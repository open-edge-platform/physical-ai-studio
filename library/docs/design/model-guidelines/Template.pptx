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9.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0.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1.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3" r:id="rId4"/>
  </p:sldMasterIdLst>
  <p:notesMasterIdLst>
    <p:notesMasterId r:id="rId82"/>
  </p:notesMasterIdLst>
  <p:handoutMasterIdLst>
    <p:handoutMasterId r:id="rId83"/>
  </p:handoutMasterIdLst>
  <p:sldIdLst>
    <p:sldId id="259" r:id="rId5"/>
    <p:sldId id="418" r:id="rId6"/>
    <p:sldId id="425" r:id="rId7"/>
    <p:sldId id="422" r:id="rId8"/>
    <p:sldId id="470" r:id="rId9"/>
    <p:sldId id="447" r:id="rId10"/>
    <p:sldId id="448" r:id="rId11"/>
    <p:sldId id="427" r:id="rId12"/>
    <p:sldId id="420" r:id="rId13"/>
    <p:sldId id="421" r:id="rId14"/>
    <p:sldId id="468" r:id="rId15"/>
    <p:sldId id="469" r:id="rId16"/>
    <p:sldId id="2134806048" r:id="rId17"/>
    <p:sldId id="435" r:id="rId18"/>
    <p:sldId id="332" r:id="rId19"/>
    <p:sldId id="456" r:id="rId20"/>
    <p:sldId id="463" r:id="rId21"/>
    <p:sldId id="2134806050" r:id="rId22"/>
    <p:sldId id="272" r:id="rId23"/>
    <p:sldId id="452" r:id="rId24"/>
    <p:sldId id="2134806049" r:id="rId25"/>
    <p:sldId id="275" r:id="rId26"/>
    <p:sldId id="276" r:id="rId27"/>
    <p:sldId id="436" r:id="rId28"/>
    <p:sldId id="432" r:id="rId29"/>
    <p:sldId id="431" r:id="rId30"/>
    <p:sldId id="465" r:id="rId31"/>
    <p:sldId id="442" r:id="rId32"/>
    <p:sldId id="443" r:id="rId33"/>
    <p:sldId id="440" r:id="rId34"/>
    <p:sldId id="441" r:id="rId35"/>
    <p:sldId id="437" r:id="rId36"/>
    <p:sldId id="261" r:id="rId37"/>
    <p:sldId id="262" r:id="rId38"/>
    <p:sldId id="428" r:id="rId39"/>
    <p:sldId id="445" r:id="rId40"/>
    <p:sldId id="446" r:id="rId41"/>
    <p:sldId id="430" r:id="rId42"/>
    <p:sldId id="450" r:id="rId43"/>
    <p:sldId id="2134806046" r:id="rId44"/>
    <p:sldId id="2134806045" r:id="rId45"/>
    <p:sldId id="2134806043" r:id="rId46"/>
    <p:sldId id="2134806044" r:id="rId47"/>
    <p:sldId id="293" r:id="rId48"/>
    <p:sldId id="312" r:id="rId49"/>
    <p:sldId id="294" r:id="rId50"/>
    <p:sldId id="313" r:id="rId51"/>
    <p:sldId id="268" r:id="rId52"/>
    <p:sldId id="344" r:id="rId53"/>
    <p:sldId id="462" r:id="rId54"/>
    <p:sldId id="270" r:id="rId55"/>
    <p:sldId id="467" r:id="rId56"/>
    <p:sldId id="459" r:id="rId57"/>
    <p:sldId id="460" r:id="rId58"/>
    <p:sldId id="466" r:id="rId59"/>
    <p:sldId id="329" r:id="rId60"/>
    <p:sldId id="438" r:id="rId61"/>
    <p:sldId id="399" r:id="rId62"/>
    <p:sldId id="400" r:id="rId63"/>
    <p:sldId id="416" r:id="rId64"/>
    <p:sldId id="408" r:id="rId65"/>
    <p:sldId id="335" r:id="rId66"/>
    <p:sldId id="407" r:id="rId67"/>
    <p:sldId id="352" r:id="rId68"/>
    <p:sldId id="350" r:id="rId69"/>
    <p:sldId id="449" r:id="rId70"/>
    <p:sldId id="353" r:id="rId71"/>
    <p:sldId id="389" r:id="rId72"/>
    <p:sldId id="409" r:id="rId73"/>
    <p:sldId id="410" r:id="rId74"/>
    <p:sldId id="390" r:id="rId75"/>
    <p:sldId id="411" r:id="rId76"/>
    <p:sldId id="412" r:id="rId77"/>
    <p:sldId id="413" r:id="rId78"/>
    <p:sldId id="397" r:id="rId79"/>
    <p:sldId id="471" r:id="rId80"/>
    <p:sldId id="341" r:id="rId81"/>
  </p:sldIdLst>
  <p:sldSz cx="12192000" cy="6858000"/>
  <p:notesSz cx="6858000" cy="9144000"/>
  <p:embeddedFontLst>
    <p:embeddedFont>
      <p:font typeface="IntelOne Display Bold" panose="020B0503020203020204" pitchFamily="34" charset="77"/>
      <p:bold r:id="rId84"/>
    </p:embeddedFont>
    <p:embeddedFont>
      <p:font typeface="IntelOne Display Light" panose="020B0403020203020204" pitchFamily="34" charset="77"/>
      <p:regular r:id="rId85"/>
    </p:embeddedFont>
    <p:embeddedFont>
      <p:font typeface="IntelOne Display Medium" panose="020B0503020203020204" pitchFamily="34" charset="77"/>
      <p:regular r:id="rId86"/>
    </p:embeddedFont>
    <p:embeddedFont>
      <p:font typeface="IntelOne Display Regular" panose="020B0503020203020204" pitchFamily="34" charset="77"/>
      <p:regular r:id="rId87"/>
    </p:embeddedFont>
    <p:embeddedFont>
      <p:font typeface="IntelOne Text" panose="020B0503020203020204" pitchFamily="34" charset="77"/>
      <p:regular r:id="rId88"/>
      <p:italic r:id="rId89"/>
    </p:embeddedFont>
    <p:embeddedFont>
      <p:font typeface="IntelOne Text Light" panose="020B0403020203020204" pitchFamily="34" charset="77"/>
      <p:regular r:id="rId90"/>
      <p:italic r:id="rId91"/>
    </p:embeddedFont>
    <p:embeddedFont>
      <p:font typeface="IntelOne Text Medium" panose="020B0503020203020204" pitchFamily="34" charset="77"/>
      <p:regular r:id="rId92"/>
      <p:italic r:id="rId93"/>
    </p:embeddedFont>
    <p:embeddedFont>
      <p:font typeface="Nunito Sans Light" pitchFamily="2" charset="77"/>
      <p:regular r:id="rId94"/>
      <p:italic r:id="rId95"/>
    </p:embeddedFont>
    <p:embeddedFont>
      <p:font typeface="Webdings" pitchFamily="2" charset="2"/>
      <p:regular r:id="rId96"/>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1ADD3889-660F-4E62-A389-FA0BAC365C70}">
          <p14:sldIdLst>
            <p14:sldId id="259"/>
          </p14:sldIdLst>
        </p14:section>
        <p14:section name="about this template" id="{883BA7FD-6A7C-4478-A3A3-75E8126EBDD6}">
          <p14:sldIdLst>
            <p14:sldId id="418"/>
            <p14:sldId id="425"/>
            <p14:sldId id="422"/>
            <p14:sldId id="470"/>
            <p14:sldId id="447"/>
            <p14:sldId id="448"/>
            <p14:sldId id="427"/>
            <p14:sldId id="420"/>
            <p14:sldId id="421"/>
            <p14:sldId id="468"/>
            <p14:sldId id="469"/>
            <p14:sldId id="2134806048"/>
          </p14:sldIdLst>
        </p14:section>
        <p14:section name="title and divider slides" id="{5A3484C2-B71C-4F71-A96E-872377300921}">
          <p14:sldIdLst>
            <p14:sldId id="435"/>
            <p14:sldId id="332"/>
            <p14:sldId id="456"/>
            <p14:sldId id="463"/>
            <p14:sldId id="2134806050"/>
            <p14:sldId id="272"/>
            <p14:sldId id="452"/>
            <p14:sldId id="2134806049"/>
            <p14:sldId id="275"/>
            <p14:sldId id="276"/>
          </p14:sldIdLst>
        </p14:section>
        <p14:section name="agenda and team card slides" id="{3BD5C20A-E5F9-4110-A566-7854997D728C}">
          <p14:sldIdLst>
            <p14:sldId id="436"/>
            <p14:sldId id="432"/>
            <p14:sldId id="431"/>
            <p14:sldId id="465"/>
            <p14:sldId id="442"/>
            <p14:sldId id="443"/>
            <p14:sldId id="440"/>
            <p14:sldId id="441"/>
          </p14:sldIdLst>
        </p14:section>
        <p14:section name="basic layouts" id="{F357726A-F941-40C7-9516-A3C596D612C8}">
          <p14:sldIdLst>
            <p14:sldId id="437"/>
            <p14:sldId id="261"/>
            <p14:sldId id="262"/>
            <p14:sldId id="428"/>
            <p14:sldId id="445"/>
            <p14:sldId id="446"/>
            <p14:sldId id="430"/>
            <p14:sldId id="450"/>
            <p14:sldId id="2134806046"/>
            <p14:sldId id="2134806045"/>
            <p14:sldId id="2134806043"/>
            <p14:sldId id="2134806044"/>
            <p14:sldId id="293"/>
            <p14:sldId id="312"/>
            <p14:sldId id="294"/>
            <p14:sldId id="313"/>
            <p14:sldId id="268"/>
            <p14:sldId id="344"/>
            <p14:sldId id="462"/>
            <p14:sldId id="270"/>
            <p14:sldId id="467"/>
            <p14:sldId id="459"/>
            <p14:sldId id="460"/>
            <p14:sldId id="466"/>
            <p14:sldId id="329"/>
          </p14:sldIdLst>
        </p14:section>
        <p14:section name="sample slides" id="{EB9A5333-B313-4DBE-82A6-87D41D8AB1C9}">
          <p14:sldIdLst>
            <p14:sldId id="438"/>
            <p14:sldId id="399"/>
            <p14:sldId id="400"/>
            <p14:sldId id="416"/>
            <p14:sldId id="408"/>
            <p14:sldId id="335"/>
            <p14:sldId id="407"/>
            <p14:sldId id="352"/>
            <p14:sldId id="350"/>
            <p14:sldId id="449"/>
            <p14:sldId id="353"/>
            <p14:sldId id="389"/>
            <p14:sldId id="409"/>
            <p14:sldId id="410"/>
            <p14:sldId id="390"/>
            <p14:sldId id="411"/>
            <p14:sldId id="412"/>
            <p14:sldId id="413"/>
            <p14:sldId id="397"/>
            <p14:sldId id="471"/>
          </p14:sldIdLst>
        </p14:section>
        <p14:section name="end slide" id="{BAE457C2-7BE8-48CA-9685-D175E8858A70}">
          <p14:sldIdLst>
            <p14:sldId id="341"/>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15:guide id="1" orient="horz" pos="2880" userDrawn="1">
          <p15:clr>
            <a:srgbClr val="A4A3A4"/>
          </p15:clr>
        </p15:guide>
        <p15:guide id="2" pos="2160"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loop="1"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3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69012ECD-51FC-41F1-AA8D-1B2483CD663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30" autoAdjust="0"/>
    <p:restoredTop sz="95509" autoAdjust="0"/>
  </p:normalViewPr>
  <p:slideViewPr>
    <p:cSldViewPr snapToGrid="0" snapToObjects="1" showGuides="1">
      <p:cViewPr varScale="1">
        <p:scale>
          <a:sx n="115" d="100"/>
          <a:sy n="115" d="100"/>
        </p:scale>
        <p:origin x="224" y="296"/>
      </p:cViewPr>
      <p:guideLst>
        <p:guide orient="horz" pos="2160"/>
        <p:guide pos="3840"/>
      </p:guideLst>
    </p:cSldViewPr>
  </p:slideViewPr>
  <p:outlineViewPr>
    <p:cViewPr>
      <p:scale>
        <a:sx n="33" d="100"/>
        <a:sy n="33" d="100"/>
      </p:scale>
      <p:origin x="0" y="-17429"/>
    </p:cViewPr>
  </p:outlineViewPr>
  <p:notesTextViewPr>
    <p:cViewPr>
      <p:scale>
        <a:sx n="1" d="1"/>
        <a:sy n="1" d="1"/>
      </p:scale>
      <p:origin x="0" y="0"/>
    </p:cViewPr>
  </p:notesTextViewPr>
  <p:sorterViewPr>
    <p:cViewPr varScale="1">
      <p:scale>
        <a:sx n="1" d="1"/>
        <a:sy n="1" d="1"/>
      </p:scale>
      <p:origin x="0" y="0"/>
    </p:cViewPr>
  </p:sorterViewPr>
  <p:notesViewPr>
    <p:cSldViewPr snapToGrid="0" snapToObjects="1" showGuides="1">
      <p:cViewPr varScale="1">
        <p:scale>
          <a:sx n="56" d="100"/>
          <a:sy n="56" d="100"/>
        </p:scale>
        <p:origin x="3278" y="34"/>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font" Target="fonts/font1.fntdata"/><Relationship Id="rId89" Type="http://schemas.openxmlformats.org/officeDocument/2006/relationships/font" Target="fonts/font6.fntdata"/><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font" Target="fonts/font7.fntdata"/><Relationship Id="rId95" Type="http://schemas.openxmlformats.org/officeDocument/2006/relationships/font" Target="fonts/font12.fntdata"/><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font" Target="fonts/font2.fntdata"/><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handoutMaster" Target="handoutMasters/handoutMaster1.xml"/><Relationship Id="rId88" Type="http://schemas.openxmlformats.org/officeDocument/2006/relationships/font" Target="fonts/font5.fntdata"/><Relationship Id="rId91" Type="http://schemas.openxmlformats.org/officeDocument/2006/relationships/font" Target="fonts/font8.fntdata"/><Relationship Id="rId96" Type="http://schemas.openxmlformats.org/officeDocument/2006/relationships/font" Target="fonts/font13.fntdata"/><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font" Target="fonts/font3.fntdata"/><Relationship Id="rId94" Type="http://schemas.openxmlformats.org/officeDocument/2006/relationships/font" Target="fonts/font11.fntdata"/><Relationship Id="rId99"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font" Target="fonts/font9.fntdata"/><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font" Target="fonts/font4.fntdata"/><Relationship Id="rId61" Type="http://schemas.openxmlformats.org/officeDocument/2006/relationships/slide" Target="slides/slide57.xml"/><Relationship Id="rId82" Type="http://schemas.openxmlformats.org/officeDocument/2006/relationships/notesMaster" Target="notesMasters/notesMaster1.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tableStyles" Target="tableStyle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font" Target="fonts/font10.fntdata"/><Relationship Id="rId98"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r>
              <a:rPr lang="en-US" sz="2000" baseline="0">
                <a:latin typeface="IntelOne Text" panose="020B0503020203020204" pitchFamily="34" charset="77"/>
              </a:rPr>
              <a:t>Chart Title</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FDDB-41C5-9CA6-E68A19E1E4CB}"/>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FDDB-41C5-9CA6-E68A19E1E4CB}"/>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FDDB-41C5-9CA6-E68A19E1E4CB}"/>
            </c:ext>
          </c:extLst>
        </c:ser>
        <c:ser>
          <c:idx val="3"/>
          <c:order val="3"/>
          <c:tx>
            <c:strRef>
              <c:f>Sheet1!$E$1</c:f>
              <c:strCache>
                <c:ptCount val="1"/>
                <c:pt idx="0">
                  <c:v>Series 4</c:v>
                </c:pt>
              </c:strCache>
            </c:strRef>
          </c:tx>
          <c:spPr>
            <a:solidFill>
              <a:schemeClr val="accent4"/>
            </a:solidFill>
            <a:ln>
              <a:noFill/>
            </a:ln>
            <a:effectLst/>
          </c:spPr>
          <c:invertIfNegative val="0"/>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3</c:v>
                </c:pt>
                <c:pt idx="1">
                  <c:v>3</c:v>
                </c:pt>
                <c:pt idx="2">
                  <c:v>3</c:v>
                </c:pt>
                <c:pt idx="3">
                  <c:v>3</c:v>
                </c:pt>
              </c:numCache>
            </c:numRef>
          </c:val>
          <c:extLst>
            <c:ext xmlns:c16="http://schemas.microsoft.com/office/drawing/2014/chart" uri="{C3380CC4-5D6E-409C-BE32-E72D297353CC}">
              <c16:uniqueId val="{00000003-FDDB-41C5-9CA6-E68A19E1E4CB}"/>
            </c:ext>
          </c:extLst>
        </c:ser>
        <c:ser>
          <c:idx val="4"/>
          <c:order val="4"/>
          <c:tx>
            <c:strRef>
              <c:f>Sheet1!$F$1</c:f>
              <c:strCache>
                <c:ptCount val="1"/>
                <c:pt idx="0">
                  <c:v>Series 5</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Sheet1!$F$2:$F$5</c:f>
              <c:numCache>
                <c:formatCode>General</c:formatCode>
                <c:ptCount val="4"/>
                <c:pt idx="0">
                  <c:v>4</c:v>
                </c:pt>
                <c:pt idx="1">
                  <c:v>4</c:v>
                </c:pt>
                <c:pt idx="2">
                  <c:v>4</c:v>
                </c:pt>
                <c:pt idx="3">
                  <c:v>4</c:v>
                </c:pt>
              </c:numCache>
            </c:numRef>
          </c:val>
          <c:extLst>
            <c:ext xmlns:c16="http://schemas.microsoft.com/office/drawing/2014/chart" uri="{C3380CC4-5D6E-409C-BE32-E72D297353CC}">
              <c16:uniqueId val="{00000004-FDDB-41C5-9CA6-E68A19E1E4CB}"/>
            </c:ext>
          </c:extLst>
        </c:ser>
        <c:ser>
          <c:idx val="5"/>
          <c:order val="5"/>
          <c:tx>
            <c:strRef>
              <c:f>Sheet1!$G$1</c:f>
              <c:strCache>
                <c:ptCount val="1"/>
                <c:pt idx="0">
                  <c:v>Series 6</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Sheet1!$G$2:$G$5</c:f>
              <c:numCache>
                <c:formatCode>General</c:formatCode>
                <c:ptCount val="4"/>
                <c:pt idx="0">
                  <c:v>5</c:v>
                </c:pt>
                <c:pt idx="1">
                  <c:v>5</c:v>
                </c:pt>
                <c:pt idx="2">
                  <c:v>5</c:v>
                </c:pt>
                <c:pt idx="3">
                  <c:v>5</c:v>
                </c:pt>
              </c:numCache>
            </c:numRef>
          </c:val>
          <c:extLst>
            <c:ext xmlns:c16="http://schemas.microsoft.com/office/drawing/2014/chart" uri="{C3380CC4-5D6E-409C-BE32-E72D297353CC}">
              <c16:uniqueId val="{00000005-FDDB-41C5-9CA6-E68A19E1E4CB}"/>
            </c:ext>
          </c:extLst>
        </c:ser>
        <c:dLbls>
          <c:showLegendKey val="0"/>
          <c:showVal val="0"/>
          <c:showCatName val="0"/>
          <c:showSerName val="0"/>
          <c:showPercent val="0"/>
          <c:showBubbleSize val="0"/>
        </c:dLbls>
        <c:gapWidth val="219"/>
        <c:overlap val="-27"/>
        <c:axId val="480082264"/>
        <c:axId val="480089152"/>
      </c:barChart>
      <c:catAx>
        <c:axId val="480082264"/>
        <c:scaling>
          <c:orientation val="minMax"/>
        </c:scaling>
        <c:delete val="0"/>
        <c:axPos val="b"/>
        <c:numFmt formatCode="General" sourceLinked="1"/>
        <c:majorTickMark val="none"/>
        <c:minorTickMark val="none"/>
        <c:tickLblPos val="nextTo"/>
        <c:spPr>
          <a:noFill/>
          <a:ln w="9525" cap="flat" cmpd="sng" algn="ctr">
            <a:solidFill>
              <a:srgbClr val="AEAEAE"/>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480089152"/>
        <c:crosses val="autoZero"/>
        <c:auto val="1"/>
        <c:lblAlgn val="ctr"/>
        <c:lblOffset val="100"/>
        <c:noMultiLvlLbl val="0"/>
      </c:catAx>
      <c:valAx>
        <c:axId val="480089152"/>
        <c:scaling>
          <c:orientation val="minMax"/>
        </c:scaling>
        <c:delete val="0"/>
        <c:axPos val="l"/>
        <c:majorGridlines>
          <c:spPr>
            <a:ln w="9525" cap="flat" cmpd="sng" algn="ctr">
              <a:solidFill>
                <a:srgbClr val="AEAEAE"/>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48008226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ntelOne Text" panose="020B0503020203020204" pitchFamily="34" charset="77"/>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r>
              <a:rPr lang="en-US" sz="2000" baseline="0" dirty="0">
                <a:latin typeface="IntelOne Text" panose="020B0503020203020204" pitchFamily="34" charset="77"/>
              </a:rPr>
              <a:t>Chart Title</a:t>
            </a:r>
          </a:p>
        </c:rich>
      </c:tx>
      <c:layout>
        <c:manualLayout>
          <c:xMode val="edge"/>
          <c:yMode val="edge"/>
          <c:x val="0.43797553951589391"/>
          <c:y val="1.5267110016155955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endParaRPr lang="en-US"/>
        </a:p>
      </c:txPr>
    </c:title>
    <c:autoTitleDeleted val="0"/>
    <c:plotArea>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BE44-4CCD-B477-D15AF4FBBCF2}"/>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BE44-4CCD-B477-D15AF4FBBCF2}"/>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BE44-4CCD-B477-D15AF4FBBCF2}"/>
            </c:ext>
          </c:extLst>
        </c:ser>
        <c:ser>
          <c:idx val="3"/>
          <c:order val="3"/>
          <c:tx>
            <c:strRef>
              <c:f>Sheet1!$E$1</c:f>
              <c:strCache>
                <c:ptCount val="1"/>
                <c:pt idx="0">
                  <c:v>Series 4</c:v>
                </c:pt>
              </c:strCache>
            </c:strRef>
          </c:tx>
          <c:spPr>
            <a:solidFill>
              <a:schemeClr val="accent4"/>
            </a:solidFill>
            <a:ln>
              <a:noFill/>
            </a:ln>
            <a:effectLst/>
          </c:spPr>
          <c:invertIfNegative val="0"/>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3</c:v>
                </c:pt>
                <c:pt idx="1">
                  <c:v>3</c:v>
                </c:pt>
                <c:pt idx="2">
                  <c:v>3</c:v>
                </c:pt>
                <c:pt idx="3">
                  <c:v>3</c:v>
                </c:pt>
              </c:numCache>
            </c:numRef>
          </c:val>
          <c:extLst>
            <c:ext xmlns:c16="http://schemas.microsoft.com/office/drawing/2014/chart" uri="{C3380CC4-5D6E-409C-BE32-E72D297353CC}">
              <c16:uniqueId val="{00000000-1558-42F9-B5D8-B6B1E38FD29C}"/>
            </c:ext>
          </c:extLst>
        </c:ser>
        <c:ser>
          <c:idx val="4"/>
          <c:order val="4"/>
          <c:tx>
            <c:strRef>
              <c:f>Sheet1!$F$1</c:f>
              <c:strCache>
                <c:ptCount val="1"/>
                <c:pt idx="0">
                  <c:v>Series 5</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Sheet1!$F$2:$F$5</c:f>
              <c:numCache>
                <c:formatCode>General</c:formatCode>
                <c:ptCount val="4"/>
                <c:pt idx="0">
                  <c:v>4</c:v>
                </c:pt>
                <c:pt idx="1">
                  <c:v>4</c:v>
                </c:pt>
                <c:pt idx="2">
                  <c:v>4</c:v>
                </c:pt>
                <c:pt idx="3">
                  <c:v>4</c:v>
                </c:pt>
              </c:numCache>
            </c:numRef>
          </c:val>
          <c:extLst>
            <c:ext xmlns:c16="http://schemas.microsoft.com/office/drawing/2014/chart" uri="{C3380CC4-5D6E-409C-BE32-E72D297353CC}">
              <c16:uniqueId val="{00000001-1558-42F9-B5D8-B6B1E38FD29C}"/>
            </c:ext>
          </c:extLst>
        </c:ser>
        <c:ser>
          <c:idx val="5"/>
          <c:order val="5"/>
          <c:tx>
            <c:strRef>
              <c:f>Sheet1!$G$1</c:f>
              <c:strCache>
                <c:ptCount val="1"/>
                <c:pt idx="0">
                  <c:v>Series 6</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Sheet1!$G$2:$G$5</c:f>
              <c:numCache>
                <c:formatCode>General</c:formatCode>
                <c:ptCount val="4"/>
                <c:pt idx="0">
                  <c:v>5</c:v>
                </c:pt>
                <c:pt idx="1">
                  <c:v>5</c:v>
                </c:pt>
                <c:pt idx="2">
                  <c:v>5</c:v>
                </c:pt>
                <c:pt idx="3">
                  <c:v>5</c:v>
                </c:pt>
              </c:numCache>
            </c:numRef>
          </c:val>
          <c:extLst>
            <c:ext xmlns:c16="http://schemas.microsoft.com/office/drawing/2014/chart" uri="{C3380CC4-5D6E-409C-BE32-E72D297353CC}">
              <c16:uniqueId val="{00000002-1558-42F9-B5D8-B6B1E38FD29C}"/>
            </c:ext>
          </c:extLst>
        </c:ser>
        <c:dLbls>
          <c:showLegendKey val="0"/>
          <c:showVal val="0"/>
          <c:showCatName val="0"/>
          <c:showSerName val="0"/>
          <c:showPercent val="0"/>
          <c:showBubbleSize val="0"/>
        </c:dLbls>
        <c:gapWidth val="50"/>
        <c:overlap val="100"/>
        <c:axId val="1261016856"/>
        <c:axId val="1261012920"/>
      </c:barChart>
      <c:catAx>
        <c:axId val="1261016856"/>
        <c:scaling>
          <c:orientation val="minMax"/>
        </c:scaling>
        <c:delete val="0"/>
        <c:axPos val="l"/>
        <c:numFmt formatCode="General" sourceLinked="1"/>
        <c:majorTickMark val="none"/>
        <c:minorTickMark val="none"/>
        <c:tickLblPos val="nextTo"/>
        <c:spPr>
          <a:noFill/>
          <a:ln w="9525" cap="flat" cmpd="sng" algn="ctr">
            <a:solidFill>
              <a:srgbClr val="AEAEAE"/>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1261012920"/>
        <c:crosses val="autoZero"/>
        <c:auto val="1"/>
        <c:lblAlgn val="ctr"/>
        <c:lblOffset val="100"/>
        <c:noMultiLvlLbl val="0"/>
      </c:catAx>
      <c:valAx>
        <c:axId val="1261012920"/>
        <c:scaling>
          <c:orientation val="minMax"/>
        </c:scaling>
        <c:delete val="0"/>
        <c:axPos val="b"/>
        <c:majorGridlines>
          <c:spPr>
            <a:ln w="9525" cap="flat" cmpd="sng" algn="ctr">
              <a:solidFill>
                <a:srgbClr val="AEAEAE"/>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12610168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ntelOne Text" panose="020B0503020203020204" pitchFamily="34" charset="77"/>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a:solidFill>
            <a:schemeClr val="tx1"/>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r>
              <a:rPr lang="en-US" sz="2000" baseline="0">
                <a:latin typeface="IntelOne Text" panose="020B0503020203020204" pitchFamily="34" charset="77"/>
              </a:rPr>
              <a:t>Chart Title</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endParaRPr lang="en-US"/>
        </a:p>
      </c:txPr>
    </c:title>
    <c:autoTitleDeleted val="0"/>
    <c:plotArea>
      <c:layout>
        <c:manualLayout>
          <c:layoutTarget val="inner"/>
          <c:xMode val="edge"/>
          <c:yMode val="edge"/>
          <c:x val="8.1784606673114518E-2"/>
          <c:y val="0.14148200423429783"/>
          <c:w val="0.89101292302324009"/>
          <c:h val="0.56521252062969896"/>
        </c:manualLayout>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B161-4CA2-9CAC-02614F2264E1}"/>
            </c:ext>
          </c:extLst>
        </c:ser>
        <c:ser>
          <c:idx val="1"/>
          <c:order val="1"/>
          <c:tx>
            <c:strRef>
              <c:f>Sheet1!$C$1</c:f>
              <c:strCache>
                <c:ptCount val="1"/>
                <c:pt idx="0">
                  <c:v>Series 2</c:v>
                </c:pt>
              </c:strCache>
            </c:strRef>
          </c:tx>
          <c:spPr>
            <a:ln w="28575" cap="rnd">
              <a:solidFill>
                <a:schemeClr val="accent2"/>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B161-4CA2-9CAC-02614F2264E1}"/>
            </c:ext>
          </c:extLst>
        </c:ser>
        <c:ser>
          <c:idx val="2"/>
          <c:order val="2"/>
          <c:tx>
            <c:strRef>
              <c:f>Sheet1!$D$1</c:f>
              <c:strCache>
                <c:ptCount val="1"/>
                <c:pt idx="0">
                  <c:v>Series 3</c:v>
                </c:pt>
              </c:strCache>
            </c:strRef>
          </c:tx>
          <c:spPr>
            <a:ln w="28575" cap="rnd">
              <a:solidFill>
                <a:schemeClr val="accent3"/>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B161-4CA2-9CAC-02614F2264E1}"/>
            </c:ext>
          </c:extLst>
        </c:ser>
        <c:ser>
          <c:idx val="3"/>
          <c:order val="3"/>
          <c:tx>
            <c:strRef>
              <c:f>Sheet1!$E$1</c:f>
              <c:strCache>
                <c:ptCount val="1"/>
                <c:pt idx="0">
                  <c:v>Series 4</c:v>
                </c:pt>
              </c:strCache>
            </c:strRef>
          </c:tx>
          <c:spPr>
            <a:ln w="28575" cap="rnd">
              <a:solidFill>
                <a:schemeClr val="accent4"/>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3</c:v>
                </c:pt>
                <c:pt idx="1">
                  <c:v>3</c:v>
                </c:pt>
                <c:pt idx="2">
                  <c:v>3</c:v>
                </c:pt>
                <c:pt idx="3">
                  <c:v>3</c:v>
                </c:pt>
              </c:numCache>
            </c:numRef>
          </c:val>
          <c:smooth val="0"/>
          <c:extLst>
            <c:ext xmlns:c16="http://schemas.microsoft.com/office/drawing/2014/chart" uri="{C3380CC4-5D6E-409C-BE32-E72D297353CC}">
              <c16:uniqueId val="{00000003-B161-4CA2-9CAC-02614F2264E1}"/>
            </c:ext>
          </c:extLst>
        </c:ser>
        <c:ser>
          <c:idx val="4"/>
          <c:order val="4"/>
          <c:tx>
            <c:strRef>
              <c:f>Sheet1!$F$1</c:f>
              <c:strCache>
                <c:ptCount val="1"/>
                <c:pt idx="0">
                  <c:v>Series 5</c:v>
                </c:pt>
              </c:strCache>
            </c:strRef>
          </c:tx>
          <c:spPr>
            <a:ln w="28575" cap="rnd">
              <a:solidFill>
                <a:schemeClr val="accent5"/>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Sheet1!$F$2:$F$5</c:f>
              <c:numCache>
                <c:formatCode>General</c:formatCode>
                <c:ptCount val="4"/>
                <c:pt idx="0">
                  <c:v>4</c:v>
                </c:pt>
                <c:pt idx="1">
                  <c:v>4</c:v>
                </c:pt>
                <c:pt idx="2">
                  <c:v>4</c:v>
                </c:pt>
                <c:pt idx="3">
                  <c:v>4</c:v>
                </c:pt>
              </c:numCache>
            </c:numRef>
          </c:val>
          <c:smooth val="0"/>
          <c:extLst>
            <c:ext xmlns:c16="http://schemas.microsoft.com/office/drawing/2014/chart" uri="{C3380CC4-5D6E-409C-BE32-E72D297353CC}">
              <c16:uniqueId val="{00000004-B161-4CA2-9CAC-02614F2264E1}"/>
            </c:ext>
          </c:extLst>
        </c:ser>
        <c:ser>
          <c:idx val="5"/>
          <c:order val="5"/>
          <c:tx>
            <c:strRef>
              <c:f>Sheet1!$G$1</c:f>
              <c:strCache>
                <c:ptCount val="1"/>
                <c:pt idx="0">
                  <c:v>Series 6</c:v>
                </c:pt>
              </c:strCache>
            </c:strRef>
          </c:tx>
          <c:spPr>
            <a:ln w="28575" cap="rnd">
              <a:solidFill>
                <a:schemeClr val="accent6"/>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Sheet1!$G$2:$G$5</c:f>
              <c:numCache>
                <c:formatCode>General</c:formatCode>
                <c:ptCount val="4"/>
                <c:pt idx="0">
                  <c:v>5</c:v>
                </c:pt>
                <c:pt idx="1">
                  <c:v>5</c:v>
                </c:pt>
                <c:pt idx="2">
                  <c:v>5</c:v>
                </c:pt>
                <c:pt idx="3">
                  <c:v>5</c:v>
                </c:pt>
              </c:numCache>
            </c:numRef>
          </c:val>
          <c:smooth val="0"/>
          <c:extLst>
            <c:ext xmlns:c16="http://schemas.microsoft.com/office/drawing/2014/chart" uri="{C3380CC4-5D6E-409C-BE32-E72D297353CC}">
              <c16:uniqueId val="{00000005-B161-4CA2-9CAC-02614F2264E1}"/>
            </c:ext>
          </c:extLst>
        </c:ser>
        <c:dLbls>
          <c:showLegendKey val="0"/>
          <c:showVal val="0"/>
          <c:showCatName val="0"/>
          <c:showSerName val="0"/>
          <c:showPercent val="0"/>
          <c:showBubbleSize val="0"/>
        </c:dLbls>
        <c:smooth val="0"/>
        <c:axId val="876570616"/>
        <c:axId val="876576848"/>
      </c:lineChart>
      <c:catAx>
        <c:axId val="876570616"/>
        <c:scaling>
          <c:orientation val="minMax"/>
        </c:scaling>
        <c:delete val="0"/>
        <c:axPos val="b"/>
        <c:numFmt formatCode="General" sourceLinked="1"/>
        <c:majorTickMark val="none"/>
        <c:minorTickMark val="none"/>
        <c:tickLblPos val="nextTo"/>
        <c:spPr>
          <a:noFill/>
          <a:ln w="9525" cap="flat" cmpd="sng" algn="ctr">
            <a:solidFill>
              <a:srgbClr val="AEAEAE"/>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876576848"/>
        <c:crosses val="autoZero"/>
        <c:auto val="1"/>
        <c:lblAlgn val="ctr"/>
        <c:lblOffset val="100"/>
        <c:noMultiLvlLbl val="0"/>
      </c:catAx>
      <c:valAx>
        <c:axId val="876576848"/>
        <c:scaling>
          <c:orientation val="minMax"/>
        </c:scaling>
        <c:delete val="0"/>
        <c:axPos val="l"/>
        <c:majorGridlines>
          <c:spPr>
            <a:ln w="9525" cap="flat" cmpd="sng" algn="ctr">
              <a:solidFill>
                <a:srgbClr val="AEAEAE"/>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solidFill>
                <a:latin typeface="IntelOne Text" panose="020B0503020203020204" pitchFamily="34" charset="77"/>
                <a:ea typeface="+mn-ea"/>
                <a:cs typeface="+mn-cs"/>
              </a:defRPr>
            </a:pPr>
            <a:endParaRPr lang="en-US"/>
          </a:p>
        </c:txPr>
        <c:crossAx val="876570616"/>
        <c:crosses val="autoZero"/>
        <c:crossBetween val="between"/>
      </c:valAx>
      <c:spPr>
        <a:noFill/>
        <a:ln>
          <a:noFill/>
        </a:ln>
        <a:effectLst/>
      </c:spPr>
    </c:plotArea>
    <c:legend>
      <c:legendPos val="b"/>
      <c:layout>
        <c:manualLayout>
          <c:xMode val="edge"/>
          <c:yMode val="edge"/>
          <c:x val="0.17475986554312289"/>
          <c:y val="0.84332629153063188"/>
          <c:w val="0.66217599115899983"/>
          <c:h val="0.14041354586774213"/>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ntelOne Text" panose="020B0503020203020204" pitchFamily="34" charset="77"/>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a:solidFill>
            <a:schemeClr val="tx1"/>
          </a:solidFill>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r>
              <a:rPr lang="en-US" sz="2000" baseline="0">
                <a:latin typeface="IntelOne Text" panose="020B0503020203020204" pitchFamily="34" charset="77"/>
              </a:rPr>
              <a:t>Sales</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ln>
              <a:solidFill>
                <a:schemeClr val="bg2"/>
              </a:solidFill>
            </a:ln>
          </c:spPr>
          <c:dPt>
            <c:idx val="0"/>
            <c:bubble3D val="0"/>
            <c:spPr>
              <a:solidFill>
                <a:schemeClr val="accent1"/>
              </a:solidFill>
              <a:ln w="19050">
                <a:solidFill>
                  <a:schemeClr val="bg2"/>
                </a:solidFill>
              </a:ln>
              <a:effectLst/>
            </c:spPr>
            <c:extLst>
              <c:ext xmlns:c16="http://schemas.microsoft.com/office/drawing/2014/chart" uri="{C3380CC4-5D6E-409C-BE32-E72D297353CC}">
                <c16:uniqueId val="{00000001-C0EC-48CD-A6AB-9B33BB9ED7B1}"/>
              </c:ext>
            </c:extLst>
          </c:dPt>
          <c:dPt>
            <c:idx val="1"/>
            <c:bubble3D val="0"/>
            <c:spPr>
              <a:solidFill>
                <a:schemeClr val="accent2"/>
              </a:solidFill>
              <a:ln w="19050">
                <a:solidFill>
                  <a:schemeClr val="bg2"/>
                </a:solidFill>
              </a:ln>
              <a:effectLst/>
            </c:spPr>
            <c:extLst>
              <c:ext xmlns:c16="http://schemas.microsoft.com/office/drawing/2014/chart" uri="{C3380CC4-5D6E-409C-BE32-E72D297353CC}">
                <c16:uniqueId val="{00000003-C0EC-48CD-A6AB-9B33BB9ED7B1}"/>
              </c:ext>
            </c:extLst>
          </c:dPt>
          <c:dPt>
            <c:idx val="2"/>
            <c:bubble3D val="0"/>
            <c:spPr>
              <a:solidFill>
                <a:schemeClr val="accent3"/>
              </a:solidFill>
              <a:ln w="19050">
                <a:solidFill>
                  <a:schemeClr val="bg2"/>
                </a:solidFill>
              </a:ln>
              <a:effectLst/>
            </c:spPr>
            <c:extLst>
              <c:ext xmlns:c16="http://schemas.microsoft.com/office/drawing/2014/chart" uri="{C3380CC4-5D6E-409C-BE32-E72D297353CC}">
                <c16:uniqueId val="{00000005-C0EC-48CD-A6AB-9B33BB9ED7B1}"/>
              </c:ext>
            </c:extLst>
          </c:dPt>
          <c:dPt>
            <c:idx val="3"/>
            <c:bubble3D val="0"/>
            <c:spPr>
              <a:solidFill>
                <a:schemeClr val="accent4"/>
              </a:solidFill>
              <a:ln w="19050">
                <a:solidFill>
                  <a:schemeClr val="bg2"/>
                </a:solidFill>
              </a:ln>
              <a:effectLst/>
            </c:spPr>
            <c:extLst>
              <c:ext xmlns:c16="http://schemas.microsoft.com/office/drawing/2014/chart" uri="{C3380CC4-5D6E-409C-BE32-E72D297353CC}">
                <c16:uniqueId val="{00000007-C0EC-48CD-A6AB-9B33BB9ED7B1}"/>
              </c:ext>
            </c:extLst>
          </c:dPt>
          <c:dPt>
            <c:idx val="4"/>
            <c:bubble3D val="0"/>
            <c:spPr>
              <a:solidFill>
                <a:schemeClr val="accent5"/>
              </a:solidFill>
              <a:ln w="19050">
                <a:solidFill>
                  <a:schemeClr val="bg2"/>
                </a:solidFill>
              </a:ln>
              <a:effectLst/>
            </c:spPr>
            <c:extLst>
              <c:ext xmlns:c16="http://schemas.microsoft.com/office/drawing/2014/chart" uri="{C3380CC4-5D6E-409C-BE32-E72D297353CC}">
                <c16:uniqueId val="{00000009-C0EC-48CD-A6AB-9B33BB9ED7B1}"/>
              </c:ext>
            </c:extLst>
          </c:dPt>
          <c:dPt>
            <c:idx val="5"/>
            <c:bubble3D val="0"/>
            <c:spPr>
              <a:solidFill>
                <a:schemeClr val="accent6"/>
              </a:solidFill>
              <a:ln w="19050">
                <a:solidFill>
                  <a:schemeClr val="bg2"/>
                </a:solidFill>
              </a:ln>
              <a:effectLst/>
            </c:spPr>
            <c:extLst>
              <c:ext xmlns:c16="http://schemas.microsoft.com/office/drawing/2014/chart" uri="{C3380CC4-5D6E-409C-BE32-E72D297353CC}">
                <c16:uniqueId val="{0000000B-C0EC-48CD-A6AB-9B33BB9ED7B1}"/>
              </c:ext>
            </c:extLst>
          </c:dPt>
          <c:cat>
            <c:strRef>
              <c:f>Sheet1!$A$2:$A$7</c:f>
              <c:strCache>
                <c:ptCount val="6"/>
                <c:pt idx="0">
                  <c:v>Series 1</c:v>
                </c:pt>
                <c:pt idx="1">
                  <c:v>Series 2</c:v>
                </c:pt>
                <c:pt idx="2">
                  <c:v>Series 3</c:v>
                </c:pt>
                <c:pt idx="3">
                  <c:v>Series 4</c:v>
                </c:pt>
                <c:pt idx="4">
                  <c:v>Series5</c:v>
                </c:pt>
                <c:pt idx="5">
                  <c:v>Series 6</c:v>
                </c:pt>
              </c:strCache>
            </c:strRef>
          </c:cat>
          <c:val>
            <c:numRef>
              <c:f>Sheet1!$B$2:$B$7</c:f>
              <c:numCache>
                <c:formatCode>General</c:formatCode>
                <c:ptCount val="6"/>
                <c:pt idx="0">
                  <c:v>15</c:v>
                </c:pt>
                <c:pt idx="1">
                  <c:v>15</c:v>
                </c:pt>
                <c:pt idx="2">
                  <c:v>15</c:v>
                </c:pt>
                <c:pt idx="3">
                  <c:v>15</c:v>
                </c:pt>
                <c:pt idx="4">
                  <c:v>15</c:v>
                </c:pt>
                <c:pt idx="5">
                  <c:v>25</c:v>
                </c:pt>
              </c:numCache>
            </c:numRef>
          </c:val>
          <c:extLst>
            <c:ext xmlns:c16="http://schemas.microsoft.com/office/drawing/2014/chart" uri="{C3380CC4-5D6E-409C-BE32-E72D297353CC}">
              <c16:uniqueId val="{0000000C-C0EC-48CD-A6AB-9B33BB9ED7B1}"/>
            </c:ext>
          </c:extLst>
        </c:ser>
        <c:dLbls>
          <c:showLegendKey val="0"/>
          <c:showVal val="0"/>
          <c:showCatName val="0"/>
          <c:showSerName val="0"/>
          <c:showPercent val="0"/>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ntelOne Text" panose="020B0503020203020204" pitchFamily="34" charset="77"/>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a:solidFill>
            <a:schemeClr val="tx1"/>
          </a:solidFill>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r>
              <a:rPr lang="en-US" sz="2000" baseline="0">
                <a:latin typeface="IntelOne Text" panose="020B0503020203020204" pitchFamily="34" charset="77"/>
              </a:rPr>
              <a:t>Sales</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solidFill>
              <a:latin typeface="IntelOne Text" panose="020B0503020203020204" pitchFamily="34" charset="77"/>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ln>
              <a:solidFill>
                <a:schemeClr val="bg2"/>
              </a:solidFill>
            </a:ln>
          </c:spPr>
          <c:dPt>
            <c:idx val="0"/>
            <c:bubble3D val="0"/>
            <c:spPr>
              <a:solidFill>
                <a:schemeClr val="accent1"/>
              </a:solidFill>
              <a:ln w="19050">
                <a:solidFill>
                  <a:schemeClr val="bg2"/>
                </a:solidFill>
              </a:ln>
              <a:effectLst/>
            </c:spPr>
            <c:extLst>
              <c:ext xmlns:c16="http://schemas.microsoft.com/office/drawing/2014/chart" uri="{C3380CC4-5D6E-409C-BE32-E72D297353CC}">
                <c16:uniqueId val="{00000002-4AC7-4E19-9022-8132B22708A0}"/>
              </c:ext>
            </c:extLst>
          </c:dPt>
          <c:dPt>
            <c:idx val="1"/>
            <c:bubble3D val="0"/>
            <c:spPr>
              <a:solidFill>
                <a:srgbClr val="76CEFF"/>
              </a:solidFill>
              <a:ln w="19050">
                <a:solidFill>
                  <a:schemeClr val="bg2"/>
                </a:solidFill>
              </a:ln>
              <a:effectLst/>
            </c:spPr>
            <c:extLst>
              <c:ext xmlns:c16="http://schemas.microsoft.com/office/drawing/2014/chart" uri="{C3380CC4-5D6E-409C-BE32-E72D297353CC}">
                <c16:uniqueId val="{00000003-4AC7-4E19-9022-8132B22708A0}"/>
              </c:ext>
            </c:extLst>
          </c:dPt>
          <c:dPt>
            <c:idx val="2"/>
            <c:bubble3D val="0"/>
            <c:spPr>
              <a:solidFill>
                <a:srgbClr val="0095CA"/>
              </a:solidFill>
              <a:ln w="19050">
                <a:solidFill>
                  <a:schemeClr val="bg2"/>
                </a:solidFill>
              </a:ln>
              <a:effectLst/>
            </c:spPr>
            <c:extLst>
              <c:ext xmlns:c16="http://schemas.microsoft.com/office/drawing/2014/chart" uri="{C3380CC4-5D6E-409C-BE32-E72D297353CC}">
                <c16:uniqueId val="{00000004-4AC7-4E19-9022-8132B22708A0}"/>
              </c:ext>
            </c:extLst>
          </c:dPt>
          <c:dPt>
            <c:idx val="3"/>
            <c:bubble3D val="0"/>
            <c:spPr>
              <a:solidFill>
                <a:schemeClr val="accent2"/>
              </a:solidFill>
              <a:ln w="19050">
                <a:solidFill>
                  <a:schemeClr val="bg2"/>
                </a:solidFill>
              </a:ln>
              <a:effectLst/>
            </c:spPr>
            <c:extLst>
              <c:ext xmlns:c16="http://schemas.microsoft.com/office/drawing/2014/chart" uri="{C3380CC4-5D6E-409C-BE32-E72D297353CC}">
                <c16:uniqueId val="{00000005-4AC7-4E19-9022-8132B22708A0}"/>
              </c:ext>
            </c:extLst>
          </c:dPt>
          <c:dPt>
            <c:idx val="4"/>
            <c:bubble3D val="0"/>
            <c:spPr>
              <a:solidFill>
                <a:srgbClr val="B4F0FF"/>
              </a:solidFill>
              <a:ln w="19050">
                <a:solidFill>
                  <a:schemeClr val="bg2"/>
                </a:solidFill>
              </a:ln>
              <a:effectLst/>
            </c:spPr>
            <c:extLst>
              <c:ext xmlns:c16="http://schemas.microsoft.com/office/drawing/2014/chart" uri="{C3380CC4-5D6E-409C-BE32-E72D297353CC}">
                <c16:uniqueId val="{00000006-4AC7-4E19-9022-8132B22708A0}"/>
              </c:ext>
            </c:extLst>
          </c:dPt>
          <c:dPt>
            <c:idx val="5"/>
            <c:bubble3D val="0"/>
            <c:spPr>
              <a:solidFill>
                <a:srgbClr val="00A3F6"/>
              </a:solidFill>
              <a:ln w="19050">
                <a:solidFill>
                  <a:schemeClr val="bg2"/>
                </a:solidFill>
              </a:ln>
              <a:effectLst/>
            </c:spPr>
            <c:extLst>
              <c:ext xmlns:c16="http://schemas.microsoft.com/office/drawing/2014/chart" uri="{C3380CC4-5D6E-409C-BE32-E72D297353CC}">
                <c16:uniqueId val="{00000001-4AC7-4E19-9022-8132B22708A0}"/>
              </c:ext>
            </c:extLst>
          </c:dPt>
          <c:cat>
            <c:strRef>
              <c:f>Sheet1!$A$2:$A$7</c:f>
              <c:strCache>
                <c:ptCount val="6"/>
                <c:pt idx="0">
                  <c:v>Series 1</c:v>
                </c:pt>
                <c:pt idx="1">
                  <c:v>Series 2</c:v>
                </c:pt>
                <c:pt idx="2">
                  <c:v>Series 3</c:v>
                </c:pt>
                <c:pt idx="3">
                  <c:v>Series 4</c:v>
                </c:pt>
                <c:pt idx="4">
                  <c:v>Series5</c:v>
                </c:pt>
                <c:pt idx="5">
                  <c:v>Series 6</c:v>
                </c:pt>
              </c:strCache>
            </c:strRef>
          </c:cat>
          <c:val>
            <c:numRef>
              <c:f>Sheet1!$B$2:$B$7</c:f>
              <c:numCache>
                <c:formatCode>General</c:formatCode>
                <c:ptCount val="6"/>
                <c:pt idx="0">
                  <c:v>15</c:v>
                </c:pt>
                <c:pt idx="1">
                  <c:v>15</c:v>
                </c:pt>
                <c:pt idx="2">
                  <c:v>15</c:v>
                </c:pt>
                <c:pt idx="3">
                  <c:v>15</c:v>
                </c:pt>
                <c:pt idx="4">
                  <c:v>15</c:v>
                </c:pt>
                <c:pt idx="5">
                  <c:v>25</c:v>
                </c:pt>
              </c:numCache>
            </c:numRef>
          </c:val>
          <c:extLst>
            <c:ext xmlns:c16="http://schemas.microsoft.com/office/drawing/2014/chart" uri="{C3380CC4-5D6E-409C-BE32-E72D297353CC}">
              <c16:uniqueId val="{00000000-4AC7-4E19-9022-8132B22708A0}"/>
            </c:ext>
          </c:extLst>
        </c:ser>
        <c:dLbls>
          <c:showLegendKey val="0"/>
          <c:showVal val="0"/>
          <c:showCatName val="0"/>
          <c:showSerName val="0"/>
          <c:showPercent val="0"/>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ntelOne Text" panose="020B0503020203020204" pitchFamily="34" charset="77"/>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a:solidFill>
            <a:schemeClr val="tx1"/>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05211007-55DD-4953-AA4C-568C7B960703}"/>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60567F65-DC68-4D72-B0D6-C6DEFAE5AD39}"/>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D64F017-A209-439E-A6E7-15E23391106E}" type="datetimeFigureOut">
              <a:rPr lang="en-US" smtClean="0"/>
              <a:t>7/9/26</a:t>
            </a:fld>
            <a:endParaRPr lang="en-US"/>
          </a:p>
        </p:txBody>
      </p:sp>
      <p:sp>
        <p:nvSpPr>
          <p:cNvPr id="4" name="Footer Placeholder 3">
            <a:extLst>
              <a:ext uri="{FF2B5EF4-FFF2-40B4-BE49-F238E27FC236}">
                <a16:creationId xmlns:a16="http://schemas.microsoft.com/office/drawing/2014/main" id="{7B566DC2-A8B8-4C33-A060-005B53726CC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6D8570C6-85C2-4AE0-96F9-E1FC620A5735}"/>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12D0A4D-AC6F-4705-8F3E-F6ED0C7AB3F2}" type="slidenum">
              <a:rPr lang="en-US" smtClean="0"/>
              <a:t>‹#›</a:t>
            </a:fld>
            <a:endParaRPr lang="en-US"/>
          </a:p>
        </p:txBody>
      </p:sp>
    </p:spTree>
    <p:extLst>
      <p:ext uri="{BB962C8B-B14F-4D97-AF65-F5344CB8AC3E}">
        <p14:creationId xmlns:p14="http://schemas.microsoft.com/office/powerpoint/2010/main" val="332093090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03EC105-3E63-4709-9ECA-2EB22CB2AA34}" type="datetimeFigureOut">
              <a:rPr lang="en-US" smtClean="0"/>
              <a:t>7/9/26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3D92567-D7D7-4223-A842-9A06E6D4E1F9}" type="slidenum">
              <a:rPr lang="en-US" smtClean="0"/>
              <a:t>‹#›</a:t>
            </a:fld>
            <a:endParaRPr lang="en-US"/>
          </a:p>
        </p:txBody>
      </p:sp>
    </p:spTree>
    <p:extLst>
      <p:ext uri="{BB962C8B-B14F-4D97-AF65-F5344CB8AC3E}">
        <p14:creationId xmlns:p14="http://schemas.microsoft.com/office/powerpoint/2010/main" val="322756609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6300978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3D92567-D7D7-4223-A842-9A06E6D4E1F9}" type="slidenum">
              <a:rPr lang="en-US" smtClean="0"/>
              <a:t>9</a:t>
            </a:fld>
            <a:endParaRPr lang="en-US"/>
          </a:p>
        </p:txBody>
      </p:sp>
    </p:spTree>
    <p:extLst>
      <p:ext uri="{BB962C8B-B14F-4D97-AF65-F5344CB8AC3E}">
        <p14:creationId xmlns:p14="http://schemas.microsoft.com/office/powerpoint/2010/main" val="31763124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3D92567-D7D7-4223-A842-9A06E6D4E1F9}" type="slidenum">
              <a:rPr lang="en-US" smtClean="0"/>
              <a:t>11</a:t>
            </a:fld>
            <a:endParaRPr lang="en-US"/>
          </a:p>
        </p:txBody>
      </p:sp>
    </p:spTree>
    <p:extLst>
      <p:ext uri="{BB962C8B-B14F-4D97-AF65-F5344CB8AC3E}">
        <p14:creationId xmlns:p14="http://schemas.microsoft.com/office/powerpoint/2010/main" val="22202589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4729468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9278481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1271085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6526018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94138976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488481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4532996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549374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4626394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6093664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fld id="{2BFD3790-5567-4741-AE09-C07F1B674D20}" type="slidenum">
              <a:rPr lang="en-US" smtClean="0"/>
              <a:pPr/>
              <a:t>40</a:t>
            </a:fld>
            <a:endParaRPr lang="en-US"/>
          </a:p>
        </p:txBody>
      </p:sp>
      <p:sp>
        <p:nvSpPr>
          <p:cNvPr id="6" name="Slide Image Placeholder 5">
            <a:extLst>
              <a:ext uri="{FF2B5EF4-FFF2-40B4-BE49-F238E27FC236}">
                <a16:creationId xmlns:a16="http://schemas.microsoft.com/office/drawing/2014/main" id="{948C658D-6093-C197-58CB-7D12F03497B5}"/>
              </a:ext>
            </a:extLst>
          </p:cNvPr>
          <p:cNvSpPr>
            <a:spLocks noGrp="1" noRot="1" noChangeAspect="1"/>
          </p:cNvSpPr>
          <p:nvPr>
            <p:ph type="sldImg"/>
          </p:nvPr>
        </p:nvSpPr>
        <p:spPr/>
      </p:sp>
      <p:sp>
        <p:nvSpPr>
          <p:cNvPr id="7" name="Notes Placeholder 6">
            <a:extLst>
              <a:ext uri="{FF2B5EF4-FFF2-40B4-BE49-F238E27FC236}">
                <a16:creationId xmlns:a16="http://schemas.microsoft.com/office/drawing/2014/main" id="{0D46B3A8-996B-8017-243B-0E175BDB9D38}"/>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36520851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fld id="{2BFD3790-5567-4741-AE09-C07F1B674D20}" type="slidenum">
              <a:rPr lang="en-US" smtClean="0"/>
              <a:pPr/>
              <a:t>41</a:t>
            </a:fld>
            <a:endParaRPr lang="en-US"/>
          </a:p>
        </p:txBody>
      </p:sp>
      <p:sp>
        <p:nvSpPr>
          <p:cNvPr id="6" name="Slide Image Placeholder 5">
            <a:extLst>
              <a:ext uri="{FF2B5EF4-FFF2-40B4-BE49-F238E27FC236}">
                <a16:creationId xmlns:a16="http://schemas.microsoft.com/office/drawing/2014/main" id="{0F61D57D-2261-7100-EDCB-75AD4AAFDCA0}"/>
              </a:ext>
            </a:extLst>
          </p:cNvPr>
          <p:cNvSpPr>
            <a:spLocks noGrp="1" noRot="1" noChangeAspect="1"/>
          </p:cNvSpPr>
          <p:nvPr>
            <p:ph type="sldImg"/>
          </p:nvPr>
        </p:nvSpPr>
        <p:spPr/>
      </p:sp>
      <p:sp>
        <p:nvSpPr>
          <p:cNvPr id="7" name="Notes Placeholder 6">
            <a:extLst>
              <a:ext uri="{FF2B5EF4-FFF2-40B4-BE49-F238E27FC236}">
                <a16:creationId xmlns:a16="http://schemas.microsoft.com/office/drawing/2014/main" id="{F3FEB25A-D39C-728B-FA5A-5E58612B1E94}"/>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41575718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fld id="{2BFD3790-5567-4741-AE09-C07F1B674D20}" type="slidenum">
              <a:rPr lang="en-US" smtClean="0"/>
              <a:pPr/>
              <a:t>42</a:t>
            </a:fld>
            <a:endParaRPr lang="en-US"/>
          </a:p>
        </p:txBody>
      </p:sp>
      <p:sp>
        <p:nvSpPr>
          <p:cNvPr id="6" name="Slide Image Placeholder 5">
            <a:extLst>
              <a:ext uri="{FF2B5EF4-FFF2-40B4-BE49-F238E27FC236}">
                <a16:creationId xmlns:a16="http://schemas.microsoft.com/office/drawing/2014/main" id="{BDE75E41-9343-29D7-9646-7D1B26CEB64A}"/>
              </a:ext>
            </a:extLst>
          </p:cNvPr>
          <p:cNvSpPr>
            <a:spLocks noGrp="1" noRot="1" noChangeAspect="1"/>
          </p:cNvSpPr>
          <p:nvPr>
            <p:ph type="sldImg"/>
          </p:nvPr>
        </p:nvSpPr>
        <p:spPr/>
      </p:sp>
      <p:sp>
        <p:nvSpPr>
          <p:cNvPr id="7" name="Notes Placeholder 6">
            <a:extLst>
              <a:ext uri="{FF2B5EF4-FFF2-40B4-BE49-F238E27FC236}">
                <a16:creationId xmlns:a16="http://schemas.microsoft.com/office/drawing/2014/main" id="{4BC575D6-26D2-CED9-352E-ECE4C1E8D241}"/>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9601205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5"/>
          </p:nvPr>
        </p:nvSpPr>
        <p:spPr/>
        <p:txBody>
          <a:bodyPr/>
          <a:lstStyle/>
          <a:p>
            <a:fld id="{2BFD3790-5567-4741-AE09-C07F1B674D20}" type="slidenum">
              <a:rPr lang="en-US" smtClean="0"/>
              <a:pPr/>
              <a:t>43</a:t>
            </a:fld>
            <a:endParaRPr lang="en-US"/>
          </a:p>
        </p:txBody>
      </p:sp>
      <p:sp>
        <p:nvSpPr>
          <p:cNvPr id="6" name="Slide Image Placeholder 5">
            <a:extLst>
              <a:ext uri="{FF2B5EF4-FFF2-40B4-BE49-F238E27FC236}">
                <a16:creationId xmlns:a16="http://schemas.microsoft.com/office/drawing/2014/main" id="{CFD07336-5314-6872-8A54-9A6589BF9B69}"/>
              </a:ext>
            </a:extLst>
          </p:cNvPr>
          <p:cNvSpPr>
            <a:spLocks noGrp="1" noRot="1" noChangeAspect="1"/>
          </p:cNvSpPr>
          <p:nvPr>
            <p:ph type="sldImg"/>
          </p:nvPr>
        </p:nvSpPr>
        <p:spPr/>
      </p:sp>
      <p:sp>
        <p:nvSpPr>
          <p:cNvPr id="7" name="Notes Placeholder 6">
            <a:extLst>
              <a:ext uri="{FF2B5EF4-FFF2-40B4-BE49-F238E27FC236}">
                <a16:creationId xmlns:a16="http://schemas.microsoft.com/office/drawing/2014/main" id="{D94D5F49-836D-90FC-3343-5877C6D5E6BC}"/>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38310411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22708490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ln>
            <a:solidFill>
              <a:schemeClr val="tx1"/>
            </a:solidFill>
          </a:ln>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10712893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07703278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6347049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0239579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4578225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3893730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56672908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38794936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93394689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45997341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9380583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0419596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36222116"/>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5" name="Image" descr="Image">
            <a:extLst>
              <a:ext uri="{FF2B5EF4-FFF2-40B4-BE49-F238E27FC236}">
                <a16:creationId xmlns:a16="http://schemas.microsoft.com/office/drawing/2014/main" id="{9818CF95-FA2A-061B-8EE6-B145E3B37830}"/>
              </a:ext>
            </a:extLst>
          </p:cNvPr>
          <p:cNvPicPr>
            <a:picLocks noChangeAspect="1"/>
          </p:cNvPicPr>
          <p:nvPr userDrawn="1"/>
        </p:nvPicPr>
        <p:blipFill>
          <a:blip r:embed="rId3"/>
          <a:stretch>
            <a:fillRect/>
          </a:stretch>
        </p:blipFill>
        <p:spPr>
          <a:xfrm>
            <a:off x="11140515" y="1054159"/>
            <a:ext cx="1051485" cy="1051485"/>
          </a:xfrm>
          <a:prstGeom prst="rect">
            <a:avLst/>
          </a:prstGeom>
          <a:ln w="12700">
            <a:miter lim="400000"/>
          </a:ln>
        </p:spPr>
      </p:pic>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p:nvPr>
        </p:nvSpPr>
        <p:spPr>
          <a:xfrm>
            <a:off x="1542958" y="991487"/>
            <a:ext cx="9106086"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GB"/>
              <a:t>Click to edit Master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p:nvPr>
        </p:nvSpPr>
        <p:spPr>
          <a:xfrm>
            <a:off x="1542538" y="1635111"/>
            <a:ext cx="9106926" cy="1874852"/>
          </a:xfrm>
        </p:spPr>
        <p:txBody>
          <a:bodyPr anchor="b"/>
          <a:lstStyle>
            <a:lvl1pPr algn="l">
              <a:defRPr sz="6000">
                <a:solidFill>
                  <a:schemeClr val="tx1"/>
                </a:solidFill>
              </a:defRPr>
            </a:lvl1pPr>
          </a:lstStyle>
          <a:p>
            <a:r>
              <a:rPr lang="en-GB" dirty="0"/>
              <a:t>Click to edit Master title style</a:t>
            </a:r>
            <a:endParaRPr lang="en-US" dirty="0"/>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p:nvPr>
        </p:nvSpPr>
        <p:spPr>
          <a:xfrm>
            <a:off x="1542538" y="3602038"/>
            <a:ext cx="9106926"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Tree>
    <p:extLst>
      <p:ext uri="{BB962C8B-B14F-4D97-AF65-F5344CB8AC3E}">
        <p14:creationId xmlns:p14="http://schemas.microsoft.com/office/powerpoint/2010/main" val="1878461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le Slide AL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p:nvPr>
        </p:nvSpPr>
        <p:spPr>
          <a:xfrm>
            <a:off x="1542538" y="991979"/>
            <a:ext cx="9106926"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GB"/>
              <a:t>Click to edit Master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p:nvPr>
        </p:nvSpPr>
        <p:spPr>
          <a:xfrm>
            <a:off x="1542538" y="1635111"/>
            <a:ext cx="9106926" cy="1874852"/>
          </a:xfrm>
        </p:spPr>
        <p:txBody>
          <a:bodyPr anchor="b"/>
          <a:lstStyle>
            <a:lvl1pPr algn="l">
              <a:defRPr sz="6000">
                <a:solidFill>
                  <a:schemeClr val="tx1"/>
                </a:solidFill>
              </a:defRPr>
            </a:lvl1pPr>
          </a:lstStyle>
          <a:p>
            <a:r>
              <a:rPr lang="en-GB" dirty="0"/>
              <a:t>Click to edit Master title style</a:t>
            </a:r>
            <a:endParaRPr lang="en-US" dirty="0"/>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p:nvPr>
        </p:nvSpPr>
        <p:spPr>
          <a:xfrm>
            <a:off x="1542538" y="3602038"/>
            <a:ext cx="9106926"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pic>
        <p:nvPicPr>
          <p:cNvPr id="6" name="Image" descr="Image">
            <a:extLst>
              <a:ext uri="{FF2B5EF4-FFF2-40B4-BE49-F238E27FC236}">
                <a16:creationId xmlns:a16="http://schemas.microsoft.com/office/drawing/2014/main" id="{2CE7A424-9F2E-4536-9BF0-4F139F79D81D}"/>
              </a:ext>
            </a:extLst>
          </p:cNvPr>
          <p:cNvPicPr>
            <a:picLocks noChangeAspect="1"/>
          </p:cNvPicPr>
          <p:nvPr userDrawn="1"/>
        </p:nvPicPr>
        <p:blipFill>
          <a:blip r:embed="rId3"/>
          <a:stretch>
            <a:fillRect/>
          </a:stretch>
        </p:blipFill>
        <p:spPr>
          <a:xfrm>
            <a:off x="11140515" y="4591858"/>
            <a:ext cx="1051485" cy="1051485"/>
          </a:xfrm>
          <a:prstGeom prst="rect">
            <a:avLst/>
          </a:prstGeom>
          <a:ln w="12700">
            <a:miter lim="400000"/>
          </a:ln>
        </p:spPr>
      </p:pic>
    </p:spTree>
    <p:extLst>
      <p:ext uri="{BB962C8B-B14F-4D97-AF65-F5344CB8AC3E}">
        <p14:creationId xmlns:p14="http://schemas.microsoft.com/office/powerpoint/2010/main" val="191379493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Photo">
    <p:bg>
      <p:bgPr>
        <a:solidFill>
          <a:schemeClr val="bg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1CC3FAF-2139-E507-FEED-8D70DBAECFAC}"/>
              </a:ext>
            </a:extLst>
          </p:cNvPr>
          <p:cNvPicPr>
            <a:picLocks noChangeAspect="1"/>
          </p:cNvPicPr>
          <p:nvPr userDrawn="1"/>
        </p:nvPicPr>
        <p:blipFill>
          <a:blip r:embed="rId2"/>
          <a:srcRect/>
          <a:stretch/>
        </p:blipFill>
        <p:spPr>
          <a:xfrm>
            <a:off x="762" y="858"/>
            <a:ext cx="12190476" cy="6857142"/>
          </a:xfrm>
          <a:prstGeom prst="rect">
            <a:avLst/>
          </a:prstGeom>
        </p:spPr>
      </p:pic>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p:nvPr>
        </p:nvSpPr>
        <p:spPr>
          <a:xfrm>
            <a:off x="638175" y="991979"/>
            <a:ext cx="6217920"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GB"/>
              <a:t>Click to edit Master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38175" y="1635111"/>
            <a:ext cx="6217920" cy="1874852"/>
          </a:xfrm>
        </p:spPr>
        <p:txBody>
          <a:bodyPr anchor="b"/>
          <a:lstStyle>
            <a:lvl1pPr algn="l">
              <a:defRPr sz="6000">
                <a:solidFill>
                  <a:schemeClr val="tx1"/>
                </a:solidFill>
              </a:defRPr>
            </a:lvl1pPr>
          </a:lstStyle>
          <a:p>
            <a:r>
              <a:rPr lang="en-US" dirty="0"/>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p:nvPr>
        </p:nvSpPr>
        <p:spPr>
          <a:xfrm>
            <a:off x="638175" y="3602038"/>
            <a:ext cx="6217920"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pic>
        <p:nvPicPr>
          <p:cNvPr id="22" name="Image" descr="Image">
            <a:extLst>
              <a:ext uri="{FF2B5EF4-FFF2-40B4-BE49-F238E27FC236}">
                <a16:creationId xmlns:a16="http://schemas.microsoft.com/office/drawing/2014/main" id="{B9FABF23-2CC7-56D8-8DBD-18B2237FAB3C}"/>
              </a:ext>
            </a:extLst>
          </p:cNvPr>
          <p:cNvPicPr>
            <a:picLocks noChangeAspect="1"/>
          </p:cNvPicPr>
          <p:nvPr userDrawn="1"/>
        </p:nvPicPr>
        <p:blipFill>
          <a:blip r:embed="rId3"/>
          <a:stretch>
            <a:fillRect/>
          </a:stretch>
        </p:blipFill>
        <p:spPr>
          <a:xfrm>
            <a:off x="11140515" y="5806515"/>
            <a:ext cx="1051485" cy="1051485"/>
          </a:xfrm>
          <a:prstGeom prst="rect">
            <a:avLst/>
          </a:prstGeom>
          <a:ln w="12700">
            <a:miter lim="400000"/>
          </a:ln>
        </p:spPr>
      </p:pic>
    </p:spTree>
    <p:extLst>
      <p:ext uri="{BB962C8B-B14F-4D97-AF65-F5344CB8AC3E}">
        <p14:creationId xmlns:p14="http://schemas.microsoft.com/office/powerpoint/2010/main" val="4242425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Photo ALT">
    <p:bg>
      <p:bgPr>
        <a:solidFill>
          <a:schemeClr val="bg1"/>
        </a:solidFill>
        <a:effectLst/>
      </p:bgPr>
    </p:bg>
    <p:spTree>
      <p:nvGrpSpPr>
        <p:cNvPr id="1" name=""/>
        <p:cNvGrpSpPr/>
        <p:nvPr/>
      </p:nvGrpSpPr>
      <p:grpSpPr>
        <a:xfrm>
          <a:off x="0" y="0"/>
          <a:ext cx="0" cy="0"/>
          <a:chOff x="0" y="0"/>
          <a:chExt cx="0" cy="0"/>
        </a:xfrm>
      </p:grpSpPr>
      <p:pic>
        <p:nvPicPr>
          <p:cNvPr id="5" name="Picture 4" descr="A person in a hard hat using a computer&#10;&#10;Description automatically generated">
            <a:extLst>
              <a:ext uri="{FF2B5EF4-FFF2-40B4-BE49-F238E27FC236}">
                <a16:creationId xmlns:a16="http://schemas.microsoft.com/office/drawing/2014/main" id="{B5C27D20-9E4D-D38B-9616-A170F67D5F37}"/>
              </a:ext>
            </a:extLst>
          </p:cNvPr>
          <p:cNvPicPr>
            <a:picLocks noChangeAspect="1"/>
          </p:cNvPicPr>
          <p:nvPr userDrawn="1"/>
        </p:nvPicPr>
        <p:blipFill>
          <a:blip r:embed="rId2"/>
          <a:stretch>
            <a:fillRect/>
          </a:stretch>
        </p:blipFill>
        <p:spPr>
          <a:xfrm>
            <a:off x="762" y="857"/>
            <a:ext cx="12190476" cy="6857143"/>
          </a:xfrm>
          <a:prstGeom prst="rect">
            <a:avLst/>
          </a:prstGeom>
        </p:spPr>
      </p:pic>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p:nvPr>
        </p:nvSpPr>
        <p:spPr>
          <a:xfrm>
            <a:off x="638175" y="921700"/>
            <a:ext cx="10011290" cy="627700"/>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GB" dirty="0"/>
              <a:t>Click to edit Master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38175" y="1641475"/>
            <a:ext cx="10011290" cy="1868488"/>
          </a:xfrm>
        </p:spPr>
        <p:txBody>
          <a:bodyPr anchor="b"/>
          <a:lstStyle>
            <a:lvl1pPr algn="l">
              <a:defRPr sz="6000">
                <a:solidFill>
                  <a:schemeClr val="tx1"/>
                </a:solidFill>
              </a:defRPr>
            </a:lvl1pPr>
          </a:lstStyle>
          <a:p>
            <a:r>
              <a:rPr lang="en-US" dirty="0"/>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p:nvPr>
        </p:nvSpPr>
        <p:spPr>
          <a:xfrm>
            <a:off x="638175" y="3602038"/>
            <a:ext cx="5457826"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endParaRPr lang="en-US" dirty="0"/>
          </a:p>
        </p:txBody>
      </p:sp>
      <p:pic>
        <p:nvPicPr>
          <p:cNvPr id="16" name="Image" descr="Image">
            <a:extLst>
              <a:ext uri="{FF2B5EF4-FFF2-40B4-BE49-F238E27FC236}">
                <a16:creationId xmlns:a16="http://schemas.microsoft.com/office/drawing/2014/main" id="{F2D067AA-CF22-8377-29C2-7700368F785F}"/>
              </a:ext>
            </a:extLst>
          </p:cNvPr>
          <p:cNvPicPr>
            <a:picLocks noChangeAspect="1"/>
          </p:cNvPicPr>
          <p:nvPr userDrawn="1"/>
        </p:nvPicPr>
        <p:blipFill>
          <a:blip r:embed="rId3"/>
          <a:stretch>
            <a:fillRect/>
          </a:stretch>
        </p:blipFill>
        <p:spPr>
          <a:xfrm>
            <a:off x="11140515" y="1054159"/>
            <a:ext cx="1051485" cy="1051485"/>
          </a:xfrm>
          <a:prstGeom prst="rect">
            <a:avLst/>
          </a:prstGeom>
          <a:ln w="12700">
            <a:miter lim="400000"/>
          </a:ln>
        </p:spPr>
      </p:pic>
    </p:spTree>
    <p:extLst>
      <p:ext uri="{BB962C8B-B14F-4D97-AF65-F5344CB8AC3E}">
        <p14:creationId xmlns:p14="http://schemas.microsoft.com/office/powerpoint/2010/main" val="1208039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Divider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p:nvPr>
        </p:nvSpPr>
        <p:spPr>
          <a:xfrm>
            <a:off x="641604" y="1736974"/>
            <a:ext cx="10908792" cy="1645920"/>
          </a:xfrm>
        </p:spPr>
        <p:txBody>
          <a:bodyPr anchor="b" anchorCtr="0">
            <a:normAutofit/>
          </a:bodyPr>
          <a:lstStyle>
            <a:lvl1pPr>
              <a:defRPr sz="6000">
                <a:solidFill>
                  <a:schemeClr val="tx1"/>
                </a:solidFill>
              </a:defRPr>
            </a:lvl1pPr>
          </a:lstStyle>
          <a:p>
            <a:r>
              <a:rPr lang="en-GB" dirty="0"/>
              <a:t>Click to edit Master title style</a:t>
            </a:r>
            <a:endParaRPr lang="en-US" dirty="0"/>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p:nvPr>
        </p:nvSpPr>
        <p:spPr>
          <a:xfrm>
            <a:off x="641604" y="3474720"/>
            <a:ext cx="10908792" cy="1645920"/>
          </a:xfrm>
          <a:prstGeom prst="rect">
            <a:avLst/>
          </a:prstGeom>
        </p:spPr>
        <p:txBody>
          <a:bodyPr>
            <a:normAutofit/>
          </a:bodyPr>
          <a:lstStyle>
            <a:lvl1pPr marL="0" indent="0">
              <a:buNone/>
              <a:defRPr sz="2800">
                <a:solidFill>
                  <a:schemeClr val="tx1"/>
                </a:solidFill>
                <a:latin typeface="+mn-lt"/>
              </a:defRPr>
            </a:lvl1pPr>
          </a:lstStyle>
          <a:p>
            <a:pPr lvl="0"/>
            <a:r>
              <a:rPr lang="en-GB"/>
              <a:t>Click to edit Master text styles</a:t>
            </a:r>
          </a:p>
        </p:txBody>
      </p:sp>
    </p:spTree>
    <p:extLst>
      <p:ext uri="{BB962C8B-B14F-4D97-AF65-F5344CB8AC3E}">
        <p14:creationId xmlns:p14="http://schemas.microsoft.com/office/powerpoint/2010/main" val="327916179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17AAF627-96B9-1B07-865F-891067A1B0F9}"/>
              </a:ext>
            </a:extLst>
          </p:cNvPr>
          <p:cNvSpPr>
            <a:spLocks noGrp="1"/>
          </p:cNvSpPr>
          <p:nvPr>
            <p:ph type="title"/>
          </p:nvPr>
        </p:nvSpPr>
        <p:spPr>
          <a:xfrm>
            <a:off x="641604" y="1736974"/>
            <a:ext cx="10908792" cy="1645920"/>
          </a:xfrm>
        </p:spPr>
        <p:txBody>
          <a:bodyPr anchor="b" anchorCtr="0">
            <a:normAutofit/>
          </a:bodyPr>
          <a:lstStyle>
            <a:lvl1pPr>
              <a:defRPr sz="6000">
                <a:solidFill>
                  <a:schemeClr val="tx1"/>
                </a:solidFill>
              </a:defRPr>
            </a:lvl1pPr>
          </a:lstStyle>
          <a:p>
            <a:r>
              <a:rPr lang="en-GB"/>
              <a:t>Click to edit Master title style</a:t>
            </a:r>
            <a:endParaRPr lang="en-US" dirty="0"/>
          </a:p>
        </p:txBody>
      </p:sp>
      <p:sp>
        <p:nvSpPr>
          <p:cNvPr id="3" name="Text Placeholder 3">
            <a:extLst>
              <a:ext uri="{FF2B5EF4-FFF2-40B4-BE49-F238E27FC236}">
                <a16:creationId xmlns:a16="http://schemas.microsoft.com/office/drawing/2014/main" id="{55392E0C-68E9-279E-2A90-8D6F973683DB}"/>
              </a:ext>
            </a:extLst>
          </p:cNvPr>
          <p:cNvSpPr>
            <a:spLocks noGrp="1"/>
          </p:cNvSpPr>
          <p:nvPr>
            <p:ph type="body" sz="quarter" idx="10"/>
          </p:nvPr>
        </p:nvSpPr>
        <p:spPr>
          <a:xfrm>
            <a:off x="641604" y="3474720"/>
            <a:ext cx="10908792" cy="1645920"/>
          </a:xfrm>
          <a:prstGeom prst="rect">
            <a:avLst/>
          </a:prstGeom>
        </p:spPr>
        <p:txBody>
          <a:bodyPr>
            <a:normAutofit/>
          </a:bodyPr>
          <a:lstStyle>
            <a:lvl1pPr marL="0" indent="0">
              <a:buNone/>
              <a:defRPr sz="2800">
                <a:solidFill>
                  <a:schemeClr val="tx1"/>
                </a:solidFill>
                <a:latin typeface="+mn-lt"/>
              </a:defRPr>
            </a:lvl1pPr>
          </a:lstStyle>
          <a:p>
            <a:pPr lvl="0"/>
            <a:r>
              <a:rPr lang="en-GB"/>
              <a:t>Click to edit Master text styles</a:t>
            </a:r>
          </a:p>
        </p:txBody>
      </p:sp>
    </p:spTree>
    <p:extLst>
      <p:ext uri="{BB962C8B-B14F-4D97-AF65-F5344CB8AC3E}">
        <p14:creationId xmlns:p14="http://schemas.microsoft.com/office/powerpoint/2010/main" val="468919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ivider 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22B38B89-F2CB-C489-DF3F-382E8AD3149D}"/>
              </a:ext>
            </a:extLst>
          </p:cNvPr>
          <p:cNvSpPr>
            <a:spLocks noGrp="1"/>
          </p:cNvSpPr>
          <p:nvPr>
            <p:ph type="title"/>
          </p:nvPr>
        </p:nvSpPr>
        <p:spPr>
          <a:xfrm>
            <a:off x="641604" y="1736974"/>
            <a:ext cx="10908792" cy="1645920"/>
          </a:xfrm>
        </p:spPr>
        <p:txBody>
          <a:bodyPr anchor="b" anchorCtr="0">
            <a:normAutofit/>
          </a:bodyPr>
          <a:lstStyle>
            <a:lvl1pPr>
              <a:defRPr sz="6000">
                <a:solidFill>
                  <a:schemeClr val="tx1"/>
                </a:solidFill>
              </a:defRPr>
            </a:lvl1pPr>
          </a:lstStyle>
          <a:p>
            <a:r>
              <a:rPr lang="en-GB"/>
              <a:t>Click to edit Master title style</a:t>
            </a:r>
            <a:endParaRPr lang="en-US" dirty="0"/>
          </a:p>
        </p:txBody>
      </p:sp>
      <p:sp>
        <p:nvSpPr>
          <p:cNvPr id="3" name="Text Placeholder 3">
            <a:extLst>
              <a:ext uri="{FF2B5EF4-FFF2-40B4-BE49-F238E27FC236}">
                <a16:creationId xmlns:a16="http://schemas.microsoft.com/office/drawing/2014/main" id="{83886D6C-D376-01FD-66E8-E6BA107175EE}"/>
              </a:ext>
            </a:extLst>
          </p:cNvPr>
          <p:cNvSpPr>
            <a:spLocks noGrp="1"/>
          </p:cNvSpPr>
          <p:nvPr>
            <p:ph type="body" sz="quarter" idx="10"/>
          </p:nvPr>
        </p:nvSpPr>
        <p:spPr>
          <a:xfrm>
            <a:off x="641604" y="3474720"/>
            <a:ext cx="10908792" cy="1645920"/>
          </a:xfrm>
          <a:prstGeom prst="rect">
            <a:avLst/>
          </a:prstGeom>
        </p:spPr>
        <p:txBody>
          <a:bodyPr>
            <a:normAutofit/>
          </a:bodyPr>
          <a:lstStyle>
            <a:lvl1pPr marL="0" indent="0">
              <a:buNone/>
              <a:defRPr sz="2800">
                <a:solidFill>
                  <a:schemeClr val="tx1"/>
                </a:solidFill>
                <a:latin typeface="+mn-lt"/>
              </a:defRPr>
            </a:lvl1pPr>
          </a:lstStyle>
          <a:p>
            <a:pPr lvl="0"/>
            <a:r>
              <a:rPr lang="en-GB"/>
              <a:t>Click to edit Master text styles</a:t>
            </a:r>
          </a:p>
        </p:txBody>
      </p:sp>
    </p:spTree>
    <p:extLst>
      <p:ext uri="{BB962C8B-B14F-4D97-AF65-F5344CB8AC3E}">
        <p14:creationId xmlns:p14="http://schemas.microsoft.com/office/powerpoint/2010/main" val="103446901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Divider 4">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57C7E27-4D13-40CC-BD02-3CD7453D0B8C}"/>
              </a:ext>
              <a:ext uri="{C183D7F6-B498-43B3-948B-1728B52AA6E4}">
                <adec:decorative xmlns:adec="http://schemas.microsoft.com/office/drawing/2017/decorative" val="1"/>
              </a:ext>
            </a:extLst>
          </p:cNvPr>
          <p:cNvSpPr/>
          <p:nvPr/>
        </p:nvSpPr>
        <p:spPr>
          <a:xfrm>
            <a:off x="6096000" y="457201"/>
            <a:ext cx="5454650" cy="5759450"/>
          </a:xfrm>
          <a:prstGeom prst="rect">
            <a:avLst/>
          </a:pr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9764" y="2936063"/>
            <a:ext cx="4816473" cy="3098025"/>
          </a:xfrm>
        </p:spPr>
        <p:txBody>
          <a:bodyPr anchor="t" anchorCtr="0">
            <a:normAutofit/>
          </a:bodyPr>
          <a:lstStyle>
            <a:lvl1pPr>
              <a:defRPr sz="4800">
                <a:solidFill>
                  <a:schemeClr val="tx1"/>
                </a:solidFill>
              </a:defRPr>
            </a:lvl1pPr>
          </a:lstStyle>
          <a:p>
            <a:r>
              <a:rPr lang="en-US" dirty="0"/>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6278563" y="639763"/>
            <a:ext cx="5089524" cy="914400"/>
          </a:xfrm>
        </p:spPr>
        <p:txBody>
          <a:bodyPr anchor="b" anchorCtr="0">
            <a:noAutofit/>
          </a:bodyPr>
          <a:lstStyle>
            <a:lvl1pPr marL="0" indent="0">
              <a:lnSpc>
                <a:spcPct val="90000"/>
              </a:lnSpc>
              <a:spcAft>
                <a:spcPts val="0"/>
              </a:spcAft>
              <a:buNone/>
              <a:defRPr sz="2800">
                <a:solidFill>
                  <a:schemeClr val="accent1"/>
                </a:solidFill>
                <a:latin typeface="+mj-lt"/>
              </a:defRPr>
            </a:lvl1pPr>
          </a:lstStyle>
          <a:p>
            <a:pPr lvl="0"/>
            <a:r>
              <a:rPr lang="en-US" dirty="0"/>
              <a:t>Click to edit text styles</a:t>
            </a:r>
          </a:p>
        </p:txBody>
      </p:sp>
      <p:sp>
        <p:nvSpPr>
          <p:cNvPr id="16" name="Content Placeholder 15">
            <a:extLst>
              <a:ext uri="{FF2B5EF4-FFF2-40B4-BE49-F238E27FC236}">
                <a16:creationId xmlns:a16="http://schemas.microsoft.com/office/drawing/2014/main" id="{5706ADC8-E536-415C-9589-A82AD6F7BDD1}"/>
              </a:ext>
            </a:extLst>
          </p:cNvPr>
          <p:cNvSpPr>
            <a:spLocks noGrp="1"/>
          </p:cNvSpPr>
          <p:nvPr>
            <p:ph sz="quarter" idx="11" hasCustomPrompt="1"/>
          </p:nvPr>
        </p:nvSpPr>
        <p:spPr>
          <a:xfrm>
            <a:off x="6278563" y="1919923"/>
            <a:ext cx="5089524" cy="411416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a:extLst>
              <a:ext uri="{FF2B5EF4-FFF2-40B4-BE49-F238E27FC236}">
                <a16:creationId xmlns:a16="http://schemas.microsoft.com/office/drawing/2014/main" id="{13E42F70-ADFC-0CF5-A74D-1BC115862B76}"/>
              </a:ext>
            </a:extLst>
          </p:cNvPr>
          <p:cNvSpPr/>
          <p:nvPr userDrawn="1"/>
        </p:nvSpPr>
        <p:spPr>
          <a:xfrm flipH="1" flipV="1">
            <a:off x="481653" y="2777953"/>
            <a:ext cx="158111" cy="158111"/>
          </a:xfrm>
          <a:prstGeom prst="rect">
            <a:avLst/>
          </a:pr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Rectangle 6">
            <a:extLst>
              <a:ext uri="{FF2B5EF4-FFF2-40B4-BE49-F238E27FC236}">
                <a16:creationId xmlns:a16="http://schemas.microsoft.com/office/drawing/2014/main" id="{0CD3FE73-2866-D8A4-681F-C9451CCD37B0}"/>
              </a:ext>
            </a:extLst>
          </p:cNvPr>
          <p:cNvSpPr/>
          <p:nvPr userDrawn="1"/>
        </p:nvSpPr>
        <p:spPr>
          <a:xfrm flipH="1" flipV="1">
            <a:off x="-1" y="2296300"/>
            <a:ext cx="481653" cy="481653"/>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652554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Divider 5">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757C7E27-4D13-40CC-BD02-3CD7453D0B8C}"/>
              </a:ext>
              <a:ext uri="{C183D7F6-B498-43B3-948B-1728B52AA6E4}">
                <adec:decorative xmlns:adec="http://schemas.microsoft.com/office/drawing/2017/decorative" val="1"/>
              </a:ext>
            </a:extLst>
          </p:cNvPr>
          <p:cNvSpPr/>
          <p:nvPr/>
        </p:nvSpPr>
        <p:spPr>
          <a:xfrm>
            <a:off x="6096000" y="457201"/>
            <a:ext cx="5454650" cy="5759450"/>
          </a:xfrm>
          <a:prstGeom prst="rect">
            <a:avLst/>
          </a:pr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042099" y="1388966"/>
            <a:ext cx="4080066" cy="4080068"/>
          </a:xfrm>
        </p:spPr>
        <p:txBody>
          <a:bodyPr anchor="ctr" anchorCtr="0">
            <a:normAutofit/>
          </a:bodyPr>
          <a:lstStyle>
            <a:lvl1pPr>
              <a:defRPr sz="4800">
                <a:solidFill>
                  <a:schemeClr val="tx1"/>
                </a:solidFill>
              </a:defRPr>
            </a:lvl1pPr>
          </a:lstStyle>
          <a:p>
            <a:r>
              <a:rPr lang="en-US" dirty="0"/>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6278563" y="639763"/>
            <a:ext cx="5089524" cy="914400"/>
          </a:xfrm>
        </p:spPr>
        <p:txBody>
          <a:bodyPr anchor="b" anchorCtr="0">
            <a:noAutofit/>
          </a:bodyPr>
          <a:lstStyle>
            <a:lvl1pPr marL="0" indent="0">
              <a:lnSpc>
                <a:spcPct val="90000"/>
              </a:lnSpc>
              <a:spcAft>
                <a:spcPts val="0"/>
              </a:spcAft>
              <a:buNone/>
              <a:defRPr sz="2800">
                <a:solidFill>
                  <a:schemeClr val="accent1"/>
                </a:solidFill>
                <a:latin typeface="+mj-lt"/>
              </a:defRPr>
            </a:lvl1pPr>
          </a:lstStyle>
          <a:p>
            <a:pPr lvl="0"/>
            <a:r>
              <a:rPr lang="en-US" dirty="0"/>
              <a:t>Click to edit text styles</a:t>
            </a:r>
          </a:p>
        </p:txBody>
      </p:sp>
      <p:sp>
        <p:nvSpPr>
          <p:cNvPr id="16" name="Content Placeholder 15">
            <a:extLst>
              <a:ext uri="{FF2B5EF4-FFF2-40B4-BE49-F238E27FC236}">
                <a16:creationId xmlns:a16="http://schemas.microsoft.com/office/drawing/2014/main" id="{5706ADC8-E536-415C-9589-A82AD6F7BDD1}"/>
              </a:ext>
            </a:extLst>
          </p:cNvPr>
          <p:cNvSpPr>
            <a:spLocks noGrp="1"/>
          </p:cNvSpPr>
          <p:nvPr>
            <p:ph sz="quarter" idx="11" hasCustomPrompt="1"/>
          </p:nvPr>
        </p:nvSpPr>
        <p:spPr>
          <a:xfrm>
            <a:off x="6278563" y="1919923"/>
            <a:ext cx="5089524" cy="411416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5">
            <a:extLst>
              <a:ext uri="{FF2B5EF4-FFF2-40B4-BE49-F238E27FC236}">
                <a16:creationId xmlns:a16="http://schemas.microsoft.com/office/drawing/2014/main" id="{CB6F4F00-CDC9-6735-9D6B-2CCC0B146965}"/>
              </a:ext>
            </a:extLst>
          </p:cNvPr>
          <p:cNvSpPr/>
          <p:nvPr userDrawn="1"/>
        </p:nvSpPr>
        <p:spPr>
          <a:xfrm>
            <a:off x="353109" y="699977"/>
            <a:ext cx="286654" cy="286654"/>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Rectangle 6">
            <a:extLst>
              <a:ext uri="{FF2B5EF4-FFF2-40B4-BE49-F238E27FC236}">
                <a16:creationId xmlns:a16="http://schemas.microsoft.com/office/drawing/2014/main" id="{CAC39B61-727C-90C5-1B9E-2F00E28DFCE7}"/>
              </a:ext>
            </a:extLst>
          </p:cNvPr>
          <p:cNvSpPr/>
          <p:nvPr userDrawn="1"/>
        </p:nvSpPr>
        <p:spPr>
          <a:xfrm>
            <a:off x="639763" y="0"/>
            <a:ext cx="699977" cy="699977"/>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3" name="Rectangle 22">
            <a:extLst>
              <a:ext uri="{FF2B5EF4-FFF2-40B4-BE49-F238E27FC236}">
                <a16:creationId xmlns:a16="http://schemas.microsoft.com/office/drawing/2014/main" id="{77026276-E330-3E18-B1EA-D74EADA3CA71}"/>
              </a:ext>
            </a:extLst>
          </p:cNvPr>
          <p:cNvSpPr>
            <a:spLocks noChangeAspect="1"/>
          </p:cNvSpPr>
          <p:nvPr userDrawn="1"/>
        </p:nvSpPr>
        <p:spPr>
          <a:xfrm>
            <a:off x="5737098" y="840327"/>
            <a:ext cx="146304" cy="146304"/>
          </a:xfrm>
          <a:prstGeom prst="rect">
            <a:avLst/>
          </a:prstGeom>
          <a:solidFill>
            <a:srgbClr val="70854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4" name="Freeform: Shape 23">
            <a:extLst>
              <a:ext uri="{FF2B5EF4-FFF2-40B4-BE49-F238E27FC236}">
                <a16:creationId xmlns:a16="http://schemas.microsoft.com/office/drawing/2014/main" id="{917872D5-2AD5-9AC5-D538-3ABF7712A161}"/>
              </a:ext>
            </a:extLst>
          </p:cNvPr>
          <p:cNvSpPr>
            <a:spLocks noChangeAspect="1"/>
          </p:cNvSpPr>
          <p:nvPr userDrawn="1"/>
        </p:nvSpPr>
        <p:spPr>
          <a:xfrm>
            <a:off x="5165598" y="268827"/>
            <a:ext cx="571500" cy="571500"/>
          </a:xfrm>
          <a:custGeom>
            <a:avLst/>
            <a:gdLst>
              <a:gd name="connsiteX0" fmla="*/ 36576 w 571500"/>
              <a:gd name="connsiteY0" fmla="*/ 36576 h 571500"/>
              <a:gd name="connsiteX1" fmla="*/ 36576 w 571500"/>
              <a:gd name="connsiteY1" fmla="*/ 534924 h 571500"/>
              <a:gd name="connsiteX2" fmla="*/ 534924 w 571500"/>
              <a:gd name="connsiteY2" fmla="*/ 534924 h 571500"/>
              <a:gd name="connsiteX3" fmla="*/ 534924 w 571500"/>
              <a:gd name="connsiteY3" fmla="*/ 36576 h 571500"/>
              <a:gd name="connsiteX4" fmla="*/ 0 w 571500"/>
              <a:gd name="connsiteY4" fmla="*/ 0 h 571500"/>
              <a:gd name="connsiteX5" fmla="*/ 571500 w 571500"/>
              <a:gd name="connsiteY5" fmla="*/ 0 h 571500"/>
              <a:gd name="connsiteX6" fmla="*/ 571500 w 571500"/>
              <a:gd name="connsiteY6" fmla="*/ 571500 h 571500"/>
              <a:gd name="connsiteX7" fmla="*/ 0 w 571500"/>
              <a:gd name="connsiteY7"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571500">
                <a:moveTo>
                  <a:pt x="36576" y="36576"/>
                </a:moveTo>
                <a:lnTo>
                  <a:pt x="36576" y="534924"/>
                </a:lnTo>
                <a:lnTo>
                  <a:pt x="534924" y="534924"/>
                </a:lnTo>
                <a:lnTo>
                  <a:pt x="534924" y="36576"/>
                </a:lnTo>
                <a:close/>
                <a:moveTo>
                  <a:pt x="0" y="0"/>
                </a:moveTo>
                <a:lnTo>
                  <a:pt x="571500" y="0"/>
                </a:lnTo>
                <a:lnTo>
                  <a:pt x="571500" y="571500"/>
                </a:lnTo>
                <a:lnTo>
                  <a:pt x="0" y="5715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9" name="Freeform: Shape 8">
            <a:extLst>
              <a:ext uri="{FF2B5EF4-FFF2-40B4-BE49-F238E27FC236}">
                <a16:creationId xmlns:a16="http://schemas.microsoft.com/office/drawing/2014/main" id="{A553456B-AF9C-17F6-D519-DA302BACB8EB}"/>
              </a:ext>
            </a:extLst>
          </p:cNvPr>
          <p:cNvSpPr/>
          <p:nvPr userDrawn="1"/>
        </p:nvSpPr>
        <p:spPr>
          <a:xfrm>
            <a:off x="639763" y="986632"/>
            <a:ext cx="4884737" cy="4884737"/>
          </a:xfrm>
          <a:custGeom>
            <a:avLst/>
            <a:gdLst>
              <a:gd name="connsiteX0" fmla="*/ 36577 w 4884737"/>
              <a:gd name="connsiteY0" fmla="*/ 36577 h 4884737"/>
              <a:gd name="connsiteX1" fmla="*/ 36577 w 4884737"/>
              <a:gd name="connsiteY1" fmla="*/ 4848161 h 4884737"/>
              <a:gd name="connsiteX2" fmla="*/ 4848161 w 4884737"/>
              <a:gd name="connsiteY2" fmla="*/ 4848161 h 4884737"/>
              <a:gd name="connsiteX3" fmla="*/ 4848161 w 4884737"/>
              <a:gd name="connsiteY3" fmla="*/ 36577 h 4884737"/>
              <a:gd name="connsiteX4" fmla="*/ 0 w 4884737"/>
              <a:gd name="connsiteY4" fmla="*/ 0 h 4884737"/>
              <a:gd name="connsiteX5" fmla="*/ 4884737 w 4884737"/>
              <a:gd name="connsiteY5" fmla="*/ 0 h 4884737"/>
              <a:gd name="connsiteX6" fmla="*/ 4884737 w 4884737"/>
              <a:gd name="connsiteY6" fmla="*/ 4884737 h 4884737"/>
              <a:gd name="connsiteX7" fmla="*/ 0 w 4884737"/>
              <a:gd name="connsiteY7" fmla="*/ 4884737 h 488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84737" h="4884737">
                <a:moveTo>
                  <a:pt x="36577" y="36577"/>
                </a:moveTo>
                <a:lnTo>
                  <a:pt x="36577" y="4848161"/>
                </a:lnTo>
                <a:lnTo>
                  <a:pt x="4848161" y="4848161"/>
                </a:lnTo>
                <a:lnTo>
                  <a:pt x="4848161" y="36577"/>
                </a:lnTo>
                <a:close/>
                <a:moveTo>
                  <a:pt x="0" y="0"/>
                </a:moveTo>
                <a:lnTo>
                  <a:pt x="4884737" y="0"/>
                </a:lnTo>
                <a:lnTo>
                  <a:pt x="4884737" y="4884737"/>
                </a:lnTo>
                <a:lnTo>
                  <a:pt x="0" y="488473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1" name="Rectangle 10">
            <a:extLst>
              <a:ext uri="{FF2B5EF4-FFF2-40B4-BE49-F238E27FC236}">
                <a16:creationId xmlns:a16="http://schemas.microsoft.com/office/drawing/2014/main" id="{A7734E9D-E3E3-2788-907D-77C8F757FBA1}"/>
              </a:ext>
            </a:extLst>
          </p:cNvPr>
          <p:cNvSpPr>
            <a:spLocks noChangeAspect="1"/>
          </p:cNvSpPr>
          <p:nvPr userDrawn="1"/>
        </p:nvSpPr>
        <p:spPr>
          <a:xfrm>
            <a:off x="493459" y="6069087"/>
            <a:ext cx="146304" cy="146304"/>
          </a:xfrm>
          <a:prstGeom prst="rect">
            <a:avLst/>
          </a:prstGeom>
          <a:solidFill>
            <a:srgbClr val="FFE17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15" name="Rectangle 14">
            <a:extLst>
              <a:ext uri="{FF2B5EF4-FFF2-40B4-BE49-F238E27FC236}">
                <a16:creationId xmlns:a16="http://schemas.microsoft.com/office/drawing/2014/main" id="{6BB6C294-D920-E372-8644-89B2AFE503A8}"/>
              </a:ext>
            </a:extLst>
          </p:cNvPr>
          <p:cNvSpPr>
            <a:spLocks noChangeAspect="1"/>
          </p:cNvSpPr>
          <p:nvPr userDrawn="1"/>
        </p:nvSpPr>
        <p:spPr>
          <a:xfrm>
            <a:off x="197874" y="5781209"/>
            <a:ext cx="292608" cy="29260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Tree>
    <p:extLst>
      <p:ext uri="{BB962C8B-B14F-4D97-AF65-F5344CB8AC3E}">
        <p14:creationId xmlns:p14="http://schemas.microsoft.com/office/powerpoint/2010/main" val="41137242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a:xfrm>
            <a:off x="640080" y="2193926"/>
            <a:ext cx="2286000" cy="2285999"/>
          </a:xfrm>
          <a:solidFill>
            <a:schemeClr val="bg1"/>
          </a:solidFill>
        </p:spPr>
        <p:txBody>
          <a:bodyPr lIns="137160" tIns="137160" rIns="137160" bIns="137160" anchor="ctr"/>
          <a:lstStyle>
            <a:lvl1pPr algn="ctr">
              <a:lnSpc>
                <a:spcPct val="100000"/>
              </a:lnSpc>
              <a:defRPr>
                <a:solidFill>
                  <a:schemeClr val="tx1"/>
                </a:solidFill>
              </a:defRPr>
            </a:lvl1pPr>
          </a:lstStyle>
          <a:p>
            <a:r>
              <a:rPr lang="en-US" dirty="0"/>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4011475" y="457200"/>
            <a:ext cx="7321306" cy="5759452"/>
          </a:xfrm>
        </p:spPr>
        <p:txBody>
          <a:bodyPr anchor="ctr">
            <a:normAutofit/>
          </a:bodyPr>
          <a:lstStyle>
            <a:lvl1pPr marL="282575" indent="-282575">
              <a:buClrTx/>
              <a:defRPr sz="2800"/>
            </a:lvl1pPr>
            <a:lvl2pPr marL="576263" indent="-283464">
              <a:buClrTx/>
              <a:defRPr sz="2800"/>
            </a:lvl2pPr>
            <a:lvl3pPr marL="860425" indent="-284163">
              <a:buClrTx/>
              <a:defRPr sz="2800"/>
            </a:lvl3pPr>
            <a:lvl4pPr marL="1143000" indent="-282575">
              <a:buClrTx/>
              <a:defRPr sz="2800"/>
            </a:lvl4pPr>
            <a:lvl5pPr marL="1425575" indent="-282575">
              <a:buClrTx/>
              <a:defRPr sz="28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5">
            <a:extLst>
              <a:ext uri="{FF2B5EF4-FFF2-40B4-BE49-F238E27FC236}">
                <a16:creationId xmlns:a16="http://schemas.microsoft.com/office/drawing/2014/main" id="{55B5CE75-DAC0-B85B-A46E-20FB088779F1}"/>
              </a:ext>
            </a:extLst>
          </p:cNvPr>
          <p:cNvSpPr/>
          <p:nvPr userDrawn="1"/>
        </p:nvSpPr>
        <p:spPr>
          <a:xfrm>
            <a:off x="640080" y="1267509"/>
            <a:ext cx="286654" cy="286654"/>
          </a:xfrm>
          <a:prstGeom prst="rect">
            <a:avLst/>
          </a:prstGeom>
          <a:solidFill>
            <a:srgbClr val="AEAEAE"/>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Rectangle 6">
            <a:extLst>
              <a:ext uri="{FF2B5EF4-FFF2-40B4-BE49-F238E27FC236}">
                <a16:creationId xmlns:a16="http://schemas.microsoft.com/office/drawing/2014/main" id="{0A86A3D7-ABFA-1810-E27B-2203CCB7BFA7}"/>
              </a:ext>
            </a:extLst>
          </p:cNvPr>
          <p:cNvSpPr/>
          <p:nvPr userDrawn="1"/>
        </p:nvSpPr>
        <p:spPr>
          <a:xfrm>
            <a:off x="0" y="1554163"/>
            <a:ext cx="639763" cy="639763"/>
          </a:xfrm>
          <a:prstGeom prst="rect">
            <a:avLst/>
          </a:prstGeom>
          <a:solidFill>
            <a:srgbClr val="80808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cxnSp>
        <p:nvCxnSpPr>
          <p:cNvPr id="4" name="Straight Connector 3">
            <a:extLst>
              <a:ext uri="{FF2B5EF4-FFF2-40B4-BE49-F238E27FC236}">
                <a16:creationId xmlns:a16="http://schemas.microsoft.com/office/drawing/2014/main" id="{FF998457-FE99-752A-AEA8-4911FE9BA7D7}"/>
              </a:ext>
            </a:extLst>
          </p:cNvPr>
          <p:cNvCxnSpPr>
            <a:cxnSpLocks/>
          </p:cNvCxnSpPr>
          <p:nvPr userDrawn="1"/>
        </p:nvCxnSpPr>
        <p:spPr>
          <a:xfrm>
            <a:off x="3468777" y="892968"/>
            <a:ext cx="0" cy="5070475"/>
          </a:xfrm>
          <a:prstGeom prst="line">
            <a:avLst/>
          </a:prstGeom>
          <a:noFill/>
          <a:ln w="12700" cap="flat">
            <a:gradFill>
              <a:gsLst>
                <a:gs pos="0">
                  <a:srgbClr val="808080">
                    <a:alpha val="0"/>
                  </a:srgbClr>
                </a:gs>
                <a:gs pos="50000">
                  <a:srgbClr val="808080"/>
                </a:gs>
                <a:gs pos="100000">
                  <a:srgbClr val="808080">
                    <a:alpha val="0"/>
                  </a:srgbClr>
                </a:gs>
              </a:gsLst>
              <a:lin ang="5400000" scaled="1"/>
            </a:gradFill>
            <a:prstDash val="solid"/>
            <a:miter lim="800000"/>
          </a:ln>
          <a:effectLst/>
          <a:sp3d/>
        </p:spPr>
        <p:style>
          <a:lnRef idx="0">
            <a:scrgbClr r="0" g="0" b="0"/>
          </a:lnRef>
          <a:fillRef idx="0">
            <a:scrgbClr r="0" g="0" b="0"/>
          </a:fillRef>
          <a:effectRef idx="0">
            <a:scrgbClr r="0" g="0" b="0"/>
          </a:effectRef>
          <a:fontRef idx="none"/>
        </p:style>
      </p:cxnSp>
    </p:spTree>
    <p:extLst>
      <p:ext uri="{BB962C8B-B14F-4D97-AF65-F5344CB8AC3E}">
        <p14:creationId xmlns:p14="http://schemas.microsoft.com/office/powerpoint/2010/main" val="33015185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a:xfrm>
            <a:off x="640080" y="470262"/>
            <a:ext cx="2286000" cy="2285999"/>
          </a:xfrm>
          <a:solidFill>
            <a:schemeClr val="accent1"/>
          </a:solidFill>
        </p:spPr>
        <p:txBody>
          <a:bodyPr lIns="137160" tIns="137160" rIns="137160" bIns="137160" anchor="ctr"/>
          <a:lstStyle>
            <a:lvl1pPr algn="ctr">
              <a:lnSpc>
                <a:spcPct val="100000"/>
              </a:lnSpc>
              <a:defRPr>
                <a:solidFill>
                  <a:schemeClr val="bg1"/>
                </a:solidFill>
              </a:defRPr>
            </a:lvl1pPr>
          </a:lstStyle>
          <a:p>
            <a:r>
              <a:rPr lang="en-US" dirty="0"/>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3615799" y="674195"/>
            <a:ext cx="7716982" cy="5326729"/>
          </a:xfrm>
        </p:spPr>
        <p:txBody>
          <a:bodyPr anchor="ctr">
            <a:normAutofit/>
          </a:bodyPr>
          <a:lstStyle>
            <a:lvl1pPr marL="282575" indent="-282575">
              <a:buClr>
                <a:schemeClr val="accent1"/>
              </a:buClr>
              <a:defRPr sz="2800"/>
            </a:lvl1pPr>
            <a:lvl2pPr marL="576263" indent="-283464">
              <a:buClr>
                <a:schemeClr val="accent1"/>
              </a:buClr>
              <a:defRPr sz="2800"/>
            </a:lvl2pPr>
            <a:lvl3pPr marL="860425" indent="-284163">
              <a:buClr>
                <a:schemeClr val="accent1"/>
              </a:buClr>
              <a:defRPr sz="2800"/>
            </a:lvl3pPr>
            <a:lvl4pPr marL="1143000" indent="-282575">
              <a:buClr>
                <a:schemeClr val="accent1"/>
              </a:buClr>
              <a:defRPr sz="2800"/>
            </a:lvl4pPr>
            <a:lvl5pPr marL="1425575" indent="-282575">
              <a:buClr>
                <a:schemeClr val="accent1"/>
              </a:buClr>
              <a:defRPr sz="28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a:extLst>
              <a:ext uri="{FF2B5EF4-FFF2-40B4-BE49-F238E27FC236}">
                <a16:creationId xmlns:a16="http://schemas.microsoft.com/office/drawing/2014/main" id="{998A8297-402E-2464-D5D4-50C39D7262FD}"/>
              </a:ext>
            </a:extLst>
          </p:cNvPr>
          <p:cNvSpPr/>
          <p:nvPr userDrawn="1"/>
        </p:nvSpPr>
        <p:spPr>
          <a:xfrm>
            <a:off x="635074" y="3042917"/>
            <a:ext cx="158111" cy="158111"/>
          </a:xfrm>
          <a:prstGeom prst="rect">
            <a:avLst/>
          </a:pr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6" name="Rectangle 5">
            <a:extLst>
              <a:ext uri="{FF2B5EF4-FFF2-40B4-BE49-F238E27FC236}">
                <a16:creationId xmlns:a16="http://schemas.microsoft.com/office/drawing/2014/main" id="{55B5CE75-DAC0-B85B-A46E-20FB088779F1}"/>
              </a:ext>
            </a:extLst>
          </p:cNvPr>
          <p:cNvSpPr/>
          <p:nvPr userDrawn="1"/>
        </p:nvSpPr>
        <p:spPr>
          <a:xfrm>
            <a:off x="353426" y="2756263"/>
            <a:ext cx="286654" cy="286654"/>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Rectangle 6">
            <a:extLst>
              <a:ext uri="{FF2B5EF4-FFF2-40B4-BE49-F238E27FC236}">
                <a16:creationId xmlns:a16="http://schemas.microsoft.com/office/drawing/2014/main" id="{0A86A3D7-ABFA-1810-E27B-2203CCB7BFA7}"/>
              </a:ext>
            </a:extLst>
          </p:cNvPr>
          <p:cNvSpPr/>
          <p:nvPr userDrawn="1"/>
        </p:nvSpPr>
        <p:spPr>
          <a:xfrm>
            <a:off x="2926080" y="-1"/>
            <a:ext cx="470263" cy="470263"/>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8" name="Freeform: Shape 7">
            <a:extLst>
              <a:ext uri="{FF2B5EF4-FFF2-40B4-BE49-F238E27FC236}">
                <a16:creationId xmlns:a16="http://schemas.microsoft.com/office/drawing/2014/main" id="{2D7F80F4-A0AA-A87A-F6A7-E2FC8FA3FBC1}"/>
              </a:ext>
            </a:extLst>
          </p:cNvPr>
          <p:cNvSpPr/>
          <p:nvPr userDrawn="1"/>
        </p:nvSpPr>
        <p:spPr>
          <a:xfrm>
            <a:off x="3396342" y="457200"/>
            <a:ext cx="8155895" cy="5759450"/>
          </a:xfrm>
          <a:custGeom>
            <a:avLst/>
            <a:gdLst>
              <a:gd name="connsiteX0" fmla="*/ 36577 w 8155895"/>
              <a:gd name="connsiteY0" fmla="*/ 36576 h 5759450"/>
              <a:gd name="connsiteX1" fmla="*/ 36577 w 8155895"/>
              <a:gd name="connsiteY1" fmla="*/ 5722874 h 5759450"/>
              <a:gd name="connsiteX2" fmla="*/ 8119319 w 8155895"/>
              <a:gd name="connsiteY2" fmla="*/ 5722874 h 5759450"/>
              <a:gd name="connsiteX3" fmla="*/ 8119319 w 8155895"/>
              <a:gd name="connsiteY3" fmla="*/ 36576 h 5759450"/>
              <a:gd name="connsiteX4" fmla="*/ 0 w 8155895"/>
              <a:gd name="connsiteY4" fmla="*/ 0 h 5759450"/>
              <a:gd name="connsiteX5" fmla="*/ 8155895 w 8155895"/>
              <a:gd name="connsiteY5" fmla="*/ 0 h 5759450"/>
              <a:gd name="connsiteX6" fmla="*/ 8155895 w 8155895"/>
              <a:gd name="connsiteY6" fmla="*/ 5759450 h 5759450"/>
              <a:gd name="connsiteX7" fmla="*/ 0 w 8155895"/>
              <a:gd name="connsiteY7" fmla="*/ 5759450 h 575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55895" h="5759450">
                <a:moveTo>
                  <a:pt x="36577" y="36576"/>
                </a:moveTo>
                <a:lnTo>
                  <a:pt x="36577" y="5722874"/>
                </a:lnTo>
                <a:lnTo>
                  <a:pt x="8119319" y="5722874"/>
                </a:lnTo>
                <a:lnTo>
                  <a:pt x="8119319" y="36576"/>
                </a:lnTo>
                <a:close/>
                <a:moveTo>
                  <a:pt x="0" y="0"/>
                </a:moveTo>
                <a:lnTo>
                  <a:pt x="8155895" y="0"/>
                </a:lnTo>
                <a:lnTo>
                  <a:pt x="8155895" y="5759450"/>
                </a:lnTo>
                <a:lnTo>
                  <a:pt x="0" y="575945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Tree>
    <p:extLst>
      <p:ext uri="{BB962C8B-B14F-4D97-AF65-F5344CB8AC3E}">
        <p14:creationId xmlns:p14="http://schemas.microsoft.com/office/powerpoint/2010/main" val="27708333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2910AD50-8C19-CD36-303A-F51D4DFF754B}"/>
              </a:ext>
            </a:extLst>
          </p:cNvPr>
          <p:cNvSpPr txBox="1">
            <a:spLocks/>
          </p:cNvSpPr>
          <p:nvPr userDrawn="1"/>
        </p:nvSpPr>
        <p:spPr>
          <a:xfrm>
            <a:off x="640080" y="697552"/>
            <a:ext cx="2560320" cy="2560319"/>
          </a:xfrm>
          <a:custGeom>
            <a:avLst/>
            <a:gdLst>
              <a:gd name="connsiteX0" fmla="*/ 36576 w 2560320"/>
              <a:gd name="connsiteY0" fmla="*/ 36577 h 2560319"/>
              <a:gd name="connsiteX1" fmla="*/ 36576 w 2560320"/>
              <a:gd name="connsiteY1" fmla="*/ 2523743 h 2560319"/>
              <a:gd name="connsiteX2" fmla="*/ 2523744 w 2560320"/>
              <a:gd name="connsiteY2" fmla="*/ 2523743 h 2560319"/>
              <a:gd name="connsiteX3" fmla="*/ 2523744 w 2560320"/>
              <a:gd name="connsiteY3" fmla="*/ 36577 h 2560319"/>
              <a:gd name="connsiteX4" fmla="*/ 0 w 2560320"/>
              <a:gd name="connsiteY4" fmla="*/ 0 h 2560319"/>
              <a:gd name="connsiteX5" fmla="*/ 2560320 w 2560320"/>
              <a:gd name="connsiteY5" fmla="*/ 0 h 2560319"/>
              <a:gd name="connsiteX6" fmla="*/ 2560320 w 2560320"/>
              <a:gd name="connsiteY6" fmla="*/ 2560319 h 2560319"/>
              <a:gd name="connsiteX7" fmla="*/ 0 w 2560320"/>
              <a:gd name="connsiteY7" fmla="*/ 2560319 h 256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0320" h="2560319">
                <a:moveTo>
                  <a:pt x="36576" y="36577"/>
                </a:moveTo>
                <a:lnTo>
                  <a:pt x="36576" y="2523743"/>
                </a:lnTo>
                <a:lnTo>
                  <a:pt x="2523744" y="2523743"/>
                </a:lnTo>
                <a:lnTo>
                  <a:pt x="2523744" y="36577"/>
                </a:lnTo>
                <a:close/>
                <a:moveTo>
                  <a:pt x="0" y="0"/>
                </a:moveTo>
                <a:lnTo>
                  <a:pt x="2560320" y="0"/>
                </a:lnTo>
                <a:lnTo>
                  <a:pt x="2560320" y="2560319"/>
                </a:lnTo>
                <a:lnTo>
                  <a:pt x="0" y="2560319"/>
                </a:lnTo>
                <a:close/>
              </a:path>
            </a:pathLst>
          </a:custGeom>
          <a:solidFill>
            <a:schemeClr val="accent1"/>
          </a:solidFill>
        </p:spPr>
        <p:txBody>
          <a:bodyPr vert="horz" wrap="square" lIns="0" tIns="0" rIns="0" bIns="0" rtlCol="0" anchor="ctr" anchorCtr="0">
            <a:noAutofit/>
          </a:bodyPr>
          <a:lstStyle>
            <a:lvl1pPr algn="ctr" defTabSz="914400" rtl="0" eaLnBrk="1" latinLnBrk="0" hangingPunct="1">
              <a:lnSpc>
                <a:spcPct val="100000"/>
              </a:lnSpc>
              <a:spcBef>
                <a:spcPct val="0"/>
              </a:spcBef>
              <a:buNone/>
              <a:defRPr sz="2800" kern="1200">
                <a:solidFill>
                  <a:schemeClr val="bg1"/>
                </a:solidFill>
                <a:latin typeface="+mj-lt"/>
                <a:ea typeface="+mj-ea"/>
                <a:cs typeface="+mj-cs"/>
              </a:defRPr>
            </a:lvl1pPr>
          </a:lstStyle>
          <a:p>
            <a:endParaRPr lang="en-US" dirty="0"/>
          </a:p>
        </p:txBody>
      </p:sp>
      <p:sp>
        <p:nvSpPr>
          <p:cNvPr id="3" name="Title 1">
            <a:extLst>
              <a:ext uri="{FF2B5EF4-FFF2-40B4-BE49-F238E27FC236}">
                <a16:creationId xmlns:a16="http://schemas.microsoft.com/office/drawing/2014/main" id="{5E68CCCA-E12E-BA3E-D20C-9FF3C8FD7AA2}"/>
              </a:ext>
            </a:extLst>
          </p:cNvPr>
          <p:cNvSpPr>
            <a:spLocks noGrp="1"/>
          </p:cNvSpPr>
          <p:nvPr>
            <p:ph type="title" hasCustomPrompt="1"/>
          </p:nvPr>
        </p:nvSpPr>
        <p:spPr>
          <a:xfrm>
            <a:off x="859536" y="917008"/>
            <a:ext cx="2121408" cy="2121406"/>
          </a:xfrm>
          <a:noFill/>
        </p:spPr>
        <p:txBody>
          <a:bodyPr anchor="ctr"/>
          <a:lstStyle>
            <a:lvl1pPr algn="ctr">
              <a:lnSpc>
                <a:spcPct val="100000"/>
              </a:lnSpc>
              <a:defRPr>
                <a:solidFill>
                  <a:schemeClr val="tx1"/>
                </a:solidFill>
              </a:defRPr>
            </a:lvl1pPr>
          </a:lstStyle>
          <a:p>
            <a:r>
              <a:rPr lang="en-US" dirty="0"/>
              <a:t>Click to edit title style</a:t>
            </a:r>
          </a:p>
        </p:txBody>
      </p:sp>
      <p:sp>
        <p:nvSpPr>
          <p:cNvPr id="16" name="Content Placeholder 2">
            <a:extLst>
              <a:ext uri="{FF2B5EF4-FFF2-40B4-BE49-F238E27FC236}">
                <a16:creationId xmlns:a16="http://schemas.microsoft.com/office/drawing/2014/main" id="{7FC8DD9D-57D0-2EF1-6584-8308A28B01F0}"/>
              </a:ext>
            </a:extLst>
          </p:cNvPr>
          <p:cNvSpPr>
            <a:spLocks noGrp="1"/>
          </p:cNvSpPr>
          <p:nvPr>
            <p:ph idx="1" hasCustomPrompt="1"/>
          </p:nvPr>
        </p:nvSpPr>
        <p:spPr>
          <a:xfrm>
            <a:off x="4597078" y="457200"/>
            <a:ext cx="6735702" cy="5759452"/>
          </a:xfrm>
        </p:spPr>
        <p:txBody>
          <a:bodyPr anchor="ctr">
            <a:normAutofit/>
          </a:bodyPr>
          <a:lstStyle>
            <a:lvl1pPr marL="282575" indent="-282575">
              <a:buClrTx/>
              <a:defRPr sz="2800"/>
            </a:lvl1pPr>
            <a:lvl2pPr marL="576263" indent="-283464">
              <a:buClrTx/>
              <a:defRPr sz="2800"/>
            </a:lvl2pPr>
            <a:lvl3pPr marL="860425" indent="-284163">
              <a:buClrTx/>
              <a:defRPr sz="2800"/>
            </a:lvl3pPr>
            <a:lvl4pPr marL="1143000" indent="-282575">
              <a:buClrTx/>
              <a:defRPr sz="2800"/>
            </a:lvl4pPr>
            <a:lvl5pPr marL="1425575" indent="-282575">
              <a:buClrTx/>
              <a:defRPr sz="28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Picture Placeholder 9">
            <a:extLst>
              <a:ext uri="{FF2B5EF4-FFF2-40B4-BE49-F238E27FC236}">
                <a16:creationId xmlns:a16="http://schemas.microsoft.com/office/drawing/2014/main" id="{21A556D8-CAED-2868-AAAD-66700B840D86}"/>
              </a:ext>
            </a:extLst>
          </p:cNvPr>
          <p:cNvSpPr>
            <a:spLocks noGrp="1"/>
          </p:cNvSpPr>
          <p:nvPr>
            <p:ph type="pic" sz="quarter" idx="10"/>
          </p:nvPr>
        </p:nvSpPr>
        <p:spPr>
          <a:xfrm>
            <a:off x="640080" y="3415982"/>
            <a:ext cx="2560320" cy="2560320"/>
          </a:xfrm>
        </p:spPr>
        <p:txBody>
          <a:bodyPr anchor="ctr"/>
          <a:lstStyle>
            <a:lvl1pPr marL="0" indent="0" algn="ctr">
              <a:buFontTx/>
              <a:buNone/>
              <a:defRPr/>
            </a:lvl1pPr>
          </a:lstStyle>
          <a:p>
            <a:r>
              <a:rPr lang="en-GB"/>
              <a:t>Click icon to add picture</a:t>
            </a:r>
            <a:endParaRPr lang="en-US"/>
          </a:p>
        </p:txBody>
      </p:sp>
      <p:sp>
        <p:nvSpPr>
          <p:cNvPr id="11" name="Rectangle 10">
            <a:extLst>
              <a:ext uri="{FF2B5EF4-FFF2-40B4-BE49-F238E27FC236}">
                <a16:creationId xmlns:a16="http://schemas.microsoft.com/office/drawing/2014/main" id="{86E2458D-429C-1318-494F-B8E6254F2BBC}"/>
              </a:ext>
            </a:extLst>
          </p:cNvPr>
          <p:cNvSpPr/>
          <p:nvPr userDrawn="1"/>
        </p:nvSpPr>
        <p:spPr>
          <a:xfrm>
            <a:off x="3200400" y="3257871"/>
            <a:ext cx="158111" cy="158111"/>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3" name="Rectangle 12">
            <a:extLst>
              <a:ext uri="{FF2B5EF4-FFF2-40B4-BE49-F238E27FC236}">
                <a16:creationId xmlns:a16="http://schemas.microsoft.com/office/drawing/2014/main" id="{B3D2431A-060A-AD47-811D-8AF193FAA5BD}"/>
              </a:ext>
            </a:extLst>
          </p:cNvPr>
          <p:cNvSpPr/>
          <p:nvPr userDrawn="1"/>
        </p:nvSpPr>
        <p:spPr>
          <a:xfrm>
            <a:off x="3200400" y="414088"/>
            <a:ext cx="283464" cy="283464"/>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4" name="Rectangle 13">
            <a:extLst>
              <a:ext uri="{FF2B5EF4-FFF2-40B4-BE49-F238E27FC236}">
                <a16:creationId xmlns:a16="http://schemas.microsoft.com/office/drawing/2014/main" id="{8E0553A6-A305-2BEA-F46C-8F995A4BAD61}"/>
              </a:ext>
            </a:extLst>
          </p:cNvPr>
          <p:cNvSpPr/>
          <p:nvPr userDrawn="1"/>
        </p:nvSpPr>
        <p:spPr>
          <a:xfrm>
            <a:off x="3670663" y="4839469"/>
            <a:ext cx="158111" cy="158111"/>
          </a:xfrm>
          <a:prstGeom prst="rect">
            <a:avLst/>
          </a:prstGeom>
          <a:solidFill>
            <a:srgbClr val="FFC599"/>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5" name="Rectangle 14">
            <a:extLst>
              <a:ext uri="{FF2B5EF4-FFF2-40B4-BE49-F238E27FC236}">
                <a16:creationId xmlns:a16="http://schemas.microsoft.com/office/drawing/2014/main" id="{735DEFA2-06A8-62A3-91A7-E22B08433932}"/>
              </a:ext>
            </a:extLst>
          </p:cNvPr>
          <p:cNvSpPr/>
          <p:nvPr userDrawn="1"/>
        </p:nvSpPr>
        <p:spPr>
          <a:xfrm>
            <a:off x="3384009" y="4552815"/>
            <a:ext cx="286654" cy="286654"/>
          </a:xfrm>
          <a:prstGeom prst="rect">
            <a:avLst/>
          </a:prstGeom>
          <a:solidFill>
            <a:srgbClr val="E96115"/>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8" name="Freeform: Shape 17">
            <a:extLst>
              <a:ext uri="{FF2B5EF4-FFF2-40B4-BE49-F238E27FC236}">
                <a16:creationId xmlns:a16="http://schemas.microsoft.com/office/drawing/2014/main" id="{9E0E3A83-C7BF-3FF6-F9FF-499299481C4D}"/>
              </a:ext>
            </a:extLst>
          </p:cNvPr>
          <p:cNvSpPr/>
          <p:nvPr userDrawn="1"/>
        </p:nvSpPr>
        <p:spPr>
          <a:xfrm>
            <a:off x="92134" y="5976302"/>
            <a:ext cx="286654" cy="286654"/>
          </a:xfrm>
          <a:custGeom>
            <a:avLst/>
            <a:gdLst>
              <a:gd name="connsiteX0" fmla="*/ 36576 w 286654"/>
              <a:gd name="connsiteY0" fmla="*/ 36576 h 286654"/>
              <a:gd name="connsiteX1" fmla="*/ 36576 w 286654"/>
              <a:gd name="connsiteY1" fmla="*/ 250078 h 286654"/>
              <a:gd name="connsiteX2" fmla="*/ 250078 w 286654"/>
              <a:gd name="connsiteY2" fmla="*/ 250078 h 286654"/>
              <a:gd name="connsiteX3" fmla="*/ 250078 w 286654"/>
              <a:gd name="connsiteY3" fmla="*/ 36576 h 286654"/>
              <a:gd name="connsiteX4" fmla="*/ 0 w 286654"/>
              <a:gd name="connsiteY4" fmla="*/ 0 h 286654"/>
              <a:gd name="connsiteX5" fmla="*/ 286654 w 286654"/>
              <a:gd name="connsiteY5" fmla="*/ 0 h 286654"/>
              <a:gd name="connsiteX6" fmla="*/ 286654 w 286654"/>
              <a:gd name="connsiteY6" fmla="*/ 286654 h 286654"/>
              <a:gd name="connsiteX7" fmla="*/ 0 w 286654"/>
              <a:gd name="connsiteY7" fmla="*/ 286654 h 2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54" h="286654">
                <a:moveTo>
                  <a:pt x="36576" y="36576"/>
                </a:moveTo>
                <a:lnTo>
                  <a:pt x="36576" y="250078"/>
                </a:lnTo>
                <a:lnTo>
                  <a:pt x="250078" y="250078"/>
                </a:lnTo>
                <a:lnTo>
                  <a:pt x="250078" y="36576"/>
                </a:lnTo>
                <a:close/>
                <a:moveTo>
                  <a:pt x="0" y="0"/>
                </a:moveTo>
                <a:lnTo>
                  <a:pt x="286654" y="0"/>
                </a:lnTo>
                <a:lnTo>
                  <a:pt x="286654" y="286654"/>
                </a:lnTo>
                <a:lnTo>
                  <a:pt x="0" y="286654"/>
                </a:lnTo>
                <a:close/>
              </a:path>
            </a:pathLst>
          </a:custGeom>
          <a:solidFill>
            <a:srgbClr val="EDB20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9" name="Rectangle 18">
            <a:extLst>
              <a:ext uri="{FF2B5EF4-FFF2-40B4-BE49-F238E27FC236}">
                <a16:creationId xmlns:a16="http://schemas.microsoft.com/office/drawing/2014/main" id="{D6105861-5266-1D25-AD0D-1C09B84E880E}"/>
              </a:ext>
            </a:extLst>
          </p:cNvPr>
          <p:cNvSpPr/>
          <p:nvPr userDrawn="1"/>
        </p:nvSpPr>
        <p:spPr>
          <a:xfrm>
            <a:off x="795528" y="0"/>
            <a:ext cx="470263" cy="470263"/>
          </a:xfrm>
          <a:prstGeom prst="rect">
            <a:avLst/>
          </a:prstGeom>
          <a:solidFill>
            <a:schemeClr val="accent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0" name="Rectangle 19">
            <a:extLst>
              <a:ext uri="{FF2B5EF4-FFF2-40B4-BE49-F238E27FC236}">
                <a16:creationId xmlns:a16="http://schemas.microsoft.com/office/drawing/2014/main" id="{E257D416-B065-CF86-CF35-95E8F86E4CFC}"/>
              </a:ext>
            </a:extLst>
          </p:cNvPr>
          <p:cNvSpPr/>
          <p:nvPr userDrawn="1"/>
        </p:nvSpPr>
        <p:spPr>
          <a:xfrm>
            <a:off x="1265791" y="470263"/>
            <a:ext cx="155448" cy="155448"/>
          </a:xfrm>
          <a:prstGeom prst="rect">
            <a:avLst/>
          </a:prstGeom>
          <a:solidFill>
            <a:srgbClr val="D7F3A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7" name="Rectangle 26">
            <a:extLst>
              <a:ext uri="{FF2B5EF4-FFF2-40B4-BE49-F238E27FC236}">
                <a16:creationId xmlns:a16="http://schemas.microsoft.com/office/drawing/2014/main" id="{A20DFBD9-2D36-6FC9-6F5B-1FA1AE92FB11}"/>
              </a:ext>
            </a:extLst>
          </p:cNvPr>
          <p:cNvSpPr/>
          <p:nvPr userDrawn="1"/>
        </p:nvSpPr>
        <p:spPr>
          <a:xfrm>
            <a:off x="377415" y="5818191"/>
            <a:ext cx="158111" cy="158111"/>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903745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eam Card 2">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2671295" y="5005070"/>
            <a:ext cx="3153060" cy="1211580"/>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45" name="Freeform: Shape 44">
            <a:extLst>
              <a:ext uri="{FF2B5EF4-FFF2-40B4-BE49-F238E27FC236}">
                <a16:creationId xmlns:a16="http://schemas.microsoft.com/office/drawing/2014/main" id="{F9130EF7-7D8B-7C7C-EB2F-196CA108F1F5}"/>
              </a:ext>
            </a:extLst>
          </p:cNvPr>
          <p:cNvSpPr/>
          <p:nvPr userDrawn="1"/>
        </p:nvSpPr>
        <p:spPr>
          <a:xfrm>
            <a:off x="2490145" y="1352550"/>
            <a:ext cx="3515360" cy="3515360"/>
          </a:xfrm>
          <a:custGeom>
            <a:avLst/>
            <a:gdLst>
              <a:gd name="connsiteX0" fmla="*/ 36576 w 3515360"/>
              <a:gd name="connsiteY0" fmla="*/ 36576 h 3515360"/>
              <a:gd name="connsiteX1" fmla="*/ 36576 w 3515360"/>
              <a:gd name="connsiteY1" fmla="*/ 3478784 h 3515360"/>
              <a:gd name="connsiteX2" fmla="*/ 3478784 w 3515360"/>
              <a:gd name="connsiteY2" fmla="*/ 3478784 h 3515360"/>
              <a:gd name="connsiteX3" fmla="*/ 3478784 w 3515360"/>
              <a:gd name="connsiteY3" fmla="*/ 36576 h 3515360"/>
              <a:gd name="connsiteX4" fmla="*/ 0 w 3515360"/>
              <a:gd name="connsiteY4" fmla="*/ 0 h 3515360"/>
              <a:gd name="connsiteX5" fmla="*/ 3515360 w 3515360"/>
              <a:gd name="connsiteY5" fmla="*/ 0 h 3515360"/>
              <a:gd name="connsiteX6" fmla="*/ 3515360 w 3515360"/>
              <a:gd name="connsiteY6" fmla="*/ 3515360 h 3515360"/>
              <a:gd name="connsiteX7" fmla="*/ 0 w 3515360"/>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5360" h="3515360">
                <a:moveTo>
                  <a:pt x="36576" y="36576"/>
                </a:moveTo>
                <a:lnTo>
                  <a:pt x="36576" y="3478784"/>
                </a:lnTo>
                <a:lnTo>
                  <a:pt x="3478784" y="3478784"/>
                </a:lnTo>
                <a:lnTo>
                  <a:pt x="3478784" y="36576"/>
                </a:lnTo>
                <a:close/>
                <a:moveTo>
                  <a:pt x="0" y="0"/>
                </a:moveTo>
                <a:lnTo>
                  <a:pt x="3515360" y="0"/>
                </a:lnTo>
                <a:lnTo>
                  <a:pt x="3515360" y="3515360"/>
                </a:lnTo>
                <a:lnTo>
                  <a:pt x="0" y="351536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2673025" y="1535430"/>
            <a:ext cx="3147552" cy="3149600"/>
          </a:xfrm>
        </p:spPr>
        <p:txBody>
          <a:bodyPr anchor="ctr"/>
          <a:lstStyle>
            <a:lvl1pPr marL="0" indent="0" algn="ctr">
              <a:buFontTx/>
              <a:buNone/>
              <a:defRPr/>
            </a:lvl1pPr>
          </a:lstStyle>
          <a:p>
            <a:r>
              <a:rPr lang="en-GB" dirty="0"/>
              <a:t>Click icon to add picture</a:t>
            </a:r>
            <a:endParaRPr lang="en-US" dirty="0"/>
          </a:p>
        </p:txBody>
      </p:sp>
      <p:sp>
        <p:nvSpPr>
          <p:cNvPr id="33" name="Picture Placeholder 14">
            <a:extLst>
              <a:ext uri="{FF2B5EF4-FFF2-40B4-BE49-F238E27FC236}">
                <a16:creationId xmlns:a16="http://schemas.microsoft.com/office/drawing/2014/main" id="{73AB8505-B147-04F4-6FB2-028386A64715}"/>
              </a:ext>
            </a:extLst>
          </p:cNvPr>
          <p:cNvSpPr>
            <a:spLocks noGrp="1"/>
          </p:cNvSpPr>
          <p:nvPr>
            <p:ph type="pic" sz="quarter" idx="15"/>
          </p:nvPr>
        </p:nvSpPr>
        <p:spPr>
          <a:xfrm>
            <a:off x="6371265" y="1535430"/>
            <a:ext cx="3147552" cy="3149600"/>
          </a:xfrm>
        </p:spPr>
        <p:txBody>
          <a:bodyPr anchor="ctr"/>
          <a:lstStyle>
            <a:lvl1pPr marL="0" indent="0" algn="ctr">
              <a:buFontTx/>
              <a:buNone/>
              <a:defRPr/>
            </a:lvl1pPr>
          </a:lstStyle>
          <a:p>
            <a:r>
              <a:rPr lang="en-GB" dirty="0"/>
              <a:t>Click icon to add picture</a:t>
            </a:r>
            <a:endParaRPr lang="en-US" dirty="0"/>
          </a:p>
        </p:txBody>
      </p:sp>
      <p:sp>
        <p:nvSpPr>
          <p:cNvPr id="35" name="Text Placeholder 19">
            <a:extLst>
              <a:ext uri="{FF2B5EF4-FFF2-40B4-BE49-F238E27FC236}">
                <a16:creationId xmlns:a16="http://schemas.microsoft.com/office/drawing/2014/main" id="{C185DD6D-E762-B896-E4CD-15C9118C92ED}"/>
              </a:ext>
            </a:extLst>
          </p:cNvPr>
          <p:cNvSpPr>
            <a:spLocks noGrp="1"/>
          </p:cNvSpPr>
          <p:nvPr>
            <p:ph type="body" sz="quarter" idx="17" hasCustomPrompt="1"/>
          </p:nvPr>
        </p:nvSpPr>
        <p:spPr>
          <a:xfrm>
            <a:off x="6368511" y="5005070"/>
            <a:ext cx="3153060" cy="1211580"/>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47" name="Freeform: Shape 46">
            <a:extLst>
              <a:ext uri="{FF2B5EF4-FFF2-40B4-BE49-F238E27FC236}">
                <a16:creationId xmlns:a16="http://schemas.microsoft.com/office/drawing/2014/main" id="{E4FF8D83-F067-882C-56BD-779B68B14501}"/>
              </a:ext>
            </a:extLst>
          </p:cNvPr>
          <p:cNvSpPr/>
          <p:nvPr userDrawn="1"/>
        </p:nvSpPr>
        <p:spPr>
          <a:xfrm>
            <a:off x="6188385" y="1352550"/>
            <a:ext cx="3515360" cy="3515360"/>
          </a:xfrm>
          <a:custGeom>
            <a:avLst/>
            <a:gdLst>
              <a:gd name="connsiteX0" fmla="*/ 36576 w 3515360"/>
              <a:gd name="connsiteY0" fmla="*/ 36576 h 3515360"/>
              <a:gd name="connsiteX1" fmla="*/ 36576 w 3515360"/>
              <a:gd name="connsiteY1" fmla="*/ 3478784 h 3515360"/>
              <a:gd name="connsiteX2" fmla="*/ 3478784 w 3515360"/>
              <a:gd name="connsiteY2" fmla="*/ 3478784 h 3515360"/>
              <a:gd name="connsiteX3" fmla="*/ 3478784 w 3515360"/>
              <a:gd name="connsiteY3" fmla="*/ 36576 h 3515360"/>
              <a:gd name="connsiteX4" fmla="*/ 0 w 3515360"/>
              <a:gd name="connsiteY4" fmla="*/ 0 h 3515360"/>
              <a:gd name="connsiteX5" fmla="*/ 3515360 w 3515360"/>
              <a:gd name="connsiteY5" fmla="*/ 0 h 3515360"/>
              <a:gd name="connsiteX6" fmla="*/ 3515360 w 3515360"/>
              <a:gd name="connsiteY6" fmla="*/ 3515360 h 3515360"/>
              <a:gd name="connsiteX7" fmla="*/ 0 w 3515360"/>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5360" h="3515360">
                <a:moveTo>
                  <a:pt x="36576" y="36576"/>
                </a:moveTo>
                <a:lnTo>
                  <a:pt x="36576" y="3478784"/>
                </a:lnTo>
                <a:lnTo>
                  <a:pt x="3478784" y="3478784"/>
                </a:lnTo>
                <a:lnTo>
                  <a:pt x="3478784" y="36576"/>
                </a:lnTo>
                <a:close/>
                <a:moveTo>
                  <a:pt x="0" y="0"/>
                </a:moveTo>
                <a:lnTo>
                  <a:pt x="3515360" y="0"/>
                </a:lnTo>
                <a:lnTo>
                  <a:pt x="3515360" y="3515360"/>
                </a:lnTo>
                <a:lnTo>
                  <a:pt x="0" y="351536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21" name="Freeform: Shape 20">
            <a:extLst>
              <a:ext uri="{FF2B5EF4-FFF2-40B4-BE49-F238E27FC236}">
                <a16:creationId xmlns:a16="http://schemas.microsoft.com/office/drawing/2014/main" id="{6862E453-1E44-E8BA-F1DB-51C147312B64}"/>
              </a:ext>
            </a:extLst>
          </p:cNvPr>
          <p:cNvSpPr/>
          <p:nvPr userDrawn="1"/>
        </p:nvSpPr>
        <p:spPr>
          <a:xfrm>
            <a:off x="639763" y="1352550"/>
            <a:ext cx="1665453" cy="3515360"/>
          </a:xfrm>
          <a:custGeom>
            <a:avLst/>
            <a:gdLst>
              <a:gd name="connsiteX0" fmla="*/ 0 w 1665453"/>
              <a:gd name="connsiteY0" fmla="*/ 0 h 3515360"/>
              <a:gd name="connsiteX1" fmla="*/ 1665453 w 1665453"/>
              <a:gd name="connsiteY1" fmla="*/ 0 h 3515360"/>
              <a:gd name="connsiteX2" fmla="*/ 1665453 w 1665453"/>
              <a:gd name="connsiteY2" fmla="*/ 3515360 h 3515360"/>
              <a:gd name="connsiteX3" fmla="*/ 0 w 1665453"/>
              <a:gd name="connsiteY3" fmla="*/ 3515360 h 3515360"/>
              <a:gd name="connsiteX4" fmla="*/ 0 w 1665453"/>
              <a:gd name="connsiteY4" fmla="*/ 3478784 h 3515360"/>
              <a:gd name="connsiteX5" fmla="*/ 1628877 w 1665453"/>
              <a:gd name="connsiteY5" fmla="*/ 3478784 h 3515360"/>
              <a:gd name="connsiteX6" fmla="*/ 1628877 w 1665453"/>
              <a:gd name="connsiteY6" fmla="*/ 36576 h 3515360"/>
              <a:gd name="connsiteX7" fmla="*/ 0 w 1665453"/>
              <a:gd name="connsiteY7" fmla="*/ 36576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5453" h="3515360">
                <a:moveTo>
                  <a:pt x="0" y="0"/>
                </a:moveTo>
                <a:lnTo>
                  <a:pt x="1665453" y="0"/>
                </a:lnTo>
                <a:lnTo>
                  <a:pt x="1665453" y="3515360"/>
                </a:lnTo>
                <a:lnTo>
                  <a:pt x="0" y="3515360"/>
                </a:lnTo>
                <a:lnTo>
                  <a:pt x="0" y="3478784"/>
                </a:lnTo>
                <a:lnTo>
                  <a:pt x="1628877" y="3478784"/>
                </a:lnTo>
                <a:lnTo>
                  <a:pt x="1628877" y="36576"/>
                </a:lnTo>
                <a:lnTo>
                  <a:pt x="0" y="36576"/>
                </a:lnTo>
                <a:close/>
              </a:path>
            </a:pathLst>
          </a:custGeom>
          <a:gradFill flip="none" rotWithShape="1">
            <a:gsLst>
              <a:gs pos="0">
                <a:srgbClr val="86B3CA"/>
              </a:gs>
              <a:gs pos="80000">
                <a:srgbClr val="86B3CA">
                  <a:alpha val="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lvl="0" algn="ctr"/>
            <a:endParaRPr lang="en-US" dirty="0"/>
          </a:p>
        </p:txBody>
      </p:sp>
      <p:sp>
        <p:nvSpPr>
          <p:cNvPr id="17" name="Freeform: Shape 16">
            <a:extLst>
              <a:ext uri="{FF2B5EF4-FFF2-40B4-BE49-F238E27FC236}">
                <a16:creationId xmlns:a16="http://schemas.microsoft.com/office/drawing/2014/main" id="{98C91797-B49C-0383-7391-6E8B0D133B68}"/>
              </a:ext>
            </a:extLst>
          </p:cNvPr>
          <p:cNvSpPr/>
          <p:nvPr userDrawn="1"/>
        </p:nvSpPr>
        <p:spPr>
          <a:xfrm>
            <a:off x="9884223" y="1352550"/>
            <a:ext cx="1667697" cy="3515360"/>
          </a:xfrm>
          <a:custGeom>
            <a:avLst/>
            <a:gdLst>
              <a:gd name="connsiteX0" fmla="*/ 0 w 1667697"/>
              <a:gd name="connsiteY0" fmla="*/ 0 h 3515360"/>
              <a:gd name="connsiteX1" fmla="*/ 1667697 w 1667697"/>
              <a:gd name="connsiteY1" fmla="*/ 0 h 3515360"/>
              <a:gd name="connsiteX2" fmla="*/ 1667697 w 1667697"/>
              <a:gd name="connsiteY2" fmla="*/ 36576 h 3515360"/>
              <a:gd name="connsiteX3" fmla="*/ 36576 w 1667697"/>
              <a:gd name="connsiteY3" fmla="*/ 36576 h 3515360"/>
              <a:gd name="connsiteX4" fmla="*/ 36576 w 1667697"/>
              <a:gd name="connsiteY4" fmla="*/ 3478784 h 3515360"/>
              <a:gd name="connsiteX5" fmla="*/ 1667697 w 1667697"/>
              <a:gd name="connsiteY5" fmla="*/ 3478784 h 3515360"/>
              <a:gd name="connsiteX6" fmla="*/ 1667697 w 1667697"/>
              <a:gd name="connsiteY6" fmla="*/ 3515360 h 3515360"/>
              <a:gd name="connsiteX7" fmla="*/ 0 w 1667697"/>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7697" h="3515360">
                <a:moveTo>
                  <a:pt x="0" y="0"/>
                </a:moveTo>
                <a:lnTo>
                  <a:pt x="1667697" y="0"/>
                </a:lnTo>
                <a:lnTo>
                  <a:pt x="1667697" y="36576"/>
                </a:lnTo>
                <a:lnTo>
                  <a:pt x="36576" y="36576"/>
                </a:lnTo>
                <a:lnTo>
                  <a:pt x="36576" y="3478784"/>
                </a:lnTo>
                <a:lnTo>
                  <a:pt x="1667697" y="3478784"/>
                </a:lnTo>
                <a:lnTo>
                  <a:pt x="1667697" y="3515360"/>
                </a:lnTo>
                <a:lnTo>
                  <a:pt x="0" y="3515360"/>
                </a:lnTo>
                <a:close/>
              </a:path>
            </a:pathLst>
          </a:custGeom>
          <a:gradFill flip="none" rotWithShape="1">
            <a:gsLst>
              <a:gs pos="0">
                <a:srgbClr val="86B3CA"/>
              </a:gs>
              <a:gs pos="80000">
                <a:srgbClr val="86B3CA">
                  <a:alpha val="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lvl="0" algn="ctr"/>
            <a:endParaRPr lang="en-US" dirty="0"/>
          </a:p>
        </p:txBody>
      </p:sp>
      <p:sp>
        <p:nvSpPr>
          <p:cNvPr id="22" name="Rectangle 21">
            <a:extLst>
              <a:ext uri="{FF2B5EF4-FFF2-40B4-BE49-F238E27FC236}">
                <a16:creationId xmlns:a16="http://schemas.microsoft.com/office/drawing/2014/main" id="{C783576D-6512-4857-D8A3-6B4CDC9F1BD6}"/>
              </a:ext>
            </a:extLst>
          </p:cNvPr>
          <p:cNvSpPr/>
          <p:nvPr userDrawn="1"/>
        </p:nvSpPr>
        <p:spPr>
          <a:xfrm>
            <a:off x="9701343" y="1169670"/>
            <a:ext cx="182880" cy="182880"/>
          </a:xfrm>
          <a:prstGeom prst="rect">
            <a:avLst/>
          </a:prstGeom>
          <a:solidFill>
            <a:srgbClr val="548FAD"/>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3" name="Rectangle 22">
            <a:extLst>
              <a:ext uri="{FF2B5EF4-FFF2-40B4-BE49-F238E27FC236}">
                <a16:creationId xmlns:a16="http://schemas.microsoft.com/office/drawing/2014/main" id="{DB1380A0-9A84-49A6-FE7C-4EF3E41BB687}"/>
              </a:ext>
            </a:extLst>
          </p:cNvPr>
          <p:cNvSpPr/>
          <p:nvPr userDrawn="1"/>
        </p:nvSpPr>
        <p:spPr>
          <a:xfrm>
            <a:off x="2490145" y="4689162"/>
            <a:ext cx="178748" cy="178748"/>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32079818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am Card 3">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21230" y="5005070"/>
            <a:ext cx="3153060" cy="1211580"/>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45" name="Freeform: Shape 44">
            <a:extLst>
              <a:ext uri="{FF2B5EF4-FFF2-40B4-BE49-F238E27FC236}">
                <a16:creationId xmlns:a16="http://schemas.microsoft.com/office/drawing/2014/main" id="{F9130EF7-7D8B-7C7C-EB2F-196CA108F1F5}"/>
              </a:ext>
            </a:extLst>
          </p:cNvPr>
          <p:cNvSpPr/>
          <p:nvPr userDrawn="1"/>
        </p:nvSpPr>
        <p:spPr>
          <a:xfrm>
            <a:off x="640080" y="1352550"/>
            <a:ext cx="3515360" cy="3515360"/>
          </a:xfrm>
          <a:custGeom>
            <a:avLst/>
            <a:gdLst>
              <a:gd name="connsiteX0" fmla="*/ 36576 w 3515360"/>
              <a:gd name="connsiteY0" fmla="*/ 36576 h 3515360"/>
              <a:gd name="connsiteX1" fmla="*/ 36576 w 3515360"/>
              <a:gd name="connsiteY1" fmla="*/ 3478784 h 3515360"/>
              <a:gd name="connsiteX2" fmla="*/ 3478784 w 3515360"/>
              <a:gd name="connsiteY2" fmla="*/ 3478784 h 3515360"/>
              <a:gd name="connsiteX3" fmla="*/ 3478784 w 3515360"/>
              <a:gd name="connsiteY3" fmla="*/ 36576 h 3515360"/>
              <a:gd name="connsiteX4" fmla="*/ 0 w 3515360"/>
              <a:gd name="connsiteY4" fmla="*/ 0 h 3515360"/>
              <a:gd name="connsiteX5" fmla="*/ 3515360 w 3515360"/>
              <a:gd name="connsiteY5" fmla="*/ 0 h 3515360"/>
              <a:gd name="connsiteX6" fmla="*/ 3515360 w 3515360"/>
              <a:gd name="connsiteY6" fmla="*/ 3515360 h 3515360"/>
              <a:gd name="connsiteX7" fmla="*/ 0 w 3515360"/>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5360" h="3515360">
                <a:moveTo>
                  <a:pt x="36576" y="36576"/>
                </a:moveTo>
                <a:lnTo>
                  <a:pt x="36576" y="3478784"/>
                </a:lnTo>
                <a:lnTo>
                  <a:pt x="3478784" y="3478784"/>
                </a:lnTo>
                <a:lnTo>
                  <a:pt x="3478784" y="36576"/>
                </a:lnTo>
                <a:close/>
                <a:moveTo>
                  <a:pt x="0" y="0"/>
                </a:moveTo>
                <a:lnTo>
                  <a:pt x="3515360" y="0"/>
                </a:lnTo>
                <a:lnTo>
                  <a:pt x="3515360" y="3515360"/>
                </a:lnTo>
                <a:lnTo>
                  <a:pt x="0" y="351536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22960" y="1535430"/>
            <a:ext cx="3147552" cy="3149600"/>
          </a:xfrm>
        </p:spPr>
        <p:txBody>
          <a:bodyPr anchor="ctr"/>
          <a:lstStyle>
            <a:lvl1pPr marL="0" indent="0" algn="ctr">
              <a:buFontTx/>
              <a:buNone/>
              <a:defRPr/>
            </a:lvl1pPr>
          </a:lstStyle>
          <a:p>
            <a:r>
              <a:rPr lang="en-GB" dirty="0"/>
              <a:t>Click icon to add picture</a:t>
            </a:r>
            <a:endParaRPr lang="en-US" dirty="0"/>
          </a:p>
        </p:txBody>
      </p:sp>
      <p:sp>
        <p:nvSpPr>
          <p:cNvPr id="33" name="Picture Placeholder 14">
            <a:extLst>
              <a:ext uri="{FF2B5EF4-FFF2-40B4-BE49-F238E27FC236}">
                <a16:creationId xmlns:a16="http://schemas.microsoft.com/office/drawing/2014/main" id="{73AB8505-B147-04F4-6FB2-028386A64715}"/>
              </a:ext>
            </a:extLst>
          </p:cNvPr>
          <p:cNvSpPr>
            <a:spLocks noGrp="1"/>
          </p:cNvSpPr>
          <p:nvPr>
            <p:ph type="pic" sz="quarter" idx="15"/>
          </p:nvPr>
        </p:nvSpPr>
        <p:spPr>
          <a:xfrm>
            <a:off x="4521200" y="1535430"/>
            <a:ext cx="3147552" cy="3149600"/>
          </a:xfrm>
        </p:spPr>
        <p:txBody>
          <a:bodyPr anchor="ctr"/>
          <a:lstStyle>
            <a:lvl1pPr marL="0" indent="0" algn="ctr">
              <a:buFontTx/>
              <a:buNone/>
              <a:defRPr/>
            </a:lvl1pPr>
          </a:lstStyle>
          <a:p>
            <a:r>
              <a:rPr lang="en-GB" dirty="0"/>
              <a:t>Click icon to add picture</a:t>
            </a:r>
            <a:endParaRPr lang="en-US" dirty="0"/>
          </a:p>
        </p:txBody>
      </p:sp>
      <p:sp>
        <p:nvSpPr>
          <p:cNvPr id="34" name="Picture Placeholder 14">
            <a:extLst>
              <a:ext uri="{FF2B5EF4-FFF2-40B4-BE49-F238E27FC236}">
                <a16:creationId xmlns:a16="http://schemas.microsoft.com/office/drawing/2014/main" id="{76993BB5-B7E1-5520-E4D0-29131531C9BB}"/>
              </a:ext>
            </a:extLst>
          </p:cNvPr>
          <p:cNvSpPr>
            <a:spLocks noGrp="1"/>
          </p:cNvSpPr>
          <p:nvPr>
            <p:ph type="pic" sz="quarter" idx="16"/>
          </p:nvPr>
        </p:nvSpPr>
        <p:spPr>
          <a:xfrm>
            <a:off x="8221170" y="1535430"/>
            <a:ext cx="3147552" cy="3149600"/>
          </a:xfrm>
        </p:spPr>
        <p:txBody>
          <a:bodyPr anchor="ctr"/>
          <a:lstStyle>
            <a:lvl1pPr marL="0" indent="0" algn="ctr">
              <a:buFontTx/>
              <a:buNone/>
              <a:defRPr/>
            </a:lvl1pPr>
          </a:lstStyle>
          <a:p>
            <a:r>
              <a:rPr lang="en-GB" dirty="0"/>
              <a:t>Click icon to add picture</a:t>
            </a:r>
            <a:endParaRPr lang="en-US" dirty="0"/>
          </a:p>
        </p:txBody>
      </p:sp>
      <p:sp>
        <p:nvSpPr>
          <p:cNvPr id="35" name="Text Placeholder 19">
            <a:extLst>
              <a:ext uri="{FF2B5EF4-FFF2-40B4-BE49-F238E27FC236}">
                <a16:creationId xmlns:a16="http://schemas.microsoft.com/office/drawing/2014/main" id="{C185DD6D-E762-B896-E4CD-15C9118C92ED}"/>
              </a:ext>
            </a:extLst>
          </p:cNvPr>
          <p:cNvSpPr>
            <a:spLocks noGrp="1"/>
          </p:cNvSpPr>
          <p:nvPr>
            <p:ph type="body" sz="quarter" idx="17" hasCustomPrompt="1"/>
          </p:nvPr>
        </p:nvSpPr>
        <p:spPr>
          <a:xfrm>
            <a:off x="4518446" y="5005070"/>
            <a:ext cx="3153060" cy="1211580"/>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6" name="Text Placeholder 19">
            <a:extLst>
              <a:ext uri="{FF2B5EF4-FFF2-40B4-BE49-F238E27FC236}">
                <a16:creationId xmlns:a16="http://schemas.microsoft.com/office/drawing/2014/main" id="{2968E3E3-4352-FD22-6D2F-3D76996034AF}"/>
              </a:ext>
            </a:extLst>
          </p:cNvPr>
          <p:cNvSpPr>
            <a:spLocks noGrp="1"/>
          </p:cNvSpPr>
          <p:nvPr>
            <p:ph type="body" sz="quarter" idx="18" hasCustomPrompt="1"/>
          </p:nvPr>
        </p:nvSpPr>
        <p:spPr>
          <a:xfrm>
            <a:off x="8215662" y="5005070"/>
            <a:ext cx="3153060" cy="1211580"/>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7" name="Rectangle 36">
            <a:extLst>
              <a:ext uri="{FF2B5EF4-FFF2-40B4-BE49-F238E27FC236}">
                <a16:creationId xmlns:a16="http://schemas.microsoft.com/office/drawing/2014/main" id="{5ADFC9E0-6E6C-D9C3-D7A2-FAED0A6B3D98}"/>
              </a:ext>
            </a:extLst>
          </p:cNvPr>
          <p:cNvSpPr/>
          <p:nvPr userDrawn="1"/>
        </p:nvSpPr>
        <p:spPr>
          <a:xfrm>
            <a:off x="0" y="4867910"/>
            <a:ext cx="640080" cy="640080"/>
          </a:xfrm>
          <a:prstGeom prst="rect">
            <a:avLst/>
          </a:prstGeom>
          <a:solidFill>
            <a:srgbClr val="B4F0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1" name="Rectangle 40">
            <a:extLst>
              <a:ext uri="{FF2B5EF4-FFF2-40B4-BE49-F238E27FC236}">
                <a16:creationId xmlns:a16="http://schemas.microsoft.com/office/drawing/2014/main" id="{FABACA07-3EC0-DA0C-A2CF-84B702B438DE}"/>
              </a:ext>
            </a:extLst>
          </p:cNvPr>
          <p:cNvSpPr/>
          <p:nvPr userDrawn="1"/>
        </p:nvSpPr>
        <p:spPr>
          <a:xfrm>
            <a:off x="11551920" y="1169670"/>
            <a:ext cx="182880" cy="182880"/>
          </a:xfrm>
          <a:prstGeom prst="rect">
            <a:avLst/>
          </a:prstGeom>
          <a:solidFill>
            <a:srgbClr val="B2450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2" name="Rectangle 41">
            <a:extLst>
              <a:ext uri="{FF2B5EF4-FFF2-40B4-BE49-F238E27FC236}">
                <a16:creationId xmlns:a16="http://schemas.microsoft.com/office/drawing/2014/main" id="{A32E336D-522A-336E-705F-3E4AF6947DFE}"/>
              </a:ext>
            </a:extLst>
          </p:cNvPr>
          <p:cNvSpPr/>
          <p:nvPr userDrawn="1"/>
        </p:nvSpPr>
        <p:spPr>
          <a:xfrm>
            <a:off x="11734800" y="1352550"/>
            <a:ext cx="286654" cy="286654"/>
          </a:xfrm>
          <a:prstGeom prst="rect">
            <a:avLst/>
          </a:prstGeom>
          <a:solidFill>
            <a:srgbClr val="FF8F5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7" name="Freeform: Shape 46">
            <a:extLst>
              <a:ext uri="{FF2B5EF4-FFF2-40B4-BE49-F238E27FC236}">
                <a16:creationId xmlns:a16="http://schemas.microsoft.com/office/drawing/2014/main" id="{E4FF8D83-F067-882C-56BD-779B68B14501}"/>
              </a:ext>
            </a:extLst>
          </p:cNvPr>
          <p:cNvSpPr/>
          <p:nvPr userDrawn="1"/>
        </p:nvSpPr>
        <p:spPr>
          <a:xfrm>
            <a:off x="4338320" y="1352550"/>
            <a:ext cx="3515360" cy="3515360"/>
          </a:xfrm>
          <a:custGeom>
            <a:avLst/>
            <a:gdLst>
              <a:gd name="connsiteX0" fmla="*/ 36576 w 3515360"/>
              <a:gd name="connsiteY0" fmla="*/ 36576 h 3515360"/>
              <a:gd name="connsiteX1" fmla="*/ 36576 w 3515360"/>
              <a:gd name="connsiteY1" fmla="*/ 3478784 h 3515360"/>
              <a:gd name="connsiteX2" fmla="*/ 3478784 w 3515360"/>
              <a:gd name="connsiteY2" fmla="*/ 3478784 h 3515360"/>
              <a:gd name="connsiteX3" fmla="*/ 3478784 w 3515360"/>
              <a:gd name="connsiteY3" fmla="*/ 36576 h 3515360"/>
              <a:gd name="connsiteX4" fmla="*/ 0 w 3515360"/>
              <a:gd name="connsiteY4" fmla="*/ 0 h 3515360"/>
              <a:gd name="connsiteX5" fmla="*/ 3515360 w 3515360"/>
              <a:gd name="connsiteY5" fmla="*/ 0 h 3515360"/>
              <a:gd name="connsiteX6" fmla="*/ 3515360 w 3515360"/>
              <a:gd name="connsiteY6" fmla="*/ 3515360 h 3515360"/>
              <a:gd name="connsiteX7" fmla="*/ 0 w 3515360"/>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5360" h="3515360">
                <a:moveTo>
                  <a:pt x="36576" y="36576"/>
                </a:moveTo>
                <a:lnTo>
                  <a:pt x="36576" y="3478784"/>
                </a:lnTo>
                <a:lnTo>
                  <a:pt x="3478784" y="3478784"/>
                </a:lnTo>
                <a:lnTo>
                  <a:pt x="3478784" y="36576"/>
                </a:lnTo>
                <a:close/>
                <a:moveTo>
                  <a:pt x="0" y="0"/>
                </a:moveTo>
                <a:lnTo>
                  <a:pt x="3515360" y="0"/>
                </a:lnTo>
                <a:lnTo>
                  <a:pt x="3515360" y="3515360"/>
                </a:lnTo>
                <a:lnTo>
                  <a:pt x="0" y="351536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48" name="Freeform: Shape 47">
            <a:extLst>
              <a:ext uri="{FF2B5EF4-FFF2-40B4-BE49-F238E27FC236}">
                <a16:creationId xmlns:a16="http://schemas.microsoft.com/office/drawing/2014/main" id="{7BCC1AE5-E280-D1E2-80C9-4B85D31EE107}"/>
              </a:ext>
            </a:extLst>
          </p:cNvPr>
          <p:cNvSpPr/>
          <p:nvPr userDrawn="1"/>
        </p:nvSpPr>
        <p:spPr>
          <a:xfrm>
            <a:off x="8036878" y="1352550"/>
            <a:ext cx="3515360" cy="3515360"/>
          </a:xfrm>
          <a:custGeom>
            <a:avLst/>
            <a:gdLst>
              <a:gd name="connsiteX0" fmla="*/ 36576 w 3515360"/>
              <a:gd name="connsiteY0" fmla="*/ 36576 h 3515360"/>
              <a:gd name="connsiteX1" fmla="*/ 36576 w 3515360"/>
              <a:gd name="connsiteY1" fmla="*/ 3478784 h 3515360"/>
              <a:gd name="connsiteX2" fmla="*/ 3478784 w 3515360"/>
              <a:gd name="connsiteY2" fmla="*/ 3478784 h 3515360"/>
              <a:gd name="connsiteX3" fmla="*/ 3478784 w 3515360"/>
              <a:gd name="connsiteY3" fmla="*/ 36576 h 3515360"/>
              <a:gd name="connsiteX4" fmla="*/ 0 w 3515360"/>
              <a:gd name="connsiteY4" fmla="*/ 0 h 3515360"/>
              <a:gd name="connsiteX5" fmla="*/ 3515360 w 3515360"/>
              <a:gd name="connsiteY5" fmla="*/ 0 h 3515360"/>
              <a:gd name="connsiteX6" fmla="*/ 3515360 w 3515360"/>
              <a:gd name="connsiteY6" fmla="*/ 3515360 h 3515360"/>
              <a:gd name="connsiteX7" fmla="*/ 0 w 3515360"/>
              <a:gd name="connsiteY7" fmla="*/ 3515360 h 351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5360" h="3515360">
                <a:moveTo>
                  <a:pt x="36576" y="36576"/>
                </a:moveTo>
                <a:lnTo>
                  <a:pt x="36576" y="3478784"/>
                </a:lnTo>
                <a:lnTo>
                  <a:pt x="3478784" y="3478784"/>
                </a:lnTo>
                <a:lnTo>
                  <a:pt x="3478784" y="36576"/>
                </a:lnTo>
                <a:close/>
                <a:moveTo>
                  <a:pt x="0" y="0"/>
                </a:moveTo>
                <a:lnTo>
                  <a:pt x="3515360" y="0"/>
                </a:lnTo>
                <a:lnTo>
                  <a:pt x="3515360" y="3515360"/>
                </a:lnTo>
                <a:lnTo>
                  <a:pt x="0" y="351536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49" name="Rectangle 48">
            <a:extLst>
              <a:ext uri="{FF2B5EF4-FFF2-40B4-BE49-F238E27FC236}">
                <a16:creationId xmlns:a16="http://schemas.microsoft.com/office/drawing/2014/main" id="{31CB3E84-D657-D83D-1F39-EC5F07FA0762}"/>
              </a:ext>
            </a:extLst>
          </p:cNvPr>
          <p:cNvSpPr/>
          <p:nvPr userDrawn="1"/>
        </p:nvSpPr>
        <p:spPr>
          <a:xfrm>
            <a:off x="4338479" y="4685030"/>
            <a:ext cx="182880" cy="182880"/>
          </a:xfrm>
          <a:prstGeom prst="rect">
            <a:avLst/>
          </a:prstGeom>
          <a:solidFill>
            <a:srgbClr val="515A3D"/>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1722486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am Card 4">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
        <p:nvSpPr>
          <p:cNvPr id="37" name="Freeform: Shape 36">
            <a:extLst>
              <a:ext uri="{FF2B5EF4-FFF2-40B4-BE49-F238E27FC236}">
                <a16:creationId xmlns:a16="http://schemas.microsoft.com/office/drawing/2014/main" id="{F6DE0629-FBFE-230C-0DB8-72F1BFF91235}"/>
              </a:ext>
            </a:extLst>
          </p:cNvPr>
          <p:cNvSpPr/>
          <p:nvPr userDrawn="1"/>
        </p:nvSpPr>
        <p:spPr>
          <a:xfrm>
            <a:off x="640080" y="1352550"/>
            <a:ext cx="10912158" cy="2901137"/>
          </a:xfrm>
          <a:custGeom>
            <a:avLst/>
            <a:gdLst>
              <a:gd name="connsiteX0" fmla="*/ 36576 w 10912158"/>
              <a:gd name="connsiteY0" fmla="*/ 36577 h 2901137"/>
              <a:gd name="connsiteX1" fmla="*/ 36576 w 10912158"/>
              <a:gd name="connsiteY1" fmla="*/ 2864561 h 2901137"/>
              <a:gd name="connsiteX2" fmla="*/ 10875582 w 10912158"/>
              <a:gd name="connsiteY2" fmla="*/ 2864561 h 2901137"/>
              <a:gd name="connsiteX3" fmla="*/ 10875582 w 10912158"/>
              <a:gd name="connsiteY3" fmla="*/ 36577 h 2901137"/>
              <a:gd name="connsiteX4" fmla="*/ 0 w 10912158"/>
              <a:gd name="connsiteY4" fmla="*/ 0 h 2901137"/>
              <a:gd name="connsiteX5" fmla="*/ 10912158 w 10912158"/>
              <a:gd name="connsiteY5" fmla="*/ 0 h 2901137"/>
              <a:gd name="connsiteX6" fmla="*/ 10912158 w 10912158"/>
              <a:gd name="connsiteY6" fmla="*/ 2901137 h 2901137"/>
              <a:gd name="connsiteX7" fmla="*/ 0 w 10912158"/>
              <a:gd name="connsiteY7" fmla="*/ 2901137 h 290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12158" h="2901137">
                <a:moveTo>
                  <a:pt x="36576" y="36577"/>
                </a:moveTo>
                <a:lnTo>
                  <a:pt x="36576" y="2864561"/>
                </a:lnTo>
                <a:lnTo>
                  <a:pt x="10875582" y="2864561"/>
                </a:lnTo>
                <a:lnTo>
                  <a:pt x="10875582" y="36577"/>
                </a:lnTo>
                <a:close/>
                <a:moveTo>
                  <a:pt x="0" y="0"/>
                </a:moveTo>
                <a:lnTo>
                  <a:pt x="10912158" y="0"/>
                </a:lnTo>
                <a:lnTo>
                  <a:pt x="10912158" y="2901137"/>
                </a:lnTo>
                <a:lnTo>
                  <a:pt x="0" y="290113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22960" y="1535430"/>
            <a:ext cx="2533729" cy="2535377"/>
          </a:xfrm>
        </p:spPr>
        <p:txBody>
          <a:bodyPr anchor="ctr"/>
          <a:lstStyle>
            <a:lvl1pPr marL="0" indent="0" algn="ctr">
              <a:buFontTx/>
              <a:buNone/>
              <a:defRPr/>
            </a:lvl1pPr>
          </a:lstStyle>
          <a:p>
            <a:r>
              <a:rPr lang="en-GB"/>
              <a:t>Click icon to add picture</a:t>
            </a:r>
            <a:endParaRPr lang="en-US"/>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22960" y="4390848"/>
            <a:ext cx="2533729" cy="1825802"/>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0" name="Picture Placeholder 14">
            <a:extLst>
              <a:ext uri="{FF2B5EF4-FFF2-40B4-BE49-F238E27FC236}">
                <a16:creationId xmlns:a16="http://schemas.microsoft.com/office/drawing/2014/main" id="{763E9F95-FFBF-85AE-EAA3-10BCFE479165}"/>
              </a:ext>
            </a:extLst>
          </p:cNvPr>
          <p:cNvSpPr>
            <a:spLocks noGrp="1"/>
          </p:cNvSpPr>
          <p:nvPr>
            <p:ph type="pic" sz="quarter" idx="15"/>
          </p:nvPr>
        </p:nvSpPr>
        <p:spPr>
          <a:xfrm>
            <a:off x="3493851" y="1535430"/>
            <a:ext cx="2533729" cy="2535377"/>
          </a:xfrm>
        </p:spPr>
        <p:txBody>
          <a:bodyPr anchor="ctr"/>
          <a:lstStyle>
            <a:lvl1pPr marL="0" indent="0" algn="ctr">
              <a:buFontTx/>
              <a:buNone/>
              <a:defRPr/>
            </a:lvl1pPr>
          </a:lstStyle>
          <a:p>
            <a:r>
              <a:rPr lang="en-GB"/>
              <a:t>Click icon to add picture</a:t>
            </a:r>
            <a:endParaRPr lang="en-US"/>
          </a:p>
        </p:txBody>
      </p:sp>
      <p:sp>
        <p:nvSpPr>
          <p:cNvPr id="31" name="Text Placeholder 19">
            <a:extLst>
              <a:ext uri="{FF2B5EF4-FFF2-40B4-BE49-F238E27FC236}">
                <a16:creationId xmlns:a16="http://schemas.microsoft.com/office/drawing/2014/main" id="{5FC58739-95FE-2802-46CC-971F714D212A}"/>
              </a:ext>
            </a:extLst>
          </p:cNvPr>
          <p:cNvSpPr>
            <a:spLocks noGrp="1"/>
          </p:cNvSpPr>
          <p:nvPr>
            <p:ph type="body" sz="quarter" idx="16" hasCustomPrompt="1"/>
          </p:nvPr>
        </p:nvSpPr>
        <p:spPr>
          <a:xfrm>
            <a:off x="3493851" y="4390848"/>
            <a:ext cx="2533729" cy="1825802"/>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2" name="Picture Placeholder 14">
            <a:extLst>
              <a:ext uri="{FF2B5EF4-FFF2-40B4-BE49-F238E27FC236}">
                <a16:creationId xmlns:a16="http://schemas.microsoft.com/office/drawing/2014/main" id="{18E6FD75-262A-122D-8CC3-819001D111A0}"/>
              </a:ext>
            </a:extLst>
          </p:cNvPr>
          <p:cNvSpPr>
            <a:spLocks noGrp="1"/>
          </p:cNvSpPr>
          <p:nvPr>
            <p:ph type="pic" sz="quarter" idx="17"/>
          </p:nvPr>
        </p:nvSpPr>
        <p:spPr>
          <a:xfrm>
            <a:off x="6164740" y="1535430"/>
            <a:ext cx="2533729" cy="2535377"/>
          </a:xfrm>
        </p:spPr>
        <p:txBody>
          <a:bodyPr anchor="ctr"/>
          <a:lstStyle>
            <a:lvl1pPr marL="0" indent="0" algn="ctr">
              <a:buFontTx/>
              <a:buNone/>
              <a:defRPr/>
            </a:lvl1pPr>
          </a:lstStyle>
          <a:p>
            <a:r>
              <a:rPr lang="en-GB"/>
              <a:t>Click icon to add picture</a:t>
            </a:r>
            <a:endParaRPr lang="en-US"/>
          </a:p>
        </p:txBody>
      </p:sp>
      <p:sp>
        <p:nvSpPr>
          <p:cNvPr id="33" name="Text Placeholder 19">
            <a:extLst>
              <a:ext uri="{FF2B5EF4-FFF2-40B4-BE49-F238E27FC236}">
                <a16:creationId xmlns:a16="http://schemas.microsoft.com/office/drawing/2014/main" id="{DF59D7A2-5A76-834D-8A15-DC6828819443}"/>
              </a:ext>
            </a:extLst>
          </p:cNvPr>
          <p:cNvSpPr>
            <a:spLocks noGrp="1"/>
          </p:cNvSpPr>
          <p:nvPr>
            <p:ph type="body" sz="quarter" idx="18" hasCustomPrompt="1"/>
          </p:nvPr>
        </p:nvSpPr>
        <p:spPr>
          <a:xfrm>
            <a:off x="6164740" y="4390848"/>
            <a:ext cx="2533729" cy="1825802"/>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4" name="Picture Placeholder 14">
            <a:extLst>
              <a:ext uri="{FF2B5EF4-FFF2-40B4-BE49-F238E27FC236}">
                <a16:creationId xmlns:a16="http://schemas.microsoft.com/office/drawing/2014/main" id="{B1050A76-2CFB-CABA-57D9-1DC9AF38E37C}"/>
              </a:ext>
            </a:extLst>
          </p:cNvPr>
          <p:cNvSpPr>
            <a:spLocks noGrp="1"/>
          </p:cNvSpPr>
          <p:nvPr>
            <p:ph type="pic" sz="quarter" idx="19"/>
          </p:nvPr>
        </p:nvSpPr>
        <p:spPr>
          <a:xfrm>
            <a:off x="8835629" y="1535430"/>
            <a:ext cx="2533729" cy="2535377"/>
          </a:xfrm>
        </p:spPr>
        <p:txBody>
          <a:bodyPr anchor="ctr"/>
          <a:lstStyle>
            <a:lvl1pPr marL="0" indent="0" algn="ctr">
              <a:buFontTx/>
              <a:buNone/>
              <a:defRPr/>
            </a:lvl1pPr>
          </a:lstStyle>
          <a:p>
            <a:r>
              <a:rPr lang="en-GB"/>
              <a:t>Click icon to add picture</a:t>
            </a:r>
            <a:endParaRPr lang="en-US"/>
          </a:p>
        </p:txBody>
      </p:sp>
      <p:sp>
        <p:nvSpPr>
          <p:cNvPr id="35" name="Text Placeholder 19">
            <a:extLst>
              <a:ext uri="{FF2B5EF4-FFF2-40B4-BE49-F238E27FC236}">
                <a16:creationId xmlns:a16="http://schemas.microsoft.com/office/drawing/2014/main" id="{74E8C61D-494E-3F77-6EA6-6D6CCF43080C}"/>
              </a:ext>
            </a:extLst>
          </p:cNvPr>
          <p:cNvSpPr>
            <a:spLocks noGrp="1"/>
          </p:cNvSpPr>
          <p:nvPr>
            <p:ph type="body" sz="quarter" idx="20" hasCustomPrompt="1"/>
          </p:nvPr>
        </p:nvSpPr>
        <p:spPr>
          <a:xfrm>
            <a:off x="8835629" y="4390848"/>
            <a:ext cx="2533729" cy="1825802"/>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9" name="Rectangle 38">
            <a:extLst>
              <a:ext uri="{FF2B5EF4-FFF2-40B4-BE49-F238E27FC236}">
                <a16:creationId xmlns:a16="http://schemas.microsoft.com/office/drawing/2014/main" id="{748B2DA9-B91B-7061-13B2-7CF17A33F7C1}"/>
              </a:ext>
            </a:extLst>
          </p:cNvPr>
          <p:cNvSpPr/>
          <p:nvPr userDrawn="1"/>
        </p:nvSpPr>
        <p:spPr>
          <a:xfrm>
            <a:off x="11551920" y="1169670"/>
            <a:ext cx="182880" cy="182880"/>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0" name="Rectangle 39">
            <a:extLst>
              <a:ext uri="{FF2B5EF4-FFF2-40B4-BE49-F238E27FC236}">
                <a16:creationId xmlns:a16="http://schemas.microsoft.com/office/drawing/2014/main" id="{940F4DA2-A861-30D2-3C87-150FCA2FBBB4}"/>
              </a:ext>
            </a:extLst>
          </p:cNvPr>
          <p:cNvSpPr/>
          <p:nvPr userDrawn="1"/>
        </p:nvSpPr>
        <p:spPr>
          <a:xfrm>
            <a:off x="11734801" y="1352551"/>
            <a:ext cx="457200" cy="457200"/>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2" name="Rectangle 41">
            <a:extLst>
              <a:ext uri="{FF2B5EF4-FFF2-40B4-BE49-F238E27FC236}">
                <a16:creationId xmlns:a16="http://schemas.microsoft.com/office/drawing/2014/main" id="{6D99BE2D-3967-4ED5-5135-22FA3F6C1438}"/>
              </a:ext>
            </a:extLst>
          </p:cNvPr>
          <p:cNvSpPr/>
          <p:nvPr userDrawn="1"/>
        </p:nvSpPr>
        <p:spPr>
          <a:xfrm>
            <a:off x="353426" y="4253687"/>
            <a:ext cx="286654" cy="286654"/>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3459598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am Card 5">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
        <p:nvSpPr>
          <p:cNvPr id="38" name="Freeform: Shape 37">
            <a:extLst>
              <a:ext uri="{FF2B5EF4-FFF2-40B4-BE49-F238E27FC236}">
                <a16:creationId xmlns:a16="http://schemas.microsoft.com/office/drawing/2014/main" id="{84F8CE93-640F-CE68-AF32-9CFEC64A5BEA}"/>
              </a:ext>
            </a:extLst>
          </p:cNvPr>
          <p:cNvSpPr/>
          <p:nvPr userDrawn="1"/>
        </p:nvSpPr>
        <p:spPr>
          <a:xfrm>
            <a:off x="639762" y="1352550"/>
            <a:ext cx="10912476" cy="2366613"/>
          </a:xfrm>
          <a:custGeom>
            <a:avLst/>
            <a:gdLst>
              <a:gd name="connsiteX0" fmla="*/ 46038 w 10912476"/>
              <a:gd name="connsiteY0" fmla="*/ 45721 h 2366613"/>
              <a:gd name="connsiteX1" fmla="*/ 46038 w 10912476"/>
              <a:gd name="connsiteY1" fmla="*/ 2320893 h 2366613"/>
              <a:gd name="connsiteX2" fmla="*/ 10866438 w 10912476"/>
              <a:gd name="connsiteY2" fmla="*/ 2320893 h 2366613"/>
              <a:gd name="connsiteX3" fmla="*/ 10866438 w 10912476"/>
              <a:gd name="connsiteY3" fmla="*/ 45721 h 2366613"/>
              <a:gd name="connsiteX4" fmla="*/ 0 w 10912476"/>
              <a:gd name="connsiteY4" fmla="*/ 0 h 2366613"/>
              <a:gd name="connsiteX5" fmla="*/ 10912476 w 10912476"/>
              <a:gd name="connsiteY5" fmla="*/ 0 h 2366613"/>
              <a:gd name="connsiteX6" fmla="*/ 10912476 w 10912476"/>
              <a:gd name="connsiteY6" fmla="*/ 2366613 h 2366613"/>
              <a:gd name="connsiteX7" fmla="*/ 0 w 10912476"/>
              <a:gd name="connsiteY7" fmla="*/ 2366613 h 236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12476" h="2366613">
                <a:moveTo>
                  <a:pt x="46038" y="45721"/>
                </a:moveTo>
                <a:lnTo>
                  <a:pt x="46038" y="2320893"/>
                </a:lnTo>
                <a:lnTo>
                  <a:pt x="10866438" y="2320893"/>
                </a:lnTo>
                <a:lnTo>
                  <a:pt x="10866438" y="45721"/>
                </a:lnTo>
                <a:close/>
                <a:moveTo>
                  <a:pt x="0" y="0"/>
                </a:moveTo>
                <a:lnTo>
                  <a:pt x="10912476" y="0"/>
                </a:lnTo>
                <a:lnTo>
                  <a:pt x="10912476" y="2366613"/>
                </a:lnTo>
                <a:lnTo>
                  <a:pt x="0" y="236661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22961" y="1535430"/>
            <a:ext cx="1999552" cy="2000853"/>
          </a:xfrm>
        </p:spPr>
        <p:txBody>
          <a:bodyPr anchor="ctr"/>
          <a:lstStyle>
            <a:lvl1pPr marL="0" indent="0" algn="ctr">
              <a:buFontTx/>
              <a:buNone/>
              <a:defRPr/>
            </a:lvl1pPr>
          </a:lstStyle>
          <a:p>
            <a:r>
              <a:rPr lang="en-GB" dirty="0"/>
              <a:t>Click icon to add picture</a:t>
            </a:r>
            <a:endParaRPr lang="en-US" dirty="0"/>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22960" y="3856323"/>
            <a:ext cx="1999553" cy="2360327"/>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39" name="Rectangle 38">
            <a:extLst>
              <a:ext uri="{FF2B5EF4-FFF2-40B4-BE49-F238E27FC236}">
                <a16:creationId xmlns:a16="http://schemas.microsoft.com/office/drawing/2014/main" id="{748B2DA9-B91B-7061-13B2-7CF17A33F7C1}"/>
              </a:ext>
            </a:extLst>
          </p:cNvPr>
          <p:cNvSpPr/>
          <p:nvPr userDrawn="1"/>
        </p:nvSpPr>
        <p:spPr>
          <a:xfrm>
            <a:off x="11551920" y="1169670"/>
            <a:ext cx="182880" cy="182880"/>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40" name="Rectangle 39">
            <a:extLst>
              <a:ext uri="{FF2B5EF4-FFF2-40B4-BE49-F238E27FC236}">
                <a16:creationId xmlns:a16="http://schemas.microsoft.com/office/drawing/2014/main" id="{940F4DA2-A861-30D2-3C87-150FCA2FBBB4}"/>
              </a:ext>
            </a:extLst>
          </p:cNvPr>
          <p:cNvSpPr/>
          <p:nvPr userDrawn="1"/>
        </p:nvSpPr>
        <p:spPr>
          <a:xfrm>
            <a:off x="11734801" y="1352551"/>
            <a:ext cx="457200" cy="457200"/>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 name="Rectangle 1">
            <a:extLst>
              <a:ext uri="{FF2B5EF4-FFF2-40B4-BE49-F238E27FC236}">
                <a16:creationId xmlns:a16="http://schemas.microsoft.com/office/drawing/2014/main" id="{FCB3DC79-151A-16B6-26C4-8585DF2730C9}"/>
              </a:ext>
            </a:extLst>
          </p:cNvPr>
          <p:cNvSpPr/>
          <p:nvPr userDrawn="1"/>
        </p:nvSpPr>
        <p:spPr>
          <a:xfrm>
            <a:off x="353426" y="3719163"/>
            <a:ext cx="286654" cy="286654"/>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7" name="Picture Placeholder 14">
            <a:extLst>
              <a:ext uri="{FF2B5EF4-FFF2-40B4-BE49-F238E27FC236}">
                <a16:creationId xmlns:a16="http://schemas.microsoft.com/office/drawing/2014/main" id="{938C348D-019C-9932-3F67-2884F4C326A9}"/>
              </a:ext>
            </a:extLst>
          </p:cNvPr>
          <p:cNvSpPr>
            <a:spLocks noGrp="1"/>
          </p:cNvSpPr>
          <p:nvPr>
            <p:ph type="pic" sz="quarter" idx="15"/>
          </p:nvPr>
        </p:nvSpPr>
        <p:spPr>
          <a:xfrm>
            <a:off x="2959670" y="1535430"/>
            <a:ext cx="1999552" cy="2000853"/>
          </a:xfrm>
        </p:spPr>
        <p:txBody>
          <a:bodyPr anchor="ctr"/>
          <a:lstStyle>
            <a:lvl1pPr marL="0" indent="0" algn="ctr">
              <a:buFontTx/>
              <a:buNone/>
              <a:defRPr/>
            </a:lvl1pPr>
          </a:lstStyle>
          <a:p>
            <a:r>
              <a:rPr lang="en-GB" dirty="0"/>
              <a:t>Click icon to add picture</a:t>
            </a:r>
            <a:endParaRPr lang="en-US" dirty="0"/>
          </a:p>
        </p:txBody>
      </p:sp>
      <p:sp>
        <p:nvSpPr>
          <p:cNvPr id="18" name="Text Placeholder 19">
            <a:extLst>
              <a:ext uri="{FF2B5EF4-FFF2-40B4-BE49-F238E27FC236}">
                <a16:creationId xmlns:a16="http://schemas.microsoft.com/office/drawing/2014/main" id="{8CAAB85A-8449-36FC-95FB-A6CEA20D1243}"/>
              </a:ext>
            </a:extLst>
          </p:cNvPr>
          <p:cNvSpPr>
            <a:spLocks noGrp="1"/>
          </p:cNvSpPr>
          <p:nvPr>
            <p:ph type="body" sz="quarter" idx="16" hasCustomPrompt="1"/>
          </p:nvPr>
        </p:nvSpPr>
        <p:spPr>
          <a:xfrm>
            <a:off x="2959669" y="3856323"/>
            <a:ext cx="1999553" cy="2360327"/>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19" name="Picture Placeholder 14">
            <a:extLst>
              <a:ext uri="{FF2B5EF4-FFF2-40B4-BE49-F238E27FC236}">
                <a16:creationId xmlns:a16="http://schemas.microsoft.com/office/drawing/2014/main" id="{DCCF1B9D-A598-99D5-FE31-DF33C0D76DA4}"/>
              </a:ext>
            </a:extLst>
          </p:cNvPr>
          <p:cNvSpPr>
            <a:spLocks noGrp="1"/>
          </p:cNvSpPr>
          <p:nvPr>
            <p:ph type="pic" sz="quarter" idx="17"/>
          </p:nvPr>
        </p:nvSpPr>
        <p:spPr>
          <a:xfrm>
            <a:off x="5096065" y="1535430"/>
            <a:ext cx="1999552" cy="2000853"/>
          </a:xfrm>
        </p:spPr>
        <p:txBody>
          <a:bodyPr anchor="ctr"/>
          <a:lstStyle>
            <a:lvl1pPr marL="0" indent="0" algn="ctr">
              <a:buFontTx/>
              <a:buNone/>
              <a:defRPr/>
            </a:lvl1pPr>
          </a:lstStyle>
          <a:p>
            <a:r>
              <a:rPr lang="en-GB" dirty="0"/>
              <a:t>Click icon to add picture</a:t>
            </a:r>
            <a:endParaRPr lang="en-US" dirty="0"/>
          </a:p>
        </p:txBody>
      </p:sp>
      <p:sp>
        <p:nvSpPr>
          <p:cNvPr id="22" name="Text Placeholder 19">
            <a:extLst>
              <a:ext uri="{FF2B5EF4-FFF2-40B4-BE49-F238E27FC236}">
                <a16:creationId xmlns:a16="http://schemas.microsoft.com/office/drawing/2014/main" id="{2B8D5404-F286-52B8-42B9-EE17748BF7F4}"/>
              </a:ext>
            </a:extLst>
          </p:cNvPr>
          <p:cNvSpPr>
            <a:spLocks noGrp="1"/>
          </p:cNvSpPr>
          <p:nvPr>
            <p:ph type="body" sz="quarter" idx="18" hasCustomPrompt="1"/>
          </p:nvPr>
        </p:nvSpPr>
        <p:spPr>
          <a:xfrm>
            <a:off x="5096064" y="3856323"/>
            <a:ext cx="1999553" cy="2360327"/>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23" name="Picture Placeholder 14">
            <a:extLst>
              <a:ext uri="{FF2B5EF4-FFF2-40B4-BE49-F238E27FC236}">
                <a16:creationId xmlns:a16="http://schemas.microsoft.com/office/drawing/2014/main" id="{CB93B7A5-E657-2306-B77A-43C93292F70B}"/>
              </a:ext>
            </a:extLst>
          </p:cNvPr>
          <p:cNvSpPr>
            <a:spLocks noGrp="1"/>
          </p:cNvSpPr>
          <p:nvPr>
            <p:ph type="pic" sz="quarter" idx="19"/>
          </p:nvPr>
        </p:nvSpPr>
        <p:spPr>
          <a:xfrm>
            <a:off x="7232458" y="1535430"/>
            <a:ext cx="1999552" cy="2000853"/>
          </a:xfrm>
        </p:spPr>
        <p:txBody>
          <a:bodyPr anchor="ctr"/>
          <a:lstStyle>
            <a:lvl1pPr marL="0" indent="0" algn="ctr">
              <a:buFontTx/>
              <a:buNone/>
              <a:defRPr/>
            </a:lvl1pPr>
          </a:lstStyle>
          <a:p>
            <a:r>
              <a:rPr lang="en-GB" dirty="0"/>
              <a:t>Click icon to add picture</a:t>
            </a:r>
            <a:endParaRPr lang="en-US" dirty="0"/>
          </a:p>
        </p:txBody>
      </p:sp>
      <p:sp>
        <p:nvSpPr>
          <p:cNvPr id="24" name="Text Placeholder 19">
            <a:extLst>
              <a:ext uri="{FF2B5EF4-FFF2-40B4-BE49-F238E27FC236}">
                <a16:creationId xmlns:a16="http://schemas.microsoft.com/office/drawing/2014/main" id="{8D58B9B7-3F8E-490D-3CD5-C92B802D3684}"/>
              </a:ext>
            </a:extLst>
          </p:cNvPr>
          <p:cNvSpPr>
            <a:spLocks noGrp="1"/>
          </p:cNvSpPr>
          <p:nvPr>
            <p:ph type="body" sz="quarter" idx="20" hasCustomPrompt="1"/>
          </p:nvPr>
        </p:nvSpPr>
        <p:spPr>
          <a:xfrm>
            <a:off x="7232457" y="3856323"/>
            <a:ext cx="1999553" cy="2360327"/>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
        <p:nvSpPr>
          <p:cNvPr id="25" name="Picture Placeholder 14">
            <a:extLst>
              <a:ext uri="{FF2B5EF4-FFF2-40B4-BE49-F238E27FC236}">
                <a16:creationId xmlns:a16="http://schemas.microsoft.com/office/drawing/2014/main" id="{3DE9AD2D-C780-79D1-3FB4-DCED9EAEEA42}"/>
              </a:ext>
            </a:extLst>
          </p:cNvPr>
          <p:cNvSpPr>
            <a:spLocks noGrp="1"/>
          </p:cNvSpPr>
          <p:nvPr>
            <p:ph type="pic" sz="quarter" idx="21"/>
          </p:nvPr>
        </p:nvSpPr>
        <p:spPr>
          <a:xfrm>
            <a:off x="9368532" y="1535430"/>
            <a:ext cx="1999552" cy="2000853"/>
          </a:xfrm>
        </p:spPr>
        <p:txBody>
          <a:bodyPr anchor="ctr"/>
          <a:lstStyle>
            <a:lvl1pPr marL="0" indent="0" algn="ctr">
              <a:buFontTx/>
              <a:buNone/>
              <a:defRPr/>
            </a:lvl1pPr>
          </a:lstStyle>
          <a:p>
            <a:r>
              <a:rPr lang="en-GB" dirty="0"/>
              <a:t>Click icon to add picture</a:t>
            </a:r>
            <a:endParaRPr lang="en-US" dirty="0"/>
          </a:p>
        </p:txBody>
      </p:sp>
      <p:sp>
        <p:nvSpPr>
          <p:cNvPr id="26" name="Text Placeholder 19">
            <a:extLst>
              <a:ext uri="{FF2B5EF4-FFF2-40B4-BE49-F238E27FC236}">
                <a16:creationId xmlns:a16="http://schemas.microsoft.com/office/drawing/2014/main" id="{0F72FCE8-88A9-B34F-8BEA-45098DAF3154}"/>
              </a:ext>
            </a:extLst>
          </p:cNvPr>
          <p:cNvSpPr>
            <a:spLocks noGrp="1"/>
          </p:cNvSpPr>
          <p:nvPr>
            <p:ph type="body" sz="quarter" idx="22" hasCustomPrompt="1"/>
          </p:nvPr>
        </p:nvSpPr>
        <p:spPr>
          <a:xfrm>
            <a:off x="9368531" y="3856323"/>
            <a:ext cx="1999553" cy="2360327"/>
          </a:xfrm>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dirty="0"/>
              <a:t>Click to edit text styles</a:t>
            </a:r>
          </a:p>
          <a:p>
            <a:pPr lvl="1"/>
            <a:r>
              <a:rPr lang="en-US" dirty="0"/>
              <a:t>Second level</a:t>
            </a:r>
          </a:p>
        </p:txBody>
      </p:sp>
    </p:spTree>
    <p:extLst>
      <p:ext uri="{BB962C8B-B14F-4D97-AF65-F5344CB8AC3E}">
        <p14:creationId xmlns:p14="http://schemas.microsoft.com/office/powerpoint/2010/main" val="12458488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p:txBody>
          <a:bodyPr/>
          <a:lstStyle/>
          <a:p>
            <a:r>
              <a:rPr lang="en-US" dirty="0"/>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350962"/>
            <a:ext cx="10911840" cy="4867275"/>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69110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and 2 Colum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dirty="0"/>
              <a:t>Click to edit title style</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350962"/>
            <a:ext cx="5135880" cy="4867275"/>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350962"/>
            <a:ext cx="5134610" cy="4867275"/>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21135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and 4x4 Gri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dirty="0"/>
              <a:t>Click to edit title style</a:t>
            </a:r>
          </a:p>
        </p:txBody>
      </p:sp>
      <p:sp>
        <p:nvSpPr>
          <p:cNvPr id="10" name="Content Placeholder 2">
            <a:extLst>
              <a:ext uri="{FF2B5EF4-FFF2-40B4-BE49-F238E27FC236}">
                <a16:creationId xmlns:a16="http://schemas.microsoft.com/office/drawing/2014/main" id="{56C1875E-7D7F-8CFE-CD09-114BA91DB1A2}"/>
              </a:ext>
            </a:extLst>
          </p:cNvPr>
          <p:cNvSpPr>
            <a:spLocks noGrp="1"/>
          </p:cNvSpPr>
          <p:nvPr>
            <p:ph sz="half" idx="1" hasCustomPrompt="1"/>
          </p:nvPr>
        </p:nvSpPr>
        <p:spPr>
          <a:xfrm>
            <a:off x="640079"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Content Placeholder 2">
            <a:extLst>
              <a:ext uri="{FF2B5EF4-FFF2-40B4-BE49-F238E27FC236}">
                <a16:creationId xmlns:a16="http://schemas.microsoft.com/office/drawing/2014/main" id="{CA12D478-566E-EB09-8C49-F20C246E1E70}"/>
              </a:ext>
            </a:extLst>
          </p:cNvPr>
          <p:cNvSpPr>
            <a:spLocks noGrp="1"/>
          </p:cNvSpPr>
          <p:nvPr>
            <p:ph sz="half" idx="10" hasCustomPrompt="1"/>
          </p:nvPr>
        </p:nvSpPr>
        <p:spPr>
          <a:xfrm>
            <a:off x="6279197"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2">
            <a:extLst>
              <a:ext uri="{FF2B5EF4-FFF2-40B4-BE49-F238E27FC236}">
                <a16:creationId xmlns:a16="http://schemas.microsoft.com/office/drawing/2014/main" id="{27572F18-13D8-4A44-0BC9-1028CB8FE261}"/>
              </a:ext>
            </a:extLst>
          </p:cNvPr>
          <p:cNvSpPr>
            <a:spLocks noGrp="1"/>
          </p:cNvSpPr>
          <p:nvPr>
            <p:ph sz="half" idx="11" hasCustomPrompt="1"/>
          </p:nvPr>
        </p:nvSpPr>
        <p:spPr>
          <a:xfrm>
            <a:off x="640080"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2">
            <a:extLst>
              <a:ext uri="{FF2B5EF4-FFF2-40B4-BE49-F238E27FC236}">
                <a16:creationId xmlns:a16="http://schemas.microsoft.com/office/drawing/2014/main" id="{BBD29EC2-03C2-0BAC-29DB-E66CBA58BAD2}"/>
              </a:ext>
            </a:extLst>
          </p:cNvPr>
          <p:cNvSpPr>
            <a:spLocks noGrp="1"/>
          </p:cNvSpPr>
          <p:nvPr>
            <p:ph sz="half" idx="12" hasCustomPrompt="1"/>
          </p:nvPr>
        </p:nvSpPr>
        <p:spPr>
          <a:xfrm>
            <a:off x="6277609"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9" name="Straight Connector 18">
            <a:extLst>
              <a:ext uri="{FF2B5EF4-FFF2-40B4-BE49-F238E27FC236}">
                <a16:creationId xmlns:a16="http://schemas.microsoft.com/office/drawing/2014/main" id="{3C6D7762-3D47-1050-E6A2-456426302529}"/>
              </a:ext>
            </a:extLst>
          </p:cNvPr>
          <p:cNvCxnSpPr>
            <a:cxnSpLocks/>
          </p:cNvCxnSpPr>
          <p:nvPr userDrawn="1"/>
        </p:nvCxnSpPr>
        <p:spPr>
          <a:xfrm>
            <a:off x="6096000" y="1350963"/>
            <a:ext cx="0" cy="4865687"/>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D344C18-FD99-2627-B3E3-5A9FF5C82019}"/>
              </a:ext>
            </a:extLst>
          </p:cNvPr>
          <p:cNvCxnSpPr>
            <a:cxnSpLocks/>
          </p:cNvCxnSpPr>
          <p:nvPr userDrawn="1"/>
        </p:nvCxnSpPr>
        <p:spPr>
          <a:xfrm>
            <a:off x="640080" y="3783806"/>
            <a:ext cx="1091057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6766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 Columns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dirty="0"/>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chemeClr val="bg1"/>
                </a:solidFill>
                <a:latin typeface="+mj-lt"/>
              </a:defRPr>
            </a:lvl1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5367528" cy="4134169"/>
          </a:xfrm>
          <a:solidFill>
            <a:schemeClr val="bg1"/>
          </a:solidFill>
          <a:ln>
            <a:noFill/>
          </a:ln>
        </p:spPr>
        <p:txBody>
          <a:bodyPr lIns="137160" tIns="137160" rIns="137160" bIns="137160"/>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7">
            <a:extLst>
              <a:ext uri="{FF2B5EF4-FFF2-40B4-BE49-F238E27FC236}">
                <a16:creationId xmlns:a16="http://schemas.microsoft.com/office/drawing/2014/main" id="{3C5593E0-6E71-F064-B777-B376CDA76F27}"/>
              </a:ext>
            </a:extLst>
          </p:cNvPr>
          <p:cNvSpPr>
            <a:spLocks noGrp="1"/>
          </p:cNvSpPr>
          <p:nvPr>
            <p:ph type="body" sz="quarter" idx="11" hasCustomPrompt="1"/>
          </p:nvPr>
        </p:nvSpPr>
        <p:spPr>
          <a:xfrm>
            <a:off x="6184392"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chemeClr val="bg1"/>
                </a:solidFill>
                <a:latin typeface="+mj-lt"/>
              </a:defRPr>
            </a:lvl1pPr>
          </a:lstStyle>
          <a:p>
            <a:pPr lvl="0"/>
            <a:r>
              <a:rPr lang="en-US" dirty="0"/>
              <a:t>Click to edit text styles</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184392" y="2084069"/>
            <a:ext cx="5367528" cy="4134169"/>
          </a:xfrm>
          <a:solidFill>
            <a:schemeClr val="bg1"/>
          </a:solidFill>
          <a:ln>
            <a:noFill/>
          </a:ln>
        </p:spPr>
        <p:txBody>
          <a:bodyPr lIns="137160" tIns="137160" rIns="137160" bIns="137160"/>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34354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 Columns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dirty="0"/>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chemeClr val="bg1"/>
                </a:solidFill>
                <a:latin typeface="+mj-lt"/>
              </a:defRPr>
            </a:lvl1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3511296" cy="4134169"/>
          </a:xfrm>
          <a:solidFill>
            <a:schemeClr val="bg1"/>
          </a:solidFill>
          <a:ln>
            <a:noFill/>
          </a:ln>
        </p:spPr>
        <p:txBody>
          <a:bodyPr lIns="137160" tIns="137160" rIns="137160" bIns="137160"/>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7">
            <a:extLst>
              <a:ext uri="{FF2B5EF4-FFF2-40B4-BE49-F238E27FC236}">
                <a16:creationId xmlns:a16="http://schemas.microsoft.com/office/drawing/2014/main" id="{412B4B45-CF39-C881-FEED-193B2B89EA0F}"/>
              </a:ext>
            </a:extLst>
          </p:cNvPr>
          <p:cNvSpPr>
            <a:spLocks noGrp="1"/>
          </p:cNvSpPr>
          <p:nvPr>
            <p:ph type="body" sz="quarter" idx="12" hasCustomPrompt="1"/>
          </p:nvPr>
        </p:nvSpPr>
        <p:spPr>
          <a:xfrm>
            <a:off x="4340352"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chemeClr val="bg1"/>
                </a:solidFill>
                <a:latin typeface="+mj-lt"/>
              </a:defRPr>
            </a:lvl1pPr>
          </a:lstStyle>
          <a:p>
            <a:pPr lvl="0"/>
            <a:r>
              <a:rPr lang="en-US" dirty="0"/>
              <a:t>Click to edit text styles</a:t>
            </a:r>
          </a:p>
        </p:txBody>
      </p:sp>
      <p:sp>
        <p:nvSpPr>
          <p:cNvPr id="11" name="Content Placeholder 2">
            <a:extLst>
              <a:ext uri="{FF2B5EF4-FFF2-40B4-BE49-F238E27FC236}">
                <a16:creationId xmlns:a16="http://schemas.microsoft.com/office/drawing/2014/main" id="{E46A1A6E-39AF-64E3-3210-6BA9680B4DA5}"/>
              </a:ext>
            </a:extLst>
          </p:cNvPr>
          <p:cNvSpPr>
            <a:spLocks noGrp="1"/>
          </p:cNvSpPr>
          <p:nvPr>
            <p:ph sz="half" idx="11" hasCustomPrompt="1"/>
          </p:nvPr>
        </p:nvSpPr>
        <p:spPr>
          <a:xfrm>
            <a:off x="4340352" y="2084069"/>
            <a:ext cx="3511296" cy="4134169"/>
          </a:xfrm>
          <a:solidFill>
            <a:schemeClr val="bg1"/>
          </a:solidFill>
          <a:ln>
            <a:noFill/>
          </a:ln>
        </p:spPr>
        <p:txBody>
          <a:bodyPr lIns="137160" tIns="137160" rIns="137160" bIns="137160"/>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Text Placeholder 7">
            <a:extLst>
              <a:ext uri="{FF2B5EF4-FFF2-40B4-BE49-F238E27FC236}">
                <a16:creationId xmlns:a16="http://schemas.microsoft.com/office/drawing/2014/main" id="{B47937BC-FCEA-CF86-9ECE-0BB1BEC95F73}"/>
              </a:ext>
            </a:extLst>
          </p:cNvPr>
          <p:cNvSpPr>
            <a:spLocks noGrp="1"/>
          </p:cNvSpPr>
          <p:nvPr>
            <p:ph type="body" sz="quarter" idx="14" hasCustomPrompt="1"/>
          </p:nvPr>
        </p:nvSpPr>
        <p:spPr>
          <a:xfrm>
            <a:off x="8040624"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chemeClr val="bg1"/>
                </a:solidFill>
                <a:latin typeface="+mj-lt"/>
              </a:defRPr>
            </a:lvl1pPr>
          </a:lstStyle>
          <a:p>
            <a:pPr lvl="0"/>
            <a:r>
              <a:rPr lang="en-US" dirty="0"/>
              <a:t>Click to edit text styles</a:t>
            </a:r>
          </a:p>
        </p:txBody>
      </p:sp>
      <p:sp>
        <p:nvSpPr>
          <p:cNvPr id="13" name="Content Placeholder 2">
            <a:extLst>
              <a:ext uri="{FF2B5EF4-FFF2-40B4-BE49-F238E27FC236}">
                <a16:creationId xmlns:a16="http://schemas.microsoft.com/office/drawing/2014/main" id="{F0F4CBDF-F4ED-5751-33F6-BFE24BB0F3FC}"/>
              </a:ext>
            </a:extLst>
          </p:cNvPr>
          <p:cNvSpPr>
            <a:spLocks noGrp="1"/>
          </p:cNvSpPr>
          <p:nvPr>
            <p:ph sz="half" idx="13" hasCustomPrompt="1"/>
          </p:nvPr>
        </p:nvSpPr>
        <p:spPr>
          <a:xfrm>
            <a:off x="8040624" y="2084069"/>
            <a:ext cx="3511296" cy="4134169"/>
          </a:xfrm>
          <a:solidFill>
            <a:schemeClr val="bg1"/>
          </a:solidFill>
          <a:ln>
            <a:noFill/>
          </a:ln>
        </p:spPr>
        <p:txBody>
          <a:bodyPr lIns="137160" tIns="137160" rIns="137160" bIns="137160"/>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876734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 Columns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dirty="0"/>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3976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chemeClr val="bg1"/>
                </a:solidFill>
                <a:latin typeface="+mj-lt"/>
              </a:defRPr>
            </a:lvl1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79" y="2084069"/>
            <a:ext cx="2590801" cy="4134169"/>
          </a:xfrm>
          <a:solidFill>
            <a:schemeClr val="bg1"/>
          </a:solidFill>
          <a:ln>
            <a:noFill/>
          </a:ln>
        </p:spPr>
        <p:txBody>
          <a:bodyPr lIns="137160" tIns="137160" rIns="137160" bIns="13716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7">
            <a:extLst>
              <a:ext uri="{FF2B5EF4-FFF2-40B4-BE49-F238E27FC236}">
                <a16:creationId xmlns:a16="http://schemas.microsoft.com/office/drawing/2014/main" id="{893B42FB-5999-B3E9-6C21-A952B948FDA7}"/>
              </a:ext>
            </a:extLst>
          </p:cNvPr>
          <p:cNvSpPr>
            <a:spLocks noGrp="1"/>
          </p:cNvSpPr>
          <p:nvPr>
            <p:ph type="body" sz="quarter" idx="12" hasCustomPrompt="1"/>
          </p:nvPr>
        </p:nvSpPr>
        <p:spPr>
          <a:xfrm>
            <a:off x="341344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chemeClr val="bg1"/>
                </a:solidFill>
                <a:latin typeface="+mj-lt"/>
              </a:defRPr>
            </a:lvl1pPr>
          </a:lstStyle>
          <a:p>
            <a:pPr lvl="0"/>
            <a:r>
              <a:rPr lang="en-US" dirty="0"/>
              <a:t>Click to edit text styles</a:t>
            </a:r>
          </a:p>
        </p:txBody>
      </p:sp>
      <p:sp>
        <p:nvSpPr>
          <p:cNvPr id="20" name="Content Placeholder 2">
            <a:extLst>
              <a:ext uri="{FF2B5EF4-FFF2-40B4-BE49-F238E27FC236}">
                <a16:creationId xmlns:a16="http://schemas.microsoft.com/office/drawing/2014/main" id="{C3DD9B0E-BCFC-DE24-9478-B0C73997F4CD}"/>
              </a:ext>
            </a:extLst>
          </p:cNvPr>
          <p:cNvSpPr>
            <a:spLocks noGrp="1"/>
          </p:cNvSpPr>
          <p:nvPr>
            <p:ph sz="half" idx="17" hasCustomPrompt="1"/>
          </p:nvPr>
        </p:nvSpPr>
        <p:spPr>
          <a:xfrm>
            <a:off x="3413443" y="2084069"/>
            <a:ext cx="2590801" cy="4134169"/>
          </a:xfrm>
          <a:solidFill>
            <a:schemeClr val="bg1"/>
          </a:solidFill>
          <a:ln>
            <a:noFill/>
          </a:ln>
        </p:spPr>
        <p:txBody>
          <a:bodyPr lIns="137160" tIns="137160" rIns="137160" bIns="13716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7">
            <a:extLst>
              <a:ext uri="{FF2B5EF4-FFF2-40B4-BE49-F238E27FC236}">
                <a16:creationId xmlns:a16="http://schemas.microsoft.com/office/drawing/2014/main" id="{408E2BB1-3472-BF16-ED03-7CE5ABEC0E32}"/>
              </a:ext>
            </a:extLst>
          </p:cNvPr>
          <p:cNvSpPr>
            <a:spLocks noGrp="1"/>
          </p:cNvSpPr>
          <p:nvPr>
            <p:ph type="body" sz="quarter" idx="14" hasCustomPrompt="1"/>
          </p:nvPr>
        </p:nvSpPr>
        <p:spPr>
          <a:xfrm>
            <a:off x="6187600"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chemeClr val="bg1"/>
                </a:solidFill>
                <a:latin typeface="+mj-lt"/>
              </a:defRPr>
            </a:lvl1pPr>
          </a:lstStyle>
          <a:p>
            <a:pPr lvl="0"/>
            <a:r>
              <a:rPr lang="en-US" dirty="0"/>
              <a:t>Click to edit text styles</a:t>
            </a:r>
          </a:p>
        </p:txBody>
      </p:sp>
      <p:sp>
        <p:nvSpPr>
          <p:cNvPr id="21" name="Content Placeholder 2">
            <a:extLst>
              <a:ext uri="{FF2B5EF4-FFF2-40B4-BE49-F238E27FC236}">
                <a16:creationId xmlns:a16="http://schemas.microsoft.com/office/drawing/2014/main" id="{3422803A-3C57-F77D-E23A-7A9EDA5A4C0C}"/>
              </a:ext>
            </a:extLst>
          </p:cNvPr>
          <p:cNvSpPr>
            <a:spLocks noGrp="1"/>
          </p:cNvSpPr>
          <p:nvPr>
            <p:ph sz="half" idx="18" hasCustomPrompt="1"/>
          </p:nvPr>
        </p:nvSpPr>
        <p:spPr>
          <a:xfrm>
            <a:off x="6187600" y="2084069"/>
            <a:ext cx="2590801" cy="4134169"/>
          </a:xfrm>
          <a:solidFill>
            <a:schemeClr val="bg1"/>
          </a:solidFill>
          <a:ln>
            <a:noFill/>
          </a:ln>
        </p:spPr>
        <p:txBody>
          <a:bodyPr lIns="137160" tIns="137160" rIns="137160" bIns="13716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7">
            <a:extLst>
              <a:ext uri="{FF2B5EF4-FFF2-40B4-BE49-F238E27FC236}">
                <a16:creationId xmlns:a16="http://schemas.microsoft.com/office/drawing/2014/main" id="{8644D253-0A20-D2D5-3705-32A1EAF2C3E9}"/>
              </a:ext>
            </a:extLst>
          </p:cNvPr>
          <p:cNvSpPr>
            <a:spLocks noGrp="1"/>
          </p:cNvSpPr>
          <p:nvPr>
            <p:ph type="body" sz="quarter" idx="16" hasCustomPrompt="1"/>
          </p:nvPr>
        </p:nvSpPr>
        <p:spPr>
          <a:xfrm>
            <a:off x="8961598"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chemeClr val="bg1"/>
                </a:solidFill>
                <a:latin typeface="+mj-lt"/>
              </a:defRPr>
            </a:lvl1pPr>
          </a:lstStyle>
          <a:p>
            <a:pPr lvl="0"/>
            <a:r>
              <a:rPr lang="en-US" dirty="0"/>
              <a:t>Click to edit text styles</a:t>
            </a:r>
          </a:p>
        </p:txBody>
      </p:sp>
      <p:sp>
        <p:nvSpPr>
          <p:cNvPr id="22" name="Content Placeholder 2">
            <a:extLst>
              <a:ext uri="{FF2B5EF4-FFF2-40B4-BE49-F238E27FC236}">
                <a16:creationId xmlns:a16="http://schemas.microsoft.com/office/drawing/2014/main" id="{4C5DA0EE-F75D-43D7-1BC1-178FAD4EABBC}"/>
              </a:ext>
            </a:extLst>
          </p:cNvPr>
          <p:cNvSpPr>
            <a:spLocks noGrp="1"/>
          </p:cNvSpPr>
          <p:nvPr>
            <p:ph sz="half" idx="19" hasCustomPrompt="1"/>
          </p:nvPr>
        </p:nvSpPr>
        <p:spPr>
          <a:xfrm>
            <a:off x="8961598" y="2084069"/>
            <a:ext cx="2590801" cy="4134169"/>
          </a:xfrm>
          <a:solidFill>
            <a:schemeClr val="bg1"/>
          </a:solidFill>
          <a:ln>
            <a:noFill/>
          </a:ln>
        </p:spPr>
        <p:txBody>
          <a:bodyPr lIns="137160" tIns="137160" rIns="137160" bIns="13716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95264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x4 Grid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39762" y="347472"/>
            <a:ext cx="10911840" cy="640080"/>
          </a:xfrm>
        </p:spPr>
        <p:txBody>
          <a:bodyPr/>
          <a:lstStyle/>
          <a:p>
            <a:r>
              <a:rPr lang="en-US" dirty="0"/>
              <a:t>Click to edit title style</a:t>
            </a:r>
          </a:p>
        </p:txBody>
      </p:sp>
      <p:sp>
        <p:nvSpPr>
          <p:cNvPr id="6" name="Text Placeholder 7">
            <a:extLst>
              <a:ext uri="{FF2B5EF4-FFF2-40B4-BE49-F238E27FC236}">
                <a16:creationId xmlns:a16="http://schemas.microsoft.com/office/drawing/2014/main" id="{BA1EBED7-F22A-AEEF-50AF-DCA60FB5AF5D}"/>
              </a:ext>
            </a:extLst>
          </p:cNvPr>
          <p:cNvSpPr>
            <a:spLocks noGrp="1"/>
          </p:cNvSpPr>
          <p:nvPr>
            <p:ph type="body" sz="quarter" idx="10" hasCustomPrompt="1"/>
          </p:nvPr>
        </p:nvSpPr>
        <p:spPr>
          <a:xfrm>
            <a:off x="639762"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chemeClr val="bg1"/>
                </a:solidFill>
                <a:latin typeface="+mn-lt"/>
              </a:defRPr>
            </a:lvl1pPr>
          </a:lstStyle>
          <a:p>
            <a:pPr lvl="0"/>
            <a:r>
              <a:rPr lang="en-US" dirty="0"/>
              <a:t>Click to edit text styles</a:t>
            </a:r>
          </a:p>
        </p:txBody>
      </p:sp>
      <p:sp>
        <p:nvSpPr>
          <p:cNvPr id="4" name="Content Placeholder 2">
            <a:extLst>
              <a:ext uri="{FF2B5EF4-FFF2-40B4-BE49-F238E27FC236}">
                <a16:creationId xmlns:a16="http://schemas.microsoft.com/office/drawing/2014/main" id="{4DF7A658-66DC-B049-F531-80D4915734F9}"/>
              </a:ext>
            </a:extLst>
          </p:cNvPr>
          <p:cNvSpPr>
            <a:spLocks noGrp="1"/>
          </p:cNvSpPr>
          <p:nvPr>
            <p:ph sz="half" idx="1" hasCustomPrompt="1"/>
          </p:nvPr>
        </p:nvSpPr>
        <p:spPr>
          <a:xfrm>
            <a:off x="639762" y="1809751"/>
            <a:ext cx="5367528" cy="1881822"/>
          </a:xfrm>
          <a:solidFill>
            <a:schemeClr val="bg1"/>
          </a:solidFill>
          <a:ln>
            <a:noFill/>
          </a:ln>
        </p:spPr>
        <p:txBody>
          <a:bodyPr lIns="137160" tIns="137160" rIns="137160" bIns="137160">
            <a:normAutofit/>
          </a:bodyPr>
          <a:lstStyle>
            <a:lvl1pPr marL="169863" indent="-169863">
              <a:spcAft>
                <a:spcPts val="600"/>
              </a:spcAft>
              <a:defRPr sz="1400"/>
            </a:lvl1pPr>
            <a:lvl2pPr marL="341313" indent="-169863">
              <a:spcAft>
                <a:spcPts val="600"/>
              </a:spcAft>
              <a:defRPr sz="1400"/>
            </a:lvl2pPr>
            <a:lvl3pPr marL="511175" indent="-169863">
              <a:spcAft>
                <a:spcPts val="600"/>
              </a:spcAft>
              <a:defRPr sz="1400"/>
            </a:lvl3pPr>
            <a:lvl4pPr marL="688975" indent="-173038">
              <a:spcAft>
                <a:spcPts val="600"/>
              </a:spcAft>
              <a:defRPr sz="1400"/>
            </a:lvl4pPr>
            <a:lvl5pPr marL="860425" indent="-173038">
              <a:spcAft>
                <a:spcPts val="600"/>
              </a:spcAft>
              <a:defRPr sz="14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ext Placeholder 7">
            <a:extLst>
              <a:ext uri="{FF2B5EF4-FFF2-40B4-BE49-F238E27FC236}">
                <a16:creationId xmlns:a16="http://schemas.microsoft.com/office/drawing/2014/main" id="{03C0FC96-C70F-998A-9A23-3EFB1C5B422E}"/>
              </a:ext>
            </a:extLst>
          </p:cNvPr>
          <p:cNvSpPr>
            <a:spLocks noGrp="1"/>
          </p:cNvSpPr>
          <p:nvPr>
            <p:ph type="body" sz="quarter" idx="12" hasCustomPrompt="1"/>
          </p:nvPr>
        </p:nvSpPr>
        <p:spPr>
          <a:xfrm>
            <a:off x="6184074"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chemeClr val="bg1"/>
                </a:solidFill>
                <a:latin typeface="+mn-lt"/>
              </a:defRPr>
            </a:lvl1pPr>
          </a:lstStyle>
          <a:p>
            <a:pPr lvl="0"/>
            <a:r>
              <a:rPr lang="en-US" dirty="0"/>
              <a:t>Click to edit text styles</a:t>
            </a:r>
          </a:p>
        </p:txBody>
      </p:sp>
      <p:sp>
        <p:nvSpPr>
          <p:cNvPr id="7" name="Content Placeholder 2">
            <a:extLst>
              <a:ext uri="{FF2B5EF4-FFF2-40B4-BE49-F238E27FC236}">
                <a16:creationId xmlns:a16="http://schemas.microsoft.com/office/drawing/2014/main" id="{D2D03784-EE29-2040-37CA-E24316759542}"/>
              </a:ext>
            </a:extLst>
          </p:cNvPr>
          <p:cNvSpPr>
            <a:spLocks noGrp="1"/>
          </p:cNvSpPr>
          <p:nvPr>
            <p:ph sz="half" idx="11" hasCustomPrompt="1"/>
          </p:nvPr>
        </p:nvSpPr>
        <p:spPr>
          <a:xfrm>
            <a:off x="6184074" y="1809751"/>
            <a:ext cx="5367528" cy="1881822"/>
          </a:xfrm>
          <a:solidFill>
            <a:schemeClr val="bg1"/>
          </a:solidFill>
          <a:ln>
            <a:noFill/>
          </a:ln>
        </p:spPr>
        <p:txBody>
          <a:bodyPr lIns="137160" tIns="137160" rIns="137160" bIns="137160">
            <a:normAutofit/>
          </a:bodyPr>
          <a:lstStyle>
            <a:lvl1pPr marL="169863" indent="-169863">
              <a:spcAft>
                <a:spcPts val="600"/>
              </a:spcAft>
              <a:defRPr sz="1400"/>
            </a:lvl1pPr>
            <a:lvl2pPr marL="341313" indent="-169863">
              <a:spcAft>
                <a:spcPts val="600"/>
              </a:spcAft>
              <a:defRPr sz="1400"/>
            </a:lvl2pPr>
            <a:lvl3pPr marL="511175" indent="-169863">
              <a:spcAft>
                <a:spcPts val="600"/>
              </a:spcAft>
              <a:defRPr sz="1400"/>
            </a:lvl3pPr>
            <a:lvl4pPr marL="688975" indent="-173038">
              <a:spcAft>
                <a:spcPts val="600"/>
              </a:spcAft>
              <a:defRPr sz="1400"/>
            </a:lvl4pPr>
            <a:lvl5pPr marL="860425" indent="-173038">
              <a:spcAft>
                <a:spcPts val="600"/>
              </a:spcAft>
              <a:defRPr sz="14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7">
            <a:extLst>
              <a:ext uri="{FF2B5EF4-FFF2-40B4-BE49-F238E27FC236}">
                <a16:creationId xmlns:a16="http://schemas.microsoft.com/office/drawing/2014/main" id="{8FAA5EC1-E581-7F86-69FD-456AAC31E8D5}"/>
              </a:ext>
            </a:extLst>
          </p:cNvPr>
          <p:cNvSpPr>
            <a:spLocks noGrp="1"/>
          </p:cNvSpPr>
          <p:nvPr>
            <p:ph type="body" sz="quarter" idx="14" hasCustomPrompt="1"/>
          </p:nvPr>
        </p:nvSpPr>
        <p:spPr>
          <a:xfrm>
            <a:off x="639762"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chemeClr val="bg1"/>
                </a:solidFill>
                <a:latin typeface="+mn-lt"/>
              </a:defRPr>
            </a:lvl1pPr>
          </a:lstStyle>
          <a:p>
            <a:pPr lvl="0"/>
            <a:r>
              <a:rPr lang="en-US" dirty="0"/>
              <a:t>Click to edit text styles</a:t>
            </a:r>
          </a:p>
        </p:txBody>
      </p:sp>
      <p:sp>
        <p:nvSpPr>
          <p:cNvPr id="10" name="Content Placeholder 2">
            <a:extLst>
              <a:ext uri="{FF2B5EF4-FFF2-40B4-BE49-F238E27FC236}">
                <a16:creationId xmlns:a16="http://schemas.microsoft.com/office/drawing/2014/main" id="{59BAE097-DB91-0EF3-B142-A7B9DBC1171D}"/>
              </a:ext>
            </a:extLst>
          </p:cNvPr>
          <p:cNvSpPr>
            <a:spLocks noGrp="1"/>
          </p:cNvSpPr>
          <p:nvPr>
            <p:ph sz="half" idx="13" hasCustomPrompt="1"/>
          </p:nvPr>
        </p:nvSpPr>
        <p:spPr>
          <a:xfrm>
            <a:off x="639762" y="4334828"/>
            <a:ext cx="5367528" cy="1881822"/>
          </a:xfrm>
          <a:solidFill>
            <a:schemeClr val="bg1"/>
          </a:solidFill>
          <a:ln>
            <a:noFill/>
          </a:ln>
        </p:spPr>
        <p:txBody>
          <a:bodyPr lIns="137160" tIns="137160" rIns="137160" bIns="137160">
            <a:normAutofit/>
          </a:bodyPr>
          <a:lstStyle>
            <a:lvl1pPr marL="169863" indent="-169863">
              <a:spcAft>
                <a:spcPts val="600"/>
              </a:spcAft>
              <a:defRPr sz="1400"/>
            </a:lvl1pPr>
            <a:lvl2pPr marL="341313" indent="-169863">
              <a:spcAft>
                <a:spcPts val="600"/>
              </a:spcAft>
              <a:defRPr sz="1400"/>
            </a:lvl2pPr>
            <a:lvl3pPr marL="511175" indent="-169863">
              <a:spcAft>
                <a:spcPts val="600"/>
              </a:spcAft>
              <a:defRPr sz="1400"/>
            </a:lvl3pPr>
            <a:lvl4pPr marL="688975" indent="-173038">
              <a:spcAft>
                <a:spcPts val="600"/>
              </a:spcAft>
              <a:defRPr sz="1400"/>
            </a:lvl4pPr>
            <a:lvl5pPr marL="860425" indent="-173038">
              <a:spcAft>
                <a:spcPts val="600"/>
              </a:spcAft>
              <a:defRPr sz="14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7">
            <a:extLst>
              <a:ext uri="{FF2B5EF4-FFF2-40B4-BE49-F238E27FC236}">
                <a16:creationId xmlns:a16="http://schemas.microsoft.com/office/drawing/2014/main" id="{E95ECE6F-897C-C9A8-BE7B-4BA634EE6D74}"/>
              </a:ext>
            </a:extLst>
          </p:cNvPr>
          <p:cNvSpPr>
            <a:spLocks noGrp="1"/>
          </p:cNvSpPr>
          <p:nvPr>
            <p:ph type="body" sz="quarter" idx="16" hasCustomPrompt="1"/>
          </p:nvPr>
        </p:nvSpPr>
        <p:spPr>
          <a:xfrm>
            <a:off x="6184074"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chemeClr val="bg1"/>
                </a:solidFill>
                <a:latin typeface="+mn-lt"/>
              </a:defRPr>
            </a:lvl1pPr>
          </a:lstStyle>
          <a:p>
            <a:pPr lvl="0"/>
            <a:r>
              <a:rPr lang="en-US" dirty="0"/>
              <a:t>Click to edit text styles</a:t>
            </a:r>
          </a:p>
        </p:txBody>
      </p:sp>
      <p:sp>
        <p:nvSpPr>
          <p:cNvPr id="17" name="Content Placeholder 2">
            <a:extLst>
              <a:ext uri="{FF2B5EF4-FFF2-40B4-BE49-F238E27FC236}">
                <a16:creationId xmlns:a16="http://schemas.microsoft.com/office/drawing/2014/main" id="{F3DD6434-B377-6CD5-E09D-4A7DE6664705}"/>
              </a:ext>
            </a:extLst>
          </p:cNvPr>
          <p:cNvSpPr>
            <a:spLocks noGrp="1"/>
          </p:cNvSpPr>
          <p:nvPr>
            <p:ph sz="half" idx="15" hasCustomPrompt="1"/>
          </p:nvPr>
        </p:nvSpPr>
        <p:spPr>
          <a:xfrm>
            <a:off x="6184074" y="4334828"/>
            <a:ext cx="5367528" cy="1881822"/>
          </a:xfrm>
          <a:solidFill>
            <a:schemeClr val="bg1"/>
          </a:solidFill>
          <a:ln>
            <a:noFill/>
          </a:ln>
        </p:spPr>
        <p:txBody>
          <a:bodyPr lIns="137160" tIns="137160" rIns="137160" bIns="137160">
            <a:normAutofit/>
          </a:bodyPr>
          <a:lstStyle>
            <a:lvl1pPr marL="169863" indent="-169863">
              <a:spcAft>
                <a:spcPts val="600"/>
              </a:spcAft>
              <a:defRPr sz="1400"/>
            </a:lvl1pPr>
            <a:lvl2pPr marL="341313" indent="-169863">
              <a:spcAft>
                <a:spcPts val="600"/>
              </a:spcAft>
              <a:defRPr sz="1400"/>
            </a:lvl2pPr>
            <a:lvl3pPr marL="511175" indent="-169863">
              <a:spcAft>
                <a:spcPts val="600"/>
              </a:spcAft>
              <a:defRPr sz="1400"/>
            </a:lvl3pPr>
            <a:lvl4pPr marL="688975" indent="-173038">
              <a:spcAft>
                <a:spcPts val="600"/>
              </a:spcAft>
              <a:defRPr sz="1400"/>
            </a:lvl4pPr>
            <a:lvl5pPr marL="860425" indent="-173038">
              <a:spcAft>
                <a:spcPts val="600"/>
              </a:spcAft>
              <a:defRPr sz="1400"/>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48563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 Takeaway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43C991-9E2F-104F-8898-D7E73809249E}"/>
              </a:ext>
            </a:extLst>
          </p:cNvPr>
          <p:cNvSpPr>
            <a:spLocks noGrp="1"/>
          </p:cNvSpPr>
          <p:nvPr>
            <p:ph type="title" hasCustomPrompt="1"/>
          </p:nvPr>
        </p:nvSpPr>
        <p:spPr>
          <a:xfrm>
            <a:off x="1044713" y="2051164"/>
            <a:ext cx="2527976" cy="2753150"/>
          </a:xfrm>
          <a:noFill/>
        </p:spPr>
        <p:txBody>
          <a:bodyPr lIns="0" tIns="0" rIns="0" bIns="0" anchor="ctr" anchorCtr="0"/>
          <a:lstStyle>
            <a:lvl1pPr algn="ctr">
              <a:defRPr sz="2800">
                <a:solidFill>
                  <a:schemeClr val="tx1"/>
                </a:solidFill>
              </a:defRPr>
            </a:lvl1pPr>
          </a:lstStyle>
          <a:p>
            <a:r>
              <a:rPr lang="en-US" dirty="0"/>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1648828"/>
            <a:ext cx="1594925" cy="1591056"/>
          </a:xfrm>
          <a:solidFill>
            <a:schemeClr val="accent1"/>
          </a:solidFill>
        </p:spPr>
        <p:txBody>
          <a:bodyPr wrap="none" anchor="ctr">
            <a:noAutofit/>
          </a:bodyPr>
          <a:lstStyle>
            <a:lvl1pPr marL="0" indent="0" algn="ctr">
              <a:buFontTx/>
              <a:buNone/>
              <a:defRPr sz="4800" b="0">
                <a:solidFill>
                  <a:schemeClr val="bg1"/>
                </a:solidFill>
                <a:latin typeface="+mj-lt"/>
              </a:defRPr>
            </a:lvl1pPr>
          </a:lstStyle>
          <a:p>
            <a:pPr lvl="0"/>
            <a:r>
              <a:rPr lang="en-US" dirty="0"/>
              <a:t>1</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38322" y="1648828"/>
            <a:ext cx="5613915" cy="1591056"/>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17">
            <a:extLst>
              <a:ext uri="{FF2B5EF4-FFF2-40B4-BE49-F238E27FC236}">
                <a16:creationId xmlns:a16="http://schemas.microsoft.com/office/drawing/2014/main" id="{5A8F2CDB-E1B1-B57E-B5BF-DF4AD07E7F21}"/>
              </a:ext>
            </a:extLst>
          </p:cNvPr>
          <p:cNvSpPr>
            <a:spLocks noGrp="1"/>
          </p:cNvSpPr>
          <p:nvPr>
            <p:ph type="body" sz="quarter" idx="13" hasCustomPrompt="1"/>
          </p:nvPr>
        </p:nvSpPr>
        <p:spPr>
          <a:xfrm>
            <a:off x="4343398" y="3615596"/>
            <a:ext cx="1594925" cy="1591056"/>
          </a:xfrm>
          <a:solidFill>
            <a:schemeClr val="accent1"/>
          </a:solidFill>
        </p:spPr>
        <p:txBody>
          <a:bodyPr wrap="none" anchor="ctr">
            <a:noAutofit/>
          </a:bodyPr>
          <a:lstStyle>
            <a:lvl1pPr marL="0" indent="0" algn="ctr">
              <a:buFontTx/>
              <a:buNone/>
              <a:defRPr sz="4800" b="0">
                <a:solidFill>
                  <a:schemeClr val="bg1"/>
                </a:solidFill>
                <a:latin typeface="+mj-lt"/>
              </a:defRPr>
            </a:lvl1pPr>
          </a:lstStyle>
          <a:p>
            <a:pPr lvl="0"/>
            <a:r>
              <a:rPr lang="en-US" dirty="0"/>
              <a:t>2</a:t>
            </a:r>
          </a:p>
        </p:txBody>
      </p:sp>
      <p:sp>
        <p:nvSpPr>
          <p:cNvPr id="8" name="Content Placeholder 2">
            <a:extLst>
              <a:ext uri="{FF2B5EF4-FFF2-40B4-BE49-F238E27FC236}">
                <a16:creationId xmlns:a16="http://schemas.microsoft.com/office/drawing/2014/main" id="{2054D76D-FB29-6987-DD5B-1A13AB4FCE13}"/>
              </a:ext>
            </a:extLst>
          </p:cNvPr>
          <p:cNvSpPr>
            <a:spLocks noGrp="1"/>
          </p:cNvSpPr>
          <p:nvPr>
            <p:ph idx="14" hasCustomPrompt="1"/>
          </p:nvPr>
        </p:nvSpPr>
        <p:spPr>
          <a:xfrm>
            <a:off x="5938322" y="3615596"/>
            <a:ext cx="5613915" cy="1591056"/>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a:extLst>
              <a:ext uri="{FF2B5EF4-FFF2-40B4-BE49-F238E27FC236}">
                <a16:creationId xmlns:a16="http://schemas.microsoft.com/office/drawing/2014/main" id="{DB20615E-14EE-FC1C-9BBF-857637564208}"/>
              </a:ext>
            </a:extLst>
          </p:cNvPr>
          <p:cNvSpPr/>
          <p:nvPr userDrawn="1"/>
        </p:nvSpPr>
        <p:spPr>
          <a:xfrm>
            <a:off x="0" y="1648828"/>
            <a:ext cx="170125" cy="170125"/>
          </a:xfrm>
          <a:prstGeom prst="rect">
            <a:avLst/>
          </a:pr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Rectangle 6">
            <a:extLst>
              <a:ext uri="{FF2B5EF4-FFF2-40B4-BE49-F238E27FC236}">
                <a16:creationId xmlns:a16="http://schemas.microsoft.com/office/drawing/2014/main" id="{8C041DA2-59D2-63CE-EC7F-5543C59486F8}"/>
              </a:ext>
            </a:extLst>
          </p:cNvPr>
          <p:cNvSpPr/>
          <p:nvPr userDrawn="1"/>
        </p:nvSpPr>
        <p:spPr>
          <a:xfrm>
            <a:off x="172113" y="1178565"/>
            <a:ext cx="470263" cy="470263"/>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2" name="Freeform: Shape 11">
            <a:extLst>
              <a:ext uri="{FF2B5EF4-FFF2-40B4-BE49-F238E27FC236}">
                <a16:creationId xmlns:a16="http://schemas.microsoft.com/office/drawing/2014/main" id="{FB1D1B98-4A48-0573-477C-8FCC84C6901B}"/>
              </a:ext>
            </a:extLst>
          </p:cNvPr>
          <p:cNvSpPr/>
          <p:nvPr userDrawn="1"/>
        </p:nvSpPr>
        <p:spPr>
          <a:xfrm>
            <a:off x="642377" y="1648828"/>
            <a:ext cx="3332650" cy="3557824"/>
          </a:xfrm>
          <a:custGeom>
            <a:avLst/>
            <a:gdLst>
              <a:gd name="connsiteX0" fmla="*/ 34261 w 3332650"/>
              <a:gd name="connsiteY0" fmla="*/ 36576 h 3557824"/>
              <a:gd name="connsiteX1" fmla="*/ 34261 w 3332650"/>
              <a:gd name="connsiteY1" fmla="*/ 3521248 h 3557824"/>
              <a:gd name="connsiteX2" fmla="*/ 3298389 w 3332650"/>
              <a:gd name="connsiteY2" fmla="*/ 3521248 h 3557824"/>
              <a:gd name="connsiteX3" fmla="*/ 3298389 w 3332650"/>
              <a:gd name="connsiteY3" fmla="*/ 36576 h 3557824"/>
              <a:gd name="connsiteX4" fmla="*/ 0 w 3332650"/>
              <a:gd name="connsiteY4" fmla="*/ 0 h 3557824"/>
              <a:gd name="connsiteX5" fmla="*/ 3332650 w 3332650"/>
              <a:gd name="connsiteY5" fmla="*/ 0 h 3557824"/>
              <a:gd name="connsiteX6" fmla="*/ 3332650 w 3332650"/>
              <a:gd name="connsiteY6" fmla="*/ 3557824 h 3557824"/>
              <a:gd name="connsiteX7" fmla="*/ 0 w 3332650"/>
              <a:gd name="connsiteY7" fmla="*/ 3557824 h 355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2650" h="3557824">
                <a:moveTo>
                  <a:pt x="34261" y="36576"/>
                </a:moveTo>
                <a:lnTo>
                  <a:pt x="34261" y="3521248"/>
                </a:lnTo>
                <a:lnTo>
                  <a:pt x="3298389" y="3521248"/>
                </a:lnTo>
                <a:lnTo>
                  <a:pt x="3298389" y="36576"/>
                </a:lnTo>
                <a:close/>
                <a:moveTo>
                  <a:pt x="0" y="0"/>
                </a:moveTo>
                <a:lnTo>
                  <a:pt x="3332650" y="0"/>
                </a:lnTo>
                <a:lnTo>
                  <a:pt x="3332650" y="3557824"/>
                </a:lnTo>
                <a:lnTo>
                  <a:pt x="0" y="355782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Tree>
    <p:extLst>
      <p:ext uri="{BB962C8B-B14F-4D97-AF65-F5344CB8AC3E}">
        <p14:creationId xmlns:p14="http://schemas.microsoft.com/office/powerpoint/2010/main" val="2704607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 Takeaways">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61F33502-FF3E-5973-3DA5-5995A853054B}"/>
              </a:ext>
            </a:extLst>
          </p:cNvPr>
          <p:cNvSpPr>
            <a:spLocks noGrp="1"/>
          </p:cNvSpPr>
          <p:nvPr>
            <p:ph type="title" hasCustomPrompt="1"/>
          </p:nvPr>
        </p:nvSpPr>
        <p:spPr>
          <a:xfrm>
            <a:off x="1044713" y="1042416"/>
            <a:ext cx="2527976" cy="4773170"/>
          </a:xfrm>
          <a:noFill/>
        </p:spPr>
        <p:txBody>
          <a:bodyPr lIns="0" tIns="0" rIns="0" bIns="0" anchor="ctr" anchorCtr="0"/>
          <a:lstStyle>
            <a:lvl1pPr algn="ctr">
              <a:defRPr sz="2800">
                <a:solidFill>
                  <a:schemeClr val="tx1"/>
                </a:solidFill>
              </a:defRPr>
            </a:lvl1pPr>
          </a:lstStyle>
          <a:p>
            <a:r>
              <a:rPr lang="en-US" dirty="0"/>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641031"/>
            <a:ext cx="1619348" cy="1614066"/>
          </a:xfrm>
          <a:solidFill>
            <a:schemeClr val="accent2"/>
          </a:solidFill>
        </p:spPr>
        <p:txBody>
          <a:bodyPr wrap="none" anchor="ctr">
            <a:noAutofit/>
          </a:bodyPr>
          <a:lstStyle>
            <a:lvl1pPr marL="0" indent="0" algn="ctr">
              <a:buFontTx/>
              <a:buNone/>
              <a:defRPr sz="4800" b="0">
                <a:latin typeface="+mj-lt"/>
              </a:defRPr>
            </a:lvl1pPr>
          </a:lstStyle>
          <a:p>
            <a:pPr lvl="0"/>
            <a:r>
              <a:rPr lang="en-US" dirty="0"/>
              <a:t>1</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62746" y="641031"/>
            <a:ext cx="5586876" cy="1614066"/>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17">
            <a:extLst>
              <a:ext uri="{FF2B5EF4-FFF2-40B4-BE49-F238E27FC236}">
                <a16:creationId xmlns:a16="http://schemas.microsoft.com/office/drawing/2014/main" id="{A30BF0C4-DF3D-5C44-48D9-DF7D30C754AD}"/>
              </a:ext>
            </a:extLst>
          </p:cNvPr>
          <p:cNvSpPr>
            <a:spLocks noGrp="1"/>
          </p:cNvSpPr>
          <p:nvPr>
            <p:ph type="body" sz="quarter" idx="13" hasCustomPrompt="1"/>
          </p:nvPr>
        </p:nvSpPr>
        <p:spPr>
          <a:xfrm>
            <a:off x="4343398" y="2621967"/>
            <a:ext cx="1619348" cy="1614066"/>
          </a:xfrm>
          <a:solidFill>
            <a:schemeClr val="accent2"/>
          </a:solidFill>
        </p:spPr>
        <p:txBody>
          <a:bodyPr wrap="none" anchor="ctr">
            <a:noAutofit/>
          </a:bodyPr>
          <a:lstStyle>
            <a:lvl1pPr marL="0" indent="0" algn="ctr">
              <a:buFontTx/>
              <a:buNone/>
              <a:defRPr sz="4800" b="0">
                <a:latin typeface="+mj-lt"/>
              </a:defRPr>
            </a:lvl1pPr>
          </a:lstStyle>
          <a:p>
            <a:pPr lvl="0"/>
            <a:r>
              <a:rPr lang="en-US" dirty="0"/>
              <a:t>2</a:t>
            </a:r>
          </a:p>
        </p:txBody>
      </p:sp>
      <p:sp>
        <p:nvSpPr>
          <p:cNvPr id="20" name="Content Placeholder 2">
            <a:extLst>
              <a:ext uri="{FF2B5EF4-FFF2-40B4-BE49-F238E27FC236}">
                <a16:creationId xmlns:a16="http://schemas.microsoft.com/office/drawing/2014/main" id="{0154E0CC-D588-2E96-E46C-6D3E52BAF92F}"/>
              </a:ext>
            </a:extLst>
          </p:cNvPr>
          <p:cNvSpPr>
            <a:spLocks noGrp="1"/>
          </p:cNvSpPr>
          <p:nvPr>
            <p:ph idx="14" hasCustomPrompt="1"/>
          </p:nvPr>
        </p:nvSpPr>
        <p:spPr>
          <a:xfrm>
            <a:off x="5962746" y="2621967"/>
            <a:ext cx="5586876" cy="1614066"/>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17">
            <a:extLst>
              <a:ext uri="{FF2B5EF4-FFF2-40B4-BE49-F238E27FC236}">
                <a16:creationId xmlns:a16="http://schemas.microsoft.com/office/drawing/2014/main" id="{CD7BB096-5901-7E51-B875-EACF33508152}"/>
              </a:ext>
            </a:extLst>
          </p:cNvPr>
          <p:cNvSpPr>
            <a:spLocks noGrp="1"/>
          </p:cNvSpPr>
          <p:nvPr>
            <p:ph type="body" sz="quarter" idx="15" hasCustomPrompt="1"/>
          </p:nvPr>
        </p:nvSpPr>
        <p:spPr>
          <a:xfrm>
            <a:off x="4343398" y="4601475"/>
            <a:ext cx="1619348" cy="1614066"/>
          </a:xfrm>
          <a:solidFill>
            <a:schemeClr val="accent2"/>
          </a:solidFill>
        </p:spPr>
        <p:txBody>
          <a:bodyPr wrap="none" anchor="ctr">
            <a:noAutofit/>
          </a:bodyPr>
          <a:lstStyle>
            <a:lvl1pPr marL="0" indent="0" algn="ctr">
              <a:buFontTx/>
              <a:buNone/>
              <a:defRPr sz="4800" b="0">
                <a:latin typeface="+mj-lt"/>
              </a:defRPr>
            </a:lvl1pPr>
          </a:lstStyle>
          <a:p>
            <a:pPr lvl="0"/>
            <a:r>
              <a:rPr lang="en-US" dirty="0"/>
              <a:t>3</a:t>
            </a:r>
          </a:p>
        </p:txBody>
      </p:sp>
      <p:sp>
        <p:nvSpPr>
          <p:cNvPr id="22" name="Content Placeholder 2">
            <a:extLst>
              <a:ext uri="{FF2B5EF4-FFF2-40B4-BE49-F238E27FC236}">
                <a16:creationId xmlns:a16="http://schemas.microsoft.com/office/drawing/2014/main" id="{CCD5DBF6-B7D4-ABF3-6073-A8AD1A08FB7A}"/>
              </a:ext>
            </a:extLst>
          </p:cNvPr>
          <p:cNvSpPr>
            <a:spLocks noGrp="1"/>
          </p:cNvSpPr>
          <p:nvPr>
            <p:ph idx="16" hasCustomPrompt="1"/>
          </p:nvPr>
        </p:nvSpPr>
        <p:spPr>
          <a:xfrm>
            <a:off x="5962746" y="4601475"/>
            <a:ext cx="5586876" cy="1614066"/>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6F219CFF-697A-9290-2215-D4718F081482}"/>
              </a:ext>
            </a:extLst>
          </p:cNvPr>
          <p:cNvSpPr txBox="1">
            <a:spLocks/>
          </p:cNvSpPr>
          <p:nvPr userDrawn="1"/>
        </p:nvSpPr>
        <p:spPr>
          <a:xfrm>
            <a:off x="642377" y="640080"/>
            <a:ext cx="3335262" cy="5577842"/>
          </a:xfrm>
          <a:custGeom>
            <a:avLst/>
            <a:gdLst>
              <a:gd name="connsiteX0" fmla="*/ 36576 w 3335262"/>
              <a:gd name="connsiteY0" fmla="*/ 36576 h 5577842"/>
              <a:gd name="connsiteX1" fmla="*/ 36576 w 3335262"/>
              <a:gd name="connsiteY1" fmla="*/ 5541266 h 5577842"/>
              <a:gd name="connsiteX2" fmla="*/ 3298686 w 3335262"/>
              <a:gd name="connsiteY2" fmla="*/ 5541266 h 5577842"/>
              <a:gd name="connsiteX3" fmla="*/ 3298686 w 3335262"/>
              <a:gd name="connsiteY3" fmla="*/ 36576 h 5577842"/>
              <a:gd name="connsiteX4" fmla="*/ 0 w 3335262"/>
              <a:gd name="connsiteY4" fmla="*/ 0 h 5577842"/>
              <a:gd name="connsiteX5" fmla="*/ 3335262 w 3335262"/>
              <a:gd name="connsiteY5" fmla="*/ 0 h 5577842"/>
              <a:gd name="connsiteX6" fmla="*/ 3335262 w 3335262"/>
              <a:gd name="connsiteY6" fmla="*/ 5577842 h 5577842"/>
              <a:gd name="connsiteX7" fmla="*/ 0 w 3335262"/>
              <a:gd name="connsiteY7" fmla="*/ 5577842 h 55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5262" h="5577842">
                <a:moveTo>
                  <a:pt x="36576" y="36576"/>
                </a:moveTo>
                <a:lnTo>
                  <a:pt x="36576" y="5541266"/>
                </a:lnTo>
                <a:lnTo>
                  <a:pt x="3298686" y="5541266"/>
                </a:lnTo>
                <a:lnTo>
                  <a:pt x="3298686" y="36576"/>
                </a:lnTo>
                <a:close/>
                <a:moveTo>
                  <a:pt x="0" y="0"/>
                </a:moveTo>
                <a:lnTo>
                  <a:pt x="3335262" y="0"/>
                </a:lnTo>
                <a:lnTo>
                  <a:pt x="3335262" y="5577842"/>
                </a:lnTo>
                <a:lnTo>
                  <a:pt x="0" y="5577842"/>
                </a:lnTo>
                <a:close/>
              </a:path>
            </a:pathLst>
          </a:custGeom>
          <a:solidFill>
            <a:schemeClr val="accent2"/>
          </a:solidFill>
        </p:spPr>
        <p:txBody>
          <a:bodyPr vert="horz" wrap="square" lIns="365760" tIns="685800" rIns="365760" bIns="685800" rtlCol="0" anchor="ctr" anchorCtr="0">
            <a:noAutofit/>
          </a:bodyPr>
          <a:lstStyle>
            <a:lvl1pPr algn="ctr" defTabSz="914400" rtl="0" eaLnBrk="1" latinLnBrk="0" hangingPunct="1">
              <a:lnSpc>
                <a:spcPct val="90000"/>
              </a:lnSpc>
              <a:spcBef>
                <a:spcPct val="0"/>
              </a:spcBef>
              <a:buNone/>
              <a:defRPr sz="2800" kern="1200">
                <a:solidFill>
                  <a:schemeClr val="tx1"/>
                </a:solidFill>
                <a:latin typeface="+mj-lt"/>
                <a:ea typeface="+mj-ea"/>
                <a:cs typeface="+mj-cs"/>
              </a:defRPr>
            </a:lvl1pPr>
          </a:lstStyle>
          <a:p>
            <a:endParaRPr lang="en-US" dirty="0"/>
          </a:p>
        </p:txBody>
      </p:sp>
      <p:sp>
        <p:nvSpPr>
          <p:cNvPr id="14" name="Rectangle 13">
            <a:extLst>
              <a:ext uri="{FF2B5EF4-FFF2-40B4-BE49-F238E27FC236}">
                <a16:creationId xmlns:a16="http://schemas.microsoft.com/office/drawing/2014/main" id="{59E8F627-A016-FA9E-2C72-49C329BE2234}"/>
              </a:ext>
            </a:extLst>
          </p:cNvPr>
          <p:cNvSpPr/>
          <p:nvPr userDrawn="1"/>
        </p:nvSpPr>
        <p:spPr>
          <a:xfrm>
            <a:off x="0" y="639763"/>
            <a:ext cx="170125" cy="170125"/>
          </a:xfrm>
          <a:prstGeom prst="rect">
            <a:avLst/>
          </a:prstGeom>
          <a:solidFill>
            <a:srgbClr val="7BD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6" name="Rectangle 15">
            <a:extLst>
              <a:ext uri="{FF2B5EF4-FFF2-40B4-BE49-F238E27FC236}">
                <a16:creationId xmlns:a16="http://schemas.microsoft.com/office/drawing/2014/main" id="{BC4A3421-8B6A-66AB-8AC0-509E1F77ADD9}"/>
              </a:ext>
            </a:extLst>
          </p:cNvPr>
          <p:cNvSpPr/>
          <p:nvPr userDrawn="1"/>
        </p:nvSpPr>
        <p:spPr>
          <a:xfrm>
            <a:off x="172113" y="169500"/>
            <a:ext cx="470263" cy="470263"/>
          </a:xfrm>
          <a:prstGeom prst="rect">
            <a:avLst/>
          </a:prstGeom>
          <a:solidFill>
            <a:srgbClr val="0095CA"/>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813217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4 Takeaways">
    <p:spTree>
      <p:nvGrpSpPr>
        <p:cNvPr id="1" name=""/>
        <p:cNvGrpSpPr/>
        <p:nvPr/>
      </p:nvGrpSpPr>
      <p:grpSpPr>
        <a:xfrm>
          <a:off x="0" y="0"/>
          <a:ext cx="0" cy="0"/>
          <a:chOff x="0" y="0"/>
          <a:chExt cx="0" cy="0"/>
        </a:xfrm>
      </p:grpSpPr>
      <p:sp>
        <p:nvSpPr>
          <p:cNvPr id="19" name="Title 1">
            <a:extLst>
              <a:ext uri="{FF2B5EF4-FFF2-40B4-BE49-F238E27FC236}">
                <a16:creationId xmlns:a16="http://schemas.microsoft.com/office/drawing/2014/main" id="{7A8BDD78-5FAC-8A55-991C-65E237B2FF24}"/>
              </a:ext>
            </a:extLst>
          </p:cNvPr>
          <p:cNvSpPr>
            <a:spLocks noGrp="1"/>
          </p:cNvSpPr>
          <p:nvPr>
            <p:ph type="title" hasCustomPrompt="1"/>
          </p:nvPr>
        </p:nvSpPr>
        <p:spPr>
          <a:xfrm>
            <a:off x="1044713" y="1042416"/>
            <a:ext cx="2527976" cy="4773170"/>
          </a:xfrm>
          <a:noFill/>
        </p:spPr>
        <p:txBody>
          <a:bodyPr lIns="0" tIns="0" rIns="0" bIns="0" anchor="ctr" anchorCtr="0"/>
          <a:lstStyle>
            <a:lvl1pPr algn="ctr">
              <a:defRPr sz="2800">
                <a:solidFill>
                  <a:schemeClr val="tx1"/>
                </a:solidFill>
              </a:defRPr>
            </a:lvl1pPr>
          </a:lstStyle>
          <a:p>
            <a:r>
              <a:rPr lang="en-US" dirty="0"/>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9" y="639763"/>
            <a:ext cx="1263462" cy="1259341"/>
          </a:xfrm>
          <a:solidFill>
            <a:schemeClr val="accent3"/>
          </a:solidFill>
        </p:spPr>
        <p:txBody>
          <a:bodyPr wrap="none" anchor="ctr">
            <a:noAutofit/>
          </a:bodyPr>
          <a:lstStyle>
            <a:lvl1pPr marL="0" indent="0" algn="ctr">
              <a:buFontTx/>
              <a:buNone/>
              <a:defRPr sz="4800" b="0">
                <a:latin typeface="+mj-lt"/>
              </a:defRPr>
            </a:lvl1pPr>
          </a:lstStyle>
          <a:p>
            <a:pPr lvl="0"/>
            <a:r>
              <a:rPr lang="en-US" dirty="0"/>
              <a:t>1</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606861" y="639762"/>
            <a:ext cx="5945376" cy="125934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17">
            <a:extLst>
              <a:ext uri="{FF2B5EF4-FFF2-40B4-BE49-F238E27FC236}">
                <a16:creationId xmlns:a16="http://schemas.microsoft.com/office/drawing/2014/main" id="{D7CA595A-6D62-43D1-587B-082C9783898C}"/>
              </a:ext>
            </a:extLst>
          </p:cNvPr>
          <p:cNvSpPr>
            <a:spLocks noGrp="1"/>
          </p:cNvSpPr>
          <p:nvPr>
            <p:ph type="body" sz="quarter" idx="13" hasCustomPrompt="1"/>
          </p:nvPr>
        </p:nvSpPr>
        <p:spPr>
          <a:xfrm>
            <a:off x="4343399" y="2078943"/>
            <a:ext cx="1263462" cy="1259341"/>
          </a:xfrm>
          <a:solidFill>
            <a:schemeClr val="accent3"/>
          </a:solidFill>
        </p:spPr>
        <p:txBody>
          <a:bodyPr wrap="none" anchor="ctr">
            <a:noAutofit/>
          </a:bodyPr>
          <a:lstStyle>
            <a:lvl1pPr marL="0" indent="0" algn="ctr">
              <a:buFontTx/>
              <a:buNone/>
              <a:defRPr sz="4800" b="0">
                <a:latin typeface="+mj-lt"/>
              </a:defRPr>
            </a:lvl1pPr>
          </a:lstStyle>
          <a:p>
            <a:pPr lvl="0"/>
            <a:r>
              <a:rPr lang="en-US" dirty="0"/>
              <a:t>2</a:t>
            </a:r>
          </a:p>
        </p:txBody>
      </p:sp>
      <p:sp>
        <p:nvSpPr>
          <p:cNvPr id="9" name="Content Placeholder 2">
            <a:extLst>
              <a:ext uri="{FF2B5EF4-FFF2-40B4-BE49-F238E27FC236}">
                <a16:creationId xmlns:a16="http://schemas.microsoft.com/office/drawing/2014/main" id="{C5029D4D-033C-35FC-E0DA-F46E0B606135}"/>
              </a:ext>
            </a:extLst>
          </p:cNvPr>
          <p:cNvSpPr>
            <a:spLocks noGrp="1"/>
          </p:cNvSpPr>
          <p:nvPr>
            <p:ph idx="14" hasCustomPrompt="1"/>
          </p:nvPr>
        </p:nvSpPr>
        <p:spPr>
          <a:xfrm>
            <a:off x="5606861" y="2078942"/>
            <a:ext cx="5945376" cy="125934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17">
            <a:extLst>
              <a:ext uri="{FF2B5EF4-FFF2-40B4-BE49-F238E27FC236}">
                <a16:creationId xmlns:a16="http://schemas.microsoft.com/office/drawing/2014/main" id="{D29D1A13-E761-EC6E-D12B-71C8846FD006}"/>
              </a:ext>
            </a:extLst>
          </p:cNvPr>
          <p:cNvSpPr>
            <a:spLocks noGrp="1"/>
          </p:cNvSpPr>
          <p:nvPr>
            <p:ph type="body" sz="quarter" idx="15" hasCustomPrompt="1"/>
          </p:nvPr>
        </p:nvSpPr>
        <p:spPr>
          <a:xfrm>
            <a:off x="4343399" y="3518122"/>
            <a:ext cx="1263462" cy="1259341"/>
          </a:xfrm>
          <a:solidFill>
            <a:schemeClr val="accent3"/>
          </a:solidFill>
        </p:spPr>
        <p:txBody>
          <a:bodyPr wrap="none" anchor="ctr">
            <a:noAutofit/>
          </a:bodyPr>
          <a:lstStyle>
            <a:lvl1pPr marL="0" indent="0" algn="ctr">
              <a:buFontTx/>
              <a:buNone/>
              <a:defRPr sz="4800" b="0">
                <a:latin typeface="+mj-lt"/>
              </a:defRPr>
            </a:lvl1pPr>
          </a:lstStyle>
          <a:p>
            <a:pPr lvl="0"/>
            <a:r>
              <a:rPr lang="en-US" dirty="0"/>
              <a:t>3</a:t>
            </a:r>
          </a:p>
        </p:txBody>
      </p:sp>
      <p:sp>
        <p:nvSpPr>
          <p:cNvPr id="11" name="Content Placeholder 2">
            <a:extLst>
              <a:ext uri="{FF2B5EF4-FFF2-40B4-BE49-F238E27FC236}">
                <a16:creationId xmlns:a16="http://schemas.microsoft.com/office/drawing/2014/main" id="{FC134D6D-3210-16EF-80F3-C65CD6167A51}"/>
              </a:ext>
            </a:extLst>
          </p:cNvPr>
          <p:cNvSpPr>
            <a:spLocks noGrp="1"/>
          </p:cNvSpPr>
          <p:nvPr>
            <p:ph idx="16" hasCustomPrompt="1"/>
          </p:nvPr>
        </p:nvSpPr>
        <p:spPr>
          <a:xfrm>
            <a:off x="5606861" y="3518121"/>
            <a:ext cx="5945376" cy="125934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17">
            <a:extLst>
              <a:ext uri="{FF2B5EF4-FFF2-40B4-BE49-F238E27FC236}">
                <a16:creationId xmlns:a16="http://schemas.microsoft.com/office/drawing/2014/main" id="{99CE4D8C-A6A7-258C-A083-8DCB8CA9FED5}"/>
              </a:ext>
            </a:extLst>
          </p:cNvPr>
          <p:cNvSpPr>
            <a:spLocks noGrp="1"/>
          </p:cNvSpPr>
          <p:nvPr>
            <p:ph type="body" sz="quarter" idx="17" hasCustomPrompt="1"/>
          </p:nvPr>
        </p:nvSpPr>
        <p:spPr>
          <a:xfrm>
            <a:off x="4343399" y="4957302"/>
            <a:ext cx="1263462" cy="1259341"/>
          </a:xfrm>
          <a:solidFill>
            <a:schemeClr val="accent3"/>
          </a:solidFill>
        </p:spPr>
        <p:txBody>
          <a:bodyPr wrap="none" anchor="ctr">
            <a:noAutofit/>
          </a:bodyPr>
          <a:lstStyle>
            <a:lvl1pPr marL="0" indent="0" algn="ctr">
              <a:buFontTx/>
              <a:buNone/>
              <a:defRPr sz="4800" b="0">
                <a:latin typeface="+mj-lt"/>
              </a:defRPr>
            </a:lvl1pPr>
          </a:lstStyle>
          <a:p>
            <a:pPr lvl="0"/>
            <a:r>
              <a:rPr lang="en-US" dirty="0"/>
              <a:t>4</a:t>
            </a:r>
          </a:p>
        </p:txBody>
      </p:sp>
      <p:sp>
        <p:nvSpPr>
          <p:cNvPr id="13" name="Content Placeholder 2">
            <a:extLst>
              <a:ext uri="{FF2B5EF4-FFF2-40B4-BE49-F238E27FC236}">
                <a16:creationId xmlns:a16="http://schemas.microsoft.com/office/drawing/2014/main" id="{D32D25DE-BD5A-1E2A-B371-ECE4BD167240}"/>
              </a:ext>
            </a:extLst>
          </p:cNvPr>
          <p:cNvSpPr>
            <a:spLocks noGrp="1"/>
          </p:cNvSpPr>
          <p:nvPr>
            <p:ph idx="18" hasCustomPrompt="1"/>
          </p:nvPr>
        </p:nvSpPr>
        <p:spPr>
          <a:xfrm>
            <a:off x="5606861" y="4957301"/>
            <a:ext cx="5945376" cy="125934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Box 15">
            <a:extLst>
              <a:ext uri="{FF2B5EF4-FFF2-40B4-BE49-F238E27FC236}">
                <a16:creationId xmlns:a16="http://schemas.microsoft.com/office/drawing/2014/main" id="{B0ACED18-52E1-266E-FF34-B44CA2BDA8E2}"/>
              </a:ext>
            </a:extLst>
          </p:cNvPr>
          <p:cNvSpPr txBox="1">
            <a:spLocks/>
          </p:cNvSpPr>
          <p:nvPr userDrawn="1"/>
        </p:nvSpPr>
        <p:spPr>
          <a:xfrm>
            <a:off x="642377" y="640080"/>
            <a:ext cx="3335262" cy="5577842"/>
          </a:xfrm>
          <a:custGeom>
            <a:avLst/>
            <a:gdLst>
              <a:gd name="connsiteX0" fmla="*/ 36576 w 3335262"/>
              <a:gd name="connsiteY0" fmla="*/ 36576 h 5577842"/>
              <a:gd name="connsiteX1" fmla="*/ 36576 w 3335262"/>
              <a:gd name="connsiteY1" fmla="*/ 5541266 h 5577842"/>
              <a:gd name="connsiteX2" fmla="*/ 3298686 w 3335262"/>
              <a:gd name="connsiteY2" fmla="*/ 5541266 h 5577842"/>
              <a:gd name="connsiteX3" fmla="*/ 3298686 w 3335262"/>
              <a:gd name="connsiteY3" fmla="*/ 36576 h 5577842"/>
              <a:gd name="connsiteX4" fmla="*/ 0 w 3335262"/>
              <a:gd name="connsiteY4" fmla="*/ 0 h 5577842"/>
              <a:gd name="connsiteX5" fmla="*/ 3335262 w 3335262"/>
              <a:gd name="connsiteY5" fmla="*/ 0 h 5577842"/>
              <a:gd name="connsiteX6" fmla="*/ 3335262 w 3335262"/>
              <a:gd name="connsiteY6" fmla="*/ 5577842 h 5577842"/>
              <a:gd name="connsiteX7" fmla="*/ 0 w 3335262"/>
              <a:gd name="connsiteY7" fmla="*/ 5577842 h 55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5262" h="5577842">
                <a:moveTo>
                  <a:pt x="36576" y="36576"/>
                </a:moveTo>
                <a:lnTo>
                  <a:pt x="36576" y="5541266"/>
                </a:lnTo>
                <a:lnTo>
                  <a:pt x="3298686" y="5541266"/>
                </a:lnTo>
                <a:lnTo>
                  <a:pt x="3298686" y="36576"/>
                </a:lnTo>
                <a:close/>
                <a:moveTo>
                  <a:pt x="0" y="0"/>
                </a:moveTo>
                <a:lnTo>
                  <a:pt x="3335262" y="0"/>
                </a:lnTo>
                <a:lnTo>
                  <a:pt x="3335262" y="5577842"/>
                </a:lnTo>
                <a:lnTo>
                  <a:pt x="0" y="5577842"/>
                </a:lnTo>
                <a:close/>
              </a:path>
            </a:pathLst>
          </a:custGeom>
          <a:solidFill>
            <a:schemeClr val="accent3"/>
          </a:solidFill>
        </p:spPr>
        <p:txBody>
          <a:bodyPr vert="horz" wrap="square" lIns="365760" tIns="685800" rIns="365760" bIns="685800" rtlCol="0" anchor="ctr" anchorCtr="0">
            <a:noAutofit/>
          </a:bodyPr>
          <a:lstStyle>
            <a:lvl1pPr algn="ctr" defTabSz="914400" rtl="0" eaLnBrk="1" latinLnBrk="0" hangingPunct="1">
              <a:lnSpc>
                <a:spcPct val="90000"/>
              </a:lnSpc>
              <a:spcBef>
                <a:spcPct val="0"/>
              </a:spcBef>
              <a:buNone/>
              <a:defRPr sz="2800" kern="1200">
                <a:solidFill>
                  <a:schemeClr val="tx1"/>
                </a:solidFill>
                <a:latin typeface="+mj-lt"/>
                <a:ea typeface="+mj-ea"/>
                <a:cs typeface="+mj-cs"/>
              </a:defRPr>
            </a:lvl1pPr>
          </a:lstStyle>
          <a:p>
            <a:endParaRPr lang="en-US" dirty="0"/>
          </a:p>
        </p:txBody>
      </p:sp>
      <p:sp>
        <p:nvSpPr>
          <p:cNvPr id="20" name="Rectangle 19">
            <a:extLst>
              <a:ext uri="{FF2B5EF4-FFF2-40B4-BE49-F238E27FC236}">
                <a16:creationId xmlns:a16="http://schemas.microsoft.com/office/drawing/2014/main" id="{1662889D-CF8C-1293-98C9-B2E32159D816}"/>
              </a:ext>
            </a:extLst>
          </p:cNvPr>
          <p:cNvSpPr/>
          <p:nvPr userDrawn="1"/>
        </p:nvSpPr>
        <p:spPr>
          <a:xfrm>
            <a:off x="0" y="639763"/>
            <a:ext cx="170125" cy="170125"/>
          </a:xfrm>
          <a:prstGeom prst="rect">
            <a:avLst/>
          </a:prstGeom>
          <a:solidFill>
            <a:srgbClr val="FFE17A"/>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1" name="Rectangle 20">
            <a:extLst>
              <a:ext uri="{FF2B5EF4-FFF2-40B4-BE49-F238E27FC236}">
                <a16:creationId xmlns:a16="http://schemas.microsoft.com/office/drawing/2014/main" id="{82CA4A38-16F1-5F93-F149-0D892A577702}"/>
              </a:ext>
            </a:extLst>
          </p:cNvPr>
          <p:cNvSpPr/>
          <p:nvPr userDrawn="1"/>
        </p:nvSpPr>
        <p:spPr>
          <a:xfrm>
            <a:off x="172113" y="169500"/>
            <a:ext cx="470263" cy="470263"/>
          </a:xfrm>
          <a:prstGeom prst="rect">
            <a:avLst/>
          </a:prstGeom>
          <a:solidFill>
            <a:srgbClr val="EDB20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2215973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 Takeaways">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199FD9AD-6A55-B9FB-C392-3B35F51524E6}"/>
              </a:ext>
            </a:extLst>
          </p:cNvPr>
          <p:cNvSpPr>
            <a:spLocks noGrp="1"/>
          </p:cNvSpPr>
          <p:nvPr>
            <p:ph type="title" hasCustomPrompt="1"/>
          </p:nvPr>
        </p:nvSpPr>
        <p:spPr>
          <a:xfrm>
            <a:off x="1044713" y="1042416"/>
            <a:ext cx="2527976" cy="4773170"/>
          </a:xfrm>
          <a:noFill/>
        </p:spPr>
        <p:txBody>
          <a:bodyPr lIns="0" tIns="0" rIns="0" bIns="0" anchor="ctr" anchorCtr="0"/>
          <a:lstStyle>
            <a:lvl1pPr algn="ctr">
              <a:defRPr sz="2800">
                <a:solidFill>
                  <a:schemeClr val="tx1"/>
                </a:solidFill>
              </a:defRPr>
            </a:lvl1pPr>
          </a:lstStyle>
          <a:p>
            <a:r>
              <a:rPr lang="en-US" dirty="0"/>
              <a:t>Click to edit title style</a:t>
            </a:r>
          </a:p>
        </p:txBody>
      </p:sp>
      <p:sp>
        <p:nvSpPr>
          <p:cNvPr id="19" name="Text Placeholder 17">
            <a:extLst>
              <a:ext uri="{FF2B5EF4-FFF2-40B4-BE49-F238E27FC236}">
                <a16:creationId xmlns:a16="http://schemas.microsoft.com/office/drawing/2014/main" id="{CE041CEC-2951-5B9F-2554-B900056DF041}"/>
              </a:ext>
            </a:extLst>
          </p:cNvPr>
          <p:cNvSpPr>
            <a:spLocks noGrp="1"/>
          </p:cNvSpPr>
          <p:nvPr>
            <p:ph type="body" sz="quarter" idx="12" hasCustomPrompt="1"/>
          </p:nvPr>
        </p:nvSpPr>
        <p:spPr>
          <a:xfrm>
            <a:off x="4343399" y="644808"/>
            <a:ext cx="969620" cy="966457"/>
          </a:xfrm>
          <a:solidFill>
            <a:schemeClr val="accent4"/>
          </a:solidFill>
        </p:spPr>
        <p:txBody>
          <a:bodyPr wrap="none" anchor="ctr">
            <a:noAutofit/>
          </a:bodyPr>
          <a:lstStyle>
            <a:lvl1pPr marL="0" indent="0" algn="ctr">
              <a:buFontTx/>
              <a:buNone/>
              <a:defRPr sz="4800" b="0">
                <a:latin typeface="+mj-lt"/>
              </a:defRPr>
            </a:lvl1pPr>
          </a:lstStyle>
          <a:p>
            <a:pPr lvl="0"/>
            <a:r>
              <a:rPr lang="en-US" dirty="0"/>
              <a:t>1</a:t>
            </a:r>
          </a:p>
        </p:txBody>
      </p:sp>
      <p:sp>
        <p:nvSpPr>
          <p:cNvPr id="5" name="Content Placeholder 2">
            <a:extLst>
              <a:ext uri="{FF2B5EF4-FFF2-40B4-BE49-F238E27FC236}">
                <a16:creationId xmlns:a16="http://schemas.microsoft.com/office/drawing/2014/main" id="{7E891F22-D93C-CE66-8686-EC86198FEED1}"/>
              </a:ext>
            </a:extLst>
          </p:cNvPr>
          <p:cNvSpPr>
            <a:spLocks noGrp="1"/>
          </p:cNvSpPr>
          <p:nvPr>
            <p:ph idx="1" hasCustomPrompt="1"/>
          </p:nvPr>
        </p:nvSpPr>
        <p:spPr>
          <a:xfrm>
            <a:off x="5313019" y="644807"/>
            <a:ext cx="6239218" cy="96646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17">
            <a:extLst>
              <a:ext uri="{FF2B5EF4-FFF2-40B4-BE49-F238E27FC236}">
                <a16:creationId xmlns:a16="http://schemas.microsoft.com/office/drawing/2014/main" id="{3F5E3D8D-EE8B-2504-0E7B-8BD0E429E0B9}"/>
              </a:ext>
            </a:extLst>
          </p:cNvPr>
          <p:cNvSpPr>
            <a:spLocks noGrp="1"/>
          </p:cNvSpPr>
          <p:nvPr>
            <p:ph type="body" sz="quarter" idx="13" hasCustomPrompt="1"/>
          </p:nvPr>
        </p:nvSpPr>
        <p:spPr>
          <a:xfrm>
            <a:off x="4343399" y="1791427"/>
            <a:ext cx="969620" cy="966457"/>
          </a:xfrm>
          <a:solidFill>
            <a:schemeClr val="accent4"/>
          </a:solidFill>
        </p:spPr>
        <p:txBody>
          <a:bodyPr wrap="none" anchor="ctr">
            <a:noAutofit/>
          </a:bodyPr>
          <a:lstStyle>
            <a:lvl1pPr marL="0" indent="0" algn="ctr">
              <a:buFontTx/>
              <a:buNone/>
              <a:defRPr sz="4800" b="0">
                <a:latin typeface="+mj-lt"/>
              </a:defRPr>
            </a:lvl1pPr>
          </a:lstStyle>
          <a:p>
            <a:pPr lvl="0"/>
            <a:r>
              <a:rPr lang="en-US" dirty="0"/>
              <a:t>2</a:t>
            </a:r>
          </a:p>
        </p:txBody>
      </p:sp>
      <p:sp>
        <p:nvSpPr>
          <p:cNvPr id="26" name="Content Placeholder 2">
            <a:extLst>
              <a:ext uri="{FF2B5EF4-FFF2-40B4-BE49-F238E27FC236}">
                <a16:creationId xmlns:a16="http://schemas.microsoft.com/office/drawing/2014/main" id="{E10C486B-DFD6-C301-F3CB-D01B2ACD541E}"/>
              </a:ext>
            </a:extLst>
          </p:cNvPr>
          <p:cNvSpPr>
            <a:spLocks noGrp="1"/>
          </p:cNvSpPr>
          <p:nvPr>
            <p:ph idx="14" hasCustomPrompt="1"/>
          </p:nvPr>
        </p:nvSpPr>
        <p:spPr>
          <a:xfrm>
            <a:off x="5313019" y="1791426"/>
            <a:ext cx="6239218" cy="96646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8" name="Text Placeholder 17">
            <a:extLst>
              <a:ext uri="{FF2B5EF4-FFF2-40B4-BE49-F238E27FC236}">
                <a16:creationId xmlns:a16="http://schemas.microsoft.com/office/drawing/2014/main" id="{B5970A10-5E1C-A255-8FB8-D459ADDAE9B0}"/>
              </a:ext>
            </a:extLst>
          </p:cNvPr>
          <p:cNvSpPr>
            <a:spLocks noGrp="1"/>
          </p:cNvSpPr>
          <p:nvPr>
            <p:ph type="body" sz="quarter" idx="15" hasCustomPrompt="1"/>
          </p:nvPr>
        </p:nvSpPr>
        <p:spPr>
          <a:xfrm>
            <a:off x="4343399" y="2938043"/>
            <a:ext cx="969620" cy="966457"/>
          </a:xfrm>
          <a:solidFill>
            <a:schemeClr val="accent4"/>
          </a:solidFill>
        </p:spPr>
        <p:txBody>
          <a:bodyPr wrap="none" anchor="ctr">
            <a:noAutofit/>
          </a:bodyPr>
          <a:lstStyle>
            <a:lvl1pPr marL="0" indent="0" algn="ctr">
              <a:buFontTx/>
              <a:buNone/>
              <a:defRPr sz="4800" b="0">
                <a:latin typeface="+mj-lt"/>
              </a:defRPr>
            </a:lvl1pPr>
          </a:lstStyle>
          <a:p>
            <a:pPr lvl="0"/>
            <a:r>
              <a:rPr lang="en-US" dirty="0"/>
              <a:t>3</a:t>
            </a:r>
          </a:p>
        </p:txBody>
      </p:sp>
      <p:sp>
        <p:nvSpPr>
          <p:cNvPr id="30" name="Content Placeholder 2">
            <a:extLst>
              <a:ext uri="{FF2B5EF4-FFF2-40B4-BE49-F238E27FC236}">
                <a16:creationId xmlns:a16="http://schemas.microsoft.com/office/drawing/2014/main" id="{1EDFAD67-E3A1-0FF6-987D-7D581812A926}"/>
              </a:ext>
            </a:extLst>
          </p:cNvPr>
          <p:cNvSpPr>
            <a:spLocks noGrp="1"/>
          </p:cNvSpPr>
          <p:nvPr>
            <p:ph idx="16" hasCustomPrompt="1"/>
          </p:nvPr>
        </p:nvSpPr>
        <p:spPr>
          <a:xfrm>
            <a:off x="5313019" y="2938042"/>
            <a:ext cx="6239218" cy="96646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1" name="Text Placeholder 17">
            <a:extLst>
              <a:ext uri="{FF2B5EF4-FFF2-40B4-BE49-F238E27FC236}">
                <a16:creationId xmlns:a16="http://schemas.microsoft.com/office/drawing/2014/main" id="{C0136CF7-D8D3-C5F7-3C34-CB802C75DFEE}"/>
              </a:ext>
            </a:extLst>
          </p:cNvPr>
          <p:cNvSpPr>
            <a:spLocks noGrp="1"/>
          </p:cNvSpPr>
          <p:nvPr>
            <p:ph type="body" sz="quarter" idx="17" hasCustomPrompt="1"/>
          </p:nvPr>
        </p:nvSpPr>
        <p:spPr>
          <a:xfrm>
            <a:off x="4343399" y="4084662"/>
            <a:ext cx="969620" cy="966457"/>
          </a:xfrm>
          <a:solidFill>
            <a:schemeClr val="accent4"/>
          </a:solidFill>
        </p:spPr>
        <p:txBody>
          <a:bodyPr wrap="none" anchor="ctr">
            <a:noAutofit/>
          </a:bodyPr>
          <a:lstStyle>
            <a:lvl1pPr marL="0" indent="0" algn="ctr">
              <a:buFontTx/>
              <a:buNone/>
              <a:defRPr sz="4800" b="0">
                <a:latin typeface="+mj-lt"/>
              </a:defRPr>
            </a:lvl1pPr>
          </a:lstStyle>
          <a:p>
            <a:pPr lvl="0"/>
            <a:r>
              <a:rPr lang="en-US" dirty="0"/>
              <a:t>4</a:t>
            </a:r>
          </a:p>
        </p:txBody>
      </p:sp>
      <p:sp>
        <p:nvSpPr>
          <p:cNvPr id="32" name="Content Placeholder 2">
            <a:extLst>
              <a:ext uri="{FF2B5EF4-FFF2-40B4-BE49-F238E27FC236}">
                <a16:creationId xmlns:a16="http://schemas.microsoft.com/office/drawing/2014/main" id="{35A1449F-D7F4-640E-689B-662E6BE7F29C}"/>
              </a:ext>
            </a:extLst>
          </p:cNvPr>
          <p:cNvSpPr>
            <a:spLocks noGrp="1"/>
          </p:cNvSpPr>
          <p:nvPr>
            <p:ph idx="18" hasCustomPrompt="1"/>
          </p:nvPr>
        </p:nvSpPr>
        <p:spPr>
          <a:xfrm>
            <a:off x="5313019" y="4084661"/>
            <a:ext cx="6239218" cy="96646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3" name="Text Placeholder 17">
            <a:extLst>
              <a:ext uri="{FF2B5EF4-FFF2-40B4-BE49-F238E27FC236}">
                <a16:creationId xmlns:a16="http://schemas.microsoft.com/office/drawing/2014/main" id="{A5218536-8ED5-63AC-DEB9-549E55FFA60B}"/>
              </a:ext>
            </a:extLst>
          </p:cNvPr>
          <p:cNvSpPr>
            <a:spLocks noGrp="1"/>
          </p:cNvSpPr>
          <p:nvPr>
            <p:ph type="body" sz="quarter" idx="19" hasCustomPrompt="1"/>
          </p:nvPr>
        </p:nvSpPr>
        <p:spPr>
          <a:xfrm>
            <a:off x="4343399" y="5259652"/>
            <a:ext cx="969620" cy="966457"/>
          </a:xfrm>
          <a:solidFill>
            <a:schemeClr val="accent4"/>
          </a:solidFill>
        </p:spPr>
        <p:txBody>
          <a:bodyPr wrap="none" anchor="ctr">
            <a:noAutofit/>
          </a:bodyPr>
          <a:lstStyle>
            <a:lvl1pPr marL="0" indent="0" algn="ctr">
              <a:buFontTx/>
              <a:buNone/>
              <a:defRPr sz="4800" b="0">
                <a:latin typeface="+mj-lt"/>
              </a:defRPr>
            </a:lvl1pPr>
          </a:lstStyle>
          <a:p>
            <a:pPr lvl="0"/>
            <a:r>
              <a:rPr lang="en-US" dirty="0"/>
              <a:t>5</a:t>
            </a:r>
          </a:p>
        </p:txBody>
      </p:sp>
      <p:sp>
        <p:nvSpPr>
          <p:cNvPr id="34" name="Content Placeholder 2">
            <a:extLst>
              <a:ext uri="{FF2B5EF4-FFF2-40B4-BE49-F238E27FC236}">
                <a16:creationId xmlns:a16="http://schemas.microsoft.com/office/drawing/2014/main" id="{D6468BD1-0061-5A82-D408-E4B39AD360F9}"/>
              </a:ext>
            </a:extLst>
          </p:cNvPr>
          <p:cNvSpPr>
            <a:spLocks noGrp="1"/>
          </p:cNvSpPr>
          <p:nvPr>
            <p:ph idx="20" hasCustomPrompt="1"/>
          </p:nvPr>
        </p:nvSpPr>
        <p:spPr>
          <a:xfrm>
            <a:off x="5313019" y="5259651"/>
            <a:ext cx="6239218" cy="966461"/>
          </a:xfrm>
          <a:solidFill>
            <a:schemeClr val="bg1"/>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latin typeface="+mn-lt"/>
              </a:defRPr>
            </a:lvl2pPr>
            <a:lvl3pPr marL="685800" indent="-228600">
              <a:lnSpc>
                <a:spcPct val="100000"/>
              </a:lnSpc>
              <a:spcBef>
                <a:spcPts val="0"/>
              </a:spcBef>
              <a:spcAft>
                <a:spcPts val="600"/>
              </a:spcAft>
              <a:buFont typeface="Calibri" panose="020F0502020204030204" pitchFamily="34" charset="0"/>
              <a:buChar char="–"/>
              <a:defRPr b="0" i="0">
                <a:latin typeface="+mn-lt"/>
              </a:defRPr>
            </a:lvl3pPr>
            <a:lvl4pPr marL="914400" indent="-228600">
              <a:lnSpc>
                <a:spcPct val="100000"/>
              </a:lnSpc>
              <a:spcBef>
                <a:spcPts val="0"/>
              </a:spcBef>
              <a:spcAft>
                <a:spcPts val="600"/>
              </a:spcAft>
              <a:buFont typeface="Wingdings" panose="05000000000000000000" pitchFamily="2" charset="2"/>
              <a:buChar char="§"/>
              <a:defRPr b="0" i="0">
                <a:latin typeface="+mn-lt"/>
              </a:defRPr>
            </a:lvl4pPr>
            <a:lvl5pPr marL="1143000" indent="-228600">
              <a:lnSpc>
                <a:spcPct val="100000"/>
              </a:lnSpc>
              <a:spcBef>
                <a:spcPts val="0"/>
              </a:spcBef>
              <a:spcAft>
                <a:spcPts val="600"/>
              </a:spcAft>
              <a:buFont typeface="Calibri" panose="020F0502020204030204" pitchFamily="34" charset="0"/>
              <a:buChar char="–"/>
              <a:defRPr b="0" i="0">
                <a:latin typeface="+mn-lt"/>
              </a:defRPr>
            </a:lvl5p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7" name="TextBox 36">
            <a:extLst>
              <a:ext uri="{FF2B5EF4-FFF2-40B4-BE49-F238E27FC236}">
                <a16:creationId xmlns:a16="http://schemas.microsoft.com/office/drawing/2014/main" id="{CB2B4E8D-1BF3-C5E5-D5DD-A6AA8ED6ABC6}"/>
              </a:ext>
            </a:extLst>
          </p:cNvPr>
          <p:cNvSpPr txBox="1">
            <a:spLocks/>
          </p:cNvSpPr>
          <p:nvPr userDrawn="1"/>
        </p:nvSpPr>
        <p:spPr>
          <a:xfrm>
            <a:off x="642377" y="640080"/>
            <a:ext cx="3335262" cy="5577842"/>
          </a:xfrm>
          <a:custGeom>
            <a:avLst/>
            <a:gdLst>
              <a:gd name="connsiteX0" fmla="*/ 36576 w 3335262"/>
              <a:gd name="connsiteY0" fmla="*/ 36576 h 5577842"/>
              <a:gd name="connsiteX1" fmla="*/ 36576 w 3335262"/>
              <a:gd name="connsiteY1" fmla="*/ 5541266 h 5577842"/>
              <a:gd name="connsiteX2" fmla="*/ 3298686 w 3335262"/>
              <a:gd name="connsiteY2" fmla="*/ 5541266 h 5577842"/>
              <a:gd name="connsiteX3" fmla="*/ 3298686 w 3335262"/>
              <a:gd name="connsiteY3" fmla="*/ 36576 h 5577842"/>
              <a:gd name="connsiteX4" fmla="*/ 0 w 3335262"/>
              <a:gd name="connsiteY4" fmla="*/ 0 h 5577842"/>
              <a:gd name="connsiteX5" fmla="*/ 3335262 w 3335262"/>
              <a:gd name="connsiteY5" fmla="*/ 0 h 5577842"/>
              <a:gd name="connsiteX6" fmla="*/ 3335262 w 3335262"/>
              <a:gd name="connsiteY6" fmla="*/ 5577842 h 5577842"/>
              <a:gd name="connsiteX7" fmla="*/ 0 w 3335262"/>
              <a:gd name="connsiteY7" fmla="*/ 5577842 h 55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5262" h="5577842">
                <a:moveTo>
                  <a:pt x="36576" y="36576"/>
                </a:moveTo>
                <a:lnTo>
                  <a:pt x="36576" y="5541266"/>
                </a:lnTo>
                <a:lnTo>
                  <a:pt x="3298686" y="5541266"/>
                </a:lnTo>
                <a:lnTo>
                  <a:pt x="3298686" y="36576"/>
                </a:lnTo>
                <a:close/>
                <a:moveTo>
                  <a:pt x="0" y="0"/>
                </a:moveTo>
                <a:lnTo>
                  <a:pt x="3335262" y="0"/>
                </a:lnTo>
                <a:lnTo>
                  <a:pt x="3335262" y="5577842"/>
                </a:lnTo>
                <a:lnTo>
                  <a:pt x="0" y="5577842"/>
                </a:lnTo>
                <a:close/>
              </a:path>
            </a:pathLst>
          </a:custGeom>
          <a:solidFill>
            <a:schemeClr val="accent4"/>
          </a:solidFill>
        </p:spPr>
        <p:txBody>
          <a:bodyPr vert="horz" wrap="square" lIns="365760" tIns="685800" rIns="365760" bIns="685800" rtlCol="0" anchor="ctr" anchorCtr="0">
            <a:noAutofit/>
          </a:bodyPr>
          <a:lstStyle>
            <a:lvl1pPr algn="ctr" defTabSz="914400" rtl="0" eaLnBrk="1" latinLnBrk="0" hangingPunct="1">
              <a:lnSpc>
                <a:spcPct val="90000"/>
              </a:lnSpc>
              <a:spcBef>
                <a:spcPct val="0"/>
              </a:spcBef>
              <a:buNone/>
              <a:defRPr sz="2800" kern="1200">
                <a:solidFill>
                  <a:schemeClr val="tx1"/>
                </a:solidFill>
                <a:latin typeface="+mj-lt"/>
                <a:ea typeface="+mj-ea"/>
                <a:cs typeface="+mj-cs"/>
              </a:defRPr>
            </a:lvl1pPr>
          </a:lstStyle>
          <a:p>
            <a:endParaRPr lang="en-US" dirty="0"/>
          </a:p>
        </p:txBody>
      </p:sp>
      <p:sp>
        <p:nvSpPr>
          <p:cNvPr id="8" name="Rectangle 7">
            <a:extLst>
              <a:ext uri="{FF2B5EF4-FFF2-40B4-BE49-F238E27FC236}">
                <a16:creationId xmlns:a16="http://schemas.microsoft.com/office/drawing/2014/main" id="{DF37A278-06A6-2598-D757-A489A655F4BE}"/>
              </a:ext>
            </a:extLst>
          </p:cNvPr>
          <p:cNvSpPr/>
          <p:nvPr userDrawn="1"/>
        </p:nvSpPr>
        <p:spPr>
          <a:xfrm>
            <a:off x="0" y="639763"/>
            <a:ext cx="170125" cy="170125"/>
          </a:xfrm>
          <a:prstGeom prst="rect">
            <a:avLst/>
          </a:prstGeom>
          <a:solidFill>
            <a:srgbClr val="FF8F5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9" name="Rectangle 8">
            <a:extLst>
              <a:ext uri="{FF2B5EF4-FFF2-40B4-BE49-F238E27FC236}">
                <a16:creationId xmlns:a16="http://schemas.microsoft.com/office/drawing/2014/main" id="{BA89DBDE-D5B2-4AB2-A0CF-CD2ECB00EF90}"/>
              </a:ext>
            </a:extLst>
          </p:cNvPr>
          <p:cNvSpPr/>
          <p:nvPr userDrawn="1"/>
        </p:nvSpPr>
        <p:spPr>
          <a:xfrm>
            <a:off x="172113" y="169500"/>
            <a:ext cx="470263" cy="470263"/>
          </a:xfrm>
          <a:prstGeom prst="rect">
            <a:avLst/>
          </a:prstGeom>
          <a:solidFill>
            <a:srgbClr val="B2450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1466030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Tree>
    <p:extLst>
      <p:ext uri="{BB962C8B-B14F-4D97-AF65-F5344CB8AC3E}">
        <p14:creationId xmlns:p14="http://schemas.microsoft.com/office/powerpoint/2010/main" val="24027785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42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ub and Content">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86A3C7A-0D03-4ABF-7369-DA48EFB6CF6E}"/>
              </a:ext>
            </a:extLst>
          </p:cNvPr>
          <p:cNvSpPr>
            <a:spLocks noGrp="1"/>
          </p:cNvSpPr>
          <p:nvPr>
            <p:ph type="title" hasCustomPrompt="1"/>
          </p:nvPr>
        </p:nvSpPr>
        <p:spPr>
          <a:xfrm>
            <a:off x="640080" y="347472"/>
            <a:ext cx="10911840" cy="640080"/>
          </a:xfrm>
        </p:spPr>
        <p:txBody>
          <a:bodyPr/>
          <a:lstStyle/>
          <a:p>
            <a:r>
              <a:rPr lang="en-US" dirty="0"/>
              <a:t>Click to edit title style</a:t>
            </a:r>
          </a:p>
        </p:txBody>
      </p:sp>
      <p:sp>
        <p:nvSpPr>
          <p:cNvPr id="5" name="Text Placeholder 4">
            <a:extLst>
              <a:ext uri="{FF2B5EF4-FFF2-40B4-BE49-F238E27FC236}">
                <a16:creationId xmlns:a16="http://schemas.microsoft.com/office/drawing/2014/main" id="{22C827E3-834F-40BA-9518-B0648BD536F2}"/>
              </a:ext>
            </a:extLst>
          </p:cNvPr>
          <p:cNvSpPr>
            <a:spLocks noGrp="1"/>
          </p:cNvSpPr>
          <p:nvPr>
            <p:ph type="body" sz="quarter" idx="10" hasCustomPrompt="1"/>
          </p:nvPr>
        </p:nvSpPr>
        <p:spPr>
          <a:xfrm>
            <a:off x="638810" y="987552"/>
            <a:ext cx="10911840" cy="365760"/>
          </a:xfrm>
        </p:spPr>
        <p:txBody>
          <a:bodyPr anchor="ctr">
            <a:noAutofit/>
          </a:bodyPr>
          <a:lstStyle>
            <a:lvl1pPr marL="0" indent="0">
              <a:spcAft>
                <a:spcPts val="0"/>
              </a:spcAft>
              <a:buFontTx/>
              <a:buNone/>
              <a:defRPr sz="2200" b="0" i="0">
                <a:solidFill>
                  <a:schemeClr val="accent1"/>
                </a:solidFill>
                <a:latin typeface="IntelOne Text" panose="020B0503020203020204" pitchFamily="34" charset="77"/>
              </a:defRPr>
            </a:lvl1pPr>
          </a:lstStyle>
          <a:p>
            <a:pPr lvl="0"/>
            <a:r>
              <a:rPr lang="en-US" dirty="0"/>
              <a:t>Click to edit text styles</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533844"/>
            <a:ext cx="10910570" cy="4684394"/>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8834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ub 2 Colum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DB6E4F3-2E55-E9EA-4859-9DC5DF5353C6}"/>
              </a:ext>
            </a:extLst>
          </p:cNvPr>
          <p:cNvSpPr>
            <a:spLocks noGrp="1"/>
          </p:cNvSpPr>
          <p:nvPr>
            <p:ph type="title" hasCustomPrompt="1"/>
          </p:nvPr>
        </p:nvSpPr>
        <p:spPr>
          <a:xfrm>
            <a:off x="640080" y="347472"/>
            <a:ext cx="10911840" cy="640080"/>
          </a:xfrm>
        </p:spPr>
        <p:txBody>
          <a:bodyPr/>
          <a:lstStyle/>
          <a:p>
            <a:r>
              <a:rPr lang="en-US" dirty="0"/>
              <a:t>Click to edit title style</a:t>
            </a:r>
          </a:p>
        </p:txBody>
      </p:sp>
      <p:sp>
        <p:nvSpPr>
          <p:cNvPr id="6" name="Text Placeholder 5">
            <a:extLst>
              <a:ext uri="{FF2B5EF4-FFF2-40B4-BE49-F238E27FC236}">
                <a16:creationId xmlns:a16="http://schemas.microsoft.com/office/drawing/2014/main" id="{5C66EBB2-584E-4CD8-BAAE-06D480D3A0CB}"/>
              </a:ext>
            </a:extLst>
          </p:cNvPr>
          <p:cNvSpPr>
            <a:spLocks noGrp="1"/>
          </p:cNvSpPr>
          <p:nvPr>
            <p:ph type="body" sz="quarter" idx="10" hasCustomPrompt="1"/>
          </p:nvPr>
        </p:nvSpPr>
        <p:spPr>
          <a:xfrm>
            <a:off x="639763" y="987552"/>
            <a:ext cx="10912474" cy="365760"/>
          </a:xfrm>
        </p:spPr>
        <p:txBody>
          <a:bodyPr anchor="ctr">
            <a:noAutofit/>
          </a:bodyPr>
          <a:lstStyle>
            <a:lvl1pPr marL="0" indent="0">
              <a:buNone/>
              <a:defRPr sz="2200" b="0" i="0">
                <a:solidFill>
                  <a:schemeClr val="accent1"/>
                </a:solidFill>
                <a:latin typeface="IntelOne Text" panose="020B0503020203020204" pitchFamily="34" charset="77"/>
              </a:defRPr>
            </a:lvl1pPr>
            <a:lvl2pPr marL="457200" indent="0">
              <a:buNone/>
              <a:defRPr/>
            </a:lvl2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533842"/>
            <a:ext cx="5135880" cy="4684395"/>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533842"/>
            <a:ext cx="5135880" cy="4684395"/>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833989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ub, Content + Photo">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994338F-57B1-028F-1D5E-F452777222AD}"/>
              </a:ext>
            </a:extLst>
          </p:cNvPr>
          <p:cNvSpPr>
            <a:spLocks noGrp="1"/>
          </p:cNvSpPr>
          <p:nvPr>
            <p:ph type="title" hasCustomPrompt="1"/>
          </p:nvPr>
        </p:nvSpPr>
        <p:spPr>
          <a:xfrm>
            <a:off x="639763" y="347472"/>
            <a:ext cx="5136197" cy="640080"/>
          </a:xfrm>
        </p:spPr>
        <p:txBody>
          <a:bodyPr/>
          <a:lstStyle/>
          <a:p>
            <a:r>
              <a:rPr lang="en-US" dirty="0"/>
              <a:t>Click to edit title style</a:t>
            </a:r>
          </a:p>
        </p:txBody>
      </p:sp>
      <p:sp>
        <p:nvSpPr>
          <p:cNvPr id="8" name="Text Placeholder 5">
            <a:extLst>
              <a:ext uri="{FF2B5EF4-FFF2-40B4-BE49-F238E27FC236}">
                <a16:creationId xmlns:a16="http://schemas.microsoft.com/office/drawing/2014/main" id="{C4D1D699-1964-9A45-A892-EAAC949B8250}"/>
              </a:ext>
            </a:extLst>
          </p:cNvPr>
          <p:cNvSpPr>
            <a:spLocks noGrp="1"/>
          </p:cNvSpPr>
          <p:nvPr>
            <p:ph type="body" sz="quarter" idx="10" hasCustomPrompt="1"/>
          </p:nvPr>
        </p:nvSpPr>
        <p:spPr>
          <a:xfrm>
            <a:off x="639763" y="987552"/>
            <a:ext cx="5136197" cy="365760"/>
          </a:xfrm>
        </p:spPr>
        <p:txBody>
          <a:bodyPr anchor="ctr">
            <a:noAutofit/>
          </a:bodyPr>
          <a:lstStyle>
            <a:lvl1pPr marL="0" indent="0">
              <a:buNone/>
              <a:defRPr sz="2200">
                <a:solidFill>
                  <a:schemeClr val="accent1"/>
                </a:solidFill>
                <a:latin typeface="IntelOne Text" panose="020B0503020203020204" pitchFamily="34" charset="77"/>
              </a:defRPr>
            </a:lvl1pPr>
            <a:lvl2pPr marL="457200" indent="0">
              <a:buNone/>
              <a:defRPr/>
            </a:lvl2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39763" y="1533843"/>
            <a:ext cx="5136197" cy="4682807"/>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6416040" y="0"/>
            <a:ext cx="5775960" cy="6400799"/>
          </a:xfrm>
        </p:spPr>
        <p:txBody>
          <a:bodyPr anchor="ctr"/>
          <a:lstStyle>
            <a:lvl1pPr marL="0" indent="0" algn="ctr">
              <a:buNone/>
              <a:defRPr/>
            </a:lvl1pPr>
          </a:lstStyle>
          <a:p>
            <a:r>
              <a:rPr lang="en-GB"/>
              <a:t>Click icon to add picture</a:t>
            </a:r>
            <a:endParaRPr lang="en-US" dirty="0"/>
          </a:p>
        </p:txBody>
      </p:sp>
    </p:spTree>
    <p:extLst>
      <p:ext uri="{BB962C8B-B14F-4D97-AF65-F5344CB8AC3E}">
        <p14:creationId xmlns:p14="http://schemas.microsoft.com/office/powerpoint/2010/main" val="8642423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ub, Content + 2 Photos">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33E60C93-847C-93D6-AE2E-10B0B166D56D}"/>
              </a:ext>
            </a:extLst>
          </p:cNvPr>
          <p:cNvSpPr>
            <a:spLocks noGrp="1"/>
          </p:cNvSpPr>
          <p:nvPr>
            <p:ph type="title" hasCustomPrompt="1"/>
          </p:nvPr>
        </p:nvSpPr>
        <p:spPr>
          <a:xfrm>
            <a:off x="639763" y="347472"/>
            <a:ext cx="5136197" cy="640080"/>
          </a:xfrm>
        </p:spPr>
        <p:txBody>
          <a:bodyPr/>
          <a:lstStyle/>
          <a:p>
            <a:r>
              <a:rPr lang="en-US" dirty="0"/>
              <a:t>Click to edit title style</a:t>
            </a:r>
          </a:p>
        </p:txBody>
      </p:sp>
      <p:sp>
        <p:nvSpPr>
          <p:cNvPr id="6" name="Text Placeholder 5">
            <a:extLst>
              <a:ext uri="{FF2B5EF4-FFF2-40B4-BE49-F238E27FC236}">
                <a16:creationId xmlns:a16="http://schemas.microsoft.com/office/drawing/2014/main" id="{5C66EBB2-584E-4CD8-BAAE-06D480D3A0CB}"/>
              </a:ext>
            </a:extLst>
          </p:cNvPr>
          <p:cNvSpPr>
            <a:spLocks noGrp="1"/>
          </p:cNvSpPr>
          <p:nvPr>
            <p:ph type="body" sz="quarter" idx="10" hasCustomPrompt="1"/>
          </p:nvPr>
        </p:nvSpPr>
        <p:spPr>
          <a:xfrm>
            <a:off x="639763" y="987552"/>
            <a:ext cx="5136197" cy="365760"/>
          </a:xfrm>
        </p:spPr>
        <p:txBody>
          <a:bodyPr anchor="ctr">
            <a:noAutofit/>
          </a:bodyPr>
          <a:lstStyle>
            <a:lvl1pPr marL="0" indent="0">
              <a:buNone/>
              <a:defRPr sz="2200">
                <a:solidFill>
                  <a:schemeClr val="accent1"/>
                </a:solidFill>
                <a:latin typeface="IntelOne Text" panose="020B0503020203020204" pitchFamily="34" charset="77"/>
              </a:defRPr>
            </a:lvl1pPr>
            <a:lvl2pPr marL="457200" indent="0">
              <a:buNone/>
              <a:defRPr/>
            </a:lvl2pPr>
          </a:lstStyle>
          <a:p>
            <a:pPr lvl="0"/>
            <a:r>
              <a:rPr lang="en-US" dirty="0"/>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39763" y="1533844"/>
            <a:ext cx="5136197" cy="4682806"/>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6414452" y="347471"/>
            <a:ext cx="5136197" cy="2377440"/>
          </a:xfrm>
        </p:spPr>
        <p:txBody>
          <a:bodyPr anchor="ctr"/>
          <a:lstStyle>
            <a:lvl1pPr marL="0" indent="0" algn="ctr">
              <a:buNone/>
              <a:defRPr/>
            </a:lvl1pPr>
          </a:lstStyle>
          <a:p>
            <a:r>
              <a:rPr lang="en-GB"/>
              <a:t>Click icon to add picture</a:t>
            </a:r>
            <a:endParaRPr lang="en-US" dirty="0"/>
          </a:p>
        </p:txBody>
      </p:sp>
      <p:sp>
        <p:nvSpPr>
          <p:cNvPr id="9" name="Text Placeholder 8">
            <a:extLst>
              <a:ext uri="{FF2B5EF4-FFF2-40B4-BE49-F238E27FC236}">
                <a16:creationId xmlns:a16="http://schemas.microsoft.com/office/drawing/2014/main" id="{49775C37-EE38-450C-8269-79E50F8E88A0}"/>
              </a:ext>
            </a:extLst>
          </p:cNvPr>
          <p:cNvSpPr>
            <a:spLocks noGrp="1"/>
          </p:cNvSpPr>
          <p:nvPr>
            <p:ph type="body" sz="quarter" idx="12" hasCustomPrompt="1"/>
          </p:nvPr>
        </p:nvSpPr>
        <p:spPr>
          <a:xfrm>
            <a:off x="6414452" y="2724909"/>
            <a:ext cx="5136197" cy="466347"/>
          </a:xfrm>
        </p:spPr>
        <p:txBody>
          <a:bodyPr tIns="91440" bIns="91440">
            <a:normAutofit/>
          </a:bodyPr>
          <a:lstStyle>
            <a:lvl1pPr marL="0" indent="0">
              <a:spcAft>
                <a:spcPts val="600"/>
              </a:spcAft>
              <a:buNone/>
              <a:defRPr sz="1400">
                <a:solidFill>
                  <a:schemeClr val="tx1"/>
                </a:solidFill>
              </a:defRPr>
            </a:lvl1pPr>
            <a:lvl2pPr marL="457200" indent="0">
              <a:buNone/>
              <a:defRPr/>
            </a:lvl2pPr>
          </a:lstStyle>
          <a:p>
            <a:pPr lvl="0"/>
            <a:r>
              <a:rPr lang="en-US" dirty="0"/>
              <a:t>Click to edit text styles</a:t>
            </a:r>
          </a:p>
        </p:txBody>
      </p:sp>
      <p:sp>
        <p:nvSpPr>
          <p:cNvPr id="10" name="Picture Placeholder 6">
            <a:extLst>
              <a:ext uri="{FF2B5EF4-FFF2-40B4-BE49-F238E27FC236}">
                <a16:creationId xmlns:a16="http://schemas.microsoft.com/office/drawing/2014/main" id="{7DC24117-8044-4F60-A59D-9F61002D6C8C}"/>
              </a:ext>
            </a:extLst>
          </p:cNvPr>
          <p:cNvSpPr>
            <a:spLocks noGrp="1"/>
          </p:cNvSpPr>
          <p:nvPr>
            <p:ph type="pic" sz="quarter" idx="13"/>
          </p:nvPr>
        </p:nvSpPr>
        <p:spPr>
          <a:xfrm>
            <a:off x="6414452" y="3372863"/>
            <a:ext cx="5136197" cy="2377440"/>
          </a:xfrm>
        </p:spPr>
        <p:txBody>
          <a:bodyPr anchor="ctr"/>
          <a:lstStyle>
            <a:lvl1pPr marL="0" indent="0" algn="ctr">
              <a:buNone/>
              <a:defRPr/>
            </a:lvl1pPr>
          </a:lstStyle>
          <a:p>
            <a:r>
              <a:rPr lang="en-GB"/>
              <a:t>Click icon to add picture</a:t>
            </a:r>
            <a:endParaRPr lang="en-US" dirty="0"/>
          </a:p>
        </p:txBody>
      </p:sp>
      <p:sp>
        <p:nvSpPr>
          <p:cNvPr id="11" name="Text Placeholder 8">
            <a:extLst>
              <a:ext uri="{FF2B5EF4-FFF2-40B4-BE49-F238E27FC236}">
                <a16:creationId xmlns:a16="http://schemas.microsoft.com/office/drawing/2014/main" id="{205F9606-8CF6-4C56-B2B6-E8A04B25F11E}"/>
              </a:ext>
            </a:extLst>
          </p:cNvPr>
          <p:cNvSpPr>
            <a:spLocks noGrp="1"/>
          </p:cNvSpPr>
          <p:nvPr>
            <p:ph type="body" sz="quarter" idx="14" hasCustomPrompt="1"/>
          </p:nvPr>
        </p:nvSpPr>
        <p:spPr>
          <a:xfrm>
            <a:off x="6414452" y="5750302"/>
            <a:ext cx="5136197" cy="466347"/>
          </a:xfrm>
        </p:spPr>
        <p:txBody>
          <a:bodyPr tIns="91440" bIns="91440">
            <a:normAutofit/>
          </a:bodyPr>
          <a:lstStyle>
            <a:lvl1pPr marL="0" indent="0">
              <a:spcAft>
                <a:spcPts val="600"/>
              </a:spcAft>
              <a:buNone/>
              <a:defRPr sz="1400">
                <a:solidFill>
                  <a:schemeClr val="tx1"/>
                </a:solidFill>
              </a:defRPr>
            </a:lvl1pPr>
            <a:lvl2pPr marL="457200" indent="0">
              <a:buNone/>
              <a:defRPr/>
            </a:lvl2pPr>
          </a:lstStyle>
          <a:p>
            <a:pPr lvl="0"/>
            <a:r>
              <a:rPr lang="en-US" dirty="0"/>
              <a:t>Click to edit text styles</a:t>
            </a:r>
          </a:p>
        </p:txBody>
      </p:sp>
    </p:spTree>
    <p:extLst>
      <p:ext uri="{BB962C8B-B14F-4D97-AF65-F5344CB8AC3E}">
        <p14:creationId xmlns:p14="http://schemas.microsoft.com/office/powerpoint/2010/main" val="1817095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Large Photo">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0" y="0"/>
            <a:ext cx="12192000" cy="6400799"/>
          </a:xfrm>
        </p:spPr>
        <p:txBody>
          <a:bodyPr anchor="ctr"/>
          <a:lstStyle>
            <a:lvl1pPr marL="0" indent="0" algn="ctr">
              <a:buNone/>
              <a:defRPr>
                <a:latin typeface="+mn-lt"/>
              </a:defRPr>
            </a:lvl1pPr>
          </a:lstStyle>
          <a:p>
            <a:r>
              <a:rPr lang="en-GB" dirty="0"/>
              <a:t>Click icon to add picture</a:t>
            </a:r>
            <a:endParaRPr lang="en-US" dirty="0"/>
          </a:p>
        </p:txBody>
      </p:sp>
    </p:spTree>
    <p:extLst>
      <p:ext uri="{BB962C8B-B14F-4D97-AF65-F5344CB8AC3E}">
        <p14:creationId xmlns:p14="http://schemas.microsoft.com/office/powerpoint/2010/main" val="119172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 Wide Photo">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dirty="0"/>
              <a:t>Click to edit title style</a:t>
            </a:r>
          </a:p>
        </p:txBody>
      </p:sp>
      <p:sp>
        <p:nvSpPr>
          <p:cNvPr id="2" name="Picture Placeholder 6">
            <a:extLst>
              <a:ext uri="{FF2B5EF4-FFF2-40B4-BE49-F238E27FC236}">
                <a16:creationId xmlns:a16="http://schemas.microsoft.com/office/drawing/2014/main" id="{E28CC3DB-32C1-9267-C415-1682E5B10D80}"/>
              </a:ext>
            </a:extLst>
          </p:cNvPr>
          <p:cNvSpPr>
            <a:spLocks noGrp="1"/>
          </p:cNvSpPr>
          <p:nvPr>
            <p:ph type="pic" sz="quarter" idx="11"/>
          </p:nvPr>
        </p:nvSpPr>
        <p:spPr>
          <a:xfrm>
            <a:off x="0" y="1352550"/>
            <a:ext cx="12192000" cy="5048249"/>
          </a:xfrm>
        </p:spPr>
        <p:txBody>
          <a:bodyPr anchor="ctr"/>
          <a:lstStyle>
            <a:lvl1pPr marL="0" indent="0" algn="ctr">
              <a:buNone/>
              <a:defRPr>
                <a:latin typeface="+mn-lt"/>
              </a:defRPr>
            </a:lvl1pPr>
          </a:lstStyle>
          <a:p>
            <a:r>
              <a:rPr lang="en-GB"/>
              <a:t>Click icon to add picture</a:t>
            </a:r>
            <a:endParaRPr lang="en-US" dirty="0"/>
          </a:p>
        </p:txBody>
      </p:sp>
    </p:spTree>
    <p:extLst>
      <p:ext uri="{BB962C8B-B14F-4D97-AF65-F5344CB8AC3E}">
        <p14:creationId xmlns:p14="http://schemas.microsoft.com/office/powerpoint/2010/main" val="155829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Photo + Left Title Spark">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0C1D5899-2B9E-5D25-F726-760571B26364}"/>
              </a:ext>
            </a:extLst>
          </p:cNvPr>
          <p:cNvSpPr/>
          <p:nvPr userDrawn="1"/>
        </p:nvSpPr>
        <p:spPr>
          <a:xfrm>
            <a:off x="3" y="0"/>
            <a:ext cx="12191994" cy="64007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1" name="Title 30">
            <a:extLst>
              <a:ext uri="{FF2B5EF4-FFF2-40B4-BE49-F238E27FC236}">
                <a16:creationId xmlns:a16="http://schemas.microsoft.com/office/drawing/2014/main" id="{6A69887A-DD77-9546-AE4E-B9C0617A294D}"/>
              </a:ext>
            </a:extLst>
          </p:cNvPr>
          <p:cNvSpPr>
            <a:spLocks noGrp="1"/>
          </p:cNvSpPr>
          <p:nvPr>
            <p:ph type="title" hasCustomPrompt="1"/>
          </p:nvPr>
        </p:nvSpPr>
        <p:spPr>
          <a:xfrm>
            <a:off x="712250" y="1371599"/>
            <a:ext cx="3657601" cy="3657601"/>
          </a:xfrm>
          <a:solidFill>
            <a:schemeClr val="accent1"/>
          </a:solidFill>
        </p:spPr>
        <p:txBody>
          <a:bodyPr lIns="182880" tIns="182880" rIns="182880" bIns="182880" anchor="ctr"/>
          <a:lstStyle>
            <a:lvl1pPr algn="ctr">
              <a:defRPr>
                <a:solidFill>
                  <a:schemeClr val="bg1"/>
                </a:solidFill>
              </a:defRPr>
            </a:lvl1pPr>
          </a:lstStyle>
          <a:p>
            <a:r>
              <a:rPr lang="en-US" dirty="0"/>
              <a:t>Click to edit title style</a:t>
            </a:r>
          </a:p>
        </p:txBody>
      </p:sp>
      <p:sp>
        <p:nvSpPr>
          <p:cNvPr id="29" name="Rectangle 28">
            <a:extLst>
              <a:ext uri="{FF2B5EF4-FFF2-40B4-BE49-F238E27FC236}">
                <a16:creationId xmlns:a16="http://schemas.microsoft.com/office/drawing/2014/main" id="{32AD1F6E-6AFC-AC91-D952-A8CB5AD405FC}"/>
              </a:ext>
            </a:extLst>
          </p:cNvPr>
          <p:cNvSpPr/>
          <p:nvPr userDrawn="1"/>
        </p:nvSpPr>
        <p:spPr>
          <a:xfrm>
            <a:off x="241988" y="5029200"/>
            <a:ext cx="470263" cy="470263"/>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30" name="Rectangle 29">
            <a:extLst>
              <a:ext uri="{FF2B5EF4-FFF2-40B4-BE49-F238E27FC236}">
                <a16:creationId xmlns:a16="http://schemas.microsoft.com/office/drawing/2014/main" id="{18F1BE65-F2AE-9E27-36A5-2D3DF330AF32}"/>
              </a:ext>
            </a:extLst>
          </p:cNvPr>
          <p:cNvSpPr/>
          <p:nvPr userDrawn="1"/>
        </p:nvSpPr>
        <p:spPr>
          <a:xfrm>
            <a:off x="3" y="4787214"/>
            <a:ext cx="241985" cy="241985"/>
          </a:xfrm>
          <a:prstGeom prst="rect">
            <a:avLst/>
          </a:pr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3" name="Picture Placeholder 2">
            <a:extLst>
              <a:ext uri="{FF2B5EF4-FFF2-40B4-BE49-F238E27FC236}">
                <a16:creationId xmlns:a16="http://schemas.microsoft.com/office/drawing/2014/main" id="{A687F9FD-D9BA-C8B1-8798-E3C55C0565AA}"/>
              </a:ext>
            </a:extLst>
          </p:cNvPr>
          <p:cNvSpPr>
            <a:spLocks noGrp="1"/>
          </p:cNvSpPr>
          <p:nvPr>
            <p:ph type="pic" sz="quarter" idx="11"/>
          </p:nvPr>
        </p:nvSpPr>
        <p:spPr>
          <a:xfrm>
            <a:off x="3" y="0"/>
            <a:ext cx="12191997" cy="6400799"/>
          </a:xfrm>
          <a:custGeom>
            <a:avLst/>
            <a:gdLst>
              <a:gd name="connsiteX0" fmla="*/ 241985 w 12191997"/>
              <a:gd name="connsiteY0" fmla="*/ 5029200 h 6400799"/>
              <a:gd name="connsiteX1" fmla="*/ 241985 w 12191997"/>
              <a:gd name="connsiteY1" fmla="*/ 5499463 h 6400799"/>
              <a:gd name="connsiteX2" fmla="*/ 712248 w 12191997"/>
              <a:gd name="connsiteY2" fmla="*/ 5499463 h 6400799"/>
              <a:gd name="connsiteX3" fmla="*/ 712248 w 12191997"/>
              <a:gd name="connsiteY3" fmla="*/ 5029200 h 6400799"/>
              <a:gd name="connsiteX4" fmla="*/ 712249 w 12191997"/>
              <a:gd name="connsiteY4" fmla="*/ 1371600 h 6400799"/>
              <a:gd name="connsiteX5" fmla="*/ 712249 w 12191997"/>
              <a:gd name="connsiteY5" fmla="*/ 5029200 h 6400799"/>
              <a:gd name="connsiteX6" fmla="*/ 4369848 w 12191997"/>
              <a:gd name="connsiteY6" fmla="*/ 5029200 h 6400799"/>
              <a:gd name="connsiteX7" fmla="*/ 4369848 w 12191997"/>
              <a:gd name="connsiteY7" fmla="*/ 1371600 h 6400799"/>
              <a:gd name="connsiteX8" fmla="*/ 0 w 12191997"/>
              <a:gd name="connsiteY8" fmla="*/ 0 h 6400799"/>
              <a:gd name="connsiteX9" fmla="*/ 11479747 w 12191997"/>
              <a:gd name="connsiteY9" fmla="*/ 0 h 6400799"/>
              <a:gd name="connsiteX10" fmla="*/ 11734798 w 12191997"/>
              <a:gd name="connsiteY10" fmla="*/ 0 h 6400799"/>
              <a:gd name="connsiteX11" fmla="*/ 12191997 w 12191997"/>
              <a:gd name="connsiteY11" fmla="*/ 0 h 6400799"/>
              <a:gd name="connsiteX12" fmla="*/ 12191997 w 12191997"/>
              <a:gd name="connsiteY12" fmla="*/ 6400799 h 6400799"/>
              <a:gd name="connsiteX13" fmla="*/ 11734798 w 12191997"/>
              <a:gd name="connsiteY13" fmla="*/ 6400799 h 6400799"/>
              <a:gd name="connsiteX14" fmla="*/ 11479747 w 12191997"/>
              <a:gd name="connsiteY14" fmla="*/ 6400799 h 6400799"/>
              <a:gd name="connsiteX15" fmla="*/ 0 w 12191997"/>
              <a:gd name="connsiteY15" fmla="*/ 6400799 h 6400799"/>
              <a:gd name="connsiteX16" fmla="*/ 0 w 12191997"/>
              <a:gd name="connsiteY16" fmla="*/ 5029199 h 6400799"/>
              <a:gd name="connsiteX17" fmla="*/ 241985 w 12191997"/>
              <a:gd name="connsiteY17" fmla="*/ 5029199 h 6400799"/>
              <a:gd name="connsiteX18" fmla="*/ 241985 w 12191997"/>
              <a:gd name="connsiteY18" fmla="*/ 4787214 h 6400799"/>
              <a:gd name="connsiteX19" fmla="*/ 0 w 12191997"/>
              <a:gd name="connsiteY19" fmla="*/ 4787214 h 640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7" h="6400799">
                <a:moveTo>
                  <a:pt x="241985" y="5029200"/>
                </a:moveTo>
                <a:lnTo>
                  <a:pt x="241985" y="5499463"/>
                </a:lnTo>
                <a:lnTo>
                  <a:pt x="712248" y="5499463"/>
                </a:lnTo>
                <a:lnTo>
                  <a:pt x="712248" y="5029200"/>
                </a:lnTo>
                <a:close/>
                <a:moveTo>
                  <a:pt x="712249" y="1371600"/>
                </a:moveTo>
                <a:lnTo>
                  <a:pt x="712249" y="5029200"/>
                </a:lnTo>
                <a:lnTo>
                  <a:pt x="4369848" y="5029200"/>
                </a:lnTo>
                <a:lnTo>
                  <a:pt x="4369848" y="1371600"/>
                </a:lnTo>
                <a:close/>
                <a:moveTo>
                  <a:pt x="0" y="0"/>
                </a:moveTo>
                <a:lnTo>
                  <a:pt x="11479747" y="0"/>
                </a:lnTo>
                <a:lnTo>
                  <a:pt x="11734798" y="0"/>
                </a:lnTo>
                <a:lnTo>
                  <a:pt x="12191997" y="0"/>
                </a:lnTo>
                <a:lnTo>
                  <a:pt x="12191997" y="6400799"/>
                </a:lnTo>
                <a:lnTo>
                  <a:pt x="11734798" y="6400799"/>
                </a:lnTo>
                <a:lnTo>
                  <a:pt x="11479747" y="6400799"/>
                </a:lnTo>
                <a:lnTo>
                  <a:pt x="0" y="6400799"/>
                </a:lnTo>
                <a:lnTo>
                  <a:pt x="0" y="5029199"/>
                </a:lnTo>
                <a:lnTo>
                  <a:pt x="241985" y="5029199"/>
                </a:lnTo>
                <a:lnTo>
                  <a:pt x="241985" y="4787214"/>
                </a:lnTo>
                <a:lnTo>
                  <a:pt x="0" y="4787214"/>
                </a:lnTo>
                <a:close/>
              </a:path>
            </a:pathLst>
          </a:custGeom>
        </p:spPr>
        <p:txBody>
          <a:bodyPr wrap="square" anchor="ctr">
            <a:noAutofit/>
          </a:bodyPr>
          <a:lstStyle>
            <a:lvl1pPr marL="0" indent="0" algn="ctr">
              <a:buNone/>
              <a:defRPr>
                <a:solidFill>
                  <a:schemeClr val="bg1"/>
                </a:solidFill>
                <a:latin typeface="+mn-lt"/>
              </a:defRPr>
            </a:lvl1pPr>
          </a:lstStyle>
          <a:p>
            <a:r>
              <a:rPr lang="en-GB" dirty="0"/>
              <a:t>Click icon to add picture</a:t>
            </a:r>
            <a:endParaRPr lang="en-US" dirty="0"/>
          </a:p>
        </p:txBody>
      </p:sp>
    </p:spTree>
    <p:extLst>
      <p:ext uri="{BB962C8B-B14F-4D97-AF65-F5344CB8AC3E}">
        <p14:creationId xmlns:p14="http://schemas.microsoft.com/office/powerpoint/2010/main" val="864025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Photo + Right Title Spark">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A4F3B6E-D05E-E4F6-DC76-31639E847BA7}"/>
              </a:ext>
            </a:extLst>
          </p:cNvPr>
          <p:cNvSpPr/>
          <p:nvPr userDrawn="1"/>
        </p:nvSpPr>
        <p:spPr>
          <a:xfrm>
            <a:off x="0" y="0"/>
            <a:ext cx="12191995" cy="64007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6" name="Title 30">
            <a:extLst>
              <a:ext uri="{FF2B5EF4-FFF2-40B4-BE49-F238E27FC236}">
                <a16:creationId xmlns:a16="http://schemas.microsoft.com/office/drawing/2014/main" id="{EB2A2752-ACB8-2582-F75D-5593DC921BB4}"/>
              </a:ext>
            </a:extLst>
          </p:cNvPr>
          <p:cNvSpPr>
            <a:spLocks noGrp="1"/>
          </p:cNvSpPr>
          <p:nvPr>
            <p:ph type="title" hasCustomPrompt="1"/>
          </p:nvPr>
        </p:nvSpPr>
        <p:spPr>
          <a:xfrm>
            <a:off x="7822149" y="1371599"/>
            <a:ext cx="3657601" cy="3657601"/>
          </a:xfrm>
          <a:solidFill>
            <a:schemeClr val="accent1"/>
          </a:solidFill>
        </p:spPr>
        <p:txBody>
          <a:bodyPr lIns="182880" tIns="182880" rIns="182880" bIns="182880" anchor="ctr"/>
          <a:lstStyle>
            <a:lvl1pPr algn="ctr">
              <a:defRPr>
                <a:solidFill>
                  <a:schemeClr val="bg1"/>
                </a:solidFill>
              </a:defRPr>
            </a:lvl1pPr>
          </a:lstStyle>
          <a:p>
            <a:r>
              <a:rPr lang="en-US" dirty="0"/>
              <a:t>Click to edit title style</a:t>
            </a:r>
          </a:p>
        </p:txBody>
      </p:sp>
      <p:sp>
        <p:nvSpPr>
          <p:cNvPr id="4" name="Rectangle 3">
            <a:extLst>
              <a:ext uri="{FF2B5EF4-FFF2-40B4-BE49-F238E27FC236}">
                <a16:creationId xmlns:a16="http://schemas.microsoft.com/office/drawing/2014/main" id="{2DEF3002-6F26-3F97-964D-49A0F18642A5}"/>
              </a:ext>
            </a:extLst>
          </p:cNvPr>
          <p:cNvSpPr/>
          <p:nvPr userDrawn="1"/>
        </p:nvSpPr>
        <p:spPr>
          <a:xfrm>
            <a:off x="11479750" y="5029200"/>
            <a:ext cx="470263" cy="470263"/>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5" name="Rectangle 4">
            <a:extLst>
              <a:ext uri="{FF2B5EF4-FFF2-40B4-BE49-F238E27FC236}">
                <a16:creationId xmlns:a16="http://schemas.microsoft.com/office/drawing/2014/main" id="{0ABAFF7B-53E6-A6F9-54BA-3FC1B58686E4}"/>
              </a:ext>
            </a:extLst>
          </p:cNvPr>
          <p:cNvSpPr/>
          <p:nvPr userDrawn="1"/>
        </p:nvSpPr>
        <p:spPr>
          <a:xfrm>
            <a:off x="11950013" y="4787214"/>
            <a:ext cx="241985" cy="241985"/>
          </a:xfrm>
          <a:prstGeom prst="rect">
            <a:avLst/>
          </a:pr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8" name="Picture Placeholder 7">
            <a:extLst>
              <a:ext uri="{FF2B5EF4-FFF2-40B4-BE49-F238E27FC236}">
                <a16:creationId xmlns:a16="http://schemas.microsoft.com/office/drawing/2014/main" id="{29805D81-4895-0090-8095-3DF72D3312B8}"/>
              </a:ext>
            </a:extLst>
          </p:cNvPr>
          <p:cNvSpPr>
            <a:spLocks noGrp="1"/>
          </p:cNvSpPr>
          <p:nvPr>
            <p:ph type="pic" sz="quarter" idx="11"/>
          </p:nvPr>
        </p:nvSpPr>
        <p:spPr>
          <a:xfrm>
            <a:off x="0" y="0"/>
            <a:ext cx="12191998" cy="6400799"/>
          </a:xfrm>
          <a:custGeom>
            <a:avLst/>
            <a:gdLst>
              <a:gd name="connsiteX0" fmla="*/ 7822150 w 12191998"/>
              <a:gd name="connsiteY0" fmla="*/ 1371600 h 6400799"/>
              <a:gd name="connsiteX1" fmla="*/ 7822150 w 12191998"/>
              <a:gd name="connsiteY1" fmla="*/ 5029200 h 6400799"/>
              <a:gd name="connsiteX2" fmla="*/ 11479750 w 12191998"/>
              <a:gd name="connsiteY2" fmla="*/ 5029200 h 6400799"/>
              <a:gd name="connsiteX3" fmla="*/ 11479750 w 12191998"/>
              <a:gd name="connsiteY3" fmla="*/ 5499463 h 6400799"/>
              <a:gd name="connsiteX4" fmla="*/ 11950013 w 12191998"/>
              <a:gd name="connsiteY4" fmla="*/ 5499463 h 6400799"/>
              <a:gd name="connsiteX5" fmla="*/ 11950013 w 12191998"/>
              <a:gd name="connsiteY5" fmla="*/ 5029200 h 6400799"/>
              <a:gd name="connsiteX6" fmla="*/ 11479750 w 12191998"/>
              <a:gd name="connsiteY6" fmla="*/ 5029200 h 6400799"/>
              <a:gd name="connsiteX7" fmla="*/ 11479750 w 12191998"/>
              <a:gd name="connsiteY7" fmla="*/ 1371600 h 6400799"/>
              <a:gd name="connsiteX8" fmla="*/ 0 w 12191998"/>
              <a:gd name="connsiteY8" fmla="*/ 0 h 6400799"/>
              <a:gd name="connsiteX9" fmla="*/ 457200 w 12191998"/>
              <a:gd name="connsiteY9" fmla="*/ 0 h 6400799"/>
              <a:gd name="connsiteX10" fmla="*/ 1393371 w 12191998"/>
              <a:gd name="connsiteY10" fmla="*/ 0 h 6400799"/>
              <a:gd name="connsiteX11" fmla="*/ 12191998 w 12191998"/>
              <a:gd name="connsiteY11" fmla="*/ 0 h 6400799"/>
              <a:gd name="connsiteX12" fmla="*/ 12191998 w 12191998"/>
              <a:gd name="connsiteY12" fmla="*/ 4787214 h 6400799"/>
              <a:gd name="connsiteX13" fmla="*/ 11950013 w 12191998"/>
              <a:gd name="connsiteY13" fmla="*/ 4787214 h 6400799"/>
              <a:gd name="connsiteX14" fmla="*/ 11950013 w 12191998"/>
              <a:gd name="connsiteY14" fmla="*/ 5029199 h 6400799"/>
              <a:gd name="connsiteX15" fmla="*/ 12191998 w 12191998"/>
              <a:gd name="connsiteY15" fmla="*/ 5029199 h 6400799"/>
              <a:gd name="connsiteX16" fmla="*/ 12191998 w 12191998"/>
              <a:gd name="connsiteY16" fmla="*/ 6400799 h 6400799"/>
              <a:gd name="connsiteX17" fmla="*/ 1393371 w 12191998"/>
              <a:gd name="connsiteY17" fmla="*/ 6400799 h 6400799"/>
              <a:gd name="connsiteX18" fmla="*/ 457200 w 12191998"/>
              <a:gd name="connsiteY18" fmla="*/ 6400799 h 6400799"/>
              <a:gd name="connsiteX19" fmla="*/ 0 w 12191998"/>
              <a:gd name="connsiteY19" fmla="*/ 6400799 h 640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998" h="6400799">
                <a:moveTo>
                  <a:pt x="7822150" y="1371600"/>
                </a:moveTo>
                <a:lnTo>
                  <a:pt x="7822150" y="5029200"/>
                </a:lnTo>
                <a:lnTo>
                  <a:pt x="11479750" y="5029200"/>
                </a:lnTo>
                <a:lnTo>
                  <a:pt x="11479750" y="5499463"/>
                </a:lnTo>
                <a:lnTo>
                  <a:pt x="11950013" y="5499463"/>
                </a:lnTo>
                <a:lnTo>
                  <a:pt x="11950013" y="5029200"/>
                </a:lnTo>
                <a:lnTo>
                  <a:pt x="11479750" y="5029200"/>
                </a:lnTo>
                <a:lnTo>
                  <a:pt x="11479750" y="1371600"/>
                </a:lnTo>
                <a:close/>
                <a:moveTo>
                  <a:pt x="0" y="0"/>
                </a:moveTo>
                <a:lnTo>
                  <a:pt x="457200" y="0"/>
                </a:lnTo>
                <a:lnTo>
                  <a:pt x="1393371" y="0"/>
                </a:lnTo>
                <a:lnTo>
                  <a:pt x="12191998" y="0"/>
                </a:lnTo>
                <a:lnTo>
                  <a:pt x="12191998" y="4787214"/>
                </a:lnTo>
                <a:lnTo>
                  <a:pt x="11950013" y="4787214"/>
                </a:lnTo>
                <a:lnTo>
                  <a:pt x="11950013" y="5029199"/>
                </a:lnTo>
                <a:lnTo>
                  <a:pt x="12191998" y="5029199"/>
                </a:lnTo>
                <a:lnTo>
                  <a:pt x="12191998" y="6400799"/>
                </a:lnTo>
                <a:lnTo>
                  <a:pt x="1393371" y="6400799"/>
                </a:lnTo>
                <a:lnTo>
                  <a:pt x="457200" y="6400799"/>
                </a:lnTo>
                <a:lnTo>
                  <a:pt x="0" y="6400799"/>
                </a:lnTo>
                <a:close/>
              </a:path>
            </a:pathLst>
          </a:custGeom>
        </p:spPr>
        <p:txBody>
          <a:bodyPr wrap="square" anchor="ctr">
            <a:noAutofit/>
          </a:bodyPr>
          <a:lstStyle>
            <a:lvl1pPr marL="0" indent="0" algn="ctr">
              <a:buNone/>
              <a:defRPr>
                <a:solidFill>
                  <a:schemeClr val="bg1"/>
                </a:solidFill>
                <a:latin typeface="+mn-lt"/>
              </a:defRPr>
            </a:lvl1pPr>
          </a:lstStyle>
          <a:p>
            <a:r>
              <a:rPr lang="en-GB" dirty="0"/>
              <a:t>Click icon to add picture</a:t>
            </a:r>
            <a:endParaRPr lang="en-US" dirty="0"/>
          </a:p>
        </p:txBody>
      </p:sp>
    </p:spTree>
    <p:extLst>
      <p:ext uri="{BB962C8B-B14F-4D97-AF65-F5344CB8AC3E}">
        <p14:creationId xmlns:p14="http://schemas.microsoft.com/office/powerpoint/2010/main" val="5134008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Quote 1">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F028E64-EFB2-8910-EFCC-9E44502D4C21}"/>
              </a:ext>
            </a:extLst>
          </p:cNvPr>
          <p:cNvSpPr/>
          <p:nvPr userDrawn="1"/>
        </p:nvSpPr>
        <p:spPr>
          <a:xfrm>
            <a:off x="639763" y="457200"/>
            <a:ext cx="10912475" cy="50493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1" name="Freeform: Shape 10">
            <a:extLst>
              <a:ext uri="{FF2B5EF4-FFF2-40B4-BE49-F238E27FC236}">
                <a16:creationId xmlns:a16="http://schemas.microsoft.com/office/drawing/2014/main" id="{820FEEF8-EEF8-B9B5-810C-8AD016F350BB}"/>
              </a:ext>
            </a:extLst>
          </p:cNvPr>
          <p:cNvSpPr/>
          <p:nvPr userDrawn="1"/>
        </p:nvSpPr>
        <p:spPr>
          <a:xfrm>
            <a:off x="639763" y="457200"/>
            <a:ext cx="10912475" cy="5049333"/>
          </a:xfrm>
          <a:custGeom>
            <a:avLst/>
            <a:gdLst>
              <a:gd name="connsiteX0" fmla="*/ 36577 w 10912475"/>
              <a:gd name="connsiteY0" fmla="*/ 36577 h 5049333"/>
              <a:gd name="connsiteX1" fmla="*/ 36577 w 10912475"/>
              <a:gd name="connsiteY1" fmla="*/ 5012757 h 5049333"/>
              <a:gd name="connsiteX2" fmla="*/ 10875899 w 10912475"/>
              <a:gd name="connsiteY2" fmla="*/ 5012757 h 5049333"/>
              <a:gd name="connsiteX3" fmla="*/ 10875899 w 10912475"/>
              <a:gd name="connsiteY3" fmla="*/ 36577 h 5049333"/>
              <a:gd name="connsiteX4" fmla="*/ 0 w 10912475"/>
              <a:gd name="connsiteY4" fmla="*/ 0 h 5049333"/>
              <a:gd name="connsiteX5" fmla="*/ 10912475 w 10912475"/>
              <a:gd name="connsiteY5" fmla="*/ 0 h 5049333"/>
              <a:gd name="connsiteX6" fmla="*/ 10912475 w 10912475"/>
              <a:gd name="connsiteY6" fmla="*/ 5049333 h 5049333"/>
              <a:gd name="connsiteX7" fmla="*/ 0 w 10912475"/>
              <a:gd name="connsiteY7" fmla="*/ 5049333 h 504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12475" h="5049333">
                <a:moveTo>
                  <a:pt x="36577" y="36577"/>
                </a:moveTo>
                <a:lnTo>
                  <a:pt x="36577" y="5012757"/>
                </a:lnTo>
                <a:lnTo>
                  <a:pt x="10875899" y="5012757"/>
                </a:lnTo>
                <a:lnTo>
                  <a:pt x="10875899" y="36577"/>
                </a:lnTo>
                <a:close/>
                <a:moveTo>
                  <a:pt x="0" y="0"/>
                </a:moveTo>
                <a:lnTo>
                  <a:pt x="10912475" y="0"/>
                </a:lnTo>
                <a:lnTo>
                  <a:pt x="10912475" y="5049333"/>
                </a:lnTo>
                <a:lnTo>
                  <a:pt x="0" y="504933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2" name="Text Placeholder 3">
            <a:extLst>
              <a:ext uri="{FF2B5EF4-FFF2-40B4-BE49-F238E27FC236}">
                <a16:creationId xmlns:a16="http://schemas.microsoft.com/office/drawing/2014/main" id="{FACB7C02-25A3-B9BE-2326-650C4C0650EB}"/>
              </a:ext>
            </a:extLst>
          </p:cNvPr>
          <p:cNvSpPr>
            <a:spLocks noGrp="1"/>
          </p:cNvSpPr>
          <p:nvPr>
            <p:ph type="body" sz="quarter" idx="10" hasCustomPrompt="1"/>
          </p:nvPr>
        </p:nvSpPr>
        <p:spPr>
          <a:xfrm>
            <a:off x="1133539" y="950976"/>
            <a:ext cx="9921748" cy="4061782"/>
          </a:xfrm>
        </p:spPr>
        <p:txBody>
          <a:bodyPr lIns="0" tIns="0" rIns="0" bIns="0" anchor="ctr">
            <a:normAutofit/>
          </a:bodyPr>
          <a:lstStyle>
            <a:lvl1pPr marL="0" indent="0" algn="ctr">
              <a:lnSpc>
                <a:spcPct val="125000"/>
              </a:lnSpc>
              <a:buNone/>
              <a:defRPr sz="6000" b="0" i="0">
                <a:solidFill>
                  <a:schemeClr val="tx1"/>
                </a:solidFill>
                <a:latin typeface="+mj-lt"/>
              </a:defRPr>
            </a:lvl1pPr>
          </a:lstStyle>
          <a:p>
            <a:pPr lvl="0"/>
            <a:r>
              <a:rPr lang="en-US" dirty="0"/>
              <a:t>Click to edit text styles</a:t>
            </a:r>
          </a:p>
        </p:txBody>
      </p:sp>
      <p:sp>
        <p:nvSpPr>
          <p:cNvPr id="8" name="Text Placeholder 5">
            <a:extLst>
              <a:ext uri="{FF2B5EF4-FFF2-40B4-BE49-F238E27FC236}">
                <a16:creationId xmlns:a16="http://schemas.microsoft.com/office/drawing/2014/main" id="{036CFF80-799B-5C54-B9EF-54EF6F60A619}"/>
              </a:ext>
            </a:extLst>
          </p:cNvPr>
          <p:cNvSpPr>
            <a:spLocks noGrp="1"/>
          </p:cNvSpPr>
          <p:nvPr>
            <p:ph type="body" sz="quarter" idx="11" hasCustomPrompt="1"/>
          </p:nvPr>
        </p:nvSpPr>
        <p:spPr>
          <a:xfrm>
            <a:off x="1133539" y="5643694"/>
            <a:ext cx="9921748" cy="572955"/>
          </a:xfrm>
        </p:spPr>
        <p:txBody>
          <a:bodyPr lIns="0" tIns="0" rIns="0" bIns="0" anchor="ctr">
            <a:noAutofit/>
          </a:bodyPr>
          <a:lstStyle>
            <a:lvl1pPr marL="0" indent="0" algn="r">
              <a:spcAft>
                <a:spcPts val="0"/>
              </a:spcAft>
              <a:buNone/>
              <a:defRPr sz="1800">
                <a:solidFill>
                  <a:schemeClr val="tx1"/>
                </a:solidFill>
                <a:latin typeface="+mn-lt"/>
              </a:defRPr>
            </a:lvl1pPr>
          </a:lstStyle>
          <a:p>
            <a:pPr lvl="0"/>
            <a:r>
              <a:rPr lang="en-US" dirty="0"/>
              <a:t>Click to edit text styles</a:t>
            </a:r>
          </a:p>
        </p:txBody>
      </p:sp>
      <p:sp>
        <p:nvSpPr>
          <p:cNvPr id="2" name="Rectangle 1">
            <a:extLst>
              <a:ext uri="{FF2B5EF4-FFF2-40B4-BE49-F238E27FC236}">
                <a16:creationId xmlns:a16="http://schemas.microsoft.com/office/drawing/2014/main" id="{D931D666-096E-9895-E872-07B935D55522}"/>
              </a:ext>
            </a:extLst>
          </p:cNvPr>
          <p:cNvSpPr/>
          <p:nvPr userDrawn="1"/>
        </p:nvSpPr>
        <p:spPr>
          <a:xfrm>
            <a:off x="0" y="457200"/>
            <a:ext cx="457199" cy="457199"/>
          </a:xfrm>
          <a:prstGeom prst="rect">
            <a:avLst/>
          </a:prstGeom>
          <a:solidFill>
            <a:srgbClr val="004A8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3" name="Rectangle 2">
            <a:extLst>
              <a:ext uri="{FF2B5EF4-FFF2-40B4-BE49-F238E27FC236}">
                <a16:creationId xmlns:a16="http://schemas.microsoft.com/office/drawing/2014/main" id="{C6EA900C-C742-44E2-853A-067D38863FC2}"/>
              </a:ext>
            </a:extLst>
          </p:cNvPr>
          <p:cNvSpPr/>
          <p:nvPr userDrawn="1"/>
        </p:nvSpPr>
        <p:spPr>
          <a:xfrm>
            <a:off x="457200" y="274638"/>
            <a:ext cx="182562" cy="182562"/>
          </a:xfrm>
          <a:prstGeom prst="rect">
            <a:avLst/>
          </a:prstGeom>
          <a:solidFill>
            <a:srgbClr val="76CE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7" name="Freeform: Shape 6">
            <a:extLst>
              <a:ext uri="{FF2B5EF4-FFF2-40B4-BE49-F238E27FC236}">
                <a16:creationId xmlns:a16="http://schemas.microsoft.com/office/drawing/2014/main" id="{936F5504-2706-9C7A-A652-3E27C22A5923}"/>
              </a:ext>
            </a:extLst>
          </p:cNvPr>
          <p:cNvSpPr/>
          <p:nvPr userDrawn="1"/>
        </p:nvSpPr>
        <p:spPr>
          <a:xfrm>
            <a:off x="11552240" y="5506533"/>
            <a:ext cx="365124" cy="365124"/>
          </a:xfrm>
          <a:custGeom>
            <a:avLst/>
            <a:gdLst>
              <a:gd name="connsiteX0" fmla="*/ 36576 w 365124"/>
              <a:gd name="connsiteY0" fmla="*/ 36576 h 365124"/>
              <a:gd name="connsiteX1" fmla="*/ 36576 w 365124"/>
              <a:gd name="connsiteY1" fmla="*/ 328548 h 365124"/>
              <a:gd name="connsiteX2" fmla="*/ 328548 w 365124"/>
              <a:gd name="connsiteY2" fmla="*/ 328548 h 365124"/>
              <a:gd name="connsiteX3" fmla="*/ 328548 w 365124"/>
              <a:gd name="connsiteY3" fmla="*/ 36576 h 365124"/>
              <a:gd name="connsiteX4" fmla="*/ 0 w 365124"/>
              <a:gd name="connsiteY4" fmla="*/ 0 h 365124"/>
              <a:gd name="connsiteX5" fmla="*/ 365124 w 365124"/>
              <a:gd name="connsiteY5" fmla="*/ 0 h 365124"/>
              <a:gd name="connsiteX6" fmla="*/ 365124 w 365124"/>
              <a:gd name="connsiteY6" fmla="*/ 365124 h 365124"/>
              <a:gd name="connsiteX7" fmla="*/ 0 w 365124"/>
              <a:gd name="connsiteY7" fmla="*/ 365124 h 36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124" h="365124">
                <a:moveTo>
                  <a:pt x="36576" y="36576"/>
                </a:moveTo>
                <a:lnTo>
                  <a:pt x="36576" y="328548"/>
                </a:lnTo>
                <a:lnTo>
                  <a:pt x="328548" y="328548"/>
                </a:lnTo>
                <a:lnTo>
                  <a:pt x="328548" y="36576"/>
                </a:lnTo>
                <a:close/>
                <a:moveTo>
                  <a:pt x="0" y="0"/>
                </a:moveTo>
                <a:lnTo>
                  <a:pt x="365124" y="0"/>
                </a:lnTo>
                <a:lnTo>
                  <a:pt x="365124" y="365124"/>
                </a:lnTo>
                <a:lnTo>
                  <a:pt x="0" y="365124"/>
                </a:lnTo>
                <a:close/>
              </a:path>
            </a:pathLst>
          </a:custGeom>
          <a:solidFill>
            <a:srgbClr val="00A3F6"/>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Tree>
    <p:extLst>
      <p:ext uri="{BB962C8B-B14F-4D97-AF65-F5344CB8AC3E}">
        <p14:creationId xmlns:p14="http://schemas.microsoft.com/office/powerpoint/2010/main" val="3427510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Quote 2">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9C06A86-F524-906E-D0C5-AEA70DABE74D}"/>
              </a:ext>
            </a:extLst>
          </p:cNvPr>
          <p:cNvSpPr/>
          <p:nvPr userDrawn="1"/>
        </p:nvSpPr>
        <p:spPr>
          <a:xfrm>
            <a:off x="1295400" y="457200"/>
            <a:ext cx="9601200" cy="50493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5" name="Freeform: Shape 4">
            <a:extLst>
              <a:ext uri="{FF2B5EF4-FFF2-40B4-BE49-F238E27FC236}">
                <a16:creationId xmlns:a16="http://schemas.microsoft.com/office/drawing/2014/main" id="{C62D1762-935C-3DFF-869F-F876A0673952}"/>
              </a:ext>
            </a:extLst>
          </p:cNvPr>
          <p:cNvSpPr/>
          <p:nvPr userDrawn="1"/>
        </p:nvSpPr>
        <p:spPr>
          <a:xfrm>
            <a:off x="1295400" y="457200"/>
            <a:ext cx="9601200" cy="5049333"/>
          </a:xfrm>
          <a:custGeom>
            <a:avLst/>
            <a:gdLst>
              <a:gd name="connsiteX0" fmla="*/ 36576 w 10058400"/>
              <a:gd name="connsiteY0" fmla="*/ 36576 h 5049333"/>
              <a:gd name="connsiteX1" fmla="*/ 36576 w 10058400"/>
              <a:gd name="connsiteY1" fmla="*/ 5012758 h 5049333"/>
              <a:gd name="connsiteX2" fmla="*/ 10021824 w 10058400"/>
              <a:gd name="connsiteY2" fmla="*/ 5012758 h 5049333"/>
              <a:gd name="connsiteX3" fmla="*/ 10021824 w 10058400"/>
              <a:gd name="connsiteY3" fmla="*/ 36576 h 5049333"/>
              <a:gd name="connsiteX4" fmla="*/ 0 w 10058400"/>
              <a:gd name="connsiteY4" fmla="*/ 0 h 5049333"/>
              <a:gd name="connsiteX5" fmla="*/ 10058400 w 10058400"/>
              <a:gd name="connsiteY5" fmla="*/ 0 h 5049333"/>
              <a:gd name="connsiteX6" fmla="*/ 10058400 w 10058400"/>
              <a:gd name="connsiteY6" fmla="*/ 5049333 h 5049333"/>
              <a:gd name="connsiteX7" fmla="*/ 0 w 10058400"/>
              <a:gd name="connsiteY7" fmla="*/ 5049333 h 504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58400" h="5049333">
                <a:moveTo>
                  <a:pt x="36576" y="36576"/>
                </a:moveTo>
                <a:lnTo>
                  <a:pt x="36576" y="5012758"/>
                </a:lnTo>
                <a:lnTo>
                  <a:pt x="10021824" y="5012758"/>
                </a:lnTo>
                <a:lnTo>
                  <a:pt x="10021824" y="36576"/>
                </a:lnTo>
                <a:close/>
                <a:moveTo>
                  <a:pt x="0" y="0"/>
                </a:moveTo>
                <a:lnTo>
                  <a:pt x="10058400" y="0"/>
                </a:lnTo>
                <a:lnTo>
                  <a:pt x="10058400" y="5049333"/>
                </a:lnTo>
                <a:lnTo>
                  <a:pt x="0" y="504933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12" name="Text Placeholder 3">
            <a:extLst>
              <a:ext uri="{FF2B5EF4-FFF2-40B4-BE49-F238E27FC236}">
                <a16:creationId xmlns:a16="http://schemas.microsoft.com/office/drawing/2014/main" id="{FACB7C02-25A3-B9BE-2326-650C4C0650EB}"/>
              </a:ext>
            </a:extLst>
          </p:cNvPr>
          <p:cNvSpPr>
            <a:spLocks noGrp="1"/>
          </p:cNvSpPr>
          <p:nvPr>
            <p:ph type="body" sz="quarter" idx="10" hasCustomPrompt="1"/>
          </p:nvPr>
        </p:nvSpPr>
        <p:spPr>
          <a:xfrm>
            <a:off x="1789176" y="950976"/>
            <a:ext cx="8610474" cy="4061782"/>
          </a:xfrm>
        </p:spPr>
        <p:txBody>
          <a:bodyPr lIns="0" tIns="0" rIns="0" bIns="0" anchor="ctr">
            <a:normAutofit/>
          </a:bodyPr>
          <a:lstStyle>
            <a:lvl1pPr marL="0" indent="0" algn="ctr">
              <a:lnSpc>
                <a:spcPct val="125000"/>
              </a:lnSpc>
              <a:buNone/>
              <a:defRPr sz="6000" b="0" i="0">
                <a:solidFill>
                  <a:schemeClr val="tx1"/>
                </a:solidFill>
                <a:latin typeface="+mj-lt"/>
              </a:defRPr>
            </a:lvl1pPr>
          </a:lstStyle>
          <a:p>
            <a:pPr lvl="0"/>
            <a:r>
              <a:rPr lang="en-US" dirty="0"/>
              <a:t>Click to edit text styles</a:t>
            </a:r>
          </a:p>
        </p:txBody>
      </p:sp>
      <p:sp>
        <p:nvSpPr>
          <p:cNvPr id="8" name="Text Placeholder 5">
            <a:extLst>
              <a:ext uri="{FF2B5EF4-FFF2-40B4-BE49-F238E27FC236}">
                <a16:creationId xmlns:a16="http://schemas.microsoft.com/office/drawing/2014/main" id="{036CFF80-799B-5C54-B9EF-54EF6F60A619}"/>
              </a:ext>
            </a:extLst>
          </p:cNvPr>
          <p:cNvSpPr>
            <a:spLocks noGrp="1"/>
          </p:cNvSpPr>
          <p:nvPr>
            <p:ph type="body" sz="quarter" idx="11" hasCustomPrompt="1"/>
          </p:nvPr>
        </p:nvSpPr>
        <p:spPr>
          <a:xfrm>
            <a:off x="1789176" y="5643694"/>
            <a:ext cx="8610474" cy="572955"/>
          </a:xfrm>
        </p:spPr>
        <p:txBody>
          <a:bodyPr lIns="0" tIns="0" rIns="0" bIns="0" anchor="ctr">
            <a:noAutofit/>
          </a:bodyPr>
          <a:lstStyle>
            <a:lvl1pPr marL="0" indent="0" algn="r">
              <a:spcAft>
                <a:spcPts val="0"/>
              </a:spcAft>
              <a:buNone/>
              <a:defRPr sz="1800">
                <a:solidFill>
                  <a:schemeClr val="tx1"/>
                </a:solidFill>
                <a:latin typeface="+mn-lt"/>
              </a:defRPr>
            </a:lvl1pPr>
          </a:lstStyle>
          <a:p>
            <a:pPr lvl="0"/>
            <a:r>
              <a:rPr lang="en-US" dirty="0"/>
              <a:t>Click to edit text styles</a:t>
            </a:r>
          </a:p>
        </p:txBody>
      </p:sp>
      <p:sp>
        <p:nvSpPr>
          <p:cNvPr id="9" name="Rectangle 8">
            <a:extLst>
              <a:ext uri="{FF2B5EF4-FFF2-40B4-BE49-F238E27FC236}">
                <a16:creationId xmlns:a16="http://schemas.microsoft.com/office/drawing/2014/main" id="{CF2CFAE9-FB4C-420D-6D1F-D909FF0EB247}"/>
              </a:ext>
            </a:extLst>
          </p:cNvPr>
          <p:cNvSpPr>
            <a:spLocks noChangeAspect="1"/>
          </p:cNvSpPr>
          <p:nvPr userDrawn="1"/>
        </p:nvSpPr>
        <p:spPr>
          <a:xfrm>
            <a:off x="292608" y="292608"/>
            <a:ext cx="571500" cy="571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0" name="Rectangle 19">
            <a:extLst>
              <a:ext uri="{FF2B5EF4-FFF2-40B4-BE49-F238E27FC236}">
                <a16:creationId xmlns:a16="http://schemas.microsoft.com/office/drawing/2014/main" id="{3707CFEA-5506-10FA-BF9A-48D713892FD2}"/>
              </a:ext>
            </a:extLst>
          </p:cNvPr>
          <p:cNvSpPr>
            <a:spLocks noChangeAspect="1"/>
          </p:cNvSpPr>
          <p:nvPr userDrawn="1"/>
        </p:nvSpPr>
        <p:spPr>
          <a:xfrm>
            <a:off x="146304" y="5961888"/>
            <a:ext cx="292608" cy="292608"/>
          </a:xfrm>
          <a:prstGeom prst="rect">
            <a:avLst/>
          </a:prstGeom>
          <a:solidFill>
            <a:srgbClr val="8F5DA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1" name="Rectangle 20">
            <a:extLst>
              <a:ext uri="{FF2B5EF4-FFF2-40B4-BE49-F238E27FC236}">
                <a16:creationId xmlns:a16="http://schemas.microsoft.com/office/drawing/2014/main" id="{46D55701-64DD-DCE6-9C94-53C2D99CDA90}"/>
              </a:ext>
            </a:extLst>
          </p:cNvPr>
          <p:cNvSpPr>
            <a:spLocks noChangeAspect="1"/>
          </p:cNvSpPr>
          <p:nvPr userDrawn="1"/>
        </p:nvSpPr>
        <p:spPr>
          <a:xfrm>
            <a:off x="0" y="6254496"/>
            <a:ext cx="146304" cy="146304"/>
          </a:xfrm>
          <a:prstGeom prst="rect">
            <a:avLst/>
          </a:prstGeom>
          <a:solidFill>
            <a:srgbClr val="CC94D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2" name="Rectangle 21">
            <a:extLst>
              <a:ext uri="{FF2B5EF4-FFF2-40B4-BE49-F238E27FC236}">
                <a16:creationId xmlns:a16="http://schemas.microsoft.com/office/drawing/2014/main" id="{F0589386-711E-EF28-E92B-1669C90926A1}"/>
              </a:ext>
            </a:extLst>
          </p:cNvPr>
          <p:cNvSpPr>
            <a:spLocks noChangeAspect="1"/>
          </p:cNvSpPr>
          <p:nvPr userDrawn="1"/>
        </p:nvSpPr>
        <p:spPr>
          <a:xfrm>
            <a:off x="0" y="0"/>
            <a:ext cx="292608" cy="292608"/>
          </a:xfrm>
          <a:prstGeom prst="rect">
            <a:avLst/>
          </a:prstGeom>
          <a:solidFill>
            <a:srgbClr val="B2450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15" name="Rectangle 14">
            <a:extLst>
              <a:ext uri="{FF2B5EF4-FFF2-40B4-BE49-F238E27FC236}">
                <a16:creationId xmlns:a16="http://schemas.microsoft.com/office/drawing/2014/main" id="{106219E9-62EB-3F60-7768-106750FF399D}"/>
              </a:ext>
            </a:extLst>
          </p:cNvPr>
          <p:cNvSpPr>
            <a:spLocks noChangeAspect="1"/>
          </p:cNvSpPr>
          <p:nvPr userDrawn="1"/>
        </p:nvSpPr>
        <p:spPr>
          <a:xfrm>
            <a:off x="292608" y="1835150"/>
            <a:ext cx="292608" cy="29260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3" name="Rectangle 22">
            <a:extLst>
              <a:ext uri="{FF2B5EF4-FFF2-40B4-BE49-F238E27FC236}">
                <a16:creationId xmlns:a16="http://schemas.microsoft.com/office/drawing/2014/main" id="{D4C6CECC-D81A-E232-164C-E8DF7D623382}"/>
              </a:ext>
            </a:extLst>
          </p:cNvPr>
          <p:cNvSpPr>
            <a:spLocks noChangeAspect="1"/>
          </p:cNvSpPr>
          <p:nvPr userDrawn="1"/>
        </p:nvSpPr>
        <p:spPr>
          <a:xfrm>
            <a:off x="146304" y="2127758"/>
            <a:ext cx="146304" cy="146304"/>
          </a:xfrm>
          <a:prstGeom prst="rect">
            <a:avLst/>
          </a:prstGeom>
          <a:solidFill>
            <a:srgbClr val="FFE17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7" name="Freeform: Shape 26">
            <a:extLst>
              <a:ext uri="{FF2B5EF4-FFF2-40B4-BE49-F238E27FC236}">
                <a16:creationId xmlns:a16="http://schemas.microsoft.com/office/drawing/2014/main" id="{38B44FED-BFFE-C9E6-EEA1-F2ABAD011967}"/>
              </a:ext>
            </a:extLst>
          </p:cNvPr>
          <p:cNvSpPr>
            <a:spLocks noChangeAspect="1"/>
          </p:cNvSpPr>
          <p:nvPr userDrawn="1"/>
        </p:nvSpPr>
        <p:spPr>
          <a:xfrm>
            <a:off x="585216" y="3391408"/>
            <a:ext cx="571500" cy="571500"/>
          </a:xfrm>
          <a:custGeom>
            <a:avLst/>
            <a:gdLst>
              <a:gd name="connsiteX0" fmla="*/ 36576 w 571500"/>
              <a:gd name="connsiteY0" fmla="*/ 36576 h 571500"/>
              <a:gd name="connsiteX1" fmla="*/ 36576 w 571500"/>
              <a:gd name="connsiteY1" fmla="*/ 534924 h 571500"/>
              <a:gd name="connsiteX2" fmla="*/ 534924 w 571500"/>
              <a:gd name="connsiteY2" fmla="*/ 534924 h 571500"/>
              <a:gd name="connsiteX3" fmla="*/ 534924 w 571500"/>
              <a:gd name="connsiteY3" fmla="*/ 36576 h 571500"/>
              <a:gd name="connsiteX4" fmla="*/ 0 w 571500"/>
              <a:gd name="connsiteY4" fmla="*/ 0 h 571500"/>
              <a:gd name="connsiteX5" fmla="*/ 571500 w 571500"/>
              <a:gd name="connsiteY5" fmla="*/ 0 h 571500"/>
              <a:gd name="connsiteX6" fmla="*/ 571500 w 571500"/>
              <a:gd name="connsiteY6" fmla="*/ 571500 h 571500"/>
              <a:gd name="connsiteX7" fmla="*/ 0 w 571500"/>
              <a:gd name="connsiteY7"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571500">
                <a:moveTo>
                  <a:pt x="36576" y="36576"/>
                </a:moveTo>
                <a:lnTo>
                  <a:pt x="36576" y="534924"/>
                </a:lnTo>
                <a:lnTo>
                  <a:pt x="534924" y="534924"/>
                </a:lnTo>
                <a:lnTo>
                  <a:pt x="534924" y="36576"/>
                </a:lnTo>
                <a:close/>
                <a:moveTo>
                  <a:pt x="0" y="0"/>
                </a:moveTo>
                <a:lnTo>
                  <a:pt x="571500" y="0"/>
                </a:lnTo>
                <a:lnTo>
                  <a:pt x="571500" y="571500"/>
                </a:lnTo>
                <a:lnTo>
                  <a:pt x="0" y="571500"/>
                </a:lnTo>
                <a:close/>
              </a:path>
            </a:pathLst>
          </a:custGeom>
          <a:solidFill>
            <a:srgbClr val="8BAE4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28" name="Rectangle 27">
            <a:extLst>
              <a:ext uri="{FF2B5EF4-FFF2-40B4-BE49-F238E27FC236}">
                <a16:creationId xmlns:a16="http://schemas.microsoft.com/office/drawing/2014/main" id="{A8B140F7-2D3F-23A1-4D5D-686F0413DA3D}"/>
              </a:ext>
            </a:extLst>
          </p:cNvPr>
          <p:cNvSpPr>
            <a:spLocks noChangeAspect="1"/>
          </p:cNvSpPr>
          <p:nvPr userDrawn="1"/>
        </p:nvSpPr>
        <p:spPr>
          <a:xfrm>
            <a:off x="438912" y="3245104"/>
            <a:ext cx="146304" cy="146304"/>
          </a:xfrm>
          <a:prstGeom prst="rect">
            <a:avLst/>
          </a:prstGeom>
          <a:solidFill>
            <a:srgbClr val="70854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0" name="Rectangle 29">
            <a:extLst>
              <a:ext uri="{FF2B5EF4-FFF2-40B4-BE49-F238E27FC236}">
                <a16:creationId xmlns:a16="http://schemas.microsoft.com/office/drawing/2014/main" id="{692EB12D-7C6C-8BA1-7F4F-0EEEC0D0E7A2}"/>
              </a:ext>
            </a:extLst>
          </p:cNvPr>
          <p:cNvSpPr>
            <a:spLocks noChangeAspect="1"/>
          </p:cNvSpPr>
          <p:nvPr userDrawn="1"/>
        </p:nvSpPr>
        <p:spPr>
          <a:xfrm>
            <a:off x="431292" y="4933951"/>
            <a:ext cx="571500" cy="571500"/>
          </a:xfrm>
          <a:prstGeom prst="rect">
            <a:avLst/>
          </a:prstGeom>
          <a:solidFill>
            <a:srgbClr val="7BDE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1" name="Rectangle 30">
            <a:extLst>
              <a:ext uri="{FF2B5EF4-FFF2-40B4-BE49-F238E27FC236}">
                <a16:creationId xmlns:a16="http://schemas.microsoft.com/office/drawing/2014/main" id="{28DCECE0-510E-9CB2-D7D6-9DB146E081F2}"/>
              </a:ext>
            </a:extLst>
          </p:cNvPr>
          <p:cNvSpPr>
            <a:spLocks noChangeAspect="1"/>
          </p:cNvSpPr>
          <p:nvPr userDrawn="1"/>
        </p:nvSpPr>
        <p:spPr>
          <a:xfrm>
            <a:off x="1002792" y="5506533"/>
            <a:ext cx="292608" cy="292608"/>
          </a:xfrm>
          <a:prstGeom prst="rect">
            <a:avLst/>
          </a:prstGeom>
          <a:solidFill>
            <a:srgbClr val="0095C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Tree>
    <p:extLst>
      <p:ext uri="{BB962C8B-B14F-4D97-AF65-F5344CB8AC3E}">
        <p14:creationId xmlns:p14="http://schemas.microsoft.com/office/powerpoint/2010/main" val="855235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Quote 3">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45CD31F5-4002-F777-6ECE-F4AAD506D148}"/>
              </a:ext>
            </a:extLst>
          </p:cNvPr>
          <p:cNvSpPr/>
          <p:nvPr userDrawn="1"/>
        </p:nvSpPr>
        <p:spPr>
          <a:xfrm>
            <a:off x="6095998" y="0"/>
            <a:ext cx="6096001" cy="64007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0" name="Rectangle 29">
            <a:extLst>
              <a:ext uri="{FF2B5EF4-FFF2-40B4-BE49-F238E27FC236}">
                <a16:creationId xmlns:a16="http://schemas.microsoft.com/office/drawing/2014/main" id="{816FFCF8-666B-7586-B397-641E01F0D73D}"/>
              </a:ext>
            </a:extLst>
          </p:cNvPr>
          <p:cNvSpPr>
            <a:spLocks noChangeAspect="1"/>
          </p:cNvSpPr>
          <p:nvPr userDrawn="1"/>
        </p:nvSpPr>
        <p:spPr>
          <a:xfrm>
            <a:off x="6096000" y="457200"/>
            <a:ext cx="146304" cy="146304"/>
          </a:xfrm>
          <a:prstGeom prst="rect">
            <a:avLst/>
          </a:prstGeom>
          <a:solidFill>
            <a:srgbClr val="FFE17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 name="Picture Placeholder 2">
            <a:extLst>
              <a:ext uri="{FF2B5EF4-FFF2-40B4-BE49-F238E27FC236}">
                <a16:creationId xmlns:a16="http://schemas.microsoft.com/office/drawing/2014/main" id="{C1DC2986-F80F-976D-7DC3-197626F22A12}"/>
              </a:ext>
            </a:extLst>
          </p:cNvPr>
          <p:cNvSpPr>
            <a:spLocks noGrp="1"/>
          </p:cNvSpPr>
          <p:nvPr>
            <p:ph type="pic" sz="quarter" idx="10"/>
          </p:nvPr>
        </p:nvSpPr>
        <p:spPr>
          <a:xfrm>
            <a:off x="6096000" y="0"/>
            <a:ext cx="6096000" cy="6400800"/>
          </a:xfrm>
          <a:custGeom>
            <a:avLst/>
            <a:gdLst>
              <a:gd name="connsiteX0" fmla="*/ 0 w 6096000"/>
              <a:gd name="connsiteY0" fmla="*/ 0 h 6400800"/>
              <a:gd name="connsiteX1" fmla="*/ 5419343 w 6096000"/>
              <a:gd name="connsiteY1" fmla="*/ 0 h 6400800"/>
              <a:gd name="connsiteX2" fmla="*/ 5638800 w 6096000"/>
              <a:gd name="connsiteY2" fmla="*/ 0 h 6400800"/>
              <a:gd name="connsiteX3" fmla="*/ 6096000 w 6096000"/>
              <a:gd name="connsiteY3" fmla="*/ 0 h 6400800"/>
              <a:gd name="connsiteX4" fmla="*/ 6096000 w 6096000"/>
              <a:gd name="connsiteY4" fmla="*/ 6400799 h 6400800"/>
              <a:gd name="connsiteX5" fmla="*/ 5638800 w 6096000"/>
              <a:gd name="connsiteY5" fmla="*/ 6400799 h 6400800"/>
              <a:gd name="connsiteX6" fmla="*/ 5638800 w 6096000"/>
              <a:gd name="connsiteY6" fmla="*/ 6400800 h 6400800"/>
              <a:gd name="connsiteX7" fmla="*/ 571500 w 6096000"/>
              <a:gd name="connsiteY7" fmla="*/ 6400800 h 6400800"/>
              <a:gd name="connsiteX8" fmla="*/ 571500 w 6096000"/>
              <a:gd name="connsiteY8" fmla="*/ 5829300 h 6400800"/>
              <a:gd name="connsiteX9" fmla="*/ 770729 w 6096000"/>
              <a:gd name="connsiteY9" fmla="*/ 5829300 h 6400800"/>
              <a:gd name="connsiteX10" fmla="*/ 770729 w 6096000"/>
              <a:gd name="connsiteY10" fmla="*/ 5630071 h 6400800"/>
              <a:gd name="connsiteX11" fmla="*/ 571500 w 6096000"/>
              <a:gd name="connsiteY11" fmla="*/ 5630071 h 6400800"/>
              <a:gd name="connsiteX12" fmla="*/ 571500 w 6096000"/>
              <a:gd name="connsiteY12" fmla="*/ 5829300 h 6400800"/>
              <a:gd name="connsiteX13" fmla="*/ 0 w 6096000"/>
              <a:gd name="connsiteY13" fmla="*/ 5829300 h 6400800"/>
              <a:gd name="connsiteX14" fmla="*/ 0 w 6096000"/>
              <a:gd name="connsiteY14" fmla="*/ 603504 h 6400800"/>
              <a:gd name="connsiteX15" fmla="*/ 146304 w 6096000"/>
              <a:gd name="connsiteY15" fmla="*/ 603504 h 6400800"/>
              <a:gd name="connsiteX16" fmla="*/ 146304 w 6096000"/>
              <a:gd name="connsiteY16" fmla="*/ 457200 h 6400800"/>
              <a:gd name="connsiteX17" fmla="*/ 0 w 6096000"/>
              <a:gd name="connsiteY17" fmla="*/ 457200 h 64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6000" h="6400800">
                <a:moveTo>
                  <a:pt x="0" y="0"/>
                </a:moveTo>
                <a:lnTo>
                  <a:pt x="5419343" y="0"/>
                </a:lnTo>
                <a:lnTo>
                  <a:pt x="5638800" y="0"/>
                </a:lnTo>
                <a:lnTo>
                  <a:pt x="6096000" y="0"/>
                </a:lnTo>
                <a:lnTo>
                  <a:pt x="6096000" y="6400799"/>
                </a:lnTo>
                <a:lnTo>
                  <a:pt x="5638800" y="6400799"/>
                </a:lnTo>
                <a:lnTo>
                  <a:pt x="5638800" y="6400800"/>
                </a:lnTo>
                <a:lnTo>
                  <a:pt x="571500" y="6400800"/>
                </a:lnTo>
                <a:lnTo>
                  <a:pt x="571500" y="5829300"/>
                </a:lnTo>
                <a:lnTo>
                  <a:pt x="770729" y="5829300"/>
                </a:lnTo>
                <a:lnTo>
                  <a:pt x="770729" y="5630071"/>
                </a:lnTo>
                <a:lnTo>
                  <a:pt x="571500" y="5630071"/>
                </a:lnTo>
                <a:lnTo>
                  <a:pt x="571500" y="5829300"/>
                </a:lnTo>
                <a:lnTo>
                  <a:pt x="0" y="5829300"/>
                </a:lnTo>
                <a:lnTo>
                  <a:pt x="0" y="603504"/>
                </a:lnTo>
                <a:lnTo>
                  <a:pt x="146304" y="603504"/>
                </a:lnTo>
                <a:lnTo>
                  <a:pt x="146304" y="457200"/>
                </a:lnTo>
                <a:lnTo>
                  <a:pt x="0" y="457200"/>
                </a:lnTo>
                <a:close/>
              </a:path>
            </a:pathLst>
          </a:custGeom>
          <a:noFill/>
        </p:spPr>
        <p:txBody>
          <a:bodyPr wrap="square" anchor="ctr">
            <a:noAutofit/>
          </a:bodyPr>
          <a:lstStyle>
            <a:lvl1pPr marL="0" indent="0" algn="ctr">
              <a:buFontTx/>
              <a:buNone/>
              <a:defRPr>
                <a:solidFill>
                  <a:schemeClr val="bg1"/>
                </a:solidFill>
              </a:defRPr>
            </a:lvl1pPr>
          </a:lstStyle>
          <a:p>
            <a:r>
              <a:rPr lang="en-GB"/>
              <a:t>Click icon to add picture</a:t>
            </a:r>
            <a:endParaRPr lang="en-US"/>
          </a:p>
        </p:txBody>
      </p:sp>
      <p:sp>
        <p:nvSpPr>
          <p:cNvPr id="31" name="Rectangle 30">
            <a:extLst>
              <a:ext uri="{FF2B5EF4-FFF2-40B4-BE49-F238E27FC236}">
                <a16:creationId xmlns:a16="http://schemas.microsoft.com/office/drawing/2014/main" id="{56F35231-9BDD-C42E-DE3A-68510B894498}"/>
              </a:ext>
            </a:extLst>
          </p:cNvPr>
          <p:cNvSpPr/>
          <p:nvPr userDrawn="1"/>
        </p:nvSpPr>
        <p:spPr>
          <a:xfrm>
            <a:off x="0" y="0"/>
            <a:ext cx="6096000" cy="64007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22" name="Text Placeholder 3">
            <a:extLst>
              <a:ext uri="{FF2B5EF4-FFF2-40B4-BE49-F238E27FC236}">
                <a16:creationId xmlns:a16="http://schemas.microsoft.com/office/drawing/2014/main" id="{3EC6BE87-7664-F6C7-5FCF-6351F4F50B1B}"/>
              </a:ext>
            </a:extLst>
          </p:cNvPr>
          <p:cNvSpPr>
            <a:spLocks noGrp="1"/>
          </p:cNvSpPr>
          <p:nvPr>
            <p:ph type="body" sz="quarter" idx="11" hasCustomPrompt="1"/>
          </p:nvPr>
        </p:nvSpPr>
        <p:spPr>
          <a:xfrm>
            <a:off x="676657" y="676656"/>
            <a:ext cx="4742687" cy="4443983"/>
          </a:xfrm>
        </p:spPr>
        <p:txBody>
          <a:bodyPr lIns="182880" tIns="182880" rIns="182880" bIns="182880" anchor="ctr">
            <a:normAutofit/>
          </a:bodyPr>
          <a:lstStyle>
            <a:lvl1pPr marL="0" indent="0" algn="ctr">
              <a:lnSpc>
                <a:spcPct val="125000"/>
              </a:lnSpc>
              <a:buNone/>
              <a:defRPr sz="3600" b="0" i="0">
                <a:solidFill>
                  <a:schemeClr val="bg1"/>
                </a:solidFill>
                <a:latin typeface="+mj-lt"/>
              </a:defRPr>
            </a:lvl1pPr>
          </a:lstStyle>
          <a:p>
            <a:pPr lvl="0"/>
            <a:r>
              <a:rPr lang="en-US" dirty="0"/>
              <a:t>Click to edit text styles</a:t>
            </a:r>
          </a:p>
        </p:txBody>
      </p:sp>
      <p:sp>
        <p:nvSpPr>
          <p:cNvPr id="20" name="Text Placeholder 5">
            <a:extLst>
              <a:ext uri="{FF2B5EF4-FFF2-40B4-BE49-F238E27FC236}">
                <a16:creationId xmlns:a16="http://schemas.microsoft.com/office/drawing/2014/main" id="{E7691B93-260E-CD76-8C4B-5EBE346F31E1}"/>
              </a:ext>
            </a:extLst>
          </p:cNvPr>
          <p:cNvSpPr>
            <a:spLocks noGrp="1"/>
          </p:cNvSpPr>
          <p:nvPr>
            <p:ph type="body" sz="quarter" idx="12" hasCustomPrompt="1"/>
          </p:nvPr>
        </p:nvSpPr>
        <p:spPr>
          <a:xfrm>
            <a:off x="1693211" y="5486398"/>
            <a:ext cx="3726134" cy="730251"/>
          </a:xfrm>
        </p:spPr>
        <p:txBody>
          <a:bodyPr lIns="0" tIns="0" rIns="0" bIns="0" anchor="t">
            <a:noAutofit/>
          </a:bodyPr>
          <a:lstStyle>
            <a:lvl1pPr marL="0" indent="0" algn="l">
              <a:spcAft>
                <a:spcPts val="0"/>
              </a:spcAft>
              <a:buNone/>
              <a:defRPr sz="2000">
                <a:solidFill>
                  <a:schemeClr val="bg1"/>
                </a:solidFill>
                <a:latin typeface="+mn-lt"/>
              </a:defRPr>
            </a:lvl1pPr>
          </a:lstStyle>
          <a:p>
            <a:pPr lvl="0"/>
            <a:r>
              <a:rPr lang="en-US" dirty="0"/>
              <a:t>Click to edit text styles</a:t>
            </a:r>
          </a:p>
        </p:txBody>
      </p:sp>
      <p:sp>
        <p:nvSpPr>
          <p:cNvPr id="15" name="Freeform 5">
            <a:extLst>
              <a:ext uri="{FF2B5EF4-FFF2-40B4-BE49-F238E27FC236}">
                <a16:creationId xmlns:a16="http://schemas.microsoft.com/office/drawing/2014/main" id="{6FFA86E1-BFAE-9F25-CA4E-252A03941163}"/>
              </a:ext>
            </a:extLst>
          </p:cNvPr>
          <p:cNvSpPr>
            <a:spLocks noEditPoints="1"/>
          </p:cNvSpPr>
          <p:nvPr userDrawn="1"/>
        </p:nvSpPr>
        <p:spPr bwMode="auto">
          <a:xfrm>
            <a:off x="457201" y="457200"/>
            <a:ext cx="5181600" cy="5510712"/>
          </a:xfrm>
          <a:custGeom>
            <a:avLst/>
            <a:gdLst>
              <a:gd name="T0" fmla="*/ 2467 w 12186"/>
              <a:gd name="T1" fmla="*/ 12960 h 12960"/>
              <a:gd name="T2" fmla="*/ 910 w 12186"/>
              <a:gd name="T3" fmla="*/ 11403 h 12960"/>
              <a:gd name="T4" fmla="*/ 0 w 12186"/>
              <a:gd name="T5" fmla="*/ 11403 h 12960"/>
              <a:gd name="T6" fmla="*/ 0 w 12186"/>
              <a:gd name="T7" fmla="*/ 0 h 12960"/>
              <a:gd name="T8" fmla="*/ 12186 w 12186"/>
              <a:gd name="T9" fmla="*/ 0 h 12960"/>
              <a:gd name="T10" fmla="*/ 12186 w 12186"/>
              <a:gd name="T11" fmla="*/ 11403 h 12960"/>
              <a:gd name="T12" fmla="*/ 2467 w 12186"/>
              <a:gd name="T13" fmla="*/ 11403 h 12960"/>
              <a:gd name="T14" fmla="*/ 2467 w 12186"/>
              <a:gd name="T15" fmla="*/ 12960 h 12960"/>
              <a:gd name="T16" fmla="*/ 105 w 12186"/>
              <a:gd name="T17" fmla="*/ 11298 h 12960"/>
              <a:gd name="T18" fmla="*/ 954 w 12186"/>
              <a:gd name="T19" fmla="*/ 11298 h 12960"/>
              <a:gd name="T20" fmla="*/ 2361 w 12186"/>
              <a:gd name="T21" fmla="*/ 12707 h 12960"/>
              <a:gd name="T22" fmla="*/ 2361 w 12186"/>
              <a:gd name="T23" fmla="*/ 11298 h 12960"/>
              <a:gd name="T24" fmla="*/ 12082 w 12186"/>
              <a:gd name="T25" fmla="*/ 11298 h 12960"/>
              <a:gd name="T26" fmla="*/ 12082 w 12186"/>
              <a:gd name="T27" fmla="*/ 105 h 12960"/>
              <a:gd name="T28" fmla="*/ 105 w 12186"/>
              <a:gd name="T29" fmla="*/ 105 h 12960"/>
              <a:gd name="T30" fmla="*/ 105 w 12186"/>
              <a:gd name="T31" fmla="*/ 11298 h 12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86" h="12960">
                <a:moveTo>
                  <a:pt x="2467" y="12960"/>
                </a:moveTo>
                <a:lnTo>
                  <a:pt x="910" y="11403"/>
                </a:lnTo>
                <a:lnTo>
                  <a:pt x="0" y="11403"/>
                </a:lnTo>
                <a:lnTo>
                  <a:pt x="0" y="0"/>
                </a:lnTo>
                <a:lnTo>
                  <a:pt x="12186" y="0"/>
                </a:lnTo>
                <a:lnTo>
                  <a:pt x="12186" y="11403"/>
                </a:lnTo>
                <a:lnTo>
                  <a:pt x="2467" y="11403"/>
                </a:lnTo>
                <a:lnTo>
                  <a:pt x="2467" y="12960"/>
                </a:lnTo>
                <a:close/>
                <a:moveTo>
                  <a:pt x="105" y="11298"/>
                </a:moveTo>
                <a:lnTo>
                  <a:pt x="954" y="11298"/>
                </a:lnTo>
                <a:lnTo>
                  <a:pt x="2361" y="12707"/>
                </a:lnTo>
                <a:lnTo>
                  <a:pt x="2361" y="11298"/>
                </a:lnTo>
                <a:lnTo>
                  <a:pt x="12082" y="11298"/>
                </a:lnTo>
                <a:lnTo>
                  <a:pt x="12082" y="105"/>
                </a:lnTo>
                <a:lnTo>
                  <a:pt x="105" y="105"/>
                </a:lnTo>
                <a:lnTo>
                  <a:pt x="105" y="1129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Rectangle 22">
            <a:extLst>
              <a:ext uri="{FF2B5EF4-FFF2-40B4-BE49-F238E27FC236}">
                <a16:creationId xmlns:a16="http://schemas.microsoft.com/office/drawing/2014/main" id="{9AC6034B-EF63-5CEE-25CE-DA670BFADFDE}"/>
              </a:ext>
            </a:extLst>
          </p:cNvPr>
          <p:cNvSpPr>
            <a:spLocks noChangeAspect="1"/>
          </p:cNvSpPr>
          <p:nvPr userDrawn="1"/>
        </p:nvSpPr>
        <p:spPr>
          <a:xfrm>
            <a:off x="0" y="4996359"/>
            <a:ext cx="310898" cy="310898"/>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4" name="Rectangle 23">
            <a:extLst>
              <a:ext uri="{FF2B5EF4-FFF2-40B4-BE49-F238E27FC236}">
                <a16:creationId xmlns:a16="http://schemas.microsoft.com/office/drawing/2014/main" id="{751B094E-5CE6-5E29-2DFB-87FFAEDC011C}"/>
              </a:ext>
            </a:extLst>
          </p:cNvPr>
          <p:cNvSpPr>
            <a:spLocks noChangeAspect="1"/>
          </p:cNvSpPr>
          <p:nvPr userDrawn="1"/>
        </p:nvSpPr>
        <p:spPr>
          <a:xfrm>
            <a:off x="5803392" y="165757"/>
            <a:ext cx="292608" cy="29260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6" name="Rectangle 35">
            <a:extLst>
              <a:ext uri="{FF2B5EF4-FFF2-40B4-BE49-F238E27FC236}">
                <a16:creationId xmlns:a16="http://schemas.microsoft.com/office/drawing/2014/main" id="{728B0E1D-0343-F5C6-B450-42D4F928E640}"/>
              </a:ext>
            </a:extLst>
          </p:cNvPr>
          <p:cNvSpPr>
            <a:spLocks noChangeAspect="1"/>
          </p:cNvSpPr>
          <p:nvPr userDrawn="1"/>
        </p:nvSpPr>
        <p:spPr>
          <a:xfrm>
            <a:off x="6667500" y="5630071"/>
            <a:ext cx="199229" cy="199229"/>
          </a:xfrm>
          <a:prstGeom prst="rect">
            <a:avLst/>
          </a:prstGeom>
          <a:solidFill>
            <a:srgbClr val="FFC599"/>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7" name="Rectangle 36">
            <a:extLst>
              <a:ext uri="{FF2B5EF4-FFF2-40B4-BE49-F238E27FC236}">
                <a16:creationId xmlns:a16="http://schemas.microsoft.com/office/drawing/2014/main" id="{02CF93A1-A915-A1C5-2F61-0C7F82FC33B9}"/>
              </a:ext>
            </a:extLst>
          </p:cNvPr>
          <p:cNvSpPr>
            <a:spLocks noChangeAspect="1"/>
          </p:cNvSpPr>
          <p:nvPr userDrawn="1"/>
        </p:nvSpPr>
        <p:spPr>
          <a:xfrm>
            <a:off x="6096000" y="5829300"/>
            <a:ext cx="571500" cy="571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8" name="Rectangle 37">
            <a:extLst>
              <a:ext uri="{FF2B5EF4-FFF2-40B4-BE49-F238E27FC236}">
                <a16:creationId xmlns:a16="http://schemas.microsoft.com/office/drawing/2014/main" id="{8E9D3BEC-2912-69BF-7B9E-3B0D1B2D8746}"/>
              </a:ext>
            </a:extLst>
          </p:cNvPr>
          <p:cNvSpPr>
            <a:spLocks noChangeAspect="1"/>
          </p:cNvSpPr>
          <p:nvPr userDrawn="1"/>
        </p:nvSpPr>
        <p:spPr>
          <a:xfrm>
            <a:off x="310897" y="5307257"/>
            <a:ext cx="146304" cy="146304"/>
          </a:xfrm>
          <a:prstGeom prst="rect">
            <a:avLst/>
          </a:prstGeom>
          <a:solidFill>
            <a:srgbClr val="0095C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Tree>
    <p:extLst>
      <p:ext uri="{BB962C8B-B14F-4D97-AF65-F5344CB8AC3E}">
        <p14:creationId xmlns:p14="http://schemas.microsoft.com/office/powerpoint/2010/main" val="3505898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tatistics Right">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66076A10-3D56-FCAB-785E-70B2C43D4309}"/>
              </a:ext>
            </a:extLst>
          </p:cNvPr>
          <p:cNvSpPr>
            <a:spLocks noGrp="1"/>
          </p:cNvSpPr>
          <p:nvPr>
            <p:ph type="title" hasCustomPrompt="1"/>
          </p:nvPr>
        </p:nvSpPr>
        <p:spPr>
          <a:xfrm>
            <a:off x="639763" y="347472"/>
            <a:ext cx="7163434" cy="640080"/>
          </a:xfrm>
        </p:spPr>
        <p:txBody>
          <a:bodyPr/>
          <a:lstStyle/>
          <a:p>
            <a:r>
              <a:rPr lang="en-US" dirty="0"/>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39763" y="1350964"/>
            <a:ext cx="7163434" cy="4865686"/>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a:extLst>
              <a:ext uri="{FF2B5EF4-FFF2-40B4-BE49-F238E27FC236}">
                <a16:creationId xmlns:a16="http://schemas.microsoft.com/office/drawing/2014/main" id="{7A7D73A8-1A02-9040-4814-89E9B5B3EFEA}"/>
              </a:ext>
              <a:ext uri="{C183D7F6-B498-43B3-948B-1728B52AA6E4}">
                <adec:decorative xmlns:adec="http://schemas.microsoft.com/office/drawing/2017/decorative" val="1"/>
              </a:ext>
            </a:extLst>
          </p:cNvPr>
          <p:cNvSpPr/>
          <p:nvPr userDrawn="1"/>
        </p:nvSpPr>
        <p:spPr>
          <a:xfrm>
            <a:off x="8442960" y="0"/>
            <a:ext cx="3291840" cy="6400800"/>
          </a:xfrm>
          <a:prstGeom prst="rect">
            <a:avLst/>
          </a:prstGeom>
          <a:gradFill flip="none" rotWithShape="1">
            <a:gsLst>
              <a:gs pos="0">
                <a:schemeClr val="bg1"/>
              </a:gs>
              <a:gs pos="100000">
                <a:srgbClr val="E9E9E9"/>
              </a:gs>
            </a:gsLst>
            <a:lin ang="54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R="0" lvl="0" indent="0" algn="ctr" defTabSz="825500" fontAlgn="auto"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10" name="Content Placeholder 3">
            <a:extLst>
              <a:ext uri="{FF2B5EF4-FFF2-40B4-BE49-F238E27FC236}">
                <a16:creationId xmlns:a16="http://schemas.microsoft.com/office/drawing/2014/main" id="{79404670-4FA2-D10A-53E2-CB00FF457733}"/>
              </a:ext>
            </a:extLst>
          </p:cNvPr>
          <p:cNvSpPr>
            <a:spLocks noGrp="1"/>
          </p:cNvSpPr>
          <p:nvPr>
            <p:ph idx="10" hasCustomPrompt="1"/>
          </p:nvPr>
        </p:nvSpPr>
        <p:spPr>
          <a:xfrm>
            <a:off x="8808720" y="364373"/>
            <a:ext cx="2560320" cy="1764792"/>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
        <p:nvSpPr>
          <p:cNvPr id="15" name="Content Placeholder 4">
            <a:extLst>
              <a:ext uri="{FF2B5EF4-FFF2-40B4-BE49-F238E27FC236}">
                <a16:creationId xmlns:a16="http://schemas.microsoft.com/office/drawing/2014/main" id="{E2C87E21-ABE7-0DBF-35CF-3B4D18C0218B}"/>
              </a:ext>
            </a:extLst>
          </p:cNvPr>
          <p:cNvSpPr>
            <a:spLocks noGrp="1"/>
          </p:cNvSpPr>
          <p:nvPr>
            <p:ph idx="13" hasCustomPrompt="1"/>
          </p:nvPr>
        </p:nvSpPr>
        <p:spPr>
          <a:xfrm>
            <a:off x="8808720" y="2317311"/>
            <a:ext cx="2560320" cy="1764792"/>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
        <p:nvSpPr>
          <p:cNvPr id="16" name="Content Placeholder 5">
            <a:extLst>
              <a:ext uri="{FF2B5EF4-FFF2-40B4-BE49-F238E27FC236}">
                <a16:creationId xmlns:a16="http://schemas.microsoft.com/office/drawing/2014/main" id="{A431B744-B2A5-4A1B-8757-FCC0C8D8CFB6}"/>
              </a:ext>
            </a:extLst>
          </p:cNvPr>
          <p:cNvSpPr>
            <a:spLocks noGrp="1"/>
          </p:cNvSpPr>
          <p:nvPr>
            <p:ph idx="14" hasCustomPrompt="1"/>
          </p:nvPr>
        </p:nvSpPr>
        <p:spPr>
          <a:xfrm>
            <a:off x="8808720" y="4270249"/>
            <a:ext cx="2560320" cy="1764792"/>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7315110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5"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tatistics Bottom">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765D6C79-9D37-0E13-82D2-107B3801835E}"/>
              </a:ext>
            </a:extLst>
          </p:cNvPr>
          <p:cNvSpPr>
            <a:spLocks noGrp="1"/>
          </p:cNvSpPr>
          <p:nvPr>
            <p:ph type="title" hasCustomPrompt="1"/>
          </p:nvPr>
        </p:nvSpPr>
        <p:spPr>
          <a:xfrm>
            <a:off x="639763" y="347472"/>
            <a:ext cx="10912474" cy="640080"/>
          </a:xfrm>
        </p:spPr>
        <p:txBody>
          <a:bodyPr/>
          <a:lstStyle/>
          <a:p>
            <a:r>
              <a:rPr lang="en-US" dirty="0"/>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39763" y="1352550"/>
            <a:ext cx="10912474" cy="2478551"/>
          </a:xfrm>
        </p:spPr>
        <p:txBody>
          <a:bodyPr/>
          <a:lstStyle/>
          <a:p>
            <a:pPr lvl="0"/>
            <a:r>
              <a:rPr lang="en-US" dirty="0"/>
              <a:t>Click to edit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a:extLst>
              <a:ext uri="{FF2B5EF4-FFF2-40B4-BE49-F238E27FC236}">
                <a16:creationId xmlns:a16="http://schemas.microsoft.com/office/drawing/2014/main" id="{7A7D73A8-1A02-9040-4814-89E9B5B3EFEA}"/>
              </a:ext>
              <a:ext uri="{C183D7F6-B498-43B3-948B-1728B52AA6E4}">
                <adec:decorative xmlns:adec="http://schemas.microsoft.com/office/drawing/2017/decorative" val="1"/>
              </a:ext>
            </a:extLst>
          </p:cNvPr>
          <p:cNvSpPr/>
          <p:nvPr userDrawn="1"/>
        </p:nvSpPr>
        <p:spPr>
          <a:xfrm>
            <a:off x="1" y="4100362"/>
            <a:ext cx="12191999" cy="2300438"/>
          </a:xfrm>
          <a:prstGeom prst="rect">
            <a:avLst/>
          </a:prstGeom>
          <a:gradFill flip="none" rotWithShape="1">
            <a:gsLst>
              <a:gs pos="0">
                <a:schemeClr val="bg1"/>
              </a:gs>
              <a:gs pos="100000">
                <a:srgbClr val="E9E9E9"/>
              </a:gs>
            </a:gsLst>
            <a:lin ang="54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R="0" lvl="0" indent="0" algn="ctr" defTabSz="825500" fontAlgn="auto"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8" name="Content Placeholder 3">
            <a:extLst>
              <a:ext uri="{FF2B5EF4-FFF2-40B4-BE49-F238E27FC236}">
                <a16:creationId xmlns:a16="http://schemas.microsoft.com/office/drawing/2014/main" id="{6C00D2AC-5CCB-2AD0-E11C-55F9EDAE8C40}"/>
              </a:ext>
            </a:extLst>
          </p:cNvPr>
          <p:cNvSpPr>
            <a:spLocks noGrp="1"/>
          </p:cNvSpPr>
          <p:nvPr>
            <p:ph idx="13" hasCustomPrompt="1"/>
          </p:nvPr>
        </p:nvSpPr>
        <p:spPr>
          <a:xfrm>
            <a:off x="639762" y="4466122"/>
            <a:ext cx="3513985" cy="1568918"/>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
        <p:nvSpPr>
          <p:cNvPr id="17" name="Content Placeholder 4">
            <a:extLst>
              <a:ext uri="{FF2B5EF4-FFF2-40B4-BE49-F238E27FC236}">
                <a16:creationId xmlns:a16="http://schemas.microsoft.com/office/drawing/2014/main" id="{3FEB52B4-A5FA-94B7-AF0F-679406C14E77}"/>
              </a:ext>
            </a:extLst>
          </p:cNvPr>
          <p:cNvSpPr>
            <a:spLocks noGrp="1"/>
          </p:cNvSpPr>
          <p:nvPr>
            <p:ph idx="14" hasCustomPrompt="1"/>
          </p:nvPr>
        </p:nvSpPr>
        <p:spPr>
          <a:xfrm>
            <a:off x="4339008" y="4466122"/>
            <a:ext cx="3513985" cy="1568918"/>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
        <p:nvSpPr>
          <p:cNvPr id="18" name="Content Placeholder 5">
            <a:extLst>
              <a:ext uri="{FF2B5EF4-FFF2-40B4-BE49-F238E27FC236}">
                <a16:creationId xmlns:a16="http://schemas.microsoft.com/office/drawing/2014/main" id="{F3380B29-5A86-7650-A63A-8317825B682A}"/>
              </a:ext>
            </a:extLst>
          </p:cNvPr>
          <p:cNvSpPr>
            <a:spLocks noGrp="1"/>
          </p:cNvSpPr>
          <p:nvPr>
            <p:ph idx="15" hasCustomPrompt="1"/>
          </p:nvPr>
        </p:nvSpPr>
        <p:spPr>
          <a:xfrm>
            <a:off x="8036665" y="4466122"/>
            <a:ext cx="3513985" cy="1568918"/>
          </a:xfrm>
        </p:spPr>
        <p:txBody>
          <a:bodyPr anchor="ctr" anchorCtr="0">
            <a:noAutofit/>
          </a:bodyPr>
          <a:lstStyle>
            <a:lvl1pPr marL="0" indent="0" algn="ctr">
              <a:spcAft>
                <a:spcPts val="0"/>
              </a:spcAft>
              <a:buNone/>
              <a:defRPr sz="6600">
                <a:solidFill>
                  <a:schemeClr val="accent1"/>
                </a:solidFill>
                <a:latin typeface="+mj-lt"/>
              </a:defRPr>
            </a:lvl1pPr>
            <a:lvl2pPr marL="0" indent="0" algn="ctr">
              <a:spcAft>
                <a:spcPts val="300"/>
              </a:spcAft>
              <a:buNone/>
              <a:defRPr sz="1800">
                <a:latin typeface="IntelOne Text Medium" panose="020B0703020203020204" pitchFamily="34" charset="0"/>
              </a:defRPr>
            </a:lvl2pPr>
            <a:lvl3pPr marL="0" indent="0" algn="ctr">
              <a:spcAft>
                <a:spcPts val="300"/>
              </a:spcAft>
              <a:buNone/>
              <a:defRPr sz="1200">
                <a:latin typeface="+mn-lt"/>
              </a:defRPr>
            </a:lvl3pPr>
            <a:lvl4pPr marL="0" indent="0" algn="ctr">
              <a:buNone/>
              <a:defRPr sz="1100"/>
            </a:lvl4pPr>
            <a:lvl5pPr marL="0" indent="0" algn="ctr">
              <a:buNone/>
              <a:defRPr sz="1050"/>
            </a:lvl5pPr>
          </a:lstStyle>
          <a:p>
            <a:pPr lvl="0"/>
            <a:r>
              <a:rPr lang="en-US" dirty="0"/>
              <a:t>Click to edit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6750015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5" pos="384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Title with Frame Whit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2CCE575-6B8D-CE65-CA71-FF4D4B610DB5}"/>
              </a:ext>
              <a:ext uri="{C183D7F6-B498-43B3-948B-1728B52AA6E4}">
                <adec:decorative xmlns:adec="http://schemas.microsoft.com/office/drawing/2017/decorative" val="1"/>
              </a:ext>
            </a:extLst>
          </p:cNvPr>
          <p:cNvSpPr/>
          <p:nvPr userDrawn="1"/>
        </p:nvSpPr>
        <p:spPr>
          <a:xfrm>
            <a:off x="457200" y="457200"/>
            <a:ext cx="11277600" cy="5943600"/>
          </a:xfrm>
          <a:prstGeom prst="rect">
            <a:avLst/>
          </a:pr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en-US" sz="3200" b="0" i="0" u="none" strike="noStrike" cap="none" spc="0" normalizeH="0" baseline="0" dirty="0">
              <a:ln>
                <a:noFill/>
              </a:ln>
              <a:solidFill>
                <a:srgbClr val="FFFFFF"/>
              </a:solidFill>
              <a:effectLst/>
              <a:uFillTx/>
              <a:latin typeface="+mn-lt"/>
              <a:ea typeface="Helvetica Neue Medium"/>
              <a:cs typeface="Helvetica Neue Medium"/>
              <a:sym typeface="Helvetica Neue Medium"/>
            </a:endParaRPr>
          </a:p>
        </p:txBody>
      </p:sp>
      <p:sp>
        <p:nvSpPr>
          <p:cNvPr id="2" name="Title 1">
            <a:extLst>
              <a:ext uri="{FF2B5EF4-FFF2-40B4-BE49-F238E27FC236}">
                <a16:creationId xmlns:a16="http://schemas.microsoft.com/office/drawing/2014/main" id="{8DFA79AD-8981-4F51-8CC1-43C885681348}"/>
              </a:ext>
            </a:extLst>
          </p:cNvPr>
          <p:cNvSpPr>
            <a:spLocks noGrp="1"/>
          </p:cNvSpPr>
          <p:nvPr>
            <p:ph type="title" hasCustomPrompt="1"/>
          </p:nvPr>
        </p:nvSpPr>
        <p:spPr>
          <a:xfrm>
            <a:off x="914401" y="914400"/>
            <a:ext cx="10363200" cy="5029200"/>
          </a:xfrm>
        </p:spPr>
        <p:txBody>
          <a:bodyPr anchor="ctr" anchorCtr="0">
            <a:normAutofit/>
          </a:bodyPr>
          <a:lstStyle>
            <a:lvl1pPr algn="ctr">
              <a:defRPr sz="4800">
                <a:solidFill>
                  <a:schemeClr val="tx1"/>
                </a:solidFill>
              </a:defRPr>
            </a:lvl1pPr>
          </a:lstStyle>
          <a:p>
            <a:r>
              <a:rPr lang="en-US" dirty="0"/>
              <a:t>Click to edit title style</a:t>
            </a:r>
          </a:p>
        </p:txBody>
      </p:sp>
    </p:spTree>
    <p:extLst>
      <p:ext uri="{BB962C8B-B14F-4D97-AF65-F5344CB8AC3E}">
        <p14:creationId xmlns:p14="http://schemas.microsoft.com/office/powerpoint/2010/main" val="19670663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Template Guide">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0A621CC-18DC-3B06-EEB8-93AE493C6ECD}"/>
              </a:ext>
            </a:extLst>
          </p:cNvPr>
          <p:cNvSpPr>
            <a:spLocks noGrp="1"/>
          </p:cNvSpPr>
          <p:nvPr>
            <p:ph type="title"/>
          </p:nvPr>
        </p:nvSpPr>
        <p:spPr/>
        <p:txBody>
          <a:bodyPr/>
          <a:lstStyle/>
          <a:p>
            <a:r>
              <a:rPr lang="en-GB"/>
              <a:t>Click to edit Master title style</a:t>
            </a:r>
            <a:endParaRPr lang="en-US"/>
          </a:p>
        </p:txBody>
      </p:sp>
      <p:sp>
        <p:nvSpPr>
          <p:cNvPr id="4" name="Rectangle 3" descr="Intel Confidential">
            <a:extLst>
              <a:ext uri="{FF2B5EF4-FFF2-40B4-BE49-F238E27FC236}">
                <a16:creationId xmlns:a16="http://schemas.microsoft.com/office/drawing/2014/main" id="{C5F57D64-E47A-1894-8EDD-A97D821A06F8}"/>
              </a:ext>
            </a:extLst>
          </p:cNvPr>
          <p:cNvSpPr/>
          <p:nvPr userDrawn="1"/>
        </p:nvSpPr>
        <p:spPr>
          <a:xfrm>
            <a:off x="10430459" y="6515100"/>
            <a:ext cx="1121461" cy="228600"/>
          </a:xfrm>
          <a:prstGeom prst="rect">
            <a:avLst/>
          </a:prstGeom>
        </p:spPr>
        <p:txBody>
          <a:bodyPr wrap="none" lIns="0" tIns="0" rIns="0" bIns="0" anchor="ctr" anchorCtr="0">
            <a:noAutofit/>
          </a:bodyPr>
          <a:lstStyle/>
          <a:p>
            <a:pPr algn="r"/>
            <a:r>
              <a:rPr lang="en-US" sz="1000" b="0" i="0" dirty="0">
                <a:solidFill>
                  <a:schemeClr val="tx1"/>
                </a:solidFill>
                <a:latin typeface="+mn-lt"/>
                <a:ea typeface="Intel Clear" panose="020B0604020203020204" pitchFamily="34" charset="0"/>
                <a:cs typeface="Times New Roman" panose="02020603050405020304" pitchFamily="18" charset="0"/>
              </a:rPr>
              <a:t>Intel Confidential</a:t>
            </a:r>
          </a:p>
        </p:txBody>
      </p:sp>
      <p:sp>
        <p:nvSpPr>
          <p:cNvPr id="5" name="Rectangle 4" descr="Department or Event Name">
            <a:extLst>
              <a:ext uri="{FF2B5EF4-FFF2-40B4-BE49-F238E27FC236}">
                <a16:creationId xmlns:a16="http://schemas.microsoft.com/office/drawing/2014/main" id="{71F6AB90-8618-D1FC-2CE3-C65F0658AB97}"/>
              </a:ext>
            </a:extLst>
          </p:cNvPr>
          <p:cNvSpPr/>
          <p:nvPr userDrawn="1"/>
        </p:nvSpPr>
        <p:spPr>
          <a:xfrm>
            <a:off x="640079" y="6515100"/>
            <a:ext cx="3657600" cy="228600"/>
          </a:xfrm>
          <a:prstGeom prst="rect">
            <a:avLst/>
          </a:prstGeom>
        </p:spPr>
        <p:txBody>
          <a:bodyPr wrap="none" lIns="0" tIns="0" rIns="0" bIns="0" anchor="ctr" anchorCtr="0">
            <a:noAutofit/>
          </a:bodyPr>
          <a:lstStyle/>
          <a:p>
            <a:pPr algn="l"/>
            <a:r>
              <a:rPr lang="en-US" sz="1000" b="0" i="0" dirty="0">
                <a:solidFill>
                  <a:schemeClr val="tx1"/>
                </a:solidFill>
                <a:latin typeface="+mn-lt"/>
                <a:ea typeface="Intel Clear" panose="020B0604020203020204" pitchFamily="34" charset="0"/>
                <a:cs typeface="Times New Roman" panose="02020603050405020304" pitchFamily="18" charset="0"/>
              </a:rPr>
              <a:t>Department or Event Name</a:t>
            </a:r>
          </a:p>
        </p:txBody>
      </p:sp>
      <p:sp>
        <p:nvSpPr>
          <p:cNvPr id="6" name="TextBox 5" descr="page number">
            <a:extLst>
              <a:ext uri="{FF2B5EF4-FFF2-40B4-BE49-F238E27FC236}">
                <a16:creationId xmlns:a16="http://schemas.microsoft.com/office/drawing/2014/main" id="{4B6B2BDF-54B7-F1F8-2154-47FACF45E7D5}"/>
              </a:ext>
            </a:extLst>
          </p:cNvPr>
          <p:cNvSpPr txBox="1"/>
          <p:nvPr userDrawn="1"/>
        </p:nvSpPr>
        <p:spPr>
          <a:xfrm>
            <a:off x="11880044" y="6515100"/>
            <a:ext cx="166713" cy="22860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dirty="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pic>
        <p:nvPicPr>
          <p:cNvPr id="7" name="Image">
            <a:extLst>
              <a:ext uri="{FF2B5EF4-FFF2-40B4-BE49-F238E27FC236}">
                <a16:creationId xmlns:a16="http://schemas.microsoft.com/office/drawing/2014/main" id="{8E5AF9CD-6609-02B7-1598-1FFA230625AC}"/>
              </a:ext>
            </a:extLst>
          </p:cNvPr>
          <p:cNvPicPr>
            <a:picLocks noChangeAspect="1"/>
          </p:cNvPicPr>
          <p:nvPr userDrawn="1"/>
        </p:nvPicPr>
        <p:blipFill>
          <a:blip r:embed="rId2"/>
          <a:srcRect/>
          <a:stretch/>
        </p:blipFill>
        <p:spPr>
          <a:xfrm>
            <a:off x="0" y="6400800"/>
            <a:ext cx="457200" cy="457200"/>
          </a:xfrm>
          <a:prstGeom prst="rect">
            <a:avLst/>
          </a:prstGeom>
          <a:ln w="12700">
            <a:miter lim="400000"/>
          </a:ln>
        </p:spPr>
      </p:pic>
    </p:spTree>
    <p:extLst>
      <p:ext uri="{BB962C8B-B14F-4D97-AF65-F5344CB8AC3E}">
        <p14:creationId xmlns:p14="http://schemas.microsoft.com/office/powerpoint/2010/main" val="2066584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B3E175B-4701-5D56-240D-63C9AD14A4CE}"/>
              </a:ext>
            </a:extLst>
          </p:cNvPr>
          <p:cNvSpPr txBox="1"/>
          <p:nvPr userDrawn="1"/>
        </p:nvSpPr>
        <p:spPr>
          <a:xfrm>
            <a:off x="3420428" y="2767281"/>
            <a:ext cx="5351145" cy="1323439"/>
          </a:xfrm>
          <a:prstGeom prst="rect">
            <a:avLst/>
          </a:prstGeom>
          <a:noFill/>
        </p:spPr>
        <p:txBody>
          <a:bodyPr wrap="none" rtlCol="0" anchor="ctr" anchorCtr="0">
            <a:spAutoFit/>
          </a:bodyPr>
          <a:lstStyle/>
          <a:p>
            <a:pPr algn="ctr"/>
            <a:r>
              <a:rPr lang="en-US" sz="8000" dirty="0">
                <a:latin typeface="+mj-lt"/>
              </a:rPr>
              <a:t>Thank You</a:t>
            </a:r>
          </a:p>
        </p:txBody>
      </p:sp>
    </p:spTree>
    <p:extLst>
      <p:ext uri="{BB962C8B-B14F-4D97-AF65-F5344CB8AC3E}">
        <p14:creationId xmlns:p14="http://schemas.microsoft.com/office/powerpoint/2010/main" val="13374674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cSld name="End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B64A66B-5F35-B525-5F16-CE644AB17A81}"/>
              </a:ext>
            </a:extLst>
          </p:cNvPr>
          <p:cNvGrpSpPr>
            <a:grpSpLocks noChangeAspect="1"/>
          </p:cNvGrpSpPr>
          <p:nvPr userDrawn="1"/>
        </p:nvGrpSpPr>
        <p:grpSpPr>
          <a:xfrm>
            <a:off x="4144824" y="2606040"/>
            <a:ext cx="3902352" cy="1645920"/>
            <a:chOff x="1314450" y="6391094"/>
            <a:chExt cx="997266" cy="420623"/>
          </a:xfrm>
          <a:solidFill>
            <a:schemeClr val="tx1"/>
          </a:solidFill>
        </p:grpSpPr>
        <p:sp>
          <p:nvSpPr>
            <p:cNvPr id="3" name="Freeform: Shape 2">
              <a:extLst>
                <a:ext uri="{FF2B5EF4-FFF2-40B4-BE49-F238E27FC236}">
                  <a16:creationId xmlns:a16="http://schemas.microsoft.com/office/drawing/2014/main" id="{B482DD91-686E-21D8-6E71-9F445071C9DB}"/>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C7FD"/>
            </a:solidFill>
            <a:ln w="9525" cap="flat">
              <a:noFill/>
              <a:prstDash val="solid"/>
              <a:miter/>
            </a:ln>
          </p:spPr>
          <p:txBody>
            <a:bodyPr rtlCol="0" anchor="ctr"/>
            <a:lstStyle/>
            <a:p>
              <a:endParaRPr lang="en-US" dirty="0">
                <a:latin typeface="+mn-lt"/>
                <a:ea typeface="Intel Clear" panose="020B0604020203020204" pitchFamily="34" charset="0"/>
                <a:cs typeface="Times New Roman" panose="02020603050405020304" pitchFamily="18" charset="0"/>
              </a:endParaRPr>
            </a:p>
          </p:txBody>
        </p:sp>
        <p:sp>
          <p:nvSpPr>
            <p:cNvPr id="4" name="Freeform: Shape 3">
              <a:extLst>
                <a:ext uri="{FF2B5EF4-FFF2-40B4-BE49-F238E27FC236}">
                  <a16:creationId xmlns:a16="http://schemas.microsoft.com/office/drawing/2014/main" id="{2F7CA66F-111B-6F13-4BE3-096E930B219B}"/>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bg1"/>
            </a:solidFill>
            <a:ln w="9525" cap="flat">
              <a:noFill/>
              <a:prstDash val="solid"/>
              <a:miter/>
            </a:ln>
          </p:spPr>
          <p:txBody>
            <a:bodyPr rtlCol="0" anchor="ctr"/>
            <a:lstStyle/>
            <a:p>
              <a:endParaRPr lang="en-US" dirty="0">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877161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image" Target="../media/image2.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image" Target="../media/image1.jpeg"/><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8">
            <a:lum/>
          </a:blip>
          <a:srcRect/>
          <a:stretch>
            <a:fillRect/>
          </a:stretch>
        </a:blip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1BA0418-D0B8-4038-AB65-D4C12FC9E8C6}"/>
              </a:ext>
            </a:extLst>
          </p:cNvPr>
          <p:cNvSpPr>
            <a:spLocks noGrp="1"/>
          </p:cNvSpPr>
          <p:nvPr>
            <p:ph type="title"/>
          </p:nvPr>
        </p:nvSpPr>
        <p:spPr>
          <a:xfrm>
            <a:off x="641604" y="347472"/>
            <a:ext cx="10908792" cy="640080"/>
          </a:xfrm>
          <a:prstGeom prst="rect">
            <a:avLst/>
          </a:prstGeom>
        </p:spPr>
        <p:txBody>
          <a:bodyPr vert="horz" lIns="0" tIns="0" rIns="0" bIns="0" rtlCol="0" anchor="b" anchorCtr="0">
            <a:noAutofit/>
          </a:bodyPr>
          <a:lstStyle/>
          <a:p>
            <a:r>
              <a:rPr lang="en-GB"/>
              <a:t>Click to edit Master title style</a:t>
            </a:r>
            <a:endParaRPr lang="en-US" dirty="0"/>
          </a:p>
        </p:txBody>
      </p:sp>
      <p:sp>
        <p:nvSpPr>
          <p:cNvPr id="3" name="Text Placeholder 2">
            <a:extLst>
              <a:ext uri="{FF2B5EF4-FFF2-40B4-BE49-F238E27FC236}">
                <a16:creationId xmlns:a16="http://schemas.microsoft.com/office/drawing/2014/main" id="{92EA8DDE-64C9-4F0E-9EE0-F0DA00677452}"/>
              </a:ext>
            </a:extLst>
          </p:cNvPr>
          <p:cNvSpPr>
            <a:spLocks noGrp="1"/>
          </p:cNvSpPr>
          <p:nvPr>
            <p:ph type="body" idx="1"/>
          </p:nvPr>
        </p:nvSpPr>
        <p:spPr>
          <a:xfrm>
            <a:off x="641604" y="1353310"/>
            <a:ext cx="10908792" cy="4864605"/>
          </a:xfrm>
          <a:prstGeom prst="rect">
            <a:avLst/>
          </a:prstGeom>
        </p:spPr>
        <p:txBody>
          <a:bodyPr vert="horz" lIns="0" tIns="0" rIns="0" bIns="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pic>
        <p:nvPicPr>
          <p:cNvPr id="14" name="Image" descr="Image">
            <a:extLst>
              <a:ext uri="{FF2B5EF4-FFF2-40B4-BE49-F238E27FC236}">
                <a16:creationId xmlns:a16="http://schemas.microsoft.com/office/drawing/2014/main" id="{90EE757D-1924-A37B-04FF-AC008864E3AB}"/>
              </a:ext>
            </a:extLst>
          </p:cNvPr>
          <p:cNvPicPr>
            <a:picLocks noChangeAspect="1"/>
          </p:cNvPicPr>
          <p:nvPr userDrawn="1"/>
        </p:nvPicPr>
        <p:blipFill>
          <a:blip r:embed="rId49"/>
          <a:stretch>
            <a:fillRect/>
          </a:stretch>
        </p:blipFill>
        <p:spPr>
          <a:xfrm>
            <a:off x="0" y="6400800"/>
            <a:ext cx="457200" cy="457200"/>
          </a:xfrm>
          <a:prstGeom prst="rect">
            <a:avLst/>
          </a:prstGeom>
          <a:ln w="12700">
            <a:miter lim="400000"/>
          </a:ln>
        </p:spPr>
      </p:pic>
      <p:sp>
        <p:nvSpPr>
          <p:cNvPr id="31" name="Rectangle 30" descr="Intel Confidential">
            <a:extLst>
              <a:ext uri="{FF2B5EF4-FFF2-40B4-BE49-F238E27FC236}">
                <a16:creationId xmlns:a16="http://schemas.microsoft.com/office/drawing/2014/main" id="{50F7413C-6233-12B1-FAC7-FD700D3FD900}"/>
              </a:ext>
            </a:extLst>
          </p:cNvPr>
          <p:cNvSpPr/>
          <p:nvPr userDrawn="1"/>
        </p:nvSpPr>
        <p:spPr>
          <a:xfrm>
            <a:off x="10430459" y="6515100"/>
            <a:ext cx="1121461" cy="228600"/>
          </a:xfrm>
          <a:prstGeom prst="rect">
            <a:avLst/>
          </a:prstGeom>
        </p:spPr>
        <p:txBody>
          <a:bodyPr wrap="none" lIns="0" tIns="0" rIns="0" bIns="0" anchor="ctr" anchorCtr="0">
            <a:noAutofit/>
          </a:bodyPr>
          <a:lstStyle/>
          <a:p>
            <a:pPr algn="r"/>
            <a:r>
              <a:rPr lang="en-US" sz="1000" b="0" i="0" dirty="0">
                <a:solidFill>
                  <a:schemeClr val="tx1"/>
                </a:solidFill>
                <a:latin typeface="+mn-lt"/>
                <a:ea typeface="Intel Clear" panose="020B0604020203020204" pitchFamily="34" charset="0"/>
                <a:cs typeface="Times New Roman" panose="02020603050405020304" pitchFamily="18" charset="0"/>
              </a:rPr>
              <a:t>Intel Confidential</a:t>
            </a:r>
          </a:p>
        </p:txBody>
      </p:sp>
      <p:sp>
        <p:nvSpPr>
          <p:cNvPr id="32" name="Rectangle 31" descr="Department or Event Name">
            <a:extLst>
              <a:ext uri="{FF2B5EF4-FFF2-40B4-BE49-F238E27FC236}">
                <a16:creationId xmlns:a16="http://schemas.microsoft.com/office/drawing/2014/main" id="{37A11715-A1C2-01F6-0ACA-09FC70BB1267}"/>
              </a:ext>
            </a:extLst>
          </p:cNvPr>
          <p:cNvSpPr/>
          <p:nvPr userDrawn="1"/>
        </p:nvSpPr>
        <p:spPr>
          <a:xfrm>
            <a:off x="640079" y="6515100"/>
            <a:ext cx="3657600" cy="228600"/>
          </a:xfrm>
          <a:prstGeom prst="rect">
            <a:avLst/>
          </a:prstGeom>
        </p:spPr>
        <p:txBody>
          <a:bodyPr wrap="none" lIns="0" tIns="0" rIns="0" bIns="0" anchor="ctr" anchorCtr="0">
            <a:noAutofit/>
          </a:bodyPr>
          <a:lstStyle/>
          <a:p>
            <a:pPr algn="l"/>
            <a:r>
              <a:rPr lang="en-US" sz="1000" b="0" i="0" dirty="0">
                <a:solidFill>
                  <a:schemeClr val="tx1"/>
                </a:solidFill>
                <a:latin typeface="+mn-lt"/>
                <a:ea typeface="Intel Clear" panose="020B0604020203020204" pitchFamily="34" charset="0"/>
                <a:cs typeface="Times New Roman" panose="02020603050405020304" pitchFamily="18" charset="0"/>
              </a:rPr>
              <a:t>Department or Event Name</a:t>
            </a:r>
          </a:p>
        </p:txBody>
      </p:sp>
      <p:sp>
        <p:nvSpPr>
          <p:cNvPr id="35" name="TextBox 34" descr="page number">
            <a:extLst>
              <a:ext uri="{FF2B5EF4-FFF2-40B4-BE49-F238E27FC236}">
                <a16:creationId xmlns:a16="http://schemas.microsoft.com/office/drawing/2014/main" id="{486E0BF1-5B6E-0984-D4F2-820E44DD2418}"/>
              </a:ext>
            </a:extLst>
          </p:cNvPr>
          <p:cNvSpPr txBox="1"/>
          <p:nvPr userDrawn="1"/>
        </p:nvSpPr>
        <p:spPr>
          <a:xfrm>
            <a:off x="11880044" y="6515100"/>
            <a:ext cx="166713" cy="22860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dirty="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327371139"/>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96" r:id="rId3"/>
    <p:sldLayoutId id="2147483676" r:id="rId4"/>
    <p:sldLayoutId id="2147483689" r:id="rId5"/>
    <p:sldLayoutId id="2147483688" r:id="rId6"/>
    <p:sldLayoutId id="2147483697"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 id="2147483775" r:id="rId30"/>
    <p:sldLayoutId id="2147483776" r:id="rId31"/>
    <p:sldLayoutId id="2147483777" r:id="rId32"/>
    <p:sldLayoutId id="2147483778" r:id="rId33"/>
    <p:sldLayoutId id="2147483779" r:id="rId34"/>
    <p:sldLayoutId id="2147483780" r:id="rId35"/>
    <p:sldLayoutId id="2147483781" r:id="rId36"/>
    <p:sldLayoutId id="2147483782" r:id="rId37"/>
    <p:sldLayoutId id="2147483783" r:id="rId38"/>
    <p:sldLayoutId id="2147483784" r:id="rId39"/>
    <p:sldLayoutId id="2147483785" r:id="rId40"/>
    <p:sldLayoutId id="2147483786" r:id="rId41"/>
    <p:sldLayoutId id="2147483787" r:id="rId42"/>
    <p:sldLayoutId id="2147483788" r:id="rId43"/>
    <p:sldLayoutId id="2147483752" r:id="rId44"/>
    <p:sldLayoutId id="2147483699" r:id="rId45"/>
    <p:sldLayoutId id="2147483796" r:id="rId46"/>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400" rtl="0" eaLnBrk="1" latinLnBrk="0" hangingPunct="1">
        <a:lnSpc>
          <a:spcPct val="90000"/>
        </a:lnSpc>
        <a:spcBef>
          <a:spcPct val="0"/>
        </a:spcBef>
        <a:buNone/>
        <a:defRPr sz="2800" kern="1200">
          <a:solidFill>
            <a:schemeClr val="tx1"/>
          </a:solidFill>
          <a:latin typeface="+mj-lt"/>
          <a:ea typeface="+mj-ea"/>
          <a:cs typeface="+mj-cs"/>
        </a:defRPr>
      </a:lvl1pPr>
    </p:titleStyle>
    <p:bodyStyle>
      <a:lvl1pPr marL="228600" indent="-228600" algn="l" defTabSz="914400" rtl="0" eaLnBrk="1" latinLnBrk="0" hangingPunct="1">
        <a:lnSpc>
          <a:spcPct val="100000"/>
        </a:lnSpc>
        <a:spcBef>
          <a:spcPts val="0"/>
        </a:spcBef>
        <a:spcAft>
          <a:spcPts val="1200"/>
        </a:spcAft>
        <a:buClr>
          <a:schemeClr val="accent1"/>
        </a:buClr>
        <a:buFont typeface="IntelOne Display Regular" panose="020B0503020203020204" pitchFamily="34" charset="0"/>
        <a:buChar char="•"/>
        <a:defRPr sz="2000" b="0" i="0" kern="1200">
          <a:solidFill>
            <a:schemeClr val="tx1"/>
          </a:solidFill>
          <a:latin typeface="+mn-lt"/>
          <a:ea typeface="+mn-ea"/>
          <a:cs typeface="+mn-cs"/>
        </a:defRPr>
      </a:lvl1pPr>
      <a:lvl2pPr marL="457200" indent="-228600" algn="l" defTabSz="914400" rtl="0" eaLnBrk="1" latinLnBrk="0" hangingPunct="1">
        <a:lnSpc>
          <a:spcPct val="100000"/>
        </a:lnSpc>
        <a:spcBef>
          <a:spcPts val="0"/>
        </a:spcBef>
        <a:spcAft>
          <a:spcPts val="1200"/>
        </a:spcAft>
        <a:buClr>
          <a:schemeClr val="accent1"/>
        </a:buClr>
        <a:buFont typeface="IntelOne Text" panose="020B0503020203020204" pitchFamily="34" charset="0"/>
        <a:buChar char="–"/>
        <a:defRPr sz="2000" b="0" i="0" kern="1200">
          <a:solidFill>
            <a:schemeClr val="tx1"/>
          </a:solidFill>
          <a:latin typeface="+mn-lt"/>
          <a:ea typeface="+mn-ea"/>
          <a:cs typeface="+mn-cs"/>
        </a:defRPr>
      </a:lvl2pPr>
      <a:lvl3pPr marL="685800" indent="-228600" algn="l" defTabSz="914400" rtl="0" eaLnBrk="1" latinLnBrk="0" hangingPunct="1">
        <a:lnSpc>
          <a:spcPct val="100000"/>
        </a:lnSpc>
        <a:spcBef>
          <a:spcPts val="0"/>
        </a:spcBef>
        <a:spcAft>
          <a:spcPts val="1200"/>
        </a:spcAft>
        <a:buClr>
          <a:schemeClr val="accent1"/>
        </a:buClr>
        <a:buFont typeface="IntelOne Display Regular" panose="020B0503020203020204" pitchFamily="34" charset="0"/>
        <a:buChar char="•"/>
        <a:defRPr sz="2000" b="0" i="0" kern="1200">
          <a:solidFill>
            <a:schemeClr val="tx1"/>
          </a:solidFill>
          <a:latin typeface="+mn-lt"/>
          <a:ea typeface="+mn-ea"/>
          <a:cs typeface="+mn-cs"/>
        </a:defRPr>
      </a:lvl3pPr>
      <a:lvl4pPr marL="914400" indent="-228600" algn="l" defTabSz="914400" rtl="0" eaLnBrk="1" latinLnBrk="0" hangingPunct="1">
        <a:lnSpc>
          <a:spcPct val="100000"/>
        </a:lnSpc>
        <a:spcBef>
          <a:spcPts val="0"/>
        </a:spcBef>
        <a:spcAft>
          <a:spcPts val="1200"/>
        </a:spcAft>
        <a:buClr>
          <a:schemeClr val="accent1"/>
        </a:buClr>
        <a:buFont typeface="IntelOne Text" panose="020B0503020203020204" pitchFamily="34" charset="0"/>
        <a:buChar char="–"/>
        <a:defRPr sz="2000" b="0" i="0" kern="1200">
          <a:solidFill>
            <a:schemeClr val="tx1"/>
          </a:solidFill>
          <a:latin typeface="+mn-lt"/>
          <a:ea typeface="+mn-ea"/>
          <a:cs typeface="+mn-cs"/>
        </a:defRPr>
      </a:lvl4pPr>
      <a:lvl5pPr marL="1143000" indent="-228600" algn="l" defTabSz="914400" rtl="0" eaLnBrk="1" latinLnBrk="0" hangingPunct="1">
        <a:lnSpc>
          <a:spcPct val="100000"/>
        </a:lnSpc>
        <a:spcBef>
          <a:spcPts val="0"/>
        </a:spcBef>
        <a:spcAft>
          <a:spcPts val="1200"/>
        </a:spcAft>
        <a:buClr>
          <a:schemeClr val="accent1"/>
        </a:buClr>
        <a:buFont typeface="IntelOne Display Regular" panose="020B0503020203020204" pitchFamily="34" charset="0"/>
        <a:buChar char="•"/>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guide id="3" pos="288" userDrawn="1">
          <p15:clr>
            <a:srgbClr val="F26B43"/>
          </p15:clr>
        </p15:guide>
        <p15:guide id="4" pos="7392" userDrawn="1">
          <p15:clr>
            <a:srgbClr val="F26B43"/>
          </p15:clr>
        </p15:guide>
        <p15:guide id="5" orient="horz" pos="288" userDrawn="1">
          <p15:clr>
            <a:srgbClr val="F26B43"/>
          </p15:clr>
        </p15:guide>
        <p15:guide id="6" orient="horz" pos="4032" userDrawn="1">
          <p15:clr>
            <a:srgbClr val="F26B43"/>
          </p15:clr>
        </p15:guide>
        <p15:guide id="7" orient="horz" pos="402" userDrawn="1">
          <p15:clr>
            <a:srgbClr val="F26B43"/>
          </p15:clr>
        </p15:guide>
        <p15:guide id="8" orient="horz" pos="622" userDrawn="1">
          <p15:clr>
            <a:srgbClr val="F26B43"/>
          </p15:clr>
        </p15:guide>
        <p15:guide id="9" orient="horz" pos="851" userDrawn="1">
          <p15:clr>
            <a:srgbClr val="F26B43"/>
          </p15:clr>
        </p15:guide>
        <p15:guide id="10" orient="horz" pos="2383" userDrawn="1">
          <p15:clr>
            <a:srgbClr val="F26B43"/>
          </p15:clr>
        </p15:guide>
        <p15:guide id="11" orient="horz" pos="3917" userDrawn="1">
          <p15:clr>
            <a:srgbClr val="F26B43"/>
          </p15:clr>
        </p15:guide>
        <p15:guide id="12" pos="7276" userDrawn="1">
          <p15:clr>
            <a:srgbClr val="F26B43"/>
          </p15:clr>
        </p15:guide>
        <p15:guide id="13" pos="402"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4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4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44.xml"/><Relationship Id="rId4" Type="http://schemas.openxmlformats.org/officeDocument/2006/relationships/image" Target="../media/image1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4.xml"/><Relationship Id="rId4" Type="http://schemas.openxmlformats.org/officeDocument/2006/relationships/image" Target="../media/image19.png"/></Relationships>
</file>

<file path=ppt/slides/_rels/slide3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5.xml"/><Relationship Id="rId5" Type="http://schemas.openxmlformats.org/officeDocument/2006/relationships/image" Target="../media/image23.png"/><Relationship Id="rId4" Type="http://schemas.openxmlformats.org/officeDocument/2006/relationships/image" Target="../media/image22.png"/></Relationships>
</file>

<file path=ppt/slides/_rels/slide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16.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4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8.xml"/><Relationship Id="rId1" Type="http://schemas.openxmlformats.org/officeDocument/2006/relationships/slideLayout" Target="../slideLayouts/slideLayout30.xml"/></Relationships>
</file>

<file path=ppt/slides/_rels/slide4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0.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1.xml"/><Relationship Id="rId1" Type="http://schemas.openxmlformats.org/officeDocument/2006/relationships/slideLayout" Target="../slideLayouts/slideLayout18.xml"/><Relationship Id="rId4" Type="http://schemas.openxmlformats.org/officeDocument/2006/relationships/chart" Target="../charts/chart5.xml"/></Relationships>
</file>

<file path=ppt/slides/_rels/slide4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2.xml"/><Relationship Id="rId1" Type="http://schemas.openxmlformats.org/officeDocument/2006/relationships/slideLayout" Target="../slideLayouts/slideLayout33.xml"/><Relationship Id="rId4" Type="http://schemas.openxmlformats.org/officeDocument/2006/relationships/image" Target="../media/image30.png"/></Relationships>
</file>

<file path=ppt/slides/_rels/slide4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3.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4.xml"/><Relationship Id="rId1" Type="http://schemas.openxmlformats.org/officeDocument/2006/relationships/slideLayout" Target="../slideLayouts/slideLayout35.xml"/></Relationships>
</file>

<file path=ppt/slides/_rels/slide5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5.xml"/><Relationship Id="rId1" Type="http://schemas.openxmlformats.org/officeDocument/2006/relationships/slideLayout" Target="../slideLayouts/slideLayout36.xml"/></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6.xml"/><Relationship Id="rId1" Type="http://schemas.openxmlformats.org/officeDocument/2006/relationships/slideLayout" Target="../slideLayouts/slideLayout3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9.xml"/></Relationships>
</file>

<file path=ppt/slides/_rels/slide5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9.xml"/><Relationship Id="rId1" Type="http://schemas.openxmlformats.org/officeDocument/2006/relationships/slideLayout" Target="../slideLayouts/slideLayout4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29839C-6F14-A441-8281-879773E017EB}"/>
              </a:ext>
            </a:extLst>
          </p:cNvPr>
          <p:cNvSpPr>
            <a:spLocks noGrp="1"/>
          </p:cNvSpPr>
          <p:nvPr>
            <p:ph type="title"/>
          </p:nvPr>
        </p:nvSpPr>
        <p:spPr>
          <a:xfrm>
            <a:off x="914401" y="914400"/>
            <a:ext cx="10363200" cy="5029200"/>
          </a:xfrm>
        </p:spPr>
        <p:txBody>
          <a:bodyPr>
            <a:normAutofit/>
          </a:bodyPr>
          <a:lstStyle/>
          <a:p>
            <a:r>
              <a:rPr lang="en-US" dirty="0"/>
              <a:t>Corporate PowerPoint Template</a:t>
            </a:r>
            <a:br>
              <a:rPr lang="en-US" dirty="0"/>
            </a:br>
            <a:r>
              <a:rPr lang="en-US" sz="2800" dirty="0">
                <a:solidFill>
                  <a:schemeClr val="accent1"/>
                </a:solidFill>
                <a:latin typeface="+mn-lt"/>
              </a:rPr>
              <a:t>Use </a:t>
            </a:r>
            <a:r>
              <a:rPr lang="en-US" sz="2800" dirty="0" err="1">
                <a:solidFill>
                  <a:schemeClr val="accent1"/>
                </a:solidFill>
                <a:latin typeface="+mn-lt"/>
              </a:rPr>
              <a:t>IntelOne</a:t>
            </a:r>
            <a:r>
              <a:rPr lang="en-US" sz="2800" dirty="0">
                <a:solidFill>
                  <a:schemeClr val="accent1"/>
                </a:solidFill>
                <a:latin typeface="+mn-lt"/>
              </a:rPr>
              <a:t> Fonts For All Text (General Employee Usage)</a:t>
            </a:r>
          </a:p>
        </p:txBody>
      </p:sp>
    </p:spTree>
    <p:extLst>
      <p:ext uri="{BB962C8B-B14F-4D97-AF65-F5344CB8AC3E}">
        <p14:creationId xmlns:p14="http://schemas.microsoft.com/office/powerpoint/2010/main" val="22225852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C4B29FD-DE62-41B5-3153-A5C508AEC47F}"/>
              </a:ext>
            </a:extLst>
          </p:cNvPr>
          <p:cNvSpPr>
            <a:spLocks noGrp="1"/>
          </p:cNvSpPr>
          <p:nvPr>
            <p:ph type="title"/>
          </p:nvPr>
        </p:nvSpPr>
        <p:spPr>
          <a:xfrm>
            <a:off x="639762" y="2229178"/>
            <a:ext cx="10910888" cy="1199822"/>
          </a:xfrm>
        </p:spPr>
        <p:txBody>
          <a:bodyPr/>
          <a:lstStyle/>
          <a:p>
            <a:r>
              <a:rPr lang="en-US" dirty="0"/>
              <a:t>About this template</a:t>
            </a:r>
          </a:p>
        </p:txBody>
      </p:sp>
    </p:spTree>
    <p:extLst>
      <p:ext uri="{BB962C8B-B14F-4D97-AF65-F5344CB8AC3E}">
        <p14:creationId xmlns:p14="http://schemas.microsoft.com/office/powerpoint/2010/main" val="1873483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8F91918-5D57-9B70-43FC-447C4BA83FA7}"/>
              </a:ext>
            </a:extLst>
          </p:cNvPr>
          <p:cNvSpPr>
            <a:spLocks noGrp="1"/>
          </p:cNvSpPr>
          <p:nvPr>
            <p:ph type="title"/>
          </p:nvPr>
        </p:nvSpPr>
        <p:spPr/>
        <p:txBody>
          <a:bodyPr/>
          <a:lstStyle/>
          <a:p>
            <a:r>
              <a:rPr lang="en-US" dirty="0"/>
              <a:t>Fonts</a:t>
            </a:r>
          </a:p>
        </p:txBody>
      </p:sp>
      <p:sp>
        <p:nvSpPr>
          <p:cNvPr id="2" name="Rectangle 1">
            <a:extLst>
              <a:ext uri="{FF2B5EF4-FFF2-40B4-BE49-F238E27FC236}">
                <a16:creationId xmlns:a16="http://schemas.microsoft.com/office/drawing/2014/main" id="{01E53212-00DC-8AA3-9685-FEF880A5621B}"/>
              </a:ext>
            </a:extLst>
          </p:cNvPr>
          <p:cNvSpPr/>
          <p:nvPr/>
        </p:nvSpPr>
        <p:spPr>
          <a:xfrm>
            <a:off x="640080" y="1352549"/>
            <a:ext cx="5455920" cy="1529927"/>
          </a:xfrm>
          <a:prstGeom prst="rect">
            <a:avLst/>
          </a:prstGeom>
          <a:solidFill>
            <a:srgbClr val="00285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sz="3600" dirty="0">
                <a:latin typeface="+mj-lt"/>
              </a:rPr>
              <a:t>Slide Titles, Large Text</a:t>
            </a:r>
          </a:p>
        </p:txBody>
      </p:sp>
      <p:sp>
        <p:nvSpPr>
          <p:cNvPr id="10" name="Rectangle 9">
            <a:extLst>
              <a:ext uri="{FF2B5EF4-FFF2-40B4-BE49-F238E27FC236}">
                <a16:creationId xmlns:a16="http://schemas.microsoft.com/office/drawing/2014/main" id="{DC730B60-A6C7-26F0-4C28-8B5DB2D7E05A}"/>
              </a:ext>
            </a:extLst>
          </p:cNvPr>
          <p:cNvSpPr/>
          <p:nvPr/>
        </p:nvSpPr>
        <p:spPr>
          <a:xfrm>
            <a:off x="7010400" y="1352549"/>
            <a:ext cx="4541520" cy="15299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0" bIns="137160" rtlCol="0" anchor="ctr"/>
          <a:lstStyle/>
          <a:p>
            <a:r>
              <a:rPr lang="en-US" sz="2400" dirty="0" err="1">
                <a:solidFill>
                  <a:schemeClr val="tx1"/>
                </a:solidFill>
                <a:latin typeface="+mj-lt"/>
              </a:rPr>
              <a:t>IntelOne</a:t>
            </a:r>
            <a:r>
              <a:rPr lang="en-US" sz="2400" dirty="0">
                <a:solidFill>
                  <a:schemeClr val="tx1"/>
                </a:solidFill>
                <a:latin typeface="+mj-lt"/>
              </a:rPr>
              <a:t> Display Light (Headers)</a:t>
            </a:r>
          </a:p>
        </p:txBody>
      </p:sp>
      <p:sp>
        <p:nvSpPr>
          <p:cNvPr id="3" name="Rectangle 2">
            <a:extLst>
              <a:ext uri="{FF2B5EF4-FFF2-40B4-BE49-F238E27FC236}">
                <a16:creationId xmlns:a16="http://schemas.microsoft.com/office/drawing/2014/main" id="{2FD73276-027D-6112-5FC6-D2840E9BB6F3}"/>
              </a:ext>
            </a:extLst>
          </p:cNvPr>
          <p:cNvSpPr/>
          <p:nvPr/>
        </p:nvSpPr>
        <p:spPr>
          <a:xfrm>
            <a:off x="640080" y="3019636"/>
            <a:ext cx="5455920" cy="1529927"/>
          </a:xfrm>
          <a:prstGeom prst="rect">
            <a:avLst/>
          </a:prstGeom>
          <a:solidFill>
            <a:srgbClr val="004A86"/>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sz="2400" dirty="0">
                <a:latin typeface="IntelOne Text Medium" panose="020B0703020203020204" pitchFamily="34" charset="0"/>
              </a:rPr>
              <a:t>Headers/Subheads,</a:t>
            </a:r>
            <a:br>
              <a:rPr lang="en-US" sz="2400" dirty="0">
                <a:latin typeface="IntelOne Text Medium" panose="020B0703020203020204" pitchFamily="34" charset="0"/>
              </a:rPr>
            </a:br>
            <a:r>
              <a:rPr lang="en-US" sz="2400" dirty="0">
                <a:latin typeface="IntelOne Text Medium" panose="020B0703020203020204" pitchFamily="34" charset="0"/>
              </a:rPr>
              <a:t>Emphasized Text</a:t>
            </a:r>
          </a:p>
        </p:txBody>
      </p:sp>
      <p:sp>
        <p:nvSpPr>
          <p:cNvPr id="11" name="Rectangle 10">
            <a:extLst>
              <a:ext uri="{FF2B5EF4-FFF2-40B4-BE49-F238E27FC236}">
                <a16:creationId xmlns:a16="http://schemas.microsoft.com/office/drawing/2014/main" id="{16C5581A-FAC6-A819-7C67-60010AFC6B0C}"/>
              </a:ext>
            </a:extLst>
          </p:cNvPr>
          <p:cNvSpPr/>
          <p:nvPr/>
        </p:nvSpPr>
        <p:spPr>
          <a:xfrm>
            <a:off x="7010400" y="3019636"/>
            <a:ext cx="4541520" cy="15299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0" bIns="137160" rtlCol="0" anchor="ctr"/>
          <a:lstStyle/>
          <a:p>
            <a:r>
              <a:rPr lang="en-US" sz="2400" dirty="0" err="1">
                <a:solidFill>
                  <a:schemeClr val="tx1"/>
                </a:solidFill>
                <a:latin typeface="IntelOne Text Medium" panose="020B0703020203020204" pitchFamily="34" charset="0"/>
              </a:rPr>
              <a:t>IntelOne</a:t>
            </a:r>
            <a:r>
              <a:rPr lang="en-US" sz="2400" dirty="0">
                <a:solidFill>
                  <a:schemeClr val="tx1"/>
                </a:solidFill>
                <a:latin typeface="IntelOne Text Medium" panose="020B0703020203020204" pitchFamily="34" charset="0"/>
              </a:rPr>
              <a:t> Text Medium</a:t>
            </a:r>
          </a:p>
        </p:txBody>
      </p:sp>
      <p:sp>
        <p:nvSpPr>
          <p:cNvPr id="5" name="Rectangle 4">
            <a:extLst>
              <a:ext uri="{FF2B5EF4-FFF2-40B4-BE49-F238E27FC236}">
                <a16:creationId xmlns:a16="http://schemas.microsoft.com/office/drawing/2014/main" id="{613AD969-1810-3ECE-1682-31318F11370E}"/>
              </a:ext>
            </a:extLst>
          </p:cNvPr>
          <p:cNvSpPr/>
          <p:nvPr/>
        </p:nvSpPr>
        <p:spPr>
          <a:xfrm>
            <a:off x="640080" y="4686723"/>
            <a:ext cx="5455920" cy="15299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sz="2000" dirty="0"/>
              <a:t>Body Text</a:t>
            </a:r>
          </a:p>
        </p:txBody>
      </p:sp>
      <p:sp>
        <p:nvSpPr>
          <p:cNvPr id="12" name="Rectangle 11">
            <a:extLst>
              <a:ext uri="{FF2B5EF4-FFF2-40B4-BE49-F238E27FC236}">
                <a16:creationId xmlns:a16="http://schemas.microsoft.com/office/drawing/2014/main" id="{8078695A-D94B-B6FF-DE3A-95CDA97BA197}"/>
              </a:ext>
            </a:extLst>
          </p:cNvPr>
          <p:cNvSpPr/>
          <p:nvPr/>
        </p:nvSpPr>
        <p:spPr>
          <a:xfrm>
            <a:off x="7010400" y="4686723"/>
            <a:ext cx="4541520" cy="15299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0" bIns="137160" rtlCol="0" anchor="ctr"/>
          <a:lstStyle/>
          <a:p>
            <a:r>
              <a:rPr lang="en-US" sz="2400" dirty="0" err="1">
                <a:solidFill>
                  <a:schemeClr val="tx1"/>
                </a:solidFill>
              </a:rPr>
              <a:t>IntelOne</a:t>
            </a:r>
            <a:r>
              <a:rPr lang="en-US" sz="2400" dirty="0">
                <a:solidFill>
                  <a:schemeClr val="tx1"/>
                </a:solidFill>
              </a:rPr>
              <a:t> Text (Body Text)</a:t>
            </a:r>
          </a:p>
        </p:txBody>
      </p:sp>
      <p:sp>
        <p:nvSpPr>
          <p:cNvPr id="13" name="Freeform: Shape 12">
            <a:extLst>
              <a:ext uri="{FF2B5EF4-FFF2-40B4-BE49-F238E27FC236}">
                <a16:creationId xmlns:a16="http://schemas.microsoft.com/office/drawing/2014/main" id="{BE468C12-7335-66FD-1D7F-8CA0C25F7E28}"/>
              </a:ext>
              <a:ext uri="{C183D7F6-B498-43B3-948B-1728B52AA6E4}">
                <adec:decorative xmlns:adec="http://schemas.microsoft.com/office/drawing/2017/decorative" val="1"/>
              </a:ext>
            </a:extLst>
          </p:cNvPr>
          <p:cNvSpPr>
            <a:spLocks noChangeAspect="1"/>
          </p:cNvSpPr>
          <p:nvPr/>
        </p:nvSpPr>
        <p:spPr>
          <a:xfrm>
            <a:off x="6304695" y="1934632"/>
            <a:ext cx="497010" cy="36576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rgbClr val="00285A"/>
          </a:solidFill>
          <a:ln w="45244"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E7ECE754-D613-CF46-0BA1-3F483EA6102C}"/>
              </a:ext>
              <a:ext uri="{C183D7F6-B498-43B3-948B-1728B52AA6E4}">
                <adec:decorative xmlns:adec="http://schemas.microsoft.com/office/drawing/2017/decorative" val="1"/>
              </a:ext>
            </a:extLst>
          </p:cNvPr>
          <p:cNvSpPr>
            <a:spLocks noChangeAspect="1"/>
          </p:cNvSpPr>
          <p:nvPr/>
        </p:nvSpPr>
        <p:spPr>
          <a:xfrm>
            <a:off x="6304695" y="3601719"/>
            <a:ext cx="497010" cy="36576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rgbClr val="004A86"/>
          </a:solidFill>
          <a:ln w="45244"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6ACCF8ED-0F91-6791-BA01-59EC1F7A8BD5}"/>
              </a:ext>
              <a:ext uri="{C183D7F6-B498-43B3-948B-1728B52AA6E4}">
                <adec:decorative xmlns:adec="http://schemas.microsoft.com/office/drawing/2017/decorative" val="1"/>
              </a:ext>
            </a:extLst>
          </p:cNvPr>
          <p:cNvSpPr>
            <a:spLocks noChangeAspect="1"/>
          </p:cNvSpPr>
          <p:nvPr/>
        </p:nvSpPr>
        <p:spPr>
          <a:xfrm>
            <a:off x="6304695" y="5268806"/>
            <a:ext cx="497010" cy="36576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chemeClr val="accent1"/>
          </a:solidFill>
          <a:ln w="45244" cap="flat">
            <a:noFill/>
            <a:prstDash val="solid"/>
            <a:miter/>
          </a:ln>
        </p:spPr>
        <p:txBody>
          <a:bodyPr rtlCol="0" anchor="ctr"/>
          <a:lstStyle/>
          <a:p>
            <a:endParaRPr lang="en-US"/>
          </a:p>
        </p:txBody>
      </p:sp>
    </p:spTree>
    <p:extLst>
      <p:ext uri="{BB962C8B-B14F-4D97-AF65-F5344CB8AC3E}">
        <p14:creationId xmlns:p14="http://schemas.microsoft.com/office/powerpoint/2010/main" val="904968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Rectangle 82">
            <a:extLst>
              <a:ext uri="{FF2B5EF4-FFF2-40B4-BE49-F238E27FC236}">
                <a16:creationId xmlns:a16="http://schemas.microsoft.com/office/drawing/2014/main" id="{024222C0-0A0A-D883-C218-CB45AD2FE12F}"/>
              </a:ext>
              <a:ext uri="{C183D7F6-B498-43B3-948B-1728B52AA6E4}">
                <adec:decorative xmlns:adec="http://schemas.microsoft.com/office/drawing/2017/decorative" val="1"/>
              </a:ext>
            </a:extLst>
          </p:cNvPr>
          <p:cNvSpPr/>
          <p:nvPr/>
        </p:nvSpPr>
        <p:spPr>
          <a:xfrm>
            <a:off x="3270154" y="1352550"/>
            <a:ext cx="8281766" cy="4864100"/>
          </a:xfrm>
          <a:prstGeom prst="rect">
            <a:avLst/>
          </a:pr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594360" rIns="137160" bIns="137160" rtlCol="0" anchor="t"/>
          <a:lstStyle/>
          <a:p>
            <a:pPr>
              <a:spcAft>
                <a:spcPts val="1200"/>
              </a:spcAft>
            </a:pPr>
            <a:endParaRPr lang="en-US" sz="1600" dirty="0">
              <a:solidFill>
                <a:schemeClr val="tx1"/>
              </a:solidFill>
            </a:endParaRPr>
          </a:p>
        </p:txBody>
      </p:sp>
      <p:sp>
        <p:nvSpPr>
          <p:cNvPr id="4" name="Title 3">
            <a:extLst>
              <a:ext uri="{FF2B5EF4-FFF2-40B4-BE49-F238E27FC236}">
                <a16:creationId xmlns:a16="http://schemas.microsoft.com/office/drawing/2014/main" id="{2225B16A-A642-90A2-EB74-77B517204DC6}"/>
              </a:ext>
            </a:extLst>
          </p:cNvPr>
          <p:cNvSpPr>
            <a:spLocks noGrp="1"/>
          </p:cNvSpPr>
          <p:nvPr>
            <p:ph type="title"/>
          </p:nvPr>
        </p:nvSpPr>
        <p:spPr/>
        <p:txBody>
          <a:bodyPr/>
          <a:lstStyle/>
          <a:p>
            <a:r>
              <a:rPr lang="en-US" dirty="0"/>
              <a:t>Color Palette</a:t>
            </a:r>
          </a:p>
        </p:txBody>
      </p:sp>
      <p:sp>
        <p:nvSpPr>
          <p:cNvPr id="81" name="Rectangle 80">
            <a:extLst>
              <a:ext uri="{FF2B5EF4-FFF2-40B4-BE49-F238E27FC236}">
                <a16:creationId xmlns:a16="http://schemas.microsoft.com/office/drawing/2014/main" id="{265AAD95-598D-E024-2774-9B4A179B146D}"/>
              </a:ext>
            </a:extLst>
          </p:cNvPr>
          <p:cNvSpPr/>
          <p:nvPr/>
        </p:nvSpPr>
        <p:spPr>
          <a:xfrm>
            <a:off x="640080" y="1352550"/>
            <a:ext cx="2444682" cy="4864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1200"/>
              </a:spcAft>
            </a:pPr>
            <a:r>
              <a:rPr lang="en-US" sz="1600" dirty="0">
                <a:solidFill>
                  <a:schemeClr val="tx1"/>
                </a:solidFill>
              </a:rPr>
              <a:t>The Intel brand colors are built into the PowerPoint color palette. </a:t>
            </a:r>
          </a:p>
          <a:p>
            <a:pPr>
              <a:spcAft>
                <a:spcPts val="1200"/>
              </a:spcAft>
            </a:pPr>
            <a:r>
              <a:rPr lang="en-US" sz="1600" dirty="0">
                <a:solidFill>
                  <a:schemeClr val="tx1"/>
                </a:solidFill>
                <a:latin typeface="IntelOne Text Medium" panose="020B0703020203020204" pitchFamily="34" charset="0"/>
              </a:rPr>
              <a:t>Theme Colors: </a:t>
            </a:r>
            <a:br>
              <a:rPr lang="en-US" sz="1600" dirty="0">
                <a:solidFill>
                  <a:schemeClr val="tx1"/>
                </a:solidFill>
                <a:latin typeface="IntelOne Text Medium" panose="020B0703020203020204" pitchFamily="34" charset="0"/>
              </a:rPr>
            </a:br>
            <a:r>
              <a:rPr lang="en-US" sz="1600" dirty="0">
                <a:solidFill>
                  <a:schemeClr val="tx1"/>
                </a:solidFill>
              </a:rPr>
              <a:t>The top row includes colors from the Intel color palette. The grid directly below is auto-generated and should not be used.</a:t>
            </a:r>
          </a:p>
          <a:p>
            <a:pPr>
              <a:spcAft>
                <a:spcPts val="1200"/>
              </a:spcAft>
            </a:pPr>
            <a:r>
              <a:rPr lang="en-US" sz="1600" dirty="0">
                <a:solidFill>
                  <a:schemeClr val="tx1"/>
                </a:solidFill>
                <a:latin typeface="IntelOne Text Medium" panose="020B0703020203020204" pitchFamily="34" charset="0"/>
              </a:rPr>
              <a:t>Custom Colors:</a:t>
            </a:r>
            <a:r>
              <a:rPr lang="en-US" sz="1600" dirty="0">
                <a:solidFill>
                  <a:schemeClr val="tx1"/>
                </a:solidFill>
              </a:rPr>
              <a:t> </a:t>
            </a:r>
            <a:br>
              <a:rPr lang="en-US" sz="1600" dirty="0">
                <a:solidFill>
                  <a:schemeClr val="tx1"/>
                </a:solidFill>
              </a:rPr>
            </a:br>
            <a:r>
              <a:rPr lang="en-US" sz="1600" dirty="0">
                <a:solidFill>
                  <a:schemeClr val="tx1"/>
                </a:solidFill>
              </a:rPr>
              <a:t>These colors are Intel brand colors.</a:t>
            </a:r>
          </a:p>
          <a:p>
            <a:pPr>
              <a:spcAft>
                <a:spcPts val="1200"/>
              </a:spcAft>
            </a:pPr>
            <a:r>
              <a:rPr lang="en-US" sz="1600" dirty="0">
                <a:solidFill>
                  <a:schemeClr val="tx1"/>
                </a:solidFill>
                <a:latin typeface="IntelOne Text Medium" panose="020B0703020203020204" pitchFamily="34" charset="0"/>
              </a:rPr>
              <a:t>Standard Colors:</a:t>
            </a:r>
            <a:r>
              <a:rPr lang="en-US" sz="1600" dirty="0">
                <a:solidFill>
                  <a:schemeClr val="tx1"/>
                </a:solidFill>
              </a:rPr>
              <a:t> </a:t>
            </a:r>
            <a:br>
              <a:rPr lang="en-US" sz="1600" dirty="0">
                <a:solidFill>
                  <a:schemeClr val="tx1"/>
                </a:solidFill>
              </a:rPr>
            </a:br>
            <a:r>
              <a:rPr lang="en-US" sz="1600" dirty="0">
                <a:solidFill>
                  <a:schemeClr val="tx1"/>
                </a:solidFill>
              </a:rPr>
              <a:t>Default PowerPoint colors, do not use.</a:t>
            </a:r>
            <a:endParaRPr lang="en-US" sz="1600" dirty="0">
              <a:solidFill>
                <a:schemeClr val="tx1"/>
              </a:solidFill>
              <a:latin typeface="IntelOne Text Medium" panose="020B0703020203020204" pitchFamily="34" charset="0"/>
            </a:endParaRPr>
          </a:p>
        </p:txBody>
      </p:sp>
      <p:pic>
        <p:nvPicPr>
          <p:cNvPr id="82" name="Picture 81" descr="PowerPoint color palette dropdown menu">
            <a:extLst>
              <a:ext uri="{FF2B5EF4-FFF2-40B4-BE49-F238E27FC236}">
                <a16:creationId xmlns:a16="http://schemas.microsoft.com/office/drawing/2014/main" id="{F304C3C6-EA08-5A82-1550-9A2AD9CEDA72}"/>
              </a:ext>
            </a:extLst>
          </p:cNvPr>
          <p:cNvPicPr>
            <a:picLocks noChangeAspect="1"/>
          </p:cNvPicPr>
          <p:nvPr/>
        </p:nvPicPr>
        <p:blipFill>
          <a:blip r:embed="rId2"/>
          <a:stretch>
            <a:fillRect/>
          </a:stretch>
        </p:blipFill>
        <p:spPr>
          <a:xfrm>
            <a:off x="6648920" y="1352550"/>
            <a:ext cx="1524234" cy="4864100"/>
          </a:xfrm>
          <a:prstGeom prst="rect">
            <a:avLst/>
          </a:prstGeom>
        </p:spPr>
      </p:pic>
      <p:sp>
        <p:nvSpPr>
          <p:cNvPr id="103" name="Rectangle 102">
            <a:extLst>
              <a:ext uri="{FF2B5EF4-FFF2-40B4-BE49-F238E27FC236}">
                <a16:creationId xmlns:a16="http://schemas.microsoft.com/office/drawing/2014/main" id="{9F54E9B4-BABE-A857-99F9-5363B3E19BF2}"/>
              </a:ext>
            </a:extLst>
          </p:cNvPr>
          <p:cNvSpPr/>
          <p:nvPr/>
        </p:nvSpPr>
        <p:spPr>
          <a:xfrm>
            <a:off x="3635914" y="1706982"/>
            <a:ext cx="2579109" cy="5924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r"/>
            <a:r>
              <a:rPr lang="en-US" sz="1600" dirty="0">
                <a:solidFill>
                  <a:schemeClr val="tx1"/>
                </a:solidFill>
                <a:latin typeface="IntelOne Text Medium" panose="020B0703020203020204" pitchFamily="34" charset="0"/>
              </a:rPr>
              <a:t>Intel colors </a:t>
            </a:r>
            <a:r>
              <a:rPr lang="en-US" sz="1600" dirty="0">
                <a:solidFill>
                  <a:schemeClr val="tx1"/>
                </a:solidFill>
              </a:rPr>
              <a:t>included </a:t>
            </a:r>
            <a:br>
              <a:rPr lang="en-US" sz="1600" dirty="0">
                <a:solidFill>
                  <a:schemeClr val="tx1"/>
                </a:solidFill>
              </a:rPr>
            </a:br>
            <a:r>
              <a:rPr lang="en-US" sz="1600" dirty="0">
                <a:solidFill>
                  <a:schemeClr val="tx1"/>
                </a:solidFill>
              </a:rPr>
              <a:t>in the color palette</a:t>
            </a:r>
          </a:p>
        </p:txBody>
      </p:sp>
      <p:sp>
        <p:nvSpPr>
          <p:cNvPr id="93" name="Rectangle 92">
            <a:extLst>
              <a:ext uri="{FF2B5EF4-FFF2-40B4-BE49-F238E27FC236}">
                <a16:creationId xmlns:a16="http://schemas.microsoft.com/office/drawing/2014/main" id="{947079DA-134D-6983-3AB1-783343CF3D45}"/>
              </a:ext>
            </a:extLst>
          </p:cNvPr>
          <p:cNvSpPr/>
          <p:nvPr/>
        </p:nvSpPr>
        <p:spPr>
          <a:xfrm>
            <a:off x="8607051" y="1916812"/>
            <a:ext cx="2578608" cy="1140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r>
              <a:rPr lang="en-US" sz="1600" dirty="0">
                <a:solidFill>
                  <a:schemeClr val="tx1"/>
                </a:solidFill>
              </a:rPr>
              <a:t>Tints and shades</a:t>
            </a:r>
            <a:br>
              <a:rPr lang="en-US" sz="1600" dirty="0">
                <a:solidFill>
                  <a:schemeClr val="tx1"/>
                </a:solidFill>
              </a:rPr>
            </a:br>
            <a:r>
              <a:rPr lang="en-US" sz="1600" dirty="0">
                <a:solidFill>
                  <a:schemeClr val="tx1"/>
                </a:solidFill>
              </a:rPr>
              <a:t>auto-generated </a:t>
            </a:r>
            <a:br>
              <a:rPr lang="en-US" sz="1600" dirty="0">
                <a:solidFill>
                  <a:schemeClr val="tx1"/>
                </a:solidFill>
              </a:rPr>
            </a:br>
            <a:r>
              <a:rPr lang="en-US" sz="1600" dirty="0">
                <a:solidFill>
                  <a:schemeClr val="tx1"/>
                </a:solidFill>
              </a:rPr>
              <a:t>by PowerPoint and </a:t>
            </a:r>
            <a:r>
              <a:rPr lang="en-US" sz="1600" dirty="0">
                <a:solidFill>
                  <a:schemeClr val="tx1"/>
                </a:solidFill>
                <a:latin typeface="IntelOne Text Medium" panose="020B0703020203020204" pitchFamily="34" charset="0"/>
              </a:rPr>
              <a:t>should not be used</a:t>
            </a:r>
          </a:p>
        </p:txBody>
      </p:sp>
      <p:sp>
        <p:nvSpPr>
          <p:cNvPr id="104" name="Rectangle 103">
            <a:extLst>
              <a:ext uri="{FF2B5EF4-FFF2-40B4-BE49-F238E27FC236}">
                <a16:creationId xmlns:a16="http://schemas.microsoft.com/office/drawing/2014/main" id="{117EDD3F-69E6-9A31-D2D2-44C2FAA8F6B7}"/>
              </a:ext>
            </a:extLst>
          </p:cNvPr>
          <p:cNvSpPr/>
          <p:nvPr/>
        </p:nvSpPr>
        <p:spPr>
          <a:xfrm>
            <a:off x="3635914" y="3203838"/>
            <a:ext cx="2579109" cy="753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r"/>
            <a:r>
              <a:rPr lang="en-US" sz="1600" dirty="0">
                <a:solidFill>
                  <a:schemeClr val="tx1"/>
                </a:solidFill>
              </a:rPr>
              <a:t> Additional </a:t>
            </a:r>
            <a:br>
              <a:rPr lang="en-US" sz="1600" dirty="0">
                <a:solidFill>
                  <a:schemeClr val="tx1"/>
                </a:solidFill>
              </a:rPr>
            </a:br>
            <a:r>
              <a:rPr lang="en-US" sz="1600" dirty="0">
                <a:solidFill>
                  <a:schemeClr val="tx1"/>
                </a:solidFill>
                <a:latin typeface="IntelOne Text Medium" panose="020B0703020203020204" pitchFamily="34" charset="0"/>
              </a:rPr>
              <a:t>Intel colors</a:t>
            </a:r>
            <a:r>
              <a:rPr lang="en-US" sz="1600" dirty="0">
                <a:solidFill>
                  <a:schemeClr val="tx1"/>
                </a:solidFill>
              </a:rPr>
              <a:t> included </a:t>
            </a:r>
            <a:br>
              <a:rPr lang="en-US" sz="1600" dirty="0">
                <a:solidFill>
                  <a:schemeClr val="tx1"/>
                </a:solidFill>
              </a:rPr>
            </a:br>
            <a:r>
              <a:rPr lang="en-US" sz="1600" dirty="0">
                <a:solidFill>
                  <a:schemeClr val="tx1"/>
                </a:solidFill>
              </a:rPr>
              <a:t>in the color palette</a:t>
            </a:r>
          </a:p>
        </p:txBody>
      </p:sp>
      <p:sp>
        <p:nvSpPr>
          <p:cNvPr id="98" name="Rectangle 97">
            <a:extLst>
              <a:ext uri="{FF2B5EF4-FFF2-40B4-BE49-F238E27FC236}">
                <a16:creationId xmlns:a16="http://schemas.microsoft.com/office/drawing/2014/main" id="{C0EEFEB6-A213-49A6-5EAF-EC1A986B084B}"/>
              </a:ext>
            </a:extLst>
          </p:cNvPr>
          <p:cNvSpPr/>
          <p:nvPr/>
        </p:nvSpPr>
        <p:spPr>
          <a:xfrm>
            <a:off x="8607051" y="4074796"/>
            <a:ext cx="2578608" cy="7146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r>
              <a:rPr lang="en-US" sz="1600" dirty="0">
                <a:solidFill>
                  <a:schemeClr val="tx1"/>
                </a:solidFill>
              </a:rPr>
              <a:t>Basic colors not part </a:t>
            </a:r>
            <a:br>
              <a:rPr lang="en-US" sz="1600" dirty="0">
                <a:solidFill>
                  <a:schemeClr val="tx1"/>
                </a:solidFill>
              </a:rPr>
            </a:br>
            <a:r>
              <a:rPr lang="en-US" sz="1600" dirty="0">
                <a:solidFill>
                  <a:schemeClr val="tx1"/>
                </a:solidFill>
              </a:rPr>
              <a:t>of the Intel color palette and </a:t>
            </a:r>
            <a:r>
              <a:rPr lang="en-US" sz="1600" dirty="0">
                <a:solidFill>
                  <a:schemeClr val="tx1"/>
                </a:solidFill>
                <a:latin typeface="IntelOne Text Medium" panose="020B0703020203020204" pitchFamily="34" charset="0"/>
              </a:rPr>
              <a:t>should not be used</a:t>
            </a:r>
          </a:p>
        </p:txBody>
      </p:sp>
      <p:cxnSp>
        <p:nvCxnSpPr>
          <p:cNvPr id="86" name="Straight Connector 85">
            <a:extLst>
              <a:ext uri="{FF2B5EF4-FFF2-40B4-BE49-F238E27FC236}">
                <a16:creationId xmlns:a16="http://schemas.microsoft.com/office/drawing/2014/main" id="{F59E1A38-DF8C-E0D4-72BF-3E497D866C50}"/>
              </a:ext>
              <a:ext uri="{C183D7F6-B498-43B3-948B-1728B52AA6E4}">
                <adec:decorative xmlns:adec="http://schemas.microsoft.com/office/drawing/2017/decorative" val="1"/>
              </a:ext>
            </a:extLst>
          </p:cNvPr>
          <p:cNvCxnSpPr/>
          <p:nvPr/>
        </p:nvCxnSpPr>
        <p:spPr>
          <a:xfrm>
            <a:off x="6680835" y="2190750"/>
            <a:ext cx="1459230" cy="592455"/>
          </a:xfrm>
          <a:prstGeom prst="line">
            <a:avLst/>
          </a:prstGeom>
          <a:ln w="25400">
            <a:solidFill>
              <a:srgbClr val="FF5662"/>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A063E03F-D93C-AC94-A063-D02E10B9F5DF}"/>
              </a:ext>
              <a:ext uri="{C183D7F6-B498-43B3-948B-1728B52AA6E4}">
                <adec:decorative xmlns:adec="http://schemas.microsoft.com/office/drawing/2017/decorative" val="1"/>
              </a:ext>
            </a:extLst>
          </p:cNvPr>
          <p:cNvCxnSpPr/>
          <p:nvPr/>
        </p:nvCxnSpPr>
        <p:spPr>
          <a:xfrm flipV="1">
            <a:off x="6680835" y="2190750"/>
            <a:ext cx="1459230" cy="592455"/>
          </a:xfrm>
          <a:prstGeom prst="line">
            <a:avLst/>
          </a:prstGeom>
          <a:ln w="25400">
            <a:solidFill>
              <a:srgbClr val="FF5662"/>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87252E4-A2CA-5564-D828-948C2A38BFB6}"/>
              </a:ext>
              <a:ext uri="{C183D7F6-B498-43B3-948B-1728B52AA6E4}">
                <adec:decorative xmlns:adec="http://schemas.microsoft.com/office/drawing/2017/decorative" val="1"/>
              </a:ext>
            </a:extLst>
          </p:cNvPr>
          <p:cNvCxnSpPr>
            <a:cxnSpLocks/>
          </p:cNvCxnSpPr>
          <p:nvPr/>
        </p:nvCxnSpPr>
        <p:spPr>
          <a:xfrm>
            <a:off x="6680835" y="4432141"/>
            <a:ext cx="1459230" cy="0"/>
          </a:xfrm>
          <a:prstGeom prst="line">
            <a:avLst/>
          </a:prstGeom>
          <a:ln w="25400">
            <a:solidFill>
              <a:srgbClr val="FF5662"/>
            </a:solidFill>
          </a:ln>
        </p:spPr>
        <p:style>
          <a:lnRef idx="1">
            <a:schemeClr val="accent1"/>
          </a:lnRef>
          <a:fillRef idx="0">
            <a:schemeClr val="accent1"/>
          </a:fillRef>
          <a:effectRef idx="0">
            <a:schemeClr val="accent1"/>
          </a:effectRef>
          <a:fontRef idx="minor">
            <a:schemeClr val="tx1"/>
          </a:fontRef>
        </p:style>
      </p:cxnSp>
      <p:sp>
        <p:nvSpPr>
          <p:cNvPr id="108" name="Freeform: Shape 107">
            <a:extLst>
              <a:ext uri="{FF2B5EF4-FFF2-40B4-BE49-F238E27FC236}">
                <a16:creationId xmlns:a16="http://schemas.microsoft.com/office/drawing/2014/main" id="{1B875AEC-AED7-9209-C21E-86D499A93BC2}"/>
              </a:ext>
              <a:ext uri="{C183D7F6-B498-43B3-948B-1728B52AA6E4}">
                <adec:decorative xmlns:adec="http://schemas.microsoft.com/office/drawing/2017/decorative" val="1"/>
              </a:ext>
            </a:extLst>
          </p:cNvPr>
          <p:cNvSpPr>
            <a:spLocks noChangeAspect="1"/>
          </p:cNvSpPr>
          <p:nvPr/>
        </p:nvSpPr>
        <p:spPr>
          <a:xfrm flipH="1">
            <a:off x="6215023" y="1916811"/>
            <a:ext cx="248505" cy="18288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chemeClr val="accent1"/>
          </a:solidFill>
          <a:ln w="4524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0D502969-A799-EF91-69AC-C7E61C4244EE}"/>
              </a:ext>
              <a:ext uri="{C183D7F6-B498-43B3-948B-1728B52AA6E4}">
                <adec:decorative xmlns:adec="http://schemas.microsoft.com/office/drawing/2017/decorative" val="1"/>
              </a:ext>
            </a:extLst>
          </p:cNvPr>
          <p:cNvSpPr>
            <a:spLocks noChangeAspect="1"/>
          </p:cNvSpPr>
          <p:nvPr/>
        </p:nvSpPr>
        <p:spPr>
          <a:xfrm flipH="1">
            <a:off x="6215023" y="3489273"/>
            <a:ext cx="248505" cy="18288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chemeClr val="accent1"/>
          </a:solidFill>
          <a:ln w="4524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0B8A4266-B3B7-50B4-8EDF-1BDF3DA6A25C}"/>
              </a:ext>
              <a:ext uri="{C183D7F6-B498-43B3-948B-1728B52AA6E4}">
                <adec:decorative xmlns:adec="http://schemas.microsoft.com/office/drawing/2017/decorative" val="1"/>
              </a:ext>
            </a:extLst>
          </p:cNvPr>
          <p:cNvSpPr>
            <a:spLocks noChangeAspect="1"/>
          </p:cNvSpPr>
          <p:nvPr/>
        </p:nvSpPr>
        <p:spPr>
          <a:xfrm>
            <a:off x="8358546" y="4340701"/>
            <a:ext cx="248505" cy="18288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rgbClr val="FF5662"/>
          </a:solidFill>
          <a:ln w="4524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A0F4982D-0FE6-1DD5-AC28-BA2BC1F07B3B}"/>
              </a:ext>
              <a:ext uri="{C183D7F6-B498-43B3-948B-1728B52AA6E4}">
                <adec:decorative xmlns:adec="http://schemas.microsoft.com/office/drawing/2017/decorative" val="1"/>
              </a:ext>
            </a:extLst>
          </p:cNvPr>
          <p:cNvSpPr>
            <a:spLocks noChangeAspect="1"/>
          </p:cNvSpPr>
          <p:nvPr/>
        </p:nvSpPr>
        <p:spPr>
          <a:xfrm>
            <a:off x="8358546" y="2395537"/>
            <a:ext cx="248505" cy="18288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rgbClr val="FF5662"/>
          </a:solidFill>
          <a:ln w="45244" cap="flat">
            <a:noFill/>
            <a:prstDash val="solid"/>
            <a:miter/>
          </a:ln>
        </p:spPr>
        <p:txBody>
          <a:bodyPr rtlCol="0" anchor="ctr"/>
          <a:lstStyle/>
          <a:p>
            <a:endParaRPr lang="en-US"/>
          </a:p>
        </p:txBody>
      </p:sp>
    </p:spTree>
    <p:extLst>
      <p:ext uri="{BB962C8B-B14F-4D97-AF65-F5344CB8AC3E}">
        <p14:creationId xmlns:p14="http://schemas.microsoft.com/office/powerpoint/2010/main" val="1000846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225B16A-A642-90A2-EB74-77B517204DC6}"/>
              </a:ext>
            </a:extLst>
          </p:cNvPr>
          <p:cNvSpPr>
            <a:spLocks noGrp="1"/>
          </p:cNvSpPr>
          <p:nvPr>
            <p:ph type="title"/>
          </p:nvPr>
        </p:nvSpPr>
        <p:spPr/>
        <p:txBody>
          <a:bodyPr/>
          <a:lstStyle/>
          <a:p>
            <a:r>
              <a:rPr lang="en-US" dirty="0"/>
              <a:t>Color Palette</a:t>
            </a:r>
          </a:p>
        </p:txBody>
      </p:sp>
      <p:sp>
        <p:nvSpPr>
          <p:cNvPr id="81" name="Rectangle 80">
            <a:extLst>
              <a:ext uri="{FF2B5EF4-FFF2-40B4-BE49-F238E27FC236}">
                <a16:creationId xmlns:a16="http://schemas.microsoft.com/office/drawing/2014/main" id="{265AAD95-598D-E024-2774-9B4A179B146D}"/>
              </a:ext>
            </a:extLst>
          </p:cNvPr>
          <p:cNvSpPr/>
          <p:nvPr/>
        </p:nvSpPr>
        <p:spPr>
          <a:xfrm>
            <a:off x="640080" y="1352550"/>
            <a:ext cx="2444682" cy="4864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1200"/>
              </a:spcAft>
            </a:pPr>
            <a:r>
              <a:rPr lang="en-US" sz="1600" dirty="0">
                <a:solidFill>
                  <a:schemeClr val="tx1"/>
                </a:solidFill>
              </a:rPr>
              <a:t>The Intel brand colors inside the rectangle are included in the PowerPoint color palette. The colors outside the rectangle are available for use with a couple steps using the Eyedropper tool outlined in the following slides.</a:t>
            </a:r>
          </a:p>
        </p:txBody>
      </p:sp>
      <p:sp>
        <p:nvSpPr>
          <p:cNvPr id="76" name="Rectangle 75" descr="rectangle showing the colors that are included in the PowerPoint color palette">
            <a:extLst>
              <a:ext uri="{FF2B5EF4-FFF2-40B4-BE49-F238E27FC236}">
                <a16:creationId xmlns:a16="http://schemas.microsoft.com/office/drawing/2014/main" id="{DEC94F29-2F5D-B23E-6251-0CBB2FD65FA4}"/>
              </a:ext>
              <a:ext uri="{C183D7F6-B498-43B3-948B-1728B52AA6E4}">
                <adec:decorative xmlns:adec="http://schemas.microsoft.com/office/drawing/2017/decorative" val="0"/>
              </a:ext>
            </a:extLst>
          </p:cNvPr>
          <p:cNvSpPr/>
          <p:nvPr/>
        </p:nvSpPr>
        <p:spPr>
          <a:xfrm>
            <a:off x="3270154" y="1298037"/>
            <a:ext cx="6910486" cy="3476691"/>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 name="Rectangle 4">
            <a:extLst>
              <a:ext uri="{FF2B5EF4-FFF2-40B4-BE49-F238E27FC236}">
                <a16:creationId xmlns:a16="http://schemas.microsoft.com/office/drawing/2014/main" id="{36FC6AD6-2DD8-9123-F8C3-AC897E678C7E}"/>
              </a:ext>
            </a:extLst>
          </p:cNvPr>
          <p:cNvSpPr/>
          <p:nvPr/>
        </p:nvSpPr>
        <p:spPr>
          <a:xfrm>
            <a:off x="3315874" y="1352550"/>
            <a:ext cx="640080" cy="640080"/>
          </a:xfrm>
          <a:prstGeom prst="rect">
            <a:avLst/>
          </a:prstGeom>
          <a:solidFill>
            <a:srgbClr val="6CC4F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Classic Blue</a:t>
            </a:r>
            <a:br>
              <a:rPr lang="en-US" sz="800" dirty="0">
                <a:solidFill>
                  <a:schemeClr val="tx1"/>
                </a:solidFill>
              </a:rPr>
            </a:br>
            <a:r>
              <a:rPr lang="en-US" sz="800" dirty="0">
                <a:solidFill>
                  <a:schemeClr val="tx1"/>
                </a:solidFill>
              </a:rPr>
              <a:t>Tint 2</a:t>
            </a:r>
          </a:p>
        </p:txBody>
      </p:sp>
      <p:sp>
        <p:nvSpPr>
          <p:cNvPr id="6" name="Rectangle 5">
            <a:extLst>
              <a:ext uri="{FF2B5EF4-FFF2-40B4-BE49-F238E27FC236}">
                <a16:creationId xmlns:a16="http://schemas.microsoft.com/office/drawing/2014/main" id="{E46B2FC8-80A9-4331-5D5F-D4E41BC3CBF4}"/>
              </a:ext>
            </a:extLst>
          </p:cNvPr>
          <p:cNvSpPr/>
          <p:nvPr/>
        </p:nvSpPr>
        <p:spPr>
          <a:xfrm>
            <a:off x="3315874" y="2034359"/>
            <a:ext cx="640080" cy="640080"/>
          </a:xfrm>
          <a:prstGeom prst="rect">
            <a:avLst/>
          </a:prstGeom>
          <a:solidFill>
            <a:srgbClr val="0099EC"/>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Classic Blue</a:t>
            </a:r>
            <a:br>
              <a:rPr lang="en-US" sz="800" dirty="0">
                <a:solidFill>
                  <a:schemeClr val="tx1"/>
                </a:solidFill>
              </a:rPr>
            </a:br>
            <a:r>
              <a:rPr lang="en-US" sz="800" dirty="0">
                <a:solidFill>
                  <a:schemeClr val="tx1"/>
                </a:solidFill>
              </a:rPr>
              <a:t>Tint 1</a:t>
            </a:r>
          </a:p>
        </p:txBody>
      </p:sp>
      <p:sp>
        <p:nvSpPr>
          <p:cNvPr id="7" name="Rectangle 6">
            <a:extLst>
              <a:ext uri="{FF2B5EF4-FFF2-40B4-BE49-F238E27FC236}">
                <a16:creationId xmlns:a16="http://schemas.microsoft.com/office/drawing/2014/main" id="{FAFC7267-937F-0562-21FE-B702C15660A5}"/>
              </a:ext>
            </a:extLst>
          </p:cNvPr>
          <p:cNvSpPr/>
          <p:nvPr/>
        </p:nvSpPr>
        <p:spPr>
          <a:xfrm>
            <a:off x="3315874" y="2716168"/>
            <a:ext cx="640080" cy="640080"/>
          </a:xfrm>
          <a:prstGeom prst="rect">
            <a:avLst/>
          </a:prstGeom>
          <a:solidFill>
            <a:srgbClr val="0054AE"/>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Classic Blue</a:t>
            </a:r>
          </a:p>
        </p:txBody>
      </p:sp>
      <p:sp>
        <p:nvSpPr>
          <p:cNvPr id="8" name="Rectangle 7">
            <a:extLst>
              <a:ext uri="{FF2B5EF4-FFF2-40B4-BE49-F238E27FC236}">
                <a16:creationId xmlns:a16="http://schemas.microsoft.com/office/drawing/2014/main" id="{1BDF2D6C-E56F-78D1-19EC-E22ACD702523}"/>
              </a:ext>
            </a:extLst>
          </p:cNvPr>
          <p:cNvSpPr/>
          <p:nvPr/>
        </p:nvSpPr>
        <p:spPr>
          <a:xfrm>
            <a:off x="3315874" y="3397977"/>
            <a:ext cx="640080" cy="640080"/>
          </a:xfrm>
          <a:prstGeom prst="rect">
            <a:avLst/>
          </a:prstGeom>
          <a:solidFill>
            <a:srgbClr val="00377C"/>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Classic Blue</a:t>
            </a:r>
            <a:br>
              <a:rPr lang="en-US" sz="800" dirty="0">
                <a:solidFill>
                  <a:schemeClr val="bg1"/>
                </a:solidFill>
              </a:rPr>
            </a:br>
            <a:r>
              <a:rPr lang="en-US" sz="800" dirty="0">
                <a:solidFill>
                  <a:schemeClr val="bg1"/>
                </a:solidFill>
              </a:rPr>
              <a:t>Shade 1</a:t>
            </a:r>
          </a:p>
        </p:txBody>
      </p:sp>
      <p:sp>
        <p:nvSpPr>
          <p:cNvPr id="9" name="Rectangle 8">
            <a:extLst>
              <a:ext uri="{FF2B5EF4-FFF2-40B4-BE49-F238E27FC236}">
                <a16:creationId xmlns:a16="http://schemas.microsoft.com/office/drawing/2014/main" id="{AF2A27B3-81E9-DB59-444D-0ED5D8C0EB93}"/>
              </a:ext>
            </a:extLst>
          </p:cNvPr>
          <p:cNvSpPr/>
          <p:nvPr/>
        </p:nvSpPr>
        <p:spPr>
          <a:xfrm>
            <a:off x="3315874" y="4079786"/>
            <a:ext cx="640080" cy="640080"/>
          </a:xfrm>
          <a:prstGeom prst="rect">
            <a:avLst/>
          </a:prstGeom>
          <a:solidFill>
            <a:srgbClr val="001E5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Classic Blue</a:t>
            </a:r>
            <a:br>
              <a:rPr lang="en-US" sz="800" dirty="0">
                <a:solidFill>
                  <a:schemeClr val="bg1"/>
                </a:solidFill>
              </a:rPr>
            </a:br>
            <a:r>
              <a:rPr lang="en-US" sz="800" dirty="0">
                <a:solidFill>
                  <a:schemeClr val="bg1"/>
                </a:solidFill>
              </a:rPr>
              <a:t>Shade 2</a:t>
            </a:r>
          </a:p>
        </p:txBody>
      </p:sp>
      <p:sp>
        <p:nvSpPr>
          <p:cNvPr id="11" name="Rectangle 10">
            <a:extLst>
              <a:ext uri="{FF2B5EF4-FFF2-40B4-BE49-F238E27FC236}">
                <a16:creationId xmlns:a16="http://schemas.microsoft.com/office/drawing/2014/main" id="{12529CB1-34B8-9B28-2C84-F8F46DF55D22}"/>
              </a:ext>
            </a:extLst>
          </p:cNvPr>
          <p:cNvSpPr/>
          <p:nvPr/>
        </p:nvSpPr>
        <p:spPr>
          <a:xfrm>
            <a:off x="4006065" y="1352550"/>
            <a:ext cx="640080" cy="640080"/>
          </a:xfrm>
          <a:prstGeom prst="rect">
            <a:avLst/>
          </a:prstGeom>
          <a:solidFill>
            <a:srgbClr val="A0EB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Energy Blue</a:t>
            </a:r>
            <a:br>
              <a:rPr lang="en-US" sz="800" dirty="0">
                <a:solidFill>
                  <a:schemeClr val="tx1"/>
                </a:solidFill>
              </a:rPr>
            </a:br>
            <a:r>
              <a:rPr lang="en-US" sz="800" dirty="0">
                <a:solidFill>
                  <a:schemeClr val="tx1"/>
                </a:solidFill>
              </a:rPr>
              <a:t>Tint 2</a:t>
            </a:r>
          </a:p>
        </p:txBody>
      </p:sp>
      <p:sp>
        <p:nvSpPr>
          <p:cNvPr id="12" name="Rectangle 11">
            <a:extLst>
              <a:ext uri="{FF2B5EF4-FFF2-40B4-BE49-F238E27FC236}">
                <a16:creationId xmlns:a16="http://schemas.microsoft.com/office/drawing/2014/main" id="{E0133242-0B20-AFE7-C4E9-7186A8ACEBF3}"/>
              </a:ext>
            </a:extLst>
          </p:cNvPr>
          <p:cNvSpPr/>
          <p:nvPr/>
        </p:nvSpPr>
        <p:spPr>
          <a:xfrm>
            <a:off x="4006065" y="2034359"/>
            <a:ext cx="640080" cy="640080"/>
          </a:xfrm>
          <a:prstGeom prst="rect">
            <a:avLst/>
          </a:prstGeom>
          <a:solidFill>
            <a:srgbClr val="6DDC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Energy Blue </a:t>
            </a:r>
            <a:br>
              <a:rPr lang="en-US" sz="800" dirty="0">
                <a:solidFill>
                  <a:schemeClr val="tx1"/>
                </a:solidFill>
              </a:rPr>
            </a:br>
            <a:r>
              <a:rPr lang="en-US" sz="800" dirty="0">
                <a:solidFill>
                  <a:schemeClr val="tx1"/>
                </a:solidFill>
              </a:rPr>
              <a:t>Tint 1</a:t>
            </a:r>
          </a:p>
        </p:txBody>
      </p:sp>
      <p:sp>
        <p:nvSpPr>
          <p:cNvPr id="13" name="Rectangle 12">
            <a:extLst>
              <a:ext uri="{FF2B5EF4-FFF2-40B4-BE49-F238E27FC236}">
                <a16:creationId xmlns:a16="http://schemas.microsoft.com/office/drawing/2014/main" id="{9485ECC5-9E5B-1F3A-42BE-2F25B32AD5B7}"/>
              </a:ext>
            </a:extLst>
          </p:cNvPr>
          <p:cNvSpPr/>
          <p:nvPr/>
        </p:nvSpPr>
        <p:spPr>
          <a:xfrm>
            <a:off x="4006065" y="2716168"/>
            <a:ext cx="640080" cy="640080"/>
          </a:xfrm>
          <a:prstGeom prst="rect">
            <a:avLst/>
          </a:prstGeom>
          <a:solidFill>
            <a:srgbClr val="00C7FD"/>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Energy Blue</a:t>
            </a:r>
          </a:p>
        </p:txBody>
      </p:sp>
      <p:sp>
        <p:nvSpPr>
          <p:cNvPr id="14" name="Rectangle 13">
            <a:extLst>
              <a:ext uri="{FF2B5EF4-FFF2-40B4-BE49-F238E27FC236}">
                <a16:creationId xmlns:a16="http://schemas.microsoft.com/office/drawing/2014/main" id="{7980FCF2-54F4-EBA9-CA64-3F569375DD34}"/>
              </a:ext>
            </a:extLst>
          </p:cNvPr>
          <p:cNvSpPr/>
          <p:nvPr/>
        </p:nvSpPr>
        <p:spPr>
          <a:xfrm>
            <a:off x="4006065" y="3397977"/>
            <a:ext cx="640080" cy="640080"/>
          </a:xfrm>
          <a:prstGeom prst="rect">
            <a:avLst/>
          </a:prstGeom>
          <a:solidFill>
            <a:srgbClr val="15BCE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Energy Blue</a:t>
            </a:r>
          </a:p>
          <a:p>
            <a:r>
              <a:rPr lang="en-US" sz="800" dirty="0">
                <a:solidFill>
                  <a:schemeClr val="tx1"/>
                </a:solidFill>
              </a:rPr>
              <a:t>Shade 1</a:t>
            </a:r>
          </a:p>
        </p:txBody>
      </p:sp>
      <p:sp>
        <p:nvSpPr>
          <p:cNvPr id="15" name="Rectangle 14">
            <a:extLst>
              <a:ext uri="{FF2B5EF4-FFF2-40B4-BE49-F238E27FC236}">
                <a16:creationId xmlns:a16="http://schemas.microsoft.com/office/drawing/2014/main" id="{2B6476A4-341D-3642-2792-DDA5D91B9E60}"/>
              </a:ext>
            </a:extLst>
          </p:cNvPr>
          <p:cNvSpPr/>
          <p:nvPr/>
        </p:nvSpPr>
        <p:spPr>
          <a:xfrm>
            <a:off x="4006065" y="4079786"/>
            <a:ext cx="640080" cy="640080"/>
          </a:xfrm>
          <a:prstGeom prst="rect">
            <a:avLst/>
          </a:prstGeom>
          <a:solidFill>
            <a:srgbClr val="0095C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Energy Blue</a:t>
            </a:r>
          </a:p>
          <a:p>
            <a:r>
              <a:rPr lang="en-US" sz="800" dirty="0">
                <a:solidFill>
                  <a:schemeClr val="tx1"/>
                </a:solidFill>
              </a:rPr>
              <a:t>Shade 2</a:t>
            </a:r>
          </a:p>
        </p:txBody>
      </p:sp>
      <p:sp>
        <p:nvSpPr>
          <p:cNvPr id="17" name="Rectangle 16">
            <a:extLst>
              <a:ext uri="{FF2B5EF4-FFF2-40B4-BE49-F238E27FC236}">
                <a16:creationId xmlns:a16="http://schemas.microsoft.com/office/drawing/2014/main" id="{BE8B9BE8-11E5-44CF-8F24-281D518B4BDB}"/>
              </a:ext>
            </a:extLst>
          </p:cNvPr>
          <p:cNvSpPr/>
          <p:nvPr/>
        </p:nvSpPr>
        <p:spPr>
          <a:xfrm>
            <a:off x="4694060" y="1352550"/>
            <a:ext cx="640080" cy="64008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Carbon</a:t>
            </a:r>
            <a:br>
              <a:rPr lang="en-US" sz="800" dirty="0">
                <a:solidFill>
                  <a:schemeClr val="tx1"/>
                </a:solidFill>
              </a:rPr>
            </a:br>
            <a:r>
              <a:rPr lang="en-US" sz="800" dirty="0">
                <a:solidFill>
                  <a:schemeClr val="tx1"/>
                </a:solidFill>
              </a:rPr>
              <a:t>Tint 2</a:t>
            </a:r>
          </a:p>
        </p:txBody>
      </p:sp>
      <p:sp>
        <p:nvSpPr>
          <p:cNvPr id="18" name="Rectangle 17">
            <a:extLst>
              <a:ext uri="{FF2B5EF4-FFF2-40B4-BE49-F238E27FC236}">
                <a16:creationId xmlns:a16="http://schemas.microsoft.com/office/drawing/2014/main" id="{684000E9-614B-80BB-1611-98A1675A622D}"/>
              </a:ext>
            </a:extLst>
          </p:cNvPr>
          <p:cNvSpPr/>
          <p:nvPr/>
        </p:nvSpPr>
        <p:spPr>
          <a:xfrm>
            <a:off x="4694060" y="2034359"/>
            <a:ext cx="640080" cy="640080"/>
          </a:xfrm>
          <a:prstGeom prst="rect">
            <a:avLst/>
          </a:prstGeom>
          <a:solidFill>
            <a:srgbClr val="AEAEAE"/>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Carbon</a:t>
            </a:r>
            <a:br>
              <a:rPr lang="en-US" sz="800" dirty="0">
                <a:solidFill>
                  <a:schemeClr val="tx1"/>
                </a:solidFill>
              </a:rPr>
            </a:br>
            <a:r>
              <a:rPr lang="en-US" sz="800" dirty="0">
                <a:solidFill>
                  <a:schemeClr val="tx1"/>
                </a:solidFill>
              </a:rPr>
              <a:t>Tint 1</a:t>
            </a:r>
          </a:p>
        </p:txBody>
      </p:sp>
      <p:sp>
        <p:nvSpPr>
          <p:cNvPr id="19" name="Rectangle 18">
            <a:extLst>
              <a:ext uri="{FF2B5EF4-FFF2-40B4-BE49-F238E27FC236}">
                <a16:creationId xmlns:a16="http://schemas.microsoft.com/office/drawing/2014/main" id="{037E8FA5-5BB5-0B8D-7C6B-11A5856AFF51}"/>
              </a:ext>
            </a:extLst>
          </p:cNvPr>
          <p:cNvSpPr/>
          <p:nvPr/>
        </p:nvSpPr>
        <p:spPr>
          <a:xfrm>
            <a:off x="4694060" y="2716168"/>
            <a:ext cx="640080" cy="640080"/>
          </a:xfrm>
          <a:prstGeom prst="rect">
            <a:avLst/>
          </a:prstGeom>
          <a:solidFill>
            <a:srgbClr val="8080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Carbon</a:t>
            </a:r>
          </a:p>
        </p:txBody>
      </p:sp>
      <p:sp>
        <p:nvSpPr>
          <p:cNvPr id="20" name="Rectangle 19">
            <a:extLst>
              <a:ext uri="{FF2B5EF4-FFF2-40B4-BE49-F238E27FC236}">
                <a16:creationId xmlns:a16="http://schemas.microsoft.com/office/drawing/2014/main" id="{6DD44D1E-1E97-AC2B-3EC4-65F86FE5BEED}"/>
              </a:ext>
            </a:extLst>
          </p:cNvPr>
          <p:cNvSpPr/>
          <p:nvPr/>
        </p:nvSpPr>
        <p:spPr>
          <a:xfrm>
            <a:off x="4694060" y="3397977"/>
            <a:ext cx="640080" cy="640080"/>
          </a:xfrm>
          <a:prstGeom prst="rect">
            <a:avLst/>
          </a:prstGeom>
          <a:solidFill>
            <a:srgbClr val="52525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Carbon</a:t>
            </a:r>
            <a:br>
              <a:rPr lang="en-US" sz="800" dirty="0">
                <a:solidFill>
                  <a:schemeClr val="bg1"/>
                </a:solidFill>
              </a:rPr>
            </a:br>
            <a:r>
              <a:rPr lang="en-US" sz="800" dirty="0">
                <a:solidFill>
                  <a:schemeClr val="bg1"/>
                </a:solidFill>
              </a:rPr>
              <a:t>Shade 1</a:t>
            </a:r>
          </a:p>
        </p:txBody>
      </p:sp>
      <p:sp>
        <p:nvSpPr>
          <p:cNvPr id="21" name="Rectangle 20">
            <a:extLst>
              <a:ext uri="{FF2B5EF4-FFF2-40B4-BE49-F238E27FC236}">
                <a16:creationId xmlns:a16="http://schemas.microsoft.com/office/drawing/2014/main" id="{8A93A477-4B8E-61E1-C34C-7EAE5DE4CE1F}"/>
              </a:ext>
            </a:extLst>
          </p:cNvPr>
          <p:cNvSpPr/>
          <p:nvPr/>
        </p:nvSpPr>
        <p:spPr>
          <a:xfrm>
            <a:off x="4694060" y="4079786"/>
            <a:ext cx="640080" cy="640080"/>
          </a:xfrm>
          <a:prstGeom prst="rect">
            <a:avLst/>
          </a:prstGeom>
          <a:solidFill>
            <a:srgbClr val="262626"/>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Carbon</a:t>
            </a:r>
            <a:br>
              <a:rPr lang="en-US" sz="800" dirty="0">
                <a:solidFill>
                  <a:schemeClr val="bg1"/>
                </a:solidFill>
              </a:rPr>
            </a:br>
            <a:r>
              <a:rPr lang="en-US" sz="800" dirty="0">
                <a:solidFill>
                  <a:schemeClr val="bg1"/>
                </a:solidFill>
              </a:rPr>
              <a:t>Shade 2</a:t>
            </a:r>
          </a:p>
        </p:txBody>
      </p:sp>
      <p:sp>
        <p:nvSpPr>
          <p:cNvPr id="22" name="Rectangle 21">
            <a:extLst>
              <a:ext uri="{FF2B5EF4-FFF2-40B4-BE49-F238E27FC236}">
                <a16:creationId xmlns:a16="http://schemas.microsoft.com/office/drawing/2014/main" id="{D0A457C6-118A-3209-0B24-622D34160EE6}"/>
              </a:ext>
            </a:extLst>
          </p:cNvPr>
          <p:cNvSpPr/>
          <p:nvPr/>
        </p:nvSpPr>
        <p:spPr>
          <a:xfrm>
            <a:off x="5382055" y="1352550"/>
            <a:ext cx="640080" cy="640080"/>
          </a:xfrm>
          <a:prstGeom prst="rect">
            <a:avLst/>
          </a:prstGeom>
          <a:solidFill>
            <a:srgbClr val="B9D6E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Blue Steel</a:t>
            </a:r>
            <a:br>
              <a:rPr lang="en-US" sz="800" dirty="0">
                <a:solidFill>
                  <a:schemeClr val="tx1"/>
                </a:solidFill>
              </a:rPr>
            </a:br>
            <a:r>
              <a:rPr lang="en-US" sz="800" dirty="0">
                <a:solidFill>
                  <a:schemeClr val="tx1"/>
                </a:solidFill>
              </a:rPr>
              <a:t>Tint 2</a:t>
            </a:r>
          </a:p>
        </p:txBody>
      </p:sp>
      <p:sp>
        <p:nvSpPr>
          <p:cNvPr id="23" name="Rectangle 22">
            <a:extLst>
              <a:ext uri="{FF2B5EF4-FFF2-40B4-BE49-F238E27FC236}">
                <a16:creationId xmlns:a16="http://schemas.microsoft.com/office/drawing/2014/main" id="{81601343-242E-A7B5-4CF5-E7549A31801C}"/>
              </a:ext>
            </a:extLst>
          </p:cNvPr>
          <p:cNvSpPr/>
          <p:nvPr/>
        </p:nvSpPr>
        <p:spPr>
          <a:xfrm>
            <a:off x="5382055" y="2034359"/>
            <a:ext cx="640080" cy="640080"/>
          </a:xfrm>
          <a:prstGeom prst="rect">
            <a:avLst/>
          </a:prstGeom>
          <a:solidFill>
            <a:srgbClr val="86B3C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Blue Steel</a:t>
            </a:r>
            <a:br>
              <a:rPr lang="en-US" sz="800" dirty="0">
                <a:solidFill>
                  <a:schemeClr val="tx1"/>
                </a:solidFill>
              </a:rPr>
            </a:br>
            <a:r>
              <a:rPr lang="en-US" sz="800" dirty="0">
                <a:solidFill>
                  <a:schemeClr val="tx1"/>
                </a:solidFill>
              </a:rPr>
              <a:t>Tint 1</a:t>
            </a:r>
          </a:p>
        </p:txBody>
      </p:sp>
      <p:sp>
        <p:nvSpPr>
          <p:cNvPr id="24" name="Rectangle 23">
            <a:extLst>
              <a:ext uri="{FF2B5EF4-FFF2-40B4-BE49-F238E27FC236}">
                <a16:creationId xmlns:a16="http://schemas.microsoft.com/office/drawing/2014/main" id="{C4B194DC-8660-35CA-4129-E86FBD0DA144}"/>
              </a:ext>
            </a:extLst>
          </p:cNvPr>
          <p:cNvSpPr/>
          <p:nvPr/>
        </p:nvSpPr>
        <p:spPr>
          <a:xfrm>
            <a:off x="5382055" y="2716168"/>
            <a:ext cx="640080" cy="640080"/>
          </a:xfrm>
          <a:prstGeom prst="rect">
            <a:avLst/>
          </a:prstGeom>
          <a:solidFill>
            <a:srgbClr val="548FAD"/>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Blue Steel</a:t>
            </a:r>
          </a:p>
        </p:txBody>
      </p:sp>
      <p:sp>
        <p:nvSpPr>
          <p:cNvPr id="25" name="Rectangle 24">
            <a:extLst>
              <a:ext uri="{FF2B5EF4-FFF2-40B4-BE49-F238E27FC236}">
                <a16:creationId xmlns:a16="http://schemas.microsoft.com/office/drawing/2014/main" id="{2FDC58FF-16F1-6118-DDB5-594E8C1806E4}"/>
              </a:ext>
            </a:extLst>
          </p:cNvPr>
          <p:cNvSpPr/>
          <p:nvPr/>
        </p:nvSpPr>
        <p:spPr>
          <a:xfrm>
            <a:off x="5382055" y="3397977"/>
            <a:ext cx="640080" cy="640080"/>
          </a:xfrm>
          <a:prstGeom prst="rect">
            <a:avLst/>
          </a:prstGeom>
          <a:solidFill>
            <a:srgbClr val="41728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Blue Steel</a:t>
            </a:r>
            <a:br>
              <a:rPr lang="en-US" sz="800" dirty="0">
                <a:solidFill>
                  <a:schemeClr val="bg1"/>
                </a:solidFill>
              </a:rPr>
            </a:br>
            <a:r>
              <a:rPr lang="en-US" sz="800" dirty="0">
                <a:solidFill>
                  <a:schemeClr val="bg1"/>
                </a:solidFill>
              </a:rPr>
              <a:t>Shade 1</a:t>
            </a:r>
          </a:p>
        </p:txBody>
      </p:sp>
      <p:sp>
        <p:nvSpPr>
          <p:cNvPr id="26" name="Rectangle 25">
            <a:extLst>
              <a:ext uri="{FF2B5EF4-FFF2-40B4-BE49-F238E27FC236}">
                <a16:creationId xmlns:a16="http://schemas.microsoft.com/office/drawing/2014/main" id="{E2AC253E-0D0F-D0EF-12D3-84B157127509}"/>
              </a:ext>
            </a:extLst>
          </p:cNvPr>
          <p:cNvSpPr/>
          <p:nvPr/>
        </p:nvSpPr>
        <p:spPr>
          <a:xfrm>
            <a:off x="5382055" y="4079786"/>
            <a:ext cx="640080" cy="640080"/>
          </a:xfrm>
          <a:prstGeom prst="rect">
            <a:avLst/>
          </a:prstGeom>
          <a:solidFill>
            <a:srgbClr val="183544"/>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Blue Steel</a:t>
            </a:r>
            <a:br>
              <a:rPr lang="en-US" sz="800" dirty="0">
                <a:solidFill>
                  <a:schemeClr val="bg1"/>
                </a:solidFill>
              </a:rPr>
            </a:br>
            <a:r>
              <a:rPr lang="en-US" sz="800" dirty="0">
                <a:solidFill>
                  <a:schemeClr val="bg1"/>
                </a:solidFill>
              </a:rPr>
              <a:t>Shade 2</a:t>
            </a:r>
          </a:p>
        </p:txBody>
      </p:sp>
      <p:sp>
        <p:nvSpPr>
          <p:cNvPr id="27" name="Rectangle 26">
            <a:extLst>
              <a:ext uri="{FF2B5EF4-FFF2-40B4-BE49-F238E27FC236}">
                <a16:creationId xmlns:a16="http://schemas.microsoft.com/office/drawing/2014/main" id="{5A5285CE-F19E-6E36-44A9-ABA0BCF0CE14}"/>
              </a:ext>
            </a:extLst>
          </p:cNvPr>
          <p:cNvSpPr/>
          <p:nvPr/>
        </p:nvSpPr>
        <p:spPr>
          <a:xfrm>
            <a:off x="6067854" y="1352550"/>
            <a:ext cx="640080" cy="640080"/>
          </a:xfrm>
          <a:prstGeom prst="rect">
            <a:avLst/>
          </a:prstGeom>
          <a:solidFill>
            <a:srgbClr val="D7F3A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Moss</a:t>
            </a:r>
            <a:br>
              <a:rPr lang="en-US" sz="800" dirty="0">
                <a:solidFill>
                  <a:schemeClr val="tx1"/>
                </a:solidFill>
              </a:rPr>
            </a:br>
            <a:r>
              <a:rPr lang="en-US" sz="800" dirty="0">
                <a:solidFill>
                  <a:schemeClr val="tx1"/>
                </a:solidFill>
              </a:rPr>
              <a:t>Tint 2</a:t>
            </a:r>
          </a:p>
        </p:txBody>
      </p:sp>
      <p:sp>
        <p:nvSpPr>
          <p:cNvPr id="28" name="Rectangle 27">
            <a:extLst>
              <a:ext uri="{FF2B5EF4-FFF2-40B4-BE49-F238E27FC236}">
                <a16:creationId xmlns:a16="http://schemas.microsoft.com/office/drawing/2014/main" id="{A885D095-EF6C-2F18-0569-237CE5CFF3BF}"/>
              </a:ext>
            </a:extLst>
          </p:cNvPr>
          <p:cNvSpPr/>
          <p:nvPr/>
        </p:nvSpPr>
        <p:spPr>
          <a:xfrm>
            <a:off x="6067854" y="2034359"/>
            <a:ext cx="640080" cy="640080"/>
          </a:xfrm>
          <a:prstGeom prst="rect">
            <a:avLst/>
          </a:prstGeom>
          <a:solidFill>
            <a:srgbClr val="B1D27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Moss</a:t>
            </a:r>
            <a:br>
              <a:rPr lang="en-US" sz="800" dirty="0">
                <a:solidFill>
                  <a:schemeClr val="tx1"/>
                </a:solidFill>
              </a:rPr>
            </a:br>
            <a:r>
              <a:rPr lang="en-US" sz="800" dirty="0">
                <a:solidFill>
                  <a:schemeClr val="tx1"/>
                </a:solidFill>
              </a:rPr>
              <a:t>Tint 1</a:t>
            </a:r>
          </a:p>
        </p:txBody>
      </p:sp>
      <p:sp>
        <p:nvSpPr>
          <p:cNvPr id="29" name="Rectangle 28">
            <a:extLst>
              <a:ext uri="{FF2B5EF4-FFF2-40B4-BE49-F238E27FC236}">
                <a16:creationId xmlns:a16="http://schemas.microsoft.com/office/drawing/2014/main" id="{EA53DA07-099D-083D-47F5-F7F62E6AFADA}"/>
              </a:ext>
            </a:extLst>
          </p:cNvPr>
          <p:cNvSpPr/>
          <p:nvPr/>
        </p:nvSpPr>
        <p:spPr>
          <a:xfrm>
            <a:off x="6067854" y="2716168"/>
            <a:ext cx="640080" cy="640080"/>
          </a:xfrm>
          <a:prstGeom prst="rect">
            <a:avLst/>
          </a:prstGeom>
          <a:solidFill>
            <a:srgbClr val="8BAE46"/>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Moss</a:t>
            </a:r>
          </a:p>
        </p:txBody>
      </p:sp>
      <p:sp>
        <p:nvSpPr>
          <p:cNvPr id="30" name="Rectangle 29">
            <a:extLst>
              <a:ext uri="{FF2B5EF4-FFF2-40B4-BE49-F238E27FC236}">
                <a16:creationId xmlns:a16="http://schemas.microsoft.com/office/drawing/2014/main" id="{3D908B41-7068-1A2F-18D1-AEEE5CB9BF6A}"/>
              </a:ext>
            </a:extLst>
          </p:cNvPr>
          <p:cNvSpPr/>
          <p:nvPr/>
        </p:nvSpPr>
        <p:spPr>
          <a:xfrm>
            <a:off x="6067854" y="3397977"/>
            <a:ext cx="640080" cy="640080"/>
          </a:xfrm>
          <a:prstGeom prst="rect">
            <a:avLst/>
          </a:prstGeom>
          <a:solidFill>
            <a:srgbClr val="70854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Moss</a:t>
            </a:r>
            <a:br>
              <a:rPr lang="en-US" sz="800" dirty="0">
                <a:solidFill>
                  <a:schemeClr val="tx1"/>
                </a:solidFill>
              </a:rPr>
            </a:br>
            <a:r>
              <a:rPr lang="en-US" sz="800" dirty="0">
                <a:solidFill>
                  <a:schemeClr val="tx1"/>
                </a:solidFill>
              </a:rPr>
              <a:t>Shade 1</a:t>
            </a:r>
          </a:p>
        </p:txBody>
      </p:sp>
      <p:sp>
        <p:nvSpPr>
          <p:cNvPr id="31" name="Rectangle 30">
            <a:extLst>
              <a:ext uri="{FF2B5EF4-FFF2-40B4-BE49-F238E27FC236}">
                <a16:creationId xmlns:a16="http://schemas.microsoft.com/office/drawing/2014/main" id="{9A4361F4-91EF-CEBB-409E-19D372A3B60D}"/>
              </a:ext>
            </a:extLst>
          </p:cNvPr>
          <p:cNvSpPr/>
          <p:nvPr/>
        </p:nvSpPr>
        <p:spPr>
          <a:xfrm>
            <a:off x="6067854" y="4079786"/>
            <a:ext cx="640080" cy="640080"/>
          </a:xfrm>
          <a:prstGeom prst="rect">
            <a:avLst/>
          </a:prstGeom>
          <a:solidFill>
            <a:srgbClr val="515A3D"/>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Moss</a:t>
            </a:r>
            <a:br>
              <a:rPr lang="en-US" sz="800" dirty="0">
                <a:solidFill>
                  <a:schemeClr val="bg1"/>
                </a:solidFill>
              </a:rPr>
            </a:br>
            <a:r>
              <a:rPr lang="en-US" sz="800" dirty="0">
                <a:solidFill>
                  <a:schemeClr val="bg1"/>
                </a:solidFill>
              </a:rPr>
              <a:t>Shade 2</a:t>
            </a:r>
          </a:p>
        </p:txBody>
      </p:sp>
      <p:sp>
        <p:nvSpPr>
          <p:cNvPr id="32" name="Rectangle 31">
            <a:extLst>
              <a:ext uri="{FF2B5EF4-FFF2-40B4-BE49-F238E27FC236}">
                <a16:creationId xmlns:a16="http://schemas.microsoft.com/office/drawing/2014/main" id="{EF1AE6AC-7CB6-E881-A090-BE5A47B57F1A}"/>
              </a:ext>
            </a:extLst>
          </p:cNvPr>
          <p:cNvSpPr/>
          <p:nvPr/>
        </p:nvSpPr>
        <p:spPr>
          <a:xfrm>
            <a:off x="6753653" y="2034359"/>
            <a:ext cx="640080" cy="640080"/>
          </a:xfrm>
          <a:prstGeom prst="rect">
            <a:avLst/>
          </a:prstGeom>
          <a:solidFill>
            <a:srgbClr val="FFE17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Daisy</a:t>
            </a:r>
            <a:br>
              <a:rPr lang="en-US" sz="800" dirty="0">
                <a:solidFill>
                  <a:schemeClr val="tx1"/>
                </a:solidFill>
              </a:rPr>
            </a:br>
            <a:r>
              <a:rPr lang="en-US" sz="800" dirty="0">
                <a:solidFill>
                  <a:schemeClr val="tx1"/>
                </a:solidFill>
              </a:rPr>
              <a:t>Tint 1</a:t>
            </a:r>
          </a:p>
        </p:txBody>
      </p:sp>
      <p:sp>
        <p:nvSpPr>
          <p:cNvPr id="33" name="Rectangle 32">
            <a:extLst>
              <a:ext uri="{FF2B5EF4-FFF2-40B4-BE49-F238E27FC236}">
                <a16:creationId xmlns:a16="http://schemas.microsoft.com/office/drawing/2014/main" id="{186B896C-A42E-6364-D00E-7000A3D7ADCA}"/>
              </a:ext>
            </a:extLst>
          </p:cNvPr>
          <p:cNvSpPr/>
          <p:nvPr/>
        </p:nvSpPr>
        <p:spPr>
          <a:xfrm>
            <a:off x="6753653" y="2716168"/>
            <a:ext cx="640080" cy="640080"/>
          </a:xfrm>
          <a:prstGeom prst="rect">
            <a:avLst/>
          </a:prstGeom>
          <a:solidFill>
            <a:srgbClr val="FEC91B"/>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Daisy</a:t>
            </a:r>
          </a:p>
        </p:txBody>
      </p:sp>
      <p:sp>
        <p:nvSpPr>
          <p:cNvPr id="34" name="Rectangle 33">
            <a:extLst>
              <a:ext uri="{FF2B5EF4-FFF2-40B4-BE49-F238E27FC236}">
                <a16:creationId xmlns:a16="http://schemas.microsoft.com/office/drawing/2014/main" id="{784A9694-608D-DE71-BD55-E6EE38A24303}"/>
              </a:ext>
            </a:extLst>
          </p:cNvPr>
          <p:cNvSpPr/>
          <p:nvPr/>
        </p:nvSpPr>
        <p:spPr>
          <a:xfrm>
            <a:off x="6753653" y="3397977"/>
            <a:ext cx="640080" cy="640080"/>
          </a:xfrm>
          <a:prstGeom prst="rect">
            <a:avLst/>
          </a:prstGeom>
          <a:solidFill>
            <a:srgbClr val="EDB20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Daisy</a:t>
            </a:r>
            <a:br>
              <a:rPr lang="en-US" sz="800" dirty="0">
                <a:solidFill>
                  <a:schemeClr val="tx1"/>
                </a:solidFill>
              </a:rPr>
            </a:br>
            <a:r>
              <a:rPr lang="en-US" sz="800" dirty="0">
                <a:solidFill>
                  <a:schemeClr val="tx1"/>
                </a:solidFill>
              </a:rPr>
              <a:t>Shade 1</a:t>
            </a:r>
          </a:p>
        </p:txBody>
      </p:sp>
      <p:sp>
        <p:nvSpPr>
          <p:cNvPr id="70" name="Rectangle 69">
            <a:extLst>
              <a:ext uri="{FF2B5EF4-FFF2-40B4-BE49-F238E27FC236}">
                <a16:creationId xmlns:a16="http://schemas.microsoft.com/office/drawing/2014/main" id="{86FD5E58-EF43-F261-B4FD-FD444B52A938}"/>
              </a:ext>
            </a:extLst>
          </p:cNvPr>
          <p:cNvSpPr/>
          <p:nvPr/>
        </p:nvSpPr>
        <p:spPr>
          <a:xfrm>
            <a:off x="6753653" y="4079786"/>
            <a:ext cx="640080" cy="640080"/>
          </a:xfrm>
          <a:prstGeom prst="rect">
            <a:avLst/>
          </a:prstGeom>
          <a:solidFill>
            <a:srgbClr val="C98F0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Daisy</a:t>
            </a:r>
            <a:br>
              <a:rPr lang="en-US" sz="800" dirty="0">
                <a:solidFill>
                  <a:schemeClr val="tx1"/>
                </a:solidFill>
              </a:rPr>
            </a:br>
            <a:r>
              <a:rPr lang="en-US" sz="800" dirty="0">
                <a:solidFill>
                  <a:schemeClr val="tx1"/>
                </a:solidFill>
              </a:rPr>
              <a:t>Shade 2</a:t>
            </a:r>
          </a:p>
        </p:txBody>
      </p:sp>
      <p:sp>
        <p:nvSpPr>
          <p:cNvPr id="35" name="Rectangle 34">
            <a:extLst>
              <a:ext uri="{FF2B5EF4-FFF2-40B4-BE49-F238E27FC236}">
                <a16:creationId xmlns:a16="http://schemas.microsoft.com/office/drawing/2014/main" id="{58635C2E-E624-8D5D-8C13-9E3B70D9C3B8}"/>
              </a:ext>
            </a:extLst>
          </p:cNvPr>
          <p:cNvSpPr/>
          <p:nvPr/>
        </p:nvSpPr>
        <p:spPr>
          <a:xfrm>
            <a:off x="7439452" y="1352550"/>
            <a:ext cx="640080" cy="640080"/>
          </a:xfrm>
          <a:prstGeom prst="rect">
            <a:avLst/>
          </a:prstGeom>
          <a:solidFill>
            <a:srgbClr val="FFC599"/>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Rust</a:t>
            </a:r>
            <a:br>
              <a:rPr lang="en-US" sz="800" dirty="0">
                <a:solidFill>
                  <a:schemeClr val="tx1"/>
                </a:solidFill>
              </a:rPr>
            </a:br>
            <a:r>
              <a:rPr lang="en-US" sz="800" dirty="0">
                <a:solidFill>
                  <a:schemeClr val="tx1"/>
                </a:solidFill>
              </a:rPr>
              <a:t>Tint 2</a:t>
            </a:r>
          </a:p>
        </p:txBody>
      </p:sp>
      <p:sp>
        <p:nvSpPr>
          <p:cNvPr id="36" name="Rectangle 35">
            <a:extLst>
              <a:ext uri="{FF2B5EF4-FFF2-40B4-BE49-F238E27FC236}">
                <a16:creationId xmlns:a16="http://schemas.microsoft.com/office/drawing/2014/main" id="{822406C2-493E-7363-3D07-06C9C8613641}"/>
              </a:ext>
            </a:extLst>
          </p:cNvPr>
          <p:cNvSpPr/>
          <p:nvPr/>
        </p:nvSpPr>
        <p:spPr>
          <a:xfrm>
            <a:off x="7439452" y="2034359"/>
            <a:ext cx="640080" cy="640080"/>
          </a:xfrm>
          <a:prstGeom prst="rect">
            <a:avLst/>
          </a:prstGeom>
          <a:solidFill>
            <a:srgbClr val="FF8F5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Rust</a:t>
            </a:r>
            <a:br>
              <a:rPr lang="en-US" sz="800" dirty="0">
                <a:solidFill>
                  <a:schemeClr val="tx1"/>
                </a:solidFill>
              </a:rPr>
            </a:br>
            <a:r>
              <a:rPr lang="en-US" sz="800" dirty="0">
                <a:solidFill>
                  <a:schemeClr val="tx1"/>
                </a:solidFill>
              </a:rPr>
              <a:t>Tint 1</a:t>
            </a:r>
          </a:p>
        </p:txBody>
      </p:sp>
      <p:sp>
        <p:nvSpPr>
          <p:cNvPr id="37" name="Rectangle 36">
            <a:extLst>
              <a:ext uri="{FF2B5EF4-FFF2-40B4-BE49-F238E27FC236}">
                <a16:creationId xmlns:a16="http://schemas.microsoft.com/office/drawing/2014/main" id="{67075047-77FF-1893-6638-1E529EDBFE81}"/>
              </a:ext>
            </a:extLst>
          </p:cNvPr>
          <p:cNvSpPr/>
          <p:nvPr/>
        </p:nvSpPr>
        <p:spPr>
          <a:xfrm>
            <a:off x="7439452" y="2716168"/>
            <a:ext cx="640080" cy="640080"/>
          </a:xfrm>
          <a:prstGeom prst="rect">
            <a:avLst/>
          </a:prstGeom>
          <a:solidFill>
            <a:srgbClr val="E9611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Rust</a:t>
            </a:r>
          </a:p>
        </p:txBody>
      </p:sp>
      <p:sp>
        <p:nvSpPr>
          <p:cNvPr id="38" name="Rectangle 37">
            <a:extLst>
              <a:ext uri="{FF2B5EF4-FFF2-40B4-BE49-F238E27FC236}">
                <a16:creationId xmlns:a16="http://schemas.microsoft.com/office/drawing/2014/main" id="{A87A72D6-147A-BC2C-9C35-EBC743ED805C}"/>
              </a:ext>
            </a:extLst>
          </p:cNvPr>
          <p:cNvSpPr/>
          <p:nvPr/>
        </p:nvSpPr>
        <p:spPr>
          <a:xfrm>
            <a:off x="7439452" y="3397977"/>
            <a:ext cx="640080" cy="640080"/>
          </a:xfrm>
          <a:prstGeom prst="rect">
            <a:avLst/>
          </a:prstGeom>
          <a:solidFill>
            <a:srgbClr val="B2450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Rust</a:t>
            </a:r>
            <a:br>
              <a:rPr lang="en-US" sz="800" dirty="0">
                <a:solidFill>
                  <a:schemeClr val="bg1"/>
                </a:solidFill>
              </a:rPr>
            </a:br>
            <a:r>
              <a:rPr lang="en-US" sz="800" dirty="0">
                <a:solidFill>
                  <a:schemeClr val="bg1"/>
                </a:solidFill>
              </a:rPr>
              <a:t>Shade 1</a:t>
            </a:r>
          </a:p>
        </p:txBody>
      </p:sp>
      <p:sp>
        <p:nvSpPr>
          <p:cNvPr id="39" name="Rectangle 38">
            <a:extLst>
              <a:ext uri="{FF2B5EF4-FFF2-40B4-BE49-F238E27FC236}">
                <a16:creationId xmlns:a16="http://schemas.microsoft.com/office/drawing/2014/main" id="{E0D2699C-925F-ABB0-CFC7-CC55B984C8FE}"/>
              </a:ext>
            </a:extLst>
          </p:cNvPr>
          <p:cNvSpPr/>
          <p:nvPr/>
        </p:nvSpPr>
        <p:spPr>
          <a:xfrm>
            <a:off x="8123242" y="1352550"/>
            <a:ext cx="640080" cy="640080"/>
          </a:xfrm>
          <a:prstGeom prst="rect">
            <a:avLst/>
          </a:prstGeom>
          <a:solidFill>
            <a:srgbClr val="FFB6B9"/>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Coral</a:t>
            </a:r>
            <a:br>
              <a:rPr lang="en-US" sz="800" dirty="0">
                <a:solidFill>
                  <a:schemeClr val="tx1"/>
                </a:solidFill>
              </a:rPr>
            </a:br>
            <a:r>
              <a:rPr lang="en-US" sz="800" dirty="0">
                <a:solidFill>
                  <a:schemeClr val="tx1"/>
                </a:solidFill>
              </a:rPr>
              <a:t>Tint 2</a:t>
            </a:r>
          </a:p>
        </p:txBody>
      </p:sp>
      <p:sp>
        <p:nvSpPr>
          <p:cNvPr id="40" name="Rectangle 39">
            <a:extLst>
              <a:ext uri="{FF2B5EF4-FFF2-40B4-BE49-F238E27FC236}">
                <a16:creationId xmlns:a16="http://schemas.microsoft.com/office/drawing/2014/main" id="{3B081A7A-EC94-E97A-9064-9F057E7E91E7}"/>
              </a:ext>
            </a:extLst>
          </p:cNvPr>
          <p:cNvSpPr/>
          <p:nvPr/>
        </p:nvSpPr>
        <p:spPr>
          <a:xfrm>
            <a:off x="8123242" y="2034359"/>
            <a:ext cx="640080" cy="640080"/>
          </a:xfrm>
          <a:prstGeom prst="rect">
            <a:avLst/>
          </a:prstGeom>
          <a:solidFill>
            <a:srgbClr val="FF848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Coral</a:t>
            </a:r>
            <a:br>
              <a:rPr lang="en-US" sz="800" dirty="0">
                <a:solidFill>
                  <a:schemeClr val="tx1"/>
                </a:solidFill>
              </a:rPr>
            </a:br>
            <a:r>
              <a:rPr lang="en-US" sz="800" dirty="0">
                <a:solidFill>
                  <a:schemeClr val="tx1"/>
                </a:solidFill>
              </a:rPr>
              <a:t>Tint 1</a:t>
            </a:r>
          </a:p>
        </p:txBody>
      </p:sp>
      <p:sp>
        <p:nvSpPr>
          <p:cNvPr id="41" name="Rectangle 40">
            <a:extLst>
              <a:ext uri="{FF2B5EF4-FFF2-40B4-BE49-F238E27FC236}">
                <a16:creationId xmlns:a16="http://schemas.microsoft.com/office/drawing/2014/main" id="{41D3C247-BB61-2E24-048D-0413BCD21D96}"/>
              </a:ext>
            </a:extLst>
          </p:cNvPr>
          <p:cNvSpPr/>
          <p:nvPr/>
        </p:nvSpPr>
        <p:spPr>
          <a:xfrm>
            <a:off x="8123242" y="2716168"/>
            <a:ext cx="640080" cy="640080"/>
          </a:xfrm>
          <a:prstGeom prst="rect">
            <a:avLst/>
          </a:prstGeom>
          <a:solidFill>
            <a:srgbClr val="FF566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Coral</a:t>
            </a:r>
          </a:p>
        </p:txBody>
      </p:sp>
      <p:sp>
        <p:nvSpPr>
          <p:cNvPr id="42" name="Rectangle 41">
            <a:extLst>
              <a:ext uri="{FF2B5EF4-FFF2-40B4-BE49-F238E27FC236}">
                <a16:creationId xmlns:a16="http://schemas.microsoft.com/office/drawing/2014/main" id="{AA483C69-F52D-A8C2-DEF5-C758D9CB82A6}"/>
              </a:ext>
            </a:extLst>
          </p:cNvPr>
          <p:cNvSpPr/>
          <p:nvPr/>
        </p:nvSpPr>
        <p:spPr>
          <a:xfrm>
            <a:off x="8123242" y="3397977"/>
            <a:ext cx="640080" cy="640080"/>
          </a:xfrm>
          <a:prstGeom prst="rect">
            <a:avLst/>
          </a:prstGeom>
          <a:solidFill>
            <a:srgbClr val="C81326"/>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Coral</a:t>
            </a:r>
            <a:br>
              <a:rPr lang="en-US" sz="800" dirty="0">
                <a:solidFill>
                  <a:schemeClr val="bg1"/>
                </a:solidFill>
              </a:rPr>
            </a:br>
            <a:r>
              <a:rPr lang="en-US" sz="800" dirty="0">
                <a:solidFill>
                  <a:schemeClr val="bg1"/>
                </a:solidFill>
              </a:rPr>
              <a:t>Shade 1</a:t>
            </a:r>
          </a:p>
        </p:txBody>
      </p:sp>
      <p:sp>
        <p:nvSpPr>
          <p:cNvPr id="43" name="Rectangle 42">
            <a:extLst>
              <a:ext uri="{FF2B5EF4-FFF2-40B4-BE49-F238E27FC236}">
                <a16:creationId xmlns:a16="http://schemas.microsoft.com/office/drawing/2014/main" id="{B7C049B4-1312-65EE-7ECC-BDC1386F7CC9}"/>
              </a:ext>
            </a:extLst>
          </p:cNvPr>
          <p:cNvSpPr/>
          <p:nvPr/>
        </p:nvSpPr>
        <p:spPr>
          <a:xfrm>
            <a:off x="8809041" y="1352550"/>
            <a:ext cx="640080" cy="640080"/>
          </a:xfrm>
          <a:prstGeom prst="rect">
            <a:avLst/>
          </a:prstGeom>
          <a:solidFill>
            <a:srgbClr val="EEC3F7"/>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Geode</a:t>
            </a:r>
            <a:br>
              <a:rPr lang="en-US" sz="800" dirty="0">
                <a:solidFill>
                  <a:schemeClr val="tx1"/>
                </a:solidFill>
              </a:rPr>
            </a:br>
            <a:r>
              <a:rPr lang="en-US" sz="800" dirty="0">
                <a:solidFill>
                  <a:schemeClr val="tx1"/>
                </a:solidFill>
              </a:rPr>
              <a:t>Tint 2</a:t>
            </a:r>
          </a:p>
        </p:txBody>
      </p:sp>
      <p:sp>
        <p:nvSpPr>
          <p:cNvPr id="44" name="Rectangle 43">
            <a:extLst>
              <a:ext uri="{FF2B5EF4-FFF2-40B4-BE49-F238E27FC236}">
                <a16:creationId xmlns:a16="http://schemas.microsoft.com/office/drawing/2014/main" id="{A1746DE0-2D7C-1BE3-234C-320C0AA06B62}"/>
              </a:ext>
            </a:extLst>
          </p:cNvPr>
          <p:cNvSpPr/>
          <p:nvPr/>
        </p:nvSpPr>
        <p:spPr>
          <a:xfrm>
            <a:off x="8809041" y="2034359"/>
            <a:ext cx="640080" cy="640080"/>
          </a:xfrm>
          <a:prstGeom prst="rect">
            <a:avLst/>
          </a:prstGeom>
          <a:solidFill>
            <a:srgbClr val="CC94D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Geode</a:t>
            </a:r>
            <a:br>
              <a:rPr lang="en-US" sz="800" dirty="0">
                <a:solidFill>
                  <a:schemeClr val="tx1"/>
                </a:solidFill>
              </a:rPr>
            </a:br>
            <a:r>
              <a:rPr lang="en-US" sz="800" dirty="0">
                <a:solidFill>
                  <a:schemeClr val="tx1"/>
                </a:solidFill>
              </a:rPr>
              <a:t>Tint 1</a:t>
            </a:r>
          </a:p>
        </p:txBody>
      </p:sp>
      <p:sp>
        <p:nvSpPr>
          <p:cNvPr id="45" name="Rectangle 44">
            <a:extLst>
              <a:ext uri="{FF2B5EF4-FFF2-40B4-BE49-F238E27FC236}">
                <a16:creationId xmlns:a16="http://schemas.microsoft.com/office/drawing/2014/main" id="{94066EDF-665A-1683-EBF8-06A12EA0756D}"/>
              </a:ext>
            </a:extLst>
          </p:cNvPr>
          <p:cNvSpPr/>
          <p:nvPr/>
        </p:nvSpPr>
        <p:spPr>
          <a:xfrm>
            <a:off x="8809041" y="2716168"/>
            <a:ext cx="640080" cy="640080"/>
          </a:xfrm>
          <a:prstGeom prst="rect">
            <a:avLst/>
          </a:prstGeom>
          <a:solidFill>
            <a:srgbClr val="8F5DA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Geode</a:t>
            </a:r>
          </a:p>
        </p:txBody>
      </p:sp>
      <p:sp>
        <p:nvSpPr>
          <p:cNvPr id="46" name="Rectangle 45">
            <a:extLst>
              <a:ext uri="{FF2B5EF4-FFF2-40B4-BE49-F238E27FC236}">
                <a16:creationId xmlns:a16="http://schemas.microsoft.com/office/drawing/2014/main" id="{03542996-D807-5247-C06A-CCA02AB9B7C1}"/>
              </a:ext>
            </a:extLst>
          </p:cNvPr>
          <p:cNvSpPr/>
          <p:nvPr/>
        </p:nvSpPr>
        <p:spPr>
          <a:xfrm>
            <a:off x="8809041" y="3397977"/>
            <a:ext cx="640080" cy="640080"/>
          </a:xfrm>
          <a:prstGeom prst="rect">
            <a:avLst/>
          </a:prstGeom>
          <a:solidFill>
            <a:srgbClr val="65317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Geode</a:t>
            </a:r>
            <a:br>
              <a:rPr lang="en-US" sz="800" dirty="0">
                <a:solidFill>
                  <a:schemeClr val="bg1"/>
                </a:solidFill>
              </a:rPr>
            </a:br>
            <a:r>
              <a:rPr lang="en-US" sz="800" dirty="0">
                <a:solidFill>
                  <a:schemeClr val="bg1"/>
                </a:solidFill>
              </a:rPr>
              <a:t>Shade 1</a:t>
            </a:r>
          </a:p>
        </p:txBody>
      </p:sp>
      <p:sp>
        <p:nvSpPr>
          <p:cNvPr id="47" name="Rectangle 46">
            <a:extLst>
              <a:ext uri="{FF2B5EF4-FFF2-40B4-BE49-F238E27FC236}">
                <a16:creationId xmlns:a16="http://schemas.microsoft.com/office/drawing/2014/main" id="{07047134-D3DD-F5CA-D6A4-C29AFDD2F027}"/>
              </a:ext>
            </a:extLst>
          </p:cNvPr>
          <p:cNvSpPr/>
          <p:nvPr/>
        </p:nvSpPr>
        <p:spPr>
          <a:xfrm>
            <a:off x="9494840" y="1352550"/>
            <a:ext cx="640080" cy="640080"/>
          </a:xfrm>
          <a:prstGeom prst="rect">
            <a:avLst/>
          </a:prstGeom>
          <a:solidFill>
            <a:srgbClr val="98A1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Cobalt Tint 2</a:t>
            </a:r>
          </a:p>
        </p:txBody>
      </p:sp>
      <p:sp>
        <p:nvSpPr>
          <p:cNvPr id="48" name="Rectangle 47">
            <a:extLst>
              <a:ext uri="{FF2B5EF4-FFF2-40B4-BE49-F238E27FC236}">
                <a16:creationId xmlns:a16="http://schemas.microsoft.com/office/drawing/2014/main" id="{F031FCF8-A27D-2B28-FCE9-EF8107AFB388}"/>
              </a:ext>
            </a:extLst>
          </p:cNvPr>
          <p:cNvSpPr/>
          <p:nvPr/>
        </p:nvSpPr>
        <p:spPr>
          <a:xfrm>
            <a:off x="9494840" y="2034359"/>
            <a:ext cx="640080" cy="640080"/>
          </a:xfrm>
          <a:prstGeom prst="rect">
            <a:avLst/>
          </a:prstGeom>
          <a:solidFill>
            <a:srgbClr val="5B69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Cobalt</a:t>
            </a:r>
            <a:br>
              <a:rPr lang="en-US" sz="800" dirty="0">
                <a:solidFill>
                  <a:schemeClr val="tx1"/>
                </a:solidFill>
              </a:rPr>
            </a:br>
            <a:r>
              <a:rPr lang="en-US" sz="800" dirty="0">
                <a:solidFill>
                  <a:schemeClr val="tx1"/>
                </a:solidFill>
              </a:rPr>
              <a:t>Tint 1</a:t>
            </a:r>
          </a:p>
        </p:txBody>
      </p:sp>
      <p:sp>
        <p:nvSpPr>
          <p:cNvPr id="49" name="Rectangle 48">
            <a:extLst>
              <a:ext uri="{FF2B5EF4-FFF2-40B4-BE49-F238E27FC236}">
                <a16:creationId xmlns:a16="http://schemas.microsoft.com/office/drawing/2014/main" id="{6AF164B2-4E8F-510D-DD68-1EF847E42D74}"/>
              </a:ext>
            </a:extLst>
          </p:cNvPr>
          <p:cNvSpPr/>
          <p:nvPr/>
        </p:nvSpPr>
        <p:spPr>
          <a:xfrm>
            <a:off x="9494840" y="2716168"/>
            <a:ext cx="640080" cy="640080"/>
          </a:xfrm>
          <a:prstGeom prst="rect">
            <a:avLst/>
          </a:prstGeom>
          <a:solidFill>
            <a:srgbClr val="1E2EB8"/>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Cobalt</a:t>
            </a:r>
          </a:p>
        </p:txBody>
      </p:sp>
      <p:sp>
        <p:nvSpPr>
          <p:cNvPr id="50" name="Rectangle 49">
            <a:extLst>
              <a:ext uri="{FF2B5EF4-FFF2-40B4-BE49-F238E27FC236}">
                <a16:creationId xmlns:a16="http://schemas.microsoft.com/office/drawing/2014/main" id="{2F7649C0-AAE2-CD60-A57C-B15C4CEC8793}"/>
              </a:ext>
            </a:extLst>
          </p:cNvPr>
          <p:cNvSpPr/>
          <p:nvPr/>
        </p:nvSpPr>
        <p:spPr>
          <a:xfrm>
            <a:off x="9494840" y="3397977"/>
            <a:ext cx="640080" cy="640080"/>
          </a:xfrm>
          <a:prstGeom prst="rect">
            <a:avLst/>
          </a:prstGeom>
          <a:solidFill>
            <a:srgbClr val="000F8A"/>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Cobalt</a:t>
            </a:r>
            <a:br>
              <a:rPr lang="en-US" sz="800" dirty="0">
                <a:solidFill>
                  <a:schemeClr val="bg1"/>
                </a:solidFill>
              </a:rPr>
            </a:br>
            <a:r>
              <a:rPr lang="en-US" sz="800" dirty="0">
                <a:solidFill>
                  <a:schemeClr val="bg1"/>
                </a:solidFill>
              </a:rPr>
              <a:t>Shade 1</a:t>
            </a:r>
          </a:p>
        </p:txBody>
      </p:sp>
      <p:sp>
        <p:nvSpPr>
          <p:cNvPr id="51" name="Rectangle 50">
            <a:extLst>
              <a:ext uri="{FF2B5EF4-FFF2-40B4-BE49-F238E27FC236}">
                <a16:creationId xmlns:a16="http://schemas.microsoft.com/office/drawing/2014/main" id="{9CB6DC2A-C4B1-4A4F-C149-00B75F93A2E4}"/>
              </a:ext>
            </a:extLst>
          </p:cNvPr>
          <p:cNvSpPr/>
          <p:nvPr/>
        </p:nvSpPr>
        <p:spPr>
          <a:xfrm>
            <a:off x="9494840" y="4079786"/>
            <a:ext cx="640080" cy="640080"/>
          </a:xfrm>
          <a:prstGeom prst="rect">
            <a:avLst/>
          </a:prstGeom>
          <a:solidFill>
            <a:srgbClr val="000864"/>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Cobalt</a:t>
            </a:r>
            <a:br>
              <a:rPr lang="en-US" sz="800" dirty="0">
                <a:solidFill>
                  <a:schemeClr val="bg1"/>
                </a:solidFill>
              </a:rPr>
            </a:br>
            <a:r>
              <a:rPr lang="en-US" sz="800" dirty="0">
                <a:solidFill>
                  <a:schemeClr val="bg1"/>
                </a:solidFill>
              </a:rPr>
              <a:t>Shade 2</a:t>
            </a:r>
          </a:p>
        </p:txBody>
      </p:sp>
      <p:sp>
        <p:nvSpPr>
          <p:cNvPr id="10" name="Rectangle 9">
            <a:extLst>
              <a:ext uri="{FF2B5EF4-FFF2-40B4-BE49-F238E27FC236}">
                <a16:creationId xmlns:a16="http://schemas.microsoft.com/office/drawing/2014/main" id="{D3407DB0-8BBC-6F42-660E-D1C77509255F}"/>
              </a:ext>
            </a:extLst>
          </p:cNvPr>
          <p:cNvSpPr/>
          <p:nvPr/>
        </p:nvSpPr>
        <p:spPr>
          <a:xfrm>
            <a:off x="3315874" y="4828161"/>
            <a:ext cx="640080" cy="640080"/>
          </a:xfrm>
          <a:prstGeom prst="rect">
            <a:avLst/>
          </a:prstGeom>
          <a:solidFill>
            <a:srgbClr val="030F26"/>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Classic Blue</a:t>
            </a:r>
            <a:br>
              <a:rPr lang="en-US" sz="800" dirty="0">
                <a:solidFill>
                  <a:schemeClr val="bg1"/>
                </a:solidFill>
              </a:rPr>
            </a:br>
            <a:r>
              <a:rPr lang="en-US" sz="800" dirty="0">
                <a:solidFill>
                  <a:schemeClr val="bg1"/>
                </a:solidFill>
              </a:rPr>
              <a:t>Shade 3</a:t>
            </a:r>
          </a:p>
        </p:txBody>
      </p:sp>
      <p:sp>
        <p:nvSpPr>
          <p:cNvPr id="60" name="Rectangle 59">
            <a:extLst>
              <a:ext uri="{FF2B5EF4-FFF2-40B4-BE49-F238E27FC236}">
                <a16:creationId xmlns:a16="http://schemas.microsoft.com/office/drawing/2014/main" id="{AFBF9DCB-CF1B-3515-7CBD-7AFF04DF5AC9}"/>
              </a:ext>
            </a:extLst>
          </p:cNvPr>
          <p:cNvSpPr/>
          <p:nvPr/>
        </p:nvSpPr>
        <p:spPr>
          <a:xfrm>
            <a:off x="3315874" y="5576570"/>
            <a:ext cx="640080" cy="640080"/>
          </a:xfrm>
          <a:prstGeom prst="rect">
            <a:avLst/>
          </a:prstGeom>
          <a:solidFill>
            <a:srgbClr val="0046C8"/>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Digital</a:t>
            </a:r>
            <a:br>
              <a:rPr lang="en-US" sz="800" dirty="0">
                <a:solidFill>
                  <a:schemeClr val="bg1"/>
                </a:solidFill>
              </a:rPr>
            </a:br>
            <a:r>
              <a:rPr lang="en-US" sz="800" dirty="0">
                <a:solidFill>
                  <a:schemeClr val="bg1"/>
                </a:solidFill>
              </a:rPr>
              <a:t>Classic Blue</a:t>
            </a:r>
          </a:p>
        </p:txBody>
      </p:sp>
      <p:sp>
        <p:nvSpPr>
          <p:cNvPr id="16" name="Rectangle 15">
            <a:extLst>
              <a:ext uri="{FF2B5EF4-FFF2-40B4-BE49-F238E27FC236}">
                <a16:creationId xmlns:a16="http://schemas.microsoft.com/office/drawing/2014/main" id="{A97ED867-A5B5-F0F2-16D1-78E10546D2F8}"/>
              </a:ext>
            </a:extLst>
          </p:cNvPr>
          <p:cNvSpPr/>
          <p:nvPr/>
        </p:nvSpPr>
        <p:spPr>
          <a:xfrm>
            <a:off x="4006065" y="4828161"/>
            <a:ext cx="640080" cy="640080"/>
          </a:xfrm>
          <a:prstGeom prst="rect">
            <a:avLst/>
          </a:prstGeom>
          <a:solidFill>
            <a:srgbClr val="005B8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Energy Blue</a:t>
            </a:r>
          </a:p>
          <a:p>
            <a:r>
              <a:rPr lang="en-US" sz="800" dirty="0">
                <a:solidFill>
                  <a:schemeClr val="bg1"/>
                </a:solidFill>
              </a:rPr>
              <a:t>Shade 3</a:t>
            </a:r>
          </a:p>
        </p:txBody>
      </p:sp>
      <p:sp>
        <p:nvSpPr>
          <p:cNvPr id="61" name="Rectangle 60">
            <a:extLst>
              <a:ext uri="{FF2B5EF4-FFF2-40B4-BE49-F238E27FC236}">
                <a16:creationId xmlns:a16="http://schemas.microsoft.com/office/drawing/2014/main" id="{1A11ECAC-92B5-3380-9383-C9528EB7D24D}"/>
              </a:ext>
            </a:extLst>
          </p:cNvPr>
          <p:cNvSpPr/>
          <p:nvPr/>
        </p:nvSpPr>
        <p:spPr>
          <a:xfrm>
            <a:off x="6067854" y="5576570"/>
            <a:ext cx="640080" cy="640080"/>
          </a:xfrm>
          <a:prstGeom prst="rect">
            <a:avLst/>
          </a:prstGeom>
          <a:solidFill>
            <a:srgbClr val="9FD54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Electric</a:t>
            </a:r>
            <a:br>
              <a:rPr lang="en-US" sz="800" dirty="0">
                <a:solidFill>
                  <a:schemeClr val="tx1"/>
                </a:solidFill>
              </a:rPr>
            </a:br>
            <a:r>
              <a:rPr lang="en-US" sz="800" dirty="0">
                <a:solidFill>
                  <a:schemeClr val="tx1"/>
                </a:solidFill>
              </a:rPr>
              <a:t>Moss</a:t>
            </a:r>
          </a:p>
        </p:txBody>
      </p:sp>
      <p:sp>
        <p:nvSpPr>
          <p:cNvPr id="62" name="Rectangle 61">
            <a:extLst>
              <a:ext uri="{FF2B5EF4-FFF2-40B4-BE49-F238E27FC236}">
                <a16:creationId xmlns:a16="http://schemas.microsoft.com/office/drawing/2014/main" id="{225890C6-2EC8-8A86-0673-47C3EDE84F21}"/>
              </a:ext>
            </a:extLst>
          </p:cNvPr>
          <p:cNvSpPr/>
          <p:nvPr/>
        </p:nvSpPr>
        <p:spPr>
          <a:xfrm>
            <a:off x="6753251" y="5576570"/>
            <a:ext cx="640080" cy="640080"/>
          </a:xfrm>
          <a:prstGeom prst="rect">
            <a:avLst/>
          </a:prstGeom>
          <a:solidFill>
            <a:srgbClr val="FFE50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Electric</a:t>
            </a:r>
            <a:br>
              <a:rPr lang="en-US" sz="800" dirty="0">
                <a:solidFill>
                  <a:schemeClr val="tx1"/>
                </a:solidFill>
              </a:rPr>
            </a:br>
            <a:r>
              <a:rPr lang="en-US" sz="800" dirty="0">
                <a:solidFill>
                  <a:schemeClr val="tx1"/>
                </a:solidFill>
              </a:rPr>
              <a:t>Daisy</a:t>
            </a:r>
          </a:p>
        </p:txBody>
      </p:sp>
      <p:sp>
        <p:nvSpPr>
          <p:cNvPr id="63" name="Rectangle 62">
            <a:extLst>
              <a:ext uri="{FF2B5EF4-FFF2-40B4-BE49-F238E27FC236}">
                <a16:creationId xmlns:a16="http://schemas.microsoft.com/office/drawing/2014/main" id="{9A776E7C-BC5F-0701-7D90-705D978A4E87}"/>
              </a:ext>
            </a:extLst>
          </p:cNvPr>
          <p:cNvSpPr/>
          <p:nvPr/>
        </p:nvSpPr>
        <p:spPr>
          <a:xfrm>
            <a:off x="7438648" y="5576570"/>
            <a:ext cx="640080" cy="640080"/>
          </a:xfrm>
          <a:prstGeom prst="rect">
            <a:avLst/>
          </a:prstGeom>
          <a:solidFill>
            <a:srgbClr val="FE802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Electric</a:t>
            </a:r>
            <a:br>
              <a:rPr lang="en-US" sz="800" dirty="0">
                <a:solidFill>
                  <a:schemeClr val="tx1"/>
                </a:solidFill>
              </a:rPr>
            </a:br>
            <a:r>
              <a:rPr lang="en-US" sz="800" dirty="0">
                <a:solidFill>
                  <a:schemeClr val="tx1"/>
                </a:solidFill>
              </a:rPr>
              <a:t>Rust</a:t>
            </a:r>
          </a:p>
        </p:txBody>
      </p:sp>
      <p:sp>
        <p:nvSpPr>
          <p:cNvPr id="64" name="Rectangle 63">
            <a:extLst>
              <a:ext uri="{FF2B5EF4-FFF2-40B4-BE49-F238E27FC236}">
                <a16:creationId xmlns:a16="http://schemas.microsoft.com/office/drawing/2014/main" id="{FF2400DE-6CD8-DC10-66CF-1AD739208A45}"/>
              </a:ext>
            </a:extLst>
          </p:cNvPr>
          <p:cNvSpPr/>
          <p:nvPr/>
        </p:nvSpPr>
        <p:spPr>
          <a:xfrm>
            <a:off x="8124045" y="5576570"/>
            <a:ext cx="640080" cy="640080"/>
          </a:xfrm>
          <a:prstGeom prst="rect">
            <a:avLst/>
          </a:prstGeom>
          <a:solidFill>
            <a:srgbClr val="FE5A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Electric</a:t>
            </a:r>
            <a:br>
              <a:rPr lang="en-US" sz="800" dirty="0">
                <a:solidFill>
                  <a:schemeClr val="tx1"/>
                </a:solidFill>
              </a:rPr>
            </a:br>
            <a:r>
              <a:rPr lang="en-US" sz="800" dirty="0">
                <a:solidFill>
                  <a:schemeClr val="tx1"/>
                </a:solidFill>
              </a:rPr>
              <a:t>Coral</a:t>
            </a:r>
          </a:p>
        </p:txBody>
      </p:sp>
      <p:sp>
        <p:nvSpPr>
          <p:cNvPr id="65" name="Rectangle 64">
            <a:extLst>
              <a:ext uri="{FF2B5EF4-FFF2-40B4-BE49-F238E27FC236}">
                <a16:creationId xmlns:a16="http://schemas.microsoft.com/office/drawing/2014/main" id="{858523B6-8B36-188F-2266-4F25CBA60F30}"/>
              </a:ext>
            </a:extLst>
          </p:cNvPr>
          <p:cNvSpPr/>
          <p:nvPr/>
        </p:nvSpPr>
        <p:spPr>
          <a:xfrm>
            <a:off x="8809442" y="5576570"/>
            <a:ext cx="640080" cy="640080"/>
          </a:xfrm>
          <a:prstGeom prst="rect">
            <a:avLst/>
          </a:prstGeom>
          <a:solidFill>
            <a:srgbClr val="A923F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Electric</a:t>
            </a:r>
            <a:br>
              <a:rPr lang="en-US" sz="800" dirty="0">
                <a:solidFill>
                  <a:schemeClr val="bg1"/>
                </a:solidFill>
              </a:rPr>
            </a:br>
            <a:r>
              <a:rPr lang="en-US" sz="800" dirty="0">
                <a:solidFill>
                  <a:schemeClr val="bg1"/>
                </a:solidFill>
              </a:rPr>
              <a:t>Geode</a:t>
            </a:r>
          </a:p>
        </p:txBody>
      </p:sp>
      <p:sp>
        <p:nvSpPr>
          <p:cNvPr id="69" name="Rectangle 68">
            <a:extLst>
              <a:ext uri="{FF2B5EF4-FFF2-40B4-BE49-F238E27FC236}">
                <a16:creationId xmlns:a16="http://schemas.microsoft.com/office/drawing/2014/main" id="{A2D41776-7FEE-C560-0038-D80000626944}"/>
              </a:ext>
            </a:extLst>
          </p:cNvPr>
          <p:cNvSpPr/>
          <p:nvPr/>
        </p:nvSpPr>
        <p:spPr>
          <a:xfrm>
            <a:off x="9494840" y="4828161"/>
            <a:ext cx="640080" cy="640080"/>
          </a:xfrm>
          <a:prstGeom prst="rect">
            <a:avLst/>
          </a:prstGeom>
          <a:solidFill>
            <a:srgbClr val="040E3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Cobalt</a:t>
            </a:r>
            <a:br>
              <a:rPr lang="en-US" sz="800" dirty="0">
                <a:solidFill>
                  <a:schemeClr val="bg1"/>
                </a:solidFill>
              </a:rPr>
            </a:br>
            <a:r>
              <a:rPr lang="en-US" sz="800" dirty="0">
                <a:solidFill>
                  <a:schemeClr val="bg1"/>
                </a:solidFill>
              </a:rPr>
              <a:t>Shade 3</a:t>
            </a:r>
          </a:p>
        </p:txBody>
      </p:sp>
      <p:sp>
        <p:nvSpPr>
          <p:cNvPr id="66" name="Rectangle 65">
            <a:extLst>
              <a:ext uri="{FF2B5EF4-FFF2-40B4-BE49-F238E27FC236}">
                <a16:creationId xmlns:a16="http://schemas.microsoft.com/office/drawing/2014/main" id="{44E07F85-C75C-29F1-DD9C-56692CC07D1F}"/>
              </a:ext>
            </a:extLst>
          </p:cNvPr>
          <p:cNvSpPr/>
          <p:nvPr/>
        </p:nvSpPr>
        <p:spPr>
          <a:xfrm>
            <a:off x="9494840" y="5576570"/>
            <a:ext cx="640080" cy="640080"/>
          </a:xfrm>
          <a:prstGeom prst="rect">
            <a:avLst/>
          </a:prstGeom>
          <a:solidFill>
            <a:srgbClr val="1E1E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Electric</a:t>
            </a:r>
            <a:br>
              <a:rPr lang="en-US" sz="800" dirty="0">
                <a:solidFill>
                  <a:schemeClr val="bg1"/>
                </a:solidFill>
              </a:rPr>
            </a:br>
            <a:r>
              <a:rPr lang="en-US" sz="800" dirty="0">
                <a:solidFill>
                  <a:schemeClr val="bg1"/>
                </a:solidFill>
              </a:rPr>
              <a:t>Cobalt</a:t>
            </a:r>
          </a:p>
        </p:txBody>
      </p:sp>
      <p:sp>
        <p:nvSpPr>
          <p:cNvPr id="52" name="Rectangle 51">
            <a:extLst>
              <a:ext uri="{FF2B5EF4-FFF2-40B4-BE49-F238E27FC236}">
                <a16:creationId xmlns:a16="http://schemas.microsoft.com/office/drawing/2014/main" id="{DC879975-A7EC-02FB-CB35-ADC37EA78947}"/>
              </a:ext>
            </a:extLst>
          </p:cNvPr>
          <p:cNvSpPr/>
          <p:nvPr/>
        </p:nvSpPr>
        <p:spPr>
          <a:xfrm>
            <a:off x="10226359" y="1352550"/>
            <a:ext cx="640080" cy="640080"/>
          </a:xfrm>
          <a:prstGeom prst="rect">
            <a:avLst/>
          </a:prstGeom>
          <a:solidFill>
            <a:srgbClr val="A2F6E8"/>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Aqua</a:t>
            </a:r>
            <a:br>
              <a:rPr lang="en-US" sz="800" dirty="0">
                <a:solidFill>
                  <a:schemeClr val="tx1"/>
                </a:solidFill>
              </a:rPr>
            </a:br>
            <a:r>
              <a:rPr lang="en-US" sz="800" dirty="0">
                <a:solidFill>
                  <a:schemeClr val="tx1"/>
                </a:solidFill>
              </a:rPr>
              <a:t>Tint 2</a:t>
            </a:r>
          </a:p>
        </p:txBody>
      </p:sp>
      <p:sp>
        <p:nvSpPr>
          <p:cNvPr id="53" name="Rectangle 52">
            <a:extLst>
              <a:ext uri="{FF2B5EF4-FFF2-40B4-BE49-F238E27FC236}">
                <a16:creationId xmlns:a16="http://schemas.microsoft.com/office/drawing/2014/main" id="{CD6FDD12-4CEF-419A-96FA-69F4ACD2BEA3}"/>
              </a:ext>
            </a:extLst>
          </p:cNvPr>
          <p:cNvSpPr/>
          <p:nvPr/>
        </p:nvSpPr>
        <p:spPr>
          <a:xfrm>
            <a:off x="10226359" y="2034359"/>
            <a:ext cx="640080" cy="640080"/>
          </a:xfrm>
          <a:prstGeom prst="rect">
            <a:avLst/>
          </a:prstGeom>
          <a:solidFill>
            <a:srgbClr val="5BE3CD"/>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Aqua</a:t>
            </a:r>
            <a:br>
              <a:rPr lang="en-US" sz="800" dirty="0">
                <a:solidFill>
                  <a:schemeClr val="tx1"/>
                </a:solidFill>
              </a:rPr>
            </a:br>
            <a:r>
              <a:rPr lang="en-US" sz="800" dirty="0">
                <a:solidFill>
                  <a:schemeClr val="tx1"/>
                </a:solidFill>
              </a:rPr>
              <a:t>Tint 1</a:t>
            </a:r>
          </a:p>
        </p:txBody>
      </p:sp>
      <p:sp>
        <p:nvSpPr>
          <p:cNvPr id="54" name="Rectangle 53">
            <a:extLst>
              <a:ext uri="{FF2B5EF4-FFF2-40B4-BE49-F238E27FC236}">
                <a16:creationId xmlns:a16="http://schemas.microsoft.com/office/drawing/2014/main" id="{566F8F12-8112-E065-5978-213E6A450E36}"/>
              </a:ext>
            </a:extLst>
          </p:cNvPr>
          <p:cNvSpPr/>
          <p:nvPr/>
        </p:nvSpPr>
        <p:spPr>
          <a:xfrm>
            <a:off x="10226359" y="3397977"/>
            <a:ext cx="640080" cy="640080"/>
          </a:xfrm>
          <a:prstGeom prst="rect">
            <a:avLst/>
          </a:prstGeom>
          <a:solidFill>
            <a:srgbClr val="0F9B8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Aqua</a:t>
            </a:r>
            <a:br>
              <a:rPr lang="en-US" sz="800" dirty="0">
                <a:solidFill>
                  <a:schemeClr val="tx1"/>
                </a:solidFill>
              </a:rPr>
            </a:br>
            <a:r>
              <a:rPr lang="en-US" sz="800" dirty="0">
                <a:solidFill>
                  <a:schemeClr val="tx1"/>
                </a:solidFill>
              </a:rPr>
              <a:t>Shade 1</a:t>
            </a:r>
          </a:p>
        </p:txBody>
      </p:sp>
      <p:sp>
        <p:nvSpPr>
          <p:cNvPr id="55" name="Rectangle 54">
            <a:extLst>
              <a:ext uri="{FF2B5EF4-FFF2-40B4-BE49-F238E27FC236}">
                <a16:creationId xmlns:a16="http://schemas.microsoft.com/office/drawing/2014/main" id="{71F8F024-C21E-7B08-9576-D44FC70F6504}"/>
              </a:ext>
            </a:extLst>
          </p:cNvPr>
          <p:cNvSpPr/>
          <p:nvPr/>
        </p:nvSpPr>
        <p:spPr>
          <a:xfrm>
            <a:off x="10226359" y="4079786"/>
            <a:ext cx="640080" cy="640080"/>
          </a:xfrm>
          <a:prstGeom prst="rect">
            <a:avLst/>
          </a:prstGeom>
          <a:solidFill>
            <a:srgbClr val="08746E"/>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Aqua</a:t>
            </a:r>
            <a:br>
              <a:rPr lang="en-US" sz="800" dirty="0">
                <a:solidFill>
                  <a:schemeClr val="bg1"/>
                </a:solidFill>
              </a:rPr>
            </a:br>
            <a:r>
              <a:rPr lang="en-US" sz="800" dirty="0">
                <a:solidFill>
                  <a:schemeClr val="bg1"/>
                </a:solidFill>
              </a:rPr>
              <a:t>Shade 2</a:t>
            </a:r>
          </a:p>
        </p:txBody>
      </p:sp>
      <p:sp>
        <p:nvSpPr>
          <p:cNvPr id="67" name="Rectangle 66">
            <a:extLst>
              <a:ext uri="{FF2B5EF4-FFF2-40B4-BE49-F238E27FC236}">
                <a16:creationId xmlns:a16="http://schemas.microsoft.com/office/drawing/2014/main" id="{5BBB2CA1-0A45-F5BE-AE79-5F11C93415D4}"/>
              </a:ext>
            </a:extLst>
          </p:cNvPr>
          <p:cNvSpPr/>
          <p:nvPr/>
        </p:nvSpPr>
        <p:spPr>
          <a:xfrm>
            <a:off x="10226359" y="5576570"/>
            <a:ext cx="640080" cy="640080"/>
          </a:xfrm>
          <a:prstGeom prst="rect">
            <a:avLst/>
          </a:prstGeom>
          <a:solidFill>
            <a:srgbClr val="16CFB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Electric</a:t>
            </a:r>
            <a:br>
              <a:rPr lang="en-US" sz="800" dirty="0">
                <a:solidFill>
                  <a:schemeClr val="tx1"/>
                </a:solidFill>
              </a:rPr>
            </a:br>
            <a:r>
              <a:rPr lang="en-US" sz="800" dirty="0">
                <a:solidFill>
                  <a:schemeClr val="tx1"/>
                </a:solidFill>
              </a:rPr>
              <a:t>Aqua</a:t>
            </a:r>
          </a:p>
        </p:txBody>
      </p:sp>
      <p:sp>
        <p:nvSpPr>
          <p:cNvPr id="56" name="Rectangle 55">
            <a:extLst>
              <a:ext uri="{FF2B5EF4-FFF2-40B4-BE49-F238E27FC236}">
                <a16:creationId xmlns:a16="http://schemas.microsoft.com/office/drawing/2014/main" id="{D7AB145A-61CD-DE86-3B53-9BDC818833AC}"/>
              </a:ext>
            </a:extLst>
          </p:cNvPr>
          <p:cNvSpPr/>
          <p:nvPr/>
        </p:nvSpPr>
        <p:spPr>
          <a:xfrm>
            <a:off x="10912158" y="1352550"/>
            <a:ext cx="640080" cy="640080"/>
          </a:xfrm>
          <a:prstGeom prst="rect">
            <a:avLst/>
          </a:prstGeom>
          <a:solidFill>
            <a:srgbClr val="AF98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Cosmos</a:t>
            </a:r>
            <a:br>
              <a:rPr lang="en-US" sz="800" dirty="0">
                <a:solidFill>
                  <a:schemeClr val="tx1"/>
                </a:solidFill>
              </a:rPr>
            </a:br>
            <a:r>
              <a:rPr lang="en-US" sz="800" dirty="0">
                <a:solidFill>
                  <a:schemeClr val="tx1"/>
                </a:solidFill>
              </a:rPr>
              <a:t>Tint 2</a:t>
            </a:r>
          </a:p>
        </p:txBody>
      </p:sp>
      <p:sp>
        <p:nvSpPr>
          <p:cNvPr id="57" name="Rectangle 56">
            <a:extLst>
              <a:ext uri="{FF2B5EF4-FFF2-40B4-BE49-F238E27FC236}">
                <a16:creationId xmlns:a16="http://schemas.microsoft.com/office/drawing/2014/main" id="{DA34A8E0-C192-2F74-75DD-26B8ADD71DF8}"/>
              </a:ext>
            </a:extLst>
          </p:cNvPr>
          <p:cNvSpPr/>
          <p:nvPr/>
        </p:nvSpPr>
        <p:spPr>
          <a:xfrm>
            <a:off x="10912158" y="2034359"/>
            <a:ext cx="640080" cy="640080"/>
          </a:xfrm>
          <a:prstGeom prst="rect">
            <a:avLst/>
          </a:prstGeom>
          <a:solidFill>
            <a:srgbClr val="8B50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tx1"/>
                </a:solidFill>
              </a:rPr>
              <a:t>Cosmos</a:t>
            </a:r>
            <a:br>
              <a:rPr lang="en-US" sz="800" dirty="0">
                <a:solidFill>
                  <a:schemeClr val="tx1"/>
                </a:solidFill>
              </a:rPr>
            </a:br>
            <a:r>
              <a:rPr lang="en-US" sz="800" dirty="0">
                <a:solidFill>
                  <a:schemeClr val="tx1"/>
                </a:solidFill>
              </a:rPr>
              <a:t>Tint 1</a:t>
            </a:r>
          </a:p>
        </p:txBody>
      </p:sp>
      <p:sp>
        <p:nvSpPr>
          <p:cNvPr id="58" name="Rectangle 57">
            <a:extLst>
              <a:ext uri="{FF2B5EF4-FFF2-40B4-BE49-F238E27FC236}">
                <a16:creationId xmlns:a16="http://schemas.microsoft.com/office/drawing/2014/main" id="{EE538B0E-670C-93D9-B4F6-A0E782F598EA}"/>
              </a:ext>
            </a:extLst>
          </p:cNvPr>
          <p:cNvSpPr/>
          <p:nvPr/>
        </p:nvSpPr>
        <p:spPr>
          <a:xfrm>
            <a:off x="10912158" y="3397977"/>
            <a:ext cx="640080" cy="640080"/>
          </a:xfrm>
          <a:prstGeom prst="rect">
            <a:avLst/>
          </a:prstGeom>
          <a:solidFill>
            <a:srgbClr val="5400C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Cosmos</a:t>
            </a:r>
            <a:br>
              <a:rPr lang="en-US" sz="800" dirty="0">
                <a:solidFill>
                  <a:schemeClr val="bg1"/>
                </a:solidFill>
              </a:rPr>
            </a:br>
            <a:r>
              <a:rPr lang="en-US" sz="800" dirty="0">
                <a:solidFill>
                  <a:schemeClr val="bg1"/>
                </a:solidFill>
              </a:rPr>
              <a:t>Shade 1</a:t>
            </a:r>
          </a:p>
        </p:txBody>
      </p:sp>
      <p:sp>
        <p:nvSpPr>
          <p:cNvPr id="59" name="Rectangle 58">
            <a:extLst>
              <a:ext uri="{FF2B5EF4-FFF2-40B4-BE49-F238E27FC236}">
                <a16:creationId xmlns:a16="http://schemas.microsoft.com/office/drawing/2014/main" id="{5FA29B3B-31D8-0BBB-728D-E054A698480C}"/>
              </a:ext>
            </a:extLst>
          </p:cNvPr>
          <p:cNvSpPr/>
          <p:nvPr/>
        </p:nvSpPr>
        <p:spPr>
          <a:xfrm>
            <a:off x="10912158" y="4079786"/>
            <a:ext cx="640080" cy="640080"/>
          </a:xfrm>
          <a:prstGeom prst="rect">
            <a:avLst/>
          </a:prstGeom>
          <a:solidFill>
            <a:srgbClr val="38007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Cosmos</a:t>
            </a:r>
            <a:br>
              <a:rPr lang="en-US" sz="800" dirty="0">
                <a:solidFill>
                  <a:schemeClr val="bg1"/>
                </a:solidFill>
              </a:rPr>
            </a:br>
            <a:r>
              <a:rPr lang="en-US" sz="800" dirty="0">
                <a:solidFill>
                  <a:schemeClr val="bg1"/>
                </a:solidFill>
              </a:rPr>
              <a:t>Shade 2</a:t>
            </a:r>
          </a:p>
        </p:txBody>
      </p:sp>
      <p:sp>
        <p:nvSpPr>
          <p:cNvPr id="68" name="Rectangle 67">
            <a:extLst>
              <a:ext uri="{FF2B5EF4-FFF2-40B4-BE49-F238E27FC236}">
                <a16:creationId xmlns:a16="http://schemas.microsoft.com/office/drawing/2014/main" id="{EEDC4E47-492D-154D-C84C-B19E2FE4DACB}"/>
              </a:ext>
            </a:extLst>
          </p:cNvPr>
          <p:cNvSpPr/>
          <p:nvPr/>
        </p:nvSpPr>
        <p:spPr>
          <a:xfrm>
            <a:off x="10912158" y="5576570"/>
            <a:ext cx="640080" cy="640080"/>
          </a:xfrm>
          <a:prstGeom prst="rect">
            <a:avLst/>
          </a:prstGeom>
          <a:solidFill>
            <a:srgbClr val="7000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800" dirty="0">
                <a:solidFill>
                  <a:schemeClr val="bg1"/>
                </a:solidFill>
              </a:rPr>
              <a:t>Electric</a:t>
            </a:r>
            <a:br>
              <a:rPr lang="en-US" sz="800" dirty="0">
                <a:solidFill>
                  <a:schemeClr val="bg1"/>
                </a:solidFill>
              </a:rPr>
            </a:br>
            <a:r>
              <a:rPr lang="en-US" sz="800" dirty="0">
                <a:solidFill>
                  <a:schemeClr val="bg1"/>
                </a:solidFill>
              </a:rPr>
              <a:t>Cosmos</a:t>
            </a:r>
          </a:p>
        </p:txBody>
      </p:sp>
    </p:spTree>
    <p:extLst>
      <p:ext uri="{BB962C8B-B14F-4D97-AF65-F5344CB8AC3E}">
        <p14:creationId xmlns:p14="http://schemas.microsoft.com/office/powerpoint/2010/main" val="25982260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225B16A-A642-90A2-EB74-77B517204DC6}"/>
              </a:ext>
            </a:extLst>
          </p:cNvPr>
          <p:cNvSpPr>
            <a:spLocks noGrp="1"/>
          </p:cNvSpPr>
          <p:nvPr>
            <p:ph type="title"/>
          </p:nvPr>
        </p:nvSpPr>
        <p:spPr/>
        <p:txBody>
          <a:bodyPr/>
          <a:lstStyle/>
          <a:p>
            <a:r>
              <a:rPr lang="en-US" dirty="0"/>
              <a:t>Color Palette – New Colors (not included in PowerPoint palette)</a:t>
            </a:r>
          </a:p>
        </p:txBody>
      </p:sp>
      <p:sp>
        <p:nvSpPr>
          <p:cNvPr id="93" name="Rectangle 92">
            <a:extLst>
              <a:ext uri="{FF2B5EF4-FFF2-40B4-BE49-F238E27FC236}">
                <a16:creationId xmlns:a16="http://schemas.microsoft.com/office/drawing/2014/main" id="{C8AEC1A2-F4ED-35F8-DD65-419675659E07}"/>
              </a:ext>
            </a:extLst>
          </p:cNvPr>
          <p:cNvSpPr/>
          <p:nvPr/>
        </p:nvSpPr>
        <p:spPr>
          <a:xfrm>
            <a:off x="648040" y="1352550"/>
            <a:ext cx="1371600" cy="10058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182880" rIns="182880" bIns="182880" rtlCol="0" anchor="ctr"/>
          <a:lstStyle/>
          <a:p>
            <a:pPr algn="r"/>
            <a:r>
              <a:rPr lang="en-US" dirty="0">
                <a:solidFill>
                  <a:schemeClr val="tx1"/>
                </a:solidFill>
              </a:rPr>
              <a:t>Electric</a:t>
            </a:r>
          </a:p>
        </p:txBody>
      </p:sp>
      <p:sp>
        <p:nvSpPr>
          <p:cNvPr id="76" name="Rectangle 75">
            <a:extLst>
              <a:ext uri="{FF2B5EF4-FFF2-40B4-BE49-F238E27FC236}">
                <a16:creationId xmlns:a16="http://schemas.microsoft.com/office/drawing/2014/main" id="{AFBF9DCB-CF1B-3515-7CBD-7AFF04DF5AC9}"/>
              </a:ext>
            </a:extLst>
          </p:cNvPr>
          <p:cNvSpPr/>
          <p:nvPr/>
        </p:nvSpPr>
        <p:spPr>
          <a:xfrm>
            <a:off x="2072942" y="1352550"/>
            <a:ext cx="1005840" cy="1005840"/>
          </a:xfrm>
          <a:prstGeom prst="rect">
            <a:avLst/>
          </a:prstGeom>
          <a:solidFill>
            <a:srgbClr val="0046C8"/>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Digital</a:t>
            </a:r>
            <a:br>
              <a:rPr lang="en-US" sz="1050" dirty="0">
                <a:solidFill>
                  <a:schemeClr val="bg1"/>
                </a:solidFill>
              </a:rPr>
            </a:br>
            <a:r>
              <a:rPr lang="en-US" sz="1050" dirty="0">
                <a:solidFill>
                  <a:schemeClr val="bg1"/>
                </a:solidFill>
              </a:rPr>
              <a:t>Classic Blue</a:t>
            </a:r>
          </a:p>
        </p:txBody>
      </p:sp>
      <p:sp>
        <p:nvSpPr>
          <p:cNvPr id="77" name="Rectangle 76">
            <a:extLst>
              <a:ext uri="{FF2B5EF4-FFF2-40B4-BE49-F238E27FC236}">
                <a16:creationId xmlns:a16="http://schemas.microsoft.com/office/drawing/2014/main" id="{1A11ECAC-92B5-3380-9383-C9528EB7D24D}"/>
              </a:ext>
            </a:extLst>
          </p:cNvPr>
          <p:cNvSpPr/>
          <p:nvPr/>
        </p:nvSpPr>
        <p:spPr>
          <a:xfrm>
            <a:off x="3132084" y="1352550"/>
            <a:ext cx="1005840" cy="1005840"/>
          </a:xfrm>
          <a:prstGeom prst="rect">
            <a:avLst/>
          </a:prstGeom>
          <a:solidFill>
            <a:srgbClr val="9FD54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Moss</a:t>
            </a:r>
          </a:p>
        </p:txBody>
      </p:sp>
      <p:sp>
        <p:nvSpPr>
          <p:cNvPr id="78" name="Rectangle 77">
            <a:extLst>
              <a:ext uri="{FF2B5EF4-FFF2-40B4-BE49-F238E27FC236}">
                <a16:creationId xmlns:a16="http://schemas.microsoft.com/office/drawing/2014/main" id="{225890C6-2EC8-8A86-0673-47C3EDE84F21}"/>
              </a:ext>
            </a:extLst>
          </p:cNvPr>
          <p:cNvSpPr/>
          <p:nvPr/>
        </p:nvSpPr>
        <p:spPr>
          <a:xfrm>
            <a:off x="4191226" y="1352550"/>
            <a:ext cx="1005840" cy="1005840"/>
          </a:xfrm>
          <a:prstGeom prst="rect">
            <a:avLst/>
          </a:prstGeom>
          <a:solidFill>
            <a:srgbClr val="FFE50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Daisy</a:t>
            </a:r>
          </a:p>
        </p:txBody>
      </p:sp>
      <p:sp>
        <p:nvSpPr>
          <p:cNvPr id="79" name="Rectangle 78">
            <a:extLst>
              <a:ext uri="{FF2B5EF4-FFF2-40B4-BE49-F238E27FC236}">
                <a16:creationId xmlns:a16="http://schemas.microsoft.com/office/drawing/2014/main" id="{9A776E7C-BC5F-0701-7D90-705D978A4E87}"/>
              </a:ext>
            </a:extLst>
          </p:cNvPr>
          <p:cNvSpPr/>
          <p:nvPr/>
        </p:nvSpPr>
        <p:spPr>
          <a:xfrm>
            <a:off x="5250368" y="1352550"/>
            <a:ext cx="1005840" cy="1005840"/>
          </a:xfrm>
          <a:prstGeom prst="rect">
            <a:avLst/>
          </a:prstGeom>
          <a:solidFill>
            <a:srgbClr val="FE8022"/>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Rust</a:t>
            </a:r>
          </a:p>
        </p:txBody>
      </p:sp>
      <p:sp>
        <p:nvSpPr>
          <p:cNvPr id="80" name="Rectangle 79">
            <a:extLst>
              <a:ext uri="{FF2B5EF4-FFF2-40B4-BE49-F238E27FC236}">
                <a16:creationId xmlns:a16="http://schemas.microsoft.com/office/drawing/2014/main" id="{FF2400DE-6CD8-DC10-66CF-1AD739208A45}"/>
              </a:ext>
            </a:extLst>
          </p:cNvPr>
          <p:cNvSpPr/>
          <p:nvPr/>
        </p:nvSpPr>
        <p:spPr>
          <a:xfrm>
            <a:off x="6309510" y="1352550"/>
            <a:ext cx="1005840" cy="1005840"/>
          </a:xfrm>
          <a:prstGeom prst="rect">
            <a:avLst/>
          </a:prstGeom>
          <a:solidFill>
            <a:srgbClr val="FE5A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Coral</a:t>
            </a:r>
          </a:p>
        </p:txBody>
      </p:sp>
      <p:sp>
        <p:nvSpPr>
          <p:cNvPr id="82" name="Rectangle 81">
            <a:extLst>
              <a:ext uri="{FF2B5EF4-FFF2-40B4-BE49-F238E27FC236}">
                <a16:creationId xmlns:a16="http://schemas.microsoft.com/office/drawing/2014/main" id="{858523B6-8B36-188F-2266-4F25CBA60F30}"/>
              </a:ext>
            </a:extLst>
          </p:cNvPr>
          <p:cNvSpPr/>
          <p:nvPr/>
        </p:nvSpPr>
        <p:spPr>
          <a:xfrm>
            <a:off x="7368652" y="1352550"/>
            <a:ext cx="1005840" cy="1005840"/>
          </a:xfrm>
          <a:prstGeom prst="rect">
            <a:avLst/>
          </a:prstGeom>
          <a:solidFill>
            <a:srgbClr val="A923F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Electric</a:t>
            </a:r>
            <a:br>
              <a:rPr lang="en-US" sz="1050" dirty="0">
                <a:solidFill>
                  <a:schemeClr val="bg1"/>
                </a:solidFill>
              </a:rPr>
            </a:br>
            <a:r>
              <a:rPr lang="en-US" sz="1050" dirty="0">
                <a:solidFill>
                  <a:schemeClr val="bg1"/>
                </a:solidFill>
              </a:rPr>
              <a:t>Geode</a:t>
            </a:r>
          </a:p>
        </p:txBody>
      </p:sp>
      <p:sp>
        <p:nvSpPr>
          <p:cNvPr id="83" name="Rectangle 82">
            <a:extLst>
              <a:ext uri="{FF2B5EF4-FFF2-40B4-BE49-F238E27FC236}">
                <a16:creationId xmlns:a16="http://schemas.microsoft.com/office/drawing/2014/main" id="{44E07F85-C75C-29F1-DD9C-56692CC07D1F}"/>
              </a:ext>
            </a:extLst>
          </p:cNvPr>
          <p:cNvSpPr/>
          <p:nvPr/>
        </p:nvSpPr>
        <p:spPr>
          <a:xfrm>
            <a:off x="8427794" y="1352550"/>
            <a:ext cx="1005840" cy="1005840"/>
          </a:xfrm>
          <a:prstGeom prst="rect">
            <a:avLst/>
          </a:prstGeom>
          <a:solidFill>
            <a:srgbClr val="1E1E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Electric</a:t>
            </a:r>
            <a:br>
              <a:rPr lang="en-US" sz="1050" dirty="0">
                <a:solidFill>
                  <a:schemeClr val="bg1"/>
                </a:solidFill>
              </a:rPr>
            </a:br>
            <a:r>
              <a:rPr lang="en-US" sz="1050" dirty="0">
                <a:solidFill>
                  <a:schemeClr val="bg1"/>
                </a:solidFill>
              </a:rPr>
              <a:t>Cobalt</a:t>
            </a:r>
          </a:p>
        </p:txBody>
      </p:sp>
      <p:sp>
        <p:nvSpPr>
          <p:cNvPr id="84" name="Rectangle 83">
            <a:extLst>
              <a:ext uri="{FF2B5EF4-FFF2-40B4-BE49-F238E27FC236}">
                <a16:creationId xmlns:a16="http://schemas.microsoft.com/office/drawing/2014/main" id="{5BBB2CA1-0A45-F5BE-AE79-5F11C93415D4}"/>
              </a:ext>
            </a:extLst>
          </p:cNvPr>
          <p:cNvSpPr/>
          <p:nvPr/>
        </p:nvSpPr>
        <p:spPr>
          <a:xfrm>
            <a:off x="9486936" y="1352550"/>
            <a:ext cx="1005840" cy="1005840"/>
          </a:xfrm>
          <a:prstGeom prst="rect">
            <a:avLst/>
          </a:prstGeom>
          <a:solidFill>
            <a:srgbClr val="16CFB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Aqua</a:t>
            </a:r>
          </a:p>
        </p:txBody>
      </p:sp>
      <p:sp>
        <p:nvSpPr>
          <p:cNvPr id="85" name="Rectangle 84">
            <a:extLst>
              <a:ext uri="{FF2B5EF4-FFF2-40B4-BE49-F238E27FC236}">
                <a16:creationId xmlns:a16="http://schemas.microsoft.com/office/drawing/2014/main" id="{EEDC4E47-492D-154D-C84C-B19E2FE4DACB}"/>
              </a:ext>
            </a:extLst>
          </p:cNvPr>
          <p:cNvSpPr/>
          <p:nvPr/>
        </p:nvSpPr>
        <p:spPr>
          <a:xfrm>
            <a:off x="10546080" y="1352550"/>
            <a:ext cx="1005840" cy="1005840"/>
          </a:xfrm>
          <a:prstGeom prst="rect">
            <a:avLst/>
          </a:prstGeom>
          <a:solidFill>
            <a:srgbClr val="7000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Electric</a:t>
            </a:r>
            <a:br>
              <a:rPr lang="en-US" sz="1050" dirty="0">
                <a:solidFill>
                  <a:schemeClr val="bg1"/>
                </a:solidFill>
              </a:rPr>
            </a:br>
            <a:r>
              <a:rPr lang="en-US" sz="1050" dirty="0">
                <a:solidFill>
                  <a:schemeClr val="bg1"/>
                </a:solidFill>
              </a:rPr>
              <a:t>Cosmos</a:t>
            </a:r>
          </a:p>
        </p:txBody>
      </p:sp>
      <p:sp>
        <p:nvSpPr>
          <p:cNvPr id="98" name="Rectangle 97">
            <a:extLst>
              <a:ext uri="{FF2B5EF4-FFF2-40B4-BE49-F238E27FC236}">
                <a16:creationId xmlns:a16="http://schemas.microsoft.com/office/drawing/2014/main" id="{A8E1EF79-8671-3B2B-1EFB-A121A12A4BFC}"/>
              </a:ext>
            </a:extLst>
          </p:cNvPr>
          <p:cNvSpPr/>
          <p:nvPr/>
        </p:nvSpPr>
        <p:spPr>
          <a:xfrm>
            <a:off x="648040" y="2638637"/>
            <a:ext cx="1371600" cy="10058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182880" rIns="182880" bIns="182880" rtlCol="0" anchor="ctr"/>
          <a:lstStyle/>
          <a:p>
            <a:pPr algn="r"/>
            <a:r>
              <a:rPr lang="en-US" dirty="0">
                <a:solidFill>
                  <a:schemeClr val="tx1"/>
                </a:solidFill>
              </a:rPr>
              <a:t>Blue Shades</a:t>
            </a:r>
          </a:p>
        </p:txBody>
      </p:sp>
      <p:sp>
        <p:nvSpPr>
          <p:cNvPr id="86" name="Rectangle 85">
            <a:extLst>
              <a:ext uri="{FF2B5EF4-FFF2-40B4-BE49-F238E27FC236}">
                <a16:creationId xmlns:a16="http://schemas.microsoft.com/office/drawing/2014/main" id="{D3407DB0-8BBC-6F42-660E-D1C77509255F}"/>
              </a:ext>
            </a:extLst>
          </p:cNvPr>
          <p:cNvSpPr/>
          <p:nvPr/>
        </p:nvSpPr>
        <p:spPr>
          <a:xfrm>
            <a:off x="2072942" y="2638637"/>
            <a:ext cx="1005840" cy="1005840"/>
          </a:xfrm>
          <a:prstGeom prst="rect">
            <a:avLst/>
          </a:prstGeom>
          <a:solidFill>
            <a:srgbClr val="030F26"/>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Classic Blue</a:t>
            </a:r>
            <a:br>
              <a:rPr lang="en-US" sz="1050" dirty="0">
                <a:solidFill>
                  <a:schemeClr val="bg1"/>
                </a:solidFill>
              </a:rPr>
            </a:br>
            <a:r>
              <a:rPr lang="en-US" sz="1050" dirty="0">
                <a:solidFill>
                  <a:schemeClr val="bg1"/>
                </a:solidFill>
              </a:rPr>
              <a:t>Shade 3</a:t>
            </a:r>
          </a:p>
        </p:txBody>
      </p:sp>
      <p:sp>
        <p:nvSpPr>
          <p:cNvPr id="87" name="Rectangle 86">
            <a:extLst>
              <a:ext uri="{FF2B5EF4-FFF2-40B4-BE49-F238E27FC236}">
                <a16:creationId xmlns:a16="http://schemas.microsoft.com/office/drawing/2014/main" id="{A97ED867-A5B5-F0F2-16D1-78E10546D2F8}"/>
              </a:ext>
            </a:extLst>
          </p:cNvPr>
          <p:cNvSpPr/>
          <p:nvPr/>
        </p:nvSpPr>
        <p:spPr>
          <a:xfrm>
            <a:off x="3132084" y="2638637"/>
            <a:ext cx="1005840" cy="1005840"/>
          </a:xfrm>
          <a:prstGeom prst="rect">
            <a:avLst/>
          </a:prstGeom>
          <a:solidFill>
            <a:srgbClr val="005B8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Energy Blue</a:t>
            </a:r>
          </a:p>
          <a:p>
            <a:r>
              <a:rPr lang="en-US" sz="1050" dirty="0">
                <a:solidFill>
                  <a:schemeClr val="bg1"/>
                </a:solidFill>
              </a:rPr>
              <a:t>Shade 3</a:t>
            </a:r>
          </a:p>
        </p:txBody>
      </p:sp>
      <p:sp>
        <p:nvSpPr>
          <p:cNvPr id="90" name="Rectangle 89">
            <a:extLst>
              <a:ext uri="{FF2B5EF4-FFF2-40B4-BE49-F238E27FC236}">
                <a16:creationId xmlns:a16="http://schemas.microsoft.com/office/drawing/2014/main" id="{A2D41776-7FEE-C560-0038-D80000626944}"/>
              </a:ext>
            </a:extLst>
          </p:cNvPr>
          <p:cNvSpPr/>
          <p:nvPr/>
        </p:nvSpPr>
        <p:spPr>
          <a:xfrm>
            <a:off x="4191226" y="2638637"/>
            <a:ext cx="1005840" cy="1005840"/>
          </a:xfrm>
          <a:prstGeom prst="rect">
            <a:avLst/>
          </a:prstGeom>
          <a:solidFill>
            <a:srgbClr val="040E35"/>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Cobalt</a:t>
            </a:r>
            <a:br>
              <a:rPr lang="en-US" sz="1050" dirty="0">
                <a:solidFill>
                  <a:schemeClr val="bg1"/>
                </a:solidFill>
              </a:rPr>
            </a:br>
            <a:r>
              <a:rPr lang="en-US" sz="1050" dirty="0">
                <a:solidFill>
                  <a:schemeClr val="bg1"/>
                </a:solidFill>
              </a:rPr>
              <a:t>Shade 3</a:t>
            </a:r>
          </a:p>
        </p:txBody>
      </p:sp>
      <p:sp>
        <p:nvSpPr>
          <p:cNvPr id="99" name="Rectangle 98">
            <a:extLst>
              <a:ext uri="{FF2B5EF4-FFF2-40B4-BE49-F238E27FC236}">
                <a16:creationId xmlns:a16="http://schemas.microsoft.com/office/drawing/2014/main" id="{E65FBA62-2C20-92AF-299D-234E3E8D19EC}"/>
              </a:ext>
            </a:extLst>
          </p:cNvPr>
          <p:cNvSpPr/>
          <p:nvPr/>
        </p:nvSpPr>
        <p:spPr>
          <a:xfrm>
            <a:off x="648040" y="3924724"/>
            <a:ext cx="1371600" cy="10058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182880" rIns="182880" bIns="182880" rtlCol="0" anchor="ctr"/>
          <a:lstStyle/>
          <a:p>
            <a:pPr algn="r"/>
            <a:r>
              <a:rPr lang="en-US" dirty="0">
                <a:solidFill>
                  <a:schemeClr val="tx1"/>
                </a:solidFill>
              </a:rPr>
              <a:t>Aqua</a:t>
            </a:r>
          </a:p>
        </p:txBody>
      </p:sp>
      <p:sp>
        <p:nvSpPr>
          <p:cNvPr id="3" name="Rectangle 2">
            <a:extLst>
              <a:ext uri="{FF2B5EF4-FFF2-40B4-BE49-F238E27FC236}">
                <a16:creationId xmlns:a16="http://schemas.microsoft.com/office/drawing/2014/main" id="{DC879975-A7EC-02FB-CB35-ADC37EA78947}"/>
              </a:ext>
            </a:extLst>
          </p:cNvPr>
          <p:cNvSpPr/>
          <p:nvPr/>
        </p:nvSpPr>
        <p:spPr>
          <a:xfrm>
            <a:off x="2072942" y="3924724"/>
            <a:ext cx="1005840" cy="1005840"/>
          </a:xfrm>
          <a:prstGeom prst="rect">
            <a:avLst/>
          </a:prstGeom>
          <a:solidFill>
            <a:srgbClr val="A2F6E8"/>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Aqua</a:t>
            </a:r>
            <a:br>
              <a:rPr lang="en-US" sz="1050" dirty="0">
                <a:solidFill>
                  <a:schemeClr val="tx1"/>
                </a:solidFill>
              </a:rPr>
            </a:br>
            <a:r>
              <a:rPr lang="en-US" sz="1050" dirty="0">
                <a:solidFill>
                  <a:schemeClr val="tx1"/>
                </a:solidFill>
              </a:rPr>
              <a:t>Tint 2</a:t>
            </a:r>
          </a:p>
        </p:txBody>
      </p:sp>
      <p:sp>
        <p:nvSpPr>
          <p:cNvPr id="72" name="Rectangle 71">
            <a:extLst>
              <a:ext uri="{FF2B5EF4-FFF2-40B4-BE49-F238E27FC236}">
                <a16:creationId xmlns:a16="http://schemas.microsoft.com/office/drawing/2014/main" id="{CD6FDD12-4CEF-419A-96FA-69F4ACD2BEA3}"/>
              </a:ext>
            </a:extLst>
          </p:cNvPr>
          <p:cNvSpPr/>
          <p:nvPr/>
        </p:nvSpPr>
        <p:spPr>
          <a:xfrm>
            <a:off x="3132084" y="3924724"/>
            <a:ext cx="1005840" cy="1005840"/>
          </a:xfrm>
          <a:prstGeom prst="rect">
            <a:avLst/>
          </a:prstGeom>
          <a:solidFill>
            <a:srgbClr val="5BE3CD"/>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Aqua</a:t>
            </a:r>
            <a:br>
              <a:rPr lang="en-US" sz="1050" dirty="0">
                <a:solidFill>
                  <a:schemeClr val="tx1"/>
                </a:solidFill>
              </a:rPr>
            </a:br>
            <a:r>
              <a:rPr lang="en-US" sz="1050" dirty="0">
                <a:solidFill>
                  <a:schemeClr val="tx1"/>
                </a:solidFill>
              </a:rPr>
              <a:t>Tint 1</a:t>
            </a:r>
          </a:p>
        </p:txBody>
      </p:sp>
      <p:sp>
        <p:nvSpPr>
          <p:cNvPr id="91" name="Rectangle 90">
            <a:extLst>
              <a:ext uri="{FF2B5EF4-FFF2-40B4-BE49-F238E27FC236}">
                <a16:creationId xmlns:a16="http://schemas.microsoft.com/office/drawing/2014/main" id="{8E680D57-E4CA-C3AE-4C42-2266BF238D19}"/>
              </a:ext>
            </a:extLst>
          </p:cNvPr>
          <p:cNvSpPr/>
          <p:nvPr/>
        </p:nvSpPr>
        <p:spPr>
          <a:xfrm>
            <a:off x="4191226" y="3924724"/>
            <a:ext cx="1005840" cy="1005840"/>
          </a:xfrm>
          <a:prstGeom prst="rect">
            <a:avLst/>
          </a:prstGeom>
          <a:solidFill>
            <a:srgbClr val="16CFB1"/>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Aqua</a:t>
            </a:r>
          </a:p>
        </p:txBody>
      </p:sp>
      <p:sp>
        <p:nvSpPr>
          <p:cNvPr id="74" name="Rectangle 73">
            <a:extLst>
              <a:ext uri="{FF2B5EF4-FFF2-40B4-BE49-F238E27FC236}">
                <a16:creationId xmlns:a16="http://schemas.microsoft.com/office/drawing/2014/main" id="{566F8F12-8112-E065-5978-213E6A450E36}"/>
              </a:ext>
            </a:extLst>
          </p:cNvPr>
          <p:cNvSpPr/>
          <p:nvPr/>
        </p:nvSpPr>
        <p:spPr>
          <a:xfrm>
            <a:off x="5250368" y="3924724"/>
            <a:ext cx="1005840" cy="1005840"/>
          </a:xfrm>
          <a:prstGeom prst="rect">
            <a:avLst/>
          </a:prstGeom>
          <a:solidFill>
            <a:srgbClr val="0F9B8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Aqua</a:t>
            </a:r>
            <a:br>
              <a:rPr lang="en-US" sz="1050" dirty="0">
                <a:solidFill>
                  <a:schemeClr val="tx1"/>
                </a:solidFill>
              </a:rPr>
            </a:br>
            <a:r>
              <a:rPr lang="en-US" sz="1050" dirty="0">
                <a:solidFill>
                  <a:schemeClr val="tx1"/>
                </a:solidFill>
              </a:rPr>
              <a:t>Shade 1</a:t>
            </a:r>
          </a:p>
        </p:txBody>
      </p:sp>
      <p:sp>
        <p:nvSpPr>
          <p:cNvPr id="88" name="Rectangle 87">
            <a:extLst>
              <a:ext uri="{FF2B5EF4-FFF2-40B4-BE49-F238E27FC236}">
                <a16:creationId xmlns:a16="http://schemas.microsoft.com/office/drawing/2014/main" id="{71F8F024-C21E-7B08-9576-D44FC70F6504}"/>
              </a:ext>
            </a:extLst>
          </p:cNvPr>
          <p:cNvSpPr/>
          <p:nvPr/>
        </p:nvSpPr>
        <p:spPr>
          <a:xfrm>
            <a:off x="6309510" y="3924724"/>
            <a:ext cx="1005840" cy="1005840"/>
          </a:xfrm>
          <a:prstGeom prst="rect">
            <a:avLst/>
          </a:prstGeom>
          <a:solidFill>
            <a:srgbClr val="08746E"/>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Aqua</a:t>
            </a:r>
            <a:br>
              <a:rPr lang="en-US" sz="1050" dirty="0">
                <a:solidFill>
                  <a:schemeClr val="bg1"/>
                </a:solidFill>
              </a:rPr>
            </a:br>
            <a:r>
              <a:rPr lang="en-US" sz="1050" dirty="0">
                <a:solidFill>
                  <a:schemeClr val="bg1"/>
                </a:solidFill>
              </a:rPr>
              <a:t>Shade 2</a:t>
            </a:r>
          </a:p>
        </p:txBody>
      </p:sp>
      <p:sp>
        <p:nvSpPr>
          <p:cNvPr id="100" name="Rectangle 99">
            <a:extLst>
              <a:ext uri="{FF2B5EF4-FFF2-40B4-BE49-F238E27FC236}">
                <a16:creationId xmlns:a16="http://schemas.microsoft.com/office/drawing/2014/main" id="{DA9FB93E-FC44-7D90-12CF-661C4D2226B3}"/>
              </a:ext>
            </a:extLst>
          </p:cNvPr>
          <p:cNvSpPr/>
          <p:nvPr/>
        </p:nvSpPr>
        <p:spPr>
          <a:xfrm>
            <a:off x="648040" y="5210810"/>
            <a:ext cx="1371600" cy="10058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182880" rIns="182880" bIns="182880" rtlCol="0" anchor="ctr"/>
          <a:lstStyle/>
          <a:p>
            <a:pPr algn="r"/>
            <a:r>
              <a:rPr lang="en-US" dirty="0">
                <a:solidFill>
                  <a:schemeClr val="tx1"/>
                </a:solidFill>
              </a:rPr>
              <a:t>Cosmos</a:t>
            </a:r>
          </a:p>
        </p:txBody>
      </p:sp>
      <p:sp>
        <p:nvSpPr>
          <p:cNvPr id="71" name="Rectangle 70">
            <a:extLst>
              <a:ext uri="{FF2B5EF4-FFF2-40B4-BE49-F238E27FC236}">
                <a16:creationId xmlns:a16="http://schemas.microsoft.com/office/drawing/2014/main" id="{D7AB145A-61CD-DE86-3B53-9BDC818833AC}"/>
              </a:ext>
            </a:extLst>
          </p:cNvPr>
          <p:cNvSpPr/>
          <p:nvPr/>
        </p:nvSpPr>
        <p:spPr>
          <a:xfrm>
            <a:off x="2072942" y="5210810"/>
            <a:ext cx="1005840" cy="1005840"/>
          </a:xfrm>
          <a:prstGeom prst="rect">
            <a:avLst/>
          </a:prstGeom>
          <a:solidFill>
            <a:srgbClr val="AF98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Cosmos</a:t>
            </a:r>
            <a:br>
              <a:rPr lang="en-US" sz="1050" dirty="0">
                <a:solidFill>
                  <a:schemeClr val="tx1"/>
                </a:solidFill>
              </a:rPr>
            </a:br>
            <a:r>
              <a:rPr lang="en-US" sz="1050" dirty="0">
                <a:solidFill>
                  <a:schemeClr val="tx1"/>
                </a:solidFill>
              </a:rPr>
              <a:t>Tint 2</a:t>
            </a:r>
          </a:p>
        </p:txBody>
      </p:sp>
      <p:sp>
        <p:nvSpPr>
          <p:cNvPr id="73" name="Rectangle 72">
            <a:extLst>
              <a:ext uri="{FF2B5EF4-FFF2-40B4-BE49-F238E27FC236}">
                <a16:creationId xmlns:a16="http://schemas.microsoft.com/office/drawing/2014/main" id="{DA34A8E0-C192-2F74-75DD-26B8ADD71DF8}"/>
              </a:ext>
            </a:extLst>
          </p:cNvPr>
          <p:cNvSpPr/>
          <p:nvPr/>
        </p:nvSpPr>
        <p:spPr>
          <a:xfrm>
            <a:off x="3132084" y="5210810"/>
            <a:ext cx="1005840" cy="1005840"/>
          </a:xfrm>
          <a:prstGeom prst="rect">
            <a:avLst/>
          </a:prstGeom>
          <a:solidFill>
            <a:srgbClr val="8B50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Cosmos</a:t>
            </a:r>
            <a:br>
              <a:rPr lang="en-US" sz="1050" dirty="0">
                <a:solidFill>
                  <a:schemeClr val="tx1"/>
                </a:solidFill>
              </a:rPr>
            </a:br>
            <a:r>
              <a:rPr lang="en-US" sz="1050" dirty="0">
                <a:solidFill>
                  <a:schemeClr val="tx1"/>
                </a:solidFill>
              </a:rPr>
              <a:t>Tint 1</a:t>
            </a:r>
          </a:p>
        </p:txBody>
      </p:sp>
      <p:sp>
        <p:nvSpPr>
          <p:cNvPr id="92" name="Rectangle 91">
            <a:extLst>
              <a:ext uri="{FF2B5EF4-FFF2-40B4-BE49-F238E27FC236}">
                <a16:creationId xmlns:a16="http://schemas.microsoft.com/office/drawing/2014/main" id="{195F8A96-7A64-183A-9EB7-3629264D4971}"/>
              </a:ext>
            </a:extLst>
          </p:cNvPr>
          <p:cNvSpPr/>
          <p:nvPr/>
        </p:nvSpPr>
        <p:spPr>
          <a:xfrm>
            <a:off x="4191226" y="5210810"/>
            <a:ext cx="1005840" cy="1005840"/>
          </a:xfrm>
          <a:prstGeom prst="rect">
            <a:avLst/>
          </a:prstGeom>
          <a:solidFill>
            <a:srgbClr val="7000F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Electric</a:t>
            </a:r>
            <a:br>
              <a:rPr lang="en-US" sz="1050" dirty="0">
                <a:solidFill>
                  <a:schemeClr val="bg1"/>
                </a:solidFill>
              </a:rPr>
            </a:br>
            <a:r>
              <a:rPr lang="en-US" sz="1050" dirty="0">
                <a:solidFill>
                  <a:schemeClr val="bg1"/>
                </a:solidFill>
              </a:rPr>
              <a:t>Cosmos</a:t>
            </a:r>
          </a:p>
        </p:txBody>
      </p:sp>
      <p:sp>
        <p:nvSpPr>
          <p:cNvPr id="75" name="Rectangle 74">
            <a:extLst>
              <a:ext uri="{FF2B5EF4-FFF2-40B4-BE49-F238E27FC236}">
                <a16:creationId xmlns:a16="http://schemas.microsoft.com/office/drawing/2014/main" id="{EE538B0E-670C-93D9-B4F6-A0E782F598EA}"/>
              </a:ext>
            </a:extLst>
          </p:cNvPr>
          <p:cNvSpPr/>
          <p:nvPr/>
        </p:nvSpPr>
        <p:spPr>
          <a:xfrm>
            <a:off x="5250368" y="5210810"/>
            <a:ext cx="1005840" cy="1005840"/>
          </a:xfrm>
          <a:prstGeom prst="rect">
            <a:avLst/>
          </a:prstGeom>
          <a:solidFill>
            <a:srgbClr val="5400C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Cosmos</a:t>
            </a:r>
            <a:br>
              <a:rPr lang="en-US" sz="1050" dirty="0">
                <a:solidFill>
                  <a:schemeClr val="bg1"/>
                </a:solidFill>
              </a:rPr>
            </a:br>
            <a:r>
              <a:rPr lang="en-US" sz="1050" dirty="0">
                <a:solidFill>
                  <a:schemeClr val="bg1"/>
                </a:solidFill>
              </a:rPr>
              <a:t>Shade 1</a:t>
            </a:r>
          </a:p>
        </p:txBody>
      </p:sp>
      <p:sp>
        <p:nvSpPr>
          <p:cNvPr id="89" name="Rectangle 88">
            <a:extLst>
              <a:ext uri="{FF2B5EF4-FFF2-40B4-BE49-F238E27FC236}">
                <a16:creationId xmlns:a16="http://schemas.microsoft.com/office/drawing/2014/main" id="{5FA29B3B-31D8-0BBB-728D-E054A698480C}"/>
              </a:ext>
            </a:extLst>
          </p:cNvPr>
          <p:cNvSpPr/>
          <p:nvPr/>
        </p:nvSpPr>
        <p:spPr>
          <a:xfrm>
            <a:off x="6309510" y="5210810"/>
            <a:ext cx="1005840" cy="1005840"/>
          </a:xfrm>
          <a:prstGeom prst="rect">
            <a:avLst/>
          </a:prstGeom>
          <a:solidFill>
            <a:srgbClr val="38007F"/>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bg1"/>
                </a:solidFill>
              </a:rPr>
              <a:t>Cosmos</a:t>
            </a:r>
            <a:br>
              <a:rPr lang="en-US" sz="1050" dirty="0">
                <a:solidFill>
                  <a:schemeClr val="bg1"/>
                </a:solidFill>
              </a:rPr>
            </a:br>
            <a:r>
              <a:rPr lang="en-US" sz="1050" dirty="0">
                <a:solidFill>
                  <a:schemeClr val="bg1"/>
                </a:solidFill>
              </a:rPr>
              <a:t>Shade 2</a:t>
            </a:r>
          </a:p>
        </p:txBody>
      </p:sp>
    </p:spTree>
    <p:extLst>
      <p:ext uri="{BB962C8B-B14F-4D97-AF65-F5344CB8AC3E}">
        <p14:creationId xmlns:p14="http://schemas.microsoft.com/office/powerpoint/2010/main" val="2320939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225B16A-A642-90A2-EB74-77B517204DC6}"/>
              </a:ext>
            </a:extLst>
          </p:cNvPr>
          <p:cNvSpPr>
            <a:spLocks noGrp="1"/>
          </p:cNvSpPr>
          <p:nvPr>
            <p:ph type="title"/>
          </p:nvPr>
        </p:nvSpPr>
        <p:spPr/>
        <p:txBody>
          <a:bodyPr/>
          <a:lstStyle/>
          <a:p>
            <a:r>
              <a:rPr lang="en-US" dirty="0"/>
              <a:t>Color Palette – Using the Eyedropper for New Colors</a:t>
            </a:r>
          </a:p>
        </p:txBody>
      </p:sp>
      <p:sp>
        <p:nvSpPr>
          <p:cNvPr id="16" name="Rectangle 15">
            <a:extLst>
              <a:ext uri="{FF2B5EF4-FFF2-40B4-BE49-F238E27FC236}">
                <a16:creationId xmlns:a16="http://schemas.microsoft.com/office/drawing/2014/main" id="{B9D2E257-A1F7-E937-F3AB-E9634090F1DB}"/>
              </a:ext>
            </a:extLst>
          </p:cNvPr>
          <p:cNvSpPr/>
          <p:nvPr/>
        </p:nvSpPr>
        <p:spPr>
          <a:xfrm>
            <a:off x="640080" y="1352550"/>
            <a:ext cx="457200" cy="457200"/>
          </a:xfrm>
          <a:prstGeom prst="rect">
            <a:avLst/>
          </a:prstGeom>
          <a:solidFill>
            <a:srgbClr val="52525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dirty="0"/>
              <a:t>1</a:t>
            </a:r>
          </a:p>
        </p:txBody>
      </p:sp>
      <p:sp>
        <p:nvSpPr>
          <p:cNvPr id="3" name="Freeform: Shape 2">
            <a:extLst>
              <a:ext uri="{FF2B5EF4-FFF2-40B4-BE49-F238E27FC236}">
                <a16:creationId xmlns:a16="http://schemas.microsoft.com/office/drawing/2014/main" id="{A387E979-44EB-0099-0199-2BDC05784434}"/>
              </a:ext>
            </a:extLst>
          </p:cNvPr>
          <p:cNvSpPr/>
          <p:nvPr/>
        </p:nvSpPr>
        <p:spPr>
          <a:xfrm>
            <a:off x="640080" y="1352550"/>
            <a:ext cx="2035874" cy="4864100"/>
          </a:xfrm>
          <a:custGeom>
            <a:avLst/>
            <a:gdLst>
              <a:gd name="connsiteX0" fmla="*/ 457200 w 2035874"/>
              <a:gd name="connsiteY0" fmla="*/ 0 h 4864100"/>
              <a:gd name="connsiteX1" fmla="*/ 2035874 w 2035874"/>
              <a:gd name="connsiteY1" fmla="*/ 0 h 4864100"/>
              <a:gd name="connsiteX2" fmla="*/ 2035874 w 2035874"/>
              <a:gd name="connsiteY2" fmla="*/ 4864100 h 4864100"/>
              <a:gd name="connsiteX3" fmla="*/ 0 w 2035874"/>
              <a:gd name="connsiteY3" fmla="*/ 4864100 h 4864100"/>
              <a:gd name="connsiteX4" fmla="*/ 0 w 2035874"/>
              <a:gd name="connsiteY4" fmla="*/ 457200 h 4864100"/>
              <a:gd name="connsiteX5" fmla="*/ 457200 w 2035874"/>
              <a:gd name="connsiteY5" fmla="*/ 457200 h 486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874" h="4864100">
                <a:moveTo>
                  <a:pt x="457200" y="0"/>
                </a:moveTo>
                <a:lnTo>
                  <a:pt x="2035874" y="0"/>
                </a:lnTo>
                <a:lnTo>
                  <a:pt x="2035874" y="4864100"/>
                </a:lnTo>
                <a:lnTo>
                  <a:pt x="0" y="4864100"/>
                </a:lnTo>
                <a:lnTo>
                  <a:pt x="0" y="457200"/>
                </a:lnTo>
                <a:lnTo>
                  <a:pt x="457200" y="457200"/>
                </a:lnTo>
                <a:close/>
              </a:path>
            </a:pathLst>
          </a:cu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594360" rIns="137160" bIns="137160" rtlCol="0" anchor="t">
            <a:noAutofit/>
          </a:bodyPr>
          <a:lstStyle/>
          <a:p>
            <a:pPr>
              <a:spcAft>
                <a:spcPts val="1200"/>
              </a:spcAft>
            </a:pPr>
            <a:r>
              <a:rPr lang="en-US" sz="1600" dirty="0">
                <a:solidFill>
                  <a:schemeClr val="tx1"/>
                </a:solidFill>
              </a:rPr>
              <a:t>Copy and paste the color swatch onto your slide</a:t>
            </a:r>
          </a:p>
        </p:txBody>
      </p:sp>
      <p:sp>
        <p:nvSpPr>
          <p:cNvPr id="17" name="Rectangle 16">
            <a:extLst>
              <a:ext uri="{FF2B5EF4-FFF2-40B4-BE49-F238E27FC236}">
                <a16:creationId xmlns:a16="http://schemas.microsoft.com/office/drawing/2014/main" id="{97F693DF-8486-109A-C964-EDB10B4FDD87}"/>
              </a:ext>
            </a:extLst>
          </p:cNvPr>
          <p:cNvSpPr/>
          <p:nvPr/>
        </p:nvSpPr>
        <p:spPr>
          <a:xfrm>
            <a:off x="2859151" y="1352550"/>
            <a:ext cx="457200" cy="457200"/>
          </a:xfrm>
          <a:prstGeom prst="rect">
            <a:avLst/>
          </a:prstGeom>
          <a:solidFill>
            <a:srgbClr val="52525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dirty="0"/>
              <a:t>2</a:t>
            </a:r>
          </a:p>
        </p:txBody>
      </p:sp>
      <p:sp>
        <p:nvSpPr>
          <p:cNvPr id="6" name="Freeform: Shape 5">
            <a:extLst>
              <a:ext uri="{FF2B5EF4-FFF2-40B4-BE49-F238E27FC236}">
                <a16:creationId xmlns:a16="http://schemas.microsoft.com/office/drawing/2014/main" id="{07E13E5E-D85F-1F7C-400C-CCEF327DE75C}"/>
              </a:ext>
            </a:extLst>
          </p:cNvPr>
          <p:cNvSpPr/>
          <p:nvPr/>
        </p:nvSpPr>
        <p:spPr>
          <a:xfrm>
            <a:off x="2859151" y="1352550"/>
            <a:ext cx="2035874" cy="4864100"/>
          </a:xfrm>
          <a:custGeom>
            <a:avLst/>
            <a:gdLst>
              <a:gd name="connsiteX0" fmla="*/ 457200 w 2035874"/>
              <a:gd name="connsiteY0" fmla="*/ 0 h 4864100"/>
              <a:gd name="connsiteX1" fmla="*/ 2035874 w 2035874"/>
              <a:gd name="connsiteY1" fmla="*/ 0 h 4864100"/>
              <a:gd name="connsiteX2" fmla="*/ 2035874 w 2035874"/>
              <a:gd name="connsiteY2" fmla="*/ 4864100 h 4864100"/>
              <a:gd name="connsiteX3" fmla="*/ 0 w 2035874"/>
              <a:gd name="connsiteY3" fmla="*/ 4864100 h 4864100"/>
              <a:gd name="connsiteX4" fmla="*/ 0 w 2035874"/>
              <a:gd name="connsiteY4" fmla="*/ 457200 h 4864100"/>
              <a:gd name="connsiteX5" fmla="*/ 457200 w 2035874"/>
              <a:gd name="connsiteY5" fmla="*/ 457200 h 486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874" h="4864100">
                <a:moveTo>
                  <a:pt x="457200" y="0"/>
                </a:moveTo>
                <a:lnTo>
                  <a:pt x="2035874" y="0"/>
                </a:lnTo>
                <a:lnTo>
                  <a:pt x="2035874" y="4864100"/>
                </a:lnTo>
                <a:lnTo>
                  <a:pt x="0" y="4864100"/>
                </a:lnTo>
                <a:lnTo>
                  <a:pt x="0" y="457200"/>
                </a:lnTo>
                <a:lnTo>
                  <a:pt x="457200" y="457200"/>
                </a:lnTo>
                <a:close/>
              </a:path>
            </a:pathLst>
          </a:cu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594360" rIns="137160" bIns="137160" rtlCol="0" anchor="t">
            <a:noAutofit/>
          </a:bodyPr>
          <a:lstStyle/>
          <a:p>
            <a:pPr>
              <a:spcAft>
                <a:spcPts val="1200"/>
              </a:spcAft>
            </a:pPr>
            <a:r>
              <a:rPr lang="en-US" sz="1600" dirty="0">
                <a:solidFill>
                  <a:schemeClr val="tx1"/>
                </a:solidFill>
              </a:rPr>
              <a:t>Select the object to be recolored</a:t>
            </a:r>
          </a:p>
        </p:txBody>
      </p:sp>
      <p:sp>
        <p:nvSpPr>
          <p:cNvPr id="18" name="Rectangle 17">
            <a:extLst>
              <a:ext uri="{FF2B5EF4-FFF2-40B4-BE49-F238E27FC236}">
                <a16:creationId xmlns:a16="http://schemas.microsoft.com/office/drawing/2014/main" id="{9C671BD5-7E9E-A052-2090-2E1465FE85F5}"/>
              </a:ext>
            </a:extLst>
          </p:cNvPr>
          <p:cNvSpPr/>
          <p:nvPr/>
        </p:nvSpPr>
        <p:spPr>
          <a:xfrm>
            <a:off x="5078222" y="1352550"/>
            <a:ext cx="457200" cy="457200"/>
          </a:xfrm>
          <a:prstGeom prst="rect">
            <a:avLst/>
          </a:prstGeom>
          <a:solidFill>
            <a:srgbClr val="52525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dirty="0"/>
              <a:t>3</a:t>
            </a:r>
          </a:p>
        </p:txBody>
      </p:sp>
      <p:sp>
        <p:nvSpPr>
          <p:cNvPr id="8" name="Freeform: Shape 7">
            <a:extLst>
              <a:ext uri="{FF2B5EF4-FFF2-40B4-BE49-F238E27FC236}">
                <a16:creationId xmlns:a16="http://schemas.microsoft.com/office/drawing/2014/main" id="{7F0748D5-C179-D57B-A949-62C66CE2F3F2}"/>
              </a:ext>
            </a:extLst>
          </p:cNvPr>
          <p:cNvSpPr/>
          <p:nvPr/>
        </p:nvSpPr>
        <p:spPr>
          <a:xfrm>
            <a:off x="5078222" y="1352550"/>
            <a:ext cx="2035874" cy="4864100"/>
          </a:xfrm>
          <a:custGeom>
            <a:avLst/>
            <a:gdLst>
              <a:gd name="connsiteX0" fmla="*/ 457200 w 2035874"/>
              <a:gd name="connsiteY0" fmla="*/ 0 h 4864100"/>
              <a:gd name="connsiteX1" fmla="*/ 2035874 w 2035874"/>
              <a:gd name="connsiteY1" fmla="*/ 0 h 4864100"/>
              <a:gd name="connsiteX2" fmla="*/ 2035874 w 2035874"/>
              <a:gd name="connsiteY2" fmla="*/ 4864100 h 4864100"/>
              <a:gd name="connsiteX3" fmla="*/ 0 w 2035874"/>
              <a:gd name="connsiteY3" fmla="*/ 4864100 h 4864100"/>
              <a:gd name="connsiteX4" fmla="*/ 0 w 2035874"/>
              <a:gd name="connsiteY4" fmla="*/ 457200 h 4864100"/>
              <a:gd name="connsiteX5" fmla="*/ 457200 w 2035874"/>
              <a:gd name="connsiteY5" fmla="*/ 457200 h 486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874" h="4864100">
                <a:moveTo>
                  <a:pt x="457200" y="0"/>
                </a:moveTo>
                <a:lnTo>
                  <a:pt x="2035874" y="0"/>
                </a:lnTo>
                <a:lnTo>
                  <a:pt x="2035874" y="4864100"/>
                </a:lnTo>
                <a:lnTo>
                  <a:pt x="0" y="4864100"/>
                </a:lnTo>
                <a:lnTo>
                  <a:pt x="0" y="457200"/>
                </a:lnTo>
                <a:lnTo>
                  <a:pt x="457200" y="457200"/>
                </a:lnTo>
                <a:close/>
              </a:path>
            </a:pathLst>
          </a:cu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594360" rIns="137160" bIns="137160" rtlCol="0" anchor="t">
            <a:noAutofit/>
          </a:bodyPr>
          <a:lstStyle/>
          <a:p>
            <a:pPr>
              <a:spcAft>
                <a:spcPts val="1200"/>
              </a:spcAft>
            </a:pPr>
            <a:r>
              <a:rPr lang="en-US" sz="1600" dirty="0">
                <a:solidFill>
                  <a:schemeClr val="tx1"/>
                </a:solidFill>
              </a:rPr>
              <a:t>Select the Eyedropper </a:t>
            </a:r>
            <a:br>
              <a:rPr lang="en-US" sz="1600" dirty="0">
                <a:solidFill>
                  <a:schemeClr val="tx1"/>
                </a:solidFill>
              </a:rPr>
            </a:br>
            <a:r>
              <a:rPr lang="en-US" sz="1600" dirty="0">
                <a:solidFill>
                  <a:schemeClr val="tx1"/>
                </a:solidFill>
              </a:rPr>
              <a:t>from Shape Fill </a:t>
            </a:r>
            <a:br>
              <a:rPr lang="en-US" sz="1600" dirty="0">
                <a:solidFill>
                  <a:schemeClr val="tx1"/>
                </a:solidFill>
              </a:rPr>
            </a:br>
            <a:r>
              <a:rPr lang="en-US" sz="1600" dirty="0">
                <a:solidFill>
                  <a:schemeClr val="tx1"/>
                </a:solidFill>
              </a:rPr>
              <a:t>(or Shape Outline or Font Color) dropdown menu</a:t>
            </a:r>
          </a:p>
        </p:txBody>
      </p:sp>
      <p:sp>
        <p:nvSpPr>
          <p:cNvPr id="19" name="Rectangle 18">
            <a:extLst>
              <a:ext uri="{FF2B5EF4-FFF2-40B4-BE49-F238E27FC236}">
                <a16:creationId xmlns:a16="http://schemas.microsoft.com/office/drawing/2014/main" id="{2CD28D43-5C09-B660-9D8C-85EF639145F2}"/>
              </a:ext>
            </a:extLst>
          </p:cNvPr>
          <p:cNvSpPr/>
          <p:nvPr/>
        </p:nvSpPr>
        <p:spPr>
          <a:xfrm>
            <a:off x="7297293" y="1352550"/>
            <a:ext cx="457200" cy="457200"/>
          </a:xfrm>
          <a:prstGeom prst="rect">
            <a:avLst/>
          </a:prstGeom>
          <a:solidFill>
            <a:srgbClr val="52525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dirty="0"/>
              <a:t>4</a:t>
            </a:r>
          </a:p>
        </p:txBody>
      </p:sp>
      <p:sp>
        <p:nvSpPr>
          <p:cNvPr id="10" name="Freeform: Shape 9">
            <a:extLst>
              <a:ext uri="{FF2B5EF4-FFF2-40B4-BE49-F238E27FC236}">
                <a16:creationId xmlns:a16="http://schemas.microsoft.com/office/drawing/2014/main" id="{AE3BE8A6-124B-61D5-96F5-192D8E421D0C}"/>
              </a:ext>
            </a:extLst>
          </p:cNvPr>
          <p:cNvSpPr/>
          <p:nvPr/>
        </p:nvSpPr>
        <p:spPr>
          <a:xfrm>
            <a:off x="7297293" y="1352550"/>
            <a:ext cx="2035874" cy="4864100"/>
          </a:xfrm>
          <a:custGeom>
            <a:avLst/>
            <a:gdLst>
              <a:gd name="connsiteX0" fmla="*/ 457200 w 2035874"/>
              <a:gd name="connsiteY0" fmla="*/ 0 h 4864100"/>
              <a:gd name="connsiteX1" fmla="*/ 2035874 w 2035874"/>
              <a:gd name="connsiteY1" fmla="*/ 0 h 4864100"/>
              <a:gd name="connsiteX2" fmla="*/ 2035874 w 2035874"/>
              <a:gd name="connsiteY2" fmla="*/ 4864100 h 4864100"/>
              <a:gd name="connsiteX3" fmla="*/ 0 w 2035874"/>
              <a:gd name="connsiteY3" fmla="*/ 4864100 h 4864100"/>
              <a:gd name="connsiteX4" fmla="*/ 0 w 2035874"/>
              <a:gd name="connsiteY4" fmla="*/ 457200 h 4864100"/>
              <a:gd name="connsiteX5" fmla="*/ 457200 w 2035874"/>
              <a:gd name="connsiteY5" fmla="*/ 457200 h 486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874" h="4864100">
                <a:moveTo>
                  <a:pt x="457200" y="0"/>
                </a:moveTo>
                <a:lnTo>
                  <a:pt x="2035874" y="0"/>
                </a:lnTo>
                <a:lnTo>
                  <a:pt x="2035874" y="4864100"/>
                </a:lnTo>
                <a:lnTo>
                  <a:pt x="0" y="4864100"/>
                </a:lnTo>
                <a:lnTo>
                  <a:pt x="0" y="457200"/>
                </a:lnTo>
                <a:lnTo>
                  <a:pt x="457200" y="457200"/>
                </a:lnTo>
                <a:close/>
              </a:path>
            </a:pathLst>
          </a:cu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594360" rIns="137160" bIns="137160" rtlCol="0" anchor="t">
            <a:noAutofit/>
          </a:bodyPr>
          <a:lstStyle/>
          <a:p>
            <a:pPr>
              <a:spcAft>
                <a:spcPts val="1200"/>
              </a:spcAft>
            </a:pPr>
            <a:r>
              <a:rPr lang="en-US" sz="1600" dirty="0">
                <a:solidFill>
                  <a:schemeClr val="tx1"/>
                </a:solidFill>
              </a:rPr>
              <a:t>Click on the color swatch. Your object will take on this color and add it to your Recent Colors menu</a:t>
            </a:r>
          </a:p>
        </p:txBody>
      </p:sp>
      <p:sp>
        <p:nvSpPr>
          <p:cNvPr id="20" name="Rectangle 19">
            <a:extLst>
              <a:ext uri="{FF2B5EF4-FFF2-40B4-BE49-F238E27FC236}">
                <a16:creationId xmlns:a16="http://schemas.microsoft.com/office/drawing/2014/main" id="{E6B741B8-BD7B-3862-0456-D5EEA9F50155}"/>
              </a:ext>
            </a:extLst>
          </p:cNvPr>
          <p:cNvSpPr/>
          <p:nvPr/>
        </p:nvSpPr>
        <p:spPr>
          <a:xfrm>
            <a:off x="9516364" y="1352550"/>
            <a:ext cx="457200" cy="457200"/>
          </a:xfrm>
          <a:prstGeom prst="rect">
            <a:avLst/>
          </a:prstGeom>
          <a:solidFill>
            <a:srgbClr val="52525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r>
              <a:rPr lang="en-US" dirty="0"/>
              <a:t>5</a:t>
            </a:r>
          </a:p>
        </p:txBody>
      </p:sp>
      <p:sp>
        <p:nvSpPr>
          <p:cNvPr id="27" name="Freeform: Shape 26">
            <a:extLst>
              <a:ext uri="{FF2B5EF4-FFF2-40B4-BE49-F238E27FC236}">
                <a16:creationId xmlns:a16="http://schemas.microsoft.com/office/drawing/2014/main" id="{C870E3F3-9C8A-502D-DFF7-B0037FCB151A}"/>
              </a:ext>
            </a:extLst>
          </p:cNvPr>
          <p:cNvSpPr/>
          <p:nvPr/>
        </p:nvSpPr>
        <p:spPr>
          <a:xfrm>
            <a:off x="9516364" y="1352550"/>
            <a:ext cx="2035874" cy="4864100"/>
          </a:xfrm>
          <a:custGeom>
            <a:avLst/>
            <a:gdLst>
              <a:gd name="connsiteX0" fmla="*/ 457200 w 2035874"/>
              <a:gd name="connsiteY0" fmla="*/ 0 h 4864100"/>
              <a:gd name="connsiteX1" fmla="*/ 2035874 w 2035874"/>
              <a:gd name="connsiteY1" fmla="*/ 0 h 4864100"/>
              <a:gd name="connsiteX2" fmla="*/ 2035874 w 2035874"/>
              <a:gd name="connsiteY2" fmla="*/ 4864100 h 4864100"/>
              <a:gd name="connsiteX3" fmla="*/ 0 w 2035874"/>
              <a:gd name="connsiteY3" fmla="*/ 4864100 h 4864100"/>
              <a:gd name="connsiteX4" fmla="*/ 0 w 2035874"/>
              <a:gd name="connsiteY4" fmla="*/ 457200 h 4864100"/>
              <a:gd name="connsiteX5" fmla="*/ 457200 w 2035874"/>
              <a:gd name="connsiteY5" fmla="*/ 457200 h 486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874" h="4864100">
                <a:moveTo>
                  <a:pt x="457200" y="0"/>
                </a:moveTo>
                <a:lnTo>
                  <a:pt x="2035874" y="0"/>
                </a:lnTo>
                <a:lnTo>
                  <a:pt x="2035874" y="4864100"/>
                </a:lnTo>
                <a:lnTo>
                  <a:pt x="0" y="4864100"/>
                </a:lnTo>
                <a:lnTo>
                  <a:pt x="0" y="457200"/>
                </a:lnTo>
                <a:lnTo>
                  <a:pt x="457200" y="457200"/>
                </a:lnTo>
                <a:close/>
              </a:path>
            </a:pathLst>
          </a:custGeom>
          <a:gradFill flip="none" rotWithShape="1">
            <a:gsLst>
              <a:gs pos="0">
                <a:srgbClr val="E9E9E9"/>
              </a:gs>
              <a:gs pos="80000">
                <a:srgbClr val="E9E9E9">
                  <a:alpha val="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594360" rIns="137160" bIns="137160" rtlCol="0" anchor="t">
            <a:noAutofit/>
          </a:bodyPr>
          <a:lstStyle/>
          <a:p>
            <a:pPr>
              <a:spcAft>
                <a:spcPts val="1200"/>
              </a:spcAft>
            </a:pPr>
            <a:r>
              <a:rPr lang="en-US" sz="1600" dirty="0">
                <a:solidFill>
                  <a:schemeClr val="tx1"/>
                </a:solidFill>
              </a:rPr>
              <a:t>The swatch can be deleted from your slide</a:t>
            </a:r>
          </a:p>
        </p:txBody>
      </p:sp>
      <p:pic>
        <p:nvPicPr>
          <p:cNvPr id="21" name="Picture 20">
            <a:extLst>
              <a:ext uri="{FF2B5EF4-FFF2-40B4-BE49-F238E27FC236}">
                <a16:creationId xmlns:a16="http://schemas.microsoft.com/office/drawing/2014/main" id="{4EA15FE5-01B6-1431-F228-DA6413058957}"/>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51070" y="3537020"/>
            <a:ext cx="1051668" cy="2485454"/>
          </a:xfrm>
          <a:prstGeom prst="rect">
            <a:avLst/>
          </a:prstGeom>
        </p:spPr>
      </p:pic>
      <p:sp>
        <p:nvSpPr>
          <p:cNvPr id="22" name="Rectangle 21">
            <a:extLst>
              <a:ext uri="{FF2B5EF4-FFF2-40B4-BE49-F238E27FC236}">
                <a16:creationId xmlns:a16="http://schemas.microsoft.com/office/drawing/2014/main" id="{E7577330-3803-2010-ECDC-D78AF074D21C}"/>
              </a:ext>
              <a:ext uri="{C183D7F6-B498-43B3-948B-1728B52AA6E4}">
                <adec:decorative xmlns:adec="http://schemas.microsoft.com/office/drawing/2017/decorative" val="1"/>
              </a:ext>
            </a:extLst>
          </p:cNvPr>
          <p:cNvSpPr/>
          <p:nvPr/>
        </p:nvSpPr>
        <p:spPr>
          <a:xfrm>
            <a:off x="1155097" y="3537020"/>
            <a:ext cx="1005840" cy="1005840"/>
          </a:xfrm>
          <a:prstGeom prst="rect">
            <a:avLst/>
          </a:prstGeom>
          <a:solidFill>
            <a:srgbClr val="FE5A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r>
              <a:rPr lang="en-US" sz="1050" dirty="0">
                <a:solidFill>
                  <a:schemeClr val="tx1"/>
                </a:solidFill>
              </a:rPr>
              <a:t>Electric</a:t>
            </a:r>
            <a:br>
              <a:rPr lang="en-US" sz="1050" dirty="0">
                <a:solidFill>
                  <a:schemeClr val="tx1"/>
                </a:solidFill>
              </a:rPr>
            </a:br>
            <a:r>
              <a:rPr lang="en-US" sz="1050" dirty="0">
                <a:solidFill>
                  <a:schemeClr val="tx1"/>
                </a:solidFill>
              </a:rPr>
              <a:t>Coral</a:t>
            </a:r>
          </a:p>
        </p:txBody>
      </p:sp>
      <p:grpSp>
        <p:nvGrpSpPr>
          <p:cNvPr id="36" name="Group 35">
            <a:extLst>
              <a:ext uri="{FF2B5EF4-FFF2-40B4-BE49-F238E27FC236}">
                <a16:creationId xmlns:a16="http://schemas.microsoft.com/office/drawing/2014/main" id="{66BDE7E2-CA07-317C-9140-53EC2E3B0A89}"/>
              </a:ext>
              <a:ext uri="{C183D7F6-B498-43B3-948B-1728B52AA6E4}">
                <adec:decorative xmlns:adec="http://schemas.microsoft.com/office/drawing/2017/decorative" val="1"/>
              </a:ext>
            </a:extLst>
          </p:cNvPr>
          <p:cNvGrpSpPr/>
          <p:nvPr/>
        </p:nvGrpSpPr>
        <p:grpSpPr>
          <a:xfrm>
            <a:off x="3323926" y="4230818"/>
            <a:ext cx="1106324" cy="1106324"/>
            <a:chOff x="3323926" y="3486778"/>
            <a:chExt cx="1106324" cy="1106324"/>
          </a:xfrm>
        </p:grpSpPr>
        <p:sp>
          <p:nvSpPr>
            <p:cNvPr id="24" name="Rectangle 23">
              <a:extLst>
                <a:ext uri="{FF2B5EF4-FFF2-40B4-BE49-F238E27FC236}">
                  <a16:creationId xmlns:a16="http://schemas.microsoft.com/office/drawing/2014/main" id="{63F0ED2E-5CCD-0BF3-DFB0-FAFAB000204F}"/>
                </a:ext>
              </a:extLst>
            </p:cNvPr>
            <p:cNvSpPr/>
            <p:nvPr/>
          </p:nvSpPr>
          <p:spPr>
            <a:xfrm>
              <a:off x="3374168" y="3537020"/>
              <a:ext cx="1005840" cy="10058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5" name="Oval 24">
              <a:extLst>
                <a:ext uri="{FF2B5EF4-FFF2-40B4-BE49-F238E27FC236}">
                  <a16:creationId xmlns:a16="http://schemas.microsoft.com/office/drawing/2014/main" id="{6DBFCDB7-112D-8915-AAE1-2ABF6ACE663F}"/>
                </a:ext>
              </a:extLst>
            </p:cNvPr>
            <p:cNvSpPr/>
            <p:nvPr/>
          </p:nvSpPr>
          <p:spPr>
            <a:xfrm>
              <a:off x="382684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6" name="Oval 25">
              <a:extLst>
                <a:ext uri="{FF2B5EF4-FFF2-40B4-BE49-F238E27FC236}">
                  <a16:creationId xmlns:a16="http://schemas.microsoft.com/office/drawing/2014/main" id="{A6DD364F-8E47-3F44-DAA8-CE544ABC3127}"/>
                </a:ext>
              </a:extLst>
            </p:cNvPr>
            <p:cNvSpPr/>
            <p:nvPr/>
          </p:nvSpPr>
          <p:spPr>
            <a:xfrm>
              <a:off x="332392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9" name="Oval 28">
              <a:extLst>
                <a:ext uri="{FF2B5EF4-FFF2-40B4-BE49-F238E27FC236}">
                  <a16:creationId xmlns:a16="http://schemas.microsoft.com/office/drawing/2014/main" id="{6ACFD3F2-667E-ABE1-1D92-36E3A27772F2}"/>
                </a:ext>
              </a:extLst>
            </p:cNvPr>
            <p:cNvSpPr/>
            <p:nvPr/>
          </p:nvSpPr>
          <p:spPr>
            <a:xfrm>
              <a:off x="432976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0" name="Oval 29">
              <a:extLst>
                <a:ext uri="{FF2B5EF4-FFF2-40B4-BE49-F238E27FC236}">
                  <a16:creationId xmlns:a16="http://schemas.microsoft.com/office/drawing/2014/main" id="{07B78A92-3C88-A3B5-ED4B-7DA03675A4F0}"/>
                </a:ext>
              </a:extLst>
            </p:cNvPr>
            <p:cNvSpPr/>
            <p:nvPr/>
          </p:nvSpPr>
          <p:spPr>
            <a:xfrm>
              <a:off x="382684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1" name="Oval 30">
              <a:extLst>
                <a:ext uri="{FF2B5EF4-FFF2-40B4-BE49-F238E27FC236}">
                  <a16:creationId xmlns:a16="http://schemas.microsoft.com/office/drawing/2014/main" id="{5F3F11AE-0EA4-9BF8-B4CE-88612A46C922}"/>
                </a:ext>
              </a:extLst>
            </p:cNvPr>
            <p:cNvSpPr/>
            <p:nvPr/>
          </p:nvSpPr>
          <p:spPr>
            <a:xfrm>
              <a:off x="332392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2" name="Oval 31">
              <a:extLst>
                <a:ext uri="{FF2B5EF4-FFF2-40B4-BE49-F238E27FC236}">
                  <a16:creationId xmlns:a16="http://schemas.microsoft.com/office/drawing/2014/main" id="{A4C2C6DA-E96F-AD23-E96A-0D56E4854E2E}"/>
                </a:ext>
              </a:extLst>
            </p:cNvPr>
            <p:cNvSpPr/>
            <p:nvPr/>
          </p:nvSpPr>
          <p:spPr>
            <a:xfrm>
              <a:off x="432976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3" name="Oval 32">
              <a:extLst>
                <a:ext uri="{FF2B5EF4-FFF2-40B4-BE49-F238E27FC236}">
                  <a16:creationId xmlns:a16="http://schemas.microsoft.com/office/drawing/2014/main" id="{9831BBFF-6AFB-F81B-CD45-A8969E59A153}"/>
                </a:ext>
              </a:extLst>
            </p:cNvPr>
            <p:cNvSpPr/>
            <p:nvPr/>
          </p:nvSpPr>
          <p:spPr>
            <a:xfrm>
              <a:off x="3323926" y="398969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34" name="Oval 33">
              <a:extLst>
                <a:ext uri="{FF2B5EF4-FFF2-40B4-BE49-F238E27FC236}">
                  <a16:creationId xmlns:a16="http://schemas.microsoft.com/office/drawing/2014/main" id="{9B87B025-EAB8-A9F9-CFC6-0933119F16EF}"/>
                </a:ext>
              </a:extLst>
            </p:cNvPr>
            <p:cNvSpPr/>
            <p:nvPr/>
          </p:nvSpPr>
          <p:spPr>
            <a:xfrm>
              <a:off x="4329766" y="398969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sp>
        <p:nvSpPr>
          <p:cNvPr id="35" name="Rectangle 34">
            <a:extLst>
              <a:ext uri="{FF2B5EF4-FFF2-40B4-BE49-F238E27FC236}">
                <a16:creationId xmlns:a16="http://schemas.microsoft.com/office/drawing/2014/main" id="{A8126681-3C7C-1F59-D6DB-A1C370A6B15E}"/>
              </a:ext>
              <a:ext uri="{C183D7F6-B498-43B3-948B-1728B52AA6E4}">
                <adec:decorative xmlns:adec="http://schemas.microsoft.com/office/drawing/2017/decorative" val="1"/>
              </a:ext>
            </a:extLst>
          </p:cNvPr>
          <p:cNvSpPr/>
          <p:nvPr/>
        </p:nvSpPr>
        <p:spPr>
          <a:xfrm>
            <a:off x="4181282" y="3537020"/>
            <a:ext cx="397452" cy="397452"/>
          </a:xfrm>
          <a:prstGeom prst="rect">
            <a:avLst/>
          </a:prstGeom>
          <a:solidFill>
            <a:srgbClr val="FE5A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endParaRPr lang="en-US" sz="1000" dirty="0">
              <a:solidFill>
                <a:schemeClr val="tx1"/>
              </a:solidFill>
            </a:endParaRPr>
          </a:p>
        </p:txBody>
      </p:sp>
      <p:grpSp>
        <p:nvGrpSpPr>
          <p:cNvPr id="49" name="Group 48">
            <a:extLst>
              <a:ext uri="{FF2B5EF4-FFF2-40B4-BE49-F238E27FC236}">
                <a16:creationId xmlns:a16="http://schemas.microsoft.com/office/drawing/2014/main" id="{809EBE97-5A02-7BA4-F29E-4F59A5F8E83E}"/>
              </a:ext>
              <a:ext uri="{C183D7F6-B498-43B3-948B-1728B52AA6E4}">
                <adec:decorative xmlns:adec="http://schemas.microsoft.com/office/drawing/2017/decorative" val="1"/>
              </a:ext>
            </a:extLst>
          </p:cNvPr>
          <p:cNvGrpSpPr/>
          <p:nvPr/>
        </p:nvGrpSpPr>
        <p:grpSpPr>
          <a:xfrm>
            <a:off x="7762068" y="4230818"/>
            <a:ext cx="1106324" cy="1106324"/>
            <a:chOff x="3323926" y="3486778"/>
            <a:chExt cx="1106324" cy="1106324"/>
          </a:xfrm>
        </p:grpSpPr>
        <p:sp>
          <p:nvSpPr>
            <p:cNvPr id="50" name="Rectangle 49">
              <a:extLst>
                <a:ext uri="{FF2B5EF4-FFF2-40B4-BE49-F238E27FC236}">
                  <a16:creationId xmlns:a16="http://schemas.microsoft.com/office/drawing/2014/main" id="{8F454A95-A3FF-5D9B-D88A-E7D18F36C127}"/>
                </a:ext>
              </a:extLst>
            </p:cNvPr>
            <p:cNvSpPr/>
            <p:nvPr/>
          </p:nvSpPr>
          <p:spPr>
            <a:xfrm>
              <a:off x="3374168" y="3537020"/>
              <a:ext cx="1005840" cy="1005840"/>
            </a:xfrm>
            <a:prstGeom prst="rect">
              <a:avLst/>
            </a:prstGeom>
            <a:solidFill>
              <a:srgbClr val="FE5A8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1" name="Oval 50">
              <a:extLst>
                <a:ext uri="{FF2B5EF4-FFF2-40B4-BE49-F238E27FC236}">
                  <a16:creationId xmlns:a16="http://schemas.microsoft.com/office/drawing/2014/main" id="{C0E8B551-9955-3160-B59C-80F07C88AE1C}"/>
                </a:ext>
              </a:extLst>
            </p:cNvPr>
            <p:cNvSpPr/>
            <p:nvPr/>
          </p:nvSpPr>
          <p:spPr>
            <a:xfrm>
              <a:off x="382684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2" name="Oval 51">
              <a:extLst>
                <a:ext uri="{FF2B5EF4-FFF2-40B4-BE49-F238E27FC236}">
                  <a16:creationId xmlns:a16="http://schemas.microsoft.com/office/drawing/2014/main" id="{643223D9-7EB9-A02D-D820-BF04B33B3A91}"/>
                </a:ext>
              </a:extLst>
            </p:cNvPr>
            <p:cNvSpPr/>
            <p:nvPr/>
          </p:nvSpPr>
          <p:spPr>
            <a:xfrm>
              <a:off x="332392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3" name="Oval 52">
              <a:extLst>
                <a:ext uri="{FF2B5EF4-FFF2-40B4-BE49-F238E27FC236}">
                  <a16:creationId xmlns:a16="http://schemas.microsoft.com/office/drawing/2014/main" id="{E42492D5-DCDC-0127-8713-BCC72B4F601E}"/>
                </a:ext>
              </a:extLst>
            </p:cNvPr>
            <p:cNvSpPr/>
            <p:nvPr/>
          </p:nvSpPr>
          <p:spPr>
            <a:xfrm>
              <a:off x="4329766" y="348677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4" name="Oval 53">
              <a:extLst>
                <a:ext uri="{FF2B5EF4-FFF2-40B4-BE49-F238E27FC236}">
                  <a16:creationId xmlns:a16="http://schemas.microsoft.com/office/drawing/2014/main" id="{6DF2A67B-4D44-C211-105D-18793BD465E8}"/>
                </a:ext>
              </a:extLst>
            </p:cNvPr>
            <p:cNvSpPr/>
            <p:nvPr/>
          </p:nvSpPr>
          <p:spPr>
            <a:xfrm>
              <a:off x="382684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5" name="Oval 54">
              <a:extLst>
                <a:ext uri="{FF2B5EF4-FFF2-40B4-BE49-F238E27FC236}">
                  <a16:creationId xmlns:a16="http://schemas.microsoft.com/office/drawing/2014/main" id="{E78C7C23-076B-73AD-2ECC-B7A9488B6AA2}"/>
                </a:ext>
              </a:extLst>
            </p:cNvPr>
            <p:cNvSpPr/>
            <p:nvPr/>
          </p:nvSpPr>
          <p:spPr>
            <a:xfrm>
              <a:off x="332392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6" name="Oval 55">
              <a:extLst>
                <a:ext uri="{FF2B5EF4-FFF2-40B4-BE49-F238E27FC236}">
                  <a16:creationId xmlns:a16="http://schemas.microsoft.com/office/drawing/2014/main" id="{9075A54B-AE25-06B1-8416-09C645464C19}"/>
                </a:ext>
              </a:extLst>
            </p:cNvPr>
            <p:cNvSpPr/>
            <p:nvPr/>
          </p:nvSpPr>
          <p:spPr>
            <a:xfrm>
              <a:off x="4329766" y="449261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7" name="Oval 56">
              <a:extLst>
                <a:ext uri="{FF2B5EF4-FFF2-40B4-BE49-F238E27FC236}">
                  <a16:creationId xmlns:a16="http://schemas.microsoft.com/office/drawing/2014/main" id="{335ED0D2-2E19-5ED2-8CFF-D2606C982EF0}"/>
                </a:ext>
              </a:extLst>
            </p:cNvPr>
            <p:cNvSpPr/>
            <p:nvPr/>
          </p:nvSpPr>
          <p:spPr>
            <a:xfrm>
              <a:off x="3323926" y="398969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58" name="Oval 57">
              <a:extLst>
                <a:ext uri="{FF2B5EF4-FFF2-40B4-BE49-F238E27FC236}">
                  <a16:creationId xmlns:a16="http://schemas.microsoft.com/office/drawing/2014/main" id="{588C5B5C-CEB3-5176-FDBE-5990C073560C}"/>
                </a:ext>
              </a:extLst>
            </p:cNvPr>
            <p:cNvSpPr/>
            <p:nvPr/>
          </p:nvSpPr>
          <p:spPr>
            <a:xfrm>
              <a:off x="4329766" y="3989698"/>
              <a:ext cx="100484" cy="10048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sp>
        <p:nvSpPr>
          <p:cNvPr id="59" name="Rectangle 58">
            <a:extLst>
              <a:ext uri="{FF2B5EF4-FFF2-40B4-BE49-F238E27FC236}">
                <a16:creationId xmlns:a16="http://schemas.microsoft.com/office/drawing/2014/main" id="{12CF82B4-B9E7-4E31-BB88-FC71F8ADD57D}"/>
              </a:ext>
              <a:ext uri="{C183D7F6-B498-43B3-948B-1728B52AA6E4}">
                <adec:decorative xmlns:adec="http://schemas.microsoft.com/office/drawing/2017/decorative" val="1"/>
              </a:ext>
            </a:extLst>
          </p:cNvPr>
          <p:cNvSpPr/>
          <p:nvPr/>
        </p:nvSpPr>
        <p:spPr>
          <a:xfrm>
            <a:off x="8619424" y="3537020"/>
            <a:ext cx="397452" cy="397452"/>
          </a:xfrm>
          <a:prstGeom prst="rect">
            <a:avLst/>
          </a:prstGeom>
          <a:solidFill>
            <a:srgbClr val="FE5A80"/>
          </a:solidFill>
          <a:ln>
            <a:no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endParaRPr lang="en-US" sz="1000" dirty="0">
              <a:solidFill>
                <a:schemeClr val="tx1"/>
              </a:solidFill>
            </a:endParaRPr>
          </a:p>
        </p:txBody>
      </p:sp>
      <p:sp>
        <p:nvSpPr>
          <p:cNvPr id="63" name="Rectangle 62">
            <a:extLst>
              <a:ext uri="{FF2B5EF4-FFF2-40B4-BE49-F238E27FC236}">
                <a16:creationId xmlns:a16="http://schemas.microsoft.com/office/drawing/2014/main" id="{CD8F5886-1F8F-5660-D38B-EE88FCF3AAC6}"/>
              </a:ext>
              <a:ext uri="{C183D7F6-B498-43B3-948B-1728B52AA6E4}">
                <adec:decorative xmlns:adec="http://schemas.microsoft.com/office/drawing/2017/decorative" val="1"/>
              </a:ext>
            </a:extLst>
          </p:cNvPr>
          <p:cNvSpPr/>
          <p:nvPr/>
        </p:nvSpPr>
        <p:spPr>
          <a:xfrm>
            <a:off x="10031063" y="4281060"/>
            <a:ext cx="1005840" cy="1005840"/>
          </a:xfrm>
          <a:prstGeom prst="rect">
            <a:avLst/>
          </a:prstGeom>
          <a:solidFill>
            <a:srgbClr val="FE5A8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74" name="Arc 73">
            <a:extLst>
              <a:ext uri="{FF2B5EF4-FFF2-40B4-BE49-F238E27FC236}">
                <a16:creationId xmlns:a16="http://schemas.microsoft.com/office/drawing/2014/main" id="{D48DD619-3DC8-B126-F9DF-A9465D23AB10}"/>
              </a:ext>
              <a:ext uri="{C183D7F6-B498-43B3-948B-1728B52AA6E4}">
                <adec:decorative xmlns:adec="http://schemas.microsoft.com/office/drawing/2017/decorative" val="1"/>
              </a:ext>
            </a:extLst>
          </p:cNvPr>
          <p:cNvSpPr/>
          <p:nvPr/>
        </p:nvSpPr>
        <p:spPr>
          <a:xfrm>
            <a:off x="8315230" y="3735746"/>
            <a:ext cx="452678" cy="452678"/>
          </a:xfrm>
          <a:prstGeom prst="arc">
            <a:avLst>
              <a:gd name="adj1" fmla="val 10804434"/>
              <a:gd name="adj2" fmla="val 16134719"/>
            </a:avLst>
          </a:prstGeom>
          <a:ln w="12700">
            <a:solidFill>
              <a:srgbClr val="18354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D4E53867-054D-CFE9-3150-5076F5A6CED6}"/>
              </a:ext>
              <a:ext uri="{C183D7F6-B498-43B3-948B-1728B52AA6E4}">
                <adec:decorative xmlns:adec="http://schemas.microsoft.com/office/drawing/2017/decorative" val="1"/>
              </a:ext>
            </a:extLst>
          </p:cNvPr>
          <p:cNvCxnSpPr>
            <a:stCxn id="74" idx="0"/>
          </p:cNvCxnSpPr>
          <p:nvPr/>
        </p:nvCxnSpPr>
        <p:spPr>
          <a:xfrm>
            <a:off x="8315230" y="3961793"/>
            <a:ext cx="0" cy="162011"/>
          </a:xfrm>
          <a:prstGeom prst="line">
            <a:avLst/>
          </a:prstGeom>
          <a:ln w="12700">
            <a:solidFill>
              <a:srgbClr val="183544"/>
            </a:solidFill>
            <a:tailEnd type="arrow"/>
          </a:ln>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3F037C04-3E89-5749-6662-76BDC3A2BB95}"/>
              </a:ext>
              <a:ext uri="{C183D7F6-B498-43B3-948B-1728B52AA6E4}">
                <adec:decorative xmlns:adec="http://schemas.microsoft.com/office/drawing/2017/decorative" val="1"/>
              </a:ext>
            </a:extLst>
          </p:cNvPr>
          <p:cNvSpPr/>
          <p:nvPr/>
        </p:nvSpPr>
        <p:spPr>
          <a:xfrm>
            <a:off x="10838177" y="3537020"/>
            <a:ext cx="397452" cy="397452"/>
          </a:xfrm>
          <a:prstGeom prst="rect">
            <a:avLst/>
          </a:prstGeom>
          <a:noFill/>
          <a:ln>
            <a:solidFill>
              <a:srgbClr val="AEAEAE"/>
            </a:solid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endParaRPr lang="en-US" sz="1000" dirty="0">
              <a:solidFill>
                <a:schemeClr val="tx1"/>
              </a:solidFill>
            </a:endParaRPr>
          </a:p>
        </p:txBody>
      </p:sp>
      <p:grpSp>
        <p:nvGrpSpPr>
          <p:cNvPr id="82" name="Group 81">
            <a:extLst>
              <a:ext uri="{FF2B5EF4-FFF2-40B4-BE49-F238E27FC236}">
                <a16:creationId xmlns:a16="http://schemas.microsoft.com/office/drawing/2014/main" id="{DC0DE9A0-8733-2BBF-0FD8-1F4032755347}"/>
              </a:ext>
              <a:ext uri="{C183D7F6-B498-43B3-948B-1728B52AA6E4}">
                <adec:decorative xmlns:adec="http://schemas.microsoft.com/office/drawing/2017/decorative" val="1"/>
              </a:ext>
            </a:extLst>
          </p:cNvPr>
          <p:cNvGrpSpPr/>
          <p:nvPr/>
        </p:nvGrpSpPr>
        <p:grpSpPr>
          <a:xfrm>
            <a:off x="10938116" y="3636959"/>
            <a:ext cx="197574" cy="197574"/>
            <a:chOff x="10986661" y="3685504"/>
            <a:chExt cx="100484" cy="100484"/>
          </a:xfrm>
        </p:grpSpPr>
        <p:cxnSp>
          <p:nvCxnSpPr>
            <p:cNvPr id="79" name="Straight Connector 78">
              <a:extLst>
                <a:ext uri="{FF2B5EF4-FFF2-40B4-BE49-F238E27FC236}">
                  <a16:creationId xmlns:a16="http://schemas.microsoft.com/office/drawing/2014/main" id="{754406DA-A5D7-1014-744D-A40D996AD7A8}"/>
                </a:ext>
                <a:ext uri="{C183D7F6-B498-43B3-948B-1728B52AA6E4}">
                  <adec:decorative xmlns:adec="http://schemas.microsoft.com/office/drawing/2017/decorative" val="1"/>
                </a:ext>
              </a:extLst>
            </p:cNvPr>
            <p:cNvCxnSpPr>
              <a:cxnSpLocks/>
            </p:cNvCxnSpPr>
            <p:nvPr/>
          </p:nvCxnSpPr>
          <p:spPr>
            <a:xfrm>
              <a:off x="10986661" y="3685504"/>
              <a:ext cx="100484" cy="100484"/>
            </a:xfrm>
            <a:prstGeom prst="line">
              <a:avLst/>
            </a:prstGeom>
            <a:ln w="12700">
              <a:solidFill>
                <a:srgbClr val="AEAEAE"/>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D903A2E9-F9A7-112E-F501-D40B4FD04936}"/>
                </a:ext>
                <a:ext uri="{C183D7F6-B498-43B3-948B-1728B52AA6E4}">
                  <adec:decorative xmlns:adec="http://schemas.microsoft.com/office/drawing/2017/decorative" val="1"/>
                </a:ext>
              </a:extLst>
            </p:cNvPr>
            <p:cNvCxnSpPr>
              <a:cxnSpLocks/>
            </p:cNvCxnSpPr>
            <p:nvPr/>
          </p:nvCxnSpPr>
          <p:spPr>
            <a:xfrm flipH="1">
              <a:off x="10986661" y="3685504"/>
              <a:ext cx="100484" cy="100484"/>
            </a:xfrm>
            <a:prstGeom prst="line">
              <a:avLst/>
            </a:prstGeom>
            <a:ln w="12700">
              <a:solidFill>
                <a:srgbClr val="AEAEAE"/>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6B545272-1515-47EA-02F8-607E976C67C0}"/>
              </a:ext>
              <a:ext uri="{C183D7F6-B498-43B3-948B-1728B52AA6E4}">
                <adec:decorative xmlns:adec="http://schemas.microsoft.com/office/drawing/2017/decorative" val="1"/>
              </a:ext>
            </a:extLst>
          </p:cNvPr>
          <p:cNvGrpSpPr>
            <a:grpSpLocks noChangeAspect="1"/>
          </p:cNvGrpSpPr>
          <p:nvPr/>
        </p:nvGrpSpPr>
        <p:grpSpPr>
          <a:xfrm>
            <a:off x="3983490" y="5248850"/>
            <a:ext cx="456771" cy="457200"/>
            <a:chOff x="-2101315" y="523412"/>
            <a:chExt cx="5493898" cy="5499062"/>
          </a:xfrm>
        </p:grpSpPr>
        <p:sp>
          <p:nvSpPr>
            <p:cNvPr id="87" name="Freeform: Shape 86">
              <a:extLst>
                <a:ext uri="{FF2B5EF4-FFF2-40B4-BE49-F238E27FC236}">
                  <a16:creationId xmlns:a16="http://schemas.microsoft.com/office/drawing/2014/main" id="{B95F6260-7455-A61F-05F0-E2D49D5C24F5}"/>
                </a:ext>
                <a:ext uri="{C183D7F6-B498-43B3-948B-1728B52AA6E4}">
                  <adec:decorative xmlns:adec="http://schemas.microsoft.com/office/drawing/2017/decorative" val="1"/>
                </a:ext>
              </a:extLst>
            </p:cNvPr>
            <p:cNvSpPr/>
            <p:nvPr/>
          </p:nvSpPr>
          <p:spPr>
            <a:xfrm>
              <a:off x="-1987296" y="621792"/>
              <a:ext cx="5254752" cy="5230368"/>
            </a:xfrm>
            <a:custGeom>
              <a:avLst/>
              <a:gdLst>
                <a:gd name="connsiteX0" fmla="*/ 0 w 5254752"/>
                <a:gd name="connsiteY0" fmla="*/ 85344 h 5230368"/>
                <a:gd name="connsiteX1" fmla="*/ 1719072 w 5254752"/>
                <a:gd name="connsiteY1" fmla="*/ 5181600 h 5230368"/>
                <a:gd name="connsiteX2" fmla="*/ 2499360 w 5254752"/>
                <a:gd name="connsiteY2" fmla="*/ 3279648 h 5230368"/>
                <a:gd name="connsiteX3" fmla="*/ 4486656 w 5254752"/>
                <a:gd name="connsiteY3" fmla="*/ 5230368 h 5230368"/>
                <a:gd name="connsiteX4" fmla="*/ 5254752 w 5254752"/>
                <a:gd name="connsiteY4" fmla="*/ 4547616 h 5230368"/>
                <a:gd name="connsiteX5" fmla="*/ 3206496 w 5254752"/>
                <a:gd name="connsiteY5" fmla="*/ 2511552 h 5230368"/>
                <a:gd name="connsiteX6" fmla="*/ 5132832 w 5254752"/>
                <a:gd name="connsiteY6" fmla="*/ 1767840 h 5230368"/>
                <a:gd name="connsiteX7" fmla="*/ 85344 w 5254752"/>
                <a:gd name="connsiteY7" fmla="*/ 0 h 5230368"/>
                <a:gd name="connsiteX8" fmla="*/ 0 w 5254752"/>
                <a:gd name="connsiteY8" fmla="*/ 85344 h 5230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54752" h="5230368">
                  <a:moveTo>
                    <a:pt x="0" y="85344"/>
                  </a:moveTo>
                  <a:lnTo>
                    <a:pt x="1719072" y="5181600"/>
                  </a:lnTo>
                  <a:lnTo>
                    <a:pt x="2499360" y="3279648"/>
                  </a:lnTo>
                  <a:lnTo>
                    <a:pt x="4486656" y="5230368"/>
                  </a:lnTo>
                  <a:lnTo>
                    <a:pt x="5254752" y="4547616"/>
                  </a:lnTo>
                  <a:lnTo>
                    <a:pt x="3206496" y="2511552"/>
                  </a:lnTo>
                  <a:lnTo>
                    <a:pt x="5132832" y="1767840"/>
                  </a:lnTo>
                  <a:lnTo>
                    <a:pt x="85344" y="0"/>
                  </a:lnTo>
                  <a:lnTo>
                    <a:pt x="0" y="8534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86" name="Graphic 84">
              <a:extLst>
                <a:ext uri="{FF2B5EF4-FFF2-40B4-BE49-F238E27FC236}">
                  <a16:creationId xmlns:a16="http://schemas.microsoft.com/office/drawing/2014/main" id="{DA594411-F4DB-1864-39B8-69AECC4A22B4}"/>
                </a:ext>
                <a:ext uri="{C183D7F6-B498-43B3-948B-1728B52AA6E4}">
                  <adec:decorative xmlns:adec="http://schemas.microsoft.com/office/drawing/2017/decorative" val="1"/>
                </a:ext>
              </a:extLst>
            </p:cNvPr>
            <p:cNvSpPr/>
            <p:nvPr/>
          </p:nvSpPr>
          <p:spPr>
            <a:xfrm>
              <a:off x="-2101315" y="523412"/>
              <a:ext cx="5493898" cy="5499062"/>
            </a:xfrm>
            <a:custGeom>
              <a:avLst/>
              <a:gdLst>
                <a:gd name="connsiteX0" fmla="*/ 20664 w 533051"/>
                <a:gd name="connsiteY0" fmla="*/ 20622 h 533552"/>
                <a:gd name="connsiteX1" fmla="*/ 497257 w 533051"/>
                <a:gd name="connsiteY1" fmla="*/ 179546 h 533552"/>
                <a:gd name="connsiteX2" fmla="*/ 497318 w 533051"/>
                <a:gd name="connsiteY2" fmla="*/ 179666 h 533552"/>
                <a:gd name="connsiteX3" fmla="*/ 497257 w 533051"/>
                <a:gd name="connsiteY3" fmla="*/ 179727 h 533552"/>
                <a:gd name="connsiteX4" fmla="*/ 334179 w 533051"/>
                <a:gd name="connsiteY4" fmla="*/ 238468 h 533552"/>
                <a:gd name="connsiteX5" fmla="*/ 305937 w 533051"/>
                <a:gd name="connsiteY5" fmla="*/ 248603 h 533552"/>
                <a:gd name="connsiteX6" fmla="*/ 327169 w 533051"/>
                <a:gd name="connsiteY6" fmla="*/ 269824 h 533552"/>
                <a:gd name="connsiteX7" fmla="*/ 506105 w 533051"/>
                <a:gd name="connsiteY7" fmla="*/ 448751 h 533552"/>
                <a:gd name="connsiteX8" fmla="*/ 448184 w 533051"/>
                <a:gd name="connsiteY8" fmla="*/ 506616 h 533552"/>
                <a:gd name="connsiteX9" fmla="*/ 269428 w 533051"/>
                <a:gd name="connsiteY9" fmla="*/ 327812 h 533552"/>
                <a:gd name="connsiteX10" fmla="*/ 248254 w 533051"/>
                <a:gd name="connsiteY10" fmla="*/ 306591 h 533552"/>
                <a:gd name="connsiteX11" fmla="*/ 238081 w 533051"/>
                <a:gd name="connsiteY11" fmla="*/ 334823 h 533552"/>
                <a:gd name="connsiteX12" fmla="*/ 179274 w 533051"/>
                <a:gd name="connsiteY12" fmla="*/ 497967 h 533552"/>
                <a:gd name="connsiteX13" fmla="*/ 179154 w 533051"/>
                <a:gd name="connsiteY13" fmla="*/ 498028 h 533552"/>
                <a:gd name="connsiteX14" fmla="*/ 179093 w 533051"/>
                <a:gd name="connsiteY14" fmla="*/ 497967 h 533552"/>
                <a:gd name="connsiteX15" fmla="*/ 20549 w 533051"/>
                <a:gd name="connsiteY15" fmla="*/ 20765 h 533552"/>
                <a:gd name="connsiteX16" fmla="*/ 20535 w 533051"/>
                <a:gd name="connsiteY16" fmla="*/ 20636 h 533552"/>
                <a:gd name="connsiteX17" fmla="*/ 20664 w 533051"/>
                <a:gd name="connsiteY17" fmla="*/ 20622 h 533552"/>
                <a:gd name="connsiteX18" fmla="*/ 16282 w 533051"/>
                <a:gd name="connsiteY18" fmla="*/ 0 h 533552"/>
                <a:gd name="connsiteX19" fmla="*/ 16196 w 533051"/>
                <a:gd name="connsiteY19" fmla="*/ 0 h 533552"/>
                <a:gd name="connsiteX20" fmla="*/ 4 w 533051"/>
                <a:gd name="connsiteY20" fmla="*/ 16926 h 533552"/>
                <a:gd name="connsiteX21" fmla="*/ 880 w 533051"/>
                <a:gd name="connsiteY21" fmla="*/ 21917 h 533552"/>
                <a:gd name="connsiteX22" fmla="*/ 163367 w 533051"/>
                <a:gd name="connsiteY22" fmla="*/ 511064 h 533552"/>
                <a:gd name="connsiteX23" fmla="*/ 184637 w 533051"/>
                <a:gd name="connsiteY23" fmla="*/ 521226 h 533552"/>
                <a:gd name="connsiteX24" fmla="*/ 194800 w 533051"/>
                <a:gd name="connsiteY24" fmla="*/ 511064 h 533552"/>
                <a:gd name="connsiteX25" fmla="*/ 255960 w 533051"/>
                <a:gd name="connsiteY25" fmla="*/ 341281 h 533552"/>
                <a:gd name="connsiteX26" fmla="*/ 448184 w 533051"/>
                <a:gd name="connsiteY26" fmla="*/ 533552 h 533552"/>
                <a:gd name="connsiteX27" fmla="*/ 533052 w 533051"/>
                <a:gd name="connsiteY27" fmla="*/ 448780 h 533552"/>
                <a:gd name="connsiteX28" fmla="*/ 340647 w 533051"/>
                <a:gd name="connsiteY28" fmla="*/ 256375 h 533552"/>
                <a:gd name="connsiteX29" fmla="*/ 510191 w 533051"/>
                <a:gd name="connsiteY29" fmla="*/ 195310 h 533552"/>
                <a:gd name="connsiteX30" fmla="*/ 520527 w 533051"/>
                <a:gd name="connsiteY30" fmla="*/ 174108 h 533552"/>
                <a:gd name="connsiteX31" fmla="*/ 510191 w 533051"/>
                <a:gd name="connsiteY31" fmla="*/ 163773 h 533552"/>
                <a:gd name="connsiteX32" fmla="*/ 21626 w 533051"/>
                <a:gd name="connsiteY32" fmla="*/ 857 h 533552"/>
                <a:gd name="connsiteX33" fmla="*/ 16282 w 533051"/>
                <a:gd name="connsiteY33" fmla="*/ 0 h 53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33051" h="533552">
                  <a:moveTo>
                    <a:pt x="20664" y="20622"/>
                  </a:moveTo>
                  <a:lnTo>
                    <a:pt x="497257" y="179546"/>
                  </a:lnTo>
                  <a:cubicBezTo>
                    <a:pt x="497306" y="179562"/>
                    <a:pt x="497334" y="179617"/>
                    <a:pt x="497318" y="179666"/>
                  </a:cubicBezTo>
                  <a:cubicBezTo>
                    <a:pt x="497308" y="179695"/>
                    <a:pt x="497285" y="179718"/>
                    <a:pt x="497257" y="179727"/>
                  </a:cubicBezTo>
                  <a:lnTo>
                    <a:pt x="334179" y="238468"/>
                  </a:lnTo>
                  <a:lnTo>
                    <a:pt x="305937" y="248603"/>
                  </a:lnTo>
                  <a:lnTo>
                    <a:pt x="327169" y="269824"/>
                  </a:lnTo>
                  <a:lnTo>
                    <a:pt x="506105" y="448751"/>
                  </a:lnTo>
                  <a:lnTo>
                    <a:pt x="448184" y="506616"/>
                  </a:lnTo>
                  <a:lnTo>
                    <a:pt x="269428" y="327812"/>
                  </a:lnTo>
                  <a:lnTo>
                    <a:pt x="248254" y="306591"/>
                  </a:lnTo>
                  <a:lnTo>
                    <a:pt x="238081" y="334823"/>
                  </a:lnTo>
                  <a:lnTo>
                    <a:pt x="179274" y="497967"/>
                  </a:lnTo>
                  <a:cubicBezTo>
                    <a:pt x="179258" y="498017"/>
                    <a:pt x="179203" y="498044"/>
                    <a:pt x="179154" y="498028"/>
                  </a:cubicBezTo>
                  <a:cubicBezTo>
                    <a:pt x="179125" y="498018"/>
                    <a:pt x="179103" y="497996"/>
                    <a:pt x="179093" y="497967"/>
                  </a:cubicBezTo>
                  <a:lnTo>
                    <a:pt x="20549" y="20765"/>
                  </a:lnTo>
                  <a:cubicBezTo>
                    <a:pt x="20510" y="20733"/>
                    <a:pt x="20504" y="20675"/>
                    <a:pt x="20535" y="20636"/>
                  </a:cubicBezTo>
                  <a:cubicBezTo>
                    <a:pt x="20567" y="20597"/>
                    <a:pt x="20625" y="20590"/>
                    <a:pt x="20664" y="20622"/>
                  </a:cubicBezTo>
                  <a:close/>
                  <a:moveTo>
                    <a:pt x="16282" y="0"/>
                  </a:moveTo>
                  <a:lnTo>
                    <a:pt x="16196" y="0"/>
                  </a:lnTo>
                  <a:cubicBezTo>
                    <a:pt x="7053" y="209"/>
                    <a:pt x="-193" y="7783"/>
                    <a:pt x="4" y="16926"/>
                  </a:cubicBezTo>
                  <a:cubicBezTo>
                    <a:pt x="41" y="18624"/>
                    <a:pt x="337" y="20307"/>
                    <a:pt x="880" y="21917"/>
                  </a:cubicBezTo>
                  <a:lnTo>
                    <a:pt x="163367" y="511064"/>
                  </a:lnTo>
                  <a:cubicBezTo>
                    <a:pt x="166434" y="519744"/>
                    <a:pt x="175957" y="524293"/>
                    <a:pt x="184637" y="521226"/>
                  </a:cubicBezTo>
                  <a:cubicBezTo>
                    <a:pt x="189387" y="519548"/>
                    <a:pt x="193121" y="515813"/>
                    <a:pt x="194800" y="511064"/>
                  </a:cubicBezTo>
                  <a:lnTo>
                    <a:pt x="255960" y="341281"/>
                  </a:lnTo>
                  <a:lnTo>
                    <a:pt x="448184" y="533552"/>
                  </a:lnTo>
                  <a:lnTo>
                    <a:pt x="533052" y="448780"/>
                  </a:lnTo>
                  <a:lnTo>
                    <a:pt x="340647" y="256375"/>
                  </a:lnTo>
                  <a:lnTo>
                    <a:pt x="510191" y="195310"/>
                  </a:lnTo>
                  <a:cubicBezTo>
                    <a:pt x="518900" y="192310"/>
                    <a:pt x="523527" y="182817"/>
                    <a:pt x="520527" y="174108"/>
                  </a:cubicBezTo>
                  <a:cubicBezTo>
                    <a:pt x="518855" y="169256"/>
                    <a:pt x="515044" y="165444"/>
                    <a:pt x="510191" y="163773"/>
                  </a:cubicBezTo>
                  <a:lnTo>
                    <a:pt x="21626" y="857"/>
                  </a:lnTo>
                  <a:cubicBezTo>
                    <a:pt x="19902" y="288"/>
                    <a:pt x="18098" y="-2"/>
                    <a:pt x="16282" y="0"/>
                  </a:cubicBezTo>
                  <a:close/>
                </a:path>
              </a:pathLst>
            </a:custGeom>
            <a:solidFill>
              <a:schemeClr val="tx1"/>
            </a:solidFill>
            <a:ln w="9525" cap="flat">
              <a:noFill/>
              <a:prstDash val="solid"/>
              <a:miter/>
            </a:ln>
          </p:spPr>
          <p:txBody>
            <a:bodyPr rtlCol="0" anchor="ctr"/>
            <a:lstStyle/>
            <a:p>
              <a:endParaRPr lang="en-US"/>
            </a:p>
          </p:txBody>
        </p:sp>
      </p:grpSp>
      <p:grpSp>
        <p:nvGrpSpPr>
          <p:cNvPr id="95" name="Group 94">
            <a:extLst>
              <a:ext uri="{FF2B5EF4-FFF2-40B4-BE49-F238E27FC236}">
                <a16:creationId xmlns:a16="http://schemas.microsoft.com/office/drawing/2014/main" id="{772C23D1-61E7-4330-B617-B7FF57512AAD}"/>
              </a:ext>
              <a:ext uri="{C183D7F6-B498-43B3-948B-1728B52AA6E4}">
                <adec:decorative xmlns:adec="http://schemas.microsoft.com/office/drawing/2017/decorative" val="1"/>
              </a:ext>
            </a:extLst>
          </p:cNvPr>
          <p:cNvGrpSpPr/>
          <p:nvPr/>
        </p:nvGrpSpPr>
        <p:grpSpPr>
          <a:xfrm>
            <a:off x="8821041" y="3300147"/>
            <a:ext cx="446848" cy="446787"/>
            <a:chOff x="2776279" y="109729"/>
            <a:chExt cx="6639444" cy="6638544"/>
          </a:xfrm>
        </p:grpSpPr>
        <p:sp>
          <p:nvSpPr>
            <p:cNvPr id="96" name="Freeform: Shape 95">
              <a:extLst>
                <a:ext uri="{FF2B5EF4-FFF2-40B4-BE49-F238E27FC236}">
                  <a16:creationId xmlns:a16="http://schemas.microsoft.com/office/drawing/2014/main" id="{DBF602BF-E7BF-C47C-46FF-A11431FB7D0C}"/>
                </a:ext>
                <a:ext uri="{C183D7F6-B498-43B3-948B-1728B52AA6E4}">
                  <adec:decorative xmlns:adec="http://schemas.microsoft.com/office/drawing/2017/decorative" val="1"/>
                </a:ext>
              </a:extLst>
            </p:cNvPr>
            <p:cNvSpPr/>
            <p:nvPr/>
          </p:nvSpPr>
          <p:spPr>
            <a:xfrm>
              <a:off x="2840736" y="3364992"/>
              <a:ext cx="3304032" cy="3279648"/>
            </a:xfrm>
            <a:custGeom>
              <a:avLst/>
              <a:gdLst>
                <a:gd name="connsiteX0" fmla="*/ 2438400 w 3304032"/>
                <a:gd name="connsiteY0" fmla="*/ 0 h 3279648"/>
                <a:gd name="connsiteX1" fmla="*/ 3304032 w 3304032"/>
                <a:gd name="connsiteY1" fmla="*/ 877824 h 3279648"/>
                <a:gd name="connsiteX2" fmla="*/ 1328928 w 3304032"/>
                <a:gd name="connsiteY2" fmla="*/ 2889504 h 3279648"/>
                <a:gd name="connsiteX3" fmla="*/ 1036320 w 3304032"/>
                <a:gd name="connsiteY3" fmla="*/ 2791968 h 3279648"/>
                <a:gd name="connsiteX4" fmla="*/ 719328 w 3304032"/>
                <a:gd name="connsiteY4" fmla="*/ 2852928 h 3279648"/>
                <a:gd name="connsiteX5" fmla="*/ 548640 w 3304032"/>
                <a:gd name="connsiteY5" fmla="*/ 3011424 h 3279648"/>
                <a:gd name="connsiteX6" fmla="*/ 316992 w 3304032"/>
                <a:gd name="connsiteY6" fmla="*/ 3230880 h 3279648"/>
                <a:gd name="connsiteX7" fmla="*/ 146304 w 3304032"/>
                <a:gd name="connsiteY7" fmla="*/ 3279648 h 3279648"/>
                <a:gd name="connsiteX8" fmla="*/ 48768 w 3304032"/>
                <a:gd name="connsiteY8" fmla="*/ 3255264 h 3279648"/>
                <a:gd name="connsiteX9" fmla="*/ 0 w 3304032"/>
                <a:gd name="connsiteY9" fmla="*/ 3108960 h 3279648"/>
                <a:gd name="connsiteX10" fmla="*/ 182880 w 3304032"/>
                <a:gd name="connsiteY10" fmla="*/ 2877312 h 3279648"/>
                <a:gd name="connsiteX11" fmla="*/ 426720 w 3304032"/>
                <a:gd name="connsiteY11" fmla="*/ 2633472 h 3279648"/>
                <a:gd name="connsiteX12" fmla="*/ 524256 w 3304032"/>
                <a:gd name="connsiteY12" fmla="*/ 2389632 h 3279648"/>
                <a:gd name="connsiteX13" fmla="*/ 524256 w 3304032"/>
                <a:gd name="connsiteY13" fmla="*/ 2182368 h 3279648"/>
                <a:gd name="connsiteX14" fmla="*/ 451104 w 3304032"/>
                <a:gd name="connsiteY14" fmla="*/ 1999488 h 3279648"/>
                <a:gd name="connsiteX15" fmla="*/ 2438400 w 3304032"/>
                <a:gd name="connsiteY15" fmla="*/ 60960 h 3279648"/>
                <a:gd name="connsiteX16" fmla="*/ 2438400 w 3304032"/>
                <a:gd name="connsiteY16" fmla="*/ 0 h 327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032" h="3279648">
                  <a:moveTo>
                    <a:pt x="2438400" y="0"/>
                  </a:moveTo>
                  <a:lnTo>
                    <a:pt x="3304032" y="877824"/>
                  </a:lnTo>
                  <a:lnTo>
                    <a:pt x="1328928" y="2889504"/>
                  </a:lnTo>
                  <a:lnTo>
                    <a:pt x="1036320" y="2791968"/>
                  </a:lnTo>
                  <a:lnTo>
                    <a:pt x="719328" y="2852928"/>
                  </a:lnTo>
                  <a:lnTo>
                    <a:pt x="548640" y="3011424"/>
                  </a:lnTo>
                  <a:lnTo>
                    <a:pt x="316992" y="3230880"/>
                  </a:lnTo>
                  <a:lnTo>
                    <a:pt x="146304" y="3279648"/>
                  </a:lnTo>
                  <a:lnTo>
                    <a:pt x="48768" y="3255264"/>
                  </a:lnTo>
                  <a:lnTo>
                    <a:pt x="0" y="3108960"/>
                  </a:lnTo>
                  <a:lnTo>
                    <a:pt x="182880" y="2877312"/>
                  </a:lnTo>
                  <a:lnTo>
                    <a:pt x="426720" y="2633472"/>
                  </a:lnTo>
                  <a:lnTo>
                    <a:pt x="524256" y="2389632"/>
                  </a:lnTo>
                  <a:lnTo>
                    <a:pt x="524256" y="2182368"/>
                  </a:lnTo>
                  <a:lnTo>
                    <a:pt x="451104" y="1999488"/>
                  </a:lnTo>
                  <a:lnTo>
                    <a:pt x="2438400" y="60960"/>
                  </a:lnTo>
                  <a:lnTo>
                    <a:pt x="2438400" y="0"/>
                  </a:lnTo>
                  <a:close/>
                </a:path>
              </a:pathLst>
            </a:custGeom>
            <a:solidFill>
              <a:srgbClr val="FE5A8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97" name="Freeform: Shape 96">
              <a:extLst>
                <a:ext uri="{FF2B5EF4-FFF2-40B4-BE49-F238E27FC236}">
                  <a16:creationId xmlns:a16="http://schemas.microsoft.com/office/drawing/2014/main" id="{B809295F-5516-93E8-7B36-69F662F6B5F2}"/>
                </a:ext>
                <a:ext uri="{C183D7F6-B498-43B3-948B-1728B52AA6E4}">
                  <adec:decorative xmlns:adec="http://schemas.microsoft.com/office/drawing/2017/decorative" val="1"/>
                </a:ext>
              </a:extLst>
            </p:cNvPr>
            <p:cNvSpPr/>
            <p:nvPr/>
          </p:nvSpPr>
          <p:spPr>
            <a:xfrm>
              <a:off x="6632448" y="231648"/>
              <a:ext cx="2682240" cy="2694432"/>
            </a:xfrm>
            <a:custGeom>
              <a:avLst/>
              <a:gdLst>
                <a:gd name="connsiteX0" fmla="*/ 633984 w 2682240"/>
                <a:gd name="connsiteY0" fmla="*/ 524256 h 2694432"/>
                <a:gd name="connsiteX1" fmla="*/ 0 w 2682240"/>
                <a:gd name="connsiteY1" fmla="*/ 1158240 h 2694432"/>
                <a:gd name="connsiteX2" fmla="*/ 1487424 w 2682240"/>
                <a:gd name="connsiteY2" fmla="*/ 2694432 h 2694432"/>
                <a:gd name="connsiteX3" fmla="*/ 2182368 w 2682240"/>
                <a:gd name="connsiteY3" fmla="*/ 2048256 h 2694432"/>
                <a:gd name="connsiteX4" fmla="*/ 1853184 w 2682240"/>
                <a:gd name="connsiteY4" fmla="*/ 1621536 h 2694432"/>
                <a:gd name="connsiteX5" fmla="*/ 2170176 w 2682240"/>
                <a:gd name="connsiteY5" fmla="*/ 1292352 h 2694432"/>
                <a:gd name="connsiteX6" fmla="*/ 2645664 w 2682240"/>
                <a:gd name="connsiteY6" fmla="*/ 816864 h 2694432"/>
                <a:gd name="connsiteX7" fmla="*/ 2682240 w 2682240"/>
                <a:gd name="connsiteY7" fmla="*/ 390144 h 2694432"/>
                <a:gd name="connsiteX8" fmla="*/ 2560320 w 2682240"/>
                <a:gd name="connsiteY8" fmla="*/ 146304 h 2694432"/>
                <a:gd name="connsiteX9" fmla="*/ 2353056 w 2682240"/>
                <a:gd name="connsiteY9" fmla="*/ 12192 h 2694432"/>
                <a:gd name="connsiteX10" fmla="*/ 2011680 w 2682240"/>
                <a:gd name="connsiteY10" fmla="*/ 0 h 2694432"/>
                <a:gd name="connsiteX11" fmla="*/ 1645920 w 2682240"/>
                <a:gd name="connsiteY11" fmla="*/ 158496 h 2694432"/>
                <a:gd name="connsiteX12" fmla="*/ 1402080 w 2682240"/>
                <a:gd name="connsiteY12" fmla="*/ 475488 h 2694432"/>
                <a:gd name="connsiteX13" fmla="*/ 1146048 w 2682240"/>
                <a:gd name="connsiteY13" fmla="*/ 780288 h 2694432"/>
                <a:gd name="connsiteX14" fmla="*/ 975360 w 2682240"/>
                <a:gd name="connsiteY14" fmla="*/ 804672 h 2694432"/>
                <a:gd name="connsiteX15" fmla="*/ 633984 w 2682240"/>
                <a:gd name="connsiteY15" fmla="*/ 524256 h 269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2240" h="2694432">
                  <a:moveTo>
                    <a:pt x="633984" y="524256"/>
                  </a:moveTo>
                  <a:lnTo>
                    <a:pt x="0" y="1158240"/>
                  </a:lnTo>
                  <a:lnTo>
                    <a:pt x="1487424" y="2694432"/>
                  </a:lnTo>
                  <a:lnTo>
                    <a:pt x="2182368" y="2048256"/>
                  </a:lnTo>
                  <a:lnTo>
                    <a:pt x="1853184" y="1621536"/>
                  </a:lnTo>
                  <a:lnTo>
                    <a:pt x="2170176" y="1292352"/>
                  </a:lnTo>
                  <a:lnTo>
                    <a:pt x="2645664" y="816864"/>
                  </a:lnTo>
                  <a:lnTo>
                    <a:pt x="2682240" y="390144"/>
                  </a:lnTo>
                  <a:lnTo>
                    <a:pt x="2560320" y="146304"/>
                  </a:lnTo>
                  <a:lnTo>
                    <a:pt x="2353056" y="12192"/>
                  </a:lnTo>
                  <a:lnTo>
                    <a:pt x="2011680" y="0"/>
                  </a:lnTo>
                  <a:lnTo>
                    <a:pt x="1645920" y="158496"/>
                  </a:lnTo>
                  <a:lnTo>
                    <a:pt x="1402080" y="475488"/>
                  </a:lnTo>
                  <a:lnTo>
                    <a:pt x="1146048" y="780288"/>
                  </a:lnTo>
                  <a:lnTo>
                    <a:pt x="975360" y="804672"/>
                  </a:lnTo>
                  <a:lnTo>
                    <a:pt x="633984" y="52425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98" name="Graphic 92">
              <a:extLst>
                <a:ext uri="{FF2B5EF4-FFF2-40B4-BE49-F238E27FC236}">
                  <a16:creationId xmlns:a16="http://schemas.microsoft.com/office/drawing/2014/main" id="{98C84913-7C91-679A-06CD-03F9EA783AD0}"/>
                </a:ext>
                <a:ext uri="{C183D7F6-B498-43B3-948B-1728B52AA6E4}">
                  <adec:decorative xmlns:adec="http://schemas.microsoft.com/office/drawing/2017/decorative" val="1"/>
                </a:ext>
              </a:extLst>
            </p:cNvPr>
            <p:cNvSpPr/>
            <p:nvPr/>
          </p:nvSpPr>
          <p:spPr>
            <a:xfrm>
              <a:off x="2776279" y="109729"/>
              <a:ext cx="6639444" cy="6638544"/>
            </a:xfrm>
            <a:custGeom>
              <a:avLst/>
              <a:gdLst>
                <a:gd name="connsiteX0" fmla="*/ 3576741 w 3672805"/>
                <a:gd name="connsiteY0" fmla="*/ 94368 h 3672307"/>
                <a:gd name="connsiteX1" fmla="*/ 3302670 w 3672805"/>
                <a:gd name="connsiteY1" fmla="*/ 3522 h 3672307"/>
                <a:gd name="connsiteX2" fmla="*/ 3023731 w 3672805"/>
                <a:gd name="connsiteY2" fmla="*/ 151321 h 3672307"/>
                <a:gd name="connsiteX3" fmla="*/ 2712436 w 3672805"/>
                <a:gd name="connsiteY3" fmla="*/ 462617 h 3672307"/>
                <a:gd name="connsiteX4" fmla="*/ 2564066 w 3672805"/>
                <a:gd name="connsiteY4" fmla="*/ 314291 h 3672307"/>
                <a:gd name="connsiteX5" fmla="*/ 2440057 w 3672805"/>
                <a:gd name="connsiteY5" fmla="*/ 314265 h 3672307"/>
                <a:gd name="connsiteX6" fmla="*/ 2440030 w 3672805"/>
                <a:gd name="connsiteY6" fmla="*/ 314291 h 3672307"/>
                <a:gd name="connsiteX7" fmla="*/ 2103261 w 3672805"/>
                <a:gd name="connsiteY7" fmla="*/ 650973 h 3672307"/>
                <a:gd name="connsiteX8" fmla="*/ 2103235 w 3672805"/>
                <a:gd name="connsiteY8" fmla="*/ 774982 h 3672307"/>
                <a:gd name="connsiteX9" fmla="*/ 2103261 w 3672805"/>
                <a:gd name="connsiteY9" fmla="*/ 775009 h 3672307"/>
                <a:gd name="connsiteX10" fmla="*/ 2227516 w 3672805"/>
                <a:gd name="connsiteY10" fmla="*/ 899264 h 3672307"/>
                <a:gd name="connsiteX11" fmla="*/ 253596 w 3672805"/>
                <a:gd name="connsiteY11" fmla="*/ 2873272 h 3672307"/>
                <a:gd name="connsiteX12" fmla="*/ 247940 w 3672805"/>
                <a:gd name="connsiteY12" fmla="*/ 2878621 h 3672307"/>
                <a:gd name="connsiteX13" fmla="*/ 240048 w 3672805"/>
                <a:gd name="connsiteY13" fmla="*/ 2932243 h 3672307"/>
                <a:gd name="connsiteX14" fmla="*/ 258507 w 3672805"/>
                <a:gd name="connsiteY14" fmla="*/ 2964819 h 3672307"/>
                <a:gd name="connsiteX15" fmla="*/ 211725 w 3672805"/>
                <a:gd name="connsiteY15" fmla="*/ 3273396 h 3672307"/>
                <a:gd name="connsiteX16" fmla="*/ 41126 w 3672805"/>
                <a:gd name="connsiteY16" fmla="*/ 3444039 h 3672307"/>
                <a:gd name="connsiteX17" fmla="*/ 30340 w 3672805"/>
                <a:gd name="connsiteY17" fmla="*/ 3626256 h 3672307"/>
                <a:gd name="connsiteX18" fmla="*/ 215793 w 3672805"/>
                <a:gd name="connsiteY18" fmla="*/ 3640743 h 3672307"/>
                <a:gd name="connsiteX19" fmla="*/ 223256 w 3672805"/>
                <a:gd name="connsiteY19" fmla="*/ 3633841 h 3672307"/>
                <a:gd name="connsiteX20" fmla="*/ 397713 w 3672805"/>
                <a:gd name="connsiteY20" fmla="*/ 3459385 h 3672307"/>
                <a:gd name="connsiteX21" fmla="*/ 705720 w 3672805"/>
                <a:gd name="connsiteY21" fmla="*/ 3412295 h 3672307"/>
                <a:gd name="connsiteX22" fmla="*/ 741278 w 3672805"/>
                <a:gd name="connsiteY22" fmla="*/ 3430798 h 3672307"/>
                <a:gd name="connsiteX23" fmla="*/ 792181 w 3672805"/>
                <a:gd name="connsiteY23" fmla="*/ 3423213 h 3672307"/>
                <a:gd name="connsiteX24" fmla="*/ 2771933 w 3672805"/>
                <a:gd name="connsiteY24" fmla="*/ 1443549 h 3672307"/>
                <a:gd name="connsiteX25" fmla="*/ 2896100 w 3672805"/>
                <a:gd name="connsiteY25" fmla="*/ 1567848 h 3672307"/>
                <a:gd name="connsiteX26" fmla="*/ 3020110 w 3672805"/>
                <a:gd name="connsiteY26" fmla="*/ 1567874 h 3672307"/>
                <a:gd name="connsiteX27" fmla="*/ 3020136 w 3672805"/>
                <a:gd name="connsiteY27" fmla="*/ 1567848 h 3672307"/>
                <a:gd name="connsiteX28" fmla="*/ 3356818 w 3672805"/>
                <a:gd name="connsiteY28" fmla="*/ 1231166 h 3672307"/>
                <a:gd name="connsiteX29" fmla="*/ 3356844 w 3672805"/>
                <a:gd name="connsiteY29" fmla="*/ 1107157 h 3672307"/>
                <a:gd name="connsiteX30" fmla="*/ 3356818 w 3672805"/>
                <a:gd name="connsiteY30" fmla="*/ 1107130 h 3672307"/>
                <a:gd name="connsiteX31" fmla="*/ 3212833 w 3672805"/>
                <a:gd name="connsiteY31" fmla="*/ 963189 h 3672307"/>
                <a:gd name="connsiteX32" fmla="*/ 3524128 w 3672805"/>
                <a:gd name="connsiteY32" fmla="*/ 651893 h 3672307"/>
                <a:gd name="connsiteX33" fmla="*/ 3669823 w 3672805"/>
                <a:gd name="connsiteY33" fmla="*/ 370018 h 3672307"/>
                <a:gd name="connsiteX34" fmla="*/ 3576741 w 3672805"/>
                <a:gd name="connsiteY34" fmla="*/ 94368 h 3672307"/>
                <a:gd name="connsiteX35" fmla="*/ 753160 w 3672805"/>
                <a:gd name="connsiteY35" fmla="*/ 3338199 h 3672307"/>
                <a:gd name="connsiteX36" fmla="*/ 746539 w 3672805"/>
                <a:gd name="connsiteY36" fmla="*/ 3334779 h 3672307"/>
                <a:gd name="connsiteX37" fmla="*/ 335673 w 3672805"/>
                <a:gd name="connsiteY37" fmla="*/ 3397432 h 3672307"/>
                <a:gd name="connsiteX38" fmla="*/ 161303 w 3672805"/>
                <a:gd name="connsiteY38" fmla="*/ 3571889 h 3672307"/>
                <a:gd name="connsiteX39" fmla="*/ 97951 w 3672805"/>
                <a:gd name="connsiteY39" fmla="*/ 3570403 h 3672307"/>
                <a:gd name="connsiteX40" fmla="*/ 96896 w 3672805"/>
                <a:gd name="connsiteY40" fmla="*/ 3569259 h 3672307"/>
                <a:gd name="connsiteX41" fmla="*/ 103122 w 3672805"/>
                <a:gd name="connsiteY41" fmla="*/ 3506122 h 3672307"/>
                <a:gd name="connsiteX42" fmla="*/ 273721 w 3672805"/>
                <a:gd name="connsiteY42" fmla="*/ 3335655 h 3672307"/>
                <a:gd name="connsiteX43" fmla="*/ 336024 w 3672805"/>
                <a:gd name="connsiteY43" fmla="*/ 2923868 h 3672307"/>
                <a:gd name="connsiteX44" fmla="*/ 332823 w 3672805"/>
                <a:gd name="connsiteY44" fmla="*/ 2918081 h 3672307"/>
                <a:gd name="connsiteX45" fmla="*/ 1379828 w 3672805"/>
                <a:gd name="connsiteY45" fmla="*/ 1871032 h 3672307"/>
                <a:gd name="connsiteX46" fmla="*/ 1800121 w 3672805"/>
                <a:gd name="connsiteY46" fmla="*/ 2291281 h 3672307"/>
                <a:gd name="connsiteX47" fmla="*/ 1862117 w 3672805"/>
                <a:gd name="connsiteY47" fmla="*/ 2229329 h 3672307"/>
                <a:gd name="connsiteX48" fmla="*/ 1441824 w 3672805"/>
                <a:gd name="connsiteY48" fmla="*/ 1808992 h 3672307"/>
                <a:gd name="connsiteX49" fmla="*/ 2289600 w 3672805"/>
                <a:gd name="connsiteY49" fmla="*/ 961260 h 3672307"/>
                <a:gd name="connsiteX50" fmla="*/ 2709893 w 3672805"/>
                <a:gd name="connsiteY50" fmla="*/ 1381509 h 3672307"/>
                <a:gd name="connsiteX51" fmla="*/ 3294778 w 3672805"/>
                <a:gd name="connsiteY51" fmla="*/ 1168863 h 3672307"/>
                <a:gd name="connsiteX52" fmla="*/ 2958228 w 3672805"/>
                <a:gd name="connsiteY52" fmla="*/ 1505720 h 3672307"/>
                <a:gd name="connsiteX53" fmla="*/ 2165389 w 3672805"/>
                <a:gd name="connsiteY53" fmla="*/ 712881 h 3672307"/>
                <a:gd name="connsiteX54" fmla="*/ 2501939 w 3672805"/>
                <a:gd name="connsiteY54" fmla="*/ 376243 h 3672307"/>
                <a:gd name="connsiteX55" fmla="*/ 2501939 w 3672805"/>
                <a:gd name="connsiteY55" fmla="*/ 376243 h 3672307"/>
                <a:gd name="connsiteX56" fmla="*/ 3462176 w 3672805"/>
                <a:gd name="connsiteY56" fmla="*/ 589547 h 3672307"/>
                <a:gd name="connsiteX57" fmla="*/ 3150880 w 3672805"/>
                <a:gd name="connsiteY57" fmla="*/ 900842 h 3672307"/>
                <a:gd name="connsiteX58" fmla="*/ 2774432 w 3672805"/>
                <a:gd name="connsiteY58" fmla="*/ 524394 h 3672307"/>
                <a:gd name="connsiteX59" fmla="*/ 3085728 w 3672805"/>
                <a:gd name="connsiteY59" fmla="*/ 213098 h 3672307"/>
                <a:gd name="connsiteX60" fmla="*/ 3514789 w 3672805"/>
                <a:gd name="connsiteY60" fmla="*/ 156101 h 3672307"/>
                <a:gd name="connsiteX61" fmla="*/ 3462176 w 3672805"/>
                <a:gd name="connsiteY61" fmla="*/ 589766 h 3672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72805" h="3672307">
                  <a:moveTo>
                    <a:pt x="3576741" y="94368"/>
                  </a:moveTo>
                  <a:cubicBezTo>
                    <a:pt x="3505042" y="22202"/>
                    <a:pt x="3403280" y="-11529"/>
                    <a:pt x="3302670" y="3522"/>
                  </a:cubicBezTo>
                  <a:cubicBezTo>
                    <a:pt x="3196102" y="21168"/>
                    <a:pt x="3098179" y="73052"/>
                    <a:pt x="3023731" y="151321"/>
                  </a:cubicBezTo>
                  <a:lnTo>
                    <a:pt x="2712436" y="462617"/>
                  </a:lnTo>
                  <a:lnTo>
                    <a:pt x="2564066" y="314291"/>
                  </a:lnTo>
                  <a:cubicBezTo>
                    <a:pt x="2529828" y="280040"/>
                    <a:pt x="2474308" y="280027"/>
                    <a:pt x="2440057" y="314265"/>
                  </a:cubicBezTo>
                  <a:cubicBezTo>
                    <a:pt x="2440048" y="314274"/>
                    <a:pt x="2440039" y="314282"/>
                    <a:pt x="2440030" y="314291"/>
                  </a:cubicBezTo>
                  <a:lnTo>
                    <a:pt x="2103261" y="650973"/>
                  </a:lnTo>
                  <a:cubicBezTo>
                    <a:pt x="2069010" y="685211"/>
                    <a:pt x="2068997" y="740731"/>
                    <a:pt x="2103235" y="774982"/>
                  </a:cubicBezTo>
                  <a:cubicBezTo>
                    <a:pt x="2103244" y="774991"/>
                    <a:pt x="2103253" y="775000"/>
                    <a:pt x="2103261" y="775009"/>
                  </a:cubicBezTo>
                  <a:lnTo>
                    <a:pt x="2227516" y="899264"/>
                  </a:lnTo>
                  <a:lnTo>
                    <a:pt x="253596" y="2873272"/>
                  </a:lnTo>
                  <a:lnTo>
                    <a:pt x="247940" y="2878621"/>
                  </a:lnTo>
                  <a:cubicBezTo>
                    <a:pt x="233252" y="2892533"/>
                    <a:pt x="229995" y="2914688"/>
                    <a:pt x="240048" y="2932243"/>
                  </a:cubicBezTo>
                  <a:cubicBezTo>
                    <a:pt x="240048" y="2932243"/>
                    <a:pt x="255876" y="2959865"/>
                    <a:pt x="258507" y="2964819"/>
                  </a:cubicBezTo>
                  <a:cubicBezTo>
                    <a:pt x="312663" y="3066740"/>
                    <a:pt x="293657" y="3192104"/>
                    <a:pt x="211725" y="3273396"/>
                  </a:cubicBezTo>
                  <a:lnTo>
                    <a:pt x="41126" y="3444039"/>
                  </a:lnTo>
                  <a:cubicBezTo>
                    <a:pt x="-9252" y="3492759"/>
                    <a:pt x="-13938" y="3571933"/>
                    <a:pt x="30340" y="3626256"/>
                  </a:cubicBezTo>
                  <a:cubicBezTo>
                    <a:pt x="77551" y="3681465"/>
                    <a:pt x="160581" y="3687950"/>
                    <a:pt x="215793" y="3640743"/>
                  </a:cubicBezTo>
                  <a:cubicBezTo>
                    <a:pt x="218367" y="3638537"/>
                    <a:pt x="220857" y="3636235"/>
                    <a:pt x="223256" y="3633841"/>
                  </a:cubicBezTo>
                  <a:lnTo>
                    <a:pt x="397713" y="3459385"/>
                  </a:lnTo>
                  <a:cubicBezTo>
                    <a:pt x="478860" y="3377676"/>
                    <a:pt x="603865" y="3358564"/>
                    <a:pt x="705720" y="3412295"/>
                  </a:cubicBezTo>
                  <a:lnTo>
                    <a:pt x="741278" y="3430798"/>
                  </a:lnTo>
                  <a:cubicBezTo>
                    <a:pt x="758101" y="3439540"/>
                    <a:pt x="778638" y="3436480"/>
                    <a:pt x="792181" y="3423213"/>
                  </a:cubicBezTo>
                  <a:lnTo>
                    <a:pt x="2771933" y="1443549"/>
                  </a:lnTo>
                  <a:lnTo>
                    <a:pt x="2896100" y="1567848"/>
                  </a:lnTo>
                  <a:cubicBezTo>
                    <a:pt x="2930339" y="1602099"/>
                    <a:pt x="2985859" y="1602112"/>
                    <a:pt x="3020110" y="1567874"/>
                  </a:cubicBezTo>
                  <a:cubicBezTo>
                    <a:pt x="3020119" y="1567865"/>
                    <a:pt x="3020127" y="1567856"/>
                    <a:pt x="3020136" y="1567848"/>
                  </a:cubicBezTo>
                  <a:lnTo>
                    <a:pt x="3356818" y="1231166"/>
                  </a:lnTo>
                  <a:cubicBezTo>
                    <a:pt x="3391069" y="1196928"/>
                    <a:pt x="3391082" y="1141408"/>
                    <a:pt x="3356844" y="1107157"/>
                  </a:cubicBezTo>
                  <a:cubicBezTo>
                    <a:pt x="3356835" y="1107148"/>
                    <a:pt x="3356826" y="1107139"/>
                    <a:pt x="3356818" y="1107130"/>
                  </a:cubicBezTo>
                  <a:lnTo>
                    <a:pt x="3212833" y="963189"/>
                  </a:lnTo>
                  <a:lnTo>
                    <a:pt x="3524128" y="651893"/>
                  </a:lnTo>
                  <a:cubicBezTo>
                    <a:pt x="3602741" y="576792"/>
                    <a:pt x="3654022" y="477586"/>
                    <a:pt x="3669823" y="370018"/>
                  </a:cubicBezTo>
                  <a:cubicBezTo>
                    <a:pt x="3683599" y="268636"/>
                    <a:pt x="3649159" y="166645"/>
                    <a:pt x="3576741" y="94368"/>
                  </a:cubicBezTo>
                  <a:close/>
                  <a:moveTo>
                    <a:pt x="753160" y="3338199"/>
                  </a:moveTo>
                  <a:lnTo>
                    <a:pt x="746539" y="3334779"/>
                  </a:lnTo>
                  <a:cubicBezTo>
                    <a:pt x="610718" y="3262979"/>
                    <a:pt x="443920" y="3288413"/>
                    <a:pt x="335673" y="3397432"/>
                  </a:cubicBezTo>
                  <a:lnTo>
                    <a:pt x="161303" y="3571889"/>
                  </a:lnTo>
                  <a:cubicBezTo>
                    <a:pt x="143399" y="3588971"/>
                    <a:pt x="115035" y="3588309"/>
                    <a:pt x="97951" y="3570403"/>
                  </a:cubicBezTo>
                  <a:cubicBezTo>
                    <a:pt x="97593" y="3570026"/>
                    <a:pt x="97241" y="3569644"/>
                    <a:pt x="96896" y="3569259"/>
                  </a:cubicBezTo>
                  <a:cubicBezTo>
                    <a:pt x="82586" y="3549700"/>
                    <a:pt x="85268" y="3522507"/>
                    <a:pt x="103122" y="3506122"/>
                  </a:cubicBezTo>
                  <a:lnTo>
                    <a:pt x="273721" y="3335655"/>
                  </a:lnTo>
                  <a:cubicBezTo>
                    <a:pt x="383086" y="3227184"/>
                    <a:pt x="408406" y="3059839"/>
                    <a:pt x="336024" y="2923868"/>
                  </a:cubicBezTo>
                  <a:cubicBezTo>
                    <a:pt x="335454" y="2922816"/>
                    <a:pt x="334314" y="2920712"/>
                    <a:pt x="332823" y="2918081"/>
                  </a:cubicBezTo>
                  <a:lnTo>
                    <a:pt x="1379828" y="1871032"/>
                  </a:lnTo>
                  <a:lnTo>
                    <a:pt x="1800121" y="2291281"/>
                  </a:lnTo>
                  <a:close/>
                  <a:moveTo>
                    <a:pt x="1862117" y="2229329"/>
                  </a:moveTo>
                  <a:lnTo>
                    <a:pt x="1441824" y="1808992"/>
                  </a:lnTo>
                  <a:lnTo>
                    <a:pt x="2289600" y="961260"/>
                  </a:lnTo>
                  <a:lnTo>
                    <a:pt x="2709893" y="1381509"/>
                  </a:lnTo>
                  <a:close/>
                  <a:moveTo>
                    <a:pt x="3294778" y="1168863"/>
                  </a:moveTo>
                  <a:lnTo>
                    <a:pt x="2958228" y="1505720"/>
                  </a:lnTo>
                  <a:lnTo>
                    <a:pt x="2165389" y="712881"/>
                  </a:lnTo>
                  <a:lnTo>
                    <a:pt x="2501939" y="376243"/>
                  </a:lnTo>
                  <a:lnTo>
                    <a:pt x="2501939" y="376243"/>
                  </a:lnTo>
                  <a:close/>
                  <a:moveTo>
                    <a:pt x="3462176" y="589547"/>
                  </a:moveTo>
                  <a:cubicBezTo>
                    <a:pt x="3455731" y="595992"/>
                    <a:pt x="3256765" y="794914"/>
                    <a:pt x="3150880" y="900842"/>
                  </a:cubicBezTo>
                  <a:lnTo>
                    <a:pt x="2774432" y="524394"/>
                  </a:lnTo>
                  <a:lnTo>
                    <a:pt x="3085728" y="213098"/>
                  </a:lnTo>
                  <a:cubicBezTo>
                    <a:pt x="3228836" y="70034"/>
                    <a:pt x="3405310" y="46489"/>
                    <a:pt x="3514789" y="156101"/>
                  </a:cubicBezTo>
                  <a:cubicBezTo>
                    <a:pt x="3625102" y="266676"/>
                    <a:pt x="3602960" y="448981"/>
                    <a:pt x="3462176" y="589766"/>
                  </a:cubicBezTo>
                  <a:close/>
                </a:path>
              </a:pathLst>
            </a:custGeom>
            <a:solidFill>
              <a:srgbClr val="000000"/>
            </a:solidFill>
            <a:ln w="43755" cap="flat">
              <a:noFill/>
              <a:prstDash val="solid"/>
              <a:miter/>
            </a:ln>
          </p:spPr>
          <p:txBody>
            <a:bodyPr rtlCol="0" anchor="ctr"/>
            <a:lstStyle/>
            <a:p>
              <a:endParaRPr lang="en-US"/>
            </a:p>
          </p:txBody>
        </p:sp>
      </p:grpSp>
    </p:spTree>
    <p:extLst>
      <p:ext uri="{BB962C8B-B14F-4D97-AF65-F5344CB8AC3E}">
        <p14:creationId xmlns:p14="http://schemas.microsoft.com/office/powerpoint/2010/main" val="12016133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3188023-E1C7-C351-C436-67BB44DA6CCE}"/>
              </a:ext>
            </a:extLst>
          </p:cNvPr>
          <p:cNvSpPr>
            <a:spLocks noGrp="1"/>
          </p:cNvSpPr>
          <p:nvPr>
            <p:ph type="title"/>
          </p:nvPr>
        </p:nvSpPr>
        <p:spPr/>
        <p:txBody>
          <a:bodyPr/>
          <a:lstStyle/>
          <a:p>
            <a:r>
              <a:rPr lang="en-US" dirty="0"/>
              <a:t>Icons</a:t>
            </a:r>
          </a:p>
        </p:txBody>
      </p:sp>
      <p:sp>
        <p:nvSpPr>
          <p:cNvPr id="35" name="Rectangle 34">
            <a:extLst>
              <a:ext uri="{FF2B5EF4-FFF2-40B4-BE49-F238E27FC236}">
                <a16:creationId xmlns:a16="http://schemas.microsoft.com/office/drawing/2014/main" id="{540BACB0-27E0-E7EA-6A75-3A1208EFC4ED}"/>
              </a:ext>
            </a:extLst>
          </p:cNvPr>
          <p:cNvSpPr/>
          <p:nvPr/>
        </p:nvSpPr>
        <p:spPr>
          <a:xfrm>
            <a:off x="640080" y="1352550"/>
            <a:ext cx="5455920" cy="10972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1200"/>
              </a:spcAft>
            </a:pPr>
            <a:r>
              <a:rPr lang="en-US" sz="1600" dirty="0">
                <a:solidFill>
                  <a:schemeClr val="tx1"/>
                </a:solidFill>
              </a:rPr>
              <a:t>A set of icons is included in this template. The icons are made of two parts within a group: one part is a shape that includes the spark, the other makes up the rest of the icon. You can click </a:t>
            </a:r>
            <a:r>
              <a:rPr lang="en-US" sz="1600" dirty="0">
                <a:solidFill>
                  <a:schemeClr val="tx1"/>
                </a:solidFill>
                <a:latin typeface="IntelOne Text Medium" panose="020B0703020203020204" pitchFamily="34" charset="0"/>
              </a:rPr>
              <a:t>within the group </a:t>
            </a:r>
            <a:r>
              <a:rPr lang="en-US" sz="1600" dirty="0">
                <a:solidFill>
                  <a:schemeClr val="tx1"/>
                </a:solidFill>
              </a:rPr>
              <a:t>to recolor each part.</a:t>
            </a:r>
          </a:p>
        </p:txBody>
      </p:sp>
      <p:sp>
        <p:nvSpPr>
          <p:cNvPr id="41" name="Rectangle 40">
            <a:extLst>
              <a:ext uri="{FF2B5EF4-FFF2-40B4-BE49-F238E27FC236}">
                <a16:creationId xmlns:a16="http://schemas.microsoft.com/office/drawing/2014/main" id="{9E7B33BC-F77F-0742-DB2C-FC7E93B16B52}"/>
              </a:ext>
            </a:extLst>
          </p:cNvPr>
          <p:cNvSpPr/>
          <p:nvPr/>
        </p:nvSpPr>
        <p:spPr>
          <a:xfrm>
            <a:off x="640080" y="3785974"/>
            <a:ext cx="1463040" cy="10972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137160" bIns="137160" rtlCol="0" anchor="ctr"/>
          <a:lstStyle/>
          <a:p>
            <a:pPr algn="r">
              <a:spcAft>
                <a:spcPts val="1200"/>
              </a:spcAft>
            </a:pPr>
            <a:r>
              <a:rPr lang="en-US" sz="1200" dirty="0">
                <a:solidFill>
                  <a:schemeClr val="accent1"/>
                </a:solidFill>
              </a:rPr>
              <a:t>Everything colored Classic Blue is part of one shape that includes the spark.</a:t>
            </a:r>
          </a:p>
        </p:txBody>
      </p:sp>
      <p:sp>
        <p:nvSpPr>
          <p:cNvPr id="42" name="Rectangle 41">
            <a:extLst>
              <a:ext uri="{FF2B5EF4-FFF2-40B4-BE49-F238E27FC236}">
                <a16:creationId xmlns:a16="http://schemas.microsoft.com/office/drawing/2014/main" id="{9EAC9623-E60F-89DA-E977-0343EE349B20}"/>
              </a:ext>
            </a:extLst>
          </p:cNvPr>
          <p:cNvSpPr/>
          <p:nvPr/>
        </p:nvSpPr>
        <p:spPr>
          <a:xfrm>
            <a:off x="4632960" y="2965107"/>
            <a:ext cx="1463040" cy="10972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0" rtlCol="0" anchor="ctr"/>
          <a:lstStyle/>
          <a:p>
            <a:pPr>
              <a:spcAft>
                <a:spcPts val="1200"/>
              </a:spcAft>
            </a:pPr>
            <a:r>
              <a:rPr lang="en-US" sz="1200" dirty="0">
                <a:solidFill>
                  <a:schemeClr val="accent1"/>
                </a:solidFill>
              </a:rPr>
              <a:t>The rest of the icon is made of another shape that is colored Energy Blue.</a:t>
            </a:r>
          </a:p>
        </p:txBody>
      </p:sp>
      <p:sp>
        <p:nvSpPr>
          <p:cNvPr id="36" name="Rectangle 35">
            <a:extLst>
              <a:ext uri="{FF2B5EF4-FFF2-40B4-BE49-F238E27FC236}">
                <a16:creationId xmlns:a16="http://schemas.microsoft.com/office/drawing/2014/main" id="{ED7B2D3C-A5AE-3580-6CDB-324246A4EFF9}"/>
              </a:ext>
            </a:extLst>
          </p:cNvPr>
          <p:cNvSpPr/>
          <p:nvPr/>
        </p:nvSpPr>
        <p:spPr>
          <a:xfrm>
            <a:off x="640080" y="5032771"/>
            <a:ext cx="5455920" cy="11887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1200"/>
              </a:spcAft>
            </a:pPr>
            <a:r>
              <a:rPr lang="en-US" sz="1600" dirty="0">
                <a:solidFill>
                  <a:schemeClr val="tx1"/>
                </a:solidFill>
              </a:rPr>
              <a:t>These icons have been optimized for easy scaling, so they should not be ungrouped.</a:t>
            </a:r>
          </a:p>
          <a:p>
            <a:pPr>
              <a:spcAft>
                <a:spcPts val="1200"/>
              </a:spcAft>
            </a:pPr>
            <a:r>
              <a:rPr lang="en-US" sz="1600" dirty="0">
                <a:solidFill>
                  <a:schemeClr val="accent1"/>
                </a:solidFill>
                <a:latin typeface="IntelOne Text Medium" panose="020B0703020203020204" pitchFamily="34" charset="0"/>
              </a:rPr>
              <a:t>Tip: </a:t>
            </a:r>
            <a:r>
              <a:rPr lang="en-US" sz="1600" dirty="0">
                <a:solidFill>
                  <a:schemeClr val="accent1"/>
                </a:solidFill>
              </a:rPr>
              <a:t>Resize from a corner to scale proportionally or manually enter the size in the Shape Format tab.</a:t>
            </a:r>
          </a:p>
        </p:txBody>
      </p:sp>
      <p:sp>
        <p:nvSpPr>
          <p:cNvPr id="34" name="Freeform: Shape 33">
            <a:extLst>
              <a:ext uri="{FF2B5EF4-FFF2-40B4-BE49-F238E27FC236}">
                <a16:creationId xmlns:a16="http://schemas.microsoft.com/office/drawing/2014/main" id="{B34ACEC2-2500-538B-2044-88FFA7AABDA0}"/>
              </a:ext>
              <a:ext uri="{C183D7F6-B498-43B3-948B-1728B52AA6E4}">
                <adec:decorative xmlns:adec="http://schemas.microsoft.com/office/drawing/2017/decorative" val="1"/>
              </a:ext>
            </a:extLst>
          </p:cNvPr>
          <p:cNvSpPr/>
          <p:nvPr/>
        </p:nvSpPr>
        <p:spPr>
          <a:xfrm>
            <a:off x="6415880" y="3876040"/>
            <a:ext cx="2476579" cy="2345451"/>
          </a:xfrm>
          <a:custGeom>
            <a:avLst/>
            <a:gdLst>
              <a:gd name="connsiteX0" fmla="*/ 36577 w 2476579"/>
              <a:gd name="connsiteY0" fmla="*/ 34640 h 2345451"/>
              <a:gd name="connsiteX1" fmla="*/ 36577 w 2476579"/>
              <a:gd name="connsiteY1" fmla="*/ 2310812 h 2345451"/>
              <a:gd name="connsiteX2" fmla="*/ 2440003 w 2476579"/>
              <a:gd name="connsiteY2" fmla="*/ 2310812 h 2345451"/>
              <a:gd name="connsiteX3" fmla="*/ 2440003 w 2476579"/>
              <a:gd name="connsiteY3" fmla="*/ 34640 h 2345451"/>
              <a:gd name="connsiteX4" fmla="*/ 0 w 2476579"/>
              <a:gd name="connsiteY4" fmla="*/ 0 h 2345451"/>
              <a:gd name="connsiteX5" fmla="*/ 2476579 w 2476579"/>
              <a:gd name="connsiteY5" fmla="*/ 0 h 2345451"/>
              <a:gd name="connsiteX6" fmla="*/ 2476579 w 2476579"/>
              <a:gd name="connsiteY6" fmla="*/ 2345451 h 2345451"/>
              <a:gd name="connsiteX7" fmla="*/ 0 w 2476579"/>
              <a:gd name="connsiteY7" fmla="*/ 2345451 h 234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79" h="2345451">
                <a:moveTo>
                  <a:pt x="36577" y="34640"/>
                </a:moveTo>
                <a:lnTo>
                  <a:pt x="36577" y="2310812"/>
                </a:lnTo>
                <a:lnTo>
                  <a:pt x="2440003" y="2310812"/>
                </a:lnTo>
                <a:lnTo>
                  <a:pt x="2440003" y="34640"/>
                </a:lnTo>
                <a:close/>
                <a:moveTo>
                  <a:pt x="0" y="0"/>
                </a:moveTo>
                <a:lnTo>
                  <a:pt x="2476579" y="0"/>
                </a:lnTo>
                <a:lnTo>
                  <a:pt x="2476579" y="2345451"/>
                </a:lnTo>
                <a:lnTo>
                  <a:pt x="0" y="234545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US" dirty="0"/>
          </a:p>
        </p:txBody>
      </p:sp>
      <p:sp>
        <p:nvSpPr>
          <p:cNvPr id="8" name="Rectangle 7">
            <a:extLst>
              <a:ext uri="{FF2B5EF4-FFF2-40B4-BE49-F238E27FC236}">
                <a16:creationId xmlns:a16="http://schemas.microsoft.com/office/drawing/2014/main" id="{890AF58A-C502-7D6B-91EE-6D9C708BE325}"/>
              </a:ext>
              <a:ext uri="{C183D7F6-B498-43B3-948B-1728B52AA6E4}">
                <adec:decorative xmlns:adec="http://schemas.microsoft.com/office/drawing/2017/decorative" val="1"/>
              </a:ext>
            </a:extLst>
          </p:cNvPr>
          <p:cNvSpPr/>
          <p:nvPr/>
        </p:nvSpPr>
        <p:spPr>
          <a:xfrm>
            <a:off x="6415880" y="1352550"/>
            <a:ext cx="2476579" cy="23454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9" name="Rectangle 8">
            <a:extLst>
              <a:ext uri="{FF2B5EF4-FFF2-40B4-BE49-F238E27FC236}">
                <a16:creationId xmlns:a16="http://schemas.microsoft.com/office/drawing/2014/main" id="{6C6CE9D8-55A7-16E7-99ED-4EFC560E60A3}"/>
              </a:ext>
              <a:ext uri="{C183D7F6-B498-43B3-948B-1728B52AA6E4}">
                <adec:decorative xmlns:adec="http://schemas.microsoft.com/office/drawing/2017/decorative" val="1"/>
              </a:ext>
            </a:extLst>
          </p:cNvPr>
          <p:cNvSpPr/>
          <p:nvPr/>
        </p:nvSpPr>
        <p:spPr>
          <a:xfrm>
            <a:off x="9075659" y="1352550"/>
            <a:ext cx="2476579" cy="23454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15" name="Group 14">
            <a:extLst>
              <a:ext uri="{FF2B5EF4-FFF2-40B4-BE49-F238E27FC236}">
                <a16:creationId xmlns:a16="http://schemas.microsoft.com/office/drawing/2014/main" id="{C80B852B-2542-1C27-CFCB-C27DC811204F}"/>
              </a:ext>
              <a:ext uri="{C183D7F6-B498-43B3-948B-1728B52AA6E4}">
                <adec:decorative xmlns:adec="http://schemas.microsoft.com/office/drawing/2017/decorative" val="1"/>
              </a:ext>
            </a:extLst>
          </p:cNvPr>
          <p:cNvGrpSpPr>
            <a:grpSpLocks noChangeAspect="1"/>
          </p:cNvGrpSpPr>
          <p:nvPr/>
        </p:nvGrpSpPr>
        <p:grpSpPr>
          <a:xfrm>
            <a:off x="7185342" y="2068075"/>
            <a:ext cx="937654" cy="914400"/>
            <a:chOff x="3158532" y="4343071"/>
            <a:chExt cx="468827" cy="457200"/>
          </a:xfrm>
          <a:solidFill>
            <a:srgbClr val="FF0000"/>
          </a:solidFill>
        </p:grpSpPr>
        <p:sp>
          <p:nvSpPr>
            <p:cNvPr id="16" name="Freeform: Shape 15">
              <a:extLst>
                <a:ext uri="{FF2B5EF4-FFF2-40B4-BE49-F238E27FC236}">
                  <a16:creationId xmlns:a16="http://schemas.microsoft.com/office/drawing/2014/main" id="{C17FD714-A0A4-D515-D6DB-0626A8327192}"/>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6EB8C75D-1642-4BE8-33D8-F3F8752B6322}"/>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19" name="Group 18">
            <a:extLst>
              <a:ext uri="{FF2B5EF4-FFF2-40B4-BE49-F238E27FC236}">
                <a16:creationId xmlns:a16="http://schemas.microsoft.com/office/drawing/2014/main" id="{FB683AAF-0A3F-7469-6B01-567B0B54CD52}"/>
              </a:ext>
              <a:ext uri="{C183D7F6-B498-43B3-948B-1728B52AA6E4}">
                <adec:decorative xmlns:adec="http://schemas.microsoft.com/office/drawing/2017/decorative" val="1"/>
              </a:ext>
            </a:extLst>
          </p:cNvPr>
          <p:cNvGrpSpPr>
            <a:grpSpLocks noChangeAspect="1"/>
          </p:cNvGrpSpPr>
          <p:nvPr/>
        </p:nvGrpSpPr>
        <p:grpSpPr>
          <a:xfrm>
            <a:off x="9845121" y="2068075"/>
            <a:ext cx="937654" cy="914400"/>
            <a:chOff x="3158532" y="4343071"/>
            <a:chExt cx="468827" cy="457200"/>
          </a:xfrm>
          <a:solidFill>
            <a:schemeClr val="bg1"/>
          </a:solidFill>
        </p:grpSpPr>
        <p:sp>
          <p:nvSpPr>
            <p:cNvPr id="20" name="Freeform: Shape 19">
              <a:extLst>
                <a:ext uri="{FF2B5EF4-FFF2-40B4-BE49-F238E27FC236}">
                  <a16:creationId xmlns:a16="http://schemas.microsoft.com/office/drawing/2014/main" id="{AE5EE3A0-ADD2-5014-41A5-399848B5554F}"/>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F94E97E8-47BE-40A9-E1C2-CEC90632D1AF}"/>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chemeClr val="accent1"/>
            </a:solidFill>
            <a:ln w="12601" cap="flat">
              <a:noFill/>
              <a:prstDash val="solid"/>
              <a:miter/>
            </a:ln>
          </p:spPr>
          <p:txBody>
            <a:bodyPr wrap="square" rtlCol="0" anchor="ctr">
              <a:noAutofit/>
            </a:bodyPr>
            <a:lstStyle/>
            <a:p>
              <a:endParaRPr lang="en-US"/>
            </a:p>
          </p:txBody>
        </p:sp>
      </p:grpSp>
      <p:sp>
        <p:nvSpPr>
          <p:cNvPr id="23" name="Rectangle 22">
            <a:extLst>
              <a:ext uri="{FF2B5EF4-FFF2-40B4-BE49-F238E27FC236}">
                <a16:creationId xmlns:a16="http://schemas.microsoft.com/office/drawing/2014/main" id="{8136845A-E8CF-0418-4AE6-31937AF3EE9C}"/>
              </a:ext>
              <a:ext uri="{C183D7F6-B498-43B3-948B-1728B52AA6E4}">
                <adec:decorative xmlns:adec="http://schemas.microsoft.com/office/drawing/2017/decorative" val="1"/>
              </a:ext>
            </a:extLst>
          </p:cNvPr>
          <p:cNvSpPr/>
          <p:nvPr/>
        </p:nvSpPr>
        <p:spPr>
          <a:xfrm>
            <a:off x="9075658" y="3876041"/>
            <a:ext cx="1192569" cy="1129426"/>
          </a:xfrm>
          <a:prstGeom prst="rect">
            <a:avLst/>
          </a:prstGeom>
          <a:solidFill>
            <a:srgbClr val="65317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24" name="Group 23">
            <a:extLst>
              <a:ext uri="{FF2B5EF4-FFF2-40B4-BE49-F238E27FC236}">
                <a16:creationId xmlns:a16="http://schemas.microsoft.com/office/drawing/2014/main" id="{4ADB22CD-45DF-BF45-1A80-D5357804ED39}"/>
              </a:ext>
              <a:ext uri="{C183D7F6-B498-43B3-948B-1728B52AA6E4}">
                <adec:decorative xmlns:adec="http://schemas.microsoft.com/office/drawing/2017/decorative" val="1"/>
              </a:ext>
            </a:extLst>
          </p:cNvPr>
          <p:cNvGrpSpPr>
            <a:grpSpLocks noChangeAspect="1"/>
          </p:cNvGrpSpPr>
          <p:nvPr/>
        </p:nvGrpSpPr>
        <p:grpSpPr>
          <a:xfrm>
            <a:off x="9390647" y="4166434"/>
            <a:ext cx="562591" cy="548640"/>
            <a:chOff x="3158532" y="4343071"/>
            <a:chExt cx="468827" cy="457200"/>
          </a:xfrm>
          <a:solidFill>
            <a:srgbClr val="EEC3F7"/>
          </a:solidFill>
        </p:grpSpPr>
        <p:sp>
          <p:nvSpPr>
            <p:cNvPr id="25" name="Freeform: Shape 24">
              <a:extLst>
                <a:ext uri="{FF2B5EF4-FFF2-40B4-BE49-F238E27FC236}">
                  <a16:creationId xmlns:a16="http://schemas.microsoft.com/office/drawing/2014/main" id="{1F2D590D-BCB4-3E09-4495-55CA2B2F1A03}"/>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solidFill>
              <a:srgbClr val="CC94DA"/>
            </a:solidFill>
            <a:ln w="12601" cap="flat">
              <a:noFill/>
              <a:prstDash val="solid"/>
              <a:miter/>
            </a:ln>
          </p:spPr>
          <p:txBody>
            <a:bodyPr wrap="square" rtlCol="0" anchor="ctr">
              <a:noAutofit/>
            </a:bodyPr>
            <a:lstStyle/>
            <a:p>
              <a:endParaRPr lang="en-US"/>
            </a:p>
          </p:txBody>
        </p:sp>
        <p:sp>
          <p:nvSpPr>
            <p:cNvPr id="26" name="Freeform: Shape 25">
              <a:extLst>
                <a:ext uri="{FF2B5EF4-FFF2-40B4-BE49-F238E27FC236}">
                  <a16:creationId xmlns:a16="http://schemas.microsoft.com/office/drawing/2014/main" id="{895B8DA4-8465-3AA4-D272-79E9B6E8F0F9}"/>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27" name="Group 26">
            <a:extLst>
              <a:ext uri="{FF2B5EF4-FFF2-40B4-BE49-F238E27FC236}">
                <a16:creationId xmlns:a16="http://schemas.microsoft.com/office/drawing/2014/main" id="{1CAB465C-F244-F0D5-FE10-D5FBDD92FFAD}"/>
              </a:ext>
              <a:ext uri="{C183D7F6-B498-43B3-948B-1728B52AA6E4}">
                <adec:decorative xmlns:adec="http://schemas.microsoft.com/office/drawing/2017/decorative" val="1"/>
              </a:ext>
            </a:extLst>
          </p:cNvPr>
          <p:cNvGrpSpPr>
            <a:grpSpLocks noChangeAspect="1"/>
          </p:cNvGrpSpPr>
          <p:nvPr/>
        </p:nvGrpSpPr>
        <p:grpSpPr>
          <a:xfrm>
            <a:off x="7185342" y="4591565"/>
            <a:ext cx="937654" cy="914400"/>
            <a:chOff x="3158532" y="4343071"/>
            <a:chExt cx="468827" cy="457200"/>
          </a:xfrm>
          <a:solidFill>
            <a:schemeClr val="accent1"/>
          </a:solidFill>
        </p:grpSpPr>
        <p:sp>
          <p:nvSpPr>
            <p:cNvPr id="28" name="Freeform: Shape 27">
              <a:extLst>
                <a:ext uri="{FF2B5EF4-FFF2-40B4-BE49-F238E27FC236}">
                  <a16:creationId xmlns:a16="http://schemas.microsoft.com/office/drawing/2014/main" id="{D34186AE-62B1-31D0-C1F4-F223BF5AF182}"/>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29" name="Freeform: Shape 28">
              <a:extLst>
                <a:ext uri="{FF2B5EF4-FFF2-40B4-BE49-F238E27FC236}">
                  <a16:creationId xmlns:a16="http://schemas.microsoft.com/office/drawing/2014/main" id="{3ECB7C85-BB8B-F1C6-ADED-06013EAB4866}"/>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grpFill/>
            <a:ln w="12601" cap="flat">
              <a:noFill/>
              <a:prstDash val="solid"/>
              <a:miter/>
            </a:ln>
          </p:spPr>
          <p:txBody>
            <a:bodyPr wrap="square" rtlCol="0" anchor="ctr">
              <a:noAutofit/>
            </a:bodyPr>
            <a:lstStyle/>
            <a:p>
              <a:endParaRPr lang="en-US"/>
            </a:p>
          </p:txBody>
        </p:sp>
      </p:grpSp>
      <p:grpSp>
        <p:nvGrpSpPr>
          <p:cNvPr id="37" name="Group 36">
            <a:extLst>
              <a:ext uri="{FF2B5EF4-FFF2-40B4-BE49-F238E27FC236}">
                <a16:creationId xmlns:a16="http://schemas.microsoft.com/office/drawing/2014/main" id="{BF147097-E82D-DE72-C997-BEAFA6136CAA}"/>
              </a:ext>
              <a:ext uri="{C183D7F6-B498-43B3-948B-1728B52AA6E4}">
                <adec:decorative xmlns:adec="http://schemas.microsoft.com/office/drawing/2017/decorative" val="1"/>
              </a:ext>
            </a:extLst>
          </p:cNvPr>
          <p:cNvGrpSpPr>
            <a:grpSpLocks noChangeAspect="1"/>
          </p:cNvGrpSpPr>
          <p:nvPr/>
        </p:nvGrpSpPr>
        <p:grpSpPr>
          <a:xfrm>
            <a:off x="2447572" y="2599347"/>
            <a:ext cx="1840936" cy="1828800"/>
            <a:chOff x="7088674" y="1517247"/>
            <a:chExt cx="460234" cy="457200"/>
          </a:xfrm>
          <a:solidFill>
            <a:srgbClr val="FF0000"/>
          </a:solidFill>
        </p:grpSpPr>
        <p:sp>
          <p:nvSpPr>
            <p:cNvPr id="38" name="Freeform: Shape 37">
              <a:extLst>
                <a:ext uri="{FF2B5EF4-FFF2-40B4-BE49-F238E27FC236}">
                  <a16:creationId xmlns:a16="http://schemas.microsoft.com/office/drawing/2014/main" id="{0AF7769B-2C8A-B788-207F-D30CEA60AF08}"/>
                </a:ext>
                <a:ext uri="{C183D7F6-B498-43B3-948B-1728B52AA6E4}">
                  <adec:decorative xmlns:adec="http://schemas.microsoft.com/office/drawing/2017/decorative" val="1"/>
                </a:ext>
              </a:extLst>
            </p:cNvPr>
            <p:cNvSpPr/>
            <p:nvPr/>
          </p:nvSpPr>
          <p:spPr>
            <a:xfrm>
              <a:off x="7088674" y="1574064"/>
              <a:ext cx="404093" cy="400383"/>
            </a:xfrm>
            <a:custGeom>
              <a:avLst/>
              <a:gdLst>
                <a:gd name="connsiteX0" fmla="*/ 0 w 6061400"/>
                <a:gd name="connsiteY0" fmla="*/ 5366837 h 6005747"/>
                <a:gd name="connsiteX1" fmla="*/ 638910 w 6061400"/>
                <a:gd name="connsiteY1" fmla="*/ 5366837 h 6005747"/>
                <a:gd name="connsiteX2" fmla="*/ 638910 w 6061400"/>
                <a:gd name="connsiteY2" fmla="*/ 6005747 h 6005747"/>
                <a:gd name="connsiteX3" fmla="*/ 0 w 6061400"/>
                <a:gd name="connsiteY3" fmla="*/ 6005747 h 6005747"/>
                <a:gd name="connsiteX4" fmla="*/ 950118 w 6061400"/>
                <a:gd name="connsiteY4" fmla="*/ 4898297 h 6005747"/>
                <a:gd name="connsiteX5" fmla="*/ 1376052 w 6061400"/>
                <a:gd name="connsiteY5" fmla="*/ 4898297 h 6005747"/>
                <a:gd name="connsiteX6" fmla="*/ 1376052 w 6061400"/>
                <a:gd name="connsiteY6" fmla="*/ 5111273 h 6005747"/>
                <a:gd name="connsiteX7" fmla="*/ 950118 w 6061400"/>
                <a:gd name="connsiteY7" fmla="*/ 5111273 h 6005747"/>
                <a:gd name="connsiteX8" fmla="*/ 950118 w 6061400"/>
                <a:gd name="connsiteY8" fmla="*/ 4578844 h 6005747"/>
                <a:gd name="connsiteX9" fmla="*/ 1376052 w 6061400"/>
                <a:gd name="connsiteY9" fmla="*/ 4578844 h 6005747"/>
                <a:gd name="connsiteX10" fmla="*/ 1376052 w 6061400"/>
                <a:gd name="connsiteY10" fmla="*/ 4791820 h 6005747"/>
                <a:gd name="connsiteX11" fmla="*/ 950118 w 6061400"/>
                <a:gd name="connsiteY11" fmla="*/ 4791820 h 6005747"/>
                <a:gd name="connsiteX12" fmla="*/ 5848424 w 6061400"/>
                <a:gd name="connsiteY12" fmla="*/ 4259390 h 6005747"/>
                <a:gd name="connsiteX13" fmla="*/ 6061400 w 6061400"/>
                <a:gd name="connsiteY13" fmla="*/ 4259390 h 6005747"/>
                <a:gd name="connsiteX14" fmla="*/ 6061400 w 6061400"/>
                <a:gd name="connsiteY14" fmla="*/ 4685324 h 6005747"/>
                <a:gd name="connsiteX15" fmla="*/ 5848424 w 6061400"/>
                <a:gd name="connsiteY15" fmla="*/ 4685324 h 6005747"/>
                <a:gd name="connsiteX16" fmla="*/ 2659204 w 6061400"/>
                <a:gd name="connsiteY16" fmla="*/ 1703757 h 6005747"/>
                <a:gd name="connsiteX17" fmla="*/ 2659204 w 6061400"/>
                <a:gd name="connsiteY17" fmla="*/ 3396869 h 6005747"/>
                <a:gd name="connsiteX18" fmla="*/ 4352318 w 6061400"/>
                <a:gd name="connsiteY18" fmla="*/ 3396869 h 6005747"/>
                <a:gd name="connsiteX19" fmla="*/ 4352318 w 6061400"/>
                <a:gd name="connsiteY19" fmla="*/ 3392367 h 6005747"/>
                <a:gd name="connsiteX20" fmla="*/ 4347733 w 6061400"/>
                <a:gd name="connsiteY20" fmla="*/ 3392367 h 6005747"/>
                <a:gd name="connsiteX21" fmla="*/ 4347733 w 6061400"/>
                <a:gd name="connsiteY21" fmla="*/ 3179396 h 6005747"/>
                <a:gd name="connsiteX22" fmla="*/ 4352318 w 6061400"/>
                <a:gd name="connsiteY22" fmla="*/ 3179396 h 6005747"/>
                <a:gd name="connsiteX23" fmla="*/ 4352318 w 6061400"/>
                <a:gd name="connsiteY23" fmla="*/ 2900780 h 6005747"/>
                <a:gd name="connsiteX24" fmla="*/ 4351302 w 6061400"/>
                <a:gd name="connsiteY24" fmla="*/ 2900780 h 6005747"/>
                <a:gd name="connsiteX25" fmla="*/ 4351302 w 6061400"/>
                <a:gd name="connsiteY25" fmla="*/ 2687808 h 6005747"/>
                <a:gd name="connsiteX26" fmla="*/ 4352318 w 6061400"/>
                <a:gd name="connsiteY26" fmla="*/ 2687808 h 6005747"/>
                <a:gd name="connsiteX27" fmla="*/ 4352318 w 6061400"/>
                <a:gd name="connsiteY27" fmla="*/ 2409196 h 6005747"/>
                <a:gd name="connsiteX28" fmla="*/ 4349598 w 6061400"/>
                <a:gd name="connsiteY28" fmla="*/ 2409196 h 6005747"/>
                <a:gd name="connsiteX29" fmla="*/ 4349598 w 6061400"/>
                <a:gd name="connsiteY29" fmla="*/ 2196225 h 6005747"/>
                <a:gd name="connsiteX30" fmla="*/ 4352318 w 6061400"/>
                <a:gd name="connsiteY30" fmla="*/ 2196225 h 6005747"/>
                <a:gd name="connsiteX31" fmla="*/ 4352318 w 6061400"/>
                <a:gd name="connsiteY31" fmla="*/ 1917599 h 6005747"/>
                <a:gd name="connsiteX32" fmla="*/ 4347843 w 6061400"/>
                <a:gd name="connsiteY32" fmla="*/ 1917599 h 6005747"/>
                <a:gd name="connsiteX33" fmla="*/ 4347843 w 6061400"/>
                <a:gd name="connsiteY33" fmla="*/ 1704627 h 6005747"/>
                <a:gd name="connsiteX34" fmla="*/ 4352318 w 6061400"/>
                <a:gd name="connsiteY34" fmla="*/ 1704627 h 6005747"/>
                <a:gd name="connsiteX35" fmla="*/ 4352318 w 6061400"/>
                <a:gd name="connsiteY35" fmla="*/ 1703757 h 6005747"/>
                <a:gd name="connsiteX36" fmla="*/ 2653879 w 6061400"/>
                <a:gd name="connsiteY36" fmla="*/ 1059521 h 6005747"/>
                <a:gd name="connsiteX37" fmla="*/ 2866851 w 6061400"/>
                <a:gd name="connsiteY37" fmla="*/ 1059521 h 6005747"/>
                <a:gd name="connsiteX38" fmla="*/ 2866851 w 6061400"/>
                <a:gd name="connsiteY38" fmla="*/ 1272493 h 6005747"/>
                <a:gd name="connsiteX39" fmla="*/ 3143709 w 6061400"/>
                <a:gd name="connsiteY39" fmla="*/ 1272493 h 6005747"/>
                <a:gd name="connsiteX40" fmla="*/ 3143709 w 6061400"/>
                <a:gd name="connsiteY40" fmla="*/ 1059521 h 6005747"/>
                <a:gd name="connsiteX41" fmla="*/ 3356681 w 6061400"/>
                <a:gd name="connsiteY41" fmla="*/ 1059521 h 6005747"/>
                <a:gd name="connsiteX42" fmla="*/ 3356681 w 6061400"/>
                <a:gd name="connsiteY42" fmla="*/ 1272493 h 6005747"/>
                <a:gd name="connsiteX43" fmla="*/ 3638867 w 6061400"/>
                <a:gd name="connsiteY43" fmla="*/ 1272493 h 6005747"/>
                <a:gd name="connsiteX44" fmla="*/ 3638867 w 6061400"/>
                <a:gd name="connsiteY44" fmla="*/ 1059521 h 6005747"/>
                <a:gd name="connsiteX45" fmla="*/ 3851839 w 6061400"/>
                <a:gd name="connsiteY45" fmla="*/ 1059521 h 6005747"/>
                <a:gd name="connsiteX46" fmla="*/ 3851839 w 6061400"/>
                <a:gd name="connsiteY46" fmla="*/ 1272493 h 6005747"/>
                <a:gd name="connsiteX47" fmla="*/ 4128697 w 6061400"/>
                <a:gd name="connsiteY47" fmla="*/ 1272493 h 6005747"/>
                <a:gd name="connsiteX48" fmla="*/ 4128697 w 6061400"/>
                <a:gd name="connsiteY48" fmla="*/ 1059521 h 6005747"/>
                <a:gd name="connsiteX49" fmla="*/ 4341669 w 6061400"/>
                <a:gd name="connsiteY49" fmla="*/ 1059521 h 6005747"/>
                <a:gd name="connsiteX50" fmla="*/ 4341669 w 6061400"/>
                <a:gd name="connsiteY50" fmla="*/ 1272493 h 6005747"/>
                <a:gd name="connsiteX51" fmla="*/ 4783586 w 6061400"/>
                <a:gd name="connsiteY51" fmla="*/ 1272493 h 6005747"/>
                <a:gd name="connsiteX52" fmla="*/ 4783586 w 6061400"/>
                <a:gd name="connsiteY52" fmla="*/ 1704627 h 6005747"/>
                <a:gd name="connsiteX53" fmla="*/ 4986755 w 6061400"/>
                <a:gd name="connsiteY53" fmla="*/ 1704627 h 6005747"/>
                <a:gd name="connsiteX54" fmla="*/ 4986755 w 6061400"/>
                <a:gd name="connsiteY54" fmla="*/ 1917599 h 6005747"/>
                <a:gd name="connsiteX55" fmla="*/ 4783586 w 6061400"/>
                <a:gd name="connsiteY55" fmla="*/ 1917599 h 6005747"/>
                <a:gd name="connsiteX56" fmla="*/ 4783586 w 6061400"/>
                <a:gd name="connsiteY56" fmla="*/ 2196225 h 6005747"/>
                <a:gd name="connsiteX57" fmla="*/ 4988510 w 6061400"/>
                <a:gd name="connsiteY57" fmla="*/ 2196225 h 6005747"/>
                <a:gd name="connsiteX58" fmla="*/ 4988510 w 6061400"/>
                <a:gd name="connsiteY58" fmla="*/ 2409196 h 6005747"/>
                <a:gd name="connsiteX59" fmla="*/ 4783586 w 6061400"/>
                <a:gd name="connsiteY59" fmla="*/ 2409196 h 6005747"/>
                <a:gd name="connsiteX60" fmla="*/ 4783586 w 6061400"/>
                <a:gd name="connsiteY60" fmla="*/ 2687808 h 6005747"/>
                <a:gd name="connsiteX61" fmla="*/ 4990214 w 6061400"/>
                <a:gd name="connsiteY61" fmla="*/ 2687808 h 6005747"/>
                <a:gd name="connsiteX62" fmla="*/ 4990214 w 6061400"/>
                <a:gd name="connsiteY62" fmla="*/ 2900780 h 6005747"/>
                <a:gd name="connsiteX63" fmla="*/ 4783586 w 6061400"/>
                <a:gd name="connsiteY63" fmla="*/ 2900780 h 6005747"/>
                <a:gd name="connsiteX64" fmla="*/ 4783586 w 6061400"/>
                <a:gd name="connsiteY64" fmla="*/ 3179396 h 6005747"/>
                <a:gd name="connsiteX65" fmla="*/ 4986645 w 6061400"/>
                <a:gd name="connsiteY65" fmla="*/ 3179396 h 6005747"/>
                <a:gd name="connsiteX66" fmla="*/ 4986645 w 6061400"/>
                <a:gd name="connsiteY66" fmla="*/ 3392367 h 6005747"/>
                <a:gd name="connsiteX67" fmla="*/ 4783586 w 6061400"/>
                <a:gd name="connsiteY67" fmla="*/ 3392367 h 6005747"/>
                <a:gd name="connsiteX68" fmla="*/ 4783586 w 6061400"/>
                <a:gd name="connsiteY68" fmla="*/ 3828136 h 6005747"/>
                <a:gd name="connsiteX69" fmla="*/ 4341669 w 6061400"/>
                <a:gd name="connsiteY69" fmla="*/ 3828136 h 6005747"/>
                <a:gd name="connsiteX70" fmla="*/ 4341669 w 6061400"/>
                <a:gd name="connsiteY70" fmla="*/ 4041103 h 6005747"/>
                <a:gd name="connsiteX71" fmla="*/ 4128697 w 6061400"/>
                <a:gd name="connsiteY71" fmla="*/ 4041103 h 6005747"/>
                <a:gd name="connsiteX72" fmla="*/ 4128697 w 6061400"/>
                <a:gd name="connsiteY72" fmla="*/ 3828136 h 6005747"/>
                <a:gd name="connsiteX73" fmla="*/ 3851839 w 6061400"/>
                <a:gd name="connsiteY73" fmla="*/ 3828136 h 6005747"/>
                <a:gd name="connsiteX74" fmla="*/ 3851839 w 6061400"/>
                <a:gd name="connsiteY74" fmla="*/ 4041103 h 6005747"/>
                <a:gd name="connsiteX75" fmla="*/ 3638867 w 6061400"/>
                <a:gd name="connsiteY75" fmla="*/ 4041103 h 6005747"/>
                <a:gd name="connsiteX76" fmla="*/ 3638867 w 6061400"/>
                <a:gd name="connsiteY76" fmla="*/ 3828136 h 6005747"/>
                <a:gd name="connsiteX77" fmla="*/ 3356681 w 6061400"/>
                <a:gd name="connsiteY77" fmla="*/ 3828136 h 6005747"/>
                <a:gd name="connsiteX78" fmla="*/ 3356681 w 6061400"/>
                <a:gd name="connsiteY78" fmla="*/ 4041103 h 6005747"/>
                <a:gd name="connsiteX79" fmla="*/ 3143709 w 6061400"/>
                <a:gd name="connsiteY79" fmla="*/ 4041103 h 6005747"/>
                <a:gd name="connsiteX80" fmla="*/ 3143709 w 6061400"/>
                <a:gd name="connsiteY80" fmla="*/ 3828136 h 6005747"/>
                <a:gd name="connsiteX81" fmla="*/ 2866851 w 6061400"/>
                <a:gd name="connsiteY81" fmla="*/ 3828136 h 6005747"/>
                <a:gd name="connsiteX82" fmla="*/ 2866851 w 6061400"/>
                <a:gd name="connsiteY82" fmla="*/ 4041103 h 6005747"/>
                <a:gd name="connsiteX83" fmla="*/ 2653879 w 6061400"/>
                <a:gd name="connsiteY83" fmla="*/ 4041103 h 6005747"/>
                <a:gd name="connsiteX84" fmla="*/ 2653879 w 6061400"/>
                <a:gd name="connsiteY84" fmla="*/ 3828136 h 6005747"/>
                <a:gd name="connsiteX85" fmla="*/ 2227940 w 6061400"/>
                <a:gd name="connsiteY85" fmla="*/ 3828136 h 6005747"/>
                <a:gd name="connsiteX86" fmla="*/ 2227940 w 6061400"/>
                <a:gd name="connsiteY86" fmla="*/ 3392367 h 6005747"/>
                <a:gd name="connsiteX87" fmla="*/ 2005059 w 6061400"/>
                <a:gd name="connsiteY87" fmla="*/ 3392367 h 6005747"/>
                <a:gd name="connsiteX88" fmla="*/ 2005059 w 6061400"/>
                <a:gd name="connsiteY88" fmla="*/ 3179396 h 6005747"/>
                <a:gd name="connsiteX89" fmla="*/ 2227940 w 6061400"/>
                <a:gd name="connsiteY89" fmla="*/ 3179396 h 6005747"/>
                <a:gd name="connsiteX90" fmla="*/ 2227940 w 6061400"/>
                <a:gd name="connsiteY90" fmla="*/ 2900780 h 6005747"/>
                <a:gd name="connsiteX91" fmla="*/ 2008628 w 6061400"/>
                <a:gd name="connsiteY91" fmla="*/ 2900780 h 6005747"/>
                <a:gd name="connsiteX92" fmla="*/ 2008628 w 6061400"/>
                <a:gd name="connsiteY92" fmla="*/ 2687808 h 6005747"/>
                <a:gd name="connsiteX93" fmla="*/ 2227940 w 6061400"/>
                <a:gd name="connsiteY93" fmla="*/ 2687808 h 6005747"/>
                <a:gd name="connsiteX94" fmla="*/ 2227940 w 6061400"/>
                <a:gd name="connsiteY94" fmla="*/ 2409196 h 6005747"/>
                <a:gd name="connsiteX95" fmla="*/ 2006924 w 6061400"/>
                <a:gd name="connsiteY95" fmla="*/ 2409196 h 6005747"/>
                <a:gd name="connsiteX96" fmla="*/ 2006924 w 6061400"/>
                <a:gd name="connsiteY96" fmla="*/ 2196225 h 6005747"/>
                <a:gd name="connsiteX97" fmla="*/ 2227940 w 6061400"/>
                <a:gd name="connsiteY97" fmla="*/ 2196225 h 6005747"/>
                <a:gd name="connsiteX98" fmla="*/ 2227940 w 6061400"/>
                <a:gd name="connsiteY98" fmla="*/ 1917599 h 6005747"/>
                <a:gd name="connsiteX99" fmla="*/ 2005169 w 6061400"/>
                <a:gd name="connsiteY99" fmla="*/ 1917599 h 6005747"/>
                <a:gd name="connsiteX100" fmla="*/ 2005169 w 6061400"/>
                <a:gd name="connsiteY100" fmla="*/ 1704627 h 6005747"/>
                <a:gd name="connsiteX101" fmla="*/ 2227940 w 6061400"/>
                <a:gd name="connsiteY101" fmla="*/ 1704627 h 6005747"/>
                <a:gd name="connsiteX102" fmla="*/ 2227940 w 6061400"/>
                <a:gd name="connsiteY102" fmla="*/ 1272493 h 6005747"/>
                <a:gd name="connsiteX103" fmla="*/ 2653879 w 6061400"/>
                <a:gd name="connsiteY103" fmla="*/ 1272493 h 6005747"/>
                <a:gd name="connsiteX104" fmla="*/ 5635452 w 6061400"/>
                <a:gd name="connsiteY104" fmla="*/ 319453 h 6005747"/>
                <a:gd name="connsiteX105" fmla="*/ 6061386 w 6061400"/>
                <a:gd name="connsiteY105" fmla="*/ 319453 h 6005747"/>
                <a:gd name="connsiteX106" fmla="*/ 6061386 w 6061400"/>
                <a:gd name="connsiteY106" fmla="*/ 532430 h 6005747"/>
                <a:gd name="connsiteX107" fmla="*/ 5635452 w 6061400"/>
                <a:gd name="connsiteY107" fmla="*/ 532430 h 6005747"/>
                <a:gd name="connsiteX108" fmla="*/ 950118 w 6061400"/>
                <a:gd name="connsiteY108" fmla="*/ 212972 h 6005747"/>
                <a:gd name="connsiteX109" fmla="*/ 1376052 w 6061400"/>
                <a:gd name="connsiteY109" fmla="*/ 212972 h 6005747"/>
                <a:gd name="connsiteX110" fmla="*/ 1376052 w 6061400"/>
                <a:gd name="connsiteY110" fmla="*/ 425948 h 6005747"/>
                <a:gd name="connsiteX111" fmla="*/ 950118 w 6061400"/>
                <a:gd name="connsiteY111" fmla="*/ 425948 h 6005747"/>
                <a:gd name="connsiteX112" fmla="*/ 5635452 w 6061400"/>
                <a:gd name="connsiteY112" fmla="*/ 0 h 6005747"/>
                <a:gd name="connsiteX113" fmla="*/ 6061386 w 6061400"/>
                <a:gd name="connsiteY113" fmla="*/ 0 h 6005747"/>
                <a:gd name="connsiteX114" fmla="*/ 6061386 w 6061400"/>
                <a:gd name="connsiteY114" fmla="*/ 212977 h 6005747"/>
                <a:gd name="connsiteX115" fmla="*/ 5635452 w 6061400"/>
                <a:gd name="connsiteY115" fmla="*/ 212977 h 600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61400" h="6005747">
                  <a:moveTo>
                    <a:pt x="0" y="5366837"/>
                  </a:moveTo>
                  <a:lnTo>
                    <a:pt x="638910" y="5366837"/>
                  </a:lnTo>
                  <a:lnTo>
                    <a:pt x="638910" y="6005747"/>
                  </a:lnTo>
                  <a:lnTo>
                    <a:pt x="0" y="6005747"/>
                  </a:lnTo>
                  <a:close/>
                  <a:moveTo>
                    <a:pt x="950118" y="4898297"/>
                  </a:moveTo>
                  <a:lnTo>
                    <a:pt x="1376052" y="4898297"/>
                  </a:lnTo>
                  <a:lnTo>
                    <a:pt x="1376052" y="5111273"/>
                  </a:lnTo>
                  <a:lnTo>
                    <a:pt x="950118" y="5111273"/>
                  </a:lnTo>
                  <a:close/>
                  <a:moveTo>
                    <a:pt x="950118" y="4578844"/>
                  </a:moveTo>
                  <a:lnTo>
                    <a:pt x="1376052" y="4578844"/>
                  </a:lnTo>
                  <a:lnTo>
                    <a:pt x="1376052" y="4791820"/>
                  </a:lnTo>
                  <a:lnTo>
                    <a:pt x="950118" y="4791820"/>
                  </a:lnTo>
                  <a:close/>
                  <a:moveTo>
                    <a:pt x="5848424" y="4259390"/>
                  </a:moveTo>
                  <a:lnTo>
                    <a:pt x="6061400" y="4259390"/>
                  </a:lnTo>
                  <a:lnTo>
                    <a:pt x="6061400" y="4685324"/>
                  </a:lnTo>
                  <a:lnTo>
                    <a:pt x="5848424" y="4685324"/>
                  </a:lnTo>
                  <a:close/>
                  <a:moveTo>
                    <a:pt x="2659204" y="1703757"/>
                  </a:moveTo>
                  <a:lnTo>
                    <a:pt x="2659204" y="3396869"/>
                  </a:lnTo>
                  <a:lnTo>
                    <a:pt x="4352318" y="3396869"/>
                  </a:lnTo>
                  <a:lnTo>
                    <a:pt x="4352318" y="3392367"/>
                  </a:lnTo>
                  <a:lnTo>
                    <a:pt x="4347733" y="3392367"/>
                  </a:lnTo>
                  <a:lnTo>
                    <a:pt x="4347733" y="3179396"/>
                  </a:lnTo>
                  <a:lnTo>
                    <a:pt x="4352318" y="3179396"/>
                  </a:lnTo>
                  <a:lnTo>
                    <a:pt x="4352318" y="2900780"/>
                  </a:lnTo>
                  <a:lnTo>
                    <a:pt x="4351302" y="2900780"/>
                  </a:lnTo>
                  <a:lnTo>
                    <a:pt x="4351302" y="2687808"/>
                  </a:lnTo>
                  <a:lnTo>
                    <a:pt x="4352318" y="2687808"/>
                  </a:lnTo>
                  <a:lnTo>
                    <a:pt x="4352318" y="2409196"/>
                  </a:lnTo>
                  <a:lnTo>
                    <a:pt x="4349598" y="2409196"/>
                  </a:lnTo>
                  <a:lnTo>
                    <a:pt x="4349598" y="2196225"/>
                  </a:lnTo>
                  <a:lnTo>
                    <a:pt x="4352318" y="2196225"/>
                  </a:lnTo>
                  <a:lnTo>
                    <a:pt x="4352318" y="1917599"/>
                  </a:lnTo>
                  <a:lnTo>
                    <a:pt x="4347843" y="1917599"/>
                  </a:lnTo>
                  <a:lnTo>
                    <a:pt x="4347843" y="1704627"/>
                  </a:lnTo>
                  <a:lnTo>
                    <a:pt x="4352318" y="1704627"/>
                  </a:lnTo>
                  <a:lnTo>
                    <a:pt x="4352318" y="1703757"/>
                  </a:lnTo>
                  <a:close/>
                  <a:moveTo>
                    <a:pt x="2653879" y="1059521"/>
                  </a:moveTo>
                  <a:lnTo>
                    <a:pt x="2866851" y="1059521"/>
                  </a:lnTo>
                  <a:lnTo>
                    <a:pt x="2866851" y="1272493"/>
                  </a:lnTo>
                  <a:lnTo>
                    <a:pt x="3143709" y="1272493"/>
                  </a:lnTo>
                  <a:lnTo>
                    <a:pt x="3143709" y="1059521"/>
                  </a:lnTo>
                  <a:lnTo>
                    <a:pt x="3356681" y="1059521"/>
                  </a:lnTo>
                  <a:lnTo>
                    <a:pt x="3356681" y="1272493"/>
                  </a:lnTo>
                  <a:lnTo>
                    <a:pt x="3638867" y="1272493"/>
                  </a:lnTo>
                  <a:lnTo>
                    <a:pt x="3638867" y="1059521"/>
                  </a:lnTo>
                  <a:lnTo>
                    <a:pt x="3851839" y="1059521"/>
                  </a:lnTo>
                  <a:lnTo>
                    <a:pt x="3851839" y="1272493"/>
                  </a:lnTo>
                  <a:lnTo>
                    <a:pt x="4128697" y="1272493"/>
                  </a:lnTo>
                  <a:lnTo>
                    <a:pt x="4128697" y="1059521"/>
                  </a:lnTo>
                  <a:lnTo>
                    <a:pt x="4341669" y="1059521"/>
                  </a:lnTo>
                  <a:lnTo>
                    <a:pt x="4341669" y="1272493"/>
                  </a:lnTo>
                  <a:lnTo>
                    <a:pt x="4783586" y="1272493"/>
                  </a:lnTo>
                  <a:lnTo>
                    <a:pt x="4783586" y="1704627"/>
                  </a:lnTo>
                  <a:lnTo>
                    <a:pt x="4986755" y="1704627"/>
                  </a:lnTo>
                  <a:lnTo>
                    <a:pt x="4986755" y="1917599"/>
                  </a:lnTo>
                  <a:lnTo>
                    <a:pt x="4783586" y="1917599"/>
                  </a:lnTo>
                  <a:lnTo>
                    <a:pt x="4783586" y="2196225"/>
                  </a:lnTo>
                  <a:lnTo>
                    <a:pt x="4988510" y="2196225"/>
                  </a:lnTo>
                  <a:lnTo>
                    <a:pt x="4988510" y="2409196"/>
                  </a:lnTo>
                  <a:lnTo>
                    <a:pt x="4783586" y="2409196"/>
                  </a:lnTo>
                  <a:lnTo>
                    <a:pt x="4783586" y="2687808"/>
                  </a:lnTo>
                  <a:lnTo>
                    <a:pt x="4990214" y="2687808"/>
                  </a:lnTo>
                  <a:lnTo>
                    <a:pt x="4990214" y="2900780"/>
                  </a:lnTo>
                  <a:lnTo>
                    <a:pt x="4783586" y="2900780"/>
                  </a:lnTo>
                  <a:lnTo>
                    <a:pt x="4783586" y="3179396"/>
                  </a:lnTo>
                  <a:lnTo>
                    <a:pt x="4986645" y="3179396"/>
                  </a:lnTo>
                  <a:lnTo>
                    <a:pt x="4986645" y="3392367"/>
                  </a:lnTo>
                  <a:lnTo>
                    <a:pt x="4783586" y="3392367"/>
                  </a:lnTo>
                  <a:lnTo>
                    <a:pt x="4783586" y="3828136"/>
                  </a:lnTo>
                  <a:lnTo>
                    <a:pt x="4341669" y="3828136"/>
                  </a:lnTo>
                  <a:lnTo>
                    <a:pt x="4341669" y="4041103"/>
                  </a:lnTo>
                  <a:lnTo>
                    <a:pt x="4128697" y="4041103"/>
                  </a:lnTo>
                  <a:lnTo>
                    <a:pt x="4128697" y="3828136"/>
                  </a:lnTo>
                  <a:lnTo>
                    <a:pt x="3851839" y="3828136"/>
                  </a:lnTo>
                  <a:lnTo>
                    <a:pt x="3851839" y="4041103"/>
                  </a:lnTo>
                  <a:lnTo>
                    <a:pt x="3638867" y="4041103"/>
                  </a:lnTo>
                  <a:lnTo>
                    <a:pt x="3638867" y="3828136"/>
                  </a:lnTo>
                  <a:lnTo>
                    <a:pt x="3356681" y="3828136"/>
                  </a:lnTo>
                  <a:lnTo>
                    <a:pt x="3356681" y="4041103"/>
                  </a:lnTo>
                  <a:lnTo>
                    <a:pt x="3143709" y="4041103"/>
                  </a:lnTo>
                  <a:lnTo>
                    <a:pt x="3143709" y="3828136"/>
                  </a:lnTo>
                  <a:lnTo>
                    <a:pt x="2866851" y="3828136"/>
                  </a:lnTo>
                  <a:lnTo>
                    <a:pt x="2866851" y="4041103"/>
                  </a:lnTo>
                  <a:lnTo>
                    <a:pt x="2653879" y="4041103"/>
                  </a:lnTo>
                  <a:lnTo>
                    <a:pt x="2653879" y="3828136"/>
                  </a:lnTo>
                  <a:lnTo>
                    <a:pt x="2227940" y="3828136"/>
                  </a:lnTo>
                  <a:lnTo>
                    <a:pt x="2227940" y="3392367"/>
                  </a:lnTo>
                  <a:lnTo>
                    <a:pt x="2005059" y="3392367"/>
                  </a:lnTo>
                  <a:lnTo>
                    <a:pt x="2005059" y="3179396"/>
                  </a:lnTo>
                  <a:lnTo>
                    <a:pt x="2227940" y="3179396"/>
                  </a:lnTo>
                  <a:lnTo>
                    <a:pt x="2227940" y="2900780"/>
                  </a:lnTo>
                  <a:lnTo>
                    <a:pt x="2008628" y="2900780"/>
                  </a:lnTo>
                  <a:lnTo>
                    <a:pt x="2008628" y="2687808"/>
                  </a:lnTo>
                  <a:lnTo>
                    <a:pt x="2227940" y="2687808"/>
                  </a:lnTo>
                  <a:lnTo>
                    <a:pt x="2227940" y="2409196"/>
                  </a:lnTo>
                  <a:lnTo>
                    <a:pt x="2006924" y="2409196"/>
                  </a:lnTo>
                  <a:lnTo>
                    <a:pt x="2006924" y="2196225"/>
                  </a:lnTo>
                  <a:lnTo>
                    <a:pt x="2227940" y="2196225"/>
                  </a:lnTo>
                  <a:lnTo>
                    <a:pt x="2227940" y="1917599"/>
                  </a:lnTo>
                  <a:lnTo>
                    <a:pt x="2005169" y="1917599"/>
                  </a:lnTo>
                  <a:lnTo>
                    <a:pt x="2005169" y="1704627"/>
                  </a:lnTo>
                  <a:lnTo>
                    <a:pt x="2227940" y="1704627"/>
                  </a:lnTo>
                  <a:lnTo>
                    <a:pt x="2227940" y="1272493"/>
                  </a:lnTo>
                  <a:lnTo>
                    <a:pt x="2653879" y="1272493"/>
                  </a:lnTo>
                  <a:close/>
                  <a:moveTo>
                    <a:pt x="5635452" y="319453"/>
                  </a:moveTo>
                  <a:lnTo>
                    <a:pt x="6061386" y="319453"/>
                  </a:lnTo>
                  <a:lnTo>
                    <a:pt x="6061386" y="532430"/>
                  </a:lnTo>
                  <a:lnTo>
                    <a:pt x="5635452" y="532430"/>
                  </a:lnTo>
                  <a:close/>
                  <a:moveTo>
                    <a:pt x="950118" y="212972"/>
                  </a:moveTo>
                  <a:lnTo>
                    <a:pt x="1376052" y="212972"/>
                  </a:lnTo>
                  <a:lnTo>
                    <a:pt x="1376052" y="425948"/>
                  </a:lnTo>
                  <a:lnTo>
                    <a:pt x="950118" y="425948"/>
                  </a:lnTo>
                  <a:close/>
                  <a:moveTo>
                    <a:pt x="5635452" y="0"/>
                  </a:moveTo>
                  <a:lnTo>
                    <a:pt x="6061386" y="0"/>
                  </a:lnTo>
                  <a:lnTo>
                    <a:pt x="6061386" y="212977"/>
                  </a:lnTo>
                  <a:lnTo>
                    <a:pt x="5635452" y="212977"/>
                  </a:lnTo>
                  <a:close/>
                </a:path>
              </a:pathLst>
            </a:custGeom>
            <a:solidFill>
              <a:schemeClr val="accent1"/>
            </a:solidFill>
            <a:ln w="12601" cap="flat">
              <a:noFill/>
              <a:prstDash val="solid"/>
              <a:miter/>
            </a:ln>
          </p:spPr>
          <p:txBody>
            <a:bodyPr wrap="square" rtlCol="0" anchor="ctr">
              <a:noAutofit/>
            </a:bodyPr>
            <a:lstStyle/>
            <a:p>
              <a:endParaRPr lang="en-US" dirty="0"/>
            </a:p>
          </p:txBody>
        </p:sp>
        <p:sp>
          <p:nvSpPr>
            <p:cNvPr id="39" name="Freeform: Shape 38">
              <a:extLst>
                <a:ext uri="{FF2B5EF4-FFF2-40B4-BE49-F238E27FC236}">
                  <a16:creationId xmlns:a16="http://schemas.microsoft.com/office/drawing/2014/main" id="{14853EF3-1B92-2EFF-1E0A-EB34A89282A9}"/>
                </a:ext>
                <a:ext uri="{C183D7F6-B498-43B3-948B-1728B52AA6E4}">
                  <adec:decorative xmlns:adec="http://schemas.microsoft.com/office/drawing/2017/decorative" val="1"/>
                </a:ext>
              </a:extLst>
            </p:cNvPr>
            <p:cNvSpPr/>
            <p:nvPr/>
          </p:nvSpPr>
          <p:spPr>
            <a:xfrm>
              <a:off x="7094572" y="1517247"/>
              <a:ext cx="454336" cy="454336"/>
            </a:xfrm>
            <a:custGeom>
              <a:avLst/>
              <a:gdLst>
                <a:gd name="connsiteX0" fmla="*/ 3594536 w 6815044"/>
                <a:gd name="connsiteY0" fmla="*/ 6144453 h 6815044"/>
                <a:gd name="connsiteX1" fmla="*/ 3575840 w 6815044"/>
                <a:gd name="connsiteY1" fmla="*/ 6148967 h 6815044"/>
                <a:gd name="connsiteX2" fmla="*/ 3575830 w 6815044"/>
                <a:gd name="connsiteY2" fmla="*/ 6148850 h 6815044"/>
                <a:gd name="connsiteX3" fmla="*/ 3594536 w 6815044"/>
                <a:gd name="connsiteY3" fmla="*/ 6144453 h 6815044"/>
                <a:gd name="connsiteX4" fmla="*/ 1814691 w 6815044"/>
                <a:gd name="connsiteY4" fmla="*/ 1698811 h 6815044"/>
                <a:gd name="connsiteX5" fmla="*/ 1713532 w 6815044"/>
                <a:gd name="connsiteY5" fmla="*/ 1799970 h 6815044"/>
                <a:gd name="connsiteX6" fmla="*/ 1713532 w 6815044"/>
                <a:gd name="connsiteY6" fmla="*/ 5010492 h 6815044"/>
                <a:gd name="connsiteX7" fmla="*/ 1814691 w 6815044"/>
                <a:gd name="connsiteY7" fmla="*/ 5111656 h 6815044"/>
                <a:gd name="connsiteX8" fmla="*/ 5019885 w 6815044"/>
                <a:gd name="connsiteY8" fmla="*/ 5116980 h 6815044"/>
                <a:gd name="connsiteX9" fmla="*/ 5121049 w 6815044"/>
                <a:gd name="connsiteY9" fmla="*/ 5015816 h 6815044"/>
                <a:gd name="connsiteX10" fmla="*/ 5121049 w 6815044"/>
                <a:gd name="connsiteY10" fmla="*/ 1810619 h 6815044"/>
                <a:gd name="connsiteX11" fmla="*/ 5019885 w 6815044"/>
                <a:gd name="connsiteY11" fmla="*/ 1709459 h 6815044"/>
                <a:gd name="connsiteX12" fmla="*/ 1814691 w 6815044"/>
                <a:gd name="connsiteY12" fmla="*/ 1491163 h 6815044"/>
                <a:gd name="connsiteX13" fmla="*/ 5019885 w 6815044"/>
                <a:gd name="connsiteY13" fmla="*/ 1496487 h 6815044"/>
                <a:gd name="connsiteX14" fmla="*/ 5334016 w 6815044"/>
                <a:gd name="connsiteY14" fmla="*/ 1810619 h 6815044"/>
                <a:gd name="connsiteX15" fmla="*/ 5334016 w 6815044"/>
                <a:gd name="connsiteY15" fmla="*/ 5010492 h 6815044"/>
                <a:gd name="connsiteX16" fmla="*/ 5019885 w 6815044"/>
                <a:gd name="connsiteY16" fmla="*/ 5319299 h 6815044"/>
                <a:gd name="connsiteX17" fmla="*/ 1814691 w 6815044"/>
                <a:gd name="connsiteY17" fmla="*/ 5313975 h 6815044"/>
                <a:gd name="connsiteX18" fmla="*/ 1500560 w 6815044"/>
                <a:gd name="connsiteY18" fmla="*/ 5005168 h 6815044"/>
                <a:gd name="connsiteX19" fmla="*/ 1500560 w 6815044"/>
                <a:gd name="connsiteY19" fmla="*/ 1799970 h 6815044"/>
                <a:gd name="connsiteX20" fmla="*/ 1814691 w 6815044"/>
                <a:gd name="connsiteY20" fmla="*/ 1491163 h 6815044"/>
                <a:gd name="connsiteX21" fmla="*/ 0 w 6815044"/>
                <a:gd name="connsiteY21" fmla="*/ 0 h 6815044"/>
                <a:gd name="connsiteX22" fmla="*/ 6362483 w 6815044"/>
                <a:gd name="connsiteY22" fmla="*/ 0 h 6815044"/>
                <a:gd name="connsiteX23" fmla="*/ 6815044 w 6815044"/>
                <a:gd name="connsiteY23" fmla="*/ 452562 h 6815044"/>
                <a:gd name="connsiteX24" fmla="*/ 6815044 w 6815044"/>
                <a:gd name="connsiteY24" fmla="*/ 5665002 h 6815044"/>
                <a:gd name="connsiteX25" fmla="*/ 5606446 w 6815044"/>
                <a:gd name="connsiteY25" fmla="*/ 6815035 h 6815044"/>
                <a:gd name="connsiteX26" fmla="*/ 4731824 w 6815044"/>
                <a:gd name="connsiteY26" fmla="*/ 6815035 h 6815044"/>
                <a:gd name="connsiteX27" fmla="*/ 4731824 w 6815044"/>
                <a:gd name="connsiteY27" fmla="*/ 6815044 h 6815044"/>
                <a:gd name="connsiteX28" fmla="*/ 797555 w 6815044"/>
                <a:gd name="connsiteY28" fmla="*/ 6815044 h 6815044"/>
                <a:gd name="connsiteX29" fmla="*/ 797555 w 6815044"/>
                <a:gd name="connsiteY29" fmla="*/ 6389110 h 6815044"/>
                <a:gd name="connsiteX30" fmla="*/ 1258387 w 6815044"/>
                <a:gd name="connsiteY30" fmla="*/ 6389110 h 6815044"/>
                <a:gd name="connsiteX31" fmla="*/ 1258387 w 6815044"/>
                <a:gd name="connsiteY31" fmla="*/ 6389100 h 6815044"/>
                <a:gd name="connsiteX32" fmla="*/ 5436061 w 6815044"/>
                <a:gd name="connsiteY32" fmla="*/ 6389100 h 6815044"/>
                <a:gd name="connsiteX33" fmla="*/ 6389110 w 6815044"/>
                <a:gd name="connsiteY33" fmla="*/ 5483967 h 6815044"/>
                <a:gd name="connsiteX34" fmla="*/ 6389110 w 6815044"/>
                <a:gd name="connsiteY34" fmla="*/ 452562 h 6815044"/>
                <a:gd name="connsiteX35" fmla="*/ 6362483 w 6815044"/>
                <a:gd name="connsiteY35" fmla="*/ 425934 h 6815044"/>
                <a:gd name="connsiteX36" fmla="*/ 425934 w 6815044"/>
                <a:gd name="connsiteY36" fmla="*/ 425934 h 6815044"/>
                <a:gd name="connsiteX37" fmla="*/ 425934 w 6815044"/>
                <a:gd name="connsiteY37" fmla="*/ 1419988 h 6815044"/>
                <a:gd name="connsiteX38" fmla="*/ 425944 w 6815044"/>
                <a:gd name="connsiteY38" fmla="*/ 1419988 h 6815044"/>
                <a:gd name="connsiteX39" fmla="*/ 425944 w 6815044"/>
                <a:gd name="connsiteY39" fmla="*/ 5966117 h 6815044"/>
                <a:gd name="connsiteX40" fmla="*/ 0 w 6815044"/>
                <a:gd name="connsiteY40" fmla="*/ 5966117 h 6815044"/>
                <a:gd name="connsiteX41" fmla="*/ 0 w 6815044"/>
                <a:gd name="connsiteY41" fmla="*/ 5465902 h 6815044"/>
                <a:gd name="connsiteX42" fmla="*/ 0 w 6815044"/>
                <a:gd name="connsiteY42" fmla="*/ 1419988 h 681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15044" h="6815044">
                  <a:moveTo>
                    <a:pt x="3594536" y="6144453"/>
                  </a:moveTo>
                  <a:lnTo>
                    <a:pt x="3575840" y="6148967"/>
                  </a:lnTo>
                  <a:lnTo>
                    <a:pt x="3575830" y="6148850"/>
                  </a:lnTo>
                  <a:cubicBezTo>
                    <a:pt x="3582363" y="6146919"/>
                    <a:pt x="3597555" y="6143570"/>
                    <a:pt x="3594536" y="6144453"/>
                  </a:cubicBezTo>
                  <a:close/>
                  <a:moveTo>
                    <a:pt x="1814691" y="1698811"/>
                  </a:moveTo>
                  <a:cubicBezTo>
                    <a:pt x="1756125" y="1698811"/>
                    <a:pt x="1713532" y="1746728"/>
                    <a:pt x="1713532" y="1799970"/>
                  </a:cubicBezTo>
                  <a:lnTo>
                    <a:pt x="1713532" y="5010492"/>
                  </a:lnTo>
                  <a:cubicBezTo>
                    <a:pt x="1713532" y="5069058"/>
                    <a:pt x="1761449" y="5111656"/>
                    <a:pt x="1814691" y="5111656"/>
                  </a:cubicBezTo>
                  <a:lnTo>
                    <a:pt x="5019885" y="5116980"/>
                  </a:lnTo>
                  <a:cubicBezTo>
                    <a:pt x="5078451" y="5116980"/>
                    <a:pt x="5121049" y="5069058"/>
                    <a:pt x="5121049" y="5015816"/>
                  </a:cubicBezTo>
                  <a:lnTo>
                    <a:pt x="5121049" y="1810619"/>
                  </a:lnTo>
                  <a:cubicBezTo>
                    <a:pt x="5121049" y="1752053"/>
                    <a:pt x="5073127" y="1709459"/>
                    <a:pt x="5019885" y="1709459"/>
                  </a:cubicBezTo>
                  <a:close/>
                  <a:moveTo>
                    <a:pt x="1814691" y="1491163"/>
                  </a:moveTo>
                  <a:lnTo>
                    <a:pt x="5019885" y="1496487"/>
                  </a:lnTo>
                  <a:cubicBezTo>
                    <a:pt x="5195587" y="1496487"/>
                    <a:pt x="5334016" y="1634916"/>
                    <a:pt x="5334016" y="1810619"/>
                  </a:cubicBezTo>
                  <a:lnTo>
                    <a:pt x="5334016" y="5010492"/>
                  </a:lnTo>
                  <a:cubicBezTo>
                    <a:pt x="5334016" y="5180870"/>
                    <a:pt x="5195587" y="5319299"/>
                    <a:pt x="5019885" y="5319299"/>
                  </a:cubicBezTo>
                  <a:lnTo>
                    <a:pt x="1814691" y="5313975"/>
                  </a:lnTo>
                  <a:cubicBezTo>
                    <a:pt x="1638989" y="5313975"/>
                    <a:pt x="1500560" y="5175546"/>
                    <a:pt x="1500560" y="5005168"/>
                  </a:cubicBezTo>
                  <a:lnTo>
                    <a:pt x="1500560" y="1799970"/>
                  </a:lnTo>
                  <a:cubicBezTo>
                    <a:pt x="1500560" y="1629592"/>
                    <a:pt x="1638989" y="1491163"/>
                    <a:pt x="1814691" y="1491163"/>
                  </a:cubicBezTo>
                  <a:close/>
                  <a:moveTo>
                    <a:pt x="0" y="0"/>
                  </a:moveTo>
                  <a:lnTo>
                    <a:pt x="6362483" y="0"/>
                  </a:lnTo>
                  <a:cubicBezTo>
                    <a:pt x="6612721" y="0"/>
                    <a:pt x="6815044" y="202323"/>
                    <a:pt x="6815044" y="452562"/>
                  </a:cubicBezTo>
                  <a:lnTo>
                    <a:pt x="6815044" y="5665002"/>
                  </a:lnTo>
                  <a:lnTo>
                    <a:pt x="5606446" y="6815035"/>
                  </a:lnTo>
                  <a:lnTo>
                    <a:pt x="4731824" y="6815035"/>
                  </a:lnTo>
                  <a:lnTo>
                    <a:pt x="4731824" y="6815044"/>
                  </a:lnTo>
                  <a:lnTo>
                    <a:pt x="797555" y="6815044"/>
                  </a:lnTo>
                  <a:lnTo>
                    <a:pt x="797555" y="6389110"/>
                  </a:lnTo>
                  <a:lnTo>
                    <a:pt x="1258387" y="6389110"/>
                  </a:lnTo>
                  <a:lnTo>
                    <a:pt x="1258387" y="6389100"/>
                  </a:lnTo>
                  <a:lnTo>
                    <a:pt x="5436061" y="6389100"/>
                  </a:lnTo>
                  <a:lnTo>
                    <a:pt x="6389110" y="5483967"/>
                  </a:lnTo>
                  <a:lnTo>
                    <a:pt x="6389110" y="452562"/>
                  </a:lnTo>
                  <a:cubicBezTo>
                    <a:pt x="6389110" y="436583"/>
                    <a:pt x="6378461" y="425934"/>
                    <a:pt x="6362483" y="425934"/>
                  </a:cubicBezTo>
                  <a:lnTo>
                    <a:pt x="425934" y="425934"/>
                  </a:lnTo>
                  <a:lnTo>
                    <a:pt x="425934" y="1419988"/>
                  </a:lnTo>
                  <a:lnTo>
                    <a:pt x="425944" y="1419988"/>
                  </a:lnTo>
                  <a:lnTo>
                    <a:pt x="425944" y="5966117"/>
                  </a:lnTo>
                  <a:lnTo>
                    <a:pt x="0" y="5966117"/>
                  </a:lnTo>
                  <a:lnTo>
                    <a:pt x="0" y="5465902"/>
                  </a:lnTo>
                  <a:lnTo>
                    <a:pt x="0" y="1419988"/>
                  </a:lnTo>
                  <a:close/>
                </a:path>
              </a:pathLst>
            </a:custGeom>
            <a:solidFill>
              <a:schemeClr val="accent2"/>
            </a:solidFill>
            <a:ln w="12601" cap="flat">
              <a:noFill/>
              <a:prstDash val="solid"/>
              <a:miter/>
            </a:ln>
          </p:spPr>
          <p:txBody>
            <a:bodyPr wrap="square" rtlCol="0" anchor="ctr">
              <a:noAutofit/>
            </a:bodyPr>
            <a:lstStyle/>
            <a:p>
              <a:endParaRPr lang="en-US" dirty="0"/>
            </a:p>
          </p:txBody>
        </p:sp>
      </p:grpSp>
      <p:sp>
        <p:nvSpPr>
          <p:cNvPr id="40" name="Oval 39">
            <a:extLst>
              <a:ext uri="{FF2B5EF4-FFF2-40B4-BE49-F238E27FC236}">
                <a16:creationId xmlns:a16="http://schemas.microsoft.com/office/drawing/2014/main" id="{8917ACC9-7DBC-D4B4-CC51-3D558DB66CB7}"/>
              </a:ext>
              <a:ext uri="{C183D7F6-B498-43B3-948B-1728B52AA6E4}">
                <adec:decorative xmlns:adec="http://schemas.microsoft.com/office/drawing/2017/decorative" val="1"/>
              </a:ext>
            </a:extLst>
          </p:cNvPr>
          <p:cNvSpPr/>
          <p:nvPr/>
        </p:nvSpPr>
        <p:spPr>
          <a:xfrm>
            <a:off x="2330245" y="4128137"/>
            <a:ext cx="412955" cy="412955"/>
          </a:xfrm>
          <a:prstGeom prst="ellipse">
            <a:avLst/>
          </a:prstGeom>
          <a:noFill/>
          <a:ln w="25400">
            <a:solidFill>
              <a:srgbClr val="FF5662"/>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cxnSp>
        <p:nvCxnSpPr>
          <p:cNvPr id="45" name="Straight Connector 44">
            <a:extLst>
              <a:ext uri="{FF2B5EF4-FFF2-40B4-BE49-F238E27FC236}">
                <a16:creationId xmlns:a16="http://schemas.microsoft.com/office/drawing/2014/main" id="{C7B1BD81-8E43-CF36-5C02-8D4145CAEC3F}"/>
              </a:ext>
              <a:ext uri="{C183D7F6-B498-43B3-948B-1728B52AA6E4}">
                <adec:decorative xmlns:adec="http://schemas.microsoft.com/office/drawing/2017/decorative" val="1"/>
              </a:ext>
            </a:extLst>
          </p:cNvPr>
          <p:cNvCxnSpPr>
            <a:stCxn id="40" idx="2"/>
            <a:endCxn id="41" idx="3"/>
          </p:cNvCxnSpPr>
          <p:nvPr/>
        </p:nvCxnSpPr>
        <p:spPr>
          <a:xfrm flipH="1" flipV="1">
            <a:off x="2103120" y="4334614"/>
            <a:ext cx="227125" cy="1"/>
          </a:xfrm>
          <a:prstGeom prst="line">
            <a:avLst/>
          </a:prstGeom>
          <a:ln w="25400">
            <a:solidFill>
              <a:srgbClr val="FF5662"/>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B89821A0-2132-0C9F-7C44-6912BBAF185F}"/>
              </a:ext>
              <a:ext uri="{C183D7F6-B498-43B3-948B-1728B52AA6E4}">
                <adec:decorative xmlns:adec="http://schemas.microsoft.com/office/drawing/2017/decorative" val="1"/>
              </a:ext>
            </a:extLst>
          </p:cNvPr>
          <p:cNvSpPr/>
          <p:nvPr/>
        </p:nvSpPr>
        <p:spPr>
          <a:xfrm>
            <a:off x="4017407" y="3307270"/>
            <a:ext cx="412955" cy="412955"/>
          </a:xfrm>
          <a:prstGeom prst="ellipse">
            <a:avLst/>
          </a:prstGeom>
          <a:noFill/>
          <a:ln w="25400">
            <a:solidFill>
              <a:srgbClr val="FF5662"/>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cxnSp>
        <p:nvCxnSpPr>
          <p:cNvPr id="49" name="Straight Connector 48">
            <a:extLst>
              <a:ext uri="{FF2B5EF4-FFF2-40B4-BE49-F238E27FC236}">
                <a16:creationId xmlns:a16="http://schemas.microsoft.com/office/drawing/2014/main" id="{88CBEB91-0279-48A7-9786-6CCAF9761BBF}"/>
              </a:ext>
              <a:ext uri="{C183D7F6-B498-43B3-948B-1728B52AA6E4}">
                <adec:decorative xmlns:adec="http://schemas.microsoft.com/office/drawing/2017/decorative" val="1"/>
              </a:ext>
            </a:extLst>
          </p:cNvPr>
          <p:cNvCxnSpPr>
            <a:stCxn id="47" idx="6"/>
            <a:endCxn id="42" idx="1"/>
          </p:cNvCxnSpPr>
          <p:nvPr/>
        </p:nvCxnSpPr>
        <p:spPr>
          <a:xfrm flipV="1">
            <a:off x="4430362" y="3513747"/>
            <a:ext cx="202598" cy="1"/>
          </a:xfrm>
          <a:prstGeom prst="line">
            <a:avLst/>
          </a:prstGeom>
          <a:ln w="25400">
            <a:solidFill>
              <a:srgbClr val="FF5662"/>
            </a:solidFill>
          </a:ln>
        </p:spPr>
        <p:style>
          <a:lnRef idx="1">
            <a:schemeClr val="accent1"/>
          </a:lnRef>
          <a:fillRef idx="0">
            <a:schemeClr val="accent1"/>
          </a:fillRef>
          <a:effectRef idx="0">
            <a:schemeClr val="accent1"/>
          </a:effectRef>
          <a:fontRef idx="minor">
            <a:schemeClr val="tx1"/>
          </a:fontRef>
        </p:style>
      </p:cxnSp>
      <p:sp>
        <p:nvSpPr>
          <p:cNvPr id="67" name="Rectangle 66">
            <a:extLst>
              <a:ext uri="{FF2B5EF4-FFF2-40B4-BE49-F238E27FC236}">
                <a16:creationId xmlns:a16="http://schemas.microsoft.com/office/drawing/2014/main" id="{0F82F6DA-1397-25B8-778A-0F96A0BD7BEC}"/>
              </a:ext>
              <a:ext uri="{C183D7F6-B498-43B3-948B-1728B52AA6E4}">
                <adec:decorative xmlns:adec="http://schemas.microsoft.com/office/drawing/2017/decorative" val="1"/>
              </a:ext>
            </a:extLst>
          </p:cNvPr>
          <p:cNvSpPr/>
          <p:nvPr/>
        </p:nvSpPr>
        <p:spPr>
          <a:xfrm>
            <a:off x="10359351" y="3876041"/>
            <a:ext cx="1192569" cy="112942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68" name="Group 67">
            <a:extLst>
              <a:ext uri="{FF2B5EF4-FFF2-40B4-BE49-F238E27FC236}">
                <a16:creationId xmlns:a16="http://schemas.microsoft.com/office/drawing/2014/main" id="{306C874E-BA7B-D8EA-268D-340F17E63F36}"/>
              </a:ext>
              <a:ext uri="{C183D7F6-B498-43B3-948B-1728B52AA6E4}">
                <adec:decorative xmlns:adec="http://schemas.microsoft.com/office/drawing/2017/decorative" val="1"/>
              </a:ext>
            </a:extLst>
          </p:cNvPr>
          <p:cNvGrpSpPr>
            <a:grpSpLocks noChangeAspect="1"/>
          </p:cNvGrpSpPr>
          <p:nvPr/>
        </p:nvGrpSpPr>
        <p:grpSpPr>
          <a:xfrm>
            <a:off x="10674340" y="4166434"/>
            <a:ext cx="562591" cy="548640"/>
            <a:chOff x="3158532" y="4343071"/>
            <a:chExt cx="468827" cy="457200"/>
          </a:xfrm>
          <a:solidFill>
            <a:srgbClr val="C98F00"/>
          </a:solidFill>
        </p:grpSpPr>
        <p:sp>
          <p:nvSpPr>
            <p:cNvPr id="69" name="Freeform: Shape 68">
              <a:extLst>
                <a:ext uri="{FF2B5EF4-FFF2-40B4-BE49-F238E27FC236}">
                  <a16:creationId xmlns:a16="http://schemas.microsoft.com/office/drawing/2014/main" id="{21551B4E-6E5A-C2D2-7798-1DA593786DAC}"/>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endParaRPr lang="en-US"/>
            </a:p>
          </p:txBody>
        </p:sp>
        <p:sp>
          <p:nvSpPr>
            <p:cNvPr id="70" name="Freeform: Shape 69">
              <a:extLst>
                <a:ext uri="{FF2B5EF4-FFF2-40B4-BE49-F238E27FC236}">
                  <a16:creationId xmlns:a16="http://schemas.microsoft.com/office/drawing/2014/main" id="{23964BDB-C6D7-04C5-D0A1-96D28A39DD27}"/>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grpFill/>
            <a:ln w="12601" cap="flat">
              <a:noFill/>
              <a:prstDash val="solid"/>
              <a:miter/>
            </a:ln>
          </p:spPr>
          <p:txBody>
            <a:bodyPr wrap="square" rtlCol="0" anchor="ctr">
              <a:noAutofit/>
            </a:bodyPr>
            <a:lstStyle/>
            <a:p>
              <a:endParaRPr lang="en-US"/>
            </a:p>
          </p:txBody>
        </p:sp>
      </p:grpSp>
      <p:sp>
        <p:nvSpPr>
          <p:cNvPr id="72" name="Rectangle 71">
            <a:extLst>
              <a:ext uri="{FF2B5EF4-FFF2-40B4-BE49-F238E27FC236}">
                <a16:creationId xmlns:a16="http://schemas.microsoft.com/office/drawing/2014/main" id="{23710A1D-845B-A39C-1790-EF95B014773F}"/>
              </a:ext>
              <a:ext uri="{C183D7F6-B498-43B3-948B-1728B52AA6E4}">
                <adec:decorative xmlns:adec="http://schemas.microsoft.com/office/drawing/2017/decorative" val="1"/>
              </a:ext>
            </a:extLst>
          </p:cNvPr>
          <p:cNvSpPr/>
          <p:nvPr/>
        </p:nvSpPr>
        <p:spPr>
          <a:xfrm>
            <a:off x="9075658" y="5094485"/>
            <a:ext cx="1192569" cy="112942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73" name="Group 72">
            <a:extLst>
              <a:ext uri="{FF2B5EF4-FFF2-40B4-BE49-F238E27FC236}">
                <a16:creationId xmlns:a16="http://schemas.microsoft.com/office/drawing/2014/main" id="{9E179DEE-8036-8189-86D3-FFA6D4DF4C25}"/>
              </a:ext>
              <a:ext uri="{C183D7F6-B498-43B3-948B-1728B52AA6E4}">
                <adec:decorative xmlns:adec="http://schemas.microsoft.com/office/drawing/2017/decorative" val="1"/>
              </a:ext>
            </a:extLst>
          </p:cNvPr>
          <p:cNvGrpSpPr>
            <a:grpSpLocks noChangeAspect="1"/>
          </p:cNvGrpSpPr>
          <p:nvPr/>
        </p:nvGrpSpPr>
        <p:grpSpPr>
          <a:xfrm>
            <a:off x="9390647" y="5384878"/>
            <a:ext cx="562591" cy="548640"/>
            <a:chOff x="3158532" y="4343071"/>
            <a:chExt cx="468827" cy="457200"/>
          </a:xfrm>
          <a:solidFill>
            <a:srgbClr val="515A3D"/>
          </a:solidFill>
        </p:grpSpPr>
        <p:sp>
          <p:nvSpPr>
            <p:cNvPr id="74" name="Freeform: Shape 73">
              <a:extLst>
                <a:ext uri="{FF2B5EF4-FFF2-40B4-BE49-F238E27FC236}">
                  <a16:creationId xmlns:a16="http://schemas.microsoft.com/office/drawing/2014/main" id="{86C03F42-7390-D223-203A-BC5B6A8890BB}"/>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endParaRPr lang="en-US"/>
            </a:p>
          </p:txBody>
        </p:sp>
        <p:sp>
          <p:nvSpPr>
            <p:cNvPr id="75" name="Freeform: Shape 74">
              <a:extLst>
                <a:ext uri="{FF2B5EF4-FFF2-40B4-BE49-F238E27FC236}">
                  <a16:creationId xmlns:a16="http://schemas.microsoft.com/office/drawing/2014/main" id="{70E02404-5D47-94C8-749E-DC955EA5E597}"/>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rgbClr val="D7F3A2"/>
            </a:solidFill>
            <a:ln w="12601" cap="flat">
              <a:noFill/>
              <a:prstDash val="solid"/>
              <a:miter/>
            </a:ln>
          </p:spPr>
          <p:txBody>
            <a:bodyPr wrap="square" rtlCol="0" anchor="ctr">
              <a:noAutofit/>
            </a:bodyPr>
            <a:lstStyle/>
            <a:p>
              <a:endParaRPr lang="en-US"/>
            </a:p>
          </p:txBody>
        </p:sp>
      </p:grpSp>
      <p:sp>
        <p:nvSpPr>
          <p:cNvPr id="77" name="Rectangle 76">
            <a:extLst>
              <a:ext uri="{FF2B5EF4-FFF2-40B4-BE49-F238E27FC236}">
                <a16:creationId xmlns:a16="http://schemas.microsoft.com/office/drawing/2014/main" id="{3D250299-DCD7-6046-7A0B-BACEEBEAF5C6}"/>
              </a:ext>
              <a:ext uri="{C183D7F6-B498-43B3-948B-1728B52AA6E4}">
                <adec:decorative xmlns:adec="http://schemas.microsoft.com/office/drawing/2017/decorative" val="1"/>
              </a:ext>
            </a:extLst>
          </p:cNvPr>
          <p:cNvSpPr/>
          <p:nvPr/>
        </p:nvSpPr>
        <p:spPr>
          <a:xfrm>
            <a:off x="10359351" y="5094485"/>
            <a:ext cx="1192569" cy="112942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78" name="Group 77">
            <a:extLst>
              <a:ext uri="{FF2B5EF4-FFF2-40B4-BE49-F238E27FC236}">
                <a16:creationId xmlns:a16="http://schemas.microsoft.com/office/drawing/2014/main" id="{0F590446-D58F-84B9-BE80-AFC079156B29}"/>
              </a:ext>
              <a:ext uri="{C183D7F6-B498-43B3-948B-1728B52AA6E4}">
                <adec:decorative xmlns:adec="http://schemas.microsoft.com/office/drawing/2017/decorative" val="1"/>
              </a:ext>
            </a:extLst>
          </p:cNvPr>
          <p:cNvGrpSpPr>
            <a:grpSpLocks noChangeAspect="1"/>
          </p:cNvGrpSpPr>
          <p:nvPr/>
        </p:nvGrpSpPr>
        <p:grpSpPr>
          <a:xfrm>
            <a:off x="10674340" y="5384878"/>
            <a:ext cx="562591" cy="548640"/>
            <a:chOff x="3158532" y="4343071"/>
            <a:chExt cx="468827" cy="457200"/>
          </a:xfrm>
          <a:solidFill>
            <a:schemeClr val="bg1"/>
          </a:solidFill>
        </p:grpSpPr>
        <p:sp>
          <p:nvSpPr>
            <p:cNvPr id="79" name="Freeform: Shape 78">
              <a:extLst>
                <a:ext uri="{FF2B5EF4-FFF2-40B4-BE49-F238E27FC236}">
                  <a16:creationId xmlns:a16="http://schemas.microsoft.com/office/drawing/2014/main" id="{CDF320D3-F947-0D64-4A8F-1B940DDD4DF3}"/>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endParaRPr lang="en-US"/>
            </a:p>
          </p:txBody>
        </p:sp>
        <p:sp>
          <p:nvSpPr>
            <p:cNvPr id="80" name="Freeform: Shape 79">
              <a:extLst>
                <a:ext uri="{FF2B5EF4-FFF2-40B4-BE49-F238E27FC236}">
                  <a16:creationId xmlns:a16="http://schemas.microsoft.com/office/drawing/2014/main" id="{98E62CDB-EB17-E248-8739-458C6AF8709A}"/>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grpFill/>
            <a:ln w="12601"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452142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36" name="Group 2835">
            <a:extLst>
              <a:ext uri="{FF2B5EF4-FFF2-40B4-BE49-F238E27FC236}">
                <a16:creationId xmlns:a16="http://schemas.microsoft.com/office/drawing/2014/main" id="{3CED0660-9A25-0BDB-92BF-4260868D797C}"/>
              </a:ext>
              <a:ext uri="{C183D7F6-B498-43B3-948B-1728B52AA6E4}">
                <adec:decorative xmlns:adec="http://schemas.microsoft.com/office/drawing/2017/decorative" val="1"/>
              </a:ext>
            </a:extLst>
          </p:cNvPr>
          <p:cNvGrpSpPr>
            <a:grpSpLocks noChangeAspect="1"/>
          </p:cNvGrpSpPr>
          <p:nvPr/>
        </p:nvGrpSpPr>
        <p:grpSpPr>
          <a:xfrm>
            <a:off x="639763" y="810791"/>
            <a:ext cx="276577" cy="457200"/>
            <a:chOff x="639763" y="810791"/>
            <a:chExt cx="276577" cy="457200"/>
          </a:xfrm>
          <a:solidFill>
            <a:srgbClr val="FF0000"/>
          </a:solidFill>
        </p:grpSpPr>
        <p:sp>
          <p:nvSpPr>
            <p:cNvPr id="30" name="Freeform: Shape 29">
              <a:extLst>
                <a:ext uri="{FF2B5EF4-FFF2-40B4-BE49-F238E27FC236}">
                  <a16:creationId xmlns:a16="http://schemas.microsoft.com/office/drawing/2014/main" id="{EE669360-7D6F-DE26-76FD-D6CEB48083BD}"/>
                </a:ext>
                <a:ext uri="{C183D7F6-B498-43B3-948B-1728B52AA6E4}">
                  <adec:decorative xmlns:adec="http://schemas.microsoft.com/office/drawing/2017/decorative" val="1"/>
                </a:ext>
              </a:extLst>
            </p:cNvPr>
            <p:cNvSpPr/>
            <p:nvPr/>
          </p:nvSpPr>
          <p:spPr>
            <a:xfrm>
              <a:off x="645407" y="816435"/>
              <a:ext cx="270933" cy="451556"/>
            </a:xfrm>
            <a:custGeom>
              <a:avLst/>
              <a:gdLst>
                <a:gd name="connsiteX0" fmla="*/ 99716 w 527992"/>
                <a:gd name="connsiteY0" fmla="*/ 0 h 879987"/>
                <a:gd name="connsiteX1" fmla="*/ 194147 w 527992"/>
                <a:gd name="connsiteY1" fmla="*/ 0 h 879987"/>
                <a:gd name="connsiteX2" fmla="*/ 255670 w 527992"/>
                <a:gd name="connsiteY2" fmla="*/ 0 h 879987"/>
                <a:gd name="connsiteX3" fmla="*/ 483993 w 527992"/>
                <a:gd name="connsiteY3" fmla="*/ 0 h 879987"/>
                <a:gd name="connsiteX4" fmla="*/ 527992 w 527992"/>
                <a:gd name="connsiteY4" fmla="*/ 44000 h 879987"/>
                <a:gd name="connsiteX5" fmla="*/ 527992 w 527992"/>
                <a:gd name="connsiteY5" fmla="*/ 835987 h 879987"/>
                <a:gd name="connsiteX6" fmla="*/ 439993 w 527992"/>
                <a:gd name="connsiteY6" fmla="*/ 835987 h 879987"/>
                <a:gd name="connsiteX7" fmla="*/ 439993 w 527992"/>
                <a:gd name="connsiteY7" fmla="*/ 879987 h 879987"/>
                <a:gd name="connsiteX8" fmla="*/ 395994 w 527992"/>
                <a:gd name="connsiteY8" fmla="*/ 879987 h 879987"/>
                <a:gd name="connsiteX9" fmla="*/ 395994 w 527992"/>
                <a:gd name="connsiteY9" fmla="*/ 835987 h 879987"/>
                <a:gd name="connsiteX10" fmla="*/ 131998 w 527992"/>
                <a:gd name="connsiteY10" fmla="*/ 835987 h 879987"/>
                <a:gd name="connsiteX11" fmla="*/ 131998 w 527992"/>
                <a:gd name="connsiteY11" fmla="*/ 879987 h 879987"/>
                <a:gd name="connsiteX12" fmla="*/ 87999 w 527992"/>
                <a:gd name="connsiteY12" fmla="*/ 879987 h 879987"/>
                <a:gd name="connsiteX13" fmla="*/ 87999 w 527992"/>
                <a:gd name="connsiteY13" fmla="*/ 835987 h 879987"/>
                <a:gd name="connsiteX14" fmla="*/ 43999 w 527992"/>
                <a:gd name="connsiteY14" fmla="*/ 835987 h 879987"/>
                <a:gd name="connsiteX15" fmla="*/ 0 w 527992"/>
                <a:gd name="connsiteY15" fmla="*/ 791988 h 879987"/>
                <a:gd name="connsiteX16" fmla="*/ 0 w 527992"/>
                <a:gd name="connsiteY16" fmla="*/ 263628 h 879987"/>
                <a:gd name="connsiteX17" fmla="*/ 0 w 527992"/>
                <a:gd name="connsiteY17" fmla="*/ 194147 h 879987"/>
                <a:gd name="connsiteX18" fmla="*/ 0 w 527992"/>
                <a:gd name="connsiteY18" fmla="*/ 100636 h 879987"/>
                <a:gd name="connsiteX19" fmla="*/ 43999 w 527992"/>
                <a:gd name="connsiteY19" fmla="*/ 100636 h 879987"/>
                <a:gd name="connsiteX20" fmla="*/ 43999 w 527992"/>
                <a:gd name="connsiteY20" fmla="*/ 194147 h 879987"/>
                <a:gd name="connsiteX21" fmla="*/ 43999 w 527992"/>
                <a:gd name="connsiteY21" fmla="*/ 194147 h 879987"/>
                <a:gd name="connsiteX22" fmla="*/ 43999 w 527992"/>
                <a:gd name="connsiteY22" fmla="*/ 791988 h 879987"/>
                <a:gd name="connsiteX23" fmla="*/ 483993 w 527992"/>
                <a:gd name="connsiteY23" fmla="*/ 791988 h 879987"/>
                <a:gd name="connsiteX24" fmla="*/ 483993 w 527992"/>
                <a:gd name="connsiteY24" fmla="*/ 44000 h 879987"/>
                <a:gd name="connsiteX25" fmla="*/ 194147 w 527992"/>
                <a:gd name="connsiteY25" fmla="*/ 44000 h 879987"/>
                <a:gd name="connsiteX26" fmla="*/ 194147 w 527992"/>
                <a:gd name="connsiteY26" fmla="*/ 43999 h 879987"/>
                <a:gd name="connsiteX27" fmla="*/ 99716 w 527992"/>
                <a:gd name="connsiteY27" fmla="*/ 43999 h 879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7992" h="879987">
                  <a:moveTo>
                    <a:pt x="99716" y="0"/>
                  </a:moveTo>
                  <a:lnTo>
                    <a:pt x="194147" y="0"/>
                  </a:lnTo>
                  <a:lnTo>
                    <a:pt x="255670" y="0"/>
                  </a:lnTo>
                  <a:lnTo>
                    <a:pt x="483993" y="0"/>
                  </a:lnTo>
                  <a:cubicBezTo>
                    <a:pt x="508192" y="0"/>
                    <a:pt x="527992" y="19800"/>
                    <a:pt x="527992" y="44000"/>
                  </a:cubicBezTo>
                  <a:lnTo>
                    <a:pt x="527992" y="835987"/>
                  </a:lnTo>
                  <a:lnTo>
                    <a:pt x="439993" y="835987"/>
                  </a:lnTo>
                  <a:lnTo>
                    <a:pt x="439993" y="879987"/>
                  </a:lnTo>
                  <a:lnTo>
                    <a:pt x="395994" y="879987"/>
                  </a:lnTo>
                  <a:lnTo>
                    <a:pt x="395994" y="835987"/>
                  </a:lnTo>
                  <a:lnTo>
                    <a:pt x="131998" y="835987"/>
                  </a:lnTo>
                  <a:lnTo>
                    <a:pt x="131998" y="879987"/>
                  </a:lnTo>
                  <a:lnTo>
                    <a:pt x="87999" y="879987"/>
                  </a:lnTo>
                  <a:lnTo>
                    <a:pt x="87999" y="835987"/>
                  </a:lnTo>
                  <a:lnTo>
                    <a:pt x="43999" y="835987"/>
                  </a:lnTo>
                  <a:cubicBezTo>
                    <a:pt x="19800" y="835987"/>
                    <a:pt x="0" y="816188"/>
                    <a:pt x="0" y="791988"/>
                  </a:cubicBezTo>
                  <a:lnTo>
                    <a:pt x="0" y="263628"/>
                  </a:lnTo>
                  <a:lnTo>
                    <a:pt x="0" y="194147"/>
                  </a:lnTo>
                  <a:lnTo>
                    <a:pt x="0" y="100636"/>
                  </a:lnTo>
                  <a:lnTo>
                    <a:pt x="43999" y="100636"/>
                  </a:lnTo>
                  <a:lnTo>
                    <a:pt x="43999" y="194147"/>
                  </a:lnTo>
                  <a:lnTo>
                    <a:pt x="43999" y="194147"/>
                  </a:lnTo>
                  <a:lnTo>
                    <a:pt x="43999" y="791988"/>
                  </a:lnTo>
                  <a:lnTo>
                    <a:pt x="483993" y="791988"/>
                  </a:lnTo>
                  <a:lnTo>
                    <a:pt x="483993" y="44000"/>
                  </a:lnTo>
                  <a:lnTo>
                    <a:pt x="194147" y="44000"/>
                  </a:lnTo>
                  <a:lnTo>
                    <a:pt x="194147" y="43999"/>
                  </a:lnTo>
                  <a:lnTo>
                    <a:pt x="99716" y="43999"/>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43" name="Freeform: Shape 42">
              <a:extLst>
                <a:ext uri="{FF2B5EF4-FFF2-40B4-BE49-F238E27FC236}">
                  <a16:creationId xmlns:a16="http://schemas.microsoft.com/office/drawing/2014/main" id="{CC10EA9B-DE09-48D7-61D4-00851CFEA9EB}"/>
                </a:ext>
                <a:ext uri="{C183D7F6-B498-43B3-948B-1728B52AA6E4}">
                  <adec:decorative xmlns:adec="http://schemas.microsoft.com/office/drawing/2017/decorative" val="1"/>
                </a:ext>
              </a:extLst>
            </p:cNvPr>
            <p:cNvSpPr/>
            <p:nvPr/>
          </p:nvSpPr>
          <p:spPr>
            <a:xfrm>
              <a:off x="639763" y="810791"/>
              <a:ext cx="220133" cy="367453"/>
            </a:xfrm>
            <a:custGeom>
              <a:avLst/>
              <a:gdLst>
                <a:gd name="connsiteX0" fmla="*/ 1439330 w 3301995"/>
                <a:gd name="connsiteY0" fmla="*/ 5333992 h 5511799"/>
                <a:gd name="connsiteX1" fmla="*/ 1777998 w 3301995"/>
                <a:gd name="connsiteY1" fmla="*/ 5333992 h 5511799"/>
                <a:gd name="connsiteX2" fmla="*/ 1777998 w 3301995"/>
                <a:gd name="connsiteY2" fmla="*/ 5507561 h 5511799"/>
                <a:gd name="connsiteX3" fmla="*/ 1439330 w 3301995"/>
                <a:gd name="connsiteY3" fmla="*/ 5507561 h 5511799"/>
                <a:gd name="connsiteX4" fmla="*/ 931331 w 3301995"/>
                <a:gd name="connsiteY4" fmla="*/ 5333992 h 5511799"/>
                <a:gd name="connsiteX5" fmla="*/ 1269999 w 3301995"/>
                <a:gd name="connsiteY5" fmla="*/ 5333992 h 5511799"/>
                <a:gd name="connsiteX6" fmla="*/ 1269999 w 3301995"/>
                <a:gd name="connsiteY6" fmla="*/ 5507561 h 5511799"/>
                <a:gd name="connsiteX7" fmla="*/ 931331 w 3301995"/>
                <a:gd name="connsiteY7" fmla="*/ 5507561 h 5511799"/>
                <a:gd name="connsiteX8" fmla="*/ 2963327 w 3301995"/>
                <a:gd name="connsiteY8" fmla="*/ 5164664 h 5511799"/>
                <a:gd name="connsiteX9" fmla="*/ 3301995 w 3301995"/>
                <a:gd name="connsiteY9" fmla="*/ 5164664 h 5511799"/>
                <a:gd name="connsiteX10" fmla="*/ 3301995 w 3301995"/>
                <a:gd name="connsiteY10" fmla="*/ 5511799 h 5511799"/>
                <a:gd name="connsiteX11" fmla="*/ 2963327 w 3301995"/>
                <a:gd name="connsiteY11" fmla="*/ 5511799 h 5511799"/>
                <a:gd name="connsiteX12" fmla="*/ 1947329 w 3301995"/>
                <a:gd name="connsiteY12" fmla="*/ 4317993 h 5511799"/>
                <a:gd name="connsiteX13" fmla="*/ 3301991 w 3301995"/>
                <a:gd name="connsiteY13" fmla="*/ 4317993 h 5511799"/>
                <a:gd name="connsiteX14" fmla="*/ 3301991 w 3301995"/>
                <a:gd name="connsiteY14" fmla="*/ 4491562 h 5511799"/>
                <a:gd name="connsiteX15" fmla="*/ 1947329 w 3301995"/>
                <a:gd name="connsiteY15" fmla="*/ 4491562 h 5511799"/>
                <a:gd name="connsiteX16" fmla="*/ 1947329 w 3301995"/>
                <a:gd name="connsiteY16" fmla="*/ 3979329 h 5511799"/>
                <a:gd name="connsiteX17" fmla="*/ 3301991 w 3301995"/>
                <a:gd name="connsiteY17" fmla="*/ 3979329 h 5511799"/>
                <a:gd name="connsiteX18" fmla="*/ 3301991 w 3301995"/>
                <a:gd name="connsiteY18" fmla="*/ 4148665 h 5511799"/>
                <a:gd name="connsiteX19" fmla="*/ 1947329 w 3301995"/>
                <a:gd name="connsiteY19" fmla="*/ 4148665 h 5511799"/>
                <a:gd name="connsiteX20" fmla="*/ 1947329 w 3301995"/>
                <a:gd name="connsiteY20" fmla="*/ 3636432 h 5511799"/>
                <a:gd name="connsiteX21" fmla="*/ 3301991 w 3301995"/>
                <a:gd name="connsiteY21" fmla="*/ 3636432 h 5511799"/>
                <a:gd name="connsiteX22" fmla="*/ 3301991 w 3301995"/>
                <a:gd name="connsiteY22" fmla="*/ 3810001 h 5511799"/>
                <a:gd name="connsiteX23" fmla="*/ 1947329 w 3301995"/>
                <a:gd name="connsiteY23" fmla="*/ 3810001 h 5511799"/>
                <a:gd name="connsiteX24" fmla="*/ 1947329 w 3301995"/>
                <a:gd name="connsiteY24" fmla="*/ 3297760 h 5511799"/>
                <a:gd name="connsiteX25" fmla="*/ 3301991 w 3301995"/>
                <a:gd name="connsiteY25" fmla="*/ 3297760 h 5511799"/>
                <a:gd name="connsiteX26" fmla="*/ 3301991 w 3301995"/>
                <a:gd name="connsiteY26" fmla="*/ 3467096 h 5511799"/>
                <a:gd name="connsiteX27" fmla="*/ 1947329 w 3301995"/>
                <a:gd name="connsiteY27" fmla="*/ 3467096 h 5511799"/>
                <a:gd name="connsiteX28" fmla="*/ 1947329 w 3301995"/>
                <a:gd name="connsiteY28" fmla="*/ 2959096 h 5511799"/>
                <a:gd name="connsiteX29" fmla="*/ 3301991 w 3301995"/>
                <a:gd name="connsiteY29" fmla="*/ 2959096 h 5511799"/>
                <a:gd name="connsiteX30" fmla="*/ 3301991 w 3301995"/>
                <a:gd name="connsiteY30" fmla="*/ 3132665 h 5511799"/>
                <a:gd name="connsiteX31" fmla="*/ 1947329 w 3301995"/>
                <a:gd name="connsiteY31" fmla="*/ 3132665 h 5511799"/>
                <a:gd name="connsiteX32" fmla="*/ 1947329 w 3301995"/>
                <a:gd name="connsiteY32" fmla="*/ 2620432 h 5511799"/>
                <a:gd name="connsiteX33" fmla="*/ 3301991 w 3301995"/>
                <a:gd name="connsiteY33" fmla="*/ 2620432 h 5511799"/>
                <a:gd name="connsiteX34" fmla="*/ 3301991 w 3301995"/>
                <a:gd name="connsiteY34" fmla="*/ 2789768 h 5511799"/>
                <a:gd name="connsiteX35" fmla="*/ 1947329 w 3301995"/>
                <a:gd name="connsiteY35" fmla="*/ 2789768 h 5511799"/>
                <a:gd name="connsiteX36" fmla="*/ 1947329 w 3301995"/>
                <a:gd name="connsiteY36" fmla="*/ 2286002 h 5511799"/>
                <a:gd name="connsiteX37" fmla="*/ 3301991 w 3301995"/>
                <a:gd name="connsiteY37" fmla="*/ 2286002 h 5511799"/>
                <a:gd name="connsiteX38" fmla="*/ 3301991 w 3301995"/>
                <a:gd name="connsiteY38" fmla="*/ 2455338 h 5511799"/>
                <a:gd name="connsiteX39" fmla="*/ 1947329 w 3301995"/>
                <a:gd name="connsiteY39" fmla="*/ 2455338 h 5511799"/>
                <a:gd name="connsiteX40" fmla="*/ 0 w 3301995"/>
                <a:gd name="connsiteY40" fmla="*/ 0 h 5511799"/>
                <a:gd name="connsiteX41" fmla="*/ 508003 w 3301995"/>
                <a:gd name="connsiteY41" fmla="*/ 0 h 5511799"/>
                <a:gd name="connsiteX42" fmla="*/ 508003 w 3301995"/>
                <a:gd name="connsiteY42" fmla="*/ 508003 h 5511799"/>
                <a:gd name="connsiteX43" fmla="*/ 0 w 3301995"/>
                <a:gd name="connsiteY43" fmla="*/ 508003 h 55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01995" h="5511799">
                  <a:moveTo>
                    <a:pt x="1439330" y="5333992"/>
                  </a:moveTo>
                  <a:lnTo>
                    <a:pt x="1777998" y="5333992"/>
                  </a:lnTo>
                  <a:lnTo>
                    <a:pt x="1777998" y="5507561"/>
                  </a:lnTo>
                  <a:lnTo>
                    <a:pt x="1439330" y="5507561"/>
                  </a:lnTo>
                  <a:close/>
                  <a:moveTo>
                    <a:pt x="931331" y="5333992"/>
                  </a:moveTo>
                  <a:lnTo>
                    <a:pt x="1269999" y="5333992"/>
                  </a:lnTo>
                  <a:lnTo>
                    <a:pt x="1269999" y="5507561"/>
                  </a:lnTo>
                  <a:lnTo>
                    <a:pt x="931331" y="5507561"/>
                  </a:lnTo>
                  <a:close/>
                  <a:moveTo>
                    <a:pt x="2963327" y="5164664"/>
                  </a:moveTo>
                  <a:lnTo>
                    <a:pt x="3301995" y="5164664"/>
                  </a:lnTo>
                  <a:lnTo>
                    <a:pt x="3301995" y="5511799"/>
                  </a:lnTo>
                  <a:lnTo>
                    <a:pt x="2963327" y="5511799"/>
                  </a:lnTo>
                  <a:close/>
                  <a:moveTo>
                    <a:pt x="1947329" y="4317993"/>
                  </a:moveTo>
                  <a:lnTo>
                    <a:pt x="3301991" y="4317993"/>
                  </a:lnTo>
                  <a:lnTo>
                    <a:pt x="3301991" y="4491562"/>
                  </a:lnTo>
                  <a:lnTo>
                    <a:pt x="1947329" y="4491562"/>
                  </a:lnTo>
                  <a:close/>
                  <a:moveTo>
                    <a:pt x="1947329" y="3979329"/>
                  </a:moveTo>
                  <a:lnTo>
                    <a:pt x="3301991" y="3979329"/>
                  </a:lnTo>
                  <a:lnTo>
                    <a:pt x="3301991" y="4148665"/>
                  </a:lnTo>
                  <a:lnTo>
                    <a:pt x="1947329" y="4148665"/>
                  </a:lnTo>
                  <a:close/>
                  <a:moveTo>
                    <a:pt x="1947329" y="3636432"/>
                  </a:moveTo>
                  <a:lnTo>
                    <a:pt x="3301991" y="3636432"/>
                  </a:lnTo>
                  <a:lnTo>
                    <a:pt x="3301991" y="3810001"/>
                  </a:lnTo>
                  <a:lnTo>
                    <a:pt x="1947329" y="3810001"/>
                  </a:lnTo>
                  <a:close/>
                  <a:moveTo>
                    <a:pt x="1947329" y="3297760"/>
                  </a:moveTo>
                  <a:lnTo>
                    <a:pt x="3301991" y="3297760"/>
                  </a:lnTo>
                  <a:lnTo>
                    <a:pt x="3301991" y="3467096"/>
                  </a:lnTo>
                  <a:lnTo>
                    <a:pt x="1947329" y="3467096"/>
                  </a:lnTo>
                  <a:close/>
                  <a:moveTo>
                    <a:pt x="1947329" y="2959096"/>
                  </a:moveTo>
                  <a:lnTo>
                    <a:pt x="3301991" y="2959096"/>
                  </a:lnTo>
                  <a:lnTo>
                    <a:pt x="3301991" y="3132665"/>
                  </a:lnTo>
                  <a:lnTo>
                    <a:pt x="1947329" y="3132665"/>
                  </a:lnTo>
                  <a:close/>
                  <a:moveTo>
                    <a:pt x="1947329" y="2620432"/>
                  </a:moveTo>
                  <a:lnTo>
                    <a:pt x="3301991" y="2620432"/>
                  </a:lnTo>
                  <a:lnTo>
                    <a:pt x="3301991" y="2789768"/>
                  </a:lnTo>
                  <a:lnTo>
                    <a:pt x="1947329" y="2789768"/>
                  </a:lnTo>
                  <a:close/>
                  <a:moveTo>
                    <a:pt x="1947329" y="2286002"/>
                  </a:moveTo>
                  <a:lnTo>
                    <a:pt x="3301991" y="2286002"/>
                  </a:lnTo>
                  <a:lnTo>
                    <a:pt x="3301991" y="2455338"/>
                  </a:lnTo>
                  <a:lnTo>
                    <a:pt x="1947329" y="2455338"/>
                  </a:lnTo>
                  <a:close/>
                  <a:moveTo>
                    <a:pt x="0" y="0"/>
                  </a:moveTo>
                  <a:lnTo>
                    <a:pt x="508003" y="0"/>
                  </a:lnTo>
                  <a:lnTo>
                    <a:pt x="508003" y="508003"/>
                  </a:lnTo>
                  <a:lnTo>
                    <a:pt x="0" y="508003"/>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2835" name="Group 2834">
            <a:extLst>
              <a:ext uri="{FF2B5EF4-FFF2-40B4-BE49-F238E27FC236}">
                <a16:creationId xmlns:a16="http://schemas.microsoft.com/office/drawing/2014/main" id="{98642119-6BD1-A77D-9252-404FE97C66BD}"/>
              </a:ext>
              <a:ext uri="{C183D7F6-B498-43B3-948B-1728B52AA6E4}">
                <adec:decorative xmlns:adec="http://schemas.microsoft.com/office/drawing/2017/decorative" val="1"/>
              </a:ext>
            </a:extLst>
          </p:cNvPr>
          <p:cNvGrpSpPr>
            <a:grpSpLocks noChangeAspect="1"/>
          </p:cNvGrpSpPr>
          <p:nvPr/>
        </p:nvGrpSpPr>
        <p:grpSpPr>
          <a:xfrm>
            <a:off x="1091298" y="810791"/>
            <a:ext cx="495238" cy="457200"/>
            <a:chOff x="1091298" y="810791"/>
            <a:chExt cx="495238" cy="457200"/>
          </a:xfrm>
          <a:solidFill>
            <a:srgbClr val="FF0000"/>
          </a:solidFill>
        </p:grpSpPr>
        <p:sp>
          <p:nvSpPr>
            <p:cNvPr id="47" name="Freeform: Shape 46">
              <a:extLst>
                <a:ext uri="{FF2B5EF4-FFF2-40B4-BE49-F238E27FC236}">
                  <a16:creationId xmlns:a16="http://schemas.microsoft.com/office/drawing/2014/main" id="{2B49C379-0E96-F166-DD30-205EEE144969}"/>
                </a:ext>
                <a:ext uri="{C183D7F6-B498-43B3-948B-1728B52AA6E4}">
                  <adec:decorative xmlns:adec="http://schemas.microsoft.com/office/drawing/2017/decorative" val="1"/>
                </a:ext>
              </a:extLst>
            </p:cNvPr>
            <p:cNvSpPr/>
            <p:nvPr/>
          </p:nvSpPr>
          <p:spPr>
            <a:xfrm>
              <a:off x="1204245" y="817862"/>
              <a:ext cx="270014" cy="450129"/>
            </a:xfrm>
            <a:custGeom>
              <a:avLst/>
              <a:gdLst>
                <a:gd name="connsiteX0" fmla="*/ 486204 w 530427"/>
                <a:gd name="connsiteY0" fmla="*/ 2 h 884252"/>
                <a:gd name="connsiteX1" fmla="*/ 530425 w 530427"/>
                <a:gd name="connsiteY1" fmla="*/ 44099 h 884252"/>
                <a:gd name="connsiteX2" fmla="*/ 530382 w 530427"/>
                <a:gd name="connsiteY2" fmla="*/ 239680 h 884252"/>
                <a:gd name="connsiteX3" fmla="*/ 530192 w 530427"/>
                <a:gd name="connsiteY3" fmla="*/ 243955 h 884252"/>
                <a:gd name="connsiteX4" fmla="*/ 530382 w 530427"/>
                <a:gd name="connsiteY4" fmla="*/ 687850 h 884252"/>
                <a:gd name="connsiteX5" fmla="*/ 530178 w 530427"/>
                <a:gd name="connsiteY5" fmla="*/ 768516 h 884252"/>
                <a:gd name="connsiteX6" fmla="*/ 530163 w 530427"/>
                <a:gd name="connsiteY6" fmla="*/ 831806 h 884252"/>
                <a:gd name="connsiteX7" fmla="*/ 530163 w 530427"/>
                <a:gd name="connsiteY7" fmla="*/ 840381 h 884252"/>
                <a:gd name="connsiteX8" fmla="*/ 442318 w 530427"/>
                <a:gd name="connsiteY8" fmla="*/ 840381 h 884252"/>
                <a:gd name="connsiteX9" fmla="*/ 442318 w 530427"/>
                <a:gd name="connsiteY9" fmla="*/ 884168 h 884252"/>
                <a:gd name="connsiteX10" fmla="*/ 397908 w 530427"/>
                <a:gd name="connsiteY10" fmla="*/ 884168 h 884252"/>
                <a:gd name="connsiteX11" fmla="*/ 397908 w 530427"/>
                <a:gd name="connsiteY11" fmla="*/ 840730 h 884252"/>
                <a:gd name="connsiteX12" fmla="*/ 132838 w 530427"/>
                <a:gd name="connsiteY12" fmla="*/ 840730 h 884252"/>
                <a:gd name="connsiteX13" fmla="*/ 132838 w 530427"/>
                <a:gd name="connsiteY13" fmla="*/ 884252 h 884252"/>
                <a:gd name="connsiteX14" fmla="*/ 88372 w 530427"/>
                <a:gd name="connsiteY14" fmla="*/ 884252 h 884252"/>
                <a:gd name="connsiteX15" fmla="*/ 88372 w 530427"/>
                <a:gd name="connsiteY15" fmla="*/ 840744 h 884252"/>
                <a:gd name="connsiteX16" fmla="*/ 79864 w 530427"/>
                <a:gd name="connsiteY16" fmla="*/ 840357 h 884252"/>
                <a:gd name="connsiteX17" fmla="*/ 40589 w 530427"/>
                <a:gd name="connsiteY17" fmla="*/ 840049 h 884252"/>
                <a:gd name="connsiteX18" fmla="*/ 234 w 530427"/>
                <a:gd name="connsiteY18" fmla="*/ 797516 h 884252"/>
                <a:gd name="connsiteX19" fmla="*/ 3 w 530427"/>
                <a:gd name="connsiteY19" fmla="*/ 546590 h 884252"/>
                <a:gd name="connsiteX20" fmla="*/ 150 w 530427"/>
                <a:gd name="connsiteY20" fmla="*/ 536497 h 884252"/>
                <a:gd name="connsiteX21" fmla="*/ 480 w 530427"/>
                <a:gd name="connsiteY21" fmla="*/ 121367 h 884252"/>
                <a:gd name="connsiteX22" fmla="*/ 497 w 530427"/>
                <a:gd name="connsiteY22" fmla="*/ 83051 h 884252"/>
                <a:gd name="connsiteX23" fmla="*/ 43928 w 530427"/>
                <a:gd name="connsiteY23" fmla="*/ 83051 h 884252"/>
                <a:gd name="connsiteX24" fmla="*/ 43928 w 530427"/>
                <a:gd name="connsiteY24" fmla="*/ 102215 h 884252"/>
                <a:gd name="connsiteX25" fmla="*/ 43834 w 530427"/>
                <a:gd name="connsiteY25" fmla="*/ 102215 h 884252"/>
                <a:gd name="connsiteX26" fmla="*/ 43834 w 530427"/>
                <a:gd name="connsiteY26" fmla="*/ 129817 h 884252"/>
                <a:gd name="connsiteX27" fmla="*/ 43871 w 530427"/>
                <a:gd name="connsiteY27" fmla="*/ 129817 h 884252"/>
                <a:gd name="connsiteX28" fmla="*/ 43871 w 530427"/>
                <a:gd name="connsiteY28" fmla="*/ 153076 h 884252"/>
                <a:gd name="connsiteX29" fmla="*/ 43810 w 530427"/>
                <a:gd name="connsiteY29" fmla="*/ 153076 h 884252"/>
                <a:gd name="connsiteX30" fmla="*/ 43810 w 530427"/>
                <a:gd name="connsiteY30" fmla="*/ 169082 h 884252"/>
                <a:gd name="connsiteX31" fmla="*/ 43854 w 530427"/>
                <a:gd name="connsiteY31" fmla="*/ 169082 h 884252"/>
                <a:gd name="connsiteX32" fmla="*/ 43854 w 530427"/>
                <a:gd name="connsiteY32" fmla="*/ 186581 h 884252"/>
                <a:gd name="connsiteX33" fmla="*/ 43895 w 530427"/>
                <a:gd name="connsiteY33" fmla="*/ 186581 h 884252"/>
                <a:gd name="connsiteX34" fmla="*/ 43895 w 530427"/>
                <a:gd name="connsiteY34" fmla="*/ 231625 h 884252"/>
                <a:gd name="connsiteX35" fmla="*/ 43725 w 530427"/>
                <a:gd name="connsiteY35" fmla="*/ 231625 h 884252"/>
                <a:gd name="connsiteX36" fmla="*/ 43771 w 530427"/>
                <a:gd name="connsiteY36" fmla="*/ 231646 h 884252"/>
                <a:gd name="connsiteX37" fmla="*/ 44022 w 530427"/>
                <a:gd name="connsiteY37" fmla="*/ 267274 h 884252"/>
                <a:gd name="connsiteX38" fmla="*/ 44048 w 530427"/>
                <a:gd name="connsiteY38" fmla="*/ 785893 h 884252"/>
                <a:gd name="connsiteX39" fmla="*/ 44048 w 530427"/>
                <a:gd name="connsiteY39" fmla="*/ 795677 h 884252"/>
                <a:gd name="connsiteX40" fmla="*/ 485710 w 530427"/>
                <a:gd name="connsiteY40" fmla="*/ 795677 h 884252"/>
                <a:gd name="connsiteX41" fmla="*/ 485710 w 530427"/>
                <a:gd name="connsiteY41" fmla="*/ 43976 h 884252"/>
                <a:gd name="connsiteX42" fmla="*/ 222080 w 530427"/>
                <a:gd name="connsiteY42" fmla="*/ 43374 h 884252"/>
                <a:gd name="connsiteX43" fmla="*/ 221405 w 530427"/>
                <a:gd name="connsiteY43" fmla="*/ 42122 h 884252"/>
                <a:gd name="connsiteX44" fmla="*/ 221405 w 530427"/>
                <a:gd name="connsiteY44" fmla="*/ 43889 h 884252"/>
                <a:gd name="connsiteX45" fmla="*/ 192377 w 530427"/>
                <a:gd name="connsiteY45" fmla="*/ 43889 h 884252"/>
                <a:gd name="connsiteX46" fmla="*/ 192377 w 530427"/>
                <a:gd name="connsiteY46" fmla="*/ 43829 h 884252"/>
                <a:gd name="connsiteX47" fmla="*/ 159743 w 530427"/>
                <a:gd name="connsiteY47" fmla="*/ 43829 h 884252"/>
                <a:gd name="connsiteX48" fmla="*/ 159743 w 530427"/>
                <a:gd name="connsiteY48" fmla="*/ 43857 h 884252"/>
                <a:gd name="connsiteX49" fmla="*/ 143731 w 530427"/>
                <a:gd name="connsiteY49" fmla="*/ 43857 h 884252"/>
                <a:gd name="connsiteX50" fmla="*/ 143731 w 530427"/>
                <a:gd name="connsiteY50" fmla="*/ 43881 h 884252"/>
                <a:gd name="connsiteX51" fmla="*/ 127815 w 530427"/>
                <a:gd name="connsiteY51" fmla="*/ 43881 h 884252"/>
                <a:gd name="connsiteX52" fmla="*/ 127815 w 530427"/>
                <a:gd name="connsiteY52" fmla="*/ 43924 h 884252"/>
                <a:gd name="connsiteX53" fmla="*/ 111655 w 530427"/>
                <a:gd name="connsiteY53" fmla="*/ 43924 h 884252"/>
                <a:gd name="connsiteX54" fmla="*/ 111655 w 530427"/>
                <a:gd name="connsiteY54" fmla="*/ 43927 h 884252"/>
                <a:gd name="connsiteX55" fmla="*/ 87828 w 530427"/>
                <a:gd name="connsiteY55" fmla="*/ 43927 h 884252"/>
                <a:gd name="connsiteX56" fmla="*/ 87828 w 530427"/>
                <a:gd name="connsiteY56" fmla="*/ 424 h 884252"/>
                <a:gd name="connsiteX57" fmla="*/ 111655 w 530427"/>
                <a:gd name="connsiteY57" fmla="*/ 424 h 884252"/>
                <a:gd name="connsiteX58" fmla="*/ 111655 w 530427"/>
                <a:gd name="connsiteY58" fmla="*/ 460 h 884252"/>
                <a:gd name="connsiteX59" fmla="*/ 127815 w 530427"/>
                <a:gd name="connsiteY59" fmla="*/ 460 h 884252"/>
                <a:gd name="connsiteX60" fmla="*/ 127815 w 530427"/>
                <a:gd name="connsiteY60" fmla="*/ 557 h 884252"/>
                <a:gd name="connsiteX61" fmla="*/ 142131 w 530427"/>
                <a:gd name="connsiteY61" fmla="*/ 557 h 884252"/>
                <a:gd name="connsiteX62" fmla="*/ 142131 w 530427"/>
                <a:gd name="connsiteY62" fmla="*/ 400 h 884252"/>
                <a:gd name="connsiteX63" fmla="*/ 159743 w 530427"/>
                <a:gd name="connsiteY63" fmla="*/ 400 h 884252"/>
                <a:gd name="connsiteX64" fmla="*/ 159743 w 530427"/>
                <a:gd name="connsiteY64" fmla="*/ 435 h 884252"/>
                <a:gd name="connsiteX65" fmla="*/ 192377 w 530427"/>
                <a:gd name="connsiteY65" fmla="*/ 435 h 884252"/>
                <a:gd name="connsiteX66" fmla="*/ 192377 w 530427"/>
                <a:gd name="connsiteY66" fmla="*/ 323 h 884252"/>
                <a:gd name="connsiteX67" fmla="*/ 221405 w 530427"/>
                <a:gd name="connsiteY67" fmla="*/ 323 h 884252"/>
                <a:gd name="connsiteX68" fmla="*/ 221405 w 530427"/>
                <a:gd name="connsiteY68" fmla="*/ 446 h 884252"/>
                <a:gd name="connsiteX69" fmla="*/ 302204 w 530427"/>
                <a:gd name="connsiteY69" fmla="*/ 214 h 88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0427" h="884252">
                  <a:moveTo>
                    <a:pt x="486204" y="2"/>
                  </a:moveTo>
                  <a:cubicBezTo>
                    <a:pt x="509122" y="-208"/>
                    <a:pt x="530673" y="21067"/>
                    <a:pt x="530425" y="44099"/>
                  </a:cubicBezTo>
                  <a:cubicBezTo>
                    <a:pt x="529712" y="109062"/>
                    <a:pt x="530221" y="174038"/>
                    <a:pt x="530382" y="239680"/>
                  </a:cubicBezTo>
                  <a:cubicBezTo>
                    <a:pt x="530396" y="241551"/>
                    <a:pt x="530192" y="242753"/>
                    <a:pt x="530192" y="243955"/>
                  </a:cubicBezTo>
                  <a:cubicBezTo>
                    <a:pt x="530207" y="391696"/>
                    <a:pt x="530221" y="539438"/>
                    <a:pt x="530382" y="687850"/>
                  </a:cubicBezTo>
                  <a:cubicBezTo>
                    <a:pt x="530396" y="715186"/>
                    <a:pt x="530251" y="741851"/>
                    <a:pt x="530178" y="768516"/>
                  </a:cubicBezTo>
                  <a:cubicBezTo>
                    <a:pt x="530120" y="789612"/>
                    <a:pt x="530163" y="810710"/>
                    <a:pt x="530163" y="831806"/>
                  </a:cubicBezTo>
                  <a:lnTo>
                    <a:pt x="530163" y="840381"/>
                  </a:lnTo>
                  <a:lnTo>
                    <a:pt x="442318" y="840381"/>
                  </a:lnTo>
                  <a:lnTo>
                    <a:pt x="442318" y="884168"/>
                  </a:lnTo>
                  <a:lnTo>
                    <a:pt x="397908" y="884168"/>
                  </a:lnTo>
                  <a:lnTo>
                    <a:pt x="397908" y="840730"/>
                  </a:lnTo>
                  <a:lnTo>
                    <a:pt x="132838" y="840730"/>
                  </a:lnTo>
                  <a:lnTo>
                    <a:pt x="132838" y="884252"/>
                  </a:lnTo>
                  <a:lnTo>
                    <a:pt x="88372" y="884252"/>
                  </a:lnTo>
                  <a:lnTo>
                    <a:pt x="88372" y="840744"/>
                  </a:lnTo>
                  <a:cubicBezTo>
                    <a:pt x="84974" y="840584"/>
                    <a:pt x="82419" y="840376"/>
                    <a:pt x="79864" y="840357"/>
                  </a:cubicBezTo>
                  <a:lnTo>
                    <a:pt x="40589" y="840049"/>
                  </a:lnTo>
                  <a:cubicBezTo>
                    <a:pt x="18035" y="838975"/>
                    <a:pt x="265" y="820143"/>
                    <a:pt x="234" y="797516"/>
                  </a:cubicBezTo>
                  <a:cubicBezTo>
                    <a:pt x="121" y="714099"/>
                    <a:pt x="149" y="630681"/>
                    <a:pt x="3" y="546590"/>
                  </a:cubicBezTo>
                  <a:cubicBezTo>
                    <a:pt x="-24" y="542777"/>
                    <a:pt x="149" y="539637"/>
                    <a:pt x="150" y="536497"/>
                  </a:cubicBezTo>
                  <a:cubicBezTo>
                    <a:pt x="222" y="468777"/>
                    <a:pt x="417" y="232559"/>
                    <a:pt x="480" y="121367"/>
                  </a:cubicBezTo>
                  <a:lnTo>
                    <a:pt x="497" y="83051"/>
                  </a:lnTo>
                  <a:lnTo>
                    <a:pt x="43928" y="83051"/>
                  </a:lnTo>
                  <a:lnTo>
                    <a:pt x="43928" y="102215"/>
                  </a:lnTo>
                  <a:lnTo>
                    <a:pt x="43834" y="102215"/>
                  </a:lnTo>
                  <a:lnTo>
                    <a:pt x="43834" y="129817"/>
                  </a:lnTo>
                  <a:lnTo>
                    <a:pt x="43871" y="129817"/>
                  </a:lnTo>
                  <a:lnTo>
                    <a:pt x="43871" y="153076"/>
                  </a:lnTo>
                  <a:lnTo>
                    <a:pt x="43810" y="153076"/>
                  </a:lnTo>
                  <a:lnTo>
                    <a:pt x="43810" y="169082"/>
                  </a:lnTo>
                  <a:lnTo>
                    <a:pt x="43854" y="169082"/>
                  </a:lnTo>
                  <a:lnTo>
                    <a:pt x="43854" y="186581"/>
                  </a:lnTo>
                  <a:lnTo>
                    <a:pt x="43895" y="186581"/>
                  </a:lnTo>
                  <a:lnTo>
                    <a:pt x="43895" y="231625"/>
                  </a:lnTo>
                  <a:lnTo>
                    <a:pt x="43725" y="231625"/>
                  </a:lnTo>
                  <a:lnTo>
                    <a:pt x="43771" y="231646"/>
                  </a:lnTo>
                  <a:cubicBezTo>
                    <a:pt x="43858" y="243521"/>
                    <a:pt x="44020" y="255398"/>
                    <a:pt x="44022" y="267274"/>
                  </a:cubicBezTo>
                  <a:cubicBezTo>
                    <a:pt x="44042" y="440147"/>
                    <a:pt x="44043" y="613020"/>
                    <a:pt x="44048" y="785893"/>
                  </a:cubicBezTo>
                  <a:lnTo>
                    <a:pt x="44048" y="795677"/>
                  </a:lnTo>
                  <a:lnTo>
                    <a:pt x="485710" y="795677"/>
                  </a:lnTo>
                  <a:lnTo>
                    <a:pt x="485710" y="43976"/>
                  </a:lnTo>
                  <a:lnTo>
                    <a:pt x="222080" y="43374"/>
                  </a:lnTo>
                  <a:lnTo>
                    <a:pt x="221405" y="42122"/>
                  </a:lnTo>
                  <a:lnTo>
                    <a:pt x="221405" y="43889"/>
                  </a:lnTo>
                  <a:lnTo>
                    <a:pt x="192377" y="43889"/>
                  </a:lnTo>
                  <a:lnTo>
                    <a:pt x="192377" y="43829"/>
                  </a:lnTo>
                  <a:lnTo>
                    <a:pt x="159743" y="43829"/>
                  </a:lnTo>
                  <a:lnTo>
                    <a:pt x="159743" y="43857"/>
                  </a:lnTo>
                  <a:lnTo>
                    <a:pt x="143731" y="43857"/>
                  </a:lnTo>
                  <a:lnTo>
                    <a:pt x="143731" y="43881"/>
                  </a:lnTo>
                  <a:lnTo>
                    <a:pt x="127815" y="43881"/>
                  </a:lnTo>
                  <a:lnTo>
                    <a:pt x="127815" y="43924"/>
                  </a:lnTo>
                  <a:lnTo>
                    <a:pt x="111655" y="43924"/>
                  </a:lnTo>
                  <a:lnTo>
                    <a:pt x="111655" y="43927"/>
                  </a:lnTo>
                  <a:lnTo>
                    <a:pt x="87828" y="43927"/>
                  </a:lnTo>
                  <a:lnTo>
                    <a:pt x="87828" y="424"/>
                  </a:lnTo>
                  <a:lnTo>
                    <a:pt x="111655" y="424"/>
                  </a:lnTo>
                  <a:lnTo>
                    <a:pt x="111655" y="460"/>
                  </a:lnTo>
                  <a:lnTo>
                    <a:pt x="127815" y="460"/>
                  </a:lnTo>
                  <a:lnTo>
                    <a:pt x="127815" y="557"/>
                  </a:lnTo>
                  <a:lnTo>
                    <a:pt x="142131" y="557"/>
                  </a:lnTo>
                  <a:lnTo>
                    <a:pt x="142131" y="400"/>
                  </a:lnTo>
                  <a:lnTo>
                    <a:pt x="159743" y="400"/>
                  </a:lnTo>
                  <a:lnTo>
                    <a:pt x="159743" y="435"/>
                  </a:lnTo>
                  <a:lnTo>
                    <a:pt x="192377" y="435"/>
                  </a:lnTo>
                  <a:lnTo>
                    <a:pt x="192377" y="323"/>
                  </a:lnTo>
                  <a:lnTo>
                    <a:pt x="221405" y="323"/>
                  </a:lnTo>
                  <a:lnTo>
                    <a:pt x="221405" y="446"/>
                  </a:lnTo>
                  <a:lnTo>
                    <a:pt x="302204" y="214"/>
                  </a:lnTo>
                  <a:close/>
                </a:path>
              </a:pathLst>
            </a:custGeom>
            <a:solidFill>
              <a:schemeClr val="accent2"/>
            </a:solidFill>
            <a:ln w="6350" cap="flat">
              <a:noFill/>
              <a:prstDash val="solid"/>
              <a:miter/>
            </a:ln>
          </p:spPr>
          <p:txBody>
            <a:bodyPr wrap="square" rtlCol="0" anchor="ctr">
              <a:noAutofit/>
            </a:bodyPr>
            <a:lstStyle/>
            <a:p>
              <a:endParaRPr lang="en-US"/>
            </a:p>
          </p:txBody>
        </p:sp>
        <p:sp>
          <p:nvSpPr>
            <p:cNvPr id="72" name="Freeform: Shape 71">
              <a:extLst>
                <a:ext uri="{FF2B5EF4-FFF2-40B4-BE49-F238E27FC236}">
                  <a16:creationId xmlns:a16="http://schemas.microsoft.com/office/drawing/2014/main" id="{961FE002-47FF-15B2-272F-4BAF59B50838}"/>
                </a:ext>
                <a:ext uri="{C183D7F6-B498-43B3-948B-1728B52AA6E4}">
                  <adec:decorative xmlns:adec="http://schemas.microsoft.com/office/drawing/2017/decorative" val="1"/>
                </a:ext>
              </a:extLst>
            </p:cNvPr>
            <p:cNvSpPr/>
            <p:nvPr/>
          </p:nvSpPr>
          <p:spPr>
            <a:xfrm>
              <a:off x="1091298" y="810791"/>
              <a:ext cx="495238" cy="367387"/>
            </a:xfrm>
            <a:custGeom>
              <a:avLst/>
              <a:gdLst>
                <a:gd name="connsiteX0" fmla="*/ 3048842 w 7428574"/>
                <a:gd name="connsiteY0" fmla="*/ 5345202 h 5510799"/>
                <a:gd name="connsiteX1" fmla="*/ 3375790 w 7428574"/>
                <a:gd name="connsiteY1" fmla="*/ 5345202 h 5510799"/>
                <a:gd name="connsiteX2" fmla="*/ 3375790 w 7428574"/>
                <a:gd name="connsiteY2" fmla="*/ 5509340 h 5510799"/>
                <a:gd name="connsiteX3" fmla="*/ 3048842 w 7428574"/>
                <a:gd name="connsiteY3" fmla="*/ 5509340 h 5510799"/>
                <a:gd name="connsiteX4" fmla="*/ 2539881 w 7428574"/>
                <a:gd name="connsiteY4" fmla="*/ 5341270 h 5510799"/>
                <a:gd name="connsiteX5" fmla="*/ 2871471 w 7428574"/>
                <a:gd name="connsiteY5" fmla="*/ 5341270 h 5510799"/>
                <a:gd name="connsiteX6" fmla="*/ 2871471 w 7428574"/>
                <a:gd name="connsiteY6" fmla="*/ 5509280 h 5510799"/>
                <a:gd name="connsiteX7" fmla="*/ 2539881 w 7428574"/>
                <a:gd name="connsiteY7" fmla="*/ 5509280 h 5510799"/>
                <a:gd name="connsiteX8" fmla="*/ 4567976 w 7428574"/>
                <a:gd name="connsiteY8" fmla="*/ 5178521 h 5510799"/>
                <a:gd name="connsiteX9" fmla="*/ 4897856 w 7428574"/>
                <a:gd name="connsiteY9" fmla="*/ 5178521 h 5510799"/>
                <a:gd name="connsiteX10" fmla="*/ 4897856 w 7428574"/>
                <a:gd name="connsiteY10" fmla="*/ 5510799 h 5510799"/>
                <a:gd name="connsiteX11" fmla="*/ 4567976 w 7428574"/>
                <a:gd name="connsiteY11" fmla="*/ 5510799 h 5510799"/>
                <a:gd name="connsiteX12" fmla="*/ 1051146 w 7428574"/>
                <a:gd name="connsiteY12" fmla="*/ 4508354 h 5510799"/>
                <a:gd name="connsiteX13" fmla="*/ 1509438 w 7428574"/>
                <a:gd name="connsiteY13" fmla="*/ 4974098 h 5510799"/>
                <a:gd name="connsiteX14" fmla="*/ 1041425 w 7428574"/>
                <a:gd name="connsiteY14" fmla="*/ 5447531 h 5510799"/>
                <a:gd name="connsiteX15" fmla="*/ 922317 w 7428574"/>
                <a:gd name="connsiteY15" fmla="*/ 5325200 h 5510799"/>
                <a:gd name="connsiteX16" fmla="*/ 1190778 w 7428574"/>
                <a:gd name="connsiteY16" fmla="*/ 5073196 h 5510799"/>
                <a:gd name="connsiteX17" fmla="*/ 1183067 w 7428574"/>
                <a:gd name="connsiteY17" fmla="*/ 5059130 h 5510799"/>
                <a:gd name="connsiteX18" fmla="*/ 1125635 w 7428574"/>
                <a:gd name="connsiteY18" fmla="*/ 5056640 h 5510799"/>
                <a:gd name="connsiteX19" fmla="*/ 70414 w 7428574"/>
                <a:gd name="connsiteY19" fmla="*/ 5056295 h 5510799"/>
                <a:gd name="connsiteX20" fmla="*/ 8648 w 7428574"/>
                <a:gd name="connsiteY20" fmla="*/ 5046195 h 5510799"/>
                <a:gd name="connsiteX21" fmla="*/ 6903 w 7428574"/>
                <a:gd name="connsiteY21" fmla="*/ 4890444 h 5510799"/>
                <a:gd name="connsiteX22" fmla="*/ 1193845 w 7428574"/>
                <a:gd name="connsiteY22" fmla="*/ 4890444 h 5510799"/>
                <a:gd name="connsiteX23" fmla="*/ 925972 w 7428574"/>
                <a:gd name="connsiteY23" fmla="*/ 4631996 h 5510799"/>
                <a:gd name="connsiteX24" fmla="*/ 1051146 w 7428574"/>
                <a:gd name="connsiteY24" fmla="*/ 4508354 h 5510799"/>
                <a:gd name="connsiteX25" fmla="*/ 6396041 w 7428574"/>
                <a:gd name="connsiteY25" fmla="*/ 4501070 h 5510799"/>
                <a:gd name="connsiteX26" fmla="*/ 6510817 w 7428574"/>
                <a:gd name="connsiteY26" fmla="*/ 4622424 h 5510799"/>
                <a:gd name="connsiteX27" fmla="*/ 6243822 w 7428574"/>
                <a:gd name="connsiteY27" fmla="*/ 4871384 h 5510799"/>
                <a:gd name="connsiteX28" fmla="*/ 6254376 w 7428574"/>
                <a:gd name="connsiteY28" fmla="*/ 4889506 h 5510799"/>
                <a:gd name="connsiteX29" fmla="*/ 7428574 w 7428574"/>
                <a:gd name="connsiteY29" fmla="*/ 4889506 h 5510799"/>
                <a:gd name="connsiteX30" fmla="*/ 7428574 w 7428574"/>
                <a:gd name="connsiteY30" fmla="*/ 5057257 h 5510799"/>
                <a:gd name="connsiteX31" fmla="*/ 6264044 w 7428574"/>
                <a:gd name="connsiteY31" fmla="*/ 5058869 h 5510799"/>
                <a:gd name="connsiteX32" fmla="*/ 6260483 w 7428574"/>
                <a:gd name="connsiteY32" fmla="*/ 5066682 h 5510799"/>
                <a:gd name="connsiteX33" fmla="*/ 6259501 w 7428574"/>
                <a:gd name="connsiteY33" fmla="*/ 5068836 h 5510799"/>
                <a:gd name="connsiteX34" fmla="*/ 6261709 w 7428574"/>
                <a:gd name="connsiteY34" fmla="*/ 5077602 h 5510799"/>
                <a:gd name="connsiteX35" fmla="*/ 6477484 w 7428574"/>
                <a:gd name="connsiteY35" fmla="*/ 5298209 h 5510799"/>
                <a:gd name="connsiteX36" fmla="*/ 6500705 w 7428574"/>
                <a:gd name="connsiteY36" fmla="*/ 5344919 h 5510799"/>
                <a:gd name="connsiteX37" fmla="*/ 6385040 w 7428574"/>
                <a:gd name="connsiteY37" fmla="*/ 5456183 h 5510799"/>
                <a:gd name="connsiteX38" fmla="*/ 6286598 w 7428574"/>
                <a:gd name="connsiteY38" fmla="*/ 5349429 h 5510799"/>
                <a:gd name="connsiteX39" fmla="*/ 5918161 w 7428574"/>
                <a:gd name="connsiteY39" fmla="*/ 4987171 h 5510799"/>
                <a:gd name="connsiteX40" fmla="*/ 6396041 w 7428574"/>
                <a:gd name="connsiteY40" fmla="*/ 4501070 h 5510799"/>
                <a:gd name="connsiteX41" fmla="*/ 3555375 w 7428574"/>
                <a:gd name="connsiteY41" fmla="*/ 4333022 h 5510799"/>
                <a:gd name="connsiteX42" fmla="*/ 4894412 w 7428574"/>
                <a:gd name="connsiteY42" fmla="*/ 4333022 h 5510799"/>
                <a:gd name="connsiteX43" fmla="*/ 4894412 w 7428574"/>
                <a:gd name="connsiteY43" fmla="*/ 4497015 h 5510799"/>
                <a:gd name="connsiteX44" fmla="*/ 3555375 w 7428574"/>
                <a:gd name="connsiteY44" fmla="*/ 4497015 h 5510799"/>
                <a:gd name="connsiteX45" fmla="*/ 3555582 w 7428574"/>
                <a:gd name="connsiteY45" fmla="*/ 3992322 h 5510799"/>
                <a:gd name="connsiteX46" fmla="*/ 4894076 w 7428574"/>
                <a:gd name="connsiteY46" fmla="*/ 3992322 h 5510799"/>
                <a:gd name="connsiteX47" fmla="*/ 4894076 w 7428574"/>
                <a:gd name="connsiteY47" fmla="*/ 4151787 h 5510799"/>
                <a:gd name="connsiteX48" fmla="*/ 3555582 w 7428574"/>
                <a:gd name="connsiteY48" fmla="*/ 4151787 h 5510799"/>
                <a:gd name="connsiteX49" fmla="*/ 3555887 w 7428574"/>
                <a:gd name="connsiteY49" fmla="*/ 3652065 h 5510799"/>
                <a:gd name="connsiteX50" fmla="*/ 4893855 w 7428574"/>
                <a:gd name="connsiteY50" fmla="*/ 3652065 h 5510799"/>
                <a:gd name="connsiteX51" fmla="*/ 4893855 w 7428574"/>
                <a:gd name="connsiteY51" fmla="*/ 3815585 h 5510799"/>
                <a:gd name="connsiteX52" fmla="*/ 3555887 w 7428574"/>
                <a:gd name="connsiteY52" fmla="*/ 3815585 h 5510799"/>
                <a:gd name="connsiteX53" fmla="*/ 1197873 w 7428574"/>
                <a:gd name="connsiteY53" fmla="*/ 3397262 h 5510799"/>
                <a:gd name="connsiteX54" fmla="*/ 1197694 w 7428574"/>
                <a:gd name="connsiteY54" fmla="*/ 3397426 h 5510799"/>
                <a:gd name="connsiteX55" fmla="*/ 1184457 w 7428574"/>
                <a:gd name="connsiteY55" fmla="*/ 3409499 h 5510799"/>
                <a:gd name="connsiteX56" fmla="*/ 1172630 w 7428574"/>
                <a:gd name="connsiteY56" fmla="*/ 3417504 h 5510799"/>
                <a:gd name="connsiteX57" fmla="*/ 1164231 w 7428574"/>
                <a:gd name="connsiteY57" fmla="*/ 3403671 h 5510799"/>
                <a:gd name="connsiteX58" fmla="*/ 1177195 w 7428574"/>
                <a:gd name="connsiteY58" fmla="*/ 3398874 h 5510799"/>
                <a:gd name="connsiteX59" fmla="*/ 1197821 w 7428574"/>
                <a:gd name="connsiteY59" fmla="*/ 3397264 h 5510799"/>
                <a:gd name="connsiteX60" fmla="*/ 3548465 w 7428574"/>
                <a:gd name="connsiteY60" fmla="*/ 3318871 h 5510799"/>
                <a:gd name="connsiteX61" fmla="*/ 4893969 w 7428574"/>
                <a:gd name="connsiteY61" fmla="*/ 3318871 h 5510799"/>
                <a:gd name="connsiteX62" fmla="*/ 4893969 w 7428574"/>
                <a:gd name="connsiteY62" fmla="*/ 3477588 h 5510799"/>
                <a:gd name="connsiteX63" fmla="*/ 3548465 w 7428574"/>
                <a:gd name="connsiteY63" fmla="*/ 3477588 h 5510799"/>
                <a:gd name="connsiteX64" fmla="*/ 3555864 w 7428574"/>
                <a:gd name="connsiteY64" fmla="*/ 2974331 h 5510799"/>
                <a:gd name="connsiteX65" fmla="*/ 4893854 w 7428574"/>
                <a:gd name="connsiteY65" fmla="*/ 2974331 h 5510799"/>
                <a:gd name="connsiteX66" fmla="*/ 4893854 w 7428574"/>
                <a:gd name="connsiteY66" fmla="*/ 3137835 h 5510799"/>
                <a:gd name="connsiteX67" fmla="*/ 3555864 w 7428574"/>
                <a:gd name="connsiteY67" fmla="*/ 3137835 h 5510799"/>
                <a:gd name="connsiteX68" fmla="*/ 6392475 w 7428574"/>
                <a:gd name="connsiteY68" fmla="*/ 2845753 h 5510799"/>
                <a:gd name="connsiteX69" fmla="*/ 6431932 w 7428574"/>
                <a:gd name="connsiteY69" fmla="*/ 2866509 h 5510799"/>
                <a:gd name="connsiteX70" fmla="*/ 6510265 w 7428574"/>
                <a:gd name="connsiteY70" fmla="*/ 2950096 h 5510799"/>
                <a:gd name="connsiteX71" fmla="*/ 6230936 w 7428574"/>
                <a:gd name="connsiteY71" fmla="*/ 3226778 h 5510799"/>
                <a:gd name="connsiteX72" fmla="*/ 7425909 w 7428574"/>
                <a:gd name="connsiteY72" fmla="*/ 3226778 h 5510799"/>
                <a:gd name="connsiteX73" fmla="*/ 7425909 w 7428574"/>
                <a:gd name="connsiteY73" fmla="*/ 3397374 h 5510799"/>
                <a:gd name="connsiteX74" fmla="*/ 6264937 w 7428574"/>
                <a:gd name="connsiteY74" fmla="*/ 3397451 h 5510799"/>
                <a:gd name="connsiteX75" fmla="*/ 6261189 w 7428574"/>
                <a:gd name="connsiteY75" fmla="*/ 3407275 h 5510799"/>
                <a:gd name="connsiteX76" fmla="*/ 6260590 w 7428574"/>
                <a:gd name="connsiteY76" fmla="*/ 3408846 h 5510799"/>
                <a:gd name="connsiteX77" fmla="*/ 6262491 w 7428574"/>
                <a:gd name="connsiteY77" fmla="*/ 3420184 h 5510799"/>
                <a:gd name="connsiteX78" fmla="*/ 6522040 w 7428574"/>
                <a:gd name="connsiteY78" fmla="*/ 3660190 h 5510799"/>
                <a:gd name="connsiteX79" fmla="*/ 6393044 w 7428574"/>
                <a:gd name="connsiteY79" fmla="*/ 3781163 h 5510799"/>
                <a:gd name="connsiteX80" fmla="*/ 5918611 w 7428574"/>
                <a:gd name="connsiteY80" fmla="*/ 3289354 h 5510799"/>
                <a:gd name="connsiteX81" fmla="*/ 6349602 w 7428574"/>
                <a:gd name="connsiteY81" fmla="*/ 2869253 h 5510799"/>
                <a:gd name="connsiteX82" fmla="*/ 6392475 w 7428574"/>
                <a:gd name="connsiteY82" fmla="*/ 2845753 h 5510799"/>
                <a:gd name="connsiteX83" fmla="*/ 1042533 w 7428574"/>
                <a:gd name="connsiteY83" fmla="*/ 2838384 h 5510799"/>
                <a:gd name="connsiteX84" fmla="*/ 1065554 w 7428574"/>
                <a:gd name="connsiteY84" fmla="*/ 2855995 h 5510799"/>
                <a:gd name="connsiteX85" fmla="*/ 1491020 w 7428574"/>
                <a:gd name="connsiteY85" fmla="*/ 3276710 h 5510799"/>
                <a:gd name="connsiteX86" fmla="*/ 1491299 w 7428574"/>
                <a:gd name="connsiteY86" fmla="*/ 3351718 h 5510799"/>
                <a:gd name="connsiteX87" fmla="*/ 1050908 w 7428574"/>
                <a:gd name="connsiteY87" fmla="*/ 3800909 h 5510799"/>
                <a:gd name="connsiteX88" fmla="*/ 913623 w 7428574"/>
                <a:gd name="connsiteY88" fmla="*/ 3669057 h 5510799"/>
                <a:gd name="connsiteX89" fmla="*/ 1170450 w 7428574"/>
                <a:gd name="connsiteY89" fmla="*/ 3420240 h 5510799"/>
                <a:gd name="connsiteX90" fmla="*/ 1184182 w 7428574"/>
                <a:gd name="connsiteY90" fmla="*/ 3409843 h 5510799"/>
                <a:gd name="connsiteX91" fmla="*/ 1197694 w 7428574"/>
                <a:gd name="connsiteY91" fmla="*/ 3397426 h 5510799"/>
                <a:gd name="connsiteX92" fmla="*/ 1197876 w 7428574"/>
                <a:gd name="connsiteY92" fmla="*/ 3397260 h 5510799"/>
                <a:gd name="connsiteX93" fmla="*/ 1197821 w 7428574"/>
                <a:gd name="connsiteY93" fmla="*/ 3397264 h 5510799"/>
                <a:gd name="connsiteX94" fmla="*/ 1177042 w 7428574"/>
                <a:gd name="connsiteY94" fmla="*/ 3398289 h 5510799"/>
                <a:gd name="connsiteX95" fmla="*/ 1163018 w 7428574"/>
                <a:gd name="connsiteY95" fmla="*/ 3398984 h 5510799"/>
                <a:gd name="connsiteX96" fmla="*/ 69654 w 7428574"/>
                <a:gd name="connsiteY96" fmla="*/ 3397185 h 5510799"/>
                <a:gd name="connsiteX97" fmla="*/ 0 w 7428574"/>
                <a:gd name="connsiteY97" fmla="*/ 3397185 h 5510799"/>
                <a:gd name="connsiteX98" fmla="*/ 0 w 7428574"/>
                <a:gd name="connsiteY98" fmla="*/ 3231500 h 5510799"/>
                <a:gd name="connsiteX99" fmla="*/ 1178305 w 7428574"/>
                <a:gd name="connsiteY99" fmla="*/ 3231500 h 5510799"/>
                <a:gd name="connsiteX100" fmla="*/ 916401 w 7428574"/>
                <a:gd name="connsiteY100" fmla="*/ 2971493 h 5510799"/>
                <a:gd name="connsiteX101" fmla="*/ 1042533 w 7428574"/>
                <a:gd name="connsiteY101" fmla="*/ 2838384 h 5510799"/>
                <a:gd name="connsiteX102" fmla="*/ 3555627 w 7428574"/>
                <a:gd name="connsiteY102" fmla="*/ 2636808 h 5510799"/>
                <a:gd name="connsiteX103" fmla="*/ 4893961 w 7428574"/>
                <a:gd name="connsiteY103" fmla="*/ 2636808 h 5510799"/>
                <a:gd name="connsiteX104" fmla="*/ 4893961 w 7428574"/>
                <a:gd name="connsiteY104" fmla="*/ 2796204 h 5510799"/>
                <a:gd name="connsiteX105" fmla="*/ 3555627 w 7428574"/>
                <a:gd name="connsiteY105" fmla="*/ 2796204 h 5510799"/>
                <a:gd name="connsiteX106" fmla="*/ 3555826 w 7428574"/>
                <a:gd name="connsiteY106" fmla="*/ 2303484 h 5510799"/>
                <a:gd name="connsiteX107" fmla="*/ 4893855 w 7428574"/>
                <a:gd name="connsiteY107" fmla="*/ 2303484 h 5510799"/>
                <a:gd name="connsiteX108" fmla="*/ 4893855 w 7428574"/>
                <a:gd name="connsiteY108" fmla="*/ 2462155 h 5510799"/>
                <a:gd name="connsiteX109" fmla="*/ 3555826 w 7428574"/>
                <a:gd name="connsiteY109" fmla="*/ 2462155 h 5510799"/>
                <a:gd name="connsiteX110" fmla="*/ 6250454 w 7428574"/>
                <a:gd name="connsiteY110" fmla="*/ 1564654 h 5510799"/>
                <a:gd name="connsiteX111" fmla="*/ 6250911 w 7428574"/>
                <a:gd name="connsiteY111" fmla="*/ 1564870 h 5510799"/>
                <a:gd name="connsiteX112" fmla="*/ 6252273 w 7428574"/>
                <a:gd name="connsiteY112" fmla="*/ 1568941 h 5510799"/>
                <a:gd name="connsiteX113" fmla="*/ 6251300 w 7428574"/>
                <a:gd name="connsiteY113" fmla="*/ 1567748 h 5510799"/>
                <a:gd name="connsiteX114" fmla="*/ 1166508 w 7428574"/>
                <a:gd name="connsiteY114" fmla="*/ 1563757 h 5510799"/>
                <a:gd name="connsiteX115" fmla="*/ 1184505 w 7428574"/>
                <a:gd name="connsiteY115" fmla="*/ 1563757 h 5510799"/>
                <a:gd name="connsiteX116" fmla="*/ 1184505 w 7428574"/>
                <a:gd name="connsiteY116" fmla="*/ 1565452 h 5510799"/>
                <a:gd name="connsiteX117" fmla="*/ 1177677 w 7428574"/>
                <a:gd name="connsiteY117" fmla="*/ 1568697 h 5510799"/>
                <a:gd name="connsiteX118" fmla="*/ 1166508 w 7428574"/>
                <a:gd name="connsiteY118" fmla="*/ 1571685 h 5510799"/>
                <a:gd name="connsiteX119" fmla="*/ 6389485 w 7428574"/>
                <a:gd name="connsiteY119" fmla="*/ 1181907 h 5510799"/>
                <a:gd name="connsiteX120" fmla="*/ 6503039 w 7428574"/>
                <a:gd name="connsiteY120" fmla="*/ 1313015 h 5510799"/>
                <a:gd name="connsiteX121" fmla="*/ 6249154 w 7428574"/>
                <a:gd name="connsiteY121" fmla="*/ 1559898 h 5510799"/>
                <a:gd name="connsiteX122" fmla="*/ 6250454 w 7428574"/>
                <a:gd name="connsiteY122" fmla="*/ 1564654 h 5510799"/>
                <a:gd name="connsiteX123" fmla="*/ 6247716 w 7428574"/>
                <a:gd name="connsiteY123" fmla="*/ 1563356 h 5510799"/>
                <a:gd name="connsiteX124" fmla="*/ 6251300 w 7428574"/>
                <a:gd name="connsiteY124" fmla="*/ 1567748 h 5510799"/>
                <a:gd name="connsiteX125" fmla="*/ 6252267 w 7428574"/>
                <a:gd name="connsiteY125" fmla="*/ 1571287 h 5510799"/>
                <a:gd name="connsiteX126" fmla="*/ 7426797 w 7428574"/>
                <a:gd name="connsiteY126" fmla="*/ 1571287 h 5510799"/>
                <a:gd name="connsiteX127" fmla="*/ 7426797 w 7428574"/>
                <a:gd name="connsiteY127" fmla="*/ 1738772 h 5510799"/>
                <a:gd name="connsiteX128" fmla="*/ 6237156 w 7428574"/>
                <a:gd name="connsiteY128" fmla="*/ 1738772 h 5510799"/>
                <a:gd name="connsiteX129" fmla="*/ 6444041 w 7428574"/>
                <a:gd name="connsiteY129" fmla="*/ 1941557 h 5510799"/>
                <a:gd name="connsiteX130" fmla="*/ 6502927 w 7428574"/>
                <a:gd name="connsiteY130" fmla="*/ 2005243 h 5510799"/>
                <a:gd name="connsiteX131" fmla="*/ 6380042 w 7428574"/>
                <a:gd name="connsiteY131" fmla="*/ 2132728 h 5510799"/>
                <a:gd name="connsiteX132" fmla="*/ 6179045 w 7428574"/>
                <a:gd name="connsiteY132" fmla="*/ 1931134 h 5510799"/>
                <a:gd name="connsiteX133" fmla="*/ 5904829 w 7428574"/>
                <a:gd name="connsiteY133" fmla="*/ 1672728 h 5510799"/>
                <a:gd name="connsiteX134" fmla="*/ 6389485 w 7428574"/>
                <a:gd name="connsiteY134" fmla="*/ 1181907 h 5510799"/>
                <a:gd name="connsiteX135" fmla="*/ 1038931 w 7428574"/>
                <a:gd name="connsiteY135" fmla="*/ 1181511 h 5510799"/>
                <a:gd name="connsiteX136" fmla="*/ 1510718 w 7428574"/>
                <a:gd name="connsiteY136" fmla="*/ 1659098 h 5510799"/>
                <a:gd name="connsiteX137" fmla="*/ 1036353 w 7428574"/>
                <a:gd name="connsiteY137" fmla="*/ 2126398 h 5510799"/>
                <a:gd name="connsiteX138" fmla="*/ 916989 w 7428574"/>
                <a:gd name="connsiteY138" fmla="*/ 2014002 h 5510799"/>
                <a:gd name="connsiteX139" fmla="*/ 1188849 w 7428574"/>
                <a:gd name="connsiteY139" fmla="*/ 1742419 h 5510799"/>
                <a:gd name="connsiteX140" fmla="*/ 10201 w 7428574"/>
                <a:gd name="connsiteY140" fmla="*/ 1742419 h 5510799"/>
                <a:gd name="connsiteX141" fmla="*/ 10201 w 7428574"/>
                <a:gd name="connsiteY141" fmla="*/ 1572479 h 5510799"/>
                <a:gd name="connsiteX142" fmla="*/ 1161294 w 7428574"/>
                <a:gd name="connsiteY142" fmla="*/ 1573080 h 5510799"/>
                <a:gd name="connsiteX143" fmla="*/ 1166508 w 7428574"/>
                <a:gd name="connsiteY143" fmla="*/ 1571685 h 5510799"/>
                <a:gd name="connsiteX144" fmla="*/ 1166508 w 7428574"/>
                <a:gd name="connsiteY144" fmla="*/ 1572546 h 5510799"/>
                <a:gd name="connsiteX145" fmla="*/ 1184505 w 7428574"/>
                <a:gd name="connsiteY145" fmla="*/ 1572546 h 5510799"/>
                <a:gd name="connsiteX146" fmla="*/ 1184505 w 7428574"/>
                <a:gd name="connsiteY146" fmla="*/ 1565452 h 5510799"/>
                <a:gd name="connsiteX147" fmla="*/ 1187860 w 7428574"/>
                <a:gd name="connsiteY147" fmla="*/ 1563857 h 5510799"/>
                <a:gd name="connsiteX148" fmla="*/ 928288 w 7428574"/>
                <a:gd name="connsiteY148" fmla="*/ 1288841 h 5510799"/>
                <a:gd name="connsiteX149" fmla="*/ 1038931 w 7428574"/>
                <a:gd name="connsiteY149" fmla="*/ 1181511 h 5510799"/>
                <a:gd name="connsiteX150" fmla="*/ 1629501 w 7428574"/>
                <a:gd name="connsiteY150" fmla="*/ 0 h 5510799"/>
                <a:gd name="connsiteX151" fmla="*/ 2131766 w 7428574"/>
                <a:gd name="connsiteY151" fmla="*/ 0 h 5510799"/>
                <a:gd name="connsiteX152" fmla="*/ 2131766 w 7428574"/>
                <a:gd name="connsiteY152" fmla="*/ 505608 h 5510799"/>
                <a:gd name="connsiteX153" fmla="*/ 1629501 w 7428574"/>
                <a:gd name="connsiteY153" fmla="*/ 505608 h 55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7428574" h="5510799">
                  <a:moveTo>
                    <a:pt x="3048842" y="5345202"/>
                  </a:moveTo>
                  <a:lnTo>
                    <a:pt x="3375790" y="5345202"/>
                  </a:lnTo>
                  <a:lnTo>
                    <a:pt x="3375790" y="5509340"/>
                  </a:lnTo>
                  <a:lnTo>
                    <a:pt x="3048842" y="5509340"/>
                  </a:lnTo>
                  <a:close/>
                  <a:moveTo>
                    <a:pt x="2539881" y="5341270"/>
                  </a:moveTo>
                  <a:lnTo>
                    <a:pt x="2871471" y="5341270"/>
                  </a:lnTo>
                  <a:lnTo>
                    <a:pt x="2871471" y="5509280"/>
                  </a:lnTo>
                  <a:lnTo>
                    <a:pt x="2539881" y="5509280"/>
                  </a:lnTo>
                  <a:close/>
                  <a:moveTo>
                    <a:pt x="4567976" y="5178521"/>
                  </a:moveTo>
                  <a:lnTo>
                    <a:pt x="4897856" y="5178521"/>
                  </a:lnTo>
                  <a:lnTo>
                    <a:pt x="4897856" y="5510799"/>
                  </a:lnTo>
                  <a:lnTo>
                    <a:pt x="4567976" y="5510799"/>
                  </a:lnTo>
                  <a:close/>
                  <a:moveTo>
                    <a:pt x="1051146" y="4508354"/>
                  </a:moveTo>
                  <a:cubicBezTo>
                    <a:pt x="1200688" y="4660317"/>
                    <a:pt x="1357130" y="4819312"/>
                    <a:pt x="1509438" y="4974098"/>
                  </a:cubicBezTo>
                  <a:cubicBezTo>
                    <a:pt x="1356996" y="5128305"/>
                    <a:pt x="1200178" y="5286935"/>
                    <a:pt x="1041425" y="5447531"/>
                  </a:cubicBezTo>
                  <a:cubicBezTo>
                    <a:pt x="1006070" y="5411231"/>
                    <a:pt x="968794" y="5372943"/>
                    <a:pt x="922317" y="5325200"/>
                  </a:cubicBezTo>
                  <a:cubicBezTo>
                    <a:pt x="1011671" y="5241335"/>
                    <a:pt x="1101225" y="5157271"/>
                    <a:pt x="1190778" y="5073196"/>
                  </a:cubicBezTo>
                  <a:cubicBezTo>
                    <a:pt x="1188211" y="5068506"/>
                    <a:pt x="1185646" y="5063817"/>
                    <a:pt x="1183067" y="5059130"/>
                  </a:cubicBezTo>
                  <a:cubicBezTo>
                    <a:pt x="1163923" y="5058262"/>
                    <a:pt x="1144779" y="5056652"/>
                    <a:pt x="1125635" y="5056640"/>
                  </a:cubicBezTo>
                  <a:cubicBezTo>
                    <a:pt x="773888" y="5056496"/>
                    <a:pt x="422151" y="5056629"/>
                    <a:pt x="70414" y="5056295"/>
                  </a:cubicBezTo>
                  <a:cubicBezTo>
                    <a:pt x="50402" y="5056274"/>
                    <a:pt x="30404" y="5052808"/>
                    <a:pt x="8648" y="5046195"/>
                  </a:cubicBezTo>
                  <a:cubicBezTo>
                    <a:pt x="6903" y="4993520"/>
                    <a:pt x="6903" y="4945587"/>
                    <a:pt x="6903" y="4890444"/>
                  </a:cubicBezTo>
                  <a:cubicBezTo>
                    <a:pt x="401073" y="4890444"/>
                    <a:pt x="791921" y="4890444"/>
                    <a:pt x="1193845" y="4890444"/>
                  </a:cubicBezTo>
                  <a:cubicBezTo>
                    <a:pt x="1097403" y="4797392"/>
                    <a:pt x="1010227" y="4713282"/>
                    <a:pt x="925972" y="4631996"/>
                  </a:cubicBezTo>
                  <a:cubicBezTo>
                    <a:pt x="974195" y="4584363"/>
                    <a:pt x="1012960" y="4546075"/>
                    <a:pt x="1051146" y="4508354"/>
                  </a:cubicBezTo>
                  <a:close/>
                  <a:moveTo>
                    <a:pt x="6396041" y="4501070"/>
                  </a:moveTo>
                  <a:cubicBezTo>
                    <a:pt x="6430152" y="4537125"/>
                    <a:pt x="6466816" y="4575957"/>
                    <a:pt x="6510817" y="4622424"/>
                  </a:cubicBezTo>
                  <a:cubicBezTo>
                    <a:pt x="6423263" y="4704067"/>
                    <a:pt x="6333486" y="4787720"/>
                    <a:pt x="6243822" y="4871384"/>
                  </a:cubicBezTo>
                  <a:cubicBezTo>
                    <a:pt x="6247377" y="4877428"/>
                    <a:pt x="6250933" y="4883473"/>
                    <a:pt x="6254376" y="4889506"/>
                  </a:cubicBezTo>
                  <a:cubicBezTo>
                    <a:pt x="6645035" y="4889506"/>
                    <a:pt x="7035695" y="4889506"/>
                    <a:pt x="7428574" y="4889506"/>
                  </a:cubicBezTo>
                  <a:cubicBezTo>
                    <a:pt x="7428574" y="4948315"/>
                    <a:pt x="7428574" y="4999603"/>
                    <a:pt x="7428574" y="5057257"/>
                  </a:cubicBezTo>
                  <a:cubicBezTo>
                    <a:pt x="7042138" y="5057257"/>
                    <a:pt x="6657479" y="5057257"/>
                    <a:pt x="6264044" y="5058869"/>
                  </a:cubicBezTo>
                  <a:lnTo>
                    <a:pt x="6260483" y="5066682"/>
                  </a:lnTo>
                  <a:lnTo>
                    <a:pt x="6259501" y="5068836"/>
                  </a:lnTo>
                  <a:cubicBezTo>
                    <a:pt x="6259487" y="5071891"/>
                    <a:pt x="6260598" y="5074746"/>
                    <a:pt x="6261709" y="5077602"/>
                  </a:cubicBezTo>
                  <a:cubicBezTo>
                    <a:pt x="6333820" y="5151000"/>
                    <a:pt x="6406263" y="5224010"/>
                    <a:pt x="6477484" y="5298209"/>
                  </a:cubicBezTo>
                  <a:cubicBezTo>
                    <a:pt x="6488816" y="5309908"/>
                    <a:pt x="6494371" y="5326963"/>
                    <a:pt x="6500705" y="5344919"/>
                  </a:cubicBezTo>
                  <a:cubicBezTo>
                    <a:pt x="6464150" y="5381229"/>
                    <a:pt x="6429373" y="5414151"/>
                    <a:pt x="6385040" y="5456183"/>
                  </a:cubicBezTo>
                  <a:cubicBezTo>
                    <a:pt x="6352931" y="5420950"/>
                    <a:pt x="6321264" y="5386085"/>
                    <a:pt x="6286598" y="5349429"/>
                  </a:cubicBezTo>
                  <a:cubicBezTo>
                    <a:pt x="6160046" y="5225731"/>
                    <a:pt x="6036493" y="5103823"/>
                    <a:pt x="5918161" y="4987171"/>
                  </a:cubicBezTo>
                  <a:cubicBezTo>
                    <a:pt x="6080714" y="4821886"/>
                    <a:pt x="6237155" y="4662689"/>
                    <a:pt x="6396041" y="4501070"/>
                  </a:cubicBezTo>
                  <a:close/>
                  <a:moveTo>
                    <a:pt x="3555375" y="4333022"/>
                  </a:moveTo>
                  <a:lnTo>
                    <a:pt x="4894412" y="4333022"/>
                  </a:lnTo>
                  <a:lnTo>
                    <a:pt x="4894412" y="4497015"/>
                  </a:lnTo>
                  <a:lnTo>
                    <a:pt x="3555375" y="4497015"/>
                  </a:lnTo>
                  <a:close/>
                  <a:moveTo>
                    <a:pt x="3555582" y="3992322"/>
                  </a:moveTo>
                  <a:lnTo>
                    <a:pt x="4894076" y="3992322"/>
                  </a:lnTo>
                  <a:lnTo>
                    <a:pt x="4894076" y="4151787"/>
                  </a:lnTo>
                  <a:lnTo>
                    <a:pt x="3555582" y="4151787"/>
                  </a:lnTo>
                  <a:close/>
                  <a:moveTo>
                    <a:pt x="3555887" y="3652065"/>
                  </a:moveTo>
                  <a:lnTo>
                    <a:pt x="4893855" y="3652065"/>
                  </a:lnTo>
                  <a:lnTo>
                    <a:pt x="4893855" y="3815585"/>
                  </a:lnTo>
                  <a:lnTo>
                    <a:pt x="3555887" y="3815585"/>
                  </a:lnTo>
                  <a:close/>
                  <a:moveTo>
                    <a:pt x="1197873" y="3397262"/>
                  </a:moveTo>
                  <a:lnTo>
                    <a:pt x="1197694" y="3397426"/>
                  </a:lnTo>
                  <a:lnTo>
                    <a:pt x="1184457" y="3409499"/>
                  </a:lnTo>
                  <a:cubicBezTo>
                    <a:pt x="1180655" y="3412640"/>
                    <a:pt x="1177119" y="3415076"/>
                    <a:pt x="1172630" y="3417504"/>
                  </a:cubicBezTo>
                  <a:cubicBezTo>
                    <a:pt x="1167697" y="3414437"/>
                    <a:pt x="1166564" y="3411405"/>
                    <a:pt x="1164231" y="3403671"/>
                  </a:cubicBezTo>
                  <a:cubicBezTo>
                    <a:pt x="1167920" y="3401115"/>
                    <a:pt x="1171914" y="3399729"/>
                    <a:pt x="1177195" y="3398874"/>
                  </a:cubicBezTo>
                  <a:lnTo>
                    <a:pt x="1197821" y="3397264"/>
                  </a:lnTo>
                  <a:close/>
                  <a:moveTo>
                    <a:pt x="3548465" y="3318871"/>
                  </a:moveTo>
                  <a:lnTo>
                    <a:pt x="4893969" y="3318871"/>
                  </a:lnTo>
                  <a:lnTo>
                    <a:pt x="4893969" y="3477588"/>
                  </a:lnTo>
                  <a:lnTo>
                    <a:pt x="3548465" y="3477588"/>
                  </a:lnTo>
                  <a:close/>
                  <a:moveTo>
                    <a:pt x="3555864" y="2974331"/>
                  </a:moveTo>
                  <a:lnTo>
                    <a:pt x="4893854" y="2974331"/>
                  </a:lnTo>
                  <a:lnTo>
                    <a:pt x="4893854" y="3137835"/>
                  </a:lnTo>
                  <a:lnTo>
                    <a:pt x="3555864" y="3137835"/>
                  </a:lnTo>
                  <a:close/>
                  <a:moveTo>
                    <a:pt x="6392475" y="2845753"/>
                  </a:moveTo>
                  <a:cubicBezTo>
                    <a:pt x="6405627" y="2845680"/>
                    <a:pt x="6418210" y="2852982"/>
                    <a:pt x="6431932" y="2866509"/>
                  </a:cubicBezTo>
                  <a:cubicBezTo>
                    <a:pt x="6459043" y="2893354"/>
                    <a:pt x="6484265" y="2922196"/>
                    <a:pt x="6510265" y="2950096"/>
                  </a:cubicBezTo>
                  <a:cubicBezTo>
                    <a:pt x="6417488" y="3042071"/>
                    <a:pt x="6329600" y="3129126"/>
                    <a:pt x="6230936" y="3226778"/>
                  </a:cubicBezTo>
                  <a:cubicBezTo>
                    <a:pt x="6638150" y="3226778"/>
                    <a:pt x="7030140" y="3226778"/>
                    <a:pt x="7425909" y="3226778"/>
                  </a:cubicBezTo>
                  <a:cubicBezTo>
                    <a:pt x="7425909" y="3285265"/>
                    <a:pt x="7425909" y="3337775"/>
                    <a:pt x="7425909" y="3397374"/>
                  </a:cubicBezTo>
                  <a:cubicBezTo>
                    <a:pt x="7041918" y="3397374"/>
                    <a:pt x="6657595" y="3397374"/>
                    <a:pt x="6264937" y="3397451"/>
                  </a:cubicBezTo>
                  <a:lnTo>
                    <a:pt x="6261189" y="3407275"/>
                  </a:lnTo>
                  <a:lnTo>
                    <a:pt x="6260590" y="3408846"/>
                  </a:lnTo>
                  <a:cubicBezTo>
                    <a:pt x="6260520" y="3412631"/>
                    <a:pt x="6261492" y="3416406"/>
                    <a:pt x="6262491" y="3420184"/>
                  </a:cubicBezTo>
                  <a:cubicBezTo>
                    <a:pt x="6347934" y="3499204"/>
                    <a:pt x="6433376" y="3578213"/>
                    <a:pt x="6522040" y="3660190"/>
                  </a:cubicBezTo>
                  <a:cubicBezTo>
                    <a:pt x="6469597" y="3709331"/>
                    <a:pt x="6431043" y="3745509"/>
                    <a:pt x="6393044" y="3781163"/>
                  </a:cubicBezTo>
                  <a:cubicBezTo>
                    <a:pt x="6239492" y="3621935"/>
                    <a:pt x="6083274" y="3460060"/>
                    <a:pt x="5918611" y="3289354"/>
                  </a:cubicBezTo>
                  <a:cubicBezTo>
                    <a:pt x="6051163" y="3160712"/>
                    <a:pt x="6202160" y="3016682"/>
                    <a:pt x="6349602" y="2869253"/>
                  </a:cubicBezTo>
                  <a:cubicBezTo>
                    <a:pt x="6365601" y="2853276"/>
                    <a:pt x="6379323" y="2845826"/>
                    <a:pt x="6392475" y="2845753"/>
                  </a:cubicBezTo>
                  <a:close/>
                  <a:moveTo>
                    <a:pt x="1042533" y="2838384"/>
                  </a:moveTo>
                  <a:cubicBezTo>
                    <a:pt x="1051787" y="2845395"/>
                    <a:pt x="1059432" y="2849929"/>
                    <a:pt x="1065554" y="2855995"/>
                  </a:cubicBezTo>
                  <a:cubicBezTo>
                    <a:pt x="1207262" y="2996348"/>
                    <a:pt x="1348048" y="3137656"/>
                    <a:pt x="1491020" y="3276710"/>
                  </a:cubicBezTo>
                  <a:cubicBezTo>
                    <a:pt x="1520775" y="3305642"/>
                    <a:pt x="1520808" y="3322163"/>
                    <a:pt x="1491299" y="3351718"/>
                  </a:cubicBezTo>
                  <a:cubicBezTo>
                    <a:pt x="1346268" y="3496948"/>
                    <a:pt x="1203661" y="3644603"/>
                    <a:pt x="1050908" y="3800909"/>
                  </a:cubicBezTo>
                  <a:cubicBezTo>
                    <a:pt x="1001065" y="3753045"/>
                    <a:pt x="959345" y="3712967"/>
                    <a:pt x="913623" y="3669057"/>
                  </a:cubicBezTo>
                  <a:cubicBezTo>
                    <a:pt x="1000843" y="3583470"/>
                    <a:pt x="1082652" y="3503193"/>
                    <a:pt x="1170450" y="3420240"/>
                  </a:cubicBezTo>
                  <a:cubicBezTo>
                    <a:pt x="1176028" y="3416445"/>
                    <a:pt x="1180108" y="3413326"/>
                    <a:pt x="1184182" y="3409843"/>
                  </a:cubicBezTo>
                  <a:lnTo>
                    <a:pt x="1197694" y="3397426"/>
                  </a:lnTo>
                  <a:lnTo>
                    <a:pt x="1197876" y="3397260"/>
                  </a:lnTo>
                  <a:lnTo>
                    <a:pt x="1197821" y="3397264"/>
                  </a:lnTo>
                  <a:lnTo>
                    <a:pt x="1177042" y="3398289"/>
                  </a:lnTo>
                  <a:cubicBezTo>
                    <a:pt x="1171609" y="3398559"/>
                    <a:pt x="1167312" y="3398773"/>
                    <a:pt x="1163018" y="3398984"/>
                  </a:cubicBezTo>
                  <a:cubicBezTo>
                    <a:pt x="798569" y="3398383"/>
                    <a:pt x="434112" y="3397773"/>
                    <a:pt x="69654" y="3397185"/>
                  </a:cubicBezTo>
                  <a:cubicBezTo>
                    <a:pt x="47665" y="3397152"/>
                    <a:pt x="25678" y="3397185"/>
                    <a:pt x="0" y="3397185"/>
                  </a:cubicBezTo>
                  <a:cubicBezTo>
                    <a:pt x="0" y="3341851"/>
                    <a:pt x="0" y="3289343"/>
                    <a:pt x="0" y="3231500"/>
                  </a:cubicBezTo>
                  <a:cubicBezTo>
                    <a:pt x="392468" y="3231500"/>
                    <a:pt x="785216" y="3231500"/>
                    <a:pt x="1178305" y="3231500"/>
                  </a:cubicBezTo>
                  <a:cubicBezTo>
                    <a:pt x="1088420" y="3142268"/>
                    <a:pt x="1001288" y="3055769"/>
                    <a:pt x="916401" y="2971493"/>
                  </a:cubicBezTo>
                  <a:cubicBezTo>
                    <a:pt x="963390" y="2921905"/>
                    <a:pt x="1002000" y="2881162"/>
                    <a:pt x="1042533" y="2838384"/>
                  </a:cubicBezTo>
                  <a:close/>
                  <a:moveTo>
                    <a:pt x="3555627" y="2636808"/>
                  </a:moveTo>
                  <a:lnTo>
                    <a:pt x="4893961" y="2636808"/>
                  </a:lnTo>
                  <a:lnTo>
                    <a:pt x="4893961" y="2796204"/>
                  </a:lnTo>
                  <a:lnTo>
                    <a:pt x="3555627" y="2796204"/>
                  </a:lnTo>
                  <a:close/>
                  <a:moveTo>
                    <a:pt x="3555826" y="2303484"/>
                  </a:moveTo>
                  <a:lnTo>
                    <a:pt x="4893855" y="2303484"/>
                  </a:lnTo>
                  <a:lnTo>
                    <a:pt x="4893855" y="2462155"/>
                  </a:lnTo>
                  <a:lnTo>
                    <a:pt x="3555826" y="2462155"/>
                  </a:lnTo>
                  <a:close/>
                  <a:moveTo>
                    <a:pt x="6250454" y="1564654"/>
                  </a:moveTo>
                  <a:lnTo>
                    <a:pt x="6250911" y="1564870"/>
                  </a:lnTo>
                  <a:cubicBezTo>
                    <a:pt x="6251717" y="1566104"/>
                    <a:pt x="6252217" y="1567764"/>
                    <a:pt x="6252273" y="1568941"/>
                  </a:cubicBezTo>
                  <a:lnTo>
                    <a:pt x="6251300" y="1567748"/>
                  </a:lnTo>
                  <a:close/>
                  <a:moveTo>
                    <a:pt x="1166508" y="1563757"/>
                  </a:moveTo>
                  <a:lnTo>
                    <a:pt x="1184505" y="1563757"/>
                  </a:lnTo>
                  <a:lnTo>
                    <a:pt x="1184505" y="1565452"/>
                  </a:lnTo>
                  <a:lnTo>
                    <a:pt x="1177677" y="1568697"/>
                  </a:lnTo>
                  <a:lnTo>
                    <a:pt x="1166508" y="1571685"/>
                  </a:lnTo>
                  <a:close/>
                  <a:moveTo>
                    <a:pt x="6389485" y="1181907"/>
                  </a:moveTo>
                  <a:cubicBezTo>
                    <a:pt x="6420706" y="1217939"/>
                    <a:pt x="6457818" y="1260761"/>
                    <a:pt x="6503039" y="1313015"/>
                  </a:cubicBezTo>
                  <a:cubicBezTo>
                    <a:pt x="6427374" y="1386446"/>
                    <a:pt x="6340263" y="1470911"/>
                    <a:pt x="6249154" y="1559898"/>
                  </a:cubicBezTo>
                  <a:lnTo>
                    <a:pt x="6250454" y="1564654"/>
                  </a:lnTo>
                  <a:lnTo>
                    <a:pt x="6247716" y="1563356"/>
                  </a:lnTo>
                  <a:lnTo>
                    <a:pt x="6251300" y="1567748"/>
                  </a:lnTo>
                  <a:lnTo>
                    <a:pt x="6252267" y="1571287"/>
                  </a:lnTo>
                  <a:cubicBezTo>
                    <a:pt x="6642369" y="1571287"/>
                    <a:pt x="7032471" y="1571287"/>
                    <a:pt x="7426797" y="1571287"/>
                  </a:cubicBezTo>
                  <a:cubicBezTo>
                    <a:pt x="7426797" y="1627286"/>
                    <a:pt x="7426797" y="1679640"/>
                    <a:pt x="7426797" y="1738772"/>
                  </a:cubicBezTo>
                  <a:cubicBezTo>
                    <a:pt x="7036026" y="1738772"/>
                    <a:pt x="6645590" y="1738772"/>
                    <a:pt x="6237156" y="1738772"/>
                  </a:cubicBezTo>
                  <a:cubicBezTo>
                    <a:pt x="6313265" y="1813948"/>
                    <a:pt x="6377041" y="1876946"/>
                    <a:pt x="6444041" y="1941557"/>
                  </a:cubicBezTo>
                  <a:cubicBezTo>
                    <a:pt x="6466595" y="1964823"/>
                    <a:pt x="6486038" y="1986465"/>
                    <a:pt x="6502927" y="2005243"/>
                  </a:cubicBezTo>
                  <a:cubicBezTo>
                    <a:pt x="6463262" y="2046377"/>
                    <a:pt x="6424486" y="2086619"/>
                    <a:pt x="6380042" y="2132728"/>
                  </a:cubicBezTo>
                  <a:cubicBezTo>
                    <a:pt x="6315487" y="2067265"/>
                    <a:pt x="6248932" y="1999910"/>
                    <a:pt x="6179045" y="1931134"/>
                  </a:cubicBezTo>
                  <a:cubicBezTo>
                    <a:pt x="6083380" y="1842103"/>
                    <a:pt x="5990939" y="1754494"/>
                    <a:pt x="5904829" y="1672728"/>
                  </a:cubicBezTo>
                  <a:cubicBezTo>
                    <a:pt x="6072159" y="1503300"/>
                    <a:pt x="6229823" y="1343615"/>
                    <a:pt x="6389485" y="1181907"/>
                  </a:cubicBezTo>
                  <a:close/>
                  <a:moveTo>
                    <a:pt x="1038931" y="1181511"/>
                  </a:moveTo>
                  <a:cubicBezTo>
                    <a:pt x="1194904" y="1339407"/>
                    <a:pt x="1352923" y="1499370"/>
                    <a:pt x="1510718" y="1659098"/>
                  </a:cubicBezTo>
                  <a:cubicBezTo>
                    <a:pt x="1358423" y="1809128"/>
                    <a:pt x="1199382" y="1965804"/>
                    <a:pt x="1036353" y="2126398"/>
                  </a:cubicBezTo>
                  <a:cubicBezTo>
                    <a:pt x="1000999" y="2093100"/>
                    <a:pt x="959800" y="2054312"/>
                    <a:pt x="916989" y="2014002"/>
                  </a:cubicBezTo>
                  <a:cubicBezTo>
                    <a:pt x="1007188" y="1923892"/>
                    <a:pt x="1094762" y="1836407"/>
                    <a:pt x="1188849" y="1742419"/>
                  </a:cubicBezTo>
                  <a:cubicBezTo>
                    <a:pt x="793804" y="1742419"/>
                    <a:pt x="404035" y="1742419"/>
                    <a:pt x="10201" y="1742419"/>
                  </a:cubicBezTo>
                  <a:cubicBezTo>
                    <a:pt x="10201" y="1682755"/>
                    <a:pt x="10201" y="1630588"/>
                    <a:pt x="10201" y="1572479"/>
                  </a:cubicBezTo>
                  <a:cubicBezTo>
                    <a:pt x="392013" y="1572479"/>
                    <a:pt x="772527" y="1572479"/>
                    <a:pt x="1161294" y="1573080"/>
                  </a:cubicBezTo>
                  <a:lnTo>
                    <a:pt x="1166508" y="1571685"/>
                  </a:lnTo>
                  <a:lnTo>
                    <a:pt x="1166508" y="1572546"/>
                  </a:lnTo>
                  <a:lnTo>
                    <a:pt x="1184505" y="1572546"/>
                  </a:lnTo>
                  <a:lnTo>
                    <a:pt x="1184505" y="1565452"/>
                  </a:lnTo>
                  <a:lnTo>
                    <a:pt x="1187860" y="1563857"/>
                  </a:lnTo>
                  <a:cubicBezTo>
                    <a:pt x="1100973" y="1471792"/>
                    <a:pt x="1014076" y="1379728"/>
                    <a:pt x="928288" y="1288841"/>
                  </a:cubicBezTo>
                  <a:cubicBezTo>
                    <a:pt x="962566" y="1255586"/>
                    <a:pt x="1001854" y="1217476"/>
                    <a:pt x="1038931" y="1181511"/>
                  </a:cubicBezTo>
                  <a:close/>
                  <a:moveTo>
                    <a:pt x="1629501" y="0"/>
                  </a:moveTo>
                  <a:lnTo>
                    <a:pt x="2131766" y="0"/>
                  </a:lnTo>
                  <a:lnTo>
                    <a:pt x="2131766" y="505608"/>
                  </a:lnTo>
                  <a:lnTo>
                    <a:pt x="1629501" y="505608"/>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34" name="Group 2833">
            <a:extLst>
              <a:ext uri="{FF2B5EF4-FFF2-40B4-BE49-F238E27FC236}">
                <a16:creationId xmlns:a16="http://schemas.microsoft.com/office/drawing/2014/main" id="{19167BFB-19C5-812E-BD80-B690B276EADC}"/>
              </a:ext>
              <a:ext uri="{C183D7F6-B498-43B3-948B-1728B52AA6E4}">
                <adec:decorative xmlns:adec="http://schemas.microsoft.com/office/drawing/2017/decorative" val="1"/>
              </a:ext>
            </a:extLst>
          </p:cNvPr>
          <p:cNvGrpSpPr>
            <a:grpSpLocks noChangeAspect="1"/>
          </p:cNvGrpSpPr>
          <p:nvPr/>
        </p:nvGrpSpPr>
        <p:grpSpPr>
          <a:xfrm>
            <a:off x="1761494" y="810791"/>
            <a:ext cx="495211" cy="457200"/>
            <a:chOff x="1761494" y="810791"/>
            <a:chExt cx="495211" cy="457200"/>
          </a:xfrm>
          <a:solidFill>
            <a:srgbClr val="FF0000"/>
          </a:solidFill>
        </p:grpSpPr>
        <p:sp>
          <p:nvSpPr>
            <p:cNvPr id="75" name="Freeform: Shape 74">
              <a:extLst>
                <a:ext uri="{FF2B5EF4-FFF2-40B4-BE49-F238E27FC236}">
                  <a16:creationId xmlns:a16="http://schemas.microsoft.com/office/drawing/2014/main" id="{96B36163-7B57-F711-A31C-2951F0D09DF9}"/>
                </a:ext>
                <a:ext uri="{C183D7F6-B498-43B3-948B-1728B52AA6E4}">
                  <adec:decorative xmlns:adec="http://schemas.microsoft.com/office/drawing/2017/decorative" val="1"/>
                </a:ext>
              </a:extLst>
            </p:cNvPr>
            <p:cNvSpPr/>
            <p:nvPr/>
          </p:nvSpPr>
          <p:spPr>
            <a:xfrm>
              <a:off x="1874107" y="817840"/>
              <a:ext cx="270028" cy="450151"/>
            </a:xfrm>
            <a:custGeom>
              <a:avLst/>
              <a:gdLst>
                <a:gd name="connsiteX0" fmla="*/ 486204 w 530427"/>
                <a:gd name="connsiteY0" fmla="*/ 2 h 884252"/>
                <a:gd name="connsiteX1" fmla="*/ 530425 w 530427"/>
                <a:gd name="connsiteY1" fmla="*/ 44099 h 884252"/>
                <a:gd name="connsiteX2" fmla="*/ 530382 w 530427"/>
                <a:gd name="connsiteY2" fmla="*/ 239680 h 884252"/>
                <a:gd name="connsiteX3" fmla="*/ 530192 w 530427"/>
                <a:gd name="connsiteY3" fmla="*/ 243955 h 884252"/>
                <a:gd name="connsiteX4" fmla="*/ 530382 w 530427"/>
                <a:gd name="connsiteY4" fmla="*/ 687850 h 884252"/>
                <a:gd name="connsiteX5" fmla="*/ 530178 w 530427"/>
                <a:gd name="connsiteY5" fmla="*/ 768516 h 884252"/>
                <a:gd name="connsiteX6" fmla="*/ 530163 w 530427"/>
                <a:gd name="connsiteY6" fmla="*/ 831806 h 884252"/>
                <a:gd name="connsiteX7" fmla="*/ 530163 w 530427"/>
                <a:gd name="connsiteY7" fmla="*/ 840381 h 884252"/>
                <a:gd name="connsiteX8" fmla="*/ 442318 w 530427"/>
                <a:gd name="connsiteY8" fmla="*/ 840381 h 884252"/>
                <a:gd name="connsiteX9" fmla="*/ 442318 w 530427"/>
                <a:gd name="connsiteY9" fmla="*/ 884168 h 884252"/>
                <a:gd name="connsiteX10" fmla="*/ 397908 w 530427"/>
                <a:gd name="connsiteY10" fmla="*/ 884168 h 884252"/>
                <a:gd name="connsiteX11" fmla="*/ 397908 w 530427"/>
                <a:gd name="connsiteY11" fmla="*/ 840730 h 884252"/>
                <a:gd name="connsiteX12" fmla="*/ 132838 w 530427"/>
                <a:gd name="connsiteY12" fmla="*/ 840730 h 884252"/>
                <a:gd name="connsiteX13" fmla="*/ 132838 w 530427"/>
                <a:gd name="connsiteY13" fmla="*/ 884252 h 884252"/>
                <a:gd name="connsiteX14" fmla="*/ 88372 w 530427"/>
                <a:gd name="connsiteY14" fmla="*/ 884252 h 884252"/>
                <a:gd name="connsiteX15" fmla="*/ 88372 w 530427"/>
                <a:gd name="connsiteY15" fmla="*/ 840744 h 884252"/>
                <a:gd name="connsiteX16" fmla="*/ 79864 w 530427"/>
                <a:gd name="connsiteY16" fmla="*/ 840357 h 884252"/>
                <a:gd name="connsiteX17" fmla="*/ 40589 w 530427"/>
                <a:gd name="connsiteY17" fmla="*/ 840049 h 884252"/>
                <a:gd name="connsiteX18" fmla="*/ 234 w 530427"/>
                <a:gd name="connsiteY18" fmla="*/ 797516 h 884252"/>
                <a:gd name="connsiteX19" fmla="*/ 3 w 530427"/>
                <a:gd name="connsiteY19" fmla="*/ 546590 h 884252"/>
                <a:gd name="connsiteX20" fmla="*/ 150 w 530427"/>
                <a:gd name="connsiteY20" fmla="*/ 536497 h 884252"/>
                <a:gd name="connsiteX21" fmla="*/ 480 w 530427"/>
                <a:gd name="connsiteY21" fmla="*/ 121367 h 884252"/>
                <a:gd name="connsiteX22" fmla="*/ 498 w 530427"/>
                <a:gd name="connsiteY22" fmla="*/ 82606 h 884252"/>
                <a:gd name="connsiteX23" fmla="*/ 43928 w 530427"/>
                <a:gd name="connsiteY23" fmla="*/ 82606 h 884252"/>
                <a:gd name="connsiteX24" fmla="*/ 43928 w 530427"/>
                <a:gd name="connsiteY24" fmla="*/ 102215 h 884252"/>
                <a:gd name="connsiteX25" fmla="*/ 43834 w 530427"/>
                <a:gd name="connsiteY25" fmla="*/ 102215 h 884252"/>
                <a:gd name="connsiteX26" fmla="*/ 43834 w 530427"/>
                <a:gd name="connsiteY26" fmla="*/ 129817 h 884252"/>
                <a:gd name="connsiteX27" fmla="*/ 43871 w 530427"/>
                <a:gd name="connsiteY27" fmla="*/ 129817 h 884252"/>
                <a:gd name="connsiteX28" fmla="*/ 43871 w 530427"/>
                <a:gd name="connsiteY28" fmla="*/ 153076 h 884252"/>
                <a:gd name="connsiteX29" fmla="*/ 43810 w 530427"/>
                <a:gd name="connsiteY29" fmla="*/ 153076 h 884252"/>
                <a:gd name="connsiteX30" fmla="*/ 43810 w 530427"/>
                <a:gd name="connsiteY30" fmla="*/ 169082 h 884252"/>
                <a:gd name="connsiteX31" fmla="*/ 43854 w 530427"/>
                <a:gd name="connsiteY31" fmla="*/ 169082 h 884252"/>
                <a:gd name="connsiteX32" fmla="*/ 43854 w 530427"/>
                <a:gd name="connsiteY32" fmla="*/ 186581 h 884252"/>
                <a:gd name="connsiteX33" fmla="*/ 43895 w 530427"/>
                <a:gd name="connsiteY33" fmla="*/ 186581 h 884252"/>
                <a:gd name="connsiteX34" fmla="*/ 43895 w 530427"/>
                <a:gd name="connsiteY34" fmla="*/ 231625 h 884252"/>
                <a:gd name="connsiteX35" fmla="*/ 43725 w 530427"/>
                <a:gd name="connsiteY35" fmla="*/ 231625 h 884252"/>
                <a:gd name="connsiteX36" fmla="*/ 43771 w 530427"/>
                <a:gd name="connsiteY36" fmla="*/ 231646 h 884252"/>
                <a:gd name="connsiteX37" fmla="*/ 44022 w 530427"/>
                <a:gd name="connsiteY37" fmla="*/ 267274 h 884252"/>
                <a:gd name="connsiteX38" fmla="*/ 44048 w 530427"/>
                <a:gd name="connsiteY38" fmla="*/ 785893 h 884252"/>
                <a:gd name="connsiteX39" fmla="*/ 44048 w 530427"/>
                <a:gd name="connsiteY39" fmla="*/ 795677 h 884252"/>
                <a:gd name="connsiteX40" fmla="*/ 485710 w 530427"/>
                <a:gd name="connsiteY40" fmla="*/ 795677 h 884252"/>
                <a:gd name="connsiteX41" fmla="*/ 485710 w 530427"/>
                <a:gd name="connsiteY41" fmla="*/ 43976 h 884252"/>
                <a:gd name="connsiteX42" fmla="*/ 222080 w 530427"/>
                <a:gd name="connsiteY42" fmla="*/ 43374 h 884252"/>
                <a:gd name="connsiteX43" fmla="*/ 221405 w 530427"/>
                <a:gd name="connsiteY43" fmla="*/ 42122 h 884252"/>
                <a:gd name="connsiteX44" fmla="*/ 221405 w 530427"/>
                <a:gd name="connsiteY44" fmla="*/ 43889 h 884252"/>
                <a:gd name="connsiteX45" fmla="*/ 192377 w 530427"/>
                <a:gd name="connsiteY45" fmla="*/ 43889 h 884252"/>
                <a:gd name="connsiteX46" fmla="*/ 192377 w 530427"/>
                <a:gd name="connsiteY46" fmla="*/ 43829 h 884252"/>
                <a:gd name="connsiteX47" fmla="*/ 159743 w 530427"/>
                <a:gd name="connsiteY47" fmla="*/ 43829 h 884252"/>
                <a:gd name="connsiteX48" fmla="*/ 159743 w 530427"/>
                <a:gd name="connsiteY48" fmla="*/ 43857 h 884252"/>
                <a:gd name="connsiteX49" fmla="*/ 143731 w 530427"/>
                <a:gd name="connsiteY49" fmla="*/ 43857 h 884252"/>
                <a:gd name="connsiteX50" fmla="*/ 143731 w 530427"/>
                <a:gd name="connsiteY50" fmla="*/ 43881 h 884252"/>
                <a:gd name="connsiteX51" fmla="*/ 127815 w 530427"/>
                <a:gd name="connsiteY51" fmla="*/ 43881 h 884252"/>
                <a:gd name="connsiteX52" fmla="*/ 127815 w 530427"/>
                <a:gd name="connsiteY52" fmla="*/ 43924 h 884252"/>
                <a:gd name="connsiteX53" fmla="*/ 111655 w 530427"/>
                <a:gd name="connsiteY53" fmla="*/ 43924 h 884252"/>
                <a:gd name="connsiteX54" fmla="*/ 111655 w 530427"/>
                <a:gd name="connsiteY54" fmla="*/ 43927 h 884252"/>
                <a:gd name="connsiteX55" fmla="*/ 87482 w 530427"/>
                <a:gd name="connsiteY55" fmla="*/ 43927 h 884252"/>
                <a:gd name="connsiteX56" fmla="*/ 87482 w 530427"/>
                <a:gd name="connsiteY56" fmla="*/ 424 h 884252"/>
                <a:gd name="connsiteX57" fmla="*/ 111655 w 530427"/>
                <a:gd name="connsiteY57" fmla="*/ 424 h 884252"/>
                <a:gd name="connsiteX58" fmla="*/ 111655 w 530427"/>
                <a:gd name="connsiteY58" fmla="*/ 460 h 884252"/>
                <a:gd name="connsiteX59" fmla="*/ 127815 w 530427"/>
                <a:gd name="connsiteY59" fmla="*/ 460 h 884252"/>
                <a:gd name="connsiteX60" fmla="*/ 127815 w 530427"/>
                <a:gd name="connsiteY60" fmla="*/ 557 h 884252"/>
                <a:gd name="connsiteX61" fmla="*/ 142131 w 530427"/>
                <a:gd name="connsiteY61" fmla="*/ 557 h 884252"/>
                <a:gd name="connsiteX62" fmla="*/ 142131 w 530427"/>
                <a:gd name="connsiteY62" fmla="*/ 400 h 884252"/>
                <a:gd name="connsiteX63" fmla="*/ 159743 w 530427"/>
                <a:gd name="connsiteY63" fmla="*/ 400 h 884252"/>
                <a:gd name="connsiteX64" fmla="*/ 159743 w 530427"/>
                <a:gd name="connsiteY64" fmla="*/ 435 h 884252"/>
                <a:gd name="connsiteX65" fmla="*/ 192377 w 530427"/>
                <a:gd name="connsiteY65" fmla="*/ 435 h 884252"/>
                <a:gd name="connsiteX66" fmla="*/ 192377 w 530427"/>
                <a:gd name="connsiteY66" fmla="*/ 323 h 884252"/>
                <a:gd name="connsiteX67" fmla="*/ 221405 w 530427"/>
                <a:gd name="connsiteY67" fmla="*/ 323 h 884252"/>
                <a:gd name="connsiteX68" fmla="*/ 221405 w 530427"/>
                <a:gd name="connsiteY68" fmla="*/ 446 h 884252"/>
                <a:gd name="connsiteX69" fmla="*/ 302204 w 530427"/>
                <a:gd name="connsiteY69" fmla="*/ 214 h 88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0427" h="884252">
                  <a:moveTo>
                    <a:pt x="486204" y="2"/>
                  </a:moveTo>
                  <a:cubicBezTo>
                    <a:pt x="509122" y="-208"/>
                    <a:pt x="530673" y="21067"/>
                    <a:pt x="530425" y="44099"/>
                  </a:cubicBezTo>
                  <a:cubicBezTo>
                    <a:pt x="529712" y="109062"/>
                    <a:pt x="530221" y="174038"/>
                    <a:pt x="530382" y="239680"/>
                  </a:cubicBezTo>
                  <a:cubicBezTo>
                    <a:pt x="530396" y="241551"/>
                    <a:pt x="530192" y="242753"/>
                    <a:pt x="530192" y="243955"/>
                  </a:cubicBezTo>
                  <a:cubicBezTo>
                    <a:pt x="530207" y="391696"/>
                    <a:pt x="530221" y="539438"/>
                    <a:pt x="530382" y="687850"/>
                  </a:cubicBezTo>
                  <a:cubicBezTo>
                    <a:pt x="530396" y="715186"/>
                    <a:pt x="530251" y="741851"/>
                    <a:pt x="530178" y="768516"/>
                  </a:cubicBezTo>
                  <a:cubicBezTo>
                    <a:pt x="530120" y="789612"/>
                    <a:pt x="530163" y="810710"/>
                    <a:pt x="530163" y="831806"/>
                  </a:cubicBezTo>
                  <a:lnTo>
                    <a:pt x="530163" y="840381"/>
                  </a:lnTo>
                  <a:lnTo>
                    <a:pt x="442318" y="840381"/>
                  </a:lnTo>
                  <a:lnTo>
                    <a:pt x="442318" y="884168"/>
                  </a:lnTo>
                  <a:lnTo>
                    <a:pt x="397908" y="884168"/>
                  </a:lnTo>
                  <a:lnTo>
                    <a:pt x="397908" y="840730"/>
                  </a:lnTo>
                  <a:lnTo>
                    <a:pt x="132838" y="840730"/>
                  </a:lnTo>
                  <a:lnTo>
                    <a:pt x="132838" y="884252"/>
                  </a:lnTo>
                  <a:lnTo>
                    <a:pt x="88372" y="884252"/>
                  </a:lnTo>
                  <a:lnTo>
                    <a:pt x="88372" y="840744"/>
                  </a:lnTo>
                  <a:cubicBezTo>
                    <a:pt x="84974" y="840584"/>
                    <a:pt x="82419" y="840376"/>
                    <a:pt x="79864" y="840357"/>
                  </a:cubicBezTo>
                  <a:lnTo>
                    <a:pt x="40589" y="840049"/>
                  </a:lnTo>
                  <a:cubicBezTo>
                    <a:pt x="18035" y="838975"/>
                    <a:pt x="265" y="820143"/>
                    <a:pt x="234" y="797516"/>
                  </a:cubicBezTo>
                  <a:cubicBezTo>
                    <a:pt x="121" y="714099"/>
                    <a:pt x="149" y="630681"/>
                    <a:pt x="3" y="546590"/>
                  </a:cubicBezTo>
                  <a:cubicBezTo>
                    <a:pt x="-24" y="542777"/>
                    <a:pt x="149" y="539637"/>
                    <a:pt x="150" y="536497"/>
                  </a:cubicBezTo>
                  <a:cubicBezTo>
                    <a:pt x="222" y="468777"/>
                    <a:pt x="417" y="232559"/>
                    <a:pt x="480" y="121367"/>
                  </a:cubicBezTo>
                  <a:lnTo>
                    <a:pt x="498" y="82606"/>
                  </a:lnTo>
                  <a:lnTo>
                    <a:pt x="43928" y="82606"/>
                  </a:lnTo>
                  <a:lnTo>
                    <a:pt x="43928" y="102215"/>
                  </a:lnTo>
                  <a:lnTo>
                    <a:pt x="43834" y="102215"/>
                  </a:lnTo>
                  <a:lnTo>
                    <a:pt x="43834" y="129817"/>
                  </a:lnTo>
                  <a:lnTo>
                    <a:pt x="43871" y="129817"/>
                  </a:lnTo>
                  <a:lnTo>
                    <a:pt x="43871" y="153076"/>
                  </a:lnTo>
                  <a:lnTo>
                    <a:pt x="43810" y="153076"/>
                  </a:lnTo>
                  <a:lnTo>
                    <a:pt x="43810" y="169082"/>
                  </a:lnTo>
                  <a:lnTo>
                    <a:pt x="43854" y="169082"/>
                  </a:lnTo>
                  <a:lnTo>
                    <a:pt x="43854" y="186581"/>
                  </a:lnTo>
                  <a:lnTo>
                    <a:pt x="43895" y="186581"/>
                  </a:lnTo>
                  <a:lnTo>
                    <a:pt x="43895" y="231625"/>
                  </a:lnTo>
                  <a:lnTo>
                    <a:pt x="43725" y="231625"/>
                  </a:lnTo>
                  <a:lnTo>
                    <a:pt x="43771" y="231646"/>
                  </a:lnTo>
                  <a:cubicBezTo>
                    <a:pt x="43858" y="243521"/>
                    <a:pt x="44020" y="255398"/>
                    <a:pt x="44022" y="267274"/>
                  </a:cubicBezTo>
                  <a:cubicBezTo>
                    <a:pt x="44042" y="440147"/>
                    <a:pt x="44043" y="613020"/>
                    <a:pt x="44048" y="785893"/>
                  </a:cubicBezTo>
                  <a:lnTo>
                    <a:pt x="44048" y="795677"/>
                  </a:lnTo>
                  <a:lnTo>
                    <a:pt x="485710" y="795677"/>
                  </a:lnTo>
                  <a:lnTo>
                    <a:pt x="485710" y="43976"/>
                  </a:lnTo>
                  <a:lnTo>
                    <a:pt x="222080" y="43374"/>
                  </a:lnTo>
                  <a:lnTo>
                    <a:pt x="221405" y="42122"/>
                  </a:lnTo>
                  <a:lnTo>
                    <a:pt x="221405" y="43889"/>
                  </a:lnTo>
                  <a:lnTo>
                    <a:pt x="192377" y="43889"/>
                  </a:lnTo>
                  <a:lnTo>
                    <a:pt x="192377" y="43829"/>
                  </a:lnTo>
                  <a:lnTo>
                    <a:pt x="159743" y="43829"/>
                  </a:lnTo>
                  <a:lnTo>
                    <a:pt x="159743" y="43857"/>
                  </a:lnTo>
                  <a:lnTo>
                    <a:pt x="143731" y="43857"/>
                  </a:lnTo>
                  <a:lnTo>
                    <a:pt x="143731" y="43881"/>
                  </a:lnTo>
                  <a:lnTo>
                    <a:pt x="127815" y="43881"/>
                  </a:lnTo>
                  <a:lnTo>
                    <a:pt x="127815" y="43924"/>
                  </a:lnTo>
                  <a:lnTo>
                    <a:pt x="111655" y="43924"/>
                  </a:lnTo>
                  <a:lnTo>
                    <a:pt x="111655" y="43927"/>
                  </a:lnTo>
                  <a:lnTo>
                    <a:pt x="87482" y="43927"/>
                  </a:lnTo>
                  <a:lnTo>
                    <a:pt x="87482" y="424"/>
                  </a:lnTo>
                  <a:lnTo>
                    <a:pt x="111655" y="424"/>
                  </a:lnTo>
                  <a:lnTo>
                    <a:pt x="111655" y="460"/>
                  </a:lnTo>
                  <a:lnTo>
                    <a:pt x="127815" y="460"/>
                  </a:lnTo>
                  <a:lnTo>
                    <a:pt x="127815" y="557"/>
                  </a:lnTo>
                  <a:lnTo>
                    <a:pt x="142131" y="557"/>
                  </a:lnTo>
                  <a:lnTo>
                    <a:pt x="142131" y="400"/>
                  </a:lnTo>
                  <a:lnTo>
                    <a:pt x="159743" y="400"/>
                  </a:lnTo>
                  <a:lnTo>
                    <a:pt x="159743" y="435"/>
                  </a:lnTo>
                  <a:lnTo>
                    <a:pt x="192377" y="435"/>
                  </a:lnTo>
                  <a:lnTo>
                    <a:pt x="192377" y="323"/>
                  </a:lnTo>
                  <a:lnTo>
                    <a:pt x="221405" y="323"/>
                  </a:lnTo>
                  <a:lnTo>
                    <a:pt x="221405" y="446"/>
                  </a:lnTo>
                  <a:lnTo>
                    <a:pt x="302204" y="214"/>
                  </a:lnTo>
                  <a:close/>
                </a:path>
              </a:pathLst>
            </a:custGeom>
            <a:solidFill>
              <a:schemeClr val="accent2"/>
            </a:solidFill>
            <a:ln w="6350" cap="flat">
              <a:noFill/>
              <a:prstDash val="solid"/>
              <a:miter/>
            </a:ln>
          </p:spPr>
          <p:txBody>
            <a:bodyPr wrap="square" rtlCol="0" anchor="ctr">
              <a:noAutofit/>
            </a:bodyPr>
            <a:lstStyle/>
            <a:p>
              <a:endParaRPr lang="en-US"/>
            </a:p>
          </p:txBody>
        </p:sp>
        <p:sp>
          <p:nvSpPr>
            <p:cNvPr id="96" name="Freeform: Shape 95">
              <a:extLst>
                <a:ext uri="{FF2B5EF4-FFF2-40B4-BE49-F238E27FC236}">
                  <a16:creationId xmlns:a16="http://schemas.microsoft.com/office/drawing/2014/main" id="{79B0F30D-0378-D2D2-A350-99B05B55D9FA}"/>
                </a:ext>
                <a:ext uri="{C183D7F6-B498-43B3-948B-1728B52AA6E4}">
                  <adec:decorative xmlns:adec="http://schemas.microsoft.com/office/drawing/2017/decorative" val="1"/>
                </a:ext>
              </a:extLst>
            </p:cNvPr>
            <p:cNvSpPr/>
            <p:nvPr/>
          </p:nvSpPr>
          <p:spPr>
            <a:xfrm>
              <a:off x="1761494" y="810791"/>
              <a:ext cx="495211" cy="401177"/>
            </a:xfrm>
            <a:custGeom>
              <a:avLst/>
              <a:gdLst>
                <a:gd name="connsiteX0" fmla="*/ 6762132 w 7428161"/>
                <a:gd name="connsiteY0" fmla="*/ 5511607 h 6017650"/>
                <a:gd name="connsiteX1" fmla="*/ 6655394 w 7428161"/>
                <a:gd name="connsiteY1" fmla="*/ 5542328 h 6017650"/>
                <a:gd name="connsiteX2" fmla="*/ 6599614 w 7428161"/>
                <a:gd name="connsiteY2" fmla="*/ 5744945 h 6017650"/>
                <a:gd name="connsiteX3" fmla="*/ 6768286 w 7428161"/>
                <a:gd name="connsiteY3" fmla="*/ 5846069 h 6017650"/>
                <a:gd name="connsiteX4" fmla="*/ 6914177 w 7428161"/>
                <a:gd name="connsiteY4" fmla="*/ 5727866 h 6017650"/>
                <a:gd name="connsiteX5" fmla="*/ 6859287 w 7428161"/>
                <a:gd name="connsiteY5" fmla="*/ 5548706 h 6017650"/>
                <a:gd name="connsiteX6" fmla="*/ 6762132 w 7428161"/>
                <a:gd name="connsiteY6" fmla="*/ 5511607 h 6017650"/>
                <a:gd name="connsiteX7" fmla="*/ 670753 w 7428161"/>
                <a:gd name="connsiteY7" fmla="*/ 5511386 h 6017650"/>
                <a:gd name="connsiteX8" fmla="*/ 581425 w 7428161"/>
                <a:gd name="connsiteY8" fmla="*/ 5538755 h 6017650"/>
                <a:gd name="connsiteX9" fmla="*/ 514322 w 7428161"/>
                <a:gd name="connsiteY9" fmla="*/ 5733104 h 6017650"/>
                <a:gd name="connsiteX10" fmla="*/ 680806 w 7428161"/>
                <a:gd name="connsiteY10" fmla="*/ 5847196 h 6017650"/>
                <a:gd name="connsiteX11" fmla="*/ 841710 w 7428161"/>
                <a:gd name="connsiteY11" fmla="*/ 5688703 h 6017650"/>
                <a:gd name="connsiteX12" fmla="*/ 670753 w 7428161"/>
                <a:gd name="connsiteY12" fmla="*/ 5511386 h 6017650"/>
                <a:gd name="connsiteX13" fmla="*/ 2538665 w 7428161"/>
                <a:gd name="connsiteY13" fmla="*/ 5344838 h 6017650"/>
                <a:gd name="connsiteX14" fmla="*/ 2865576 w 7428161"/>
                <a:gd name="connsiteY14" fmla="*/ 5344838 h 6017650"/>
                <a:gd name="connsiteX15" fmla="*/ 2865576 w 7428161"/>
                <a:gd name="connsiteY15" fmla="*/ 5509305 h 6017650"/>
                <a:gd name="connsiteX16" fmla="*/ 2538665 w 7428161"/>
                <a:gd name="connsiteY16" fmla="*/ 5509305 h 6017650"/>
                <a:gd name="connsiteX17" fmla="*/ 3042581 w 7428161"/>
                <a:gd name="connsiteY17" fmla="*/ 5343784 h 6017650"/>
                <a:gd name="connsiteX18" fmla="*/ 3382588 w 7428161"/>
                <a:gd name="connsiteY18" fmla="*/ 5343784 h 6017650"/>
                <a:gd name="connsiteX19" fmla="*/ 3382588 w 7428161"/>
                <a:gd name="connsiteY19" fmla="*/ 5509320 h 6017650"/>
                <a:gd name="connsiteX20" fmla="*/ 3042581 w 7428161"/>
                <a:gd name="connsiteY20" fmla="*/ 5509320 h 6017650"/>
                <a:gd name="connsiteX21" fmla="*/ 4558667 w 7428161"/>
                <a:gd name="connsiteY21" fmla="*/ 5177744 h 6017650"/>
                <a:gd name="connsiteX22" fmla="*/ 4889564 w 7428161"/>
                <a:gd name="connsiteY22" fmla="*/ 5177744 h 6017650"/>
                <a:gd name="connsiteX23" fmla="*/ 4889564 w 7428161"/>
                <a:gd name="connsiteY23" fmla="*/ 5515582 h 6017650"/>
                <a:gd name="connsiteX24" fmla="*/ 4558667 w 7428161"/>
                <a:gd name="connsiteY24" fmla="*/ 5515582 h 6017650"/>
                <a:gd name="connsiteX25" fmla="*/ 3550774 w 7428161"/>
                <a:gd name="connsiteY25" fmla="*/ 4329590 h 6017650"/>
                <a:gd name="connsiteX26" fmla="*/ 4889236 w 7428161"/>
                <a:gd name="connsiteY26" fmla="*/ 4329590 h 6017650"/>
                <a:gd name="connsiteX27" fmla="*/ 4889236 w 7428161"/>
                <a:gd name="connsiteY27" fmla="*/ 4493362 h 6017650"/>
                <a:gd name="connsiteX28" fmla="*/ 3550774 w 7428161"/>
                <a:gd name="connsiteY28" fmla="*/ 4493362 h 6017650"/>
                <a:gd name="connsiteX29" fmla="*/ 3550231 w 7428161"/>
                <a:gd name="connsiteY29" fmla="*/ 3995700 h 6017650"/>
                <a:gd name="connsiteX30" fmla="*/ 4889678 w 7428161"/>
                <a:gd name="connsiteY30" fmla="*/ 3995700 h 6017650"/>
                <a:gd name="connsiteX31" fmla="*/ 4889678 w 7428161"/>
                <a:gd name="connsiteY31" fmla="*/ 4155769 h 6017650"/>
                <a:gd name="connsiteX32" fmla="*/ 3550231 w 7428161"/>
                <a:gd name="connsiteY32" fmla="*/ 4155769 h 6017650"/>
                <a:gd name="connsiteX33" fmla="*/ 5912929 w 7428161"/>
                <a:gd name="connsiteY33" fmla="*/ 3906035 h 6017650"/>
                <a:gd name="connsiteX34" fmla="*/ 6268050 w 7428161"/>
                <a:gd name="connsiteY34" fmla="*/ 3907478 h 6017650"/>
                <a:gd name="connsiteX35" fmla="*/ 6316384 w 7428161"/>
                <a:gd name="connsiteY35" fmla="*/ 3939091 h 6017650"/>
                <a:gd name="connsiteX36" fmla="*/ 6664837 w 7428161"/>
                <a:gd name="connsiteY36" fmla="*/ 4284536 h 6017650"/>
                <a:gd name="connsiteX37" fmla="*/ 6705173 w 7428161"/>
                <a:gd name="connsiteY37" fmla="*/ 4326536 h 6017650"/>
                <a:gd name="connsiteX38" fmla="*/ 6840732 w 7428161"/>
                <a:gd name="connsiteY38" fmla="*/ 4650790 h 6017650"/>
                <a:gd name="connsiteX39" fmla="*/ 6837064 w 7428161"/>
                <a:gd name="connsiteY39" fmla="*/ 5305455 h 6017650"/>
                <a:gd name="connsiteX40" fmla="*/ 6877400 w 7428161"/>
                <a:gd name="connsiteY40" fmla="*/ 5365200 h 6017650"/>
                <a:gd name="connsiteX41" fmla="*/ 7084849 w 7428161"/>
                <a:gd name="connsiteY41" fmla="*/ 5745456 h 6017650"/>
                <a:gd name="connsiteX42" fmla="*/ 6740950 w 7428161"/>
                <a:gd name="connsiteY42" fmla="*/ 6017353 h 6017650"/>
                <a:gd name="connsiteX43" fmla="*/ 6417720 w 7428161"/>
                <a:gd name="connsiteY43" fmla="*/ 5720344 h 6017650"/>
                <a:gd name="connsiteX44" fmla="*/ 6612614 w 7428161"/>
                <a:gd name="connsiteY44" fmla="*/ 5372022 h 6017650"/>
                <a:gd name="connsiteX45" fmla="*/ 6666615 w 7428161"/>
                <a:gd name="connsiteY45" fmla="*/ 5349589 h 6017650"/>
                <a:gd name="connsiteX46" fmla="*/ 6669172 w 7428161"/>
                <a:gd name="connsiteY46" fmla="*/ 5307931 h 6017650"/>
                <a:gd name="connsiteX47" fmla="*/ 6667949 w 7428161"/>
                <a:gd name="connsiteY47" fmla="*/ 4575432 h 6017650"/>
                <a:gd name="connsiteX48" fmla="*/ 6638949 w 7428161"/>
                <a:gd name="connsiteY48" fmla="*/ 4503963 h 6017650"/>
                <a:gd name="connsiteX49" fmla="*/ 6385164 w 7428161"/>
                <a:gd name="connsiteY49" fmla="*/ 4250456 h 6017650"/>
                <a:gd name="connsiteX50" fmla="*/ 6230271 w 7428161"/>
                <a:gd name="connsiteY50" fmla="*/ 4095530 h 6017650"/>
                <a:gd name="connsiteX51" fmla="*/ 6171713 w 7428161"/>
                <a:gd name="connsiteY51" fmla="*/ 4075529 h 6017650"/>
                <a:gd name="connsiteX52" fmla="*/ 5912929 w 7428161"/>
                <a:gd name="connsiteY52" fmla="*/ 4074617 h 6017650"/>
                <a:gd name="connsiteX53" fmla="*/ 5912929 w 7428161"/>
                <a:gd name="connsiteY53" fmla="*/ 3906035 h 6017650"/>
                <a:gd name="connsiteX54" fmla="*/ 1351454 w 7428161"/>
                <a:gd name="connsiteY54" fmla="*/ 3905208 h 6017650"/>
                <a:gd name="connsiteX55" fmla="*/ 1515040 w 7428161"/>
                <a:gd name="connsiteY55" fmla="*/ 3905866 h 6017650"/>
                <a:gd name="connsiteX56" fmla="*/ 1515040 w 7428161"/>
                <a:gd name="connsiteY56" fmla="*/ 4074615 h 6017650"/>
                <a:gd name="connsiteX57" fmla="*/ 1268333 w 7428161"/>
                <a:gd name="connsiteY57" fmla="*/ 4073692 h 6017650"/>
                <a:gd name="connsiteX58" fmla="*/ 1177021 w 7428161"/>
                <a:gd name="connsiteY58" fmla="*/ 4112316 h 6017650"/>
                <a:gd name="connsiteX59" fmla="*/ 1047060 w 7428161"/>
                <a:gd name="connsiteY59" fmla="*/ 4245531 h 6017650"/>
                <a:gd name="connsiteX60" fmla="*/ 777808 w 7428161"/>
                <a:gd name="connsiteY60" fmla="*/ 4514026 h 6017650"/>
                <a:gd name="connsiteX61" fmla="*/ 759186 w 7428161"/>
                <a:gd name="connsiteY61" fmla="*/ 4562418 h 6017650"/>
                <a:gd name="connsiteX62" fmla="*/ 758385 w 7428161"/>
                <a:gd name="connsiteY62" fmla="*/ 5348815 h 6017650"/>
                <a:gd name="connsiteX63" fmla="*/ 986248 w 7428161"/>
                <a:gd name="connsiteY63" fmla="*/ 5550411 h 6017650"/>
                <a:gd name="connsiteX64" fmla="*/ 998604 w 7428161"/>
                <a:gd name="connsiteY64" fmla="*/ 5773038 h 6017650"/>
                <a:gd name="connsiteX65" fmla="*/ 660272 w 7428161"/>
                <a:gd name="connsiteY65" fmla="*/ 6017356 h 6017650"/>
                <a:gd name="connsiteX66" fmla="*/ 340095 w 7428161"/>
                <a:gd name="connsiteY66" fmla="*/ 5736381 h 6017650"/>
                <a:gd name="connsiteX67" fmla="*/ 589547 w 7428161"/>
                <a:gd name="connsiteY67" fmla="*/ 5346871 h 6017650"/>
                <a:gd name="connsiteX68" fmla="*/ 589547 w 7428161"/>
                <a:gd name="connsiteY68" fmla="*/ 5290604 h 6017650"/>
                <a:gd name="connsiteX69" fmla="*/ 591014 w 7428161"/>
                <a:gd name="connsiteY69" fmla="*/ 4508271 h 6017650"/>
                <a:gd name="connsiteX70" fmla="*/ 624261 w 7428161"/>
                <a:gd name="connsiteY70" fmla="*/ 4427525 h 6017650"/>
                <a:gd name="connsiteX71" fmla="*/ 757652 w 7428161"/>
                <a:gd name="connsiteY71" fmla="*/ 4289443 h 6017650"/>
                <a:gd name="connsiteX72" fmla="*/ 1110428 w 7428161"/>
                <a:gd name="connsiteY72" fmla="*/ 3941111 h 6017650"/>
                <a:gd name="connsiteX73" fmla="*/ 1190742 w 7428161"/>
                <a:gd name="connsiteY73" fmla="*/ 3907432 h 6017650"/>
                <a:gd name="connsiteX74" fmla="*/ 1351454 w 7428161"/>
                <a:gd name="connsiteY74" fmla="*/ 3905208 h 6017650"/>
                <a:gd name="connsiteX75" fmla="*/ 3546925 w 7428161"/>
                <a:gd name="connsiteY75" fmla="*/ 3654502 h 6017650"/>
                <a:gd name="connsiteX76" fmla="*/ 4890335 w 7428161"/>
                <a:gd name="connsiteY76" fmla="*/ 3654502 h 6017650"/>
                <a:gd name="connsiteX77" fmla="*/ 4890335 w 7428161"/>
                <a:gd name="connsiteY77" fmla="*/ 3819198 h 6017650"/>
                <a:gd name="connsiteX78" fmla="*/ 3546925 w 7428161"/>
                <a:gd name="connsiteY78" fmla="*/ 3819198 h 6017650"/>
                <a:gd name="connsiteX79" fmla="*/ 3550636 w 7428161"/>
                <a:gd name="connsiteY79" fmla="*/ 3314228 h 6017650"/>
                <a:gd name="connsiteX80" fmla="*/ 4889228 w 7428161"/>
                <a:gd name="connsiteY80" fmla="*/ 3314228 h 6017650"/>
                <a:gd name="connsiteX81" fmla="*/ 4889228 w 7428161"/>
                <a:gd name="connsiteY81" fmla="*/ 3473839 h 6017650"/>
                <a:gd name="connsiteX82" fmla="*/ 3550636 w 7428161"/>
                <a:gd name="connsiteY82" fmla="*/ 3473839 h 6017650"/>
                <a:gd name="connsiteX83" fmla="*/ 7110612 w 7428161"/>
                <a:gd name="connsiteY83" fmla="*/ 3146669 h 6017650"/>
                <a:gd name="connsiteX84" fmla="*/ 7067637 w 7428161"/>
                <a:gd name="connsiteY84" fmla="*/ 3146676 h 6017650"/>
                <a:gd name="connsiteX85" fmla="*/ 7010624 w 7428161"/>
                <a:gd name="connsiteY85" fmla="*/ 3166442 h 6017650"/>
                <a:gd name="connsiteX86" fmla="*/ 6932177 w 7428161"/>
                <a:gd name="connsiteY86" fmla="*/ 3366202 h 6017650"/>
                <a:gd name="connsiteX87" fmla="*/ 7156073 w 7428161"/>
                <a:gd name="connsiteY87" fmla="*/ 3469437 h 6017650"/>
                <a:gd name="connsiteX88" fmla="*/ 7231407 w 7428161"/>
                <a:gd name="connsiteY88" fmla="*/ 3220587 h 6017650"/>
                <a:gd name="connsiteX89" fmla="*/ 7110612 w 7428161"/>
                <a:gd name="connsiteY89" fmla="*/ 3146669 h 6017650"/>
                <a:gd name="connsiteX90" fmla="*/ 345506 w 7428161"/>
                <a:gd name="connsiteY90" fmla="*/ 3145555 h 6017650"/>
                <a:gd name="connsiteX91" fmla="*/ 171124 w 7428161"/>
                <a:gd name="connsiteY91" fmla="*/ 3276591 h 6017650"/>
                <a:gd name="connsiteX92" fmla="*/ 249482 w 7428161"/>
                <a:gd name="connsiteY92" fmla="*/ 3457708 h 6017650"/>
                <a:gd name="connsiteX93" fmla="*/ 427365 w 7428161"/>
                <a:gd name="connsiteY93" fmla="*/ 3454484 h 6017650"/>
                <a:gd name="connsiteX94" fmla="*/ 498588 w 7428161"/>
                <a:gd name="connsiteY94" fmla="*/ 3270646 h 6017650"/>
                <a:gd name="connsiteX95" fmla="*/ 345506 w 7428161"/>
                <a:gd name="connsiteY95" fmla="*/ 3145555 h 6017650"/>
                <a:gd name="connsiteX96" fmla="*/ 346241 w 7428161"/>
                <a:gd name="connsiteY96" fmla="*/ 2977054 h 6017650"/>
                <a:gd name="connsiteX97" fmla="*/ 649604 w 7428161"/>
                <a:gd name="connsiteY97" fmla="*/ 3189467 h 6017650"/>
                <a:gd name="connsiteX98" fmla="*/ 665971 w 7428161"/>
                <a:gd name="connsiteY98" fmla="*/ 3229524 h 6017650"/>
                <a:gd name="connsiteX99" fmla="*/ 1046906 w 7428161"/>
                <a:gd name="connsiteY99" fmla="*/ 3229524 h 6017650"/>
                <a:gd name="connsiteX100" fmla="*/ 1515653 w 7428161"/>
                <a:gd name="connsiteY100" fmla="*/ 3229524 h 6017650"/>
                <a:gd name="connsiteX101" fmla="*/ 1515653 w 7428161"/>
                <a:gd name="connsiteY101" fmla="*/ 3398105 h 6017650"/>
                <a:gd name="connsiteX102" fmla="*/ 1454951 w 7428161"/>
                <a:gd name="connsiteY102" fmla="*/ 3398105 h 6017650"/>
                <a:gd name="connsiteX103" fmla="*/ 728062 w 7428161"/>
                <a:gd name="connsiteY103" fmla="*/ 3397283 h 6017650"/>
                <a:gd name="connsiteX104" fmla="*/ 643048 w 7428161"/>
                <a:gd name="connsiteY104" fmla="*/ 3450817 h 6017650"/>
                <a:gd name="connsiteX105" fmla="*/ 298594 w 7428161"/>
                <a:gd name="connsiteY105" fmla="*/ 3650811 h 6017650"/>
                <a:gd name="connsiteX106" fmla="*/ 5974 w 7428161"/>
                <a:gd name="connsiteY106" fmla="*/ 3386215 h 6017650"/>
                <a:gd name="connsiteX107" fmla="*/ 206447 w 7428161"/>
                <a:gd name="connsiteY107" fmla="*/ 2999596 h 6017650"/>
                <a:gd name="connsiteX108" fmla="*/ 346241 w 7428161"/>
                <a:gd name="connsiteY108" fmla="*/ 2977054 h 6017650"/>
                <a:gd name="connsiteX109" fmla="*/ 7106402 w 7428161"/>
                <a:gd name="connsiteY109" fmla="*/ 2976160 h 6017650"/>
                <a:gd name="connsiteX110" fmla="*/ 7415967 w 7428161"/>
                <a:gd name="connsiteY110" fmla="*/ 3224932 h 6017650"/>
                <a:gd name="connsiteX111" fmla="*/ 7328077 w 7428161"/>
                <a:gd name="connsiteY111" fmla="*/ 3555473 h 6017650"/>
                <a:gd name="connsiteX112" fmla="*/ 6777172 w 7428161"/>
                <a:gd name="connsiteY112" fmla="*/ 3434382 h 6017650"/>
                <a:gd name="connsiteX113" fmla="*/ 6714613 w 7428161"/>
                <a:gd name="connsiteY113" fmla="*/ 3397725 h 6017650"/>
                <a:gd name="connsiteX114" fmla="*/ 5975927 w 7428161"/>
                <a:gd name="connsiteY114" fmla="*/ 3398103 h 6017650"/>
                <a:gd name="connsiteX115" fmla="*/ 5912035 w 7428161"/>
                <a:gd name="connsiteY115" fmla="*/ 3398103 h 6017650"/>
                <a:gd name="connsiteX116" fmla="*/ 5912035 w 7428161"/>
                <a:gd name="connsiteY116" fmla="*/ 3229521 h 6017650"/>
                <a:gd name="connsiteX117" fmla="*/ 5971927 w 7428161"/>
                <a:gd name="connsiteY117" fmla="*/ 3229521 h 6017650"/>
                <a:gd name="connsiteX118" fmla="*/ 6716059 w 7428161"/>
                <a:gd name="connsiteY118" fmla="*/ 3230487 h 6017650"/>
                <a:gd name="connsiteX119" fmla="*/ 6779172 w 7428161"/>
                <a:gd name="connsiteY119" fmla="*/ 3186964 h 6017650"/>
                <a:gd name="connsiteX120" fmla="*/ 7106402 w 7428161"/>
                <a:gd name="connsiteY120" fmla="*/ 2976160 h 6017650"/>
                <a:gd name="connsiteX121" fmla="*/ 3550858 w 7428161"/>
                <a:gd name="connsiteY121" fmla="*/ 2974061 h 6017650"/>
                <a:gd name="connsiteX122" fmla="*/ 4889114 w 7428161"/>
                <a:gd name="connsiteY122" fmla="*/ 2974061 h 6017650"/>
                <a:gd name="connsiteX123" fmla="*/ 4889114 w 7428161"/>
                <a:gd name="connsiteY123" fmla="*/ 3137711 h 6017650"/>
                <a:gd name="connsiteX124" fmla="*/ 3550858 w 7428161"/>
                <a:gd name="connsiteY124" fmla="*/ 3137711 h 6017650"/>
                <a:gd name="connsiteX125" fmla="*/ 3550270 w 7428161"/>
                <a:gd name="connsiteY125" fmla="*/ 2640117 h 6017650"/>
                <a:gd name="connsiteX126" fmla="*/ 4889671 w 7428161"/>
                <a:gd name="connsiteY126" fmla="*/ 2640117 h 6017650"/>
                <a:gd name="connsiteX127" fmla="*/ 4889671 w 7428161"/>
                <a:gd name="connsiteY127" fmla="*/ 2800132 h 6017650"/>
                <a:gd name="connsiteX128" fmla="*/ 3550270 w 7428161"/>
                <a:gd name="connsiteY128" fmla="*/ 2800132 h 6017650"/>
                <a:gd name="connsiteX129" fmla="*/ 3550827 w 7428161"/>
                <a:gd name="connsiteY129" fmla="*/ 2303096 h 6017650"/>
                <a:gd name="connsiteX130" fmla="*/ 4889121 w 7428161"/>
                <a:gd name="connsiteY130" fmla="*/ 2303096 h 6017650"/>
                <a:gd name="connsiteX131" fmla="*/ 4889121 w 7428161"/>
                <a:gd name="connsiteY131" fmla="*/ 2461967 h 6017650"/>
                <a:gd name="connsiteX132" fmla="*/ 3550827 w 7428161"/>
                <a:gd name="connsiteY132" fmla="*/ 2461967 h 6017650"/>
                <a:gd name="connsiteX133" fmla="*/ 6773288 w 7428161"/>
                <a:gd name="connsiteY133" fmla="*/ 783113 h 6017650"/>
                <a:gd name="connsiteX134" fmla="*/ 6674174 w 7428161"/>
                <a:gd name="connsiteY134" fmla="*/ 800920 h 6017650"/>
                <a:gd name="connsiteX135" fmla="*/ 6586061 w 7428161"/>
                <a:gd name="connsiteY135" fmla="*/ 961902 h 6017650"/>
                <a:gd name="connsiteX136" fmla="*/ 6702954 w 7428161"/>
                <a:gd name="connsiteY136" fmla="*/ 1108817 h 6017650"/>
                <a:gd name="connsiteX137" fmla="*/ 6900847 w 7428161"/>
                <a:gd name="connsiteY137" fmla="*/ 1031160 h 6017650"/>
                <a:gd name="connsiteX138" fmla="*/ 6865735 w 7428161"/>
                <a:gd name="connsiteY138" fmla="*/ 823699 h 6017650"/>
                <a:gd name="connsiteX139" fmla="*/ 6773288 w 7428161"/>
                <a:gd name="connsiteY139" fmla="*/ 783113 h 6017650"/>
                <a:gd name="connsiteX140" fmla="*/ 664042 w 7428161"/>
                <a:gd name="connsiteY140" fmla="*/ 781210 h 6017650"/>
                <a:gd name="connsiteX141" fmla="*/ 628194 w 7428161"/>
                <a:gd name="connsiteY141" fmla="*/ 786836 h 6017650"/>
                <a:gd name="connsiteX142" fmla="*/ 515213 w 7428161"/>
                <a:gd name="connsiteY142" fmla="*/ 1006653 h 6017650"/>
                <a:gd name="connsiteX143" fmla="*/ 684285 w 7428161"/>
                <a:gd name="connsiteY143" fmla="*/ 1116924 h 6017650"/>
                <a:gd name="connsiteX144" fmla="*/ 842101 w 7428161"/>
                <a:gd name="connsiteY144" fmla="*/ 955485 h 6017650"/>
                <a:gd name="connsiteX145" fmla="*/ 837666 w 7428161"/>
                <a:gd name="connsiteY145" fmla="*/ 917062 h 6017650"/>
                <a:gd name="connsiteX146" fmla="*/ 698801 w 7428161"/>
                <a:gd name="connsiteY146" fmla="*/ 782871 h 6017650"/>
                <a:gd name="connsiteX147" fmla="*/ 664042 w 7428161"/>
                <a:gd name="connsiteY147" fmla="*/ 781210 h 6017650"/>
                <a:gd name="connsiteX148" fmla="*/ 698206 w 7428161"/>
                <a:gd name="connsiteY148" fmla="*/ 613376 h 6017650"/>
                <a:gd name="connsiteX149" fmla="*/ 1003615 w 7428161"/>
                <a:gd name="connsiteY149" fmla="*/ 880328 h 6017650"/>
                <a:gd name="connsiteX150" fmla="*/ 770086 w 7428161"/>
                <a:gd name="connsiteY150" fmla="*/ 1274650 h 6017650"/>
                <a:gd name="connsiteX151" fmla="*/ 760375 w 7428161"/>
                <a:gd name="connsiteY151" fmla="*/ 1285394 h 6017650"/>
                <a:gd name="connsiteX152" fmla="*/ 759419 w 7428161"/>
                <a:gd name="connsiteY152" fmla="*/ 2068592 h 6017650"/>
                <a:gd name="connsiteX153" fmla="*/ 780365 w 7428161"/>
                <a:gd name="connsiteY153" fmla="*/ 2116181 h 6017650"/>
                <a:gd name="connsiteX154" fmla="*/ 1192731 w 7428161"/>
                <a:gd name="connsiteY154" fmla="*/ 2528726 h 6017650"/>
                <a:gd name="connsiteX155" fmla="*/ 1255923 w 7428161"/>
                <a:gd name="connsiteY155" fmla="*/ 2551794 h 6017650"/>
                <a:gd name="connsiteX156" fmla="*/ 1514063 w 7428161"/>
                <a:gd name="connsiteY156" fmla="*/ 2552849 h 6017650"/>
                <a:gd name="connsiteX157" fmla="*/ 1514063 w 7428161"/>
                <a:gd name="connsiteY157" fmla="*/ 2720954 h 6017650"/>
                <a:gd name="connsiteX158" fmla="*/ 1148474 w 7428161"/>
                <a:gd name="connsiteY158" fmla="*/ 2719832 h 6017650"/>
                <a:gd name="connsiteX159" fmla="*/ 1107985 w 7428161"/>
                <a:gd name="connsiteY159" fmla="*/ 2695208 h 6017650"/>
                <a:gd name="connsiteX160" fmla="*/ 617694 w 7428161"/>
                <a:gd name="connsiteY160" fmla="*/ 2203540 h 6017650"/>
                <a:gd name="connsiteX161" fmla="*/ 590559 w 7428161"/>
                <a:gd name="connsiteY161" fmla="*/ 2125415 h 6017650"/>
                <a:gd name="connsiteX162" fmla="*/ 589427 w 7428161"/>
                <a:gd name="connsiteY162" fmla="*/ 1342095 h 6017650"/>
                <a:gd name="connsiteX163" fmla="*/ 589427 w 7428161"/>
                <a:gd name="connsiteY163" fmla="*/ 1282727 h 6017650"/>
                <a:gd name="connsiteX164" fmla="*/ 366843 w 7428161"/>
                <a:gd name="connsiteY164" fmla="*/ 796870 h 6017650"/>
                <a:gd name="connsiteX165" fmla="*/ 698206 w 7428161"/>
                <a:gd name="connsiteY165" fmla="*/ 613376 h 6017650"/>
                <a:gd name="connsiteX166" fmla="*/ 6739046 w 7428161"/>
                <a:gd name="connsiteY166" fmla="*/ 610445 h 6017650"/>
                <a:gd name="connsiteX167" fmla="*/ 6832623 w 7428161"/>
                <a:gd name="connsiteY167" fmla="*/ 621949 h 6017650"/>
                <a:gd name="connsiteX168" fmla="*/ 7079519 w 7428161"/>
                <a:gd name="connsiteY168" fmla="*/ 864277 h 6017650"/>
                <a:gd name="connsiteX169" fmla="*/ 6837846 w 7428161"/>
                <a:gd name="connsiteY169" fmla="*/ 1280910 h 6017650"/>
                <a:gd name="connsiteX170" fmla="*/ 6837734 w 7428161"/>
                <a:gd name="connsiteY170" fmla="*/ 1839769 h 6017650"/>
                <a:gd name="connsiteX171" fmla="*/ 6826845 w 7428161"/>
                <a:gd name="connsiteY171" fmla="*/ 2163612 h 6017650"/>
                <a:gd name="connsiteX172" fmla="*/ 6608729 w 7428161"/>
                <a:gd name="connsiteY172" fmla="*/ 2395362 h 6017650"/>
                <a:gd name="connsiteX173" fmla="*/ 6310164 w 7428161"/>
                <a:gd name="connsiteY173" fmla="*/ 2693437 h 6017650"/>
                <a:gd name="connsiteX174" fmla="*/ 6265608 w 7428161"/>
                <a:gd name="connsiteY174" fmla="*/ 2720814 h 6017650"/>
                <a:gd name="connsiteX175" fmla="*/ 5909486 w 7428161"/>
                <a:gd name="connsiteY175" fmla="*/ 2722071 h 6017650"/>
                <a:gd name="connsiteX176" fmla="*/ 5909486 w 7428161"/>
                <a:gd name="connsiteY176" fmla="*/ 2597835 h 6017650"/>
                <a:gd name="connsiteX177" fmla="*/ 5950709 w 7428161"/>
                <a:gd name="connsiteY177" fmla="*/ 2552266 h 6017650"/>
                <a:gd name="connsiteX178" fmla="*/ 6172604 w 7428161"/>
                <a:gd name="connsiteY178" fmla="*/ 2551555 h 6017650"/>
                <a:gd name="connsiteX179" fmla="*/ 6239385 w 7428161"/>
                <a:gd name="connsiteY179" fmla="*/ 2523932 h 6017650"/>
                <a:gd name="connsiteX180" fmla="*/ 6635729 w 7428161"/>
                <a:gd name="connsiteY180" fmla="*/ 2127478 h 6017650"/>
                <a:gd name="connsiteX181" fmla="*/ 6658062 w 7428161"/>
                <a:gd name="connsiteY181" fmla="*/ 2081564 h 6017650"/>
                <a:gd name="connsiteX182" fmla="*/ 6670284 w 7428161"/>
                <a:gd name="connsiteY182" fmla="*/ 1340124 h 6017650"/>
                <a:gd name="connsiteX183" fmla="*/ 6621950 w 7428161"/>
                <a:gd name="connsiteY183" fmla="*/ 1263800 h 6017650"/>
                <a:gd name="connsiteX184" fmla="*/ 6497835 w 7428161"/>
                <a:gd name="connsiteY184" fmla="*/ 720618 h 6017650"/>
                <a:gd name="connsiteX185" fmla="*/ 6739046 w 7428161"/>
                <a:gd name="connsiteY185" fmla="*/ 610445 h 6017650"/>
                <a:gd name="connsiteX186" fmla="*/ 1620947 w 7428161"/>
                <a:gd name="connsiteY186" fmla="*/ 0 h 6017650"/>
                <a:gd name="connsiteX187" fmla="*/ 2120281 w 7428161"/>
                <a:gd name="connsiteY187" fmla="*/ 0 h 6017650"/>
                <a:gd name="connsiteX188" fmla="*/ 2120281 w 7428161"/>
                <a:gd name="connsiteY188" fmla="*/ 499503 h 6017650"/>
                <a:gd name="connsiteX189" fmla="*/ 1620947 w 7428161"/>
                <a:gd name="connsiteY189" fmla="*/ 499503 h 601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7428161" h="6017650">
                  <a:moveTo>
                    <a:pt x="6762132" y="5511607"/>
                  </a:moveTo>
                  <a:cubicBezTo>
                    <a:pt x="6728312" y="5510574"/>
                    <a:pt x="6692895" y="5520844"/>
                    <a:pt x="6655394" y="5542328"/>
                  </a:cubicBezTo>
                  <a:cubicBezTo>
                    <a:pt x="6587614" y="5603474"/>
                    <a:pt x="6568502" y="5672565"/>
                    <a:pt x="6599614" y="5744945"/>
                  </a:cubicBezTo>
                  <a:cubicBezTo>
                    <a:pt x="6628502" y="5812403"/>
                    <a:pt x="6697172" y="5853515"/>
                    <a:pt x="6768286" y="5846069"/>
                  </a:cubicBezTo>
                  <a:cubicBezTo>
                    <a:pt x="6838842" y="5838680"/>
                    <a:pt x="6894067" y="5793935"/>
                    <a:pt x="6914177" y="5727866"/>
                  </a:cubicBezTo>
                  <a:cubicBezTo>
                    <a:pt x="6934400" y="5661642"/>
                    <a:pt x="6914177" y="5590618"/>
                    <a:pt x="6859287" y="5548706"/>
                  </a:cubicBezTo>
                  <a:cubicBezTo>
                    <a:pt x="6828175" y="5524978"/>
                    <a:pt x="6795952" y="5512641"/>
                    <a:pt x="6762132" y="5511607"/>
                  </a:cubicBezTo>
                  <a:close/>
                  <a:moveTo>
                    <a:pt x="670753" y="5511386"/>
                  </a:moveTo>
                  <a:cubicBezTo>
                    <a:pt x="640576" y="5511976"/>
                    <a:pt x="609767" y="5520657"/>
                    <a:pt x="581425" y="5538755"/>
                  </a:cubicBezTo>
                  <a:cubicBezTo>
                    <a:pt x="516156" y="5580433"/>
                    <a:pt x="489690" y="5659914"/>
                    <a:pt x="514322" y="5733104"/>
                  </a:cubicBezTo>
                  <a:cubicBezTo>
                    <a:pt x="537845" y="5803006"/>
                    <a:pt x="608015" y="5851086"/>
                    <a:pt x="680806" y="5847196"/>
                  </a:cubicBezTo>
                  <a:cubicBezTo>
                    <a:pt x="763608" y="5842764"/>
                    <a:pt x="821621" y="5788206"/>
                    <a:pt x="841710" y="5688703"/>
                  </a:cubicBezTo>
                  <a:cubicBezTo>
                    <a:pt x="846143" y="5580659"/>
                    <a:pt x="761287" y="5509615"/>
                    <a:pt x="670753" y="5511386"/>
                  </a:cubicBezTo>
                  <a:close/>
                  <a:moveTo>
                    <a:pt x="2538665" y="5344838"/>
                  </a:moveTo>
                  <a:lnTo>
                    <a:pt x="2865576" y="5344838"/>
                  </a:lnTo>
                  <a:lnTo>
                    <a:pt x="2865576" y="5509305"/>
                  </a:lnTo>
                  <a:lnTo>
                    <a:pt x="2538665" y="5509305"/>
                  </a:lnTo>
                  <a:close/>
                  <a:moveTo>
                    <a:pt x="3042581" y="5343784"/>
                  </a:moveTo>
                  <a:lnTo>
                    <a:pt x="3382588" y="5343784"/>
                  </a:lnTo>
                  <a:lnTo>
                    <a:pt x="3382588" y="5509320"/>
                  </a:lnTo>
                  <a:lnTo>
                    <a:pt x="3042581" y="5509320"/>
                  </a:lnTo>
                  <a:close/>
                  <a:moveTo>
                    <a:pt x="4558667" y="5177744"/>
                  </a:moveTo>
                  <a:lnTo>
                    <a:pt x="4889564" y="5177744"/>
                  </a:lnTo>
                  <a:lnTo>
                    <a:pt x="4889564" y="5515582"/>
                  </a:lnTo>
                  <a:lnTo>
                    <a:pt x="4558667" y="5515582"/>
                  </a:lnTo>
                  <a:close/>
                  <a:moveTo>
                    <a:pt x="3550774" y="4329590"/>
                  </a:moveTo>
                  <a:lnTo>
                    <a:pt x="4889236" y="4329590"/>
                  </a:lnTo>
                  <a:lnTo>
                    <a:pt x="4889236" y="4493362"/>
                  </a:lnTo>
                  <a:lnTo>
                    <a:pt x="3550774" y="4493362"/>
                  </a:lnTo>
                  <a:close/>
                  <a:moveTo>
                    <a:pt x="3550231" y="3995700"/>
                  </a:moveTo>
                  <a:lnTo>
                    <a:pt x="4889678" y="3995700"/>
                  </a:lnTo>
                  <a:lnTo>
                    <a:pt x="4889678" y="4155769"/>
                  </a:lnTo>
                  <a:lnTo>
                    <a:pt x="3550231" y="4155769"/>
                  </a:lnTo>
                  <a:close/>
                  <a:moveTo>
                    <a:pt x="5912929" y="3906035"/>
                  </a:moveTo>
                  <a:cubicBezTo>
                    <a:pt x="6032266" y="3906035"/>
                    <a:pt x="6150157" y="3904768"/>
                    <a:pt x="6268050" y="3907478"/>
                  </a:cubicBezTo>
                  <a:cubicBezTo>
                    <a:pt x="6284495" y="3907869"/>
                    <a:pt x="6302717" y="3925601"/>
                    <a:pt x="6316384" y="3939091"/>
                  </a:cubicBezTo>
                  <a:cubicBezTo>
                    <a:pt x="6431832" y="4053261"/>
                    <a:pt x="6546500" y="4168309"/>
                    <a:pt x="6664837" y="4284536"/>
                  </a:cubicBezTo>
                  <a:cubicBezTo>
                    <a:pt x="6680393" y="4299669"/>
                    <a:pt x="6690506" y="4316359"/>
                    <a:pt x="6705173" y="4326536"/>
                  </a:cubicBezTo>
                  <a:cubicBezTo>
                    <a:pt x="6819730" y="4406162"/>
                    <a:pt x="6847621" y="4514508"/>
                    <a:pt x="6840732" y="4650790"/>
                  </a:cubicBezTo>
                  <a:cubicBezTo>
                    <a:pt x="6829620" y="4868497"/>
                    <a:pt x="6838398" y="5087181"/>
                    <a:pt x="6837064" y="5305455"/>
                  </a:cubicBezTo>
                  <a:cubicBezTo>
                    <a:pt x="6836842" y="5337888"/>
                    <a:pt x="6846508" y="5352578"/>
                    <a:pt x="6877400" y="5365200"/>
                  </a:cubicBezTo>
                  <a:cubicBezTo>
                    <a:pt x="7033626" y="5429058"/>
                    <a:pt x="7119072" y="5588429"/>
                    <a:pt x="7084849" y="5745456"/>
                  </a:cubicBezTo>
                  <a:cubicBezTo>
                    <a:pt x="7048960" y="5910250"/>
                    <a:pt x="6904954" y="6024075"/>
                    <a:pt x="6740950" y="6017353"/>
                  </a:cubicBezTo>
                  <a:cubicBezTo>
                    <a:pt x="6575946" y="6010585"/>
                    <a:pt x="6442943" y="5888316"/>
                    <a:pt x="6417720" y="5720344"/>
                  </a:cubicBezTo>
                  <a:cubicBezTo>
                    <a:pt x="6396718" y="5580529"/>
                    <a:pt x="6478832" y="5433558"/>
                    <a:pt x="6612614" y="5372022"/>
                  </a:cubicBezTo>
                  <a:cubicBezTo>
                    <a:pt x="6629281" y="5364323"/>
                    <a:pt x="6646615" y="5357866"/>
                    <a:pt x="6666615" y="5349589"/>
                  </a:cubicBezTo>
                  <a:cubicBezTo>
                    <a:pt x="6667504" y="5336355"/>
                    <a:pt x="6669172" y="5322143"/>
                    <a:pt x="6669172" y="5307931"/>
                  </a:cubicBezTo>
                  <a:cubicBezTo>
                    <a:pt x="6669282" y="5063758"/>
                    <a:pt x="6670059" y="4819584"/>
                    <a:pt x="6667949" y="4575432"/>
                  </a:cubicBezTo>
                  <a:cubicBezTo>
                    <a:pt x="6667838" y="4551211"/>
                    <a:pt x="6655726" y="4521509"/>
                    <a:pt x="6638949" y="4503963"/>
                  </a:cubicBezTo>
                  <a:cubicBezTo>
                    <a:pt x="6557391" y="4418216"/>
                    <a:pt x="6472388" y="4335736"/>
                    <a:pt x="6385164" y="4250456"/>
                  </a:cubicBezTo>
                  <a:cubicBezTo>
                    <a:pt x="6331607" y="4197387"/>
                    <a:pt x="6282715" y="4144553"/>
                    <a:pt x="6230271" y="4095530"/>
                  </a:cubicBezTo>
                  <a:cubicBezTo>
                    <a:pt x="6216381" y="4082540"/>
                    <a:pt x="6191713" y="4076040"/>
                    <a:pt x="6171713" y="4075529"/>
                  </a:cubicBezTo>
                  <a:cubicBezTo>
                    <a:pt x="6087044" y="4073385"/>
                    <a:pt x="6002153" y="4074617"/>
                    <a:pt x="5912929" y="4074617"/>
                  </a:cubicBezTo>
                  <a:cubicBezTo>
                    <a:pt x="5912929" y="4018271"/>
                    <a:pt x="5912929" y="3964369"/>
                    <a:pt x="5912929" y="3906035"/>
                  </a:cubicBezTo>
                  <a:close/>
                  <a:moveTo>
                    <a:pt x="1351454" y="3905208"/>
                  </a:moveTo>
                  <a:cubicBezTo>
                    <a:pt x="1405362" y="3905297"/>
                    <a:pt x="1459750" y="3905866"/>
                    <a:pt x="1515040" y="3905866"/>
                  </a:cubicBezTo>
                  <a:cubicBezTo>
                    <a:pt x="1515040" y="3962157"/>
                    <a:pt x="1515040" y="4014692"/>
                    <a:pt x="1515040" y="4074615"/>
                  </a:cubicBezTo>
                  <a:cubicBezTo>
                    <a:pt x="1432728" y="4074615"/>
                    <a:pt x="1350437" y="4076704"/>
                    <a:pt x="1268333" y="4073692"/>
                  </a:cubicBezTo>
                  <a:cubicBezTo>
                    <a:pt x="1229688" y="4072282"/>
                    <a:pt x="1202610" y="4084149"/>
                    <a:pt x="1177021" y="4112316"/>
                  </a:cubicBezTo>
                  <a:cubicBezTo>
                    <a:pt x="1136107" y="4157350"/>
                    <a:pt x="1091595" y="4199129"/>
                    <a:pt x="1047060" y="4245531"/>
                  </a:cubicBezTo>
                  <a:cubicBezTo>
                    <a:pt x="956048" y="4336977"/>
                    <a:pt x="866033" y="4424624"/>
                    <a:pt x="777808" y="4514026"/>
                  </a:cubicBezTo>
                  <a:cubicBezTo>
                    <a:pt x="766553" y="4525439"/>
                    <a:pt x="759253" y="4546039"/>
                    <a:pt x="759186" y="4562418"/>
                  </a:cubicBezTo>
                  <a:cubicBezTo>
                    <a:pt x="758040" y="4823125"/>
                    <a:pt x="758385" y="5083842"/>
                    <a:pt x="758385" y="5348815"/>
                  </a:cubicBezTo>
                  <a:cubicBezTo>
                    <a:pt x="863034" y="5383094"/>
                    <a:pt x="943369" y="5446630"/>
                    <a:pt x="986248" y="5550411"/>
                  </a:cubicBezTo>
                  <a:cubicBezTo>
                    <a:pt x="1016193" y="5622868"/>
                    <a:pt x="1020260" y="5697458"/>
                    <a:pt x="998604" y="5773038"/>
                  </a:cubicBezTo>
                  <a:cubicBezTo>
                    <a:pt x="956303" y="5920687"/>
                    <a:pt x="813243" y="6023901"/>
                    <a:pt x="660272" y="6017356"/>
                  </a:cubicBezTo>
                  <a:cubicBezTo>
                    <a:pt x="501322" y="6010567"/>
                    <a:pt x="370563" y="5895808"/>
                    <a:pt x="340095" y="5736381"/>
                  </a:cubicBezTo>
                  <a:cubicBezTo>
                    <a:pt x="308727" y="5572223"/>
                    <a:pt x="396942" y="5431984"/>
                    <a:pt x="589547" y="5346871"/>
                  </a:cubicBezTo>
                  <a:cubicBezTo>
                    <a:pt x="589547" y="5329983"/>
                    <a:pt x="589547" y="5310293"/>
                    <a:pt x="589547" y="5290604"/>
                  </a:cubicBezTo>
                  <a:cubicBezTo>
                    <a:pt x="589547" y="5029830"/>
                    <a:pt x="588559" y="4769034"/>
                    <a:pt x="591014" y="4508271"/>
                  </a:cubicBezTo>
                  <a:cubicBezTo>
                    <a:pt x="591282" y="4480926"/>
                    <a:pt x="606125" y="4448847"/>
                    <a:pt x="624261" y="4427525"/>
                  </a:cubicBezTo>
                  <a:cubicBezTo>
                    <a:pt x="664872" y="4379779"/>
                    <a:pt x="711818" y="4337434"/>
                    <a:pt x="757652" y="4289443"/>
                  </a:cubicBezTo>
                  <a:cubicBezTo>
                    <a:pt x="875877" y="4170673"/>
                    <a:pt x="991604" y="4054269"/>
                    <a:pt x="1110428" y="3941111"/>
                  </a:cubicBezTo>
                  <a:cubicBezTo>
                    <a:pt x="1130319" y="3922155"/>
                    <a:pt x="1163275" y="3908421"/>
                    <a:pt x="1190742" y="3907432"/>
                  </a:cubicBezTo>
                  <a:cubicBezTo>
                    <a:pt x="1244117" y="3905510"/>
                    <a:pt x="1297546" y="3905119"/>
                    <a:pt x="1351454" y="3905208"/>
                  </a:cubicBezTo>
                  <a:close/>
                  <a:moveTo>
                    <a:pt x="3546925" y="3654502"/>
                  </a:moveTo>
                  <a:lnTo>
                    <a:pt x="4890335" y="3654502"/>
                  </a:lnTo>
                  <a:lnTo>
                    <a:pt x="4890335" y="3819198"/>
                  </a:lnTo>
                  <a:lnTo>
                    <a:pt x="3546925" y="3819198"/>
                  </a:lnTo>
                  <a:close/>
                  <a:moveTo>
                    <a:pt x="3550636" y="3314228"/>
                  </a:moveTo>
                  <a:lnTo>
                    <a:pt x="4889228" y="3314228"/>
                  </a:lnTo>
                  <a:lnTo>
                    <a:pt x="4889228" y="3473839"/>
                  </a:lnTo>
                  <a:lnTo>
                    <a:pt x="3550636" y="3473839"/>
                  </a:lnTo>
                  <a:close/>
                  <a:moveTo>
                    <a:pt x="7110612" y="3146669"/>
                  </a:moveTo>
                  <a:cubicBezTo>
                    <a:pt x="7096368" y="3144582"/>
                    <a:pt x="7081995" y="3144573"/>
                    <a:pt x="7067637" y="3146676"/>
                  </a:cubicBezTo>
                  <a:cubicBezTo>
                    <a:pt x="7048493" y="3149481"/>
                    <a:pt x="7029374" y="3156042"/>
                    <a:pt x="7010624" y="3166442"/>
                  </a:cubicBezTo>
                  <a:cubicBezTo>
                    <a:pt x="6939955" y="3205598"/>
                    <a:pt x="6906621" y="3290401"/>
                    <a:pt x="6932177" y="3366202"/>
                  </a:cubicBezTo>
                  <a:cubicBezTo>
                    <a:pt x="6963844" y="3460170"/>
                    <a:pt x="7065514" y="3507083"/>
                    <a:pt x="7156073" y="3469437"/>
                  </a:cubicBezTo>
                  <a:cubicBezTo>
                    <a:pt x="7249852" y="3430458"/>
                    <a:pt x="7283076" y="3329690"/>
                    <a:pt x="7231407" y="3220587"/>
                  </a:cubicBezTo>
                  <a:cubicBezTo>
                    <a:pt x="7194906" y="3177886"/>
                    <a:pt x="7153342" y="3152929"/>
                    <a:pt x="7110612" y="3146669"/>
                  </a:cubicBezTo>
                  <a:close/>
                  <a:moveTo>
                    <a:pt x="345506" y="3145555"/>
                  </a:moveTo>
                  <a:cubicBezTo>
                    <a:pt x="270505" y="3139921"/>
                    <a:pt x="208281" y="3184245"/>
                    <a:pt x="171124" y="3276591"/>
                  </a:cubicBezTo>
                  <a:cubicBezTo>
                    <a:pt x="158823" y="3353593"/>
                    <a:pt x="182602" y="3416438"/>
                    <a:pt x="249482" y="3457708"/>
                  </a:cubicBezTo>
                  <a:cubicBezTo>
                    <a:pt x="308006" y="3493819"/>
                    <a:pt x="369185" y="3491873"/>
                    <a:pt x="427365" y="3454484"/>
                  </a:cubicBezTo>
                  <a:cubicBezTo>
                    <a:pt x="488877" y="3414951"/>
                    <a:pt x="517378" y="3339493"/>
                    <a:pt x="498588" y="3270646"/>
                  </a:cubicBezTo>
                  <a:cubicBezTo>
                    <a:pt x="479755" y="3201600"/>
                    <a:pt x="417820" y="3150988"/>
                    <a:pt x="345506" y="3145555"/>
                  </a:cubicBezTo>
                  <a:close/>
                  <a:moveTo>
                    <a:pt x="346241" y="2977054"/>
                  </a:moveTo>
                  <a:cubicBezTo>
                    <a:pt x="480372" y="2980060"/>
                    <a:pt x="593511" y="3057497"/>
                    <a:pt x="649604" y="3189467"/>
                  </a:cubicBezTo>
                  <a:cubicBezTo>
                    <a:pt x="654604" y="3201212"/>
                    <a:pt x="659272" y="3213089"/>
                    <a:pt x="665971" y="3229524"/>
                  </a:cubicBezTo>
                  <a:cubicBezTo>
                    <a:pt x="790408" y="3229524"/>
                    <a:pt x="915878" y="3229524"/>
                    <a:pt x="1046906" y="3229524"/>
                  </a:cubicBezTo>
                  <a:cubicBezTo>
                    <a:pt x="1205820" y="3229524"/>
                    <a:pt x="1359181" y="3229524"/>
                    <a:pt x="1515653" y="3229524"/>
                  </a:cubicBezTo>
                  <a:cubicBezTo>
                    <a:pt x="1515653" y="3285936"/>
                    <a:pt x="1515653" y="3338804"/>
                    <a:pt x="1515653" y="3398105"/>
                  </a:cubicBezTo>
                  <a:cubicBezTo>
                    <a:pt x="1494352" y="3398105"/>
                    <a:pt x="1474651" y="3398105"/>
                    <a:pt x="1454951" y="3398105"/>
                  </a:cubicBezTo>
                  <a:cubicBezTo>
                    <a:pt x="1212655" y="3398105"/>
                    <a:pt x="970347" y="3398984"/>
                    <a:pt x="728062" y="3397283"/>
                  </a:cubicBezTo>
                  <a:cubicBezTo>
                    <a:pt x="684939" y="3396984"/>
                    <a:pt x="661582" y="3405084"/>
                    <a:pt x="643048" y="3450817"/>
                  </a:cubicBezTo>
                  <a:cubicBezTo>
                    <a:pt x="587759" y="3587277"/>
                    <a:pt x="443721" y="3666857"/>
                    <a:pt x="298594" y="3650811"/>
                  </a:cubicBezTo>
                  <a:cubicBezTo>
                    <a:pt x="156112" y="3635056"/>
                    <a:pt x="27597" y="3524185"/>
                    <a:pt x="5974" y="3386215"/>
                  </a:cubicBezTo>
                  <a:cubicBezTo>
                    <a:pt x="-22693" y="3203345"/>
                    <a:pt x="53053" y="3051553"/>
                    <a:pt x="206447" y="2999596"/>
                  </a:cubicBezTo>
                  <a:cubicBezTo>
                    <a:pt x="254487" y="2983320"/>
                    <a:pt x="301531" y="2976052"/>
                    <a:pt x="346241" y="2977054"/>
                  </a:cubicBezTo>
                  <a:close/>
                  <a:moveTo>
                    <a:pt x="7106402" y="2976160"/>
                  </a:moveTo>
                  <a:cubicBezTo>
                    <a:pt x="7252297" y="2981537"/>
                    <a:pt x="7381634" y="3083373"/>
                    <a:pt x="7415967" y="3224932"/>
                  </a:cubicBezTo>
                  <a:cubicBezTo>
                    <a:pt x="7445636" y="3346934"/>
                    <a:pt x="7422968" y="3459971"/>
                    <a:pt x="7328077" y="3555473"/>
                  </a:cubicBezTo>
                  <a:cubicBezTo>
                    <a:pt x="7134738" y="3723221"/>
                    <a:pt x="6872508" y="3665053"/>
                    <a:pt x="6777172" y="3434382"/>
                  </a:cubicBezTo>
                  <a:cubicBezTo>
                    <a:pt x="6763059" y="3400281"/>
                    <a:pt x="6744059" y="3397648"/>
                    <a:pt x="6714613" y="3397725"/>
                  </a:cubicBezTo>
                  <a:cubicBezTo>
                    <a:pt x="6468386" y="3398391"/>
                    <a:pt x="6222156" y="3398103"/>
                    <a:pt x="5975927" y="3398103"/>
                  </a:cubicBezTo>
                  <a:cubicBezTo>
                    <a:pt x="5955814" y="3398103"/>
                    <a:pt x="5935591" y="3398103"/>
                    <a:pt x="5912035" y="3398103"/>
                  </a:cubicBezTo>
                  <a:cubicBezTo>
                    <a:pt x="5912035" y="3341646"/>
                    <a:pt x="5912035" y="3288867"/>
                    <a:pt x="5912035" y="3229521"/>
                  </a:cubicBezTo>
                  <a:cubicBezTo>
                    <a:pt x="5932591" y="3229521"/>
                    <a:pt x="5952259" y="3229521"/>
                    <a:pt x="5971927" y="3229521"/>
                  </a:cubicBezTo>
                  <a:cubicBezTo>
                    <a:pt x="6219934" y="3229521"/>
                    <a:pt x="6468051" y="3228655"/>
                    <a:pt x="6716059" y="3230487"/>
                  </a:cubicBezTo>
                  <a:cubicBezTo>
                    <a:pt x="6751615" y="3230753"/>
                    <a:pt x="6768282" y="3220377"/>
                    <a:pt x="6779172" y="3186964"/>
                  </a:cubicBezTo>
                  <a:cubicBezTo>
                    <a:pt x="6829173" y="3034317"/>
                    <a:pt x="6969067" y="2971082"/>
                    <a:pt x="7106402" y="2976160"/>
                  </a:cubicBezTo>
                  <a:close/>
                  <a:moveTo>
                    <a:pt x="3550858" y="2974061"/>
                  </a:moveTo>
                  <a:lnTo>
                    <a:pt x="4889114" y="2974061"/>
                  </a:lnTo>
                  <a:lnTo>
                    <a:pt x="4889114" y="3137711"/>
                  </a:lnTo>
                  <a:lnTo>
                    <a:pt x="3550858" y="3137711"/>
                  </a:lnTo>
                  <a:close/>
                  <a:moveTo>
                    <a:pt x="3550270" y="2640117"/>
                  </a:moveTo>
                  <a:lnTo>
                    <a:pt x="4889671" y="2640117"/>
                  </a:lnTo>
                  <a:lnTo>
                    <a:pt x="4889671" y="2800132"/>
                  </a:lnTo>
                  <a:lnTo>
                    <a:pt x="3550270" y="2800132"/>
                  </a:lnTo>
                  <a:close/>
                  <a:moveTo>
                    <a:pt x="3550827" y="2303096"/>
                  </a:moveTo>
                  <a:lnTo>
                    <a:pt x="4889121" y="2303096"/>
                  </a:lnTo>
                  <a:lnTo>
                    <a:pt x="4889121" y="2461967"/>
                  </a:lnTo>
                  <a:lnTo>
                    <a:pt x="3550827" y="2461967"/>
                  </a:lnTo>
                  <a:close/>
                  <a:moveTo>
                    <a:pt x="6773288" y="783113"/>
                  </a:moveTo>
                  <a:cubicBezTo>
                    <a:pt x="6739232" y="779061"/>
                    <a:pt x="6704064" y="784742"/>
                    <a:pt x="6674174" y="800920"/>
                  </a:cubicBezTo>
                  <a:cubicBezTo>
                    <a:pt x="6615728" y="832609"/>
                    <a:pt x="6580060" y="897655"/>
                    <a:pt x="6586061" y="961902"/>
                  </a:cubicBezTo>
                  <a:cubicBezTo>
                    <a:pt x="6592616" y="1032170"/>
                    <a:pt x="6637951" y="1089216"/>
                    <a:pt x="6702954" y="1108817"/>
                  </a:cubicBezTo>
                  <a:cubicBezTo>
                    <a:pt x="6778399" y="1131584"/>
                    <a:pt x="6840179" y="1109040"/>
                    <a:pt x="6900847" y="1031160"/>
                  </a:cubicBezTo>
                  <a:cubicBezTo>
                    <a:pt x="6935515" y="947457"/>
                    <a:pt x="6923292" y="875189"/>
                    <a:pt x="6865735" y="823699"/>
                  </a:cubicBezTo>
                  <a:cubicBezTo>
                    <a:pt x="6840290" y="800948"/>
                    <a:pt x="6807345" y="787165"/>
                    <a:pt x="6773288" y="783113"/>
                  </a:cubicBezTo>
                  <a:close/>
                  <a:moveTo>
                    <a:pt x="664042" y="781210"/>
                  </a:moveTo>
                  <a:cubicBezTo>
                    <a:pt x="652227" y="781842"/>
                    <a:pt x="640232" y="783689"/>
                    <a:pt x="628194" y="786836"/>
                  </a:cubicBezTo>
                  <a:cubicBezTo>
                    <a:pt x="536092" y="810916"/>
                    <a:pt x="482390" y="915396"/>
                    <a:pt x="515213" y="1006653"/>
                  </a:cubicBezTo>
                  <a:cubicBezTo>
                    <a:pt x="539980" y="1075511"/>
                    <a:pt x="611249" y="1121990"/>
                    <a:pt x="684285" y="1116924"/>
                  </a:cubicBezTo>
                  <a:cubicBezTo>
                    <a:pt x="767176" y="1111167"/>
                    <a:pt x="822887" y="1056811"/>
                    <a:pt x="842101" y="955485"/>
                  </a:cubicBezTo>
                  <a:cubicBezTo>
                    <a:pt x="840667" y="942664"/>
                    <a:pt x="840188" y="929662"/>
                    <a:pt x="837666" y="917062"/>
                  </a:cubicBezTo>
                  <a:cubicBezTo>
                    <a:pt x="822999" y="844043"/>
                    <a:pt x="766674" y="793138"/>
                    <a:pt x="698801" y="782871"/>
                  </a:cubicBezTo>
                  <a:cubicBezTo>
                    <a:pt x="687489" y="781160"/>
                    <a:pt x="675856" y="780577"/>
                    <a:pt x="664042" y="781210"/>
                  </a:cubicBezTo>
                  <a:close/>
                  <a:moveTo>
                    <a:pt x="698206" y="613376"/>
                  </a:moveTo>
                  <a:cubicBezTo>
                    <a:pt x="859800" y="629488"/>
                    <a:pt x="976726" y="743969"/>
                    <a:pt x="1003615" y="880328"/>
                  </a:cubicBezTo>
                  <a:cubicBezTo>
                    <a:pt x="1037184" y="1050521"/>
                    <a:pt x="938491" y="1216015"/>
                    <a:pt x="770086" y="1274650"/>
                  </a:cubicBezTo>
                  <a:cubicBezTo>
                    <a:pt x="759375" y="1278073"/>
                    <a:pt x="758343" y="1281227"/>
                    <a:pt x="760375" y="1285394"/>
                  </a:cubicBezTo>
                  <a:cubicBezTo>
                    <a:pt x="759753" y="1546458"/>
                    <a:pt x="758752" y="1807530"/>
                    <a:pt x="759419" y="2068592"/>
                  </a:cubicBezTo>
                  <a:cubicBezTo>
                    <a:pt x="759465" y="2084661"/>
                    <a:pt x="768854" y="2104492"/>
                    <a:pt x="780365" y="2116181"/>
                  </a:cubicBezTo>
                  <a:cubicBezTo>
                    <a:pt x="916813" y="2254709"/>
                    <a:pt x="1053884" y="2392633"/>
                    <a:pt x="1192731" y="2528726"/>
                  </a:cubicBezTo>
                  <a:cubicBezTo>
                    <a:pt x="1207487" y="2543194"/>
                    <a:pt x="1234367" y="2551127"/>
                    <a:pt x="1255923" y="2551794"/>
                  </a:cubicBezTo>
                  <a:cubicBezTo>
                    <a:pt x="1340681" y="2554382"/>
                    <a:pt x="1425560" y="2552849"/>
                    <a:pt x="1514063" y="2552849"/>
                  </a:cubicBezTo>
                  <a:cubicBezTo>
                    <a:pt x="1514063" y="2609939"/>
                    <a:pt x="1514063" y="2662419"/>
                    <a:pt x="1514063" y="2720954"/>
                  </a:cubicBezTo>
                  <a:cubicBezTo>
                    <a:pt x="1391492" y="2720954"/>
                    <a:pt x="1269967" y="2721766"/>
                    <a:pt x="1148474" y="2719832"/>
                  </a:cubicBezTo>
                  <a:cubicBezTo>
                    <a:pt x="1134742" y="2719620"/>
                    <a:pt x="1119064" y="2706220"/>
                    <a:pt x="1107985" y="2695208"/>
                  </a:cubicBezTo>
                  <a:cubicBezTo>
                    <a:pt x="943802" y="2532072"/>
                    <a:pt x="779432" y="2369089"/>
                    <a:pt x="617694" y="2203540"/>
                  </a:cubicBezTo>
                  <a:cubicBezTo>
                    <a:pt x="600071" y="2185506"/>
                    <a:pt x="590760" y="2151894"/>
                    <a:pt x="590559" y="2125415"/>
                  </a:cubicBezTo>
                  <a:cubicBezTo>
                    <a:pt x="588615" y="1864321"/>
                    <a:pt x="589404" y="1603203"/>
                    <a:pt x="589427" y="1342095"/>
                  </a:cubicBezTo>
                  <a:cubicBezTo>
                    <a:pt x="589427" y="1321895"/>
                    <a:pt x="589427" y="1301695"/>
                    <a:pt x="589427" y="1282727"/>
                  </a:cubicBezTo>
                  <a:cubicBezTo>
                    <a:pt x="364386" y="1213170"/>
                    <a:pt x="278895" y="998898"/>
                    <a:pt x="366843" y="796870"/>
                  </a:cubicBezTo>
                  <a:cubicBezTo>
                    <a:pt x="425289" y="662611"/>
                    <a:pt x="553546" y="598954"/>
                    <a:pt x="698206" y="613376"/>
                  </a:cubicBezTo>
                  <a:close/>
                  <a:moveTo>
                    <a:pt x="6739046" y="610445"/>
                  </a:moveTo>
                  <a:cubicBezTo>
                    <a:pt x="6769545" y="610590"/>
                    <a:pt x="6800872" y="614535"/>
                    <a:pt x="6832623" y="621949"/>
                  </a:cubicBezTo>
                  <a:cubicBezTo>
                    <a:pt x="6960627" y="651815"/>
                    <a:pt x="7043408" y="738008"/>
                    <a:pt x="7079519" y="864277"/>
                  </a:cubicBezTo>
                  <a:cubicBezTo>
                    <a:pt x="7121853" y="1012803"/>
                    <a:pt x="7055630" y="1203019"/>
                    <a:pt x="6837846" y="1280910"/>
                  </a:cubicBezTo>
                  <a:cubicBezTo>
                    <a:pt x="6837846" y="1466316"/>
                    <a:pt x="6838179" y="1653042"/>
                    <a:pt x="6837734" y="1839769"/>
                  </a:cubicBezTo>
                  <a:cubicBezTo>
                    <a:pt x="6837512" y="1948850"/>
                    <a:pt x="6865068" y="2069786"/>
                    <a:pt x="6826845" y="2163612"/>
                  </a:cubicBezTo>
                  <a:cubicBezTo>
                    <a:pt x="6789400" y="2255269"/>
                    <a:pt x="6684285" y="2319416"/>
                    <a:pt x="6608729" y="2395362"/>
                  </a:cubicBezTo>
                  <a:cubicBezTo>
                    <a:pt x="6509503" y="2494987"/>
                    <a:pt x="6410277" y="2594634"/>
                    <a:pt x="6310164" y="2693437"/>
                  </a:cubicBezTo>
                  <a:cubicBezTo>
                    <a:pt x="6297941" y="2705593"/>
                    <a:pt x="6280720" y="2720515"/>
                    <a:pt x="6265608" y="2720814"/>
                  </a:cubicBezTo>
                  <a:cubicBezTo>
                    <a:pt x="6149381" y="2723093"/>
                    <a:pt x="6033155" y="2722071"/>
                    <a:pt x="5909486" y="2722071"/>
                  </a:cubicBezTo>
                  <a:cubicBezTo>
                    <a:pt x="5909486" y="2679536"/>
                    <a:pt x="5909486" y="2641391"/>
                    <a:pt x="5909486" y="2597835"/>
                  </a:cubicBezTo>
                  <a:cubicBezTo>
                    <a:pt x="5904819" y="2560123"/>
                    <a:pt x="5919931" y="2551489"/>
                    <a:pt x="5950709" y="2552266"/>
                  </a:cubicBezTo>
                  <a:cubicBezTo>
                    <a:pt x="6024600" y="2554110"/>
                    <a:pt x="6098825" y="2555022"/>
                    <a:pt x="6172604" y="2551555"/>
                  </a:cubicBezTo>
                  <a:cubicBezTo>
                    <a:pt x="6195494" y="2550488"/>
                    <a:pt x="6223161" y="2539754"/>
                    <a:pt x="6239385" y="2523932"/>
                  </a:cubicBezTo>
                  <a:cubicBezTo>
                    <a:pt x="6372943" y="2393217"/>
                    <a:pt x="6504614" y="2260559"/>
                    <a:pt x="6635729" y="2127478"/>
                  </a:cubicBezTo>
                  <a:cubicBezTo>
                    <a:pt x="6647284" y="2115855"/>
                    <a:pt x="6657729" y="2097176"/>
                    <a:pt x="6658062" y="2081564"/>
                  </a:cubicBezTo>
                  <a:cubicBezTo>
                    <a:pt x="6662840" y="1834425"/>
                    <a:pt x="6664729" y="1587229"/>
                    <a:pt x="6670284" y="1340124"/>
                  </a:cubicBezTo>
                  <a:cubicBezTo>
                    <a:pt x="6671175" y="1299423"/>
                    <a:pt x="6659173" y="1280056"/>
                    <a:pt x="6621950" y="1263800"/>
                  </a:cubicBezTo>
                  <a:cubicBezTo>
                    <a:pt x="6396943" y="1165519"/>
                    <a:pt x="6348053" y="896012"/>
                    <a:pt x="6497835" y="720618"/>
                  </a:cubicBezTo>
                  <a:cubicBezTo>
                    <a:pt x="6563503" y="643766"/>
                    <a:pt x="6647548" y="610009"/>
                    <a:pt x="6739046" y="610445"/>
                  </a:cubicBezTo>
                  <a:close/>
                  <a:moveTo>
                    <a:pt x="1620947" y="0"/>
                  </a:moveTo>
                  <a:lnTo>
                    <a:pt x="2120281" y="0"/>
                  </a:lnTo>
                  <a:lnTo>
                    <a:pt x="2120281" y="499503"/>
                  </a:lnTo>
                  <a:lnTo>
                    <a:pt x="1620947" y="499503"/>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2833" name="Group 2832">
            <a:extLst>
              <a:ext uri="{FF2B5EF4-FFF2-40B4-BE49-F238E27FC236}">
                <a16:creationId xmlns:a16="http://schemas.microsoft.com/office/drawing/2014/main" id="{B2896133-C9F3-86EC-BF76-AFE24E94B0EC}"/>
              </a:ext>
              <a:ext uri="{C183D7F6-B498-43B3-948B-1728B52AA6E4}">
                <adec:decorative xmlns:adec="http://schemas.microsoft.com/office/drawing/2017/decorative" val="1"/>
              </a:ext>
            </a:extLst>
          </p:cNvPr>
          <p:cNvGrpSpPr>
            <a:grpSpLocks noChangeAspect="1"/>
          </p:cNvGrpSpPr>
          <p:nvPr/>
        </p:nvGrpSpPr>
        <p:grpSpPr>
          <a:xfrm>
            <a:off x="2431663" y="810791"/>
            <a:ext cx="317009" cy="457200"/>
            <a:chOff x="2431663" y="810791"/>
            <a:chExt cx="317009" cy="457200"/>
          </a:xfrm>
          <a:solidFill>
            <a:srgbClr val="FF0000"/>
          </a:solidFill>
        </p:grpSpPr>
        <p:sp>
          <p:nvSpPr>
            <p:cNvPr id="122" name="Freeform: Shape 121">
              <a:extLst>
                <a:ext uri="{FF2B5EF4-FFF2-40B4-BE49-F238E27FC236}">
                  <a16:creationId xmlns:a16="http://schemas.microsoft.com/office/drawing/2014/main" id="{B4CE312A-86D5-3452-0415-0EFE5C5267E0}"/>
                </a:ext>
                <a:ext uri="{C183D7F6-B498-43B3-948B-1728B52AA6E4}">
                  <adec:decorative xmlns:adec="http://schemas.microsoft.com/office/drawing/2017/decorative" val="1"/>
                </a:ext>
              </a:extLst>
            </p:cNvPr>
            <p:cNvSpPr/>
            <p:nvPr/>
          </p:nvSpPr>
          <p:spPr>
            <a:xfrm>
              <a:off x="2436451" y="845177"/>
              <a:ext cx="267749" cy="422814"/>
            </a:xfrm>
            <a:custGeom>
              <a:avLst/>
              <a:gdLst>
                <a:gd name="connsiteX0" fmla="*/ 2592678 w 4016233"/>
                <a:gd name="connsiteY0" fmla="*/ 6026268 h 6342219"/>
                <a:gd name="connsiteX1" fmla="*/ 2880751 w 4016233"/>
                <a:gd name="connsiteY1" fmla="*/ 6026268 h 6342219"/>
                <a:gd name="connsiteX2" fmla="*/ 2880751 w 4016233"/>
                <a:gd name="connsiteY2" fmla="*/ 6342219 h 6342219"/>
                <a:gd name="connsiteX3" fmla="*/ 2592678 w 4016233"/>
                <a:gd name="connsiteY3" fmla="*/ 6342219 h 6342219"/>
                <a:gd name="connsiteX4" fmla="*/ 576159 w 4016233"/>
                <a:gd name="connsiteY4" fmla="*/ 6026268 h 6342219"/>
                <a:gd name="connsiteX5" fmla="*/ 864228 w 4016233"/>
                <a:gd name="connsiteY5" fmla="*/ 6026268 h 6342219"/>
                <a:gd name="connsiteX6" fmla="*/ 864228 w 4016233"/>
                <a:gd name="connsiteY6" fmla="*/ 6342219 h 6342219"/>
                <a:gd name="connsiteX7" fmla="*/ 576159 w 4016233"/>
                <a:gd name="connsiteY7" fmla="*/ 6342219 h 6342219"/>
                <a:gd name="connsiteX8" fmla="*/ 7 w 4016233"/>
                <a:gd name="connsiteY8" fmla="*/ 1063507 h 6342219"/>
                <a:gd name="connsiteX9" fmla="*/ 288076 w 4016233"/>
                <a:gd name="connsiteY9" fmla="*/ 1063507 h 6342219"/>
                <a:gd name="connsiteX10" fmla="*/ 288076 w 4016233"/>
                <a:gd name="connsiteY10" fmla="*/ 3336547 h 6342219"/>
                <a:gd name="connsiteX11" fmla="*/ 288069 w 4016233"/>
                <a:gd name="connsiteY11" fmla="*/ 3336547 h 6342219"/>
                <a:gd name="connsiteX12" fmla="*/ 288069 w 4016233"/>
                <a:gd name="connsiteY12" fmla="*/ 5738192 h 6342219"/>
                <a:gd name="connsiteX13" fmla="*/ 3223071 w 4016233"/>
                <a:gd name="connsiteY13" fmla="*/ 5738192 h 6342219"/>
                <a:gd name="connsiteX14" fmla="*/ 3223071 w 4016233"/>
                <a:gd name="connsiteY14" fmla="*/ 1730367 h 6342219"/>
                <a:gd name="connsiteX15" fmla="*/ 3511147 w 4016233"/>
                <a:gd name="connsiteY15" fmla="*/ 1896567 h 6342219"/>
                <a:gd name="connsiteX16" fmla="*/ 3511147 w 4016233"/>
                <a:gd name="connsiteY16" fmla="*/ 5738192 h 6342219"/>
                <a:gd name="connsiteX17" fmla="*/ 3511147 w 4016233"/>
                <a:gd name="connsiteY17" fmla="*/ 6026268 h 6342219"/>
                <a:gd name="connsiteX18" fmla="*/ 3223071 w 4016233"/>
                <a:gd name="connsiteY18" fmla="*/ 6026268 h 6342219"/>
                <a:gd name="connsiteX19" fmla="*/ 2880751 w 4016233"/>
                <a:gd name="connsiteY19" fmla="*/ 6026268 h 6342219"/>
                <a:gd name="connsiteX20" fmla="*/ 2880751 w 4016233"/>
                <a:gd name="connsiteY20" fmla="*/ 5910104 h 6342219"/>
                <a:gd name="connsiteX21" fmla="*/ 2592678 w 4016233"/>
                <a:gd name="connsiteY21" fmla="*/ 5910104 h 6342219"/>
                <a:gd name="connsiteX22" fmla="*/ 2592678 w 4016233"/>
                <a:gd name="connsiteY22" fmla="*/ 6026268 h 6342219"/>
                <a:gd name="connsiteX23" fmla="*/ 864228 w 4016233"/>
                <a:gd name="connsiteY23" fmla="*/ 6026268 h 6342219"/>
                <a:gd name="connsiteX24" fmla="*/ 864228 w 4016233"/>
                <a:gd name="connsiteY24" fmla="*/ 5910104 h 6342219"/>
                <a:gd name="connsiteX25" fmla="*/ 576159 w 4016233"/>
                <a:gd name="connsiteY25" fmla="*/ 5910104 h 6342219"/>
                <a:gd name="connsiteX26" fmla="*/ 576159 w 4016233"/>
                <a:gd name="connsiteY26" fmla="*/ 6026268 h 6342219"/>
                <a:gd name="connsiteX27" fmla="*/ 288069 w 4016233"/>
                <a:gd name="connsiteY27" fmla="*/ 6026268 h 6342219"/>
                <a:gd name="connsiteX28" fmla="*/ 0 w 4016233"/>
                <a:gd name="connsiteY28" fmla="*/ 5738192 h 6342219"/>
                <a:gd name="connsiteX29" fmla="*/ 0 w 4016233"/>
                <a:gd name="connsiteY29" fmla="*/ 2815105 h 6342219"/>
                <a:gd name="connsiteX30" fmla="*/ 7 w 4016233"/>
                <a:gd name="connsiteY30" fmla="*/ 2815105 h 6342219"/>
                <a:gd name="connsiteX31" fmla="*/ 510287 w 4016233"/>
                <a:gd name="connsiteY31" fmla="*/ 553227 h 6342219"/>
                <a:gd name="connsiteX32" fmla="*/ 2483797 w 4016233"/>
                <a:gd name="connsiteY32" fmla="*/ 553227 h 6342219"/>
                <a:gd name="connsiteX33" fmla="*/ 2483797 w 4016233"/>
                <a:gd name="connsiteY33" fmla="*/ 841303 h 6342219"/>
                <a:gd name="connsiteX34" fmla="*/ 510287 w 4016233"/>
                <a:gd name="connsiteY34" fmla="*/ 841303 h 6342219"/>
                <a:gd name="connsiteX35" fmla="*/ 3401498 w 4016233"/>
                <a:gd name="connsiteY35" fmla="*/ 258657 h 6342219"/>
                <a:gd name="connsiteX36" fmla="*/ 3491665 w 4016233"/>
                <a:gd name="connsiteY36" fmla="*/ 258657 h 6342219"/>
                <a:gd name="connsiteX37" fmla="*/ 3491665 w 4016233"/>
                <a:gd name="connsiteY37" fmla="*/ 271648 h 6342219"/>
                <a:gd name="connsiteX38" fmla="*/ 3614691 w 4016233"/>
                <a:gd name="connsiteY38" fmla="*/ 271648 h 6342219"/>
                <a:gd name="connsiteX39" fmla="*/ 3614691 w 4016233"/>
                <a:gd name="connsiteY39" fmla="*/ 258657 h 6342219"/>
                <a:gd name="connsiteX40" fmla="*/ 3802660 w 4016233"/>
                <a:gd name="connsiteY40" fmla="*/ 258657 h 6342219"/>
                <a:gd name="connsiteX41" fmla="*/ 3802660 w 4016233"/>
                <a:gd name="connsiteY41" fmla="*/ 271648 h 6342219"/>
                <a:gd name="connsiteX42" fmla="*/ 3925685 w 4016233"/>
                <a:gd name="connsiteY42" fmla="*/ 271648 h 6342219"/>
                <a:gd name="connsiteX43" fmla="*/ 3925685 w 4016233"/>
                <a:gd name="connsiteY43" fmla="*/ 258657 h 6342219"/>
                <a:gd name="connsiteX44" fmla="*/ 4016233 w 4016233"/>
                <a:gd name="connsiteY44" fmla="*/ 258657 h 6342219"/>
                <a:gd name="connsiteX45" fmla="*/ 4016233 w 4016233"/>
                <a:gd name="connsiteY45" fmla="*/ 873393 h 6342219"/>
                <a:gd name="connsiteX46" fmla="*/ 3401498 w 4016233"/>
                <a:gd name="connsiteY46" fmla="*/ 873393 h 6342219"/>
                <a:gd name="connsiteX47" fmla="*/ 3708675 w 4016233"/>
                <a:gd name="connsiteY47" fmla="*/ 0 h 6342219"/>
                <a:gd name="connsiteX48" fmla="*/ 3925685 w 4016233"/>
                <a:gd name="connsiteY48" fmla="*/ 217012 h 6342219"/>
                <a:gd name="connsiteX49" fmla="*/ 3925685 w 4016233"/>
                <a:gd name="connsiteY49" fmla="*/ 258657 h 6342219"/>
                <a:gd name="connsiteX50" fmla="*/ 3802660 w 4016233"/>
                <a:gd name="connsiteY50" fmla="*/ 258657 h 6342219"/>
                <a:gd name="connsiteX51" fmla="*/ 3802660 w 4016233"/>
                <a:gd name="connsiteY51" fmla="*/ 217012 h 6342219"/>
                <a:gd name="connsiteX52" fmla="*/ 3708675 w 4016233"/>
                <a:gd name="connsiteY52" fmla="*/ 123023 h 6342219"/>
                <a:gd name="connsiteX53" fmla="*/ 3614691 w 4016233"/>
                <a:gd name="connsiteY53" fmla="*/ 217012 h 6342219"/>
                <a:gd name="connsiteX54" fmla="*/ 3614691 w 4016233"/>
                <a:gd name="connsiteY54" fmla="*/ 258657 h 6342219"/>
                <a:gd name="connsiteX55" fmla="*/ 3491665 w 4016233"/>
                <a:gd name="connsiteY55" fmla="*/ 258657 h 6342219"/>
                <a:gd name="connsiteX56" fmla="*/ 3491665 w 4016233"/>
                <a:gd name="connsiteY56" fmla="*/ 217012 h 6342219"/>
                <a:gd name="connsiteX57" fmla="*/ 3708675 w 4016233"/>
                <a:gd name="connsiteY57" fmla="*/ 0 h 634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6233" h="6342219">
                  <a:moveTo>
                    <a:pt x="2592678" y="6026268"/>
                  </a:moveTo>
                  <a:lnTo>
                    <a:pt x="2880751" y="6026268"/>
                  </a:lnTo>
                  <a:lnTo>
                    <a:pt x="2880751" y="6342219"/>
                  </a:lnTo>
                  <a:lnTo>
                    <a:pt x="2592678" y="6342219"/>
                  </a:lnTo>
                  <a:close/>
                  <a:moveTo>
                    <a:pt x="576159" y="6026268"/>
                  </a:moveTo>
                  <a:lnTo>
                    <a:pt x="864228" y="6026268"/>
                  </a:lnTo>
                  <a:lnTo>
                    <a:pt x="864228" y="6342219"/>
                  </a:lnTo>
                  <a:lnTo>
                    <a:pt x="576159" y="6342219"/>
                  </a:lnTo>
                  <a:close/>
                  <a:moveTo>
                    <a:pt x="7" y="1063507"/>
                  </a:moveTo>
                  <a:lnTo>
                    <a:pt x="288076" y="1063507"/>
                  </a:lnTo>
                  <a:lnTo>
                    <a:pt x="288076" y="3336547"/>
                  </a:lnTo>
                  <a:lnTo>
                    <a:pt x="288069" y="3336547"/>
                  </a:lnTo>
                  <a:lnTo>
                    <a:pt x="288069" y="5738192"/>
                  </a:lnTo>
                  <a:lnTo>
                    <a:pt x="3223071" y="5738192"/>
                  </a:lnTo>
                  <a:lnTo>
                    <a:pt x="3223071" y="1730367"/>
                  </a:lnTo>
                  <a:lnTo>
                    <a:pt x="3511147" y="1896567"/>
                  </a:lnTo>
                  <a:lnTo>
                    <a:pt x="3511147" y="5738192"/>
                  </a:lnTo>
                  <a:lnTo>
                    <a:pt x="3511147" y="6026268"/>
                  </a:lnTo>
                  <a:lnTo>
                    <a:pt x="3223071" y="6026268"/>
                  </a:lnTo>
                  <a:lnTo>
                    <a:pt x="2880751" y="6026268"/>
                  </a:lnTo>
                  <a:lnTo>
                    <a:pt x="2880751" y="5910104"/>
                  </a:lnTo>
                  <a:lnTo>
                    <a:pt x="2592678" y="5910104"/>
                  </a:lnTo>
                  <a:lnTo>
                    <a:pt x="2592678" y="6026268"/>
                  </a:lnTo>
                  <a:lnTo>
                    <a:pt x="864228" y="6026268"/>
                  </a:lnTo>
                  <a:lnTo>
                    <a:pt x="864228" y="5910104"/>
                  </a:lnTo>
                  <a:lnTo>
                    <a:pt x="576159" y="5910104"/>
                  </a:lnTo>
                  <a:lnTo>
                    <a:pt x="576159" y="6026268"/>
                  </a:lnTo>
                  <a:lnTo>
                    <a:pt x="288069" y="6026268"/>
                  </a:lnTo>
                  <a:cubicBezTo>
                    <a:pt x="129138" y="6026268"/>
                    <a:pt x="0" y="5897130"/>
                    <a:pt x="0" y="5738192"/>
                  </a:cubicBezTo>
                  <a:lnTo>
                    <a:pt x="0" y="2815105"/>
                  </a:lnTo>
                  <a:lnTo>
                    <a:pt x="7" y="2815105"/>
                  </a:lnTo>
                  <a:close/>
                  <a:moveTo>
                    <a:pt x="510287" y="553227"/>
                  </a:moveTo>
                  <a:lnTo>
                    <a:pt x="2483797" y="553227"/>
                  </a:lnTo>
                  <a:lnTo>
                    <a:pt x="2483797" y="841303"/>
                  </a:lnTo>
                  <a:lnTo>
                    <a:pt x="510287" y="841303"/>
                  </a:lnTo>
                  <a:close/>
                  <a:moveTo>
                    <a:pt x="3401498" y="258657"/>
                  </a:moveTo>
                  <a:lnTo>
                    <a:pt x="3491665" y="258657"/>
                  </a:lnTo>
                  <a:lnTo>
                    <a:pt x="3491665" y="271648"/>
                  </a:lnTo>
                  <a:lnTo>
                    <a:pt x="3614691" y="271648"/>
                  </a:lnTo>
                  <a:lnTo>
                    <a:pt x="3614691" y="258657"/>
                  </a:lnTo>
                  <a:lnTo>
                    <a:pt x="3802660" y="258657"/>
                  </a:lnTo>
                  <a:lnTo>
                    <a:pt x="3802660" y="271648"/>
                  </a:lnTo>
                  <a:lnTo>
                    <a:pt x="3925685" y="271648"/>
                  </a:lnTo>
                  <a:lnTo>
                    <a:pt x="3925685" y="258657"/>
                  </a:lnTo>
                  <a:lnTo>
                    <a:pt x="4016233" y="258657"/>
                  </a:lnTo>
                  <a:lnTo>
                    <a:pt x="4016233" y="873393"/>
                  </a:lnTo>
                  <a:lnTo>
                    <a:pt x="3401498" y="873393"/>
                  </a:lnTo>
                  <a:close/>
                  <a:moveTo>
                    <a:pt x="3708675" y="0"/>
                  </a:moveTo>
                  <a:cubicBezTo>
                    <a:pt x="3828259" y="0"/>
                    <a:pt x="3925685" y="97427"/>
                    <a:pt x="3925685" y="217012"/>
                  </a:cubicBezTo>
                  <a:lnTo>
                    <a:pt x="3925685" y="258657"/>
                  </a:lnTo>
                  <a:lnTo>
                    <a:pt x="3802660" y="258657"/>
                  </a:lnTo>
                  <a:lnTo>
                    <a:pt x="3802660" y="217012"/>
                  </a:lnTo>
                  <a:cubicBezTo>
                    <a:pt x="3802660" y="165052"/>
                    <a:pt x="3760635" y="123023"/>
                    <a:pt x="3708675" y="123023"/>
                  </a:cubicBezTo>
                  <a:cubicBezTo>
                    <a:pt x="3656715" y="123023"/>
                    <a:pt x="3614691" y="165052"/>
                    <a:pt x="3614691" y="217012"/>
                  </a:cubicBezTo>
                  <a:lnTo>
                    <a:pt x="3614691" y="258657"/>
                  </a:lnTo>
                  <a:lnTo>
                    <a:pt x="3491665" y="258657"/>
                  </a:lnTo>
                  <a:lnTo>
                    <a:pt x="3491665" y="217012"/>
                  </a:lnTo>
                  <a:cubicBezTo>
                    <a:pt x="3491665" y="97427"/>
                    <a:pt x="3589092" y="0"/>
                    <a:pt x="3708675"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123" name="Freeform: Shape 122">
              <a:extLst>
                <a:ext uri="{FF2B5EF4-FFF2-40B4-BE49-F238E27FC236}">
                  <a16:creationId xmlns:a16="http://schemas.microsoft.com/office/drawing/2014/main" id="{1263E494-56CD-F583-10E4-FD768B668B2A}"/>
                </a:ext>
                <a:ext uri="{C183D7F6-B498-43B3-948B-1728B52AA6E4}">
                  <adec:decorative xmlns:adec="http://schemas.microsoft.com/office/drawing/2017/decorative" val="1"/>
                </a:ext>
              </a:extLst>
            </p:cNvPr>
            <p:cNvSpPr/>
            <p:nvPr/>
          </p:nvSpPr>
          <p:spPr>
            <a:xfrm>
              <a:off x="2431663" y="810791"/>
              <a:ext cx="317009" cy="386137"/>
            </a:xfrm>
            <a:custGeom>
              <a:avLst/>
              <a:gdLst>
                <a:gd name="connsiteX0" fmla="*/ 1296337 w 4755138"/>
                <a:gd name="connsiteY0" fmla="*/ 5646109 h 5792056"/>
                <a:gd name="connsiteX1" fmla="*/ 1584409 w 4755138"/>
                <a:gd name="connsiteY1" fmla="*/ 5646109 h 5792056"/>
                <a:gd name="connsiteX2" fmla="*/ 1584409 w 4755138"/>
                <a:gd name="connsiteY2" fmla="*/ 5792056 h 5792056"/>
                <a:gd name="connsiteX3" fmla="*/ 1296337 w 4755138"/>
                <a:gd name="connsiteY3" fmla="*/ 5792056 h 5792056"/>
                <a:gd name="connsiteX4" fmla="*/ 840155 w 4755138"/>
                <a:gd name="connsiteY4" fmla="*/ 5646109 h 5792056"/>
                <a:gd name="connsiteX5" fmla="*/ 1128231 w 4755138"/>
                <a:gd name="connsiteY5" fmla="*/ 5646109 h 5792056"/>
                <a:gd name="connsiteX6" fmla="*/ 1128231 w 4755138"/>
                <a:gd name="connsiteY6" fmla="*/ 5792056 h 5792056"/>
                <a:gd name="connsiteX7" fmla="*/ 840155 w 4755138"/>
                <a:gd name="connsiteY7" fmla="*/ 5792056 h 5792056"/>
                <a:gd name="connsiteX8" fmla="*/ 2520464 w 4755138"/>
                <a:gd name="connsiteY8" fmla="*/ 5489840 h 5792056"/>
                <a:gd name="connsiteX9" fmla="*/ 2808533 w 4755138"/>
                <a:gd name="connsiteY9" fmla="*/ 5489840 h 5792056"/>
                <a:gd name="connsiteX10" fmla="*/ 2808533 w 4755138"/>
                <a:gd name="connsiteY10" fmla="*/ 5786323 h 5792056"/>
                <a:gd name="connsiteX11" fmla="*/ 2520464 w 4755138"/>
                <a:gd name="connsiteY11" fmla="*/ 5786323 h 5792056"/>
                <a:gd name="connsiteX12" fmla="*/ 1656616 w 4755138"/>
                <a:gd name="connsiteY12" fmla="*/ 4729922 h 5792056"/>
                <a:gd name="connsiteX13" fmla="*/ 2808146 w 4755138"/>
                <a:gd name="connsiteY13" fmla="*/ 4729922 h 5792056"/>
                <a:gd name="connsiteX14" fmla="*/ 2808146 w 4755138"/>
                <a:gd name="connsiteY14" fmla="*/ 4875869 h 5792056"/>
                <a:gd name="connsiteX15" fmla="*/ 1656616 w 4755138"/>
                <a:gd name="connsiteY15" fmla="*/ 4875869 h 5792056"/>
                <a:gd name="connsiteX16" fmla="*/ 1656616 w 4755138"/>
                <a:gd name="connsiteY16" fmla="*/ 4429625 h 5792056"/>
                <a:gd name="connsiteX17" fmla="*/ 2808146 w 4755138"/>
                <a:gd name="connsiteY17" fmla="*/ 4429625 h 5792056"/>
                <a:gd name="connsiteX18" fmla="*/ 2808146 w 4755138"/>
                <a:gd name="connsiteY18" fmla="*/ 4573660 h 5792056"/>
                <a:gd name="connsiteX19" fmla="*/ 1656616 w 4755138"/>
                <a:gd name="connsiteY19" fmla="*/ 4573660 h 5792056"/>
                <a:gd name="connsiteX20" fmla="*/ 1656616 w 4755138"/>
                <a:gd name="connsiteY20" fmla="*/ 4119771 h 5792056"/>
                <a:gd name="connsiteX21" fmla="*/ 2808146 w 4755138"/>
                <a:gd name="connsiteY21" fmla="*/ 4119771 h 5792056"/>
                <a:gd name="connsiteX22" fmla="*/ 2808146 w 4755138"/>
                <a:gd name="connsiteY22" fmla="*/ 4265714 h 5792056"/>
                <a:gd name="connsiteX23" fmla="*/ 1656616 w 4755138"/>
                <a:gd name="connsiteY23" fmla="*/ 4265714 h 5792056"/>
                <a:gd name="connsiteX24" fmla="*/ 1656616 w 4755138"/>
                <a:gd name="connsiteY24" fmla="*/ 3811833 h 5792056"/>
                <a:gd name="connsiteX25" fmla="*/ 2808146 w 4755138"/>
                <a:gd name="connsiteY25" fmla="*/ 3811833 h 5792056"/>
                <a:gd name="connsiteX26" fmla="*/ 2808146 w 4755138"/>
                <a:gd name="connsiteY26" fmla="*/ 3955868 h 5792056"/>
                <a:gd name="connsiteX27" fmla="*/ 1656616 w 4755138"/>
                <a:gd name="connsiteY27" fmla="*/ 3955868 h 5792056"/>
                <a:gd name="connsiteX28" fmla="*/ 1656616 w 4755138"/>
                <a:gd name="connsiteY28" fmla="*/ 3513818 h 5792056"/>
                <a:gd name="connsiteX29" fmla="*/ 2808146 w 4755138"/>
                <a:gd name="connsiteY29" fmla="*/ 3513818 h 5792056"/>
                <a:gd name="connsiteX30" fmla="*/ 2808146 w 4755138"/>
                <a:gd name="connsiteY30" fmla="*/ 3659761 h 5792056"/>
                <a:gd name="connsiteX31" fmla="*/ 1656616 w 4755138"/>
                <a:gd name="connsiteY31" fmla="*/ 3659761 h 5792056"/>
                <a:gd name="connsiteX32" fmla="*/ 1656616 w 4755138"/>
                <a:gd name="connsiteY32" fmla="*/ 3201675 h 5792056"/>
                <a:gd name="connsiteX33" fmla="*/ 2808146 w 4755138"/>
                <a:gd name="connsiteY33" fmla="*/ 3201675 h 5792056"/>
                <a:gd name="connsiteX34" fmla="*/ 2808146 w 4755138"/>
                <a:gd name="connsiteY34" fmla="*/ 3345710 h 5792056"/>
                <a:gd name="connsiteX35" fmla="*/ 1656616 w 4755138"/>
                <a:gd name="connsiteY35" fmla="*/ 3345710 h 5792056"/>
                <a:gd name="connsiteX36" fmla="*/ 1656616 w 4755138"/>
                <a:gd name="connsiteY36" fmla="*/ 2901379 h 5792056"/>
                <a:gd name="connsiteX37" fmla="*/ 2808146 w 4755138"/>
                <a:gd name="connsiteY37" fmla="*/ 2901379 h 5792056"/>
                <a:gd name="connsiteX38" fmla="*/ 2808146 w 4755138"/>
                <a:gd name="connsiteY38" fmla="*/ 3045414 h 5792056"/>
                <a:gd name="connsiteX39" fmla="*/ 1656616 w 4755138"/>
                <a:gd name="connsiteY39" fmla="*/ 3045414 h 5792056"/>
                <a:gd name="connsiteX40" fmla="*/ 0 w 4755138"/>
                <a:gd name="connsiteY40" fmla="*/ 997185 h 5792056"/>
                <a:gd name="connsiteX41" fmla="*/ 432115 w 4755138"/>
                <a:gd name="connsiteY41" fmla="*/ 997185 h 5792056"/>
                <a:gd name="connsiteX42" fmla="*/ 432115 w 4755138"/>
                <a:gd name="connsiteY42" fmla="*/ 1429300 h 5792056"/>
                <a:gd name="connsiteX43" fmla="*/ 0 w 4755138"/>
                <a:gd name="connsiteY43" fmla="*/ 1429300 h 5792056"/>
                <a:gd name="connsiteX44" fmla="*/ 3062608 w 4755138"/>
                <a:gd name="connsiteY44" fmla="*/ 246810 h 5792056"/>
                <a:gd name="connsiteX45" fmla="*/ 3062608 w 4755138"/>
                <a:gd name="connsiteY45" fmla="*/ 1145422 h 5792056"/>
                <a:gd name="connsiteX46" fmla="*/ 3359088 w 4755138"/>
                <a:gd name="connsiteY46" fmla="*/ 1674958 h 5792056"/>
                <a:gd name="connsiteX47" fmla="*/ 3792343 w 4755138"/>
                <a:gd name="connsiteY47" fmla="*/ 1940872 h 5792056"/>
                <a:gd name="connsiteX48" fmla="*/ 4211845 w 4755138"/>
                <a:gd name="connsiteY48" fmla="*/ 1676867 h 5792056"/>
                <a:gd name="connsiteX49" fmla="*/ 4502216 w 4755138"/>
                <a:gd name="connsiteY49" fmla="*/ 1150769 h 5792056"/>
                <a:gd name="connsiteX50" fmla="*/ 4502216 w 4755138"/>
                <a:gd name="connsiteY50" fmla="*/ 246810 h 5792056"/>
                <a:gd name="connsiteX51" fmla="*/ 2809681 w 4755138"/>
                <a:gd name="connsiteY51" fmla="*/ 0 h 5792056"/>
                <a:gd name="connsiteX52" fmla="*/ 4755138 w 4755138"/>
                <a:gd name="connsiteY52" fmla="*/ 0 h 5792056"/>
                <a:gd name="connsiteX53" fmla="*/ 4755138 w 4755138"/>
                <a:gd name="connsiteY53" fmla="*/ 1148094 h 5792056"/>
                <a:gd name="connsiteX54" fmla="*/ 4344040 w 4755138"/>
                <a:gd name="connsiteY54" fmla="*/ 1892349 h 5792056"/>
                <a:gd name="connsiteX55" fmla="*/ 3793491 w 4755138"/>
                <a:gd name="connsiteY55" fmla="*/ 2238880 h 5792056"/>
                <a:gd name="connsiteX56" fmla="*/ 3228802 w 4755138"/>
                <a:gd name="connsiteY56" fmla="*/ 1891968 h 5792056"/>
                <a:gd name="connsiteX57" fmla="*/ 2809681 w 4755138"/>
                <a:gd name="connsiteY57" fmla="*/ 1142747 h 579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755138" h="5792056">
                  <a:moveTo>
                    <a:pt x="1296337" y="5646109"/>
                  </a:moveTo>
                  <a:lnTo>
                    <a:pt x="1584409" y="5646109"/>
                  </a:lnTo>
                  <a:lnTo>
                    <a:pt x="1584409" y="5792056"/>
                  </a:lnTo>
                  <a:lnTo>
                    <a:pt x="1296337" y="5792056"/>
                  </a:lnTo>
                  <a:close/>
                  <a:moveTo>
                    <a:pt x="840155" y="5646109"/>
                  </a:moveTo>
                  <a:lnTo>
                    <a:pt x="1128231" y="5646109"/>
                  </a:lnTo>
                  <a:lnTo>
                    <a:pt x="1128231" y="5792056"/>
                  </a:lnTo>
                  <a:lnTo>
                    <a:pt x="840155" y="5792056"/>
                  </a:lnTo>
                  <a:close/>
                  <a:moveTo>
                    <a:pt x="2520464" y="5489840"/>
                  </a:moveTo>
                  <a:lnTo>
                    <a:pt x="2808533" y="5489840"/>
                  </a:lnTo>
                  <a:lnTo>
                    <a:pt x="2808533" y="5786323"/>
                  </a:lnTo>
                  <a:lnTo>
                    <a:pt x="2520464" y="5786323"/>
                  </a:lnTo>
                  <a:close/>
                  <a:moveTo>
                    <a:pt x="1656616" y="4729922"/>
                  </a:moveTo>
                  <a:lnTo>
                    <a:pt x="2808146" y="4729922"/>
                  </a:lnTo>
                  <a:lnTo>
                    <a:pt x="2808146" y="4875869"/>
                  </a:lnTo>
                  <a:lnTo>
                    <a:pt x="1656616" y="4875869"/>
                  </a:lnTo>
                  <a:close/>
                  <a:moveTo>
                    <a:pt x="1656616" y="4429625"/>
                  </a:moveTo>
                  <a:lnTo>
                    <a:pt x="2808146" y="4429625"/>
                  </a:lnTo>
                  <a:lnTo>
                    <a:pt x="2808146" y="4573660"/>
                  </a:lnTo>
                  <a:lnTo>
                    <a:pt x="1656616" y="4573660"/>
                  </a:lnTo>
                  <a:close/>
                  <a:moveTo>
                    <a:pt x="1656616" y="4119771"/>
                  </a:moveTo>
                  <a:lnTo>
                    <a:pt x="2808146" y="4119771"/>
                  </a:lnTo>
                  <a:lnTo>
                    <a:pt x="2808146" y="4265714"/>
                  </a:lnTo>
                  <a:lnTo>
                    <a:pt x="1656616" y="4265714"/>
                  </a:lnTo>
                  <a:close/>
                  <a:moveTo>
                    <a:pt x="1656616" y="3811833"/>
                  </a:moveTo>
                  <a:lnTo>
                    <a:pt x="2808146" y="3811833"/>
                  </a:lnTo>
                  <a:lnTo>
                    <a:pt x="2808146" y="3955868"/>
                  </a:lnTo>
                  <a:lnTo>
                    <a:pt x="1656616" y="3955868"/>
                  </a:lnTo>
                  <a:close/>
                  <a:moveTo>
                    <a:pt x="1656616" y="3513818"/>
                  </a:moveTo>
                  <a:lnTo>
                    <a:pt x="2808146" y="3513818"/>
                  </a:lnTo>
                  <a:lnTo>
                    <a:pt x="2808146" y="3659761"/>
                  </a:lnTo>
                  <a:lnTo>
                    <a:pt x="1656616" y="3659761"/>
                  </a:lnTo>
                  <a:close/>
                  <a:moveTo>
                    <a:pt x="1656616" y="3201675"/>
                  </a:moveTo>
                  <a:lnTo>
                    <a:pt x="2808146" y="3201675"/>
                  </a:lnTo>
                  <a:lnTo>
                    <a:pt x="2808146" y="3345710"/>
                  </a:lnTo>
                  <a:lnTo>
                    <a:pt x="1656616" y="3345710"/>
                  </a:lnTo>
                  <a:close/>
                  <a:moveTo>
                    <a:pt x="1656616" y="2901379"/>
                  </a:moveTo>
                  <a:lnTo>
                    <a:pt x="2808146" y="2901379"/>
                  </a:lnTo>
                  <a:lnTo>
                    <a:pt x="2808146" y="3045414"/>
                  </a:lnTo>
                  <a:lnTo>
                    <a:pt x="1656616" y="3045414"/>
                  </a:lnTo>
                  <a:close/>
                  <a:moveTo>
                    <a:pt x="0" y="997185"/>
                  </a:moveTo>
                  <a:lnTo>
                    <a:pt x="432115" y="997185"/>
                  </a:lnTo>
                  <a:lnTo>
                    <a:pt x="432115" y="1429300"/>
                  </a:lnTo>
                  <a:lnTo>
                    <a:pt x="0" y="1429300"/>
                  </a:lnTo>
                  <a:close/>
                  <a:moveTo>
                    <a:pt x="3062608" y="246810"/>
                  </a:moveTo>
                  <a:lnTo>
                    <a:pt x="3062608" y="1145422"/>
                  </a:lnTo>
                  <a:cubicBezTo>
                    <a:pt x="3062608" y="1359758"/>
                    <a:pt x="3176079" y="1563015"/>
                    <a:pt x="3359088" y="1674958"/>
                  </a:cubicBezTo>
                  <a:lnTo>
                    <a:pt x="3792343" y="1940872"/>
                  </a:lnTo>
                  <a:lnTo>
                    <a:pt x="4211845" y="1676867"/>
                  </a:lnTo>
                  <a:cubicBezTo>
                    <a:pt x="4393710" y="1562248"/>
                    <a:pt x="4502216" y="1365871"/>
                    <a:pt x="4502216" y="1150769"/>
                  </a:cubicBezTo>
                  <a:lnTo>
                    <a:pt x="4502216" y="246810"/>
                  </a:lnTo>
                  <a:close/>
                  <a:moveTo>
                    <a:pt x="2809681" y="0"/>
                  </a:moveTo>
                  <a:lnTo>
                    <a:pt x="4755138" y="0"/>
                  </a:lnTo>
                  <a:lnTo>
                    <a:pt x="4755138" y="1148094"/>
                  </a:lnTo>
                  <a:cubicBezTo>
                    <a:pt x="4755138" y="1452215"/>
                    <a:pt x="4601551" y="1730355"/>
                    <a:pt x="4344040" y="1892349"/>
                  </a:cubicBezTo>
                  <a:lnTo>
                    <a:pt x="3793491" y="2238880"/>
                  </a:lnTo>
                  <a:lnTo>
                    <a:pt x="3228802" y="1891968"/>
                  </a:lnTo>
                  <a:cubicBezTo>
                    <a:pt x="2970147" y="1733031"/>
                    <a:pt x="2809681" y="1446102"/>
                    <a:pt x="2809681" y="1142747"/>
                  </a:cubicBez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832" name="Group 2831">
            <a:extLst>
              <a:ext uri="{FF2B5EF4-FFF2-40B4-BE49-F238E27FC236}">
                <a16:creationId xmlns:a16="http://schemas.microsoft.com/office/drawing/2014/main" id="{770D19D1-DC2B-73FE-93FD-88DE85F9AAF8}"/>
              </a:ext>
              <a:ext uri="{C183D7F6-B498-43B3-948B-1728B52AA6E4}">
                <adec:decorative xmlns:adec="http://schemas.microsoft.com/office/drawing/2017/decorative" val="1"/>
              </a:ext>
            </a:extLst>
          </p:cNvPr>
          <p:cNvGrpSpPr>
            <a:grpSpLocks noChangeAspect="1"/>
          </p:cNvGrpSpPr>
          <p:nvPr/>
        </p:nvGrpSpPr>
        <p:grpSpPr>
          <a:xfrm>
            <a:off x="2923630" y="810791"/>
            <a:ext cx="325559" cy="457200"/>
            <a:chOff x="2923630" y="810791"/>
            <a:chExt cx="325559" cy="457200"/>
          </a:xfrm>
          <a:solidFill>
            <a:srgbClr val="FF0000"/>
          </a:solidFill>
        </p:grpSpPr>
        <p:sp>
          <p:nvSpPr>
            <p:cNvPr id="148" name="Freeform: Shape 147">
              <a:extLst>
                <a:ext uri="{FF2B5EF4-FFF2-40B4-BE49-F238E27FC236}">
                  <a16:creationId xmlns:a16="http://schemas.microsoft.com/office/drawing/2014/main" id="{97A202E8-5E35-CC1A-565B-799B73EDBFEE}"/>
                </a:ext>
                <a:ext uri="{C183D7F6-B498-43B3-948B-1728B52AA6E4}">
                  <adec:decorative xmlns:adec="http://schemas.microsoft.com/office/drawing/2017/decorative" val="1"/>
                </a:ext>
              </a:extLst>
            </p:cNvPr>
            <p:cNvSpPr/>
            <p:nvPr/>
          </p:nvSpPr>
          <p:spPr>
            <a:xfrm>
              <a:off x="2928830" y="852012"/>
              <a:ext cx="196431" cy="415979"/>
            </a:xfrm>
            <a:custGeom>
              <a:avLst/>
              <a:gdLst>
                <a:gd name="connsiteX0" fmla="*/ 1370835 w 2946461"/>
                <a:gd name="connsiteY0" fmla="*/ 0 h 6239684"/>
                <a:gd name="connsiteX1" fmla="*/ 2651868 w 2946461"/>
                <a:gd name="connsiteY1" fmla="*/ 0 h 6239684"/>
                <a:gd name="connsiteX2" fmla="*/ 2651914 w 2946461"/>
                <a:gd name="connsiteY2" fmla="*/ 7 h 6239684"/>
                <a:gd name="connsiteX3" fmla="*/ 2656063 w 2946461"/>
                <a:gd name="connsiteY3" fmla="*/ 7 h 6239684"/>
                <a:gd name="connsiteX4" fmla="*/ 2656063 w 2946461"/>
                <a:gd name="connsiteY4" fmla="*/ 634 h 6239684"/>
                <a:gd name="connsiteX5" fmla="*/ 2744669 w 2946461"/>
                <a:gd name="connsiteY5" fmla="*/ 14021 h 6239684"/>
                <a:gd name="connsiteX6" fmla="*/ 2939343 w 2946461"/>
                <a:gd name="connsiteY6" fmla="*/ 190520 h 6239684"/>
                <a:gd name="connsiteX7" fmla="*/ 2946461 w 2946461"/>
                <a:gd name="connsiteY7" fmla="*/ 225801 h 6239684"/>
                <a:gd name="connsiteX8" fmla="*/ 2946461 w 2946461"/>
                <a:gd name="connsiteY8" fmla="*/ 5931709 h 6239684"/>
                <a:gd name="connsiteX9" fmla="*/ 2651868 w 2946461"/>
                <a:gd name="connsiteY9" fmla="*/ 5931709 h 6239684"/>
                <a:gd name="connsiteX10" fmla="*/ 2651868 w 2946461"/>
                <a:gd name="connsiteY10" fmla="*/ 5927700 h 6239684"/>
                <a:gd name="connsiteX11" fmla="*/ 2454594 w 2946461"/>
                <a:gd name="connsiteY11" fmla="*/ 5927700 h 6239684"/>
                <a:gd name="connsiteX12" fmla="*/ 2454594 w 2946461"/>
                <a:gd name="connsiteY12" fmla="*/ 6239684 h 6239684"/>
                <a:gd name="connsiteX13" fmla="*/ 2142614 w 2946461"/>
                <a:gd name="connsiteY13" fmla="*/ 6239684 h 6239684"/>
                <a:gd name="connsiteX14" fmla="*/ 2142614 w 2946461"/>
                <a:gd name="connsiteY14" fmla="*/ 5927700 h 6239684"/>
                <a:gd name="connsiteX15" fmla="*/ 935952 w 2946461"/>
                <a:gd name="connsiteY15" fmla="*/ 5927700 h 6239684"/>
                <a:gd name="connsiteX16" fmla="*/ 935952 w 2946461"/>
                <a:gd name="connsiteY16" fmla="*/ 6239683 h 6239684"/>
                <a:gd name="connsiteX17" fmla="*/ 623969 w 2946461"/>
                <a:gd name="connsiteY17" fmla="*/ 6239683 h 6239684"/>
                <a:gd name="connsiteX18" fmla="*/ 623969 w 2946461"/>
                <a:gd name="connsiteY18" fmla="*/ 5927700 h 6239684"/>
                <a:gd name="connsiteX19" fmla="*/ 311986 w 2946461"/>
                <a:gd name="connsiteY19" fmla="*/ 5927700 h 6239684"/>
                <a:gd name="connsiteX20" fmla="*/ 0 w 2946461"/>
                <a:gd name="connsiteY20" fmla="*/ 5615714 h 6239684"/>
                <a:gd name="connsiteX21" fmla="*/ 0 w 2946461"/>
                <a:gd name="connsiteY21" fmla="*/ 1459336 h 6239684"/>
                <a:gd name="connsiteX22" fmla="*/ 7 w 2946461"/>
                <a:gd name="connsiteY22" fmla="*/ 1459336 h 6239684"/>
                <a:gd name="connsiteX23" fmla="*/ 7 w 2946461"/>
                <a:gd name="connsiteY23" fmla="*/ 575905 h 6239684"/>
                <a:gd name="connsiteX24" fmla="*/ 311987 w 2946461"/>
                <a:gd name="connsiteY24" fmla="*/ 575905 h 6239684"/>
                <a:gd name="connsiteX25" fmla="*/ 311987 w 2946461"/>
                <a:gd name="connsiteY25" fmla="*/ 5000415 h 6239684"/>
                <a:gd name="connsiteX26" fmla="*/ 311986 w 2946461"/>
                <a:gd name="connsiteY26" fmla="*/ 5000415 h 6239684"/>
                <a:gd name="connsiteX27" fmla="*/ 311986 w 2946461"/>
                <a:gd name="connsiteY27" fmla="*/ 5615714 h 6239684"/>
                <a:gd name="connsiteX28" fmla="*/ 2651868 w 2946461"/>
                <a:gd name="connsiteY28" fmla="*/ 5615714 h 6239684"/>
                <a:gd name="connsiteX29" fmla="*/ 2651868 w 2946461"/>
                <a:gd name="connsiteY29" fmla="*/ 311987 h 6239684"/>
                <a:gd name="connsiteX30" fmla="*/ 588533 w 2946461"/>
                <a:gd name="connsiteY30" fmla="*/ 311987 h 6239684"/>
                <a:gd name="connsiteX31" fmla="*/ 588533 w 2946461"/>
                <a:gd name="connsiteY31" fmla="*/ 7 h 6239684"/>
                <a:gd name="connsiteX32" fmla="*/ 1370835 w 2946461"/>
                <a:gd name="connsiteY32" fmla="*/ 7 h 623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6461" h="6239684">
                  <a:moveTo>
                    <a:pt x="1370835" y="0"/>
                  </a:moveTo>
                  <a:lnTo>
                    <a:pt x="2651868" y="0"/>
                  </a:lnTo>
                  <a:lnTo>
                    <a:pt x="2651914" y="7"/>
                  </a:lnTo>
                  <a:lnTo>
                    <a:pt x="2656063" y="7"/>
                  </a:lnTo>
                  <a:lnTo>
                    <a:pt x="2656063" y="634"/>
                  </a:lnTo>
                  <a:lnTo>
                    <a:pt x="2744669" y="14021"/>
                  </a:lnTo>
                  <a:cubicBezTo>
                    <a:pt x="2832605" y="41358"/>
                    <a:pt x="2903835" y="106531"/>
                    <a:pt x="2939343" y="190520"/>
                  </a:cubicBezTo>
                  <a:lnTo>
                    <a:pt x="2946461" y="225801"/>
                  </a:lnTo>
                  <a:lnTo>
                    <a:pt x="2946461" y="5931709"/>
                  </a:lnTo>
                  <a:lnTo>
                    <a:pt x="2651868" y="5931709"/>
                  </a:lnTo>
                  <a:lnTo>
                    <a:pt x="2651868" y="5927700"/>
                  </a:lnTo>
                  <a:lnTo>
                    <a:pt x="2454594" y="5927700"/>
                  </a:lnTo>
                  <a:lnTo>
                    <a:pt x="2454594" y="6239684"/>
                  </a:lnTo>
                  <a:lnTo>
                    <a:pt x="2142614" y="6239684"/>
                  </a:lnTo>
                  <a:lnTo>
                    <a:pt x="2142614" y="5927700"/>
                  </a:lnTo>
                  <a:lnTo>
                    <a:pt x="935952" y="5927700"/>
                  </a:lnTo>
                  <a:lnTo>
                    <a:pt x="935952" y="6239683"/>
                  </a:lnTo>
                  <a:lnTo>
                    <a:pt x="623969" y="6239683"/>
                  </a:lnTo>
                  <a:lnTo>
                    <a:pt x="623969" y="5927700"/>
                  </a:lnTo>
                  <a:lnTo>
                    <a:pt x="311986" y="5927700"/>
                  </a:lnTo>
                  <a:cubicBezTo>
                    <a:pt x="139616" y="5927700"/>
                    <a:pt x="0" y="5788093"/>
                    <a:pt x="0" y="5615714"/>
                  </a:cubicBezTo>
                  <a:lnTo>
                    <a:pt x="0" y="1459336"/>
                  </a:lnTo>
                  <a:lnTo>
                    <a:pt x="7" y="1459336"/>
                  </a:lnTo>
                  <a:lnTo>
                    <a:pt x="7" y="575905"/>
                  </a:lnTo>
                  <a:lnTo>
                    <a:pt x="311987" y="575905"/>
                  </a:lnTo>
                  <a:lnTo>
                    <a:pt x="311987" y="5000415"/>
                  </a:lnTo>
                  <a:lnTo>
                    <a:pt x="311986" y="5000415"/>
                  </a:lnTo>
                  <a:lnTo>
                    <a:pt x="311986" y="5615714"/>
                  </a:lnTo>
                  <a:lnTo>
                    <a:pt x="2651868" y="5615714"/>
                  </a:lnTo>
                  <a:lnTo>
                    <a:pt x="2651868" y="311987"/>
                  </a:lnTo>
                  <a:lnTo>
                    <a:pt x="588533" y="311987"/>
                  </a:lnTo>
                  <a:lnTo>
                    <a:pt x="588533" y="7"/>
                  </a:lnTo>
                  <a:lnTo>
                    <a:pt x="1370835" y="7"/>
                  </a:lnTo>
                  <a:close/>
                </a:path>
              </a:pathLst>
            </a:custGeom>
            <a:solidFill>
              <a:schemeClr val="accent2"/>
            </a:solidFill>
            <a:ln w="9525" cap="flat">
              <a:noFill/>
              <a:prstDash val="solid"/>
              <a:miter/>
            </a:ln>
          </p:spPr>
          <p:txBody>
            <a:bodyPr wrap="square" rtlCol="0" anchor="ctr">
              <a:noAutofit/>
            </a:bodyPr>
            <a:lstStyle/>
            <a:p>
              <a:endParaRPr lang="en-US"/>
            </a:p>
          </p:txBody>
        </p:sp>
        <p:sp>
          <p:nvSpPr>
            <p:cNvPr id="149" name="Freeform: Shape 148">
              <a:extLst>
                <a:ext uri="{FF2B5EF4-FFF2-40B4-BE49-F238E27FC236}">
                  <a16:creationId xmlns:a16="http://schemas.microsoft.com/office/drawing/2014/main" id="{88DB27BB-301D-5B95-D80D-A9DDE752289E}"/>
                </a:ext>
                <a:ext uri="{C183D7F6-B498-43B3-948B-1728B52AA6E4}">
                  <adec:decorative xmlns:adec="http://schemas.microsoft.com/office/drawing/2017/decorative" val="1"/>
                </a:ext>
              </a:extLst>
            </p:cNvPr>
            <p:cNvSpPr/>
            <p:nvPr/>
          </p:nvSpPr>
          <p:spPr>
            <a:xfrm>
              <a:off x="2923630" y="810791"/>
              <a:ext cx="325559" cy="374134"/>
            </a:xfrm>
            <a:custGeom>
              <a:avLst/>
              <a:gdLst>
                <a:gd name="connsiteX0" fmla="*/ 701967 w 4883388"/>
                <a:gd name="connsiteY0" fmla="*/ 5454072 h 5612012"/>
                <a:gd name="connsiteX1" fmla="*/ 1013947 w 4883388"/>
                <a:gd name="connsiteY1" fmla="*/ 5454072 h 5612012"/>
                <a:gd name="connsiteX2" fmla="*/ 1013947 w 4883388"/>
                <a:gd name="connsiteY2" fmla="*/ 5612012 h 5612012"/>
                <a:gd name="connsiteX3" fmla="*/ 701967 w 4883388"/>
                <a:gd name="connsiteY3" fmla="*/ 5612012 h 5612012"/>
                <a:gd name="connsiteX4" fmla="*/ 2107840 w 4883388"/>
                <a:gd name="connsiteY4" fmla="*/ 5286764 h 5612012"/>
                <a:gd name="connsiteX5" fmla="*/ 2419820 w 4883388"/>
                <a:gd name="connsiteY5" fmla="*/ 5286764 h 5612012"/>
                <a:gd name="connsiteX6" fmla="*/ 2419820 w 4883388"/>
                <a:gd name="connsiteY6" fmla="*/ 5607715 h 5612012"/>
                <a:gd name="connsiteX7" fmla="*/ 2107840 w 4883388"/>
                <a:gd name="connsiteY7" fmla="*/ 5607715 h 5612012"/>
                <a:gd name="connsiteX8" fmla="*/ 1170713 w 4883388"/>
                <a:gd name="connsiteY8" fmla="*/ 4518118 h 5612012"/>
                <a:gd name="connsiteX9" fmla="*/ 2417870 w 4883388"/>
                <a:gd name="connsiteY9" fmla="*/ 4518118 h 5612012"/>
                <a:gd name="connsiteX10" fmla="*/ 2417870 w 4883388"/>
                <a:gd name="connsiteY10" fmla="*/ 4676058 h 5612012"/>
                <a:gd name="connsiteX11" fmla="*/ 1170713 w 4883388"/>
                <a:gd name="connsiteY11" fmla="*/ 4676058 h 5612012"/>
                <a:gd name="connsiteX12" fmla="*/ 1170713 w 4883388"/>
                <a:gd name="connsiteY12" fmla="*/ 4206138 h 5612012"/>
                <a:gd name="connsiteX13" fmla="*/ 2417870 w 4883388"/>
                <a:gd name="connsiteY13" fmla="*/ 4206138 h 5612012"/>
                <a:gd name="connsiteX14" fmla="*/ 2417870 w 4883388"/>
                <a:gd name="connsiteY14" fmla="*/ 4362131 h 5612012"/>
                <a:gd name="connsiteX15" fmla="*/ 1170713 w 4883388"/>
                <a:gd name="connsiteY15" fmla="*/ 4362131 h 5612012"/>
                <a:gd name="connsiteX16" fmla="*/ 1170713 w 4883388"/>
                <a:gd name="connsiteY16" fmla="*/ 3892197 h 5612012"/>
                <a:gd name="connsiteX17" fmla="*/ 2417870 w 4883388"/>
                <a:gd name="connsiteY17" fmla="*/ 3892197 h 5612012"/>
                <a:gd name="connsiteX18" fmla="*/ 2417870 w 4883388"/>
                <a:gd name="connsiteY18" fmla="*/ 4050137 h 5612012"/>
                <a:gd name="connsiteX19" fmla="*/ 1170713 w 4883388"/>
                <a:gd name="connsiteY19" fmla="*/ 4050137 h 5612012"/>
                <a:gd name="connsiteX20" fmla="*/ 1170713 w 4883388"/>
                <a:gd name="connsiteY20" fmla="*/ 3580210 h 5612012"/>
                <a:gd name="connsiteX21" fmla="*/ 2417870 w 4883388"/>
                <a:gd name="connsiteY21" fmla="*/ 3580210 h 5612012"/>
                <a:gd name="connsiteX22" fmla="*/ 2417870 w 4883388"/>
                <a:gd name="connsiteY22" fmla="*/ 3736203 h 5612012"/>
                <a:gd name="connsiteX23" fmla="*/ 1170713 w 4883388"/>
                <a:gd name="connsiteY23" fmla="*/ 3736203 h 5612012"/>
                <a:gd name="connsiteX24" fmla="*/ 1170713 w 4883388"/>
                <a:gd name="connsiteY24" fmla="*/ 3266277 h 5612012"/>
                <a:gd name="connsiteX25" fmla="*/ 2417870 w 4883388"/>
                <a:gd name="connsiteY25" fmla="*/ 3266277 h 5612012"/>
                <a:gd name="connsiteX26" fmla="*/ 2417870 w 4883388"/>
                <a:gd name="connsiteY26" fmla="*/ 3424217 h 5612012"/>
                <a:gd name="connsiteX27" fmla="*/ 1170713 w 4883388"/>
                <a:gd name="connsiteY27" fmla="*/ 3424217 h 5612012"/>
                <a:gd name="connsiteX28" fmla="*/ 1170713 w 4883388"/>
                <a:gd name="connsiteY28" fmla="*/ 2954297 h 5612012"/>
                <a:gd name="connsiteX29" fmla="*/ 2417870 w 4883388"/>
                <a:gd name="connsiteY29" fmla="*/ 2954297 h 5612012"/>
                <a:gd name="connsiteX30" fmla="*/ 2417870 w 4883388"/>
                <a:gd name="connsiteY30" fmla="*/ 3110290 h 5612012"/>
                <a:gd name="connsiteX31" fmla="*/ 1170713 w 4883388"/>
                <a:gd name="connsiteY31" fmla="*/ 3110290 h 5612012"/>
                <a:gd name="connsiteX32" fmla="*/ 1170713 w 4883388"/>
                <a:gd name="connsiteY32" fmla="*/ 2646217 h 5612012"/>
                <a:gd name="connsiteX33" fmla="*/ 2417870 w 4883388"/>
                <a:gd name="connsiteY33" fmla="*/ 2646217 h 5612012"/>
                <a:gd name="connsiteX34" fmla="*/ 2417870 w 4883388"/>
                <a:gd name="connsiteY34" fmla="*/ 2802210 h 5612012"/>
                <a:gd name="connsiteX35" fmla="*/ 1170713 w 4883388"/>
                <a:gd name="connsiteY35" fmla="*/ 2802210 h 5612012"/>
                <a:gd name="connsiteX36" fmla="*/ 4181775 w 4883388"/>
                <a:gd name="connsiteY36" fmla="*/ 2208094 h 5612012"/>
                <a:gd name="connsiteX37" fmla="*/ 4057755 w 4883388"/>
                <a:gd name="connsiteY37" fmla="*/ 2478818 h 5612012"/>
                <a:gd name="connsiteX38" fmla="*/ 3922397 w 4883388"/>
                <a:gd name="connsiteY38" fmla="*/ 2668978 h 5612012"/>
                <a:gd name="connsiteX39" fmla="*/ 4450191 w 4883388"/>
                <a:gd name="connsiteY39" fmla="*/ 2267506 h 5612012"/>
                <a:gd name="connsiteX40" fmla="*/ 4181775 w 4883388"/>
                <a:gd name="connsiteY40" fmla="*/ 2208094 h 5612012"/>
                <a:gd name="connsiteX41" fmla="*/ 3494393 w 4883388"/>
                <a:gd name="connsiteY41" fmla="*/ 2142336 h 5612012"/>
                <a:gd name="connsiteX42" fmla="*/ 3494393 w 4883388"/>
                <a:gd name="connsiteY42" fmla="*/ 2762038 h 5612012"/>
                <a:gd name="connsiteX43" fmla="*/ 3924701 w 4883388"/>
                <a:gd name="connsiteY43" fmla="*/ 2401715 h 5612012"/>
                <a:gd name="connsiteX44" fmla="*/ 4027183 w 4883388"/>
                <a:gd name="connsiteY44" fmla="*/ 2183290 h 5612012"/>
                <a:gd name="connsiteX45" fmla="*/ 3494393 w 4883388"/>
                <a:gd name="connsiteY45" fmla="*/ 2142336 h 5612012"/>
                <a:gd name="connsiteX46" fmla="*/ 4302909 w 4883388"/>
                <a:gd name="connsiteY46" fmla="*/ 1533207 h 5612012"/>
                <a:gd name="connsiteX47" fmla="*/ 4227728 w 4883388"/>
                <a:gd name="connsiteY47" fmla="*/ 2060043 h 5612012"/>
                <a:gd name="connsiteX48" fmla="*/ 4543061 w 4883388"/>
                <a:gd name="connsiteY48" fmla="*/ 2133298 h 5612012"/>
                <a:gd name="connsiteX49" fmla="*/ 4727452 w 4883388"/>
                <a:gd name="connsiteY49" fmla="*/ 1533207 h 5612012"/>
                <a:gd name="connsiteX50" fmla="*/ 3494393 w 4883388"/>
                <a:gd name="connsiteY50" fmla="*/ 1533207 h 5612012"/>
                <a:gd name="connsiteX51" fmla="*/ 3494393 w 4883388"/>
                <a:gd name="connsiteY51" fmla="*/ 1988517 h 5612012"/>
                <a:gd name="connsiteX52" fmla="*/ 4075447 w 4883388"/>
                <a:gd name="connsiteY52" fmla="*/ 2034664 h 5612012"/>
                <a:gd name="connsiteX53" fmla="*/ 4148896 w 4883388"/>
                <a:gd name="connsiteY53" fmla="*/ 1533207 h 5612012"/>
                <a:gd name="connsiteX54" fmla="*/ 4076216 w 4883388"/>
                <a:gd name="connsiteY54" fmla="*/ 890045 h 5612012"/>
                <a:gd name="connsiteX55" fmla="*/ 3494393 w 4883388"/>
                <a:gd name="connsiteY55" fmla="*/ 936383 h 5612012"/>
                <a:gd name="connsiteX56" fmla="*/ 3494393 w 4883388"/>
                <a:gd name="connsiteY56" fmla="*/ 1378040 h 5612012"/>
                <a:gd name="connsiteX57" fmla="*/ 4148511 w 4883388"/>
                <a:gd name="connsiteY57" fmla="*/ 1378040 h 5612012"/>
                <a:gd name="connsiteX58" fmla="*/ 4076216 w 4883388"/>
                <a:gd name="connsiteY58" fmla="*/ 890045 h 5612012"/>
                <a:gd name="connsiteX59" fmla="*/ 4544024 w 4883388"/>
                <a:gd name="connsiteY59" fmla="*/ 791214 h 5612012"/>
                <a:gd name="connsiteX60" fmla="*/ 4228307 w 4883388"/>
                <a:gd name="connsiteY60" fmla="*/ 864856 h 5612012"/>
                <a:gd name="connsiteX61" fmla="*/ 4302331 w 4883388"/>
                <a:gd name="connsiteY61" fmla="*/ 1378040 h 5612012"/>
                <a:gd name="connsiteX62" fmla="*/ 4726492 w 4883388"/>
                <a:gd name="connsiteY62" fmla="*/ 1378040 h 5612012"/>
                <a:gd name="connsiteX63" fmla="*/ 4544024 w 4883388"/>
                <a:gd name="connsiteY63" fmla="*/ 791214 h 5612012"/>
                <a:gd name="connsiteX64" fmla="*/ 0 w 4883388"/>
                <a:gd name="connsiteY64" fmla="*/ 540323 h 5612012"/>
                <a:gd name="connsiteX65" fmla="*/ 467980 w 4883388"/>
                <a:gd name="connsiteY65" fmla="*/ 540323 h 5612012"/>
                <a:gd name="connsiteX66" fmla="*/ 467980 w 4883388"/>
                <a:gd name="connsiteY66" fmla="*/ 1008303 h 5612012"/>
                <a:gd name="connsiteX67" fmla="*/ 0 w 4883388"/>
                <a:gd name="connsiteY67" fmla="*/ 1008303 h 5612012"/>
                <a:gd name="connsiteX68" fmla="*/ 3922397 w 4883388"/>
                <a:gd name="connsiteY68" fmla="*/ 253420 h 5612012"/>
                <a:gd name="connsiteX69" fmla="*/ 4057755 w 4883388"/>
                <a:gd name="connsiteY69" fmla="*/ 443580 h 5612012"/>
                <a:gd name="connsiteX70" fmla="*/ 4182544 w 4883388"/>
                <a:gd name="connsiteY70" fmla="*/ 716417 h 5612012"/>
                <a:gd name="connsiteX71" fmla="*/ 4451539 w 4883388"/>
                <a:gd name="connsiteY71" fmla="*/ 656814 h 5612012"/>
                <a:gd name="connsiteX72" fmla="*/ 3922397 w 4883388"/>
                <a:gd name="connsiteY72" fmla="*/ 253420 h 5612012"/>
                <a:gd name="connsiteX73" fmla="*/ 3494393 w 4883388"/>
                <a:gd name="connsiteY73" fmla="*/ 160550 h 5612012"/>
                <a:gd name="connsiteX74" fmla="*/ 3494393 w 4883388"/>
                <a:gd name="connsiteY74" fmla="*/ 782563 h 5612012"/>
                <a:gd name="connsiteX75" fmla="*/ 4027956 w 4883388"/>
                <a:gd name="connsiteY75" fmla="*/ 741606 h 5612012"/>
                <a:gd name="connsiteX76" fmla="*/ 3924701 w 4883388"/>
                <a:gd name="connsiteY76" fmla="*/ 521065 h 5612012"/>
                <a:gd name="connsiteX77" fmla="*/ 3494393 w 4883388"/>
                <a:gd name="connsiteY77" fmla="*/ 160550 h 5612012"/>
                <a:gd name="connsiteX78" fmla="*/ 3421904 w 4883388"/>
                <a:gd name="connsiteY78" fmla="*/ 0 h 5612012"/>
                <a:gd name="connsiteX79" fmla="*/ 4880696 w 4883388"/>
                <a:gd name="connsiteY79" fmla="*/ 1377849 h 5612012"/>
                <a:gd name="connsiteX80" fmla="*/ 4883388 w 4883388"/>
                <a:gd name="connsiteY80" fmla="*/ 1377849 h 5612012"/>
                <a:gd name="connsiteX81" fmla="*/ 4883388 w 4883388"/>
                <a:gd name="connsiteY81" fmla="*/ 1533013 h 5612012"/>
                <a:gd name="connsiteX82" fmla="*/ 4881659 w 4883388"/>
                <a:gd name="connsiteY82" fmla="*/ 1533013 h 5612012"/>
                <a:gd name="connsiteX83" fmla="*/ 3422097 w 4883388"/>
                <a:gd name="connsiteY83" fmla="*/ 2922398 h 5612012"/>
                <a:gd name="connsiteX84" fmla="*/ 3174476 w 4883388"/>
                <a:gd name="connsiteY84" fmla="*/ 2886655 h 5612012"/>
                <a:gd name="connsiteX85" fmla="*/ 3174476 w 4883388"/>
                <a:gd name="connsiteY85" fmla="*/ 2684476 h 5612012"/>
                <a:gd name="connsiteX86" fmla="*/ 3231729 w 4883388"/>
                <a:gd name="connsiteY86" fmla="*/ 2722336 h 5612012"/>
                <a:gd name="connsiteX87" fmla="*/ 3349608 w 4883388"/>
                <a:gd name="connsiteY87" fmla="*/ 2762038 h 5612012"/>
                <a:gd name="connsiteX88" fmla="*/ 3349608 w 4883388"/>
                <a:gd name="connsiteY88" fmla="*/ 2142142 h 5612012"/>
                <a:gd name="connsiteX89" fmla="*/ 3174476 w 4883388"/>
                <a:gd name="connsiteY89" fmla="*/ 2155604 h 5612012"/>
                <a:gd name="connsiteX90" fmla="*/ 3174476 w 4883388"/>
                <a:gd name="connsiteY90" fmla="*/ 2002425 h 5612012"/>
                <a:gd name="connsiteX91" fmla="*/ 3349608 w 4883388"/>
                <a:gd name="connsiteY91" fmla="*/ 1988517 h 5612012"/>
                <a:gd name="connsiteX92" fmla="*/ 3349608 w 4883388"/>
                <a:gd name="connsiteY92" fmla="*/ 1533207 h 5612012"/>
                <a:gd name="connsiteX93" fmla="*/ 3174476 w 4883388"/>
                <a:gd name="connsiteY93" fmla="*/ 1533207 h 5612012"/>
                <a:gd name="connsiteX94" fmla="*/ 3174476 w 4883388"/>
                <a:gd name="connsiteY94" fmla="*/ 1377849 h 5612012"/>
                <a:gd name="connsiteX95" fmla="*/ 3349608 w 4883388"/>
                <a:gd name="connsiteY95" fmla="*/ 1377849 h 5612012"/>
                <a:gd name="connsiteX96" fmla="*/ 3349608 w 4883388"/>
                <a:gd name="connsiteY96" fmla="*/ 936189 h 5612012"/>
                <a:gd name="connsiteX97" fmla="*/ 3174476 w 4883388"/>
                <a:gd name="connsiteY97" fmla="*/ 922241 h 5612012"/>
                <a:gd name="connsiteX98" fmla="*/ 3174476 w 4883388"/>
                <a:gd name="connsiteY98" fmla="*/ 769120 h 5612012"/>
                <a:gd name="connsiteX99" fmla="*/ 3349608 w 4883388"/>
                <a:gd name="connsiteY99" fmla="*/ 782563 h 5612012"/>
                <a:gd name="connsiteX100" fmla="*/ 3349608 w 4883388"/>
                <a:gd name="connsiteY100" fmla="*/ 160550 h 5612012"/>
                <a:gd name="connsiteX101" fmla="*/ 3014572 w 4883388"/>
                <a:gd name="connsiteY101" fmla="*/ 381971 h 5612012"/>
                <a:gd name="connsiteX102" fmla="*/ 2953318 w 4883388"/>
                <a:gd name="connsiteY102" fmla="*/ 471395 h 5612012"/>
                <a:gd name="connsiteX103" fmla="*/ 2773799 w 4883388"/>
                <a:gd name="connsiteY103" fmla="*/ 471395 h 5612012"/>
                <a:gd name="connsiteX104" fmla="*/ 2786433 w 4883388"/>
                <a:gd name="connsiteY104" fmla="*/ 443773 h 5612012"/>
                <a:gd name="connsiteX105" fmla="*/ 2921604 w 4883388"/>
                <a:gd name="connsiteY105" fmla="*/ 253804 h 5612012"/>
                <a:gd name="connsiteX106" fmla="*/ 2630307 w 4883388"/>
                <a:gd name="connsiteY106" fmla="*/ 422021 h 5612012"/>
                <a:gd name="connsiteX107" fmla="*/ 2580373 w 4883388"/>
                <a:gd name="connsiteY107" fmla="*/ 471395 h 5612012"/>
                <a:gd name="connsiteX108" fmla="*/ 2352172 w 4883388"/>
                <a:gd name="connsiteY108" fmla="*/ 471395 h 5612012"/>
                <a:gd name="connsiteX109" fmla="*/ 2639634 w 4883388"/>
                <a:gd name="connsiteY109" fmla="*/ 227582 h 5612012"/>
                <a:gd name="connsiteX110" fmla="*/ 3421904 w 4883388"/>
                <a:gd name="connsiteY110" fmla="*/ 0 h 561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4883388" h="5612012">
                  <a:moveTo>
                    <a:pt x="701967" y="5454072"/>
                  </a:moveTo>
                  <a:lnTo>
                    <a:pt x="1013947" y="5454072"/>
                  </a:lnTo>
                  <a:lnTo>
                    <a:pt x="1013947" y="5612012"/>
                  </a:lnTo>
                  <a:lnTo>
                    <a:pt x="701967" y="5612012"/>
                  </a:lnTo>
                  <a:close/>
                  <a:moveTo>
                    <a:pt x="2107840" y="5286764"/>
                  </a:moveTo>
                  <a:lnTo>
                    <a:pt x="2419820" y="5286764"/>
                  </a:lnTo>
                  <a:lnTo>
                    <a:pt x="2419820" y="5607715"/>
                  </a:lnTo>
                  <a:lnTo>
                    <a:pt x="2107840" y="5607715"/>
                  </a:lnTo>
                  <a:close/>
                  <a:moveTo>
                    <a:pt x="1170713" y="4518118"/>
                  </a:moveTo>
                  <a:lnTo>
                    <a:pt x="2417870" y="4518118"/>
                  </a:lnTo>
                  <a:lnTo>
                    <a:pt x="2417870" y="4676058"/>
                  </a:lnTo>
                  <a:lnTo>
                    <a:pt x="1170713" y="4676058"/>
                  </a:lnTo>
                  <a:close/>
                  <a:moveTo>
                    <a:pt x="1170713" y="4206138"/>
                  </a:moveTo>
                  <a:lnTo>
                    <a:pt x="2417870" y="4206138"/>
                  </a:lnTo>
                  <a:lnTo>
                    <a:pt x="2417870" y="4362131"/>
                  </a:lnTo>
                  <a:lnTo>
                    <a:pt x="1170713" y="4362131"/>
                  </a:lnTo>
                  <a:close/>
                  <a:moveTo>
                    <a:pt x="1170713" y="3892197"/>
                  </a:moveTo>
                  <a:lnTo>
                    <a:pt x="2417870" y="3892197"/>
                  </a:lnTo>
                  <a:lnTo>
                    <a:pt x="2417870" y="4050137"/>
                  </a:lnTo>
                  <a:lnTo>
                    <a:pt x="1170713" y="4050137"/>
                  </a:lnTo>
                  <a:close/>
                  <a:moveTo>
                    <a:pt x="1170713" y="3580210"/>
                  </a:moveTo>
                  <a:lnTo>
                    <a:pt x="2417870" y="3580210"/>
                  </a:lnTo>
                  <a:lnTo>
                    <a:pt x="2417870" y="3736203"/>
                  </a:lnTo>
                  <a:lnTo>
                    <a:pt x="1170713" y="3736203"/>
                  </a:lnTo>
                  <a:close/>
                  <a:moveTo>
                    <a:pt x="1170713" y="3266277"/>
                  </a:moveTo>
                  <a:lnTo>
                    <a:pt x="2417870" y="3266277"/>
                  </a:lnTo>
                  <a:lnTo>
                    <a:pt x="2417870" y="3424217"/>
                  </a:lnTo>
                  <a:lnTo>
                    <a:pt x="1170713" y="3424217"/>
                  </a:lnTo>
                  <a:close/>
                  <a:moveTo>
                    <a:pt x="1170713" y="2954297"/>
                  </a:moveTo>
                  <a:lnTo>
                    <a:pt x="2417870" y="2954297"/>
                  </a:lnTo>
                  <a:lnTo>
                    <a:pt x="2417870" y="3110290"/>
                  </a:lnTo>
                  <a:lnTo>
                    <a:pt x="1170713" y="3110290"/>
                  </a:lnTo>
                  <a:close/>
                  <a:moveTo>
                    <a:pt x="1170713" y="2646217"/>
                  </a:moveTo>
                  <a:lnTo>
                    <a:pt x="2417870" y="2646217"/>
                  </a:lnTo>
                  <a:lnTo>
                    <a:pt x="2417870" y="2802210"/>
                  </a:lnTo>
                  <a:lnTo>
                    <a:pt x="1170713" y="2802210"/>
                  </a:lnTo>
                  <a:close/>
                  <a:moveTo>
                    <a:pt x="4181775" y="2208094"/>
                  </a:moveTo>
                  <a:cubicBezTo>
                    <a:pt x="4147358" y="2305194"/>
                    <a:pt x="4105825" y="2396140"/>
                    <a:pt x="4057755" y="2478818"/>
                  </a:cubicBezTo>
                  <a:cubicBezTo>
                    <a:pt x="4016226" y="2550345"/>
                    <a:pt x="3970848" y="2613990"/>
                    <a:pt x="3922397" y="2668978"/>
                  </a:cubicBezTo>
                  <a:cubicBezTo>
                    <a:pt x="4131017" y="2582264"/>
                    <a:pt x="4312329" y="2442860"/>
                    <a:pt x="4450191" y="2267506"/>
                  </a:cubicBezTo>
                  <a:cubicBezTo>
                    <a:pt x="4363475" y="2244628"/>
                    <a:pt x="4273875" y="2224823"/>
                    <a:pt x="4181775" y="2208094"/>
                  </a:cubicBezTo>
                  <a:close/>
                  <a:moveTo>
                    <a:pt x="3494393" y="2142336"/>
                  </a:moveTo>
                  <a:lnTo>
                    <a:pt x="3494393" y="2762038"/>
                  </a:lnTo>
                  <a:cubicBezTo>
                    <a:pt x="3654365" y="2732814"/>
                    <a:pt x="3804917" y="2607450"/>
                    <a:pt x="3924701" y="2401715"/>
                  </a:cubicBezTo>
                  <a:cubicBezTo>
                    <a:pt x="3963735" y="2334612"/>
                    <a:pt x="3997962" y="2261354"/>
                    <a:pt x="4027183" y="2183290"/>
                  </a:cubicBezTo>
                  <a:cubicBezTo>
                    <a:pt x="3855291" y="2159061"/>
                    <a:pt x="3676477" y="2145218"/>
                    <a:pt x="3494393" y="2142336"/>
                  </a:cubicBezTo>
                  <a:close/>
                  <a:moveTo>
                    <a:pt x="4302909" y="1533207"/>
                  </a:moveTo>
                  <a:cubicBezTo>
                    <a:pt x="4297526" y="1717408"/>
                    <a:pt x="4271762" y="1895454"/>
                    <a:pt x="4227728" y="2060043"/>
                  </a:cubicBezTo>
                  <a:cubicBezTo>
                    <a:pt x="4336367" y="2080230"/>
                    <a:pt x="4441732" y="2104842"/>
                    <a:pt x="4543061" y="2133298"/>
                  </a:cubicBezTo>
                  <a:cubicBezTo>
                    <a:pt x="4649583" y="1956213"/>
                    <a:pt x="4715532" y="1751825"/>
                    <a:pt x="4727452" y="1533207"/>
                  </a:cubicBezTo>
                  <a:close/>
                  <a:moveTo>
                    <a:pt x="3494393" y="1533207"/>
                  </a:moveTo>
                  <a:lnTo>
                    <a:pt x="3494393" y="1988517"/>
                  </a:lnTo>
                  <a:cubicBezTo>
                    <a:pt x="3693012" y="1991593"/>
                    <a:pt x="3888170" y="2007168"/>
                    <a:pt x="4075447" y="2034664"/>
                  </a:cubicBezTo>
                  <a:cubicBezTo>
                    <a:pt x="4118515" y="1879303"/>
                    <a:pt x="4143512" y="1709524"/>
                    <a:pt x="4148896" y="1533207"/>
                  </a:cubicBezTo>
                  <a:close/>
                  <a:moveTo>
                    <a:pt x="4076216" y="890045"/>
                  </a:moveTo>
                  <a:cubicBezTo>
                    <a:pt x="3888748" y="917731"/>
                    <a:pt x="3693396" y="933307"/>
                    <a:pt x="3494393" y="936383"/>
                  </a:cubicBezTo>
                  <a:lnTo>
                    <a:pt x="3494393" y="1378040"/>
                  </a:lnTo>
                  <a:lnTo>
                    <a:pt x="4148511" y="1378040"/>
                  </a:lnTo>
                  <a:cubicBezTo>
                    <a:pt x="4142553" y="1206532"/>
                    <a:pt x="4117943" y="1041557"/>
                    <a:pt x="4076216" y="890045"/>
                  </a:cubicBezTo>
                  <a:close/>
                  <a:moveTo>
                    <a:pt x="4544024" y="791214"/>
                  </a:moveTo>
                  <a:cubicBezTo>
                    <a:pt x="4442501" y="819672"/>
                    <a:pt x="4337136" y="844282"/>
                    <a:pt x="4228307" y="864856"/>
                  </a:cubicBezTo>
                  <a:cubicBezTo>
                    <a:pt x="4270993" y="1025213"/>
                    <a:pt x="4296372" y="1198644"/>
                    <a:pt x="4302331" y="1378040"/>
                  </a:cubicBezTo>
                  <a:lnTo>
                    <a:pt x="4726492" y="1378040"/>
                  </a:lnTo>
                  <a:cubicBezTo>
                    <a:pt x="4712840" y="1164615"/>
                    <a:pt x="4648045" y="964842"/>
                    <a:pt x="4544024" y="791214"/>
                  </a:cubicBezTo>
                  <a:close/>
                  <a:moveTo>
                    <a:pt x="0" y="540323"/>
                  </a:moveTo>
                  <a:lnTo>
                    <a:pt x="467980" y="540323"/>
                  </a:lnTo>
                  <a:lnTo>
                    <a:pt x="467980" y="1008303"/>
                  </a:lnTo>
                  <a:lnTo>
                    <a:pt x="0" y="1008303"/>
                  </a:lnTo>
                  <a:close/>
                  <a:moveTo>
                    <a:pt x="3922397" y="253420"/>
                  </a:moveTo>
                  <a:cubicBezTo>
                    <a:pt x="3970848" y="308411"/>
                    <a:pt x="4016035" y="372056"/>
                    <a:pt x="4057755" y="443580"/>
                  </a:cubicBezTo>
                  <a:cubicBezTo>
                    <a:pt x="4106210" y="527027"/>
                    <a:pt x="4147936" y="618549"/>
                    <a:pt x="4182544" y="716417"/>
                  </a:cubicBezTo>
                  <a:cubicBezTo>
                    <a:pt x="4274838" y="699691"/>
                    <a:pt x="4364628" y="679696"/>
                    <a:pt x="4451539" y="656814"/>
                  </a:cubicBezTo>
                  <a:cubicBezTo>
                    <a:pt x="4313676" y="480689"/>
                    <a:pt x="4131786" y="340521"/>
                    <a:pt x="3922397" y="253420"/>
                  </a:cubicBezTo>
                  <a:close/>
                  <a:moveTo>
                    <a:pt x="3494393" y="160550"/>
                  </a:moveTo>
                  <a:lnTo>
                    <a:pt x="3494393" y="782563"/>
                  </a:lnTo>
                  <a:cubicBezTo>
                    <a:pt x="3676861" y="779678"/>
                    <a:pt x="3855869" y="765834"/>
                    <a:pt x="4027956" y="741606"/>
                  </a:cubicBezTo>
                  <a:cubicBezTo>
                    <a:pt x="3998537" y="662773"/>
                    <a:pt x="3964120" y="588749"/>
                    <a:pt x="3924701" y="521065"/>
                  </a:cubicBezTo>
                  <a:cubicBezTo>
                    <a:pt x="3804917" y="315142"/>
                    <a:pt x="3654365" y="189778"/>
                    <a:pt x="3494393" y="160550"/>
                  </a:cubicBezTo>
                  <a:close/>
                  <a:moveTo>
                    <a:pt x="3421904" y="0"/>
                  </a:moveTo>
                  <a:cubicBezTo>
                    <a:pt x="4199848" y="0"/>
                    <a:pt x="4837435" y="610858"/>
                    <a:pt x="4880696" y="1377849"/>
                  </a:cubicBezTo>
                  <a:lnTo>
                    <a:pt x="4883388" y="1377849"/>
                  </a:lnTo>
                  <a:lnTo>
                    <a:pt x="4883388" y="1533013"/>
                  </a:lnTo>
                  <a:lnTo>
                    <a:pt x="4881659" y="1533013"/>
                  </a:lnTo>
                  <a:cubicBezTo>
                    <a:pt x="4843972" y="2305578"/>
                    <a:pt x="4203693" y="2922398"/>
                    <a:pt x="3422097" y="2922398"/>
                  </a:cubicBezTo>
                  <a:lnTo>
                    <a:pt x="3174476" y="2886655"/>
                  </a:lnTo>
                  <a:lnTo>
                    <a:pt x="3174476" y="2684476"/>
                  </a:lnTo>
                  <a:lnTo>
                    <a:pt x="3231729" y="2722336"/>
                  </a:lnTo>
                  <a:cubicBezTo>
                    <a:pt x="3270210" y="2741418"/>
                    <a:pt x="3309617" y="2754732"/>
                    <a:pt x="3349608" y="2762038"/>
                  </a:cubicBezTo>
                  <a:lnTo>
                    <a:pt x="3349608" y="2142142"/>
                  </a:lnTo>
                  <a:lnTo>
                    <a:pt x="3174476" y="2155604"/>
                  </a:lnTo>
                  <a:lnTo>
                    <a:pt x="3174476" y="2002425"/>
                  </a:lnTo>
                  <a:lnTo>
                    <a:pt x="3349608" y="1988517"/>
                  </a:lnTo>
                  <a:lnTo>
                    <a:pt x="3349608" y="1533207"/>
                  </a:lnTo>
                  <a:lnTo>
                    <a:pt x="3174476" y="1533207"/>
                  </a:lnTo>
                  <a:lnTo>
                    <a:pt x="3174476" y="1377849"/>
                  </a:lnTo>
                  <a:lnTo>
                    <a:pt x="3349608" y="1377849"/>
                  </a:lnTo>
                  <a:lnTo>
                    <a:pt x="3349608" y="936189"/>
                  </a:lnTo>
                  <a:lnTo>
                    <a:pt x="3174476" y="922241"/>
                  </a:lnTo>
                  <a:lnTo>
                    <a:pt x="3174476" y="769120"/>
                  </a:lnTo>
                  <a:lnTo>
                    <a:pt x="3349608" y="782563"/>
                  </a:lnTo>
                  <a:lnTo>
                    <a:pt x="3349608" y="160550"/>
                  </a:lnTo>
                  <a:cubicBezTo>
                    <a:pt x="3229628" y="182472"/>
                    <a:pt x="3114948" y="258468"/>
                    <a:pt x="3014572" y="381971"/>
                  </a:cubicBezTo>
                  <a:lnTo>
                    <a:pt x="2953318" y="471395"/>
                  </a:lnTo>
                  <a:lnTo>
                    <a:pt x="2773799" y="471395"/>
                  </a:lnTo>
                  <a:lnTo>
                    <a:pt x="2786433" y="443773"/>
                  </a:lnTo>
                  <a:cubicBezTo>
                    <a:pt x="2827966" y="372244"/>
                    <a:pt x="2873341" y="308796"/>
                    <a:pt x="2921604" y="253804"/>
                  </a:cubicBezTo>
                  <a:cubicBezTo>
                    <a:pt x="2816910" y="297355"/>
                    <a:pt x="2719137" y="354125"/>
                    <a:pt x="2630307" y="422021"/>
                  </a:cubicBezTo>
                  <a:lnTo>
                    <a:pt x="2580373" y="471395"/>
                  </a:lnTo>
                  <a:lnTo>
                    <a:pt x="2352172" y="471395"/>
                  </a:lnTo>
                  <a:lnTo>
                    <a:pt x="2639634" y="227582"/>
                  </a:lnTo>
                  <a:cubicBezTo>
                    <a:pt x="2865890" y="83524"/>
                    <a:pt x="3134285" y="0"/>
                    <a:pt x="3421904" y="0"/>
                  </a:cubicBez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831" name="Group 2830">
            <a:extLst>
              <a:ext uri="{FF2B5EF4-FFF2-40B4-BE49-F238E27FC236}">
                <a16:creationId xmlns:a16="http://schemas.microsoft.com/office/drawing/2014/main" id="{ACBAC4BE-5836-190C-5102-F31F7C5DDA42}"/>
              </a:ext>
              <a:ext uri="{C183D7F6-B498-43B3-948B-1728B52AA6E4}">
                <adec:decorative xmlns:adec="http://schemas.microsoft.com/office/drawing/2017/decorative" val="1"/>
              </a:ext>
            </a:extLst>
          </p:cNvPr>
          <p:cNvGrpSpPr>
            <a:grpSpLocks noChangeAspect="1"/>
          </p:cNvGrpSpPr>
          <p:nvPr/>
        </p:nvGrpSpPr>
        <p:grpSpPr>
          <a:xfrm>
            <a:off x="3424147" y="810791"/>
            <a:ext cx="340280" cy="457200"/>
            <a:chOff x="3424147" y="810791"/>
            <a:chExt cx="340280" cy="457200"/>
          </a:xfrm>
          <a:solidFill>
            <a:srgbClr val="FF0000"/>
          </a:solidFill>
        </p:grpSpPr>
        <p:sp>
          <p:nvSpPr>
            <p:cNvPr id="172" name="Freeform: Shape 171">
              <a:extLst>
                <a:ext uri="{FF2B5EF4-FFF2-40B4-BE49-F238E27FC236}">
                  <a16:creationId xmlns:a16="http://schemas.microsoft.com/office/drawing/2014/main" id="{4D236A60-BE02-DEC2-9D1E-544792DA7C9A}"/>
                </a:ext>
                <a:ext uri="{C183D7F6-B498-43B3-948B-1728B52AA6E4}">
                  <adec:decorative xmlns:adec="http://schemas.microsoft.com/office/drawing/2017/decorative" val="1"/>
                </a:ext>
              </a:extLst>
            </p:cNvPr>
            <p:cNvSpPr/>
            <p:nvPr/>
          </p:nvSpPr>
          <p:spPr>
            <a:xfrm>
              <a:off x="3564873" y="816073"/>
              <a:ext cx="199554" cy="422593"/>
            </a:xfrm>
            <a:custGeom>
              <a:avLst/>
              <a:gdLst>
                <a:gd name="connsiteX0" fmla="*/ 7 w 2993307"/>
                <a:gd name="connsiteY0" fmla="*/ 620989 h 6338899"/>
                <a:gd name="connsiteX1" fmla="*/ 316952 w 2993307"/>
                <a:gd name="connsiteY1" fmla="*/ 620989 h 6338899"/>
                <a:gd name="connsiteX2" fmla="*/ 316952 w 2993307"/>
                <a:gd name="connsiteY2" fmla="*/ 3682811 h 6338899"/>
                <a:gd name="connsiteX3" fmla="*/ 155132 w 2993307"/>
                <a:gd name="connsiteY3" fmla="*/ 3594975 h 6338899"/>
                <a:gd name="connsiteX4" fmla="*/ 7 w 2993307"/>
                <a:gd name="connsiteY4" fmla="*/ 3546827 h 6338899"/>
                <a:gd name="connsiteX5" fmla="*/ 7 w 2993307"/>
                <a:gd name="connsiteY5" fmla="*/ 3328567 h 6338899"/>
                <a:gd name="connsiteX6" fmla="*/ 0 w 2993307"/>
                <a:gd name="connsiteY6" fmla="*/ 3328567 h 6338899"/>
                <a:gd name="connsiteX7" fmla="*/ 0 w 2993307"/>
                <a:gd name="connsiteY7" fmla="*/ 1482541 h 6338899"/>
                <a:gd name="connsiteX8" fmla="*/ 7 w 2993307"/>
                <a:gd name="connsiteY8" fmla="*/ 1482541 h 6338899"/>
                <a:gd name="connsiteX9" fmla="*/ 1392630 w 2993307"/>
                <a:gd name="connsiteY9" fmla="*/ 0 h 6338899"/>
                <a:gd name="connsiteX10" fmla="*/ 2694031 w 2993307"/>
                <a:gd name="connsiteY10" fmla="*/ 0 h 6338899"/>
                <a:gd name="connsiteX11" fmla="*/ 2986076 w 2993307"/>
                <a:gd name="connsiteY11" fmla="*/ 193548 h 6338899"/>
                <a:gd name="connsiteX12" fmla="*/ 2993307 w 2993307"/>
                <a:gd name="connsiteY12" fmla="*/ 229393 h 6338899"/>
                <a:gd name="connsiteX13" fmla="*/ 2993307 w 2993307"/>
                <a:gd name="connsiteY13" fmla="*/ 6026027 h 6338899"/>
                <a:gd name="connsiteX14" fmla="*/ 2694031 w 2993307"/>
                <a:gd name="connsiteY14" fmla="*/ 6026027 h 6338899"/>
                <a:gd name="connsiteX15" fmla="*/ 2694031 w 2993307"/>
                <a:gd name="connsiteY15" fmla="*/ 6021954 h 6338899"/>
                <a:gd name="connsiteX16" fmla="*/ 2493624 w 2993307"/>
                <a:gd name="connsiteY16" fmla="*/ 6021954 h 6338899"/>
                <a:gd name="connsiteX17" fmla="*/ 2493624 w 2993307"/>
                <a:gd name="connsiteY17" fmla="*/ 6338899 h 6338899"/>
                <a:gd name="connsiteX18" fmla="*/ 2176679 w 2993307"/>
                <a:gd name="connsiteY18" fmla="*/ 6338899 h 6338899"/>
                <a:gd name="connsiteX19" fmla="*/ 2176679 w 2993307"/>
                <a:gd name="connsiteY19" fmla="*/ 6021954 h 6338899"/>
                <a:gd name="connsiteX20" fmla="*/ 1140474 w 2993307"/>
                <a:gd name="connsiteY20" fmla="*/ 6021954 h 6338899"/>
                <a:gd name="connsiteX21" fmla="*/ 1323464 w 2993307"/>
                <a:gd name="connsiteY21" fmla="*/ 5705007 h 6338899"/>
                <a:gd name="connsiteX22" fmla="*/ 2694031 w 2993307"/>
                <a:gd name="connsiteY22" fmla="*/ 5705007 h 6338899"/>
                <a:gd name="connsiteX23" fmla="*/ 2694031 w 2993307"/>
                <a:gd name="connsiteY23" fmla="*/ 316947 h 6338899"/>
                <a:gd name="connsiteX24" fmla="*/ 1928728 w 2993307"/>
                <a:gd name="connsiteY24" fmla="*/ 316947 h 6338899"/>
                <a:gd name="connsiteX25" fmla="*/ 1928728 w 2993307"/>
                <a:gd name="connsiteY25" fmla="*/ 316952 h 6338899"/>
                <a:gd name="connsiteX26" fmla="*/ 628879 w 2993307"/>
                <a:gd name="connsiteY26" fmla="*/ 316952 h 6338899"/>
                <a:gd name="connsiteX27" fmla="*/ 628879 w 2993307"/>
                <a:gd name="connsiteY27" fmla="*/ 7 h 6338899"/>
                <a:gd name="connsiteX28" fmla="*/ 1392630 w 2993307"/>
                <a:gd name="connsiteY28" fmla="*/ 7 h 633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93307" h="6338899">
                  <a:moveTo>
                    <a:pt x="7" y="620989"/>
                  </a:moveTo>
                  <a:lnTo>
                    <a:pt x="316952" y="620989"/>
                  </a:lnTo>
                  <a:lnTo>
                    <a:pt x="316952" y="3682811"/>
                  </a:lnTo>
                  <a:lnTo>
                    <a:pt x="155132" y="3594975"/>
                  </a:lnTo>
                  <a:lnTo>
                    <a:pt x="7" y="3546827"/>
                  </a:lnTo>
                  <a:lnTo>
                    <a:pt x="7" y="3328567"/>
                  </a:lnTo>
                  <a:lnTo>
                    <a:pt x="0" y="3328567"/>
                  </a:lnTo>
                  <a:lnTo>
                    <a:pt x="0" y="1482541"/>
                  </a:lnTo>
                  <a:lnTo>
                    <a:pt x="7" y="1482541"/>
                  </a:lnTo>
                  <a:close/>
                  <a:moveTo>
                    <a:pt x="1392630" y="0"/>
                  </a:moveTo>
                  <a:lnTo>
                    <a:pt x="2694031" y="0"/>
                  </a:lnTo>
                  <a:cubicBezTo>
                    <a:pt x="2825367" y="0"/>
                    <a:pt x="2937978" y="79782"/>
                    <a:pt x="2986076" y="193548"/>
                  </a:cubicBezTo>
                  <a:lnTo>
                    <a:pt x="2993307" y="229393"/>
                  </a:lnTo>
                  <a:lnTo>
                    <a:pt x="2993307" y="6026027"/>
                  </a:lnTo>
                  <a:lnTo>
                    <a:pt x="2694031" y="6026027"/>
                  </a:lnTo>
                  <a:lnTo>
                    <a:pt x="2694031" y="6021954"/>
                  </a:lnTo>
                  <a:lnTo>
                    <a:pt x="2493624" y="6021954"/>
                  </a:lnTo>
                  <a:lnTo>
                    <a:pt x="2493624" y="6338899"/>
                  </a:lnTo>
                  <a:lnTo>
                    <a:pt x="2176679" y="6338899"/>
                  </a:lnTo>
                  <a:lnTo>
                    <a:pt x="2176679" y="6021954"/>
                  </a:lnTo>
                  <a:lnTo>
                    <a:pt x="1140474" y="6021954"/>
                  </a:lnTo>
                  <a:lnTo>
                    <a:pt x="1323464" y="5705007"/>
                  </a:lnTo>
                  <a:lnTo>
                    <a:pt x="2694031" y="5705007"/>
                  </a:lnTo>
                  <a:lnTo>
                    <a:pt x="2694031" y="316947"/>
                  </a:lnTo>
                  <a:lnTo>
                    <a:pt x="1928728" y="316947"/>
                  </a:lnTo>
                  <a:lnTo>
                    <a:pt x="1928728" y="316952"/>
                  </a:lnTo>
                  <a:lnTo>
                    <a:pt x="628879" y="316952"/>
                  </a:lnTo>
                  <a:lnTo>
                    <a:pt x="628879" y="7"/>
                  </a:lnTo>
                  <a:lnTo>
                    <a:pt x="1392630" y="7"/>
                  </a:lnTo>
                  <a:close/>
                </a:path>
              </a:pathLst>
            </a:custGeom>
            <a:solidFill>
              <a:schemeClr val="accent2"/>
            </a:solidFill>
            <a:ln w="9525" cap="flat">
              <a:noFill/>
              <a:prstDash val="solid"/>
              <a:miter/>
            </a:ln>
          </p:spPr>
          <p:txBody>
            <a:bodyPr wrap="square" rtlCol="0" anchor="ctr">
              <a:noAutofit/>
            </a:bodyPr>
            <a:lstStyle/>
            <a:p>
              <a:endParaRPr lang="en-US"/>
            </a:p>
          </p:txBody>
        </p:sp>
        <p:sp>
          <p:nvSpPr>
            <p:cNvPr id="173" name="Freeform: Shape 172">
              <a:extLst>
                <a:ext uri="{FF2B5EF4-FFF2-40B4-BE49-F238E27FC236}">
                  <a16:creationId xmlns:a16="http://schemas.microsoft.com/office/drawing/2014/main" id="{4231B2D0-F79B-FFEF-026B-0A758E0DC08B}"/>
                </a:ext>
                <a:ext uri="{C183D7F6-B498-43B3-948B-1728B52AA6E4}">
                  <adec:decorative xmlns:adec="http://schemas.microsoft.com/office/drawing/2017/decorative" val="1"/>
                </a:ext>
              </a:extLst>
            </p:cNvPr>
            <p:cNvSpPr/>
            <p:nvPr/>
          </p:nvSpPr>
          <p:spPr>
            <a:xfrm>
              <a:off x="3424147" y="810791"/>
              <a:ext cx="299330" cy="457200"/>
            </a:xfrm>
            <a:custGeom>
              <a:avLst/>
              <a:gdLst>
                <a:gd name="connsiteX0" fmla="*/ 1649804 w 4489954"/>
                <a:gd name="connsiteY0" fmla="*/ 4825115 h 6858000"/>
                <a:gd name="connsiteX1" fmla="*/ 1342024 w 4489954"/>
                <a:gd name="connsiteY1" fmla="*/ 5132897 h 6858000"/>
                <a:gd name="connsiteX2" fmla="*/ 1649804 w 4489954"/>
                <a:gd name="connsiteY2" fmla="*/ 5440679 h 6858000"/>
                <a:gd name="connsiteX3" fmla="*/ 1957584 w 4489954"/>
                <a:gd name="connsiteY3" fmla="*/ 5132897 h 6858000"/>
                <a:gd name="connsiteX4" fmla="*/ 1649804 w 4489954"/>
                <a:gd name="connsiteY4" fmla="*/ 4825115 h 6858000"/>
                <a:gd name="connsiteX5" fmla="*/ 4173009 w 4489954"/>
                <a:gd name="connsiteY5" fmla="*/ 4821912 h 6858000"/>
                <a:gd name="connsiteX6" fmla="*/ 4489954 w 4489954"/>
                <a:gd name="connsiteY6" fmla="*/ 4821912 h 6858000"/>
                <a:gd name="connsiteX7" fmla="*/ 4489954 w 4489954"/>
                <a:gd name="connsiteY7" fmla="*/ 5147973 h 6858000"/>
                <a:gd name="connsiteX8" fmla="*/ 4173009 w 4489954"/>
                <a:gd name="connsiteY8" fmla="*/ 5147973 h 6858000"/>
                <a:gd name="connsiteX9" fmla="*/ 1649805 w 4489954"/>
                <a:gd name="connsiteY9" fmla="*/ 4503642 h 6858000"/>
                <a:gd name="connsiteX10" fmla="*/ 2279059 w 4489954"/>
                <a:gd name="connsiteY10" fmla="*/ 5132897 h 6858000"/>
                <a:gd name="connsiteX11" fmla="*/ 1649805 w 4489954"/>
                <a:gd name="connsiteY11" fmla="*/ 5762152 h 6858000"/>
                <a:gd name="connsiteX12" fmla="*/ 1020551 w 4489954"/>
                <a:gd name="connsiteY12" fmla="*/ 5132897 h 6858000"/>
                <a:gd name="connsiteX13" fmla="*/ 1649805 w 4489954"/>
                <a:gd name="connsiteY13" fmla="*/ 4503642 h 6858000"/>
                <a:gd name="connsiteX14" fmla="*/ 1649804 w 4489954"/>
                <a:gd name="connsiteY14" fmla="*/ 4043780 h 6858000"/>
                <a:gd name="connsiteX15" fmla="*/ 560692 w 4489954"/>
                <a:gd name="connsiteY15" fmla="*/ 5132897 h 6858000"/>
                <a:gd name="connsiteX16" fmla="*/ 1649804 w 4489954"/>
                <a:gd name="connsiteY16" fmla="*/ 6222014 h 6858000"/>
                <a:gd name="connsiteX17" fmla="*/ 2738916 w 4489954"/>
                <a:gd name="connsiteY17" fmla="*/ 5132897 h 6858000"/>
                <a:gd name="connsiteX18" fmla="*/ 1649804 w 4489954"/>
                <a:gd name="connsiteY18" fmla="*/ 4043780 h 6858000"/>
                <a:gd name="connsiteX19" fmla="*/ 3220987 w 4489954"/>
                <a:gd name="connsiteY19" fmla="*/ 4041051 h 6858000"/>
                <a:gd name="connsiteX20" fmla="*/ 4487975 w 4489954"/>
                <a:gd name="connsiteY20" fmla="*/ 4041051 h 6858000"/>
                <a:gd name="connsiteX21" fmla="*/ 4487975 w 4489954"/>
                <a:gd name="connsiteY21" fmla="*/ 4201506 h 6858000"/>
                <a:gd name="connsiteX22" fmla="*/ 3220987 w 4489954"/>
                <a:gd name="connsiteY22" fmla="*/ 4201506 h 6858000"/>
                <a:gd name="connsiteX23" fmla="*/ 3220987 w 4489954"/>
                <a:gd name="connsiteY23" fmla="*/ 3724106 h 6858000"/>
                <a:gd name="connsiteX24" fmla="*/ 4487975 w 4489954"/>
                <a:gd name="connsiteY24" fmla="*/ 3724106 h 6858000"/>
                <a:gd name="connsiteX25" fmla="*/ 4487975 w 4489954"/>
                <a:gd name="connsiteY25" fmla="*/ 3882578 h 6858000"/>
                <a:gd name="connsiteX26" fmla="*/ 3220987 w 4489954"/>
                <a:gd name="connsiteY26" fmla="*/ 3882578 h 6858000"/>
                <a:gd name="connsiteX27" fmla="*/ 1338158 w 4489954"/>
                <a:gd name="connsiteY27" fmla="*/ 3407794 h 6858000"/>
                <a:gd name="connsiteX28" fmla="*/ 1965329 w 4489954"/>
                <a:gd name="connsiteY28" fmla="*/ 3407794 h 6858000"/>
                <a:gd name="connsiteX29" fmla="*/ 1965329 w 4489954"/>
                <a:gd name="connsiteY29" fmla="*/ 3751727 h 6858000"/>
                <a:gd name="connsiteX30" fmla="*/ 2071365 w 4489954"/>
                <a:gd name="connsiteY30" fmla="*/ 3778991 h 6858000"/>
                <a:gd name="connsiteX31" fmla="*/ 2652224 w 4489954"/>
                <a:gd name="connsiteY31" fmla="*/ 4130474 h 6858000"/>
                <a:gd name="connsiteX32" fmla="*/ 2687591 w 4489954"/>
                <a:gd name="connsiteY32" fmla="*/ 4169389 h 6858000"/>
                <a:gd name="connsiteX33" fmla="*/ 2986019 w 4489954"/>
                <a:gd name="connsiteY33" fmla="*/ 3997092 h 6858000"/>
                <a:gd name="connsiteX34" fmla="*/ 3299605 w 4489954"/>
                <a:gd name="connsiteY34" fmla="*/ 4540239 h 6858000"/>
                <a:gd name="connsiteX35" fmla="*/ 3003628 w 4489954"/>
                <a:gd name="connsiteY35" fmla="*/ 4711122 h 6858000"/>
                <a:gd name="connsiteX36" fmla="*/ 3003705 w 4489954"/>
                <a:gd name="connsiteY36" fmla="*/ 4711334 h 6858000"/>
                <a:gd name="connsiteX37" fmla="*/ 3067439 w 4489954"/>
                <a:gd name="connsiteY37" fmla="*/ 5132897 h 6858000"/>
                <a:gd name="connsiteX38" fmla="*/ 3038638 w 4489954"/>
                <a:gd name="connsiteY38" fmla="*/ 5418601 h 6858000"/>
                <a:gd name="connsiteX39" fmla="*/ 3003967 w 4489954"/>
                <a:gd name="connsiteY39" fmla="*/ 5553441 h 6858000"/>
                <a:gd name="connsiteX40" fmla="*/ 3299422 w 4489954"/>
                <a:gd name="connsiteY40" fmla="*/ 5724020 h 6858000"/>
                <a:gd name="connsiteX41" fmla="*/ 2986538 w 4489954"/>
                <a:gd name="connsiteY41" fmla="*/ 6265951 h 6858000"/>
                <a:gd name="connsiteX42" fmla="*/ 2689412 w 4489954"/>
                <a:gd name="connsiteY42" fmla="*/ 6094403 h 6858000"/>
                <a:gd name="connsiteX43" fmla="*/ 2652224 w 4489954"/>
                <a:gd name="connsiteY43" fmla="*/ 6135320 h 6858000"/>
                <a:gd name="connsiteX44" fmla="*/ 2071365 w 4489954"/>
                <a:gd name="connsiteY44" fmla="*/ 6486803 h 6858000"/>
                <a:gd name="connsiteX45" fmla="*/ 1961448 w 4489954"/>
                <a:gd name="connsiteY45" fmla="*/ 6515066 h 6858000"/>
                <a:gd name="connsiteX46" fmla="*/ 1961448 w 4489954"/>
                <a:gd name="connsiteY46" fmla="*/ 6858000 h 6858000"/>
                <a:gd name="connsiteX47" fmla="*/ 1334276 w 4489954"/>
                <a:gd name="connsiteY47" fmla="*/ 6858000 h 6858000"/>
                <a:gd name="connsiteX48" fmla="*/ 1334276 w 4489954"/>
                <a:gd name="connsiteY48" fmla="*/ 6514067 h 6858000"/>
                <a:gd name="connsiteX49" fmla="*/ 1228243 w 4489954"/>
                <a:gd name="connsiteY49" fmla="*/ 6486803 h 6858000"/>
                <a:gd name="connsiteX50" fmla="*/ 647385 w 4489954"/>
                <a:gd name="connsiteY50" fmla="*/ 6135320 h 6858000"/>
                <a:gd name="connsiteX51" fmla="*/ 612017 w 4489954"/>
                <a:gd name="connsiteY51" fmla="*/ 6096406 h 6858000"/>
                <a:gd name="connsiteX52" fmla="*/ 313587 w 4489954"/>
                <a:gd name="connsiteY52" fmla="*/ 6268704 h 6858000"/>
                <a:gd name="connsiteX53" fmla="*/ 0 w 4489954"/>
                <a:gd name="connsiteY53" fmla="*/ 5725556 h 6858000"/>
                <a:gd name="connsiteX54" fmla="*/ 295981 w 4489954"/>
                <a:gd name="connsiteY54" fmla="*/ 5554672 h 6858000"/>
                <a:gd name="connsiteX55" fmla="*/ 295903 w 4489954"/>
                <a:gd name="connsiteY55" fmla="*/ 5554460 h 6858000"/>
                <a:gd name="connsiteX56" fmla="*/ 232169 w 4489954"/>
                <a:gd name="connsiteY56" fmla="*/ 5132897 h 6858000"/>
                <a:gd name="connsiteX57" fmla="*/ 260970 w 4489954"/>
                <a:gd name="connsiteY57" fmla="*/ 4847193 h 6858000"/>
                <a:gd name="connsiteX58" fmla="*/ 295640 w 4489954"/>
                <a:gd name="connsiteY58" fmla="*/ 4712357 h 6858000"/>
                <a:gd name="connsiteX59" fmla="*/ 187 w 4489954"/>
                <a:gd name="connsiteY59" fmla="*/ 4541777 h 6858000"/>
                <a:gd name="connsiteX60" fmla="*/ 313070 w 4489954"/>
                <a:gd name="connsiteY60" fmla="*/ 3999847 h 6858000"/>
                <a:gd name="connsiteX61" fmla="*/ 610195 w 4489954"/>
                <a:gd name="connsiteY61" fmla="*/ 4171393 h 6858000"/>
                <a:gd name="connsiteX62" fmla="*/ 647385 w 4489954"/>
                <a:gd name="connsiteY62" fmla="*/ 4130474 h 6858000"/>
                <a:gd name="connsiteX63" fmla="*/ 1228243 w 4489954"/>
                <a:gd name="connsiteY63" fmla="*/ 3778991 h 6858000"/>
                <a:gd name="connsiteX64" fmla="*/ 1338158 w 4489954"/>
                <a:gd name="connsiteY64" fmla="*/ 3750729 h 6858000"/>
                <a:gd name="connsiteX65" fmla="*/ 3220987 w 4489954"/>
                <a:gd name="connsiteY65" fmla="*/ 3405172 h 6858000"/>
                <a:gd name="connsiteX66" fmla="*/ 4487975 w 4489954"/>
                <a:gd name="connsiteY66" fmla="*/ 3405172 h 6858000"/>
                <a:gd name="connsiteX67" fmla="*/ 4487975 w 4489954"/>
                <a:gd name="connsiteY67" fmla="*/ 3565627 h 6858000"/>
                <a:gd name="connsiteX68" fmla="*/ 3220987 w 4489954"/>
                <a:gd name="connsiteY68" fmla="*/ 3565627 h 6858000"/>
                <a:gd name="connsiteX69" fmla="*/ 3220987 w 4489954"/>
                <a:gd name="connsiteY69" fmla="*/ 3088227 h 6858000"/>
                <a:gd name="connsiteX70" fmla="*/ 4487975 w 4489954"/>
                <a:gd name="connsiteY70" fmla="*/ 3088227 h 6858000"/>
                <a:gd name="connsiteX71" fmla="*/ 4487975 w 4489954"/>
                <a:gd name="connsiteY71" fmla="*/ 3246699 h 6858000"/>
                <a:gd name="connsiteX72" fmla="*/ 3220987 w 4489954"/>
                <a:gd name="connsiteY72" fmla="*/ 3246699 h 6858000"/>
                <a:gd name="connsiteX73" fmla="*/ 3220987 w 4489954"/>
                <a:gd name="connsiteY73" fmla="*/ 2769299 h 6858000"/>
                <a:gd name="connsiteX74" fmla="*/ 4487975 w 4489954"/>
                <a:gd name="connsiteY74" fmla="*/ 2769299 h 6858000"/>
                <a:gd name="connsiteX75" fmla="*/ 4487975 w 4489954"/>
                <a:gd name="connsiteY75" fmla="*/ 2929754 h 6858000"/>
                <a:gd name="connsiteX76" fmla="*/ 3220987 w 4489954"/>
                <a:gd name="connsiteY76" fmla="*/ 2929754 h 6858000"/>
                <a:gd name="connsiteX77" fmla="*/ 3220987 w 4489954"/>
                <a:gd name="connsiteY77" fmla="*/ 2452355 h 6858000"/>
                <a:gd name="connsiteX78" fmla="*/ 4487975 w 4489954"/>
                <a:gd name="connsiteY78" fmla="*/ 2452355 h 6858000"/>
                <a:gd name="connsiteX79" fmla="*/ 4487975 w 4489954"/>
                <a:gd name="connsiteY79" fmla="*/ 2610827 h 6858000"/>
                <a:gd name="connsiteX80" fmla="*/ 3220987 w 4489954"/>
                <a:gd name="connsiteY80" fmla="*/ 2610827 h 6858000"/>
                <a:gd name="connsiteX81" fmla="*/ 3220987 w 4489954"/>
                <a:gd name="connsiteY81" fmla="*/ 2139376 h 6858000"/>
                <a:gd name="connsiteX82" fmla="*/ 4487975 w 4489954"/>
                <a:gd name="connsiteY82" fmla="*/ 2139376 h 6858000"/>
                <a:gd name="connsiteX83" fmla="*/ 4487975 w 4489954"/>
                <a:gd name="connsiteY83" fmla="*/ 2297848 h 6858000"/>
                <a:gd name="connsiteX84" fmla="*/ 3220987 w 4489954"/>
                <a:gd name="connsiteY84" fmla="*/ 2297848 h 6858000"/>
                <a:gd name="connsiteX85" fmla="*/ 2031655 w 4489954"/>
                <a:gd name="connsiteY85" fmla="*/ 0 h 6858000"/>
                <a:gd name="connsiteX86" fmla="*/ 2507072 w 4489954"/>
                <a:gd name="connsiteY86" fmla="*/ 0 h 6858000"/>
                <a:gd name="connsiteX87" fmla="*/ 2507072 w 4489954"/>
                <a:gd name="connsiteY87" fmla="*/ 475417 h 6858000"/>
                <a:gd name="connsiteX88" fmla="*/ 2031655 w 4489954"/>
                <a:gd name="connsiteY88" fmla="*/ 4754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4489954" h="6858000">
                  <a:moveTo>
                    <a:pt x="1649804" y="4825115"/>
                  </a:moveTo>
                  <a:cubicBezTo>
                    <a:pt x="1479822" y="4825115"/>
                    <a:pt x="1342024" y="4962914"/>
                    <a:pt x="1342024" y="5132897"/>
                  </a:cubicBezTo>
                  <a:cubicBezTo>
                    <a:pt x="1342024" y="5302880"/>
                    <a:pt x="1479822" y="5440679"/>
                    <a:pt x="1649804" y="5440679"/>
                  </a:cubicBezTo>
                  <a:cubicBezTo>
                    <a:pt x="1819786" y="5440679"/>
                    <a:pt x="1957584" y="5302880"/>
                    <a:pt x="1957584" y="5132897"/>
                  </a:cubicBezTo>
                  <a:cubicBezTo>
                    <a:pt x="1957584" y="4962914"/>
                    <a:pt x="1819786" y="4825115"/>
                    <a:pt x="1649804" y="4825115"/>
                  </a:cubicBezTo>
                  <a:close/>
                  <a:moveTo>
                    <a:pt x="4173009" y="4821912"/>
                  </a:moveTo>
                  <a:lnTo>
                    <a:pt x="4489954" y="4821912"/>
                  </a:lnTo>
                  <a:lnTo>
                    <a:pt x="4489954" y="5147973"/>
                  </a:lnTo>
                  <a:lnTo>
                    <a:pt x="4173009" y="5147973"/>
                  </a:lnTo>
                  <a:close/>
                  <a:moveTo>
                    <a:pt x="1649805" y="4503642"/>
                  </a:moveTo>
                  <a:cubicBezTo>
                    <a:pt x="1997332" y="4503642"/>
                    <a:pt x="2279059" y="4785369"/>
                    <a:pt x="2279059" y="5132897"/>
                  </a:cubicBezTo>
                  <a:cubicBezTo>
                    <a:pt x="2279059" y="5480425"/>
                    <a:pt x="1997332" y="5762152"/>
                    <a:pt x="1649805" y="5762152"/>
                  </a:cubicBezTo>
                  <a:cubicBezTo>
                    <a:pt x="1302278" y="5762152"/>
                    <a:pt x="1020551" y="5480425"/>
                    <a:pt x="1020551" y="5132897"/>
                  </a:cubicBezTo>
                  <a:cubicBezTo>
                    <a:pt x="1020551" y="4785369"/>
                    <a:pt x="1302278" y="4503642"/>
                    <a:pt x="1649805" y="4503642"/>
                  </a:cubicBezTo>
                  <a:close/>
                  <a:moveTo>
                    <a:pt x="1649804" y="4043780"/>
                  </a:moveTo>
                  <a:cubicBezTo>
                    <a:pt x="1048304" y="4043780"/>
                    <a:pt x="560692" y="4531394"/>
                    <a:pt x="560692" y="5132897"/>
                  </a:cubicBezTo>
                  <a:cubicBezTo>
                    <a:pt x="560692" y="5734400"/>
                    <a:pt x="1048304" y="6222014"/>
                    <a:pt x="1649804" y="6222014"/>
                  </a:cubicBezTo>
                  <a:cubicBezTo>
                    <a:pt x="2251304" y="6222014"/>
                    <a:pt x="2738916" y="5734400"/>
                    <a:pt x="2738916" y="5132897"/>
                  </a:cubicBezTo>
                  <a:cubicBezTo>
                    <a:pt x="2738916" y="4531394"/>
                    <a:pt x="2251304" y="4043780"/>
                    <a:pt x="1649804" y="4043780"/>
                  </a:cubicBezTo>
                  <a:close/>
                  <a:moveTo>
                    <a:pt x="3220987" y="4041051"/>
                  </a:moveTo>
                  <a:lnTo>
                    <a:pt x="4487975" y="4041051"/>
                  </a:lnTo>
                  <a:lnTo>
                    <a:pt x="4487975" y="4201506"/>
                  </a:lnTo>
                  <a:lnTo>
                    <a:pt x="3220987" y="4201506"/>
                  </a:lnTo>
                  <a:close/>
                  <a:moveTo>
                    <a:pt x="3220987" y="3724106"/>
                  </a:moveTo>
                  <a:lnTo>
                    <a:pt x="4487975" y="3724106"/>
                  </a:lnTo>
                  <a:lnTo>
                    <a:pt x="4487975" y="3882578"/>
                  </a:lnTo>
                  <a:lnTo>
                    <a:pt x="3220987" y="3882578"/>
                  </a:lnTo>
                  <a:close/>
                  <a:moveTo>
                    <a:pt x="1338158" y="3407794"/>
                  </a:moveTo>
                  <a:lnTo>
                    <a:pt x="1965329" y="3407794"/>
                  </a:lnTo>
                  <a:lnTo>
                    <a:pt x="1965329" y="3751727"/>
                  </a:lnTo>
                  <a:lnTo>
                    <a:pt x="2071365" y="3778991"/>
                  </a:lnTo>
                  <a:cubicBezTo>
                    <a:pt x="2293317" y="3848026"/>
                    <a:pt x="2491885" y="3970135"/>
                    <a:pt x="2652224" y="4130474"/>
                  </a:cubicBezTo>
                  <a:lnTo>
                    <a:pt x="2687591" y="4169389"/>
                  </a:lnTo>
                  <a:lnTo>
                    <a:pt x="2986019" y="3997092"/>
                  </a:lnTo>
                  <a:lnTo>
                    <a:pt x="3299605" y="4540239"/>
                  </a:lnTo>
                  <a:lnTo>
                    <a:pt x="3003628" y="4711122"/>
                  </a:lnTo>
                  <a:lnTo>
                    <a:pt x="3003705" y="4711334"/>
                  </a:lnTo>
                  <a:cubicBezTo>
                    <a:pt x="3045126" y="4844506"/>
                    <a:pt x="3067439" y="4986096"/>
                    <a:pt x="3067439" y="5132897"/>
                  </a:cubicBezTo>
                  <a:cubicBezTo>
                    <a:pt x="3067439" y="5230765"/>
                    <a:pt x="3057522" y="5326316"/>
                    <a:pt x="3038638" y="5418601"/>
                  </a:cubicBezTo>
                  <a:lnTo>
                    <a:pt x="3003967" y="5553441"/>
                  </a:lnTo>
                  <a:lnTo>
                    <a:pt x="3299422" y="5724020"/>
                  </a:lnTo>
                  <a:lnTo>
                    <a:pt x="2986538" y="6265951"/>
                  </a:lnTo>
                  <a:lnTo>
                    <a:pt x="2689412" y="6094403"/>
                  </a:lnTo>
                  <a:lnTo>
                    <a:pt x="2652224" y="6135320"/>
                  </a:lnTo>
                  <a:cubicBezTo>
                    <a:pt x="2491885" y="6295659"/>
                    <a:pt x="2293317" y="6417769"/>
                    <a:pt x="2071365" y="6486803"/>
                  </a:cubicBezTo>
                  <a:lnTo>
                    <a:pt x="1961448" y="6515066"/>
                  </a:lnTo>
                  <a:lnTo>
                    <a:pt x="1961448" y="6858000"/>
                  </a:lnTo>
                  <a:lnTo>
                    <a:pt x="1334276" y="6858000"/>
                  </a:lnTo>
                  <a:lnTo>
                    <a:pt x="1334276" y="6514067"/>
                  </a:lnTo>
                  <a:lnTo>
                    <a:pt x="1228243" y="6486803"/>
                  </a:lnTo>
                  <a:cubicBezTo>
                    <a:pt x="1006291" y="6417769"/>
                    <a:pt x="807724" y="6295659"/>
                    <a:pt x="647385" y="6135320"/>
                  </a:cubicBezTo>
                  <a:lnTo>
                    <a:pt x="612017" y="6096406"/>
                  </a:lnTo>
                  <a:lnTo>
                    <a:pt x="313587" y="6268704"/>
                  </a:lnTo>
                  <a:lnTo>
                    <a:pt x="0" y="5725556"/>
                  </a:lnTo>
                  <a:lnTo>
                    <a:pt x="295981" y="5554672"/>
                  </a:lnTo>
                  <a:lnTo>
                    <a:pt x="295903" y="5554460"/>
                  </a:lnTo>
                  <a:cubicBezTo>
                    <a:pt x="254483" y="5421288"/>
                    <a:pt x="232169" y="5279699"/>
                    <a:pt x="232169" y="5132897"/>
                  </a:cubicBezTo>
                  <a:cubicBezTo>
                    <a:pt x="232169" y="5035030"/>
                    <a:pt x="242086" y="4939478"/>
                    <a:pt x="260970" y="4847193"/>
                  </a:cubicBezTo>
                  <a:lnTo>
                    <a:pt x="295640" y="4712357"/>
                  </a:lnTo>
                  <a:lnTo>
                    <a:pt x="187" y="4541777"/>
                  </a:lnTo>
                  <a:lnTo>
                    <a:pt x="313070" y="3999847"/>
                  </a:lnTo>
                  <a:lnTo>
                    <a:pt x="610195" y="4171393"/>
                  </a:lnTo>
                  <a:lnTo>
                    <a:pt x="647385" y="4130474"/>
                  </a:lnTo>
                  <a:cubicBezTo>
                    <a:pt x="807724" y="3970135"/>
                    <a:pt x="1006291" y="3848026"/>
                    <a:pt x="1228243" y="3778991"/>
                  </a:cubicBezTo>
                  <a:lnTo>
                    <a:pt x="1338158" y="3750729"/>
                  </a:lnTo>
                  <a:close/>
                  <a:moveTo>
                    <a:pt x="3220987" y="3405172"/>
                  </a:moveTo>
                  <a:lnTo>
                    <a:pt x="4487975" y="3405172"/>
                  </a:lnTo>
                  <a:lnTo>
                    <a:pt x="4487975" y="3565627"/>
                  </a:lnTo>
                  <a:lnTo>
                    <a:pt x="3220987" y="3565627"/>
                  </a:lnTo>
                  <a:close/>
                  <a:moveTo>
                    <a:pt x="3220987" y="3088227"/>
                  </a:moveTo>
                  <a:lnTo>
                    <a:pt x="4487975" y="3088227"/>
                  </a:lnTo>
                  <a:lnTo>
                    <a:pt x="4487975" y="3246699"/>
                  </a:lnTo>
                  <a:lnTo>
                    <a:pt x="3220987" y="3246699"/>
                  </a:lnTo>
                  <a:close/>
                  <a:moveTo>
                    <a:pt x="3220987" y="2769299"/>
                  </a:moveTo>
                  <a:lnTo>
                    <a:pt x="4487975" y="2769299"/>
                  </a:lnTo>
                  <a:lnTo>
                    <a:pt x="4487975" y="2929754"/>
                  </a:lnTo>
                  <a:lnTo>
                    <a:pt x="3220987" y="2929754"/>
                  </a:lnTo>
                  <a:close/>
                  <a:moveTo>
                    <a:pt x="3220987" y="2452355"/>
                  </a:moveTo>
                  <a:lnTo>
                    <a:pt x="4487975" y="2452355"/>
                  </a:lnTo>
                  <a:lnTo>
                    <a:pt x="4487975" y="2610827"/>
                  </a:lnTo>
                  <a:lnTo>
                    <a:pt x="3220987" y="2610827"/>
                  </a:lnTo>
                  <a:close/>
                  <a:moveTo>
                    <a:pt x="3220987" y="2139376"/>
                  </a:moveTo>
                  <a:lnTo>
                    <a:pt x="4487975" y="2139376"/>
                  </a:lnTo>
                  <a:lnTo>
                    <a:pt x="4487975" y="2297848"/>
                  </a:lnTo>
                  <a:lnTo>
                    <a:pt x="3220987" y="2297848"/>
                  </a:lnTo>
                  <a:close/>
                  <a:moveTo>
                    <a:pt x="2031655" y="0"/>
                  </a:moveTo>
                  <a:lnTo>
                    <a:pt x="2507072" y="0"/>
                  </a:lnTo>
                  <a:lnTo>
                    <a:pt x="2507072" y="475417"/>
                  </a:lnTo>
                  <a:lnTo>
                    <a:pt x="2031655" y="475417"/>
                  </a:lnTo>
                  <a:close/>
                </a:path>
              </a:pathLst>
            </a:cu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grpSp>
      <p:grpSp>
        <p:nvGrpSpPr>
          <p:cNvPr id="2827" name="Group 2826">
            <a:extLst>
              <a:ext uri="{FF2B5EF4-FFF2-40B4-BE49-F238E27FC236}">
                <a16:creationId xmlns:a16="http://schemas.microsoft.com/office/drawing/2014/main" id="{2B5A3B86-104A-2984-0448-A4A9300A9D3D}"/>
              </a:ext>
              <a:ext uri="{C183D7F6-B498-43B3-948B-1728B52AA6E4}">
                <adec:decorative xmlns:adec="http://schemas.microsoft.com/office/drawing/2017/decorative" val="1"/>
              </a:ext>
            </a:extLst>
          </p:cNvPr>
          <p:cNvGrpSpPr>
            <a:grpSpLocks noChangeAspect="1"/>
          </p:cNvGrpSpPr>
          <p:nvPr/>
        </p:nvGrpSpPr>
        <p:grpSpPr>
          <a:xfrm>
            <a:off x="3939385" y="810791"/>
            <a:ext cx="436135" cy="457200"/>
            <a:chOff x="3939385" y="810791"/>
            <a:chExt cx="436135" cy="457200"/>
          </a:xfrm>
          <a:solidFill>
            <a:srgbClr val="FF0000"/>
          </a:solidFill>
        </p:grpSpPr>
        <p:sp>
          <p:nvSpPr>
            <p:cNvPr id="177" name="Freeform: Shape 176">
              <a:extLst>
                <a:ext uri="{FF2B5EF4-FFF2-40B4-BE49-F238E27FC236}">
                  <a16:creationId xmlns:a16="http://schemas.microsoft.com/office/drawing/2014/main" id="{D40CEECF-E87B-A1E3-3225-73F7BCBE90AA}"/>
                </a:ext>
                <a:ext uri="{C183D7F6-B498-43B3-948B-1728B52AA6E4}">
                  <adec:decorative xmlns:adec="http://schemas.microsoft.com/office/drawing/2017/decorative" val="1"/>
                </a:ext>
              </a:extLst>
            </p:cNvPr>
            <p:cNvSpPr/>
            <p:nvPr/>
          </p:nvSpPr>
          <p:spPr>
            <a:xfrm>
              <a:off x="4158127" y="920481"/>
              <a:ext cx="217393" cy="347510"/>
            </a:xfrm>
            <a:custGeom>
              <a:avLst/>
              <a:gdLst>
                <a:gd name="connsiteX0" fmla="*/ 394926 w 440594"/>
                <a:gd name="connsiteY0" fmla="*/ 1 h 704304"/>
                <a:gd name="connsiteX1" fmla="*/ 439112 w 440594"/>
                <a:gd name="connsiteY1" fmla="*/ 32878 h 704304"/>
                <a:gd name="connsiteX2" fmla="*/ 440318 w 440594"/>
                <a:gd name="connsiteY2" fmla="*/ 48680 h 704304"/>
                <a:gd name="connsiteX3" fmla="*/ 440376 w 440594"/>
                <a:gd name="connsiteY3" fmla="*/ 336111 h 704304"/>
                <a:gd name="connsiteX4" fmla="*/ 440594 w 440594"/>
                <a:gd name="connsiteY4" fmla="*/ 345488 h 704304"/>
                <a:gd name="connsiteX5" fmla="*/ 440361 w 440594"/>
                <a:gd name="connsiteY5" fmla="*/ 355558 h 704304"/>
                <a:gd name="connsiteX6" fmla="*/ 440361 w 440594"/>
                <a:gd name="connsiteY6" fmla="*/ 651025 h 704304"/>
                <a:gd name="connsiteX7" fmla="*/ 440361 w 440594"/>
                <a:gd name="connsiteY7" fmla="*/ 660416 h 704304"/>
                <a:gd name="connsiteX8" fmla="*/ 352787 w 440594"/>
                <a:gd name="connsiteY8" fmla="*/ 660416 h 704304"/>
                <a:gd name="connsiteX9" fmla="*/ 352787 w 440594"/>
                <a:gd name="connsiteY9" fmla="*/ 703953 h 704304"/>
                <a:gd name="connsiteX10" fmla="*/ 308368 w 440594"/>
                <a:gd name="connsiteY10" fmla="*/ 703953 h 704304"/>
                <a:gd name="connsiteX11" fmla="*/ 308368 w 440594"/>
                <a:gd name="connsiteY11" fmla="*/ 661017 h 704304"/>
                <a:gd name="connsiteX12" fmla="*/ 132275 w 440594"/>
                <a:gd name="connsiteY12" fmla="*/ 661017 h 704304"/>
                <a:gd name="connsiteX13" fmla="*/ 132275 w 440594"/>
                <a:gd name="connsiteY13" fmla="*/ 704286 h 704304"/>
                <a:gd name="connsiteX14" fmla="*/ 90586 w 440594"/>
                <a:gd name="connsiteY14" fmla="*/ 704043 h 704304"/>
                <a:gd name="connsiteX15" fmla="*/ 87784 w 440594"/>
                <a:gd name="connsiteY15" fmla="*/ 698673 h 704304"/>
                <a:gd name="connsiteX16" fmla="*/ 87653 w 440594"/>
                <a:gd name="connsiteY16" fmla="*/ 661010 h 704304"/>
                <a:gd name="connsiteX17" fmla="*/ 79420 w 440594"/>
                <a:gd name="connsiteY17" fmla="*/ 660581 h 704304"/>
                <a:gd name="connsiteX18" fmla="*/ 38795 w 440594"/>
                <a:gd name="connsiteY18" fmla="*/ 659874 h 704304"/>
                <a:gd name="connsiteX19" fmla="*/ 0 w 440594"/>
                <a:gd name="connsiteY19" fmla="*/ 617595 h 704304"/>
                <a:gd name="connsiteX20" fmla="*/ 560 w 440594"/>
                <a:gd name="connsiteY20" fmla="*/ 439583 h 704304"/>
                <a:gd name="connsiteX21" fmla="*/ 155 w 440594"/>
                <a:gd name="connsiteY21" fmla="*/ 439583 h 704304"/>
                <a:gd name="connsiteX22" fmla="*/ 155 w 440594"/>
                <a:gd name="connsiteY22" fmla="*/ 327967 h 704304"/>
                <a:gd name="connsiteX23" fmla="*/ 43467 w 440594"/>
                <a:gd name="connsiteY23" fmla="*/ 327967 h 704304"/>
                <a:gd name="connsiteX24" fmla="*/ 43467 w 440594"/>
                <a:gd name="connsiteY24" fmla="*/ 410733 h 704304"/>
                <a:gd name="connsiteX25" fmla="*/ 43516 w 440594"/>
                <a:gd name="connsiteY25" fmla="*/ 410752 h 704304"/>
                <a:gd name="connsiteX26" fmla="*/ 43603 w 440594"/>
                <a:gd name="connsiteY26" fmla="*/ 615748 h 704304"/>
                <a:gd name="connsiteX27" fmla="*/ 396102 w 440594"/>
                <a:gd name="connsiteY27" fmla="*/ 615748 h 704304"/>
                <a:gd name="connsiteX28" fmla="*/ 396102 w 440594"/>
                <a:gd name="connsiteY28" fmla="*/ 43563 h 704304"/>
                <a:gd name="connsiteX29" fmla="*/ 333968 w 440594"/>
                <a:gd name="connsiteY29" fmla="*/ 43101 h 704304"/>
                <a:gd name="connsiteX30" fmla="*/ 333331 w 440594"/>
                <a:gd name="connsiteY30" fmla="*/ 42414 h 704304"/>
                <a:gd name="connsiteX31" fmla="*/ 321059 w 440594"/>
                <a:gd name="connsiteY31" fmla="*/ 43174 h 704304"/>
                <a:gd name="connsiteX32" fmla="*/ 129952 w 440594"/>
                <a:gd name="connsiteY32" fmla="*/ 42973 h 704304"/>
                <a:gd name="connsiteX33" fmla="*/ 133703 w 440594"/>
                <a:gd name="connsiteY33" fmla="*/ 40232 h 704304"/>
                <a:gd name="connsiteX34" fmla="*/ 128616 w 440594"/>
                <a:gd name="connsiteY34" fmla="*/ 43688 h 704304"/>
                <a:gd name="connsiteX35" fmla="*/ 93011 w 440594"/>
                <a:gd name="connsiteY35" fmla="*/ 43062 h 704304"/>
                <a:gd name="connsiteX36" fmla="*/ 105383 w 440594"/>
                <a:gd name="connsiteY36" fmla="*/ 32389 h 704304"/>
                <a:gd name="connsiteX37" fmla="*/ 92343 w 440594"/>
                <a:gd name="connsiteY37" fmla="*/ 43194 h 704304"/>
                <a:gd name="connsiteX38" fmla="*/ 43426 w 440594"/>
                <a:gd name="connsiteY38" fmla="*/ 43823 h 704304"/>
                <a:gd name="connsiteX39" fmla="*/ 42922 w 440594"/>
                <a:gd name="connsiteY39" fmla="*/ 112429 h 704304"/>
                <a:gd name="connsiteX40" fmla="*/ 41446 w 440594"/>
                <a:gd name="connsiteY40" fmla="*/ 113086 h 704304"/>
                <a:gd name="connsiteX41" fmla="*/ 43390 w 440594"/>
                <a:gd name="connsiteY41" fmla="*/ 113086 h 704304"/>
                <a:gd name="connsiteX42" fmla="*/ 43390 w 440594"/>
                <a:gd name="connsiteY42" fmla="*/ 197555 h 704304"/>
                <a:gd name="connsiteX43" fmla="*/ 77 w 440594"/>
                <a:gd name="connsiteY43" fmla="*/ 197555 h 704304"/>
                <a:gd name="connsiteX44" fmla="*/ 77 w 440594"/>
                <a:gd name="connsiteY44" fmla="*/ 113086 h 704304"/>
                <a:gd name="connsiteX45" fmla="*/ 211 w 440594"/>
                <a:gd name="connsiteY45" fmla="*/ 113086 h 704304"/>
                <a:gd name="connsiteX46" fmla="*/ 211 w 440594"/>
                <a:gd name="connsiteY46" fmla="*/ 223 h 704304"/>
                <a:gd name="connsiteX47" fmla="*/ 135891 w 440594"/>
                <a:gd name="connsiteY47" fmla="*/ 359 h 704304"/>
                <a:gd name="connsiteX48" fmla="*/ 134322 w 440594"/>
                <a:gd name="connsiteY48" fmla="*/ 4807 h 704304"/>
                <a:gd name="connsiteX49" fmla="*/ 136559 w 440594"/>
                <a:gd name="connsiteY49" fmla="*/ 496 h 704304"/>
                <a:gd name="connsiteX50" fmla="*/ 142338 w 440594"/>
                <a:gd name="connsiteY50" fmla="*/ 169 h 704304"/>
                <a:gd name="connsiteX51" fmla="*/ 394926 w 440594"/>
                <a:gd name="connsiteY51" fmla="*/ 1 h 70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40594" h="704304">
                  <a:moveTo>
                    <a:pt x="394926" y="1"/>
                  </a:moveTo>
                  <a:cubicBezTo>
                    <a:pt x="416286" y="-92"/>
                    <a:pt x="433885" y="12591"/>
                    <a:pt x="439112" y="32878"/>
                  </a:cubicBezTo>
                  <a:cubicBezTo>
                    <a:pt x="440419" y="37917"/>
                    <a:pt x="440318" y="43400"/>
                    <a:pt x="440318" y="48680"/>
                  </a:cubicBezTo>
                  <a:cubicBezTo>
                    <a:pt x="440390" y="144490"/>
                    <a:pt x="440361" y="240301"/>
                    <a:pt x="440376" y="336111"/>
                  </a:cubicBezTo>
                  <a:cubicBezTo>
                    <a:pt x="440376" y="339014"/>
                    <a:pt x="440419" y="341918"/>
                    <a:pt x="440594" y="345488"/>
                  </a:cubicBezTo>
                  <a:cubicBezTo>
                    <a:pt x="440608" y="349289"/>
                    <a:pt x="440361" y="352422"/>
                    <a:pt x="440361" y="355558"/>
                  </a:cubicBezTo>
                  <a:cubicBezTo>
                    <a:pt x="440347" y="454047"/>
                    <a:pt x="440347" y="552536"/>
                    <a:pt x="440361" y="651025"/>
                  </a:cubicBezTo>
                  <a:cubicBezTo>
                    <a:pt x="440361" y="653894"/>
                    <a:pt x="440361" y="656764"/>
                    <a:pt x="440361" y="660416"/>
                  </a:cubicBezTo>
                  <a:cubicBezTo>
                    <a:pt x="411073" y="660416"/>
                    <a:pt x="382380" y="660416"/>
                    <a:pt x="352787" y="660416"/>
                  </a:cubicBezTo>
                  <a:cubicBezTo>
                    <a:pt x="352787" y="675301"/>
                    <a:pt x="352787" y="689431"/>
                    <a:pt x="352787" y="703953"/>
                  </a:cubicBezTo>
                  <a:cubicBezTo>
                    <a:pt x="337714" y="703953"/>
                    <a:pt x="323557" y="703953"/>
                    <a:pt x="308368" y="703953"/>
                  </a:cubicBezTo>
                  <a:cubicBezTo>
                    <a:pt x="308368" y="689638"/>
                    <a:pt x="308368" y="675539"/>
                    <a:pt x="308368" y="661017"/>
                  </a:cubicBezTo>
                  <a:cubicBezTo>
                    <a:pt x="249196" y="661017"/>
                    <a:pt x="191041" y="661017"/>
                    <a:pt x="132275" y="661017"/>
                  </a:cubicBezTo>
                  <a:cubicBezTo>
                    <a:pt x="132275" y="675362"/>
                    <a:pt x="132275" y="689326"/>
                    <a:pt x="132275" y="704286"/>
                  </a:cubicBezTo>
                  <a:cubicBezTo>
                    <a:pt x="118001" y="704286"/>
                    <a:pt x="104294" y="704405"/>
                    <a:pt x="90586" y="704043"/>
                  </a:cubicBezTo>
                  <a:cubicBezTo>
                    <a:pt x="89570" y="704015"/>
                    <a:pt x="87813" y="700562"/>
                    <a:pt x="87784" y="698673"/>
                  </a:cubicBezTo>
                  <a:cubicBezTo>
                    <a:pt x="87522" y="686377"/>
                    <a:pt x="87653" y="674074"/>
                    <a:pt x="87653" y="661010"/>
                  </a:cubicBezTo>
                  <a:cubicBezTo>
                    <a:pt x="84516" y="660841"/>
                    <a:pt x="81961" y="660622"/>
                    <a:pt x="79420" y="660581"/>
                  </a:cubicBezTo>
                  <a:cubicBezTo>
                    <a:pt x="65872" y="660371"/>
                    <a:pt x="52281" y="660854"/>
                    <a:pt x="38795" y="659874"/>
                  </a:cubicBezTo>
                  <a:cubicBezTo>
                    <a:pt x="16843" y="658278"/>
                    <a:pt x="23" y="639666"/>
                    <a:pt x="0" y="617595"/>
                  </a:cubicBezTo>
                  <a:lnTo>
                    <a:pt x="560" y="439583"/>
                  </a:lnTo>
                  <a:lnTo>
                    <a:pt x="155" y="439583"/>
                  </a:lnTo>
                  <a:lnTo>
                    <a:pt x="155" y="327967"/>
                  </a:lnTo>
                  <a:lnTo>
                    <a:pt x="43467" y="327967"/>
                  </a:lnTo>
                  <a:lnTo>
                    <a:pt x="43467" y="410733"/>
                  </a:lnTo>
                  <a:lnTo>
                    <a:pt x="43516" y="410752"/>
                  </a:lnTo>
                  <a:cubicBezTo>
                    <a:pt x="43603" y="479546"/>
                    <a:pt x="43603" y="547667"/>
                    <a:pt x="43603" y="615748"/>
                  </a:cubicBezTo>
                  <a:cubicBezTo>
                    <a:pt x="161825" y="615748"/>
                    <a:pt x="278993" y="615748"/>
                    <a:pt x="396102" y="615748"/>
                  </a:cubicBezTo>
                  <a:cubicBezTo>
                    <a:pt x="396102" y="424952"/>
                    <a:pt x="396102" y="234690"/>
                    <a:pt x="396102" y="43563"/>
                  </a:cubicBezTo>
                  <a:cubicBezTo>
                    <a:pt x="375091" y="43563"/>
                    <a:pt x="354573" y="43563"/>
                    <a:pt x="333968" y="43101"/>
                  </a:cubicBezTo>
                  <a:lnTo>
                    <a:pt x="333331" y="42414"/>
                  </a:lnTo>
                  <a:lnTo>
                    <a:pt x="321059" y="43174"/>
                  </a:lnTo>
                  <a:cubicBezTo>
                    <a:pt x="257575" y="43169"/>
                    <a:pt x="194090" y="43136"/>
                    <a:pt x="129952" y="42973"/>
                  </a:cubicBezTo>
                  <a:lnTo>
                    <a:pt x="133703" y="40232"/>
                  </a:lnTo>
                  <a:lnTo>
                    <a:pt x="128616" y="43688"/>
                  </a:lnTo>
                  <a:cubicBezTo>
                    <a:pt x="116288" y="43730"/>
                    <a:pt x="104642" y="43644"/>
                    <a:pt x="93011" y="43062"/>
                  </a:cubicBezTo>
                  <a:cubicBezTo>
                    <a:pt x="97164" y="39188"/>
                    <a:pt x="101477" y="36013"/>
                    <a:pt x="105383" y="32389"/>
                  </a:cubicBezTo>
                  <a:cubicBezTo>
                    <a:pt x="101477" y="36013"/>
                    <a:pt x="97164" y="39188"/>
                    <a:pt x="92343" y="43194"/>
                  </a:cubicBezTo>
                  <a:cubicBezTo>
                    <a:pt x="75804" y="43823"/>
                    <a:pt x="59962" y="43823"/>
                    <a:pt x="43426" y="43823"/>
                  </a:cubicBezTo>
                  <a:cubicBezTo>
                    <a:pt x="43426" y="67439"/>
                    <a:pt x="43426" y="89894"/>
                    <a:pt x="42922" y="112429"/>
                  </a:cubicBezTo>
                  <a:lnTo>
                    <a:pt x="41446" y="113086"/>
                  </a:lnTo>
                  <a:lnTo>
                    <a:pt x="43390" y="113086"/>
                  </a:lnTo>
                  <a:lnTo>
                    <a:pt x="43390" y="197555"/>
                  </a:lnTo>
                  <a:lnTo>
                    <a:pt x="77" y="197555"/>
                  </a:lnTo>
                  <a:lnTo>
                    <a:pt x="77" y="113086"/>
                  </a:lnTo>
                  <a:lnTo>
                    <a:pt x="211" y="113086"/>
                  </a:lnTo>
                  <a:lnTo>
                    <a:pt x="211" y="223"/>
                  </a:lnTo>
                  <a:cubicBezTo>
                    <a:pt x="45527" y="223"/>
                    <a:pt x="90368" y="223"/>
                    <a:pt x="135891" y="359"/>
                  </a:cubicBezTo>
                  <a:cubicBezTo>
                    <a:pt x="135833" y="1949"/>
                    <a:pt x="135426" y="3738"/>
                    <a:pt x="134322" y="4807"/>
                  </a:cubicBezTo>
                  <a:cubicBezTo>
                    <a:pt x="135426" y="3738"/>
                    <a:pt x="135833" y="1949"/>
                    <a:pt x="136559" y="496"/>
                  </a:cubicBezTo>
                  <a:cubicBezTo>
                    <a:pt x="138490" y="382"/>
                    <a:pt x="140407" y="169"/>
                    <a:pt x="142338" y="169"/>
                  </a:cubicBezTo>
                  <a:cubicBezTo>
                    <a:pt x="226529" y="150"/>
                    <a:pt x="310735" y="362"/>
                    <a:pt x="394926" y="1"/>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5" name="Freeform: Shape 194">
              <a:extLst>
                <a:ext uri="{FF2B5EF4-FFF2-40B4-BE49-F238E27FC236}">
                  <a16:creationId xmlns:a16="http://schemas.microsoft.com/office/drawing/2014/main" id="{1337775B-0A1D-62E5-C85E-363A6FFF4CEE}"/>
                </a:ext>
                <a:ext uri="{C183D7F6-B498-43B3-948B-1728B52AA6E4}">
                  <adec:decorative xmlns:adec="http://schemas.microsoft.com/office/drawing/2017/decorative" val="1"/>
                </a:ext>
              </a:extLst>
            </p:cNvPr>
            <p:cNvSpPr/>
            <p:nvPr/>
          </p:nvSpPr>
          <p:spPr>
            <a:xfrm>
              <a:off x="3939385" y="810791"/>
              <a:ext cx="392437" cy="424699"/>
            </a:xfrm>
            <a:custGeom>
              <a:avLst/>
              <a:gdLst>
                <a:gd name="connsiteX0" fmla="*/ 1624438 w 5886563"/>
                <a:gd name="connsiteY0" fmla="*/ 5883792 h 6370489"/>
                <a:gd name="connsiteX1" fmla="*/ 1481042 w 5886563"/>
                <a:gd name="connsiteY1" fmla="*/ 6068575 h 6370489"/>
                <a:gd name="connsiteX2" fmla="*/ 1662988 w 5886563"/>
                <a:gd name="connsiteY2" fmla="*/ 6205502 h 6370489"/>
                <a:gd name="connsiteX3" fmla="*/ 1805051 w 5886563"/>
                <a:gd name="connsiteY3" fmla="*/ 6037506 h 6370489"/>
                <a:gd name="connsiteX4" fmla="*/ 1624438 w 5886563"/>
                <a:gd name="connsiteY4" fmla="*/ 5883792 h 6370489"/>
                <a:gd name="connsiteX5" fmla="*/ 3934594 w 5886563"/>
                <a:gd name="connsiteY5" fmla="*/ 5724620 h 6370489"/>
                <a:gd name="connsiteX6" fmla="*/ 4255174 w 5886563"/>
                <a:gd name="connsiteY6" fmla="*/ 5724620 h 6370489"/>
                <a:gd name="connsiteX7" fmla="*/ 4255174 w 5886563"/>
                <a:gd name="connsiteY7" fmla="*/ 5882871 h 6370489"/>
                <a:gd name="connsiteX8" fmla="*/ 3934594 w 5886563"/>
                <a:gd name="connsiteY8" fmla="*/ 5882871 h 6370489"/>
                <a:gd name="connsiteX9" fmla="*/ 4424653 w 5886563"/>
                <a:gd name="connsiteY9" fmla="*/ 5721674 h 6370489"/>
                <a:gd name="connsiteX10" fmla="*/ 4744700 w 5886563"/>
                <a:gd name="connsiteY10" fmla="*/ 5721674 h 6370489"/>
                <a:gd name="connsiteX11" fmla="*/ 4744700 w 5886563"/>
                <a:gd name="connsiteY11" fmla="*/ 5876594 h 6370489"/>
                <a:gd name="connsiteX12" fmla="*/ 4424653 w 5886563"/>
                <a:gd name="connsiteY12" fmla="*/ 5876594 h 6370489"/>
                <a:gd name="connsiteX13" fmla="*/ 5568988 w 5886563"/>
                <a:gd name="connsiteY13" fmla="*/ 5560478 h 6370489"/>
                <a:gd name="connsiteX14" fmla="*/ 5886563 w 5886563"/>
                <a:gd name="connsiteY14" fmla="*/ 5560478 h 6370489"/>
                <a:gd name="connsiteX15" fmla="*/ 5886563 w 5886563"/>
                <a:gd name="connsiteY15" fmla="*/ 5880466 h 6370489"/>
                <a:gd name="connsiteX16" fmla="*/ 5568988 w 5886563"/>
                <a:gd name="connsiteY16" fmla="*/ 5880466 h 6370489"/>
                <a:gd name="connsiteX17" fmla="*/ 660027 w 5886563"/>
                <a:gd name="connsiteY17" fmla="*/ 5392860 h 6370489"/>
                <a:gd name="connsiteX18" fmla="*/ 540415 w 5886563"/>
                <a:gd name="connsiteY18" fmla="*/ 5448387 h 6370489"/>
                <a:gd name="connsiteX19" fmla="*/ 574096 w 5886563"/>
                <a:gd name="connsiteY19" fmla="*/ 5690925 h 6370489"/>
                <a:gd name="connsiteX20" fmla="*/ 802546 w 5886563"/>
                <a:gd name="connsiteY20" fmla="*/ 5636911 h 6370489"/>
                <a:gd name="connsiteX21" fmla="*/ 768629 w 5886563"/>
                <a:gd name="connsiteY21" fmla="*/ 5432331 h 6370489"/>
                <a:gd name="connsiteX22" fmla="*/ 660027 w 5886563"/>
                <a:gd name="connsiteY22" fmla="*/ 5392860 h 6370489"/>
                <a:gd name="connsiteX23" fmla="*/ 2629530 w 5886563"/>
                <a:gd name="connsiteY23" fmla="*/ 5391903 h 6370489"/>
                <a:gd name="connsiteX24" fmla="*/ 2571679 w 5886563"/>
                <a:gd name="connsiteY24" fmla="*/ 5401134 h 6370489"/>
                <a:gd name="connsiteX25" fmla="*/ 2461362 w 5886563"/>
                <a:gd name="connsiteY25" fmla="*/ 5533183 h 6370489"/>
                <a:gd name="connsiteX26" fmla="*/ 2527648 w 5886563"/>
                <a:gd name="connsiteY26" fmla="*/ 5686981 h 6370489"/>
                <a:gd name="connsiteX27" fmla="*/ 2699847 w 5886563"/>
                <a:gd name="connsiteY27" fmla="*/ 5697182 h 6370489"/>
                <a:gd name="connsiteX28" fmla="*/ 2783814 w 5886563"/>
                <a:gd name="connsiteY28" fmla="*/ 5535869 h 6370489"/>
                <a:gd name="connsiteX29" fmla="*/ 2629530 w 5886563"/>
                <a:gd name="connsiteY29" fmla="*/ 5391903 h 6370489"/>
                <a:gd name="connsiteX30" fmla="*/ 4917724 w 5886563"/>
                <a:gd name="connsiteY30" fmla="*/ 4740336 h 6370489"/>
                <a:gd name="connsiteX31" fmla="*/ 5885386 w 5886563"/>
                <a:gd name="connsiteY31" fmla="*/ 4740336 h 6370489"/>
                <a:gd name="connsiteX32" fmla="*/ 5885386 w 5886563"/>
                <a:gd name="connsiteY32" fmla="*/ 4898765 h 6370489"/>
                <a:gd name="connsiteX33" fmla="*/ 4917724 w 5886563"/>
                <a:gd name="connsiteY33" fmla="*/ 4898765 h 6370489"/>
                <a:gd name="connsiteX34" fmla="*/ 4917510 w 5886563"/>
                <a:gd name="connsiteY34" fmla="*/ 4411496 h 6370489"/>
                <a:gd name="connsiteX35" fmla="*/ 5885601 w 5886563"/>
                <a:gd name="connsiteY35" fmla="*/ 4411496 h 6370489"/>
                <a:gd name="connsiteX36" fmla="*/ 5885601 w 5886563"/>
                <a:gd name="connsiteY36" fmla="*/ 4569888 h 6370489"/>
                <a:gd name="connsiteX37" fmla="*/ 4917510 w 5886563"/>
                <a:gd name="connsiteY37" fmla="*/ 4569888 h 6370489"/>
                <a:gd name="connsiteX38" fmla="*/ 4917835 w 5886563"/>
                <a:gd name="connsiteY38" fmla="*/ 4091005 h 6370489"/>
                <a:gd name="connsiteX39" fmla="*/ 5885060 w 5886563"/>
                <a:gd name="connsiteY39" fmla="*/ 4091005 h 6370489"/>
                <a:gd name="connsiteX40" fmla="*/ 5885060 w 5886563"/>
                <a:gd name="connsiteY40" fmla="*/ 4249730 h 6370489"/>
                <a:gd name="connsiteX41" fmla="*/ 4917835 w 5886563"/>
                <a:gd name="connsiteY41" fmla="*/ 4249730 h 6370489"/>
                <a:gd name="connsiteX42" fmla="*/ 1558624 w 5886563"/>
                <a:gd name="connsiteY42" fmla="*/ 3928114 h 6370489"/>
                <a:gd name="connsiteX43" fmla="*/ 1724031 w 5886563"/>
                <a:gd name="connsiteY43" fmla="*/ 3928114 h 6370489"/>
                <a:gd name="connsiteX44" fmla="*/ 1724804 w 5886563"/>
                <a:gd name="connsiteY44" fmla="*/ 4202290 h 6370489"/>
                <a:gd name="connsiteX45" fmla="*/ 1723687 w 5886563"/>
                <a:gd name="connsiteY45" fmla="*/ 5006958 h 6370489"/>
                <a:gd name="connsiteX46" fmla="*/ 1722794 w 5886563"/>
                <a:gd name="connsiteY46" fmla="*/ 5677945 h 6370489"/>
                <a:gd name="connsiteX47" fmla="*/ 1766018 w 5886563"/>
                <a:gd name="connsiteY47" fmla="*/ 5743889 h 6370489"/>
                <a:gd name="connsiteX48" fmla="*/ 1956111 w 5886563"/>
                <a:gd name="connsiteY48" fmla="*/ 6135056 h 6370489"/>
                <a:gd name="connsiteX49" fmla="*/ 1585534 w 5886563"/>
                <a:gd name="connsiteY49" fmla="*/ 6366009 h 6370489"/>
                <a:gd name="connsiteX50" fmla="*/ 1316196 w 5886563"/>
                <a:gd name="connsiteY50" fmla="*/ 6028532 h 6370489"/>
                <a:gd name="connsiteX51" fmla="*/ 1518453 w 5886563"/>
                <a:gd name="connsiteY51" fmla="*/ 5743362 h 6370489"/>
                <a:gd name="connsiteX52" fmla="*/ 1561806 w 5886563"/>
                <a:gd name="connsiteY52" fmla="*/ 5682631 h 6370489"/>
                <a:gd name="connsiteX53" fmla="*/ 1559581 w 5886563"/>
                <a:gd name="connsiteY53" fmla="*/ 4212220 h 6370489"/>
                <a:gd name="connsiteX54" fmla="*/ 1558624 w 5886563"/>
                <a:gd name="connsiteY54" fmla="*/ 3928114 h 6370489"/>
                <a:gd name="connsiteX55" fmla="*/ 1229762 w 5886563"/>
                <a:gd name="connsiteY55" fmla="*/ 3927625 h 6370489"/>
                <a:gd name="connsiteX56" fmla="*/ 1399284 w 5886563"/>
                <a:gd name="connsiteY56" fmla="*/ 3927625 h 6370489"/>
                <a:gd name="connsiteX57" fmla="*/ 1400230 w 5886563"/>
                <a:gd name="connsiteY57" fmla="*/ 4202360 h 6370489"/>
                <a:gd name="connsiteX58" fmla="*/ 1399531 w 5886563"/>
                <a:gd name="connsiteY58" fmla="*/ 4883504 h 6370489"/>
                <a:gd name="connsiteX59" fmla="*/ 1363154 w 5886563"/>
                <a:gd name="connsiteY59" fmla="*/ 4972607 h 6370489"/>
                <a:gd name="connsiteX60" fmla="*/ 974809 w 5886563"/>
                <a:gd name="connsiteY60" fmla="*/ 5358616 h 6370489"/>
                <a:gd name="connsiteX61" fmla="*/ 959818 w 5886563"/>
                <a:gd name="connsiteY61" fmla="*/ 5422411 h 6370489"/>
                <a:gd name="connsiteX62" fmla="*/ 841203 w 5886563"/>
                <a:gd name="connsiteY62" fmla="*/ 5828400 h 6370489"/>
                <a:gd name="connsiteX63" fmla="*/ 428001 w 5886563"/>
                <a:gd name="connsiteY63" fmla="*/ 5782704 h 6370489"/>
                <a:gd name="connsiteX64" fmla="*/ 394223 w 5886563"/>
                <a:gd name="connsiteY64" fmla="*/ 5368570 h 6370489"/>
                <a:gd name="connsiteX65" fmla="*/ 804191 w 5886563"/>
                <a:gd name="connsiteY65" fmla="*/ 5261088 h 6370489"/>
                <a:gd name="connsiteX66" fmla="*/ 830779 w 5886563"/>
                <a:gd name="connsiteY66" fmla="*/ 5273265 h 6370489"/>
                <a:gd name="connsiteX67" fmla="*/ 1094252 w 5886563"/>
                <a:gd name="connsiteY67" fmla="*/ 5011103 h 6370489"/>
                <a:gd name="connsiteX68" fmla="*/ 1235576 w 5886563"/>
                <a:gd name="connsiteY68" fmla="*/ 4673250 h 6370489"/>
                <a:gd name="connsiteX69" fmla="*/ 1230932 w 5886563"/>
                <a:gd name="connsiteY69" fmla="*/ 4212302 h 6370489"/>
                <a:gd name="connsiteX70" fmla="*/ 1229762 w 5886563"/>
                <a:gd name="connsiteY70" fmla="*/ 3927625 h 6370489"/>
                <a:gd name="connsiteX71" fmla="*/ 1883464 w 5886563"/>
                <a:gd name="connsiteY71" fmla="*/ 3927507 h 6370489"/>
                <a:gd name="connsiteX72" fmla="*/ 2051332 w 5886563"/>
                <a:gd name="connsiteY72" fmla="*/ 3927507 h 6370489"/>
                <a:gd name="connsiteX73" fmla="*/ 2052547 w 5886563"/>
                <a:gd name="connsiteY73" fmla="*/ 4202556 h 6370489"/>
                <a:gd name="connsiteX74" fmla="*/ 2051505 w 5886563"/>
                <a:gd name="connsiteY74" fmla="*/ 4845988 h 6370489"/>
                <a:gd name="connsiteX75" fmla="*/ 2070484 w 5886563"/>
                <a:gd name="connsiteY75" fmla="*/ 4887719 h 6370489"/>
                <a:gd name="connsiteX76" fmla="*/ 2452333 w 5886563"/>
                <a:gd name="connsiteY76" fmla="*/ 5273847 h 6370489"/>
                <a:gd name="connsiteX77" fmla="*/ 2769897 w 5886563"/>
                <a:gd name="connsiteY77" fmla="*/ 5264540 h 6370489"/>
                <a:gd name="connsiteX78" fmla="*/ 2916442 w 5886563"/>
                <a:gd name="connsiteY78" fmla="*/ 5695408 h 6370489"/>
                <a:gd name="connsiteX79" fmla="*/ 2494269 w 5886563"/>
                <a:gd name="connsiteY79" fmla="*/ 5855269 h 6370489"/>
                <a:gd name="connsiteX80" fmla="*/ 2318492 w 5886563"/>
                <a:gd name="connsiteY80" fmla="*/ 5436277 h 6370489"/>
                <a:gd name="connsiteX81" fmla="*/ 2301909 w 5886563"/>
                <a:gd name="connsiteY81" fmla="*/ 5350161 h 6370489"/>
                <a:gd name="connsiteX82" fmla="*/ 1946958 w 5886563"/>
                <a:gd name="connsiteY82" fmla="*/ 4999100 h 6370489"/>
                <a:gd name="connsiteX83" fmla="*/ 1884054 w 5886563"/>
                <a:gd name="connsiteY83" fmla="*/ 4850695 h 6370489"/>
                <a:gd name="connsiteX84" fmla="*/ 1884400 w 5886563"/>
                <a:gd name="connsiteY84" fmla="*/ 4212270 h 6370489"/>
                <a:gd name="connsiteX85" fmla="*/ 1883464 w 5886563"/>
                <a:gd name="connsiteY85" fmla="*/ 3927507 h 6370489"/>
                <a:gd name="connsiteX86" fmla="*/ 4913853 w 5886563"/>
                <a:gd name="connsiteY86" fmla="*/ 3757392 h 6370489"/>
                <a:gd name="connsiteX87" fmla="*/ 5884734 w 5886563"/>
                <a:gd name="connsiteY87" fmla="*/ 3757392 h 6370489"/>
                <a:gd name="connsiteX88" fmla="*/ 5884734 w 5886563"/>
                <a:gd name="connsiteY88" fmla="*/ 3914696 h 6370489"/>
                <a:gd name="connsiteX89" fmla="*/ 4913853 w 5886563"/>
                <a:gd name="connsiteY89" fmla="*/ 3914696 h 6370489"/>
                <a:gd name="connsiteX90" fmla="*/ 4909235 w 5886563"/>
                <a:gd name="connsiteY90" fmla="*/ 3437093 h 6370489"/>
                <a:gd name="connsiteX91" fmla="*/ 5886245 w 5886563"/>
                <a:gd name="connsiteY91" fmla="*/ 3437093 h 6370489"/>
                <a:gd name="connsiteX92" fmla="*/ 5886245 w 5886563"/>
                <a:gd name="connsiteY92" fmla="*/ 3594596 h 6370489"/>
                <a:gd name="connsiteX93" fmla="*/ 4909235 w 5886563"/>
                <a:gd name="connsiteY93" fmla="*/ 3594596 h 6370489"/>
                <a:gd name="connsiteX94" fmla="*/ 380702 w 5886563"/>
                <a:gd name="connsiteY94" fmla="*/ 3424756 h 6370489"/>
                <a:gd name="connsiteX95" fmla="*/ 426173 w 5886563"/>
                <a:gd name="connsiteY95" fmla="*/ 3460865 h 6370489"/>
                <a:gd name="connsiteX96" fmla="*/ 380702 w 5886563"/>
                <a:gd name="connsiteY96" fmla="*/ 3424756 h 6370489"/>
                <a:gd name="connsiteX97" fmla="*/ 327451 w 5886563"/>
                <a:gd name="connsiteY97" fmla="*/ 3369000 h 6370489"/>
                <a:gd name="connsiteX98" fmla="*/ 370160 w 5886563"/>
                <a:gd name="connsiteY98" fmla="*/ 3407807 h 6370489"/>
                <a:gd name="connsiteX99" fmla="*/ 327451 w 5886563"/>
                <a:gd name="connsiteY99" fmla="*/ 3369000 h 6370489"/>
                <a:gd name="connsiteX100" fmla="*/ 3178863 w 5886563"/>
                <a:gd name="connsiteY100" fmla="*/ 3344120 h 6370489"/>
                <a:gd name="connsiteX101" fmla="*/ 3670787 w 5886563"/>
                <a:gd name="connsiteY101" fmla="*/ 3344120 h 6370489"/>
                <a:gd name="connsiteX102" fmla="*/ 3670787 w 5886563"/>
                <a:gd name="connsiteY102" fmla="*/ 3836044 h 6370489"/>
                <a:gd name="connsiteX103" fmla="*/ 3178863 w 5886563"/>
                <a:gd name="connsiteY103" fmla="*/ 3836044 h 6370489"/>
                <a:gd name="connsiteX104" fmla="*/ 4913580 w 5886563"/>
                <a:gd name="connsiteY104" fmla="*/ 3115047 h 6370489"/>
                <a:gd name="connsiteX105" fmla="*/ 5886460 w 5886563"/>
                <a:gd name="connsiteY105" fmla="*/ 3115047 h 6370489"/>
                <a:gd name="connsiteX106" fmla="*/ 5886460 w 5886563"/>
                <a:gd name="connsiteY106" fmla="*/ 3272351 h 6370489"/>
                <a:gd name="connsiteX107" fmla="*/ 4913580 w 5886563"/>
                <a:gd name="connsiteY107" fmla="*/ 3272351 h 6370489"/>
                <a:gd name="connsiteX108" fmla="*/ 694225 w 5886563"/>
                <a:gd name="connsiteY108" fmla="*/ 2459998 h 6370489"/>
                <a:gd name="connsiteX109" fmla="*/ 854656 w 5886563"/>
                <a:gd name="connsiteY109" fmla="*/ 2473841 h 6370489"/>
                <a:gd name="connsiteX110" fmla="*/ 955022 w 5886563"/>
                <a:gd name="connsiteY110" fmla="*/ 2821018 h 6370489"/>
                <a:gd name="connsiteX111" fmla="*/ 1289769 w 5886563"/>
                <a:gd name="connsiteY111" fmla="*/ 2952378 h 6370489"/>
                <a:gd name="connsiteX112" fmla="*/ 1289769 w 5886563"/>
                <a:gd name="connsiteY112" fmla="*/ 3112390 h 6370489"/>
                <a:gd name="connsiteX113" fmla="*/ 731894 w 5886563"/>
                <a:gd name="connsiteY113" fmla="*/ 2779794 h 6370489"/>
                <a:gd name="connsiteX114" fmla="*/ 694225 w 5886563"/>
                <a:gd name="connsiteY114" fmla="*/ 2459998 h 6370489"/>
                <a:gd name="connsiteX115" fmla="*/ 2762692 w 5886563"/>
                <a:gd name="connsiteY115" fmla="*/ 675982 h 6370489"/>
                <a:gd name="connsiteX116" fmla="*/ 2762692 w 5886563"/>
                <a:gd name="connsiteY116" fmla="*/ 832318 h 6370489"/>
                <a:gd name="connsiteX117" fmla="*/ 2524312 w 5886563"/>
                <a:gd name="connsiteY117" fmla="*/ 876758 h 6370489"/>
                <a:gd name="connsiteX118" fmla="*/ 2120570 w 5886563"/>
                <a:gd name="connsiteY118" fmla="*/ 1380932 h 6370489"/>
                <a:gd name="connsiteX119" fmla="*/ 2111994 w 5886563"/>
                <a:gd name="connsiteY119" fmla="*/ 1428132 h 6370489"/>
                <a:gd name="connsiteX120" fmla="*/ 2096175 w 5886563"/>
                <a:gd name="connsiteY120" fmla="*/ 1522256 h 6370489"/>
                <a:gd name="connsiteX121" fmla="*/ 1986922 w 5886563"/>
                <a:gd name="connsiteY121" fmla="*/ 1531370 h 6370489"/>
                <a:gd name="connsiteX122" fmla="*/ 1943524 w 5886563"/>
                <a:gd name="connsiteY122" fmla="*/ 1531444 h 6370489"/>
                <a:gd name="connsiteX123" fmla="*/ 1981343 w 5886563"/>
                <a:gd name="connsiteY123" fmla="*/ 1229765 h 6370489"/>
                <a:gd name="connsiteX124" fmla="*/ 2762692 w 5886563"/>
                <a:gd name="connsiteY124" fmla="*/ 675982 h 6370489"/>
                <a:gd name="connsiteX125" fmla="*/ 2736565 w 5886563"/>
                <a:gd name="connsiteY125" fmla="*/ 761 h 6370489"/>
                <a:gd name="connsiteX126" fmla="*/ 3494339 w 5886563"/>
                <a:gd name="connsiteY126" fmla="*/ 264348 h 6370489"/>
                <a:gd name="connsiteX127" fmla="*/ 3828194 w 5886563"/>
                <a:gd name="connsiteY127" fmla="*/ 615441 h 6370489"/>
                <a:gd name="connsiteX128" fmla="*/ 3854202 w 5886563"/>
                <a:gd name="connsiteY128" fmla="*/ 652626 h 6370489"/>
                <a:gd name="connsiteX129" fmla="*/ 4188325 w 5886563"/>
                <a:gd name="connsiteY129" fmla="*/ 397848 h 6370489"/>
                <a:gd name="connsiteX130" fmla="*/ 4490207 w 5886563"/>
                <a:gd name="connsiteY130" fmla="*/ 311926 h 6370489"/>
                <a:gd name="connsiteX131" fmla="*/ 5305581 w 5886563"/>
                <a:gd name="connsiteY131" fmla="*/ 485726 h 6370489"/>
                <a:gd name="connsiteX132" fmla="*/ 5710311 w 5886563"/>
                <a:gd name="connsiteY132" fmla="*/ 1131072 h 6370489"/>
                <a:gd name="connsiteX133" fmla="*/ 5726109 w 5886563"/>
                <a:gd name="connsiteY133" fmla="*/ 1289741 h 6370489"/>
                <a:gd name="connsiteX134" fmla="*/ 5694299 w 5886563"/>
                <a:gd name="connsiteY134" fmla="*/ 1323905 h 6370489"/>
                <a:gd name="connsiteX135" fmla="*/ 5404453 w 5886563"/>
                <a:gd name="connsiteY135" fmla="*/ 1325486 h 6370489"/>
                <a:gd name="connsiteX136" fmla="*/ 5385323 w 5886563"/>
                <a:gd name="connsiteY136" fmla="*/ 1162905 h 6370489"/>
                <a:gd name="connsiteX137" fmla="*/ 4754261 w 5886563"/>
                <a:gd name="connsiteY137" fmla="*/ 631198 h 6370489"/>
                <a:gd name="connsiteX138" fmla="*/ 4440341 w 5886563"/>
                <a:gd name="connsiteY138" fmla="*/ 656699 h 6370489"/>
                <a:gd name="connsiteX139" fmla="*/ 4000897 w 5886563"/>
                <a:gd name="connsiteY139" fmla="*/ 1042237 h 6370489"/>
                <a:gd name="connsiteX140" fmla="*/ 3986496 w 5886563"/>
                <a:gd name="connsiteY140" fmla="*/ 1076907 h 6370489"/>
                <a:gd name="connsiteX141" fmla="*/ 3829376 w 5886563"/>
                <a:gd name="connsiteY141" fmla="*/ 1176703 h 6370489"/>
                <a:gd name="connsiteX142" fmla="*/ 3680466 w 5886563"/>
                <a:gd name="connsiteY142" fmla="*/ 1065838 h 6370489"/>
                <a:gd name="connsiteX143" fmla="*/ 3343010 w 5886563"/>
                <a:gd name="connsiteY143" fmla="*/ 568285 h 6370489"/>
                <a:gd name="connsiteX144" fmla="*/ 2917377 w 5886563"/>
                <a:gd name="connsiteY144" fmla="*/ 359697 h 6370489"/>
                <a:gd name="connsiteX145" fmla="*/ 2631389 w 5886563"/>
                <a:gd name="connsiteY145" fmla="*/ 329045 h 6370489"/>
                <a:gd name="connsiteX146" fmla="*/ 1662021 w 5886563"/>
                <a:gd name="connsiteY146" fmla="*/ 1150179 h 6370489"/>
                <a:gd name="connsiteX147" fmla="*/ 1636712 w 5886563"/>
                <a:gd name="connsiteY147" fmla="*/ 1404583 h 6370489"/>
                <a:gd name="connsiteX148" fmla="*/ 1468941 w 5886563"/>
                <a:gd name="connsiteY148" fmla="*/ 1541606 h 6370489"/>
                <a:gd name="connsiteX149" fmla="*/ 1337334 w 5886563"/>
                <a:gd name="connsiteY149" fmla="*/ 1529839 h 6370489"/>
                <a:gd name="connsiteX150" fmla="*/ 701263 w 5886563"/>
                <a:gd name="connsiteY150" fmla="*/ 1741189 h 6370489"/>
                <a:gd name="connsiteX151" fmla="*/ 354791 w 5886563"/>
                <a:gd name="connsiteY151" fmla="*/ 2299314 h 6370489"/>
                <a:gd name="connsiteX152" fmla="*/ 1141846 w 5886563"/>
                <a:gd name="connsiteY152" fmla="*/ 3431537 h 6370489"/>
                <a:gd name="connsiteX153" fmla="*/ 1222319 w 5886563"/>
                <a:gd name="connsiteY153" fmla="*/ 3434052 h 6370489"/>
                <a:gd name="connsiteX154" fmla="*/ 2882396 w 5886563"/>
                <a:gd name="connsiteY154" fmla="*/ 3434578 h 6370489"/>
                <a:gd name="connsiteX155" fmla="*/ 2948155 w 5886563"/>
                <a:gd name="connsiteY155" fmla="*/ 3434590 h 6370489"/>
                <a:gd name="connsiteX156" fmla="*/ 2948155 w 5886563"/>
                <a:gd name="connsiteY156" fmla="*/ 3763866 h 6370489"/>
                <a:gd name="connsiteX157" fmla="*/ 2886038 w 5886563"/>
                <a:gd name="connsiteY157" fmla="*/ 3763866 h 6370489"/>
                <a:gd name="connsiteX158" fmla="*/ 1252809 w 5886563"/>
                <a:gd name="connsiteY158" fmla="*/ 3764177 h 6370489"/>
                <a:gd name="connsiteX159" fmla="*/ 429365 w 5886563"/>
                <a:gd name="connsiteY159" fmla="*/ 3462219 h 6370489"/>
                <a:gd name="connsiteX160" fmla="*/ 380907 w 5886563"/>
                <a:gd name="connsiteY160" fmla="*/ 3420382 h 6370489"/>
                <a:gd name="connsiteX161" fmla="*/ 372470 w 5886563"/>
                <a:gd name="connsiteY161" fmla="*/ 3408452 h 6370489"/>
                <a:gd name="connsiteX162" fmla="*/ 327837 w 5886563"/>
                <a:gd name="connsiteY162" fmla="*/ 3364572 h 6370489"/>
                <a:gd name="connsiteX163" fmla="*/ 146977 w 5886563"/>
                <a:gd name="connsiteY163" fmla="*/ 3100713 h 6370489"/>
                <a:gd name="connsiteX164" fmla="*/ 39850 w 5886563"/>
                <a:gd name="connsiteY164" fmla="*/ 2801915 h 6370489"/>
                <a:gd name="connsiteX165" fmla="*/ 5460 w 5886563"/>
                <a:gd name="connsiteY165" fmla="*/ 2387265 h 6370489"/>
                <a:gd name="connsiteX166" fmla="*/ 110039 w 5886563"/>
                <a:gd name="connsiteY166" fmla="*/ 1976096 h 6370489"/>
                <a:gd name="connsiteX167" fmla="*/ 397628 w 5886563"/>
                <a:gd name="connsiteY167" fmla="*/ 1563906 h 6370489"/>
                <a:gd name="connsiteX168" fmla="*/ 1166736 w 5886563"/>
                <a:gd name="connsiteY168" fmla="*/ 1208859 h 6370489"/>
                <a:gd name="connsiteX169" fmla="*/ 1289059 w 5886563"/>
                <a:gd name="connsiteY169" fmla="*/ 1197392 h 6370489"/>
                <a:gd name="connsiteX170" fmla="*/ 1326276 w 5886563"/>
                <a:gd name="connsiteY170" fmla="*/ 1164365 h 6370489"/>
                <a:gd name="connsiteX171" fmla="*/ 1605235 w 5886563"/>
                <a:gd name="connsiteY171" fmla="*/ 508327 h 6370489"/>
                <a:gd name="connsiteX172" fmla="*/ 2459588 w 5886563"/>
                <a:gd name="connsiteY172" fmla="*/ 16448 h 6370489"/>
                <a:gd name="connsiteX173" fmla="*/ 2736565 w 5886563"/>
                <a:gd name="connsiteY173" fmla="*/ 761 h 637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5886563" h="6370489">
                  <a:moveTo>
                    <a:pt x="1624438" y="5883792"/>
                  </a:moveTo>
                  <a:cubicBezTo>
                    <a:pt x="1526277" y="5901664"/>
                    <a:pt x="1464997" y="5980633"/>
                    <a:pt x="1481042" y="6068575"/>
                  </a:cubicBezTo>
                  <a:cubicBezTo>
                    <a:pt x="1497228" y="6157271"/>
                    <a:pt x="1575743" y="6216369"/>
                    <a:pt x="1662988" y="6205502"/>
                  </a:cubicBezTo>
                  <a:cubicBezTo>
                    <a:pt x="1744719" y="6195325"/>
                    <a:pt x="1809414" y="6118817"/>
                    <a:pt x="1805051" y="6037506"/>
                  </a:cubicBezTo>
                  <a:cubicBezTo>
                    <a:pt x="1800184" y="5946898"/>
                    <a:pt x="1731823" y="5885556"/>
                    <a:pt x="1624438" y="5883792"/>
                  </a:cubicBezTo>
                  <a:close/>
                  <a:moveTo>
                    <a:pt x="3934594" y="5724620"/>
                  </a:moveTo>
                  <a:lnTo>
                    <a:pt x="4255174" y="5724620"/>
                  </a:lnTo>
                  <a:lnTo>
                    <a:pt x="4255174" y="5882871"/>
                  </a:lnTo>
                  <a:lnTo>
                    <a:pt x="3934594" y="5882871"/>
                  </a:lnTo>
                  <a:close/>
                  <a:moveTo>
                    <a:pt x="4424653" y="5721674"/>
                  </a:moveTo>
                  <a:lnTo>
                    <a:pt x="4744700" y="5721674"/>
                  </a:lnTo>
                  <a:lnTo>
                    <a:pt x="4744700" y="5876594"/>
                  </a:lnTo>
                  <a:lnTo>
                    <a:pt x="4424653" y="5876594"/>
                  </a:lnTo>
                  <a:close/>
                  <a:moveTo>
                    <a:pt x="5568988" y="5560478"/>
                  </a:moveTo>
                  <a:lnTo>
                    <a:pt x="5886563" y="5560478"/>
                  </a:lnTo>
                  <a:lnTo>
                    <a:pt x="5886563" y="5880466"/>
                  </a:lnTo>
                  <a:lnTo>
                    <a:pt x="5568988" y="5880466"/>
                  </a:lnTo>
                  <a:close/>
                  <a:moveTo>
                    <a:pt x="660027" y="5392860"/>
                  </a:moveTo>
                  <a:cubicBezTo>
                    <a:pt x="621473" y="5395326"/>
                    <a:pt x="581082" y="5413626"/>
                    <a:pt x="540415" y="5448387"/>
                  </a:cubicBezTo>
                  <a:cubicBezTo>
                    <a:pt x="477460" y="5536705"/>
                    <a:pt x="491528" y="5637941"/>
                    <a:pt x="574096" y="5690925"/>
                  </a:cubicBezTo>
                  <a:cubicBezTo>
                    <a:pt x="652045" y="5740930"/>
                    <a:pt x="755807" y="5716406"/>
                    <a:pt x="802546" y="5636911"/>
                  </a:cubicBezTo>
                  <a:cubicBezTo>
                    <a:pt x="841460" y="5570719"/>
                    <a:pt x="826781" y="5482186"/>
                    <a:pt x="768629" y="5432331"/>
                  </a:cubicBezTo>
                  <a:cubicBezTo>
                    <a:pt x="735303" y="5403760"/>
                    <a:pt x="698583" y="5390393"/>
                    <a:pt x="660027" y="5392860"/>
                  </a:cubicBezTo>
                  <a:close/>
                  <a:moveTo>
                    <a:pt x="2629530" y="5391903"/>
                  </a:moveTo>
                  <a:cubicBezTo>
                    <a:pt x="2610187" y="5394804"/>
                    <a:pt x="2589863" y="5394846"/>
                    <a:pt x="2571679" y="5401134"/>
                  </a:cubicBezTo>
                  <a:cubicBezTo>
                    <a:pt x="2508993" y="5422788"/>
                    <a:pt x="2470583" y="5466658"/>
                    <a:pt x="2461362" y="5533183"/>
                  </a:cubicBezTo>
                  <a:cubicBezTo>
                    <a:pt x="2452464" y="5597385"/>
                    <a:pt x="2475450" y="5649937"/>
                    <a:pt x="2527648" y="5686981"/>
                  </a:cubicBezTo>
                  <a:cubicBezTo>
                    <a:pt x="2581845" y="5725467"/>
                    <a:pt x="2641062" y="5727864"/>
                    <a:pt x="2699847" y="5697182"/>
                  </a:cubicBezTo>
                  <a:cubicBezTo>
                    <a:pt x="2757851" y="5666895"/>
                    <a:pt x="2792820" y="5597438"/>
                    <a:pt x="2783814" y="5535869"/>
                  </a:cubicBezTo>
                  <a:cubicBezTo>
                    <a:pt x="2772756" y="5460306"/>
                    <a:pt x="2725610" y="5414020"/>
                    <a:pt x="2629530" y="5391903"/>
                  </a:cubicBezTo>
                  <a:close/>
                  <a:moveTo>
                    <a:pt x="4917724" y="4740336"/>
                  </a:moveTo>
                  <a:lnTo>
                    <a:pt x="5885386" y="4740336"/>
                  </a:lnTo>
                  <a:lnTo>
                    <a:pt x="5885386" y="4898765"/>
                  </a:lnTo>
                  <a:lnTo>
                    <a:pt x="4917724" y="4898765"/>
                  </a:lnTo>
                  <a:close/>
                  <a:moveTo>
                    <a:pt x="4917510" y="4411496"/>
                  </a:moveTo>
                  <a:lnTo>
                    <a:pt x="5885601" y="4411496"/>
                  </a:lnTo>
                  <a:lnTo>
                    <a:pt x="5885601" y="4569888"/>
                  </a:lnTo>
                  <a:lnTo>
                    <a:pt x="4917510" y="4569888"/>
                  </a:lnTo>
                  <a:close/>
                  <a:moveTo>
                    <a:pt x="4917835" y="4091005"/>
                  </a:moveTo>
                  <a:lnTo>
                    <a:pt x="5885060" y="4091005"/>
                  </a:lnTo>
                  <a:lnTo>
                    <a:pt x="5885060" y="4249730"/>
                  </a:lnTo>
                  <a:lnTo>
                    <a:pt x="4917835" y="4249730"/>
                  </a:lnTo>
                  <a:close/>
                  <a:moveTo>
                    <a:pt x="1558624" y="3928114"/>
                  </a:moveTo>
                  <a:cubicBezTo>
                    <a:pt x="1617206" y="3928114"/>
                    <a:pt x="1667942" y="3928114"/>
                    <a:pt x="1724031" y="3928114"/>
                  </a:cubicBezTo>
                  <a:cubicBezTo>
                    <a:pt x="1724031" y="4019604"/>
                    <a:pt x="1724031" y="4108458"/>
                    <a:pt x="1724804" y="4202290"/>
                  </a:cubicBezTo>
                  <a:cubicBezTo>
                    <a:pt x="1724923" y="4473835"/>
                    <a:pt x="1724051" y="4740392"/>
                    <a:pt x="1723687" y="5006958"/>
                  </a:cubicBezTo>
                  <a:cubicBezTo>
                    <a:pt x="1723374" y="5230624"/>
                    <a:pt x="1724449" y="5454291"/>
                    <a:pt x="1722794" y="5677945"/>
                  </a:cubicBezTo>
                  <a:cubicBezTo>
                    <a:pt x="1722536" y="5713184"/>
                    <a:pt x="1731511" y="5729896"/>
                    <a:pt x="1766018" y="5743889"/>
                  </a:cubicBezTo>
                  <a:cubicBezTo>
                    <a:pt x="1923074" y="5807543"/>
                    <a:pt x="2002484" y="5974562"/>
                    <a:pt x="1956111" y="6135056"/>
                  </a:cubicBezTo>
                  <a:cubicBezTo>
                    <a:pt x="1910232" y="6293864"/>
                    <a:pt x="1750780" y="6393242"/>
                    <a:pt x="1585534" y="6366009"/>
                  </a:cubicBezTo>
                  <a:cubicBezTo>
                    <a:pt x="1425943" y="6339710"/>
                    <a:pt x="1306544" y="6193433"/>
                    <a:pt x="1316196" y="6028532"/>
                  </a:cubicBezTo>
                  <a:cubicBezTo>
                    <a:pt x="1324116" y="5893390"/>
                    <a:pt x="1393626" y="5796677"/>
                    <a:pt x="1518453" y="5743362"/>
                  </a:cubicBezTo>
                  <a:cubicBezTo>
                    <a:pt x="1548416" y="5730562"/>
                    <a:pt x="1561913" y="5717945"/>
                    <a:pt x="1561806" y="5682631"/>
                  </a:cubicBezTo>
                  <a:cubicBezTo>
                    <a:pt x="1560322" y="5194150"/>
                    <a:pt x="1560655" y="4705668"/>
                    <a:pt x="1559581" y="4212220"/>
                  </a:cubicBezTo>
                  <a:cubicBezTo>
                    <a:pt x="1558624" y="4114950"/>
                    <a:pt x="1558624" y="4022645"/>
                    <a:pt x="1558624" y="3928114"/>
                  </a:cubicBezTo>
                  <a:close/>
                  <a:moveTo>
                    <a:pt x="1229762" y="3927625"/>
                  </a:moveTo>
                  <a:cubicBezTo>
                    <a:pt x="1289773" y="3927625"/>
                    <a:pt x="1342401" y="3927625"/>
                    <a:pt x="1399284" y="3927625"/>
                  </a:cubicBezTo>
                  <a:cubicBezTo>
                    <a:pt x="1399284" y="4019491"/>
                    <a:pt x="1399284" y="4108454"/>
                    <a:pt x="1400230" y="4202360"/>
                  </a:cubicBezTo>
                  <a:cubicBezTo>
                    <a:pt x="1400359" y="4432721"/>
                    <a:pt x="1398715" y="4658118"/>
                    <a:pt x="1399531" y="4883504"/>
                  </a:cubicBezTo>
                  <a:cubicBezTo>
                    <a:pt x="1399660" y="4920387"/>
                    <a:pt x="1389612" y="4946674"/>
                    <a:pt x="1363154" y="4972607"/>
                  </a:cubicBezTo>
                  <a:cubicBezTo>
                    <a:pt x="1232802" y="5100356"/>
                    <a:pt x="1104613" y="5230309"/>
                    <a:pt x="974809" y="5358616"/>
                  </a:cubicBezTo>
                  <a:cubicBezTo>
                    <a:pt x="955089" y="5378112"/>
                    <a:pt x="947232" y="5392685"/>
                    <a:pt x="959818" y="5422411"/>
                  </a:cubicBezTo>
                  <a:cubicBezTo>
                    <a:pt x="1024912" y="5576157"/>
                    <a:pt x="975338" y="5740919"/>
                    <a:pt x="841203" y="5828400"/>
                  </a:cubicBezTo>
                  <a:cubicBezTo>
                    <a:pt x="710551" y="5913612"/>
                    <a:pt x="535946" y="5894300"/>
                    <a:pt x="428001" y="5782704"/>
                  </a:cubicBezTo>
                  <a:cubicBezTo>
                    <a:pt x="319145" y="5670150"/>
                    <a:pt x="305013" y="5496963"/>
                    <a:pt x="394223" y="5368570"/>
                  </a:cubicBezTo>
                  <a:cubicBezTo>
                    <a:pt x="485220" y="5237595"/>
                    <a:pt x="651872" y="5193898"/>
                    <a:pt x="804191" y="5261088"/>
                  </a:cubicBezTo>
                  <a:cubicBezTo>
                    <a:pt x="810703" y="5263969"/>
                    <a:pt x="817152" y="5267022"/>
                    <a:pt x="830779" y="5273265"/>
                  </a:cubicBezTo>
                  <a:cubicBezTo>
                    <a:pt x="916862" y="5186430"/>
                    <a:pt x="998571" y="5090330"/>
                    <a:pt x="1094252" y="5011103"/>
                  </a:cubicBezTo>
                  <a:cubicBezTo>
                    <a:pt x="1204163" y="4920075"/>
                    <a:pt x="1248418" y="4816949"/>
                    <a:pt x="1235576" y="4673250"/>
                  </a:cubicBezTo>
                  <a:cubicBezTo>
                    <a:pt x="1222077" y="4522341"/>
                    <a:pt x="1232265" y="4369316"/>
                    <a:pt x="1230932" y="4212302"/>
                  </a:cubicBezTo>
                  <a:cubicBezTo>
                    <a:pt x="1229762" y="4115085"/>
                    <a:pt x="1229762" y="4022789"/>
                    <a:pt x="1229762" y="3927625"/>
                  </a:cubicBezTo>
                  <a:close/>
                  <a:moveTo>
                    <a:pt x="1883464" y="3927507"/>
                  </a:moveTo>
                  <a:cubicBezTo>
                    <a:pt x="1940294" y="3927507"/>
                    <a:pt x="1991418" y="3927507"/>
                    <a:pt x="2051332" y="3927507"/>
                  </a:cubicBezTo>
                  <a:cubicBezTo>
                    <a:pt x="2051332" y="4017685"/>
                    <a:pt x="2051332" y="4107659"/>
                    <a:pt x="2052547" y="4202556"/>
                  </a:cubicBezTo>
                  <a:cubicBezTo>
                    <a:pt x="2052730" y="4420322"/>
                    <a:pt x="2051332" y="4633154"/>
                    <a:pt x="2051505" y="4845988"/>
                  </a:cubicBezTo>
                  <a:cubicBezTo>
                    <a:pt x="2051515" y="4860066"/>
                    <a:pt x="2060295" y="4877315"/>
                    <a:pt x="2070484" y="4887719"/>
                  </a:cubicBezTo>
                  <a:cubicBezTo>
                    <a:pt x="2196868" y="5016693"/>
                    <a:pt x="2324263" y="5144668"/>
                    <a:pt x="2452333" y="5273847"/>
                  </a:cubicBezTo>
                  <a:cubicBezTo>
                    <a:pt x="2559686" y="5218360"/>
                    <a:pt x="2664931" y="5211653"/>
                    <a:pt x="2769897" y="5264540"/>
                  </a:cubicBezTo>
                  <a:cubicBezTo>
                    <a:pt x="2928276" y="5344325"/>
                    <a:pt x="2992768" y="5535782"/>
                    <a:pt x="2916442" y="5695408"/>
                  </a:cubicBezTo>
                  <a:cubicBezTo>
                    <a:pt x="2840946" y="5853292"/>
                    <a:pt x="2655194" y="5923632"/>
                    <a:pt x="2494269" y="5855269"/>
                  </a:cubicBezTo>
                  <a:cubicBezTo>
                    <a:pt x="2330808" y="5785843"/>
                    <a:pt x="2250904" y="5600125"/>
                    <a:pt x="2318492" y="5436277"/>
                  </a:cubicBezTo>
                  <a:cubicBezTo>
                    <a:pt x="2334064" y="5398534"/>
                    <a:pt x="2330979" y="5378286"/>
                    <a:pt x="2301909" y="5350161"/>
                  </a:cubicBezTo>
                  <a:cubicBezTo>
                    <a:pt x="2182317" y="5234459"/>
                    <a:pt x="2067302" y="5113984"/>
                    <a:pt x="1946958" y="4999100"/>
                  </a:cubicBezTo>
                  <a:cubicBezTo>
                    <a:pt x="1902411" y="4956574"/>
                    <a:pt x="1882809" y="4913727"/>
                    <a:pt x="1884054" y="4850695"/>
                  </a:cubicBezTo>
                  <a:cubicBezTo>
                    <a:pt x="1888203" y="4639614"/>
                    <a:pt x="1885442" y="4428391"/>
                    <a:pt x="1884400" y="4212270"/>
                  </a:cubicBezTo>
                  <a:cubicBezTo>
                    <a:pt x="1883464" y="4114924"/>
                    <a:pt x="1883464" y="4022543"/>
                    <a:pt x="1883464" y="3927507"/>
                  </a:cubicBezTo>
                  <a:close/>
                  <a:moveTo>
                    <a:pt x="4913853" y="3757392"/>
                  </a:moveTo>
                  <a:lnTo>
                    <a:pt x="5884734" y="3757392"/>
                  </a:lnTo>
                  <a:lnTo>
                    <a:pt x="5884734" y="3914696"/>
                  </a:lnTo>
                  <a:lnTo>
                    <a:pt x="4913853" y="3914696"/>
                  </a:lnTo>
                  <a:close/>
                  <a:moveTo>
                    <a:pt x="4909235" y="3437093"/>
                  </a:moveTo>
                  <a:lnTo>
                    <a:pt x="5886245" y="3437093"/>
                  </a:lnTo>
                  <a:lnTo>
                    <a:pt x="5886245" y="3594596"/>
                  </a:lnTo>
                  <a:lnTo>
                    <a:pt x="4909235" y="3594596"/>
                  </a:lnTo>
                  <a:close/>
                  <a:moveTo>
                    <a:pt x="380702" y="3424756"/>
                  </a:moveTo>
                  <a:cubicBezTo>
                    <a:pt x="395382" y="3432827"/>
                    <a:pt x="409859" y="3445271"/>
                    <a:pt x="426173" y="3460865"/>
                  </a:cubicBezTo>
                  <a:cubicBezTo>
                    <a:pt x="401077" y="3467496"/>
                    <a:pt x="380401" y="3462456"/>
                    <a:pt x="380702" y="3424756"/>
                  </a:cubicBezTo>
                  <a:close/>
                  <a:moveTo>
                    <a:pt x="327451" y="3369000"/>
                  </a:moveTo>
                  <a:cubicBezTo>
                    <a:pt x="341464" y="3377899"/>
                    <a:pt x="355092" y="3391215"/>
                    <a:pt x="370160" y="3407807"/>
                  </a:cubicBezTo>
                  <a:cubicBezTo>
                    <a:pt x="343925" y="3413707"/>
                    <a:pt x="325398" y="3405507"/>
                    <a:pt x="327451" y="3369000"/>
                  </a:cubicBezTo>
                  <a:close/>
                  <a:moveTo>
                    <a:pt x="3178863" y="3344120"/>
                  </a:moveTo>
                  <a:lnTo>
                    <a:pt x="3670787" y="3344120"/>
                  </a:lnTo>
                  <a:lnTo>
                    <a:pt x="3670787" y="3836044"/>
                  </a:lnTo>
                  <a:lnTo>
                    <a:pt x="3178863" y="3836044"/>
                  </a:lnTo>
                  <a:close/>
                  <a:moveTo>
                    <a:pt x="4913580" y="3115047"/>
                  </a:moveTo>
                  <a:lnTo>
                    <a:pt x="5886460" y="3115047"/>
                  </a:lnTo>
                  <a:lnTo>
                    <a:pt x="5886460" y="3272351"/>
                  </a:lnTo>
                  <a:lnTo>
                    <a:pt x="4913580" y="3272351"/>
                  </a:lnTo>
                  <a:close/>
                  <a:moveTo>
                    <a:pt x="694225" y="2459998"/>
                  </a:moveTo>
                  <a:cubicBezTo>
                    <a:pt x="750702" y="2464877"/>
                    <a:pt x="802932" y="2469379"/>
                    <a:pt x="854656" y="2473841"/>
                  </a:cubicBezTo>
                  <a:cubicBezTo>
                    <a:pt x="852454" y="2604694"/>
                    <a:pt x="866467" y="2724565"/>
                    <a:pt x="955022" y="2821018"/>
                  </a:cubicBezTo>
                  <a:cubicBezTo>
                    <a:pt x="1043792" y="2917698"/>
                    <a:pt x="1160580" y="2948294"/>
                    <a:pt x="1289769" y="2952378"/>
                  </a:cubicBezTo>
                  <a:cubicBezTo>
                    <a:pt x="1289769" y="3007112"/>
                    <a:pt x="1289769" y="3059868"/>
                    <a:pt x="1289769" y="3112390"/>
                  </a:cubicBezTo>
                  <a:cubicBezTo>
                    <a:pt x="1086125" y="3154496"/>
                    <a:pt x="847714" y="3012874"/>
                    <a:pt x="731894" y="2779794"/>
                  </a:cubicBezTo>
                  <a:cubicBezTo>
                    <a:pt x="693269" y="2674215"/>
                    <a:pt x="679449" y="2569928"/>
                    <a:pt x="694225" y="2459998"/>
                  </a:cubicBezTo>
                  <a:close/>
                  <a:moveTo>
                    <a:pt x="2762692" y="675982"/>
                  </a:moveTo>
                  <a:cubicBezTo>
                    <a:pt x="2762692" y="728729"/>
                    <a:pt x="2762692" y="781657"/>
                    <a:pt x="2762692" y="832318"/>
                  </a:cubicBezTo>
                  <a:cubicBezTo>
                    <a:pt x="2683100" y="846709"/>
                    <a:pt x="2601476" y="854114"/>
                    <a:pt x="2524312" y="876758"/>
                  </a:cubicBezTo>
                  <a:cubicBezTo>
                    <a:pt x="2279528" y="948591"/>
                    <a:pt x="2152961" y="1145111"/>
                    <a:pt x="2120570" y="1380932"/>
                  </a:cubicBezTo>
                  <a:cubicBezTo>
                    <a:pt x="2118400" y="1396763"/>
                    <a:pt x="2114294" y="1412323"/>
                    <a:pt x="2111994" y="1428132"/>
                  </a:cubicBezTo>
                  <a:cubicBezTo>
                    <a:pt x="2107233" y="1460825"/>
                    <a:pt x="2113993" y="1511250"/>
                    <a:pt x="2096175" y="1522256"/>
                  </a:cubicBezTo>
                  <a:cubicBezTo>
                    <a:pt x="2068448" y="1539385"/>
                    <a:pt x="2024192" y="1529885"/>
                    <a:pt x="1986922" y="1531370"/>
                  </a:cubicBezTo>
                  <a:cubicBezTo>
                    <a:pt x="1974487" y="1531864"/>
                    <a:pt x="1962021" y="1531444"/>
                    <a:pt x="1943524" y="1531444"/>
                  </a:cubicBezTo>
                  <a:cubicBezTo>
                    <a:pt x="1935936" y="1428208"/>
                    <a:pt x="1952294" y="1330529"/>
                    <a:pt x="1981343" y="1229765"/>
                  </a:cubicBezTo>
                  <a:cubicBezTo>
                    <a:pt x="2084536" y="854114"/>
                    <a:pt x="2408504" y="665031"/>
                    <a:pt x="2762692" y="675982"/>
                  </a:cubicBezTo>
                  <a:close/>
                  <a:moveTo>
                    <a:pt x="2736565" y="761"/>
                  </a:moveTo>
                  <a:cubicBezTo>
                    <a:pt x="3007961" y="9450"/>
                    <a:pt x="3262091" y="92777"/>
                    <a:pt x="3494339" y="264348"/>
                  </a:cubicBezTo>
                  <a:cubicBezTo>
                    <a:pt x="3626065" y="361652"/>
                    <a:pt x="3737381" y="478912"/>
                    <a:pt x="3828194" y="615441"/>
                  </a:cubicBezTo>
                  <a:cubicBezTo>
                    <a:pt x="3836039" y="627082"/>
                    <a:pt x="3844206" y="638387"/>
                    <a:pt x="3854202" y="652626"/>
                  </a:cubicBezTo>
                  <a:cubicBezTo>
                    <a:pt x="3945443" y="537731"/>
                    <a:pt x="4057856" y="452356"/>
                    <a:pt x="4188325" y="397848"/>
                  </a:cubicBezTo>
                  <a:cubicBezTo>
                    <a:pt x="4284404" y="357686"/>
                    <a:pt x="4387467" y="323006"/>
                    <a:pt x="4490207" y="311926"/>
                  </a:cubicBezTo>
                  <a:cubicBezTo>
                    <a:pt x="4778979" y="280814"/>
                    <a:pt x="5059153" y="305488"/>
                    <a:pt x="5305581" y="485726"/>
                  </a:cubicBezTo>
                  <a:cubicBezTo>
                    <a:pt x="5526968" y="647597"/>
                    <a:pt x="5665819" y="859570"/>
                    <a:pt x="5710311" y="1131072"/>
                  </a:cubicBezTo>
                  <a:cubicBezTo>
                    <a:pt x="5718909" y="1183495"/>
                    <a:pt x="5724283" y="1236715"/>
                    <a:pt x="5726109" y="1289741"/>
                  </a:cubicBezTo>
                  <a:cubicBezTo>
                    <a:pt x="5726541" y="1301262"/>
                    <a:pt x="5705798" y="1323571"/>
                    <a:pt x="5694299" y="1323905"/>
                  </a:cubicBezTo>
                  <a:cubicBezTo>
                    <a:pt x="5598113" y="1326677"/>
                    <a:pt x="5501712" y="1325486"/>
                    <a:pt x="5404453" y="1325486"/>
                  </a:cubicBezTo>
                  <a:cubicBezTo>
                    <a:pt x="5397898" y="1268376"/>
                    <a:pt x="5395532" y="1214866"/>
                    <a:pt x="5385323" y="1162905"/>
                  </a:cubicBezTo>
                  <a:cubicBezTo>
                    <a:pt x="5326538" y="863278"/>
                    <a:pt x="5060658" y="636646"/>
                    <a:pt x="4754261" y="631198"/>
                  </a:cubicBezTo>
                  <a:cubicBezTo>
                    <a:pt x="4649479" y="629338"/>
                    <a:pt x="4540826" y="631304"/>
                    <a:pt x="4440341" y="656699"/>
                  </a:cubicBezTo>
                  <a:cubicBezTo>
                    <a:pt x="4232279" y="709273"/>
                    <a:pt x="4086658" y="844438"/>
                    <a:pt x="4000897" y="1042237"/>
                  </a:cubicBezTo>
                  <a:cubicBezTo>
                    <a:pt x="3995845" y="1053703"/>
                    <a:pt x="3991762" y="1065527"/>
                    <a:pt x="3986496" y="1076907"/>
                  </a:cubicBezTo>
                  <a:cubicBezTo>
                    <a:pt x="3956190" y="1143420"/>
                    <a:pt x="3900306" y="1178788"/>
                    <a:pt x="3829376" y="1176703"/>
                  </a:cubicBezTo>
                  <a:cubicBezTo>
                    <a:pt x="3759629" y="1174662"/>
                    <a:pt x="3700627" y="1135973"/>
                    <a:pt x="3680466" y="1065838"/>
                  </a:cubicBezTo>
                  <a:cubicBezTo>
                    <a:pt x="3622087" y="862547"/>
                    <a:pt x="3502947" y="700364"/>
                    <a:pt x="3343010" y="568285"/>
                  </a:cubicBezTo>
                  <a:cubicBezTo>
                    <a:pt x="3218807" y="465715"/>
                    <a:pt x="3081591" y="382597"/>
                    <a:pt x="2917377" y="359697"/>
                  </a:cubicBezTo>
                  <a:cubicBezTo>
                    <a:pt x="2822341" y="346445"/>
                    <a:pt x="2726219" y="325477"/>
                    <a:pt x="2631389" y="329045"/>
                  </a:cubicBezTo>
                  <a:cubicBezTo>
                    <a:pt x="2155404" y="346949"/>
                    <a:pt x="1766675" y="668876"/>
                    <a:pt x="1662021" y="1150179"/>
                  </a:cubicBezTo>
                  <a:cubicBezTo>
                    <a:pt x="1644030" y="1232879"/>
                    <a:pt x="1648309" y="1320176"/>
                    <a:pt x="1636712" y="1404583"/>
                  </a:cubicBezTo>
                  <a:cubicBezTo>
                    <a:pt x="1624708" y="1491965"/>
                    <a:pt x="1557024" y="1545196"/>
                    <a:pt x="1468941" y="1541606"/>
                  </a:cubicBezTo>
                  <a:cubicBezTo>
                    <a:pt x="1424985" y="1539812"/>
                    <a:pt x="1381290" y="1531439"/>
                    <a:pt x="1337334" y="1529839"/>
                  </a:cubicBezTo>
                  <a:cubicBezTo>
                    <a:pt x="1099213" y="1521167"/>
                    <a:pt x="887433" y="1594503"/>
                    <a:pt x="701263" y="1741189"/>
                  </a:cubicBezTo>
                  <a:cubicBezTo>
                    <a:pt x="518725" y="1885015"/>
                    <a:pt x="399090" y="2069767"/>
                    <a:pt x="354791" y="2299314"/>
                  </a:cubicBezTo>
                  <a:cubicBezTo>
                    <a:pt x="257586" y="2802968"/>
                    <a:pt x="541736" y="3361887"/>
                    <a:pt x="1141846" y="3431537"/>
                  </a:cubicBezTo>
                  <a:cubicBezTo>
                    <a:pt x="1168413" y="3434622"/>
                    <a:pt x="1195484" y="3434042"/>
                    <a:pt x="1222319" y="3434052"/>
                  </a:cubicBezTo>
                  <a:cubicBezTo>
                    <a:pt x="1775682" y="3434331"/>
                    <a:pt x="2329043" y="3434438"/>
                    <a:pt x="2882396" y="3434578"/>
                  </a:cubicBezTo>
                  <a:cubicBezTo>
                    <a:pt x="2903448" y="3434590"/>
                    <a:pt x="2924502" y="3434590"/>
                    <a:pt x="2948155" y="3434590"/>
                  </a:cubicBezTo>
                  <a:cubicBezTo>
                    <a:pt x="2948155" y="3545154"/>
                    <a:pt x="2948155" y="3650121"/>
                    <a:pt x="2948155" y="3763866"/>
                  </a:cubicBezTo>
                  <a:cubicBezTo>
                    <a:pt x="2927091" y="3763866"/>
                    <a:pt x="2906565" y="3763866"/>
                    <a:pt x="2886038" y="3763866"/>
                  </a:cubicBezTo>
                  <a:cubicBezTo>
                    <a:pt x="2341628" y="3763866"/>
                    <a:pt x="1797218" y="3763071"/>
                    <a:pt x="1252809" y="3764177"/>
                  </a:cubicBezTo>
                  <a:cubicBezTo>
                    <a:pt x="943189" y="3764802"/>
                    <a:pt x="670000" y="3668208"/>
                    <a:pt x="429365" y="3462219"/>
                  </a:cubicBezTo>
                  <a:cubicBezTo>
                    <a:pt x="409859" y="3445273"/>
                    <a:pt x="395382" y="3432827"/>
                    <a:pt x="380907" y="3420382"/>
                  </a:cubicBezTo>
                  <a:cubicBezTo>
                    <a:pt x="380746" y="3416889"/>
                    <a:pt x="379187" y="3414224"/>
                    <a:pt x="372470" y="3408452"/>
                  </a:cubicBezTo>
                  <a:cubicBezTo>
                    <a:pt x="355092" y="3391215"/>
                    <a:pt x="341464" y="3377899"/>
                    <a:pt x="327837" y="3364572"/>
                  </a:cubicBezTo>
                  <a:cubicBezTo>
                    <a:pt x="266623" y="3277104"/>
                    <a:pt x="195521" y="3194728"/>
                    <a:pt x="146977" y="3100713"/>
                  </a:cubicBezTo>
                  <a:cubicBezTo>
                    <a:pt x="98788" y="3007376"/>
                    <a:pt x="65225" y="2904323"/>
                    <a:pt x="39850" y="2801915"/>
                  </a:cubicBezTo>
                  <a:cubicBezTo>
                    <a:pt x="6320" y="2666633"/>
                    <a:pt x="-9037" y="2526322"/>
                    <a:pt x="5460" y="2387265"/>
                  </a:cubicBezTo>
                  <a:cubicBezTo>
                    <a:pt x="20174" y="2246177"/>
                    <a:pt x="49856" y="2107865"/>
                    <a:pt x="110039" y="1976096"/>
                  </a:cubicBezTo>
                  <a:cubicBezTo>
                    <a:pt x="181216" y="1820244"/>
                    <a:pt x="274006" y="1680640"/>
                    <a:pt x="397628" y="1563906"/>
                  </a:cubicBezTo>
                  <a:cubicBezTo>
                    <a:pt x="613471" y="1360111"/>
                    <a:pt x="868165" y="1235737"/>
                    <a:pt x="1166736" y="1208859"/>
                  </a:cubicBezTo>
                  <a:cubicBezTo>
                    <a:pt x="1207564" y="1205184"/>
                    <a:pt x="1248939" y="1204786"/>
                    <a:pt x="1289059" y="1197392"/>
                  </a:cubicBezTo>
                  <a:cubicBezTo>
                    <a:pt x="1303482" y="1194736"/>
                    <a:pt x="1324813" y="1177091"/>
                    <a:pt x="1326276" y="1164365"/>
                  </a:cubicBezTo>
                  <a:cubicBezTo>
                    <a:pt x="1354475" y="917851"/>
                    <a:pt x="1454530" y="700386"/>
                    <a:pt x="1605235" y="508327"/>
                  </a:cubicBezTo>
                  <a:cubicBezTo>
                    <a:pt x="1822657" y="231248"/>
                    <a:pt x="2109644" y="65465"/>
                    <a:pt x="2459588" y="16448"/>
                  </a:cubicBezTo>
                  <a:cubicBezTo>
                    <a:pt x="2553718" y="3261"/>
                    <a:pt x="2646101" y="-2135"/>
                    <a:pt x="2736565" y="761"/>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26" name="Group 2825">
            <a:extLst>
              <a:ext uri="{FF2B5EF4-FFF2-40B4-BE49-F238E27FC236}">
                <a16:creationId xmlns:a16="http://schemas.microsoft.com/office/drawing/2014/main" id="{B50D47DD-6D4F-3B81-FF00-0F269C9BB574}"/>
              </a:ext>
              <a:ext uri="{C183D7F6-B498-43B3-948B-1728B52AA6E4}">
                <adec:decorative xmlns:adec="http://schemas.microsoft.com/office/drawing/2017/decorative" val="1"/>
              </a:ext>
            </a:extLst>
          </p:cNvPr>
          <p:cNvGrpSpPr>
            <a:grpSpLocks noChangeAspect="1"/>
          </p:cNvGrpSpPr>
          <p:nvPr/>
        </p:nvGrpSpPr>
        <p:grpSpPr>
          <a:xfrm>
            <a:off x="4550478" y="810791"/>
            <a:ext cx="412044" cy="457200"/>
            <a:chOff x="4550478" y="810791"/>
            <a:chExt cx="412044" cy="457200"/>
          </a:xfrm>
          <a:solidFill>
            <a:srgbClr val="FF0000"/>
          </a:solidFill>
        </p:grpSpPr>
        <p:sp>
          <p:nvSpPr>
            <p:cNvPr id="225" name="Freeform: Shape 224">
              <a:extLst>
                <a:ext uri="{FF2B5EF4-FFF2-40B4-BE49-F238E27FC236}">
                  <a16:creationId xmlns:a16="http://schemas.microsoft.com/office/drawing/2014/main" id="{AE15DF8D-E572-B65F-79E2-F4AB65082899}"/>
                </a:ext>
                <a:ext uri="{C183D7F6-B498-43B3-948B-1728B52AA6E4}">
                  <adec:decorative xmlns:adec="http://schemas.microsoft.com/office/drawing/2017/decorative" val="1"/>
                </a:ext>
              </a:extLst>
            </p:cNvPr>
            <p:cNvSpPr/>
            <p:nvPr/>
          </p:nvSpPr>
          <p:spPr>
            <a:xfrm>
              <a:off x="4556122" y="816435"/>
              <a:ext cx="406400" cy="451556"/>
            </a:xfrm>
            <a:custGeom>
              <a:avLst/>
              <a:gdLst>
                <a:gd name="connsiteX0" fmla="*/ 3386666 w 6095999"/>
                <a:gd name="connsiteY0" fmla="*/ 0 h 6773333"/>
                <a:gd name="connsiteX1" fmla="*/ 5495202 w 6095999"/>
                <a:gd name="connsiteY1" fmla="*/ 0 h 6773333"/>
                <a:gd name="connsiteX2" fmla="*/ 5495202 w 6095999"/>
                <a:gd name="connsiteY2" fmla="*/ 0 h 6773333"/>
                <a:gd name="connsiteX3" fmla="*/ 5757333 w 6095999"/>
                <a:gd name="connsiteY3" fmla="*/ 0 h 6773333"/>
                <a:gd name="connsiteX4" fmla="*/ 6095999 w 6095999"/>
                <a:gd name="connsiteY4" fmla="*/ 338667 h 6773333"/>
                <a:gd name="connsiteX5" fmla="*/ 6095999 w 6095999"/>
                <a:gd name="connsiteY5" fmla="*/ 6434667 h 6773333"/>
                <a:gd name="connsiteX6" fmla="*/ 5418666 w 6095999"/>
                <a:gd name="connsiteY6" fmla="*/ 6434667 h 6773333"/>
                <a:gd name="connsiteX7" fmla="*/ 5418666 w 6095999"/>
                <a:gd name="connsiteY7" fmla="*/ 6773333 h 6773333"/>
                <a:gd name="connsiteX8" fmla="*/ 5079999 w 6095999"/>
                <a:gd name="connsiteY8" fmla="*/ 6773333 h 6773333"/>
                <a:gd name="connsiteX9" fmla="*/ 5079999 w 6095999"/>
                <a:gd name="connsiteY9" fmla="*/ 6434667 h 6773333"/>
                <a:gd name="connsiteX10" fmla="*/ 3218605 w 6095999"/>
                <a:gd name="connsiteY10" fmla="*/ 6434667 h 6773333"/>
                <a:gd name="connsiteX11" fmla="*/ 3217333 w 6095999"/>
                <a:gd name="connsiteY11" fmla="*/ 6434667 h 6773333"/>
                <a:gd name="connsiteX12" fmla="*/ 3217333 w 6095999"/>
                <a:gd name="connsiteY12" fmla="*/ 6773333 h 6773333"/>
                <a:gd name="connsiteX13" fmla="*/ 2878666 w 6095999"/>
                <a:gd name="connsiteY13" fmla="*/ 6773333 h 6773333"/>
                <a:gd name="connsiteX14" fmla="*/ 2878666 w 6095999"/>
                <a:gd name="connsiteY14" fmla="*/ 6434667 h 6773333"/>
                <a:gd name="connsiteX15" fmla="*/ 1016000 w 6095999"/>
                <a:gd name="connsiteY15" fmla="*/ 6434667 h 6773333"/>
                <a:gd name="connsiteX16" fmla="*/ 1016000 w 6095999"/>
                <a:gd name="connsiteY16" fmla="*/ 6773333 h 6773333"/>
                <a:gd name="connsiteX17" fmla="*/ 677333 w 6095999"/>
                <a:gd name="connsiteY17" fmla="*/ 6773333 h 6773333"/>
                <a:gd name="connsiteX18" fmla="*/ 677333 w 6095999"/>
                <a:gd name="connsiteY18" fmla="*/ 6434667 h 6773333"/>
                <a:gd name="connsiteX19" fmla="*/ 338666 w 6095999"/>
                <a:gd name="connsiteY19" fmla="*/ 6434667 h 6773333"/>
                <a:gd name="connsiteX20" fmla="*/ 0 w 6095999"/>
                <a:gd name="connsiteY20" fmla="*/ 6096000 h 6773333"/>
                <a:gd name="connsiteX21" fmla="*/ 0 w 6095999"/>
                <a:gd name="connsiteY21" fmla="*/ 1584146 h 6773333"/>
                <a:gd name="connsiteX22" fmla="*/ 8 w 6095999"/>
                <a:gd name="connsiteY22" fmla="*/ 1584146 h 6773333"/>
                <a:gd name="connsiteX23" fmla="*/ 8 w 6095999"/>
                <a:gd name="connsiteY23" fmla="*/ 629755 h 6773333"/>
                <a:gd name="connsiteX24" fmla="*/ 338675 w 6095999"/>
                <a:gd name="connsiteY24" fmla="*/ 629755 h 6773333"/>
                <a:gd name="connsiteX25" fmla="*/ 338675 w 6095999"/>
                <a:gd name="connsiteY25" fmla="*/ 5432674 h 6773333"/>
                <a:gd name="connsiteX26" fmla="*/ 338666 w 6095999"/>
                <a:gd name="connsiteY26" fmla="*/ 5432674 h 6773333"/>
                <a:gd name="connsiteX27" fmla="*/ 338666 w 6095999"/>
                <a:gd name="connsiteY27" fmla="*/ 6096000 h 6773333"/>
                <a:gd name="connsiteX28" fmla="*/ 2878666 w 6095999"/>
                <a:gd name="connsiteY28" fmla="*/ 6096000 h 6773333"/>
                <a:gd name="connsiteX29" fmla="*/ 2878666 w 6095999"/>
                <a:gd name="connsiteY29" fmla="*/ 338667 h 6773333"/>
                <a:gd name="connsiteX30" fmla="*/ 2754383 w 6095999"/>
                <a:gd name="connsiteY30" fmla="*/ 338667 h 6773333"/>
                <a:gd name="connsiteX31" fmla="*/ 2754383 w 6095999"/>
                <a:gd name="connsiteY31" fmla="*/ 338675 h 6773333"/>
                <a:gd name="connsiteX32" fmla="*/ 652314 w 6095999"/>
                <a:gd name="connsiteY32" fmla="*/ 338675 h 6773333"/>
                <a:gd name="connsiteX33" fmla="*/ 652314 w 6095999"/>
                <a:gd name="connsiteY33" fmla="*/ 8 h 6773333"/>
                <a:gd name="connsiteX34" fmla="*/ 1488077 w 6095999"/>
                <a:gd name="connsiteY34" fmla="*/ 8 h 6773333"/>
                <a:gd name="connsiteX35" fmla="*/ 1488077 w 6095999"/>
                <a:gd name="connsiteY35" fmla="*/ 0 h 6773333"/>
                <a:gd name="connsiteX36" fmla="*/ 2878666 w 6095999"/>
                <a:gd name="connsiteY36" fmla="*/ 0 h 6773333"/>
                <a:gd name="connsiteX37" fmla="*/ 3217333 w 6095999"/>
                <a:gd name="connsiteY37" fmla="*/ 338667 h 6773333"/>
                <a:gd name="connsiteX38" fmla="*/ 3217333 w 6095999"/>
                <a:gd name="connsiteY38" fmla="*/ 6096000 h 6773333"/>
                <a:gd name="connsiteX39" fmla="*/ 5757333 w 6095999"/>
                <a:gd name="connsiteY39" fmla="*/ 6096000 h 6773333"/>
                <a:gd name="connsiteX40" fmla="*/ 5757333 w 6095999"/>
                <a:gd name="connsiteY40" fmla="*/ 338667 h 6773333"/>
                <a:gd name="connsiteX41" fmla="*/ 5495202 w 6095999"/>
                <a:gd name="connsiteY41" fmla="*/ 338667 h 6773333"/>
                <a:gd name="connsiteX42" fmla="*/ 5495202 w 6095999"/>
                <a:gd name="connsiteY42" fmla="*/ 338667 h 6773333"/>
                <a:gd name="connsiteX43" fmla="*/ 3386666 w 6095999"/>
                <a:gd name="connsiteY43" fmla="*/ 338667 h 677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095999" h="6773333">
                  <a:moveTo>
                    <a:pt x="3386666" y="0"/>
                  </a:moveTo>
                  <a:lnTo>
                    <a:pt x="5495202" y="0"/>
                  </a:lnTo>
                  <a:lnTo>
                    <a:pt x="5495202" y="0"/>
                  </a:lnTo>
                  <a:lnTo>
                    <a:pt x="5757333" y="0"/>
                  </a:lnTo>
                  <a:cubicBezTo>
                    <a:pt x="5944451" y="0"/>
                    <a:pt x="6095999" y="151556"/>
                    <a:pt x="6095999" y="338667"/>
                  </a:cubicBezTo>
                  <a:lnTo>
                    <a:pt x="6095999" y="6434667"/>
                  </a:lnTo>
                  <a:lnTo>
                    <a:pt x="5418666" y="6434667"/>
                  </a:lnTo>
                  <a:lnTo>
                    <a:pt x="5418666" y="6773333"/>
                  </a:lnTo>
                  <a:lnTo>
                    <a:pt x="5079999" y="6773333"/>
                  </a:lnTo>
                  <a:lnTo>
                    <a:pt x="5079999" y="6434667"/>
                  </a:lnTo>
                  <a:lnTo>
                    <a:pt x="3218605" y="6434667"/>
                  </a:lnTo>
                  <a:cubicBezTo>
                    <a:pt x="3218176" y="6434667"/>
                    <a:pt x="3217754" y="6434667"/>
                    <a:pt x="3217333" y="6434667"/>
                  </a:cubicBezTo>
                  <a:lnTo>
                    <a:pt x="3217333" y="6773333"/>
                  </a:lnTo>
                  <a:lnTo>
                    <a:pt x="2878666" y="6773333"/>
                  </a:lnTo>
                  <a:lnTo>
                    <a:pt x="2878666" y="6434667"/>
                  </a:lnTo>
                  <a:lnTo>
                    <a:pt x="1016000" y="6434667"/>
                  </a:lnTo>
                  <a:lnTo>
                    <a:pt x="1016000" y="6773333"/>
                  </a:lnTo>
                  <a:lnTo>
                    <a:pt x="677333" y="6773333"/>
                  </a:lnTo>
                  <a:lnTo>
                    <a:pt x="677333" y="6434667"/>
                  </a:lnTo>
                  <a:lnTo>
                    <a:pt x="338666" y="6434667"/>
                  </a:lnTo>
                  <a:cubicBezTo>
                    <a:pt x="151555" y="6434667"/>
                    <a:pt x="0" y="6283119"/>
                    <a:pt x="0" y="6096000"/>
                  </a:cubicBezTo>
                  <a:lnTo>
                    <a:pt x="0" y="1584146"/>
                  </a:lnTo>
                  <a:lnTo>
                    <a:pt x="8" y="1584146"/>
                  </a:lnTo>
                  <a:lnTo>
                    <a:pt x="8" y="629755"/>
                  </a:lnTo>
                  <a:lnTo>
                    <a:pt x="338675" y="629755"/>
                  </a:lnTo>
                  <a:lnTo>
                    <a:pt x="338675" y="5432674"/>
                  </a:lnTo>
                  <a:lnTo>
                    <a:pt x="338666" y="5432674"/>
                  </a:lnTo>
                  <a:lnTo>
                    <a:pt x="338666" y="6096000"/>
                  </a:lnTo>
                  <a:lnTo>
                    <a:pt x="2878666" y="6096000"/>
                  </a:lnTo>
                  <a:lnTo>
                    <a:pt x="2878666" y="338667"/>
                  </a:lnTo>
                  <a:lnTo>
                    <a:pt x="2754383" y="338667"/>
                  </a:lnTo>
                  <a:lnTo>
                    <a:pt x="2754383" y="338675"/>
                  </a:lnTo>
                  <a:lnTo>
                    <a:pt x="652314" y="338675"/>
                  </a:lnTo>
                  <a:lnTo>
                    <a:pt x="652314" y="8"/>
                  </a:lnTo>
                  <a:lnTo>
                    <a:pt x="1488077" y="8"/>
                  </a:lnTo>
                  <a:lnTo>
                    <a:pt x="1488077" y="0"/>
                  </a:lnTo>
                  <a:lnTo>
                    <a:pt x="2878666" y="0"/>
                  </a:lnTo>
                  <a:cubicBezTo>
                    <a:pt x="3065785" y="0"/>
                    <a:pt x="3217333" y="151556"/>
                    <a:pt x="3217333" y="338667"/>
                  </a:cubicBezTo>
                  <a:lnTo>
                    <a:pt x="3217333" y="6096000"/>
                  </a:lnTo>
                  <a:lnTo>
                    <a:pt x="5757333" y="6096000"/>
                  </a:lnTo>
                  <a:lnTo>
                    <a:pt x="5757333" y="338667"/>
                  </a:lnTo>
                  <a:lnTo>
                    <a:pt x="5495202" y="338667"/>
                  </a:lnTo>
                  <a:lnTo>
                    <a:pt x="5495202" y="338667"/>
                  </a:lnTo>
                  <a:lnTo>
                    <a:pt x="3386666" y="338667"/>
                  </a:lnTo>
                  <a:close/>
                </a:path>
              </a:pathLst>
            </a:custGeom>
            <a:solidFill>
              <a:schemeClr val="accent2"/>
            </a:solidFill>
            <a:ln w="9525" cap="flat">
              <a:noFill/>
              <a:prstDash val="solid"/>
              <a:miter/>
            </a:ln>
          </p:spPr>
          <p:txBody>
            <a:bodyPr wrap="square" rtlCol="0" anchor="ctr">
              <a:noAutofit/>
            </a:bodyPr>
            <a:lstStyle/>
            <a:p>
              <a:endParaRPr lang="en-US"/>
            </a:p>
          </p:txBody>
        </p:sp>
        <p:sp>
          <p:nvSpPr>
            <p:cNvPr id="226" name="Freeform: Shape 225">
              <a:extLst>
                <a:ext uri="{FF2B5EF4-FFF2-40B4-BE49-F238E27FC236}">
                  <a16:creationId xmlns:a16="http://schemas.microsoft.com/office/drawing/2014/main" id="{2AB7DE39-8D0D-3492-A98E-95B33B96709F}"/>
                </a:ext>
                <a:ext uri="{C183D7F6-B498-43B3-948B-1728B52AA6E4}">
                  <adec:decorative xmlns:adec="http://schemas.microsoft.com/office/drawing/2017/decorative" val="1"/>
                </a:ext>
              </a:extLst>
            </p:cNvPr>
            <p:cNvSpPr/>
            <p:nvPr/>
          </p:nvSpPr>
          <p:spPr>
            <a:xfrm>
              <a:off x="4550478" y="810791"/>
              <a:ext cx="366889" cy="367538"/>
            </a:xfrm>
            <a:custGeom>
              <a:avLst/>
              <a:gdLst>
                <a:gd name="connsiteX0" fmla="*/ 3640666 w 5503333"/>
                <a:gd name="connsiteY0" fmla="*/ 5333999 h 5513069"/>
                <a:gd name="connsiteX1" fmla="*/ 3979333 w 5503333"/>
                <a:gd name="connsiteY1" fmla="*/ 5333999 h 5513069"/>
                <a:gd name="connsiteX2" fmla="*/ 3979333 w 5503333"/>
                <a:gd name="connsiteY2" fmla="*/ 5505447 h 5513069"/>
                <a:gd name="connsiteX3" fmla="*/ 3640666 w 5503333"/>
                <a:gd name="connsiteY3" fmla="*/ 5505447 h 5513069"/>
                <a:gd name="connsiteX4" fmla="*/ 762000 w 5503333"/>
                <a:gd name="connsiteY4" fmla="*/ 5333999 h 5513069"/>
                <a:gd name="connsiteX5" fmla="*/ 1100667 w 5503333"/>
                <a:gd name="connsiteY5" fmla="*/ 5333999 h 5513069"/>
                <a:gd name="connsiteX6" fmla="*/ 1100667 w 5503333"/>
                <a:gd name="connsiteY6" fmla="*/ 5505447 h 5513069"/>
                <a:gd name="connsiteX7" fmla="*/ 762000 w 5503333"/>
                <a:gd name="connsiteY7" fmla="*/ 5505447 h 5513069"/>
                <a:gd name="connsiteX8" fmla="*/ 5164666 w 5503333"/>
                <a:gd name="connsiteY8" fmla="*/ 5164666 h 5513069"/>
                <a:gd name="connsiteX9" fmla="*/ 5503333 w 5503333"/>
                <a:gd name="connsiteY9" fmla="*/ 5164666 h 5513069"/>
                <a:gd name="connsiteX10" fmla="*/ 5503333 w 5503333"/>
                <a:gd name="connsiteY10" fmla="*/ 5513069 h 5513069"/>
                <a:gd name="connsiteX11" fmla="*/ 5164666 w 5503333"/>
                <a:gd name="connsiteY11" fmla="*/ 5513069 h 5513069"/>
                <a:gd name="connsiteX12" fmla="*/ 2288115 w 5503333"/>
                <a:gd name="connsiteY12" fmla="*/ 5152382 h 5513069"/>
                <a:gd name="connsiteX13" fmla="*/ 2626782 w 5503333"/>
                <a:gd name="connsiteY13" fmla="*/ 5152382 h 5513069"/>
                <a:gd name="connsiteX14" fmla="*/ 2626782 w 5503333"/>
                <a:gd name="connsiteY14" fmla="*/ 5500785 h 5513069"/>
                <a:gd name="connsiteX15" fmla="*/ 2288115 w 5503333"/>
                <a:gd name="connsiteY15" fmla="*/ 5500785 h 5513069"/>
                <a:gd name="connsiteX16" fmla="*/ 4148666 w 5503333"/>
                <a:gd name="connsiteY16" fmla="*/ 4317999 h 5513069"/>
                <a:gd name="connsiteX17" fmla="*/ 5502482 w 5503333"/>
                <a:gd name="connsiteY17" fmla="*/ 4317999 h 5513069"/>
                <a:gd name="connsiteX18" fmla="*/ 5502482 w 5503333"/>
                <a:gd name="connsiteY18" fmla="*/ 4489447 h 5513069"/>
                <a:gd name="connsiteX19" fmla="*/ 4148666 w 5503333"/>
                <a:gd name="connsiteY19" fmla="*/ 4489447 h 5513069"/>
                <a:gd name="connsiteX20" fmla="*/ 1270843 w 5503333"/>
                <a:gd name="connsiteY20" fmla="*/ 4317999 h 5513069"/>
                <a:gd name="connsiteX21" fmla="*/ 2624664 w 5503333"/>
                <a:gd name="connsiteY21" fmla="*/ 4317999 h 5513069"/>
                <a:gd name="connsiteX22" fmla="*/ 2624664 w 5503333"/>
                <a:gd name="connsiteY22" fmla="*/ 4489447 h 5513069"/>
                <a:gd name="connsiteX23" fmla="*/ 1270843 w 5503333"/>
                <a:gd name="connsiteY23" fmla="*/ 4489447 h 5513069"/>
                <a:gd name="connsiteX24" fmla="*/ 4148666 w 5503333"/>
                <a:gd name="connsiteY24" fmla="*/ 3979332 h 5513069"/>
                <a:gd name="connsiteX25" fmla="*/ 5502482 w 5503333"/>
                <a:gd name="connsiteY25" fmla="*/ 3979332 h 5513069"/>
                <a:gd name="connsiteX26" fmla="*/ 5502482 w 5503333"/>
                <a:gd name="connsiteY26" fmla="*/ 4148665 h 5513069"/>
                <a:gd name="connsiteX27" fmla="*/ 4148666 w 5503333"/>
                <a:gd name="connsiteY27" fmla="*/ 4148665 h 5513069"/>
                <a:gd name="connsiteX28" fmla="*/ 1270843 w 5503333"/>
                <a:gd name="connsiteY28" fmla="*/ 3979332 h 5513069"/>
                <a:gd name="connsiteX29" fmla="*/ 2624664 w 5503333"/>
                <a:gd name="connsiteY29" fmla="*/ 3979332 h 5513069"/>
                <a:gd name="connsiteX30" fmla="*/ 2624664 w 5503333"/>
                <a:gd name="connsiteY30" fmla="*/ 4148665 h 5513069"/>
                <a:gd name="connsiteX31" fmla="*/ 1270843 w 5503333"/>
                <a:gd name="connsiteY31" fmla="*/ 4148665 h 5513069"/>
                <a:gd name="connsiteX32" fmla="*/ 4148666 w 5503333"/>
                <a:gd name="connsiteY32" fmla="*/ 3638543 h 5513069"/>
                <a:gd name="connsiteX33" fmla="*/ 5502482 w 5503333"/>
                <a:gd name="connsiteY33" fmla="*/ 3638543 h 5513069"/>
                <a:gd name="connsiteX34" fmla="*/ 5502482 w 5503333"/>
                <a:gd name="connsiteY34" fmla="*/ 3809991 h 5513069"/>
                <a:gd name="connsiteX35" fmla="*/ 4148666 w 5503333"/>
                <a:gd name="connsiteY35" fmla="*/ 3809991 h 5513069"/>
                <a:gd name="connsiteX36" fmla="*/ 1270843 w 5503333"/>
                <a:gd name="connsiteY36" fmla="*/ 3638543 h 5513069"/>
                <a:gd name="connsiteX37" fmla="*/ 2624664 w 5503333"/>
                <a:gd name="connsiteY37" fmla="*/ 3638543 h 5513069"/>
                <a:gd name="connsiteX38" fmla="*/ 2624664 w 5503333"/>
                <a:gd name="connsiteY38" fmla="*/ 3809991 h 5513069"/>
                <a:gd name="connsiteX39" fmla="*/ 1270843 w 5503333"/>
                <a:gd name="connsiteY39" fmla="*/ 3809991 h 5513069"/>
                <a:gd name="connsiteX40" fmla="*/ 4148666 w 5503333"/>
                <a:gd name="connsiteY40" fmla="*/ 3299876 h 5513069"/>
                <a:gd name="connsiteX41" fmla="*/ 5502482 w 5503333"/>
                <a:gd name="connsiteY41" fmla="*/ 3299876 h 5513069"/>
                <a:gd name="connsiteX42" fmla="*/ 5502482 w 5503333"/>
                <a:gd name="connsiteY42" fmla="*/ 3469209 h 5513069"/>
                <a:gd name="connsiteX43" fmla="*/ 4148666 w 5503333"/>
                <a:gd name="connsiteY43" fmla="*/ 3469209 h 5513069"/>
                <a:gd name="connsiteX44" fmla="*/ 1270843 w 5503333"/>
                <a:gd name="connsiteY44" fmla="*/ 3299876 h 5513069"/>
                <a:gd name="connsiteX45" fmla="*/ 2624664 w 5503333"/>
                <a:gd name="connsiteY45" fmla="*/ 3299876 h 5513069"/>
                <a:gd name="connsiteX46" fmla="*/ 2624664 w 5503333"/>
                <a:gd name="connsiteY46" fmla="*/ 3469209 h 5513069"/>
                <a:gd name="connsiteX47" fmla="*/ 1270843 w 5503333"/>
                <a:gd name="connsiteY47" fmla="*/ 3469209 h 5513069"/>
                <a:gd name="connsiteX48" fmla="*/ 4148666 w 5503333"/>
                <a:gd name="connsiteY48" fmla="*/ 2959095 h 5513069"/>
                <a:gd name="connsiteX49" fmla="*/ 5502482 w 5503333"/>
                <a:gd name="connsiteY49" fmla="*/ 2959095 h 5513069"/>
                <a:gd name="connsiteX50" fmla="*/ 5502482 w 5503333"/>
                <a:gd name="connsiteY50" fmla="*/ 3130543 h 5513069"/>
                <a:gd name="connsiteX51" fmla="*/ 4148666 w 5503333"/>
                <a:gd name="connsiteY51" fmla="*/ 3130543 h 5513069"/>
                <a:gd name="connsiteX52" fmla="*/ 1270843 w 5503333"/>
                <a:gd name="connsiteY52" fmla="*/ 2959095 h 5513069"/>
                <a:gd name="connsiteX53" fmla="*/ 2624664 w 5503333"/>
                <a:gd name="connsiteY53" fmla="*/ 2959095 h 5513069"/>
                <a:gd name="connsiteX54" fmla="*/ 2624664 w 5503333"/>
                <a:gd name="connsiteY54" fmla="*/ 3130543 h 5513069"/>
                <a:gd name="connsiteX55" fmla="*/ 1270843 w 5503333"/>
                <a:gd name="connsiteY55" fmla="*/ 3130543 h 5513069"/>
                <a:gd name="connsiteX56" fmla="*/ 4148666 w 5503333"/>
                <a:gd name="connsiteY56" fmla="*/ 2620428 h 5513069"/>
                <a:gd name="connsiteX57" fmla="*/ 5502482 w 5503333"/>
                <a:gd name="connsiteY57" fmla="*/ 2620428 h 5513069"/>
                <a:gd name="connsiteX58" fmla="*/ 5502482 w 5503333"/>
                <a:gd name="connsiteY58" fmla="*/ 2789761 h 5513069"/>
                <a:gd name="connsiteX59" fmla="*/ 4148666 w 5503333"/>
                <a:gd name="connsiteY59" fmla="*/ 2789761 h 5513069"/>
                <a:gd name="connsiteX60" fmla="*/ 1270843 w 5503333"/>
                <a:gd name="connsiteY60" fmla="*/ 2620428 h 5513069"/>
                <a:gd name="connsiteX61" fmla="*/ 2624664 w 5503333"/>
                <a:gd name="connsiteY61" fmla="*/ 2620428 h 5513069"/>
                <a:gd name="connsiteX62" fmla="*/ 2624664 w 5503333"/>
                <a:gd name="connsiteY62" fmla="*/ 2789761 h 5513069"/>
                <a:gd name="connsiteX63" fmla="*/ 1270843 w 5503333"/>
                <a:gd name="connsiteY63" fmla="*/ 2789761 h 5513069"/>
                <a:gd name="connsiteX64" fmla="*/ 4148666 w 5503333"/>
                <a:gd name="connsiteY64" fmla="*/ 2285999 h 5513069"/>
                <a:gd name="connsiteX65" fmla="*/ 5502482 w 5503333"/>
                <a:gd name="connsiteY65" fmla="*/ 2285999 h 5513069"/>
                <a:gd name="connsiteX66" fmla="*/ 5502482 w 5503333"/>
                <a:gd name="connsiteY66" fmla="*/ 2455332 h 5513069"/>
                <a:gd name="connsiteX67" fmla="*/ 4148666 w 5503333"/>
                <a:gd name="connsiteY67" fmla="*/ 2455332 h 5513069"/>
                <a:gd name="connsiteX68" fmla="*/ 1270843 w 5503333"/>
                <a:gd name="connsiteY68" fmla="*/ 2285999 h 5513069"/>
                <a:gd name="connsiteX69" fmla="*/ 2624664 w 5503333"/>
                <a:gd name="connsiteY69" fmla="*/ 2285999 h 5513069"/>
                <a:gd name="connsiteX70" fmla="*/ 2624664 w 5503333"/>
                <a:gd name="connsiteY70" fmla="*/ 2455332 h 5513069"/>
                <a:gd name="connsiteX71" fmla="*/ 1270843 w 5503333"/>
                <a:gd name="connsiteY71" fmla="*/ 2455332 h 5513069"/>
                <a:gd name="connsiteX72" fmla="*/ 0 w 5503333"/>
                <a:gd name="connsiteY72" fmla="*/ 0 h 5513069"/>
                <a:gd name="connsiteX73" fmla="*/ 508000 w 5503333"/>
                <a:gd name="connsiteY73" fmla="*/ 0 h 5513069"/>
                <a:gd name="connsiteX74" fmla="*/ 508000 w 5503333"/>
                <a:gd name="connsiteY74" fmla="*/ 508000 h 5513069"/>
                <a:gd name="connsiteX75" fmla="*/ 0 w 5503333"/>
                <a:gd name="connsiteY75" fmla="*/ 508000 h 551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503333" h="5513069">
                  <a:moveTo>
                    <a:pt x="3640666" y="5333999"/>
                  </a:moveTo>
                  <a:lnTo>
                    <a:pt x="3979333" y="5333999"/>
                  </a:lnTo>
                  <a:lnTo>
                    <a:pt x="3979333" y="5505447"/>
                  </a:lnTo>
                  <a:lnTo>
                    <a:pt x="3640666" y="5505447"/>
                  </a:lnTo>
                  <a:close/>
                  <a:moveTo>
                    <a:pt x="762000" y="5333999"/>
                  </a:moveTo>
                  <a:lnTo>
                    <a:pt x="1100667" y="5333999"/>
                  </a:lnTo>
                  <a:lnTo>
                    <a:pt x="1100667" y="5505447"/>
                  </a:lnTo>
                  <a:lnTo>
                    <a:pt x="762000" y="5505447"/>
                  </a:lnTo>
                  <a:close/>
                  <a:moveTo>
                    <a:pt x="5164666" y="5164666"/>
                  </a:moveTo>
                  <a:lnTo>
                    <a:pt x="5503333" y="5164666"/>
                  </a:lnTo>
                  <a:lnTo>
                    <a:pt x="5503333" y="5513069"/>
                  </a:lnTo>
                  <a:lnTo>
                    <a:pt x="5164666" y="5513069"/>
                  </a:lnTo>
                  <a:close/>
                  <a:moveTo>
                    <a:pt x="2288115" y="5152382"/>
                  </a:moveTo>
                  <a:lnTo>
                    <a:pt x="2626782" y="5152382"/>
                  </a:lnTo>
                  <a:lnTo>
                    <a:pt x="2626782" y="5500785"/>
                  </a:lnTo>
                  <a:lnTo>
                    <a:pt x="2288115" y="5500785"/>
                  </a:lnTo>
                  <a:close/>
                  <a:moveTo>
                    <a:pt x="4148666" y="4317999"/>
                  </a:moveTo>
                  <a:lnTo>
                    <a:pt x="5502482" y="4317999"/>
                  </a:lnTo>
                  <a:lnTo>
                    <a:pt x="5502482" y="4489447"/>
                  </a:lnTo>
                  <a:lnTo>
                    <a:pt x="4148666" y="4489447"/>
                  </a:lnTo>
                  <a:close/>
                  <a:moveTo>
                    <a:pt x="1270843" y="4317999"/>
                  </a:moveTo>
                  <a:lnTo>
                    <a:pt x="2624664" y="4317999"/>
                  </a:lnTo>
                  <a:lnTo>
                    <a:pt x="2624664" y="4489447"/>
                  </a:lnTo>
                  <a:lnTo>
                    <a:pt x="1270843" y="4489447"/>
                  </a:lnTo>
                  <a:close/>
                  <a:moveTo>
                    <a:pt x="4148666" y="3979332"/>
                  </a:moveTo>
                  <a:lnTo>
                    <a:pt x="5502482" y="3979332"/>
                  </a:lnTo>
                  <a:lnTo>
                    <a:pt x="5502482" y="4148665"/>
                  </a:lnTo>
                  <a:lnTo>
                    <a:pt x="4148666" y="4148665"/>
                  </a:lnTo>
                  <a:close/>
                  <a:moveTo>
                    <a:pt x="1270843" y="3979332"/>
                  </a:moveTo>
                  <a:lnTo>
                    <a:pt x="2624664" y="3979332"/>
                  </a:lnTo>
                  <a:lnTo>
                    <a:pt x="2624664" y="4148665"/>
                  </a:lnTo>
                  <a:lnTo>
                    <a:pt x="1270843" y="4148665"/>
                  </a:lnTo>
                  <a:close/>
                  <a:moveTo>
                    <a:pt x="4148666" y="3638543"/>
                  </a:moveTo>
                  <a:lnTo>
                    <a:pt x="5502482" y="3638543"/>
                  </a:lnTo>
                  <a:lnTo>
                    <a:pt x="5502482" y="3809991"/>
                  </a:lnTo>
                  <a:lnTo>
                    <a:pt x="4148666" y="3809991"/>
                  </a:lnTo>
                  <a:close/>
                  <a:moveTo>
                    <a:pt x="1270843" y="3638543"/>
                  </a:moveTo>
                  <a:lnTo>
                    <a:pt x="2624664" y="3638543"/>
                  </a:lnTo>
                  <a:lnTo>
                    <a:pt x="2624664" y="3809991"/>
                  </a:lnTo>
                  <a:lnTo>
                    <a:pt x="1270843" y="3809991"/>
                  </a:lnTo>
                  <a:close/>
                  <a:moveTo>
                    <a:pt x="4148666" y="3299876"/>
                  </a:moveTo>
                  <a:lnTo>
                    <a:pt x="5502482" y="3299876"/>
                  </a:lnTo>
                  <a:lnTo>
                    <a:pt x="5502482" y="3469209"/>
                  </a:lnTo>
                  <a:lnTo>
                    <a:pt x="4148666" y="3469209"/>
                  </a:lnTo>
                  <a:close/>
                  <a:moveTo>
                    <a:pt x="1270843" y="3299876"/>
                  </a:moveTo>
                  <a:lnTo>
                    <a:pt x="2624664" y="3299876"/>
                  </a:lnTo>
                  <a:lnTo>
                    <a:pt x="2624664" y="3469209"/>
                  </a:lnTo>
                  <a:lnTo>
                    <a:pt x="1270843" y="3469209"/>
                  </a:lnTo>
                  <a:close/>
                  <a:moveTo>
                    <a:pt x="4148666" y="2959095"/>
                  </a:moveTo>
                  <a:lnTo>
                    <a:pt x="5502482" y="2959095"/>
                  </a:lnTo>
                  <a:lnTo>
                    <a:pt x="5502482" y="3130543"/>
                  </a:lnTo>
                  <a:lnTo>
                    <a:pt x="4148666" y="3130543"/>
                  </a:lnTo>
                  <a:close/>
                  <a:moveTo>
                    <a:pt x="1270843" y="2959095"/>
                  </a:moveTo>
                  <a:lnTo>
                    <a:pt x="2624664" y="2959095"/>
                  </a:lnTo>
                  <a:lnTo>
                    <a:pt x="2624664" y="3130543"/>
                  </a:lnTo>
                  <a:lnTo>
                    <a:pt x="1270843" y="3130543"/>
                  </a:lnTo>
                  <a:close/>
                  <a:moveTo>
                    <a:pt x="4148666" y="2620428"/>
                  </a:moveTo>
                  <a:lnTo>
                    <a:pt x="5502482" y="2620428"/>
                  </a:lnTo>
                  <a:lnTo>
                    <a:pt x="5502482" y="2789761"/>
                  </a:lnTo>
                  <a:lnTo>
                    <a:pt x="4148666" y="2789761"/>
                  </a:lnTo>
                  <a:close/>
                  <a:moveTo>
                    <a:pt x="1270843" y="2620428"/>
                  </a:moveTo>
                  <a:lnTo>
                    <a:pt x="2624664" y="2620428"/>
                  </a:lnTo>
                  <a:lnTo>
                    <a:pt x="2624664" y="2789761"/>
                  </a:lnTo>
                  <a:lnTo>
                    <a:pt x="1270843" y="2789761"/>
                  </a:lnTo>
                  <a:close/>
                  <a:moveTo>
                    <a:pt x="4148666" y="2285999"/>
                  </a:moveTo>
                  <a:lnTo>
                    <a:pt x="5502482" y="2285999"/>
                  </a:lnTo>
                  <a:lnTo>
                    <a:pt x="5502482" y="2455332"/>
                  </a:lnTo>
                  <a:lnTo>
                    <a:pt x="4148666" y="2455332"/>
                  </a:lnTo>
                  <a:close/>
                  <a:moveTo>
                    <a:pt x="1270843" y="2285999"/>
                  </a:moveTo>
                  <a:lnTo>
                    <a:pt x="2624664" y="2285999"/>
                  </a:lnTo>
                  <a:lnTo>
                    <a:pt x="2624664" y="2455332"/>
                  </a:lnTo>
                  <a:lnTo>
                    <a:pt x="1270843" y="2455332"/>
                  </a:lnTo>
                  <a:close/>
                  <a:moveTo>
                    <a:pt x="0" y="0"/>
                  </a:moveTo>
                  <a:lnTo>
                    <a:pt x="508000" y="0"/>
                  </a:lnTo>
                  <a:lnTo>
                    <a:pt x="508000" y="508000"/>
                  </a:lnTo>
                  <a:lnTo>
                    <a:pt x="0" y="508000"/>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2825" name="Group 2824">
            <a:extLst>
              <a:ext uri="{FF2B5EF4-FFF2-40B4-BE49-F238E27FC236}">
                <a16:creationId xmlns:a16="http://schemas.microsoft.com/office/drawing/2014/main" id="{8A277747-4823-8367-FA4B-6A61B5FF5165}"/>
              </a:ext>
              <a:ext uri="{C183D7F6-B498-43B3-948B-1728B52AA6E4}">
                <adec:decorative xmlns:adec="http://schemas.microsoft.com/office/drawing/2017/decorative" val="1"/>
              </a:ext>
            </a:extLst>
          </p:cNvPr>
          <p:cNvGrpSpPr>
            <a:grpSpLocks noChangeAspect="1"/>
          </p:cNvGrpSpPr>
          <p:nvPr/>
        </p:nvGrpSpPr>
        <p:grpSpPr>
          <a:xfrm>
            <a:off x="5137480" y="810791"/>
            <a:ext cx="467639" cy="457200"/>
            <a:chOff x="5137480" y="810791"/>
            <a:chExt cx="467639" cy="457200"/>
          </a:xfrm>
          <a:solidFill>
            <a:srgbClr val="FF0000"/>
          </a:solidFill>
        </p:grpSpPr>
        <p:sp>
          <p:nvSpPr>
            <p:cNvPr id="256" name="Freeform: Shape 255">
              <a:extLst>
                <a:ext uri="{FF2B5EF4-FFF2-40B4-BE49-F238E27FC236}">
                  <a16:creationId xmlns:a16="http://schemas.microsoft.com/office/drawing/2014/main" id="{C5DAED01-89C9-46EE-6E2E-01A8EBC07149}"/>
                </a:ext>
                <a:ext uri="{C183D7F6-B498-43B3-948B-1728B52AA6E4}">
                  <adec:decorative xmlns:adec="http://schemas.microsoft.com/office/drawing/2017/decorative" val="1"/>
                </a:ext>
              </a:extLst>
            </p:cNvPr>
            <p:cNvSpPr/>
            <p:nvPr/>
          </p:nvSpPr>
          <p:spPr>
            <a:xfrm>
              <a:off x="5137480" y="810791"/>
              <a:ext cx="467639" cy="457200"/>
            </a:xfrm>
            <a:custGeom>
              <a:avLst/>
              <a:gdLst>
                <a:gd name="connsiteX0" fmla="*/ 3669573 w 7014588"/>
                <a:gd name="connsiteY0" fmla="*/ 2070660 h 6858000"/>
                <a:gd name="connsiteX1" fmla="*/ 3669573 w 7014588"/>
                <a:gd name="connsiteY1" fmla="*/ 2528141 h 6858000"/>
                <a:gd name="connsiteX2" fmla="*/ 3669255 w 7014588"/>
                <a:gd name="connsiteY2" fmla="*/ 2528141 h 6858000"/>
                <a:gd name="connsiteX3" fmla="*/ 3669255 w 7014588"/>
                <a:gd name="connsiteY3" fmla="*/ 4781487 h 6858000"/>
                <a:gd name="connsiteX4" fmla="*/ 3669573 w 7014588"/>
                <a:gd name="connsiteY4" fmla="*/ 4781487 h 6858000"/>
                <a:gd name="connsiteX5" fmla="*/ 3669573 w 7014588"/>
                <a:gd name="connsiteY5" fmla="*/ 6219688 h 6858000"/>
                <a:gd name="connsiteX6" fmla="*/ 6222822 w 7014588"/>
                <a:gd name="connsiteY6" fmla="*/ 6219688 h 6858000"/>
                <a:gd name="connsiteX7" fmla="*/ 6222822 w 7014588"/>
                <a:gd name="connsiteY7" fmla="*/ 2070660 h 6858000"/>
                <a:gd name="connsiteX8" fmla="*/ 477694 w 7014588"/>
                <a:gd name="connsiteY8" fmla="*/ 2060648 h 6858000"/>
                <a:gd name="connsiteX9" fmla="*/ 476896 w 7014588"/>
                <a:gd name="connsiteY9" fmla="*/ 2064602 h 6858000"/>
                <a:gd name="connsiteX10" fmla="*/ 477694 w 7014588"/>
                <a:gd name="connsiteY10" fmla="*/ 2064602 h 6858000"/>
                <a:gd name="connsiteX11" fmla="*/ 3507293 w 7014588"/>
                <a:gd name="connsiteY11" fmla="*/ 350703 h 6858000"/>
                <a:gd name="connsiteX12" fmla="*/ 3406793 w 7014588"/>
                <a:gd name="connsiteY12" fmla="*/ 370994 h 6858000"/>
                <a:gd name="connsiteX13" fmla="*/ 884104 w 7014588"/>
                <a:gd name="connsiteY13" fmla="*/ 1751509 h 6858000"/>
                <a:gd name="connsiteX14" fmla="*/ 3350099 w 7014588"/>
                <a:gd name="connsiteY14" fmla="*/ 1751509 h 6858000"/>
                <a:gd name="connsiteX15" fmla="*/ 3350417 w 7014588"/>
                <a:gd name="connsiteY15" fmla="*/ 1751541 h 6858000"/>
                <a:gd name="connsiteX16" fmla="*/ 3350417 w 7014588"/>
                <a:gd name="connsiteY16" fmla="*/ 1751504 h 6858000"/>
                <a:gd name="connsiteX17" fmla="*/ 3669573 w 7014588"/>
                <a:gd name="connsiteY17" fmla="*/ 1751504 h 6858000"/>
                <a:gd name="connsiteX18" fmla="*/ 6063309 w 7014588"/>
                <a:gd name="connsiteY18" fmla="*/ 1751504 h 6858000"/>
                <a:gd name="connsiteX19" fmla="*/ 6063309 w 7014588"/>
                <a:gd name="connsiteY19" fmla="*/ 1751501 h 6858000"/>
                <a:gd name="connsiteX20" fmla="*/ 6130469 w 7014588"/>
                <a:gd name="connsiteY20" fmla="*/ 1751501 h 6858000"/>
                <a:gd name="connsiteX21" fmla="*/ 3607792 w 7014588"/>
                <a:gd name="connsiteY21" fmla="*/ 370994 h 6858000"/>
                <a:gd name="connsiteX22" fmla="*/ 3507293 w 7014588"/>
                <a:gd name="connsiteY22" fmla="*/ 350703 h 6858000"/>
                <a:gd name="connsiteX23" fmla="*/ 3507296 w 7014588"/>
                <a:gd name="connsiteY23" fmla="*/ 0 h 6858000"/>
                <a:gd name="connsiteX24" fmla="*/ 3763638 w 7014588"/>
                <a:gd name="connsiteY24" fmla="*/ 92031 h 6858000"/>
                <a:gd name="connsiteX25" fmla="*/ 6475616 w 7014588"/>
                <a:gd name="connsiteY25" fmla="*/ 1576371 h 6858000"/>
                <a:gd name="connsiteX26" fmla="*/ 6865354 w 7014588"/>
                <a:gd name="connsiteY26" fmla="*/ 1789960 h 6858000"/>
                <a:gd name="connsiteX27" fmla="*/ 6865864 w 7014588"/>
                <a:gd name="connsiteY27" fmla="*/ 1790064 h 6858000"/>
                <a:gd name="connsiteX28" fmla="*/ 6867254 w 7014588"/>
                <a:gd name="connsiteY28" fmla="*/ 1791003 h 6858000"/>
                <a:gd name="connsiteX29" fmla="*/ 6906322 w 7014588"/>
                <a:gd name="connsiteY29" fmla="*/ 1812413 h 6858000"/>
                <a:gd name="connsiteX30" fmla="*/ 6904352 w 7014588"/>
                <a:gd name="connsiteY30" fmla="*/ 1816013 h 6858000"/>
                <a:gd name="connsiteX31" fmla="*/ 6943265 w 7014588"/>
                <a:gd name="connsiteY31" fmla="*/ 1842250 h 6858000"/>
                <a:gd name="connsiteX32" fmla="*/ 7014588 w 7014588"/>
                <a:gd name="connsiteY32" fmla="*/ 2014439 h 6858000"/>
                <a:gd name="connsiteX33" fmla="*/ 6865864 w 7014588"/>
                <a:gd name="connsiteY33" fmla="*/ 2238813 h 6858000"/>
                <a:gd name="connsiteX34" fmla="*/ 6849944 w 7014588"/>
                <a:gd name="connsiteY34" fmla="*/ 2242028 h 6858000"/>
                <a:gd name="connsiteX35" fmla="*/ 6849944 w 7014588"/>
                <a:gd name="connsiteY35" fmla="*/ 2257951 h 6858000"/>
                <a:gd name="connsiteX36" fmla="*/ 6771076 w 7014588"/>
                <a:gd name="connsiteY36" fmla="*/ 2257951 h 6858000"/>
                <a:gd name="connsiteX37" fmla="*/ 6541978 w 7014588"/>
                <a:gd name="connsiteY37" fmla="*/ 2257951 h 6858000"/>
                <a:gd name="connsiteX38" fmla="*/ 6541978 w 7014588"/>
                <a:gd name="connsiteY38" fmla="*/ 6219688 h 6858000"/>
                <a:gd name="connsiteX39" fmla="*/ 6541978 w 7014588"/>
                <a:gd name="connsiteY39" fmla="*/ 6538844 h 6858000"/>
                <a:gd name="connsiteX40" fmla="*/ 6222822 w 7014588"/>
                <a:gd name="connsiteY40" fmla="*/ 6538844 h 6858000"/>
                <a:gd name="connsiteX41" fmla="*/ 5903666 w 7014588"/>
                <a:gd name="connsiteY41" fmla="*/ 6538844 h 6858000"/>
                <a:gd name="connsiteX42" fmla="*/ 5903666 w 7014588"/>
                <a:gd name="connsiteY42" fmla="*/ 6858000 h 6858000"/>
                <a:gd name="connsiteX43" fmla="*/ 5584510 w 7014588"/>
                <a:gd name="connsiteY43" fmla="*/ 6858000 h 6858000"/>
                <a:gd name="connsiteX44" fmla="*/ 5584510 w 7014588"/>
                <a:gd name="connsiteY44" fmla="*/ 6538844 h 6858000"/>
                <a:gd name="connsiteX45" fmla="*/ 4307886 w 7014588"/>
                <a:gd name="connsiteY45" fmla="*/ 6538844 h 6858000"/>
                <a:gd name="connsiteX46" fmla="*/ 4307886 w 7014588"/>
                <a:gd name="connsiteY46" fmla="*/ 6858000 h 6858000"/>
                <a:gd name="connsiteX47" fmla="*/ 3988729 w 7014588"/>
                <a:gd name="connsiteY47" fmla="*/ 6858000 h 6858000"/>
                <a:gd name="connsiteX48" fmla="*/ 3988729 w 7014588"/>
                <a:gd name="connsiteY48" fmla="*/ 6538844 h 6858000"/>
                <a:gd name="connsiteX49" fmla="*/ 3669573 w 7014588"/>
                <a:gd name="connsiteY49" fmla="*/ 6538844 h 6858000"/>
                <a:gd name="connsiteX50" fmla="*/ 3669255 w 7014588"/>
                <a:gd name="connsiteY50" fmla="*/ 6538812 h 6858000"/>
                <a:gd name="connsiteX51" fmla="*/ 3669255 w 7014588"/>
                <a:gd name="connsiteY51" fmla="*/ 6538844 h 6858000"/>
                <a:gd name="connsiteX52" fmla="*/ 3350099 w 7014588"/>
                <a:gd name="connsiteY52" fmla="*/ 6538844 h 6858000"/>
                <a:gd name="connsiteX53" fmla="*/ 3030943 w 7014588"/>
                <a:gd name="connsiteY53" fmla="*/ 6538844 h 6858000"/>
                <a:gd name="connsiteX54" fmla="*/ 3030943 w 7014588"/>
                <a:gd name="connsiteY54" fmla="*/ 6858000 h 6858000"/>
                <a:gd name="connsiteX55" fmla="*/ 2711787 w 7014588"/>
                <a:gd name="connsiteY55" fmla="*/ 6858000 h 6858000"/>
                <a:gd name="connsiteX56" fmla="*/ 2711787 w 7014588"/>
                <a:gd name="connsiteY56" fmla="*/ 6538844 h 6858000"/>
                <a:gd name="connsiteX57" fmla="*/ 1435162 w 7014588"/>
                <a:gd name="connsiteY57" fmla="*/ 6538844 h 6858000"/>
                <a:gd name="connsiteX58" fmla="*/ 1435162 w 7014588"/>
                <a:gd name="connsiteY58" fmla="*/ 6858000 h 6858000"/>
                <a:gd name="connsiteX59" fmla="*/ 1116006 w 7014588"/>
                <a:gd name="connsiteY59" fmla="*/ 6858000 h 6858000"/>
                <a:gd name="connsiteX60" fmla="*/ 1116006 w 7014588"/>
                <a:gd name="connsiteY60" fmla="*/ 6538844 h 6858000"/>
                <a:gd name="connsiteX61" fmla="*/ 796850 w 7014588"/>
                <a:gd name="connsiteY61" fmla="*/ 6538844 h 6858000"/>
                <a:gd name="connsiteX62" fmla="*/ 477694 w 7014588"/>
                <a:gd name="connsiteY62" fmla="*/ 6219689 h 6858000"/>
                <a:gd name="connsiteX63" fmla="*/ 477694 w 7014588"/>
                <a:gd name="connsiteY63" fmla="*/ 6201202 h 6858000"/>
                <a:gd name="connsiteX64" fmla="*/ 477694 w 7014588"/>
                <a:gd name="connsiteY64" fmla="*/ 4781487 h 6858000"/>
                <a:gd name="connsiteX65" fmla="*/ 477694 w 7014588"/>
                <a:gd name="connsiteY65" fmla="*/ 4128473 h 6858000"/>
                <a:gd name="connsiteX66" fmla="*/ 796850 w 7014588"/>
                <a:gd name="connsiteY66" fmla="*/ 4128473 h 6858000"/>
                <a:gd name="connsiteX67" fmla="*/ 796850 w 7014588"/>
                <a:gd name="connsiteY67" fmla="*/ 4781487 h 6858000"/>
                <a:gd name="connsiteX68" fmla="*/ 796850 w 7014588"/>
                <a:gd name="connsiteY68" fmla="*/ 6201202 h 6858000"/>
                <a:gd name="connsiteX69" fmla="*/ 796850 w 7014588"/>
                <a:gd name="connsiteY69" fmla="*/ 6219689 h 6858000"/>
                <a:gd name="connsiteX70" fmla="*/ 3350099 w 7014588"/>
                <a:gd name="connsiteY70" fmla="*/ 6219689 h 6858000"/>
                <a:gd name="connsiteX71" fmla="*/ 3350099 w 7014588"/>
                <a:gd name="connsiteY71" fmla="*/ 2070664 h 6858000"/>
                <a:gd name="connsiteX72" fmla="*/ 796850 w 7014588"/>
                <a:gd name="connsiteY72" fmla="*/ 2070664 h 6858000"/>
                <a:gd name="connsiteX73" fmla="*/ 796850 w 7014588"/>
                <a:gd name="connsiteY73" fmla="*/ 2528146 h 6858000"/>
                <a:gd name="connsiteX74" fmla="*/ 796850 w 7014588"/>
                <a:gd name="connsiteY74" fmla="*/ 3204513 h 6858000"/>
                <a:gd name="connsiteX75" fmla="*/ 477694 w 7014588"/>
                <a:gd name="connsiteY75" fmla="*/ 3204513 h 6858000"/>
                <a:gd name="connsiteX76" fmla="*/ 477694 w 7014588"/>
                <a:gd name="connsiteY76" fmla="*/ 2528146 h 6858000"/>
                <a:gd name="connsiteX77" fmla="*/ 477694 w 7014588"/>
                <a:gd name="connsiteY77" fmla="*/ 2257947 h 6858000"/>
                <a:gd name="connsiteX78" fmla="*/ 280601 w 7014588"/>
                <a:gd name="connsiteY78" fmla="*/ 2257947 h 6858000"/>
                <a:gd name="connsiteX79" fmla="*/ 280601 w 7014588"/>
                <a:gd name="connsiteY79" fmla="*/ 2250462 h 6858000"/>
                <a:gd name="connsiteX80" fmla="*/ 243512 w 7014588"/>
                <a:gd name="connsiteY80" fmla="*/ 2257951 h 6858000"/>
                <a:gd name="connsiteX81" fmla="*/ 0 w 7014588"/>
                <a:gd name="connsiteY81" fmla="*/ 2014439 h 6858000"/>
                <a:gd name="connsiteX82" fmla="*/ 71323 w 7014588"/>
                <a:gd name="connsiteY82" fmla="*/ 1842250 h 6858000"/>
                <a:gd name="connsiteX83" fmla="*/ 110232 w 7014588"/>
                <a:gd name="connsiteY83" fmla="*/ 1816016 h 6858000"/>
                <a:gd name="connsiteX84" fmla="*/ 108260 w 7014588"/>
                <a:gd name="connsiteY84" fmla="*/ 1812413 h 6858000"/>
                <a:gd name="connsiteX85" fmla="*/ 3250972 w 7014588"/>
                <a:gd name="connsiteY85" fmla="*/ 92015 h 6858000"/>
                <a:gd name="connsiteX86" fmla="*/ 3507296 w 7014588"/>
                <a:gd name="connsiteY8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014588" h="6858000">
                  <a:moveTo>
                    <a:pt x="3669573" y="2070660"/>
                  </a:moveTo>
                  <a:lnTo>
                    <a:pt x="3669573" y="2528141"/>
                  </a:lnTo>
                  <a:lnTo>
                    <a:pt x="3669255" y="2528141"/>
                  </a:lnTo>
                  <a:lnTo>
                    <a:pt x="3669255" y="4781487"/>
                  </a:lnTo>
                  <a:lnTo>
                    <a:pt x="3669573" y="4781487"/>
                  </a:lnTo>
                  <a:lnTo>
                    <a:pt x="3669573" y="6219688"/>
                  </a:lnTo>
                  <a:lnTo>
                    <a:pt x="6222822" y="6219688"/>
                  </a:lnTo>
                  <a:lnTo>
                    <a:pt x="6222822" y="2070660"/>
                  </a:lnTo>
                  <a:close/>
                  <a:moveTo>
                    <a:pt x="477694" y="2060648"/>
                  </a:moveTo>
                  <a:lnTo>
                    <a:pt x="476896" y="2064602"/>
                  </a:lnTo>
                  <a:lnTo>
                    <a:pt x="477694" y="2064602"/>
                  </a:lnTo>
                  <a:close/>
                  <a:moveTo>
                    <a:pt x="3507293" y="350703"/>
                  </a:moveTo>
                  <a:cubicBezTo>
                    <a:pt x="3471645" y="350703"/>
                    <a:pt x="3437683" y="357930"/>
                    <a:pt x="3406793" y="370994"/>
                  </a:cubicBezTo>
                  <a:lnTo>
                    <a:pt x="884104" y="1751509"/>
                  </a:lnTo>
                  <a:lnTo>
                    <a:pt x="3350099" y="1751509"/>
                  </a:lnTo>
                  <a:lnTo>
                    <a:pt x="3350417" y="1751541"/>
                  </a:lnTo>
                  <a:lnTo>
                    <a:pt x="3350417" y="1751504"/>
                  </a:lnTo>
                  <a:lnTo>
                    <a:pt x="3669573" y="1751504"/>
                  </a:lnTo>
                  <a:lnTo>
                    <a:pt x="6063309" y="1751504"/>
                  </a:lnTo>
                  <a:lnTo>
                    <a:pt x="6063309" y="1751501"/>
                  </a:lnTo>
                  <a:lnTo>
                    <a:pt x="6130469" y="1751501"/>
                  </a:lnTo>
                  <a:lnTo>
                    <a:pt x="3607792" y="370994"/>
                  </a:lnTo>
                  <a:cubicBezTo>
                    <a:pt x="3576902" y="357930"/>
                    <a:pt x="3542943" y="350703"/>
                    <a:pt x="3507293" y="350703"/>
                  </a:cubicBezTo>
                  <a:close/>
                  <a:moveTo>
                    <a:pt x="3507296" y="0"/>
                  </a:moveTo>
                  <a:cubicBezTo>
                    <a:pt x="3632881" y="0"/>
                    <a:pt x="3639422" y="30426"/>
                    <a:pt x="3763638" y="92031"/>
                  </a:cubicBezTo>
                  <a:cubicBezTo>
                    <a:pt x="3872328" y="145937"/>
                    <a:pt x="5394889" y="983619"/>
                    <a:pt x="6475616" y="1576371"/>
                  </a:cubicBezTo>
                  <a:lnTo>
                    <a:pt x="6865354" y="1789960"/>
                  </a:lnTo>
                  <a:lnTo>
                    <a:pt x="6865864" y="1790064"/>
                  </a:lnTo>
                  <a:lnTo>
                    <a:pt x="6867254" y="1791003"/>
                  </a:lnTo>
                  <a:lnTo>
                    <a:pt x="6906322" y="1812413"/>
                  </a:lnTo>
                  <a:lnTo>
                    <a:pt x="6904352" y="1816013"/>
                  </a:lnTo>
                  <a:lnTo>
                    <a:pt x="6943265" y="1842250"/>
                  </a:lnTo>
                  <a:cubicBezTo>
                    <a:pt x="6987334" y="1886318"/>
                    <a:pt x="7014588" y="1947194"/>
                    <a:pt x="7014588" y="2014439"/>
                  </a:cubicBezTo>
                  <a:cubicBezTo>
                    <a:pt x="7014588" y="2115305"/>
                    <a:pt x="6953264" y="2201848"/>
                    <a:pt x="6865864" y="2238813"/>
                  </a:cubicBezTo>
                  <a:lnTo>
                    <a:pt x="6849944" y="2242028"/>
                  </a:lnTo>
                  <a:lnTo>
                    <a:pt x="6849944" y="2257951"/>
                  </a:lnTo>
                  <a:lnTo>
                    <a:pt x="6771076" y="2257951"/>
                  </a:lnTo>
                  <a:lnTo>
                    <a:pt x="6541978" y="2257951"/>
                  </a:lnTo>
                  <a:lnTo>
                    <a:pt x="6541978" y="6219688"/>
                  </a:lnTo>
                  <a:lnTo>
                    <a:pt x="6541978" y="6538844"/>
                  </a:lnTo>
                  <a:lnTo>
                    <a:pt x="6222822" y="6538844"/>
                  </a:lnTo>
                  <a:lnTo>
                    <a:pt x="5903666" y="6538844"/>
                  </a:lnTo>
                  <a:lnTo>
                    <a:pt x="5903666" y="6858000"/>
                  </a:lnTo>
                  <a:lnTo>
                    <a:pt x="5584510" y="6858000"/>
                  </a:lnTo>
                  <a:lnTo>
                    <a:pt x="5584510" y="6538844"/>
                  </a:lnTo>
                  <a:lnTo>
                    <a:pt x="4307886" y="6538844"/>
                  </a:lnTo>
                  <a:lnTo>
                    <a:pt x="4307886" y="6858000"/>
                  </a:lnTo>
                  <a:lnTo>
                    <a:pt x="3988729" y="6858000"/>
                  </a:lnTo>
                  <a:lnTo>
                    <a:pt x="3988729" y="6538844"/>
                  </a:lnTo>
                  <a:lnTo>
                    <a:pt x="3669573" y="6538844"/>
                  </a:lnTo>
                  <a:lnTo>
                    <a:pt x="3669255" y="6538812"/>
                  </a:lnTo>
                  <a:lnTo>
                    <a:pt x="3669255" y="6538844"/>
                  </a:lnTo>
                  <a:lnTo>
                    <a:pt x="3350099" y="6538844"/>
                  </a:lnTo>
                  <a:lnTo>
                    <a:pt x="3030943" y="6538844"/>
                  </a:lnTo>
                  <a:lnTo>
                    <a:pt x="3030943" y="6858000"/>
                  </a:lnTo>
                  <a:lnTo>
                    <a:pt x="2711787" y="6858000"/>
                  </a:lnTo>
                  <a:lnTo>
                    <a:pt x="2711787" y="6538844"/>
                  </a:lnTo>
                  <a:lnTo>
                    <a:pt x="1435162" y="6538844"/>
                  </a:lnTo>
                  <a:lnTo>
                    <a:pt x="1435162" y="6858000"/>
                  </a:lnTo>
                  <a:lnTo>
                    <a:pt x="1116006" y="6858000"/>
                  </a:lnTo>
                  <a:lnTo>
                    <a:pt x="1116006" y="6538844"/>
                  </a:lnTo>
                  <a:lnTo>
                    <a:pt x="796850" y="6538844"/>
                  </a:lnTo>
                  <a:cubicBezTo>
                    <a:pt x="620519" y="6538844"/>
                    <a:pt x="477694" y="6396027"/>
                    <a:pt x="477694" y="6219689"/>
                  </a:cubicBezTo>
                  <a:lnTo>
                    <a:pt x="477694" y="6201202"/>
                  </a:lnTo>
                  <a:lnTo>
                    <a:pt x="477694" y="4781487"/>
                  </a:lnTo>
                  <a:lnTo>
                    <a:pt x="477694" y="4128473"/>
                  </a:lnTo>
                  <a:lnTo>
                    <a:pt x="796850" y="4128473"/>
                  </a:lnTo>
                  <a:lnTo>
                    <a:pt x="796850" y="4781487"/>
                  </a:lnTo>
                  <a:lnTo>
                    <a:pt x="796850" y="6201202"/>
                  </a:lnTo>
                  <a:lnTo>
                    <a:pt x="796850" y="6219689"/>
                  </a:lnTo>
                  <a:lnTo>
                    <a:pt x="3350099" y="6219689"/>
                  </a:lnTo>
                  <a:lnTo>
                    <a:pt x="3350099" y="2070664"/>
                  </a:lnTo>
                  <a:lnTo>
                    <a:pt x="796850" y="2070664"/>
                  </a:lnTo>
                  <a:lnTo>
                    <a:pt x="796850" y="2528146"/>
                  </a:lnTo>
                  <a:lnTo>
                    <a:pt x="796850" y="3204513"/>
                  </a:lnTo>
                  <a:lnTo>
                    <a:pt x="477694" y="3204513"/>
                  </a:lnTo>
                  <a:lnTo>
                    <a:pt x="477694" y="2528146"/>
                  </a:lnTo>
                  <a:lnTo>
                    <a:pt x="477694" y="2257947"/>
                  </a:lnTo>
                  <a:lnTo>
                    <a:pt x="280601" y="2257947"/>
                  </a:lnTo>
                  <a:lnTo>
                    <a:pt x="280601" y="2250462"/>
                  </a:lnTo>
                  <a:lnTo>
                    <a:pt x="243512" y="2257951"/>
                  </a:lnTo>
                  <a:cubicBezTo>
                    <a:pt x="109025" y="2257951"/>
                    <a:pt x="0" y="2148926"/>
                    <a:pt x="0" y="2014439"/>
                  </a:cubicBezTo>
                  <a:cubicBezTo>
                    <a:pt x="0" y="1947194"/>
                    <a:pt x="27255" y="1886318"/>
                    <a:pt x="71323" y="1842250"/>
                  </a:cubicBezTo>
                  <a:lnTo>
                    <a:pt x="110232" y="1816016"/>
                  </a:lnTo>
                  <a:lnTo>
                    <a:pt x="108260" y="1812413"/>
                  </a:lnTo>
                  <a:cubicBezTo>
                    <a:pt x="606515" y="1479042"/>
                    <a:pt x="3166215" y="133138"/>
                    <a:pt x="3250972" y="92015"/>
                  </a:cubicBezTo>
                  <a:cubicBezTo>
                    <a:pt x="3335729" y="50893"/>
                    <a:pt x="3381710" y="0"/>
                    <a:pt x="3507296" y="0"/>
                  </a:cubicBez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sp>
          <p:nvSpPr>
            <p:cNvPr id="257" name="Freeform: Shape 256">
              <a:extLst>
                <a:ext uri="{FF2B5EF4-FFF2-40B4-BE49-F238E27FC236}">
                  <a16:creationId xmlns:a16="http://schemas.microsoft.com/office/drawing/2014/main" id="{596BC0E0-92E2-2F74-51F3-A1CC50079B19}"/>
                </a:ext>
                <a:ext uri="{C183D7F6-B498-43B3-948B-1728B52AA6E4}">
                  <adec:decorative xmlns:adec="http://schemas.microsoft.com/office/drawing/2017/decorative" val="1"/>
                </a:ext>
              </a:extLst>
            </p:cNvPr>
            <p:cNvSpPr/>
            <p:nvPr/>
          </p:nvSpPr>
          <p:spPr>
            <a:xfrm>
              <a:off x="5163193" y="1023305"/>
              <a:ext cx="367865" cy="180988"/>
            </a:xfrm>
            <a:custGeom>
              <a:avLst/>
              <a:gdLst>
                <a:gd name="connsiteX0" fmla="*/ 3603035 w 5517972"/>
                <a:gd name="connsiteY0" fmla="*/ 2553246 h 2714817"/>
                <a:gd name="connsiteX1" fmla="*/ 3922191 w 5517972"/>
                <a:gd name="connsiteY1" fmla="*/ 2553246 h 2714817"/>
                <a:gd name="connsiteX2" fmla="*/ 3922191 w 5517972"/>
                <a:gd name="connsiteY2" fmla="*/ 2714817 h 2714817"/>
                <a:gd name="connsiteX3" fmla="*/ 3603035 w 5517972"/>
                <a:gd name="connsiteY3" fmla="*/ 2714817 h 2714817"/>
                <a:gd name="connsiteX4" fmla="*/ 730313 w 5517972"/>
                <a:gd name="connsiteY4" fmla="*/ 2553246 h 2714817"/>
                <a:gd name="connsiteX5" fmla="*/ 1049469 w 5517972"/>
                <a:gd name="connsiteY5" fmla="*/ 2553246 h 2714817"/>
                <a:gd name="connsiteX6" fmla="*/ 1049469 w 5517972"/>
                <a:gd name="connsiteY6" fmla="*/ 2714817 h 2714817"/>
                <a:gd name="connsiteX7" fmla="*/ 730313 w 5517972"/>
                <a:gd name="connsiteY7" fmla="*/ 2714817 h 2714817"/>
                <a:gd name="connsiteX8" fmla="*/ 4081770 w 5517972"/>
                <a:gd name="connsiteY8" fmla="*/ 2551246 h 2714817"/>
                <a:gd name="connsiteX9" fmla="*/ 4400923 w 5517972"/>
                <a:gd name="connsiteY9" fmla="*/ 2551246 h 2714817"/>
                <a:gd name="connsiteX10" fmla="*/ 4400923 w 5517972"/>
                <a:gd name="connsiteY10" fmla="*/ 2712817 h 2714817"/>
                <a:gd name="connsiteX11" fmla="*/ 4081770 w 5517972"/>
                <a:gd name="connsiteY11" fmla="*/ 2712817 h 2714817"/>
                <a:gd name="connsiteX12" fmla="*/ 1209047 w 5517972"/>
                <a:gd name="connsiteY12" fmla="*/ 2551246 h 2714817"/>
                <a:gd name="connsiteX13" fmla="*/ 1528200 w 5517972"/>
                <a:gd name="connsiteY13" fmla="*/ 2551246 h 2714817"/>
                <a:gd name="connsiteX14" fmla="*/ 1528200 w 5517972"/>
                <a:gd name="connsiteY14" fmla="*/ 2712817 h 2714817"/>
                <a:gd name="connsiteX15" fmla="*/ 1209047 w 5517972"/>
                <a:gd name="connsiteY15" fmla="*/ 2712817 h 2714817"/>
                <a:gd name="connsiteX16" fmla="*/ 5198816 w 5517972"/>
                <a:gd name="connsiteY16" fmla="*/ 2393668 h 2714817"/>
                <a:gd name="connsiteX17" fmla="*/ 5517972 w 5517972"/>
                <a:gd name="connsiteY17" fmla="*/ 2393668 h 2714817"/>
                <a:gd name="connsiteX18" fmla="*/ 5517972 w 5517972"/>
                <a:gd name="connsiteY18" fmla="*/ 2712824 h 2714817"/>
                <a:gd name="connsiteX19" fmla="*/ 5198816 w 5517972"/>
                <a:gd name="connsiteY19" fmla="*/ 2712824 h 2714817"/>
                <a:gd name="connsiteX20" fmla="*/ 2326093 w 5517972"/>
                <a:gd name="connsiteY20" fmla="*/ 2393668 h 2714817"/>
                <a:gd name="connsiteX21" fmla="*/ 2645249 w 5517972"/>
                <a:gd name="connsiteY21" fmla="*/ 2393668 h 2714817"/>
                <a:gd name="connsiteX22" fmla="*/ 2645249 w 5517972"/>
                <a:gd name="connsiteY22" fmla="*/ 2712824 h 2714817"/>
                <a:gd name="connsiteX23" fmla="*/ 2326093 w 5517972"/>
                <a:gd name="connsiteY23" fmla="*/ 2712824 h 2714817"/>
                <a:gd name="connsiteX24" fmla="*/ 4560504 w 5517972"/>
                <a:gd name="connsiteY24" fmla="*/ 1593778 h 2714817"/>
                <a:gd name="connsiteX25" fmla="*/ 5517972 w 5517972"/>
                <a:gd name="connsiteY25" fmla="*/ 1593778 h 2714817"/>
                <a:gd name="connsiteX26" fmla="*/ 5517972 w 5517972"/>
                <a:gd name="connsiteY26" fmla="*/ 1755349 h 2714817"/>
                <a:gd name="connsiteX27" fmla="*/ 4560504 w 5517972"/>
                <a:gd name="connsiteY27" fmla="*/ 1755349 h 2714817"/>
                <a:gd name="connsiteX28" fmla="*/ 1687781 w 5517972"/>
                <a:gd name="connsiteY28" fmla="*/ 1593778 h 2714817"/>
                <a:gd name="connsiteX29" fmla="*/ 2645249 w 5517972"/>
                <a:gd name="connsiteY29" fmla="*/ 1593778 h 2714817"/>
                <a:gd name="connsiteX30" fmla="*/ 2645249 w 5517972"/>
                <a:gd name="connsiteY30" fmla="*/ 1755349 h 2714817"/>
                <a:gd name="connsiteX31" fmla="*/ 1687781 w 5517972"/>
                <a:gd name="connsiteY31" fmla="*/ 1755349 h 2714817"/>
                <a:gd name="connsiteX32" fmla="*/ 4560504 w 5517972"/>
                <a:gd name="connsiteY32" fmla="*/ 1274623 h 2714817"/>
                <a:gd name="connsiteX33" fmla="*/ 5517972 w 5517972"/>
                <a:gd name="connsiteY33" fmla="*/ 1274623 h 2714817"/>
                <a:gd name="connsiteX34" fmla="*/ 5517972 w 5517972"/>
                <a:gd name="connsiteY34" fmla="*/ 1434201 h 2714817"/>
                <a:gd name="connsiteX35" fmla="*/ 4560504 w 5517972"/>
                <a:gd name="connsiteY35" fmla="*/ 1434201 h 2714817"/>
                <a:gd name="connsiteX36" fmla="*/ 1687781 w 5517972"/>
                <a:gd name="connsiteY36" fmla="*/ 1274623 h 2714817"/>
                <a:gd name="connsiteX37" fmla="*/ 2645249 w 5517972"/>
                <a:gd name="connsiteY37" fmla="*/ 1274623 h 2714817"/>
                <a:gd name="connsiteX38" fmla="*/ 2645249 w 5517972"/>
                <a:gd name="connsiteY38" fmla="*/ 1434201 h 2714817"/>
                <a:gd name="connsiteX39" fmla="*/ 1687781 w 5517972"/>
                <a:gd name="connsiteY39" fmla="*/ 1434201 h 2714817"/>
                <a:gd name="connsiteX40" fmla="*/ 4560504 w 5517972"/>
                <a:gd name="connsiteY40" fmla="*/ 953474 h 2714817"/>
                <a:gd name="connsiteX41" fmla="*/ 5517972 w 5517972"/>
                <a:gd name="connsiteY41" fmla="*/ 953474 h 2714817"/>
                <a:gd name="connsiteX42" fmla="*/ 5517972 w 5517972"/>
                <a:gd name="connsiteY42" fmla="*/ 1115045 h 2714817"/>
                <a:gd name="connsiteX43" fmla="*/ 4560504 w 5517972"/>
                <a:gd name="connsiteY43" fmla="*/ 1115045 h 2714817"/>
                <a:gd name="connsiteX44" fmla="*/ 1687781 w 5517972"/>
                <a:gd name="connsiteY44" fmla="*/ 953474 h 2714817"/>
                <a:gd name="connsiteX45" fmla="*/ 2645249 w 5517972"/>
                <a:gd name="connsiteY45" fmla="*/ 953474 h 2714817"/>
                <a:gd name="connsiteX46" fmla="*/ 2645249 w 5517972"/>
                <a:gd name="connsiteY46" fmla="*/ 1115045 h 2714817"/>
                <a:gd name="connsiteX47" fmla="*/ 1687781 w 5517972"/>
                <a:gd name="connsiteY47" fmla="*/ 1115045 h 2714817"/>
                <a:gd name="connsiteX48" fmla="*/ 4560504 w 5517972"/>
                <a:gd name="connsiteY48" fmla="*/ 634318 h 2714817"/>
                <a:gd name="connsiteX49" fmla="*/ 5517972 w 5517972"/>
                <a:gd name="connsiteY49" fmla="*/ 634318 h 2714817"/>
                <a:gd name="connsiteX50" fmla="*/ 5517972 w 5517972"/>
                <a:gd name="connsiteY50" fmla="*/ 793896 h 2714817"/>
                <a:gd name="connsiteX51" fmla="*/ 4560504 w 5517972"/>
                <a:gd name="connsiteY51" fmla="*/ 793896 h 2714817"/>
                <a:gd name="connsiteX52" fmla="*/ 1687781 w 5517972"/>
                <a:gd name="connsiteY52" fmla="*/ 634318 h 2714817"/>
                <a:gd name="connsiteX53" fmla="*/ 2645249 w 5517972"/>
                <a:gd name="connsiteY53" fmla="*/ 634318 h 2714817"/>
                <a:gd name="connsiteX54" fmla="*/ 2645249 w 5517972"/>
                <a:gd name="connsiteY54" fmla="*/ 793896 h 2714817"/>
                <a:gd name="connsiteX55" fmla="*/ 1687781 w 5517972"/>
                <a:gd name="connsiteY55" fmla="*/ 793896 h 2714817"/>
                <a:gd name="connsiteX56" fmla="*/ 4560504 w 5517972"/>
                <a:gd name="connsiteY56" fmla="*/ 313169 h 2714817"/>
                <a:gd name="connsiteX57" fmla="*/ 5517972 w 5517972"/>
                <a:gd name="connsiteY57" fmla="*/ 313169 h 2714817"/>
                <a:gd name="connsiteX58" fmla="*/ 5517972 w 5517972"/>
                <a:gd name="connsiteY58" fmla="*/ 474740 h 2714817"/>
                <a:gd name="connsiteX59" fmla="*/ 4560504 w 5517972"/>
                <a:gd name="connsiteY59" fmla="*/ 474740 h 2714817"/>
                <a:gd name="connsiteX60" fmla="*/ 1687781 w 5517972"/>
                <a:gd name="connsiteY60" fmla="*/ 313169 h 2714817"/>
                <a:gd name="connsiteX61" fmla="*/ 2645249 w 5517972"/>
                <a:gd name="connsiteY61" fmla="*/ 313169 h 2714817"/>
                <a:gd name="connsiteX62" fmla="*/ 2645249 w 5517972"/>
                <a:gd name="connsiteY62" fmla="*/ 474740 h 2714817"/>
                <a:gd name="connsiteX63" fmla="*/ 1687781 w 5517972"/>
                <a:gd name="connsiteY63" fmla="*/ 474740 h 2714817"/>
                <a:gd name="connsiteX64" fmla="*/ 0 w 5517972"/>
                <a:gd name="connsiteY64" fmla="*/ 226758 h 2714817"/>
                <a:gd name="connsiteX65" fmla="*/ 503956 w 5517972"/>
                <a:gd name="connsiteY65" fmla="*/ 226758 h 2714817"/>
                <a:gd name="connsiteX66" fmla="*/ 503956 w 5517972"/>
                <a:gd name="connsiteY66" fmla="*/ 730714 h 2714817"/>
                <a:gd name="connsiteX67" fmla="*/ 0 w 5517972"/>
                <a:gd name="connsiteY67" fmla="*/ 730714 h 2714817"/>
                <a:gd name="connsiteX68" fmla="*/ 4560504 w 5517972"/>
                <a:gd name="connsiteY68" fmla="*/ 0 h 2714817"/>
                <a:gd name="connsiteX69" fmla="*/ 5517972 w 5517972"/>
                <a:gd name="connsiteY69" fmla="*/ 0 h 2714817"/>
                <a:gd name="connsiteX70" fmla="*/ 5517972 w 5517972"/>
                <a:gd name="connsiteY70" fmla="*/ 159578 h 2714817"/>
                <a:gd name="connsiteX71" fmla="*/ 4560504 w 5517972"/>
                <a:gd name="connsiteY71" fmla="*/ 159578 h 2714817"/>
                <a:gd name="connsiteX72" fmla="*/ 1687781 w 5517972"/>
                <a:gd name="connsiteY72" fmla="*/ 0 h 2714817"/>
                <a:gd name="connsiteX73" fmla="*/ 2645249 w 5517972"/>
                <a:gd name="connsiteY73" fmla="*/ 0 h 2714817"/>
                <a:gd name="connsiteX74" fmla="*/ 2645249 w 5517972"/>
                <a:gd name="connsiteY74" fmla="*/ 159578 h 2714817"/>
                <a:gd name="connsiteX75" fmla="*/ 1687781 w 5517972"/>
                <a:gd name="connsiteY75" fmla="*/ 159578 h 27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517972" h="2714817">
                  <a:moveTo>
                    <a:pt x="3603035" y="2553246"/>
                  </a:moveTo>
                  <a:lnTo>
                    <a:pt x="3922191" y="2553246"/>
                  </a:lnTo>
                  <a:lnTo>
                    <a:pt x="3922191" y="2714817"/>
                  </a:lnTo>
                  <a:lnTo>
                    <a:pt x="3603035" y="2714817"/>
                  </a:lnTo>
                  <a:close/>
                  <a:moveTo>
                    <a:pt x="730313" y="2553246"/>
                  </a:moveTo>
                  <a:lnTo>
                    <a:pt x="1049469" y="2553246"/>
                  </a:lnTo>
                  <a:lnTo>
                    <a:pt x="1049469" y="2714817"/>
                  </a:lnTo>
                  <a:lnTo>
                    <a:pt x="730313" y="2714817"/>
                  </a:lnTo>
                  <a:close/>
                  <a:moveTo>
                    <a:pt x="4081770" y="2551246"/>
                  </a:moveTo>
                  <a:lnTo>
                    <a:pt x="4400923" y="2551246"/>
                  </a:lnTo>
                  <a:lnTo>
                    <a:pt x="4400923" y="2712817"/>
                  </a:lnTo>
                  <a:lnTo>
                    <a:pt x="4081770" y="2712817"/>
                  </a:lnTo>
                  <a:close/>
                  <a:moveTo>
                    <a:pt x="1209047" y="2551246"/>
                  </a:moveTo>
                  <a:lnTo>
                    <a:pt x="1528200" y="2551246"/>
                  </a:lnTo>
                  <a:lnTo>
                    <a:pt x="1528200" y="2712817"/>
                  </a:lnTo>
                  <a:lnTo>
                    <a:pt x="1209047" y="2712817"/>
                  </a:lnTo>
                  <a:close/>
                  <a:moveTo>
                    <a:pt x="5198816" y="2393668"/>
                  </a:moveTo>
                  <a:lnTo>
                    <a:pt x="5517972" y="2393668"/>
                  </a:lnTo>
                  <a:lnTo>
                    <a:pt x="5517972" y="2712824"/>
                  </a:lnTo>
                  <a:lnTo>
                    <a:pt x="5198816" y="2712824"/>
                  </a:lnTo>
                  <a:close/>
                  <a:moveTo>
                    <a:pt x="2326093" y="2393668"/>
                  </a:moveTo>
                  <a:lnTo>
                    <a:pt x="2645249" y="2393668"/>
                  </a:lnTo>
                  <a:lnTo>
                    <a:pt x="2645249" y="2712824"/>
                  </a:lnTo>
                  <a:lnTo>
                    <a:pt x="2326093" y="2712824"/>
                  </a:lnTo>
                  <a:close/>
                  <a:moveTo>
                    <a:pt x="4560504" y="1593778"/>
                  </a:moveTo>
                  <a:lnTo>
                    <a:pt x="5517972" y="1593778"/>
                  </a:lnTo>
                  <a:lnTo>
                    <a:pt x="5517972" y="1755349"/>
                  </a:lnTo>
                  <a:lnTo>
                    <a:pt x="4560504" y="1755349"/>
                  </a:lnTo>
                  <a:close/>
                  <a:moveTo>
                    <a:pt x="1687781" y="1593778"/>
                  </a:moveTo>
                  <a:lnTo>
                    <a:pt x="2645249" y="1593778"/>
                  </a:lnTo>
                  <a:lnTo>
                    <a:pt x="2645249" y="1755349"/>
                  </a:lnTo>
                  <a:lnTo>
                    <a:pt x="1687781" y="1755349"/>
                  </a:lnTo>
                  <a:close/>
                  <a:moveTo>
                    <a:pt x="4560504" y="1274623"/>
                  </a:moveTo>
                  <a:lnTo>
                    <a:pt x="5517972" y="1274623"/>
                  </a:lnTo>
                  <a:lnTo>
                    <a:pt x="5517972" y="1434201"/>
                  </a:lnTo>
                  <a:lnTo>
                    <a:pt x="4560504" y="1434201"/>
                  </a:lnTo>
                  <a:close/>
                  <a:moveTo>
                    <a:pt x="1687781" y="1274623"/>
                  </a:moveTo>
                  <a:lnTo>
                    <a:pt x="2645249" y="1274623"/>
                  </a:lnTo>
                  <a:lnTo>
                    <a:pt x="2645249" y="1434201"/>
                  </a:lnTo>
                  <a:lnTo>
                    <a:pt x="1687781" y="1434201"/>
                  </a:lnTo>
                  <a:close/>
                  <a:moveTo>
                    <a:pt x="4560504" y="953474"/>
                  </a:moveTo>
                  <a:lnTo>
                    <a:pt x="5517972" y="953474"/>
                  </a:lnTo>
                  <a:lnTo>
                    <a:pt x="5517972" y="1115045"/>
                  </a:lnTo>
                  <a:lnTo>
                    <a:pt x="4560504" y="1115045"/>
                  </a:lnTo>
                  <a:close/>
                  <a:moveTo>
                    <a:pt x="1687781" y="953474"/>
                  </a:moveTo>
                  <a:lnTo>
                    <a:pt x="2645249" y="953474"/>
                  </a:lnTo>
                  <a:lnTo>
                    <a:pt x="2645249" y="1115045"/>
                  </a:lnTo>
                  <a:lnTo>
                    <a:pt x="1687781" y="1115045"/>
                  </a:lnTo>
                  <a:close/>
                  <a:moveTo>
                    <a:pt x="4560504" y="634318"/>
                  </a:moveTo>
                  <a:lnTo>
                    <a:pt x="5517972" y="634318"/>
                  </a:lnTo>
                  <a:lnTo>
                    <a:pt x="5517972" y="793896"/>
                  </a:lnTo>
                  <a:lnTo>
                    <a:pt x="4560504" y="793896"/>
                  </a:lnTo>
                  <a:close/>
                  <a:moveTo>
                    <a:pt x="1687781" y="634318"/>
                  </a:moveTo>
                  <a:lnTo>
                    <a:pt x="2645249" y="634318"/>
                  </a:lnTo>
                  <a:lnTo>
                    <a:pt x="2645249" y="793896"/>
                  </a:lnTo>
                  <a:lnTo>
                    <a:pt x="1687781" y="793896"/>
                  </a:lnTo>
                  <a:close/>
                  <a:moveTo>
                    <a:pt x="4560504" y="313169"/>
                  </a:moveTo>
                  <a:lnTo>
                    <a:pt x="5517972" y="313169"/>
                  </a:lnTo>
                  <a:lnTo>
                    <a:pt x="5517972" y="474740"/>
                  </a:lnTo>
                  <a:lnTo>
                    <a:pt x="4560504" y="474740"/>
                  </a:lnTo>
                  <a:close/>
                  <a:moveTo>
                    <a:pt x="1687781" y="313169"/>
                  </a:moveTo>
                  <a:lnTo>
                    <a:pt x="2645249" y="313169"/>
                  </a:lnTo>
                  <a:lnTo>
                    <a:pt x="2645249" y="474740"/>
                  </a:lnTo>
                  <a:lnTo>
                    <a:pt x="1687781" y="474740"/>
                  </a:lnTo>
                  <a:close/>
                  <a:moveTo>
                    <a:pt x="0" y="226758"/>
                  </a:moveTo>
                  <a:lnTo>
                    <a:pt x="503956" y="226758"/>
                  </a:lnTo>
                  <a:lnTo>
                    <a:pt x="503956" y="730714"/>
                  </a:lnTo>
                  <a:lnTo>
                    <a:pt x="0" y="730714"/>
                  </a:lnTo>
                  <a:close/>
                  <a:moveTo>
                    <a:pt x="4560504" y="0"/>
                  </a:moveTo>
                  <a:lnTo>
                    <a:pt x="5517972" y="0"/>
                  </a:lnTo>
                  <a:lnTo>
                    <a:pt x="5517972" y="159578"/>
                  </a:lnTo>
                  <a:lnTo>
                    <a:pt x="4560504" y="159578"/>
                  </a:lnTo>
                  <a:close/>
                  <a:moveTo>
                    <a:pt x="1687781" y="0"/>
                  </a:moveTo>
                  <a:lnTo>
                    <a:pt x="2645249" y="0"/>
                  </a:lnTo>
                  <a:lnTo>
                    <a:pt x="2645249" y="159578"/>
                  </a:lnTo>
                  <a:lnTo>
                    <a:pt x="1687781" y="159578"/>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2824" name="Group 2823">
            <a:extLst>
              <a:ext uri="{FF2B5EF4-FFF2-40B4-BE49-F238E27FC236}">
                <a16:creationId xmlns:a16="http://schemas.microsoft.com/office/drawing/2014/main" id="{08038711-6ED3-C1AF-968B-96BFC5699652}"/>
              </a:ext>
              <a:ext uri="{C183D7F6-B498-43B3-948B-1728B52AA6E4}">
                <adec:decorative xmlns:adec="http://schemas.microsoft.com/office/drawing/2017/decorative" val="1"/>
              </a:ext>
            </a:extLst>
          </p:cNvPr>
          <p:cNvGrpSpPr>
            <a:grpSpLocks noChangeAspect="1"/>
          </p:cNvGrpSpPr>
          <p:nvPr/>
        </p:nvGrpSpPr>
        <p:grpSpPr>
          <a:xfrm>
            <a:off x="5780077" y="810791"/>
            <a:ext cx="414196" cy="457200"/>
            <a:chOff x="5780077" y="810791"/>
            <a:chExt cx="414196" cy="457200"/>
          </a:xfrm>
          <a:solidFill>
            <a:srgbClr val="FF0000"/>
          </a:solidFill>
        </p:grpSpPr>
        <p:sp>
          <p:nvSpPr>
            <p:cNvPr id="260" name="Freeform: Shape 259">
              <a:extLst>
                <a:ext uri="{FF2B5EF4-FFF2-40B4-BE49-F238E27FC236}">
                  <a16:creationId xmlns:a16="http://schemas.microsoft.com/office/drawing/2014/main" id="{F1EC4937-2060-D2F2-349D-836B3102DC37}"/>
                </a:ext>
                <a:ext uri="{C183D7F6-B498-43B3-948B-1728B52AA6E4}">
                  <adec:decorative xmlns:adec="http://schemas.microsoft.com/office/drawing/2017/decorative" val="1"/>
                </a:ext>
              </a:extLst>
            </p:cNvPr>
            <p:cNvSpPr/>
            <p:nvPr/>
          </p:nvSpPr>
          <p:spPr>
            <a:xfrm>
              <a:off x="5785532" y="815956"/>
              <a:ext cx="408741" cy="452035"/>
            </a:xfrm>
            <a:custGeom>
              <a:avLst/>
              <a:gdLst>
                <a:gd name="connsiteX0" fmla="*/ 791989 w 835988"/>
                <a:gd name="connsiteY0" fmla="*/ 0 h 924537"/>
                <a:gd name="connsiteX1" fmla="*/ 835988 w 835988"/>
                <a:gd name="connsiteY1" fmla="*/ 44550 h 924537"/>
                <a:gd name="connsiteX2" fmla="*/ 835988 w 835988"/>
                <a:gd name="connsiteY2" fmla="*/ 880538 h 924537"/>
                <a:gd name="connsiteX3" fmla="*/ 791989 w 835988"/>
                <a:gd name="connsiteY3" fmla="*/ 880538 h 924537"/>
                <a:gd name="connsiteX4" fmla="*/ 747989 w 835988"/>
                <a:gd name="connsiteY4" fmla="*/ 880538 h 924537"/>
                <a:gd name="connsiteX5" fmla="*/ 747989 w 835988"/>
                <a:gd name="connsiteY5" fmla="*/ 924537 h 924537"/>
                <a:gd name="connsiteX6" fmla="*/ 703990 w 835988"/>
                <a:gd name="connsiteY6" fmla="*/ 924537 h 924537"/>
                <a:gd name="connsiteX7" fmla="*/ 703990 w 835988"/>
                <a:gd name="connsiteY7" fmla="*/ 880538 h 924537"/>
                <a:gd name="connsiteX8" fmla="*/ 131998 w 835988"/>
                <a:gd name="connsiteY8" fmla="*/ 880538 h 924537"/>
                <a:gd name="connsiteX9" fmla="*/ 131998 w 835988"/>
                <a:gd name="connsiteY9" fmla="*/ 924537 h 924537"/>
                <a:gd name="connsiteX10" fmla="*/ 87999 w 835988"/>
                <a:gd name="connsiteY10" fmla="*/ 924537 h 924537"/>
                <a:gd name="connsiteX11" fmla="*/ 87999 w 835988"/>
                <a:gd name="connsiteY11" fmla="*/ 880538 h 924537"/>
                <a:gd name="connsiteX12" fmla="*/ 44000 w 835988"/>
                <a:gd name="connsiteY12" fmla="*/ 880538 h 924537"/>
                <a:gd name="connsiteX13" fmla="*/ 0 w 835988"/>
                <a:gd name="connsiteY13" fmla="*/ 836538 h 924537"/>
                <a:gd name="connsiteX14" fmla="*/ 0 w 835988"/>
                <a:gd name="connsiteY14" fmla="*/ 792540 h 924537"/>
                <a:gd name="connsiteX15" fmla="*/ 0 w 835988"/>
                <a:gd name="connsiteY15" fmla="*/ 770540 h 924537"/>
                <a:gd name="connsiteX16" fmla="*/ 0 w 835988"/>
                <a:gd name="connsiteY16" fmla="*/ 638541 h 924537"/>
                <a:gd name="connsiteX17" fmla="*/ 43999 w 835988"/>
                <a:gd name="connsiteY17" fmla="*/ 638541 h 924537"/>
                <a:gd name="connsiteX18" fmla="*/ 43999 w 835988"/>
                <a:gd name="connsiteY18" fmla="*/ 770540 h 924537"/>
                <a:gd name="connsiteX19" fmla="*/ 44000 w 835988"/>
                <a:gd name="connsiteY19" fmla="*/ 770540 h 924537"/>
                <a:gd name="connsiteX20" fmla="*/ 44000 w 835988"/>
                <a:gd name="connsiteY20" fmla="*/ 836538 h 924537"/>
                <a:gd name="connsiteX21" fmla="*/ 791989 w 835988"/>
                <a:gd name="connsiteY21" fmla="*/ 836538 h 924537"/>
                <a:gd name="connsiteX22" fmla="*/ 791989 w 835988"/>
                <a:gd name="connsiteY22" fmla="*/ 601692 h 924537"/>
                <a:gd name="connsiteX23" fmla="*/ 44000 w 835988"/>
                <a:gd name="connsiteY23" fmla="*/ 601692 h 924537"/>
                <a:gd name="connsiteX24" fmla="*/ 0 w 835988"/>
                <a:gd name="connsiteY24" fmla="*/ 557692 h 924537"/>
                <a:gd name="connsiteX25" fmla="*/ 0 w 835988"/>
                <a:gd name="connsiteY25" fmla="*/ 506544 h 924537"/>
                <a:gd name="connsiteX26" fmla="*/ 0 w 835988"/>
                <a:gd name="connsiteY26" fmla="*/ 484543 h 924537"/>
                <a:gd name="connsiteX27" fmla="*/ 0 w 835988"/>
                <a:gd name="connsiteY27" fmla="*/ 352545 h 924537"/>
                <a:gd name="connsiteX28" fmla="*/ 43999 w 835988"/>
                <a:gd name="connsiteY28" fmla="*/ 352545 h 924537"/>
                <a:gd name="connsiteX29" fmla="*/ 43999 w 835988"/>
                <a:gd name="connsiteY29" fmla="*/ 484543 h 924537"/>
                <a:gd name="connsiteX30" fmla="*/ 44000 w 835988"/>
                <a:gd name="connsiteY30" fmla="*/ 484543 h 924537"/>
                <a:gd name="connsiteX31" fmla="*/ 44000 w 835988"/>
                <a:gd name="connsiteY31" fmla="*/ 557692 h 924537"/>
                <a:gd name="connsiteX32" fmla="*/ 791989 w 835988"/>
                <a:gd name="connsiteY32" fmla="*/ 557692 h 924537"/>
                <a:gd name="connsiteX33" fmla="*/ 791989 w 835988"/>
                <a:gd name="connsiteY33" fmla="*/ 321746 h 924537"/>
                <a:gd name="connsiteX34" fmla="*/ 44000 w 835988"/>
                <a:gd name="connsiteY34" fmla="*/ 321746 h 924537"/>
                <a:gd name="connsiteX35" fmla="*/ 0 w 835988"/>
                <a:gd name="connsiteY35" fmla="*/ 281046 h 924537"/>
                <a:gd name="connsiteX36" fmla="*/ 0 w 835988"/>
                <a:gd name="connsiteY36" fmla="*/ 233196 h 924537"/>
                <a:gd name="connsiteX37" fmla="*/ 0 w 835988"/>
                <a:gd name="connsiteY37" fmla="*/ 154548 h 924537"/>
                <a:gd name="connsiteX38" fmla="*/ 0 w 835988"/>
                <a:gd name="connsiteY38" fmla="*/ 90748 h 924537"/>
                <a:gd name="connsiteX39" fmla="*/ 43999 w 835988"/>
                <a:gd name="connsiteY39" fmla="*/ 90748 h 924537"/>
                <a:gd name="connsiteX40" fmla="*/ 43999 w 835988"/>
                <a:gd name="connsiteY40" fmla="*/ 154548 h 924537"/>
                <a:gd name="connsiteX41" fmla="*/ 44000 w 835988"/>
                <a:gd name="connsiteY41" fmla="*/ 154548 h 924537"/>
                <a:gd name="connsiteX42" fmla="*/ 44000 w 835988"/>
                <a:gd name="connsiteY42" fmla="*/ 278296 h 924537"/>
                <a:gd name="connsiteX43" fmla="*/ 791989 w 835988"/>
                <a:gd name="connsiteY43" fmla="*/ 278296 h 924537"/>
                <a:gd name="connsiteX44" fmla="*/ 791989 w 835988"/>
                <a:gd name="connsiteY44" fmla="*/ 44550 h 924537"/>
                <a:gd name="connsiteX45" fmla="*/ 153448 w 835988"/>
                <a:gd name="connsiteY45" fmla="*/ 44550 h 924537"/>
                <a:gd name="connsiteX46" fmla="*/ 153448 w 835988"/>
                <a:gd name="connsiteY46" fmla="*/ 44549 h 924537"/>
                <a:gd name="connsiteX47" fmla="*/ 89312 w 835988"/>
                <a:gd name="connsiteY47" fmla="*/ 44549 h 924537"/>
                <a:gd name="connsiteX48" fmla="*/ 89312 w 835988"/>
                <a:gd name="connsiteY48" fmla="*/ 550 h 924537"/>
                <a:gd name="connsiteX49" fmla="*/ 153448 w 835988"/>
                <a:gd name="connsiteY49" fmla="*/ 550 h 92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35988" h="924537">
                  <a:moveTo>
                    <a:pt x="791989" y="0"/>
                  </a:moveTo>
                  <a:cubicBezTo>
                    <a:pt x="816189" y="0"/>
                    <a:pt x="835988" y="19800"/>
                    <a:pt x="835988" y="44550"/>
                  </a:cubicBezTo>
                  <a:lnTo>
                    <a:pt x="835988" y="880538"/>
                  </a:lnTo>
                  <a:lnTo>
                    <a:pt x="791989" y="880538"/>
                  </a:lnTo>
                  <a:lnTo>
                    <a:pt x="747989" y="880538"/>
                  </a:lnTo>
                  <a:lnTo>
                    <a:pt x="747989" y="924537"/>
                  </a:lnTo>
                  <a:lnTo>
                    <a:pt x="703990" y="924537"/>
                  </a:lnTo>
                  <a:lnTo>
                    <a:pt x="703990" y="880538"/>
                  </a:lnTo>
                  <a:lnTo>
                    <a:pt x="131998" y="880538"/>
                  </a:lnTo>
                  <a:lnTo>
                    <a:pt x="131998" y="924537"/>
                  </a:lnTo>
                  <a:lnTo>
                    <a:pt x="87999" y="924537"/>
                  </a:lnTo>
                  <a:lnTo>
                    <a:pt x="87999" y="880538"/>
                  </a:lnTo>
                  <a:lnTo>
                    <a:pt x="44000" y="880538"/>
                  </a:lnTo>
                  <a:cubicBezTo>
                    <a:pt x="19800" y="880538"/>
                    <a:pt x="0" y="860738"/>
                    <a:pt x="0" y="836538"/>
                  </a:cubicBezTo>
                  <a:lnTo>
                    <a:pt x="0" y="792540"/>
                  </a:lnTo>
                  <a:lnTo>
                    <a:pt x="0" y="770540"/>
                  </a:lnTo>
                  <a:lnTo>
                    <a:pt x="0" y="638541"/>
                  </a:lnTo>
                  <a:lnTo>
                    <a:pt x="43999" y="638541"/>
                  </a:lnTo>
                  <a:lnTo>
                    <a:pt x="43999" y="770540"/>
                  </a:lnTo>
                  <a:lnTo>
                    <a:pt x="44000" y="770540"/>
                  </a:lnTo>
                  <a:lnTo>
                    <a:pt x="44000" y="836538"/>
                  </a:lnTo>
                  <a:lnTo>
                    <a:pt x="791989" y="836538"/>
                  </a:lnTo>
                  <a:lnTo>
                    <a:pt x="791989" y="601692"/>
                  </a:lnTo>
                  <a:lnTo>
                    <a:pt x="44000" y="601692"/>
                  </a:lnTo>
                  <a:cubicBezTo>
                    <a:pt x="19800" y="601692"/>
                    <a:pt x="0" y="581892"/>
                    <a:pt x="0" y="557692"/>
                  </a:cubicBezTo>
                  <a:lnTo>
                    <a:pt x="0" y="506544"/>
                  </a:lnTo>
                  <a:lnTo>
                    <a:pt x="0" y="484543"/>
                  </a:lnTo>
                  <a:lnTo>
                    <a:pt x="0" y="352545"/>
                  </a:lnTo>
                  <a:lnTo>
                    <a:pt x="43999" y="352545"/>
                  </a:lnTo>
                  <a:lnTo>
                    <a:pt x="43999" y="484543"/>
                  </a:lnTo>
                  <a:lnTo>
                    <a:pt x="44000" y="484543"/>
                  </a:lnTo>
                  <a:lnTo>
                    <a:pt x="44000" y="557692"/>
                  </a:lnTo>
                  <a:lnTo>
                    <a:pt x="791989" y="557692"/>
                  </a:lnTo>
                  <a:lnTo>
                    <a:pt x="791989" y="321746"/>
                  </a:lnTo>
                  <a:lnTo>
                    <a:pt x="44000" y="321746"/>
                  </a:lnTo>
                  <a:cubicBezTo>
                    <a:pt x="20900" y="321746"/>
                    <a:pt x="1650" y="303596"/>
                    <a:pt x="0" y="281046"/>
                  </a:cubicBezTo>
                  <a:lnTo>
                    <a:pt x="0" y="233196"/>
                  </a:lnTo>
                  <a:lnTo>
                    <a:pt x="0" y="154548"/>
                  </a:lnTo>
                  <a:lnTo>
                    <a:pt x="0" y="90748"/>
                  </a:lnTo>
                  <a:lnTo>
                    <a:pt x="43999" y="90748"/>
                  </a:lnTo>
                  <a:lnTo>
                    <a:pt x="43999" y="154548"/>
                  </a:lnTo>
                  <a:lnTo>
                    <a:pt x="44000" y="154548"/>
                  </a:lnTo>
                  <a:lnTo>
                    <a:pt x="44000" y="278296"/>
                  </a:lnTo>
                  <a:lnTo>
                    <a:pt x="791989" y="278296"/>
                  </a:lnTo>
                  <a:lnTo>
                    <a:pt x="791989" y="44550"/>
                  </a:lnTo>
                  <a:lnTo>
                    <a:pt x="153448" y="44550"/>
                  </a:lnTo>
                  <a:lnTo>
                    <a:pt x="153448" y="44549"/>
                  </a:lnTo>
                  <a:lnTo>
                    <a:pt x="89312" y="44549"/>
                  </a:lnTo>
                  <a:lnTo>
                    <a:pt x="89312" y="550"/>
                  </a:lnTo>
                  <a:lnTo>
                    <a:pt x="153448" y="550"/>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281" name="Freeform: Shape 280">
              <a:extLst>
                <a:ext uri="{FF2B5EF4-FFF2-40B4-BE49-F238E27FC236}">
                  <a16:creationId xmlns:a16="http://schemas.microsoft.com/office/drawing/2014/main" id="{559513F8-9749-FEC2-B387-C1DD2DE439ED}"/>
                </a:ext>
                <a:ext uri="{C183D7F6-B498-43B3-948B-1728B52AA6E4}">
                  <adec:decorative xmlns:adec="http://schemas.microsoft.com/office/drawing/2017/decorative" val="1"/>
                </a:ext>
              </a:extLst>
            </p:cNvPr>
            <p:cNvSpPr/>
            <p:nvPr/>
          </p:nvSpPr>
          <p:spPr>
            <a:xfrm rot="5400000">
              <a:off x="5759382" y="831486"/>
              <a:ext cx="391586" cy="350196"/>
            </a:xfrm>
            <a:custGeom>
              <a:avLst/>
              <a:gdLst>
                <a:gd name="connsiteX0" fmla="*/ 5712447 w 5873790"/>
                <a:gd name="connsiteY0" fmla="*/ 2266894 h 5252929"/>
                <a:gd name="connsiteX1" fmla="*/ 5712447 w 5873790"/>
                <a:gd name="connsiteY1" fmla="*/ 645375 h 5252929"/>
                <a:gd name="connsiteX2" fmla="*/ 5873790 w 5873790"/>
                <a:gd name="connsiteY2" fmla="*/ 645375 h 5252929"/>
                <a:gd name="connsiteX3" fmla="*/ 5873790 w 5873790"/>
                <a:gd name="connsiteY3" fmla="*/ 2266894 h 5252929"/>
                <a:gd name="connsiteX4" fmla="*/ 5454291 w 5873790"/>
                <a:gd name="connsiteY4" fmla="*/ 322687 h 5252929"/>
                <a:gd name="connsiteX5" fmla="*/ 5454291 w 5873790"/>
                <a:gd name="connsiteY5" fmla="*/ 0 h 5252929"/>
                <a:gd name="connsiteX6" fmla="*/ 5619668 w 5873790"/>
                <a:gd name="connsiteY6" fmla="*/ 0 h 5252929"/>
                <a:gd name="connsiteX7" fmla="*/ 5619668 w 5873790"/>
                <a:gd name="connsiteY7" fmla="*/ 322687 h 5252929"/>
                <a:gd name="connsiteX8" fmla="*/ 5409928 w 5873790"/>
                <a:gd name="connsiteY8" fmla="*/ 2266894 h 5252929"/>
                <a:gd name="connsiteX9" fmla="*/ 5409928 w 5873790"/>
                <a:gd name="connsiteY9" fmla="*/ 645375 h 5252929"/>
                <a:gd name="connsiteX10" fmla="*/ 5575305 w 5873790"/>
                <a:gd name="connsiteY10" fmla="*/ 645375 h 5252929"/>
                <a:gd name="connsiteX11" fmla="*/ 5575305 w 5873790"/>
                <a:gd name="connsiteY11" fmla="*/ 2266894 h 5252929"/>
                <a:gd name="connsiteX12" fmla="*/ 5111435 w 5873790"/>
                <a:gd name="connsiteY12" fmla="*/ 2266894 h 5252929"/>
                <a:gd name="connsiteX13" fmla="*/ 5111435 w 5873790"/>
                <a:gd name="connsiteY13" fmla="*/ 645375 h 5252929"/>
                <a:gd name="connsiteX14" fmla="*/ 5272775 w 5873790"/>
                <a:gd name="connsiteY14" fmla="*/ 645375 h 5252929"/>
                <a:gd name="connsiteX15" fmla="*/ 5272775 w 5873790"/>
                <a:gd name="connsiteY15" fmla="*/ 2266894 h 5252929"/>
                <a:gd name="connsiteX16" fmla="*/ 4812950 w 5873790"/>
                <a:gd name="connsiteY16" fmla="*/ 322687 h 5252929"/>
                <a:gd name="connsiteX17" fmla="*/ 4812950 w 5873790"/>
                <a:gd name="connsiteY17" fmla="*/ 0 h 5252929"/>
                <a:gd name="connsiteX18" fmla="*/ 5135638 w 5873790"/>
                <a:gd name="connsiteY18" fmla="*/ 0 h 5252929"/>
                <a:gd name="connsiteX19" fmla="*/ 5135638 w 5873790"/>
                <a:gd name="connsiteY19" fmla="*/ 322687 h 5252929"/>
                <a:gd name="connsiteX20" fmla="*/ 4812950 w 5873790"/>
                <a:gd name="connsiteY20" fmla="*/ 2266894 h 5252929"/>
                <a:gd name="connsiteX21" fmla="*/ 4812950 w 5873790"/>
                <a:gd name="connsiteY21" fmla="*/ 645375 h 5252929"/>
                <a:gd name="connsiteX22" fmla="*/ 4974293 w 5873790"/>
                <a:gd name="connsiteY22" fmla="*/ 645375 h 5252929"/>
                <a:gd name="connsiteX23" fmla="*/ 4974293 w 5873790"/>
                <a:gd name="connsiteY23" fmla="*/ 2266894 h 5252929"/>
                <a:gd name="connsiteX24" fmla="*/ 3659330 w 5873790"/>
                <a:gd name="connsiteY24" fmla="*/ 2266894 h 5252929"/>
                <a:gd name="connsiteX25" fmla="*/ 3659330 w 5873790"/>
                <a:gd name="connsiteY25" fmla="*/ 645375 h 5252929"/>
                <a:gd name="connsiteX26" fmla="*/ 3820670 w 5873790"/>
                <a:gd name="connsiteY26" fmla="*/ 645375 h 5252929"/>
                <a:gd name="connsiteX27" fmla="*/ 3820670 w 5873790"/>
                <a:gd name="connsiteY27" fmla="*/ 2266894 h 5252929"/>
                <a:gd name="connsiteX28" fmla="*/ 3401174 w 5873790"/>
                <a:gd name="connsiteY28" fmla="*/ 322687 h 5252929"/>
                <a:gd name="connsiteX29" fmla="*/ 3401174 w 5873790"/>
                <a:gd name="connsiteY29" fmla="*/ 0 h 5252929"/>
                <a:gd name="connsiteX30" fmla="*/ 3566551 w 5873790"/>
                <a:gd name="connsiteY30" fmla="*/ 0 h 5252929"/>
                <a:gd name="connsiteX31" fmla="*/ 3566551 w 5873790"/>
                <a:gd name="connsiteY31" fmla="*/ 322687 h 5252929"/>
                <a:gd name="connsiteX32" fmla="*/ 3356811 w 5873790"/>
                <a:gd name="connsiteY32" fmla="*/ 2266894 h 5252929"/>
                <a:gd name="connsiteX33" fmla="*/ 3356811 w 5873790"/>
                <a:gd name="connsiteY33" fmla="*/ 645375 h 5252929"/>
                <a:gd name="connsiteX34" fmla="*/ 3522188 w 5873790"/>
                <a:gd name="connsiteY34" fmla="*/ 645375 h 5252929"/>
                <a:gd name="connsiteX35" fmla="*/ 3522188 w 5873790"/>
                <a:gd name="connsiteY35" fmla="*/ 2266894 h 5252929"/>
                <a:gd name="connsiteX36" fmla="*/ 3058318 w 5873790"/>
                <a:gd name="connsiteY36" fmla="*/ 2266894 h 5252929"/>
                <a:gd name="connsiteX37" fmla="*/ 3058318 w 5873790"/>
                <a:gd name="connsiteY37" fmla="*/ 645375 h 5252929"/>
                <a:gd name="connsiteX38" fmla="*/ 3219661 w 5873790"/>
                <a:gd name="connsiteY38" fmla="*/ 645375 h 5252929"/>
                <a:gd name="connsiteX39" fmla="*/ 3219661 w 5873790"/>
                <a:gd name="connsiteY39" fmla="*/ 2266894 h 5252929"/>
                <a:gd name="connsiteX40" fmla="*/ 2755791 w 5873790"/>
                <a:gd name="connsiteY40" fmla="*/ 322687 h 5252929"/>
                <a:gd name="connsiteX41" fmla="*/ 2755791 w 5873790"/>
                <a:gd name="connsiteY41" fmla="*/ 0 h 5252929"/>
                <a:gd name="connsiteX42" fmla="*/ 3078479 w 5873790"/>
                <a:gd name="connsiteY42" fmla="*/ 0 h 5252929"/>
                <a:gd name="connsiteX43" fmla="*/ 3078479 w 5873790"/>
                <a:gd name="connsiteY43" fmla="*/ 322687 h 5252929"/>
                <a:gd name="connsiteX44" fmla="*/ 2755791 w 5873790"/>
                <a:gd name="connsiteY44" fmla="*/ 2266894 h 5252929"/>
                <a:gd name="connsiteX45" fmla="*/ 2755791 w 5873790"/>
                <a:gd name="connsiteY45" fmla="*/ 645375 h 5252929"/>
                <a:gd name="connsiteX46" fmla="*/ 2917134 w 5873790"/>
                <a:gd name="connsiteY46" fmla="*/ 645375 h 5252929"/>
                <a:gd name="connsiteX47" fmla="*/ 2917134 w 5873790"/>
                <a:gd name="connsiteY47" fmla="*/ 2266894 h 5252929"/>
                <a:gd name="connsiteX48" fmla="*/ 1626382 w 5873790"/>
                <a:gd name="connsiteY48" fmla="*/ 2266894 h 5252929"/>
                <a:gd name="connsiteX49" fmla="*/ 1626382 w 5873790"/>
                <a:gd name="connsiteY49" fmla="*/ 645375 h 5252929"/>
                <a:gd name="connsiteX50" fmla="*/ 1787722 w 5873790"/>
                <a:gd name="connsiteY50" fmla="*/ 645375 h 5252929"/>
                <a:gd name="connsiteX51" fmla="*/ 1787722 w 5873790"/>
                <a:gd name="connsiteY51" fmla="*/ 2266894 h 5252929"/>
                <a:gd name="connsiteX52" fmla="*/ 1368226 w 5873790"/>
                <a:gd name="connsiteY52" fmla="*/ 322687 h 5252929"/>
                <a:gd name="connsiteX53" fmla="*/ 1368226 w 5873790"/>
                <a:gd name="connsiteY53" fmla="*/ 0 h 5252929"/>
                <a:gd name="connsiteX54" fmla="*/ 1533603 w 5873790"/>
                <a:gd name="connsiteY54" fmla="*/ 0 h 5252929"/>
                <a:gd name="connsiteX55" fmla="*/ 1533603 w 5873790"/>
                <a:gd name="connsiteY55" fmla="*/ 322687 h 5252929"/>
                <a:gd name="connsiteX56" fmla="*/ 1323856 w 5873790"/>
                <a:gd name="connsiteY56" fmla="*/ 2266894 h 5252929"/>
                <a:gd name="connsiteX57" fmla="*/ 1323856 w 5873790"/>
                <a:gd name="connsiteY57" fmla="*/ 645375 h 5252929"/>
                <a:gd name="connsiteX58" fmla="*/ 1489233 w 5873790"/>
                <a:gd name="connsiteY58" fmla="*/ 645375 h 5252929"/>
                <a:gd name="connsiteX59" fmla="*/ 1489233 w 5873790"/>
                <a:gd name="connsiteY59" fmla="*/ 2266894 h 5252929"/>
                <a:gd name="connsiteX60" fmla="*/ 1025370 w 5873790"/>
                <a:gd name="connsiteY60" fmla="*/ 2266894 h 5252929"/>
                <a:gd name="connsiteX61" fmla="*/ 1025370 w 5873790"/>
                <a:gd name="connsiteY61" fmla="*/ 645375 h 5252929"/>
                <a:gd name="connsiteX62" fmla="*/ 1186713 w 5873790"/>
                <a:gd name="connsiteY62" fmla="*/ 645375 h 5252929"/>
                <a:gd name="connsiteX63" fmla="*/ 1186713 w 5873790"/>
                <a:gd name="connsiteY63" fmla="*/ 2266894 h 5252929"/>
                <a:gd name="connsiteX64" fmla="*/ 722851 w 5873790"/>
                <a:gd name="connsiteY64" fmla="*/ 2266894 h 5252929"/>
                <a:gd name="connsiteX65" fmla="*/ 722851 w 5873790"/>
                <a:gd name="connsiteY65" fmla="*/ 645375 h 5252929"/>
                <a:gd name="connsiteX66" fmla="*/ 884191 w 5873790"/>
                <a:gd name="connsiteY66" fmla="*/ 645375 h 5252929"/>
                <a:gd name="connsiteX67" fmla="*/ 884191 w 5873790"/>
                <a:gd name="connsiteY67" fmla="*/ 2266894 h 5252929"/>
                <a:gd name="connsiteX68" fmla="*/ 722851 w 5873790"/>
                <a:gd name="connsiteY68" fmla="*/ 322687 h 5252929"/>
                <a:gd name="connsiteX69" fmla="*/ 722851 w 5873790"/>
                <a:gd name="connsiteY69" fmla="*/ 0 h 5252929"/>
                <a:gd name="connsiteX70" fmla="*/ 1045539 w 5873790"/>
                <a:gd name="connsiteY70" fmla="*/ 0 h 5252929"/>
                <a:gd name="connsiteX71" fmla="*/ 1045539 w 5873790"/>
                <a:gd name="connsiteY71" fmla="*/ 322687 h 5252929"/>
                <a:gd name="connsiteX72" fmla="*/ 0 w 5873790"/>
                <a:gd name="connsiteY72" fmla="*/ 5252929 h 5252929"/>
                <a:gd name="connsiteX73" fmla="*/ 0 w 5873790"/>
                <a:gd name="connsiteY73" fmla="*/ 4768894 h 5252929"/>
                <a:gd name="connsiteX74" fmla="*/ 484038 w 5873790"/>
                <a:gd name="connsiteY74" fmla="*/ 4768894 h 5252929"/>
                <a:gd name="connsiteX75" fmla="*/ 484038 w 5873790"/>
                <a:gd name="connsiteY75" fmla="*/ 5252929 h 525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873790" h="5252929">
                  <a:moveTo>
                    <a:pt x="5712447" y="2266894"/>
                  </a:moveTo>
                  <a:lnTo>
                    <a:pt x="5712447" y="645375"/>
                  </a:lnTo>
                  <a:lnTo>
                    <a:pt x="5873790" y="645375"/>
                  </a:lnTo>
                  <a:lnTo>
                    <a:pt x="5873790" y="2266894"/>
                  </a:lnTo>
                  <a:close/>
                  <a:moveTo>
                    <a:pt x="5454291" y="322687"/>
                  </a:moveTo>
                  <a:lnTo>
                    <a:pt x="5454291" y="0"/>
                  </a:lnTo>
                  <a:lnTo>
                    <a:pt x="5619668" y="0"/>
                  </a:lnTo>
                  <a:lnTo>
                    <a:pt x="5619668" y="322687"/>
                  </a:lnTo>
                  <a:close/>
                  <a:moveTo>
                    <a:pt x="5409928" y="2266894"/>
                  </a:moveTo>
                  <a:lnTo>
                    <a:pt x="5409928" y="645375"/>
                  </a:lnTo>
                  <a:lnTo>
                    <a:pt x="5575305" y="645375"/>
                  </a:lnTo>
                  <a:lnTo>
                    <a:pt x="5575305" y="2266894"/>
                  </a:lnTo>
                  <a:close/>
                  <a:moveTo>
                    <a:pt x="5111435" y="2266894"/>
                  </a:moveTo>
                  <a:lnTo>
                    <a:pt x="5111435" y="645375"/>
                  </a:lnTo>
                  <a:lnTo>
                    <a:pt x="5272775" y="645375"/>
                  </a:lnTo>
                  <a:lnTo>
                    <a:pt x="5272775" y="2266894"/>
                  </a:lnTo>
                  <a:close/>
                  <a:moveTo>
                    <a:pt x="4812950" y="322687"/>
                  </a:moveTo>
                  <a:lnTo>
                    <a:pt x="4812950" y="0"/>
                  </a:lnTo>
                  <a:lnTo>
                    <a:pt x="5135638" y="0"/>
                  </a:lnTo>
                  <a:lnTo>
                    <a:pt x="5135638" y="322687"/>
                  </a:lnTo>
                  <a:close/>
                  <a:moveTo>
                    <a:pt x="4812950" y="2266894"/>
                  </a:moveTo>
                  <a:lnTo>
                    <a:pt x="4812950" y="645375"/>
                  </a:lnTo>
                  <a:lnTo>
                    <a:pt x="4974293" y="645375"/>
                  </a:lnTo>
                  <a:lnTo>
                    <a:pt x="4974293" y="2266894"/>
                  </a:lnTo>
                  <a:close/>
                  <a:moveTo>
                    <a:pt x="3659330" y="2266894"/>
                  </a:moveTo>
                  <a:lnTo>
                    <a:pt x="3659330" y="645375"/>
                  </a:lnTo>
                  <a:lnTo>
                    <a:pt x="3820670" y="645375"/>
                  </a:lnTo>
                  <a:lnTo>
                    <a:pt x="3820670" y="2266894"/>
                  </a:lnTo>
                  <a:close/>
                  <a:moveTo>
                    <a:pt x="3401174" y="322687"/>
                  </a:moveTo>
                  <a:lnTo>
                    <a:pt x="3401174" y="0"/>
                  </a:lnTo>
                  <a:lnTo>
                    <a:pt x="3566551" y="0"/>
                  </a:lnTo>
                  <a:lnTo>
                    <a:pt x="3566551" y="322687"/>
                  </a:lnTo>
                  <a:close/>
                  <a:moveTo>
                    <a:pt x="3356811" y="2266894"/>
                  </a:moveTo>
                  <a:lnTo>
                    <a:pt x="3356811" y="645375"/>
                  </a:lnTo>
                  <a:lnTo>
                    <a:pt x="3522188" y="645375"/>
                  </a:lnTo>
                  <a:lnTo>
                    <a:pt x="3522188" y="2266894"/>
                  </a:lnTo>
                  <a:close/>
                  <a:moveTo>
                    <a:pt x="3058318" y="2266894"/>
                  </a:moveTo>
                  <a:lnTo>
                    <a:pt x="3058318" y="645375"/>
                  </a:lnTo>
                  <a:lnTo>
                    <a:pt x="3219661" y="645375"/>
                  </a:lnTo>
                  <a:lnTo>
                    <a:pt x="3219661" y="2266894"/>
                  </a:lnTo>
                  <a:close/>
                  <a:moveTo>
                    <a:pt x="2755791" y="322687"/>
                  </a:moveTo>
                  <a:lnTo>
                    <a:pt x="2755791" y="0"/>
                  </a:lnTo>
                  <a:lnTo>
                    <a:pt x="3078479" y="0"/>
                  </a:lnTo>
                  <a:lnTo>
                    <a:pt x="3078479" y="322687"/>
                  </a:lnTo>
                  <a:close/>
                  <a:moveTo>
                    <a:pt x="2755791" y="2266894"/>
                  </a:moveTo>
                  <a:lnTo>
                    <a:pt x="2755791" y="645375"/>
                  </a:lnTo>
                  <a:lnTo>
                    <a:pt x="2917134" y="645375"/>
                  </a:lnTo>
                  <a:lnTo>
                    <a:pt x="2917134" y="2266894"/>
                  </a:lnTo>
                  <a:close/>
                  <a:moveTo>
                    <a:pt x="1626382" y="2266894"/>
                  </a:moveTo>
                  <a:lnTo>
                    <a:pt x="1626382" y="645375"/>
                  </a:lnTo>
                  <a:lnTo>
                    <a:pt x="1787722" y="645375"/>
                  </a:lnTo>
                  <a:lnTo>
                    <a:pt x="1787722" y="2266894"/>
                  </a:lnTo>
                  <a:close/>
                  <a:moveTo>
                    <a:pt x="1368226" y="322687"/>
                  </a:moveTo>
                  <a:lnTo>
                    <a:pt x="1368226" y="0"/>
                  </a:lnTo>
                  <a:lnTo>
                    <a:pt x="1533603" y="0"/>
                  </a:lnTo>
                  <a:lnTo>
                    <a:pt x="1533603" y="322687"/>
                  </a:lnTo>
                  <a:close/>
                  <a:moveTo>
                    <a:pt x="1323856" y="2266894"/>
                  </a:moveTo>
                  <a:lnTo>
                    <a:pt x="1323856" y="645375"/>
                  </a:lnTo>
                  <a:lnTo>
                    <a:pt x="1489233" y="645375"/>
                  </a:lnTo>
                  <a:lnTo>
                    <a:pt x="1489233" y="2266894"/>
                  </a:lnTo>
                  <a:close/>
                  <a:moveTo>
                    <a:pt x="1025370" y="2266894"/>
                  </a:moveTo>
                  <a:lnTo>
                    <a:pt x="1025370" y="645375"/>
                  </a:lnTo>
                  <a:lnTo>
                    <a:pt x="1186713" y="645375"/>
                  </a:lnTo>
                  <a:lnTo>
                    <a:pt x="1186713" y="2266894"/>
                  </a:lnTo>
                  <a:close/>
                  <a:moveTo>
                    <a:pt x="722851" y="2266894"/>
                  </a:moveTo>
                  <a:lnTo>
                    <a:pt x="722851" y="645375"/>
                  </a:lnTo>
                  <a:lnTo>
                    <a:pt x="884191" y="645375"/>
                  </a:lnTo>
                  <a:lnTo>
                    <a:pt x="884191" y="2266894"/>
                  </a:lnTo>
                  <a:close/>
                  <a:moveTo>
                    <a:pt x="722851" y="322687"/>
                  </a:moveTo>
                  <a:lnTo>
                    <a:pt x="722851" y="0"/>
                  </a:lnTo>
                  <a:lnTo>
                    <a:pt x="1045539" y="0"/>
                  </a:lnTo>
                  <a:lnTo>
                    <a:pt x="1045539" y="322687"/>
                  </a:lnTo>
                  <a:close/>
                  <a:moveTo>
                    <a:pt x="0" y="5252929"/>
                  </a:moveTo>
                  <a:lnTo>
                    <a:pt x="0" y="4768894"/>
                  </a:lnTo>
                  <a:lnTo>
                    <a:pt x="484038" y="4768894"/>
                  </a:lnTo>
                  <a:lnTo>
                    <a:pt x="484038" y="5252929"/>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2823" name="Group 2822">
            <a:extLst>
              <a:ext uri="{FF2B5EF4-FFF2-40B4-BE49-F238E27FC236}">
                <a16:creationId xmlns:a16="http://schemas.microsoft.com/office/drawing/2014/main" id="{DAF14475-6169-32D3-8BC6-595ED2632132}"/>
              </a:ext>
              <a:ext uri="{C183D7F6-B498-43B3-948B-1728B52AA6E4}">
                <adec:decorative xmlns:adec="http://schemas.microsoft.com/office/drawing/2017/decorative" val="1"/>
              </a:ext>
            </a:extLst>
          </p:cNvPr>
          <p:cNvGrpSpPr>
            <a:grpSpLocks noChangeAspect="1"/>
          </p:cNvGrpSpPr>
          <p:nvPr/>
        </p:nvGrpSpPr>
        <p:grpSpPr>
          <a:xfrm>
            <a:off x="6369231" y="810791"/>
            <a:ext cx="424815" cy="457200"/>
            <a:chOff x="6369231" y="810791"/>
            <a:chExt cx="424815" cy="457200"/>
          </a:xfrm>
          <a:solidFill>
            <a:srgbClr val="FF0000"/>
          </a:solidFill>
        </p:grpSpPr>
        <p:sp>
          <p:nvSpPr>
            <p:cNvPr id="311" name="Freeform 20">
              <a:extLst>
                <a:ext uri="{FF2B5EF4-FFF2-40B4-BE49-F238E27FC236}">
                  <a16:creationId xmlns:a16="http://schemas.microsoft.com/office/drawing/2014/main" id="{5340BE3A-D4A5-9B9B-951B-EDA4BCC86EAF}"/>
                </a:ext>
                <a:ext uri="{C183D7F6-B498-43B3-948B-1728B52AA6E4}">
                  <adec:decorative xmlns:adec="http://schemas.microsoft.com/office/drawing/2017/decorative" val="1"/>
                </a:ext>
              </a:extLst>
            </p:cNvPr>
            <p:cNvSpPr>
              <a:spLocks noEditPoints="1"/>
            </p:cNvSpPr>
            <p:nvPr/>
          </p:nvSpPr>
          <p:spPr bwMode="auto">
            <a:xfrm>
              <a:off x="6375793" y="816400"/>
              <a:ext cx="372004" cy="429789"/>
            </a:xfrm>
            <a:custGeom>
              <a:avLst/>
              <a:gdLst>
                <a:gd name="T0" fmla="*/ 403 w 7030"/>
                <a:gd name="T1" fmla="*/ 6152 h 8123"/>
                <a:gd name="T2" fmla="*/ 2417 w 7030"/>
                <a:gd name="T3" fmla="*/ 7295 h 8123"/>
                <a:gd name="T4" fmla="*/ 1265 w 7030"/>
                <a:gd name="T5" fmla="*/ 8123 h 8123"/>
                <a:gd name="T6" fmla="*/ 403 w 7030"/>
                <a:gd name="T7" fmla="*/ 7694 h 8123"/>
                <a:gd name="T8" fmla="*/ 364 w 7030"/>
                <a:gd name="T9" fmla="*/ 7692 h 8123"/>
                <a:gd name="T10" fmla="*/ 307 w 7030"/>
                <a:gd name="T11" fmla="*/ 7682 h 8123"/>
                <a:gd name="T12" fmla="*/ 253 w 7030"/>
                <a:gd name="T13" fmla="*/ 7664 h 8123"/>
                <a:gd name="T14" fmla="*/ 156 w 7030"/>
                <a:gd name="T15" fmla="*/ 7608 h 8123"/>
                <a:gd name="T16" fmla="*/ 78 w 7030"/>
                <a:gd name="T17" fmla="*/ 7527 h 8123"/>
                <a:gd name="T18" fmla="*/ 24 w 7030"/>
                <a:gd name="T19" fmla="*/ 7428 h 8123"/>
                <a:gd name="T20" fmla="*/ 9 w 7030"/>
                <a:gd name="T21" fmla="*/ 7373 h 8123"/>
                <a:gd name="T22" fmla="*/ 0 w 7030"/>
                <a:gd name="T23" fmla="*/ 7314 h 8123"/>
                <a:gd name="T24" fmla="*/ 0 w 7030"/>
                <a:gd name="T25" fmla="*/ 5720 h 8123"/>
                <a:gd name="T26" fmla="*/ 403 w 7030"/>
                <a:gd name="T27" fmla="*/ 3311 h 8123"/>
                <a:gd name="T28" fmla="*/ 403 w 7030"/>
                <a:gd name="T29" fmla="*/ 4931 h 8123"/>
                <a:gd name="T30" fmla="*/ 403 w 7030"/>
                <a:gd name="T31" fmla="*/ 5330 h 8123"/>
                <a:gd name="T32" fmla="*/ 364 w 7030"/>
                <a:gd name="T33" fmla="*/ 5328 h 8123"/>
                <a:gd name="T34" fmla="*/ 307 w 7030"/>
                <a:gd name="T35" fmla="*/ 5318 h 8123"/>
                <a:gd name="T36" fmla="*/ 253 w 7030"/>
                <a:gd name="T37" fmla="*/ 5301 h 8123"/>
                <a:gd name="T38" fmla="*/ 156 w 7030"/>
                <a:gd name="T39" fmla="*/ 5244 h 8123"/>
                <a:gd name="T40" fmla="*/ 78 w 7030"/>
                <a:gd name="T41" fmla="*/ 5165 h 8123"/>
                <a:gd name="T42" fmla="*/ 24 w 7030"/>
                <a:gd name="T43" fmla="*/ 5064 h 8123"/>
                <a:gd name="T44" fmla="*/ 9 w 7030"/>
                <a:gd name="T45" fmla="*/ 5010 h 8123"/>
                <a:gd name="T46" fmla="*/ 0 w 7030"/>
                <a:gd name="T47" fmla="*/ 4952 h 8123"/>
                <a:gd name="T48" fmla="*/ 0 w 7030"/>
                <a:gd name="T49" fmla="*/ 3311 h 8123"/>
                <a:gd name="T50" fmla="*/ 403 w 7030"/>
                <a:gd name="T51" fmla="*/ 911 h 8123"/>
                <a:gd name="T52" fmla="*/ 403 w 7030"/>
                <a:gd name="T53" fmla="*/ 2568 h 8123"/>
                <a:gd name="T54" fmla="*/ 2795 w 7030"/>
                <a:gd name="T55" fmla="*/ 2586 h 8123"/>
                <a:gd name="T56" fmla="*/ 2702 w 7030"/>
                <a:gd name="T57" fmla="*/ 2646 h 8123"/>
                <a:gd name="T58" fmla="*/ 2618 w 7030"/>
                <a:gd name="T59" fmla="*/ 2712 h 8123"/>
                <a:gd name="T60" fmla="*/ 2546 w 7030"/>
                <a:gd name="T61" fmla="*/ 2789 h 8123"/>
                <a:gd name="T62" fmla="*/ 2490 w 7030"/>
                <a:gd name="T63" fmla="*/ 2873 h 8123"/>
                <a:gd name="T64" fmla="*/ 2454 w 7030"/>
                <a:gd name="T65" fmla="*/ 2967 h 8123"/>
                <a:gd name="T66" fmla="*/ 384 w 7030"/>
                <a:gd name="T67" fmla="*/ 2966 h 8123"/>
                <a:gd name="T68" fmla="*/ 327 w 7030"/>
                <a:gd name="T69" fmla="*/ 2960 h 8123"/>
                <a:gd name="T70" fmla="*/ 271 w 7030"/>
                <a:gd name="T71" fmla="*/ 2945 h 8123"/>
                <a:gd name="T72" fmla="*/ 187 w 7030"/>
                <a:gd name="T73" fmla="*/ 2903 h 8123"/>
                <a:gd name="T74" fmla="*/ 102 w 7030"/>
                <a:gd name="T75" fmla="*/ 2831 h 8123"/>
                <a:gd name="T76" fmla="*/ 39 w 7030"/>
                <a:gd name="T77" fmla="*/ 2736 h 8123"/>
                <a:gd name="T78" fmla="*/ 13 w 7030"/>
                <a:gd name="T79" fmla="*/ 2666 h 8123"/>
                <a:gd name="T80" fmla="*/ 1 w 7030"/>
                <a:gd name="T81" fmla="*/ 2607 h 8123"/>
                <a:gd name="T82" fmla="*/ 0 w 7030"/>
                <a:gd name="T83" fmla="*/ 1425 h 8123"/>
                <a:gd name="T84" fmla="*/ 6604 w 7030"/>
                <a:gd name="T85" fmla="*/ 0 h 8123"/>
                <a:gd name="T86" fmla="*/ 6647 w 7030"/>
                <a:gd name="T87" fmla="*/ 3 h 8123"/>
                <a:gd name="T88" fmla="*/ 6710 w 7030"/>
                <a:gd name="T89" fmla="*/ 14 h 8123"/>
                <a:gd name="T90" fmla="*/ 6769 w 7030"/>
                <a:gd name="T91" fmla="*/ 35 h 8123"/>
                <a:gd name="T92" fmla="*/ 6824 w 7030"/>
                <a:gd name="T93" fmla="*/ 63 h 8123"/>
                <a:gd name="T94" fmla="*/ 6874 w 7030"/>
                <a:gd name="T95" fmla="*/ 99 h 8123"/>
                <a:gd name="T96" fmla="*/ 6919 w 7030"/>
                <a:gd name="T97" fmla="*/ 141 h 8123"/>
                <a:gd name="T98" fmla="*/ 6956 w 7030"/>
                <a:gd name="T99" fmla="*/ 191 h 8123"/>
                <a:gd name="T100" fmla="*/ 6988 w 7030"/>
                <a:gd name="T101" fmla="*/ 245 h 8123"/>
                <a:gd name="T102" fmla="*/ 7010 w 7030"/>
                <a:gd name="T103" fmla="*/ 303 h 8123"/>
                <a:gd name="T104" fmla="*/ 7025 w 7030"/>
                <a:gd name="T105" fmla="*/ 366 h 8123"/>
                <a:gd name="T106" fmla="*/ 7030 w 7030"/>
                <a:gd name="T107" fmla="*/ 432 h 8123"/>
                <a:gd name="T108" fmla="*/ 7030 w 7030"/>
                <a:gd name="T109" fmla="*/ 2220 h 8123"/>
                <a:gd name="T110" fmla="*/ 6961 w 7030"/>
                <a:gd name="T111" fmla="*/ 2204 h 8123"/>
                <a:gd name="T112" fmla="*/ 6785 w 7030"/>
                <a:gd name="T113" fmla="*/ 2168 h 8123"/>
                <a:gd name="T114" fmla="*/ 6604 w 7030"/>
                <a:gd name="T115" fmla="*/ 495 h 8123"/>
                <a:gd name="T116" fmla="*/ 1284 w 7030"/>
                <a:gd name="T117" fmla="*/ 426 h 8123"/>
                <a:gd name="T118" fmla="*/ 1938 w 7030"/>
                <a:gd name="T119" fmla="*/ 0 h 8123"/>
                <a:gd name="T120" fmla="*/ 6604 w 7030"/>
                <a:gd name="T121" fmla="*/ 0 h 8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30" h="8123">
                  <a:moveTo>
                    <a:pt x="0" y="5720"/>
                  </a:moveTo>
                  <a:lnTo>
                    <a:pt x="403" y="5720"/>
                  </a:lnTo>
                  <a:lnTo>
                    <a:pt x="403" y="6152"/>
                  </a:lnTo>
                  <a:lnTo>
                    <a:pt x="403" y="6152"/>
                  </a:lnTo>
                  <a:lnTo>
                    <a:pt x="403" y="7295"/>
                  </a:lnTo>
                  <a:lnTo>
                    <a:pt x="2417" y="7295"/>
                  </a:lnTo>
                  <a:lnTo>
                    <a:pt x="2417" y="7694"/>
                  </a:lnTo>
                  <a:lnTo>
                    <a:pt x="1265" y="7694"/>
                  </a:lnTo>
                  <a:lnTo>
                    <a:pt x="1265" y="8123"/>
                  </a:lnTo>
                  <a:lnTo>
                    <a:pt x="838" y="8123"/>
                  </a:lnTo>
                  <a:lnTo>
                    <a:pt x="838" y="7694"/>
                  </a:lnTo>
                  <a:lnTo>
                    <a:pt x="403" y="7694"/>
                  </a:lnTo>
                  <a:lnTo>
                    <a:pt x="403" y="7694"/>
                  </a:lnTo>
                  <a:lnTo>
                    <a:pt x="384" y="7692"/>
                  </a:lnTo>
                  <a:lnTo>
                    <a:pt x="364" y="7692"/>
                  </a:lnTo>
                  <a:lnTo>
                    <a:pt x="345" y="7689"/>
                  </a:lnTo>
                  <a:lnTo>
                    <a:pt x="327" y="7686"/>
                  </a:lnTo>
                  <a:lnTo>
                    <a:pt x="307" y="7682"/>
                  </a:lnTo>
                  <a:lnTo>
                    <a:pt x="289" y="7677"/>
                  </a:lnTo>
                  <a:lnTo>
                    <a:pt x="271" y="7671"/>
                  </a:lnTo>
                  <a:lnTo>
                    <a:pt x="253" y="7664"/>
                  </a:lnTo>
                  <a:lnTo>
                    <a:pt x="219" y="7649"/>
                  </a:lnTo>
                  <a:lnTo>
                    <a:pt x="187" y="7629"/>
                  </a:lnTo>
                  <a:lnTo>
                    <a:pt x="156" y="7608"/>
                  </a:lnTo>
                  <a:lnTo>
                    <a:pt x="127" y="7584"/>
                  </a:lnTo>
                  <a:lnTo>
                    <a:pt x="102" y="7557"/>
                  </a:lnTo>
                  <a:lnTo>
                    <a:pt x="78" y="7527"/>
                  </a:lnTo>
                  <a:lnTo>
                    <a:pt x="57" y="7496"/>
                  </a:lnTo>
                  <a:lnTo>
                    <a:pt x="39" y="7463"/>
                  </a:lnTo>
                  <a:lnTo>
                    <a:pt x="24" y="7428"/>
                  </a:lnTo>
                  <a:lnTo>
                    <a:pt x="18" y="7410"/>
                  </a:lnTo>
                  <a:lnTo>
                    <a:pt x="13" y="7392"/>
                  </a:lnTo>
                  <a:lnTo>
                    <a:pt x="9" y="7373"/>
                  </a:lnTo>
                  <a:lnTo>
                    <a:pt x="4" y="7353"/>
                  </a:lnTo>
                  <a:lnTo>
                    <a:pt x="1" y="7334"/>
                  </a:lnTo>
                  <a:lnTo>
                    <a:pt x="0" y="7314"/>
                  </a:lnTo>
                  <a:lnTo>
                    <a:pt x="0" y="6779"/>
                  </a:lnTo>
                  <a:lnTo>
                    <a:pt x="0" y="6152"/>
                  </a:lnTo>
                  <a:lnTo>
                    <a:pt x="0" y="5720"/>
                  </a:lnTo>
                  <a:lnTo>
                    <a:pt x="0" y="5720"/>
                  </a:lnTo>
                  <a:close/>
                  <a:moveTo>
                    <a:pt x="0" y="3311"/>
                  </a:moveTo>
                  <a:lnTo>
                    <a:pt x="403" y="3311"/>
                  </a:lnTo>
                  <a:lnTo>
                    <a:pt x="403" y="3789"/>
                  </a:lnTo>
                  <a:lnTo>
                    <a:pt x="403" y="3789"/>
                  </a:lnTo>
                  <a:lnTo>
                    <a:pt x="403" y="4931"/>
                  </a:lnTo>
                  <a:lnTo>
                    <a:pt x="2417" y="4931"/>
                  </a:lnTo>
                  <a:lnTo>
                    <a:pt x="2417" y="5330"/>
                  </a:lnTo>
                  <a:lnTo>
                    <a:pt x="403" y="5330"/>
                  </a:lnTo>
                  <a:lnTo>
                    <a:pt x="403" y="5330"/>
                  </a:lnTo>
                  <a:lnTo>
                    <a:pt x="384" y="5330"/>
                  </a:lnTo>
                  <a:lnTo>
                    <a:pt x="364" y="5328"/>
                  </a:lnTo>
                  <a:lnTo>
                    <a:pt x="345" y="5325"/>
                  </a:lnTo>
                  <a:lnTo>
                    <a:pt x="327" y="5322"/>
                  </a:lnTo>
                  <a:lnTo>
                    <a:pt x="307" y="5318"/>
                  </a:lnTo>
                  <a:lnTo>
                    <a:pt x="289" y="5313"/>
                  </a:lnTo>
                  <a:lnTo>
                    <a:pt x="271" y="5307"/>
                  </a:lnTo>
                  <a:lnTo>
                    <a:pt x="253" y="5301"/>
                  </a:lnTo>
                  <a:lnTo>
                    <a:pt x="219" y="5285"/>
                  </a:lnTo>
                  <a:lnTo>
                    <a:pt x="187" y="5267"/>
                  </a:lnTo>
                  <a:lnTo>
                    <a:pt x="156" y="5244"/>
                  </a:lnTo>
                  <a:lnTo>
                    <a:pt x="127" y="5220"/>
                  </a:lnTo>
                  <a:lnTo>
                    <a:pt x="102" y="5193"/>
                  </a:lnTo>
                  <a:lnTo>
                    <a:pt x="78" y="5165"/>
                  </a:lnTo>
                  <a:lnTo>
                    <a:pt x="57" y="5133"/>
                  </a:lnTo>
                  <a:lnTo>
                    <a:pt x="39" y="5100"/>
                  </a:lnTo>
                  <a:lnTo>
                    <a:pt x="24" y="5064"/>
                  </a:lnTo>
                  <a:lnTo>
                    <a:pt x="18" y="5046"/>
                  </a:lnTo>
                  <a:lnTo>
                    <a:pt x="13" y="5028"/>
                  </a:lnTo>
                  <a:lnTo>
                    <a:pt x="9" y="5010"/>
                  </a:lnTo>
                  <a:lnTo>
                    <a:pt x="4" y="4991"/>
                  </a:lnTo>
                  <a:lnTo>
                    <a:pt x="1" y="4971"/>
                  </a:lnTo>
                  <a:lnTo>
                    <a:pt x="0" y="4952"/>
                  </a:lnTo>
                  <a:lnTo>
                    <a:pt x="0" y="4370"/>
                  </a:lnTo>
                  <a:lnTo>
                    <a:pt x="0" y="3789"/>
                  </a:lnTo>
                  <a:lnTo>
                    <a:pt x="0" y="3311"/>
                  </a:lnTo>
                  <a:lnTo>
                    <a:pt x="0" y="3311"/>
                  </a:lnTo>
                  <a:close/>
                  <a:moveTo>
                    <a:pt x="0" y="911"/>
                  </a:moveTo>
                  <a:lnTo>
                    <a:pt x="403" y="911"/>
                  </a:lnTo>
                  <a:lnTo>
                    <a:pt x="403" y="1425"/>
                  </a:lnTo>
                  <a:lnTo>
                    <a:pt x="403" y="1425"/>
                  </a:lnTo>
                  <a:lnTo>
                    <a:pt x="403" y="2568"/>
                  </a:lnTo>
                  <a:lnTo>
                    <a:pt x="2828" y="2568"/>
                  </a:lnTo>
                  <a:lnTo>
                    <a:pt x="2828" y="2568"/>
                  </a:lnTo>
                  <a:lnTo>
                    <a:pt x="2795" y="2586"/>
                  </a:lnTo>
                  <a:lnTo>
                    <a:pt x="2764" y="2606"/>
                  </a:lnTo>
                  <a:lnTo>
                    <a:pt x="2732" y="2625"/>
                  </a:lnTo>
                  <a:lnTo>
                    <a:pt x="2702" y="2646"/>
                  </a:lnTo>
                  <a:lnTo>
                    <a:pt x="2672" y="2667"/>
                  </a:lnTo>
                  <a:lnTo>
                    <a:pt x="2644" y="2690"/>
                  </a:lnTo>
                  <a:lnTo>
                    <a:pt x="2618" y="2712"/>
                  </a:lnTo>
                  <a:lnTo>
                    <a:pt x="2593" y="2736"/>
                  </a:lnTo>
                  <a:lnTo>
                    <a:pt x="2569" y="2762"/>
                  </a:lnTo>
                  <a:lnTo>
                    <a:pt x="2546" y="2789"/>
                  </a:lnTo>
                  <a:lnTo>
                    <a:pt x="2525" y="2816"/>
                  </a:lnTo>
                  <a:lnTo>
                    <a:pt x="2507" y="2843"/>
                  </a:lnTo>
                  <a:lnTo>
                    <a:pt x="2490" y="2873"/>
                  </a:lnTo>
                  <a:lnTo>
                    <a:pt x="2477" y="2903"/>
                  </a:lnTo>
                  <a:lnTo>
                    <a:pt x="2463" y="2934"/>
                  </a:lnTo>
                  <a:lnTo>
                    <a:pt x="2454" y="2967"/>
                  </a:lnTo>
                  <a:lnTo>
                    <a:pt x="403" y="2967"/>
                  </a:lnTo>
                  <a:lnTo>
                    <a:pt x="403" y="2967"/>
                  </a:lnTo>
                  <a:lnTo>
                    <a:pt x="384" y="2966"/>
                  </a:lnTo>
                  <a:lnTo>
                    <a:pt x="364" y="2964"/>
                  </a:lnTo>
                  <a:lnTo>
                    <a:pt x="345" y="2963"/>
                  </a:lnTo>
                  <a:lnTo>
                    <a:pt x="327" y="2960"/>
                  </a:lnTo>
                  <a:lnTo>
                    <a:pt x="307" y="2955"/>
                  </a:lnTo>
                  <a:lnTo>
                    <a:pt x="289" y="2951"/>
                  </a:lnTo>
                  <a:lnTo>
                    <a:pt x="271" y="2945"/>
                  </a:lnTo>
                  <a:lnTo>
                    <a:pt x="253" y="2937"/>
                  </a:lnTo>
                  <a:lnTo>
                    <a:pt x="219" y="2922"/>
                  </a:lnTo>
                  <a:lnTo>
                    <a:pt x="187" y="2903"/>
                  </a:lnTo>
                  <a:lnTo>
                    <a:pt x="156" y="2882"/>
                  </a:lnTo>
                  <a:lnTo>
                    <a:pt x="127" y="2856"/>
                  </a:lnTo>
                  <a:lnTo>
                    <a:pt x="102" y="2831"/>
                  </a:lnTo>
                  <a:lnTo>
                    <a:pt x="78" y="2801"/>
                  </a:lnTo>
                  <a:lnTo>
                    <a:pt x="57" y="2769"/>
                  </a:lnTo>
                  <a:lnTo>
                    <a:pt x="39" y="2736"/>
                  </a:lnTo>
                  <a:lnTo>
                    <a:pt x="24" y="2702"/>
                  </a:lnTo>
                  <a:lnTo>
                    <a:pt x="18" y="2684"/>
                  </a:lnTo>
                  <a:lnTo>
                    <a:pt x="13" y="2666"/>
                  </a:lnTo>
                  <a:lnTo>
                    <a:pt x="9" y="2646"/>
                  </a:lnTo>
                  <a:lnTo>
                    <a:pt x="4" y="2627"/>
                  </a:lnTo>
                  <a:lnTo>
                    <a:pt x="1" y="2607"/>
                  </a:lnTo>
                  <a:lnTo>
                    <a:pt x="0" y="2588"/>
                  </a:lnTo>
                  <a:lnTo>
                    <a:pt x="0" y="1970"/>
                  </a:lnTo>
                  <a:lnTo>
                    <a:pt x="0" y="1425"/>
                  </a:lnTo>
                  <a:lnTo>
                    <a:pt x="0" y="911"/>
                  </a:lnTo>
                  <a:lnTo>
                    <a:pt x="0" y="911"/>
                  </a:lnTo>
                  <a:close/>
                  <a:moveTo>
                    <a:pt x="6604" y="0"/>
                  </a:moveTo>
                  <a:lnTo>
                    <a:pt x="6604" y="0"/>
                  </a:lnTo>
                  <a:lnTo>
                    <a:pt x="6625" y="2"/>
                  </a:lnTo>
                  <a:lnTo>
                    <a:pt x="6647" y="3"/>
                  </a:lnTo>
                  <a:lnTo>
                    <a:pt x="6668" y="6"/>
                  </a:lnTo>
                  <a:lnTo>
                    <a:pt x="6689" y="9"/>
                  </a:lnTo>
                  <a:lnTo>
                    <a:pt x="6710" y="14"/>
                  </a:lnTo>
                  <a:lnTo>
                    <a:pt x="6730" y="20"/>
                  </a:lnTo>
                  <a:lnTo>
                    <a:pt x="6749" y="27"/>
                  </a:lnTo>
                  <a:lnTo>
                    <a:pt x="6769" y="35"/>
                  </a:lnTo>
                  <a:lnTo>
                    <a:pt x="6788" y="44"/>
                  </a:lnTo>
                  <a:lnTo>
                    <a:pt x="6806" y="53"/>
                  </a:lnTo>
                  <a:lnTo>
                    <a:pt x="6824" y="63"/>
                  </a:lnTo>
                  <a:lnTo>
                    <a:pt x="6841" y="74"/>
                  </a:lnTo>
                  <a:lnTo>
                    <a:pt x="6857" y="86"/>
                  </a:lnTo>
                  <a:lnTo>
                    <a:pt x="6874" y="99"/>
                  </a:lnTo>
                  <a:lnTo>
                    <a:pt x="6890" y="113"/>
                  </a:lnTo>
                  <a:lnTo>
                    <a:pt x="6904" y="126"/>
                  </a:lnTo>
                  <a:lnTo>
                    <a:pt x="6919" y="141"/>
                  </a:lnTo>
                  <a:lnTo>
                    <a:pt x="6932" y="158"/>
                  </a:lnTo>
                  <a:lnTo>
                    <a:pt x="6944" y="174"/>
                  </a:lnTo>
                  <a:lnTo>
                    <a:pt x="6956" y="191"/>
                  </a:lnTo>
                  <a:lnTo>
                    <a:pt x="6968" y="209"/>
                  </a:lnTo>
                  <a:lnTo>
                    <a:pt x="6977" y="227"/>
                  </a:lnTo>
                  <a:lnTo>
                    <a:pt x="6988" y="245"/>
                  </a:lnTo>
                  <a:lnTo>
                    <a:pt x="6995" y="264"/>
                  </a:lnTo>
                  <a:lnTo>
                    <a:pt x="7003" y="284"/>
                  </a:lnTo>
                  <a:lnTo>
                    <a:pt x="7010" y="303"/>
                  </a:lnTo>
                  <a:lnTo>
                    <a:pt x="7016" y="324"/>
                  </a:lnTo>
                  <a:lnTo>
                    <a:pt x="7021" y="345"/>
                  </a:lnTo>
                  <a:lnTo>
                    <a:pt x="7025" y="366"/>
                  </a:lnTo>
                  <a:lnTo>
                    <a:pt x="7027" y="389"/>
                  </a:lnTo>
                  <a:lnTo>
                    <a:pt x="7028" y="410"/>
                  </a:lnTo>
                  <a:lnTo>
                    <a:pt x="7030" y="432"/>
                  </a:lnTo>
                  <a:lnTo>
                    <a:pt x="7030" y="495"/>
                  </a:lnTo>
                  <a:lnTo>
                    <a:pt x="7030" y="881"/>
                  </a:lnTo>
                  <a:lnTo>
                    <a:pt x="7030" y="2220"/>
                  </a:lnTo>
                  <a:lnTo>
                    <a:pt x="7030" y="2220"/>
                  </a:lnTo>
                  <a:lnTo>
                    <a:pt x="6992" y="2213"/>
                  </a:lnTo>
                  <a:lnTo>
                    <a:pt x="6961" y="2204"/>
                  </a:lnTo>
                  <a:lnTo>
                    <a:pt x="6961" y="2204"/>
                  </a:lnTo>
                  <a:lnTo>
                    <a:pt x="6875" y="2186"/>
                  </a:lnTo>
                  <a:lnTo>
                    <a:pt x="6785" y="2168"/>
                  </a:lnTo>
                  <a:lnTo>
                    <a:pt x="6604" y="2135"/>
                  </a:lnTo>
                  <a:lnTo>
                    <a:pt x="6604" y="495"/>
                  </a:lnTo>
                  <a:lnTo>
                    <a:pt x="6604" y="495"/>
                  </a:lnTo>
                  <a:lnTo>
                    <a:pt x="6604" y="432"/>
                  </a:lnTo>
                  <a:lnTo>
                    <a:pt x="1284" y="432"/>
                  </a:lnTo>
                  <a:lnTo>
                    <a:pt x="1284" y="426"/>
                  </a:lnTo>
                  <a:lnTo>
                    <a:pt x="832" y="426"/>
                  </a:lnTo>
                  <a:lnTo>
                    <a:pt x="832" y="0"/>
                  </a:lnTo>
                  <a:lnTo>
                    <a:pt x="1938" y="0"/>
                  </a:lnTo>
                  <a:lnTo>
                    <a:pt x="1938" y="5"/>
                  </a:lnTo>
                  <a:lnTo>
                    <a:pt x="6604" y="0"/>
                  </a:lnTo>
                  <a:lnTo>
                    <a:pt x="6604"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21">
              <a:extLst>
                <a:ext uri="{FF2B5EF4-FFF2-40B4-BE49-F238E27FC236}">
                  <a16:creationId xmlns:a16="http://schemas.microsoft.com/office/drawing/2014/main" id="{282A3936-8115-B270-E24E-4414EDD634A7}"/>
                </a:ext>
                <a:ext uri="{C183D7F6-B498-43B3-948B-1728B52AA6E4}">
                  <adec:decorative xmlns:adec="http://schemas.microsoft.com/office/drawing/2017/decorative" val="1"/>
                </a:ext>
              </a:extLst>
            </p:cNvPr>
            <p:cNvSpPr>
              <a:spLocks noEditPoints="1"/>
            </p:cNvSpPr>
            <p:nvPr/>
          </p:nvSpPr>
          <p:spPr bwMode="auto">
            <a:xfrm>
              <a:off x="6369231" y="810791"/>
              <a:ext cx="424815" cy="457200"/>
            </a:xfrm>
            <a:custGeom>
              <a:avLst/>
              <a:gdLst>
                <a:gd name="T0" fmla="*/ 5873 w 8028"/>
                <a:gd name="T1" fmla="*/ 1802 h 8640"/>
                <a:gd name="T2" fmla="*/ 3304 w 8028"/>
                <a:gd name="T3" fmla="*/ 1563 h 8640"/>
                <a:gd name="T4" fmla="*/ 5441 w 8028"/>
                <a:gd name="T5" fmla="*/ 1169 h 8640"/>
                <a:gd name="T6" fmla="*/ 7201 w 8028"/>
                <a:gd name="T7" fmla="*/ 3944 h 8640"/>
                <a:gd name="T8" fmla="*/ 7792 w 8028"/>
                <a:gd name="T9" fmla="*/ 3713 h 8640"/>
                <a:gd name="T10" fmla="*/ 7999 w 8028"/>
                <a:gd name="T11" fmla="*/ 3495 h 8640"/>
                <a:gd name="T12" fmla="*/ 8016 w 8028"/>
                <a:gd name="T13" fmla="*/ 3269 h 8640"/>
                <a:gd name="T14" fmla="*/ 7846 w 8028"/>
                <a:gd name="T15" fmla="*/ 3045 h 8640"/>
                <a:gd name="T16" fmla="*/ 7395 w 8028"/>
                <a:gd name="T17" fmla="*/ 2831 h 8640"/>
                <a:gd name="T18" fmla="*/ 6398 w 8028"/>
                <a:gd name="T19" fmla="*/ 2640 h 8640"/>
                <a:gd name="T20" fmla="*/ 5210 w 8028"/>
                <a:gd name="T21" fmla="*/ 2595 h 8640"/>
                <a:gd name="T22" fmla="*/ 3985 w 8028"/>
                <a:gd name="T23" fmla="*/ 2715 h 8640"/>
                <a:gd name="T24" fmla="*/ 3237 w 8028"/>
                <a:gd name="T25" fmla="*/ 2939 h 8640"/>
                <a:gd name="T26" fmla="*/ 2962 w 8028"/>
                <a:gd name="T27" fmla="*/ 3141 h 8640"/>
                <a:gd name="T28" fmla="*/ 2881 w 8028"/>
                <a:gd name="T29" fmla="*/ 3360 h 8640"/>
                <a:gd name="T30" fmla="*/ 2979 w 8028"/>
                <a:gd name="T31" fmla="*/ 3599 h 8640"/>
                <a:gd name="T32" fmla="*/ 3271 w 8028"/>
                <a:gd name="T33" fmla="*/ 3798 h 8640"/>
                <a:gd name="T34" fmla="*/ 4086 w 8028"/>
                <a:gd name="T35" fmla="*/ 4022 h 8640"/>
                <a:gd name="T36" fmla="*/ 5331 w 8028"/>
                <a:gd name="T37" fmla="*/ 4127 h 8640"/>
                <a:gd name="T38" fmla="*/ 6511 w 8028"/>
                <a:gd name="T39" fmla="*/ 4067 h 8640"/>
                <a:gd name="T40" fmla="*/ 3495 w 8028"/>
                <a:gd name="T41" fmla="*/ 3336 h 8640"/>
                <a:gd name="T42" fmla="*/ 4739 w 8028"/>
                <a:gd name="T43" fmla="*/ 3092 h 8640"/>
                <a:gd name="T44" fmla="*/ 5738 w 8028"/>
                <a:gd name="T45" fmla="*/ 3068 h 8640"/>
                <a:gd name="T46" fmla="*/ 7186 w 8028"/>
                <a:gd name="T47" fmla="*/ 3258 h 8640"/>
                <a:gd name="T48" fmla="*/ 6987 w 8028"/>
                <a:gd name="T49" fmla="*/ 3510 h 8640"/>
                <a:gd name="T50" fmla="*/ 5645 w 8028"/>
                <a:gd name="T51" fmla="*/ 3656 h 8640"/>
                <a:gd name="T52" fmla="*/ 4431 w 8028"/>
                <a:gd name="T53" fmla="*/ 3594 h 8640"/>
                <a:gd name="T54" fmla="*/ 3438 w 8028"/>
                <a:gd name="T55" fmla="*/ 3360 h 8640"/>
                <a:gd name="T56" fmla="*/ 2898 w 8028"/>
                <a:gd name="T57" fmla="*/ 5685 h 8640"/>
                <a:gd name="T58" fmla="*/ 3133 w 8028"/>
                <a:gd name="T59" fmla="*/ 5984 h 8640"/>
                <a:gd name="T60" fmla="*/ 3721 w 8028"/>
                <a:gd name="T61" fmla="*/ 6215 h 8640"/>
                <a:gd name="T62" fmla="*/ 4740 w 8028"/>
                <a:gd name="T63" fmla="*/ 6368 h 8640"/>
                <a:gd name="T64" fmla="*/ 5933 w 8028"/>
                <a:gd name="T65" fmla="*/ 6381 h 8640"/>
                <a:gd name="T66" fmla="*/ 7098 w 8028"/>
                <a:gd name="T67" fmla="*/ 6236 h 8640"/>
                <a:gd name="T68" fmla="*/ 7714 w 8028"/>
                <a:gd name="T69" fmla="*/ 6015 h 8640"/>
                <a:gd name="T70" fmla="*/ 7954 w 8028"/>
                <a:gd name="T71" fmla="*/ 5799 h 8640"/>
                <a:gd name="T72" fmla="*/ 8008 w 8028"/>
                <a:gd name="T73" fmla="*/ 5529 h 8640"/>
                <a:gd name="T74" fmla="*/ 7585 w 8028"/>
                <a:gd name="T75" fmla="*/ 4125 h 8640"/>
                <a:gd name="T76" fmla="*/ 7239 w 8028"/>
                <a:gd name="T77" fmla="*/ 5750 h 8640"/>
                <a:gd name="T78" fmla="*/ 6061 w 8028"/>
                <a:gd name="T79" fmla="*/ 5943 h 8640"/>
                <a:gd name="T80" fmla="*/ 4829 w 8028"/>
                <a:gd name="T81" fmla="*/ 5943 h 8640"/>
                <a:gd name="T82" fmla="*/ 3651 w 8028"/>
                <a:gd name="T83" fmla="*/ 5750 h 8640"/>
                <a:gd name="T84" fmla="*/ 3304 w 8028"/>
                <a:gd name="T85" fmla="*/ 4125 h 8640"/>
                <a:gd name="T86" fmla="*/ 2890 w 8028"/>
                <a:gd name="T87" fmla="*/ 3945 h 8640"/>
                <a:gd name="T88" fmla="*/ 2898 w 8028"/>
                <a:gd name="T89" fmla="*/ 7935 h 8640"/>
                <a:gd name="T90" fmla="*/ 3133 w 8028"/>
                <a:gd name="T91" fmla="*/ 8232 h 8640"/>
                <a:gd name="T92" fmla="*/ 3721 w 8028"/>
                <a:gd name="T93" fmla="*/ 8462 h 8640"/>
                <a:gd name="T94" fmla="*/ 4740 w 8028"/>
                <a:gd name="T95" fmla="*/ 8615 h 8640"/>
                <a:gd name="T96" fmla="*/ 5933 w 8028"/>
                <a:gd name="T97" fmla="*/ 8628 h 8640"/>
                <a:gd name="T98" fmla="*/ 7098 w 8028"/>
                <a:gd name="T99" fmla="*/ 8483 h 8640"/>
                <a:gd name="T100" fmla="*/ 7714 w 8028"/>
                <a:gd name="T101" fmla="*/ 8264 h 8640"/>
                <a:gd name="T102" fmla="*/ 7954 w 8028"/>
                <a:gd name="T103" fmla="*/ 8049 h 8640"/>
                <a:gd name="T104" fmla="*/ 8008 w 8028"/>
                <a:gd name="T105" fmla="*/ 7779 h 8640"/>
                <a:gd name="T106" fmla="*/ 7585 w 8028"/>
                <a:gd name="T107" fmla="*/ 6380 h 8640"/>
                <a:gd name="T108" fmla="*/ 7239 w 8028"/>
                <a:gd name="T109" fmla="*/ 7998 h 8640"/>
                <a:gd name="T110" fmla="*/ 6061 w 8028"/>
                <a:gd name="T111" fmla="*/ 8192 h 8640"/>
                <a:gd name="T112" fmla="*/ 4829 w 8028"/>
                <a:gd name="T113" fmla="*/ 8192 h 8640"/>
                <a:gd name="T114" fmla="*/ 3651 w 8028"/>
                <a:gd name="T115" fmla="*/ 7998 h 8640"/>
                <a:gd name="T116" fmla="*/ 3304 w 8028"/>
                <a:gd name="T117" fmla="*/ 6380 h 8640"/>
                <a:gd name="T118" fmla="*/ 2890 w 8028"/>
                <a:gd name="T119" fmla="*/ 6201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28" h="8640">
                  <a:moveTo>
                    <a:pt x="3304" y="2148"/>
                  </a:moveTo>
                  <a:lnTo>
                    <a:pt x="5441" y="2148"/>
                  </a:lnTo>
                  <a:lnTo>
                    <a:pt x="5441" y="2361"/>
                  </a:lnTo>
                  <a:lnTo>
                    <a:pt x="3304" y="2361"/>
                  </a:lnTo>
                  <a:lnTo>
                    <a:pt x="3304" y="2148"/>
                  </a:lnTo>
                  <a:lnTo>
                    <a:pt x="3304" y="2148"/>
                  </a:lnTo>
                  <a:close/>
                  <a:moveTo>
                    <a:pt x="5873" y="1802"/>
                  </a:moveTo>
                  <a:lnTo>
                    <a:pt x="6299" y="1802"/>
                  </a:lnTo>
                  <a:lnTo>
                    <a:pt x="6299" y="2021"/>
                  </a:lnTo>
                  <a:lnTo>
                    <a:pt x="5873" y="2021"/>
                  </a:lnTo>
                  <a:lnTo>
                    <a:pt x="5873" y="1802"/>
                  </a:lnTo>
                  <a:lnTo>
                    <a:pt x="5873" y="1802"/>
                  </a:lnTo>
                  <a:close/>
                  <a:moveTo>
                    <a:pt x="3304" y="1743"/>
                  </a:moveTo>
                  <a:lnTo>
                    <a:pt x="5441" y="1743"/>
                  </a:lnTo>
                  <a:lnTo>
                    <a:pt x="5441" y="1962"/>
                  </a:lnTo>
                  <a:lnTo>
                    <a:pt x="3304" y="1962"/>
                  </a:lnTo>
                  <a:lnTo>
                    <a:pt x="3304" y="1743"/>
                  </a:lnTo>
                  <a:lnTo>
                    <a:pt x="3304" y="1743"/>
                  </a:lnTo>
                  <a:close/>
                  <a:moveTo>
                    <a:pt x="3304" y="1350"/>
                  </a:moveTo>
                  <a:lnTo>
                    <a:pt x="5441" y="1350"/>
                  </a:lnTo>
                  <a:lnTo>
                    <a:pt x="5441" y="1563"/>
                  </a:lnTo>
                  <a:lnTo>
                    <a:pt x="3304" y="1563"/>
                  </a:lnTo>
                  <a:lnTo>
                    <a:pt x="3304" y="1350"/>
                  </a:lnTo>
                  <a:lnTo>
                    <a:pt x="3304" y="1350"/>
                  </a:lnTo>
                  <a:close/>
                  <a:moveTo>
                    <a:pt x="5873" y="956"/>
                  </a:moveTo>
                  <a:lnTo>
                    <a:pt x="6299" y="956"/>
                  </a:lnTo>
                  <a:lnTo>
                    <a:pt x="6299" y="1382"/>
                  </a:lnTo>
                  <a:lnTo>
                    <a:pt x="5873" y="1382"/>
                  </a:lnTo>
                  <a:lnTo>
                    <a:pt x="5873" y="956"/>
                  </a:lnTo>
                  <a:lnTo>
                    <a:pt x="5873" y="956"/>
                  </a:lnTo>
                  <a:close/>
                  <a:moveTo>
                    <a:pt x="3304" y="956"/>
                  </a:moveTo>
                  <a:lnTo>
                    <a:pt x="5441" y="956"/>
                  </a:lnTo>
                  <a:lnTo>
                    <a:pt x="5441" y="1169"/>
                  </a:lnTo>
                  <a:lnTo>
                    <a:pt x="3304" y="1169"/>
                  </a:lnTo>
                  <a:lnTo>
                    <a:pt x="3304" y="956"/>
                  </a:lnTo>
                  <a:lnTo>
                    <a:pt x="3304" y="956"/>
                  </a:lnTo>
                  <a:close/>
                  <a:moveTo>
                    <a:pt x="0" y="0"/>
                  </a:moveTo>
                  <a:lnTo>
                    <a:pt x="641" y="0"/>
                  </a:lnTo>
                  <a:lnTo>
                    <a:pt x="641" y="647"/>
                  </a:lnTo>
                  <a:lnTo>
                    <a:pt x="0" y="647"/>
                  </a:lnTo>
                  <a:lnTo>
                    <a:pt x="0" y="0"/>
                  </a:lnTo>
                  <a:lnTo>
                    <a:pt x="0" y="0"/>
                  </a:lnTo>
                  <a:close/>
                  <a:moveTo>
                    <a:pt x="7201" y="3944"/>
                  </a:moveTo>
                  <a:lnTo>
                    <a:pt x="7201" y="3944"/>
                  </a:lnTo>
                  <a:lnTo>
                    <a:pt x="7300" y="3917"/>
                  </a:lnTo>
                  <a:lnTo>
                    <a:pt x="7393" y="3890"/>
                  </a:lnTo>
                  <a:lnTo>
                    <a:pt x="7480" y="3860"/>
                  </a:lnTo>
                  <a:lnTo>
                    <a:pt x="7561" y="3830"/>
                  </a:lnTo>
                  <a:lnTo>
                    <a:pt x="7599" y="3813"/>
                  </a:lnTo>
                  <a:lnTo>
                    <a:pt x="7635" y="3798"/>
                  </a:lnTo>
                  <a:lnTo>
                    <a:pt x="7669" y="3782"/>
                  </a:lnTo>
                  <a:lnTo>
                    <a:pt x="7702" y="3765"/>
                  </a:lnTo>
                  <a:lnTo>
                    <a:pt x="7734" y="3747"/>
                  </a:lnTo>
                  <a:lnTo>
                    <a:pt x="7764" y="3731"/>
                  </a:lnTo>
                  <a:lnTo>
                    <a:pt x="7792" y="3713"/>
                  </a:lnTo>
                  <a:lnTo>
                    <a:pt x="7819" y="3695"/>
                  </a:lnTo>
                  <a:lnTo>
                    <a:pt x="7845" y="3675"/>
                  </a:lnTo>
                  <a:lnTo>
                    <a:pt x="7869" y="3657"/>
                  </a:lnTo>
                  <a:lnTo>
                    <a:pt x="7890" y="3638"/>
                  </a:lnTo>
                  <a:lnTo>
                    <a:pt x="7911" y="3618"/>
                  </a:lnTo>
                  <a:lnTo>
                    <a:pt x="7929" y="3599"/>
                  </a:lnTo>
                  <a:lnTo>
                    <a:pt x="7947" y="3579"/>
                  </a:lnTo>
                  <a:lnTo>
                    <a:pt x="7962" y="3558"/>
                  </a:lnTo>
                  <a:lnTo>
                    <a:pt x="7975" y="3537"/>
                  </a:lnTo>
                  <a:lnTo>
                    <a:pt x="7987" y="3516"/>
                  </a:lnTo>
                  <a:lnTo>
                    <a:pt x="7999" y="3495"/>
                  </a:lnTo>
                  <a:lnTo>
                    <a:pt x="8008" y="3474"/>
                  </a:lnTo>
                  <a:lnTo>
                    <a:pt x="8014" y="3452"/>
                  </a:lnTo>
                  <a:lnTo>
                    <a:pt x="8020" y="3429"/>
                  </a:lnTo>
                  <a:lnTo>
                    <a:pt x="8025" y="3407"/>
                  </a:lnTo>
                  <a:lnTo>
                    <a:pt x="8028" y="3384"/>
                  </a:lnTo>
                  <a:lnTo>
                    <a:pt x="8028" y="3360"/>
                  </a:lnTo>
                  <a:lnTo>
                    <a:pt x="8028" y="3360"/>
                  </a:lnTo>
                  <a:lnTo>
                    <a:pt x="8028" y="3336"/>
                  </a:lnTo>
                  <a:lnTo>
                    <a:pt x="8025" y="3314"/>
                  </a:lnTo>
                  <a:lnTo>
                    <a:pt x="8020" y="3291"/>
                  </a:lnTo>
                  <a:lnTo>
                    <a:pt x="8016" y="3269"/>
                  </a:lnTo>
                  <a:lnTo>
                    <a:pt x="8008" y="3246"/>
                  </a:lnTo>
                  <a:lnTo>
                    <a:pt x="7999" y="3225"/>
                  </a:lnTo>
                  <a:lnTo>
                    <a:pt x="7989" y="3204"/>
                  </a:lnTo>
                  <a:lnTo>
                    <a:pt x="7977" y="3183"/>
                  </a:lnTo>
                  <a:lnTo>
                    <a:pt x="7963" y="3162"/>
                  </a:lnTo>
                  <a:lnTo>
                    <a:pt x="7947" y="3141"/>
                  </a:lnTo>
                  <a:lnTo>
                    <a:pt x="7930" y="3122"/>
                  </a:lnTo>
                  <a:lnTo>
                    <a:pt x="7912" y="3102"/>
                  </a:lnTo>
                  <a:lnTo>
                    <a:pt x="7891" y="3083"/>
                  </a:lnTo>
                  <a:lnTo>
                    <a:pt x="7870" y="3063"/>
                  </a:lnTo>
                  <a:lnTo>
                    <a:pt x="7846" y="3045"/>
                  </a:lnTo>
                  <a:lnTo>
                    <a:pt x="7821" y="3026"/>
                  </a:lnTo>
                  <a:lnTo>
                    <a:pt x="7795" y="3008"/>
                  </a:lnTo>
                  <a:lnTo>
                    <a:pt x="7767" y="2990"/>
                  </a:lnTo>
                  <a:lnTo>
                    <a:pt x="7737" y="2973"/>
                  </a:lnTo>
                  <a:lnTo>
                    <a:pt x="7705" y="2955"/>
                  </a:lnTo>
                  <a:lnTo>
                    <a:pt x="7672" y="2939"/>
                  </a:lnTo>
                  <a:lnTo>
                    <a:pt x="7638" y="2922"/>
                  </a:lnTo>
                  <a:lnTo>
                    <a:pt x="7600" y="2907"/>
                  </a:lnTo>
                  <a:lnTo>
                    <a:pt x="7563" y="2891"/>
                  </a:lnTo>
                  <a:lnTo>
                    <a:pt x="7482" y="2861"/>
                  </a:lnTo>
                  <a:lnTo>
                    <a:pt x="7395" y="2831"/>
                  </a:lnTo>
                  <a:lnTo>
                    <a:pt x="7302" y="2804"/>
                  </a:lnTo>
                  <a:lnTo>
                    <a:pt x="7201" y="2777"/>
                  </a:lnTo>
                  <a:lnTo>
                    <a:pt x="7201" y="2777"/>
                  </a:lnTo>
                  <a:lnTo>
                    <a:pt x="7111" y="2756"/>
                  </a:lnTo>
                  <a:lnTo>
                    <a:pt x="7018" y="2735"/>
                  </a:lnTo>
                  <a:lnTo>
                    <a:pt x="6922" y="2715"/>
                  </a:lnTo>
                  <a:lnTo>
                    <a:pt x="6823" y="2699"/>
                  </a:lnTo>
                  <a:lnTo>
                    <a:pt x="6721" y="2682"/>
                  </a:lnTo>
                  <a:lnTo>
                    <a:pt x="6616" y="2666"/>
                  </a:lnTo>
                  <a:lnTo>
                    <a:pt x="6508" y="2652"/>
                  </a:lnTo>
                  <a:lnTo>
                    <a:pt x="6398" y="2640"/>
                  </a:lnTo>
                  <a:lnTo>
                    <a:pt x="6287" y="2630"/>
                  </a:lnTo>
                  <a:lnTo>
                    <a:pt x="6173" y="2619"/>
                  </a:lnTo>
                  <a:lnTo>
                    <a:pt x="6056" y="2612"/>
                  </a:lnTo>
                  <a:lnTo>
                    <a:pt x="5939" y="2604"/>
                  </a:lnTo>
                  <a:lnTo>
                    <a:pt x="5821" y="2600"/>
                  </a:lnTo>
                  <a:lnTo>
                    <a:pt x="5699" y="2595"/>
                  </a:lnTo>
                  <a:lnTo>
                    <a:pt x="5578" y="2594"/>
                  </a:lnTo>
                  <a:lnTo>
                    <a:pt x="5455" y="2592"/>
                  </a:lnTo>
                  <a:lnTo>
                    <a:pt x="5455" y="2592"/>
                  </a:lnTo>
                  <a:lnTo>
                    <a:pt x="5331" y="2594"/>
                  </a:lnTo>
                  <a:lnTo>
                    <a:pt x="5210" y="2595"/>
                  </a:lnTo>
                  <a:lnTo>
                    <a:pt x="5088" y="2600"/>
                  </a:lnTo>
                  <a:lnTo>
                    <a:pt x="4968" y="2604"/>
                  </a:lnTo>
                  <a:lnTo>
                    <a:pt x="4851" y="2612"/>
                  </a:lnTo>
                  <a:lnTo>
                    <a:pt x="4734" y="2619"/>
                  </a:lnTo>
                  <a:lnTo>
                    <a:pt x="4620" y="2630"/>
                  </a:lnTo>
                  <a:lnTo>
                    <a:pt x="4509" y="2640"/>
                  </a:lnTo>
                  <a:lnTo>
                    <a:pt x="4398" y="2652"/>
                  </a:lnTo>
                  <a:lnTo>
                    <a:pt x="4292" y="2666"/>
                  </a:lnTo>
                  <a:lnTo>
                    <a:pt x="4187" y="2682"/>
                  </a:lnTo>
                  <a:lnTo>
                    <a:pt x="4085" y="2699"/>
                  </a:lnTo>
                  <a:lnTo>
                    <a:pt x="3985" y="2715"/>
                  </a:lnTo>
                  <a:lnTo>
                    <a:pt x="3889" y="2735"/>
                  </a:lnTo>
                  <a:lnTo>
                    <a:pt x="3796" y="2756"/>
                  </a:lnTo>
                  <a:lnTo>
                    <a:pt x="3708" y="2777"/>
                  </a:lnTo>
                  <a:lnTo>
                    <a:pt x="3708" y="2777"/>
                  </a:lnTo>
                  <a:lnTo>
                    <a:pt x="3607" y="2804"/>
                  </a:lnTo>
                  <a:lnTo>
                    <a:pt x="3514" y="2831"/>
                  </a:lnTo>
                  <a:lnTo>
                    <a:pt x="3427" y="2861"/>
                  </a:lnTo>
                  <a:lnTo>
                    <a:pt x="3346" y="2891"/>
                  </a:lnTo>
                  <a:lnTo>
                    <a:pt x="3309" y="2907"/>
                  </a:lnTo>
                  <a:lnTo>
                    <a:pt x="3271" y="2922"/>
                  </a:lnTo>
                  <a:lnTo>
                    <a:pt x="3237" y="2939"/>
                  </a:lnTo>
                  <a:lnTo>
                    <a:pt x="3204" y="2955"/>
                  </a:lnTo>
                  <a:lnTo>
                    <a:pt x="3172" y="2973"/>
                  </a:lnTo>
                  <a:lnTo>
                    <a:pt x="3142" y="2990"/>
                  </a:lnTo>
                  <a:lnTo>
                    <a:pt x="3114" y="3008"/>
                  </a:lnTo>
                  <a:lnTo>
                    <a:pt x="3088" y="3026"/>
                  </a:lnTo>
                  <a:lnTo>
                    <a:pt x="3063" y="3045"/>
                  </a:lnTo>
                  <a:lnTo>
                    <a:pt x="3039" y="3063"/>
                  </a:lnTo>
                  <a:lnTo>
                    <a:pt x="3018" y="3083"/>
                  </a:lnTo>
                  <a:lnTo>
                    <a:pt x="2997" y="3102"/>
                  </a:lnTo>
                  <a:lnTo>
                    <a:pt x="2979" y="3122"/>
                  </a:lnTo>
                  <a:lnTo>
                    <a:pt x="2962" y="3141"/>
                  </a:lnTo>
                  <a:lnTo>
                    <a:pt x="2946" y="3162"/>
                  </a:lnTo>
                  <a:lnTo>
                    <a:pt x="2932" y="3183"/>
                  </a:lnTo>
                  <a:lnTo>
                    <a:pt x="2920" y="3204"/>
                  </a:lnTo>
                  <a:lnTo>
                    <a:pt x="2910" y="3225"/>
                  </a:lnTo>
                  <a:lnTo>
                    <a:pt x="2901" y="3246"/>
                  </a:lnTo>
                  <a:lnTo>
                    <a:pt x="2893" y="3269"/>
                  </a:lnTo>
                  <a:lnTo>
                    <a:pt x="2889" y="3291"/>
                  </a:lnTo>
                  <a:lnTo>
                    <a:pt x="2884" y="3314"/>
                  </a:lnTo>
                  <a:lnTo>
                    <a:pt x="2881" y="3336"/>
                  </a:lnTo>
                  <a:lnTo>
                    <a:pt x="2881" y="3360"/>
                  </a:lnTo>
                  <a:lnTo>
                    <a:pt x="2881" y="3360"/>
                  </a:lnTo>
                  <a:lnTo>
                    <a:pt x="2881" y="3384"/>
                  </a:lnTo>
                  <a:lnTo>
                    <a:pt x="2884" y="3407"/>
                  </a:lnTo>
                  <a:lnTo>
                    <a:pt x="2889" y="3429"/>
                  </a:lnTo>
                  <a:lnTo>
                    <a:pt x="2893" y="3452"/>
                  </a:lnTo>
                  <a:lnTo>
                    <a:pt x="2901" y="3474"/>
                  </a:lnTo>
                  <a:lnTo>
                    <a:pt x="2910" y="3495"/>
                  </a:lnTo>
                  <a:lnTo>
                    <a:pt x="2920" y="3516"/>
                  </a:lnTo>
                  <a:lnTo>
                    <a:pt x="2932" y="3537"/>
                  </a:lnTo>
                  <a:lnTo>
                    <a:pt x="2946" y="3558"/>
                  </a:lnTo>
                  <a:lnTo>
                    <a:pt x="2962" y="3579"/>
                  </a:lnTo>
                  <a:lnTo>
                    <a:pt x="2979" y="3599"/>
                  </a:lnTo>
                  <a:lnTo>
                    <a:pt x="2997" y="3618"/>
                  </a:lnTo>
                  <a:lnTo>
                    <a:pt x="3018" y="3638"/>
                  </a:lnTo>
                  <a:lnTo>
                    <a:pt x="3039" y="3657"/>
                  </a:lnTo>
                  <a:lnTo>
                    <a:pt x="3063" y="3675"/>
                  </a:lnTo>
                  <a:lnTo>
                    <a:pt x="3088" y="3695"/>
                  </a:lnTo>
                  <a:lnTo>
                    <a:pt x="3114" y="3713"/>
                  </a:lnTo>
                  <a:lnTo>
                    <a:pt x="3142" y="3731"/>
                  </a:lnTo>
                  <a:lnTo>
                    <a:pt x="3172" y="3747"/>
                  </a:lnTo>
                  <a:lnTo>
                    <a:pt x="3204" y="3765"/>
                  </a:lnTo>
                  <a:lnTo>
                    <a:pt x="3237" y="3782"/>
                  </a:lnTo>
                  <a:lnTo>
                    <a:pt x="3271" y="3798"/>
                  </a:lnTo>
                  <a:lnTo>
                    <a:pt x="3309" y="3813"/>
                  </a:lnTo>
                  <a:lnTo>
                    <a:pt x="3346" y="3830"/>
                  </a:lnTo>
                  <a:lnTo>
                    <a:pt x="3427" y="3860"/>
                  </a:lnTo>
                  <a:lnTo>
                    <a:pt x="3514" y="3890"/>
                  </a:lnTo>
                  <a:lnTo>
                    <a:pt x="3607" y="3917"/>
                  </a:lnTo>
                  <a:lnTo>
                    <a:pt x="3708" y="3944"/>
                  </a:lnTo>
                  <a:lnTo>
                    <a:pt x="3708" y="3944"/>
                  </a:lnTo>
                  <a:lnTo>
                    <a:pt x="3798" y="3965"/>
                  </a:lnTo>
                  <a:lnTo>
                    <a:pt x="3891" y="3986"/>
                  </a:lnTo>
                  <a:lnTo>
                    <a:pt x="3987" y="4005"/>
                  </a:lnTo>
                  <a:lnTo>
                    <a:pt x="4086" y="4022"/>
                  </a:lnTo>
                  <a:lnTo>
                    <a:pt x="4188" y="4038"/>
                  </a:lnTo>
                  <a:lnTo>
                    <a:pt x="4293" y="4055"/>
                  </a:lnTo>
                  <a:lnTo>
                    <a:pt x="4401" y="4068"/>
                  </a:lnTo>
                  <a:lnTo>
                    <a:pt x="4511" y="4080"/>
                  </a:lnTo>
                  <a:lnTo>
                    <a:pt x="4622" y="4091"/>
                  </a:lnTo>
                  <a:lnTo>
                    <a:pt x="4736" y="4101"/>
                  </a:lnTo>
                  <a:lnTo>
                    <a:pt x="4853" y="4109"/>
                  </a:lnTo>
                  <a:lnTo>
                    <a:pt x="4970" y="4116"/>
                  </a:lnTo>
                  <a:lnTo>
                    <a:pt x="5088" y="4121"/>
                  </a:lnTo>
                  <a:lnTo>
                    <a:pt x="5210" y="4125"/>
                  </a:lnTo>
                  <a:lnTo>
                    <a:pt x="5331" y="4127"/>
                  </a:lnTo>
                  <a:lnTo>
                    <a:pt x="5455" y="4128"/>
                  </a:lnTo>
                  <a:lnTo>
                    <a:pt x="5455" y="4128"/>
                  </a:lnTo>
                  <a:lnTo>
                    <a:pt x="5578" y="4127"/>
                  </a:lnTo>
                  <a:lnTo>
                    <a:pt x="5699" y="4124"/>
                  </a:lnTo>
                  <a:lnTo>
                    <a:pt x="5821" y="4119"/>
                  </a:lnTo>
                  <a:lnTo>
                    <a:pt x="5941" y="4113"/>
                  </a:lnTo>
                  <a:lnTo>
                    <a:pt x="6058" y="4107"/>
                  </a:lnTo>
                  <a:lnTo>
                    <a:pt x="6175" y="4098"/>
                  </a:lnTo>
                  <a:lnTo>
                    <a:pt x="6289" y="4089"/>
                  </a:lnTo>
                  <a:lnTo>
                    <a:pt x="6400" y="4079"/>
                  </a:lnTo>
                  <a:lnTo>
                    <a:pt x="6511" y="4067"/>
                  </a:lnTo>
                  <a:lnTo>
                    <a:pt x="6617" y="4053"/>
                  </a:lnTo>
                  <a:lnTo>
                    <a:pt x="6723" y="4038"/>
                  </a:lnTo>
                  <a:lnTo>
                    <a:pt x="6825" y="4022"/>
                  </a:lnTo>
                  <a:lnTo>
                    <a:pt x="6924" y="4004"/>
                  </a:lnTo>
                  <a:lnTo>
                    <a:pt x="7020" y="3986"/>
                  </a:lnTo>
                  <a:lnTo>
                    <a:pt x="7113" y="3965"/>
                  </a:lnTo>
                  <a:lnTo>
                    <a:pt x="7201" y="3944"/>
                  </a:lnTo>
                  <a:lnTo>
                    <a:pt x="7201" y="3944"/>
                  </a:lnTo>
                  <a:close/>
                  <a:moveTo>
                    <a:pt x="3438" y="3360"/>
                  </a:moveTo>
                  <a:lnTo>
                    <a:pt x="3438" y="3360"/>
                  </a:lnTo>
                  <a:lnTo>
                    <a:pt x="3495" y="3336"/>
                  </a:lnTo>
                  <a:lnTo>
                    <a:pt x="3561" y="3311"/>
                  </a:lnTo>
                  <a:lnTo>
                    <a:pt x="3637" y="3285"/>
                  </a:lnTo>
                  <a:lnTo>
                    <a:pt x="3723" y="3260"/>
                  </a:lnTo>
                  <a:lnTo>
                    <a:pt x="3817" y="3234"/>
                  </a:lnTo>
                  <a:lnTo>
                    <a:pt x="3922" y="3210"/>
                  </a:lnTo>
                  <a:lnTo>
                    <a:pt x="4037" y="3186"/>
                  </a:lnTo>
                  <a:lnTo>
                    <a:pt x="4158" y="3164"/>
                  </a:lnTo>
                  <a:lnTo>
                    <a:pt x="4290" y="3143"/>
                  </a:lnTo>
                  <a:lnTo>
                    <a:pt x="4431" y="3123"/>
                  </a:lnTo>
                  <a:lnTo>
                    <a:pt x="4581" y="3107"/>
                  </a:lnTo>
                  <a:lnTo>
                    <a:pt x="4739" y="3092"/>
                  </a:lnTo>
                  <a:lnTo>
                    <a:pt x="4905" y="3080"/>
                  </a:lnTo>
                  <a:lnTo>
                    <a:pt x="4991" y="3075"/>
                  </a:lnTo>
                  <a:lnTo>
                    <a:pt x="5079" y="3071"/>
                  </a:lnTo>
                  <a:lnTo>
                    <a:pt x="5171" y="3068"/>
                  </a:lnTo>
                  <a:lnTo>
                    <a:pt x="5264" y="3065"/>
                  </a:lnTo>
                  <a:lnTo>
                    <a:pt x="5359" y="3063"/>
                  </a:lnTo>
                  <a:lnTo>
                    <a:pt x="5455" y="3063"/>
                  </a:lnTo>
                  <a:lnTo>
                    <a:pt x="5455" y="3063"/>
                  </a:lnTo>
                  <a:lnTo>
                    <a:pt x="5551" y="3063"/>
                  </a:lnTo>
                  <a:lnTo>
                    <a:pt x="5645" y="3065"/>
                  </a:lnTo>
                  <a:lnTo>
                    <a:pt x="5738" y="3068"/>
                  </a:lnTo>
                  <a:lnTo>
                    <a:pt x="5830" y="3071"/>
                  </a:lnTo>
                  <a:lnTo>
                    <a:pt x="6004" y="3080"/>
                  </a:lnTo>
                  <a:lnTo>
                    <a:pt x="6170" y="3090"/>
                  </a:lnTo>
                  <a:lnTo>
                    <a:pt x="6328" y="3105"/>
                  </a:lnTo>
                  <a:lnTo>
                    <a:pt x="6478" y="3122"/>
                  </a:lnTo>
                  <a:lnTo>
                    <a:pt x="6619" y="3141"/>
                  </a:lnTo>
                  <a:lnTo>
                    <a:pt x="6751" y="3162"/>
                  </a:lnTo>
                  <a:lnTo>
                    <a:pt x="6873" y="3185"/>
                  </a:lnTo>
                  <a:lnTo>
                    <a:pt x="6987" y="3207"/>
                  </a:lnTo>
                  <a:lnTo>
                    <a:pt x="7092" y="3233"/>
                  </a:lnTo>
                  <a:lnTo>
                    <a:pt x="7186" y="3258"/>
                  </a:lnTo>
                  <a:lnTo>
                    <a:pt x="7272" y="3284"/>
                  </a:lnTo>
                  <a:lnTo>
                    <a:pt x="7348" y="3309"/>
                  </a:lnTo>
                  <a:lnTo>
                    <a:pt x="7416" y="3335"/>
                  </a:lnTo>
                  <a:lnTo>
                    <a:pt x="7471" y="3360"/>
                  </a:lnTo>
                  <a:lnTo>
                    <a:pt x="7471" y="3360"/>
                  </a:lnTo>
                  <a:lnTo>
                    <a:pt x="7416" y="3384"/>
                  </a:lnTo>
                  <a:lnTo>
                    <a:pt x="7348" y="3410"/>
                  </a:lnTo>
                  <a:lnTo>
                    <a:pt x="7272" y="3435"/>
                  </a:lnTo>
                  <a:lnTo>
                    <a:pt x="7186" y="3461"/>
                  </a:lnTo>
                  <a:lnTo>
                    <a:pt x="7092" y="3486"/>
                  </a:lnTo>
                  <a:lnTo>
                    <a:pt x="6987" y="3510"/>
                  </a:lnTo>
                  <a:lnTo>
                    <a:pt x="6873" y="3534"/>
                  </a:lnTo>
                  <a:lnTo>
                    <a:pt x="6751" y="3557"/>
                  </a:lnTo>
                  <a:lnTo>
                    <a:pt x="6619" y="3578"/>
                  </a:lnTo>
                  <a:lnTo>
                    <a:pt x="6478" y="3597"/>
                  </a:lnTo>
                  <a:lnTo>
                    <a:pt x="6328" y="3614"/>
                  </a:lnTo>
                  <a:lnTo>
                    <a:pt x="6170" y="3629"/>
                  </a:lnTo>
                  <a:lnTo>
                    <a:pt x="6004" y="3641"/>
                  </a:lnTo>
                  <a:lnTo>
                    <a:pt x="5918" y="3645"/>
                  </a:lnTo>
                  <a:lnTo>
                    <a:pt x="5830" y="3650"/>
                  </a:lnTo>
                  <a:lnTo>
                    <a:pt x="5738" y="3653"/>
                  </a:lnTo>
                  <a:lnTo>
                    <a:pt x="5645" y="3656"/>
                  </a:lnTo>
                  <a:lnTo>
                    <a:pt x="5551" y="3657"/>
                  </a:lnTo>
                  <a:lnTo>
                    <a:pt x="5455" y="3657"/>
                  </a:lnTo>
                  <a:lnTo>
                    <a:pt x="5455" y="3657"/>
                  </a:lnTo>
                  <a:lnTo>
                    <a:pt x="5359" y="3656"/>
                  </a:lnTo>
                  <a:lnTo>
                    <a:pt x="5264" y="3654"/>
                  </a:lnTo>
                  <a:lnTo>
                    <a:pt x="5171" y="3651"/>
                  </a:lnTo>
                  <a:lnTo>
                    <a:pt x="5079" y="3648"/>
                  </a:lnTo>
                  <a:lnTo>
                    <a:pt x="4905" y="3639"/>
                  </a:lnTo>
                  <a:lnTo>
                    <a:pt x="4739" y="3627"/>
                  </a:lnTo>
                  <a:lnTo>
                    <a:pt x="4581" y="3612"/>
                  </a:lnTo>
                  <a:lnTo>
                    <a:pt x="4431" y="3594"/>
                  </a:lnTo>
                  <a:lnTo>
                    <a:pt x="4290" y="3576"/>
                  </a:lnTo>
                  <a:lnTo>
                    <a:pt x="4158" y="3555"/>
                  </a:lnTo>
                  <a:lnTo>
                    <a:pt x="4037" y="3533"/>
                  </a:lnTo>
                  <a:lnTo>
                    <a:pt x="3922" y="3509"/>
                  </a:lnTo>
                  <a:lnTo>
                    <a:pt x="3817" y="3485"/>
                  </a:lnTo>
                  <a:lnTo>
                    <a:pt x="3723" y="3459"/>
                  </a:lnTo>
                  <a:lnTo>
                    <a:pt x="3637" y="3435"/>
                  </a:lnTo>
                  <a:lnTo>
                    <a:pt x="3561" y="3410"/>
                  </a:lnTo>
                  <a:lnTo>
                    <a:pt x="3495" y="3384"/>
                  </a:lnTo>
                  <a:lnTo>
                    <a:pt x="3438" y="3360"/>
                  </a:lnTo>
                  <a:lnTo>
                    <a:pt x="3438" y="3360"/>
                  </a:lnTo>
                  <a:close/>
                  <a:moveTo>
                    <a:pt x="2890" y="3945"/>
                  </a:moveTo>
                  <a:lnTo>
                    <a:pt x="2890" y="5397"/>
                  </a:lnTo>
                  <a:lnTo>
                    <a:pt x="2890" y="5477"/>
                  </a:lnTo>
                  <a:lnTo>
                    <a:pt x="2890" y="5529"/>
                  </a:lnTo>
                  <a:lnTo>
                    <a:pt x="2890" y="5535"/>
                  </a:lnTo>
                  <a:lnTo>
                    <a:pt x="2890" y="5610"/>
                  </a:lnTo>
                  <a:lnTo>
                    <a:pt x="2890" y="5615"/>
                  </a:lnTo>
                  <a:lnTo>
                    <a:pt x="2890" y="5615"/>
                  </a:lnTo>
                  <a:lnTo>
                    <a:pt x="2892" y="5633"/>
                  </a:lnTo>
                  <a:lnTo>
                    <a:pt x="2893" y="5651"/>
                  </a:lnTo>
                  <a:lnTo>
                    <a:pt x="2898" y="5685"/>
                  </a:lnTo>
                  <a:lnTo>
                    <a:pt x="2907" y="5718"/>
                  </a:lnTo>
                  <a:lnTo>
                    <a:pt x="2919" y="5751"/>
                  </a:lnTo>
                  <a:lnTo>
                    <a:pt x="2934" y="5781"/>
                  </a:lnTo>
                  <a:lnTo>
                    <a:pt x="2952" y="5811"/>
                  </a:lnTo>
                  <a:lnTo>
                    <a:pt x="2971" y="5840"/>
                  </a:lnTo>
                  <a:lnTo>
                    <a:pt x="2994" y="5867"/>
                  </a:lnTo>
                  <a:lnTo>
                    <a:pt x="3019" y="5892"/>
                  </a:lnTo>
                  <a:lnTo>
                    <a:pt x="3045" y="5916"/>
                  </a:lnTo>
                  <a:lnTo>
                    <a:pt x="3073" y="5940"/>
                  </a:lnTo>
                  <a:lnTo>
                    <a:pt x="3103" y="5963"/>
                  </a:lnTo>
                  <a:lnTo>
                    <a:pt x="3133" y="5984"/>
                  </a:lnTo>
                  <a:lnTo>
                    <a:pt x="3166" y="6005"/>
                  </a:lnTo>
                  <a:lnTo>
                    <a:pt x="3199" y="6023"/>
                  </a:lnTo>
                  <a:lnTo>
                    <a:pt x="3232" y="6042"/>
                  </a:lnTo>
                  <a:lnTo>
                    <a:pt x="3267" y="6059"/>
                  </a:lnTo>
                  <a:lnTo>
                    <a:pt x="3301" y="6075"/>
                  </a:lnTo>
                  <a:lnTo>
                    <a:pt x="3372" y="6105"/>
                  </a:lnTo>
                  <a:lnTo>
                    <a:pt x="3441" y="6131"/>
                  </a:lnTo>
                  <a:lnTo>
                    <a:pt x="3507" y="6155"/>
                  </a:lnTo>
                  <a:lnTo>
                    <a:pt x="3570" y="6174"/>
                  </a:lnTo>
                  <a:lnTo>
                    <a:pt x="3628" y="6191"/>
                  </a:lnTo>
                  <a:lnTo>
                    <a:pt x="3721" y="6215"/>
                  </a:lnTo>
                  <a:lnTo>
                    <a:pt x="3721" y="6215"/>
                  </a:lnTo>
                  <a:lnTo>
                    <a:pt x="3810" y="6236"/>
                  </a:lnTo>
                  <a:lnTo>
                    <a:pt x="3903" y="6257"/>
                  </a:lnTo>
                  <a:lnTo>
                    <a:pt x="3997" y="6275"/>
                  </a:lnTo>
                  <a:lnTo>
                    <a:pt x="4097" y="6293"/>
                  </a:lnTo>
                  <a:lnTo>
                    <a:pt x="4197" y="6308"/>
                  </a:lnTo>
                  <a:lnTo>
                    <a:pt x="4301" y="6323"/>
                  </a:lnTo>
                  <a:lnTo>
                    <a:pt x="4407" y="6336"/>
                  </a:lnTo>
                  <a:lnTo>
                    <a:pt x="4517" y="6348"/>
                  </a:lnTo>
                  <a:lnTo>
                    <a:pt x="4628" y="6359"/>
                  </a:lnTo>
                  <a:lnTo>
                    <a:pt x="4740" y="6368"/>
                  </a:lnTo>
                  <a:lnTo>
                    <a:pt x="4856" y="6377"/>
                  </a:lnTo>
                  <a:lnTo>
                    <a:pt x="4973" y="6383"/>
                  </a:lnTo>
                  <a:lnTo>
                    <a:pt x="5091" y="6387"/>
                  </a:lnTo>
                  <a:lnTo>
                    <a:pt x="5211" y="6390"/>
                  </a:lnTo>
                  <a:lnTo>
                    <a:pt x="5333" y="6393"/>
                  </a:lnTo>
                  <a:lnTo>
                    <a:pt x="5455" y="6393"/>
                  </a:lnTo>
                  <a:lnTo>
                    <a:pt x="5455" y="6393"/>
                  </a:lnTo>
                  <a:lnTo>
                    <a:pt x="5576" y="6393"/>
                  </a:lnTo>
                  <a:lnTo>
                    <a:pt x="5696" y="6390"/>
                  </a:lnTo>
                  <a:lnTo>
                    <a:pt x="5816" y="6387"/>
                  </a:lnTo>
                  <a:lnTo>
                    <a:pt x="5933" y="6381"/>
                  </a:lnTo>
                  <a:lnTo>
                    <a:pt x="6050" y="6375"/>
                  </a:lnTo>
                  <a:lnTo>
                    <a:pt x="6166" y="6366"/>
                  </a:lnTo>
                  <a:lnTo>
                    <a:pt x="6278" y="6357"/>
                  </a:lnTo>
                  <a:lnTo>
                    <a:pt x="6389" y="6347"/>
                  </a:lnTo>
                  <a:lnTo>
                    <a:pt x="6499" y="6335"/>
                  </a:lnTo>
                  <a:lnTo>
                    <a:pt x="6605" y="6321"/>
                  </a:lnTo>
                  <a:lnTo>
                    <a:pt x="6709" y="6306"/>
                  </a:lnTo>
                  <a:lnTo>
                    <a:pt x="6811" y="6290"/>
                  </a:lnTo>
                  <a:lnTo>
                    <a:pt x="6910" y="6273"/>
                  </a:lnTo>
                  <a:lnTo>
                    <a:pt x="7006" y="6255"/>
                  </a:lnTo>
                  <a:lnTo>
                    <a:pt x="7098" y="6236"/>
                  </a:lnTo>
                  <a:lnTo>
                    <a:pt x="7188" y="6215"/>
                  </a:lnTo>
                  <a:lnTo>
                    <a:pt x="7188" y="6215"/>
                  </a:lnTo>
                  <a:lnTo>
                    <a:pt x="7285" y="6188"/>
                  </a:lnTo>
                  <a:lnTo>
                    <a:pt x="7378" y="6159"/>
                  </a:lnTo>
                  <a:lnTo>
                    <a:pt x="7464" y="6131"/>
                  </a:lnTo>
                  <a:lnTo>
                    <a:pt x="7543" y="6099"/>
                  </a:lnTo>
                  <a:lnTo>
                    <a:pt x="7581" y="6083"/>
                  </a:lnTo>
                  <a:lnTo>
                    <a:pt x="7617" y="6066"/>
                  </a:lnTo>
                  <a:lnTo>
                    <a:pt x="7650" y="6050"/>
                  </a:lnTo>
                  <a:lnTo>
                    <a:pt x="7683" y="6033"/>
                  </a:lnTo>
                  <a:lnTo>
                    <a:pt x="7714" y="6015"/>
                  </a:lnTo>
                  <a:lnTo>
                    <a:pt x="7744" y="5997"/>
                  </a:lnTo>
                  <a:lnTo>
                    <a:pt x="7773" y="5979"/>
                  </a:lnTo>
                  <a:lnTo>
                    <a:pt x="7798" y="5961"/>
                  </a:lnTo>
                  <a:lnTo>
                    <a:pt x="7824" y="5942"/>
                  </a:lnTo>
                  <a:lnTo>
                    <a:pt x="7846" y="5922"/>
                  </a:lnTo>
                  <a:lnTo>
                    <a:pt x="7869" y="5903"/>
                  </a:lnTo>
                  <a:lnTo>
                    <a:pt x="7888" y="5883"/>
                  </a:lnTo>
                  <a:lnTo>
                    <a:pt x="7908" y="5862"/>
                  </a:lnTo>
                  <a:lnTo>
                    <a:pt x="7924" y="5843"/>
                  </a:lnTo>
                  <a:lnTo>
                    <a:pt x="7941" y="5822"/>
                  </a:lnTo>
                  <a:lnTo>
                    <a:pt x="7954" y="5799"/>
                  </a:lnTo>
                  <a:lnTo>
                    <a:pt x="7966" y="5778"/>
                  </a:lnTo>
                  <a:lnTo>
                    <a:pt x="7977" y="5756"/>
                  </a:lnTo>
                  <a:lnTo>
                    <a:pt x="7987" y="5733"/>
                  </a:lnTo>
                  <a:lnTo>
                    <a:pt x="7995" y="5711"/>
                  </a:lnTo>
                  <a:lnTo>
                    <a:pt x="8001" y="5687"/>
                  </a:lnTo>
                  <a:lnTo>
                    <a:pt x="8005" y="5664"/>
                  </a:lnTo>
                  <a:lnTo>
                    <a:pt x="8008" y="5640"/>
                  </a:lnTo>
                  <a:lnTo>
                    <a:pt x="8008" y="5615"/>
                  </a:lnTo>
                  <a:lnTo>
                    <a:pt x="8008" y="5610"/>
                  </a:lnTo>
                  <a:lnTo>
                    <a:pt x="8008" y="5535"/>
                  </a:lnTo>
                  <a:lnTo>
                    <a:pt x="8008" y="5529"/>
                  </a:lnTo>
                  <a:lnTo>
                    <a:pt x="8008" y="5477"/>
                  </a:lnTo>
                  <a:lnTo>
                    <a:pt x="8008" y="5397"/>
                  </a:lnTo>
                  <a:lnTo>
                    <a:pt x="8008" y="3945"/>
                  </a:lnTo>
                  <a:lnTo>
                    <a:pt x="8008" y="3945"/>
                  </a:lnTo>
                  <a:lnTo>
                    <a:pt x="7927" y="3987"/>
                  </a:lnTo>
                  <a:lnTo>
                    <a:pt x="7842" y="4029"/>
                  </a:lnTo>
                  <a:lnTo>
                    <a:pt x="7798" y="4049"/>
                  </a:lnTo>
                  <a:lnTo>
                    <a:pt x="7752" y="4068"/>
                  </a:lnTo>
                  <a:lnTo>
                    <a:pt x="7705" y="4086"/>
                  </a:lnTo>
                  <a:lnTo>
                    <a:pt x="7656" y="4104"/>
                  </a:lnTo>
                  <a:lnTo>
                    <a:pt x="7585" y="4125"/>
                  </a:lnTo>
                  <a:lnTo>
                    <a:pt x="7585" y="5610"/>
                  </a:lnTo>
                  <a:lnTo>
                    <a:pt x="7585" y="5615"/>
                  </a:lnTo>
                  <a:lnTo>
                    <a:pt x="7585" y="5621"/>
                  </a:lnTo>
                  <a:lnTo>
                    <a:pt x="7585" y="5633"/>
                  </a:lnTo>
                  <a:lnTo>
                    <a:pt x="7506" y="5663"/>
                  </a:lnTo>
                  <a:lnTo>
                    <a:pt x="7506" y="5663"/>
                  </a:lnTo>
                  <a:lnTo>
                    <a:pt x="7425" y="5691"/>
                  </a:lnTo>
                  <a:lnTo>
                    <a:pt x="7351" y="5715"/>
                  </a:lnTo>
                  <a:lnTo>
                    <a:pt x="7288" y="5736"/>
                  </a:lnTo>
                  <a:lnTo>
                    <a:pt x="7239" y="5750"/>
                  </a:lnTo>
                  <a:lnTo>
                    <a:pt x="7239" y="5750"/>
                  </a:lnTo>
                  <a:lnTo>
                    <a:pt x="7146" y="5775"/>
                  </a:lnTo>
                  <a:lnTo>
                    <a:pt x="7050" y="5799"/>
                  </a:lnTo>
                  <a:lnTo>
                    <a:pt x="6951" y="5822"/>
                  </a:lnTo>
                  <a:lnTo>
                    <a:pt x="6849" y="5841"/>
                  </a:lnTo>
                  <a:lnTo>
                    <a:pt x="6744" y="5861"/>
                  </a:lnTo>
                  <a:lnTo>
                    <a:pt x="6635" y="5879"/>
                  </a:lnTo>
                  <a:lnTo>
                    <a:pt x="6524" y="5895"/>
                  </a:lnTo>
                  <a:lnTo>
                    <a:pt x="6412" y="5909"/>
                  </a:lnTo>
                  <a:lnTo>
                    <a:pt x="6296" y="5922"/>
                  </a:lnTo>
                  <a:lnTo>
                    <a:pt x="6179" y="5933"/>
                  </a:lnTo>
                  <a:lnTo>
                    <a:pt x="6061" y="5943"/>
                  </a:lnTo>
                  <a:lnTo>
                    <a:pt x="5939" y="5951"/>
                  </a:lnTo>
                  <a:lnTo>
                    <a:pt x="5818" y="5957"/>
                  </a:lnTo>
                  <a:lnTo>
                    <a:pt x="5695" y="5961"/>
                  </a:lnTo>
                  <a:lnTo>
                    <a:pt x="5570" y="5964"/>
                  </a:lnTo>
                  <a:lnTo>
                    <a:pt x="5444" y="5964"/>
                  </a:lnTo>
                  <a:lnTo>
                    <a:pt x="5444" y="5964"/>
                  </a:lnTo>
                  <a:lnTo>
                    <a:pt x="5319" y="5964"/>
                  </a:lnTo>
                  <a:lnTo>
                    <a:pt x="5195" y="5961"/>
                  </a:lnTo>
                  <a:lnTo>
                    <a:pt x="5072" y="5957"/>
                  </a:lnTo>
                  <a:lnTo>
                    <a:pt x="4950" y="5951"/>
                  </a:lnTo>
                  <a:lnTo>
                    <a:pt x="4829" y="5943"/>
                  </a:lnTo>
                  <a:lnTo>
                    <a:pt x="4710" y="5933"/>
                  </a:lnTo>
                  <a:lnTo>
                    <a:pt x="4593" y="5922"/>
                  </a:lnTo>
                  <a:lnTo>
                    <a:pt x="4478" y="5909"/>
                  </a:lnTo>
                  <a:lnTo>
                    <a:pt x="4365" y="5895"/>
                  </a:lnTo>
                  <a:lnTo>
                    <a:pt x="4254" y="5879"/>
                  </a:lnTo>
                  <a:lnTo>
                    <a:pt x="4146" y="5861"/>
                  </a:lnTo>
                  <a:lnTo>
                    <a:pt x="4041" y="5841"/>
                  </a:lnTo>
                  <a:lnTo>
                    <a:pt x="3939" y="5822"/>
                  </a:lnTo>
                  <a:lnTo>
                    <a:pt x="3840" y="5799"/>
                  </a:lnTo>
                  <a:lnTo>
                    <a:pt x="3744" y="5775"/>
                  </a:lnTo>
                  <a:lnTo>
                    <a:pt x="3651" y="5750"/>
                  </a:lnTo>
                  <a:lnTo>
                    <a:pt x="3651" y="5750"/>
                  </a:lnTo>
                  <a:lnTo>
                    <a:pt x="3601" y="5736"/>
                  </a:lnTo>
                  <a:lnTo>
                    <a:pt x="3538" y="5715"/>
                  </a:lnTo>
                  <a:lnTo>
                    <a:pt x="3465" y="5691"/>
                  </a:lnTo>
                  <a:lnTo>
                    <a:pt x="3384" y="5663"/>
                  </a:lnTo>
                  <a:lnTo>
                    <a:pt x="3304" y="5633"/>
                  </a:lnTo>
                  <a:lnTo>
                    <a:pt x="3304" y="5621"/>
                  </a:lnTo>
                  <a:lnTo>
                    <a:pt x="3304" y="5610"/>
                  </a:lnTo>
                  <a:lnTo>
                    <a:pt x="3304" y="5540"/>
                  </a:lnTo>
                  <a:lnTo>
                    <a:pt x="3304" y="5529"/>
                  </a:lnTo>
                  <a:lnTo>
                    <a:pt x="3304" y="4125"/>
                  </a:lnTo>
                  <a:lnTo>
                    <a:pt x="3243" y="4104"/>
                  </a:lnTo>
                  <a:lnTo>
                    <a:pt x="3243" y="4104"/>
                  </a:lnTo>
                  <a:lnTo>
                    <a:pt x="3195" y="4086"/>
                  </a:lnTo>
                  <a:lnTo>
                    <a:pt x="3147" y="4068"/>
                  </a:lnTo>
                  <a:lnTo>
                    <a:pt x="3100" y="4049"/>
                  </a:lnTo>
                  <a:lnTo>
                    <a:pt x="3055" y="4029"/>
                  </a:lnTo>
                  <a:lnTo>
                    <a:pt x="3012" y="4008"/>
                  </a:lnTo>
                  <a:lnTo>
                    <a:pt x="2970" y="3987"/>
                  </a:lnTo>
                  <a:lnTo>
                    <a:pt x="2929" y="3966"/>
                  </a:lnTo>
                  <a:lnTo>
                    <a:pt x="2890" y="3945"/>
                  </a:lnTo>
                  <a:lnTo>
                    <a:pt x="2890" y="3945"/>
                  </a:lnTo>
                  <a:close/>
                  <a:moveTo>
                    <a:pt x="2890" y="6201"/>
                  </a:moveTo>
                  <a:lnTo>
                    <a:pt x="2890" y="7647"/>
                  </a:lnTo>
                  <a:lnTo>
                    <a:pt x="2890" y="7727"/>
                  </a:lnTo>
                  <a:lnTo>
                    <a:pt x="2890" y="7779"/>
                  </a:lnTo>
                  <a:lnTo>
                    <a:pt x="2890" y="7785"/>
                  </a:lnTo>
                  <a:lnTo>
                    <a:pt x="2890" y="7860"/>
                  </a:lnTo>
                  <a:lnTo>
                    <a:pt x="2890" y="7865"/>
                  </a:lnTo>
                  <a:lnTo>
                    <a:pt x="2890" y="7865"/>
                  </a:lnTo>
                  <a:lnTo>
                    <a:pt x="2892" y="7883"/>
                  </a:lnTo>
                  <a:lnTo>
                    <a:pt x="2893" y="7901"/>
                  </a:lnTo>
                  <a:lnTo>
                    <a:pt x="2898" y="7935"/>
                  </a:lnTo>
                  <a:lnTo>
                    <a:pt x="2907" y="7968"/>
                  </a:lnTo>
                  <a:lnTo>
                    <a:pt x="2919" y="8000"/>
                  </a:lnTo>
                  <a:lnTo>
                    <a:pt x="2934" y="8030"/>
                  </a:lnTo>
                  <a:lnTo>
                    <a:pt x="2952" y="8060"/>
                  </a:lnTo>
                  <a:lnTo>
                    <a:pt x="2971" y="8088"/>
                  </a:lnTo>
                  <a:lnTo>
                    <a:pt x="2994" y="8115"/>
                  </a:lnTo>
                  <a:lnTo>
                    <a:pt x="3019" y="8141"/>
                  </a:lnTo>
                  <a:lnTo>
                    <a:pt x="3045" y="8165"/>
                  </a:lnTo>
                  <a:lnTo>
                    <a:pt x="3073" y="8189"/>
                  </a:lnTo>
                  <a:lnTo>
                    <a:pt x="3103" y="8211"/>
                  </a:lnTo>
                  <a:lnTo>
                    <a:pt x="3133" y="8232"/>
                  </a:lnTo>
                  <a:lnTo>
                    <a:pt x="3166" y="8252"/>
                  </a:lnTo>
                  <a:lnTo>
                    <a:pt x="3199" y="8271"/>
                  </a:lnTo>
                  <a:lnTo>
                    <a:pt x="3232" y="8289"/>
                  </a:lnTo>
                  <a:lnTo>
                    <a:pt x="3267" y="8307"/>
                  </a:lnTo>
                  <a:lnTo>
                    <a:pt x="3301" y="8322"/>
                  </a:lnTo>
                  <a:lnTo>
                    <a:pt x="3372" y="8352"/>
                  </a:lnTo>
                  <a:lnTo>
                    <a:pt x="3441" y="8379"/>
                  </a:lnTo>
                  <a:lnTo>
                    <a:pt x="3507" y="8402"/>
                  </a:lnTo>
                  <a:lnTo>
                    <a:pt x="3570" y="8421"/>
                  </a:lnTo>
                  <a:lnTo>
                    <a:pt x="3628" y="8438"/>
                  </a:lnTo>
                  <a:lnTo>
                    <a:pt x="3721" y="8462"/>
                  </a:lnTo>
                  <a:lnTo>
                    <a:pt x="3721" y="8462"/>
                  </a:lnTo>
                  <a:lnTo>
                    <a:pt x="3810" y="8483"/>
                  </a:lnTo>
                  <a:lnTo>
                    <a:pt x="3903" y="8504"/>
                  </a:lnTo>
                  <a:lnTo>
                    <a:pt x="3997" y="8522"/>
                  </a:lnTo>
                  <a:lnTo>
                    <a:pt x="4097" y="8540"/>
                  </a:lnTo>
                  <a:lnTo>
                    <a:pt x="4197" y="8555"/>
                  </a:lnTo>
                  <a:lnTo>
                    <a:pt x="4301" y="8570"/>
                  </a:lnTo>
                  <a:lnTo>
                    <a:pt x="4407" y="8583"/>
                  </a:lnTo>
                  <a:lnTo>
                    <a:pt x="4517" y="8595"/>
                  </a:lnTo>
                  <a:lnTo>
                    <a:pt x="4628" y="8606"/>
                  </a:lnTo>
                  <a:lnTo>
                    <a:pt x="4740" y="8615"/>
                  </a:lnTo>
                  <a:lnTo>
                    <a:pt x="4856" y="8622"/>
                  </a:lnTo>
                  <a:lnTo>
                    <a:pt x="4973" y="8628"/>
                  </a:lnTo>
                  <a:lnTo>
                    <a:pt x="5091" y="8634"/>
                  </a:lnTo>
                  <a:lnTo>
                    <a:pt x="5211" y="8637"/>
                  </a:lnTo>
                  <a:lnTo>
                    <a:pt x="5333" y="8640"/>
                  </a:lnTo>
                  <a:lnTo>
                    <a:pt x="5455" y="8640"/>
                  </a:lnTo>
                  <a:lnTo>
                    <a:pt x="5455" y="8640"/>
                  </a:lnTo>
                  <a:lnTo>
                    <a:pt x="5576" y="8639"/>
                  </a:lnTo>
                  <a:lnTo>
                    <a:pt x="5696" y="8637"/>
                  </a:lnTo>
                  <a:lnTo>
                    <a:pt x="5816" y="8633"/>
                  </a:lnTo>
                  <a:lnTo>
                    <a:pt x="5933" y="8628"/>
                  </a:lnTo>
                  <a:lnTo>
                    <a:pt x="6050" y="8621"/>
                  </a:lnTo>
                  <a:lnTo>
                    <a:pt x="6166" y="8613"/>
                  </a:lnTo>
                  <a:lnTo>
                    <a:pt x="6278" y="8604"/>
                  </a:lnTo>
                  <a:lnTo>
                    <a:pt x="6389" y="8594"/>
                  </a:lnTo>
                  <a:lnTo>
                    <a:pt x="6499" y="8580"/>
                  </a:lnTo>
                  <a:lnTo>
                    <a:pt x="6605" y="8568"/>
                  </a:lnTo>
                  <a:lnTo>
                    <a:pt x="6709" y="8553"/>
                  </a:lnTo>
                  <a:lnTo>
                    <a:pt x="6811" y="8537"/>
                  </a:lnTo>
                  <a:lnTo>
                    <a:pt x="6910" y="8520"/>
                  </a:lnTo>
                  <a:lnTo>
                    <a:pt x="7006" y="8502"/>
                  </a:lnTo>
                  <a:lnTo>
                    <a:pt x="7098" y="8483"/>
                  </a:lnTo>
                  <a:lnTo>
                    <a:pt x="7188" y="8462"/>
                  </a:lnTo>
                  <a:lnTo>
                    <a:pt x="7188" y="8462"/>
                  </a:lnTo>
                  <a:lnTo>
                    <a:pt x="7285" y="8435"/>
                  </a:lnTo>
                  <a:lnTo>
                    <a:pt x="7378" y="8408"/>
                  </a:lnTo>
                  <a:lnTo>
                    <a:pt x="7464" y="8378"/>
                  </a:lnTo>
                  <a:lnTo>
                    <a:pt x="7543" y="8346"/>
                  </a:lnTo>
                  <a:lnTo>
                    <a:pt x="7581" y="8331"/>
                  </a:lnTo>
                  <a:lnTo>
                    <a:pt x="7617" y="8315"/>
                  </a:lnTo>
                  <a:lnTo>
                    <a:pt x="7650" y="8298"/>
                  </a:lnTo>
                  <a:lnTo>
                    <a:pt x="7683" y="8280"/>
                  </a:lnTo>
                  <a:lnTo>
                    <a:pt x="7714" y="8264"/>
                  </a:lnTo>
                  <a:lnTo>
                    <a:pt x="7744" y="8246"/>
                  </a:lnTo>
                  <a:lnTo>
                    <a:pt x="7773" y="8228"/>
                  </a:lnTo>
                  <a:lnTo>
                    <a:pt x="7798" y="8210"/>
                  </a:lnTo>
                  <a:lnTo>
                    <a:pt x="7824" y="8190"/>
                  </a:lnTo>
                  <a:lnTo>
                    <a:pt x="7846" y="8171"/>
                  </a:lnTo>
                  <a:lnTo>
                    <a:pt x="7869" y="8151"/>
                  </a:lnTo>
                  <a:lnTo>
                    <a:pt x="7888" y="8132"/>
                  </a:lnTo>
                  <a:lnTo>
                    <a:pt x="7908" y="8111"/>
                  </a:lnTo>
                  <a:lnTo>
                    <a:pt x="7924" y="8091"/>
                  </a:lnTo>
                  <a:lnTo>
                    <a:pt x="7941" y="8070"/>
                  </a:lnTo>
                  <a:lnTo>
                    <a:pt x="7954" y="8049"/>
                  </a:lnTo>
                  <a:lnTo>
                    <a:pt x="7966" y="8027"/>
                  </a:lnTo>
                  <a:lnTo>
                    <a:pt x="7977" y="8004"/>
                  </a:lnTo>
                  <a:lnTo>
                    <a:pt x="7987" y="7982"/>
                  </a:lnTo>
                  <a:lnTo>
                    <a:pt x="7995" y="7959"/>
                  </a:lnTo>
                  <a:lnTo>
                    <a:pt x="8001" y="7937"/>
                  </a:lnTo>
                  <a:lnTo>
                    <a:pt x="8005" y="7913"/>
                  </a:lnTo>
                  <a:lnTo>
                    <a:pt x="8008" y="7889"/>
                  </a:lnTo>
                  <a:lnTo>
                    <a:pt x="8008" y="7865"/>
                  </a:lnTo>
                  <a:lnTo>
                    <a:pt x="8008" y="7860"/>
                  </a:lnTo>
                  <a:lnTo>
                    <a:pt x="8008" y="7785"/>
                  </a:lnTo>
                  <a:lnTo>
                    <a:pt x="8008" y="7779"/>
                  </a:lnTo>
                  <a:lnTo>
                    <a:pt x="8008" y="7727"/>
                  </a:lnTo>
                  <a:lnTo>
                    <a:pt x="8008" y="7647"/>
                  </a:lnTo>
                  <a:lnTo>
                    <a:pt x="8008" y="6201"/>
                  </a:lnTo>
                  <a:lnTo>
                    <a:pt x="8008" y="6201"/>
                  </a:lnTo>
                  <a:lnTo>
                    <a:pt x="7927" y="6243"/>
                  </a:lnTo>
                  <a:lnTo>
                    <a:pt x="7842" y="6285"/>
                  </a:lnTo>
                  <a:lnTo>
                    <a:pt x="7798" y="6305"/>
                  </a:lnTo>
                  <a:lnTo>
                    <a:pt x="7752" y="6324"/>
                  </a:lnTo>
                  <a:lnTo>
                    <a:pt x="7705" y="6342"/>
                  </a:lnTo>
                  <a:lnTo>
                    <a:pt x="7656" y="6360"/>
                  </a:lnTo>
                  <a:lnTo>
                    <a:pt x="7585" y="6380"/>
                  </a:lnTo>
                  <a:lnTo>
                    <a:pt x="7585" y="7860"/>
                  </a:lnTo>
                  <a:lnTo>
                    <a:pt x="7585" y="7865"/>
                  </a:lnTo>
                  <a:lnTo>
                    <a:pt x="7585" y="7869"/>
                  </a:lnTo>
                  <a:lnTo>
                    <a:pt x="7585" y="7881"/>
                  </a:lnTo>
                  <a:lnTo>
                    <a:pt x="7506" y="7913"/>
                  </a:lnTo>
                  <a:lnTo>
                    <a:pt x="7506" y="7913"/>
                  </a:lnTo>
                  <a:lnTo>
                    <a:pt x="7425" y="7941"/>
                  </a:lnTo>
                  <a:lnTo>
                    <a:pt x="7351" y="7965"/>
                  </a:lnTo>
                  <a:lnTo>
                    <a:pt x="7288" y="7985"/>
                  </a:lnTo>
                  <a:lnTo>
                    <a:pt x="7239" y="7998"/>
                  </a:lnTo>
                  <a:lnTo>
                    <a:pt x="7239" y="7998"/>
                  </a:lnTo>
                  <a:lnTo>
                    <a:pt x="7146" y="8024"/>
                  </a:lnTo>
                  <a:lnTo>
                    <a:pt x="7050" y="8048"/>
                  </a:lnTo>
                  <a:lnTo>
                    <a:pt x="6951" y="8070"/>
                  </a:lnTo>
                  <a:lnTo>
                    <a:pt x="6849" y="8090"/>
                  </a:lnTo>
                  <a:lnTo>
                    <a:pt x="6744" y="8109"/>
                  </a:lnTo>
                  <a:lnTo>
                    <a:pt x="6635" y="8127"/>
                  </a:lnTo>
                  <a:lnTo>
                    <a:pt x="6524" y="8144"/>
                  </a:lnTo>
                  <a:lnTo>
                    <a:pt x="6412" y="8157"/>
                  </a:lnTo>
                  <a:lnTo>
                    <a:pt x="6296" y="8171"/>
                  </a:lnTo>
                  <a:lnTo>
                    <a:pt x="6179" y="8181"/>
                  </a:lnTo>
                  <a:lnTo>
                    <a:pt x="6061" y="8192"/>
                  </a:lnTo>
                  <a:lnTo>
                    <a:pt x="5939" y="8199"/>
                  </a:lnTo>
                  <a:lnTo>
                    <a:pt x="5818" y="8205"/>
                  </a:lnTo>
                  <a:lnTo>
                    <a:pt x="5695" y="8210"/>
                  </a:lnTo>
                  <a:lnTo>
                    <a:pt x="5570" y="8213"/>
                  </a:lnTo>
                  <a:lnTo>
                    <a:pt x="5444" y="8213"/>
                  </a:lnTo>
                  <a:lnTo>
                    <a:pt x="5444" y="8213"/>
                  </a:lnTo>
                  <a:lnTo>
                    <a:pt x="5319" y="8213"/>
                  </a:lnTo>
                  <a:lnTo>
                    <a:pt x="5195" y="8210"/>
                  </a:lnTo>
                  <a:lnTo>
                    <a:pt x="5072" y="8205"/>
                  </a:lnTo>
                  <a:lnTo>
                    <a:pt x="4950" y="8199"/>
                  </a:lnTo>
                  <a:lnTo>
                    <a:pt x="4829" y="8192"/>
                  </a:lnTo>
                  <a:lnTo>
                    <a:pt x="4710" y="8181"/>
                  </a:lnTo>
                  <a:lnTo>
                    <a:pt x="4593" y="8171"/>
                  </a:lnTo>
                  <a:lnTo>
                    <a:pt x="4478" y="8157"/>
                  </a:lnTo>
                  <a:lnTo>
                    <a:pt x="4365" y="8144"/>
                  </a:lnTo>
                  <a:lnTo>
                    <a:pt x="4254" y="8127"/>
                  </a:lnTo>
                  <a:lnTo>
                    <a:pt x="4146" y="8109"/>
                  </a:lnTo>
                  <a:lnTo>
                    <a:pt x="4041" y="8090"/>
                  </a:lnTo>
                  <a:lnTo>
                    <a:pt x="3939" y="8070"/>
                  </a:lnTo>
                  <a:lnTo>
                    <a:pt x="3840" y="8048"/>
                  </a:lnTo>
                  <a:lnTo>
                    <a:pt x="3744" y="8024"/>
                  </a:lnTo>
                  <a:lnTo>
                    <a:pt x="3651" y="7998"/>
                  </a:lnTo>
                  <a:lnTo>
                    <a:pt x="3651" y="7998"/>
                  </a:lnTo>
                  <a:lnTo>
                    <a:pt x="3601" y="7985"/>
                  </a:lnTo>
                  <a:lnTo>
                    <a:pt x="3538" y="7965"/>
                  </a:lnTo>
                  <a:lnTo>
                    <a:pt x="3465" y="7941"/>
                  </a:lnTo>
                  <a:lnTo>
                    <a:pt x="3384" y="7913"/>
                  </a:lnTo>
                  <a:lnTo>
                    <a:pt x="3304" y="7881"/>
                  </a:lnTo>
                  <a:lnTo>
                    <a:pt x="3304" y="7869"/>
                  </a:lnTo>
                  <a:lnTo>
                    <a:pt x="3304" y="7860"/>
                  </a:lnTo>
                  <a:lnTo>
                    <a:pt x="3304" y="7790"/>
                  </a:lnTo>
                  <a:lnTo>
                    <a:pt x="3304" y="7779"/>
                  </a:lnTo>
                  <a:lnTo>
                    <a:pt x="3304" y="6380"/>
                  </a:lnTo>
                  <a:lnTo>
                    <a:pt x="3243" y="6360"/>
                  </a:lnTo>
                  <a:lnTo>
                    <a:pt x="3243" y="6360"/>
                  </a:lnTo>
                  <a:lnTo>
                    <a:pt x="3195" y="6342"/>
                  </a:lnTo>
                  <a:lnTo>
                    <a:pt x="3147" y="6324"/>
                  </a:lnTo>
                  <a:lnTo>
                    <a:pt x="3100" y="6305"/>
                  </a:lnTo>
                  <a:lnTo>
                    <a:pt x="3055" y="6285"/>
                  </a:lnTo>
                  <a:lnTo>
                    <a:pt x="3012" y="6264"/>
                  </a:lnTo>
                  <a:lnTo>
                    <a:pt x="2970" y="6243"/>
                  </a:lnTo>
                  <a:lnTo>
                    <a:pt x="2929" y="6222"/>
                  </a:lnTo>
                  <a:lnTo>
                    <a:pt x="2890" y="6201"/>
                  </a:lnTo>
                  <a:lnTo>
                    <a:pt x="2890" y="62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2" name="Group 2821">
            <a:extLst>
              <a:ext uri="{FF2B5EF4-FFF2-40B4-BE49-F238E27FC236}">
                <a16:creationId xmlns:a16="http://schemas.microsoft.com/office/drawing/2014/main" id="{A9E73B86-3AA2-CB2A-F011-6BA3F85E3E79}"/>
              </a:ext>
              <a:ext uri="{C183D7F6-B498-43B3-948B-1728B52AA6E4}">
                <adec:decorative xmlns:adec="http://schemas.microsoft.com/office/drawing/2017/decorative" val="1"/>
              </a:ext>
            </a:extLst>
          </p:cNvPr>
          <p:cNvGrpSpPr>
            <a:grpSpLocks noChangeAspect="1"/>
          </p:cNvGrpSpPr>
          <p:nvPr/>
        </p:nvGrpSpPr>
        <p:grpSpPr>
          <a:xfrm>
            <a:off x="6969004" y="810791"/>
            <a:ext cx="686858" cy="457200"/>
            <a:chOff x="6969004" y="810791"/>
            <a:chExt cx="686858" cy="457200"/>
          </a:xfrm>
          <a:solidFill>
            <a:srgbClr val="FF0000"/>
          </a:solidFill>
        </p:grpSpPr>
        <p:sp>
          <p:nvSpPr>
            <p:cNvPr id="361" name="Freeform 36">
              <a:extLst>
                <a:ext uri="{FF2B5EF4-FFF2-40B4-BE49-F238E27FC236}">
                  <a16:creationId xmlns:a16="http://schemas.microsoft.com/office/drawing/2014/main" id="{9CA89CE3-64B8-33DB-E7A6-39170E5DBE09}"/>
                </a:ext>
                <a:ext uri="{C183D7F6-B498-43B3-948B-1728B52AA6E4}">
                  <adec:decorative xmlns:adec="http://schemas.microsoft.com/office/drawing/2017/decorative" val="1"/>
                </a:ext>
              </a:extLst>
            </p:cNvPr>
            <p:cNvSpPr>
              <a:spLocks noEditPoints="1"/>
            </p:cNvSpPr>
            <p:nvPr/>
          </p:nvSpPr>
          <p:spPr bwMode="auto">
            <a:xfrm>
              <a:off x="7111879" y="810791"/>
              <a:ext cx="401214" cy="457200"/>
            </a:xfrm>
            <a:custGeom>
              <a:avLst/>
              <a:gdLst>
                <a:gd name="T0" fmla="*/ 7341 w 7583"/>
                <a:gd name="T1" fmla="*/ 7960 h 8640"/>
                <a:gd name="T2" fmla="*/ 6926 w 7583"/>
                <a:gd name="T3" fmla="*/ 8196 h 8640"/>
                <a:gd name="T4" fmla="*/ 6051 w 7583"/>
                <a:gd name="T5" fmla="*/ 8444 h 8640"/>
                <a:gd name="T6" fmla="*/ 4684 w 7583"/>
                <a:gd name="T7" fmla="*/ 8611 h 8640"/>
                <a:gd name="T8" fmla="*/ 3552 w 7583"/>
                <a:gd name="T9" fmla="*/ 8637 h 8640"/>
                <a:gd name="T10" fmla="*/ 2209 w 7583"/>
                <a:gd name="T11" fmla="*/ 8549 h 8640"/>
                <a:gd name="T12" fmla="*/ 2513 w 7583"/>
                <a:gd name="T13" fmla="*/ 8036 h 8640"/>
                <a:gd name="T14" fmla="*/ 3792 w 7583"/>
                <a:gd name="T15" fmla="*/ 8094 h 8640"/>
                <a:gd name="T16" fmla="*/ 5195 w 7583"/>
                <a:gd name="T17" fmla="*/ 8023 h 8640"/>
                <a:gd name="T18" fmla="*/ 6225 w 7583"/>
                <a:gd name="T19" fmla="*/ 7852 h 8640"/>
                <a:gd name="T20" fmla="*/ 6854 w 7583"/>
                <a:gd name="T21" fmla="*/ 7642 h 8640"/>
                <a:gd name="T22" fmla="*/ 126 w 7583"/>
                <a:gd name="T23" fmla="*/ 5032 h 8640"/>
                <a:gd name="T24" fmla="*/ 553 w 7583"/>
                <a:gd name="T25" fmla="*/ 4321 h 8640"/>
                <a:gd name="T26" fmla="*/ 1058 w 7583"/>
                <a:gd name="T27" fmla="*/ 4575 h 8640"/>
                <a:gd name="T28" fmla="*/ 1930 w 7583"/>
                <a:gd name="T29" fmla="*/ 4769 h 8640"/>
                <a:gd name="T30" fmla="*/ 3188 w 7583"/>
                <a:gd name="T31" fmla="*/ 4888 h 8640"/>
                <a:gd name="T32" fmla="*/ 4538 w 7583"/>
                <a:gd name="T33" fmla="*/ 4882 h 8640"/>
                <a:gd name="T34" fmla="*/ 5758 w 7583"/>
                <a:gd name="T35" fmla="*/ 4753 h 8640"/>
                <a:gd name="T36" fmla="*/ 6591 w 7583"/>
                <a:gd name="T37" fmla="*/ 4554 h 8640"/>
                <a:gd name="T38" fmla="*/ 7039 w 7583"/>
                <a:gd name="T39" fmla="*/ 2073 h 8640"/>
                <a:gd name="T40" fmla="*/ 7373 w 7583"/>
                <a:gd name="T41" fmla="*/ 4739 h 8640"/>
                <a:gd name="T42" fmla="*/ 6974 w 7583"/>
                <a:gd name="T43" fmla="*/ 4981 h 8640"/>
                <a:gd name="T44" fmla="*/ 6180 w 7583"/>
                <a:gd name="T45" fmla="*/ 5223 h 8640"/>
                <a:gd name="T46" fmla="*/ 4821 w 7583"/>
                <a:gd name="T47" fmla="*/ 5407 h 8640"/>
                <a:gd name="T48" fmla="*/ 3674 w 7583"/>
                <a:gd name="T49" fmla="*/ 5445 h 8640"/>
                <a:gd name="T50" fmla="*/ 2348 w 7583"/>
                <a:gd name="T51" fmla="*/ 5370 h 8640"/>
                <a:gd name="T52" fmla="*/ 1036 w 7583"/>
                <a:gd name="T53" fmla="*/ 5133 h 8640"/>
                <a:gd name="T54" fmla="*/ 472 w 7583"/>
                <a:gd name="T55" fmla="*/ 4914 h 8640"/>
                <a:gd name="T56" fmla="*/ 128 w 7583"/>
                <a:gd name="T57" fmla="*/ 4653 h 8640"/>
                <a:gd name="T58" fmla="*/ 3269 w 7583"/>
                <a:gd name="T59" fmla="*/ 554 h 8640"/>
                <a:gd name="T60" fmla="*/ 1836 w 7583"/>
                <a:gd name="T61" fmla="*/ 692 h 8640"/>
                <a:gd name="T62" fmla="*/ 911 w 7583"/>
                <a:gd name="T63" fmla="*/ 921 h 8640"/>
                <a:gd name="T64" fmla="*/ 559 w 7583"/>
                <a:gd name="T65" fmla="*/ 1120 h 8640"/>
                <a:gd name="T66" fmla="*/ 740 w 7583"/>
                <a:gd name="T67" fmla="*/ 1265 h 8640"/>
                <a:gd name="T68" fmla="*/ 1503 w 7583"/>
                <a:gd name="T69" fmla="*/ 1505 h 8640"/>
                <a:gd name="T70" fmla="*/ 2789 w 7583"/>
                <a:gd name="T71" fmla="*/ 1680 h 8640"/>
                <a:gd name="T72" fmla="*/ 4314 w 7583"/>
                <a:gd name="T73" fmla="*/ 1706 h 8640"/>
                <a:gd name="T74" fmla="*/ 5748 w 7583"/>
                <a:gd name="T75" fmla="*/ 1568 h 8640"/>
                <a:gd name="T76" fmla="*/ 6672 w 7583"/>
                <a:gd name="T77" fmla="*/ 1338 h 8640"/>
                <a:gd name="T78" fmla="*/ 7025 w 7583"/>
                <a:gd name="T79" fmla="*/ 1140 h 8640"/>
                <a:gd name="T80" fmla="*/ 6843 w 7583"/>
                <a:gd name="T81" fmla="*/ 994 h 8640"/>
                <a:gd name="T82" fmla="*/ 6080 w 7583"/>
                <a:gd name="T83" fmla="*/ 754 h 8640"/>
                <a:gd name="T84" fmla="*/ 4794 w 7583"/>
                <a:gd name="T85" fmla="*/ 580 h 8640"/>
                <a:gd name="T86" fmla="*/ 3927 w 7583"/>
                <a:gd name="T87" fmla="*/ 0 h 8640"/>
                <a:gd name="T88" fmla="*/ 5453 w 7583"/>
                <a:gd name="T89" fmla="*/ 102 h 8640"/>
                <a:gd name="T90" fmla="*/ 6563 w 7583"/>
                <a:gd name="T91" fmla="*/ 319 h 8640"/>
                <a:gd name="T92" fmla="*/ 7142 w 7583"/>
                <a:gd name="T93" fmla="*/ 550 h 8640"/>
                <a:gd name="T94" fmla="*/ 7502 w 7583"/>
                <a:gd name="T95" fmla="*/ 860 h 8640"/>
                <a:gd name="T96" fmla="*/ 7583 w 7583"/>
                <a:gd name="T97" fmla="*/ 1151 h 8640"/>
                <a:gd name="T98" fmla="*/ 7422 w 7583"/>
                <a:gd name="T99" fmla="*/ 1502 h 8640"/>
                <a:gd name="T100" fmla="*/ 6988 w 7583"/>
                <a:gd name="T101" fmla="*/ 1787 h 8640"/>
                <a:gd name="T102" fmla="*/ 6359 w 7583"/>
                <a:gd name="T103" fmla="*/ 1996 h 8640"/>
                <a:gd name="T104" fmla="*/ 4979 w 7583"/>
                <a:gd name="T105" fmla="*/ 2208 h 8640"/>
                <a:gd name="T106" fmla="*/ 3657 w 7583"/>
                <a:gd name="T107" fmla="*/ 2259 h 8640"/>
                <a:gd name="T108" fmla="*/ 2130 w 7583"/>
                <a:gd name="T109" fmla="*/ 2159 h 8640"/>
                <a:gd name="T110" fmla="*/ 1020 w 7583"/>
                <a:gd name="T111" fmla="*/ 1941 h 8640"/>
                <a:gd name="T112" fmla="*/ 441 w 7583"/>
                <a:gd name="T113" fmla="*/ 1711 h 8640"/>
                <a:gd name="T114" fmla="*/ 80 w 7583"/>
                <a:gd name="T115" fmla="*/ 1400 h 8640"/>
                <a:gd name="T116" fmla="*/ 0 w 7583"/>
                <a:gd name="T117" fmla="*/ 1108 h 8640"/>
                <a:gd name="T118" fmla="*/ 161 w 7583"/>
                <a:gd name="T119" fmla="*/ 759 h 8640"/>
                <a:gd name="T120" fmla="*/ 595 w 7583"/>
                <a:gd name="T121" fmla="*/ 473 h 8640"/>
                <a:gd name="T122" fmla="*/ 1225 w 7583"/>
                <a:gd name="T123" fmla="*/ 264 h 8640"/>
                <a:gd name="T124" fmla="*/ 2605 w 7583"/>
                <a:gd name="T125" fmla="*/ 51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83" h="8640">
                  <a:moveTo>
                    <a:pt x="7583" y="4901"/>
                  </a:moveTo>
                  <a:lnTo>
                    <a:pt x="7583" y="7516"/>
                  </a:lnTo>
                  <a:lnTo>
                    <a:pt x="7583" y="7516"/>
                  </a:lnTo>
                  <a:lnTo>
                    <a:pt x="7479" y="7817"/>
                  </a:lnTo>
                  <a:lnTo>
                    <a:pt x="7479" y="7817"/>
                  </a:lnTo>
                  <a:lnTo>
                    <a:pt x="7456" y="7846"/>
                  </a:lnTo>
                  <a:lnTo>
                    <a:pt x="7430" y="7875"/>
                  </a:lnTo>
                  <a:lnTo>
                    <a:pt x="7402" y="7904"/>
                  </a:lnTo>
                  <a:lnTo>
                    <a:pt x="7373" y="7932"/>
                  </a:lnTo>
                  <a:lnTo>
                    <a:pt x="7341" y="7960"/>
                  </a:lnTo>
                  <a:lnTo>
                    <a:pt x="7308" y="7986"/>
                  </a:lnTo>
                  <a:lnTo>
                    <a:pt x="7271" y="8012"/>
                  </a:lnTo>
                  <a:lnTo>
                    <a:pt x="7234" y="8036"/>
                  </a:lnTo>
                  <a:lnTo>
                    <a:pt x="7195" y="8061"/>
                  </a:lnTo>
                  <a:lnTo>
                    <a:pt x="7154" y="8084"/>
                  </a:lnTo>
                  <a:lnTo>
                    <a:pt x="7112" y="8108"/>
                  </a:lnTo>
                  <a:lnTo>
                    <a:pt x="7068" y="8131"/>
                  </a:lnTo>
                  <a:lnTo>
                    <a:pt x="7022" y="8153"/>
                  </a:lnTo>
                  <a:lnTo>
                    <a:pt x="6974" y="8174"/>
                  </a:lnTo>
                  <a:lnTo>
                    <a:pt x="6926" y="8196"/>
                  </a:lnTo>
                  <a:lnTo>
                    <a:pt x="6875" y="8216"/>
                  </a:lnTo>
                  <a:lnTo>
                    <a:pt x="6825" y="8235"/>
                  </a:lnTo>
                  <a:lnTo>
                    <a:pt x="6771" y="8256"/>
                  </a:lnTo>
                  <a:lnTo>
                    <a:pt x="6717" y="8274"/>
                  </a:lnTo>
                  <a:lnTo>
                    <a:pt x="6661" y="8292"/>
                  </a:lnTo>
                  <a:lnTo>
                    <a:pt x="6547" y="8327"/>
                  </a:lnTo>
                  <a:lnTo>
                    <a:pt x="6428" y="8359"/>
                  </a:lnTo>
                  <a:lnTo>
                    <a:pt x="6306" y="8389"/>
                  </a:lnTo>
                  <a:lnTo>
                    <a:pt x="6180" y="8418"/>
                  </a:lnTo>
                  <a:lnTo>
                    <a:pt x="6051" y="8444"/>
                  </a:lnTo>
                  <a:lnTo>
                    <a:pt x="5919" y="8469"/>
                  </a:lnTo>
                  <a:lnTo>
                    <a:pt x="5786" y="8491"/>
                  </a:lnTo>
                  <a:lnTo>
                    <a:pt x="5649" y="8512"/>
                  </a:lnTo>
                  <a:lnTo>
                    <a:pt x="5513" y="8531"/>
                  </a:lnTo>
                  <a:lnTo>
                    <a:pt x="5375" y="8549"/>
                  </a:lnTo>
                  <a:lnTo>
                    <a:pt x="5236" y="8563"/>
                  </a:lnTo>
                  <a:lnTo>
                    <a:pt x="5098" y="8578"/>
                  </a:lnTo>
                  <a:lnTo>
                    <a:pt x="4958" y="8591"/>
                  </a:lnTo>
                  <a:lnTo>
                    <a:pt x="4821" y="8601"/>
                  </a:lnTo>
                  <a:lnTo>
                    <a:pt x="4684" y="8611"/>
                  </a:lnTo>
                  <a:lnTo>
                    <a:pt x="4549" y="8618"/>
                  </a:lnTo>
                  <a:lnTo>
                    <a:pt x="4416" y="8625"/>
                  </a:lnTo>
                  <a:lnTo>
                    <a:pt x="4285" y="8630"/>
                  </a:lnTo>
                  <a:lnTo>
                    <a:pt x="4156" y="8634"/>
                  </a:lnTo>
                  <a:lnTo>
                    <a:pt x="4031" y="8637"/>
                  </a:lnTo>
                  <a:lnTo>
                    <a:pt x="3909" y="8639"/>
                  </a:lnTo>
                  <a:lnTo>
                    <a:pt x="3792" y="8640"/>
                  </a:lnTo>
                  <a:lnTo>
                    <a:pt x="3792" y="8640"/>
                  </a:lnTo>
                  <a:lnTo>
                    <a:pt x="3674" y="8639"/>
                  </a:lnTo>
                  <a:lnTo>
                    <a:pt x="3552" y="8637"/>
                  </a:lnTo>
                  <a:lnTo>
                    <a:pt x="3428" y="8634"/>
                  </a:lnTo>
                  <a:lnTo>
                    <a:pt x="3298" y="8630"/>
                  </a:lnTo>
                  <a:lnTo>
                    <a:pt x="3168" y="8625"/>
                  </a:lnTo>
                  <a:lnTo>
                    <a:pt x="3034" y="8618"/>
                  </a:lnTo>
                  <a:lnTo>
                    <a:pt x="2899" y="8611"/>
                  </a:lnTo>
                  <a:lnTo>
                    <a:pt x="2763" y="8601"/>
                  </a:lnTo>
                  <a:lnTo>
                    <a:pt x="2625" y="8591"/>
                  </a:lnTo>
                  <a:lnTo>
                    <a:pt x="2486" y="8578"/>
                  </a:lnTo>
                  <a:lnTo>
                    <a:pt x="2348" y="8563"/>
                  </a:lnTo>
                  <a:lnTo>
                    <a:pt x="2209" y="8549"/>
                  </a:lnTo>
                  <a:lnTo>
                    <a:pt x="2071" y="8531"/>
                  </a:lnTo>
                  <a:lnTo>
                    <a:pt x="1934" y="8512"/>
                  </a:lnTo>
                  <a:lnTo>
                    <a:pt x="1798" y="8491"/>
                  </a:lnTo>
                  <a:lnTo>
                    <a:pt x="1664" y="8469"/>
                  </a:lnTo>
                  <a:lnTo>
                    <a:pt x="1074" y="8312"/>
                  </a:lnTo>
                  <a:lnTo>
                    <a:pt x="1074" y="7772"/>
                  </a:lnTo>
                  <a:lnTo>
                    <a:pt x="2152" y="7996"/>
                  </a:lnTo>
                  <a:lnTo>
                    <a:pt x="2152" y="7996"/>
                  </a:lnTo>
                  <a:lnTo>
                    <a:pt x="2328" y="8018"/>
                  </a:lnTo>
                  <a:lnTo>
                    <a:pt x="2513" y="8036"/>
                  </a:lnTo>
                  <a:lnTo>
                    <a:pt x="2706" y="8054"/>
                  </a:lnTo>
                  <a:lnTo>
                    <a:pt x="2907" y="8068"/>
                  </a:lnTo>
                  <a:lnTo>
                    <a:pt x="3116" y="8080"/>
                  </a:lnTo>
                  <a:lnTo>
                    <a:pt x="3224" y="8084"/>
                  </a:lnTo>
                  <a:lnTo>
                    <a:pt x="3333" y="8087"/>
                  </a:lnTo>
                  <a:lnTo>
                    <a:pt x="3445" y="8090"/>
                  </a:lnTo>
                  <a:lnTo>
                    <a:pt x="3558" y="8093"/>
                  </a:lnTo>
                  <a:lnTo>
                    <a:pt x="3674" y="8094"/>
                  </a:lnTo>
                  <a:lnTo>
                    <a:pt x="3792" y="8094"/>
                  </a:lnTo>
                  <a:lnTo>
                    <a:pt x="3792" y="8094"/>
                  </a:lnTo>
                  <a:lnTo>
                    <a:pt x="3948" y="8094"/>
                  </a:lnTo>
                  <a:lnTo>
                    <a:pt x="4101" y="8092"/>
                  </a:lnTo>
                  <a:lnTo>
                    <a:pt x="4250" y="8087"/>
                  </a:lnTo>
                  <a:lnTo>
                    <a:pt x="4395" y="8083"/>
                  </a:lnTo>
                  <a:lnTo>
                    <a:pt x="4538" y="8076"/>
                  </a:lnTo>
                  <a:lnTo>
                    <a:pt x="4677" y="8068"/>
                  </a:lnTo>
                  <a:lnTo>
                    <a:pt x="4812" y="8058"/>
                  </a:lnTo>
                  <a:lnTo>
                    <a:pt x="4942" y="8048"/>
                  </a:lnTo>
                  <a:lnTo>
                    <a:pt x="5070" y="8036"/>
                  </a:lnTo>
                  <a:lnTo>
                    <a:pt x="5195" y="8023"/>
                  </a:lnTo>
                  <a:lnTo>
                    <a:pt x="5315" y="8010"/>
                  </a:lnTo>
                  <a:lnTo>
                    <a:pt x="5431" y="7996"/>
                  </a:lnTo>
                  <a:lnTo>
                    <a:pt x="5545" y="7980"/>
                  </a:lnTo>
                  <a:lnTo>
                    <a:pt x="5653" y="7964"/>
                  </a:lnTo>
                  <a:lnTo>
                    <a:pt x="5758" y="7946"/>
                  </a:lnTo>
                  <a:lnTo>
                    <a:pt x="5860" y="7929"/>
                  </a:lnTo>
                  <a:lnTo>
                    <a:pt x="5957" y="7910"/>
                  </a:lnTo>
                  <a:lnTo>
                    <a:pt x="6050" y="7891"/>
                  </a:lnTo>
                  <a:lnTo>
                    <a:pt x="6140" y="7872"/>
                  </a:lnTo>
                  <a:lnTo>
                    <a:pt x="6225" y="7852"/>
                  </a:lnTo>
                  <a:lnTo>
                    <a:pt x="6306" y="7832"/>
                  </a:lnTo>
                  <a:lnTo>
                    <a:pt x="6383" y="7812"/>
                  </a:lnTo>
                  <a:lnTo>
                    <a:pt x="6457" y="7790"/>
                  </a:lnTo>
                  <a:lnTo>
                    <a:pt x="6526" y="7769"/>
                  </a:lnTo>
                  <a:lnTo>
                    <a:pt x="6591" y="7748"/>
                  </a:lnTo>
                  <a:lnTo>
                    <a:pt x="6652" y="7726"/>
                  </a:lnTo>
                  <a:lnTo>
                    <a:pt x="6708" y="7706"/>
                  </a:lnTo>
                  <a:lnTo>
                    <a:pt x="6761" y="7684"/>
                  </a:lnTo>
                  <a:lnTo>
                    <a:pt x="6809" y="7664"/>
                  </a:lnTo>
                  <a:lnTo>
                    <a:pt x="6854" y="7642"/>
                  </a:lnTo>
                  <a:lnTo>
                    <a:pt x="6893" y="7621"/>
                  </a:lnTo>
                  <a:lnTo>
                    <a:pt x="6928" y="7601"/>
                  </a:lnTo>
                  <a:lnTo>
                    <a:pt x="7031" y="7516"/>
                  </a:lnTo>
                  <a:lnTo>
                    <a:pt x="7039" y="7516"/>
                  </a:lnTo>
                  <a:lnTo>
                    <a:pt x="7039" y="5258"/>
                  </a:lnTo>
                  <a:lnTo>
                    <a:pt x="7457" y="5032"/>
                  </a:lnTo>
                  <a:lnTo>
                    <a:pt x="7583" y="4901"/>
                  </a:lnTo>
                  <a:lnTo>
                    <a:pt x="7583" y="4901"/>
                  </a:lnTo>
                  <a:close/>
                  <a:moveTo>
                    <a:pt x="0" y="4901"/>
                  </a:moveTo>
                  <a:lnTo>
                    <a:pt x="126" y="5032"/>
                  </a:lnTo>
                  <a:lnTo>
                    <a:pt x="544" y="5258"/>
                  </a:lnTo>
                  <a:lnTo>
                    <a:pt x="544" y="7279"/>
                  </a:lnTo>
                  <a:lnTo>
                    <a:pt x="0" y="7279"/>
                  </a:lnTo>
                  <a:lnTo>
                    <a:pt x="0" y="4901"/>
                  </a:lnTo>
                  <a:lnTo>
                    <a:pt x="0" y="4901"/>
                  </a:lnTo>
                  <a:close/>
                  <a:moveTo>
                    <a:pt x="0" y="1715"/>
                  </a:moveTo>
                  <a:lnTo>
                    <a:pt x="126" y="1846"/>
                  </a:lnTo>
                  <a:lnTo>
                    <a:pt x="544" y="2073"/>
                  </a:lnTo>
                  <a:lnTo>
                    <a:pt x="544" y="4321"/>
                  </a:lnTo>
                  <a:lnTo>
                    <a:pt x="553" y="4321"/>
                  </a:lnTo>
                  <a:lnTo>
                    <a:pt x="656" y="4408"/>
                  </a:lnTo>
                  <a:lnTo>
                    <a:pt x="656" y="4408"/>
                  </a:lnTo>
                  <a:lnTo>
                    <a:pt x="691" y="4428"/>
                  </a:lnTo>
                  <a:lnTo>
                    <a:pt x="730" y="4448"/>
                  </a:lnTo>
                  <a:lnTo>
                    <a:pt x="775" y="4469"/>
                  </a:lnTo>
                  <a:lnTo>
                    <a:pt x="823" y="4490"/>
                  </a:lnTo>
                  <a:lnTo>
                    <a:pt x="875" y="4511"/>
                  </a:lnTo>
                  <a:lnTo>
                    <a:pt x="932" y="4533"/>
                  </a:lnTo>
                  <a:lnTo>
                    <a:pt x="993" y="4554"/>
                  </a:lnTo>
                  <a:lnTo>
                    <a:pt x="1058" y="4575"/>
                  </a:lnTo>
                  <a:lnTo>
                    <a:pt x="1126" y="4596"/>
                  </a:lnTo>
                  <a:lnTo>
                    <a:pt x="1200" y="4617"/>
                  </a:lnTo>
                  <a:lnTo>
                    <a:pt x="1277" y="4638"/>
                  </a:lnTo>
                  <a:lnTo>
                    <a:pt x="1358" y="4659"/>
                  </a:lnTo>
                  <a:lnTo>
                    <a:pt x="1444" y="4678"/>
                  </a:lnTo>
                  <a:lnTo>
                    <a:pt x="1534" y="4698"/>
                  </a:lnTo>
                  <a:lnTo>
                    <a:pt x="1627" y="4717"/>
                  </a:lnTo>
                  <a:lnTo>
                    <a:pt x="1724" y="4734"/>
                  </a:lnTo>
                  <a:lnTo>
                    <a:pt x="1825" y="4753"/>
                  </a:lnTo>
                  <a:lnTo>
                    <a:pt x="1930" y="4769"/>
                  </a:lnTo>
                  <a:lnTo>
                    <a:pt x="2039" y="4786"/>
                  </a:lnTo>
                  <a:lnTo>
                    <a:pt x="2152" y="4801"/>
                  </a:lnTo>
                  <a:lnTo>
                    <a:pt x="2268" y="4815"/>
                  </a:lnTo>
                  <a:lnTo>
                    <a:pt x="2389" y="4830"/>
                  </a:lnTo>
                  <a:lnTo>
                    <a:pt x="2513" y="4843"/>
                  </a:lnTo>
                  <a:lnTo>
                    <a:pt x="2641" y="4855"/>
                  </a:lnTo>
                  <a:lnTo>
                    <a:pt x="2772" y="4865"/>
                  </a:lnTo>
                  <a:lnTo>
                    <a:pt x="2907" y="4874"/>
                  </a:lnTo>
                  <a:lnTo>
                    <a:pt x="3046" y="4882"/>
                  </a:lnTo>
                  <a:lnTo>
                    <a:pt x="3188" y="4888"/>
                  </a:lnTo>
                  <a:lnTo>
                    <a:pt x="3333" y="4894"/>
                  </a:lnTo>
                  <a:lnTo>
                    <a:pt x="3483" y="4898"/>
                  </a:lnTo>
                  <a:lnTo>
                    <a:pt x="3635" y="4900"/>
                  </a:lnTo>
                  <a:lnTo>
                    <a:pt x="3792" y="4901"/>
                  </a:lnTo>
                  <a:lnTo>
                    <a:pt x="3792" y="4901"/>
                  </a:lnTo>
                  <a:lnTo>
                    <a:pt x="3948" y="4900"/>
                  </a:lnTo>
                  <a:lnTo>
                    <a:pt x="4101" y="4898"/>
                  </a:lnTo>
                  <a:lnTo>
                    <a:pt x="4250" y="4894"/>
                  </a:lnTo>
                  <a:lnTo>
                    <a:pt x="4395" y="4888"/>
                  </a:lnTo>
                  <a:lnTo>
                    <a:pt x="4538" y="4882"/>
                  </a:lnTo>
                  <a:lnTo>
                    <a:pt x="4677" y="4874"/>
                  </a:lnTo>
                  <a:lnTo>
                    <a:pt x="4812" y="4865"/>
                  </a:lnTo>
                  <a:lnTo>
                    <a:pt x="4942" y="4855"/>
                  </a:lnTo>
                  <a:lnTo>
                    <a:pt x="5070" y="4843"/>
                  </a:lnTo>
                  <a:lnTo>
                    <a:pt x="5195" y="4830"/>
                  </a:lnTo>
                  <a:lnTo>
                    <a:pt x="5315" y="4815"/>
                  </a:lnTo>
                  <a:lnTo>
                    <a:pt x="5431" y="4801"/>
                  </a:lnTo>
                  <a:lnTo>
                    <a:pt x="5545" y="4786"/>
                  </a:lnTo>
                  <a:lnTo>
                    <a:pt x="5653" y="4769"/>
                  </a:lnTo>
                  <a:lnTo>
                    <a:pt x="5758" y="4753"/>
                  </a:lnTo>
                  <a:lnTo>
                    <a:pt x="5860" y="4734"/>
                  </a:lnTo>
                  <a:lnTo>
                    <a:pt x="5957" y="4717"/>
                  </a:lnTo>
                  <a:lnTo>
                    <a:pt x="6050" y="4698"/>
                  </a:lnTo>
                  <a:lnTo>
                    <a:pt x="6140" y="4678"/>
                  </a:lnTo>
                  <a:lnTo>
                    <a:pt x="6225" y="4659"/>
                  </a:lnTo>
                  <a:lnTo>
                    <a:pt x="6306" y="4638"/>
                  </a:lnTo>
                  <a:lnTo>
                    <a:pt x="6383" y="4617"/>
                  </a:lnTo>
                  <a:lnTo>
                    <a:pt x="6457" y="4596"/>
                  </a:lnTo>
                  <a:lnTo>
                    <a:pt x="6526" y="4575"/>
                  </a:lnTo>
                  <a:lnTo>
                    <a:pt x="6591" y="4554"/>
                  </a:lnTo>
                  <a:lnTo>
                    <a:pt x="6652" y="4533"/>
                  </a:lnTo>
                  <a:lnTo>
                    <a:pt x="6708" y="4511"/>
                  </a:lnTo>
                  <a:lnTo>
                    <a:pt x="6761" y="4490"/>
                  </a:lnTo>
                  <a:lnTo>
                    <a:pt x="6809" y="4469"/>
                  </a:lnTo>
                  <a:lnTo>
                    <a:pt x="6854" y="4448"/>
                  </a:lnTo>
                  <a:lnTo>
                    <a:pt x="6893" y="4428"/>
                  </a:lnTo>
                  <a:lnTo>
                    <a:pt x="6928" y="4408"/>
                  </a:lnTo>
                  <a:lnTo>
                    <a:pt x="7031" y="4321"/>
                  </a:lnTo>
                  <a:lnTo>
                    <a:pt x="7039" y="4321"/>
                  </a:lnTo>
                  <a:lnTo>
                    <a:pt x="7039" y="2073"/>
                  </a:lnTo>
                  <a:lnTo>
                    <a:pt x="7457" y="1846"/>
                  </a:lnTo>
                  <a:lnTo>
                    <a:pt x="7583" y="1715"/>
                  </a:lnTo>
                  <a:lnTo>
                    <a:pt x="7583" y="4321"/>
                  </a:lnTo>
                  <a:lnTo>
                    <a:pt x="7583" y="4321"/>
                  </a:lnTo>
                  <a:lnTo>
                    <a:pt x="7479" y="4624"/>
                  </a:lnTo>
                  <a:lnTo>
                    <a:pt x="7479" y="4624"/>
                  </a:lnTo>
                  <a:lnTo>
                    <a:pt x="7456" y="4653"/>
                  </a:lnTo>
                  <a:lnTo>
                    <a:pt x="7430" y="4682"/>
                  </a:lnTo>
                  <a:lnTo>
                    <a:pt x="7402" y="4711"/>
                  </a:lnTo>
                  <a:lnTo>
                    <a:pt x="7373" y="4739"/>
                  </a:lnTo>
                  <a:lnTo>
                    <a:pt x="7341" y="4765"/>
                  </a:lnTo>
                  <a:lnTo>
                    <a:pt x="7308" y="4792"/>
                  </a:lnTo>
                  <a:lnTo>
                    <a:pt x="7271" y="4817"/>
                  </a:lnTo>
                  <a:lnTo>
                    <a:pt x="7234" y="4843"/>
                  </a:lnTo>
                  <a:lnTo>
                    <a:pt x="7195" y="4868"/>
                  </a:lnTo>
                  <a:lnTo>
                    <a:pt x="7154" y="4891"/>
                  </a:lnTo>
                  <a:lnTo>
                    <a:pt x="7112" y="4914"/>
                  </a:lnTo>
                  <a:lnTo>
                    <a:pt x="7068" y="4937"/>
                  </a:lnTo>
                  <a:lnTo>
                    <a:pt x="7022" y="4959"/>
                  </a:lnTo>
                  <a:lnTo>
                    <a:pt x="6974" y="4981"/>
                  </a:lnTo>
                  <a:lnTo>
                    <a:pt x="6926" y="5001"/>
                  </a:lnTo>
                  <a:lnTo>
                    <a:pt x="6875" y="5022"/>
                  </a:lnTo>
                  <a:lnTo>
                    <a:pt x="6825" y="5042"/>
                  </a:lnTo>
                  <a:lnTo>
                    <a:pt x="6771" y="5061"/>
                  </a:lnTo>
                  <a:lnTo>
                    <a:pt x="6717" y="5080"/>
                  </a:lnTo>
                  <a:lnTo>
                    <a:pt x="6661" y="5098"/>
                  </a:lnTo>
                  <a:lnTo>
                    <a:pt x="6547" y="5133"/>
                  </a:lnTo>
                  <a:lnTo>
                    <a:pt x="6428" y="5165"/>
                  </a:lnTo>
                  <a:lnTo>
                    <a:pt x="6306" y="5196"/>
                  </a:lnTo>
                  <a:lnTo>
                    <a:pt x="6180" y="5223"/>
                  </a:lnTo>
                  <a:lnTo>
                    <a:pt x="6051" y="5251"/>
                  </a:lnTo>
                  <a:lnTo>
                    <a:pt x="5919" y="5275"/>
                  </a:lnTo>
                  <a:lnTo>
                    <a:pt x="5786" y="5297"/>
                  </a:lnTo>
                  <a:lnTo>
                    <a:pt x="5649" y="5317"/>
                  </a:lnTo>
                  <a:lnTo>
                    <a:pt x="5513" y="5338"/>
                  </a:lnTo>
                  <a:lnTo>
                    <a:pt x="5375" y="5354"/>
                  </a:lnTo>
                  <a:lnTo>
                    <a:pt x="5236" y="5370"/>
                  </a:lnTo>
                  <a:lnTo>
                    <a:pt x="5098" y="5384"/>
                  </a:lnTo>
                  <a:lnTo>
                    <a:pt x="4958" y="5396"/>
                  </a:lnTo>
                  <a:lnTo>
                    <a:pt x="4821" y="5407"/>
                  </a:lnTo>
                  <a:lnTo>
                    <a:pt x="4684" y="5416"/>
                  </a:lnTo>
                  <a:lnTo>
                    <a:pt x="4549" y="5425"/>
                  </a:lnTo>
                  <a:lnTo>
                    <a:pt x="4416" y="5431"/>
                  </a:lnTo>
                  <a:lnTo>
                    <a:pt x="4285" y="5436"/>
                  </a:lnTo>
                  <a:lnTo>
                    <a:pt x="4156" y="5441"/>
                  </a:lnTo>
                  <a:lnTo>
                    <a:pt x="4031" y="5444"/>
                  </a:lnTo>
                  <a:lnTo>
                    <a:pt x="3909" y="5445"/>
                  </a:lnTo>
                  <a:lnTo>
                    <a:pt x="3792" y="5445"/>
                  </a:lnTo>
                  <a:lnTo>
                    <a:pt x="3792" y="5445"/>
                  </a:lnTo>
                  <a:lnTo>
                    <a:pt x="3674" y="5445"/>
                  </a:lnTo>
                  <a:lnTo>
                    <a:pt x="3552" y="5444"/>
                  </a:lnTo>
                  <a:lnTo>
                    <a:pt x="3428" y="5441"/>
                  </a:lnTo>
                  <a:lnTo>
                    <a:pt x="3298" y="5436"/>
                  </a:lnTo>
                  <a:lnTo>
                    <a:pt x="3168" y="5431"/>
                  </a:lnTo>
                  <a:lnTo>
                    <a:pt x="3034" y="5425"/>
                  </a:lnTo>
                  <a:lnTo>
                    <a:pt x="2899" y="5416"/>
                  </a:lnTo>
                  <a:lnTo>
                    <a:pt x="2763" y="5407"/>
                  </a:lnTo>
                  <a:lnTo>
                    <a:pt x="2625" y="5396"/>
                  </a:lnTo>
                  <a:lnTo>
                    <a:pt x="2486" y="5384"/>
                  </a:lnTo>
                  <a:lnTo>
                    <a:pt x="2348" y="5370"/>
                  </a:lnTo>
                  <a:lnTo>
                    <a:pt x="2209" y="5354"/>
                  </a:lnTo>
                  <a:lnTo>
                    <a:pt x="2071" y="5338"/>
                  </a:lnTo>
                  <a:lnTo>
                    <a:pt x="1934" y="5317"/>
                  </a:lnTo>
                  <a:lnTo>
                    <a:pt x="1798" y="5297"/>
                  </a:lnTo>
                  <a:lnTo>
                    <a:pt x="1664" y="5275"/>
                  </a:lnTo>
                  <a:lnTo>
                    <a:pt x="1532" y="5251"/>
                  </a:lnTo>
                  <a:lnTo>
                    <a:pt x="1403" y="5223"/>
                  </a:lnTo>
                  <a:lnTo>
                    <a:pt x="1277" y="5196"/>
                  </a:lnTo>
                  <a:lnTo>
                    <a:pt x="1155" y="5165"/>
                  </a:lnTo>
                  <a:lnTo>
                    <a:pt x="1036" y="5133"/>
                  </a:lnTo>
                  <a:lnTo>
                    <a:pt x="921" y="5098"/>
                  </a:lnTo>
                  <a:lnTo>
                    <a:pt x="866" y="5080"/>
                  </a:lnTo>
                  <a:lnTo>
                    <a:pt x="813" y="5061"/>
                  </a:lnTo>
                  <a:lnTo>
                    <a:pt x="759" y="5042"/>
                  </a:lnTo>
                  <a:lnTo>
                    <a:pt x="708" y="5022"/>
                  </a:lnTo>
                  <a:lnTo>
                    <a:pt x="657" y="5001"/>
                  </a:lnTo>
                  <a:lnTo>
                    <a:pt x="609" y="4981"/>
                  </a:lnTo>
                  <a:lnTo>
                    <a:pt x="562" y="4959"/>
                  </a:lnTo>
                  <a:lnTo>
                    <a:pt x="515" y="4937"/>
                  </a:lnTo>
                  <a:lnTo>
                    <a:pt x="472" y="4914"/>
                  </a:lnTo>
                  <a:lnTo>
                    <a:pt x="430" y="4891"/>
                  </a:lnTo>
                  <a:lnTo>
                    <a:pt x="387" y="4868"/>
                  </a:lnTo>
                  <a:lnTo>
                    <a:pt x="348" y="4843"/>
                  </a:lnTo>
                  <a:lnTo>
                    <a:pt x="312" y="4817"/>
                  </a:lnTo>
                  <a:lnTo>
                    <a:pt x="276" y="4792"/>
                  </a:lnTo>
                  <a:lnTo>
                    <a:pt x="242" y="4765"/>
                  </a:lnTo>
                  <a:lnTo>
                    <a:pt x="210" y="4739"/>
                  </a:lnTo>
                  <a:lnTo>
                    <a:pt x="181" y="4711"/>
                  </a:lnTo>
                  <a:lnTo>
                    <a:pt x="154" y="4682"/>
                  </a:lnTo>
                  <a:lnTo>
                    <a:pt x="128" y="4653"/>
                  </a:lnTo>
                  <a:lnTo>
                    <a:pt x="105" y="4624"/>
                  </a:lnTo>
                  <a:lnTo>
                    <a:pt x="0" y="4321"/>
                  </a:lnTo>
                  <a:lnTo>
                    <a:pt x="0" y="4321"/>
                  </a:lnTo>
                  <a:lnTo>
                    <a:pt x="0" y="1715"/>
                  </a:lnTo>
                  <a:lnTo>
                    <a:pt x="0" y="1715"/>
                  </a:lnTo>
                  <a:close/>
                  <a:moveTo>
                    <a:pt x="3792" y="544"/>
                  </a:moveTo>
                  <a:lnTo>
                    <a:pt x="3792" y="544"/>
                  </a:lnTo>
                  <a:lnTo>
                    <a:pt x="3613" y="546"/>
                  </a:lnTo>
                  <a:lnTo>
                    <a:pt x="3439" y="548"/>
                  </a:lnTo>
                  <a:lnTo>
                    <a:pt x="3269" y="554"/>
                  </a:lnTo>
                  <a:lnTo>
                    <a:pt x="3104" y="560"/>
                  </a:lnTo>
                  <a:lnTo>
                    <a:pt x="2944" y="569"/>
                  </a:lnTo>
                  <a:lnTo>
                    <a:pt x="2789" y="580"/>
                  </a:lnTo>
                  <a:lnTo>
                    <a:pt x="2638" y="592"/>
                  </a:lnTo>
                  <a:lnTo>
                    <a:pt x="2492" y="605"/>
                  </a:lnTo>
                  <a:lnTo>
                    <a:pt x="2351" y="620"/>
                  </a:lnTo>
                  <a:lnTo>
                    <a:pt x="2214" y="635"/>
                  </a:lnTo>
                  <a:lnTo>
                    <a:pt x="2084" y="653"/>
                  </a:lnTo>
                  <a:lnTo>
                    <a:pt x="1958" y="672"/>
                  </a:lnTo>
                  <a:lnTo>
                    <a:pt x="1836" y="692"/>
                  </a:lnTo>
                  <a:lnTo>
                    <a:pt x="1720" y="712"/>
                  </a:lnTo>
                  <a:lnTo>
                    <a:pt x="1609" y="733"/>
                  </a:lnTo>
                  <a:lnTo>
                    <a:pt x="1503" y="754"/>
                  </a:lnTo>
                  <a:lnTo>
                    <a:pt x="1403" y="778"/>
                  </a:lnTo>
                  <a:lnTo>
                    <a:pt x="1307" y="801"/>
                  </a:lnTo>
                  <a:lnTo>
                    <a:pt x="1217" y="824"/>
                  </a:lnTo>
                  <a:lnTo>
                    <a:pt x="1133" y="849"/>
                  </a:lnTo>
                  <a:lnTo>
                    <a:pt x="1054" y="872"/>
                  </a:lnTo>
                  <a:lnTo>
                    <a:pt x="980" y="897"/>
                  </a:lnTo>
                  <a:lnTo>
                    <a:pt x="911" y="921"/>
                  </a:lnTo>
                  <a:lnTo>
                    <a:pt x="849" y="946"/>
                  </a:lnTo>
                  <a:lnTo>
                    <a:pt x="791" y="971"/>
                  </a:lnTo>
                  <a:lnTo>
                    <a:pt x="740" y="994"/>
                  </a:lnTo>
                  <a:lnTo>
                    <a:pt x="694" y="1019"/>
                  </a:lnTo>
                  <a:lnTo>
                    <a:pt x="653" y="1042"/>
                  </a:lnTo>
                  <a:lnTo>
                    <a:pt x="620" y="1065"/>
                  </a:lnTo>
                  <a:lnTo>
                    <a:pt x="591" y="1087"/>
                  </a:lnTo>
                  <a:lnTo>
                    <a:pt x="579" y="1098"/>
                  </a:lnTo>
                  <a:lnTo>
                    <a:pt x="567" y="1108"/>
                  </a:lnTo>
                  <a:lnTo>
                    <a:pt x="559" y="1120"/>
                  </a:lnTo>
                  <a:lnTo>
                    <a:pt x="550" y="1130"/>
                  </a:lnTo>
                  <a:lnTo>
                    <a:pt x="550" y="1130"/>
                  </a:lnTo>
                  <a:lnTo>
                    <a:pt x="559" y="1140"/>
                  </a:lnTo>
                  <a:lnTo>
                    <a:pt x="567" y="1151"/>
                  </a:lnTo>
                  <a:lnTo>
                    <a:pt x="579" y="1162"/>
                  </a:lnTo>
                  <a:lnTo>
                    <a:pt x="591" y="1172"/>
                  </a:lnTo>
                  <a:lnTo>
                    <a:pt x="620" y="1196"/>
                  </a:lnTo>
                  <a:lnTo>
                    <a:pt x="653" y="1219"/>
                  </a:lnTo>
                  <a:lnTo>
                    <a:pt x="694" y="1242"/>
                  </a:lnTo>
                  <a:lnTo>
                    <a:pt x="740" y="1265"/>
                  </a:lnTo>
                  <a:lnTo>
                    <a:pt x="791" y="1290"/>
                  </a:lnTo>
                  <a:lnTo>
                    <a:pt x="849" y="1314"/>
                  </a:lnTo>
                  <a:lnTo>
                    <a:pt x="911" y="1338"/>
                  </a:lnTo>
                  <a:lnTo>
                    <a:pt x="980" y="1362"/>
                  </a:lnTo>
                  <a:lnTo>
                    <a:pt x="1054" y="1387"/>
                  </a:lnTo>
                  <a:lnTo>
                    <a:pt x="1133" y="1412"/>
                  </a:lnTo>
                  <a:lnTo>
                    <a:pt x="1217" y="1435"/>
                  </a:lnTo>
                  <a:lnTo>
                    <a:pt x="1307" y="1460"/>
                  </a:lnTo>
                  <a:lnTo>
                    <a:pt x="1403" y="1483"/>
                  </a:lnTo>
                  <a:lnTo>
                    <a:pt x="1503" y="1505"/>
                  </a:lnTo>
                  <a:lnTo>
                    <a:pt x="1609" y="1526"/>
                  </a:lnTo>
                  <a:lnTo>
                    <a:pt x="1720" y="1548"/>
                  </a:lnTo>
                  <a:lnTo>
                    <a:pt x="1836" y="1568"/>
                  </a:lnTo>
                  <a:lnTo>
                    <a:pt x="1958" y="1587"/>
                  </a:lnTo>
                  <a:lnTo>
                    <a:pt x="2084" y="1606"/>
                  </a:lnTo>
                  <a:lnTo>
                    <a:pt x="2214" y="1624"/>
                  </a:lnTo>
                  <a:lnTo>
                    <a:pt x="2351" y="1639"/>
                  </a:lnTo>
                  <a:lnTo>
                    <a:pt x="2492" y="1654"/>
                  </a:lnTo>
                  <a:lnTo>
                    <a:pt x="2638" y="1669"/>
                  </a:lnTo>
                  <a:lnTo>
                    <a:pt x="2789" y="1680"/>
                  </a:lnTo>
                  <a:lnTo>
                    <a:pt x="2944" y="1690"/>
                  </a:lnTo>
                  <a:lnTo>
                    <a:pt x="3104" y="1699"/>
                  </a:lnTo>
                  <a:lnTo>
                    <a:pt x="3269" y="1706"/>
                  </a:lnTo>
                  <a:lnTo>
                    <a:pt x="3439" y="1711"/>
                  </a:lnTo>
                  <a:lnTo>
                    <a:pt x="3613" y="1715"/>
                  </a:lnTo>
                  <a:lnTo>
                    <a:pt x="3792" y="1715"/>
                  </a:lnTo>
                  <a:lnTo>
                    <a:pt x="3792" y="1715"/>
                  </a:lnTo>
                  <a:lnTo>
                    <a:pt x="3970" y="1715"/>
                  </a:lnTo>
                  <a:lnTo>
                    <a:pt x="4144" y="1711"/>
                  </a:lnTo>
                  <a:lnTo>
                    <a:pt x="4314" y="1706"/>
                  </a:lnTo>
                  <a:lnTo>
                    <a:pt x="4480" y="1699"/>
                  </a:lnTo>
                  <a:lnTo>
                    <a:pt x="4639" y="1690"/>
                  </a:lnTo>
                  <a:lnTo>
                    <a:pt x="4794" y="1680"/>
                  </a:lnTo>
                  <a:lnTo>
                    <a:pt x="4945" y="1669"/>
                  </a:lnTo>
                  <a:lnTo>
                    <a:pt x="5092" y="1654"/>
                  </a:lnTo>
                  <a:lnTo>
                    <a:pt x="5233" y="1639"/>
                  </a:lnTo>
                  <a:lnTo>
                    <a:pt x="5369" y="1624"/>
                  </a:lnTo>
                  <a:lnTo>
                    <a:pt x="5500" y="1606"/>
                  </a:lnTo>
                  <a:lnTo>
                    <a:pt x="5626" y="1587"/>
                  </a:lnTo>
                  <a:lnTo>
                    <a:pt x="5748" y="1568"/>
                  </a:lnTo>
                  <a:lnTo>
                    <a:pt x="5864" y="1548"/>
                  </a:lnTo>
                  <a:lnTo>
                    <a:pt x="5974" y="1526"/>
                  </a:lnTo>
                  <a:lnTo>
                    <a:pt x="6080" y="1505"/>
                  </a:lnTo>
                  <a:lnTo>
                    <a:pt x="6180" y="1483"/>
                  </a:lnTo>
                  <a:lnTo>
                    <a:pt x="6276" y="1460"/>
                  </a:lnTo>
                  <a:lnTo>
                    <a:pt x="6366" y="1435"/>
                  </a:lnTo>
                  <a:lnTo>
                    <a:pt x="6450" y="1412"/>
                  </a:lnTo>
                  <a:lnTo>
                    <a:pt x="6530" y="1387"/>
                  </a:lnTo>
                  <a:lnTo>
                    <a:pt x="6604" y="1362"/>
                  </a:lnTo>
                  <a:lnTo>
                    <a:pt x="6672" y="1338"/>
                  </a:lnTo>
                  <a:lnTo>
                    <a:pt x="6735" y="1314"/>
                  </a:lnTo>
                  <a:lnTo>
                    <a:pt x="6791" y="1290"/>
                  </a:lnTo>
                  <a:lnTo>
                    <a:pt x="6843" y="1265"/>
                  </a:lnTo>
                  <a:lnTo>
                    <a:pt x="6890" y="1242"/>
                  </a:lnTo>
                  <a:lnTo>
                    <a:pt x="6929" y="1219"/>
                  </a:lnTo>
                  <a:lnTo>
                    <a:pt x="6964" y="1196"/>
                  </a:lnTo>
                  <a:lnTo>
                    <a:pt x="6993" y="1172"/>
                  </a:lnTo>
                  <a:lnTo>
                    <a:pt x="7004" y="1162"/>
                  </a:lnTo>
                  <a:lnTo>
                    <a:pt x="7016" y="1151"/>
                  </a:lnTo>
                  <a:lnTo>
                    <a:pt x="7025" y="1140"/>
                  </a:lnTo>
                  <a:lnTo>
                    <a:pt x="7032" y="1130"/>
                  </a:lnTo>
                  <a:lnTo>
                    <a:pt x="7032" y="1130"/>
                  </a:lnTo>
                  <a:lnTo>
                    <a:pt x="7025" y="1120"/>
                  </a:lnTo>
                  <a:lnTo>
                    <a:pt x="7016" y="1108"/>
                  </a:lnTo>
                  <a:lnTo>
                    <a:pt x="7004" y="1098"/>
                  </a:lnTo>
                  <a:lnTo>
                    <a:pt x="6993" y="1087"/>
                  </a:lnTo>
                  <a:lnTo>
                    <a:pt x="6964" y="1065"/>
                  </a:lnTo>
                  <a:lnTo>
                    <a:pt x="6929" y="1042"/>
                  </a:lnTo>
                  <a:lnTo>
                    <a:pt x="6890" y="1019"/>
                  </a:lnTo>
                  <a:lnTo>
                    <a:pt x="6843" y="994"/>
                  </a:lnTo>
                  <a:lnTo>
                    <a:pt x="6791" y="971"/>
                  </a:lnTo>
                  <a:lnTo>
                    <a:pt x="6735" y="946"/>
                  </a:lnTo>
                  <a:lnTo>
                    <a:pt x="6672" y="921"/>
                  </a:lnTo>
                  <a:lnTo>
                    <a:pt x="6604" y="897"/>
                  </a:lnTo>
                  <a:lnTo>
                    <a:pt x="6530" y="872"/>
                  </a:lnTo>
                  <a:lnTo>
                    <a:pt x="6450" y="849"/>
                  </a:lnTo>
                  <a:lnTo>
                    <a:pt x="6366" y="824"/>
                  </a:lnTo>
                  <a:lnTo>
                    <a:pt x="6276" y="801"/>
                  </a:lnTo>
                  <a:lnTo>
                    <a:pt x="6180" y="778"/>
                  </a:lnTo>
                  <a:lnTo>
                    <a:pt x="6080" y="754"/>
                  </a:lnTo>
                  <a:lnTo>
                    <a:pt x="5974" y="733"/>
                  </a:lnTo>
                  <a:lnTo>
                    <a:pt x="5864" y="712"/>
                  </a:lnTo>
                  <a:lnTo>
                    <a:pt x="5748" y="692"/>
                  </a:lnTo>
                  <a:lnTo>
                    <a:pt x="5626" y="672"/>
                  </a:lnTo>
                  <a:lnTo>
                    <a:pt x="5500" y="653"/>
                  </a:lnTo>
                  <a:lnTo>
                    <a:pt x="5369" y="635"/>
                  </a:lnTo>
                  <a:lnTo>
                    <a:pt x="5233" y="620"/>
                  </a:lnTo>
                  <a:lnTo>
                    <a:pt x="5092" y="605"/>
                  </a:lnTo>
                  <a:lnTo>
                    <a:pt x="4945" y="592"/>
                  </a:lnTo>
                  <a:lnTo>
                    <a:pt x="4794" y="580"/>
                  </a:lnTo>
                  <a:lnTo>
                    <a:pt x="4639" y="569"/>
                  </a:lnTo>
                  <a:lnTo>
                    <a:pt x="4480" y="560"/>
                  </a:lnTo>
                  <a:lnTo>
                    <a:pt x="4314" y="554"/>
                  </a:lnTo>
                  <a:lnTo>
                    <a:pt x="4144" y="548"/>
                  </a:lnTo>
                  <a:lnTo>
                    <a:pt x="3970" y="546"/>
                  </a:lnTo>
                  <a:lnTo>
                    <a:pt x="3792" y="544"/>
                  </a:lnTo>
                  <a:lnTo>
                    <a:pt x="3792" y="544"/>
                  </a:lnTo>
                  <a:close/>
                  <a:moveTo>
                    <a:pt x="3792" y="0"/>
                  </a:moveTo>
                  <a:lnTo>
                    <a:pt x="3792" y="0"/>
                  </a:lnTo>
                  <a:lnTo>
                    <a:pt x="3927" y="0"/>
                  </a:lnTo>
                  <a:lnTo>
                    <a:pt x="4066" y="3"/>
                  </a:lnTo>
                  <a:lnTo>
                    <a:pt x="4211" y="7"/>
                  </a:lnTo>
                  <a:lnTo>
                    <a:pt x="4359" y="12"/>
                  </a:lnTo>
                  <a:lnTo>
                    <a:pt x="4510" y="19"/>
                  </a:lnTo>
                  <a:lnTo>
                    <a:pt x="4665" y="28"/>
                  </a:lnTo>
                  <a:lnTo>
                    <a:pt x="4821" y="39"/>
                  </a:lnTo>
                  <a:lnTo>
                    <a:pt x="4979" y="51"/>
                  </a:lnTo>
                  <a:lnTo>
                    <a:pt x="5137" y="65"/>
                  </a:lnTo>
                  <a:lnTo>
                    <a:pt x="5295" y="83"/>
                  </a:lnTo>
                  <a:lnTo>
                    <a:pt x="5453" y="102"/>
                  </a:lnTo>
                  <a:lnTo>
                    <a:pt x="5611" y="122"/>
                  </a:lnTo>
                  <a:lnTo>
                    <a:pt x="5767" y="145"/>
                  </a:lnTo>
                  <a:lnTo>
                    <a:pt x="5919" y="171"/>
                  </a:lnTo>
                  <a:lnTo>
                    <a:pt x="6070" y="200"/>
                  </a:lnTo>
                  <a:lnTo>
                    <a:pt x="6216" y="231"/>
                  </a:lnTo>
                  <a:lnTo>
                    <a:pt x="6288" y="247"/>
                  </a:lnTo>
                  <a:lnTo>
                    <a:pt x="6359" y="264"/>
                  </a:lnTo>
                  <a:lnTo>
                    <a:pt x="6428" y="281"/>
                  </a:lnTo>
                  <a:lnTo>
                    <a:pt x="6497" y="300"/>
                  </a:lnTo>
                  <a:lnTo>
                    <a:pt x="6563" y="319"/>
                  </a:lnTo>
                  <a:lnTo>
                    <a:pt x="6629" y="340"/>
                  </a:lnTo>
                  <a:lnTo>
                    <a:pt x="6692" y="360"/>
                  </a:lnTo>
                  <a:lnTo>
                    <a:pt x="6755" y="380"/>
                  </a:lnTo>
                  <a:lnTo>
                    <a:pt x="6816" y="402"/>
                  </a:lnTo>
                  <a:lnTo>
                    <a:pt x="6875" y="425"/>
                  </a:lnTo>
                  <a:lnTo>
                    <a:pt x="6933" y="448"/>
                  </a:lnTo>
                  <a:lnTo>
                    <a:pt x="6988" y="473"/>
                  </a:lnTo>
                  <a:lnTo>
                    <a:pt x="7042" y="498"/>
                  </a:lnTo>
                  <a:lnTo>
                    <a:pt x="7093" y="524"/>
                  </a:lnTo>
                  <a:lnTo>
                    <a:pt x="7142" y="550"/>
                  </a:lnTo>
                  <a:lnTo>
                    <a:pt x="7190" y="577"/>
                  </a:lnTo>
                  <a:lnTo>
                    <a:pt x="7234" y="605"/>
                  </a:lnTo>
                  <a:lnTo>
                    <a:pt x="7277" y="634"/>
                  </a:lnTo>
                  <a:lnTo>
                    <a:pt x="7316" y="665"/>
                  </a:lnTo>
                  <a:lnTo>
                    <a:pt x="7354" y="695"/>
                  </a:lnTo>
                  <a:lnTo>
                    <a:pt x="7390" y="725"/>
                  </a:lnTo>
                  <a:lnTo>
                    <a:pt x="7422" y="759"/>
                  </a:lnTo>
                  <a:lnTo>
                    <a:pt x="7451" y="791"/>
                  </a:lnTo>
                  <a:lnTo>
                    <a:pt x="7479" y="826"/>
                  </a:lnTo>
                  <a:lnTo>
                    <a:pt x="7502" y="860"/>
                  </a:lnTo>
                  <a:lnTo>
                    <a:pt x="7524" y="897"/>
                  </a:lnTo>
                  <a:lnTo>
                    <a:pt x="7541" y="933"/>
                  </a:lnTo>
                  <a:lnTo>
                    <a:pt x="7557" y="971"/>
                  </a:lnTo>
                  <a:lnTo>
                    <a:pt x="7569" y="1008"/>
                  </a:lnTo>
                  <a:lnTo>
                    <a:pt x="7578" y="1048"/>
                  </a:lnTo>
                  <a:lnTo>
                    <a:pt x="7582" y="1088"/>
                  </a:lnTo>
                  <a:lnTo>
                    <a:pt x="7583" y="1108"/>
                  </a:lnTo>
                  <a:lnTo>
                    <a:pt x="7583" y="1130"/>
                  </a:lnTo>
                  <a:lnTo>
                    <a:pt x="7583" y="1130"/>
                  </a:lnTo>
                  <a:lnTo>
                    <a:pt x="7583" y="1151"/>
                  </a:lnTo>
                  <a:lnTo>
                    <a:pt x="7582" y="1171"/>
                  </a:lnTo>
                  <a:lnTo>
                    <a:pt x="7578" y="1211"/>
                  </a:lnTo>
                  <a:lnTo>
                    <a:pt x="7569" y="1251"/>
                  </a:lnTo>
                  <a:lnTo>
                    <a:pt x="7557" y="1290"/>
                  </a:lnTo>
                  <a:lnTo>
                    <a:pt x="7541" y="1328"/>
                  </a:lnTo>
                  <a:lnTo>
                    <a:pt x="7524" y="1364"/>
                  </a:lnTo>
                  <a:lnTo>
                    <a:pt x="7502" y="1400"/>
                  </a:lnTo>
                  <a:lnTo>
                    <a:pt x="7479" y="1435"/>
                  </a:lnTo>
                  <a:lnTo>
                    <a:pt x="7451" y="1468"/>
                  </a:lnTo>
                  <a:lnTo>
                    <a:pt x="7422" y="1502"/>
                  </a:lnTo>
                  <a:lnTo>
                    <a:pt x="7390" y="1534"/>
                  </a:lnTo>
                  <a:lnTo>
                    <a:pt x="7354" y="1566"/>
                  </a:lnTo>
                  <a:lnTo>
                    <a:pt x="7316" y="1596"/>
                  </a:lnTo>
                  <a:lnTo>
                    <a:pt x="7277" y="1625"/>
                  </a:lnTo>
                  <a:lnTo>
                    <a:pt x="7234" y="1654"/>
                  </a:lnTo>
                  <a:lnTo>
                    <a:pt x="7190" y="1683"/>
                  </a:lnTo>
                  <a:lnTo>
                    <a:pt x="7142" y="1711"/>
                  </a:lnTo>
                  <a:lnTo>
                    <a:pt x="7093" y="1737"/>
                  </a:lnTo>
                  <a:lnTo>
                    <a:pt x="7042" y="1763"/>
                  </a:lnTo>
                  <a:lnTo>
                    <a:pt x="6988" y="1787"/>
                  </a:lnTo>
                  <a:lnTo>
                    <a:pt x="6933" y="1811"/>
                  </a:lnTo>
                  <a:lnTo>
                    <a:pt x="6875" y="1835"/>
                  </a:lnTo>
                  <a:lnTo>
                    <a:pt x="6816" y="1857"/>
                  </a:lnTo>
                  <a:lnTo>
                    <a:pt x="6755" y="1879"/>
                  </a:lnTo>
                  <a:lnTo>
                    <a:pt x="6692" y="1901"/>
                  </a:lnTo>
                  <a:lnTo>
                    <a:pt x="6629" y="1921"/>
                  </a:lnTo>
                  <a:lnTo>
                    <a:pt x="6563" y="1941"/>
                  </a:lnTo>
                  <a:lnTo>
                    <a:pt x="6497" y="1960"/>
                  </a:lnTo>
                  <a:lnTo>
                    <a:pt x="6428" y="1978"/>
                  </a:lnTo>
                  <a:lnTo>
                    <a:pt x="6359" y="1996"/>
                  </a:lnTo>
                  <a:lnTo>
                    <a:pt x="6288" y="2012"/>
                  </a:lnTo>
                  <a:lnTo>
                    <a:pt x="6216" y="2030"/>
                  </a:lnTo>
                  <a:lnTo>
                    <a:pt x="6070" y="2060"/>
                  </a:lnTo>
                  <a:lnTo>
                    <a:pt x="5919" y="2088"/>
                  </a:lnTo>
                  <a:lnTo>
                    <a:pt x="5767" y="2114"/>
                  </a:lnTo>
                  <a:lnTo>
                    <a:pt x="5611" y="2137"/>
                  </a:lnTo>
                  <a:lnTo>
                    <a:pt x="5453" y="2159"/>
                  </a:lnTo>
                  <a:lnTo>
                    <a:pt x="5295" y="2178"/>
                  </a:lnTo>
                  <a:lnTo>
                    <a:pt x="5137" y="2194"/>
                  </a:lnTo>
                  <a:lnTo>
                    <a:pt x="4979" y="2208"/>
                  </a:lnTo>
                  <a:lnTo>
                    <a:pt x="4821" y="2221"/>
                  </a:lnTo>
                  <a:lnTo>
                    <a:pt x="4665" y="2231"/>
                  </a:lnTo>
                  <a:lnTo>
                    <a:pt x="4510" y="2240"/>
                  </a:lnTo>
                  <a:lnTo>
                    <a:pt x="4359" y="2247"/>
                  </a:lnTo>
                  <a:lnTo>
                    <a:pt x="4211" y="2253"/>
                  </a:lnTo>
                  <a:lnTo>
                    <a:pt x="4066" y="2258"/>
                  </a:lnTo>
                  <a:lnTo>
                    <a:pt x="3927" y="2259"/>
                  </a:lnTo>
                  <a:lnTo>
                    <a:pt x="3792" y="2260"/>
                  </a:lnTo>
                  <a:lnTo>
                    <a:pt x="3792" y="2260"/>
                  </a:lnTo>
                  <a:lnTo>
                    <a:pt x="3657" y="2259"/>
                  </a:lnTo>
                  <a:lnTo>
                    <a:pt x="3517" y="2258"/>
                  </a:lnTo>
                  <a:lnTo>
                    <a:pt x="3372" y="2253"/>
                  </a:lnTo>
                  <a:lnTo>
                    <a:pt x="3224" y="2247"/>
                  </a:lnTo>
                  <a:lnTo>
                    <a:pt x="3072" y="2240"/>
                  </a:lnTo>
                  <a:lnTo>
                    <a:pt x="2918" y="2231"/>
                  </a:lnTo>
                  <a:lnTo>
                    <a:pt x="2763" y="2221"/>
                  </a:lnTo>
                  <a:lnTo>
                    <a:pt x="2605" y="2208"/>
                  </a:lnTo>
                  <a:lnTo>
                    <a:pt x="2447" y="2194"/>
                  </a:lnTo>
                  <a:lnTo>
                    <a:pt x="2288" y="2178"/>
                  </a:lnTo>
                  <a:lnTo>
                    <a:pt x="2130" y="2159"/>
                  </a:lnTo>
                  <a:lnTo>
                    <a:pt x="1972" y="2137"/>
                  </a:lnTo>
                  <a:lnTo>
                    <a:pt x="1817" y="2114"/>
                  </a:lnTo>
                  <a:lnTo>
                    <a:pt x="1664" y="2088"/>
                  </a:lnTo>
                  <a:lnTo>
                    <a:pt x="1514" y="2060"/>
                  </a:lnTo>
                  <a:lnTo>
                    <a:pt x="1367" y="2030"/>
                  </a:lnTo>
                  <a:lnTo>
                    <a:pt x="1296" y="2012"/>
                  </a:lnTo>
                  <a:lnTo>
                    <a:pt x="1225" y="1996"/>
                  </a:lnTo>
                  <a:lnTo>
                    <a:pt x="1155" y="1978"/>
                  </a:lnTo>
                  <a:lnTo>
                    <a:pt x="1087" y="1960"/>
                  </a:lnTo>
                  <a:lnTo>
                    <a:pt x="1020" y="1941"/>
                  </a:lnTo>
                  <a:lnTo>
                    <a:pt x="955" y="1921"/>
                  </a:lnTo>
                  <a:lnTo>
                    <a:pt x="891" y="1901"/>
                  </a:lnTo>
                  <a:lnTo>
                    <a:pt x="827" y="1879"/>
                  </a:lnTo>
                  <a:lnTo>
                    <a:pt x="768" y="1857"/>
                  </a:lnTo>
                  <a:lnTo>
                    <a:pt x="708" y="1835"/>
                  </a:lnTo>
                  <a:lnTo>
                    <a:pt x="650" y="1811"/>
                  </a:lnTo>
                  <a:lnTo>
                    <a:pt x="595" y="1787"/>
                  </a:lnTo>
                  <a:lnTo>
                    <a:pt x="541" y="1763"/>
                  </a:lnTo>
                  <a:lnTo>
                    <a:pt x="490" y="1737"/>
                  </a:lnTo>
                  <a:lnTo>
                    <a:pt x="441" y="1711"/>
                  </a:lnTo>
                  <a:lnTo>
                    <a:pt x="393" y="1683"/>
                  </a:lnTo>
                  <a:lnTo>
                    <a:pt x="348" y="1654"/>
                  </a:lnTo>
                  <a:lnTo>
                    <a:pt x="306" y="1625"/>
                  </a:lnTo>
                  <a:lnTo>
                    <a:pt x="266" y="1596"/>
                  </a:lnTo>
                  <a:lnTo>
                    <a:pt x="229" y="1566"/>
                  </a:lnTo>
                  <a:lnTo>
                    <a:pt x="193" y="1534"/>
                  </a:lnTo>
                  <a:lnTo>
                    <a:pt x="161" y="1502"/>
                  </a:lnTo>
                  <a:lnTo>
                    <a:pt x="132" y="1468"/>
                  </a:lnTo>
                  <a:lnTo>
                    <a:pt x="105" y="1435"/>
                  </a:lnTo>
                  <a:lnTo>
                    <a:pt x="80" y="1400"/>
                  </a:lnTo>
                  <a:lnTo>
                    <a:pt x="60" y="1364"/>
                  </a:lnTo>
                  <a:lnTo>
                    <a:pt x="42" y="1328"/>
                  </a:lnTo>
                  <a:lnTo>
                    <a:pt x="26" y="1290"/>
                  </a:lnTo>
                  <a:lnTo>
                    <a:pt x="15" y="1251"/>
                  </a:lnTo>
                  <a:lnTo>
                    <a:pt x="6" y="1211"/>
                  </a:lnTo>
                  <a:lnTo>
                    <a:pt x="1" y="1171"/>
                  </a:lnTo>
                  <a:lnTo>
                    <a:pt x="0" y="1151"/>
                  </a:lnTo>
                  <a:lnTo>
                    <a:pt x="0" y="1130"/>
                  </a:lnTo>
                  <a:lnTo>
                    <a:pt x="0" y="1130"/>
                  </a:lnTo>
                  <a:lnTo>
                    <a:pt x="0" y="1108"/>
                  </a:lnTo>
                  <a:lnTo>
                    <a:pt x="1" y="1088"/>
                  </a:lnTo>
                  <a:lnTo>
                    <a:pt x="6" y="1048"/>
                  </a:lnTo>
                  <a:lnTo>
                    <a:pt x="15" y="1008"/>
                  </a:lnTo>
                  <a:lnTo>
                    <a:pt x="26" y="971"/>
                  </a:lnTo>
                  <a:lnTo>
                    <a:pt x="42" y="933"/>
                  </a:lnTo>
                  <a:lnTo>
                    <a:pt x="60" y="897"/>
                  </a:lnTo>
                  <a:lnTo>
                    <a:pt x="80" y="860"/>
                  </a:lnTo>
                  <a:lnTo>
                    <a:pt x="105" y="826"/>
                  </a:lnTo>
                  <a:lnTo>
                    <a:pt x="132" y="791"/>
                  </a:lnTo>
                  <a:lnTo>
                    <a:pt x="161" y="759"/>
                  </a:lnTo>
                  <a:lnTo>
                    <a:pt x="193" y="725"/>
                  </a:lnTo>
                  <a:lnTo>
                    <a:pt x="229" y="695"/>
                  </a:lnTo>
                  <a:lnTo>
                    <a:pt x="266" y="665"/>
                  </a:lnTo>
                  <a:lnTo>
                    <a:pt x="306" y="634"/>
                  </a:lnTo>
                  <a:lnTo>
                    <a:pt x="348" y="605"/>
                  </a:lnTo>
                  <a:lnTo>
                    <a:pt x="393" y="577"/>
                  </a:lnTo>
                  <a:lnTo>
                    <a:pt x="441" y="550"/>
                  </a:lnTo>
                  <a:lnTo>
                    <a:pt x="490" y="524"/>
                  </a:lnTo>
                  <a:lnTo>
                    <a:pt x="541" y="498"/>
                  </a:lnTo>
                  <a:lnTo>
                    <a:pt x="595" y="473"/>
                  </a:lnTo>
                  <a:lnTo>
                    <a:pt x="650" y="448"/>
                  </a:lnTo>
                  <a:lnTo>
                    <a:pt x="708" y="425"/>
                  </a:lnTo>
                  <a:lnTo>
                    <a:pt x="768" y="402"/>
                  </a:lnTo>
                  <a:lnTo>
                    <a:pt x="827" y="380"/>
                  </a:lnTo>
                  <a:lnTo>
                    <a:pt x="891" y="360"/>
                  </a:lnTo>
                  <a:lnTo>
                    <a:pt x="955" y="340"/>
                  </a:lnTo>
                  <a:lnTo>
                    <a:pt x="1020" y="319"/>
                  </a:lnTo>
                  <a:lnTo>
                    <a:pt x="1087" y="300"/>
                  </a:lnTo>
                  <a:lnTo>
                    <a:pt x="1155" y="281"/>
                  </a:lnTo>
                  <a:lnTo>
                    <a:pt x="1225" y="264"/>
                  </a:lnTo>
                  <a:lnTo>
                    <a:pt x="1296" y="247"/>
                  </a:lnTo>
                  <a:lnTo>
                    <a:pt x="1367" y="231"/>
                  </a:lnTo>
                  <a:lnTo>
                    <a:pt x="1514" y="200"/>
                  </a:lnTo>
                  <a:lnTo>
                    <a:pt x="1664" y="171"/>
                  </a:lnTo>
                  <a:lnTo>
                    <a:pt x="1817" y="145"/>
                  </a:lnTo>
                  <a:lnTo>
                    <a:pt x="1972" y="122"/>
                  </a:lnTo>
                  <a:lnTo>
                    <a:pt x="2130" y="102"/>
                  </a:lnTo>
                  <a:lnTo>
                    <a:pt x="2288" y="83"/>
                  </a:lnTo>
                  <a:lnTo>
                    <a:pt x="2447" y="65"/>
                  </a:lnTo>
                  <a:lnTo>
                    <a:pt x="2605" y="51"/>
                  </a:lnTo>
                  <a:lnTo>
                    <a:pt x="2763" y="39"/>
                  </a:lnTo>
                  <a:lnTo>
                    <a:pt x="2918" y="28"/>
                  </a:lnTo>
                  <a:lnTo>
                    <a:pt x="3072" y="19"/>
                  </a:lnTo>
                  <a:lnTo>
                    <a:pt x="3224" y="12"/>
                  </a:lnTo>
                  <a:lnTo>
                    <a:pt x="3372" y="7"/>
                  </a:lnTo>
                  <a:lnTo>
                    <a:pt x="3517" y="3"/>
                  </a:lnTo>
                  <a:lnTo>
                    <a:pt x="3657" y="0"/>
                  </a:lnTo>
                  <a:lnTo>
                    <a:pt x="3792" y="0"/>
                  </a:lnTo>
                  <a:lnTo>
                    <a:pt x="379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37">
              <a:extLst>
                <a:ext uri="{FF2B5EF4-FFF2-40B4-BE49-F238E27FC236}">
                  <a16:creationId xmlns:a16="http://schemas.microsoft.com/office/drawing/2014/main" id="{689FB953-1265-7C0E-7F2E-7D1EDE36B6C6}"/>
                </a:ext>
                <a:ext uri="{C183D7F6-B498-43B3-948B-1728B52AA6E4}">
                  <adec:decorative xmlns:adec="http://schemas.microsoft.com/office/drawing/2017/decorative" val="1"/>
                </a:ext>
              </a:extLst>
            </p:cNvPr>
            <p:cNvSpPr>
              <a:spLocks noEditPoints="1"/>
            </p:cNvSpPr>
            <p:nvPr/>
          </p:nvSpPr>
          <p:spPr bwMode="auto">
            <a:xfrm>
              <a:off x="6969004" y="881382"/>
              <a:ext cx="686858" cy="372322"/>
            </a:xfrm>
            <a:custGeom>
              <a:avLst/>
              <a:gdLst>
                <a:gd name="T0" fmla="*/ 2699 w 12980"/>
                <a:gd name="T1" fmla="*/ 6230 h 7035"/>
                <a:gd name="T2" fmla="*/ 961 w 12980"/>
                <a:gd name="T3" fmla="*/ 3935 h 7035"/>
                <a:gd name="T4" fmla="*/ 2161 w 12980"/>
                <a:gd name="T5" fmla="*/ 3254 h 7035"/>
                <a:gd name="T6" fmla="*/ 759 w 12980"/>
                <a:gd name="T7" fmla="*/ 724 h 7035"/>
                <a:gd name="T8" fmla="*/ 1268 w 12980"/>
                <a:gd name="T9" fmla="*/ 1165 h 7035"/>
                <a:gd name="T10" fmla="*/ 1305 w 12980"/>
                <a:gd name="T11" fmla="*/ 1436 h 7035"/>
                <a:gd name="T12" fmla="*/ 1389 w 12980"/>
                <a:gd name="T13" fmla="*/ 1689 h 7035"/>
                <a:gd name="T14" fmla="*/ 1515 w 12980"/>
                <a:gd name="T15" fmla="*/ 1918 h 7035"/>
                <a:gd name="T16" fmla="*/ 1679 w 12980"/>
                <a:gd name="T17" fmla="*/ 2120 h 7035"/>
                <a:gd name="T18" fmla="*/ 1876 w 12980"/>
                <a:gd name="T19" fmla="*/ 2289 h 7035"/>
                <a:gd name="T20" fmla="*/ 2103 w 12980"/>
                <a:gd name="T21" fmla="*/ 2421 h 7035"/>
                <a:gd name="T22" fmla="*/ 2050 w 12980"/>
                <a:gd name="T23" fmla="*/ 1915 h 7035"/>
                <a:gd name="T24" fmla="*/ 1860 w 12980"/>
                <a:gd name="T25" fmla="*/ 1707 h 7035"/>
                <a:gd name="T26" fmla="*/ 1730 w 12980"/>
                <a:gd name="T27" fmla="*/ 1456 h 7035"/>
                <a:gd name="T28" fmla="*/ 1673 w 12980"/>
                <a:gd name="T29" fmla="*/ 1169 h 7035"/>
                <a:gd name="T30" fmla="*/ 1486 w 12980"/>
                <a:gd name="T31" fmla="*/ 0 h 7035"/>
                <a:gd name="T32" fmla="*/ 1673 w 12980"/>
                <a:gd name="T33" fmla="*/ 4799 h 7035"/>
                <a:gd name="T34" fmla="*/ 1730 w 12980"/>
                <a:gd name="T35" fmla="*/ 4514 h 7035"/>
                <a:gd name="T36" fmla="*/ 1860 w 12980"/>
                <a:gd name="T37" fmla="*/ 4261 h 7035"/>
                <a:gd name="T38" fmla="*/ 2050 w 12980"/>
                <a:gd name="T39" fmla="*/ 4055 h 7035"/>
                <a:gd name="T40" fmla="*/ 2103 w 12980"/>
                <a:gd name="T41" fmla="*/ 3547 h 7035"/>
                <a:gd name="T42" fmla="*/ 1876 w 12980"/>
                <a:gd name="T43" fmla="*/ 3679 h 7035"/>
                <a:gd name="T44" fmla="*/ 1679 w 12980"/>
                <a:gd name="T45" fmla="*/ 3849 h 7035"/>
                <a:gd name="T46" fmla="*/ 1515 w 12980"/>
                <a:gd name="T47" fmla="*/ 4051 h 7035"/>
                <a:gd name="T48" fmla="*/ 1389 w 12980"/>
                <a:gd name="T49" fmla="*/ 4281 h 7035"/>
                <a:gd name="T50" fmla="*/ 1305 w 12980"/>
                <a:gd name="T51" fmla="*/ 4534 h 7035"/>
                <a:gd name="T52" fmla="*/ 1268 w 12980"/>
                <a:gd name="T53" fmla="*/ 4804 h 7035"/>
                <a:gd name="T54" fmla="*/ 1486 w 12980"/>
                <a:gd name="T55" fmla="*/ 5970 h 7035"/>
                <a:gd name="T56" fmla="*/ 11842 w 12980"/>
                <a:gd name="T57" fmla="*/ 3758 h 7035"/>
                <a:gd name="T58" fmla="*/ 11841 w 12980"/>
                <a:gd name="T59" fmla="*/ 2211 h 7035"/>
                <a:gd name="T60" fmla="*/ 12032 w 12980"/>
                <a:gd name="T61" fmla="*/ 3254 h 7035"/>
                <a:gd name="T62" fmla="*/ 11310 w 12980"/>
                <a:gd name="T63" fmla="*/ 1110 h 7035"/>
                <a:gd name="T64" fmla="*/ 11269 w 12980"/>
                <a:gd name="T65" fmla="*/ 1401 h 7035"/>
                <a:gd name="T66" fmla="*/ 11153 w 12980"/>
                <a:gd name="T67" fmla="*/ 1661 h 7035"/>
                <a:gd name="T68" fmla="*/ 10973 w 12980"/>
                <a:gd name="T69" fmla="*/ 1877 h 7035"/>
                <a:gd name="T70" fmla="*/ 10831 w 12980"/>
                <a:gd name="T71" fmla="*/ 2443 h 7035"/>
                <a:gd name="T72" fmla="*/ 11062 w 12980"/>
                <a:gd name="T73" fmla="*/ 2320 h 7035"/>
                <a:gd name="T74" fmla="*/ 11265 w 12980"/>
                <a:gd name="T75" fmla="*/ 2157 h 7035"/>
                <a:gd name="T76" fmla="*/ 11436 w 12980"/>
                <a:gd name="T77" fmla="*/ 1961 h 7035"/>
                <a:gd name="T78" fmla="*/ 11571 w 12980"/>
                <a:gd name="T79" fmla="*/ 1737 h 7035"/>
                <a:gd name="T80" fmla="*/ 11664 w 12980"/>
                <a:gd name="T81" fmla="*/ 1488 h 7035"/>
                <a:gd name="T82" fmla="*/ 11709 w 12980"/>
                <a:gd name="T83" fmla="*/ 1220 h 7035"/>
                <a:gd name="T84" fmla="*/ 12223 w 12980"/>
                <a:gd name="T85" fmla="*/ 724 h 7035"/>
                <a:gd name="T86" fmla="*/ 11713 w 12980"/>
                <a:gd name="T87" fmla="*/ 5084 h 7035"/>
                <a:gd name="T88" fmla="*/ 11704 w 12980"/>
                <a:gd name="T89" fmla="*/ 4693 h 7035"/>
                <a:gd name="T90" fmla="*/ 11648 w 12980"/>
                <a:gd name="T91" fmla="*/ 4429 h 7035"/>
                <a:gd name="T92" fmla="*/ 11548 w 12980"/>
                <a:gd name="T93" fmla="*/ 4186 h 7035"/>
                <a:gd name="T94" fmla="*/ 11406 w 12980"/>
                <a:gd name="T95" fmla="*/ 3967 h 7035"/>
                <a:gd name="T96" fmla="*/ 11227 w 12980"/>
                <a:gd name="T97" fmla="*/ 3776 h 7035"/>
                <a:gd name="T98" fmla="*/ 11018 w 12980"/>
                <a:gd name="T99" fmla="*/ 3623 h 7035"/>
                <a:gd name="T100" fmla="*/ 10811 w 12980"/>
                <a:gd name="T101" fmla="*/ 3523 h 7035"/>
                <a:gd name="T102" fmla="*/ 11014 w 12980"/>
                <a:gd name="T103" fmla="*/ 4132 h 7035"/>
                <a:gd name="T104" fmla="*/ 11181 w 12980"/>
                <a:gd name="T105" fmla="*/ 4357 h 7035"/>
                <a:gd name="T106" fmla="*/ 11284 w 12980"/>
                <a:gd name="T107" fmla="*/ 4624 h 7035"/>
                <a:gd name="T108" fmla="*/ 11310 w 12980"/>
                <a:gd name="T109" fmla="*/ 5104 h 7035"/>
                <a:gd name="T110" fmla="*/ 11887 w 12980"/>
                <a:gd name="T111" fmla="*/ 4911 h 7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0" h="7035">
                  <a:moveTo>
                    <a:pt x="2699" y="6230"/>
                  </a:moveTo>
                  <a:lnTo>
                    <a:pt x="3504" y="6230"/>
                  </a:lnTo>
                  <a:lnTo>
                    <a:pt x="3504" y="7035"/>
                  </a:lnTo>
                  <a:lnTo>
                    <a:pt x="2699" y="7035"/>
                  </a:lnTo>
                  <a:lnTo>
                    <a:pt x="2699" y="6230"/>
                  </a:lnTo>
                  <a:close/>
                  <a:moveTo>
                    <a:pt x="1141" y="2211"/>
                  </a:moveTo>
                  <a:lnTo>
                    <a:pt x="1139" y="2212"/>
                  </a:lnTo>
                  <a:lnTo>
                    <a:pt x="961" y="2034"/>
                  </a:lnTo>
                  <a:lnTo>
                    <a:pt x="0" y="2971"/>
                  </a:lnTo>
                  <a:lnTo>
                    <a:pt x="961" y="3935"/>
                  </a:lnTo>
                  <a:lnTo>
                    <a:pt x="1139" y="3758"/>
                  </a:lnTo>
                  <a:lnTo>
                    <a:pt x="1141" y="3759"/>
                  </a:lnTo>
                  <a:lnTo>
                    <a:pt x="1297" y="3602"/>
                  </a:lnTo>
                  <a:lnTo>
                    <a:pt x="949" y="3254"/>
                  </a:lnTo>
                  <a:lnTo>
                    <a:pt x="2161" y="3254"/>
                  </a:lnTo>
                  <a:lnTo>
                    <a:pt x="2161" y="2716"/>
                  </a:lnTo>
                  <a:lnTo>
                    <a:pt x="937" y="2716"/>
                  </a:lnTo>
                  <a:lnTo>
                    <a:pt x="1297" y="2366"/>
                  </a:lnTo>
                  <a:lnTo>
                    <a:pt x="1141" y="2211"/>
                  </a:lnTo>
                  <a:close/>
                  <a:moveTo>
                    <a:pt x="759" y="724"/>
                  </a:moveTo>
                  <a:lnTo>
                    <a:pt x="1094" y="1059"/>
                  </a:lnTo>
                  <a:lnTo>
                    <a:pt x="1268" y="886"/>
                  </a:lnTo>
                  <a:lnTo>
                    <a:pt x="1268" y="1110"/>
                  </a:lnTo>
                  <a:lnTo>
                    <a:pt x="1268" y="1110"/>
                  </a:lnTo>
                  <a:lnTo>
                    <a:pt x="1268" y="1165"/>
                  </a:lnTo>
                  <a:lnTo>
                    <a:pt x="1273" y="1220"/>
                  </a:lnTo>
                  <a:lnTo>
                    <a:pt x="1277" y="1275"/>
                  </a:lnTo>
                  <a:lnTo>
                    <a:pt x="1284" y="1330"/>
                  </a:lnTo>
                  <a:lnTo>
                    <a:pt x="1294" y="1383"/>
                  </a:lnTo>
                  <a:lnTo>
                    <a:pt x="1305" y="1436"/>
                  </a:lnTo>
                  <a:lnTo>
                    <a:pt x="1318" y="1488"/>
                  </a:lnTo>
                  <a:lnTo>
                    <a:pt x="1334" y="1539"/>
                  </a:lnTo>
                  <a:lnTo>
                    <a:pt x="1350" y="1590"/>
                  </a:lnTo>
                  <a:lnTo>
                    <a:pt x="1368" y="1639"/>
                  </a:lnTo>
                  <a:lnTo>
                    <a:pt x="1389" y="1689"/>
                  </a:lnTo>
                  <a:lnTo>
                    <a:pt x="1410" y="1737"/>
                  </a:lnTo>
                  <a:lnTo>
                    <a:pt x="1434" y="1783"/>
                  </a:lnTo>
                  <a:lnTo>
                    <a:pt x="1460" y="1829"/>
                  </a:lnTo>
                  <a:lnTo>
                    <a:pt x="1486" y="1874"/>
                  </a:lnTo>
                  <a:lnTo>
                    <a:pt x="1515" y="1918"/>
                  </a:lnTo>
                  <a:lnTo>
                    <a:pt x="1545" y="1961"/>
                  </a:lnTo>
                  <a:lnTo>
                    <a:pt x="1576" y="2002"/>
                  </a:lnTo>
                  <a:lnTo>
                    <a:pt x="1609" y="2043"/>
                  </a:lnTo>
                  <a:lnTo>
                    <a:pt x="1644" y="2082"/>
                  </a:lnTo>
                  <a:lnTo>
                    <a:pt x="1679" y="2120"/>
                  </a:lnTo>
                  <a:lnTo>
                    <a:pt x="1717" y="2157"/>
                  </a:lnTo>
                  <a:lnTo>
                    <a:pt x="1754" y="2192"/>
                  </a:lnTo>
                  <a:lnTo>
                    <a:pt x="1794" y="2225"/>
                  </a:lnTo>
                  <a:lnTo>
                    <a:pt x="1834" y="2259"/>
                  </a:lnTo>
                  <a:lnTo>
                    <a:pt x="1876" y="2289"/>
                  </a:lnTo>
                  <a:lnTo>
                    <a:pt x="1920" y="2320"/>
                  </a:lnTo>
                  <a:lnTo>
                    <a:pt x="1963" y="2347"/>
                  </a:lnTo>
                  <a:lnTo>
                    <a:pt x="2008" y="2373"/>
                  </a:lnTo>
                  <a:lnTo>
                    <a:pt x="2055" y="2398"/>
                  </a:lnTo>
                  <a:lnTo>
                    <a:pt x="2103" y="2421"/>
                  </a:lnTo>
                  <a:lnTo>
                    <a:pt x="2151" y="2443"/>
                  </a:lnTo>
                  <a:lnTo>
                    <a:pt x="2171" y="2447"/>
                  </a:lnTo>
                  <a:lnTo>
                    <a:pt x="2171" y="1988"/>
                  </a:lnTo>
                  <a:lnTo>
                    <a:pt x="2050" y="1915"/>
                  </a:lnTo>
                  <a:lnTo>
                    <a:pt x="2050" y="1915"/>
                  </a:lnTo>
                  <a:lnTo>
                    <a:pt x="2008" y="1877"/>
                  </a:lnTo>
                  <a:lnTo>
                    <a:pt x="1968" y="1838"/>
                  </a:lnTo>
                  <a:lnTo>
                    <a:pt x="1930" y="1796"/>
                  </a:lnTo>
                  <a:lnTo>
                    <a:pt x="1894" y="1754"/>
                  </a:lnTo>
                  <a:lnTo>
                    <a:pt x="1860" y="1707"/>
                  </a:lnTo>
                  <a:lnTo>
                    <a:pt x="1828" y="1661"/>
                  </a:lnTo>
                  <a:lnTo>
                    <a:pt x="1799" y="1612"/>
                  </a:lnTo>
                  <a:lnTo>
                    <a:pt x="1775" y="1561"/>
                  </a:lnTo>
                  <a:lnTo>
                    <a:pt x="1750" y="1509"/>
                  </a:lnTo>
                  <a:lnTo>
                    <a:pt x="1730" y="1456"/>
                  </a:lnTo>
                  <a:lnTo>
                    <a:pt x="1712" y="1401"/>
                  </a:lnTo>
                  <a:lnTo>
                    <a:pt x="1698" y="1345"/>
                  </a:lnTo>
                  <a:lnTo>
                    <a:pt x="1686" y="1288"/>
                  </a:lnTo>
                  <a:lnTo>
                    <a:pt x="1677" y="1229"/>
                  </a:lnTo>
                  <a:lnTo>
                    <a:pt x="1673" y="1169"/>
                  </a:lnTo>
                  <a:lnTo>
                    <a:pt x="1672" y="1110"/>
                  </a:lnTo>
                  <a:lnTo>
                    <a:pt x="1672" y="865"/>
                  </a:lnTo>
                  <a:lnTo>
                    <a:pt x="1865" y="1065"/>
                  </a:lnTo>
                  <a:lnTo>
                    <a:pt x="2200" y="731"/>
                  </a:lnTo>
                  <a:lnTo>
                    <a:pt x="1486" y="0"/>
                  </a:lnTo>
                  <a:lnTo>
                    <a:pt x="759" y="724"/>
                  </a:lnTo>
                  <a:close/>
                  <a:moveTo>
                    <a:pt x="1672" y="5104"/>
                  </a:moveTo>
                  <a:lnTo>
                    <a:pt x="1672" y="4860"/>
                  </a:lnTo>
                  <a:lnTo>
                    <a:pt x="1672" y="4860"/>
                  </a:lnTo>
                  <a:lnTo>
                    <a:pt x="1673" y="4799"/>
                  </a:lnTo>
                  <a:lnTo>
                    <a:pt x="1677" y="4740"/>
                  </a:lnTo>
                  <a:lnTo>
                    <a:pt x="1686" y="4682"/>
                  </a:lnTo>
                  <a:lnTo>
                    <a:pt x="1698" y="4624"/>
                  </a:lnTo>
                  <a:lnTo>
                    <a:pt x="1712" y="4569"/>
                  </a:lnTo>
                  <a:lnTo>
                    <a:pt x="1730" y="4514"/>
                  </a:lnTo>
                  <a:lnTo>
                    <a:pt x="1750" y="4460"/>
                  </a:lnTo>
                  <a:lnTo>
                    <a:pt x="1775" y="4408"/>
                  </a:lnTo>
                  <a:lnTo>
                    <a:pt x="1799" y="4357"/>
                  </a:lnTo>
                  <a:lnTo>
                    <a:pt x="1828" y="4309"/>
                  </a:lnTo>
                  <a:lnTo>
                    <a:pt x="1860" y="4261"/>
                  </a:lnTo>
                  <a:lnTo>
                    <a:pt x="1894" y="4216"/>
                  </a:lnTo>
                  <a:lnTo>
                    <a:pt x="1930" y="4173"/>
                  </a:lnTo>
                  <a:lnTo>
                    <a:pt x="1968" y="4132"/>
                  </a:lnTo>
                  <a:lnTo>
                    <a:pt x="2008" y="4093"/>
                  </a:lnTo>
                  <a:lnTo>
                    <a:pt x="2050" y="4055"/>
                  </a:lnTo>
                  <a:lnTo>
                    <a:pt x="2171" y="3982"/>
                  </a:lnTo>
                  <a:lnTo>
                    <a:pt x="2171" y="3523"/>
                  </a:lnTo>
                  <a:lnTo>
                    <a:pt x="2151" y="3527"/>
                  </a:lnTo>
                  <a:lnTo>
                    <a:pt x="2151" y="3527"/>
                  </a:lnTo>
                  <a:lnTo>
                    <a:pt x="2103" y="3547"/>
                  </a:lnTo>
                  <a:lnTo>
                    <a:pt x="2055" y="3570"/>
                  </a:lnTo>
                  <a:lnTo>
                    <a:pt x="2008" y="3595"/>
                  </a:lnTo>
                  <a:lnTo>
                    <a:pt x="1963" y="3623"/>
                  </a:lnTo>
                  <a:lnTo>
                    <a:pt x="1920" y="3650"/>
                  </a:lnTo>
                  <a:lnTo>
                    <a:pt x="1876" y="3679"/>
                  </a:lnTo>
                  <a:lnTo>
                    <a:pt x="1834" y="3711"/>
                  </a:lnTo>
                  <a:lnTo>
                    <a:pt x="1794" y="3743"/>
                  </a:lnTo>
                  <a:lnTo>
                    <a:pt x="1754" y="3776"/>
                  </a:lnTo>
                  <a:lnTo>
                    <a:pt x="1717" y="3813"/>
                  </a:lnTo>
                  <a:lnTo>
                    <a:pt x="1679" y="3849"/>
                  </a:lnTo>
                  <a:lnTo>
                    <a:pt x="1644" y="3887"/>
                  </a:lnTo>
                  <a:lnTo>
                    <a:pt x="1609" y="3926"/>
                  </a:lnTo>
                  <a:lnTo>
                    <a:pt x="1576" y="3967"/>
                  </a:lnTo>
                  <a:lnTo>
                    <a:pt x="1545" y="4009"/>
                  </a:lnTo>
                  <a:lnTo>
                    <a:pt x="1515" y="4051"/>
                  </a:lnTo>
                  <a:lnTo>
                    <a:pt x="1486" y="4094"/>
                  </a:lnTo>
                  <a:lnTo>
                    <a:pt x="1460" y="4139"/>
                  </a:lnTo>
                  <a:lnTo>
                    <a:pt x="1434" y="4186"/>
                  </a:lnTo>
                  <a:lnTo>
                    <a:pt x="1410" y="4233"/>
                  </a:lnTo>
                  <a:lnTo>
                    <a:pt x="1389" y="4281"/>
                  </a:lnTo>
                  <a:lnTo>
                    <a:pt x="1368" y="4329"/>
                  </a:lnTo>
                  <a:lnTo>
                    <a:pt x="1350" y="4379"/>
                  </a:lnTo>
                  <a:lnTo>
                    <a:pt x="1334" y="4429"/>
                  </a:lnTo>
                  <a:lnTo>
                    <a:pt x="1318" y="4482"/>
                  </a:lnTo>
                  <a:lnTo>
                    <a:pt x="1305" y="4534"/>
                  </a:lnTo>
                  <a:lnTo>
                    <a:pt x="1294" y="4586"/>
                  </a:lnTo>
                  <a:lnTo>
                    <a:pt x="1284" y="4640"/>
                  </a:lnTo>
                  <a:lnTo>
                    <a:pt x="1277" y="4693"/>
                  </a:lnTo>
                  <a:lnTo>
                    <a:pt x="1273" y="4749"/>
                  </a:lnTo>
                  <a:lnTo>
                    <a:pt x="1268" y="4804"/>
                  </a:lnTo>
                  <a:lnTo>
                    <a:pt x="1268" y="4860"/>
                  </a:lnTo>
                  <a:lnTo>
                    <a:pt x="1268" y="5084"/>
                  </a:lnTo>
                  <a:lnTo>
                    <a:pt x="1094" y="4911"/>
                  </a:lnTo>
                  <a:lnTo>
                    <a:pt x="759" y="5246"/>
                  </a:lnTo>
                  <a:lnTo>
                    <a:pt x="1486" y="5970"/>
                  </a:lnTo>
                  <a:lnTo>
                    <a:pt x="2200" y="5239"/>
                  </a:lnTo>
                  <a:lnTo>
                    <a:pt x="1865" y="4905"/>
                  </a:lnTo>
                  <a:lnTo>
                    <a:pt x="1672" y="5104"/>
                  </a:lnTo>
                  <a:close/>
                  <a:moveTo>
                    <a:pt x="11841" y="3759"/>
                  </a:moveTo>
                  <a:lnTo>
                    <a:pt x="11842" y="3758"/>
                  </a:lnTo>
                  <a:lnTo>
                    <a:pt x="12021" y="3935"/>
                  </a:lnTo>
                  <a:lnTo>
                    <a:pt x="12980" y="2971"/>
                  </a:lnTo>
                  <a:lnTo>
                    <a:pt x="12021" y="2034"/>
                  </a:lnTo>
                  <a:lnTo>
                    <a:pt x="11842" y="2212"/>
                  </a:lnTo>
                  <a:lnTo>
                    <a:pt x="11841" y="2211"/>
                  </a:lnTo>
                  <a:lnTo>
                    <a:pt x="11684" y="2366"/>
                  </a:lnTo>
                  <a:lnTo>
                    <a:pt x="12044" y="2716"/>
                  </a:lnTo>
                  <a:lnTo>
                    <a:pt x="10821" y="2716"/>
                  </a:lnTo>
                  <a:lnTo>
                    <a:pt x="10821" y="3254"/>
                  </a:lnTo>
                  <a:lnTo>
                    <a:pt x="12032" y="3254"/>
                  </a:lnTo>
                  <a:lnTo>
                    <a:pt x="11684" y="3602"/>
                  </a:lnTo>
                  <a:lnTo>
                    <a:pt x="11841" y="3759"/>
                  </a:lnTo>
                  <a:close/>
                  <a:moveTo>
                    <a:pt x="11310" y="865"/>
                  </a:moveTo>
                  <a:lnTo>
                    <a:pt x="11310" y="1110"/>
                  </a:lnTo>
                  <a:lnTo>
                    <a:pt x="11310" y="1110"/>
                  </a:lnTo>
                  <a:lnTo>
                    <a:pt x="11308" y="1169"/>
                  </a:lnTo>
                  <a:lnTo>
                    <a:pt x="11304" y="1229"/>
                  </a:lnTo>
                  <a:lnTo>
                    <a:pt x="11295" y="1288"/>
                  </a:lnTo>
                  <a:lnTo>
                    <a:pt x="11284" y="1345"/>
                  </a:lnTo>
                  <a:lnTo>
                    <a:pt x="11269" y="1401"/>
                  </a:lnTo>
                  <a:lnTo>
                    <a:pt x="11252" y="1456"/>
                  </a:lnTo>
                  <a:lnTo>
                    <a:pt x="11230" y="1509"/>
                  </a:lnTo>
                  <a:lnTo>
                    <a:pt x="11207" y="1561"/>
                  </a:lnTo>
                  <a:lnTo>
                    <a:pt x="11181" y="1612"/>
                  </a:lnTo>
                  <a:lnTo>
                    <a:pt x="11153" y="1661"/>
                  </a:lnTo>
                  <a:lnTo>
                    <a:pt x="11121" y="1707"/>
                  </a:lnTo>
                  <a:lnTo>
                    <a:pt x="11088" y="1754"/>
                  </a:lnTo>
                  <a:lnTo>
                    <a:pt x="11052" y="1796"/>
                  </a:lnTo>
                  <a:lnTo>
                    <a:pt x="11014" y="1838"/>
                  </a:lnTo>
                  <a:lnTo>
                    <a:pt x="10973" y="1877"/>
                  </a:lnTo>
                  <a:lnTo>
                    <a:pt x="10931" y="1915"/>
                  </a:lnTo>
                  <a:lnTo>
                    <a:pt x="10811" y="1988"/>
                  </a:lnTo>
                  <a:lnTo>
                    <a:pt x="10811" y="2447"/>
                  </a:lnTo>
                  <a:lnTo>
                    <a:pt x="10831" y="2443"/>
                  </a:lnTo>
                  <a:lnTo>
                    <a:pt x="10831" y="2443"/>
                  </a:lnTo>
                  <a:lnTo>
                    <a:pt x="10879" y="2421"/>
                  </a:lnTo>
                  <a:lnTo>
                    <a:pt x="10927" y="2398"/>
                  </a:lnTo>
                  <a:lnTo>
                    <a:pt x="10972" y="2373"/>
                  </a:lnTo>
                  <a:lnTo>
                    <a:pt x="11018" y="2347"/>
                  </a:lnTo>
                  <a:lnTo>
                    <a:pt x="11062" y="2320"/>
                  </a:lnTo>
                  <a:lnTo>
                    <a:pt x="11105" y="2289"/>
                  </a:lnTo>
                  <a:lnTo>
                    <a:pt x="11147" y="2259"/>
                  </a:lnTo>
                  <a:lnTo>
                    <a:pt x="11188" y="2225"/>
                  </a:lnTo>
                  <a:lnTo>
                    <a:pt x="11227" y="2192"/>
                  </a:lnTo>
                  <a:lnTo>
                    <a:pt x="11265" y="2157"/>
                  </a:lnTo>
                  <a:lnTo>
                    <a:pt x="11303" y="2120"/>
                  </a:lnTo>
                  <a:lnTo>
                    <a:pt x="11337" y="2082"/>
                  </a:lnTo>
                  <a:lnTo>
                    <a:pt x="11372" y="2043"/>
                  </a:lnTo>
                  <a:lnTo>
                    <a:pt x="11406" y="2002"/>
                  </a:lnTo>
                  <a:lnTo>
                    <a:pt x="11436" y="1961"/>
                  </a:lnTo>
                  <a:lnTo>
                    <a:pt x="11467" y="1918"/>
                  </a:lnTo>
                  <a:lnTo>
                    <a:pt x="11496" y="1874"/>
                  </a:lnTo>
                  <a:lnTo>
                    <a:pt x="11522" y="1829"/>
                  </a:lnTo>
                  <a:lnTo>
                    <a:pt x="11548" y="1783"/>
                  </a:lnTo>
                  <a:lnTo>
                    <a:pt x="11571" y="1737"/>
                  </a:lnTo>
                  <a:lnTo>
                    <a:pt x="11593" y="1689"/>
                  </a:lnTo>
                  <a:lnTo>
                    <a:pt x="11613" y="1639"/>
                  </a:lnTo>
                  <a:lnTo>
                    <a:pt x="11632" y="1590"/>
                  </a:lnTo>
                  <a:lnTo>
                    <a:pt x="11648" y="1539"/>
                  </a:lnTo>
                  <a:lnTo>
                    <a:pt x="11664" y="1488"/>
                  </a:lnTo>
                  <a:lnTo>
                    <a:pt x="11677" y="1436"/>
                  </a:lnTo>
                  <a:lnTo>
                    <a:pt x="11687" y="1383"/>
                  </a:lnTo>
                  <a:lnTo>
                    <a:pt x="11697" y="1330"/>
                  </a:lnTo>
                  <a:lnTo>
                    <a:pt x="11704" y="1275"/>
                  </a:lnTo>
                  <a:lnTo>
                    <a:pt x="11709" y="1220"/>
                  </a:lnTo>
                  <a:lnTo>
                    <a:pt x="11712" y="1165"/>
                  </a:lnTo>
                  <a:lnTo>
                    <a:pt x="11713" y="1110"/>
                  </a:lnTo>
                  <a:lnTo>
                    <a:pt x="11713" y="886"/>
                  </a:lnTo>
                  <a:lnTo>
                    <a:pt x="11887" y="1059"/>
                  </a:lnTo>
                  <a:lnTo>
                    <a:pt x="12223" y="724"/>
                  </a:lnTo>
                  <a:lnTo>
                    <a:pt x="11496" y="0"/>
                  </a:lnTo>
                  <a:lnTo>
                    <a:pt x="10782" y="731"/>
                  </a:lnTo>
                  <a:lnTo>
                    <a:pt x="11117" y="1065"/>
                  </a:lnTo>
                  <a:lnTo>
                    <a:pt x="11310" y="865"/>
                  </a:lnTo>
                  <a:close/>
                  <a:moveTo>
                    <a:pt x="11713" y="5084"/>
                  </a:moveTo>
                  <a:lnTo>
                    <a:pt x="11713" y="4860"/>
                  </a:lnTo>
                  <a:lnTo>
                    <a:pt x="11713" y="4860"/>
                  </a:lnTo>
                  <a:lnTo>
                    <a:pt x="11712" y="4804"/>
                  </a:lnTo>
                  <a:lnTo>
                    <a:pt x="11709" y="4749"/>
                  </a:lnTo>
                  <a:lnTo>
                    <a:pt x="11704" y="4693"/>
                  </a:lnTo>
                  <a:lnTo>
                    <a:pt x="11697" y="4640"/>
                  </a:lnTo>
                  <a:lnTo>
                    <a:pt x="11687" y="4586"/>
                  </a:lnTo>
                  <a:lnTo>
                    <a:pt x="11677" y="4534"/>
                  </a:lnTo>
                  <a:lnTo>
                    <a:pt x="11664" y="4482"/>
                  </a:lnTo>
                  <a:lnTo>
                    <a:pt x="11648" y="4429"/>
                  </a:lnTo>
                  <a:lnTo>
                    <a:pt x="11632" y="4379"/>
                  </a:lnTo>
                  <a:lnTo>
                    <a:pt x="11613" y="4329"/>
                  </a:lnTo>
                  <a:lnTo>
                    <a:pt x="11593" y="4281"/>
                  </a:lnTo>
                  <a:lnTo>
                    <a:pt x="11571" y="4233"/>
                  </a:lnTo>
                  <a:lnTo>
                    <a:pt x="11548" y="4186"/>
                  </a:lnTo>
                  <a:lnTo>
                    <a:pt x="11522" y="4139"/>
                  </a:lnTo>
                  <a:lnTo>
                    <a:pt x="11496" y="4094"/>
                  </a:lnTo>
                  <a:lnTo>
                    <a:pt x="11467" y="4051"/>
                  </a:lnTo>
                  <a:lnTo>
                    <a:pt x="11436" y="4009"/>
                  </a:lnTo>
                  <a:lnTo>
                    <a:pt x="11406" y="3967"/>
                  </a:lnTo>
                  <a:lnTo>
                    <a:pt x="11372" y="3926"/>
                  </a:lnTo>
                  <a:lnTo>
                    <a:pt x="11337" y="3887"/>
                  </a:lnTo>
                  <a:lnTo>
                    <a:pt x="11303" y="3849"/>
                  </a:lnTo>
                  <a:lnTo>
                    <a:pt x="11265" y="3813"/>
                  </a:lnTo>
                  <a:lnTo>
                    <a:pt x="11227" y="3776"/>
                  </a:lnTo>
                  <a:lnTo>
                    <a:pt x="11188" y="3743"/>
                  </a:lnTo>
                  <a:lnTo>
                    <a:pt x="11147" y="3711"/>
                  </a:lnTo>
                  <a:lnTo>
                    <a:pt x="11105" y="3679"/>
                  </a:lnTo>
                  <a:lnTo>
                    <a:pt x="11062" y="3650"/>
                  </a:lnTo>
                  <a:lnTo>
                    <a:pt x="11018" y="3623"/>
                  </a:lnTo>
                  <a:lnTo>
                    <a:pt x="10972" y="3595"/>
                  </a:lnTo>
                  <a:lnTo>
                    <a:pt x="10927" y="3570"/>
                  </a:lnTo>
                  <a:lnTo>
                    <a:pt x="10879" y="3547"/>
                  </a:lnTo>
                  <a:lnTo>
                    <a:pt x="10831" y="3527"/>
                  </a:lnTo>
                  <a:lnTo>
                    <a:pt x="10811" y="3523"/>
                  </a:lnTo>
                  <a:lnTo>
                    <a:pt x="10811" y="3982"/>
                  </a:lnTo>
                  <a:lnTo>
                    <a:pt x="10931" y="4055"/>
                  </a:lnTo>
                  <a:lnTo>
                    <a:pt x="10931" y="4055"/>
                  </a:lnTo>
                  <a:lnTo>
                    <a:pt x="10973" y="4093"/>
                  </a:lnTo>
                  <a:lnTo>
                    <a:pt x="11014" y="4132"/>
                  </a:lnTo>
                  <a:lnTo>
                    <a:pt x="11052" y="4173"/>
                  </a:lnTo>
                  <a:lnTo>
                    <a:pt x="11088" y="4216"/>
                  </a:lnTo>
                  <a:lnTo>
                    <a:pt x="11121" y="4261"/>
                  </a:lnTo>
                  <a:lnTo>
                    <a:pt x="11153" y="4309"/>
                  </a:lnTo>
                  <a:lnTo>
                    <a:pt x="11181" y="4357"/>
                  </a:lnTo>
                  <a:lnTo>
                    <a:pt x="11207" y="4408"/>
                  </a:lnTo>
                  <a:lnTo>
                    <a:pt x="11230" y="4460"/>
                  </a:lnTo>
                  <a:lnTo>
                    <a:pt x="11252" y="4514"/>
                  </a:lnTo>
                  <a:lnTo>
                    <a:pt x="11269" y="4569"/>
                  </a:lnTo>
                  <a:lnTo>
                    <a:pt x="11284" y="4624"/>
                  </a:lnTo>
                  <a:lnTo>
                    <a:pt x="11295" y="4682"/>
                  </a:lnTo>
                  <a:lnTo>
                    <a:pt x="11304" y="4740"/>
                  </a:lnTo>
                  <a:lnTo>
                    <a:pt x="11308" y="4799"/>
                  </a:lnTo>
                  <a:lnTo>
                    <a:pt x="11310" y="4860"/>
                  </a:lnTo>
                  <a:lnTo>
                    <a:pt x="11310" y="5104"/>
                  </a:lnTo>
                  <a:lnTo>
                    <a:pt x="11117" y="4905"/>
                  </a:lnTo>
                  <a:lnTo>
                    <a:pt x="10782" y="5239"/>
                  </a:lnTo>
                  <a:lnTo>
                    <a:pt x="11496" y="5970"/>
                  </a:lnTo>
                  <a:lnTo>
                    <a:pt x="12223" y="5246"/>
                  </a:lnTo>
                  <a:lnTo>
                    <a:pt x="11887" y="4911"/>
                  </a:lnTo>
                  <a:lnTo>
                    <a:pt x="11713" y="508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1" name="Group 2820">
            <a:extLst>
              <a:ext uri="{FF2B5EF4-FFF2-40B4-BE49-F238E27FC236}">
                <a16:creationId xmlns:a16="http://schemas.microsoft.com/office/drawing/2014/main" id="{6364E322-F646-2B53-5520-136DA9CDF9CE}"/>
              </a:ext>
              <a:ext uri="{C183D7F6-B498-43B3-948B-1728B52AA6E4}">
                <adec:decorative xmlns:adec="http://schemas.microsoft.com/office/drawing/2017/decorative" val="1"/>
              </a:ext>
            </a:extLst>
          </p:cNvPr>
          <p:cNvGrpSpPr>
            <a:grpSpLocks noChangeAspect="1"/>
          </p:cNvGrpSpPr>
          <p:nvPr/>
        </p:nvGrpSpPr>
        <p:grpSpPr>
          <a:xfrm>
            <a:off x="7830820" y="810791"/>
            <a:ext cx="443018" cy="457200"/>
            <a:chOff x="7830820" y="810791"/>
            <a:chExt cx="443018" cy="457200"/>
          </a:xfrm>
          <a:solidFill>
            <a:srgbClr val="FF0000"/>
          </a:solidFill>
        </p:grpSpPr>
        <p:sp>
          <p:nvSpPr>
            <p:cNvPr id="393" name="Freeform 41">
              <a:extLst>
                <a:ext uri="{FF2B5EF4-FFF2-40B4-BE49-F238E27FC236}">
                  <a16:creationId xmlns:a16="http://schemas.microsoft.com/office/drawing/2014/main" id="{B9F89450-FD0F-3F58-BF10-F0EDFC8177ED}"/>
                </a:ext>
                <a:ext uri="{C183D7F6-B498-43B3-948B-1728B52AA6E4}">
                  <adec:decorative xmlns:adec="http://schemas.microsoft.com/office/drawing/2017/decorative" val="1"/>
                </a:ext>
              </a:extLst>
            </p:cNvPr>
            <p:cNvSpPr>
              <a:spLocks noEditPoints="1"/>
            </p:cNvSpPr>
            <p:nvPr/>
          </p:nvSpPr>
          <p:spPr bwMode="auto">
            <a:xfrm>
              <a:off x="7835900" y="810791"/>
              <a:ext cx="437938" cy="457200"/>
            </a:xfrm>
            <a:custGeom>
              <a:avLst/>
              <a:gdLst>
                <a:gd name="T0" fmla="*/ 7479 w 8276"/>
                <a:gd name="T1" fmla="*/ 1421 h 8640"/>
                <a:gd name="T2" fmla="*/ 1181 w 8276"/>
                <a:gd name="T3" fmla="*/ 1017 h 8640"/>
                <a:gd name="T4" fmla="*/ 215 w 8276"/>
                <a:gd name="T5" fmla="*/ 2921 h 8640"/>
                <a:gd name="T6" fmla="*/ 386 w 8276"/>
                <a:gd name="T7" fmla="*/ 2880 h 8640"/>
                <a:gd name="T8" fmla="*/ 518 w 8276"/>
                <a:gd name="T9" fmla="*/ 2774 h 8640"/>
                <a:gd name="T10" fmla="*/ 596 w 8276"/>
                <a:gd name="T11" fmla="*/ 2619 h 8640"/>
                <a:gd name="T12" fmla="*/ 605 w 8276"/>
                <a:gd name="T13" fmla="*/ 2459 h 8640"/>
                <a:gd name="T14" fmla="*/ 542 w 8276"/>
                <a:gd name="T15" fmla="*/ 2295 h 8640"/>
                <a:gd name="T16" fmla="*/ 419 w 8276"/>
                <a:gd name="T17" fmla="*/ 2177 h 8640"/>
                <a:gd name="T18" fmla="*/ 255 w 8276"/>
                <a:gd name="T19" fmla="*/ 2121 h 8640"/>
                <a:gd name="T20" fmla="*/ 1154 w 8276"/>
                <a:gd name="T21" fmla="*/ 321 h 8640"/>
                <a:gd name="T22" fmla="*/ 2368 w 8276"/>
                <a:gd name="T23" fmla="*/ 315 h 8640"/>
                <a:gd name="T24" fmla="*/ 2975 w 8276"/>
                <a:gd name="T25" fmla="*/ 635 h 8640"/>
                <a:gd name="T26" fmla="*/ 3061 w 8276"/>
                <a:gd name="T27" fmla="*/ 785 h 8640"/>
                <a:gd name="T28" fmla="*/ 3199 w 8276"/>
                <a:gd name="T29" fmla="*/ 885 h 8640"/>
                <a:gd name="T30" fmla="*/ 3352 w 8276"/>
                <a:gd name="T31" fmla="*/ 917 h 8640"/>
                <a:gd name="T32" fmla="*/ 3521 w 8276"/>
                <a:gd name="T33" fmla="*/ 878 h 8640"/>
                <a:gd name="T34" fmla="*/ 3655 w 8276"/>
                <a:gd name="T35" fmla="*/ 771 h 8640"/>
                <a:gd name="T36" fmla="*/ 3731 w 8276"/>
                <a:gd name="T37" fmla="*/ 615 h 8640"/>
                <a:gd name="T38" fmla="*/ 4728 w 8276"/>
                <a:gd name="T39" fmla="*/ 0 h 8640"/>
                <a:gd name="T40" fmla="*/ 6300 w 8276"/>
                <a:gd name="T41" fmla="*/ 315 h 8640"/>
                <a:gd name="T42" fmla="*/ 8271 w 8276"/>
                <a:gd name="T43" fmla="*/ 315 h 8640"/>
                <a:gd name="T44" fmla="*/ 7959 w 8276"/>
                <a:gd name="T45" fmla="*/ 2138 h 8640"/>
                <a:gd name="T46" fmla="*/ 7814 w 8276"/>
                <a:gd name="T47" fmla="*/ 2223 h 8640"/>
                <a:gd name="T48" fmla="*/ 7716 w 8276"/>
                <a:gd name="T49" fmla="*/ 2364 h 8640"/>
                <a:gd name="T50" fmla="*/ 7686 w 8276"/>
                <a:gd name="T51" fmla="*/ 2520 h 8640"/>
                <a:gd name="T52" fmla="*/ 7725 w 8276"/>
                <a:gd name="T53" fmla="*/ 2693 h 8640"/>
                <a:gd name="T54" fmla="*/ 7830 w 8276"/>
                <a:gd name="T55" fmla="*/ 2829 h 8640"/>
                <a:gd name="T56" fmla="*/ 7982 w 8276"/>
                <a:gd name="T57" fmla="*/ 2907 h 8640"/>
                <a:gd name="T58" fmla="*/ 7847 w 8276"/>
                <a:gd name="T59" fmla="*/ 3287 h 8640"/>
                <a:gd name="T60" fmla="*/ 7592 w 8276"/>
                <a:gd name="T61" fmla="*/ 3152 h 8640"/>
                <a:gd name="T62" fmla="*/ 7404 w 8276"/>
                <a:gd name="T63" fmla="*/ 2936 h 8640"/>
                <a:gd name="T64" fmla="*/ 7305 w 8276"/>
                <a:gd name="T65" fmla="*/ 2660 h 8640"/>
                <a:gd name="T66" fmla="*/ 7305 w 8276"/>
                <a:gd name="T67" fmla="*/ 2388 h 8640"/>
                <a:gd name="T68" fmla="*/ 7407 w 8276"/>
                <a:gd name="T69" fmla="*/ 2112 h 8640"/>
                <a:gd name="T70" fmla="*/ 7596 w 8276"/>
                <a:gd name="T71" fmla="*/ 1893 h 8640"/>
                <a:gd name="T72" fmla="*/ 7851 w 8276"/>
                <a:gd name="T73" fmla="*/ 1757 h 8640"/>
                <a:gd name="T74" fmla="*/ 4082 w 8276"/>
                <a:gd name="T75" fmla="*/ 816 h 8640"/>
                <a:gd name="T76" fmla="*/ 3929 w 8276"/>
                <a:gd name="T77" fmla="*/ 1064 h 8640"/>
                <a:gd name="T78" fmla="*/ 3700 w 8276"/>
                <a:gd name="T79" fmla="*/ 1239 h 8640"/>
                <a:gd name="T80" fmla="*/ 3419 w 8276"/>
                <a:gd name="T81" fmla="*/ 1320 h 8640"/>
                <a:gd name="T82" fmla="*/ 3154 w 8276"/>
                <a:gd name="T83" fmla="*/ 1296 h 8640"/>
                <a:gd name="T84" fmla="*/ 2893 w 8276"/>
                <a:gd name="T85" fmla="*/ 1172 h 8640"/>
                <a:gd name="T86" fmla="*/ 2695 w 8276"/>
                <a:gd name="T87" fmla="*/ 962 h 8640"/>
                <a:gd name="T88" fmla="*/ 407 w 8276"/>
                <a:gd name="T89" fmla="*/ 722 h 8640"/>
                <a:gd name="T90" fmla="*/ 615 w 8276"/>
                <a:gd name="T91" fmla="*/ 1833 h 8640"/>
                <a:gd name="T92" fmla="*/ 830 w 8276"/>
                <a:gd name="T93" fmla="*/ 2027 h 8640"/>
                <a:gd name="T94" fmla="*/ 963 w 8276"/>
                <a:gd name="T95" fmla="*/ 2286 h 8640"/>
                <a:gd name="T96" fmla="*/ 996 w 8276"/>
                <a:gd name="T97" fmla="*/ 2555 h 8640"/>
                <a:gd name="T98" fmla="*/ 929 w 8276"/>
                <a:gd name="T99" fmla="*/ 2846 h 8640"/>
                <a:gd name="T100" fmla="*/ 765 w 8276"/>
                <a:gd name="T101" fmla="*/ 3086 h 8640"/>
                <a:gd name="T102" fmla="*/ 530 w 8276"/>
                <a:gd name="T103" fmla="*/ 3252 h 8640"/>
                <a:gd name="T104" fmla="*/ 393 w 8276"/>
                <a:gd name="T105" fmla="*/ 5304 h 8640"/>
                <a:gd name="T106" fmla="*/ 152 w 8276"/>
                <a:gd name="T107" fmla="*/ 5387 h 8640"/>
                <a:gd name="T108" fmla="*/ 5 w 8276"/>
                <a:gd name="T109" fmla="*/ 5631 h 8640"/>
                <a:gd name="T110" fmla="*/ 393 w 8276"/>
                <a:gd name="T111" fmla="*/ 6029 h 8640"/>
                <a:gd name="T112" fmla="*/ 1071 w 8276"/>
                <a:gd name="T113" fmla="*/ 8247 h 8640"/>
                <a:gd name="T114" fmla="*/ 7082 w 8276"/>
                <a:gd name="T115" fmla="*/ 8247 h 8640"/>
                <a:gd name="T116" fmla="*/ 8009 w 8276"/>
                <a:gd name="T117" fmla="*/ 8223 h 8640"/>
                <a:gd name="T118" fmla="*/ 8177 w 8276"/>
                <a:gd name="T119" fmla="*/ 8103 h 8640"/>
                <a:gd name="T120" fmla="*/ 8255 w 8276"/>
                <a:gd name="T121" fmla="*/ 7952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76" h="8640">
                  <a:moveTo>
                    <a:pt x="7086" y="3543"/>
                  </a:moveTo>
                  <a:lnTo>
                    <a:pt x="7479" y="3543"/>
                  </a:lnTo>
                  <a:lnTo>
                    <a:pt x="7479" y="3936"/>
                  </a:lnTo>
                  <a:lnTo>
                    <a:pt x="7086" y="3936"/>
                  </a:lnTo>
                  <a:lnTo>
                    <a:pt x="7086" y="3543"/>
                  </a:lnTo>
                  <a:close/>
                  <a:moveTo>
                    <a:pt x="7479" y="1017"/>
                  </a:moveTo>
                  <a:lnTo>
                    <a:pt x="7086" y="1017"/>
                  </a:lnTo>
                  <a:lnTo>
                    <a:pt x="7086" y="1421"/>
                  </a:lnTo>
                  <a:lnTo>
                    <a:pt x="7479" y="1421"/>
                  </a:lnTo>
                  <a:lnTo>
                    <a:pt x="7479" y="1017"/>
                  </a:lnTo>
                  <a:close/>
                  <a:moveTo>
                    <a:pt x="797" y="3984"/>
                  </a:moveTo>
                  <a:lnTo>
                    <a:pt x="1181" y="3984"/>
                  </a:lnTo>
                  <a:lnTo>
                    <a:pt x="1181" y="3581"/>
                  </a:lnTo>
                  <a:lnTo>
                    <a:pt x="797" y="3581"/>
                  </a:lnTo>
                  <a:lnTo>
                    <a:pt x="797" y="3984"/>
                  </a:lnTo>
                  <a:close/>
                  <a:moveTo>
                    <a:pt x="797" y="1421"/>
                  </a:moveTo>
                  <a:lnTo>
                    <a:pt x="1181" y="1421"/>
                  </a:lnTo>
                  <a:lnTo>
                    <a:pt x="1181" y="1017"/>
                  </a:lnTo>
                  <a:lnTo>
                    <a:pt x="797" y="1017"/>
                  </a:lnTo>
                  <a:lnTo>
                    <a:pt x="797" y="1421"/>
                  </a:lnTo>
                  <a:close/>
                  <a:moveTo>
                    <a:pt x="8276" y="2921"/>
                  </a:moveTo>
                  <a:lnTo>
                    <a:pt x="8276" y="4724"/>
                  </a:lnTo>
                  <a:lnTo>
                    <a:pt x="7967" y="4724"/>
                  </a:lnTo>
                  <a:lnTo>
                    <a:pt x="18" y="4718"/>
                  </a:lnTo>
                  <a:lnTo>
                    <a:pt x="18" y="2921"/>
                  </a:lnTo>
                  <a:lnTo>
                    <a:pt x="215" y="2921"/>
                  </a:lnTo>
                  <a:lnTo>
                    <a:pt x="215" y="2921"/>
                  </a:lnTo>
                  <a:lnTo>
                    <a:pt x="236" y="2919"/>
                  </a:lnTo>
                  <a:lnTo>
                    <a:pt x="255" y="2918"/>
                  </a:lnTo>
                  <a:lnTo>
                    <a:pt x="275" y="2916"/>
                  </a:lnTo>
                  <a:lnTo>
                    <a:pt x="294" y="2912"/>
                  </a:lnTo>
                  <a:lnTo>
                    <a:pt x="314" y="2907"/>
                  </a:lnTo>
                  <a:lnTo>
                    <a:pt x="332" y="2903"/>
                  </a:lnTo>
                  <a:lnTo>
                    <a:pt x="350" y="2895"/>
                  </a:lnTo>
                  <a:lnTo>
                    <a:pt x="368" y="2889"/>
                  </a:lnTo>
                  <a:lnTo>
                    <a:pt x="386" y="2880"/>
                  </a:lnTo>
                  <a:lnTo>
                    <a:pt x="402" y="2871"/>
                  </a:lnTo>
                  <a:lnTo>
                    <a:pt x="419" y="2862"/>
                  </a:lnTo>
                  <a:lnTo>
                    <a:pt x="435" y="2852"/>
                  </a:lnTo>
                  <a:lnTo>
                    <a:pt x="450" y="2840"/>
                  </a:lnTo>
                  <a:lnTo>
                    <a:pt x="465" y="2829"/>
                  </a:lnTo>
                  <a:lnTo>
                    <a:pt x="479" y="2816"/>
                  </a:lnTo>
                  <a:lnTo>
                    <a:pt x="494" y="2802"/>
                  </a:lnTo>
                  <a:lnTo>
                    <a:pt x="506" y="2789"/>
                  </a:lnTo>
                  <a:lnTo>
                    <a:pt x="518" y="2774"/>
                  </a:lnTo>
                  <a:lnTo>
                    <a:pt x="530" y="2759"/>
                  </a:lnTo>
                  <a:lnTo>
                    <a:pt x="542" y="2744"/>
                  </a:lnTo>
                  <a:lnTo>
                    <a:pt x="551" y="2727"/>
                  </a:lnTo>
                  <a:lnTo>
                    <a:pt x="561" y="2711"/>
                  </a:lnTo>
                  <a:lnTo>
                    <a:pt x="570" y="2693"/>
                  </a:lnTo>
                  <a:lnTo>
                    <a:pt x="578" y="2675"/>
                  </a:lnTo>
                  <a:lnTo>
                    <a:pt x="585" y="2657"/>
                  </a:lnTo>
                  <a:lnTo>
                    <a:pt x="591" y="2639"/>
                  </a:lnTo>
                  <a:lnTo>
                    <a:pt x="596" y="2619"/>
                  </a:lnTo>
                  <a:lnTo>
                    <a:pt x="600" y="2600"/>
                  </a:lnTo>
                  <a:lnTo>
                    <a:pt x="605" y="2580"/>
                  </a:lnTo>
                  <a:lnTo>
                    <a:pt x="606" y="2561"/>
                  </a:lnTo>
                  <a:lnTo>
                    <a:pt x="608" y="2540"/>
                  </a:lnTo>
                  <a:lnTo>
                    <a:pt x="609" y="2520"/>
                  </a:lnTo>
                  <a:lnTo>
                    <a:pt x="609" y="2520"/>
                  </a:lnTo>
                  <a:lnTo>
                    <a:pt x="608" y="2499"/>
                  </a:lnTo>
                  <a:lnTo>
                    <a:pt x="606" y="2478"/>
                  </a:lnTo>
                  <a:lnTo>
                    <a:pt x="605" y="2459"/>
                  </a:lnTo>
                  <a:lnTo>
                    <a:pt x="600" y="2439"/>
                  </a:lnTo>
                  <a:lnTo>
                    <a:pt x="596" y="2420"/>
                  </a:lnTo>
                  <a:lnTo>
                    <a:pt x="591" y="2400"/>
                  </a:lnTo>
                  <a:lnTo>
                    <a:pt x="585" y="2382"/>
                  </a:lnTo>
                  <a:lnTo>
                    <a:pt x="578" y="2364"/>
                  </a:lnTo>
                  <a:lnTo>
                    <a:pt x="570" y="2346"/>
                  </a:lnTo>
                  <a:lnTo>
                    <a:pt x="561" y="2330"/>
                  </a:lnTo>
                  <a:lnTo>
                    <a:pt x="551" y="2312"/>
                  </a:lnTo>
                  <a:lnTo>
                    <a:pt x="542" y="2295"/>
                  </a:lnTo>
                  <a:lnTo>
                    <a:pt x="530" y="2280"/>
                  </a:lnTo>
                  <a:lnTo>
                    <a:pt x="518" y="2265"/>
                  </a:lnTo>
                  <a:lnTo>
                    <a:pt x="506" y="2250"/>
                  </a:lnTo>
                  <a:lnTo>
                    <a:pt x="494" y="2237"/>
                  </a:lnTo>
                  <a:lnTo>
                    <a:pt x="479" y="2223"/>
                  </a:lnTo>
                  <a:lnTo>
                    <a:pt x="465" y="2211"/>
                  </a:lnTo>
                  <a:lnTo>
                    <a:pt x="450" y="2199"/>
                  </a:lnTo>
                  <a:lnTo>
                    <a:pt x="435" y="2187"/>
                  </a:lnTo>
                  <a:lnTo>
                    <a:pt x="419" y="2177"/>
                  </a:lnTo>
                  <a:lnTo>
                    <a:pt x="402" y="2168"/>
                  </a:lnTo>
                  <a:lnTo>
                    <a:pt x="386" y="2159"/>
                  </a:lnTo>
                  <a:lnTo>
                    <a:pt x="368" y="2151"/>
                  </a:lnTo>
                  <a:lnTo>
                    <a:pt x="350" y="2144"/>
                  </a:lnTo>
                  <a:lnTo>
                    <a:pt x="332" y="2138"/>
                  </a:lnTo>
                  <a:lnTo>
                    <a:pt x="314" y="2132"/>
                  </a:lnTo>
                  <a:lnTo>
                    <a:pt x="294" y="2127"/>
                  </a:lnTo>
                  <a:lnTo>
                    <a:pt x="275" y="2124"/>
                  </a:lnTo>
                  <a:lnTo>
                    <a:pt x="255" y="2121"/>
                  </a:lnTo>
                  <a:lnTo>
                    <a:pt x="236" y="2120"/>
                  </a:lnTo>
                  <a:lnTo>
                    <a:pt x="215" y="2118"/>
                  </a:lnTo>
                  <a:lnTo>
                    <a:pt x="18" y="2118"/>
                  </a:lnTo>
                  <a:lnTo>
                    <a:pt x="18" y="321"/>
                  </a:lnTo>
                  <a:lnTo>
                    <a:pt x="407" y="321"/>
                  </a:lnTo>
                  <a:lnTo>
                    <a:pt x="407" y="5"/>
                  </a:lnTo>
                  <a:lnTo>
                    <a:pt x="800" y="5"/>
                  </a:lnTo>
                  <a:lnTo>
                    <a:pt x="800" y="321"/>
                  </a:lnTo>
                  <a:lnTo>
                    <a:pt x="1154" y="321"/>
                  </a:lnTo>
                  <a:lnTo>
                    <a:pt x="1149" y="315"/>
                  </a:lnTo>
                  <a:lnTo>
                    <a:pt x="1188" y="315"/>
                  </a:lnTo>
                  <a:lnTo>
                    <a:pt x="1188" y="0"/>
                  </a:lnTo>
                  <a:lnTo>
                    <a:pt x="1581" y="0"/>
                  </a:lnTo>
                  <a:lnTo>
                    <a:pt x="1581" y="315"/>
                  </a:lnTo>
                  <a:lnTo>
                    <a:pt x="1974" y="315"/>
                  </a:lnTo>
                  <a:lnTo>
                    <a:pt x="1974" y="0"/>
                  </a:lnTo>
                  <a:lnTo>
                    <a:pt x="2368" y="0"/>
                  </a:lnTo>
                  <a:lnTo>
                    <a:pt x="2368" y="315"/>
                  </a:lnTo>
                  <a:lnTo>
                    <a:pt x="2959" y="315"/>
                  </a:lnTo>
                  <a:lnTo>
                    <a:pt x="2959" y="516"/>
                  </a:lnTo>
                  <a:lnTo>
                    <a:pt x="2959" y="516"/>
                  </a:lnTo>
                  <a:lnTo>
                    <a:pt x="2959" y="537"/>
                  </a:lnTo>
                  <a:lnTo>
                    <a:pt x="2960" y="557"/>
                  </a:lnTo>
                  <a:lnTo>
                    <a:pt x="2963" y="576"/>
                  </a:lnTo>
                  <a:lnTo>
                    <a:pt x="2966" y="597"/>
                  </a:lnTo>
                  <a:lnTo>
                    <a:pt x="2971" y="615"/>
                  </a:lnTo>
                  <a:lnTo>
                    <a:pt x="2975" y="635"/>
                  </a:lnTo>
                  <a:lnTo>
                    <a:pt x="2983" y="654"/>
                  </a:lnTo>
                  <a:lnTo>
                    <a:pt x="2989" y="672"/>
                  </a:lnTo>
                  <a:lnTo>
                    <a:pt x="2998" y="689"/>
                  </a:lnTo>
                  <a:lnTo>
                    <a:pt x="3005" y="707"/>
                  </a:lnTo>
                  <a:lnTo>
                    <a:pt x="3016" y="723"/>
                  </a:lnTo>
                  <a:lnTo>
                    <a:pt x="3025" y="740"/>
                  </a:lnTo>
                  <a:lnTo>
                    <a:pt x="3037" y="755"/>
                  </a:lnTo>
                  <a:lnTo>
                    <a:pt x="3049" y="771"/>
                  </a:lnTo>
                  <a:lnTo>
                    <a:pt x="3061" y="785"/>
                  </a:lnTo>
                  <a:lnTo>
                    <a:pt x="3074" y="800"/>
                  </a:lnTo>
                  <a:lnTo>
                    <a:pt x="3088" y="812"/>
                  </a:lnTo>
                  <a:lnTo>
                    <a:pt x="3101" y="825"/>
                  </a:lnTo>
                  <a:lnTo>
                    <a:pt x="3116" y="837"/>
                  </a:lnTo>
                  <a:lnTo>
                    <a:pt x="3131" y="848"/>
                  </a:lnTo>
                  <a:lnTo>
                    <a:pt x="3148" y="858"/>
                  </a:lnTo>
                  <a:lnTo>
                    <a:pt x="3164" y="869"/>
                  </a:lnTo>
                  <a:lnTo>
                    <a:pt x="3181" y="878"/>
                  </a:lnTo>
                  <a:lnTo>
                    <a:pt x="3199" y="885"/>
                  </a:lnTo>
                  <a:lnTo>
                    <a:pt x="3217" y="893"/>
                  </a:lnTo>
                  <a:lnTo>
                    <a:pt x="3235" y="899"/>
                  </a:lnTo>
                  <a:lnTo>
                    <a:pt x="3253" y="905"/>
                  </a:lnTo>
                  <a:lnTo>
                    <a:pt x="3272" y="909"/>
                  </a:lnTo>
                  <a:lnTo>
                    <a:pt x="3292" y="912"/>
                  </a:lnTo>
                  <a:lnTo>
                    <a:pt x="3311" y="915"/>
                  </a:lnTo>
                  <a:lnTo>
                    <a:pt x="3331" y="917"/>
                  </a:lnTo>
                  <a:lnTo>
                    <a:pt x="3352" y="917"/>
                  </a:lnTo>
                  <a:lnTo>
                    <a:pt x="3352" y="917"/>
                  </a:lnTo>
                  <a:lnTo>
                    <a:pt x="3371" y="917"/>
                  </a:lnTo>
                  <a:lnTo>
                    <a:pt x="3391" y="915"/>
                  </a:lnTo>
                  <a:lnTo>
                    <a:pt x="3410" y="912"/>
                  </a:lnTo>
                  <a:lnTo>
                    <a:pt x="3430" y="909"/>
                  </a:lnTo>
                  <a:lnTo>
                    <a:pt x="3449" y="905"/>
                  </a:lnTo>
                  <a:lnTo>
                    <a:pt x="3467" y="899"/>
                  </a:lnTo>
                  <a:lnTo>
                    <a:pt x="3487" y="893"/>
                  </a:lnTo>
                  <a:lnTo>
                    <a:pt x="3503" y="885"/>
                  </a:lnTo>
                  <a:lnTo>
                    <a:pt x="3521" y="878"/>
                  </a:lnTo>
                  <a:lnTo>
                    <a:pt x="3538" y="869"/>
                  </a:lnTo>
                  <a:lnTo>
                    <a:pt x="3554" y="858"/>
                  </a:lnTo>
                  <a:lnTo>
                    <a:pt x="3571" y="848"/>
                  </a:lnTo>
                  <a:lnTo>
                    <a:pt x="3586" y="837"/>
                  </a:lnTo>
                  <a:lnTo>
                    <a:pt x="3601" y="825"/>
                  </a:lnTo>
                  <a:lnTo>
                    <a:pt x="3616" y="812"/>
                  </a:lnTo>
                  <a:lnTo>
                    <a:pt x="3629" y="800"/>
                  </a:lnTo>
                  <a:lnTo>
                    <a:pt x="3641" y="785"/>
                  </a:lnTo>
                  <a:lnTo>
                    <a:pt x="3655" y="771"/>
                  </a:lnTo>
                  <a:lnTo>
                    <a:pt x="3667" y="755"/>
                  </a:lnTo>
                  <a:lnTo>
                    <a:pt x="3677" y="740"/>
                  </a:lnTo>
                  <a:lnTo>
                    <a:pt x="3688" y="723"/>
                  </a:lnTo>
                  <a:lnTo>
                    <a:pt x="3697" y="707"/>
                  </a:lnTo>
                  <a:lnTo>
                    <a:pt x="3706" y="689"/>
                  </a:lnTo>
                  <a:lnTo>
                    <a:pt x="3713" y="672"/>
                  </a:lnTo>
                  <a:lnTo>
                    <a:pt x="3721" y="654"/>
                  </a:lnTo>
                  <a:lnTo>
                    <a:pt x="3727" y="635"/>
                  </a:lnTo>
                  <a:lnTo>
                    <a:pt x="3731" y="615"/>
                  </a:lnTo>
                  <a:lnTo>
                    <a:pt x="3736" y="597"/>
                  </a:lnTo>
                  <a:lnTo>
                    <a:pt x="3740" y="576"/>
                  </a:lnTo>
                  <a:lnTo>
                    <a:pt x="3742" y="557"/>
                  </a:lnTo>
                  <a:lnTo>
                    <a:pt x="3743" y="537"/>
                  </a:lnTo>
                  <a:lnTo>
                    <a:pt x="3745" y="516"/>
                  </a:lnTo>
                  <a:lnTo>
                    <a:pt x="3745" y="315"/>
                  </a:lnTo>
                  <a:lnTo>
                    <a:pt x="4335" y="315"/>
                  </a:lnTo>
                  <a:lnTo>
                    <a:pt x="4335" y="0"/>
                  </a:lnTo>
                  <a:lnTo>
                    <a:pt x="4728" y="0"/>
                  </a:lnTo>
                  <a:lnTo>
                    <a:pt x="4728" y="315"/>
                  </a:lnTo>
                  <a:lnTo>
                    <a:pt x="5121" y="315"/>
                  </a:lnTo>
                  <a:lnTo>
                    <a:pt x="5121" y="0"/>
                  </a:lnTo>
                  <a:lnTo>
                    <a:pt x="5514" y="0"/>
                  </a:lnTo>
                  <a:lnTo>
                    <a:pt x="5514" y="315"/>
                  </a:lnTo>
                  <a:lnTo>
                    <a:pt x="5907" y="315"/>
                  </a:lnTo>
                  <a:lnTo>
                    <a:pt x="5907" y="0"/>
                  </a:lnTo>
                  <a:lnTo>
                    <a:pt x="6300" y="0"/>
                  </a:lnTo>
                  <a:lnTo>
                    <a:pt x="6300" y="315"/>
                  </a:lnTo>
                  <a:lnTo>
                    <a:pt x="6693" y="315"/>
                  </a:lnTo>
                  <a:lnTo>
                    <a:pt x="6693" y="0"/>
                  </a:lnTo>
                  <a:lnTo>
                    <a:pt x="7088" y="0"/>
                  </a:lnTo>
                  <a:lnTo>
                    <a:pt x="7088" y="315"/>
                  </a:lnTo>
                  <a:lnTo>
                    <a:pt x="7481" y="315"/>
                  </a:lnTo>
                  <a:lnTo>
                    <a:pt x="7481" y="5"/>
                  </a:lnTo>
                  <a:lnTo>
                    <a:pt x="7874" y="5"/>
                  </a:lnTo>
                  <a:lnTo>
                    <a:pt x="7874" y="315"/>
                  </a:lnTo>
                  <a:lnTo>
                    <a:pt x="8271" y="315"/>
                  </a:lnTo>
                  <a:lnTo>
                    <a:pt x="8271" y="2118"/>
                  </a:lnTo>
                  <a:lnTo>
                    <a:pt x="8075" y="2118"/>
                  </a:lnTo>
                  <a:lnTo>
                    <a:pt x="8075" y="2118"/>
                  </a:lnTo>
                  <a:lnTo>
                    <a:pt x="8055" y="2120"/>
                  </a:lnTo>
                  <a:lnTo>
                    <a:pt x="8034" y="2121"/>
                  </a:lnTo>
                  <a:lnTo>
                    <a:pt x="8015" y="2124"/>
                  </a:lnTo>
                  <a:lnTo>
                    <a:pt x="7997" y="2127"/>
                  </a:lnTo>
                  <a:lnTo>
                    <a:pt x="7977" y="2132"/>
                  </a:lnTo>
                  <a:lnTo>
                    <a:pt x="7959" y="2138"/>
                  </a:lnTo>
                  <a:lnTo>
                    <a:pt x="7941" y="2144"/>
                  </a:lnTo>
                  <a:lnTo>
                    <a:pt x="7923" y="2151"/>
                  </a:lnTo>
                  <a:lnTo>
                    <a:pt x="7905" y="2159"/>
                  </a:lnTo>
                  <a:lnTo>
                    <a:pt x="7889" y="2168"/>
                  </a:lnTo>
                  <a:lnTo>
                    <a:pt x="7872" y="2177"/>
                  </a:lnTo>
                  <a:lnTo>
                    <a:pt x="7857" y="2187"/>
                  </a:lnTo>
                  <a:lnTo>
                    <a:pt x="7842" y="2199"/>
                  </a:lnTo>
                  <a:lnTo>
                    <a:pt x="7827" y="2211"/>
                  </a:lnTo>
                  <a:lnTo>
                    <a:pt x="7814" y="2223"/>
                  </a:lnTo>
                  <a:lnTo>
                    <a:pt x="7800" y="2237"/>
                  </a:lnTo>
                  <a:lnTo>
                    <a:pt x="7787" y="2250"/>
                  </a:lnTo>
                  <a:lnTo>
                    <a:pt x="7775" y="2265"/>
                  </a:lnTo>
                  <a:lnTo>
                    <a:pt x="7763" y="2280"/>
                  </a:lnTo>
                  <a:lnTo>
                    <a:pt x="7752" y="2295"/>
                  </a:lnTo>
                  <a:lnTo>
                    <a:pt x="7742" y="2312"/>
                  </a:lnTo>
                  <a:lnTo>
                    <a:pt x="7733" y="2330"/>
                  </a:lnTo>
                  <a:lnTo>
                    <a:pt x="7725" y="2346"/>
                  </a:lnTo>
                  <a:lnTo>
                    <a:pt x="7716" y="2364"/>
                  </a:lnTo>
                  <a:lnTo>
                    <a:pt x="7710" y="2382"/>
                  </a:lnTo>
                  <a:lnTo>
                    <a:pt x="7704" y="2400"/>
                  </a:lnTo>
                  <a:lnTo>
                    <a:pt x="7698" y="2420"/>
                  </a:lnTo>
                  <a:lnTo>
                    <a:pt x="7694" y="2439"/>
                  </a:lnTo>
                  <a:lnTo>
                    <a:pt x="7691" y="2459"/>
                  </a:lnTo>
                  <a:lnTo>
                    <a:pt x="7689" y="2478"/>
                  </a:lnTo>
                  <a:lnTo>
                    <a:pt x="7688" y="2499"/>
                  </a:lnTo>
                  <a:lnTo>
                    <a:pt x="7686" y="2520"/>
                  </a:lnTo>
                  <a:lnTo>
                    <a:pt x="7686" y="2520"/>
                  </a:lnTo>
                  <a:lnTo>
                    <a:pt x="7688" y="2540"/>
                  </a:lnTo>
                  <a:lnTo>
                    <a:pt x="7689" y="2561"/>
                  </a:lnTo>
                  <a:lnTo>
                    <a:pt x="7691" y="2580"/>
                  </a:lnTo>
                  <a:lnTo>
                    <a:pt x="7695" y="2600"/>
                  </a:lnTo>
                  <a:lnTo>
                    <a:pt x="7700" y="2619"/>
                  </a:lnTo>
                  <a:lnTo>
                    <a:pt x="7704" y="2639"/>
                  </a:lnTo>
                  <a:lnTo>
                    <a:pt x="7710" y="2657"/>
                  </a:lnTo>
                  <a:lnTo>
                    <a:pt x="7718" y="2675"/>
                  </a:lnTo>
                  <a:lnTo>
                    <a:pt x="7725" y="2693"/>
                  </a:lnTo>
                  <a:lnTo>
                    <a:pt x="7734" y="2711"/>
                  </a:lnTo>
                  <a:lnTo>
                    <a:pt x="7743" y="2727"/>
                  </a:lnTo>
                  <a:lnTo>
                    <a:pt x="7754" y="2744"/>
                  </a:lnTo>
                  <a:lnTo>
                    <a:pt x="7766" y="2759"/>
                  </a:lnTo>
                  <a:lnTo>
                    <a:pt x="7776" y="2774"/>
                  </a:lnTo>
                  <a:lnTo>
                    <a:pt x="7790" y="2789"/>
                  </a:lnTo>
                  <a:lnTo>
                    <a:pt x="7802" y="2802"/>
                  </a:lnTo>
                  <a:lnTo>
                    <a:pt x="7815" y="2816"/>
                  </a:lnTo>
                  <a:lnTo>
                    <a:pt x="7830" y="2829"/>
                  </a:lnTo>
                  <a:lnTo>
                    <a:pt x="7845" y="2840"/>
                  </a:lnTo>
                  <a:lnTo>
                    <a:pt x="7860" y="2852"/>
                  </a:lnTo>
                  <a:lnTo>
                    <a:pt x="7877" y="2862"/>
                  </a:lnTo>
                  <a:lnTo>
                    <a:pt x="7893" y="2871"/>
                  </a:lnTo>
                  <a:lnTo>
                    <a:pt x="7910" y="2880"/>
                  </a:lnTo>
                  <a:lnTo>
                    <a:pt x="7928" y="2889"/>
                  </a:lnTo>
                  <a:lnTo>
                    <a:pt x="7944" y="2895"/>
                  </a:lnTo>
                  <a:lnTo>
                    <a:pt x="7964" y="2903"/>
                  </a:lnTo>
                  <a:lnTo>
                    <a:pt x="7982" y="2907"/>
                  </a:lnTo>
                  <a:lnTo>
                    <a:pt x="8001" y="2912"/>
                  </a:lnTo>
                  <a:lnTo>
                    <a:pt x="8021" y="2916"/>
                  </a:lnTo>
                  <a:lnTo>
                    <a:pt x="8040" y="2918"/>
                  </a:lnTo>
                  <a:lnTo>
                    <a:pt x="8060" y="2919"/>
                  </a:lnTo>
                  <a:lnTo>
                    <a:pt x="8079" y="2921"/>
                  </a:lnTo>
                  <a:lnTo>
                    <a:pt x="8276" y="2921"/>
                  </a:lnTo>
                  <a:close/>
                  <a:moveTo>
                    <a:pt x="7878" y="3296"/>
                  </a:moveTo>
                  <a:lnTo>
                    <a:pt x="7878" y="3296"/>
                  </a:lnTo>
                  <a:lnTo>
                    <a:pt x="7847" y="3287"/>
                  </a:lnTo>
                  <a:lnTo>
                    <a:pt x="7815" y="3276"/>
                  </a:lnTo>
                  <a:lnTo>
                    <a:pt x="7785" y="3264"/>
                  </a:lnTo>
                  <a:lnTo>
                    <a:pt x="7755" y="3252"/>
                  </a:lnTo>
                  <a:lnTo>
                    <a:pt x="7727" y="3239"/>
                  </a:lnTo>
                  <a:lnTo>
                    <a:pt x="7698" y="3224"/>
                  </a:lnTo>
                  <a:lnTo>
                    <a:pt x="7671" y="3207"/>
                  </a:lnTo>
                  <a:lnTo>
                    <a:pt x="7644" y="3189"/>
                  </a:lnTo>
                  <a:lnTo>
                    <a:pt x="7617" y="3171"/>
                  </a:lnTo>
                  <a:lnTo>
                    <a:pt x="7592" y="3152"/>
                  </a:lnTo>
                  <a:lnTo>
                    <a:pt x="7568" y="3131"/>
                  </a:lnTo>
                  <a:lnTo>
                    <a:pt x="7544" y="3110"/>
                  </a:lnTo>
                  <a:lnTo>
                    <a:pt x="7521" y="3087"/>
                  </a:lnTo>
                  <a:lnTo>
                    <a:pt x="7500" y="3065"/>
                  </a:lnTo>
                  <a:lnTo>
                    <a:pt x="7479" y="3041"/>
                  </a:lnTo>
                  <a:lnTo>
                    <a:pt x="7458" y="3015"/>
                  </a:lnTo>
                  <a:lnTo>
                    <a:pt x="7440" y="2990"/>
                  </a:lnTo>
                  <a:lnTo>
                    <a:pt x="7422" y="2963"/>
                  </a:lnTo>
                  <a:lnTo>
                    <a:pt x="7404" y="2936"/>
                  </a:lnTo>
                  <a:lnTo>
                    <a:pt x="7389" y="2907"/>
                  </a:lnTo>
                  <a:lnTo>
                    <a:pt x="7374" y="2879"/>
                  </a:lnTo>
                  <a:lnTo>
                    <a:pt x="7361" y="2850"/>
                  </a:lnTo>
                  <a:lnTo>
                    <a:pt x="7349" y="2820"/>
                  </a:lnTo>
                  <a:lnTo>
                    <a:pt x="7337" y="2789"/>
                  </a:lnTo>
                  <a:lnTo>
                    <a:pt x="7328" y="2757"/>
                  </a:lnTo>
                  <a:lnTo>
                    <a:pt x="7319" y="2726"/>
                  </a:lnTo>
                  <a:lnTo>
                    <a:pt x="7311" y="2693"/>
                  </a:lnTo>
                  <a:lnTo>
                    <a:pt x="7305" y="2660"/>
                  </a:lnTo>
                  <a:lnTo>
                    <a:pt x="7299" y="2627"/>
                  </a:lnTo>
                  <a:lnTo>
                    <a:pt x="7296" y="2594"/>
                  </a:lnTo>
                  <a:lnTo>
                    <a:pt x="7295" y="2559"/>
                  </a:lnTo>
                  <a:lnTo>
                    <a:pt x="7293" y="2525"/>
                  </a:lnTo>
                  <a:lnTo>
                    <a:pt x="7293" y="2525"/>
                  </a:lnTo>
                  <a:lnTo>
                    <a:pt x="7295" y="2490"/>
                  </a:lnTo>
                  <a:lnTo>
                    <a:pt x="7296" y="2456"/>
                  </a:lnTo>
                  <a:lnTo>
                    <a:pt x="7299" y="2421"/>
                  </a:lnTo>
                  <a:lnTo>
                    <a:pt x="7305" y="2388"/>
                  </a:lnTo>
                  <a:lnTo>
                    <a:pt x="7311" y="2355"/>
                  </a:lnTo>
                  <a:lnTo>
                    <a:pt x="7319" y="2324"/>
                  </a:lnTo>
                  <a:lnTo>
                    <a:pt x="7328" y="2291"/>
                  </a:lnTo>
                  <a:lnTo>
                    <a:pt x="7338" y="2259"/>
                  </a:lnTo>
                  <a:lnTo>
                    <a:pt x="7349" y="2229"/>
                  </a:lnTo>
                  <a:lnTo>
                    <a:pt x="7362" y="2198"/>
                  </a:lnTo>
                  <a:lnTo>
                    <a:pt x="7376" y="2169"/>
                  </a:lnTo>
                  <a:lnTo>
                    <a:pt x="7391" y="2139"/>
                  </a:lnTo>
                  <a:lnTo>
                    <a:pt x="7407" y="2112"/>
                  </a:lnTo>
                  <a:lnTo>
                    <a:pt x="7424" y="2084"/>
                  </a:lnTo>
                  <a:lnTo>
                    <a:pt x="7442" y="2057"/>
                  </a:lnTo>
                  <a:lnTo>
                    <a:pt x="7461" y="2031"/>
                  </a:lnTo>
                  <a:lnTo>
                    <a:pt x="7481" y="2006"/>
                  </a:lnTo>
                  <a:lnTo>
                    <a:pt x="7503" y="1982"/>
                  </a:lnTo>
                  <a:lnTo>
                    <a:pt x="7524" y="1958"/>
                  </a:lnTo>
                  <a:lnTo>
                    <a:pt x="7548" y="1935"/>
                  </a:lnTo>
                  <a:lnTo>
                    <a:pt x="7571" y="1914"/>
                  </a:lnTo>
                  <a:lnTo>
                    <a:pt x="7596" y="1893"/>
                  </a:lnTo>
                  <a:lnTo>
                    <a:pt x="7622" y="1874"/>
                  </a:lnTo>
                  <a:lnTo>
                    <a:pt x="7649" y="1856"/>
                  </a:lnTo>
                  <a:lnTo>
                    <a:pt x="7676" y="1838"/>
                  </a:lnTo>
                  <a:lnTo>
                    <a:pt x="7703" y="1821"/>
                  </a:lnTo>
                  <a:lnTo>
                    <a:pt x="7731" y="1806"/>
                  </a:lnTo>
                  <a:lnTo>
                    <a:pt x="7761" y="1793"/>
                  </a:lnTo>
                  <a:lnTo>
                    <a:pt x="7790" y="1779"/>
                  </a:lnTo>
                  <a:lnTo>
                    <a:pt x="7821" y="1767"/>
                  </a:lnTo>
                  <a:lnTo>
                    <a:pt x="7851" y="1757"/>
                  </a:lnTo>
                  <a:lnTo>
                    <a:pt x="7883" y="1748"/>
                  </a:lnTo>
                  <a:lnTo>
                    <a:pt x="7883" y="722"/>
                  </a:lnTo>
                  <a:lnTo>
                    <a:pt x="4663" y="722"/>
                  </a:lnTo>
                  <a:lnTo>
                    <a:pt x="4467" y="722"/>
                  </a:lnTo>
                  <a:lnTo>
                    <a:pt x="4113" y="722"/>
                  </a:lnTo>
                  <a:lnTo>
                    <a:pt x="4113" y="722"/>
                  </a:lnTo>
                  <a:lnTo>
                    <a:pt x="4105" y="753"/>
                  </a:lnTo>
                  <a:lnTo>
                    <a:pt x="4095" y="785"/>
                  </a:lnTo>
                  <a:lnTo>
                    <a:pt x="4082" y="816"/>
                  </a:lnTo>
                  <a:lnTo>
                    <a:pt x="4070" y="846"/>
                  </a:lnTo>
                  <a:lnTo>
                    <a:pt x="4055" y="876"/>
                  </a:lnTo>
                  <a:lnTo>
                    <a:pt x="4040" y="905"/>
                  </a:lnTo>
                  <a:lnTo>
                    <a:pt x="4025" y="933"/>
                  </a:lnTo>
                  <a:lnTo>
                    <a:pt x="4007" y="962"/>
                  </a:lnTo>
                  <a:lnTo>
                    <a:pt x="3989" y="989"/>
                  </a:lnTo>
                  <a:lnTo>
                    <a:pt x="3970" y="1014"/>
                  </a:lnTo>
                  <a:lnTo>
                    <a:pt x="3950" y="1040"/>
                  </a:lnTo>
                  <a:lnTo>
                    <a:pt x="3929" y="1064"/>
                  </a:lnTo>
                  <a:lnTo>
                    <a:pt x="3907" y="1086"/>
                  </a:lnTo>
                  <a:lnTo>
                    <a:pt x="3884" y="1109"/>
                  </a:lnTo>
                  <a:lnTo>
                    <a:pt x="3860" y="1131"/>
                  </a:lnTo>
                  <a:lnTo>
                    <a:pt x="3835" y="1152"/>
                  </a:lnTo>
                  <a:lnTo>
                    <a:pt x="3809" y="1172"/>
                  </a:lnTo>
                  <a:lnTo>
                    <a:pt x="3784" y="1190"/>
                  </a:lnTo>
                  <a:lnTo>
                    <a:pt x="3757" y="1208"/>
                  </a:lnTo>
                  <a:lnTo>
                    <a:pt x="3728" y="1223"/>
                  </a:lnTo>
                  <a:lnTo>
                    <a:pt x="3700" y="1239"/>
                  </a:lnTo>
                  <a:lnTo>
                    <a:pt x="3671" y="1253"/>
                  </a:lnTo>
                  <a:lnTo>
                    <a:pt x="3641" y="1266"/>
                  </a:lnTo>
                  <a:lnTo>
                    <a:pt x="3611" y="1277"/>
                  </a:lnTo>
                  <a:lnTo>
                    <a:pt x="3580" y="1287"/>
                  </a:lnTo>
                  <a:lnTo>
                    <a:pt x="3548" y="1296"/>
                  </a:lnTo>
                  <a:lnTo>
                    <a:pt x="3517" y="1304"/>
                  </a:lnTo>
                  <a:lnTo>
                    <a:pt x="3485" y="1311"/>
                  </a:lnTo>
                  <a:lnTo>
                    <a:pt x="3452" y="1316"/>
                  </a:lnTo>
                  <a:lnTo>
                    <a:pt x="3419" y="1320"/>
                  </a:lnTo>
                  <a:lnTo>
                    <a:pt x="3385" y="1322"/>
                  </a:lnTo>
                  <a:lnTo>
                    <a:pt x="3352" y="1323"/>
                  </a:lnTo>
                  <a:lnTo>
                    <a:pt x="3352" y="1323"/>
                  </a:lnTo>
                  <a:lnTo>
                    <a:pt x="3317" y="1322"/>
                  </a:lnTo>
                  <a:lnTo>
                    <a:pt x="3284" y="1320"/>
                  </a:lnTo>
                  <a:lnTo>
                    <a:pt x="3251" y="1316"/>
                  </a:lnTo>
                  <a:lnTo>
                    <a:pt x="3218" y="1311"/>
                  </a:lnTo>
                  <a:lnTo>
                    <a:pt x="3185" y="1304"/>
                  </a:lnTo>
                  <a:lnTo>
                    <a:pt x="3154" y="1296"/>
                  </a:lnTo>
                  <a:lnTo>
                    <a:pt x="3122" y="1287"/>
                  </a:lnTo>
                  <a:lnTo>
                    <a:pt x="3091" y="1277"/>
                  </a:lnTo>
                  <a:lnTo>
                    <a:pt x="3061" y="1266"/>
                  </a:lnTo>
                  <a:lnTo>
                    <a:pt x="3031" y="1253"/>
                  </a:lnTo>
                  <a:lnTo>
                    <a:pt x="3002" y="1239"/>
                  </a:lnTo>
                  <a:lnTo>
                    <a:pt x="2974" y="1223"/>
                  </a:lnTo>
                  <a:lnTo>
                    <a:pt x="2945" y="1208"/>
                  </a:lnTo>
                  <a:lnTo>
                    <a:pt x="2918" y="1190"/>
                  </a:lnTo>
                  <a:lnTo>
                    <a:pt x="2893" y="1172"/>
                  </a:lnTo>
                  <a:lnTo>
                    <a:pt x="2867" y="1152"/>
                  </a:lnTo>
                  <a:lnTo>
                    <a:pt x="2842" y="1131"/>
                  </a:lnTo>
                  <a:lnTo>
                    <a:pt x="2819" y="1109"/>
                  </a:lnTo>
                  <a:lnTo>
                    <a:pt x="2795" y="1086"/>
                  </a:lnTo>
                  <a:lnTo>
                    <a:pt x="2774" y="1064"/>
                  </a:lnTo>
                  <a:lnTo>
                    <a:pt x="2752" y="1040"/>
                  </a:lnTo>
                  <a:lnTo>
                    <a:pt x="2732" y="1014"/>
                  </a:lnTo>
                  <a:lnTo>
                    <a:pt x="2713" y="989"/>
                  </a:lnTo>
                  <a:lnTo>
                    <a:pt x="2695" y="962"/>
                  </a:lnTo>
                  <a:lnTo>
                    <a:pt x="2678" y="933"/>
                  </a:lnTo>
                  <a:lnTo>
                    <a:pt x="2662" y="905"/>
                  </a:lnTo>
                  <a:lnTo>
                    <a:pt x="2647" y="876"/>
                  </a:lnTo>
                  <a:lnTo>
                    <a:pt x="2633" y="846"/>
                  </a:lnTo>
                  <a:lnTo>
                    <a:pt x="2620" y="816"/>
                  </a:lnTo>
                  <a:lnTo>
                    <a:pt x="2609" y="785"/>
                  </a:lnTo>
                  <a:lnTo>
                    <a:pt x="2599" y="753"/>
                  </a:lnTo>
                  <a:lnTo>
                    <a:pt x="2590" y="722"/>
                  </a:lnTo>
                  <a:lnTo>
                    <a:pt x="407" y="722"/>
                  </a:lnTo>
                  <a:lnTo>
                    <a:pt x="407" y="1743"/>
                  </a:lnTo>
                  <a:lnTo>
                    <a:pt x="407" y="1743"/>
                  </a:lnTo>
                  <a:lnTo>
                    <a:pt x="438" y="1752"/>
                  </a:lnTo>
                  <a:lnTo>
                    <a:pt x="470" y="1763"/>
                  </a:lnTo>
                  <a:lnTo>
                    <a:pt x="500" y="1775"/>
                  </a:lnTo>
                  <a:lnTo>
                    <a:pt x="530" y="1787"/>
                  </a:lnTo>
                  <a:lnTo>
                    <a:pt x="558" y="1802"/>
                  </a:lnTo>
                  <a:lnTo>
                    <a:pt x="587" y="1817"/>
                  </a:lnTo>
                  <a:lnTo>
                    <a:pt x="615" y="1833"/>
                  </a:lnTo>
                  <a:lnTo>
                    <a:pt x="642" y="1850"/>
                  </a:lnTo>
                  <a:lnTo>
                    <a:pt x="669" y="1869"/>
                  </a:lnTo>
                  <a:lnTo>
                    <a:pt x="695" y="1889"/>
                  </a:lnTo>
                  <a:lnTo>
                    <a:pt x="719" y="1910"/>
                  </a:lnTo>
                  <a:lnTo>
                    <a:pt x="743" y="1931"/>
                  </a:lnTo>
                  <a:lnTo>
                    <a:pt x="765" y="1953"/>
                  </a:lnTo>
                  <a:lnTo>
                    <a:pt x="788" y="1977"/>
                  </a:lnTo>
                  <a:lnTo>
                    <a:pt x="809" y="2001"/>
                  </a:lnTo>
                  <a:lnTo>
                    <a:pt x="830" y="2027"/>
                  </a:lnTo>
                  <a:lnTo>
                    <a:pt x="848" y="2052"/>
                  </a:lnTo>
                  <a:lnTo>
                    <a:pt x="866" y="2079"/>
                  </a:lnTo>
                  <a:lnTo>
                    <a:pt x="884" y="2106"/>
                  </a:lnTo>
                  <a:lnTo>
                    <a:pt x="900" y="2135"/>
                  </a:lnTo>
                  <a:lnTo>
                    <a:pt x="915" y="2163"/>
                  </a:lnTo>
                  <a:lnTo>
                    <a:pt x="929" y="2193"/>
                  </a:lnTo>
                  <a:lnTo>
                    <a:pt x="941" y="2223"/>
                  </a:lnTo>
                  <a:lnTo>
                    <a:pt x="953" y="2255"/>
                  </a:lnTo>
                  <a:lnTo>
                    <a:pt x="963" y="2286"/>
                  </a:lnTo>
                  <a:lnTo>
                    <a:pt x="971" y="2318"/>
                  </a:lnTo>
                  <a:lnTo>
                    <a:pt x="980" y="2351"/>
                  </a:lnTo>
                  <a:lnTo>
                    <a:pt x="986" y="2384"/>
                  </a:lnTo>
                  <a:lnTo>
                    <a:pt x="990" y="2417"/>
                  </a:lnTo>
                  <a:lnTo>
                    <a:pt x="993" y="2451"/>
                  </a:lnTo>
                  <a:lnTo>
                    <a:pt x="996" y="2486"/>
                  </a:lnTo>
                  <a:lnTo>
                    <a:pt x="996" y="2520"/>
                  </a:lnTo>
                  <a:lnTo>
                    <a:pt x="996" y="2520"/>
                  </a:lnTo>
                  <a:lnTo>
                    <a:pt x="996" y="2555"/>
                  </a:lnTo>
                  <a:lnTo>
                    <a:pt x="993" y="2588"/>
                  </a:lnTo>
                  <a:lnTo>
                    <a:pt x="990" y="2622"/>
                  </a:lnTo>
                  <a:lnTo>
                    <a:pt x="986" y="2655"/>
                  </a:lnTo>
                  <a:lnTo>
                    <a:pt x="980" y="2688"/>
                  </a:lnTo>
                  <a:lnTo>
                    <a:pt x="971" y="2721"/>
                  </a:lnTo>
                  <a:lnTo>
                    <a:pt x="963" y="2753"/>
                  </a:lnTo>
                  <a:lnTo>
                    <a:pt x="953" y="2784"/>
                  </a:lnTo>
                  <a:lnTo>
                    <a:pt x="941" y="2816"/>
                  </a:lnTo>
                  <a:lnTo>
                    <a:pt x="929" y="2846"/>
                  </a:lnTo>
                  <a:lnTo>
                    <a:pt x="915" y="2876"/>
                  </a:lnTo>
                  <a:lnTo>
                    <a:pt x="900" y="2904"/>
                  </a:lnTo>
                  <a:lnTo>
                    <a:pt x="884" y="2933"/>
                  </a:lnTo>
                  <a:lnTo>
                    <a:pt x="866" y="2960"/>
                  </a:lnTo>
                  <a:lnTo>
                    <a:pt x="848" y="2987"/>
                  </a:lnTo>
                  <a:lnTo>
                    <a:pt x="830" y="3012"/>
                  </a:lnTo>
                  <a:lnTo>
                    <a:pt x="809" y="3038"/>
                  </a:lnTo>
                  <a:lnTo>
                    <a:pt x="788" y="3062"/>
                  </a:lnTo>
                  <a:lnTo>
                    <a:pt x="765" y="3086"/>
                  </a:lnTo>
                  <a:lnTo>
                    <a:pt x="743" y="3108"/>
                  </a:lnTo>
                  <a:lnTo>
                    <a:pt x="719" y="3131"/>
                  </a:lnTo>
                  <a:lnTo>
                    <a:pt x="695" y="3150"/>
                  </a:lnTo>
                  <a:lnTo>
                    <a:pt x="669" y="3170"/>
                  </a:lnTo>
                  <a:lnTo>
                    <a:pt x="642" y="3189"/>
                  </a:lnTo>
                  <a:lnTo>
                    <a:pt x="615" y="3206"/>
                  </a:lnTo>
                  <a:lnTo>
                    <a:pt x="587" y="3222"/>
                  </a:lnTo>
                  <a:lnTo>
                    <a:pt x="558" y="3237"/>
                  </a:lnTo>
                  <a:lnTo>
                    <a:pt x="530" y="3252"/>
                  </a:lnTo>
                  <a:lnTo>
                    <a:pt x="500" y="3264"/>
                  </a:lnTo>
                  <a:lnTo>
                    <a:pt x="470" y="3276"/>
                  </a:lnTo>
                  <a:lnTo>
                    <a:pt x="438" y="3287"/>
                  </a:lnTo>
                  <a:lnTo>
                    <a:pt x="407" y="3296"/>
                  </a:lnTo>
                  <a:lnTo>
                    <a:pt x="407" y="4317"/>
                  </a:lnTo>
                  <a:lnTo>
                    <a:pt x="7878" y="4323"/>
                  </a:lnTo>
                  <a:lnTo>
                    <a:pt x="7878" y="3296"/>
                  </a:lnTo>
                  <a:close/>
                  <a:moveTo>
                    <a:pt x="393" y="5304"/>
                  </a:moveTo>
                  <a:lnTo>
                    <a:pt x="393" y="5304"/>
                  </a:lnTo>
                  <a:lnTo>
                    <a:pt x="374" y="5304"/>
                  </a:lnTo>
                  <a:lnTo>
                    <a:pt x="354" y="5306"/>
                  </a:lnTo>
                  <a:lnTo>
                    <a:pt x="336" y="5309"/>
                  </a:lnTo>
                  <a:lnTo>
                    <a:pt x="317" y="5312"/>
                  </a:lnTo>
                  <a:lnTo>
                    <a:pt x="281" y="5321"/>
                  </a:lnTo>
                  <a:lnTo>
                    <a:pt x="246" y="5333"/>
                  </a:lnTo>
                  <a:lnTo>
                    <a:pt x="213" y="5348"/>
                  </a:lnTo>
                  <a:lnTo>
                    <a:pt x="182" y="5366"/>
                  </a:lnTo>
                  <a:lnTo>
                    <a:pt x="152" y="5387"/>
                  </a:lnTo>
                  <a:lnTo>
                    <a:pt x="125" y="5411"/>
                  </a:lnTo>
                  <a:lnTo>
                    <a:pt x="99" y="5436"/>
                  </a:lnTo>
                  <a:lnTo>
                    <a:pt x="77" y="5465"/>
                  </a:lnTo>
                  <a:lnTo>
                    <a:pt x="56" y="5495"/>
                  </a:lnTo>
                  <a:lnTo>
                    <a:pt x="38" y="5526"/>
                  </a:lnTo>
                  <a:lnTo>
                    <a:pt x="24" y="5559"/>
                  </a:lnTo>
                  <a:lnTo>
                    <a:pt x="12" y="5594"/>
                  </a:lnTo>
                  <a:lnTo>
                    <a:pt x="8" y="5612"/>
                  </a:lnTo>
                  <a:lnTo>
                    <a:pt x="5" y="5631"/>
                  </a:lnTo>
                  <a:lnTo>
                    <a:pt x="2" y="5649"/>
                  </a:lnTo>
                  <a:lnTo>
                    <a:pt x="0" y="5667"/>
                  </a:lnTo>
                  <a:lnTo>
                    <a:pt x="0" y="5697"/>
                  </a:lnTo>
                  <a:lnTo>
                    <a:pt x="0" y="5978"/>
                  </a:lnTo>
                  <a:lnTo>
                    <a:pt x="0" y="6029"/>
                  </a:lnTo>
                  <a:lnTo>
                    <a:pt x="0" y="6675"/>
                  </a:lnTo>
                  <a:lnTo>
                    <a:pt x="0" y="7497"/>
                  </a:lnTo>
                  <a:lnTo>
                    <a:pt x="393" y="7497"/>
                  </a:lnTo>
                  <a:lnTo>
                    <a:pt x="393" y="6029"/>
                  </a:lnTo>
                  <a:lnTo>
                    <a:pt x="393" y="6029"/>
                  </a:lnTo>
                  <a:lnTo>
                    <a:pt x="393" y="5697"/>
                  </a:lnTo>
                  <a:lnTo>
                    <a:pt x="7874" y="5697"/>
                  </a:lnTo>
                  <a:lnTo>
                    <a:pt x="7874" y="7854"/>
                  </a:lnTo>
                  <a:lnTo>
                    <a:pt x="1440" y="7854"/>
                  </a:lnTo>
                  <a:lnTo>
                    <a:pt x="1440" y="7853"/>
                  </a:lnTo>
                  <a:lnTo>
                    <a:pt x="786" y="7853"/>
                  </a:lnTo>
                  <a:lnTo>
                    <a:pt x="786" y="8247"/>
                  </a:lnTo>
                  <a:lnTo>
                    <a:pt x="1071" y="8247"/>
                  </a:lnTo>
                  <a:lnTo>
                    <a:pt x="1071" y="8247"/>
                  </a:lnTo>
                  <a:lnTo>
                    <a:pt x="1184" y="8247"/>
                  </a:lnTo>
                  <a:lnTo>
                    <a:pt x="1184" y="8640"/>
                  </a:lnTo>
                  <a:lnTo>
                    <a:pt x="1577" y="8640"/>
                  </a:lnTo>
                  <a:lnTo>
                    <a:pt x="1577" y="8247"/>
                  </a:lnTo>
                  <a:lnTo>
                    <a:pt x="6689" y="8247"/>
                  </a:lnTo>
                  <a:lnTo>
                    <a:pt x="6689" y="8640"/>
                  </a:lnTo>
                  <a:lnTo>
                    <a:pt x="7082" y="8640"/>
                  </a:lnTo>
                  <a:lnTo>
                    <a:pt x="7082" y="8247"/>
                  </a:lnTo>
                  <a:lnTo>
                    <a:pt x="7874" y="8247"/>
                  </a:lnTo>
                  <a:lnTo>
                    <a:pt x="7874" y="8247"/>
                  </a:lnTo>
                  <a:lnTo>
                    <a:pt x="7893" y="8247"/>
                  </a:lnTo>
                  <a:lnTo>
                    <a:pt x="7914" y="8246"/>
                  </a:lnTo>
                  <a:lnTo>
                    <a:pt x="7934" y="8243"/>
                  </a:lnTo>
                  <a:lnTo>
                    <a:pt x="7953" y="8240"/>
                  </a:lnTo>
                  <a:lnTo>
                    <a:pt x="7971" y="8235"/>
                  </a:lnTo>
                  <a:lnTo>
                    <a:pt x="7991" y="8229"/>
                  </a:lnTo>
                  <a:lnTo>
                    <a:pt x="8009" y="8223"/>
                  </a:lnTo>
                  <a:lnTo>
                    <a:pt x="8027" y="8216"/>
                  </a:lnTo>
                  <a:lnTo>
                    <a:pt x="8043" y="8208"/>
                  </a:lnTo>
                  <a:lnTo>
                    <a:pt x="8061" y="8199"/>
                  </a:lnTo>
                  <a:lnTo>
                    <a:pt x="8078" y="8190"/>
                  </a:lnTo>
                  <a:lnTo>
                    <a:pt x="8093" y="8180"/>
                  </a:lnTo>
                  <a:lnTo>
                    <a:pt x="8108" y="8169"/>
                  </a:lnTo>
                  <a:lnTo>
                    <a:pt x="8123" y="8157"/>
                  </a:lnTo>
                  <a:lnTo>
                    <a:pt x="8151" y="8132"/>
                  </a:lnTo>
                  <a:lnTo>
                    <a:pt x="8177" y="8103"/>
                  </a:lnTo>
                  <a:lnTo>
                    <a:pt x="8189" y="8088"/>
                  </a:lnTo>
                  <a:lnTo>
                    <a:pt x="8199" y="8073"/>
                  </a:lnTo>
                  <a:lnTo>
                    <a:pt x="8210" y="8058"/>
                  </a:lnTo>
                  <a:lnTo>
                    <a:pt x="8219" y="8042"/>
                  </a:lnTo>
                  <a:lnTo>
                    <a:pt x="8228" y="8024"/>
                  </a:lnTo>
                  <a:lnTo>
                    <a:pt x="8235" y="8007"/>
                  </a:lnTo>
                  <a:lnTo>
                    <a:pt x="8243" y="7989"/>
                  </a:lnTo>
                  <a:lnTo>
                    <a:pt x="8249" y="7971"/>
                  </a:lnTo>
                  <a:lnTo>
                    <a:pt x="8255" y="7952"/>
                  </a:lnTo>
                  <a:lnTo>
                    <a:pt x="8259" y="7934"/>
                  </a:lnTo>
                  <a:lnTo>
                    <a:pt x="8262" y="7914"/>
                  </a:lnTo>
                  <a:lnTo>
                    <a:pt x="8265" y="7895"/>
                  </a:lnTo>
                  <a:lnTo>
                    <a:pt x="8267" y="7874"/>
                  </a:lnTo>
                  <a:lnTo>
                    <a:pt x="8267" y="7854"/>
                  </a:lnTo>
                  <a:lnTo>
                    <a:pt x="8267" y="5300"/>
                  </a:lnTo>
                  <a:lnTo>
                    <a:pt x="8262" y="5304"/>
                  </a:lnTo>
                  <a:lnTo>
                    <a:pt x="393" y="530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42">
              <a:extLst>
                <a:ext uri="{FF2B5EF4-FFF2-40B4-BE49-F238E27FC236}">
                  <a16:creationId xmlns:a16="http://schemas.microsoft.com/office/drawing/2014/main" id="{3DA5F187-B2E0-B41E-E0E7-57CF8829B976}"/>
                </a:ext>
                <a:ext uri="{C183D7F6-B498-43B3-948B-1728B52AA6E4}">
                  <adec:decorative xmlns:adec="http://schemas.microsoft.com/office/drawing/2017/decorative" val="1"/>
                </a:ext>
              </a:extLst>
            </p:cNvPr>
            <p:cNvSpPr>
              <a:spLocks noEditPoints="1"/>
            </p:cNvSpPr>
            <p:nvPr/>
          </p:nvSpPr>
          <p:spPr bwMode="auto">
            <a:xfrm>
              <a:off x="7830820" y="901173"/>
              <a:ext cx="380047" cy="351155"/>
            </a:xfrm>
            <a:custGeom>
              <a:avLst/>
              <a:gdLst>
                <a:gd name="T0" fmla="*/ 590 w 7182"/>
                <a:gd name="T1" fmla="*/ 6045 h 6634"/>
                <a:gd name="T2" fmla="*/ 0 w 7182"/>
                <a:gd name="T3" fmla="*/ 6634 h 6634"/>
                <a:gd name="T4" fmla="*/ 0 w 7182"/>
                <a:gd name="T5" fmla="*/ 6045 h 6634"/>
                <a:gd name="T6" fmla="*/ 6390 w 7182"/>
                <a:gd name="T7" fmla="*/ 5554 h 6634"/>
                <a:gd name="T8" fmla="*/ 4419 w 7182"/>
                <a:gd name="T9" fmla="*/ 5751 h 6634"/>
                <a:gd name="T10" fmla="*/ 4419 w 7182"/>
                <a:gd name="T11" fmla="*/ 5554 h 6634"/>
                <a:gd name="T12" fmla="*/ 6396 w 7182"/>
                <a:gd name="T13" fmla="*/ 5161 h 6634"/>
                <a:gd name="T14" fmla="*/ 4425 w 7182"/>
                <a:gd name="T15" fmla="*/ 5362 h 6634"/>
                <a:gd name="T16" fmla="*/ 4425 w 7182"/>
                <a:gd name="T17" fmla="*/ 5161 h 6634"/>
                <a:gd name="T18" fmla="*/ 7182 w 7182"/>
                <a:gd name="T19" fmla="*/ 5157 h 6634"/>
                <a:gd name="T20" fmla="*/ 6789 w 7182"/>
                <a:gd name="T21" fmla="*/ 5358 h 6634"/>
                <a:gd name="T22" fmla="*/ 6789 w 7182"/>
                <a:gd name="T23" fmla="*/ 5157 h 6634"/>
                <a:gd name="T24" fmla="*/ 6396 w 7182"/>
                <a:gd name="T25" fmla="*/ 4779 h 6634"/>
                <a:gd name="T26" fmla="*/ 4425 w 7182"/>
                <a:gd name="T27" fmla="*/ 4975 h 6634"/>
                <a:gd name="T28" fmla="*/ 4425 w 7182"/>
                <a:gd name="T29" fmla="*/ 4779 h 6634"/>
                <a:gd name="T30" fmla="*/ 7182 w 7182"/>
                <a:gd name="T31" fmla="*/ 4375 h 6634"/>
                <a:gd name="T32" fmla="*/ 6789 w 7182"/>
                <a:gd name="T33" fmla="*/ 4768 h 6634"/>
                <a:gd name="T34" fmla="*/ 6789 w 7182"/>
                <a:gd name="T35" fmla="*/ 4375 h 6634"/>
                <a:gd name="T36" fmla="*/ 6396 w 7182"/>
                <a:gd name="T37" fmla="*/ 4375 h 6634"/>
                <a:gd name="T38" fmla="*/ 4425 w 7182"/>
                <a:gd name="T39" fmla="*/ 4572 h 6634"/>
                <a:gd name="T40" fmla="*/ 4425 w 7182"/>
                <a:gd name="T41" fmla="*/ 4375 h 6634"/>
                <a:gd name="T42" fmla="*/ 5815 w 7182"/>
                <a:gd name="T43" fmla="*/ 1485 h 6634"/>
                <a:gd name="T44" fmla="*/ 6701 w 7182"/>
                <a:gd name="T45" fmla="*/ 300 h 6634"/>
                <a:gd name="T46" fmla="*/ 5815 w 7182"/>
                <a:gd name="T47" fmla="*/ 300 h 6634"/>
                <a:gd name="T48" fmla="*/ 4144 w 7182"/>
                <a:gd name="T49" fmla="*/ 1485 h 6634"/>
                <a:gd name="T50" fmla="*/ 5029 w 7182"/>
                <a:gd name="T51" fmla="*/ 300 h 6634"/>
                <a:gd name="T52" fmla="*/ 4144 w 7182"/>
                <a:gd name="T53" fmla="*/ 300 h 6634"/>
                <a:gd name="T54" fmla="*/ 1965 w 7182"/>
                <a:gd name="T55" fmla="*/ 1485 h 6634"/>
                <a:gd name="T56" fmla="*/ 3358 w 7182"/>
                <a:gd name="T57" fmla="*/ 300 h 6634"/>
                <a:gd name="T58" fmla="*/ 1965 w 7182"/>
                <a:gd name="T59" fmla="*/ 300 h 6634"/>
                <a:gd name="T60" fmla="*/ 6995 w 7182"/>
                <a:gd name="T61" fmla="*/ 0 h 6634"/>
                <a:gd name="T62" fmla="*/ 5520 w 7182"/>
                <a:gd name="T63" fmla="*/ 1785 h 6634"/>
                <a:gd name="T64" fmla="*/ 5520 w 7182"/>
                <a:gd name="T65" fmla="*/ 0 h 6634"/>
                <a:gd name="T66" fmla="*/ 5323 w 7182"/>
                <a:gd name="T67" fmla="*/ 0 h 6634"/>
                <a:gd name="T68" fmla="*/ 3848 w 7182"/>
                <a:gd name="T69" fmla="*/ 1785 h 6634"/>
                <a:gd name="T70" fmla="*/ 3848 w 7182"/>
                <a:gd name="T71" fmla="*/ 0 h 6634"/>
                <a:gd name="T72" fmla="*/ 3652 w 7182"/>
                <a:gd name="T73" fmla="*/ 0 h 6634"/>
                <a:gd name="T74" fmla="*/ 1671 w 7182"/>
                <a:gd name="T75" fmla="*/ 1785 h 6634"/>
                <a:gd name="T76" fmla="*/ 1671 w 7182"/>
                <a:gd name="T77" fmla="*/ 0 h 6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82" h="6634">
                  <a:moveTo>
                    <a:pt x="0" y="6045"/>
                  </a:moveTo>
                  <a:lnTo>
                    <a:pt x="590" y="6045"/>
                  </a:lnTo>
                  <a:lnTo>
                    <a:pt x="590" y="6634"/>
                  </a:lnTo>
                  <a:lnTo>
                    <a:pt x="0" y="6634"/>
                  </a:lnTo>
                  <a:lnTo>
                    <a:pt x="0" y="6045"/>
                  </a:lnTo>
                  <a:lnTo>
                    <a:pt x="0" y="6045"/>
                  </a:lnTo>
                  <a:close/>
                  <a:moveTo>
                    <a:pt x="4419" y="5554"/>
                  </a:moveTo>
                  <a:lnTo>
                    <a:pt x="6390" y="5554"/>
                  </a:lnTo>
                  <a:lnTo>
                    <a:pt x="6390" y="5751"/>
                  </a:lnTo>
                  <a:lnTo>
                    <a:pt x="4419" y="5751"/>
                  </a:lnTo>
                  <a:lnTo>
                    <a:pt x="4419" y="5554"/>
                  </a:lnTo>
                  <a:lnTo>
                    <a:pt x="4419" y="5554"/>
                  </a:lnTo>
                  <a:close/>
                  <a:moveTo>
                    <a:pt x="4425" y="5161"/>
                  </a:moveTo>
                  <a:lnTo>
                    <a:pt x="6396" y="5161"/>
                  </a:lnTo>
                  <a:lnTo>
                    <a:pt x="6396" y="5362"/>
                  </a:lnTo>
                  <a:lnTo>
                    <a:pt x="4425" y="5362"/>
                  </a:lnTo>
                  <a:lnTo>
                    <a:pt x="4425" y="5161"/>
                  </a:lnTo>
                  <a:lnTo>
                    <a:pt x="4425" y="5161"/>
                  </a:lnTo>
                  <a:close/>
                  <a:moveTo>
                    <a:pt x="6789" y="5157"/>
                  </a:moveTo>
                  <a:lnTo>
                    <a:pt x="7182" y="5157"/>
                  </a:lnTo>
                  <a:lnTo>
                    <a:pt x="7182" y="5358"/>
                  </a:lnTo>
                  <a:lnTo>
                    <a:pt x="6789" y="5358"/>
                  </a:lnTo>
                  <a:lnTo>
                    <a:pt x="6789" y="5157"/>
                  </a:lnTo>
                  <a:lnTo>
                    <a:pt x="6789" y="5157"/>
                  </a:lnTo>
                  <a:close/>
                  <a:moveTo>
                    <a:pt x="4425" y="4779"/>
                  </a:moveTo>
                  <a:lnTo>
                    <a:pt x="6396" y="4779"/>
                  </a:lnTo>
                  <a:lnTo>
                    <a:pt x="6396" y="4975"/>
                  </a:lnTo>
                  <a:lnTo>
                    <a:pt x="4425" y="4975"/>
                  </a:lnTo>
                  <a:lnTo>
                    <a:pt x="4425" y="4779"/>
                  </a:lnTo>
                  <a:lnTo>
                    <a:pt x="4425" y="4779"/>
                  </a:lnTo>
                  <a:close/>
                  <a:moveTo>
                    <a:pt x="6789" y="4375"/>
                  </a:moveTo>
                  <a:lnTo>
                    <a:pt x="7182" y="4375"/>
                  </a:lnTo>
                  <a:lnTo>
                    <a:pt x="7182" y="4768"/>
                  </a:lnTo>
                  <a:lnTo>
                    <a:pt x="6789" y="4768"/>
                  </a:lnTo>
                  <a:lnTo>
                    <a:pt x="6789" y="4375"/>
                  </a:lnTo>
                  <a:lnTo>
                    <a:pt x="6789" y="4375"/>
                  </a:lnTo>
                  <a:close/>
                  <a:moveTo>
                    <a:pt x="4425" y="4375"/>
                  </a:moveTo>
                  <a:lnTo>
                    <a:pt x="6396" y="4375"/>
                  </a:lnTo>
                  <a:lnTo>
                    <a:pt x="6396" y="4572"/>
                  </a:lnTo>
                  <a:lnTo>
                    <a:pt x="4425" y="4572"/>
                  </a:lnTo>
                  <a:lnTo>
                    <a:pt x="4425" y="4375"/>
                  </a:lnTo>
                  <a:lnTo>
                    <a:pt x="4425" y="4375"/>
                  </a:lnTo>
                  <a:close/>
                  <a:moveTo>
                    <a:pt x="5815" y="300"/>
                  </a:moveTo>
                  <a:lnTo>
                    <a:pt x="5815" y="1485"/>
                  </a:lnTo>
                  <a:lnTo>
                    <a:pt x="6701" y="1485"/>
                  </a:lnTo>
                  <a:lnTo>
                    <a:pt x="6701" y="300"/>
                  </a:lnTo>
                  <a:lnTo>
                    <a:pt x="5815" y="300"/>
                  </a:lnTo>
                  <a:lnTo>
                    <a:pt x="5815" y="300"/>
                  </a:lnTo>
                  <a:close/>
                  <a:moveTo>
                    <a:pt x="4144" y="300"/>
                  </a:moveTo>
                  <a:lnTo>
                    <a:pt x="4144" y="1485"/>
                  </a:lnTo>
                  <a:lnTo>
                    <a:pt x="5029" y="1485"/>
                  </a:lnTo>
                  <a:lnTo>
                    <a:pt x="5029" y="300"/>
                  </a:lnTo>
                  <a:lnTo>
                    <a:pt x="4144" y="300"/>
                  </a:lnTo>
                  <a:lnTo>
                    <a:pt x="4144" y="300"/>
                  </a:lnTo>
                  <a:close/>
                  <a:moveTo>
                    <a:pt x="1965" y="300"/>
                  </a:moveTo>
                  <a:lnTo>
                    <a:pt x="1965" y="1485"/>
                  </a:lnTo>
                  <a:lnTo>
                    <a:pt x="3358" y="1485"/>
                  </a:lnTo>
                  <a:lnTo>
                    <a:pt x="3358" y="300"/>
                  </a:lnTo>
                  <a:lnTo>
                    <a:pt x="1965" y="300"/>
                  </a:lnTo>
                  <a:lnTo>
                    <a:pt x="1965" y="300"/>
                  </a:lnTo>
                  <a:close/>
                  <a:moveTo>
                    <a:pt x="5520" y="0"/>
                  </a:moveTo>
                  <a:lnTo>
                    <a:pt x="6995" y="0"/>
                  </a:lnTo>
                  <a:lnTo>
                    <a:pt x="6995" y="1785"/>
                  </a:lnTo>
                  <a:lnTo>
                    <a:pt x="5520" y="1785"/>
                  </a:lnTo>
                  <a:lnTo>
                    <a:pt x="5520" y="0"/>
                  </a:lnTo>
                  <a:lnTo>
                    <a:pt x="5520" y="0"/>
                  </a:lnTo>
                  <a:close/>
                  <a:moveTo>
                    <a:pt x="3848" y="0"/>
                  </a:moveTo>
                  <a:lnTo>
                    <a:pt x="5323" y="0"/>
                  </a:lnTo>
                  <a:lnTo>
                    <a:pt x="5323" y="1785"/>
                  </a:lnTo>
                  <a:lnTo>
                    <a:pt x="3848" y="1785"/>
                  </a:lnTo>
                  <a:lnTo>
                    <a:pt x="3848" y="0"/>
                  </a:lnTo>
                  <a:lnTo>
                    <a:pt x="3848" y="0"/>
                  </a:lnTo>
                  <a:close/>
                  <a:moveTo>
                    <a:pt x="1671" y="0"/>
                  </a:moveTo>
                  <a:lnTo>
                    <a:pt x="3652" y="0"/>
                  </a:lnTo>
                  <a:lnTo>
                    <a:pt x="3652" y="1785"/>
                  </a:lnTo>
                  <a:lnTo>
                    <a:pt x="1671" y="1785"/>
                  </a:lnTo>
                  <a:lnTo>
                    <a:pt x="1671" y="0"/>
                  </a:lnTo>
                  <a:lnTo>
                    <a:pt x="167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0" name="Group 2819">
            <a:extLst>
              <a:ext uri="{FF2B5EF4-FFF2-40B4-BE49-F238E27FC236}">
                <a16:creationId xmlns:a16="http://schemas.microsoft.com/office/drawing/2014/main" id="{F34560AD-0E55-6AB2-8C0A-97FB5FA0C6F0}"/>
              </a:ext>
              <a:ext uri="{C183D7F6-B498-43B3-948B-1728B52AA6E4}">
                <adec:decorative xmlns:adec="http://schemas.microsoft.com/office/drawing/2017/decorative" val="1"/>
              </a:ext>
            </a:extLst>
          </p:cNvPr>
          <p:cNvGrpSpPr>
            <a:grpSpLocks noChangeAspect="1"/>
          </p:cNvGrpSpPr>
          <p:nvPr/>
        </p:nvGrpSpPr>
        <p:grpSpPr>
          <a:xfrm>
            <a:off x="8448796" y="879371"/>
            <a:ext cx="518112" cy="320040"/>
            <a:chOff x="8448796" y="879371"/>
            <a:chExt cx="518112" cy="320040"/>
          </a:xfrm>
          <a:solidFill>
            <a:srgbClr val="FF0000"/>
          </a:solidFill>
        </p:grpSpPr>
        <p:sp>
          <p:nvSpPr>
            <p:cNvPr id="410" name="Freeform: Shape 409">
              <a:extLst>
                <a:ext uri="{FF2B5EF4-FFF2-40B4-BE49-F238E27FC236}">
                  <a16:creationId xmlns:a16="http://schemas.microsoft.com/office/drawing/2014/main" id="{694E5716-2B96-D7AD-C73A-BDE2254BBFFF}"/>
                </a:ext>
                <a:ext uri="{C183D7F6-B498-43B3-948B-1728B52AA6E4}">
                  <adec:decorative xmlns:adec="http://schemas.microsoft.com/office/drawing/2017/decorative" val="1"/>
                </a:ext>
              </a:extLst>
            </p:cNvPr>
            <p:cNvSpPr/>
            <p:nvPr/>
          </p:nvSpPr>
          <p:spPr>
            <a:xfrm>
              <a:off x="8454728" y="883751"/>
              <a:ext cx="512180" cy="315660"/>
            </a:xfrm>
            <a:custGeom>
              <a:avLst/>
              <a:gdLst>
                <a:gd name="connsiteX0" fmla="*/ 9492323 w 10975297"/>
                <a:gd name="connsiteY0" fmla="*/ 4780588 h 6764144"/>
                <a:gd name="connsiteX1" fmla="*/ 9992908 w 10975297"/>
                <a:gd name="connsiteY1" fmla="*/ 4780588 h 6764144"/>
                <a:gd name="connsiteX2" fmla="*/ 9992908 w 10975297"/>
                <a:gd name="connsiteY2" fmla="*/ 5281174 h 6764144"/>
                <a:gd name="connsiteX3" fmla="*/ 9492323 w 10975297"/>
                <a:gd name="connsiteY3" fmla="*/ 5281174 h 6764144"/>
                <a:gd name="connsiteX4" fmla="*/ 1001172 w 10975297"/>
                <a:gd name="connsiteY4" fmla="*/ 4780588 h 6764144"/>
                <a:gd name="connsiteX5" fmla="*/ 1501758 w 10975297"/>
                <a:gd name="connsiteY5" fmla="*/ 4780588 h 6764144"/>
                <a:gd name="connsiteX6" fmla="*/ 1501758 w 10975297"/>
                <a:gd name="connsiteY6" fmla="*/ 5281174 h 6764144"/>
                <a:gd name="connsiteX7" fmla="*/ 1001172 w 10975297"/>
                <a:gd name="connsiteY7" fmla="*/ 5281174 h 6764144"/>
                <a:gd name="connsiteX8" fmla="*/ 9492323 w 10975297"/>
                <a:gd name="connsiteY8" fmla="*/ 1001174 h 6764144"/>
                <a:gd name="connsiteX9" fmla="*/ 9992908 w 10975297"/>
                <a:gd name="connsiteY9" fmla="*/ 1001174 h 6764144"/>
                <a:gd name="connsiteX10" fmla="*/ 9992908 w 10975297"/>
                <a:gd name="connsiteY10" fmla="*/ 1501760 h 6764144"/>
                <a:gd name="connsiteX11" fmla="*/ 9492323 w 10975297"/>
                <a:gd name="connsiteY11" fmla="*/ 1501760 h 6764144"/>
                <a:gd name="connsiteX12" fmla="*/ 2496659 w 10975297"/>
                <a:gd name="connsiteY12" fmla="*/ 0 h 6764144"/>
                <a:gd name="connsiteX13" fmla="*/ 10975297 w 10975297"/>
                <a:gd name="connsiteY13" fmla="*/ 6256 h 6764144"/>
                <a:gd name="connsiteX14" fmla="*/ 10975297 w 10975297"/>
                <a:gd name="connsiteY14" fmla="*/ 2233854 h 6764144"/>
                <a:gd name="connsiteX15" fmla="*/ 10725007 w 10975297"/>
                <a:gd name="connsiteY15" fmla="*/ 2233854 h 6764144"/>
                <a:gd name="connsiteX16" fmla="*/ 10224422 w 10975297"/>
                <a:gd name="connsiteY16" fmla="*/ 2734439 h 6764144"/>
                <a:gd name="connsiteX17" fmla="*/ 10725007 w 10975297"/>
                <a:gd name="connsiteY17" fmla="*/ 3235024 h 6764144"/>
                <a:gd name="connsiteX18" fmla="*/ 10975297 w 10975297"/>
                <a:gd name="connsiteY18" fmla="*/ 3235024 h 6764144"/>
                <a:gd name="connsiteX19" fmla="*/ 10975297 w 10975297"/>
                <a:gd name="connsiteY19" fmla="*/ 6257298 h 6764144"/>
                <a:gd name="connsiteX20" fmla="*/ 10487229 w 10975297"/>
                <a:gd name="connsiteY20" fmla="*/ 6257298 h 6764144"/>
                <a:gd name="connsiteX21" fmla="*/ 10487229 w 10975297"/>
                <a:gd name="connsiteY21" fmla="*/ 6764144 h 6764144"/>
                <a:gd name="connsiteX22" fmla="*/ 9986644 w 10975297"/>
                <a:gd name="connsiteY22" fmla="*/ 6764144 h 6764144"/>
                <a:gd name="connsiteX23" fmla="*/ 9986644 w 10975297"/>
                <a:gd name="connsiteY23" fmla="*/ 6257298 h 6764144"/>
                <a:gd name="connsiteX24" fmla="*/ 9486059 w 10975297"/>
                <a:gd name="connsiteY24" fmla="*/ 6257298 h 6764144"/>
                <a:gd name="connsiteX25" fmla="*/ 9486059 w 10975297"/>
                <a:gd name="connsiteY25" fmla="*/ 6764144 h 6764144"/>
                <a:gd name="connsiteX26" fmla="*/ 8985474 w 10975297"/>
                <a:gd name="connsiteY26" fmla="*/ 6764144 h 6764144"/>
                <a:gd name="connsiteX27" fmla="*/ 8985474 w 10975297"/>
                <a:gd name="connsiteY27" fmla="*/ 6257298 h 6764144"/>
                <a:gd name="connsiteX28" fmla="*/ 8491150 w 10975297"/>
                <a:gd name="connsiteY28" fmla="*/ 6257298 h 6764144"/>
                <a:gd name="connsiteX29" fmla="*/ 8491150 w 10975297"/>
                <a:gd name="connsiteY29" fmla="*/ 6764144 h 6764144"/>
                <a:gd name="connsiteX30" fmla="*/ 7990565 w 10975297"/>
                <a:gd name="connsiteY30" fmla="*/ 6764144 h 6764144"/>
                <a:gd name="connsiteX31" fmla="*/ 7990565 w 10975297"/>
                <a:gd name="connsiteY31" fmla="*/ 6257298 h 6764144"/>
                <a:gd name="connsiteX32" fmla="*/ 6989401 w 10975297"/>
                <a:gd name="connsiteY32" fmla="*/ 6257298 h 6764144"/>
                <a:gd name="connsiteX33" fmla="*/ 6989401 w 10975297"/>
                <a:gd name="connsiteY33" fmla="*/ 6007008 h 6764144"/>
                <a:gd name="connsiteX34" fmla="*/ 6488816 w 10975297"/>
                <a:gd name="connsiteY34" fmla="*/ 5506423 h 6764144"/>
                <a:gd name="connsiteX35" fmla="*/ 5988231 w 10975297"/>
                <a:gd name="connsiteY35" fmla="*/ 6007008 h 6764144"/>
                <a:gd name="connsiteX36" fmla="*/ 5988231 w 10975297"/>
                <a:gd name="connsiteY36" fmla="*/ 6257298 h 6764144"/>
                <a:gd name="connsiteX37" fmla="*/ 4987066 w 10975297"/>
                <a:gd name="connsiteY37" fmla="*/ 6257298 h 6764144"/>
                <a:gd name="connsiteX38" fmla="*/ 4987066 w 10975297"/>
                <a:gd name="connsiteY38" fmla="*/ 6764144 h 6764144"/>
                <a:gd name="connsiteX39" fmla="*/ 4486481 w 10975297"/>
                <a:gd name="connsiteY39" fmla="*/ 6764144 h 6764144"/>
                <a:gd name="connsiteX40" fmla="*/ 4486481 w 10975297"/>
                <a:gd name="connsiteY40" fmla="*/ 6257298 h 6764144"/>
                <a:gd name="connsiteX41" fmla="*/ 3985896 w 10975297"/>
                <a:gd name="connsiteY41" fmla="*/ 6257298 h 6764144"/>
                <a:gd name="connsiteX42" fmla="*/ 3985896 w 10975297"/>
                <a:gd name="connsiteY42" fmla="*/ 6764144 h 6764144"/>
                <a:gd name="connsiteX43" fmla="*/ 3485312 w 10975297"/>
                <a:gd name="connsiteY43" fmla="*/ 6764144 h 6764144"/>
                <a:gd name="connsiteX44" fmla="*/ 3485312 w 10975297"/>
                <a:gd name="connsiteY44" fmla="*/ 6257298 h 6764144"/>
                <a:gd name="connsiteX45" fmla="*/ 3053562 w 10975297"/>
                <a:gd name="connsiteY45" fmla="*/ 6257298 h 6764144"/>
                <a:gd name="connsiteX46" fmla="*/ 2984732 w 10975297"/>
                <a:gd name="connsiteY46" fmla="*/ 6257298 h 6764144"/>
                <a:gd name="connsiteX47" fmla="*/ 2984732 w 10975297"/>
                <a:gd name="connsiteY47" fmla="*/ 6757883 h 6764144"/>
                <a:gd name="connsiteX48" fmla="*/ 2484147 w 10975297"/>
                <a:gd name="connsiteY48" fmla="*/ 6757883 h 6764144"/>
                <a:gd name="connsiteX49" fmla="*/ 2484147 w 10975297"/>
                <a:gd name="connsiteY49" fmla="*/ 6257298 h 6764144"/>
                <a:gd name="connsiteX50" fmla="*/ 1983563 w 10975297"/>
                <a:gd name="connsiteY50" fmla="*/ 6257298 h 6764144"/>
                <a:gd name="connsiteX51" fmla="*/ 1983563 w 10975297"/>
                <a:gd name="connsiteY51" fmla="*/ 6757883 h 6764144"/>
                <a:gd name="connsiteX52" fmla="*/ 1482978 w 10975297"/>
                <a:gd name="connsiteY52" fmla="*/ 6757883 h 6764144"/>
                <a:gd name="connsiteX53" fmla="*/ 1482978 w 10975297"/>
                <a:gd name="connsiteY53" fmla="*/ 6257298 h 6764144"/>
                <a:gd name="connsiteX54" fmla="*/ 982397 w 10975297"/>
                <a:gd name="connsiteY54" fmla="*/ 6257298 h 6764144"/>
                <a:gd name="connsiteX55" fmla="*/ 982397 w 10975297"/>
                <a:gd name="connsiteY55" fmla="*/ 6757883 h 6764144"/>
                <a:gd name="connsiteX56" fmla="*/ 481812 w 10975297"/>
                <a:gd name="connsiteY56" fmla="*/ 6757883 h 6764144"/>
                <a:gd name="connsiteX57" fmla="*/ 481812 w 10975297"/>
                <a:gd name="connsiteY57" fmla="*/ 6257298 h 6764144"/>
                <a:gd name="connsiteX58" fmla="*/ 0 w 10975297"/>
                <a:gd name="connsiteY58" fmla="*/ 6257298 h 6764144"/>
                <a:gd name="connsiteX59" fmla="*/ 0 w 10975297"/>
                <a:gd name="connsiteY59" fmla="*/ 3241280 h 6764144"/>
                <a:gd name="connsiteX60" fmla="*/ 250290 w 10975297"/>
                <a:gd name="connsiteY60" fmla="*/ 3241280 h 6764144"/>
                <a:gd name="connsiteX61" fmla="*/ 750875 w 10975297"/>
                <a:gd name="connsiteY61" fmla="*/ 2740700 h 6764144"/>
                <a:gd name="connsiteX62" fmla="*/ 250290 w 10975297"/>
                <a:gd name="connsiteY62" fmla="*/ 2240115 h 6764144"/>
                <a:gd name="connsiteX63" fmla="*/ 0 w 10975297"/>
                <a:gd name="connsiteY63" fmla="*/ 2240115 h 6764144"/>
                <a:gd name="connsiteX64" fmla="*/ 0 w 10975297"/>
                <a:gd name="connsiteY64" fmla="*/ 2079062 h 6764144"/>
                <a:gd name="connsiteX65" fmla="*/ 0 w 10975297"/>
                <a:gd name="connsiteY65" fmla="*/ 2079062 h 6764144"/>
                <a:gd name="connsiteX66" fmla="*/ 0 w 10975297"/>
                <a:gd name="connsiteY66" fmla="*/ 1038740 h 6764144"/>
                <a:gd name="connsiteX67" fmla="*/ 394210 w 10975297"/>
                <a:gd name="connsiteY67" fmla="*/ 1038740 h 6764144"/>
                <a:gd name="connsiteX68" fmla="*/ 500585 w 10975297"/>
                <a:gd name="connsiteY68" fmla="*/ 1038740 h 6764144"/>
                <a:gd name="connsiteX69" fmla="*/ 500585 w 10975297"/>
                <a:gd name="connsiteY69" fmla="*/ 1353990 h 6764144"/>
                <a:gd name="connsiteX70" fmla="*/ 500585 w 10975297"/>
                <a:gd name="connsiteY70" fmla="*/ 1651927 h 6764144"/>
                <a:gd name="connsiteX71" fmla="*/ 500585 w 10975297"/>
                <a:gd name="connsiteY71" fmla="*/ 1770819 h 6764144"/>
                <a:gd name="connsiteX72" fmla="*/ 1251460 w 10975297"/>
                <a:gd name="connsiteY72" fmla="*/ 2740700 h 6764144"/>
                <a:gd name="connsiteX73" fmla="*/ 500585 w 10975297"/>
                <a:gd name="connsiteY73" fmla="*/ 3710581 h 6764144"/>
                <a:gd name="connsiteX74" fmla="*/ 500585 w 10975297"/>
                <a:gd name="connsiteY74" fmla="*/ 5750457 h 6764144"/>
                <a:gd name="connsiteX75" fmla="*/ 4743032 w 10975297"/>
                <a:gd name="connsiteY75" fmla="*/ 5750457 h 6764144"/>
                <a:gd name="connsiteX76" fmla="*/ 4993322 w 10975297"/>
                <a:gd name="connsiteY76" fmla="*/ 5750457 h 6764144"/>
                <a:gd name="connsiteX77" fmla="*/ 5518936 w 10975297"/>
                <a:gd name="connsiteY77" fmla="*/ 5750457 h 6764144"/>
                <a:gd name="connsiteX78" fmla="*/ 6488816 w 10975297"/>
                <a:gd name="connsiteY78" fmla="*/ 4999582 h 6764144"/>
                <a:gd name="connsiteX79" fmla="*/ 7458696 w 10975297"/>
                <a:gd name="connsiteY79" fmla="*/ 5750457 h 6764144"/>
                <a:gd name="connsiteX80" fmla="*/ 10474712 w 10975297"/>
                <a:gd name="connsiteY80" fmla="*/ 5750457 h 6764144"/>
                <a:gd name="connsiteX81" fmla="*/ 10474712 w 10975297"/>
                <a:gd name="connsiteY81" fmla="*/ 3704320 h 6764144"/>
                <a:gd name="connsiteX82" fmla="*/ 9723837 w 10975297"/>
                <a:gd name="connsiteY82" fmla="*/ 2734439 h 6764144"/>
                <a:gd name="connsiteX83" fmla="*/ 10474712 w 10975297"/>
                <a:gd name="connsiteY83" fmla="*/ 1764558 h 6764144"/>
                <a:gd name="connsiteX84" fmla="*/ 10474712 w 10975297"/>
                <a:gd name="connsiteY84" fmla="*/ 506841 h 6764144"/>
                <a:gd name="connsiteX85" fmla="*/ 4262846 w 10975297"/>
                <a:gd name="connsiteY85" fmla="*/ 501970 h 6764144"/>
                <a:gd name="connsiteX86" fmla="*/ 4262846 w 10975297"/>
                <a:gd name="connsiteY86" fmla="*/ 506843 h 6764144"/>
                <a:gd name="connsiteX87" fmla="*/ 1021572 w 10975297"/>
                <a:gd name="connsiteY87" fmla="*/ 506843 h 6764144"/>
                <a:gd name="connsiteX88" fmla="*/ 1021572 w 10975297"/>
                <a:gd name="connsiteY88" fmla="*/ 6257 h 6764144"/>
                <a:gd name="connsiteX89" fmla="*/ 2496659 w 10975297"/>
                <a:gd name="connsiteY89" fmla="*/ 6257 h 676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0975297" h="6764144">
                  <a:moveTo>
                    <a:pt x="9492323" y="4780588"/>
                  </a:moveTo>
                  <a:lnTo>
                    <a:pt x="9992908" y="4780588"/>
                  </a:lnTo>
                  <a:lnTo>
                    <a:pt x="9992908" y="5281174"/>
                  </a:lnTo>
                  <a:lnTo>
                    <a:pt x="9492323" y="5281174"/>
                  </a:lnTo>
                  <a:close/>
                  <a:moveTo>
                    <a:pt x="1001172" y="4780588"/>
                  </a:moveTo>
                  <a:lnTo>
                    <a:pt x="1501758" y="4780588"/>
                  </a:lnTo>
                  <a:lnTo>
                    <a:pt x="1501758" y="5281174"/>
                  </a:lnTo>
                  <a:lnTo>
                    <a:pt x="1001172" y="5281174"/>
                  </a:lnTo>
                  <a:close/>
                  <a:moveTo>
                    <a:pt x="9492323" y="1001174"/>
                  </a:moveTo>
                  <a:lnTo>
                    <a:pt x="9992908" y="1001174"/>
                  </a:lnTo>
                  <a:lnTo>
                    <a:pt x="9992908" y="1501760"/>
                  </a:lnTo>
                  <a:lnTo>
                    <a:pt x="9492323" y="1501760"/>
                  </a:lnTo>
                  <a:close/>
                  <a:moveTo>
                    <a:pt x="2496659" y="0"/>
                  </a:moveTo>
                  <a:lnTo>
                    <a:pt x="10975297" y="6256"/>
                  </a:lnTo>
                  <a:lnTo>
                    <a:pt x="10975297" y="2233854"/>
                  </a:lnTo>
                  <a:lnTo>
                    <a:pt x="10725007" y="2233854"/>
                  </a:lnTo>
                  <a:cubicBezTo>
                    <a:pt x="10449684" y="2233854"/>
                    <a:pt x="10224422" y="2459121"/>
                    <a:pt x="10224422" y="2734439"/>
                  </a:cubicBezTo>
                  <a:cubicBezTo>
                    <a:pt x="10224422" y="3009763"/>
                    <a:pt x="10449684" y="3235024"/>
                    <a:pt x="10725007" y="3235024"/>
                  </a:cubicBezTo>
                  <a:lnTo>
                    <a:pt x="10975297" y="3235024"/>
                  </a:lnTo>
                  <a:lnTo>
                    <a:pt x="10975297" y="6257298"/>
                  </a:lnTo>
                  <a:lnTo>
                    <a:pt x="10487229" y="6257298"/>
                  </a:lnTo>
                  <a:lnTo>
                    <a:pt x="10487229" y="6764144"/>
                  </a:lnTo>
                  <a:lnTo>
                    <a:pt x="9986644" y="6764144"/>
                  </a:lnTo>
                  <a:lnTo>
                    <a:pt x="9986644" y="6257298"/>
                  </a:lnTo>
                  <a:lnTo>
                    <a:pt x="9486059" y="6257298"/>
                  </a:lnTo>
                  <a:lnTo>
                    <a:pt x="9486059" y="6764144"/>
                  </a:lnTo>
                  <a:lnTo>
                    <a:pt x="8985474" y="6764144"/>
                  </a:lnTo>
                  <a:lnTo>
                    <a:pt x="8985474" y="6257298"/>
                  </a:lnTo>
                  <a:lnTo>
                    <a:pt x="8491150" y="6257298"/>
                  </a:lnTo>
                  <a:lnTo>
                    <a:pt x="8491150" y="6764144"/>
                  </a:lnTo>
                  <a:lnTo>
                    <a:pt x="7990565" y="6764144"/>
                  </a:lnTo>
                  <a:lnTo>
                    <a:pt x="7990565" y="6257298"/>
                  </a:lnTo>
                  <a:lnTo>
                    <a:pt x="6989401" y="6257298"/>
                  </a:lnTo>
                  <a:lnTo>
                    <a:pt x="6989401" y="6007008"/>
                  </a:lnTo>
                  <a:cubicBezTo>
                    <a:pt x="6989401" y="5731689"/>
                    <a:pt x="6764134" y="5506423"/>
                    <a:pt x="6488816" y="5506423"/>
                  </a:cubicBezTo>
                  <a:cubicBezTo>
                    <a:pt x="6213493" y="5506423"/>
                    <a:pt x="5988231" y="5731689"/>
                    <a:pt x="5988231" y="6007008"/>
                  </a:cubicBezTo>
                  <a:lnTo>
                    <a:pt x="5988231" y="6257298"/>
                  </a:lnTo>
                  <a:lnTo>
                    <a:pt x="4987066" y="6257298"/>
                  </a:lnTo>
                  <a:lnTo>
                    <a:pt x="4987066" y="6764144"/>
                  </a:lnTo>
                  <a:lnTo>
                    <a:pt x="4486481" y="6764144"/>
                  </a:lnTo>
                  <a:lnTo>
                    <a:pt x="4486481" y="6257298"/>
                  </a:lnTo>
                  <a:lnTo>
                    <a:pt x="3985896" y="6257298"/>
                  </a:lnTo>
                  <a:lnTo>
                    <a:pt x="3985896" y="6764144"/>
                  </a:lnTo>
                  <a:lnTo>
                    <a:pt x="3485312" y="6764144"/>
                  </a:lnTo>
                  <a:lnTo>
                    <a:pt x="3485312" y="6257298"/>
                  </a:lnTo>
                  <a:lnTo>
                    <a:pt x="3053562" y="6257298"/>
                  </a:lnTo>
                  <a:lnTo>
                    <a:pt x="2984732" y="6257298"/>
                  </a:lnTo>
                  <a:lnTo>
                    <a:pt x="2984732" y="6757883"/>
                  </a:lnTo>
                  <a:lnTo>
                    <a:pt x="2484147" y="6757883"/>
                  </a:lnTo>
                  <a:lnTo>
                    <a:pt x="2484147" y="6257298"/>
                  </a:lnTo>
                  <a:lnTo>
                    <a:pt x="1983563" y="6257298"/>
                  </a:lnTo>
                  <a:lnTo>
                    <a:pt x="1983563" y="6757883"/>
                  </a:lnTo>
                  <a:lnTo>
                    <a:pt x="1482978" y="6757883"/>
                  </a:lnTo>
                  <a:lnTo>
                    <a:pt x="1482978" y="6257298"/>
                  </a:lnTo>
                  <a:lnTo>
                    <a:pt x="982397" y="6257298"/>
                  </a:lnTo>
                  <a:lnTo>
                    <a:pt x="982397" y="6757883"/>
                  </a:lnTo>
                  <a:lnTo>
                    <a:pt x="481812" y="6757883"/>
                  </a:lnTo>
                  <a:lnTo>
                    <a:pt x="481812" y="6257298"/>
                  </a:lnTo>
                  <a:lnTo>
                    <a:pt x="0" y="6257298"/>
                  </a:lnTo>
                  <a:lnTo>
                    <a:pt x="0" y="3241280"/>
                  </a:lnTo>
                  <a:lnTo>
                    <a:pt x="250290" y="3241280"/>
                  </a:lnTo>
                  <a:cubicBezTo>
                    <a:pt x="525614" y="3241280"/>
                    <a:pt x="750875" y="3016019"/>
                    <a:pt x="750875" y="2740700"/>
                  </a:cubicBezTo>
                  <a:cubicBezTo>
                    <a:pt x="750875" y="2465376"/>
                    <a:pt x="525614" y="2240115"/>
                    <a:pt x="250290" y="2240115"/>
                  </a:cubicBezTo>
                  <a:lnTo>
                    <a:pt x="0" y="2240115"/>
                  </a:lnTo>
                  <a:lnTo>
                    <a:pt x="0" y="2079062"/>
                  </a:lnTo>
                  <a:lnTo>
                    <a:pt x="0" y="2079062"/>
                  </a:lnTo>
                  <a:lnTo>
                    <a:pt x="0" y="1038740"/>
                  </a:lnTo>
                  <a:lnTo>
                    <a:pt x="394210" y="1038740"/>
                  </a:lnTo>
                  <a:lnTo>
                    <a:pt x="500585" y="1038740"/>
                  </a:lnTo>
                  <a:lnTo>
                    <a:pt x="500585" y="1353990"/>
                  </a:lnTo>
                  <a:lnTo>
                    <a:pt x="500585" y="1651927"/>
                  </a:lnTo>
                  <a:lnTo>
                    <a:pt x="500585" y="1770819"/>
                  </a:lnTo>
                  <a:cubicBezTo>
                    <a:pt x="932336" y="1883450"/>
                    <a:pt x="1251460" y="2277660"/>
                    <a:pt x="1251460" y="2740700"/>
                  </a:cubicBezTo>
                  <a:cubicBezTo>
                    <a:pt x="1251460" y="3203740"/>
                    <a:pt x="932336" y="3597950"/>
                    <a:pt x="500585" y="3710581"/>
                  </a:cubicBezTo>
                  <a:lnTo>
                    <a:pt x="500585" y="5750457"/>
                  </a:lnTo>
                  <a:lnTo>
                    <a:pt x="4743032" y="5750457"/>
                  </a:lnTo>
                  <a:lnTo>
                    <a:pt x="4993322" y="5750457"/>
                  </a:lnTo>
                  <a:lnTo>
                    <a:pt x="5518936" y="5750457"/>
                  </a:lnTo>
                  <a:cubicBezTo>
                    <a:pt x="5631566" y="5318706"/>
                    <a:pt x="6025776" y="4999582"/>
                    <a:pt x="6488816" y="4999582"/>
                  </a:cubicBezTo>
                  <a:cubicBezTo>
                    <a:pt x="6951856" y="4999582"/>
                    <a:pt x="7346066" y="5318706"/>
                    <a:pt x="7458696" y="5750457"/>
                  </a:cubicBezTo>
                  <a:lnTo>
                    <a:pt x="10474712" y="5750457"/>
                  </a:lnTo>
                  <a:lnTo>
                    <a:pt x="10474712" y="3704320"/>
                  </a:lnTo>
                  <a:cubicBezTo>
                    <a:pt x="10042962" y="3591689"/>
                    <a:pt x="9723837" y="3197479"/>
                    <a:pt x="9723837" y="2734439"/>
                  </a:cubicBezTo>
                  <a:cubicBezTo>
                    <a:pt x="9723837" y="2271399"/>
                    <a:pt x="10042962" y="1877189"/>
                    <a:pt x="10474712" y="1764558"/>
                  </a:cubicBezTo>
                  <a:lnTo>
                    <a:pt x="10474712" y="506841"/>
                  </a:lnTo>
                  <a:lnTo>
                    <a:pt x="4262846" y="501970"/>
                  </a:lnTo>
                  <a:lnTo>
                    <a:pt x="4262846" y="506843"/>
                  </a:lnTo>
                  <a:lnTo>
                    <a:pt x="1021572" y="506843"/>
                  </a:lnTo>
                  <a:lnTo>
                    <a:pt x="1021572" y="6257"/>
                  </a:lnTo>
                  <a:lnTo>
                    <a:pt x="2496659" y="6257"/>
                  </a:lnTo>
                  <a:close/>
                </a:path>
              </a:pathLst>
            </a:custGeom>
            <a:solidFill>
              <a:schemeClr val="accent2"/>
            </a:solidFill>
            <a:ln w="12650" cap="flat">
              <a:noFill/>
              <a:prstDash val="solid"/>
              <a:miter/>
            </a:ln>
          </p:spPr>
          <p:txBody>
            <a:bodyPr wrap="square" rtlCol="0" anchor="ctr">
              <a:noAutofit/>
            </a:bodyPr>
            <a:lstStyle/>
            <a:p>
              <a:endParaRPr lang="en-US"/>
            </a:p>
          </p:txBody>
        </p:sp>
        <p:sp>
          <p:nvSpPr>
            <p:cNvPr id="411" name="Freeform: Shape 410">
              <a:extLst>
                <a:ext uri="{FF2B5EF4-FFF2-40B4-BE49-F238E27FC236}">
                  <a16:creationId xmlns:a16="http://schemas.microsoft.com/office/drawing/2014/main" id="{BB827344-9952-8B2E-CBF4-E4897BECE1A7}"/>
                </a:ext>
                <a:ext uri="{C183D7F6-B498-43B3-948B-1728B52AA6E4}">
                  <adec:decorative xmlns:adec="http://schemas.microsoft.com/office/drawing/2017/decorative" val="1"/>
                </a:ext>
              </a:extLst>
            </p:cNvPr>
            <p:cNvSpPr/>
            <p:nvPr/>
          </p:nvSpPr>
          <p:spPr>
            <a:xfrm>
              <a:off x="8448796" y="879371"/>
              <a:ext cx="424086" cy="203821"/>
            </a:xfrm>
            <a:custGeom>
              <a:avLst/>
              <a:gdLst>
                <a:gd name="connsiteX0" fmla="*/ 4644881 w 9087560"/>
                <a:gd name="connsiteY0" fmla="*/ 1996083 h 4367604"/>
                <a:gd name="connsiteX1" fmla="*/ 4644881 w 9087560"/>
                <a:gd name="connsiteY1" fmla="*/ 3992166 h 4367604"/>
                <a:gd name="connsiteX2" fmla="*/ 5771192 w 9087560"/>
                <a:gd name="connsiteY2" fmla="*/ 3992166 h 4367604"/>
                <a:gd name="connsiteX3" fmla="*/ 5771192 w 9087560"/>
                <a:gd name="connsiteY3" fmla="*/ 1996083 h 4367604"/>
                <a:gd name="connsiteX4" fmla="*/ 2517401 w 9087560"/>
                <a:gd name="connsiteY4" fmla="*/ 1996083 h 4367604"/>
                <a:gd name="connsiteX5" fmla="*/ 2517401 w 9087560"/>
                <a:gd name="connsiteY5" fmla="*/ 3992166 h 4367604"/>
                <a:gd name="connsiteX6" fmla="*/ 3643712 w 9087560"/>
                <a:gd name="connsiteY6" fmla="*/ 3992166 h 4367604"/>
                <a:gd name="connsiteX7" fmla="*/ 3643712 w 9087560"/>
                <a:gd name="connsiteY7" fmla="*/ 1996083 h 4367604"/>
                <a:gd name="connsiteX8" fmla="*/ 6772363 w 9087560"/>
                <a:gd name="connsiteY8" fmla="*/ 1996083 h 4367604"/>
                <a:gd name="connsiteX9" fmla="*/ 6772363 w 9087560"/>
                <a:gd name="connsiteY9" fmla="*/ 3992166 h 4367604"/>
                <a:gd name="connsiteX10" fmla="*/ 8712123 w 9087560"/>
                <a:gd name="connsiteY10" fmla="*/ 3992166 h 4367604"/>
                <a:gd name="connsiteX11" fmla="*/ 8712123 w 9087560"/>
                <a:gd name="connsiteY11" fmla="*/ 1996083 h 4367604"/>
                <a:gd name="connsiteX12" fmla="*/ 2141964 w 9087560"/>
                <a:gd name="connsiteY12" fmla="*/ 1620645 h 4367604"/>
                <a:gd name="connsiteX13" fmla="*/ 4019149 w 9087560"/>
                <a:gd name="connsiteY13" fmla="*/ 1620645 h 4367604"/>
                <a:gd name="connsiteX14" fmla="*/ 4019149 w 9087560"/>
                <a:gd name="connsiteY14" fmla="*/ 4367604 h 4367604"/>
                <a:gd name="connsiteX15" fmla="*/ 2141964 w 9087560"/>
                <a:gd name="connsiteY15" fmla="*/ 4367604 h 4367604"/>
                <a:gd name="connsiteX16" fmla="*/ 4269444 w 9087560"/>
                <a:gd name="connsiteY16" fmla="*/ 1620645 h 4367604"/>
                <a:gd name="connsiteX17" fmla="*/ 6146629 w 9087560"/>
                <a:gd name="connsiteY17" fmla="*/ 1620645 h 4367604"/>
                <a:gd name="connsiteX18" fmla="*/ 6146629 w 9087560"/>
                <a:gd name="connsiteY18" fmla="*/ 4367604 h 4367604"/>
                <a:gd name="connsiteX19" fmla="*/ 4269444 w 9087560"/>
                <a:gd name="connsiteY19" fmla="*/ 4367604 h 4367604"/>
                <a:gd name="connsiteX20" fmla="*/ 6396925 w 9087560"/>
                <a:gd name="connsiteY20" fmla="*/ 1620645 h 4367604"/>
                <a:gd name="connsiteX21" fmla="*/ 9087560 w 9087560"/>
                <a:gd name="connsiteY21" fmla="*/ 1620645 h 4367604"/>
                <a:gd name="connsiteX22" fmla="*/ 9087560 w 9087560"/>
                <a:gd name="connsiteY22" fmla="*/ 4367604 h 4367604"/>
                <a:gd name="connsiteX23" fmla="*/ 6396925 w 9087560"/>
                <a:gd name="connsiteY23" fmla="*/ 4367604 h 4367604"/>
                <a:gd name="connsiteX24" fmla="*/ 0 w 9087560"/>
                <a:gd name="connsiteY24" fmla="*/ 0 h 4367604"/>
                <a:gd name="connsiteX25" fmla="*/ 750876 w 9087560"/>
                <a:gd name="connsiteY25" fmla="*/ 0 h 4367604"/>
                <a:gd name="connsiteX26" fmla="*/ 750876 w 9087560"/>
                <a:gd name="connsiteY26" fmla="*/ 750877 h 4367604"/>
                <a:gd name="connsiteX27" fmla="*/ 0 w 9087560"/>
                <a:gd name="connsiteY27" fmla="*/ 750877 h 436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087560" h="4367604">
                  <a:moveTo>
                    <a:pt x="4644881" y="1996083"/>
                  </a:moveTo>
                  <a:lnTo>
                    <a:pt x="4644881" y="3992166"/>
                  </a:lnTo>
                  <a:lnTo>
                    <a:pt x="5771192" y="3992166"/>
                  </a:lnTo>
                  <a:lnTo>
                    <a:pt x="5771192" y="1996083"/>
                  </a:lnTo>
                  <a:close/>
                  <a:moveTo>
                    <a:pt x="2517401" y="1996083"/>
                  </a:moveTo>
                  <a:lnTo>
                    <a:pt x="2517401" y="3992166"/>
                  </a:lnTo>
                  <a:lnTo>
                    <a:pt x="3643712" y="3992166"/>
                  </a:lnTo>
                  <a:lnTo>
                    <a:pt x="3643712" y="1996083"/>
                  </a:lnTo>
                  <a:close/>
                  <a:moveTo>
                    <a:pt x="6772363" y="1996083"/>
                  </a:moveTo>
                  <a:lnTo>
                    <a:pt x="6772363" y="3992166"/>
                  </a:lnTo>
                  <a:lnTo>
                    <a:pt x="8712123" y="3992166"/>
                  </a:lnTo>
                  <a:lnTo>
                    <a:pt x="8712123" y="1996083"/>
                  </a:lnTo>
                  <a:close/>
                  <a:moveTo>
                    <a:pt x="2141964" y="1620645"/>
                  </a:moveTo>
                  <a:lnTo>
                    <a:pt x="4019149" y="1620645"/>
                  </a:lnTo>
                  <a:lnTo>
                    <a:pt x="4019149" y="4367604"/>
                  </a:lnTo>
                  <a:lnTo>
                    <a:pt x="2141964" y="4367604"/>
                  </a:lnTo>
                  <a:close/>
                  <a:moveTo>
                    <a:pt x="4269444" y="1620645"/>
                  </a:moveTo>
                  <a:lnTo>
                    <a:pt x="6146629" y="1620645"/>
                  </a:lnTo>
                  <a:lnTo>
                    <a:pt x="6146629" y="4367604"/>
                  </a:lnTo>
                  <a:lnTo>
                    <a:pt x="4269444" y="4367604"/>
                  </a:lnTo>
                  <a:close/>
                  <a:moveTo>
                    <a:pt x="6396925" y="1620645"/>
                  </a:moveTo>
                  <a:lnTo>
                    <a:pt x="9087560" y="1620645"/>
                  </a:lnTo>
                  <a:lnTo>
                    <a:pt x="9087560" y="4367604"/>
                  </a:lnTo>
                  <a:lnTo>
                    <a:pt x="6396925" y="4367604"/>
                  </a:lnTo>
                  <a:close/>
                  <a:moveTo>
                    <a:pt x="0" y="0"/>
                  </a:moveTo>
                  <a:lnTo>
                    <a:pt x="750876" y="0"/>
                  </a:lnTo>
                  <a:lnTo>
                    <a:pt x="750876" y="750877"/>
                  </a:lnTo>
                  <a:lnTo>
                    <a:pt x="0" y="750877"/>
                  </a:lnTo>
                  <a:close/>
                </a:path>
              </a:pathLst>
            </a:custGeom>
            <a:solidFill>
              <a:schemeClr val="accent1"/>
            </a:solidFill>
            <a:ln w="12650" cap="flat">
              <a:noFill/>
              <a:prstDash val="solid"/>
              <a:miter/>
            </a:ln>
          </p:spPr>
          <p:txBody>
            <a:bodyPr wrap="square" rtlCol="0" anchor="ctr">
              <a:noAutofit/>
            </a:bodyPr>
            <a:lstStyle/>
            <a:p>
              <a:endParaRPr lang="en-US"/>
            </a:p>
          </p:txBody>
        </p:sp>
      </p:grpSp>
      <p:grpSp>
        <p:nvGrpSpPr>
          <p:cNvPr id="2819" name="Group 2818">
            <a:extLst>
              <a:ext uri="{FF2B5EF4-FFF2-40B4-BE49-F238E27FC236}">
                <a16:creationId xmlns:a16="http://schemas.microsoft.com/office/drawing/2014/main" id="{56C5E32B-C124-7F43-529D-F3A23D96EA61}"/>
              </a:ext>
              <a:ext uri="{C183D7F6-B498-43B3-948B-1728B52AA6E4}">
                <adec:decorative xmlns:adec="http://schemas.microsoft.com/office/drawing/2017/decorative" val="1"/>
              </a:ext>
            </a:extLst>
          </p:cNvPr>
          <p:cNvGrpSpPr>
            <a:grpSpLocks noChangeAspect="1"/>
          </p:cNvGrpSpPr>
          <p:nvPr/>
        </p:nvGrpSpPr>
        <p:grpSpPr>
          <a:xfrm>
            <a:off x="9141866" y="879371"/>
            <a:ext cx="502057" cy="320040"/>
            <a:chOff x="9141866" y="879371"/>
            <a:chExt cx="502057" cy="320040"/>
          </a:xfrm>
          <a:solidFill>
            <a:srgbClr val="FF0000"/>
          </a:solidFill>
        </p:grpSpPr>
        <p:sp>
          <p:nvSpPr>
            <p:cNvPr id="424" name="Freeform: Shape 423">
              <a:extLst>
                <a:ext uri="{FF2B5EF4-FFF2-40B4-BE49-F238E27FC236}">
                  <a16:creationId xmlns:a16="http://schemas.microsoft.com/office/drawing/2014/main" id="{5B863566-04AA-D1FA-8E42-6BCF46F1384C}"/>
                </a:ext>
                <a:ext uri="{C183D7F6-B498-43B3-948B-1728B52AA6E4}">
                  <adec:decorative xmlns:adec="http://schemas.microsoft.com/office/drawing/2017/decorative" val="1"/>
                </a:ext>
              </a:extLst>
            </p:cNvPr>
            <p:cNvSpPr/>
            <p:nvPr/>
          </p:nvSpPr>
          <p:spPr>
            <a:xfrm>
              <a:off x="9147563" y="883545"/>
              <a:ext cx="496360" cy="315866"/>
            </a:xfrm>
            <a:custGeom>
              <a:avLst/>
              <a:gdLst>
                <a:gd name="connsiteX0" fmla="*/ 10152842 w 10636311"/>
                <a:gd name="connsiteY0" fmla="*/ 483469 h 6768568"/>
                <a:gd name="connsiteX1" fmla="*/ 8688514 w 10636311"/>
                <a:gd name="connsiteY1" fmla="*/ 483655 h 6768568"/>
                <a:gd name="connsiteX2" fmla="*/ 8691477 w 10636311"/>
                <a:gd name="connsiteY2" fmla="*/ 552083 h 6768568"/>
                <a:gd name="connsiteX3" fmla="*/ 7265335 w 10636311"/>
                <a:gd name="connsiteY3" fmla="*/ 4870951 h 6768568"/>
                <a:gd name="connsiteX4" fmla="*/ 5457384 w 10636311"/>
                <a:gd name="connsiteY4" fmla="*/ 6165807 h 6768568"/>
                <a:gd name="connsiteX5" fmla="*/ 5162371 w 10636311"/>
                <a:gd name="connsiteY5" fmla="*/ 6285093 h 6768568"/>
                <a:gd name="connsiteX6" fmla="*/ 10152842 w 10636311"/>
                <a:gd name="connsiteY6" fmla="*/ 6285093 h 6768568"/>
                <a:gd name="connsiteX7" fmla="*/ 10152842 w 10636311"/>
                <a:gd name="connsiteY7" fmla="*/ 0 h 6768568"/>
                <a:gd name="connsiteX8" fmla="*/ 10636311 w 10636311"/>
                <a:gd name="connsiteY8" fmla="*/ 483469 h 6768568"/>
                <a:gd name="connsiteX9" fmla="*/ 10636311 w 10636311"/>
                <a:gd name="connsiteY9" fmla="*/ 6768561 h 6768568"/>
                <a:gd name="connsiteX10" fmla="*/ 2175969 w 10636311"/>
                <a:gd name="connsiteY10" fmla="*/ 6768561 h 6768568"/>
                <a:gd name="connsiteX11" fmla="*/ 2175610 w 10636311"/>
                <a:gd name="connsiteY11" fmla="*/ 6768568 h 6768568"/>
                <a:gd name="connsiteX12" fmla="*/ 2175610 w 10636311"/>
                <a:gd name="connsiteY12" fmla="*/ 6768561 h 6768568"/>
                <a:gd name="connsiteX13" fmla="*/ 483469 w 10636311"/>
                <a:gd name="connsiteY13" fmla="*/ 6768561 h 6768568"/>
                <a:gd name="connsiteX14" fmla="*/ 0 w 10636311"/>
                <a:gd name="connsiteY14" fmla="*/ 6285093 h 6768568"/>
                <a:gd name="connsiteX15" fmla="*/ 0 w 10636311"/>
                <a:gd name="connsiteY15" fmla="*/ 4079543 h 6768568"/>
                <a:gd name="connsiteX16" fmla="*/ 0 w 10636311"/>
                <a:gd name="connsiteY16" fmla="*/ 4079543 h 6768568"/>
                <a:gd name="connsiteX17" fmla="*/ 0 w 10636311"/>
                <a:gd name="connsiteY17" fmla="*/ 998694 h 6768568"/>
                <a:gd name="connsiteX18" fmla="*/ 483469 w 10636311"/>
                <a:gd name="connsiteY18" fmla="*/ 998694 h 6768568"/>
                <a:gd name="connsiteX19" fmla="*/ 483469 w 10636311"/>
                <a:gd name="connsiteY19" fmla="*/ 2931195 h 6768568"/>
                <a:gd name="connsiteX20" fmla="*/ 483469 w 10636311"/>
                <a:gd name="connsiteY20" fmla="*/ 4079543 h 6768568"/>
                <a:gd name="connsiteX21" fmla="*/ 483469 w 10636311"/>
                <a:gd name="connsiteY21" fmla="*/ 6285093 h 6768568"/>
                <a:gd name="connsiteX22" fmla="*/ 3299099 w 10636311"/>
                <a:gd name="connsiteY22" fmla="*/ 6285093 h 6768568"/>
                <a:gd name="connsiteX23" fmla="*/ 3316835 w 10636311"/>
                <a:gd name="connsiteY23" fmla="*/ 6283431 h 6768568"/>
                <a:gd name="connsiteX24" fmla="*/ 6946848 w 10636311"/>
                <a:gd name="connsiteY24" fmla="*/ 4592347 h 6768568"/>
                <a:gd name="connsiteX25" fmla="*/ 8266246 w 10636311"/>
                <a:gd name="connsiteY25" fmla="*/ 551167 h 6768568"/>
                <a:gd name="connsiteX26" fmla="*/ 8263614 w 10636311"/>
                <a:gd name="connsiteY26" fmla="*/ 483709 h 6768568"/>
                <a:gd name="connsiteX27" fmla="*/ 4035436 w 10636311"/>
                <a:gd name="connsiteY27" fmla="*/ 484245 h 6768568"/>
                <a:gd name="connsiteX28" fmla="*/ 4035436 w 10636311"/>
                <a:gd name="connsiteY28" fmla="*/ 484300 h 6768568"/>
                <a:gd name="connsiteX29" fmla="*/ 1012500 w 10636311"/>
                <a:gd name="connsiteY29" fmla="*/ 484683 h 6768568"/>
                <a:gd name="connsiteX30" fmla="*/ 1012500 w 10636311"/>
                <a:gd name="connsiteY30" fmla="*/ 1214 h 6768568"/>
                <a:gd name="connsiteX31" fmla="*/ 3020472 w 10636311"/>
                <a:gd name="connsiteY31" fmla="*/ 960 h 6768568"/>
                <a:gd name="connsiteX32" fmla="*/ 3020472 w 10636311"/>
                <a:gd name="connsiteY32" fmla="*/ 905 h 676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636311" h="6768568">
                  <a:moveTo>
                    <a:pt x="10152842" y="483469"/>
                  </a:moveTo>
                  <a:lnTo>
                    <a:pt x="8688514" y="483655"/>
                  </a:lnTo>
                  <a:lnTo>
                    <a:pt x="8691477" y="552083"/>
                  </a:lnTo>
                  <a:cubicBezTo>
                    <a:pt x="8718913" y="1311333"/>
                    <a:pt x="8644618" y="3323735"/>
                    <a:pt x="7265335" y="4870951"/>
                  </a:cubicBezTo>
                  <a:cubicBezTo>
                    <a:pt x="6774347" y="5421955"/>
                    <a:pt x="6170348" y="5854046"/>
                    <a:pt x="5457384" y="6165807"/>
                  </a:cubicBezTo>
                  <a:lnTo>
                    <a:pt x="5162371" y="6285093"/>
                  </a:lnTo>
                  <a:lnTo>
                    <a:pt x="10152842" y="6285093"/>
                  </a:lnTo>
                  <a:close/>
                  <a:moveTo>
                    <a:pt x="10152842" y="0"/>
                  </a:moveTo>
                  <a:cubicBezTo>
                    <a:pt x="10419963" y="0"/>
                    <a:pt x="10636311" y="216358"/>
                    <a:pt x="10636311" y="483469"/>
                  </a:cubicBezTo>
                  <a:lnTo>
                    <a:pt x="10636311" y="6768561"/>
                  </a:lnTo>
                  <a:lnTo>
                    <a:pt x="2175969" y="6768561"/>
                  </a:lnTo>
                  <a:lnTo>
                    <a:pt x="2175610" y="6768568"/>
                  </a:lnTo>
                  <a:lnTo>
                    <a:pt x="2175610" y="6768561"/>
                  </a:lnTo>
                  <a:lnTo>
                    <a:pt x="483469" y="6768561"/>
                  </a:lnTo>
                  <a:cubicBezTo>
                    <a:pt x="216358" y="6768561"/>
                    <a:pt x="0" y="6552213"/>
                    <a:pt x="0" y="6285093"/>
                  </a:cubicBezTo>
                  <a:lnTo>
                    <a:pt x="0" y="4079543"/>
                  </a:lnTo>
                  <a:lnTo>
                    <a:pt x="0" y="4079543"/>
                  </a:lnTo>
                  <a:lnTo>
                    <a:pt x="0" y="998694"/>
                  </a:lnTo>
                  <a:lnTo>
                    <a:pt x="483469" y="998694"/>
                  </a:lnTo>
                  <a:lnTo>
                    <a:pt x="483469" y="2931195"/>
                  </a:lnTo>
                  <a:lnTo>
                    <a:pt x="483469" y="4079543"/>
                  </a:lnTo>
                  <a:lnTo>
                    <a:pt x="483469" y="6285093"/>
                  </a:lnTo>
                  <a:lnTo>
                    <a:pt x="3299099" y="6285093"/>
                  </a:lnTo>
                  <a:lnTo>
                    <a:pt x="3316835" y="6283431"/>
                  </a:lnTo>
                  <a:cubicBezTo>
                    <a:pt x="4884885" y="6104182"/>
                    <a:pt x="6102777" y="5537571"/>
                    <a:pt x="6946848" y="4592347"/>
                  </a:cubicBezTo>
                  <a:cubicBezTo>
                    <a:pt x="8223998" y="3161997"/>
                    <a:pt x="8288321" y="1236543"/>
                    <a:pt x="8266246" y="551167"/>
                  </a:cubicBezTo>
                  <a:lnTo>
                    <a:pt x="8263614" y="483709"/>
                  </a:lnTo>
                  <a:lnTo>
                    <a:pt x="4035436" y="484245"/>
                  </a:lnTo>
                  <a:lnTo>
                    <a:pt x="4035436" y="484300"/>
                  </a:lnTo>
                  <a:lnTo>
                    <a:pt x="1012500" y="484683"/>
                  </a:lnTo>
                  <a:lnTo>
                    <a:pt x="1012500" y="1214"/>
                  </a:lnTo>
                  <a:lnTo>
                    <a:pt x="3020472" y="960"/>
                  </a:lnTo>
                  <a:lnTo>
                    <a:pt x="3020472" y="905"/>
                  </a:lnTo>
                  <a:close/>
                </a:path>
              </a:pathLst>
            </a:custGeom>
            <a:solidFill>
              <a:schemeClr val="accent2"/>
            </a:solidFill>
            <a:ln w="9525" cap="flat">
              <a:noFill/>
              <a:prstDash val="solid"/>
              <a:miter/>
            </a:ln>
          </p:spPr>
          <p:txBody>
            <a:bodyPr wrap="square" rtlCol="0" anchor="ctr">
              <a:noAutofit/>
            </a:bodyPr>
            <a:lstStyle/>
            <a:p>
              <a:endParaRPr lang="en-US"/>
            </a:p>
          </p:txBody>
        </p:sp>
        <p:sp>
          <p:nvSpPr>
            <p:cNvPr id="425" name="Freeform: Shape 424">
              <a:extLst>
                <a:ext uri="{FF2B5EF4-FFF2-40B4-BE49-F238E27FC236}">
                  <a16:creationId xmlns:a16="http://schemas.microsoft.com/office/drawing/2014/main" id="{D58D963E-8E59-9D2D-B61A-7664158FE936}"/>
                </a:ext>
                <a:ext uri="{C183D7F6-B498-43B3-948B-1728B52AA6E4}">
                  <adec:decorative xmlns:adec="http://schemas.microsoft.com/office/drawing/2017/decorative" val="1"/>
                </a:ext>
              </a:extLst>
            </p:cNvPr>
            <p:cNvSpPr/>
            <p:nvPr/>
          </p:nvSpPr>
          <p:spPr>
            <a:xfrm>
              <a:off x="9141866" y="879371"/>
              <a:ext cx="456933" cy="276326"/>
            </a:xfrm>
            <a:custGeom>
              <a:avLst/>
              <a:gdLst>
                <a:gd name="connsiteX0" fmla="*/ 9307986 w 9791455"/>
                <a:gd name="connsiteY0" fmla="*/ 5423916 h 5921284"/>
                <a:gd name="connsiteX1" fmla="*/ 9791455 w 9791455"/>
                <a:gd name="connsiteY1" fmla="*/ 5423916 h 5921284"/>
                <a:gd name="connsiteX2" fmla="*/ 9791455 w 9791455"/>
                <a:gd name="connsiteY2" fmla="*/ 5921284 h 5921284"/>
                <a:gd name="connsiteX3" fmla="*/ 9307986 w 9791455"/>
                <a:gd name="connsiteY3" fmla="*/ 5921284 h 5921284"/>
                <a:gd name="connsiteX4" fmla="*/ 1089019 w 9791455"/>
                <a:gd name="connsiteY4" fmla="*/ 5423916 h 5921284"/>
                <a:gd name="connsiteX5" fmla="*/ 1572488 w 9791455"/>
                <a:gd name="connsiteY5" fmla="*/ 5423916 h 5921284"/>
                <a:gd name="connsiteX6" fmla="*/ 1572488 w 9791455"/>
                <a:gd name="connsiteY6" fmla="*/ 5921284 h 5921284"/>
                <a:gd name="connsiteX7" fmla="*/ 1089019 w 9791455"/>
                <a:gd name="connsiteY7" fmla="*/ 5921284 h 5921284"/>
                <a:gd name="connsiteX8" fmla="*/ 0 w 9791455"/>
                <a:gd name="connsiteY8" fmla="*/ 0 h 5921284"/>
                <a:gd name="connsiteX9" fmla="*/ 725203 w 9791455"/>
                <a:gd name="connsiteY9" fmla="*/ 0 h 5921284"/>
                <a:gd name="connsiteX10" fmla="*/ 725203 w 9791455"/>
                <a:gd name="connsiteY10" fmla="*/ 725203 h 5921284"/>
                <a:gd name="connsiteX11" fmla="*/ 0 w 9791455"/>
                <a:gd name="connsiteY11" fmla="*/ 725203 h 592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1455" h="5921284">
                  <a:moveTo>
                    <a:pt x="9307986" y="5423916"/>
                  </a:moveTo>
                  <a:lnTo>
                    <a:pt x="9791455" y="5423916"/>
                  </a:lnTo>
                  <a:lnTo>
                    <a:pt x="9791455" y="5921284"/>
                  </a:lnTo>
                  <a:lnTo>
                    <a:pt x="9307986" y="5921284"/>
                  </a:lnTo>
                  <a:close/>
                  <a:moveTo>
                    <a:pt x="1089019" y="5423916"/>
                  </a:moveTo>
                  <a:lnTo>
                    <a:pt x="1572488" y="5423916"/>
                  </a:lnTo>
                  <a:lnTo>
                    <a:pt x="1572488" y="5921284"/>
                  </a:lnTo>
                  <a:lnTo>
                    <a:pt x="1089019" y="5921284"/>
                  </a:lnTo>
                  <a:close/>
                  <a:moveTo>
                    <a:pt x="0" y="0"/>
                  </a:moveTo>
                  <a:lnTo>
                    <a:pt x="725203" y="0"/>
                  </a:lnTo>
                  <a:lnTo>
                    <a:pt x="725203" y="725203"/>
                  </a:lnTo>
                  <a:lnTo>
                    <a:pt x="0" y="725203"/>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818" name="Group 2817">
            <a:extLst>
              <a:ext uri="{FF2B5EF4-FFF2-40B4-BE49-F238E27FC236}">
                <a16:creationId xmlns:a16="http://schemas.microsoft.com/office/drawing/2014/main" id="{97141E07-2A1E-3A8A-8698-944C04AA4FA8}"/>
              </a:ext>
              <a:ext uri="{C183D7F6-B498-43B3-948B-1728B52AA6E4}">
                <adec:decorative xmlns:adec="http://schemas.microsoft.com/office/drawing/2017/decorative" val="1"/>
              </a:ext>
            </a:extLst>
          </p:cNvPr>
          <p:cNvGrpSpPr>
            <a:grpSpLocks noChangeAspect="1"/>
          </p:cNvGrpSpPr>
          <p:nvPr/>
        </p:nvGrpSpPr>
        <p:grpSpPr>
          <a:xfrm>
            <a:off x="9818881" y="810791"/>
            <a:ext cx="445524" cy="457200"/>
            <a:chOff x="9818881" y="810791"/>
            <a:chExt cx="445524" cy="457200"/>
          </a:xfrm>
          <a:solidFill>
            <a:srgbClr val="FF0000"/>
          </a:solidFill>
        </p:grpSpPr>
        <p:sp>
          <p:nvSpPr>
            <p:cNvPr id="435" name="Freeform: Shape 434">
              <a:extLst>
                <a:ext uri="{FF2B5EF4-FFF2-40B4-BE49-F238E27FC236}">
                  <a16:creationId xmlns:a16="http://schemas.microsoft.com/office/drawing/2014/main" id="{DC7478CD-F9A3-E22D-C689-94C440E07F9F}"/>
                </a:ext>
                <a:ext uri="{C183D7F6-B498-43B3-948B-1728B52AA6E4}">
                  <adec:decorative xmlns:adec="http://schemas.microsoft.com/office/drawing/2017/decorative" val="1"/>
                </a:ext>
              </a:extLst>
            </p:cNvPr>
            <p:cNvSpPr/>
            <p:nvPr/>
          </p:nvSpPr>
          <p:spPr>
            <a:xfrm>
              <a:off x="10020736" y="961547"/>
              <a:ext cx="237389" cy="306444"/>
            </a:xfrm>
            <a:custGeom>
              <a:avLst/>
              <a:gdLst>
                <a:gd name="connsiteX0" fmla="*/ 2016661 w 3560831"/>
                <a:gd name="connsiteY0" fmla="*/ 2680175 h 4596665"/>
                <a:gd name="connsiteX1" fmla="*/ 2557742 w 3560831"/>
                <a:gd name="connsiteY1" fmla="*/ 2789279 h 4596665"/>
                <a:gd name="connsiteX2" fmla="*/ 3113780 w 3560831"/>
                <a:gd name="connsiteY2" fmla="*/ 3100646 h 4596665"/>
                <a:gd name="connsiteX3" fmla="*/ 3503683 w 3560831"/>
                <a:gd name="connsiteY3" fmla="*/ 3523320 h 4596665"/>
                <a:gd name="connsiteX4" fmla="*/ 3560831 w 3560831"/>
                <a:gd name="connsiteY4" fmla="*/ 3660623 h 4596665"/>
                <a:gd name="connsiteX5" fmla="*/ 3011246 w 3560831"/>
                <a:gd name="connsiteY5" fmla="*/ 3660623 h 4596665"/>
                <a:gd name="connsiteX6" fmla="*/ 2882307 w 3560831"/>
                <a:gd name="connsiteY6" fmla="*/ 3482261 h 4596665"/>
                <a:gd name="connsiteX7" fmla="*/ 2262736 w 3560831"/>
                <a:gd name="connsiteY7" fmla="*/ 3161870 h 4596665"/>
                <a:gd name="connsiteX8" fmla="*/ 1976629 w 3560831"/>
                <a:gd name="connsiteY8" fmla="*/ 3123092 h 4596665"/>
                <a:gd name="connsiteX9" fmla="*/ 1250341 w 3560831"/>
                <a:gd name="connsiteY9" fmla="*/ 3277106 h 4596665"/>
                <a:gd name="connsiteX10" fmla="*/ 526605 w 3560831"/>
                <a:gd name="connsiteY10" fmla="*/ 4101143 h 4596665"/>
                <a:gd name="connsiteX11" fmla="*/ 440646 w 3560831"/>
                <a:gd name="connsiteY11" fmla="*/ 4596665 h 4596665"/>
                <a:gd name="connsiteX12" fmla="*/ 0 w 3560831"/>
                <a:gd name="connsiteY12" fmla="*/ 4596665 h 4596665"/>
                <a:gd name="connsiteX13" fmla="*/ 14449 w 3560831"/>
                <a:gd name="connsiteY13" fmla="*/ 4357584 h 4596665"/>
                <a:gd name="connsiteX14" fmla="*/ 105076 w 3560831"/>
                <a:gd name="connsiteY14" fmla="*/ 3970438 h 4596665"/>
                <a:gd name="connsiteX15" fmla="*/ 432203 w 3560831"/>
                <a:gd name="connsiteY15" fmla="*/ 3382095 h 4596665"/>
                <a:gd name="connsiteX16" fmla="*/ 861224 w 3560831"/>
                <a:gd name="connsiteY16" fmla="*/ 2993794 h 4596665"/>
                <a:gd name="connsiteX17" fmla="*/ 1560787 w 3560831"/>
                <a:gd name="connsiteY17" fmla="*/ 2713209 h 4596665"/>
                <a:gd name="connsiteX18" fmla="*/ 1830445 w 3560831"/>
                <a:gd name="connsiteY18" fmla="*/ 2684319 h 4596665"/>
                <a:gd name="connsiteX19" fmla="*/ 2016661 w 3560831"/>
                <a:gd name="connsiteY19" fmla="*/ 2680175 h 4596665"/>
                <a:gd name="connsiteX20" fmla="*/ 1936125 w 3560831"/>
                <a:gd name="connsiteY20" fmla="*/ 438244 h 4596665"/>
                <a:gd name="connsiteX21" fmla="*/ 1746909 w 3560831"/>
                <a:gd name="connsiteY21" fmla="*/ 457121 h 4596665"/>
                <a:gd name="connsiteX22" fmla="*/ 1185169 w 3560831"/>
                <a:gd name="connsiteY22" fmla="*/ 898508 h 4596665"/>
                <a:gd name="connsiteX23" fmla="*/ 1109910 w 3560831"/>
                <a:gd name="connsiteY23" fmla="*/ 1373874 h 4596665"/>
                <a:gd name="connsiteX24" fmla="*/ 1415595 w 3560831"/>
                <a:gd name="connsiteY24" fmla="*/ 1889986 h 4596665"/>
                <a:gd name="connsiteX25" fmla="*/ 2050846 w 3560831"/>
                <a:gd name="connsiteY25" fmla="*/ 2052745 h 4596665"/>
                <a:gd name="connsiteX26" fmla="*/ 2547246 w 3560831"/>
                <a:gd name="connsiteY26" fmla="*/ 1756284 h 4596665"/>
                <a:gd name="connsiteX27" fmla="*/ 2716897 w 3560831"/>
                <a:gd name="connsiteY27" fmla="*/ 1123260 h 4596665"/>
                <a:gd name="connsiteX28" fmla="*/ 2444393 w 3560831"/>
                <a:gd name="connsiteY28" fmla="*/ 640799 h 4596665"/>
                <a:gd name="connsiteX29" fmla="*/ 1936125 w 3560831"/>
                <a:gd name="connsiteY29" fmla="*/ 438244 h 4596665"/>
                <a:gd name="connsiteX30" fmla="*/ 1873944 w 3560831"/>
                <a:gd name="connsiteY30" fmla="*/ 670 h 4596665"/>
                <a:gd name="connsiteX31" fmla="*/ 2385531 w 3560831"/>
                <a:gd name="connsiteY31" fmla="*/ 91426 h 4596665"/>
                <a:gd name="connsiteX32" fmla="*/ 2850878 w 3560831"/>
                <a:gd name="connsiteY32" fmla="*/ 420365 h 4596665"/>
                <a:gd name="connsiteX33" fmla="*/ 3137414 w 3560831"/>
                <a:gd name="connsiteY33" fmla="*/ 998977 h 4596665"/>
                <a:gd name="connsiteX34" fmla="*/ 3165317 w 3560831"/>
                <a:gd name="connsiteY34" fmla="*/ 1273258 h 4596665"/>
                <a:gd name="connsiteX35" fmla="*/ 3062427 w 3560831"/>
                <a:gd name="connsiteY35" fmla="*/ 1751683 h 4596665"/>
                <a:gd name="connsiteX36" fmla="*/ 2797055 w 3560831"/>
                <a:gd name="connsiteY36" fmla="*/ 2141896 h 4596665"/>
                <a:gd name="connsiteX37" fmla="*/ 2153650 w 3560831"/>
                <a:gd name="connsiteY37" fmla="*/ 2481398 h 4596665"/>
                <a:gd name="connsiteX38" fmla="*/ 1829846 w 3560831"/>
                <a:gd name="connsiteY38" fmla="*/ 2500604 h 4596665"/>
                <a:gd name="connsiteX39" fmla="*/ 1140221 w 3560831"/>
                <a:gd name="connsiteY39" fmla="*/ 2234481 h 4596665"/>
                <a:gd name="connsiteX40" fmla="*/ 848539 w 3560831"/>
                <a:gd name="connsiteY40" fmla="*/ 1905732 h 4596665"/>
                <a:gd name="connsiteX41" fmla="*/ 689857 w 3560831"/>
                <a:gd name="connsiteY41" fmla="*/ 1509336 h 4596665"/>
                <a:gd name="connsiteX42" fmla="*/ 661795 w 3560831"/>
                <a:gd name="connsiteY42" fmla="*/ 1287367 h 4596665"/>
                <a:gd name="connsiteX43" fmla="*/ 906957 w 3560831"/>
                <a:gd name="connsiteY43" fmla="*/ 507740 h 4596665"/>
                <a:gd name="connsiteX44" fmla="*/ 1272427 w 3560831"/>
                <a:gd name="connsiteY44" fmla="*/ 176603 h 4596665"/>
                <a:gd name="connsiteX45" fmla="*/ 1699299 w 3560831"/>
                <a:gd name="connsiteY45" fmla="*/ 17911 h 4596665"/>
                <a:gd name="connsiteX46" fmla="*/ 1873944 w 3560831"/>
                <a:gd name="connsiteY46" fmla="*/ 670 h 4596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560831" h="4596665">
                  <a:moveTo>
                    <a:pt x="2016661" y="2680175"/>
                  </a:moveTo>
                  <a:cubicBezTo>
                    <a:pt x="2201359" y="2687233"/>
                    <a:pt x="2381554" y="2726826"/>
                    <a:pt x="2557742" y="2789279"/>
                  </a:cubicBezTo>
                  <a:cubicBezTo>
                    <a:pt x="2760365" y="2861100"/>
                    <a:pt x="2944879" y="2965856"/>
                    <a:pt x="3113780" y="3100646"/>
                  </a:cubicBezTo>
                  <a:cubicBezTo>
                    <a:pt x="3265999" y="3222113"/>
                    <a:pt x="3396181" y="3363172"/>
                    <a:pt x="3503683" y="3523320"/>
                  </a:cubicBezTo>
                  <a:lnTo>
                    <a:pt x="3560831" y="3660623"/>
                  </a:lnTo>
                  <a:lnTo>
                    <a:pt x="3011246" y="3660623"/>
                  </a:lnTo>
                  <a:lnTo>
                    <a:pt x="2882307" y="3482261"/>
                  </a:lnTo>
                  <a:cubicBezTo>
                    <a:pt x="2703081" y="3324395"/>
                    <a:pt x="2496693" y="3213816"/>
                    <a:pt x="2262736" y="3161870"/>
                  </a:cubicBezTo>
                  <a:cubicBezTo>
                    <a:pt x="2169091" y="3141074"/>
                    <a:pt x="2072457" y="3131467"/>
                    <a:pt x="1976629" y="3123092"/>
                  </a:cubicBezTo>
                  <a:cubicBezTo>
                    <a:pt x="1719381" y="3100627"/>
                    <a:pt x="1475836" y="3160356"/>
                    <a:pt x="1250341" y="3277106"/>
                  </a:cubicBezTo>
                  <a:cubicBezTo>
                    <a:pt x="904165" y="3456322"/>
                    <a:pt x="659280" y="3730687"/>
                    <a:pt x="526605" y="4101143"/>
                  </a:cubicBezTo>
                  <a:cubicBezTo>
                    <a:pt x="469457" y="4260708"/>
                    <a:pt x="438802" y="4424359"/>
                    <a:pt x="440646" y="4596665"/>
                  </a:cubicBezTo>
                  <a:cubicBezTo>
                    <a:pt x="295239" y="4596665"/>
                    <a:pt x="151695" y="4596665"/>
                    <a:pt x="0" y="4596665"/>
                  </a:cubicBezTo>
                  <a:cubicBezTo>
                    <a:pt x="4240" y="4516412"/>
                    <a:pt x="359" y="4435373"/>
                    <a:pt x="14449" y="4357584"/>
                  </a:cubicBezTo>
                  <a:cubicBezTo>
                    <a:pt x="38059" y="4227258"/>
                    <a:pt x="65445" y="4096601"/>
                    <a:pt x="105076" y="3970438"/>
                  </a:cubicBezTo>
                  <a:cubicBezTo>
                    <a:pt x="173403" y="3752910"/>
                    <a:pt x="289077" y="3560186"/>
                    <a:pt x="432203" y="3382095"/>
                  </a:cubicBezTo>
                  <a:cubicBezTo>
                    <a:pt x="555097" y="3229168"/>
                    <a:pt x="698544" y="3100928"/>
                    <a:pt x="861224" y="2993794"/>
                  </a:cubicBezTo>
                  <a:cubicBezTo>
                    <a:pt x="1075045" y="2852987"/>
                    <a:pt x="1306509" y="2753180"/>
                    <a:pt x="1560787" y="2713209"/>
                  </a:cubicBezTo>
                  <a:cubicBezTo>
                    <a:pt x="1649987" y="2699196"/>
                    <a:pt x="1740362" y="2691859"/>
                    <a:pt x="1830445" y="2684319"/>
                  </a:cubicBezTo>
                  <a:cubicBezTo>
                    <a:pt x="1893030" y="2679084"/>
                    <a:pt x="1955096" y="2677822"/>
                    <a:pt x="2016661" y="2680175"/>
                  </a:cubicBezTo>
                  <a:close/>
                  <a:moveTo>
                    <a:pt x="1936125" y="438244"/>
                  </a:moveTo>
                  <a:cubicBezTo>
                    <a:pt x="1874540" y="437224"/>
                    <a:pt x="1811414" y="443479"/>
                    <a:pt x="1746909" y="457121"/>
                  </a:cubicBezTo>
                  <a:cubicBezTo>
                    <a:pt x="1495358" y="510323"/>
                    <a:pt x="1307367" y="660498"/>
                    <a:pt x="1185169" y="898508"/>
                  </a:cubicBezTo>
                  <a:cubicBezTo>
                    <a:pt x="1112271" y="1049412"/>
                    <a:pt x="1081486" y="1208766"/>
                    <a:pt x="1109910" y="1373874"/>
                  </a:cubicBezTo>
                  <a:cubicBezTo>
                    <a:pt x="1145923" y="1583078"/>
                    <a:pt x="1245396" y="1758980"/>
                    <a:pt x="1415595" y="1889986"/>
                  </a:cubicBezTo>
                  <a:cubicBezTo>
                    <a:pt x="1603684" y="2034764"/>
                    <a:pt x="1817379" y="2095009"/>
                    <a:pt x="2050846" y="2052745"/>
                  </a:cubicBezTo>
                  <a:cubicBezTo>
                    <a:pt x="2250422" y="2016617"/>
                    <a:pt x="2418721" y="1919260"/>
                    <a:pt x="2547246" y="1756284"/>
                  </a:cubicBezTo>
                  <a:cubicBezTo>
                    <a:pt x="2695266" y="1568586"/>
                    <a:pt x="2753862" y="1356641"/>
                    <a:pt x="2716897" y="1123260"/>
                  </a:cubicBezTo>
                  <a:cubicBezTo>
                    <a:pt x="2686506" y="931375"/>
                    <a:pt x="2594173" y="769314"/>
                    <a:pt x="2444393" y="640799"/>
                  </a:cubicBezTo>
                  <a:cubicBezTo>
                    <a:pt x="2291763" y="509836"/>
                    <a:pt x="2120879" y="441304"/>
                    <a:pt x="1936125" y="438244"/>
                  </a:cubicBezTo>
                  <a:close/>
                  <a:moveTo>
                    <a:pt x="1873944" y="670"/>
                  </a:moveTo>
                  <a:cubicBezTo>
                    <a:pt x="2047750" y="-4937"/>
                    <a:pt x="2218850" y="24596"/>
                    <a:pt x="2385531" y="91426"/>
                  </a:cubicBezTo>
                  <a:cubicBezTo>
                    <a:pt x="2567192" y="164262"/>
                    <a:pt x="2722185" y="274760"/>
                    <a:pt x="2850878" y="420365"/>
                  </a:cubicBezTo>
                  <a:cubicBezTo>
                    <a:pt x="2997974" y="586791"/>
                    <a:pt x="3099933" y="778134"/>
                    <a:pt x="3137414" y="998977"/>
                  </a:cubicBezTo>
                  <a:cubicBezTo>
                    <a:pt x="3152770" y="1089463"/>
                    <a:pt x="3164727" y="1181722"/>
                    <a:pt x="3165317" y="1273258"/>
                  </a:cubicBezTo>
                  <a:cubicBezTo>
                    <a:pt x="3166389" y="1439311"/>
                    <a:pt x="3127057" y="1598300"/>
                    <a:pt x="3062427" y="1751683"/>
                  </a:cubicBezTo>
                  <a:cubicBezTo>
                    <a:pt x="2999949" y="1899955"/>
                    <a:pt x="2910047" y="2029977"/>
                    <a:pt x="2797055" y="2141896"/>
                  </a:cubicBezTo>
                  <a:cubicBezTo>
                    <a:pt x="2617854" y="2319392"/>
                    <a:pt x="2401667" y="2435343"/>
                    <a:pt x="2153650" y="2481398"/>
                  </a:cubicBezTo>
                  <a:cubicBezTo>
                    <a:pt x="2047972" y="2501022"/>
                    <a:pt x="1936983" y="2508168"/>
                    <a:pt x="1829846" y="2500604"/>
                  </a:cubicBezTo>
                  <a:cubicBezTo>
                    <a:pt x="1574505" y="2482578"/>
                    <a:pt x="1340624" y="2399279"/>
                    <a:pt x="1140221" y="2234481"/>
                  </a:cubicBezTo>
                  <a:cubicBezTo>
                    <a:pt x="1026659" y="2141099"/>
                    <a:pt x="922522" y="2039144"/>
                    <a:pt x="848539" y="1905732"/>
                  </a:cubicBezTo>
                  <a:cubicBezTo>
                    <a:pt x="771126" y="1780857"/>
                    <a:pt x="716262" y="1650330"/>
                    <a:pt x="689857" y="1509336"/>
                  </a:cubicBezTo>
                  <a:cubicBezTo>
                    <a:pt x="676141" y="1436090"/>
                    <a:pt x="662796" y="1361512"/>
                    <a:pt x="661795" y="1287367"/>
                  </a:cubicBezTo>
                  <a:cubicBezTo>
                    <a:pt x="657933" y="1001341"/>
                    <a:pt x="735560" y="739437"/>
                    <a:pt x="906957" y="507740"/>
                  </a:cubicBezTo>
                  <a:cubicBezTo>
                    <a:pt x="1006685" y="372928"/>
                    <a:pt x="1129809" y="264821"/>
                    <a:pt x="1272427" y="176603"/>
                  </a:cubicBezTo>
                  <a:cubicBezTo>
                    <a:pt x="1404627" y="94829"/>
                    <a:pt x="1548400" y="42680"/>
                    <a:pt x="1699299" y="17911"/>
                  </a:cubicBezTo>
                  <a:cubicBezTo>
                    <a:pt x="1757772" y="8313"/>
                    <a:pt x="1816008" y="2539"/>
                    <a:pt x="1873944" y="67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434" name="Freeform: Shape 433">
              <a:extLst>
                <a:ext uri="{FF2B5EF4-FFF2-40B4-BE49-F238E27FC236}">
                  <a16:creationId xmlns:a16="http://schemas.microsoft.com/office/drawing/2014/main" id="{8447C3EB-0080-8090-36DF-F9CB45ABFAFF}"/>
                </a:ext>
                <a:ext uri="{C183D7F6-B498-43B3-948B-1728B52AA6E4}">
                  <adec:decorative xmlns:adec="http://schemas.microsoft.com/office/drawing/2017/decorative" val="1"/>
                </a:ext>
              </a:extLst>
            </p:cNvPr>
            <p:cNvSpPr/>
            <p:nvPr/>
          </p:nvSpPr>
          <p:spPr>
            <a:xfrm>
              <a:off x="9818881" y="810791"/>
              <a:ext cx="445524" cy="457200"/>
            </a:xfrm>
            <a:custGeom>
              <a:avLst/>
              <a:gdLst>
                <a:gd name="connsiteX0" fmla="*/ 6040426 w 6682860"/>
                <a:gd name="connsiteY0" fmla="*/ 6213004 h 6857999"/>
                <a:gd name="connsiteX1" fmla="*/ 6682860 w 6682860"/>
                <a:gd name="connsiteY1" fmla="*/ 6213004 h 6857999"/>
                <a:gd name="connsiteX2" fmla="*/ 6682860 w 6682860"/>
                <a:gd name="connsiteY2" fmla="*/ 6857999 h 6857999"/>
                <a:gd name="connsiteX3" fmla="*/ 6040426 w 6682860"/>
                <a:gd name="connsiteY3" fmla="*/ 6857999 h 6857999"/>
                <a:gd name="connsiteX4" fmla="*/ 390929 w 6682860"/>
                <a:gd name="connsiteY4" fmla="*/ 2459431 h 6857999"/>
                <a:gd name="connsiteX5" fmla="*/ 389633 w 6682860"/>
                <a:gd name="connsiteY5" fmla="*/ 2902943 h 6857999"/>
                <a:gd name="connsiteX6" fmla="*/ 495498 w 6682860"/>
                <a:gd name="connsiteY6" fmla="*/ 3091904 h 6857999"/>
                <a:gd name="connsiteX7" fmla="*/ 750879 w 6682860"/>
                <a:gd name="connsiteY7" fmla="*/ 3219293 h 6857999"/>
                <a:gd name="connsiteX8" fmla="*/ 1431799 w 6682860"/>
                <a:gd name="connsiteY8" fmla="*/ 3361075 h 6857999"/>
                <a:gd name="connsiteX9" fmla="*/ 1890350 w 6682860"/>
                <a:gd name="connsiteY9" fmla="*/ 3363635 h 6857999"/>
                <a:gd name="connsiteX10" fmla="*/ 2379774 w 6682860"/>
                <a:gd name="connsiteY10" fmla="*/ 3305394 h 6857999"/>
                <a:gd name="connsiteX11" fmla="*/ 2943979 w 6682860"/>
                <a:gd name="connsiteY11" fmla="*/ 3086840 h 6857999"/>
                <a:gd name="connsiteX12" fmla="*/ 3032611 w 6682860"/>
                <a:gd name="connsiteY12" fmla="*/ 2927448 h 6857999"/>
                <a:gd name="connsiteX13" fmla="*/ 3030752 w 6682860"/>
                <a:gd name="connsiteY13" fmla="*/ 2536956 h 6857999"/>
                <a:gd name="connsiteX14" fmla="*/ 3030752 w 6682860"/>
                <a:gd name="connsiteY14" fmla="*/ 2464666 h 6857999"/>
                <a:gd name="connsiteX15" fmla="*/ 1712156 w 6682860"/>
                <a:gd name="connsiteY15" fmla="*/ 2732027 h 6857999"/>
                <a:gd name="connsiteX16" fmla="*/ 390929 w 6682860"/>
                <a:gd name="connsiteY16" fmla="*/ 2459431 h 6857999"/>
                <a:gd name="connsiteX17" fmla="*/ 390951 w 6682860"/>
                <a:gd name="connsiteY17" fmla="*/ 1384168 h 6857999"/>
                <a:gd name="connsiteX18" fmla="*/ 392093 w 6682860"/>
                <a:gd name="connsiteY18" fmla="*/ 1876747 h 6857999"/>
                <a:gd name="connsiteX19" fmla="*/ 417814 w 6682860"/>
                <a:gd name="connsiteY19" fmla="*/ 1943846 h 6857999"/>
                <a:gd name="connsiteX20" fmla="*/ 566366 w 6682860"/>
                <a:gd name="connsiteY20" fmla="*/ 2057369 h 6857999"/>
                <a:gd name="connsiteX21" fmla="*/ 1123897 w 6682860"/>
                <a:gd name="connsiteY21" fmla="*/ 2241211 h 6857999"/>
                <a:gd name="connsiteX22" fmla="*/ 1690105 w 6682860"/>
                <a:gd name="connsiteY22" fmla="*/ 2294966 h 6857999"/>
                <a:gd name="connsiteX23" fmla="*/ 1926491 w 6682860"/>
                <a:gd name="connsiteY23" fmla="*/ 2286115 h 6857999"/>
                <a:gd name="connsiteX24" fmla="*/ 2170517 w 6682860"/>
                <a:gd name="connsiteY24" fmla="*/ 2265416 h 6857999"/>
                <a:gd name="connsiteX25" fmla="*/ 2527020 w 6682860"/>
                <a:gd name="connsiteY25" fmla="*/ 2189836 h 6857999"/>
                <a:gd name="connsiteX26" fmla="*/ 2957168 w 6682860"/>
                <a:gd name="connsiteY26" fmla="*/ 1999568 h 6857999"/>
                <a:gd name="connsiteX27" fmla="*/ 3032349 w 6682860"/>
                <a:gd name="connsiteY27" fmla="*/ 1857190 h 6857999"/>
                <a:gd name="connsiteX28" fmla="*/ 3030752 w 6682860"/>
                <a:gd name="connsiteY28" fmla="*/ 1576330 h 6857999"/>
                <a:gd name="connsiteX29" fmla="*/ 3030752 w 6682860"/>
                <a:gd name="connsiteY29" fmla="*/ 1387179 h 6857999"/>
                <a:gd name="connsiteX30" fmla="*/ 2872043 w 6682860"/>
                <a:gd name="connsiteY30" fmla="*/ 1457332 h 6857999"/>
                <a:gd name="connsiteX31" fmla="*/ 2280450 w 6682860"/>
                <a:gd name="connsiteY31" fmla="*/ 1609652 h 6857999"/>
                <a:gd name="connsiteX32" fmla="*/ 1750821 w 6682860"/>
                <a:gd name="connsiteY32" fmla="*/ 1655887 h 6857999"/>
                <a:gd name="connsiteX33" fmla="*/ 1447826 w 6682860"/>
                <a:gd name="connsiteY33" fmla="*/ 1647283 h 6857999"/>
                <a:gd name="connsiteX34" fmla="*/ 1289999 w 6682860"/>
                <a:gd name="connsiteY34" fmla="*/ 1628948 h 6857999"/>
                <a:gd name="connsiteX35" fmla="*/ 1043441 w 6682860"/>
                <a:gd name="connsiteY35" fmla="*/ 1596696 h 6857999"/>
                <a:gd name="connsiteX36" fmla="*/ 511209 w 6682860"/>
                <a:gd name="connsiteY36" fmla="*/ 1438474 h 6857999"/>
                <a:gd name="connsiteX37" fmla="*/ 390951 w 6682860"/>
                <a:gd name="connsiteY37" fmla="*/ 1384168 h 6857999"/>
                <a:gd name="connsiteX38" fmla="*/ 1774497 w 6682860"/>
                <a:gd name="connsiteY38" fmla="*/ 443780 h 6857999"/>
                <a:gd name="connsiteX39" fmla="*/ 1602184 w 6682860"/>
                <a:gd name="connsiteY39" fmla="*/ 447910 h 6857999"/>
                <a:gd name="connsiteX40" fmla="*/ 1315072 w 6682860"/>
                <a:gd name="connsiteY40" fmla="*/ 466284 h 6857999"/>
                <a:gd name="connsiteX41" fmla="*/ 812226 w 6682860"/>
                <a:gd name="connsiteY41" fmla="*/ 571859 h 6857999"/>
                <a:gd name="connsiteX42" fmla="*/ 423580 w 6682860"/>
                <a:gd name="connsiteY42" fmla="*/ 781307 h 6857999"/>
                <a:gd name="connsiteX43" fmla="*/ 422358 w 6682860"/>
                <a:gd name="connsiteY43" fmla="*/ 874390 h 6857999"/>
                <a:gd name="connsiteX44" fmla="*/ 731187 w 6682860"/>
                <a:gd name="connsiteY44" fmla="*/ 1056709 h 6857999"/>
                <a:gd name="connsiteX45" fmla="*/ 1416354 w 6682860"/>
                <a:gd name="connsiteY45" fmla="*/ 1202048 h 6857999"/>
                <a:gd name="connsiteX46" fmla="*/ 1963763 w 6682860"/>
                <a:gd name="connsiteY46" fmla="*/ 1207158 h 6857999"/>
                <a:gd name="connsiteX47" fmla="*/ 2430168 w 6682860"/>
                <a:gd name="connsiteY47" fmla="*/ 1138254 h 6857999"/>
                <a:gd name="connsiteX48" fmla="*/ 2728819 w 6682860"/>
                <a:gd name="connsiteY48" fmla="*/ 1044608 h 6857999"/>
                <a:gd name="connsiteX49" fmla="*/ 3000877 w 6682860"/>
                <a:gd name="connsiteY49" fmla="*/ 881841 h 6857999"/>
                <a:gd name="connsiteX50" fmla="*/ 2998707 w 6682860"/>
                <a:gd name="connsiteY50" fmla="*/ 775100 h 6857999"/>
                <a:gd name="connsiteX51" fmla="*/ 2769421 w 6682860"/>
                <a:gd name="connsiteY51" fmla="*/ 632304 h 6857999"/>
                <a:gd name="connsiteX52" fmla="*/ 1946366 w 6682860"/>
                <a:gd name="connsiteY52" fmla="*/ 448629 h 6857999"/>
                <a:gd name="connsiteX53" fmla="*/ 1774497 w 6682860"/>
                <a:gd name="connsiteY53" fmla="*/ 443780 h 6857999"/>
                <a:gd name="connsiteX54" fmla="*/ 1758270 w 6682860"/>
                <a:gd name="connsiteY54" fmla="*/ 855 h 6857999"/>
                <a:gd name="connsiteX55" fmla="*/ 2822886 w 6682860"/>
                <a:gd name="connsiteY55" fmla="*/ 180234 h 6857999"/>
                <a:gd name="connsiteX56" fmla="*/ 3261651 w 6682860"/>
                <a:gd name="connsiteY56" fmla="*/ 445874 h 6857999"/>
                <a:gd name="connsiteX57" fmla="*/ 3422362 w 6682860"/>
                <a:gd name="connsiteY57" fmla="*/ 833991 h 6857999"/>
                <a:gd name="connsiteX58" fmla="*/ 3421452 w 6682860"/>
                <a:gd name="connsiteY58" fmla="*/ 3006455 h 6857999"/>
                <a:gd name="connsiteX59" fmla="*/ 3281550 w 6682860"/>
                <a:gd name="connsiteY59" fmla="*/ 3345274 h 6857999"/>
                <a:gd name="connsiteX60" fmla="*/ 2722236 w 6682860"/>
                <a:gd name="connsiteY60" fmla="*/ 3667893 h 6857999"/>
                <a:gd name="connsiteX61" fmla="*/ 2228695 w 6682860"/>
                <a:gd name="connsiteY61" fmla="*/ 3773252 h 6857999"/>
                <a:gd name="connsiteX62" fmla="*/ 1905060 w 6682860"/>
                <a:gd name="connsiteY62" fmla="*/ 3801157 h 6857999"/>
                <a:gd name="connsiteX63" fmla="*/ 1606744 w 6682860"/>
                <a:gd name="connsiteY63" fmla="*/ 3809470 h 6857999"/>
                <a:gd name="connsiteX64" fmla="*/ 1078606 w 6682860"/>
                <a:gd name="connsiteY64" fmla="*/ 3754664 h 6857999"/>
                <a:gd name="connsiteX65" fmla="*/ 551586 w 6682860"/>
                <a:gd name="connsiteY65" fmla="*/ 3611044 h 6857999"/>
                <a:gd name="connsiteX66" fmla="*/ 164546 w 6682860"/>
                <a:gd name="connsiteY66" fmla="*/ 3360937 h 6857999"/>
                <a:gd name="connsiteX67" fmla="*/ 9442 w 6682860"/>
                <a:gd name="connsiteY67" fmla="*/ 3030034 h 6857999"/>
                <a:gd name="connsiteX68" fmla="*/ 599 w 6682860"/>
                <a:gd name="connsiteY68" fmla="*/ 2879283 h 6857999"/>
                <a:gd name="connsiteX69" fmla="*/ 0 w 6682860"/>
                <a:gd name="connsiteY69" fmla="*/ 868801 h 6857999"/>
                <a:gd name="connsiteX70" fmla="*/ 276439 w 6682860"/>
                <a:gd name="connsiteY70" fmla="*/ 351931 h 6857999"/>
                <a:gd name="connsiteX71" fmla="*/ 940601 w 6682860"/>
                <a:gd name="connsiteY71" fmla="*/ 85588 h 6857999"/>
                <a:gd name="connsiteX72" fmla="*/ 1399724 w 6682860"/>
                <a:gd name="connsiteY72" fmla="*/ 19476 h 6857999"/>
                <a:gd name="connsiteX73" fmla="*/ 1758270 w 6682860"/>
                <a:gd name="connsiteY73" fmla="*/ 85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682860" h="6857999">
                  <a:moveTo>
                    <a:pt x="6040426" y="6213004"/>
                  </a:moveTo>
                  <a:lnTo>
                    <a:pt x="6682860" y="6213004"/>
                  </a:lnTo>
                  <a:lnTo>
                    <a:pt x="6682860" y="6857999"/>
                  </a:lnTo>
                  <a:lnTo>
                    <a:pt x="6040426" y="6857999"/>
                  </a:lnTo>
                  <a:close/>
                  <a:moveTo>
                    <a:pt x="390929" y="2459431"/>
                  </a:moveTo>
                  <a:cubicBezTo>
                    <a:pt x="390929" y="2611495"/>
                    <a:pt x="394311" y="2757348"/>
                    <a:pt x="389633" y="2902943"/>
                  </a:cubicBezTo>
                  <a:cubicBezTo>
                    <a:pt x="386913" y="2987668"/>
                    <a:pt x="414400" y="3048929"/>
                    <a:pt x="495498" y="3091904"/>
                  </a:cubicBezTo>
                  <a:cubicBezTo>
                    <a:pt x="580445" y="3134828"/>
                    <a:pt x="662651" y="3184754"/>
                    <a:pt x="750879" y="3219293"/>
                  </a:cubicBezTo>
                  <a:cubicBezTo>
                    <a:pt x="969267" y="3304783"/>
                    <a:pt x="1199506" y="3343615"/>
                    <a:pt x="1431799" y="3361075"/>
                  </a:cubicBezTo>
                  <a:cubicBezTo>
                    <a:pt x="1583852" y="3372503"/>
                    <a:pt x="1737449" y="3362885"/>
                    <a:pt x="1890350" y="3363635"/>
                  </a:cubicBezTo>
                  <a:cubicBezTo>
                    <a:pt x="2055954" y="3364447"/>
                    <a:pt x="2218628" y="3339112"/>
                    <a:pt x="2379774" y="3305394"/>
                  </a:cubicBezTo>
                  <a:cubicBezTo>
                    <a:pt x="2579427" y="3263620"/>
                    <a:pt x="2772770" y="3202631"/>
                    <a:pt x="2943979" y="3086840"/>
                  </a:cubicBezTo>
                  <a:cubicBezTo>
                    <a:pt x="2999331" y="3049406"/>
                    <a:pt x="3036641" y="3004522"/>
                    <a:pt x="3032611" y="2927448"/>
                  </a:cubicBezTo>
                  <a:cubicBezTo>
                    <a:pt x="3025823" y="2797607"/>
                    <a:pt x="3030752" y="2667152"/>
                    <a:pt x="3030752" y="2536956"/>
                  </a:cubicBezTo>
                  <a:cubicBezTo>
                    <a:pt x="3030752" y="2515153"/>
                    <a:pt x="3030752" y="2493349"/>
                    <a:pt x="3030752" y="2464666"/>
                  </a:cubicBezTo>
                  <a:cubicBezTo>
                    <a:pt x="2611029" y="2672317"/>
                    <a:pt x="2165845" y="2733125"/>
                    <a:pt x="1712156" y="2732027"/>
                  </a:cubicBezTo>
                  <a:cubicBezTo>
                    <a:pt x="1256902" y="2730925"/>
                    <a:pt x="809244" y="2673703"/>
                    <a:pt x="390929" y="2459431"/>
                  </a:cubicBezTo>
                  <a:close/>
                  <a:moveTo>
                    <a:pt x="390951" y="1384168"/>
                  </a:moveTo>
                  <a:cubicBezTo>
                    <a:pt x="390951" y="1553027"/>
                    <a:pt x="389944" y="1714907"/>
                    <a:pt x="392093" y="1876747"/>
                  </a:cubicBezTo>
                  <a:cubicBezTo>
                    <a:pt x="392398" y="1899663"/>
                    <a:pt x="401740" y="1929416"/>
                    <a:pt x="417814" y="1943846"/>
                  </a:cubicBezTo>
                  <a:cubicBezTo>
                    <a:pt x="464118" y="1985414"/>
                    <a:pt x="512424" y="2027158"/>
                    <a:pt x="566366" y="2057369"/>
                  </a:cubicBezTo>
                  <a:cubicBezTo>
                    <a:pt x="739848" y="2154535"/>
                    <a:pt x="929262" y="2204074"/>
                    <a:pt x="1123897" y="2241211"/>
                  </a:cubicBezTo>
                  <a:cubicBezTo>
                    <a:pt x="1311486" y="2277005"/>
                    <a:pt x="1500538" y="2287608"/>
                    <a:pt x="1690105" y="2294966"/>
                  </a:cubicBezTo>
                  <a:cubicBezTo>
                    <a:pt x="1768679" y="2298018"/>
                    <a:pt x="1847776" y="2290929"/>
                    <a:pt x="1926491" y="2286115"/>
                  </a:cubicBezTo>
                  <a:cubicBezTo>
                    <a:pt x="2007998" y="2281131"/>
                    <a:pt x="2090273" y="2278914"/>
                    <a:pt x="2170517" y="2265416"/>
                  </a:cubicBezTo>
                  <a:cubicBezTo>
                    <a:pt x="2290245" y="2245275"/>
                    <a:pt x="2409849" y="2221374"/>
                    <a:pt x="2527020" y="2189836"/>
                  </a:cubicBezTo>
                  <a:cubicBezTo>
                    <a:pt x="2679546" y="2148782"/>
                    <a:pt x="2828295" y="2095341"/>
                    <a:pt x="2957168" y="1999568"/>
                  </a:cubicBezTo>
                  <a:cubicBezTo>
                    <a:pt x="3004177" y="1964632"/>
                    <a:pt x="3036935" y="1924439"/>
                    <a:pt x="3032349" y="1857190"/>
                  </a:cubicBezTo>
                  <a:cubicBezTo>
                    <a:pt x="3025991" y="1763968"/>
                    <a:pt x="3030752" y="1669987"/>
                    <a:pt x="3030752" y="1576330"/>
                  </a:cubicBezTo>
                  <a:cubicBezTo>
                    <a:pt x="3030752" y="1513778"/>
                    <a:pt x="3030752" y="1451225"/>
                    <a:pt x="3030752" y="1387179"/>
                  </a:cubicBezTo>
                  <a:cubicBezTo>
                    <a:pt x="2974394" y="1412174"/>
                    <a:pt x="2923724" y="1435976"/>
                    <a:pt x="2872043" y="1457332"/>
                  </a:cubicBezTo>
                  <a:cubicBezTo>
                    <a:pt x="2682045" y="1535844"/>
                    <a:pt x="2484420" y="1586894"/>
                    <a:pt x="2280450" y="1609652"/>
                  </a:cubicBezTo>
                  <a:cubicBezTo>
                    <a:pt x="2104350" y="1629299"/>
                    <a:pt x="1927687" y="1645937"/>
                    <a:pt x="1750821" y="1655887"/>
                  </a:cubicBezTo>
                  <a:cubicBezTo>
                    <a:pt x="1650280" y="1661544"/>
                    <a:pt x="1548754" y="1652590"/>
                    <a:pt x="1447826" y="1647283"/>
                  </a:cubicBezTo>
                  <a:cubicBezTo>
                    <a:pt x="1397962" y="1644661"/>
                    <a:pt x="1348446" y="1635400"/>
                    <a:pt x="1289999" y="1628948"/>
                  </a:cubicBezTo>
                  <a:cubicBezTo>
                    <a:pt x="1207753" y="1618505"/>
                    <a:pt x="1124615" y="1612607"/>
                    <a:pt x="1043441" y="1596696"/>
                  </a:cubicBezTo>
                  <a:cubicBezTo>
                    <a:pt x="861210" y="1560978"/>
                    <a:pt x="681202" y="1516138"/>
                    <a:pt x="511209" y="1438474"/>
                  </a:cubicBezTo>
                  <a:cubicBezTo>
                    <a:pt x="472461" y="1420772"/>
                    <a:pt x="433565" y="1403401"/>
                    <a:pt x="390951" y="1384168"/>
                  </a:cubicBezTo>
                  <a:close/>
                  <a:moveTo>
                    <a:pt x="1774497" y="443780"/>
                  </a:moveTo>
                  <a:cubicBezTo>
                    <a:pt x="1717048" y="444305"/>
                    <a:pt x="1659526" y="446327"/>
                    <a:pt x="1602184" y="447910"/>
                  </a:cubicBezTo>
                  <a:cubicBezTo>
                    <a:pt x="1506379" y="450556"/>
                    <a:pt x="1410669" y="458665"/>
                    <a:pt x="1315072" y="466284"/>
                  </a:cubicBezTo>
                  <a:cubicBezTo>
                    <a:pt x="1143037" y="479999"/>
                    <a:pt x="975643" y="517510"/>
                    <a:pt x="812226" y="571859"/>
                  </a:cubicBezTo>
                  <a:cubicBezTo>
                    <a:pt x="670749" y="618912"/>
                    <a:pt x="531468" y="671385"/>
                    <a:pt x="423580" y="781307"/>
                  </a:cubicBezTo>
                  <a:cubicBezTo>
                    <a:pt x="390698" y="814810"/>
                    <a:pt x="390956" y="840806"/>
                    <a:pt x="422358" y="874390"/>
                  </a:cubicBezTo>
                  <a:cubicBezTo>
                    <a:pt x="507490" y="965429"/>
                    <a:pt x="617717" y="1014923"/>
                    <a:pt x="731187" y="1056709"/>
                  </a:cubicBezTo>
                  <a:cubicBezTo>
                    <a:pt x="952331" y="1138145"/>
                    <a:pt x="1181139" y="1181996"/>
                    <a:pt x="1416354" y="1202048"/>
                  </a:cubicBezTo>
                  <a:cubicBezTo>
                    <a:pt x="1599258" y="1217640"/>
                    <a:pt x="1781912" y="1220209"/>
                    <a:pt x="1963763" y="1207158"/>
                  </a:cubicBezTo>
                  <a:cubicBezTo>
                    <a:pt x="2117587" y="1196118"/>
                    <a:pt x="2269928" y="1164395"/>
                    <a:pt x="2430168" y="1138254"/>
                  </a:cubicBezTo>
                  <a:cubicBezTo>
                    <a:pt x="2529896" y="1107502"/>
                    <a:pt x="2631530" y="1081749"/>
                    <a:pt x="2728819" y="1044608"/>
                  </a:cubicBezTo>
                  <a:cubicBezTo>
                    <a:pt x="2828101" y="1006707"/>
                    <a:pt x="2924485" y="959747"/>
                    <a:pt x="3000877" y="881841"/>
                  </a:cubicBezTo>
                  <a:cubicBezTo>
                    <a:pt x="3041488" y="840425"/>
                    <a:pt x="3045568" y="809575"/>
                    <a:pt x="2998707" y="775100"/>
                  </a:cubicBezTo>
                  <a:cubicBezTo>
                    <a:pt x="2926311" y="721835"/>
                    <a:pt x="2850520" y="670193"/>
                    <a:pt x="2769421" y="632304"/>
                  </a:cubicBezTo>
                  <a:cubicBezTo>
                    <a:pt x="2509311" y="510783"/>
                    <a:pt x="2229051" y="470451"/>
                    <a:pt x="1946366" y="448629"/>
                  </a:cubicBezTo>
                  <a:cubicBezTo>
                    <a:pt x="1889320" y="444226"/>
                    <a:pt x="1831946" y="443254"/>
                    <a:pt x="1774497" y="443780"/>
                  </a:cubicBezTo>
                  <a:close/>
                  <a:moveTo>
                    <a:pt x="1758270" y="855"/>
                  </a:moveTo>
                  <a:cubicBezTo>
                    <a:pt x="2120802" y="12492"/>
                    <a:pt x="2480116" y="49737"/>
                    <a:pt x="2822886" y="180234"/>
                  </a:cubicBezTo>
                  <a:cubicBezTo>
                    <a:pt x="2985068" y="241980"/>
                    <a:pt x="3139294" y="319499"/>
                    <a:pt x="3261651" y="445874"/>
                  </a:cubicBezTo>
                  <a:cubicBezTo>
                    <a:pt x="3365319" y="552946"/>
                    <a:pt x="3422782" y="680023"/>
                    <a:pt x="3422362" y="833991"/>
                  </a:cubicBezTo>
                  <a:cubicBezTo>
                    <a:pt x="3420387" y="1558142"/>
                    <a:pt x="3421517" y="2282300"/>
                    <a:pt x="3421452" y="3006455"/>
                  </a:cubicBezTo>
                  <a:cubicBezTo>
                    <a:pt x="3421440" y="3138555"/>
                    <a:pt x="3368329" y="3249926"/>
                    <a:pt x="3281550" y="3345274"/>
                  </a:cubicBezTo>
                  <a:cubicBezTo>
                    <a:pt x="3129830" y="3511978"/>
                    <a:pt x="2931767" y="3600734"/>
                    <a:pt x="2722236" y="3667893"/>
                  </a:cubicBezTo>
                  <a:cubicBezTo>
                    <a:pt x="2561351" y="3719460"/>
                    <a:pt x="2397280" y="3757418"/>
                    <a:pt x="2228695" y="3773252"/>
                  </a:cubicBezTo>
                  <a:cubicBezTo>
                    <a:pt x="2120887" y="3783377"/>
                    <a:pt x="2013102" y="3794474"/>
                    <a:pt x="1905060" y="3801157"/>
                  </a:cubicBezTo>
                  <a:cubicBezTo>
                    <a:pt x="1805751" y="3807299"/>
                    <a:pt x="1705538" y="3816353"/>
                    <a:pt x="1606744" y="3809470"/>
                  </a:cubicBezTo>
                  <a:cubicBezTo>
                    <a:pt x="1430274" y="3797179"/>
                    <a:pt x="1254365" y="3775594"/>
                    <a:pt x="1078606" y="3754664"/>
                  </a:cubicBezTo>
                  <a:cubicBezTo>
                    <a:pt x="896096" y="3732931"/>
                    <a:pt x="721224" y="3680139"/>
                    <a:pt x="551586" y="3611044"/>
                  </a:cubicBezTo>
                  <a:cubicBezTo>
                    <a:pt x="408303" y="3552686"/>
                    <a:pt x="273559" y="3479399"/>
                    <a:pt x="164546" y="3360937"/>
                  </a:cubicBezTo>
                  <a:cubicBezTo>
                    <a:pt x="71403" y="3267569"/>
                    <a:pt x="15961" y="3160267"/>
                    <a:pt x="9442" y="3030034"/>
                  </a:cubicBezTo>
                  <a:cubicBezTo>
                    <a:pt x="6925" y="2979755"/>
                    <a:pt x="644" y="2929534"/>
                    <a:pt x="599" y="2879283"/>
                  </a:cubicBezTo>
                  <a:cubicBezTo>
                    <a:pt x="-5" y="2209123"/>
                    <a:pt x="544" y="1538962"/>
                    <a:pt x="0" y="868801"/>
                  </a:cubicBezTo>
                  <a:cubicBezTo>
                    <a:pt x="-180" y="646537"/>
                    <a:pt x="97986" y="478000"/>
                    <a:pt x="276439" y="351931"/>
                  </a:cubicBezTo>
                  <a:cubicBezTo>
                    <a:pt x="476668" y="210483"/>
                    <a:pt x="701889" y="129344"/>
                    <a:pt x="940601" y="85588"/>
                  </a:cubicBezTo>
                  <a:cubicBezTo>
                    <a:pt x="1092607" y="57726"/>
                    <a:pt x="1246076" y="36176"/>
                    <a:pt x="1399724" y="19476"/>
                  </a:cubicBezTo>
                  <a:cubicBezTo>
                    <a:pt x="1518584" y="6558"/>
                    <a:pt x="1639015" y="-2974"/>
                    <a:pt x="1758270" y="855"/>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17" name="Group 2816">
            <a:extLst>
              <a:ext uri="{FF2B5EF4-FFF2-40B4-BE49-F238E27FC236}">
                <a16:creationId xmlns:a16="http://schemas.microsoft.com/office/drawing/2014/main" id="{49E07F13-CE26-E24E-DD84-07540EB3DDED}"/>
              </a:ext>
              <a:ext uri="{C183D7F6-B498-43B3-948B-1728B52AA6E4}">
                <adec:decorative xmlns:adec="http://schemas.microsoft.com/office/drawing/2017/decorative" val="1"/>
              </a:ext>
            </a:extLst>
          </p:cNvPr>
          <p:cNvGrpSpPr>
            <a:grpSpLocks noChangeAspect="1"/>
          </p:cNvGrpSpPr>
          <p:nvPr/>
        </p:nvGrpSpPr>
        <p:grpSpPr>
          <a:xfrm>
            <a:off x="10439363" y="810791"/>
            <a:ext cx="503240" cy="457200"/>
            <a:chOff x="10439363" y="810791"/>
            <a:chExt cx="503240" cy="457200"/>
          </a:xfrm>
          <a:solidFill>
            <a:srgbClr val="FF0000"/>
          </a:solidFill>
        </p:grpSpPr>
        <p:sp>
          <p:nvSpPr>
            <p:cNvPr id="442" name="Freeform: Shape 441">
              <a:extLst>
                <a:ext uri="{FF2B5EF4-FFF2-40B4-BE49-F238E27FC236}">
                  <a16:creationId xmlns:a16="http://schemas.microsoft.com/office/drawing/2014/main" id="{D32FDD8F-8359-315B-2ABF-D461FABC9457}"/>
                </a:ext>
                <a:ext uri="{C183D7F6-B498-43B3-948B-1728B52AA6E4}">
                  <adec:decorative xmlns:adec="http://schemas.microsoft.com/office/drawing/2017/decorative" val="1"/>
                </a:ext>
              </a:extLst>
            </p:cNvPr>
            <p:cNvSpPr/>
            <p:nvPr/>
          </p:nvSpPr>
          <p:spPr>
            <a:xfrm>
              <a:off x="10482373" y="810791"/>
              <a:ext cx="460230" cy="457200"/>
            </a:xfrm>
            <a:custGeom>
              <a:avLst/>
              <a:gdLst>
                <a:gd name="connsiteX0" fmla="*/ 6313752 w 6903461"/>
                <a:gd name="connsiteY0" fmla="*/ 6269328 h 6857999"/>
                <a:gd name="connsiteX1" fmla="*/ 6903461 w 6903461"/>
                <a:gd name="connsiteY1" fmla="*/ 6269328 h 6857999"/>
                <a:gd name="connsiteX2" fmla="*/ 6903461 w 6903461"/>
                <a:gd name="connsiteY2" fmla="*/ 6857999 h 6857999"/>
                <a:gd name="connsiteX3" fmla="*/ 6313752 w 6903461"/>
                <a:gd name="connsiteY3" fmla="*/ 6857999 h 6857999"/>
                <a:gd name="connsiteX4" fmla="*/ 6645997 w 6903461"/>
                <a:gd name="connsiteY4" fmla="*/ 5 h 6857999"/>
                <a:gd name="connsiteX5" fmla="*/ 6705805 w 6903461"/>
                <a:gd name="connsiteY5" fmla="*/ 5 h 6857999"/>
                <a:gd name="connsiteX6" fmla="*/ 6705805 w 6903461"/>
                <a:gd name="connsiteY6" fmla="*/ 60108 h 6857999"/>
                <a:gd name="connsiteX7" fmla="*/ 6706563 w 6903461"/>
                <a:gd name="connsiteY7" fmla="*/ 2167379 h 6857999"/>
                <a:gd name="connsiteX8" fmla="*/ 6420497 w 6903461"/>
                <a:gd name="connsiteY8" fmla="*/ 2540282 h 6857999"/>
                <a:gd name="connsiteX9" fmla="*/ 5938074 w 6903461"/>
                <a:gd name="connsiteY9" fmla="*/ 2275958 h 6857999"/>
                <a:gd name="connsiteX10" fmla="*/ 5922787 w 6903461"/>
                <a:gd name="connsiteY10" fmla="*/ 2183615 h 6857999"/>
                <a:gd name="connsiteX11" fmla="*/ 5922103 w 6903461"/>
                <a:gd name="connsiteY11" fmla="*/ 1508769 h 6857999"/>
                <a:gd name="connsiteX12" fmla="*/ 5922103 w 6903461"/>
                <a:gd name="connsiteY12" fmla="*/ 1472708 h 6857999"/>
                <a:gd name="connsiteX13" fmla="*/ 5904723 w 6903461"/>
                <a:gd name="connsiteY13" fmla="*/ 1484886 h 6857999"/>
                <a:gd name="connsiteX14" fmla="*/ 5577765 w 6903461"/>
                <a:gd name="connsiteY14" fmla="*/ 1802851 h 6857999"/>
                <a:gd name="connsiteX15" fmla="*/ 5297110 w 6903461"/>
                <a:gd name="connsiteY15" fmla="*/ 2074758 h 6857999"/>
                <a:gd name="connsiteX16" fmla="*/ 5078117 w 6903461"/>
                <a:gd name="connsiteY16" fmla="*/ 2285189 h 6857999"/>
                <a:gd name="connsiteX17" fmla="*/ 4575278 w 6903461"/>
                <a:gd name="connsiteY17" fmla="*/ 2770489 h 6857999"/>
                <a:gd name="connsiteX18" fmla="*/ 4347028 w 6903461"/>
                <a:gd name="connsiteY18" fmla="*/ 2990134 h 6857999"/>
                <a:gd name="connsiteX19" fmla="*/ 3862677 w 6903461"/>
                <a:gd name="connsiteY19" fmla="*/ 3456979 h 6857999"/>
                <a:gd name="connsiteX20" fmla="*/ 3622075 w 6903461"/>
                <a:gd name="connsiteY20" fmla="*/ 3688898 h 6857999"/>
                <a:gd name="connsiteX21" fmla="*/ 3412383 w 6903461"/>
                <a:gd name="connsiteY21" fmla="*/ 3890153 h 6857999"/>
                <a:gd name="connsiteX22" fmla="*/ 3299100 w 6903461"/>
                <a:gd name="connsiteY22" fmla="*/ 3898042 h 6857999"/>
                <a:gd name="connsiteX23" fmla="*/ 3077207 w 6903461"/>
                <a:gd name="connsiteY23" fmla="*/ 3875047 h 6857999"/>
                <a:gd name="connsiteX24" fmla="*/ 2752462 w 6903461"/>
                <a:gd name="connsiteY24" fmla="*/ 3841143 h 6857999"/>
                <a:gd name="connsiteX25" fmla="*/ 2546637 w 6903461"/>
                <a:gd name="connsiteY25" fmla="*/ 3822568 h 6857999"/>
                <a:gd name="connsiteX26" fmla="*/ 2230580 w 6903461"/>
                <a:gd name="connsiteY26" fmla="*/ 3788973 h 6857999"/>
                <a:gd name="connsiteX27" fmla="*/ 2025133 w 6903461"/>
                <a:gd name="connsiteY27" fmla="*/ 3768720 h 6857999"/>
                <a:gd name="connsiteX28" fmla="*/ 1847610 w 6903461"/>
                <a:gd name="connsiteY28" fmla="*/ 3841078 h 6857999"/>
                <a:gd name="connsiteX29" fmla="*/ 1545188 w 6903461"/>
                <a:gd name="connsiteY29" fmla="*/ 4189264 h 6857999"/>
                <a:gd name="connsiteX30" fmla="*/ 1398764 w 6903461"/>
                <a:gd name="connsiteY30" fmla="*/ 4353666 h 6857999"/>
                <a:gd name="connsiteX31" fmla="*/ 1082430 w 6903461"/>
                <a:gd name="connsiteY31" fmla="*/ 4712874 h 6857999"/>
                <a:gd name="connsiteX32" fmla="*/ 827367 w 6903461"/>
                <a:gd name="connsiteY32" fmla="*/ 4995209 h 6857999"/>
                <a:gd name="connsiteX33" fmla="*/ 815393 w 6903461"/>
                <a:gd name="connsiteY33" fmla="*/ 4999220 h 6857999"/>
                <a:gd name="connsiteX34" fmla="*/ 693463 w 6903461"/>
                <a:gd name="connsiteY34" fmla="*/ 4999227 h 6857999"/>
                <a:gd name="connsiteX35" fmla="*/ 564500 w 6903461"/>
                <a:gd name="connsiteY35" fmla="*/ 4999073 h 6857999"/>
                <a:gd name="connsiteX36" fmla="*/ 558708 w 6903461"/>
                <a:gd name="connsiteY36" fmla="*/ 4994700 h 6857999"/>
                <a:gd name="connsiteX37" fmla="*/ 769032 w 6903461"/>
                <a:gd name="connsiteY37" fmla="*/ 4756537 h 6857999"/>
                <a:gd name="connsiteX38" fmla="*/ 1085236 w 6903461"/>
                <a:gd name="connsiteY38" fmla="*/ 4397271 h 6857999"/>
                <a:gd name="connsiteX39" fmla="*/ 1300378 w 6903461"/>
                <a:gd name="connsiteY39" fmla="*/ 4155445 h 6857999"/>
                <a:gd name="connsiteX40" fmla="*/ 1607275 w 6903461"/>
                <a:gd name="connsiteY40" fmla="*/ 3805350 h 6857999"/>
                <a:gd name="connsiteX41" fmla="*/ 1773707 w 6903461"/>
                <a:gd name="connsiteY41" fmla="*/ 3613284 h 6857999"/>
                <a:gd name="connsiteX42" fmla="*/ 1897599 w 6903461"/>
                <a:gd name="connsiteY42" fmla="*/ 3552112 h 6857999"/>
                <a:gd name="connsiteX43" fmla="*/ 2000362 w 6903461"/>
                <a:gd name="connsiteY43" fmla="*/ 3562097 h 6857999"/>
                <a:gd name="connsiteX44" fmla="*/ 2338130 w 6903461"/>
                <a:gd name="connsiteY44" fmla="*/ 3596263 h 6857999"/>
                <a:gd name="connsiteX45" fmla="*/ 2535236 w 6903461"/>
                <a:gd name="connsiteY45" fmla="*/ 3614770 h 6857999"/>
                <a:gd name="connsiteX46" fmla="*/ 2851258 w 6903461"/>
                <a:gd name="connsiteY46" fmla="*/ 3648448 h 6857999"/>
                <a:gd name="connsiteX47" fmla="*/ 3061163 w 6903461"/>
                <a:gd name="connsiteY47" fmla="*/ 3668248 h 6857999"/>
                <a:gd name="connsiteX48" fmla="*/ 3287619 w 6903461"/>
                <a:gd name="connsiteY48" fmla="*/ 3690628 h 6857999"/>
                <a:gd name="connsiteX49" fmla="*/ 3347939 w 6903461"/>
                <a:gd name="connsiteY49" fmla="*/ 3665396 h 6857999"/>
                <a:gd name="connsiteX50" fmla="*/ 3832992 w 6903461"/>
                <a:gd name="connsiteY50" fmla="*/ 3199385 h 6857999"/>
                <a:gd name="connsiteX51" fmla="*/ 4070472 w 6903461"/>
                <a:gd name="connsiteY51" fmla="*/ 2970543 h 6857999"/>
                <a:gd name="connsiteX52" fmla="*/ 4557842 w 6903461"/>
                <a:gd name="connsiteY52" fmla="*/ 2500643 h 6857999"/>
                <a:gd name="connsiteX53" fmla="*/ 4786084 w 6903461"/>
                <a:gd name="connsiteY53" fmla="*/ 2281034 h 6857999"/>
                <a:gd name="connsiteX54" fmla="*/ 5267301 w 6903461"/>
                <a:gd name="connsiteY54" fmla="*/ 1817297 h 6857999"/>
                <a:gd name="connsiteX55" fmla="*/ 5507821 w 6903461"/>
                <a:gd name="connsiteY55" fmla="*/ 1585336 h 6857999"/>
                <a:gd name="connsiteX56" fmla="*/ 5843959 w 6903461"/>
                <a:gd name="connsiteY56" fmla="*/ 1258139 h 6857999"/>
                <a:gd name="connsiteX57" fmla="*/ 6096931 w 6903461"/>
                <a:gd name="connsiteY57" fmla="*/ 1014027 h 6857999"/>
                <a:gd name="connsiteX58" fmla="*/ 6122382 w 6903461"/>
                <a:gd name="connsiteY58" fmla="*/ 998991 h 6857999"/>
                <a:gd name="connsiteX59" fmla="*/ 6122382 w 6903461"/>
                <a:gd name="connsiteY59" fmla="*/ 1051993 h 6857999"/>
                <a:gd name="connsiteX60" fmla="*/ 6122937 w 6903461"/>
                <a:gd name="connsiteY60" fmla="*/ 2140361 h 6857999"/>
                <a:gd name="connsiteX61" fmla="*/ 6136013 w 6903461"/>
                <a:gd name="connsiteY61" fmla="*/ 2220085 h 6857999"/>
                <a:gd name="connsiteX62" fmla="*/ 6335398 w 6903461"/>
                <a:gd name="connsiteY62" fmla="*/ 2349996 h 6857999"/>
                <a:gd name="connsiteX63" fmla="*/ 6505491 w 6903461"/>
                <a:gd name="connsiteY63" fmla="*/ 2158737 h 6857999"/>
                <a:gd name="connsiteX64" fmla="*/ 6505524 w 6903461"/>
                <a:gd name="connsiteY64" fmla="*/ 247558 h 6857999"/>
                <a:gd name="connsiteX65" fmla="*/ 6505524 w 6903461"/>
                <a:gd name="connsiteY65" fmla="*/ 200284 h 6857999"/>
                <a:gd name="connsiteX66" fmla="*/ 6445959 w 6903461"/>
                <a:gd name="connsiteY66" fmla="*/ 200284 h 6857999"/>
                <a:gd name="connsiteX67" fmla="*/ 4578317 w 6903461"/>
                <a:gd name="connsiteY67" fmla="*/ 200941 h 6857999"/>
                <a:gd name="connsiteX68" fmla="*/ 4490601 w 6903461"/>
                <a:gd name="connsiteY68" fmla="*/ 216353 h 6857999"/>
                <a:gd name="connsiteX69" fmla="*/ 4363406 w 6903461"/>
                <a:gd name="connsiteY69" fmla="*/ 399904 h 6857999"/>
                <a:gd name="connsiteX70" fmla="*/ 4491299 w 6903461"/>
                <a:gd name="connsiteY70" fmla="*/ 573979 h 6857999"/>
                <a:gd name="connsiteX71" fmla="*/ 4605049 w 6903461"/>
                <a:gd name="connsiteY71" fmla="*/ 591375 h 6857999"/>
                <a:gd name="connsiteX72" fmla="*/ 5662943 w 6903461"/>
                <a:gd name="connsiteY72" fmla="*/ 592135 h 6857999"/>
                <a:gd name="connsiteX73" fmla="*/ 5712685 w 6903461"/>
                <a:gd name="connsiteY73" fmla="*/ 592135 h 6857999"/>
                <a:gd name="connsiteX74" fmla="*/ 5523322 w 6903461"/>
                <a:gd name="connsiteY74" fmla="*/ 794694 h 6857999"/>
                <a:gd name="connsiteX75" fmla="*/ 5056647 w 6903461"/>
                <a:gd name="connsiteY75" fmla="*/ 1279124 h 6857999"/>
                <a:gd name="connsiteX76" fmla="*/ 4843178 w 6903461"/>
                <a:gd name="connsiteY76" fmla="*/ 1501194 h 6857999"/>
                <a:gd name="connsiteX77" fmla="*/ 4385615 w 6903461"/>
                <a:gd name="connsiteY77" fmla="*/ 1976275 h 6857999"/>
                <a:gd name="connsiteX78" fmla="*/ 4162923 w 6903461"/>
                <a:gd name="connsiteY78" fmla="*/ 2207590 h 6857999"/>
                <a:gd name="connsiteX79" fmla="*/ 3717507 w 6903461"/>
                <a:gd name="connsiteY79" fmla="*/ 2670195 h 6857999"/>
                <a:gd name="connsiteX80" fmla="*/ 3329445 w 6903461"/>
                <a:gd name="connsiteY80" fmla="*/ 3068569 h 6857999"/>
                <a:gd name="connsiteX81" fmla="*/ 3227144 w 6903461"/>
                <a:gd name="connsiteY81" fmla="*/ 3109086 h 6857999"/>
                <a:gd name="connsiteX82" fmla="*/ 3111236 w 6903461"/>
                <a:gd name="connsiteY82" fmla="*/ 3099178 h 6857999"/>
                <a:gd name="connsiteX83" fmla="*/ 2777779 w 6903461"/>
                <a:gd name="connsiteY83" fmla="*/ 3065353 h 6857999"/>
                <a:gd name="connsiteX84" fmla="*/ 2554539 w 6903461"/>
                <a:gd name="connsiteY84" fmla="*/ 3046941 h 6857999"/>
                <a:gd name="connsiteX85" fmla="*/ 2203676 w 6903461"/>
                <a:gd name="connsiteY85" fmla="*/ 3013023 h 6857999"/>
                <a:gd name="connsiteX86" fmla="*/ 1984811 w 6903461"/>
                <a:gd name="connsiteY86" fmla="*/ 2994244 h 6857999"/>
                <a:gd name="connsiteX87" fmla="*/ 1762972 w 6903461"/>
                <a:gd name="connsiteY87" fmla="*/ 2970706 h 6857999"/>
                <a:gd name="connsiteX88" fmla="*/ 1717617 w 6903461"/>
                <a:gd name="connsiteY88" fmla="*/ 2994285 h 6857999"/>
                <a:gd name="connsiteX89" fmla="*/ 1639964 w 6903461"/>
                <a:gd name="connsiteY89" fmla="*/ 3101852 h 6857999"/>
                <a:gd name="connsiteX90" fmla="*/ 1166390 w 6903461"/>
                <a:gd name="connsiteY90" fmla="*/ 3748167 h 6857999"/>
                <a:gd name="connsiteX91" fmla="*/ 759105 w 6903461"/>
                <a:gd name="connsiteY91" fmla="*/ 4305160 h 6857999"/>
                <a:gd name="connsiteX92" fmla="*/ 250495 w 6903461"/>
                <a:gd name="connsiteY92" fmla="*/ 4997626 h 6857999"/>
                <a:gd name="connsiteX93" fmla="*/ 205784 w 6903461"/>
                <a:gd name="connsiteY93" fmla="*/ 4999203 h 6857999"/>
                <a:gd name="connsiteX94" fmla="*/ 23569 w 6903461"/>
                <a:gd name="connsiteY94" fmla="*/ 4999203 h 6857999"/>
                <a:gd name="connsiteX95" fmla="*/ 0 w 6903461"/>
                <a:gd name="connsiteY95" fmla="*/ 4997288 h 6857999"/>
                <a:gd name="connsiteX96" fmla="*/ 133398 w 6903461"/>
                <a:gd name="connsiteY96" fmla="*/ 4809369 h 6857999"/>
                <a:gd name="connsiteX97" fmla="*/ 523001 w 6903461"/>
                <a:gd name="connsiteY97" fmla="*/ 4276601 h 6857999"/>
                <a:gd name="connsiteX98" fmla="*/ 917980 w 6903461"/>
                <a:gd name="connsiteY98" fmla="*/ 3737258 h 6857999"/>
                <a:gd name="connsiteX99" fmla="*/ 1260838 w 6903461"/>
                <a:gd name="connsiteY99" fmla="*/ 3271071 h 6857999"/>
                <a:gd name="connsiteX100" fmla="*/ 1617447 w 6903461"/>
                <a:gd name="connsiteY100" fmla="*/ 2783284 h 6857999"/>
                <a:gd name="connsiteX101" fmla="*/ 1732261 w 6903461"/>
                <a:gd name="connsiteY101" fmla="*/ 2762903 h 6857999"/>
                <a:gd name="connsiteX102" fmla="*/ 1984593 w 6903461"/>
                <a:gd name="connsiteY102" fmla="*/ 2786547 h 6857999"/>
                <a:gd name="connsiteX103" fmla="*/ 2309371 w 6903461"/>
                <a:gd name="connsiteY103" fmla="*/ 2820346 h 6857999"/>
                <a:gd name="connsiteX104" fmla="*/ 2532622 w 6903461"/>
                <a:gd name="connsiteY104" fmla="*/ 2838916 h 6857999"/>
                <a:gd name="connsiteX105" fmla="*/ 2874825 w 6903461"/>
                <a:gd name="connsiteY105" fmla="*/ 2872627 h 6857999"/>
                <a:gd name="connsiteX106" fmla="*/ 3089376 w 6903461"/>
                <a:gd name="connsiteY106" fmla="*/ 2891104 h 6857999"/>
                <a:gd name="connsiteX107" fmla="*/ 3153090 w 6903461"/>
                <a:gd name="connsiteY107" fmla="*/ 2899103 h 6857999"/>
                <a:gd name="connsiteX108" fmla="*/ 3253390 w 6903461"/>
                <a:gd name="connsiteY108" fmla="*/ 2855798 h 6857999"/>
                <a:gd name="connsiteX109" fmla="*/ 3294640 w 6903461"/>
                <a:gd name="connsiteY109" fmla="*/ 2806298 h 6857999"/>
                <a:gd name="connsiteX110" fmla="*/ 3692474 w 6903461"/>
                <a:gd name="connsiteY110" fmla="*/ 2399126 h 6857999"/>
                <a:gd name="connsiteX111" fmla="*/ 4134896 w 6903461"/>
                <a:gd name="connsiteY111" fmla="*/ 1939603 h 6857999"/>
                <a:gd name="connsiteX112" fmla="*/ 4589440 w 6903461"/>
                <a:gd name="connsiteY112" fmla="*/ 1467576 h 6857999"/>
                <a:gd name="connsiteX113" fmla="*/ 4805926 w 6903461"/>
                <a:gd name="connsiteY113" fmla="*/ 1242331 h 6857999"/>
                <a:gd name="connsiteX114" fmla="*/ 5234261 w 6903461"/>
                <a:gd name="connsiteY114" fmla="*/ 792414 h 6857999"/>
                <a:gd name="connsiteX115" fmla="*/ 5184688 w 6903461"/>
                <a:gd name="connsiteY115" fmla="*/ 792414 h 6857999"/>
                <a:gd name="connsiteX116" fmla="*/ 4557731 w 6903461"/>
                <a:gd name="connsiteY116" fmla="*/ 792269 h 6857999"/>
                <a:gd name="connsiteX117" fmla="*/ 4168299 w 6903461"/>
                <a:gd name="connsiteY117" fmla="*/ 491507 h 6857999"/>
                <a:gd name="connsiteX118" fmla="*/ 4475097 w 6903461"/>
                <a:gd name="connsiteY118" fmla="*/ 8206 h 6857999"/>
                <a:gd name="connsiteX119" fmla="*/ 4543076 w 6903461"/>
                <a:gd name="connsiteY119" fmla="*/ 345 h 6857999"/>
                <a:gd name="connsiteX120" fmla="*/ 6645997 w 6903461"/>
                <a:gd name="connsiteY120" fmla="*/ 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903461" h="6857999">
                  <a:moveTo>
                    <a:pt x="6313752" y="6269328"/>
                  </a:moveTo>
                  <a:lnTo>
                    <a:pt x="6903461" y="6269328"/>
                  </a:lnTo>
                  <a:lnTo>
                    <a:pt x="6903461" y="6857999"/>
                  </a:lnTo>
                  <a:lnTo>
                    <a:pt x="6313752" y="6857999"/>
                  </a:lnTo>
                  <a:close/>
                  <a:moveTo>
                    <a:pt x="6645997" y="5"/>
                  </a:moveTo>
                  <a:cubicBezTo>
                    <a:pt x="6664481" y="5"/>
                    <a:pt x="6682967" y="5"/>
                    <a:pt x="6705805" y="5"/>
                  </a:cubicBezTo>
                  <a:cubicBezTo>
                    <a:pt x="6705805" y="23176"/>
                    <a:pt x="6705805" y="41642"/>
                    <a:pt x="6705805" y="60108"/>
                  </a:cubicBezTo>
                  <a:cubicBezTo>
                    <a:pt x="6705805" y="762532"/>
                    <a:pt x="6704721" y="1464960"/>
                    <a:pt x="6706563" y="2167379"/>
                  </a:cubicBezTo>
                  <a:cubicBezTo>
                    <a:pt x="6707025" y="2343573"/>
                    <a:pt x="6587545" y="2498887"/>
                    <a:pt x="6420497" y="2540282"/>
                  </a:cubicBezTo>
                  <a:cubicBezTo>
                    <a:pt x="6212759" y="2591763"/>
                    <a:pt x="6005609" y="2494492"/>
                    <a:pt x="5938074" y="2275958"/>
                  </a:cubicBezTo>
                  <a:cubicBezTo>
                    <a:pt x="5928927" y="2246359"/>
                    <a:pt x="5922961" y="2214479"/>
                    <a:pt x="5922787" y="2183615"/>
                  </a:cubicBezTo>
                  <a:cubicBezTo>
                    <a:pt x="5921514" y="1958673"/>
                    <a:pt x="5922103" y="1733719"/>
                    <a:pt x="5922103" y="1508769"/>
                  </a:cubicBezTo>
                  <a:cubicBezTo>
                    <a:pt x="5922103" y="1498923"/>
                    <a:pt x="5922103" y="1489076"/>
                    <a:pt x="5922103" y="1472708"/>
                  </a:cubicBezTo>
                  <a:cubicBezTo>
                    <a:pt x="5912903" y="1479088"/>
                    <a:pt x="5908275" y="1481435"/>
                    <a:pt x="5904723" y="1484886"/>
                  </a:cubicBezTo>
                  <a:cubicBezTo>
                    <a:pt x="5795679" y="1590816"/>
                    <a:pt x="5686816" y="1696930"/>
                    <a:pt x="5577765" y="1802851"/>
                  </a:cubicBezTo>
                  <a:cubicBezTo>
                    <a:pt x="5484327" y="1893604"/>
                    <a:pt x="5390812" y="1984281"/>
                    <a:pt x="5297110" y="2074758"/>
                  </a:cubicBezTo>
                  <a:cubicBezTo>
                    <a:pt x="5224282" y="2145079"/>
                    <a:pt x="5150989" y="2214915"/>
                    <a:pt x="5078117" y="2285189"/>
                  </a:cubicBezTo>
                  <a:cubicBezTo>
                    <a:pt x="4910441" y="2446890"/>
                    <a:pt x="4742930" y="2608764"/>
                    <a:pt x="4575278" y="2770489"/>
                  </a:cubicBezTo>
                  <a:cubicBezTo>
                    <a:pt x="4499284" y="2843797"/>
                    <a:pt x="4423066" y="2916871"/>
                    <a:pt x="4347028" y="2990134"/>
                  </a:cubicBezTo>
                  <a:cubicBezTo>
                    <a:pt x="4185550" y="3145720"/>
                    <a:pt x="4024121" y="3301358"/>
                    <a:pt x="3862677" y="3456979"/>
                  </a:cubicBezTo>
                  <a:cubicBezTo>
                    <a:pt x="3782477" y="3534287"/>
                    <a:pt x="3702366" y="3611685"/>
                    <a:pt x="3622075" y="3688898"/>
                  </a:cubicBezTo>
                  <a:cubicBezTo>
                    <a:pt x="3552244" y="3756052"/>
                    <a:pt x="3481962" y="3822739"/>
                    <a:pt x="3412383" y="3890153"/>
                  </a:cubicBezTo>
                  <a:cubicBezTo>
                    <a:pt x="3376798" y="3924631"/>
                    <a:pt x="3336002" y="3899101"/>
                    <a:pt x="3299100" y="3898042"/>
                  </a:cubicBezTo>
                  <a:cubicBezTo>
                    <a:pt x="3224979" y="3895917"/>
                    <a:pt x="3151190" y="3882977"/>
                    <a:pt x="3077207" y="3875047"/>
                  </a:cubicBezTo>
                  <a:cubicBezTo>
                    <a:pt x="2968990" y="3863447"/>
                    <a:pt x="2860761" y="3851943"/>
                    <a:pt x="2752462" y="3841143"/>
                  </a:cubicBezTo>
                  <a:cubicBezTo>
                    <a:pt x="2683917" y="3834307"/>
                    <a:pt x="2615168" y="3829518"/>
                    <a:pt x="2546637" y="3822568"/>
                  </a:cubicBezTo>
                  <a:cubicBezTo>
                    <a:pt x="2441233" y="3811878"/>
                    <a:pt x="2335982" y="3799673"/>
                    <a:pt x="2230580" y="3788973"/>
                  </a:cubicBezTo>
                  <a:cubicBezTo>
                    <a:pt x="2162047" y="3782018"/>
                    <a:pt x="2091850" y="3783440"/>
                    <a:pt x="2025133" y="3768720"/>
                  </a:cubicBezTo>
                  <a:cubicBezTo>
                    <a:pt x="1944874" y="3751011"/>
                    <a:pt x="1896670" y="3780051"/>
                    <a:pt x="1847610" y="3841078"/>
                  </a:cubicBezTo>
                  <a:cubicBezTo>
                    <a:pt x="1751361" y="3960806"/>
                    <a:pt x="1646693" y="4073778"/>
                    <a:pt x="1545188" y="4189264"/>
                  </a:cubicBezTo>
                  <a:cubicBezTo>
                    <a:pt x="1496742" y="4244382"/>
                    <a:pt x="1447309" y="4298633"/>
                    <a:pt x="1398764" y="4353666"/>
                  </a:cubicBezTo>
                  <a:cubicBezTo>
                    <a:pt x="1293220" y="4473314"/>
                    <a:pt x="1188434" y="4593635"/>
                    <a:pt x="1082430" y="4712874"/>
                  </a:cubicBezTo>
                  <a:cubicBezTo>
                    <a:pt x="999193" y="4806505"/>
                    <a:pt x="914596" y="4898927"/>
                    <a:pt x="827367" y="4995209"/>
                  </a:cubicBezTo>
                  <a:cubicBezTo>
                    <a:pt x="822564" y="4998915"/>
                    <a:pt x="820995" y="4999295"/>
                    <a:pt x="815393" y="4999220"/>
                  </a:cubicBezTo>
                  <a:cubicBezTo>
                    <a:pt x="773408" y="4999065"/>
                    <a:pt x="735457" y="4999367"/>
                    <a:pt x="693463" y="4999227"/>
                  </a:cubicBezTo>
                  <a:cubicBezTo>
                    <a:pt x="648578" y="4999081"/>
                    <a:pt x="607736" y="4999375"/>
                    <a:pt x="564500" y="4999073"/>
                  </a:cubicBezTo>
                  <a:cubicBezTo>
                    <a:pt x="560512" y="4998076"/>
                    <a:pt x="558919" y="4997674"/>
                    <a:pt x="558708" y="4994700"/>
                  </a:cubicBezTo>
                  <a:cubicBezTo>
                    <a:pt x="629752" y="4913609"/>
                    <a:pt x="699599" y="4835255"/>
                    <a:pt x="769032" y="4756537"/>
                  </a:cubicBezTo>
                  <a:cubicBezTo>
                    <a:pt x="874562" y="4636896"/>
                    <a:pt x="979622" y="4516838"/>
                    <a:pt x="1085236" y="4397271"/>
                  </a:cubicBezTo>
                  <a:cubicBezTo>
                    <a:pt x="1156662" y="4316408"/>
                    <a:pt x="1229041" y="4236386"/>
                    <a:pt x="1300378" y="4155445"/>
                  </a:cubicBezTo>
                  <a:cubicBezTo>
                    <a:pt x="1402987" y="4039021"/>
                    <a:pt x="1505169" y="3922219"/>
                    <a:pt x="1607275" y="3805350"/>
                  </a:cubicBezTo>
                  <a:cubicBezTo>
                    <a:pt x="1663012" y="3741556"/>
                    <a:pt x="1718088" y="3677181"/>
                    <a:pt x="1773707" y="3613284"/>
                  </a:cubicBezTo>
                  <a:cubicBezTo>
                    <a:pt x="1806348" y="3575784"/>
                    <a:pt x="1838804" y="3539919"/>
                    <a:pt x="1897599" y="3552112"/>
                  </a:cubicBezTo>
                  <a:cubicBezTo>
                    <a:pt x="1931100" y="3559062"/>
                    <a:pt x="1966093" y="3558663"/>
                    <a:pt x="2000362" y="3562097"/>
                  </a:cubicBezTo>
                  <a:cubicBezTo>
                    <a:pt x="2112963" y="3573381"/>
                    <a:pt x="2225518" y="3585098"/>
                    <a:pt x="2338130" y="3596263"/>
                  </a:cubicBezTo>
                  <a:cubicBezTo>
                    <a:pt x="2403799" y="3602773"/>
                    <a:pt x="2469596" y="3608008"/>
                    <a:pt x="2535236" y="3614770"/>
                  </a:cubicBezTo>
                  <a:cubicBezTo>
                    <a:pt x="2640616" y="3625623"/>
                    <a:pt x="2745877" y="3637619"/>
                    <a:pt x="2851258" y="3648448"/>
                  </a:cubicBezTo>
                  <a:cubicBezTo>
                    <a:pt x="2921166" y="3655634"/>
                    <a:pt x="2991234" y="3661259"/>
                    <a:pt x="3061163" y="3668248"/>
                  </a:cubicBezTo>
                  <a:cubicBezTo>
                    <a:pt x="3136660" y="3675796"/>
                    <a:pt x="3211957" y="3686295"/>
                    <a:pt x="3287619" y="3690628"/>
                  </a:cubicBezTo>
                  <a:cubicBezTo>
                    <a:pt x="3307430" y="3691764"/>
                    <a:pt x="3332905" y="3679671"/>
                    <a:pt x="3347939" y="3665396"/>
                  </a:cubicBezTo>
                  <a:cubicBezTo>
                    <a:pt x="3510524" y="3511007"/>
                    <a:pt x="3671543" y="3354969"/>
                    <a:pt x="3832992" y="3199385"/>
                  </a:cubicBezTo>
                  <a:cubicBezTo>
                    <a:pt x="3912150" y="3123102"/>
                    <a:pt x="3991330" y="3046842"/>
                    <a:pt x="4070472" y="2970543"/>
                  </a:cubicBezTo>
                  <a:cubicBezTo>
                    <a:pt x="4232935" y="2813917"/>
                    <a:pt x="4395353" y="2657244"/>
                    <a:pt x="4557842" y="2500643"/>
                  </a:cubicBezTo>
                  <a:cubicBezTo>
                    <a:pt x="4633863" y="2427379"/>
                    <a:pt x="4710047" y="2354282"/>
                    <a:pt x="4786084" y="2281034"/>
                  </a:cubicBezTo>
                  <a:cubicBezTo>
                    <a:pt x="4946516" y="2126482"/>
                    <a:pt x="5106904" y="1971884"/>
                    <a:pt x="5267301" y="1817297"/>
                  </a:cubicBezTo>
                  <a:cubicBezTo>
                    <a:pt x="5347501" y="1740003"/>
                    <a:pt x="5427889" y="1662904"/>
                    <a:pt x="5507821" y="1585336"/>
                  </a:cubicBezTo>
                  <a:cubicBezTo>
                    <a:pt x="5620033" y="1476442"/>
                    <a:pt x="5731775" y="1367063"/>
                    <a:pt x="5843959" y="1258139"/>
                  </a:cubicBezTo>
                  <a:cubicBezTo>
                    <a:pt x="5928032" y="1176509"/>
                    <a:pt x="6012411" y="1095196"/>
                    <a:pt x="6096931" y="1014027"/>
                  </a:cubicBezTo>
                  <a:cubicBezTo>
                    <a:pt x="6102341" y="1008830"/>
                    <a:pt x="6110125" y="1006102"/>
                    <a:pt x="6122382" y="998991"/>
                  </a:cubicBezTo>
                  <a:cubicBezTo>
                    <a:pt x="6122382" y="1020895"/>
                    <a:pt x="6122382" y="1036444"/>
                    <a:pt x="6122382" y="1051993"/>
                  </a:cubicBezTo>
                  <a:cubicBezTo>
                    <a:pt x="6122382" y="1414784"/>
                    <a:pt x="6122111" y="1777574"/>
                    <a:pt x="6122937" y="2140361"/>
                  </a:cubicBezTo>
                  <a:cubicBezTo>
                    <a:pt x="6122997" y="2167036"/>
                    <a:pt x="6126840" y="2195219"/>
                    <a:pt x="6136013" y="2220085"/>
                  </a:cubicBezTo>
                  <a:cubicBezTo>
                    <a:pt x="6170639" y="2313956"/>
                    <a:pt x="6248861" y="2360102"/>
                    <a:pt x="6335398" y="2349996"/>
                  </a:cubicBezTo>
                  <a:cubicBezTo>
                    <a:pt x="6432767" y="2338623"/>
                    <a:pt x="6505481" y="2253900"/>
                    <a:pt x="6505491" y="2158737"/>
                  </a:cubicBezTo>
                  <a:cubicBezTo>
                    <a:pt x="6505554" y="1521677"/>
                    <a:pt x="6505524" y="884618"/>
                    <a:pt x="6505524" y="247558"/>
                  </a:cubicBezTo>
                  <a:cubicBezTo>
                    <a:pt x="6505524" y="232395"/>
                    <a:pt x="6505524" y="217232"/>
                    <a:pt x="6505524" y="200284"/>
                  </a:cubicBezTo>
                  <a:cubicBezTo>
                    <a:pt x="6480688" y="200284"/>
                    <a:pt x="6463323" y="200284"/>
                    <a:pt x="6445959" y="200284"/>
                  </a:cubicBezTo>
                  <a:cubicBezTo>
                    <a:pt x="5823411" y="200284"/>
                    <a:pt x="5200863" y="200074"/>
                    <a:pt x="4578317" y="200941"/>
                  </a:cubicBezTo>
                  <a:cubicBezTo>
                    <a:pt x="4549008" y="200981"/>
                    <a:pt x="4518712" y="207442"/>
                    <a:pt x="4490601" y="216353"/>
                  </a:cubicBezTo>
                  <a:cubicBezTo>
                    <a:pt x="4410477" y="241750"/>
                    <a:pt x="4363179" y="311945"/>
                    <a:pt x="4363406" y="399904"/>
                  </a:cubicBezTo>
                  <a:cubicBezTo>
                    <a:pt x="4363614" y="481228"/>
                    <a:pt x="4412409" y="550776"/>
                    <a:pt x="4491299" y="573979"/>
                  </a:cubicBezTo>
                  <a:cubicBezTo>
                    <a:pt x="4527835" y="584724"/>
                    <a:pt x="4567030" y="591237"/>
                    <a:pt x="4605049" y="591375"/>
                  </a:cubicBezTo>
                  <a:cubicBezTo>
                    <a:pt x="4957677" y="592660"/>
                    <a:pt x="5310311" y="592135"/>
                    <a:pt x="5662943" y="592135"/>
                  </a:cubicBezTo>
                  <a:cubicBezTo>
                    <a:pt x="5677817" y="592135"/>
                    <a:pt x="5692688" y="592135"/>
                    <a:pt x="5712685" y="592135"/>
                  </a:cubicBezTo>
                  <a:cubicBezTo>
                    <a:pt x="5645585" y="664012"/>
                    <a:pt x="5585246" y="730113"/>
                    <a:pt x="5523322" y="794694"/>
                  </a:cubicBezTo>
                  <a:cubicBezTo>
                    <a:pt x="5368141" y="956532"/>
                    <a:pt x="5212208" y="1117650"/>
                    <a:pt x="5056647" y="1279124"/>
                  </a:cubicBezTo>
                  <a:cubicBezTo>
                    <a:pt x="4985409" y="1353069"/>
                    <a:pt x="4914390" y="1427224"/>
                    <a:pt x="4843178" y="1501194"/>
                  </a:cubicBezTo>
                  <a:cubicBezTo>
                    <a:pt x="4690689" y="1659584"/>
                    <a:pt x="4538132" y="1817911"/>
                    <a:pt x="4385615" y="1976275"/>
                  </a:cubicBezTo>
                  <a:cubicBezTo>
                    <a:pt x="4311370" y="2053366"/>
                    <a:pt x="4237141" y="2130473"/>
                    <a:pt x="4162923" y="2207590"/>
                  </a:cubicBezTo>
                  <a:cubicBezTo>
                    <a:pt x="4014486" y="2361826"/>
                    <a:pt x="3866478" y="2516477"/>
                    <a:pt x="3717507" y="2670195"/>
                  </a:cubicBezTo>
                  <a:cubicBezTo>
                    <a:pt x="3588494" y="2803318"/>
                    <a:pt x="3457493" y="2934531"/>
                    <a:pt x="3329445" y="3068569"/>
                  </a:cubicBezTo>
                  <a:cubicBezTo>
                    <a:pt x="3299784" y="3099619"/>
                    <a:pt x="3269655" y="3114693"/>
                    <a:pt x="3227144" y="3109086"/>
                  </a:cubicBezTo>
                  <a:cubicBezTo>
                    <a:pt x="3188741" y="3104022"/>
                    <a:pt x="3149823" y="3103016"/>
                    <a:pt x="3111236" y="3099178"/>
                  </a:cubicBezTo>
                  <a:cubicBezTo>
                    <a:pt x="3000061" y="3088118"/>
                    <a:pt x="2888995" y="3075954"/>
                    <a:pt x="2777779" y="3065353"/>
                  </a:cubicBezTo>
                  <a:cubicBezTo>
                    <a:pt x="2703456" y="3058271"/>
                    <a:pt x="2628885" y="3053806"/>
                    <a:pt x="2554539" y="3046941"/>
                  </a:cubicBezTo>
                  <a:cubicBezTo>
                    <a:pt x="2437539" y="3036136"/>
                    <a:pt x="2320665" y="3023958"/>
                    <a:pt x="2203676" y="3013023"/>
                  </a:cubicBezTo>
                  <a:cubicBezTo>
                    <a:pt x="2130772" y="3006209"/>
                    <a:pt x="2057673" y="3001445"/>
                    <a:pt x="1984811" y="2994244"/>
                  </a:cubicBezTo>
                  <a:cubicBezTo>
                    <a:pt x="1910802" y="2986928"/>
                    <a:pt x="1837091" y="2976188"/>
                    <a:pt x="1762972" y="2970706"/>
                  </a:cubicBezTo>
                  <a:cubicBezTo>
                    <a:pt x="1748217" y="2969615"/>
                    <a:pt x="1727798" y="2981900"/>
                    <a:pt x="1717617" y="2994285"/>
                  </a:cubicBezTo>
                  <a:cubicBezTo>
                    <a:pt x="1689595" y="3028381"/>
                    <a:pt x="1666093" y="3066150"/>
                    <a:pt x="1639964" y="3101852"/>
                  </a:cubicBezTo>
                  <a:cubicBezTo>
                    <a:pt x="1482228" y="3317380"/>
                    <a:pt x="1324175" y="3532675"/>
                    <a:pt x="1166390" y="3748167"/>
                  </a:cubicBezTo>
                  <a:cubicBezTo>
                    <a:pt x="1030509" y="3933744"/>
                    <a:pt x="894737" y="4119402"/>
                    <a:pt x="759105" y="4305160"/>
                  </a:cubicBezTo>
                  <a:cubicBezTo>
                    <a:pt x="590697" y="4535810"/>
                    <a:pt x="422485" y="4766601"/>
                    <a:pt x="250495" y="4997626"/>
                  </a:cubicBezTo>
                  <a:cubicBezTo>
                    <a:pt x="234487" y="4998500"/>
                    <a:pt x="222168" y="4999080"/>
                    <a:pt x="205784" y="4999203"/>
                  </a:cubicBezTo>
                  <a:cubicBezTo>
                    <a:pt x="143453" y="4999048"/>
                    <a:pt x="85185" y="4999350"/>
                    <a:pt x="23569" y="4999203"/>
                  </a:cubicBezTo>
                  <a:cubicBezTo>
                    <a:pt x="13477" y="4998267"/>
                    <a:pt x="6738" y="4997777"/>
                    <a:pt x="0" y="4997288"/>
                  </a:cubicBezTo>
                  <a:cubicBezTo>
                    <a:pt x="44423" y="4934618"/>
                    <a:pt x="88171" y="4871454"/>
                    <a:pt x="133398" y="4809369"/>
                  </a:cubicBezTo>
                  <a:cubicBezTo>
                    <a:pt x="262941" y="4631544"/>
                    <a:pt x="393058" y="4454135"/>
                    <a:pt x="523001" y="4276601"/>
                  </a:cubicBezTo>
                  <a:cubicBezTo>
                    <a:pt x="654614" y="4096786"/>
                    <a:pt x="786154" y="3916917"/>
                    <a:pt x="917980" y="3737258"/>
                  </a:cubicBezTo>
                  <a:cubicBezTo>
                    <a:pt x="1032094" y="3581735"/>
                    <a:pt x="1146708" y="3426582"/>
                    <a:pt x="1260838" y="3271071"/>
                  </a:cubicBezTo>
                  <a:cubicBezTo>
                    <a:pt x="1380007" y="3108693"/>
                    <a:pt x="1499493" y="2946542"/>
                    <a:pt x="1617447" y="2783284"/>
                  </a:cubicBezTo>
                  <a:cubicBezTo>
                    <a:pt x="1650407" y="2737664"/>
                    <a:pt x="1694832" y="2761685"/>
                    <a:pt x="1732261" y="2762903"/>
                  </a:cubicBezTo>
                  <a:cubicBezTo>
                    <a:pt x="1816541" y="2765644"/>
                    <a:pt x="1900522" y="2777868"/>
                    <a:pt x="1984593" y="2786547"/>
                  </a:cubicBezTo>
                  <a:cubicBezTo>
                    <a:pt x="2092862" y="2797726"/>
                    <a:pt x="2201038" y="2809846"/>
                    <a:pt x="2309371" y="2820346"/>
                  </a:cubicBezTo>
                  <a:cubicBezTo>
                    <a:pt x="2383690" y="2827550"/>
                    <a:pt x="2458277" y="2831953"/>
                    <a:pt x="2532622" y="2838916"/>
                  </a:cubicBezTo>
                  <a:cubicBezTo>
                    <a:pt x="2646741" y="2849605"/>
                    <a:pt x="2760720" y="2861784"/>
                    <a:pt x="2874825" y="2872627"/>
                  </a:cubicBezTo>
                  <a:cubicBezTo>
                    <a:pt x="2946281" y="2879416"/>
                    <a:pt x="3017877" y="2884734"/>
                    <a:pt x="3089376" y="2891104"/>
                  </a:cubicBezTo>
                  <a:cubicBezTo>
                    <a:pt x="3110692" y="2893003"/>
                    <a:pt x="3132131" y="2894995"/>
                    <a:pt x="3153090" y="2899103"/>
                  </a:cubicBezTo>
                  <a:cubicBezTo>
                    <a:pt x="3196893" y="2907689"/>
                    <a:pt x="3228125" y="2889860"/>
                    <a:pt x="3253390" y="2855798"/>
                  </a:cubicBezTo>
                  <a:cubicBezTo>
                    <a:pt x="3266170" y="2838566"/>
                    <a:pt x="3279690" y="2821642"/>
                    <a:pt x="3294640" y="2806298"/>
                  </a:cubicBezTo>
                  <a:cubicBezTo>
                    <a:pt x="3427071" y="2670398"/>
                    <a:pt x="3560393" y="2535364"/>
                    <a:pt x="3692474" y="2399126"/>
                  </a:cubicBezTo>
                  <a:cubicBezTo>
                    <a:pt x="3840477" y="2246465"/>
                    <a:pt x="3987436" y="2092791"/>
                    <a:pt x="4134896" y="1939603"/>
                  </a:cubicBezTo>
                  <a:cubicBezTo>
                    <a:pt x="4286383" y="1782235"/>
                    <a:pt x="4437947" y="1624939"/>
                    <a:pt x="4589440" y="1467576"/>
                  </a:cubicBezTo>
                  <a:cubicBezTo>
                    <a:pt x="4661662" y="1392553"/>
                    <a:pt x="4734041" y="1317677"/>
                    <a:pt x="4805926" y="1242331"/>
                  </a:cubicBezTo>
                  <a:cubicBezTo>
                    <a:pt x="4946656" y="1094826"/>
                    <a:pt x="5087087" y="947039"/>
                    <a:pt x="5234261" y="792414"/>
                  </a:cubicBezTo>
                  <a:cubicBezTo>
                    <a:pt x="5214041" y="792414"/>
                    <a:pt x="5199364" y="792414"/>
                    <a:pt x="5184688" y="792414"/>
                  </a:cubicBezTo>
                  <a:cubicBezTo>
                    <a:pt x="4975703" y="792414"/>
                    <a:pt x="4766714" y="792892"/>
                    <a:pt x="4557731" y="792269"/>
                  </a:cubicBezTo>
                  <a:cubicBezTo>
                    <a:pt x="4376876" y="791730"/>
                    <a:pt x="4213907" y="674891"/>
                    <a:pt x="4168299" y="491507"/>
                  </a:cubicBezTo>
                  <a:cubicBezTo>
                    <a:pt x="4114819" y="276475"/>
                    <a:pt x="4252844" y="44063"/>
                    <a:pt x="4475097" y="8206"/>
                  </a:cubicBezTo>
                  <a:cubicBezTo>
                    <a:pt x="4497613" y="4574"/>
                    <a:pt x="4520408" y="357"/>
                    <a:pt x="4543076" y="345"/>
                  </a:cubicBezTo>
                  <a:cubicBezTo>
                    <a:pt x="5244050" y="-71"/>
                    <a:pt x="5945023" y="5"/>
                    <a:pt x="6645997" y="5"/>
                  </a:cubicBezTo>
                  <a:close/>
                </a:path>
              </a:pathLst>
            </a:custGeom>
            <a:solidFill>
              <a:schemeClr val="accent1"/>
            </a:solidFill>
            <a:ln w="6350" cap="flat">
              <a:noFill/>
              <a:prstDash val="solid"/>
              <a:miter/>
            </a:ln>
          </p:spPr>
          <p:txBody>
            <a:bodyPr wrap="square" rtlCol="0" anchor="ctr">
              <a:noAutofit/>
            </a:bodyPr>
            <a:lstStyle/>
            <a:p>
              <a:endParaRPr lang="en-US" dirty="0"/>
            </a:p>
          </p:txBody>
        </p:sp>
        <p:sp>
          <p:nvSpPr>
            <p:cNvPr id="439" name="Freeform: Shape 438">
              <a:extLst>
                <a:ext uri="{FF2B5EF4-FFF2-40B4-BE49-F238E27FC236}">
                  <a16:creationId xmlns:a16="http://schemas.microsoft.com/office/drawing/2014/main" id="{930E2F95-B683-B249-3418-03F3EE48DB8D}"/>
                </a:ext>
                <a:ext uri="{C183D7F6-B498-43B3-948B-1728B52AA6E4}">
                  <adec:decorative xmlns:adec="http://schemas.microsoft.com/office/drawing/2017/decorative" val="1"/>
                </a:ext>
              </a:extLst>
            </p:cNvPr>
            <p:cNvSpPr/>
            <p:nvPr/>
          </p:nvSpPr>
          <p:spPr>
            <a:xfrm>
              <a:off x="10439363" y="1143915"/>
              <a:ext cx="497095" cy="118040"/>
            </a:xfrm>
            <a:custGeom>
              <a:avLst/>
              <a:gdLst>
                <a:gd name="connsiteX0" fmla="*/ 443401 w 840931"/>
                <a:gd name="connsiteY0" fmla="*/ 45335 h 199687"/>
                <a:gd name="connsiteX1" fmla="*/ 443401 w 840931"/>
                <a:gd name="connsiteY1" fmla="*/ 154033 h 199687"/>
                <a:gd name="connsiteX2" fmla="*/ 595970 w 840931"/>
                <a:gd name="connsiteY2" fmla="*/ 154033 h 199687"/>
                <a:gd name="connsiteX3" fmla="*/ 595970 w 840931"/>
                <a:gd name="connsiteY3" fmla="*/ 45335 h 199687"/>
                <a:gd name="connsiteX4" fmla="*/ 454398 w 840931"/>
                <a:gd name="connsiteY4" fmla="*/ 45335 h 199687"/>
                <a:gd name="connsiteX5" fmla="*/ 443401 w 840931"/>
                <a:gd name="connsiteY5" fmla="*/ 45335 h 199687"/>
                <a:gd name="connsiteX6" fmla="*/ 261444 w 840931"/>
                <a:gd name="connsiteY6" fmla="*/ 40425 h 199687"/>
                <a:gd name="connsiteX7" fmla="*/ 259700 w 840931"/>
                <a:gd name="connsiteY7" fmla="*/ 41376 h 199687"/>
                <a:gd name="connsiteX8" fmla="*/ 256043 w 840931"/>
                <a:gd name="connsiteY8" fmla="*/ 45243 h 199687"/>
                <a:gd name="connsiteX9" fmla="*/ 243912 w 840931"/>
                <a:gd name="connsiteY9" fmla="*/ 45315 h 199687"/>
                <a:gd name="connsiteX10" fmla="*/ 243114 w 840931"/>
                <a:gd name="connsiteY10" fmla="*/ 49263 h 199687"/>
                <a:gd name="connsiteX11" fmla="*/ 234889 w 840931"/>
                <a:gd name="connsiteY11" fmla="*/ 49365 h 199687"/>
                <a:gd name="connsiteX12" fmla="*/ 234889 w 840931"/>
                <a:gd name="connsiteY12" fmla="*/ 49529 h 199687"/>
                <a:gd name="connsiteX13" fmla="*/ 243114 w 840931"/>
                <a:gd name="connsiteY13" fmla="*/ 49263 h 199687"/>
                <a:gd name="connsiteX14" fmla="*/ 243636 w 840931"/>
                <a:gd name="connsiteY14" fmla="*/ 93983 h 199687"/>
                <a:gd name="connsiteX15" fmla="*/ 235496 w 840931"/>
                <a:gd name="connsiteY15" fmla="*/ 96139 h 199687"/>
                <a:gd name="connsiteX16" fmla="*/ 243637 w 840931"/>
                <a:gd name="connsiteY16" fmla="*/ 94894 h 199687"/>
                <a:gd name="connsiteX17" fmla="*/ 243708 w 840931"/>
                <a:gd name="connsiteY17" fmla="*/ 154056 h 199687"/>
                <a:gd name="connsiteX18" fmla="*/ 397610 w 840931"/>
                <a:gd name="connsiteY18" fmla="*/ 154056 h 199687"/>
                <a:gd name="connsiteX19" fmla="*/ 397610 w 840931"/>
                <a:gd name="connsiteY19" fmla="*/ 45172 h 199687"/>
                <a:gd name="connsiteX20" fmla="*/ 341955 w 840931"/>
                <a:gd name="connsiteY20" fmla="*/ 44825 h 199687"/>
                <a:gd name="connsiteX21" fmla="*/ 344266 w 840931"/>
                <a:gd name="connsiteY21" fmla="*/ 40425 h 199687"/>
                <a:gd name="connsiteX22" fmla="*/ 344164 w 840931"/>
                <a:gd name="connsiteY22" fmla="*/ 40425 h 199687"/>
                <a:gd name="connsiteX23" fmla="*/ 341500 w 840931"/>
                <a:gd name="connsiteY23" fmla="*/ 44897 h 199687"/>
                <a:gd name="connsiteX24" fmla="*/ 291929 w 840931"/>
                <a:gd name="connsiteY24" fmla="*/ 44850 h 199687"/>
                <a:gd name="connsiteX25" fmla="*/ 295815 w 840931"/>
                <a:gd name="connsiteY25" fmla="*/ 40425 h 199687"/>
                <a:gd name="connsiteX26" fmla="*/ 295616 w 840931"/>
                <a:gd name="connsiteY26" fmla="*/ 40425 h 199687"/>
                <a:gd name="connsiteX27" fmla="*/ 291474 w 840931"/>
                <a:gd name="connsiteY27" fmla="*/ 44922 h 199687"/>
                <a:gd name="connsiteX28" fmla="*/ 256494 w 840931"/>
                <a:gd name="connsiteY28" fmla="*/ 45172 h 199687"/>
                <a:gd name="connsiteX29" fmla="*/ 259700 w 840931"/>
                <a:gd name="connsiteY29" fmla="*/ 41376 h 199687"/>
                <a:gd name="connsiteX30" fmla="*/ 261445 w 840931"/>
                <a:gd name="connsiteY30" fmla="*/ 40425 h 199687"/>
                <a:gd name="connsiteX31" fmla="*/ 65346 w 840931"/>
                <a:gd name="connsiteY31" fmla="*/ 40425 h 199687"/>
                <a:gd name="connsiteX32" fmla="*/ 68466 w 840931"/>
                <a:gd name="connsiteY32" fmla="*/ 45244 h 199687"/>
                <a:gd name="connsiteX33" fmla="*/ 45651 w 840931"/>
                <a:gd name="connsiteY33" fmla="*/ 45316 h 199687"/>
                <a:gd name="connsiteX34" fmla="*/ 45651 w 840931"/>
                <a:gd name="connsiteY34" fmla="*/ 154043 h 199687"/>
                <a:gd name="connsiteX35" fmla="*/ 198716 w 840931"/>
                <a:gd name="connsiteY35" fmla="*/ 154043 h 199687"/>
                <a:gd name="connsiteX36" fmla="*/ 199165 w 840931"/>
                <a:gd name="connsiteY36" fmla="*/ 101313 h 199687"/>
                <a:gd name="connsiteX37" fmla="*/ 198644 w 840931"/>
                <a:gd name="connsiteY37" fmla="*/ 50700 h 199687"/>
                <a:gd name="connsiteX38" fmla="*/ 200517 w 840931"/>
                <a:gd name="connsiteY38" fmla="*/ 50640 h 199687"/>
                <a:gd name="connsiteX39" fmla="*/ 200517 w 840931"/>
                <a:gd name="connsiteY39" fmla="*/ 49788 h 199687"/>
                <a:gd name="connsiteX40" fmla="*/ 198644 w 840931"/>
                <a:gd name="connsiteY40" fmla="*/ 49811 h 199687"/>
                <a:gd name="connsiteX41" fmla="*/ 198572 w 840931"/>
                <a:gd name="connsiteY41" fmla="*/ 45172 h 199687"/>
                <a:gd name="connsiteX42" fmla="*/ 171925 w 840931"/>
                <a:gd name="connsiteY42" fmla="*/ 44859 h 199687"/>
                <a:gd name="connsiteX43" fmla="*/ 121425 w 840931"/>
                <a:gd name="connsiteY43" fmla="*/ 45243 h 199687"/>
                <a:gd name="connsiteX44" fmla="*/ 116453 w 840931"/>
                <a:gd name="connsiteY44" fmla="*/ 40425 h 199687"/>
                <a:gd name="connsiteX45" fmla="*/ 115873 w 840931"/>
                <a:gd name="connsiteY45" fmla="*/ 40425 h 199687"/>
                <a:gd name="connsiteX46" fmla="*/ 120514 w 840931"/>
                <a:gd name="connsiteY46" fmla="*/ 45243 h 199687"/>
                <a:gd name="connsiteX47" fmla="*/ 68921 w 840931"/>
                <a:gd name="connsiteY47" fmla="*/ 45172 h 199687"/>
                <a:gd name="connsiteX48" fmla="*/ 65699 w 840931"/>
                <a:gd name="connsiteY48" fmla="*/ 40425 h 199687"/>
                <a:gd name="connsiteX49" fmla="*/ 0 w 840931"/>
                <a:gd name="connsiteY49" fmla="*/ 0 h 199687"/>
                <a:gd name="connsiteX50" fmla="*/ 815286 w 840931"/>
                <a:gd name="connsiteY50" fmla="*/ 0 h 199687"/>
                <a:gd name="connsiteX51" fmla="*/ 815286 w 840931"/>
                <a:gd name="connsiteY51" fmla="*/ 1 h 199687"/>
                <a:gd name="connsiteX52" fmla="*/ 817913 w 840931"/>
                <a:gd name="connsiteY52" fmla="*/ 0 h 199687"/>
                <a:gd name="connsiteX53" fmla="*/ 840931 w 840931"/>
                <a:gd name="connsiteY53" fmla="*/ 23355 h 199687"/>
                <a:gd name="connsiteX54" fmla="*/ 840514 w 840931"/>
                <a:gd name="connsiteY54" fmla="*/ 113546 h 199687"/>
                <a:gd name="connsiteX55" fmla="*/ 795628 w 840931"/>
                <a:gd name="connsiteY55" fmla="*/ 113546 h 199687"/>
                <a:gd name="connsiteX56" fmla="*/ 795640 w 840931"/>
                <a:gd name="connsiteY56" fmla="*/ 45626 h 199687"/>
                <a:gd name="connsiteX57" fmla="*/ 641764 w 840931"/>
                <a:gd name="connsiteY57" fmla="*/ 45626 h 199687"/>
                <a:gd name="connsiteX58" fmla="*/ 641764 w 840931"/>
                <a:gd name="connsiteY58" fmla="*/ 154308 h 199687"/>
                <a:gd name="connsiteX59" fmla="*/ 754805 w 840931"/>
                <a:gd name="connsiteY59" fmla="*/ 154673 h 199687"/>
                <a:gd name="connsiteX60" fmla="*/ 754805 w 840931"/>
                <a:gd name="connsiteY60" fmla="*/ 199551 h 199687"/>
                <a:gd name="connsiteX61" fmla="*/ 519181 w 840931"/>
                <a:gd name="connsiteY61" fmla="*/ 199520 h 199687"/>
                <a:gd name="connsiteX62" fmla="*/ 22783 w 840931"/>
                <a:gd name="connsiteY62" fmla="*/ 199687 h 199687"/>
                <a:gd name="connsiteX63" fmla="*/ 1 w 840931"/>
                <a:gd name="connsiteY63" fmla="*/ 176937 h 199687"/>
                <a:gd name="connsiteX64" fmla="*/ 141 w 840931"/>
                <a:gd name="connsiteY64" fmla="*/ 40425 h 199687"/>
                <a:gd name="connsiteX65" fmla="*/ 0 w 840931"/>
                <a:gd name="connsiteY65" fmla="*/ 40425 h 19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40931" h="199687">
                  <a:moveTo>
                    <a:pt x="443401" y="45335"/>
                  </a:moveTo>
                  <a:cubicBezTo>
                    <a:pt x="443401" y="82008"/>
                    <a:pt x="443401" y="118061"/>
                    <a:pt x="443401" y="154033"/>
                  </a:cubicBezTo>
                  <a:cubicBezTo>
                    <a:pt x="494494" y="154033"/>
                    <a:pt x="545270" y="154033"/>
                    <a:pt x="595970" y="154033"/>
                  </a:cubicBezTo>
                  <a:cubicBezTo>
                    <a:pt x="595970" y="117669"/>
                    <a:pt x="595970" y="81616"/>
                    <a:pt x="595970" y="45335"/>
                  </a:cubicBezTo>
                  <a:cubicBezTo>
                    <a:pt x="548893" y="45335"/>
                    <a:pt x="502134" y="45335"/>
                    <a:pt x="454398" y="45335"/>
                  </a:cubicBezTo>
                  <a:cubicBezTo>
                    <a:pt x="450701" y="45335"/>
                    <a:pt x="447004" y="45335"/>
                    <a:pt x="443401" y="45335"/>
                  </a:cubicBezTo>
                  <a:close/>
                  <a:moveTo>
                    <a:pt x="261444" y="40425"/>
                  </a:moveTo>
                  <a:lnTo>
                    <a:pt x="259700" y="41376"/>
                  </a:lnTo>
                  <a:cubicBezTo>
                    <a:pt x="258348" y="42140"/>
                    <a:pt x="257549" y="43882"/>
                    <a:pt x="256043" y="45243"/>
                  </a:cubicBezTo>
                  <a:cubicBezTo>
                    <a:pt x="251678" y="45315"/>
                    <a:pt x="247764" y="45315"/>
                    <a:pt x="243912" y="45315"/>
                  </a:cubicBezTo>
                  <a:cubicBezTo>
                    <a:pt x="243759" y="47045"/>
                    <a:pt x="243661" y="48154"/>
                    <a:pt x="243114" y="49263"/>
                  </a:cubicBezTo>
                  <a:lnTo>
                    <a:pt x="234889" y="49365"/>
                  </a:lnTo>
                  <a:lnTo>
                    <a:pt x="234889" y="49529"/>
                  </a:lnTo>
                  <a:lnTo>
                    <a:pt x="243114" y="49263"/>
                  </a:lnTo>
                  <a:lnTo>
                    <a:pt x="243636" y="93983"/>
                  </a:lnTo>
                  <a:cubicBezTo>
                    <a:pt x="240864" y="94980"/>
                    <a:pt x="237972" y="95075"/>
                    <a:pt x="235496" y="96139"/>
                  </a:cubicBezTo>
                  <a:cubicBezTo>
                    <a:pt x="237972" y="95075"/>
                    <a:pt x="240864" y="94980"/>
                    <a:pt x="243637" y="94894"/>
                  </a:cubicBezTo>
                  <a:cubicBezTo>
                    <a:pt x="243708" y="114916"/>
                    <a:pt x="243708" y="134484"/>
                    <a:pt x="243708" y="154056"/>
                  </a:cubicBezTo>
                  <a:cubicBezTo>
                    <a:pt x="295404" y="154056"/>
                    <a:pt x="346514" y="154056"/>
                    <a:pt x="397610" y="154056"/>
                  </a:cubicBezTo>
                  <a:cubicBezTo>
                    <a:pt x="397610" y="117710"/>
                    <a:pt x="397610" y="81653"/>
                    <a:pt x="397610" y="45172"/>
                  </a:cubicBezTo>
                  <a:cubicBezTo>
                    <a:pt x="378852" y="45172"/>
                    <a:pt x="360392" y="45172"/>
                    <a:pt x="341955" y="44825"/>
                  </a:cubicBezTo>
                  <a:lnTo>
                    <a:pt x="344266" y="40425"/>
                  </a:lnTo>
                  <a:lnTo>
                    <a:pt x="344164" y="40425"/>
                  </a:lnTo>
                  <a:lnTo>
                    <a:pt x="341500" y="44897"/>
                  </a:lnTo>
                  <a:cubicBezTo>
                    <a:pt x="324631" y="45267"/>
                    <a:pt x="308240" y="45219"/>
                    <a:pt x="291929" y="44850"/>
                  </a:cubicBezTo>
                  <a:lnTo>
                    <a:pt x="295815" y="40425"/>
                  </a:lnTo>
                  <a:lnTo>
                    <a:pt x="295616" y="40425"/>
                  </a:lnTo>
                  <a:lnTo>
                    <a:pt x="291474" y="44922"/>
                  </a:lnTo>
                  <a:cubicBezTo>
                    <a:pt x="279457" y="45267"/>
                    <a:pt x="267975" y="45219"/>
                    <a:pt x="256494" y="45172"/>
                  </a:cubicBezTo>
                  <a:cubicBezTo>
                    <a:pt x="257549" y="43882"/>
                    <a:pt x="258348" y="42140"/>
                    <a:pt x="259700" y="41376"/>
                  </a:cubicBezTo>
                  <a:lnTo>
                    <a:pt x="261445" y="40425"/>
                  </a:lnTo>
                  <a:close/>
                  <a:moveTo>
                    <a:pt x="65346" y="40425"/>
                  </a:moveTo>
                  <a:lnTo>
                    <a:pt x="68466" y="45244"/>
                  </a:lnTo>
                  <a:cubicBezTo>
                    <a:pt x="60549" y="45316"/>
                    <a:pt x="53087" y="45316"/>
                    <a:pt x="45651" y="45316"/>
                  </a:cubicBezTo>
                  <a:cubicBezTo>
                    <a:pt x="45651" y="81970"/>
                    <a:pt x="45651" y="118025"/>
                    <a:pt x="45651" y="154043"/>
                  </a:cubicBezTo>
                  <a:cubicBezTo>
                    <a:pt x="96732" y="154043"/>
                    <a:pt x="147512" y="154043"/>
                    <a:pt x="198716" y="154043"/>
                  </a:cubicBezTo>
                  <a:cubicBezTo>
                    <a:pt x="198716" y="136266"/>
                    <a:pt x="198716" y="118789"/>
                    <a:pt x="199165" y="101313"/>
                  </a:cubicBezTo>
                  <a:cubicBezTo>
                    <a:pt x="198668" y="84594"/>
                    <a:pt x="198620" y="67875"/>
                    <a:pt x="198644" y="50700"/>
                  </a:cubicBezTo>
                  <a:lnTo>
                    <a:pt x="200517" y="50640"/>
                  </a:lnTo>
                  <a:lnTo>
                    <a:pt x="200517" y="49788"/>
                  </a:lnTo>
                  <a:lnTo>
                    <a:pt x="198644" y="49811"/>
                  </a:lnTo>
                  <a:cubicBezTo>
                    <a:pt x="198572" y="48142"/>
                    <a:pt x="198572" y="46906"/>
                    <a:pt x="198572" y="45172"/>
                  </a:cubicBezTo>
                  <a:lnTo>
                    <a:pt x="171925" y="44859"/>
                  </a:lnTo>
                  <a:lnTo>
                    <a:pt x="121425" y="45243"/>
                  </a:lnTo>
                  <a:lnTo>
                    <a:pt x="116453" y="40425"/>
                  </a:lnTo>
                  <a:lnTo>
                    <a:pt x="115873" y="40425"/>
                  </a:lnTo>
                  <a:lnTo>
                    <a:pt x="120514" y="45243"/>
                  </a:lnTo>
                  <a:cubicBezTo>
                    <a:pt x="103013" y="45267"/>
                    <a:pt x="85967" y="45220"/>
                    <a:pt x="68921" y="45172"/>
                  </a:cubicBezTo>
                  <a:lnTo>
                    <a:pt x="65699" y="40425"/>
                  </a:lnTo>
                  <a:close/>
                  <a:moveTo>
                    <a:pt x="0" y="0"/>
                  </a:moveTo>
                  <a:lnTo>
                    <a:pt x="815286" y="0"/>
                  </a:lnTo>
                  <a:lnTo>
                    <a:pt x="815286" y="1"/>
                  </a:lnTo>
                  <a:lnTo>
                    <a:pt x="817913" y="0"/>
                  </a:lnTo>
                  <a:cubicBezTo>
                    <a:pt x="831164" y="-23"/>
                    <a:pt x="841024" y="10934"/>
                    <a:pt x="840931" y="23355"/>
                  </a:cubicBezTo>
                  <a:lnTo>
                    <a:pt x="840514" y="113546"/>
                  </a:lnTo>
                  <a:lnTo>
                    <a:pt x="795628" y="113546"/>
                  </a:lnTo>
                  <a:lnTo>
                    <a:pt x="795640" y="45626"/>
                  </a:lnTo>
                  <a:cubicBezTo>
                    <a:pt x="743960" y="45626"/>
                    <a:pt x="692852" y="45626"/>
                    <a:pt x="641764" y="45626"/>
                  </a:cubicBezTo>
                  <a:cubicBezTo>
                    <a:pt x="641764" y="81974"/>
                    <a:pt x="641764" y="118030"/>
                    <a:pt x="641764" y="154308"/>
                  </a:cubicBezTo>
                  <a:lnTo>
                    <a:pt x="754805" y="154673"/>
                  </a:lnTo>
                  <a:lnTo>
                    <a:pt x="754805" y="199551"/>
                  </a:lnTo>
                  <a:lnTo>
                    <a:pt x="519181" y="199520"/>
                  </a:lnTo>
                  <a:cubicBezTo>
                    <a:pt x="353715" y="199515"/>
                    <a:pt x="188249" y="199440"/>
                    <a:pt x="22783" y="199687"/>
                  </a:cubicBezTo>
                  <a:cubicBezTo>
                    <a:pt x="11155" y="199704"/>
                    <a:pt x="-79" y="188530"/>
                    <a:pt x="1" y="176937"/>
                  </a:cubicBezTo>
                  <a:lnTo>
                    <a:pt x="141" y="40425"/>
                  </a:lnTo>
                  <a:lnTo>
                    <a:pt x="0" y="40425"/>
                  </a:ln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2816" name="Group 2815">
            <a:extLst>
              <a:ext uri="{FF2B5EF4-FFF2-40B4-BE49-F238E27FC236}">
                <a16:creationId xmlns:a16="http://schemas.microsoft.com/office/drawing/2014/main" id="{F31C3DE7-424A-55CD-C766-ABF29B96FDBB}"/>
              </a:ext>
              <a:ext uri="{C183D7F6-B498-43B3-948B-1728B52AA6E4}">
                <adec:decorative xmlns:adec="http://schemas.microsoft.com/office/drawing/2017/decorative" val="1"/>
              </a:ext>
            </a:extLst>
          </p:cNvPr>
          <p:cNvGrpSpPr>
            <a:grpSpLocks noChangeAspect="1"/>
          </p:cNvGrpSpPr>
          <p:nvPr/>
        </p:nvGrpSpPr>
        <p:grpSpPr>
          <a:xfrm>
            <a:off x="11117564" y="810791"/>
            <a:ext cx="434674" cy="457200"/>
            <a:chOff x="11117564" y="810791"/>
            <a:chExt cx="434674" cy="457200"/>
          </a:xfrm>
          <a:solidFill>
            <a:srgbClr val="FF0000"/>
          </a:solidFill>
        </p:grpSpPr>
        <p:sp>
          <p:nvSpPr>
            <p:cNvPr id="462" name="Freeform: Shape 461">
              <a:extLst>
                <a:ext uri="{FF2B5EF4-FFF2-40B4-BE49-F238E27FC236}">
                  <a16:creationId xmlns:a16="http://schemas.microsoft.com/office/drawing/2014/main" id="{194B9BBD-76AC-AE82-131F-345F19191F3B}"/>
                </a:ext>
                <a:ext uri="{C183D7F6-B498-43B3-948B-1728B52AA6E4}">
                  <adec:decorative xmlns:adec="http://schemas.microsoft.com/office/drawing/2017/decorative" val="1"/>
                </a:ext>
              </a:extLst>
            </p:cNvPr>
            <p:cNvSpPr/>
            <p:nvPr/>
          </p:nvSpPr>
          <p:spPr>
            <a:xfrm>
              <a:off x="11117564" y="810791"/>
              <a:ext cx="391229" cy="392169"/>
            </a:xfrm>
            <a:custGeom>
              <a:avLst/>
              <a:gdLst>
                <a:gd name="connsiteX0" fmla="*/ 3913431 w 5868436"/>
                <a:gd name="connsiteY0" fmla="*/ 5717580 h 5882532"/>
                <a:gd name="connsiteX1" fmla="*/ 4239265 w 5868436"/>
                <a:gd name="connsiteY1" fmla="*/ 5717580 h 5882532"/>
                <a:gd name="connsiteX2" fmla="*/ 4239265 w 5868436"/>
                <a:gd name="connsiteY2" fmla="*/ 5882532 h 5882532"/>
                <a:gd name="connsiteX3" fmla="*/ 3913431 w 5868436"/>
                <a:gd name="connsiteY3" fmla="*/ 5882532 h 5882532"/>
                <a:gd name="connsiteX4" fmla="*/ 4402182 w 5868436"/>
                <a:gd name="connsiteY4" fmla="*/ 5715538 h 5882532"/>
                <a:gd name="connsiteX5" fmla="*/ 4728014 w 5868436"/>
                <a:gd name="connsiteY5" fmla="*/ 5715538 h 5882532"/>
                <a:gd name="connsiteX6" fmla="*/ 4728014 w 5868436"/>
                <a:gd name="connsiteY6" fmla="*/ 5880490 h 5882532"/>
                <a:gd name="connsiteX7" fmla="*/ 4402182 w 5868436"/>
                <a:gd name="connsiteY7" fmla="*/ 5880490 h 5882532"/>
                <a:gd name="connsiteX8" fmla="*/ 5542602 w 5868436"/>
                <a:gd name="connsiteY8" fmla="*/ 5554663 h 5882532"/>
                <a:gd name="connsiteX9" fmla="*/ 5868436 w 5868436"/>
                <a:gd name="connsiteY9" fmla="*/ 5554663 h 5882532"/>
                <a:gd name="connsiteX10" fmla="*/ 5868436 w 5868436"/>
                <a:gd name="connsiteY10" fmla="*/ 5880497 h 5882532"/>
                <a:gd name="connsiteX11" fmla="*/ 5542602 w 5868436"/>
                <a:gd name="connsiteY11" fmla="*/ 5880497 h 5882532"/>
                <a:gd name="connsiteX12" fmla="*/ 4890933 w 5868436"/>
                <a:gd name="connsiteY12" fmla="*/ 4738035 h 5882532"/>
                <a:gd name="connsiteX13" fmla="*/ 5868436 w 5868436"/>
                <a:gd name="connsiteY13" fmla="*/ 4738035 h 5882532"/>
                <a:gd name="connsiteX14" fmla="*/ 5868436 w 5868436"/>
                <a:gd name="connsiteY14" fmla="*/ 4902987 h 5882532"/>
                <a:gd name="connsiteX15" fmla="*/ 4890933 w 5868436"/>
                <a:gd name="connsiteY15" fmla="*/ 4902987 h 5882532"/>
                <a:gd name="connsiteX16" fmla="*/ 4890933 w 5868436"/>
                <a:gd name="connsiteY16" fmla="*/ 4412201 h 5882532"/>
                <a:gd name="connsiteX17" fmla="*/ 5868436 w 5868436"/>
                <a:gd name="connsiteY17" fmla="*/ 4412201 h 5882532"/>
                <a:gd name="connsiteX18" fmla="*/ 5868436 w 5868436"/>
                <a:gd name="connsiteY18" fmla="*/ 4575118 h 5882532"/>
                <a:gd name="connsiteX19" fmla="*/ 4890933 w 5868436"/>
                <a:gd name="connsiteY19" fmla="*/ 4575118 h 5882532"/>
                <a:gd name="connsiteX20" fmla="*/ 4890933 w 5868436"/>
                <a:gd name="connsiteY20" fmla="*/ 4084332 h 5882532"/>
                <a:gd name="connsiteX21" fmla="*/ 5868436 w 5868436"/>
                <a:gd name="connsiteY21" fmla="*/ 4084332 h 5882532"/>
                <a:gd name="connsiteX22" fmla="*/ 5868436 w 5868436"/>
                <a:gd name="connsiteY22" fmla="*/ 4249284 h 5882532"/>
                <a:gd name="connsiteX23" fmla="*/ 4890933 w 5868436"/>
                <a:gd name="connsiteY23" fmla="*/ 4249284 h 5882532"/>
                <a:gd name="connsiteX24" fmla="*/ 4890933 w 5868436"/>
                <a:gd name="connsiteY24" fmla="*/ 3758498 h 5882532"/>
                <a:gd name="connsiteX25" fmla="*/ 5868436 w 5868436"/>
                <a:gd name="connsiteY25" fmla="*/ 3758498 h 5882532"/>
                <a:gd name="connsiteX26" fmla="*/ 5868436 w 5868436"/>
                <a:gd name="connsiteY26" fmla="*/ 3921415 h 5882532"/>
                <a:gd name="connsiteX27" fmla="*/ 4890933 w 5868436"/>
                <a:gd name="connsiteY27" fmla="*/ 3921415 h 5882532"/>
                <a:gd name="connsiteX28" fmla="*/ 4890933 w 5868436"/>
                <a:gd name="connsiteY28" fmla="*/ 3430629 h 5882532"/>
                <a:gd name="connsiteX29" fmla="*/ 5868436 w 5868436"/>
                <a:gd name="connsiteY29" fmla="*/ 3430629 h 5882532"/>
                <a:gd name="connsiteX30" fmla="*/ 5868436 w 5868436"/>
                <a:gd name="connsiteY30" fmla="*/ 3595581 h 5882532"/>
                <a:gd name="connsiteX31" fmla="*/ 4890933 w 5868436"/>
                <a:gd name="connsiteY31" fmla="*/ 3595581 h 5882532"/>
                <a:gd name="connsiteX32" fmla="*/ 3182162 w 5868436"/>
                <a:gd name="connsiteY32" fmla="*/ 3356735 h 5882532"/>
                <a:gd name="connsiteX33" fmla="*/ 3668014 w 5868436"/>
                <a:gd name="connsiteY33" fmla="*/ 3356735 h 5882532"/>
                <a:gd name="connsiteX34" fmla="*/ 3668014 w 5868436"/>
                <a:gd name="connsiteY34" fmla="*/ 3842586 h 5882532"/>
                <a:gd name="connsiteX35" fmla="*/ 3182162 w 5868436"/>
                <a:gd name="connsiteY35" fmla="*/ 3842586 h 5882532"/>
                <a:gd name="connsiteX36" fmla="*/ 4890933 w 5868436"/>
                <a:gd name="connsiteY36" fmla="*/ 3110907 h 5882532"/>
                <a:gd name="connsiteX37" fmla="*/ 5868436 w 5868436"/>
                <a:gd name="connsiteY37" fmla="*/ 3110907 h 5882532"/>
                <a:gd name="connsiteX38" fmla="*/ 5868436 w 5868436"/>
                <a:gd name="connsiteY38" fmla="*/ 3273824 h 5882532"/>
                <a:gd name="connsiteX39" fmla="*/ 4890933 w 5868436"/>
                <a:gd name="connsiteY39" fmla="*/ 3273824 h 5882532"/>
                <a:gd name="connsiteX40" fmla="*/ 683599 w 5868436"/>
                <a:gd name="connsiteY40" fmla="*/ 2462497 h 5882532"/>
                <a:gd name="connsiteX41" fmla="*/ 846106 w 5868436"/>
                <a:gd name="connsiteY41" fmla="*/ 2476343 h 5882532"/>
                <a:gd name="connsiteX42" fmla="*/ 943450 w 5868436"/>
                <a:gd name="connsiteY42" fmla="*/ 2825395 h 5882532"/>
                <a:gd name="connsiteX43" fmla="*/ 1277430 w 5868436"/>
                <a:gd name="connsiteY43" fmla="*/ 2953688 h 5882532"/>
                <a:gd name="connsiteX44" fmla="*/ 1277430 w 5868436"/>
                <a:gd name="connsiteY44" fmla="*/ 3117015 h 5882532"/>
                <a:gd name="connsiteX45" fmla="*/ 823298 w 5868436"/>
                <a:gd name="connsiteY45" fmla="*/ 2935767 h 5882532"/>
                <a:gd name="connsiteX46" fmla="*/ 683599 w 5868436"/>
                <a:gd name="connsiteY46" fmla="*/ 2462497 h 5882532"/>
                <a:gd name="connsiteX47" fmla="*/ 2751019 w 5868436"/>
                <a:gd name="connsiteY47" fmla="*/ 677332 h 5882532"/>
                <a:gd name="connsiteX48" fmla="*/ 2751019 w 5868436"/>
                <a:gd name="connsiteY48" fmla="*/ 677333 h 5882532"/>
                <a:gd name="connsiteX49" fmla="*/ 2751019 w 5868436"/>
                <a:gd name="connsiteY49" fmla="*/ 840249 h 5882532"/>
                <a:gd name="connsiteX50" fmla="*/ 2751019 w 5868436"/>
                <a:gd name="connsiteY50" fmla="*/ 840250 h 5882532"/>
                <a:gd name="connsiteX51" fmla="*/ 2094463 w 5868436"/>
                <a:gd name="connsiteY51" fmla="*/ 1522467 h 5882532"/>
                <a:gd name="connsiteX52" fmla="*/ 1931546 w 5868436"/>
                <a:gd name="connsiteY52" fmla="*/ 1522467 h 5882532"/>
                <a:gd name="connsiteX53" fmla="*/ 1931546 w 5868436"/>
                <a:gd name="connsiteY53" fmla="*/ 1522467 h 5882532"/>
                <a:gd name="connsiteX54" fmla="*/ 2751019 w 5868436"/>
                <a:gd name="connsiteY54" fmla="*/ 677332 h 5882532"/>
                <a:gd name="connsiteX55" fmla="*/ 2656931 w 5868436"/>
                <a:gd name="connsiteY55" fmla="*/ 0 h 5882532"/>
                <a:gd name="connsiteX56" fmla="*/ 2677704 w 5868436"/>
                <a:gd name="connsiteY56" fmla="*/ 0 h 5882532"/>
                <a:gd name="connsiteX57" fmla="*/ 3837674 w 5868436"/>
                <a:gd name="connsiteY57" fmla="*/ 659408 h 5882532"/>
                <a:gd name="connsiteX58" fmla="*/ 4596458 w 5868436"/>
                <a:gd name="connsiteY58" fmla="*/ 304249 h 5882532"/>
                <a:gd name="connsiteX59" fmla="*/ 4712946 w 5868436"/>
                <a:gd name="connsiteY59" fmla="*/ 304249 h 5882532"/>
                <a:gd name="connsiteX60" fmla="*/ 5706334 w 5868436"/>
                <a:gd name="connsiteY60" fmla="*/ 1296820 h 5882532"/>
                <a:gd name="connsiteX61" fmla="*/ 5706334 w 5868436"/>
                <a:gd name="connsiteY61" fmla="*/ 1325333 h 5882532"/>
                <a:gd name="connsiteX62" fmla="*/ 5379277 w 5868436"/>
                <a:gd name="connsiteY62" fmla="*/ 1325333 h 5882532"/>
                <a:gd name="connsiteX63" fmla="*/ 5379277 w 5868436"/>
                <a:gd name="connsiteY63" fmla="*/ 1296820 h 5882532"/>
                <a:gd name="connsiteX64" fmla="*/ 4713352 w 5868436"/>
                <a:gd name="connsiteY64" fmla="*/ 630895 h 5882532"/>
                <a:gd name="connsiteX65" fmla="*/ 4596869 w 5868436"/>
                <a:gd name="connsiteY65" fmla="*/ 630895 h 5882532"/>
                <a:gd name="connsiteX66" fmla="*/ 3971673 w 5868436"/>
                <a:gd name="connsiteY66" fmla="*/ 1070772 h 5882532"/>
                <a:gd name="connsiteX67" fmla="*/ 3661313 w 5868436"/>
                <a:gd name="connsiteY67" fmla="*/ 1061407 h 5882532"/>
                <a:gd name="connsiteX68" fmla="*/ 2678110 w 5868436"/>
                <a:gd name="connsiteY68" fmla="*/ 326647 h 5882532"/>
                <a:gd name="connsiteX69" fmla="*/ 2657337 w 5868436"/>
                <a:gd name="connsiteY69" fmla="*/ 326647 h 5882532"/>
                <a:gd name="connsiteX70" fmla="*/ 1631365 w 5868436"/>
                <a:gd name="connsiteY70" fmla="*/ 1352618 h 5882532"/>
                <a:gd name="connsiteX71" fmla="*/ 1631365 w 5868436"/>
                <a:gd name="connsiteY71" fmla="*/ 1377872 h 5882532"/>
                <a:gd name="connsiteX72" fmla="*/ 1441569 w 5868436"/>
                <a:gd name="connsiteY72" fmla="*/ 1541602 h 5882532"/>
                <a:gd name="connsiteX73" fmla="*/ 1306348 w 5868436"/>
                <a:gd name="connsiteY73" fmla="*/ 1528568 h 5882532"/>
                <a:gd name="connsiteX74" fmla="*/ 675452 w 5868436"/>
                <a:gd name="connsiteY74" fmla="*/ 1754211 h 5882532"/>
                <a:gd name="connsiteX75" fmla="*/ 327215 w 5868436"/>
                <a:gd name="connsiteY75" fmla="*/ 2489779 h 5882532"/>
                <a:gd name="connsiteX76" fmla="*/ 1160945 w 5868436"/>
                <a:gd name="connsiteY76" fmla="*/ 3435515 h 5882532"/>
                <a:gd name="connsiteX77" fmla="*/ 2936332 w 5868436"/>
                <a:gd name="connsiteY77" fmla="*/ 3436738 h 5882532"/>
                <a:gd name="connsiteX78" fmla="*/ 2936332 w 5868436"/>
                <a:gd name="connsiteY78" fmla="*/ 3762572 h 5882532"/>
                <a:gd name="connsiteX79" fmla="*/ 1150353 w 5868436"/>
                <a:gd name="connsiteY79" fmla="*/ 3762572 h 5882532"/>
                <a:gd name="connsiteX80" fmla="*/ 1144243 w 5868436"/>
                <a:gd name="connsiteY80" fmla="*/ 3762162 h 5882532"/>
                <a:gd name="connsiteX81" fmla="*/ 158 w 5868436"/>
                <a:gd name="connsiteY81" fmla="*/ 2492631 h 5882532"/>
                <a:gd name="connsiteX82" fmla="*/ 467324 w 5868436"/>
                <a:gd name="connsiteY82" fmla="*/ 1502096 h 5882532"/>
                <a:gd name="connsiteX83" fmla="*/ 1312864 w 5868436"/>
                <a:gd name="connsiteY83" fmla="*/ 1201105 h 5882532"/>
                <a:gd name="connsiteX84" fmla="*/ 2656931 w 5868436"/>
                <a:gd name="connsiteY84" fmla="*/ 0 h 588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68436" h="5882532">
                  <a:moveTo>
                    <a:pt x="3913431" y="5717580"/>
                  </a:moveTo>
                  <a:lnTo>
                    <a:pt x="4239265" y="5717580"/>
                  </a:lnTo>
                  <a:lnTo>
                    <a:pt x="4239265" y="5882532"/>
                  </a:lnTo>
                  <a:lnTo>
                    <a:pt x="3913431" y="5882532"/>
                  </a:lnTo>
                  <a:close/>
                  <a:moveTo>
                    <a:pt x="4402182" y="5715538"/>
                  </a:moveTo>
                  <a:lnTo>
                    <a:pt x="4728014" y="5715538"/>
                  </a:lnTo>
                  <a:lnTo>
                    <a:pt x="4728014" y="5880490"/>
                  </a:lnTo>
                  <a:lnTo>
                    <a:pt x="4402182" y="5880490"/>
                  </a:lnTo>
                  <a:close/>
                  <a:moveTo>
                    <a:pt x="5542602" y="5554663"/>
                  </a:moveTo>
                  <a:lnTo>
                    <a:pt x="5868436" y="5554663"/>
                  </a:lnTo>
                  <a:lnTo>
                    <a:pt x="5868436" y="5880497"/>
                  </a:lnTo>
                  <a:lnTo>
                    <a:pt x="5542602" y="5880497"/>
                  </a:lnTo>
                  <a:close/>
                  <a:moveTo>
                    <a:pt x="4890933" y="4738035"/>
                  </a:moveTo>
                  <a:lnTo>
                    <a:pt x="5868436" y="4738035"/>
                  </a:lnTo>
                  <a:lnTo>
                    <a:pt x="5868436" y="4902987"/>
                  </a:lnTo>
                  <a:lnTo>
                    <a:pt x="4890933" y="4902987"/>
                  </a:lnTo>
                  <a:close/>
                  <a:moveTo>
                    <a:pt x="4890933" y="4412201"/>
                  </a:moveTo>
                  <a:lnTo>
                    <a:pt x="5868436" y="4412201"/>
                  </a:lnTo>
                  <a:lnTo>
                    <a:pt x="5868436" y="4575118"/>
                  </a:lnTo>
                  <a:lnTo>
                    <a:pt x="4890933" y="4575118"/>
                  </a:lnTo>
                  <a:close/>
                  <a:moveTo>
                    <a:pt x="4890933" y="4084332"/>
                  </a:moveTo>
                  <a:lnTo>
                    <a:pt x="5868436" y="4084332"/>
                  </a:lnTo>
                  <a:lnTo>
                    <a:pt x="5868436" y="4249284"/>
                  </a:lnTo>
                  <a:lnTo>
                    <a:pt x="4890933" y="4249284"/>
                  </a:lnTo>
                  <a:close/>
                  <a:moveTo>
                    <a:pt x="4890933" y="3758498"/>
                  </a:moveTo>
                  <a:lnTo>
                    <a:pt x="5868436" y="3758498"/>
                  </a:lnTo>
                  <a:lnTo>
                    <a:pt x="5868436" y="3921415"/>
                  </a:lnTo>
                  <a:lnTo>
                    <a:pt x="4890933" y="3921415"/>
                  </a:lnTo>
                  <a:close/>
                  <a:moveTo>
                    <a:pt x="4890933" y="3430629"/>
                  </a:moveTo>
                  <a:lnTo>
                    <a:pt x="5868436" y="3430629"/>
                  </a:lnTo>
                  <a:lnTo>
                    <a:pt x="5868436" y="3595581"/>
                  </a:lnTo>
                  <a:lnTo>
                    <a:pt x="4890933" y="3595581"/>
                  </a:lnTo>
                  <a:close/>
                  <a:moveTo>
                    <a:pt x="3182162" y="3356735"/>
                  </a:moveTo>
                  <a:lnTo>
                    <a:pt x="3668014" y="3356735"/>
                  </a:lnTo>
                  <a:lnTo>
                    <a:pt x="3668014" y="3842586"/>
                  </a:lnTo>
                  <a:lnTo>
                    <a:pt x="3182162" y="3842586"/>
                  </a:lnTo>
                  <a:close/>
                  <a:moveTo>
                    <a:pt x="4890933" y="3110907"/>
                  </a:moveTo>
                  <a:lnTo>
                    <a:pt x="5868436" y="3110907"/>
                  </a:lnTo>
                  <a:lnTo>
                    <a:pt x="5868436" y="3273824"/>
                  </a:lnTo>
                  <a:lnTo>
                    <a:pt x="4890933" y="3273824"/>
                  </a:lnTo>
                  <a:close/>
                  <a:moveTo>
                    <a:pt x="683599" y="2462497"/>
                  </a:moveTo>
                  <a:lnTo>
                    <a:pt x="846106" y="2476343"/>
                  </a:lnTo>
                  <a:cubicBezTo>
                    <a:pt x="833483" y="2621749"/>
                    <a:pt x="867285" y="2742307"/>
                    <a:pt x="943450" y="2825395"/>
                  </a:cubicBezTo>
                  <a:cubicBezTo>
                    <a:pt x="1019615" y="2908071"/>
                    <a:pt x="1138138" y="2953688"/>
                    <a:pt x="1277430" y="2953688"/>
                  </a:cubicBezTo>
                  <a:lnTo>
                    <a:pt x="1277430" y="3117015"/>
                  </a:lnTo>
                  <a:cubicBezTo>
                    <a:pt x="1092111" y="3117015"/>
                    <a:pt x="930823" y="3052661"/>
                    <a:pt x="823298" y="2935767"/>
                  </a:cubicBezTo>
                  <a:cubicBezTo>
                    <a:pt x="715366" y="2818467"/>
                    <a:pt x="667308" y="2654739"/>
                    <a:pt x="683599" y="2462497"/>
                  </a:cubicBezTo>
                  <a:close/>
                  <a:moveTo>
                    <a:pt x="2751019" y="677332"/>
                  </a:moveTo>
                  <a:lnTo>
                    <a:pt x="2751019" y="677333"/>
                  </a:lnTo>
                  <a:lnTo>
                    <a:pt x="2751019" y="840249"/>
                  </a:lnTo>
                  <a:lnTo>
                    <a:pt x="2751019" y="840250"/>
                  </a:lnTo>
                  <a:cubicBezTo>
                    <a:pt x="2339655" y="840250"/>
                    <a:pt x="2094463" y="1095213"/>
                    <a:pt x="2094463" y="1522467"/>
                  </a:cubicBezTo>
                  <a:lnTo>
                    <a:pt x="1931546" y="1522467"/>
                  </a:lnTo>
                  <a:lnTo>
                    <a:pt x="1931546" y="1522467"/>
                  </a:lnTo>
                  <a:cubicBezTo>
                    <a:pt x="1931546" y="1009277"/>
                    <a:pt x="2253309" y="677332"/>
                    <a:pt x="2751019" y="677332"/>
                  </a:cubicBezTo>
                  <a:close/>
                  <a:moveTo>
                    <a:pt x="2656931" y="0"/>
                  </a:moveTo>
                  <a:lnTo>
                    <a:pt x="2677704" y="0"/>
                  </a:lnTo>
                  <a:cubicBezTo>
                    <a:pt x="3156680" y="0"/>
                    <a:pt x="3596557" y="259444"/>
                    <a:pt x="3837674" y="659408"/>
                  </a:cubicBezTo>
                  <a:cubicBezTo>
                    <a:pt x="4023400" y="439064"/>
                    <a:pt x="4299543" y="304249"/>
                    <a:pt x="4596458" y="304249"/>
                  </a:cubicBezTo>
                  <a:lnTo>
                    <a:pt x="4712946" y="304249"/>
                  </a:lnTo>
                  <a:cubicBezTo>
                    <a:pt x="5261160" y="304249"/>
                    <a:pt x="5705518" y="749012"/>
                    <a:pt x="5706334" y="1296820"/>
                  </a:cubicBezTo>
                  <a:lnTo>
                    <a:pt x="5706334" y="1325333"/>
                  </a:lnTo>
                  <a:lnTo>
                    <a:pt x="5379277" y="1325333"/>
                  </a:lnTo>
                  <a:lnTo>
                    <a:pt x="5379277" y="1296820"/>
                  </a:lnTo>
                  <a:cubicBezTo>
                    <a:pt x="5379277" y="929034"/>
                    <a:pt x="5081139" y="630895"/>
                    <a:pt x="4713352" y="630895"/>
                  </a:cubicBezTo>
                  <a:lnTo>
                    <a:pt x="4596869" y="630895"/>
                  </a:lnTo>
                  <a:cubicBezTo>
                    <a:pt x="4319093" y="630895"/>
                    <a:pt x="4067794" y="807663"/>
                    <a:pt x="3971673" y="1070772"/>
                  </a:cubicBezTo>
                  <a:cubicBezTo>
                    <a:pt x="3917504" y="1218620"/>
                    <a:pt x="3706524" y="1212103"/>
                    <a:pt x="3661313" y="1061407"/>
                  </a:cubicBezTo>
                  <a:cubicBezTo>
                    <a:pt x="3532203" y="628860"/>
                    <a:pt x="3127762" y="326647"/>
                    <a:pt x="2678110" y="326647"/>
                  </a:cubicBezTo>
                  <a:lnTo>
                    <a:pt x="2657337" y="326647"/>
                  </a:lnTo>
                  <a:cubicBezTo>
                    <a:pt x="2090792" y="326647"/>
                    <a:pt x="1631365" y="786077"/>
                    <a:pt x="1631365" y="1352618"/>
                  </a:cubicBezTo>
                  <a:lnTo>
                    <a:pt x="1631365" y="1377872"/>
                  </a:lnTo>
                  <a:cubicBezTo>
                    <a:pt x="1631365" y="1478881"/>
                    <a:pt x="1541354" y="1557894"/>
                    <a:pt x="1441569" y="1541602"/>
                  </a:cubicBezTo>
                  <a:cubicBezTo>
                    <a:pt x="1402062" y="1535085"/>
                    <a:pt x="1357258" y="1530198"/>
                    <a:pt x="1306348" y="1528568"/>
                  </a:cubicBezTo>
                  <a:cubicBezTo>
                    <a:pt x="1083558" y="1520833"/>
                    <a:pt x="856696" y="1604733"/>
                    <a:pt x="675452" y="1754211"/>
                  </a:cubicBezTo>
                  <a:cubicBezTo>
                    <a:pt x="449809" y="1940343"/>
                    <a:pt x="322734" y="2208339"/>
                    <a:pt x="327215" y="2489779"/>
                  </a:cubicBezTo>
                  <a:cubicBezTo>
                    <a:pt x="327215" y="2994416"/>
                    <a:pt x="663637" y="3398044"/>
                    <a:pt x="1160945" y="3435515"/>
                  </a:cubicBezTo>
                  <a:lnTo>
                    <a:pt x="2936332" y="3436738"/>
                  </a:lnTo>
                  <a:lnTo>
                    <a:pt x="2936332" y="3762572"/>
                  </a:lnTo>
                  <a:lnTo>
                    <a:pt x="1150353" y="3762572"/>
                  </a:lnTo>
                  <a:lnTo>
                    <a:pt x="1144243" y="3762162"/>
                  </a:lnTo>
                  <a:cubicBezTo>
                    <a:pt x="473435" y="3716139"/>
                    <a:pt x="158" y="3167514"/>
                    <a:pt x="158" y="2492631"/>
                  </a:cubicBezTo>
                  <a:cubicBezTo>
                    <a:pt x="-5952" y="2113851"/>
                    <a:pt x="164298" y="1751765"/>
                    <a:pt x="467324" y="1502096"/>
                  </a:cubicBezTo>
                  <a:cubicBezTo>
                    <a:pt x="712923" y="1299672"/>
                    <a:pt x="1011467" y="1195405"/>
                    <a:pt x="1312864" y="1201105"/>
                  </a:cubicBezTo>
                  <a:cubicBezTo>
                    <a:pt x="1388212" y="525410"/>
                    <a:pt x="1961275" y="0"/>
                    <a:pt x="2656931" y="0"/>
                  </a:cubicBezTo>
                  <a:close/>
                </a:path>
              </a:pathLst>
            </a:custGeom>
            <a:solidFill>
              <a:schemeClr val="accent1"/>
            </a:solidFill>
            <a:ln w="9525" cap="flat">
              <a:noFill/>
              <a:prstDash val="solid"/>
              <a:miter/>
            </a:ln>
          </p:spPr>
          <p:txBody>
            <a:bodyPr wrap="square" rtlCol="0" anchor="ctr">
              <a:noAutofit/>
            </a:bodyPr>
            <a:lstStyle/>
            <a:p>
              <a:endParaRPr lang="en-US"/>
            </a:p>
          </p:txBody>
        </p:sp>
        <p:sp>
          <p:nvSpPr>
            <p:cNvPr id="463" name="Freeform: Shape 462">
              <a:extLst>
                <a:ext uri="{FF2B5EF4-FFF2-40B4-BE49-F238E27FC236}">
                  <a16:creationId xmlns:a16="http://schemas.microsoft.com/office/drawing/2014/main" id="{E8DC41CF-440E-BE7B-986E-F36C12D0922F}"/>
                </a:ext>
                <a:ext uri="{C183D7F6-B498-43B3-948B-1728B52AA6E4}">
                  <adec:decorative xmlns:adec="http://schemas.microsoft.com/office/drawing/2017/decorative" val="1"/>
                </a:ext>
              </a:extLst>
            </p:cNvPr>
            <p:cNvSpPr/>
            <p:nvPr/>
          </p:nvSpPr>
          <p:spPr>
            <a:xfrm>
              <a:off x="11335015" y="920435"/>
              <a:ext cx="217223" cy="347556"/>
            </a:xfrm>
            <a:custGeom>
              <a:avLst/>
              <a:gdLst>
                <a:gd name="connsiteX0" fmla="*/ 0 w 441960"/>
                <a:gd name="connsiteY0" fmla="*/ 0 h 707136"/>
                <a:gd name="connsiteX1" fmla="*/ 44196 w 441960"/>
                <a:gd name="connsiteY1" fmla="*/ 0 h 707136"/>
                <a:gd name="connsiteX2" fmla="*/ 397764 w 441960"/>
                <a:gd name="connsiteY2" fmla="*/ 0 h 707136"/>
                <a:gd name="connsiteX3" fmla="*/ 441960 w 441960"/>
                <a:gd name="connsiteY3" fmla="*/ 44196 h 707136"/>
                <a:gd name="connsiteX4" fmla="*/ 441960 w 441960"/>
                <a:gd name="connsiteY4" fmla="*/ 618744 h 707136"/>
                <a:gd name="connsiteX5" fmla="*/ 441960 w 441960"/>
                <a:gd name="connsiteY5" fmla="*/ 662940 h 707136"/>
                <a:gd name="connsiteX6" fmla="*/ 397764 w 441960"/>
                <a:gd name="connsiteY6" fmla="*/ 662940 h 707136"/>
                <a:gd name="connsiteX7" fmla="*/ 353568 w 441960"/>
                <a:gd name="connsiteY7" fmla="*/ 662940 h 707136"/>
                <a:gd name="connsiteX8" fmla="*/ 353568 w 441960"/>
                <a:gd name="connsiteY8" fmla="*/ 707136 h 707136"/>
                <a:gd name="connsiteX9" fmla="*/ 309372 w 441960"/>
                <a:gd name="connsiteY9" fmla="*/ 707136 h 707136"/>
                <a:gd name="connsiteX10" fmla="*/ 309372 w 441960"/>
                <a:gd name="connsiteY10" fmla="*/ 662940 h 707136"/>
                <a:gd name="connsiteX11" fmla="*/ 132588 w 441960"/>
                <a:gd name="connsiteY11" fmla="*/ 662940 h 707136"/>
                <a:gd name="connsiteX12" fmla="*/ 132588 w 441960"/>
                <a:gd name="connsiteY12" fmla="*/ 707136 h 707136"/>
                <a:gd name="connsiteX13" fmla="*/ 88392 w 441960"/>
                <a:gd name="connsiteY13" fmla="*/ 707136 h 707136"/>
                <a:gd name="connsiteX14" fmla="*/ 88392 w 441960"/>
                <a:gd name="connsiteY14" fmla="*/ 662940 h 707136"/>
                <a:gd name="connsiteX15" fmla="*/ 44196 w 441960"/>
                <a:gd name="connsiteY15" fmla="*/ 662940 h 707136"/>
                <a:gd name="connsiteX16" fmla="*/ 0 w 441960"/>
                <a:gd name="connsiteY16" fmla="*/ 618744 h 707136"/>
                <a:gd name="connsiteX17" fmla="*/ 0 w 441960"/>
                <a:gd name="connsiteY17" fmla="*/ 604223 h 707136"/>
                <a:gd name="connsiteX18" fmla="*/ 0 w 441960"/>
                <a:gd name="connsiteY18" fmla="*/ 443229 h 707136"/>
                <a:gd name="connsiteX19" fmla="*/ 0 w 441960"/>
                <a:gd name="connsiteY19" fmla="*/ 329877 h 707136"/>
                <a:gd name="connsiteX20" fmla="*/ 44196 w 441960"/>
                <a:gd name="connsiteY20" fmla="*/ 329877 h 707136"/>
                <a:gd name="connsiteX21" fmla="*/ 44196 w 441960"/>
                <a:gd name="connsiteY21" fmla="*/ 443229 h 707136"/>
                <a:gd name="connsiteX22" fmla="*/ 44196 w 441960"/>
                <a:gd name="connsiteY22" fmla="*/ 604223 h 707136"/>
                <a:gd name="connsiteX23" fmla="*/ 44196 w 441960"/>
                <a:gd name="connsiteY23" fmla="*/ 618744 h 707136"/>
                <a:gd name="connsiteX24" fmla="*/ 397764 w 441960"/>
                <a:gd name="connsiteY24" fmla="*/ 618744 h 707136"/>
                <a:gd name="connsiteX25" fmla="*/ 397764 w 441960"/>
                <a:gd name="connsiteY25" fmla="*/ 44196 h 707136"/>
                <a:gd name="connsiteX26" fmla="*/ 44196 w 441960"/>
                <a:gd name="connsiteY26" fmla="*/ 44196 h 707136"/>
                <a:gd name="connsiteX27" fmla="*/ 44196 w 441960"/>
                <a:gd name="connsiteY27" fmla="*/ 51785 h 707136"/>
                <a:gd name="connsiteX28" fmla="*/ 44196 w 441960"/>
                <a:gd name="connsiteY28" fmla="*/ 102581 h 707136"/>
                <a:gd name="connsiteX29" fmla="*/ 44196 w 441960"/>
                <a:gd name="connsiteY29" fmla="*/ 200476 h 707136"/>
                <a:gd name="connsiteX30" fmla="*/ 0 w 441960"/>
                <a:gd name="connsiteY30" fmla="*/ 200476 h 707136"/>
                <a:gd name="connsiteX31" fmla="*/ 0 w 441960"/>
                <a:gd name="connsiteY31" fmla="*/ 102581 h 707136"/>
                <a:gd name="connsiteX32" fmla="*/ 0 w 441960"/>
                <a:gd name="connsiteY32" fmla="*/ 51785 h 707136"/>
                <a:gd name="connsiteX33" fmla="*/ 0 w 441960"/>
                <a:gd name="connsiteY33" fmla="*/ 44196 h 70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41960" h="707136">
                  <a:moveTo>
                    <a:pt x="0" y="0"/>
                  </a:moveTo>
                  <a:lnTo>
                    <a:pt x="44196" y="0"/>
                  </a:lnTo>
                  <a:lnTo>
                    <a:pt x="397764" y="0"/>
                  </a:lnTo>
                  <a:cubicBezTo>
                    <a:pt x="422183" y="0"/>
                    <a:pt x="441960" y="19778"/>
                    <a:pt x="441960" y="44196"/>
                  </a:cubicBezTo>
                  <a:lnTo>
                    <a:pt x="441960" y="618744"/>
                  </a:lnTo>
                  <a:lnTo>
                    <a:pt x="441960" y="662940"/>
                  </a:lnTo>
                  <a:lnTo>
                    <a:pt x="397764" y="662940"/>
                  </a:lnTo>
                  <a:lnTo>
                    <a:pt x="353568" y="662940"/>
                  </a:lnTo>
                  <a:lnTo>
                    <a:pt x="353568" y="707136"/>
                  </a:lnTo>
                  <a:lnTo>
                    <a:pt x="309372" y="707136"/>
                  </a:lnTo>
                  <a:lnTo>
                    <a:pt x="309372" y="662940"/>
                  </a:lnTo>
                  <a:lnTo>
                    <a:pt x="132588" y="662940"/>
                  </a:lnTo>
                  <a:lnTo>
                    <a:pt x="132588" y="707136"/>
                  </a:lnTo>
                  <a:lnTo>
                    <a:pt x="88392" y="707136"/>
                  </a:lnTo>
                  <a:lnTo>
                    <a:pt x="88392" y="662940"/>
                  </a:lnTo>
                  <a:lnTo>
                    <a:pt x="44196" y="662940"/>
                  </a:lnTo>
                  <a:cubicBezTo>
                    <a:pt x="19778" y="662940"/>
                    <a:pt x="0" y="643163"/>
                    <a:pt x="0" y="618744"/>
                  </a:cubicBezTo>
                  <a:lnTo>
                    <a:pt x="0" y="604223"/>
                  </a:lnTo>
                  <a:lnTo>
                    <a:pt x="0" y="443229"/>
                  </a:lnTo>
                  <a:lnTo>
                    <a:pt x="0" y="329877"/>
                  </a:lnTo>
                  <a:lnTo>
                    <a:pt x="44196" y="329877"/>
                  </a:lnTo>
                  <a:lnTo>
                    <a:pt x="44196" y="443229"/>
                  </a:lnTo>
                  <a:lnTo>
                    <a:pt x="44196" y="604223"/>
                  </a:lnTo>
                  <a:lnTo>
                    <a:pt x="44196" y="618744"/>
                  </a:lnTo>
                  <a:lnTo>
                    <a:pt x="397764" y="618744"/>
                  </a:lnTo>
                  <a:lnTo>
                    <a:pt x="397764" y="44196"/>
                  </a:lnTo>
                  <a:lnTo>
                    <a:pt x="44196" y="44196"/>
                  </a:lnTo>
                  <a:lnTo>
                    <a:pt x="44196" y="51785"/>
                  </a:lnTo>
                  <a:lnTo>
                    <a:pt x="44196" y="102581"/>
                  </a:lnTo>
                  <a:lnTo>
                    <a:pt x="44196" y="200476"/>
                  </a:lnTo>
                  <a:lnTo>
                    <a:pt x="0" y="200476"/>
                  </a:lnTo>
                  <a:lnTo>
                    <a:pt x="0" y="102581"/>
                  </a:lnTo>
                  <a:lnTo>
                    <a:pt x="0" y="51785"/>
                  </a:lnTo>
                  <a:lnTo>
                    <a:pt x="0" y="44196"/>
                  </a:ln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127" name="Group 126">
            <a:extLst>
              <a:ext uri="{FF2B5EF4-FFF2-40B4-BE49-F238E27FC236}">
                <a16:creationId xmlns:a16="http://schemas.microsoft.com/office/drawing/2014/main" id="{B224C092-3C20-7122-CA68-157879AA52AE}"/>
              </a:ext>
              <a:ext uri="{C183D7F6-B498-43B3-948B-1728B52AA6E4}">
                <adec:decorative xmlns:adec="http://schemas.microsoft.com/office/drawing/2017/decorative" val="1"/>
              </a:ext>
            </a:extLst>
          </p:cNvPr>
          <p:cNvGrpSpPr>
            <a:grpSpLocks noChangeAspect="1"/>
          </p:cNvGrpSpPr>
          <p:nvPr/>
        </p:nvGrpSpPr>
        <p:grpSpPr>
          <a:xfrm>
            <a:off x="639763" y="1517247"/>
            <a:ext cx="457168" cy="457200"/>
            <a:chOff x="639763" y="1517247"/>
            <a:chExt cx="457168" cy="457200"/>
          </a:xfrm>
          <a:solidFill>
            <a:srgbClr val="FF0000"/>
          </a:solidFill>
        </p:grpSpPr>
        <p:sp>
          <p:nvSpPr>
            <p:cNvPr id="477" name="Freeform: Shape 476">
              <a:extLst>
                <a:ext uri="{FF2B5EF4-FFF2-40B4-BE49-F238E27FC236}">
                  <a16:creationId xmlns:a16="http://schemas.microsoft.com/office/drawing/2014/main" id="{287BCEF6-3A4D-3DBC-DFAC-9EA10425B5D6}"/>
                </a:ext>
                <a:ext uri="{C183D7F6-B498-43B3-948B-1728B52AA6E4}">
                  <adec:decorative xmlns:adec="http://schemas.microsoft.com/office/drawing/2017/decorative" val="1"/>
                </a:ext>
              </a:extLst>
            </p:cNvPr>
            <p:cNvSpPr/>
            <p:nvPr/>
          </p:nvSpPr>
          <p:spPr>
            <a:xfrm>
              <a:off x="639763" y="1517247"/>
              <a:ext cx="457168" cy="457200"/>
            </a:xfrm>
            <a:custGeom>
              <a:avLst/>
              <a:gdLst>
                <a:gd name="connsiteX0" fmla="*/ 3149821 w 6857521"/>
                <a:gd name="connsiteY0" fmla="*/ 3142196 h 6858005"/>
                <a:gd name="connsiteX1" fmla="*/ 3721518 w 6857521"/>
                <a:gd name="connsiteY1" fmla="*/ 3142196 h 6858005"/>
                <a:gd name="connsiteX2" fmla="*/ 3721518 w 6857521"/>
                <a:gd name="connsiteY2" fmla="*/ 3713894 h 6858005"/>
                <a:gd name="connsiteX3" fmla="*/ 3149821 w 6857521"/>
                <a:gd name="connsiteY3" fmla="*/ 3713894 h 6858005"/>
                <a:gd name="connsiteX4" fmla="*/ 2881358 w 6857521"/>
                <a:gd name="connsiteY4" fmla="*/ 2085576 h 6858005"/>
                <a:gd name="connsiteX5" fmla="*/ 3822797 w 6857521"/>
                <a:gd name="connsiteY5" fmla="*/ 2085576 h 6858005"/>
                <a:gd name="connsiteX6" fmla="*/ 4374776 w 6857521"/>
                <a:gd name="connsiteY6" fmla="*/ 2085576 h 6858005"/>
                <a:gd name="connsiteX7" fmla="*/ 4778114 w 6857521"/>
                <a:gd name="connsiteY7" fmla="*/ 2085576 h 6858005"/>
                <a:gd name="connsiteX8" fmla="*/ 4778114 w 6857521"/>
                <a:gd name="connsiteY8" fmla="*/ 4770990 h 6858005"/>
                <a:gd name="connsiteX9" fmla="*/ 2093661 w 6857521"/>
                <a:gd name="connsiteY9" fmla="*/ 4770990 h 6858005"/>
                <a:gd name="connsiteX10" fmla="*/ 2093661 w 6857521"/>
                <a:gd name="connsiteY10" fmla="*/ 4493930 h 6858005"/>
                <a:gd name="connsiteX11" fmla="*/ 2093661 w 6857521"/>
                <a:gd name="connsiteY11" fmla="*/ 3814101 h 6858005"/>
                <a:gd name="connsiteX12" fmla="*/ 2093661 w 6857521"/>
                <a:gd name="connsiteY12" fmla="*/ 2892901 h 6858005"/>
                <a:gd name="connsiteX13" fmla="*/ 2475068 w 6857521"/>
                <a:gd name="connsiteY13" fmla="*/ 2892901 h 6858005"/>
                <a:gd name="connsiteX14" fmla="*/ 2474326 w 6857521"/>
                <a:gd name="connsiteY14" fmla="*/ 4389539 h 6858005"/>
                <a:gd name="connsiteX15" fmla="*/ 4396664 w 6857521"/>
                <a:gd name="connsiteY15" fmla="*/ 4389539 h 6858005"/>
                <a:gd name="connsiteX16" fmla="*/ 4396664 w 6857521"/>
                <a:gd name="connsiteY16" fmla="*/ 2467036 h 6858005"/>
                <a:gd name="connsiteX17" fmla="*/ 3822797 w 6857521"/>
                <a:gd name="connsiteY17" fmla="*/ 2467036 h 6858005"/>
                <a:gd name="connsiteX18" fmla="*/ 3822797 w 6857521"/>
                <a:gd name="connsiteY18" fmla="*/ 2467027 h 6858005"/>
                <a:gd name="connsiteX19" fmla="*/ 2881358 w 6857521"/>
                <a:gd name="connsiteY19" fmla="*/ 2467027 h 6858005"/>
                <a:gd name="connsiteX20" fmla="*/ 949335 w 6857521"/>
                <a:gd name="connsiteY20" fmla="*/ 953626 h 6858005"/>
                <a:gd name="connsiteX21" fmla="*/ 949335 w 6857521"/>
                <a:gd name="connsiteY21" fmla="*/ 5912483 h 6858005"/>
                <a:gd name="connsiteX22" fmla="*/ 5908186 w 6857521"/>
                <a:gd name="connsiteY22" fmla="*/ 5912483 h 6858005"/>
                <a:gd name="connsiteX23" fmla="*/ 5908186 w 6857521"/>
                <a:gd name="connsiteY23" fmla="*/ 953626 h 6858005"/>
                <a:gd name="connsiteX24" fmla="*/ 1521510 w 6857521"/>
                <a:gd name="connsiteY24" fmla="*/ 0 h 6858005"/>
                <a:gd name="connsiteX25" fmla="*/ 1902960 w 6857521"/>
                <a:gd name="connsiteY25" fmla="*/ 0 h 6858005"/>
                <a:gd name="connsiteX26" fmla="*/ 1902960 w 6857521"/>
                <a:gd name="connsiteY26" fmla="*/ 572176 h 6858005"/>
                <a:gd name="connsiteX27" fmla="*/ 2379773 w 6857521"/>
                <a:gd name="connsiteY27" fmla="*/ 572176 h 6858005"/>
                <a:gd name="connsiteX28" fmla="*/ 2379773 w 6857521"/>
                <a:gd name="connsiteY28" fmla="*/ 0 h 6858005"/>
                <a:gd name="connsiteX29" fmla="*/ 2761223 w 6857521"/>
                <a:gd name="connsiteY29" fmla="*/ 0 h 6858005"/>
                <a:gd name="connsiteX30" fmla="*/ 2761223 w 6857521"/>
                <a:gd name="connsiteY30" fmla="*/ 572176 h 6858005"/>
                <a:gd name="connsiteX31" fmla="*/ 3238036 w 6857521"/>
                <a:gd name="connsiteY31" fmla="*/ 572176 h 6858005"/>
                <a:gd name="connsiteX32" fmla="*/ 3238036 w 6857521"/>
                <a:gd name="connsiteY32" fmla="*/ 0 h 6858005"/>
                <a:gd name="connsiteX33" fmla="*/ 3619486 w 6857521"/>
                <a:gd name="connsiteY33" fmla="*/ 0 h 6858005"/>
                <a:gd name="connsiteX34" fmla="*/ 3619486 w 6857521"/>
                <a:gd name="connsiteY34" fmla="*/ 572176 h 6858005"/>
                <a:gd name="connsiteX35" fmla="*/ 4096298 w 6857521"/>
                <a:gd name="connsiteY35" fmla="*/ 572176 h 6858005"/>
                <a:gd name="connsiteX36" fmla="*/ 4096298 w 6857521"/>
                <a:gd name="connsiteY36" fmla="*/ 0 h 6858005"/>
                <a:gd name="connsiteX37" fmla="*/ 4477748 w 6857521"/>
                <a:gd name="connsiteY37" fmla="*/ 0 h 6858005"/>
                <a:gd name="connsiteX38" fmla="*/ 4477748 w 6857521"/>
                <a:gd name="connsiteY38" fmla="*/ 572176 h 6858005"/>
                <a:gd name="connsiteX39" fmla="*/ 4954561 w 6857521"/>
                <a:gd name="connsiteY39" fmla="*/ 572176 h 6858005"/>
                <a:gd name="connsiteX40" fmla="*/ 4954561 w 6857521"/>
                <a:gd name="connsiteY40" fmla="*/ 0 h 6858005"/>
                <a:gd name="connsiteX41" fmla="*/ 5336011 w 6857521"/>
                <a:gd name="connsiteY41" fmla="*/ 0 h 6858005"/>
                <a:gd name="connsiteX42" fmla="*/ 5336011 w 6857521"/>
                <a:gd name="connsiteY42" fmla="*/ 572176 h 6858005"/>
                <a:gd name="connsiteX43" fmla="*/ 5908186 w 6857521"/>
                <a:gd name="connsiteY43" fmla="*/ 572176 h 6858005"/>
                <a:gd name="connsiteX44" fmla="*/ 6289636 w 6857521"/>
                <a:gd name="connsiteY44" fmla="*/ 953626 h 6858005"/>
                <a:gd name="connsiteX45" fmla="*/ 6289636 w 6857521"/>
                <a:gd name="connsiteY45" fmla="*/ 1521512 h 6858005"/>
                <a:gd name="connsiteX46" fmla="*/ 6857521 w 6857521"/>
                <a:gd name="connsiteY46" fmla="*/ 1521512 h 6858005"/>
                <a:gd name="connsiteX47" fmla="*/ 6857521 w 6857521"/>
                <a:gd name="connsiteY47" fmla="*/ 1902963 h 6858005"/>
                <a:gd name="connsiteX48" fmla="*/ 6289636 w 6857521"/>
                <a:gd name="connsiteY48" fmla="*/ 1902963 h 6858005"/>
                <a:gd name="connsiteX49" fmla="*/ 6289636 w 6857521"/>
                <a:gd name="connsiteY49" fmla="*/ 2379776 h 6858005"/>
                <a:gd name="connsiteX50" fmla="*/ 6857521 w 6857521"/>
                <a:gd name="connsiteY50" fmla="*/ 2379776 h 6858005"/>
                <a:gd name="connsiteX51" fmla="*/ 6857521 w 6857521"/>
                <a:gd name="connsiteY51" fmla="*/ 2761227 h 6858005"/>
                <a:gd name="connsiteX52" fmla="*/ 6289636 w 6857521"/>
                <a:gd name="connsiteY52" fmla="*/ 2761227 h 6858005"/>
                <a:gd name="connsiteX53" fmla="*/ 6289636 w 6857521"/>
                <a:gd name="connsiteY53" fmla="*/ 3238040 h 6858005"/>
                <a:gd name="connsiteX54" fmla="*/ 6857521 w 6857521"/>
                <a:gd name="connsiteY54" fmla="*/ 3238040 h 6858005"/>
                <a:gd name="connsiteX55" fmla="*/ 6857521 w 6857521"/>
                <a:gd name="connsiteY55" fmla="*/ 3619490 h 6858005"/>
                <a:gd name="connsiteX56" fmla="*/ 6289636 w 6857521"/>
                <a:gd name="connsiteY56" fmla="*/ 3619490 h 6858005"/>
                <a:gd name="connsiteX57" fmla="*/ 6289636 w 6857521"/>
                <a:gd name="connsiteY57" fmla="*/ 4096303 h 6858005"/>
                <a:gd name="connsiteX58" fmla="*/ 6857521 w 6857521"/>
                <a:gd name="connsiteY58" fmla="*/ 4096303 h 6858005"/>
                <a:gd name="connsiteX59" fmla="*/ 6857521 w 6857521"/>
                <a:gd name="connsiteY59" fmla="*/ 4477754 h 6858005"/>
                <a:gd name="connsiteX60" fmla="*/ 6289636 w 6857521"/>
                <a:gd name="connsiteY60" fmla="*/ 4477754 h 6858005"/>
                <a:gd name="connsiteX61" fmla="*/ 6289636 w 6857521"/>
                <a:gd name="connsiteY61" fmla="*/ 4954567 h 6858005"/>
                <a:gd name="connsiteX62" fmla="*/ 6857521 w 6857521"/>
                <a:gd name="connsiteY62" fmla="*/ 4954567 h 6858005"/>
                <a:gd name="connsiteX63" fmla="*/ 6857521 w 6857521"/>
                <a:gd name="connsiteY63" fmla="*/ 5336018 h 6858005"/>
                <a:gd name="connsiteX64" fmla="*/ 6289636 w 6857521"/>
                <a:gd name="connsiteY64" fmla="*/ 5336018 h 6858005"/>
                <a:gd name="connsiteX65" fmla="*/ 6289636 w 6857521"/>
                <a:gd name="connsiteY65" fmla="*/ 6293934 h 6858005"/>
                <a:gd name="connsiteX66" fmla="*/ 5336011 w 6857521"/>
                <a:gd name="connsiteY66" fmla="*/ 6293934 h 6858005"/>
                <a:gd name="connsiteX67" fmla="*/ 5336011 w 6857521"/>
                <a:gd name="connsiteY67" fmla="*/ 6858005 h 6858005"/>
                <a:gd name="connsiteX68" fmla="*/ 4954561 w 6857521"/>
                <a:gd name="connsiteY68" fmla="*/ 6858005 h 6858005"/>
                <a:gd name="connsiteX69" fmla="*/ 4954561 w 6857521"/>
                <a:gd name="connsiteY69" fmla="*/ 6293934 h 6858005"/>
                <a:gd name="connsiteX70" fmla="*/ 4477748 w 6857521"/>
                <a:gd name="connsiteY70" fmla="*/ 6293934 h 6858005"/>
                <a:gd name="connsiteX71" fmla="*/ 4477748 w 6857521"/>
                <a:gd name="connsiteY71" fmla="*/ 6858005 h 6858005"/>
                <a:gd name="connsiteX72" fmla="*/ 4096298 w 6857521"/>
                <a:gd name="connsiteY72" fmla="*/ 6858005 h 6858005"/>
                <a:gd name="connsiteX73" fmla="*/ 4096298 w 6857521"/>
                <a:gd name="connsiteY73" fmla="*/ 6293934 h 6858005"/>
                <a:gd name="connsiteX74" fmla="*/ 3619486 w 6857521"/>
                <a:gd name="connsiteY74" fmla="*/ 6293934 h 6858005"/>
                <a:gd name="connsiteX75" fmla="*/ 3619486 w 6857521"/>
                <a:gd name="connsiteY75" fmla="*/ 6858005 h 6858005"/>
                <a:gd name="connsiteX76" fmla="*/ 3238036 w 6857521"/>
                <a:gd name="connsiteY76" fmla="*/ 6858005 h 6858005"/>
                <a:gd name="connsiteX77" fmla="*/ 3238036 w 6857521"/>
                <a:gd name="connsiteY77" fmla="*/ 6293934 h 6858005"/>
                <a:gd name="connsiteX78" fmla="*/ 2761223 w 6857521"/>
                <a:gd name="connsiteY78" fmla="*/ 6293934 h 6858005"/>
                <a:gd name="connsiteX79" fmla="*/ 2761223 w 6857521"/>
                <a:gd name="connsiteY79" fmla="*/ 6858005 h 6858005"/>
                <a:gd name="connsiteX80" fmla="*/ 2379773 w 6857521"/>
                <a:gd name="connsiteY80" fmla="*/ 6858005 h 6858005"/>
                <a:gd name="connsiteX81" fmla="*/ 2379773 w 6857521"/>
                <a:gd name="connsiteY81" fmla="*/ 6293934 h 6858005"/>
                <a:gd name="connsiteX82" fmla="*/ 1902960 w 6857521"/>
                <a:gd name="connsiteY82" fmla="*/ 6293934 h 6858005"/>
                <a:gd name="connsiteX83" fmla="*/ 1902960 w 6857521"/>
                <a:gd name="connsiteY83" fmla="*/ 6858005 h 6858005"/>
                <a:gd name="connsiteX84" fmla="*/ 1521510 w 6857521"/>
                <a:gd name="connsiteY84" fmla="*/ 6858005 h 6858005"/>
                <a:gd name="connsiteX85" fmla="*/ 1521510 w 6857521"/>
                <a:gd name="connsiteY85" fmla="*/ 6293934 h 6858005"/>
                <a:gd name="connsiteX86" fmla="*/ 949335 w 6857521"/>
                <a:gd name="connsiteY86" fmla="*/ 6293934 h 6858005"/>
                <a:gd name="connsiteX87" fmla="*/ 567885 w 6857521"/>
                <a:gd name="connsiteY87" fmla="*/ 5912483 h 6858005"/>
                <a:gd name="connsiteX88" fmla="*/ 567885 w 6857521"/>
                <a:gd name="connsiteY88" fmla="*/ 5336018 h 6858005"/>
                <a:gd name="connsiteX89" fmla="*/ 0 w 6857521"/>
                <a:gd name="connsiteY89" fmla="*/ 5336018 h 6858005"/>
                <a:gd name="connsiteX90" fmla="*/ 0 w 6857521"/>
                <a:gd name="connsiteY90" fmla="*/ 4954567 h 6858005"/>
                <a:gd name="connsiteX91" fmla="*/ 567885 w 6857521"/>
                <a:gd name="connsiteY91" fmla="*/ 4954567 h 6858005"/>
                <a:gd name="connsiteX92" fmla="*/ 567885 w 6857521"/>
                <a:gd name="connsiteY92" fmla="*/ 4477754 h 6858005"/>
                <a:gd name="connsiteX93" fmla="*/ 0 w 6857521"/>
                <a:gd name="connsiteY93" fmla="*/ 4477754 h 6858005"/>
                <a:gd name="connsiteX94" fmla="*/ 0 w 6857521"/>
                <a:gd name="connsiteY94" fmla="*/ 4096303 h 6858005"/>
                <a:gd name="connsiteX95" fmla="*/ 567885 w 6857521"/>
                <a:gd name="connsiteY95" fmla="*/ 4096303 h 6858005"/>
                <a:gd name="connsiteX96" fmla="*/ 567885 w 6857521"/>
                <a:gd name="connsiteY96" fmla="*/ 3619490 h 6858005"/>
                <a:gd name="connsiteX97" fmla="*/ 0 w 6857521"/>
                <a:gd name="connsiteY97" fmla="*/ 3619490 h 6858005"/>
                <a:gd name="connsiteX98" fmla="*/ 0 w 6857521"/>
                <a:gd name="connsiteY98" fmla="*/ 3238040 h 6858005"/>
                <a:gd name="connsiteX99" fmla="*/ 567885 w 6857521"/>
                <a:gd name="connsiteY99" fmla="*/ 3238040 h 6858005"/>
                <a:gd name="connsiteX100" fmla="*/ 567885 w 6857521"/>
                <a:gd name="connsiteY100" fmla="*/ 2761227 h 6858005"/>
                <a:gd name="connsiteX101" fmla="*/ 0 w 6857521"/>
                <a:gd name="connsiteY101" fmla="*/ 2761227 h 6858005"/>
                <a:gd name="connsiteX102" fmla="*/ 0 w 6857521"/>
                <a:gd name="connsiteY102" fmla="*/ 2379776 h 6858005"/>
                <a:gd name="connsiteX103" fmla="*/ 567885 w 6857521"/>
                <a:gd name="connsiteY103" fmla="*/ 2379776 h 6858005"/>
                <a:gd name="connsiteX104" fmla="*/ 567885 w 6857521"/>
                <a:gd name="connsiteY104" fmla="*/ 1902963 h 6858005"/>
                <a:gd name="connsiteX105" fmla="*/ 0 w 6857521"/>
                <a:gd name="connsiteY105" fmla="*/ 1902963 h 6858005"/>
                <a:gd name="connsiteX106" fmla="*/ 0 w 6857521"/>
                <a:gd name="connsiteY106" fmla="*/ 1521512 h 6858005"/>
                <a:gd name="connsiteX107" fmla="*/ 567885 w 6857521"/>
                <a:gd name="connsiteY107" fmla="*/ 1521512 h 6858005"/>
                <a:gd name="connsiteX108" fmla="*/ 567885 w 6857521"/>
                <a:gd name="connsiteY108" fmla="*/ 572176 h 6858005"/>
                <a:gd name="connsiteX109" fmla="*/ 1521510 w 6857521"/>
                <a:gd name="connsiteY109" fmla="*/ 572176 h 685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6857521" h="6858005">
                  <a:moveTo>
                    <a:pt x="3149821" y="3142196"/>
                  </a:moveTo>
                  <a:lnTo>
                    <a:pt x="3721518" y="3142196"/>
                  </a:lnTo>
                  <a:lnTo>
                    <a:pt x="3721518" y="3713894"/>
                  </a:lnTo>
                  <a:lnTo>
                    <a:pt x="3149821" y="3713894"/>
                  </a:lnTo>
                  <a:close/>
                  <a:moveTo>
                    <a:pt x="2881358" y="2085576"/>
                  </a:moveTo>
                  <a:lnTo>
                    <a:pt x="3822797" y="2085576"/>
                  </a:lnTo>
                  <a:lnTo>
                    <a:pt x="4374776" y="2085576"/>
                  </a:lnTo>
                  <a:lnTo>
                    <a:pt x="4778114" y="2085576"/>
                  </a:lnTo>
                  <a:lnTo>
                    <a:pt x="4778114" y="4770990"/>
                  </a:lnTo>
                  <a:lnTo>
                    <a:pt x="2093661" y="4770990"/>
                  </a:lnTo>
                  <a:lnTo>
                    <a:pt x="2093661" y="4493930"/>
                  </a:lnTo>
                  <a:lnTo>
                    <a:pt x="2093661" y="3814101"/>
                  </a:lnTo>
                  <a:lnTo>
                    <a:pt x="2093661" y="2892901"/>
                  </a:lnTo>
                  <a:lnTo>
                    <a:pt x="2475068" y="2892901"/>
                  </a:lnTo>
                  <a:lnTo>
                    <a:pt x="2474326" y="4389539"/>
                  </a:lnTo>
                  <a:lnTo>
                    <a:pt x="4396664" y="4389539"/>
                  </a:lnTo>
                  <a:lnTo>
                    <a:pt x="4396664" y="2467036"/>
                  </a:lnTo>
                  <a:lnTo>
                    <a:pt x="3822797" y="2467036"/>
                  </a:lnTo>
                  <a:lnTo>
                    <a:pt x="3822797" y="2467027"/>
                  </a:lnTo>
                  <a:lnTo>
                    <a:pt x="2881358" y="2467027"/>
                  </a:lnTo>
                  <a:close/>
                  <a:moveTo>
                    <a:pt x="949335" y="953626"/>
                  </a:moveTo>
                  <a:lnTo>
                    <a:pt x="949335" y="5912483"/>
                  </a:lnTo>
                  <a:lnTo>
                    <a:pt x="5908186" y="5912483"/>
                  </a:lnTo>
                  <a:lnTo>
                    <a:pt x="5908186" y="953626"/>
                  </a:lnTo>
                  <a:close/>
                  <a:moveTo>
                    <a:pt x="1521510" y="0"/>
                  </a:moveTo>
                  <a:lnTo>
                    <a:pt x="1902960" y="0"/>
                  </a:lnTo>
                  <a:lnTo>
                    <a:pt x="1902960" y="572176"/>
                  </a:lnTo>
                  <a:lnTo>
                    <a:pt x="2379773" y="572176"/>
                  </a:lnTo>
                  <a:lnTo>
                    <a:pt x="2379773" y="0"/>
                  </a:lnTo>
                  <a:lnTo>
                    <a:pt x="2761223" y="0"/>
                  </a:lnTo>
                  <a:lnTo>
                    <a:pt x="2761223" y="572176"/>
                  </a:lnTo>
                  <a:lnTo>
                    <a:pt x="3238036" y="572176"/>
                  </a:lnTo>
                  <a:lnTo>
                    <a:pt x="3238036" y="0"/>
                  </a:lnTo>
                  <a:lnTo>
                    <a:pt x="3619486" y="0"/>
                  </a:lnTo>
                  <a:lnTo>
                    <a:pt x="3619486" y="572176"/>
                  </a:lnTo>
                  <a:lnTo>
                    <a:pt x="4096298" y="572176"/>
                  </a:lnTo>
                  <a:lnTo>
                    <a:pt x="4096298" y="0"/>
                  </a:lnTo>
                  <a:lnTo>
                    <a:pt x="4477748" y="0"/>
                  </a:lnTo>
                  <a:lnTo>
                    <a:pt x="4477748" y="572176"/>
                  </a:lnTo>
                  <a:lnTo>
                    <a:pt x="4954561" y="572176"/>
                  </a:lnTo>
                  <a:lnTo>
                    <a:pt x="4954561" y="0"/>
                  </a:lnTo>
                  <a:lnTo>
                    <a:pt x="5336011" y="0"/>
                  </a:lnTo>
                  <a:lnTo>
                    <a:pt x="5336011" y="572176"/>
                  </a:lnTo>
                  <a:lnTo>
                    <a:pt x="5908186" y="572176"/>
                  </a:lnTo>
                  <a:cubicBezTo>
                    <a:pt x="6118935" y="572176"/>
                    <a:pt x="6289636" y="742878"/>
                    <a:pt x="6289636" y="953626"/>
                  </a:cubicBezTo>
                  <a:lnTo>
                    <a:pt x="6289636" y="1521512"/>
                  </a:lnTo>
                  <a:lnTo>
                    <a:pt x="6857521" y="1521512"/>
                  </a:lnTo>
                  <a:lnTo>
                    <a:pt x="6857521" y="1902963"/>
                  </a:lnTo>
                  <a:lnTo>
                    <a:pt x="6289636" y="1902963"/>
                  </a:lnTo>
                  <a:lnTo>
                    <a:pt x="6289636" y="2379776"/>
                  </a:lnTo>
                  <a:lnTo>
                    <a:pt x="6857521" y="2379776"/>
                  </a:lnTo>
                  <a:lnTo>
                    <a:pt x="6857521" y="2761227"/>
                  </a:lnTo>
                  <a:lnTo>
                    <a:pt x="6289636" y="2761227"/>
                  </a:lnTo>
                  <a:lnTo>
                    <a:pt x="6289636" y="3238040"/>
                  </a:lnTo>
                  <a:lnTo>
                    <a:pt x="6857521" y="3238040"/>
                  </a:lnTo>
                  <a:lnTo>
                    <a:pt x="6857521" y="3619490"/>
                  </a:lnTo>
                  <a:lnTo>
                    <a:pt x="6289636" y="3619490"/>
                  </a:lnTo>
                  <a:lnTo>
                    <a:pt x="6289636" y="4096303"/>
                  </a:lnTo>
                  <a:lnTo>
                    <a:pt x="6857521" y="4096303"/>
                  </a:lnTo>
                  <a:lnTo>
                    <a:pt x="6857521" y="4477754"/>
                  </a:lnTo>
                  <a:lnTo>
                    <a:pt x="6289636" y="4477754"/>
                  </a:lnTo>
                  <a:lnTo>
                    <a:pt x="6289636" y="4954567"/>
                  </a:lnTo>
                  <a:lnTo>
                    <a:pt x="6857521" y="4954567"/>
                  </a:lnTo>
                  <a:lnTo>
                    <a:pt x="6857521" y="5336018"/>
                  </a:lnTo>
                  <a:lnTo>
                    <a:pt x="6289636" y="5336018"/>
                  </a:lnTo>
                  <a:lnTo>
                    <a:pt x="6289636" y="6293934"/>
                  </a:lnTo>
                  <a:lnTo>
                    <a:pt x="5336011" y="6293934"/>
                  </a:lnTo>
                  <a:lnTo>
                    <a:pt x="5336011" y="6858005"/>
                  </a:lnTo>
                  <a:lnTo>
                    <a:pt x="4954561" y="6858005"/>
                  </a:lnTo>
                  <a:lnTo>
                    <a:pt x="4954561" y="6293934"/>
                  </a:lnTo>
                  <a:lnTo>
                    <a:pt x="4477748" y="6293934"/>
                  </a:lnTo>
                  <a:lnTo>
                    <a:pt x="4477748" y="6858005"/>
                  </a:lnTo>
                  <a:lnTo>
                    <a:pt x="4096298" y="6858005"/>
                  </a:lnTo>
                  <a:lnTo>
                    <a:pt x="4096298" y="6293934"/>
                  </a:lnTo>
                  <a:lnTo>
                    <a:pt x="3619486" y="6293934"/>
                  </a:lnTo>
                  <a:lnTo>
                    <a:pt x="3619486" y="6858005"/>
                  </a:lnTo>
                  <a:lnTo>
                    <a:pt x="3238036" y="6858005"/>
                  </a:lnTo>
                  <a:lnTo>
                    <a:pt x="3238036" y="6293934"/>
                  </a:lnTo>
                  <a:lnTo>
                    <a:pt x="2761223" y="6293934"/>
                  </a:lnTo>
                  <a:lnTo>
                    <a:pt x="2761223" y="6858005"/>
                  </a:lnTo>
                  <a:lnTo>
                    <a:pt x="2379773" y="6858005"/>
                  </a:lnTo>
                  <a:lnTo>
                    <a:pt x="2379773" y="6293934"/>
                  </a:lnTo>
                  <a:lnTo>
                    <a:pt x="1902960" y="6293934"/>
                  </a:lnTo>
                  <a:lnTo>
                    <a:pt x="1902960" y="6858005"/>
                  </a:lnTo>
                  <a:lnTo>
                    <a:pt x="1521510" y="6858005"/>
                  </a:lnTo>
                  <a:lnTo>
                    <a:pt x="1521510" y="6293934"/>
                  </a:lnTo>
                  <a:lnTo>
                    <a:pt x="949335" y="6293934"/>
                  </a:lnTo>
                  <a:cubicBezTo>
                    <a:pt x="738582" y="6293934"/>
                    <a:pt x="567885" y="6123237"/>
                    <a:pt x="567885" y="5912483"/>
                  </a:cubicBezTo>
                  <a:lnTo>
                    <a:pt x="567885" y="5336018"/>
                  </a:lnTo>
                  <a:lnTo>
                    <a:pt x="0" y="5336018"/>
                  </a:lnTo>
                  <a:lnTo>
                    <a:pt x="0" y="4954567"/>
                  </a:lnTo>
                  <a:lnTo>
                    <a:pt x="567885" y="4954567"/>
                  </a:lnTo>
                  <a:lnTo>
                    <a:pt x="567885" y="4477754"/>
                  </a:lnTo>
                  <a:lnTo>
                    <a:pt x="0" y="4477754"/>
                  </a:lnTo>
                  <a:lnTo>
                    <a:pt x="0" y="4096303"/>
                  </a:lnTo>
                  <a:lnTo>
                    <a:pt x="567885" y="4096303"/>
                  </a:lnTo>
                  <a:lnTo>
                    <a:pt x="567885" y="3619490"/>
                  </a:lnTo>
                  <a:lnTo>
                    <a:pt x="0" y="3619490"/>
                  </a:lnTo>
                  <a:lnTo>
                    <a:pt x="0" y="3238040"/>
                  </a:lnTo>
                  <a:lnTo>
                    <a:pt x="567885" y="3238040"/>
                  </a:lnTo>
                  <a:lnTo>
                    <a:pt x="567885" y="2761227"/>
                  </a:lnTo>
                  <a:lnTo>
                    <a:pt x="0" y="2761227"/>
                  </a:lnTo>
                  <a:lnTo>
                    <a:pt x="0" y="2379776"/>
                  </a:lnTo>
                  <a:lnTo>
                    <a:pt x="567885" y="2379776"/>
                  </a:lnTo>
                  <a:lnTo>
                    <a:pt x="567885" y="1902963"/>
                  </a:lnTo>
                  <a:lnTo>
                    <a:pt x="0" y="1902963"/>
                  </a:lnTo>
                  <a:lnTo>
                    <a:pt x="0" y="1521512"/>
                  </a:lnTo>
                  <a:lnTo>
                    <a:pt x="567885" y="1521512"/>
                  </a:lnTo>
                  <a:lnTo>
                    <a:pt x="567885" y="572176"/>
                  </a:lnTo>
                  <a:lnTo>
                    <a:pt x="1521510" y="572176"/>
                  </a:lnTo>
                  <a:close/>
                </a:path>
              </a:pathLst>
            </a:custGeom>
            <a:solidFill>
              <a:schemeClr val="accent2"/>
            </a:solidFill>
            <a:ln w="9525" cap="flat">
              <a:noFill/>
              <a:prstDash val="solid"/>
              <a:miter/>
            </a:ln>
          </p:spPr>
          <p:txBody>
            <a:bodyPr wrap="square" rtlCol="0" anchor="ctr">
              <a:noAutofit/>
            </a:bodyPr>
            <a:lstStyle/>
            <a:p>
              <a:endParaRPr lang="en-US"/>
            </a:p>
          </p:txBody>
        </p:sp>
        <p:sp>
          <p:nvSpPr>
            <p:cNvPr id="478" name="Freeform: Shape 477">
              <a:extLst>
                <a:ext uri="{FF2B5EF4-FFF2-40B4-BE49-F238E27FC236}">
                  <a16:creationId xmlns:a16="http://schemas.microsoft.com/office/drawing/2014/main" id="{A4717C6A-C841-A324-25BC-0BF3B9966150}"/>
                </a:ext>
                <a:ext uri="{C183D7F6-B498-43B3-948B-1728B52AA6E4}">
                  <adec:decorative xmlns:adec="http://schemas.microsoft.com/office/drawing/2017/decorative" val="1"/>
                </a:ext>
              </a:extLst>
            </p:cNvPr>
            <p:cNvSpPr/>
            <p:nvPr/>
          </p:nvSpPr>
          <p:spPr>
            <a:xfrm>
              <a:off x="738717" y="1613436"/>
              <a:ext cx="260149" cy="264758"/>
            </a:xfrm>
            <a:custGeom>
              <a:avLst/>
              <a:gdLst>
                <a:gd name="connsiteX0" fmla="*/ 3616147 w 3902235"/>
                <a:gd name="connsiteY0" fmla="*/ 3685286 h 3971374"/>
                <a:gd name="connsiteX1" fmla="*/ 3902235 w 3902235"/>
                <a:gd name="connsiteY1" fmla="*/ 3685286 h 3971374"/>
                <a:gd name="connsiteX2" fmla="*/ 3902235 w 3902235"/>
                <a:gd name="connsiteY2" fmla="*/ 3971374 h 3971374"/>
                <a:gd name="connsiteX3" fmla="*/ 3616147 w 3902235"/>
                <a:gd name="connsiteY3" fmla="*/ 3971374 h 3971374"/>
                <a:gd name="connsiteX4" fmla="*/ 0 w 3902235"/>
                <a:gd name="connsiteY4" fmla="*/ 3685286 h 3971374"/>
                <a:gd name="connsiteX5" fmla="*/ 286088 w 3902235"/>
                <a:gd name="connsiteY5" fmla="*/ 3685286 h 3971374"/>
                <a:gd name="connsiteX6" fmla="*/ 286088 w 3902235"/>
                <a:gd name="connsiteY6" fmla="*/ 3971374 h 3971374"/>
                <a:gd name="connsiteX7" fmla="*/ 0 w 3902235"/>
                <a:gd name="connsiteY7" fmla="*/ 3971374 h 3971374"/>
                <a:gd name="connsiteX8" fmla="*/ 503517 w 3902235"/>
                <a:gd name="connsiteY8" fmla="*/ 587436 h 3971374"/>
                <a:gd name="connsiteX9" fmla="*/ 1075692 w 3902235"/>
                <a:gd name="connsiteY9" fmla="*/ 587436 h 3971374"/>
                <a:gd name="connsiteX10" fmla="*/ 1075692 w 3902235"/>
                <a:gd name="connsiteY10" fmla="*/ 1159612 h 3971374"/>
                <a:gd name="connsiteX11" fmla="*/ 503517 w 3902235"/>
                <a:gd name="connsiteY11" fmla="*/ 1159612 h 3971374"/>
                <a:gd name="connsiteX12" fmla="*/ 3616147 w 3902235"/>
                <a:gd name="connsiteY12" fmla="*/ 0 h 3971374"/>
                <a:gd name="connsiteX13" fmla="*/ 3902235 w 3902235"/>
                <a:gd name="connsiteY13" fmla="*/ 0 h 3971374"/>
                <a:gd name="connsiteX14" fmla="*/ 3902235 w 3902235"/>
                <a:gd name="connsiteY14" fmla="*/ 286088 h 3971374"/>
                <a:gd name="connsiteX15" fmla="*/ 3616147 w 3902235"/>
                <a:gd name="connsiteY15" fmla="*/ 286088 h 3971374"/>
                <a:gd name="connsiteX16" fmla="*/ 0 w 3902235"/>
                <a:gd name="connsiteY16" fmla="*/ 0 h 3971374"/>
                <a:gd name="connsiteX17" fmla="*/ 286088 w 3902235"/>
                <a:gd name="connsiteY17" fmla="*/ 0 h 3971374"/>
                <a:gd name="connsiteX18" fmla="*/ 286088 w 3902235"/>
                <a:gd name="connsiteY18" fmla="*/ 286088 h 3971374"/>
                <a:gd name="connsiteX19" fmla="*/ 0 w 3902235"/>
                <a:gd name="connsiteY19" fmla="*/ 286088 h 397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02235" h="3971374">
                  <a:moveTo>
                    <a:pt x="3616147" y="3685286"/>
                  </a:moveTo>
                  <a:lnTo>
                    <a:pt x="3902235" y="3685286"/>
                  </a:lnTo>
                  <a:lnTo>
                    <a:pt x="3902235" y="3971374"/>
                  </a:lnTo>
                  <a:lnTo>
                    <a:pt x="3616147" y="3971374"/>
                  </a:lnTo>
                  <a:close/>
                  <a:moveTo>
                    <a:pt x="0" y="3685286"/>
                  </a:moveTo>
                  <a:lnTo>
                    <a:pt x="286088" y="3685286"/>
                  </a:lnTo>
                  <a:lnTo>
                    <a:pt x="286088" y="3971374"/>
                  </a:lnTo>
                  <a:lnTo>
                    <a:pt x="0" y="3971374"/>
                  </a:lnTo>
                  <a:close/>
                  <a:moveTo>
                    <a:pt x="503517" y="587436"/>
                  </a:moveTo>
                  <a:lnTo>
                    <a:pt x="1075692" y="587436"/>
                  </a:lnTo>
                  <a:lnTo>
                    <a:pt x="1075692" y="1159612"/>
                  </a:lnTo>
                  <a:lnTo>
                    <a:pt x="503517" y="1159612"/>
                  </a:lnTo>
                  <a:close/>
                  <a:moveTo>
                    <a:pt x="3616147" y="0"/>
                  </a:moveTo>
                  <a:lnTo>
                    <a:pt x="3902235" y="0"/>
                  </a:lnTo>
                  <a:lnTo>
                    <a:pt x="3902235" y="286088"/>
                  </a:lnTo>
                  <a:lnTo>
                    <a:pt x="3616147" y="286088"/>
                  </a:lnTo>
                  <a:close/>
                  <a:moveTo>
                    <a:pt x="0" y="0"/>
                  </a:moveTo>
                  <a:lnTo>
                    <a:pt x="286088" y="0"/>
                  </a:lnTo>
                  <a:lnTo>
                    <a:pt x="286088" y="286088"/>
                  </a:lnTo>
                  <a:lnTo>
                    <a:pt x="0" y="286088"/>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126" name="Group 125">
            <a:extLst>
              <a:ext uri="{FF2B5EF4-FFF2-40B4-BE49-F238E27FC236}">
                <a16:creationId xmlns:a16="http://schemas.microsoft.com/office/drawing/2014/main" id="{F9F0148B-CF4D-B4E1-AADA-A3AA53FC0EEC}"/>
              </a:ext>
              <a:ext uri="{C183D7F6-B498-43B3-948B-1728B52AA6E4}">
                <adec:decorative xmlns:adec="http://schemas.microsoft.com/office/drawing/2017/decorative" val="1"/>
              </a:ext>
            </a:extLst>
          </p:cNvPr>
          <p:cNvGrpSpPr>
            <a:grpSpLocks noChangeAspect="1"/>
          </p:cNvGrpSpPr>
          <p:nvPr/>
        </p:nvGrpSpPr>
        <p:grpSpPr>
          <a:xfrm>
            <a:off x="1274548" y="1517247"/>
            <a:ext cx="422642" cy="457200"/>
            <a:chOff x="1274548" y="1517247"/>
            <a:chExt cx="422642" cy="457200"/>
          </a:xfrm>
          <a:solidFill>
            <a:srgbClr val="FF0000"/>
          </a:solidFill>
        </p:grpSpPr>
        <p:sp>
          <p:nvSpPr>
            <p:cNvPr id="493" name="Freeform: Shape 492">
              <a:extLst>
                <a:ext uri="{FF2B5EF4-FFF2-40B4-BE49-F238E27FC236}">
                  <a16:creationId xmlns:a16="http://schemas.microsoft.com/office/drawing/2014/main" id="{1AB72B63-A5CA-01ED-822D-79A12999F2DC}"/>
                </a:ext>
                <a:ext uri="{C183D7F6-B498-43B3-948B-1728B52AA6E4}">
                  <adec:decorative xmlns:adec="http://schemas.microsoft.com/office/drawing/2017/decorative" val="1"/>
                </a:ext>
              </a:extLst>
            </p:cNvPr>
            <p:cNvSpPr/>
            <p:nvPr/>
          </p:nvSpPr>
          <p:spPr>
            <a:xfrm>
              <a:off x="1274548" y="1557828"/>
              <a:ext cx="416589" cy="416619"/>
            </a:xfrm>
            <a:custGeom>
              <a:avLst/>
              <a:gdLst>
                <a:gd name="connsiteX0" fmla="*/ 2858073 w 6248845"/>
                <a:gd name="connsiteY0" fmla="*/ 2863733 h 6249288"/>
                <a:gd name="connsiteX1" fmla="*/ 3379021 w 6248845"/>
                <a:gd name="connsiteY1" fmla="*/ 2863733 h 6249288"/>
                <a:gd name="connsiteX2" fmla="*/ 3379021 w 6248845"/>
                <a:gd name="connsiteY2" fmla="*/ 3384682 h 6249288"/>
                <a:gd name="connsiteX3" fmla="*/ 2858073 w 6248845"/>
                <a:gd name="connsiteY3" fmla="*/ 3384682 h 6249288"/>
                <a:gd name="connsiteX4" fmla="*/ 2242402 w 6248845"/>
                <a:gd name="connsiteY4" fmla="*/ 2248060 h 6249288"/>
                <a:gd name="connsiteX5" fmla="*/ 2242402 w 6248845"/>
                <a:gd name="connsiteY5" fmla="*/ 3999930 h 6249288"/>
                <a:gd name="connsiteX6" fmla="*/ 3994269 w 6248845"/>
                <a:gd name="connsiteY6" fmla="*/ 3999930 h 6249288"/>
                <a:gd name="connsiteX7" fmla="*/ 3994269 w 6248845"/>
                <a:gd name="connsiteY7" fmla="*/ 2248060 h 6249288"/>
                <a:gd name="connsiteX8" fmla="*/ 1894809 w 6248845"/>
                <a:gd name="connsiteY8" fmla="*/ 1900467 h 6249288"/>
                <a:gd name="connsiteX9" fmla="*/ 4341861 w 6248845"/>
                <a:gd name="connsiteY9" fmla="*/ 1900467 h 6249288"/>
                <a:gd name="connsiteX10" fmla="*/ 4341861 w 6248845"/>
                <a:gd name="connsiteY10" fmla="*/ 4347523 h 6249288"/>
                <a:gd name="connsiteX11" fmla="*/ 1894809 w 6248845"/>
                <a:gd name="connsiteY11" fmla="*/ 4347523 h 6249288"/>
                <a:gd name="connsiteX12" fmla="*/ 1386461 w 6248845"/>
                <a:gd name="connsiteY12" fmla="*/ 0 h 6249288"/>
                <a:gd name="connsiteX13" fmla="*/ 1734053 w 6248845"/>
                <a:gd name="connsiteY13" fmla="*/ 0 h 6249288"/>
                <a:gd name="connsiteX14" fmla="*/ 1734053 w 6248845"/>
                <a:gd name="connsiteY14" fmla="*/ 521390 h 6249288"/>
                <a:gd name="connsiteX15" fmla="*/ 2168544 w 6248845"/>
                <a:gd name="connsiteY15" fmla="*/ 521390 h 6249288"/>
                <a:gd name="connsiteX16" fmla="*/ 2168544 w 6248845"/>
                <a:gd name="connsiteY16" fmla="*/ 0 h 6249288"/>
                <a:gd name="connsiteX17" fmla="*/ 2516136 w 6248845"/>
                <a:gd name="connsiteY17" fmla="*/ 0 h 6249288"/>
                <a:gd name="connsiteX18" fmla="*/ 2516136 w 6248845"/>
                <a:gd name="connsiteY18" fmla="*/ 521390 h 6249288"/>
                <a:gd name="connsiteX19" fmla="*/ 2950626 w 6248845"/>
                <a:gd name="connsiteY19" fmla="*/ 521390 h 6249288"/>
                <a:gd name="connsiteX20" fmla="*/ 2950626 w 6248845"/>
                <a:gd name="connsiteY20" fmla="*/ 0 h 6249288"/>
                <a:gd name="connsiteX21" fmla="*/ 3298219 w 6248845"/>
                <a:gd name="connsiteY21" fmla="*/ 0 h 6249288"/>
                <a:gd name="connsiteX22" fmla="*/ 3298219 w 6248845"/>
                <a:gd name="connsiteY22" fmla="*/ 521390 h 6249288"/>
                <a:gd name="connsiteX23" fmla="*/ 3732709 w 6248845"/>
                <a:gd name="connsiteY23" fmla="*/ 521390 h 6249288"/>
                <a:gd name="connsiteX24" fmla="*/ 3732709 w 6248845"/>
                <a:gd name="connsiteY24" fmla="*/ 0 h 6249288"/>
                <a:gd name="connsiteX25" fmla="*/ 4080302 w 6248845"/>
                <a:gd name="connsiteY25" fmla="*/ 0 h 6249288"/>
                <a:gd name="connsiteX26" fmla="*/ 4080302 w 6248845"/>
                <a:gd name="connsiteY26" fmla="*/ 521390 h 6249288"/>
                <a:gd name="connsiteX27" fmla="*/ 4514792 w 6248845"/>
                <a:gd name="connsiteY27" fmla="*/ 521390 h 6249288"/>
                <a:gd name="connsiteX28" fmla="*/ 4514792 w 6248845"/>
                <a:gd name="connsiteY28" fmla="*/ 0 h 6249288"/>
                <a:gd name="connsiteX29" fmla="*/ 4862384 w 6248845"/>
                <a:gd name="connsiteY29" fmla="*/ 0 h 6249288"/>
                <a:gd name="connsiteX30" fmla="*/ 4862384 w 6248845"/>
                <a:gd name="connsiteY30" fmla="*/ 521390 h 6249288"/>
                <a:gd name="connsiteX31" fmla="*/ 5123079 w 6248845"/>
                <a:gd name="connsiteY31" fmla="*/ 521390 h 6249288"/>
                <a:gd name="connsiteX32" fmla="*/ 5123079 w 6248845"/>
                <a:gd name="connsiteY32" fmla="*/ 868983 h 6249288"/>
                <a:gd name="connsiteX33" fmla="*/ 865072 w 6248845"/>
                <a:gd name="connsiteY33" fmla="*/ 868983 h 6249288"/>
                <a:gd name="connsiteX34" fmla="*/ 865072 w 6248845"/>
                <a:gd name="connsiteY34" fmla="*/ 5387258 h 6249288"/>
                <a:gd name="connsiteX35" fmla="*/ 5383773 w 6248845"/>
                <a:gd name="connsiteY35" fmla="*/ 5387258 h 6249288"/>
                <a:gd name="connsiteX36" fmla="*/ 5383773 w 6248845"/>
                <a:gd name="connsiteY36" fmla="*/ 1129245 h 6249288"/>
                <a:gd name="connsiteX37" fmla="*/ 5731365 w 6248845"/>
                <a:gd name="connsiteY37" fmla="*/ 1129245 h 6249288"/>
                <a:gd name="connsiteX38" fmla="*/ 5731365 w 6248845"/>
                <a:gd name="connsiteY38" fmla="*/ 1386463 h 6249288"/>
                <a:gd name="connsiteX39" fmla="*/ 6248845 w 6248845"/>
                <a:gd name="connsiteY39" fmla="*/ 1386463 h 6249288"/>
                <a:gd name="connsiteX40" fmla="*/ 6248845 w 6248845"/>
                <a:gd name="connsiteY40" fmla="*/ 1734056 h 6249288"/>
                <a:gd name="connsiteX41" fmla="*/ 5731365 w 6248845"/>
                <a:gd name="connsiteY41" fmla="*/ 1734056 h 6249288"/>
                <a:gd name="connsiteX42" fmla="*/ 5731365 w 6248845"/>
                <a:gd name="connsiteY42" fmla="*/ 2168547 h 6249288"/>
                <a:gd name="connsiteX43" fmla="*/ 6248845 w 6248845"/>
                <a:gd name="connsiteY43" fmla="*/ 2168547 h 6249288"/>
                <a:gd name="connsiteX44" fmla="*/ 6248845 w 6248845"/>
                <a:gd name="connsiteY44" fmla="*/ 2516140 h 6249288"/>
                <a:gd name="connsiteX45" fmla="*/ 5731365 w 6248845"/>
                <a:gd name="connsiteY45" fmla="*/ 2516140 h 6249288"/>
                <a:gd name="connsiteX46" fmla="*/ 5731365 w 6248845"/>
                <a:gd name="connsiteY46" fmla="*/ 2950631 h 6249288"/>
                <a:gd name="connsiteX47" fmla="*/ 6248845 w 6248845"/>
                <a:gd name="connsiteY47" fmla="*/ 2950631 h 6249288"/>
                <a:gd name="connsiteX48" fmla="*/ 6248845 w 6248845"/>
                <a:gd name="connsiteY48" fmla="*/ 3298224 h 6249288"/>
                <a:gd name="connsiteX49" fmla="*/ 5731365 w 6248845"/>
                <a:gd name="connsiteY49" fmla="*/ 3298224 h 6249288"/>
                <a:gd name="connsiteX50" fmla="*/ 5731365 w 6248845"/>
                <a:gd name="connsiteY50" fmla="*/ 3732715 h 6249288"/>
                <a:gd name="connsiteX51" fmla="*/ 6248845 w 6248845"/>
                <a:gd name="connsiteY51" fmla="*/ 3732715 h 6249288"/>
                <a:gd name="connsiteX52" fmla="*/ 6248845 w 6248845"/>
                <a:gd name="connsiteY52" fmla="*/ 4080308 h 6249288"/>
                <a:gd name="connsiteX53" fmla="*/ 5731365 w 6248845"/>
                <a:gd name="connsiteY53" fmla="*/ 4080308 h 6249288"/>
                <a:gd name="connsiteX54" fmla="*/ 5731365 w 6248845"/>
                <a:gd name="connsiteY54" fmla="*/ 4514800 h 6249288"/>
                <a:gd name="connsiteX55" fmla="*/ 6248845 w 6248845"/>
                <a:gd name="connsiteY55" fmla="*/ 4514800 h 6249288"/>
                <a:gd name="connsiteX56" fmla="*/ 6248845 w 6248845"/>
                <a:gd name="connsiteY56" fmla="*/ 4862393 h 6249288"/>
                <a:gd name="connsiteX57" fmla="*/ 5731365 w 6248845"/>
                <a:gd name="connsiteY57" fmla="*/ 4862393 h 6249288"/>
                <a:gd name="connsiteX58" fmla="*/ 5731365 w 6248845"/>
                <a:gd name="connsiteY58" fmla="*/ 5387691 h 6249288"/>
                <a:gd name="connsiteX59" fmla="*/ 5383773 w 6248845"/>
                <a:gd name="connsiteY59" fmla="*/ 5735284 h 6249288"/>
                <a:gd name="connsiteX60" fmla="*/ 4862384 w 6248845"/>
                <a:gd name="connsiteY60" fmla="*/ 5735284 h 6249288"/>
                <a:gd name="connsiteX61" fmla="*/ 4862384 w 6248845"/>
                <a:gd name="connsiteY61" fmla="*/ 6249288 h 6249288"/>
                <a:gd name="connsiteX62" fmla="*/ 4514792 w 6248845"/>
                <a:gd name="connsiteY62" fmla="*/ 6249288 h 6249288"/>
                <a:gd name="connsiteX63" fmla="*/ 4514792 w 6248845"/>
                <a:gd name="connsiteY63" fmla="*/ 5735284 h 6249288"/>
                <a:gd name="connsiteX64" fmla="*/ 4080302 w 6248845"/>
                <a:gd name="connsiteY64" fmla="*/ 5735284 h 6249288"/>
                <a:gd name="connsiteX65" fmla="*/ 4080302 w 6248845"/>
                <a:gd name="connsiteY65" fmla="*/ 6249288 h 6249288"/>
                <a:gd name="connsiteX66" fmla="*/ 3732709 w 6248845"/>
                <a:gd name="connsiteY66" fmla="*/ 6249288 h 6249288"/>
                <a:gd name="connsiteX67" fmla="*/ 3732709 w 6248845"/>
                <a:gd name="connsiteY67" fmla="*/ 5735284 h 6249288"/>
                <a:gd name="connsiteX68" fmla="*/ 3298219 w 6248845"/>
                <a:gd name="connsiteY68" fmla="*/ 5735284 h 6249288"/>
                <a:gd name="connsiteX69" fmla="*/ 3298219 w 6248845"/>
                <a:gd name="connsiteY69" fmla="*/ 6249288 h 6249288"/>
                <a:gd name="connsiteX70" fmla="*/ 2950626 w 6248845"/>
                <a:gd name="connsiteY70" fmla="*/ 6249288 h 6249288"/>
                <a:gd name="connsiteX71" fmla="*/ 2950626 w 6248845"/>
                <a:gd name="connsiteY71" fmla="*/ 5735284 h 6249288"/>
                <a:gd name="connsiteX72" fmla="*/ 2516136 w 6248845"/>
                <a:gd name="connsiteY72" fmla="*/ 5735284 h 6249288"/>
                <a:gd name="connsiteX73" fmla="*/ 2516136 w 6248845"/>
                <a:gd name="connsiteY73" fmla="*/ 6249288 h 6249288"/>
                <a:gd name="connsiteX74" fmla="*/ 2168544 w 6248845"/>
                <a:gd name="connsiteY74" fmla="*/ 6249288 h 6249288"/>
                <a:gd name="connsiteX75" fmla="*/ 2168544 w 6248845"/>
                <a:gd name="connsiteY75" fmla="*/ 5735284 h 6249288"/>
                <a:gd name="connsiteX76" fmla="*/ 1734053 w 6248845"/>
                <a:gd name="connsiteY76" fmla="*/ 5735284 h 6249288"/>
                <a:gd name="connsiteX77" fmla="*/ 1734053 w 6248845"/>
                <a:gd name="connsiteY77" fmla="*/ 6249288 h 6249288"/>
                <a:gd name="connsiteX78" fmla="*/ 1386461 w 6248845"/>
                <a:gd name="connsiteY78" fmla="*/ 6249288 h 6249288"/>
                <a:gd name="connsiteX79" fmla="*/ 1386461 w 6248845"/>
                <a:gd name="connsiteY79" fmla="*/ 5735284 h 6249288"/>
                <a:gd name="connsiteX80" fmla="*/ 517480 w 6248845"/>
                <a:gd name="connsiteY80" fmla="*/ 5735284 h 6249288"/>
                <a:gd name="connsiteX81" fmla="*/ 517480 w 6248845"/>
                <a:gd name="connsiteY81" fmla="*/ 4862393 h 6249288"/>
                <a:gd name="connsiteX82" fmla="*/ 0 w 6248845"/>
                <a:gd name="connsiteY82" fmla="*/ 4862393 h 6249288"/>
                <a:gd name="connsiteX83" fmla="*/ 0 w 6248845"/>
                <a:gd name="connsiteY83" fmla="*/ 4514800 h 6249288"/>
                <a:gd name="connsiteX84" fmla="*/ 517480 w 6248845"/>
                <a:gd name="connsiteY84" fmla="*/ 4514800 h 6249288"/>
                <a:gd name="connsiteX85" fmla="*/ 517480 w 6248845"/>
                <a:gd name="connsiteY85" fmla="*/ 4080308 h 6249288"/>
                <a:gd name="connsiteX86" fmla="*/ 0 w 6248845"/>
                <a:gd name="connsiteY86" fmla="*/ 4080308 h 6249288"/>
                <a:gd name="connsiteX87" fmla="*/ 0 w 6248845"/>
                <a:gd name="connsiteY87" fmla="*/ 3732715 h 6249288"/>
                <a:gd name="connsiteX88" fmla="*/ 517480 w 6248845"/>
                <a:gd name="connsiteY88" fmla="*/ 3732715 h 6249288"/>
                <a:gd name="connsiteX89" fmla="*/ 517480 w 6248845"/>
                <a:gd name="connsiteY89" fmla="*/ 3298224 h 6249288"/>
                <a:gd name="connsiteX90" fmla="*/ 0 w 6248845"/>
                <a:gd name="connsiteY90" fmla="*/ 3298224 h 6249288"/>
                <a:gd name="connsiteX91" fmla="*/ 0 w 6248845"/>
                <a:gd name="connsiteY91" fmla="*/ 2950631 h 6249288"/>
                <a:gd name="connsiteX92" fmla="*/ 517480 w 6248845"/>
                <a:gd name="connsiteY92" fmla="*/ 2950631 h 6249288"/>
                <a:gd name="connsiteX93" fmla="*/ 517480 w 6248845"/>
                <a:gd name="connsiteY93" fmla="*/ 2516140 h 6249288"/>
                <a:gd name="connsiteX94" fmla="*/ 0 w 6248845"/>
                <a:gd name="connsiteY94" fmla="*/ 2516140 h 6249288"/>
                <a:gd name="connsiteX95" fmla="*/ 0 w 6248845"/>
                <a:gd name="connsiteY95" fmla="*/ 2168547 h 6249288"/>
                <a:gd name="connsiteX96" fmla="*/ 517480 w 6248845"/>
                <a:gd name="connsiteY96" fmla="*/ 2168547 h 6249288"/>
                <a:gd name="connsiteX97" fmla="*/ 517480 w 6248845"/>
                <a:gd name="connsiteY97" fmla="*/ 1734056 h 6249288"/>
                <a:gd name="connsiteX98" fmla="*/ 0 w 6248845"/>
                <a:gd name="connsiteY98" fmla="*/ 1734056 h 6249288"/>
                <a:gd name="connsiteX99" fmla="*/ 0 w 6248845"/>
                <a:gd name="connsiteY99" fmla="*/ 1386463 h 6249288"/>
                <a:gd name="connsiteX100" fmla="*/ 517480 w 6248845"/>
                <a:gd name="connsiteY100" fmla="*/ 1386463 h 6249288"/>
                <a:gd name="connsiteX101" fmla="*/ 517480 w 6248845"/>
                <a:gd name="connsiteY101" fmla="*/ 868983 h 6249288"/>
                <a:gd name="connsiteX102" fmla="*/ 865072 w 6248845"/>
                <a:gd name="connsiteY102" fmla="*/ 521390 h 6249288"/>
                <a:gd name="connsiteX103" fmla="*/ 1386461 w 6248845"/>
                <a:gd name="connsiteY103" fmla="*/ 521390 h 624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248845" h="6249288">
                  <a:moveTo>
                    <a:pt x="2858073" y="2863733"/>
                  </a:moveTo>
                  <a:lnTo>
                    <a:pt x="3379021" y="2863733"/>
                  </a:lnTo>
                  <a:lnTo>
                    <a:pt x="3379021" y="3384682"/>
                  </a:lnTo>
                  <a:lnTo>
                    <a:pt x="2858073" y="3384682"/>
                  </a:lnTo>
                  <a:close/>
                  <a:moveTo>
                    <a:pt x="2242402" y="2248060"/>
                  </a:moveTo>
                  <a:lnTo>
                    <a:pt x="2242402" y="3999930"/>
                  </a:lnTo>
                  <a:lnTo>
                    <a:pt x="3994269" y="3999930"/>
                  </a:lnTo>
                  <a:lnTo>
                    <a:pt x="3994269" y="2248060"/>
                  </a:lnTo>
                  <a:close/>
                  <a:moveTo>
                    <a:pt x="1894809" y="1900467"/>
                  </a:moveTo>
                  <a:lnTo>
                    <a:pt x="4341861" y="1900467"/>
                  </a:lnTo>
                  <a:lnTo>
                    <a:pt x="4341861" y="4347523"/>
                  </a:lnTo>
                  <a:lnTo>
                    <a:pt x="1894809" y="4347523"/>
                  </a:lnTo>
                  <a:close/>
                  <a:moveTo>
                    <a:pt x="1386461" y="0"/>
                  </a:moveTo>
                  <a:lnTo>
                    <a:pt x="1734053" y="0"/>
                  </a:lnTo>
                  <a:lnTo>
                    <a:pt x="1734053" y="521390"/>
                  </a:lnTo>
                  <a:lnTo>
                    <a:pt x="2168544" y="521390"/>
                  </a:lnTo>
                  <a:lnTo>
                    <a:pt x="2168544" y="0"/>
                  </a:lnTo>
                  <a:lnTo>
                    <a:pt x="2516136" y="0"/>
                  </a:lnTo>
                  <a:lnTo>
                    <a:pt x="2516136" y="521390"/>
                  </a:lnTo>
                  <a:lnTo>
                    <a:pt x="2950626" y="521390"/>
                  </a:lnTo>
                  <a:lnTo>
                    <a:pt x="2950626" y="0"/>
                  </a:lnTo>
                  <a:lnTo>
                    <a:pt x="3298219" y="0"/>
                  </a:lnTo>
                  <a:lnTo>
                    <a:pt x="3298219" y="521390"/>
                  </a:lnTo>
                  <a:lnTo>
                    <a:pt x="3732709" y="521390"/>
                  </a:lnTo>
                  <a:lnTo>
                    <a:pt x="3732709" y="0"/>
                  </a:lnTo>
                  <a:lnTo>
                    <a:pt x="4080302" y="0"/>
                  </a:lnTo>
                  <a:lnTo>
                    <a:pt x="4080302" y="521390"/>
                  </a:lnTo>
                  <a:lnTo>
                    <a:pt x="4514792" y="521390"/>
                  </a:lnTo>
                  <a:lnTo>
                    <a:pt x="4514792" y="0"/>
                  </a:lnTo>
                  <a:lnTo>
                    <a:pt x="4862384" y="0"/>
                  </a:lnTo>
                  <a:lnTo>
                    <a:pt x="4862384" y="521390"/>
                  </a:lnTo>
                  <a:lnTo>
                    <a:pt x="5123079" y="521390"/>
                  </a:lnTo>
                  <a:lnTo>
                    <a:pt x="5123079" y="868983"/>
                  </a:lnTo>
                  <a:lnTo>
                    <a:pt x="865072" y="868983"/>
                  </a:lnTo>
                  <a:lnTo>
                    <a:pt x="865072" y="5387258"/>
                  </a:lnTo>
                  <a:lnTo>
                    <a:pt x="5383773" y="5387258"/>
                  </a:lnTo>
                  <a:lnTo>
                    <a:pt x="5383773" y="1129245"/>
                  </a:lnTo>
                  <a:lnTo>
                    <a:pt x="5731365" y="1129245"/>
                  </a:lnTo>
                  <a:lnTo>
                    <a:pt x="5731365" y="1386463"/>
                  </a:lnTo>
                  <a:lnTo>
                    <a:pt x="6248845" y="1386463"/>
                  </a:lnTo>
                  <a:lnTo>
                    <a:pt x="6248845" y="1734056"/>
                  </a:lnTo>
                  <a:lnTo>
                    <a:pt x="5731365" y="1734056"/>
                  </a:lnTo>
                  <a:lnTo>
                    <a:pt x="5731365" y="2168547"/>
                  </a:lnTo>
                  <a:lnTo>
                    <a:pt x="6248845" y="2168547"/>
                  </a:lnTo>
                  <a:lnTo>
                    <a:pt x="6248845" y="2516140"/>
                  </a:lnTo>
                  <a:lnTo>
                    <a:pt x="5731365" y="2516140"/>
                  </a:lnTo>
                  <a:lnTo>
                    <a:pt x="5731365" y="2950631"/>
                  </a:lnTo>
                  <a:lnTo>
                    <a:pt x="6248845" y="2950631"/>
                  </a:lnTo>
                  <a:lnTo>
                    <a:pt x="6248845" y="3298224"/>
                  </a:lnTo>
                  <a:lnTo>
                    <a:pt x="5731365" y="3298224"/>
                  </a:lnTo>
                  <a:lnTo>
                    <a:pt x="5731365" y="3732715"/>
                  </a:lnTo>
                  <a:lnTo>
                    <a:pt x="6248845" y="3732715"/>
                  </a:lnTo>
                  <a:lnTo>
                    <a:pt x="6248845" y="4080308"/>
                  </a:lnTo>
                  <a:lnTo>
                    <a:pt x="5731365" y="4080308"/>
                  </a:lnTo>
                  <a:lnTo>
                    <a:pt x="5731365" y="4514800"/>
                  </a:lnTo>
                  <a:lnTo>
                    <a:pt x="6248845" y="4514800"/>
                  </a:lnTo>
                  <a:lnTo>
                    <a:pt x="6248845" y="4862393"/>
                  </a:lnTo>
                  <a:lnTo>
                    <a:pt x="5731365" y="4862393"/>
                  </a:lnTo>
                  <a:lnTo>
                    <a:pt x="5731365" y="5387691"/>
                  </a:lnTo>
                  <a:cubicBezTo>
                    <a:pt x="5731365" y="5579734"/>
                    <a:pt x="5575816" y="5735284"/>
                    <a:pt x="5383773" y="5735284"/>
                  </a:cubicBezTo>
                  <a:lnTo>
                    <a:pt x="4862384" y="5735284"/>
                  </a:lnTo>
                  <a:lnTo>
                    <a:pt x="4862384" y="6249288"/>
                  </a:lnTo>
                  <a:lnTo>
                    <a:pt x="4514792" y="6249288"/>
                  </a:lnTo>
                  <a:lnTo>
                    <a:pt x="4514792" y="5735284"/>
                  </a:lnTo>
                  <a:lnTo>
                    <a:pt x="4080302" y="5735284"/>
                  </a:lnTo>
                  <a:lnTo>
                    <a:pt x="4080302" y="6249288"/>
                  </a:lnTo>
                  <a:lnTo>
                    <a:pt x="3732709" y="6249288"/>
                  </a:lnTo>
                  <a:lnTo>
                    <a:pt x="3732709" y="5735284"/>
                  </a:lnTo>
                  <a:lnTo>
                    <a:pt x="3298219" y="5735284"/>
                  </a:lnTo>
                  <a:lnTo>
                    <a:pt x="3298219" y="6249288"/>
                  </a:lnTo>
                  <a:lnTo>
                    <a:pt x="2950626" y="6249288"/>
                  </a:lnTo>
                  <a:lnTo>
                    <a:pt x="2950626" y="5735284"/>
                  </a:lnTo>
                  <a:lnTo>
                    <a:pt x="2516136" y="5735284"/>
                  </a:lnTo>
                  <a:lnTo>
                    <a:pt x="2516136" y="6249288"/>
                  </a:lnTo>
                  <a:lnTo>
                    <a:pt x="2168544" y="6249288"/>
                  </a:lnTo>
                  <a:lnTo>
                    <a:pt x="2168544" y="5735284"/>
                  </a:lnTo>
                  <a:lnTo>
                    <a:pt x="1734053" y="5735284"/>
                  </a:lnTo>
                  <a:lnTo>
                    <a:pt x="1734053" y="6249288"/>
                  </a:lnTo>
                  <a:lnTo>
                    <a:pt x="1386461" y="6249288"/>
                  </a:lnTo>
                  <a:lnTo>
                    <a:pt x="1386461" y="5735284"/>
                  </a:lnTo>
                  <a:lnTo>
                    <a:pt x="517480" y="5735284"/>
                  </a:lnTo>
                  <a:lnTo>
                    <a:pt x="517480" y="4862393"/>
                  </a:lnTo>
                  <a:lnTo>
                    <a:pt x="0" y="4862393"/>
                  </a:lnTo>
                  <a:lnTo>
                    <a:pt x="0" y="4514800"/>
                  </a:lnTo>
                  <a:lnTo>
                    <a:pt x="517480" y="4514800"/>
                  </a:lnTo>
                  <a:lnTo>
                    <a:pt x="517480" y="4080308"/>
                  </a:lnTo>
                  <a:lnTo>
                    <a:pt x="0" y="4080308"/>
                  </a:lnTo>
                  <a:lnTo>
                    <a:pt x="0" y="3732715"/>
                  </a:lnTo>
                  <a:lnTo>
                    <a:pt x="517480" y="3732715"/>
                  </a:lnTo>
                  <a:lnTo>
                    <a:pt x="517480" y="3298224"/>
                  </a:lnTo>
                  <a:lnTo>
                    <a:pt x="0" y="3298224"/>
                  </a:lnTo>
                  <a:lnTo>
                    <a:pt x="0" y="2950631"/>
                  </a:lnTo>
                  <a:lnTo>
                    <a:pt x="517480" y="2950631"/>
                  </a:lnTo>
                  <a:lnTo>
                    <a:pt x="517480" y="2516140"/>
                  </a:lnTo>
                  <a:lnTo>
                    <a:pt x="0" y="2516140"/>
                  </a:lnTo>
                  <a:lnTo>
                    <a:pt x="0" y="2168547"/>
                  </a:lnTo>
                  <a:lnTo>
                    <a:pt x="517480" y="2168547"/>
                  </a:lnTo>
                  <a:lnTo>
                    <a:pt x="517480" y="1734056"/>
                  </a:lnTo>
                  <a:lnTo>
                    <a:pt x="0" y="1734056"/>
                  </a:lnTo>
                  <a:lnTo>
                    <a:pt x="0" y="1386463"/>
                  </a:lnTo>
                  <a:lnTo>
                    <a:pt x="517480" y="1386463"/>
                  </a:lnTo>
                  <a:lnTo>
                    <a:pt x="517480" y="868983"/>
                  </a:lnTo>
                  <a:cubicBezTo>
                    <a:pt x="517480" y="676940"/>
                    <a:pt x="673030" y="521390"/>
                    <a:pt x="865072" y="521390"/>
                  </a:cubicBezTo>
                  <a:lnTo>
                    <a:pt x="1386461" y="521390"/>
                  </a:lnTo>
                  <a:close/>
                </a:path>
              </a:pathLst>
            </a:custGeom>
            <a:solidFill>
              <a:schemeClr val="accent2"/>
            </a:solidFill>
            <a:ln w="5507" cap="flat">
              <a:noFill/>
              <a:prstDash val="solid"/>
              <a:miter/>
            </a:ln>
          </p:spPr>
          <p:txBody>
            <a:bodyPr wrap="square" rtlCol="0" anchor="ctr">
              <a:noAutofit/>
            </a:bodyPr>
            <a:lstStyle/>
            <a:p>
              <a:endParaRPr lang="en-US"/>
            </a:p>
          </p:txBody>
        </p:sp>
        <p:sp>
          <p:nvSpPr>
            <p:cNvPr id="494" name="Freeform: Shape 493">
              <a:extLst>
                <a:ext uri="{FF2B5EF4-FFF2-40B4-BE49-F238E27FC236}">
                  <a16:creationId xmlns:a16="http://schemas.microsoft.com/office/drawing/2014/main" id="{309A4DB9-83F1-DA88-C56C-BD502FA4E9D9}"/>
                </a:ext>
                <a:ext uri="{C183D7F6-B498-43B3-948B-1728B52AA6E4}">
                  <adec:decorative xmlns:adec="http://schemas.microsoft.com/office/drawing/2017/decorative" val="1"/>
                </a:ext>
              </a:extLst>
            </p:cNvPr>
            <p:cNvSpPr/>
            <p:nvPr/>
          </p:nvSpPr>
          <p:spPr>
            <a:xfrm>
              <a:off x="1363879" y="1517247"/>
              <a:ext cx="333311" cy="369462"/>
            </a:xfrm>
            <a:custGeom>
              <a:avLst/>
              <a:gdLst>
                <a:gd name="connsiteX0" fmla="*/ 3295616 w 4999680"/>
                <a:gd name="connsiteY0" fmla="*/ 5281240 h 5541935"/>
                <a:gd name="connsiteX1" fmla="*/ 3556310 w 4999680"/>
                <a:gd name="connsiteY1" fmla="*/ 5281240 h 5541935"/>
                <a:gd name="connsiteX2" fmla="*/ 3556310 w 4999680"/>
                <a:gd name="connsiteY2" fmla="*/ 5541935 h 5541935"/>
                <a:gd name="connsiteX3" fmla="*/ 3295616 w 4999680"/>
                <a:gd name="connsiteY3" fmla="*/ 5541935 h 5541935"/>
                <a:gd name="connsiteX4" fmla="*/ 0 w 4999680"/>
                <a:gd name="connsiteY4" fmla="*/ 5281240 h 5541935"/>
                <a:gd name="connsiteX5" fmla="*/ 260694 w 4999680"/>
                <a:gd name="connsiteY5" fmla="*/ 5281240 h 5541935"/>
                <a:gd name="connsiteX6" fmla="*/ 260694 w 4999680"/>
                <a:gd name="connsiteY6" fmla="*/ 5541935 h 5541935"/>
                <a:gd name="connsiteX7" fmla="*/ 0 w 4999680"/>
                <a:gd name="connsiteY7" fmla="*/ 5541935 h 5541935"/>
                <a:gd name="connsiteX8" fmla="*/ 3295616 w 4999680"/>
                <a:gd name="connsiteY8" fmla="*/ 1923055 h 5541935"/>
                <a:gd name="connsiteX9" fmla="*/ 3556310 w 4999680"/>
                <a:gd name="connsiteY9" fmla="*/ 1923055 h 5541935"/>
                <a:gd name="connsiteX10" fmla="*/ 3556310 w 4999680"/>
                <a:gd name="connsiteY10" fmla="*/ 2183750 h 5541935"/>
                <a:gd name="connsiteX11" fmla="*/ 3295616 w 4999680"/>
                <a:gd name="connsiteY11" fmla="*/ 2183750 h 5541935"/>
                <a:gd name="connsiteX12" fmla="*/ 0 w 4999680"/>
                <a:gd name="connsiteY12" fmla="*/ 1923055 h 5541935"/>
                <a:gd name="connsiteX13" fmla="*/ 260694 w 4999680"/>
                <a:gd name="connsiteY13" fmla="*/ 1923055 h 5541935"/>
                <a:gd name="connsiteX14" fmla="*/ 260694 w 4999680"/>
                <a:gd name="connsiteY14" fmla="*/ 2183750 h 5541935"/>
                <a:gd name="connsiteX15" fmla="*/ 0 w 4999680"/>
                <a:gd name="connsiteY15" fmla="*/ 2183750 h 5541935"/>
                <a:gd name="connsiteX16" fmla="*/ 4478291 w 4999680"/>
                <a:gd name="connsiteY16" fmla="*/ 521389 h 5541935"/>
                <a:gd name="connsiteX17" fmla="*/ 4999680 w 4999680"/>
                <a:gd name="connsiteY17" fmla="*/ 521389 h 5541935"/>
                <a:gd name="connsiteX18" fmla="*/ 4999680 w 4999680"/>
                <a:gd name="connsiteY18" fmla="*/ 1042771 h 5541935"/>
                <a:gd name="connsiteX19" fmla="*/ 4478292 w 4999680"/>
                <a:gd name="connsiteY19" fmla="*/ 1042771 h 5541935"/>
                <a:gd name="connsiteX20" fmla="*/ 4478292 w 4999680"/>
                <a:gd name="connsiteY20" fmla="*/ 1558080 h 5541935"/>
                <a:gd name="connsiteX21" fmla="*/ 3956903 w 4999680"/>
                <a:gd name="connsiteY21" fmla="*/ 1558080 h 5541935"/>
                <a:gd name="connsiteX22" fmla="*/ 3956903 w 4999680"/>
                <a:gd name="connsiteY22" fmla="*/ 1036691 h 5541935"/>
                <a:gd name="connsiteX23" fmla="*/ 4478291 w 4999680"/>
                <a:gd name="connsiteY23" fmla="*/ 1036691 h 5541935"/>
                <a:gd name="connsiteX24" fmla="*/ 3522412 w 4999680"/>
                <a:gd name="connsiteY24" fmla="*/ 0 h 5541935"/>
                <a:gd name="connsiteX25" fmla="*/ 4043801 w 4999680"/>
                <a:gd name="connsiteY25" fmla="*/ 0 h 5541935"/>
                <a:gd name="connsiteX26" fmla="*/ 4043801 w 4999680"/>
                <a:gd name="connsiteY26" fmla="*/ 521389 h 5541935"/>
                <a:gd name="connsiteX27" fmla="*/ 3522412 w 4999680"/>
                <a:gd name="connsiteY27" fmla="*/ 521389 h 554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99680" h="5541935">
                  <a:moveTo>
                    <a:pt x="3295616" y="5281240"/>
                  </a:moveTo>
                  <a:lnTo>
                    <a:pt x="3556310" y="5281240"/>
                  </a:lnTo>
                  <a:lnTo>
                    <a:pt x="3556310" y="5541935"/>
                  </a:lnTo>
                  <a:lnTo>
                    <a:pt x="3295616" y="5541935"/>
                  </a:lnTo>
                  <a:close/>
                  <a:moveTo>
                    <a:pt x="0" y="5281240"/>
                  </a:moveTo>
                  <a:lnTo>
                    <a:pt x="260694" y="5281240"/>
                  </a:lnTo>
                  <a:lnTo>
                    <a:pt x="260694" y="5541935"/>
                  </a:lnTo>
                  <a:lnTo>
                    <a:pt x="0" y="5541935"/>
                  </a:lnTo>
                  <a:close/>
                  <a:moveTo>
                    <a:pt x="3295616" y="1923055"/>
                  </a:moveTo>
                  <a:lnTo>
                    <a:pt x="3556310" y="1923055"/>
                  </a:lnTo>
                  <a:lnTo>
                    <a:pt x="3556310" y="2183750"/>
                  </a:lnTo>
                  <a:lnTo>
                    <a:pt x="3295616" y="2183750"/>
                  </a:lnTo>
                  <a:close/>
                  <a:moveTo>
                    <a:pt x="0" y="1923055"/>
                  </a:moveTo>
                  <a:lnTo>
                    <a:pt x="260694" y="1923055"/>
                  </a:lnTo>
                  <a:lnTo>
                    <a:pt x="260694" y="2183750"/>
                  </a:lnTo>
                  <a:lnTo>
                    <a:pt x="0" y="2183750"/>
                  </a:lnTo>
                  <a:close/>
                  <a:moveTo>
                    <a:pt x="4478291" y="521389"/>
                  </a:moveTo>
                  <a:lnTo>
                    <a:pt x="4999680" y="521389"/>
                  </a:lnTo>
                  <a:lnTo>
                    <a:pt x="4999680" y="1042771"/>
                  </a:lnTo>
                  <a:lnTo>
                    <a:pt x="4478292" y="1042771"/>
                  </a:lnTo>
                  <a:lnTo>
                    <a:pt x="4478292" y="1558080"/>
                  </a:lnTo>
                  <a:lnTo>
                    <a:pt x="3956903" y="1558080"/>
                  </a:lnTo>
                  <a:lnTo>
                    <a:pt x="3956903" y="1036691"/>
                  </a:lnTo>
                  <a:lnTo>
                    <a:pt x="4478291" y="1036691"/>
                  </a:lnTo>
                  <a:close/>
                  <a:moveTo>
                    <a:pt x="3522412" y="0"/>
                  </a:moveTo>
                  <a:lnTo>
                    <a:pt x="4043801" y="0"/>
                  </a:lnTo>
                  <a:lnTo>
                    <a:pt x="4043801" y="521389"/>
                  </a:lnTo>
                  <a:lnTo>
                    <a:pt x="3522412" y="521389"/>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125" name="Group 124">
            <a:extLst>
              <a:ext uri="{FF2B5EF4-FFF2-40B4-BE49-F238E27FC236}">
                <a16:creationId xmlns:a16="http://schemas.microsoft.com/office/drawing/2014/main" id="{B211D9C2-3F1F-BABD-72C8-A9A476517B02}"/>
              </a:ext>
              <a:ext uri="{C183D7F6-B498-43B3-948B-1728B52AA6E4}">
                <adec:decorative xmlns:adec="http://schemas.microsoft.com/office/drawing/2017/decorative" val="1"/>
              </a:ext>
            </a:extLst>
          </p:cNvPr>
          <p:cNvGrpSpPr>
            <a:grpSpLocks noChangeAspect="1"/>
          </p:cNvGrpSpPr>
          <p:nvPr/>
        </p:nvGrpSpPr>
        <p:grpSpPr>
          <a:xfrm>
            <a:off x="1874807" y="1517247"/>
            <a:ext cx="555946" cy="457200"/>
            <a:chOff x="1874807" y="1517247"/>
            <a:chExt cx="555946" cy="457200"/>
          </a:xfrm>
          <a:solidFill>
            <a:srgbClr val="FF0000"/>
          </a:solidFill>
        </p:grpSpPr>
        <p:sp>
          <p:nvSpPr>
            <p:cNvPr id="516" name="Freeform: Shape 515">
              <a:extLst>
                <a:ext uri="{FF2B5EF4-FFF2-40B4-BE49-F238E27FC236}">
                  <a16:creationId xmlns:a16="http://schemas.microsoft.com/office/drawing/2014/main" id="{63B5A275-CD80-71F9-51A9-76725829161F}"/>
                </a:ext>
                <a:ext uri="{C183D7F6-B498-43B3-948B-1728B52AA6E4}">
                  <adec:decorative xmlns:adec="http://schemas.microsoft.com/office/drawing/2017/decorative" val="1"/>
                </a:ext>
              </a:extLst>
            </p:cNvPr>
            <p:cNvSpPr/>
            <p:nvPr/>
          </p:nvSpPr>
          <p:spPr>
            <a:xfrm>
              <a:off x="2042746" y="1557830"/>
              <a:ext cx="381853" cy="416617"/>
            </a:xfrm>
            <a:custGeom>
              <a:avLst/>
              <a:gdLst>
                <a:gd name="connsiteX0" fmla="*/ 2339470 w 5727800"/>
                <a:gd name="connsiteY0" fmla="*/ 2861842 h 6249265"/>
                <a:gd name="connsiteX1" fmla="*/ 2860467 w 5727800"/>
                <a:gd name="connsiteY1" fmla="*/ 2861842 h 6249265"/>
                <a:gd name="connsiteX2" fmla="*/ 2860467 w 5727800"/>
                <a:gd name="connsiteY2" fmla="*/ 3382839 h 6249265"/>
                <a:gd name="connsiteX3" fmla="*/ 2339470 w 5727800"/>
                <a:gd name="connsiteY3" fmla="*/ 3382839 h 6249265"/>
                <a:gd name="connsiteX4" fmla="*/ 1724323 w 5727800"/>
                <a:gd name="connsiteY4" fmla="*/ 2246695 h 6249265"/>
                <a:gd name="connsiteX5" fmla="*/ 1724323 w 5727800"/>
                <a:gd name="connsiteY5" fmla="*/ 3997987 h 6249265"/>
                <a:gd name="connsiteX6" fmla="*/ 3475614 w 5727800"/>
                <a:gd name="connsiteY6" fmla="*/ 3997987 h 6249265"/>
                <a:gd name="connsiteX7" fmla="*/ 3475614 w 5727800"/>
                <a:gd name="connsiteY7" fmla="*/ 2246695 h 6249265"/>
                <a:gd name="connsiteX8" fmla="*/ 1376991 w 5727800"/>
                <a:gd name="connsiteY8" fmla="*/ 1899363 h 6249265"/>
                <a:gd name="connsiteX9" fmla="*/ 3822945 w 5727800"/>
                <a:gd name="connsiteY9" fmla="*/ 1899363 h 6249265"/>
                <a:gd name="connsiteX10" fmla="*/ 3822945 w 5727800"/>
                <a:gd name="connsiteY10" fmla="*/ 4345318 h 6249265"/>
                <a:gd name="connsiteX11" fmla="*/ 1376991 w 5727800"/>
                <a:gd name="connsiteY11" fmla="*/ 4345318 h 6249265"/>
                <a:gd name="connsiteX12" fmla="*/ 4863119 w 5727800"/>
                <a:gd name="connsiteY12" fmla="*/ 1132952 h 6249265"/>
                <a:gd name="connsiteX13" fmla="*/ 5210450 w 5727800"/>
                <a:gd name="connsiteY13" fmla="*/ 1132952 h 6249265"/>
                <a:gd name="connsiteX14" fmla="*/ 5210450 w 5727800"/>
                <a:gd name="connsiteY14" fmla="*/ 1389799 h 6249265"/>
                <a:gd name="connsiteX15" fmla="*/ 5727800 w 5727800"/>
                <a:gd name="connsiteY15" fmla="*/ 1389799 h 6249265"/>
                <a:gd name="connsiteX16" fmla="*/ 5727800 w 5727800"/>
                <a:gd name="connsiteY16" fmla="*/ 1737130 h 6249265"/>
                <a:gd name="connsiteX17" fmla="*/ 5210450 w 5727800"/>
                <a:gd name="connsiteY17" fmla="*/ 1737130 h 6249265"/>
                <a:gd name="connsiteX18" fmla="*/ 5210450 w 5727800"/>
                <a:gd name="connsiteY18" fmla="*/ 2171299 h 6249265"/>
                <a:gd name="connsiteX19" fmla="*/ 5727800 w 5727800"/>
                <a:gd name="connsiteY19" fmla="*/ 2171299 h 6249265"/>
                <a:gd name="connsiteX20" fmla="*/ 5727800 w 5727800"/>
                <a:gd name="connsiteY20" fmla="*/ 2518630 h 6249265"/>
                <a:gd name="connsiteX21" fmla="*/ 5210450 w 5727800"/>
                <a:gd name="connsiteY21" fmla="*/ 2518630 h 6249265"/>
                <a:gd name="connsiteX22" fmla="*/ 5210450 w 5727800"/>
                <a:gd name="connsiteY22" fmla="*/ 2952799 h 6249265"/>
                <a:gd name="connsiteX23" fmla="*/ 5727800 w 5727800"/>
                <a:gd name="connsiteY23" fmla="*/ 2952799 h 6249265"/>
                <a:gd name="connsiteX24" fmla="*/ 5727800 w 5727800"/>
                <a:gd name="connsiteY24" fmla="*/ 3300131 h 6249265"/>
                <a:gd name="connsiteX25" fmla="*/ 5210450 w 5727800"/>
                <a:gd name="connsiteY25" fmla="*/ 3300131 h 6249265"/>
                <a:gd name="connsiteX26" fmla="*/ 5210450 w 5727800"/>
                <a:gd name="connsiteY26" fmla="*/ 3734299 h 6249265"/>
                <a:gd name="connsiteX27" fmla="*/ 5727800 w 5727800"/>
                <a:gd name="connsiteY27" fmla="*/ 3734299 h 6249265"/>
                <a:gd name="connsiteX28" fmla="*/ 5727800 w 5727800"/>
                <a:gd name="connsiteY28" fmla="*/ 4081631 h 6249265"/>
                <a:gd name="connsiteX29" fmla="*/ 5210450 w 5727800"/>
                <a:gd name="connsiteY29" fmla="*/ 4081631 h 6249265"/>
                <a:gd name="connsiteX30" fmla="*/ 5210450 w 5727800"/>
                <a:gd name="connsiteY30" fmla="*/ 4515800 h 6249265"/>
                <a:gd name="connsiteX31" fmla="*/ 5727800 w 5727800"/>
                <a:gd name="connsiteY31" fmla="*/ 4515800 h 6249265"/>
                <a:gd name="connsiteX32" fmla="*/ 5727800 w 5727800"/>
                <a:gd name="connsiteY32" fmla="*/ 4863131 h 6249265"/>
                <a:gd name="connsiteX33" fmla="*/ 5210450 w 5727800"/>
                <a:gd name="connsiteY33" fmla="*/ 4863131 h 6249265"/>
                <a:gd name="connsiteX34" fmla="*/ 5210450 w 5727800"/>
                <a:gd name="connsiteY34" fmla="*/ 5388240 h 6249265"/>
                <a:gd name="connsiteX35" fmla="*/ 4863119 w 5727800"/>
                <a:gd name="connsiteY35" fmla="*/ 5735572 h 6249265"/>
                <a:gd name="connsiteX36" fmla="*/ 4342122 w 5727800"/>
                <a:gd name="connsiteY36" fmla="*/ 5735572 h 6249265"/>
                <a:gd name="connsiteX37" fmla="*/ 4342122 w 5727800"/>
                <a:gd name="connsiteY37" fmla="*/ 6249265 h 6249265"/>
                <a:gd name="connsiteX38" fmla="*/ 3994790 w 5727800"/>
                <a:gd name="connsiteY38" fmla="*/ 6249265 h 6249265"/>
                <a:gd name="connsiteX39" fmla="*/ 3994790 w 5727800"/>
                <a:gd name="connsiteY39" fmla="*/ 5735572 h 6249265"/>
                <a:gd name="connsiteX40" fmla="*/ 3560622 w 5727800"/>
                <a:gd name="connsiteY40" fmla="*/ 5735572 h 6249265"/>
                <a:gd name="connsiteX41" fmla="*/ 3560622 w 5727800"/>
                <a:gd name="connsiteY41" fmla="*/ 6249265 h 6249265"/>
                <a:gd name="connsiteX42" fmla="*/ 3213291 w 5727800"/>
                <a:gd name="connsiteY42" fmla="*/ 6249265 h 6249265"/>
                <a:gd name="connsiteX43" fmla="*/ 3213291 w 5727800"/>
                <a:gd name="connsiteY43" fmla="*/ 5735572 h 6249265"/>
                <a:gd name="connsiteX44" fmla="*/ 2779123 w 5727800"/>
                <a:gd name="connsiteY44" fmla="*/ 5735572 h 6249265"/>
                <a:gd name="connsiteX45" fmla="*/ 2779123 w 5727800"/>
                <a:gd name="connsiteY45" fmla="*/ 6249265 h 6249265"/>
                <a:gd name="connsiteX46" fmla="*/ 2431791 w 5727800"/>
                <a:gd name="connsiteY46" fmla="*/ 6249265 h 6249265"/>
                <a:gd name="connsiteX47" fmla="*/ 2431791 w 5727800"/>
                <a:gd name="connsiteY47" fmla="*/ 5735572 h 6249265"/>
                <a:gd name="connsiteX48" fmla="*/ 1997623 w 5727800"/>
                <a:gd name="connsiteY48" fmla="*/ 5735572 h 6249265"/>
                <a:gd name="connsiteX49" fmla="*/ 1997623 w 5727800"/>
                <a:gd name="connsiteY49" fmla="*/ 6249265 h 6249265"/>
                <a:gd name="connsiteX50" fmla="*/ 1650292 w 5727800"/>
                <a:gd name="connsiteY50" fmla="*/ 6249265 h 6249265"/>
                <a:gd name="connsiteX51" fmla="*/ 1650292 w 5727800"/>
                <a:gd name="connsiteY51" fmla="*/ 5735572 h 6249265"/>
                <a:gd name="connsiteX52" fmla="*/ 1216123 w 5727800"/>
                <a:gd name="connsiteY52" fmla="*/ 5735572 h 6249265"/>
                <a:gd name="connsiteX53" fmla="*/ 1216123 w 5727800"/>
                <a:gd name="connsiteY53" fmla="*/ 6249265 h 6249265"/>
                <a:gd name="connsiteX54" fmla="*/ 868792 w 5727800"/>
                <a:gd name="connsiteY54" fmla="*/ 6249265 h 6249265"/>
                <a:gd name="connsiteX55" fmla="*/ 868792 w 5727800"/>
                <a:gd name="connsiteY55" fmla="*/ 5735572 h 6249265"/>
                <a:gd name="connsiteX56" fmla="*/ 0 w 5727800"/>
                <a:gd name="connsiteY56" fmla="*/ 5735572 h 6249265"/>
                <a:gd name="connsiteX57" fmla="*/ 0 w 5727800"/>
                <a:gd name="connsiteY57" fmla="*/ 4863131 h 6249265"/>
                <a:gd name="connsiteX58" fmla="*/ 347332 w 5727800"/>
                <a:gd name="connsiteY58" fmla="*/ 4862668 h 6249265"/>
                <a:gd name="connsiteX59" fmla="*/ 347332 w 5727800"/>
                <a:gd name="connsiteY59" fmla="*/ 5389613 h 6249265"/>
                <a:gd name="connsiteX60" fmla="*/ 4863119 w 5727800"/>
                <a:gd name="connsiteY60" fmla="*/ 5389613 h 6249265"/>
                <a:gd name="connsiteX61" fmla="*/ 870165 w 5727800"/>
                <a:gd name="connsiteY61" fmla="*/ 0 h 6249265"/>
                <a:gd name="connsiteX62" fmla="*/ 1217496 w 5727800"/>
                <a:gd name="connsiteY62" fmla="*/ 0 h 6249265"/>
                <a:gd name="connsiteX63" fmla="*/ 1217496 w 5727800"/>
                <a:gd name="connsiteY63" fmla="*/ 520997 h 6249265"/>
                <a:gd name="connsiteX64" fmla="*/ 1651656 w 5727800"/>
                <a:gd name="connsiteY64" fmla="*/ 520997 h 6249265"/>
                <a:gd name="connsiteX65" fmla="*/ 1651656 w 5727800"/>
                <a:gd name="connsiteY65" fmla="*/ 0 h 6249265"/>
                <a:gd name="connsiteX66" fmla="*/ 1998996 w 5727800"/>
                <a:gd name="connsiteY66" fmla="*/ 0 h 6249265"/>
                <a:gd name="connsiteX67" fmla="*/ 1998996 w 5727800"/>
                <a:gd name="connsiteY67" fmla="*/ 520997 h 6249265"/>
                <a:gd name="connsiteX68" fmla="*/ 2433156 w 5727800"/>
                <a:gd name="connsiteY68" fmla="*/ 520997 h 6249265"/>
                <a:gd name="connsiteX69" fmla="*/ 2433156 w 5727800"/>
                <a:gd name="connsiteY69" fmla="*/ 0 h 6249265"/>
                <a:gd name="connsiteX70" fmla="*/ 2780495 w 5727800"/>
                <a:gd name="connsiteY70" fmla="*/ 0 h 6249265"/>
                <a:gd name="connsiteX71" fmla="*/ 2780495 w 5727800"/>
                <a:gd name="connsiteY71" fmla="*/ 520997 h 6249265"/>
                <a:gd name="connsiteX72" fmla="*/ 3214655 w 5727800"/>
                <a:gd name="connsiteY72" fmla="*/ 520997 h 6249265"/>
                <a:gd name="connsiteX73" fmla="*/ 3214655 w 5727800"/>
                <a:gd name="connsiteY73" fmla="*/ 0 h 6249265"/>
                <a:gd name="connsiteX74" fmla="*/ 3561995 w 5727800"/>
                <a:gd name="connsiteY74" fmla="*/ 0 h 6249265"/>
                <a:gd name="connsiteX75" fmla="*/ 3561995 w 5727800"/>
                <a:gd name="connsiteY75" fmla="*/ 520997 h 6249265"/>
                <a:gd name="connsiteX76" fmla="*/ 3996155 w 5727800"/>
                <a:gd name="connsiteY76" fmla="*/ 520997 h 6249265"/>
                <a:gd name="connsiteX77" fmla="*/ 3996155 w 5727800"/>
                <a:gd name="connsiteY77" fmla="*/ 0 h 6249265"/>
                <a:gd name="connsiteX78" fmla="*/ 4343494 w 5727800"/>
                <a:gd name="connsiteY78" fmla="*/ 0 h 6249265"/>
                <a:gd name="connsiteX79" fmla="*/ 4343494 w 5727800"/>
                <a:gd name="connsiteY79" fmla="*/ 520997 h 6249265"/>
                <a:gd name="connsiteX80" fmla="*/ 4603989 w 5727800"/>
                <a:gd name="connsiteY80" fmla="*/ 520997 h 6249265"/>
                <a:gd name="connsiteX81" fmla="*/ 4603989 w 5727800"/>
                <a:gd name="connsiteY81" fmla="*/ 868338 h 6249265"/>
                <a:gd name="connsiteX82" fmla="*/ 347331 w 5727800"/>
                <a:gd name="connsiteY82" fmla="*/ 868338 h 6249265"/>
                <a:gd name="connsiteX83" fmla="*/ 347331 w 5727800"/>
                <a:gd name="connsiteY83" fmla="*/ 1389335 h 6249265"/>
                <a:gd name="connsiteX84" fmla="*/ 349160 w 5727800"/>
                <a:gd name="connsiteY84" fmla="*/ 1389790 h 6249265"/>
                <a:gd name="connsiteX85" fmla="*/ 1828 w 5727800"/>
                <a:gd name="connsiteY85" fmla="*/ 1389790 h 6249265"/>
                <a:gd name="connsiteX86" fmla="*/ 1828 w 5727800"/>
                <a:gd name="connsiteY86" fmla="*/ 868338 h 6249265"/>
                <a:gd name="connsiteX87" fmla="*/ 349160 w 5727800"/>
                <a:gd name="connsiteY87" fmla="*/ 520997 h 6249265"/>
                <a:gd name="connsiteX88" fmla="*/ 870165 w 5727800"/>
                <a:gd name="connsiteY88" fmla="*/ 520997 h 6249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727800" h="6249265">
                  <a:moveTo>
                    <a:pt x="2339470" y="2861842"/>
                  </a:moveTo>
                  <a:lnTo>
                    <a:pt x="2860467" y="2861842"/>
                  </a:lnTo>
                  <a:lnTo>
                    <a:pt x="2860467" y="3382839"/>
                  </a:lnTo>
                  <a:lnTo>
                    <a:pt x="2339470" y="3382839"/>
                  </a:lnTo>
                  <a:close/>
                  <a:moveTo>
                    <a:pt x="1724323" y="2246695"/>
                  </a:moveTo>
                  <a:lnTo>
                    <a:pt x="1724323" y="3997987"/>
                  </a:lnTo>
                  <a:lnTo>
                    <a:pt x="3475614" y="3997987"/>
                  </a:lnTo>
                  <a:lnTo>
                    <a:pt x="3475614" y="2246695"/>
                  </a:lnTo>
                  <a:close/>
                  <a:moveTo>
                    <a:pt x="1376991" y="1899363"/>
                  </a:moveTo>
                  <a:lnTo>
                    <a:pt x="3822945" y="1899363"/>
                  </a:lnTo>
                  <a:lnTo>
                    <a:pt x="3822945" y="4345318"/>
                  </a:lnTo>
                  <a:lnTo>
                    <a:pt x="1376991" y="4345318"/>
                  </a:lnTo>
                  <a:close/>
                  <a:moveTo>
                    <a:pt x="4863119" y="1132952"/>
                  </a:moveTo>
                  <a:lnTo>
                    <a:pt x="5210450" y="1132952"/>
                  </a:lnTo>
                  <a:lnTo>
                    <a:pt x="5210450" y="1389799"/>
                  </a:lnTo>
                  <a:lnTo>
                    <a:pt x="5727800" y="1389799"/>
                  </a:lnTo>
                  <a:lnTo>
                    <a:pt x="5727800" y="1737130"/>
                  </a:lnTo>
                  <a:lnTo>
                    <a:pt x="5210450" y="1737130"/>
                  </a:lnTo>
                  <a:lnTo>
                    <a:pt x="5210450" y="2171299"/>
                  </a:lnTo>
                  <a:lnTo>
                    <a:pt x="5727800" y="2171299"/>
                  </a:lnTo>
                  <a:lnTo>
                    <a:pt x="5727800" y="2518630"/>
                  </a:lnTo>
                  <a:lnTo>
                    <a:pt x="5210450" y="2518630"/>
                  </a:lnTo>
                  <a:lnTo>
                    <a:pt x="5210450" y="2952799"/>
                  </a:lnTo>
                  <a:lnTo>
                    <a:pt x="5727800" y="2952799"/>
                  </a:lnTo>
                  <a:lnTo>
                    <a:pt x="5727800" y="3300131"/>
                  </a:lnTo>
                  <a:lnTo>
                    <a:pt x="5210450" y="3300131"/>
                  </a:lnTo>
                  <a:lnTo>
                    <a:pt x="5210450" y="3734299"/>
                  </a:lnTo>
                  <a:lnTo>
                    <a:pt x="5727800" y="3734299"/>
                  </a:lnTo>
                  <a:lnTo>
                    <a:pt x="5727800" y="4081631"/>
                  </a:lnTo>
                  <a:lnTo>
                    <a:pt x="5210450" y="4081631"/>
                  </a:lnTo>
                  <a:lnTo>
                    <a:pt x="5210450" y="4515800"/>
                  </a:lnTo>
                  <a:lnTo>
                    <a:pt x="5727800" y="4515800"/>
                  </a:lnTo>
                  <a:lnTo>
                    <a:pt x="5727800" y="4863131"/>
                  </a:lnTo>
                  <a:lnTo>
                    <a:pt x="5210450" y="4863131"/>
                  </a:lnTo>
                  <a:lnTo>
                    <a:pt x="5210450" y="5388240"/>
                  </a:lnTo>
                  <a:cubicBezTo>
                    <a:pt x="5210450" y="5580188"/>
                    <a:pt x="5055067" y="5735572"/>
                    <a:pt x="4863119" y="5735572"/>
                  </a:cubicBezTo>
                  <a:lnTo>
                    <a:pt x="4342122" y="5735572"/>
                  </a:lnTo>
                  <a:lnTo>
                    <a:pt x="4342122" y="6249265"/>
                  </a:lnTo>
                  <a:lnTo>
                    <a:pt x="3994790" y="6249265"/>
                  </a:lnTo>
                  <a:lnTo>
                    <a:pt x="3994790" y="5735572"/>
                  </a:lnTo>
                  <a:lnTo>
                    <a:pt x="3560622" y="5735572"/>
                  </a:lnTo>
                  <a:lnTo>
                    <a:pt x="3560622" y="6249265"/>
                  </a:lnTo>
                  <a:lnTo>
                    <a:pt x="3213291" y="6249265"/>
                  </a:lnTo>
                  <a:lnTo>
                    <a:pt x="3213291" y="5735572"/>
                  </a:lnTo>
                  <a:lnTo>
                    <a:pt x="2779123" y="5735572"/>
                  </a:lnTo>
                  <a:lnTo>
                    <a:pt x="2779123" y="6249265"/>
                  </a:lnTo>
                  <a:lnTo>
                    <a:pt x="2431791" y="6249265"/>
                  </a:lnTo>
                  <a:lnTo>
                    <a:pt x="2431791" y="5735572"/>
                  </a:lnTo>
                  <a:lnTo>
                    <a:pt x="1997623" y="5735572"/>
                  </a:lnTo>
                  <a:lnTo>
                    <a:pt x="1997623" y="6249265"/>
                  </a:lnTo>
                  <a:lnTo>
                    <a:pt x="1650292" y="6249265"/>
                  </a:lnTo>
                  <a:lnTo>
                    <a:pt x="1650292" y="5735572"/>
                  </a:lnTo>
                  <a:lnTo>
                    <a:pt x="1216123" y="5735572"/>
                  </a:lnTo>
                  <a:lnTo>
                    <a:pt x="1216123" y="6249265"/>
                  </a:lnTo>
                  <a:lnTo>
                    <a:pt x="868792" y="6249265"/>
                  </a:lnTo>
                  <a:lnTo>
                    <a:pt x="868792" y="5735572"/>
                  </a:lnTo>
                  <a:lnTo>
                    <a:pt x="0" y="5735572"/>
                  </a:lnTo>
                  <a:lnTo>
                    <a:pt x="0" y="4863131"/>
                  </a:lnTo>
                  <a:lnTo>
                    <a:pt x="347332" y="4862668"/>
                  </a:lnTo>
                  <a:lnTo>
                    <a:pt x="347332" y="5389613"/>
                  </a:lnTo>
                  <a:lnTo>
                    <a:pt x="4863119" y="5389613"/>
                  </a:lnTo>
                  <a:close/>
                  <a:moveTo>
                    <a:pt x="870165" y="0"/>
                  </a:moveTo>
                  <a:lnTo>
                    <a:pt x="1217496" y="0"/>
                  </a:lnTo>
                  <a:lnTo>
                    <a:pt x="1217496" y="520997"/>
                  </a:lnTo>
                  <a:lnTo>
                    <a:pt x="1651656" y="520997"/>
                  </a:lnTo>
                  <a:lnTo>
                    <a:pt x="1651656" y="0"/>
                  </a:lnTo>
                  <a:lnTo>
                    <a:pt x="1998996" y="0"/>
                  </a:lnTo>
                  <a:lnTo>
                    <a:pt x="1998996" y="520997"/>
                  </a:lnTo>
                  <a:lnTo>
                    <a:pt x="2433156" y="520997"/>
                  </a:lnTo>
                  <a:lnTo>
                    <a:pt x="2433156" y="0"/>
                  </a:lnTo>
                  <a:lnTo>
                    <a:pt x="2780495" y="0"/>
                  </a:lnTo>
                  <a:lnTo>
                    <a:pt x="2780495" y="520997"/>
                  </a:lnTo>
                  <a:lnTo>
                    <a:pt x="3214655" y="520997"/>
                  </a:lnTo>
                  <a:lnTo>
                    <a:pt x="3214655" y="0"/>
                  </a:lnTo>
                  <a:lnTo>
                    <a:pt x="3561995" y="0"/>
                  </a:lnTo>
                  <a:lnTo>
                    <a:pt x="3561995" y="520997"/>
                  </a:lnTo>
                  <a:lnTo>
                    <a:pt x="3996155" y="520997"/>
                  </a:lnTo>
                  <a:lnTo>
                    <a:pt x="3996155" y="0"/>
                  </a:lnTo>
                  <a:lnTo>
                    <a:pt x="4343494" y="0"/>
                  </a:lnTo>
                  <a:lnTo>
                    <a:pt x="4343494" y="520997"/>
                  </a:lnTo>
                  <a:lnTo>
                    <a:pt x="4603989" y="520997"/>
                  </a:lnTo>
                  <a:lnTo>
                    <a:pt x="4603989" y="868338"/>
                  </a:lnTo>
                  <a:lnTo>
                    <a:pt x="347331" y="868338"/>
                  </a:lnTo>
                  <a:lnTo>
                    <a:pt x="347331" y="1389335"/>
                  </a:lnTo>
                  <a:lnTo>
                    <a:pt x="349160" y="1389790"/>
                  </a:lnTo>
                  <a:lnTo>
                    <a:pt x="1828" y="1389790"/>
                  </a:lnTo>
                  <a:lnTo>
                    <a:pt x="1828" y="868338"/>
                  </a:lnTo>
                  <a:cubicBezTo>
                    <a:pt x="1828" y="676389"/>
                    <a:pt x="157212" y="520997"/>
                    <a:pt x="349160" y="520997"/>
                  </a:cubicBezTo>
                  <a:lnTo>
                    <a:pt x="870165" y="520997"/>
                  </a:lnTo>
                  <a:close/>
                </a:path>
              </a:pathLst>
            </a:custGeom>
            <a:solidFill>
              <a:schemeClr val="accent2"/>
            </a:solidFill>
            <a:ln w="5507" cap="flat">
              <a:noFill/>
              <a:prstDash val="solid"/>
              <a:miter/>
            </a:ln>
          </p:spPr>
          <p:txBody>
            <a:bodyPr wrap="square" rtlCol="0" anchor="ctr">
              <a:noAutofit/>
            </a:bodyPr>
            <a:lstStyle/>
            <a:p>
              <a:endParaRPr lang="en-US"/>
            </a:p>
          </p:txBody>
        </p:sp>
        <p:sp>
          <p:nvSpPr>
            <p:cNvPr id="517" name="Freeform: Shape 516">
              <a:extLst>
                <a:ext uri="{FF2B5EF4-FFF2-40B4-BE49-F238E27FC236}">
                  <a16:creationId xmlns:a16="http://schemas.microsoft.com/office/drawing/2014/main" id="{4DDE465E-7247-E5B8-B2E2-CDB0BE54E0A9}"/>
                </a:ext>
                <a:ext uri="{C183D7F6-B498-43B3-948B-1728B52AA6E4}">
                  <adec:decorative xmlns:adec="http://schemas.microsoft.com/office/drawing/2017/decorative" val="1"/>
                </a:ext>
              </a:extLst>
            </p:cNvPr>
            <p:cNvSpPr/>
            <p:nvPr/>
          </p:nvSpPr>
          <p:spPr>
            <a:xfrm>
              <a:off x="1874807" y="1517247"/>
              <a:ext cx="555946" cy="393796"/>
            </a:xfrm>
            <a:custGeom>
              <a:avLst/>
              <a:gdLst>
                <a:gd name="connsiteX0" fmla="*/ 1302960 w 8339195"/>
                <a:gd name="connsiteY0" fmla="*/ 5472785 h 5906954"/>
                <a:gd name="connsiteX1" fmla="*/ 2519082 w 8339195"/>
                <a:gd name="connsiteY1" fmla="*/ 5472785 h 5906954"/>
                <a:gd name="connsiteX2" fmla="*/ 2519082 w 8339195"/>
                <a:gd name="connsiteY2" fmla="*/ 5906954 h 5906954"/>
                <a:gd name="connsiteX3" fmla="*/ 1520040 w 8339195"/>
                <a:gd name="connsiteY3" fmla="*/ 5906954 h 5906954"/>
                <a:gd name="connsiteX4" fmla="*/ 6635893 w 8339195"/>
                <a:gd name="connsiteY4" fmla="*/ 5279463 h 5906954"/>
                <a:gd name="connsiteX5" fmla="*/ 6896395 w 8339195"/>
                <a:gd name="connsiteY5" fmla="*/ 5279463 h 5906954"/>
                <a:gd name="connsiteX6" fmla="*/ 6896395 w 8339195"/>
                <a:gd name="connsiteY6" fmla="*/ 5539967 h 5906954"/>
                <a:gd name="connsiteX7" fmla="*/ 6635893 w 8339195"/>
                <a:gd name="connsiteY7" fmla="*/ 5539967 h 5906954"/>
                <a:gd name="connsiteX8" fmla="*/ 3341258 w 8339195"/>
                <a:gd name="connsiteY8" fmla="*/ 5279463 h 5906954"/>
                <a:gd name="connsiteX9" fmla="*/ 3601761 w 8339195"/>
                <a:gd name="connsiteY9" fmla="*/ 5279463 h 5906954"/>
                <a:gd name="connsiteX10" fmla="*/ 3601761 w 8339195"/>
                <a:gd name="connsiteY10" fmla="*/ 5539967 h 5906954"/>
                <a:gd name="connsiteX11" fmla="*/ 3341258 w 8339195"/>
                <a:gd name="connsiteY11" fmla="*/ 5539967 h 5906954"/>
                <a:gd name="connsiteX12" fmla="*/ 1042457 w 8339195"/>
                <a:gd name="connsiteY12" fmla="*/ 4690830 h 5906954"/>
                <a:gd name="connsiteX13" fmla="*/ 2519082 w 8339195"/>
                <a:gd name="connsiteY13" fmla="*/ 4690830 h 5906954"/>
                <a:gd name="connsiteX14" fmla="*/ 2867331 w 8339195"/>
                <a:gd name="connsiteY14" fmla="*/ 4690830 h 5906954"/>
                <a:gd name="connsiteX15" fmla="*/ 2867331 w 8339195"/>
                <a:gd name="connsiteY15" fmla="*/ 5124999 h 5906954"/>
                <a:gd name="connsiteX16" fmla="*/ 2519082 w 8339195"/>
                <a:gd name="connsiteY16" fmla="*/ 5124999 h 5906954"/>
                <a:gd name="connsiteX17" fmla="*/ 1259537 w 8339195"/>
                <a:gd name="connsiteY17" fmla="*/ 5124999 h 5906954"/>
                <a:gd name="connsiteX18" fmla="*/ 781963 w 8339195"/>
                <a:gd name="connsiteY18" fmla="*/ 3908866 h 5906954"/>
                <a:gd name="connsiteX19" fmla="*/ 2519083 w 8339195"/>
                <a:gd name="connsiteY19" fmla="*/ 3908866 h 5906954"/>
                <a:gd name="connsiteX20" fmla="*/ 2519083 w 8339195"/>
                <a:gd name="connsiteY20" fmla="*/ 3909784 h 5906954"/>
                <a:gd name="connsiteX21" fmla="*/ 2867332 w 8339195"/>
                <a:gd name="connsiteY21" fmla="*/ 3909784 h 5906954"/>
                <a:gd name="connsiteX22" fmla="*/ 2867332 w 8339195"/>
                <a:gd name="connsiteY22" fmla="*/ 4343953 h 5906954"/>
                <a:gd name="connsiteX23" fmla="*/ 2519083 w 8339195"/>
                <a:gd name="connsiteY23" fmla="*/ 4343953 h 5906954"/>
                <a:gd name="connsiteX24" fmla="*/ 2519083 w 8339195"/>
                <a:gd name="connsiteY24" fmla="*/ 4343490 h 5906954"/>
                <a:gd name="connsiteX25" fmla="*/ 999043 w 8339195"/>
                <a:gd name="connsiteY25" fmla="*/ 4343490 h 5906954"/>
                <a:gd name="connsiteX26" fmla="*/ 521005 w 8339195"/>
                <a:gd name="connsiteY26" fmla="*/ 3127366 h 5906954"/>
                <a:gd name="connsiteX27" fmla="*/ 2519082 w 8339195"/>
                <a:gd name="connsiteY27" fmla="*/ 3127366 h 5906954"/>
                <a:gd name="connsiteX28" fmla="*/ 2867331 w 8339195"/>
                <a:gd name="connsiteY28" fmla="*/ 3127366 h 5906954"/>
                <a:gd name="connsiteX29" fmla="*/ 2867331 w 8339195"/>
                <a:gd name="connsiteY29" fmla="*/ 3561535 h 5906954"/>
                <a:gd name="connsiteX30" fmla="*/ 2519082 w 8339195"/>
                <a:gd name="connsiteY30" fmla="*/ 3561535 h 5906954"/>
                <a:gd name="connsiteX31" fmla="*/ 738085 w 8339195"/>
                <a:gd name="connsiteY31" fmla="*/ 3561535 h 5906954"/>
                <a:gd name="connsiteX32" fmla="*/ 2519538 w 8339195"/>
                <a:gd name="connsiteY32" fmla="*/ 2345411 h 5906954"/>
                <a:gd name="connsiteX33" fmla="*/ 2867787 w 8339195"/>
                <a:gd name="connsiteY33" fmla="*/ 2345411 h 5906954"/>
                <a:gd name="connsiteX34" fmla="*/ 2867787 w 8339195"/>
                <a:gd name="connsiteY34" fmla="*/ 2779580 h 5906954"/>
                <a:gd name="connsiteX35" fmla="*/ 2519538 w 8339195"/>
                <a:gd name="connsiteY35" fmla="*/ 2779580 h 5906954"/>
                <a:gd name="connsiteX36" fmla="*/ 260503 w 8339195"/>
                <a:gd name="connsiteY36" fmla="*/ 2345411 h 5906954"/>
                <a:gd name="connsiteX37" fmla="*/ 2519083 w 8339195"/>
                <a:gd name="connsiteY37" fmla="*/ 2345411 h 5906954"/>
                <a:gd name="connsiteX38" fmla="*/ 2519083 w 8339195"/>
                <a:gd name="connsiteY38" fmla="*/ 2779580 h 5906954"/>
                <a:gd name="connsiteX39" fmla="*/ 477583 w 8339195"/>
                <a:gd name="connsiteY39" fmla="*/ 2779580 h 5906954"/>
                <a:gd name="connsiteX40" fmla="*/ 6635893 w 8339195"/>
                <a:gd name="connsiteY40" fmla="*/ 1922211 h 5906954"/>
                <a:gd name="connsiteX41" fmla="*/ 6896395 w 8339195"/>
                <a:gd name="connsiteY41" fmla="*/ 1922211 h 5906954"/>
                <a:gd name="connsiteX42" fmla="*/ 6896395 w 8339195"/>
                <a:gd name="connsiteY42" fmla="*/ 2182714 h 5906954"/>
                <a:gd name="connsiteX43" fmla="*/ 6635893 w 8339195"/>
                <a:gd name="connsiteY43" fmla="*/ 2182714 h 5906954"/>
                <a:gd name="connsiteX44" fmla="*/ 3341258 w 8339195"/>
                <a:gd name="connsiteY44" fmla="*/ 1922211 h 5906954"/>
                <a:gd name="connsiteX45" fmla="*/ 3601761 w 8339195"/>
                <a:gd name="connsiteY45" fmla="*/ 1922211 h 5906954"/>
                <a:gd name="connsiteX46" fmla="*/ 3601761 w 8339195"/>
                <a:gd name="connsiteY46" fmla="*/ 2182714 h 5906954"/>
                <a:gd name="connsiteX47" fmla="*/ 3341258 w 8339195"/>
                <a:gd name="connsiteY47" fmla="*/ 2182714 h 5906954"/>
                <a:gd name="connsiteX48" fmla="*/ 0 w 8339195"/>
                <a:gd name="connsiteY48" fmla="*/ 1563457 h 5906954"/>
                <a:gd name="connsiteX49" fmla="*/ 2519074 w 8339195"/>
                <a:gd name="connsiteY49" fmla="*/ 1563457 h 5906954"/>
                <a:gd name="connsiteX50" fmla="*/ 2519074 w 8339195"/>
                <a:gd name="connsiteY50" fmla="*/ 1998080 h 5906954"/>
                <a:gd name="connsiteX51" fmla="*/ 217080 w 8339195"/>
                <a:gd name="connsiteY51" fmla="*/ 1998080 h 5906954"/>
                <a:gd name="connsiteX52" fmla="*/ 7296738 w 8339195"/>
                <a:gd name="connsiteY52" fmla="*/ 1036055 h 5906954"/>
                <a:gd name="connsiteX53" fmla="*/ 7817735 w 8339195"/>
                <a:gd name="connsiteY53" fmla="*/ 1036055 h 5906954"/>
                <a:gd name="connsiteX54" fmla="*/ 7817735 w 8339195"/>
                <a:gd name="connsiteY54" fmla="*/ 1557052 h 5906954"/>
                <a:gd name="connsiteX55" fmla="*/ 7296738 w 8339195"/>
                <a:gd name="connsiteY55" fmla="*/ 1557052 h 5906954"/>
                <a:gd name="connsiteX56" fmla="*/ 7818198 w 8339195"/>
                <a:gd name="connsiteY56" fmla="*/ 520997 h 5906954"/>
                <a:gd name="connsiteX57" fmla="*/ 8339195 w 8339195"/>
                <a:gd name="connsiteY57" fmla="*/ 520997 h 5906954"/>
                <a:gd name="connsiteX58" fmla="*/ 8339195 w 8339195"/>
                <a:gd name="connsiteY58" fmla="*/ 1041994 h 5906954"/>
                <a:gd name="connsiteX59" fmla="*/ 7818198 w 8339195"/>
                <a:gd name="connsiteY59" fmla="*/ 1041994 h 5906954"/>
                <a:gd name="connsiteX60" fmla="*/ 6862569 w 8339195"/>
                <a:gd name="connsiteY60" fmla="*/ 0 h 5906954"/>
                <a:gd name="connsiteX61" fmla="*/ 7383566 w 8339195"/>
                <a:gd name="connsiteY61" fmla="*/ 0 h 5906954"/>
                <a:gd name="connsiteX62" fmla="*/ 7383566 w 8339195"/>
                <a:gd name="connsiteY62" fmla="*/ 520997 h 5906954"/>
                <a:gd name="connsiteX63" fmla="*/ 6862569 w 8339195"/>
                <a:gd name="connsiteY63" fmla="*/ 520997 h 590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339195" h="5906954">
                  <a:moveTo>
                    <a:pt x="1302960" y="5472785"/>
                  </a:moveTo>
                  <a:lnTo>
                    <a:pt x="2519082" y="5472785"/>
                  </a:lnTo>
                  <a:lnTo>
                    <a:pt x="2519082" y="5906954"/>
                  </a:lnTo>
                  <a:lnTo>
                    <a:pt x="1520040" y="5906954"/>
                  </a:lnTo>
                  <a:close/>
                  <a:moveTo>
                    <a:pt x="6635893" y="5279463"/>
                  </a:moveTo>
                  <a:lnTo>
                    <a:pt x="6896395" y="5279463"/>
                  </a:lnTo>
                  <a:lnTo>
                    <a:pt x="6896395" y="5539967"/>
                  </a:lnTo>
                  <a:lnTo>
                    <a:pt x="6635893" y="5539967"/>
                  </a:lnTo>
                  <a:close/>
                  <a:moveTo>
                    <a:pt x="3341258" y="5279463"/>
                  </a:moveTo>
                  <a:lnTo>
                    <a:pt x="3601761" y="5279463"/>
                  </a:lnTo>
                  <a:lnTo>
                    <a:pt x="3601761" y="5539967"/>
                  </a:lnTo>
                  <a:lnTo>
                    <a:pt x="3341258" y="5539967"/>
                  </a:lnTo>
                  <a:close/>
                  <a:moveTo>
                    <a:pt x="1042457" y="4690830"/>
                  </a:moveTo>
                  <a:lnTo>
                    <a:pt x="2519082" y="4690830"/>
                  </a:lnTo>
                  <a:lnTo>
                    <a:pt x="2867331" y="4690830"/>
                  </a:lnTo>
                  <a:lnTo>
                    <a:pt x="2867331" y="5124999"/>
                  </a:lnTo>
                  <a:lnTo>
                    <a:pt x="2519082" y="5124999"/>
                  </a:lnTo>
                  <a:lnTo>
                    <a:pt x="1259537" y="5124999"/>
                  </a:lnTo>
                  <a:close/>
                  <a:moveTo>
                    <a:pt x="781963" y="3908866"/>
                  </a:moveTo>
                  <a:lnTo>
                    <a:pt x="2519083" y="3908866"/>
                  </a:lnTo>
                  <a:lnTo>
                    <a:pt x="2519083" y="3909784"/>
                  </a:lnTo>
                  <a:lnTo>
                    <a:pt x="2867332" y="3909784"/>
                  </a:lnTo>
                  <a:lnTo>
                    <a:pt x="2867332" y="4343953"/>
                  </a:lnTo>
                  <a:lnTo>
                    <a:pt x="2519083" y="4343953"/>
                  </a:lnTo>
                  <a:lnTo>
                    <a:pt x="2519083" y="4343490"/>
                  </a:lnTo>
                  <a:lnTo>
                    <a:pt x="999043" y="4343490"/>
                  </a:lnTo>
                  <a:close/>
                  <a:moveTo>
                    <a:pt x="521005" y="3127366"/>
                  </a:moveTo>
                  <a:lnTo>
                    <a:pt x="2519082" y="3127366"/>
                  </a:lnTo>
                  <a:lnTo>
                    <a:pt x="2867331" y="3127366"/>
                  </a:lnTo>
                  <a:lnTo>
                    <a:pt x="2867331" y="3561535"/>
                  </a:lnTo>
                  <a:lnTo>
                    <a:pt x="2519082" y="3561535"/>
                  </a:lnTo>
                  <a:lnTo>
                    <a:pt x="738085" y="3561535"/>
                  </a:lnTo>
                  <a:close/>
                  <a:moveTo>
                    <a:pt x="2519538" y="2345411"/>
                  </a:moveTo>
                  <a:lnTo>
                    <a:pt x="2867787" y="2345411"/>
                  </a:lnTo>
                  <a:lnTo>
                    <a:pt x="2867787" y="2779580"/>
                  </a:lnTo>
                  <a:lnTo>
                    <a:pt x="2519538" y="2779580"/>
                  </a:lnTo>
                  <a:close/>
                  <a:moveTo>
                    <a:pt x="260503" y="2345411"/>
                  </a:moveTo>
                  <a:lnTo>
                    <a:pt x="2519083" y="2345411"/>
                  </a:lnTo>
                  <a:lnTo>
                    <a:pt x="2519083" y="2779580"/>
                  </a:lnTo>
                  <a:lnTo>
                    <a:pt x="477583" y="2779580"/>
                  </a:lnTo>
                  <a:close/>
                  <a:moveTo>
                    <a:pt x="6635893" y="1922211"/>
                  </a:moveTo>
                  <a:lnTo>
                    <a:pt x="6896395" y="1922211"/>
                  </a:lnTo>
                  <a:lnTo>
                    <a:pt x="6896395" y="2182714"/>
                  </a:lnTo>
                  <a:lnTo>
                    <a:pt x="6635893" y="2182714"/>
                  </a:lnTo>
                  <a:close/>
                  <a:moveTo>
                    <a:pt x="3341258" y="1922211"/>
                  </a:moveTo>
                  <a:lnTo>
                    <a:pt x="3601761" y="1922211"/>
                  </a:lnTo>
                  <a:lnTo>
                    <a:pt x="3601761" y="2182714"/>
                  </a:lnTo>
                  <a:lnTo>
                    <a:pt x="3341258" y="2182714"/>
                  </a:lnTo>
                  <a:close/>
                  <a:moveTo>
                    <a:pt x="0" y="1563457"/>
                  </a:moveTo>
                  <a:lnTo>
                    <a:pt x="2519074" y="1563457"/>
                  </a:lnTo>
                  <a:lnTo>
                    <a:pt x="2519074" y="1998080"/>
                  </a:lnTo>
                  <a:lnTo>
                    <a:pt x="217080" y="1998080"/>
                  </a:lnTo>
                  <a:close/>
                  <a:moveTo>
                    <a:pt x="7296738" y="1036055"/>
                  </a:moveTo>
                  <a:lnTo>
                    <a:pt x="7817735" y="1036055"/>
                  </a:lnTo>
                  <a:lnTo>
                    <a:pt x="7817735" y="1557052"/>
                  </a:lnTo>
                  <a:lnTo>
                    <a:pt x="7296738" y="1557052"/>
                  </a:lnTo>
                  <a:close/>
                  <a:moveTo>
                    <a:pt x="7818198" y="520997"/>
                  </a:moveTo>
                  <a:lnTo>
                    <a:pt x="8339195" y="520997"/>
                  </a:lnTo>
                  <a:lnTo>
                    <a:pt x="8339195" y="1041994"/>
                  </a:lnTo>
                  <a:lnTo>
                    <a:pt x="7818198" y="1041994"/>
                  </a:lnTo>
                  <a:close/>
                  <a:moveTo>
                    <a:pt x="6862569" y="0"/>
                  </a:moveTo>
                  <a:lnTo>
                    <a:pt x="7383566" y="0"/>
                  </a:lnTo>
                  <a:lnTo>
                    <a:pt x="7383566" y="520997"/>
                  </a:lnTo>
                  <a:lnTo>
                    <a:pt x="6862569" y="520997"/>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121" name="Group 120">
            <a:extLst>
              <a:ext uri="{FF2B5EF4-FFF2-40B4-BE49-F238E27FC236}">
                <a16:creationId xmlns:a16="http://schemas.microsoft.com/office/drawing/2014/main" id="{3F5DD331-8178-0561-041C-917CCC8497C4}"/>
              </a:ext>
              <a:ext uri="{C183D7F6-B498-43B3-948B-1728B52AA6E4}">
                <adec:decorative xmlns:adec="http://schemas.microsoft.com/office/drawing/2017/decorative" val="1"/>
              </a:ext>
            </a:extLst>
          </p:cNvPr>
          <p:cNvGrpSpPr>
            <a:grpSpLocks noChangeAspect="1"/>
          </p:cNvGrpSpPr>
          <p:nvPr/>
        </p:nvGrpSpPr>
        <p:grpSpPr>
          <a:xfrm>
            <a:off x="2608370" y="1517247"/>
            <a:ext cx="495058" cy="457200"/>
            <a:chOff x="2608370" y="1517247"/>
            <a:chExt cx="495058" cy="457200"/>
          </a:xfrm>
          <a:solidFill>
            <a:srgbClr val="FF0000"/>
          </a:solidFill>
        </p:grpSpPr>
        <p:sp>
          <p:nvSpPr>
            <p:cNvPr id="533" name="Freeform: Shape 532">
              <a:extLst>
                <a:ext uri="{FF2B5EF4-FFF2-40B4-BE49-F238E27FC236}">
                  <a16:creationId xmlns:a16="http://schemas.microsoft.com/office/drawing/2014/main" id="{4D2073AD-5CBD-313A-D925-B060F4ABEDCC}"/>
                </a:ext>
                <a:ext uri="{C183D7F6-B498-43B3-948B-1728B52AA6E4}">
                  <adec:decorative xmlns:adec="http://schemas.microsoft.com/office/drawing/2017/decorative" val="1"/>
                </a:ext>
              </a:extLst>
            </p:cNvPr>
            <p:cNvSpPr/>
            <p:nvPr/>
          </p:nvSpPr>
          <p:spPr>
            <a:xfrm>
              <a:off x="2608370" y="1517247"/>
              <a:ext cx="441540" cy="379730"/>
            </a:xfrm>
            <a:custGeom>
              <a:avLst/>
              <a:gdLst>
                <a:gd name="connsiteX0" fmla="*/ 6456495 w 6623094"/>
                <a:gd name="connsiteY0" fmla="*/ 4981948 h 5695951"/>
                <a:gd name="connsiteX1" fmla="*/ 6471694 w 6623094"/>
                <a:gd name="connsiteY1" fmla="*/ 4985039 h 5695951"/>
                <a:gd name="connsiteX2" fmla="*/ 6623094 w 6623094"/>
                <a:gd name="connsiteY2" fmla="*/ 5212422 h 5695951"/>
                <a:gd name="connsiteX3" fmla="*/ 6433443 w 6623094"/>
                <a:gd name="connsiteY3" fmla="*/ 5342694 h 5695951"/>
                <a:gd name="connsiteX4" fmla="*/ 6087410 w 6623094"/>
                <a:gd name="connsiteY4" fmla="*/ 5584984 h 5695951"/>
                <a:gd name="connsiteX5" fmla="*/ 6082270 w 6623094"/>
                <a:gd name="connsiteY5" fmla="*/ 5593259 h 5695951"/>
                <a:gd name="connsiteX6" fmla="*/ 6082107 w 6623094"/>
                <a:gd name="connsiteY6" fmla="*/ 5593101 h 5695951"/>
                <a:gd name="connsiteX7" fmla="*/ 5921285 w 6623094"/>
                <a:gd name="connsiteY7" fmla="*/ 5695951 h 5695951"/>
                <a:gd name="connsiteX8" fmla="*/ 5768284 w 6623094"/>
                <a:gd name="connsiteY8" fmla="*/ 5482807 h 5695951"/>
                <a:gd name="connsiteX9" fmla="*/ 5777752 w 6623094"/>
                <a:gd name="connsiteY9" fmla="*/ 5438410 h 5695951"/>
                <a:gd name="connsiteX10" fmla="*/ 5867872 w 6623094"/>
                <a:gd name="connsiteY10" fmla="*/ 5373535 h 5695951"/>
                <a:gd name="connsiteX11" fmla="*/ 6041441 w 6623094"/>
                <a:gd name="connsiteY11" fmla="*/ 5260373 h 5695951"/>
                <a:gd name="connsiteX12" fmla="*/ 6169491 w 6623094"/>
                <a:gd name="connsiteY12" fmla="*/ 5165063 h 5695951"/>
                <a:gd name="connsiteX13" fmla="*/ 6330843 w 6623094"/>
                <a:gd name="connsiteY13" fmla="*/ 5056489 h 5695951"/>
                <a:gd name="connsiteX14" fmla="*/ 6437081 w 6623094"/>
                <a:gd name="connsiteY14" fmla="*/ 4986819 h 5695951"/>
                <a:gd name="connsiteX15" fmla="*/ 6456495 w 6623094"/>
                <a:gd name="connsiteY15" fmla="*/ 4981948 h 5695951"/>
                <a:gd name="connsiteX16" fmla="*/ 4920569 w 6623094"/>
                <a:gd name="connsiteY16" fmla="*/ 2555592 h 5695951"/>
                <a:gd name="connsiteX17" fmla="*/ 4924202 w 6623094"/>
                <a:gd name="connsiteY17" fmla="*/ 3112181 h 5695951"/>
                <a:gd name="connsiteX18" fmla="*/ 5608158 w 6623094"/>
                <a:gd name="connsiteY18" fmla="*/ 3112181 h 5695951"/>
                <a:gd name="connsiteX19" fmla="*/ 5608158 w 6623094"/>
                <a:gd name="connsiteY19" fmla="*/ 3507776 h 5695951"/>
                <a:gd name="connsiteX20" fmla="*/ 4925799 w 6623094"/>
                <a:gd name="connsiteY20" fmla="*/ 3507776 h 5695951"/>
                <a:gd name="connsiteX21" fmla="*/ 4925799 w 6623094"/>
                <a:gd name="connsiteY21" fmla="*/ 4106247 h 5695951"/>
                <a:gd name="connsiteX22" fmla="*/ 5607417 w 6623094"/>
                <a:gd name="connsiteY22" fmla="*/ 4106247 h 5695951"/>
                <a:gd name="connsiteX23" fmla="*/ 5607417 w 6623094"/>
                <a:gd name="connsiteY23" fmla="*/ 4501840 h 5695951"/>
                <a:gd name="connsiteX24" fmla="*/ 4923889 w 6623094"/>
                <a:gd name="connsiteY24" fmla="*/ 4501840 h 5695951"/>
                <a:gd name="connsiteX25" fmla="*/ 4923889 w 6623094"/>
                <a:gd name="connsiteY25" fmla="*/ 4654063 h 5695951"/>
                <a:gd name="connsiteX26" fmla="*/ 4924147 w 6623094"/>
                <a:gd name="connsiteY26" fmla="*/ 4902834 h 5695951"/>
                <a:gd name="connsiteX27" fmla="*/ 4894112 w 6623094"/>
                <a:gd name="connsiteY27" fmla="*/ 4933191 h 5695951"/>
                <a:gd name="connsiteX28" fmla="*/ 4513654 w 6623094"/>
                <a:gd name="connsiteY28" fmla="*/ 4808944 h 5695951"/>
                <a:gd name="connsiteX29" fmla="*/ 4182316 w 6623094"/>
                <a:gd name="connsiteY29" fmla="*/ 4531917 h 5695951"/>
                <a:gd name="connsiteX30" fmla="*/ 4518041 w 6623094"/>
                <a:gd name="connsiteY30" fmla="*/ 4529249 h 5695951"/>
                <a:gd name="connsiteX31" fmla="*/ 4520376 w 6623094"/>
                <a:gd name="connsiteY31" fmla="*/ 4511821 h 5695951"/>
                <a:gd name="connsiteX32" fmla="*/ 4519799 w 6623094"/>
                <a:gd name="connsiteY32" fmla="*/ 2693498 h 5695951"/>
                <a:gd name="connsiteX33" fmla="*/ 4858288 w 6623094"/>
                <a:gd name="connsiteY33" fmla="*/ 2564519 h 5695951"/>
                <a:gd name="connsiteX34" fmla="*/ 4920569 w 6623094"/>
                <a:gd name="connsiteY34" fmla="*/ 2555592 h 5695951"/>
                <a:gd name="connsiteX35" fmla="*/ 1087778 w 6623094"/>
                <a:gd name="connsiteY35" fmla="*/ 1507236 h 5695951"/>
                <a:gd name="connsiteX36" fmla="*/ 1087647 w 6623094"/>
                <a:gd name="connsiteY36" fmla="*/ 4529284 h 5695951"/>
                <a:gd name="connsiteX37" fmla="*/ 1143140 w 6623094"/>
                <a:gd name="connsiteY37" fmla="*/ 4529284 h 5695951"/>
                <a:gd name="connsiteX38" fmla="*/ 3605712 w 6623094"/>
                <a:gd name="connsiteY38" fmla="*/ 4529249 h 5695951"/>
                <a:gd name="connsiteX39" fmla="*/ 3921542 w 6623094"/>
                <a:gd name="connsiteY39" fmla="*/ 4529660 h 5695951"/>
                <a:gd name="connsiteX40" fmla="*/ 4503975 w 6623094"/>
                <a:gd name="connsiteY40" fmla="*/ 5027341 h 5695951"/>
                <a:gd name="connsiteX41" fmla="*/ 4503975 w 6623094"/>
                <a:gd name="connsiteY41" fmla="*/ 5616782 h 5695951"/>
                <a:gd name="connsiteX42" fmla="*/ 4100379 w 6623094"/>
                <a:gd name="connsiteY42" fmla="*/ 5616782 h 5695951"/>
                <a:gd name="connsiteX43" fmla="*/ 4100379 w 6623094"/>
                <a:gd name="connsiteY43" fmla="*/ 4934628 h 5695951"/>
                <a:gd name="connsiteX44" fmla="*/ 3501709 w 6623094"/>
                <a:gd name="connsiteY44" fmla="*/ 4934628 h 5695951"/>
                <a:gd name="connsiteX45" fmla="*/ 3501709 w 6623094"/>
                <a:gd name="connsiteY45" fmla="*/ 5616232 h 5695951"/>
                <a:gd name="connsiteX46" fmla="*/ 3105934 w 6623094"/>
                <a:gd name="connsiteY46" fmla="*/ 5616232 h 5695951"/>
                <a:gd name="connsiteX47" fmla="*/ 3105934 w 6623094"/>
                <a:gd name="connsiteY47" fmla="*/ 4935179 h 5695951"/>
                <a:gd name="connsiteX48" fmla="*/ 2504232 w 6623094"/>
                <a:gd name="connsiteY48" fmla="*/ 4935179 h 5695951"/>
                <a:gd name="connsiteX49" fmla="*/ 2504232 w 6623094"/>
                <a:gd name="connsiteY49" fmla="*/ 5617193 h 5695951"/>
                <a:gd name="connsiteX50" fmla="*/ 2111498 w 6623094"/>
                <a:gd name="connsiteY50" fmla="*/ 5617193 h 5695951"/>
                <a:gd name="connsiteX51" fmla="*/ 2111498 w 6623094"/>
                <a:gd name="connsiteY51" fmla="*/ 4935729 h 5695951"/>
                <a:gd name="connsiteX52" fmla="*/ 1509787 w 6623094"/>
                <a:gd name="connsiteY52" fmla="*/ 4935729 h 5695951"/>
                <a:gd name="connsiteX53" fmla="*/ 1509787 w 6623094"/>
                <a:gd name="connsiteY53" fmla="*/ 5616643 h 5695951"/>
                <a:gd name="connsiteX54" fmla="*/ 1105439 w 6623094"/>
                <a:gd name="connsiteY54" fmla="*/ 5616643 h 5695951"/>
                <a:gd name="connsiteX55" fmla="*/ 1105439 w 6623094"/>
                <a:gd name="connsiteY55" fmla="*/ 4932653 h 5695951"/>
                <a:gd name="connsiteX56" fmla="*/ 909842 w 6623094"/>
                <a:gd name="connsiteY56" fmla="*/ 4931657 h 5695951"/>
                <a:gd name="connsiteX57" fmla="*/ 760631 w 6623094"/>
                <a:gd name="connsiteY57" fmla="*/ 4887166 h 5695951"/>
                <a:gd name="connsiteX58" fmla="*/ 684977 w 6623094"/>
                <a:gd name="connsiteY58" fmla="*/ 4736566 h 5695951"/>
                <a:gd name="connsiteX59" fmla="*/ 684243 w 6623094"/>
                <a:gd name="connsiteY59" fmla="*/ 4505514 h 5695951"/>
                <a:gd name="connsiteX60" fmla="*/ 419 w 6623094"/>
                <a:gd name="connsiteY60" fmla="*/ 4505514 h 5695951"/>
                <a:gd name="connsiteX61" fmla="*/ 419 w 6623094"/>
                <a:gd name="connsiteY61" fmla="*/ 4109748 h 5695951"/>
                <a:gd name="connsiteX62" fmla="*/ 681970 w 6623094"/>
                <a:gd name="connsiteY62" fmla="*/ 4109748 h 5695951"/>
                <a:gd name="connsiteX63" fmla="*/ 681970 w 6623094"/>
                <a:gd name="connsiteY63" fmla="*/ 3509557 h 5695951"/>
                <a:gd name="connsiteX64" fmla="*/ 961 w 6623094"/>
                <a:gd name="connsiteY64" fmla="*/ 3509557 h 5695951"/>
                <a:gd name="connsiteX65" fmla="*/ 961 w 6623094"/>
                <a:gd name="connsiteY65" fmla="*/ 3115303 h 5695951"/>
                <a:gd name="connsiteX66" fmla="*/ 681420 w 6623094"/>
                <a:gd name="connsiteY66" fmla="*/ 3115303 h 5695951"/>
                <a:gd name="connsiteX67" fmla="*/ 681420 w 6623094"/>
                <a:gd name="connsiteY67" fmla="*/ 2513592 h 5695951"/>
                <a:gd name="connsiteX68" fmla="*/ 0 w 6623094"/>
                <a:gd name="connsiteY68" fmla="*/ 2513592 h 5695951"/>
                <a:gd name="connsiteX69" fmla="*/ 0 w 6623094"/>
                <a:gd name="connsiteY69" fmla="*/ 2109253 h 5695951"/>
                <a:gd name="connsiteX70" fmla="*/ 682381 w 6623094"/>
                <a:gd name="connsiteY70" fmla="*/ 2109253 h 5695951"/>
                <a:gd name="connsiteX71" fmla="*/ 682381 w 6623094"/>
                <a:gd name="connsiteY71" fmla="*/ 1510574 h 5695951"/>
                <a:gd name="connsiteX72" fmla="*/ 3103679 w 6623094"/>
                <a:gd name="connsiteY72" fmla="*/ 0 h 5695951"/>
                <a:gd name="connsiteX73" fmla="*/ 3497872 w 6623094"/>
                <a:gd name="connsiteY73" fmla="*/ 0 h 5695951"/>
                <a:gd name="connsiteX74" fmla="*/ 3497872 w 6623094"/>
                <a:gd name="connsiteY74" fmla="*/ 689783 h 5695951"/>
                <a:gd name="connsiteX75" fmla="*/ 4098009 w 6623094"/>
                <a:gd name="connsiteY75" fmla="*/ 689783 h 5695951"/>
                <a:gd name="connsiteX76" fmla="*/ 4098009 w 6623094"/>
                <a:gd name="connsiteY76" fmla="*/ 612 h 5695951"/>
                <a:gd name="connsiteX77" fmla="*/ 4502305 w 6623094"/>
                <a:gd name="connsiteY77" fmla="*/ 612 h 5695951"/>
                <a:gd name="connsiteX78" fmla="*/ 4502305 w 6623094"/>
                <a:gd name="connsiteY78" fmla="*/ 692999 h 5695951"/>
                <a:gd name="connsiteX79" fmla="*/ 4710592 w 6623094"/>
                <a:gd name="connsiteY79" fmla="*/ 692248 h 5695951"/>
                <a:gd name="connsiteX80" fmla="*/ 4924314 w 6623094"/>
                <a:gd name="connsiteY80" fmla="*/ 908251 h 5695951"/>
                <a:gd name="connsiteX81" fmla="*/ 4923886 w 6623094"/>
                <a:gd name="connsiteY81" fmla="*/ 1112964 h 5695951"/>
                <a:gd name="connsiteX82" fmla="*/ 5608400 w 6623094"/>
                <a:gd name="connsiteY82" fmla="*/ 1112964 h 5695951"/>
                <a:gd name="connsiteX83" fmla="*/ 5608400 w 6623094"/>
                <a:gd name="connsiteY83" fmla="*/ 1505645 h 5695951"/>
                <a:gd name="connsiteX84" fmla="*/ 4927006 w 6623094"/>
                <a:gd name="connsiteY84" fmla="*/ 1505645 h 5695951"/>
                <a:gd name="connsiteX85" fmla="*/ 4927006 w 6623094"/>
                <a:gd name="connsiteY85" fmla="*/ 2107304 h 5695951"/>
                <a:gd name="connsiteX86" fmla="*/ 5610296 w 6623094"/>
                <a:gd name="connsiteY86" fmla="*/ 2107304 h 5695951"/>
                <a:gd name="connsiteX87" fmla="*/ 5607351 w 6623094"/>
                <a:gd name="connsiteY87" fmla="*/ 2438331 h 5695951"/>
                <a:gd name="connsiteX88" fmla="*/ 5181409 w 6623094"/>
                <a:gd name="connsiteY88" fmla="*/ 2350241 h 5695951"/>
                <a:gd name="connsiteX89" fmla="*/ 4675216 w 6623094"/>
                <a:gd name="connsiteY89" fmla="*/ 2410357 h 5695951"/>
                <a:gd name="connsiteX90" fmla="*/ 4521103 w 6623094"/>
                <a:gd name="connsiteY90" fmla="*/ 2456779 h 5695951"/>
                <a:gd name="connsiteX91" fmla="*/ 4520648 w 6623094"/>
                <a:gd name="connsiteY91" fmla="*/ 1087796 h 5695951"/>
                <a:gd name="connsiteX92" fmla="*/ 4494562 w 6623094"/>
                <a:gd name="connsiteY92" fmla="*/ 1087796 h 5695951"/>
                <a:gd name="connsiteX93" fmla="*/ 1498365 w 6623094"/>
                <a:gd name="connsiteY93" fmla="*/ 1084510 h 5695951"/>
                <a:gd name="connsiteX94" fmla="*/ 1507698 w 6623094"/>
                <a:gd name="connsiteY94" fmla="*/ 690998 h 5695951"/>
                <a:gd name="connsiteX95" fmla="*/ 2106315 w 6623094"/>
                <a:gd name="connsiteY95" fmla="*/ 690998 h 5695951"/>
                <a:gd name="connsiteX96" fmla="*/ 2106315 w 6623094"/>
                <a:gd name="connsiteY96" fmla="*/ 909 h 5695951"/>
                <a:gd name="connsiteX97" fmla="*/ 2502029 w 6623094"/>
                <a:gd name="connsiteY97" fmla="*/ 909 h 5695951"/>
                <a:gd name="connsiteX98" fmla="*/ 2502029 w 6623094"/>
                <a:gd name="connsiteY98" fmla="*/ 690395 h 5695951"/>
                <a:gd name="connsiteX99" fmla="*/ 3103679 w 6623094"/>
                <a:gd name="connsiteY99" fmla="*/ 690395 h 569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623094" h="5695951">
                  <a:moveTo>
                    <a:pt x="6456495" y="4981948"/>
                  </a:moveTo>
                  <a:cubicBezTo>
                    <a:pt x="6463529" y="4981519"/>
                    <a:pt x="6469861" y="4982416"/>
                    <a:pt x="6471694" y="4985039"/>
                  </a:cubicBezTo>
                  <a:cubicBezTo>
                    <a:pt x="6523365" y="5058925"/>
                    <a:pt x="6572906" y="5134300"/>
                    <a:pt x="6623094" y="5212422"/>
                  </a:cubicBezTo>
                  <a:cubicBezTo>
                    <a:pt x="6561565" y="5256880"/>
                    <a:pt x="6499906" y="5298227"/>
                    <a:pt x="6433443" y="5342694"/>
                  </a:cubicBezTo>
                  <a:cubicBezTo>
                    <a:pt x="6315520" y="5425230"/>
                    <a:pt x="6202401" y="5504649"/>
                    <a:pt x="6087410" y="5584984"/>
                  </a:cubicBezTo>
                  <a:cubicBezTo>
                    <a:pt x="6082962" y="5587626"/>
                    <a:pt x="6081823" y="5590033"/>
                    <a:pt x="6082270" y="5593259"/>
                  </a:cubicBezTo>
                  <a:cubicBezTo>
                    <a:pt x="6082423" y="5593400"/>
                    <a:pt x="6082107" y="5593102"/>
                    <a:pt x="6082107" y="5593101"/>
                  </a:cubicBezTo>
                  <a:cubicBezTo>
                    <a:pt x="6029365" y="5626906"/>
                    <a:pt x="5976624" y="5660712"/>
                    <a:pt x="5921285" y="5695951"/>
                  </a:cubicBezTo>
                  <a:cubicBezTo>
                    <a:pt x="5868846" y="5625639"/>
                    <a:pt x="5820600" y="5552701"/>
                    <a:pt x="5768284" y="5482807"/>
                  </a:cubicBezTo>
                  <a:cubicBezTo>
                    <a:pt x="5750348" y="5458844"/>
                    <a:pt x="5758268" y="5451022"/>
                    <a:pt x="5777752" y="5438410"/>
                  </a:cubicBezTo>
                  <a:cubicBezTo>
                    <a:pt x="5808065" y="5418789"/>
                    <a:pt x="5837005" y="5397049"/>
                    <a:pt x="5867872" y="5373535"/>
                  </a:cubicBezTo>
                  <a:cubicBezTo>
                    <a:pt x="5925240" y="5335146"/>
                    <a:pt x="5981261" y="5299428"/>
                    <a:pt x="6041441" y="5260373"/>
                  </a:cubicBezTo>
                  <a:cubicBezTo>
                    <a:pt x="6086898" y="5226379"/>
                    <a:pt x="6128194" y="5195721"/>
                    <a:pt x="6169491" y="5165063"/>
                  </a:cubicBezTo>
                  <a:cubicBezTo>
                    <a:pt x="6222942" y="5129775"/>
                    <a:pt x="6276394" y="5094488"/>
                    <a:pt x="6330843" y="5056489"/>
                  </a:cubicBezTo>
                  <a:cubicBezTo>
                    <a:pt x="6366782" y="5031221"/>
                    <a:pt x="6401120" y="5007618"/>
                    <a:pt x="6437081" y="4986819"/>
                  </a:cubicBezTo>
                  <a:cubicBezTo>
                    <a:pt x="6441725" y="4984133"/>
                    <a:pt x="6449462" y="4982377"/>
                    <a:pt x="6456495" y="4981948"/>
                  </a:cubicBezTo>
                  <a:close/>
                  <a:moveTo>
                    <a:pt x="4920569" y="2555592"/>
                  </a:moveTo>
                  <a:cubicBezTo>
                    <a:pt x="4924202" y="2739844"/>
                    <a:pt x="4924202" y="2924039"/>
                    <a:pt x="4924202" y="3112181"/>
                  </a:cubicBezTo>
                  <a:cubicBezTo>
                    <a:pt x="5152895" y="3112181"/>
                    <a:pt x="5379385" y="3112181"/>
                    <a:pt x="5608158" y="3112181"/>
                  </a:cubicBezTo>
                  <a:cubicBezTo>
                    <a:pt x="5608158" y="3245353"/>
                    <a:pt x="5608158" y="3374582"/>
                    <a:pt x="5608158" y="3507776"/>
                  </a:cubicBezTo>
                  <a:cubicBezTo>
                    <a:pt x="5380649" y="3507776"/>
                    <a:pt x="5154157" y="3507776"/>
                    <a:pt x="4925799" y="3507776"/>
                  </a:cubicBezTo>
                  <a:cubicBezTo>
                    <a:pt x="4925799" y="3708572"/>
                    <a:pt x="4925799" y="3905428"/>
                    <a:pt x="4925799" y="4106247"/>
                  </a:cubicBezTo>
                  <a:cubicBezTo>
                    <a:pt x="5151396" y="4106247"/>
                    <a:pt x="5377888" y="4106247"/>
                    <a:pt x="5607417" y="4106247"/>
                  </a:cubicBezTo>
                  <a:cubicBezTo>
                    <a:pt x="5607417" y="4239379"/>
                    <a:pt x="5607417" y="4368621"/>
                    <a:pt x="5607417" y="4501840"/>
                  </a:cubicBezTo>
                  <a:cubicBezTo>
                    <a:pt x="5382148" y="4501840"/>
                    <a:pt x="5155656" y="4501840"/>
                    <a:pt x="4923889" y="4501840"/>
                  </a:cubicBezTo>
                  <a:cubicBezTo>
                    <a:pt x="4923889" y="4555148"/>
                    <a:pt x="4923889" y="4604606"/>
                    <a:pt x="4923889" y="4654063"/>
                  </a:cubicBezTo>
                  <a:cubicBezTo>
                    <a:pt x="4923887" y="4736988"/>
                    <a:pt x="4923539" y="4819915"/>
                    <a:pt x="4924147" y="4902834"/>
                  </a:cubicBezTo>
                  <a:cubicBezTo>
                    <a:pt x="4924288" y="4922029"/>
                    <a:pt x="4923347" y="4937416"/>
                    <a:pt x="4894112" y="4933191"/>
                  </a:cubicBezTo>
                  <a:cubicBezTo>
                    <a:pt x="4751889" y="4931187"/>
                    <a:pt x="4631657" y="4871481"/>
                    <a:pt x="4513654" y="4808944"/>
                  </a:cubicBezTo>
                  <a:cubicBezTo>
                    <a:pt x="4384231" y="4740352"/>
                    <a:pt x="4270541" y="4650530"/>
                    <a:pt x="4182316" y="4531917"/>
                  </a:cubicBezTo>
                  <a:cubicBezTo>
                    <a:pt x="4296431" y="4529249"/>
                    <a:pt x="4407351" y="4529249"/>
                    <a:pt x="4518041" y="4529249"/>
                  </a:cubicBezTo>
                  <a:cubicBezTo>
                    <a:pt x="4519314" y="4520024"/>
                    <a:pt x="4520376" y="4515922"/>
                    <a:pt x="4520376" y="4511821"/>
                  </a:cubicBezTo>
                  <a:cubicBezTo>
                    <a:pt x="4520234" y="3905713"/>
                    <a:pt x="4520016" y="3299605"/>
                    <a:pt x="4519799" y="2693498"/>
                  </a:cubicBezTo>
                  <a:cubicBezTo>
                    <a:pt x="4623208" y="2625797"/>
                    <a:pt x="4739376" y="2591442"/>
                    <a:pt x="4858288" y="2564519"/>
                  </a:cubicBezTo>
                  <a:cubicBezTo>
                    <a:pt x="4877528" y="2560163"/>
                    <a:pt x="4897373" y="2558464"/>
                    <a:pt x="4920569" y="2555592"/>
                  </a:cubicBezTo>
                  <a:close/>
                  <a:moveTo>
                    <a:pt x="1087778" y="1507236"/>
                  </a:moveTo>
                  <a:cubicBezTo>
                    <a:pt x="1087734" y="2514588"/>
                    <a:pt x="1087690" y="3521932"/>
                    <a:pt x="1087647" y="4529284"/>
                  </a:cubicBezTo>
                  <a:lnTo>
                    <a:pt x="1143140" y="4529284"/>
                  </a:lnTo>
                  <a:lnTo>
                    <a:pt x="3605712" y="4529249"/>
                  </a:lnTo>
                  <a:lnTo>
                    <a:pt x="3921542" y="4529660"/>
                  </a:lnTo>
                  <a:cubicBezTo>
                    <a:pt x="4075743" y="4745148"/>
                    <a:pt x="4266246" y="4913829"/>
                    <a:pt x="4503975" y="5027341"/>
                  </a:cubicBezTo>
                  <a:lnTo>
                    <a:pt x="4503975" y="5616782"/>
                  </a:lnTo>
                  <a:lnTo>
                    <a:pt x="4100379" y="5616782"/>
                  </a:lnTo>
                  <a:lnTo>
                    <a:pt x="4100379" y="4934628"/>
                  </a:lnTo>
                  <a:lnTo>
                    <a:pt x="3501709" y="4934628"/>
                  </a:lnTo>
                  <a:lnTo>
                    <a:pt x="3501709" y="5616232"/>
                  </a:lnTo>
                  <a:lnTo>
                    <a:pt x="3105934" y="5616232"/>
                  </a:lnTo>
                  <a:lnTo>
                    <a:pt x="3105934" y="4935179"/>
                  </a:lnTo>
                  <a:lnTo>
                    <a:pt x="2504232" y="4935179"/>
                  </a:lnTo>
                  <a:lnTo>
                    <a:pt x="2504232" y="5617193"/>
                  </a:lnTo>
                  <a:lnTo>
                    <a:pt x="2111498" y="5617193"/>
                  </a:lnTo>
                  <a:lnTo>
                    <a:pt x="2111498" y="4935729"/>
                  </a:lnTo>
                  <a:lnTo>
                    <a:pt x="1509787" y="4935729"/>
                  </a:lnTo>
                  <a:lnTo>
                    <a:pt x="1509787" y="5616643"/>
                  </a:lnTo>
                  <a:lnTo>
                    <a:pt x="1105439" y="5616643"/>
                  </a:lnTo>
                  <a:lnTo>
                    <a:pt x="1105439" y="4932653"/>
                  </a:lnTo>
                  <a:cubicBezTo>
                    <a:pt x="1037598" y="4932653"/>
                    <a:pt x="973471" y="4935852"/>
                    <a:pt x="909842" y="4931657"/>
                  </a:cubicBezTo>
                  <a:cubicBezTo>
                    <a:pt x="857862" y="4928223"/>
                    <a:pt x="806345" y="4924176"/>
                    <a:pt x="760631" y="4887166"/>
                  </a:cubicBezTo>
                  <a:cubicBezTo>
                    <a:pt x="710538" y="4846600"/>
                    <a:pt x="687424" y="4796691"/>
                    <a:pt x="684977" y="4736566"/>
                  </a:cubicBezTo>
                  <a:cubicBezTo>
                    <a:pt x="681901" y="4660999"/>
                    <a:pt x="684243" y="4585214"/>
                    <a:pt x="684243" y="4505514"/>
                  </a:cubicBezTo>
                  <a:lnTo>
                    <a:pt x="419" y="4505514"/>
                  </a:lnTo>
                  <a:lnTo>
                    <a:pt x="419" y="4109748"/>
                  </a:lnTo>
                  <a:lnTo>
                    <a:pt x="681970" y="4109748"/>
                  </a:lnTo>
                  <a:lnTo>
                    <a:pt x="681970" y="3509557"/>
                  </a:lnTo>
                  <a:lnTo>
                    <a:pt x="961" y="3509557"/>
                  </a:lnTo>
                  <a:lnTo>
                    <a:pt x="961" y="3115303"/>
                  </a:lnTo>
                  <a:lnTo>
                    <a:pt x="681420" y="3115303"/>
                  </a:lnTo>
                  <a:lnTo>
                    <a:pt x="681420" y="2513592"/>
                  </a:lnTo>
                  <a:lnTo>
                    <a:pt x="0" y="2513592"/>
                  </a:lnTo>
                  <a:lnTo>
                    <a:pt x="0" y="2109253"/>
                  </a:lnTo>
                  <a:lnTo>
                    <a:pt x="682381" y="2109253"/>
                  </a:lnTo>
                  <a:lnTo>
                    <a:pt x="682381" y="1510574"/>
                  </a:lnTo>
                  <a:close/>
                  <a:moveTo>
                    <a:pt x="3103679" y="0"/>
                  </a:moveTo>
                  <a:lnTo>
                    <a:pt x="3497872" y="0"/>
                  </a:lnTo>
                  <a:lnTo>
                    <a:pt x="3497872" y="689783"/>
                  </a:lnTo>
                  <a:lnTo>
                    <a:pt x="4098009" y="689783"/>
                  </a:lnTo>
                  <a:lnTo>
                    <a:pt x="4098009" y="612"/>
                  </a:lnTo>
                  <a:lnTo>
                    <a:pt x="4502305" y="612"/>
                  </a:lnTo>
                  <a:lnTo>
                    <a:pt x="4502305" y="692999"/>
                  </a:lnTo>
                  <a:cubicBezTo>
                    <a:pt x="4574359" y="692999"/>
                    <a:pt x="4642724" y="696539"/>
                    <a:pt x="4710592" y="692248"/>
                  </a:cubicBezTo>
                  <a:cubicBezTo>
                    <a:pt x="4842132" y="683946"/>
                    <a:pt x="4928387" y="792336"/>
                    <a:pt x="4924314" y="908251"/>
                  </a:cubicBezTo>
                  <a:cubicBezTo>
                    <a:pt x="4921964" y="975096"/>
                    <a:pt x="4923886" y="1042090"/>
                    <a:pt x="4923886" y="1112964"/>
                  </a:cubicBezTo>
                  <a:lnTo>
                    <a:pt x="5608400" y="1112964"/>
                  </a:lnTo>
                  <a:lnTo>
                    <a:pt x="5608400" y="1505645"/>
                  </a:lnTo>
                  <a:lnTo>
                    <a:pt x="4927006" y="1505645"/>
                  </a:lnTo>
                  <a:lnTo>
                    <a:pt x="4927006" y="2107304"/>
                  </a:lnTo>
                  <a:lnTo>
                    <a:pt x="5610296" y="2107304"/>
                  </a:lnTo>
                  <a:cubicBezTo>
                    <a:pt x="5610296" y="2219286"/>
                    <a:pt x="5610296" y="2327371"/>
                    <a:pt x="5607351" y="2438331"/>
                  </a:cubicBezTo>
                  <a:cubicBezTo>
                    <a:pt x="5467561" y="2391524"/>
                    <a:pt x="5326801" y="2357861"/>
                    <a:pt x="5181409" y="2350241"/>
                  </a:cubicBezTo>
                  <a:cubicBezTo>
                    <a:pt x="5009669" y="2341240"/>
                    <a:pt x="4839764" y="2354873"/>
                    <a:pt x="4675216" y="2410357"/>
                  </a:cubicBezTo>
                  <a:cubicBezTo>
                    <a:pt x="4624136" y="2427582"/>
                    <a:pt x="4572786" y="2444002"/>
                    <a:pt x="4521103" y="2456779"/>
                  </a:cubicBezTo>
                  <a:cubicBezTo>
                    <a:pt x="4520648" y="1998572"/>
                    <a:pt x="4520648" y="1544368"/>
                    <a:pt x="4520648" y="1087796"/>
                  </a:cubicBezTo>
                  <a:lnTo>
                    <a:pt x="4494562" y="1087796"/>
                  </a:lnTo>
                  <a:lnTo>
                    <a:pt x="1498365" y="1084510"/>
                  </a:lnTo>
                  <a:lnTo>
                    <a:pt x="1507698" y="690998"/>
                  </a:lnTo>
                  <a:lnTo>
                    <a:pt x="2106315" y="690998"/>
                  </a:lnTo>
                  <a:lnTo>
                    <a:pt x="2106315" y="909"/>
                  </a:lnTo>
                  <a:lnTo>
                    <a:pt x="2502029" y="909"/>
                  </a:lnTo>
                  <a:lnTo>
                    <a:pt x="2502029" y="690395"/>
                  </a:lnTo>
                  <a:lnTo>
                    <a:pt x="3103679" y="690395"/>
                  </a:lnTo>
                  <a:close/>
                </a:path>
              </a:pathLst>
            </a:custGeom>
            <a:solidFill>
              <a:schemeClr val="accent2"/>
            </a:solidFill>
            <a:ln w="6350" cap="flat">
              <a:noFill/>
              <a:prstDash val="solid"/>
              <a:miter/>
            </a:ln>
          </p:spPr>
          <p:txBody>
            <a:bodyPr wrap="square" rtlCol="0" anchor="ctr">
              <a:noAutofit/>
            </a:bodyPr>
            <a:lstStyle/>
            <a:p>
              <a:endParaRPr lang="en-US"/>
            </a:p>
          </p:txBody>
        </p:sp>
        <p:sp>
          <p:nvSpPr>
            <p:cNvPr id="534" name="Freeform: Shape 533">
              <a:extLst>
                <a:ext uri="{FF2B5EF4-FFF2-40B4-BE49-F238E27FC236}">
                  <a16:creationId xmlns:a16="http://schemas.microsoft.com/office/drawing/2014/main" id="{7D35FAFD-ACEC-7E25-E23B-3A9FB86CAADF}"/>
                </a:ext>
                <a:ext uri="{C183D7F6-B498-43B3-948B-1728B52AA6E4}">
                  <adec:decorative xmlns:adec="http://schemas.microsoft.com/office/drawing/2017/decorative" val="1"/>
                </a:ext>
              </a:extLst>
            </p:cNvPr>
            <p:cNvSpPr/>
            <p:nvPr/>
          </p:nvSpPr>
          <p:spPr>
            <a:xfrm>
              <a:off x="2649642" y="1559110"/>
              <a:ext cx="453786" cy="415337"/>
            </a:xfrm>
            <a:custGeom>
              <a:avLst/>
              <a:gdLst>
                <a:gd name="connsiteX0" fmla="*/ 6004154 w 6806789"/>
                <a:gd name="connsiteY0" fmla="*/ 4587581 h 6230056"/>
                <a:gd name="connsiteX1" fmla="*/ 6328979 w 6806789"/>
                <a:gd name="connsiteY1" fmla="*/ 5054352 h 6230056"/>
                <a:gd name="connsiteX2" fmla="*/ 6806789 w 6806789"/>
                <a:gd name="connsiteY2" fmla="*/ 5743411 h 6230056"/>
                <a:gd name="connsiteX3" fmla="*/ 6103702 w 6806789"/>
                <a:gd name="connsiteY3" fmla="*/ 6230056 h 6230056"/>
                <a:gd name="connsiteX4" fmla="*/ 5906084 w 6806789"/>
                <a:gd name="connsiteY4" fmla="*/ 5944213 h 6230056"/>
                <a:gd name="connsiteX5" fmla="*/ 5322922 w 6806789"/>
                <a:gd name="connsiteY5" fmla="*/ 5096255 h 6230056"/>
                <a:gd name="connsiteX6" fmla="*/ 5303564 w 6806789"/>
                <a:gd name="connsiteY6" fmla="*/ 5070572 h 6230056"/>
                <a:gd name="connsiteX7" fmla="*/ 5463999 w 6806789"/>
                <a:gd name="connsiteY7" fmla="*/ 4968003 h 6230056"/>
                <a:gd name="connsiteX8" fmla="*/ 5475176 w 6806789"/>
                <a:gd name="connsiteY8" fmla="*/ 4989238 h 6230056"/>
                <a:gd name="connsiteX9" fmla="*/ 5970203 w 6806789"/>
                <a:gd name="connsiteY9" fmla="*/ 5682714 h 6230056"/>
                <a:gd name="connsiteX10" fmla="*/ 6156094 w 6806789"/>
                <a:gd name="connsiteY10" fmla="*/ 5944873 h 6230056"/>
                <a:gd name="connsiteX11" fmla="*/ 6490613 w 6806789"/>
                <a:gd name="connsiteY11" fmla="*/ 5713987 h 6230056"/>
                <a:gd name="connsiteX12" fmla="*/ 6500421 w 6806789"/>
                <a:gd name="connsiteY12" fmla="*/ 5662523 h 6230056"/>
                <a:gd name="connsiteX13" fmla="*/ 6279425 w 6806789"/>
                <a:gd name="connsiteY13" fmla="*/ 5353821 h 6230056"/>
                <a:gd name="connsiteX14" fmla="*/ 5862272 w 6806789"/>
                <a:gd name="connsiteY14" fmla="*/ 4760595 h 6230056"/>
                <a:gd name="connsiteX15" fmla="*/ 5817172 w 6806789"/>
                <a:gd name="connsiteY15" fmla="*/ 4713630 h 6230056"/>
                <a:gd name="connsiteX16" fmla="*/ 6004154 w 6806789"/>
                <a:gd name="connsiteY16" fmla="*/ 4587581 h 6230056"/>
                <a:gd name="connsiteX17" fmla="*/ 4926732 w 6806789"/>
                <a:gd name="connsiteY17" fmla="*/ 2159231 h 6230056"/>
                <a:gd name="connsiteX18" fmla="*/ 5148199 w 6806789"/>
                <a:gd name="connsiteY18" fmla="*/ 2311579 h 6230056"/>
                <a:gd name="connsiteX19" fmla="*/ 5359903 w 6806789"/>
                <a:gd name="connsiteY19" fmla="*/ 2545456 h 6230056"/>
                <a:gd name="connsiteX20" fmla="*/ 5509614 w 6806789"/>
                <a:gd name="connsiteY20" fmla="*/ 2913583 h 6230056"/>
                <a:gd name="connsiteX21" fmla="*/ 5535980 w 6806789"/>
                <a:gd name="connsiteY21" fmla="*/ 3117426 h 6230056"/>
                <a:gd name="connsiteX22" fmla="*/ 5329793 w 6806789"/>
                <a:gd name="connsiteY22" fmla="*/ 3117426 h 6230056"/>
                <a:gd name="connsiteX23" fmla="*/ 4837492 w 6806789"/>
                <a:gd name="connsiteY23" fmla="*/ 2349577 h 6230056"/>
                <a:gd name="connsiteX24" fmla="*/ 4926732 w 6806789"/>
                <a:gd name="connsiteY24" fmla="*/ 2159231 h 6230056"/>
                <a:gd name="connsiteX25" fmla="*/ 1987595 w 6806789"/>
                <a:gd name="connsiteY25" fmla="*/ 1921546 h 6230056"/>
                <a:gd name="connsiteX26" fmla="*/ 2378930 w 6806789"/>
                <a:gd name="connsiteY26" fmla="*/ 1921546 h 6230056"/>
                <a:gd name="connsiteX27" fmla="*/ 2378930 w 6806789"/>
                <a:gd name="connsiteY27" fmla="*/ 3031809 h 6230056"/>
                <a:gd name="connsiteX28" fmla="*/ 1987595 w 6806789"/>
                <a:gd name="connsiteY28" fmla="*/ 3031809 h 6230056"/>
                <a:gd name="connsiteX29" fmla="*/ 4479278 w 6806789"/>
                <a:gd name="connsiteY29" fmla="*/ 1919083 h 6230056"/>
                <a:gd name="connsiteX30" fmla="*/ 4297861 w 6806789"/>
                <a:gd name="connsiteY30" fmla="*/ 1927584 h 6230056"/>
                <a:gd name="connsiteX31" fmla="*/ 4239210 w 6806789"/>
                <a:gd name="connsiteY31" fmla="*/ 1936566 h 6230056"/>
                <a:gd name="connsiteX32" fmla="*/ 3895099 w 6806789"/>
                <a:gd name="connsiteY32" fmla="*/ 2067219 h 6230056"/>
                <a:gd name="connsiteX33" fmla="*/ 3560042 w 6806789"/>
                <a:gd name="connsiteY33" fmla="*/ 3906630 h 6230056"/>
                <a:gd name="connsiteX34" fmla="*/ 3894575 w 6806789"/>
                <a:gd name="connsiteY34" fmla="*/ 4180991 h 6230056"/>
                <a:gd name="connsiteX35" fmla="*/ 4274991 w 6806789"/>
                <a:gd name="connsiteY35" fmla="*/ 4311429 h 6230056"/>
                <a:gd name="connsiteX36" fmla="*/ 4447303 w 6806789"/>
                <a:gd name="connsiteY36" fmla="*/ 4328918 h 6230056"/>
                <a:gd name="connsiteX37" fmla="*/ 4708217 w 6806789"/>
                <a:gd name="connsiteY37" fmla="*/ 4303708 h 6230056"/>
                <a:gd name="connsiteX38" fmla="*/ 5279162 w 6806789"/>
                <a:gd name="connsiteY38" fmla="*/ 4019888 h 6230056"/>
                <a:gd name="connsiteX39" fmla="*/ 5635692 w 6806789"/>
                <a:gd name="connsiteY39" fmla="*/ 3441169 h 6230056"/>
                <a:gd name="connsiteX40" fmla="*/ 5683820 w 6806789"/>
                <a:gd name="connsiteY40" fmla="*/ 3116576 h 6230056"/>
                <a:gd name="connsiteX41" fmla="*/ 5660500 w 6806789"/>
                <a:gd name="connsiteY41" fmla="*/ 2907266 h 6230056"/>
                <a:gd name="connsiteX42" fmla="*/ 5334058 w 6806789"/>
                <a:gd name="connsiteY42" fmla="*/ 2276085 h 6230056"/>
                <a:gd name="connsiteX43" fmla="*/ 4959283 w 6806789"/>
                <a:gd name="connsiteY43" fmla="*/ 2019154 h 6230056"/>
                <a:gd name="connsiteX44" fmla="*/ 4479278 w 6806789"/>
                <a:gd name="connsiteY44" fmla="*/ 1919083 h 6230056"/>
                <a:gd name="connsiteX45" fmla="*/ 4433927 w 6806789"/>
                <a:gd name="connsiteY45" fmla="*/ 1720078 h 6230056"/>
                <a:gd name="connsiteX46" fmla="*/ 4562332 w 6806789"/>
                <a:gd name="connsiteY46" fmla="*/ 1722285 h 6230056"/>
                <a:gd name="connsiteX47" fmla="*/ 4988315 w 6806789"/>
                <a:gd name="connsiteY47" fmla="*/ 1814376 h 6230056"/>
                <a:gd name="connsiteX48" fmla="*/ 5232184 w 6806789"/>
                <a:gd name="connsiteY48" fmla="*/ 1934449 h 6230056"/>
                <a:gd name="connsiteX49" fmla="*/ 5680508 w 6806789"/>
                <a:gd name="connsiteY49" fmla="*/ 2390385 h 6230056"/>
                <a:gd name="connsiteX50" fmla="*/ 5865892 w 6806789"/>
                <a:gd name="connsiteY50" fmla="*/ 2906656 h 6230056"/>
                <a:gd name="connsiteX51" fmla="*/ 5881896 w 6806789"/>
                <a:gd name="connsiteY51" fmla="*/ 3212157 h 6230056"/>
                <a:gd name="connsiteX52" fmla="*/ 5681235 w 6806789"/>
                <a:gd name="connsiteY52" fmla="*/ 3849781 h 6230056"/>
                <a:gd name="connsiteX53" fmla="*/ 5512104 w 6806789"/>
                <a:gd name="connsiteY53" fmla="*/ 4081540 h 6230056"/>
                <a:gd name="connsiteX54" fmla="*/ 5510810 w 6806789"/>
                <a:gd name="connsiteY54" fmla="*/ 4123165 h 6230056"/>
                <a:gd name="connsiteX55" fmla="*/ 5711482 w 6806789"/>
                <a:gd name="connsiteY55" fmla="*/ 4425409 h 6230056"/>
                <a:gd name="connsiteX56" fmla="*/ 5547564 w 6806789"/>
                <a:gd name="connsiteY56" fmla="*/ 4535984 h 6230056"/>
                <a:gd name="connsiteX57" fmla="*/ 5343760 w 6806789"/>
                <a:gd name="connsiteY57" fmla="*/ 4243032 h 6230056"/>
                <a:gd name="connsiteX58" fmla="*/ 5220121 w 6806789"/>
                <a:gd name="connsiteY58" fmla="*/ 4330974 h 6230056"/>
                <a:gd name="connsiteX59" fmla="*/ 5419510 w 6806789"/>
                <a:gd name="connsiteY59" fmla="*/ 4633143 h 6230056"/>
                <a:gd name="connsiteX60" fmla="*/ 5250146 w 6806789"/>
                <a:gd name="connsiteY60" fmla="*/ 4742911 h 6230056"/>
                <a:gd name="connsiteX61" fmla="*/ 5032143 w 6806789"/>
                <a:gd name="connsiteY61" fmla="*/ 4420926 h 6230056"/>
                <a:gd name="connsiteX62" fmla="*/ 4836318 w 6806789"/>
                <a:gd name="connsiteY62" fmla="*/ 4483844 h 6230056"/>
                <a:gd name="connsiteX63" fmla="*/ 4327330 w 6806789"/>
                <a:gd name="connsiteY63" fmla="*/ 4520518 h 6230056"/>
                <a:gd name="connsiteX64" fmla="*/ 3887750 w 6806789"/>
                <a:gd name="connsiteY64" fmla="*/ 4400421 h 6230056"/>
                <a:gd name="connsiteX65" fmla="*/ 3301609 w 6806789"/>
                <a:gd name="connsiteY65" fmla="*/ 3898917 h 6230056"/>
                <a:gd name="connsiteX66" fmla="*/ 3240435 w 6806789"/>
                <a:gd name="connsiteY66" fmla="*/ 3796769 h 6230056"/>
                <a:gd name="connsiteX67" fmla="*/ 3075497 w 6806789"/>
                <a:gd name="connsiteY67" fmla="*/ 3255579 h 6230056"/>
                <a:gd name="connsiteX68" fmla="*/ 3098296 w 6806789"/>
                <a:gd name="connsiteY68" fmla="*/ 2833247 h 6230056"/>
                <a:gd name="connsiteX69" fmla="*/ 3262821 w 6806789"/>
                <a:gd name="connsiteY69" fmla="*/ 2406111 h 6230056"/>
                <a:gd name="connsiteX70" fmla="*/ 3660401 w 6806789"/>
                <a:gd name="connsiteY70" fmla="*/ 1976297 h 6230056"/>
                <a:gd name="connsiteX71" fmla="*/ 3902479 w 6806789"/>
                <a:gd name="connsiteY71" fmla="*/ 1832829 h 6230056"/>
                <a:gd name="connsiteX72" fmla="*/ 4056141 w 6806789"/>
                <a:gd name="connsiteY72" fmla="*/ 1782406 h 6230056"/>
                <a:gd name="connsiteX73" fmla="*/ 4433927 w 6806789"/>
                <a:gd name="connsiteY73" fmla="*/ 1720078 h 6230056"/>
                <a:gd name="connsiteX74" fmla="*/ 2184180 w 6806789"/>
                <a:gd name="connsiteY74" fmla="*/ 1331213 h 6230056"/>
                <a:gd name="connsiteX75" fmla="*/ 2382583 w 6806789"/>
                <a:gd name="connsiteY75" fmla="*/ 1530429 h 6230056"/>
                <a:gd name="connsiteX76" fmla="*/ 2184180 w 6806789"/>
                <a:gd name="connsiteY76" fmla="*/ 1729645 h 6230056"/>
                <a:gd name="connsiteX77" fmla="*/ 1985777 w 6806789"/>
                <a:gd name="connsiteY77" fmla="*/ 1530429 h 6230056"/>
                <a:gd name="connsiteX78" fmla="*/ 2184180 w 6806789"/>
                <a:gd name="connsiteY78" fmla="*/ 1331213 h 6230056"/>
                <a:gd name="connsiteX79" fmla="*/ 0 w 6806789"/>
                <a:gd name="connsiteY79" fmla="*/ 0 h 6230056"/>
                <a:gd name="connsiteX80" fmla="*/ 580850 w 6806789"/>
                <a:gd name="connsiteY80" fmla="*/ 0 h 6230056"/>
                <a:gd name="connsiteX81" fmla="*/ 580850 w 6806789"/>
                <a:gd name="connsiteY81" fmla="*/ 580851 h 6230056"/>
                <a:gd name="connsiteX82" fmla="*/ 0 w 6806789"/>
                <a:gd name="connsiteY82" fmla="*/ 580851 h 62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806789" h="6230056">
                  <a:moveTo>
                    <a:pt x="6004154" y="4587581"/>
                  </a:moveTo>
                  <a:cubicBezTo>
                    <a:pt x="6112441" y="4743163"/>
                    <a:pt x="6220878" y="4898640"/>
                    <a:pt x="6328979" y="5054352"/>
                  </a:cubicBezTo>
                  <a:cubicBezTo>
                    <a:pt x="6486884" y="5281799"/>
                    <a:pt x="6644548" y="5509412"/>
                    <a:pt x="6806789" y="5743411"/>
                  </a:cubicBezTo>
                  <a:cubicBezTo>
                    <a:pt x="6572574" y="5905524"/>
                    <a:pt x="6339690" y="6066715"/>
                    <a:pt x="6103702" y="6230056"/>
                  </a:cubicBezTo>
                  <a:cubicBezTo>
                    <a:pt x="6036853" y="6133389"/>
                    <a:pt x="5971253" y="6038950"/>
                    <a:pt x="5906084" y="5944213"/>
                  </a:cubicBezTo>
                  <a:cubicBezTo>
                    <a:pt x="5711663" y="5661584"/>
                    <a:pt x="5517443" y="5378815"/>
                    <a:pt x="5322922" y="5096255"/>
                  </a:cubicBezTo>
                  <a:cubicBezTo>
                    <a:pt x="5317339" y="5088144"/>
                    <a:pt x="5309241" y="5081762"/>
                    <a:pt x="5303564" y="5070572"/>
                  </a:cubicBezTo>
                  <a:cubicBezTo>
                    <a:pt x="5357556" y="5032764"/>
                    <a:pt x="5410297" y="4998959"/>
                    <a:pt x="5463999" y="4968003"/>
                  </a:cubicBezTo>
                  <a:cubicBezTo>
                    <a:pt x="5468337" y="4977000"/>
                    <a:pt x="5471131" y="4983566"/>
                    <a:pt x="5475176" y="4989238"/>
                  </a:cubicBezTo>
                  <a:cubicBezTo>
                    <a:pt x="5640130" y="5220436"/>
                    <a:pt x="5805276" y="5451496"/>
                    <a:pt x="5970203" y="5682714"/>
                  </a:cubicBezTo>
                  <a:cubicBezTo>
                    <a:pt x="6032646" y="5770252"/>
                    <a:pt x="6094611" y="5858132"/>
                    <a:pt x="6156094" y="5944873"/>
                  </a:cubicBezTo>
                  <a:cubicBezTo>
                    <a:pt x="6270498" y="5865448"/>
                    <a:pt x="6379408" y="5787994"/>
                    <a:pt x="6490613" y="5713987"/>
                  </a:cubicBezTo>
                  <a:cubicBezTo>
                    <a:pt x="6517014" y="5696417"/>
                    <a:pt x="6517799" y="5686312"/>
                    <a:pt x="6500421" y="5662523"/>
                  </a:cubicBezTo>
                  <a:cubicBezTo>
                    <a:pt x="6425772" y="5560340"/>
                    <a:pt x="6352323" y="5457267"/>
                    <a:pt x="6279425" y="5353821"/>
                  </a:cubicBezTo>
                  <a:cubicBezTo>
                    <a:pt x="6140176" y="5156219"/>
                    <a:pt x="6001871" y="4957950"/>
                    <a:pt x="5862272" y="4760595"/>
                  </a:cubicBezTo>
                  <a:cubicBezTo>
                    <a:pt x="5849970" y="4743203"/>
                    <a:pt x="5831027" y="4730508"/>
                    <a:pt x="5817172" y="4713630"/>
                  </a:cubicBezTo>
                  <a:cubicBezTo>
                    <a:pt x="5880835" y="4670280"/>
                    <a:pt x="5942494" y="4628930"/>
                    <a:pt x="6004154" y="4587581"/>
                  </a:cubicBezTo>
                  <a:close/>
                  <a:moveTo>
                    <a:pt x="4926732" y="2159231"/>
                  </a:moveTo>
                  <a:cubicBezTo>
                    <a:pt x="5003097" y="2211549"/>
                    <a:pt x="5074537" y="2260491"/>
                    <a:pt x="5148199" y="2311579"/>
                  </a:cubicBezTo>
                  <a:cubicBezTo>
                    <a:pt x="5235067" y="2377568"/>
                    <a:pt x="5302982" y="2457052"/>
                    <a:pt x="5359903" y="2545456"/>
                  </a:cubicBezTo>
                  <a:cubicBezTo>
                    <a:pt x="5432686" y="2658500"/>
                    <a:pt x="5485431" y="2780800"/>
                    <a:pt x="5509614" y="2913583"/>
                  </a:cubicBezTo>
                  <a:cubicBezTo>
                    <a:pt x="5521658" y="2979718"/>
                    <a:pt x="5527101" y="3047056"/>
                    <a:pt x="5535980" y="3117426"/>
                  </a:cubicBezTo>
                  <a:cubicBezTo>
                    <a:pt x="5463032" y="3117426"/>
                    <a:pt x="5396885" y="3117426"/>
                    <a:pt x="5329793" y="3117426"/>
                  </a:cubicBezTo>
                  <a:cubicBezTo>
                    <a:pt x="5312301" y="2767809"/>
                    <a:pt x="5145984" y="2514886"/>
                    <a:pt x="4837492" y="2349577"/>
                  </a:cubicBezTo>
                  <a:cubicBezTo>
                    <a:pt x="4865289" y="2290286"/>
                    <a:pt x="4893606" y="2229888"/>
                    <a:pt x="4926732" y="2159231"/>
                  </a:cubicBezTo>
                  <a:close/>
                  <a:moveTo>
                    <a:pt x="1987595" y="1921546"/>
                  </a:moveTo>
                  <a:lnTo>
                    <a:pt x="2378930" y="1921546"/>
                  </a:lnTo>
                  <a:lnTo>
                    <a:pt x="2378930" y="3031809"/>
                  </a:lnTo>
                  <a:lnTo>
                    <a:pt x="1987595" y="3031809"/>
                  </a:lnTo>
                  <a:close/>
                  <a:moveTo>
                    <a:pt x="4479278" y="1919083"/>
                  </a:moveTo>
                  <a:cubicBezTo>
                    <a:pt x="4421192" y="1920416"/>
                    <a:pt x="4363174" y="1924738"/>
                    <a:pt x="4297861" y="1927584"/>
                  </a:cubicBezTo>
                  <a:cubicBezTo>
                    <a:pt x="4278294" y="1930511"/>
                    <a:pt x="4258451" y="1932210"/>
                    <a:pt x="4239210" y="1936566"/>
                  </a:cubicBezTo>
                  <a:cubicBezTo>
                    <a:pt x="4120298" y="1963488"/>
                    <a:pt x="4004130" y="1997843"/>
                    <a:pt x="3895099" y="2067219"/>
                  </a:cubicBezTo>
                  <a:cubicBezTo>
                    <a:pt x="3220935" y="2446345"/>
                    <a:pt x="3070057" y="3325933"/>
                    <a:pt x="3560042" y="3906630"/>
                  </a:cubicBezTo>
                  <a:cubicBezTo>
                    <a:pt x="3651461" y="4022576"/>
                    <a:pt x="3765151" y="4112399"/>
                    <a:pt x="3894575" y="4180991"/>
                  </a:cubicBezTo>
                  <a:cubicBezTo>
                    <a:pt x="4012578" y="4243528"/>
                    <a:pt x="4132812" y="4303233"/>
                    <a:pt x="4274991" y="4311429"/>
                  </a:cubicBezTo>
                  <a:cubicBezTo>
                    <a:pt x="4332444" y="4317769"/>
                    <a:pt x="4390101" y="4330687"/>
                    <a:pt x="4447303" y="4328918"/>
                  </a:cubicBezTo>
                  <a:cubicBezTo>
                    <a:pt x="4534506" y="4326223"/>
                    <a:pt x="4622412" y="4319051"/>
                    <a:pt x="4708217" y="4303708"/>
                  </a:cubicBezTo>
                  <a:cubicBezTo>
                    <a:pt x="4925417" y="4264875"/>
                    <a:pt x="5115612" y="4166140"/>
                    <a:pt x="5279162" y="4019888"/>
                  </a:cubicBezTo>
                  <a:cubicBezTo>
                    <a:pt x="5454608" y="3862999"/>
                    <a:pt x="5579838" y="3671326"/>
                    <a:pt x="5635692" y="3441169"/>
                  </a:cubicBezTo>
                  <a:cubicBezTo>
                    <a:pt x="5661413" y="3335177"/>
                    <a:pt x="5676620" y="3225452"/>
                    <a:pt x="5683820" y="3116576"/>
                  </a:cubicBezTo>
                  <a:cubicBezTo>
                    <a:pt x="5688384" y="3047584"/>
                    <a:pt x="5672104" y="2976583"/>
                    <a:pt x="5660500" y="2907266"/>
                  </a:cubicBezTo>
                  <a:cubicBezTo>
                    <a:pt x="5619463" y="2662152"/>
                    <a:pt x="5504184" y="2453587"/>
                    <a:pt x="5334058" y="2276085"/>
                  </a:cubicBezTo>
                  <a:cubicBezTo>
                    <a:pt x="5227829" y="2165252"/>
                    <a:pt x="5100948" y="2080303"/>
                    <a:pt x="4959283" y="2019154"/>
                  </a:cubicBezTo>
                  <a:cubicBezTo>
                    <a:pt x="4806154" y="1953057"/>
                    <a:pt x="4646905" y="1915238"/>
                    <a:pt x="4479278" y="1919083"/>
                  </a:cubicBezTo>
                  <a:close/>
                  <a:moveTo>
                    <a:pt x="4433927" y="1720078"/>
                  </a:moveTo>
                  <a:cubicBezTo>
                    <a:pt x="4476577" y="1719199"/>
                    <a:pt x="4519398" y="1720035"/>
                    <a:pt x="4562332" y="1722285"/>
                  </a:cubicBezTo>
                  <a:cubicBezTo>
                    <a:pt x="4707723" y="1729907"/>
                    <a:pt x="4848483" y="1763572"/>
                    <a:pt x="4988315" y="1814376"/>
                  </a:cubicBezTo>
                  <a:cubicBezTo>
                    <a:pt x="5071856" y="1854732"/>
                    <a:pt x="5156299" y="1887651"/>
                    <a:pt x="5232184" y="1934449"/>
                  </a:cubicBezTo>
                  <a:cubicBezTo>
                    <a:pt x="5418268" y="2049207"/>
                    <a:pt x="5566442" y="2204445"/>
                    <a:pt x="5680508" y="2390385"/>
                  </a:cubicBezTo>
                  <a:cubicBezTo>
                    <a:pt x="5777849" y="2549057"/>
                    <a:pt x="5844499" y="2720808"/>
                    <a:pt x="5865892" y="2906656"/>
                  </a:cubicBezTo>
                  <a:cubicBezTo>
                    <a:pt x="5877545" y="3007882"/>
                    <a:pt x="5888282" y="3111000"/>
                    <a:pt x="5881896" y="3212157"/>
                  </a:cubicBezTo>
                  <a:cubicBezTo>
                    <a:pt x="5867514" y="3439932"/>
                    <a:pt x="5804864" y="3655843"/>
                    <a:pt x="5681235" y="3849781"/>
                  </a:cubicBezTo>
                  <a:cubicBezTo>
                    <a:pt x="5629938" y="3930251"/>
                    <a:pt x="5567515" y="4003578"/>
                    <a:pt x="5512104" y="4081540"/>
                  </a:cubicBezTo>
                  <a:cubicBezTo>
                    <a:pt x="5505209" y="4091241"/>
                    <a:pt x="5504368" y="4113436"/>
                    <a:pt x="5510810" y="4123165"/>
                  </a:cubicBezTo>
                  <a:cubicBezTo>
                    <a:pt x="5576740" y="4222759"/>
                    <a:pt x="5644760" y="4320970"/>
                    <a:pt x="5711482" y="4425409"/>
                  </a:cubicBezTo>
                  <a:cubicBezTo>
                    <a:pt x="5657322" y="4466536"/>
                    <a:pt x="5603870" y="4501822"/>
                    <a:pt x="5547564" y="4535984"/>
                  </a:cubicBezTo>
                  <a:cubicBezTo>
                    <a:pt x="5478000" y="4437981"/>
                    <a:pt x="5411291" y="4341105"/>
                    <a:pt x="5343760" y="4243032"/>
                  </a:cubicBezTo>
                  <a:cubicBezTo>
                    <a:pt x="5301393" y="4273167"/>
                    <a:pt x="5261704" y="4301397"/>
                    <a:pt x="5220121" y="4330974"/>
                  </a:cubicBezTo>
                  <a:cubicBezTo>
                    <a:pt x="5288170" y="4432545"/>
                    <a:pt x="5354490" y="4531537"/>
                    <a:pt x="5419510" y="4633143"/>
                  </a:cubicBezTo>
                  <a:cubicBezTo>
                    <a:pt x="5362189" y="4671474"/>
                    <a:pt x="5306167" y="4707193"/>
                    <a:pt x="5250146" y="4742911"/>
                  </a:cubicBezTo>
                  <a:cubicBezTo>
                    <a:pt x="5177635" y="4635814"/>
                    <a:pt x="5105125" y="4528718"/>
                    <a:pt x="5032143" y="4420926"/>
                  </a:cubicBezTo>
                  <a:cubicBezTo>
                    <a:pt x="4966242" y="4442296"/>
                    <a:pt x="4902095" y="4466089"/>
                    <a:pt x="4836318" y="4483844"/>
                  </a:cubicBezTo>
                  <a:cubicBezTo>
                    <a:pt x="4669271" y="4528933"/>
                    <a:pt x="4499619" y="4538287"/>
                    <a:pt x="4327330" y="4520518"/>
                  </a:cubicBezTo>
                  <a:cubicBezTo>
                    <a:pt x="4174723" y="4504779"/>
                    <a:pt x="4028960" y="4467635"/>
                    <a:pt x="3887750" y="4400421"/>
                  </a:cubicBezTo>
                  <a:cubicBezTo>
                    <a:pt x="3647167" y="4285872"/>
                    <a:pt x="3456668" y="4117194"/>
                    <a:pt x="3301609" y="3898917"/>
                  </a:cubicBezTo>
                  <a:cubicBezTo>
                    <a:pt x="3278793" y="3862190"/>
                    <a:pt x="3258388" y="3830139"/>
                    <a:pt x="3240435" y="3796769"/>
                  </a:cubicBezTo>
                  <a:cubicBezTo>
                    <a:pt x="3149342" y="3627447"/>
                    <a:pt x="3093924" y="3448371"/>
                    <a:pt x="3075497" y="3255579"/>
                  </a:cubicBezTo>
                  <a:cubicBezTo>
                    <a:pt x="3061823" y="3112515"/>
                    <a:pt x="3070015" y="2972002"/>
                    <a:pt x="3098296" y="2833247"/>
                  </a:cubicBezTo>
                  <a:cubicBezTo>
                    <a:pt x="3129008" y="2682566"/>
                    <a:pt x="3182989" y="2539190"/>
                    <a:pt x="3262821" y="2406111"/>
                  </a:cubicBezTo>
                  <a:cubicBezTo>
                    <a:pt x="3365546" y="2234868"/>
                    <a:pt x="3496561" y="2089671"/>
                    <a:pt x="3660401" y="1976297"/>
                  </a:cubicBezTo>
                  <a:cubicBezTo>
                    <a:pt x="3737343" y="1923056"/>
                    <a:pt x="3821561" y="1880324"/>
                    <a:pt x="3902479" y="1832829"/>
                  </a:cubicBezTo>
                  <a:cubicBezTo>
                    <a:pt x="3953708" y="1816045"/>
                    <a:pt x="4005061" y="1799630"/>
                    <a:pt x="4056141" y="1782406"/>
                  </a:cubicBezTo>
                  <a:cubicBezTo>
                    <a:pt x="4179547" y="1740791"/>
                    <a:pt x="4305974" y="1722717"/>
                    <a:pt x="4433927" y="1720078"/>
                  </a:cubicBezTo>
                  <a:close/>
                  <a:moveTo>
                    <a:pt x="2184180" y="1331213"/>
                  </a:moveTo>
                  <a:cubicBezTo>
                    <a:pt x="2293755" y="1331213"/>
                    <a:pt x="2382583" y="1420405"/>
                    <a:pt x="2382583" y="1530429"/>
                  </a:cubicBezTo>
                  <a:cubicBezTo>
                    <a:pt x="2382583" y="1640453"/>
                    <a:pt x="2293755" y="1729645"/>
                    <a:pt x="2184180" y="1729645"/>
                  </a:cubicBezTo>
                  <a:cubicBezTo>
                    <a:pt x="2074605" y="1729645"/>
                    <a:pt x="1985777" y="1640453"/>
                    <a:pt x="1985777" y="1530429"/>
                  </a:cubicBezTo>
                  <a:cubicBezTo>
                    <a:pt x="1985777" y="1420405"/>
                    <a:pt x="2074605" y="1331213"/>
                    <a:pt x="2184180" y="1331213"/>
                  </a:cubicBezTo>
                  <a:close/>
                  <a:moveTo>
                    <a:pt x="0" y="0"/>
                  </a:moveTo>
                  <a:lnTo>
                    <a:pt x="580850" y="0"/>
                  </a:lnTo>
                  <a:lnTo>
                    <a:pt x="580850" y="580851"/>
                  </a:lnTo>
                  <a:lnTo>
                    <a:pt x="0" y="580851"/>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20" name="Group 119">
            <a:extLst>
              <a:ext uri="{FF2B5EF4-FFF2-40B4-BE49-F238E27FC236}">
                <a16:creationId xmlns:a16="http://schemas.microsoft.com/office/drawing/2014/main" id="{48CF3EC5-B2B6-3A42-7912-6470B70301EE}"/>
              </a:ext>
              <a:ext uri="{C183D7F6-B498-43B3-948B-1728B52AA6E4}">
                <adec:decorative xmlns:adec="http://schemas.microsoft.com/office/drawing/2017/decorative" val="1"/>
              </a:ext>
            </a:extLst>
          </p:cNvPr>
          <p:cNvGrpSpPr>
            <a:grpSpLocks noChangeAspect="1"/>
          </p:cNvGrpSpPr>
          <p:nvPr/>
        </p:nvGrpSpPr>
        <p:grpSpPr>
          <a:xfrm>
            <a:off x="3281045" y="1517247"/>
            <a:ext cx="473494" cy="457200"/>
            <a:chOff x="3281045" y="1517247"/>
            <a:chExt cx="473494" cy="457200"/>
          </a:xfrm>
          <a:solidFill>
            <a:srgbClr val="FF0000"/>
          </a:solidFill>
        </p:grpSpPr>
        <p:sp>
          <p:nvSpPr>
            <p:cNvPr id="545" name="Freeform: Shape 544">
              <a:extLst>
                <a:ext uri="{FF2B5EF4-FFF2-40B4-BE49-F238E27FC236}">
                  <a16:creationId xmlns:a16="http://schemas.microsoft.com/office/drawing/2014/main" id="{ACE801DE-C56F-A8E1-6AD2-B5DA9E40BD71}"/>
                </a:ext>
                <a:ext uri="{C183D7F6-B498-43B3-948B-1728B52AA6E4}">
                  <adec:decorative xmlns:adec="http://schemas.microsoft.com/office/drawing/2017/decorative" val="1"/>
                </a:ext>
              </a:extLst>
            </p:cNvPr>
            <p:cNvSpPr/>
            <p:nvPr/>
          </p:nvSpPr>
          <p:spPr>
            <a:xfrm>
              <a:off x="3281045" y="1517247"/>
              <a:ext cx="369397" cy="369373"/>
            </a:xfrm>
            <a:custGeom>
              <a:avLst/>
              <a:gdLst>
                <a:gd name="connsiteX0" fmla="*/ 409364 w 5540959"/>
                <a:gd name="connsiteY0" fmla="*/ 1283428 h 5540593"/>
                <a:gd name="connsiteX1" fmla="*/ 857930 w 5540959"/>
                <a:gd name="connsiteY1" fmla="*/ 1283428 h 5540593"/>
                <a:gd name="connsiteX2" fmla="*/ 857930 w 5540959"/>
                <a:gd name="connsiteY2" fmla="*/ 4673600 h 5540593"/>
                <a:gd name="connsiteX3" fmla="*/ 2338469 w 5540959"/>
                <a:gd name="connsiteY3" fmla="*/ 4673600 h 5540593"/>
                <a:gd name="connsiteX4" fmla="*/ 2338469 w 5540959"/>
                <a:gd name="connsiteY4" fmla="*/ 5107746 h 5540593"/>
                <a:gd name="connsiteX5" fmla="*/ 1493045 w 5540959"/>
                <a:gd name="connsiteY5" fmla="*/ 5107746 h 5540593"/>
                <a:gd name="connsiteX6" fmla="*/ 1493045 w 5540959"/>
                <a:gd name="connsiteY6" fmla="*/ 5540593 h 5540593"/>
                <a:gd name="connsiteX7" fmla="*/ 1057206 w 5540959"/>
                <a:gd name="connsiteY7" fmla="*/ 5540593 h 5540593"/>
                <a:gd name="connsiteX8" fmla="*/ 1057206 w 5540959"/>
                <a:gd name="connsiteY8" fmla="*/ 5109151 h 5540593"/>
                <a:gd name="connsiteX9" fmla="*/ 704919 w 5540959"/>
                <a:gd name="connsiteY9" fmla="*/ 5108785 h 5540593"/>
                <a:gd name="connsiteX10" fmla="*/ 579932 w 5540959"/>
                <a:gd name="connsiteY10" fmla="*/ 5100569 h 5540593"/>
                <a:gd name="connsiteX11" fmla="*/ 423015 w 5540959"/>
                <a:gd name="connsiteY11" fmla="*/ 4891029 h 5540593"/>
                <a:gd name="connsiteX12" fmla="*/ 422996 w 5540959"/>
                <a:gd name="connsiteY12" fmla="*/ 4476153 h 5540593"/>
                <a:gd name="connsiteX13" fmla="*/ 208713 w 5540959"/>
                <a:gd name="connsiteY13" fmla="*/ 4476153 h 5540593"/>
                <a:gd name="connsiteX14" fmla="*/ 0 w 5540959"/>
                <a:gd name="connsiteY14" fmla="*/ 4476153 h 5540593"/>
                <a:gd name="connsiteX15" fmla="*/ 0 w 5540959"/>
                <a:gd name="connsiteY15" fmla="*/ 4044123 h 5540593"/>
                <a:gd name="connsiteX16" fmla="*/ 419783 w 5540959"/>
                <a:gd name="connsiteY16" fmla="*/ 4044123 h 5540593"/>
                <a:gd name="connsiteX17" fmla="*/ 419783 w 5540959"/>
                <a:gd name="connsiteY17" fmla="*/ 3485471 h 5540593"/>
                <a:gd name="connsiteX18" fmla="*/ 433 w 5540959"/>
                <a:gd name="connsiteY18" fmla="*/ 3485471 h 5540593"/>
                <a:gd name="connsiteX19" fmla="*/ 433 w 5540959"/>
                <a:gd name="connsiteY19" fmla="*/ 3051306 h 5540593"/>
                <a:gd name="connsiteX20" fmla="*/ 419350 w 5540959"/>
                <a:gd name="connsiteY20" fmla="*/ 3051306 h 5540593"/>
                <a:gd name="connsiteX21" fmla="*/ 419350 w 5540959"/>
                <a:gd name="connsiteY21" fmla="*/ 2494328 h 5540593"/>
                <a:gd name="connsiteX22" fmla="*/ 866 w 5540959"/>
                <a:gd name="connsiteY22" fmla="*/ 2494328 h 5540593"/>
                <a:gd name="connsiteX23" fmla="*/ 866 w 5540959"/>
                <a:gd name="connsiteY23" fmla="*/ 2058489 h 5540593"/>
                <a:gd name="connsiteX24" fmla="*/ 420591 w 5540959"/>
                <a:gd name="connsiteY24" fmla="*/ 2058489 h 5540593"/>
                <a:gd name="connsiteX25" fmla="*/ 420591 w 5540959"/>
                <a:gd name="connsiteY25" fmla="*/ 1492054 h 5540593"/>
                <a:gd name="connsiteX26" fmla="*/ 409364 w 5540959"/>
                <a:gd name="connsiteY26" fmla="*/ 1492054 h 5540593"/>
                <a:gd name="connsiteX27" fmla="*/ 4041199 w 5540959"/>
                <a:gd name="connsiteY27" fmla="*/ 0 h 5540593"/>
                <a:gd name="connsiteX28" fmla="*/ 4473681 w 5540959"/>
                <a:gd name="connsiteY28" fmla="*/ 0 h 5540593"/>
                <a:gd name="connsiteX29" fmla="*/ 4473681 w 5540959"/>
                <a:gd name="connsiteY29" fmla="*/ 423083 h 5540593"/>
                <a:gd name="connsiteX30" fmla="*/ 4542062 w 5540959"/>
                <a:gd name="connsiteY30" fmla="*/ 423083 h 5540593"/>
                <a:gd name="connsiteX31" fmla="*/ 4877436 w 5540959"/>
                <a:gd name="connsiteY31" fmla="*/ 423150 h 5540593"/>
                <a:gd name="connsiteX32" fmla="*/ 5110604 w 5540959"/>
                <a:gd name="connsiteY32" fmla="*/ 653941 h 5540593"/>
                <a:gd name="connsiteX33" fmla="*/ 5109064 w 5540959"/>
                <a:gd name="connsiteY33" fmla="*/ 1054532 h 5540593"/>
                <a:gd name="connsiteX34" fmla="*/ 5540959 w 5540959"/>
                <a:gd name="connsiteY34" fmla="*/ 1054532 h 5540593"/>
                <a:gd name="connsiteX35" fmla="*/ 5540959 w 5540959"/>
                <a:gd name="connsiteY35" fmla="*/ 1490351 h 5540593"/>
                <a:gd name="connsiteX36" fmla="*/ 5109064 w 5540959"/>
                <a:gd name="connsiteY36" fmla="*/ 1490351 h 5540593"/>
                <a:gd name="connsiteX37" fmla="*/ 5109064 w 5540959"/>
                <a:gd name="connsiteY37" fmla="*/ 1809938 h 5540593"/>
                <a:gd name="connsiteX38" fmla="*/ 5109064 w 5540959"/>
                <a:gd name="connsiteY38" fmla="*/ 2129660 h 5540593"/>
                <a:gd name="connsiteX39" fmla="*/ 4676323 w 5540959"/>
                <a:gd name="connsiteY39" fmla="*/ 2129660 h 5540593"/>
                <a:gd name="connsiteX40" fmla="*/ 4676323 w 5540959"/>
                <a:gd name="connsiteY40" fmla="*/ 857729 h 5540593"/>
                <a:gd name="connsiteX41" fmla="*/ 1284515 w 5540959"/>
                <a:gd name="connsiteY41" fmla="*/ 853813 h 5540593"/>
                <a:gd name="connsiteX42" fmla="*/ 1284515 w 5540959"/>
                <a:gd name="connsiteY42" fmla="*/ 407863 h 5540593"/>
                <a:gd name="connsiteX43" fmla="*/ 1489207 w 5540959"/>
                <a:gd name="connsiteY43" fmla="*/ 407863 h 5540593"/>
                <a:gd name="connsiteX44" fmla="*/ 1489207 w 5540959"/>
                <a:gd name="connsiteY44" fmla="*/ 419629 h 5540593"/>
                <a:gd name="connsiteX45" fmla="*/ 2055622 w 5540959"/>
                <a:gd name="connsiteY45" fmla="*/ 419629 h 5540593"/>
                <a:gd name="connsiteX46" fmla="*/ 2055622 w 5540959"/>
                <a:gd name="connsiteY46" fmla="*/ 779 h 5540593"/>
                <a:gd name="connsiteX47" fmla="*/ 2491442 w 5540959"/>
                <a:gd name="connsiteY47" fmla="*/ 779 h 5540593"/>
                <a:gd name="connsiteX48" fmla="*/ 2491442 w 5540959"/>
                <a:gd name="connsiteY48" fmla="*/ 420851 h 5540593"/>
                <a:gd name="connsiteX49" fmla="*/ 3046737 w 5540959"/>
                <a:gd name="connsiteY49" fmla="*/ 420851 h 5540593"/>
                <a:gd name="connsiteX50" fmla="*/ 3046737 w 5540959"/>
                <a:gd name="connsiteY50" fmla="*/ 1222 h 5540593"/>
                <a:gd name="connsiteX51" fmla="*/ 3482557 w 5540959"/>
                <a:gd name="connsiteY51" fmla="*/ 1222 h 5540593"/>
                <a:gd name="connsiteX52" fmla="*/ 3482557 w 5540959"/>
                <a:gd name="connsiteY52" fmla="*/ 420408 h 5540593"/>
                <a:gd name="connsiteX53" fmla="*/ 4041199 w 5540959"/>
                <a:gd name="connsiteY53" fmla="*/ 420408 h 5540593"/>
                <a:gd name="connsiteX54" fmla="*/ 4041199 w 5540959"/>
                <a:gd name="connsiteY54" fmla="*/ 0 h 554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540959" h="5540593">
                  <a:moveTo>
                    <a:pt x="409364" y="1283428"/>
                  </a:moveTo>
                  <a:lnTo>
                    <a:pt x="857930" y="1283428"/>
                  </a:lnTo>
                  <a:lnTo>
                    <a:pt x="857930" y="4673600"/>
                  </a:lnTo>
                  <a:cubicBezTo>
                    <a:pt x="1352338" y="4673600"/>
                    <a:pt x="1844206" y="4673600"/>
                    <a:pt x="2338469" y="4673600"/>
                  </a:cubicBezTo>
                  <a:cubicBezTo>
                    <a:pt x="2338469" y="4820349"/>
                    <a:pt x="2338469" y="4962652"/>
                    <a:pt x="2338469" y="5107746"/>
                  </a:cubicBezTo>
                  <a:cubicBezTo>
                    <a:pt x="2057027" y="5107746"/>
                    <a:pt x="1777268" y="5107746"/>
                    <a:pt x="1493045" y="5107746"/>
                  </a:cubicBezTo>
                  <a:cubicBezTo>
                    <a:pt x="1493045" y="5252772"/>
                    <a:pt x="1493045" y="5395124"/>
                    <a:pt x="1493045" y="5540593"/>
                  </a:cubicBezTo>
                  <a:cubicBezTo>
                    <a:pt x="1346316" y="5540593"/>
                    <a:pt x="1204012" y="5540593"/>
                    <a:pt x="1057206" y="5540593"/>
                  </a:cubicBezTo>
                  <a:cubicBezTo>
                    <a:pt x="1057206" y="5398876"/>
                    <a:pt x="1057206" y="5256515"/>
                    <a:pt x="1057206" y="5109151"/>
                  </a:cubicBezTo>
                  <a:cubicBezTo>
                    <a:pt x="936846" y="5109151"/>
                    <a:pt x="820873" y="5109853"/>
                    <a:pt x="704919" y="5108785"/>
                  </a:cubicBezTo>
                  <a:cubicBezTo>
                    <a:pt x="663205" y="5108400"/>
                    <a:pt x="621145" y="5106505"/>
                    <a:pt x="579932" y="5100569"/>
                  </a:cubicBezTo>
                  <a:cubicBezTo>
                    <a:pt x="489386" y="5087534"/>
                    <a:pt x="423082" y="4978189"/>
                    <a:pt x="423015" y="4891029"/>
                  </a:cubicBezTo>
                  <a:cubicBezTo>
                    <a:pt x="422919" y="4754372"/>
                    <a:pt x="422996" y="4617716"/>
                    <a:pt x="422996" y="4476153"/>
                  </a:cubicBezTo>
                  <a:cubicBezTo>
                    <a:pt x="349362" y="4476153"/>
                    <a:pt x="279037" y="4476153"/>
                    <a:pt x="208713" y="4476153"/>
                  </a:cubicBezTo>
                  <a:cubicBezTo>
                    <a:pt x="139841" y="4476153"/>
                    <a:pt x="70959" y="4476153"/>
                    <a:pt x="0" y="4476153"/>
                  </a:cubicBezTo>
                  <a:cubicBezTo>
                    <a:pt x="0" y="4330992"/>
                    <a:pt x="0" y="4189794"/>
                    <a:pt x="0" y="4044123"/>
                  </a:cubicBezTo>
                  <a:cubicBezTo>
                    <a:pt x="138196" y="4044123"/>
                    <a:pt x="277402" y="4044123"/>
                    <a:pt x="419783" y="4044123"/>
                  </a:cubicBezTo>
                  <a:cubicBezTo>
                    <a:pt x="419783" y="3856460"/>
                    <a:pt x="419783" y="3673212"/>
                    <a:pt x="419783" y="3485471"/>
                  </a:cubicBezTo>
                  <a:cubicBezTo>
                    <a:pt x="281375" y="3485471"/>
                    <a:pt x="142169" y="3485471"/>
                    <a:pt x="433" y="3485471"/>
                  </a:cubicBezTo>
                  <a:cubicBezTo>
                    <a:pt x="433" y="3338723"/>
                    <a:pt x="433" y="3196419"/>
                    <a:pt x="433" y="3051306"/>
                  </a:cubicBezTo>
                  <a:cubicBezTo>
                    <a:pt x="139610" y="3051306"/>
                    <a:pt x="277671" y="3051306"/>
                    <a:pt x="419350" y="3051306"/>
                  </a:cubicBezTo>
                  <a:cubicBezTo>
                    <a:pt x="419350" y="2865326"/>
                    <a:pt x="419350" y="2682069"/>
                    <a:pt x="419350" y="2494328"/>
                  </a:cubicBezTo>
                  <a:cubicBezTo>
                    <a:pt x="282260" y="2494328"/>
                    <a:pt x="143044" y="2494328"/>
                    <a:pt x="866" y="2494328"/>
                  </a:cubicBezTo>
                  <a:cubicBezTo>
                    <a:pt x="866" y="2347590"/>
                    <a:pt x="866" y="2205286"/>
                    <a:pt x="866" y="2058489"/>
                  </a:cubicBezTo>
                  <a:cubicBezTo>
                    <a:pt x="139850" y="2058489"/>
                    <a:pt x="279056" y="2058489"/>
                    <a:pt x="420591" y="2058489"/>
                  </a:cubicBezTo>
                  <a:cubicBezTo>
                    <a:pt x="420591" y="1867641"/>
                    <a:pt x="420591" y="1681248"/>
                    <a:pt x="420591" y="1492054"/>
                  </a:cubicBezTo>
                  <a:lnTo>
                    <a:pt x="409364" y="1492054"/>
                  </a:lnTo>
                  <a:close/>
                  <a:moveTo>
                    <a:pt x="4041199" y="0"/>
                  </a:moveTo>
                  <a:cubicBezTo>
                    <a:pt x="4186822" y="0"/>
                    <a:pt x="4328019" y="0"/>
                    <a:pt x="4473681" y="0"/>
                  </a:cubicBezTo>
                  <a:cubicBezTo>
                    <a:pt x="4473681" y="138465"/>
                    <a:pt x="4473681" y="277671"/>
                    <a:pt x="4473681" y="423083"/>
                  </a:cubicBezTo>
                  <a:cubicBezTo>
                    <a:pt x="4499367" y="423083"/>
                    <a:pt x="4520714" y="423083"/>
                    <a:pt x="4542062" y="423083"/>
                  </a:cubicBezTo>
                  <a:cubicBezTo>
                    <a:pt x="4653850" y="423083"/>
                    <a:pt x="4765648" y="422823"/>
                    <a:pt x="4877436" y="423150"/>
                  </a:cubicBezTo>
                  <a:cubicBezTo>
                    <a:pt x="5012332" y="423544"/>
                    <a:pt x="5117713" y="520623"/>
                    <a:pt x="5110604" y="653941"/>
                  </a:cubicBezTo>
                  <a:cubicBezTo>
                    <a:pt x="5103581" y="785644"/>
                    <a:pt x="5109064" y="918000"/>
                    <a:pt x="5109064" y="1054532"/>
                  </a:cubicBezTo>
                  <a:cubicBezTo>
                    <a:pt x="5253610" y="1054532"/>
                    <a:pt x="5395962" y="1054532"/>
                    <a:pt x="5540959" y="1054532"/>
                  </a:cubicBezTo>
                  <a:cubicBezTo>
                    <a:pt x="5540959" y="1201270"/>
                    <a:pt x="5540959" y="1343574"/>
                    <a:pt x="5540959" y="1490351"/>
                  </a:cubicBezTo>
                  <a:cubicBezTo>
                    <a:pt x="5397876" y="1490351"/>
                    <a:pt x="5255524" y="1490351"/>
                    <a:pt x="5109064" y="1490351"/>
                  </a:cubicBezTo>
                  <a:cubicBezTo>
                    <a:pt x="5109064" y="1599831"/>
                    <a:pt x="5109064" y="1704884"/>
                    <a:pt x="5109064" y="1809938"/>
                  </a:cubicBezTo>
                  <a:cubicBezTo>
                    <a:pt x="5109064" y="1915358"/>
                    <a:pt x="5109064" y="2020787"/>
                    <a:pt x="5109064" y="2129660"/>
                  </a:cubicBezTo>
                  <a:cubicBezTo>
                    <a:pt x="4965423" y="2129660"/>
                    <a:pt x="4823110" y="2129660"/>
                    <a:pt x="4676323" y="2129660"/>
                  </a:cubicBezTo>
                  <a:cubicBezTo>
                    <a:pt x="4676323" y="1708560"/>
                    <a:pt x="4676323" y="1285968"/>
                    <a:pt x="4676323" y="857729"/>
                  </a:cubicBezTo>
                  <a:lnTo>
                    <a:pt x="1284515" y="853813"/>
                  </a:lnTo>
                  <a:lnTo>
                    <a:pt x="1284515" y="407863"/>
                  </a:lnTo>
                  <a:lnTo>
                    <a:pt x="1489207" y="407863"/>
                  </a:lnTo>
                  <a:lnTo>
                    <a:pt x="1489207" y="419629"/>
                  </a:lnTo>
                  <a:cubicBezTo>
                    <a:pt x="1678333" y="419629"/>
                    <a:pt x="1864736" y="419629"/>
                    <a:pt x="2055622" y="419629"/>
                  </a:cubicBezTo>
                  <a:cubicBezTo>
                    <a:pt x="2055622" y="281991"/>
                    <a:pt x="2055622" y="142775"/>
                    <a:pt x="2055622" y="779"/>
                  </a:cubicBezTo>
                  <a:cubicBezTo>
                    <a:pt x="2202352" y="779"/>
                    <a:pt x="2344655" y="779"/>
                    <a:pt x="2491442" y="779"/>
                  </a:cubicBezTo>
                  <a:cubicBezTo>
                    <a:pt x="2491442" y="140284"/>
                    <a:pt x="2491442" y="279490"/>
                    <a:pt x="2491442" y="420851"/>
                  </a:cubicBezTo>
                  <a:cubicBezTo>
                    <a:pt x="2678009" y="420851"/>
                    <a:pt x="2860131" y="420851"/>
                    <a:pt x="3046737" y="420851"/>
                  </a:cubicBezTo>
                  <a:cubicBezTo>
                    <a:pt x="3046737" y="282895"/>
                    <a:pt x="3046737" y="143689"/>
                    <a:pt x="3046737" y="1222"/>
                  </a:cubicBezTo>
                  <a:cubicBezTo>
                    <a:pt x="3193447" y="1222"/>
                    <a:pt x="3335760" y="1222"/>
                    <a:pt x="3482557" y="1222"/>
                  </a:cubicBezTo>
                  <a:cubicBezTo>
                    <a:pt x="3482557" y="139379"/>
                    <a:pt x="3482557" y="278585"/>
                    <a:pt x="3482557" y="420408"/>
                  </a:cubicBezTo>
                  <a:cubicBezTo>
                    <a:pt x="3670249" y="420408"/>
                    <a:pt x="3853487" y="420408"/>
                    <a:pt x="4041199" y="420408"/>
                  </a:cubicBezTo>
                  <a:cubicBezTo>
                    <a:pt x="4041199" y="280394"/>
                    <a:pt x="4041199" y="141188"/>
                    <a:pt x="4041199"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544" name="Freeform: Shape 543">
              <a:extLst>
                <a:ext uri="{FF2B5EF4-FFF2-40B4-BE49-F238E27FC236}">
                  <a16:creationId xmlns:a16="http://schemas.microsoft.com/office/drawing/2014/main" id="{BFEA4528-B460-78C5-3E14-5A5AEFA8F3FD}"/>
                </a:ext>
                <a:ext uri="{C183D7F6-B498-43B3-948B-1728B52AA6E4}">
                  <adec:decorative xmlns:adec="http://schemas.microsoft.com/office/drawing/2017/decorative" val="1"/>
                </a:ext>
              </a:extLst>
            </p:cNvPr>
            <p:cNvSpPr/>
            <p:nvPr/>
          </p:nvSpPr>
          <p:spPr>
            <a:xfrm>
              <a:off x="3303135" y="1539314"/>
              <a:ext cx="451404" cy="435133"/>
            </a:xfrm>
            <a:custGeom>
              <a:avLst/>
              <a:gdLst>
                <a:gd name="connsiteX0" fmla="*/ 4343123 w 6771071"/>
                <a:gd name="connsiteY0" fmla="*/ 4129206 h 6526994"/>
                <a:gd name="connsiteX1" fmla="*/ 4764483 w 6771071"/>
                <a:gd name="connsiteY1" fmla="*/ 4129206 h 6526994"/>
                <a:gd name="connsiteX2" fmla="*/ 4764483 w 6771071"/>
                <a:gd name="connsiteY2" fmla="*/ 4548450 h 6526994"/>
                <a:gd name="connsiteX3" fmla="*/ 4343123 w 6771071"/>
                <a:gd name="connsiteY3" fmla="*/ 4548450 h 6526994"/>
                <a:gd name="connsiteX4" fmla="*/ 4642985 w 6771071"/>
                <a:gd name="connsiteY4" fmla="*/ 3160445 h 6526994"/>
                <a:gd name="connsiteX5" fmla="*/ 4513103 w 6771071"/>
                <a:gd name="connsiteY5" fmla="*/ 3161313 h 6526994"/>
                <a:gd name="connsiteX6" fmla="*/ 4338862 w 6771071"/>
                <a:gd name="connsiteY6" fmla="*/ 3185492 h 6526994"/>
                <a:gd name="connsiteX7" fmla="*/ 3565395 w 6771071"/>
                <a:gd name="connsiteY7" fmla="*/ 3710058 h 6526994"/>
                <a:gd name="connsiteX8" fmla="*/ 3362242 w 6771071"/>
                <a:gd name="connsiteY8" fmla="*/ 4376181 h 6526994"/>
                <a:gd name="connsiteX9" fmla="*/ 3402604 w 6771071"/>
                <a:gd name="connsiteY9" fmla="*/ 4711423 h 6526994"/>
                <a:gd name="connsiteX10" fmla="*/ 3422186 w 6771071"/>
                <a:gd name="connsiteY10" fmla="*/ 4778076 h 6526994"/>
                <a:gd name="connsiteX11" fmla="*/ 3794077 w 6771071"/>
                <a:gd name="connsiteY11" fmla="*/ 5321727 h 6526994"/>
                <a:gd name="connsiteX12" fmla="*/ 4458173 w 6771071"/>
                <a:gd name="connsiteY12" fmla="*/ 5607131 h 6526994"/>
                <a:gd name="connsiteX13" fmla="*/ 5178099 w 6771071"/>
                <a:gd name="connsiteY13" fmla="*/ 5458510 h 6526994"/>
                <a:gd name="connsiteX14" fmla="*/ 5683091 w 6771071"/>
                <a:gd name="connsiteY14" fmla="*/ 4930655 h 6526994"/>
                <a:gd name="connsiteX15" fmla="*/ 5789525 w 6771071"/>
                <a:gd name="connsiteY15" fmla="*/ 4168416 h 6526994"/>
                <a:gd name="connsiteX16" fmla="*/ 5452439 w 6771071"/>
                <a:gd name="connsiteY16" fmla="*/ 3522645 h 6526994"/>
                <a:gd name="connsiteX17" fmla="*/ 5026343 w 6771071"/>
                <a:gd name="connsiteY17" fmla="*/ 3244503 h 6526994"/>
                <a:gd name="connsiteX18" fmla="*/ 4642985 w 6771071"/>
                <a:gd name="connsiteY18" fmla="*/ 3160445 h 6526994"/>
                <a:gd name="connsiteX19" fmla="*/ 4332480 w 6771071"/>
                <a:gd name="connsiteY19" fmla="*/ 2220689 h 6526994"/>
                <a:gd name="connsiteX20" fmla="*/ 4766772 w 6771071"/>
                <a:gd name="connsiteY20" fmla="*/ 2220689 h 6526994"/>
                <a:gd name="connsiteX21" fmla="*/ 4766772 w 6771071"/>
                <a:gd name="connsiteY21" fmla="*/ 2733780 h 6526994"/>
                <a:gd name="connsiteX22" fmla="*/ 5460289 w 6771071"/>
                <a:gd name="connsiteY22" fmla="*/ 2974163 h 6526994"/>
                <a:gd name="connsiteX23" fmla="*/ 5796638 w 6771071"/>
                <a:gd name="connsiteY23" fmla="*/ 2564682 h 6526994"/>
                <a:gd name="connsiteX24" fmla="*/ 6017374 w 6771071"/>
                <a:gd name="connsiteY24" fmla="*/ 2744114 h 6526994"/>
                <a:gd name="connsiteX25" fmla="*/ 6108101 w 6771071"/>
                <a:gd name="connsiteY25" fmla="*/ 2816998 h 6526994"/>
                <a:gd name="connsiteX26" fmla="*/ 6117669 w 6771071"/>
                <a:gd name="connsiteY26" fmla="*/ 2867247 h 6526994"/>
                <a:gd name="connsiteX27" fmla="*/ 5799636 w 6771071"/>
                <a:gd name="connsiteY27" fmla="*/ 3251339 h 6526994"/>
                <a:gd name="connsiteX28" fmla="*/ 6163558 w 6771071"/>
                <a:gd name="connsiteY28" fmla="*/ 3866252 h 6526994"/>
                <a:gd name="connsiteX29" fmla="*/ 6692556 w 6771071"/>
                <a:gd name="connsiteY29" fmla="*/ 3767462 h 6526994"/>
                <a:gd name="connsiteX30" fmla="*/ 6733179 w 6771071"/>
                <a:gd name="connsiteY30" fmla="*/ 3966535 h 6526994"/>
                <a:gd name="connsiteX31" fmla="*/ 6768330 w 6771071"/>
                <a:gd name="connsiteY31" fmla="*/ 4148681 h 6526994"/>
                <a:gd name="connsiteX32" fmla="*/ 6733846 w 6771071"/>
                <a:gd name="connsiteY32" fmla="*/ 4203274 h 6526994"/>
                <a:gd name="connsiteX33" fmla="*/ 6282363 w 6771071"/>
                <a:gd name="connsiteY33" fmla="*/ 4287765 h 6526994"/>
                <a:gd name="connsiteX34" fmla="*/ 6242119 w 6771071"/>
                <a:gd name="connsiteY34" fmla="*/ 4302059 h 6526994"/>
                <a:gd name="connsiteX35" fmla="*/ 6241995 w 6771071"/>
                <a:gd name="connsiteY35" fmla="*/ 4468334 h 6526994"/>
                <a:gd name="connsiteX36" fmla="*/ 6150263 w 6771071"/>
                <a:gd name="connsiteY36" fmla="*/ 4940922 h 6526994"/>
                <a:gd name="connsiteX37" fmla="*/ 6185928 w 6771071"/>
                <a:gd name="connsiteY37" fmla="*/ 5031033 h 6526994"/>
                <a:gd name="connsiteX38" fmla="*/ 6576670 w 6771071"/>
                <a:gd name="connsiteY38" fmla="*/ 5247017 h 6526994"/>
                <a:gd name="connsiteX39" fmla="*/ 6589236 w 6771071"/>
                <a:gd name="connsiteY39" fmla="*/ 5303249 h 6526994"/>
                <a:gd name="connsiteX40" fmla="*/ 6419014 w 6771071"/>
                <a:gd name="connsiteY40" fmla="*/ 5607725 h 6526994"/>
                <a:gd name="connsiteX41" fmla="*/ 6360855 w 6771071"/>
                <a:gd name="connsiteY41" fmla="*/ 5627342 h 6526994"/>
                <a:gd name="connsiteX42" fmla="*/ 6056299 w 6771071"/>
                <a:gd name="connsiteY42" fmla="*/ 5457003 h 6526994"/>
                <a:gd name="connsiteX43" fmla="*/ 5926664 w 6771071"/>
                <a:gd name="connsiteY43" fmla="*/ 5385901 h 6526994"/>
                <a:gd name="connsiteX44" fmla="*/ 5673267 w 6771071"/>
                <a:gd name="connsiteY44" fmla="*/ 5641643 h 6526994"/>
                <a:gd name="connsiteX45" fmla="*/ 5385763 w 6771071"/>
                <a:gd name="connsiteY45" fmla="*/ 5854465 h 6526994"/>
                <a:gd name="connsiteX46" fmla="*/ 5485766 w 6771071"/>
                <a:gd name="connsiteY46" fmla="*/ 6110994 h 6526994"/>
                <a:gd name="connsiteX47" fmla="*/ 5564977 w 6771071"/>
                <a:gd name="connsiteY47" fmla="*/ 6318043 h 6526994"/>
                <a:gd name="connsiteX48" fmla="*/ 5552138 w 6771071"/>
                <a:gd name="connsiteY48" fmla="*/ 6363004 h 6526994"/>
                <a:gd name="connsiteX49" fmla="*/ 5171295 w 6771071"/>
                <a:gd name="connsiteY49" fmla="*/ 6510652 h 6526994"/>
                <a:gd name="connsiteX50" fmla="*/ 5108338 w 6771071"/>
                <a:gd name="connsiteY50" fmla="*/ 6350195 h 6526994"/>
                <a:gd name="connsiteX51" fmla="*/ 4984125 w 6771071"/>
                <a:gd name="connsiteY51" fmla="*/ 6030129 h 6526994"/>
                <a:gd name="connsiteX52" fmla="*/ 4942200 w 6771071"/>
                <a:gd name="connsiteY52" fmla="*/ 6010369 h 6526994"/>
                <a:gd name="connsiteX53" fmla="*/ 4433771 w 6771071"/>
                <a:gd name="connsiteY53" fmla="*/ 6042909 h 6526994"/>
                <a:gd name="connsiteX54" fmla="*/ 4263017 w 6771071"/>
                <a:gd name="connsiteY54" fmla="*/ 6019049 h 6526994"/>
                <a:gd name="connsiteX55" fmla="*/ 4088309 w 6771071"/>
                <a:gd name="connsiteY55" fmla="*/ 6526994 h 6526994"/>
                <a:gd name="connsiteX56" fmla="*/ 3709056 w 6771071"/>
                <a:gd name="connsiteY56" fmla="*/ 6402317 h 6526994"/>
                <a:gd name="connsiteX57" fmla="*/ 3687485 w 6771071"/>
                <a:gd name="connsiteY57" fmla="*/ 6352552 h 6526994"/>
                <a:gd name="connsiteX58" fmla="*/ 3846078 w 6771071"/>
                <a:gd name="connsiteY58" fmla="*/ 5882451 h 6526994"/>
                <a:gd name="connsiteX59" fmla="*/ 3639473 w 6771071"/>
                <a:gd name="connsiteY59" fmla="*/ 5753098 h 6526994"/>
                <a:gd name="connsiteX60" fmla="*/ 3309805 w 6771071"/>
                <a:gd name="connsiteY60" fmla="*/ 5450092 h 6526994"/>
                <a:gd name="connsiteX61" fmla="*/ 3263199 w 6771071"/>
                <a:gd name="connsiteY61" fmla="*/ 5446591 h 6526994"/>
                <a:gd name="connsiteX62" fmla="*/ 2835574 w 6771071"/>
                <a:gd name="connsiteY62" fmla="*/ 5707151 h 6526994"/>
                <a:gd name="connsiteX63" fmla="*/ 2667686 w 6771071"/>
                <a:gd name="connsiteY63" fmla="*/ 5431872 h 6526994"/>
                <a:gd name="connsiteX64" fmla="*/ 2620420 w 6771071"/>
                <a:gd name="connsiteY64" fmla="*/ 5336310 h 6526994"/>
                <a:gd name="connsiteX65" fmla="*/ 2707268 w 6771071"/>
                <a:gd name="connsiteY65" fmla="*/ 5274969 h 6526994"/>
                <a:gd name="connsiteX66" fmla="*/ 3035826 w 6771071"/>
                <a:gd name="connsiteY66" fmla="*/ 5072872 h 6526994"/>
                <a:gd name="connsiteX67" fmla="*/ 3051198 w 6771071"/>
                <a:gd name="connsiteY67" fmla="*/ 5028614 h 6526994"/>
                <a:gd name="connsiteX68" fmla="*/ 2937346 w 6771071"/>
                <a:gd name="connsiteY68" fmla="*/ 4613863 h 6526994"/>
                <a:gd name="connsiteX69" fmla="*/ 2921621 w 6771071"/>
                <a:gd name="connsiteY69" fmla="*/ 4352361 h 6526994"/>
                <a:gd name="connsiteX70" fmla="*/ 2406437 w 6771071"/>
                <a:gd name="connsiteY70" fmla="*/ 4272056 h 6526994"/>
                <a:gd name="connsiteX71" fmla="*/ 2426563 w 6771071"/>
                <a:gd name="connsiteY71" fmla="*/ 4115068 h 6526994"/>
                <a:gd name="connsiteX72" fmla="*/ 2462479 w 6771071"/>
                <a:gd name="connsiteY72" fmla="*/ 3890517 h 6526994"/>
                <a:gd name="connsiteX73" fmla="*/ 2516866 w 6771071"/>
                <a:gd name="connsiteY73" fmla="*/ 3848461 h 6526994"/>
                <a:gd name="connsiteX74" fmla="*/ 2921379 w 6771071"/>
                <a:gd name="connsiteY74" fmla="*/ 3909105 h 6526994"/>
                <a:gd name="connsiteX75" fmla="*/ 2981643 w 6771071"/>
                <a:gd name="connsiteY75" fmla="*/ 3919371 h 6526994"/>
                <a:gd name="connsiteX76" fmla="*/ 3098828 w 6771071"/>
                <a:gd name="connsiteY76" fmla="*/ 3642622 h 6526994"/>
                <a:gd name="connsiteX77" fmla="*/ 3311557 w 6771071"/>
                <a:gd name="connsiteY77" fmla="*/ 3321604 h 6526994"/>
                <a:gd name="connsiteX78" fmla="*/ 3306983 w 6771071"/>
                <a:gd name="connsiteY78" fmla="*/ 3226216 h 6526994"/>
                <a:gd name="connsiteX79" fmla="*/ 3063239 w 6771071"/>
                <a:gd name="connsiteY79" fmla="*/ 2937412 h 6526994"/>
                <a:gd name="connsiteX80" fmla="*/ 3005219 w 6771071"/>
                <a:gd name="connsiteY80" fmla="*/ 2886019 h 6526994"/>
                <a:gd name="connsiteX81" fmla="*/ 3196291 w 6771071"/>
                <a:gd name="connsiteY81" fmla="*/ 2719687 h 6526994"/>
                <a:gd name="connsiteX82" fmla="*/ 3313013 w 6771071"/>
                <a:gd name="connsiteY82" fmla="*/ 2619236 h 6526994"/>
                <a:gd name="connsiteX83" fmla="*/ 3371131 w 6771071"/>
                <a:gd name="connsiteY83" fmla="*/ 2623340 h 6526994"/>
                <a:gd name="connsiteX84" fmla="*/ 3557541 w 6771071"/>
                <a:gd name="connsiteY84" fmla="*/ 2844759 h 6526994"/>
                <a:gd name="connsiteX85" fmla="*/ 3646854 w 6771071"/>
                <a:gd name="connsiteY85" fmla="*/ 2952379 h 6526994"/>
                <a:gd name="connsiteX86" fmla="*/ 3724799 w 6771071"/>
                <a:gd name="connsiteY86" fmla="*/ 2965142 h 6526994"/>
                <a:gd name="connsiteX87" fmla="*/ 4258091 w 6771071"/>
                <a:gd name="connsiteY87" fmla="*/ 2756587 h 6526994"/>
                <a:gd name="connsiteX88" fmla="*/ 4332480 w 6771071"/>
                <a:gd name="connsiteY88" fmla="*/ 2743256 h 6526994"/>
                <a:gd name="connsiteX89" fmla="*/ 4332480 w 6771071"/>
                <a:gd name="connsiteY89" fmla="*/ 2220689 h 6526994"/>
                <a:gd name="connsiteX90" fmla="*/ 0 w 6771071"/>
                <a:gd name="connsiteY90" fmla="*/ 0 h 6526994"/>
                <a:gd name="connsiteX91" fmla="*/ 639925 w 6771071"/>
                <a:gd name="connsiteY91" fmla="*/ 0 h 6526994"/>
                <a:gd name="connsiteX92" fmla="*/ 639925 w 6771071"/>
                <a:gd name="connsiteY92" fmla="*/ 639424 h 6526994"/>
                <a:gd name="connsiteX93" fmla="*/ 0 w 6771071"/>
                <a:gd name="connsiteY93" fmla="*/ 639424 h 652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771071" h="6526994">
                  <a:moveTo>
                    <a:pt x="4343123" y="4129206"/>
                  </a:moveTo>
                  <a:lnTo>
                    <a:pt x="4764483" y="4129206"/>
                  </a:lnTo>
                  <a:lnTo>
                    <a:pt x="4764483" y="4548450"/>
                  </a:lnTo>
                  <a:lnTo>
                    <a:pt x="4343123" y="4548450"/>
                  </a:lnTo>
                  <a:close/>
                  <a:moveTo>
                    <a:pt x="4642985" y="3160445"/>
                  </a:moveTo>
                  <a:cubicBezTo>
                    <a:pt x="4599832" y="3158293"/>
                    <a:pt x="4556526" y="3158572"/>
                    <a:pt x="4513103" y="3161313"/>
                  </a:cubicBezTo>
                  <a:cubicBezTo>
                    <a:pt x="4455205" y="3164967"/>
                    <a:pt x="4397098" y="3173001"/>
                    <a:pt x="4338862" y="3185492"/>
                  </a:cubicBezTo>
                  <a:cubicBezTo>
                    <a:pt x="4012414" y="3255510"/>
                    <a:pt x="3752066" y="3431727"/>
                    <a:pt x="3565395" y="3710058"/>
                  </a:cubicBezTo>
                  <a:cubicBezTo>
                    <a:pt x="3430747" y="3910826"/>
                    <a:pt x="3355601" y="4132897"/>
                    <a:pt x="3362242" y="4376181"/>
                  </a:cubicBezTo>
                  <a:cubicBezTo>
                    <a:pt x="3365235" y="4485807"/>
                    <a:pt x="3386388" y="4594938"/>
                    <a:pt x="3402604" y="4711423"/>
                  </a:cubicBezTo>
                  <a:cubicBezTo>
                    <a:pt x="3409059" y="4733669"/>
                    <a:pt x="3414079" y="4756451"/>
                    <a:pt x="3422186" y="4778076"/>
                  </a:cubicBezTo>
                  <a:cubicBezTo>
                    <a:pt x="3501533" y="4989734"/>
                    <a:pt x="3619591" y="5173774"/>
                    <a:pt x="3794077" y="5321727"/>
                  </a:cubicBezTo>
                  <a:cubicBezTo>
                    <a:pt x="3987153" y="5485443"/>
                    <a:pt x="4209229" y="5583173"/>
                    <a:pt x="4458173" y="5607131"/>
                  </a:cubicBezTo>
                  <a:cubicBezTo>
                    <a:pt x="4710688" y="5631433"/>
                    <a:pt x="4953093" y="5586220"/>
                    <a:pt x="5178099" y="5458510"/>
                  </a:cubicBezTo>
                  <a:cubicBezTo>
                    <a:pt x="5400179" y="5332461"/>
                    <a:pt x="5569528" y="5156941"/>
                    <a:pt x="5683091" y="4930655"/>
                  </a:cubicBezTo>
                  <a:cubicBezTo>
                    <a:pt x="5803850" y="4690031"/>
                    <a:pt x="5836430" y="4434691"/>
                    <a:pt x="5789525" y="4168416"/>
                  </a:cubicBezTo>
                  <a:cubicBezTo>
                    <a:pt x="5745213" y="3916858"/>
                    <a:pt x="5627979" y="3703558"/>
                    <a:pt x="5452439" y="3522645"/>
                  </a:cubicBezTo>
                  <a:cubicBezTo>
                    <a:pt x="5332295" y="3398824"/>
                    <a:pt x="5187944" y="3307810"/>
                    <a:pt x="5026343" y="3244503"/>
                  </a:cubicBezTo>
                  <a:cubicBezTo>
                    <a:pt x="4900539" y="3195219"/>
                    <a:pt x="4772446" y="3166899"/>
                    <a:pt x="4642985" y="3160445"/>
                  </a:cubicBezTo>
                  <a:close/>
                  <a:moveTo>
                    <a:pt x="4332480" y="2220689"/>
                  </a:moveTo>
                  <a:cubicBezTo>
                    <a:pt x="4478997" y="2220689"/>
                    <a:pt x="4619960" y="2220689"/>
                    <a:pt x="4766772" y="2220689"/>
                  </a:cubicBezTo>
                  <a:cubicBezTo>
                    <a:pt x="4766772" y="2391020"/>
                    <a:pt x="4766772" y="2561571"/>
                    <a:pt x="4766772" y="2733780"/>
                  </a:cubicBezTo>
                  <a:cubicBezTo>
                    <a:pt x="5017772" y="2765220"/>
                    <a:pt x="5248160" y="2840646"/>
                    <a:pt x="5460289" y="2974163"/>
                  </a:cubicBezTo>
                  <a:cubicBezTo>
                    <a:pt x="5571790" y="2838418"/>
                    <a:pt x="5682872" y="2703184"/>
                    <a:pt x="5796638" y="2564682"/>
                  </a:cubicBezTo>
                  <a:cubicBezTo>
                    <a:pt x="5870912" y="2625073"/>
                    <a:pt x="5944084" y="2684668"/>
                    <a:pt x="6017374" y="2744114"/>
                  </a:cubicBezTo>
                  <a:cubicBezTo>
                    <a:pt x="6047501" y="2768551"/>
                    <a:pt x="6078026" y="2792497"/>
                    <a:pt x="6108101" y="2816998"/>
                  </a:cubicBezTo>
                  <a:cubicBezTo>
                    <a:pt x="6125050" y="2830805"/>
                    <a:pt x="6137441" y="2843631"/>
                    <a:pt x="6117669" y="2867247"/>
                  </a:cubicBezTo>
                  <a:cubicBezTo>
                    <a:pt x="6010954" y="2994707"/>
                    <a:pt x="5905498" y="3123221"/>
                    <a:pt x="5799636" y="3251339"/>
                  </a:cubicBezTo>
                  <a:cubicBezTo>
                    <a:pt x="5963693" y="3429695"/>
                    <a:pt x="6085260" y="3631340"/>
                    <a:pt x="6163558" y="3866252"/>
                  </a:cubicBezTo>
                  <a:cubicBezTo>
                    <a:pt x="6339079" y="3833474"/>
                    <a:pt x="6513462" y="3800907"/>
                    <a:pt x="6692556" y="3767462"/>
                  </a:cubicBezTo>
                  <a:cubicBezTo>
                    <a:pt x="6706196" y="3834157"/>
                    <a:pt x="6720008" y="3900282"/>
                    <a:pt x="6733179" y="3966535"/>
                  </a:cubicBezTo>
                  <a:cubicBezTo>
                    <a:pt x="6745235" y="4027182"/>
                    <a:pt x="6756435" y="4088000"/>
                    <a:pt x="6768330" y="4148681"/>
                  </a:cubicBezTo>
                  <a:cubicBezTo>
                    <a:pt x="6774081" y="4178020"/>
                    <a:pt x="6774196" y="4196530"/>
                    <a:pt x="6733846" y="4203274"/>
                  </a:cubicBezTo>
                  <a:cubicBezTo>
                    <a:pt x="6582859" y="4228508"/>
                    <a:pt x="6432717" y="4258819"/>
                    <a:pt x="6282363" y="4287765"/>
                  </a:cubicBezTo>
                  <a:cubicBezTo>
                    <a:pt x="6269173" y="4290305"/>
                    <a:pt x="6256736" y="4296759"/>
                    <a:pt x="6242119" y="4302059"/>
                  </a:cubicBezTo>
                  <a:cubicBezTo>
                    <a:pt x="6242119" y="4358395"/>
                    <a:pt x="6242773" y="4413374"/>
                    <a:pt x="6241995" y="4468334"/>
                  </a:cubicBezTo>
                  <a:cubicBezTo>
                    <a:pt x="6239689" y="4631299"/>
                    <a:pt x="6206018" y="4788533"/>
                    <a:pt x="6150263" y="4940922"/>
                  </a:cubicBezTo>
                  <a:cubicBezTo>
                    <a:pt x="6133938" y="4985542"/>
                    <a:pt x="6139833" y="5007290"/>
                    <a:pt x="6185928" y="5031033"/>
                  </a:cubicBezTo>
                  <a:cubicBezTo>
                    <a:pt x="6318166" y="5099147"/>
                    <a:pt x="6445842" y="5176067"/>
                    <a:pt x="6576670" y="5247017"/>
                  </a:cubicBezTo>
                  <a:cubicBezTo>
                    <a:pt x="6607737" y="5263865"/>
                    <a:pt x="6601890" y="5280743"/>
                    <a:pt x="6589236" y="5303249"/>
                  </a:cubicBezTo>
                  <a:cubicBezTo>
                    <a:pt x="6532246" y="5404606"/>
                    <a:pt x="6474216" y="5505404"/>
                    <a:pt x="6419014" y="5607725"/>
                  </a:cubicBezTo>
                  <a:cubicBezTo>
                    <a:pt x="6403703" y="5636108"/>
                    <a:pt x="6389219" y="5643409"/>
                    <a:pt x="6360855" y="5627342"/>
                  </a:cubicBezTo>
                  <a:cubicBezTo>
                    <a:pt x="6259653" y="5570004"/>
                    <a:pt x="6157944" y="5513557"/>
                    <a:pt x="6056299" y="5457003"/>
                  </a:cubicBezTo>
                  <a:cubicBezTo>
                    <a:pt x="6010552" y="5431549"/>
                    <a:pt x="5964506" y="5406637"/>
                    <a:pt x="5926664" y="5385901"/>
                  </a:cubicBezTo>
                  <a:cubicBezTo>
                    <a:pt x="5839803" y="5474604"/>
                    <a:pt x="5762166" y="5564624"/>
                    <a:pt x="5673267" y="5641643"/>
                  </a:cubicBezTo>
                  <a:cubicBezTo>
                    <a:pt x="5584759" y="5718321"/>
                    <a:pt x="5484946" y="5781950"/>
                    <a:pt x="5385763" y="5854465"/>
                  </a:cubicBezTo>
                  <a:cubicBezTo>
                    <a:pt x="5417597" y="5935364"/>
                    <a:pt x="5451426" y="6021337"/>
                    <a:pt x="5485766" y="6110994"/>
                  </a:cubicBezTo>
                  <a:cubicBezTo>
                    <a:pt x="5512934" y="6182317"/>
                    <a:pt x="5540982" y="6249471"/>
                    <a:pt x="5564977" y="6318043"/>
                  </a:cubicBezTo>
                  <a:cubicBezTo>
                    <a:pt x="5569367" y="6330590"/>
                    <a:pt x="5561440" y="6359241"/>
                    <a:pt x="5552138" y="6363004"/>
                  </a:cubicBezTo>
                  <a:cubicBezTo>
                    <a:pt x="5427595" y="6413394"/>
                    <a:pt x="5301796" y="6460677"/>
                    <a:pt x="5171295" y="6510652"/>
                  </a:cubicBezTo>
                  <a:cubicBezTo>
                    <a:pt x="5149604" y="6455430"/>
                    <a:pt x="5128652" y="6402936"/>
                    <a:pt x="5108338" y="6350195"/>
                  </a:cubicBezTo>
                  <a:cubicBezTo>
                    <a:pt x="5067201" y="6243394"/>
                    <a:pt x="5027312" y="6136092"/>
                    <a:pt x="4984125" y="6030129"/>
                  </a:cubicBezTo>
                  <a:cubicBezTo>
                    <a:pt x="4979664" y="6019187"/>
                    <a:pt x="4954203" y="6007299"/>
                    <a:pt x="4942200" y="6010369"/>
                  </a:cubicBezTo>
                  <a:cubicBezTo>
                    <a:pt x="4774620" y="6053235"/>
                    <a:pt x="4603863" y="6045665"/>
                    <a:pt x="4433771" y="6042909"/>
                  </a:cubicBezTo>
                  <a:cubicBezTo>
                    <a:pt x="4377208" y="6041993"/>
                    <a:pt x="4320864" y="6027527"/>
                    <a:pt x="4263017" y="6019049"/>
                  </a:cubicBezTo>
                  <a:cubicBezTo>
                    <a:pt x="4205196" y="6187162"/>
                    <a:pt x="4147057" y="6356194"/>
                    <a:pt x="4088309" y="6526994"/>
                  </a:cubicBezTo>
                  <a:cubicBezTo>
                    <a:pt x="3958296" y="6484270"/>
                    <a:pt x="3833653" y="6443365"/>
                    <a:pt x="3709056" y="6402317"/>
                  </a:cubicBezTo>
                  <a:cubicBezTo>
                    <a:pt x="3683467" y="6393885"/>
                    <a:pt x="3677923" y="6380120"/>
                    <a:pt x="3687485" y="6352552"/>
                  </a:cubicBezTo>
                  <a:cubicBezTo>
                    <a:pt x="3741714" y="6196197"/>
                    <a:pt x="3793545" y="6039010"/>
                    <a:pt x="3846078" y="5882451"/>
                  </a:cubicBezTo>
                  <a:cubicBezTo>
                    <a:pt x="3777444" y="5839512"/>
                    <a:pt x="3708229" y="5796667"/>
                    <a:pt x="3639473" y="5753098"/>
                  </a:cubicBezTo>
                  <a:cubicBezTo>
                    <a:pt x="3511406" y="5671944"/>
                    <a:pt x="3406769" y="5565049"/>
                    <a:pt x="3309805" y="5450092"/>
                  </a:cubicBezTo>
                  <a:cubicBezTo>
                    <a:pt x="3293603" y="5430881"/>
                    <a:pt x="3281480" y="5435346"/>
                    <a:pt x="3263199" y="5446591"/>
                  </a:cubicBezTo>
                  <a:cubicBezTo>
                    <a:pt x="3122269" y="5533289"/>
                    <a:pt x="2980684" y="5618921"/>
                    <a:pt x="2835574" y="5707151"/>
                  </a:cubicBezTo>
                  <a:cubicBezTo>
                    <a:pt x="2778599" y="5613911"/>
                    <a:pt x="2722600" y="5523218"/>
                    <a:pt x="2667686" y="5431872"/>
                  </a:cubicBezTo>
                  <a:cubicBezTo>
                    <a:pt x="2648775" y="5400416"/>
                    <a:pt x="2613874" y="5362697"/>
                    <a:pt x="2620420" y="5336310"/>
                  </a:cubicBezTo>
                  <a:cubicBezTo>
                    <a:pt x="2626886" y="5310254"/>
                    <a:pt x="2676130" y="5294296"/>
                    <a:pt x="2707268" y="5274969"/>
                  </a:cubicBezTo>
                  <a:cubicBezTo>
                    <a:pt x="2816515" y="5207159"/>
                    <a:pt x="2925652" y="5139152"/>
                    <a:pt x="3035826" y="5072872"/>
                  </a:cubicBezTo>
                  <a:cubicBezTo>
                    <a:pt x="3056321" y="5060544"/>
                    <a:pt x="3061339" y="5051248"/>
                    <a:pt x="3051198" y="5028614"/>
                  </a:cubicBezTo>
                  <a:cubicBezTo>
                    <a:pt x="2991930" y="4896346"/>
                    <a:pt x="2958128" y="4756302"/>
                    <a:pt x="2937346" y="4613863"/>
                  </a:cubicBezTo>
                  <a:cubicBezTo>
                    <a:pt x="2925205" y="4530653"/>
                    <a:pt x="2926727" y="4445450"/>
                    <a:pt x="2921621" y="4352361"/>
                  </a:cubicBezTo>
                  <a:cubicBezTo>
                    <a:pt x="2754505" y="4326312"/>
                    <a:pt x="2583915" y="4299721"/>
                    <a:pt x="2406437" y="4272056"/>
                  </a:cubicBezTo>
                  <a:cubicBezTo>
                    <a:pt x="2412918" y="4220884"/>
                    <a:pt x="2418621" y="4167809"/>
                    <a:pt x="2426563" y="4115068"/>
                  </a:cubicBezTo>
                  <a:cubicBezTo>
                    <a:pt x="2437851" y="4040113"/>
                    <a:pt x="2451989" y="3965574"/>
                    <a:pt x="2462479" y="3890517"/>
                  </a:cubicBezTo>
                  <a:cubicBezTo>
                    <a:pt x="2467298" y="3856047"/>
                    <a:pt x="2470982" y="3839883"/>
                    <a:pt x="2516866" y="3848461"/>
                  </a:cubicBezTo>
                  <a:cubicBezTo>
                    <a:pt x="2650800" y="3873502"/>
                    <a:pt x="2786437" y="3889421"/>
                    <a:pt x="2921379" y="3909105"/>
                  </a:cubicBezTo>
                  <a:cubicBezTo>
                    <a:pt x="2942507" y="3912186"/>
                    <a:pt x="2963490" y="3916255"/>
                    <a:pt x="2981643" y="3919371"/>
                  </a:cubicBezTo>
                  <a:cubicBezTo>
                    <a:pt x="3021203" y="3823876"/>
                    <a:pt x="3050689" y="3727990"/>
                    <a:pt x="3098828" y="3642622"/>
                  </a:cubicBezTo>
                  <a:cubicBezTo>
                    <a:pt x="3161738" y="3531065"/>
                    <a:pt x="3237470" y="3426463"/>
                    <a:pt x="3311557" y="3321604"/>
                  </a:cubicBezTo>
                  <a:cubicBezTo>
                    <a:pt x="3347651" y="3270516"/>
                    <a:pt x="3349426" y="3275115"/>
                    <a:pt x="3306983" y="3226216"/>
                  </a:cubicBezTo>
                  <a:cubicBezTo>
                    <a:pt x="3224419" y="3131093"/>
                    <a:pt x="3144995" y="3033249"/>
                    <a:pt x="3063239" y="2937412"/>
                  </a:cubicBezTo>
                  <a:cubicBezTo>
                    <a:pt x="3048072" y="2919634"/>
                    <a:pt x="3028055" y="2905993"/>
                    <a:pt x="3005219" y="2886019"/>
                  </a:cubicBezTo>
                  <a:cubicBezTo>
                    <a:pt x="3072605" y="2827334"/>
                    <a:pt x="3134329" y="2773374"/>
                    <a:pt x="3196291" y="2719687"/>
                  </a:cubicBezTo>
                  <a:cubicBezTo>
                    <a:pt x="3235088" y="2686073"/>
                    <a:pt x="3274798" y="2653492"/>
                    <a:pt x="3313013" y="2619236"/>
                  </a:cubicBezTo>
                  <a:cubicBezTo>
                    <a:pt x="3335015" y="2599517"/>
                    <a:pt x="3348245" y="2593973"/>
                    <a:pt x="3371131" y="2623340"/>
                  </a:cubicBezTo>
                  <a:cubicBezTo>
                    <a:pt x="3430394" y="2699384"/>
                    <a:pt x="3495174" y="2771123"/>
                    <a:pt x="3557541" y="2844759"/>
                  </a:cubicBezTo>
                  <a:cubicBezTo>
                    <a:pt x="3587673" y="2880336"/>
                    <a:pt x="3618441" y="2915459"/>
                    <a:pt x="3646854" y="2952379"/>
                  </a:cubicBezTo>
                  <a:cubicBezTo>
                    <a:pt x="3669945" y="2982382"/>
                    <a:pt x="3689948" y="2987553"/>
                    <a:pt x="3724799" y="2965142"/>
                  </a:cubicBezTo>
                  <a:cubicBezTo>
                    <a:pt x="3888271" y="2860025"/>
                    <a:pt x="4069236" y="2797730"/>
                    <a:pt x="4258091" y="2756587"/>
                  </a:cubicBezTo>
                  <a:cubicBezTo>
                    <a:pt x="4280816" y="2751635"/>
                    <a:pt x="4303901" y="2748329"/>
                    <a:pt x="4332480" y="2743256"/>
                  </a:cubicBezTo>
                  <a:cubicBezTo>
                    <a:pt x="4332480" y="2570976"/>
                    <a:pt x="4332480" y="2397224"/>
                    <a:pt x="4332480" y="2220689"/>
                  </a:cubicBezTo>
                  <a:close/>
                  <a:moveTo>
                    <a:pt x="0" y="0"/>
                  </a:moveTo>
                  <a:lnTo>
                    <a:pt x="639925" y="0"/>
                  </a:lnTo>
                  <a:lnTo>
                    <a:pt x="639925" y="639424"/>
                  </a:lnTo>
                  <a:lnTo>
                    <a:pt x="0" y="639424"/>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9" name="Group 118">
            <a:extLst>
              <a:ext uri="{FF2B5EF4-FFF2-40B4-BE49-F238E27FC236}">
                <a16:creationId xmlns:a16="http://schemas.microsoft.com/office/drawing/2014/main" id="{D865336C-F781-B271-9423-D9B8E8AED446}"/>
              </a:ext>
              <a:ext uri="{C183D7F6-B498-43B3-948B-1728B52AA6E4}">
                <adec:decorative xmlns:adec="http://schemas.microsoft.com/office/drawing/2017/decorative" val="1"/>
              </a:ext>
            </a:extLst>
          </p:cNvPr>
          <p:cNvGrpSpPr>
            <a:grpSpLocks noChangeAspect="1"/>
          </p:cNvGrpSpPr>
          <p:nvPr/>
        </p:nvGrpSpPr>
        <p:grpSpPr>
          <a:xfrm>
            <a:off x="3932156" y="1517247"/>
            <a:ext cx="456607" cy="457200"/>
            <a:chOff x="3932156" y="1517247"/>
            <a:chExt cx="456607" cy="457200"/>
          </a:xfrm>
          <a:solidFill>
            <a:srgbClr val="FF0000"/>
          </a:solidFill>
        </p:grpSpPr>
        <p:sp>
          <p:nvSpPr>
            <p:cNvPr id="608" name="Freeform: Shape 607">
              <a:extLst>
                <a:ext uri="{FF2B5EF4-FFF2-40B4-BE49-F238E27FC236}">
                  <a16:creationId xmlns:a16="http://schemas.microsoft.com/office/drawing/2014/main" id="{CF1BF029-3BC5-0130-DE8F-0895502AF52E}"/>
                </a:ext>
                <a:ext uri="{C183D7F6-B498-43B3-948B-1728B52AA6E4}">
                  <adec:decorative xmlns:adec="http://schemas.microsoft.com/office/drawing/2017/decorative" val="1"/>
                </a:ext>
              </a:extLst>
            </p:cNvPr>
            <p:cNvSpPr/>
            <p:nvPr/>
          </p:nvSpPr>
          <p:spPr>
            <a:xfrm>
              <a:off x="3932156" y="1517247"/>
              <a:ext cx="456607" cy="457200"/>
            </a:xfrm>
            <a:custGeom>
              <a:avLst/>
              <a:gdLst>
                <a:gd name="connsiteX0" fmla="*/ 1893759 w 6849108"/>
                <a:gd name="connsiteY0" fmla="*/ 1756590 h 6858000"/>
                <a:gd name="connsiteX1" fmla="*/ 2291848 w 6849108"/>
                <a:gd name="connsiteY1" fmla="*/ 1756590 h 6858000"/>
                <a:gd name="connsiteX2" fmla="*/ 2291848 w 6849108"/>
                <a:gd name="connsiteY2" fmla="*/ 2151916 h 6858000"/>
                <a:gd name="connsiteX3" fmla="*/ 2806064 w 6849108"/>
                <a:gd name="connsiteY3" fmla="*/ 2151916 h 6858000"/>
                <a:gd name="connsiteX4" fmla="*/ 2806064 w 6849108"/>
                <a:gd name="connsiteY4" fmla="*/ 1757033 h 6858000"/>
                <a:gd name="connsiteX5" fmla="*/ 3205686 w 6849108"/>
                <a:gd name="connsiteY5" fmla="*/ 1757033 h 6858000"/>
                <a:gd name="connsiteX6" fmla="*/ 3205686 w 6849108"/>
                <a:gd name="connsiteY6" fmla="*/ 2151483 h 6858000"/>
                <a:gd name="connsiteX7" fmla="*/ 3718361 w 6849108"/>
                <a:gd name="connsiteY7" fmla="*/ 2151483 h 6858000"/>
                <a:gd name="connsiteX8" fmla="*/ 3718361 w 6849108"/>
                <a:gd name="connsiteY8" fmla="*/ 1757476 h 6858000"/>
                <a:gd name="connsiteX9" fmla="*/ 4119533 w 6849108"/>
                <a:gd name="connsiteY9" fmla="*/ 1757476 h 6858000"/>
                <a:gd name="connsiteX10" fmla="*/ 4119533 w 6849108"/>
                <a:gd name="connsiteY10" fmla="*/ 2154467 h 6858000"/>
                <a:gd name="connsiteX11" fmla="*/ 4701771 w 6849108"/>
                <a:gd name="connsiteY11" fmla="*/ 2154467 h 6858000"/>
                <a:gd name="connsiteX12" fmla="*/ 4701771 w 6849108"/>
                <a:gd name="connsiteY12" fmla="*/ 2735165 h 6858000"/>
                <a:gd name="connsiteX13" fmla="*/ 5100215 w 6849108"/>
                <a:gd name="connsiteY13" fmla="*/ 2735165 h 6858000"/>
                <a:gd name="connsiteX14" fmla="*/ 5100215 w 6849108"/>
                <a:gd name="connsiteY14" fmla="*/ 3136336 h 6858000"/>
                <a:gd name="connsiteX15" fmla="*/ 4705473 w 6849108"/>
                <a:gd name="connsiteY15" fmla="*/ 3136336 h 6858000"/>
                <a:gd name="connsiteX16" fmla="*/ 4705473 w 6849108"/>
                <a:gd name="connsiteY16" fmla="*/ 3649020 h 6858000"/>
                <a:gd name="connsiteX17" fmla="*/ 5099772 w 6849108"/>
                <a:gd name="connsiteY17" fmla="*/ 3649020 h 6858000"/>
                <a:gd name="connsiteX18" fmla="*/ 5099772 w 6849108"/>
                <a:gd name="connsiteY18" fmla="*/ 4048633 h 6858000"/>
                <a:gd name="connsiteX19" fmla="*/ 4705907 w 6849108"/>
                <a:gd name="connsiteY19" fmla="*/ 4048633 h 6858000"/>
                <a:gd name="connsiteX20" fmla="*/ 4705907 w 6849108"/>
                <a:gd name="connsiteY20" fmla="*/ 4562849 h 6858000"/>
                <a:gd name="connsiteX21" fmla="*/ 5100870 w 6849108"/>
                <a:gd name="connsiteY21" fmla="*/ 4562849 h 6858000"/>
                <a:gd name="connsiteX22" fmla="*/ 5100870 w 6849108"/>
                <a:gd name="connsiteY22" fmla="*/ 4962479 h 6858000"/>
                <a:gd name="connsiteX23" fmla="*/ 4706350 w 6849108"/>
                <a:gd name="connsiteY23" fmla="*/ 4962479 h 6858000"/>
                <a:gd name="connsiteX24" fmla="*/ 4706350 w 6849108"/>
                <a:gd name="connsiteY24" fmla="*/ 5483851 h 6858000"/>
                <a:gd name="connsiteX25" fmla="*/ 5100427 w 6849108"/>
                <a:gd name="connsiteY25" fmla="*/ 5483851 h 6858000"/>
                <a:gd name="connsiteX26" fmla="*/ 5100427 w 6849108"/>
                <a:gd name="connsiteY26" fmla="*/ 5885014 h 6858000"/>
                <a:gd name="connsiteX27" fmla="*/ 4703091 w 6849108"/>
                <a:gd name="connsiteY27" fmla="*/ 5885014 h 6858000"/>
                <a:gd name="connsiteX28" fmla="*/ 4704065 w 6849108"/>
                <a:gd name="connsiteY28" fmla="*/ 6152825 h 6858000"/>
                <a:gd name="connsiteX29" fmla="*/ 4384448 w 6849108"/>
                <a:gd name="connsiteY29" fmla="*/ 6469174 h 6858000"/>
                <a:gd name="connsiteX30" fmla="*/ 4120392 w 6849108"/>
                <a:gd name="connsiteY30" fmla="*/ 6468501 h 6858000"/>
                <a:gd name="connsiteX31" fmla="*/ 4120392 w 6849108"/>
                <a:gd name="connsiteY31" fmla="*/ 6666111 h 6858000"/>
                <a:gd name="connsiteX32" fmla="*/ 4120392 w 6849108"/>
                <a:gd name="connsiteY32" fmla="*/ 6858000 h 6858000"/>
                <a:gd name="connsiteX33" fmla="*/ 3722471 w 6849108"/>
                <a:gd name="connsiteY33" fmla="*/ 6858000 h 6858000"/>
                <a:gd name="connsiteX34" fmla="*/ 3722471 w 6849108"/>
                <a:gd name="connsiteY34" fmla="*/ 6471344 h 6858000"/>
                <a:gd name="connsiteX35" fmla="*/ 3208254 w 6849108"/>
                <a:gd name="connsiteY35" fmla="*/ 6471344 h 6858000"/>
                <a:gd name="connsiteX36" fmla="*/ 3208254 w 6849108"/>
                <a:gd name="connsiteY36" fmla="*/ 6857566 h 6858000"/>
                <a:gd name="connsiteX37" fmla="*/ 2808624 w 6849108"/>
                <a:gd name="connsiteY37" fmla="*/ 6857566 h 6858000"/>
                <a:gd name="connsiteX38" fmla="*/ 2808624 w 6849108"/>
                <a:gd name="connsiteY38" fmla="*/ 6471787 h 6858000"/>
                <a:gd name="connsiteX39" fmla="*/ 2295948 w 6849108"/>
                <a:gd name="connsiteY39" fmla="*/ 6471787 h 6858000"/>
                <a:gd name="connsiteX40" fmla="*/ 2295948 w 6849108"/>
                <a:gd name="connsiteY40" fmla="*/ 6857124 h 6858000"/>
                <a:gd name="connsiteX41" fmla="*/ 1894786 w 6849108"/>
                <a:gd name="connsiteY41" fmla="*/ 6857124 h 6858000"/>
                <a:gd name="connsiteX42" fmla="*/ 1894786 w 6849108"/>
                <a:gd name="connsiteY42" fmla="*/ 6470688 h 6858000"/>
                <a:gd name="connsiteX43" fmla="*/ 1373405 w 6849108"/>
                <a:gd name="connsiteY43" fmla="*/ 6470688 h 6858000"/>
                <a:gd name="connsiteX44" fmla="*/ 1156418 w 6849108"/>
                <a:gd name="connsiteY44" fmla="*/ 6469520 h 6858000"/>
                <a:gd name="connsiteX45" fmla="*/ 1156418 w 6849108"/>
                <a:gd name="connsiteY45" fmla="*/ 6068269 h 6858000"/>
                <a:gd name="connsiteX46" fmla="*/ 4300441 w 6849108"/>
                <a:gd name="connsiteY46" fmla="*/ 6068401 h 6858000"/>
                <a:gd name="connsiteX47" fmla="*/ 4300441 w 6849108"/>
                <a:gd name="connsiteY47" fmla="*/ 2557507 h 6858000"/>
                <a:gd name="connsiteX48" fmla="*/ 789431 w 6849108"/>
                <a:gd name="connsiteY48" fmla="*/ 2557507 h 6858000"/>
                <a:gd name="connsiteX49" fmla="*/ 789431 w 6849108"/>
                <a:gd name="connsiteY49" fmla="*/ 2607374 h 6858000"/>
                <a:gd name="connsiteX50" fmla="*/ 789448 w 6849108"/>
                <a:gd name="connsiteY50" fmla="*/ 4246482 h 6858000"/>
                <a:gd name="connsiteX51" fmla="*/ 786464 w 6849108"/>
                <a:gd name="connsiteY51" fmla="*/ 5692558 h 6858000"/>
                <a:gd name="connsiteX52" fmla="*/ 387639 w 6849108"/>
                <a:gd name="connsiteY52" fmla="*/ 5692558 h 6858000"/>
                <a:gd name="connsiteX53" fmla="*/ 386170 w 6849108"/>
                <a:gd name="connsiteY53" fmla="*/ 5487048 h 6858000"/>
                <a:gd name="connsiteX54" fmla="*/ 386170 w 6849108"/>
                <a:gd name="connsiteY54" fmla="*/ 4965676 h 6858000"/>
                <a:gd name="connsiteX55" fmla="*/ 655 w 6849108"/>
                <a:gd name="connsiteY55" fmla="*/ 4965676 h 6858000"/>
                <a:gd name="connsiteX56" fmla="*/ 655 w 6849108"/>
                <a:gd name="connsiteY56" fmla="*/ 4564505 h 6858000"/>
                <a:gd name="connsiteX57" fmla="*/ 387267 w 6849108"/>
                <a:gd name="connsiteY57" fmla="*/ 4564505 h 6858000"/>
                <a:gd name="connsiteX58" fmla="*/ 387267 w 6849108"/>
                <a:gd name="connsiteY58" fmla="*/ 4053371 h 6858000"/>
                <a:gd name="connsiteX59" fmla="*/ 1098 w 6849108"/>
                <a:gd name="connsiteY59" fmla="*/ 4053371 h 6858000"/>
                <a:gd name="connsiteX60" fmla="*/ 1098 w 6849108"/>
                <a:gd name="connsiteY60" fmla="*/ 3652208 h 6858000"/>
                <a:gd name="connsiteX61" fmla="*/ 386825 w 6849108"/>
                <a:gd name="connsiteY61" fmla="*/ 3652208 h 6858000"/>
                <a:gd name="connsiteX62" fmla="*/ 386825 w 6849108"/>
                <a:gd name="connsiteY62" fmla="*/ 3137992 h 6858000"/>
                <a:gd name="connsiteX63" fmla="*/ 0 w 6849108"/>
                <a:gd name="connsiteY63" fmla="*/ 3137992 h 6858000"/>
                <a:gd name="connsiteX64" fmla="*/ 0 w 6849108"/>
                <a:gd name="connsiteY64" fmla="*/ 2739894 h 6858000"/>
                <a:gd name="connsiteX65" fmla="*/ 389366 w 6849108"/>
                <a:gd name="connsiteY65" fmla="*/ 2739894 h 6858000"/>
                <a:gd name="connsiteX66" fmla="*/ 389366 w 6849108"/>
                <a:gd name="connsiteY66" fmla="*/ 2620525 h 6858000"/>
                <a:gd name="connsiteX67" fmla="*/ 389402 w 6849108"/>
                <a:gd name="connsiteY67" fmla="*/ 2359649 h 6858000"/>
                <a:gd name="connsiteX68" fmla="*/ 536639 w 6849108"/>
                <a:gd name="connsiteY68" fmla="*/ 2159940 h 6858000"/>
                <a:gd name="connsiteX69" fmla="*/ 578740 w 6849108"/>
                <a:gd name="connsiteY69" fmla="*/ 2154998 h 6858000"/>
                <a:gd name="connsiteX70" fmla="*/ 969683 w 6849108"/>
                <a:gd name="connsiteY70" fmla="*/ 2154777 h 6858000"/>
                <a:gd name="connsiteX71" fmla="*/ 969683 w 6849108"/>
                <a:gd name="connsiteY71" fmla="*/ 1757688 h 6858000"/>
                <a:gd name="connsiteX72" fmla="*/ 1370845 w 6849108"/>
                <a:gd name="connsiteY72" fmla="*/ 1757688 h 6858000"/>
                <a:gd name="connsiteX73" fmla="*/ 1370845 w 6849108"/>
                <a:gd name="connsiteY73" fmla="*/ 2152359 h 6858000"/>
                <a:gd name="connsiteX74" fmla="*/ 1893759 w 6849108"/>
                <a:gd name="connsiteY74" fmla="*/ 2152359 h 6858000"/>
                <a:gd name="connsiteX75" fmla="*/ 4554635 w 6849108"/>
                <a:gd name="connsiteY75" fmla="*/ 0 h 6858000"/>
                <a:gd name="connsiteX76" fmla="*/ 4952702 w 6849108"/>
                <a:gd name="connsiteY76" fmla="*/ 0 h 6858000"/>
                <a:gd name="connsiteX77" fmla="*/ 4952702 w 6849108"/>
                <a:gd name="connsiteY77" fmla="*/ 394914 h 6858000"/>
                <a:gd name="connsiteX78" fmla="*/ 5475590 w 6849108"/>
                <a:gd name="connsiteY78" fmla="*/ 394914 h 6858000"/>
                <a:gd name="connsiteX79" fmla="*/ 5475590 w 6849108"/>
                <a:gd name="connsiteY79" fmla="*/ 464 h 6858000"/>
                <a:gd name="connsiteX80" fmla="*/ 5876730 w 6849108"/>
                <a:gd name="connsiteY80" fmla="*/ 464 h 6858000"/>
                <a:gd name="connsiteX81" fmla="*/ 5876730 w 6849108"/>
                <a:gd name="connsiteY81" fmla="*/ 396531 h 6858000"/>
                <a:gd name="connsiteX82" fmla="*/ 6457407 w 6849108"/>
                <a:gd name="connsiteY82" fmla="*/ 396531 h 6858000"/>
                <a:gd name="connsiteX83" fmla="*/ 6457407 w 6849108"/>
                <a:gd name="connsiteY83" fmla="*/ 978747 h 6858000"/>
                <a:gd name="connsiteX84" fmla="*/ 6848499 w 6849108"/>
                <a:gd name="connsiteY84" fmla="*/ 978747 h 6858000"/>
                <a:gd name="connsiteX85" fmla="*/ 6848499 w 6849108"/>
                <a:gd name="connsiteY85" fmla="*/ 1379889 h 6858000"/>
                <a:gd name="connsiteX86" fmla="*/ 6462083 w 6849108"/>
                <a:gd name="connsiteY86" fmla="*/ 1379889 h 6858000"/>
                <a:gd name="connsiteX87" fmla="*/ 6462083 w 6849108"/>
                <a:gd name="connsiteY87" fmla="*/ 1892544 h 6858000"/>
                <a:gd name="connsiteX88" fmla="*/ 6848035 w 6849108"/>
                <a:gd name="connsiteY88" fmla="*/ 1892544 h 6858000"/>
                <a:gd name="connsiteX89" fmla="*/ 6848035 w 6849108"/>
                <a:gd name="connsiteY89" fmla="*/ 2292147 h 6858000"/>
                <a:gd name="connsiteX90" fmla="*/ 6462547 w 6849108"/>
                <a:gd name="connsiteY90" fmla="*/ 2292147 h 6858000"/>
                <a:gd name="connsiteX91" fmla="*/ 6462547 w 6849108"/>
                <a:gd name="connsiteY91" fmla="*/ 2806339 h 6858000"/>
                <a:gd name="connsiteX92" fmla="*/ 6849108 w 6849108"/>
                <a:gd name="connsiteY92" fmla="*/ 2806339 h 6858000"/>
                <a:gd name="connsiteX93" fmla="*/ 6849108 w 6849108"/>
                <a:gd name="connsiteY93" fmla="*/ 3205942 h 6858000"/>
                <a:gd name="connsiteX94" fmla="*/ 6463012 w 6849108"/>
                <a:gd name="connsiteY94" fmla="*/ 3205942 h 6858000"/>
                <a:gd name="connsiteX95" fmla="*/ 6463012 w 6849108"/>
                <a:gd name="connsiteY95" fmla="*/ 3727294 h 6858000"/>
                <a:gd name="connsiteX96" fmla="*/ 6848645 w 6849108"/>
                <a:gd name="connsiteY96" fmla="*/ 3727294 h 6858000"/>
                <a:gd name="connsiteX97" fmla="*/ 6848645 w 6849108"/>
                <a:gd name="connsiteY97" fmla="*/ 4128436 h 6858000"/>
                <a:gd name="connsiteX98" fmla="*/ 6459878 w 6849108"/>
                <a:gd name="connsiteY98" fmla="*/ 4128436 h 6858000"/>
                <a:gd name="connsiteX99" fmla="*/ 6459461 w 6849108"/>
                <a:gd name="connsiteY99" fmla="*/ 4492036 h 6858000"/>
                <a:gd name="connsiteX100" fmla="*/ 6326119 w 6849108"/>
                <a:gd name="connsiteY100" fmla="*/ 4694112 h 6858000"/>
                <a:gd name="connsiteX101" fmla="*/ 6226608 w 6849108"/>
                <a:gd name="connsiteY101" fmla="*/ 4710939 h 6858000"/>
                <a:gd name="connsiteX102" fmla="*/ 5879295 w 6849108"/>
                <a:gd name="connsiteY102" fmla="*/ 4711702 h 6858000"/>
                <a:gd name="connsiteX103" fmla="*/ 5879295 w 6849108"/>
                <a:gd name="connsiteY103" fmla="*/ 5100234 h 6858000"/>
                <a:gd name="connsiteX104" fmla="*/ 5479681 w 6849108"/>
                <a:gd name="connsiteY104" fmla="*/ 5100234 h 6858000"/>
                <a:gd name="connsiteX105" fmla="*/ 5479681 w 6849108"/>
                <a:gd name="connsiteY105" fmla="*/ 4312181 h 6858000"/>
                <a:gd name="connsiteX106" fmla="*/ 6057766 w 6849108"/>
                <a:gd name="connsiteY106" fmla="*/ 4312181 h 6858000"/>
                <a:gd name="connsiteX107" fmla="*/ 6057766 w 6849108"/>
                <a:gd name="connsiteY107" fmla="*/ 799971 h 6858000"/>
                <a:gd name="connsiteX108" fmla="*/ 2548804 w 6849108"/>
                <a:gd name="connsiteY108" fmla="*/ 799971 h 6858000"/>
                <a:gd name="connsiteX109" fmla="*/ 2548804 w 6849108"/>
                <a:gd name="connsiteY109" fmla="*/ 1377680 h 6858000"/>
                <a:gd name="connsiteX110" fmla="*/ 1746104 w 6849108"/>
                <a:gd name="connsiteY110" fmla="*/ 1377680 h 6858000"/>
                <a:gd name="connsiteX111" fmla="*/ 1746104 w 6849108"/>
                <a:gd name="connsiteY111" fmla="*/ 1180718 h 6858000"/>
                <a:gd name="connsiteX112" fmla="*/ 1746104 w 6849108"/>
                <a:gd name="connsiteY112" fmla="*/ 981684 h 6858000"/>
                <a:gd name="connsiteX113" fmla="*/ 2146166 w 6849108"/>
                <a:gd name="connsiteY113" fmla="*/ 981684 h 6858000"/>
                <a:gd name="connsiteX114" fmla="*/ 2146526 w 6849108"/>
                <a:gd name="connsiteY114" fmla="*/ 583475 h 6858000"/>
                <a:gd name="connsiteX115" fmla="*/ 2154674 w 6849108"/>
                <a:gd name="connsiteY115" fmla="*/ 529409 h 6858000"/>
                <a:gd name="connsiteX116" fmla="*/ 2332018 w 6849108"/>
                <a:gd name="connsiteY116" fmla="*/ 397987 h 6858000"/>
                <a:gd name="connsiteX117" fmla="*/ 2727048 w 6849108"/>
                <a:gd name="connsiteY117" fmla="*/ 397987 h 6858000"/>
                <a:gd name="connsiteX118" fmla="*/ 2727048 w 6849108"/>
                <a:gd name="connsiteY118" fmla="*/ 610 h 6858000"/>
                <a:gd name="connsiteX119" fmla="*/ 3128188 w 6849108"/>
                <a:gd name="connsiteY119" fmla="*/ 610 h 6858000"/>
                <a:gd name="connsiteX120" fmla="*/ 3128188 w 6849108"/>
                <a:gd name="connsiteY120" fmla="*/ 395841 h 6858000"/>
                <a:gd name="connsiteX121" fmla="*/ 3640842 w 6849108"/>
                <a:gd name="connsiteY121" fmla="*/ 395841 h 6858000"/>
                <a:gd name="connsiteX122" fmla="*/ 3640842 w 6849108"/>
                <a:gd name="connsiteY122" fmla="*/ 1074 h 6858000"/>
                <a:gd name="connsiteX123" fmla="*/ 4040444 w 6849108"/>
                <a:gd name="connsiteY123" fmla="*/ 1074 h 6858000"/>
                <a:gd name="connsiteX124" fmla="*/ 4040444 w 6849108"/>
                <a:gd name="connsiteY124" fmla="*/ 395377 h 6858000"/>
                <a:gd name="connsiteX125" fmla="*/ 4554635 w 6849108"/>
                <a:gd name="connsiteY125" fmla="*/ 395377 h 6858000"/>
                <a:gd name="connsiteX126" fmla="*/ 4554635 w 6849108"/>
                <a:gd name="connsiteY12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849108" h="6858000">
                  <a:moveTo>
                    <a:pt x="1893759" y="1756590"/>
                  </a:moveTo>
                  <a:lnTo>
                    <a:pt x="2291848" y="1756590"/>
                  </a:lnTo>
                  <a:lnTo>
                    <a:pt x="2291848" y="2151916"/>
                  </a:lnTo>
                  <a:lnTo>
                    <a:pt x="2806064" y="2151916"/>
                  </a:lnTo>
                  <a:lnTo>
                    <a:pt x="2806064" y="1757033"/>
                  </a:lnTo>
                  <a:lnTo>
                    <a:pt x="3205686" y="1757033"/>
                  </a:lnTo>
                  <a:lnTo>
                    <a:pt x="3205686" y="2151483"/>
                  </a:lnTo>
                  <a:lnTo>
                    <a:pt x="3718361" y="2151483"/>
                  </a:lnTo>
                  <a:lnTo>
                    <a:pt x="3718361" y="1757476"/>
                  </a:lnTo>
                  <a:lnTo>
                    <a:pt x="4119533" y="1757476"/>
                  </a:lnTo>
                  <a:lnTo>
                    <a:pt x="4119533" y="2154467"/>
                  </a:lnTo>
                  <a:lnTo>
                    <a:pt x="4701771" y="2154467"/>
                  </a:lnTo>
                  <a:lnTo>
                    <a:pt x="4701771" y="2735165"/>
                  </a:lnTo>
                  <a:lnTo>
                    <a:pt x="5100215" y="2735165"/>
                  </a:lnTo>
                  <a:lnTo>
                    <a:pt x="5100215" y="3136336"/>
                  </a:lnTo>
                  <a:lnTo>
                    <a:pt x="4705473" y="3136336"/>
                  </a:lnTo>
                  <a:lnTo>
                    <a:pt x="4705473" y="3649020"/>
                  </a:lnTo>
                  <a:lnTo>
                    <a:pt x="5099772" y="3649020"/>
                  </a:lnTo>
                  <a:lnTo>
                    <a:pt x="5099772" y="4048633"/>
                  </a:lnTo>
                  <a:lnTo>
                    <a:pt x="4705907" y="4048633"/>
                  </a:lnTo>
                  <a:lnTo>
                    <a:pt x="4705907" y="4562849"/>
                  </a:lnTo>
                  <a:lnTo>
                    <a:pt x="5100870" y="4562849"/>
                  </a:lnTo>
                  <a:lnTo>
                    <a:pt x="5100870" y="4962479"/>
                  </a:lnTo>
                  <a:lnTo>
                    <a:pt x="4706350" y="4962479"/>
                  </a:lnTo>
                  <a:lnTo>
                    <a:pt x="4706350" y="5483851"/>
                  </a:lnTo>
                  <a:lnTo>
                    <a:pt x="5100427" y="5483851"/>
                  </a:lnTo>
                  <a:lnTo>
                    <a:pt x="5100427" y="5885014"/>
                  </a:lnTo>
                  <a:lnTo>
                    <a:pt x="4703091" y="5885014"/>
                  </a:lnTo>
                  <a:cubicBezTo>
                    <a:pt x="4703091" y="5977000"/>
                    <a:pt x="4697857" y="6065320"/>
                    <a:pt x="4704065" y="6152825"/>
                  </a:cubicBezTo>
                  <a:cubicBezTo>
                    <a:pt x="4723034" y="6420033"/>
                    <a:pt x="4626328" y="6481023"/>
                    <a:pt x="4384448" y="6469174"/>
                  </a:cubicBezTo>
                  <a:cubicBezTo>
                    <a:pt x="4298041" y="6464941"/>
                    <a:pt x="4211244" y="6468501"/>
                    <a:pt x="4120392" y="6468501"/>
                  </a:cubicBezTo>
                  <a:lnTo>
                    <a:pt x="4120392" y="6666111"/>
                  </a:lnTo>
                  <a:lnTo>
                    <a:pt x="4120392" y="6858000"/>
                  </a:lnTo>
                  <a:lnTo>
                    <a:pt x="3722471" y="6858000"/>
                  </a:lnTo>
                  <a:lnTo>
                    <a:pt x="3722471" y="6471344"/>
                  </a:lnTo>
                  <a:lnTo>
                    <a:pt x="3208254" y="6471344"/>
                  </a:lnTo>
                  <a:lnTo>
                    <a:pt x="3208254" y="6857566"/>
                  </a:lnTo>
                  <a:lnTo>
                    <a:pt x="2808624" y="6857566"/>
                  </a:lnTo>
                  <a:lnTo>
                    <a:pt x="2808624" y="6471787"/>
                  </a:lnTo>
                  <a:lnTo>
                    <a:pt x="2295948" y="6471787"/>
                  </a:lnTo>
                  <a:lnTo>
                    <a:pt x="2295948" y="6857124"/>
                  </a:lnTo>
                  <a:lnTo>
                    <a:pt x="1894786" y="6857124"/>
                  </a:lnTo>
                  <a:lnTo>
                    <a:pt x="1894786" y="6470688"/>
                  </a:lnTo>
                  <a:lnTo>
                    <a:pt x="1373405" y="6470688"/>
                  </a:lnTo>
                  <a:lnTo>
                    <a:pt x="1156418" y="6469520"/>
                  </a:lnTo>
                  <a:lnTo>
                    <a:pt x="1156418" y="6068269"/>
                  </a:lnTo>
                  <a:lnTo>
                    <a:pt x="4300441" y="6068401"/>
                  </a:lnTo>
                  <a:lnTo>
                    <a:pt x="4300441" y="2557507"/>
                  </a:lnTo>
                  <a:lnTo>
                    <a:pt x="789431" y="2557507"/>
                  </a:lnTo>
                  <a:lnTo>
                    <a:pt x="789431" y="2607374"/>
                  </a:lnTo>
                  <a:cubicBezTo>
                    <a:pt x="789431" y="3153746"/>
                    <a:pt x="789360" y="3700110"/>
                    <a:pt x="789448" y="4246482"/>
                  </a:cubicBezTo>
                  <a:lnTo>
                    <a:pt x="786464" y="5692558"/>
                  </a:lnTo>
                  <a:lnTo>
                    <a:pt x="387639" y="5692558"/>
                  </a:lnTo>
                  <a:lnTo>
                    <a:pt x="386170" y="5487048"/>
                  </a:lnTo>
                  <a:lnTo>
                    <a:pt x="386170" y="4965676"/>
                  </a:lnTo>
                  <a:lnTo>
                    <a:pt x="655" y="4965676"/>
                  </a:lnTo>
                  <a:lnTo>
                    <a:pt x="655" y="4564505"/>
                  </a:lnTo>
                  <a:lnTo>
                    <a:pt x="387267" y="4564505"/>
                  </a:lnTo>
                  <a:lnTo>
                    <a:pt x="387267" y="4053371"/>
                  </a:lnTo>
                  <a:lnTo>
                    <a:pt x="1098" y="4053371"/>
                  </a:lnTo>
                  <a:lnTo>
                    <a:pt x="1098" y="3652208"/>
                  </a:lnTo>
                  <a:lnTo>
                    <a:pt x="386825" y="3652208"/>
                  </a:lnTo>
                  <a:lnTo>
                    <a:pt x="386825" y="3137992"/>
                  </a:lnTo>
                  <a:lnTo>
                    <a:pt x="0" y="3137992"/>
                  </a:lnTo>
                  <a:lnTo>
                    <a:pt x="0" y="2739894"/>
                  </a:lnTo>
                  <a:lnTo>
                    <a:pt x="389366" y="2739894"/>
                  </a:lnTo>
                  <a:lnTo>
                    <a:pt x="389366" y="2620525"/>
                  </a:lnTo>
                  <a:cubicBezTo>
                    <a:pt x="389366" y="2533570"/>
                    <a:pt x="389260" y="2446605"/>
                    <a:pt x="389402" y="2359649"/>
                  </a:cubicBezTo>
                  <a:cubicBezTo>
                    <a:pt x="389544" y="2264094"/>
                    <a:pt x="449808" y="2182080"/>
                    <a:pt x="536639" y="2159940"/>
                  </a:cubicBezTo>
                  <a:cubicBezTo>
                    <a:pt x="550225" y="2156477"/>
                    <a:pt x="564686" y="2155034"/>
                    <a:pt x="578740" y="2154998"/>
                  </a:cubicBezTo>
                  <a:lnTo>
                    <a:pt x="969683" y="2154777"/>
                  </a:lnTo>
                  <a:lnTo>
                    <a:pt x="969683" y="1757688"/>
                  </a:lnTo>
                  <a:lnTo>
                    <a:pt x="1370845" y="1757688"/>
                  </a:lnTo>
                  <a:lnTo>
                    <a:pt x="1370845" y="2152359"/>
                  </a:lnTo>
                  <a:lnTo>
                    <a:pt x="1893759" y="2152359"/>
                  </a:lnTo>
                  <a:close/>
                  <a:moveTo>
                    <a:pt x="4554635" y="0"/>
                  </a:moveTo>
                  <a:cubicBezTo>
                    <a:pt x="4688664" y="0"/>
                    <a:pt x="4818634" y="0"/>
                    <a:pt x="4952702" y="0"/>
                  </a:cubicBezTo>
                  <a:cubicBezTo>
                    <a:pt x="4952702" y="129788"/>
                    <a:pt x="4952702" y="260828"/>
                    <a:pt x="4952702" y="394914"/>
                  </a:cubicBezTo>
                  <a:cubicBezTo>
                    <a:pt x="5128324" y="394914"/>
                    <a:pt x="5299904" y="394914"/>
                    <a:pt x="5475590" y="394914"/>
                  </a:cubicBezTo>
                  <a:cubicBezTo>
                    <a:pt x="5475590" y="265036"/>
                    <a:pt x="5475590" y="133994"/>
                    <a:pt x="5475590" y="464"/>
                  </a:cubicBezTo>
                  <a:cubicBezTo>
                    <a:pt x="5610646" y="464"/>
                    <a:pt x="5741635" y="464"/>
                    <a:pt x="5876730" y="464"/>
                  </a:cubicBezTo>
                  <a:cubicBezTo>
                    <a:pt x="5876730" y="131978"/>
                    <a:pt x="5876730" y="263015"/>
                    <a:pt x="5876730" y="396531"/>
                  </a:cubicBezTo>
                  <a:cubicBezTo>
                    <a:pt x="6071636" y="396531"/>
                    <a:pt x="6262485" y="396531"/>
                    <a:pt x="6457407" y="396531"/>
                  </a:cubicBezTo>
                  <a:cubicBezTo>
                    <a:pt x="6457407" y="590883"/>
                    <a:pt x="6457407" y="782781"/>
                    <a:pt x="6457407" y="978747"/>
                  </a:cubicBezTo>
                  <a:cubicBezTo>
                    <a:pt x="6589513" y="978747"/>
                    <a:pt x="6717653" y="978747"/>
                    <a:pt x="6848499" y="978747"/>
                  </a:cubicBezTo>
                  <a:cubicBezTo>
                    <a:pt x="6848499" y="1113793"/>
                    <a:pt x="6848499" y="1244787"/>
                    <a:pt x="6848499" y="1379889"/>
                  </a:cubicBezTo>
                  <a:cubicBezTo>
                    <a:pt x="6720507" y="1379889"/>
                    <a:pt x="6592367" y="1379889"/>
                    <a:pt x="6462083" y="1379889"/>
                  </a:cubicBezTo>
                  <a:cubicBezTo>
                    <a:pt x="6462083" y="1552644"/>
                    <a:pt x="6462083" y="1721314"/>
                    <a:pt x="6462083" y="1892544"/>
                  </a:cubicBezTo>
                  <a:cubicBezTo>
                    <a:pt x="6590673" y="1892544"/>
                    <a:pt x="6717757" y="1892544"/>
                    <a:pt x="6848035" y="1892544"/>
                  </a:cubicBezTo>
                  <a:cubicBezTo>
                    <a:pt x="6848035" y="2026026"/>
                    <a:pt x="6848035" y="2157031"/>
                    <a:pt x="6848035" y="2292147"/>
                  </a:cubicBezTo>
                  <a:cubicBezTo>
                    <a:pt x="6721458" y="2292147"/>
                    <a:pt x="6593313" y="2292147"/>
                    <a:pt x="6462547" y="2292147"/>
                  </a:cubicBezTo>
                  <a:cubicBezTo>
                    <a:pt x="6462547" y="2464886"/>
                    <a:pt x="6462547" y="2633560"/>
                    <a:pt x="6462547" y="2806339"/>
                  </a:cubicBezTo>
                  <a:cubicBezTo>
                    <a:pt x="6590759" y="2806339"/>
                    <a:pt x="6718898" y="2806339"/>
                    <a:pt x="6849108" y="2806339"/>
                  </a:cubicBezTo>
                  <a:cubicBezTo>
                    <a:pt x="6849108" y="2941412"/>
                    <a:pt x="6849108" y="3072399"/>
                    <a:pt x="6849108" y="3205942"/>
                  </a:cubicBezTo>
                  <a:cubicBezTo>
                    <a:pt x="6720295" y="3205942"/>
                    <a:pt x="6593211" y="3205942"/>
                    <a:pt x="6463012" y="3205942"/>
                  </a:cubicBezTo>
                  <a:cubicBezTo>
                    <a:pt x="6463012" y="3380025"/>
                    <a:pt x="6463012" y="3551606"/>
                    <a:pt x="6463012" y="3727294"/>
                  </a:cubicBezTo>
                  <a:cubicBezTo>
                    <a:pt x="6589814" y="3727294"/>
                    <a:pt x="6717952" y="3727294"/>
                    <a:pt x="6848645" y="3727294"/>
                  </a:cubicBezTo>
                  <a:cubicBezTo>
                    <a:pt x="6848645" y="3862347"/>
                    <a:pt x="6848645" y="3993338"/>
                    <a:pt x="6848645" y="4128436"/>
                  </a:cubicBezTo>
                  <a:cubicBezTo>
                    <a:pt x="6720210" y="4128436"/>
                    <a:pt x="6592069" y="4128436"/>
                    <a:pt x="6459878" y="4128436"/>
                  </a:cubicBezTo>
                  <a:cubicBezTo>
                    <a:pt x="6459878" y="4252333"/>
                    <a:pt x="6461191" y="4372208"/>
                    <a:pt x="6459461" y="4492036"/>
                  </a:cubicBezTo>
                  <a:cubicBezTo>
                    <a:pt x="6458093" y="4586694"/>
                    <a:pt x="6417749" y="4659467"/>
                    <a:pt x="6326119" y="4694112"/>
                  </a:cubicBezTo>
                  <a:cubicBezTo>
                    <a:pt x="6295163" y="4705817"/>
                    <a:pt x="6259984" y="4710360"/>
                    <a:pt x="6226608" y="4710939"/>
                  </a:cubicBezTo>
                  <a:cubicBezTo>
                    <a:pt x="6112229" y="4712925"/>
                    <a:pt x="5997795" y="4711702"/>
                    <a:pt x="5879295" y="4711702"/>
                  </a:cubicBezTo>
                  <a:cubicBezTo>
                    <a:pt x="5879295" y="4841156"/>
                    <a:pt x="5879295" y="4969296"/>
                    <a:pt x="5879295" y="5100234"/>
                  </a:cubicBezTo>
                  <a:cubicBezTo>
                    <a:pt x="5744255" y="5100234"/>
                    <a:pt x="5613260" y="5100234"/>
                    <a:pt x="5479681" y="5100234"/>
                  </a:cubicBezTo>
                  <a:cubicBezTo>
                    <a:pt x="5479681" y="4839136"/>
                    <a:pt x="5479681" y="4577704"/>
                    <a:pt x="5479681" y="4312181"/>
                  </a:cubicBezTo>
                  <a:cubicBezTo>
                    <a:pt x="5671970" y="4312181"/>
                    <a:pt x="5863867" y="4312181"/>
                    <a:pt x="6057766" y="4312181"/>
                  </a:cubicBezTo>
                  <a:cubicBezTo>
                    <a:pt x="6057766" y="3139364"/>
                    <a:pt x="6057766" y="1970628"/>
                    <a:pt x="6057766" y="799971"/>
                  </a:cubicBezTo>
                  <a:cubicBezTo>
                    <a:pt x="4888310" y="799971"/>
                    <a:pt x="3720599" y="799971"/>
                    <a:pt x="2548804" y="799971"/>
                  </a:cubicBezTo>
                  <a:cubicBezTo>
                    <a:pt x="2548804" y="990837"/>
                    <a:pt x="2548804" y="1182735"/>
                    <a:pt x="2548804" y="1377680"/>
                  </a:cubicBezTo>
                  <a:cubicBezTo>
                    <a:pt x="2280418" y="1377680"/>
                    <a:pt x="2016084" y="1377680"/>
                    <a:pt x="1746104" y="1377680"/>
                  </a:cubicBezTo>
                  <a:cubicBezTo>
                    <a:pt x="1746104" y="1314278"/>
                    <a:pt x="1746104" y="1249672"/>
                    <a:pt x="1746104" y="1180718"/>
                  </a:cubicBezTo>
                  <a:cubicBezTo>
                    <a:pt x="1746104" y="1112828"/>
                    <a:pt x="1746104" y="1049288"/>
                    <a:pt x="1746104" y="981684"/>
                  </a:cubicBezTo>
                  <a:cubicBezTo>
                    <a:pt x="1879598" y="981684"/>
                    <a:pt x="2010637" y="981684"/>
                    <a:pt x="2146166" y="981684"/>
                  </a:cubicBezTo>
                  <a:cubicBezTo>
                    <a:pt x="2146166" y="846254"/>
                    <a:pt x="2145857" y="714862"/>
                    <a:pt x="2146526" y="583475"/>
                  </a:cubicBezTo>
                  <a:cubicBezTo>
                    <a:pt x="2146620" y="565400"/>
                    <a:pt x="2149318" y="546647"/>
                    <a:pt x="2154674" y="529409"/>
                  </a:cubicBezTo>
                  <a:cubicBezTo>
                    <a:pt x="2180652" y="445815"/>
                    <a:pt x="2246049" y="397989"/>
                    <a:pt x="2332018" y="397987"/>
                  </a:cubicBezTo>
                  <a:cubicBezTo>
                    <a:pt x="2462333" y="397985"/>
                    <a:pt x="2592648" y="397987"/>
                    <a:pt x="2727048" y="397987"/>
                  </a:cubicBezTo>
                  <a:cubicBezTo>
                    <a:pt x="2727048" y="265325"/>
                    <a:pt x="2727048" y="134290"/>
                    <a:pt x="2727048" y="610"/>
                  </a:cubicBezTo>
                  <a:cubicBezTo>
                    <a:pt x="2862095" y="610"/>
                    <a:pt x="2993087" y="610"/>
                    <a:pt x="3128188" y="610"/>
                  </a:cubicBezTo>
                  <a:cubicBezTo>
                    <a:pt x="3128188" y="131682"/>
                    <a:pt x="3128188" y="262721"/>
                    <a:pt x="3128188" y="395841"/>
                  </a:cubicBezTo>
                  <a:cubicBezTo>
                    <a:pt x="3300944" y="395841"/>
                    <a:pt x="3469614" y="395841"/>
                    <a:pt x="3640842" y="395841"/>
                  </a:cubicBezTo>
                  <a:cubicBezTo>
                    <a:pt x="3640842" y="264170"/>
                    <a:pt x="3640842" y="134189"/>
                    <a:pt x="3640842" y="1074"/>
                  </a:cubicBezTo>
                  <a:cubicBezTo>
                    <a:pt x="3774328" y="1074"/>
                    <a:pt x="3905331" y="1074"/>
                    <a:pt x="4040444" y="1074"/>
                  </a:cubicBezTo>
                  <a:cubicBezTo>
                    <a:pt x="4040444" y="130737"/>
                    <a:pt x="4040444" y="261774"/>
                    <a:pt x="4040444" y="395377"/>
                  </a:cubicBezTo>
                  <a:cubicBezTo>
                    <a:pt x="4213186" y="395377"/>
                    <a:pt x="4381858" y="395377"/>
                    <a:pt x="4554635" y="395377"/>
                  </a:cubicBezTo>
                  <a:cubicBezTo>
                    <a:pt x="4554635" y="264086"/>
                    <a:pt x="4554635" y="133048"/>
                    <a:pt x="455463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609" name="Freeform: Shape 608">
              <a:extLst>
                <a:ext uri="{FF2B5EF4-FFF2-40B4-BE49-F238E27FC236}">
                  <a16:creationId xmlns:a16="http://schemas.microsoft.com/office/drawing/2014/main" id="{0479C50B-A1DA-ABA4-FB4D-B83DACC636AC}"/>
                </a:ext>
                <a:ext uri="{C183D7F6-B498-43B3-948B-1728B52AA6E4}">
                  <adec:decorative xmlns:adec="http://schemas.microsoft.com/office/drawing/2017/decorative" val="1"/>
                </a:ext>
              </a:extLst>
            </p:cNvPr>
            <p:cNvSpPr/>
            <p:nvPr/>
          </p:nvSpPr>
          <p:spPr>
            <a:xfrm>
              <a:off x="3951986" y="1595962"/>
              <a:ext cx="357487" cy="358120"/>
            </a:xfrm>
            <a:custGeom>
              <a:avLst/>
              <a:gdLst>
                <a:gd name="connsiteX0" fmla="*/ 0 w 5362304"/>
                <a:gd name="connsiteY0" fmla="*/ 4783183 h 5371798"/>
                <a:gd name="connsiteX1" fmla="*/ 587933 w 5362304"/>
                <a:gd name="connsiteY1" fmla="*/ 4783183 h 5371798"/>
                <a:gd name="connsiteX2" fmla="*/ 587933 w 5362304"/>
                <a:gd name="connsiteY2" fmla="*/ 5371798 h 5371798"/>
                <a:gd name="connsiteX3" fmla="*/ 0 w 5362304"/>
                <a:gd name="connsiteY3" fmla="*/ 5371798 h 5371798"/>
                <a:gd name="connsiteX4" fmla="*/ 3408326 w 5362304"/>
                <a:gd name="connsiteY4" fmla="*/ 4204230 h 5371798"/>
                <a:gd name="connsiteX5" fmla="*/ 3614128 w 5362304"/>
                <a:gd name="connsiteY5" fmla="*/ 4204230 h 5371798"/>
                <a:gd name="connsiteX6" fmla="*/ 3614128 w 5362304"/>
                <a:gd name="connsiteY6" fmla="*/ 4400627 h 5371798"/>
                <a:gd name="connsiteX7" fmla="*/ 3408326 w 5362304"/>
                <a:gd name="connsiteY7" fmla="*/ 4400627 h 5371798"/>
                <a:gd name="connsiteX8" fmla="*/ 2988035 w 5362304"/>
                <a:gd name="connsiteY8" fmla="*/ 4204230 h 5371798"/>
                <a:gd name="connsiteX9" fmla="*/ 3185273 w 5362304"/>
                <a:gd name="connsiteY9" fmla="*/ 4204230 h 5371798"/>
                <a:gd name="connsiteX10" fmla="*/ 3185273 w 5362304"/>
                <a:gd name="connsiteY10" fmla="*/ 4400503 h 5371798"/>
                <a:gd name="connsiteX11" fmla="*/ 2988035 w 5362304"/>
                <a:gd name="connsiteY11" fmla="*/ 4400503 h 5371798"/>
                <a:gd name="connsiteX12" fmla="*/ 2574076 w 5362304"/>
                <a:gd name="connsiteY12" fmla="*/ 4203389 h 5371798"/>
                <a:gd name="connsiteX13" fmla="*/ 2770597 w 5362304"/>
                <a:gd name="connsiteY13" fmla="*/ 4203389 h 5371798"/>
                <a:gd name="connsiteX14" fmla="*/ 2770597 w 5362304"/>
                <a:gd name="connsiteY14" fmla="*/ 4397926 h 5371798"/>
                <a:gd name="connsiteX15" fmla="*/ 2574076 w 5362304"/>
                <a:gd name="connsiteY15" fmla="*/ 4397926 h 5371798"/>
                <a:gd name="connsiteX16" fmla="*/ 2147780 w 5362304"/>
                <a:gd name="connsiteY16" fmla="*/ 4203238 h 5371798"/>
                <a:gd name="connsiteX17" fmla="*/ 2353139 w 5362304"/>
                <a:gd name="connsiteY17" fmla="*/ 4203238 h 5371798"/>
                <a:gd name="connsiteX18" fmla="*/ 2353139 w 5362304"/>
                <a:gd name="connsiteY18" fmla="*/ 4398076 h 5371798"/>
                <a:gd name="connsiteX19" fmla="*/ 2147780 w 5362304"/>
                <a:gd name="connsiteY19" fmla="*/ 4398076 h 5371798"/>
                <a:gd name="connsiteX20" fmla="*/ 895152 w 5362304"/>
                <a:gd name="connsiteY20" fmla="*/ 4202946 h 5371798"/>
                <a:gd name="connsiteX21" fmla="*/ 1090282 w 5362304"/>
                <a:gd name="connsiteY21" fmla="*/ 4202946 h 5371798"/>
                <a:gd name="connsiteX22" fmla="*/ 1090282 w 5362304"/>
                <a:gd name="connsiteY22" fmla="*/ 4398935 h 5371798"/>
                <a:gd name="connsiteX23" fmla="*/ 895152 w 5362304"/>
                <a:gd name="connsiteY23" fmla="*/ 4398935 h 5371798"/>
                <a:gd name="connsiteX24" fmla="*/ 1730748 w 5362304"/>
                <a:gd name="connsiteY24" fmla="*/ 4200653 h 5371798"/>
                <a:gd name="connsiteX25" fmla="*/ 1933397 w 5362304"/>
                <a:gd name="connsiteY25" fmla="*/ 4200653 h 5371798"/>
                <a:gd name="connsiteX26" fmla="*/ 1933397 w 5362304"/>
                <a:gd name="connsiteY26" fmla="*/ 4397652 h 5371798"/>
                <a:gd name="connsiteX27" fmla="*/ 1730748 w 5362304"/>
                <a:gd name="connsiteY27" fmla="*/ 4397652 h 5371798"/>
                <a:gd name="connsiteX28" fmla="*/ 1309501 w 5362304"/>
                <a:gd name="connsiteY28" fmla="*/ 4200529 h 5371798"/>
                <a:gd name="connsiteX29" fmla="*/ 1515675 w 5362304"/>
                <a:gd name="connsiteY29" fmla="*/ 4200529 h 5371798"/>
                <a:gd name="connsiteX30" fmla="*/ 1515675 w 5362304"/>
                <a:gd name="connsiteY30" fmla="*/ 4397395 h 5371798"/>
                <a:gd name="connsiteX31" fmla="*/ 1309501 w 5362304"/>
                <a:gd name="connsiteY31" fmla="*/ 4397395 h 5371798"/>
                <a:gd name="connsiteX32" fmla="*/ 895728 w 5362304"/>
                <a:gd name="connsiteY32" fmla="*/ 3812189 h 5371798"/>
                <a:gd name="connsiteX33" fmla="*/ 1092072 w 5362304"/>
                <a:gd name="connsiteY33" fmla="*/ 3812189 h 5371798"/>
                <a:gd name="connsiteX34" fmla="*/ 1092072 w 5362304"/>
                <a:gd name="connsiteY34" fmla="*/ 4006381 h 5371798"/>
                <a:gd name="connsiteX35" fmla="*/ 895728 w 5362304"/>
                <a:gd name="connsiteY35" fmla="*/ 4006381 h 5371798"/>
                <a:gd name="connsiteX36" fmla="*/ 2987875 w 5362304"/>
                <a:gd name="connsiteY36" fmla="*/ 3811844 h 5371798"/>
                <a:gd name="connsiteX37" fmla="*/ 3184759 w 5362304"/>
                <a:gd name="connsiteY37" fmla="*/ 3811844 h 5371798"/>
                <a:gd name="connsiteX38" fmla="*/ 3184759 w 5362304"/>
                <a:gd name="connsiteY38" fmla="*/ 4009321 h 5371798"/>
                <a:gd name="connsiteX39" fmla="*/ 2987875 w 5362304"/>
                <a:gd name="connsiteY39" fmla="*/ 4009321 h 5371798"/>
                <a:gd name="connsiteX40" fmla="*/ 2144273 w 5362304"/>
                <a:gd name="connsiteY40" fmla="*/ 3811844 h 5371798"/>
                <a:gd name="connsiteX41" fmla="*/ 2349853 w 5362304"/>
                <a:gd name="connsiteY41" fmla="*/ 3811844 h 5371798"/>
                <a:gd name="connsiteX42" fmla="*/ 2349853 w 5362304"/>
                <a:gd name="connsiteY42" fmla="*/ 4009321 h 5371798"/>
                <a:gd name="connsiteX43" fmla="*/ 2144273 w 5362304"/>
                <a:gd name="connsiteY43" fmla="*/ 4009321 h 5371798"/>
                <a:gd name="connsiteX44" fmla="*/ 1309501 w 5362304"/>
                <a:gd name="connsiteY44" fmla="*/ 3811578 h 5371798"/>
                <a:gd name="connsiteX45" fmla="*/ 1515196 w 5362304"/>
                <a:gd name="connsiteY45" fmla="*/ 3811578 h 5371798"/>
                <a:gd name="connsiteX46" fmla="*/ 1515196 w 5362304"/>
                <a:gd name="connsiteY46" fmla="*/ 4005531 h 5371798"/>
                <a:gd name="connsiteX47" fmla="*/ 1309501 w 5362304"/>
                <a:gd name="connsiteY47" fmla="*/ 4005531 h 5371798"/>
                <a:gd name="connsiteX48" fmla="*/ 2573473 w 5362304"/>
                <a:gd name="connsiteY48" fmla="*/ 3809391 h 5371798"/>
                <a:gd name="connsiteX49" fmla="*/ 2770587 w 5362304"/>
                <a:gd name="connsiteY49" fmla="*/ 3809391 h 5371798"/>
                <a:gd name="connsiteX50" fmla="*/ 2770587 w 5362304"/>
                <a:gd name="connsiteY50" fmla="*/ 4005611 h 5371798"/>
                <a:gd name="connsiteX51" fmla="*/ 2573473 w 5362304"/>
                <a:gd name="connsiteY51" fmla="*/ 4005611 h 5371798"/>
                <a:gd name="connsiteX52" fmla="*/ 1730385 w 5362304"/>
                <a:gd name="connsiteY52" fmla="*/ 3809302 h 5371798"/>
                <a:gd name="connsiteX53" fmla="*/ 1935726 w 5362304"/>
                <a:gd name="connsiteY53" fmla="*/ 3809302 h 5371798"/>
                <a:gd name="connsiteX54" fmla="*/ 1935726 w 5362304"/>
                <a:gd name="connsiteY54" fmla="*/ 4006620 h 5371798"/>
                <a:gd name="connsiteX55" fmla="*/ 1730385 w 5362304"/>
                <a:gd name="connsiteY55" fmla="*/ 4006620 h 5371798"/>
                <a:gd name="connsiteX56" fmla="*/ 3408149 w 5362304"/>
                <a:gd name="connsiteY56" fmla="*/ 3809294 h 5371798"/>
                <a:gd name="connsiteX57" fmla="*/ 3611515 w 5362304"/>
                <a:gd name="connsiteY57" fmla="*/ 3809294 h 5371798"/>
                <a:gd name="connsiteX58" fmla="*/ 3611515 w 5362304"/>
                <a:gd name="connsiteY58" fmla="*/ 4005877 h 5371798"/>
                <a:gd name="connsiteX59" fmla="*/ 3408149 w 5362304"/>
                <a:gd name="connsiteY59" fmla="*/ 4005877 h 5371798"/>
                <a:gd name="connsiteX60" fmla="*/ 2991055 w 5362304"/>
                <a:gd name="connsiteY60" fmla="*/ 3421716 h 5371798"/>
                <a:gd name="connsiteX61" fmla="*/ 3188054 w 5362304"/>
                <a:gd name="connsiteY61" fmla="*/ 3421716 h 5371798"/>
                <a:gd name="connsiteX62" fmla="*/ 3188054 w 5362304"/>
                <a:gd name="connsiteY62" fmla="*/ 3615669 h 5371798"/>
                <a:gd name="connsiteX63" fmla="*/ 2991055 w 5362304"/>
                <a:gd name="connsiteY63" fmla="*/ 3615669 h 5371798"/>
                <a:gd name="connsiteX64" fmla="*/ 892416 w 5362304"/>
                <a:gd name="connsiteY64" fmla="*/ 3421194 h 5371798"/>
                <a:gd name="connsiteX65" fmla="*/ 1089619 w 5362304"/>
                <a:gd name="connsiteY65" fmla="*/ 3421194 h 5371798"/>
                <a:gd name="connsiteX66" fmla="*/ 1089619 w 5362304"/>
                <a:gd name="connsiteY66" fmla="*/ 3620850 h 5371798"/>
                <a:gd name="connsiteX67" fmla="*/ 892416 w 5362304"/>
                <a:gd name="connsiteY67" fmla="*/ 3620850 h 5371798"/>
                <a:gd name="connsiteX68" fmla="*/ 3408990 w 5362304"/>
                <a:gd name="connsiteY68" fmla="*/ 3420653 h 5371798"/>
                <a:gd name="connsiteX69" fmla="*/ 3614207 w 5362304"/>
                <a:gd name="connsiteY69" fmla="*/ 3420653 h 5371798"/>
                <a:gd name="connsiteX70" fmla="*/ 3614207 w 5362304"/>
                <a:gd name="connsiteY70" fmla="*/ 3615199 h 5371798"/>
                <a:gd name="connsiteX71" fmla="*/ 3408990 w 5362304"/>
                <a:gd name="connsiteY71" fmla="*/ 3615199 h 5371798"/>
                <a:gd name="connsiteX72" fmla="*/ 1309501 w 5362304"/>
                <a:gd name="connsiteY72" fmla="*/ 3420317 h 5371798"/>
                <a:gd name="connsiteX73" fmla="*/ 1515090 w 5362304"/>
                <a:gd name="connsiteY73" fmla="*/ 3420317 h 5371798"/>
                <a:gd name="connsiteX74" fmla="*/ 1515090 w 5362304"/>
                <a:gd name="connsiteY74" fmla="*/ 3615616 h 5371798"/>
                <a:gd name="connsiteX75" fmla="*/ 1309501 w 5362304"/>
                <a:gd name="connsiteY75" fmla="*/ 3615616 h 5371798"/>
                <a:gd name="connsiteX76" fmla="*/ 894709 w 5362304"/>
                <a:gd name="connsiteY76" fmla="*/ 3029976 h 5371798"/>
                <a:gd name="connsiteX77" fmla="*/ 1089441 w 5362304"/>
                <a:gd name="connsiteY77" fmla="*/ 3029976 h 5371798"/>
                <a:gd name="connsiteX78" fmla="*/ 1089441 w 5362304"/>
                <a:gd name="connsiteY78" fmla="*/ 3226594 h 5371798"/>
                <a:gd name="connsiteX79" fmla="*/ 894709 w 5362304"/>
                <a:gd name="connsiteY79" fmla="*/ 3226594 h 5371798"/>
                <a:gd name="connsiteX80" fmla="*/ 1309501 w 5362304"/>
                <a:gd name="connsiteY80" fmla="*/ 3029038 h 5371798"/>
                <a:gd name="connsiteX81" fmla="*/ 1515002 w 5362304"/>
                <a:gd name="connsiteY81" fmla="*/ 3029038 h 5371798"/>
                <a:gd name="connsiteX82" fmla="*/ 1515002 w 5362304"/>
                <a:gd name="connsiteY82" fmla="*/ 3224151 h 5371798"/>
                <a:gd name="connsiteX83" fmla="*/ 1309501 w 5362304"/>
                <a:gd name="connsiteY83" fmla="*/ 3224151 h 5371798"/>
                <a:gd name="connsiteX84" fmla="*/ 1729579 w 5362304"/>
                <a:gd name="connsiteY84" fmla="*/ 3027417 h 5371798"/>
                <a:gd name="connsiteX85" fmla="*/ 1935611 w 5362304"/>
                <a:gd name="connsiteY85" fmla="*/ 3027417 h 5371798"/>
                <a:gd name="connsiteX86" fmla="*/ 1935611 w 5362304"/>
                <a:gd name="connsiteY86" fmla="*/ 3223158 h 5371798"/>
                <a:gd name="connsiteX87" fmla="*/ 1729579 w 5362304"/>
                <a:gd name="connsiteY87" fmla="*/ 3223158 h 5371798"/>
                <a:gd name="connsiteX88" fmla="*/ 2985121 w 5362304"/>
                <a:gd name="connsiteY88" fmla="*/ 3026930 h 5371798"/>
                <a:gd name="connsiteX89" fmla="*/ 3184777 w 5362304"/>
                <a:gd name="connsiteY89" fmla="*/ 3026930 h 5371798"/>
                <a:gd name="connsiteX90" fmla="*/ 3184777 w 5362304"/>
                <a:gd name="connsiteY90" fmla="*/ 3224133 h 5371798"/>
                <a:gd name="connsiteX91" fmla="*/ 2985121 w 5362304"/>
                <a:gd name="connsiteY91" fmla="*/ 3224133 h 5371798"/>
                <a:gd name="connsiteX92" fmla="*/ 3407821 w 5362304"/>
                <a:gd name="connsiteY92" fmla="*/ 3026558 h 5371798"/>
                <a:gd name="connsiteX93" fmla="*/ 3611816 w 5362304"/>
                <a:gd name="connsiteY93" fmla="*/ 3026558 h 5371798"/>
                <a:gd name="connsiteX94" fmla="*/ 3611816 w 5362304"/>
                <a:gd name="connsiteY94" fmla="*/ 3223451 h 5371798"/>
                <a:gd name="connsiteX95" fmla="*/ 3407821 w 5362304"/>
                <a:gd name="connsiteY95" fmla="*/ 3223451 h 5371798"/>
                <a:gd name="connsiteX96" fmla="*/ 1312485 w 5362304"/>
                <a:gd name="connsiteY96" fmla="*/ 2638910 h 5371798"/>
                <a:gd name="connsiteX97" fmla="*/ 1517853 w 5362304"/>
                <a:gd name="connsiteY97" fmla="*/ 2638910 h 5371798"/>
                <a:gd name="connsiteX98" fmla="*/ 1517853 w 5362304"/>
                <a:gd name="connsiteY98" fmla="*/ 2847333 h 5371798"/>
                <a:gd name="connsiteX99" fmla="*/ 1312485 w 5362304"/>
                <a:gd name="connsiteY99" fmla="*/ 2847333 h 5371798"/>
                <a:gd name="connsiteX100" fmla="*/ 3408423 w 5362304"/>
                <a:gd name="connsiteY100" fmla="*/ 2638883 h 5371798"/>
                <a:gd name="connsiteX101" fmla="*/ 3611302 w 5362304"/>
                <a:gd name="connsiteY101" fmla="*/ 2638883 h 5371798"/>
                <a:gd name="connsiteX102" fmla="*/ 3611302 w 5362304"/>
                <a:gd name="connsiteY102" fmla="*/ 2843923 h 5371798"/>
                <a:gd name="connsiteX103" fmla="*/ 3408423 w 5362304"/>
                <a:gd name="connsiteY103" fmla="*/ 2843923 h 5371798"/>
                <a:gd name="connsiteX104" fmla="*/ 2990736 w 5362304"/>
                <a:gd name="connsiteY104" fmla="*/ 2638662 h 5371798"/>
                <a:gd name="connsiteX105" fmla="*/ 3185370 w 5362304"/>
                <a:gd name="connsiteY105" fmla="*/ 2638662 h 5371798"/>
                <a:gd name="connsiteX106" fmla="*/ 3185370 w 5362304"/>
                <a:gd name="connsiteY106" fmla="*/ 2843924 h 5371798"/>
                <a:gd name="connsiteX107" fmla="*/ 2990736 w 5362304"/>
                <a:gd name="connsiteY107" fmla="*/ 2843924 h 5371798"/>
                <a:gd name="connsiteX108" fmla="*/ 895400 w 5362304"/>
                <a:gd name="connsiteY108" fmla="*/ 2637767 h 5371798"/>
                <a:gd name="connsiteX109" fmla="*/ 1092071 w 5362304"/>
                <a:gd name="connsiteY109" fmla="*/ 2637767 h 5371798"/>
                <a:gd name="connsiteX110" fmla="*/ 1092071 w 5362304"/>
                <a:gd name="connsiteY110" fmla="*/ 2841319 h 5371798"/>
                <a:gd name="connsiteX111" fmla="*/ 895400 w 5362304"/>
                <a:gd name="connsiteY111" fmla="*/ 2841319 h 5371798"/>
                <a:gd name="connsiteX112" fmla="*/ 5153589 w 5362304"/>
                <a:gd name="connsiteY112" fmla="*/ 2343070 h 5371798"/>
                <a:gd name="connsiteX113" fmla="*/ 5359524 w 5362304"/>
                <a:gd name="connsiteY113" fmla="*/ 2343070 h 5371798"/>
                <a:gd name="connsiteX114" fmla="*/ 5359524 w 5362304"/>
                <a:gd name="connsiteY114" fmla="*/ 2539334 h 5371798"/>
                <a:gd name="connsiteX115" fmla="*/ 5153589 w 5362304"/>
                <a:gd name="connsiteY115" fmla="*/ 2539334 h 5371798"/>
                <a:gd name="connsiteX116" fmla="*/ 3408131 w 5362304"/>
                <a:gd name="connsiteY116" fmla="*/ 2247232 h 5371798"/>
                <a:gd name="connsiteX117" fmla="*/ 3611586 w 5362304"/>
                <a:gd name="connsiteY117" fmla="*/ 2247232 h 5371798"/>
                <a:gd name="connsiteX118" fmla="*/ 3611586 w 5362304"/>
                <a:gd name="connsiteY118" fmla="*/ 2452556 h 5371798"/>
                <a:gd name="connsiteX119" fmla="*/ 3408131 w 5362304"/>
                <a:gd name="connsiteY119" fmla="*/ 2452556 h 5371798"/>
                <a:gd name="connsiteX120" fmla="*/ 2144415 w 5362304"/>
                <a:gd name="connsiteY120" fmla="*/ 2246515 h 5371798"/>
                <a:gd name="connsiteX121" fmla="*/ 2349694 w 5362304"/>
                <a:gd name="connsiteY121" fmla="*/ 2246515 h 5371798"/>
                <a:gd name="connsiteX122" fmla="*/ 2349694 w 5362304"/>
                <a:gd name="connsiteY122" fmla="*/ 2449881 h 5371798"/>
                <a:gd name="connsiteX123" fmla="*/ 2144415 w 5362304"/>
                <a:gd name="connsiteY123" fmla="*/ 2449881 h 5371798"/>
                <a:gd name="connsiteX124" fmla="*/ 895497 w 5362304"/>
                <a:gd name="connsiteY124" fmla="*/ 2246506 h 5371798"/>
                <a:gd name="connsiteX125" fmla="*/ 1092080 w 5362304"/>
                <a:gd name="connsiteY125" fmla="*/ 2246506 h 5371798"/>
                <a:gd name="connsiteX126" fmla="*/ 1092080 w 5362304"/>
                <a:gd name="connsiteY126" fmla="*/ 2449872 h 5371798"/>
                <a:gd name="connsiteX127" fmla="*/ 895497 w 5362304"/>
                <a:gd name="connsiteY127" fmla="*/ 2449872 h 5371798"/>
                <a:gd name="connsiteX128" fmla="*/ 2991294 w 5362304"/>
                <a:gd name="connsiteY128" fmla="*/ 2246293 h 5371798"/>
                <a:gd name="connsiteX129" fmla="*/ 3190923 w 5362304"/>
                <a:gd name="connsiteY129" fmla="*/ 2246293 h 5371798"/>
                <a:gd name="connsiteX130" fmla="*/ 3190923 w 5362304"/>
                <a:gd name="connsiteY130" fmla="*/ 2452192 h 5371798"/>
                <a:gd name="connsiteX131" fmla="*/ 2991294 w 5362304"/>
                <a:gd name="connsiteY131" fmla="*/ 2452192 h 5371798"/>
                <a:gd name="connsiteX132" fmla="*/ 1312636 w 5362304"/>
                <a:gd name="connsiteY132" fmla="*/ 2246169 h 5371798"/>
                <a:gd name="connsiteX133" fmla="*/ 1518225 w 5362304"/>
                <a:gd name="connsiteY133" fmla="*/ 2246169 h 5371798"/>
                <a:gd name="connsiteX134" fmla="*/ 1518225 w 5362304"/>
                <a:gd name="connsiteY134" fmla="*/ 2450164 h 5371798"/>
                <a:gd name="connsiteX135" fmla="*/ 1312636 w 5362304"/>
                <a:gd name="connsiteY135" fmla="*/ 2450164 h 5371798"/>
                <a:gd name="connsiteX136" fmla="*/ 1729579 w 5362304"/>
                <a:gd name="connsiteY136" fmla="*/ 2244681 h 5371798"/>
                <a:gd name="connsiteX137" fmla="*/ 1935611 w 5362304"/>
                <a:gd name="connsiteY137" fmla="*/ 2244681 h 5371798"/>
                <a:gd name="connsiteX138" fmla="*/ 1935611 w 5362304"/>
                <a:gd name="connsiteY138" fmla="*/ 2449119 h 5371798"/>
                <a:gd name="connsiteX139" fmla="*/ 1729579 w 5362304"/>
                <a:gd name="connsiteY139" fmla="*/ 2449119 h 5371798"/>
                <a:gd name="connsiteX140" fmla="*/ 2573544 w 5362304"/>
                <a:gd name="connsiteY140" fmla="*/ 2243831 h 5371798"/>
                <a:gd name="connsiteX141" fmla="*/ 2767585 w 5362304"/>
                <a:gd name="connsiteY141" fmla="*/ 2243831 h 5371798"/>
                <a:gd name="connsiteX142" fmla="*/ 2767585 w 5362304"/>
                <a:gd name="connsiteY142" fmla="*/ 2448791 h 5371798"/>
                <a:gd name="connsiteX143" fmla="*/ 2573544 w 5362304"/>
                <a:gd name="connsiteY143" fmla="*/ 2448791 h 5371798"/>
                <a:gd name="connsiteX144" fmla="*/ 5153580 w 5362304"/>
                <a:gd name="connsiteY144" fmla="*/ 1950941 h 5371798"/>
                <a:gd name="connsiteX145" fmla="*/ 5358744 w 5362304"/>
                <a:gd name="connsiteY145" fmla="*/ 1950941 h 5371798"/>
                <a:gd name="connsiteX146" fmla="*/ 5358744 w 5362304"/>
                <a:gd name="connsiteY146" fmla="*/ 2145381 h 5371798"/>
                <a:gd name="connsiteX147" fmla="*/ 5153580 w 5362304"/>
                <a:gd name="connsiteY147" fmla="*/ 2145381 h 5371798"/>
                <a:gd name="connsiteX148" fmla="*/ 2573500 w 5362304"/>
                <a:gd name="connsiteY148" fmla="*/ 1856148 h 5371798"/>
                <a:gd name="connsiteX149" fmla="*/ 2767692 w 5362304"/>
                <a:gd name="connsiteY149" fmla="*/ 1856148 h 5371798"/>
                <a:gd name="connsiteX150" fmla="*/ 2767692 w 5362304"/>
                <a:gd name="connsiteY150" fmla="*/ 2061188 h 5371798"/>
                <a:gd name="connsiteX151" fmla="*/ 2573500 w 5362304"/>
                <a:gd name="connsiteY151" fmla="*/ 2061188 h 5371798"/>
                <a:gd name="connsiteX152" fmla="*/ 2990869 w 5362304"/>
                <a:gd name="connsiteY152" fmla="*/ 1856041 h 5371798"/>
                <a:gd name="connsiteX153" fmla="*/ 3187974 w 5362304"/>
                <a:gd name="connsiteY153" fmla="*/ 1856041 h 5371798"/>
                <a:gd name="connsiteX154" fmla="*/ 3187974 w 5362304"/>
                <a:gd name="connsiteY154" fmla="*/ 2061143 h 5371798"/>
                <a:gd name="connsiteX155" fmla="*/ 2990869 w 5362304"/>
                <a:gd name="connsiteY155" fmla="*/ 2061143 h 5371798"/>
                <a:gd name="connsiteX156" fmla="*/ 3408166 w 5362304"/>
                <a:gd name="connsiteY156" fmla="*/ 1855908 h 5371798"/>
                <a:gd name="connsiteX157" fmla="*/ 3611532 w 5362304"/>
                <a:gd name="connsiteY157" fmla="*/ 1855908 h 5371798"/>
                <a:gd name="connsiteX158" fmla="*/ 3611532 w 5362304"/>
                <a:gd name="connsiteY158" fmla="*/ 2061187 h 5371798"/>
                <a:gd name="connsiteX159" fmla="*/ 3408166 w 5362304"/>
                <a:gd name="connsiteY159" fmla="*/ 2061187 h 5371798"/>
                <a:gd name="connsiteX160" fmla="*/ 1312042 w 5362304"/>
                <a:gd name="connsiteY160" fmla="*/ 1855758 h 5371798"/>
                <a:gd name="connsiteX161" fmla="*/ 1515718 w 5362304"/>
                <a:gd name="connsiteY161" fmla="*/ 1855758 h 5371798"/>
                <a:gd name="connsiteX162" fmla="*/ 1515718 w 5362304"/>
                <a:gd name="connsiteY162" fmla="*/ 2061188 h 5371798"/>
                <a:gd name="connsiteX163" fmla="*/ 1312042 w 5362304"/>
                <a:gd name="connsiteY163" fmla="*/ 2061188 h 5371798"/>
                <a:gd name="connsiteX164" fmla="*/ 892114 w 5362304"/>
                <a:gd name="connsiteY164" fmla="*/ 1852517 h 5371798"/>
                <a:gd name="connsiteX165" fmla="*/ 1089219 w 5362304"/>
                <a:gd name="connsiteY165" fmla="*/ 1852517 h 5371798"/>
                <a:gd name="connsiteX166" fmla="*/ 1089219 w 5362304"/>
                <a:gd name="connsiteY166" fmla="*/ 2057619 h 5371798"/>
                <a:gd name="connsiteX167" fmla="*/ 892114 w 5362304"/>
                <a:gd name="connsiteY167" fmla="*/ 2057619 h 5371798"/>
                <a:gd name="connsiteX168" fmla="*/ 2147842 w 5362304"/>
                <a:gd name="connsiteY168" fmla="*/ 1852481 h 5371798"/>
                <a:gd name="connsiteX169" fmla="*/ 2353165 w 5362304"/>
                <a:gd name="connsiteY169" fmla="*/ 1852481 h 5371798"/>
                <a:gd name="connsiteX170" fmla="*/ 2353165 w 5362304"/>
                <a:gd name="connsiteY170" fmla="*/ 2058504 h 5371798"/>
                <a:gd name="connsiteX171" fmla="*/ 2147842 w 5362304"/>
                <a:gd name="connsiteY171" fmla="*/ 2058504 h 5371798"/>
                <a:gd name="connsiteX172" fmla="*/ 1729933 w 5362304"/>
                <a:gd name="connsiteY172" fmla="*/ 1852464 h 5371798"/>
                <a:gd name="connsiteX173" fmla="*/ 1932662 w 5362304"/>
                <a:gd name="connsiteY173" fmla="*/ 1852464 h 5371798"/>
                <a:gd name="connsiteX174" fmla="*/ 1932662 w 5362304"/>
                <a:gd name="connsiteY174" fmla="*/ 2057424 h 5371798"/>
                <a:gd name="connsiteX175" fmla="*/ 1729933 w 5362304"/>
                <a:gd name="connsiteY175" fmla="*/ 2057424 h 5371798"/>
                <a:gd name="connsiteX176" fmla="*/ 5153580 w 5362304"/>
                <a:gd name="connsiteY176" fmla="*/ 1559414 h 5371798"/>
                <a:gd name="connsiteX177" fmla="*/ 5358903 w 5362304"/>
                <a:gd name="connsiteY177" fmla="*/ 1559414 h 5371798"/>
                <a:gd name="connsiteX178" fmla="*/ 5358903 w 5362304"/>
                <a:gd name="connsiteY178" fmla="*/ 1762869 h 5371798"/>
                <a:gd name="connsiteX179" fmla="*/ 5153580 w 5362304"/>
                <a:gd name="connsiteY179" fmla="*/ 1762869 h 5371798"/>
                <a:gd name="connsiteX180" fmla="*/ 5156201 w 5362304"/>
                <a:gd name="connsiteY180" fmla="*/ 1166257 h 5371798"/>
                <a:gd name="connsiteX181" fmla="*/ 5362233 w 5362304"/>
                <a:gd name="connsiteY181" fmla="*/ 1166257 h 5371798"/>
                <a:gd name="connsiteX182" fmla="*/ 5362233 w 5362304"/>
                <a:gd name="connsiteY182" fmla="*/ 1370695 h 5371798"/>
                <a:gd name="connsiteX183" fmla="*/ 5156201 w 5362304"/>
                <a:gd name="connsiteY183" fmla="*/ 1370695 h 5371798"/>
                <a:gd name="connsiteX184" fmla="*/ 5157202 w 5362304"/>
                <a:gd name="connsiteY184" fmla="*/ 776882 h 5371798"/>
                <a:gd name="connsiteX185" fmla="*/ 5362304 w 5362304"/>
                <a:gd name="connsiteY185" fmla="*/ 776882 h 5371798"/>
                <a:gd name="connsiteX186" fmla="*/ 5362304 w 5362304"/>
                <a:gd name="connsiteY186" fmla="*/ 979894 h 5371798"/>
                <a:gd name="connsiteX187" fmla="*/ 5157202 w 5362304"/>
                <a:gd name="connsiteY187" fmla="*/ 979894 h 5371798"/>
                <a:gd name="connsiteX188" fmla="*/ 5155378 w 5362304"/>
                <a:gd name="connsiteY188" fmla="*/ 384407 h 5371798"/>
                <a:gd name="connsiteX189" fmla="*/ 5359205 w 5362304"/>
                <a:gd name="connsiteY189" fmla="*/ 384407 h 5371798"/>
                <a:gd name="connsiteX190" fmla="*/ 5359205 w 5362304"/>
                <a:gd name="connsiteY190" fmla="*/ 589102 h 5371798"/>
                <a:gd name="connsiteX191" fmla="*/ 5155378 w 5362304"/>
                <a:gd name="connsiteY191" fmla="*/ 589102 h 5371798"/>
                <a:gd name="connsiteX192" fmla="*/ 5155865 w 5362304"/>
                <a:gd name="connsiteY192" fmla="*/ 3038 h 5371798"/>
                <a:gd name="connsiteX193" fmla="*/ 5358514 w 5362304"/>
                <a:gd name="connsiteY193" fmla="*/ 3038 h 5371798"/>
                <a:gd name="connsiteX194" fmla="*/ 5358514 w 5362304"/>
                <a:gd name="connsiteY194" fmla="*/ 200037 h 5371798"/>
                <a:gd name="connsiteX195" fmla="*/ 5155865 w 5362304"/>
                <a:gd name="connsiteY195" fmla="*/ 200037 h 5371798"/>
                <a:gd name="connsiteX196" fmla="*/ 3486045 w 5362304"/>
                <a:gd name="connsiteY196" fmla="*/ 3038 h 5371798"/>
                <a:gd name="connsiteX197" fmla="*/ 3679998 w 5362304"/>
                <a:gd name="connsiteY197" fmla="*/ 3038 h 5371798"/>
                <a:gd name="connsiteX198" fmla="*/ 3679998 w 5362304"/>
                <a:gd name="connsiteY198" fmla="*/ 200037 h 5371798"/>
                <a:gd name="connsiteX199" fmla="*/ 3486045 w 5362304"/>
                <a:gd name="connsiteY199" fmla="*/ 200037 h 5371798"/>
                <a:gd name="connsiteX200" fmla="*/ 4736176 w 5362304"/>
                <a:gd name="connsiteY200" fmla="*/ 2852 h 5371798"/>
                <a:gd name="connsiteX201" fmla="*/ 4941278 w 5362304"/>
                <a:gd name="connsiteY201" fmla="*/ 2852 h 5371798"/>
                <a:gd name="connsiteX202" fmla="*/ 4941278 w 5362304"/>
                <a:gd name="connsiteY202" fmla="*/ 199957 h 5371798"/>
                <a:gd name="connsiteX203" fmla="*/ 4736176 w 5362304"/>
                <a:gd name="connsiteY203" fmla="*/ 199957 h 5371798"/>
                <a:gd name="connsiteX204" fmla="*/ 3901208 w 5362304"/>
                <a:gd name="connsiteY204" fmla="*/ 2294 h 5371798"/>
                <a:gd name="connsiteX205" fmla="*/ 4098207 w 5362304"/>
                <a:gd name="connsiteY205" fmla="*/ 2294 h 5371798"/>
                <a:gd name="connsiteX206" fmla="*/ 4098207 w 5362304"/>
                <a:gd name="connsiteY206" fmla="*/ 196247 h 5371798"/>
                <a:gd name="connsiteX207" fmla="*/ 3901208 w 5362304"/>
                <a:gd name="connsiteY207" fmla="*/ 196247 h 5371798"/>
                <a:gd name="connsiteX208" fmla="*/ 2641938 w 5362304"/>
                <a:gd name="connsiteY208" fmla="*/ 1745 h 5371798"/>
                <a:gd name="connsiteX209" fmla="*/ 2845765 w 5362304"/>
                <a:gd name="connsiteY209" fmla="*/ 1745 h 5371798"/>
                <a:gd name="connsiteX210" fmla="*/ 2845765 w 5362304"/>
                <a:gd name="connsiteY210" fmla="*/ 197734 h 5371798"/>
                <a:gd name="connsiteX211" fmla="*/ 2641938 w 5362304"/>
                <a:gd name="connsiteY211" fmla="*/ 197734 h 5371798"/>
                <a:gd name="connsiteX212" fmla="*/ 4321455 w 5362304"/>
                <a:gd name="connsiteY212" fmla="*/ 0 h 5371798"/>
                <a:gd name="connsiteX213" fmla="*/ 4524565 w 5362304"/>
                <a:gd name="connsiteY213" fmla="*/ 0 h 5371798"/>
                <a:gd name="connsiteX214" fmla="*/ 4524565 w 5362304"/>
                <a:gd name="connsiteY214" fmla="*/ 196459 h 5371798"/>
                <a:gd name="connsiteX215" fmla="*/ 4321455 w 5362304"/>
                <a:gd name="connsiteY215" fmla="*/ 196459 h 5371798"/>
                <a:gd name="connsiteX216" fmla="*/ 3060352 w 5362304"/>
                <a:gd name="connsiteY216" fmla="*/ 0 h 5371798"/>
                <a:gd name="connsiteX217" fmla="*/ 3263559 w 5362304"/>
                <a:gd name="connsiteY217" fmla="*/ 0 h 5371798"/>
                <a:gd name="connsiteX218" fmla="*/ 3263559 w 5362304"/>
                <a:gd name="connsiteY218" fmla="*/ 196503 h 5371798"/>
                <a:gd name="connsiteX219" fmla="*/ 3060352 w 5362304"/>
                <a:gd name="connsiteY219" fmla="*/ 196503 h 53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362304" h="5371798">
                  <a:moveTo>
                    <a:pt x="0" y="4783183"/>
                  </a:moveTo>
                  <a:lnTo>
                    <a:pt x="587933" y="4783183"/>
                  </a:lnTo>
                  <a:lnTo>
                    <a:pt x="587933" y="5371798"/>
                  </a:lnTo>
                  <a:lnTo>
                    <a:pt x="0" y="5371798"/>
                  </a:lnTo>
                  <a:close/>
                  <a:moveTo>
                    <a:pt x="3408326" y="4204230"/>
                  </a:moveTo>
                  <a:lnTo>
                    <a:pt x="3614128" y="4204230"/>
                  </a:lnTo>
                  <a:lnTo>
                    <a:pt x="3614128" y="4400627"/>
                  </a:lnTo>
                  <a:lnTo>
                    <a:pt x="3408326" y="4400627"/>
                  </a:lnTo>
                  <a:close/>
                  <a:moveTo>
                    <a:pt x="2988035" y="4204230"/>
                  </a:moveTo>
                  <a:lnTo>
                    <a:pt x="3185273" y="4204230"/>
                  </a:lnTo>
                  <a:lnTo>
                    <a:pt x="3185273" y="4400503"/>
                  </a:lnTo>
                  <a:lnTo>
                    <a:pt x="2988035" y="4400503"/>
                  </a:lnTo>
                  <a:close/>
                  <a:moveTo>
                    <a:pt x="2574076" y="4203389"/>
                  </a:moveTo>
                  <a:lnTo>
                    <a:pt x="2770597" y="4203389"/>
                  </a:lnTo>
                  <a:lnTo>
                    <a:pt x="2770597" y="4397926"/>
                  </a:lnTo>
                  <a:lnTo>
                    <a:pt x="2574076" y="4397926"/>
                  </a:lnTo>
                  <a:close/>
                  <a:moveTo>
                    <a:pt x="2147780" y="4203238"/>
                  </a:moveTo>
                  <a:lnTo>
                    <a:pt x="2353139" y="4203238"/>
                  </a:lnTo>
                  <a:lnTo>
                    <a:pt x="2353139" y="4398076"/>
                  </a:lnTo>
                  <a:lnTo>
                    <a:pt x="2147780" y="4398076"/>
                  </a:lnTo>
                  <a:close/>
                  <a:moveTo>
                    <a:pt x="895152" y="4202946"/>
                  </a:moveTo>
                  <a:lnTo>
                    <a:pt x="1090282" y="4202946"/>
                  </a:lnTo>
                  <a:lnTo>
                    <a:pt x="1090282" y="4398935"/>
                  </a:lnTo>
                  <a:lnTo>
                    <a:pt x="895152" y="4398935"/>
                  </a:lnTo>
                  <a:close/>
                  <a:moveTo>
                    <a:pt x="1730748" y="4200653"/>
                  </a:moveTo>
                  <a:lnTo>
                    <a:pt x="1933397" y="4200653"/>
                  </a:lnTo>
                  <a:lnTo>
                    <a:pt x="1933397" y="4397652"/>
                  </a:lnTo>
                  <a:lnTo>
                    <a:pt x="1730748" y="4397652"/>
                  </a:lnTo>
                  <a:close/>
                  <a:moveTo>
                    <a:pt x="1309501" y="4200529"/>
                  </a:moveTo>
                  <a:lnTo>
                    <a:pt x="1515675" y="4200529"/>
                  </a:lnTo>
                  <a:lnTo>
                    <a:pt x="1515675" y="4397395"/>
                  </a:lnTo>
                  <a:lnTo>
                    <a:pt x="1309501" y="4397395"/>
                  </a:lnTo>
                  <a:close/>
                  <a:moveTo>
                    <a:pt x="895728" y="3812189"/>
                  </a:moveTo>
                  <a:lnTo>
                    <a:pt x="1092072" y="3812189"/>
                  </a:lnTo>
                  <a:lnTo>
                    <a:pt x="1092072" y="4006381"/>
                  </a:lnTo>
                  <a:lnTo>
                    <a:pt x="895728" y="4006381"/>
                  </a:lnTo>
                  <a:close/>
                  <a:moveTo>
                    <a:pt x="2987875" y="3811844"/>
                  </a:moveTo>
                  <a:lnTo>
                    <a:pt x="3184759" y="3811844"/>
                  </a:lnTo>
                  <a:lnTo>
                    <a:pt x="3184759" y="4009321"/>
                  </a:lnTo>
                  <a:lnTo>
                    <a:pt x="2987875" y="4009321"/>
                  </a:lnTo>
                  <a:close/>
                  <a:moveTo>
                    <a:pt x="2144273" y="3811844"/>
                  </a:moveTo>
                  <a:lnTo>
                    <a:pt x="2349853" y="3811844"/>
                  </a:lnTo>
                  <a:lnTo>
                    <a:pt x="2349853" y="4009321"/>
                  </a:lnTo>
                  <a:lnTo>
                    <a:pt x="2144273" y="4009321"/>
                  </a:lnTo>
                  <a:close/>
                  <a:moveTo>
                    <a:pt x="1309501" y="3811578"/>
                  </a:moveTo>
                  <a:lnTo>
                    <a:pt x="1515196" y="3811578"/>
                  </a:lnTo>
                  <a:lnTo>
                    <a:pt x="1515196" y="4005531"/>
                  </a:lnTo>
                  <a:lnTo>
                    <a:pt x="1309501" y="4005531"/>
                  </a:lnTo>
                  <a:close/>
                  <a:moveTo>
                    <a:pt x="2573473" y="3809391"/>
                  </a:moveTo>
                  <a:lnTo>
                    <a:pt x="2770587" y="3809391"/>
                  </a:lnTo>
                  <a:lnTo>
                    <a:pt x="2770587" y="4005611"/>
                  </a:lnTo>
                  <a:lnTo>
                    <a:pt x="2573473" y="4005611"/>
                  </a:lnTo>
                  <a:close/>
                  <a:moveTo>
                    <a:pt x="1730385" y="3809302"/>
                  </a:moveTo>
                  <a:lnTo>
                    <a:pt x="1935726" y="3809302"/>
                  </a:lnTo>
                  <a:lnTo>
                    <a:pt x="1935726" y="4006620"/>
                  </a:lnTo>
                  <a:lnTo>
                    <a:pt x="1730385" y="4006620"/>
                  </a:lnTo>
                  <a:close/>
                  <a:moveTo>
                    <a:pt x="3408149" y="3809294"/>
                  </a:moveTo>
                  <a:lnTo>
                    <a:pt x="3611515" y="3809294"/>
                  </a:lnTo>
                  <a:lnTo>
                    <a:pt x="3611515" y="4005877"/>
                  </a:lnTo>
                  <a:lnTo>
                    <a:pt x="3408149" y="4005877"/>
                  </a:lnTo>
                  <a:close/>
                  <a:moveTo>
                    <a:pt x="2991055" y="3421716"/>
                  </a:moveTo>
                  <a:lnTo>
                    <a:pt x="3188054" y="3421716"/>
                  </a:lnTo>
                  <a:lnTo>
                    <a:pt x="3188054" y="3615669"/>
                  </a:lnTo>
                  <a:lnTo>
                    <a:pt x="2991055" y="3615669"/>
                  </a:lnTo>
                  <a:close/>
                  <a:moveTo>
                    <a:pt x="892416" y="3421194"/>
                  </a:moveTo>
                  <a:lnTo>
                    <a:pt x="1089619" y="3421194"/>
                  </a:lnTo>
                  <a:lnTo>
                    <a:pt x="1089619" y="3620850"/>
                  </a:lnTo>
                  <a:lnTo>
                    <a:pt x="892416" y="3620850"/>
                  </a:lnTo>
                  <a:close/>
                  <a:moveTo>
                    <a:pt x="3408990" y="3420653"/>
                  </a:moveTo>
                  <a:lnTo>
                    <a:pt x="3614207" y="3420653"/>
                  </a:lnTo>
                  <a:lnTo>
                    <a:pt x="3614207" y="3615199"/>
                  </a:lnTo>
                  <a:lnTo>
                    <a:pt x="3408990" y="3615199"/>
                  </a:lnTo>
                  <a:close/>
                  <a:moveTo>
                    <a:pt x="1309501" y="3420317"/>
                  </a:moveTo>
                  <a:lnTo>
                    <a:pt x="1515090" y="3420317"/>
                  </a:lnTo>
                  <a:lnTo>
                    <a:pt x="1515090" y="3615616"/>
                  </a:lnTo>
                  <a:lnTo>
                    <a:pt x="1309501" y="3615616"/>
                  </a:lnTo>
                  <a:close/>
                  <a:moveTo>
                    <a:pt x="894709" y="3029976"/>
                  </a:moveTo>
                  <a:lnTo>
                    <a:pt x="1089441" y="3029976"/>
                  </a:lnTo>
                  <a:lnTo>
                    <a:pt x="1089441" y="3226594"/>
                  </a:lnTo>
                  <a:lnTo>
                    <a:pt x="894709" y="3226594"/>
                  </a:lnTo>
                  <a:close/>
                  <a:moveTo>
                    <a:pt x="1309501" y="3029038"/>
                  </a:moveTo>
                  <a:lnTo>
                    <a:pt x="1515002" y="3029038"/>
                  </a:lnTo>
                  <a:lnTo>
                    <a:pt x="1515002" y="3224151"/>
                  </a:lnTo>
                  <a:lnTo>
                    <a:pt x="1309501" y="3224151"/>
                  </a:lnTo>
                  <a:close/>
                  <a:moveTo>
                    <a:pt x="1729579" y="3027417"/>
                  </a:moveTo>
                  <a:lnTo>
                    <a:pt x="1935611" y="3027417"/>
                  </a:lnTo>
                  <a:lnTo>
                    <a:pt x="1935611" y="3223158"/>
                  </a:lnTo>
                  <a:lnTo>
                    <a:pt x="1729579" y="3223158"/>
                  </a:lnTo>
                  <a:close/>
                  <a:moveTo>
                    <a:pt x="2985121" y="3026930"/>
                  </a:moveTo>
                  <a:lnTo>
                    <a:pt x="3184777" y="3026930"/>
                  </a:lnTo>
                  <a:lnTo>
                    <a:pt x="3184777" y="3224133"/>
                  </a:lnTo>
                  <a:lnTo>
                    <a:pt x="2985121" y="3224133"/>
                  </a:lnTo>
                  <a:close/>
                  <a:moveTo>
                    <a:pt x="3407821" y="3026558"/>
                  </a:moveTo>
                  <a:lnTo>
                    <a:pt x="3611816" y="3026558"/>
                  </a:lnTo>
                  <a:lnTo>
                    <a:pt x="3611816" y="3223451"/>
                  </a:lnTo>
                  <a:lnTo>
                    <a:pt x="3407821" y="3223451"/>
                  </a:lnTo>
                  <a:close/>
                  <a:moveTo>
                    <a:pt x="1312485" y="2638910"/>
                  </a:moveTo>
                  <a:lnTo>
                    <a:pt x="1517853" y="2638910"/>
                  </a:lnTo>
                  <a:lnTo>
                    <a:pt x="1517853" y="2847333"/>
                  </a:lnTo>
                  <a:lnTo>
                    <a:pt x="1312485" y="2847333"/>
                  </a:lnTo>
                  <a:close/>
                  <a:moveTo>
                    <a:pt x="3408423" y="2638883"/>
                  </a:moveTo>
                  <a:lnTo>
                    <a:pt x="3611302" y="2638883"/>
                  </a:lnTo>
                  <a:lnTo>
                    <a:pt x="3611302" y="2843923"/>
                  </a:lnTo>
                  <a:lnTo>
                    <a:pt x="3408423" y="2843923"/>
                  </a:lnTo>
                  <a:close/>
                  <a:moveTo>
                    <a:pt x="2990736" y="2638662"/>
                  </a:moveTo>
                  <a:lnTo>
                    <a:pt x="3185370" y="2638662"/>
                  </a:lnTo>
                  <a:lnTo>
                    <a:pt x="3185370" y="2843924"/>
                  </a:lnTo>
                  <a:lnTo>
                    <a:pt x="2990736" y="2843924"/>
                  </a:lnTo>
                  <a:close/>
                  <a:moveTo>
                    <a:pt x="895400" y="2637767"/>
                  </a:moveTo>
                  <a:lnTo>
                    <a:pt x="1092071" y="2637767"/>
                  </a:lnTo>
                  <a:lnTo>
                    <a:pt x="1092071" y="2841319"/>
                  </a:lnTo>
                  <a:lnTo>
                    <a:pt x="895400" y="2841319"/>
                  </a:lnTo>
                  <a:close/>
                  <a:moveTo>
                    <a:pt x="5153589" y="2343070"/>
                  </a:moveTo>
                  <a:lnTo>
                    <a:pt x="5359524" y="2343070"/>
                  </a:lnTo>
                  <a:lnTo>
                    <a:pt x="5359524" y="2539334"/>
                  </a:lnTo>
                  <a:lnTo>
                    <a:pt x="5153589" y="2539334"/>
                  </a:lnTo>
                  <a:close/>
                  <a:moveTo>
                    <a:pt x="3408131" y="2247232"/>
                  </a:moveTo>
                  <a:lnTo>
                    <a:pt x="3611586" y="2247232"/>
                  </a:lnTo>
                  <a:lnTo>
                    <a:pt x="3611586" y="2452556"/>
                  </a:lnTo>
                  <a:lnTo>
                    <a:pt x="3408131" y="2452556"/>
                  </a:lnTo>
                  <a:close/>
                  <a:moveTo>
                    <a:pt x="2144415" y="2246515"/>
                  </a:moveTo>
                  <a:lnTo>
                    <a:pt x="2349694" y="2246515"/>
                  </a:lnTo>
                  <a:lnTo>
                    <a:pt x="2349694" y="2449881"/>
                  </a:lnTo>
                  <a:lnTo>
                    <a:pt x="2144415" y="2449881"/>
                  </a:lnTo>
                  <a:close/>
                  <a:moveTo>
                    <a:pt x="895497" y="2246506"/>
                  </a:moveTo>
                  <a:lnTo>
                    <a:pt x="1092080" y="2246506"/>
                  </a:lnTo>
                  <a:lnTo>
                    <a:pt x="1092080" y="2449872"/>
                  </a:lnTo>
                  <a:lnTo>
                    <a:pt x="895497" y="2449872"/>
                  </a:lnTo>
                  <a:close/>
                  <a:moveTo>
                    <a:pt x="2991294" y="2246293"/>
                  </a:moveTo>
                  <a:lnTo>
                    <a:pt x="3190923" y="2246293"/>
                  </a:lnTo>
                  <a:lnTo>
                    <a:pt x="3190923" y="2452192"/>
                  </a:lnTo>
                  <a:lnTo>
                    <a:pt x="2991294" y="2452192"/>
                  </a:lnTo>
                  <a:close/>
                  <a:moveTo>
                    <a:pt x="1312636" y="2246169"/>
                  </a:moveTo>
                  <a:lnTo>
                    <a:pt x="1518225" y="2246169"/>
                  </a:lnTo>
                  <a:lnTo>
                    <a:pt x="1518225" y="2450164"/>
                  </a:lnTo>
                  <a:lnTo>
                    <a:pt x="1312636" y="2450164"/>
                  </a:lnTo>
                  <a:close/>
                  <a:moveTo>
                    <a:pt x="1729579" y="2244681"/>
                  </a:moveTo>
                  <a:lnTo>
                    <a:pt x="1935611" y="2244681"/>
                  </a:lnTo>
                  <a:lnTo>
                    <a:pt x="1935611" y="2449119"/>
                  </a:lnTo>
                  <a:lnTo>
                    <a:pt x="1729579" y="2449119"/>
                  </a:lnTo>
                  <a:close/>
                  <a:moveTo>
                    <a:pt x="2573544" y="2243831"/>
                  </a:moveTo>
                  <a:lnTo>
                    <a:pt x="2767585" y="2243831"/>
                  </a:lnTo>
                  <a:lnTo>
                    <a:pt x="2767585" y="2448791"/>
                  </a:lnTo>
                  <a:lnTo>
                    <a:pt x="2573544" y="2448791"/>
                  </a:lnTo>
                  <a:close/>
                  <a:moveTo>
                    <a:pt x="5153580" y="1950941"/>
                  </a:moveTo>
                  <a:lnTo>
                    <a:pt x="5358744" y="1950941"/>
                  </a:lnTo>
                  <a:lnTo>
                    <a:pt x="5358744" y="2145381"/>
                  </a:lnTo>
                  <a:lnTo>
                    <a:pt x="5153580" y="2145381"/>
                  </a:lnTo>
                  <a:close/>
                  <a:moveTo>
                    <a:pt x="2573500" y="1856148"/>
                  </a:moveTo>
                  <a:lnTo>
                    <a:pt x="2767692" y="1856148"/>
                  </a:lnTo>
                  <a:lnTo>
                    <a:pt x="2767692" y="2061188"/>
                  </a:lnTo>
                  <a:lnTo>
                    <a:pt x="2573500" y="2061188"/>
                  </a:lnTo>
                  <a:close/>
                  <a:moveTo>
                    <a:pt x="2990869" y="1856041"/>
                  </a:moveTo>
                  <a:lnTo>
                    <a:pt x="3187974" y="1856041"/>
                  </a:lnTo>
                  <a:lnTo>
                    <a:pt x="3187974" y="2061143"/>
                  </a:lnTo>
                  <a:lnTo>
                    <a:pt x="2990869" y="2061143"/>
                  </a:lnTo>
                  <a:close/>
                  <a:moveTo>
                    <a:pt x="3408166" y="1855908"/>
                  </a:moveTo>
                  <a:lnTo>
                    <a:pt x="3611532" y="1855908"/>
                  </a:lnTo>
                  <a:lnTo>
                    <a:pt x="3611532" y="2061187"/>
                  </a:lnTo>
                  <a:lnTo>
                    <a:pt x="3408166" y="2061187"/>
                  </a:lnTo>
                  <a:close/>
                  <a:moveTo>
                    <a:pt x="1312042" y="1855758"/>
                  </a:moveTo>
                  <a:lnTo>
                    <a:pt x="1515718" y="1855758"/>
                  </a:lnTo>
                  <a:lnTo>
                    <a:pt x="1515718" y="2061188"/>
                  </a:lnTo>
                  <a:lnTo>
                    <a:pt x="1312042" y="2061188"/>
                  </a:lnTo>
                  <a:close/>
                  <a:moveTo>
                    <a:pt x="892114" y="1852517"/>
                  </a:moveTo>
                  <a:lnTo>
                    <a:pt x="1089219" y="1852517"/>
                  </a:lnTo>
                  <a:lnTo>
                    <a:pt x="1089219" y="2057619"/>
                  </a:lnTo>
                  <a:lnTo>
                    <a:pt x="892114" y="2057619"/>
                  </a:lnTo>
                  <a:close/>
                  <a:moveTo>
                    <a:pt x="2147842" y="1852481"/>
                  </a:moveTo>
                  <a:lnTo>
                    <a:pt x="2353165" y="1852481"/>
                  </a:lnTo>
                  <a:lnTo>
                    <a:pt x="2353165" y="2058504"/>
                  </a:lnTo>
                  <a:lnTo>
                    <a:pt x="2147842" y="2058504"/>
                  </a:lnTo>
                  <a:close/>
                  <a:moveTo>
                    <a:pt x="1729933" y="1852464"/>
                  </a:moveTo>
                  <a:lnTo>
                    <a:pt x="1932662" y="1852464"/>
                  </a:lnTo>
                  <a:lnTo>
                    <a:pt x="1932662" y="2057424"/>
                  </a:lnTo>
                  <a:lnTo>
                    <a:pt x="1729933" y="2057424"/>
                  </a:lnTo>
                  <a:close/>
                  <a:moveTo>
                    <a:pt x="5153580" y="1559414"/>
                  </a:moveTo>
                  <a:lnTo>
                    <a:pt x="5358903" y="1559414"/>
                  </a:lnTo>
                  <a:lnTo>
                    <a:pt x="5358903" y="1762869"/>
                  </a:lnTo>
                  <a:lnTo>
                    <a:pt x="5153580" y="1762869"/>
                  </a:lnTo>
                  <a:close/>
                  <a:moveTo>
                    <a:pt x="5156201" y="1166257"/>
                  </a:moveTo>
                  <a:lnTo>
                    <a:pt x="5362233" y="1166257"/>
                  </a:lnTo>
                  <a:lnTo>
                    <a:pt x="5362233" y="1370695"/>
                  </a:lnTo>
                  <a:lnTo>
                    <a:pt x="5156201" y="1370695"/>
                  </a:lnTo>
                  <a:close/>
                  <a:moveTo>
                    <a:pt x="5157202" y="776882"/>
                  </a:moveTo>
                  <a:lnTo>
                    <a:pt x="5362304" y="776882"/>
                  </a:lnTo>
                  <a:lnTo>
                    <a:pt x="5362304" y="979894"/>
                  </a:lnTo>
                  <a:lnTo>
                    <a:pt x="5157202" y="979894"/>
                  </a:lnTo>
                  <a:close/>
                  <a:moveTo>
                    <a:pt x="5155378" y="384407"/>
                  </a:moveTo>
                  <a:lnTo>
                    <a:pt x="5359205" y="384407"/>
                  </a:lnTo>
                  <a:lnTo>
                    <a:pt x="5359205" y="589102"/>
                  </a:lnTo>
                  <a:lnTo>
                    <a:pt x="5155378" y="589102"/>
                  </a:lnTo>
                  <a:close/>
                  <a:moveTo>
                    <a:pt x="5155865" y="3038"/>
                  </a:moveTo>
                  <a:lnTo>
                    <a:pt x="5358514" y="3038"/>
                  </a:lnTo>
                  <a:lnTo>
                    <a:pt x="5358514" y="200037"/>
                  </a:lnTo>
                  <a:lnTo>
                    <a:pt x="5155865" y="200037"/>
                  </a:lnTo>
                  <a:close/>
                  <a:moveTo>
                    <a:pt x="3486045" y="3038"/>
                  </a:moveTo>
                  <a:lnTo>
                    <a:pt x="3679998" y="3038"/>
                  </a:lnTo>
                  <a:lnTo>
                    <a:pt x="3679998" y="200037"/>
                  </a:lnTo>
                  <a:lnTo>
                    <a:pt x="3486045" y="200037"/>
                  </a:lnTo>
                  <a:close/>
                  <a:moveTo>
                    <a:pt x="4736176" y="2852"/>
                  </a:moveTo>
                  <a:lnTo>
                    <a:pt x="4941278" y="2852"/>
                  </a:lnTo>
                  <a:lnTo>
                    <a:pt x="4941278" y="199957"/>
                  </a:lnTo>
                  <a:lnTo>
                    <a:pt x="4736176" y="199957"/>
                  </a:lnTo>
                  <a:close/>
                  <a:moveTo>
                    <a:pt x="3901208" y="2294"/>
                  </a:moveTo>
                  <a:lnTo>
                    <a:pt x="4098207" y="2294"/>
                  </a:lnTo>
                  <a:lnTo>
                    <a:pt x="4098207" y="196247"/>
                  </a:lnTo>
                  <a:lnTo>
                    <a:pt x="3901208" y="196247"/>
                  </a:lnTo>
                  <a:close/>
                  <a:moveTo>
                    <a:pt x="2641938" y="1745"/>
                  </a:moveTo>
                  <a:lnTo>
                    <a:pt x="2845765" y="1745"/>
                  </a:lnTo>
                  <a:lnTo>
                    <a:pt x="2845765" y="197734"/>
                  </a:lnTo>
                  <a:lnTo>
                    <a:pt x="2641938" y="197734"/>
                  </a:lnTo>
                  <a:close/>
                  <a:moveTo>
                    <a:pt x="4321455" y="0"/>
                  </a:moveTo>
                  <a:lnTo>
                    <a:pt x="4524565" y="0"/>
                  </a:lnTo>
                  <a:lnTo>
                    <a:pt x="4524565" y="196459"/>
                  </a:lnTo>
                  <a:lnTo>
                    <a:pt x="4321455" y="196459"/>
                  </a:lnTo>
                  <a:close/>
                  <a:moveTo>
                    <a:pt x="3060352" y="0"/>
                  </a:moveTo>
                  <a:lnTo>
                    <a:pt x="3263559" y="0"/>
                  </a:lnTo>
                  <a:lnTo>
                    <a:pt x="3263559" y="196503"/>
                  </a:lnTo>
                  <a:lnTo>
                    <a:pt x="3060352" y="196503"/>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8" name="Group 117">
            <a:extLst>
              <a:ext uri="{FF2B5EF4-FFF2-40B4-BE49-F238E27FC236}">
                <a16:creationId xmlns:a16="http://schemas.microsoft.com/office/drawing/2014/main" id="{6F12FFC0-6495-819E-BDA8-339A5A646930}"/>
              </a:ext>
              <a:ext uri="{C183D7F6-B498-43B3-948B-1728B52AA6E4}">
                <adec:decorative xmlns:adec="http://schemas.microsoft.com/office/drawing/2017/decorative" val="1"/>
              </a:ext>
            </a:extLst>
          </p:cNvPr>
          <p:cNvGrpSpPr>
            <a:grpSpLocks noChangeAspect="1"/>
          </p:cNvGrpSpPr>
          <p:nvPr/>
        </p:nvGrpSpPr>
        <p:grpSpPr>
          <a:xfrm>
            <a:off x="4566380" y="1517247"/>
            <a:ext cx="412757" cy="457200"/>
            <a:chOff x="4566380" y="1517247"/>
            <a:chExt cx="412757" cy="457200"/>
          </a:xfrm>
          <a:solidFill>
            <a:srgbClr val="FF0000"/>
          </a:solidFill>
        </p:grpSpPr>
        <p:sp>
          <p:nvSpPr>
            <p:cNvPr id="651" name="Freeform: Shape 650">
              <a:extLst>
                <a:ext uri="{FF2B5EF4-FFF2-40B4-BE49-F238E27FC236}">
                  <a16:creationId xmlns:a16="http://schemas.microsoft.com/office/drawing/2014/main" id="{C4DC1296-94EE-428B-437C-CD9F3C62D5C1}"/>
                </a:ext>
                <a:ext uri="{C183D7F6-B498-43B3-948B-1728B52AA6E4}">
                  <adec:decorative xmlns:adec="http://schemas.microsoft.com/office/drawing/2017/decorative" val="1"/>
                </a:ext>
              </a:extLst>
            </p:cNvPr>
            <p:cNvSpPr/>
            <p:nvPr/>
          </p:nvSpPr>
          <p:spPr>
            <a:xfrm>
              <a:off x="4566380" y="1517247"/>
              <a:ext cx="412757" cy="445291"/>
            </a:xfrm>
            <a:custGeom>
              <a:avLst/>
              <a:gdLst>
                <a:gd name="connsiteX0" fmla="*/ 3748120 w 6191354"/>
                <a:gd name="connsiteY0" fmla="*/ 1646566 h 6679371"/>
                <a:gd name="connsiteX1" fmla="*/ 3823584 w 6191354"/>
                <a:gd name="connsiteY1" fmla="*/ 1649496 h 6679371"/>
                <a:gd name="connsiteX2" fmla="*/ 4323822 w 6191354"/>
                <a:gd name="connsiteY2" fmla="*/ 2105205 h 6679371"/>
                <a:gd name="connsiteX3" fmla="*/ 4332997 w 6191354"/>
                <a:gd name="connsiteY3" fmla="*/ 2219153 h 6679371"/>
                <a:gd name="connsiteX4" fmla="*/ 4333391 w 6191354"/>
                <a:gd name="connsiteY4" fmla="*/ 3053133 h 6679371"/>
                <a:gd name="connsiteX5" fmla="*/ 4333391 w 6191354"/>
                <a:gd name="connsiteY5" fmla="*/ 3100760 h 6679371"/>
                <a:gd name="connsiteX6" fmla="*/ 4676694 w 6191354"/>
                <a:gd name="connsiteY6" fmla="*/ 3148283 h 6679371"/>
                <a:gd name="connsiteX7" fmla="*/ 4901112 w 6191354"/>
                <a:gd name="connsiteY7" fmla="*/ 3401488 h 6679371"/>
                <a:gd name="connsiteX8" fmla="*/ 5293654 w 6191354"/>
                <a:gd name="connsiteY8" fmla="*/ 3435659 h 6679371"/>
                <a:gd name="connsiteX9" fmla="*/ 5518159 w 6191354"/>
                <a:gd name="connsiteY9" fmla="*/ 3685502 h 6679371"/>
                <a:gd name="connsiteX10" fmla="*/ 5556279 w 6191354"/>
                <a:gd name="connsiteY10" fmla="*/ 3703730 h 6679371"/>
                <a:gd name="connsiteX11" fmla="*/ 6031853 w 6191354"/>
                <a:gd name="connsiteY11" fmla="*/ 3842410 h 6679371"/>
                <a:gd name="connsiteX12" fmla="*/ 6180689 w 6191354"/>
                <a:gd name="connsiteY12" fmla="*/ 4167187 h 6679371"/>
                <a:gd name="connsiteX13" fmla="*/ 6190267 w 6191354"/>
                <a:gd name="connsiteY13" fmla="*/ 4771321 h 6679371"/>
                <a:gd name="connsiteX14" fmla="*/ 6190294 w 6191354"/>
                <a:gd name="connsiteY14" fmla="*/ 5295784 h 6679371"/>
                <a:gd name="connsiteX15" fmla="*/ 5911007 w 6191354"/>
                <a:gd name="connsiteY15" fmla="*/ 6151529 h 6679371"/>
                <a:gd name="connsiteX16" fmla="*/ 5343190 w 6191354"/>
                <a:gd name="connsiteY16" fmla="*/ 6623777 h 6679371"/>
                <a:gd name="connsiteX17" fmla="*/ 5201130 w 6191354"/>
                <a:gd name="connsiteY17" fmla="*/ 6663822 h 6679371"/>
                <a:gd name="connsiteX18" fmla="*/ 5201130 w 6191354"/>
                <a:gd name="connsiteY18" fmla="*/ 6235166 h 6679371"/>
                <a:gd name="connsiteX19" fmla="*/ 5374165 w 6191354"/>
                <a:gd name="connsiteY19" fmla="*/ 6141181 h 6679371"/>
                <a:gd name="connsiteX20" fmla="*/ 5589925 w 6191354"/>
                <a:gd name="connsiteY20" fmla="*/ 5914582 h 6679371"/>
                <a:gd name="connsiteX21" fmla="*/ 5792937 w 6191354"/>
                <a:gd name="connsiteY21" fmla="*/ 5329780 h 6679371"/>
                <a:gd name="connsiteX22" fmla="*/ 5794381 w 6191354"/>
                <a:gd name="connsiteY22" fmla="*/ 4259465 h 6679371"/>
                <a:gd name="connsiteX23" fmla="*/ 5730207 w 6191354"/>
                <a:gd name="connsiteY23" fmla="*/ 4105508 h 6679371"/>
                <a:gd name="connsiteX24" fmla="*/ 5644679 w 6191354"/>
                <a:gd name="connsiteY24" fmla="*/ 4098399 h 6679371"/>
                <a:gd name="connsiteX25" fmla="*/ 5572065 w 6191354"/>
                <a:gd name="connsiteY25" fmla="*/ 4236667 h 6679371"/>
                <a:gd name="connsiteX26" fmla="*/ 5571504 w 6191354"/>
                <a:gd name="connsiteY26" fmla="*/ 4405929 h 6679371"/>
                <a:gd name="connsiteX27" fmla="*/ 5175995 w 6191354"/>
                <a:gd name="connsiteY27" fmla="*/ 4405929 h 6679371"/>
                <a:gd name="connsiteX28" fmla="*/ 5175995 w 6191354"/>
                <a:gd name="connsiteY28" fmla="*/ 4362372 h 6679371"/>
                <a:gd name="connsiteX29" fmla="*/ 5175583 w 6191354"/>
                <a:gd name="connsiteY29" fmla="*/ 3936807 h 6679371"/>
                <a:gd name="connsiteX30" fmla="*/ 5116031 w 6191354"/>
                <a:gd name="connsiteY30" fmla="*/ 3793434 h 6679371"/>
                <a:gd name="connsiteX31" fmla="*/ 5011102 w 6191354"/>
                <a:gd name="connsiteY31" fmla="*/ 3794686 h 6679371"/>
                <a:gd name="connsiteX32" fmla="*/ 4952688 w 6191354"/>
                <a:gd name="connsiteY32" fmla="*/ 3929172 h 6679371"/>
                <a:gd name="connsiteX33" fmla="*/ 4952452 w 6191354"/>
                <a:gd name="connsiteY33" fmla="*/ 4207452 h 6679371"/>
                <a:gd name="connsiteX34" fmla="*/ 4556943 w 6191354"/>
                <a:gd name="connsiteY34" fmla="*/ 4207452 h 6679371"/>
                <a:gd name="connsiteX35" fmla="*/ 4556943 w 6191354"/>
                <a:gd name="connsiteY35" fmla="*/ 4162564 h 6679371"/>
                <a:gd name="connsiteX36" fmla="*/ 4556706 w 6191354"/>
                <a:gd name="connsiteY36" fmla="*/ 3655332 h 6679371"/>
                <a:gd name="connsiteX37" fmla="*/ 4496270 w 6191354"/>
                <a:gd name="connsiteY37" fmla="*/ 3508667 h 6679371"/>
                <a:gd name="connsiteX38" fmla="*/ 4393923 w 6191354"/>
                <a:gd name="connsiteY38" fmla="*/ 3508457 h 6679371"/>
                <a:gd name="connsiteX39" fmla="*/ 4333873 w 6191354"/>
                <a:gd name="connsiteY39" fmla="*/ 3646673 h 6679371"/>
                <a:gd name="connsiteX40" fmla="*/ 4333391 w 6191354"/>
                <a:gd name="connsiteY40" fmla="*/ 3964770 h 6679371"/>
                <a:gd name="connsiteX41" fmla="*/ 4333391 w 6191354"/>
                <a:gd name="connsiteY41" fmla="*/ 4017861 h 6679371"/>
                <a:gd name="connsiteX42" fmla="*/ 3937882 w 6191354"/>
                <a:gd name="connsiteY42" fmla="*/ 4017861 h 6679371"/>
                <a:gd name="connsiteX43" fmla="*/ 3937882 w 6191354"/>
                <a:gd name="connsiteY43" fmla="*/ 3967896 h 6679371"/>
                <a:gd name="connsiteX44" fmla="*/ 3937523 w 6191354"/>
                <a:gd name="connsiteY44" fmla="*/ 2248430 h 6679371"/>
                <a:gd name="connsiteX45" fmla="*/ 3928960 w 6191354"/>
                <a:gd name="connsiteY45" fmla="*/ 2173460 h 6679371"/>
                <a:gd name="connsiteX46" fmla="*/ 3749385 w 6191354"/>
                <a:gd name="connsiteY46" fmla="*/ 2043693 h 6679371"/>
                <a:gd name="connsiteX47" fmla="*/ 3601653 w 6191354"/>
                <a:gd name="connsiteY47" fmla="*/ 2211378 h 6679371"/>
                <a:gd name="connsiteX48" fmla="*/ 3602204 w 6191354"/>
                <a:gd name="connsiteY48" fmla="*/ 4257530 h 6679371"/>
                <a:gd name="connsiteX49" fmla="*/ 3593966 w 6191354"/>
                <a:gd name="connsiteY49" fmla="*/ 4354265 h 6679371"/>
                <a:gd name="connsiteX50" fmla="*/ 3348369 w 6191354"/>
                <a:gd name="connsiteY50" fmla="*/ 4595808 h 6679371"/>
                <a:gd name="connsiteX51" fmla="*/ 3061151 w 6191354"/>
                <a:gd name="connsiteY51" fmla="*/ 4469289 h 6679371"/>
                <a:gd name="connsiteX52" fmla="*/ 2793649 w 6191354"/>
                <a:gd name="connsiteY52" fmla="*/ 4069472 h 6679371"/>
                <a:gd name="connsiteX53" fmla="*/ 2617943 w 6191354"/>
                <a:gd name="connsiteY53" fmla="*/ 3986947 h 6679371"/>
                <a:gd name="connsiteX54" fmla="*/ 2483509 w 6191354"/>
                <a:gd name="connsiteY54" fmla="*/ 4175426 h 6679371"/>
                <a:gd name="connsiteX55" fmla="*/ 2572233 w 6191354"/>
                <a:gd name="connsiteY55" fmla="*/ 4343330 h 6679371"/>
                <a:gd name="connsiteX56" fmla="*/ 2870623 w 6191354"/>
                <a:gd name="connsiteY56" fmla="*/ 4773799 h 6679371"/>
                <a:gd name="connsiteX57" fmla="*/ 3318427 w 6191354"/>
                <a:gd name="connsiteY57" fmla="*/ 5426199 h 6679371"/>
                <a:gd name="connsiteX58" fmla="*/ 3565538 w 6191354"/>
                <a:gd name="connsiteY58" fmla="*/ 5784841 h 6679371"/>
                <a:gd name="connsiteX59" fmla="*/ 3751758 w 6191354"/>
                <a:gd name="connsiteY59" fmla="*/ 6028013 h 6679371"/>
                <a:gd name="connsiteX60" fmla="*/ 4081605 w 6191354"/>
                <a:gd name="connsiteY60" fmla="*/ 6248824 h 6679371"/>
                <a:gd name="connsiteX61" fmla="*/ 4081605 w 6191354"/>
                <a:gd name="connsiteY61" fmla="*/ 6679371 h 6679371"/>
                <a:gd name="connsiteX62" fmla="*/ 4030965 w 6191354"/>
                <a:gd name="connsiteY62" fmla="*/ 6666668 h 6679371"/>
                <a:gd name="connsiteX63" fmla="*/ 3568979 w 6191354"/>
                <a:gd name="connsiteY63" fmla="*/ 6400068 h 6679371"/>
                <a:gd name="connsiteX64" fmla="*/ 3193291 w 6191354"/>
                <a:gd name="connsiteY64" fmla="*/ 5946871 h 6679371"/>
                <a:gd name="connsiteX65" fmla="*/ 2645495 w 6191354"/>
                <a:gd name="connsiteY65" fmla="*/ 5149609 h 6679371"/>
                <a:gd name="connsiteX66" fmla="*/ 2321620 w 6191354"/>
                <a:gd name="connsiteY66" fmla="*/ 4681012 h 6679371"/>
                <a:gd name="connsiteX67" fmla="*/ 2143805 w 6191354"/>
                <a:gd name="connsiteY67" fmla="*/ 4402497 h 6679371"/>
                <a:gd name="connsiteX68" fmla="*/ 2182747 w 6191354"/>
                <a:gd name="connsiteY68" fmla="*/ 3830643 h 6679371"/>
                <a:gd name="connsiteX69" fmla="*/ 2612393 w 6191354"/>
                <a:gd name="connsiteY69" fmla="*/ 3589923 h 6679371"/>
                <a:gd name="connsiteX70" fmla="*/ 3067673 w 6191354"/>
                <a:gd name="connsiteY70" fmla="*/ 3775924 h 6679371"/>
                <a:gd name="connsiteX71" fmla="*/ 3207054 w 6191354"/>
                <a:gd name="connsiteY71" fmla="*/ 3968754 h 6679371"/>
                <a:gd name="connsiteX72" fmla="*/ 3207054 w 6191354"/>
                <a:gd name="connsiteY72" fmla="*/ 3920899 h 6679371"/>
                <a:gd name="connsiteX73" fmla="*/ 3206852 w 6191354"/>
                <a:gd name="connsiteY73" fmla="*/ 2192747 h 6679371"/>
                <a:gd name="connsiteX74" fmla="*/ 3317411 w 6191354"/>
                <a:gd name="connsiteY74" fmla="*/ 1869432 h 6679371"/>
                <a:gd name="connsiteX75" fmla="*/ 3748120 w 6191354"/>
                <a:gd name="connsiteY75" fmla="*/ 1646566 h 6679371"/>
                <a:gd name="connsiteX76" fmla="*/ 3753834 w 6191354"/>
                <a:gd name="connsiteY76" fmla="*/ 1086968 h 6679371"/>
                <a:gd name="connsiteX77" fmla="*/ 3858426 w 6191354"/>
                <a:gd name="connsiteY77" fmla="*/ 1090223 h 6679371"/>
                <a:gd name="connsiteX78" fmla="*/ 4464113 w 6191354"/>
                <a:gd name="connsiteY78" fmla="*/ 1328289 h 6679371"/>
                <a:gd name="connsiteX79" fmla="*/ 4855918 w 6191354"/>
                <a:gd name="connsiteY79" fmla="*/ 1975699 h 6679371"/>
                <a:gd name="connsiteX80" fmla="*/ 4739317 w 6191354"/>
                <a:gd name="connsiteY80" fmla="*/ 2725640 h 6679371"/>
                <a:gd name="connsiteX81" fmla="*/ 4635452 w 6191354"/>
                <a:gd name="connsiteY81" fmla="*/ 2790701 h 6679371"/>
                <a:gd name="connsiteX82" fmla="*/ 4548254 w 6191354"/>
                <a:gd name="connsiteY82" fmla="*/ 2709083 h 6679371"/>
                <a:gd name="connsiteX83" fmla="*/ 4560141 w 6191354"/>
                <a:gd name="connsiteY83" fmla="*/ 2631019 h 6679371"/>
                <a:gd name="connsiteX84" fmla="*/ 4649784 w 6191354"/>
                <a:gd name="connsiteY84" fmla="*/ 2398159 h 6679371"/>
                <a:gd name="connsiteX85" fmla="*/ 4660670 w 6191354"/>
                <a:gd name="connsiteY85" fmla="*/ 2026084 h 6679371"/>
                <a:gd name="connsiteX86" fmla="*/ 4497736 w 6191354"/>
                <a:gd name="connsiteY86" fmla="*/ 1654658 h 6679371"/>
                <a:gd name="connsiteX87" fmla="*/ 4013561 w 6191354"/>
                <a:gd name="connsiteY87" fmla="*/ 1322395 h 6679371"/>
                <a:gd name="connsiteX88" fmla="*/ 3798925 w 6191354"/>
                <a:gd name="connsiteY88" fmla="*/ 1286700 h 6679371"/>
                <a:gd name="connsiteX89" fmla="*/ 3204775 w 6191354"/>
                <a:gd name="connsiteY89" fmla="*/ 1492100 h 6679371"/>
                <a:gd name="connsiteX90" fmla="*/ 2899908 w 6191354"/>
                <a:gd name="connsiteY90" fmla="*/ 1963869 h 6679371"/>
                <a:gd name="connsiteX91" fmla="*/ 2966969 w 6191354"/>
                <a:gd name="connsiteY91" fmla="*/ 2593954 h 6679371"/>
                <a:gd name="connsiteX92" fmla="*/ 3038238 w 6191354"/>
                <a:gd name="connsiteY92" fmla="*/ 2711893 h 6679371"/>
                <a:gd name="connsiteX93" fmla="*/ 3027953 w 6191354"/>
                <a:gd name="connsiteY93" fmla="*/ 2859860 h 6679371"/>
                <a:gd name="connsiteX94" fmla="*/ 2871127 w 6191354"/>
                <a:gd name="connsiteY94" fmla="*/ 2824168 h 6679371"/>
                <a:gd name="connsiteX95" fmla="*/ 2684443 w 6191354"/>
                <a:gd name="connsiteY95" fmla="*/ 2368245 h 6679371"/>
                <a:gd name="connsiteX96" fmla="*/ 2891399 w 6191354"/>
                <a:gd name="connsiteY96" fmla="*/ 1528882 h 6679371"/>
                <a:gd name="connsiteX97" fmla="*/ 3444973 w 6191354"/>
                <a:gd name="connsiteY97" fmla="*/ 1137846 h 6679371"/>
                <a:gd name="connsiteX98" fmla="*/ 3753834 w 6191354"/>
                <a:gd name="connsiteY98" fmla="*/ 1086968 h 6679371"/>
                <a:gd name="connsiteX99" fmla="*/ 3780107 w 6191354"/>
                <a:gd name="connsiteY99" fmla="*/ 526749 h 6679371"/>
                <a:gd name="connsiteX100" fmla="*/ 3897676 w 6191354"/>
                <a:gd name="connsiteY100" fmla="*/ 531916 h 6679371"/>
                <a:gd name="connsiteX101" fmla="*/ 4618754 w 6191354"/>
                <a:gd name="connsiteY101" fmla="*/ 765810 h 6679371"/>
                <a:gd name="connsiteX102" fmla="*/ 4989083 w 6191354"/>
                <a:gd name="connsiteY102" fmla="*/ 1080434 h 6679371"/>
                <a:gd name="connsiteX103" fmla="*/ 5349339 w 6191354"/>
                <a:gd name="connsiteY103" fmla="*/ 1806317 h 6679371"/>
                <a:gd name="connsiteX104" fmla="*/ 5380819 w 6191354"/>
                <a:gd name="connsiteY104" fmla="*/ 2249826 h 6679371"/>
                <a:gd name="connsiteX105" fmla="*/ 5262333 w 6191354"/>
                <a:gd name="connsiteY105" fmla="*/ 2752334 h 6679371"/>
                <a:gd name="connsiteX106" fmla="*/ 5132913 w 6191354"/>
                <a:gd name="connsiteY106" fmla="*/ 3005018 h 6679371"/>
                <a:gd name="connsiteX107" fmla="*/ 5018078 w 6191354"/>
                <a:gd name="connsiteY107" fmla="*/ 3048099 h 6679371"/>
                <a:gd name="connsiteX108" fmla="*/ 4953548 w 6191354"/>
                <a:gd name="connsiteY108" fmla="*/ 2958499 h 6679371"/>
                <a:gd name="connsiteX109" fmla="*/ 4979274 w 6191354"/>
                <a:gd name="connsiteY109" fmla="*/ 2868578 h 6679371"/>
                <a:gd name="connsiteX110" fmla="*/ 5157823 w 6191354"/>
                <a:gd name="connsiteY110" fmla="*/ 2394610 h 6679371"/>
                <a:gd name="connsiteX111" fmla="*/ 5182610 w 6191354"/>
                <a:gd name="connsiteY111" fmla="*/ 2086907 h 6679371"/>
                <a:gd name="connsiteX112" fmla="*/ 5127769 w 6191354"/>
                <a:gd name="connsiteY112" fmla="*/ 1748101 h 6679371"/>
                <a:gd name="connsiteX113" fmla="*/ 4910668 w 6191354"/>
                <a:gd name="connsiteY113" fmla="*/ 1308311 h 6679371"/>
                <a:gd name="connsiteX114" fmla="*/ 4643669 w 6191354"/>
                <a:gd name="connsiteY114" fmla="*/ 1032254 h 6679371"/>
                <a:gd name="connsiteX115" fmla="*/ 4199315 w 6191354"/>
                <a:gd name="connsiteY115" fmla="*/ 796699 h 6679371"/>
                <a:gd name="connsiteX116" fmla="*/ 3891738 w 6191354"/>
                <a:gd name="connsiteY116" fmla="*/ 737270 h 6679371"/>
                <a:gd name="connsiteX117" fmla="*/ 3241232 w 6191354"/>
                <a:gd name="connsiteY117" fmla="*/ 833012 h 6679371"/>
                <a:gd name="connsiteX118" fmla="*/ 2870680 w 6191354"/>
                <a:gd name="connsiteY118" fmla="*/ 1058395 h 6679371"/>
                <a:gd name="connsiteX119" fmla="*/ 2588056 w 6191354"/>
                <a:gd name="connsiteY119" fmla="*/ 1377382 h 6679371"/>
                <a:gd name="connsiteX120" fmla="*/ 2389215 w 6191354"/>
                <a:gd name="connsiteY120" fmla="*/ 1874049 h 6679371"/>
                <a:gd name="connsiteX121" fmla="*/ 2365786 w 6191354"/>
                <a:gd name="connsiteY121" fmla="*/ 2229244 h 6679371"/>
                <a:gd name="connsiteX122" fmla="*/ 2475552 w 6191354"/>
                <a:gd name="connsiteY122" fmla="*/ 2686788 h 6679371"/>
                <a:gd name="connsiteX123" fmla="*/ 2692214 w 6191354"/>
                <a:gd name="connsiteY123" fmla="*/ 3038357 h 6679371"/>
                <a:gd name="connsiteX124" fmla="*/ 2673445 w 6191354"/>
                <a:gd name="connsiteY124" fmla="*/ 3191584 h 6679371"/>
                <a:gd name="connsiteX125" fmla="*/ 2527855 w 6191354"/>
                <a:gd name="connsiteY125" fmla="*/ 3160733 h 6679371"/>
                <a:gd name="connsiteX126" fmla="*/ 2346092 w 6191354"/>
                <a:gd name="connsiteY126" fmla="*/ 2885077 h 6679371"/>
                <a:gd name="connsiteX127" fmla="*/ 2214026 w 6191354"/>
                <a:gd name="connsiteY127" fmla="*/ 2539516 h 6679371"/>
                <a:gd name="connsiteX128" fmla="*/ 2168779 w 6191354"/>
                <a:gd name="connsiteY128" fmla="*/ 2000752 h 6679371"/>
                <a:gd name="connsiteX129" fmla="*/ 2365667 w 6191354"/>
                <a:gd name="connsiteY129" fmla="*/ 1357041 h 6679371"/>
                <a:gd name="connsiteX130" fmla="*/ 2492630 w 6191354"/>
                <a:gd name="connsiteY130" fmla="*/ 1156908 h 6679371"/>
                <a:gd name="connsiteX131" fmla="*/ 2702287 w 6191354"/>
                <a:gd name="connsiteY131" fmla="*/ 935857 h 6679371"/>
                <a:gd name="connsiteX132" fmla="*/ 2906414 w 6191354"/>
                <a:gd name="connsiteY132" fmla="*/ 778888 h 6679371"/>
                <a:gd name="connsiteX133" fmla="*/ 3428655 w 6191354"/>
                <a:gd name="connsiteY133" fmla="*/ 564144 h 6679371"/>
                <a:gd name="connsiteX134" fmla="*/ 3780107 w 6191354"/>
                <a:gd name="connsiteY134" fmla="*/ 526749 h 6679371"/>
                <a:gd name="connsiteX135" fmla="*/ 6 w 6191354"/>
                <a:gd name="connsiteY135" fmla="*/ 0 h 6679371"/>
                <a:gd name="connsiteX136" fmla="*/ 3290210 w 6191354"/>
                <a:gd name="connsiteY136" fmla="*/ 0 h 6679371"/>
                <a:gd name="connsiteX137" fmla="*/ 3290210 w 6191354"/>
                <a:gd name="connsiteY137" fmla="*/ 579103 h 6679371"/>
                <a:gd name="connsiteX138" fmla="*/ 3095796 w 6191354"/>
                <a:gd name="connsiteY138" fmla="*/ 579103 h 6679371"/>
                <a:gd name="connsiteX139" fmla="*/ 3095796 w 6191354"/>
                <a:gd name="connsiteY139" fmla="*/ 196763 h 6679371"/>
                <a:gd name="connsiteX140" fmla="*/ 208548 w 6191354"/>
                <a:gd name="connsiteY140" fmla="*/ 196763 h 6679371"/>
                <a:gd name="connsiteX141" fmla="*/ 206452 w 6191354"/>
                <a:gd name="connsiteY141" fmla="*/ 231885 h 6679371"/>
                <a:gd name="connsiteX142" fmla="*/ 205304 w 6191354"/>
                <a:gd name="connsiteY142" fmla="*/ 2437067 h 6679371"/>
                <a:gd name="connsiteX143" fmla="*/ 248404 w 6191354"/>
                <a:gd name="connsiteY143" fmla="*/ 2510050 h 6679371"/>
                <a:gd name="connsiteX144" fmla="*/ 657390 w 6191354"/>
                <a:gd name="connsiteY144" fmla="*/ 2842512 h 6679371"/>
                <a:gd name="connsiteX145" fmla="*/ 936142 w 6191354"/>
                <a:gd name="connsiteY145" fmla="*/ 3067898 h 6679371"/>
                <a:gd name="connsiteX146" fmla="*/ 1004616 w 6191354"/>
                <a:gd name="connsiteY146" fmla="*/ 3091283 h 6679371"/>
                <a:gd name="connsiteX147" fmla="*/ 2414552 w 6191354"/>
                <a:gd name="connsiteY147" fmla="*/ 3092280 h 6679371"/>
                <a:gd name="connsiteX148" fmla="*/ 2455996 w 6191354"/>
                <a:gd name="connsiteY148" fmla="*/ 3092280 h 6679371"/>
                <a:gd name="connsiteX149" fmla="*/ 2455996 w 6191354"/>
                <a:gd name="connsiteY149" fmla="*/ 3290033 h 6679371"/>
                <a:gd name="connsiteX150" fmla="*/ 1375684 w 6191354"/>
                <a:gd name="connsiteY150" fmla="*/ 3290033 h 6679371"/>
                <a:gd name="connsiteX151" fmla="*/ 954455 w 6191354"/>
                <a:gd name="connsiteY151" fmla="*/ 3291346 h 6679371"/>
                <a:gd name="connsiteX152" fmla="*/ 831885 w 6191354"/>
                <a:gd name="connsiteY152" fmla="*/ 3249783 h 6679371"/>
                <a:gd name="connsiteX153" fmla="*/ 444106 w 6191354"/>
                <a:gd name="connsiteY153" fmla="*/ 2930604 h 6679371"/>
                <a:gd name="connsiteX154" fmla="*/ 102075 w 6191354"/>
                <a:gd name="connsiteY154" fmla="*/ 2656839 h 6679371"/>
                <a:gd name="connsiteX155" fmla="*/ 11442 w 6191354"/>
                <a:gd name="connsiteY155" fmla="*/ 2581380 h 6679371"/>
                <a:gd name="connsiteX156" fmla="*/ 444 w 6191354"/>
                <a:gd name="connsiteY156" fmla="*/ 2534574 h 6679371"/>
                <a:gd name="connsiteX157" fmla="*/ 6 w 6191354"/>
                <a:gd name="connsiteY157" fmla="*/ 999972 h 6679371"/>
                <a:gd name="connsiteX158" fmla="*/ 6 w 6191354"/>
                <a:gd name="connsiteY158" fmla="*/ 49981 h 6679371"/>
                <a:gd name="connsiteX159" fmla="*/ 6 w 6191354"/>
                <a:gd name="connsiteY159" fmla="*/ 0 h 667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6191354" h="6679371">
                  <a:moveTo>
                    <a:pt x="3748120" y="1646566"/>
                  </a:moveTo>
                  <a:cubicBezTo>
                    <a:pt x="3772762" y="1646104"/>
                    <a:pt x="3797926" y="1647082"/>
                    <a:pt x="3823584" y="1649496"/>
                  </a:cubicBezTo>
                  <a:cubicBezTo>
                    <a:pt x="4072508" y="1672925"/>
                    <a:pt x="4268560" y="1845662"/>
                    <a:pt x="4323822" y="2105205"/>
                  </a:cubicBezTo>
                  <a:cubicBezTo>
                    <a:pt x="4331693" y="2142187"/>
                    <a:pt x="4332901" y="2181112"/>
                    <a:pt x="4332997" y="2219153"/>
                  </a:cubicBezTo>
                  <a:cubicBezTo>
                    <a:pt x="4333732" y="2497143"/>
                    <a:pt x="4333391" y="2775142"/>
                    <a:pt x="4333391" y="3053133"/>
                  </a:cubicBezTo>
                  <a:cubicBezTo>
                    <a:pt x="4333391" y="3068594"/>
                    <a:pt x="4333391" y="3084056"/>
                    <a:pt x="4333391" y="3100760"/>
                  </a:cubicBezTo>
                  <a:cubicBezTo>
                    <a:pt x="4455708" y="3080580"/>
                    <a:pt x="4570714" y="3088092"/>
                    <a:pt x="4676694" y="3148283"/>
                  </a:cubicBezTo>
                  <a:cubicBezTo>
                    <a:pt x="4779715" y="3206784"/>
                    <a:pt x="4851979" y="3294886"/>
                    <a:pt x="4901112" y="3401488"/>
                  </a:cubicBezTo>
                  <a:cubicBezTo>
                    <a:pt x="5039223" y="3359341"/>
                    <a:pt x="5169323" y="3363745"/>
                    <a:pt x="5293654" y="3435659"/>
                  </a:cubicBezTo>
                  <a:cubicBezTo>
                    <a:pt x="5395747" y="3494711"/>
                    <a:pt x="5470541" y="3578848"/>
                    <a:pt x="5518159" y="3685502"/>
                  </a:cubicBezTo>
                  <a:cubicBezTo>
                    <a:pt x="5528928" y="3709631"/>
                    <a:pt x="5534497" y="3708851"/>
                    <a:pt x="5556279" y="3703730"/>
                  </a:cubicBezTo>
                  <a:cubicBezTo>
                    <a:pt x="5740511" y="3660340"/>
                    <a:pt x="5901639" y="3706164"/>
                    <a:pt x="6031853" y="3842410"/>
                  </a:cubicBezTo>
                  <a:cubicBezTo>
                    <a:pt x="6117565" y="3932079"/>
                    <a:pt x="6175900" y="4040930"/>
                    <a:pt x="6180689" y="4167187"/>
                  </a:cubicBezTo>
                  <a:cubicBezTo>
                    <a:pt x="6188324" y="4368396"/>
                    <a:pt x="6188657" y="4569920"/>
                    <a:pt x="6190267" y="4771321"/>
                  </a:cubicBezTo>
                  <a:cubicBezTo>
                    <a:pt x="6191668" y="4946133"/>
                    <a:pt x="6191756" y="5120971"/>
                    <a:pt x="6190294" y="5295784"/>
                  </a:cubicBezTo>
                  <a:cubicBezTo>
                    <a:pt x="6187667" y="5610318"/>
                    <a:pt x="6091327" y="5895934"/>
                    <a:pt x="5911007" y="6151529"/>
                  </a:cubicBezTo>
                  <a:cubicBezTo>
                    <a:pt x="5764772" y="6358796"/>
                    <a:pt x="5573561" y="6516851"/>
                    <a:pt x="5343190" y="6623777"/>
                  </a:cubicBezTo>
                  <a:lnTo>
                    <a:pt x="5201130" y="6663822"/>
                  </a:lnTo>
                  <a:lnTo>
                    <a:pt x="5201130" y="6235166"/>
                  </a:lnTo>
                  <a:lnTo>
                    <a:pt x="5374165" y="6141181"/>
                  </a:lnTo>
                  <a:cubicBezTo>
                    <a:pt x="5455386" y="6077523"/>
                    <a:pt x="5526705" y="6001012"/>
                    <a:pt x="5589925" y="5914582"/>
                  </a:cubicBezTo>
                  <a:cubicBezTo>
                    <a:pt x="5716917" y="5740969"/>
                    <a:pt x="5788288" y="5543272"/>
                    <a:pt x="5792937" y="5329780"/>
                  </a:cubicBezTo>
                  <a:cubicBezTo>
                    <a:pt x="5800694" y="4973160"/>
                    <a:pt x="5795721" y="4616251"/>
                    <a:pt x="5794381" y="4259465"/>
                  </a:cubicBezTo>
                  <a:cubicBezTo>
                    <a:pt x="5794163" y="4201174"/>
                    <a:pt x="5776897" y="4147401"/>
                    <a:pt x="5730207" y="4105508"/>
                  </a:cubicBezTo>
                  <a:cubicBezTo>
                    <a:pt x="5701368" y="4079637"/>
                    <a:pt x="5674840" y="4078962"/>
                    <a:pt x="5644679" y="4098399"/>
                  </a:cubicBezTo>
                  <a:cubicBezTo>
                    <a:pt x="5594495" y="4130731"/>
                    <a:pt x="5574612" y="4180250"/>
                    <a:pt x="5572065" y="4236667"/>
                  </a:cubicBezTo>
                  <a:cubicBezTo>
                    <a:pt x="5569517" y="4293190"/>
                    <a:pt x="5571504" y="4349914"/>
                    <a:pt x="5571504" y="4405929"/>
                  </a:cubicBezTo>
                  <a:cubicBezTo>
                    <a:pt x="5436843" y="4405929"/>
                    <a:pt x="5308354" y="4405929"/>
                    <a:pt x="5175995" y="4405929"/>
                  </a:cubicBezTo>
                  <a:cubicBezTo>
                    <a:pt x="5175995" y="4390231"/>
                    <a:pt x="5175995" y="4376302"/>
                    <a:pt x="5175995" y="4362372"/>
                  </a:cubicBezTo>
                  <a:cubicBezTo>
                    <a:pt x="5175995" y="4220523"/>
                    <a:pt x="5176818" y="4078656"/>
                    <a:pt x="5175583" y="3936807"/>
                  </a:cubicBezTo>
                  <a:cubicBezTo>
                    <a:pt x="5175102" y="3881895"/>
                    <a:pt x="5156523" y="3832280"/>
                    <a:pt x="5116031" y="3793434"/>
                  </a:cubicBezTo>
                  <a:cubicBezTo>
                    <a:pt x="5083235" y="3761968"/>
                    <a:pt x="5044476" y="3762826"/>
                    <a:pt x="5011102" y="3794686"/>
                  </a:cubicBezTo>
                  <a:cubicBezTo>
                    <a:pt x="4972869" y="3831186"/>
                    <a:pt x="4953170" y="3876598"/>
                    <a:pt x="4952688" y="3929172"/>
                  </a:cubicBezTo>
                  <a:cubicBezTo>
                    <a:pt x="4951839" y="4021809"/>
                    <a:pt x="4952452" y="4114464"/>
                    <a:pt x="4952452" y="4207452"/>
                  </a:cubicBezTo>
                  <a:cubicBezTo>
                    <a:pt x="4818351" y="4207452"/>
                    <a:pt x="4688846" y="4207452"/>
                    <a:pt x="4556943" y="4207452"/>
                  </a:cubicBezTo>
                  <a:cubicBezTo>
                    <a:pt x="4556943" y="4190791"/>
                    <a:pt x="4556943" y="4176678"/>
                    <a:pt x="4556943" y="4162564"/>
                  </a:cubicBezTo>
                  <a:cubicBezTo>
                    <a:pt x="4556943" y="3993487"/>
                    <a:pt x="4557354" y="3824409"/>
                    <a:pt x="4556706" y="3655332"/>
                  </a:cubicBezTo>
                  <a:cubicBezTo>
                    <a:pt x="4556487" y="3598774"/>
                    <a:pt x="4539424" y="3547968"/>
                    <a:pt x="4496270" y="3508667"/>
                  </a:cubicBezTo>
                  <a:cubicBezTo>
                    <a:pt x="4464244" y="3479504"/>
                    <a:pt x="4426834" y="3480222"/>
                    <a:pt x="4393923" y="3508457"/>
                  </a:cubicBezTo>
                  <a:cubicBezTo>
                    <a:pt x="4351339" y="3545000"/>
                    <a:pt x="4334678" y="3593285"/>
                    <a:pt x="4333873" y="3646673"/>
                  </a:cubicBezTo>
                  <a:cubicBezTo>
                    <a:pt x="4332262" y="3752688"/>
                    <a:pt x="4333391" y="3858738"/>
                    <a:pt x="4333391" y="3964770"/>
                  </a:cubicBezTo>
                  <a:cubicBezTo>
                    <a:pt x="4333391" y="3982788"/>
                    <a:pt x="4333391" y="4000815"/>
                    <a:pt x="4333391" y="4017861"/>
                  </a:cubicBezTo>
                  <a:cubicBezTo>
                    <a:pt x="4198423" y="4017861"/>
                    <a:pt x="4068910" y="4017861"/>
                    <a:pt x="3937882" y="4017861"/>
                  </a:cubicBezTo>
                  <a:cubicBezTo>
                    <a:pt x="3937882" y="3999213"/>
                    <a:pt x="3937882" y="3983550"/>
                    <a:pt x="3937882" y="3967896"/>
                  </a:cubicBezTo>
                  <a:cubicBezTo>
                    <a:pt x="3937882" y="3394737"/>
                    <a:pt x="3937995" y="2821588"/>
                    <a:pt x="3937523" y="2248430"/>
                  </a:cubicBezTo>
                  <a:cubicBezTo>
                    <a:pt x="3937505" y="2223416"/>
                    <a:pt x="3934117" y="2197992"/>
                    <a:pt x="3928960" y="2173460"/>
                  </a:cubicBezTo>
                  <a:cubicBezTo>
                    <a:pt x="3911389" y="2089849"/>
                    <a:pt x="3834266" y="2033598"/>
                    <a:pt x="3749385" y="2043693"/>
                  </a:cubicBezTo>
                  <a:cubicBezTo>
                    <a:pt x="3669250" y="2053227"/>
                    <a:pt x="3601460" y="2130683"/>
                    <a:pt x="3601653" y="2211378"/>
                  </a:cubicBezTo>
                  <a:cubicBezTo>
                    <a:pt x="3603246" y="2893423"/>
                    <a:pt x="3602677" y="3575477"/>
                    <a:pt x="3602204" y="4257530"/>
                  </a:cubicBezTo>
                  <a:cubicBezTo>
                    <a:pt x="3602178" y="4289784"/>
                    <a:pt x="3597231" y="4322064"/>
                    <a:pt x="3593966" y="4354265"/>
                  </a:cubicBezTo>
                  <a:cubicBezTo>
                    <a:pt x="3583258" y="4459772"/>
                    <a:pt x="3493738" y="4566514"/>
                    <a:pt x="3348369" y="4595808"/>
                  </a:cubicBezTo>
                  <a:cubicBezTo>
                    <a:pt x="3254200" y="4614780"/>
                    <a:pt x="3121140" y="4558809"/>
                    <a:pt x="3061151" y="4469289"/>
                  </a:cubicBezTo>
                  <a:cubicBezTo>
                    <a:pt x="2971875" y="4336090"/>
                    <a:pt x="2883353" y="4202382"/>
                    <a:pt x="2793649" y="4069472"/>
                  </a:cubicBezTo>
                  <a:cubicBezTo>
                    <a:pt x="2751879" y="4007591"/>
                    <a:pt x="2693798" y="3975075"/>
                    <a:pt x="2617943" y="3986947"/>
                  </a:cubicBezTo>
                  <a:cubicBezTo>
                    <a:pt x="2528764" y="4000894"/>
                    <a:pt x="2460598" y="4087875"/>
                    <a:pt x="2483509" y="4175426"/>
                  </a:cubicBezTo>
                  <a:cubicBezTo>
                    <a:pt x="2499146" y="4235153"/>
                    <a:pt x="2536933" y="4290835"/>
                    <a:pt x="2572233" y="4343330"/>
                  </a:cubicBezTo>
                  <a:cubicBezTo>
                    <a:pt x="2669651" y="4488191"/>
                    <a:pt x="2771525" y="4630058"/>
                    <a:pt x="2870623" y="4773799"/>
                  </a:cubicBezTo>
                  <a:cubicBezTo>
                    <a:pt x="3020335" y="4990959"/>
                    <a:pt x="3169162" y="5208723"/>
                    <a:pt x="3318427" y="5426199"/>
                  </a:cubicBezTo>
                  <a:cubicBezTo>
                    <a:pt x="3400575" y="5545898"/>
                    <a:pt x="3481446" y="5666508"/>
                    <a:pt x="3565538" y="5784841"/>
                  </a:cubicBezTo>
                  <a:cubicBezTo>
                    <a:pt x="3624713" y="5868110"/>
                    <a:pt x="3680851" y="5955556"/>
                    <a:pt x="3751758" y="6028013"/>
                  </a:cubicBezTo>
                  <a:lnTo>
                    <a:pt x="4081605" y="6248824"/>
                  </a:lnTo>
                  <a:lnTo>
                    <a:pt x="4081605" y="6679371"/>
                  </a:lnTo>
                  <a:lnTo>
                    <a:pt x="4030965" y="6666668"/>
                  </a:lnTo>
                  <a:cubicBezTo>
                    <a:pt x="3861520" y="6606862"/>
                    <a:pt x="3708534" y="6514986"/>
                    <a:pt x="3568979" y="6400068"/>
                  </a:cubicBezTo>
                  <a:cubicBezTo>
                    <a:pt x="3414294" y="6272690"/>
                    <a:pt x="3303753" y="6110652"/>
                    <a:pt x="3193291" y="5946871"/>
                  </a:cubicBezTo>
                  <a:cubicBezTo>
                    <a:pt x="3012998" y="5679561"/>
                    <a:pt x="2828520" y="5415071"/>
                    <a:pt x="2645495" y="5149609"/>
                  </a:cubicBezTo>
                  <a:cubicBezTo>
                    <a:pt x="2537712" y="4993288"/>
                    <a:pt x="2428283" y="4838087"/>
                    <a:pt x="2321620" y="4681012"/>
                  </a:cubicBezTo>
                  <a:cubicBezTo>
                    <a:pt x="2259722" y="4589864"/>
                    <a:pt x="2193884" y="4500072"/>
                    <a:pt x="2143805" y="4402497"/>
                  </a:cubicBezTo>
                  <a:cubicBezTo>
                    <a:pt x="2043358" y="4206795"/>
                    <a:pt x="2060553" y="4011225"/>
                    <a:pt x="2182747" y="3830643"/>
                  </a:cubicBezTo>
                  <a:cubicBezTo>
                    <a:pt x="2283938" y="3681107"/>
                    <a:pt x="2427757" y="3599833"/>
                    <a:pt x="2612393" y="3589923"/>
                  </a:cubicBezTo>
                  <a:cubicBezTo>
                    <a:pt x="2795356" y="3580099"/>
                    <a:pt x="2947650" y="3640010"/>
                    <a:pt x="3067673" y="3775924"/>
                  </a:cubicBezTo>
                  <a:cubicBezTo>
                    <a:pt x="3118164" y="3833103"/>
                    <a:pt x="3157824" y="3899843"/>
                    <a:pt x="3207054" y="3968754"/>
                  </a:cubicBezTo>
                  <a:cubicBezTo>
                    <a:pt x="3207054" y="3949738"/>
                    <a:pt x="3207054" y="3935318"/>
                    <a:pt x="3207054" y="3920899"/>
                  </a:cubicBezTo>
                  <a:cubicBezTo>
                    <a:pt x="3207054" y="3344851"/>
                    <a:pt x="3207308" y="2768795"/>
                    <a:pt x="3206852" y="2192747"/>
                  </a:cubicBezTo>
                  <a:cubicBezTo>
                    <a:pt x="3206756" y="2071910"/>
                    <a:pt x="3245164" y="1964092"/>
                    <a:pt x="3317411" y="1869432"/>
                  </a:cubicBezTo>
                  <a:cubicBezTo>
                    <a:pt x="3428728" y="1723611"/>
                    <a:pt x="3575625" y="1649802"/>
                    <a:pt x="3748120" y="1646566"/>
                  </a:cubicBezTo>
                  <a:close/>
                  <a:moveTo>
                    <a:pt x="3753834" y="1086968"/>
                  </a:moveTo>
                  <a:cubicBezTo>
                    <a:pt x="3788607" y="1086372"/>
                    <a:pt x="3823486" y="1087458"/>
                    <a:pt x="3858426" y="1090223"/>
                  </a:cubicBezTo>
                  <a:cubicBezTo>
                    <a:pt x="4083324" y="1108017"/>
                    <a:pt x="4287639" y="1186774"/>
                    <a:pt x="4464113" y="1328289"/>
                  </a:cubicBezTo>
                  <a:cubicBezTo>
                    <a:pt x="4672900" y="1495714"/>
                    <a:pt x="4805515" y="1713961"/>
                    <a:pt x="4855918" y="1975699"/>
                  </a:cubicBezTo>
                  <a:cubicBezTo>
                    <a:pt x="4906305" y="2237356"/>
                    <a:pt x="4869526" y="2489857"/>
                    <a:pt x="4739317" y="2725640"/>
                  </a:cubicBezTo>
                  <a:cubicBezTo>
                    <a:pt x="4716686" y="2766622"/>
                    <a:pt x="4684787" y="2795291"/>
                    <a:pt x="4635452" y="2790701"/>
                  </a:cubicBezTo>
                  <a:cubicBezTo>
                    <a:pt x="4587143" y="2786207"/>
                    <a:pt x="4553825" y="2758097"/>
                    <a:pt x="4548254" y="2709083"/>
                  </a:cubicBezTo>
                  <a:cubicBezTo>
                    <a:pt x="4545370" y="2683718"/>
                    <a:pt x="4551190" y="2655406"/>
                    <a:pt x="4560141" y="2631019"/>
                  </a:cubicBezTo>
                  <a:cubicBezTo>
                    <a:pt x="4588811" y="2552902"/>
                    <a:pt x="4628048" y="2477973"/>
                    <a:pt x="4649784" y="2398159"/>
                  </a:cubicBezTo>
                  <a:cubicBezTo>
                    <a:pt x="4682961" y="2276329"/>
                    <a:pt x="4686532" y="2151520"/>
                    <a:pt x="4660670" y="2026084"/>
                  </a:cubicBezTo>
                  <a:cubicBezTo>
                    <a:pt x="4632658" y="1890224"/>
                    <a:pt x="4581468" y="1764320"/>
                    <a:pt x="4497736" y="1654658"/>
                  </a:cubicBezTo>
                  <a:cubicBezTo>
                    <a:pt x="4373362" y="1491768"/>
                    <a:pt x="4213388" y="1375720"/>
                    <a:pt x="4013561" y="1322395"/>
                  </a:cubicBezTo>
                  <a:cubicBezTo>
                    <a:pt x="3945073" y="1304118"/>
                    <a:pt x="3873277" y="1298242"/>
                    <a:pt x="3798925" y="1286700"/>
                  </a:cubicBezTo>
                  <a:cubicBezTo>
                    <a:pt x="3574682" y="1287721"/>
                    <a:pt x="3375982" y="1352959"/>
                    <a:pt x="3204775" y="1492100"/>
                  </a:cubicBezTo>
                  <a:cubicBezTo>
                    <a:pt x="3052658" y="1615726"/>
                    <a:pt x="2949784" y="1775359"/>
                    <a:pt x="2899908" y="1963869"/>
                  </a:cubicBezTo>
                  <a:cubicBezTo>
                    <a:pt x="2842591" y="2180504"/>
                    <a:pt x="2868836" y="2392308"/>
                    <a:pt x="2966969" y="2593954"/>
                  </a:cubicBezTo>
                  <a:cubicBezTo>
                    <a:pt x="2986991" y="2635096"/>
                    <a:pt x="3013336" y="2673290"/>
                    <a:pt x="3038238" y="2711893"/>
                  </a:cubicBezTo>
                  <a:cubicBezTo>
                    <a:pt x="3072164" y="2764486"/>
                    <a:pt x="3068019" y="2833736"/>
                    <a:pt x="3027953" y="2859860"/>
                  </a:cubicBezTo>
                  <a:cubicBezTo>
                    <a:pt x="2971049" y="2896962"/>
                    <a:pt x="2912465" y="2881890"/>
                    <a:pt x="2871127" y="2824168"/>
                  </a:cubicBezTo>
                  <a:cubicBezTo>
                    <a:pt x="2772709" y="2686749"/>
                    <a:pt x="2707429" y="2534179"/>
                    <a:pt x="2684443" y="2368245"/>
                  </a:cubicBezTo>
                  <a:cubicBezTo>
                    <a:pt x="2642119" y="2062719"/>
                    <a:pt x="2703112" y="1779557"/>
                    <a:pt x="2891399" y="1528882"/>
                  </a:cubicBezTo>
                  <a:cubicBezTo>
                    <a:pt x="3034138" y="1338847"/>
                    <a:pt x="3218900" y="1209712"/>
                    <a:pt x="3444973" y="1137846"/>
                  </a:cubicBezTo>
                  <a:cubicBezTo>
                    <a:pt x="3546152" y="1105684"/>
                    <a:pt x="3649514" y="1088757"/>
                    <a:pt x="3753834" y="1086968"/>
                  </a:cubicBezTo>
                  <a:close/>
                  <a:moveTo>
                    <a:pt x="3780107" y="526749"/>
                  </a:moveTo>
                  <a:cubicBezTo>
                    <a:pt x="3819317" y="527044"/>
                    <a:pt x="3858525" y="528780"/>
                    <a:pt x="3897676" y="531916"/>
                  </a:cubicBezTo>
                  <a:cubicBezTo>
                    <a:pt x="4155254" y="552547"/>
                    <a:pt x="4396492" y="628542"/>
                    <a:pt x="4618754" y="765810"/>
                  </a:cubicBezTo>
                  <a:cubicBezTo>
                    <a:pt x="4759031" y="852444"/>
                    <a:pt x="4881658" y="958454"/>
                    <a:pt x="4989083" y="1080434"/>
                  </a:cubicBezTo>
                  <a:cubicBezTo>
                    <a:pt x="5173064" y="1289340"/>
                    <a:pt x="5293046" y="1531664"/>
                    <a:pt x="5349339" y="1806317"/>
                  </a:cubicBezTo>
                  <a:cubicBezTo>
                    <a:pt x="5379519" y="1953562"/>
                    <a:pt x="5389786" y="2101487"/>
                    <a:pt x="5380819" y="2249826"/>
                  </a:cubicBezTo>
                  <a:cubicBezTo>
                    <a:pt x="5370339" y="2423200"/>
                    <a:pt x="5334330" y="2592982"/>
                    <a:pt x="5262333" y="2752334"/>
                  </a:cubicBezTo>
                  <a:cubicBezTo>
                    <a:pt x="5223414" y="2838475"/>
                    <a:pt x="5177003" y="2921271"/>
                    <a:pt x="5132913" y="3005018"/>
                  </a:cubicBezTo>
                  <a:cubicBezTo>
                    <a:pt x="5114631" y="3039745"/>
                    <a:pt x="5058043" y="3059731"/>
                    <a:pt x="5018078" y="3048099"/>
                  </a:cubicBezTo>
                  <a:cubicBezTo>
                    <a:pt x="4984594" y="3038353"/>
                    <a:pt x="4949607" y="2994992"/>
                    <a:pt x="4953548" y="2958499"/>
                  </a:cubicBezTo>
                  <a:cubicBezTo>
                    <a:pt x="4956863" y="2927814"/>
                    <a:pt x="4964122" y="2894942"/>
                    <a:pt x="4979274" y="2868578"/>
                  </a:cubicBezTo>
                  <a:cubicBezTo>
                    <a:pt x="5064641" y="2720053"/>
                    <a:pt x="5133998" y="2565322"/>
                    <a:pt x="5157823" y="2394610"/>
                  </a:cubicBezTo>
                  <a:cubicBezTo>
                    <a:pt x="5172036" y="2292775"/>
                    <a:pt x="5183484" y="2189448"/>
                    <a:pt x="5182610" y="2086907"/>
                  </a:cubicBezTo>
                  <a:cubicBezTo>
                    <a:pt x="5181633" y="1972352"/>
                    <a:pt x="5159923" y="1859209"/>
                    <a:pt x="5127769" y="1748101"/>
                  </a:cubicBezTo>
                  <a:cubicBezTo>
                    <a:pt x="5081482" y="1588149"/>
                    <a:pt x="5008383" y="1442381"/>
                    <a:pt x="4910668" y="1308311"/>
                  </a:cubicBezTo>
                  <a:cubicBezTo>
                    <a:pt x="4834537" y="1203858"/>
                    <a:pt x="4745789" y="1112442"/>
                    <a:pt x="4643669" y="1032254"/>
                  </a:cubicBezTo>
                  <a:cubicBezTo>
                    <a:pt x="4509186" y="926652"/>
                    <a:pt x="4363032" y="843419"/>
                    <a:pt x="4199315" y="796699"/>
                  </a:cubicBezTo>
                  <a:cubicBezTo>
                    <a:pt x="4099245" y="768143"/>
                    <a:pt x="3995085" y="751816"/>
                    <a:pt x="3891738" y="737270"/>
                  </a:cubicBezTo>
                  <a:cubicBezTo>
                    <a:pt x="3666190" y="705524"/>
                    <a:pt x="3449327" y="750374"/>
                    <a:pt x="3241232" y="833012"/>
                  </a:cubicBezTo>
                  <a:cubicBezTo>
                    <a:pt x="3106284" y="886602"/>
                    <a:pt x="2982332" y="962463"/>
                    <a:pt x="2870680" y="1058395"/>
                  </a:cubicBezTo>
                  <a:cubicBezTo>
                    <a:pt x="2761481" y="1152219"/>
                    <a:pt x="2665970" y="1256860"/>
                    <a:pt x="2588056" y="1377382"/>
                  </a:cubicBezTo>
                  <a:cubicBezTo>
                    <a:pt x="2489509" y="1529819"/>
                    <a:pt x="2425156" y="1695747"/>
                    <a:pt x="2389215" y="1874049"/>
                  </a:cubicBezTo>
                  <a:cubicBezTo>
                    <a:pt x="2365446" y="1991970"/>
                    <a:pt x="2358172" y="2110630"/>
                    <a:pt x="2365786" y="2229244"/>
                  </a:cubicBezTo>
                  <a:cubicBezTo>
                    <a:pt x="2375932" y="2387296"/>
                    <a:pt x="2412964" y="2540225"/>
                    <a:pt x="2475552" y="2686788"/>
                  </a:cubicBezTo>
                  <a:cubicBezTo>
                    <a:pt x="2530327" y="2815058"/>
                    <a:pt x="2601199" y="2932552"/>
                    <a:pt x="2692214" y="3038357"/>
                  </a:cubicBezTo>
                  <a:cubicBezTo>
                    <a:pt x="2731137" y="3083604"/>
                    <a:pt x="2720411" y="3158187"/>
                    <a:pt x="2673445" y="3191584"/>
                  </a:cubicBezTo>
                  <a:cubicBezTo>
                    <a:pt x="2632163" y="3220936"/>
                    <a:pt x="2558189" y="3205621"/>
                    <a:pt x="2527855" y="3160733"/>
                  </a:cubicBezTo>
                  <a:cubicBezTo>
                    <a:pt x="2466162" y="3069442"/>
                    <a:pt x="2395041" y="2982797"/>
                    <a:pt x="2346092" y="2885077"/>
                  </a:cubicBezTo>
                  <a:cubicBezTo>
                    <a:pt x="2291104" y="2775300"/>
                    <a:pt x="2250723" y="2657152"/>
                    <a:pt x="2214026" y="2539516"/>
                  </a:cubicBezTo>
                  <a:cubicBezTo>
                    <a:pt x="2159349" y="2364241"/>
                    <a:pt x="2155468" y="2181368"/>
                    <a:pt x="2168779" y="2000752"/>
                  </a:cubicBezTo>
                  <a:cubicBezTo>
                    <a:pt x="2185427" y="1774869"/>
                    <a:pt x="2249086" y="1559929"/>
                    <a:pt x="2365667" y="1357041"/>
                  </a:cubicBezTo>
                  <a:cubicBezTo>
                    <a:pt x="2410089" y="1287199"/>
                    <a:pt x="2451360" y="1222054"/>
                    <a:pt x="2492630" y="1156908"/>
                  </a:cubicBezTo>
                  <a:cubicBezTo>
                    <a:pt x="2561248" y="1084578"/>
                    <a:pt x="2629864" y="1012246"/>
                    <a:pt x="2702287" y="935857"/>
                  </a:cubicBezTo>
                  <a:cubicBezTo>
                    <a:pt x="2772866" y="880829"/>
                    <a:pt x="2839639" y="829859"/>
                    <a:pt x="2906414" y="778888"/>
                  </a:cubicBezTo>
                  <a:cubicBezTo>
                    <a:pt x="3068101" y="677165"/>
                    <a:pt x="3242191" y="606178"/>
                    <a:pt x="3428655" y="564144"/>
                  </a:cubicBezTo>
                  <a:cubicBezTo>
                    <a:pt x="3544835" y="537954"/>
                    <a:pt x="3662479" y="525865"/>
                    <a:pt x="3780107" y="526749"/>
                  </a:cubicBezTo>
                  <a:close/>
                  <a:moveTo>
                    <a:pt x="6" y="0"/>
                  </a:moveTo>
                  <a:cubicBezTo>
                    <a:pt x="1096828" y="0"/>
                    <a:pt x="2192105" y="0"/>
                    <a:pt x="3290210" y="0"/>
                  </a:cubicBezTo>
                  <a:cubicBezTo>
                    <a:pt x="3290210" y="191427"/>
                    <a:pt x="3290210" y="383979"/>
                    <a:pt x="3290210" y="579103"/>
                  </a:cubicBezTo>
                  <a:cubicBezTo>
                    <a:pt x="3227057" y="579103"/>
                    <a:pt x="3163464" y="579103"/>
                    <a:pt x="3095796" y="579103"/>
                  </a:cubicBezTo>
                  <a:cubicBezTo>
                    <a:pt x="3095796" y="452074"/>
                    <a:pt x="3095796" y="325389"/>
                    <a:pt x="3095796" y="196763"/>
                  </a:cubicBezTo>
                  <a:cubicBezTo>
                    <a:pt x="2132186" y="196763"/>
                    <a:pt x="1172621" y="196763"/>
                    <a:pt x="208548" y="196763"/>
                  </a:cubicBezTo>
                  <a:cubicBezTo>
                    <a:pt x="207877" y="207530"/>
                    <a:pt x="206455" y="219707"/>
                    <a:pt x="206452" y="231885"/>
                  </a:cubicBezTo>
                  <a:cubicBezTo>
                    <a:pt x="206346" y="966946"/>
                    <a:pt x="206716" y="1702008"/>
                    <a:pt x="205304" y="2437067"/>
                  </a:cubicBezTo>
                  <a:cubicBezTo>
                    <a:pt x="205232" y="2474126"/>
                    <a:pt x="226393" y="2491949"/>
                    <a:pt x="248404" y="2510050"/>
                  </a:cubicBezTo>
                  <a:cubicBezTo>
                    <a:pt x="384101" y="2621638"/>
                    <a:pt x="520998" y="2731768"/>
                    <a:pt x="657390" y="2842512"/>
                  </a:cubicBezTo>
                  <a:cubicBezTo>
                    <a:pt x="750160" y="2917835"/>
                    <a:pt x="841946" y="2994409"/>
                    <a:pt x="936142" y="3067898"/>
                  </a:cubicBezTo>
                  <a:cubicBezTo>
                    <a:pt x="954273" y="3082042"/>
                    <a:pt x="981534" y="3091218"/>
                    <a:pt x="1004616" y="3091283"/>
                  </a:cubicBezTo>
                  <a:cubicBezTo>
                    <a:pt x="1474592" y="3092612"/>
                    <a:pt x="1944572" y="3092280"/>
                    <a:pt x="2414552" y="3092280"/>
                  </a:cubicBezTo>
                  <a:cubicBezTo>
                    <a:pt x="2427357" y="3092280"/>
                    <a:pt x="2440162" y="3092280"/>
                    <a:pt x="2455996" y="3092280"/>
                  </a:cubicBezTo>
                  <a:cubicBezTo>
                    <a:pt x="2455996" y="3157259"/>
                    <a:pt x="2455996" y="3220869"/>
                    <a:pt x="2455996" y="3290033"/>
                  </a:cubicBezTo>
                  <a:cubicBezTo>
                    <a:pt x="2098004" y="3290033"/>
                    <a:pt x="1738992" y="3290033"/>
                    <a:pt x="1375684" y="3290033"/>
                  </a:cubicBezTo>
                  <a:cubicBezTo>
                    <a:pt x="1232396" y="3290033"/>
                    <a:pt x="1093343" y="3287616"/>
                    <a:pt x="954455" y="3291346"/>
                  </a:cubicBezTo>
                  <a:cubicBezTo>
                    <a:pt x="905827" y="3292651"/>
                    <a:pt x="868247" y="3280133"/>
                    <a:pt x="831885" y="3249783"/>
                  </a:cubicBezTo>
                  <a:cubicBezTo>
                    <a:pt x="703358" y="3142508"/>
                    <a:pt x="574059" y="3036146"/>
                    <a:pt x="444106" y="2930604"/>
                  </a:cubicBezTo>
                  <a:cubicBezTo>
                    <a:pt x="330749" y="2838543"/>
                    <a:pt x="216072" y="2748112"/>
                    <a:pt x="102075" y="2656839"/>
                  </a:cubicBezTo>
                  <a:cubicBezTo>
                    <a:pt x="71353" y="2632241"/>
                    <a:pt x="39146" y="2609045"/>
                    <a:pt x="11442" y="2581380"/>
                  </a:cubicBezTo>
                  <a:cubicBezTo>
                    <a:pt x="1732" y="2571683"/>
                    <a:pt x="461" y="2550510"/>
                    <a:pt x="444" y="2534574"/>
                  </a:cubicBezTo>
                  <a:cubicBezTo>
                    <a:pt x="-89" y="2023040"/>
                    <a:pt x="6" y="1511506"/>
                    <a:pt x="6" y="999972"/>
                  </a:cubicBezTo>
                  <a:cubicBezTo>
                    <a:pt x="6" y="683308"/>
                    <a:pt x="6" y="366645"/>
                    <a:pt x="6" y="49981"/>
                  </a:cubicBezTo>
                  <a:cubicBezTo>
                    <a:pt x="6" y="34314"/>
                    <a:pt x="6" y="18646"/>
                    <a:pt x="6"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652" name="Freeform: Shape 651">
              <a:extLst>
                <a:ext uri="{FF2B5EF4-FFF2-40B4-BE49-F238E27FC236}">
                  <a16:creationId xmlns:a16="http://schemas.microsoft.com/office/drawing/2014/main" id="{AB6AF9B2-E005-5F49-C8BD-0DCB94992E4B}"/>
                </a:ext>
                <a:ext uri="{C183D7F6-B498-43B3-948B-1728B52AA6E4}">
                  <adec:decorative xmlns:adec="http://schemas.microsoft.com/office/drawing/2017/decorative" val="1"/>
                </a:ext>
              </a:extLst>
            </p:cNvPr>
            <p:cNvSpPr/>
            <p:nvPr/>
          </p:nvSpPr>
          <p:spPr>
            <a:xfrm>
              <a:off x="4591601" y="1542841"/>
              <a:ext cx="303601" cy="431606"/>
            </a:xfrm>
            <a:custGeom>
              <a:avLst/>
              <a:gdLst>
                <a:gd name="connsiteX0" fmla="*/ 3972097 w 4554010"/>
                <a:gd name="connsiteY0" fmla="*/ 5892177 h 6474090"/>
                <a:gd name="connsiteX1" fmla="*/ 4554010 w 4554010"/>
                <a:gd name="connsiteY1" fmla="*/ 5892177 h 6474090"/>
                <a:gd name="connsiteX2" fmla="*/ 4554010 w 4554010"/>
                <a:gd name="connsiteY2" fmla="*/ 6474090 h 6474090"/>
                <a:gd name="connsiteX3" fmla="*/ 3972097 w 4554010"/>
                <a:gd name="connsiteY3" fmla="*/ 6474090 h 6474090"/>
                <a:gd name="connsiteX4" fmla="*/ 1550633 w 4554010"/>
                <a:gd name="connsiteY4" fmla="*/ 2325204 h 6474090"/>
                <a:gd name="connsiteX5" fmla="*/ 1753987 w 4554010"/>
                <a:gd name="connsiteY5" fmla="*/ 2325204 h 6474090"/>
                <a:gd name="connsiteX6" fmla="*/ 1753987 w 4554010"/>
                <a:gd name="connsiteY6" fmla="*/ 2525546 h 6474090"/>
                <a:gd name="connsiteX7" fmla="*/ 1550633 w 4554010"/>
                <a:gd name="connsiteY7" fmla="*/ 2525546 h 6474090"/>
                <a:gd name="connsiteX8" fmla="*/ 777492 w 4554010"/>
                <a:gd name="connsiteY8" fmla="*/ 2321825 h 6474090"/>
                <a:gd name="connsiteX9" fmla="*/ 983542 w 4554010"/>
                <a:gd name="connsiteY9" fmla="*/ 2321825 h 6474090"/>
                <a:gd name="connsiteX10" fmla="*/ 983542 w 4554010"/>
                <a:gd name="connsiteY10" fmla="*/ 2524855 h 6474090"/>
                <a:gd name="connsiteX11" fmla="*/ 777492 w 4554010"/>
                <a:gd name="connsiteY11" fmla="*/ 2524855 h 6474090"/>
                <a:gd name="connsiteX12" fmla="*/ 1163476 w 4554010"/>
                <a:gd name="connsiteY12" fmla="*/ 2321640 h 6474090"/>
                <a:gd name="connsiteX13" fmla="*/ 1367066 w 4554010"/>
                <a:gd name="connsiteY13" fmla="*/ 2321640 h 6474090"/>
                <a:gd name="connsiteX14" fmla="*/ 1367066 w 4554010"/>
                <a:gd name="connsiteY14" fmla="*/ 2524266 h 6474090"/>
                <a:gd name="connsiteX15" fmla="*/ 1163476 w 4554010"/>
                <a:gd name="connsiteY15" fmla="*/ 2524266 h 6474090"/>
                <a:gd name="connsiteX16" fmla="*/ 389652 w 4554010"/>
                <a:gd name="connsiteY16" fmla="*/ 2321640 h 6474090"/>
                <a:gd name="connsiteX17" fmla="*/ 593242 w 4554010"/>
                <a:gd name="connsiteY17" fmla="*/ 2321640 h 6474090"/>
                <a:gd name="connsiteX18" fmla="*/ 593242 w 4554010"/>
                <a:gd name="connsiteY18" fmla="*/ 2524266 h 6474090"/>
                <a:gd name="connsiteX19" fmla="*/ 389652 w 4554010"/>
                <a:gd name="connsiteY19" fmla="*/ 2524266 h 6474090"/>
                <a:gd name="connsiteX20" fmla="*/ 776774 w 4554010"/>
                <a:gd name="connsiteY20" fmla="*/ 1938220 h 6474090"/>
                <a:gd name="connsiteX21" fmla="*/ 979804 w 4554010"/>
                <a:gd name="connsiteY21" fmla="*/ 1938220 h 6474090"/>
                <a:gd name="connsiteX22" fmla="*/ 979804 w 4554010"/>
                <a:gd name="connsiteY22" fmla="*/ 2144270 h 6474090"/>
                <a:gd name="connsiteX23" fmla="*/ 776774 w 4554010"/>
                <a:gd name="connsiteY23" fmla="*/ 2144270 h 6474090"/>
                <a:gd name="connsiteX24" fmla="*/ 386912 w 4554010"/>
                <a:gd name="connsiteY24" fmla="*/ 1937284 h 6474090"/>
                <a:gd name="connsiteX25" fmla="*/ 589775 w 4554010"/>
                <a:gd name="connsiteY25" fmla="*/ 1937284 h 6474090"/>
                <a:gd name="connsiteX26" fmla="*/ 589775 w 4554010"/>
                <a:gd name="connsiteY26" fmla="*/ 2138177 h 6474090"/>
                <a:gd name="connsiteX27" fmla="*/ 386912 w 4554010"/>
                <a:gd name="connsiteY27" fmla="*/ 2138177 h 6474090"/>
                <a:gd name="connsiteX28" fmla="*/ 1547639 w 4554010"/>
                <a:gd name="connsiteY28" fmla="*/ 1937063 h 6474090"/>
                <a:gd name="connsiteX29" fmla="*/ 1750730 w 4554010"/>
                <a:gd name="connsiteY29" fmla="*/ 1937063 h 6474090"/>
                <a:gd name="connsiteX30" fmla="*/ 1750730 w 4554010"/>
                <a:gd name="connsiteY30" fmla="*/ 2138421 h 6474090"/>
                <a:gd name="connsiteX31" fmla="*/ 1547639 w 4554010"/>
                <a:gd name="connsiteY31" fmla="*/ 2138421 h 6474090"/>
                <a:gd name="connsiteX32" fmla="*/ 1163275 w 4554010"/>
                <a:gd name="connsiteY32" fmla="*/ 1934552 h 6474090"/>
                <a:gd name="connsiteX33" fmla="*/ 1364510 w 4554010"/>
                <a:gd name="connsiteY33" fmla="*/ 1934552 h 6474090"/>
                <a:gd name="connsiteX34" fmla="*/ 1364510 w 4554010"/>
                <a:gd name="connsiteY34" fmla="*/ 2137583 h 6474090"/>
                <a:gd name="connsiteX35" fmla="*/ 1163275 w 4554010"/>
                <a:gd name="connsiteY35" fmla="*/ 2137583 h 6474090"/>
                <a:gd name="connsiteX36" fmla="*/ 3248 w 4554010"/>
                <a:gd name="connsiteY36" fmla="*/ 1934552 h 6474090"/>
                <a:gd name="connsiteX37" fmla="*/ 206470 w 4554010"/>
                <a:gd name="connsiteY37" fmla="*/ 1934552 h 6474090"/>
                <a:gd name="connsiteX38" fmla="*/ 206470 w 4554010"/>
                <a:gd name="connsiteY38" fmla="*/ 2138378 h 6474090"/>
                <a:gd name="connsiteX39" fmla="*/ 3248 w 4554010"/>
                <a:gd name="connsiteY39" fmla="*/ 2138378 h 6474090"/>
                <a:gd name="connsiteX40" fmla="*/ 386965 w 4554010"/>
                <a:gd name="connsiteY40" fmla="*/ 1550451 h 6474090"/>
                <a:gd name="connsiteX41" fmla="*/ 589723 w 4554010"/>
                <a:gd name="connsiteY41" fmla="*/ 1550451 h 6474090"/>
                <a:gd name="connsiteX42" fmla="*/ 589723 w 4554010"/>
                <a:gd name="connsiteY42" fmla="*/ 1753909 h 6474090"/>
                <a:gd name="connsiteX43" fmla="*/ 386965 w 4554010"/>
                <a:gd name="connsiteY43" fmla="*/ 1753909 h 6474090"/>
                <a:gd name="connsiteX44" fmla="*/ 70 w 4554010"/>
                <a:gd name="connsiteY44" fmla="*/ 1547702 h 6474090"/>
                <a:gd name="connsiteX45" fmla="*/ 203529 w 4554010"/>
                <a:gd name="connsiteY45" fmla="*/ 1547702 h 6474090"/>
                <a:gd name="connsiteX46" fmla="*/ 203529 w 4554010"/>
                <a:gd name="connsiteY46" fmla="*/ 1750460 h 6474090"/>
                <a:gd name="connsiteX47" fmla="*/ 70 w 4554010"/>
                <a:gd name="connsiteY47" fmla="*/ 1750460 h 6474090"/>
                <a:gd name="connsiteX48" fmla="*/ 776337 w 4554010"/>
                <a:gd name="connsiteY48" fmla="*/ 1163985 h 6474090"/>
                <a:gd name="connsiteX49" fmla="*/ 977694 w 4554010"/>
                <a:gd name="connsiteY49" fmla="*/ 1163985 h 6474090"/>
                <a:gd name="connsiteX50" fmla="*/ 977694 w 4554010"/>
                <a:gd name="connsiteY50" fmla="*/ 1358479 h 6474090"/>
                <a:gd name="connsiteX51" fmla="*/ 776337 w 4554010"/>
                <a:gd name="connsiteY51" fmla="*/ 1358479 h 6474090"/>
                <a:gd name="connsiteX52" fmla="*/ 3528 w 4554010"/>
                <a:gd name="connsiteY52" fmla="*/ 1163478 h 6474090"/>
                <a:gd name="connsiteX53" fmla="*/ 206356 w 4554010"/>
                <a:gd name="connsiteY53" fmla="*/ 1163478 h 6474090"/>
                <a:gd name="connsiteX54" fmla="*/ 206356 w 4554010"/>
                <a:gd name="connsiteY54" fmla="*/ 1355703 h 6474090"/>
                <a:gd name="connsiteX55" fmla="*/ 3528 w 4554010"/>
                <a:gd name="connsiteY55" fmla="*/ 1355703 h 6474090"/>
                <a:gd name="connsiteX56" fmla="*/ 389652 w 4554010"/>
                <a:gd name="connsiteY56" fmla="*/ 1160912 h 6474090"/>
                <a:gd name="connsiteX57" fmla="*/ 593242 w 4554010"/>
                <a:gd name="connsiteY57" fmla="*/ 1160912 h 6474090"/>
                <a:gd name="connsiteX58" fmla="*/ 593242 w 4554010"/>
                <a:gd name="connsiteY58" fmla="*/ 1354942 h 6474090"/>
                <a:gd name="connsiteX59" fmla="*/ 389652 w 4554010"/>
                <a:gd name="connsiteY59" fmla="*/ 1354942 h 6474090"/>
                <a:gd name="connsiteX60" fmla="*/ 389206 w 4554010"/>
                <a:gd name="connsiteY60" fmla="*/ 776845 h 6474090"/>
                <a:gd name="connsiteX61" fmla="*/ 593260 w 4554010"/>
                <a:gd name="connsiteY61" fmla="*/ 776845 h 6474090"/>
                <a:gd name="connsiteX62" fmla="*/ 593260 w 4554010"/>
                <a:gd name="connsiteY62" fmla="*/ 968485 h 6474090"/>
                <a:gd name="connsiteX63" fmla="*/ 389206 w 4554010"/>
                <a:gd name="connsiteY63" fmla="*/ 968485 h 6474090"/>
                <a:gd name="connsiteX64" fmla="*/ 0 w 4554010"/>
                <a:gd name="connsiteY64" fmla="*/ 776722 h 6474090"/>
                <a:gd name="connsiteX65" fmla="*/ 202706 w 4554010"/>
                <a:gd name="connsiteY65" fmla="*/ 776722 h 6474090"/>
                <a:gd name="connsiteX66" fmla="*/ 202706 w 4554010"/>
                <a:gd name="connsiteY66" fmla="*/ 968703 h 6474090"/>
                <a:gd name="connsiteX67" fmla="*/ 0 w 4554010"/>
                <a:gd name="connsiteY67" fmla="*/ 968703 h 6474090"/>
                <a:gd name="connsiteX68" fmla="*/ 2110344 w 4554010"/>
                <a:gd name="connsiteY68" fmla="*/ 773315 h 6474090"/>
                <a:gd name="connsiteX69" fmla="*/ 1988090 w 4554010"/>
                <a:gd name="connsiteY69" fmla="*/ 970155 h 6474090"/>
                <a:gd name="connsiteX70" fmla="*/ 1936924 w 4554010"/>
                <a:gd name="connsiteY70" fmla="*/ 971880 h 6474090"/>
                <a:gd name="connsiteX71" fmla="*/ 1936924 w 4554010"/>
                <a:gd name="connsiteY71" fmla="*/ 773637 h 6474090"/>
                <a:gd name="connsiteX72" fmla="*/ 2110344 w 4554010"/>
                <a:gd name="connsiteY72" fmla="*/ 773315 h 6474090"/>
                <a:gd name="connsiteX73" fmla="*/ 776774 w 4554010"/>
                <a:gd name="connsiteY73" fmla="*/ 390580 h 6474090"/>
                <a:gd name="connsiteX74" fmla="*/ 979804 w 4554010"/>
                <a:gd name="connsiteY74" fmla="*/ 390580 h 6474090"/>
                <a:gd name="connsiteX75" fmla="*/ 979804 w 4554010"/>
                <a:gd name="connsiteY75" fmla="*/ 588033 h 6474090"/>
                <a:gd name="connsiteX76" fmla="*/ 776774 w 4554010"/>
                <a:gd name="connsiteY76" fmla="*/ 588033 h 6474090"/>
                <a:gd name="connsiteX77" fmla="*/ 2819 w 4554010"/>
                <a:gd name="connsiteY77" fmla="*/ 390448 h 6474090"/>
                <a:gd name="connsiteX78" fmla="*/ 206278 w 4554010"/>
                <a:gd name="connsiteY78" fmla="*/ 390448 h 6474090"/>
                <a:gd name="connsiteX79" fmla="*/ 206278 w 4554010"/>
                <a:gd name="connsiteY79" fmla="*/ 584609 h 6474090"/>
                <a:gd name="connsiteX80" fmla="*/ 2819 w 4554010"/>
                <a:gd name="connsiteY80" fmla="*/ 584609 h 6474090"/>
                <a:gd name="connsiteX81" fmla="*/ 390633 w 4554010"/>
                <a:gd name="connsiteY81" fmla="*/ 389853 h 6474090"/>
                <a:gd name="connsiteX82" fmla="*/ 593260 w 4554010"/>
                <a:gd name="connsiteY82" fmla="*/ 389853 h 6474090"/>
                <a:gd name="connsiteX83" fmla="*/ 593260 w 4554010"/>
                <a:gd name="connsiteY83" fmla="*/ 581686 h 6474090"/>
                <a:gd name="connsiteX84" fmla="*/ 390633 w 4554010"/>
                <a:gd name="connsiteY84" fmla="*/ 581686 h 6474090"/>
                <a:gd name="connsiteX85" fmla="*/ 1938220 w 4554010"/>
                <a:gd name="connsiteY85" fmla="*/ 389784 h 6474090"/>
                <a:gd name="connsiteX86" fmla="*/ 2140803 w 4554010"/>
                <a:gd name="connsiteY86" fmla="*/ 389784 h 6474090"/>
                <a:gd name="connsiteX87" fmla="*/ 2140803 w 4554010"/>
                <a:gd name="connsiteY87" fmla="*/ 584654 h 6474090"/>
                <a:gd name="connsiteX88" fmla="*/ 1938220 w 4554010"/>
                <a:gd name="connsiteY88" fmla="*/ 584654 h 6474090"/>
                <a:gd name="connsiteX89" fmla="*/ 1551281 w 4554010"/>
                <a:gd name="connsiteY89" fmla="*/ 389775 h 6474090"/>
                <a:gd name="connsiteX90" fmla="*/ 1753987 w 4554010"/>
                <a:gd name="connsiteY90" fmla="*/ 389775 h 6474090"/>
                <a:gd name="connsiteX91" fmla="*/ 1753987 w 4554010"/>
                <a:gd name="connsiteY91" fmla="*/ 581756 h 6474090"/>
                <a:gd name="connsiteX92" fmla="*/ 1551281 w 4554010"/>
                <a:gd name="connsiteY92" fmla="*/ 581756 h 6474090"/>
                <a:gd name="connsiteX93" fmla="*/ 2322785 w 4554010"/>
                <a:gd name="connsiteY93" fmla="*/ 388986 h 6474090"/>
                <a:gd name="connsiteX94" fmla="*/ 2525894 w 4554010"/>
                <a:gd name="connsiteY94" fmla="*/ 391981 h 6474090"/>
                <a:gd name="connsiteX95" fmla="*/ 2325277 w 4554010"/>
                <a:gd name="connsiteY95" fmla="*/ 549275 h 6474090"/>
                <a:gd name="connsiteX96" fmla="*/ 2322785 w 4554010"/>
                <a:gd name="connsiteY96" fmla="*/ 388986 h 6474090"/>
                <a:gd name="connsiteX97" fmla="*/ 1163756 w 4554010"/>
                <a:gd name="connsiteY97" fmla="*/ 386912 h 6474090"/>
                <a:gd name="connsiteX98" fmla="*/ 1363993 w 4554010"/>
                <a:gd name="connsiteY98" fmla="*/ 386912 h 6474090"/>
                <a:gd name="connsiteX99" fmla="*/ 1363993 w 4554010"/>
                <a:gd name="connsiteY99" fmla="*/ 582369 h 6474090"/>
                <a:gd name="connsiteX100" fmla="*/ 1163756 w 4554010"/>
                <a:gd name="connsiteY100" fmla="*/ 582369 h 6474090"/>
                <a:gd name="connsiteX101" fmla="*/ 1937169 w 4554010"/>
                <a:gd name="connsiteY101" fmla="*/ 3362 h 6474090"/>
                <a:gd name="connsiteX102" fmla="*/ 2138308 w 4554010"/>
                <a:gd name="connsiteY102" fmla="*/ 3362 h 6474090"/>
                <a:gd name="connsiteX103" fmla="*/ 2138308 w 4554010"/>
                <a:gd name="connsiteY103" fmla="*/ 197750 h 6474090"/>
                <a:gd name="connsiteX104" fmla="*/ 1937169 w 4554010"/>
                <a:gd name="connsiteY104" fmla="*/ 197750 h 6474090"/>
                <a:gd name="connsiteX105" fmla="*/ 389276 w 4554010"/>
                <a:gd name="connsiteY105" fmla="*/ 3100 h 6474090"/>
                <a:gd name="connsiteX106" fmla="*/ 590949 w 4554010"/>
                <a:gd name="connsiteY106" fmla="*/ 3100 h 6474090"/>
                <a:gd name="connsiteX107" fmla="*/ 590949 w 4554010"/>
                <a:gd name="connsiteY107" fmla="*/ 197751 h 6474090"/>
                <a:gd name="connsiteX108" fmla="*/ 389276 w 4554010"/>
                <a:gd name="connsiteY108" fmla="*/ 197751 h 6474090"/>
                <a:gd name="connsiteX109" fmla="*/ 1547639 w 4554010"/>
                <a:gd name="connsiteY109" fmla="*/ 2984 h 6474090"/>
                <a:gd name="connsiteX110" fmla="*/ 1750266 w 4554010"/>
                <a:gd name="connsiteY110" fmla="*/ 2984 h 6474090"/>
                <a:gd name="connsiteX111" fmla="*/ 1750266 w 4554010"/>
                <a:gd name="connsiteY111" fmla="*/ 194816 h 6474090"/>
                <a:gd name="connsiteX112" fmla="*/ 1547639 w 4554010"/>
                <a:gd name="connsiteY112" fmla="*/ 194816 h 6474090"/>
                <a:gd name="connsiteX113" fmla="*/ 777396 w 4554010"/>
                <a:gd name="connsiteY113" fmla="*/ 2803 h 6474090"/>
                <a:gd name="connsiteX114" fmla="*/ 980172 w 4554010"/>
                <a:gd name="connsiteY114" fmla="*/ 2803 h 6474090"/>
                <a:gd name="connsiteX115" fmla="*/ 980172 w 4554010"/>
                <a:gd name="connsiteY115" fmla="*/ 194914 h 6474090"/>
                <a:gd name="connsiteX116" fmla="*/ 777396 w 4554010"/>
                <a:gd name="connsiteY116" fmla="*/ 194914 h 6474090"/>
                <a:gd name="connsiteX117" fmla="*/ 2321454 w 4554010"/>
                <a:gd name="connsiteY117" fmla="*/ 2442 h 6474090"/>
                <a:gd name="connsiteX118" fmla="*/ 2524615 w 4554010"/>
                <a:gd name="connsiteY118" fmla="*/ 2442 h 6474090"/>
                <a:gd name="connsiteX119" fmla="*/ 2524615 w 4554010"/>
                <a:gd name="connsiteY119" fmla="*/ 195333 h 6474090"/>
                <a:gd name="connsiteX120" fmla="*/ 2321454 w 4554010"/>
                <a:gd name="connsiteY120" fmla="*/ 195333 h 6474090"/>
                <a:gd name="connsiteX121" fmla="*/ 0 w 4554010"/>
                <a:gd name="connsiteY121" fmla="*/ 2207 h 6474090"/>
                <a:gd name="connsiteX122" fmla="*/ 203949 w 4554010"/>
                <a:gd name="connsiteY122" fmla="*/ 2207 h 6474090"/>
                <a:gd name="connsiteX123" fmla="*/ 203949 w 4554010"/>
                <a:gd name="connsiteY123" fmla="*/ 194617 h 6474090"/>
                <a:gd name="connsiteX124" fmla="*/ 0 w 4554010"/>
                <a:gd name="connsiteY124" fmla="*/ 194617 h 6474090"/>
                <a:gd name="connsiteX125" fmla="*/ 1163371 w 4554010"/>
                <a:gd name="connsiteY125" fmla="*/ 0 h 6474090"/>
                <a:gd name="connsiteX126" fmla="*/ 1364422 w 4554010"/>
                <a:gd name="connsiteY126" fmla="*/ 0 h 6474090"/>
                <a:gd name="connsiteX127" fmla="*/ 1364422 w 4554010"/>
                <a:gd name="connsiteY127" fmla="*/ 194345 h 6474090"/>
                <a:gd name="connsiteX128" fmla="*/ 1163371 w 4554010"/>
                <a:gd name="connsiteY128" fmla="*/ 194345 h 647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554010" h="6474090">
                  <a:moveTo>
                    <a:pt x="3972097" y="5892177"/>
                  </a:moveTo>
                  <a:lnTo>
                    <a:pt x="4554010" y="5892177"/>
                  </a:lnTo>
                  <a:lnTo>
                    <a:pt x="4554010" y="6474090"/>
                  </a:lnTo>
                  <a:lnTo>
                    <a:pt x="3972097" y="6474090"/>
                  </a:lnTo>
                  <a:close/>
                  <a:moveTo>
                    <a:pt x="1550633" y="2325204"/>
                  </a:moveTo>
                  <a:lnTo>
                    <a:pt x="1753987" y="2325204"/>
                  </a:lnTo>
                  <a:lnTo>
                    <a:pt x="1753987" y="2525546"/>
                  </a:lnTo>
                  <a:lnTo>
                    <a:pt x="1550633" y="2525546"/>
                  </a:lnTo>
                  <a:close/>
                  <a:moveTo>
                    <a:pt x="777492" y="2321825"/>
                  </a:moveTo>
                  <a:lnTo>
                    <a:pt x="983542" y="2321825"/>
                  </a:lnTo>
                  <a:lnTo>
                    <a:pt x="983542" y="2524855"/>
                  </a:lnTo>
                  <a:lnTo>
                    <a:pt x="777492" y="2524855"/>
                  </a:lnTo>
                  <a:close/>
                  <a:moveTo>
                    <a:pt x="1163476" y="2321640"/>
                  </a:moveTo>
                  <a:lnTo>
                    <a:pt x="1367066" y="2321640"/>
                  </a:lnTo>
                  <a:lnTo>
                    <a:pt x="1367066" y="2524266"/>
                  </a:lnTo>
                  <a:lnTo>
                    <a:pt x="1163476" y="2524266"/>
                  </a:lnTo>
                  <a:close/>
                  <a:moveTo>
                    <a:pt x="389652" y="2321640"/>
                  </a:moveTo>
                  <a:lnTo>
                    <a:pt x="593242" y="2321640"/>
                  </a:lnTo>
                  <a:lnTo>
                    <a:pt x="593242" y="2524266"/>
                  </a:lnTo>
                  <a:lnTo>
                    <a:pt x="389652" y="2524266"/>
                  </a:lnTo>
                  <a:close/>
                  <a:moveTo>
                    <a:pt x="776774" y="1938220"/>
                  </a:moveTo>
                  <a:lnTo>
                    <a:pt x="979804" y="1938220"/>
                  </a:lnTo>
                  <a:lnTo>
                    <a:pt x="979804" y="2144270"/>
                  </a:lnTo>
                  <a:lnTo>
                    <a:pt x="776774" y="2144270"/>
                  </a:lnTo>
                  <a:close/>
                  <a:moveTo>
                    <a:pt x="386912" y="1937284"/>
                  </a:moveTo>
                  <a:lnTo>
                    <a:pt x="589775" y="1937284"/>
                  </a:lnTo>
                  <a:lnTo>
                    <a:pt x="589775" y="2138177"/>
                  </a:lnTo>
                  <a:lnTo>
                    <a:pt x="386912" y="2138177"/>
                  </a:lnTo>
                  <a:close/>
                  <a:moveTo>
                    <a:pt x="1547639" y="1937063"/>
                  </a:moveTo>
                  <a:lnTo>
                    <a:pt x="1750730" y="1937063"/>
                  </a:lnTo>
                  <a:lnTo>
                    <a:pt x="1750730" y="2138421"/>
                  </a:lnTo>
                  <a:lnTo>
                    <a:pt x="1547639" y="2138421"/>
                  </a:lnTo>
                  <a:close/>
                  <a:moveTo>
                    <a:pt x="1163275" y="1934552"/>
                  </a:moveTo>
                  <a:lnTo>
                    <a:pt x="1364510" y="1934552"/>
                  </a:lnTo>
                  <a:lnTo>
                    <a:pt x="1364510" y="2137583"/>
                  </a:lnTo>
                  <a:lnTo>
                    <a:pt x="1163275" y="2137583"/>
                  </a:lnTo>
                  <a:close/>
                  <a:moveTo>
                    <a:pt x="3248" y="1934552"/>
                  </a:moveTo>
                  <a:lnTo>
                    <a:pt x="206470" y="1934552"/>
                  </a:lnTo>
                  <a:lnTo>
                    <a:pt x="206470" y="2138378"/>
                  </a:lnTo>
                  <a:lnTo>
                    <a:pt x="3248" y="2138378"/>
                  </a:lnTo>
                  <a:close/>
                  <a:moveTo>
                    <a:pt x="386965" y="1550451"/>
                  </a:moveTo>
                  <a:lnTo>
                    <a:pt x="589723" y="1550451"/>
                  </a:lnTo>
                  <a:lnTo>
                    <a:pt x="589723" y="1753909"/>
                  </a:lnTo>
                  <a:lnTo>
                    <a:pt x="386965" y="1753909"/>
                  </a:lnTo>
                  <a:close/>
                  <a:moveTo>
                    <a:pt x="70" y="1547702"/>
                  </a:moveTo>
                  <a:lnTo>
                    <a:pt x="203529" y="1547702"/>
                  </a:lnTo>
                  <a:lnTo>
                    <a:pt x="203529" y="1750460"/>
                  </a:lnTo>
                  <a:lnTo>
                    <a:pt x="70" y="1750460"/>
                  </a:lnTo>
                  <a:close/>
                  <a:moveTo>
                    <a:pt x="776337" y="1163985"/>
                  </a:moveTo>
                  <a:lnTo>
                    <a:pt x="977694" y="1163985"/>
                  </a:lnTo>
                  <a:lnTo>
                    <a:pt x="977694" y="1358479"/>
                  </a:lnTo>
                  <a:lnTo>
                    <a:pt x="776337" y="1358479"/>
                  </a:lnTo>
                  <a:close/>
                  <a:moveTo>
                    <a:pt x="3528" y="1163478"/>
                  </a:moveTo>
                  <a:lnTo>
                    <a:pt x="206356" y="1163478"/>
                  </a:lnTo>
                  <a:lnTo>
                    <a:pt x="206356" y="1355703"/>
                  </a:lnTo>
                  <a:lnTo>
                    <a:pt x="3528" y="1355703"/>
                  </a:lnTo>
                  <a:close/>
                  <a:moveTo>
                    <a:pt x="389652" y="1160912"/>
                  </a:moveTo>
                  <a:lnTo>
                    <a:pt x="593242" y="1160912"/>
                  </a:lnTo>
                  <a:lnTo>
                    <a:pt x="593242" y="1354942"/>
                  </a:lnTo>
                  <a:lnTo>
                    <a:pt x="389652" y="1354942"/>
                  </a:lnTo>
                  <a:close/>
                  <a:moveTo>
                    <a:pt x="389206" y="776845"/>
                  </a:moveTo>
                  <a:lnTo>
                    <a:pt x="593260" y="776845"/>
                  </a:lnTo>
                  <a:lnTo>
                    <a:pt x="593260" y="968485"/>
                  </a:lnTo>
                  <a:lnTo>
                    <a:pt x="389206" y="968485"/>
                  </a:lnTo>
                  <a:close/>
                  <a:moveTo>
                    <a:pt x="0" y="776722"/>
                  </a:moveTo>
                  <a:lnTo>
                    <a:pt x="202706" y="776722"/>
                  </a:lnTo>
                  <a:lnTo>
                    <a:pt x="202706" y="968703"/>
                  </a:lnTo>
                  <a:lnTo>
                    <a:pt x="0" y="968703"/>
                  </a:lnTo>
                  <a:close/>
                  <a:moveTo>
                    <a:pt x="2110344" y="773315"/>
                  </a:moveTo>
                  <a:cubicBezTo>
                    <a:pt x="2073036" y="838138"/>
                    <a:pt x="2031765" y="903284"/>
                    <a:pt x="1988090" y="970155"/>
                  </a:cubicBezTo>
                  <a:cubicBezTo>
                    <a:pt x="1970216" y="971880"/>
                    <a:pt x="1954746" y="971880"/>
                    <a:pt x="1936924" y="971880"/>
                  </a:cubicBezTo>
                  <a:cubicBezTo>
                    <a:pt x="1936924" y="905706"/>
                    <a:pt x="1936924" y="843220"/>
                    <a:pt x="1936924" y="773637"/>
                  </a:cubicBezTo>
                  <a:cubicBezTo>
                    <a:pt x="1993218" y="773637"/>
                    <a:pt x="2049799" y="773637"/>
                    <a:pt x="2110344" y="773315"/>
                  </a:cubicBezTo>
                  <a:close/>
                  <a:moveTo>
                    <a:pt x="776774" y="390580"/>
                  </a:moveTo>
                  <a:lnTo>
                    <a:pt x="979804" y="390580"/>
                  </a:lnTo>
                  <a:lnTo>
                    <a:pt x="979804" y="588033"/>
                  </a:lnTo>
                  <a:lnTo>
                    <a:pt x="776774" y="588033"/>
                  </a:lnTo>
                  <a:close/>
                  <a:moveTo>
                    <a:pt x="2819" y="390448"/>
                  </a:moveTo>
                  <a:lnTo>
                    <a:pt x="206278" y="390448"/>
                  </a:lnTo>
                  <a:lnTo>
                    <a:pt x="206278" y="584609"/>
                  </a:lnTo>
                  <a:lnTo>
                    <a:pt x="2819" y="584609"/>
                  </a:lnTo>
                  <a:close/>
                  <a:moveTo>
                    <a:pt x="390633" y="389853"/>
                  </a:moveTo>
                  <a:lnTo>
                    <a:pt x="593260" y="389853"/>
                  </a:lnTo>
                  <a:lnTo>
                    <a:pt x="593260" y="581686"/>
                  </a:lnTo>
                  <a:lnTo>
                    <a:pt x="390633" y="581686"/>
                  </a:lnTo>
                  <a:close/>
                  <a:moveTo>
                    <a:pt x="1938220" y="389784"/>
                  </a:moveTo>
                  <a:lnTo>
                    <a:pt x="2140803" y="389784"/>
                  </a:lnTo>
                  <a:lnTo>
                    <a:pt x="2140803" y="584654"/>
                  </a:lnTo>
                  <a:lnTo>
                    <a:pt x="1938220" y="584654"/>
                  </a:lnTo>
                  <a:close/>
                  <a:moveTo>
                    <a:pt x="1551281" y="389775"/>
                  </a:moveTo>
                  <a:lnTo>
                    <a:pt x="1753987" y="389775"/>
                  </a:lnTo>
                  <a:lnTo>
                    <a:pt x="1753987" y="581756"/>
                  </a:lnTo>
                  <a:lnTo>
                    <a:pt x="1551281" y="581756"/>
                  </a:lnTo>
                  <a:close/>
                  <a:moveTo>
                    <a:pt x="2322785" y="388986"/>
                  </a:moveTo>
                  <a:cubicBezTo>
                    <a:pt x="2390887" y="388986"/>
                    <a:pt x="2457295" y="388986"/>
                    <a:pt x="2525894" y="391981"/>
                  </a:cubicBezTo>
                  <a:cubicBezTo>
                    <a:pt x="2461313" y="445948"/>
                    <a:pt x="2394542" y="496920"/>
                    <a:pt x="2325277" y="549275"/>
                  </a:cubicBezTo>
                  <a:cubicBezTo>
                    <a:pt x="2322785" y="498099"/>
                    <a:pt x="2322785" y="445541"/>
                    <a:pt x="2322785" y="388986"/>
                  </a:cubicBezTo>
                  <a:close/>
                  <a:moveTo>
                    <a:pt x="1163756" y="386912"/>
                  </a:moveTo>
                  <a:lnTo>
                    <a:pt x="1363993" y="386912"/>
                  </a:lnTo>
                  <a:lnTo>
                    <a:pt x="1363993" y="582369"/>
                  </a:lnTo>
                  <a:lnTo>
                    <a:pt x="1163756" y="582369"/>
                  </a:lnTo>
                  <a:close/>
                  <a:moveTo>
                    <a:pt x="1937169" y="3362"/>
                  </a:moveTo>
                  <a:lnTo>
                    <a:pt x="2138308" y="3362"/>
                  </a:lnTo>
                  <a:lnTo>
                    <a:pt x="2138308" y="197750"/>
                  </a:lnTo>
                  <a:lnTo>
                    <a:pt x="1937169" y="197750"/>
                  </a:lnTo>
                  <a:close/>
                  <a:moveTo>
                    <a:pt x="389276" y="3100"/>
                  </a:moveTo>
                  <a:lnTo>
                    <a:pt x="590949" y="3100"/>
                  </a:lnTo>
                  <a:lnTo>
                    <a:pt x="590949" y="197751"/>
                  </a:lnTo>
                  <a:lnTo>
                    <a:pt x="389276" y="197751"/>
                  </a:lnTo>
                  <a:close/>
                  <a:moveTo>
                    <a:pt x="1547639" y="2984"/>
                  </a:moveTo>
                  <a:lnTo>
                    <a:pt x="1750266" y="2984"/>
                  </a:lnTo>
                  <a:lnTo>
                    <a:pt x="1750266" y="194816"/>
                  </a:lnTo>
                  <a:lnTo>
                    <a:pt x="1547639" y="194816"/>
                  </a:lnTo>
                  <a:close/>
                  <a:moveTo>
                    <a:pt x="777396" y="2803"/>
                  </a:moveTo>
                  <a:lnTo>
                    <a:pt x="980172" y="2803"/>
                  </a:lnTo>
                  <a:lnTo>
                    <a:pt x="980172" y="194914"/>
                  </a:lnTo>
                  <a:lnTo>
                    <a:pt x="777396" y="194914"/>
                  </a:lnTo>
                  <a:close/>
                  <a:moveTo>
                    <a:pt x="2321454" y="2442"/>
                  </a:moveTo>
                  <a:lnTo>
                    <a:pt x="2524615" y="2442"/>
                  </a:lnTo>
                  <a:lnTo>
                    <a:pt x="2524615" y="195333"/>
                  </a:lnTo>
                  <a:lnTo>
                    <a:pt x="2321454" y="195333"/>
                  </a:lnTo>
                  <a:close/>
                  <a:moveTo>
                    <a:pt x="0" y="2207"/>
                  </a:moveTo>
                  <a:lnTo>
                    <a:pt x="203949" y="2207"/>
                  </a:lnTo>
                  <a:lnTo>
                    <a:pt x="203949" y="194617"/>
                  </a:lnTo>
                  <a:lnTo>
                    <a:pt x="0" y="194617"/>
                  </a:lnTo>
                  <a:close/>
                  <a:moveTo>
                    <a:pt x="1163371" y="0"/>
                  </a:moveTo>
                  <a:lnTo>
                    <a:pt x="1364422" y="0"/>
                  </a:lnTo>
                  <a:lnTo>
                    <a:pt x="1364422" y="194345"/>
                  </a:lnTo>
                  <a:lnTo>
                    <a:pt x="1163371" y="194345"/>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7" name="Group 116">
            <a:extLst>
              <a:ext uri="{FF2B5EF4-FFF2-40B4-BE49-F238E27FC236}">
                <a16:creationId xmlns:a16="http://schemas.microsoft.com/office/drawing/2014/main" id="{D4CF2463-72F5-8AD8-B6C5-49702EB67E45}"/>
              </a:ext>
              <a:ext uri="{C183D7F6-B498-43B3-948B-1728B52AA6E4}">
                <adec:decorative xmlns:adec="http://schemas.microsoft.com/office/drawing/2017/decorative" val="1"/>
              </a:ext>
            </a:extLst>
          </p:cNvPr>
          <p:cNvGrpSpPr>
            <a:grpSpLocks noChangeAspect="1"/>
          </p:cNvGrpSpPr>
          <p:nvPr/>
        </p:nvGrpSpPr>
        <p:grpSpPr>
          <a:xfrm>
            <a:off x="5156754" y="1517247"/>
            <a:ext cx="456719" cy="457200"/>
            <a:chOff x="5156754" y="1517247"/>
            <a:chExt cx="456719" cy="457200"/>
          </a:xfrm>
          <a:solidFill>
            <a:srgbClr val="FF0000"/>
          </a:solidFill>
        </p:grpSpPr>
        <p:sp>
          <p:nvSpPr>
            <p:cNvPr id="655" name="Freeform: Shape 654">
              <a:extLst>
                <a:ext uri="{FF2B5EF4-FFF2-40B4-BE49-F238E27FC236}">
                  <a16:creationId xmlns:a16="http://schemas.microsoft.com/office/drawing/2014/main" id="{8349ACFE-57BA-AF5B-636B-018FB0E9D679}"/>
                </a:ext>
                <a:ext uri="{C183D7F6-B498-43B3-948B-1728B52AA6E4}">
                  <adec:decorative xmlns:adec="http://schemas.microsoft.com/office/drawing/2017/decorative" val="1"/>
                </a:ext>
              </a:extLst>
            </p:cNvPr>
            <p:cNvSpPr/>
            <p:nvPr/>
          </p:nvSpPr>
          <p:spPr>
            <a:xfrm>
              <a:off x="5156754" y="1603441"/>
              <a:ext cx="372234" cy="371006"/>
            </a:xfrm>
            <a:custGeom>
              <a:avLst/>
              <a:gdLst>
                <a:gd name="connsiteX0" fmla="*/ 317821 w 576936"/>
                <a:gd name="connsiteY0" fmla="*/ 0 h 575031"/>
                <a:gd name="connsiteX1" fmla="*/ 362948 w 576936"/>
                <a:gd name="connsiteY1" fmla="*/ 0 h 575031"/>
                <a:gd name="connsiteX2" fmla="*/ 362948 w 576936"/>
                <a:gd name="connsiteY2" fmla="*/ 43595 h 575031"/>
                <a:gd name="connsiteX3" fmla="*/ 420840 w 576936"/>
                <a:gd name="connsiteY3" fmla="*/ 43595 h 575031"/>
                <a:gd name="connsiteX4" fmla="*/ 420840 w 576936"/>
                <a:gd name="connsiteY4" fmla="*/ 49 h 575031"/>
                <a:gd name="connsiteX5" fmla="*/ 466140 w 576936"/>
                <a:gd name="connsiteY5" fmla="*/ 49 h 575031"/>
                <a:gd name="connsiteX6" fmla="*/ 466140 w 576936"/>
                <a:gd name="connsiteY6" fmla="*/ 43779 h 575031"/>
                <a:gd name="connsiteX7" fmla="*/ 531714 w 576936"/>
                <a:gd name="connsiteY7" fmla="*/ 43779 h 575031"/>
                <a:gd name="connsiteX8" fmla="*/ 531714 w 576936"/>
                <a:gd name="connsiteY8" fmla="*/ 109526 h 575031"/>
                <a:gd name="connsiteX9" fmla="*/ 576860 w 576936"/>
                <a:gd name="connsiteY9" fmla="*/ 109526 h 575031"/>
                <a:gd name="connsiteX10" fmla="*/ 576860 w 576936"/>
                <a:gd name="connsiteY10" fmla="*/ 154826 h 575031"/>
                <a:gd name="connsiteX11" fmla="*/ 532245 w 576936"/>
                <a:gd name="connsiteY11" fmla="*/ 154826 h 575031"/>
                <a:gd name="connsiteX12" fmla="*/ 532245 w 576936"/>
                <a:gd name="connsiteY12" fmla="*/ 212719 h 575031"/>
                <a:gd name="connsiteX13" fmla="*/ 576812 w 576936"/>
                <a:gd name="connsiteY13" fmla="*/ 212719 h 575031"/>
                <a:gd name="connsiteX14" fmla="*/ 576812 w 576936"/>
                <a:gd name="connsiteY14" fmla="*/ 257845 h 575031"/>
                <a:gd name="connsiteX15" fmla="*/ 532294 w 576936"/>
                <a:gd name="connsiteY15" fmla="*/ 257845 h 575031"/>
                <a:gd name="connsiteX16" fmla="*/ 532294 w 576936"/>
                <a:gd name="connsiteY16" fmla="*/ 316893 h 575031"/>
                <a:gd name="connsiteX17" fmla="*/ 576936 w 576936"/>
                <a:gd name="connsiteY17" fmla="*/ 316893 h 575031"/>
                <a:gd name="connsiteX18" fmla="*/ 576936 w 576936"/>
                <a:gd name="connsiteY18" fmla="*/ 361846 h 575031"/>
                <a:gd name="connsiteX19" fmla="*/ 532343 w 576936"/>
                <a:gd name="connsiteY19" fmla="*/ 361846 h 575031"/>
                <a:gd name="connsiteX20" fmla="*/ 532343 w 576936"/>
                <a:gd name="connsiteY20" fmla="*/ 419911 h 575031"/>
                <a:gd name="connsiteX21" fmla="*/ 576887 w 576936"/>
                <a:gd name="connsiteY21" fmla="*/ 419911 h 575031"/>
                <a:gd name="connsiteX22" fmla="*/ 576887 w 576936"/>
                <a:gd name="connsiteY22" fmla="*/ 465211 h 575031"/>
                <a:gd name="connsiteX23" fmla="*/ 531996 w 576936"/>
                <a:gd name="connsiteY23" fmla="*/ 465211 h 575031"/>
                <a:gd name="connsiteX24" fmla="*/ 532044 w 576936"/>
                <a:gd name="connsiteY24" fmla="*/ 507754 h 575031"/>
                <a:gd name="connsiteX25" fmla="*/ 508794 w 576936"/>
                <a:gd name="connsiteY25" fmla="*/ 531051 h 575031"/>
                <a:gd name="connsiteX26" fmla="*/ 466223 w 576936"/>
                <a:gd name="connsiteY26" fmla="*/ 531051 h 575031"/>
                <a:gd name="connsiteX27" fmla="*/ 466223 w 576936"/>
                <a:gd name="connsiteY27" fmla="*/ 575031 h 575031"/>
                <a:gd name="connsiteX28" fmla="*/ 421270 w 576936"/>
                <a:gd name="connsiteY28" fmla="*/ 575031 h 575031"/>
                <a:gd name="connsiteX29" fmla="*/ 421270 w 576936"/>
                <a:gd name="connsiteY29" fmla="*/ 531375 h 575031"/>
                <a:gd name="connsiteX30" fmla="*/ 363205 w 576936"/>
                <a:gd name="connsiteY30" fmla="*/ 531375 h 575031"/>
                <a:gd name="connsiteX31" fmla="*/ 363205 w 576936"/>
                <a:gd name="connsiteY31" fmla="*/ 574982 h 575031"/>
                <a:gd name="connsiteX32" fmla="*/ 318078 w 576936"/>
                <a:gd name="connsiteY32" fmla="*/ 574982 h 575031"/>
                <a:gd name="connsiteX33" fmla="*/ 318078 w 576936"/>
                <a:gd name="connsiteY33" fmla="*/ 531424 h 575031"/>
                <a:gd name="connsiteX34" fmla="*/ 259204 w 576936"/>
                <a:gd name="connsiteY34" fmla="*/ 531424 h 575031"/>
                <a:gd name="connsiteX35" fmla="*/ 259204 w 576936"/>
                <a:gd name="connsiteY35" fmla="*/ 574934 h 575031"/>
                <a:gd name="connsiteX36" fmla="*/ 213903 w 576936"/>
                <a:gd name="connsiteY36" fmla="*/ 574934 h 575031"/>
                <a:gd name="connsiteX37" fmla="*/ 213903 w 576936"/>
                <a:gd name="connsiteY37" fmla="*/ 531299 h 575031"/>
                <a:gd name="connsiteX38" fmla="*/ 156011 w 576936"/>
                <a:gd name="connsiteY38" fmla="*/ 531299 h 575031"/>
                <a:gd name="connsiteX39" fmla="*/ 133993 w 576936"/>
                <a:gd name="connsiteY39" fmla="*/ 531180 h 575031"/>
                <a:gd name="connsiteX40" fmla="*/ 133993 w 576936"/>
                <a:gd name="connsiteY40" fmla="*/ 485858 h 575031"/>
                <a:gd name="connsiteX41" fmla="*/ 486531 w 576936"/>
                <a:gd name="connsiteY41" fmla="*/ 485872 h 575031"/>
                <a:gd name="connsiteX42" fmla="*/ 486531 w 576936"/>
                <a:gd name="connsiteY42" fmla="*/ 89423 h 575031"/>
                <a:gd name="connsiteX43" fmla="*/ 90105 w 576936"/>
                <a:gd name="connsiteY43" fmla="*/ 89423 h 575031"/>
                <a:gd name="connsiteX44" fmla="*/ 89756 w 576936"/>
                <a:gd name="connsiteY44" fmla="*/ 441969 h 575031"/>
                <a:gd name="connsiteX45" fmla="*/ 44664 w 576936"/>
                <a:gd name="connsiteY45" fmla="*/ 441969 h 575031"/>
                <a:gd name="connsiteX46" fmla="*/ 44552 w 576936"/>
                <a:gd name="connsiteY46" fmla="*/ 420362 h 575031"/>
                <a:gd name="connsiteX47" fmla="*/ 44552 w 576936"/>
                <a:gd name="connsiteY47" fmla="*/ 362296 h 575031"/>
                <a:gd name="connsiteX48" fmla="*/ 0 w 576936"/>
                <a:gd name="connsiteY48" fmla="*/ 362296 h 575031"/>
                <a:gd name="connsiteX49" fmla="*/ 0 w 576936"/>
                <a:gd name="connsiteY49" fmla="*/ 316996 h 575031"/>
                <a:gd name="connsiteX50" fmla="*/ 44677 w 576936"/>
                <a:gd name="connsiteY50" fmla="*/ 316996 h 575031"/>
                <a:gd name="connsiteX51" fmla="*/ 44677 w 576936"/>
                <a:gd name="connsiteY51" fmla="*/ 258296 h 575031"/>
                <a:gd name="connsiteX52" fmla="*/ 49 w 576936"/>
                <a:gd name="connsiteY52" fmla="*/ 258296 h 575031"/>
                <a:gd name="connsiteX53" fmla="*/ 49 w 576936"/>
                <a:gd name="connsiteY53" fmla="*/ 212996 h 575031"/>
                <a:gd name="connsiteX54" fmla="*/ 44628 w 576936"/>
                <a:gd name="connsiteY54" fmla="*/ 212996 h 575031"/>
                <a:gd name="connsiteX55" fmla="*/ 44628 w 576936"/>
                <a:gd name="connsiteY55" fmla="*/ 155103 h 575031"/>
                <a:gd name="connsiteX56" fmla="*/ 98 w 576936"/>
                <a:gd name="connsiteY56" fmla="*/ 155103 h 575031"/>
                <a:gd name="connsiteX57" fmla="*/ 98 w 576936"/>
                <a:gd name="connsiteY57" fmla="*/ 109977 h 575031"/>
                <a:gd name="connsiteX58" fmla="*/ 44894 w 576936"/>
                <a:gd name="connsiteY58" fmla="*/ 109977 h 575031"/>
                <a:gd name="connsiteX59" fmla="*/ 44894 w 576936"/>
                <a:gd name="connsiteY59" fmla="*/ 102862 h 575031"/>
                <a:gd name="connsiteX60" fmla="*/ 44806 w 576936"/>
                <a:gd name="connsiteY60" fmla="*/ 66533 h 575031"/>
                <a:gd name="connsiteX61" fmla="*/ 67311 w 576936"/>
                <a:gd name="connsiteY61" fmla="*/ 43787 h 575031"/>
                <a:gd name="connsiteX62" fmla="*/ 110454 w 576936"/>
                <a:gd name="connsiteY62" fmla="*/ 43949 h 575031"/>
                <a:gd name="connsiteX63" fmla="*/ 110454 w 576936"/>
                <a:gd name="connsiteY63" fmla="*/ 76 h 575031"/>
                <a:gd name="connsiteX64" fmla="*/ 155754 w 576936"/>
                <a:gd name="connsiteY64" fmla="*/ 76 h 575031"/>
                <a:gd name="connsiteX65" fmla="*/ 155754 w 576936"/>
                <a:gd name="connsiteY65" fmla="*/ 43692 h 575031"/>
                <a:gd name="connsiteX66" fmla="*/ 213646 w 576936"/>
                <a:gd name="connsiteY66" fmla="*/ 43692 h 575031"/>
                <a:gd name="connsiteX67" fmla="*/ 213646 w 576936"/>
                <a:gd name="connsiteY67" fmla="*/ 125 h 575031"/>
                <a:gd name="connsiteX68" fmla="*/ 258773 w 576936"/>
                <a:gd name="connsiteY68" fmla="*/ 125 h 575031"/>
                <a:gd name="connsiteX69" fmla="*/ 258773 w 576936"/>
                <a:gd name="connsiteY69" fmla="*/ 43643 h 575031"/>
                <a:gd name="connsiteX70" fmla="*/ 317821 w 576936"/>
                <a:gd name="connsiteY70" fmla="*/ 43643 h 57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76936" h="575031">
                  <a:moveTo>
                    <a:pt x="317821" y="0"/>
                  </a:moveTo>
                  <a:lnTo>
                    <a:pt x="362948" y="0"/>
                  </a:lnTo>
                  <a:lnTo>
                    <a:pt x="362948" y="43595"/>
                  </a:lnTo>
                  <a:lnTo>
                    <a:pt x="420840" y="43595"/>
                  </a:lnTo>
                  <a:lnTo>
                    <a:pt x="420840" y="49"/>
                  </a:lnTo>
                  <a:lnTo>
                    <a:pt x="466140" y="49"/>
                  </a:lnTo>
                  <a:lnTo>
                    <a:pt x="466140" y="43779"/>
                  </a:lnTo>
                  <a:lnTo>
                    <a:pt x="531714" y="43779"/>
                  </a:lnTo>
                  <a:lnTo>
                    <a:pt x="531714" y="109526"/>
                  </a:lnTo>
                  <a:lnTo>
                    <a:pt x="576860" y="109526"/>
                  </a:lnTo>
                  <a:lnTo>
                    <a:pt x="576860" y="154826"/>
                  </a:lnTo>
                  <a:lnTo>
                    <a:pt x="532245" y="154826"/>
                  </a:lnTo>
                  <a:lnTo>
                    <a:pt x="532245" y="212719"/>
                  </a:lnTo>
                  <a:lnTo>
                    <a:pt x="576812" y="212719"/>
                  </a:lnTo>
                  <a:lnTo>
                    <a:pt x="576812" y="257845"/>
                  </a:lnTo>
                  <a:lnTo>
                    <a:pt x="532294" y="257845"/>
                  </a:lnTo>
                  <a:lnTo>
                    <a:pt x="532294" y="316893"/>
                  </a:lnTo>
                  <a:lnTo>
                    <a:pt x="576936" y="316893"/>
                  </a:lnTo>
                  <a:lnTo>
                    <a:pt x="576936" y="361846"/>
                  </a:lnTo>
                  <a:lnTo>
                    <a:pt x="532343" y="361846"/>
                  </a:lnTo>
                  <a:lnTo>
                    <a:pt x="532343" y="419911"/>
                  </a:lnTo>
                  <a:lnTo>
                    <a:pt x="576887" y="419911"/>
                  </a:lnTo>
                  <a:lnTo>
                    <a:pt x="576887" y="465211"/>
                  </a:lnTo>
                  <a:lnTo>
                    <a:pt x="531996" y="465211"/>
                  </a:lnTo>
                  <a:cubicBezTo>
                    <a:pt x="531996" y="479698"/>
                    <a:pt x="531837" y="493729"/>
                    <a:pt x="532044" y="507754"/>
                  </a:cubicBezTo>
                  <a:cubicBezTo>
                    <a:pt x="532228" y="520283"/>
                    <a:pt x="522796" y="531049"/>
                    <a:pt x="508794" y="531051"/>
                  </a:cubicBezTo>
                  <a:lnTo>
                    <a:pt x="466223" y="531051"/>
                  </a:lnTo>
                  <a:lnTo>
                    <a:pt x="466223" y="575031"/>
                  </a:lnTo>
                  <a:lnTo>
                    <a:pt x="421270" y="575031"/>
                  </a:lnTo>
                  <a:lnTo>
                    <a:pt x="421270" y="531375"/>
                  </a:lnTo>
                  <a:lnTo>
                    <a:pt x="363205" y="531375"/>
                  </a:lnTo>
                  <a:lnTo>
                    <a:pt x="363205" y="574982"/>
                  </a:lnTo>
                  <a:lnTo>
                    <a:pt x="318078" y="574982"/>
                  </a:lnTo>
                  <a:lnTo>
                    <a:pt x="318078" y="531424"/>
                  </a:lnTo>
                  <a:lnTo>
                    <a:pt x="259204" y="531424"/>
                  </a:lnTo>
                  <a:lnTo>
                    <a:pt x="259204" y="574934"/>
                  </a:lnTo>
                  <a:lnTo>
                    <a:pt x="213903" y="574934"/>
                  </a:lnTo>
                  <a:lnTo>
                    <a:pt x="213903" y="531299"/>
                  </a:lnTo>
                  <a:lnTo>
                    <a:pt x="156011" y="531299"/>
                  </a:lnTo>
                  <a:lnTo>
                    <a:pt x="133993" y="531180"/>
                  </a:lnTo>
                  <a:lnTo>
                    <a:pt x="133993" y="485858"/>
                  </a:lnTo>
                  <a:lnTo>
                    <a:pt x="486531" y="485872"/>
                  </a:lnTo>
                  <a:lnTo>
                    <a:pt x="486531" y="89423"/>
                  </a:lnTo>
                  <a:lnTo>
                    <a:pt x="90105" y="89423"/>
                  </a:lnTo>
                  <a:lnTo>
                    <a:pt x="89756" y="441969"/>
                  </a:lnTo>
                  <a:lnTo>
                    <a:pt x="44664" y="441969"/>
                  </a:lnTo>
                  <a:lnTo>
                    <a:pt x="44552" y="420362"/>
                  </a:lnTo>
                  <a:lnTo>
                    <a:pt x="44552" y="362296"/>
                  </a:lnTo>
                  <a:lnTo>
                    <a:pt x="0" y="362296"/>
                  </a:lnTo>
                  <a:lnTo>
                    <a:pt x="0" y="316996"/>
                  </a:lnTo>
                  <a:lnTo>
                    <a:pt x="44677" y="316996"/>
                  </a:lnTo>
                  <a:lnTo>
                    <a:pt x="44677" y="258296"/>
                  </a:lnTo>
                  <a:lnTo>
                    <a:pt x="49" y="258296"/>
                  </a:lnTo>
                  <a:lnTo>
                    <a:pt x="49" y="212996"/>
                  </a:lnTo>
                  <a:lnTo>
                    <a:pt x="44628" y="212996"/>
                  </a:lnTo>
                  <a:lnTo>
                    <a:pt x="44628" y="155103"/>
                  </a:lnTo>
                  <a:lnTo>
                    <a:pt x="98" y="155103"/>
                  </a:lnTo>
                  <a:lnTo>
                    <a:pt x="98" y="109977"/>
                  </a:lnTo>
                  <a:lnTo>
                    <a:pt x="44894" y="109977"/>
                  </a:lnTo>
                  <a:lnTo>
                    <a:pt x="44894" y="102862"/>
                  </a:lnTo>
                  <a:cubicBezTo>
                    <a:pt x="44894" y="90751"/>
                    <a:pt x="45216" y="78630"/>
                    <a:pt x="44806" y="66533"/>
                  </a:cubicBezTo>
                  <a:cubicBezTo>
                    <a:pt x="44377" y="53867"/>
                    <a:pt x="56752" y="43302"/>
                    <a:pt x="67311" y="43787"/>
                  </a:cubicBezTo>
                  <a:cubicBezTo>
                    <a:pt x="81510" y="44440"/>
                    <a:pt x="95762" y="43949"/>
                    <a:pt x="110454" y="43949"/>
                  </a:cubicBezTo>
                  <a:lnTo>
                    <a:pt x="110454" y="76"/>
                  </a:lnTo>
                  <a:lnTo>
                    <a:pt x="155754" y="76"/>
                  </a:lnTo>
                  <a:lnTo>
                    <a:pt x="155754" y="43692"/>
                  </a:lnTo>
                  <a:lnTo>
                    <a:pt x="213646" y="43692"/>
                  </a:lnTo>
                  <a:lnTo>
                    <a:pt x="213646" y="125"/>
                  </a:lnTo>
                  <a:lnTo>
                    <a:pt x="258773" y="125"/>
                  </a:lnTo>
                  <a:lnTo>
                    <a:pt x="258773" y="43643"/>
                  </a:lnTo>
                  <a:lnTo>
                    <a:pt x="317821" y="43643"/>
                  </a:lnTo>
                  <a:close/>
                </a:path>
              </a:pathLst>
            </a:custGeom>
            <a:solidFill>
              <a:schemeClr val="accent2"/>
            </a:solidFill>
            <a:ln w="6350" cap="flat">
              <a:noFill/>
              <a:prstDash val="solid"/>
              <a:miter/>
            </a:ln>
          </p:spPr>
          <p:txBody>
            <a:bodyPr wrap="square" rtlCol="0" anchor="ctr">
              <a:noAutofit/>
            </a:bodyPr>
            <a:lstStyle/>
            <a:p>
              <a:endParaRPr lang="en-US"/>
            </a:p>
          </p:txBody>
        </p:sp>
        <p:sp>
          <p:nvSpPr>
            <p:cNvPr id="703" name="Freeform: Shape 702">
              <a:extLst>
                <a:ext uri="{FF2B5EF4-FFF2-40B4-BE49-F238E27FC236}">
                  <a16:creationId xmlns:a16="http://schemas.microsoft.com/office/drawing/2014/main" id="{9D60A72A-5C36-6188-097B-765580D295F2}"/>
                </a:ext>
                <a:ext uri="{C183D7F6-B498-43B3-948B-1728B52AA6E4}">
                  <adec:decorative xmlns:adec="http://schemas.microsoft.com/office/drawing/2017/decorative" val="1"/>
                </a:ext>
              </a:extLst>
            </p:cNvPr>
            <p:cNvSpPr/>
            <p:nvPr/>
          </p:nvSpPr>
          <p:spPr>
            <a:xfrm>
              <a:off x="5179551" y="1517247"/>
              <a:ext cx="433922" cy="434922"/>
            </a:xfrm>
            <a:custGeom>
              <a:avLst/>
              <a:gdLst>
                <a:gd name="connsiteX0" fmla="*/ 0 w 6508833"/>
                <a:gd name="connsiteY0" fmla="*/ 5880569 h 6523819"/>
                <a:gd name="connsiteX1" fmla="*/ 644091 w 6508833"/>
                <a:gd name="connsiteY1" fmla="*/ 5880569 h 6523819"/>
                <a:gd name="connsiteX2" fmla="*/ 644091 w 6508833"/>
                <a:gd name="connsiteY2" fmla="*/ 6523819 h 6523819"/>
                <a:gd name="connsiteX3" fmla="*/ 0 w 6508833"/>
                <a:gd name="connsiteY3" fmla="*/ 6523819 h 6523819"/>
                <a:gd name="connsiteX4" fmla="*/ 1882646 w 6508833"/>
                <a:gd name="connsiteY4" fmla="*/ 5248467 h 6523819"/>
                <a:gd name="connsiteX5" fmla="*/ 2107424 w 6508833"/>
                <a:gd name="connsiteY5" fmla="*/ 5248467 h 6523819"/>
                <a:gd name="connsiteX6" fmla="*/ 2107424 w 6508833"/>
                <a:gd name="connsiteY6" fmla="*/ 5460422 h 6523819"/>
                <a:gd name="connsiteX7" fmla="*/ 1882646 w 6508833"/>
                <a:gd name="connsiteY7" fmla="*/ 5460422 h 6523819"/>
                <a:gd name="connsiteX8" fmla="*/ 2794843 w 6508833"/>
                <a:gd name="connsiteY8" fmla="*/ 5248235 h 6523819"/>
                <a:gd name="connsiteX9" fmla="*/ 3019747 w 6508833"/>
                <a:gd name="connsiteY9" fmla="*/ 5248235 h 6523819"/>
                <a:gd name="connsiteX10" fmla="*/ 3019747 w 6508833"/>
                <a:gd name="connsiteY10" fmla="*/ 5462852 h 6523819"/>
                <a:gd name="connsiteX11" fmla="*/ 2794843 w 6508833"/>
                <a:gd name="connsiteY11" fmla="*/ 5462852 h 6523819"/>
                <a:gd name="connsiteX12" fmla="*/ 1427234 w 6508833"/>
                <a:gd name="connsiteY12" fmla="*/ 5247587 h 6523819"/>
                <a:gd name="connsiteX13" fmla="*/ 1641715 w 6508833"/>
                <a:gd name="connsiteY13" fmla="*/ 5247587 h 6523819"/>
                <a:gd name="connsiteX14" fmla="*/ 1641715 w 6508833"/>
                <a:gd name="connsiteY14" fmla="*/ 5459629 h 6523819"/>
                <a:gd name="connsiteX15" fmla="*/ 1427234 w 6508833"/>
                <a:gd name="connsiteY15" fmla="*/ 5459629 h 6523819"/>
                <a:gd name="connsiteX16" fmla="*/ 966916 w 6508833"/>
                <a:gd name="connsiteY16" fmla="*/ 5247461 h 6523819"/>
                <a:gd name="connsiteX17" fmla="*/ 1181552 w 6508833"/>
                <a:gd name="connsiteY17" fmla="*/ 5247461 h 6523819"/>
                <a:gd name="connsiteX18" fmla="*/ 1181552 w 6508833"/>
                <a:gd name="connsiteY18" fmla="*/ 5459823 h 6523819"/>
                <a:gd name="connsiteX19" fmla="*/ 966916 w 6508833"/>
                <a:gd name="connsiteY19" fmla="*/ 5459823 h 6523819"/>
                <a:gd name="connsiteX20" fmla="*/ 3717376 w 6508833"/>
                <a:gd name="connsiteY20" fmla="*/ 5247209 h 6523819"/>
                <a:gd name="connsiteX21" fmla="*/ 3932234 w 6508833"/>
                <a:gd name="connsiteY21" fmla="*/ 5247209 h 6523819"/>
                <a:gd name="connsiteX22" fmla="*/ 3932234 w 6508833"/>
                <a:gd name="connsiteY22" fmla="*/ 5460016 h 6523819"/>
                <a:gd name="connsiteX23" fmla="*/ 3717376 w 6508833"/>
                <a:gd name="connsiteY23" fmla="*/ 5460016 h 6523819"/>
                <a:gd name="connsiteX24" fmla="*/ 2338715 w 6508833"/>
                <a:gd name="connsiteY24" fmla="*/ 5244461 h 6523819"/>
                <a:gd name="connsiteX25" fmla="*/ 2563629 w 6508833"/>
                <a:gd name="connsiteY25" fmla="*/ 5244461 h 6523819"/>
                <a:gd name="connsiteX26" fmla="*/ 2563629 w 6508833"/>
                <a:gd name="connsiteY26" fmla="*/ 5458875 h 6523819"/>
                <a:gd name="connsiteX27" fmla="*/ 2338715 w 6508833"/>
                <a:gd name="connsiteY27" fmla="*/ 5458875 h 6523819"/>
                <a:gd name="connsiteX28" fmla="*/ 3260116 w 6508833"/>
                <a:gd name="connsiteY28" fmla="*/ 5244325 h 6523819"/>
                <a:gd name="connsiteX29" fmla="*/ 3473339 w 6508833"/>
                <a:gd name="connsiteY29" fmla="*/ 5244325 h 6523819"/>
                <a:gd name="connsiteX30" fmla="*/ 3473339 w 6508833"/>
                <a:gd name="connsiteY30" fmla="*/ 5459397 h 6523819"/>
                <a:gd name="connsiteX31" fmla="*/ 3260116 w 6508833"/>
                <a:gd name="connsiteY31" fmla="*/ 5459397 h 6523819"/>
                <a:gd name="connsiteX32" fmla="*/ 2338744 w 6508833"/>
                <a:gd name="connsiteY32" fmla="*/ 4820676 h 6523819"/>
                <a:gd name="connsiteX33" fmla="*/ 2560454 w 6508833"/>
                <a:gd name="connsiteY33" fmla="*/ 4820676 h 6523819"/>
                <a:gd name="connsiteX34" fmla="*/ 2560454 w 6508833"/>
                <a:gd name="connsiteY34" fmla="*/ 5035235 h 6523819"/>
                <a:gd name="connsiteX35" fmla="*/ 2338744 w 6508833"/>
                <a:gd name="connsiteY35" fmla="*/ 5035235 h 6523819"/>
                <a:gd name="connsiteX36" fmla="*/ 3260513 w 6508833"/>
                <a:gd name="connsiteY36" fmla="*/ 4820531 h 6523819"/>
                <a:gd name="connsiteX37" fmla="*/ 3472991 w 6508833"/>
                <a:gd name="connsiteY37" fmla="*/ 4820531 h 6523819"/>
                <a:gd name="connsiteX38" fmla="*/ 3472991 w 6508833"/>
                <a:gd name="connsiteY38" fmla="*/ 5035235 h 6523819"/>
                <a:gd name="connsiteX39" fmla="*/ 3260513 w 6508833"/>
                <a:gd name="connsiteY39" fmla="*/ 5035235 h 6523819"/>
                <a:gd name="connsiteX40" fmla="*/ 1879404 w 6508833"/>
                <a:gd name="connsiteY40" fmla="*/ 4820386 h 6523819"/>
                <a:gd name="connsiteX41" fmla="*/ 2104560 w 6508833"/>
                <a:gd name="connsiteY41" fmla="*/ 4820386 h 6523819"/>
                <a:gd name="connsiteX42" fmla="*/ 2104560 w 6508833"/>
                <a:gd name="connsiteY42" fmla="*/ 5034296 h 6523819"/>
                <a:gd name="connsiteX43" fmla="*/ 1879404 w 6508833"/>
                <a:gd name="connsiteY43" fmla="*/ 5034296 h 6523819"/>
                <a:gd name="connsiteX44" fmla="*/ 1425657 w 6508833"/>
                <a:gd name="connsiteY44" fmla="*/ 4819989 h 6523819"/>
                <a:gd name="connsiteX45" fmla="*/ 1641715 w 6508833"/>
                <a:gd name="connsiteY45" fmla="*/ 4819989 h 6523819"/>
                <a:gd name="connsiteX46" fmla="*/ 1641715 w 6508833"/>
                <a:gd name="connsiteY46" fmla="*/ 5031828 h 6523819"/>
                <a:gd name="connsiteX47" fmla="*/ 1425657 w 6508833"/>
                <a:gd name="connsiteY47" fmla="*/ 5031828 h 6523819"/>
                <a:gd name="connsiteX48" fmla="*/ 966916 w 6508833"/>
                <a:gd name="connsiteY48" fmla="*/ 4819853 h 6523819"/>
                <a:gd name="connsiteX49" fmla="*/ 1181484 w 6508833"/>
                <a:gd name="connsiteY49" fmla="*/ 4819853 h 6523819"/>
                <a:gd name="connsiteX50" fmla="*/ 1181484 w 6508833"/>
                <a:gd name="connsiteY50" fmla="*/ 5032070 h 6523819"/>
                <a:gd name="connsiteX51" fmla="*/ 966916 w 6508833"/>
                <a:gd name="connsiteY51" fmla="*/ 5032070 h 6523819"/>
                <a:gd name="connsiteX52" fmla="*/ 2794766 w 6508833"/>
                <a:gd name="connsiteY52" fmla="*/ 4816843 h 6523819"/>
                <a:gd name="connsiteX53" fmla="*/ 3019815 w 6508833"/>
                <a:gd name="connsiteY53" fmla="*/ 4816843 h 6523819"/>
                <a:gd name="connsiteX54" fmla="*/ 3019815 w 6508833"/>
                <a:gd name="connsiteY54" fmla="*/ 5031324 h 6523819"/>
                <a:gd name="connsiteX55" fmla="*/ 2794766 w 6508833"/>
                <a:gd name="connsiteY55" fmla="*/ 5031324 h 6523819"/>
                <a:gd name="connsiteX56" fmla="*/ 3713757 w 6508833"/>
                <a:gd name="connsiteY56" fmla="*/ 4816640 h 6523819"/>
                <a:gd name="connsiteX57" fmla="*/ 3928180 w 6508833"/>
                <a:gd name="connsiteY57" fmla="*/ 4816640 h 6523819"/>
                <a:gd name="connsiteX58" fmla="*/ 3928180 w 6508833"/>
                <a:gd name="connsiteY58" fmla="*/ 5032050 h 6523819"/>
                <a:gd name="connsiteX59" fmla="*/ 3713757 w 6508833"/>
                <a:gd name="connsiteY59" fmla="*/ 5032050 h 6523819"/>
                <a:gd name="connsiteX60" fmla="*/ 5937272 w 6508833"/>
                <a:gd name="connsiteY60" fmla="*/ 4703874 h 6523819"/>
                <a:gd name="connsiteX61" fmla="*/ 6508833 w 6508833"/>
                <a:gd name="connsiteY61" fmla="*/ 5033684 h 6523819"/>
                <a:gd name="connsiteX62" fmla="*/ 5939469 w 6508833"/>
                <a:gd name="connsiteY62" fmla="*/ 5363113 h 6523819"/>
                <a:gd name="connsiteX63" fmla="*/ 5939469 w 6508833"/>
                <a:gd name="connsiteY63" fmla="*/ 5254403 h 6523819"/>
                <a:gd name="connsiteX64" fmla="*/ 5424407 w 6508833"/>
                <a:gd name="connsiteY64" fmla="*/ 5254403 h 6523819"/>
                <a:gd name="connsiteX65" fmla="*/ 5424408 w 6508833"/>
                <a:gd name="connsiteY65" fmla="*/ 4865646 h 6523819"/>
                <a:gd name="connsiteX66" fmla="*/ 5427644 w 6508833"/>
                <a:gd name="connsiteY66" fmla="*/ 4816214 h 6523819"/>
                <a:gd name="connsiteX67" fmla="*/ 5937272 w 6508833"/>
                <a:gd name="connsiteY67" fmla="*/ 4816214 h 6523819"/>
                <a:gd name="connsiteX68" fmla="*/ 5937272 w 6508833"/>
                <a:gd name="connsiteY68" fmla="*/ 4703874 h 6523819"/>
                <a:gd name="connsiteX69" fmla="*/ 969771 w 6508833"/>
                <a:gd name="connsiteY69" fmla="*/ 4392623 h 6523819"/>
                <a:gd name="connsiteX70" fmla="*/ 1182694 w 6508833"/>
                <a:gd name="connsiteY70" fmla="*/ 4392623 h 6523819"/>
                <a:gd name="connsiteX71" fmla="*/ 1182694 w 6508833"/>
                <a:gd name="connsiteY71" fmla="*/ 4607540 h 6523819"/>
                <a:gd name="connsiteX72" fmla="*/ 969771 w 6508833"/>
                <a:gd name="connsiteY72" fmla="*/ 4607540 h 6523819"/>
                <a:gd name="connsiteX73" fmla="*/ 1426799 w 6508833"/>
                <a:gd name="connsiteY73" fmla="*/ 4391771 h 6523819"/>
                <a:gd name="connsiteX74" fmla="*/ 1641715 w 6508833"/>
                <a:gd name="connsiteY74" fmla="*/ 4391771 h 6523819"/>
                <a:gd name="connsiteX75" fmla="*/ 1641715 w 6508833"/>
                <a:gd name="connsiteY75" fmla="*/ 4604694 h 6523819"/>
                <a:gd name="connsiteX76" fmla="*/ 1426799 w 6508833"/>
                <a:gd name="connsiteY76" fmla="*/ 4604694 h 6523819"/>
                <a:gd name="connsiteX77" fmla="*/ 3715615 w 6508833"/>
                <a:gd name="connsiteY77" fmla="*/ 4390852 h 6523819"/>
                <a:gd name="connsiteX78" fmla="*/ 3928848 w 6508833"/>
                <a:gd name="connsiteY78" fmla="*/ 4390852 h 6523819"/>
                <a:gd name="connsiteX79" fmla="*/ 3928848 w 6508833"/>
                <a:gd name="connsiteY79" fmla="*/ 4605033 h 6523819"/>
                <a:gd name="connsiteX80" fmla="*/ 3715615 w 6508833"/>
                <a:gd name="connsiteY80" fmla="*/ 4605033 h 6523819"/>
                <a:gd name="connsiteX81" fmla="*/ 3260116 w 6508833"/>
                <a:gd name="connsiteY81" fmla="*/ 4388945 h 6523819"/>
                <a:gd name="connsiteX82" fmla="*/ 3473339 w 6508833"/>
                <a:gd name="connsiteY82" fmla="*/ 4388945 h 6523819"/>
                <a:gd name="connsiteX83" fmla="*/ 3473339 w 6508833"/>
                <a:gd name="connsiteY83" fmla="*/ 4604017 h 6523819"/>
                <a:gd name="connsiteX84" fmla="*/ 3260116 w 6508833"/>
                <a:gd name="connsiteY84" fmla="*/ 4604017 h 6523819"/>
                <a:gd name="connsiteX85" fmla="*/ 970032 w 6508833"/>
                <a:gd name="connsiteY85" fmla="*/ 3965161 h 6523819"/>
                <a:gd name="connsiteX86" fmla="*/ 1185432 w 6508833"/>
                <a:gd name="connsiteY86" fmla="*/ 3965161 h 6523819"/>
                <a:gd name="connsiteX87" fmla="*/ 1185432 w 6508833"/>
                <a:gd name="connsiteY87" fmla="*/ 4189301 h 6523819"/>
                <a:gd name="connsiteX88" fmla="*/ 970032 w 6508833"/>
                <a:gd name="connsiteY88" fmla="*/ 4189301 h 6523819"/>
                <a:gd name="connsiteX89" fmla="*/ 3716428 w 6508833"/>
                <a:gd name="connsiteY89" fmla="*/ 3964861 h 6523819"/>
                <a:gd name="connsiteX90" fmla="*/ 3929496 w 6508833"/>
                <a:gd name="connsiteY90" fmla="*/ 3964861 h 6523819"/>
                <a:gd name="connsiteX91" fmla="*/ 3929496 w 6508833"/>
                <a:gd name="connsiteY91" fmla="*/ 4189359 h 6523819"/>
                <a:gd name="connsiteX92" fmla="*/ 3716428 w 6508833"/>
                <a:gd name="connsiteY92" fmla="*/ 4189359 h 6523819"/>
                <a:gd name="connsiteX93" fmla="*/ 1881862 w 6508833"/>
                <a:gd name="connsiteY93" fmla="*/ 3964609 h 6523819"/>
                <a:gd name="connsiteX94" fmla="*/ 2107424 w 6508833"/>
                <a:gd name="connsiteY94" fmla="*/ 3964609 h 6523819"/>
                <a:gd name="connsiteX95" fmla="*/ 2107424 w 6508833"/>
                <a:gd name="connsiteY95" fmla="*/ 4185942 h 6523819"/>
                <a:gd name="connsiteX96" fmla="*/ 1881862 w 6508833"/>
                <a:gd name="connsiteY96" fmla="*/ 4185942 h 6523819"/>
                <a:gd name="connsiteX97" fmla="*/ 1423092 w 6508833"/>
                <a:gd name="connsiteY97" fmla="*/ 3964203 h 6523819"/>
                <a:gd name="connsiteX98" fmla="*/ 1637970 w 6508833"/>
                <a:gd name="connsiteY98" fmla="*/ 3964203 h 6523819"/>
                <a:gd name="connsiteX99" fmla="*/ 1637970 w 6508833"/>
                <a:gd name="connsiteY99" fmla="*/ 4189340 h 6523819"/>
                <a:gd name="connsiteX100" fmla="*/ 1423092 w 6508833"/>
                <a:gd name="connsiteY100" fmla="*/ 4189340 h 6523819"/>
                <a:gd name="connsiteX101" fmla="*/ 3261500 w 6508833"/>
                <a:gd name="connsiteY101" fmla="*/ 3961657 h 6523819"/>
                <a:gd name="connsiteX102" fmla="*/ 3479765 w 6508833"/>
                <a:gd name="connsiteY102" fmla="*/ 3961657 h 6523819"/>
                <a:gd name="connsiteX103" fmla="*/ 3479765 w 6508833"/>
                <a:gd name="connsiteY103" fmla="*/ 4186087 h 6523819"/>
                <a:gd name="connsiteX104" fmla="*/ 3261500 w 6508833"/>
                <a:gd name="connsiteY104" fmla="*/ 4186087 h 6523819"/>
                <a:gd name="connsiteX105" fmla="*/ 969994 w 6508833"/>
                <a:gd name="connsiteY105" fmla="*/ 3537456 h 6523819"/>
                <a:gd name="connsiteX106" fmla="*/ 1182472 w 6508833"/>
                <a:gd name="connsiteY106" fmla="*/ 3537456 h 6523819"/>
                <a:gd name="connsiteX107" fmla="*/ 1182472 w 6508833"/>
                <a:gd name="connsiteY107" fmla="*/ 3761664 h 6523819"/>
                <a:gd name="connsiteX108" fmla="*/ 969994 w 6508833"/>
                <a:gd name="connsiteY108" fmla="*/ 3761664 h 6523819"/>
                <a:gd name="connsiteX109" fmla="*/ 3716592 w 6508833"/>
                <a:gd name="connsiteY109" fmla="*/ 3537311 h 6523819"/>
                <a:gd name="connsiteX110" fmla="*/ 3932225 w 6508833"/>
                <a:gd name="connsiteY110" fmla="*/ 3537311 h 6523819"/>
                <a:gd name="connsiteX111" fmla="*/ 3932225 w 6508833"/>
                <a:gd name="connsiteY111" fmla="*/ 3761712 h 6523819"/>
                <a:gd name="connsiteX112" fmla="*/ 3716592 w 6508833"/>
                <a:gd name="connsiteY112" fmla="*/ 3761712 h 6523819"/>
                <a:gd name="connsiteX113" fmla="*/ 1423121 w 6508833"/>
                <a:gd name="connsiteY113" fmla="*/ 3536701 h 6523819"/>
                <a:gd name="connsiteX114" fmla="*/ 1637757 w 6508833"/>
                <a:gd name="connsiteY114" fmla="*/ 3536701 h 6523819"/>
                <a:gd name="connsiteX115" fmla="*/ 1637757 w 6508833"/>
                <a:gd name="connsiteY115" fmla="*/ 3758547 h 6523819"/>
                <a:gd name="connsiteX116" fmla="*/ 1423121 w 6508833"/>
                <a:gd name="connsiteY116" fmla="*/ 3758547 h 6523819"/>
                <a:gd name="connsiteX117" fmla="*/ 3257445 w 6508833"/>
                <a:gd name="connsiteY117" fmla="*/ 3536343 h 6523819"/>
                <a:gd name="connsiteX118" fmla="*/ 3472439 w 6508833"/>
                <a:gd name="connsiteY118" fmla="*/ 3536343 h 6523819"/>
                <a:gd name="connsiteX119" fmla="*/ 3472439 w 6508833"/>
                <a:gd name="connsiteY119" fmla="*/ 3758925 h 6523819"/>
                <a:gd name="connsiteX120" fmla="*/ 3257445 w 6508833"/>
                <a:gd name="connsiteY120" fmla="*/ 3758925 h 6523819"/>
                <a:gd name="connsiteX121" fmla="*/ 2338609 w 6508833"/>
                <a:gd name="connsiteY121" fmla="*/ 3109784 h 6523819"/>
                <a:gd name="connsiteX122" fmla="*/ 2560571 w 6508833"/>
                <a:gd name="connsiteY122" fmla="*/ 3109784 h 6523819"/>
                <a:gd name="connsiteX123" fmla="*/ 2560571 w 6508833"/>
                <a:gd name="connsiteY123" fmla="*/ 3333969 h 6523819"/>
                <a:gd name="connsiteX124" fmla="*/ 2338609 w 6508833"/>
                <a:gd name="connsiteY124" fmla="*/ 3333969 h 6523819"/>
                <a:gd name="connsiteX125" fmla="*/ 969858 w 6508833"/>
                <a:gd name="connsiteY125" fmla="*/ 3109618 h 6523819"/>
                <a:gd name="connsiteX126" fmla="*/ 1185491 w 6508833"/>
                <a:gd name="connsiteY126" fmla="*/ 3109618 h 6523819"/>
                <a:gd name="connsiteX127" fmla="*/ 1185491 w 6508833"/>
                <a:gd name="connsiteY127" fmla="*/ 3334017 h 6523819"/>
                <a:gd name="connsiteX128" fmla="*/ 969858 w 6508833"/>
                <a:gd name="connsiteY128" fmla="*/ 3334017 h 6523819"/>
                <a:gd name="connsiteX129" fmla="*/ 1882104 w 6508833"/>
                <a:gd name="connsiteY129" fmla="*/ 3109473 h 6523819"/>
                <a:gd name="connsiteX130" fmla="*/ 2104685 w 6508833"/>
                <a:gd name="connsiteY130" fmla="*/ 3109473 h 6523819"/>
                <a:gd name="connsiteX131" fmla="*/ 2104685 w 6508833"/>
                <a:gd name="connsiteY131" fmla="*/ 3333969 h 6523819"/>
                <a:gd name="connsiteX132" fmla="*/ 1882104 w 6508833"/>
                <a:gd name="connsiteY132" fmla="*/ 3333969 h 6523819"/>
                <a:gd name="connsiteX133" fmla="*/ 3715557 w 6508833"/>
                <a:gd name="connsiteY133" fmla="*/ 3109269 h 6523819"/>
                <a:gd name="connsiteX134" fmla="*/ 3929738 w 6508833"/>
                <a:gd name="connsiteY134" fmla="*/ 3109269 h 6523819"/>
                <a:gd name="connsiteX135" fmla="*/ 3929738 w 6508833"/>
                <a:gd name="connsiteY135" fmla="*/ 3332005 h 6523819"/>
                <a:gd name="connsiteX136" fmla="*/ 3715557 w 6508833"/>
                <a:gd name="connsiteY136" fmla="*/ 3332005 h 6523819"/>
                <a:gd name="connsiteX137" fmla="*/ 3261471 w 6508833"/>
                <a:gd name="connsiteY137" fmla="*/ 3109046 h 6523819"/>
                <a:gd name="connsiteX138" fmla="*/ 3476029 w 6508833"/>
                <a:gd name="connsiteY138" fmla="*/ 3109046 h 6523819"/>
                <a:gd name="connsiteX139" fmla="*/ 3476029 w 6508833"/>
                <a:gd name="connsiteY139" fmla="*/ 3330756 h 6523819"/>
                <a:gd name="connsiteX140" fmla="*/ 3261471 w 6508833"/>
                <a:gd name="connsiteY140" fmla="*/ 3330756 h 6523819"/>
                <a:gd name="connsiteX141" fmla="*/ 1423121 w 6508833"/>
                <a:gd name="connsiteY141" fmla="*/ 3108767 h 6523819"/>
                <a:gd name="connsiteX142" fmla="*/ 1637999 w 6508833"/>
                <a:gd name="connsiteY142" fmla="*/ 3108767 h 6523819"/>
                <a:gd name="connsiteX143" fmla="*/ 1637999 w 6508833"/>
                <a:gd name="connsiteY143" fmla="*/ 3331105 h 6523819"/>
                <a:gd name="connsiteX144" fmla="*/ 1423121 w 6508833"/>
                <a:gd name="connsiteY144" fmla="*/ 3331105 h 6523819"/>
                <a:gd name="connsiteX145" fmla="*/ 2795404 w 6508833"/>
                <a:gd name="connsiteY145" fmla="*/ 3108690 h 6523819"/>
                <a:gd name="connsiteX146" fmla="*/ 3019834 w 6508833"/>
                <a:gd name="connsiteY146" fmla="*/ 3108690 h 6523819"/>
                <a:gd name="connsiteX147" fmla="*/ 3019834 w 6508833"/>
                <a:gd name="connsiteY147" fmla="*/ 3331133 h 6523819"/>
                <a:gd name="connsiteX148" fmla="*/ 2795404 w 6508833"/>
                <a:gd name="connsiteY148" fmla="*/ 3331133 h 6523819"/>
                <a:gd name="connsiteX149" fmla="*/ 5984315 w 6508833"/>
                <a:gd name="connsiteY149" fmla="*/ 2785184 h 6523819"/>
                <a:gd name="connsiteX150" fmla="*/ 5984315 w 6508833"/>
                <a:gd name="connsiteY150" fmla="*/ 2896783 h 6523819"/>
                <a:gd name="connsiteX151" fmla="*/ 6108822 w 6508833"/>
                <a:gd name="connsiteY151" fmla="*/ 2896783 h 6523819"/>
                <a:gd name="connsiteX152" fmla="*/ 6495333 w 6508833"/>
                <a:gd name="connsiteY152" fmla="*/ 2896783 h 6523819"/>
                <a:gd name="connsiteX153" fmla="*/ 6495333 w 6508833"/>
                <a:gd name="connsiteY153" fmla="*/ 3331778 h 6523819"/>
                <a:gd name="connsiteX154" fmla="*/ 5986679 w 6508833"/>
                <a:gd name="connsiteY154" fmla="*/ 3331778 h 6523819"/>
                <a:gd name="connsiteX155" fmla="*/ 5986679 w 6508833"/>
                <a:gd name="connsiteY155" fmla="*/ 3444046 h 6523819"/>
                <a:gd name="connsiteX156" fmla="*/ 5414797 w 6508833"/>
                <a:gd name="connsiteY156" fmla="*/ 3113604 h 6523819"/>
                <a:gd name="connsiteX157" fmla="*/ 5984315 w 6508833"/>
                <a:gd name="connsiteY157" fmla="*/ 2785184 h 6523819"/>
                <a:gd name="connsiteX158" fmla="*/ 2339296 w 6508833"/>
                <a:gd name="connsiteY158" fmla="*/ 2681104 h 6523819"/>
                <a:gd name="connsiteX159" fmla="*/ 2563629 w 6508833"/>
                <a:gd name="connsiteY159" fmla="*/ 2681104 h 6523819"/>
                <a:gd name="connsiteX160" fmla="*/ 2563629 w 6508833"/>
                <a:gd name="connsiteY160" fmla="*/ 2903348 h 6523819"/>
                <a:gd name="connsiteX161" fmla="*/ 2339296 w 6508833"/>
                <a:gd name="connsiteY161" fmla="*/ 2903348 h 6523819"/>
                <a:gd name="connsiteX162" fmla="*/ 3716089 w 6508833"/>
                <a:gd name="connsiteY162" fmla="*/ 2680840 h 6523819"/>
                <a:gd name="connsiteX163" fmla="*/ 3928780 w 6508833"/>
                <a:gd name="connsiteY163" fmla="*/ 2680840 h 6523819"/>
                <a:gd name="connsiteX164" fmla="*/ 3928780 w 6508833"/>
                <a:gd name="connsiteY164" fmla="*/ 2906288 h 6523819"/>
                <a:gd name="connsiteX165" fmla="*/ 3716089 w 6508833"/>
                <a:gd name="connsiteY165" fmla="*/ 2906288 h 6523819"/>
                <a:gd name="connsiteX166" fmla="*/ 1882191 w 6508833"/>
                <a:gd name="connsiteY166" fmla="*/ 2678181 h 6523819"/>
                <a:gd name="connsiteX167" fmla="*/ 2104530 w 6508833"/>
                <a:gd name="connsiteY167" fmla="*/ 2678181 h 6523819"/>
                <a:gd name="connsiteX168" fmla="*/ 2104530 w 6508833"/>
                <a:gd name="connsiteY168" fmla="*/ 2902565 h 6523819"/>
                <a:gd name="connsiteX169" fmla="*/ 1882191 w 6508833"/>
                <a:gd name="connsiteY169" fmla="*/ 2902565 h 6523819"/>
                <a:gd name="connsiteX170" fmla="*/ 2794698 w 6508833"/>
                <a:gd name="connsiteY170" fmla="*/ 2678179 h 6523819"/>
                <a:gd name="connsiteX171" fmla="*/ 3016854 w 6508833"/>
                <a:gd name="connsiteY171" fmla="*/ 2678179 h 6523819"/>
                <a:gd name="connsiteX172" fmla="*/ 3016854 w 6508833"/>
                <a:gd name="connsiteY172" fmla="*/ 2902468 h 6523819"/>
                <a:gd name="connsiteX173" fmla="*/ 2794698 w 6508833"/>
                <a:gd name="connsiteY173" fmla="*/ 2902468 h 6523819"/>
                <a:gd name="connsiteX174" fmla="*/ 1426063 w 6508833"/>
                <a:gd name="connsiteY174" fmla="*/ 2678179 h 6523819"/>
                <a:gd name="connsiteX175" fmla="*/ 1638763 w 6508833"/>
                <a:gd name="connsiteY175" fmla="*/ 2678179 h 6523819"/>
                <a:gd name="connsiteX176" fmla="*/ 1638763 w 6508833"/>
                <a:gd name="connsiteY176" fmla="*/ 2902495 h 6523819"/>
                <a:gd name="connsiteX177" fmla="*/ 1426063 w 6508833"/>
                <a:gd name="connsiteY177" fmla="*/ 2902495 h 6523819"/>
                <a:gd name="connsiteX178" fmla="*/ 969906 w 6508833"/>
                <a:gd name="connsiteY178" fmla="*/ 2678179 h 6523819"/>
                <a:gd name="connsiteX179" fmla="*/ 1182500 w 6508833"/>
                <a:gd name="connsiteY179" fmla="*/ 2678179 h 6523819"/>
                <a:gd name="connsiteX180" fmla="*/ 1182500 w 6508833"/>
                <a:gd name="connsiteY180" fmla="*/ 2902438 h 6523819"/>
                <a:gd name="connsiteX181" fmla="*/ 969906 w 6508833"/>
                <a:gd name="connsiteY181" fmla="*/ 2902438 h 6523819"/>
                <a:gd name="connsiteX182" fmla="*/ 3260426 w 6508833"/>
                <a:gd name="connsiteY182" fmla="*/ 2678178 h 6523819"/>
                <a:gd name="connsiteX183" fmla="*/ 3473020 w 6508833"/>
                <a:gd name="connsiteY183" fmla="*/ 2678178 h 6523819"/>
                <a:gd name="connsiteX184" fmla="*/ 3473020 w 6508833"/>
                <a:gd name="connsiteY184" fmla="*/ 2902436 h 6523819"/>
                <a:gd name="connsiteX185" fmla="*/ 3260426 w 6508833"/>
                <a:gd name="connsiteY185" fmla="*/ 2902436 h 6523819"/>
                <a:gd name="connsiteX186" fmla="*/ 1269027 w 6508833"/>
                <a:gd name="connsiteY186" fmla="*/ 7491 h 6523819"/>
                <a:gd name="connsiteX187" fmla="*/ 1622222 w 6508833"/>
                <a:gd name="connsiteY187" fmla="*/ 7491 h 6523819"/>
                <a:gd name="connsiteX188" fmla="*/ 1706314 w 6508833"/>
                <a:gd name="connsiteY188" fmla="*/ 7491 h 6523819"/>
                <a:gd name="connsiteX189" fmla="*/ 1706314 w 6508833"/>
                <a:gd name="connsiteY189" fmla="*/ 518058 h 6523819"/>
                <a:gd name="connsiteX190" fmla="*/ 1822006 w 6508833"/>
                <a:gd name="connsiteY190" fmla="*/ 518058 h 6523819"/>
                <a:gd name="connsiteX191" fmla="*/ 1489650 w 6508833"/>
                <a:gd name="connsiteY191" fmla="*/ 1095839 h 6523819"/>
                <a:gd name="connsiteX192" fmla="*/ 1158702 w 6508833"/>
                <a:gd name="connsiteY192" fmla="*/ 522399 h 6523819"/>
                <a:gd name="connsiteX193" fmla="*/ 1269027 w 6508833"/>
                <a:gd name="connsiteY193" fmla="*/ 522399 h 6523819"/>
                <a:gd name="connsiteX194" fmla="*/ 1269027 w 6508833"/>
                <a:gd name="connsiteY194" fmla="*/ 7491 h 6523819"/>
                <a:gd name="connsiteX195" fmla="*/ 3410002 w 6508833"/>
                <a:gd name="connsiteY195" fmla="*/ 0 h 6523819"/>
                <a:gd name="connsiteX196" fmla="*/ 3716907 w 6508833"/>
                <a:gd name="connsiteY196" fmla="*/ 537001 h 6523819"/>
                <a:gd name="connsiteX197" fmla="*/ 3737264 w 6508833"/>
                <a:gd name="connsiteY197" fmla="*/ 565284 h 6523819"/>
                <a:gd name="connsiteX198" fmla="*/ 3629573 w 6508833"/>
                <a:gd name="connsiteY198" fmla="*/ 565284 h 6523819"/>
                <a:gd name="connsiteX199" fmla="*/ 3629573 w 6508833"/>
                <a:gd name="connsiteY199" fmla="*/ 1088028 h 6523819"/>
                <a:gd name="connsiteX200" fmla="*/ 3192727 w 6508833"/>
                <a:gd name="connsiteY200" fmla="*/ 1088028 h 6523819"/>
                <a:gd name="connsiteX201" fmla="*/ 3192727 w 6508833"/>
                <a:gd name="connsiteY201" fmla="*/ 569221 h 6523819"/>
                <a:gd name="connsiteX202" fmla="*/ 3081463 w 6508833"/>
                <a:gd name="connsiteY202" fmla="*/ 569221 h 6523819"/>
                <a:gd name="connsiteX203" fmla="*/ 3410002 w 6508833"/>
                <a:gd name="connsiteY203" fmla="*/ 0 h 652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6508833" h="6523819">
                  <a:moveTo>
                    <a:pt x="0" y="5880569"/>
                  </a:moveTo>
                  <a:lnTo>
                    <a:pt x="644091" y="5880569"/>
                  </a:lnTo>
                  <a:lnTo>
                    <a:pt x="644091" y="6523819"/>
                  </a:lnTo>
                  <a:lnTo>
                    <a:pt x="0" y="6523819"/>
                  </a:lnTo>
                  <a:close/>
                  <a:moveTo>
                    <a:pt x="1882646" y="5248467"/>
                  </a:moveTo>
                  <a:lnTo>
                    <a:pt x="2107424" y="5248467"/>
                  </a:lnTo>
                  <a:lnTo>
                    <a:pt x="2107424" y="5460422"/>
                  </a:lnTo>
                  <a:lnTo>
                    <a:pt x="1882646" y="5460422"/>
                  </a:lnTo>
                  <a:close/>
                  <a:moveTo>
                    <a:pt x="2794843" y="5248235"/>
                  </a:moveTo>
                  <a:lnTo>
                    <a:pt x="3019747" y="5248235"/>
                  </a:lnTo>
                  <a:lnTo>
                    <a:pt x="3019747" y="5462852"/>
                  </a:lnTo>
                  <a:lnTo>
                    <a:pt x="2794843" y="5462852"/>
                  </a:lnTo>
                  <a:close/>
                  <a:moveTo>
                    <a:pt x="1427234" y="5247587"/>
                  </a:moveTo>
                  <a:lnTo>
                    <a:pt x="1641715" y="5247587"/>
                  </a:lnTo>
                  <a:lnTo>
                    <a:pt x="1641715" y="5459629"/>
                  </a:lnTo>
                  <a:lnTo>
                    <a:pt x="1427234" y="5459629"/>
                  </a:lnTo>
                  <a:close/>
                  <a:moveTo>
                    <a:pt x="966916" y="5247461"/>
                  </a:moveTo>
                  <a:lnTo>
                    <a:pt x="1181552" y="5247461"/>
                  </a:lnTo>
                  <a:lnTo>
                    <a:pt x="1181552" y="5459823"/>
                  </a:lnTo>
                  <a:lnTo>
                    <a:pt x="966916" y="5459823"/>
                  </a:lnTo>
                  <a:close/>
                  <a:moveTo>
                    <a:pt x="3717376" y="5247209"/>
                  </a:moveTo>
                  <a:lnTo>
                    <a:pt x="3932234" y="5247209"/>
                  </a:lnTo>
                  <a:lnTo>
                    <a:pt x="3932234" y="5460016"/>
                  </a:lnTo>
                  <a:lnTo>
                    <a:pt x="3717376" y="5460016"/>
                  </a:lnTo>
                  <a:close/>
                  <a:moveTo>
                    <a:pt x="2338715" y="5244461"/>
                  </a:moveTo>
                  <a:lnTo>
                    <a:pt x="2563629" y="5244461"/>
                  </a:lnTo>
                  <a:lnTo>
                    <a:pt x="2563629" y="5458875"/>
                  </a:lnTo>
                  <a:lnTo>
                    <a:pt x="2338715" y="5458875"/>
                  </a:lnTo>
                  <a:close/>
                  <a:moveTo>
                    <a:pt x="3260116" y="5244325"/>
                  </a:moveTo>
                  <a:lnTo>
                    <a:pt x="3473339" y="5244325"/>
                  </a:lnTo>
                  <a:lnTo>
                    <a:pt x="3473339" y="5459397"/>
                  </a:lnTo>
                  <a:lnTo>
                    <a:pt x="3260116" y="5459397"/>
                  </a:lnTo>
                  <a:close/>
                  <a:moveTo>
                    <a:pt x="2338744" y="4820676"/>
                  </a:moveTo>
                  <a:lnTo>
                    <a:pt x="2560454" y="4820676"/>
                  </a:lnTo>
                  <a:lnTo>
                    <a:pt x="2560454" y="5035235"/>
                  </a:lnTo>
                  <a:lnTo>
                    <a:pt x="2338744" y="5035235"/>
                  </a:lnTo>
                  <a:close/>
                  <a:moveTo>
                    <a:pt x="3260513" y="4820531"/>
                  </a:moveTo>
                  <a:lnTo>
                    <a:pt x="3472991" y="4820531"/>
                  </a:lnTo>
                  <a:lnTo>
                    <a:pt x="3472991" y="5035235"/>
                  </a:lnTo>
                  <a:lnTo>
                    <a:pt x="3260513" y="5035235"/>
                  </a:lnTo>
                  <a:close/>
                  <a:moveTo>
                    <a:pt x="1879404" y="4820386"/>
                  </a:moveTo>
                  <a:lnTo>
                    <a:pt x="2104560" y="4820386"/>
                  </a:lnTo>
                  <a:lnTo>
                    <a:pt x="2104560" y="5034296"/>
                  </a:lnTo>
                  <a:lnTo>
                    <a:pt x="1879404" y="5034296"/>
                  </a:lnTo>
                  <a:close/>
                  <a:moveTo>
                    <a:pt x="1425657" y="4819989"/>
                  </a:moveTo>
                  <a:lnTo>
                    <a:pt x="1641715" y="4819989"/>
                  </a:lnTo>
                  <a:lnTo>
                    <a:pt x="1641715" y="5031828"/>
                  </a:lnTo>
                  <a:lnTo>
                    <a:pt x="1425657" y="5031828"/>
                  </a:lnTo>
                  <a:close/>
                  <a:moveTo>
                    <a:pt x="966916" y="4819853"/>
                  </a:moveTo>
                  <a:lnTo>
                    <a:pt x="1181484" y="4819853"/>
                  </a:lnTo>
                  <a:lnTo>
                    <a:pt x="1181484" y="5032070"/>
                  </a:lnTo>
                  <a:lnTo>
                    <a:pt x="966916" y="5032070"/>
                  </a:lnTo>
                  <a:close/>
                  <a:moveTo>
                    <a:pt x="2794766" y="4816843"/>
                  </a:moveTo>
                  <a:lnTo>
                    <a:pt x="3019815" y="4816843"/>
                  </a:lnTo>
                  <a:lnTo>
                    <a:pt x="3019815" y="5031324"/>
                  </a:lnTo>
                  <a:lnTo>
                    <a:pt x="2794766" y="5031324"/>
                  </a:lnTo>
                  <a:close/>
                  <a:moveTo>
                    <a:pt x="3713757" y="4816640"/>
                  </a:moveTo>
                  <a:lnTo>
                    <a:pt x="3928180" y="4816640"/>
                  </a:lnTo>
                  <a:lnTo>
                    <a:pt x="3928180" y="5032050"/>
                  </a:lnTo>
                  <a:lnTo>
                    <a:pt x="3713757" y="5032050"/>
                  </a:lnTo>
                  <a:close/>
                  <a:moveTo>
                    <a:pt x="5937272" y="4703874"/>
                  </a:moveTo>
                  <a:cubicBezTo>
                    <a:pt x="6130368" y="4815296"/>
                    <a:pt x="6314429" y="4921506"/>
                    <a:pt x="6508833" y="5033684"/>
                  </a:cubicBezTo>
                  <a:cubicBezTo>
                    <a:pt x="6316118" y="5145186"/>
                    <a:pt x="6131483" y="5252015"/>
                    <a:pt x="5939469" y="5363113"/>
                  </a:cubicBezTo>
                  <a:cubicBezTo>
                    <a:pt x="5939469" y="5324059"/>
                    <a:pt x="5939469" y="5292043"/>
                    <a:pt x="5939469" y="5254403"/>
                  </a:cubicBezTo>
                  <a:cubicBezTo>
                    <a:pt x="5765860" y="5254403"/>
                    <a:pt x="5597573" y="5254403"/>
                    <a:pt x="5424407" y="5254403"/>
                  </a:cubicBezTo>
                  <a:cubicBezTo>
                    <a:pt x="5424407" y="5122539"/>
                    <a:pt x="5424407" y="4996386"/>
                    <a:pt x="5424408" y="4865646"/>
                  </a:cubicBezTo>
                  <a:cubicBezTo>
                    <a:pt x="5425395" y="4847394"/>
                    <a:pt x="5426381" y="4833724"/>
                    <a:pt x="5427644" y="4816214"/>
                  </a:cubicBezTo>
                  <a:cubicBezTo>
                    <a:pt x="5597941" y="4816214"/>
                    <a:pt x="5765043" y="4816214"/>
                    <a:pt x="5937272" y="4816214"/>
                  </a:cubicBezTo>
                  <a:cubicBezTo>
                    <a:pt x="5937272" y="4780050"/>
                    <a:pt x="5937272" y="4747869"/>
                    <a:pt x="5937272" y="4703874"/>
                  </a:cubicBezTo>
                  <a:close/>
                  <a:moveTo>
                    <a:pt x="969771" y="4392623"/>
                  </a:moveTo>
                  <a:lnTo>
                    <a:pt x="1182694" y="4392623"/>
                  </a:lnTo>
                  <a:lnTo>
                    <a:pt x="1182694" y="4607540"/>
                  </a:lnTo>
                  <a:lnTo>
                    <a:pt x="969771" y="4607540"/>
                  </a:lnTo>
                  <a:close/>
                  <a:moveTo>
                    <a:pt x="1426799" y="4391771"/>
                  </a:moveTo>
                  <a:lnTo>
                    <a:pt x="1641715" y="4391771"/>
                  </a:lnTo>
                  <a:lnTo>
                    <a:pt x="1641715" y="4604694"/>
                  </a:lnTo>
                  <a:lnTo>
                    <a:pt x="1426799" y="4604694"/>
                  </a:lnTo>
                  <a:close/>
                  <a:moveTo>
                    <a:pt x="3715615" y="4390852"/>
                  </a:moveTo>
                  <a:lnTo>
                    <a:pt x="3928848" y="4390852"/>
                  </a:lnTo>
                  <a:lnTo>
                    <a:pt x="3928848" y="4605033"/>
                  </a:lnTo>
                  <a:lnTo>
                    <a:pt x="3715615" y="4605033"/>
                  </a:lnTo>
                  <a:close/>
                  <a:moveTo>
                    <a:pt x="3260116" y="4388945"/>
                  </a:moveTo>
                  <a:lnTo>
                    <a:pt x="3473339" y="4388945"/>
                  </a:lnTo>
                  <a:lnTo>
                    <a:pt x="3473339" y="4604017"/>
                  </a:lnTo>
                  <a:lnTo>
                    <a:pt x="3260116" y="4604017"/>
                  </a:lnTo>
                  <a:close/>
                  <a:moveTo>
                    <a:pt x="970032" y="3965161"/>
                  </a:moveTo>
                  <a:lnTo>
                    <a:pt x="1185432" y="3965161"/>
                  </a:lnTo>
                  <a:lnTo>
                    <a:pt x="1185432" y="4189301"/>
                  </a:lnTo>
                  <a:lnTo>
                    <a:pt x="970032" y="4189301"/>
                  </a:lnTo>
                  <a:close/>
                  <a:moveTo>
                    <a:pt x="3716428" y="3964861"/>
                  </a:moveTo>
                  <a:lnTo>
                    <a:pt x="3929496" y="3964861"/>
                  </a:lnTo>
                  <a:lnTo>
                    <a:pt x="3929496" y="4189359"/>
                  </a:lnTo>
                  <a:lnTo>
                    <a:pt x="3716428" y="4189359"/>
                  </a:lnTo>
                  <a:close/>
                  <a:moveTo>
                    <a:pt x="1881862" y="3964609"/>
                  </a:moveTo>
                  <a:lnTo>
                    <a:pt x="2107424" y="3964609"/>
                  </a:lnTo>
                  <a:lnTo>
                    <a:pt x="2107424" y="4185942"/>
                  </a:lnTo>
                  <a:lnTo>
                    <a:pt x="1881862" y="4185942"/>
                  </a:lnTo>
                  <a:close/>
                  <a:moveTo>
                    <a:pt x="1423092" y="3964203"/>
                  </a:moveTo>
                  <a:lnTo>
                    <a:pt x="1637970" y="3964203"/>
                  </a:lnTo>
                  <a:lnTo>
                    <a:pt x="1637970" y="4189340"/>
                  </a:lnTo>
                  <a:lnTo>
                    <a:pt x="1423092" y="4189340"/>
                  </a:lnTo>
                  <a:close/>
                  <a:moveTo>
                    <a:pt x="3261500" y="3961657"/>
                  </a:moveTo>
                  <a:lnTo>
                    <a:pt x="3479765" y="3961657"/>
                  </a:lnTo>
                  <a:lnTo>
                    <a:pt x="3479765" y="4186087"/>
                  </a:lnTo>
                  <a:lnTo>
                    <a:pt x="3261500" y="4186087"/>
                  </a:lnTo>
                  <a:close/>
                  <a:moveTo>
                    <a:pt x="969994" y="3537456"/>
                  </a:moveTo>
                  <a:lnTo>
                    <a:pt x="1182472" y="3537456"/>
                  </a:lnTo>
                  <a:lnTo>
                    <a:pt x="1182472" y="3761664"/>
                  </a:lnTo>
                  <a:lnTo>
                    <a:pt x="969994" y="3761664"/>
                  </a:lnTo>
                  <a:close/>
                  <a:moveTo>
                    <a:pt x="3716592" y="3537311"/>
                  </a:moveTo>
                  <a:lnTo>
                    <a:pt x="3932225" y="3537311"/>
                  </a:lnTo>
                  <a:lnTo>
                    <a:pt x="3932225" y="3761712"/>
                  </a:lnTo>
                  <a:lnTo>
                    <a:pt x="3716592" y="3761712"/>
                  </a:lnTo>
                  <a:close/>
                  <a:moveTo>
                    <a:pt x="1423121" y="3536701"/>
                  </a:moveTo>
                  <a:lnTo>
                    <a:pt x="1637757" y="3536701"/>
                  </a:lnTo>
                  <a:lnTo>
                    <a:pt x="1637757" y="3758547"/>
                  </a:lnTo>
                  <a:lnTo>
                    <a:pt x="1423121" y="3758547"/>
                  </a:lnTo>
                  <a:close/>
                  <a:moveTo>
                    <a:pt x="3257445" y="3536343"/>
                  </a:moveTo>
                  <a:lnTo>
                    <a:pt x="3472439" y="3536343"/>
                  </a:lnTo>
                  <a:lnTo>
                    <a:pt x="3472439" y="3758925"/>
                  </a:lnTo>
                  <a:lnTo>
                    <a:pt x="3257445" y="3758925"/>
                  </a:lnTo>
                  <a:close/>
                  <a:moveTo>
                    <a:pt x="2338609" y="3109784"/>
                  </a:moveTo>
                  <a:lnTo>
                    <a:pt x="2560571" y="3109784"/>
                  </a:lnTo>
                  <a:lnTo>
                    <a:pt x="2560571" y="3333969"/>
                  </a:lnTo>
                  <a:lnTo>
                    <a:pt x="2338609" y="3333969"/>
                  </a:lnTo>
                  <a:close/>
                  <a:moveTo>
                    <a:pt x="969858" y="3109618"/>
                  </a:moveTo>
                  <a:lnTo>
                    <a:pt x="1185491" y="3109618"/>
                  </a:lnTo>
                  <a:lnTo>
                    <a:pt x="1185491" y="3334017"/>
                  </a:lnTo>
                  <a:lnTo>
                    <a:pt x="969858" y="3334017"/>
                  </a:lnTo>
                  <a:close/>
                  <a:moveTo>
                    <a:pt x="1882104" y="3109473"/>
                  </a:moveTo>
                  <a:lnTo>
                    <a:pt x="2104685" y="3109473"/>
                  </a:lnTo>
                  <a:lnTo>
                    <a:pt x="2104685" y="3333969"/>
                  </a:lnTo>
                  <a:lnTo>
                    <a:pt x="1882104" y="3333969"/>
                  </a:lnTo>
                  <a:close/>
                  <a:moveTo>
                    <a:pt x="3715557" y="3109269"/>
                  </a:moveTo>
                  <a:lnTo>
                    <a:pt x="3929738" y="3109269"/>
                  </a:lnTo>
                  <a:lnTo>
                    <a:pt x="3929738" y="3332005"/>
                  </a:lnTo>
                  <a:lnTo>
                    <a:pt x="3715557" y="3332005"/>
                  </a:lnTo>
                  <a:close/>
                  <a:moveTo>
                    <a:pt x="3261471" y="3109046"/>
                  </a:moveTo>
                  <a:lnTo>
                    <a:pt x="3476029" y="3109046"/>
                  </a:lnTo>
                  <a:lnTo>
                    <a:pt x="3476029" y="3330756"/>
                  </a:lnTo>
                  <a:lnTo>
                    <a:pt x="3261471" y="3330756"/>
                  </a:lnTo>
                  <a:close/>
                  <a:moveTo>
                    <a:pt x="1423121" y="3108767"/>
                  </a:moveTo>
                  <a:lnTo>
                    <a:pt x="1637999" y="3108767"/>
                  </a:lnTo>
                  <a:lnTo>
                    <a:pt x="1637999" y="3331105"/>
                  </a:lnTo>
                  <a:lnTo>
                    <a:pt x="1423121" y="3331105"/>
                  </a:lnTo>
                  <a:close/>
                  <a:moveTo>
                    <a:pt x="2795404" y="3108690"/>
                  </a:moveTo>
                  <a:lnTo>
                    <a:pt x="3019834" y="3108690"/>
                  </a:lnTo>
                  <a:lnTo>
                    <a:pt x="3019834" y="3331133"/>
                  </a:lnTo>
                  <a:lnTo>
                    <a:pt x="2795404" y="3331133"/>
                  </a:lnTo>
                  <a:close/>
                  <a:moveTo>
                    <a:pt x="5984315" y="2785184"/>
                  </a:moveTo>
                  <a:cubicBezTo>
                    <a:pt x="5984315" y="2827213"/>
                    <a:pt x="5984315" y="2858341"/>
                    <a:pt x="5984315" y="2896783"/>
                  </a:cubicBezTo>
                  <a:cubicBezTo>
                    <a:pt x="6026394" y="2896783"/>
                    <a:pt x="6065240" y="2896783"/>
                    <a:pt x="6108822" y="2896783"/>
                  </a:cubicBezTo>
                  <a:cubicBezTo>
                    <a:pt x="6239813" y="2896783"/>
                    <a:pt x="6366066" y="2896783"/>
                    <a:pt x="6495333" y="2896783"/>
                  </a:cubicBezTo>
                  <a:cubicBezTo>
                    <a:pt x="6495333" y="3042533"/>
                    <a:pt x="6495333" y="3184244"/>
                    <a:pt x="6495333" y="3331778"/>
                  </a:cubicBezTo>
                  <a:cubicBezTo>
                    <a:pt x="6328117" y="3331778"/>
                    <a:pt x="6159899" y="3331778"/>
                    <a:pt x="5986679" y="3331778"/>
                  </a:cubicBezTo>
                  <a:cubicBezTo>
                    <a:pt x="5986679" y="3369633"/>
                    <a:pt x="5986679" y="3401957"/>
                    <a:pt x="5986679" y="3444046"/>
                  </a:cubicBezTo>
                  <a:cubicBezTo>
                    <a:pt x="5793776" y="3332583"/>
                    <a:pt x="5608933" y="3225779"/>
                    <a:pt x="5414797" y="3113604"/>
                  </a:cubicBezTo>
                  <a:cubicBezTo>
                    <a:pt x="5607451" y="3002508"/>
                    <a:pt x="5792239" y="2895948"/>
                    <a:pt x="5984315" y="2785184"/>
                  </a:cubicBezTo>
                  <a:close/>
                  <a:moveTo>
                    <a:pt x="2339296" y="2681104"/>
                  </a:moveTo>
                  <a:lnTo>
                    <a:pt x="2563629" y="2681104"/>
                  </a:lnTo>
                  <a:lnTo>
                    <a:pt x="2563629" y="2903348"/>
                  </a:lnTo>
                  <a:lnTo>
                    <a:pt x="2339296" y="2903348"/>
                  </a:lnTo>
                  <a:close/>
                  <a:moveTo>
                    <a:pt x="3716089" y="2680840"/>
                  </a:moveTo>
                  <a:lnTo>
                    <a:pt x="3928780" y="2680840"/>
                  </a:lnTo>
                  <a:lnTo>
                    <a:pt x="3928780" y="2906288"/>
                  </a:lnTo>
                  <a:lnTo>
                    <a:pt x="3716089" y="2906288"/>
                  </a:lnTo>
                  <a:close/>
                  <a:moveTo>
                    <a:pt x="1882191" y="2678181"/>
                  </a:moveTo>
                  <a:lnTo>
                    <a:pt x="2104530" y="2678181"/>
                  </a:lnTo>
                  <a:lnTo>
                    <a:pt x="2104530" y="2902565"/>
                  </a:lnTo>
                  <a:lnTo>
                    <a:pt x="1882191" y="2902565"/>
                  </a:lnTo>
                  <a:close/>
                  <a:moveTo>
                    <a:pt x="2794698" y="2678179"/>
                  </a:moveTo>
                  <a:lnTo>
                    <a:pt x="3016854" y="2678179"/>
                  </a:lnTo>
                  <a:lnTo>
                    <a:pt x="3016854" y="2902468"/>
                  </a:lnTo>
                  <a:lnTo>
                    <a:pt x="2794698" y="2902468"/>
                  </a:lnTo>
                  <a:close/>
                  <a:moveTo>
                    <a:pt x="1426063" y="2678179"/>
                  </a:moveTo>
                  <a:lnTo>
                    <a:pt x="1638763" y="2678179"/>
                  </a:lnTo>
                  <a:lnTo>
                    <a:pt x="1638763" y="2902495"/>
                  </a:lnTo>
                  <a:lnTo>
                    <a:pt x="1426063" y="2902495"/>
                  </a:lnTo>
                  <a:close/>
                  <a:moveTo>
                    <a:pt x="969906" y="2678179"/>
                  </a:moveTo>
                  <a:lnTo>
                    <a:pt x="1182500" y="2678179"/>
                  </a:lnTo>
                  <a:lnTo>
                    <a:pt x="1182500" y="2902438"/>
                  </a:lnTo>
                  <a:lnTo>
                    <a:pt x="969906" y="2902438"/>
                  </a:lnTo>
                  <a:close/>
                  <a:moveTo>
                    <a:pt x="3260426" y="2678178"/>
                  </a:moveTo>
                  <a:lnTo>
                    <a:pt x="3473020" y="2678178"/>
                  </a:lnTo>
                  <a:lnTo>
                    <a:pt x="3473020" y="2902436"/>
                  </a:lnTo>
                  <a:lnTo>
                    <a:pt x="3260426" y="2902436"/>
                  </a:lnTo>
                  <a:close/>
                  <a:moveTo>
                    <a:pt x="1269027" y="7491"/>
                  </a:moveTo>
                  <a:cubicBezTo>
                    <a:pt x="1387918" y="7491"/>
                    <a:pt x="1502730" y="7491"/>
                    <a:pt x="1622222" y="7491"/>
                  </a:cubicBezTo>
                  <a:cubicBezTo>
                    <a:pt x="1651944" y="7491"/>
                    <a:pt x="1676984" y="7491"/>
                    <a:pt x="1706314" y="7491"/>
                  </a:cubicBezTo>
                  <a:cubicBezTo>
                    <a:pt x="1706314" y="178509"/>
                    <a:pt x="1706314" y="345685"/>
                    <a:pt x="1706314" y="518058"/>
                  </a:cubicBezTo>
                  <a:cubicBezTo>
                    <a:pt x="1742749" y="518058"/>
                    <a:pt x="1775098" y="518058"/>
                    <a:pt x="1822006" y="518058"/>
                  </a:cubicBezTo>
                  <a:cubicBezTo>
                    <a:pt x="1708305" y="715721"/>
                    <a:pt x="1600444" y="903227"/>
                    <a:pt x="1489650" y="1095839"/>
                  </a:cubicBezTo>
                  <a:cubicBezTo>
                    <a:pt x="1378857" y="903867"/>
                    <a:pt x="1271210" y="717345"/>
                    <a:pt x="1158702" y="522399"/>
                  </a:cubicBezTo>
                  <a:cubicBezTo>
                    <a:pt x="1200629" y="522399"/>
                    <a:pt x="1232752" y="522399"/>
                    <a:pt x="1269027" y="522399"/>
                  </a:cubicBezTo>
                  <a:cubicBezTo>
                    <a:pt x="1269027" y="349875"/>
                    <a:pt x="1269027" y="182647"/>
                    <a:pt x="1269027" y="7491"/>
                  </a:cubicBezTo>
                  <a:close/>
                  <a:moveTo>
                    <a:pt x="3410002" y="0"/>
                  </a:moveTo>
                  <a:cubicBezTo>
                    <a:pt x="3513628" y="181610"/>
                    <a:pt x="3614174" y="357825"/>
                    <a:pt x="3716907" y="537001"/>
                  </a:cubicBezTo>
                  <a:cubicBezTo>
                    <a:pt x="3723485" y="546081"/>
                    <a:pt x="3727877" y="552202"/>
                    <a:pt x="3737264" y="565284"/>
                  </a:cubicBezTo>
                  <a:cubicBezTo>
                    <a:pt x="3699084" y="565284"/>
                    <a:pt x="3667186" y="565284"/>
                    <a:pt x="3629573" y="565284"/>
                  </a:cubicBezTo>
                  <a:cubicBezTo>
                    <a:pt x="3629573" y="742208"/>
                    <a:pt x="3629573" y="913693"/>
                    <a:pt x="3629573" y="1088028"/>
                  </a:cubicBezTo>
                  <a:cubicBezTo>
                    <a:pt x="3482086" y="1088028"/>
                    <a:pt x="3340341" y="1088028"/>
                    <a:pt x="3192727" y="1088028"/>
                  </a:cubicBezTo>
                  <a:cubicBezTo>
                    <a:pt x="3192727" y="917149"/>
                    <a:pt x="3192727" y="745719"/>
                    <a:pt x="3192727" y="569221"/>
                  </a:cubicBezTo>
                  <a:cubicBezTo>
                    <a:pt x="3154862" y="569221"/>
                    <a:pt x="3122571" y="569221"/>
                    <a:pt x="3081463" y="569221"/>
                  </a:cubicBezTo>
                  <a:cubicBezTo>
                    <a:pt x="3192212" y="377339"/>
                    <a:pt x="3298504" y="193180"/>
                    <a:pt x="3410002"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6" name="Group 115">
            <a:extLst>
              <a:ext uri="{FF2B5EF4-FFF2-40B4-BE49-F238E27FC236}">
                <a16:creationId xmlns:a16="http://schemas.microsoft.com/office/drawing/2014/main" id="{8E182A95-45A8-C3B3-3277-F31D918A4CF0}"/>
              </a:ext>
              <a:ext uri="{C183D7F6-B498-43B3-948B-1728B52AA6E4}">
                <adec:decorative xmlns:adec="http://schemas.microsoft.com/office/drawing/2017/decorative" val="1"/>
              </a:ext>
            </a:extLst>
          </p:cNvPr>
          <p:cNvGrpSpPr>
            <a:grpSpLocks noChangeAspect="1"/>
          </p:cNvGrpSpPr>
          <p:nvPr/>
        </p:nvGrpSpPr>
        <p:grpSpPr>
          <a:xfrm>
            <a:off x="5791090" y="1517247"/>
            <a:ext cx="407773" cy="457200"/>
            <a:chOff x="5791090" y="1517247"/>
            <a:chExt cx="407773" cy="457200"/>
          </a:xfrm>
          <a:solidFill>
            <a:srgbClr val="FF0000"/>
          </a:solidFill>
        </p:grpSpPr>
        <p:sp>
          <p:nvSpPr>
            <p:cNvPr id="753" name="Freeform: Shape 752">
              <a:extLst>
                <a:ext uri="{FF2B5EF4-FFF2-40B4-BE49-F238E27FC236}">
                  <a16:creationId xmlns:a16="http://schemas.microsoft.com/office/drawing/2014/main" id="{FC689E97-3A7D-4B5F-E860-AA65E3CE3DD4}"/>
                </a:ext>
                <a:ext uri="{C183D7F6-B498-43B3-948B-1728B52AA6E4}">
                  <adec:decorative xmlns:adec="http://schemas.microsoft.com/office/drawing/2017/decorative" val="1"/>
                </a:ext>
              </a:extLst>
            </p:cNvPr>
            <p:cNvSpPr/>
            <p:nvPr/>
          </p:nvSpPr>
          <p:spPr>
            <a:xfrm>
              <a:off x="5791090" y="1517247"/>
              <a:ext cx="403107" cy="457200"/>
            </a:xfrm>
            <a:custGeom>
              <a:avLst/>
              <a:gdLst>
                <a:gd name="connsiteX0" fmla="*/ 4525193 w 6046607"/>
                <a:gd name="connsiteY0" fmla="*/ 5101379 h 6857999"/>
                <a:gd name="connsiteX1" fmla="*/ 5269816 w 6046607"/>
                <a:gd name="connsiteY1" fmla="*/ 5271351 h 6857999"/>
                <a:gd name="connsiteX2" fmla="*/ 5669924 w 6046607"/>
                <a:gd name="connsiteY2" fmla="*/ 5533746 h 6857999"/>
                <a:gd name="connsiteX3" fmla="*/ 6026768 w 6046607"/>
                <a:gd name="connsiteY3" fmla="*/ 5959854 h 6857999"/>
                <a:gd name="connsiteX4" fmla="*/ 6046607 w 6046607"/>
                <a:gd name="connsiteY4" fmla="*/ 6009679 h 6857999"/>
                <a:gd name="connsiteX5" fmla="*/ 5530959 w 6046607"/>
                <a:gd name="connsiteY5" fmla="*/ 6009679 h 6857999"/>
                <a:gd name="connsiteX6" fmla="*/ 5408976 w 6046607"/>
                <a:gd name="connsiteY6" fmla="*/ 5841572 h 6857999"/>
                <a:gd name="connsiteX7" fmla="*/ 5000656 w 6046607"/>
                <a:gd name="connsiteY7" fmla="*/ 5594844 h 6857999"/>
                <a:gd name="connsiteX8" fmla="*/ 4590899 w 6046607"/>
                <a:gd name="connsiteY8" fmla="*/ 5507844 h 6857999"/>
                <a:gd name="connsiteX9" fmla="*/ 3985916 w 6046607"/>
                <a:gd name="connsiteY9" fmla="*/ 5617098 h 6857999"/>
                <a:gd name="connsiteX10" fmla="*/ 3508882 w 6046607"/>
                <a:gd name="connsiteY10" fmla="*/ 5964035 h 6857999"/>
                <a:gd name="connsiteX11" fmla="*/ 3199644 w 6046607"/>
                <a:gd name="connsiteY11" fmla="*/ 6596394 h 6857999"/>
                <a:gd name="connsiteX12" fmla="*/ 3164190 w 6046607"/>
                <a:gd name="connsiteY12" fmla="*/ 6857999 h 6857999"/>
                <a:gd name="connsiteX13" fmla="*/ 2766212 w 6046607"/>
                <a:gd name="connsiteY13" fmla="*/ 6857999 h 6857999"/>
                <a:gd name="connsiteX14" fmla="*/ 2790605 w 6046607"/>
                <a:gd name="connsiteY14" fmla="*/ 6614733 h 6857999"/>
                <a:gd name="connsiteX15" fmla="*/ 2869031 w 6046607"/>
                <a:gd name="connsiteY15" fmla="*/ 6277072 h 6857999"/>
                <a:gd name="connsiteX16" fmla="*/ 3150698 w 6046607"/>
                <a:gd name="connsiteY16" fmla="*/ 5762916 h 6857999"/>
                <a:gd name="connsiteX17" fmla="*/ 3821901 w 6046607"/>
                <a:gd name="connsiteY17" fmla="*/ 5247410 h 6857999"/>
                <a:gd name="connsiteX18" fmla="*/ 4247858 w 6046607"/>
                <a:gd name="connsiteY18" fmla="*/ 5126199 h 6857999"/>
                <a:gd name="connsiteX19" fmla="*/ 4525193 w 6046607"/>
                <a:gd name="connsiteY19" fmla="*/ 5101379 h 6857999"/>
                <a:gd name="connsiteX20" fmla="*/ 4491059 w 6046607"/>
                <a:gd name="connsiteY20" fmla="*/ 3053952 h 6857999"/>
                <a:gd name="connsiteX21" fmla="*/ 4332543 w 6046607"/>
                <a:gd name="connsiteY21" fmla="*/ 3078634 h 6857999"/>
                <a:gd name="connsiteX22" fmla="*/ 3908750 w 6046607"/>
                <a:gd name="connsiteY22" fmla="*/ 3379347 h 6857999"/>
                <a:gd name="connsiteX23" fmla="*/ 3782432 w 6046607"/>
                <a:gd name="connsiteY23" fmla="*/ 3866247 h 6857999"/>
                <a:gd name="connsiteX24" fmla="*/ 3904940 w 6046607"/>
                <a:gd name="connsiteY24" fmla="*/ 4207174 h 6857999"/>
                <a:gd name="connsiteX25" fmla="*/ 4050947 w 6046607"/>
                <a:gd name="connsiteY25" fmla="*/ 4367144 h 6857999"/>
                <a:gd name="connsiteX26" fmla="*/ 4642909 w 6046607"/>
                <a:gd name="connsiteY26" fmla="*/ 4530921 h 6857999"/>
                <a:gd name="connsiteX27" fmla="*/ 5097788 w 6046607"/>
                <a:gd name="connsiteY27" fmla="*/ 4261472 h 6857999"/>
                <a:gd name="connsiteX28" fmla="*/ 5255100 w 6046607"/>
                <a:gd name="connsiteY28" fmla="*/ 3683132 h 6857999"/>
                <a:gd name="connsiteX29" fmla="*/ 4933503 w 6046607"/>
                <a:gd name="connsiteY29" fmla="*/ 3182561 h 6857999"/>
                <a:gd name="connsiteX30" fmla="*/ 4491059 w 6046607"/>
                <a:gd name="connsiteY30" fmla="*/ 3053952 h 6857999"/>
                <a:gd name="connsiteX31" fmla="*/ 4536731 w 6046607"/>
                <a:gd name="connsiteY31" fmla="*/ 2651964 h 6857999"/>
                <a:gd name="connsiteX32" fmla="*/ 5245177 w 6046607"/>
                <a:gd name="connsiteY32" fmla="*/ 2911787 h 6857999"/>
                <a:gd name="connsiteX33" fmla="*/ 5646553 w 6046607"/>
                <a:gd name="connsiteY33" fmla="*/ 3581734 h 6857999"/>
                <a:gd name="connsiteX34" fmla="*/ 5571057 w 6046607"/>
                <a:gd name="connsiteY34" fmla="*/ 4254845 h 6857999"/>
                <a:gd name="connsiteX35" fmla="*/ 5328316 w 6046607"/>
                <a:gd name="connsiteY35" fmla="*/ 4611712 h 6857999"/>
                <a:gd name="connsiteX36" fmla="*/ 4714415 w 6046607"/>
                <a:gd name="connsiteY36" fmla="*/ 4925833 h 6857999"/>
                <a:gd name="connsiteX37" fmla="*/ 4334417 w 6046607"/>
                <a:gd name="connsiteY37" fmla="*/ 4925533 h 6857999"/>
                <a:gd name="connsiteX38" fmla="*/ 4308820 w 6046607"/>
                <a:gd name="connsiteY38" fmla="*/ 4925025 h 6857999"/>
                <a:gd name="connsiteX39" fmla="*/ 4003051 w 6046607"/>
                <a:gd name="connsiteY39" fmla="*/ 4818650 h 6857999"/>
                <a:gd name="connsiteX40" fmla="*/ 3401995 w 6046607"/>
                <a:gd name="connsiteY40" fmla="*/ 4043171 h 6857999"/>
                <a:gd name="connsiteX41" fmla="*/ 3375758 w 6046607"/>
                <a:gd name="connsiteY41" fmla="*/ 3762086 h 6857999"/>
                <a:gd name="connsiteX42" fmla="*/ 3641552 w 6046607"/>
                <a:gd name="connsiteY42" fmla="*/ 3064867 h 6857999"/>
                <a:gd name="connsiteX43" fmla="*/ 4277525 w 6046607"/>
                <a:gd name="connsiteY43" fmla="*/ 2678995 h 6857999"/>
                <a:gd name="connsiteX44" fmla="*/ 4536731 w 6046607"/>
                <a:gd name="connsiteY44" fmla="*/ 2651964 h 6857999"/>
                <a:gd name="connsiteX45" fmla="*/ 203251 w 6046607"/>
                <a:gd name="connsiteY45" fmla="*/ 203151 h 6857999"/>
                <a:gd name="connsiteX46" fmla="*/ 200834 w 6046607"/>
                <a:gd name="connsiteY46" fmla="*/ 214025 h 6857999"/>
                <a:gd name="connsiteX47" fmla="*/ 201162 w 6046607"/>
                <a:gd name="connsiteY47" fmla="*/ 2493113 h 6857999"/>
                <a:gd name="connsiteX48" fmla="*/ 216919 w 6046607"/>
                <a:gd name="connsiteY48" fmla="*/ 2530016 h 6857999"/>
                <a:gd name="connsiteX49" fmla="*/ 417454 w 6046607"/>
                <a:gd name="connsiteY49" fmla="*/ 2740158 h 6857999"/>
                <a:gd name="connsiteX50" fmla="*/ 786516 w 6046607"/>
                <a:gd name="connsiteY50" fmla="*/ 3110593 h 6857999"/>
                <a:gd name="connsiteX51" fmla="*/ 854240 w 6046607"/>
                <a:gd name="connsiteY51" fmla="*/ 3138795 h 6857999"/>
                <a:gd name="connsiteX52" fmla="*/ 3089757 w 6046607"/>
                <a:gd name="connsiteY52" fmla="*/ 3138217 h 6857999"/>
                <a:gd name="connsiteX53" fmla="*/ 3134640 w 6046607"/>
                <a:gd name="connsiteY53" fmla="*/ 3138217 h 6857999"/>
                <a:gd name="connsiteX54" fmla="*/ 3137911 w 6046607"/>
                <a:gd name="connsiteY54" fmla="*/ 3124909 h 6857999"/>
                <a:gd name="connsiteX55" fmla="*/ 3138283 w 6046607"/>
                <a:gd name="connsiteY55" fmla="*/ 2148784 h 6857999"/>
                <a:gd name="connsiteX56" fmla="*/ 3138283 w 6046607"/>
                <a:gd name="connsiteY56" fmla="*/ 203151 h 6857999"/>
                <a:gd name="connsiteX57" fmla="*/ 203251 w 6046607"/>
                <a:gd name="connsiteY57" fmla="*/ 203151 h 6857999"/>
                <a:gd name="connsiteX58" fmla="*/ 3333110 w 6046607"/>
                <a:gd name="connsiteY58" fmla="*/ 167 h 6857999"/>
                <a:gd name="connsiteX59" fmla="*/ 3345267 w 6046607"/>
                <a:gd name="connsiteY59" fmla="*/ 2170 h 6857999"/>
                <a:gd name="connsiteX60" fmla="*/ 3347407 w 6046607"/>
                <a:gd name="connsiteY60" fmla="*/ 38657 h 6857999"/>
                <a:gd name="connsiteX61" fmla="*/ 3347443 w 6046607"/>
                <a:gd name="connsiteY61" fmla="*/ 3141999 h 6857999"/>
                <a:gd name="connsiteX62" fmla="*/ 3138233 w 6046607"/>
                <a:gd name="connsiteY62" fmla="*/ 3347412 h 6857999"/>
                <a:gd name="connsiteX63" fmla="*/ 1342484 w 6046607"/>
                <a:gd name="connsiteY63" fmla="*/ 3347437 h 6857999"/>
                <a:gd name="connsiteX64" fmla="*/ 762799 w 6046607"/>
                <a:gd name="connsiteY64" fmla="*/ 3346337 h 6857999"/>
                <a:gd name="connsiteX65" fmla="*/ 703826 w 6046607"/>
                <a:gd name="connsiteY65" fmla="*/ 3321563 h 6857999"/>
                <a:gd name="connsiteX66" fmla="*/ 348725 w 6046607"/>
                <a:gd name="connsiteY66" fmla="*/ 2967857 h 6857999"/>
                <a:gd name="connsiteX67" fmla="*/ 18644 w 6046607"/>
                <a:gd name="connsiteY67" fmla="*/ 2628265 h 6857999"/>
                <a:gd name="connsiteX68" fmla="*/ 748 w 6046607"/>
                <a:gd name="connsiteY68" fmla="*/ 2583536 h 6857999"/>
                <a:gd name="connsiteX69" fmla="*/ 140 w 6046607"/>
                <a:gd name="connsiteY69" fmla="*/ 173216 h 6857999"/>
                <a:gd name="connsiteX70" fmla="*/ 168754 w 6046607"/>
                <a:gd name="connsiteY70" fmla="*/ 224 h 6857999"/>
                <a:gd name="connsiteX71" fmla="*/ 3333110 w 6046607"/>
                <a:gd name="connsiteY71" fmla="*/ 16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046607" h="6857999">
                  <a:moveTo>
                    <a:pt x="4525193" y="5101379"/>
                  </a:moveTo>
                  <a:cubicBezTo>
                    <a:pt x="4784136" y="5107442"/>
                    <a:pt x="5034361" y="5155474"/>
                    <a:pt x="5269816" y="5271351"/>
                  </a:cubicBezTo>
                  <a:cubicBezTo>
                    <a:pt x="5414594" y="5342595"/>
                    <a:pt x="5547665" y="5428513"/>
                    <a:pt x="5669924" y="5533746"/>
                  </a:cubicBezTo>
                  <a:cubicBezTo>
                    <a:pt x="5816230" y="5659662"/>
                    <a:pt x="5934112" y="5802275"/>
                    <a:pt x="6026768" y="5959854"/>
                  </a:cubicBezTo>
                  <a:lnTo>
                    <a:pt x="6046607" y="6009679"/>
                  </a:lnTo>
                  <a:lnTo>
                    <a:pt x="5530959" y="6009679"/>
                  </a:lnTo>
                  <a:lnTo>
                    <a:pt x="5408976" y="5841572"/>
                  </a:lnTo>
                  <a:cubicBezTo>
                    <a:pt x="5288634" y="5734422"/>
                    <a:pt x="5152545" y="5652090"/>
                    <a:pt x="5000656" y="5594844"/>
                  </a:cubicBezTo>
                  <a:cubicBezTo>
                    <a:pt x="4867958" y="5544824"/>
                    <a:pt x="4732704" y="5517013"/>
                    <a:pt x="4590899" y="5507844"/>
                  </a:cubicBezTo>
                  <a:cubicBezTo>
                    <a:pt x="4379038" y="5494156"/>
                    <a:pt x="4179410" y="5536347"/>
                    <a:pt x="3985916" y="5617098"/>
                  </a:cubicBezTo>
                  <a:cubicBezTo>
                    <a:pt x="3799558" y="5694867"/>
                    <a:pt x="3641207" y="5813451"/>
                    <a:pt x="3508882" y="5964035"/>
                  </a:cubicBezTo>
                  <a:cubicBezTo>
                    <a:pt x="3349066" y="6145919"/>
                    <a:pt x="3241906" y="6356261"/>
                    <a:pt x="3199644" y="6596394"/>
                  </a:cubicBezTo>
                  <a:cubicBezTo>
                    <a:pt x="3184607" y="6681859"/>
                    <a:pt x="3176121" y="6768478"/>
                    <a:pt x="3164190" y="6857999"/>
                  </a:cubicBezTo>
                  <a:cubicBezTo>
                    <a:pt x="3039366" y="6857999"/>
                    <a:pt x="2908053" y="6857999"/>
                    <a:pt x="2766212" y="6857999"/>
                  </a:cubicBezTo>
                  <a:cubicBezTo>
                    <a:pt x="2773988" y="6775907"/>
                    <a:pt x="2776012" y="6694162"/>
                    <a:pt x="2790605" y="6614733"/>
                  </a:cubicBezTo>
                  <a:cubicBezTo>
                    <a:pt x="2811483" y="6501156"/>
                    <a:pt x="2835557" y="6387454"/>
                    <a:pt x="2869031" y="6277072"/>
                  </a:cubicBezTo>
                  <a:cubicBezTo>
                    <a:pt x="2926721" y="6086827"/>
                    <a:pt x="3028723" y="5918897"/>
                    <a:pt x="3150698" y="5762916"/>
                  </a:cubicBezTo>
                  <a:cubicBezTo>
                    <a:pt x="3330114" y="5533453"/>
                    <a:pt x="3557144" y="5365728"/>
                    <a:pt x="3821901" y="5247410"/>
                  </a:cubicBezTo>
                  <a:cubicBezTo>
                    <a:pt x="3957999" y="5186587"/>
                    <a:pt x="4099768" y="5144316"/>
                    <a:pt x="4247858" y="5126199"/>
                  </a:cubicBezTo>
                  <a:cubicBezTo>
                    <a:pt x="4340016" y="5114934"/>
                    <a:pt x="4432964" y="5099213"/>
                    <a:pt x="4525193" y="5101379"/>
                  </a:cubicBezTo>
                  <a:close/>
                  <a:moveTo>
                    <a:pt x="4491059" y="3053952"/>
                  </a:moveTo>
                  <a:cubicBezTo>
                    <a:pt x="4439018" y="3056417"/>
                    <a:pt x="4386139" y="3064600"/>
                    <a:pt x="4332543" y="3078634"/>
                  </a:cubicBezTo>
                  <a:cubicBezTo>
                    <a:pt x="4155095" y="3125094"/>
                    <a:pt x="4010166" y="3228413"/>
                    <a:pt x="3908750" y="3379347"/>
                  </a:cubicBezTo>
                  <a:cubicBezTo>
                    <a:pt x="3811481" y="3524108"/>
                    <a:pt x="3759532" y="3685986"/>
                    <a:pt x="3782432" y="3866247"/>
                  </a:cubicBezTo>
                  <a:cubicBezTo>
                    <a:pt x="3797853" y="3987635"/>
                    <a:pt x="3828515" y="4101701"/>
                    <a:pt x="3904940" y="4207174"/>
                  </a:cubicBezTo>
                  <a:cubicBezTo>
                    <a:pt x="3953301" y="4260852"/>
                    <a:pt x="3996692" y="4320288"/>
                    <a:pt x="4050947" y="4367144"/>
                  </a:cubicBezTo>
                  <a:cubicBezTo>
                    <a:pt x="4221368" y="4514323"/>
                    <a:pt x="4422923" y="4569041"/>
                    <a:pt x="4642909" y="4530921"/>
                  </a:cubicBezTo>
                  <a:cubicBezTo>
                    <a:pt x="4825641" y="4499256"/>
                    <a:pt x="4980171" y="4410885"/>
                    <a:pt x="5097788" y="4261472"/>
                  </a:cubicBezTo>
                  <a:cubicBezTo>
                    <a:pt x="5232752" y="4090021"/>
                    <a:pt x="5289079" y="3897155"/>
                    <a:pt x="5255100" y="3683132"/>
                  </a:cubicBezTo>
                  <a:cubicBezTo>
                    <a:pt x="5221507" y="3471545"/>
                    <a:pt x="5112144" y="3301802"/>
                    <a:pt x="4933503" y="3182561"/>
                  </a:cubicBezTo>
                  <a:cubicBezTo>
                    <a:pt x="4795758" y="3090617"/>
                    <a:pt x="4647181" y="3046555"/>
                    <a:pt x="4491059" y="3053952"/>
                  </a:cubicBezTo>
                  <a:close/>
                  <a:moveTo>
                    <a:pt x="4536731" y="2651964"/>
                  </a:moveTo>
                  <a:cubicBezTo>
                    <a:pt x="4799799" y="2661482"/>
                    <a:pt x="5038539" y="2741246"/>
                    <a:pt x="5245177" y="2911787"/>
                  </a:cubicBezTo>
                  <a:cubicBezTo>
                    <a:pt x="5459195" y="3088416"/>
                    <a:pt x="5592812" y="3313076"/>
                    <a:pt x="5646553" y="3581734"/>
                  </a:cubicBezTo>
                  <a:cubicBezTo>
                    <a:pt x="5692561" y="3811726"/>
                    <a:pt x="5664082" y="4037441"/>
                    <a:pt x="5571057" y="4254845"/>
                  </a:cubicBezTo>
                  <a:cubicBezTo>
                    <a:pt x="5513135" y="4390213"/>
                    <a:pt x="5431996" y="4510014"/>
                    <a:pt x="5328316" y="4611712"/>
                  </a:cubicBezTo>
                  <a:cubicBezTo>
                    <a:pt x="5157433" y="4779327"/>
                    <a:pt x="4953264" y="4887093"/>
                    <a:pt x="4714415" y="4925833"/>
                  </a:cubicBezTo>
                  <a:cubicBezTo>
                    <a:pt x="4587349" y="4946441"/>
                    <a:pt x="4461094" y="4951168"/>
                    <a:pt x="4334417" y="4925533"/>
                  </a:cubicBezTo>
                  <a:cubicBezTo>
                    <a:pt x="4327432" y="4924119"/>
                    <a:pt x="4319925" y="4925275"/>
                    <a:pt x="4308820" y="4925025"/>
                  </a:cubicBezTo>
                  <a:cubicBezTo>
                    <a:pt x="4203971" y="4890132"/>
                    <a:pt x="4096962" y="4867088"/>
                    <a:pt x="4003051" y="4818650"/>
                  </a:cubicBezTo>
                  <a:cubicBezTo>
                    <a:pt x="3684433" y="4654315"/>
                    <a:pt x="3483319" y="4392106"/>
                    <a:pt x="3401995" y="4043171"/>
                  </a:cubicBezTo>
                  <a:cubicBezTo>
                    <a:pt x="3380789" y="3952186"/>
                    <a:pt x="3371495" y="3855359"/>
                    <a:pt x="3375758" y="3762086"/>
                  </a:cubicBezTo>
                  <a:cubicBezTo>
                    <a:pt x="3387643" y="3502021"/>
                    <a:pt x="3471112" y="3267536"/>
                    <a:pt x="3641552" y="3064867"/>
                  </a:cubicBezTo>
                  <a:cubicBezTo>
                    <a:pt x="3810951" y="2863439"/>
                    <a:pt x="4023567" y="2736358"/>
                    <a:pt x="4277525" y="2678995"/>
                  </a:cubicBezTo>
                  <a:cubicBezTo>
                    <a:pt x="4361829" y="2659953"/>
                    <a:pt x="4450632" y="2648849"/>
                    <a:pt x="4536731" y="2651964"/>
                  </a:cubicBezTo>
                  <a:close/>
                  <a:moveTo>
                    <a:pt x="203251" y="203151"/>
                  </a:moveTo>
                  <a:cubicBezTo>
                    <a:pt x="202006" y="208579"/>
                    <a:pt x="200834" y="211301"/>
                    <a:pt x="200834" y="214025"/>
                  </a:cubicBezTo>
                  <a:cubicBezTo>
                    <a:pt x="200668" y="973720"/>
                    <a:pt x="200508" y="1733418"/>
                    <a:pt x="201162" y="2493113"/>
                  </a:cubicBezTo>
                  <a:cubicBezTo>
                    <a:pt x="201173" y="2505562"/>
                    <a:pt x="208233" y="2520717"/>
                    <a:pt x="216919" y="2530016"/>
                  </a:cubicBezTo>
                  <a:cubicBezTo>
                    <a:pt x="283007" y="2600775"/>
                    <a:pt x="349398" y="2671299"/>
                    <a:pt x="417454" y="2740158"/>
                  </a:cubicBezTo>
                  <a:cubicBezTo>
                    <a:pt x="539979" y="2864126"/>
                    <a:pt x="664182" y="2986438"/>
                    <a:pt x="786516" y="3110593"/>
                  </a:cubicBezTo>
                  <a:cubicBezTo>
                    <a:pt x="806348" y="3130720"/>
                    <a:pt x="826001" y="3138822"/>
                    <a:pt x="854240" y="3138795"/>
                  </a:cubicBezTo>
                  <a:cubicBezTo>
                    <a:pt x="1599412" y="3138066"/>
                    <a:pt x="2344584" y="3138217"/>
                    <a:pt x="3089757" y="3138217"/>
                  </a:cubicBezTo>
                  <a:cubicBezTo>
                    <a:pt x="3105153" y="3138217"/>
                    <a:pt x="3120551" y="3138217"/>
                    <a:pt x="3134640" y="3138217"/>
                  </a:cubicBezTo>
                  <a:cubicBezTo>
                    <a:pt x="3136635" y="3130301"/>
                    <a:pt x="3137909" y="3127605"/>
                    <a:pt x="3137911" y="3124909"/>
                  </a:cubicBezTo>
                  <a:cubicBezTo>
                    <a:pt x="3138096" y="2802439"/>
                    <a:pt x="3138186" y="2479969"/>
                    <a:pt x="3138283" y="2148784"/>
                  </a:cubicBezTo>
                  <a:cubicBezTo>
                    <a:pt x="3138283" y="1500098"/>
                    <a:pt x="3138283" y="851412"/>
                    <a:pt x="3138283" y="203151"/>
                  </a:cubicBezTo>
                  <a:cubicBezTo>
                    <a:pt x="2156190" y="203151"/>
                    <a:pt x="1179447" y="203151"/>
                    <a:pt x="203251" y="203151"/>
                  </a:cubicBezTo>
                  <a:close/>
                  <a:moveTo>
                    <a:pt x="3333110" y="167"/>
                  </a:moveTo>
                  <a:cubicBezTo>
                    <a:pt x="3335907" y="167"/>
                    <a:pt x="3338703" y="1056"/>
                    <a:pt x="3345267" y="2170"/>
                  </a:cubicBezTo>
                  <a:cubicBezTo>
                    <a:pt x="3345977" y="13761"/>
                    <a:pt x="3347406" y="26208"/>
                    <a:pt x="3347407" y="38657"/>
                  </a:cubicBezTo>
                  <a:cubicBezTo>
                    <a:pt x="3347510" y="1073104"/>
                    <a:pt x="3347546" y="2107552"/>
                    <a:pt x="3347443" y="3141999"/>
                  </a:cubicBezTo>
                  <a:cubicBezTo>
                    <a:pt x="3347430" y="3259515"/>
                    <a:pt x="3257672" y="3347401"/>
                    <a:pt x="3138233" y="3347412"/>
                  </a:cubicBezTo>
                  <a:cubicBezTo>
                    <a:pt x="2541103" y="3347466"/>
                    <a:pt x="1943973" y="3347437"/>
                    <a:pt x="1342484" y="3347437"/>
                  </a:cubicBezTo>
                  <a:cubicBezTo>
                    <a:pt x="1146347" y="3347437"/>
                    <a:pt x="954560" y="3348174"/>
                    <a:pt x="762799" y="3346337"/>
                  </a:cubicBezTo>
                  <a:cubicBezTo>
                    <a:pt x="742814" y="3346146"/>
                    <a:pt x="718193" y="3335599"/>
                    <a:pt x="703826" y="3321563"/>
                  </a:cubicBezTo>
                  <a:cubicBezTo>
                    <a:pt x="584325" y="3204820"/>
                    <a:pt x="466148" y="3086700"/>
                    <a:pt x="348725" y="2967857"/>
                  </a:cubicBezTo>
                  <a:cubicBezTo>
                    <a:pt x="237775" y="2855565"/>
                    <a:pt x="127858" y="2742243"/>
                    <a:pt x="18644" y="2628265"/>
                  </a:cubicBezTo>
                  <a:cubicBezTo>
                    <a:pt x="8220" y="2617389"/>
                    <a:pt x="765" y="2598640"/>
                    <a:pt x="748" y="2583536"/>
                  </a:cubicBezTo>
                  <a:cubicBezTo>
                    <a:pt x="-103" y="1780097"/>
                    <a:pt x="-104" y="976656"/>
                    <a:pt x="140" y="173216"/>
                  </a:cubicBezTo>
                  <a:cubicBezTo>
                    <a:pt x="166" y="87844"/>
                    <a:pt x="84498" y="256"/>
                    <a:pt x="168754" y="224"/>
                  </a:cubicBezTo>
                  <a:cubicBezTo>
                    <a:pt x="1223538" y="-168"/>
                    <a:pt x="2278324" y="47"/>
                    <a:pt x="3333110" y="167"/>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754" name="Freeform: Shape 753">
              <a:extLst>
                <a:ext uri="{FF2B5EF4-FFF2-40B4-BE49-F238E27FC236}">
                  <a16:creationId xmlns:a16="http://schemas.microsoft.com/office/drawing/2014/main" id="{BF19C765-2837-7E4B-4D70-BD5CD7D67CBA}"/>
                </a:ext>
                <a:ext uri="{C183D7F6-B498-43B3-948B-1728B52AA6E4}">
                  <adec:decorative xmlns:adec="http://schemas.microsoft.com/office/drawing/2017/decorative" val="1"/>
                </a:ext>
              </a:extLst>
            </p:cNvPr>
            <p:cNvSpPr/>
            <p:nvPr/>
          </p:nvSpPr>
          <p:spPr>
            <a:xfrm>
              <a:off x="5817242" y="1543551"/>
              <a:ext cx="381621" cy="430896"/>
            </a:xfrm>
            <a:custGeom>
              <a:avLst/>
              <a:gdLst>
                <a:gd name="connsiteX0" fmla="*/ 5136665 w 5724321"/>
                <a:gd name="connsiteY0" fmla="*/ 5873438 h 6463437"/>
                <a:gd name="connsiteX1" fmla="*/ 5724321 w 5724321"/>
                <a:gd name="connsiteY1" fmla="*/ 5873438 h 6463437"/>
                <a:gd name="connsiteX2" fmla="*/ 5724321 w 5724321"/>
                <a:gd name="connsiteY2" fmla="*/ 6463437 h 6463437"/>
                <a:gd name="connsiteX3" fmla="*/ 5136665 w 5724321"/>
                <a:gd name="connsiteY3" fmla="*/ 6463437 h 6463437"/>
                <a:gd name="connsiteX4" fmla="*/ 2356011 w 5724321"/>
                <a:gd name="connsiteY4" fmla="*/ 2354405 h 6463437"/>
                <a:gd name="connsiteX5" fmla="*/ 2559137 w 5724321"/>
                <a:gd name="connsiteY5" fmla="*/ 2354405 h 6463437"/>
                <a:gd name="connsiteX6" fmla="*/ 2559137 w 5724321"/>
                <a:gd name="connsiteY6" fmla="*/ 2551866 h 6463437"/>
                <a:gd name="connsiteX7" fmla="*/ 2356011 w 5724321"/>
                <a:gd name="connsiteY7" fmla="*/ 2551866 h 6463437"/>
                <a:gd name="connsiteX8" fmla="*/ 394578 w 5724321"/>
                <a:gd name="connsiteY8" fmla="*/ 2354405 h 6463437"/>
                <a:gd name="connsiteX9" fmla="*/ 597704 w 5724321"/>
                <a:gd name="connsiteY9" fmla="*/ 2354405 h 6463437"/>
                <a:gd name="connsiteX10" fmla="*/ 597704 w 5724321"/>
                <a:gd name="connsiteY10" fmla="*/ 2551866 h 6463437"/>
                <a:gd name="connsiteX11" fmla="*/ 394578 w 5724321"/>
                <a:gd name="connsiteY11" fmla="*/ 2551866 h 6463437"/>
                <a:gd name="connsiteX12" fmla="*/ 1569144 w 5724321"/>
                <a:gd name="connsiteY12" fmla="*/ 2354182 h 6463437"/>
                <a:gd name="connsiteX13" fmla="*/ 1766074 w 5724321"/>
                <a:gd name="connsiteY13" fmla="*/ 2354182 h 6463437"/>
                <a:gd name="connsiteX14" fmla="*/ 1766074 w 5724321"/>
                <a:gd name="connsiteY14" fmla="*/ 2549078 h 6463437"/>
                <a:gd name="connsiteX15" fmla="*/ 1569144 w 5724321"/>
                <a:gd name="connsiteY15" fmla="*/ 2549078 h 6463437"/>
                <a:gd name="connsiteX16" fmla="*/ 1180291 w 5724321"/>
                <a:gd name="connsiteY16" fmla="*/ 2353994 h 6463437"/>
                <a:gd name="connsiteX17" fmla="*/ 1376502 w 5724321"/>
                <a:gd name="connsiteY17" fmla="*/ 2353994 h 6463437"/>
                <a:gd name="connsiteX18" fmla="*/ 1376502 w 5724321"/>
                <a:gd name="connsiteY18" fmla="*/ 2551793 h 6463437"/>
                <a:gd name="connsiteX19" fmla="*/ 1180291 w 5724321"/>
                <a:gd name="connsiteY19" fmla="*/ 2551793 h 6463437"/>
                <a:gd name="connsiteX20" fmla="*/ 1961503 w 5724321"/>
                <a:gd name="connsiteY20" fmla="*/ 2351421 h 6463437"/>
                <a:gd name="connsiteX21" fmla="*/ 2159072 w 5724321"/>
                <a:gd name="connsiteY21" fmla="*/ 2351421 h 6463437"/>
                <a:gd name="connsiteX22" fmla="*/ 2159072 w 5724321"/>
                <a:gd name="connsiteY22" fmla="*/ 2548288 h 6463437"/>
                <a:gd name="connsiteX23" fmla="*/ 1961503 w 5724321"/>
                <a:gd name="connsiteY23" fmla="*/ 2548288 h 6463437"/>
                <a:gd name="connsiteX24" fmla="*/ 787089 w 5724321"/>
                <a:gd name="connsiteY24" fmla="*/ 2351368 h 6463437"/>
                <a:gd name="connsiteX25" fmla="*/ 982519 w 5724321"/>
                <a:gd name="connsiteY25" fmla="*/ 2351368 h 6463437"/>
                <a:gd name="connsiteX26" fmla="*/ 982519 w 5724321"/>
                <a:gd name="connsiteY26" fmla="*/ 2548563 h 6463437"/>
                <a:gd name="connsiteX27" fmla="*/ 787089 w 5724321"/>
                <a:gd name="connsiteY27" fmla="*/ 2548563 h 6463437"/>
                <a:gd name="connsiteX28" fmla="*/ 2356153 w 5724321"/>
                <a:gd name="connsiteY28" fmla="*/ 1962257 h 6463437"/>
                <a:gd name="connsiteX29" fmla="*/ 2562936 w 5724321"/>
                <a:gd name="connsiteY29" fmla="*/ 1962257 h 6463437"/>
                <a:gd name="connsiteX30" fmla="*/ 2562936 w 5724321"/>
                <a:gd name="connsiteY30" fmla="*/ 2157342 h 6463437"/>
                <a:gd name="connsiteX31" fmla="*/ 2356153 w 5724321"/>
                <a:gd name="connsiteY31" fmla="*/ 2157342 h 6463437"/>
                <a:gd name="connsiteX32" fmla="*/ 788349 w 5724321"/>
                <a:gd name="connsiteY32" fmla="*/ 1962060 h 6463437"/>
                <a:gd name="connsiteX33" fmla="*/ 985075 w 5724321"/>
                <a:gd name="connsiteY33" fmla="*/ 1962060 h 6463437"/>
                <a:gd name="connsiteX34" fmla="*/ 985075 w 5724321"/>
                <a:gd name="connsiteY34" fmla="*/ 2156558 h 6463437"/>
                <a:gd name="connsiteX35" fmla="*/ 788349 w 5724321"/>
                <a:gd name="connsiteY35" fmla="*/ 2156558 h 6463437"/>
                <a:gd name="connsiteX36" fmla="*/ 1569144 w 5724321"/>
                <a:gd name="connsiteY36" fmla="*/ 1961893 h 6463437"/>
                <a:gd name="connsiteX37" fmla="*/ 1766074 w 5724321"/>
                <a:gd name="connsiteY37" fmla="*/ 1961893 h 6463437"/>
                <a:gd name="connsiteX38" fmla="*/ 1766074 w 5724321"/>
                <a:gd name="connsiteY38" fmla="*/ 2156790 h 6463437"/>
                <a:gd name="connsiteX39" fmla="*/ 1569144 w 5724321"/>
                <a:gd name="connsiteY39" fmla="*/ 2156790 h 6463437"/>
                <a:gd name="connsiteX40" fmla="*/ 1176856 w 5724321"/>
                <a:gd name="connsiteY40" fmla="*/ 1961475 h 6463437"/>
                <a:gd name="connsiteX41" fmla="*/ 1374212 w 5724321"/>
                <a:gd name="connsiteY41" fmla="*/ 1961475 h 6463437"/>
                <a:gd name="connsiteX42" fmla="*/ 1374212 w 5724321"/>
                <a:gd name="connsiteY42" fmla="*/ 2157224 h 6463437"/>
                <a:gd name="connsiteX43" fmla="*/ 1176856 w 5724321"/>
                <a:gd name="connsiteY43" fmla="*/ 2157224 h 6463437"/>
                <a:gd name="connsiteX44" fmla="*/ 1965152 w 5724321"/>
                <a:gd name="connsiteY44" fmla="*/ 1959451 h 6463437"/>
                <a:gd name="connsiteX45" fmla="*/ 2165322 w 5724321"/>
                <a:gd name="connsiteY45" fmla="*/ 1959451 h 6463437"/>
                <a:gd name="connsiteX46" fmla="*/ 2165322 w 5724321"/>
                <a:gd name="connsiteY46" fmla="*/ 2156586 h 6463437"/>
                <a:gd name="connsiteX47" fmla="*/ 1965152 w 5724321"/>
                <a:gd name="connsiteY47" fmla="*/ 2156586 h 6463437"/>
                <a:gd name="connsiteX48" fmla="*/ 107 w 5724321"/>
                <a:gd name="connsiteY48" fmla="*/ 1959078 h 6463437"/>
                <a:gd name="connsiteX49" fmla="*/ 196788 w 5724321"/>
                <a:gd name="connsiteY49" fmla="*/ 1959078 h 6463437"/>
                <a:gd name="connsiteX50" fmla="*/ 196788 w 5724321"/>
                <a:gd name="connsiteY50" fmla="*/ 2156656 h 6463437"/>
                <a:gd name="connsiteX51" fmla="*/ 107 w 5724321"/>
                <a:gd name="connsiteY51" fmla="*/ 2156656 h 6463437"/>
                <a:gd name="connsiteX52" fmla="*/ 392288 w 5724321"/>
                <a:gd name="connsiteY52" fmla="*/ 1958954 h 6463437"/>
                <a:gd name="connsiteX53" fmla="*/ 598947 w 5724321"/>
                <a:gd name="connsiteY53" fmla="*/ 1958954 h 6463437"/>
                <a:gd name="connsiteX54" fmla="*/ 598947 w 5724321"/>
                <a:gd name="connsiteY54" fmla="*/ 2156285 h 6463437"/>
                <a:gd name="connsiteX55" fmla="*/ 392288 w 5724321"/>
                <a:gd name="connsiteY55" fmla="*/ 2156285 h 6463437"/>
                <a:gd name="connsiteX56" fmla="*/ 394614 w 5724321"/>
                <a:gd name="connsiteY56" fmla="*/ 1569863 h 6463437"/>
                <a:gd name="connsiteX57" fmla="*/ 601503 w 5724321"/>
                <a:gd name="connsiteY57" fmla="*/ 1569863 h 6463437"/>
                <a:gd name="connsiteX58" fmla="*/ 601503 w 5724321"/>
                <a:gd name="connsiteY58" fmla="*/ 1764164 h 6463437"/>
                <a:gd name="connsiteX59" fmla="*/ 394614 w 5724321"/>
                <a:gd name="connsiteY59" fmla="*/ 1764164 h 6463437"/>
                <a:gd name="connsiteX60" fmla="*/ 3107 w 5724321"/>
                <a:gd name="connsiteY60" fmla="*/ 1569089 h 6463437"/>
                <a:gd name="connsiteX61" fmla="*/ 198696 w 5724321"/>
                <a:gd name="connsiteY61" fmla="*/ 1569089 h 6463437"/>
                <a:gd name="connsiteX62" fmla="*/ 198696 w 5724321"/>
                <a:gd name="connsiteY62" fmla="*/ 1765539 h 6463437"/>
                <a:gd name="connsiteX63" fmla="*/ 3107 w 5724321"/>
                <a:gd name="connsiteY63" fmla="*/ 1765539 h 6463437"/>
                <a:gd name="connsiteX64" fmla="*/ 1964211 w 5724321"/>
                <a:gd name="connsiteY64" fmla="*/ 1566967 h 6463437"/>
                <a:gd name="connsiteX65" fmla="*/ 2161913 w 5724321"/>
                <a:gd name="connsiteY65" fmla="*/ 1566967 h 6463437"/>
                <a:gd name="connsiteX66" fmla="*/ 2161913 w 5724321"/>
                <a:gd name="connsiteY66" fmla="*/ 1763701 h 6463437"/>
                <a:gd name="connsiteX67" fmla="*/ 1964211 w 5724321"/>
                <a:gd name="connsiteY67" fmla="*/ 1763701 h 6463437"/>
                <a:gd name="connsiteX68" fmla="*/ 2353792 w 5724321"/>
                <a:gd name="connsiteY68" fmla="*/ 1566854 h 6463437"/>
                <a:gd name="connsiteX69" fmla="*/ 2560078 w 5724321"/>
                <a:gd name="connsiteY69" fmla="*/ 1566854 h 6463437"/>
                <a:gd name="connsiteX70" fmla="*/ 2560078 w 5724321"/>
                <a:gd name="connsiteY70" fmla="*/ 1763712 h 6463437"/>
                <a:gd name="connsiteX71" fmla="*/ 2353792 w 5724321"/>
                <a:gd name="connsiteY71" fmla="*/ 1763712 h 6463437"/>
                <a:gd name="connsiteX72" fmla="*/ 395315 w 5724321"/>
                <a:gd name="connsiteY72" fmla="*/ 1178285 h 6463437"/>
                <a:gd name="connsiteX73" fmla="*/ 598521 w 5724321"/>
                <a:gd name="connsiteY73" fmla="*/ 1178285 h 6463437"/>
                <a:gd name="connsiteX74" fmla="*/ 598521 w 5724321"/>
                <a:gd name="connsiteY74" fmla="*/ 1375011 h 6463437"/>
                <a:gd name="connsiteX75" fmla="*/ 395315 w 5724321"/>
                <a:gd name="connsiteY75" fmla="*/ 1375011 h 6463437"/>
                <a:gd name="connsiteX76" fmla="*/ 71 w 5724321"/>
                <a:gd name="connsiteY76" fmla="*/ 1177948 h 6463437"/>
                <a:gd name="connsiteX77" fmla="*/ 197871 w 5724321"/>
                <a:gd name="connsiteY77" fmla="*/ 1177948 h 6463437"/>
                <a:gd name="connsiteX78" fmla="*/ 197871 w 5724321"/>
                <a:gd name="connsiteY78" fmla="*/ 1374158 h 6463437"/>
                <a:gd name="connsiteX79" fmla="*/ 71 w 5724321"/>
                <a:gd name="connsiteY79" fmla="*/ 1374158 h 6463437"/>
                <a:gd name="connsiteX80" fmla="*/ 1963865 w 5724321"/>
                <a:gd name="connsiteY80" fmla="*/ 1177679 h 6463437"/>
                <a:gd name="connsiteX81" fmla="*/ 2161931 w 5724321"/>
                <a:gd name="connsiteY81" fmla="*/ 1177679 h 6463437"/>
                <a:gd name="connsiteX82" fmla="*/ 2161931 w 5724321"/>
                <a:gd name="connsiteY82" fmla="*/ 1372762 h 6463437"/>
                <a:gd name="connsiteX83" fmla="*/ 1963865 w 5724321"/>
                <a:gd name="connsiteY83" fmla="*/ 1372762 h 6463437"/>
                <a:gd name="connsiteX84" fmla="*/ 788154 w 5724321"/>
                <a:gd name="connsiteY84" fmla="*/ 1177289 h 6463437"/>
                <a:gd name="connsiteX85" fmla="*/ 984888 w 5724321"/>
                <a:gd name="connsiteY85" fmla="*/ 1177289 h 6463437"/>
                <a:gd name="connsiteX86" fmla="*/ 984888 w 5724321"/>
                <a:gd name="connsiteY86" fmla="*/ 1374991 h 6463437"/>
                <a:gd name="connsiteX87" fmla="*/ 788154 w 5724321"/>
                <a:gd name="connsiteY87" fmla="*/ 1374991 h 6463437"/>
                <a:gd name="connsiteX88" fmla="*/ 2354085 w 5724321"/>
                <a:gd name="connsiteY88" fmla="*/ 1171095 h 6463437"/>
                <a:gd name="connsiteX89" fmla="*/ 2559936 w 5724321"/>
                <a:gd name="connsiteY89" fmla="*/ 1171095 h 6463437"/>
                <a:gd name="connsiteX90" fmla="*/ 2559936 w 5724321"/>
                <a:gd name="connsiteY90" fmla="*/ 1371291 h 6463437"/>
                <a:gd name="connsiteX91" fmla="*/ 2354085 w 5724321"/>
                <a:gd name="connsiteY91" fmla="*/ 1371291 h 6463437"/>
                <a:gd name="connsiteX92" fmla="*/ 395874 w 5724321"/>
                <a:gd name="connsiteY92" fmla="*/ 785004 h 6463437"/>
                <a:gd name="connsiteX93" fmla="*/ 601316 w 5724321"/>
                <a:gd name="connsiteY93" fmla="*/ 785004 h 6463437"/>
                <a:gd name="connsiteX94" fmla="*/ 601316 w 5724321"/>
                <a:gd name="connsiteY94" fmla="*/ 991423 h 6463437"/>
                <a:gd name="connsiteX95" fmla="*/ 395874 w 5724321"/>
                <a:gd name="connsiteY95" fmla="*/ 991423 h 6463437"/>
                <a:gd name="connsiteX96" fmla="*/ 1961308 w 5724321"/>
                <a:gd name="connsiteY96" fmla="*/ 784781 h 6463437"/>
                <a:gd name="connsiteX97" fmla="*/ 2158637 w 5724321"/>
                <a:gd name="connsiteY97" fmla="*/ 784781 h 6463437"/>
                <a:gd name="connsiteX98" fmla="*/ 2158637 w 5724321"/>
                <a:gd name="connsiteY98" fmla="*/ 991440 h 6463437"/>
                <a:gd name="connsiteX99" fmla="*/ 1961308 w 5724321"/>
                <a:gd name="connsiteY99" fmla="*/ 991440 h 6463437"/>
                <a:gd name="connsiteX100" fmla="*/ 2353712 w 5724321"/>
                <a:gd name="connsiteY100" fmla="*/ 784703 h 6463437"/>
                <a:gd name="connsiteX101" fmla="*/ 2559696 w 5724321"/>
                <a:gd name="connsiteY101" fmla="*/ 784703 h 6463437"/>
                <a:gd name="connsiteX102" fmla="*/ 2559696 w 5724321"/>
                <a:gd name="connsiteY102" fmla="*/ 989001 h 6463437"/>
                <a:gd name="connsiteX103" fmla="*/ 2353712 w 5724321"/>
                <a:gd name="connsiteY103" fmla="*/ 989001 h 6463437"/>
                <a:gd name="connsiteX104" fmla="*/ 0 w 5724321"/>
                <a:gd name="connsiteY104" fmla="*/ 784621 h 6463437"/>
                <a:gd name="connsiteX105" fmla="*/ 197356 w 5724321"/>
                <a:gd name="connsiteY105" fmla="*/ 784621 h 6463437"/>
                <a:gd name="connsiteX106" fmla="*/ 197356 w 5724321"/>
                <a:gd name="connsiteY106" fmla="*/ 989096 h 6463437"/>
                <a:gd name="connsiteX107" fmla="*/ 0 w 5724321"/>
                <a:gd name="connsiteY107" fmla="*/ 989096 h 6463437"/>
                <a:gd name="connsiteX108" fmla="*/ 1179670 w 5724321"/>
                <a:gd name="connsiteY108" fmla="*/ 393513 h 6463437"/>
                <a:gd name="connsiteX109" fmla="*/ 1374567 w 5724321"/>
                <a:gd name="connsiteY109" fmla="*/ 393513 h 6463437"/>
                <a:gd name="connsiteX110" fmla="*/ 1374567 w 5724321"/>
                <a:gd name="connsiteY110" fmla="*/ 599160 h 6463437"/>
                <a:gd name="connsiteX111" fmla="*/ 1179670 w 5724321"/>
                <a:gd name="connsiteY111" fmla="*/ 599160 h 6463437"/>
                <a:gd name="connsiteX112" fmla="*/ 394978 w 5724321"/>
                <a:gd name="connsiteY112" fmla="*/ 393399 h 6463437"/>
                <a:gd name="connsiteX113" fmla="*/ 598823 w 5724321"/>
                <a:gd name="connsiteY113" fmla="*/ 393399 h 6463437"/>
                <a:gd name="connsiteX114" fmla="*/ 598823 w 5724321"/>
                <a:gd name="connsiteY114" fmla="*/ 599161 h 6463437"/>
                <a:gd name="connsiteX115" fmla="*/ 394978 w 5724321"/>
                <a:gd name="connsiteY115" fmla="*/ 599161 h 6463437"/>
                <a:gd name="connsiteX116" fmla="*/ 2353712 w 5724321"/>
                <a:gd name="connsiteY116" fmla="*/ 392236 h 6463437"/>
                <a:gd name="connsiteX117" fmla="*/ 2559891 w 5724321"/>
                <a:gd name="connsiteY117" fmla="*/ 392236 h 6463437"/>
                <a:gd name="connsiteX118" fmla="*/ 2559891 w 5724321"/>
                <a:gd name="connsiteY118" fmla="*/ 595362 h 6463437"/>
                <a:gd name="connsiteX119" fmla="*/ 2353712 w 5724321"/>
                <a:gd name="connsiteY119" fmla="*/ 595362 h 6463437"/>
                <a:gd name="connsiteX120" fmla="*/ 0 w 5724321"/>
                <a:gd name="connsiteY120" fmla="*/ 392235 h 6463437"/>
                <a:gd name="connsiteX121" fmla="*/ 197462 w 5724321"/>
                <a:gd name="connsiteY121" fmla="*/ 392235 h 6463437"/>
                <a:gd name="connsiteX122" fmla="*/ 197462 w 5724321"/>
                <a:gd name="connsiteY122" fmla="*/ 595361 h 6463437"/>
                <a:gd name="connsiteX123" fmla="*/ 0 w 5724321"/>
                <a:gd name="connsiteY123" fmla="*/ 595361 h 6463437"/>
                <a:gd name="connsiteX124" fmla="*/ 1571772 w 5724321"/>
                <a:gd name="connsiteY124" fmla="*/ 390788 h 6463437"/>
                <a:gd name="connsiteX125" fmla="*/ 1769572 w 5724321"/>
                <a:gd name="connsiteY125" fmla="*/ 390788 h 6463437"/>
                <a:gd name="connsiteX126" fmla="*/ 1769572 w 5724321"/>
                <a:gd name="connsiteY126" fmla="*/ 595716 h 6463437"/>
                <a:gd name="connsiteX127" fmla="*/ 1571772 w 5724321"/>
                <a:gd name="connsiteY127" fmla="*/ 595716 h 6463437"/>
                <a:gd name="connsiteX128" fmla="*/ 787311 w 5724321"/>
                <a:gd name="connsiteY128" fmla="*/ 389936 h 6463437"/>
                <a:gd name="connsiteX129" fmla="*/ 982314 w 5724321"/>
                <a:gd name="connsiteY129" fmla="*/ 389936 h 6463437"/>
                <a:gd name="connsiteX130" fmla="*/ 982314 w 5724321"/>
                <a:gd name="connsiteY130" fmla="*/ 595636 h 6463437"/>
                <a:gd name="connsiteX131" fmla="*/ 787311 w 5724321"/>
                <a:gd name="connsiteY131" fmla="*/ 595636 h 6463437"/>
                <a:gd name="connsiteX132" fmla="*/ 1964415 w 5724321"/>
                <a:gd name="connsiteY132" fmla="*/ 389936 h 6463437"/>
                <a:gd name="connsiteX133" fmla="*/ 2158912 w 5724321"/>
                <a:gd name="connsiteY133" fmla="*/ 389936 h 6463437"/>
                <a:gd name="connsiteX134" fmla="*/ 2158912 w 5724321"/>
                <a:gd name="connsiteY134" fmla="*/ 595378 h 6463437"/>
                <a:gd name="connsiteX135" fmla="*/ 1964415 w 5724321"/>
                <a:gd name="connsiteY135" fmla="*/ 595378 h 6463437"/>
                <a:gd name="connsiteX136" fmla="*/ 2353721 w 5724321"/>
                <a:gd name="connsiteY136" fmla="*/ 1378 h 6463437"/>
                <a:gd name="connsiteX137" fmla="*/ 2560016 w 5724321"/>
                <a:gd name="connsiteY137" fmla="*/ 1378 h 6463437"/>
                <a:gd name="connsiteX138" fmla="*/ 2560016 w 5724321"/>
                <a:gd name="connsiteY138" fmla="*/ 206758 h 6463437"/>
                <a:gd name="connsiteX139" fmla="*/ 2353721 w 5724321"/>
                <a:gd name="connsiteY139" fmla="*/ 206758 h 6463437"/>
                <a:gd name="connsiteX140" fmla="*/ 787515 w 5724321"/>
                <a:gd name="connsiteY140" fmla="*/ 1350 h 6463437"/>
                <a:gd name="connsiteX141" fmla="*/ 982163 w 5724321"/>
                <a:gd name="connsiteY141" fmla="*/ 1350 h 6463437"/>
                <a:gd name="connsiteX142" fmla="*/ 982163 w 5724321"/>
                <a:gd name="connsiteY142" fmla="*/ 206872 h 6463437"/>
                <a:gd name="connsiteX143" fmla="*/ 787515 w 5724321"/>
                <a:gd name="connsiteY143" fmla="*/ 206872 h 6463437"/>
                <a:gd name="connsiteX144" fmla="*/ 1572091 w 5724321"/>
                <a:gd name="connsiteY144" fmla="*/ 1350 h 6463437"/>
                <a:gd name="connsiteX145" fmla="*/ 1766739 w 5724321"/>
                <a:gd name="connsiteY145" fmla="*/ 1350 h 6463437"/>
                <a:gd name="connsiteX146" fmla="*/ 1766739 w 5724321"/>
                <a:gd name="connsiteY146" fmla="*/ 206872 h 6463437"/>
                <a:gd name="connsiteX147" fmla="*/ 1572091 w 5724321"/>
                <a:gd name="connsiteY147" fmla="*/ 206872 h 6463437"/>
                <a:gd name="connsiteX148" fmla="*/ 394889 w 5724321"/>
                <a:gd name="connsiteY148" fmla="*/ 1013 h 6463437"/>
                <a:gd name="connsiteX149" fmla="*/ 598920 w 5724321"/>
                <a:gd name="connsiteY149" fmla="*/ 1013 h 6463437"/>
                <a:gd name="connsiteX150" fmla="*/ 598920 w 5724321"/>
                <a:gd name="connsiteY150" fmla="*/ 206864 h 6463437"/>
                <a:gd name="connsiteX151" fmla="*/ 394889 w 5724321"/>
                <a:gd name="connsiteY151" fmla="*/ 206864 h 6463437"/>
                <a:gd name="connsiteX152" fmla="*/ 1177229 w 5724321"/>
                <a:gd name="connsiteY152" fmla="*/ 933 h 6463437"/>
                <a:gd name="connsiteX153" fmla="*/ 1374895 w 5724321"/>
                <a:gd name="connsiteY153" fmla="*/ 933 h 6463437"/>
                <a:gd name="connsiteX154" fmla="*/ 1374895 w 5724321"/>
                <a:gd name="connsiteY154" fmla="*/ 209784 h 6463437"/>
                <a:gd name="connsiteX155" fmla="*/ 1177229 w 5724321"/>
                <a:gd name="connsiteY155" fmla="*/ 209784 h 6463437"/>
                <a:gd name="connsiteX156" fmla="*/ 1964797 w 5724321"/>
                <a:gd name="connsiteY156" fmla="*/ 241 h 6463437"/>
                <a:gd name="connsiteX157" fmla="*/ 2161931 w 5724321"/>
                <a:gd name="connsiteY157" fmla="*/ 241 h 6463437"/>
                <a:gd name="connsiteX158" fmla="*/ 2161931 w 5724321"/>
                <a:gd name="connsiteY158" fmla="*/ 204272 h 6463437"/>
                <a:gd name="connsiteX159" fmla="*/ 1964797 w 5724321"/>
                <a:gd name="connsiteY159" fmla="*/ 204272 h 6463437"/>
                <a:gd name="connsiteX160" fmla="*/ 3142 w 5724321"/>
                <a:gd name="connsiteY160" fmla="*/ 0 h 6463437"/>
                <a:gd name="connsiteX161" fmla="*/ 200498 w 5724321"/>
                <a:gd name="connsiteY161" fmla="*/ 0 h 6463437"/>
                <a:gd name="connsiteX162" fmla="*/ 200498 w 5724321"/>
                <a:gd name="connsiteY162" fmla="*/ 204475 h 6463437"/>
                <a:gd name="connsiteX163" fmla="*/ 3142 w 5724321"/>
                <a:gd name="connsiteY163" fmla="*/ 204475 h 646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5724321" h="6463437">
                  <a:moveTo>
                    <a:pt x="5136665" y="5873438"/>
                  </a:moveTo>
                  <a:lnTo>
                    <a:pt x="5724321" y="5873438"/>
                  </a:lnTo>
                  <a:lnTo>
                    <a:pt x="5724321" y="6463437"/>
                  </a:lnTo>
                  <a:lnTo>
                    <a:pt x="5136665" y="6463437"/>
                  </a:lnTo>
                  <a:close/>
                  <a:moveTo>
                    <a:pt x="2356011" y="2354405"/>
                  </a:moveTo>
                  <a:lnTo>
                    <a:pt x="2559137" y="2354405"/>
                  </a:lnTo>
                  <a:lnTo>
                    <a:pt x="2559137" y="2551866"/>
                  </a:lnTo>
                  <a:lnTo>
                    <a:pt x="2356011" y="2551866"/>
                  </a:lnTo>
                  <a:close/>
                  <a:moveTo>
                    <a:pt x="394578" y="2354405"/>
                  </a:moveTo>
                  <a:lnTo>
                    <a:pt x="597704" y="2354405"/>
                  </a:lnTo>
                  <a:lnTo>
                    <a:pt x="597704" y="2551866"/>
                  </a:lnTo>
                  <a:lnTo>
                    <a:pt x="394578" y="2551866"/>
                  </a:lnTo>
                  <a:close/>
                  <a:moveTo>
                    <a:pt x="1569144" y="2354182"/>
                  </a:moveTo>
                  <a:lnTo>
                    <a:pt x="1766074" y="2354182"/>
                  </a:lnTo>
                  <a:lnTo>
                    <a:pt x="1766074" y="2549078"/>
                  </a:lnTo>
                  <a:lnTo>
                    <a:pt x="1569144" y="2549078"/>
                  </a:lnTo>
                  <a:close/>
                  <a:moveTo>
                    <a:pt x="1180291" y="2353994"/>
                  </a:moveTo>
                  <a:lnTo>
                    <a:pt x="1376502" y="2353994"/>
                  </a:lnTo>
                  <a:lnTo>
                    <a:pt x="1376502" y="2551793"/>
                  </a:lnTo>
                  <a:lnTo>
                    <a:pt x="1180291" y="2551793"/>
                  </a:lnTo>
                  <a:close/>
                  <a:moveTo>
                    <a:pt x="1961503" y="2351421"/>
                  </a:moveTo>
                  <a:lnTo>
                    <a:pt x="2159072" y="2351421"/>
                  </a:lnTo>
                  <a:lnTo>
                    <a:pt x="2159072" y="2548288"/>
                  </a:lnTo>
                  <a:lnTo>
                    <a:pt x="1961503" y="2548288"/>
                  </a:lnTo>
                  <a:close/>
                  <a:moveTo>
                    <a:pt x="787089" y="2351368"/>
                  </a:moveTo>
                  <a:lnTo>
                    <a:pt x="982519" y="2351368"/>
                  </a:lnTo>
                  <a:lnTo>
                    <a:pt x="982519" y="2548563"/>
                  </a:lnTo>
                  <a:lnTo>
                    <a:pt x="787089" y="2548563"/>
                  </a:lnTo>
                  <a:close/>
                  <a:moveTo>
                    <a:pt x="2356153" y="1962257"/>
                  </a:moveTo>
                  <a:lnTo>
                    <a:pt x="2562936" y="1962257"/>
                  </a:lnTo>
                  <a:lnTo>
                    <a:pt x="2562936" y="2157342"/>
                  </a:lnTo>
                  <a:lnTo>
                    <a:pt x="2356153" y="2157342"/>
                  </a:lnTo>
                  <a:close/>
                  <a:moveTo>
                    <a:pt x="788349" y="1962060"/>
                  </a:moveTo>
                  <a:lnTo>
                    <a:pt x="985075" y="1962060"/>
                  </a:lnTo>
                  <a:lnTo>
                    <a:pt x="985075" y="2156558"/>
                  </a:lnTo>
                  <a:lnTo>
                    <a:pt x="788349" y="2156558"/>
                  </a:lnTo>
                  <a:close/>
                  <a:moveTo>
                    <a:pt x="1569144" y="1961893"/>
                  </a:moveTo>
                  <a:lnTo>
                    <a:pt x="1766074" y="1961893"/>
                  </a:lnTo>
                  <a:lnTo>
                    <a:pt x="1766074" y="2156790"/>
                  </a:lnTo>
                  <a:lnTo>
                    <a:pt x="1569144" y="2156790"/>
                  </a:lnTo>
                  <a:close/>
                  <a:moveTo>
                    <a:pt x="1176856" y="1961475"/>
                  </a:moveTo>
                  <a:lnTo>
                    <a:pt x="1374212" y="1961475"/>
                  </a:lnTo>
                  <a:lnTo>
                    <a:pt x="1374212" y="2157224"/>
                  </a:lnTo>
                  <a:lnTo>
                    <a:pt x="1176856" y="2157224"/>
                  </a:lnTo>
                  <a:close/>
                  <a:moveTo>
                    <a:pt x="1965152" y="1959451"/>
                  </a:moveTo>
                  <a:lnTo>
                    <a:pt x="2165322" y="1959451"/>
                  </a:lnTo>
                  <a:lnTo>
                    <a:pt x="2165322" y="2156586"/>
                  </a:lnTo>
                  <a:lnTo>
                    <a:pt x="1965152" y="2156586"/>
                  </a:lnTo>
                  <a:close/>
                  <a:moveTo>
                    <a:pt x="107" y="1959078"/>
                  </a:moveTo>
                  <a:lnTo>
                    <a:pt x="196788" y="1959078"/>
                  </a:lnTo>
                  <a:lnTo>
                    <a:pt x="196788" y="2156656"/>
                  </a:lnTo>
                  <a:lnTo>
                    <a:pt x="107" y="2156656"/>
                  </a:lnTo>
                  <a:close/>
                  <a:moveTo>
                    <a:pt x="392288" y="1958954"/>
                  </a:moveTo>
                  <a:lnTo>
                    <a:pt x="598947" y="1958954"/>
                  </a:lnTo>
                  <a:lnTo>
                    <a:pt x="598947" y="2156285"/>
                  </a:lnTo>
                  <a:lnTo>
                    <a:pt x="392288" y="2156285"/>
                  </a:lnTo>
                  <a:close/>
                  <a:moveTo>
                    <a:pt x="394614" y="1569863"/>
                  </a:moveTo>
                  <a:lnTo>
                    <a:pt x="601503" y="1569863"/>
                  </a:lnTo>
                  <a:lnTo>
                    <a:pt x="601503" y="1764164"/>
                  </a:lnTo>
                  <a:lnTo>
                    <a:pt x="394614" y="1764164"/>
                  </a:lnTo>
                  <a:close/>
                  <a:moveTo>
                    <a:pt x="3107" y="1569089"/>
                  </a:moveTo>
                  <a:lnTo>
                    <a:pt x="198696" y="1569089"/>
                  </a:lnTo>
                  <a:lnTo>
                    <a:pt x="198696" y="1765539"/>
                  </a:lnTo>
                  <a:lnTo>
                    <a:pt x="3107" y="1765539"/>
                  </a:lnTo>
                  <a:close/>
                  <a:moveTo>
                    <a:pt x="1964211" y="1566967"/>
                  </a:moveTo>
                  <a:lnTo>
                    <a:pt x="2161913" y="1566967"/>
                  </a:lnTo>
                  <a:lnTo>
                    <a:pt x="2161913" y="1763701"/>
                  </a:lnTo>
                  <a:lnTo>
                    <a:pt x="1964211" y="1763701"/>
                  </a:lnTo>
                  <a:close/>
                  <a:moveTo>
                    <a:pt x="2353792" y="1566854"/>
                  </a:moveTo>
                  <a:lnTo>
                    <a:pt x="2560078" y="1566854"/>
                  </a:lnTo>
                  <a:lnTo>
                    <a:pt x="2560078" y="1763712"/>
                  </a:lnTo>
                  <a:lnTo>
                    <a:pt x="2353792" y="1763712"/>
                  </a:lnTo>
                  <a:close/>
                  <a:moveTo>
                    <a:pt x="395315" y="1178285"/>
                  </a:moveTo>
                  <a:lnTo>
                    <a:pt x="598521" y="1178285"/>
                  </a:lnTo>
                  <a:lnTo>
                    <a:pt x="598521" y="1375011"/>
                  </a:lnTo>
                  <a:lnTo>
                    <a:pt x="395315" y="1375011"/>
                  </a:lnTo>
                  <a:close/>
                  <a:moveTo>
                    <a:pt x="71" y="1177948"/>
                  </a:moveTo>
                  <a:lnTo>
                    <a:pt x="197871" y="1177948"/>
                  </a:lnTo>
                  <a:lnTo>
                    <a:pt x="197871" y="1374158"/>
                  </a:lnTo>
                  <a:lnTo>
                    <a:pt x="71" y="1374158"/>
                  </a:lnTo>
                  <a:close/>
                  <a:moveTo>
                    <a:pt x="1963865" y="1177679"/>
                  </a:moveTo>
                  <a:lnTo>
                    <a:pt x="2161931" y="1177679"/>
                  </a:lnTo>
                  <a:lnTo>
                    <a:pt x="2161931" y="1372762"/>
                  </a:lnTo>
                  <a:lnTo>
                    <a:pt x="1963865" y="1372762"/>
                  </a:lnTo>
                  <a:close/>
                  <a:moveTo>
                    <a:pt x="788154" y="1177289"/>
                  </a:moveTo>
                  <a:lnTo>
                    <a:pt x="984888" y="1177289"/>
                  </a:lnTo>
                  <a:lnTo>
                    <a:pt x="984888" y="1374991"/>
                  </a:lnTo>
                  <a:lnTo>
                    <a:pt x="788154" y="1374991"/>
                  </a:lnTo>
                  <a:close/>
                  <a:moveTo>
                    <a:pt x="2354085" y="1171095"/>
                  </a:moveTo>
                  <a:lnTo>
                    <a:pt x="2559936" y="1171095"/>
                  </a:lnTo>
                  <a:lnTo>
                    <a:pt x="2559936" y="1371291"/>
                  </a:lnTo>
                  <a:lnTo>
                    <a:pt x="2354085" y="1371291"/>
                  </a:lnTo>
                  <a:close/>
                  <a:moveTo>
                    <a:pt x="395874" y="785004"/>
                  </a:moveTo>
                  <a:lnTo>
                    <a:pt x="601316" y="785004"/>
                  </a:lnTo>
                  <a:lnTo>
                    <a:pt x="601316" y="991423"/>
                  </a:lnTo>
                  <a:lnTo>
                    <a:pt x="395874" y="991423"/>
                  </a:lnTo>
                  <a:close/>
                  <a:moveTo>
                    <a:pt x="1961308" y="784781"/>
                  </a:moveTo>
                  <a:lnTo>
                    <a:pt x="2158637" y="784781"/>
                  </a:lnTo>
                  <a:lnTo>
                    <a:pt x="2158637" y="991440"/>
                  </a:lnTo>
                  <a:lnTo>
                    <a:pt x="1961308" y="991440"/>
                  </a:lnTo>
                  <a:close/>
                  <a:moveTo>
                    <a:pt x="2353712" y="784703"/>
                  </a:moveTo>
                  <a:lnTo>
                    <a:pt x="2559696" y="784703"/>
                  </a:lnTo>
                  <a:lnTo>
                    <a:pt x="2559696" y="989001"/>
                  </a:lnTo>
                  <a:lnTo>
                    <a:pt x="2353712" y="989001"/>
                  </a:lnTo>
                  <a:close/>
                  <a:moveTo>
                    <a:pt x="0" y="784621"/>
                  </a:moveTo>
                  <a:lnTo>
                    <a:pt x="197356" y="784621"/>
                  </a:lnTo>
                  <a:lnTo>
                    <a:pt x="197356" y="989096"/>
                  </a:lnTo>
                  <a:lnTo>
                    <a:pt x="0" y="989096"/>
                  </a:lnTo>
                  <a:close/>
                  <a:moveTo>
                    <a:pt x="1179670" y="393513"/>
                  </a:moveTo>
                  <a:lnTo>
                    <a:pt x="1374567" y="393513"/>
                  </a:lnTo>
                  <a:lnTo>
                    <a:pt x="1374567" y="599160"/>
                  </a:lnTo>
                  <a:lnTo>
                    <a:pt x="1179670" y="599160"/>
                  </a:lnTo>
                  <a:close/>
                  <a:moveTo>
                    <a:pt x="394978" y="393399"/>
                  </a:moveTo>
                  <a:lnTo>
                    <a:pt x="598823" y="393399"/>
                  </a:lnTo>
                  <a:lnTo>
                    <a:pt x="598823" y="599161"/>
                  </a:lnTo>
                  <a:lnTo>
                    <a:pt x="394978" y="599161"/>
                  </a:lnTo>
                  <a:close/>
                  <a:moveTo>
                    <a:pt x="2353712" y="392236"/>
                  </a:moveTo>
                  <a:lnTo>
                    <a:pt x="2559891" y="392236"/>
                  </a:lnTo>
                  <a:lnTo>
                    <a:pt x="2559891" y="595362"/>
                  </a:lnTo>
                  <a:lnTo>
                    <a:pt x="2353712" y="595362"/>
                  </a:lnTo>
                  <a:close/>
                  <a:moveTo>
                    <a:pt x="0" y="392235"/>
                  </a:moveTo>
                  <a:lnTo>
                    <a:pt x="197462" y="392235"/>
                  </a:lnTo>
                  <a:lnTo>
                    <a:pt x="197462" y="595361"/>
                  </a:lnTo>
                  <a:lnTo>
                    <a:pt x="0" y="595361"/>
                  </a:lnTo>
                  <a:close/>
                  <a:moveTo>
                    <a:pt x="1571772" y="390788"/>
                  </a:moveTo>
                  <a:lnTo>
                    <a:pt x="1769572" y="390788"/>
                  </a:lnTo>
                  <a:lnTo>
                    <a:pt x="1769572" y="595716"/>
                  </a:lnTo>
                  <a:lnTo>
                    <a:pt x="1571772" y="595716"/>
                  </a:lnTo>
                  <a:close/>
                  <a:moveTo>
                    <a:pt x="787311" y="389936"/>
                  </a:moveTo>
                  <a:lnTo>
                    <a:pt x="982314" y="389936"/>
                  </a:lnTo>
                  <a:lnTo>
                    <a:pt x="982314" y="595636"/>
                  </a:lnTo>
                  <a:lnTo>
                    <a:pt x="787311" y="595636"/>
                  </a:lnTo>
                  <a:close/>
                  <a:moveTo>
                    <a:pt x="1964415" y="389936"/>
                  </a:moveTo>
                  <a:lnTo>
                    <a:pt x="2158912" y="389936"/>
                  </a:lnTo>
                  <a:lnTo>
                    <a:pt x="2158912" y="595378"/>
                  </a:lnTo>
                  <a:lnTo>
                    <a:pt x="1964415" y="595378"/>
                  </a:lnTo>
                  <a:close/>
                  <a:moveTo>
                    <a:pt x="2353721" y="1378"/>
                  </a:moveTo>
                  <a:lnTo>
                    <a:pt x="2560016" y="1378"/>
                  </a:lnTo>
                  <a:lnTo>
                    <a:pt x="2560016" y="206758"/>
                  </a:lnTo>
                  <a:lnTo>
                    <a:pt x="2353721" y="206758"/>
                  </a:lnTo>
                  <a:close/>
                  <a:moveTo>
                    <a:pt x="787515" y="1350"/>
                  </a:moveTo>
                  <a:lnTo>
                    <a:pt x="982163" y="1350"/>
                  </a:lnTo>
                  <a:lnTo>
                    <a:pt x="982163" y="206872"/>
                  </a:lnTo>
                  <a:lnTo>
                    <a:pt x="787515" y="206872"/>
                  </a:lnTo>
                  <a:close/>
                  <a:moveTo>
                    <a:pt x="1572091" y="1350"/>
                  </a:moveTo>
                  <a:lnTo>
                    <a:pt x="1766739" y="1350"/>
                  </a:lnTo>
                  <a:lnTo>
                    <a:pt x="1766739" y="206872"/>
                  </a:lnTo>
                  <a:lnTo>
                    <a:pt x="1572091" y="206872"/>
                  </a:lnTo>
                  <a:close/>
                  <a:moveTo>
                    <a:pt x="394889" y="1013"/>
                  </a:moveTo>
                  <a:lnTo>
                    <a:pt x="598920" y="1013"/>
                  </a:lnTo>
                  <a:lnTo>
                    <a:pt x="598920" y="206864"/>
                  </a:lnTo>
                  <a:lnTo>
                    <a:pt x="394889" y="206864"/>
                  </a:lnTo>
                  <a:close/>
                  <a:moveTo>
                    <a:pt x="1177229" y="933"/>
                  </a:moveTo>
                  <a:lnTo>
                    <a:pt x="1374895" y="933"/>
                  </a:lnTo>
                  <a:lnTo>
                    <a:pt x="1374895" y="209784"/>
                  </a:lnTo>
                  <a:lnTo>
                    <a:pt x="1177229" y="209784"/>
                  </a:lnTo>
                  <a:close/>
                  <a:moveTo>
                    <a:pt x="1964797" y="241"/>
                  </a:moveTo>
                  <a:lnTo>
                    <a:pt x="2161931" y="241"/>
                  </a:lnTo>
                  <a:lnTo>
                    <a:pt x="2161931" y="204272"/>
                  </a:lnTo>
                  <a:lnTo>
                    <a:pt x="1964797" y="204272"/>
                  </a:lnTo>
                  <a:close/>
                  <a:moveTo>
                    <a:pt x="3142" y="0"/>
                  </a:moveTo>
                  <a:lnTo>
                    <a:pt x="200498" y="0"/>
                  </a:lnTo>
                  <a:lnTo>
                    <a:pt x="200498" y="204475"/>
                  </a:lnTo>
                  <a:lnTo>
                    <a:pt x="3142" y="204475"/>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5" name="Group 114">
            <a:extLst>
              <a:ext uri="{FF2B5EF4-FFF2-40B4-BE49-F238E27FC236}">
                <a16:creationId xmlns:a16="http://schemas.microsoft.com/office/drawing/2014/main" id="{76EFC07B-4F04-E860-656F-4976CAE33008}"/>
              </a:ext>
              <a:ext uri="{C183D7F6-B498-43B3-948B-1728B52AA6E4}">
                <adec:decorative xmlns:adec="http://schemas.microsoft.com/office/drawing/2017/decorative" val="1"/>
              </a:ext>
            </a:extLst>
          </p:cNvPr>
          <p:cNvGrpSpPr>
            <a:grpSpLocks noChangeAspect="1"/>
          </p:cNvGrpSpPr>
          <p:nvPr/>
        </p:nvGrpSpPr>
        <p:grpSpPr>
          <a:xfrm>
            <a:off x="6376480" y="1517247"/>
            <a:ext cx="534577" cy="457200"/>
            <a:chOff x="6376480" y="1517247"/>
            <a:chExt cx="534577" cy="457200"/>
          </a:xfrm>
          <a:solidFill>
            <a:srgbClr val="FF0000"/>
          </a:solidFill>
        </p:grpSpPr>
        <p:sp>
          <p:nvSpPr>
            <p:cNvPr id="814" name="Freeform: Shape 813">
              <a:extLst>
                <a:ext uri="{FF2B5EF4-FFF2-40B4-BE49-F238E27FC236}">
                  <a16:creationId xmlns:a16="http://schemas.microsoft.com/office/drawing/2014/main" id="{B901A369-894A-ABC8-C9B2-B113A7F4460B}"/>
                </a:ext>
                <a:ext uri="{C183D7F6-B498-43B3-948B-1728B52AA6E4}">
                  <adec:decorative xmlns:adec="http://schemas.microsoft.com/office/drawing/2017/decorative" val="1"/>
                </a:ext>
              </a:extLst>
            </p:cNvPr>
            <p:cNvSpPr/>
            <p:nvPr/>
          </p:nvSpPr>
          <p:spPr>
            <a:xfrm>
              <a:off x="6376480" y="1517247"/>
              <a:ext cx="528522" cy="399078"/>
            </a:xfrm>
            <a:custGeom>
              <a:avLst/>
              <a:gdLst>
                <a:gd name="connsiteX0" fmla="*/ 7537051 w 7927838"/>
                <a:gd name="connsiteY0" fmla="*/ 5596211 h 5986168"/>
                <a:gd name="connsiteX1" fmla="*/ 7924908 w 7927838"/>
                <a:gd name="connsiteY1" fmla="*/ 5596211 h 5986168"/>
                <a:gd name="connsiteX2" fmla="*/ 7924908 w 7927838"/>
                <a:gd name="connsiteY2" fmla="*/ 5986168 h 5986168"/>
                <a:gd name="connsiteX3" fmla="*/ 7537051 w 7927838"/>
                <a:gd name="connsiteY3" fmla="*/ 5986168 h 5986168"/>
                <a:gd name="connsiteX4" fmla="*/ 4715361 w 7927838"/>
                <a:gd name="connsiteY4" fmla="*/ 5596202 h 5986168"/>
                <a:gd name="connsiteX5" fmla="*/ 5103227 w 7927838"/>
                <a:gd name="connsiteY5" fmla="*/ 5596202 h 5986168"/>
                <a:gd name="connsiteX6" fmla="*/ 5103227 w 7927838"/>
                <a:gd name="connsiteY6" fmla="*/ 5986168 h 5986168"/>
                <a:gd name="connsiteX7" fmla="*/ 4715361 w 7927838"/>
                <a:gd name="connsiteY7" fmla="*/ 5986168 h 5986168"/>
                <a:gd name="connsiteX8" fmla="*/ 5419263 w 7927838"/>
                <a:gd name="connsiteY8" fmla="*/ 5595371 h 5986168"/>
                <a:gd name="connsiteX9" fmla="*/ 5809229 w 7927838"/>
                <a:gd name="connsiteY9" fmla="*/ 5595371 h 5986168"/>
                <a:gd name="connsiteX10" fmla="*/ 5809229 w 7927838"/>
                <a:gd name="connsiteY10" fmla="*/ 5983237 h 5986168"/>
                <a:gd name="connsiteX11" fmla="*/ 5419263 w 7927838"/>
                <a:gd name="connsiteY11" fmla="*/ 5983237 h 5986168"/>
                <a:gd name="connsiteX12" fmla="*/ 6833969 w 7927838"/>
                <a:gd name="connsiteY12" fmla="*/ 5592450 h 5986168"/>
                <a:gd name="connsiteX13" fmla="*/ 7221835 w 7927838"/>
                <a:gd name="connsiteY13" fmla="*/ 5592450 h 5986168"/>
                <a:gd name="connsiteX14" fmla="*/ 7221835 w 7927838"/>
                <a:gd name="connsiteY14" fmla="*/ 5982416 h 5986168"/>
                <a:gd name="connsiteX15" fmla="*/ 6833969 w 7927838"/>
                <a:gd name="connsiteY15" fmla="*/ 5982416 h 5986168"/>
                <a:gd name="connsiteX16" fmla="*/ 6121514 w 7927838"/>
                <a:gd name="connsiteY16" fmla="*/ 5592450 h 5986168"/>
                <a:gd name="connsiteX17" fmla="*/ 6509380 w 7927838"/>
                <a:gd name="connsiteY17" fmla="*/ 5592450 h 5986168"/>
                <a:gd name="connsiteX18" fmla="*/ 6509380 w 7927838"/>
                <a:gd name="connsiteY18" fmla="*/ 5982416 h 5986168"/>
                <a:gd name="connsiteX19" fmla="*/ 6121514 w 7927838"/>
                <a:gd name="connsiteY19" fmla="*/ 5982416 h 5986168"/>
                <a:gd name="connsiteX20" fmla="*/ 5418433 w 7927838"/>
                <a:gd name="connsiteY20" fmla="*/ 4827504 h 5986168"/>
                <a:gd name="connsiteX21" fmla="*/ 5806309 w 7927838"/>
                <a:gd name="connsiteY21" fmla="*/ 4827504 h 5986168"/>
                <a:gd name="connsiteX22" fmla="*/ 5806309 w 7927838"/>
                <a:gd name="connsiteY22" fmla="*/ 5217470 h 5986168"/>
                <a:gd name="connsiteX23" fmla="*/ 5418433 w 7927838"/>
                <a:gd name="connsiteY23" fmla="*/ 5217470 h 5986168"/>
                <a:gd name="connsiteX24" fmla="*/ 3999985 w 7927838"/>
                <a:gd name="connsiteY24" fmla="*/ 4826673 h 5986168"/>
                <a:gd name="connsiteX25" fmla="*/ 4389961 w 7927838"/>
                <a:gd name="connsiteY25" fmla="*/ 4826673 h 5986168"/>
                <a:gd name="connsiteX26" fmla="*/ 4389961 w 7927838"/>
                <a:gd name="connsiteY26" fmla="*/ 5214549 h 5986168"/>
                <a:gd name="connsiteX27" fmla="*/ 3999985 w 7927838"/>
                <a:gd name="connsiteY27" fmla="*/ 5214549 h 5986168"/>
                <a:gd name="connsiteX28" fmla="*/ 4715781 w 7927838"/>
                <a:gd name="connsiteY28" fmla="*/ 4826225 h 5986168"/>
                <a:gd name="connsiteX29" fmla="*/ 5104220 w 7927838"/>
                <a:gd name="connsiteY29" fmla="*/ 4826225 h 5986168"/>
                <a:gd name="connsiteX30" fmla="*/ 5104220 w 7927838"/>
                <a:gd name="connsiteY30" fmla="*/ 5215600 h 5986168"/>
                <a:gd name="connsiteX31" fmla="*/ 4715781 w 7927838"/>
                <a:gd name="connsiteY31" fmla="*/ 5215600 h 5986168"/>
                <a:gd name="connsiteX32" fmla="*/ 6833922 w 7927838"/>
                <a:gd name="connsiteY32" fmla="*/ 4823752 h 5986168"/>
                <a:gd name="connsiteX33" fmla="*/ 7221874 w 7927838"/>
                <a:gd name="connsiteY33" fmla="*/ 4823752 h 5986168"/>
                <a:gd name="connsiteX34" fmla="*/ 7221874 w 7927838"/>
                <a:gd name="connsiteY34" fmla="*/ 5213766 h 5986168"/>
                <a:gd name="connsiteX35" fmla="*/ 6833922 w 7927838"/>
                <a:gd name="connsiteY35" fmla="*/ 5213766 h 5986168"/>
                <a:gd name="connsiteX36" fmla="*/ 6122135 w 7927838"/>
                <a:gd name="connsiteY36" fmla="*/ 4823752 h 5986168"/>
                <a:gd name="connsiteX37" fmla="*/ 6512264 w 7927838"/>
                <a:gd name="connsiteY37" fmla="*/ 4823752 h 5986168"/>
                <a:gd name="connsiteX38" fmla="*/ 6512264 w 7927838"/>
                <a:gd name="connsiteY38" fmla="*/ 5214721 h 5986168"/>
                <a:gd name="connsiteX39" fmla="*/ 6122135 w 7927838"/>
                <a:gd name="connsiteY39" fmla="*/ 5214721 h 5986168"/>
                <a:gd name="connsiteX40" fmla="*/ 7536946 w 7927838"/>
                <a:gd name="connsiteY40" fmla="*/ 4823552 h 5986168"/>
                <a:gd name="connsiteX41" fmla="*/ 7927762 w 7927838"/>
                <a:gd name="connsiteY41" fmla="*/ 4823552 h 5986168"/>
                <a:gd name="connsiteX42" fmla="*/ 7927762 w 7927838"/>
                <a:gd name="connsiteY42" fmla="*/ 5213767 h 5986168"/>
                <a:gd name="connsiteX43" fmla="*/ 7536946 w 7927838"/>
                <a:gd name="connsiteY43" fmla="*/ 5213767 h 5986168"/>
                <a:gd name="connsiteX44" fmla="*/ 2105814 w 7927838"/>
                <a:gd name="connsiteY44" fmla="*/ 4620899 h 5986168"/>
                <a:gd name="connsiteX45" fmla="*/ 2222186 w 7927838"/>
                <a:gd name="connsiteY45" fmla="*/ 4689735 h 5986168"/>
                <a:gd name="connsiteX46" fmla="*/ 2681125 w 7927838"/>
                <a:gd name="connsiteY46" fmla="*/ 4953450 h 5986168"/>
                <a:gd name="connsiteX47" fmla="*/ 3008234 w 7927838"/>
                <a:gd name="connsiteY47" fmla="*/ 5143226 h 5986168"/>
                <a:gd name="connsiteX48" fmla="*/ 3029046 w 7927838"/>
                <a:gd name="connsiteY48" fmla="*/ 5161843 h 5986168"/>
                <a:gd name="connsiteX49" fmla="*/ 2107065 w 7927838"/>
                <a:gd name="connsiteY49" fmla="*/ 5693426 h 5986168"/>
                <a:gd name="connsiteX50" fmla="*/ 2107065 w 7927838"/>
                <a:gd name="connsiteY50" fmla="*/ 5378306 h 5986168"/>
                <a:gd name="connsiteX51" fmla="*/ 0 w 7927838"/>
                <a:gd name="connsiteY51" fmla="*/ 5378306 h 5986168"/>
                <a:gd name="connsiteX52" fmla="*/ 0 w 7927838"/>
                <a:gd name="connsiteY52" fmla="*/ 4947110 h 5986168"/>
                <a:gd name="connsiteX53" fmla="*/ 2105814 w 7927838"/>
                <a:gd name="connsiteY53" fmla="*/ 4947110 h 5986168"/>
                <a:gd name="connsiteX54" fmla="*/ 2105814 w 7927838"/>
                <a:gd name="connsiteY54" fmla="*/ 4620899 h 5986168"/>
                <a:gd name="connsiteX55" fmla="*/ 4001923 w 7927838"/>
                <a:gd name="connsiteY55" fmla="*/ 4056935 h 5986168"/>
                <a:gd name="connsiteX56" fmla="*/ 4390362 w 7927838"/>
                <a:gd name="connsiteY56" fmla="*/ 4056935 h 5986168"/>
                <a:gd name="connsiteX57" fmla="*/ 4390362 w 7927838"/>
                <a:gd name="connsiteY57" fmla="*/ 4446310 h 5986168"/>
                <a:gd name="connsiteX58" fmla="*/ 4001923 w 7927838"/>
                <a:gd name="connsiteY58" fmla="*/ 4446310 h 5986168"/>
                <a:gd name="connsiteX59" fmla="*/ 7537041 w 7927838"/>
                <a:gd name="connsiteY59" fmla="*/ 4055055 h 5986168"/>
                <a:gd name="connsiteX60" fmla="*/ 7924907 w 7927838"/>
                <a:gd name="connsiteY60" fmla="*/ 4055055 h 5986168"/>
                <a:gd name="connsiteX61" fmla="*/ 7924907 w 7927838"/>
                <a:gd name="connsiteY61" fmla="*/ 4445021 h 5986168"/>
                <a:gd name="connsiteX62" fmla="*/ 7537041 w 7927838"/>
                <a:gd name="connsiteY62" fmla="*/ 4445021 h 5986168"/>
                <a:gd name="connsiteX63" fmla="*/ 4715142 w 7927838"/>
                <a:gd name="connsiteY63" fmla="*/ 4055055 h 5986168"/>
                <a:gd name="connsiteX64" fmla="*/ 5103428 w 7927838"/>
                <a:gd name="connsiteY64" fmla="*/ 4055055 h 5986168"/>
                <a:gd name="connsiteX65" fmla="*/ 5103428 w 7927838"/>
                <a:gd name="connsiteY65" fmla="*/ 4445231 h 5986168"/>
                <a:gd name="connsiteX66" fmla="*/ 4715142 w 7927838"/>
                <a:gd name="connsiteY66" fmla="*/ 4445231 h 5986168"/>
                <a:gd name="connsiteX67" fmla="*/ 5418767 w 7927838"/>
                <a:gd name="connsiteY67" fmla="*/ 3281049 h 5986168"/>
                <a:gd name="connsiteX68" fmla="*/ 5806023 w 7927838"/>
                <a:gd name="connsiteY68" fmla="*/ 3281049 h 5986168"/>
                <a:gd name="connsiteX69" fmla="*/ 5806023 w 7927838"/>
                <a:gd name="connsiteY69" fmla="*/ 3670710 h 5986168"/>
                <a:gd name="connsiteX70" fmla="*/ 5418767 w 7927838"/>
                <a:gd name="connsiteY70" fmla="*/ 3670710 h 5986168"/>
                <a:gd name="connsiteX71" fmla="*/ 4002562 w 7927838"/>
                <a:gd name="connsiteY71" fmla="*/ 3280362 h 5986168"/>
                <a:gd name="connsiteX72" fmla="*/ 4391183 w 7927838"/>
                <a:gd name="connsiteY72" fmla="*/ 3280362 h 5986168"/>
                <a:gd name="connsiteX73" fmla="*/ 4391183 w 7927838"/>
                <a:gd name="connsiteY73" fmla="*/ 3670701 h 5986168"/>
                <a:gd name="connsiteX74" fmla="*/ 4002562 w 7927838"/>
                <a:gd name="connsiteY74" fmla="*/ 3670701 h 5986168"/>
                <a:gd name="connsiteX75" fmla="*/ 7537900 w 7927838"/>
                <a:gd name="connsiteY75" fmla="*/ 3279933 h 5986168"/>
                <a:gd name="connsiteX76" fmla="*/ 7927838 w 7927838"/>
                <a:gd name="connsiteY76" fmla="*/ 3279933 h 5986168"/>
                <a:gd name="connsiteX77" fmla="*/ 7927838 w 7927838"/>
                <a:gd name="connsiteY77" fmla="*/ 3667742 h 5986168"/>
                <a:gd name="connsiteX78" fmla="*/ 7537900 w 7927838"/>
                <a:gd name="connsiteY78" fmla="*/ 3667742 h 5986168"/>
                <a:gd name="connsiteX79" fmla="*/ 4715352 w 7927838"/>
                <a:gd name="connsiteY79" fmla="*/ 3276983 h 5986168"/>
                <a:gd name="connsiteX80" fmla="*/ 5103228 w 7927838"/>
                <a:gd name="connsiteY80" fmla="*/ 3276983 h 5986168"/>
                <a:gd name="connsiteX81" fmla="*/ 5103228 w 7927838"/>
                <a:gd name="connsiteY81" fmla="*/ 3666959 h 5986168"/>
                <a:gd name="connsiteX82" fmla="*/ 4715352 w 7927838"/>
                <a:gd name="connsiteY82" fmla="*/ 3666959 h 5986168"/>
                <a:gd name="connsiteX83" fmla="*/ 4003040 w 7927838"/>
                <a:gd name="connsiteY83" fmla="*/ 2512151 h 5986168"/>
                <a:gd name="connsiteX84" fmla="*/ 4390677 w 7927838"/>
                <a:gd name="connsiteY84" fmla="*/ 2512151 h 5986168"/>
                <a:gd name="connsiteX85" fmla="*/ 4390677 w 7927838"/>
                <a:gd name="connsiteY85" fmla="*/ 2902003 h 5986168"/>
                <a:gd name="connsiteX86" fmla="*/ 4003040 w 7927838"/>
                <a:gd name="connsiteY86" fmla="*/ 2902003 h 5986168"/>
                <a:gd name="connsiteX87" fmla="*/ 4712440 w 7927838"/>
                <a:gd name="connsiteY87" fmla="*/ 2511388 h 5986168"/>
                <a:gd name="connsiteX88" fmla="*/ 5102244 w 7927838"/>
                <a:gd name="connsiteY88" fmla="*/ 2511388 h 5986168"/>
                <a:gd name="connsiteX89" fmla="*/ 5102244 w 7927838"/>
                <a:gd name="connsiteY89" fmla="*/ 2898930 h 5986168"/>
                <a:gd name="connsiteX90" fmla="*/ 4712440 w 7927838"/>
                <a:gd name="connsiteY90" fmla="*/ 2898930 h 5986168"/>
                <a:gd name="connsiteX91" fmla="*/ 7537022 w 7927838"/>
                <a:gd name="connsiteY91" fmla="*/ 2508285 h 5986168"/>
                <a:gd name="connsiteX92" fmla="*/ 7924917 w 7927838"/>
                <a:gd name="connsiteY92" fmla="*/ 2508285 h 5986168"/>
                <a:gd name="connsiteX93" fmla="*/ 7924917 w 7927838"/>
                <a:gd name="connsiteY93" fmla="*/ 2898261 h 5986168"/>
                <a:gd name="connsiteX94" fmla="*/ 7537022 w 7927838"/>
                <a:gd name="connsiteY94" fmla="*/ 2898261 h 5986168"/>
                <a:gd name="connsiteX95" fmla="*/ 5415655 w 7927838"/>
                <a:gd name="connsiteY95" fmla="*/ 1742662 h 5986168"/>
                <a:gd name="connsiteX96" fmla="*/ 5805383 w 7927838"/>
                <a:gd name="connsiteY96" fmla="*/ 1742662 h 5986168"/>
                <a:gd name="connsiteX97" fmla="*/ 5805383 w 7927838"/>
                <a:gd name="connsiteY97" fmla="*/ 2133229 h 5986168"/>
                <a:gd name="connsiteX98" fmla="*/ 5415655 w 7927838"/>
                <a:gd name="connsiteY98" fmla="*/ 2133229 h 5986168"/>
                <a:gd name="connsiteX99" fmla="*/ 4000128 w 7927838"/>
                <a:gd name="connsiteY99" fmla="*/ 1742662 h 5986168"/>
                <a:gd name="connsiteX100" fmla="*/ 4389856 w 7927838"/>
                <a:gd name="connsiteY100" fmla="*/ 1742662 h 5986168"/>
                <a:gd name="connsiteX101" fmla="*/ 4389856 w 7927838"/>
                <a:gd name="connsiteY101" fmla="*/ 2133229 h 5986168"/>
                <a:gd name="connsiteX102" fmla="*/ 4000128 w 7927838"/>
                <a:gd name="connsiteY102" fmla="*/ 2133229 h 5986168"/>
                <a:gd name="connsiteX103" fmla="*/ 6834800 w 7927838"/>
                <a:gd name="connsiteY103" fmla="*/ 1742518 h 5986168"/>
                <a:gd name="connsiteX104" fmla="*/ 7224766 w 7927838"/>
                <a:gd name="connsiteY104" fmla="*/ 1742518 h 5986168"/>
                <a:gd name="connsiteX105" fmla="*/ 7224766 w 7927838"/>
                <a:gd name="connsiteY105" fmla="*/ 2130384 h 5986168"/>
                <a:gd name="connsiteX106" fmla="*/ 6834800 w 7927838"/>
                <a:gd name="connsiteY106" fmla="*/ 2130384 h 5986168"/>
                <a:gd name="connsiteX107" fmla="*/ 4712440 w 7927838"/>
                <a:gd name="connsiteY107" fmla="*/ 1742452 h 5986168"/>
                <a:gd name="connsiteX108" fmla="*/ 5102473 w 7927838"/>
                <a:gd name="connsiteY108" fmla="*/ 1742452 h 5986168"/>
                <a:gd name="connsiteX109" fmla="*/ 5102473 w 7927838"/>
                <a:gd name="connsiteY109" fmla="*/ 2130451 h 5986168"/>
                <a:gd name="connsiteX110" fmla="*/ 4712440 w 7927838"/>
                <a:gd name="connsiteY110" fmla="*/ 2130451 h 5986168"/>
                <a:gd name="connsiteX111" fmla="*/ 7534168 w 7927838"/>
                <a:gd name="connsiteY111" fmla="*/ 1742347 h 5986168"/>
                <a:gd name="connsiteX112" fmla="*/ 7924297 w 7927838"/>
                <a:gd name="connsiteY112" fmla="*/ 1742347 h 5986168"/>
                <a:gd name="connsiteX113" fmla="*/ 7924297 w 7927838"/>
                <a:gd name="connsiteY113" fmla="*/ 2133315 h 5986168"/>
                <a:gd name="connsiteX114" fmla="*/ 7534168 w 7927838"/>
                <a:gd name="connsiteY114" fmla="*/ 2133315 h 5986168"/>
                <a:gd name="connsiteX115" fmla="*/ 6121218 w 7927838"/>
                <a:gd name="connsiteY115" fmla="*/ 1739588 h 5986168"/>
                <a:gd name="connsiteX116" fmla="*/ 6509648 w 7927838"/>
                <a:gd name="connsiteY116" fmla="*/ 1739588 h 5986168"/>
                <a:gd name="connsiteX117" fmla="*/ 6509648 w 7927838"/>
                <a:gd name="connsiteY117" fmla="*/ 2129830 h 5986168"/>
                <a:gd name="connsiteX118" fmla="*/ 6121218 w 7927838"/>
                <a:gd name="connsiteY118" fmla="*/ 2129830 h 5986168"/>
                <a:gd name="connsiteX119" fmla="*/ 2104091 w 7927838"/>
                <a:gd name="connsiteY119" fmla="*/ 1245310 h 5986168"/>
                <a:gd name="connsiteX120" fmla="*/ 2424888 w 7927838"/>
                <a:gd name="connsiteY120" fmla="*/ 1430241 h 5986168"/>
                <a:gd name="connsiteX121" fmla="*/ 2715058 w 7927838"/>
                <a:gd name="connsiteY121" fmla="*/ 1598742 h 5986168"/>
                <a:gd name="connsiteX122" fmla="*/ 3035230 w 7927838"/>
                <a:gd name="connsiteY122" fmla="*/ 1783422 h 5986168"/>
                <a:gd name="connsiteX123" fmla="*/ 2107160 w 7927838"/>
                <a:gd name="connsiteY123" fmla="*/ 2318702 h 5986168"/>
                <a:gd name="connsiteX124" fmla="*/ 2107160 w 7927838"/>
                <a:gd name="connsiteY124" fmla="*/ 2003393 h 5986168"/>
                <a:gd name="connsiteX125" fmla="*/ 754 w 7927838"/>
                <a:gd name="connsiteY125" fmla="*/ 2003393 h 5986168"/>
                <a:gd name="connsiteX126" fmla="*/ 754 w 7927838"/>
                <a:gd name="connsiteY126" fmla="*/ 1572193 h 5986168"/>
                <a:gd name="connsiteX127" fmla="*/ 2104091 w 7927838"/>
                <a:gd name="connsiteY127" fmla="*/ 1572193 h 5986168"/>
                <a:gd name="connsiteX128" fmla="*/ 2104091 w 7927838"/>
                <a:gd name="connsiteY128" fmla="*/ 1245310 h 5986168"/>
                <a:gd name="connsiteX129" fmla="*/ 4002916 w 7927838"/>
                <a:gd name="connsiteY129" fmla="*/ 965280 h 5986168"/>
                <a:gd name="connsiteX130" fmla="*/ 4390782 w 7927838"/>
                <a:gd name="connsiteY130" fmla="*/ 965280 h 5986168"/>
                <a:gd name="connsiteX131" fmla="*/ 4390782 w 7927838"/>
                <a:gd name="connsiteY131" fmla="*/ 1355247 h 5986168"/>
                <a:gd name="connsiteX132" fmla="*/ 4002916 w 7927838"/>
                <a:gd name="connsiteY132" fmla="*/ 1355247 h 5986168"/>
                <a:gd name="connsiteX133" fmla="*/ 6118593 w 7927838"/>
                <a:gd name="connsiteY133" fmla="*/ 964571 h 5986168"/>
                <a:gd name="connsiteX134" fmla="*/ 6508445 w 7927838"/>
                <a:gd name="connsiteY134" fmla="*/ 964571 h 5986168"/>
                <a:gd name="connsiteX135" fmla="*/ 6508445 w 7927838"/>
                <a:gd name="connsiteY135" fmla="*/ 1352208 h 5986168"/>
                <a:gd name="connsiteX136" fmla="*/ 6118593 w 7927838"/>
                <a:gd name="connsiteY136" fmla="*/ 1352208 h 5986168"/>
                <a:gd name="connsiteX137" fmla="*/ 6834895 w 7927838"/>
                <a:gd name="connsiteY137" fmla="*/ 964514 h 5986168"/>
                <a:gd name="connsiteX138" fmla="*/ 7224890 w 7927838"/>
                <a:gd name="connsiteY138" fmla="*/ 964514 h 5986168"/>
                <a:gd name="connsiteX139" fmla="*/ 7224890 w 7927838"/>
                <a:gd name="connsiteY139" fmla="*/ 1355416 h 5986168"/>
                <a:gd name="connsiteX140" fmla="*/ 6834895 w 7927838"/>
                <a:gd name="connsiteY140" fmla="*/ 1355416 h 5986168"/>
                <a:gd name="connsiteX141" fmla="*/ 7534120 w 7927838"/>
                <a:gd name="connsiteY141" fmla="*/ 964447 h 5986168"/>
                <a:gd name="connsiteX142" fmla="*/ 7924086 w 7927838"/>
                <a:gd name="connsiteY142" fmla="*/ 964447 h 5986168"/>
                <a:gd name="connsiteX143" fmla="*/ 7924086 w 7927838"/>
                <a:gd name="connsiteY143" fmla="*/ 1352313 h 5986168"/>
                <a:gd name="connsiteX144" fmla="*/ 7534120 w 7927838"/>
                <a:gd name="connsiteY144" fmla="*/ 1352313 h 5986168"/>
                <a:gd name="connsiteX145" fmla="*/ 5415512 w 7927838"/>
                <a:gd name="connsiteY145" fmla="*/ 964352 h 5986168"/>
                <a:gd name="connsiteX146" fmla="*/ 5805583 w 7927838"/>
                <a:gd name="connsiteY146" fmla="*/ 964352 h 5986168"/>
                <a:gd name="connsiteX147" fmla="*/ 5805583 w 7927838"/>
                <a:gd name="connsiteY147" fmla="*/ 1352420 h 5986168"/>
                <a:gd name="connsiteX148" fmla="*/ 5415512 w 7927838"/>
                <a:gd name="connsiteY148" fmla="*/ 1352420 h 5986168"/>
                <a:gd name="connsiteX149" fmla="*/ 4715962 w 7927838"/>
                <a:gd name="connsiteY149" fmla="*/ 964170 h 5986168"/>
                <a:gd name="connsiteX150" fmla="*/ 5106272 w 7927838"/>
                <a:gd name="connsiteY150" fmla="*/ 964170 h 5986168"/>
                <a:gd name="connsiteX151" fmla="*/ 5106272 w 7927838"/>
                <a:gd name="connsiteY151" fmla="*/ 1354843 h 5986168"/>
                <a:gd name="connsiteX152" fmla="*/ 4715962 w 7927838"/>
                <a:gd name="connsiteY152" fmla="*/ 1354843 h 5986168"/>
                <a:gd name="connsiteX153" fmla="*/ 3271608 w 7927838"/>
                <a:gd name="connsiteY153" fmla="*/ 0 h 5986168"/>
                <a:gd name="connsiteX154" fmla="*/ 3906543 w 7927838"/>
                <a:gd name="connsiteY154" fmla="*/ 0 h 5986168"/>
                <a:gd name="connsiteX155" fmla="*/ 3906543 w 7927838"/>
                <a:gd name="connsiteY155" fmla="*/ 633723 h 5986168"/>
                <a:gd name="connsiteX156" fmla="*/ 3271608 w 7927838"/>
                <a:gd name="connsiteY156" fmla="*/ 633723 h 598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7927838" h="5986168">
                  <a:moveTo>
                    <a:pt x="7537051" y="5596211"/>
                  </a:moveTo>
                  <a:lnTo>
                    <a:pt x="7924908" y="5596211"/>
                  </a:lnTo>
                  <a:lnTo>
                    <a:pt x="7924908" y="5986168"/>
                  </a:lnTo>
                  <a:lnTo>
                    <a:pt x="7537051" y="5986168"/>
                  </a:lnTo>
                  <a:close/>
                  <a:moveTo>
                    <a:pt x="4715361" y="5596202"/>
                  </a:moveTo>
                  <a:lnTo>
                    <a:pt x="5103227" y="5596202"/>
                  </a:lnTo>
                  <a:lnTo>
                    <a:pt x="5103227" y="5986168"/>
                  </a:lnTo>
                  <a:lnTo>
                    <a:pt x="4715361" y="5986168"/>
                  </a:lnTo>
                  <a:close/>
                  <a:moveTo>
                    <a:pt x="5419263" y="5595371"/>
                  </a:moveTo>
                  <a:lnTo>
                    <a:pt x="5809229" y="5595371"/>
                  </a:lnTo>
                  <a:lnTo>
                    <a:pt x="5809229" y="5983237"/>
                  </a:lnTo>
                  <a:lnTo>
                    <a:pt x="5419263" y="5983237"/>
                  </a:lnTo>
                  <a:close/>
                  <a:moveTo>
                    <a:pt x="6833969" y="5592450"/>
                  </a:moveTo>
                  <a:lnTo>
                    <a:pt x="7221835" y="5592450"/>
                  </a:lnTo>
                  <a:lnTo>
                    <a:pt x="7221835" y="5982416"/>
                  </a:lnTo>
                  <a:lnTo>
                    <a:pt x="6833969" y="5982416"/>
                  </a:lnTo>
                  <a:close/>
                  <a:moveTo>
                    <a:pt x="6121514" y="5592450"/>
                  </a:moveTo>
                  <a:lnTo>
                    <a:pt x="6509380" y="5592450"/>
                  </a:lnTo>
                  <a:lnTo>
                    <a:pt x="6509380" y="5982416"/>
                  </a:lnTo>
                  <a:lnTo>
                    <a:pt x="6121514" y="5982416"/>
                  </a:lnTo>
                  <a:close/>
                  <a:moveTo>
                    <a:pt x="5418433" y="4827504"/>
                  </a:moveTo>
                  <a:lnTo>
                    <a:pt x="5806309" y="4827504"/>
                  </a:lnTo>
                  <a:lnTo>
                    <a:pt x="5806309" y="5217470"/>
                  </a:lnTo>
                  <a:lnTo>
                    <a:pt x="5418433" y="5217470"/>
                  </a:lnTo>
                  <a:close/>
                  <a:moveTo>
                    <a:pt x="3999985" y="4826673"/>
                  </a:moveTo>
                  <a:lnTo>
                    <a:pt x="4389961" y="4826673"/>
                  </a:lnTo>
                  <a:lnTo>
                    <a:pt x="4389961" y="5214549"/>
                  </a:lnTo>
                  <a:lnTo>
                    <a:pt x="3999985" y="5214549"/>
                  </a:lnTo>
                  <a:close/>
                  <a:moveTo>
                    <a:pt x="4715781" y="4826225"/>
                  </a:moveTo>
                  <a:lnTo>
                    <a:pt x="5104220" y="4826225"/>
                  </a:lnTo>
                  <a:lnTo>
                    <a:pt x="5104220" y="5215600"/>
                  </a:lnTo>
                  <a:lnTo>
                    <a:pt x="4715781" y="5215600"/>
                  </a:lnTo>
                  <a:close/>
                  <a:moveTo>
                    <a:pt x="6833922" y="4823752"/>
                  </a:moveTo>
                  <a:lnTo>
                    <a:pt x="7221874" y="4823752"/>
                  </a:lnTo>
                  <a:lnTo>
                    <a:pt x="7221874" y="5213766"/>
                  </a:lnTo>
                  <a:lnTo>
                    <a:pt x="6833922" y="5213766"/>
                  </a:lnTo>
                  <a:close/>
                  <a:moveTo>
                    <a:pt x="6122135" y="4823752"/>
                  </a:moveTo>
                  <a:lnTo>
                    <a:pt x="6512264" y="4823752"/>
                  </a:lnTo>
                  <a:lnTo>
                    <a:pt x="6512264" y="5214721"/>
                  </a:lnTo>
                  <a:lnTo>
                    <a:pt x="6122135" y="5214721"/>
                  </a:lnTo>
                  <a:close/>
                  <a:moveTo>
                    <a:pt x="7536946" y="4823552"/>
                  </a:moveTo>
                  <a:lnTo>
                    <a:pt x="7927762" y="4823552"/>
                  </a:lnTo>
                  <a:lnTo>
                    <a:pt x="7927762" y="5213767"/>
                  </a:lnTo>
                  <a:lnTo>
                    <a:pt x="7536946" y="5213767"/>
                  </a:lnTo>
                  <a:close/>
                  <a:moveTo>
                    <a:pt x="2105814" y="4620899"/>
                  </a:moveTo>
                  <a:cubicBezTo>
                    <a:pt x="2148958" y="4646349"/>
                    <a:pt x="2184112" y="4667083"/>
                    <a:pt x="2222186" y="4689735"/>
                  </a:cubicBezTo>
                  <a:cubicBezTo>
                    <a:pt x="2377121" y="4778898"/>
                    <a:pt x="2529241" y="4865968"/>
                    <a:pt x="2681125" y="4953450"/>
                  </a:cubicBezTo>
                  <a:cubicBezTo>
                    <a:pt x="2790359" y="5016366"/>
                    <a:pt x="2899314" y="5079766"/>
                    <a:pt x="3008234" y="5143226"/>
                  </a:cubicBezTo>
                  <a:cubicBezTo>
                    <a:pt x="3014508" y="5146881"/>
                    <a:pt x="3019329" y="5153028"/>
                    <a:pt x="3029046" y="5161843"/>
                  </a:cubicBezTo>
                  <a:cubicBezTo>
                    <a:pt x="2721951" y="5338902"/>
                    <a:pt x="2418228" y="5514019"/>
                    <a:pt x="2107065" y="5693426"/>
                  </a:cubicBezTo>
                  <a:cubicBezTo>
                    <a:pt x="2107065" y="5582879"/>
                    <a:pt x="2107065" y="5483467"/>
                    <a:pt x="2107065" y="5378306"/>
                  </a:cubicBezTo>
                  <a:cubicBezTo>
                    <a:pt x="1403362" y="5378306"/>
                    <a:pt x="703098" y="5378306"/>
                    <a:pt x="0" y="5378306"/>
                  </a:cubicBezTo>
                  <a:cubicBezTo>
                    <a:pt x="0" y="5232668"/>
                    <a:pt x="0" y="5092797"/>
                    <a:pt x="0" y="4947110"/>
                  </a:cubicBezTo>
                  <a:cubicBezTo>
                    <a:pt x="700121" y="4947110"/>
                    <a:pt x="1400384" y="4947110"/>
                    <a:pt x="2105814" y="4947110"/>
                  </a:cubicBezTo>
                  <a:cubicBezTo>
                    <a:pt x="2105814" y="4837843"/>
                    <a:pt x="2105814" y="4734213"/>
                    <a:pt x="2105814" y="4620899"/>
                  </a:cubicBezTo>
                  <a:close/>
                  <a:moveTo>
                    <a:pt x="4001923" y="4056935"/>
                  </a:moveTo>
                  <a:lnTo>
                    <a:pt x="4390362" y="4056935"/>
                  </a:lnTo>
                  <a:lnTo>
                    <a:pt x="4390362" y="4446310"/>
                  </a:lnTo>
                  <a:lnTo>
                    <a:pt x="4001923" y="4446310"/>
                  </a:lnTo>
                  <a:close/>
                  <a:moveTo>
                    <a:pt x="7537041" y="4055055"/>
                  </a:moveTo>
                  <a:lnTo>
                    <a:pt x="7924907" y="4055055"/>
                  </a:lnTo>
                  <a:lnTo>
                    <a:pt x="7924907" y="4445021"/>
                  </a:lnTo>
                  <a:lnTo>
                    <a:pt x="7537041" y="4445021"/>
                  </a:lnTo>
                  <a:close/>
                  <a:moveTo>
                    <a:pt x="4715142" y="4055055"/>
                  </a:moveTo>
                  <a:lnTo>
                    <a:pt x="5103428" y="4055055"/>
                  </a:lnTo>
                  <a:lnTo>
                    <a:pt x="5103428" y="4445231"/>
                  </a:lnTo>
                  <a:lnTo>
                    <a:pt x="4715142" y="4445231"/>
                  </a:lnTo>
                  <a:close/>
                  <a:moveTo>
                    <a:pt x="5418767" y="3281049"/>
                  </a:moveTo>
                  <a:lnTo>
                    <a:pt x="5806023" y="3281049"/>
                  </a:lnTo>
                  <a:lnTo>
                    <a:pt x="5806023" y="3670710"/>
                  </a:lnTo>
                  <a:lnTo>
                    <a:pt x="5418767" y="3670710"/>
                  </a:lnTo>
                  <a:close/>
                  <a:moveTo>
                    <a:pt x="4002562" y="3280362"/>
                  </a:moveTo>
                  <a:lnTo>
                    <a:pt x="4391183" y="3280362"/>
                  </a:lnTo>
                  <a:lnTo>
                    <a:pt x="4391183" y="3670701"/>
                  </a:lnTo>
                  <a:lnTo>
                    <a:pt x="4002562" y="3670701"/>
                  </a:lnTo>
                  <a:close/>
                  <a:moveTo>
                    <a:pt x="7537900" y="3279933"/>
                  </a:moveTo>
                  <a:lnTo>
                    <a:pt x="7927838" y="3279933"/>
                  </a:lnTo>
                  <a:lnTo>
                    <a:pt x="7927838" y="3667742"/>
                  </a:lnTo>
                  <a:lnTo>
                    <a:pt x="7537900" y="3667742"/>
                  </a:lnTo>
                  <a:close/>
                  <a:moveTo>
                    <a:pt x="4715352" y="3276983"/>
                  </a:moveTo>
                  <a:lnTo>
                    <a:pt x="5103228" y="3276983"/>
                  </a:lnTo>
                  <a:lnTo>
                    <a:pt x="5103228" y="3666959"/>
                  </a:lnTo>
                  <a:lnTo>
                    <a:pt x="4715352" y="3666959"/>
                  </a:lnTo>
                  <a:close/>
                  <a:moveTo>
                    <a:pt x="4003040" y="2512151"/>
                  </a:moveTo>
                  <a:lnTo>
                    <a:pt x="4390677" y="2512151"/>
                  </a:lnTo>
                  <a:lnTo>
                    <a:pt x="4390677" y="2902003"/>
                  </a:lnTo>
                  <a:lnTo>
                    <a:pt x="4003040" y="2902003"/>
                  </a:lnTo>
                  <a:close/>
                  <a:moveTo>
                    <a:pt x="4712440" y="2511388"/>
                  </a:moveTo>
                  <a:lnTo>
                    <a:pt x="5102244" y="2511388"/>
                  </a:lnTo>
                  <a:lnTo>
                    <a:pt x="5102244" y="2898930"/>
                  </a:lnTo>
                  <a:lnTo>
                    <a:pt x="4712440" y="2898930"/>
                  </a:lnTo>
                  <a:close/>
                  <a:moveTo>
                    <a:pt x="7537022" y="2508285"/>
                  </a:moveTo>
                  <a:lnTo>
                    <a:pt x="7924917" y="2508285"/>
                  </a:lnTo>
                  <a:lnTo>
                    <a:pt x="7924917" y="2898261"/>
                  </a:lnTo>
                  <a:lnTo>
                    <a:pt x="7537022" y="2898261"/>
                  </a:lnTo>
                  <a:close/>
                  <a:moveTo>
                    <a:pt x="5415655" y="1742662"/>
                  </a:moveTo>
                  <a:lnTo>
                    <a:pt x="5805383" y="1742662"/>
                  </a:lnTo>
                  <a:lnTo>
                    <a:pt x="5805383" y="2133229"/>
                  </a:lnTo>
                  <a:lnTo>
                    <a:pt x="5415655" y="2133229"/>
                  </a:lnTo>
                  <a:close/>
                  <a:moveTo>
                    <a:pt x="4000128" y="1742662"/>
                  </a:moveTo>
                  <a:lnTo>
                    <a:pt x="4389856" y="1742662"/>
                  </a:lnTo>
                  <a:lnTo>
                    <a:pt x="4389856" y="2133229"/>
                  </a:lnTo>
                  <a:lnTo>
                    <a:pt x="4000128" y="2133229"/>
                  </a:lnTo>
                  <a:close/>
                  <a:moveTo>
                    <a:pt x="6834800" y="1742518"/>
                  </a:moveTo>
                  <a:lnTo>
                    <a:pt x="7224766" y="1742518"/>
                  </a:lnTo>
                  <a:lnTo>
                    <a:pt x="7224766" y="2130384"/>
                  </a:lnTo>
                  <a:lnTo>
                    <a:pt x="6834800" y="2130384"/>
                  </a:lnTo>
                  <a:close/>
                  <a:moveTo>
                    <a:pt x="4712440" y="1742452"/>
                  </a:moveTo>
                  <a:lnTo>
                    <a:pt x="5102473" y="1742452"/>
                  </a:lnTo>
                  <a:lnTo>
                    <a:pt x="5102473" y="2130451"/>
                  </a:lnTo>
                  <a:lnTo>
                    <a:pt x="4712440" y="2130451"/>
                  </a:lnTo>
                  <a:close/>
                  <a:moveTo>
                    <a:pt x="7534168" y="1742347"/>
                  </a:moveTo>
                  <a:lnTo>
                    <a:pt x="7924297" y="1742347"/>
                  </a:lnTo>
                  <a:lnTo>
                    <a:pt x="7924297" y="2133315"/>
                  </a:lnTo>
                  <a:lnTo>
                    <a:pt x="7534168" y="2133315"/>
                  </a:lnTo>
                  <a:close/>
                  <a:moveTo>
                    <a:pt x="6121218" y="1739588"/>
                  </a:moveTo>
                  <a:lnTo>
                    <a:pt x="6509648" y="1739588"/>
                  </a:lnTo>
                  <a:lnTo>
                    <a:pt x="6509648" y="2129830"/>
                  </a:lnTo>
                  <a:lnTo>
                    <a:pt x="6121218" y="2129830"/>
                  </a:lnTo>
                  <a:close/>
                  <a:moveTo>
                    <a:pt x="2104091" y="1245310"/>
                  </a:moveTo>
                  <a:cubicBezTo>
                    <a:pt x="2215606" y="1309977"/>
                    <a:pt x="2318563" y="1369680"/>
                    <a:pt x="2424888" y="1430241"/>
                  </a:cubicBezTo>
                  <a:cubicBezTo>
                    <a:pt x="2523843" y="1487004"/>
                    <a:pt x="2619286" y="1543157"/>
                    <a:pt x="2715058" y="1598742"/>
                  </a:cubicBezTo>
                  <a:cubicBezTo>
                    <a:pt x="2818567" y="1658819"/>
                    <a:pt x="2922385" y="1718364"/>
                    <a:pt x="3035230" y="1783422"/>
                  </a:cubicBezTo>
                  <a:cubicBezTo>
                    <a:pt x="2722944" y="1963539"/>
                    <a:pt x="2419337" y="2138647"/>
                    <a:pt x="2107160" y="2318702"/>
                  </a:cubicBezTo>
                  <a:cubicBezTo>
                    <a:pt x="2107160" y="2208060"/>
                    <a:pt x="2107160" y="2107744"/>
                    <a:pt x="2107160" y="2003393"/>
                  </a:cubicBezTo>
                  <a:cubicBezTo>
                    <a:pt x="1402653" y="2003393"/>
                    <a:pt x="703504" y="2003393"/>
                    <a:pt x="754" y="2003393"/>
                  </a:cubicBezTo>
                  <a:cubicBezTo>
                    <a:pt x="754" y="1858311"/>
                    <a:pt x="754" y="1717338"/>
                    <a:pt x="754" y="1572193"/>
                  </a:cubicBezTo>
                  <a:cubicBezTo>
                    <a:pt x="700841" y="1572193"/>
                    <a:pt x="1399992" y="1572193"/>
                    <a:pt x="2104091" y="1572193"/>
                  </a:cubicBezTo>
                  <a:cubicBezTo>
                    <a:pt x="2104091" y="1464385"/>
                    <a:pt x="2104091" y="1360540"/>
                    <a:pt x="2104091" y="1245310"/>
                  </a:cubicBezTo>
                  <a:close/>
                  <a:moveTo>
                    <a:pt x="4002916" y="965280"/>
                  </a:moveTo>
                  <a:lnTo>
                    <a:pt x="4390782" y="965280"/>
                  </a:lnTo>
                  <a:lnTo>
                    <a:pt x="4390782" y="1355247"/>
                  </a:lnTo>
                  <a:lnTo>
                    <a:pt x="4002916" y="1355247"/>
                  </a:lnTo>
                  <a:close/>
                  <a:moveTo>
                    <a:pt x="6118593" y="964571"/>
                  </a:moveTo>
                  <a:lnTo>
                    <a:pt x="6508445" y="964571"/>
                  </a:lnTo>
                  <a:lnTo>
                    <a:pt x="6508445" y="1352208"/>
                  </a:lnTo>
                  <a:lnTo>
                    <a:pt x="6118593" y="1352208"/>
                  </a:lnTo>
                  <a:close/>
                  <a:moveTo>
                    <a:pt x="6834895" y="964514"/>
                  </a:moveTo>
                  <a:lnTo>
                    <a:pt x="7224890" y="964514"/>
                  </a:lnTo>
                  <a:lnTo>
                    <a:pt x="7224890" y="1355416"/>
                  </a:lnTo>
                  <a:lnTo>
                    <a:pt x="6834895" y="1355416"/>
                  </a:lnTo>
                  <a:close/>
                  <a:moveTo>
                    <a:pt x="7534120" y="964447"/>
                  </a:moveTo>
                  <a:lnTo>
                    <a:pt x="7924086" y="964447"/>
                  </a:lnTo>
                  <a:lnTo>
                    <a:pt x="7924086" y="1352313"/>
                  </a:lnTo>
                  <a:lnTo>
                    <a:pt x="7534120" y="1352313"/>
                  </a:lnTo>
                  <a:close/>
                  <a:moveTo>
                    <a:pt x="5415512" y="964352"/>
                  </a:moveTo>
                  <a:lnTo>
                    <a:pt x="5805583" y="964352"/>
                  </a:lnTo>
                  <a:lnTo>
                    <a:pt x="5805583" y="1352420"/>
                  </a:lnTo>
                  <a:lnTo>
                    <a:pt x="5415512" y="1352420"/>
                  </a:lnTo>
                  <a:close/>
                  <a:moveTo>
                    <a:pt x="4715962" y="964170"/>
                  </a:moveTo>
                  <a:lnTo>
                    <a:pt x="5106272" y="964170"/>
                  </a:lnTo>
                  <a:lnTo>
                    <a:pt x="5106272" y="1354843"/>
                  </a:lnTo>
                  <a:lnTo>
                    <a:pt x="4715962" y="1354843"/>
                  </a:lnTo>
                  <a:close/>
                  <a:moveTo>
                    <a:pt x="3271608" y="0"/>
                  </a:moveTo>
                  <a:lnTo>
                    <a:pt x="3906543" y="0"/>
                  </a:lnTo>
                  <a:lnTo>
                    <a:pt x="3906543" y="633723"/>
                  </a:lnTo>
                  <a:lnTo>
                    <a:pt x="3271608" y="633723"/>
                  </a:lnTo>
                  <a:close/>
                </a:path>
              </a:pathLst>
            </a:custGeom>
            <a:solidFill>
              <a:schemeClr val="accent1"/>
            </a:solidFill>
            <a:ln w="6350" cap="flat">
              <a:noFill/>
              <a:prstDash val="solid"/>
              <a:miter/>
            </a:ln>
          </p:spPr>
          <p:txBody>
            <a:bodyPr wrap="square" rtlCol="0" anchor="ctr">
              <a:noAutofit/>
            </a:bodyPr>
            <a:lstStyle/>
            <a:p>
              <a:endParaRPr lang="en-US"/>
            </a:p>
          </p:txBody>
        </p:sp>
        <p:sp>
          <p:nvSpPr>
            <p:cNvPr id="815" name="Freeform: Shape 814">
              <a:extLst>
                <a:ext uri="{FF2B5EF4-FFF2-40B4-BE49-F238E27FC236}">
                  <a16:creationId xmlns:a16="http://schemas.microsoft.com/office/drawing/2014/main" id="{FC9479DA-774A-D5CE-02F9-4329456D8166}"/>
                </a:ext>
                <a:ext uri="{C183D7F6-B498-43B3-948B-1728B52AA6E4}">
                  <adec:decorative xmlns:adec="http://schemas.microsoft.com/office/drawing/2017/decorative" val="1"/>
                </a:ext>
              </a:extLst>
            </p:cNvPr>
            <p:cNvSpPr/>
            <p:nvPr/>
          </p:nvSpPr>
          <p:spPr>
            <a:xfrm>
              <a:off x="6378344" y="1523830"/>
              <a:ext cx="532713" cy="450617"/>
            </a:xfrm>
            <a:custGeom>
              <a:avLst/>
              <a:gdLst>
                <a:gd name="connsiteX0" fmla="*/ 1204029 w 7990709"/>
                <a:gd name="connsiteY0" fmla="*/ 3587718 h 6759256"/>
                <a:gd name="connsiteX1" fmla="*/ 1121028 w 7990709"/>
                <a:gd name="connsiteY1" fmla="*/ 3600281 h 6759256"/>
                <a:gd name="connsiteX2" fmla="*/ 1050737 w 7990709"/>
                <a:gd name="connsiteY2" fmla="*/ 3697844 h 6759256"/>
                <a:gd name="connsiteX3" fmla="*/ 1049352 w 7990709"/>
                <a:gd name="connsiteY3" fmla="*/ 3925992 h 6759256"/>
                <a:gd name="connsiteX4" fmla="*/ 1187568 w 7990709"/>
                <a:gd name="connsiteY4" fmla="*/ 4039930 h 6759256"/>
                <a:gd name="connsiteX5" fmla="*/ 1319798 w 7990709"/>
                <a:gd name="connsiteY5" fmla="*/ 3921686 h 6759256"/>
                <a:gd name="connsiteX6" fmla="*/ 1328415 w 7990709"/>
                <a:gd name="connsiteY6" fmla="*/ 3727223 h 6759256"/>
                <a:gd name="connsiteX7" fmla="*/ 1204029 w 7990709"/>
                <a:gd name="connsiteY7" fmla="*/ 3587718 h 6759256"/>
                <a:gd name="connsiteX8" fmla="*/ 1930550 w 7990709"/>
                <a:gd name="connsiteY8" fmla="*/ 3587538 h 6759256"/>
                <a:gd name="connsiteX9" fmla="*/ 1873322 w 7990709"/>
                <a:gd name="connsiteY9" fmla="*/ 3591086 h 6759256"/>
                <a:gd name="connsiteX10" fmla="*/ 1778366 w 7990709"/>
                <a:gd name="connsiteY10" fmla="*/ 3700397 h 6759256"/>
                <a:gd name="connsiteX11" fmla="*/ 1793155 w 7990709"/>
                <a:gd name="connsiteY11" fmla="*/ 3957690 h 6759256"/>
                <a:gd name="connsiteX12" fmla="*/ 1918762 w 7990709"/>
                <a:gd name="connsiteY12" fmla="*/ 4038782 h 6759256"/>
                <a:gd name="connsiteX13" fmla="*/ 2048182 w 7990709"/>
                <a:gd name="connsiteY13" fmla="*/ 3926846 h 6759256"/>
                <a:gd name="connsiteX14" fmla="*/ 2047658 w 7990709"/>
                <a:gd name="connsiteY14" fmla="*/ 3694207 h 6759256"/>
                <a:gd name="connsiteX15" fmla="*/ 1930550 w 7990709"/>
                <a:gd name="connsiteY15" fmla="*/ 3587538 h 6759256"/>
                <a:gd name="connsiteX16" fmla="*/ 2619672 w 7990709"/>
                <a:gd name="connsiteY16" fmla="*/ 3584431 h 6759256"/>
                <a:gd name="connsiteX17" fmla="*/ 2518514 w 7990709"/>
                <a:gd name="connsiteY17" fmla="*/ 3669808 h 6759256"/>
                <a:gd name="connsiteX18" fmla="*/ 2514450 w 7990709"/>
                <a:gd name="connsiteY18" fmla="*/ 3946466 h 6759256"/>
                <a:gd name="connsiteX19" fmla="*/ 2635305 w 7990709"/>
                <a:gd name="connsiteY19" fmla="*/ 4036734 h 6759256"/>
                <a:gd name="connsiteX20" fmla="*/ 2758499 w 7990709"/>
                <a:gd name="connsiteY20" fmla="*/ 3967097 h 6759256"/>
                <a:gd name="connsiteX21" fmla="*/ 2785599 w 7990709"/>
                <a:gd name="connsiteY21" fmla="*/ 3734025 h 6759256"/>
                <a:gd name="connsiteX22" fmla="*/ 2724563 w 7990709"/>
                <a:gd name="connsiteY22" fmla="*/ 3613209 h 6759256"/>
                <a:gd name="connsiteX23" fmla="*/ 2663652 w 7990709"/>
                <a:gd name="connsiteY23" fmla="*/ 3586148 h 6759256"/>
                <a:gd name="connsiteX24" fmla="*/ 2619672 w 7990709"/>
                <a:gd name="connsiteY24" fmla="*/ 3584431 h 6759256"/>
                <a:gd name="connsiteX25" fmla="*/ 456564 w 7990709"/>
                <a:gd name="connsiteY25" fmla="*/ 3581906 h 6759256"/>
                <a:gd name="connsiteX26" fmla="*/ 328985 w 7990709"/>
                <a:gd name="connsiteY26" fmla="*/ 3671232 h 6759256"/>
                <a:gd name="connsiteX27" fmla="*/ 333007 w 7990709"/>
                <a:gd name="connsiteY27" fmla="*/ 3952392 h 6759256"/>
                <a:gd name="connsiteX28" fmla="*/ 460297 w 7990709"/>
                <a:gd name="connsiteY28" fmla="*/ 4037111 h 6759256"/>
                <a:gd name="connsiteX29" fmla="*/ 584651 w 7990709"/>
                <a:gd name="connsiteY29" fmla="*/ 3945089 h 6759256"/>
                <a:gd name="connsiteX30" fmla="*/ 587947 w 7990709"/>
                <a:gd name="connsiteY30" fmla="*/ 3690903 h 6759256"/>
                <a:gd name="connsiteX31" fmla="*/ 456564 w 7990709"/>
                <a:gd name="connsiteY31" fmla="*/ 3581906 h 6759256"/>
                <a:gd name="connsiteX32" fmla="*/ 181 w 7990709"/>
                <a:gd name="connsiteY32" fmla="*/ 3537123 h 6759256"/>
                <a:gd name="connsiteX33" fmla="*/ 154018 w 7990709"/>
                <a:gd name="connsiteY33" fmla="*/ 3537123 h 6759256"/>
                <a:gd name="connsiteX34" fmla="*/ 154018 w 7990709"/>
                <a:gd name="connsiteY34" fmla="*/ 4084563 h 6759256"/>
                <a:gd name="connsiteX35" fmla="*/ 81672 w 7990709"/>
                <a:gd name="connsiteY35" fmla="*/ 4084563 h 6759256"/>
                <a:gd name="connsiteX36" fmla="*/ 81672 w 7990709"/>
                <a:gd name="connsiteY36" fmla="*/ 3900061 h 6759256"/>
                <a:gd name="connsiteX37" fmla="*/ 81672 w 7990709"/>
                <a:gd name="connsiteY37" fmla="*/ 3601980 h 6759256"/>
                <a:gd name="connsiteX38" fmla="*/ 181 w 7990709"/>
                <a:gd name="connsiteY38" fmla="*/ 3601980 h 6759256"/>
                <a:gd name="connsiteX39" fmla="*/ 181 w 7990709"/>
                <a:gd name="connsiteY39" fmla="*/ 3537123 h 6759256"/>
                <a:gd name="connsiteX40" fmla="*/ 2184291 w 7990709"/>
                <a:gd name="connsiteY40" fmla="*/ 3537018 h 6759256"/>
                <a:gd name="connsiteX41" fmla="*/ 2338359 w 7990709"/>
                <a:gd name="connsiteY41" fmla="*/ 3537018 h 6759256"/>
                <a:gd name="connsiteX42" fmla="*/ 2338359 w 7990709"/>
                <a:gd name="connsiteY42" fmla="*/ 4084680 h 6759256"/>
                <a:gd name="connsiteX43" fmla="*/ 2265899 w 7990709"/>
                <a:gd name="connsiteY43" fmla="*/ 4084680 h 6759256"/>
                <a:gd name="connsiteX44" fmla="*/ 2265899 w 7990709"/>
                <a:gd name="connsiteY44" fmla="*/ 3806317 h 6759256"/>
                <a:gd name="connsiteX45" fmla="*/ 2265899 w 7990709"/>
                <a:gd name="connsiteY45" fmla="*/ 3601755 h 6759256"/>
                <a:gd name="connsiteX46" fmla="*/ 2184291 w 7990709"/>
                <a:gd name="connsiteY46" fmla="*/ 3601755 h 6759256"/>
                <a:gd name="connsiteX47" fmla="*/ 2184291 w 7990709"/>
                <a:gd name="connsiteY47" fmla="*/ 3537018 h 6759256"/>
                <a:gd name="connsiteX48" fmla="*/ 1452927 w 7990709"/>
                <a:gd name="connsiteY48" fmla="*/ 3536865 h 6759256"/>
                <a:gd name="connsiteX49" fmla="*/ 1607336 w 7990709"/>
                <a:gd name="connsiteY49" fmla="*/ 3536865 h 6759256"/>
                <a:gd name="connsiteX50" fmla="*/ 1607336 w 7990709"/>
                <a:gd name="connsiteY50" fmla="*/ 4084897 h 6759256"/>
                <a:gd name="connsiteX51" fmla="*/ 1536710 w 7990709"/>
                <a:gd name="connsiteY51" fmla="*/ 4084897 h 6759256"/>
                <a:gd name="connsiteX52" fmla="*/ 1534702 w 7990709"/>
                <a:gd name="connsiteY52" fmla="*/ 4039400 h 6759256"/>
                <a:gd name="connsiteX53" fmla="*/ 1534702 w 7990709"/>
                <a:gd name="connsiteY53" fmla="*/ 3601430 h 6759256"/>
                <a:gd name="connsiteX54" fmla="*/ 1452927 w 7990709"/>
                <a:gd name="connsiteY54" fmla="*/ 3601430 h 6759256"/>
                <a:gd name="connsiteX55" fmla="*/ 1452927 w 7990709"/>
                <a:gd name="connsiteY55" fmla="*/ 3536865 h 6759256"/>
                <a:gd name="connsiteX56" fmla="*/ 731508 w 7990709"/>
                <a:gd name="connsiteY56" fmla="*/ 3534460 h 6759256"/>
                <a:gd name="connsiteX57" fmla="*/ 803534 w 7990709"/>
                <a:gd name="connsiteY57" fmla="*/ 3534460 h 6759256"/>
                <a:gd name="connsiteX58" fmla="*/ 875639 w 7990709"/>
                <a:gd name="connsiteY58" fmla="*/ 3534460 h 6759256"/>
                <a:gd name="connsiteX59" fmla="*/ 875639 w 7990709"/>
                <a:gd name="connsiteY59" fmla="*/ 4084392 h 6759256"/>
                <a:gd name="connsiteX60" fmla="*/ 814783 w 7990709"/>
                <a:gd name="connsiteY60" fmla="*/ 4084392 h 6759256"/>
                <a:gd name="connsiteX61" fmla="*/ 814783 w 7990709"/>
                <a:gd name="connsiteY61" fmla="*/ 3602232 h 6759256"/>
                <a:gd name="connsiteX62" fmla="*/ 731508 w 7990709"/>
                <a:gd name="connsiteY62" fmla="*/ 3602232 h 6759256"/>
                <a:gd name="connsiteX63" fmla="*/ 731508 w 7990709"/>
                <a:gd name="connsiteY63" fmla="*/ 3534460 h 6759256"/>
                <a:gd name="connsiteX64" fmla="*/ 1151861 w 7990709"/>
                <a:gd name="connsiteY64" fmla="*/ 3517218 h 6759256"/>
                <a:gd name="connsiteX65" fmla="*/ 1211081 w 7990709"/>
                <a:gd name="connsiteY65" fmla="*/ 3517587 h 6759256"/>
                <a:gd name="connsiteX66" fmla="*/ 1386661 w 7990709"/>
                <a:gd name="connsiteY66" fmla="*/ 3661202 h 6759256"/>
                <a:gd name="connsiteX67" fmla="*/ 1348794 w 7990709"/>
                <a:gd name="connsiteY67" fmla="*/ 4028356 h 6759256"/>
                <a:gd name="connsiteX68" fmla="*/ 1154268 w 7990709"/>
                <a:gd name="connsiteY68" fmla="*/ 4104400 h 6759256"/>
                <a:gd name="connsiteX69" fmla="*/ 962857 w 7990709"/>
                <a:gd name="connsiteY69" fmla="*/ 3833766 h 6759256"/>
                <a:gd name="connsiteX70" fmla="*/ 1009102 w 7990709"/>
                <a:gd name="connsiteY70" fmla="*/ 3609446 h 6759256"/>
                <a:gd name="connsiteX71" fmla="*/ 1151861 w 7990709"/>
                <a:gd name="connsiteY71" fmla="*/ 3517218 h 6759256"/>
                <a:gd name="connsiteX72" fmla="*/ 456344 w 7990709"/>
                <a:gd name="connsiteY72" fmla="*/ 3516848 h 6759256"/>
                <a:gd name="connsiteX73" fmla="*/ 652432 w 7990709"/>
                <a:gd name="connsiteY73" fmla="*/ 3646894 h 6759256"/>
                <a:gd name="connsiteX74" fmla="*/ 627755 w 7990709"/>
                <a:gd name="connsiteY74" fmla="*/ 4016363 h 6759256"/>
                <a:gd name="connsiteX75" fmla="*/ 275465 w 7990709"/>
                <a:gd name="connsiteY75" fmla="*/ 4005126 h 6759256"/>
                <a:gd name="connsiteX76" fmla="*/ 260259 w 7990709"/>
                <a:gd name="connsiteY76" fmla="*/ 3647327 h 6759256"/>
                <a:gd name="connsiteX77" fmla="*/ 456344 w 7990709"/>
                <a:gd name="connsiteY77" fmla="*/ 3516848 h 6759256"/>
                <a:gd name="connsiteX78" fmla="*/ 2632001 w 7990709"/>
                <a:gd name="connsiteY78" fmla="*/ 3516764 h 6759256"/>
                <a:gd name="connsiteX79" fmla="*/ 2834957 w 7990709"/>
                <a:gd name="connsiteY79" fmla="*/ 3637629 h 6759256"/>
                <a:gd name="connsiteX80" fmla="*/ 2826444 w 7990709"/>
                <a:gd name="connsiteY80" fmla="*/ 3991810 h 6759256"/>
                <a:gd name="connsiteX81" fmla="*/ 2723958 w 7990709"/>
                <a:gd name="connsiteY81" fmla="*/ 4088057 h 6759256"/>
                <a:gd name="connsiteX82" fmla="*/ 2426032 w 7990709"/>
                <a:gd name="connsiteY82" fmla="*/ 3918470 h 6759256"/>
                <a:gd name="connsiteX83" fmla="*/ 2442643 w 7990709"/>
                <a:gd name="connsiteY83" fmla="*/ 3656346 h 6759256"/>
                <a:gd name="connsiteX84" fmla="*/ 2632001 w 7990709"/>
                <a:gd name="connsiteY84" fmla="*/ 3516764 h 6759256"/>
                <a:gd name="connsiteX85" fmla="*/ 1933365 w 7990709"/>
                <a:gd name="connsiteY85" fmla="*/ 3516605 h 6759256"/>
                <a:gd name="connsiteX86" fmla="*/ 2114837 w 7990709"/>
                <a:gd name="connsiteY86" fmla="*/ 3658710 h 6759256"/>
                <a:gd name="connsiteX87" fmla="*/ 2091155 w 7990709"/>
                <a:gd name="connsiteY87" fmla="*/ 4013724 h 6759256"/>
                <a:gd name="connsiteX88" fmla="*/ 1778206 w 7990709"/>
                <a:gd name="connsiteY88" fmla="*/ 4056802 h 6759256"/>
                <a:gd name="connsiteX89" fmla="*/ 1700557 w 7990709"/>
                <a:gd name="connsiteY89" fmla="*/ 3917861 h 6759256"/>
                <a:gd name="connsiteX90" fmla="*/ 1724239 w 7990709"/>
                <a:gd name="connsiteY90" fmla="*/ 3632891 h 6759256"/>
                <a:gd name="connsiteX91" fmla="*/ 1933365 w 7990709"/>
                <a:gd name="connsiteY91" fmla="*/ 3516605 h 6759256"/>
                <a:gd name="connsiteX92" fmla="*/ 2653207 w 7990709"/>
                <a:gd name="connsiteY92" fmla="*/ 2635088 h 6759256"/>
                <a:gd name="connsiteX93" fmla="*/ 2512767 w 7990709"/>
                <a:gd name="connsiteY93" fmla="*/ 2731358 h 6759256"/>
                <a:gd name="connsiteX94" fmla="*/ 2513752 w 7990709"/>
                <a:gd name="connsiteY94" fmla="*/ 2995814 h 6759256"/>
                <a:gd name="connsiteX95" fmla="*/ 2622025 w 7990709"/>
                <a:gd name="connsiteY95" fmla="*/ 3084558 h 6759256"/>
                <a:gd name="connsiteX96" fmla="*/ 2764164 w 7990709"/>
                <a:gd name="connsiteY96" fmla="*/ 3007549 h 6759256"/>
                <a:gd name="connsiteX97" fmla="*/ 2782359 w 7990709"/>
                <a:gd name="connsiteY97" fmla="*/ 2779883 h 6759256"/>
                <a:gd name="connsiteX98" fmla="*/ 2781556 w 7990709"/>
                <a:gd name="connsiteY98" fmla="*/ 2770563 h 6759256"/>
                <a:gd name="connsiteX99" fmla="*/ 2653207 w 7990709"/>
                <a:gd name="connsiteY99" fmla="*/ 2635088 h 6759256"/>
                <a:gd name="connsiteX100" fmla="*/ 462059 w 7990709"/>
                <a:gd name="connsiteY100" fmla="*/ 2634817 h 6759256"/>
                <a:gd name="connsiteX101" fmla="*/ 317905 w 7990709"/>
                <a:gd name="connsiteY101" fmla="*/ 2762001 h 6759256"/>
                <a:gd name="connsiteX102" fmla="*/ 319014 w 7990709"/>
                <a:gd name="connsiteY102" fmla="*/ 2971216 h 6759256"/>
                <a:gd name="connsiteX103" fmla="*/ 541888 w 7990709"/>
                <a:gd name="connsiteY103" fmla="*/ 3055882 h 6759256"/>
                <a:gd name="connsiteX104" fmla="*/ 606224 w 7990709"/>
                <a:gd name="connsiteY104" fmla="*/ 2916004 h 6759256"/>
                <a:gd name="connsiteX105" fmla="*/ 596786 w 7990709"/>
                <a:gd name="connsiteY105" fmla="*/ 2773617 h 6759256"/>
                <a:gd name="connsiteX106" fmla="*/ 462059 w 7990709"/>
                <a:gd name="connsiteY106" fmla="*/ 2634817 h 6759256"/>
                <a:gd name="connsiteX107" fmla="*/ 1179483 w 7990709"/>
                <a:gd name="connsiteY107" fmla="*/ 2634427 h 6759256"/>
                <a:gd name="connsiteX108" fmla="*/ 1060209 w 7990709"/>
                <a:gd name="connsiteY108" fmla="*/ 2721528 h 6759256"/>
                <a:gd name="connsiteX109" fmla="*/ 1047976 w 7990709"/>
                <a:gd name="connsiteY109" fmla="*/ 2965275 h 6759256"/>
                <a:gd name="connsiteX110" fmla="*/ 1205597 w 7990709"/>
                <a:gd name="connsiteY110" fmla="*/ 3084927 h 6759256"/>
                <a:gd name="connsiteX111" fmla="*/ 1325141 w 7990709"/>
                <a:gd name="connsiteY111" fmla="*/ 2956912 h 6759256"/>
                <a:gd name="connsiteX112" fmla="*/ 1327530 w 7990709"/>
                <a:gd name="connsiteY112" fmla="*/ 2784121 h 6759256"/>
                <a:gd name="connsiteX113" fmla="*/ 1235152 w 7990709"/>
                <a:gd name="connsiteY113" fmla="*/ 2644206 h 6759256"/>
                <a:gd name="connsiteX114" fmla="*/ 1179483 w 7990709"/>
                <a:gd name="connsiteY114" fmla="*/ 2634427 h 6759256"/>
                <a:gd name="connsiteX115" fmla="*/ 1925234 w 7990709"/>
                <a:gd name="connsiteY115" fmla="*/ 2633279 h 6759256"/>
                <a:gd name="connsiteX116" fmla="*/ 1852457 w 7990709"/>
                <a:gd name="connsiteY116" fmla="*/ 2649945 h 6759256"/>
                <a:gd name="connsiteX117" fmla="*/ 1770255 w 7990709"/>
                <a:gd name="connsiteY117" fmla="*/ 2778940 h 6759256"/>
                <a:gd name="connsiteX118" fmla="*/ 1769960 w 7990709"/>
                <a:gd name="connsiteY118" fmla="*/ 2938119 h 6759256"/>
                <a:gd name="connsiteX119" fmla="*/ 1891575 w 7990709"/>
                <a:gd name="connsiteY119" fmla="*/ 3084568 h 6759256"/>
                <a:gd name="connsiteX120" fmla="*/ 2045826 w 7990709"/>
                <a:gd name="connsiteY120" fmla="*/ 2984079 h 6759256"/>
                <a:gd name="connsiteX121" fmla="*/ 2047362 w 7990709"/>
                <a:gd name="connsiteY121" fmla="*/ 2739385 h 6759256"/>
                <a:gd name="connsiteX122" fmla="*/ 1992504 w 7990709"/>
                <a:gd name="connsiteY122" fmla="*/ 2663433 h 6759256"/>
                <a:gd name="connsiteX123" fmla="*/ 1925234 w 7990709"/>
                <a:gd name="connsiteY123" fmla="*/ 2633279 h 6759256"/>
                <a:gd name="connsiteX124" fmla="*/ 731556 w 7990709"/>
                <a:gd name="connsiteY124" fmla="*/ 2581083 h 6759256"/>
                <a:gd name="connsiteX125" fmla="*/ 878492 w 7990709"/>
                <a:gd name="connsiteY125" fmla="*/ 2581083 h 6759256"/>
                <a:gd name="connsiteX126" fmla="*/ 878492 w 7990709"/>
                <a:gd name="connsiteY126" fmla="*/ 2663050 h 6759256"/>
                <a:gd name="connsiteX127" fmla="*/ 878492 w 7990709"/>
                <a:gd name="connsiteY127" fmla="*/ 3137583 h 6759256"/>
                <a:gd name="connsiteX128" fmla="*/ 814826 w 7990709"/>
                <a:gd name="connsiteY128" fmla="*/ 3137583 h 6759256"/>
                <a:gd name="connsiteX129" fmla="*/ 814826 w 7990709"/>
                <a:gd name="connsiteY129" fmla="*/ 2646132 h 6759256"/>
                <a:gd name="connsiteX130" fmla="*/ 731556 w 7990709"/>
                <a:gd name="connsiteY130" fmla="*/ 2646132 h 6759256"/>
                <a:gd name="connsiteX131" fmla="*/ 731556 w 7990709"/>
                <a:gd name="connsiteY131" fmla="*/ 2581083 h 6759256"/>
                <a:gd name="connsiteX132" fmla="*/ 0 w 7990709"/>
                <a:gd name="connsiteY132" fmla="*/ 2580778 h 6759256"/>
                <a:gd name="connsiteX133" fmla="*/ 154200 w 7990709"/>
                <a:gd name="connsiteY133" fmla="*/ 2580778 h 6759256"/>
                <a:gd name="connsiteX134" fmla="*/ 154200 w 7990709"/>
                <a:gd name="connsiteY134" fmla="*/ 3137946 h 6759256"/>
                <a:gd name="connsiteX135" fmla="*/ 81674 w 7990709"/>
                <a:gd name="connsiteY135" fmla="*/ 3137946 h 6759256"/>
                <a:gd name="connsiteX136" fmla="*/ 81674 w 7990709"/>
                <a:gd name="connsiteY136" fmla="*/ 2775206 h 6759256"/>
                <a:gd name="connsiteX137" fmla="*/ 81674 w 7990709"/>
                <a:gd name="connsiteY137" fmla="*/ 2645446 h 6759256"/>
                <a:gd name="connsiteX138" fmla="*/ 0 w 7990709"/>
                <a:gd name="connsiteY138" fmla="*/ 2645446 h 6759256"/>
                <a:gd name="connsiteX139" fmla="*/ 0 w 7990709"/>
                <a:gd name="connsiteY139" fmla="*/ 2580778 h 6759256"/>
                <a:gd name="connsiteX140" fmla="*/ 2184129 w 7990709"/>
                <a:gd name="connsiteY140" fmla="*/ 2580682 h 6759256"/>
                <a:gd name="connsiteX141" fmla="*/ 2338550 w 7990709"/>
                <a:gd name="connsiteY141" fmla="*/ 2580682 h 6759256"/>
                <a:gd name="connsiteX142" fmla="*/ 2338550 w 7990709"/>
                <a:gd name="connsiteY142" fmla="*/ 3138145 h 6759256"/>
                <a:gd name="connsiteX143" fmla="*/ 2265901 w 7990709"/>
                <a:gd name="connsiteY143" fmla="*/ 3138145 h 6759256"/>
                <a:gd name="connsiteX144" fmla="*/ 2265900 w 7990709"/>
                <a:gd name="connsiteY144" fmla="*/ 2844589 h 6759256"/>
                <a:gd name="connsiteX145" fmla="*/ 2264791 w 7990709"/>
                <a:gd name="connsiteY145" fmla="*/ 2676388 h 6759256"/>
                <a:gd name="connsiteX146" fmla="*/ 2237053 w 7990709"/>
                <a:gd name="connsiteY146" fmla="*/ 2643902 h 6759256"/>
                <a:gd name="connsiteX147" fmla="*/ 2184129 w 7990709"/>
                <a:gd name="connsiteY147" fmla="*/ 2643895 h 6759256"/>
                <a:gd name="connsiteX148" fmla="*/ 2184129 w 7990709"/>
                <a:gd name="connsiteY148" fmla="*/ 2580682 h 6759256"/>
                <a:gd name="connsiteX149" fmla="*/ 1452430 w 7990709"/>
                <a:gd name="connsiteY149" fmla="*/ 2578391 h 6759256"/>
                <a:gd name="connsiteX150" fmla="*/ 1597879 w 7990709"/>
                <a:gd name="connsiteY150" fmla="*/ 2578809 h 6759256"/>
                <a:gd name="connsiteX151" fmla="*/ 1608919 w 7990709"/>
                <a:gd name="connsiteY151" fmla="*/ 2590569 h 6759256"/>
                <a:gd name="connsiteX152" fmla="*/ 1609206 w 7990709"/>
                <a:gd name="connsiteY152" fmla="*/ 3138490 h 6759256"/>
                <a:gd name="connsiteX153" fmla="*/ 1535011 w 7990709"/>
                <a:gd name="connsiteY153" fmla="*/ 3138490 h 6759256"/>
                <a:gd name="connsiteX154" fmla="*/ 1535011 w 7990709"/>
                <a:gd name="connsiteY154" fmla="*/ 2644308 h 6759256"/>
                <a:gd name="connsiteX155" fmla="*/ 1452430 w 7990709"/>
                <a:gd name="connsiteY155" fmla="*/ 2644308 h 6759256"/>
                <a:gd name="connsiteX156" fmla="*/ 1452430 w 7990709"/>
                <a:gd name="connsiteY156" fmla="*/ 2578391 h 6759256"/>
                <a:gd name="connsiteX157" fmla="*/ 2620216 w 7990709"/>
                <a:gd name="connsiteY157" fmla="*/ 2569038 h 6759256"/>
                <a:gd name="connsiteX158" fmla="*/ 2666087 w 7990709"/>
                <a:gd name="connsiteY158" fmla="*/ 2569455 h 6759256"/>
                <a:gd name="connsiteX159" fmla="*/ 2856259 w 7990709"/>
                <a:gd name="connsiteY159" fmla="*/ 2743840 h 6759256"/>
                <a:gd name="connsiteX160" fmla="*/ 2865828 w 7990709"/>
                <a:gd name="connsiteY160" fmla="*/ 2797339 h 6759256"/>
                <a:gd name="connsiteX161" fmla="*/ 2845533 w 7990709"/>
                <a:gd name="connsiteY161" fmla="*/ 3002329 h 6759256"/>
                <a:gd name="connsiteX162" fmla="*/ 2502572 w 7990709"/>
                <a:gd name="connsiteY162" fmla="*/ 3105613 h 6759256"/>
                <a:gd name="connsiteX163" fmla="*/ 2427460 w 7990709"/>
                <a:gd name="connsiteY163" fmla="*/ 2964332 h 6759256"/>
                <a:gd name="connsiteX164" fmla="*/ 2434076 w 7990709"/>
                <a:gd name="connsiteY164" fmla="*/ 2732793 h 6759256"/>
                <a:gd name="connsiteX165" fmla="*/ 2620216 w 7990709"/>
                <a:gd name="connsiteY165" fmla="*/ 2569038 h 6759256"/>
                <a:gd name="connsiteX166" fmla="*/ 1926131 w 7990709"/>
                <a:gd name="connsiteY166" fmla="*/ 2567783 h 6759256"/>
                <a:gd name="connsiteX167" fmla="*/ 2092091 w 7990709"/>
                <a:gd name="connsiteY167" fmla="*/ 2662911 h 6759256"/>
                <a:gd name="connsiteX168" fmla="*/ 2092050 w 7990709"/>
                <a:gd name="connsiteY168" fmla="*/ 3054145 h 6759256"/>
                <a:gd name="connsiteX169" fmla="*/ 1761584 w 7990709"/>
                <a:gd name="connsiteY169" fmla="*/ 3091046 h 6759256"/>
                <a:gd name="connsiteX170" fmla="*/ 1733481 w 7990709"/>
                <a:gd name="connsiteY170" fmla="*/ 3061487 h 6759256"/>
                <a:gd name="connsiteX171" fmla="*/ 1750197 w 7990709"/>
                <a:gd name="connsiteY171" fmla="*/ 2646081 h 6759256"/>
                <a:gd name="connsiteX172" fmla="*/ 1926131 w 7990709"/>
                <a:gd name="connsiteY172" fmla="*/ 2567783 h 6759256"/>
                <a:gd name="connsiteX173" fmla="*/ 1201231 w 7990709"/>
                <a:gd name="connsiteY173" fmla="*/ 2567435 h 6759256"/>
                <a:gd name="connsiteX174" fmla="*/ 1386481 w 7990709"/>
                <a:gd name="connsiteY174" fmla="*/ 2712732 h 6759256"/>
                <a:gd name="connsiteX175" fmla="*/ 1371981 w 7990709"/>
                <a:gd name="connsiteY175" fmla="*/ 3040863 h 6759256"/>
                <a:gd name="connsiteX176" fmla="*/ 1282103 w 7990709"/>
                <a:gd name="connsiteY176" fmla="*/ 3135560 h 6759256"/>
                <a:gd name="connsiteX177" fmla="*/ 1029352 w 7990709"/>
                <a:gd name="connsiteY177" fmla="*/ 3087138 h 6759256"/>
                <a:gd name="connsiteX178" fmla="*/ 966432 w 7990709"/>
                <a:gd name="connsiteY178" fmla="*/ 2950283 h 6759256"/>
                <a:gd name="connsiteX179" fmla="*/ 984147 w 7990709"/>
                <a:gd name="connsiteY179" fmla="*/ 2712769 h 6759256"/>
                <a:gd name="connsiteX180" fmla="*/ 1201231 w 7990709"/>
                <a:gd name="connsiteY180" fmla="*/ 2567435 h 6759256"/>
                <a:gd name="connsiteX181" fmla="*/ 477264 w 7990709"/>
                <a:gd name="connsiteY181" fmla="*/ 2566479 h 6759256"/>
                <a:gd name="connsiteX182" fmla="*/ 618766 w 7990709"/>
                <a:gd name="connsiteY182" fmla="*/ 2644988 h 6759256"/>
                <a:gd name="connsiteX183" fmla="*/ 678818 w 7990709"/>
                <a:gd name="connsiteY183" fmla="*/ 2798549 h 6759256"/>
                <a:gd name="connsiteX184" fmla="*/ 617686 w 7990709"/>
                <a:gd name="connsiteY184" fmla="*/ 3076912 h 6759256"/>
                <a:gd name="connsiteX185" fmla="*/ 524226 w 7990709"/>
                <a:gd name="connsiteY185" fmla="*/ 3141126 h 6759256"/>
                <a:gd name="connsiteX186" fmla="*/ 246867 w 7990709"/>
                <a:gd name="connsiteY186" fmla="*/ 2992205 h 6759256"/>
                <a:gd name="connsiteX187" fmla="*/ 250595 w 7990709"/>
                <a:gd name="connsiteY187" fmla="*/ 2721254 h 6759256"/>
                <a:gd name="connsiteX188" fmla="*/ 477264 w 7990709"/>
                <a:gd name="connsiteY188" fmla="*/ 2566479 h 6759256"/>
                <a:gd name="connsiteX189" fmla="*/ 3347767 w 7990709"/>
                <a:gd name="connsiteY189" fmla="*/ 821590 h 6759256"/>
                <a:gd name="connsiteX190" fmla="*/ 3775458 w 7990709"/>
                <a:gd name="connsiteY190" fmla="*/ 821590 h 6759256"/>
                <a:gd name="connsiteX191" fmla="*/ 3774704 w 7990709"/>
                <a:gd name="connsiteY191" fmla="*/ 5043820 h 6759256"/>
                <a:gd name="connsiteX192" fmla="*/ 3808199 w 7990709"/>
                <a:gd name="connsiteY192" fmla="*/ 5102297 h 6759256"/>
                <a:gd name="connsiteX193" fmla="*/ 3825458 w 7990709"/>
                <a:gd name="connsiteY193" fmla="*/ 5117637 h 6759256"/>
                <a:gd name="connsiteX194" fmla="*/ 4117572 w 7990709"/>
                <a:gd name="connsiteY194" fmla="*/ 5399910 h 6759256"/>
                <a:gd name="connsiteX195" fmla="*/ 4479150 w 7990709"/>
                <a:gd name="connsiteY195" fmla="*/ 5743036 h 6759256"/>
                <a:gd name="connsiteX196" fmla="*/ 4804464 w 7990709"/>
                <a:gd name="connsiteY196" fmla="*/ 6049507 h 6759256"/>
                <a:gd name="connsiteX197" fmla="*/ 5087415 w 7990709"/>
                <a:gd name="connsiteY197" fmla="*/ 6312011 h 6759256"/>
                <a:gd name="connsiteX198" fmla="*/ 5141796 w 7990709"/>
                <a:gd name="connsiteY198" fmla="*/ 6327389 h 6759256"/>
                <a:gd name="connsiteX199" fmla="*/ 6318215 w 7990709"/>
                <a:gd name="connsiteY199" fmla="*/ 6328029 h 6759256"/>
                <a:gd name="connsiteX200" fmla="*/ 7935211 w 7990709"/>
                <a:gd name="connsiteY200" fmla="*/ 6328029 h 6759256"/>
                <a:gd name="connsiteX201" fmla="*/ 7990127 w 7990709"/>
                <a:gd name="connsiteY201" fmla="*/ 6328029 h 6759256"/>
                <a:gd name="connsiteX202" fmla="*/ 7990127 w 7990709"/>
                <a:gd name="connsiteY202" fmla="*/ 6759251 h 6759256"/>
                <a:gd name="connsiteX203" fmla="*/ 7947181 w 7990709"/>
                <a:gd name="connsiteY203" fmla="*/ 6759251 h 6759256"/>
                <a:gd name="connsiteX204" fmla="*/ 4961594 w 7990709"/>
                <a:gd name="connsiteY204" fmla="*/ 6758287 h 6759256"/>
                <a:gd name="connsiteX205" fmla="*/ 4901027 w 7990709"/>
                <a:gd name="connsiteY205" fmla="*/ 6735387 h 6759256"/>
                <a:gd name="connsiteX206" fmla="*/ 4498852 w 7990709"/>
                <a:gd name="connsiteY206" fmla="*/ 6353439 h 6759256"/>
                <a:gd name="connsiteX207" fmla="*/ 4157072 w 7990709"/>
                <a:gd name="connsiteY207" fmla="*/ 6030282 h 6759256"/>
                <a:gd name="connsiteX208" fmla="*/ 3805288 w 7990709"/>
                <a:gd name="connsiteY208" fmla="*/ 5697255 h 6759256"/>
                <a:gd name="connsiteX209" fmla="*/ 3453351 w 7990709"/>
                <a:gd name="connsiteY209" fmla="*/ 5364381 h 6759256"/>
                <a:gd name="connsiteX210" fmla="*/ 3424227 w 7990709"/>
                <a:gd name="connsiteY210" fmla="*/ 5342560 h 6759256"/>
                <a:gd name="connsiteX211" fmla="*/ 3341648 w 7990709"/>
                <a:gd name="connsiteY211" fmla="*/ 5188484 h 6759256"/>
                <a:gd name="connsiteX212" fmla="*/ 4165729 w 7990709"/>
                <a:gd name="connsiteY212" fmla="*/ 0 h 6759256"/>
                <a:gd name="connsiteX213" fmla="*/ 7932175 w 7990709"/>
                <a:gd name="connsiteY213" fmla="*/ 334 h 6759256"/>
                <a:gd name="connsiteX214" fmla="*/ 7990709 w 7990709"/>
                <a:gd name="connsiteY214" fmla="*/ 334 h 6759256"/>
                <a:gd name="connsiteX215" fmla="*/ 7990709 w 7990709"/>
                <a:gd name="connsiteY215" fmla="*/ 431595 h 6759256"/>
                <a:gd name="connsiteX216" fmla="*/ 4165729 w 7990709"/>
                <a:gd name="connsiteY216" fmla="*/ 427643 h 675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7990709" h="6759256">
                  <a:moveTo>
                    <a:pt x="1204029" y="3587718"/>
                  </a:moveTo>
                  <a:cubicBezTo>
                    <a:pt x="1180205" y="3585212"/>
                    <a:pt x="1152665" y="3588809"/>
                    <a:pt x="1121028" y="3600281"/>
                  </a:cubicBezTo>
                  <a:cubicBezTo>
                    <a:pt x="1096487" y="3632641"/>
                    <a:pt x="1055866" y="3662655"/>
                    <a:pt x="1050737" y="3697844"/>
                  </a:cubicBezTo>
                  <a:cubicBezTo>
                    <a:pt x="1039852" y="3772531"/>
                    <a:pt x="1041463" y="3850539"/>
                    <a:pt x="1049352" y="3925992"/>
                  </a:cubicBezTo>
                  <a:cubicBezTo>
                    <a:pt x="1055727" y="3986946"/>
                    <a:pt x="1129280" y="4039871"/>
                    <a:pt x="1187568" y="4039930"/>
                  </a:cubicBezTo>
                  <a:cubicBezTo>
                    <a:pt x="1245938" y="4039989"/>
                    <a:pt x="1301826" y="3987498"/>
                    <a:pt x="1319798" y="3921686"/>
                  </a:cubicBezTo>
                  <a:cubicBezTo>
                    <a:pt x="1337452" y="3857038"/>
                    <a:pt x="1342475" y="3792917"/>
                    <a:pt x="1328415" y="3727223"/>
                  </a:cubicBezTo>
                  <a:cubicBezTo>
                    <a:pt x="1313531" y="3657685"/>
                    <a:pt x="1275501" y="3595237"/>
                    <a:pt x="1204029" y="3587718"/>
                  </a:cubicBezTo>
                  <a:close/>
                  <a:moveTo>
                    <a:pt x="1930550" y="3587538"/>
                  </a:moveTo>
                  <a:cubicBezTo>
                    <a:pt x="1911552" y="3584917"/>
                    <a:pt x="1891998" y="3585918"/>
                    <a:pt x="1873322" y="3591086"/>
                  </a:cubicBezTo>
                  <a:cubicBezTo>
                    <a:pt x="1821221" y="3605501"/>
                    <a:pt x="1794714" y="3644251"/>
                    <a:pt x="1778366" y="3700397"/>
                  </a:cubicBezTo>
                  <a:cubicBezTo>
                    <a:pt x="1754013" y="3787840"/>
                    <a:pt x="1754548" y="3873502"/>
                    <a:pt x="1793155" y="3957690"/>
                  </a:cubicBezTo>
                  <a:cubicBezTo>
                    <a:pt x="1818168" y="4012228"/>
                    <a:pt x="1864321" y="4036866"/>
                    <a:pt x="1918762" y="4038782"/>
                  </a:cubicBezTo>
                  <a:cubicBezTo>
                    <a:pt x="1973225" y="4040698"/>
                    <a:pt x="2042881" y="3982710"/>
                    <a:pt x="2048182" y="3926846"/>
                  </a:cubicBezTo>
                  <a:cubicBezTo>
                    <a:pt x="2055489" y="3849828"/>
                    <a:pt x="2058303" y="3770433"/>
                    <a:pt x="2047658" y="3694207"/>
                  </a:cubicBezTo>
                  <a:cubicBezTo>
                    <a:pt x="2039511" y="3635861"/>
                    <a:pt x="1987541" y="3595401"/>
                    <a:pt x="1930550" y="3587538"/>
                  </a:cubicBezTo>
                  <a:close/>
                  <a:moveTo>
                    <a:pt x="2619672" y="3584431"/>
                  </a:moveTo>
                  <a:cubicBezTo>
                    <a:pt x="2577225" y="3590495"/>
                    <a:pt x="2540409" y="3619660"/>
                    <a:pt x="2518514" y="3669808"/>
                  </a:cubicBezTo>
                  <a:cubicBezTo>
                    <a:pt x="2478699" y="3760996"/>
                    <a:pt x="2481574" y="3854326"/>
                    <a:pt x="2514450" y="3946466"/>
                  </a:cubicBezTo>
                  <a:cubicBezTo>
                    <a:pt x="2534152" y="4001690"/>
                    <a:pt x="2579196" y="4033633"/>
                    <a:pt x="2635305" y="4036734"/>
                  </a:cubicBezTo>
                  <a:cubicBezTo>
                    <a:pt x="2686816" y="4039581"/>
                    <a:pt x="2729962" y="4017359"/>
                    <a:pt x="2758499" y="3967097"/>
                  </a:cubicBezTo>
                  <a:cubicBezTo>
                    <a:pt x="2801047" y="3892163"/>
                    <a:pt x="2796767" y="3812176"/>
                    <a:pt x="2785599" y="3734025"/>
                  </a:cubicBezTo>
                  <a:cubicBezTo>
                    <a:pt x="2779830" y="3693650"/>
                    <a:pt x="2748930" y="3656865"/>
                    <a:pt x="2724563" y="3613209"/>
                  </a:cubicBezTo>
                  <a:cubicBezTo>
                    <a:pt x="2704302" y="3599361"/>
                    <a:pt x="2683727" y="3590403"/>
                    <a:pt x="2663652" y="3586148"/>
                  </a:cubicBezTo>
                  <a:cubicBezTo>
                    <a:pt x="2648596" y="3582956"/>
                    <a:pt x="2633821" y="3582410"/>
                    <a:pt x="2619672" y="3584431"/>
                  </a:cubicBezTo>
                  <a:close/>
                  <a:moveTo>
                    <a:pt x="456564" y="3581906"/>
                  </a:moveTo>
                  <a:cubicBezTo>
                    <a:pt x="396334" y="3584819"/>
                    <a:pt x="347720" y="3617078"/>
                    <a:pt x="328985" y="3671232"/>
                  </a:cubicBezTo>
                  <a:cubicBezTo>
                    <a:pt x="297098" y="3763407"/>
                    <a:pt x="291600" y="3857890"/>
                    <a:pt x="333007" y="3952392"/>
                  </a:cubicBezTo>
                  <a:cubicBezTo>
                    <a:pt x="358744" y="4011130"/>
                    <a:pt x="405077" y="4039322"/>
                    <a:pt x="460297" y="4037111"/>
                  </a:cubicBezTo>
                  <a:cubicBezTo>
                    <a:pt x="515457" y="4034901"/>
                    <a:pt x="565190" y="4005012"/>
                    <a:pt x="584651" y="3945089"/>
                  </a:cubicBezTo>
                  <a:cubicBezTo>
                    <a:pt x="611172" y="3863435"/>
                    <a:pt x="620063" y="3781278"/>
                    <a:pt x="587947" y="3690903"/>
                  </a:cubicBezTo>
                  <a:cubicBezTo>
                    <a:pt x="562770" y="3627015"/>
                    <a:pt x="507900" y="3579423"/>
                    <a:pt x="456564" y="3581906"/>
                  </a:cubicBezTo>
                  <a:close/>
                  <a:moveTo>
                    <a:pt x="181" y="3537123"/>
                  </a:moveTo>
                  <a:cubicBezTo>
                    <a:pt x="50219" y="3537123"/>
                    <a:pt x="100779" y="3537123"/>
                    <a:pt x="154018" y="3537123"/>
                  </a:cubicBezTo>
                  <a:cubicBezTo>
                    <a:pt x="154018" y="3718770"/>
                    <a:pt x="154018" y="3900167"/>
                    <a:pt x="154018" y="4084563"/>
                  </a:cubicBezTo>
                  <a:cubicBezTo>
                    <a:pt x="132075" y="4084563"/>
                    <a:pt x="109686" y="4084563"/>
                    <a:pt x="81672" y="4084563"/>
                  </a:cubicBezTo>
                  <a:cubicBezTo>
                    <a:pt x="81672" y="4025147"/>
                    <a:pt x="81672" y="3964946"/>
                    <a:pt x="81672" y="3900061"/>
                  </a:cubicBezTo>
                  <a:cubicBezTo>
                    <a:pt x="81672" y="3798998"/>
                    <a:pt x="81672" y="3702621"/>
                    <a:pt x="81672" y="3601980"/>
                  </a:cubicBezTo>
                  <a:cubicBezTo>
                    <a:pt x="54247" y="3601980"/>
                    <a:pt x="28586" y="3601980"/>
                    <a:pt x="181" y="3601980"/>
                  </a:cubicBezTo>
                  <a:cubicBezTo>
                    <a:pt x="181" y="3578463"/>
                    <a:pt x="181" y="3559148"/>
                    <a:pt x="181" y="3537123"/>
                  </a:cubicBezTo>
                  <a:close/>
                  <a:moveTo>
                    <a:pt x="2184291" y="3537018"/>
                  </a:moveTo>
                  <a:cubicBezTo>
                    <a:pt x="2234687" y="3537018"/>
                    <a:pt x="2285238" y="3537018"/>
                    <a:pt x="2338359" y="3537018"/>
                  </a:cubicBezTo>
                  <a:cubicBezTo>
                    <a:pt x="2338359" y="3718993"/>
                    <a:pt x="2338359" y="3900398"/>
                    <a:pt x="2338359" y="4084680"/>
                  </a:cubicBezTo>
                  <a:cubicBezTo>
                    <a:pt x="2316088" y="4084680"/>
                    <a:pt x="2293697" y="4084680"/>
                    <a:pt x="2265899" y="4084680"/>
                  </a:cubicBezTo>
                  <a:cubicBezTo>
                    <a:pt x="2265899" y="3993706"/>
                    <a:pt x="2265899" y="3902355"/>
                    <a:pt x="2265899" y="3806317"/>
                  </a:cubicBezTo>
                  <a:cubicBezTo>
                    <a:pt x="2265899" y="3736420"/>
                    <a:pt x="2265899" y="3671210"/>
                    <a:pt x="2265899" y="3601755"/>
                  </a:cubicBezTo>
                  <a:cubicBezTo>
                    <a:pt x="2238133" y="3601755"/>
                    <a:pt x="2212579" y="3601755"/>
                    <a:pt x="2184291" y="3601755"/>
                  </a:cubicBezTo>
                  <a:cubicBezTo>
                    <a:pt x="2184291" y="3578243"/>
                    <a:pt x="2184291" y="3558935"/>
                    <a:pt x="2184291" y="3537018"/>
                  </a:cubicBezTo>
                  <a:close/>
                  <a:moveTo>
                    <a:pt x="1452927" y="3536865"/>
                  </a:moveTo>
                  <a:cubicBezTo>
                    <a:pt x="1503860" y="3536865"/>
                    <a:pt x="1554403" y="3536865"/>
                    <a:pt x="1607336" y="3536865"/>
                  </a:cubicBezTo>
                  <a:cubicBezTo>
                    <a:pt x="1607336" y="3719379"/>
                    <a:pt x="1607336" y="3900812"/>
                    <a:pt x="1607336" y="4084897"/>
                  </a:cubicBezTo>
                  <a:cubicBezTo>
                    <a:pt x="1584470" y="4084897"/>
                    <a:pt x="1562076" y="4084897"/>
                    <a:pt x="1536710" y="4084897"/>
                  </a:cubicBezTo>
                  <a:cubicBezTo>
                    <a:pt x="1536033" y="4071103"/>
                    <a:pt x="1535368" y="4057534"/>
                    <a:pt x="1534702" y="4039400"/>
                  </a:cubicBezTo>
                  <a:cubicBezTo>
                    <a:pt x="1534702" y="3891778"/>
                    <a:pt x="1534702" y="3748725"/>
                    <a:pt x="1534702" y="3601430"/>
                  </a:cubicBezTo>
                  <a:cubicBezTo>
                    <a:pt x="1506617" y="3601430"/>
                    <a:pt x="1481044" y="3601430"/>
                    <a:pt x="1452927" y="3601430"/>
                  </a:cubicBezTo>
                  <a:cubicBezTo>
                    <a:pt x="1452927" y="3577981"/>
                    <a:pt x="1452927" y="3558679"/>
                    <a:pt x="1452927" y="3536865"/>
                  </a:cubicBezTo>
                  <a:close/>
                  <a:moveTo>
                    <a:pt x="731508" y="3534460"/>
                  </a:moveTo>
                  <a:cubicBezTo>
                    <a:pt x="753385" y="3534460"/>
                    <a:pt x="776205" y="3534460"/>
                    <a:pt x="803534" y="3534460"/>
                  </a:cubicBezTo>
                  <a:cubicBezTo>
                    <a:pt x="829631" y="3534460"/>
                    <a:pt x="851220" y="3534460"/>
                    <a:pt x="875639" y="3534460"/>
                  </a:cubicBezTo>
                  <a:cubicBezTo>
                    <a:pt x="875639" y="3718371"/>
                    <a:pt x="875639" y="3899798"/>
                    <a:pt x="875639" y="4084392"/>
                  </a:cubicBezTo>
                  <a:cubicBezTo>
                    <a:pt x="857222" y="4084392"/>
                    <a:pt x="837944" y="4084392"/>
                    <a:pt x="814783" y="4084392"/>
                  </a:cubicBezTo>
                  <a:cubicBezTo>
                    <a:pt x="814783" y="3925970"/>
                    <a:pt x="814783" y="3766238"/>
                    <a:pt x="814783" y="3602232"/>
                  </a:cubicBezTo>
                  <a:cubicBezTo>
                    <a:pt x="785659" y="3602232"/>
                    <a:pt x="760049" y="3602232"/>
                    <a:pt x="731508" y="3602232"/>
                  </a:cubicBezTo>
                  <a:cubicBezTo>
                    <a:pt x="731508" y="3578694"/>
                    <a:pt x="731508" y="3559369"/>
                    <a:pt x="731508" y="3534460"/>
                  </a:cubicBezTo>
                  <a:close/>
                  <a:moveTo>
                    <a:pt x="1151861" y="3517218"/>
                  </a:moveTo>
                  <a:cubicBezTo>
                    <a:pt x="1170745" y="3514738"/>
                    <a:pt x="1190523" y="3514858"/>
                    <a:pt x="1211081" y="3517587"/>
                  </a:cubicBezTo>
                  <a:cubicBezTo>
                    <a:pt x="1295069" y="3528739"/>
                    <a:pt x="1359921" y="3571926"/>
                    <a:pt x="1386661" y="3661202"/>
                  </a:cubicBezTo>
                  <a:cubicBezTo>
                    <a:pt x="1425132" y="3789650"/>
                    <a:pt x="1424413" y="3911034"/>
                    <a:pt x="1348794" y="4028356"/>
                  </a:cubicBezTo>
                  <a:cubicBezTo>
                    <a:pt x="1314166" y="4082080"/>
                    <a:pt x="1204218" y="4112768"/>
                    <a:pt x="1154268" y="4104400"/>
                  </a:cubicBezTo>
                  <a:cubicBezTo>
                    <a:pt x="1017826" y="4081549"/>
                    <a:pt x="956404" y="3959664"/>
                    <a:pt x="962857" y="3833766"/>
                  </a:cubicBezTo>
                  <a:cubicBezTo>
                    <a:pt x="961143" y="3752399"/>
                    <a:pt x="962039" y="3677148"/>
                    <a:pt x="1009102" y="3609446"/>
                  </a:cubicBezTo>
                  <a:cubicBezTo>
                    <a:pt x="1046607" y="3555493"/>
                    <a:pt x="1095211" y="3524658"/>
                    <a:pt x="1151861" y="3517218"/>
                  </a:cubicBezTo>
                  <a:close/>
                  <a:moveTo>
                    <a:pt x="456344" y="3516848"/>
                  </a:moveTo>
                  <a:cubicBezTo>
                    <a:pt x="547539" y="3516858"/>
                    <a:pt x="620919" y="3557900"/>
                    <a:pt x="652432" y="3646894"/>
                  </a:cubicBezTo>
                  <a:cubicBezTo>
                    <a:pt x="696769" y="3772106"/>
                    <a:pt x="700131" y="3896722"/>
                    <a:pt x="627755" y="4016363"/>
                  </a:cubicBezTo>
                  <a:cubicBezTo>
                    <a:pt x="557191" y="4133008"/>
                    <a:pt x="351543" y="4138808"/>
                    <a:pt x="275465" y="4005126"/>
                  </a:cubicBezTo>
                  <a:cubicBezTo>
                    <a:pt x="215946" y="3886018"/>
                    <a:pt x="214441" y="3766797"/>
                    <a:pt x="260259" y="3647327"/>
                  </a:cubicBezTo>
                  <a:cubicBezTo>
                    <a:pt x="294114" y="3559047"/>
                    <a:pt x="364984" y="3516836"/>
                    <a:pt x="456344" y="3516848"/>
                  </a:cubicBezTo>
                  <a:close/>
                  <a:moveTo>
                    <a:pt x="2632001" y="3516764"/>
                  </a:moveTo>
                  <a:cubicBezTo>
                    <a:pt x="2742615" y="3509430"/>
                    <a:pt x="2802588" y="3561308"/>
                    <a:pt x="2834957" y="3637629"/>
                  </a:cubicBezTo>
                  <a:cubicBezTo>
                    <a:pt x="2884124" y="3753554"/>
                    <a:pt x="2888087" y="3877422"/>
                    <a:pt x="2826444" y="3991810"/>
                  </a:cubicBezTo>
                  <a:cubicBezTo>
                    <a:pt x="2805703" y="4030300"/>
                    <a:pt x="2761325" y="4056049"/>
                    <a:pt x="2723958" y="4088057"/>
                  </a:cubicBezTo>
                  <a:cubicBezTo>
                    <a:pt x="2598653" y="4142533"/>
                    <a:pt x="2454800" y="4068887"/>
                    <a:pt x="2426032" y="3918470"/>
                  </a:cubicBezTo>
                  <a:cubicBezTo>
                    <a:pt x="2409146" y="3830185"/>
                    <a:pt x="2411219" y="3743240"/>
                    <a:pt x="2442643" y="3656346"/>
                  </a:cubicBezTo>
                  <a:cubicBezTo>
                    <a:pt x="2477532" y="3559875"/>
                    <a:pt x="2551386" y="3522110"/>
                    <a:pt x="2632001" y="3516764"/>
                  </a:cubicBezTo>
                  <a:close/>
                  <a:moveTo>
                    <a:pt x="1933365" y="3516605"/>
                  </a:moveTo>
                  <a:cubicBezTo>
                    <a:pt x="2022295" y="3524694"/>
                    <a:pt x="2088757" y="3571263"/>
                    <a:pt x="2114837" y="3658710"/>
                  </a:cubicBezTo>
                  <a:cubicBezTo>
                    <a:pt x="2150333" y="3777737"/>
                    <a:pt x="2149517" y="3896740"/>
                    <a:pt x="2091155" y="4013724"/>
                  </a:cubicBezTo>
                  <a:cubicBezTo>
                    <a:pt x="1998098" y="4133089"/>
                    <a:pt x="1859343" y="4128852"/>
                    <a:pt x="1778206" y="4056802"/>
                  </a:cubicBezTo>
                  <a:cubicBezTo>
                    <a:pt x="1740402" y="4023231"/>
                    <a:pt x="1713292" y="3968096"/>
                    <a:pt x="1700557" y="3917861"/>
                  </a:cubicBezTo>
                  <a:cubicBezTo>
                    <a:pt x="1676368" y="3822453"/>
                    <a:pt x="1679152" y="3724316"/>
                    <a:pt x="1724239" y="3632891"/>
                  </a:cubicBezTo>
                  <a:cubicBezTo>
                    <a:pt x="1766551" y="3547094"/>
                    <a:pt x="1845203" y="3508585"/>
                    <a:pt x="1933365" y="3516605"/>
                  </a:cubicBezTo>
                  <a:close/>
                  <a:moveTo>
                    <a:pt x="2653207" y="2635088"/>
                  </a:moveTo>
                  <a:cubicBezTo>
                    <a:pt x="2597251" y="2625326"/>
                    <a:pt x="2535593" y="2666976"/>
                    <a:pt x="2512767" y="2731358"/>
                  </a:cubicBezTo>
                  <a:cubicBezTo>
                    <a:pt x="2481678" y="2819049"/>
                    <a:pt x="2478899" y="2909882"/>
                    <a:pt x="2513752" y="2995814"/>
                  </a:cubicBezTo>
                  <a:cubicBezTo>
                    <a:pt x="2531583" y="3039779"/>
                    <a:pt x="2564950" y="3080468"/>
                    <a:pt x="2622025" y="3084558"/>
                  </a:cubicBezTo>
                  <a:cubicBezTo>
                    <a:pt x="2685922" y="3089134"/>
                    <a:pt x="2733450" y="3069823"/>
                    <a:pt x="2764164" y="3007549"/>
                  </a:cubicBezTo>
                  <a:cubicBezTo>
                    <a:pt x="2799810" y="2935276"/>
                    <a:pt x="2790830" y="2861055"/>
                    <a:pt x="2782359" y="2779883"/>
                  </a:cubicBezTo>
                  <a:cubicBezTo>
                    <a:pt x="2782098" y="2776776"/>
                    <a:pt x="2781975" y="2773650"/>
                    <a:pt x="2781556" y="2770563"/>
                  </a:cubicBezTo>
                  <a:cubicBezTo>
                    <a:pt x="2770621" y="2689935"/>
                    <a:pt x="2717328" y="2646272"/>
                    <a:pt x="2653207" y="2635088"/>
                  </a:cubicBezTo>
                  <a:close/>
                  <a:moveTo>
                    <a:pt x="462059" y="2634817"/>
                  </a:moveTo>
                  <a:cubicBezTo>
                    <a:pt x="406199" y="2632736"/>
                    <a:pt x="329393" y="2672016"/>
                    <a:pt x="317905" y="2762001"/>
                  </a:cubicBezTo>
                  <a:cubicBezTo>
                    <a:pt x="309111" y="2830882"/>
                    <a:pt x="304225" y="2904468"/>
                    <a:pt x="319014" y="2971216"/>
                  </a:cubicBezTo>
                  <a:cubicBezTo>
                    <a:pt x="344568" y="3086551"/>
                    <a:pt x="457374" y="3119033"/>
                    <a:pt x="541888" y="3055882"/>
                  </a:cubicBezTo>
                  <a:cubicBezTo>
                    <a:pt x="585181" y="3023534"/>
                    <a:pt x="592272" y="2972347"/>
                    <a:pt x="606224" y="2916004"/>
                  </a:cubicBezTo>
                  <a:cubicBezTo>
                    <a:pt x="603243" y="2868520"/>
                    <a:pt x="602455" y="2820775"/>
                    <a:pt x="596786" y="2773617"/>
                  </a:cubicBezTo>
                  <a:cubicBezTo>
                    <a:pt x="587570" y="2696968"/>
                    <a:pt x="528937" y="2637304"/>
                    <a:pt x="462059" y="2634817"/>
                  </a:cubicBezTo>
                  <a:close/>
                  <a:moveTo>
                    <a:pt x="1179483" y="2634427"/>
                  </a:moveTo>
                  <a:cubicBezTo>
                    <a:pt x="1126884" y="2634827"/>
                    <a:pt x="1084403" y="2665288"/>
                    <a:pt x="1060209" y="2721528"/>
                  </a:cubicBezTo>
                  <a:cubicBezTo>
                    <a:pt x="1026328" y="2800283"/>
                    <a:pt x="1028422" y="2883802"/>
                    <a:pt x="1047976" y="2965275"/>
                  </a:cubicBezTo>
                  <a:cubicBezTo>
                    <a:pt x="1069578" y="3055280"/>
                    <a:pt x="1125090" y="3091491"/>
                    <a:pt x="1205597" y="3084927"/>
                  </a:cubicBezTo>
                  <a:cubicBezTo>
                    <a:pt x="1256382" y="3080786"/>
                    <a:pt x="1314118" y="3028418"/>
                    <a:pt x="1325141" y="2956912"/>
                  </a:cubicBezTo>
                  <a:cubicBezTo>
                    <a:pt x="1333843" y="2900466"/>
                    <a:pt x="1331235" y="2841546"/>
                    <a:pt x="1327530" y="2784121"/>
                  </a:cubicBezTo>
                  <a:cubicBezTo>
                    <a:pt x="1323719" y="2725040"/>
                    <a:pt x="1294973" y="2677433"/>
                    <a:pt x="1235152" y="2644206"/>
                  </a:cubicBezTo>
                  <a:cubicBezTo>
                    <a:pt x="1215673" y="2637501"/>
                    <a:pt x="1197016" y="2634294"/>
                    <a:pt x="1179483" y="2634427"/>
                  </a:cubicBezTo>
                  <a:close/>
                  <a:moveTo>
                    <a:pt x="1925234" y="2633279"/>
                  </a:moveTo>
                  <a:cubicBezTo>
                    <a:pt x="1901481" y="2631503"/>
                    <a:pt x="1876811" y="2637530"/>
                    <a:pt x="1852457" y="2649945"/>
                  </a:cubicBezTo>
                  <a:cubicBezTo>
                    <a:pt x="1800547" y="2676407"/>
                    <a:pt x="1775899" y="2724504"/>
                    <a:pt x="1770255" y="2778940"/>
                  </a:cubicBezTo>
                  <a:cubicBezTo>
                    <a:pt x="1764806" y="2831501"/>
                    <a:pt x="1765513" y="2885368"/>
                    <a:pt x="1769960" y="2938119"/>
                  </a:cubicBezTo>
                  <a:cubicBezTo>
                    <a:pt x="1775627" y="3005364"/>
                    <a:pt x="1822564" y="3077386"/>
                    <a:pt x="1891575" y="3084568"/>
                  </a:cubicBezTo>
                  <a:cubicBezTo>
                    <a:pt x="1974793" y="3093229"/>
                    <a:pt x="2034079" y="3050296"/>
                    <a:pt x="2045826" y="2984079"/>
                  </a:cubicBezTo>
                  <a:cubicBezTo>
                    <a:pt x="2059477" y="2907127"/>
                    <a:pt x="2049623" y="2826005"/>
                    <a:pt x="2047362" y="2739385"/>
                  </a:cubicBezTo>
                  <a:cubicBezTo>
                    <a:pt x="2029349" y="2713766"/>
                    <a:pt x="2015120" y="2683988"/>
                    <a:pt x="1992504" y="2663433"/>
                  </a:cubicBezTo>
                  <a:cubicBezTo>
                    <a:pt x="1971821" y="2644635"/>
                    <a:pt x="1948986" y="2635056"/>
                    <a:pt x="1925234" y="2633279"/>
                  </a:cubicBezTo>
                  <a:close/>
                  <a:moveTo>
                    <a:pt x="731556" y="2581083"/>
                  </a:moveTo>
                  <a:cubicBezTo>
                    <a:pt x="777952" y="2581083"/>
                    <a:pt x="825400" y="2581083"/>
                    <a:pt x="878492" y="2581083"/>
                  </a:cubicBezTo>
                  <a:cubicBezTo>
                    <a:pt x="878492" y="2606602"/>
                    <a:pt x="878492" y="2632506"/>
                    <a:pt x="878492" y="2663050"/>
                  </a:cubicBezTo>
                  <a:cubicBezTo>
                    <a:pt x="878492" y="2823275"/>
                    <a:pt x="878492" y="2978858"/>
                    <a:pt x="878492" y="3137583"/>
                  </a:cubicBezTo>
                  <a:cubicBezTo>
                    <a:pt x="857225" y="3137583"/>
                    <a:pt x="837948" y="3137583"/>
                    <a:pt x="814826" y="3137583"/>
                  </a:cubicBezTo>
                  <a:cubicBezTo>
                    <a:pt x="814826" y="2976072"/>
                    <a:pt x="814826" y="2813236"/>
                    <a:pt x="814826" y="2646132"/>
                  </a:cubicBezTo>
                  <a:cubicBezTo>
                    <a:pt x="785693" y="2646132"/>
                    <a:pt x="760148" y="2646132"/>
                    <a:pt x="731556" y="2646132"/>
                  </a:cubicBezTo>
                  <a:cubicBezTo>
                    <a:pt x="731556" y="2622598"/>
                    <a:pt x="731556" y="2603272"/>
                    <a:pt x="731556" y="2581083"/>
                  </a:cubicBezTo>
                  <a:close/>
                  <a:moveTo>
                    <a:pt x="0" y="2580778"/>
                  </a:moveTo>
                  <a:cubicBezTo>
                    <a:pt x="50606" y="2580778"/>
                    <a:pt x="101154" y="2580778"/>
                    <a:pt x="154200" y="2580778"/>
                  </a:cubicBezTo>
                  <a:cubicBezTo>
                    <a:pt x="154200" y="2766081"/>
                    <a:pt x="154200" y="2950612"/>
                    <a:pt x="154200" y="3137946"/>
                  </a:cubicBezTo>
                  <a:cubicBezTo>
                    <a:pt x="131711" y="3137946"/>
                    <a:pt x="109300" y="3137946"/>
                    <a:pt x="81674" y="3137946"/>
                  </a:cubicBezTo>
                  <a:cubicBezTo>
                    <a:pt x="81674" y="3018672"/>
                    <a:pt x="81674" y="2899274"/>
                    <a:pt x="81674" y="2775206"/>
                  </a:cubicBezTo>
                  <a:cubicBezTo>
                    <a:pt x="81674" y="2730253"/>
                    <a:pt x="81674" y="2689970"/>
                    <a:pt x="81674" y="2645446"/>
                  </a:cubicBezTo>
                  <a:cubicBezTo>
                    <a:pt x="53782" y="2645446"/>
                    <a:pt x="28221" y="2645446"/>
                    <a:pt x="0" y="2645446"/>
                  </a:cubicBezTo>
                  <a:cubicBezTo>
                    <a:pt x="0" y="2622006"/>
                    <a:pt x="0" y="2602702"/>
                    <a:pt x="0" y="2580778"/>
                  </a:cubicBezTo>
                  <a:close/>
                  <a:moveTo>
                    <a:pt x="2184129" y="2580682"/>
                  </a:moveTo>
                  <a:cubicBezTo>
                    <a:pt x="2235069" y="2580682"/>
                    <a:pt x="2285623" y="2580682"/>
                    <a:pt x="2338550" y="2580682"/>
                  </a:cubicBezTo>
                  <a:cubicBezTo>
                    <a:pt x="2338550" y="2766382"/>
                    <a:pt x="2338550" y="2950967"/>
                    <a:pt x="2338550" y="3138145"/>
                  </a:cubicBezTo>
                  <a:cubicBezTo>
                    <a:pt x="2315543" y="3138145"/>
                    <a:pt x="2293133" y="3138145"/>
                    <a:pt x="2265901" y="3138145"/>
                  </a:cubicBezTo>
                  <a:cubicBezTo>
                    <a:pt x="2265901" y="3039947"/>
                    <a:pt x="2265901" y="2942268"/>
                    <a:pt x="2265900" y="2844589"/>
                  </a:cubicBezTo>
                  <a:cubicBezTo>
                    <a:pt x="2265900" y="2788505"/>
                    <a:pt x="2267203" y="2732367"/>
                    <a:pt x="2264791" y="2676388"/>
                  </a:cubicBezTo>
                  <a:cubicBezTo>
                    <a:pt x="2264311" y="2665247"/>
                    <a:pt x="2249607" y="2654718"/>
                    <a:pt x="2237053" y="2643902"/>
                  </a:cubicBezTo>
                  <a:cubicBezTo>
                    <a:pt x="2217327" y="2643895"/>
                    <a:pt x="2202012" y="2643895"/>
                    <a:pt x="2184129" y="2643895"/>
                  </a:cubicBezTo>
                  <a:cubicBezTo>
                    <a:pt x="2184129" y="2621749"/>
                    <a:pt x="2184129" y="2602439"/>
                    <a:pt x="2184129" y="2580682"/>
                  </a:cubicBezTo>
                  <a:close/>
                  <a:moveTo>
                    <a:pt x="1452430" y="2578391"/>
                  </a:moveTo>
                  <a:cubicBezTo>
                    <a:pt x="1500637" y="2578391"/>
                    <a:pt x="1547018" y="2578391"/>
                    <a:pt x="1597879" y="2578809"/>
                  </a:cubicBezTo>
                  <a:cubicBezTo>
                    <a:pt x="1604641" y="2583006"/>
                    <a:pt x="1608914" y="2586783"/>
                    <a:pt x="1608919" y="2590569"/>
                  </a:cubicBezTo>
                  <a:cubicBezTo>
                    <a:pt x="1609247" y="2772466"/>
                    <a:pt x="1609206" y="2954367"/>
                    <a:pt x="1609206" y="3138490"/>
                  </a:cubicBezTo>
                  <a:cubicBezTo>
                    <a:pt x="1583700" y="3138490"/>
                    <a:pt x="1561302" y="3138490"/>
                    <a:pt x="1535011" y="3138490"/>
                  </a:cubicBezTo>
                  <a:cubicBezTo>
                    <a:pt x="1535011" y="2974121"/>
                    <a:pt x="1535011" y="2811298"/>
                    <a:pt x="1535011" y="2644308"/>
                  </a:cubicBezTo>
                  <a:cubicBezTo>
                    <a:pt x="1505667" y="2644308"/>
                    <a:pt x="1480051" y="2644308"/>
                    <a:pt x="1452430" y="2644308"/>
                  </a:cubicBezTo>
                  <a:cubicBezTo>
                    <a:pt x="1452430" y="2620816"/>
                    <a:pt x="1452430" y="2601533"/>
                    <a:pt x="1452430" y="2578391"/>
                  </a:cubicBezTo>
                  <a:close/>
                  <a:moveTo>
                    <a:pt x="2620216" y="2569038"/>
                  </a:moveTo>
                  <a:cubicBezTo>
                    <a:pt x="2634619" y="2567947"/>
                    <a:pt x="2649897" y="2568053"/>
                    <a:pt x="2666087" y="2569455"/>
                  </a:cubicBezTo>
                  <a:cubicBezTo>
                    <a:pt x="2765106" y="2578033"/>
                    <a:pt x="2831071" y="2642783"/>
                    <a:pt x="2856259" y="2743840"/>
                  </a:cubicBezTo>
                  <a:cubicBezTo>
                    <a:pt x="2860289" y="2760011"/>
                    <a:pt x="2862666" y="2776594"/>
                    <a:pt x="2865828" y="2797339"/>
                  </a:cubicBezTo>
                  <a:cubicBezTo>
                    <a:pt x="2859632" y="2868711"/>
                    <a:pt x="2862049" y="2937949"/>
                    <a:pt x="2845533" y="3002329"/>
                  </a:cubicBezTo>
                  <a:cubicBezTo>
                    <a:pt x="2801189" y="3175172"/>
                    <a:pt x="2598300" y="3188509"/>
                    <a:pt x="2502572" y="3105613"/>
                  </a:cubicBezTo>
                  <a:cubicBezTo>
                    <a:pt x="2464650" y="3072774"/>
                    <a:pt x="2441319" y="3015099"/>
                    <a:pt x="2427460" y="2964332"/>
                  </a:cubicBezTo>
                  <a:cubicBezTo>
                    <a:pt x="2406795" y="2888628"/>
                    <a:pt x="2410548" y="2809955"/>
                    <a:pt x="2434076" y="2732793"/>
                  </a:cubicBezTo>
                  <a:cubicBezTo>
                    <a:pt x="2461493" y="2642875"/>
                    <a:pt x="2519399" y="2576669"/>
                    <a:pt x="2620216" y="2569038"/>
                  </a:cubicBezTo>
                  <a:close/>
                  <a:moveTo>
                    <a:pt x="1926131" y="2567783"/>
                  </a:moveTo>
                  <a:cubicBezTo>
                    <a:pt x="1995065" y="2571089"/>
                    <a:pt x="2062337" y="2603299"/>
                    <a:pt x="2092091" y="2662911"/>
                  </a:cubicBezTo>
                  <a:cubicBezTo>
                    <a:pt x="2156721" y="2792395"/>
                    <a:pt x="2162451" y="2927745"/>
                    <a:pt x="2092050" y="3054145"/>
                  </a:cubicBezTo>
                  <a:cubicBezTo>
                    <a:pt x="2023009" y="3178102"/>
                    <a:pt x="1861658" y="3191116"/>
                    <a:pt x="1761584" y="3091046"/>
                  </a:cubicBezTo>
                  <a:cubicBezTo>
                    <a:pt x="1752761" y="3082223"/>
                    <a:pt x="1743914" y="3073425"/>
                    <a:pt x="1733481" y="3061487"/>
                  </a:cubicBezTo>
                  <a:cubicBezTo>
                    <a:pt x="1670021" y="2917910"/>
                    <a:pt x="1663478" y="2779490"/>
                    <a:pt x="1750197" y="2646081"/>
                  </a:cubicBezTo>
                  <a:cubicBezTo>
                    <a:pt x="1786601" y="2590077"/>
                    <a:pt x="1857197" y="2564478"/>
                    <a:pt x="1926131" y="2567783"/>
                  </a:cubicBezTo>
                  <a:close/>
                  <a:moveTo>
                    <a:pt x="1201231" y="2567435"/>
                  </a:moveTo>
                  <a:cubicBezTo>
                    <a:pt x="1268176" y="2570040"/>
                    <a:pt x="1356337" y="2620958"/>
                    <a:pt x="1386481" y="2712732"/>
                  </a:cubicBezTo>
                  <a:cubicBezTo>
                    <a:pt x="1423482" y="2825391"/>
                    <a:pt x="1423009" y="2935389"/>
                    <a:pt x="1371981" y="3040863"/>
                  </a:cubicBezTo>
                  <a:cubicBezTo>
                    <a:pt x="1354434" y="3077131"/>
                    <a:pt x="1314493" y="3102561"/>
                    <a:pt x="1282103" y="3135560"/>
                  </a:cubicBezTo>
                  <a:cubicBezTo>
                    <a:pt x="1188139" y="3159013"/>
                    <a:pt x="1095767" y="3170094"/>
                    <a:pt x="1029352" y="3087138"/>
                  </a:cubicBezTo>
                  <a:cubicBezTo>
                    <a:pt x="998514" y="3048618"/>
                    <a:pt x="970006" y="2997599"/>
                    <a:pt x="966432" y="2950283"/>
                  </a:cubicBezTo>
                  <a:cubicBezTo>
                    <a:pt x="960500" y="2871764"/>
                    <a:pt x="966531" y="2789590"/>
                    <a:pt x="984147" y="2712769"/>
                  </a:cubicBezTo>
                  <a:cubicBezTo>
                    <a:pt x="1004204" y="2625308"/>
                    <a:pt x="1092832" y="2563219"/>
                    <a:pt x="1201231" y="2567435"/>
                  </a:cubicBezTo>
                  <a:close/>
                  <a:moveTo>
                    <a:pt x="477264" y="2566479"/>
                  </a:moveTo>
                  <a:cubicBezTo>
                    <a:pt x="531953" y="2571505"/>
                    <a:pt x="584046" y="2597841"/>
                    <a:pt x="618766" y="2644988"/>
                  </a:cubicBezTo>
                  <a:cubicBezTo>
                    <a:pt x="650505" y="2688087"/>
                    <a:pt x="673066" y="2745436"/>
                    <a:pt x="678818" y="2798549"/>
                  </a:cubicBezTo>
                  <a:cubicBezTo>
                    <a:pt x="689344" y="2895758"/>
                    <a:pt x="688562" y="2996932"/>
                    <a:pt x="617686" y="3076912"/>
                  </a:cubicBezTo>
                  <a:cubicBezTo>
                    <a:pt x="593087" y="3104669"/>
                    <a:pt x="558784" y="3133005"/>
                    <a:pt x="524226" y="3141126"/>
                  </a:cubicBezTo>
                  <a:cubicBezTo>
                    <a:pt x="393649" y="3171809"/>
                    <a:pt x="294709" y="3141313"/>
                    <a:pt x="246867" y="2992205"/>
                  </a:cubicBezTo>
                  <a:cubicBezTo>
                    <a:pt x="227255" y="2899490"/>
                    <a:pt x="221254" y="2809948"/>
                    <a:pt x="250595" y="2721254"/>
                  </a:cubicBezTo>
                  <a:cubicBezTo>
                    <a:pt x="287755" y="2608923"/>
                    <a:pt x="386115" y="2558103"/>
                    <a:pt x="477264" y="2566479"/>
                  </a:cubicBezTo>
                  <a:close/>
                  <a:moveTo>
                    <a:pt x="3347767" y="821590"/>
                  </a:moveTo>
                  <a:lnTo>
                    <a:pt x="3775458" y="821590"/>
                  </a:lnTo>
                  <a:lnTo>
                    <a:pt x="3774704" y="5043820"/>
                  </a:lnTo>
                  <a:cubicBezTo>
                    <a:pt x="3774694" y="5071617"/>
                    <a:pt x="3780164" y="5091873"/>
                    <a:pt x="3808199" y="5102297"/>
                  </a:cubicBezTo>
                  <a:cubicBezTo>
                    <a:pt x="3814929" y="5104798"/>
                    <a:pt x="3819892" y="5112253"/>
                    <a:pt x="3825458" y="5117637"/>
                  </a:cubicBezTo>
                  <a:cubicBezTo>
                    <a:pt x="3922813" y="5211747"/>
                    <a:pt x="4019710" y="5306334"/>
                    <a:pt x="4117572" y="5399910"/>
                  </a:cubicBezTo>
                  <a:cubicBezTo>
                    <a:pt x="4237665" y="5514743"/>
                    <a:pt x="4358427" y="5628870"/>
                    <a:pt x="4479150" y="5743036"/>
                  </a:cubicBezTo>
                  <a:cubicBezTo>
                    <a:pt x="4587397" y="5845403"/>
                    <a:pt x="4695816" y="5947579"/>
                    <a:pt x="4804464" y="6049507"/>
                  </a:cubicBezTo>
                  <a:cubicBezTo>
                    <a:pt x="4898297" y="6137537"/>
                    <a:pt x="4991901" y="6225843"/>
                    <a:pt x="5087415" y="6312011"/>
                  </a:cubicBezTo>
                  <a:cubicBezTo>
                    <a:pt x="5100063" y="6323418"/>
                    <a:pt x="5123392" y="6327351"/>
                    <a:pt x="5141796" y="6327389"/>
                  </a:cubicBezTo>
                  <a:cubicBezTo>
                    <a:pt x="5533929" y="6328229"/>
                    <a:pt x="5926072" y="6328029"/>
                    <a:pt x="6318215" y="6328029"/>
                  </a:cubicBezTo>
                  <a:cubicBezTo>
                    <a:pt x="6857217" y="6328029"/>
                    <a:pt x="7396219" y="6328029"/>
                    <a:pt x="7935211" y="6328029"/>
                  </a:cubicBezTo>
                  <a:cubicBezTo>
                    <a:pt x="7952355" y="6328029"/>
                    <a:pt x="7969499" y="6328029"/>
                    <a:pt x="7990127" y="6328029"/>
                  </a:cubicBezTo>
                  <a:cubicBezTo>
                    <a:pt x="7990127" y="6470401"/>
                    <a:pt x="7990127" y="6611619"/>
                    <a:pt x="7990127" y="6759251"/>
                  </a:cubicBezTo>
                  <a:cubicBezTo>
                    <a:pt x="7976963" y="6759251"/>
                    <a:pt x="7962073" y="6759251"/>
                    <a:pt x="7947181" y="6759251"/>
                  </a:cubicBezTo>
                  <a:cubicBezTo>
                    <a:pt x="6951985" y="6759251"/>
                    <a:pt x="5956790" y="6759385"/>
                    <a:pt x="4961594" y="6758287"/>
                  </a:cubicBezTo>
                  <a:cubicBezTo>
                    <a:pt x="4941147" y="6758268"/>
                    <a:pt x="4915775" y="6749171"/>
                    <a:pt x="4901027" y="6735387"/>
                  </a:cubicBezTo>
                  <a:cubicBezTo>
                    <a:pt x="4765938" y="6609175"/>
                    <a:pt x="4632891" y="6480787"/>
                    <a:pt x="4498852" y="6353439"/>
                  </a:cubicBezTo>
                  <a:cubicBezTo>
                    <a:pt x="4385193" y="6245440"/>
                    <a:pt x="4270979" y="6138023"/>
                    <a:pt x="4157072" y="6030282"/>
                  </a:cubicBezTo>
                  <a:cubicBezTo>
                    <a:pt x="4039766" y="5919315"/>
                    <a:pt x="3922546" y="5808261"/>
                    <a:pt x="3805288" y="5697255"/>
                  </a:cubicBezTo>
                  <a:cubicBezTo>
                    <a:pt x="3688020" y="5586240"/>
                    <a:pt x="3570819" y="5475167"/>
                    <a:pt x="3453351" y="5364381"/>
                  </a:cubicBezTo>
                  <a:cubicBezTo>
                    <a:pt x="3444588" y="5356105"/>
                    <a:pt x="3433286" y="5350578"/>
                    <a:pt x="3424227" y="5342560"/>
                  </a:cubicBezTo>
                  <a:cubicBezTo>
                    <a:pt x="3377845" y="5301523"/>
                    <a:pt x="3341505" y="5263188"/>
                    <a:pt x="3341648" y="5188484"/>
                  </a:cubicBezTo>
                  <a:close/>
                  <a:moveTo>
                    <a:pt x="4165729" y="0"/>
                  </a:moveTo>
                  <a:lnTo>
                    <a:pt x="7932175" y="334"/>
                  </a:lnTo>
                  <a:cubicBezTo>
                    <a:pt x="7950723" y="334"/>
                    <a:pt x="7969260" y="334"/>
                    <a:pt x="7990709" y="334"/>
                  </a:cubicBezTo>
                  <a:cubicBezTo>
                    <a:pt x="7990709" y="143881"/>
                    <a:pt x="7990709" y="285070"/>
                    <a:pt x="7990709" y="431595"/>
                  </a:cubicBezTo>
                  <a:lnTo>
                    <a:pt x="4165729" y="427643"/>
                  </a:ln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114" name="Group 113">
            <a:extLst>
              <a:ext uri="{FF2B5EF4-FFF2-40B4-BE49-F238E27FC236}">
                <a16:creationId xmlns:a16="http://schemas.microsoft.com/office/drawing/2014/main" id="{5A5DCED7-3168-931C-1DC1-5B90AC094348}"/>
              </a:ext>
              <a:ext uri="{C183D7F6-B498-43B3-948B-1728B52AA6E4}">
                <adec:decorative xmlns:adec="http://schemas.microsoft.com/office/drawing/2017/decorative" val="1"/>
              </a:ext>
            </a:extLst>
          </p:cNvPr>
          <p:cNvGrpSpPr>
            <a:grpSpLocks noChangeAspect="1"/>
          </p:cNvGrpSpPr>
          <p:nvPr/>
        </p:nvGrpSpPr>
        <p:grpSpPr>
          <a:xfrm>
            <a:off x="7088674" y="1517247"/>
            <a:ext cx="460234" cy="457200"/>
            <a:chOff x="7088674" y="1517247"/>
            <a:chExt cx="460234" cy="457200"/>
          </a:xfrm>
          <a:solidFill>
            <a:srgbClr val="FF0000"/>
          </a:solidFill>
        </p:grpSpPr>
        <p:sp>
          <p:nvSpPr>
            <p:cNvPr id="852" name="Freeform: Shape 851">
              <a:extLst>
                <a:ext uri="{FF2B5EF4-FFF2-40B4-BE49-F238E27FC236}">
                  <a16:creationId xmlns:a16="http://schemas.microsoft.com/office/drawing/2014/main" id="{98296B54-0FD1-4536-830F-17751B1DA623}"/>
                </a:ext>
                <a:ext uri="{C183D7F6-B498-43B3-948B-1728B52AA6E4}">
                  <adec:decorative xmlns:adec="http://schemas.microsoft.com/office/drawing/2017/decorative" val="1"/>
                </a:ext>
              </a:extLst>
            </p:cNvPr>
            <p:cNvSpPr/>
            <p:nvPr/>
          </p:nvSpPr>
          <p:spPr>
            <a:xfrm>
              <a:off x="7088674" y="1574064"/>
              <a:ext cx="404093" cy="400383"/>
            </a:xfrm>
            <a:custGeom>
              <a:avLst/>
              <a:gdLst>
                <a:gd name="connsiteX0" fmla="*/ 0 w 6061400"/>
                <a:gd name="connsiteY0" fmla="*/ 5366837 h 6005747"/>
                <a:gd name="connsiteX1" fmla="*/ 638910 w 6061400"/>
                <a:gd name="connsiteY1" fmla="*/ 5366837 h 6005747"/>
                <a:gd name="connsiteX2" fmla="*/ 638910 w 6061400"/>
                <a:gd name="connsiteY2" fmla="*/ 6005747 h 6005747"/>
                <a:gd name="connsiteX3" fmla="*/ 0 w 6061400"/>
                <a:gd name="connsiteY3" fmla="*/ 6005747 h 6005747"/>
                <a:gd name="connsiteX4" fmla="*/ 950118 w 6061400"/>
                <a:gd name="connsiteY4" fmla="*/ 4898297 h 6005747"/>
                <a:gd name="connsiteX5" fmla="*/ 1376052 w 6061400"/>
                <a:gd name="connsiteY5" fmla="*/ 4898297 h 6005747"/>
                <a:gd name="connsiteX6" fmla="*/ 1376052 w 6061400"/>
                <a:gd name="connsiteY6" fmla="*/ 5111273 h 6005747"/>
                <a:gd name="connsiteX7" fmla="*/ 950118 w 6061400"/>
                <a:gd name="connsiteY7" fmla="*/ 5111273 h 6005747"/>
                <a:gd name="connsiteX8" fmla="*/ 950118 w 6061400"/>
                <a:gd name="connsiteY8" fmla="*/ 4578844 h 6005747"/>
                <a:gd name="connsiteX9" fmla="*/ 1376052 w 6061400"/>
                <a:gd name="connsiteY9" fmla="*/ 4578844 h 6005747"/>
                <a:gd name="connsiteX10" fmla="*/ 1376052 w 6061400"/>
                <a:gd name="connsiteY10" fmla="*/ 4791820 h 6005747"/>
                <a:gd name="connsiteX11" fmla="*/ 950118 w 6061400"/>
                <a:gd name="connsiteY11" fmla="*/ 4791820 h 6005747"/>
                <a:gd name="connsiteX12" fmla="*/ 5848424 w 6061400"/>
                <a:gd name="connsiteY12" fmla="*/ 4259390 h 6005747"/>
                <a:gd name="connsiteX13" fmla="*/ 6061400 w 6061400"/>
                <a:gd name="connsiteY13" fmla="*/ 4259390 h 6005747"/>
                <a:gd name="connsiteX14" fmla="*/ 6061400 w 6061400"/>
                <a:gd name="connsiteY14" fmla="*/ 4685324 h 6005747"/>
                <a:gd name="connsiteX15" fmla="*/ 5848424 w 6061400"/>
                <a:gd name="connsiteY15" fmla="*/ 4685324 h 6005747"/>
                <a:gd name="connsiteX16" fmla="*/ 2659204 w 6061400"/>
                <a:gd name="connsiteY16" fmla="*/ 1703757 h 6005747"/>
                <a:gd name="connsiteX17" fmla="*/ 2659204 w 6061400"/>
                <a:gd name="connsiteY17" fmla="*/ 3396869 h 6005747"/>
                <a:gd name="connsiteX18" fmla="*/ 4352318 w 6061400"/>
                <a:gd name="connsiteY18" fmla="*/ 3396869 h 6005747"/>
                <a:gd name="connsiteX19" fmla="*/ 4352318 w 6061400"/>
                <a:gd name="connsiteY19" fmla="*/ 3392367 h 6005747"/>
                <a:gd name="connsiteX20" fmla="*/ 4347733 w 6061400"/>
                <a:gd name="connsiteY20" fmla="*/ 3392367 h 6005747"/>
                <a:gd name="connsiteX21" fmla="*/ 4347733 w 6061400"/>
                <a:gd name="connsiteY21" fmla="*/ 3179396 h 6005747"/>
                <a:gd name="connsiteX22" fmla="*/ 4352318 w 6061400"/>
                <a:gd name="connsiteY22" fmla="*/ 3179396 h 6005747"/>
                <a:gd name="connsiteX23" fmla="*/ 4352318 w 6061400"/>
                <a:gd name="connsiteY23" fmla="*/ 2900780 h 6005747"/>
                <a:gd name="connsiteX24" fmla="*/ 4351302 w 6061400"/>
                <a:gd name="connsiteY24" fmla="*/ 2900780 h 6005747"/>
                <a:gd name="connsiteX25" fmla="*/ 4351302 w 6061400"/>
                <a:gd name="connsiteY25" fmla="*/ 2687808 h 6005747"/>
                <a:gd name="connsiteX26" fmla="*/ 4352318 w 6061400"/>
                <a:gd name="connsiteY26" fmla="*/ 2687808 h 6005747"/>
                <a:gd name="connsiteX27" fmla="*/ 4352318 w 6061400"/>
                <a:gd name="connsiteY27" fmla="*/ 2409196 h 6005747"/>
                <a:gd name="connsiteX28" fmla="*/ 4349598 w 6061400"/>
                <a:gd name="connsiteY28" fmla="*/ 2409196 h 6005747"/>
                <a:gd name="connsiteX29" fmla="*/ 4349598 w 6061400"/>
                <a:gd name="connsiteY29" fmla="*/ 2196225 h 6005747"/>
                <a:gd name="connsiteX30" fmla="*/ 4352318 w 6061400"/>
                <a:gd name="connsiteY30" fmla="*/ 2196225 h 6005747"/>
                <a:gd name="connsiteX31" fmla="*/ 4352318 w 6061400"/>
                <a:gd name="connsiteY31" fmla="*/ 1917599 h 6005747"/>
                <a:gd name="connsiteX32" fmla="*/ 4347843 w 6061400"/>
                <a:gd name="connsiteY32" fmla="*/ 1917599 h 6005747"/>
                <a:gd name="connsiteX33" fmla="*/ 4347843 w 6061400"/>
                <a:gd name="connsiteY33" fmla="*/ 1704627 h 6005747"/>
                <a:gd name="connsiteX34" fmla="*/ 4352318 w 6061400"/>
                <a:gd name="connsiteY34" fmla="*/ 1704627 h 6005747"/>
                <a:gd name="connsiteX35" fmla="*/ 4352318 w 6061400"/>
                <a:gd name="connsiteY35" fmla="*/ 1703757 h 6005747"/>
                <a:gd name="connsiteX36" fmla="*/ 2653879 w 6061400"/>
                <a:gd name="connsiteY36" fmla="*/ 1059521 h 6005747"/>
                <a:gd name="connsiteX37" fmla="*/ 2866851 w 6061400"/>
                <a:gd name="connsiteY37" fmla="*/ 1059521 h 6005747"/>
                <a:gd name="connsiteX38" fmla="*/ 2866851 w 6061400"/>
                <a:gd name="connsiteY38" fmla="*/ 1272493 h 6005747"/>
                <a:gd name="connsiteX39" fmla="*/ 3143709 w 6061400"/>
                <a:gd name="connsiteY39" fmla="*/ 1272493 h 6005747"/>
                <a:gd name="connsiteX40" fmla="*/ 3143709 w 6061400"/>
                <a:gd name="connsiteY40" fmla="*/ 1059521 h 6005747"/>
                <a:gd name="connsiteX41" fmla="*/ 3356681 w 6061400"/>
                <a:gd name="connsiteY41" fmla="*/ 1059521 h 6005747"/>
                <a:gd name="connsiteX42" fmla="*/ 3356681 w 6061400"/>
                <a:gd name="connsiteY42" fmla="*/ 1272493 h 6005747"/>
                <a:gd name="connsiteX43" fmla="*/ 3638867 w 6061400"/>
                <a:gd name="connsiteY43" fmla="*/ 1272493 h 6005747"/>
                <a:gd name="connsiteX44" fmla="*/ 3638867 w 6061400"/>
                <a:gd name="connsiteY44" fmla="*/ 1059521 h 6005747"/>
                <a:gd name="connsiteX45" fmla="*/ 3851839 w 6061400"/>
                <a:gd name="connsiteY45" fmla="*/ 1059521 h 6005747"/>
                <a:gd name="connsiteX46" fmla="*/ 3851839 w 6061400"/>
                <a:gd name="connsiteY46" fmla="*/ 1272493 h 6005747"/>
                <a:gd name="connsiteX47" fmla="*/ 4128697 w 6061400"/>
                <a:gd name="connsiteY47" fmla="*/ 1272493 h 6005747"/>
                <a:gd name="connsiteX48" fmla="*/ 4128697 w 6061400"/>
                <a:gd name="connsiteY48" fmla="*/ 1059521 h 6005747"/>
                <a:gd name="connsiteX49" fmla="*/ 4341669 w 6061400"/>
                <a:gd name="connsiteY49" fmla="*/ 1059521 h 6005747"/>
                <a:gd name="connsiteX50" fmla="*/ 4341669 w 6061400"/>
                <a:gd name="connsiteY50" fmla="*/ 1272493 h 6005747"/>
                <a:gd name="connsiteX51" fmla="*/ 4783586 w 6061400"/>
                <a:gd name="connsiteY51" fmla="*/ 1272493 h 6005747"/>
                <a:gd name="connsiteX52" fmla="*/ 4783586 w 6061400"/>
                <a:gd name="connsiteY52" fmla="*/ 1704627 h 6005747"/>
                <a:gd name="connsiteX53" fmla="*/ 4986755 w 6061400"/>
                <a:gd name="connsiteY53" fmla="*/ 1704627 h 6005747"/>
                <a:gd name="connsiteX54" fmla="*/ 4986755 w 6061400"/>
                <a:gd name="connsiteY54" fmla="*/ 1917599 h 6005747"/>
                <a:gd name="connsiteX55" fmla="*/ 4783586 w 6061400"/>
                <a:gd name="connsiteY55" fmla="*/ 1917599 h 6005747"/>
                <a:gd name="connsiteX56" fmla="*/ 4783586 w 6061400"/>
                <a:gd name="connsiteY56" fmla="*/ 2196225 h 6005747"/>
                <a:gd name="connsiteX57" fmla="*/ 4988510 w 6061400"/>
                <a:gd name="connsiteY57" fmla="*/ 2196225 h 6005747"/>
                <a:gd name="connsiteX58" fmla="*/ 4988510 w 6061400"/>
                <a:gd name="connsiteY58" fmla="*/ 2409196 h 6005747"/>
                <a:gd name="connsiteX59" fmla="*/ 4783586 w 6061400"/>
                <a:gd name="connsiteY59" fmla="*/ 2409196 h 6005747"/>
                <a:gd name="connsiteX60" fmla="*/ 4783586 w 6061400"/>
                <a:gd name="connsiteY60" fmla="*/ 2687808 h 6005747"/>
                <a:gd name="connsiteX61" fmla="*/ 4990214 w 6061400"/>
                <a:gd name="connsiteY61" fmla="*/ 2687808 h 6005747"/>
                <a:gd name="connsiteX62" fmla="*/ 4990214 w 6061400"/>
                <a:gd name="connsiteY62" fmla="*/ 2900780 h 6005747"/>
                <a:gd name="connsiteX63" fmla="*/ 4783586 w 6061400"/>
                <a:gd name="connsiteY63" fmla="*/ 2900780 h 6005747"/>
                <a:gd name="connsiteX64" fmla="*/ 4783586 w 6061400"/>
                <a:gd name="connsiteY64" fmla="*/ 3179396 h 6005747"/>
                <a:gd name="connsiteX65" fmla="*/ 4986645 w 6061400"/>
                <a:gd name="connsiteY65" fmla="*/ 3179396 h 6005747"/>
                <a:gd name="connsiteX66" fmla="*/ 4986645 w 6061400"/>
                <a:gd name="connsiteY66" fmla="*/ 3392367 h 6005747"/>
                <a:gd name="connsiteX67" fmla="*/ 4783586 w 6061400"/>
                <a:gd name="connsiteY67" fmla="*/ 3392367 h 6005747"/>
                <a:gd name="connsiteX68" fmla="*/ 4783586 w 6061400"/>
                <a:gd name="connsiteY68" fmla="*/ 3828136 h 6005747"/>
                <a:gd name="connsiteX69" fmla="*/ 4341669 w 6061400"/>
                <a:gd name="connsiteY69" fmla="*/ 3828136 h 6005747"/>
                <a:gd name="connsiteX70" fmla="*/ 4341669 w 6061400"/>
                <a:gd name="connsiteY70" fmla="*/ 4041103 h 6005747"/>
                <a:gd name="connsiteX71" fmla="*/ 4128697 w 6061400"/>
                <a:gd name="connsiteY71" fmla="*/ 4041103 h 6005747"/>
                <a:gd name="connsiteX72" fmla="*/ 4128697 w 6061400"/>
                <a:gd name="connsiteY72" fmla="*/ 3828136 h 6005747"/>
                <a:gd name="connsiteX73" fmla="*/ 3851839 w 6061400"/>
                <a:gd name="connsiteY73" fmla="*/ 3828136 h 6005747"/>
                <a:gd name="connsiteX74" fmla="*/ 3851839 w 6061400"/>
                <a:gd name="connsiteY74" fmla="*/ 4041103 h 6005747"/>
                <a:gd name="connsiteX75" fmla="*/ 3638867 w 6061400"/>
                <a:gd name="connsiteY75" fmla="*/ 4041103 h 6005747"/>
                <a:gd name="connsiteX76" fmla="*/ 3638867 w 6061400"/>
                <a:gd name="connsiteY76" fmla="*/ 3828136 h 6005747"/>
                <a:gd name="connsiteX77" fmla="*/ 3356681 w 6061400"/>
                <a:gd name="connsiteY77" fmla="*/ 3828136 h 6005747"/>
                <a:gd name="connsiteX78" fmla="*/ 3356681 w 6061400"/>
                <a:gd name="connsiteY78" fmla="*/ 4041103 h 6005747"/>
                <a:gd name="connsiteX79" fmla="*/ 3143709 w 6061400"/>
                <a:gd name="connsiteY79" fmla="*/ 4041103 h 6005747"/>
                <a:gd name="connsiteX80" fmla="*/ 3143709 w 6061400"/>
                <a:gd name="connsiteY80" fmla="*/ 3828136 h 6005747"/>
                <a:gd name="connsiteX81" fmla="*/ 2866851 w 6061400"/>
                <a:gd name="connsiteY81" fmla="*/ 3828136 h 6005747"/>
                <a:gd name="connsiteX82" fmla="*/ 2866851 w 6061400"/>
                <a:gd name="connsiteY82" fmla="*/ 4041103 h 6005747"/>
                <a:gd name="connsiteX83" fmla="*/ 2653879 w 6061400"/>
                <a:gd name="connsiteY83" fmla="*/ 4041103 h 6005747"/>
                <a:gd name="connsiteX84" fmla="*/ 2653879 w 6061400"/>
                <a:gd name="connsiteY84" fmla="*/ 3828136 h 6005747"/>
                <a:gd name="connsiteX85" fmla="*/ 2227940 w 6061400"/>
                <a:gd name="connsiteY85" fmla="*/ 3828136 h 6005747"/>
                <a:gd name="connsiteX86" fmla="*/ 2227940 w 6061400"/>
                <a:gd name="connsiteY86" fmla="*/ 3392367 h 6005747"/>
                <a:gd name="connsiteX87" fmla="*/ 2005059 w 6061400"/>
                <a:gd name="connsiteY87" fmla="*/ 3392367 h 6005747"/>
                <a:gd name="connsiteX88" fmla="*/ 2005059 w 6061400"/>
                <a:gd name="connsiteY88" fmla="*/ 3179396 h 6005747"/>
                <a:gd name="connsiteX89" fmla="*/ 2227940 w 6061400"/>
                <a:gd name="connsiteY89" fmla="*/ 3179396 h 6005747"/>
                <a:gd name="connsiteX90" fmla="*/ 2227940 w 6061400"/>
                <a:gd name="connsiteY90" fmla="*/ 2900780 h 6005747"/>
                <a:gd name="connsiteX91" fmla="*/ 2008628 w 6061400"/>
                <a:gd name="connsiteY91" fmla="*/ 2900780 h 6005747"/>
                <a:gd name="connsiteX92" fmla="*/ 2008628 w 6061400"/>
                <a:gd name="connsiteY92" fmla="*/ 2687808 h 6005747"/>
                <a:gd name="connsiteX93" fmla="*/ 2227940 w 6061400"/>
                <a:gd name="connsiteY93" fmla="*/ 2687808 h 6005747"/>
                <a:gd name="connsiteX94" fmla="*/ 2227940 w 6061400"/>
                <a:gd name="connsiteY94" fmla="*/ 2409196 h 6005747"/>
                <a:gd name="connsiteX95" fmla="*/ 2006924 w 6061400"/>
                <a:gd name="connsiteY95" fmla="*/ 2409196 h 6005747"/>
                <a:gd name="connsiteX96" fmla="*/ 2006924 w 6061400"/>
                <a:gd name="connsiteY96" fmla="*/ 2196225 h 6005747"/>
                <a:gd name="connsiteX97" fmla="*/ 2227940 w 6061400"/>
                <a:gd name="connsiteY97" fmla="*/ 2196225 h 6005747"/>
                <a:gd name="connsiteX98" fmla="*/ 2227940 w 6061400"/>
                <a:gd name="connsiteY98" fmla="*/ 1917599 h 6005747"/>
                <a:gd name="connsiteX99" fmla="*/ 2005169 w 6061400"/>
                <a:gd name="connsiteY99" fmla="*/ 1917599 h 6005747"/>
                <a:gd name="connsiteX100" fmla="*/ 2005169 w 6061400"/>
                <a:gd name="connsiteY100" fmla="*/ 1704627 h 6005747"/>
                <a:gd name="connsiteX101" fmla="*/ 2227940 w 6061400"/>
                <a:gd name="connsiteY101" fmla="*/ 1704627 h 6005747"/>
                <a:gd name="connsiteX102" fmla="*/ 2227940 w 6061400"/>
                <a:gd name="connsiteY102" fmla="*/ 1272493 h 6005747"/>
                <a:gd name="connsiteX103" fmla="*/ 2653879 w 6061400"/>
                <a:gd name="connsiteY103" fmla="*/ 1272493 h 6005747"/>
                <a:gd name="connsiteX104" fmla="*/ 5635452 w 6061400"/>
                <a:gd name="connsiteY104" fmla="*/ 319453 h 6005747"/>
                <a:gd name="connsiteX105" fmla="*/ 6061386 w 6061400"/>
                <a:gd name="connsiteY105" fmla="*/ 319453 h 6005747"/>
                <a:gd name="connsiteX106" fmla="*/ 6061386 w 6061400"/>
                <a:gd name="connsiteY106" fmla="*/ 532430 h 6005747"/>
                <a:gd name="connsiteX107" fmla="*/ 5635452 w 6061400"/>
                <a:gd name="connsiteY107" fmla="*/ 532430 h 6005747"/>
                <a:gd name="connsiteX108" fmla="*/ 950118 w 6061400"/>
                <a:gd name="connsiteY108" fmla="*/ 212972 h 6005747"/>
                <a:gd name="connsiteX109" fmla="*/ 1376052 w 6061400"/>
                <a:gd name="connsiteY109" fmla="*/ 212972 h 6005747"/>
                <a:gd name="connsiteX110" fmla="*/ 1376052 w 6061400"/>
                <a:gd name="connsiteY110" fmla="*/ 425948 h 6005747"/>
                <a:gd name="connsiteX111" fmla="*/ 950118 w 6061400"/>
                <a:gd name="connsiteY111" fmla="*/ 425948 h 6005747"/>
                <a:gd name="connsiteX112" fmla="*/ 5635452 w 6061400"/>
                <a:gd name="connsiteY112" fmla="*/ 0 h 6005747"/>
                <a:gd name="connsiteX113" fmla="*/ 6061386 w 6061400"/>
                <a:gd name="connsiteY113" fmla="*/ 0 h 6005747"/>
                <a:gd name="connsiteX114" fmla="*/ 6061386 w 6061400"/>
                <a:gd name="connsiteY114" fmla="*/ 212977 h 6005747"/>
                <a:gd name="connsiteX115" fmla="*/ 5635452 w 6061400"/>
                <a:gd name="connsiteY115" fmla="*/ 212977 h 600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61400" h="6005747">
                  <a:moveTo>
                    <a:pt x="0" y="5366837"/>
                  </a:moveTo>
                  <a:lnTo>
                    <a:pt x="638910" y="5366837"/>
                  </a:lnTo>
                  <a:lnTo>
                    <a:pt x="638910" y="6005747"/>
                  </a:lnTo>
                  <a:lnTo>
                    <a:pt x="0" y="6005747"/>
                  </a:lnTo>
                  <a:close/>
                  <a:moveTo>
                    <a:pt x="950118" y="4898297"/>
                  </a:moveTo>
                  <a:lnTo>
                    <a:pt x="1376052" y="4898297"/>
                  </a:lnTo>
                  <a:lnTo>
                    <a:pt x="1376052" y="5111273"/>
                  </a:lnTo>
                  <a:lnTo>
                    <a:pt x="950118" y="5111273"/>
                  </a:lnTo>
                  <a:close/>
                  <a:moveTo>
                    <a:pt x="950118" y="4578844"/>
                  </a:moveTo>
                  <a:lnTo>
                    <a:pt x="1376052" y="4578844"/>
                  </a:lnTo>
                  <a:lnTo>
                    <a:pt x="1376052" y="4791820"/>
                  </a:lnTo>
                  <a:lnTo>
                    <a:pt x="950118" y="4791820"/>
                  </a:lnTo>
                  <a:close/>
                  <a:moveTo>
                    <a:pt x="5848424" y="4259390"/>
                  </a:moveTo>
                  <a:lnTo>
                    <a:pt x="6061400" y="4259390"/>
                  </a:lnTo>
                  <a:lnTo>
                    <a:pt x="6061400" y="4685324"/>
                  </a:lnTo>
                  <a:lnTo>
                    <a:pt x="5848424" y="4685324"/>
                  </a:lnTo>
                  <a:close/>
                  <a:moveTo>
                    <a:pt x="2659204" y="1703757"/>
                  </a:moveTo>
                  <a:lnTo>
                    <a:pt x="2659204" y="3396869"/>
                  </a:lnTo>
                  <a:lnTo>
                    <a:pt x="4352318" y="3396869"/>
                  </a:lnTo>
                  <a:lnTo>
                    <a:pt x="4352318" y="3392367"/>
                  </a:lnTo>
                  <a:lnTo>
                    <a:pt x="4347733" y="3392367"/>
                  </a:lnTo>
                  <a:lnTo>
                    <a:pt x="4347733" y="3179396"/>
                  </a:lnTo>
                  <a:lnTo>
                    <a:pt x="4352318" y="3179396"/>
                  </a:lnTo>
                  <a:lnTo>
                    <a:pt x="4352318" y="2900780"/>
                  </a:lnTo>
                  <a:lnTo>
                    <a:pt x="4351302" y="2900780"/>
                  </a:lnTo>
                  <a:lnTo>
                    <a:pt x="4351302" y="2687808"/>
                  </a:lnTo>
                  <a:lnTo>
                    <a:pt x="4352318" y="2687808"/>
                  </a:lnTo>
                  <a:lnTo>
                    <a:pt x="4352318" y="2409196"/>
                  </a:lnTo>
                  <a:lnTo>
                    <a:pt x="4349598" y="2409196"/>
                  </a:lnTo>
                  <a:lnTo>
                    <a:pt x="4349598" y="2196225"/>
                  </a:lnTo>
                  <a:lnTo>
                    <a:pt x="4352318" y="2196225"/>
                  </a:lnTo>
                  <a:lnTo>
                    <a:pt x="4352318" y="1917599"/>
                  </a:lnTo>
                  <a:lnTo>
                    <a:pt x="4347843" y="1917599"/>
                  </a:lnTo>
                  <a:lnTo>
                    <a:pt x="4347843" y="1704627"/>
                  </a:lnTo>
                  <a:lnTo>
                    <a:pt x="4352318" y="1704627"/>
                  </a:lnTo>
                  <a:lnTo>
                    <a:pt x="4352318" y="1703757"/>
                  </a:lnTo>
                  <a:close/>
                  <a:moveTo>
                    <a:pt x="2653879" y="1059521"/>
                  </a:moveTo>
                  <a:lnTo>
                    <a:pt x="2866851" y="1059521"/>
                  </a:lnTo>
                  <a:lnTo>
                    <a:pt x="2866851" y="1272493"/>
                  </a:lnTo>
                  <a:lnTo>
                    <a:pt x="3143709" y="1272493"/>
                  </a:lnTo>
                  <a:lnTo>
                    <a:pt x="3143709" y="1059521"/>
                  </a:lnTo>
                  <a:lnTo>
                    <a:pt x="3356681" y="1059521"/>
                  </a:lnTo>
                  <a:lnTo>
                    <a:pt x="3356681" y="1272493"/>
                  </a:lnTo>
                  <a:lnTo>
                    <a:pt x="3638867" y="1272493"/>
                  </a:lnTo>
                  <a:lnTo>
                    <a:pt x="3638867" y="1059521"/>
                  </a:lnTo>
                  <a:lnTo>
                    <a:pt x="3851839" y="1059521"/>
                  </a:lnTo>
                  <a:lnTo>
                    <a:pt x="3851839" y="1272493"/>
                  </a:lnTo>
                  <a:lnTo>
                    <a:pt x="4128697" y="1272493"/>
                  </a:lnTo>
                  <a:lnTo>
                    <a:pt x="4128697" y="1059521"/>
                  </a:lnTo>
                  <a:lnTo>
                    <a:pt x="4341669" y="1059521"/>
                  </a:lnTo>
                  <a:lnTo>
                    <a:pt x="4341669" y="1272493"/>
                  </a:lnTo>
                  <a:lnTo>
                    <a:pt x="4783586" y="1272493"/>
                  </a:lnTo>
                  <a:lnTo>
                    <a:pt x="4783586" y="1704627"/>
                  </a:lnTo>
                  <a:lnTo>
                    <a:pt x="4986755" y="1704627"/>
                  </a:lnTo>
                  <a:lnTo>
                    <a:pt x="4986755" y="1917599"/>
                  </a:lnTo>
                  <a:lnTo>
                    <a:pt x="4783586" y="1917599"/>
                  </a:lnTo>
                  <a:lnTo>
                    <a:pt x="4783586" y="2196225"/>
                  </a:lnTo>
                  <a:lnTo>
                    <a:pt x="4988510" y="2196225"/>
                  </a:lnTo>
                  <a:lnTo>
                    <a:pt x="4988510" y="2409196"/>
                  </a:lnTo>
                  <a:lnTo>
                    <a:pt x="4783586" y="2409196"/>
                  </a:lnTo>
                  <a:lnTo>
                    <a:pt x="4783586" y="2687808"/>
                  </a:lnTo>
                  <a:lnTo>
                    <a:pt x="4990214" y="2687808"/>
                  </a:lnTo>
                  <a:lnTo>
                    <a:pt x="4990214" y="2900780"/>
                  </a:lnTo>
                  <a:lnTo>
                    <a:pt x="4783586" y="2900780"/>
                  </a:lnTo>
                  <a:lnTo>
                    <a:pt x="4783586" y="3179396"/>
                  </a:lnTo>
                  <a:lnTo>
                    <a:pt x="4986645" y="3179396"/>
                  </a:lnTo>
                  <a:lnTo>
                    <a:pt x="4986645" y="3392367"/>
                  </a:lnTo>
                  <a:lnTo>
                    <a:pt x="4783586" y="3392367"/>
                  </a:lnTo>
                  <a:lnTo>
                    <a:pt x="4783586" y="3828136"/>
                  </a:lnTo>
                  <a:lnTo>
                    <a:pt x="4341669" y="3828136"/>
                  </a:lnTo>
                  <a:lnTo>
                    <a:pt x="4341669" y="4041103"/>
                  </a:lnTo>
                  <a:lnTo>
                    <a:pt x="4128697" y="4041103"/>
                  </a:lnTo>
                  <a:lnTo>
                    <a:pt x="4128697" y="3828136"/>
                  </a:lnTo>
                  <a:lnTo>
                    <a:pt x="3851839" y="3828136"/>
                  </a:lnTo>
                  <a:lnTo>
                    <a:pt x="3851839" y="4041103"/>
                  </a:lnTo>
                  <a:lnTo>
                    <a:pt x="3638867" y="4041103"/>
                  </a:lnTo>
                  <a:lnTo>
                    <a:pt x="3638867" y="3828136"/>
                  </a:lnTo>
                  <a:lnTo>
                    <a:pt x="3356681" y="3828136"/>
                  </a:lnTo>
                  <a:lnTo>
                    <a:pt x="3356681" y="4041103"/>
                  </a:lnTo>
                  <a:lnTo>
                    <a:pt x="3143709" y="4041103"/>
                  </a:lnTo>
                  <a:lnTo>
                    <a:pt x="3143709" y="3828136"/>
                  </a:lnTo>
                  <a:lnTo>
                    <a:pt x="2866851" y="3828136"/>
                  </a:lnTo>
                  <a:lnTo>
                    <a:pt x="2866851" y="4041103"/>
                  </a:lnTo>
                  <a:lnTo>
                    <a:pt x="2653879" y="4041103"/>
                  </a:lnTo>
                  <a:lnTo>
                    <a:pt x="2653879" y="3828136"/>
                  </a:lnTo>
                  <a:lnTo>
                    <a:pt x="2227940" y="3828136"/>
                  </a:lnTo>
                  <a:lnTo>
                    <a:pt x="2227940" y="3392367"/>
                  </a:lnTo>
                  <a:lnTo>
                    <a:pt x="2005059" y="3392367"/>
                  </a:lnTo>
                  <a:lnTo>
                    <a:pt x="2005059" y="3179396"/>
                  </a:lnTo>
                  <a:lnTo>
                    <a:pt x="2227940" y="3179396"/>
                  </a:lnTo>
                  <a:lnTo>
                    <a:pt x="2227940" y="2900780"/>
                  </a:lnTo>
                  <a:lnTo>
                    <a:pt x="2008628" y="2900780"/>
                  </a:lnTo>
                  <a:lnTo>
                    <a:pt x="2008628" y="2687808"/>
                  </a:lnTo>
                  <a:lnTo>
                    <a:pt x="2227940" y="2687808"/>
                  </a:lnTo>
                  <a:lnTo>
                    <a:pt x="2227940" y="2409196"/>
                  </a:lnTo>
                  <a:lnTo>
                    <a:pt x="2006924" y="2409196"/>
                  </a:lnTo>
                  <a:lnTo>
                    <a:pt x="2006924" y="2196225"/>
                  </a:lnTo>
                  <a:lnTo>
                    <a:pt x="2227940" y="2196225"/>
                  </a:lnTo>
                  <a:lnTo>
                    <a:pt x="2227940" y="1917599"/>
                  </a:lnTo>
                  <a:lnTo>
                    <a:pt x="2005169" y="1917599"/>
                  </a:lnTo>
                  <a:lnTo>
                    <a:pt x="2005169" y="1704627"/>
                  </a:lnTo>
                  <a:lnTo>
                    <a:pt x="2227940" y="1704627"/>
                  </a:lnTo>
                  <a:lnTo>
                    <a:pt x="2227940" y="1272493"/>
                  </a:lnTo>
                  <a:lnTo>
                    <a:pt x="2653879" y="1272493"/>
                  </a:lnTo>
                  <a:close/>
                  <a:moveTo>
                    <a:pt x="5635452" y="319453"/>
                  </a:moveTo>
                  <a:lnTo>
                    <a:pt x="6061386" y="319453"/>
                  </a:lnTo>
                  <a:lnTo>
                    <a:pt x="6061386" y="532430"/>
                  </a:lnTo>
                  <a:lnTo>
                    <a:pt x="5635452" y="532430"/>
                  </a:lnTo>
                  <a:close/>
                  <a:moveTo>
                    <a:pt x="950118" y="212972"/>
                  </a:moveTo>
                  <a:lnTo>
                    <a:pt x="1376052" y="212972"/>
                  </a:lnTo>
                  <a:lnTo>
                    <a:pt x="1376052" y="425948"/>
                  </a:lnTo>
                  <a:lnTo>
                    <a:pt x="950118" y="425948"/>
                  </a:lnTo>
                  <a:close/>
                  <a:moveTo>
                    <a:pt x="5635452" y="0"/>
                  </a:moveTo>
                  <a:lnTo>
                    <a:pt x="6061386" y="0"/>
                  </a:lnTo>
                  <a:lnTo>
                    <a:pt x="6061386" y="212977"/>
                  </a:lnTo>
                  <a:lnTo>
                    <a:pt x="5635452" y="212977"/>
                  </a:lnTo>
                  <a:close/>
                </a:path>
              </a:pathLst>
            </a:custGeom>
            <a:solidFill>
              <a:schemeClr val="accent1"/>
            </a:solidFill>
            <a:ln w="12601" cap="flat">
              <a:noFill/>
              <a:prstDash val="solid"/>
              <a:miter/>
            </a:ln>
          </p:spPr>
          <p:txBody>
            <a:bodyPr wrap="square" rtlCol="0" anchor="ctr">
              <a:noAutofit/>
            </a:bodyPr>
            <a:lstStyle/>
            <a:p>
              <a:endParaRPr lang="en-US" dirty="0"/>
            </a:p>
          </p:txBody>
        </p:sp>
        <p:sp>
          <p:nvSpPr>
            <p:cNvPr id="853" name="Freeform: Shape 852">
              <a:extLst>
                <a:ext uri="{FF2B5EF4-FFF2-40B4-BE49-F238E27FC236}">
                  <a16:creationId xmlns:a16="http://schemas.microsoft.com/office/drawing/2014/main" id="{F33A57A5-4F59-310D-75CA-3655FD4A6F62}"/>
                </a:ext>
                <a:ext uri="{C183D7F6-B498-43B3-948B-1728B52AA6E4}">
                  <adec:decorative xmlns:adec="http://schemas.microsoft.com/office/drawing/2017/decorative" val="1"/>
                </a:ext>
              </a:extLst>
            </p:cNvPr>
            <p:cNvSpPr/>
            <p:nvPr/>
          </p:nvSpPr>
          <p:spPr>
            <a:xfrm>
              <a:off x="7094572" y="1517247"/>
              <a:ext cx="454336" cy="454336"/>
            </a:xfrm>
            <a:custGeom>
              <a:avLst/>
              <a:gdLst>
                <a:gd name="connsiteX0" fmla="*/ 3594536 w 6815044"/>
                <a:gd name="connsiteY0" fmla="*/ 6144453 h 6815044"/>
                <a:gd name="connsiteX1" fmla="*/ 3575840 w 6815044"/>
                <a:gd name="connsiteY1" fmla="*/ 6148967 h 6815044"/>
                <a:gd name="connsiteX2" fmla="*/ 3575830 w 6815044"/>
                <a:gd name="connsiteY2" fmla="*/ 6148850 h 6815044"/>
                <a:gd name="connsiteX3" fmla="*/ 3594536 w 6815044"/>
                <a:gd name="connsiteY3" fmla="*/ 6144453 h 6815044"/>
                <a:gd name="connsiteX4" fmla="*/ 1814691 w 6815044"/>
                <a:gd name="connsiteY4" fmla="*/ 1698811 h 6815044"/>
                <a:gd name="connsiteX5" fmla="*/ 1713532 w 6815044"/>
                <a:gd name="connsiteY5" fmla="*/ 1799970 h 6815044"/>
                <a:gd name="connsiteX6" fmla="*/ 1713532 w 6815044"/>
                <a:gd name="connsiteY6" fmla="*/ 5010492 h 6815044"/>
                <a:gd name="connsiteX7" fmla="*/ 1814691 w 6815044"/>
                <a:gd name="connsiteY7" fmla="*/ 5111656 h 6815044"/>
                <a:gd name="connsiteX8" fmla="*/ 5019885 w 6815044"/>
                <a:gd name="connsiteY8" fmla="*/ 5116980 h 6815044"/>
                <a:gd name="connsiteX9" fmla="*/ 5121049 w 6815044"/>
                <a:gd name="connsiteY9" fmla="*/ 5015816 h 6815044"/>
                <a:gd name="connsiteX10" fmla="*/ 5121049 w 6815044"/>
                <a:gd name="connsiteY10" fmla="*/ 1810619 h 6815044"/>
                <a:gd name="connsiteX11" fmla="*/ 5019885 w 6815044"/>
                <a:gd name="connsiteY11" fmla="*/ 1709459 h 6815044"/>
                <a:gd name="connsiteX12" fmla="*/ 1814691 w 6815044"/>
                <a:gd name="connsiteY12" fmla="*/ 1491163 h 6815044"/>
                <a:gd name="connsiteX13" fmla="*/ 5019885 w 6815044"/>
                <a:gd name="connsiteY13" fmla="*/ 1496487 h 6815044"/>
                <a:gd name="connsiteX14" fmla="*/ 5334016 w 6815044"/>
                <a:gd name="connsiteY14" fmla="*/ 1810619 h 6815044"/>
                <a:gd name="connsiteX15" fmla="*/ 5334016 w 6815044"/>
                <a:gd name="connsiteY15" fmla="*/ 5010492 h 6815044"/>
                <a:gd name="connsiteX16" fmla="*/ 5019885 w 6815044"/>
                <a:gd name="connsiteY16" fmla="*/ 5319299 h 6815044"/>
                <a:gd name="connsiteX17" fmla="*/ 1814691 w 6815044"/>
                <a:gd name="connsiteY17" fmla="*/ 5313975 h 6815044"/>
                <a:gd name="connsiteX18" fmla="*/ 1500560 w 6815044"/>
                <a:gd name="connsiteY18" fmla="*/ 5005168 h 6815044"/>
                <a:gd name="connsiteX19" fmla="*/ 1500560 w 6815044"/>
                <a:gd name="connsiteY19" fmla="*/ 1799970 h 6815044"/>
                <a:gd name="connsiteX20" fmla="*/ 1814691 w 6815044"/>
                <a:gd name="connsiteY20" fmla="*/ 1491163 h 6815044"/>
                <a:gd name="connsiteX21" fmla="*/ 0 w 6815044"/>
                <a:gd name="connsiteY21" fmla="*/ 0 h 6815044"/>
                <a:gd name="connsiteX22" fmla="*/ 6362483 w 6815044"/>
                <a:gd name="connsiteY22" fmla="*/ 0 h 6815044"/>
                <a:gd name="connsiteX23" fmla="*/ 6815044 w 6815044"/>
                <a:gd name="connsiteY23" fmla="*/ 452562 h 6815044"/>
                <a:gd name="connsiteX24" fmla="*/ 6815044 w 6815044"/>
                <a:gd name="connsiteY24" fmla="*/ 5665002 h 6815044"/>
                <a:gd name="connsiteX25" fmla="*/ 5606446 w 6815044"/>
                <a:gd name="connsiteY25" fmla="*/ 6815035 h 6815044"/>
                <a:gd name="connsiteX26" fmla="*/ 4731824 w 6815044"/>
                <a:gd name="connsiteY26" fmla="*/ 6815035 h 6815044"/>
                <a:gd name="connsiteX27" fmla="*/ 4731824 w 6815044"/>
                <a:gd name="connsiteY27" fmla="*/ 6815044 h 6815044"/>
                <a:gd name="connsiteX28" fmla="*/ 797555 w 6815044"/>
                <a:gd name="connsiteY28" fmla="*/ 6815044 h 6815044"/>
                <a:gd name="connsiteX29" fmla="*/ 797555 w 6815044"/>
                <a:gd name="connsiteY29" fmla="*/ 6389110 h 6815044"/>
                <a:gd name="connsiteX30" fmla="*/ 1258387 w 6815044"/>
                <a:gd name="connsiteY30" fmla="*/ 6389110 h 6815044"/>
                <a:gd name="connsiteX31" fmla="*/ 1258387 w 6815044"/>
                <a:gd name="connsiteY31" fmla="*/ 6389100 h 6815044"/>
                <a:gd name="connsiteX32" fmla="*/ 5436061 w 6815044"/>
                <a:gd name="connsiteY32" fmla="*/ 6389100 h 6815044"/>
                <a:gd name="connsiteX33" fmla="*/ 6389110 w 6815044"/>
                <a:gd name="connsiteY33" fmla="*/ 5483967 h 6815044"/>
                <a:gd name="connsiteX34" fmla="*/ 6389110 w 6815044"/>
                <a:gd name="connsiteY34" fmla="*/ 452562 h 6815044"/>
                <a:gd name="connsiteX35" fmla="*/ 6362483 w 6815044"/>
                <a:gd name="connsiteY35" fmla="*/ 425934 h 6815044"/>
                <a:gd name="connsiteX36" fmla="*/ 425934 w 6815044"/>
                <a:gd name="connsiteY36" fmla="*/ 425934 h 6815044"/>
                <a:gd name="connsiteX37" fmla="*/ 425934 w 6815044"/>
                <a:gd name="connsiteY37" fmla="*/ 1419988 h 6815044"/>
                <a:gd name="connsiteX38" fmla="*/ 425944 w 6815044"/>
                <a:gd name="connsiteY38" fmla="*/ 1419988 h 6815044"/>
                <a:gd name="connsiteX39" fmla="*/ 425944 w 6815044"/>
                <a:gd name="connsiteY39" fmla="*/ 5966117 h 6815044"/>
                <a:gd name="connsiteX40" fmla="*/ 0 w 6815044"/>
                <a:gd name="connsiteY40" fmla="*/ 5966117 h 6815044"/>
                <a:gd name="connsiteX41" fmla="*/ 0 w 6815044"/>
                <a:gd name="connsiteY41" fmla="*/ 5465902 h 6815044"/>
                <a:gd name="connsiteX42" fmla="*/ 0 w 6815044"/>
                <a:gd name="connsiteY42" fmla="*/ 1419988 h 681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15044" h="6815044">
                  <a:moveTo>
                    <a:pt x="3594536" y="6144453"/>
                  </a:moveTo>
                  <a:lnTo>
                    <a:pt x="3575840" y="6148967"/>
                  </a:lnTo>
                  <a:lnTo>
                    <a:pt x="3575830" y="6148850"/>
                  </a:lnTo>
                  <a:cubicBezTo>
                    <a:pt x="3582363" y="6146919"/>
                    <a:pt x="3597555" y="6143570"/>
                    <a:pt x="3594536" y="6144453"/>
                  </a:cubicBezTo>
                  <a:close/>
                  <a:moveTo>
                    <a:pt x="1814691" y="1698811"/>
                  </a:moveTo>
                  <a:cubicBezTo>
                    <a:pt x="1756125" y="1698811"/>
                    <a:pt x="1713532" y="1746728"/>
                    <a:pt x="1713532" y="1799970"/>
                  </a:cubicBezTo>
                  <a:lnTo>
                    <a:pt x="1713532" y="5010492"/>
                  </a:lnTo>
                  <a:cubicBezTo>
                    <a:pt x="1713532" y="5069058"/>
                    <a:pt x="1761449" y="5111656"/>
                    <a:pt x="1814691" y="5111656"/>
                  </a:cubicBezTo>
                  <a:lnTo>
                    <a:pt x="5019885" y="5116980"/>
                  </a:lnTo>
                  <a:cubicBezTo>
                    <a:pt x="5078451" y="5116980"/>
                    <a:pt x="5121049" y="5069058"/>
                    <a:pt x="5121049" y="5015816"/>
                  </a:cubicBezTo>
                  <a:lnTo>
                    <a:pt x="5121049" y="1810619"/>
                  </a:lnTo>
                  <a:cubicBezTo>
                    <a:pt x="5121049" y="1752053"/>
                    <a:pt x="5073127" y="1709459"/>
                    <a:pt x="5019885" y="1709459"/>
                  </a:cubicBezTo>
                  <a:close/>
                  <a:moveTo>
                    <a:pt x="1814691" y="1491163"/>
                  </a:moveTo>
                  <a:lnTo>
                    <a:pt x="5019885" y="1496487"/>
                  </a:lnTo>
                  <a:cubicBezTo>
                    <a:pt x="5195587" y="1496487"/>
                    <a:pt x="5334016" y="1634916"/>
                    <a:pt x="5334016" y="1810619"/>
                  </a:cubicBezTo>
                  <a:lnTo>
                    <a:pt x="5334016" y="5010492"/>
                  </a:lnTo>
                  <a:cubicBezTo>
                    <a:pt x="5334016" y="5180870"/>
                    <a:pt x="5195587" y="5319299"/>
                    <a:pt x="5019885" y="5319299"/>
                  </a:cubicBezTo>
                  <a:lnTo>
                    <a:pt x="1814691" y="5313975"/>
                  </a:lnTo>
                  <a:cubicBezTo>
                    <a:pt x="1638989" y="5313975"/>
                    <a:pt x="1500560" y="5175546"/>
                    <a:pt x="1500560" y="5005168"/>
                  </a:cubicBezTo>
                  <a:lnTo>
                    <a:pt x="1500560" y="1799970"/>
                  </a:lnTo>
                  <a:cubicBezTo>
                    <a:pt x="1500560" y="1629592"/>
                    <a:pt x="1638989" y="1491163"/>
                    <a:pt x="1814691" y="1491163"/>
                  </a:cubicBezTo>
                  <a:close/>
                  <a:moveTo>
                    <a:pt x="0" y="0"/>
                  </a:moveTo>
                  <a:lnTo>
                    <a:pt x="6362483" y="0"/>
                  </a:lnTo>
                  <a:cubicBezTo>
                    <a:pt x="6612721" y="0"/>
                    <a:pt x="6815044" y="202323"/>
                    <a:pt x="6815044" y="452562"/>
                  </a:cubicBezTo>
                  <a:lnTo>
                    <a:pt x="6815044" y="5665002"/>
                  </a:lnTo>
                  <a:lnTo>
                    <a:pt x="5606446" y="6815035"/>
                  </a:lnTo>
                  <a:lnTo>
                    <a:pt x="4731824" y="6815035"/>
                  </a:lnTo>
                  <a:lnTo>
                    <a:pt x="4731824" y="6815044"/>
                  </a:lnTo>
                  <a:lnTo>
                    <a:pt x="797555" y="6815044"/>
                  </a:lnTo>
                  <a:lnTo>
                    <a:pt x="797555" y="6389110"/>
                  </a:lnTo>
                  <a:lnTo>
                    <a:pt x="1258387" y="6389110"/>
                  </a:lnTo>
                  <a:lnTo>
                    <a:pt x="1258387" y="6389100"/>
                  </a:lnTo>
                  <a:lnTo>
                    <a:pt x="5436061" y="6389100"/>
                  </a:lnTo>
                  <a:lnTo>
                    <a:pt x="6389110" y="5483967"/>
                  </a:lnTo>
                  <a:lnTo>
                    <a:pt x="6389110" y="452562"/>
                  </a:lnTo>
                  <a:cubicBezTo>
                    <a:pt x="6389110" y="436583"/>
                    <a:pt x="6378461" y="425934"/>
                    <a:pt x="6362483" y="425934"/>
                  </a:cubicBezTo>
                  <a:lnTo>
                    <a:pt x="425934" y="425934"/>
                  </a:lnTo>
                  <a:lnTo>
                    <a:pt x="425934" y="1419988"/>
                  </a:lnTo>
                  <a:lnTo>
                    <a:pt x="425944" y="1419988"/>
                  </a:lnTo>
                  <a:lnTo>
                    <a:pt x="425944" y="5966117"/>
                  </a:lnTo>
                  <a:lnTo>
                    <a:pt x="0" y="5966117"/>
                  </a:lnTo>
                  <a:lnTo>
                    <a:pt x="0" y="5465902"/>
                  </a:lnTo>
                  <a:lnTo>
                    <a:pt x="0" y="1419988"/>
                  </a:lnTo>
                  <a:close/>
                </a:path>
              </a:pathLst>
            </a:custGeom>
            <a:solidFill>
              <a:schemeClr val="accent2"/>
            </a:solidFill>
            <a:ln w="12601" cap="flat">
              <a:noFill/>
              <a:prstDash val="solid"/>
              <a:miter/>
            </a:ln>
          </p:spPr>
          <p:txBody>
            <a:bodyPr wrap="square" rtlCol="0" anchor="ctr">
              <a:noAutofit/>
            </a:bodyPr>
            <a:lstStyle/>
            <a:p>
              <a:endParaRPr lang="en-US" dirty="0"/>
            </a:p>
          </p:txBody>
        </p:sp>
      </p:grpSp>
      <p:grpSp>
        <p:nvGrpSpPr>
          <p:cNvPr id="113" name="Group 112">
            <a:extLst>
              <a:ext uri="{FF2B5EF4-FFF2-40B4-BE49-F238E27FC236}">
                <a16:creationId xmlns:a16="http://schemas.microsoft.com/office/drawing/2014/main" id="{AB72EAB1-71CC-0C19-3C73-3AAFDCC1B17D}"/>
              </a:ext>
              <a:ext uri="{C183D7F6-B498-43B3-948B-1728B52AA6E4}">
                <adec:decorative xmlns:adec="http://schemas.microsoft.com/office/drawing/2017/decorative" val="1"/>
              </a:ext>
            </a:extLst>
          </p:cNvPr>
          <p:cNvGrpSpPr>
            <a:grpSpLocks noChangeAspect="1"/>
          </p:cNvGrpSpPr>
          <p:nvPr/>
        </p:nvGrpSpPr>
        <p:grpSpPr>
          <a:xfrm>
            <a:off x="7726525" y="1517247"/>
            <a:ext cx="501255" cy="457200"/>
            <a:chOff x="7726525" y="1517247"/>
            <a:chExt cx="501255" cy="457200"/>
          </a:xfrm>
          <a:solidFill>
            <a:srgbClr val="FF0000"/>
          </a:solidFill>
        </p:grpSpPr>
        <p:sp>
          <p:nvSpPr>
            <p:cNvPr id="867" name="Freeform: Shape 866">
              <a:extLst>
                <a:ext uri="{FF2B5EF4-FFF2-40B4-BE49-F238E27FC236}">
                  <a16:creationId xmlns:a16="http://schemas.microsoft.com/office/drawing/2014/main" id="{B383BBE1-8B91-B078-976E-D2239F277D06}"/>
                </a:ext>
                <a:ext uri="{C183D7F6-B498-43B3-948B-1728B52AA6E4}">
                  <adec:decorative xmlns:adec="http://schemas.microsoft.com/office/drawing/2017/decorative" val="1"/>
                </a:ext>
              </a:extLst>
            </p:cNvPr>
            <p:cNvSpPr/>
            <p:nvPr/>
          </p:nvSpPr>
          <p:spPr>
            <a:xfrm>
              <a:off x="7732328" y="1558740"/>
              <a:ext cx="456208" cy="415707"/>
            </a:xfrm>
            <a:custGeom>
              <a:avLst/>
              <a:gdLst>
                <a:gd name="connsiteX0" fmla="*/ 3425915 w 6843130"/>
                <a:gd name="connsiteY0" fmla="*/ 2803178 h 6235603"/>
                <a:gd name="connsiteX1" fmla="*/ 3425915 w 6843130"/>
                <a:gd name="connsiteY1" fmla="*/ 3868606 h 6235603"/>
                <a:gd name="connsiteX2" fmla="*/ 4491362 w 6843130"/>
                <a:gd name="connsiteY2" fmla="*/ 3868606 h 6235603"/>
                <a:gd name="connsiteX3" fmla="*/ 4491931 w 6843130"/>
                <a:gd name="connsiteY3" fmla="*/ 2828490 h 6235603"/>
                <a:gd name="connsiteX4" fmla="*/ 4451050 w 6843130"/>
                <a:gd name="connsiteY4" fmla="*/ 2803178 h 6235603"/>
                <a:gd name="connsiteX5" fmla="*/ 3425915 w 6843130"/>
                <a:gd name="connsiteY5" fmla="*/ 2803178 h 6235603"/>
                <a:gd name="connsiteX6" fmla="*/ 4352101 w 6843130"/>
                <a:gd name="connsiteY6" fmla="*/ 2405497 h 6235603"/>
                <a:gd name="connsiteX7" fmla="*/ 4549916 w 6843130"/>
                <a:gd name="connsiteY7" fmla="*/ 2405497 h 6235603"/>
                <a:gd name="connsiteX8" fmla="*/ 4549916 w 6843130"/>
                <a:gd name="connsiteY8" fmla="*/ 2601658 h 6235603"/>
                <a:gd name="connsiteX9" fmla="*/ 4690002 w 6843130"/>
                <a:gd name="connsiteY9" fmla="*/ 2601658 h 6235603"/>
                <a:gd name="connsiteX10" fmla="*/ 4690002 w 6843130"/>
                <a:gd name="connsiteY10" fmla="*/ 2750436 h 6235603"/>
                <a:gd name="connsiteX11" fmla="*/ 4888885 w 6843130"/>
                <a:gd name="connsiteY11" fmla="*/ 2750436 h 6235603"/>
                <a:gd name="connsiteX12" fmla="*/ 4888885 w 6843130"/>
                <a:gd name="connsiteY12" fmla="*/ 2956943 h 6235603"/>
                <a:gd name="connsiteX13" fmla="*/ 4694246 w 6843130"/>
                <a:gd name="connsiteY13" fmla="*/ 2956943 h 6235603"/>
                <a:gd name="connsiteX14" fmla="*/ 4694246 w 6843130"/>
                <a:gd name="connsiteY14" fmla="*/ 3079652 h 6235603"/>
                <a:gd name="connsiteX15" fmla="*/ 4888437 w 6843130"/>
                <a:gd name="connsiteY15" fmla="*/ 3079652 h 6235603"/>
                <a:gd name="connsiteX16" fmla="*/ 4888437 w 6843130"/>
                <a:gd name="connsiteY16" fmla="*/ 3289211 h 6235603"/>
                <a:gd name="connsiteX17" fmla="*/ 4693148 w 6843130"/>
                <a:gd name="connsiteY17" fmla="*/ 3289211 h 6235603"/>
                <a:gd name="connsiteX18" fmla="*/ 4693148 w 6843130"/>
                <a:gd name="connsiteY18" fmla="*/ 3408861 h 6235603"/>
                <a:gd name="connsiteX19" fmla="*/ 4887990 w 6843130"/>
                <a:gd name="connsiteY19" fmla="*/ 3408861 h 6235603"/>
                <a:gd name="connsiteX20" fmla="*/ 4887990 w 6843130"/>
                <a:gd name="connsiteY20" fmla="*/ 3618422 h 6235603"/>
                <a:gd name="connsiteX21" fmla="*/ 4693598 w 6843130"/>
                <a:gd name="connsiteY21" fmla="*/ 3618422 h 6235603"/>
                <a:gd name="connsiteX22" fmla="*/ 4693598 w 6843130"/>
                <a:gd name="connsiteY22" fmla="*/ 3741131 h 6235603"/>
                <a:gd name="connsiteX23" fmla="*/ 4889079 w 6843130"/>
                <a:gd name="connsiteY23" fmla="*/ 3741131 h 6235603"/>
                <a:gd name="connsiteX24" fmla="*/ 4889079 w 6843130"/>
                <a:gd name="connsiteY24" fmla="*/ 3947631 h 6235603"/>
                <a:gd name="connsiteX25" fmla="*/ 4692845 w 6843130"/>
                <a:gd name="connsiteY25" fmla="*/ 3947631 h 6235603"/>
                <a:gd name="connsiteX26" fmla="*/ 4692845 w 6843130"/>
                <a:gd name="connsiteY26" fmla="*/ 4079023 h 6235603"/>
                <a:gd name="connsiteX27" fmla="*/ 4552178 w 6843130"/>
                <a:gd name="connsiteY27" fmla="*/ 4079023 h 6235603"/>
                <a:gd name="connsiteX28" fmla="*/ 4551488 w 6843130"/>
                <a:gd name="connsiteY28" fmla="*/ 4237832 h 6235603"/>
                <a:gd name="connsiteX29" fmla="*/ 4532825 w 6843130"/>
                <a:gd name="connsiteY29" fmla="*/ 4271195 h 6235603"/>
                <a:gd name="connsiteX30" fmla="*/ 4353630 w 6843130"/>
                <a:gd name="connsiteY30" fmla="*/ 4271242 h 6235603"/>
                <a:gd name="connsiteX31" fmla="*/ 4353630 w 6843130"/>
                <a:gd name="connsiteY31" fmla="*/ 4083312 h 6235603"/>
                <a:gd name="connsiteX32" fmla="*/ 4223769 w 6843130"/>
                <a:gd name="connsiteY32" fmla="*/ 4083312 h 6235603"/>
                <a:gd name="connsiteX33" fmla="*/ 4223769 w 6843130"/>
                <a:gd name="connsiteY33" fmla="*/ 4268633 h 6235603"/>
                <a:gd name="connsiteX34" fmla="*/ 4022888 w 6843130"/>
                <a:gd name="connsiteY34" fmla="*/ 4268633 h 6235603"/>
                <a:gd name="connsiteX35" fmla="*/ 4022888 w 6843130"/>
                <a:gd name="connsiteY35" fmla="*/ 4082216 h 6235603"/>
                <a:gd name="connsiteX36" fmla="*/ 3894555 w 6843130"/>
                <a:gd name="connsiteY36" fmla="*/ 4082216 h 6235603"/>
                <a:gd name="connsiteX37" fmla="*/ 3894555 w 6843130"/>
                <a:gd name="connsiteY37" fmla="*/ 4268190 h 6235603"/>
                <a:gd name="connsiteX38" fmla="*/ 3693674 w 6843130"/>
                <a:gd name="connsiteY38" fmla="*/ 4268190 h 6235603"/>
                <a:gd name="connsiteX39" fmla="*/ 3693674 w 6843130"/>
                <a:gd name="connsiteY39" fmla="*/ 4082662 h 6235603"/>
                <a:gd name="connsiteX40" fmla="*/ 3562278 w 6843130"/>
                <a:gd name="connsiteY40" fmla="*/ 4082662 h 6235603"/>
                <a:gd name="connsiteX41" fmla="*/ 3562278 w 6843130"/>
                <a:gd name="connsiteY41" fmla="*/ 4269280 h 6235603"/>
                <a:gd name="connsiteX42" fmla="*/ 3364461 w 6843130"/>
                <a:gd name="connsiteY42" fmla="*/ 4269280 h 6235603"/>
                <a:gd name="connsiteX43" fmla="*/ 3364461 w 6843130"/>
                <a:gd name="connsiteY43" fmla="*/ 4081983 h 6235603"/>
                <a:gd name="connsiteX44" fmla="*/ 3224376 w 6843130"/>
                <a:gd name="connsiteY44" fmla="*/ 4081983 h 6235603"/>
                <a:gd name="connsiteX45" fmla="*/ 3224376 w 6843130"/>
                <a:gd name="connsiteY45" fmla="*/ 3941890 h 6235603"/>
                <a:gd name="connsiteX46" fmla="*/ 3025433 w 6843130"/>
                <a:gd name="connsiteY46" fmla="*/ 3941890 h 6235603"/>
                <a:gd name="connsiteX47" fmla="*/ 3025433 w 6843130"/>
                <a:gd name="connsiteY47" fmla="*/ 3733849 h 6235603"/>
                <a:gd name="connsiteX48" fmla="*/ 3219954 w 6843130"/>
                <a:gd name="connsiteY48" fmla="*/ 3733849 h 6235603"/>
                <a:gd name="connsiteX49" fmla="*/ 3219954 w 6843130"/>
                <a:gd name="connsiteY49" fmla="*/ 3612675 h 6235603"/>
                <a:gd name="connsiteX50" fmla="*/ 3025880 w 6843130"/>
                <a:gd name="connsiteY50" fmla="*/ 3612675 h 6235603"/>
                <a:gd name="connsiteX51" fmla="*/ 3025880 w 6843130"/>
                <a:gd name="connsiteY51" fmla="*/ 3403113 h 6235603"/>
                <a:gd name="connsiteX52" fmla="*/ 3221049 w 6843130"/>
                <a:gd name="connsiteY52" fmla="*/ 3403113 h 6235603"/>
                <a:gd name="connsiteX53" fmla="*/ 3221049 w 6843130"/>
                <a:gd name="connsiteY53" fmla="*/ 3274782 h 6235603"/>
                <a:gd name="connsiteX54" fmla="*/ 3026326 w 6843130"/>
                <a:gd name="connsiteY54" fmla="*/ 3274782 h 6235603"/>
                <a:gd name="connsiteX55" fmla="*/ 3026326 w 6843130"/>
                <a:gd name="connsiteY55" fmla="*/ 3073902 h 6235603"/>
                <a:gd name="connsiteX56" fmla="*/ 3220601 w 6843130"/>
                <a:gd name="connsiteY56" fmla="*/ 3073902 h 6235603"/>
                <a:gd name="connsiteX57" fmla="*/ 3220601 w 6843130"/>
                <a:gd name="connsiteY57" fmla="*/ 2942508 h 6235603"/>
                <a:gd name="connsiteX58" fmla="*/ 3025236 w 6843130"/>
                <a:gd name="connsiteY58" fmla="*/ 2942508 h 6235603"/>
                <a:gd name="connsiteX59" fmla="*/ 3025236 w 6843130"/>
                <a:gd name="connsiteY59" fmla="*/ 2744693 h 6235603"/>
                <a:gd name="connsiteX60" fmla="*/ 3221307 w 6843130"/>
                <a:gd name="connsiteY60" fmla="*/ 2744693 h 6235603"/>
                <a:gd name="connsiteX61" fmla="*/ 3221307 w 6843130"/>
                <a:gd name="connsiteY61" fmla="*/ 2604609 h 6235603"/>
                <a:gd name="connsiteX62" fmla="*/ 3361399 w 6843130"/>
                <a:gd name="connsiteY62" fmla="*/ 2604609 h 6235603"/>
                <a:gd name="connsiteX63" fmla="*/ 3361399 w 6843130"/>
                <a:gd name="connsiteY63" fmla="*/ 2405695 h 6235603"/>
                <a:gd name="connsiteX64" fmla="*/ 3559210 w 6843130"/>
                <a:gd name="connsiteY64" fmla="*/ 2405695 h 6235603"/>
                <a:gd name="connsiteX65" fmla="*/ 3559210 w 6843130"/>
                <a:gd name="connsiteY65" fmla="*/ 2600274 h 6235603"/>
                <a:gd name="connsiteX66" fmla="*/ 3690612 w 6843130"/>
                <a:gd name="connsiteY66" fmla="*/ 2600274 h 6235603"/>
                <a:gd name="connsiteX67" fmla="*/ 3690612 w 6843130"/>
                <a:gd name="connsiteY67" fmla="*/ 2406141 h 6235603"/>
                <a:gd name="connsiteX68" fmla="*/ 3891494 w 6843130"/>
                <a:gd name="connsiteY68" fmla="*/ 2406141 h 6235603"/>
                <a:gd name="connsiteX69" fmla="*/ 3891494 w 6843130"/>
                <a:gd name="connsiteY69" fmla="*/ 2601370 h 6235603"/>
                <a:gd name="connsiteX70" fmla="*/ 4019825 w 6843130"/>
                <a:gd name="connsiteY70" fmla="*/ 2601370 h 6235603"/>
                <a:gd name="connsiteX71" fmla="*/ 4019825 w 6843130"/>
                <a:gd name="connsiteY71" fmla="*/ 2406587 h 6235603"/>
                <a:gd name="connsiteX72" fmla="*/ 4220705 w 6843130"/>
                <a:gd name="connsiteY72" fmla="*/ 2406587 h 6235603"/>
                <a:gd name="connsiteX73" fmla="*/ 4220705 w 6843130"/>
                <a:gd name="connsiteY73" fmla="*/ 2600921 h 6235603"/>
                <a:gd name="connsiteX74" fmla="*/ 4352101 w 6843130"/>
                <a:gd name="connsiteY74" fmla="*/ 2600921 h 6235603"/>
                <a:gd name="connsiteX75" fmla="*/ 4352101 w 6843130"/>
                <a:gd name="connsiteY75" fmla="*/ 2405497 h 6235603"/>
                <a:gd name="connsiteX76" fmla="*/ 5959837 w 6843130"/>
                <a:gd name="connsiteY76" fmla="*/ 1299586 h 6235603"/>
                <a:gd name="connsiteX77" fmla="*/ 6160087 w 6843130"/>
                <a:gd name="connsiteY77" fmla="*/ 1501007 h 6235603"/>
                <a:gd name="connsiteX78" fmla="*/ 5959837 w 6843130"/>
                <a:gd name="connsiteY78" fmla="*/ 1702429 h 6235603"/>
                <a:gd name="connsiteX79" fmla="*/ 5759587 w 6843130"/>
                <a:gd name="connsiteY79" fmla="*/ 1501007 h 6235603"/>
                <a:gd name="connsiteX80" fmla="*/ 5959837 w 6843130"/>
                <a:gd name="connsiteY80" fmla="*/ 1299586 h 6235603"/>
                <a:gd name="connsiteX81" fmla="*/ 3963 w 6843130"/>
                <a:gd name="connsiteY81" fmla="*/ 932876 h 6235603"/>
                <a:gd name="connsiteX82" fmla="*/ 400155 w 6843130"/>
                <a:gd name="connsiteY82" fmla="*/ 932876 h 6235603"/>
                <a:gd name="connsiteX83" fmla="*/ 399862 w 6843130"/>
                <a:gd name="connsiteY83" fmla="*/ 4779407 h 6235603"/>
                <a:gd name="connsiteX84" fmla="*/ 399862 w 6843130"/>
                <a:gd name="connsiteY84" fmla="*/ 5578530 h 6235603"/>
                <a:gd name="connsiteX85" fmla="*/ 399862 w 6843130"/>
                <a:gd name="connsiteY85" fmla="*/ 5627216 h 6235603"/>
                <a:gd name="connsiteX86" fmla="*/ 626627 w 6843130"/>
                <a:gd name="connsiteY86" fmla="*/ 5456117 h 6235603"/>
                <a:gd name="connsiteX87" fmla="*/ 1151654 w 6843130"/>
                <a:gd name="connsiteY87" fmla="*/ 5060014 h 6235603"/>
                <a:gd name="connsiteX88" fmla="*/ 1633789 w 6843130"/>
                <a:gd name="connsiteY88" fmla="*/ 4690678 h 6235603"/>
                <a:gd name="connsiteX89" fmla="*/ 1768674 w 6843130"/>
                <a:gd name="connsiteY89" fmla="*/ 4643628 h 6235603"/>
                <a:gd name="connsiteX90" fmla="*/ 6389734 w 6843130"/>
                <a:gd name="connsiteY90" fmla="*/ 4644787 h 6235603"/>
                <a:gd name="connsiteX91" fmla="*/ 6444453 w 6843130"/>
                <a:gd name="connsiteY91" fmla="*/ 4644787 h 6235603"/>
                <a:gd name="connsiteX92" fmla="*/ 6444453 w 6843130"/>
                <a:gd name="connsiteY92" fmla="*/ 2524770 h 6235603"/>
                <a:gd name="connsiteX93" fmla="*/ 6651721 w 6843130"/>
                <a:gd name="connsiteY93" fmla="*/ 2408567 h 6235603"/>
                <a:gd name="connsiteX94" fmla="*/ 6843130 w 6843130"/>
                <a:gd name="connsiteY94" fmla="*/ 2271771 h 6235603"/>
                <a:gd name="connsiteX95" fmla="*/ 6843130 w 6843130"/>
                <a:gd name="connsiteY95" fmla="*/ 5044384 h 6235603"/>
                <a:gd name="connsiteX96" fmla="*/ 6792746 w 6843130"/>
                <a:gd name="connsiteY96" fmla="*/ 5044384 h 6235603"/>
                <a:gd name="connsiteX97" fmla="*/ 1941498 w 6843130"/>
                <a:gd name="connsiteY97" fmla="*/ 5042402 h 6235603"/>
                <a:gd name="connsiteX98" fmla="*/ 1740492 w 6843130"/>
                <a:gd name="connsiteY98" fmla="*/ 5114175 h 6235603"/>
                <a:gd name="connsiteX99" fmla="*/ 1175643 w 6843130"/>
                <a:gd name="connsiteY99" fmla="*/ 5542219 h 6235603"/>
                <a:gd name="connsiteX100" fmla="*/ 649732 w 6843130"/>
                <a:gd name="connsiteY100" fmla="*/ 5945389 h 6235603"/>
                <a:gd name="connsiteX101" fmla="*/ 321447 w 6843130"/>
                <a:gd name="connsiteY101" fmla="*/ 6194019 h 6235603"/>
                <a:gd name="connsiteX102" fmla="*/ 98354 w 6843130"/>
                <a:gd name="connsiteY102" fmla="*/ 6205598 h 6235603"/>
                <a:gd name="connsiteX103" fmla="*/ 0 w 6843130"/>
                <a:gd name="connsiteY103" fmla="*/ 6029625 h 6235603"/>
                <a:gd name="connsiteX104" fmla="*/ 771110 w 6843130"/>
                <a:gd name="connsiteY104" fmla="*/ 153647 h 6235603"/>
                <a:gd name="connsiteX105" fmla="*/ 4343965 w 6843130"/>
                <a:gd name="connsiteY105" fmla="*/ 153683 h 6235603"/>
                <a:gd name="connsiteX106" fmla="*/ 4394588 w 6843130"/>
                <a:gd name="connsiteY106" fmla="*/ 153683 h 6235603"/>
                <a:gd name="connsiteX107" fmla="*/ 4347362 w 6843130"/>
                <a:gd name="connsiteY107" fmla="*/ 242129 h 6235603"/>
                <a:gd name="connsiteX108" fmla="*/ 4229150 w 6843130"/>
                <a:gd name="connsiteY108" fmla="*/ 516252 h 6235603"/>
                <a:gd name="connsiteX109" fmla="*/ 4173918 w 6843130"/>
                <a:gd name="connsiteY109" fmla="*/ 553996 h 6235603"/>
                <a:gd name="connsiteX110" fmla="*/ 3066492 w 6843130"/>
                <a:gd name="connsiteY110" fmla="*/ 553280 h 6235603"/>
                <a:gd name="connsiteX111" fmla="*/ 771110 w 6843130"/>
                <a:gd name="connsiteY111" fmla="*/ 551519 h 6235603"/>
                <a:gd name="connsiteX112" fmla="*/ 5762187 w 6843130"/>
                <a:gd name="connsiteY112" fmla="*/ 0 h 6235603"/>
                <a:gd name="connsiteX113" fmla="*/ 6159246 w 6843130"/>
                <a:gd name="connsiteY113" fmla="*/ 0 h 6235603"/>
                <a:gd name="connsiteX114" fmla="*/ 6159246 w 6843130"/>
                <a:gd name="connsiteY114" fmla="*/ 1115253 h 6235603"/>
                <a:gd name="connsiteX115" fmla="*/ 5762187 w 6843130"/>
                <a:gd name="connsiteY115" fmla="*/ 1115253 h 623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843130" h="6235603">
                  <a:moveTo>
                    <a:pt x="3425915" y="2803178"/>
                  </a:moveTo>
                  <a:cubicBezTo>
                    <a:pt x="3425915" y="3162827"/>
                    <a:pt x="3425915" y="3516466"/>
                    <a:pt x="3425915" y="3868606"/>
                  </a:cubicBezTo>
                  <a:cubicBezTo>
                    <a:pt x="3782588" y="3868606"/>
                    <a:pt x="4136229" y="3868606"/>
                    <a:pt x="4491362" y="3868606"/>
                  </a:cubicBezTo>
                  <a:cubicBezTo>
                    <a:pt x="4491362" y="3519867"/>
                    <a:pt x="4491063" y="3174177"/>
                    <a:pt x="4491931" y="2828490"/>
                  </a:cubicBezTo>
                  <a:cubicBezTo>
                    <a:pt x="4492000" y="2801088"/>
                    <a:pt x="4477669" y="2802049"/>
                    <a:pt x="4451050" y="2803178"/>
                  </a:cubicBezTo>
                  <a:cubicBezTo>
                    <a:pt x="4108861" y="2803178"/>
                    <a:pt x="3766672" y="2803178"/>
                    <a:pt x="3425915" y="2803178"/>
                  </a:cubicBezTo>
                  <a:close/>
                  <a:moveTo>
                    <a:pt x="4352101" y="2405497"/>
                  </a:moveTo>
                  <a:cubicBezTo>
                    <a:pt x="4419360" y="2405497"/>
                    <a:pt x="4482586" y="2405497"/>
                    <a:pt x="4549916" y="2405497"/>
                  </a:cubicBezTo>
                  <a:cubicBezTo>
                    <a:pt x="4549916" y="2468959"/>
                    <a:pt x="4549916" y="2533298"/>
                    <a:pt x="4549916" y="2601658"/>
                  </a:cubicBezTo>
                  <a:cubicBezTo>
                    <a:pt x="4597887" y="2601658"/>
                    <a:pt x="4641923" y="2601658"/>
                    <a:pt x="4690002" y="2601658"/>
                  </a:cubicBezTo>
                  <a:cubicBezTo>
                    <a:pt x="4690002" y="2652505"/>
                    <a:pt x="4690002" y="2699486"/>
                    <a:pt x="4690002" y="2750436"/>
                  </a:cubicBezTo>
                  <a:cubicBezTo>
                    <a:pt x="4758260" y="2750436"/>
                    <a:pt x="4822584" y="2750436"/>
                    <a:pt x="4888885" y="2750436"/>
                  </a:cubicBezTo>
                  <a:cubicBezTo>
                    <a:pt x="4888885" y="2820589"/>
                    <a:pt x="4888885" y="2886710"/>
                    <a:pt x="4888885" y="2956943"/>
                  </a:cubicBezTo>
                  <a:cubicBezTo>
                    <a:pt x="4825938" y="2956943"/>
                    <a:pt x="4761609" y="2956943"/>
                    <a:pt x="4694246" y="2956943"/>
                  </a:cubicBezTo>
                  <a:cubicBezTo>
                    <a:pt x="4694246" y="2999134"/>
                    <a:pt x="4694246" y="3037327"/>
                    <a:pt x="4694246" y="3079652"/>
                  </a:cubicBezTo>
                  <a:cubicBezTo>
                    <a:pt x="4757322" y="3079652"/>
                    <a:pt x="4821656" y="3079652"/>
                    <a:pt x="4888437" y="3079652"/>
                  </a:cubicBezTo>
                  <a:cubicBezTo>
                    <a:pt x="4888437" y="3150827"/>
                    <a:pt x="4888437" y="3217964"/>
                    <a:pt x="4888437" y="3289211"/>
                  </a:cubicBezTo>
                  <a:cubicBezTo>
                    <a:pt x="4823673" y="3289211"/>
                    <a:pt x="4759334" y="3289211"/>
                    <a:pt x="4693148" y="3289211"/>
                  </a:cubicBezTo>
                  <a:cubicBezTo>
                    <a:pt x="4693148" y="3330395"/>
                    <a:pt x="4693148" y="3367583"/>
                    <a:pt x="4693148" y="3408861"/>
                  </a:cubicBezTo>
                  <a:cubicBezTo>
                    <a:pt x="4756375" y="3408861"/>
                    <a:pt x="4820723" y="3408861"/>
                    <a:pt x="4887990" y="3408861"/>
                  </a:cubicBezTo>
                  <a:cubicBezTo>
                    <a:pt x="4887990" y="3479988"/>
                    <a:pt x="4887990" y="3547142"/>
                    <a:pt x="4887990" y="3618422"/>
                  </a:cubicBezTo>
                  <a:cubicBezTo>
                    <a:pt x="4824598" y="3618422"/>
                    <a:pt x="4760266" y="3618422"/>
                    <a:pt x="4693598" y="3618422"/>
                  </a:cubicBezTo>
                  <a:cubicBezTo>
                    <a:pt x="4693598" y="3660643"/>
                    <a:pt x="4693598" y="3698827"/>
                    <a:pt x="4693598" y="3741131"/>
                  </a:cubicBezTo>
                  <a:cubicBezTo>
                    <a:pt x="4758650" y="3741131"/>
                    <a:pt x="4822993" y="3741131"/>
                    <a:pt x="4889079" y="3741131"/>
                  </a:cubicBezTo>
                  <a:cubicBezTo>
                    <a:pt x="4889079" y="3811288"/>
                    <a:pt x="4889079" y="3877406"/>
                    <a:pt x="4889079" y="3947631"/>
                  </a:cubicBezTo>
                  <a:cubicBezTo>
                    <a:pt x="4825536" y="3947631"/>
                    <a:pt x="4761199" y="3947631"/>
                    <a:pt x="4692845" y="3947631"/>
                  </a:cubicBezTo>
                  <a:cubicBezTo>
                    <a:pt x="4692845" y="3992702"/>
                    <a:pt x="4692845" y="4033854"/>
                    <a:pt x="4692845" y="4079023"/>
                  </a:cubicBezTo>
                  <a:cubicBezTo>
                    <a:pt x="4644884" y="4079023"/>
                    <a:pt x="4600794" y="4079023"/>
                    <a:pt x="4552178" y="4079023"/>
                  </a:cubicBezTo>
                  <a:cubicBezTo>
                    <a:pt x="4552178" y="4134605"/>
                    <a:pt x="4553056" y="4186256"/>
                    <a:pt x="4551488" y="4237832"/>
                  </a:cubicBezTo>
                  <a:cubicBezTo>
                    <a:pt x="4551146" y="4249074"/>
                    <a:pt x="4542061" y="4260051"/>
                    <a:pt x="4532825" y="4271195"/>
                  </a:cubicBezTo>
                  <a:cubicBezTo>
                    <a:pt x="4471134" y="4271242"/>
                    <a:pt x="4413620" y="4271242"/>
                    <a:pt x="4353630" y="4271242"/>
                  </a:cubicBezTo>
                  <a:cubicBezTo>
                    <a:pt x="4353630" y="4207164"/>
                    <a:pt x="4353630" y="4146809"/>
                    <a:pt x="4353630" y="4083312"/>
                  </a:cubicBezTo>
                  <a:cubicBezTo>
                    <a:pt x="4310110" y="4083312"/>
                    <a:pt x="4269026" y="4083312"/>
                    <a:pt x="4223769" y="4083312"/>
                  </a:cubicBezTo>
                  <a:cubicBezTo>
                    <a:pt x="4223769" y="4143214"/>
                    <a:pt x="4223769" y="4204647"/>
                    <a:pt x="4223769" y="4268633"/>
                  </a:cubicBezTo>
                  <a:cubicBezTo>
                    <a:pt x="4155496" y="4268633"/>
                    <a:pt x="4091250" y="4268633"/>
                    <a:pt x="4022888" y="4268633"/>
                  </a:cubicBezTo>
                  <a:cubicBezTo>
                    <a:pt x="4022888" y="4207046"/>
                    <a:pt x="4022888" y="4145605"/>
                    <a:pt x="4022888" y="4082216"/>
                  </a:cubicBezTo>
                  <a:cubicBezTo>
                    <a:pt x="3978823" y="4082216"/>
                    <a:pt x="3938739" y="4082216"/>
                    <a:pt x="3894555" y="4082216"/>
                  </a:cubicBezTo>
                  <a:cubicBezTo>
                    <a:pt x="3894555" y="4142284"/>
                    <a:pt x="3894555" y="4203722"/>
                    <a:pt x="3894555" y="4268190"/>
                  </a:cubicBezTo>
                  <a:cubicBezTo>
                    <a:pt x="3826334" y="4268190"/>
                    <a:pt x="3762070" y="4268190"/>
                    <a:pt x="3693674" y="4268190"/>
                  </a:cubicBezTo>
                  <a:cubicBezTo>
                    <a:pt x="3693674" y="4207973"/>
                    <a:pt x="3693674" y="4146531"/>
                    <a:pt x="3693674" y="4082662"/>
                  </a:cubicBezTo>
                  <a:cubicBezTo>
                    <a:pt x="3648556" y="4082662"/>
                    <a:pt x="3607481" y="4082662"/>
                    <a:pt x="3562278" y="4082662"/>
                  </a:cubicBezTo>
                  <a:cubicBezTo>
                    <a:pt x="3562278" y="4144561"/>
                    <a:pt x="3562278" y="4206000"/>
                    <a:pt x="3562278" y="4269280"/>
                  </a:cubicBezTo>
                  <a:cubicBezTo>
                    <a:pt x="3495021" y="4269280"/>
                    <a:pt x="3431794" y="4269280"/>
                    <a:pt x="3364461" y="4269280"/>
                  </a:cubicBezTo>
                  <a:cubicBezTo>
                    <a:pt x="3364461" y="4208895"/>
                    <a:pt x="3364461" y="4147456"/>
                    <a:pt x="3364461" y="4081983"/>
                  </a:cubicBezTo>
                  <a:cubicBezTo>
                    <a:pt x="3316489" y="4081983"/>
                    <a:pt x="3272456" y="4081983"/>
                    <a:pt x="3224376" y="4081983"/>
                  </a:cubicBezTo>
                  <a:cubicBezTo>
                    <a:pt x="3224376" y="4034006"/>
                    <a:pt x="3224376" y="3989937"/>
                    <a:pt x="3224376" y="3941890"/>
                  </a:cubicBezTo>
                  <a:cubicBezTo>
                    <a:pt x="3156121" y="3941890"/>
                    <a:pt x="3091795" y="3941890"/>
                    <a:pt x="3025433" y="3941890"/>
                  </a:cubicBezTo>
                  <a:cubicBezTo>
                    <a:pt x="3025433" y="3870678"/>
                    <a:pt x="3025433" y="3803546"/>
                    <a:pt x="3025433" y="3733849"/>
                  </a:cubicBezTo>
                  <a:cubicBezTo>
                    <a:pt x="3090349" y="3733849"/>
                    <a:pt x="3153597" y="3733849"/>
                    <a:pt x="3219954" y="3733849"/>
                  </a:cubicBezTo>
                  <a:cubicBezTo>
                    <a:pt x="3219954" y="3693200"/>
                    <a:pt x="3219954" y="3655001"/>
                    <a:pt x="3219954" y="3612675"/>
                  </a:cubicBezTo>
                  <a:cubicBezTo>
                    <a:pt x="3157060" y="3612675"/>
                    <a:pt x="3092726" y="3612675"/>
                    <a:pt x="3025880" y="3612675"/>
                  </a:cubicBezTo>
                  <a:cubicBezTo>
                    <a:pt x="3025880" y="3541506"/>
                    <a:pt x="3025880" y="3474367"/>
                    <a:pt x="3025880" y="3403113"/>
                  </a:cubicBezTo>
                  <a:cubicBezTo>
                    <a:pt x="3090465" y="3403113"/>
                    <a:pt x="3154796" y="3403113"/>
                    <a:pt x="3221049" y="3403113"/>
                  </a:cubicBezTo>
                  <a:cubicBezTo>
                    <a:pt x="3221049" y="3359040"/>
                    <a:pt x="3221049" y="3318963"/>
                    <a:pt x="3221049" y="3274782"/>
                  </a:cubicBezTo>
                  <a:cubicBezTo>
                    <a:pt x="3157991" y="3274782"/>
                    <a:pt x="3093651" y="3274782"/>
                    <a:pt x="3026326" y="3274782"/>
                  </a:cubicBezTo>
                  <a:cubicBezTo>
                    <a:pt x="3026326" y="3206555"/>
                    <a:pt x="3026326" y="3142293"/>
                    <a:pt x="3026326" y="3073902"/>
                  </a:cubicBezTo>
                  <a:cubicBezTo>
                    <a:pt x="3089546" y="3073902"/>
                    <a:pt x="3153871" y="3073902"/>
                    <a:pt x="3220601" y="3073902"/>
                  </a:cubicBezTo>
                  <a:cubicBezTo>
                    <a:pt x="3220601" y="3028795"/>
                    <a:pt x="3220601" y="2987718"/>
                    <a:pt x="3220601" y="2942508"/>
                  </a:cubicBezTo>
                  <a:cubicBezTo>
                    <a:pt x="3155711" y="2942508"/>
                    <a:pt x="3091379" y="2942508"/>
                    <a:pt x="3025236" y="2942508"/>
                  </a:cubicBezTo>
                  <a:cubicBezTo>
                    <a:pt x="3025236" y="2875250"/>
                    <a:pt x="3025236" y="2812025"/>
                    <a:pt x="3025236" y="2744693"/>
                  </a:cubicBezTo>
                  <a:cubicBezTo>
                    <a:pt x="3088606" y="2744693"/>
                    <a:pt x="3152944" y="2744693"/>
                    <a:pt x="3221307" y="2744693"/>
                  </a:cubicBezTo>
                  <a:cubicBezTo>
                    <a:pt x="3221307" y="2696721"/>
                    <a:pt x="3221307" y="2652687"/>
                    <a:pt x="3221307" y="2604609"/>
                  </a:cubicBezTo>
                  <a:cubicBezTo>
                    <a:pt x="3269257" y="2604609"/>
                    <a:pt x="3313345" y="2604609"/>
                    <a:pt x="3361399" y="2604609"/>
                  </a:cubicBezTo>
                  <a:cubicBezTo>
                    <a:pt x="3361399" y="2536357"/>
                    <a:pt x="3361399" y="2472026"/>
                    <a:pt x="3361399" y="2405695"/>
                  </a:cubicBezTo>
                  <a:cubicBezTo>
                    <a:pt x="3428645" y="2405695"/>
                    <a:pt x="3491868" y="2405695"/>
                    <a:pt x="3559210" y="2405695"/>
                  </a:cubicBezTo>
                  <a:cubicBezTo>
                    <a:pt x="3559210" y="2468580"/>
                    <a:pt x="3559210" y="2532890"/>
                    <a:pt x="3559210" y="2600274"/>
                  </a:cubicBezTo>
                  <a:cubicBezTo>
                    <a:pt x="3604280" y="2600274"/>
                    <a:pt x="3645382" y="2600274"/>
                    <a:pt x="3690612" y="2600274"/>
                  </a:cubicBezTo>
                  <a:cubicBezTo>
                    <a:pt x="3690612" y="2537277"/>
                    <a:pt x="3690612" y="2472954"/>
                    <a:pt x="3690612" y="2406141"/>
                  </a:cubicBezTo>
                  <a:cubicBezTo>
                    <a:pt x="3758891" y="2406141"/>
                    <a:pt x="3823135" y="2406141"/>
                    <a:pt x="3891494" y="2406141"/>
                  </a:cubicBezTo>
                  <a:cubicBezTo>
                    <a:pt x="3891494" y="2470829"/>
                    <a:pt x="3891494" y="2535157"/>
                    <a:pt x="3891494" y="2601370"/>
                  </a:cubicBezTo>
                  <a:cubicBezTo>
                    <a:pt x="3935565" y="2601370"/>
                    <a:pt x="3975645" y="2601370"/>
                    <a:pt x="4019825" y="2601370"/>
                  </a:cubicBezTo>
                  <a:cubicBezTo>
                    <a:pt x="4019825" y="2538223"/>
                    <a:pt x="4019825" y="2473880"/>
                    <a:pt x="4019825" y="2406587"/>
                  </a:cubicBezTo>
                  <a:cubicBezTo>
                    <a:pt x="4088055" y="2406587"/>
                    <a:pt x="4152315" y="2406587"/>
                    <a:pt x="4220705" y="2406587"/>
                  </a:cubicBezTo>
                  <a:cubicBezTo>
                    <a:pt x="4220705" y="2469895"/>
                    <a:pt x="4220705" y="2534224"/>
                    <a:pt x="4220705" y="2600921"/>
                  </a:cubicBezTo>
                  <a:cubicBezTo>
                    <a:pt x="4265826" y="2600921"/>
                    <a:pt x="4306901" y="2600921"/>
                    <a:pt x="4352101" y="2600921"/>
                  </a:cubicBezTo>
                  <a:cubicBezTo>
                    <a:pt x="4352101" y="2535946"/>
                    <a:pt x="4352101" y="2471610"/>
                    <a:pt x="4352101" y="2405497"/>
                  </a:cubicBezTo>
                  <a:close/>
                  <a:moveTo>
                    <a:pt x="5959837" y="1299586"/>
                  </a:moveTo>
                  <a:cubicBezTo>
                    <a:pt x="6070432" y="1299586"/>
                    <a:pt x="6160087" y="1389765"/>
                    <a:pt x="6160087" y="1501007"/>
                  </a:cubicBezTo>
                  <a:cubicBezTo>
                    <a:pt x="6160087" y="1612249"/>
                    <a:pt x="6070432" y="1702429"/>
                    <a:pt x="5959837" y="1702429"/>
                  </a:cubicBezTo>
                  <a:cubicBezTo>
                    <a:pt x="5849242" y="1702429"/>
                    <a:pt x="5759587" y="1612249"/>
                    <a:pt x="5759587" y="1501007"/>
                  </a:cubicBezTo>
                  <a:cubicBezTo>
                    <a:pt x="5759587" y="1389765"/>
                    <a:pt x="5849242" y="1299586"/>
                    <a:pt x="5959837" y="1299586"/>
                  </a:cubicBezTo>
                  <a:close/>
                  <a:moveTo>
                    <a:pt x="3963" y="932876"/>
                  </a:moveTo>
                  <a:lnTo>
                    <a:pt x="400155" y="932876"/>
                  </a:lnTo>
                  <a:lnTo>
                    <a:pt x="399862" y="4779407"/>
                  </a:lnTo>
                  <a:cubicBezTo>
                    <a:pt x="399845" y="5045781"/>
                    <a:pt x="399862" y="5312156"/>
                    <a:pt x="399862" y="5578530"/>
                  </a:cubicBezTo>
                  <a:cubicBezTo>
                    <a:pt x="399862" y="5592630"/>
                    <a:pt x="399862" y="5606721"/>
                    <a:pt x="399862" y="5627216"/>
                  </a:cubicBezTo>
                  <a:cubicBezTo>
                    <a:pt x="478605" y="5567800"/>
                    <a:pt x="552607" y="5511941"/>
                    <a:pt x="626627" y="5456117"/>
                  </a:cubicBezTo>
                  <a:cubicBezTo>
                    <a:pt x="801653" y="5324115"/>
                    <a:pt x="976981" y="5192493"/>
                    <a:pt x="1151654" y="5060014"/>
                  </a:cubicBezTo>
                  <a:cubicBezTo>
                    <a:pt x="1312952" y="4937662"/>
                    <a:pt x="1474516" y="4815621"/>
                    <a:pt x="1633789" y="4690678"/>
                  </a:cubicBezTo>
                  <a:cubicBezTo>
                    <a:pt x="1675115" y="4658259"/>
                    <a:pt x="1715309" y="4643575"/>
                    <a:pt x="1768674" y="4643628"/>
                  </a:cubicBezTo>
                  <a:cubicBezTo>
                    <a:pt x="3309028" y="4645061"/>
                    <a:pt x="4849381" y="4644787"/>
                    <a:pt x="6389734" y="4644787"/>
                  </a:cubicBezTo>
                  <a:cubicBezTo>
                    <a:pt x="6406868" y="4644787"/>
                    <a:pt x="6424002" y="4644787"/>
                    <a:pt x="6444453" y="4644787"/>
                  </a:cubicBezTo>
                  <a:cubicBezTo>
                    <a:pt x="6444453" y="3934721"/>
                    <a:pt x="6444453" y="3227424"/>
                    <a:pt x="6444453" y="2524770"/>
                  </a:cubicBezTo>
                  <a:cubicBezTo>
                    <a:pt x="6516774" y="2484621"/>
                    <a:pt x="6586415" y="2450017"/>
                    <a:pt x="6651721" y="2408567"/>
                  </a:cubicBezTo>
                  <a:cubicBezTo>
                    <a:pt x="6716683" y="2367347"/>
                    <a:pt x="6777293" y="2319253"/>
                    <a:pt x="6843130" y="2271771"/>
                  </a:cubicBezTo>
                  <a:cubicBezTo>
                    <a:pt x="6843130" y="3196756"/>
                    <a:pt x="6843130" y="4117974"/>
                    <a:pt x="6843130" y="5044384"/>
                  </a:cubicBezTo>
                  <a:cubicBezTo>
                    <a:pt x="6826341" y="5044384"/>
                    <a:pt x="6809543" y="5044384"/>
                    <a:pt x="6792746" y="5044384"/>
                  </a:cubicBezTo>
                  <a:cubicBezTo>
                    <a:pt x="5175657" y="5044384"/>
                    <a:pt x="3558578" y="5045047"/>
                    <a:pt x="1941498" y="5042402"/>
                  </a:cubicBezTo>
                  <a:cubicBezTo>
                    <a:pt x="1860933" y="5042270"/>
                    <a:pt x="1801031" y="5067453"/>
                    <a:pt x="1740492" y="5114175"/>
                  </a:cubicBezTo>
                  <a:cubicBezTo>
                    <a:pt x="1553480" y="5258499"/>
                    <a:pt x="1363646" y="5399160"/>
                    <a:pt x="1175643" y="5542219"/>
                  </a:cubicBezTo>
                  <a:cubicBezTo>
                    <a:pt x="999864" y="5675981"/>
                    <a:pt x="825138" y="5811123"/>
                    <a:pt x="649732" y="5945389"/>
                  </a:cubicBezTo>
                  <a:cubicBezTo>
                    <a:pt x="540719" y="6028829"/>
                    <a:pt x="433069" y="6114206"/>
                    <a:pt x="321447" y="6194019"/>
                  </a:cubicBezTo>
                  <a:cubicBezTo>
                    <a:pt x="252284" y="6243466"/>
                    <a:pt x="174823" y="6250675"/>
                    <a:pt x="98354" y="6205598"/>
                  </a:cubicBezTo>
                  <a:cubicBezTo>
                    <a:pt x="31756" y="6166351"/>
                    <a:pt x="-18" y="6107661"/>
                    <a:pt x="0" y="6029625"/>
                  </a:cubicBezTo>
                  <a:close/>
                  <a:moveTo>
                    <a:pt x="771110" y="153647"/>
                  </a:moveTo>
                  <a:lnTo>
                    <a:pt x="4343965" y="153683"/>
                  </a:lnTo>
                  <a:cubicBezTo>
                    <a:pt x="4359480" y="153683"/>
                    <a:pt x="4374986" y="153683"/>
                    <a:pt x="4394588" y="153683"/>
                  </a:cubicBezTo>
                  <a:cubicBezTo>
                    <a:pt x="4377419" y="185553"/>
                    <a:pt x="4360382" y="212948"/>
                    <a:pt x="4347362" y="242129"/>
                  </a:cubicBezTo>
                  <a:cubicBezTo>
                    <a:pt x="4306805" y="333008"/>
                    <a:pt x="4266071" y="423878"/>
                    <a:pt x="4229150" y="516252"/>
                  </a:cubicBezTo>
                  <a:cubicBezTo>
                    <a:pt x="4217651" y="545027"/>
                    <a:pt x="4204435" y="554085"/>
                    <a:pt x="4173918" y="553996"/>
                  </a:cubicBezTo>
                  <a:cubicBezTo>
                    <a:pt x="3804776" y="552890"/>
                    <a:pt x="3435634" y="553271"/>
                    <a:pt x="3066492" y="553280"/>
                  </a:cubicBezTo>
                  <a:lnTo>
                    <a:pt x="771110" y="551519"/>
                  </a:lnTo>
                  <a:close/>
                  <a:moveTo>
                    <a:pt x="5762187" y="0"/>
                  </a:moveTo>
                  <a:lnTo>
                    <a:pt x="6159246" y="0"/>
                  </a:lnTo>
                  <a:lnTo>
                    <a:pt x="6159246" y="1115253"/>
                  </a:lnTo>
                  <a:lnTo>
                    <a:pt x="5762187" y="1115253"/>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868" name="Freeform: Shape 867">
              <a:extLst>
                <a:ext uri="{FF2B5EF4-FFF2-40B4-BE49-F238E27FC236}">
                  <a16:creationId xmlns:a16="http://schemas.microsoft.com/office/drawing/2014/main" id="{1D6F9DE5-A3D9-8C3C-DDED-0391227E5C13}"/>
                </a:ext>
                <a:ext uri="{C183D7F6-B498-43B3-948B-1728B52AA6E4}">
                  <adec:decorative xmlns:adec="http://schemas.microsoft.com/office/drawing/2017/decorative" val="1"/>
                </a:ext>
              </a:extLst>
            </p:cNvPr>
            <p:cNvSpPr/>
            <p:nvPr/>
          </p:nvSpPr>
          <p:spPr>
            <a:xfrm>
              <a:off x="7726525" y="1517247"/>
              <a:ext cx="501255" cy="231044"/>
            </a:xfrm>
            <a:custGeom>
              <a:avLst/>
              <a:gdLst>
                <a:gd name="connsiteX0" fmla="*/ 1306105 w 7518833"/>
                <a:gd name="connsiteY0" fmla="*/ 2004324 h 3465668"/>
                <a:gd name="connsiteX1" fmla="*/ 1306105 w 7518833"/>
                <a:gd name="connsiteY1" fmla="*/ 3069410 h 3465668"/>
                <a:gd name="connsiteX2" fmla="*/ 2289047 w 7518833"/>
                <a:gd name="connsiteY2" fmla="*/ 3069410 h 3465668"/>
                <a:gd name="connsiteX3" fmla="*/ 2369337 w 7518833"/>
                <a:gd name="connsiteY3" fmla="*/ 3069410 h 3465668"/>
                <a:gd name="connsiteX4" fmla="*/ 2369337 w 7518833"/>
                <a:gd name="connsiteY4" fmla="*/ 2004324 h 3465668"/>
                <a:gd name="connsiteX5" fmla="*/ 1306105 w 7518833"/>
                <a:gd name="connsiteY5" fmla="*/ 2004324 h 3465668"/>
                <a:gd name="connsiteX6" fmla="*/ 1241952 w 7518833"/>
                <a:gd name="connsiteY6" fmla="*/ 1603614 h 3465668"/>
                <a:gd name="connsiteX7" fmla="*/ 1449092 w 7518833"/>
                <a:gd name="connsiteY7" fmla="*/ 1603614 h 3465668"/>
                <a:gd name="connsiteX8" fmla="*/ 1449092 w 7518833"/>
                <a:gd name="connsiteY8" fmla="*/ 1797412 h 3465668"/>
                <a:gd name="connsiteX9" fmla="*/ 1570901 w 7518833"/>
                <a:gd name="connsiteY9" fmla="*/ 1797412 h 3465668"/>
                <a:gd name="connsiteX10" fmla="*/ 1570901 w 7518833"/>
                <a:gd name="connsiteY10" fmla="*/ 1604960 h 3465668"/>
                <a:gd name="connsiteX11" fmla="*/ 1779569 w 7518833"/>
                <a:gd name="connsiteY11" fmla="*/ 1604960 h 3465668"/>
                <a:gd name="connsiteX12" fmla="*/ 1779569 w 7518833"/>
                <a:gd name="connsiteY12" fmla="*/ 1797602 h 3465668"/>
                <a:gd name="connsiteX13" fmla="*/ 1901379 w 7518833"/>
                <a:gd name="connsiteY13" fmla="*/ 1797602 h 3465668"/>
                <a:gd name="connsiteX14" fmla="*/ 1901379 w 7518833"/>
                <a:gd name="connsiteY14" fmla="*/ 1604770 h 3465668"/>
                <a:gd name="connsiteX15" fmla="*/ 2110047 w 7518833"/>
                <a:gd name="connsiteY15" fmla="*/ 1604770 h 3465668"/>
                <a:gd name="connsiteX16" fmla="*/ 2110047 w 7518833"/>
                <a:gd name="connsiteY16" fmla="*/ 1797793 h 3465668"/>
                <a:gd name="connsiteX17" fmla="*/ 2231856 w 7518833"/>
                <a:gd name="connsiteY17" fmla="*/ 1797793 h 3465668"/>
                <a:gd name="connsiteX18" fmla="*/ 2231856 w 7518833"/>
                <a:gd name="connsiteY18" fmla="*/ 1604581 h 3465668"/>
                <a:gd name="connsiteX19" fmla="*/ 2440525 w 7518833"/>
                <a:gd name="connsiteY19" fmla="*/ 1604581 h 3465668"/>
                <a:gd name="connsiteX20" fmla="*/ 2440525 w 7518833"/>
                <a:gd name="connsiteY20" fmla="*/ 1800306 h 3465668"/>
                <a:gd name="connsiteX21" fmla="*/ 2579712 w 7518833"/>
                <a:gd name="connsiteY21" fmla="*/ 1800306 h 3465668"/>
                <a:gd name="connsiteX22" fmla="*/ 2579712 w 7518833"/>
                <a:gd name="connsiteY22" fmla="*/ 1946662 h 3465668"/>
                <a:gd name="connsiteX23" fmla="*/ 2767772 w 7518833"/>
                <a:gd name="connsiteY23" fmla="*/ 1946662 h 3465668"/>
                <a:gd name="connsiteX24" fmla="*/ 2767772 w 7518833"/>
                <a:gd name="connsiteY24" fmla="*/ 2146639 h 3465668"/>
                <a:gd name="connsiteX25" fmla="*/ 2584113 w 7518833"/>
                <a:gd name="connsiteY25" fmla="*/ 2146639 h 3465668"/>
                <a:gd name="connsiteX26" fmla="*/ 2584113 w 7518833"/>
                <a:gd name="connsiteY26" fmla="*/ 2277136 h 3465668"/>
                <a:gd name="connsiteX27" fmla="*/ 2767970 w 7518833"/>
                <a:gd name="connsiteY27" fmla="*/ 2277136 h 3465668"/>
                <a:gd name="connsiteX28" fmla="*/ 2767970 w 7518833"/>
                <a:gd name="connsiteY28" fmla="*/ 2477123 h 3465668"/>
                <a:gd name="connsiteX29" fmla="*/ 2583920 w 7518833"/>
                <a:gd name="connsiteY29" fmla="*/ 2477123 h 3465668"/>
                <a:gd name="connsiteX30" fmla="*/ 2583920 w 7518833"/>
                <a:gd name="connsiteY30" fmla="*/ 2607619 h 3465668"/>
                <a:gd name="connsiteX31" fmla="*/ 2768163 w 7518833"/>
                <a:gd name="connsiteY31" fmla="*/ 2607619 h 3465668"/>
                <a:gd name="connsiteX32" fmla="*/ 2768163 w 7518833"/>
                <a:gd name="connsiteY32" fmla="*/ 2816292 h 3465668"/>
                <a:gd name="connsiteX33" fmla="*/ 2583727 w 7518833"/>
                <a:gd name="connsiteY33" fmla="*/ 2816292 h 3465668"/>
                <a:gd name="connsiteX34" fmla="*/ 2583727 w 7518833"/>
                <a:gd name="connsiteY34" fmla="*/ 2938103 h 3465668"/>
                <a:gd name="connsiteX35" fmla="*/ 2768355 w 7518833"/>
                <a:gd name="connsiteY35" fmla="*/ 2938103 h 3465668"/>
                <a:gd name="connsiteX36" fmla="*/ 2768355 w 7518833"/>
                <a:gd name="connsiteY36" fmla="*/ 3146773 h 3465668"/>
                <a:gd name="connsiteX37" fmla="*/ 2581169 w 7518833"/>
                <a:gd name="connsiteY37" fmla="*/ 3146773 h 3465668"/>
                <a:gd name="connsiteX38" fmla="*/ 2581169 w 7518833"/>
                <a:gd name="connsiteY38" fmla="*/ 3268581 h 3465668"/>
                <a:gd name="connsiteX39" fmla="*/ 2443509 w 7518833"/>
                <a:gd name="connsiteY39" fmla="*/ 3268581 h 3465668"/>
                <a:gd name="connsiteX40" fmla="*/ 2443509 w 7518833"/>
                <a:gd name="connsiteY40" fmla="*/ 3465282 h 3465668"/>
                <a:gd name="connsiteX41" fmla="*/ 2234834 w 7518833"/>
                <a:gd name="connsiteY41" fmla="*/ 3465282 h 3465668"/>
                <a:gd name="connsiteX42" fmla="*/ 2234834 w 7518833"/>
                <a:gd name="connsiteY42" fmla="*/ 3272837 h 3465668"/>
                <a:gd name="connsiteX43" fmla="*/ 2113025 w 7518833"/>
                <a:gd name="connsiteY43" fmla="*/ 3272837 h 3465668"/>
                <a:gd name="connsiteX44" fmla="*/ 2113025 w 7518833"/>
                <a:gd name="connsiteY44" fmla="*/ 3465471 h 3465668"/>
                <a:gd name="connsiteX45" fmla="*/ 1904357 w 7518833"/>
                <a:gd name="connsiteY45" fmla="*/ 3465471 h 3465668"/>
                <a:gd name="connsiteX46" fmla="*/ 1904357 w 7518833"/>
                <a:gd name="connsiteY46" fmla="*/ 3272647 h 3465668"/>
                <a:gd name="connsiteX47" fmla="*/ 1782548 w 7518833"/>
                <a:gd name="connsiteY47" fmla="*/ 3272647 h 3465668"/>
                <a:gd name="connsiteX48" fmla="*/ 1782548 w 7518833"/>
                <a:gd name="connsiteY48" fmla="*/ 3465661 h 3465668"/>
                <a:gd name="connsiteX49" fmla="*/ 1573879 w 7518833"/>
                <a:gd name="connsiteY49" fmla="*/ 3465661 h 3465668"/>
                <a:gd name="connsiteX50" fmla="*/ 1573879 w 7518833"/>
                <a:gd name="connsiteY50" fmla="*/ 3269206 h 3465668"/>
                <a:gd name="connsiteX51" fmla="*/ 1520193 w 7518833"/>
                <a:gd name="connsiteY51" fmla="*/ 3269206 h 3465668"/>
                <a:gd name="connsiteX52" fmla="*/ 1452433 w 7518833"/>
                <a:gd name="connsiteY52" fmla="*/ 3269206 h 3465668"/>
                <a:gd name="connsiteX53" fmla="*/ 1452433 w 7518833"/>
                <a:gd name="connsiteY53" fmla="*/ 3465668 h 3465668"/>
                <a:gd name="connsiteX54" fmla="*/ 1243765 w 7518833"/>
                <a:gd name="connsiteY54" fmla="*/ 3465668 h 3465668"/>
                <a:gd name="connsiteX55" fmla="*/ 1243765 w 7518833"/>
                <a:gd name="connsiteY55" fmla="*/ 3270219 h 3465668"/>
                <a:gd name="connsiteX56" fmla="*/ 1104578 w 7518833"/>
                <a:gd name="connsiteY56" fmla="*/ 3270219 h 3465668"/>
                <a:gd name="connsiteX57" fmla="*/ 1104578 w 7518833"/>
                <a:gd name="connsiteY57" fmla="*/ 3131023 h 3465668"/>
                <a:gd name="connsiteX58" fmla="*/ 906199 w 7518833"/>
                <a:gd name="connsiteY58" fmla="*/ 3131023 h 3465668"/>
                <a:gd name="connsiteX59" fmla="*/ 906199 w 7518833"/>
                <a:gd name="connsiteY59" fmla="*/ 2932571 h 3465668"/>
                <a:gd name="connsiteX60" fmla="*/ 1099901 w 7518833"/>
                <a:gd name="connsiteY60" fmla="*/ 2932571 h 3465668"/>
                <a:gd name="connsiteX61" fmla="*/ 1099901 w 7518833"/>
                <a:gd name="connsiteY61" fmla="*/ 2802077 h 3465668"/>
                <a:gd name="connsiteX62" fmla="*/ 907544 w 7518833"/>
                <a:gd name="connsiteY62" fmla="*/ 2802077 h 3465668"/>
                <a:gd name="connsiteX63" fmla="*/ 907544 w 7518833"/>
                <a:gd name="connsiteY63" fmla="*/ 2602091 h 3465668"/>
                <a:gd name="connsiteX64" fmla="*/ 1100094 w 7518833"/>
                <a:gd name="connsiteY64" fmla="*/ 2602091 h 3465668"/>
                <a:gd name="connsiteX65" fmla="*/ 1100094 w 7518833"/>
                <a:gd name="connsiteY65" fmla="*/ 2471596 h 3465668"/>
                <a:gd name="connsiteX66" fmla="*/ 907353 w 7518833"/>
                <a:gd name="connsiteY66" fmla="*/ 2471596 h 3465668"/>
                <a:gd name="connsiteX67" fmla="*/ 907353 w 7518833"/>
                <a:gd name="connsiteY67" fmla="*/ 2271610 h 3465668"/>
                <a:gd name="connsiteX68" fmla="*/ 1100286 w 7518833"/>
                <a:gd name="connsiteY68" fmla="*/ 2271610 h 3465668"/>
                <a:gd name="connsiteX69" fmla="*/ 1100286 w 7518833"/>
                <a:gd name="connsiteY69" fmla="*/ 2141115 h 3465668"/>
                <a:gd name="connsiteX70" fmla="*/ 907161 w 7518833"/>
                <a:gd name="connsiteY70" fmla="*/ 2141115 h 3465668"/>
                <a:gd name="connsiteX71" fmla="*/ 907161 w 7518833"/>
                <a:gd name="connsiteY71" fmla="*/ 1941131 h 3465668"/>
                <a:gd name="connsiteX72" fmla="*/ 1102756 w 7518833"/>
                <a:gd name="connsiteY72" fmla="*/ 1941131 h 3465668"/>
                <a:gd name="connsiteX73" fmla="*/ 1102756 w 7518833"/>
                <a:gd name="connsiteY73" fmla="*/ 1801944 h 3465668"/>
                <a:gd name="connsiteX74" fmla="*/ 1241952 w 7518833"/>
                <a:gd name="connsiteY74" fmla="*/ 1801944 h 3465668"/>
                <a:gd name="connsiteX75" fmla="*/ 1241952 w 7518833"/>
                <a:gd name="connsiteY75" fmla="*/ 1603614 h 3465668"/>
                <a:gd name="connsiteX76" fmla="*/ 0 w 7518833"/>
                <a:gd name="connsiteY76" fmla="*/ 697124 h 3465668"/>
                <a:gd name="connsiteX77" fmla="*/ 587928 w 7518833"/>
                <a:gd name="connsiteY77" fmla="*/ 697124 h 3465668"/>
                <a:gd name="connsiteX78" fmla="*/ 587928 w 7518833"/>
                <a:gd name="connsiteY78" fmla="*/ 1285051 h 3465668"/>
                <a:gd name="connsiteX79" fmla="*/ 0 w 7518833"/>
                <a:gd name="connsiteY79" fmla="*/ 1285051 h 3465668"/>
                <a:gd name="connsiteX80" fmla="*/ 6012007 w 7518833"/>
                <a:gd name="connsiteY80" fmla="*/ 400908 h 3465668"/>
                <a:gd name="connsiteX81" fmla="*/ 5851765 w 7518833"/>
                <a:gd name="connsiteY81" fmla="*/ 419784 h 3465668"/>
                <a:gd name="connsiteX82" fmla="*/ 5094841 w 7518833"/>
                <a:gd name="connsiteY82" fmla="*/ 988274 h 3465668"/>
                <a:gd name="connsiteX83" fmla="*/ 4985368 w 7518833"/>
                <a:gd name="connsiteY83" fmla="*/ 1585795 h 3465668"/>
                <a:gd name="connsiteX84" fmla="*/ 5116893 w 7518833"/>
                <a:gd name="connsiteY84" fmla="*/ 1992851 h 3465668"/>
                <a:gd name="connsiteX85" fmla="*/ 5622954 w 7518833"/>
                <a:gd name="connsiteY85" fmla="*/ 2449807 h 3465668"/>
                <a:gd name="connsiteX86" fmla="*/ 6280642 w 7518833"/>
                <a:gd name="connsiteY86" fmla="*/ 2513917 h 3465668"/>
                <a:gd name="connsiteX87" fmla="*/ 6731999 w 7518833"/>
                <a:gd name="connsiteY87" fmla="*/ 2290779 h 3465668"/>
                <a:gd name="connsiteX88" fmla="*/ 7031015 w 7518833"/>
                <a:gd name="connsiteY88" fmla="*/ 1891260 h 3465668"/>
                <a:gd name="connsiteX89" fmla="*/ 7112486 w 7518833"/>
                <a:gd name="connsiteY89" fmla="*/ 1353511 h 3465668"/>
                <a:gd name="connsiteX90" fmla="*/ 6929514 w 7518833"/>
                <a:gd name="connsiteY90" fmla="*/ 867770 h 3465668"/>
                <a:gd name="connsiteX91" fmla="*/ 6754795 w 7518833"/>
                <a:gd name="connsiteY91" fmla="*/ 672008 h 3465668"/>
                <a:gd name="connsiteX92" fmla="*/ 6476565 w 7518833"/>
                <a:gd name="connsiteY92" fmla="*/ 491051 h 3465668"/>
                <a:gd name="connsiteX93" fmla="*/ 6012007 w 7518833"/>
                <a:gd name="connsiteY93" fmla="*/ 400908 h 3465668"/>
                <a:gd name="connsiteX94" fmla="*/ 5971156 w 7518833"/>
                <a:gd name="connsiteY94" fmla="*/ 1689 h 3465668"/>
                <a:gd name="connsiteX95" fmla="*/ 6181363 w 7518833"/>
                <a:gd name="connsiteY95" fmla="*/ 5356 h 3465668"/>
                <a:gd name="connsiteX96" fmla="*/ 6873576 w 7518833"/>
                <a:gd name="connsiteY96" fmla="*/ 252547 h 3465668"/>
                <a:gd name="connsiteX97" fmla="*/ 7457748 w 7518833"/>
                <a:gd name="connsiteY97" fmla="*/ 1044927 h 3465668"/>
                <a:gd name="connsiteX98" fmla="*/ 7512426 w 7518833"/>
                <a:gd name="connsiteY98" fmla="*/ 1607042 h 3465668"/>
                <a:gd name="connsiteX99" fmla="*/ 7210585 w 7518833"/>
                <a:gd name="connsiteY99" fmla="*/ 2371029 h 3465668"/>
                <a:gd name="connsiteX100" fmla="*/ 6692778 w 7518833"/>
                <a:gd name="connsiteY100" fmla="*/ 2792866 h 3465668"/>
                <a:gd name="connsiteX101" fmla="*/ 6198152 w 7518833"/>
                <a:gd name="connsiteY101" fmla="*/ 2931660 h 3465668"/>
                <a:gd name="connsiteX102" fmla="*/ 5568260 w 7518833"/>
                <a:gd name="connsiteY102" fmla="*/ 2860757 h 3465668"/>
                <a:gd name="connsiteX103" fmla="*/ 5072793 w 7518833"/>
                <a:gd name="connsiteY103" fmla="*/ 2570926 h 3465668"/>
                <a:gd name="connsiteX104" fmla="*/ 4652461 w 7518833"/>
                <a:gd name="connsiteY104" fmla="*/ 1935314 h 3465668"/>
                <a:gd name="connsiteX105" fmla="*/ 4588478 w 7518833"/>
                <a:gd name="connsiteY105" fmla="*/ 1613882 h 3465668"/>
                <a:gd name="connsiteX106" fmla="*/ 4578416 w 7518833"/>
                <a:gd name="connsiteY106" fmla="*/ 1385633 h 3465668"/>
                <a:gd name="connsiteX107" fmla="*/ 4704663 w 7518833"/>
                <a:gd name="connsiteY107" fmla="*/ 870075 h 3465668"/>
                <a:gd name="connsiteX108" fmla="*/ 5040128 w 7518833"/>
                <a:gd name="connsiteY108" fmla="*/ 397786 h 3465668"/>
                <a:gd name="connsiteX109" fmla="*/ 5760506 w 7518833"/>
                <a:gd name="connsiteY109" fmla="*/ 27352 h 3465668"/>
                <a:gd name="connsiteX110" fmla="*/ 5971156 w 7518833"/>
                <a:gd name="connsiteY110" fmla="*/ 1689 h 346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518833" h="3465668">
                  <a:moveTo>
                    <a:pt x="1306105" y="2004324"/>
                  </a:moveTo>
                  <a:cubicBezTo>
                    <a:pt x="1306105" y="2360277"/>
                    <a:pt x="1306105" y="2712830"/>
                    <a:pt x="1306105" y="3069410"/>
                  </a:cubicBezTo>
                  <a:cubicBezTo>
                    <a:pt x="1632642" y="3069410"/>
                    <a:pt x="1956560" y="3069410"/>
                    <a:pt x="2289047" y="3069410"/>
                  </a:cubicBezTo>
                  <a:cubicBezTo>
                    <a:pt x="2315888" y="3069410"/>
                    <a:pt x="2342729" y="3069410"/>
                    <a:pt x="2369337" y="3069410"/>
                  </a:cubicBezTo>
                  <a:cubicBezTo>
                    <a:pt x="2369337" y="2710105"/>
                    <a:pt x="2369337" y="2357552"/>
                    <a:pt x="2369337" y="2004324"/>
                  </a:cubicBezTo>
                  <a:cubicBezTo>
                    <a:pt x="2013133" y="2004324"/>
                    <a:pt x="1659555" y="2004324"/>
                    <a:pt x="1306105" y="2004324"/>
                  </a:cubicBezTo>
                  <a:close/>
                  <a:moveTo>
                    <a:pt x="1241952" y="1603614"/>
                  </a:moveTo>
                  <a:cubicBezTo>
                    <a:pt x="1313309" y="1603614"/>
                    <a:pt x="1379220" y="1603614"/>
                    <a:pt x="1449092" y="1603614"/>
                  </a:cubicBezTo>
                  <a:cubicBezTo>
                    <a:pt x="1449092" y="1667567"/>
                    <a:pt x="1449092" y="1730644"/>
                    <a:pt x="1449092" y="1797412"/>
                  </a:cubicBezTo>
                  <a:cubicBezTo>
                    <a:pt x="1490882" y="1797412"/>
                    <a:pt x="1528895" y="1797412"/>
                    <a:pt x="1570901" y="1797412"/>
                  </a:cubicBezTo>
                  <a:cubicBezTo>
                    <a:pt x="1570901" y="1734711"/>
                    <a:pt x="1570901" y="1671631"/>
                    <a:pt x="1570901" y="1604960"/>
                  </a:cubicBezTo>
                  <a:cubicBezTo>
                    <a:pt x="1641661" y="1604960"/>
                    <a:pt x="1708616" y="1604960"/>
                    <a:pt x="1779569" y="1604960"/>
                  </a:cubicBezTo>
                  <a:cubicBezTo>
                    <a:pt x="1779569" y="1667962"/>
                    <a:pt x="1779569" y="1731046"/>
                    <a:pt x="1779569" y="1797602"/>
                  </a:cubicBezTo>
                  <a:cubicBezTo>
                    <a:pt x="1821404" y="1797602"/>
                    <a:pt x="1859396" y="1797602"/>
                    <a:pt x="1901379" y="1797602"/>
                  </a:cubicBezTo>
                  <a:cubicBezTo>
                    <a:pt x="1901379" y="1734306"/>
                    <a:pt x="1901379" y="1671236"/>
                    <a:pt x="1901379" y="1604770"/>
                  </a:cubicBezTo>
                  <a:cubicBezTo>
                    <a:pt x="1972167" y="1604770"/>
                    <a:pt x="2039114" y="1604770"/>
                    <a:pt x="2110047" y="1604770"/>
                  </a:cubicBezTo>
                  <a:cubicBezTo>
                    <a:pt x="2110047" y="1668363"/>
                    <a:pt x="2110047" y="1731432"/>
                    <a:pt x="2110047" y="1797793"/>
                  </a:cubicBezTo>
                  <a:cubicBezTo>
                    <a:pt x="2151909" y="1797793"/>
                    <a:pt x="2189891" y="1797793"/>
                    <a:pt x="2231856" y="1797793"/>
                  </a:cubicBezTo>
                  <a:cubicBezTo>
                    <a:pt x="2231856" y="1733937"/>
                    <a:pt x="2231856" y="1670850"/>
                    <a:pt x="2231856" y="1604581"/>
                  </a:cubicBezTo>
                  <a:cubicBezTo>
                    <a:pt x="2302669" y="1604581"/>
                    <a:pt x="2369607" y="1604581"/>
                    <a:pt x="2440525" y="1604581"/>
                  </a:cubicBezTo>
                  <a:cubicBezTo>
                    <a:pt x="2440525" y="1668734"/>
                    <a:pt x="2440525" y="1731823"/>
                    <a:pt x="2440525" y="1800306"/>
                  </a:cubicBezTo>
                  <a:cubicBezTo>
                    <a:pt x="2488148" y="1800306"/>
                    <a:pt x="2532047" y="1800306"/>
                    <a:pt x="2579712" y="1800306"/>
                  </a:cubicBezTo>
                  <a:cubicBezTo>
                    <a:pt x="2579712" y="1851342"/>
                    <a:pt x="2579712" y="1897086"/>
                    <a:pt x="2579712" y="1946662"/>
                  </a:cubicBezTo>
                  <a:cubicBezTo>
                    <a:pt x="2643666" y="1946662"/>
                    <a:pt x="2703842" y="1946662"/>
                    <a:pt x="2767772" y="1946662"/>
                  </a:cubicBezTo>
                  <a:cubicBezTo>
                    <a:pt x="2767772" y="2014514"/>
                    <a:pt x="2767772" y="2078575"/>
                    <a:pt x="2767772" y="2146639"/>
                  </a:cubicBezTo>
                  <a:cubicBezTo>
                    <a:pt x="2708114" y="2146639"/>
                    <a:pt x="2647933" y="2146639"/>
                    <a:pt x="2584113" y="2146639"/>
                  </a:cubicBezTo>
                  <a:cubicBezTo>
                    <a:pt x="2584113" y="2191317"/>
                    <a:pt x="2584113" y="2232231"/>
                    <a:pt x="2584113" y="2277136"/>
                  </a:cubicBezTo>
                  <a:cubicBezTo>
                    <a:pt x="2644067" y="2277136"/>
                    <a:pt x="2704246" y="2277136"/>
                    <a:pt x="2767970" y="2277136"/>
                  </a:cubicBezTo>
                  <a:cubicBezTo>
                    <a:pt x="2767970" y="2345011"/>
                    <a:pt x="2767970" y="2409069"/>
                    <a:pt x="2767970" y="2477123"/>
                  </a:cubicBezTo>
                  <a:cubicBezTo>
                    <a:pt x="2707703" y="2477123"/>
                    <a:pt x="2647527" y="2477123"/>
                    <a:pt x="2583920" y="2477123"/>
                  </a:cubicBezTo>
                  <a:cubicBezTo>
                    <a:pt x="2583920" y="2521840"/>
                    <a:pt x="2583920" y="2562737"/>
                    <a:pt x="2583920" y="2607619"/>
                  </a:cubicBezTo>
                  <a:cubicBezTo>
                    <a:pt x="2644475" y="2607619"/>
                    <a:pt x="2704657" y="2607619"/>
                    <a:pt x="2768163" y="2607619"/>
                  </a:cubicBezTo>
                  <a:cubicBezTo>
                    <a:pt x="2768163" y="2678419"/>
                    <a:pt x="2768163" y="2745365"/>
                    <a:pt x="2768163" y="2816292"/>
                  </a:cubicBezTo>
                  <a:cubicBezTo>
                    <a:pt x="2707329" y="2816292"/>
                    <a:pt x="2647139" y="2816292"/>
                    <a:pt x="2583727" y="2816292"/>
                  </a:cubicBezTo>
                  <a:cubicBezTo>
                    <a:pt x="2583727" y="2858153"/>
                    <a:pt x="2583727" y="2896119"/>
                    <a:pt x="2583727" y="2938103"/>
                  </a:cubicBezTo>
                  <a:cubicBezTo>
                    <a:pt x="2644838" y="2938103"/>
                    <a:pt x="2705044" y="2938103"/>
                    <a:pt x="2768355" y="2938103"/>
                  </a:cubicBezTo>
                  <a:cubicBezTo>
                    <a:pt x="2768355" y="3008922"/>
                    <a:pt x="2768355" y="3075858"/>
                    <a:pt x="2768355" y="3146773"/>
                  </a:cubicBezTo>
                  <a:cubicBezTo>
                    <a:pt x="2706942" y="3146773"/>
                    <a:pt x="2646741" y="3146773"/>
                    <a:pt x="2581169" y="3146773"/>
                  </a:cubicBezTo>
                  <a:cubicBezTo>
                    <a:pt x="2581169" y="3188564"/>
                    <a:pt x="2581169" y="3226729"/>
                    <a:pt x="2581169" y="3268581"/>
                  </a:cubicBezTo>
                  <a:cubicBezTo>
                    <a:pt x="2533005" y="3268581"/>
                    <a:pt x="2490169" y="3268581"/>
                    <a:pt x="2443509" y="3268581"/>
                  </a:cubicBezTo>
                  <a:cubicBezTo>
                    <a:pt x="2443509" y="3335427"/>
                    <a:pt x="2443509" y="3398509"/>
                    <a:pt x="2443509" y="3465282"/>
                  </a:cubicBezTo>
                  <a:cubicBezTo>
                    <a:pt x="2372758" y="3465282"/>
                    <a:pt x="2305797" y="3465282"/>
                    <a:pt x="2234834" y="3465282"/>
                  </a:cubicBezTo>
                  <a:cubicBezTo>
                    <a:pt x="2234834" y="3402580"/>
                    <a:pt x="2234834" y="3339508"/>
                    <a:pt x="2234834" y="3272837"/>
                  </a:cubicBezTo>
                  <a:cubicBezTo>
                    <a:pt x="2193022" y="3272837"/>
                    <a:pt x="2155020" y="3272837"/>
                    <a:pt x="2113025" y="3272837"/>
                  </a:cubicBezTo>
                  <a:cubicBezTo>
                    <a:pt x="2113025" y="3335825"/>
                    <a:pt x="2113025" y="3398900"/>
                    <a:pt x="2113025" y="3465471"/>
                  </a:cubicBezTo>
                  <a:cubicBezTo>
                    <a:pt x="2042254" y="3465471"/>
                    <a:pt x="1975302" y="3465471"/>
                    <a:pt x="1904357" y="3465471"/>
                  </a:cubicBezTo>
                  <a:cubicBezTo>
                    <a:pt x="1904357" y="3402176"/>
                    <a:pt x="1904357" y="3339111"/>
                    <a:pt x="1904357" y="3272647"/>
                  </a:cubicBezTo>
                  <a:cubicBezTo>
                    <a:pt x="1862508" y="3272647"/>
                    <a:pt x="1824522" y="3272647"/>
                    <a:pt x="1782548" y="3272647"/>
                  </a:cubicBezTo>
                  <a:cubicBezTo>
                    <a:pt x="1782548" y="3336218"/>
                    <a:pt x="1782548" y="3399291"/>
                    <a:pt x="1782548" y="3465661"/>
                  </a:cubicBezTo>
                  <a:cubicBezTo>
                    <a:pt x="1711747" y="3465661"/>
                    <a:pt x="1644803" y="3465661"/>
                    <a:pt x="1573879" y="3465661"/>
                  </a:cubicBezTo>
                  <a:cubicBezTo>
                    <a:pt x="1573879" y="3401808"/>
                    <a:pt x="1573879" y="3338726"/>
                    <a:pt x="1573879" y="3269206"/>
                  </a:cubicBezTo>
                  <a:cubicBezTo>
                    <a:pt x="1554782" y="3269206"/>
                    <a:pt x="1539541" y="3269206"/>
                    <a:pt x="1520193" y="3269206"/>
                  </a:cubicBezTo>
                  <a:cubicBezTo>
                    <a:pt x="1496128" y="3269206"/>
                    <a:pt x="1476172" y="3269206"/>
                    <a:pt x="1452433" y="3269206"/>
                  </a:cubicBezTo>
                  <a:cubicBezTo>
                    <a:pt x="1452433" y="3336240"/>
                    <a:pt x="1452433" y="3399317"/>
                    <a:pt x="1452433" y="3465668"/>
                  </a:cubicBezTo>
                  <a:cubicBezTo>
                    <a:pt x="1381630" y="3465668"/>
                    <a:pt x="1314687" y="3465668"/>
                    <a:pt x="1243765" y="3465668"/>
                  </a:cubicBezTo>
                  <a:cubicBezTo>
                    <a:pt x="1243765" y="3401793"/>
                    <a:pt x="1243765" y="3338709"/>
                    <a:pt x="1243765" y="3270219"/>
                  </a:cubicBezTo>
                  <a:cubicBezTo>
                    <a:pt x="1196138" y="3270219"/>
                    <a:pt x="1152248" y="3270219"/>
                    <a:pt x="1104578" y="3270219"/>
                  </a:cubicBezTo>
                  <a:cubicBezTo>
                    <a:pt x="1104578" y="3222088"/>
                    <a:pt x="1104578" y="3179236"/>
                    <a:pt x="1104578" y="3131023"/>
                  </a:cubicBezTo>
                  <a:cubicBezTo>
                    <a:pt x="1036711" y="3131023"/>
                    <a:pt x="972530" y="3131023"/>
                    <a:pt x="906199" y="3131023"/>
                  </a:cubicBezTo>
                  <a:cubicBezTo>
                    <a:pt x="906199" y="3062563"/>
                    <a:pt x="906199" y="2999550"/>
                    <a:pt x="906199" y="2932571"/>
                  </a:cubicBezTo>
                  <a:cubicBezTo>
                    <a:pt x="970006" y="2932571"/>
                    <a:pt x="1033085" y="2932571"/>
                    <a:pt x="1099901" y="2932571"/>
                  </a:cubicBezTo>
                  <a:cubicBezTo>
                    <a:pt x="1099901" y="2887912"/>
                    <a:pt x="1099901" y="2846991"/>
                    <a:pt x="1099901" y="2802077"/>
                  </a:cubicBezTo>
                  <a:cubicBezTo>
                    <a:pt x="1037343" y="2802077"/>
                    <a:pt x="974263" y="2802077"/>
                    <a:pt x="907544" y="2802077"/>
                  </a:cubicBezTo>
                  <a:cubicBezTo>
                    <a:pt x="907544" y="2734219"/>
                    <a:pt x="907544" y="2670156"/>
                    <a:pt x="907544" y="2602091"/>
                  </a:cubicBezTo>
                  <a:cubicBezTo>
                    <a:pt x="970411" y="2602091"/>
                    <a:pt x="1033480" y="2602091"/>
                    <a:pt x="1100094" y="2602091"/>
                  </a:cubicBezTo>
                  <a:cubicBezTo>
                    <a:pt x="1100094" y="2557394"/>
                    <a:pt x="1100094" y="2516490"/>
                    <a:pt x="1100094" y="2471596"/>
                  </a:cubicBezTo>
                  <a:cubicBezTo>
                    <a:pt x="1036934" y="2471596"/>
                    <a:pt x="973865" y="2471596"/>
                    <a:pt x="907353" y="2471596"/>
                  </a:cubicBezTo>
                  <a:cubicBezTo>
                    <a:pt x="907353" y="2403707"/>
                    <a:pt x="907353" y="2339652"/>
                    <a:pt x="907353" y="2271610"/>
                  </a:cubicBezTo>
                  <a:cubicBezTo>
                    <a:pt x="970812" y="2271610"/>
                    <a:pt x="1033877" y="2271610"/>
                    <a:pt x="1100286" y="2271610"/>
                  </a:cubicBezTo>
                  <a:cubicBezTo>
                    <a:pt x="1100286" y="2226868"/>
                    <a:pt x="1100286" y="2186005"/>
                    <a:pt x="1100286" y="2141115"/>
                  </a:cubicBezTo>
                  <a:cubicBezTo>
                    <a:pt x="1036551" y="2141115"/>
                    <a:pt x="973474" y="2141115"/>
                    <a:pt x="907161" y="2141115"/>
                  </a:cubicBezTo>
                  <a:cubicBezTo>
                    <a:pt x="907161" y="2073200"/>
                    <a:pt x="907161" y="2009153"/>
                    <a:pt x="907161" y="1941131"/>
                  </a:cubicBezTo>
                  <a:cubicBezTo>
                    <a:pt x="971184" y="1941131"/>
                    <a:pt x="1034272" y="1941131"/>
                    <a:pt x="1102756" y="1941131"/>
                  </a:cubicBezTo>
                  <a:cubicBezTo>
                    <a:pt x="1102756" y="1893504"/>
                    <a:pt x="1102756" y="1849610"/>
                    <a:pt x="1102756" y="1801944"/>
                  </a:cubicBezTo>
                  <a:cubicBezTo>
                    <a:pt x="1150891" y="1801944"/>
                    <a:pt x="1193744" y="1801944"/>
                    <a:pt x="1241952" y="1801944"/>
                  </a:cubicBezTo>
                  <a:cubicBezTo>
                    <a:pt x="1241952" y="1734064"/>
                    <a:pt x="1241952" y="1669897"/>
                    <a:pt x="1241952" y="1603614"/>
                  </a:cubicBezTo>
                  <a:close/>
                  <a:moveTo>
                    <a:pt x="0" y="697124"/>
                  </a:moveTo>
                  <a:lnTo>
                    <a:pt x="587928" y="697124"/>
                  </a:lnTo>
                  <a:lnTo>
                    <a:pt x="587928" y="1285051"/>
                  </a:lnTo>
                  <a:lnTo>
                    <a:pt x="0" y="1285051"/>
                  </a:lnTo>
                  <a:close/>
                  <a:moveTo>
                    <a:pt x="6012007" y="400908"/>
                  </a:moveTo>
                  <a:cubicBezTo>
                    <a:pt x="5959031" y="403040"/>
                    <a:pt x="5905613" y="409304"/>
                    <a:pt x="5851765" y="419784"/>
                  </a:cubicBezTo>
                  <a:cubicBezTo>
                    <a:pt x="5507842" y="486716"/>
                    <a:pt x="5256320" y="681337"/>
                    <a:pt x="5094841" y="988274"/>
                  </a:cubicBezTo>
                  <a:cubicBezTo>
                    <a:pt x="4997202" y="1173863"/>
                    <a:pt x="4959507" y="1374039"/>
                    <a:pt x="4985368" y="1585795"/>
                  </a:cubicBezTo>
                  <a:cubicBezTo>
                    <a:pt x="5003100" y="1730994"/>
                    <a:pt x="5044936" y="1866030"/>
                    <a:pt x="5116893" y="1992851"/>
                  </a:cubicBezTo>
                  <a:cubicBezTo>
                    <a:pt x="5235166" y="2201298"/>
                    <a:pt x="5403220" y="2353863"/>
                    <a:pt x="5622954" y="2449807"/>
                  </a:cubicBezTo>
                  <a:cubicBezTo>
                    <a:pt x="5835334" y="2542540"/>
                    <a:pt x="6053989" y="2563864"/>
                    <a:pt x="6280642" y="2513917"/>
                  </a:cubicBezTo>
                  <a:cubicBezTo>
                    <a:pt x="6449945" y="2476608"/>
                    <a:pt x="6600945" y="2401463"/>
                    <a:pt x="6731999" y="2290779"/>
                  </a:cubicBezTo>
                  <a:cubicBezTo>
                    <a:pt x="6861456" y="2181444"/>
                    <a:pt x="6962099" y="2048163"/>
                    <a:pt x="7031015" y="1891260"/>
                  </a:cubicBezTo>
                  <a:cubicBezTo>
                    <a:pt x="7106776" y="1718775"/>
                    <a:pt x="7131143" y="1537722"/>
                    <a:pt x="7112486" y="1353511"/>
                  </a:cubicBezTo>
                  <a:cubicBezTo>
                    <a:pt x="7094663" y="1177540"/>
                    <a:pt x="7035848" y="1011526"/>
                    <a:pt x="6929514" y="867770"/>
                  </a:cubicBezTo>
                  <a:cubicBezTo>
                    <a:pt x="6878935" y="799390"/>
                    <a:pt x="6816406" y="739852"/>
                    <a:pt x="6754795" y="672008"/>
                  </a:cubicBezTo>
                  <a:cubicBezTo>
                    <a:pt x="6673647" y="593864"/>
                    <a:pt x="6579283" y="535873"/>
                    <a:pt x="6476565" y="491051"/>
                  </a:cubicBezTo>
                  <a:cubicBezTo>
                    <a:pt x="6325895" y="425307"/>
                    <a:pt x="6170937" y="394512"/>
                    <a:pt x="6012007" y="400908"/>
                  </a:cubicBezTo>
                  <a:close/>
                  <a:moveTo>
                    <a:pt x="5971156" y="1689"/>
                  </a:moveTo>
                  <a:cubicBezTo>
                    <a:pt x="6041383" y="-1583"/>
                    <a:pt x="6111537" y="33"/>
                    <a:pt x="6181363" y="5356"/>
                  </a:cubicBezTo>
                  <a:cubicBezTo>
                    <a:pt x="6432792" y="24523"/>
                    <a:pt x="6664515" y="109382"/>
                    <a:pt x="6873576" y="252547"/>
                  </a:cubicBezTo>
                  <a:cubicBezTo>
                    <a:pt x="7160278" y="448877"/>
                    <a:pt x="7352778" y="714813"/>
                    <a:pt x="7457748" y="1044927"/>
                  </a:cubicBezTo>
                  <a:cubicBezTo>
                    <a:pt x="7516033" y="1228221"/>
                    <a:pt x="7528410" y="1418070"/>
                    <a:pt x="7512426" y="1607042"/>
                  </a:cubicBezTo>
                  <a:cubicBezTo>
                    <a:pt x="7488494" y="1889975"/>
                    <a:pt x="7386110" y="2145330"/>
                    <a:pt x="7210585" y="2371029"/>
                  </a:cubicBezTo>
                  <a:cubicBezTo>
                    <a:pt x="7069982" y="2551826"/>
                    <a:pt x="6897857" y="2692722"/>
                    <a:pt x="6692778" y="2792866"/>
                  </a:cubicBezTo>
                  <a:cubicBezTo>
                    <a:pt x="6536711" y="2869076"/>
                    <a:pt x="6372052" y="2914425"/>
                    <a:pt x="6198152" y="2931660"/>
                  </a:cubicBezTo>
                  <a:cubicBezTo>
                    <a:pt x="5982273" y="2953054"/>
                    <a:pt x="5772284" y="2931993"/>
                    <a:pt x="5568260" y="2860757"/>
                  </a:cubicBezTo>
                  <a:cubicBezTo>
                    <a:pt x="5384723" y="2796674"/>
                    <a:pt x="5220183" y="2699985"/>
                    <a:pt x="5072793" y="2570926"/>
                  </a:cubicBezTo>
                  <a:cubicBezTo>
                    <a:pt x="4873786" y="2396672"/>
                    <a:pt x="4735989" y="2182793"/>
                    <a:pt x="4652461" y="1935314"/>
                  </a:cubicBezTo>
                  <a:cubicBezTo>
                    <a:pt x="4617786" y="1832579"/>
                    <a:pt x="4603878" y="1722017"/>
                    <a:pt x="4588478" y="1613882"/>
                  </a:cubicBezTo>
                  <a:cubicBezTo>
                    <a:pt x="4577984" y="1540205"/>
                    <a:pt x="4581284" y="1464567"/>
                    <a:pt x="4578416" y="1385633"/>
                  </a:cubicBezTo>
                  <a:cubicBezTo>
                    <a:pt x="4593369" y="1204306"/>
                    <a:pt x="4630920" y="1033173"/>
                    <a:pt x="4704663" y="870075"/>
                  </a:cubicBezTo>
                  <a:cubicBezTo>
                    <a:pt x="4785900" y="690400"/>
                    <a:pt x="4896261" y="531733"/>
                    <a:pt x="5040128" y="397786"/>
                  </a:cubicBezTo>
                  <a:cubicBezTo>
                    <a:pt x="5245013" y="207029"/>
                    <a:pt x="5484427" y="83380"/>
                    <a:pt x="5760506" y="27352"/>
                  </a:cubicBezTo>
                  <a:cubicBezTo>
                    <a:pt x="5830628" y="13122"/>
                    <a:pt x="5900929" y="4961"/>
                    <a:pt x="5971156" y="1689"/>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12" name="Group 111">
            <a:extLst>
              <a:ext uri="{FF2B5EF4-FFF2-40B4-BE49-F238E27FC236}">
                <a16:creationId xmlns:a16="http://schemas.microsoft.com/office/drawing/2014/main" id="{124BDE7F-DB50-F8BC-11B7-28384EE8BBFE}"/>
              </a:ext>
              <a:ext uri="{C183D7F6-B498-43B3-948B-1728B52AA6E4}">
                <adec:decorative xmlns:adec="http://schemas.microsoft.com/office/drawing/2017/decorative" val="1"/>
              </a:ext>
            </a:extLst>
          </p:cNvPr>
          <p:cNvGrpSpPr>
            <a:grpSpLocks noChangeAspect="1"/>
          </p:cNvGrpSpPr>
          <p:nvPr/>
        </p:nvGrpSpPr>
        <p:grpSpPr>
          <a:xfrm>
            <a:off x="8405397" y="1517247"/>
            <a:ext cx="468368" cy="457200"/>
            <a:chOff x="8405397" y="1517247"/>
            <a:chExt cx="468368" cy="457200"/>
          </a:xfrm>
          <a:solidFill>
            <a:srgbClr val="FF0000"/>
          </a:solidFill>
        </p:grpSpPr>
        <p:sp>
          <p:nvSpPr>
            <p:cNvPr id="871" name="Freeform: Shape 870">
              <a:extLst>
                <a:ext uri="{FF2B5EF4-FFF2-40B4-BE49-F238E27FC236}">
                  <a16:creationId xmlns:a16="http://schemas.microsoft.com/office/drawing/2014/main" id="{83732CC4-F106-C467-EA3F-2D59EBDC66FA}"/>
                </a:ext>
                <a:ext uri="{C183D7F6-B498-43B3-948B-1728B52AA6E4}">
                  <adec:decorative xmlns:adec="http://schemas.microsoft.com/office/drawing/2017/decorative" val="1"/>
                </a:ext>
              </a:extLst>
            </p:cNvPr>
            <p:cNvSpPr/>
            <p:nvPr/>
          </p:nvSpPr>
          <p:spPr>
            <a:xfrm>
              <a:off x="8412098" y="1517247"/>
              <a:ext cx="461667" cy="457200"/>
            </a:xfrm>
            <a:custGeom>
              <a:avLst/>
              <a:gdLst>
                <a:gd name="connsiteX0" fmla="*/ 457042 w 714612"/>
                <a:gd name="connsiteY0" fmla="*/ 0 h 707698"/>
                <a:gd name="connsiteX1" fmla="*/ 473770 w 714612"/>
                <a:gd name="connsiteY1" fmla="*/ 7025 h 707698"/>
                <a:gd name="connsiteX2" fmla="*/ 711182 w 714612"/>
                <a:gd name="connsiteY2" fmla="*/ 244588 h 707698"/>
                <a:gd name="connsiteX3" fmla="*/ 714612 w 714612"/>
                <a:gd name="connsiteY3" fmla="*/ 248190 h 707698"/>
                <a:gd name="connsiteX4" fmla="*/ 637247 w 714612"/>
                <a:gd name="connsiteY4" fmla="*/ 325548 h 707698"/>
                <a:gd name="connsiteX5" fmla="*/ 640830 w 714612"/>
                <a:gd name="connsiteY5" fmla="*/ 329380 h 707698"/>
                <a:gd name="connsiteX6" fmla="*/ 688348 w 714612"/>
                <a:gd name="connsiteY6" fmla="*/ 376995 h 707698"/>
                <a:gd name="connsiteX7" fmla="*/ 692223 w 714612"/>
                <a:gd name="connsiteY7" fmla="*/ 405433 h 707698"/>
                <a:gd name="connsiteX8" fmla="*/ 657573 w 714612"/>
                <a:gd name="connsiteY8" fmla="*/ 409064 h 707698"/>
                <a:gd name="connsiteX9" fmla="*/ 609758 w 714612"/>
                <a:gd name="connsiteY9" fmla="*/ 361054 h 707698"/>
                <a:gd name="connsiteX10" fmla="*/ 602006 w 714612"/>
                <a:gd name="connsiteY10" fmla="*/ 360946 h 707698"/>
                <a:gd name="connsiteX11" fmla="*/ 564725 w 714612"/>
                <a:gd name="connsiteY11" fmla="*/ 398345 h 707698"/>
                <a:gd name="connsiteX12" fmla="*/ 568128 w 714612"/>
                <a:gd name="connsiteY12" fmla="*/ 402020 h 707698"/>
                <a:gd name="connsiteX13" fmla="*/ 616789 w 714612"/>
                <a:gd name="connsiteY13" fmla="*/ 450575 h 707698"/>
                <a:gd name="connsiteX14" fmla="*/ 617363 w 714612"/>
                <a:gd name="connsiteY14" fmla="*/ 480977 h 707698"/>
                <a:gd name="connsiteX15" fmla="*/ 586033 w 714612"/>
                <a:gd name="connsiteY15" fmla="*/ 481676 h 707698"/>
                <a:gd name="connsiteX16" fmla="*/ 538105 w 714612"/>
                <a:gd name="connsiteY16" fmla="*/ 433781 h 707698"/>
                <a:gd name="connsiteX17" fmla="*/ 529392 w 714612"/>
                <a:gd name="connsiteY17" fmla="*/ 433577 h 707698"/>
                <a:gd name="connsiteX18" fmla="*/ 492357 w 714612"/>
                <a:gd name="connsiteY18" fmla="*/ 470718 h 707698"/>
                <a:gd name="connsiteX19" fmla="*/ 511047 w 714612"/>
                <a:gd name="connsiteY19" fmla="*/ 489322 h 707698"/>
                <a:gd name="connsiteX20" fmla="*/ 544732 w 714612"/>
                <a:gd name="connsiteY20" fmla="*/ 522994 h 707698"/>
                <a:gd name="connsiteX21" fmla="*/ 549334 w 714612"/>
                <a:gd name="connsiteY21" fmla="*/ 545843 h 707698"/>
                <a:gd name="connsiteX22" fmla="*/ 532710 w 714612"/>
                <a:gd name="connsiteY22" fmla="*/ 559642 h 707698"/>
                <a:gd name="connsiteX23" fmla="*/ 512925 w 714612"/>
                <a:gd name="connsiteY23" fmla="*/ 553113 h 707698"/>
                <a:gd name="connsiteX24" fmla="*/ 465439 w 714612"/>
                <a:gd name="connsiteY24" fmla="*/ 505468 h 707698"/>
                <a:gd name="connsiteX25" fmla="*/ 457687 w 714612"/>
                <a:gd name="connsiteY25" fmla="*/ 505258 h 707698"/>
                <a:gd name="connsiteX26" fmla="*/ 420380 w 714612"/>
                <a:gd name="connsiteY26" fmla="*/ 542724 h 707698"/>
                <a:gd name="connsiteX27" fmla="*/ 423718 w 714612"/>
                <a:gd name="connsiteY27" fmla="*/ 546335 h 707698"/>
                <a:gd name="connsiteX28" fmla="*/ 471629 w 714612"/>
                <a:gd name="connsiteY28" fmla="*/ 594253 h 707698"/>
                <a:gd name="connsiteX29" fmla="*/ 462562 w 714612"/>
                <a:gd name="connsiteY29" fmla="*/ 631798 h 707698"/>
                <a:gd name="connsiteX30" fmla="*/ 439185 w 714612"/>
                <a:gd name="connsiteY30" fmla="*/ 624682 h 707698"/>
                <a:gd name="connsiteX31" fmla="*/ 392381 w 714612"/>
                <a:gd name="connsiteY31" fmla="*/ 577743 h 707698"/>
                <a:gd name="connsiteX32" fmla="*/ 385321 w 714612"/>
                <a:gd name="connsiteY32" fmla="*/ 577630 h 707698"/>
                <a:gd name="connsiteX33" fmla="*/ 348021 w 714612"/>
                <a:gd name="connsiteY33" fmla="*/ 614973 h 707698"/>
                <a:gd name="connsiteX34" fmla="*/ 398627 w 714612"/>
                <a:gd name="connsiteY34" fmla="*/ 665719 h 707698"/>
                <a:gd name="connsiteX35" fmla="*/ 403152 w 714612"/>
                <a:gd name="connsiteY35" fmla="*/ 694271 h 707698"/>
                <a:gd name="connsiteX36" fmla="*/ 368829 w 714612"/>
                <a:gd name="connsiteY36" fmla="*/ 698655 h 707698"/>
                <a:gd name="connsiteX37" fmla="*/ 320914 w 714612"/>
                <a:gd name="connsiteY37" fmla="*/ 650742 h 707698"/>
                <a:gd name="connsiteX38" fmla="*/ 315279 w 714612"/>
                <a:gd name="connsiteY38" fmla="*/ 645307 h 707698"/>
                <a:gd name="connsiteX39" fmla="*/ 312821 w 714612"/>
                <a:gd name="connsiteY39" fmla="*/ 650165 h 707698"/>
                <a:gd name="connsiteX40" fmla="*/ 263623 w 714612"/>
                <a:gd name="connsiteY40" fmla="*/ 699571 h 707698"/>
                <a:gd name="connsiteX41" fmla="*/ 227107 w 714612"/>
                <a:gd name="connsiteY41" fmla="*/ 699630 h 707698"/>
                <a:gd name="connsiteX42" fmla="*/ 48258 w 714612"/>
                <a:gd name="connsiteY42" fmla="*/ 520268 h 707698"/>
                <a:gd name="connsiteX43" fmla="*/ 78516 w 714612"/>
                <a:gd name="connsiteY43" fmla="*/ 490010 h 707698"/>
                <a:gd name="connsiteX44" fmla="*/ 241224 w 714612"/>
                <a:gd name="connsiteY44" fmla="*/ 652734 h 707698"/>
                <a:gd name="connsiteX45" fmla="*/ 249681 w 714612"/>
                <a:gd name="connsiteY45" fmla="*/ 652664 h 707698"/>
                <a:gd name="connsiteX46" fmla="*/ 383368 w 714612"/>
                <a:gd name="connsiteY46" fmla="*/ 517904 h 707698"/>
                <a:gd name="connsiteX47" fmla="*/ 648568 w 714612"/>
                <a:gd name="connsiteY47" fmla="*/ 252676 h 707698"/>
                <a:gd name="connsiteX48" fmla="*/ 653953 w 714612"/>
                <a:gd name="connsiteY48" fmla="*/ 247714 h 707698"/>
                <a:gd name="connsiteX49" fmla="*/ 472110 w 714612"/>
                <a:gd name="connsiteY49" fmla="*/ 65892 h 707698"/>
                <a:gd name="connsiteX50" fmla="*/ 472197 w 714612"/>
                <a:gd name="connsiteY50" fmla="*/ 65674 h 707698"/>
                <a:gd name="connsiteX51" fmla="*/ 455516 w 714612"/>
                <a:gd name="connsiteY51" fmla="*/ 48993 h 707698"/>
                <a:gd name="connsiteX52" fmla="*/ 438841 w 714612"/>
                <a:gd name="connsiteY52" fmla="*/ 65668 h 707698"/>
                <a:gd name="connsiteX53" fmla="*/ 438990 w 714612"/>
                <a:gd name="connsiteY53" fmla="*/ 65977 h 707698"/>
                <a:gd name="connsiteX54" fmla="*/ 370771 w 714612"/>
                <a:gd name="connsiteY54" fmla="*/ 135598 h 707698"/>
                <a:gd name="connsiteX55" fmla="*/ 76340 w 714612"/>
                <a:gd name="connsiteY55" fmla="*/ 430071 h 707698"/>
                <a:gd name="connsiteX56" fmla="*/ 46438 w 714612"/>
                <a:gd name="connsiteY56" fmla="*/ 400169 h 707698"/>
                <a:gd name="connsiteX57" fmla="*/ 58090 w 714612"/>
                <a:gd name="connsiteY57" fmla="*/ 388163 h 707698"/>
                <a:gd name="connsiteX58" fmla="*/ 55401 w 714612"/>
                <a:gd name="connsiteY58" fmla="*/ 385267 h 707698"/>
                <a:gd name="connsiteX59" fmla="*/ 7498 w 714612"/>
                <a:gd name="connsiteY59" fmla="*/ 337343 h 707698"/>
                <a:gd name="connsiteX60" fmla="*/ 13504 w 714612"/>
                <a:gd name="connsiteY60" fmla="*/ 300710 h 707698"/>
                <a:gd name="connsiteX61" fmla="*/ 39937 w 714612"/>
                <a:gd name="connsiteY61" fmla="*/ 306829 h 707698"/>
                <a:gd name="connsiteX62" fmla="*/ 86347 w 714612"/>
                <a:gd name="connsiteY62" fmla="*/ 353466 h 707698"/>
                <a:gd name="connsiteX63" fmla="*/ 94100 w 714612"/>
                <a:gd name="connsiteY63" fmla="*/ 353555 h 707698"/>
                <a:gd name="connsiteX64" fmla="*/ 131014 w 714612"/>
                <a:gd name="connsiteY64" fmla="*/ 316527 h 707698"/>
                <a:gd name="connsiteX65" fmla="*/ 79262 w 714612"/>
                <a:gd name="connsiteY65" fmla="*/ 264894 h 707698"/>
                <a:gd name="connsiteX66" fmla="*/ 78718 w 714612"/>
                <a:gd name="connsiteY66" fmla="*/ 232946 h 707698"/>
                <a:gd name="connsiteX67" fmla="*/ 110357 w 714612"/>
                <a:gd name="connsiteY67" fmla="*/ 232940 h 707698"/>
                <a:gd name="connsiteX68" fmla="*/ 158582 w 714612"/>
                <a:gd name="connsiteY68" fmla="*/ 281237 h 707698"/>
                <a:gd name="connsiteX69" fmla="*/ 161463 w 714612"/>
                <a:gd name="connsiteY69" fmla="*/ 284478 h 707698"/>
                <a:gd name="connsiteX70" fmla="*/ 202922 w 714612"/>
                <a:gd name="connsiteY70" fmla="*/ 242988 h 707698"/>
                <a:gd name="connsiteX71" fmla="*/ 193406 w 714612"/>
                <a:gd name="connsiteY71" fmla="*/ 233543 h 707698"/>
                <a:gd name="connsiteX72" fmla="*/ 150687 w 714612"/>
                <a:gd name="connsiteY72" fmla="*/ 190851 h 707698"/>
                <a:gd name="connsiteX73" fmla="*/ 145203 w 714612"/>
                <a:gd name="connsiteY73" fmla="*/ 171813 h 707698"/>
                <a:gd name="connsiteX74" fmla="*/ 161003 w 714612"/>
                <a:gd name="connsiteY74" fmla="*/ 154987 h 707698"/>
                <a:gd name="connsiteX75" fmla="*/ 183186 w 714612"/>
                <a:gd name="connsiteY75" fmla="*/ 161418 h 707698"/>
                <a:gd name="connsiteX76" fmla="*/ 231020 w 714612"/>
                <a:gd name="connsiteY76" fmla="*/ 209410 h 707698"/>
                <a:gd name="connsiteX77" fmla="*/ 238079 w 714612"/>
                <a:gd name="connsiteY77" fmla="*/ 209581 h 707698"/>
                <a:gd name="connsiteX78" fmla="*/ 275844 w 714612"/>
                <a:gd name="connsiteY78" fmla="*/ 171865 h 707698"/>
                <a:gd name="connsiteX79" fmla="*/ 272020 w 714612"/>
                <a:gd name="connsiteY79" fmla="*/ 167805 h 707698"/>
                <a:gd name="connsiteX80" fmla="*/ 223771 w 714612"/>
                <a:gd name="connsiteY80" fmla="*/ 119533 h 707698"/>
                <a:gd name="connsiteX81" fmla="*/ 233325 w 714612"/>
                <a:gd name="connsiteY81" fmla="*/ 82789 h 707698"/>
                <a:gd name="connsiteX82" fmla="*/ 254307 w 714612"/>
                <a:gd name="connsiteY82" fmla="*/ 88143 h 707698"/>
                <a:gd name="connsiteX83" fmla="*/ 305843 w 714612"/>
                <a:gd name="connsiteY83" fmla="*/ 139879 h 707698"/>
                <a:gd name="connsiteX84" fmla="*/ 347138 w 714612"/>
                <a:gd name="connsiteY84" fmla="*/ 98544 h 707698"/>
                <a:gd name="connsiteX85" fmla="*/ 296526 w 714612"/>
                <a:gd name="connsiteY85" fmla="*/ 47941 h 707698"/>
                <a:gd name="connsiteX86" fmla="*/ 301868 w 714612"/>
                <a:gd name="connsiteY86" fmla="*/ 11591 h 707698"/>
                <a:gd name="connsiteX87" fmla="*/ 327617 w 714612"/>
                <a:gd name="connsiteY87" fmla="*/ 16187 h 707698"/>
                <a:gd name="connsiteX88" fmla="*/ 380775 w 714612"/>
                <a:gd name="connsiteY88" fmla="*/ 69351 h 707698"/>
                <a:gd name="connsiteX89" fmla="*/ 383270 w 714612"/>
                <a:gd name="connsiteY89" fmla="*/ 64353 h 707698"/>
                <a:gd name="connsiteX90" fmla="*/ 440435 w 714612"/>
                <a:gd name="connsiteY90" fmla="*/ 6943 h 707698"/>
                <a:gd name="connsiteX91" fmla="*/ 457042 w 714612"/>
                <a:gd name="connsiteY91" fmla="*/ 0 h 70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714612" h="707698">
                  <a:moveTo>
                    <a:pt x="457042" y="0"/>
                  </a:moveTo>
                  <a:cubicBezTo>
                    <a:pt x="463078" y="24"/>
                    <a:pt x="469135" y="2375"/>
                    <a:pt x="473770" y="7025"/>
                  </a:cubicBezTo>
                  <a:cubicBezTo>
                    <a:pt x="552812" y="86308"/>
                    <a:pt x="632024" y="165420"/>
                    <a:pt x="711182" y="244588"/>
                  </a:cubicBezTo>
                  <a:cubicBezTo>
                    <a:pt x="712313" y="245720"/>
                    <a:pt x="713390" y="246905"/>
                    <a:pt x="714612" y="248190"/>
                  </a:cubicBezTo>
                  <a:cubicBezTo>
                    <a:pt x="688771" y="274029"/>
                    <a:pt x="663121" y="299677"/>
                    <a:pt x="637247" y="325548"/>
                  </a:cubicBezTo>
                  <a:cubicBezTo>
                    <a:pt x="638658" y="327061"/>
                    <a:pt x="639708" y="328257"/>
                    <a:pt x="640830" y="329380"/>
                  </a:cubicBezTo>
                  <a:cubicBezTo>
                    <a:pt x="656679" y="345242"/>
                    <a:pt x="672658" y="360977"/>
                    <a:pt x="688348" y="376995"/>
                  </a:cubicBezTo>
                  <a:cubicBezTo>
                    <a:pt x="696941" y="385767"/>
                    <a:pt x="697737" y="395844"/>
                    <a:pt x="692223" y="405433"/>
                  </a:cubicBezTo>
                  <a:cubicBezTo>
                    <a:pt x="685148" y="417740"/>
                    <a:pt x="666608" y="418246"/>
                    <a:pt x="657573" y="409064"/>
                  </a:cubicBezTo>
                  <a:cubicBezTo>
                    <a:pt x="641732" y="392964"/>
                    <a:pt x="625588" y="377163"/>
                    <a:pt x="609758" y="361054"/>
                  </a:cubicBezTo>
                  <a:cubicBezTo>
                    <a:pt x="606796" y="358038"/>
                    <a:pt x="605097" y="357764"/>
                    <a:pt x="602006" y="360946"/>
                  </a:cubicBezTo>
                  <a:cubicBezTo>
                    <a:pt x="589816" y="373490"/>
                    <a:pt x="577333" y="385748"/>
                    <a:pt x="564725" y="398345"/>
                  </a:cubicBezTo>
                  <a:cubicBezTo>
                    <a:pt x="565972" y="399696"/>
                    <a:pt x="567009" y="400900"/>
                    <a:pt x="568128" y="402020"/>
                  </a:cubicBezTo>
                  <a:cubicBezTo>
                    <a:pt x="584323" y="418231"/>
                    <a:pt x="600387" y="434577"/>
                    <a:pt x="616789" y="450575"/>
                  </a:cubicBezTo>
                  <a:cubicBezTo>
                    <a:pt x="625579" y="459148"/>
                    <a:pt x="625056" y="473101"/>
                    <a:pt x="617363" y="480977"/>
                  </a:cubicBezTo>
                  <a:cubicBezTo>
                    <a:pt x="608124" y="490435"/>
                    <a:pt x="595252" y="490618"/>
                    <a:pt x="586033" y="481676"/>
                  </a:cubicBezTo>
                  <a:cubicBezTo>
                    <a:pt x="569822" y="465953"/>
                    <a:pt x="553945" y="449881"/>
                    <a:pt x="538105" y="433781"/>
                  </a:cubicBezTo>
                  <a:cubicBezTo>
                    <a:pt x="534903" y="430525"/>
                    <a:pt x="532786" y="430090"/>
                    <a:pt x="529392" y="433577"/>
                  </a:cubicBezTo>
                  <a:cubicBezTo>
                    <a:pt x="517293" y="446007"/>
                    <a:pt x="504917" y="458167"/>
                    <a:pt x="492357" y="470718"/>
                  </a:cubicBezTo>
                  <a:cubicBezTo>
                    <a:pt x="498626" y="476957"/>
                    <a:pt x="504846" y="483129"/>
                    <a:pt x="511047" y="489322"/>
                  </a:cubicBezTo>
                  <a:cubicBezTo>
                    <a:pt x="522280" y="500541"/>
                    <a:pt x="533490" y="511783"/>
                    <a:pt x="544732" y="522994"/>
                  </a:cubicBezTo>
                  <a:cubicBezTo>
                    <a:pt x="551354" y="529598"/>
                    <a:pt x="551683" y="537590"/>
                    <a:pt x="549334" y="545843"/>
                  </a:cubicBezTo>
                  <a:cubicBezTo>
                    <a:pt x="547003" y="554035"/>
                    <a:pt x="540997" y="558115"/>
                    <a:pt x="532710" y="559642"/>
                  </a:cubicBezTo>
                  <a:cubicBezTo>
                    <a:pt x="524753" y="561108"/>
                    <a:pt x="518473" y="558702"/>
                    <a:pt x="512925" y="553113"/>
                  </a:cubicBezTo>
                  <a:cubicBezTo>
                    <a:pt x="497128" y="537200"/>
                    <a:pt x="481162" y="521453"/>
                    <a:pt x="465439" y="505468"/>
                  </a:cubicBezTo>
                  <a:cubicBezTo>
                    <a:pt x="462544" y="502525"/>
                    <a:pt x="460842" y="502003"/>
                    <a:pt x="457687" y="505258"/>
                  </a:cubicBezTo>
                  <a:cubicBezTo>
                    <a:pt x="445506" y="517819"/>
                    <a:pt x="433019" y="530083"/>
                    <a:pt x="420380" y="542724"/>
                  </a:cubicBezTo>
                  <a:cubicBezTo>
                    <a:pt x="421572" y="544018"/>
                    <a:pt x="422603" y="545219"/>
                    <a:pt x="423718" y="546335"/>
                  </a:cubicBezTo>
                  <a:cubicBezTo>
                    <a:pt x="439680" y="562317"/>
                    <a:pt x="455631" y="578308"/>
                    <a:pt x="471629" y="594253"/>
                  </a:cubicBezTo>
                  <a:cubicBezTo>
                    <a:pt x="483455" y="606040"/>
                    <a:pt x="480181" y="626613"/>
                    <a:pt x="462562" y="631798"/>
                  </a:cubicBezTo>
                  <a:cubicBezTo>
                    <a:pt x="453937" y="634335"/>
                    <a:pt x="445729" y="631239"/>
                    <a:pt x="439185" y="624682"/>
                  </a:cubicBezTo>
                  <a:cubicBezTo>
                    <a:pt x="423577" y="609042"/>
                    <a:pt x="407886" y="593485"/>
                    <a:pt x="392381" y="577743"/>
                  </a:cubicBezTo>
                  <a:cubicBezTo>
                    <a:pt x="389711" y="575032"/>
                    <a:pt x="388117" y="574775"/>
                    <a:pt x="385321" y="577630"/>
                  </a:cubicBezTo>
                  <a:cubicBezTo>
                    <a:pt x="373073" y="590143"/>
                    <a:pt x="360593" y="602429"/>
                    <a:pt x="348021" y="614973"/>
                  </a:cubicBezTo>
                  <a:cubicBezTo>
                    <a:pt x="364977" y="631941"/>
                    <a:pt x="381965" y="648671"/>
                    <a:pt x="398627" y="665719"/>
                  </a:cubicBezTo>
                  <a:cubicBezTo>
                    <a:pt x="407830" y="675135"/>
                    <a:pt x="408181" y="685013"/>
                    <a:pt x="403152" y="694271"/>
                  </a:cubicBezTo>
                  <a:cubicBezTo>
                    <a:pt x="396539" y="706445"/>
                    <a:pt x="378742" y="708499"/>
                    <a:pt x="368829" y="698655"/>
                  </a:cubicBezTo>
                  <a:cubicBezTo>
                    <a:pt x="352802" y="682739"/>
                    <a:pt x="336867" y="666731"/>
                    <a:pt x="320914" y="650742"/>
                  </a:cubicBezTo>
                  <a:cubicBezTo>
                    <a:pt x="319645" y="649471"/>
                    <a:pt x="318527" y="648049"/>
                    <a:pt x="315279" y="645307"/>
                  </a:cubicBezTo>
                  <a:cubicBezTo>
                    <a:pt x="314478" y="646944"/>
                    <a:pt x="314036" y="648938"/>
                    <a:pt x="312821" y="650165"/>
                  </a:cubicBezTo>
                  <a:cubicBezTo>
                    <a:pt x="296469" y="666681"/>
                    <a:pt x="279882" y="682965"/>
                    <a:pt x="263623" y="699571"/>
                  </a:cubicBezTo>
                  <a:cubicBezTo>
                    <a:pt x="253610" y="709798"/>
                    <a:pt x="238363" y="710981"/>
                    <a:pt x="227107" y="699630"/>
                  </a:cubicBezTo>
                  <a:lnTo>
                    <a:pt x="48258" y="520268"/>
                  </a:lnTo>
                  <a:lnTo>
                    <a:pt x="78516" y="490010"/>
                  </a:lnTo>
                  <a:lnTo>
                    <a:pt x="241224" y="652734"/>
                  </a:lnTo>
                  <a:cubicBezTo>
                    <a:pt x="244616" y="656138"/>
                    <a:pt x="246413" y="655971"/>
                    <a:pt x="249681" y="652664"/>
                  </a:cubicBezTo>
                  <a:cubicBezTo>
                    <a:pt x="294157" y="607658"/>
                    <a:pt x="338665" y="562683"/>
                    <a:pt x="383368" y="517904"/>
                  </a:cubicBezTo>
                  <a:cubicBezTo>
                    <a:pt x="471698" y="429425"/>
                    <a:pt x="560154" y="341071"/>
                    <a:pt x="648568" y="252676"/>
                  </a:cubicBezTo>
                  <a:cubicBezTo>
                    <a:pt x="650183" y="251061"/>
                    <a:pt x="651927" y="249575"/>
                    <a:pt x="653953" y="247714"/>
                  </a:cubicBezTo>
                  <a:cubicBezTo>
                    <a:pt x="593142" y="186909"/>
                    <a:pt x="532633" y="126407"/>
                    <a:pt x="472110" y="65892"/>
                  </a:cubicBezTo>
                  <a:lnTo>
                    <a:pt x="472197" y="65674"/>
                  </a:lnTo>
                  <a:lnTo>
                    <a:pt x="455516" y="48993"/>
                  </a:lnTo>
                  <a:lnTo>
                    <a:pt x="438841" y="65668"/>
                  </a:lnTo>
                  <a:lnTo>
                    <a:pt x="438990" y="65977"/>
                  </a:lnTo>
                  <a:cubicBezTo>
                    <a:pt x="416057" y="89404"/>
                    <a:pt x="393625" y="112712"/>
                    <a:pt x="370771" y="135598"/>
                  </a:cubicBezTo>
                  <a:lnTo>
                    <a:pt x="76340" y="430071"/>
                  </a:lnTo>
                  <a:lnTo>
                    <a:pt x="46438" y="400169"/>
                  </a:lnTo>
                  <a:lnTo>
                    <a:pt x="58090" y="388163"/>
                  </a:lnTo>
                  <a:cubicBezTo>
                    <a:pt x="57541" y="387571"/>
                    <a:pt x="56512" y="386379"/>
                    <a:pt x="55401" y="385267"/>
                  </a:cubicBezTo>
                  <a:cubicBezTo>
                    <a:pt x="39440" y="369287"/>
                    <a:pt x="23465" y="353318"/>
                    <a:pt x="7498" y="337343"/>
                  </a:cubicBezTo>
                  <a:cubicBezTo>
                    <a:pt x="-4490" y="325351"/>
                    <a:pt x="-1826" y="307702"/>
                    <a:pt x="13504" y="300710"/>
                  </a:cubicBezTo>
                  <a:cubicBezTo>
                    <a:pt x="20617" y="297466"/>
                    <a:pt x="31243" y="297929"/>
                    <a:pt x="39937" y="306829"/>
                  </a:cubicBezTo>
                  <a:cubicBezTo>
                    <a:pt x="55262" y="322517"/>
                    <a:pt x="70984" y="337816"/>
                    <a:pt x="86347" y="353466"/>
                  </a:cubicBezTo>
                  <a:cubicBezTo>
                    <a:pt x="89321" y="356496"/>
                    <a:pt x="91021" y="356724"/>
                    <a:pt x="94100" y="353555"/>
                  </a:cubicBezTo>
                  <a:cubicBezTo>
                    <a:pt x="106188" y="341115"/>
                    <a:pt x="118570" y="328960"/>
                    <a:pt x="131014" y="316527"/>
                  </a:cubicBezTo>
                  <a:cubicBezTo>
                    <a:pt x="113740" y="299246"/>
                    <a:pt x="96689" y="281877"/>
                    <a:pt x="79262" y="264894"/>
                  </a:cubicBezTo>
                  <a:cubicBezTo>
                    <a:pt x="71217" y="257053"/>
                    <a:pt x="71188" y="240647"/>
                    <a:pt x="78718" y="232946"/>
                  </a:cubicBezTo>
                  <a:cubicBezTo>
                    <a:pt x="87024" y="224451"/>
                    <a:pt x="102411" y="224928"/>
                    <a:pt x="110357" y="232940"/>
                  </a:cubicBezTo>
                  <a:cubicBezTo>
                    <a:pt x="126377" y="249093"/>
                    <a:pt x="142511" y="265134"/>
                    <a:pt x="158582" y="281237"/>
                  </a:cubicBezTo>
                  <a:cubicBezTo>
                    <a:pt x="159729" y="282386"/>
                    <a:pt x="160745" y="283665"/>
                    <a:pt x="161463" y="284478"/>
                  </a:cubicBezTo>
                  <a:cubicBezTo>
                    <a:pt x="175407" y="270523"/>
                    <a:pt x="189013" y="256907"/>
                    <a:pt x="202922" y="242988"/>
                  </a:cubicBezTo>
                  <a:cubicBezTo>
                    <a:pt x="200258" y="240345"/>
                    <a:pt x="196820" y="236956"/>
                    <a:pt x="193406" y="233543"/>
                  </a:cubicBezTo>
                  <a:cubicBezTo>
                    <a:pt x="179168" y="219311"/>
                    <a:pt x="164969" y="205039"/>
                    <a:pt x="150687" y="190851"/>
                  </a:cubicBezTo>
                  <a:cubicBezTo>
                    <a:pt x="145274" y="185474"/>
                    <a:pt x="143687" y="178912"/>
                    <a:pt x="145203" y="171813"/>
                  </a:cubicBezTo>
                  <a:cubicBezTo>
                    <a:pt x="147035" y="163233"/>
                    <a:pt x="152396" y="157394"/>
                    <a:pt x="161003" y="154987"/>
                  </a:cubicBezTo>
                  <a:cubicBezTo>
                    <a:pt x="169671" y="152563"/>
                    <a:pt x="176929" y="155117"/>
                    <a:pt x="183186" y="161418"/>
                  </a:cubicBezTo>
                  <a:cubicBezTo>
                    <a:pt x="199102" y="177443"/>
                    <a:pt x="215163" y="193326"/>
                    <a:pt x="231020" y="209410"/>
                  </a:cubicBezTo>
                  <a:cubicBezTo>
                    <a:pt x="233658" y="212086"/>
                    <a:pt x="235250" y="212464"/>
                    <a:pt x="238079" y="209581"/>
                  </a:cubicBezTo>
                  <a:cubicBezTo>
                    <a:pt x="250447" y="196976"/>
                    <a:pt x="263049" y="184601"/>
                    <a:pt x="275844" y="171865"/>
                  </a:cubicBezTo>
                  <a:cubicBezTo>
                    <a:pt x="274414" y="170343"/>
                    <a:pt x="273253" y="169039"/>
                    <a:pt x="272020" y="167805"/>
                  </a:cubicBezTo>
                  <a:cubicBezTo>
                    <a:pt x="255939" y="151713"/>
                    <a:pt x="239804" y="135674"/>
                    <a:pt x="223771" y="119533"/>
                  </a:cubicBezTo>
                  <a:cubicBezTo>
                    <a:pt x="211668" y="107348"/>
                    <a:pt x="216762" y="87092"/>
                    <a:pt x="233325" y="82789"/>
                  </a:cubicBezTo>
                  <a:cubicBezTo>
                    <a:pt x="240850" y="80834"/>
                    <a:pt x="248257" y="81996"/>
                    <a:pt x="254307" y="88143"/>
                  </a:cubicBezTo>
                  <a:cubicBezTo>
                    <a:pt x="271525" y="105636"/>
                    <a:pt x="288939" y="122937"/>
                    <a:pt x="305843" y="139879"/>
                  </a:cubicBezTo>
                  <a:cubicBezTo>
                    <a:pt x="319692" y="126017"/>
                    <a:pt x="333381" y="112314"/>
                    <a:pt x="347138" y="98544"/>
                  </a:cubicBezTo>
                  <a:cubicBezTo>
                    <a:pt x="330783" y="82195"/>
                    <a:pt x="313638" y="65084"/>
                    <a:pt x="296526" y="47941"/>
                  </a:cubicBezTo>
                  <a:cubicBezTo>
                    <a:pt x="285281" y="36676"/>
                    <a:pt x="288293" y="18187"/>
                    <a:pt x="301868" y="11591"/>
                  </a:cubicBezTo>
                  <a:cubicBezTo>
                    <a:pt x="310133" y="7575"/>
                    <a:pt x="321006" y="9586"/>
                    <a:pt x="327617" y="16187"/>
                  </a:cubicBezTo>
                  <a:cubicBezTo>
                    <a:pt x="344754" y="33301"/>
                    <a:pt x="361868" y="50438"/>
                    <a:pt x="380775" y="69351"/>
                  </a:cubicBezTo>
                  <a:cubicBezTo>
                    <a:pt x="381629" y="67582"/>
                    <a:pt x="382056" y="65577"/>
                    <a:pt x="383270" y="64353"/>
                  </a:cubicBezTo>
                  <a:cubicBezTo>
                    <a:pt x="402288" y="45179"/>
                    <a:pt x="421562" y="26257"/>
                    <a:pt x="440435" y="6943"/>
                  </a:cubicBezTo>
                  <a:cubicBezTo>
                    <a:pt x="444990" y="2281"/>
                    <a:pt x="451006" y="-23"/>
                    <a:pt x="457042"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876" name="Freeform: Shape 875">
              <a:extLst>
                <a:ext uri="{FF2B5EF4-FFF2-40B4-BE49-F238E27FC236}">
                  <a16:creationId xmlns:a16="http://schemas.microsoft.com/office/drawing/2014/main" id="{719CEEE8-AC92-975B-8CAB-017E8A776C56}"/>
                </a:ext>
                <a:ext uri="{C183D7F6-B498-43B3-948B-1728B52AA6E4}">
                  <adec:decorative xmlns:adec="http://schemas.microsoft.com/office/drawing/2017/decorative" val="1"/>
                </a:ext>
              </a:extLst>
            </p:cNvPr>
            <p:cNvSpPr/>
            <p:nvPr/>
          </p:nvSpPr>
          <p:spPr>
            <a:xfrm rot="2700000">
              <a:off x="8499897" y="1557297"/>
              <a:ext cx="193070" cy="382070"/>
            </a:xfrm>
            <a:custGeom>
              <a:avLst/>
              <a:gdLst>
                <a:gd name="connsiteX0" fmla="*/ 0 w 2896056"/>
                <a:gd name="connsiteY0" fmla="*/ 5086957 h 5731051"/>
                <a:gd name="connsiteX1" fmla="*/ 644094 w 2896056"/>
                <a:gd name="connsiteY1" fmla="*/ 5086957 h 5731051"/>
                <a:gd name="connsiteX2" fmla="*/ 644094 w 2896056"/>
                <a:gd name="connsiteY2" fmla="*/ 5731051 h 5731051"/>
                <a:gd name="connsiteX3" fmla="*/ 0 w 2896056"/>
                <a:gd name="connsiteY3" fmla="*/ 5731051 h 5731051"/>
                <a:gd name="connsiteX4" fmla="*/ 1085141 w 2896056"/>
                <a:gd name="connsiteY4" fmla="*/ 236543 h 5731051"/>
                <a:gd name="connsiteX5" fmla="*/ 1077349 w 2896056"/>
                <a:gd name="connsiteY5" fmla="*/ 290126 h 5731051"/>
                <a:gd name="connsiteX6" fmla="*/ 1083815 w 2896056"/>
                <a:gd name="connsiteY6" fmla="*/ 2225113 h 5731051"/>
                <a:gd name="connsiteX7" fmla="*/ 1083900 w 2896056"/>
                <a:gd name="connsiteY7" fmla="*/ 4489582 h 5731051"/>
                <a:gd name="connsiteX8" fmla="*/ 1079309 w 2896056"/>
                <a:gd name="connsiteY8" fmla="*/ 4549152 h 5731051"/>
                <a:gd name="connsiteX9" fmla="*/ 2571275 w 2896056"/>
                <a:gd name="connsiteY9" fmla="*/ 4549116 h 5731051"/>
                <a:gd name="connsiteX10" fmla="*/ 2668700 w 2896056"/>
                <a:gd name="connsiteY10" fmla="*/ 4553517 h 5731051"/>
                <a:gd name="connsiteX11" fmla="*/ 2660131 w 2896056"/>
                <a:gd name="connsiteY11" fmla="*/ 221258 h 5731051"/>
                <a:gd name="connsiteX12" fmla="*/ 2610309 w 2896056"/>
                <a:gd name="connsiteY12" fmla="*/ 228609 h 5731051"/>
                <a:gd name="connsiteX13" fmla="*/ 1140309 w 2896056"/>
                <a:gd name="connsiteY13" fmla="*/ 228874 h 5731051"/>
                <a:gd name="connsiteX14" fmla="*/ 1085141 w 2896056"/>
                <a:gd name="connsiteY14" fmla="*/ 236543 h 5731051"/>
                <a:gd name="connsiteX15" fmla="*/ 912793 w 2896056"/>
                <a:gd name="connsiteY15" fmla="*/ 68603 h 5731051"/>
                <a:gd name="connsiteX16" fmla="*/ 1076652 w 2896056"/>
                <a:gd name="connsiteY16" fmla="*/ 652 h 5731051"/>
                <a:gd name="connsiteX17" fmla="*/ 2874781 w 2896056"/>
                <a:gd name="connsiteY17" fmla="*/ 285 h 5731051"/>
                <a:gd name="connsiteX18" fmla="*/ 2887726 w 2896056"/>
                <a:gd name="connsiteY18" fmla="*/ 2147 h 5731051"/>
                <a:gd name="connsiteX19" fmla="*/ 2887544 w 2896056"/>
                <a:gd name="connsiteY19" fmla="*/ 474502 h 5731051"/>
                <a:gd name="connsiteX20" fmla="*/ 2887663 w 2896056"/>
                <a:gd name="connsiteY20" fmla="*/ 1600523 h 5731051"/>
                <a:gd name="connsiteX21" fmla="*/ 2896053 w 2896056"/>
                <a:gd name="connsiteY21" fmla="*/ 4543877 h 5731051"/>
                <a:gd name="connsiteX22" fmla="*/ 2670205 w 2896056"/>
                <a:gd name="connsiteY22" fmla="*/ 4777179 h 5731051"/>
                <a:gd name="connsiteX23" fmla="*/ 876818 w 2896056"/>
                <a:gd name="connsiteY23" fmla="*/ 4777479 h 5731051"/>
                <a:gd name="connsiteX24" fmla="*/ 864205 w 2896056"/>
                <a:gd name="connsiteY24" fmla="*/ 4774148 h 5731051"/>
                <a:gd name="connsiteX25" fmla="*/ 855673 w 2896056"/>
                <a:gd name="connsiteY25" fmla="*/ 4644918 h 5731051"/>
                <a:gd name="connsiteX26" fmla="*/ 854982 w 2896056"/>
                <a:gd name="connsiteY26" fmla="*/ 1609940 h 5731051"/>
                <a:gd name="connsiteX27" fmla="*/ 848628 w 2896056"/>
                <a:gd name="connsiteY27" fmla="*/ 236391 h 5731051"/>
                <a:gd name="connsiteX28" fmla="*/ 912793 w 2896056"/>
                <a:gd name="connsiteY28" fmla="*/ 68603 h 573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96056" h="5731051">
                  <a:moveTo>
                    <a:pt x="0" y="5086957"/>
                  </a:moveTo>
                  <a:lnTo>
                    <a:pt x="644094" y="5086957"/>
                  </a:lnTo>
                  <a:lnTo>
                    <a:pt x="644094" y="5731051"/>
                  </a:lnTo>
                  <a:lnTo>
                    <a:pt x="0" y="5731051"/>
                  </a:lnTo>
                  <a:close/>
                  <a:moveTo>
                    <a:pt x="1085141" y="236543"/>
                  </a:moveTo>
                  <a:cubicBezTo>
                    <a:pt x="1077245" y="244204"/>
                    <a:pt x="1077246" y="259517"/>
                    <a:pt x="1077349" y="290126"/>
                  </a:cubicBezTo>
                  <a:cubicBezTo>
                    <a:pt x="1079552" y="935122"/>
                    <a:pt x="1082844" y="1580115"/>
                    <a:pt x="1083815" y="2225113"/>
                  </a:cubicBezTo>
                  <a:cubicBezTo>
                    <a:pt x="1084953" y="2979933"/>
                    <a:pt x="1084121" y="3734759"/>
                    <a:pt x="1083900" y="4489582"/>
                  </a:cubicBezTo>
                  <a:cubicBezTo>
                    <a:pt x="1083894" y="4508561"/>
                    <a:pt x="1081043" y="4527541"/>
                    <a:pt x="1079309" y="4549152"/>
                  </a:cubicBezTo>
                  <a:cubicBezTo>
                    <a:pt x="1578714" y="4549141"/>
                    <a:pt x="2071630" y="4549130"/>
                    <a:pt x="2571275" y="4549116"/>
                  </a:cubicBezTo>
                  <a:cubicBezTo>
                    <a:pt x="2604061" y="4550598"/>
                    <a:pt x="2636848" y="4552079"/>
                    <a:pt x="2668700" y="4553517"/>
                  </a:cubicBezTo>
                  <a:cubicBezTo>
                    <a:pt x="2665837" y="3106024"/>
                    <a:pt x="2662994" y="1668793"/>
                    <a:pt x="2660131" y="221258"/>
                  </a:cubicBezTo>
                  <a:cubicBezTo>
                    <a:pt x="2641474" y="224124"/>
                    <a:pt x="2625894" y="228598"/>
                    <a:pt x="2610309" y="228609"/>
                  </a:cubicBezTo>
                  <a:cubicBezTo>
                    <a:pt x="2120309" y="228963"/>
                    <a:pt x="1630309" y="228878"/>
                    <a:pt x="1140309" y="228874"/>
                  </a:cubicBezTo>
                  <a:cubicBezTo>
                    <a:pt x="1108829" y="228873"/>
                    <a:pt x="1093037" y="228882"/>
                    <a:pt x="1085141" y="236543"/>
                  </a:cubicBezTo>
                  <a:close/>
                  <a:moveTo>
                    <a:pt x="912793" y="68603"/>
                  </a:moveTo>
                  <a:cubicBezTo>
                    <a:pt x="953328" y="26371"/>
                    <a:pt x="1010480" y="778"/>
                    <a:pt x="1076652" y="652"/>
                  </a:cubicBezTo>
                  <a:cubicBezTo>
                    <a:pt x="1676026" y="-491"/>
                    <a:pt x="2275403" y="196"/>
                    <a:pt x="2874781" y="285"/>
                  </a:cubicBezTo>
                  <a:cubicBezTo>
                    <a:pt x="2877914" y="285"/>
                    <a:pt x="2881048" y="1156"/>
                    <a:pt x="2887726" y="2147"/>
                  </a:cubicBezTo>
                  <a:cubicBezTo>
                    <a:pt x="2887664" y="158130"/>
                    <a:pt x="2887604" y="314633"/>
                    <a:pt x="2887544" y="474502"/>
                  </a:cubicBezTo>
                  <a:cubicBezTo>
                    <a:pt x="2887544" y="852084"/>
                    <a:pt x="2886938" y="1226306"/>
                    <a:pt x="2887663" y="1600523"/>
                  </a:cubicBezTo>
                  <a:cubicBezTo>
                    <a:pt x="2889560" y="2581644"/>
                    <a:pt x="2890641" y="3562774"/>
                    <a:pt x="2896053" y="4543877"/>
                  </a:cubicBezTo>
                  <a:cubicBezTo>
                    <a:pt x="2896727" y="4666041"/>
                    <a:pt x="2798399" y="4776843"/>
                    <a:pt x="2670205" y="4777179"/>
                  </a:cubicBezTo>
                  <a:cubicBezTo>
                    <a:pt x="2072413" y="4778747"/>
                    <a:pt x="1474615" y="4777700"/>
                    <a:pt x="876818" y="4777479"/>
                  </a:cubicBezTo>
                  <a:cubicBezTo>
                    <a:pt x="873827" y="4777478"/>
                    <a:pt x="870835" y="4775951"/>
                    <a:pt x="864205" y="4774148"/>
                  </a:cubicBezTo>
                  <a:cubicBezTo>
                    <a:pt x="861292" y="4731920"/>
                    <a:pt x="855693" y="4688421"/>
                    <a:pt x="855673" y="4644918"/>
                  </a:cubicBezTo>
                  <a:cubicBezTo>
                    <a:pt x="855178" y="3633258"/>
                    <a:pt x="855968" y="2621598"/>
                    <a:pt x="854982" y="1609940"/>
                  </a:cubicBezTo>
                  <a:cubicBezTo>
                    <a:pt x="854535" y="1152088"/>
                    <a:pt x="850625" y="694241"/>
                    <a:pt x="848628" y="236391"/>
                  </a:cubicBezTo>
                  <a:cubicBezTo>
                    <a:pt x="848337" y="169708"/>
                    <a:pt x="872257" y="110836"/>
                    <a:pt x="912793" y="6860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11" name="Group 110">
            <a:extLst>
              <a:ext uri="{FF2B5EF4-FFF2-40B4-BE49-F238E27FC236}">
                <a16:creationId xmlns:a16="http://schemas.microsoft.com/office/drawing/2014/main" id="{8CD7F055-9EBD-FBD7-E9C9-3121371028A5}"/>
              </a:ext>
              <a:ext uri="{C183D7F6-B498-43B3-948B-1728B52AA6E4}">
                <adec:decorative xmlns:adec="http://schemas.microsoft.com/office/drawing/2017/decorative" val="1"/>
              </a:ext>
            </a:extLst>
          </p:cNvPr>
          <p:cNvGrpSpPr>
            <a:grpSpLocks noChangeAspect="1"/>
          </p:cNvGrpSpPr>
          <p:nvPr/>
        </p:nvGrpSpPr>
        <p:grpSpPr>
          <a:xfrm>
            <a:off x="9051382" y="1517247"/>
            <a:ext cx="455442" cy="457200"/>
            <a:chOff x="9051382" y="1517247"/>
            <a:chExt cx="455442" cy="457200"/>
          </a:xfrm>
          <a:solidFill>
            <a:srgbClr val="FF0000"/>
          </a:solidFill>
        </p:grpSpPr>
        <p:sp>
          <p:nvSpPr>
            <p:cNvPr id="896" name="Freeform: Shape 895">
              <a:extLst>
                <a:ext uri="{FF2B5EF4-FFF2-40B4-BE49-F238E27FC236}">
                  <a16:creationId xmlns:a16="http://schemas.microsoft.com/office/drawing/2014/main" id="{D48ACDD4-D348-227A-B4C1-307E0E3D5940}"/>
                </a:ext>
                <a:ext uri="{C183D7F6-B498-43B3-948B-1728B52AA6E4}">
                  <adec:decorative xmlns:adec="http://schemas.microsoft.com/office/drawing/2017/decorative" val="1"/>
                </a:ext>
              </a:extLst>
            </p:cNvPr>
            <p:cNvSpPr/>
            <p:nvPr/>
          </p:nvSpPr>
          <p:spPr>
            <a:xfrm>
              <a:off x="9051382" y="1601261"/>
              <a:ext cx="410377" cy="373186"/>
            </a:xfrm>
            <a:custGeom>
              <a:avLst/>
              <a:gdLst>
                <a:gd name="connsiteX0" fmla="*/ 1927398 w 6155649"/>
                <a:gd name="connsiteY0" fmla="*/ 764931 h 5597797"/>
                <a:gd name="connsiteX1" fmla="*/ 2312124 w 6155649"/>
                <a:gd name="connsiteY1" fmla="*/ 764931 h 5597797"/>
                <a:gd name="connsiteX2" fmla="*/ 2312124 w 6155649"/>
                <a:gd name="connsiteY2" fmla="*/ 957290 h 5597797"/>
                <a:gd name="connsiteX3" fmla="*/ 1927398 w 6155649"/>
                <a:gd name="connsiteY3" fmla="*/ 957290 h 5597797"/>
                <a:gd name="connsiteX4" fmla="*/ 966636 w 6155649"/>
                <a:gd name="connsiteY4" fmla="*/ 764643 h 5597797"/>
                <a:gd name="connsiteX5" fmla="*/ 1736093 w 6155649"/>
                <a:gd name="connsiteY5" fmla="*/ 764643 h 5597797"/>
                <a:gd name="connsiteX6" fmla="*/ 1736093 w 6155649"/>
                <a:gd name="connsiteY6" fmla="*/ 957005 h 5597797"/>
                <a:gd name="connsiteX7" fmla="*/ 966636 w 6155649"/>
                <a:gd name="connsiteY7" fmla="*/ 957005 h 5597797"/>
                <a:gd name="connsiteX8" fmla="*/ 966636 w 6155649"/>
                <a:gd name="connsiteY8" fmla="*/ 2111192 h 5597797"/>
                <a:gd name="connsiteX9" fmla="*/ 774270 w 6155649"/>
                <a:gd name="connsiteY9" fmla="*/ 2111192 h 5597797"/>
                <a:gd name="connsiteX10" fmla="*/ 774270 w 6155649"/>
                <a:gd name="connsiteY10" fmla="*/ 957005 h 5597797"/>
                <a:gd name="connsiteX11" fmla="*/ 966636 w 6155649"/>
                <a:gd name="connsiteY11" fmla="*/ 764643 h 5597797"/>
                <a:gd name="connsiteX12" fmla="*/ 389537 w 6155649"/>
                <a:gd name="connsiteY12" fmla="*/ 0 h 5597797"/>
                <a:gd name="connsiteX13" fmla="*/ 4627597 w 6155649"/>
                <a:gd name="connsiteY13" fmla="*/ 0 h 5597797"/>
                <a:gd name="connsiteX14" fmla="*/ 4953376 w 6155649"/>
                <a:gd name="connsiteY14" fmla="*/ 0 h 5597797"/>
                <a:gd name="connsiteX15" fmla="*/ 5413995 w 6155649"/>
                <a:gd name="connsiteY15" fmla="*/ 0 h 5597797"/>
                <a:gd name="connsiteX16" fmla="*/ 5413995 w 6155649"/>
                <a:gd name="connsiteY16" fmla="*/ 384726 h 5597797"/>
                <a:gd name="connsiteX17" fmla="*/ 4953376 w 6155649"/>
                <a:gd name="connsiteY17" fmla="*/ 384726 h 5597797"/>
                <a:gd name="connsiteX18" fmla="*/ 4953376 w 6155649"/>
                <a:gd name="connsiteY18" fmla="*/ 384728 h 5597797"/>
                <a:gd name="connsiteX19" fmla="*/ 384728 w 6155649"/>
                <a:gd name="connsiteY19" fmla="*/ 384728 h 5597797"/>
                <a:gd name="connsiteX20" fmla="*/ 384728 w 6155649"/>
                <a:gd name="connsiteY20" fmla="*/ 4236819 h 5597797"/>
                <a:gd name="connsiteX21" fmla="*/ 5770921 w 6155649"/>
                <a:gd name="connsiteY21" fmla="*/ 4236819 h 5597797"/>
                <a:gd name="connsiteX22" fmla="*/ 5770921 w 6155649"/>
                <a:gd name="connsiteY22" fmla="*/ 1360978 h 5597797"/>
                <a:gd name="connsiteX23" fmla="*/ 5770923 w 6155649"/>
                <a:gd name="connsiteY23" fmla="*/ 1360978 h 5597797"/>
                <a:gd name="connsiteX24" fmla="*/ 5770923 w 6155649"/>
                <a:gd name="connsiteY24" fmla="*/ 739547 h 5597797"/>
                <a:gd name="connsiteX25" fmla="*/ 6155649 w 6155649"/>
                <a:gd name="connsiteY25" fmla="*/ 739547 h 5597797"/>
                <a:gd name="connsiteX26" fmla="*/ 6155649 w 6155649"/>
                <a:gd name="connsiteY26" fmla="*/ 1360978 h 5597797"/>
                <a:gd name="connsiteX27" fmla="*/ 6155649 w 6155649"/>
                <a:gd name="connsiteY27" fmla="*/ 1715798 h 5597797"/>
                <a:gd name="connsiteX28" fmla="*/ 6155649 w 6155649"/>
                <a:gd name="connsiteY28" fmla="*/ 4054075 h 5597797"/>
                <a:gd name="connsiteX29" fmla="*/ 6155649 w 6155649"/>
                <a:gd name="connsiteY29" fmla="*/ 4246437 h 5597797"/>
                <a:gd name="connsiteX30" fmla="*/ 5770921 w 6155649"/>
                <a:gd name="connsiteY30" fmla="*/ 4631169 h 5597797"/>
                <a:gd name="connsiteX31" fmla="*/ 5578559 w 6155649"/>
                <a:gd name="connsiteY31" fmla="*/ 4631169 h 5597797"/>
                <a:gd name="connsiteX32" fmla="*/ 3270190 w 6155649"/>
                <a:gd name="connsiteY32" fmla="*/ 4631169 h 5597797"/>
                <a:gd name="connsiteX33" fmla="*/ 3270190 w 6155649"/>
                <a:gd name="connsiteY33" fmla="*/ 5208260 h 5597797"/>
                <a:gd name="connsiteX34" fmla="*/ 4246436 w 6155649"/>
                <a:gd name="connsiteY34" fmla="*/ 5208260 h 5597797"/>
                <a:gd name="connsiteX35" fmla="*/ 4616737 w 6155649"/>
                <a:gd name="connsiteY35" fmla="*/ 5597797 h 5597797"/>
                <a:gd name="connsiteX36" fmla="*/ 1538912 w 6155649"/>
                <a:gd name="connsiteY36" fmla="*/ 5597797 h 5597797"/>
                <a:gd name="connsiteX37" fmla="*/ 1909212 w 6155649"/>
                <a:gd name="connsiteY37" fmla="*/ 5208260 h 5597797"/>
                <a:gd name="connsiteX38" fmla="*/ 2885462 w 6155649"/>
                <a:gd name="connsiteY38" fmla="*/ 5208260 h 5597797"/>
                <a:gd name="connsiteX39" fmla="*/ 2885462 w 6155649"/>
                <a:gd name="connsiteY39" fmla="*/ 4631169 h 5597797"/>
                <a:gd name="connsiteX40" fmla="*/ 384728 w 6155649"/>
                <a:gd name="connsiteY40" fmla="*/ 4631169 h 5597797"/>
                <a:gd name="connsiteX41" fmla="*/ 0 w 6155649"/>
                <a:gd name="connsiteY41" fmla="*/ 4631169 h 5597797"/>
                <a:gd name="connsiteX42" fmla="*/ 0 w 6155649"/>
                <a:gd name="connsiteY42" fmla="*/ 4626356 h 5597797"/>
                <a:gd name="connsiteX43" fmla="*/ 0 w 6155649"/>
                <a:gd name="connsiteY43" fmla="*/ 3900183 h 5597797"/>
                <a:gd name="connsiteX44" fmla="*/ 4809 w 6155649"/>
                <a:gd name="connsiteY44" fmla="*/ 384728 h 5597797"/>
                <a:gd name="connsiteX45" fmla="*/ 389537 w 6155649"/>
                <a:gd name="connsiteY45" fmla="*/ 0 h 55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155649" h="5597797">
                  <a:moveTo>
                    <a:pt x="1927398" y="764931"/>
                  </a:moveTo>
                  <a:lnTo>
                    <a:pt x="2312124" y="764931"/>
                  </a:lnTo>
                  <a:lnTo>
                    <a:pt x="2312124" y="957290"/>
                  </a:lnTo>
                  <a:lnTo>
                    <a:pt x="1927398" y="957290"/>
                  </a:lnTo>
                  <a:close/>
                  <a:moveTo>
                    <a:pt x="966636" y="764643"/>
                  </a:moveTo>
                  <a:lnTo>
                    <a:pt x="1736093" y="764643"/>
                  </a:lnTo>
                  <a:lnTo>
                    <a:pt x="1736093" y="957005"/>
                  </a:lnTo>
                  <a:lnTo>
                    <a:pt x="966636" y="957005"/>
                  </a:lnTo>
                  <a:lnTo>
                    <a:pt x="966636" y="2111192"/>
                  </a:lnTo>
                  <a:lnTo>
                    <a:pt x="774270" y="2111192"/>
                  </a:lnTo>
                  <a:lnTo>
                    <a:pt x="774270" y="957005"/>
                  </a:lnTo>
                  <a:cubicBezTo>
                    <a:pt x="774270" y="851206"/>
                    <a:pt x="860833" y="764643"/>
                    <a:pt x="966636" y="764643"/>
                  </a:cubicBezTo>
                  <a:close/>
                  <a:moveTo>
                    <a:pt x="389537" y="0"/>
                  </a:moveTo>
                  <a:lnTo>
                    <a:pt x="4627597" y="0"/>
                  </a:lnTo>
                  <a:lnTo>
                    <a:pt x="4953376" y="0"/>
                  </a:lnTo>
                  <a:lnTo>
                    <a:pt x="5413995" y="0"/>
                  </a:lnTo>
                  <a:lnTo>
                    <a:pt x="5413995" y="384726"/>
                  </a:lnTo>
                  <a:lnTo>
                    <a:pt x="4953376" y="384726"/>
                  </a:lnTo>
                  <a:lnTo>
                    <a:pt x="4953376" y="384728"/>
                  </a:lnTo>
                  <a:lnTo>
                    <a:pt x="384728" y="384728"/>
                  </a:lnTo>
                  <a:lnTo>
                    <a:pt x="384728" y="4236819"/>
                  </a:lnTo>
                  <a:lnTo>
                    <a:pt x="5770921" y="4236819"/>
                  </a:lnTo>
                  <a:lnTo>
                    <a:pt x="5770921" y="1360978"/>
                  </a:lnTo>
                  <a:lnTo>
                    <a:pt x="5770923" y="1360978"/>
                  </a:lnTo>
                  <a:lnTo>
                    <a:pt x="5770923" y="739547"/>
                  </a:lnTo>
                  <a:lnTo>
                    <a:pt x="6155649" y="739547"/>
                  </a:lnTo>
                  <a:lnTo>
                    <a:pt x="6155649" y="1360978"/>
                  </a:lnTo>
                  <a:lnTo>
                    <a:pt x="6155649" y="1715798"/>
                  </a:lnTo>
                  <a:lnTo>
                    <a:pt x="6155649" y="4054075"/>
                  </a:lnTo>
                  <a:lnTo>
                    <a:pt x="6155649" y="4246437"/>
                  </a:lnTo>
                  <a:cubicBezTo>
                    <a:pt x="6155649" y="4458040"/>
                    <a:pt x="5982524" y="4631169"/>
                    <a:pt x="5770921" y="4631169"/>
                  </a:cubicBezTo>
                  <a:lnTo>
                    <a:pt x="5578559" y="4631169"/>
                  </a:lnTo>
                  <a:lnTo>
                    <a:pt x="3270190" y="4631169"/>
                  </a:lnTo>
                  <a:lnTo>
                    <a:pt x="3270190" y="5208260"/>
                  </a:lnTo>
                  <a:lnTo>
                    <a:pt x="4246436" y="5208260"/>
                  </a:lnTo>
                  <a:cubicBezTo>
                    <a:pt x="4448421" y="5208260"/>
                    <a:pt x="4616737" y="5391007"/>
                    <a:pt x="4616737" y="5597797"/>
                  </a:cubicBezTo>
                  <a:lnTo>
                    <a:pt x="1538912" y="5597797"/>
                  </a:lnTo>
                  <a:cubicBezTo>
                    <a:pt x="1538912" y="5395816"/>
                    <a:pt x="1702423" y="5208260"/>
                    <a:pt x="1909212" y="5208260"/>
                  </a:cubicBezTo>
                  <a:lnTo>
                    <a:pt x="2885462" y="5208260"/>
                  </a:lnTo>
                  <a:lnTo>
                    <a:pt x="2885462" y="4631169"/>
                  </a:lnTo>
                  <a:lnTo>
                    <a:pt x="384728" y="4631169"/>
                  </a:lnTo>
                  <a:lnTo>
                    <a:pt x="0" y="4631169"/>
                  </a:lnTo>
                  <a:lnTo>
                    <a:pt x="0" y="4626356"/>
                  </a:lnTo>
                  <a:lnTo>
                    <a:pt x="0" y="3900183"/>
                  </a:lnTo>
                  <a:lnTo>
                    <a:pt x="4809" y="384728"/>
                  </a:lnTo>
                  <a:cubicBezTo>
                    <a:pt x="4809" y="173129"/>
                    <a:pt x="177938" y="0"/>
                    <a:pt x="389537" y="0"/>
                  </a:cubicBezTo>
                  <a:close/>
                </a:path>
              </a:pathLst>
            </a:custGeom>
            <a:solidFill>
              <a:schemeClr val="accent2"/>
            </a:solidFill>
            <a:ln w="12535" cap="flat">
              <a:noFill/>
              <a:prstDash val="solid"/>
              <a:miter/>
            </a:ln>
          </p:spPr>
          <p:txBody>
            <a:bodyPr wrap="square" rtlCol="0" anchor="ctr">
              <a:noAutofit/>
            </a:bodyPr>
            <a:lstStyle/>
            <a:p>
              <a:endParaRPr lang="en-US" dirty="0"/>
            </a:p>
          </p:txBody>
        </p:sp>
        <p:sp>
          <p:nvSpPr>
            <p:cNvPr id="897" name="Freeform: Shape 896">
              <a:extLst>
                <a:ext uri="{FF2B5EF4-FFF2-40B4-BE49-F238E27FC236}">
                  <a16:creationId xmlns:a16="http://schemas.microsoft.com/office/drawing/2014/main" id="{2048F76F-F64F-00E3-E2A6-A2605EDC034D}"/>
                </a:ext>
                <a:ext uri="{C183D7F6-B498-43B3-948B-1728B52AA6E4}">
                  <adec:decorative xmlns:adec="http://schemas.microsoft.com/office/drawing/2017/decorative" val="1"/>
                </a:ext>
              </a:extLst>
            </p:cNvPr>
            <p:cNvSpPr/>
            <p:nvPr/>
          </p:nvSpPr>
          <p:spPr>
            <a:xfrm>
              <a:off x="9390907" y="1517247"/>
              <a:ext cx="115917" cy="116075"/>
            </a:xfrm>
            <a:custGeom>
              <a:avLst/>
              <a:gdLst>
                <a:gd name="connsiteX0" fmla="*/ 586677 w 1738756"/>
                <a:gd name="connsiteY0" fmla="*/ 1164024 h 1741121"/>
                <a:gd name="connsiteX1" fmla="*/ 1163770 w 1738756"/>
                <a:gd name="connsiteY1" fmla="*/ 1164024 h 1741121"/>
                <a:gd name="connsiteX2" fmla="*/ 1163770 w 1738756"/>
                <a:gd name="connsiteY2" fmla="*/ 1741121 h 1741121"/>
                <a:gd name="connsiteX3" fmla="*/ 586677 w 1738756"/>
                <a:gd name="connsiteY3" fmla="*/ 1741121 h 1741121"/>
                <a:gd name="connsiteX4" fmla="*/ 1159171 w 1738756"/>
                <a:gd name="connsiteY4" fmla="*/ 579585 h 1741121"/>
                <a:gd name="connsiteX5" fmla="*/ 1738756 w 1738756"/>
                <a:gd name="connsiteY5" fmla="*/ 579585 h 1741121"/>
                <a:gd name="connsiteX6" fmla="*/ 1738756 w 1738756"/>
                <a:gd name="connsiteY6" fmla="*/ 1159170 h 1741121"/>
                <a:gd name="connsiteX7" fmla="*/ 1159171 w 1738756"/>
                <a:gd name="connsiteY7" fmla="*/ 1159170 h 1741121"/>
                <a:gd name="connsiteX8" fmla="*/ 0 w 1738756"/>
                <a:gd name="connsiteY8" fmla="*/ 0 h 1741121"/>
                <a:gd name="connsiteX9" fmla="*/ 579585 w 1738756"/>
                <a:gd name="connsiteY9" fmla="*/ 0 h 1741121"/>
                <a:gd name="connsiteX10" fmla="*/ 579585 w 1738756"/>
                <a:gd name="connsiteY10" fmla="*/ 579585 h 1741121"/>
                <a:gd name="connsiteX11" fmla="*/ 0 w 1738756"/>
                <a:gd name="connsiteY11" fmla="*/ 579585 h 174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8756" h="1741121">
                  <a:moveTo>
                    <a:pt x="586677" y="1164024"/>
                  </a:moveTo>
                  <a:lnTo>
                    <a:pt x="1163770" y="1164024"/>
                  </a:lnTo>
                  <a:lnTo>
                    <a:pt x="1163770" y="1741121"/>
                  </a:lnTo>
                  <a:lnTo>
                    <a:pt x="586677" y="1741121"/>
                  </a:lnTo>
                  <a:close/>
                  <a:moveTo>
                    <a:pt x="1159171" y="579585"/>
                  </a:moveTo>
                  <a:lnTo>
                    <a:pt x="1738756" y="579585"/>
                  </a:lnTo>
                  <a:lnTo>
                    <a:pt x="1738756" y="1159170"/>
                  </a:lnTo>
                  <a:lnTo>
                    <a:pt x="1159171" y="1159170"/>
                  </a:lnTo>
                  <a:close/>
                  <a:moveTo>
                    <a:pt x="0" y="0"/>
                  </a:moveTo>
                  <a:lnTo>
                    <a:pt x="579585" y="0"/>
                  </a:lnTo>
                  <a:lnTo>
                    <a:pt x="579585" y="579585"/>
                  </a:lnTo>
                  <a:lnTo>
                    <a:pt x="0" y="579585"/>
                  </a:lnTo>
                  <a:close/>
                </a:path>
              </a:pathLst>
            </a:custGeom>
            <a:solidFill>
              <a:schemeClr val="accent1"/>
            </a:solidFill>
            <a:ln w="12535" cap="flat">
              <a:noFill/>
              <a:prstDash val="solid"/>
              <a:miter/>
            </a:ln>
          </p:spPr>
          <p:txBody>
            <a:bodyPr wrap="square" rtlCol="0" anchor="ctr">
              <a:noAutofit/>
            </a:bodyPr>
            <a:lstStyle/>
            <a:p>
              <a:endParaRPr lang="en-US"/>
            </a:p>
          </p:txBody>
        </p:sp>
      </p:grpSp>
      <p:grpSp>
        <p:nvGrpSpPr>
          <p:cNvPr id="110" name="Group 109">
            <a:extLst>
              <a:ext uri="{FF2B5EF4-FFF2-40B4-BE49-F238E27FC236}">
                <a16:creationId xmlns:a16="http://schemas.microsoft.com/office/drawing/2014/main" id="{77CB1307-E416-D596-6118-5038EA927C4A}"/>
              </a:ext>
              <a:ext uri="{C183D7F6-B498-43B3-948B-1728B52AA6E4}">
                <adec:decorative xmlns:adec="http://schemas.microsoft.com/office/drawing/2017/decorative" val="1"/>
              </a:ext>
            </a:extLst>
          </p:cNvPr>
          <p:cNvGrpSpPr>
            <a:grpSpLocks noChangeAspect="1"/>
          </p:cNvGrpSpPr>
          <p:nvPr/>
        </p:nvGrpSpPr>
        <p:grpSpPr>
          <a:xfrm>
            <a:off x="9684441" y="1517247"/>
            <a:ext cx="492076" cy="457200"/>
            <a:chOff x="9684441" y="1517247"/>
            <a:chExt cx="492076" cy="457200"/>
          </a:xfrm>
          <a:solidFill>
            <a:srgbClr val="FF0000"/>
          </a:solidFill>
        </p:grpSpPr>
        <p:sp>
          <p:nvSpPr>
            <p:cNvPr id="915" name="Freeform: Shape 914">
              <a:extLst>
                <a:ext uri="{FF2B5EF4-FFF2-40B4-BE49-F238E27FC236}">
                  <a16:creationId xmlns:a16="http://schemas.microsoft.com/office/drawing/2014/main" id="{0442ACAC-A56D-4CD7-5C19-266F06B5D098}"/>
                </a:ext>
                <a:ext uri="{C183D7F6-B498-43B3-948B-1728B52AA6E4}">
                  <adec:decorative xmlns:adec="http://schemas.microsoft.com/office/drawing/2017/decorative" val="1"/>
                </a:ext>
              </a:extLst>
            </p:cNvPr>
            <p:cNvSpPr/>
            <p:nvPr/>
          </p:nvSpPr>
          <p:spPr>
            <a:xfrm>
              <a:off x="9684441" y="1633306"/>
              <a:ext cx="375138" cy="341141"/>
            </a:xfrm>
            <a:custGeom>
              <a:avLst/>
              <a:gdLst>
                <a:gd name="connsiteX0" fmla="*/ 1761894 w 5627069"/>
                <a:gd name="connsiteY0" fmla="*/ 699250 h 5117123"/>
                <a:gd name="connsiteX1" fmla="*/ 2113584 w 5627069"/>
                <a:gd name="connsiteY1" fmla="*/ 699250 h 5117123"/>
                <a:gd name="connsiteX2" fmla="*/ 2113584 w 5627069"/>
                <a:gd name="connsiteY2" fmla="*/ 875095 h 5117123"/>
                <a:gd name="connsiteX3" fmla="*/ 1761894 w 5627069"/>
                <a:gd name="connsiteY3" fmla="*/ 875095 h 5117123"/>
                <a:gd name="connsiteX4" fmla="*/ 883630 w 5627069"/>
                <a:gd name="connsiteY4" fmla="*/ 698986 h 5117123"/>
                <a:gd name="connsiteX5" fmla="*/ 1587013 w 5627069"/>
                <a:gd name="connsiteY5" fmla="*/ 698986 h 5117123"/>
                <a:gd name="connsiteX6" fmla="*/ 1587013 w 5627069"/>
                <a:gd name="connsiteY6" fmla="*/ 874831 h 5117123"/>
                <a:gd name="connsiteX7" fmla="*/ 883630 w 5627069"/>
                <a:gd name="connsiteY7" fmla="*/ 874831 h 5117123"/>
                <a:gd name="connsiteX8" fmla="*/ 883630 w 5627069"/>
                <a:gd name="connsiteY8" fmla="*/ 1929914 h 5117123"/>
                <a:gd name="connsiteX9" fmla="*/ 707783 w 5627069"/>
                <a:gd name="connsiteY9" fmla="*/ 1929914 h 5117123"/>
                <a:gd name="connsiteX10" fmla="*/ 707783 w 5627069"/>
                <a:gd name="connsiteY10" fmla="*/ 874831 h 5117123"/>
                <a:gd name="connsiteX11" fmla="*/ 883630 w 5627069"/>
                <a:gd name="connsiteY11" fmla="*/ 698986 h 5117123"/>
                <a:gd name="connsiteX12" fmla="*/ 356088 w 5627069"/>
                <a:gd name="connsiteY12" fmla="*/ 0 h 5117123"/>
                <a:gd name="connsiteX13" fmla="*/ 4243529 w 5627069"/>
                <a:gd name="connsiteY13" fmla="*/ 0 h 5117123"/>
                <a:gd name="connsiteX14" fmla="*/ 4528035 w 5627069"/>
                <a:gd name="connsiteY14" fmla="*/ 0 h 5117123"/>
                <a:gd name="connsiteX15" fmla="*/ 4962399 w 5627069"/>
                <a:gd name="connsiteY15" fmla="*/ 0 h 5117123"/>
                <a:gd name="connsiteX16" fmla="*/ 4962399 w 5627069"/>
                <a:gd name="connsiteY16" fmla="*/ 351690 h 5117123"/>
                <a:gd name="connsiteX17" fmla="*/ 4528035 w 5627069"/>
                <a:gd name="connsiteY17" fmla="*/ 351690 h 5117123"/>
                <a:gd name="connsiteX18" fmla="*/ 4528035 w 5627069"/>
                <a:gd name="connsiteY18" fmla="*/ 351692 h 5117123"/>
                <a:gd name="connsiteX19" fmla="*/ 351692 w 5627069"/>
                <a:gd name="connsiteY19" fmla="*/ 351692 h 5117123"/>
                <a:gd name="connsiteX20" fmla="*/ 351692 w 5627069"/>
                <a:gd name="connsiteY20" fmla="*/ 3873010 h 5117123"/>
                <a:gd name="connsiteX21" fmla="*/ 5275377 w 5627069"/>
                <a:gd name="connsiteY21" fmla="*/ 3873010 h 5117123"/>
                <a:gd name="connsiteX22" fmla="*/ 5275377 w 5627069"/>
                <a:gd name="connsiteY22" fmla="*/ 1244113 h 5117123"/>
                <a:gd name="connsiteX23" fmla="*/ 5275379 w 5627069"/>
                <a:gd name="connsiteY23" fmla="*/ 1244113 h 5117123"/>
                <a:gd name="connsiteX24" fmla="*/ 5275379 w 5627069"/>
                <a:gd name="connsiteY24" fmla="*/ 674300 h 5117123"/>
                <a:gd name="connsiteX25" fmla="*/ 5627069 w 5627069"/>
                <a:gd name="connsiteY25" fmla="*/ 674300 h 5117123"/>
                <a:gd name="connsiteX26" fmla="*/ 5627069 w 5627069"/>
                <a:gd name="connsiteY26" fmla="*/ 1244113 h 5117123"/>
                <a:gd name="connsiteX27" fmla="*/ 5627069 w 5627069"/>
                <a:gd name="connsiteY27" fmla="*/ 1566721 h 5117123"/>
                <a:gd name="connsiteX28" fmla="*/ 5627069 w 5627069"/>
                <a:gd name="connsiteY28" fmla="*/ 3705958 h 5117123"/>
                <a:gd name="connsiteX29" fmla="*/ 5627069 w 5627069"/>
                <a:gd name="connsiteY29" fmla="*/ 3881802 h 5117123"/>
                <a:gd name="connsiteX30" fmla="*/ 5275377 w 5627069"/>
                <a:gd name="connsiteY30" fmla="*/ 4233498 h 5117123"/>
                <a:gd name="connsiteX31" fmla="*/ 5099533 w 5627069"/>
                <a:gd name="connsiteY31" fmla="*/ 4233498 h 5117123"/>
                <a:gd name="connsiteX32" fmla="*/ 2989382 w 5627069"/>
                <a:gd name="connsiteY32" fmla="*/ 4233498 h 5117123"/>
                <a:gd name="connsiteX33" fmla="*/ 2989382 w 5627069"/>
                <a:gd name="connsiteY33" fmla="*/ 4761034 h 5117123"/>
                <a:gd name="connsiteX34" fmla="*/ 3881799 w 5627069"/>
                <a:gd name="connsiteY34" fmla="*/ 4761034 h 5117123"/>
                <a:gd name="connsiteX35" fmla="*/ 4220302 w 5627069"/>
                <a:gd name="connsiteY35" fmla="*/ 5117123 h 5117123"/>
                <a:gd name="connsiteX36" fmla="*/ 1406767 w 5627069"/>
                <a:gd name="connsiteY36" fmla="*/ 5117123 h 5117123"/>
                <a:gd name="connsiteX37" fmla="*/ 1745270 w 5627069"/>
                <a:gd name="connsiteY37" fmla="*/ 4761034 h 5117123"/>
                <a:gd name="connsiteX38" fmla="*/ 2637690 w 5627069"/>
                <a:gd name="connsiteY38" fmla="*/ 4761034 h 5117123"/>
                <a:gd name="connsiteX39" fmla="*/ 2637690 w 5627069"/>
                <a:gd name="connsiteY39" fmla="*/ 4233498 h 5117123"/>
                <a:gd name="connsiteX40" fmla="*/ 351692 w 5627069"/>
                <a:gd name="connsiteY40" fmla="*/ 4233498 h 5117123"/>
                <a:gd name="connsiteX41" fmla="*/ 0 w 5627069"/>
                <a:gd name="connsiteY41" fmla="*/ 4233498 h 5117123"/>
                <a:gd name="connsiteX42" fmla="*/ 0 w 5627069"/>
                <a:gd name="connsiteY42" fmla="*/ 4229098 h 5117123"/>
                <a:gd name="connsiteX43" fmla="*/ 0 w 5627069"/>
                <a:gd name="connsiteY43" fmla="*/ 3565280 h 5117123"/>
                <a:gd name="connsiteX44" fmla="*/ 4396 w 5627069"/>
                <a:gd name="connsiteY44" fmla="*/ 351692 h 5117123"/>
                <a:gd name="connsiteX45" fmla="*/ 356088 w 5627069"/>
                <a:gd name="connsiteY45" fmla="*/ 0 h 511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627069" h="5117123">
                  <a:moveTo>
                    <a:pt x="1761894" y="699250"/>
                  </a:moveTo>
                  <a:lnTo>
                    <a:pt x="2113584" y="699250"/>
                  </a:lnTo>
                  <a:lnTo>
                    <a:pt x="2113584" y="875095"/>
                  </a:lnTo>
                  <a:lnTo>
                    <a:pt x="1761894" y="875095"/>
                  </a:lnTo>
                  <a:close/>
                  <a:moveTo>
                    <a:pt x="883630" y="698986"/>
                  </a:moveTo>
                  <a:lnTo>
                    <a:pt x="1587013" y="698986"/>
                  </a:lnTo>
                  <a:lnTo>
                    <a:pt x="1587013" y="874831"/>
                  </a:lnTo>
                  <a:lnTo>
                    <a:pt x="883630" y="874831"/>
                  </a:lnTo>
                  <a:lnTo>
                    <a:pt x="883630" y="1929914"/>
                  </a:lnTo>
                  <a:lnTo>
                    <a:pt x="707783" y="1929914"/>
                  </a:lnTo>
                  <a:lnTo>
                    <a:pt x="707783" y="874831"/>
                  </a:lnTo>
                  <a:cubicBezTo>
                    <a:pt x="707783" y="778116"/>
                    <a:pt x="786912" y="698986"/>
                    <a:pt x="883630" y="698986"/>
                  </a:cubicBezTo>
                  <a:close/>
                  <a:moveTo>
                    <a:pt x="356088" y="0"/>
                  </a:moveTo>
                  <a:lnTo>
                    <a:pt x="4243529" y="0"/>
                  </a:lnTo>
                  <a:lnTo>
                    <a:pt x="4528035" y="0"/>
                  </a:lnTo>
                  <a:lnTo>
                    <a:pt x="4962399" y="0"/>
                  </a:lnTo>
                  <a:lnTo>
                    <a:pt x="4962399" y="351690"/>
                  </a:lnTo>
                  <a:lnTo>
                    <a:pt x="4528035" y="351690"/>
                  </a:lnTo>
                  <a:lnTo>
                    <a:pt x="4528035" y="351692"/>
                  </a:lnTo>
                  <a:lnTo>
                    <a:pt x="351692" y="351692"/>
                  </a:lnTo>
                  <a:lnTo>
                    <a:pt x="351692" y="3873010"/>
                  </a:lnTo>
                  <a:lnTo>
                    <a:pt x="5275377" y="3873010"/>
                  </a:lnTo>
                  <a:lnTo>
                    <a:pt x="5275377" y="1244113"/>
                  </a:lnTo>
                  <a:lnTo>
                    <a:pt x="5275379" y="1244113"/>
                  </a:lnTo>
                  <a:lnTo>
                    <a:pt x="5275379" y="674300"/>
                  </a:lnTo>
                  <a:lnTo>
                    <a:pt x="5627069" y="674300"/>
                  </a:lnTo>
                  <a:lnTo>
                    <a:pt x="5627069" y="1244113"/>
                  </a:lnTo>
                  <a:lnTo>
                    <a:pt x="5627069" y="1566721"/>
                  </a:lnTo>
                  <a:lnTo>
                    <a:pt x="5627069" y="3705958"/>
                  </a:lnTo>
                  <a:lnTo>
                    <a:pt x="5627069" y="3881802"/>
                  </a:lnTo>
                  <a:cubicBezTo>
                    <a:pt x="5627069" y="4075235"/>
                    <a:pt x="5468810" y="4233498"/>
                    <a:pt x="5275377" y="4233498"/>
                  </a:cubicBezTo>
                  <a:lnTo>
                    <a:pt x="5099533" y="4233498"/>
                  </a:lnTo>
                  <a:lnTo>
                    <a:pt x="2989382" y="4233498"/>
                  </a:lnTo>
                  <a:lnTo>
                    <a:pt x="2989382" y="4761034"/>
                  </a:lnTo>
                  <a:lnTo>
                    <a:pt x="3881799" y="4761034"/>
                  </a:lnTo>
                  <a:cubicBezTo>
                    <a:pt x="4066439" y="4761034"/>
                    <a:pt x="4220302" y="4928090"/>
                    <a:pt x="4220302" y="5117123"/>
                  </a:cubicBezTo>
                  <a:lnTo>
                    <a:pt x="1406767" y="5117123"/>
                  </a:lnTo>
                  <a:cubicBezTo>
                    <a:pt x="1406767" y="4932486"/>
                    <a:pt x="1556237" y="4761034"/>
                    <a:pt x="1745270" y="4761034"/>
                  </a:cubicBezTo>
                  <a:lnTo>
                    <a:pt x="2637690" y="4761034"/>
                  </a:lnTo>
                  <a:lnTo>
                    <a:pt x="2637690" y="4233498"/>
                  </a:lnTo>
                  <a:lnTo>
                    <a:pt x="351692" y="4233498"/>
                  </a:lnTo>
                  <a:lnTo>
                    <a:pt x="0" y="4233498"/>
                  </a:lnTo>
                  <a:lnTo>
                    <a:pt x="0" y="4229098"/>
                  </a:lnTo>
                  <a:lnTo>
                    <a:pt x="0" y="3565280"/>
                  </a:lnTo>
                  <a:lnTo>
                    <a:pt x="4396" y="351692"/>
                  </a:lnTo>
                  <a:cubicBezTo>
                    <a:pt x="4396" y="158263"/>
                    <a:pt x="162659" y="0"/>
                    <a:pt x="356088" y="0"/>
                  </a:cubicBezTo>
                  <a:close/>
                </a:path>
              </a:pathLst>
            </a:custGeom>
            <a:solidFill>
              <a:schemeClr val="accent2"/>
            </a:solidFill>
            <a:ln w="12535" cap="flat">
              <a:noFill/>
              <a:prstDash val="solid"/>
              <a:miter/>
            </a:ln>
          </p:spPr>
          <p:txBody>
            <a:bodyPr wrap="square" rtlCol="0" anchor="ctr">
              <a:noAutofit/>
            </a:bodyPr>
            <a:lstStyle/>
            <a:p>
              <a:endParaRPr lang="en-US" dirty="0"/>
            </a:p>
          </p:txBody>
        </p:sp>
        <p:sp>
          <p:nvSpPr>
            <p:cNvPr id="916" name="Freeform: Shape 915">
              <a:extLst>
                <a:ext uri="{FF2B5EF4-FFF2-40B4-BE49-F238E27FC236}">
                  <a16:creationId xmlns:a16="http://schemas.microsoft.com/office/drawing/2014/main" id="{6E80DDD0-6888-630E-8CB6-FA7B170FAE72}"/>
                </a:ext>
                <a:ext uri="{C183D7F6-B498-43B3-948B-1728B52AA6E4}">
                  <adec:decorative xmlns:adec="http://schemas.microsoft.com/office/drawing/2017/decorative" val="1"/>
                </a:ext>
              </a:extLst>
            </p:cNvPr>
            <p:cNvSpPr/>
            <p:nvPr/>
          </p:nvSpPr>
          <p:spPr>
            <a:xfrm>
              <a:off x="10030564" y="1517247"/>
              <a:ext cx="145953" cy="145366"/>
            </a:xfrm>
            <a:custGeom>
              <a:avLst/>
              <a:gdLst>
                <a:gd name="connsiteX0" fmla="*/ 0 w 2189287"/>
                <a:gd name="connsiteY0" fmla="*/ 1652959 h 2180498"/>
                <a:gd name="connsiteX1" fmla="*/ 527535 w 2189287"/>
                <a:gd name="connsiteY1" fmla="*/ 1652959 h 2180498"/>
                <a:gd name="connsiteX2" fmla="*/ 527535 w 2189287"/>
                <a:gd name="connsiteY2" fmla="*/ 2180498 h 2180498"/>
                <a:gd name="connsiteX3" fmla="*/ 0 w 2189287"/>
                <a:gd name="connsiteY3" fmla="*/ 2180498 h 2180498"/>
                <a:gd name="connsiteX4" fmla="*/ 254980 w 2189287"/>
                <a:gd name="connsiteY4" fmla="*/ 1033100 h 2180498"/>
                <a:gd name="connsiteX5" fmla="*/ 1151797 w 2189287"/>
                <a:gd name="connsiteY5" fmla="*/ 1921126 h 2180498"/>
                <a:gd name="connsiteX6" fmla="*/ 795705 w 2189287"/>
                <a:gd name="connsiteY6" fmla="*/ 1921126 h 2180498"/>
                <a:gd name="connsiteX7" fmla="*/ 254980 w 2189287"/>
                <a:gd name="connsiteY7" fmla="*/ 1389189 h 2180498"/>
                <a:gd name="connsiteX8" fmla="*/ 250584 w 2189287"/>
                <a:gd name="connsiteY8" fmla="*/ 514352 h 2180498"/>
                <a:gd name="connsiteX9" fmla="*/ 593483 w 2189287"/>
                <a:gd name="connsiteY9" fmla="*/ 580293 h 2180498"/>
                <a:gd name="connsiteX10" fmla="*/ 1661747 w 2189287"/>
                <a:gd name="connsiteY10" fmla="*/ 1921122 h 2180498"/>
                <a:gd name="connsiteX11" fmla="*/ 1314452 w 2189287"/>
                <a:gd name="connsiteY11" fmla="*/ 1921122 h 2180498"/>
                <a:gd name="connsiteX12" fmla="*/ 487976 w 2189287"/>
                <a:gd name="connsiteY12" fmla="*/ 910007 h 2180498"/>
                <a:gd name="connsiteX13" fmla="*/ 250584 w 2189287"/>
                <a:gd name="connsiteY13" fmla="*/ 861648 h 2180498"/>
                <a:gd name="connsiteX14" fmla="*/ 259377 w 2189287"/>
                <a:gd name="connsiteY14" fmla="*/ 0 h 2180498"/>
                <a:gd name="connsiteX15" fmla="*/ 263773 w 2189287"/>
                <a:gd name="connsiteY15" fmla="*/ 0 h 2180498"/>
                <a:gd name="connsiteX16" fmla="*/ 2189287 w 2189287"/>
                <a:gd name="connsiteY16" fmla="*/ 1912330 h 2180498"/>
                <a:gd name="connsiteX17" fmla="*/ 2189287 w 2189287"/>
                <a:gd name="connsiteY17" fmla="*/ 1925519 h 2180498"/>
                <a:gd name="connsiteX18" fmla="*/ 1841991 w 2189287"/>
                <a:gd name="connsiteY18" fmla="*/ 1925519 h 2180498"/>
                <a:gd name="connsiteX19" fmla="*/ 254980 w 2189287"/>
                <a:gd name="connsiteY19" fmla="*/ 347296 h 2180498"/>
                <a:gd name="connsiteX20" fmla="*/ 259377 w 2189287"/>
                <a:gd name="connsiteY20" fmla="*/ 347296 h 218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9287" h="2180498">
                  <a:moveTo>
                    <a:pt x="0" y="1652959"/>
                  </a:moveTo>
                  <a:lnTo>
                    <a:pt x="527535" y="1652959"/>
                  </a:lnTo>
                  <a:lnTo>
                    <a:pt x="527535" y="2180498"/>
                  </a:lnTo>
                  <a:lnTo>
                    <a:pt x="0" y="2180498"/>
                  </a:lnTo>
                  <a:close/>
                  <a:moveTo>
                    <a:pt x="254980" y="1033100"/>
                  </a:moveTo>
                  <a:cubicBezTo>
                    <a:pt x="720972" y="1085856"/>
                    <a:pt x="1094645" y="1455130"/>
                    <a:pt x="1151797" y="1921126"/>
                  </a:cubicBezTo>
                  <a:lnTo>
                    <a:pt x="795705" y="1921126"/>
                  </a:lnTo>
                  <a:cubicBezTo>
                    <a:pt x="742953" y="1652959"/>
                    <a:pt x="527543" y="1437548"/>
                    <a:pt x="254980" y="1389189"/>
                  </a:cubicBezTo>
                  <a:close/>
                  <a:moveTo>
                    <a:pt x="250584" y="514352"/>
                  </a:moveTo>
                  <a:cubicBezTo>
                    <a:pt x="369280" y="523145"/>
                    <a:pt x="483580" y="545126"/>
                    <a:pt x="593483" y="580293"/>
                  </a:cubicBezTo>
                  <a:cubicBezTo>
                    <a:pt x="1200152" y="769330"/>
                    <a:pt x="1617785" y="1301263"/>
                    <a:pt x="1661747" y="1921122"/>
                  </a:cubicBezTo>
                  <a:lnTo>
                    <a:pt x="1314452" y="1921122"/>
                  </a:lnTo>
                  <a:cubicBezTo>
                    <a:pt x="1266093" y="1450733"/>
                    <a:pt x="949571" y="1055078"/>
                    <a:pt x="487976" y="910007"/>
                  </a:cubicBezTo>
                  <a:cubicBezTo>
                    <a:pt x="413243" y="883630"/>
                    <a:pt x="329714" y="870441"/>
                    <a:pt x="250584" y="861648"/>
                  </a:cubicBezTo>
                  <a:close/>
                  <a:moveTo>
                    <a:pt x="259377" y="0"/>
                  </a:moveTo>
                  <a:cubicBezTo>
                    <a:pt x="259377" y="0"/>
                    <a:pt x="263773" y="0"/>
                    <a:pt x="263773" y="0"/>
                  </a:cubicBezTo>
                  <a:cubicBezTo>
                    <a:pt x="1296867" y="61545"/>
                    <a:pt x="2123342" y="883630"/>
                    <a:pt x="2189287" y="1912330"/>
                  </a:cubicBezTo>
                  <a:cubicBezTo>
                    <a:pt x="2189287" y="1916726"/>
                    <a:pt x="2189287" y="1921122"/>
                    <a:pt x="2189287" y="1925519"/>
                  </a:cubicBezTo>
                  <a:lnTo>
                    <a:pt x="1841991" y="1925519"/>
                  </a:lnTo>
                  <a:cubicBezTo>
                    <a:pt x="1780443" y="1077059"/>
                    <a:pt x="1099041" y="404448"/>
                    <a:pt x="254980" y="347296"/>
                  </a:cubicBezTo>
                  <a:lnTo>
                    <a:pt x="259377" y="347296"/>
                  </a:lnTo>
                  <a:close/>
                </a:path>
              </a:pathLst>
            </a:custGeom>
            <a:solidFill>
              <a:schemeClr val="accent1"/>
            </a:solidFill>
            <a:ln w="12535" cap="flat">
              <a:noFill/>
              <a:prstDash val="solid"/>
              <a:miter/>
            </a:ln>
          </p:spPr>
          <p:txBody>
            <a:bodyPr wrap="square" rtlCol="0" anchor="ctr">
              <a:noAutofit/>
            </a:bodyPr>
            <a:lstStyle/>
            <a:p>
              <a:endParaRPr lang="en-US"/>
            </a:p>
          </p:txBody>
        </p:sp>
      </p:grpSp>
      <p:grpSp>
        <p:nvGrpSpPr>
          <p:cNvPr id="109" name="Group 108">
            <a:extLst>
              <a:ext uri="{FF2B5EF4-FFF2-40B4-BE49-F238E27FC236}">
                <a16:creationId xmlns:a16="http://schemas.microsoft.com/office/drawing/2014/main" id="{5225B868-08F8-FEB2-E1EA-CCDD25C9EF7B}"/>
              </a:ext>
              <a:ext uri="{C183D7F6-B498-43B3-948B-1728B52AA6E4}">
                <adec:decorative xmlns:adec="http://schemas.microsoft.com/office/drawing/2017/decorative" val="1"/>
              </a:ext>
            </a:extLst>
          </p:cNvPr>
          <p:cNvGrpSpPr>
            <a:grpSpLocks noChangeAspect="1"/>
          </p:cNvGrpSpPr>
          <p:nvPr/>
        </p:nvGrpSpPr>
        <p:grpSpPr>
          <a:xfrm>
            <a:off x="10354134" y="1517247"/>
            <a:ext cx="508102" cy="457200"/>
            <a:chOff x="10354134" y="1517247"/>
            <a:chExt cx="508102" cy="457200"/>
          </a:xfrm>
          <a:solidFill>
            <a:srgbClr val="FF0000"/>
          </a:solidFill>
        </p:grpSpPr>
        <p:sp>
          <p:nvSpPr>
            <p:cNvPr id="931" name="Freeform: Shape 930">
              <a:extLst>
                <a:ext uri="{FF2B5EF4-FFF2-40B4-BE49-F238E27FC236}">
                  <a16:creationId xmlns:a16="http://schemas.microsoft.com/office/drawing/2014/main" id="{E35CD453-BFF3-F345-C331-7046BAF487AC}"/>
                </a:ext>
                <a:ext uri="{C183D7F6-B498-43B3-948B-1728B52AA6E4}">
                  <adec:decorative xmlns:adec="http://schemas.microsoft.com/office/drawing/2017/decorative" val="1"/>
                </a:ext>
              </a:extLst>
            </p:cNvPr>
            <p:cNvSpPr/>
            <p:nvPr/>
          </p:nvSpPr>
          <p:spPr>
            <a:xfrm>
              <a:off x="10361424" y="1559428"/>
              <a:ext cx="457558" cy="415019"/>
            </a:xfrm>
            <a:custGeom>
              <a:avLst/>
              <a:gdLst>
                <a:gd name="connsiteX0" fmla="*/ 6434406 w 6863367"/>
                <a:gd name="connsiteY0" fmla="*/ 1286882 h 6225284"/>
                <a:gd name="connsiteX1" fmla="*/ 6863367 w 6863367"/>
                <a:gd name="connsiteY1" fmla="*/ 1286882 h 6225284"/>
                <a:gd name="connsiteX2" fmla="*/ 6863367 w 6863367"/>
                <a:gd name="connsiteY2" fmla="*/ 4504084 h 6225284"/>
                <a:gd name="connsiteX3" fmla="*/ 6863367 w 6863367"/>
                <a:gd name="connsiteY3" fmla="*/ 4718562 h 6225284"/>
                <a:gd name="connsiteX4" fmla="*/ 6434406 w 6863367"/>
                <a:gd name="connsiteY4" fmla="*/ 5147523 h 6225284"/>
                <a:gd name="connsiteX5" fmla="*/ 6219924 w 6863367"/>
                <a:gd name="connsiteY5" fmla="*/ 5147523 h 6225284"/>
                <a:gd name="connsiteX6" fmla="*/ 3635439 w 6863367"/>
                <a:gd name="connsiteY6" fmla="*/ 5147523 h 6225284"/>
                <a:gd name="connsiteX7" fmla="*/ 3635439 w 6863367"/>
                <a:gd name="connsiteY7" fmla="*/ 5790962 h 6225284"/>
                <a:gd name="connsiteX8" fmla="*/ 4723925 w 6863367"/>
                <a:gd name="connsiteY8" fmla="*/ 5790962 h 6225284"/>
                <a:gd name="connsiteX9" fmla="*/ 5136800 w 6863367"/>
                <a:gd name="connsiteY9" fmla="*/ 6225284 h 6225284"/>
                <a:gd name="connsiteX10" fmla="*/ 1705117 w 6863367"/>
                <a:gd name="connsiteY10" fmla="*/ 6225284 h 6225284"/>
                <a:gd name="connsiteX11" fmla="*/ 2117992 w 6863367"/>
                <a:gd name="connsiteY11" fmla="*/ 5790962 h 6225284"/>
                <a:gd name="connsiteX12" fmla="*/ 3206478 w 6863367"/>
                <a:gd name="connsiteY12" fmla="*/ 5790962 h 6225284"/>
                <a:gd name="connsiteX13" fmla="*/ 3206478 w 6863367"/>
                <a:gd name="connsiteY13" fmla="*/ 5147523 h 6225284"/>
                <a:gd name="connsiteX14" fmla="*/ 1715841 w 6863367"/>
                <a:gd name="connsiteY14" fmla="*/ 5147523 h 6225284"/>
                <a:gd name="connsiteX15" fmla="*/ 1715841 w 6863367"/>
                <a:gd name="connsiteY15" fmla="*/ 5147518 h 6225284"/>
                <a:gd name="connsiteX16" fmla="*/ 852037 w 6863367"/>
                <a:gd name="connsiteY16" fmla="*/ 5147518 h 6225284"/>
                <a:gd name="connsiteX17" fmla="*/ 852037 w 6863367"/>
                <a:gd name="connsiteY17" fmla="*/ 4718557 h 6225284"/>
                <a:gd name="connsiteX18" fmla="*/ 2353150 w 6863367"/>
                <a:gd name="connsiteY18" fmla="*/ 4718557 h 6225284"/>
                <a:gd name="connsiteX19" fmla="*/ 2353150 w 6863367"/>
                <a:gd name="connsiteY19" fmla="*/ 4718562 h 6225284"/>
                <a:gd name="connsiteX20" fmla="*/ 6434406 w 6863367"/>
                <a:gd name="connsiteY20" fmla="*/ 4718562 h 6225284"/>
                <a:gd name="connsiteX21" fmla="*/ 2147110 w 6863367"/>
                <a:gd name="connsiteY21" fmla="*/ 853153 h 6225284"/>
                <a:gd name="connsiteX22" fmla="*/ 2576072 w 6863367"/>
                <a:gd name="connsiteY22" fmla="*/ 853153 h 6225284"/>
                <a:gd name="connsiteX23" fmla="*/ 2576072 w 6863367"/>
                <a:gd name="connsiteY23" fmla="*/ 1067632 h 6225284"/>
                <a:gd name="connsiteX24" fmla="*/ 2147110 w 6863367"/>
                <a:gd name="connsiteY24" fmla="*/ 1067632 h 6225284"/>
                <a:gd name="connsiteX25" fmla="*/ 1072404 w 6863367"/>
                <a:gd name="connsiteY25" fmla="*/ 852562 h 6225284"/>
                <a:gd name="connsiteX26" fmla="*/ 1930328 w 6863367"/>
                <a:gd name="connsiteY26" fmla="*/ 852562 h 6225284"/>
                <a:gd name="connsiteX27" fmla="*/ 1930328 w 6863367"/>
                <a:gd name="connsiteY27" fmla="*/ 1067041 h 6225284"/>
                <a:gd name="connsiteX28" fmla="*/ 1072404 w 6863367"/>
                <a:gd name="connsiteY28" fmla="*/ 1067041 h 6225284"/>
                <a:gd name="connsiteX29" fmla="*/ 1072404 w 6863367"/>
                <a:gd name="connsiteY29" fmla="*/ 2353926 h 6225284"/>
                <a:gd name="connsiteX30" fmla="*/ 857925 w 6863367"/>
                <a:gd name="connsiteY30" fmla="*/ 2353926 h 6225284"/>
                <a:gd name="connsiteX31" fmla="*/ 857925 w 6863367"/>
                <a:gd name="connsiteY31" fmla="*/ 1067041 h 6225284"/>
                <a:gd name="connsiteX32" fmla="*/ 1072404 w 6863367"/>
                <a:gd name="connsiteY32" fmla="*/ 852562 h 6225284"/>
                <a:gd name="connsiteX33" fmla="*/ 434323 w 6863367"/>
                <a:gd name="connsiteY33" fmla="*/ 0 h 6225284"/>
                <a:gd name="connsiteX34" fmla="*/ 5576490 w 6863367"/>
                <a:gd name="connsiteY34" fmla="*/ 0 h 6225284"/>
                <a:gd name="connsiteX35" fmla="*/ 5576490 w 6863367"/>
                <a:gd name="connsiteY35" fmla="*/ 428961 h 6225284"/>
                <a:gd name="connsiteX36" fmla="*/ 428961 w 6863367"/>
                <a:gd name="connsiteY36" fmla="*/ 428961 h 6225284"/>
                <a:gd name="connsiteX37" fmla="*/ 428961 w 6863367"/>
                <a:gd name="connsiteY37" fmla="*/ 2572348 h 6225284"/>
                <a:gd name="connsiteX38" fmla="*/ 428962 w 6863367"/>
                <a:gd name="connsiteY38" fmla="*/ 2572348 h 6225284"/>
                <a:gd name="connsiteX39" fmla="*/ 428962 w 6863367"/>
                <a:gd name="connsiteY39" fmla="*/ 4288190 h 6225284"/>
                <a:gd name="connsiteX40" fmla="*/ 0 w 6863367"/>
                <a:gd name="connsiteY40" fmla="*/ 4288190 h 6225284"/>
                <a:gd name="connsiteX41" fmla="*/ 0 w 6863367"/>
                <a:gd name="connsiteY41" fmla="*/ 2572348 h 6225284"/>
                <a:gd name="connsiteX42" fmla="*/ 1535 w 6863367"/>
                <a:gd name="connsiteY42" fmla="*/ 2572348 h 6225284"/>
                <a:gd name="connsiteX43" fmla="*/ 5362 w 6863367"/>
                <a:gd name="connsiteY43" fmla="*/ 428961 h 6225284"/>
                <a:gd name="connsiteX44" fmla="*/ 434323 w 6863367"/>
                <a:gd name="connsiteY44" fmla="*/ 0 h 622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863367" h="6225284">
                  <a:moveTo>
                    <a:pt x="6434406" y="1286882"/>
                  </a:moveTo>
                  <a:lnTo>
                    <a:pt x="6863367" y="1286882"/>
                  </a:lnTo>
                  <a:lnTo>
                    <a:pt x="6863367" y="4504084"/>
                  </a:lnTo>
                  <a:lnTo>
                    <a:pt x="6863367" y="4718562"/>
                  </a:lnTo>
                  <a:cubicBezTo>
                    <a:pt x="6863367" y="4954488"/>
                    <a:pt x="6670332" y="5147523"/>
                    <a:pt x="6434406" y="5147523"/>
                  </a:cubicBezTo>
                  <a:lnTo>
                    <a:pt x="6219924" y="5147523"/>
                  </a:lnTo>
                  <a:lnTo>
                    <a:pt x="3635439" y="5147523"/>
                  </a:lnTo>
                  <a:lnTo>
                    <a:pt x="3635439" y="5790962"/>
                  </a:lnTo>
                  <a:lnTo>
                    <a:pt x="4723925" y="5790962"/>
                  </a:lnTo>
                  <a:cubicBezTo>
                    <a:pt x="4949131" y="5790962"/>
                    <a:pt x="5136800" y="5994720"/>
                    <a:pt x="5136800" y="6225284"/>
                  </a:cubicBezTo>
                  <a:lnTo>
                    <a:pt x="1705117" y="6225284"/>
                  </a:lnTo>
                  <a:cubicBezTo>
                    <a:pt x="1705117" y="6000082"/>
                    <a:pt x="1887424" y="5790962"/>
                    <a:pt x="2117992" y="5790962"/>
                  </a:cubicBezTo>
                  <a:lnTo>
                    <a:pt x="3206478" y="5790962"/>
                  </a:lnTo>
                  <a:lnTo>
                    <a:pt x="3206478" y="5147523"/>
                  </a:lnTo>
                  <a:lnTo>
                    <a:pt x="1715841" y="5147523"/>
                  </a:lnTo>
                  <a:lnTo>
                    <a:pt x="1715841" y="5147518"/>
                  </a:lnTo>
                  <a:lnTo>
                    <a:pt x="852037" y="5147518"/>
                  </a:lnTo>
                  <a:lnTo>
                    <a:pt x="852037" y="4718557"/>
                  </a:lnTo>
                  <a:lnTo>
                    <a:pt x="2353150" y="4718557"/>
                  </a:lnTo>
                  <a:lnTo>
                    <a:pt x="2353150" y="4718562"/>
                  </a:lnTo>
                  <a:lnTo>
                    <a:pt x="6434406" y="4718562"/>
                  </a:lnTo>
                  <a:close/>
                  <a:moveTo>
                    <a:pt x="2147110" y="853153"/>
                  </a:moveTo>
                  <a:lnTo>
                    <a:pt x="2576072" y="853153"/>
                  </a:lnTo>
                  <a:lnTo>
                    <a:pt x="2576072" y="1067632"/>
                  </a:lnTo>
                  <a:lnTo>
                    <a:pt x="2147110" y="1067632"/>
                  </a:lnTo>
                  <a:close/>
                  <a:moveTo>
                    <a:pt x="1072404" y="852562"/>
                  </a:moveTo>
                  <a:lnTo>
                    <a:pt x="1930328" y="852562"/>
                  </a:lnTo>
                  <a:lnTo>
                    <a:pt x="1930328" y="1067041"/>
                  </a:lnTo>
                  <a:lnTo>
                    <a:pt x="1072404" y="1067041"/>
                  </a:lnTo>
                  <a:lnTo>
                    <a:pt x="1072404" y="2353926"/>
                  </a:lnTo>
                  <a:lnTo>
                    <a:pt x="857925" y="2353926"/>
                  </a:lnTo>
                  <a:lnTo>
                    <a:pt x="857925" y="1067041"/>
                  </a:lnTo>
                  <a:cubicBezTo>
                    <a:pt x="857925" y="949078"/>
                    <a:pt x="954441" y="852562"/>
                    <a:pt x="1072404" y="852562"/>
                  </a:cubicBezTo>
                  <a:close/>
                  <a:moveTo>
                    <a:pt x="434323" y="0"/>
                  </a:moveTo>
                  <a:lnTo>
                    <a:pt x="5576490" y="0"/>
                  </a:lnTo>
                  <a:lnTo>
                    <a:pt x="5576490" y="428961"/>
                  </a:lnTo>
                  <a:lnTo>
                    <a:pt x="428961" y="428961"/>
                  </a:lnTo>
                  <a:lnTo>
                    <a:pt x="428961" y="2572348"/>
                  </a:lnTo>
                  <a:lnTo>
                    <a:pt x="428962" y="2572348"/>
                  </a:lnTo>
                  <a:lnTo>
                    <a:pt x="428962" y="4288190"/>
                  </a:lnTo>
                  <a:lnTo>
                    <a:pt x="0" y="4288190"/>
                  </a:lnTo>
                  <a:lnTo>
                    <a:pt x="0" y="2572348"/>
                  </a:lnTo>
                  <a:lnTo>
                    <a:pt x="1535" y="2572348"/>
                  </a:lnTo>
                  <a:lnTo>
                    <a:pt x="5362" y="428961"/>
                  </a:lnTo>
                  <a:cubicBezTo>
                    <a:pt x="5362" y="193030"/>
                    <a:pt x="198393" y="0"/>
                    <a:pt x="434323"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932" name="Freeform: Shape 931">
              <a:extLst>
                <a:ext uri="{FF2B5EF4-FFF2-40B4-BE49-F238E27FC236}">
                  <a16:creationId xmlns:a16="http://schemas.microsoft.com/office/drawing/2014/main" id="{9B2EA162-D991-407C-19FD-5DFB76F76EA5}"/>
                </a:ext>
                <a:ext uri="{C183D7F6-B498-43B3-948B-1728B52AA6E4}">
                  <adec:decorative xmlns:adec="http://schemas.microsoft.com/office/drawing/2017/decorative" val="1"/>
                </a:ext>
              </a:extLst>
            </p:cNvPr>
            <p:cNvSpPr/>
            <p:nvPr/>
          </p:nvSpPr>
          <p:spPr>
            <a:xfrm rot="10800000">
              <a:off x="10354134" y="1517247"/>
              <a:ext cx="508102" cy="392123"/>
            </a:xfrm>
            <a:custGeom>
              <a:avLst/>
              <a:gdLst>
                <a:gd name="connsiteX0" fmla="*/ 7621528 w 7621528"/>
                <a:gd name="connsiteY0" fmla="*/ 643441 h 5881847"/>
                <a:gd name="connsiteX1" fmla="*/ 6978087 w 7621528"/>
                <a:gd name="connsiteY1" fmla="*/ 643441 h 5881847"/>
                <a:gd name="connsiteX2" fmla="*/ 6978087 w 7621528"/>
                <a:gd name="connsiteY2" fmla="*/ 0 h 5881847"/>
                <a:gd name="connsiteX3" fmla="*/ 7621528 w 7621528"/>
                <a:gd name="connsiteY3" fmla="*/ 0 h 5881847"/>
                <a:gd name="connsiteX4" fmla="*/ 1721207 w 7621528"/>
                <a:gd name="connsiteY4" fmla="*/ 5881847 h 5881847"/>
                <a:gd name="connsiteX5" fmla="*/ 0 w 7621528"/>
                <a:gd name="connsiteY5" fmla="*/ 5881847 h 5881847"/>
                <a:gd name="connsiteX6" fmla="*/ 0 w 7621528"/>
                <a:gd name="connsiteY6" fmla="*/ 5871123 h 5881847"/>
                <a:gd name="connsiteX7" fmla="*/ 0 w 7621528"/>
                <a:gd name="connsiteY7" fmla="*/ 5452886 h 5881847"/>
                <a:gd name="connsiteX8" fmla="*/ 0 w 7621528"/>
                <a:gd name="connsiteY8" fmla="*/ 4166009 h 5881847"/>
                <a:gd name="connsiteX9" fmla="*/ 434323 w 7621528"/>
                <a:gd name="connsiteY9" fmla="*/ 4166009 h 5881847"/>
                <a:gd name="connsiteX10" fmla="*/ 434323 w 7621528"/>
                <a:gd name="connsiteY10" fmla="*/ 5141889 h 5881847"/>
                <a:gd name="connsiteX11" fmla="*/ 3807027 w 7621528"/>
                <a:gd name="connsiteY11" fmla="*/ 1779917 h 5881847"/>
                <a:gd name="connsiteX12" fmla="*/ 4402209 w 7621528"/>
                <a:gd name="connsiteY12" fmla="*/ 2230322 h 5881847"/>
                <a:gd name="connsiteX13" fmla="*/ 5721265 w 7621528"/>
                <a:gd name="connsiteY13" fmla="*/ 954168 h 5881847"/>
                <a:gd name="connsiteX14" fmla="*/ 6654255 w 7621528"/>
                <a:gd name="connsiteY14" fmla="*/ 959530 h 5881847"/>
                <a:gd name="connsiteX15" fmla="*/ 6648893 w 7621528"/>
                <a:gd name="connsiteY15" fmla="*/ 1388491 h 5881847"/>
                <a:gd name="connsiteX16" fmla="*/ 5925023 w 7621528"/>
                <a:gd name="connsiteY16" fmla="*/ 1383128 h 5881847"/>
                <a:gd name="connsiteX17" fmla="*/ 4482643 w 7621528"/>
                <a:gd name="connsiteY17" fmla="*/ 2820145 h 5881847"/>
                <a:gd name="connsiteX18" fmla="*/ 3849923 w 7621528"/>
                <a:gd name="connsiteY18" fmla="*/ 2337565 h 5881847"/>
                <a:gd name="connsiteX19" fmla="*/ 734597 w 7621528"/>
                <a:gd name="connsiteY19" fmla="*/ 5452886 h 5881847"/>
                <a:gd name="connsiteX20" fmla="*/ 1721207 w 7621528"/>
                <a:gd name="connsiteY20" fmla="*/ 5452886 h 5881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1528" h="5881847">
                  <a:moveTo>
                    <a:pt x="7621528" y="643441"/>
                  </a:moveTo>
                  <a:lnTo>
                    <a:pt x="6978087" y="643441"/>
                  </a:lnTo>
                  <a:lnTo>
                    <a:pt x="6978087" y="0"/>
                  </a:lnTo>
                  <a:lnTo>
                    <a:pt x="7621528" y="0"/>
                  </a:lnTo>
                  <a:close/>
                  <a:moveTo>
                    <a:pt x="1721207" y="5881847"/>
                  </a:moveTo>
                  <a:lnTo>
                    <a:pt x="0" y="5881847"/>
                  </a:lnTo>
                  <a:lnTo>
                    <a:pt x="0" y="5871123"/>
                  </a:lnTo>
                  <a:lnTo>
                    <a:pt x="0" y="5452886"/>
                  </a:lnTo>
                  <a:lnTo>
                    <a:pt x="0" y="4166009"/>
                  </a:lnTo>
                  <a:lnTo>
                    <a:pt x="434323" y="4166009"/>
                  </a:lnTo>
                  <a:lnTo>
                    <a:pt x="434323" y="5141889"/>
                  </a:lnTo>
                  <a:lnTo>
                    <a:pt x="3807027" y="1779917"/>
                  </a:lnTo>
                  <a:lnTo>
                    <a:pt x="4402209" y="2230322"/>
                  </a:lnTo>
                  <a:lnTo>
                    <a:pt x="5721265" y="954168"/>
                  </a:lnTo>
                  <a:lnTo>
                    <a:pt x="6654255" y="959530"/>
                  </a:lnTo>
                  <a:lnTo>
                    <a:pt x="6648893" y="1388491"/>
                  </a:lnTo>
                  <a:lnTo>
                    <a:pt x="5925023" y="1383128"/>
                  </a:lnTo>
                  <a:lnTo>
                    <a:pt x="4482643" y="2820145"/>
                  </a:lnTo>
                  <a:lnTo>
                    <a:pt x="3849923" y="2337565"/>
                  </a:lnTo>
                  <a:lnTo>
                    <a:pt x="734597" y="5452886"/>
                  </a:lnTo>
                  <a:lnTo>
                    <a:pt x="1721207" y="5452886"/>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108" name="Group 107">
            <a:extLst>
              <a:ext uri="{FF2B5EF4-FFF2-40B4-BE49-F238E27FC236}">
                <a16:creationId xmlns:a16="http://schemas.microsoft.com/office/drawing/2014/main" id="{EA1EE208-2B2E-4D68-1712-897994DFF972}"/>
              </a:ext>
              <a:ext uri="{C183D7F6-B498-43B3-948B-1728B52AA6E4}">
                <adec:decorative xmlns:adec="http://schemas.microsoft.com/office/drawing/2017/decorative" val="1"/>
              </a:ext>
            </a:extLst>
          </p:cNvPr>
          <p:cNvGrpSpPr>
            <a:grpSpLocks noChangeAspect="1"/>
          </p:cNvGrpSpPr>
          <p:nvPr/>
        </p:nvGrpSpPr>
        <p:grpSpPr>
          <a:xfrm>
            <a:off x="11039861" y="1517247"/>
            <a:ext cx="512377" cy="457200"/>
            <a:chOff x="11039861" y="1517247"/>
            <a:chExt cx="512377" cy="457200"/>
          </a:xfrm>
          <a:solidFill>
            <a:srgbClr val="FF0000"/>
          </a:solidFill>
        </p:grpSpPr>
        <p:sp>
          <p:nvSpPr>
            <p:cNvPr id="951" name="Freeform: Shape 950">
              <a:extLst>
                <a:ext uri="{FF2B5EF4-FFF2-40B4-BE49-F238E27FC236}">
                  <a16:creationId xmlns:a16="http://schemas.microsoft.com/office/drawing/2014/main" id="{1925805E-CE4D-B1EA-5523-67C9037BBBBB}"/>
                </a:ext>
                <a:ext uri="{C183D7F6-B498-43B3-948B-1728B52AA6E4}">
                  <adec:decorative xmlns:adec="http://schemas.microsoft.com/office/drawing/2017/decorative" val="1"/>
                </a:ext>
              </a:extLst>
            </p:cNvPr>
            <p:cNvSpPr/>
            <p:nvPr/>
          </p:nvSpPr>
          <p:spPr>
            <a:xfrm>
              <a:off x="11039861" y="1517247"/>
              <a:ext cx="512377" cy="457200"/>
            </a:xfrm>
            <a:custGeom>
              <a:avLst/>
              <a:gdLst>
                <a:gd name="connsiteX0" fmla="*/ 0 w 7685652"/>
                <a:gd name="connsiteY0" fmla="*/ 5091285 h 6858000"/>
                <a:gd name="connsiteX1" fmla="*/ 709201 w 7685652"/>
                <a:gd name="connsiteY1" fmla="*/ 5091285 h 6858000"/>
                <a:gd name="connsiteX2" fmla="*/ 709201 w 7685652"/>
                <a:gd name="connsiteY2" fmla="*/ 5800485 h 6858000"/>
                <a:gd name="connsiteX3" fmla="*/ 0 w 7685652"/>
                <a:gd name="connsiteY3" fmla="*/ 5800485 h 6858000"/>
                <a:gd name="connsiteX4" fmla="*/ 2489145 w 7685652"/>
                <a:gd name="connsiteY4" fmla="*/ 966814 h 6858000"/>
                <a:gd name="connsiteX5" fmla="*/ 2961945 w 7685652"/>
                <a:gd name="connsiteY5" fmla="*/ 966814 h 6858000"/>
                <a:gd name="connsiteX6" fmla="*/ 2961945 w 7685652"/>
                <a:gd name="connsiteY6" fmla="*/ 1203215 h 6858000"/>
                <a:gd name="connsiteX7" fmla="*/ 2489145 w 7685652"/>
                <a:gd name="connsiteY7" fmla="*/ 1203215 h 6858000"/>
                <a:gd name="connsiteX8" fmla="*/ 1303998 w 7685652"/>
                <a:gd name="connsiteY8" fmla="*/ 964518 h 6858000"/>
                <a:gd name="connsiteX9" fmla="*/ 2251963 w 7685652"/>
                <a:gd name="connsiteY9" fmla="*/ 964518 h 6858000"/>
                <a:gd name="connsiteX10" fmla="*/ 2251963 w 7685652"/>
                <a:gd name="connsiteY10" fmla="*/ 1200919 h 6858000"/>
                <a:gd name="connsiteX11" fmla="*/ 1304588 w 7685652"/>
                <a:gd name="connsiteY11" fmla="*/ 1200919 h 6858000"/>
                <a:gd name="connsiteX12" fmla="*/ 1304588 w 7685652"/>
                <a:gd name="connsiteY12" fmla="*/ 2615781 h 6858000"/>
                <a:gd name="connsiteX13" fmla="*/ 1068187 w 7685652"/>
                <a:gd name="connsiteY13" fmla="*/ 2615781 h 6858000"/>
                <a:gd name="connsiteX14" fmla="*/ 1068187 w 7685652"/>
                <a:gd name="connsiteY14" fmla="*/ 1200330 h 6858000"/>
                <a:gd name="connsiteX15" fmla="*/ 1303998 w 7685652"/>
                <a:gd name="connsiteY15" fmla="*/ 964518 h 6858000"/>
                <a:gd name="connsiteX16" fmla="*/ 7211673 w 7685652"/>
                <a:gd name="connsiteY16" fmla="*/ 0 h 6858000"/>
                <a:gd name="connsiteX17" fmla="*/ 7685652 w 7685652"/>
                <a:gd name="connsiteY17" fmla="*/ 0 h 6858000"/>
                <a:gd name="connsiteX18" fmla="*/ 7685652 w 7685652"/>
                <a:gd name="connsiteY18" fmla="*/ 3552 h 6858000"/>
                <a:gd name="connsiteX19" fmla="*/ 7685652 w 7685652"/>
                <a:gd name="connsiteY19" fmla="*/ 893004 h 6858000"/>
                <a:gd name="connsiteX20" fmla="*/ 7685063 w 7685652"/>
                <a:gd name="connsiteY20" fmla="*/ 893004 h 6858000"/>
                <a:gd name="connsiteX21" fmla="*/ 7679747 w 7685652"/>
                <a:gd name="connsiteY21" fmla="*/ 5210284 h 6858000"/>
                <a:gd name="connsiteX22" fmla="*/ 7206944 w 7685652"/>
                <a:gd name="connsiteY22" fmla="*/ 5682498 h 6858000"/>
                <a:gd name="connsiteX23" fmla="*/ 4127222 w 7685652"/>
                <a:gd name="connsiteY23" fmla="*/ 5682498 h 6858000"/>
                <a:gd name="connsiteX24" fmla="*/ 4127222 w 7685652"/>
                <a:gd name="connsiteY24" fmla="*/ 6377517 h 6858000"/>
                <a:gd name="connsiteX25" fmla="*/ 5325190 w 7685652"/>
                <a:gd name="connsiteY25" fmla="*/ 6377517 h 6858000"/>
                <a:gd name="connsiteX26" fmla="*/ 5782032 w 7685652"/>
                <a:gd name="connsiteY26" fmla="*/ 6858000 h 6858000"/>
                <a:gd name="connsiteX27" fmla="*/ 2001386 w 7685652"/>
                <a:gd name="connsiteY27" fmla="*/ 6858000 h 6858000"/>
                <a:gd name="connsiteX28" fmla="*/ 2458227 w 7685652"/>
                <a:gd name="connsiteY28" fmla="*/ 6377517 h 6858000"/>
                <a:gd name="connsiteX29" fmla="*/ 3654419 w 7685652"/>
                <a:gd name="connsiteY29" fmla="*/ 6377517 h 6858000"/>
                <a:gd name="connsiteX30" fmla="*/ 3654419 w 7685652"/>
                <a:gd name="connsiteY30" fmla="*/ 5682498 h 6858000"/>
                <a:gd name="connsiteX31" fmla="*/ 3268528 w 7685652"/>
                <a:gd name="connsiteY31" fmla="*/ 5682498 h 6858000"/>
                <a:gd name="connsiteX32" fmla="*/ 3268528 w 7685652"/>
                <a:gd name="connsiteY32" fmla="*/ 5682501 h 6858000"/>
                <a:gd name="connsiteX33" fmla="*/ 989972 w 7685652"/>
                <a:gd name="connsiteY33" fmla="*/ 5682501 h 6858000"/>
                <a:gd name="connsiteX34" fmla="*/ 989972 w 7685652"/>
                <a:gd name="connsiteY34" fmla="*/ 5212058 h 6858000"/>
                <a:gd name="connsiteX35" fmla="*/ 3268528 w 7685652"/>
                <a:gd name="connsiteY35" fmla="*/ 5212058 h 6858000"/>
                <a:gd name="connsiteX36" fmla="*/ 3268528 w 7685652"/>
                <a:gd name="connsiteY36" fmla="*/ 5212060 h 6858000"/>
                <a:gd name="connsiteX37" fmla="*/ 7211673 w 7685652"/>
                <a:gd name="connsiteY37" fmla="*/ 5212060 h 6858000"/>
                <a:gd name="connsiteX38" fmla="*/ 7211673 w 7685652"/>
                <a:gd name="connsiteY38" fmla="*/ 478120 h 6858000"/>
                <a:gd name="connsiteX39" fmla="*/ 597163 w 7685652"/>
                <a:gd name="connsiteY39" fmla="*/ 478120 h 6858000"/>
                <a:gd name="connsiteX40" fmla="*/ 595796 w 7685652"/>
                <a:gd name="connsiteY40" fmla="*/ 2615774 h 6858000"/>
                <a:gd name="connsiteX41" fmla="*/ 595796 w 7685652"/>
                <a:gd name="connsiteY41" fmla="*/ 2615774 h 6858000"/>
                <a:gd name="connsiteX42" fmla="*/ 595627 w 7685652"/>
                <a:gd name="connsiteY42" fmla="*/ 2878783 h 6858000"/>
                <a:gd name="connsiteX43" fmla="*/ 595516 w 7685652"/>
                <a:gd name="connsiteY43" fmla="*/ 3053821 h 6858000"/>
                <a:gd name="connsiteX44" fmla="*/ 595515 w 7685652"/>
                <a:gd name="connsiteY44" fmla="*/ 3053821 h 6858000"/>
                <a:gd name="connsiteX45" fmla="*/ 594363 w 7685652"/>
                <a:gd name="connsiteY45" fmla="*/ 4850067 h 6858000"/>
                <a:gd name="connsiteX46" fmla="*/ 120220 w 7685652"/>
                <a:gd name="connsiteY46" fmla="*/ 4850067 h 6858000"/>
                <a:gd name="connsiteX47" fmla="*/ 120220 w 7685652"/>
                <a:gd name="connsiteY47" fmla="*/ 3053821 h 6858000"/>
                <a:gd name="connsiteX48" fmla="*/ 120220 w 7685652"/>
                <a:gd name="connsiteY48" fmla="*/ 2615774 h 6858000"/>
                <a:gd name="connsiteX49" fmla="*/ 120220 w 7685652"/>
                <a:gd name="connsiteY49" fmla="*/ 712157 h 6858000"/>
                <a:gd name="connsiteX50" fmla="*/ 120220 w 7685652"/>
                <a:gd name="connsiteY50" fmla="*/ 475755 h 6858000"/>
                <a:gd name="connsiteX51" fmla="*/ 593023 w 7685652"/>
                <a:gd name="connsiteY51" fmla="*/ 2953 h 6858000"/>
                <a:gd name="connsiteX52" fmla="*/ 830602 w 7685652"/>
                <a:gd name="connsiteY52" fmla="*/ 2953 h 6858000"/>
                <a:gd name="connsiteX53" fmla="*/ 3668016 w 7685652"/>
                <a:gd name="connsiteY53" fmla="*/ 2953 h 6858000"/>
                <a:gd name="connsiteX54" fmla="*/ 4140819 w 7685652"/>
                <a:gd name="connsiteY54" fmla="*/ 2953 h 6858000"/>
                <a:gd name="connsiteX55" fmla="*/ 7211673 w 7685652"/>
                <a:gd name="connsiteY55" fmla="*/ 295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685652" h="6858000">
                  <a:moveTo>
                    <a:pt x="0" y="5091285"/>
                  </a:moveTo>
                  <a:lnTo>
                    <a:pt x="709201" y="5091285"/>
                  </a:lnTo>
                  <a:lnTo>
                    <a:pt x="709201" y="5800485"/>
                  </a:lnTo>
                  <a:lnTo>
                    <a:pt x="0" y="5800485"/>
                  </a:lnTo>
                  <a:close/>
                  <a:moveTo>
                    <a:pt x="2489145" y="966814"/>
                  </a:moveTo>
                  <a:lnTo>
                    <a:pt x="2961945" y="966814"/>
                  </a:lnTo>
                  <a:lnTo>
                    <a:pt x="2961945" y="1203215"/>
                  </a:lnTo>
                  <a:lnTo>
                    <a:pt x="2489145" y="1203215"/>
                  </a:lnTo>
                  <a:close/>
                  <a:moveTo>
                    <a:pt x="1303998" y="964518"/>
                  </a:moveTo>
                  <a:lnTo>
                    <a:pt x="2251963" y="964518"/>
                  </a:lnTo>
                  <a:lnTo>
                    <a:pt x="2251963" y="1200919"/>
                  </a:lnTo>
                  <a:lnTo>
                    <a:pt x="1304588" y="1200919"/>
                  </a:lnTo>
                  <a:lnTo>
                    <a:pt x="1304588" y="2615781"/>
                  </a:lnTo>
                  <a:lnTo>
                    <a:pt x="1068187" y="2615781"/>
                  </a:lnTo>
                  <a:lnTo>
                    <a:pt x="1068187" y="1200330"/>
                  </a:lnTo>
                  <a:cubicBezTo>
                    <a:pt x="1068187" y="1070309"/>
                    <a:pt x="1173978" y="964518"/>
                    <a:pt x="1303998" y="964518"/>
                  </a:cubicBezTo>
                  <a:close/>
                  <a:moveTo>
                    <a:pt x="7211673" y="0"/>
                  </a:moveTo>
                  <a:lnTo>
                    <a:pt x="7685652" y="0"/>
                  </a:lnTo>
                  <a:lnTo>
                    <a:pt x="7685652" y="3552"/>
                  </a:lnTo>
                  <a:lnTo>
                    <a:pt x="7685652" y="893004"/>
                  </a:lnTo>
                  <a:lnTo>
                    <a:pt x="7685063" y="893004"/>
                  </a:lnTo>
                  <a:lnTo>
                    <a:pt x="7679747" y="5210284"/>
                  </a:lnTo>
                  <a:cubicBezTo>
                    <a:pt x="7679159" y="5471515"/>
                    <a:pt x="7467576" y="5682498"/>
                    <a:pt x="7206944" y="5682498"/>
                  </a:cubicBezTo>
                  <a:lnTo>
                    <a:pt x="4127222" y="5682498"/>
                  </a:lnTo>
                  <a:lnTo>
                    <a:pt x="4127222" y="6377517"/>
                  </a:lnTo>
                  <a:lnTo>
                    <a:pt x="5325190" y="6377517"/>
                  </a:lnTo>
                  <a:cubicBezTo>
                    <a:pt x="5577553" y="6377517"/>
                    <a:pt x="5782032" y="6605638"/>
                    <a:pt x="5782032" y="6858000"/>
                  </a:cubicBezTo>
                  <a:lnTo>
                    <a:pt x="2001386" y="6858000"/>
                  </a:lnTo>
                  <a:cubicBezTo>
                    <a:pt x="2001386" y="6605638"/>
                    <a:pt x="2205875" y="6377517"/>
                    <a:pt x="2458227" y="6377517"/>
                  </a:cubicBezTo>
                  <a:lnTo>
                    <a:pt x="3654419" y="6377517"/>
                  </a:lnTo>
                  <a:lnTo>
                    <a:pt x="3654419" y="5682498"/>
                  </a:lnTo>
                  <a:lnTo>
                    <a:pt x="3268528" y="5682498"/>
                  </a:lnTo>
                  <a:lnTo>
                    <a:pt x="3268528" y="5682501"/>
                  </a:lnTo>
                  <a:lnTo>
                    <a:pt x="989972" y="5682501"/>
                  </a:lnTo>
                  <a:lnTo>
                    <a:pt x="989972" y="5212058"/>
                  </a:lnTo>
                  <a:lnTo>
                    <a:pt x="3268528" y="5212058"/>
                  </a:lnTo>
                  <a:lnTo>
                    <a:pt x="3268528" y="5212060"/>
                  </a:lnTo>
                  <a:lnTo>
                    <a:pt x="7211673" y="5212060"/>
                  </a:lnTo>
                  <a:lnTo>
                    <a:pt x="7211673" y="478120"/>
                  </a:lnTo>
                  <a:lnTo>
                    <a:pt x="597163" y="478120"/>
                  </a:lnTo>
                  <a:lnTo>
                    <a:pt x="595796" y="2615774"/>
                  </a:lnTo>
                  <a:lnTo>
                    <a:pt x="595796" y="2615774"/>
                  </a:lnTo>
                  <a:lnTo>
                    <a:pt x="595627" y="2878783"/>
                  </a:lnTo>
                  <a:lnTo>
                    <a:pt x="595516" y="3053821"/>
                  </a:lnTo>
                  <a:lnTo>
                    <a:pt x="595515" y="3053821"/>
                  </a:lnTo>
                  <a:lnTo>
                    <a:pt x="594363" y="4850067"/>
                  </a:lnTo>
                  <a:lnTo>
                    <a:pt x="120220" y="4850067"/>
                  </a:lnTo>
                  <a:lnTo>
                    <a:pt x="120220" y="3053821"/>
                  </a:lnTo>
                  <a:lnTo>
                    <a:pt x="120220" y="2615774"/>
                  </a:lnTo>
                  <a:lnTo>
                    <a:pt x="120220" y="712157"/>
                  </a:lnTo>
                  <a:lnTo>
                    <a:pt x="120220" y="475755"/>
                  </a:lnTo>
                  <a:cubicBezTo>
                    <a:pt x="120220" y="214535"/>
                    <a:pt x="331803" y="2953"/>
                    <a:pt x="593023" y="2953"/>
                  </a:cubicBezTo>
                  <a:lnTo>
                    <a:pt x="830602" y="2953"/>
                  </a:lnTo>
                  <a:lnTo>
                    <a:pt x="3668016" y="2953"/>
                  </a:lnTo>
                  <a:lnTo>
                    <a:pt x="4140819" y="2953"/>
                  </a:lnTo>
                  <a:lnTo>
                    <a:pt x="7211673" y="2953"/>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952" name="Freeform: Shape 951">
              <a:extLst>
                <a:ext uri="{FF2B5EF4-FFF2-40B4-BE49-F238E27FC236}">
                  <a16:creationId xmlns:a16="http://schemas.microsoft.com/office/drawing/2014/main" id="{97C1F631-54BE-30C7-B268-703AF4FFE3CA}"/>
                </a:ext>
                <a:ext uri="{C183D7F6-B498-43B3-948B-1728B52AA6E4}">
                  <adec:decorative xmlns:adec="http://schemas.microsoft.com/office/drawing/2017/decorative" val="1"/>
                </a:ext>
              </a:extLst>
            </p:cNvPr>
            <p:cNvSpPr/>
            <p:nvPr/>
          </p:nvSpPr>
          <p:spPr>
            <a:xfrm rot="10800000" flipV="1">
              <a:off x="11039861" y="1675687"/>
              <a:ext cx="401808" cy="228259"/>
            </a:xfrm>
            <a:custGeom>
              <a:avLst/>
              <a:gdLst>
                <a:gd name="connsiteX0" fmla="*/ 6027111 w 6027111"/>
                <a:gd name="connsiteY0" fmla="*/ 2714683 h 3423883"/>
                <a:gd name="connsiteX1" fmla="*/ 5317911 w 6027111"/>
                <a:gd name="connsiteY1" fmla="*/ 2714683 h 3423883"/>
                <a:gd name="connsiteX2" fmla="*/ 5317911 w 6027111"/>
                <a:gd name="connsiteY2" fmla="*/ 3423883 h 3423883"/>
                <a:gd name="connsiteX3" fmla="*/ 6027111 w 6027111"/>
                <a:gd name="connsiteY3" fmla="*/ 3423883 h 3423883"/>
                <a:gd name="connsiteX4" fmla="*/ 472807 w 6027111"/>
                <a:gd name="connsiteY4" fmla="*/ 1182007 h 3423883"/>
                <a:gd name="connsiteX5" fmla="*/ 0 w 6027111"/>
                <a:gd name="connsiteY5" fmla="*/ 1182007 h 3423883"/>
                <a:gd name="connsiteX6" fmla="*/ 0 w 6027111"/>
                <a:gd name="connsiteY6" fmla="*/ 2127621 h 3423883"/>
                <a:gd name="connsiteX7" fmla="*/ 472807 w 6027111"/>
                <a:gd name="connsiteY7" fmla="*/ 2127621 h 3423883"/>
                <a:gd name="connsiteX8" fmla="*/ 4255156 w 6027111"/>
                <a:gd name="connsiteY8" fmla="*/ 1182007 h 3423883"/>
                <a:gd name="connsiteX9" fmla="*/ 3782349 w 6027111"/>
                <a:gd name="connsiteY9" fmla="*/ 1182007 h 3423883"/>
                <a:gd name="connsiteX10" fmla="*/ 3782349 w 6027111"/>
                <a:gd name="connsiteY10" fmla="*/ 2127610 h 3423883"/>
                <a:gd name="connsiteX11" fmla="*/ 4255156 w 6027111"/>
                <a:gd name="connsiteY11" fmla="*/ 2127610 h 3423883"/>
                <a:gd name="connsiteX12" fmla="*/ 2366186 w 6027111"/>
                <a:gd name="connsiteY12" fmla="*/ 946029 h 3423883"/>
                <a:gd name="connsiteX13" fmla="*/ 1891019 w 6027111"/>
                <a:gd name="connsiteY13" fmla="*/ 946029 h 3423883"/>
                <a:gd name="connsiteX14" fmla="*/ 1891019 w 6027111"/>
                <a:gd name="connsiteY14" fmla="*/ 2128036 h 3423883"/>
                <a:gd name="connsiteX15" fmla="*/ 2366186 w 6027111"/>
                <a:gd name="connsiteY15" fmla="*/ 2128036 h 3423883"/>
                <a:gd name="connsiteX16" fmla="*/ 3309616 w 6027111"/>
                <a:gd name="connsiteY16" fmla="*/ 472807 h 3423883"/>
                <a:gd name="connsiteX17" fmla="*/ 2836809 w 6027111"/>
                <a:gd name="connsiteY17" fmla="*/ 472807 h 3423883"/>
                <a:gd name="connsiteX18" fmla="*/ 2836809 w 6027111"/>
                <a:gd name="connsiteY18" fmla="*/ 2127621 h 3423883"/>
                <a:gd name="connsiteX19" fmla="*/ 3309616 w 6027111"/>
                <a:gd name="connsiteY19" fmla="*/ 2127621 h 3423883"/>
                <a:gd name="connsiteX20" fmla="*/ 1418399 w 6027111"/>
                <a:gd name="connsiteY20" fmla="*/ 0 h 3423883"/>
                <a:gd name="connsiteX21" fmla="*/ 945592 w 6027111"/>
                <a:gd name="connsiteY21" fmla="*/ 0 h 3423883"/>
                <a:gd name="connsiteX22" fmla="*/ 945592 w 6027111"/>
                <a:gd name="connsiteY22" fmla="*/ 2127610 h 3423883"/>
                <a:gd name="connsiteX23" fmla="*/ 1418399 w 6027111"/>
                <a:gd name="connsiteY23" fmla="*/ 2127610 h 34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27111" h="3423883">
                  <a:moveTo>
                    <a:pt x="6027111" y="2714683"/>
                  </a:moveTo>
                  <a:lnTo>
                    <a:pt x="5317911" y="2714683"/>
                  </a:lnTo>
                  <a:lnTo>
                    <a:pt x="5317911" y="3423883"/>
                  </a:lnTo>
                  <a:lnTo>
                    <a:pt x="6027111" y="3423883"/>
                  </a:lnTo>
                  <a:close/>
                  <a:moveTo>
                    <a:pt x="472807" y="1182007"/>
                  </a:moveTo>
                  <a:lnTo>
                    <a:pt x="0" y="1182007"/>
                  </a:lnTo>
                  <a:lnTo>
                    <a:pt x="0" y="2127621"/>
                  </a:lnTo>
                  <a:lnTo>
                    <a:pt x="472807" y="2127621"/>
                  </a:lnTo>
                  <a:close/>
                  <a:moveTo>
                    <a:pt x="4255156" y="1182007"/>
                  </a:moveTo>
                  <a:lnTo>
                    <a:pt x="3782349" y="1182007"/>
                  </a:lnTo>
                  <a:lnTo>
                    <a:pt x="3782349" y="2127610"/>
                  </a:lnTo>
                  <a:lnTo>
                    <a:pt x="4255156" y="2127610"/>
                  </a:lnTo>
                  <a:close/>
                  <a:moveTo>
                    <a:pt x="2366186" y="946029"/>
                  </a:moveTo>
                  <a:lnTo>
                    <a:pt x="1891019" y="946029"/>
                  </a:lnTo>
                  <a:lnTo>
                    <a:pt x="1891019" y="2128036"/>
                  </a:lnTo>
                  <a:lnTo>
                    <a:pt x="2366186" y="2128036"/>
                  </a:lnTo>
                  <a:close/>
                  <a:moveTo>
                    <a:pt x="3309616" y="472807"/>
                  </a:moveTo>
                  <a:lnTo>
                    <a:pt x="2836809" y="472807"/>
                  </a:lnTo>
                  <a:lnTo>
                    <a:pt x="2836809" y="2127621"/>
                  </a:lnTo>
                  <a:lnTo>
                    <a:pt x="3309616" y="2127621"/>
                  </a:lnTo>
                  <a:close/>
                  <a:moveTo>
                    <a:pt x="1418399" y="0"/>
                  </a:moveTo>
                  <a:lnTo>
                    <a:pt x="945592" y="0"/>
                  </a:lnTo>
                  <a:lnTo>
                    <a:pt x="945592" y="2127610"/>
                  </a:lnTo>
                  <a:lnTo>
                    <a:pt x="1418399" y="2127610"/>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107" name="Group 106">
            <a:extLst>
              <a:ext uri="{FF2B5EF4-FFF2-40B4-BE49-F238E27FC236}">
                <a16:creationId xmlns:a16="http://schemas.microsoft.com/office/drawing/2014/main" id="{FC3F4D46-17B8-2596-7C6A-4B5930C0D04B}"/>
              </a:ext>
              <a:ext uri="{C183D7F6-B498-43B3-948B-1728B52AA6E4}">
                <adec:decorative xmlns:adec="http://schemas.microsoft.com/office/drawing/2017/decorative" val="1"/>
              </a:ext>
            </a:extLst>
          </p:cNvPr>
          <p:cNvGrpSpPr>
            <a:grpSpLocks noChangeAspect="1"/>
          </p:cNvGrpSpPr>
          <p:nvPr/>
        </p:nvGrpSpPr>
        <p:grpSpPr>
          <a:xfrm>
            <a:off x="639763" y="2223703"/>
            <a:ext cx="507560" cy="457200"/>
            <a:chOff x="639763" y="2223703"/>
            <a:chExt cx="507560" cy="457200"/>
          </a:xfrm>
          <a:solidFill>
            <a:srgbClr val="FF0000"/>
          </a:solidFill>
        </p:grpSpPr>
        <p:sp>
          <p:nvSpPr>
            <p:cNvPr id="978" name="Freeform: Shape 977">
              <a:extLst>
                <a:ext uri="{FF2B5EF4-FFF2-40B4-BE49-F238E27FC236}">
                  <a16:creationId xmlns:a16="http://schemas.microsoft.com/office/drawing/2014/main" id="{4E8D1B2C-4612-740C-6088-DF0637255206}"/>
                </a:ext>
                <a:ext uri="{C183D7F6-B498-43B3-948B-1728B52AA6E4}">
                  <adec:decorative xmlns:adec="http://schemas.microsoft.com/office/drawing/2017/decorative" val="1"/>
                </a:ext>
              </a:extLst>
            </p:cNvPr>
            <p:cNvSpPr/>
            <p:nvPr/>
          </p:nvSpPr>
          <p:spPr>
            <a:xfrm>
              <a:off x="647768" y="2223703"/>
              <a:ext cx="499555" cy="457200"/>
            </a:xfrm>
            <a:custGeom>
              <a:avLst/>
              <a:gdLst>
                <a:gd name="connsiteX0" fmla="*/ 7487389 w 7493319"/>
                <a:gd name="connsiteY0" fmla="*/ 0 h 6858000"/>
                <a:gd name="connsiteX1" fmla="*/ 7487465 w 7493319"/>
                <a:gd name="connsiteY1" fmla="*/ 63438 h 6858000"/>
                <a:gd name="connsiteX2" fmla="*/ 7493319 w 7493319"/>
                <a:gd name="connsiteY2" fmla="*/ 63438 h 6858000"/>
                <a:gd name="connsiteX3" fmla="*/ 7493319 w 7493319"/>
                <a:gd name="connsiteY3" fmla="*/ 525213 h 6858000"/>
                <a:gd name="connsiteX4" fmla="*/ 7488015 w 7493319"/>
                <a:gd name="connsiteY4" fmla="*/ 525213 h 6858000"/>
                <a:gd name="connsiteX5" fmla="*/ 7493318 w 7493319"/>
                <a:gd name="connsiteY5" fmla="*/ 4975242 h 6858000"/>
                <a:gd name="connsiteX6" fmla="*/ 7493318 w 7493319"/>
                <a:gd name="connsiteY6" fmla="*/ 5212443 h 6858000"/>
                <a:gd name="connsiteX7" fmla="*/ 7018921 w 7493319"/>
                <a:gd name="connsiteY7" fmla="*/ 5686841 h 6858000"/>
                <a:gd name="connsiteX8" fmla="*/ 6781720 w 7493319"/>
                <a:gd name="connsiteY8" fmla="*/ 5686841 h 6858000"/>
                <a:gd name="connsiteX9" fmla="*/ 3963073 w 7493319"/>
                <a:gd name="connsiteY9" fmla="*/ 5686841 h 6858000"/>
                <a:gd name="connsiteX10" fmla="*/ 3963073 w 7493319"/>
                <a:gd name="connsiteY10" fmla="*/ 6384536 h 6858000"/>
                <a:gd name="connsiteX11" fmla="*/ 5149657 w 7493319"/>
                <a:gd name="connsiteY11" fmla="*/ 6384536 h 6858000"/>
                <a:gd name="connsiteX12" fmla="*/ 5599741 w 7493319"/>
                <a:gd name="connsiteY12" fmla="*/ 6858000 h 6858000"/>
                <a:gd name="connsiteX13" fmla="*/ 1858792 w 7493319"/>
                <a:gd name="connsiteY13" fmla="*/ 6858000 h 6858000"/>
                <a:gd name="connsiteX14" fmla="*/ 2308876 w 7493319"/>
                <a:gd name="connsiteY14" fmla="*/ 6384536 h 6858000"/>
                <a:gd name="connsiteX15" fmla="*/ 3495455 w 7493319"/>
                <a:gd name="connsiteY15" fmla="*/ 6384536 h 6858000"/>
                <a:gd name="connsiteX16" fmla="*/ 3495455 w 7493319"/>
                <a:gd name="connsiteY16" fmla="*/ 5686841 h 6858000"/>
                <a:gd name="connsiteX17" fmla="*/ 2577374 w 7493319"/>
                <a:gd name="connsiteY17" fmla="*/ 5686841 h 6858000"/>
                <a:gd name="connsiteX18" fmla="*/ 2577374 w 7493319"/>
                <a:gd name="connsiteY18" fmla="*/ 5683090 h 6858000"/>
                <a:gd name="connsiteX19" fmla="*/ 915515 w 7493319"/>
                <a:gd name="connsiteY19" fmla="*/ 5683090 h 6858000"/>
                <a:gd name="connsiteX20" fmla="*/ 903825 w 7493319"/>
                <a:gd name="connsiteY20" fmla="*/ 5215475 h 6858000"/>
                <a:gd name="connsiteX21" fmla="*/ 2577374 w 7493319"/>
                <a:gd name="connsiteY21" fmla="*/ 5215475 h 6858000"/>
                <a:gd name="connsiteX22" fmla="*/ 2577374 w 7493319"/>
                <a:gd name="connsiteY22" fmla="*/ 5212443 h 6858000"/>
                <a:gd name="connsiteX23" fmla="*/ 7018921 w 7493319"/>
                <a:gd name="connsiteY23" fmla="*/ 5212443 h 6858000"/>
                <a:gd name="connsiteX24" fmla="*/ 7018921 w 7493319"/>
                <a:gd name="connsiteY24" fmla="*/ 524211 h 6858000"/>
                <a:gd name="connsiteX25" fmla="*/ 473068 w 7493319"/>
                <a:gd name="connsiteY25" fmla="*/ 524211 h 6858000"/>
                <a:gd name="connsiteX26" fmla="*/ 473068 w 7493319"/>
                <a:gd name="connsiteY26" fmla="*/ 3309957 h 6858000"/>
                <a:gd name="connsiteX27" fmla="*/ 467626 w 7493319"/>
                <a:gd name="connsiteY27" fmla="*/ 3309957 h 6858000"/>
                <a:gd name="connsiteX28" fmla="*/ 467626 w 7493319"/>
                <a:gd name="connsiteY28" fmla="*/ 4795855 h 6858000"/>
                <a:gd name="connsiteX29" fmla="*/ 11 w 7493319"/>
                <a:gd name="connsiteY29" fmla="*/ 4795855 h 6858000"/>
                <a:gd name="connsiteX30" fmla="*/ 11 w 7493319"/>
                <a:gd name="connsiteY30" fmla="*/ 3309957 h 6858000"/>
                <a:gd name="connsiteX31" fmla="*/ 0 w 7493319"/>
                <a:gd name="connsiteY31" fmla="*/ 3309957 h 6858000"/>
                <a:gd name="connsiteX32" fmla="*/ 11 w 7493319"/>
                <a:gd name="connsiteY32" fmla="*/ 3304918 h 6858000"/>
                <a:gd name="connsiteX33" fmla="*/ 11 w 7493319"/>
                <a:gd name="connsiteY33" fmla="*/ 2411005 h 6858000"/>
                <a:gd name="connsiteX34" fmla="*/ 1912 w 7493319"/>
                <a:gd name="connsiteY34" fmla="*/ 2411005 h 6858000"/>
                <a:gd name="connsiteX35" fmla="*/ 5913 w 7493319"/>
                <a:gd name="connsiteY35" fmla="*/ 530088 h 6858000"/>
                <a:gd name="connsiteX36" fmla="*/ 478981 w 7493319"/>
                <a:gd name="connsiteY36" fmla="*/ 59920 h 6858000"/>
                <a:gd name="connsiteX37" fmla="*/ 7096010 w 7493319"/>
                <a:gd name="connsiteY37" fmla="*/ 59920 h 6858000"/>
                <a:gd name="connsiteX38" fmla="*/ 7096010 w 7493319"/>
                <a:gd name="connsiteY38" fmla="*/ 63438 h 6858000"/>
                <a:gd name="connsiteX39" fmla="*/ 7487389 w 7493319"/>
                <a:gd name="connsiteY39" fmla="*/ 6343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493319" h="6858000">
                  <a:moveTo>
                    <a:pt x="7487389" y="0"/>
                  </a:moveTo>
                  <a:lnTo>
                    <a:pt x="7487465" y="63438"/>
                  </a:lnTo>
                  <a:lnTo>
                    <a:pt x="7493319" y="63438"/>
                  </a:lnTo>
                  <a:lnTo>
                    <a:pt x="7493319" y="525213"/>
                  </a:lnTo>
                  <a:lnTo>
                    <a:pt x="7488015" y="525213"/>
                  </a:lnTo>
                  <a:lnTo>
                    <a:pt x="7493318" y="4975242"/>
                  </a:lnTo>
                  <a:lnTo>
                    <a:pt x="7493318" y="5212443"/>
                  </a:lnTo>
                  <a:cubicBezTo>
                    <a:pt x="7493318" y="5473364"/>
                    <a:pt x="7279841" y="5686841"/>
                    <a:pt x="7018921" y="5686841"/>
                  </a:cubicBezTo>
                  <a:lnTo>
                    <a:pt x="6781720" y="5686841"/>
                  </a:lnTo>
                  <a:lnTo>
                    <a:pt x="3963073" y="5686841"/>
                  </a:lnTo>
                  <a:lnTo>
                    <a:pt x="3963073" y="6384536"/>
                  </a:lnTo>
                  <a:lnTo>
                    <a:pt x="5149657" y="6384536"/>
                  </a:lnTo>
                  <a:cubicBezTo>
                    <a:pt x="5395158" y="6384536"/>
                    <a:pt x="5599741" y="6606658"/>
                    <a:pt x="5599741" y="6858000"/>
                  </a:cubicBezTo>
                  <a:lnTo>
                    <a:pt x="1858792" y="6858000"/>
                  </a:lnTo>
                  <a:cubicBezTo>
                    <a:pt x="1858792" y="6612503"/>
                    <a:pt x="2057530" y="6384536"/>
                    <a:pt x="2308876" y="6384536"/>
                  </a:cubicBezTo>
                  <a:lnTo>
                    <a:pt x="3495455" y="6384536"/>
                  </a:lnTo>
                  <a:lnTo>
                    <a:pt x="3495455" y="5686841"/>
                  </a:lnTo>
                  <a:lnTo>
                    <a:pt x="2577374" y="5686841"/>
                  </a:lnTo>
                  <a:lnTo>
                    <a:pt x="2577374" y="5683090"/>
                  </a:lnTo>
                  <a:lnTo>
                    <a:pt x="915515" y="5683090"/>
                  </a:lnTo>
                  <a:lnTo>
                    <a:pt x="903825" y="5215475"/>
                  </a:lnTo>
                  <a:lnTo>
                    <a:pt x="2577374" y="5215475"/>
                  </a:lnTo>
                  <a:lnTo>
                    <a:pt x="2577374" y="5212443"/>
                  </a:lnTo>
                  <a:lnTo>
                    <a:pt x="7018921" y="5212443"/>
                  </a:lnTo>
                  <a:lnTo>
                    <a:pt x="7018921" y="524211"/>
                  </a:lnTo>
                  <a:lnTo>
                    <a:pt x="473068" y="524211"/>
                  </a:lnTo>
                  <a:lnTo>
                    <a:pt x="473068" y="3309957"/>
                  </a:lnTo>
                  <a:lnTo>
                    <a:pt x="467626" y="3309957"/>
                  </a:lnTo>
                  <a:lnTo>
                    <a:pt x="467626" y="4795855"/>
                  </a:lnTo>
                  <a:lnTo>
                    <a:pt x="11" y="4795855"/>
                  </a:lnTo>
                  <a:lnTo>
                    <a:pt x="11" y="3309957"/>
                  </a:lnTo>
                  <a:lnTo>
                    <a:pt x="0" y="3309957"/>
                  </a:lnTo>
                  <a:lnTo>
                    <a:pt x="11" y="3304918"/>
                  </a:lnTo>
                  <a:lnTo>
                    <a:pt x="11" y="2411005"/>
                  </a:lnTo>
                  <a:lnTo>
                    <a:pt x="1912" y="2411005"/>
                  </a:lnTo>
                  <a:lnTo>
                    <a:pt x="5913" y="530088"/>
                  </a:lnTo>
                  <a:cubicBezTo>
                    <a:pt x="5913" y="271495"/>
                    <a:pt x="218792" y="59920"/>
                    <a:pt x="478981" y="59920"/>
                  </a:cubicBezTo>
                  <a:lnTo>
                    <a:pt x="7096010" y="59920"/>
                  </a:lnTo>
                  <a:lnTo>
                    <a:pt x="7096010" y="63438"/>
                  </a:lnTo>
                  <a:lnTo>
                    <a:pt x="7487389" y="63438"/>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979" name="Freeform: Shape 978">
              <a:extLst>
                <a:ext uri="{FF2B5EF4-FFF2-40B4-BE49-F238E27FC236}">
                  <a16:creationId xmlns:a16="http://schemas.microsoft.com/office/drawing/2014/main" id="{FA38886D-D61A-DCAA-2023-1A22D49A2369}"/>
                </a:ext>
                <a:ext uri="{C183D7F6-B498-43B3-948B-1728B52AA6E4}">
                  <adec:decorative xmlns:adec="http://schemas.microsoft.com/office/drawing/2017/decorative" val="1"/>
                </a:ext>
              </a:extLst>
            </p:cNvPr>
            <p:cNvSpPr/>
            <p:nvPr/>
          </p:nvSpPr>
          <p:spPr>
            <a:xfrm rot="10800000">
              <a:off x="639763" y="2316247"/>
              <a:ext cx="475866" cy="293921"/>
            </a:xfrm>
            <a:custGeom>
              <a:avLst/>
              <a:gdLst>
                <a:gd name="connsiteX0" fmla="*/ 7137975 w 7137976"/>
                <a:gd name="connsiteY0" fmla="*/ 701435 h 4408809"/>
                <a:gd name="connsiteX1" fmla="*/ 6436549 w 7137976"/>
                <a:gd name="connsiteY1" fmla="*/ 701435 h 4408809"/>
                <a:gd name="connsiteX2" fmla="*/ 6436549 w 7137976"/>
                <a:gd name="connsiteY2" fmla="*/ 0 h 4408809"/>
                <a:gd name="connsiteX3" fmla="*/ 7137976 w 7137976"/>
                <a:gd name="connsiteY3" fmla="*/ 0 h 4408809"/>
                <a:gd name="connsiteX4" fmla="*/ 3849719 w 7137976"/>
                <a:gd name="connsiteY4" fmla="*/ 4049446 h 4408809"/>
                <a:gd name="connsiteX5" fmla="*/ 4326143 w 7137976"/>
                <a:gd name="connsiteY5" fmla="*/ 3570297 h 4408809"/>
                <a:gd name="connsiteX6" fmla="*/ 3849719 w 7137976"/>
                <a:gd name="connsiteY6" fmla="*/ 3091148 h 4408809"/>
                <a:gd name="connsiteX7" fmla="*/ 3373295 w 7137976"/>
                <a:gd name="connsiteY7" fmla="*/ 3570297 h 4408809"/>
                <a:gd name="connsiteX8" fmla="*/ 3849719 w 7137976"/>
                <a:gd name="connsiteY8" fmla="*/ 4049446 h 4408809"/>
                <a:gd name="connsiteX9" fmla="*/ 1620877 w 7137976"/>
                <a:gd name="connsiteY9" fmla="*/ 4115331 h 4408809"/>
                <a:gd name="connsiteX10" fmla="*/ 0 w 7137976"/>
                <a:gd name="connsiteY10" fmla="*/ 2488594 h 4408809"/>
                <a:gd name="connsiteX11" fmla="*/ 0 w 7137976"/>
                <a:gd name="connsiteY11" fmla="*/ 1985484 h 4408809"/>
                <a:gd name="connsiteX12" fmla="*/ 1620877 w 7137976"/>
                <a:gd name="connsiteY12" fmla="*/ 3612226 h 4408809"/>
                <a:gd name="connsiteX13" fmla="*/ 4664451 w 7137976"/>
                <a:gd name="connsiteY13" fmla="*/ 581606 h 4408809"/>
                <a:gd name="connsiteX14" fmla="*/ 5177684 w 7137976"/>
                <a:gd name="connsiteY14" fmla="*/ 575617 h 4408809"/>
                <a:gd name="connsiteX15" fmla="*/ 4163158 w 7137976"/>
                <a:gd name="connsiteY15" fmla="*/ 1581828 h 4408809"/>
                <a:gd name="connsiteX16" fmla="*/ 5499943 w 7137976"/>
                <a:gd name="connsiteY16" fmla="*/ 2923450 h 4408809"/>
                <a:gd name="connsiteX17" fmla="*/ 6550275 w 7137976"/>
                <a:gd name="connsiteY17" fmla="*/ 1869322 h 4408809"/>
                <a:gd name="connsiteX18" fmla="*/ 6550275 w 7137976"/>
                <a:gd name="connsiteY18" fmla="*/ 2378416 h 4408809"/>
                <a:gd name="connsiteX19" fmla="*/ 5499943 w 7137976"/>
                <a:gd name="connsiteY19" fmla="*/ 3432544 h 4408809"/>
                <a:gd name="connsiteX20" fmla="*/ 3912508 w 7137976"/>
                <a:gd name="connsiteY20" fmla="*/ 1839372 h 4408809"/>
                <a:gd name="connsiteX21" fmla="*/ 3849719 w 7137976"/>
                <a:gd name="connsiteY21" fmla="*/ 4408809 h 4408809"/>
                <a:gd name="connsiteX22" fmla="*/ 3015976 w 7137976"/>
                <a:gd name="connsiteY22" fmla="*/ 3570297 h 4408809"/>
                <a:gd name="connsiteX23" fmla="*/ 3849719 w 7137976"/>
                <a:gd name="connsiteY23" fmla="*/ 2731785 h 4408809"/>
                <a:gd name="connsiteX24" fmla="*/ 4683462 w 7137976"/>
                <a:gd name="connsiteY24" fmla="*/ 3570297 h 4408809"/>
                <a:gd name="connsiteX25" fmla="*/ 3849719 w 7137976"/>
                <a:gd name="connsiteY25" fmla="*/ 4408809 h 440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37976" h="4408809">
                  <a:moveTo>
                    <a:pt x="7137975" y="701435"/>
                  </a:moveTo>
                  <a:lnTo>
                    <a:pt x="6436549" y="701435"/>
                  </a:lnTo>
                  <a:lnTo>
                    <a:pt x="6436549" y="0"/>
                  </a:lnTo>
                  <a:lnTo>
                    <a:pt x="7137976" y="0"/>
                  </a:lnTo>
                  <a:close/>
                  <a:moveTo>
                    <a:pt x="3849719" y="4049446"/>
                  </a:moveTo>
                  <a:cubicBezTo>
                    <a:pt x="4111753" y="4049446"/>
                    <a:pt x="4326143" y="3833830"/>
                    <a:pt x="4326143" y="3570297"/>
                  </a:cubicBezTo>
                  <a:cubicBezTo>
                    <a:pt x="4326143" y="3306769"/>
                    <a:pt x="4111753" y="3091148"/>
                    <a:pt x="3849719" y="3091148"/>
                  </a:cubicBezTo>
                  <a:cubicBezTo>
                    <a:pt x="3587685" y="3091148"/>
                    <a:pt x="3373295" y="3306769"/>
                    <a:pt x="3373295" y="3570297"/>
                  </a:cubicBezTo>
                  <a:cubicBezTo>
                    <a:pt x="3373295" y="3833830"/>
                    <a:pt x="3587685" y="4049446"/>
                    <a:pt x="3849719" y="4049446"/>
                  </a:cubicBezTo>
                  <a:close/>
                  <a:moveTo>
                    <a:pt x="1620877" y="4115331"/>
                  </a:moveTo>
                  <a:lnTo>
                    <a:pt x="0" y="2488594"/>
                  </a:lnTo>
                  <a:lnTo>
                    <a:pt x="0" y="1985484"/>
                  </a:lnTo>
                  <a:lnTo>
                    <a:pt x="1620877" y="3612226"/>
                  </a:lnTo>
                  <a:lnTo>
                    <a:pt x="4664451" y="581606"/>
                  </a:lnTo>
                  <a:lnTo>
                    <a:pt x="5177684" y="575617"/>
                  </a:lnTo>
                  <a:lnTo>
                    <a:pt x="4163158" y="1581828"/>
                  </a:lnTo>
                  <a:lnTo>
                    <a:pt x="5499943" y="2923450"/>
                  </a:lnTo>
                  <a:lnTo>
                    <a:pt x="6550275" y="1869322"/>
                  </a:lnTo>
                  <a:lnTo>
                    <a:pt x="6550275" y="2378416"/>
                  </a:lnTo>
                  <a:lnTo>
                    <a:pt x="5499943" y="3432544"/>
                  </a:lnTo>
                  <a:lnTo>
                    <a:pt x="3912508" y="1839372"/>
                  </a:lnTo>
                  <a:close/>
                  <a:moveTo>
                    <a:pt x="3849719" y="4408809"/>
                  </a:moveTo>
                  <a:cubicBezTo>
                    <a:pt x="3391160" y="4408809"/>
                    <a:pt x="3015976" y="4031479"/>
                    <a:pt x="3015976" y="3570297"/>
                  </a:cubicBezTo>
                  <a:cubicBezTo>
                    <a:pt x="3015976" y="3109115"/>
                    <a:pt x="3391160" y="2731785"/>
                    <a:pt x="3849719" y="2731785"/>
                  </a:cubicBezTo>
                  <a:cubicBezTo>
                    <a:pt x="4308278" y="2731785"/>
                    <a:pt x="4683462" y="3109115"/>
                    <a:pt x="4683462" y="3570297"/>
                  </a:cubicBezTo>
                  <a:cubicBezTo>
                    <a:pt x="4683462" y="4031479"/>
                    <a:pt x="4308278" y="4408809"/>
                    <a:pt x="3849719" y="4408809"/>
                  </a:cubicBez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106" name="Group 105">
            <a:extLst>
              <a:ext uri="{FF2B5EF4-FFF2-40B4-BE49-F238E27FC236}">
                <a16:creationId xmlns:a16="http://schemas.microsoft.com/office/drawing/2014/main" id="{CCC3E457-CEEB-0370-B5D8-D8A92A946FE9}"/>
              </a:ext>
              <a:ext uri="{C183D7F6-B498-43B3-948B-1728B52AA6E4}">
                <adec:decorative xmlns:adec="http://schemas.microsoft.com/office/drawing/2017/decorative" val="1"/>
              </a:ext>
            </a:extLst>
          </p:cNvPr>
          <p:cNvGrpSpPr>
            <a:grpSpLocks noChangeAspect="1"/>
          </p:cNvGrpSpPr>
          <p:nvPr/>
        </p:nvGrpSpPr>
        <p:grpSpPr>
          <a:xfrm>
            <a:off x="1284094" y="2223703"/>
            <a:ext cx="457200" cy="457200"/>
            <a:chOff x="1284094" y="2223703"/>
            <a:chExt cx="457200" cy="457200"/>
          </a:xfrm>
          <a:solidFill>
            <a:srgbClr val="FF0000"/>
          </a:solidFill>
        </p:grpSpPr>
        <p:sp>
          <p:nvSpPr>
            <p:cNvPr id="996" name="Freeform 46">
              <a:extLst>
                <a:ext uri="{FF2B5EF4-FFF2-40B4-BE49-F238E27FC236}">
                  <a16:creationId xmlns:a16="http://schemas.microsoft.com/office/drawing/2014/main" id="{4EC37F66-6489-21CF-5D46-665A86F453CA}"/>
                </a:ext>
                <a:ext uri="{C183D7F6-B498-43B3-948B-1728B52AA6E4}">
                  <adec:decorative xmlns:adec="http://schemas.microsoft.com/office/drawing/2017/decorative" val="1"/>
                </a:ext>
              </a:extLst>
            </p:cNvPr>
            <p:cNvSpPr>
              <a:spLocks noEditPoints="1"/>
            </p:cNvSpPr>
            <p:nvPr/>
          </p:nvSpPr>
          <p:spPr bwMode="auto">
            <a:xfrm>
              <a:off x="1417232" y="2223703"/>
              <a:ext cx="324062" cy="338349"/>
            </a:xfrm>
            <a:custGeom>
              <a:avLst/>
              <a:gdLst>
                <a:gd name="T0" fmla="*/ 501 w 6124"/>
                <a:gd name="T1" fmla="*/ 5814 h 6393"/>
                <a:gd name="T2" fmla="*/ 2520 w 6124"/>
                <a:gd name="T3" fmla="*/ 4568 h 6393"/>
                <a:gd name="T4" fmla="*/ 501 w 6124"/>
                <a:gd name="T5" fmla="*/ 3320 h 6393"/>
                <a:gd name="T6" fmla="*/ 384 w 6124"/>
                <a:gd name="T7" fmla="*/ 2723 h 6393"/>
                <a:gd name="T8" fmla="*/ 460 w 6124"/>
                <a:gd name="T9" fmla="*/ 2733 h 6393"/>
                <a:gd name="T10" fmla="*/ 535 w 6124"/>
                <a:gd name="T11" fmla="*/ 2760 h 6393"/>
                <a:gd name="T12" fmla="*/ 586 w 6124"/>
                <a:gd name="T13" fmla="*/ 2787 h 6393"/>
                <a:gd name="T14" fmla="*/ 1863 w 6124"/>
                <a:gd name="T15" fmla="*/ 3572 h 6393"/>
                <a:gd name="T16" fmla="*/ 2788 w 6124"/>
                <a:gd name="T17" fmla="*/ 4148 h 6393"/>
                <a:gd name="T18" fmla="*/ 2955 w 6124"/>
                <a:gd name="T19" fmla="*/ 4262 h 6393"/>
                <a:gd name="T20" fmla="*/ 2992 w 6124"/>
                <a:gd name="T21" fmla="*/ 4295 h 6393"/>
                <a:gd name="T22" fmla="*/ 3036 w 6124"/>
                <a:gd name="T23" fmla="*/ 4356 h 6393"/>
                <a:gd name="T24" fmla="*/ 3069 w 6124"/>
                <a:gd name="T25" fmla="*/ 4427 h 6393"/>
                <a:gd name="T26" fmla="*/ 3087 w 6124"/>
                <a:gd name="T27" fmla="*/ 4503 h 6393"/>
                <a:gd name="T28" fmla="*/ 3091 w 6124"/>
                <a:gd name="T29" fmla="*/ 4580 h 6393"/>
                <a:gd name="T30" fmla="*/ 3087 w 6124"/>
                <a:gd name="T31" fmla="*/ 4629 h 6393"/>
                <a:gd name="T32" fmla="*/ 3066 w 6124"/>
                <a:gd name="T33" fmla="*/ 4710 h 6393"/>
                <a:gd name="T34" fmla="*/ 3033 w 6124"/>
                <a:gd name="T35" fmla="*/ 4779 h 6393"/>
                <a:gd name="T36" fmla="*/ 2988 w 6124"/>
                <a:gd name="T37" fmla="*/ 4841 h 6393"/>
                <a:gd name="T38" fmla="*/ 2931 w 6124"/>
                <a:gd name="T39" fmla="*/ 4895 h 6393"/>
                <a:gd name="T40" fmla="*/ 2866 w 6124"/>
                <a:gd name="T41" fmla="*/ 4943 h 6393"/>
                <a:gd name="T42" fmla="*/ 2662 w 6124"/>
                <a:gd name="T43" fmla="*/ 5064 h 6393"/>
                <a:gd name="T44" fmla="*/ 2127 w 6124"/>
                <a:gd name="T45" fmla="*/ 5396 h 6393"/>
                <a:gd name="T46" fmla="*/ 930 w 6124"/>
                <a:gd name="T47" fmla="*/ 6135 h 6393"/>
                <a:gd name="T48" fmla="*/ 597 w 6124"/>
                <a:gd name="T49" fmla="*/ 6339 h 6393"/>
                <a:gd name="T50" fmla="*/ 513 w 6124"/>
                <a:gd name="T51" fmla="*/ 6377 h 6393"/>
                <a:gd name="T52" fmla="*/ 424 w 6124"/>
                <a:gd name="T53" fmla="*/ 6393 h 6393"/>
                <a:gd name="T54" fmla="*/ 336 w 6124"/>
                <a:gd name="T55" fmla="*/ 6387 h 6393"/>
                <a:gd name="T56" fmla="*/ 249 w 6124"/>
                <a:gd name="T57" fmla="*/ 6362 h 6393"/>
                <a:gd name="T58" fmla="*/ 168 w 6124"/>
                <a:gd name="T59" fmla="*/ 6314 h 6393"/>
                <a:gd name="T60" fmla="*/ 124 w 6124"/>
                <a:gd name="T61" fmla="*/ 6275 h 6393"/>
                <a:gd name="T62" fmla="*/ 76 w 6124"/>
                <a:gd name="T63" fmla="*/ 6219 h 6393"/>
                <a:gd name="T64" fmla="*/ 40 w 6124"/>
                <a:gd name="T65" fmla="*/ 6159 h 6393"/>
                <a:gd name="T66" fmla="*/ 16 w 6124"/>
                <a:gd name="T67" fmla="*/ 6093 h 6393"/>
                <a:gd name="T68" fmla="*/ 3 w 6124"/>
                <a:gd name="T69" fmla="*/ 6024 h 6393"/>
                <a:gd name="T70" fmla="*/ 0 w 6124"/>
                <a:gd name="T71" fmla="*/ 5949 h 6393"/>
                <a:gd name="T72" fmla="*/ 1 w 6124"/>
                <a:gd name="T73" fmla="*/ 5751 h 6393"/>
                <a:gd name="T74" fmla="*/ 0 w 6124"/>
                <a:gd name="T75" fmla="*/ 3113 h 6393"/>
                <a:gd name="T76" fmla="*/ 3 w 6124"/>
                <a:gd name="T77" fmla="*/ 3060 h 6393"/>
                <a:gd name="T78" fmla="*/ 18 w 6124"/>
                <a:gd name="T79" fmla="*/ 2987 h 6393"/>
                <a:gd name="T80" fmla="*/ 45 w 6124"/>
                <a:gd name="T81" fmla="*/ 2919 h 6393"/>
                <a:gd name="T82" fmla="*/ 85 w 6124"/>
                <a:gd name="T83" fmla="*/ 2859 h 6393"/>
                <a:gd name="T84" fmla="*/ 139 w 6124"/>
                <a:gd name="T85" fmla="*/ 2808 h 6393"/>
                <a:gd name="T86" fmla="*/ 183 w 6124"/>
                <a:gd name="T87" fmla="*/ 2778 h 6393"/>
                <a:gd name="T88" fmla="*/ 258 w 6124"/>
                <a:gd name="T89" fmla="*/ 2744 h 6393"/>
                <a:gd name="T90" fmla="*/ 333 w 6124"/>
                <a:gd name="T91" fmla="*/ 2726 h 6393"/>
                <a:gd name="T92" fmla="*/ 384 w 6124"/>
                <a:gd name="T93" fmla="*/ 2723 h 6393"/>
                <a:gd name="T94" fmla="*/ 6124 w 6124"/>
                <a:gd name="T95" fmla="*/ 1466 h 6393"/>
                <a:gd name="T96" fmla="*/ 4659 w 6124"/>
                <a:gd name="T97" fmla="*/ 2192 h 6393"/>
                <a:gd name="T98" fmla="*/ 5380 w 6124"/>
                <a:gd name="T99" fmla="*/ 735 h 6393"/>
                <a:gd name="T100" fmla="*/ 4656 w 6124"/>
                <a:gd name="T101" fmla="*/ 0 h 6393"/>
                <a:gd name="T102" fmla="*/ 3924 w 6124"/>
                <a:gd name="T103" fmla="*/ 0 h 6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124" h="6393">
                  <a:moveTo>
                    <a:pt x="501" y="3320"/>
                  </a:moveTo>
                  <a:lnTo>
                    <a:pt x="501" y="3320"/>
                  </a:lnTo>
                  <a:lnTo>
                    <a:pt x="501" y="5814"/>
                  </a:lnTo>
                  <a:lnTo>
                    <a:pt x="501" y="5814"/>
                  </a:lnTo>
                  <a:lnTo>
                    <a:pt x="2520" y="4568"/>
                  </a:lnTo>
                  <a:lnTo>
                    <a:pt x="2520" y="4568"/>
                  </a:lnTo>
                  <a:lnTo>
                    <a:pt x="2241" y="4394"/>
                  </a:lnTo>
                  <a:lnTo>
                    <a:pt x="2241" y="4394"/>
                  </a:lnTo>
                  <a:lnTo>
                    <a:pt x="501" y="3320"/>
                  </a:lnTo>
                  <a:lnTo>
                    <a:pt x="501" y="3320"/>
                  </a:lnTo>
                  <a:close/>
                  <a:moveTo>
                    <a:pt x="384" y="2723"/>
                  </a:moveTo>
                  <a:lnTo>
                    <a:pt x="384" y="2723"/>
                  </a:lnTo>
                  <a:lnTo>
                    <a:pt x="409" y="2724"/>
                  </a:lnTo>
                  <a:lnTo>
                    <a:pt x="435" y="2727"/>
                  </a:lnTo>
                  <a:lnTo>
                    <a:pt x="460" y="2733"/>
                  </a:lnTo>
                  <a:lnTo>
                    <a:pt x="484" y="2741"/>
                  </a:lnTo>
                  <a:lnTo>
                    <a:pt x="510" y="2750"/>
                  </a:lnTo>
                  <a:lnTo>
                    <a:pt x="535" y="2760"/>
                  </a:lnTo>
                  <a:lnTo>
                    <a:pt x="561" y="2772"/>
                  </a:lnTo>
                  <a:lnTo>
                    <a:pt x="586" y="2787"/>
                  </a:lnTo>
                  <a:lnTo>
                    <a:pt x="586" y="2787"/>
                  </a:lnTo>
                  <a:lnTo>
                    <a:pt x="1224" y="3180"/>
                  </a:lnTo>
                  <a:lnTo>
                    <a:pt x="1863" y="3572"/>
                  </a:lnTo>
                  <a:lnTo>
                    <a:pt x="1863" y="3572"/>
                  </a:lnTo>
                  <a:lnTo>
                    <a:pt x="2326" y="3860"/>
                  </a:lnTo>
                  <a:lnTo>
                    <a:pt x="2788" y="4148"/>
                  </a:lnTo>
                  <a:lnTo>
                    <a:pt x="2788" y="4148"/>
                  </a:lnTo>
                  <a:lnTo>
                    <a:pt x="2874" y="4203"/>
                  </a:lnTo>
                  <a:lnTo>
                    <a:pt x="2914" y="4232"/>
                  </a:lnTo>
                  <a:lnTo>
                    <a:pt x="2955" y="4262"/>
                  </a:lnTo>
                  <a:lnTo>
                    <a:pt x="2955" y="4262"/>
                  </a:lnTo>
                  <a:lnTo>
                    <a:pt x="2974" y="4277"/>
                  </a:lnTo>
                  <a:lnTo>
                    <a:pt x="2992" y="4295"/>
                  </a:lnTo>
                  <a:lnTo>
                    <a:pt x="3007" y="4314"/>
                  </a:lnTo>
                  <a:lnTo>
                    <a:pt x="3022" y="4334"/>
                  </a:lnTo>
                  <a:lnTo>
                    <a:pt x="3036" y="4356"/>
                  </a:lnTo>
                  <a:lnTo>
                    <a:pt x="3048" y="4379"/>
                  </a:lnTo>
                  <a:lnTo>
                    <a:pt x="3058" y="4403"/>
                  </a:lnTo>
                  <a:lnTo>
                    <a:pt x="3069" y="4427"/>
                  </a:lnTo>
                  <a:lnTo>
                    <a:pt x="3076" y="4452"/>
                  </a:lnTo>
                  <a:lnTo>
                    <a:pt x="3082" y="4476"/>
                  </a:lnTo>
                  <a:lnTo>
                    <a:pt x="3087" y="4503"/>
                  </a:lnTo>
                  <a:lnTo>
                    <a:pt x="3090" y="4529"/>
                  </a:lnTo>
                  <a:lnTo>
                    <a:pt x="3091" y="4554"/>
                  </a:lnTo>
                  <a:lnTo>
                    <a:pt x="3091" y="4580"/>
                  </a:lnTo>
                  <a:lnTo>
                    <a:pt x="3090" y="4605"/>
                  </a:lnTo>
                  <a:lnTo>
                    <a:pt x="3087" y="4629"/>
                  </a:lnTo>
                  <a:lnTo>
                    <a:pt x="3087" y="4629"/>
                  </a:lnTo>
                  <a:lnTo>
                    <a:pt x="3082" y="4658"/>
                  </a:lnTo>
                  <a:lnTo>
                    <a:pt x="3075" y="4685"/>
                  </a:lnTo>
                  <a:lnTo>
                    <a:pt x="3066" y="4710"/>
                  </a:lnTo>
                  <a:lnTo>
                    <a:pt x="3057" y="4734"/>
                  </a:lnTo>
                  <a:lnTo>
                    <a:pt x="3045" y="4758"/>
                  </a:lnTo>
                  <a:lnTo>
                    <a:pt x="3033" y="4779"/>
                  </a:lnTo>
                  <a:lnTo>
                    <a:pt x="3019" y="4802"/>
                  </a:lnTo>
                  <a:lnTo>
                    <a:pt x="3004" y="4821"/>
                  </a:lnTo>
                  <a:lnTo>
                    <a:pt x="2988" y="4841"/>
                  </a:lnTo>
                  <a:lnTo>
                    <a:pt x="2970" y="4860"/>
                  </a:lnTo>
                  <a:lnTo>
                    <a:pt x="2952" y="4878"/>
                  </a:lnTo>
                  <a:lnTo>
                    <a:pt x="2931" y="4895"/>
                  </a:lnTo>
                  <a:lnTo>
                    <a:pt x="2911" y="4911"/>
                  </a:lnTo>
                  <a:lnTo>
                    <a:pt x="2889" y="4926"/>
                  </a:lnTo>
                  <a:lnTo>
                    <a:pt x="2866" y="4943"/>
                  </a:lnTo>
                  <a:lnTo>
                    <a:pt x="2842" y="4956"/>
                  </a:lnTo>
                  <a:lnTo>
                    <a:pt x="2842" y="4956"/>
                  </a:lnTo>
                  <a:lnTo>
                    <a:pt x="2662" y="5064"/>
                  </a:lnTo>
                  <a:lnTo>
                    <a:pt x="2482" y="5175"/>
                  </a:lnTo>
                  <a:lnTo>
                    <a:pt x="2127" y="5396"/>
                  </a:lnTo>
                  <a:lnTo>
                    <a:pt x="2127" y="5396"/>
                  </a:lnTo>
                  <a:lnTo>
                    <a:pt x="1261" y="5930"/>
                  </a:lnTo>
                  <a:lnTo>
                    <a:pt x="1261" y="5930"/>
                  </a:lnTo>
                  <a:lnTo>
                    <a:pt x="930" y="6135"/>
                  </a:lnTo>
                  <a:lnTo>
                    <a:pt x="765" y="6239"/>
                  </a:lnTo>
                  <a:lnTo>
                    <a:pt x="597" y="6339"/>
                  </a:lnTo>
                  <a:lnTo>
                    <a:pt x="597" y="6339"/>
                  </a:lnTo>
                  <a:lnTo>
                    <a:pt x="570" y="6354"/>
                  </a:lnTo>
                  <a:lnTo>
                    <a:pt x="541" y="6368"/>
                  </a:lnTo>
                  <a:lnTo>
                    <a:pt x="513" y="6377"/>
                  </a:lnTo>
                  <a:lnTo>
                    <a:pt x="484" y="6384"/>
                  </a:lnTo>
                  <a:lnTo>
                    <a:pt x="454" y="6390"/>
                  </a:lnTo>
                  <a:lnTo>
                    <a:pt x="424" y="6393"/>
                  </a:lnTo>
                  <a:lnTo>
                    <a:pt x="396" y="6393"/>
                  </a:lnTo>
                  <a:lnTo>
                    <a:pt x="366" y="6392"/>
                  </a:lnTo>
                  <a:lnTo>
                    <a:pt x="336" y="6387"/>
                  </a:lnTo>
                  <a:lnTo>
                    <a:pt x="306" y="6381"/>
                  </a:lnTo>
                  <a:lnTo>
                    <a:pt x="277" y="6372"/>
                  </a:lnTo>
                  <a:lnTo>
                    <a:pt x="249" y="6362"/>
                  </a:lnTo>
                  <a:lnTo>
                    <a:pt x="220" y="6348"/>
                  </a:lnTo>
                  <a:lnTo>
                    <a:pt x="193" y="6332"/>
                  </a:lnTo>
                  <a:lnTo>
                    <a:pt x="168" y="6314"/>
                  </a:lnTo>
                  <a:lnTo>
                    <a:pt x="142" y="6293"/>
                  </a:lnTo>
                  <a:lnTo>
                    <a:pt x="142" y="6293"/>
                  </a:lnTo>
                  <a:lnTo>
                    <a:pt x="124" y="6275"/>
                  </a:lnTo>
                  <a:lnTo>
                    <a:pt x="106" y="6257"/>
                  </a:lnTo>
                  <a:lnTo>
                    <a:pt x="91" y="6239"/>
                  </a:lnTo>
                  <a:lnTo>
                    <a:pt x="76" y="6219"/>
                  </a:lnTo>
                  <a:lnTo>
                    <a:pt x="63" y="6200"/>
                  </a:lnTo>
                  <a:lnTo>
                    <a:pt x="51" y="6179"/>
                  </a:lnTo>
                  <a:lnTo>
                    <a:pt x="40" y="6159"/>
                  </a:lnTo>
                  <a:lnTo>
                    <a:pt x="31" y="6137"/>
                  </a:lnTo>
                  <a:lnTo>
                    <a:pt x="24" y="6116"/>
                  </a:lnTo>
                  <a:lnTo>
                    <a:pt x="16" y="6093"/>
                  </a:lnTo>
                  <a:lnTo>
                    <a:pt x="10" y="6071"/>
                  </a:lnTo>
                  <a:lnTo>
                    <a:pt x="6" y="6048"/>
                  </a:lnTo>
                  <a:lnTo>
                    <a:pt x="3" y="6024"/>
                  </a:lnTo>
                  <a:lnTo>
                    <a:pt x="1" y="6000"/>
                  </a:lnTo>
                  <a:lnTo>
                    <a:pt x="0" y="5975"/>
                  </a:lnTo>
                  <a:lnTo>
                    <a:pt x="0" y="5949"/>
                  </a:lnTo>
                  <a:lnTo>
                    <a:pt x="0" y="5949"/>
                  </a:lnTo>
                  <a:lnTo>
                    <a:pt x="1" y="5850"/>
                  </a:lnTo>
                  <a:lnTo>
                    <a:pt x="1" y="5751"/>
                  </a:lnTo>
                  <a:lnTo>
                    <a:pt x="0" y="5550"/>
                  </a:lnTo>
                  <a:lnTo>
                    <a:pt x="0" y="5550"/>
                  </a:lnTo>
                  <a:lnTo>
                    <a:pt x="0" y="3113"/>
                  </a:lnTo>
                  <a:lnTo>
                    <a:pt x="0" y="3113"/>
                  </a:lnTo>
                  <a:lnTo>
                    <a:pt x="1" y="3086"/>
                  </a:lnTo>
                  <a:lnTo>
                    <a:pt x="3" y="3060"/>
                  </a:lnTo>
                  <a:lnTo>
                    <a:pt x="6" y="3035"/>
                  </a:lnTo>
                  <a:lnTo>
                    <a:pt x="12" y="3009"/>
                  </a:lnTo>
                  <a:lnTo>
                    <a:pt x="18" y="2987"/>
                  </a:lnTo>
                  <a:lnTo>
                    <a:pt x="25" y="2963"/>
                  </a:lnTo>
                  <a:lnTo>
                    <a:pt x="34" y="2940"/>
                  </a:lnTo>
                  <a:lnTo>
                    <a:pt x="45" y="2919"/>
                  </a:lnTo>
                  <a:lnTo>
                    <a:pt x="57" y="2898"/>
                  </a:lnTo>
                  <a:lnTo>
                    <a:pt x="70" y="2879"/>
                  </a:lnTo>
                  <a:lnTo>
                    <a:pt x="85" y="2859"/>
                  </a:lnTo>
                  <a:lnTo>
                    <a:pt x="102" y="2841"/>
                  </a:lnTo>
                  <a:lnTo>
                    <a:pt x="120" y="2825"/>
                  </a:lnTo>
                  <a:lnTo>
                    <a:pt x="139" y="2808"/>
                  </a:lnTo>
                  <a:lnTo>
                    <a:pt x="160" y="2793"/>
                  </a:lnTo>
                  <a:lnTo>
                    <a:pt x="183" y="2778"/>
                  </a:lnTo>
                  <a:lnTo>
                    <a:pt x="183" y="2778"/>
                  </a:lnTo>
                  <a:lnTo>
                    <a:pt x="207" y="2765"/>
                  </a:lnTo>
                  <a:lnTo>
                    <a:pt x="232" y="2753"/>
                  </a:lnTo>
                  <a:lnTo>
                    <a:pt x="258" y="2744"/>
                  </a:lnTo>
                  <a:lnTo>
                    <a:pt x="283" y="2735"/>
                  </a:lnTo>
                  <a:lnTo>
                    <a:pt x="307" y="2729"/>
                  </a:lnTo>
                  <a:lnTo>
                    <a:pt x="333" y="2726"/>
                  </a:lnTo>
                  <a:lnTo>
                    <a:pt x="358" y="2723"/>
                  </a:lnTo>
                  <a:lnTo>
                    <a:pt x="384" y="2723"/>
                  </a:lnTo>
                  <a:lnTo>
                    <a:pt x="384" y="2723"/>
                  </a:lnTo>
                  <a:close/>
                  <a:moveTo>
                    <a:pt x="5380" y="735"/>
                  </a:moveTo>
                  <a:lnTo>
                    <a:pt x="6124" y="735"/>
                  </a:lnTo>
                  <a:lnTo>
                    <a:pt x="6124" y="1466"/>
                  </a:lnTo>
                  <a:lnTo>
                    <a:pt x="5395" y="1466"/>
                  </a:lnTo>
                  <a:lnTo>
                    <a:pt x="5395" y="2192"/>
                  </a:lnTo>
                  <a:lnTo>
                    <a:pt x="4659" y="2192"/>
                  </a:lnTo>
                  <a:lnTo>
                    <a:pt x="4659" y="1448"/>
                  </a:lnTo>
                  <a:lnTo>
                    <a:pt x="5380" y="1448"/>
                  </a:lnTo>
                  <a:lnTo>
                    <a:pt x="5380" y="735"/>
                  </a:lnTo>
                  <a:lnTo>
                    <a:pt x="5380" y="735"/>
                  </a:lnTo>
                  <a:close/>
                  <a:moveTo>
                    <a:pt x="3924" y="0"/>
                  </a:moveTo>
                  <a:lnTo>
                    <a:pt x="4656" y="0"/>
                  </a:lnTo>
                  <a:lnTo>
                    <a:pt x="4656" y="732"/>
                  </a:lnTo>
                  <a:lnTo>
                    <a:pt x="3924" y="732"/>
                  </a:lnTo>
                  <a:lnTo>
                    <a:pt x="3924" y="0"/>
                  </a:lnTo>
                  <a:lnTo>
                    <a:pt x="392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47">
              <a:extLst>
                <a:ext uri="{FF2B5EF4-FFF2-40B4-BE49-F238E27FC236}">
                  <a16:creationId xmlns:a16="http://schemas.microsoft.com/office/drawing/2014/main" id="{83C09315-0C00-75FE-663A-21D26A7C75D9}"/>
                </a:ext>
                <a:ext uri="{C183D7F6-B498-43B3-948B-1728B52AA6E4}">
                  <adec:decorative xmlns:adec="http://schemas.microsoft.com/office/drawing/2017/decorative" val="1"/>
                </a:ext>
              </a:extLst>
            </p:cNvPr>
            <p:cNvSpPr>
              <a:spLocks/>
            </p:cNvSpPr>
            <p:nvPr/>
          </p:nvSpPr>
          <p:spPr bwMode="auto">
            <a:xfrm>
              <a:off x="1284094" y="2307100"/>
              <a:ext cx="412538" cy="373803"/>
            </a:xfrm>
            <a:custGeom>
              <a:avLst/>
              <a:gdLst>
                <a:gd name="T0" fmla="*/ 7298 w 7796"/>
                <a:gd name="T1" fmla="*/ 4074 h 7065"/>
                <a:gd name="T2" fmla="*/ 501 w 7796"/>
                <a:gd name="T3" fmla="*/ 5346 h 7065"/>
                <a:gd name="T4" fmla="*/ 1883 w 7796"/>
                <a:gd name="T5" fmla="*/ 486 h 7065"/>
                <a:gd name="T6" fmla="*/ 1892 w 7796"/>
                <a:gd name="T7" fmla="*/ 486 h 7065"/>
                <a:gd name="T8" fmla="*/ 5589 w 7796"/>
                <a:gd name="T9" fmla="*/ 486 h 7065"/>
                <a:gd name="T10" fmla="*/ 6861 w 7796"/>
                <a:gd name="T11" fmla="*/ 486 h 7065"/>
                <a:gd name="T12" fmla="*/ 501 w 7796"/>
                <a:gd name="T13" fmla="*/ 0 h 7065"/>
                <a:gd name="T14" fmla="*/ 450 w 7796"/>
                <a:gd name="T15" fmla="*/ 0 h 7065"/>
                <a:gd name="T16" fmla="*/ 413 w 7796"/>
                <a:gd name="T17" fmla="*/ 2 h 7065"/>
                <a:gd name="T18" fmla="*/ 365 w 7796"/>
                <a:gd name="T19" fmla="*/ 14 h 7065"/>
                <a:gd name="T20" fmla="*/ 297 w 7796"/>
                <a:gd name="T21" fmla="*/ 38 h 7065"/>
                <a:gd name="T22" fmla="*/ 237 w 7796"/>
                <a:gd name="T23" fmla="*/ 68 h 7065"/>
                <a:gd name="T24" fmla="*/ 183 w 7796"/>
                <a:gd name="T25" fmla="*/ 104 h 7065"/>
                <a:gd name="T26" fmla="*/ 137 w 7796"/>
                <a:gd name="T27" fmla="*/ 146 h 7065"/>
                <a:gd name="T28" fmla="*/ 96 w 7796"/>
                <a:gd name="T29" fmla="*/ 194 h 7065"/>
                <a:gd name="T30" fmla="*/ 63 w 7796"/>
                <a:gd name="T31" fmla="*/ 246 h 7065"/>
                <a:gd name="T32" fmla="*/ 36 w 7796"/>
                <a:gd name="T33" fmla="*/ 302 h 7065"/>
                <a:gd name="T34" fmla="*/ 9 w 7796"/>
                <a:gd name="T35" fmla="*/ 405 h 7065"/>
                <a:gd name="T36" fmla="*/ 2 w 7796"/>
                <a:gd name="T37" fmla="*/ 494 h 7065"/>
                <a:gd name="T38" fmla="*/ 0 w 7796"/>
                <a:gd name="T39" fmla="*/ 5799 h 7065"/>
                <a:gd name="T40" fmla="*/ 3 w 7796"/>
                <a:gd name="T41" fmla="*/ 5850 h 7065"/>
                <a:gd name="T42" fmla="*/ 3641 w 7796"/>
                <a:gd name="T43" fmla="*/ 5850 h 7065"/>
                <a:gd name="T44" fmla="*/ 3581 w 7796"/>
                <a:gd name="T45" fmla="*/ 6570 h 7065"/>
                <a:gd name="T46" fmla="*/ 2381 w 7796"/>
                <a:gd name="T47" fmla="*/ 6572 h 7065"/>
                <a:gd name="T48" fmla="*/ 2324 w 7796"/>
                <a:gd name="T49" fmla="*/ 6578 h 7065"/>
                <a:gd name="T50" fmla="*/ 2279 w 7796"/>
                <a:gd name="T51" fmla="*/ 6588 h 7065"/>
                <a:gd name="T52" fmla="*/ 2217 w 7796"/>
                <a:gd name="T53" fmla="*/ 6612 h 7065"/>
                <a:gd name="T54" fmla="*/ 2163 w 7796"/>
                <a:gd name="T55" fmla="*/ 6644 h 7065"/>
                <a:gd name="T56" fmla="*/ 2112 w 7796"/>
                <a:gd name="T57" fmla="*/ 6684 h 7065"/>
                <a:gd name="T58" fmla="*/ 2040 w 7796"/>
                <a:gd name="T59" fmla="*/ 6765 h 7065"/>
                <a:gd name="T60" fmla="*/ 1998 w 7796"/>
                <a:gd name="T61" fmla="*/ 6833 h 7065"/>
                <a:gd name="T62" fmla="*/ 1961 w 7796"/>
                <a:gd name="T63" fmla="*/ 6924 h 7065"/>
                <a:gd name="T64" fmla="*/ 1949 w 7796"/>
                <a:gd name="T65" fmla="*/ 6983 h 7065"/>
                <a:gd name="T66" fmla="*/ 1947 w 7796"/>
                <a:gd name="T67" fmla="*/ 7044 h 7065"/>
                <a:gd name="T68" fmla="*/ 5849 w 7796"/>
                <a:gd name="T69" fmla="*/ 7065 h 7065"/>
                <a:gd name="T70" fmla="*/ 5837 w 7796"/>
                <a:gd name="T71" fmla="*/ 6971 h 7065"/>
                <a:gd name="T72" fmla="*/ 5813 w 7796"/>
                <a:gd name="T73" fmla="*/ 6882 h 7065"/>
                <a:gd name="T74" fmla="*/ 5784 w 7796"/>
                <a:gd name="T75" fmla="*/ 6821 h 7065"/>
                <a:gd name="T76" fmla="*/ 5747 w 7796"/>
                <a:gd name="T77" fmla="*/ 6762 h 7065"/>
                <a:gd name="T78" fmla="*/ 5717 w 7796"/>
                <a:gd name="T79" fmla="*/ 6726 h 7065"/>
                <a:gd name="T80" fmla="*/ 5664 w 7796"/>
                <a:gd name="T81" fmla="*/ 6675 h 7065"/>
                <a:gd name="T82" fmla="*/ 5606 w 7796"/>
                <a:gd name="T83" fmla="*/ 6633 h 7065"/>
                <a:gd name="T84" fmla="*/ 5544 w 7796"/>
                <a:gd name="T85" fmla="*/ 6602 h 7065"/>
                <a:gd name="T86" fmla="*/ 5477 w 7796"/>
                <a:gd name="T87" fmla="*/ 6581 h 7065"/>
                <a:gd name="T88" fmla="*/ 5403 w 7796"/>
                <a:gd name="T89" fmla="*/ 6570 h 7065"/>
                <a:gd name="T90" fmla="*/ 5082 w 7796"/>
                <a:gd name="T91" fmla="*/ 6572 h 7065"/>
                <a:gd name="T92" fmla="*/ 4199 w 7796"/>
                <a:gd name="T93" fmla="*/ 6570 h 7065"/>
                <a:gd name="T94" fmla="*/ 4143 w 7796"/>
                <a:gd name="T95" fmla="*/ 5847 h 7065"/>
                <a:gd name="T96" fmla="*/ 4209 w 7796"/>
                <a:gd name="T97" fmla="*/ 5847 h 7065"/>
                <a:gd name="T98" fmla="*/ 7358 w 7796"/>
                <a:gd name="T99" fmla="*/ 5847 h 7065"/>
                <a:gd name="T100" fmla="*/ 7382 w 7796"/>
                <a:gd name="T101" fmla="*/ 5846 h 7065"/>
                <a:gd name="T102" fmla="*/ 7451 w 7796"/>
                <a:gd name="T103" fmla="*/ 5828 h 7065"/>
                <a:gd name="T104" fmla="*/ 7514 w 7796"/>
                <a:gd name="T105" fmla="*/ 5802 h 7065"/>
                <a:gd name="T106" fmla="*/ 7572 w 7796"/>
                <a:gd name="T107" fmla="*/ 5771 h 7065"/>
                <a:gd name="T108" fmla="*/ 7623 w 7796"/>
                <a:gd name="T109" fmla="*/ 5732 h 7065"/>
                <a:gd name="T110" fmla="*/ 7670 w 7796"/>
                <a:gd name="T111" fmla="*/ 5687 h 7065"/>
                <a:gd name="T112" fmla="*/ 7709 w 7796"/>
                <a:gd name="T113" fmla="*/ 5637 h 7065"/>
                <a:gd name="T114" fmla="*/ 7740 w 7796"/>
                <a:gd name="T115" fmla="*/ 5582 h 7065"/>
                <a:gd name="T116" fmla="*/ 7766 w 7796"/>
                <a:gd name="T117" fmla="*/ 5523 h 7065"/>
                <a:gd name="T118" fmla="*/ 7784 w 7796"/>
                <a:gd name="T119" fmla="*/ 5460 h 7065"/>
                <a:gd name="T120" fmla="*/ 7793 w 7796"/>
                <a:gd name="T121" fmla="*/ 5396 h 7065"/>
                <a:gd name="T122" fmla="*/ 7796 w 7796"/>
                <a:gd name="T123" fmla="*/ 942 h 7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96" h="7065">
                  <a:moveTo>
                    <a:pt x="7302" y="942"/>
                  </a:moveTo>
                  <a:lnTo>
                    <a:pt x="7298" y="4074"/>
                  </a:lnTo>
                  <a:lnTo>
                    <a:pt x="7298" y="4074"/>
                  </a:lnTo>
                  <a:lnTo>
                    <a:pt x="7298" y="5346"/>
                  </a:lnTo>
                  <a:lnTo>
                    <a:pt x="7298" y="5346"/>
                  </a:lnTo>
                  <a:lnTo>
                    <a:pt x="501" y="5346"/>
                  </a:lnTo>
                  <a:lnTo>
                    <a:pt x="501" y="5346"/>
                  </a:lnTo>
                  <a:lnTo>
                    <a:pt x="501" y="486"/>
                  </a:lnTo>
                  <a:lnTo>
                    <a:pt x="1883" y="486"/>
                  </a:lnTo>
                  <a:lnTo>
                    <a:pt x="1883" y="486"/>
                  </a:lnTo>
                  <a:lnTo>
                    <a:pt x="1892" y="486"/>
                  </a:lnTo>
                  <a:lnTo>
                    <a:pt x="1892" y="486"/>
                  </a:lnTo>
                  <a:lnTo>
                    <a:pt x="3213" y="486"/>
                  </a:lnTo>
                  <a:lnTo>
                    <a:pt x="5589" y="486"/>
                  </a:lnTo>
                  <a:lnTo>
                    <a:pt x="5589" y="486"/>
                  </a:lnTo>
                  <a:lnTo>
                    <a:pt x="5670" y="486"/>
                  </a:lnTo>
                  <a:lnTo>
                    <a:pt x="5729" y="486"/>
                  </a:lnTo>
                  <a:lnTo>
                    <a:pt x="6861" y="486"/>
                  </a:lnTo>
                  <a:lnTo>
                    <a:pt x="6861" y="0"/>
                  </a:lnTo>
                  <a:lnTo>
                    <a:pt x="501" y="0"/>
                  </a:lnTo>
                  <a:lnTo>
                    <a:pt x="501" y="0"/>
                  </a:lnTo>
                  <a:lnTo>
                    <a:pt x="501" y="0"/>
                  </a:lnTo>
                  <a:lnTo>
                    <a:pt x="450" y="0"/>
                  </a:lnTo>
                  <a:lnTo>
                    <a:pt x="450" y="0"/>
                  </a:lnTo>
                  <a:lnTo>
                    <a:pt x="431" y="0"/>
                  </a:lnTo>
                  <a:lnTo>
                    <a:pt x="422" y="0"/>
                  </a:lnTo>
                  <a:lnTo>
                    <a:pt x="413" y="2"/>
                  </a:lnTo>
                  <a:lnTo>
                    <a:pt x="413" y="2"/>
                  </a:lnTo>
                  <a:lnTo>
                    <a:pt x="387" y="6"/>
                  </a:lnTo>
                  <a:lnTo>
                    <a:pt x="365" y="14"/>
                  </a:lnTo>
                  <a:lnTo>
                    <a:pt x="341" y="20"/>
                  </a:lnTo>
                  <a:lnTo>
                    <a:pt x="320" y="29"/>
                  </a:lnTo>
                  <a:lnTo>
                    <a:pt x="297" y="38"/>
                  </a:lnTo>
                  <a:lnTo>
                    <a:pt x="276" y="47"/>
                  </a:lnTo>
                  <a:lnTo>
                    <a:pt x="257" y="57"/>
                  </a:lnTo>
                  <a:lnTo>
                    <a:pt x="237" y="68"/>
                  </a:lnTo>
                  <a:lnTo>
                    <a:pt x="218" y="80"/>
                  </a:lnTo>
                  <a:lnTo>
                    <a:pt x="201" y="92"/>
                  </a:lnTo>
                  <a:lnTo>
                    <a:pt x="183" y="104"/>
                  </a:lnTo>
                  <a:lnTo>
                    <a:pt x="167" y="117"/>
                  </a:lnTo>
                  <a:lnTo>
                    <a:pt x="152" y="132"/>
                  </a:lnTo>
                  <a:lnTo>
                    <a:pt x="137" y="146"/>
                  </a:lnTo>
                  <a:lnTo>
                    <a:pt x="122" y="162"/>
                  </a:lnTo>
                  <a:lnTo>
                    <a:pt x="108" y="177"/>
                  </a:lnTo>
                  <a:lnTo>
                    <a:pt x="96" y="194"/>
                  </a:lnTo>
                  <a:lnTo>
                    <a:pt x="84" y="210"/>
                  </a:lnTo>
                  <a:lnTo>
                    <a:pt x="72" y="228"/>
                  </a:lnTo>
                  <a:lnTo>
                    <a:pt x="63" y="246"/>
                  </a:lnTo>
                  <a:lnTo>
                    <a:pt x="53" y="264"/>
                  </a:lnTo>
                  <a:lnTo>
                    <a:pt x="44" y="282"/>
                  </a:lnTo>
                  <a:lnTo>
                    <a:pt x="36" y="302"/>
                  </a:lnTo>
                  <a:lnTo>
                    <a:pt x="29" y="321"/>
                  </a:lnTo>
                  <a:lnTo>
                    <a:pt x="17" y="362"/>
                  </a:lnTo>
                  <a:lnTo>
                    <a:pt x="9" y="405"/>
                  </a:lnTo>
                  <a:lnTo>
                    <a:pt x="3" y="449"/>
                  </a:lnTo>
                  <a:lnTo>
                    <a:pt x="2" y="494"/>
                  </a:lnTo>
                  <a:lnTo>
                    <a:pt x="2" y="494"/>
                  </a:lnTo>
                  <a:lnTo>
                    <a:pt x="0" y="1820"/>
                  </a:lnTo>
                  <a:lnTo>
                    <a:pt x="0" y="3146"/>
                  </a:lnTo>
                  <a:lnTo>
                    <a:pt x="0" y="5799"/>
                  </a:lnTo>
                  <a:lnTo>
                    <a:pt x="0" y="5799"/>
                  </a:lnTo>
                  <a:lnTo>
                    <a:pt x="2" y="5823"/>
                  </a:lnTo>
                  <a:lnTo>
                    <a:pt x="3" y="5850"/>
                  </a:lnTo>
                  <a:lnTo>
                    <a:pt x="3" y="5850"/>
                  </a:lnTo>
                  <a:lnTo>
                    <a:pt x="3641" y="5850"/>
                  </a:lnTo>
                  <a:lnTo>
                    <a:pt x="3641" y="5850"/>
                  </a:lnTo>
                  <a:lnTo>
                    <a:pt x="3641" y="6570"/>
                  </a:lnTo>
                  <a:lnTo>
                    <a:pt x="3641" y="6570"/>
                  </a:lnTo>
                  <a:lnTo>
                    <a:pt x="3581" y="6570"/>
                  </a:lnTo>
                  <a:lnTo>
                    <a:pt x="3581" y="6570"/>
                  </a:lnTo>
                  <a:lnTo>
                    <a:pt x="2381" y="6572"/>
                  </a:lnTo>
                  <a:lnTo>
                    <a:pt x="2381" y="6572"/>
                  </a:lnTo>
                  <a:lnTo>
                    <a:pt x="2366" y="6572"/>
                  </a:lnTo>
                  <a:lnTo>
                    <a:pt x="2352" y="6573"/>
                  </a:lnTo>
                  <a:lnTo>
                    <a:pt x="2324" y="6578"/>
                  </a:lnTo>
                  <a:lnTo>
                    <a:pt x="2324" y="6578"/>
                  </a:lnTo>
                  <a:lnTo>
                    <a:pt x="2301" y="6582"/>
                  </a:lnTo>
                  <a:lnTo>
                    <a:pt x="2279" y="6588"/>
                  </a:lnTo>
                  <a:lnTo>
                    <a:pt x="2258" y="6596"/>
                  </a:lnTo>
                  <a:lnTo>
                    <a:pt x="2238" y="6603"/>
                  </a:lnTo>
                  <a:lnTo>
                    <a:pt x="2217" y="6612"/>
                  </a:lnTo>
                  <a:lnTo>
                    <a:pt x="2199" y="6621"/>
                  </a:lnTo>
                  <a:lnTo>
                    <a:pt x="2180" y="6632"/>
                  </a:lnTo>
                  <a:lnTo>
                    <a:pt x="2163" y="6644"/>
                  </a:lnTo>
                  <a:lnTo>
                    <a:pt x="2145" y="6657"/>
                  </a:lnTo>
                  <a:lnTo>
                    <a:pt x="2129" y="6669"/>
                  </a:lnTo>
                  <a:lnTo>
                    <a:pt x="2112" y="6684"/>
                  </a:lnTo>
                  <a:lnTo>
                    <a:pt x="2097" y="6699"/>
                  </a:lnTo>
                  <a:lnTo>
                    <a:pt x="2067" y="6731"/>
                  </a:lnTo>
                  <a:lnTo>
                    <a:pt x="2040" y="6765"/>
                  </a:lnTo>
                  <a:lnTo>
                    <a:pt x="2040" y="6765"/>
                  </a:lnTo>
                  <a:lnTo>
                    <a:pt x="2018" y="6798"/>
                  </a:lnTo>
                  <a:lnTo>
                    <a:pt x="1998" y="6833"/>
                  </a:lnTo>
                  <a:lnTo>
                    <a:pt x="1980" y="6869"/>
                  </a:lnTo>
                  <a:lnTo>
                    <a:pt x="1967" y="6906"/>
                  </a:lnTo>
                  <a:lnTo>
                    <a:pt x="1961" y="6924"/>
                  </a:lnTo>
                  <a:lnTo>
                    <a:pt x="1956" y="6944"/>
                  </a:lnTo>
                  <a:lnTo>
                    <a:pt x="1952" y="6963"/>
                  </a:lnTo>
                  <a:lnTo>
                    <a:pt x="1949" y="6983"/>
                  </a:lnTo>
                  <a:lnTo>
                    <a:pt x="1947" y="7004"/>
                  </a:lnTo>
                  <a:lnTo>
                    <a:pt x="1947" y="7023"/>
                  </a:lnTo>
                  <a:lnTo>
                    <a:pt x="1947" y="7044"/>
                  </a:lnTo>
                  <a:lnTo>
                    <a:pt x="1947" y="7065"/>
                  </a:lnTo>
                  <a:lnTo>
                    <a:pt x="1947" y="7065"/>
                  </a:lnTo>
                  <a:lnTo>
                    <a:pt x="5849" y="7065"/>
                  </a:lnTo>
                  <a:lnTo>
                    <a:pt x="5849" y="7065"/>
                  </a:lnTo>
                  <a:lnTo>
                    <a:pt x="5844" y="7017"/>
                  </a:lnTo>
                  <a:lnTo>
                    <a:pt x="5837" y="6971"/>
                  </a:lnTo>
                  <a:lnTo>
                    <a:pt x="5826" y="6926"/>
                  </a:lnTo>
                  <a:lnTo>
                    <a:pt x="5820" y="6905"/>
                  </a:lnTo>
                  <a:lnTo>
                    <a:pt x="5813" y="6882"/>
                  </a:lnTo>
                  <a:lnTo>
                    <a:pt x="5804" y="6861"/>
                  </a:lnTo>
                  <a:lnTo>
                    <a:pt x="5795" y="6842"/>
                  </a:lnTo>
                  <a:lnTo>
                    <a:pt x="5784" y="6821"/>
                  </a:lnTo>
                  <a:lnTo>
                    <a:pt x="5774" y="6801"/>
                  </a:lnTo>
                  <a:lnTo>
                    <a:pt x="5760" y="6782"/>
                  </a:lnTo>
                  <a:lnTo>
                    <a:pt x="5747" y="6762"/>
                  </a:lnTo>
                  <a:lnTo>
                    <a:pt x="5733" y="6744"/>
                  </a:lnTo>
                  <a:lnTo>
                    <a:pt x="5717" y="6726"/>
                  </a:lnTo>
                  <a:lnTo>
                    <a:pt x="5717" y="6726"/>
                  </a:lnTo>
                  <a:lnTo>
                    <a:pt x="5700" y="6708"/>
                  </a:lnTo>
                  <a:lnTo>
                    <a:pt x="5682" y="6692"/>
                  </a:lnTo>
                  <a:lnTo>
                    <a:pt x="5664" y="6675"/>
                  </a:lnTo>
                  <a:lnTo>
                    <a:pt x="5645" y="6660"/>
                  </a:lnTo>
                  <a:lnTo>
                    <a:pt x="5627" y="6647"/>
                  </a:lnTo>
                  <a:lnTo>
                    <a:pt x="5606" y="6633"/>
                  </a:lnTo>
                  <a:lnTo>
                    <a:pt x="5586" y="6623"/>
                  </a:lnTo>
                  <a:lnTo>
                    <a:pt x="5565" y="6611"/>
                  </a:lnTo>
                  <a:lnTo>
                    <a:pt x="5544" y="6602"/>
                  </a:lnTo>
                  <a:lnTo>
                    <a:pt x="5522" y="6593"/>
                  </a:lnTo>
                  <a:lnTo>
                    <a:pt x="5499" y="6587"/>
                  </a:lnTo>
                  <a:lnTo>
                    <a:pt x="5477" y="6581"/>
                  </a:lnTo>
                  <a:lnTo>
                    <a:pt x="5453" y="6576"/>
                  </a:lnTo>
                  <a:lnTo>
                    <a:pt x="5429" y="6572"/>
                  </a:lnTo>
                  <a:lnTo>
                    <a:pt x="5403" y="6570"/>
                  </a:lnTo>
                  <a:lnTo>
                    <a:pt x="5378" y="6570"/>
                  </a:lnTo>
                  <a:lnTo>
                    <a:pt x="5378" y="6570"/>
                  </a:lnTo>
                  <a:lnTo>
                    <a:pt x="5082" y="6572"/>
                  </a:lnTo>
                  <a:lnTo>
                    <a:pt x="4788" y="6572"/>
                  </a:lnTo>
                  <a:lnTo>
                    <a:pt x="4199" y="6570"/>
                  </a:lnTo>
                  <a:lnTo>
                    <a:pt x="4199" y="6570"/>
                  </a:lnTo>
                  <a:lnTo>
                    <a:pt x="4143" y="6570"/>
                  </a:lnTo>
                  <a:lnTo>
                    <a:pt x="4143" y="6570"/>
                  </a:lnTo>
                  <a:lnTo>
                    <a:pt x="4143" y="5847"/>
                  </a:lnTo>
                  <a:lnTo>
                    <a:pt x="4143" y="5847"/>
                  </a:lnTo>
                  <a:lnTo>
                    <a:pt x="4209" y="5847"/>
                  </a:lnTo>
                  <a:lnTo>
                    <a:pt x="4209" y="5847"/>
                  </a:lnTo>
                  <a:lnTo>
                    <a:pt x="7334" y="5847"/>
                  </a:lnTo>
                  <a:lnTo>
                    <a:pt x="7334" y="5847"/>
                  </a:lnTo>
                  <a:lnTo>
                    <a:pt x="7358" y="5847"/>
                  </a:lnTo>
                  <a:lnTo>
                    <a:pt x="7371" y="5847"/>
                  </a:lnTo>
                  <a:lnTo>
                    <a:pt x="7382" y="5846"/>
                  </a:lnTo>
                  <a:lnTo>
                    <a:pt x="7382" y="5846"/>
                  </a:lnTo>
                  <a:lnTo>
                    <a:pt x="7406" y="5841"/>
                  </a:lnTo>
                  <a:lnTo>
                    <a:pt x="7428" y="5835"/>
                  </a:lnTo>
                  <a:lnTo>
                    <a:pt x="7451" y="5828"/>
                  </a:lnTo>
                  <a:lnTo>
                    <a:pt x="7473" y="5820"/>
                  </a:lnTo>
                  <a:lnTo>
                    <a:pt x="7494" y="5811"/>
                  </a:lnTo>
                  <a:lnTo>
                    <a:pt x="7514" y="5802"/>
                  </a:lnTo>
                  <a:lnTo>
                    <a:pt x="7535" y="5793"/>
                  </a:lnTo>
                  <a:lnTo>
                    <a:pt x="7553" y="5781"/>
                  </a:lnTo>
                  <a:lnTo>
                    <a:pt x="7572" y="5771"/>
                  </a:lnTo>
                  <a:lnTo>
                    <a:pt x="7590" y="5757"/>
                  </a:lnTo>
                  <a:lnTo>
                    <a:pt x="7607" y="5745"/>
                  </a:lnTo>
                  <a:lnTo>
                    <a:pt x="7623" y="5732"/>
                  </a:lnTo>
                  <a:lnTo>
                    <a:pt x="7640" y="5717"/>
                  </a:lnTo>
                  <a:lnTo>
                    <a:pt x="7655" y="5702"/>
                  </a:lnTo>
                  <a:lnTo>
                    <a:pt x="7670" y="5687"/>
                  </a:lnTo>
                  <a:lnTo>
                    <a:pt x="7683" y="5670"/>
                  </a:lnTo>
                  <a:lnTo>
                    <a:pt x="7697" y="5654"/>
                  </a:lnTo>
                  <a:lnTo>
                    <a:pt x="7709" y="5637"/>
                  </a:lnTo>
                  <a:lnTo>
                    <a:pt x="7721" y="5619"/>
                  </a:lnTo>
                  <a:lnTo>
                    <a:pt x="7731" y="5601"/>
                  </a:lnTo>
                  <a:lnTo>
                    <a:pt x="7740" y="5582"/>
                  </a:lnTo>
                  <a:lnTo>
                    <a:pt x="7751" y="5564"/>
                  </a:lnTo>
                  <a:lnTo>
                    <a:pt x="7758" y="5544"/>
                  </a:lnTo>
                  <a:lnTo>
                    <a:pt x="7766" y="5523"/>
                  </a:lnTo>
                  <a:lnTo>
                    <a:pt x="7773" y="5504"/>
                  </a:lnTo>
                  <a:lnTo>
                    <a:pt x="7778" y="5483"/>
                  </a:lnTo>
                  <a:lnTo>
                    <a:pt x="7784" y="5460"/>
                  </a:lnTo>
                  <a:lnTo>
                    <a:pt x="7787" y="5439"/>
                  </a:lnTo>
                  <a:lnTo>
                    <a:pt x="7791" y="5417"/>
                  </a:lnTo>
                  <a:lnTo>
                    <a:pt x="7793" y="5396"/>
                  </a:lnTo>
                  <a:lnTo>
                    <a:pt x="7794" y="5373"/>
                  </a:lnTo>
                  <a:lnTo>
                    <a:pt x="7794" y="5349"/>
                  </a:lnTo>
                  <a:lnTo>
                    <a:pt x="7796" y="942"/>
                  </a:lnTo>
                  <a:lnTo>
                    <a:pt x="7302" y="94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5" name="Group 104">
            <a:extLst>
              <a:ext uri="{FF2B5EF4-FFF2-40B4-BE49-F238E27FC236}">
                <a16:creationId xmlns:a16="http://schemas.microsoft.com/office/drawing/2014/main" id="{E7043F6E-5B21-6B70-DA4C-7309BF3D7629}"/>
              </a:ext>
              <a:ext uri="{C183D7F6-B498-43B3-948B-1728B52AA6E4}">
                <adec:decorative xmlns:adec="http://schemas.microsoft.com/office/drawing/2017/decorative" val="1"/>
              </a:ext>
            </a:extLst>
          </p:cNvPr>
          <p:cNvGrpSpPr>
            <a:grpSpLocks noChangeAspect="1"/>
          </p:cNvGrpSpPr>
          <p:nvPr/>
        </p:nvGrpSpPr>
        <p:grpSpPr>
          <a:xfrm>
            <a:off x="1878065" y="2223703"/>
            <a:ext cx="514432" cy="457200"/>
            <a:chOff x="1878065" y="2223703"/>
            <a:chExt cx="514432" cy="457200"/>
          </a:xfrm>
          <a:solidFill>
            <a:srgbClr val="FF0000"/>
          </a:solidFill>
        </p:grpSpPr>
        <p:sp>
          <p:nvSpPr>
            <p:cNvPr id="1000" name="Freeform: Shape 999">
              <a:extLst>
                <a:ext uri="{FF2B5EF4-FFF2-40B4-BE49-F238E27FC236}">
                  <a16:creationId xmlns:a16="http://schemas.microsoft.com/office/drawing/2014/main" id="{E349828D-EE8D-F706-A001-D4432B7454C7}"/>
                </a:ext>
                <a:ext uri="{C183D7F6-B498-43B3-948B-1728B52AA6E4}">
                  <adec:decorative xmlns:adec="http://schemas.microsoft.com/office/drawing/2017/decorative" val="1"/>
                </a:ext>
              </a:extLst>
            </p:cNvPr>
            <p:cNvSpPr/>
            <p:nvPr/>
          </p:nvSpPr>
          <p:spPr>
            <a:xfrm rot="10800000">
              <a:off x="1885620" y="2223703"/>
              <a:ext cx="506877" cy="457200"/>
            </a:xfrm>
            <a:custGeom>
              <a:avLst/>
              <a:gdLst>
                <a:gd name="connsiteX0" fmla="*/ 649563 w 705897"/>
                <a:gd name="connsiteY0" fmla="*/ 636611 h 636715"/>
                <a:gd name="connsiteX1" fmla="*/ 6945 w 705897"/>
                <a:gd name="connsiteY1" fmla="*/ 636035 h 636715"/>
                <a:gd name="connsiteX2" fmla="*/ 1012 w 705897"/>
                <a:gd name="connsiteY2" fmla="*/ 631864 h 636715"/>
                <a:gd name="connsiteX3" fmla="*/ 48 w 705897"/>
                <a:gd name="connsiteY3" fmla="*/ 609020 h 636715"/>
                <a:gd name="connsiteX4" fmla="*/ 116 w 705897"/>
                <a:gd name="connsiteY4" fmla="*/ 171184 h 636715"/>
                <a:gd name="connsiteX5" fmla="*/ 2817 w 705897"/>
                <a:gd name="connsiteY5" fmla="*/ 141680 h 636715"/>
                <a:gd name="connsiteX6" fmla="*/ 40350 w 705897"/>
                <a:gd name="connsiteY6" fmla="*/ 109985 h 636715"/>
                <a:gd name="connsiteX7" fmla="*/ 56392 w 705897"/>
                <a:gd name="connsiteY7" fmla="*/ 109879 h 636715"/>
                <a:gd name="connsiteX8" fmla="*/ 299379 w 705897"/>
                <a:gd name="connsiteY8" fmla="*/ 109858 h 636715"/>
                <a:gd name="connsiteX9" fmla="*/ 324193 w 705897"/>
                <a:gd name="connsiteY9" fmla="*/ 109858 h 636715"/>
                <a:gd name="connsiteX10" fmla="*/ 327814 w 705897"/>
                <a:gd name="connsiteY10" fmla="*/ 77308 h 636715"/>
                <a:gd name="connsiteX11" fmla="*/ 325909 w 705897"/>
                <a:gd name="connsiteY11" fmla="*/ 46716 h 636715"/>
                <a:gd name="connsiteX12" fmla="*/ 302698 w 705897"/>
                <a:gd name="connsiteY12" fmla="*/ 45791 h 636715"/>
                <a:gd name="connsiteX13" fmla="*/ 217881 w 705897"/>
                <a:gd name="connsiteY13" fmla="*/ 45689 h 636715"/>
                <a:gd name="connsiteX14" fmla="*/ 177590 w 705897"/>
                <a:gd name="connsiteY14" fmla="*/ 12404 h 636715"/>
                <a:gd name="connsiteX15" fmla="*/ 187228 w 705897"/>
                <a:gd name="connsiteY15" fmla="*/ 191 h 636715"/>
                <a:gd name="connsiteX16" fmla="*/ 200977 w 705897"/>
                <a:gd name="connsiteY16" fmla="*/ 21 h 636715"/>
                <a:gd name="connsiteX17" fmla="*/ 508150 w 705897"/>
                <a:gd name="connsiteY17" fmla="*/ 33 h 636715"/>
                <a:gd name="connsiteX18" fmla="*/ 524170 w 705897"/>
                <a:gd name="connsiteY18" fmla="*/ 488 h 636715"/>
                <a:gd name="connsiteX19" fmla="*/ 530333 w 705897"/>
                <a:gd name="connsiteY19" fmla="*/ 10570 h 636715"/>
                <a:gd name="connsiteX20" fmla="*/ 521571 w 705897"/>
                <a:gd name="connsiteY20" fmla="*/ 31600 h 636715"/>
                <a:gd name="connsiteX21" fmla="*/ 496268 w 705897"/>
                <a:gd name="connsiteY21" fmla="*/ 45374 h 636715"/>
                <a:gd name="connsiteX22" fmla="*/ 480253 w 705897"/>
                <a:gd name="connsiteY22" fmla="*/ 45737 h 636715"/>
                <a:gd name="connsiteX23" fmla="*/ 400022 w 705897"/>
                <a:gd name="connsiteY23" fmla="*/ 45794 h 636715"/>
                <a:gd name="connsiteX24" fmla="*/ 379290 w 705897"/>
                <a:gd name="connsiteY24" fmla="*/ 46767 h 636715"/>
                <a:gd name="connsiteX25" fmla="*/ 377161 w 705897"/>
                <a:gd name="connsiteY25" fmla="*/ 58908 h 636715"/>
                <a:gd name="connsiteX26" fmla="*/ 377353 w 705897"/>
                <a:gd name="connsiteY26" fmla="*/ 107348 h 636715"/>
                <a:gd name="connsiteX27" fmla="*/ 392007 w 705897"/>
                <a:gd name="connsiteY27" fmla="*/ 110127 h 636715"/>
                <a:gd name="connsiteX28" fmla="*/ 392903 w 705897"/>
                <a:gd name="connsiteY28" fmla="*/ 110267 h 636715"/>
                <a:gd name="connsiteX29" fmla="*/ 617476 w 705897"/>
                <a:gd name="connsiteY29" fmla="*/ 110267 h 636715"/>
                <a:gd name="connsiteX30" fmla="*/ 617810 w 705897"/>
                <a:gd name="connsiteY30" fmla="*/ 109775 h 636715"/>
                <a:gd name="connsiteX31" fmla="*/ 618086 w 705897"/>
                <a:gd name="connsiteY31" fmla="*/ 109777 h 636715"/>
                <a:gd name="connsiteX32" fmla="*/ 618086 w 705897"/>
                <a:gd name="connsiteY32" fmla="*/ 155707 h 636715"/>
                <a:gd name="connsiteX33" fmla="*/ 75883 w 705897"/>
                <a:gd name="connsiteY33" fmla="*/ 155707 h 636715"/>
                <a:gd name="connsiteX34" fmla="*/ 75883 w 705897"/>
                <a:gd name="connsiteY34" fmla="*/ 154827 h 636715"/>
                <a:gd name="connsiteX35" fmla="*/ 61063 w 705897"/>
                <a:gd name="connsiteY35" fmla="*/ 154954 h 636715"/>
                <a:gd name="connsiteX36" fmla="*/ 48730 w 705897"/>
                <a:gd name="connsiteY36" fmla="*/ 157827 h 636715"/>
                <a:gd name="connsiteX37" fmla="*/ 47481 w 705897"/>
                <a:gd name="connsiteY37" fmla="*/ 165836 h 636715"/>
                <a:gd name="connsiteX38" fmla="*/ 47458 w 705897"/>
                <a:gd name="connsiteY38" fmla="*/ 576554 h 636715"/>
                <a:gd name="connsiteX39" fmla="*/ 50706 w 705897"/>
                <a:gd name="connsiteY39" fmla="*/ 590278 h 636715"/>
                <a:gd name="connsiteX40" fmla="*/ 624251 w 705897"/>
                <a:gd name="connsiteY40" fmla="*/ 591713 h 636715"/>
                <a:gd name="connsiteX41" fmla="*/ 644891 w 705897"/>
                <a:gd name="connsiteY41" fmla="*/ 591536 h 636715"/>
                <a:gd name="connsiteX42" fmla="*/ 657224 w 705897"/>
                <a:gd name="connsiteY42" fmla="*/ 588663 h 636715"/>
                <a:gd name="connsiteX43" fmla="*/ 658473 w 705897"/>
                <a:gd name="connsiteY43" fmla="*/ 580654 h 636715"/>
                <a:gd name="connsiteX44" fmla="*/ 658495 w 705897"/>
                <a:gd name="connsiteY44" fmla="*/ 196850 h 636715"/>
                <a:gd name="connsiteX45" fmla="*/ 705897 w 705897"/>
                <a:gd name="connsiteY45" fmla="*/ 196850 h 636715"/>
                <a:gd name="connsiteX46" fmla="*/ 705838 w 705897"/>
                <a:gd name="connsiteY46" fmla="*/ 575305 h 636715"/>
                <a:gd name="connsiteX47" fmla="*/ 703137 w 705897"/>
                <a:gd name="connsiteY47" fmla="*/ 604810 h 636715"/>
                <a:gd name="connsiteX48" fmla="*/ 665604 w 705897"/>
                <a:gd name="connsiteY48" fmla="*/ 636504 h 636715"/>
                <a:gd name="connsiteX49" fmla="*/ 649563 w 705897"/>
                <a:gd name="connsiteY49" fmla="*/ 636611 h 63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5897" h="636715">
                  <a:moveTo>
                    <a:pt x="649563" y="636611"/>
                  </a:moveTo>
                  <a:lnTo>
                    <a:pt x="6945" y="636035"/>
                  </a:lnTo>
                  <a:cubicBezTo>
                    <a:pt x="3708" y="633263"/>
                    <a:pt x="2512" y="632362"/>
                    <a:pt x="1012" y="631864"/>
                  </a:cubicBezTo>
                  <a:cubicBezTo>
                    <a:pt x="676" y="624249"/>
                    <a:pt x="51" y="616634"/>
                    <a:pt x="48" y="609020"/>
                  </a:cubicBezTo>
                  <a:cubicBezTo>
                    <a:pt x="-10" y="463075"/>
                    <a:pt x="-46" y="317129"/>
                    <a:pt x="116" y="171184"/>
                  </a:cubicBezTo>
                  <a:cubicBezTo>
                    <a:pt x="127" y="161334"/>
                    <a:pt x="767" y="151276"/>
                    <a:pt x="2817" y="141680"/>
                  </a:cubicBezTo>
                  <a:cubicBezTo>
                    <a:pt x="6479" y="124536"/>
                    <a:pt x="22773" y="111313"/>
                    <a:pt x="40350" y="109985"/>
                  </a:cubicBezTo>
                  <a:cubicBezTo>
                    <a:pt x="45669" y="109584"/>
                    <a:pt x="51043" y="109879"/>
                    <a:pt x="56392" y="109879"/>
                  </a:cubicBezTo>
                  <a:lnTo>
                    <a:pt x="299379" y="109858"/>
                  </a:lnTo>
                  <a:lnTo>
                    <a:pt x="324193" y="109858"/>
                  </a:lnTo>
                  <a:cubicBezTo>
                    <a:pt x="330603" y="98544"/>
                    <a:pt x="327342" y="87659"/>
                    <a:pt x="327814" y="77308"/>
                  </a:cubicBezTo>
                  <a:cubicBezTo>
                    <a:pt x="328258" y="67562"/>
                    <a:pt x="328879" y="57602"/>
                    <a:pt x="325909" y="46716"/>
                  </a:cubicBezTo>
                  <a:cubicBezTo>
                    <a:pt x="317624" y="46371"/>
                    <a:pt x="310162" y="45819"/>
                    <a:pt x="302698" y="45791"/>
                  </a:cubicBezTo>
                  <a:lnTo>
                    <a:pt x="217881" y="45689"/>
                  </a:lnTo>
                  <a:cubicBezTo>
                    <a:pt x="197215" y="45540"/>
                    <a:pt x="181910" y="32671"/>
                    <a:pt x="177590" y="12404"/>
                  </a:cubicBezTo>
                  <a:cubicBezTo>
                    <a:pt x="176107" y="5448"/>
                    <a:pt x="179781" y="647"/>
                    <a:pt x="187228" y="191"/>
                  </a:cubicBezTo>
                  <a:cubicBezTo>
                    <a:pt x="191797" y="-90"/>
                    <a:pt x="196393" y="21"/>
                    <a:pt x="200977" y="21"/>
                  </a:cubicBezTo>
                  <a:lnTo>
                    <a:pt x="508150" y="33"/>
                  </a:lnTo>
                  <a:cubicBezTo>
                    <a:pt x="513492" y="34"/>
                    <a:pt x="518857" y="23"/>
                    <a:pt x="524170" y="488"/>
                  </a:cubicBezTo>
                  <a:cubicBezTo>
                    <a:pt x="529116" y="921"/>
                    <a:pt x="532089" y="5669"/>
                    <a:pt x="530333" y="10570"/>
                  </a:cubicBezTo>
                  <a:cubicBezTo>
                    <a:pt x="527768" y="17729"/>
                    <a:pt x="525602" y="25292"/>
                    <a:pt x="521571" y="31600"/>
                  </a:cubicBezTo>
                  <a:cubicBezTo>
                    <a:pt x="515936" y="40416"/>
                    <a:pt x="506138" y="43661"/>
                    <a:pt x="496268" y="45374"/>
                  </a:cubicBezTo>
                  <a:cubicBezTo>
                    <a:pt x="491065" y="46278"/>
                    <a:pt x="485600" y="45732"/>
                    <a:pt x="480253" y="45737"/>
                  </a:cubicBezTo>
                  <a:lnTo>
                    <a:pt x="400022" y="45794"/>
                  </a:lnTo>
                  <a:cubicBezTo>
                    <a:pt x="393279" y="45821"/>
                    <a:pt x="386537" y="46411"/>
                    <a:pt x="379290" y="46767"/>
                  </a:cubicBezTo>
                  <a:cubicBezTo>
                    <a:pt x="378406" y="51592"/>
                    <a:pt x="377189" y="55246"/>
                    <a:pt x="377161" y="58908"/>
                  </a:cubicBezTo>
                  <a:cubicBezTo>
                    <a:pt x="377035" y="74829"/>
                    <a:pt x="377255" y="90752"/>
                    <a:pt x="377353" y="107348"/>
                  </a:cubicBezTo>
                  <a:cubicBezTo>
                    <a:pt x="382295" y="109312"/>
                    <a:pt x="387086" y="109752"/>
                    <a:pt x="392007" y="110127"/>
                  </a:cubicBezTo>
                  <a:lnTo>
                    <a:pt x="392903" y="110267"/>
                  </a:lnTo>
                  <a:lnTo>
                    <a:pt x="617476" y="110267"/>
                  </a:lnTo>
                  <a:lnTo>
                    <a:pt x="617810" y="109775"/>
                  </a:lnTo>
                  <a:lnTo>
                    <a:pt x="618086" y="109777"/>
                  </a:lnTo>
                  <a:lnTo>
                    <a:pt x="618086" y="155707"/>
                  </a:lnTo>
                  <a:lnTo>
                    <a:pt x="75883" y="155707"/>
                  </a:lnTo>
                  <a:lnTo>
                    <a:pt x="75883" y="154827"/>
                  </a:lnTo>
                  <a:lnTo>
                    <a:pt x="61063" y="154954"/>
                  </a:lnTo>
                  <a:cubicBezTo>
                    <a:pt x="56792" y="155272"/>
                    <a:pt x="52617" y="156879"/>
                    <a:pt x="48730" y="157827"/>
                  </a:cubicBezTo>
                  <a:cubicBezTo>
                    <a:pt x="48162" y="161346"/>
                    <a:pt x="47483" y="163591"/>
                    <a:pt x="47481" y="165836"/>
                  </a:cubicBezTo>
                  <a:cubicBezTo>
                    <a:pt x="47395" y="302742"/>
                    <a:pt x="47336" y="439648"/>
                    <a:pt x="47458" y="576554"/>
                  </a:cubicBezTo>
                  <a:cubicBezTo>
                    <a:pt x="47462" y="580777"/>
                    <a:pt x="49406" y="584999"/>
                    <a:pt x="50706" y="590278"/>
                  </a:cubicBezTo>
                  <a:lnTo>
                    <a:pt x="624251" y="591713"/>
                  </a:lnTo>
                  <a:cubicBezTo>
                    <a:pt x="631134" y="591714"/>
                    <a:pt x="638044" y="592046"/>
                    <a:pt x="644891" y="591536"/>
                  </a:cubicBezTo>
                  <a:cubicBezTo>
                    <a:pt x="649162" y="591218"/>
                    <a:pt x="653338" y="589611"/>
                    <a:pt x="657224" y="588663"/>
                  </a:cubicBezTo>
                  <a:cubicBezTo>
                    <a:pt x="657792" y="585144"/>
                    <a:pt x="658471" y="582899"/>
                    <a:pt x="658473" y="580654"/>
                  </a:cubicBezTo>
                  <a:lnTo>
                    <a:pt x="658495" y="196850"/>
                  </a:lnTo>
                  <a:lnTo>
                    <a:pt x="705897" y="196850"/>
                  </a:lnTo>
                  <a:lnTo>
                    <a:pt x="705838" y="575305"/>
                  </a:lnTo>
                  <a:cubicBezTo>
                    <a:pt x="705827" y="585156"/>
                    <a:pt x="705187" y="595213"/>
                    <a:pt x="703137" y="604810"/>
                  </a:cubicBezTo>
                  <a:cubicBezTo>
                    <a:pt x="699475" y="621954"/>
                    <a:pt x="683181" y="635177"/>
                    <a:pt x="665604" y="636504"/>
                  </a:cubicBezTo>
                  <a:cubicBezTo>
                    <a:pt x="660285" y="636906"/>
                    <a:pt x="654911" y="636611"/>
                    <a:pt x="649563" y="636611"/>
                  </a:cubicBezTo>
                  <a:close/>
                </a:path>
              </a:pathLst>
            </a:custGeom>
            <a:solidFill>
              <a:schemeClr val="accent2"/>
            </a:solidFill>
            <a:ln w="1155" cap="flat">
              <a:noFill/>
              <a:prstDash val="solid"/>
              <a:miter/>
            </a:ln>
          </p:spPr>
          <p:txBody>
            <a:bodyPr wrap="square" rtlCol="0" anchor="ctr">
              <a:noAutofit/>
            </a:bodyPr>
            <a:lstStyle/>
            <a:p>
              <a:endParaRPr lang="en-US"/>
            </a:p>
          </p:txBody>
        </p:sp>
        <p:sp>
          <p:nvSpPr>
            <p:cNvPr id="1004" name="Freeform: Shape 1003">
              <a:extLst>
                <a:ext uri="{FF2B5EF4-FFF2-40B4-BE49-F238E27FC236}">
                  <a16:creationId xmlns:a16="http://schemas.microsoft.com/office/drawing/2014/main" id="{2FA88D3B-3BF3-0235-3626-AD6796A62E96}"/>
                </a:ext>
                <a:ext uri="{C183D7F6-B498-43B3-948B-1728B52AA6E4}">
                  <adec:decorative xmlns:adec="http://schemas.microsoft.com/office/drawing/2017/decorative" val="1"/>
                </a:ext>
              </a:extLst>
            </p:cNvPr>
            <p:cNvSpPr/>
            <p:nvPr/>
          </p:nvSpPr>
          <p:spPr>
            <a:xfrm>
              <a:off x="1878065" y="2339950"/>
              <a:ext cx="340342" cy="269398"/>
            </a:xfrm>
            <a:custGeom>
              <a:avLst/>
              <a:gdLst>
                <a:gd name="connsiteX0" fmla="*/ 0 w 5105135"/>
                <a:gd name="connsiteY0" fmla="*/ 3295599 h 4040967"/>
                <a:gd name="connsiteX1" fmla="*/ 754051 w 5105135"/>
                <a:gd name="connsiteY1" fmla="*/ 3295599 h 4040967"/>
                <a:gd name="connsiteX2" fmla="*/ 754051 w 5105135"/>
                <a:gd name="connsiteY2" fmla="*/ 4040967 h 4040967"/>
                <a:gd name="connsiteX3" fmla="*/ 0 w 5105135"/>
                <a:gd name="connsiteY3" fmla="*/ 4040967 h 4040967"/>
                <a:gd name="connsiteX4" fmla="*/ 3547370 w 5105135"/>
                <a:gd name="connsiteY4" fmla="*/ 482404 h 4040967"/>
                <a:gd name="connsiteX5" fmla="*/ 3484219 w 5105135"/>
                <a:gd name="connsiteY5" fmla="*/ 493313 h 4040967"/>
                <a:gd name="connsiteX6" fmla="*/ 3471522 w 5105135"/>
                <a:gd name="connsiteY6" fmla="*/ 721518 h 4040967"/>
                <a:gd name="connsiteX7" fmla="*/ 3472967 w 5105135"/>
                <a:gd name="connsiteY7" fmla="*/ 1656294 h 4040967"/>
                <a:gd name="connsiteX8" fmla="*/ 3500245 w 5105135"/>
                <a:gd name="connsiteY8" fmla="*/ 1786310 h 4040967"/>
                <a:gd name="connsiteX9" fmla="*/ 4466854 w 5105135"/>
                <a:gd name="connsiteY9" fmla="*/ 1221145 h 4040967"/>
                <a:gd name="connsiteX10" fmla="*/ 4604407 w 5105135"/>
                <a:gd name="connsiteY10" fmla="*/ 1124294 h 4040967"/>
                <a:gd name="connsiteX11" fmla="*/ 3547370 w 5105135"/>
                <a:gd name="connsiteY11" fmla="*/ 482404 h 4040967"/>
                <a:gd name="connsiteX12" fmla="*/ 3450904 w 5105135"/>
                <a:gd name="connsiteY12" fmla="*/ 677 h 4040967"/>
                <a:gd name="connsiteX13" fmla="*/ 3576745 w 5105135"/>
                <a:gd name="connsiteY13" fmla="*/ 26905 h 4040967"/>
                <a:gd name="connsiteX14" fmla="*/ 3730196 w 5105135"/>
                <a:gd name="connsiteY14" fmla="*/ 105257 h 4040967"/>
                <a:gd name="connsiteX15" fmla="*/ 4807220 w 5105135"/>
                <a:gd name="connsiteY15" fmla="*/ 750412 h 4040967"/>
                <a:gd name="connsiteX16" fmla="*/ 4970060 w 5105135"/>
                <a:gd name="connsiteY16" fmla="*/ 861351 h 4040967"/>
                <a:gd name="connsiteX17" fmla="*/ 4977618 w 5105135"/>
                <a:gd name="connsiteY17" fmla="*/ 1372143 h 4040967"/>
                <a:gd name="connsiteX18" fmla="*/ 4794331 w 5105135"/>
                <a:gd name="connsiteY18" fmla="*/ 1496486 h 4040967"/>
                <a:gd name="connsiteX19" fmla="*/ 3739906 w 5105135"/>
                <a:gd name="connsiteY19" fmla="*/ 2130485 h 4040967"/>
                <a:gd name="connsiteX20" fmla="*/ 3416304 w 5105135"/>
                <a:gd name="connsiteY20" fmla="*/ 2229584 h 4040967"/>
                <a:gd name="connsiteX21" fmla="*/ 3108974 w 5105135"/>
                <a:gd name="connsiteY21" fmla="*/ 1971544 h 4040967"/>
                <a:gd name="connsiteX22" fmla="*/ 3106384 w 5105135"/>
                <a:gd name="connsiteY22" fmla="*/ 1850264 h 4040967"/>
                <a:gd name="connsiteX23" fmla="*/ 3106234 w 5105135"/>
                <a:gd name="connsiteY23" fmla="*/ 370695 h 4040967"/>
                <a:gd name="connsiteX24" fmla="*/ 3157095 w 5105135"/>
                <a:gd name="connsiteY24" fmla="*/ 134214 h 4040967"/>
                <a:gd name="connsiteX25" fmla="*/ 3450904 w 5105135"/>
                <a:gd name="connsiteY25" fmla="*/ 677 h 404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105135" h="4040967">
                  <a:moveTo>
                    <a:pt x="0" y="3295599"/>
                  </a:moveTo>
                  <a:lnTo>
                    <a:pt x="754051" y="3295599"/>
                  </a:lnTo>
                  <a:lnTo>
                    <a:pt x="754051" y="4040967"/>
                  </a:lnTo>
                  <a:lnTo>
                    <a:pt x="0" y="4040967"/>
                  </a:lnTo>
                  <a:close/>
                  <a:moveTo>
                    <a:pt x="3547370" y="482404"/>
                  </a:moveTo>
                  <a:cubicBezTo>
                    <a:pt x="3535637" y="477416"/>
                    <a:pt x="3517673" y="487029"/>
                    <a:pt x="3484219" y="493313"/>
                  </a:cubicBezTo>
                  <a:cubicBezTo>
                    <a:pt x="3480226" y="551100"/>
                    <a:pt x="3475890" y="613812"/>
                    <a:pt x="3471522" y="721518"/>
                  </a:cubicBezTo>
                  <a:cubicBezTo>
                    <a:pt x="3471651" y="1033117"/>
                    <a:pt x="3470987" y="1344706"/>
                    <a:pt x="3472967" y="1656294"/>
                  </a:cubicBezTo>
                  <a:cubicBezTo>
                    <a:pt x="3473192" y="1693024"/>
                    <a:pt x="3487901" y="1729658"/>
                    <a:pt x="3500245" y="1786310"/>
                  </a:cubicBezTo>
                  <a:cubicBezTo>
                    <a:pt x="3841618" y="1601654"/>
                    <a:pt x="4149268" y="1402611"/>
                    <a:pt x="4466854" y="1221145"/>
                  </a:cubicBezTo>
                  <a:cubicBezTo>
                    <a:pt x="4513850" y="1194286"/>
                    <a:pt x="4555890" y="1158776"/>
                    <a:pt x="4604407" y="1124294"/>
                  </a:cubicBezTo>
                  <a:cubicBezTo>
                    <a:pt x="4432415" y="989953"/>
                    <a:pt x="3711344" y="552310"/>
                    <a:pt x="3547370" y="482404"/>
                  </a:cubicBezTo>
                  <a:close/>
                  <a:moveTo>
                    <a:pt x="3450904" y="677"/>
                  </a:moveTo>
                  <a:cubicBezTo>
                    <a:pt x="3491594" y="3041"/>
                    <a:pt x="3533897" y="11623"/>
                    <a:pt x="3576745" y="26905"/>
                  </a:cubicBezTo>
                  <a:cubicBezTo>
                    <a:pt x="3630411" y="46056"/>
                    <a:pt x="3680898" y="75881"/>
                    <a:pt x="3730196" y="105257"/>
                  </a:cubicBezTo>
                  <a:cubicBezTo>
                    <a:pt x="4089672" y="319534"/>
                    <a:pt x="4448708" y="534529"/>
                    <a:pt x="4807220" y="750412"/>
                  </a:cubicBezTo>
                  <a:cubicBezTo>
                    <a:pt x="4863445" y="784262"/>
                    <a:pt x="4919776" y="819536"/>
                    <a:pt x="4970060" y="861351"/>
                  </a:cubicBezTo>
                  <a:cubicBezTo>
                    <a:pt x="5146976" y="1008452"/>
                    <a:pt x="5150734" y="1223618"/>
                    <a:pt x="4977618" y="1372143"/>
                  </a:cubicBezTo>
                  <a:cubicBezTo>
                    <a:pt x="4921928" y="1419932"/>
                    <a:pt x="4857503" y="1458332"/>
                    <a:pt x="4794331" y="1496486"/>
                  </a:cubicBezTo>
                  <a:cubicBezTo>
                    <a:pt x="4443248" y="1708461"/>
                    <a:pt x="4090967" y="1918456"/>
                    <a:pt x="3739906" y="2130485"/>
                  </a:cubicBezTo>
                  <a:cubicBezTo>
                    <a:pt x="3639832" y="2190928"/>
                    <a:pt x="3538827" y="2236757"/>
                    <a:pt x="3416304" y="2229584"/>
                  </a:cubicBezTo>
                  <a:cubicBezTo>
                    <a:pt x="3237846" y="2219157"/>
                    <a:pt x="3144259" y="2146511"/>
                    <a:pt x="3108974" y="1971544"/>
                  </a:cubicBezTo>
                  <a:cubicBezTo>
                    <a:pt x="3102572" y="1939824"/>
                    <a:pt x="3106972" y="1905910"/>
                    <a:pt x="3106384" y="1850264"/>
                  </a:cubicBezTo>
                  <a:cubicBezTo>
                    <a:pt x="3106384" y="1341922"/>
                    <a:pt x="3106544" y="856308"/>
                    <a:pt x="3106234" y="370695"/>
                  </a:cubicBezTo>
                  <a:cubicBezTo>
                    <a:pt x="3106180" y="288060"/>
                    <a:pt x="3105816" y="207514"/>
                    <a:pt x="3157095" y="134214"/>
                  </a:cubicBezTo>
                  <a:cubicBezTo>
                    <a:pt x="3221287" y="42443"/>
                    <a:pt x="3328836" y="-6417"/>
                    <a:pt x="3450904" y="677"/>
                  </a:cubicBez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104" name="Group 103">
            <a:extLst>
              <a:ext uri="{FF2B5EF4-FFF2-40B4-BE49-F238E27FC236}">
                <a16:creationId xmlns:a16="http://schemas.microsoft.com/office/drawing/2014/main" id="{A1B23C6A-DC23-F635-1D0B-466604033B4D}"/>
              </a:ext>
              <a:ext uri="{C183D7F6-B498-43B3-948B-1728B52AA6E4}">
                <adec:decorative xmlns:adec="http://schemas.microsoft.com/office/drawing/2017/decorative" val="1"/>
              </a:ext>
            </a:extLst>
          </p:cNvPr>
          <p:cNvGrpSpPr>
            <a:grpSpLocks noChangeAspect="1"/>
          </p:cNvGrpSpPr>
          <p:nvPr/>
        </p:nvGrpSpPr>
        <p:grpSpPr>
          <a:xfrm>
            <a:off x="2529268" y="2223703"/>
            <a:ext cx="359376" cy="457200"/>
            <a:chOff x="2529268" y="2223703"/>
            <a:chExt cx="359376" cy="457200"/>
          </a:xfrm>
          <a:solidFill>
            <a:srgbClr val="FF0000"/>
          </a:solidFill>
        </p:grpSpPr>
        <p:sp>
          <p:nvSpPr>
            <p:cNvPr id="1023" name="Freeform: Shape 1022">
              <a:extLst>
                <a:ext uri="{FF2B5EF4-FFF2-40B4-BE49-F238E27FC236}">
                  <a16:creationId xmlns:a16="http://schemas.microsoft.com/office/drawing/2014/main" id="{9F6FFE42-1C86-75EE-9594-56618F892547}"/>
                </a:ext>
                <a:ext uri="{C183D7F6-B498-43B3-948B-1728B52AA6E4}">
                  <adec:decorative xmlns:adec="http://schemas.microsoft.com/office/drawing/2017/decorative" val="1"/>
                </a:ext>
              </a:extLst>
            </p:cNvPr>
            <p:cNvSpPr/>
            <p:nvPr/>
          </p:nvSpPr>
          <p:spPr>
            <a:xfrm>
              <a:off x="2542718" y="2298921"/>
              <a:ext cx="216707" cy="172696"/>
            </a:xfrm>
            <a:custGeom>
              <a:avLst/>
              <a:gdLst>
                <a:gd name="connsiteX0" fmla="*/ 0 w 3250597"/>
                <a:gd name="connsiteY0" fmla="*/ 2140478 h 2590438"/>
                <a:gd name="connsiteX1" fmla="*/ 449957 w 3250597"/>
                <a:gd name="connsiteY1" fmla="*/ 2140478 h 2590438"/>
                <a:gd name="connsiteX2" fmla="*/ 449957 w 3250597"/>
                <a:gd name="connsiteY2" fmla="*/ 2590438 h 2590438"/>
                <a:gd name="connsiteX3" fmla="*/ 0 w 3250597"/>
                <a:gd name="connsiteY3" fmla="*/ 2590438 h 2590438"/>
                <a:gd name="connsiteX4" fmla="*/ 2204591 w 3250597"/>
                <a:gd name="connsiteY4" fmla="*/ 267317 h 2590438"/>
                <a:gd name="connsiteX5" fmla="*/ 2204932 w 3250597"/>
                <a:gd name="connsiteY5" fmla="*/ 1131408 h 2590438"/>
                <a:gd name="connsiteX6" fmla="*/ 2223606 w 3250597"/>
                <a:gd name="connsiteY6" fmla="*/ 1153641 h 2590438"/>
                <a:gd name="connsiteX7" fmla="*/ 2958646 w 3250597"/>
                <a:gd name="connsiteY7" fmla="*/ 720230 h 2590438"/>
                <a:gd name="connsiteX8" fmla="*/ 2204591 w 3250597"/>
                <a:gd name="connsiteY8" fmla="*/ 267317 h 2590438"/>
                <a:gd name="connsiteX9" fmla="*/ 2178612 w 3250597"/>
                <a:gd name="connsiteY9" fmla="*/ 143 h 2590438"/>
                <a:gd name="connsiteX10" fmla="*/ 2301493 w 3250597"/>
                <a:gd name="connsiteY10" fmla="*/ 35153 h 2590438"/>
                <a:gd name="connsiteX11" fmla="*/ 2757869 w 3250597"/>
                <a:gd name="connsiteY11" fmla="*/ 309771 h 2590438"/>
                <a:gd name="connsiteX12" fmla="*/ 3145395 w 3250597"/>
                <a:gd name="connsiteY12" fmla="*/ 540055 h 2590438"/>
                <a:gd name="connsiteX13" fmla="*/ 3142381 w 3250597"/>
                <a:gd name="connsiteY13" fmla="*/ 900490 h 2590438"/>
                <a:gd name="connsiteX14" fmla="*/ 2292344 w 3250597"/>
                <a:gd name="connsiteY14" fmla="*/ 1406857 h 2590438"/>
                <a:gd name="connsiteX15" fmla="*/ 1969195 w 3250597"/>
                <a:gd name="connsiteY15" fmla="*/ 1223328 h 2590438"/>
                <a:gd name="connsiteX16" fmla="*/ 1969098 w 3250597"/>
                <a:gd name="connsiteY16" fmla="*/ 217577 h 2590438"/>
                <a:gd name="connsiteX17" fmla="*/ 2178612 w 3250597"/>
                <a:gd name="connsiteY17" fmla="*/ 143 h 259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50597" h="2590438">
                  <a:moveTo>
                    <a:pt x="0" y="2140478"/>
                  </a:moveTo>
                  <a:lnTo>
                    <a:pt x="449957" y="2140478"/>
                  </a:lnTo>
                  <a:lnTo>
                    <a:pt x="449957" y="2590438"/>
                  </a:lnTo>
                  <a:lnTo>
                    <a:pt x="0" y="2590438"/>
                  </a:lnTo>
                  <a:close/>
                  <a:moveTo>
                    <a:pt x="2204591" y="267317"/>
                  </a:moveTo>
                  <a:cubicBezTo>
                    <a:pt x="2204591" y="562208"/>
                    <a:pt x="2204591" y="837294"/>
                    <a:pt x="2204932" y="1131408"/>
                  </a:cubicBezTo>
                  <a:cubicBezTo>
                    <a:pt x="2211363" y="1139175"/>
                    <a:pt x="2222201" y="1154464"/>
                    <a:pt x="2223606" y="1153641"/>
                  </a:cubicBezTo>
                  <a:cubicBezTo>
                    <a:pt x="2463240" y="1013369"/>
                    <a:pt x="2702198" y="871943"/>
                    <a:pt x="2958646" y="720230"/>
                  </a:cubicBezTo>
                  <a:cubicBezTo>
                    <a:pt x="2699067" y="564317"/>
                    <a:pt x="2458692" y="419939"/>
                    <a:pt x="2204591" y="267317"/>
                  </a:cubicBezTo>
                  <a:close/>
                  <a:moveTo>
                    <a:pt x="2178612" y="143"/>
                  </a:moveTo>
                  <a:cubicBezTo>
                    <a:pt x="2217493" y="1515"/>
                    <a:pt x="2259233" y="12738"/>
                    <a:pt x="2301493" y="35153"/>
                  </a:cubicBezTo>
                  <a:cubicBezTo>
                    <a:pt x="2455533" y="116858"/>
                    <a:pt x="2601165" y="214406"/>
                    <a:pt x="2757869" y="309771"/>
                  </a:cubicBezTo>
                  <a:cubicBezTo>
                    <a:pt x="2892279" y="389245"/>
                    <a:pt x="3023039" y="458358"/>
                    <a:pt x="3145395" y="540055"/>
                  </a:cubicBezTo>
                  <a:cubicBezTo>
                    <a:pt x="3285993" y="633928"/>
                    <a:pt x="3286336" y="810733"/>
                    <a:pt x="3142381" y="900490"/>
                  </a:cubicBezTo>
                  <a:cubicBezTo>
                    <a:pt x="2862550" y="1074964"/>
                    <a:pt x="2578844" y="1243550"/>
                    <a:pt x="2292344" y="1406857"/>
                  </a:cubicBezTo>
                  <a:cubicBezTo>
                    <a:pt x="2137028" y="1495388"/>
                    <a:pt x="1971851" y="1400562"/>
                    <a:pt x="1969195" y="1223328"/>
                  </a:cubicBezTo>
                  <a:cubicBezTo>
                    <a:pt x="1964171" y="888140"/>
                    <a:pt x="1964290" y="552773"/>
                    <a:pt x="1969098" y="217577"/>
                  </a:cubicBezTo>
                  <a:cubicBezTo>
                    <a:pt x="1971063" y="80578"/>
                    <a:pt x="2061969" y="-3971"/>
                    <a:pt x="2178612" y="143"/>
                  </a:cubicBezTo>
                  <a:close/>
                </a:path>
              </a:pathLst>
            </a:custGeom>
            <a:solidFill>
              <a:schemeClr val="accent1"/>
            </a:solidFill>
            <a:ln w="9525" cap="flat">
              <a:noFill/>
              <a:prstDash val="solid"/>
              <a:miter/>
            </a:ln>
          </p:spPr>
          <p:txBody>
            <a:bodyPr wrap="square" rtlCol="0" anchor="ctr">
              <a:noAutofit/>
            </a:bodyPr>
            <a:lstStyle/>
            <a:p>
              <a:endParaRPr lang="en-US"/>
            </a:p>
          </p:txBody>
        </p:sp>
        <p:sp>
          <p:nvSpPr>
            <p:cNvPr id="1024" name="Freeform: Shape 1023">
              <a:extLst>
                <a:ext uri="{FF2B5EF4-FFF2-40B4-BE49-F238E27FC236}">
                  <a16:creationId xmlns:a16="http://schemas.microsoft.com/office/drawing/2014/main" id="{FBE2607B-B72F-9148-2C2A-C2217194F3DB}"/>
                </a:ext>
                <a:ext uri="{C183D7F6-B498-43B3-948B-1728B52AA6E4}">
                  <adec:decorative xmlns:adec="http://schemas.microsoft.com/office/drawing/2017/decorative" val="1"/>
                </a:ext>
              </a:extLst>
            </p:cNvPr>
            <p:cNvSpPr/>
            <p:nvPr/>
          </p:nvSpPr>
          <p:spPr>
            <a:xfrm>
              <a:off x="2529268" y="2223703"/>
              <a:ext cx="359376" cy="457200"/>
            </a:xfrm>
            <a:custGeom>
              <a:avLst/>
              <a:gdLst>
                <a:gd name="connsiteX0" fmla="*/ 901788 w 5390632"/>
                <a:gd name="connsiteY0" fmla="*/ 5955433 h 6857999"/>
                <a:gd name="connsiteX1" fmla="*/ 1785254 w 5390632"/>
                <a:gd name="connsiteY1" fmla="*/ 6676101 h 6857999"/>
                <a:gd name="connsiteX2" fmla="*/ 1798552 w 5390632"/>
                <a:gd name="connsiteY2" fmla="*/ 6763310 h 6857999"/>
                <a:gd name="connsiteX3" fmla="*/ 1811850 w 5390632"/>
                <a:gd name="connsiteY3" fmla="*/ 6676101 h 6857999"/>
                <a:gd name="connsiteX4" fmla="*/ 2695317 w 5390632"/>
                <a:gd name="connsiteY4" fmla="*/ 5955433 h 6857999"/>
                <a:gd name="connsiteX5" fmla="*/ 3578783 w 5390632"/>
                <a:gd name="connsiteY5" fmla="*/ 6676101 h 6857999"/>
                <a:gd name="connsiteX6" fmla="*/ 3592081 w 5390632"/>
                <a:gd name="connsiteY6" fmla="*/ 6763306 h 6857999"/>
                <a:gd name="connsiteX7" fmla="*/ 3605378 w 5390632"/>
                <a:gd name="connsiteY7" fmla="*/ 6676101 h 6857999"/>
                <a:gd name="connsiteX8" fmla="*/ 4488845 w 5390632"/>
                <a:gd name="connsiteY8" fmla="*/ 5955433 h 6857999"/>
                <a:gd name="connsiteX9" fmla="*/ 5390632 w 5390632"/>
                <a:gd name="connsiteY9" fmla="*/ 6857999 h 6857999"/>
                <a:gd name="connsiteX10" fmla="*/ 5209499 w 5390632"/>
                <a:gd name="connsiteY10" fmla="*/ 6857999 h 6857999"/>
                <a:gd name="connsiteX11" fmla="*/ 4488845 w 5390632"/>
                <a:gd name="connsiteY11" fmla="*/ 6136567 h 6857999"/>
                <a:gd name="connsiteX12" fmla="*/ 3768190 w 5390632"/>
                <a:gd name="connsiteY12" fmla="*/ 6857999 h 6857999"/>
                <a:gd name="connsiteX13" fmla="*/ 3597104 w 5390632"/>
                <a:gd name="connsiteY13" fmla="*/ 6857999 h 6857999"/>
                <a:gd name="connsiteX14" fmla="*/ 3587057 w 5390632"/>
                <a:gd name="connsiteY14" fmla="*/ 6857999 h 6857999"/>
                <a:gd name="connsiteX15" fmla="*/ 3415971 w 5390632"/>
                <a:gd name="connsiteY15" fmla="*/ 6857999 h 6857999"/>
                <a:gd name="connsiteX16" fmla="*/ 2695317 w 5390632"/>
                <a:gd name="connsiteY16" fmla="*/ 6136567 h 6857999"/>
                <a:gd name="connsiteX17" fmla="*/ 1974662 w 5390632"/>
                <a:gd name="connsiteY17" fmla="*/ 6857999 h 6857999"/>
                <a:gd name="connsiteX18" fmla="*/ 1803575 w 5390632"/>
                <a:gd name="connsiteY18" fmla="*/ 6857999 h 6857999"/>
                <a:gd name="connsiteX19" fmla="*/ 1793529 w 5390632"/>
                <a:gd name="connsiteY19" fmla="*/ 6857999 h 6857999"/>
                <a:gd name="connsiteX20" fmla="*/ 1622442 w 5390632"/>
                <a:gd name="connsiteY20" fmla="*/ 6857999 h 6857999"/>
                <a:gd name="connsiteX21" fmla="*/ 901788 w 5390632"/>
                <a:gd name="connsiteY21" fmla="*/ 6136567 h 6857999"/>
                <a:gd name="connsiteX22" fmla="*/ 181133 w 5390632"/>
                <a:gd name="connsiteY22" fmla="*/ 6857999 h 6857999"/>
                <a:gd name="connsiteX23" fmla="*/ 0 w 5390632"/>
                <a:gd name="connsiteY23" fmla="*/ 6857999 h 6857999"/>
                <a:gd name="connsiteX24" fmla="*/ 901788 w 5390632"/>
                <a:gd name="connsiteY24" fmla="*/ 5955433 h 6857999"/>
                <a:gd name="connsiteX25" fmla="*/ 4488843 w 5390632"/>
                <a:gd name="connsiteY25" fmla="*/ 4902061 h 6857999"/>
                <a:gd name="connsiteX26" fmla="*/ 4075436 w 5390632"/>
                <a:gd name="connsiteY26" fmla="*/ 5315974 h 6857999"/>
                <a:gd name="connsiteX27" fmla="*/ 4488843 w 5390632"/>
                <a:gd name="connsiteY27" fmla="*/ 5729887 h 6857999"/>
                <a:gd name="connsiteX28" fmla="*/ 4902250 w 5390632"/>
                <a:gd name="connsiteY28" fmla="*/ 5315974 h 6857999"/>
                <a:gd name="connsiteX29" fmla="*/ 4488843 w 5390632"/>
                <a:gd name="connsiteY29" fmla="*/ 4902061 h 6857999"/>
                <a:gd name="connsiteX30" fmla="*/ 2695315 w 5390632"/>
                <a:gd name="connsiteY30" fmla="*/ 4902061 h 6857999"/>
                <a:gd name="connsiteX31" fmla="*/ 2281908 w 5390632"/>
                <a:gd name="connsiteY31" fmla="*/ 5315974 h 6857999"/>
                <a:gd name="connsiteX32" fmla="*/ 2695315 w 5390632"/>
                <a:gd name="connsiteY32" fmla="*/ 5729887 h 6857999"/>
                <a:gd name="connsiteX33" fmla="*/ 3108722 w 5390632"/>
                <a:gd name="connsiteY33" fmla="*/ 5315974 h 6857999"/>
                <a:gd name="connsiteX34" fmla="*/ 2695315 w 5390632"/>
                <a:gd name="connsiteY34" fmla="*/ 4902061 h 6857999"/>
                <a:gd name="connsiteX35" fmla="*/ 901786 w 5390632"/>
                <a:gd name="connsiteY35" fmla="*/ 4902061 h 6857999"/>
                <a:gd name="connsiteX36" fmla="*/ 488379 w 5390632"/>
                <a:gd name="connsiteY36" fmla="*/ 5315974 h 6857999"/>
                <a:gd name="connsiteX37" fmla="*/ 901786 w 5390632"/>
                <a:gd name="connsiteY37" fmla="*/ 5729887 h 6857999"/>
                <a:gd name="connsiteX38" fmla="*/ 1315193 w 5390632"/>
                <a:gd name="connsiteY38" fmla="*/ 5315974 h 6857999"/>
                <a:gd name="connsiteX39" fmla="*/ 901786 w 5390632"/>
                <a:gd name="connsiteY39" fmla="*/ 4902061 h 6857999"/>
                <a:gd name="connsiteX40" fmla="*/ 4488844 w 5390632"/>
                <a:gd name="connsiteY40" fmla="*/ 4731081 h 6857999"/>
                <a:gd name="connsiteX41" fmla="*/ 5073232 w 5390632"/>
                <a:gd name="connsiteY41" fmla="*/ 5315974 h 6857999"/>
                <a:gd name="connsiteX42" fmla="*/ 4488844 w 5390632"/>
                <a:gd name="connsiteY42" fmla="*/ 5900867 h 6857999"/>
                <a:gd name="connsiteX43" fmla="*/ 3904456 w 5390632"/>
                <a:gd name="connsiteY43" fmla="*/ 5315974 h 6857999"/>
                <a:gd name="connsiteX44" fmla="*/ 4488844 w 5390632"/>
                <a:gd name="connsiteY44" fmla="*/ 4731081 h 6857999"/>
                <a:gd name="connsiteX45" fmla="*/ 2695316 w 5390632"/>
                <a:gd name="connsiteY45" fmla="*/ 4731081 h 6857999"/>
                <a:gd name="connsiteX46" fmla="*/ 3279704 w 5390632"/>
                <a:gd name="connsiteY46" fmla="*/ 5315974 h 6857999"/>
                <a:gd name="connsiteX47" fmla="*/ 2695316 w 5390632"/>
                <a:gd name="connsiteY47" fmla="*/ 5900867 h 6857999"/>
                <a:gd name="connsiteX48" fmla="*/ 2110928 w 5390632"/>
                <a:gd name="connsiteY48" fmla="*/ 5315974 h 6857999"/>
                <a:gd name="connsiteX49" fmla="*/ 2695316 w 5390632"/>
                <a:gd name="connsiteY49" fmla="*/ 4731081 h 6857999"/>
                <a:gd name="connsiteX50" fmla="*/ 901787 w 5390632"/>
                <a:gd name="connsiteY50" fmla="*/ 4731081 h 6857999"/>
                <a:gd name="connsiteX51" fmla="*/ 1486175 w 5390632"/>
                <a:gd name="connsiteY51" fmla="*/ 5315974 h 6857999"/>
                <a:gd name="connsiteX52" fmla="*/ 901787 w 5390632"/>
                <a:gd name="connsiteY52" fmla="*/ 5900867 h 6857999"/>
                <a:gd name="connsiteX53" fmla="*/ 317399 w 5390632"/>
                <a:gd name="connsiteY53" fmla="*/ 5315974 h 6857999"/>
                <a:gd name="connsiteX54" fmla="*/ 901787 w 5390632"/>
                <a:gd name="connsiteY54" fmla="*/ 4731081 h 6857999"/>
                <a:gd name="connsiteX55" fmla="*/ 5081882 w 5390632"/>
                <a:gd name="connsiteY55" fmla="*/ 0 h 6857999"/>
                <a:gd name="connsiteX56" fmla="*/ 5081929 w 5390632"/>
                <a:gd name="connsiteY56" fmla="*/ 40695 h 6857999"/>
                <a:gd name="connsiteX57" fmla="*/ 5085684 w 5390632"/>
                <a:gd name="connsiteY57" fmla="*/ 40695 h 6857999"/>
                <a:gd name="connsiteX58" fmla="*/ 5085684 w 5390632"/>
                <a:gd name="connsiteY58" fmla="*/ 336917 h 6857999"/>
                <a:gd name="connsiteX59" fmla="*/ 5082283 w 5390632"/>
                <a:gd name="connsiteY59" fmla="*/ 336917 h 6857999"/>
                <a:gd name="connsiteX60" fmla="*/ 5085684 w 5390632"/>
                <a:gd name="connsiteY60" fmla="*/ 3191573 h 6857999"/>
                <a:gd name="connsiteX61" fmla="*/ 5085684 w 5390632"/>
                <a:gd name="connsiteY61" fmla="*/ 3343738 h 6857999"/>
                <a:gd name="connsiteX62" fmla="*/ 4781362 w 5390632"/>
                <a:gd name="connsiteY62" fmla="*/ 3648060 h 6857999"/>
                <a:gd name="connsiteX63" fmla="*/ 4629205 w 5390632"/>
                <a:gd name="connsiteY63" fmla="*/ 3648060 h 6857999"/>
                <a:gd name="connsiteX64" fmla="*/ 2821066 w 5390632"/>
                <a:gd name="connsiteY64" fmla="*/ 3648060 h 6857999"/>
                <a:gd name="connsiteX65" fmla="*/ 2821066 w 5390632"/>
                <a:gd name="connsiteY65" fmla="*/ 4095637 h 6857999"/>
                <a:gd name="connsiteX66" fmla="*/ 3582248 w 5390632"/>
                <a:gd name="connsiteY66" fmla="*/ 4095637 h 6857999"/>
                <a:gd name="connsiteX67" fmla="*/ 3870974 w 5390632"/>
                <a:gd name="connsiteY67" fmla="*/ 4399354 h 6857999"/>
                <a:gd name="connsiteX68" fmla="*/ 1471189 w 5390632"/>
                <a:gd name="connsiteY68" fmla="*/ 4399354 h 6857999"/>
                <a:gd name="connsiteX69" fmla="*/ 1759907 w 5390632"/>
                <a:gd name="connsiteY69" fmla="*/ 4095637 h 6857999"/>
                <a:gd name="connsiteX70" fmla="*/ 2521090 w 5390632"/>
                <a:gd name="connsiteY70" fmla="*/ 4095637 h 6857999"/>
                <a:gd name="connsiteX71" fmla="*/ 2521090 w 5390632"/>
                <a:gd name="connsiteY71" fmla="*/ 3648060 h 6857999"/>
                <a:gd name="connsiteX72" fmla="*/ 1932151 w 5390632"/>
                <a:gd name="connsiteY72" fmla="*/ 3648060 h 6857999"/>
                <a:gd name="connsiteX73" fmla="*/ 1932151 w 5390632"/>
                <a:gd name="connsiteY73" fmla="*/ 3645673 h 6857999"/>
                <a:gd name="connsiteX74" fmla="*/ 862878 w 5390632"/>
                <a:gd name="connsiteY74" fmla="*/ 3645673 h 6857999"/>
                <a:gd name="connsiteX75" fmla="*/ 862878 w 5390632"/>
                <a:gd name="connsiteY75" fmla="*/ 3345704 h 6857999"/>
                <a:gd name="connsiteX76" fmla="*/ 1932151 w 5390632"/>
                <a:gd name="connsiteY76" fmla="*/ 3345704 h 6857999"/>
                <a:gd name="connsiteX77" fmla="*/ 1932151 w 5390632"/>
                <a:gd name="connsiteY77" fmla="*/ 3343738 h 6857999"/>
                <a:gd name="connsiteX78" fmla="*/ 4781362 w 5390632"/>
                <a:gd name="connsiteY78" fmla="*/ 3343738 h 6857999"/>
                <a:gd name="connsiteX79" fmla="*/ 4781362 w 5390632"/>
                <a:gd name="connsiteY79" fmla="*/ 336277 h 6857999"/>
                <a:gd name="connsiteX80" fmla="*/ 582260 w 5390632"/>
                <a:gd name="connsiteY80" fmla="*/ 336277 h 6857999"/>
                <a:gd name="connsiteX81" fmla="*/ 582260 w 5390632"/>
                <a:gd name="connsiteY81" fmla="*/ 2123313 h 6857999"/>
                <a:gd name="connsiteX82" fmla="*/ 578764 w 5390632"/>
                <a:gd name="connsiteY82" fmla="*/ 2123313 h 6857999"/>
                <a:gd name="connsiteX83" fmla="*/ 578764 w 5390632"/>
                <a:gd name="connsiteY83" fmla="*/ 3057577 h 6857999"/>
                <a:gd name="connsiteX84" fmla="*/ 278795 w 5390632"/>
                <a:gd name="connsiteY84" fmla="*/ 3057577 h 6857999"/>
                <a:gd name="connsiteX85" fmla="*/ 278795 w 5390632"/>
                <a:gd name="connsiteY85" fmla="*/ 2123313 h 6857999"/>
                <a:gd name="connsiteX86" fmla="*/ 278788 w 5390632"/>
                <a:gd name="connsiteY86" fmla="*/ 2123313 h 6857999"/>
                <a:gd name="connsiteX87" fmla="*/ 278795 w 5390632"/>
                <a:gd name="connsiteY87" fmla="*/ 2122163 h 6857999"/>
                <a:gd name="connsiteX88" fmla="*/ 278795 w 5390632"/>
                <a:gd name="connsiteY88" fmla="*/ 1750278 h 6857999"/>
                <a:gd name="connsiteX89" fmla="*/ 279584 w 5390632"/>
                <a:gd name="connsiteY89" fmla="*/ 1750278 h 6857999"/>
                <a:gd name="connsiteX90" fmla="*/ 282584 w 5390632"/>
                <a:gd name="connsiteY90" fmla="*/ 340045 h 6857999"/>
                <a:gd name="connsiteX91" fmla="*/ 586055 w 5390632"/>
                <a:gd name="connsiteY91" fmla="*/ 38437 h 6857999"/>
                <a:gd name="connsiteX92" fmla="*/ 4830818 w 5390632"/>
                <a:gd name="connsiteY92" fmla="*/ 38437 h 6857999"/>
                <a:gd name="connsiteX93" fmla="*/ 4830818 w 5390632"/>
                <a:gd name="connsiteY93" fmla="*/ 40695 h 6857999"/>
                <a:gd name="connsiteX94" fmla="*/ 5081882 w 5390632"/>
                <a:gd name="connsiteY94" fmla="*/ 4069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390632" h="6857999">
                  <a:moveTo>
                    <a:pt x="901788" y="5955433"/>
                  </a:moveTo>
                  <a:cubicBezTo>
                    <a:pt x="1337576" y="5955433"/>
                    <a:pt x="1701166" y="6264817"/>
                    <a:pt x="1785254" y="6676101"/>
                  </a:cubicBezTo>
                  <a:lnTo>
                    <a:pt x="1798552" y="6763310"/>
                  </a:lnTo>
                  <a:lnTo>
                    <a:pt x="1811850" y="6676101"/>
                  </a:lnTo>
                  <a:cubicBezTo>
                    <a:pt x="1895939" y="6264817"/>
                    <a:pt x="2259528" y="5955433"/>
                    <a:pt x="2695317" y="5955433"/>
                  </a:cubicBezTo>
                  <a:cubicBezTo>
                    <a:pt x="3131105" y="5955433"/>
                    <a:pt x="3494695" y="6264817"/>
                    <a:pt x="3578783" y="6676101"/>
                  </a:cubicBezTo>
                  <a:lnTo>
                    <a:pt x="3592081" y="6763306"/>
                  </a:lnTo>
                  <a:lnTo>
                    <a:pt x="3605378" y="6676101"/>
                  </a:lnTo>
                  <a:cubicBezTo>
                    <a:pt x="3689467" y="6264817"/>
                    <a:pt x="4053056" y="5955433"/>
                    <a:pt x="4488845" y="5955433"/>
                  </a:cubicBezTo>
                  <a:cubicBezTo>
                    <a:pt x="4986889" y="5955433"/>
                    <a:pt x="5390632" y="6359526"/>
                    <a:pt x="5390632" y="6857999"/>
                  </a:cubicBezTo>
                  <a:lnTo>
                    <a:pt x="5209499" y="6857999"/>
                  </a:lnTo>
                  <a:cubicBezTo>
                    <a:pt x="5209499" y="6459562"/>
                    <a:pt x="4886851" y="6136567"/>
                    <a:pt x="4488845" y="6136567"/>
                  </a:cubicBezTo>
                  <a:cubicBezTo>
                    <a:pt x="4090839" y="6136567"/>
                    <a:pt x="3768190" y="6459562"/>
                    <a:pt x="3768190" y="6857999"/>
                  </a:cubicBezTo>
                  <a:lnTo>
                    <a:pt x="3597104" y="6857999"/>
                  </a:lnTo>
                  <a:lnTo>
                    <a:pt x="3587057" y="6857999"/>
                  </a:lnTo>
                  <a:lnTo>
                    <a:pt x="3415971" y="6857999"/>
                  </a:lnTo>
                  <a:cubicBezTo>
                    <a:pt x="3415971" y="6459562"/>
                    <a:pt x="3093323" y="6136567"/>
                    <a:pt x="2695317" y="6136567"/>
                  </a:cubicBezTo>
                  <a:cubicBezTo>
                    <a:pt x="2297311" y="6136567"/>
                    <a:pt x="1974662" y="6459562"/>
                    <a:pt x="1974662" y="6857999"/>
                  </a:cubicBezTo>
                  <a:lnTo>
                    <a:pt x="1803575" y="6857999"/>
                  </a:lnTo>
                  <a:lnTo>
                    <a:pt x="1793529" y="6857999"/>
                  </a:lnTo>
                  <a:lnTo>
                    <a:pt x="1622442" y="6857999"/>
                  </a:lnTo>
                  <a:cubicBezTo>
                    <a:pt x="1622442" y="6459562"/>
                    <a:pt x="1299794" y="6136567"/>
                    <a:pt x="901788" y="6136567"/>
                  </a:cubicBezTo>
                  <a:cubicBezTo>
                    <a:pt x="503782" y="6136567"/>
                    <a:pt x="181133" y="6459562"/>
                    <a:pt x="181133" y="6857999"/>
                  </a:cubicBezTo>
                  <a:lnTo>
                    <a:pt x="0" y="6857999"/>
                  </a:lnTo>
                  <a:cubicBezTo>
                    <a:pt x="0" y="6359526"/>
                    <a:pt x="403744" y="5955433"/>
                    <a:pt x="901788" y="5955433"/>
                  </a:cubicBezTo>
                  <a:close/>
                  <a:moveTo>
                    <a:pt x="4488843" y="4902061"/>
                  </a:moveTo>
                  <a:cubicBezTo>
                    <a:pt x="4260525" y="4902061"/>
                    <a:pt x="4075436" y="5087376"/>
                    <a:pt x="4075436" y="5315974"/>
                  </a:cubicBezTo>
                  <a:cubicBezTo>
                    <a:pt x="4075436" y="5544572"/>
                    <a:pt x="4260525" y="5729887"/>
                    <a:pt x="4488843" y="5729887"/>
                  </a:cubicBezTo>
                  <a:cubicBezTo>
                    <a:pt x="4717161" y="5729887"/>
                    <a:pt x="4902250" y="5544572"/>
                    <a:pt x="4902250" y="5315974"/>
                  </a:cubicBezTo>
                  <a:cubicBezTo>
                    <a:pt x="4902250" y="5087376"/>
                    <a:pt x="4717161" y="4902061"/>
                    <a:pt x="4488843" y="4902061"/>
                  </a:cubicBezTo>
                  <a:close/>
                  <a:moveTo>
                    <a:pt x="2695315" y="4902061"/>
                  </a:moveTo>
                  <a:cubicBezTo>
                    <a:pt x="2466997" y="4902061"/>
                    <a:pt x="2281908" y="5087376"/>
                    <a:pt x="2281908" y="5315974"/>
                  </a:cubicBezTo>
                  <a:cubicBezTo>
                    <a:pt x="2281908" y="5544572"/>
                    <a:pt x="2466997" y="5729887"/>
                    <a:pt x="2695315" y="5729887"/>
                  </a:cubicBezTo>
                  <a:cubicBezTo>
                    <a:pt x="2923633" y="5729887"/>
                    <a:pt x="3108722" y="5544572"/>
                    <a:pt x="3108722" y="5315974"/>
                  </a:cubicBezTo>
                  <a:cubicBezTo>
                    <a:pt x="3108722" y="5087376"/>
                    <a:pt x="2923633" y="4902061"/>
                    <a:pt x="2695315" y="4902061"/>
                  </a:cubicBezTo>
                  <a:close/>
                  <a:moveTo>
                    <a:pt x="901786" y="4902061"/>
                  </a:moveTo>
                  <a:cubicBezTo>
                    <a:pt x="673468" y="4902061"/>
                    <a:pt x="488379" y="5087376"/>
                    <a:pt x="488379" y="5315974"/>
                  </a:cubicBezTo>
                  <a:cubicBezTo>
                    <a:pt x="488379" y="5544572"/>
                    <a:pt x="673468" y="5729887"/>
                    <a:pt x="901786" y="5729887"/>
                  </a:cubicBezTo>
                  <a:cubicBezTo>
                    <a:pt x="1130104" y="5729887"/>
                    <a:pt x="1315193" y="5544572"/>
                    <a:pt x="1315193" y="5315974"/>
                  </a:cubicBezTo>
                  <a:cubicBezTo>
                    <a:pt x="1315193" y="5087376"/>
                    <a:pt x="1130104" y="4902061"/>
                    <a:pt x="901786" y="4902061"/>
                  </a:cubicBezTo>
                  <a:close/>
                  <a:moveTo>
                    <a:pt x="4488844" y="4731081"/>
                  </a:moveTo>
                  <a:cubicBezTo>
                    <a:pt x="4811593" y="4731081"/>
                    <a:pt x="5073232" y="4992947"/>
                    <a:pt x="5073232" y="5315974"/>
                  </a:cubicBezTo>
                  <a:cubicBezTo>
                    <a:pt x="5073232" y="5639001"/>
                    <a:pt x="4811593" y="5900867"/>
                    <a:pt x="4488844" y="5900867"/>
                  </a:cubicBezTo>
                  <a:cubicBezTo>
                    <a:pt x="4166095" y="5900867"/>
                    <a:pt x="3904456" y="5639001"/>
                    <a:pt x="3904456" y="5315974"/>
                  </a:cubicBezTo>
                  <a:cubicBezTo>
                    <a:pt x="3904456" y="4992947"/>
                    <a:pt x="4166095" y="4731081"/>
                    <a:pt x="4488844" y="4731081"/>
                  </a:cubicBezTo>
                  <a:close/>
                  <a:moveTo>
                    <a:pt x="2695316" y="4731081"/>
                  </a:moveTo>
                  <a:cubicBezTo>
                    <a:pt x="3018065" y="4731081"/>
                    <a:pt x="3279704" y="4992947"/>
                    <a:pt x="3279704" y="5315974"/>
                  </a:cubicBezTo>
                  <a:cubicBezTo>
                    <a:pt x="3279704" y="5639001"/>
                    <a:pt x="3018065" y="5900867"/>
                    <a:pt x="2695316" y="5900867"/>
                  </a:cubicBezTo>
                  <a:cubicBezTo>
                    <a:pt x="2372567" y="5900867"/>
                    <a:pt x="2110928" y="5639001"/>
                    <a:pt x="2110928" y="5315974"/>
                  </a:cubicBezTo>
                  <a:cubicBezTo>
                    <a:pt x="2110928" y="4992947"/>
                    <a:pt x="2372567" y="4731081"/>
                    <a:pt x="2695316" y="4731081"/>
                  </a:cubicBezTo>
                  <a:close/>
                  <a:moveTo>
                    <a:pt x="901787" y="4731081"/>
                  </a:moveTo>
                  <a:cubicBezTo>
                    <a:pt x="1224536" y="4731081"/>
                    <a:pt x="1486175" y="4992947"/>
                    <a:pt x="1486175" y="5315974"/>
                  </a:cubicBezTo>
                  <a:cubicBezTo>
                    <a:pt x="1486175" y="5639001"/>
                    <a:pt x="1224536" y="5900867"/>
                    <a:pt x="901787" y="5900867"/>
                  </a:cubicBezTo>
                  <a:cubicBezTo>
                    <a:pt x="579038" y="5900867"/>
                    <a:pt x="317399" y="5639001"/>
                    <a:pt x="317399" y="5315974"/>
                  </a:cubicBezTo>
                  <a:cubicBezTo>
                    <a:pt x="317399" y="4992947"/>
                    <a:pt x="579038" y="4731081"/>
                    <a:pt x="901787" y="4731081"/>
                  </a:cubicBezTo>
                  <a:close/>
                  <a:moveTo>
                    <a:pt x="5081882" y="0"/>
                  </a:moveTo>
                  <a:lnTo>
                    <a:pt x="5081929" y="40695"/>
                  </a:lnTo>
                  <a:lnTo>
                    <a:pt x="5085684" y="40695"/>
                  </a:lnTo>
                  <a:lnTo>
                    <a:pt x="5085684" y="336917"/>
                  </a:lnTo>
                  <a:lnTo>
                    <a:pt x="5082283" y="336917"/>
                  </a:lnTo>
                  <a:lnTo>
                    <a:pt x="5085684" y="3191573"/>
                  </a:lnTo>
                  <a:lnTo>
                    <a:pt x="5085684" y="3343738"/>
                  </a:lnTo>
                  <a:cubicBezTo>
                    <a:pt x="5085684" y="3511118"/>
                    <a:pt x="4948742" y="3648060"/>
                    <a:pt x="4781362" y="3648060"/>
                  </a:cubicBezTo>
                  <a:lnTo>
                    <a:pt x="4629205" y="3648060"/>
                  </a:lnTo>
                  <a:lnTo>
                    <a:pt x="2821066" y="3648060"/>
                  </a:lnTo>
                  <a:lnTo>
                    <a:pt x="2821066" y="4095637"/>
                  </a:lnTo>
                  <a:lnTo>
                    <a:pt x="3582248" y="4095637"/>
                  </a:lnTo>
                  <a:cubicBezTo>
                    <a:pt x="3739732" y="4095637"/>
                    <a:pt x="3870974" y="4238123"/>
                    <a:pt x="3870974" y="4399354"/>
                  </a:cubicBezTo>
                  <a:lnTo>
                    <a:pt x="1471189" y="4399354"/>
                  </a:lnTo>
                  <a:cubicBezTo>
                    <a:pt x="1471189" y="4241871"/>
                    <a:pt x="1598676" y="4095637"/>
                    <a:pt x="1759907" y="4095637"/>
                  </a:cubicBezTo>
                  <a:lnTo>
                    <a:pt x="2521090" y="4095637"/>
                  </a:lnTo>
                  <a:lnTo>
                    <a:pt x="2521090" y="3648060"/>
                  </a:lnTo>
                  <a:lnTo>
                    <a:pt x="1932151" y="3648060"/>
                  </a:lnTo>
                  <a:lnTo>
                    <a:pt x="1932151" y="3645673"/>
                  </a:lnTo>
                  <a:lnTo>
                    <a:pt x="862878" y="3645673"/>
                  </a:lnTo>
                  <a:lnTo>
                    <a:pt x="862878" y="3345704"/>
                  </a:lnTo>
                  <a:lnTo>
                    <a:pt x="1932151" y="3345704"/>
                  </a:lnTo>
                  <a:lnTo>
                    <a:pt x="1932151" y="3343738"/>
                  </a:lnTo>
                  <a:lnTo>
                    <a:pt x="4781362" y="3343738"/>
                  </a:lnTo>
                  <a:lnTo>
                    <a:pt x="4781362" y="336277"/>
                  </a:lnTo>
                  <a:lnTo>
                    <a:pt x="582260" y="336277"/>
                  </a:lnTo>
                  <a:lnTo>
                    <a:pt x="582260" y="2123313"/>
                  </a:lnTo>
                  <a:lnTo>
                    <a:pt x="578764" y="2123313"/>
                  </a:lnTo>
                  <a:lnTo>
                    <a:pt x="578764" y="3057577"/>
                  </a:lnTo>
                  <a:lnTo>
                    <a:pt x="278795" y="3057577"/>
                  </a:lnTo>
                  <a:lnTo>
                    <a:pt x="278795" y="2123313"/>
                  </a:lnTo>
                  <a:lnTo>
                    <a:pt x="278788" y="2123313"/>
                  </a:lnTo>
                  <a:lnTo>
                    <a:pt x="278795" y="2122163"/>
                  </a:lnTo>
                  <a:lnTo>
                    <a:pt x="278795" y="1750278"/>
                  </a:lnTo>
                  <a:lnTo>
                    <a:pt x="279584" y="1750278"/>
                  </a:lnTo>
                  <a:lnTo>
                    <a:pt x="282584" y="340045"/>
                  </a:lnTo>
                  <a:cubicBezTo>
                    <a:pt x="282584" y="174162"/>
                    <a:pt x="419145" y="38437"/>
                    <a:pt x="586055" y="38437"/>
                  </a:cubicBezTo>
                  <a:lnTo>
                    <a:pt x="4830818" y="38437"/>
                  </a:lnTo>
                  <a:lnTo>
                    <a:pt x="4830818" y="40695"/>
                  </a:lnTo>
                  <a:lnTo>
                    <a:pt x="5081882" y="40695"/>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103" name="Group 102">
            <a:extLst>
              <a:ext uri="{FF2B5EF4-FFF2-40B4-BE49-F238E27FC236}">
                <a16:creationId xmlns:a16="http://schemas.microsoft.com/office/drawing/2014/main" id="{27AB608E-2E27-35C1-7AA6-AF272B1ECBEC}"/>
              </a:ext>
              <a:ext uri="{C183D7F6-B498-43B3-948B-1728B52AA6E4}">
                <adec:decorative xmlns:adec="http://schemas.microsoft.com/office/drawing/2017/decorative" val="1"/>
              </a:ext>
            </a:extLst>
          </p:cNvPr>
          <p:cNvGrpSpPr>
            <a:grpSpLocks noChangeAspect="1"/>
          </p:cNvGrpSpPr>
          <p:nvPr/>
        </p:nvGrpSpPr>
        <p:grpSpPr>
          <a:xfrm>
            <a:off x="3025415" y="2223703"/>
            <a:ext cx="503703" cy="457200"/>
            <a:chOff x="3025415" y="2223703"/>
            <a:chExt cx="503703" cy="457200"/>
          </a:xfrm>
          <a:solidFill>
            <a:srgbClr val="FF0000"/>
          </a:solidFill>
        </p:grpSpPr>
        <p:sp>
          <p:nvSpPr>
            <p:cNvPr id="1027" name="Freeform: Shape 1026">
              <a:extLst>
                <a:ext uri="{FF2B5EF4-FFF2-40B4-BE49-F238E27FC236}">
                  <a16:creationId xmlns:a16="http://schemas.microsoft.com/office/drawing/2014/main" id="{A3B69C93-A5BD-AF90-6B98-E886FC8E8C07}"/>
                </a:ext>
                <a:ext uri="{C183D7F6-B498-43B3-948B-1728B52AA6E4}">
                  <adec:decorative xmlns:adec="http://schemas.microsoft.com/office/drawing/2017/decorative" val="1"/>
                </a:ext>
              </a:extLst>
            </p:cNvPr>
            <p:cNvSpPr/>
            <p:nvPr/>
          </p:nvSpPr>
          <p:spPr>
            <a:xfrm>
              <a:off x="3025415" y="2230627"/>
              <a:ext cx="495969" cy="450276"/>
            </a:xfrm>
            <a:custGeom>
              <a:avLst/>
              <a:gdLst>
                <a:gd name="connsiteX0" fmla="*/ 342660 w 706663"/>
                <a:gd name="connsiteY0" fmla="*/ 1 h 641559"/>
                <a:gd name="connsiteX1" fmla="*/ 620412 w 706663"/>
                <a:gd name="connsiteY1" fmla="*/ 1 h 641559"/>
                <a:gd name="connsiteX2" fmla="*/ 620412 w 706663"/>
                <a:gd name="connsiteY2" fmla="*/ 45248 h 641559"/>
                <a:gd name="connsiteX3" fmla="*/ 45200 w 706663"/>
                <a:gd name="connsiteY3" fmla="*/ 45248 h 641559"/>
                <a:gd name="connsiteX4" fmla="*/ 45200 w 706663"/>
                <a:gd name="connsiteY4" fmla="*/ 485593 h 641559"/>
                <a:gd name="connsiteX5" fmla="*/ 292922 w 706663"/>
                <a:gd name="connsiteY5" fmla="*/ 485593 h 641559"/>
                <a:gd name="connsiteX6" fmla="*/ 661496 w 706663"/>
                <a:gd name="connsiteY6" fmla="*/ 485593 h 641559"/>
                <a:gd name="connsiteX7" fmla="*/ 661496 w 706663"/>
                <a:gd name="connsiteY7" fmla="*/ 270689 h 641559"/>
                <a:gd name="connsiteX8" fmla="*/ 661496 w 706663"/>
                <a:gd name="connsiteY8" fmla="*/ 87406 h 641559"/>
                <a:gd name="connsiteX9" fmla="*/ 706663 w 706663"/>
                <a:gd name="connsiteY9" fmla="*/ 87406 h 641559"/>
                <a:gd name="connsiteX10" fmla="*/ 706556 w 706663"/>
                <a:gd name="connsiteY10" fmla="*/ 488401 h 641559"/>
                <a:gd name="connsiteX11" fmla="*/ 683956 w 706663"/>
                <a:gd name="connsiteY11" fmla="*/ 525381 h 641559"/>
                <a:gd name="connsiteX12" fmla="*/ 658765 w 706663"/>
                <a:gd name="connsiteY12" fmla="*/ 531208 h 641559"/>
                <a:gd name="connsiteX13" fmla="*/ 380982 w 706663"/>
                <a:gd name="connsiteY13" fmla="*/ 531278 h 641559"/>
                <a:gd name="connsiteX14" fmla="*/ 376049 w 706663"/>
                <a:gd name="connsiteY14" fmla="*/ 531278 h 641559"/>
                <a:gd name="connsiteX15" fmla="*/ 376049 w 706663"/>
                <a:gd name="connsiteY15" fmla="*/ 596122 h 641559"/>
                <a:gd name="connsiteX16" fmla="*/ 380268 w 706663"/>
                <a:gd name="connsiteY16" fmla="*/ 596122 h 641559"/>
                <a:gd name="connsiteX17" fmla="*/ 486740 w 706663"/>
                <a:gd name="connsiteY17" fmla="*/ 596182 h 641559"/>
                <a:gd name="connsiteX18" fmla="*/ 523117 w 706663"/>
                <a:gd name="connsiteY18" fmla="*/ 617276 h 641559"/>
                <a:gd name="connsiteX19" fmla="*/ 529717 w 706663"/>
                <a:gd name="connsiteY19" fmla="*/ 641559 h 641559"/>
                <a:gd name="connsiteX20" fmla="*/ 176169 w 706663"/>
                <a:gd name="connsiteY20" fmla="*/ 641559 h 641559"/>
                <a:gd name="connsiteX21" fmla="*/ 182462 w 706663"/>
                <a:gd name="connsiteY21" fmla="*/ 618290 h 641559"/>
                <a:gd name="connsiteX22" fmla="*/ 209697 w 706663"/>
                <a:gd name="connsiteY22" fmla="*/ 597489 h 641559"/>
                <a:gd name="connsiteX23" fmla="*/ 218625 w 706663"/>
                <a:gd name="connsiteY23" fmla="*/ 596180 h 641559"/>
                <a:gd name="connsiteX24" fmla="*/ 325833 w 706663"/>
                <a:gd name="connsiteY24" fmla="*/ 596122 h 641559"/>
                <a:gd name="connsiteX25" fmla="*/ 330555 w 706663"/>
                <a:gd name="connsiteY25" fmla="*/ 596122 h 641559"/>
                <a:gd name="connsiteX26" fmla="*/ 330555 w 706663"/>
                <a:gd name="connsiteY26" fmla="*/ 531436 h 641559"/>
                <a:gd name="connsiteX27" fmla="*/ 19 w 706663"/>
                <a:gd name="connsiteY27" fmla="*/ 531436 h 641559"/>
                <a:gd name="connsiteX28" fmla="*/ 19 w 706663"/>
                <a:gd name="connsiteY28" fmla="*/ 527255 h 641559"/>
                <a:gd name="connsiteX29" fmla="*/ 119 w 706663"/>
                <a:gd name="connsiteY29" fmla="*/ 45002 h 641559"/>
                <a:gd name="connsiteX30" fmla="*/ 34467 w 706663"/>
                <a:gd name="connsiteY30" fmla="*/ 929 h 641559"/>
                <a:gd name="connsiteX31" fmla="*/ 43141 w 706663"/>
                <a:gd name="connsiteY31" fmla="*/ 37 h 641559"/>
                <a:gd name="connsiteX32" fmla="*/ 342660 w 706663"/>
                <a:gd name="connsiteY32" fmla="*/ 1 h 641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06663" h="641559">
                  <a:moveTo>
                    <a:pt x="342660" y="1"/>
                  </a:moveTo>
                  <a:lnTo>
                    <a:pt x="620412" y="1"/>
                  </a:lnTo>
                  <a:lnTo>
                    <a:pt x="620412" y="45248"/>
                  </a:lnTo>
                  <a:lnTo>
                    <a:pt x="45200" y="45248"/>
                  </a:lnTo>
                  <a:cubicBezTo>
                    <a:pt x="45200" y="192119"/>
                    <a:pt x="45200" y="338692"/>
                    <a:pt x="45200" y="485593"/>
                  </a:cubicBezTo>
                  <a:cubicBezTo>
                    <a:pt x="127683" y="485593"/>
                    <a:pt x="209934" y="485593"/>
                    <a:pt x="292922" y="485593"/>
                  </a:cubicBezTo>
                  <a:cubicBezTo>
                    <a:pt x="415786" y="485593"/>
                    <a:pt x="538650" y="485593"/>
                    <a:pt x="661496" y="485593"/>
                  </a:cubicBezTo>
                  <a:cubicBezTo>
                    <a:pt x="661496" y="413856"/>
                    <a:pt x="661496" y="342265"/>
                    <a:pt x="661496" y="270689"/>
                  </a:cubicBezTo>
                  <a:lnTo>
                    <a:pt x="661496" y="87406"/>
                  </a:lnTo>
                  <a:lnTo>
                    <a:pt x="706663" y="87406"/>
                  </a:lnTo>
                  <a:lnTo>
                    <a:pt x="706556" y="488401"/>
                  </a:lnTo>
                  <a:cubicBezTo>
                    <a:pt x="706534" y="504850"/>
                    <a:pt x="698130" y="517062"/>
                    <a:pt x="683956" y="525381"/>
                  </a:cubicBezTo>
                  <a:cubicBezTo>
                    <a:pt x="676129" y="529975"/>
                    <a:pt x="667495" y="531197"/>
                    <a:pt x="658765" y="531208"/>
                  </a:cubicBezTo>
                  <a:cubicBezTo>
                    <a:pt x="566171" y="531322"/>
                    <a:pt x="473576" y="531278"/>
                    <a:pt x="380982" y="531278"/>
                  </a:cubicBezTo>
                  <a:cubicBezTo>
                    <a:pt x="379412" y="531278"/>
                    <a:pt x="377843" y="531278"/>
                    <a:pt x="376049" y="531278"/>
                  </a:cubicBezTo>
                  <a:cubicBezTo>
                    <a:pt x="376049" y="552922"/>
                    <a:pt x="376049" y="574232"/>
                    <a:pt x="376049" y="596122"/>
                  </a:cubicBezTo>
                  <a:cubicBezTo>
                    <a:pt x="377440" y="596122"/>
                    <a:pt x="378854" y="596122"/>
                    <a:pt x="380268" y="596122"/>
                  </a:cubicBezTo>
                  <a:cubicBezTo>
                    <a:pt x="415759" y="596122"/>
                    <a:pt x="451250" y="595991"/>
                    <a:pt x="486740" y="596182"/>
                  </a:cubicBezTo>
                  <a:cubicBezTo>
                    <a:pt x="502713" y="596267"/>
                    <a:pt x="514656" y="603986"/>
                    <a:pt x="523117" y="617276"/>
                  </a:cubicBezTo>
                  <a:cubicBezTo>
                    <a:pt x="527766" y="624579"/>
                    <a:pt x="530364" y="632507"/>
                    <a:pt x="529717" y="641559"/>
                  </a:cubicBezTo>
                  <a:cubicBezTo>
                    <a:pt x="411853" y="641559"/>
                    <a:pt x="294166" y="641559"/>
                    <a:pt x="176169" y="641559"/>
                  </a:cubicBezTo>
                  <a:cubicBezTo>
                    <a:pt x="176471" y="633185"/>
                    <a:pt x="178257" y="625328"/>
                    <a:pt x="182462" y="618290"/>
                  </a:cubicBezTo>
                  <a:cubicBezTo>
                    <a:pt x="188723" y="607809"/>
                    <a:pt x="197613" y="600440"/>
                    <a:pt x="209697" y="597489"/>
                  </a:cubicBezTo>
                  <a:cubicBezTo>
                    <a:pt x="212610" y="596777"/>
                    <a:pt x="215644" y="596187"/>
                    <a:pt x="218625" y="596180"/>
                  </a:cubicBezTo>
                  <a:cubicBezTo>
                    <a:pt x="254360" y="596091"/>
                    <a:pt x="290097" y="596122"/>
                    <a:pt x="325833" y="596122"/>
                  </a:cubicBezTo>
                  <a:cubicBezTo>
                    <a:pt x="327302" y="596122"/>
                    <a:pt x="328772" y="596122"/>
                    <a:pt x="330555" y="596122"/>
                  </a:cubicBezTo>
                  <a:cubicBezTo>
                    <a:pt x="330555" y="574566"/>
                    <a:pt x="330555" y="553168"/>
                    <a:pt x="330555" y="531436"/>
                  </a:cubicBezTo>
                  <a:cubicBezTo>
                    <a:pt x="220592" y="531436"/>
                    <a:pt x="110615" y="531436"/>
                    <a:pt x="19" y="531436"/>
                  </a:cubicBezTo>
                  <a:cubicBezTo>
                    <a:pt x="19" y="529826"/>
                    <a:pt x="19" y="528540"/>
                    <a:pt x="19" y="527255"/>
                  </a:cubicBezTo>
                  <a:cubicBezTo>
                    <a:pt x="19" y="366504"/>
                    <a:pt x="-65" y="205753"/>
                    <a:pt x="119" y="45002"/>
                  </a:cubicBezTo>
                  <a:cubicBezTo>
                    <a:pt x="144" y="23114"/>
                    <a:pt x="13119" y="6825"/>
                    <a:pt x="34467" y="929"/>
                  </a:cubicBezTo>
                  <a:cubicBezTo>
                    <a:pt x="37233" y="165"/>
                    <a:pt x="40243" y="38"/>
                    <a:pt x="43141" y="37"/>
                  </a:cubicBezTo>
                  <a:cubicBezTo>
                    <a:pt x="142858" y="-7"/>
                    <a:pt x="242575" y="1"/>
                    <a:pt x="342660" y="1"/>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032" name="Freeform: Shape 1031">
              <a:extLst>
                <a:ext uri="{FF2B5EF4-FFF2-40B4-BE49-F238E27FC236}">
                  <a16:creationId xmlns:a16="http://schemas.microsoft.com/office/drawing/2014/main" id="{9798E901-2620-5D57-C670-78F0A20A5F39}"/>
                </a:ext>
                <a:ext uri="{C183D7F6-B498-43B3-948B-1728B52AA6E4}">
                  <adec:decorative xmlns:adec="http://schemas.microsoft.com/office/drawing/2017/decorative" val="1"/>
                </a:ext>
              </a:extLst>
            </p:cNvPr>
            <p:cNvSpPr/>
            <p:nvPr/>
          </p:nvSpPr>
          <p:spPr>
            <a:xfrm>
              <a:off x="3106045" y="2223703"/>
              <a:ext cx="423073" cy="267084"/>
            </a:xfrm>
            <a:custGeom>
              <a:avLst/>
              <a:gdLst>
                <a:gd name="connsiteX0" fmla="*/ 3882932 w 6346099"/>
                <a:gd name="connsiteY0" fmla="*/ 3601417 h 4006255"/>
                <a:gd name="connsiteX1" fmla="*/ 3916275 w 6346099"/>
                <a:gd name="connsiteY1" fmla="*/ 3602718 h 4006255"/>
                <a:gd name="connsiteX2" fmla="*/ 3836810 w 6346099"/>
                <a:gd name="connsiteY2" fmla="*/ 3649160 h 4006255"/>
                <a:gd name="connsiteX3" fmla="*/ 3830950 w 6346099"/>
                <a:gd name="connsiteY3" fmla="*/ 3649126 h 4006255"/>
                <a:gd name="connsiteX4" fmla="*/ 3833979 w 6346099"/>
                <a:gd name="connsiteY4" fmla="*/ 3649358 h 4006255"/>
                <a:gd name="connsiteX5" fmla="*/ 3689403 w 6346099"/>
                <a:gd name="connsiteY5" fmla="*/ 3726747 h 4006255"/>
                <a:gd name="connsiteX6" fmla="*/ 3685111 w 6346099"/>
                <a:gd name="connsiteY6" fmla="*/ 3703923 h 4006255"/>
                <a:gd name="connsiteX7" fmla="*/ 3824830 w 6346099"/>
                <a:gd name="connsiteY7" fmla="*/ 3648655 h 4006255"/>
                <a:gd name="connsiteX8" fmla="*/ 3827668 w 6346099"/>
                <a:gd name="connsiteY8" fmla="*/ 3648873 h 4006255"/>
                <a:gd name="connsiteX9" fmla="*/ 3856577 w 6346099"/>
                <a:gd name="connsiteY9" fmla="*/ 3608982 h 4006255"/>
                <a:gd name="connsiteX10" fmla="*/ 3882932 w 6346099"/>
                <a:gd name="connsiteY10" fmla="*/ 3601417 h 4006255"/>
                <a:gd name="connsiteX11" fmla="*/ 3033156 w 6346099"/>
                <a:gd name="connsiteY11" fmla="*/ 3437299 h 4006255"/>
                <a:gd name="connsiteX12" fmla="*/ 3030038 w 6346099"/>
                <a:gd name="connsiteY12" fmla="*/ 3462598 h 4006255"/>
                <a:gd name="connsiteX13" fmla="*/ 2657131 w 6346099"/>
                <a:gd name="connsiteY13" fmla="*/ 3599512 h 4006255"/>
                <a:gd name="connsiteX14" fmla="*/ 2647223 w 6346099"/>
                <a:gd name="connsiteY14" fmla="*/ 3590661 h 4006255"/>
                <a:gd name="connsiteX15" fmla="*/ 2829627 w 6346099"/>
                <a:gd name="connsiteY15" fmla="*/ 3536642 h 4006255"/>
                <a:gd name="connsiteX16" fmla="*/ 3033156 w 6346099"/>
                <a:gd name="connsiteY16" fmla="*/ 3437299 h 4006255"/>
                <a:gd name="connsiteX17" fmla="*/ 4056747 w 6346099"/>
                <a:gd name="connsiteY17" fmla="*/ 3109754 h 4006255"/>
                <a:gd name="connsiteX18" fmla="*/ 4048055 w 6346099"/>
                <a:gd name="connsiteY18" fmla="*/ 3119856 h 4006255"/>
                <a:gd name="connsiteX19" fmla="*/ 4048590 w 6346099"/>
                <a:gd name="connsiteY19" fmla="*/ 3119772 h 4006255"/>
                <a:gd name="connsiteX20" fmla="*/ 3591647 w 6346099"/>
                <a:gd name="connsiteY20" fmla="*/ 2208045 h 4006255"/>
                <a:gd name="connsiteX21" fmla="*/ 3630631 w 6346099"/>
                <a:gd name="connsiteY21" fmla="*/ 2311764 h 4006255"/>
                <a:gd name="connsiteX22" fmla="*/ 3591647 w 6346099"/>
                <a:gd name="connsiteY22" fmla="*/ 2208045 h 4006255"/>
                <a:gd name="connsiteX23" fmla="*/ 2474219 w 6346099"/>
                <a:gd name="connsiteY23" fmla="*/ 2017467 h 4006255"/>
                <a:gd name="connsiteX24" fmla="*/ 2861055 w 6346099"/>
                <a:gd name="connsiteY24" fmla="*/ 2120973 h 4006255"/>
                <a:gd name="connsiteX25" fmla="*/ 3135087 w 6346099"/>
                <a:gd name="connsiteY25" fmla="*/ 2559022 h 4006255"/>
                <a:gd name="connsiteX26" fmla="*/ 2932323 w 6346099"/>
                <a:gd name="connsiteY26" fmla="*/ 3124780 h 4006255"/>
                <a:gd name="connsiteX27" fmla="*/ 2605618 w 6346099"/>
                <a:gd name="connsiteY27" fmla="*/ 3277564 h 4006255"/>
                <a:gd name="connsiteX28" fmla="*/ 2122588 w 6346099"/>
                <a:gd name="connsiteY28" fmla="*/ 3157408 h 4006255"/>
                <a:gd name="connsiteX29" fmla="*/ 1884943 w 6346099"/>
                <a:gd name="connsiteY29" fmla="*/ 2769459 h 4006255"/>
                <a:gd name="connsiteX30" fmla="*/ 1904416 w 6346099"/>
                <a:gd name="connsiteY30" fmla="*/ 2461541 h 4006255"/>
                <a:gd name="connsiteX31" fmla="*/ 2348363 w 6346099"/>
                <a:gd name="connsiteY31" fmla="*/ 2534886 h 4006255"/>
                <a:gd name="connsiteX32" fmla="*/ 2353392 w 6346099"/>
                <a:gd name="connsiteY32" fmla="*/ 2525819 h 4006255"/>
                <a:gd name="connsiteX33" fmla="*/ 2304333 w 6346099"/>
                <a:gd name="connsiteY33" fmla="*/ 2465698 h 4006255"/>
                <a:gd name="connsiteX34" fmla="*/ 2085564 w 6346099"/>
                <a:gd name="connsiteY34" fmla="*/ 2216339 h 4006255"/>
                <a:gd name="connsiteX35" fmla="*/ 2085566 w 6346099"/>
                <a:gd name="connsiteY35" fmla="*/ 2180524 h 4006255"/>
                <a:gd name="connsiteX36" fmla="*/ 2336562 w 6346099"/>
                <a:gd name="connsiteY36" fmla="*/ 2039288 h 4006255"/>
                <a:gd name="connsiteX37" fmla="*/ 2474219 w 6346099"/>
                <a:gd name="connsiteY37" fmla="*/ 2017467 h 4006255"/>
                <a:gd name="connsiteX38" fmla="*/ 680881 w 6346099"/>
                <a:gd name="connsiteY38" fmla="*/ 1972738 h 4006255"/>
                <a:gd name="connsiteX39" fmla="*/ 654628 w 6346099"/>
                <a:gd name="connsiteY39" fmla="*/ 1996680 h 4006255"/>
                <a:gd name="connsiteX40" fmla="*/ 680881 w 6346099"/>
                <a:gd name="connsiteY40" fmla="*/ 1972738 h 4006255"/>
                <a:gd name="connsiteX41" fmla="*/ 711929 w 6346099"/>
                <a:gd name="connsiteY41" fmla="*/ 1949444 h 4006255"/>
                <a:gd name="connsiteX42" fmla="*/ 688931 w 6346099"/>
                <a:gd name="connsiteY42" fmla="*/ 1969776 h 4006255"/>
                <a:gd name="connsiteX43" fmla="*/ 711929 w 6346099"/>
                <a:gd name="connsiteY43" fmla="*/ 1949444 h 4006255"/>
                <a:gd name="connsiteX44" fmla="*/ 1388220 w 6346099"/>
                <a:gd name="connsiteY44" fmla="*/ 1942582 h 4006255"/>
                <a:gd name="connsiteX45" fmla="*/ 1383800 w 6346099"/>
                <a:gd name="connsiteY45" fmla="*/ 1949152 h 4006255"/>
                <a:gd name="connsiteX46" fmla="*/ 1381739 w 6346099"/>
                <a:gd name="connsiteY46" fmla="*/ 1943997 h 4006255"/>
                <a:gd name="connsiteX47" fmla="*/ 1388220 w 6346099"/>
                <a:gd name="connsiteY47" fmla="*/ 1942582 h 4006255"/>
                <a:gd name="connsiteX48" fmla="*/ 1379361 w 6346099"/>
                <a:gd name="connsiteY48" fmla="*/ 1933624 h 4006255"/>
                <a:gd name="connsiteX49" fmla="*/ 1381740 w 6346099"/>
                <a:gd name="connsiteY49" fmla="*/ 1942058 h 4006255"/>
                <a:gd name="connsiteX50" fmla="*/ 1381735 w 6346099"/>
                <a:gd name="connsiteY50" fmla="*/ 1948847 h 4006255"/>
                <a:gd name="connsiteX51" fmla="*/ 1306905 w 6346099"/>
                <a:gd name="connsiteY51" fmla="*/ 1987401 h 4006255"/>
                <a:gd name="connsiteX52" fmla="*/ 1379361 w 6346099"/>
                <a:gd name="connsiteY52" fmla="*/ 1933624 h 4006255"/>
                <a:gd name="connsiteX53" fmla="*/ 742959 w 6346099"/>
                <a:gd name="connsiteY53" fmla="*/ 1926172 h 4006255"/>
                <a:gd name="connsiteX54" fmla="*/ 719960 w 6346099"/>
                <a:gd name="connsiteY54" fmla="*/ 1946504 h 4006255"/>
                <a:gd name="connsiteX55" fmla="*/ 742959 w 6346099"/>
                <a:gd name="connsiteY55" fmla="*/ 1926172 h 4006255"/>
                <a:gd name="connsiteX56" fmla="*/ 797107 w 6346099"/>
                <a:gd name="connsiteY56" fmla="*/ 1887450 h 4006255"/>
                <a:gd name="connsiteX57" fmla="*/ 750665 w 6346099"/>
                <a:gd name="connsiteY57" fmla="*/ 1923379 h 4006255"/>
                <a:gd name="connsiteX58" fmla="*/ 797107 w 6346099"/>
                <a:gd name="connsiteY58" fmla="*/ 1887450 h 4006255"/>
                <a:gd name="connsiteX59" fmla="*/ 1450164 w 6346099"/>
                <a:gd name="connsiteY59" fmla="*/ 1887032 h 4006255"/>
                <a:gd name="connsiteX60" fmla="*/ 1474239 w 6346099"/>
                <a:gd name="connsiteY60" fmla="*/ 1894167 h 4006255"/>
                <a:gd name="connsiteX61" fmla="*/ 1390734 w 6346099"/>
                <a:gd name="connsiteY61" fmla="*/ 1941494 h 4006255"/>
                <a:gd name="connsiteX62" fmla="*/ 1381740 w 6346099"/>
                <a:gd name="connsiteY62" fmla="*/ 1940442 h 4006255"/>
                <a:gd name="connsiteX63" fmla="*/ 1381740 w 6346099"/>
                <a:gd name="connsiteY63" fmla="*/ 1934625 h 4006255"/>
                <a:gd name="connsiteX64" fmla="*/ 1450164 w 6346099"/>
                <a:gd name="connsiteY64" fmla="*/ 1887032 h 4006255"/>
                <a:gd name="connsiteX65" fmla="*/ 1534651 w 6346099"/>
                <a:gd name="connsiteY65" fmla="*/ 1847215 h 4006255"/>
                <a:gd name="connsiteX66" fmla="*/ 1559571 w 6346099"/>
                <a:gd name="connsiteY66" fmla="*/ 1855381 h 4006255"/>
                <a:gd name="connsiteX67" fmla="*/ 1493073 w 6346099"/>
                <a:gd name="connsiteY67" fmla="*/ 1894320 h 4006255"/>
                <a:gd name="connsiteX68" fmla="*/ 1505947 w 6346099"/>
                <a:gd name="connsiteY68" fmla="*/ 1858813 h 4006255"/>
                <a:gd name="connsiteX69" fmla="*/ 1506464 w 6346099"/>
                <a:gd name="connsiteY69" fmla="*/ 1858290 h 4006255"/>
                <a:gd name="connsiteX70" fmla="*/ 3364583 w 6346099"/>
                <a:gd name="connsiteY70" fmla="*/ 1801571 h 4006255"/>
                <a:gd name="connsiteX71" fmla="*/ 3405772 w 6346099"/>
                <a:gd name="connsiteY71" fmla="*/ 1829900 h 4006255"/>
                <a:gd name="connsiteX72" fmla="*/ 3354613 w 6346099"/>
                <a:gd name="connsiteY72" fmla="*/ 1830609 h 4006255"/>
                <a:gd name="connsiteX73" fmla="*/ 3357932 w 6346099"/>
                <a:gd name="connsiteY73" fmla="*/ 1835551 h 4006255"/>
                <a:gd name="connsiteX74" fmla="*/ 3450731 w 6346099"/>
                <a:gd name="connsiteY74" fmla="*/ 1947623 h 4006255"/>
                <a:gd name="connsiteX75" fmla="*/ 3589799 w 6346099"/>
                <a:gd name="connsiteY75" fmla="*/ 2210291 h 4006255"/>
                <a:gd name="connsiteX76" fmla="*/ 3631245 w 6346099"/>
                <a:gd name="connsiteY76" fmla="*/ 2321087 h 4006255"/>
                <a:gd name="connsiteX77" fmla="*/ 3654037 w 6346099"/>
                <a:gd name="connsiteY77" fmla="*/ 2400300 h 4006255"/>
                <a:gd name="connsiteX78" fmla="*/ 3669737 w 6346099"/>
                <a:gd name="connsiteY78" fmla="*/ 2812607 h 4006255"/>
                <a:gd name="connsiteX79" fmla="*/ 3654879 w 6346099"/>
                <a:gd name="connsiteY79" fmla="*/ 2873334 h 4006255"/>
                <a:gd name="connsiteX80" fmla="*/ 3632243 w 6346099"/>
                <a:gd name="connsiteY80" fmla="*/ 2966768 h 4006255"/>
                <a:gd name="connsiteX81" fmla="*/ 3602005 w 6346099"/>
                <a:gd name="connsiteY81" fmla="*/ 3006034 h 4006255"/>
                <a:gd name="connsiteX82" fmla="*/ 3635055 w 6346099"/>
                <a:gd name="connsiteY82" fmla="*/ 2966566 h 4006255"/>
                <a:gd name="connsiteX83" fmla="*/ 3537458 w 6346099"/>
                <a:gd name="connsiteY83" fmla="*/ 3223480 h 4006255"/>
                <a:gd name="connsiteX84" fmla="*/ 3511768 w 6346099"/>
                <a:gd name="connsiteY84" fmla="*/ 3244953 h 4006255"/>
                <a:gd name="connsiteX85" fmla="*/ 3509259 w 6346099"/>
                <a:gd name="connsiteY85" fmla="*/ 3251595 h 4006255"/>
                <a:gd name="connsiteX86" fmla="*/ 3511293 w 6346099"/>
                <a:gd name="connsiteY86" fmla="*/ 3267784 h 4006255"/>
                <a:gd name="connsiteX87" fmla="*/ 3440662 w 6346099"/>
                <a:gd name="connsiteY87" fmla="*/ 3370349 h 4006255"/>
                <a:gd name="connsiteX88" fmla="*/ 3365244 w 6346099"/>
                <a:gd name="connsiteY88" fmla="*/ 3474067 h 4006255"/>
                <a:gd name="connsiteX89" fmla="*/ 3375765 w 6346099"/>
                <a:gd name="connsiteY89" fmla="*/ 3491864 h 4006255"/>
                <a:gd name="connsiteX90" fmla="*/ 3401497 w 6346099"/>
                <a:gd name="connsiteY90" fmla="*/ 3484732 h 4006255"/>
                <a:gd name="connsiteX91" fmla="*/ 3375969 w 6346099"/>
                <a:gd name="connsiteY91" fmla="*/ 3491625 h 4006255"/>
                <a:gd name="connsiteX92" fmla="*/ 3366868 w 6346099"/>
                <a:gd name="connsiteY92" fmla="*/ 3472150 h 4006255"/>
                <a:gd name="connsiteX93" fmla="*/ 3619940 w 6346099"/>
                <a:gd name="connsiteY93" fmla="*/ 3353614 h 4006255"/>
                <a:gd name="connsiteX94" fmla="*/ 3987303 w 6346099"/>
                <a:gd name="connsiteY94" fmla="*/ 3134573 h 4006255"/>
                <a:gd name="connsiteX95" fmla="*/ 4002879 w 6346099"/>
                <a:gd name="connsiteY95" fmla="*/ 3126969 h 4006255"/>
                <a:gd name="connsiteX96" fmla="*/ 3998312 w 6346099"/>
                <a:gd name="connsiteY96" fmla="*/ 3144002 h 4006255"/>
                <a:gd name="connsiteX97" fmla="*/ 3989636 w 6346099"/>
                <a:gd name="connsiteY97" fmla="*/ 3158052 h 4006255"/>
                <a:gd name="connsiteX98" fmla="*/ 3998661 w 6346099"/>
                <a:gd name="connsiteY98" fmla="*/ 3143545 h 4006255"/>
                <a:gd name="connsiteX99" fmla="*/ 4005675 w 6346099"/>
                <a:gd name="connsiteY99" fmla="*/ 3123307 h 4006255"/>
                <a:gd name="connsiteX100" fmla="*/ 4013881 w 6346099"/>
                <a:gd name="connsiteY100" fmla="*/ 3125275 h 4006255"/>
                <a:gd name="connsiteX101" fmla="*/ 4044432 w 6346099"/>
                <a:gd name="connsiteY101" fmla="*/ 3120432 h 4006255"/>
                <a:gd name="connsiteX102" fmla="*/ 4010899 w 6346099"/>
                <a:gd name="connsiteY102" fmla="*/ 3123995 h 4006255"/>
                <a:gd name="connsiteX103" fmla="*/ 4057244 w 6346099"/>
                <a:gd name="connsiteY103" fmla="*/ 3088148 h 4006255"/>
                <a:gd name="connsiteX104" fmla="*/ 4057326 w 6346099"/>
                <a:gd name="connsiteY104" fmla="*/ 3109042 h 4006255"/>
                <a:gd name="connsiteX105" fmla="*/ 4058525 w 6346099"/>
                <a:gd name="connsiteY105" fmla="*/ 3107570 h 4006255"/>
                <a:gd name="connsiteX106" fmla="*/ 4059976 w 6346099"/>
                <a:gd name="connsiteY106" fmla="*/ 3084522 h 4006255"/>
                <a:gd name="connsiteX107" fmla="*/ 4068362 w 6346099"/>
                <a:gd name="connsiteY107" fmla="*/ 3086478 h 4006255"/>
                <a:gd name="connsiteX108" fmla="*/ 4086174 w 6346099"/>
                <a:gd name="connsiteY108" fmla="*/ 3084968 h 4006255"/>
                <a:gd name="connsiteX109" fmla="*/ 4065288 w 6346099"/>
                <a:gd name="connsiteY109" fmla="*/ 3085204 h 4006255"/>
                <a:gd name="connsiteX110" fmla="*/ 4088477 w 6346099"/>
                <a:gd name="connsiteY110" fmla="*/ 3064753 h 4006255"/>
                <a:gd name="connsiteX111" fmla="*/ 4089162 w 6346099"/>
                <a:gd name="connsiteY111" fmla="*/ 3084714 h 4006255"/>
                <a:gd name="connsiteX112" fmla="*/ 4089871 w 6346099"/>
                <a:gd name="connsiteY112" fmla="*/ 3084654 h 4006255"/>
                <a:gd name="connsiteX113" fmla="*/ 4091013 w 6346099"/>
                <a:gd name="connsiteY113" fmla="*/ 3061242 h 4006255"/>
                <a:gd name="connsiteX114" fmla="*/ 4098599 w 6346099"/>
                <a:gd name="connsiteY114" fmla="*/ 3063100 h 4006255"/>
                <a:gd name="connsiteX115" fmla="*/ 4111775 w 6346099"/>
                <a:gd name="connsiteY115" fmla="*/ 3063191 h 4006255"/>
                <a:gd name="connsiteX116" fmla="*/ 4095925 w 6346099"/>
                <a:gd name="connsiteY116" fmla="*/ 3061877 h 4006255"/>
                <a:gd name="connsiteX117" fmla="*/ 4117387 w 6346099"/>
                <a:gd name="connsiteY117" fmla="*/ 3043473 h 4006255"/>
                <a:gd name="connsiteX118" fmla="*/ 4118720 w 6346099"/>
                <a:gd name="connsiteY118" fmla="*/ 3063240 h 4006255"/>
                <a:gd name="connsiteX119" fmla="*/ 4119663 w 6346099"/>
                <a:gd name="connsiteY119" fmla="*/ 3063246 h 4006255"/>
                <a:gd name="connsiteX120" fmla="*/ 4121982 w 6346099"/>
                <a:gd name="connsiteY120" fmla="*/ 3038057 h 4006255"/>
                <a:gd name="connsiteX121" fmla="*/ 4544934 w 6346099"/>
                <a:gd name="connsiteY121" fmla="*/ 2652451 h 4006255"/>
                <a:gd name="connsiteX122" fmla="*/ 4483191 w 6346099"/>
                <a:gd name="connsiteY122" fmla="*/ 2581636 h 4006255"/>
                <a:gd name="connsiteX123" fmla="*/ 4263219 w 6346099"/>
                <a:gd name="connsiteY123" fmla="*/ 2385410 h 4006255"/>
                <a:gd name="connsiteX124" fmla="*/ 3916718 w 6346099"/>
                <a:gd name="connsiteY124" fmla="*/ 2121613 h 4006255"/>
                <a:gd name="connsiteX125" fmla="*/ 3405105 w 6346099"/>
                <a:gd name="connsiteY125" fmla="*/ 1827316 h 4006255"/>
                <a:gd name="connsiteX126" fmla="*/ 3364566 w 6346099"/>
                <a:gd name="connsiteY126" fmla="*/ 1801560 h 4006255"/>
                <a:gd name="connsiteX127" fmla="*/ 3338711 w 6346099"/>
                <a:gd name="connsiteY127" fmla="*/ 1806925 h 4006255"/>
                <a:gd name="connsiteX128" fmla="*/ 3352418 w 6346099"/>
                <a:gd name="connsiteY128" fmla="*/ 1802408 h 4006255"/>
                <a:gd name="connsiteX129" fmla="*/ 2095415 w 6346099"/>
                <a:gd name="connsiteY129" fmla="*/ 1771709 h 4006255"/>
                <a:gd name="connsiteX130" fmla="*/ 2125865 w 6346099"/>
                <a:gd name="connsiteY130" fmla="*/ 1777805 h 4006255"/>
                <a:gd name="connsiteX131" fmla="*/ 2028358 w 6346099"/>
                <a:gd name="connsiteY131" fmla="*/ 1832246 h 4006255"/>
                <a:gd name="connsiteX132" fmla="*/ 2050269 w 6346099"/>
                <a:gd name="connsiteY132" fmla="*/ 1792038 h 4006255"/>
                <a:gd name="connsiteX133" fmla="*/ 2052036 w 6346099"/>
                <a:gd name="connsiteY133" fmla="*/ 1790584 h 4006255"/>
                <a:gd name="connsiteX134" fmla="*/ 2790573 w 6346099"/>
                <a:gd name="connsiteY134" fmla="*/ 1729558 h 4006255"/>
                <a:gd name="connsiteX135" fmla="*/ 2796046 w 6346099"/>
                <a:gd name="connsiteY135" fmla="*/ 1730187 h 4006255"/>
                <a:gd name="connsiteX136" fmla="*/ 2795732 w 6346099"/>
                <a:gd name="connsiteY136" fmla="*/ 1729996 h 4006255"/>
                <a:gd name="connsiteX137" fmla="*/ 2519043 w 6346099"/>
                <a:gd name="connsiteY137" fmla="*/ 1704457 h 4006255"/>
                <a:gd name="connsiteX138" fmla="*/ 2290248 w 6346099"/>
                <a:gd name="connsiteY138" fmla="*/ 1729117 h 4006255"/>
                <a:gd name="connsiteX139" fmla="*/ 2124966 w 6346099"/>
                <a:gd name="connsiteY139" fmla="*/ 1775226 h 4006255"/>
                <a:gd name="connsiteX140" fmla="*/ 2063189 w 6346099"/>
                <a:gd name="connsiteY140" fmla="*/ 1781402 h 4006255"/>
                <a:gd name="connsiteX141" fmla="*/ 2052036 w 6346099"/>
                <a:gd name="connsiteY141" fmla="*/ 1790584 h 4006255"/>
                <a:gd name="connsiteX142" fmla="*/ 2050759 w 6346099"/>
                <a:gd name="connsiteY142" fmla="*/ 1791138 h 4006255"/>
                <a:gd name="connsiteX143" fmla="*/ 2050269 w 6346099"/>
                <a:gd name="connsiteY143" fmla="*/ 1792038 h 4006255"/>
                <a:gd name="connsiteX144" fmla="*/ 2036136 w 6346099"/>
                <a:gd name="connsiteY144" fmla="*/ 1803671 h 4006255"/>
                <a:gd name="connsiteX145" fmla="*/ 2020060 w 6346099"/>
                <a:gd name="connsiteY145" fmla="*/ 1833618 h 4006255"/>
                <a:gd name="connsiteX146" fmla="*/ 2004896 w 6346099"/>
                <a:gd name="connsiteY146" fmla="*/ 1834253 h 4006255"/>
                <a:gd name="connsiteX147" fmla="*/ 1910238 w 6346099"/>
                <a:gd name="connsiteY147" fmla="*/ 1914447 h 4006255"/>
                <a:gd name="connsiteX148" fmla="*/ 1814334 w 6346099"/>
                <a:gd name="connsiteY148" fmla="*/ 1913074 h 4006255"/>
                <a:gd name="connsiteX149" fmla="*/ 1764346 w 6346099"/>
                <a:gd name="connsiteY149" fmla="*/ 1855738 h 4006255"/>
                <a:gd name="connsiteX150" fmla="*/ 1670695 w 6346099"/>
                <a:gd name="connsiteY150" fmla="*/ 1810246 h 4006255"/>
                <a:gd name="connsiteX151" fmla="*/ 1637336 w 6346099"/>
                <a:gd name="connsiteY151" fmla="*/ 1826079 h 4006255"/>
                <a:gd name="connsiteX152" fmla="*/ 1615341 w 6346099"/>
                <a:gd name="connsiteY152" fmla="*/ 1836471 h 4006255"/>
                <a:gd name="connsiteX153" fmla="*/ 1584384 w 6346099"/>
                <a:gd name="connsiteY153" fmla="*/ 1845193 h 4006255"/>
                <a:gd name="connsiteX154" fmla="*/ 1583607 w 6346099"/>
                <a:gd name="connsiteY154" fmla="*/ 1845411 h 4006255"/>
                <a:gd name="connsiteX155" fmla="*/ 1581438 w 6346099"/>
                <a:gd name="connsiteY155" fmla="*/ 1854975 h 4006255"/>
                <a:gd name="connsiteX156" fmla="*/ 1558672 w 6346099"/>
                <a:gd name="connsiteY156" fmla="*/ 1852805 h 4006255"/>
                <a:gd name="connsiteX157" fmla="*/ 1513073 w 6346099"/>
                <a:gd name="connsiteY157" fmla="*/ 1851614 h 4006255"/>
                <a:gd name="connsiteX158" fmla="*/ 1506464 w 6346099"/>
                <a:gd name="connsiteY158" fmla="*/ 1858290 h 4006255"/>
                <a:gd name="connsiteX159" fmla="*/ 1506082 w 6346099"/>
                <a:gd name="connsiteY159" fmla="*/ 1858440 h 4006255"/>
                <a:gd name="connsiteX160" fmla="*/ 1505947 w 6346099"/>
                <a:gd name="connsiteY160" fmla="*/ 1858813 h 4006255"/>
                <a:gd name="connsiteX161" fmla="*/ 1496461 w 6346099"/>
                <a:gd name="connsiteY161" fmla="*/ 1868395 h 4006255"/>
                <a:gd name="connsiteX162" fmla="*/ 1485336 w 6346099"/>
                <a:gd name="connsiteY162" fmla="*/ 1895692 h 4006255"/>
                <a:gd name="connsiteX163" fmla="*/ 1473339 w 6346099"/>
                <a:gd name="connsiteY163" fmla="*/ 1891587 h 4006255"/>
                <a:gd name="connsiteX164" fmla="*/ 1376980 w 6346099"/>
                <a:gd name="connsiteY164" fmla="*/ 1932625 h 4006255"/>
                <a:gd name="connsiteX165" fmla="*/ 1298141 w 6346099"/>
                <a:gd name="connsiteY165" fmla="*/ 1988767 h 4006255"/>
                <a:gd name="connsiteX166" fmla="*/ 1253545 w 6346099"/>
                <a:gd name="connsiteY166" fmla="*/ 2015839 h 4006255"/>
                <a:gd name="connsiteX167" fmla="*/ 1165438 w 6346099"/>
                <a:gd name="connsiteY167" fmla="*/ 2069409 h 4006255"/>
                <a:gd name="connsiteX168" fmla="*/ 1082809 w 6346099"/>
                <a:gd name="connsiteY168" fmla="*/ 2122453 h 4006255"/>
                <a:gd name="connsiteX169" fmla="*/ 880982 w 6346099"/>
                <a:gd name="connsiteY169" fmla="*/ 2276864 h 4006255"/>
                <a:gd name="connsiteX170" fmla="*/ 721132 w 6346099"/>
                <a:gd name="connsiteY170" fmla="*/ 2412949 h 4006255"/>
                <a:gd name="connsiteX171" fmla="*/ 464664 w 6346099"/>
                <a:gd name="connsiteY171" fmla="*/ 2644012 h 4006255"/>
                <a:gd name="connsiteX172" fmla="*/ 1653437 w 6346099"/>
                <a:gd name="connsiteY172" fmla="*/ 3468017 h 4006255"/>
                <a:gd name="connsiteX173" fmla="*/ 1368943 w 6346099"/>
                <a:gd name="connsiteY173" fmla="*/ 2370046 h 4006255"/>
                <a:gd name="connsiteX174" fmla="*/ 1591690 w 6346099"/>
                <a:gd name="connsiteY174" fmla="*/ 2409972 h 4006255"/>
                <a:gd name="connsiteX175" fmla="*/ 1569324 w 6346099"/>
                <a:gd name="connsiteY175" fmla="*/ 2553173 h 4006255"/>
                <a:gd name="connsiteX176" fmla="*/ 1585054 w 6346099"/>
                <a:gd name="connsiteY176" fmla="*/ 2832351 h 4006255"/>
                <a:gd name="connsiteX177" fmla="*/ 1815756 w 6346099"/>
                <a:gd name="connsiteY177" fmla="*/ 3286538 h 4006255"/>
                <a:gd name="connsiteX178" fmla="*/ 1996135 w 6346099"/>
                <a:gd name="connsiteY178" fmla="*/ 3451621 h 4006255"/>
                <a:gd name="connsiteX179" fmla="*/ 2014503 w 6346099"/>
                <a:gd name="connsiteY179" fmla="*/ 3470611 h 4006255"/>
                <a:gd name="connsiteX180" fmla="*/ 1995520 w 6346099"/>
                <a:gd name="connsiteY180" fmla="*/ 3449031 h 4006255"/>
                <a:gd name="connsiteX181" fmla="*/ 2153248 w 6346099"/>
                <a:gd name="connsiteY181" fmla="*/ 3523557 h 4006255"/>
                <a:gd name="connsiteX182" fmla="*/ 2379275 w 6346099"/>
                <a:gd name="connsiteY182" fmla="*/ 3587685 h 4006255"/>
                <a:gd name="connsiteX183" fmla="*/ 2361519 w 6346099"/>
                <a:gd name="connsiteY183" fmla="*/ 3598626 h 4006255"/>
                <a:gd name="connsiteX184" fmla="*/ 2388133 w 6346099"/>
                <a:gd name="connsiteY184" fmla="*/ 3587123 h 4006255"/>
                <a:gd name="connsiteX185" fmla="*/ 2414881 w 6346099"/>
                <a:gd name="connsiteY185" fmla="*/ 3598458 h 4006255"/>
                <a:gd name="connsiteX186" fmla="*/ 2443935 w 6346099"/>
                <a:gd name="connsiteY186" fmla="*/ 3594878 h 4006255"/>
                <a:gd name="connsiteX187" fmla="*/ 2578972 w 6346099"/>
                <a:gd name="connsiteY187" fmla="*/ 3602095 h 4006255"/>
                <a:gd name="connsiteX188" fmla="*/ 2600514 w 6346099"/>
                <a:gd name="connsiteY188" fmla="*/ 3597692 h 4006255"/>
                <a:gd name="connsiteX189" fmla="*/ 2648242 w 6346099"/>
                <a:gd name="connsiteY189" fmla="*/ 3593063 h 4006255"/>
                <a:gd name="connsiteX190" fmla="*/ 2657131 w 6346099"/>
                <a:gd name="connsiteY190" fmla="*/ 3599513 h 4006255"/>
                <a:gd name="connsiteX191" fmla="*/ 3030038 w 6346099"/>
                <a:gd name="connsiteY191" fmla="*/ 3462599 h 4006255"/>
                <a:gd name="connsiteX192" fmla="*/ 3035984 w 6346099"/>
                <a:gd name="connsiteY192" fmla="*/ 3433617 h 4006255"/>
                <a:gd name="connsiteX193" fmla="*/ 3044007 w 6346099"/>
                <a:gd name="connsiteY193" fmla="*/ 3435533 h 4006255"/>
                <a:gd name="connsiteX194" fmla="*/ 3069904 w 6346099"/>
                <a:gd name="connsiteY194" fmla="*/ 3432079 h 4006255"/>
                <a:gd name="connsiteX195" fmla="*/ 3041119 w 6346099"/>
                <a:gd name="connsiteY195" fmla="*/ 3434273 h 4006255"/>
                <a:gd name="connsiteX196" fmla="*/ 3085344 w 6346099"/>
                <a:gd name="connsiteY196" fmla="*/ 3400328 h 4006255"/>
                <a:gd name="connsiteX197" fmla="*/ 3085388 w 6346099"/>
                <a:gd name="connsiteY197" fmla="*/ 3420769 h 4006255"/>
                <a:gd name="connsiteX198" fmla="*/ 3076955 w 6346099"/>
                <a:gd name="connsiteY198" fmla="*/ 3431138 h 4006255"/>
                <a:gd name="connsiteX199" fmla="*/ 3077569 w 6346099"/>
                <a:gd name="connsiteY199" fmla="*/ 3431057 h 4006255"/>
                <a:gd name="connsiteX200" fmla="*/ 3090162 w 6346099"/>
                <a:gd name="connsiteY200" fmla="*/ 3394974 h 4006255"/>
                <a:gd name="connsiteX201" fmla="*/ 3240906 w 6346099"/>
                <a:gd name="connsiteY201" fmla="*/ 3253134 h 4006255"/>
                <a:gd name="connsiteX202" fmla="*/ 3267104 w 6346099"/>
                <a:gd name="connsiteY202" fmla="*/ 3240301 h 4006255"/>
                <a:gd name="connsiteX203" fmla="*/ 3237894 w 6346099"/>
                <a:gd name="connsiteY203" fmla="*/ 3253099 h 4006255"/>
                <a:gd name="connsiteX204" fmla="*/ 3273428 w 6346099"/>
                <a:gd name="connsiteY204" fmla="*/ 3205263 h 4006255"/>
                <a:gd name="connsiteX205" fmla="*/ 3276214 w 6346099"/>
                <a:gd name="connsiteY205" fmla="*/ 3235837 h 4006255"/>
                <a:gd name="connsiteX206" fmla="*/ 3276811 w 6346099"/>
                <a:gd name="connsiteY206" fmla="*/ 3235545 h 4006255"/>
                <a:gd name="connsiteX207" fmla="*/ 3274867 w 6346099"/>
                <a:gd name="connsiteY207" fmla="*/ 3199257 h 4006255"/>
                <a:gd name="connsiteX208" fmla="*/ 3282449 w 6346099"/>
                <a:gd name="connsiteY208" fmla="*/ 3196465 h 4006255"/>
                <a:gd name="connsiteX209" fmla="*/ 3303535 w 6346099"/>
                <a:gd name="connsiteY209" fmla="*/ 3185073 h 4006255"/>
                <a:gd name="connsiteX210" fmla="*/ 3320591 w 6346099"/>
                <a:gd name="connsiteY210" fmla="*/ 3171118 h 4006255"/>
                <a:gd name="connsiteX211" fmla="*/ 3303146 w 6346099"/>
                <a:gd name="connsiteY211" fmla="*/ 3184962 h 4006255"/>
                <a:gd name="connsiteX212" fmla="*/ 3279334 w 6346099"/>
                <a:gd name="connsiteY212" fmla="*/ 3195584 h 4006255"/>
                <a:gd name="connsiteX213" fmla="*/ 3421818 w 6346099"/>
                <a:gd name="connsiteY213" fmla="*/ 2888908 h 4006255"/>
                <a:gd name="connsiteX214" fmla="*/ 3433898 w 6346099"/>
                <a:gd name="connsiteY214" fmla="*/ 2843474 h 4006255"/>
                <a:gd name="connsiteX215" fmla="*/ 3445100 w 6346099"/>
                <a:gd name="connsiteY215" fmla="*/ 2861259 h 4006255"/>
                <a:gd name="connsiteX216" fmla="*/ 3437354 w 6346099"/>
                <a:gd name="connsiteY216" fmla="*/ 2835386 h 4006255"/>
                <a:gd name="connsiteX217" fmla="*/ 3435470 w 6346099"/>
                <a:gd name="connsiteY217" fmla="*/ 2452523 h 4006255"/>
                <a:gd name="connsiteX218" fmla="*/ 3389919 w 6346099"/>
                <a:gd name="connsiteY218" fmla="*/ 2309781 h 4006255"/>
                <a:gd name="connsiteX219" fmla="*/ 3377201 w 6346099"/>
                <a:gd name="connsiteY219" fmla="*/ 2273521 h 4006255"/>
                <a:gd name="connsiteX220" fmla="*/ 3366536 w 6346099"/>
                <a:gd name="connsiteY220" fmla="*/ 2255339 h 4006255"/>
                <a:gd name="connsiteX221" fmla="*/ 3314340 w 6346099"/>
                <a:gd name="connsiteY221" fmla="*/ 2163745 h 4006255"/>
                <a:gd name="connsiteX222" fmla="*/ 3091314 w 6346099"/>
                <a:gd name="connsiteY222" fmla="*/ 1908413 h 4006255"/>
                <a:gd name="connsiteX223" fmla="*/ 2831041 w 6346099"/>
                <a:gd name="connsiteY223" fmla="*/ 1757470 h 4006255"/>
                <a:gd name="connsiteX224" fmla="*/ 2814269 w 6346099"/>
                <a:gd name="connsiteY224" fmla="*/ 1741280 h 4006255"/>
                <a:gd name="connsiteX225" fmla="*/ 2803395 w 6346099"/>
                <a:gd name="connsiteY225" fmla="*/ 1734660 h 4006255"/>
                <a:gd name="connsiteX226" fmla="*/ 2814700 w 6346099"/>
                <a:gd name="connsiteY226" fmla="*/ 1742375 h 4006255"/>
                <a:gd name="connsiteX227" fmla="*/ 2831714 w 6346099"/>
                <a:gd name="connsiteY227" fmla="*/ 1760070 h 4006255"/>
                <a:gd name="connsiteX228" fmla="*/ 2756123 w 6346099"/>
                <a:gd name="connsiteY228" fmla="*/ 1739983 h 4006255"/>
                <a:gd name="connsiteX229" fmla="*/ 2777150 w 6346099"/>
                <a:gd name="connsiteY229" fmla="*/ 1728415 h 4006255"/>
                <a:gd name="connsiteX230" fmla="*/ 2773759 w 6346099"/>
                <a:gd name="connsiteY230" fmla="*/ 1728127 h 4006255"/>
                <a:gd name="connsiteX231" fmla="*/ 2746675 w 6346099"/>
                <a:gd name="connsiteY231" fmla="*/ 1740185 h 4006255"/>
                <a:gd name="connsiteX232" fmla="*/ 2519043 w 6346099"/>
                <a:gd name="connsiteY232" fmla="*/ 1704457 h 4006255"/>
                <a:gd name="connsiteX233" fmla="*/ 1219603 w 6346099"/>
                <a:gd name="connsiteY233" fmla="*/ 1656345 h 4006255"/>
                <a:gd name="connsiteX234" fmla="*/ 1095664 w 6346099"/>
                <a:gd name="connsiteY234" fmla="*/ 1718661 h 4006255"/>
                <a:gd name="connsiteX235" fmla="*/ 1001706 w 6346099"/>
                <a:gd name="connsiteY235" fmla="*/ 1777373 h 4006255"/>
                <a:gd name="connsiteX236" fmla="*/ 1095663 w 6346099"/>
                <a:gd name="connsiteY236" fmla="*/ 1718662 h 4006255"/>
                <a:gd name="connsiteX237" fmla="*/ 1937871 w 6346099"/>
                <a:gd name="connsiteY237" fmla="*/ 1374687 h 4006255"/>
                <a:gd name="connsiteX238" fmla="*/ 1806434 w 6346099"/>
                <a:gd name="connsiteY238" fmla="*/ 1410343 h 4006255"/>
                <a:gd name="connsiteX239" fmla="*/ 1578719 w 6346099"/>
                <a:gd name="connsiteY239" fmla="*/ 1495901 h 4006255"/>
                <a:gd name="connsiteX240" fmla="*/ 1546738 w 6346099"/>
                <a:gd name="connsiteY240" fmla="*/ 1509121 h 4006255"/>
                <a:gd name="connsiteX241" fmla="*/ 1578718 w 6346099"/>
                <a:gd name="connsiteY241" fmla="*/ 1495903 h 4006255"/>
                <a:gd name="connsiteX242" fmla="*/ 1806433 w 6346099"/>
                <a:gd name="connsiteY242" fmla="*/ 1410344 h 4006255"/>
                <a:gd name="connsiteX243" fmla="*/ 2612058 w 6346099"/>
                <a:gd name="connsiteY243" fmla="*/ 1291879 h 4006255"/>
                <a:gd name="connsiteX244" fmla="*/ 2749491 w 6346099"/>
                <a:gd name="connsiteY244" fmla="*/ 1311167 h 4006255"/>
                <a:gd name="connsiteX245" fmla="*/ 2878220 w 6346099"/>
                <a:gd name="connsiteY245" fmla="*/ 1320529 h 4006255"/>
                <a:gd name="connsiteX246" fmla="*/ 2897487 w 6346099"/>
                <a:gd name="connsiteY246" fmla="*/ 1322576 h 4006255"/>
                <a:gd name="connsiteX247" fmla="*/ 2902203 w 6346099"/>
                <a:gd name="connsiteY247" fmla="*/ 1323077 h 4006255"/>
                <a:gd name="connsiteX248" fmla="*/ 2925506 w 6346099"/>
                <a:gd name="connsiteY248" fmla="*/ 1328951 h 4006255"/>
                <a:gd name="connsiteX249" fmla="*/ 2933293 w 6346099"/>
                <a:gd name="connsiteY249" fmla="*/ 1332528 h 4006255"/>
                <a:gd name="connsiteX250" fmla="*/ 3049956 w 6346099"/>
                <a:gd name="connsiteY250" fmla="*/ 1352965 h 4006255"/>
                <a:gd name="connsiteX251" fmla="*/ 3172908 w 6346099"/>
                <a:gd name="connsiteY251" fmla="*/ 1380243 h 4006255"/>
                <a:gd name="connsiteX252" fmla="*/ 3824568 w 6346099"/>
                <a:gd name="connsiteY252" fmla="*/ 1640292 h 4006255"/>
                <a:gd name="connsiteX253" fmla="*/ 4065456 w 6346099"/>
                <a:gd name="connsiteY253" fmla="*/ 1784269 h 4006255"/>
                <a:gd name="connsiteX254" fmla="*/ 3997073 w 6346099"/>
                <a:gd name="connsiteY254" fmla="*/ 1756043 h 4006255"/>
                <a:gd name="connsiteX255" fmla="*/ 3406581 w 6346099"/>
                <a:gd name="connsiteY255" fmla="*/ 1473576 h 4006255"/>
                <a:gd name="connsiteX256" fmla="*/ 2973056 w 6346099"/>
                <a:gd name="connsiteY256" fmla="*/ 1350794 h 4006255"/>
                <a:gd name="connsiteX257" fmla="*/ 2973043 w 6346099"/>
                <a:gd name="connsiteY257" fmla="*/ 1350788 h 4006255"/>
                <a:gd name="connsiteX258" fmla="*/ 2973055 w 6346099"/>
                <a:gd name="connsiteY258" fmla="*/ 1350794 h 4006255"/>
                <a:gd name="connsiteX259" fmla="*/ 3406581 w 6346099"/>
                <a:gd name="connsiteY259" fmla="*/ 1473577 h 4006255"/>
                <a:gd name="connsiteX260" fmla="*/ 3997072 w 6346099"/>
                <a:gd name="connsiteY260" fmla="*/ 1756044 h 4006255"/>
                <a:gd name="connsiteX261" fmla="*/ 4066551 w 6346099"/>
                <a:gd name="connsiteY261" fmla="*/ 1786763 h 4006255"/>
                <a:gd name="connsiteX262" fmla="*/ 4066823 w 6346099"/>
                <a:gd name="connsiteY262" fmla="*/ 1789296 h 4006255"/>
                <a:gd name="connsiteX263" fmla="*/ 4089823 w 6346099"/>
                <a:gd name="connsiteY263" fmla="*/ 1802277 h 4006255"/>
                <a:gd name="connsiteX264" fmla="*/ 4090096 w 6346099"/>
                <a:gd name="connsiteY264" fmla="*/ 1804811 h 4006255"/>
                <a:gd name="connsiteX265" fmla="*/ 4113096 w 6346099"/>
                <a:gd name="connsiteY265" fmla="*/ 1817792 h 4006255"/>
                <a:gd name="connsiteX266" fmla="*/ 4113368 w 6346099"/>
                <a:gd name="connsiteY266" fmla="*/ 1820326 h 4006255"/>
                <a:gd name="connsiteX267" fmla="*/ 4136368 w 6346099"/>
                <a:gd name="connsiteY267" fmla="*/ 1833307 h 4006255"/>
                <a:gd name="connsiteX268" fmla="*/ 4136640 w 6346099"/>
                <a:gd name="connsiteY268" fmla="*/ 1835841 h 4006255"/>
                <a:gd name="connsiteX269" fmla="*/ 4159640 w 6346099"/>
                <a:gd name="connsiteY269" fmla="*/ 1848822 h 4006255"/>
                <a:gd name="connsiteX270" fmla="*/ 4159913 w 6346099"/>
                <a:gd name="connsiteY270" fmla="*/ 1851356 h 4006255"/>
                <a:gd name="connsiteX271" fmla="*/ 4182913 w 6346099"/>
                <a:gd name="connsiteY271" fmla="*/ 1864337 h 4006255"/>
                <a:gd name="connsiteX272" fmla="*/ 4183185 w 6346099"/>
                <a:gd name="connsiteY272" fmla="*/ 1866871 h 4006255"/>
                <a:gd name="connsiteX273" fmla="*/ 4206185 w 6346099"/>
                <a:gd name="connsiteY273" fmla="*/ 1879852 h 4006255"/>
                <a:gd name="connsiteX274" fmla="*/ 4206469 w 6346099"/>
                <a:gd name="connsiteY274" fmla="*/ 1882395 h 4006255"/>
                <a:gd name="connsiteX275" fmla="*/ 4229613 w 6346099"/>
                <a:gd name="connsiteY275" fmla="*/ 1895506 h 4006255"/>
                <a:gd name="connsiteX276" fmla="*/ 4259885 w 6346099"/>
                <a:gd name="connsiteY276" fmla="*/ 1918470 h 4006255"/>
                <a:gd name="connsiteX277" fmla="*/ 4271866 w 6346099"/>
                <a:gd name="connsiteY277" fmla="*/ 1926359 h 4006255"/>
                <a:gd name="connsiteX278" fmla="*/ 4283915 w 6346099"/>
                <a:gd name="connsiteY278" fmla="*/ 1934294 h 4006255"/>
                <a:gd name="connsiteX279" fmla="*/ 4421987 w 6346099"/>
                <a:gd name="connsiteY279" fmla="*/ 2046633 h 4006255"/>
                <a:gd name="connsiteX280" fmla="*/ 4631758 w 6346099"/>
                <a:gd name="connsiteY280" fmla="*/ 2225446 h 4006255"/>
                <a:gd name="connsiteX281" fmla="*/ 4712318 w 6346099"/>
                <a:gd name="connsiteY281" fmla="*/ 2298533 h 4006255"/>
                <a:gd name="connsiteX282" fmla="*/ 4844706 w 6346099"/>
                <a:gd name="connsiteY282" fmla="*/ 2438979 h 4006255"/>
                <a:gd name="connsiteX283" fmla="*/ 4973839 w 6346099"/>
                <a:gd name="connsiteY283" fmla="*/ 2603245 h 4006255"/>
                <a:gd name="connsiteX284" fmla="*/ 4994985 w 6346099"/>
                <a:gd name="connsiteY284" fmla="*/ 2624931 h 4006255"/>
                <a:gd name="connsiteX285" fmla="*/ 5001109 w 6346099"/>
                <a:gd name="connsiteY285" fmla="*/ 2686932 h 4006255"/>
                <a:gd name="connsiteX286" fmla="*/ 4679888 w 6346099"/>
                <a:gd name="connsiteY286" fmla="*/ 3029008 h 4006255"/>
                <a:gd name="connsiteX287" fmla="*/ 4232502 w 6346099"/>
                <a:gd name="connsiteY287" fmla="*/ 3402184 h 4006255"/>
                <a:gd name="connsiteX288" fmla="*/ 4101224 w 6346099"/>
                <a:gd name="connsiteY288" fmla="*/ 3491156 h 4006255"/>
                <a:gd name="connsiteX289" fmla="*/ 3972403 w 6346099"/>
                <a:gd name="connsiteY289" fmla="*/ 3559058 h 4006255"/>
                <a:gd name="connsiteX290" fmla="*/ 3919899 w 6346099"/>
                <a:gd name="connsiteY290" fmla="*/ 3593541 h 4006255"/>
                <a:gd name="connsiteX291" fmla="*/ 3919403 w 6346099"/>
                <a:gd name="connsiteY291" fmla="*/ 3598237 h 4006255"/>
                <a:gd name="connsiteX292" fmla="*/ 3918882 w 6346099"/>
                <a:gd name="connsiteY292" fmla="*/ 3603182 h 4006255"/>
                <a:gd name="connsiteX293" fmla="*/ 3916010 w 6346099"/>
                <a:gd name="connsiteY293" fmla="*/ 3602543 h 4006255"/>
                <a:gd name="connsiteX294" fmla="*/ 3822667 w 6346099"/>
                <a:gd name="connsiteY294" fmla="*/ 3648575 h 4006255"/>
                <a:gd name="connsiteX295" fmla="*/ 3685110 w 6346099"/>
                <a:gd name="connsiteY295" fmla="*/ 3703923 h 4006255"/>
                <a:gd name="connsiteX296" fmla="*/ 3686562 w 6346099"/>
                <a:gd name="connsiteY296" fmla="*/ 3726954 h 4006255"/>
                <a:gd name="connsiteX297" fmla="*/ 3664551 w 6346099"/>
                <a:gd name="connsiteY297" fmla="*/ 3732288 h 4006255"/>
                <a:gd name="connsiteX298" fmla="*/ 3638018 w 6346099"/>
                <a:gd name="connsiteY298" fmla="*/ 3724360 h 4006255"/>
                <a:gd name="connsiteX299" fmla="*/ 3637050 w 6346099"/>
                <a:gd name="connsiteY299" fmla="*/ 3724570 h 4006255"/>
                <a:gd name="connsiteX300" fmla="*/ 3661840 w 6346099"/>
                <a:gd name="connsiteY300" fmla="*/ 3732690 h 4006255"/>
                <a:gd name="connsiteX301" fmla="*/ 3595343 w 6346099"/>
                <a:gd name="connsiteY301" fmla="*/ 3771630 h 4006255"/>
                <a:gd name="connsiteX302" fmla="*/ 3616420 w 6346099"/>
                <a:gd name="connsiteY302" fmla="*/ 3729075 h 4006255"/>
                <a:gd name="connsiteX303" fmla="*/ 3621462 w 6346099"/>
                <a:gd name="connsiteY303" fmla="*/ 3727956 h 4006255"/>
                <a:gd name="connsiteX304" fmla="*/ 3616418 w 6346099"/>
                <a:gd name="connsiteY304" fmla="*/ 3729052 h 4006255"/>
                <a:gd name="connsiteX305" fmla="*/ 3592609 w 6346099"/>
                <a:gd name="connsiteY305" fmla="*/ 3771851 h 4006255"/>
                <a:gd name="connsiteX306" fmla="*/ 3515856 w 6346099"/>
                <a:gd name="connsiteY306" fmla="*/ 3801827 h 4006255"/>
                <a:gd name="connsiteX307" fmla="*/ 3070712 w 6346099"/>
                <a:gd name="connsiteY307" fmla="*/ 3943384 h 4006255"/>
                <a:gd name="connsiteX308" fmla="*/ 2765473 w 6346099"/>
                <a:gd name="connsiteY308" fmla="*/ 3996438 h 4006255"/>
                <a:gd name="connsiteX309" fmla="*/ 2492099 w 6346099"/>
                <a:gd name="connsiteY309" fmla="*/ 4005779 h 4006255"/>
                <a:gd name="connsiteX310" fmla="*/ 1733673 w 6346099"/>
                <a:gd name="connsiteY310" fmla="*/ 3887584 h 4006255"/>
                <a:gd name="connsiteX311" fmla="*/ 1243211 w 6346099"/>
                <a:gd name="connsiteY311" fmla="*/ 3687225 h 4006255"/>
                <a:gd name="connsiteX312" fmla="*/ 696407 w 6346099"/>
                <a:gd name="connsiteY312" fmla="*/ 3338880 h 4006255"/>
                <a:gd name="connsiteX313" fmla="*/ 375274 w 6346099"/>
                <a:gd name="connsiteY313" fmla="*/ 3062704 h 4006255"/>
                <a:gd name="connsiteX314" fmla="*/ 50320 w 6346099"/>
                <a:gd name="connsiteY314" fmla="*/ 2717219 h 4006255"/>
                <a:gd name="connsiteX315" fmla="*/ 36662 w 6346099"/>
                <a:gd name="connsiteY315" fmla="*/ 2703468 h 4006255"/>
                <a:gd name="connsiteX316" fmla="*/ 35180 w 6346099"/>
                <a:gd name="connsiteY316" fmla="*/ 2594864 h 4006255"/>
                <a:gd name="connsiteX317" fmla="*/ 375374 w 6346099"/>
                <a:gd name="connsiteY317" fmla="*/ 2233468 h 4006255"/>
                <a:gd name="connsiteX318" fmla="*/ 652221 w 6346099"/>
                <a:gd name="connsiteY318" fmla="*/ 1997703 h 4006255"/>
                <a:gd name="connsiteX319" fmla="*/ 683438 w 6346099"/>
                <a:gd name="connsiteY319" fmla="*/ 1972288 h 4006255"/>
                <a:gd name="connsiteX320" fmla="*/ 688022 w 6346099"/>
                <a:gd name="connsiteY320" fmla="*/ 1970420 h 4006255"/>
                <a:gd name="connsiteX321" fmla="*/ 714487 w 6346099"/>
                <a:gd name="connsiteY321" fmla="*/ 1948990 h 4006255"/>
                <a:gd name="connsiteX322" fmla="*/ 719055 w 6346099"/>
                <a:gd name="connsiteY322" fmla="*/ 1947140 h 4006255"/>
                <a:gd name="connsiteX323" fmla="*/ 745517 w 6346099"/>
                <a:gd name="connsiteY323" fmla="*/ 1925718 h 4006255"/>
                <a:gd name="connsiteX324" fmla="*/ 749799 w 6346099"/>
                <a:gd name="connsiteY324" fmla="*/ 1923980 h 4006255"/>
                <a:gd name="connsiteX325" fmla="*/ 799762 w 6346099"/>
                <a:gd name="connsiteY325" fmla="*/ 1887002 h 4006255"/>
                <a:gd name="connsiteX326" fmla="*/ 804013 w 6346099"/>
                <a:gd name="connsiteY326" fmla="*/ 1885191 h 4006255"/>
                <a:gd name="connsiteX327" fmla="*/ 829612 w 6346099"/>
                <a:gd name="connsiteY327" fmla="*/ 1880023 h 4006255"/>
                <a:gd name="connsiteX328" fmla="*/ 850082 w 6346099"/>
                <a:gd name="connsiteY328" fmla="*/ 1872057 h 4006255"/>
                <a:gd name="connsiteX329" fmla="*/ 829723 w 6346099"/>
                <a:gd name="connsiteY329" fmla="*/ 1879945 h 4006255"/>
                <a:gd name="connsiteX330" fmla="*/ 804894 w 6346099"/>
                <a:gd name="connsiteY330" fmla="*/ 1884568 h 4006255"/>
                <a:gd name="connsiteX331" fmla="*/ 997891 w 6346099"/>
                <a:gd name="connsiteY331" fmla="*/ 1750790 h 4006255"/>
                <a:gd name="connsiteX332" fmla="*/ 1271132 w 6346099"/>
                <a:gd name="connsiteY332" fmla="*/ 1599656 h 4006255"/>
                <a:gd name="connsiteX333" fmla="*/ 1938390 w 6346099"/>
                <a:gd name="connsiteY333" fmla="*/ 1353860 h 4006255"/>
                <a:gd name="connsiteX334" fmla="*/ 2100061 w 6346099"/>
                <a:gd name="connsiteY334" fmla="*/ 1322576 h 4006255"/>
                <a:gd name="connsiteX335" fmla="*/ 2071598 w 6346099"/>
                <a:gd name="connsiteY335" fmla="*/ 1344981 h 4006255"/>
                <a:gd name="connsiteX336" fmla="*/ 1937917 w 6346099"/>
                <a:gd name="connsiteY336" fmla="*/ 1374675 h 4006255"/>
                <a:gd name="connsiteX337" fmla="*/ 1937918 w 6346099"/>
                <a:gd name="connsiteY337" fmla="*/ 1374675 h 4006255"/>
                <a:gd name="connsiteX338" fmla="*/ 2071598 w 6346099"/>
                <a:gd name="connsiteY338" fmla="*/ 1344981 h 4006255"/>
                <a:gd name="connsiteX339" fmla="*/ 2103185 w 6346099"/>
                <a:gd name="connsiteY339" fmla="*/ 1323077 h 4006255"/>
                <a:gd name="connsiteX340" fmla="*/ 2116936 w 6346099"/>
                <a:gd name="connsiteY340" fmla="*/ 1324734 h 4006255"/>
                <a:gd name="connsiteX341" fmla="*/ 2131735 w 6346099"/>
                <a:gd name="connsiteY341" fmla="*/ 1334182 h 4006255"/>
                <a:gd name="connsiteX342" fmla="*/ 2132287 w 6346099"/>
                <a:gd name="connsiteY342" fmla="*/ 1334075 h 4006255"/>
                <a:gd name="connsiteX343" fmla="*/ 2119502 w 6346099"/>
                <a:gd name="connsiteY343" fmla="*/ 1325292 h 4006255"/>
                <a:gd name="connsiteX344" fmla="*/ 2154504 w 6346099"/>
                <a:gd name="connsiteY344" fmla="*/ 1314755 h 4006255"/>
                <a:gd name="connsiteX345" fmla="*/ 2142037 w 6346099"/>
                <a:gd name="connsiteY345" fmla="*/ 1332169 h 4006255"/>
                <a:gd name="connsiteX346" fmla="*/ 2141868 w 6346099"/>
                <a:gd name="connsiteY346" fmla="*/ 1332209 h 4006255"/>
                <a:gd name="connsiteX347" fmla="*/ 2142077 w 6346099"/>
                <a:gd name="connsiteY347" fmla="*/ 1332169 h 4006255"/>
                <a:gd name="connsiteX348" fmla="*/ 2157393 w 6346099"/>
                <a:gd name="connsiteY348" fmla="*/ 1315320 h 4006255"/>
                <a:gd name="connsiteX349" fmla="*/ 2202335 w 6346099"/>
                <a:gd name="connsiteY349" fmla="*/ 1311764 h 4006255"/>
                <a:gd name="connsiteX350" fmla="*/ 2216100 w 6346099"/>
                <a:gd name="connsiteY350" fmla="*/ 1306553 h 4006255"/>
                <a:gd name="connsiteX351" fmla="*/ 2290289 w 6346099"/>
                <a:gd name="connsiteY351" fmla="*/ 1298813 h 4006255"/>
                <a:gd name="connsiteX352" fmla="*/ 2612058 w 6346099"/>
                <a:gd name="connsiteY352" fmla="*/ 1291879 h 4006255"/>
                <a:gd name="connsiteX353" fmla="*/ 5646365 w 6346099"/>
                <a:gd name="connsiteY353" fmla="*/ 0 h 4006255"/>
                <a:gd name="connsiteX354" fmla="*/ 6346099 w 6346099"/>
                <a:gd name="connsiteY354" fmla="*/ 0 h 4006255"/>
                <a:gd name="connsiteX355" fmla="*/ 6346099 w 6346099"/>
                <a:gd name="connsiteY355" fmla="*/ 699734 h 4006255"/>
                <a:gd name="connsiteX356" fmla="*/ 5646365 w 6346099"/>
                <a:gd name="connsiteY356" fmla="*/ 699734 h 400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Lst>
              <a:rect l="l" t="t" r="r" b="b"/>
              <a:pathLst>
                <a:path w="6346099" h="4006255">
                  <a:moveTo>
                    <a:pt x="3882932" y="3601417"/>
                  </a:moveTo>
                  <a:cubicBezTo>
                    <a:pt x="3892919" y="3600350"/>
                    <a:pt x="3904071" y="3600762"/>
                    <a:pt x="3916275" y="3602718"/>
                  </a:cubicBezTo>
                  <a:cubicBezTo>
                    <a:pt x="3892654" y="3618285"/>
                    <a:pt x="3866148" y="3633623"/>
                    <a:pt x="3836810" y="3649160"/>
                  </a:cubicBezTo>
                  <a:lnTo>
                    <a:pt x="3830950" y="3649126"/>
                  </a:lnTo>
                  <a:lnTo>
                    <a:pt x="3833979" y="3649358"/>
                  </a:lnTo>
                  <a:cubicBezTo>
                    <a:pt x="3786733" y="3675084"/>
                    <a:pt x="3739489" y="3700811"/>
                    <a:pt x="3689403" y="3726747"/>
                  </a:cubicBezTo>
                  <a:cubicBezTo>
                    <a:pt x="3685935" y="3718992"/>
                    <a:pt x="3682405" y="3705290"/>
                    <a:pt x="3685111" y="3703923"/>
                  </a:cubicBezTo>
                  <a:cubicBezTo>
                    <a:pt x="3728607" y="3681938"/>
                    <a:pt x="3765586" y="3643517"/>
                    <a:pt x="3824830" y="3648655"/>
                  </a:cubicBezTo>
                  <a:lnTo>
                    <a:pt x="3827668" y="3648873"/>
                  </a:lnTo>
                  <a:lnTo>
                    <a:pt x="3856577" y="3608982"/>
                  </a:lnTo>
                  <a:cubicBezTo>
                    <a:pt x="3864123" y="3605027"/>
                    <a:pt x="3872945" y="3602483"/>
                    <a:pt x="3882932" y="3601417"/>
                  </a:cubicBezTo>
                  <a:close/>
                  <a:moveTo>
                    <a:pt x="3033156" y="3437299"/>
                  </a:moveTo>
                  <a:cubicBezTo>
                    <a:pt x="3033722" y="3444993"/>
                    <a:pt x="3035414" y="3458812"/>
                    <a:pt x="3030038" y="3462598"/>
                  </a:cubicBezTo>
                  <a:cubicBezTo>
                    <a:pt x="2918092" y="3541461"/>
                    <a:pt x="2792091" y="3582976"/>
                    <a:pt x="2657131" y="3599512"/>
                  </a:cubicBezTo>
                  <a:cubicBezTo>
                    <a:pt x="2654471" y="3599837"/>
                    <a:pt x="2651218" y="3595321"/>
                    <a:pt x="2647223" y="3590661"/>
                  </a:cubicBezTo>
                  <a:cubicBezTo>
                    <a:pt x="2707521" y="3571498"/>
                    <a:pt x="2770873" y="3559882"/>
                    <a:pt x="2829627" y="3536642"/>
                  </a:cubicBezTo>
                  <a:cubicBezTo>
                    <a:pt x="2898829" y="3509270"/>
                    <a:pt x="2964046" y="3471828"/>
                    <a:pt x="3033156" y="3437299"/>
                  </a:cubicBezTo>
                  <a:close/>
                  <a:moveTo>
                    <a:pt x="4056747" y="3109754"/>
                  </a:moveTo>
                  <a:lnTo>
                    <a:pt x="4048055" y="3119856"/>
                  </a:lnTo>
                  <a:lnTo>
                    <a:pt x="4048590" y="3119772"/>
                  </a:lnTo>
                  <a:close/>
                  <a:moveTo>
                    <a:pt x="3591647" y="2208045"/>
                  </a:moveTo>
                  <a:cubicBezTo>
                    <a:pt x="3606046" y="2240127"/>
                    <a:pt x="3618599" y="2274456"/>
                    <a:pt x="3630631" y="2311764"/>
                  </a:cubicBezTo>
                  <a:cubicBezTo>
                    <a:pt x="3591060" y="2289809"/>
                    <a:pt x="3586054" y="2251739"/>
                    <a:pt x="3591647" y="2208045"/>
                  </a:cubicBezTo>
                  <a:close/>
                  <a:moveTo>
                    <a:pt x="2474219" y="2017467"/>
                  </a:moveTo>
                  <a:cubicBezTo>
                    <a:pt x="2610063" y="2008619"/>
                    <a:pt x="2740100" y="2039796"/>
                    <a:pt x="2861055" y="2120973"/>
                  </a:cubicBezTo>
                  <a:cubicBezTo>
                    <a:pt x="3016884" y="2225560"/>
                    <a:pt x="3108123" y="2372628"/>
                    <a:pt x="3135087" y="2559022"/>
                  </a:cubicBezTo>
                  <a:cubicBezTo>
                    <a:pt x="3167570" y="2783561"/>
                    <a:pt x="3097372" y="2972750"/>
                    <a:pt x="2932323" y="3124780"/>
                  </a:cubicBezTo>
                  <a:cubicBezTo>
                    <a:pt x="2840894" y="3208998"/>
                    <a:pt x="2730773" y="3258840"/>
                    <a:pt x="2605618" y="3277564"/>
                  </a:cubicBezTo>
                  <a:cubicBezTo>
                    <a:pt x="2426908" y="3304301"/>
                    <a:pt x="2264763" y="3264693"/>
                    <a:pt x="2122588" y="3157408"/>
                  </a:cubicBezTo>
                  <a:cubicBezTo>
                    <a:pt x="1994312" y="3060613"/>
                    <a:pt x="1916039" y="2929508"/>
                    <a:pt x="1884943" y="2769459"/>
                  </a:cubicBezTo>
                  <a:cubicBezTo>
                    <a:pt x="1864580" y="2664656"/>
                    <a:pt x="1874892" y="2564241"/>
                    <a:pt x="1904416" y="2461541"/>
                  </a:cubicBezTo>
                  <a:cubicBezTo>
                    <a:pt x="2053516" y="2486174"/>
                    <a:pt x="2200939" y="2510530"/>
                    <a:pt x="2348363" y="2534886"/>
                  </a:cubicBezTo>
                  <a:cubicBezTo>
                    <a:pt x="2350040" y="2531863"/>
                    <a:pt x="2351716" y="2528841"/>
                    <a:pt x="2353392" y="2525819"/>
                  </a:cubicBezTo>
                  <a:cubicBezTo>
                    <a:pt x="2337074" y="2505748"/>
                    <a:pt x="2321346" y="2485161"/>
                    <a:pt x="2304333" y="2465698"/>
                  </a:cubicBezTo>
                  <a:cubicBezTo>
                    <a:pt x="2232174" y="2383152"/>
                    <a:pt x="2159634" y="2300942"/>
                    <a:pt x="2085564" y="2216339"/>
                  </a:cubicBezTo>
                  <a:cubicBezTo>
                    <a:pt x="2066863" y="2201937"/>
                    <a:pt x="2074262" y="2192743"/>
                    <a:pt x="2085566" y="2180524"/>
                  </a:cubicBezTo>
                  <a:cubicBezTo>
                    <a:pt x="2154168" y="2106367"/>
                    <a:pt x="2240395" y="2063043"/>
                    <a:pt x="2336562" y="2039288"/>
                  </a:cubicBezTo>
                  <a:cubicBezTo>
                    <a:pt x="2383012" y="2027813"/>
                    <a:pt x="2428938" y="2020417"/>
                    <a:pt x="2474219" y="2017467"/>
                  </a:cubicBezTo>
                  <a:close/>
                  <a:moveTo>
                    <a:pt x="680881" y="1972738"/>
                  </a:moveTo>
                  <a:cubicBezTo>
                    <a:pt x="692440" y="1998618"/>
                    <a:pt x="672810" y="1995100"/>
                    <a:pt x="654628" y="1996680"/>
                  </a:cubicBezTo>
                  <a:cubicBezTo>
                    <a:pt x="660251" y="1988868"/>
                    <a:pt x="669288" y="1981028"/>
                    <a:pt x="680881" y="1972738"/>
                  </a:cubicBezTo>
                  <a:close/>
                  <a:moveTo>
                    <a:pt x="711929" y="1949444"/>
                  </a:moveTo>
                  <a:cubicBezTo>
                    <a:pt x="721420" y="1970706"/>
                    <a:pt x="709046" y="1972882"/>
                    <a:pt x="688931" y="1969776"/>
                  </a:cubicBezTo>
                  <a:cubicBezTo>
                    <a:pt x="693403" y="1962486"/>
                    <a:pt x="701386" y="1956192"/>
                    <a:pt x="711929" y="1949444"/>
                  </a:cubicBezTo>
                  <a:close/>
                  <a:moveTo>
                    <a:pt x="1388220" y="1942582"/>
                  </a:moveTo>
                  <a:cubicBezTo>
                    <a:pt x="1388873" y="1944961"/>
                    <a:pt x="1387369" y="1947210"/>
                    <a:pt x="1383800" y="1949152"/>
                  </a:cubicBezTo>
                  <a:cubicBezTo>
                    <a:pt x="1381734" y="1948847"/>
                    <a:pt x="1381739" y="1945613"/>
                    <a:pt x="1381739" y="1943997"/>
                  </a:cubicBezTo>
                  <a:cubicBezTo>
                    <a:pt x="1383179" y="1942405"/>
                    <a:pt x="1384619" y="1942430"/>
                    <a:pt x="1388220" y="1942582"/>
                  </a:cubicBezTo>
                  <a:close/>
                  <a:moveTo>
                    <a:pt x="1379361" y="1933624"/>
                  </a:moveTo>
                  <a:cubicBezTo>
                    <a:pt x="1381740" y="1934624"/>
                    <a:pt x="1381740" y="1938502"/>
                    <a:pt x="1381740" y="1942058"/>
                  </a:cubicBezTo>
                  <a:cubicBezTo>
                    <a:pt x="1381740" y="1945613"/>
                    <a:pt x="1381735" y="1948847"/>
                    <a:pt x="1381735" y="1948847"/>
                  </a:cubicBezTo>
                  <a:cubicBezTo>
                    <a:pt x="1357706" y="1961621"/>
                    <a:pt x="1333679" y="1974395"/>
                    <a:pt x="1306905" y="1987401"/>
                  </a:cubicBezTo>
                  <a:cubicBezTo>
                    <a:pt x="1309041" y="1950621"/>
                    <a:pt x="1332136" y="1933176"/>
                    <a:pt x="1379361" y="1933624"/>
                  </a:cubicBezTo>
                  <a:close/>
                  <a:moveTo>
                    <a:pt x="742959" y="1926172"/>
                  </a:moveTo>
                  <a:cubicBezTo>
                    <a:pt x="752450" y="1947434"/>
                    <a:pt x="740076" y="1949609"/>
                    <a:pt x="719960" y="1946504"/>
                  </a:cubicBezTo>
                  <a:cubicBezTo>
                    <a:pt x="724433" y="1939213"/>
                    <a:pt x="732416" y="1932921"/>
                    <a:pt x="742959" y="1926172"/>
                  </a:cubicBezTo>
                  <a:close/>
                  <a:moveTo>
                    <a:pt x="797107" y="1887450"/>
                  </a:moveTo>
                  <a:cubicBezTo>
                    <a:pt x="804315" y="1923730"/>
                    <a:pt x="778681" y="1923461"/>
                    <a:pt x="750665" y="1923379"/>
                  </a:cubicBezTo>
                  <a:cubicBezTo>
                    <a:pt x="763044" y="1910904"/>
                    <a:pt x="778747" y="1899401"/>
                    <a:pt x="797107" y="1887450"/>
                  </a:cubicBezTo>
                  <a:close/>
                  <a:moveTo>
                    <a:pt x="1450164" y="1887032"/>
                  </a:moveTo>
                  <a:cubicBezTo>
                    <a:pt x="1458326" y="1887334"/>
                    <a:pt x="1466432" y="1889658"/>
                    <a:pt x="1474239" y="1894167"/>
                  </a:cubicBezTo>
                  <a:cubicBezTo>
                    <a:pt x="1448562" y="1911342"/>
                    <a:pt x="1421983" y="1925939"/>
                    <a:pt x="1390734" y="1941494"/>
                  </a:cubicBezTo>
                  <a:cubicBezTo>
                    <a:pt x="1384621" y="1942430"/>
                    <a:pt x="1383180" y="1942407"/>
                    <a:pt x="1381740" y="1940442"/>
                  </a:cubicBezTo>
                  <a:cubicBezTo>
                    <a:pt x="1381740" y="1938504"/>
                    <a:pt x="1381740" y="1934625"/>
                    <a:pt x="1381740" y="1934625"/>
                  </a:cubicBezTo>
                  <a:cubicBezTo>
                    <a:pt x="1400695" y="1903437"/>
                    <a:pt x="1425680" y="1886128"/>
                    <a:pt x="1450164" y="1887032"/>
                  </a:cubicBezTo>
                  <a:close/>
                  <a:moveTo>
                    <a:pt x="1534651" y="1847215"/>
                  </a:moveTo>
                  <a:cubicBezTo>
                    <a:pt x="1542313" y="1847752"/>
                    <a:pt x="1550712" y="1850409"/>
                    <a:pt x="1559571" y="1855381"/>
                  </a:cubicBezTo>
                  <a:cubicBezTo>
                    <a:pt x="1538916" y="1870004"/>
                    <a:pt x="1517362" y="1882051"/>
                    <a:pt x="1493073" y="1894320"/>
                  </a:cubicBezTo>
                  <a:lnTo>
                    <a:pt x="1505947" y="1858813"/>
                  </a:lnTo>
                  <a:lnTo>
                    <a:pt x="1506464" y="1858290"/>
                  </a:lnTo>
                  <a:close/>
                  <a:moveTo>
                    <a:pt x="3364583" y="1801571"/>
                  </a:moveTo>
                  <a:lnTo>
                    <a:pt x="3405772" y="1829900"/>
                  </a:lnTo>
                  <a:lnTo>
                    <a:pt x="3354613" y="1830609"/>
                  </a:lnTo>
                  <a:lnTo>
                    <a:pt x="3357932" y="1835551"/>
                  </a:lnTo>
                  <a:cubicBezTo>
                    <a:pt x="3389236" y="1872683"/>
                    <a:pt x="3425862" y="1906589"/>
                    <a:pt x="3450731" y="1947623"/>
                  </a:cubicBezTo>
                  <a:cubicBezTo>
                    <a:pt x="3501659" y="2031655"/>
                    <a:pt x="3546276" y="2119515"/>
                    <a:pt x="3589799" y="2210291"/>
                  </a:cubicBezTo>
                  <a:cubicBezTo>
                    <a:pt x="3586054" y="2251739"/>
                    <a:pt x="3591060" y="2289809"/>
                    <a:pt x="3631245" y="2321087"/>
                  </a:cubicBezTo>
                  <a:cubicBezTo>
                    <a:pt x="3638952" y="2347470"/>
                    <a:pt x="3648602" y="2373458"/>
                    <a:pt x="3654037" y="2400300"/>
                  </a:cubicBezTo>
                  <a:cubicBezTo>
                    <a:pt x="3681671" y="2536800"/>
                    <a:pt x="3684696" y="2674475"/>
                    <a:pt x="3669737" y="2812607"/>
                  </a:cubicBezTo>
                  <a:cubicBezTo>
                    <a:pt x="3667512" y="2833138"/>
                    <a:pt x="3659055" y="2852920"/>
                    <a:pt x="3654879" y="2873334"/>
                  </a:cubicBezTo>
                  <a:cubicBezTo>
                    <a:pt x="3648563" y="2904212"/>
                    <a:pt x="3643475" y="2935342"/>
                    <a:pt x="3632243" y="2966768"/>
                  </a:cubicBezTo>
                  <a:cubicBezTo>
                    <a:pt x="3621961" y="2979773"/>
                    <a:pt x="3608024" y="2991287"/>
                    <a:pt x="3602005" y="3006034"/>
                  </a:cubicBezTo>
                  <a:cubicBezTo>
                    <a:pt x="3608024" y="2991289"/>
                    <a:pt x="3621961" y="2979773"/>
                    <a:pt x="3635055" y="2966566"/>
                  </a:cubicBezTo>
                  <a:cubicBezTo>
                    <a:pt x="3604605" y="3052154"/>
                    <a:pt x="3571772" y="3138114"/>
                    <a:pt x="3537458" y="3223480"/>
                  </a:cubicBezTo>
                  <a:lnTo>
                    <a:pt x="3511768" y="3244953"/>
                  </a:lnTo>
                  <a:lnTo>
                    <a:pt x="3509259" y="3251595"/>
                  </a:lnTo>
                  <a:cubicBezTo>
                    <a:pt x="3510075" y="3257084"/>
                    <a:pt x="3513574" y="3264354"/>
                    <a:pt x="3511293" y="3267784"/>
                  </a:cubicBezTo>
                  <a:cubicBezTo>
                    <a:pt x="3488316" y="3302351"/>
                    <a:pt x="3464656" y="3336474"/>
                    <a:pt x="3440662" y="3370349"/>
                  </a:cubicBezTo>
                  <a:cubicBezTo>
                    <a:pt x="3416921" y="3403868"/>
                    <a:pt x="3392574" y="3436957"/>
                    <a:pt x="3365244" y="3474067"/>
                  </a:cubicBezTo>
                  <a:cubicBezTo>
                    <a:pt x="3369192" y="3484946"/>
                    <a:pt x="3371207" y="3490484"/>
                    <a:pt x="3375765" y="3491864"/>
                  </a:cubicBezTo>
                  <a:lnTo>
                    <a:pt x="3401497" y="3484732"/>
                  </a:lnTo>
                  <a:lnTo>
                    <a:pt x="3375969" y="3491625"/>
                  </a:lnTo>
                  <a:cubicBezTo>
                    <a:pt x="3371613" y="3490004"/>
                    <a:pt x="3370006" y="3483987"/>
                    <a:pt x="3366868" y="3472150"/>
                  </a:cubicBezTo>
                  <a:cubicBezTo>
                    <a:pt x="3452522" y="3431747"/>
                    <a:pt x="3539320" y="3398256"/>
                    <a:pt x="3619940" y="3353614"/>
                  </a:cubicBezTo>
                  <a:cubicBezTo>
                    <a:pt x="3744598" y="3284583"/>
                    <a:pt x="3865028" y="3207918"/>
                    <a:pt x="3987303" y="3134573"/>
                  </a:cubicBezTo>
                  <a:cubicBezTo>
                    <a:pt x="3991505" y="3132053"/>
                    <a:pt x="3996252" y="3130444"/>
                    <a:pt x="4002879" y="3126969"/>
                  </a:cubicBezTo>
                  <a:cubicBezTo>
                    <a:pt x="4001430" y="3131824"/>
                    <a:pt x="4000229" y="3138138"/>
                    <a:pt x="3998312" y="3144002"/>
                  </a:cubicBezTo>
                  <a:lnTo>
                    <a:pt x="3989636" y="3158052"/>
                  </a:lnTo>
                  <a:lnTo>
                    <a:pt x="3998661" y="3143545"/>
                  </a:lnTo>
                  <a:cubicBezTo>
                    <a:pt x="4000928" y="3137223"/>
                    <a:pt x="4002828" y="3129992"/>
                    <a:pt x="4005675" y="3123307"/>
                  </a:cubicBezTo>
                  <a:cubicBezTo>
                    <a:pt x="4005675" y="3123307"/>
                    <a:pt x="4007915" y="3122715"/>
                    <a:pt x="4013881" y="3125275"/>
                  </a:cubicBezTo>
                  <a:lnTo>
                    <a:pt x="4044432" y="3120432"/>
                  </a:lnTo>
                  <a:lnTo>
                    <a:pt x="4010899" y="3123995"/>
                  </a:lnTo>
                  <a:cubicBezTo>
                    <a:pt x="4023670" y="3111663"/>
                    <a:pt x="4039423" y="3100610"/>
                    <a:pt x="4057244" y="3088148"/>
                  </a:cubicBezTo>
                  <a:lnTo>
                    <a:pt x="4057326" y="3109042"/>
                  </a:lnTo>
                  <a:lnTo>
                    <a:pt x="4058525" y="3107570"/>
                  </a:lnTo>
                  <a:cubicBezTo>
                    <a:pt x="4060571" y="3101886"/>
                    <a:pt x="4061201" y="3094392"/>
                    <a:pt x="4059976" y="3084522"/>
                  </a:cubicBezTo>
                  <a:cubicBezTo>
                    <a:pt x="4059976" y="3084522"/>
                    <a:pt x="4062213" y="3083929"/>
                    <a:pt x="4068362" y="3086478"/>
                  </a:cubicBezTo>
                  <a:lnTo>
                    <a:pt x="4086174" y="3084968"/>
                  </a:lnTo>
                  <a:lnTo>
                    <a:pt x="4065288" y="3085204"/>
                  </a:lnTo>
                  <a:cubicBezTo>
                    <a:pt x="4070345" y="3077968"/>
                    <a:pt x="4078476" y="3072007"/>
                    <a:pt x="4088477" y="3064753"/>
                  </a:cubicBezTo>
                  <a:lnTo>
                    <a:pt x="4089162" y="3084714"/>
                  </a:lnTo>
                  <a:lnTo>
                    <a:pt x="4089871" y="3084654"/>
                  </a:lnTo>
                  <a:cubicBezTo>
                    <a:pt x="4093850" y="3080762"/>
                    <a:pt x="4094436" y="3073274"/>
                    <a:pt x="4091013" y="3061242"/>
                  </a:cubicBezTo>
                  <a:cubicBezTo>
                    <a:pt x="4091013" y="3061242"/>
                    <a:pt x="4093252" y="3060654"/>
                    <a:pt x="4098599" y="3063100"/>
                  </a:cubicBezTo>
                  <a:lnTo>
                    <a:pt x="4111775" y="3063191"/>
                  </a:lnTo>
                  <a:lnTo>
                    <a:pt x="4095925" y="3061877"/>
                  </a:lnTo>
                  <a:cubicBezTo>
                    <a:pt x="4100502" y="3055059"/>
                    <a:pt x="4107751" y="3049465"/>
                    <a:pt x="4117387" y="3043473"/>
                  </a:cubicBezTo>
                  <a:lnTo>
                    <a:pt x="4118720" y="3063240"/>
                  </a:lnTo>
                  <a:lnTo>
                    <a:pt x="4119663" y="3063246"/>
                  </a:lnTo>
                  <a:cubicBezTo>
                    <a:pt x="4124070" y="3059917"/>
                    <a:pt x="4125351" y="3052366"/>
                    <a:pt x="4121982" y="3038057"/>
                  </a:cubicBezTo>
                  <a:cubicBezTo>
                    <a:pt x="4272226" y="2919166"/>
                    <a:pt x="4414272" y="2791352"/>
                    <a:pt x="4544934" y="2652451"/>
                  </a:cubicBezTo>
                  <a:cubicBezTo>
                    <a:pt x="4523509" y="2627590"/>
                    <a:pt x="4505540" y="2602238"/>
                    <a:pt x="4483191" y="2581636"/>
                  </a:cubicBezTo>
                  <a:cubicBezTo>
                    <a:pt x="4410938" y="2515031"/>
                    <a:pt x="4339694" y="2446920"/>
                    <a:pt x="4263219" y="2385410"/>
                  </a:cubicBezTo>
                  <a:cubicBezTo>
                    <a:pt x="4150122" y="2294446"/>
                    <a:pt x="4035610" y="2204733"/>
                    <a:pt x="3916718" y="2121613"/>
                  </a:cubicBezTo>
                  <a:cubicBezTo>
                    <a:pt x="3756085" y="2009309"/>
                    <a:pt x="3588894" y="1907017"/>
                    <a:pt x="3405105" y="1827316"/>
                  </a:cubicBezTo>
                  <a:close/>
                  <a:moveTo>
                    <a:pt x="3364566" y="1801560"/>
                  </a:moveTo>
                  <a:cubicBezTo>
                    <a:pt x="3357905" y="1798733"/>
                    <a:pt x="3347447" y="1804859"/>
                    <a:pt x="3338711" y="1806925"/>
                  </a:cubicBezTo>
                  <a:cubicBezTo>
                    <a:pt x="3343079" y="1805892"/>
                    <a:pt x="3347878" y="1803845"/>
                    <a:pt x="3352418" y="1802408"/>
                  </a:cubicBezTo>
                  <a:close/>
                  <a:moveTo>
                    <a:pt x="2095415" y="1771709"/>
                  </a:moveTo>
                  <a:cubicBezTo>
                    <a:pt x="2106058" y="1770851"/>
                    <a:pt x="2116599" y="1772650"/>
                    <a:pt x="2125865" y="1777805"/>
                  </a:cubicBezTo>
                  <a:cubicBezTo>
                    <a:pt x="2094881" y="1797592"/>
                    <a:pt x="2062996" y="1814799"/>
                    <a:pt x="2028358" y="1832246"/>
                  </a:cubicBezTo>
                  <a:lnTo>
                    <a:pt x="2050269" y="1792038"/>
                  </a:lnTo>
                  <a:lnTo>
                    <a:pt x="2052036" y="1790584"/>
                  </a:lnTo>
                  <a:close/>
                  <a:moveTo>
                    <a:pt x="2790573" y="1729558"/>
                  </a:moveTo>
                  <a:lnTo>
                    <a:pt x="2796046" y="1730187"/>
                  </a:lnTo>
                  <a:lnTo>
                    <a:pt x="2795732" y="1729996"/>
                  </a:lnTo>
                  <a:close/>
                  <a:moveTo>
                    <a:pt x="2519043" y="1704457"/>
                  </a:moveTo>
                  <a:cubicBezTo>
                    <a:pt x="2442916" y="1702824"/>
                    <a:pt x="2366595" y="1711256"/>
                    <a:pt x="2290248" y="1729117"/>
                  </a:cubicBezTo>
                  <a:cubicBezTo>
                    <a:pt x="2234790" y="1742090"/>
                    <a:pt x="2181204" y="1763063"/>
                    <a:pt x="2124966" y="1775226"/>
                  </a:cubicBezTo>
                  <a:cubicBezTo>
                    <a:pt x="2106880" y="1766205"/>
                    <a:pt x="2083481" y="1769966"/>
                    <a:pt x="2063189" y="1781402"/>
                  </a:cubicBezTo>
                  <a:lnTo>
                    <a:pt x="2052036" y="1790584"/>
                  </a:lnTo>
                  <a:lnTo>
                    <a:pt x="2050759" y="1791138"/>
                  </a:lnTo>
                  <a:lnTo>
                    <a:pt x="2050269" y="1792038"/>
                  </a:lnTo>
                  <a:lnTo>
                    <a:pt x="2036136" y="1803671"/>
                  </a:lnTo>
                  <a:cubicBezTo>
                    <a:pt x="2028597" y="1812587"/>
                    <a:pt x="2022887" y="1822782"/>
                    <a:pt x="2020060" y="1833618"/>
                  </a:cubicBezTo>
                  <a:cubicBezTo>
                    <a:pt x="2014916" y="1833720"/>
                    <a:pt x="2008013" y="1831687"/>
                    <a:pt x="2004896" y="1834253"/>
                  </a:cubicBezTo>
                  <a:cubicBezTo>
                    <a:pt x="1972973" y="1860537"/>
                    <a:pt x="1941473" y="1887343"/>
                    <a:pt x="1910238" y="1914447"/>
                  </a:cubicBezTo>
                  <a:cubicBezTo>
                    <a:pt x="1875775" y="1944350"/>
                    <a:pt x="1844677" y="1944618"/>
                    <a:pt x="1814334" y="1913074"/>
                  </a:cubicBezTo>
                  <a:cubicBezTo>
                    <a:pt x="1796777" y="1894821"/>
                    <a:pt x="1780959" y="1874898"/>
                    <a:pt x="1764346" y="1855738"/>
                  </a:cubicBezTo>
                  <a:cubicBezTo>
                    <a:pt x="1739637" y="1827238"/>
                    <a:pt x="1714288" y="1800646"/>
                    <a:pt x="1670695" y="1810246"/>
                  </a:cubicBezTo>
                  <a:cubicBezTo>
                    <a:pt x="1658252" y="1812986"/>
                    <a:pt x="1646969" y="1807639"/>
                    <a:pt x="1637336" y="1826079"/>
                  </a:cubicBezTo>
                  <a:cubicBezTo>
                    <a:pt x="1634427" y="1831651"/>
                    <a:pt x="1625695" y="1834182"/>
                    <a:pt x="1615341" y="1836471"/>
                  </a:cubicBezTo>
                  <a:lnTo>
                    <a:pt x="1584384" y="1845193"/>
                  </a:lnTo>
                  <a:lnTo>
                    <a:pt x="1583607" y="1845411"/>
                  </a:lnTo>
                  <a:cubicBezTo>
                    <a:pt x="1583661" y="1846998"/>
                    <a:pt x="1583715" y="1848585"/>
                    <a:pt x="1581438" y="1854975"/>
                  </a:cubicBezTo>
                  <a:cubicBezTo>
                    <a:pt x="1574449" y="1855970"/>
                    <a:pt x="1567460" y="1856964"/>
                    <a:pt x="1558672" y="1852805"/>
                  </a:cubicBezTo>
                  <a:cubicBezTo>
                    <a:pt x="1541403" y="1844151"/>
                    <a:pt x="1525750" y="1844109"/>
                    <a:pt x="1513073" y="1851614"/>
                  </a:cubicBezTo>
                  <a:lnTo>
                    <a:pt x="1506464" y="1858290"/>
                  </a:lnTo>
                  <a:lnTo>
                    <a:pt x="1506082" y="1858440"/>
                  </a:lnTo>
                  <a:lnTo>
                    <a:pt x="1505947" y="1858813"/>
                  </a:lnTo>
                  <a:lnTo>
                    <a:pt x="1496461" y="1868395"/>
                  </a:lnTo>
                  <a:cubicBezTo>
                    <a:pt x="1491782" y="1875787"/>
                    <a:pt x="1488017" y="1884929"/>
                    <a:pt x="1485336" y="1895692"/>
                  </a:cubicBezTo>
                  <a:cubicBezTo>
                    <a:pt x="1481937" y="1896044"/>
                    <a:pt x="1478537" y="1896396"/>
                    <a:pt x="1473339" y="1891587"/>
                  </a:cubicBezTo>
                  <a:cubicBezTo>
                    <a:pt x="1443008" y="1876129"/>
                    <a:pt x="1407011" y="1893041"/>
                    <a:pt x="1376980" y="1932625"/>
                  </a:cubicBezTo>
                  <a:cubicBezTo>
                    <a:pt x="1332135" y="1933176"/>
                    <a:pt x="1309041" y="1950622"/>
                    <a:pt x="1298141" y="1988767"/>
                  </a:cubicBezTo>
                  <a:cubicBezTo>
                    <a:pt x="1271900" y="1981399"/>
                    <a:pt x="1266828" y="2010577"/>
                    <a:pt x="1253545" y="2015839"/>
                  </a:cubicBezTo>
                  <a:cubicBezTo>
                    <a:pt x="1220255" y="2029023"/>
                    <a:pt x="1193746" y="2049769"/>
                    <a:pt x="1165438" y="2069409"/>
                  </a:cubicBezTo>
                  <a:cubicBezTo>
                    <a:pt x="1138560" y="2088058"/>
                    <a:pt x="1109022" y="2102986"/>
                    <a:pt x="1082809" y="2122453"/>
                  </a:cubicBezTo>
                  <a:cubicBezTo>
                    <a:pt x="1014808" y="2172955"/>
                    <a:pt x="947099" y="2223937"/>
                    <a:pt x="880982" y="2276864"/>
                  </a:cubicBezTo>
                  <a:cubicBezTo>
                    <a:pt x="826374" y="2320578"/>
                    <a:pt x="773465" y="2366505"/>
                    <a:pt x="721132" y="2412949"/>
                  </a:cubicBezTo>
                  <a:cubicBezTo>
                    <a:pt x="635487" y="2488957"/>
                    <a:pt x="550923" y="2566182"/>
                    <a:pt x="464664" y="2644012"/>
                  </a:cubicBezTo>
                  <a:cubicBezTo>
                    <a:pt x="805771" y="3002181"/>
                    <a:pt x="1191707" y="3287999"/>
                    <a:pt x="1653437" y="3468017"/>
                  </a:cubicBezTo>
                  <a:cubicBezTo>
                    <a:pt x="1375403" y="3147646"/>
                    <a:pt x="1282646" y="2782064"/>
                    <a:pt x="1368943" y="2370046"/>
                  </a:cubicBezTo>
                  <a:cubicBezTo>
                    <a:pt x="1443830" y="2383470"/>
                    <a:pt x="1516692" y="2396529"/>
                    <a:pt x="1591690" y="2409972"/>
                  </a:cubicBezTo>
                  <a:cubicBezTo>
                    <a:pt x="1583522" y="2459195"/>
                    <a:pt x="1569111" y="2506216"/>
                    <a:pt x="1569324" y="2553173"/>
                  </a:cubicBezTo>
                  <a:cubicBezTo>
                    <a:pt x="1569744" y="2646340"/>
                    <a:pt x="1570418" y="2740720"/>
                    <a:pt x="1585054" y="2832351"/>
                  </a:cubicBezTo>
                  <a:cubicBezTo>
                    <a:pt x="1612951" y="3007005"/>
                    <a:pt x="1691670" y="3159921"/>
                    <a:pt x="1815756" y="3286538"/>
                  </a:cubicBezTo>
                  <a:cubicBezTo>
                    <a:pt x="1871656" y="3343578"/>
                    <a:pt x="1934961" y="3393364"/>
                    <a:pt x="1996135" y="3451621"/>
                  </a:cubicBezTo>
                  <a:cubicBezTo>
                    <a:pt x="2002211" y="3458018"/>
                    <a:pt x="2007368" y="3465775"/>
                    <a:pt x="2014503" y="3470611"/>
                  </a:cubicBezTo>
                  <a:cubicBezTo>
                    <a:pt x="2007368" y="3465776"/>
                    <a:pt x="2002211" y="3458018"/>
                    <a:pt x="1995520" y="3449031"/>
                  </a:cubicBezTo>
                  <a:cubicBezTo>
                    <a:pt x="2047533" y="3472574"/>
                    <a:pt x="2098304" y="3503896"/>
                    <a:pt x="2153248" y="3523557"/>
                  </a:cubicBezTo>
                  <a:cubicBezTo>
                    <a:pt x="2225817" y="3549526"/>
                    <a:pt x="2301660" y="3566355"/>
                    <a:pt x="2379275" y="3587685"/>
                  </a:cubicBezTo>
                  <a:cubicBezTo>
                    <a:pt x="2375445" y="3591913"/>
                    <a:pt x="2367808" y="3599605"/>
                    <a:pt x="2361519" y="3598626"/>
                  </a:cubicBezTo>
                  <a:cubicBezTo>
                    <a:pt x="2367808" y="3599605"/>
                    <a:pt x="2375445" y="3591913"/>
                    <a:pt x="2388133" y="3587123"/>
                  </a:cubicBezTo>
                  <a:cubicBezTo>
                    <a:pt x="2396690" y="3589359"/>
                    <a:pt x="2405249" y="3591596"/>
                    <a:pt x="2414881" y="3598458"/>
                  </a:cubicBezTo>
                  <a:cubicBezTo>
                    <a:pt x="2422173" y="3597644"/>
                    <a:pt x="2429465" y="3596829"/>
                    <a:pt x="2443935" y="3594878"/>
                  </a:cubicBezTo>
                  <a:cubicBezTo>
                    <a:pt x="2488943" y="3597372"/>
                    <a:pt x="2533941" y="3600118"/>
                    <a:pt x="2578972" y="3602095"/>
                  </a:cubicBezTo>
                  <a:cubicBezTo>
                    <a:pt x="2586074" y="3602406"/>
                    <a:pt x="2593318" y="3599191"/>
                    <a:pt x="2600514" y="3597692"/>
                  </a:cubicBezTo>
                  <a:cubicBezTo>
                    <a:pt x="2615738" y="3594517"/>
                    <a:pt x="2630973" y="3591399"/>
                    <a:pt x="2648242" y="3593063"/>
                  </a:cubicBezTo>
                  <a:cubicBezTo>
                    <a:pt x="2651218" y="3595321"/>
                    <a:pt x="2654471" y="3599838"/>
                    <a:pt x="2657131" y="3599513"/>
                  </a:cubicBezTo>
                  <a:cubicBezTo>
                    <a:pt x="2792091" y="3582976"/>
                    <a:pt x="2918092" y="3541461"/>
                    <a:pt x="3030038" y="3462599"/>
                  </a:cubicBezTo>
                  <a:cubicBezTo>
                    <a:pt x="3035414" y="3458812"/>
                    <a:pt x="3033721" y="3444993"/>
                    <a:pt x="3035984" y="3433617"/>
                  </a:cubicBezTo>
                  <a:cubicBezTo>
                    <a:pt x="3035984" y="3433617"/>
                    <a:pt x="3038232" y="3433015"/>
                    <a:pt x="3044007" y="3435533"/>
                  </a:cubicBezTo>
                  <a:lnTo>
                    <a:pt x="3069904" y="3432079"/>
                  </a:lnTo>
                  <a:lnTo>
                    <a:pt x="3041119" y="3434273"/>
                  </a:lnTo>
                  <a:cubicBezTo>
                    <a:pt x="3053040" y="3422256"/>
                    <a:pt x="3067847" y="3411497"/>
                    <a:pt x="3085344" y="3400328"/>
                  </a:cubicBezTo>
                  <a:cubicBezTo>
                    <a:pt x="3087067" y="3409028"/>
                    <a:pt x="3086962" y="3415703"/>
                    <a:pt x="3085388" y="3420769"/>
                  </a:cubicBezTo>
                  <a:lnTo>
                    <a:pt x="3076955" y="3431138"/>
                  </a:lnTo>
                  <a:lnTo>
                    <a:pt x="3077569" y="3431057"/>
                  </a:lnTo>
                  <a:cubicBezTo>
                    <a:pt x="3086132" y="3425687"/>
                    <a:pt x="3091199" y="3415052"/>
                    <a:pt x="3090162" y="3394974"/>
                  </a:cubicBezTo>
                  <a:cubicBezTo>
                    <a:pt x="3138402" y="3347672"/>
                    <a:pt x="3186644" y="3300368"/>
                    <a:pt x="3240906" y="3253134"/>
                  </a:cubicBezTo>
                  <a:lnTo>
                    <a:pt x="3267104" y="3240301"/>
                  </a:lnTo>
                  <a:lnTo>
                    <a:pt x="3237894" y="3253099"/>
                  </a:lnTo>
                  <a:cubicBezTo>
                    <a:pt x="3247052" y="3237562"/>
                    <a:pt x="3259219" y="3222059"/>
                    <a:pt x="3273428" y="3205263"/>
                  </a:cubicBezTo>
                  <a:lnTo>
                    <a:pt x="3276214" y="3235837"/>
                  </a:lnTo>
                  <a:lnTo>
                    <a:pt x="3276811" y="3235545"/>
                  </a:lnTo>
                  <a:cubicBezTo>
                    <a:pt x="3282260" y="3227099"/>
                    <a:pt x="3281401" y="3215536"/>
                    <a:pt x="3274867" y="3199257"/>
                  </a:cubicBezTo>
                  <a:cubicBezTo>
                    <a:pt x="3275318" y="3197739"/>
                    <a:pt x="3275769" y="3196220"/>
                    <a:pt x="3282449" y="3196465"/>
                  </a:cubicBezTo>
                  <a:cubicBezTo>
                    <a:pt x="3288934" y="3192313"/>
                    <a:pt x="3296566" y="3188909"/>
                    <a:pt x="3303535" y="3185073"/>
                  </a:cubicBezTo>
                  <a:lnTo>
                    <a:pt x="3320591" y="3171118"/>
                  </a:lnTo>
                  <a:lnTo>
                    <a:pt x="3303146" y="3184962"/>
                  </a:lnTo>
                  <a:cubicBezTo>
                    <a:pt x="3295789" y="3188689"/>
                    <a:pt x="3287377" y="3191874"/>
                    <a:pt x="3279334" y="3195584"/>
                  </a:cubicBezTo>
                  <a:cubicBezTo>
                    <a:pt x="3348533" y="3104097"/>
                    <a:pt x="3390846" y="2999172"/>
                    <a:pt x="3421818" y="2888908"/>
                  </a:cubicBezTo>
                  <a:cubicBezTo>
                    <a:pt x="3425861" y="2874520"/>
                    <a:pt x="3428160" y="2859640"/>
                    <a:pt x="3433898" y="2843474"/>
                  </a:cubicBezTo>
                  <a:cubicBezTo>
                    <a:pt x="3439563" y="2848425"/>
                    <a:pt x="3446163" y="2855556"/>
                    <a:pt x="3445100" y="2861259"/>
                  </a:cubicBezTo>
                  <a:cubicBezTo>
                    <a:pt x="3446162" y="2855556"/>
                    <a:pt x="3439561" y="2848425"/>
                    <a:pt x="3437354" y="2835386"/>
                  </a:cubicBezTo>
                  <a:cubicBezTo>
                    <a:pt x="3462483" y="2707929"/>
                    <a:pt x="3457979" y="2580965"/>
                    <a:pt x="3435470" y="2452523"/>
                  </a:cubicBezTo>
                  <a:cubicBezTo>
                    <a:pt x="3421051" y="2406595"/>
                    <a:pt x="3406633" y="2360666"/>
                    <a:pt x="3389919" y="2309781"/>
                  </a:cubicBezTo>
                  <a:cubicBezTo>
                    <a:pt x="3384788" y="2298618"/>
                    <a:pt x="3379658" y="2287454"/>
                    <a:pt x="3377201" y="2273521"/>
                  </a:cubicBezTo>
                  <a:cubicBezTo>
                    <a:pt x="3374448" y="2269160"/>
                    <a:pt x="3371694" y="2264797"/>
                    <a:pt x="3366536" y="2255339"/>
                  </a:cubicBezTo>
                  <a:cubicBezTo>
                    <a:pt x="3349184" y="2224780"/>
                    <a:pt x="3332573" y="2193770"/>
                    <a:pt x="3314340" y="2163745"/>
                  </a:cubicBezTo>
                  <a:cubicBezTo>
                    <a:pt x="3254837" y="2065754"/>
                    <a:pt x="3182632" y="1979555"/>
                    <a:pt x="3091314" y="1908413"/>
                  </a:cubicBezTo>
                  <a:cubicBezTo>
                    <a:pt x="3011847" y="1846505"/>
                    <a:pt x="2922576" y="1804309"/>
                    <a:pt x="2831041" y="1757470"/>
                  </a:cubicBezTo>
                  <a:cubicBezTo>
                    <a:pt x="2825558" y="1751757"/>
                    <a:pt x="2820061" y="1746111"/>
                    <a:pt x="2814269" y="1741280"/>
                  </a:cubicBezTo>
                  <a:lnTo>
                    <a:pt x="2803395" y="1734660"/>
                  </a:lnTo>
                  <a:lnTo>
                    <a:pt x="2814700" y="1742375"/>
                  </a:lnTo>
                  <a:cubicBezTo>
                    <a:pt x="2820439" y="1747573"/>
                    <a:pt x="2826064" y="1753707"/>
                    <a:pt x="2831714" y="1760070"/>
                  </a:cubicBezTo>
                  <a:cubicBezTo>
                    <a:pt x="2807844" y="1755303"/>
                    <a:pt x="2783303" y="1747937"/>
                    <a:pt x="2756123" y="1739983"/>
                  </a:cubicBezTo>
                  <a:lnTo>
                    <a:pt x="2777150" y="1728415"/>
                  </a:lnTo>
                  <a:lnTo>
                    <a:pt x="2773759" y="1728127"/>
                  </a:lnTo>
                  <a:cubicBezTo>
                    <a:pt x="2765675" y="1729575"/>
                    <a:pt x="2756740" y="1733343"/>
                    <a:pt x="2746675" y="1740185"/>
                  </a:cubicBezTo>
                  <a:cubicBezTo>
                    <a:pt x="2671104" y="1717790"/>
                    <a:pt x="2595170" y="1706091"/>
                    <a:pt x="2519043" y="1704457"/>
                  </a:cubicBezTo>
                  <a:close/>
                  <a:moveTo>
                    <a:pt x="1219603" y="1656345"/>
                  </a:moveTo>
                  <a:lnTo>
                    <a:pt x="1095664" y="1718661"/>
                  </a:lnTo>
                  <a:lnTo>
                    <a:pt x="1001706" y="1777373"/>
                  </a:lnTo>
                  <a:lnTo>
                    <a:pt x="1095663" y="1718662"/>
                  </a:lnTo>
                  <a:close/>
                  <a:moveTo>
                    <a:pt x="1937871" y="1374687"/>
                  </a:moveTo>
                  <a:lnTo>
                    <a:pt x="1806434" y="1410343"/>
                  </a:lnTo>
                  <a:cubicBezTo>
                    <a:pt x="1730013" y="1437320"/>
                    <a:pt x="1654130" y="1465994"/>
                    <a:pt x="1578719" y="1495901"/>
                  </a:cubicBezTo>
                  <a:lnTo>
                    <a:pt x="1546738" y="1509121"/>
                  </a:lnTo>
                  <a:lnTo>
                    <a:pt x="1578718" y="1495903"/>
                  </a:lnTo>
                  <a:cubicBezTo>
                    <a:pt x="1654129" y="1465995"/>
                    <a:pt x="1730012" y="1437321"/>
                    <a:pt x="1806433" y="1410344"/>
                  </a:cubicBezTo>
                  <a:close/>
                  <a:moveTo>
                    <a:pt x="2612058" y="1291879"/>
                  </a:moveTo>
                  <a:cubicBezTo>
                    <a:pt x="2657902" y="1292254"/>
                    <a:pt x="2703454" y="1306746"/>
                    <a:pt x="2749491" y="1311167"/>
                  </a:cubicBezTo>
                  <a:cubicBezTo>
                    <a:pt x="2791450" y="1315196"/>
                    <a:pt x="2833882" y="1314278"/>
                    <a:pt x="2878220" y="1320529"/>
                  </a:cubicBezTo>
                  <a:lnTo>
                    <a:pt x="2897487" y="1322576"/>
                  </a:lnTo>
                  <a:lnTo>
                    <a:pt x="2902203" y="1323077"/>
                  </a:lnTo>
                  <a:cubicBezTo>
                    <a:pt x="2909270" y="1323319"/>
                    <a:pt x="2916337" y="1323561"/>
                    <a:pt x="2925506" y="1328951"/>
                  </a:cubicBezTo>
                  <a:lnTo>
                    <a:pt x="2933293" y="1332528"/>
                  </a:lnTo>
                  <a:lnTo>
                    <a:pt x="3049956" y="1352965"/>
                  </a:lnTo>
                  <a:cubicBezTo>
                    <a:pt x="3091173" y="1360681"/>
                    <a:pt x="3132340" y="1369345"/>
                    <a:pt x="3172908" y="1380243"/>
                  </a:cubicBezTo>
                  <a:cubicBezTo>
                    <a:pt x="3400135" y="1441284"/>
                    <a:pt x="3617643" y="1528243"/>
                    <a:pt x="3824568" y="1640292"/>
                  </a:cubicBezTo>
                  <a:cubicBezTo>
                    <a:pt x="3906123" y="1684453"/>
                    <a:pt x="3984523" y="1734440"/>
                    <a:pt x="4065456" y="1784269"/>
                  </a:cubicBezTo>
                  <a:cubicBezTo>
                    <a:pt x="4043325" y="1776640"/>
                    <a:pt x="4018784" y="1768757"/>
                    <a:pt x="3997073" y="1756043"/>
                  </a:cubicBezTo>
                  <a:cubicBezTo>
                    <a:pt x="3808102" y="1645388"/>
                    <a:pt x="3613309" y="1548010"/>
                    <a:pt x="3406581" y="1473576"/>
                  </a:cubicBezTo>
                  <a:cubicBezTo>
                    <a:pt x="3264553" y="1422439"/>
                    <a:pt x="3121410" y="1378313"/>
                    <a:pt x="2973056" y="1350794"/>
                  </a:cubicBezTo>
                  <a:lnTo>
                    <a:pt x="2973043" y="1350788"/>
                  </a:lnTo>
                  <a:lnTo>
                    <a:pt x="2973055" y="1350794"/>
                  </a:lnTo>
                  <a:cubicBezTo>
                    <a:pt x="3121409" y="1378314"/>
                    <a:pt x="3264552" y="1422439"/>
                    <a:pt x="3406581" y="1473577"/>
                  </a:cubicBezTo>
                  <a:cubicBezTo>
                    <a:pt x="3613309" y="1548010"/>
                    <a:pt x="3808100" y="1645388"/>
                    <a:pt x="3997072" y="1756044"/>
                  </a:cubicBezTo>
                  <a:cubicBezTo>
                    <a:pt x="4018783" y="1768757"/>
                    <a:pt x="4043324" y="1776640"/>
                    <a:pt x="4066551" y="1786763"/>
                  </a:cubicBezTo>
                  <a:cubicBezTo>
                    <a:pt x="4066551" y="1786763"/>
                    <a:pt x="4065995" y="1787023"/>
                    <a:pt x="4066823" y="1789296"/>
                  </a:cubicBezTo>
                  <a:cubicBezTo>
                    <a:pt x="4075042" y="1795139"/>
                    <a:pt x="4082433" y="1798708"/>
                    <a:pt x="4089823" y="1802277"/>
                  </a:cubicBezTo>
                  <a:cubicBezTo>
                    <a:pt x="4089823" y="1802277"/>
                    <a:pt x="4089267" y="1802538"/>
                    <a:pt x="4090096" y="1804811"/>
                  </a:cubicBezTo>
                  <a:cubicBezTo>
                    <a:pt x="4098315" y="1810654"/>
                    <a:pt x="4105706" y="1814223"/>
                    <a:pt x="4113096" y="1817792"/>
                  </a:cubicBezTo>
                  <a:cubicBezTo>
                    <a:pt x="4113096" y="1817792"/>
                    <a:pt x="4112540" y="1818052"/>
                    <a:pt x="4113368" y="1820326"/>
                  </a:cubicBezTo>
                  <a:cubicBezTo>
                    <a:pt x="4121587" y="1826169"/>
                    <a:pt x="4128978" y="1829738"/>
                    <a:pt x="4136368" y="1833307"/>
                  </a:cubicBezTo>
                  <a:cubicBezTo>
                    <a:pt x="4136368" y="1833307"/>
                    <a:pt x="4135812" y="1833567"/>
                    <a:pt x="4136640" y="1835841"/>
                  </a:cubicBezTo>
                  <a:cubicBezTo>
                    <a:pt x="4144860" y="1841684"/>
                    <a:pt x="4152250" y="1845252"/>
                    <a:pt x="4159640" y="1848822"/>
                  </a:cubicBezTo>
                  <a:cubicBezTo>
                    <a:pt x="4159640" y="1848822"/>
                    <a:pt x="4159084" y="1849083"/>
                    <a:pt x="4159913" y="1851356"/>
                  </a:cubicBezTo>
                  <a:cubicBezTo>
                    <a:pt x="4168132" y="1857199"/>
                    <a:pt x="4175523" y="1860767"/>
                    <a:pt x="4182913" y="1864337"/>
                  </a:cubicBezTo>
                  <a:cubicBezTo>
                    <a:pt x="4182913" y="1864337"/>
                    <a:pt x="4182357" y="1864597"/>
                    <a:pt x="4183185" y="1866871"/>
                  </a:cubicBezTo>
                  <a:cubicBezTo>
                    <a:pt x="4191404" y="1872714"/>
                    <a:pt x="4198795" y="1876282"/>
                    <a:pt x="4206185" y="1879852"/>
                  </a:cubicBezTo>
                  <a:cubicBezTo>
                    <a:pt x="4206185" y="1879852"/>
                    <a:pt x="4205629" y="1880112"/>
                    <a:pt x="4206469" y="1882395"/>
                  </a:cubicBezTo>
                  <a:cubicBezTo>
                    <a:pt x="4214743" y="1888288"/>
                    <a:pt x="4222178" y="1891897"/>
                    <a:pt x="4229613" y="1895506"/>
                  </a:cubicBezTo>
                  <a:cubicBezTo>
                    <a:pt x="4239155" y="1901533"/>
                    <a:pt x="4248696" y="1907559"/>
                    <a:pt x="4259885" y="1918470"/>
                  </a:cubicBezTo>
                  <a:lnTo>
                    <a:pt x="4271866" y="1926359"/>
                  </a:lnTo>
                  <a:lnTo>
                    <a:pt x="4283915" y="1934294"/>
                  </a:lnTo>
                  <a:cubicBezTo>
                    <a:pt x="4329978" y="1971693"/>
                    <a:pt x="4376552" y="2008484"/>
                    <a:pt x="4421987" y="2046633"/>
                  </a:cubicBezTo>
                  <a:cubicBezTo>
                    <a:pt x="4492351" y="2105714"/>
                    <a:pt x="4562123" y="2165505"/>
                    <a:pt x="4631758" y="2225446"/>
                  </a:cubicBezTo>
                  <a:cubicBezTo>
                    <a:pt x="4659236" y="2249098"/>
                    <a:pt x="4686896" y="2272753"/>
                    <a:pt x="4712318" y="2298533"/>
                  </a:cubicBezTo>
                  <a:cubicBezTo>
                    <a:pt x="4757491" y="2344343"/>
                    <a:pt x="4802989" y="2390093"/>
                    <a:pt x="4844706" y="2438979"/>
                  </a:cubicBezTo>
                  <a:cubicBezTo>
                    <a:pt x="4889877" y="2491915"/>
                    <a:pt x="4930765" y="2548501"/>
                    <a:pt x="4973839" y="2603245"/>
                  </a:cubicBezTo>
                  <a:cubicBezTo>
                    <a:pt x="4980048" y="2611137"/>
                    <a:pt x="4989085" y="2616864"/>
                    <a:pt x="4994985" y="2624931"/>
                  </a:cubicBezTo>
                  <a:cubicBezTo>
                    <a:pt x="5008984" y="2644075"/>
                    <a:pt x="5023094" y="2663435"/>
                    <a:pt x="5001109" y="2686932"/>
                  </a:cubicBezTo>
                  <a:cubicBezTo>
                    <a:pt x="4894229" y="2801168"/>
                    <a:pt x="4791643" y="2919776"/>
                    <a:pt x="4679888" y="3029008"/>
                  </a:cubicBezTo>
                  <a:cubicBezTo>
                    <a:pt x="4540880" y="3164879"/>
                    <a:pt x="4394446" y="3293141"/>
                    <a:pt x="4232502" y="3402184"/>
                  </a:cubicBezTo>
                  <a:cubicBezTo>
                    <a:pt x="4188598" y="3431747"/>
                    <a:pt x="4147982" y="3467416"/>
                    <a:pt x="4101224" y="3491156"/>
                  </a:cubicBezTo>
                  <a:cubicBezTo>
                    <a:pt x="4058329" y="3512934"/>
                    <a:pt x="4026332" y="3554228"/>
                    <a:pt x="3972403" y="3559058"/>
                  </a:cubicBezTo>
                  <a:cubicBezTo>
                    <a:pt x="3959158" y="3560245"/>
                    <a:pt x="3948552" y="3594302"/>
                    <a:pt x="3919899" y="3593541"/>
                  </a:cubicBezTo>
                  <a:lnTo>
                    <a:pt x="3919403" y="3598237"/>
                  </a:lnTo>
                  <a:lnTo>
                    <a:pt x="3918882" y="3603182"/>
                  </a:lnTo>
                  <a:cubicBezTo>
                    <a:pt x="3918882" y="3603182"/>
                    <a:pt x="3918630" y="3602598"/>
                    <a:pt x="3916010" y="3602543"/>
                  </a:cubicBezTo>
                  <a:cubicBezTo>
                    <a:pt x="3867454" y="3594893"/>
                    <a:pt x="3835491" y="3611786"/>
                    <a:pt x="3822667" y="3648575"/>
                  </a:cubicBezTo>
                  <a:cubicBezTo>
                    <a:pt x="3765586" y="3643517"/>
                    <a:pt x="3728607" y="3681938"/>
                    <a:pt x="3685110" y="3703923"/>
                  </a:cubicBezTo>
                  <a:cubicBezTo>
                    <a:pt x="3682405" y="3705290"/>
                    <a:pt x="3685935" y="3718992"/>
                    <a:pt x="3686562" y="3726954"/>
                  </a:cubicBezTo>
                  <a:cubicBezTo>
                    <a:pt x="3680430" y="3729458"/>
                    <a:pt x="3674297" y="3731961"/>
                    <a:pt x="3664551" y="3732288"/>
                  </a:cubicBezTo>
                  <a:cubicBezTo>
                    <a:pt x="3655012" y="3727419"/>
                    <a:pt x="3646104" y="3724837"/>
                    <a:pt x="3638018" y="3724360"/>
                  </a:cubicBezTo>
                  <a:lnTo>
                    <a:pt x="3637050" y="3724570"/>
                  </a:lnTo>
                  <a:lnTo>
                    <a:pt x="3661840" y="3732690"/>
                  </a:lnTo>
                  <a:cubicBezTo>
                    <a:pt x="3641187" y="3747313"/>
                    <a:pt x="3619633" y="3759360"/>
                    <a:pt x="3595343" y="3771630"/>
                  </a:cubicBezTo>
                  <a:cubicBezTo>
                    <a:pt x="3596837" y="3750791"/>
                    <a:pt x="3604600" y="3736085"/>
                    <a:pt x="3616420" y="3729075"/>
                  </a:cubicBezTo>
                  <a:lnTo>
                    <a:pt x="3621462" y="3727956"/>
                  </a:lnTo>
                  <a:lnTo>
                    <a:pt x="3616418" y="3729052"/>
                  </a:lnTo>
                  <a:cubicBezTo>
                    <a:pt x="3603917" y="3736140"/>
                    <a:pt x="3595470" y="3750901"/>
                    <a:pt x="3592609" y="3771851"/>
                  </a:cubicBezTo>
                  <a:cubicBezTo>
                    <a:pt x="3559034" y="3760137"/>
                    <a:pt x="3540682" y="3791356"/>
                    <a:pt x="3515856" y="3801827"/>
                  </a:cubicBezTo>
                  <a:cubicBezTo>
                    <a:pt x="3371602" y="3862667"/>
                    <a:pt x="3224034" y="3912265"/>
                    <a:pt x="3070712" y="3943384"/>
                  </a:cubicBezTo>
                  <a:cubicBezTo>
                    <a:pt x="2969499" y="3963929"/>
                    <a:pt x="2867936" y="3985088"/>
                    <a:pt x="2765473" y="3996438"/>
                  </a:cubicBezTo>
                  <a:cubicBezTo>
                    <a:pt x="2675109" y="4006447"/>
                    <a:pt x="2583292" y="4003717"/>
                    <a:pt x="2492099" y="4005779"/>
                  </a:cubicBezTo>
                  <a:cubicBezTo>
                    <a:pt x="2232270" y="4011650"/>
                    <a:pt x="1980948" y="3962769"/>
                    <a:pt x="1733673" y="3887584"/>
                  </a:cubicBezTo>
                  <a:cubicBezTo>
                    <a:pt x="1563945" y="3835977"/>
                    <a:pt x="1400517" y="3768355"/>
                    <a:pt x="1243211" y="3687225"/>
                  </a:cubicBezTo>
                  <a:cubicBezTo>
                    <a:pt x="1050560" y="3587865"/>
                    <a:pt x="865511" y="3475141"/>
                    <a:pt x="696407" y="3338880"/>
                  </a:cubicBezTo>
                  <a:cubicBezTo>
                    <a:pt x="586485" y="3250305"/>
                    <a:pt x="476520" y="3160781"/>
                    <a:pt x="375274" y="3062704"/>
                  </a:cubicBezTo>
                  <a:cubicBezTo>
                    <a:pt x="261843" y="2952821"/>
                    <a:pt x="158233" y="2832801"/>
                    <a:pt x="50320" y="2717219"/>
                  </a:cubicBezTo>
                  <a:cubicBezTo>
                    <a:pt x="45913" y="2712499"/>
                    <a:pt x="41185" y="2708081"/>
                    <a:pt x="36662" y="2703468"/>
                  </a:cubicBezTo>
                  <a:cubicBezTo>
                    <a:pt x="-11489" y="2654360"/>
                    <a:pt x="-12445" y="2646189"/>
                    <a:pt x="35180" y="2594864"/>
                  </a:cubicBezTo>
                  <a:cubicBezTo>
                    <a:pt x="147725" y="2473575"/>
                    <a:pt x="257742" y="2349652"/>
                    <a:pt x="375374" y="2233468"/>
                  </a:cubicBezTo>
                  <a:cubicBezTo>
                    <a:pt x="460220" y="2149666"/>
                    <a:pt x="555677" y="2076606"/>
                    <a:pt x="652221" y="1997703"/>
                  </a:cubicBezTo>
                  <a:cubicBezTo>
                    <a:pt x="672810" y="1995100"/>
                    <a:pt x="692440" y="1998618"/>
                    <a:pt x="683438" y="1972288"/>
                  </a:cubicBezTo>
                  <a:cubicBezTo>
                    <a:pt x="683438" y="1972288"/>
                    <a:pt x="683602" y="1970066"/>
                    <a:pt x="688022" y="1970420"/>
                  </a:cubicBezTo>
                  <a:cubicBezTo>
                    <a:pt x="709046" y="1972882"/>
                    <a:pt x="721419" y="1970705"/>
                    <a:pt x="714487" y="1948990"/>
                  </a:cubicBezTo>
                  <a:cubicBezTo>
                    <a:pt x="714487" y="1948990"/>
                    <a:pt x="714640" y="1946781"/>
                    <a:pt x="719055" y="1947140"/>
                  </a:cubicBezTo>
                  <a:cubicBezTo>
                    <a:pt x="740076" y="1949609"/>
                    <a:pt x="752449" y="1947432"/>
                    <a:pt x="745517" y="1925718"/>
                  </a:cubicBezTo>
                  <a:cubicBezTo>
                    <a:pt x="745517" y="1925718"/>
                    <a:pt x="745609" y="1923611"/>
                    <a:pt x="749799" y="1923980"/>
                  </a:cubicBezTo>
                  <a:cubicBezTo>
                    <a:pt x="778681" y="1923461"/>
                    <a:pt x="804315" y="1923730"/>
                    <a:pt x="799762" y="1887002"/>
                  </a:cubicBezTo>
                  <a:cubicBezTo>
                    <a:pt x="799762" y="1887002"/>
                    <a:pt x="799895" y="1884850"/>
                    <a:pt x="804013" y="1885191"/>
                  </a:cubicBezTo>
                  <a:cubicBezTo>
                    <a:pt x="813161" y="1883175"/>
                    <a:pt x="821792" y="1881841"/>
                    <a:pt x="829612" y="1880023"/>
                  </a:cubicBezTo>
                  <a:lnTo>
                    <a:pt x="850082" y="1872057"/>
                  </a:lnTo>
                  <a:lnTo>
                    <a:pt x="829723" y="1879945"/>
                  </a:lnTo>
                  <a:cubicBezTo>
                    <a:pt x="822012" y="1881686"/>
                    <a:pt x="813602" y="1882864"/>
                    <a:pt x="804894" y="1884568"/>
                  </a:cubicBezTo>
                  <a:cubicBezTo>
                    <a:pt x="866911" y="1839071"/>
                    <a:pt x="930262" y="1791367"/>
                    <a:pt x="997891" y="1750790"/>
                  </a:cubicBezTo>
                  <a:cubicBezTo>
                    <a:pt x="1087104" y="1697263"/>
                    <a:pt x="1178028" y="1646025"/>
                    <a:pt x="1271132" y="1599656"/>
                  </a:cubicBezTo>
                  <a:cubicBezTo>
                    <a:pt x="1484391" y="1493447"/>
                    <a:pt x="1707111" y="1411542"/>
                    <a:pt x="1938390" y="1353860"/>
                  </a:cubicBezTo>
                  <a:cubicBezTo>
                    <a:pt x="1990632" y="1340831"/>
                    <a:pt x="2044057" y="1332545"/>
                    <a:pt x="2100061" y="1322576"/>
                  </a:cubicBezTo>
                  <a:cubicBezTo>
                    <a:pt x="2092709" y="1330588"/>
                    <a:pt x="2083228" y="1342062"/>
                    <a:pt x="2071598" y="1344981"/>
                  </a:cubicBezTo>
                  <a:lnTo>
                    <a:pt x="1937917" y="1374675"/>
                  </a:lnTo>
                  <a:lnTo>
                    <a:pt x="1937918" y="1374675"/>
                  </a:lnTo>
                  <a:cubicBezTo>
                    <a:pt x="1982489" y="1364876"/>
                    <a:pt x="2027426" y="1356073"/>
                    <a:pt x="2071598" y="1344981"/>
                  </a:cubicBezTo>
                  <a:cubicBezTo>
                    <a:pt x="2083227" y="1342062"/>
                    <a:pt x="2092708" y="1330589"/>
                    <a:pt x="2103185" y="1323077"/>
                  </a:cubicBezTo>
                  <a:cubicBezTo>
                    <a:pt x="2106646" y="1322705"/>
                    <a:pt x="2110106" y="1322332"/>
                    <a:pt x="2116936" y="1324734"/>
                  </a:cubicBezTo>
                  <a:cubicBezTo>
                    <a:pt x="2122835" y="1330392"/>
                    <a:pt x="2127657" y="1333241"/>
                    <a:pt x="2131735" y="1334182"/>
                  </a:cubicBezTo>
                  <a:lnTo>
                    <a:pt x="2132287" y="1334075"/>
                  </a:lnTo>
                  <a:lnTo>
                    <a:pt x="2119502" y="1325292"/>
                  </a:lnTo>
                  <a:cubicBezTo>
                    <a:pt x="2129671" y="1320115"/>
                    <a:pt x="2140643" y="1317153"/>
                    <a:pt x="2154504" y="1314755"/>
                  </a:cubicBezTo>
                  <a:cubicBezTo>
                    <a:pt x="2150702" y="1319911"/>
                    <a:pt x="2147208" y="1328064"/>
                    <a:pt x="2142037" y="1332169"/>
                  </a:cubicBezTo>
                  <a:lnTo>
                    <a:pt x="2141868" y="1332209"/>
                  </a:lnTo>
                  <a:lnTo>
                    <a:pt x="2142077" y="1332169"/>
                  </a:lnTo>
                  <a:cubicBezTo>
                    <a:pt x="2147930" y="1328204"/>
                    <a:pt x="2152146" y="1320193"/>
                    <a:pt x="2157393" y="1315320"/>
                  </a:cubicBezTo>
                  <a:cubicBezTo>
                    <a:pt x="2172381" y="1314204"/>
                    <a:pt x="2187410" y="1313444"/>
                    <a:pt x="2202335" y="1311764"/>
                  </a:cubicBezTo>
                  <a:cubicBezTo>
                    <a:pt x="2207059" y="1311231"/>
                    <a:pt x="2211370" y="1307130"/>
                    <a:pt x="2216100" y="1306553"/>
                  </a:cubicBezTo>
                  <a:cubicBezTo>
                    <a:pt x="2240786" y="1303546"/>
                    <a:pt x="2265499" y="1299559"/>
                    <a:pt x="2290289" y="1298813"/>
                  </a:cubicBezTo>
                  <a:cubicBezTo>
                    <a:pt x="2397532" y="1295583"/>
                    <a:pt x="2504824" y="1291004"/>
                    <a:pt x="2612058" y="1291879"/>
                  </a:cubicBezTo>
                  <a:close/>
                  <a:moveTo>
                    <a:pt x="5646365" y="0"/>
                  </a:moveTo>
                  <a:lnTo>
                    <a:pt x="6346099" y="0"/>
                  </a:lnTo>
                  <a:lnTo>
                    <a:pt x="6346099" y="699734"/>
                  </a:lnTo>
                  <a:lnTo>
                    <a:pt x="5646365" y="699734"/>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02" name="Group 101">
            <a:extLst>
              <a:ext uri="{FF2B5EF4-FFF2-40B4-BE49-F238E27FC236}">
                <a16:creationId xmlns:a16="http://schemas.microsoft.com/office/drawing/2014/main" id="{FF9DDA46-8B9F-6590-46BF-2706F7D748DB}"/>
              </a:ext>
              <a:ext uri="{C183D7F6-B498-43B3-948B-1728B52AA6E4}">
                <adec:decorative xmlns:adec="http://schemas.microsoft.com/office/drawing/2017/decorative" val="1"/>
              </a:ext>
            </a:extLst>
          </p:cNvPr>
          <p:cNvGrpSpPr>
            <a:grpSpLocks noChangeAspect="1"/>
          </p:cNvGrpSpPr>
          <p:nvPr/>
        </p:nvGrpSpPr>
        <p:grpSpPr>
          <a:xfrm>
            <a:off x="3665889" y="2223703"/>
            <a:ext cx="513080" cy="457200"/>
            <a:chOff x="3665889" y="2223703"/>
            <a:chExt cx="513080" cy="457200"/>
          </a:xfrm>
          <a:solidFill>
            <a:srgbClr val="FF0000"/>
          </a:solidFill>
        </p:grpSpPr>
        <p:sp>
          <p:nvSpPr>
            <p:cNvPr id="1057" name="Freeform 51">
              <a:extLst>
                <a:ext uri="{FF2B5EF4-FFF2-40B4-BE49-F238E27FC236}">
                  <a16:creationId xmlns:a16="http://schemas.microsoft.com/office/drawing/2014/main" id="{2CD1C5E8-C0A3-3E57-C845-0A505BF283B7}"/>
                </a:ext>
                <a:ext uri="{C183D7F6-B498-43B3-948B-1728B52AA6E4}">
                  <adec:decorative xmlns:adec="http://schemas.microsoft.com/office/drawing/2017/decorative" val="1"/>
                </a:ext>
              </a:extLst>
            </p:cNvPr>
            <p:cNvSpPr>
              <a:spLocks noEditPoints="1"/>
            </p:cNvSpPr>
            <p:nvPr/>
          </p:nvSpPr>
          <p:spPr bwMode="auto">
            <a:xfrm>
              <a:off x="3665889" y="2287732"/>
              <a:ext cx="450638" cy="322051"/>
            </a:xfrm>
            <a:custGeom>
              <a:avLst/>
              <a:gdLst>
                <a:gd name="T0" fmla="*/ 4692 w 8516"/>
                <a:gd name="T1" fmla="*/ 4275 h 6085"/>
                <a:gd name="T2" fmla="*/ 4805 w 8516"/>
                <a:gd name="T3" fmla="*/ 4449 h 6085"/>
                <a:gd name="T4" fmla="*/ 5442 w 8516"/>
                <a:gd name="T5" fmla="*/ 4431 h 6085"/>
                <a:gd name="T6" fmla="*/ 5499 w 8516"/>
                <a:gd name="T7" fmla="*/ 4341 h 6085"/>
                <a:gd name="T8" fmla="*/ 4692 w 8516"/>
                <a:gd name="T9" fmla="*/ 3537 h 6085"/>
                <a:gd name="T10" fmla="*/ 4791 w 8516"/>
                <a:gd name="T11" fmla="*/ 1185 h 6085"/>
                <a:gd name="T12" fmla="*/ 6693 w 8516"/>
                <a:gd name="T13" fmla="*/ 520 h 6085"/>
                <a:gd name="T14" fmla="*/ 6459 w 8516"/>
                <a:gd name="T15" fmla="*/ 960 h 6085"/>
                <a:gd name="T16" fmla="*/ 6422 w 8516"/>
                <a:gd name="T17" fmla="*/ 1395 h 6085"/>
                <a:gd name="T18" fmla="*/ 6558 w 8516"/>
                <a:gd name="T19" fmla="*/ 1725 h 6085"/>
                <a:gd name="T20" fmla="*/ 6899 w 8516"/>
                <a:gd name="T21" fmla="*/ 1978 h 6085"/>
                <a:gd name="T22" fmla="*/ 7067 w 8516"/>
                <a:gd name="T23" fmla="*/ 2134 h 6085"/>
                <a:gd name="T24" fmla="*/ 7070 w 8516"/>
                <a:gd name="T25" fmla="*/ 4338 h 6085"/>
                <a:gd name="T26" fmla="*/ 7148 w 8516"/>
                <a:gd name="T27" fmla="*/ 4441 h 6085"/>
                <a:gd name="T28" fmla="*/ 7469 w 8516"/>
                <a:gd name="T29" fmla="*/ 4441 h 6085"/>
                <a:gd name="T30" fmla="*/ 7553 w 8516"/>
                <a:gd name="T31" fmla="*/ 4314 h 6085"/>
                <a:gd name="T32" fmla="*/ 7565 w 8516"/>
                <a:gd name="T33" fmla="*/ 2106 h 6085"/>
                <a:gd name="T34" fmla="*/ 7911 w 8516"/>
                <a:gd name="T35" fmla="*/ 1842 h 6085"/>
                <a:gd name="T36" fmla="*/ 8172 w 8516"/>
                <a:gd name="T37" fmla="*/ 1480 h 6085"/>
                <a:gd name="T38" fmla="*/ 8178 w 8516"/>
                <a:gd name="T39" fmla="*/ 1029 h 6085"/>
                <a:gd name="T40" fmla="*/ 7985 w 8516"/>
                <a:gd name="T41" fmla="*/ 594 h 6085"/>
                <a:gd name="T42" fmla="*/ 7862 w 8516"/>
                <a:gd name="T43" fmla="*/ 1002 h 6085"/>
                <a:gd name="T44" fmla="*/ 7779 w 8516"/>
                <a:gd name="T45" fmla="*/ 1399 h 6085"/>
                <a:gd name="T46" fmla="*/ 7442 w 8516"/>
                <a:gd name="T47" fmla="*/ 1500 h 6085"/>
                <a:gd name="T48" fmla="*/ 6905 w 8516"/>
                <a:gd name="T49" fmla="*/ 1450 h 6085"/>
                <a:gd name="T50" fmla="*/ 6759 w 8516"/>
                <a:gd name="T51" fmla="*/ 1192 h 6085"/>
                <a:gd name="T52" fmla="*/ 6738 w 8516"/>
                <a:gd name="T53" fmla="*/ 457 h 6085"/>
                <a:gd name="T54" fmla="*/ 5220 w 8516"/>
                <a:gd name="T55" fmla="*/ 58 h 6085"/>
                <a:gd name="T56" fmla="*/ 5804 w 8516"/>
                <a:gd name="T57" fmla="*/ 1308 h 6085"/>
                <a:gd name="T58" fmla="*/ 5811 w 8516"/>
                <a:gd name="T59" fmla="*/ 4347 h 6085"/>
                <a:gd name="T60" fmla="*/ 5628 w 8516"/>
                <a:gd name="T61" fmla="*/ 4683 h 6085"/>
                <a:gd name="T62" fmla="*/ 5390 w 8516"/>
                <a:gd name="T63" fmla="*/ 4755 h 6085"/>
                <a:gd name="T64" fmla="*/ 4710 w 8516"/>
                <a:gd name="T65" fmla="*/ 4746 h 6085"/>
                <a:gd name="T66" fmla="*/ 4421 w 8516"/>
                <a:gd name="T67" fmla="*/ 4495 h 6085"/>
                <a:gd name="T68" fmla="*/ 4394 w 8516"/>
                <a:gd name="T69" fmla="*/ 1332 h 6085"/>
                <a:gd name="T70" fmla="*/ 4952 w 8516"/>
                <a:gd name="T71" fmla="*/ 102 h 6085"/>
                <a:gd name="T72" fmla="*/ 5097 w 8516"/>
                <a:gd name="T73" fmla="*/ 0 h 6085"/>
                <a:gd name="T74" fmla="*/ 8013 w 8516"/>
                <a:gd name="T75" fmla="*/ 174 h 6085"/>
                <a:gd name="T76" fmla="*/ 8247 w 8516"/>
                <a:gd name="T77" fmla="*/ 417 h 6085"/>
                <a:gd name="T78" fmla="*/ 8475 w 8516"/>
                <a:gd name="T79" fmla="*/ 930 h 6085"/>
                <a:gd name="T80" fmla="*/ 8516 w 8516"/>
                <a:gd name="T81" fmla="*/ 1291 h 6085"/>
                <a:gd name="T82" fmla="*/ 8441 w 8516"/>
                <a:gd name="T83" fmla="*/ 1654 h 6085"/>
                <a:gd name="T84" fmla="*/ 8256 w 8516"/>
                <a:gd name="T85" fmla="*/ 1945 h 6085"/>
                <a:gd name="T86" fmla="*/ 7914 w 8516"/>
                <a:gd name="T87" fmla="*/ 2224 h 6085"/>
                <a:gd name="T88" fmla="*/ 7866 w 8516"/>
                <a:gd name="T89" fmla="*/ 2311 h 6085"/>
                <a:gd name="T90" fmla="*/ 7845 w 8516"/>
                <a:gd name="T91" fmla="*/ 4444 h 6085"/>
                <a:gd name="T92" fmla="*/ 7716 w 8516"/>
                <a:gd name="T93" fmla="*/ 4650 h 6085"/>
                <a:gd name="T94" fmla="*/ 7305 w 8516"/>
                <a:gd name="T95" fmla="*/ 4764 h 6085"/>
                <a:gd name="T96" fmla="*/ 6998 w 8516"/>
                <a:gd name="T97" fmla="*/ 4717 h 6085"/>
                <a:gd name="T98" fmla="*/ 6798 w 8516"/>
                <a:gd name="T99" fmla="*/ 4509 h 6085"/>
                <a:gd name="T100" fmla="*/ 6758 w 8516"/>
                <a:gd name="T101" fmla="*/ 4129 h 6085"/>
                <a:gd name="T102" fmla="*/ 6362 w 8516"/>
                <a:gd name="T103" fmla="*/ 1974 h 6085"/>
                <a:gd name="T104" fmla="*/ 6180 w 8516"/>
                <a:gd name="T105" fmla="*/ 1690 h 6085"/>
                <a:gd name="T106" fmla="*/ 6102 w 8516"/>
                <a:gd name="T107" fmla="*/ 1314 h 6085"/>
                <a:gd name="T108" fmla="*/ 6186 w 8516"/>
                <a:gd name="T109" fmla="*/ 790 h 6085"/>
                <a:gd name="T110" fmla="*/ 6477 w 8516"/>
                <a:gd name="T111" fmla="*/ 294 h 6085"/>
                <a:gd name="T112" fmla="*/ 6768 w 8516"/>
                <a:gd name="T113" fmla="*/ 58 h 6085"/>
                <a:gd name="T114" fmla="*/ 6999 w 8516"/>
                <a:gd name="T115" fmla="*/ 19 h 6085"/>
                <a:gd name="T116" fmla="*/ 7068 w 8516"/>
                <a:gd name="T117" fmla="*/ 1183 h 6085"/>
                <a:gd name="T118" fmla="*/ 7557 w 8516"/>
                <a:gd name="T119" fmla="*/ 117 h 6085"/>
                <a:gd name="T120" fmla="*/ 7665 w 8516"/>
                <a:gd name="T121" fmla="*/ 4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16" h="6085">
                  <a:moveTo>
                    <a:pt x="0" y="5187"/>
                  </a:moveTo>
                  <a:lnTo>
                    <a:pt x="899" y="5187"/>
                  </a:lnTo>
                  <a:lnTo>
                    <a:pt x="899" y="6085"/>
                  </a:lnTo>
                  <a:lnTo>
                    <a:pt x="0" y="6085"/>
                  </a:lnTo>
                  <a:lnTo>
                    <a:pt x="0" y="5187"/>
                  </a:lnTo>
                  <a:lnTo>
                    <a:pt x="0" y="5187"/>
                  </a:lnTo>
                  <a:close/>
                  <a:moveTo>
                    <a:pt x="4692" y="3853"/>
                  </a:moveTo>
                  <a:lnTo>
                    <a:pt x="4692" y="3853"/>
                  </a:lnTo>
                  <a:lnTo>
                    <a:pt x="4692" y="4065"/>
                  </a:lnTo>
                  <a:lnTo>
                    <a:pt x="4692" y="4275"/>
                  </a:lnTo>
                  <a:lnTo>
                    <a:pt x="4692" y="4275"/>
                  </a:lnTo>
                  <a:lnTo>
                    <a:pt x="4692" y="4299"/>
                  </a:lnTo>
                  <a:lnTo>
                    <a:pt x="4695" y="4320"/>
                  </a:lnTo>
                  <a:lnTo>
                    <a:pt x="4700" y="4341"/>
                  </a:lnTo>
                  <a:lnTo>
                    <a:pt x="4707" y="4362"/>
                  </a:lnTo>
                  <a:lnTo>
                    <a:pt x="4716" y="4381"/>
                  </a:lnTo>
                  <a:lnTo>
                    <a:pt x="4730" y="4401"/>
                  </a:lnTo>
                  <a:lnTo>
                    <a:pt x="4745" y="4419"/>
                  </a:lnTo>
                  <a:lnTo>
                    <a:pt x="4764" y="4437"/>
                  </a:lnTo>
                  <a:lnTo>
                    <a:pt x="4764" y="4437"/>
                  </a:lnTo>
                  <a:lnTo>
                    <a:pt x="4791" y="4444"/>
                  </a:lnTo>
                  <a:lnTo>
                    <a:pt x="4805" y="4449"/>
                  </a:lnTo>
                  <a:lnTo>
                    <a:pt x="4818" y="4450"/>
                  </a:lnTo>
                  <a:lnTo>
                    <a:pt x="4818" y="4450"/>
                  </a:lnTo>
                  <a:lnTo>
                    <a:pt x="5097" y="4452"/>
                  </a:lnTo>
                  <a:lnTo>
                    <a:pt x="5376" y="4450"/>
                  </a:lnTo>
                  <a:lnTo>
                    <a:pt x="5376" y="4450"/>
                  </a:lnTo>
                  <a:lnTo>
                    <a:pt x="5388" y="4450"/>
                  </a:lnTo>
                  <a:lnTo>
                    <a:pt x="5399" y="4447"/>
                  </a:lnTo>
                  <a:lnTo>
                    <a:pt x="5411" y="4446"/>
                  </a:lnTo>
                  <a:lnTo>
                    <a:pt x="5421" y="4441"/>
                  </a:lnTo>
                  <a:lnTo>
                    <a:pt x="5432" y="4437"/>
                  </a:lnTo>
                  <a:lnTo>
                    <a:pt x="5442" y="4431"/>
                  </a:lnTo>
                  <a:lnTo>
                    <a:pt x="5451" y="4425"/>
                  </a:lnTo>
                  <a:lnTo>
                    <a:pt x="5460" y="4419"/>
                  </a:lnTo>
                  <a:lnTo>
                    <a:pt x="5468" y="4410"/>
                  </a:lnTo>
                  <a:lnTo>
                    <a:pt x="5475" y="4402"/>
                  </a:lnTo>
                  <a:lnTo>
                    <a:pt x="5483" y="4393"/>
                  </a:lnTo>
                  <a:lnTo>
                    <a:pt x="5487" y="4384"/>
                  </a:lnTo>
                  <a:lnTo>
                    <a:pt x="5492" y="4374"/>
                  </a:lnTo>
                  <a:lnTo>
                    <a:pt x="5496" y="4363"/>
                  </a:lnTo>
                  <a:lnTo>
                    <a:pt x="5498" y="4353"/>
                  </a:lnTo>
                  <a:lnTo>
                    <a:pt x="5499" y="4341"/>
                  </a:lnTo>
                  <a:lnTo>
                    <a:pt x="5499" y="4341"/>
                  </a:lnTo>
                  <a:lnTo>
                    <a:pt x="5501" y="4219"/>
                  </a:lnTo>
                  <a:lnTo>
                    <a:pt x="5501" y="4098"/>
                  </a:lnTo>
                  <a:lnTo>
                    <a:pt x="5499" y="3853"/>
                  </a:lnTo>
                  <a:lnTo>
                    <a:pt x="5499" y="3853"/>
                  </a:lnTo>
                  <a:lnTo>
                    <a:pt x="4692" y="3853"/>
                  </a:lnTo>
                  <a:lnTo>
                    <a:pt x="4692" y="3853"/>
                  </a:lnTo>
                  <a:close/>
                  <a:moveTo>
                    <a:pt x="4692" y="1501"/>
                  </a:moveTo>
                  <a:lnTo>
                    <a:pt x="4692" y="1501"/>
                  </a:lnTo>
                  <a:lnTo>
                    <a:pt x="4692" y="1827"/>
                  </a:lnTo>
                  <a:lnTo>
                    <a:pt x="4692" y="1827"/>
                  </a:lnTo>
                  <a:lnTo>
                    <a:pt x="4692" y="3537"/>
                  </a:lnTo>
                  <a:lnTo>
                    <a:pt x="4692" y="3537"/>
                  </a:lnTo>
                  <a:lnTo>
                    <a:pt x="5496" y="3537"/>
                  </a:lnTo>
                  <a:lnTo>
                    <a:pt x="5496" y="3537"/>
                  </a:lnTo>
                  <a:lnTo>
                    <a:pt x="5496" y="1501"/>
                  </a:lnTo>
                  <a:lnTo>
                    <a:pt x="5496" y="1501"/>
                  </a:lnTo>
                  <a:lnTo>
                    <a:pt x="4692" y="1501"/>
                  </a:lnTo>
                  <a:lnTo>
                    <a:pt x="4692" y="1501"/>
                  </a:lnTo>
                  <a:close/>
                  <a:moveTo>
                    <a:pt x="5099" y="525"/>
                  </a:moveTo>
                  <a:lnTo>
                    <a:pt x="5099" y="525"/>
                  </a:lnTo>
                  <a:lnTo>
                    <a:pt x="4791" y="1185"/>
                  </a:lnTo>
                  <a:lnTo>
                    <a:pt x="4791" y="1185"/>
                  </a:lnTo>
                  <a:lnTo>
                    <a:pt x="5411" y="1185"/>
                  </a:lnTo>
                  <a:lnTo>
                    <a:pt x="5411" y="1185"/>
                  </a:lnTo>
                  <a:lnTo>
                    <a:pt x="5322" y="1000"/>
                  </a:lnTo>
                  <a:lnTo>
                    <a:pt x="5279" y="907"/>
                  </a:lnTo>
                  <a:lnTo>
                    <a:pt x="5234" y="813"/>
                  </a:lnTo>
                  <a:lnTo>
                    <a:pt x="5234" y="813"/>
                  </a:lnTo>
                  <a:lnTo>
                    <a:pt x="5099" y="525"/>
                  </a:lnTo>
                  <a:lnTo>
                    <a:pt x="5099" y="525"/>
                  </a:lnTo>
                  <a:close/>
                  <a:moveTo>
                    <a:pt x="6738" y="457"/>
                  </a:moveTo>
                  <a:lnTo>
                    <a:pt x="6738" y="457"/>
                  </a:lnTo>
                  <a:lnTo>
                    <a:pt x="6693" y="520"/>
                  </a:lnTo>
                  <a:lnTo>
                    <a:pt x="6647" y="585"/>
                  </a:lnTo>
                  <a:lnTo>
                    <a:pt x="6603" y="649"/>
                  </a:lnTo>
                  <a:lnTo>
                    <a:pt x="6582" y="682"/>
                  </a:lnTo>
                  <a:lnTo>
                    <a:pt x="6563" y="717"/>
                  </a:lnTo>
                  <a:lnTo>
                    <a:pt x="6563" y="717"/>
                  </a:lnTo>
                  <a:lnTo>
                    <a:pt x="6542" y="756"/>
                  </a:lnTo>
                  <a:lnTo>
                    <a:pt x="6522" y="796"/>
                  </a:lnTo>
                  <a:lnTo>
                    <a:pt x="6504" y="837"/>
                  </a:lnTo>
                  <a:lnTo>
                    <a:pt x="6488" y="877"/>
                  </a:lnTo>
                  <a:lnTo>
                    <a:pt x="6473" y="918"/>
                  </a:lnTo>
                  <a:lnTo>
                    <a:pt x="6459" y="960"/>
                  </a:lnTo>
                  <a:lnTo>
                    <a:pt x="6447" y="1002"/>
                  </a:lnTo>
                  <a:lnTo>
                    <a:pt x="6437" y="1044"/>
                  </a:lnTo>
                  <a:lnTo>
                    <a:pt x="6428" y="1086"/>
                  </a:lnTo>
                  <a:lnTo>
                    <a:pt x="6422" y="1129"/>
                  </a:lnTo>
                  <a:lnTo>
                    <a:pt x="6417" y="1173"/>
                  </a:lnTo>
                  <a:lnTo>
                    <a:pt x="6414" y="1216"/>
                  </a:lnTo>
                  <a:lnTo>
                    <a:pt x="6413" y="1260"/>
                  </a:lnTo>
                  <a:lnTo>
                    <a:pt x="6414" y="1305"/>
                  </a:lnTo>
                  <a:lnTo>
                    <a:pt x="6417" y="1350"/>
                  </a:lnTo>
                  <a:lnTo>
                    <a:pt x="6422" y="1395"/>
                  </a:lnTo>
                  <a:lnTo>
                    <a:pt x="6422" y="1395"/>
                  </a:lnTo>
                  <a:lnTo>
                    <a:pt x="6428" y="1429"/>
                  </a:lnTo>
                  <a:lnTo>
                    <a:pt x="6435" y="1462"/>
                  </a:lnTo>
                  <a:lnTo>
                    <a:pt x="6443" y="1494"/>
                  </a:lnTo>
                  <a:lnTo>
                    <a:pt x="6452" y="1527"/>
                  </a:lnTo>
                  <a:lnTo>
                    <a:pt x="6464" y="1557"/>
                  </a:lnTo>
                  <a:lnTo>
                    <a:pt x="6476" y="1587"/>
                  </a:lnTo>
                  <a:lnTo>
                    <a:pt x="6489" y="1617"/>
                  </a:lnTo>
                  <a:lnTo>
                    <a:pt x="6504" y="1645"/>
                  </a:lnTo>
                  <a:lnTo>
                    <a:pt x="6521" y="1672"/>
                  </a:lnTo>
                  <a:lnTo>
                    <a:pt x="6539" y="1699"/>
                  </a:lnTo>
                  <a:lnTo>
                    <a:pt x="6558" y="1725"/>
                  </a:lnTo>
                  <a:lnTo>
                    <a:pt x="6579" y="1750"/>
                  </a:lnTo>
                  <a:lnTo>
                    <a:pt x="6600" y="1774"/>
                  </a:lnTo>
                  <a:lnTo>
                    <a:pt x="6624" y="1798"/>
                  </a:lnTo>
                  <a:lnTo>
                    <a:pt x="6648" y="1821"/>
                  </a:lnTo>
                  <a:lnTo>
                    <a:pt x="6675" y="1842"/>
                  </a:lnTo>
                  <a:lnTo>
                    <a:pt x="6675" y="1842"/>
                  </a:lnTo>
                  <a:lnTo>
                    <a:pt x="6710" y="1867"/>
                  </a:lnTo>
                  <a:lnTo>
                    <a:pt x="6746" y="1891"/>
                  </a:lnTo>
                  <a:lnTo>
                    <a:pt x="6783" y="1914"/>
                  </a:lnTo>
                  <a:lnTo>
                    <a:pt x="6821" y="1936"/>
                  </a:lnTo>
                  <a:lnTo>
                    <a:pt x="6899" y="1978"/>
                  </a:lnTo>
                  <a:lnTo>
                    <a:pt x="6936" y="1999"/>
                  </a:lnTo>
                  <a:lnTo>
                    <a:pt x="6975" y="2022"/>
                  </a:lnTo>
                  <a:lnTo>
                    <a:pt x="6975" y="2022"/>
                  </a:lnTo>
                  <a:lnTo>
                    <a:pt x="6995" y="2035"/>
                  </a:lnTo>
                  <a:lnTo>
                    <a:pt x="7014" y="2049"/>
                  </a:lnTo>
                  <a:lnTo>
                    <a:pt x="7031" y="2065"/>
                  </a:lnTo>
                  <a:lnTo>
                    <a:pt x="7044" y="2082"/>
                  </a:lnTo>
                  <a:lnTo>
                    <a:pt x="7055" y="2101"/>
                  </a:lnTo>
                  <a:lnTo>
                    <a:pt x="7059" y="2112"/>
                  </a:lnTo>
                  <a:lnTo>
                    <a:pt x="7064" y="2124"/>
                  </a:lnTo>
                  <a:lnTo>
                    <a:pt x="7067" y="2134"/>
                  </a:lnTo>
                  <a:lnTo>
                    <a:pt x="7068" y="2148"/>
                  </a:lnTo>
                  <a:lnTo>
                    <a:pt x="7070" y="2160"/>
                  </a:lnTo>
                  <a:lnTo>
                    <a:pt x="7070" y="2175"/>
                  </a:lnTo>
                  <a:lnTo>
                    <a:pt x="7070" y="2175"/>
                  </a:lnTo>
                  <a:lnTo>
                    <a:pt x="7070" y="2703"/>
                  </a:lnTo>
                  <a:lnTo>
                    <a:pt x="7068" y="3232"/>
                  </a:lnTo>
                  <a:lnTo>
                    <a:pt x="7068" y="4290"/>
                  </a:lnTo>
                  <a:lnTo>
                    <a:pt x="7068" y="4290"/>
                  </a:lnTo>
                  <a:lnTo>
                    <a:pt x="7068" y="4324"/>
                  </a:lnTo>
                  <a:lnTo>
                    <a:pt x="7068" y="4324"/>
                  </a:lnTo>
                  <a:lnTo>
                    <a:pt x="7070" y="4338"/>
                  </a:lnTo>
                  <a:lnTo>
                    <a:pt x="7073" y="4351"/>
                  </a:lnTo>
                  <a:lnTo>
                    <a:pt x="7076" y="4363"/>
                  </a:lnTo>
                  <a:lnTo>
                    <a:pt x="7080" y="4375"/>
                  </a:lnTo>
                  <a:lnTo>
                    <a:pt x="7086" y="4386"/>
                  </a:lnTo>
                  <a:lnTo>
                    <a:pt x="7092" y="4396"/>
                  </a:lnTo>
                  <a:lnTo>
                    <a:pt x="7100" y="4407"/>
                  </a:lnTo>
                  <a:lnTo>
                    <a:pt x="7107" y="4416"/>
                  </a:lnTo>
                  <a:lnTo>
                    <a:pt x="7116" y="4423"/>
                  </a:lnTo>
                  <a:lnTo>
                    <a:pt x="7127" y="4431"/>
                  </a:lnTo>
                  <a:lnTo>
                    <a:pt x="7137" y="4437"/>
                  </a:lnTo>
                  <a:lnTo>
                    <a:pt x="7148" y="4441"/>
                  </a:lnTo>
                  <a:lnTo>
                    <a:pt x="7160" y="4446"/>
                  </a:lnTo>
                  <a:lnTo>
                    <a:pt x="7173" y="4449"/>
                  </a:lnTo>
                  <a:lnTo>
                    <a:pt x="7185" y="4450"/>
                  </a:lnTo>
                  <a:lnTo>
                    <a:pt x="7199" y="4450"/>
                  </a:lnTo>
                  <a:lnTo>
                    <a:pt x="7199" y="4450"/>
                  </a:lnTo>
                  <a:lnTo>
                    <a:pt x="7401" y="4450"/>
                  </a:lnTo>
                  <a:lnTo>
                    <a:pt x="7401" y="4450"/>
                  </a:lnTo>
                  <a:lnTo>
                    <a:pt x="7421" y="4450"/>
                  </a:lnTo>
                  <a:lnTo>
                    <a:pt x="7437" y="4449"/>
                  </a:lnTo>
                  <a:lnTo>
                    <a:pt x="7454" y="4446"/>
                  </a:lnTo>
                  <a:lnTo>
                    <a:pt x="7469" y="4441"/>
                  </a:lnTo>
                  <a:lnTo>
                    <a:pt x="7484" y="4437"/>
                  </a:lnTo>
                  <a:lnTo>
                    <a:pt x="7496" y="4429"/>
                  </a:lnTo>
                  <a:lnTo>
                    <a:pt x="7506" y="4422"/>
                  </a:lnTo>
                  <a:lnTo>
                    <a:pt x="7517" y="4413"/>
                  </a:lnTo>
                  <a:lnTo>
                    <a:pt x="7526" y="4404"/>
                  </a:lnTo>
                  <a:lnTo>
                    <a:pt x="7533" y="4392"/>
                  </a:lnTo>
                  <a:lnTo>
                    <a:pt x="7539" y="4378"/>
                  </a:lnTo>
                  <a:lnTo>
                    <a:pt x="7544" y="4365"/>
                  </a:lnTo>
                  <a:lnTo>
                    <a:pt x="7548" y="4350"/>
                  </a:lnTo>
                  <a:lnTo>
                    <a:pt x="7551" y="4333"/>
                  </a:lnTo>
                  <a:lnTo>
                    <a:pt x="7553" y="4314"/>
                  </a:lnTo>
                  <a:lnTo>
                    <a:pt x="7553" y="4294"/>
                  </a:lnTo>
                  <a:lnTo>
                    <a:pt x="7553" y="4294"/>
                  </a:lnTo>
                  <a:lnTo>
                    <a:pt x="7553" y="3856"/>
                  </a:lnTo>
                  <a:lnTo>
                    <a:pt x="7553" y="3856"/>
                  </a:lnTo>
                  <a:lnTo>
                    <a:pt x="7554" y="3018"/>
                  </a:lnTo>
                  <a:lnTo>
                    <a:pt x="7553" y="2599"/>
                  </a:lnTo>
                  <a:lnTo>
                    <a:pt x="7553" y="2179"/>
                  </a:lnTo>
                  <a:lnTo>
                    <a:pt x="7553" y="2179"/>
                  </a:lnTo>
                  <a:lnTo>
                    <a:pt x="7554" y="2152"/>
                  </a:lnTo>
                  <a:lnTo>
                    <a:pt x="7557" y="2128"/>
                  </a:lnTo>
                  <a:lnTo>
                    <a:pt x="7565" y="2106"/>
                  </a:lnTo>
                  <a:lnTo>
                    <a:pt x="7575" y="2086"/>
                  </a:lnTo>
                  <a:lnTo>
                    <a:pt x="7589" y="2068"/>
                  </a:lnTo>
                  <a:lnTo>
                    <a:pt x="7605" y="2052"/>
                  </a:lnTo>
                  <a:lnTo>
                    <a:pt x="7623" y="2037"/>
                  </a:lnTo>
                  <a:lnTo>
                    <a:pt x="7644" y="2022"/>
                  </a:lnTo>
                  <a:lnTo>
                    <a:pt x="7644" y="2022"/>
                  </a:lnTo>
                  <a:lnTo>
                    <a:pt x="7722" y="1974"/>
                  </a:lnTo>
                  <a:lnTo>
                    <a:pt x="7800" y="1923"/>
                  </a:lnTo>
                  <a:lnTo>
                    <a:pt x="7838" y="1897"/>
                  </a:lnTo>
                  <a:lnTo>
                    <a:pt x="7875" y="1869"/>
                  </a:lnTo>
                  <a:lnTo>
                    <a:pt x="7911" y="1842"/>
                  </a:lnTo>
                  <a:lnTo>
                    <a:pt x="7946" y="1812"/>
                  </a:lnTo>
                  <a:lnTo>
                    <a:pt x="7946" y="1812"/>
                  </a:lnTo>
                  <a:lnTo>
                    <a:pt x="7980" y="1779"/>
                  </a:lnTo>
                  <a:lnTo>
                    <a:pt x="8013" y="1744"/>
                  </a:lnTo>
                  <a:lnTo>
                    <a:pt x="8043" y="1710"/>
                  </a:lnTo>
                  <a:lnTo>
                    <a:pt x="8070" y="1675"/>
                  </a:lnTo>
                  <a:lnTo>
                    <a:pt x="8096" y="1638"/>
                  </a:lnTo>
                  <a:lnTo>
                    <a:pt x="8120" y="1600"/>
                  </a:lnTo>
                  <a:lnTo>
                    <a:pt x="8139" y="1561"/>
                  </a:lnTo>
                  <a:lnTo>
                    <a:pt x="8157" y="1522"/>
                  </a:lnTo>
                  <a:lnTo>
                    <a:pt x="8172" y="1480"/>
                  </a:lnTo>
                  <a:lnTo>
                    <a:pt x="8186" y="1438"/>
                  </a:lnTo>
                  <a:lnTo>
                    <a:pt x="8195" y="1395"/>
                  </a:lnTo>
                  <a:lnTo>
                    <a:pt x="8202" y="1351"/>
                  </a:lnTo>
                  <a:lnTo>
                    <a:pt x="8207" y="1305"/>
                  </a:lnTo>
                  <a:lnTo>
                    <a:pt x="8208" y="1258"/>
                  </a:lnTo>
                  <a:lnTo>
                    <a:pt x="8207" y="1210"/>
                  </a:lnTo>
                  <a:lnTo>
                    <a:pt x="8202" y="1161"/>
                  </a:lnTo>
                  <a:lnTo>
                    <a:pt x="8202" y="1161"/>
                  </a:lnTo>
                  <a:lnTo>
                    <a:pt x="8195" y="1116"/>
                  </a:lnTo>
                  <a:lnTo>
                    <a:pt x="8187" y="1072"/>
                  </a:lnTo>
                  <a:lnTo>
                    <a:pt x="8178" y="1029"/>
                  </a:lnTo>
                  <a:lnTo>
                    <a:pt x="8168" y="987"/>
                  </a:lnTo>
                  <a:lnTo>
                    <a:pt x="8156" y="945"/>
                  </a:lnTo>
                  <a:lnTo>
                    <a:pt x="8142" y="903"/>
                  </a:lnTo>
                  <a:lnTo>
                    <a:pt x="8127" y="862"/>
                  </a:lnTo>
                  <a:lnTo>
                    <a:pt x="8111" y="822"/>
                  </a:lnTo>
                  <a:lnTo>
                    <a:pt x="8094" y="783"/>
                  </a:lnTo>
                  <a:lnTo>
                    <a:pt x="8075" y="744"/>
                  </a:lnTo>
                  <a:lnTo>
                    <a:pt x="8054" y="706"/>
                  </a:lnTo>
                  <a:lnTo>
                    <a:pt x="8033" y="669"/>
                  </a:lnTo>
                  <a:lnTo>
                    <a:pt x="8010" y="631"/>
                  </a:lnTo>
                  <a:lnTo>
                    <a:pt x="7985" y="594"/>
                  </a:lnTo>
                  <a:lnTo>
                    <a:pt x="7959" y="558"/>
                  </a:lnTo>
                  <a:lnTo>
                    <a:pt x="7932" y="523"/>
                  </a:lnTo>
                  <a:lnTo>
                    <a:pt x="7932" y="523"/>
                  </a:lnTo>
                  <a:lnTo>
                    <a:pt x="7919" y="508"/>
                  </a:lnTo>
                  <a:lnTo>
                    <a:pt x="7904" y="493"/>
                  </a:lnTo>
                  <a:lnTo>
                    <a:pt x="7865" y="460"/>
                  </a:lnTo>
                  <a:lnTo>
                    <a:pt x="7865" y="460"/>
                  </a:lnTo>
                  <a:lnTo>
                    <a:pt x="7865" y="621"/>
                  </a:lnTo>
                  <a:lnTo>
                    <a:pt x="7865" y="769"/>
                  </a:lnTo>
                  <a:lnTo>
                    <a:pt x="7865" y="769"/>
                  </a:lnTo>
                  <a:lnTo>
                    <a:pt x="7862" y="1002"/>
                  </a:lnTo>
                  <a:lnTo>
                    <a:pt x="7859" y="1117"/>
                  </a:lnTo>
                  <a:lnTo>
                    <a:pt x="7856" y="1176"/>
                  </a:lnTo>
                  <a:lnTo>
                    <a:pt x="7851" y="1233"/>
                  </a:lnTo>
                  <a:lnTo>
                    <a:pt x="7851" y="1233"/>
                  </a:lnTo>
                  <a:lnTo>
                    <a:pt x="7848" y="1260"/>
                  </a:lnTo>
                  <a:lnTo>
                    <a:pt x="7842" y="1287"/>
                  </a:lnTo>
                  <a:lnTo>
                    <a:pt x="7833" y="1312"/>
                  </a:lnTo>
                  <a:lnTo>
                    <a:pt x="7823" y="1336"/>
                  </a:lnTo>
                  <a:lnTo>
                    <a:pt x="7811" y="1359"/>
                  </a:lnTo>
                  <a:lnTo>
                    <a:pt x="7796" y="1380"/>
                  </a:lnTo>
                  <a:lnTo>
                    <a:pt x="7779" y="1399"/>
                  </a:lnTo>
                  <a:lnTo>
                    <a:pt x="7761" y="1417"/>
                  </a:lnTo>
                  <a:lnTo>
                    <a:pt x="7742" y="1434"/>
                  </a:lnTo>
                  <a:lnTo>
                    <a:pt x="7721" y="1449"/>
                  </a:lnTo>
                  <a:lnTo>
                    <a:pt x="7698" y="1462"/>
                  </a:lnTo>
                  <a:lnTo>
                    <a:pt x="7674" y="1473"/>
                  </a:lnTo>
                  <a:lnTo>
                    <a:pt x="7650" y="1483"/>
                  </a:lnTo>
                  <a:lnTo>
                    <a:pt x="7625" y="1489"/>
                  </a:lnTo>
                  <a:lnTo>
                    <a:pt x="7598" y="1494"/>
                  </a:lnTo>
                  <a:lnTo>
                    <a:pt x="7571" y="1497"/>
                  </a:lnTo>
                  <a:lnTo>
                    <a:pt x="7571" y="1497"/>
                  </a:lnTo>
                  <a:lnTo>
                    <a:pt x="7442" y="1500"/>
                  </a:lnTo>
                  <a:lnTo>
                    <a:pt x="7311" y="1501"/>
                  </a:lnTo>
                  <a:lnTo>
                    <a:pt x="7182" y="1500"/>
                  </a:lnTo>
                  <a:lnTo>
                    <a:pt x="7052" y="1497"/>
                  </a:lnTo>
                  <a:lnTo>
                    <a:pt x="7052" y="1497"/>
                  </a:lnTo>
                  <a:lnTo>
                    <a:pt x="7035" y="1497"/>
                  </a:lnTo>
                  <a:lnTo>
                    <a:pt x="7020" y="1494"/>
                  </a:lnTo>
                  <a:lnTo>
                    <a:pt x="7004" y="1492"/>
                  </a:lnTo>
                  <a:lnTo>
                    <a:pt x="6989" y="1488"/>
                  </a:lnTo>
                  <a:lnTo>
                    <a:pt x="6959" y="1479"/>
                  </a:lnTo>
                  <a:lnTo>
                    <a:pt x="6932" y="1467"/>
                  </a:lnTo>
                  <a:lnTo>
                    <a:pt x="6905" y="1450"/>
                  </a:lnTo>
                  <a:lnTo>
                    <a:pt x="6879" y="1431"/>
                  </a:lnTo>
                  <a:lnTo>
                    <a:pt x="6855" y="1410"/>
                  </a:lnTo>
                  <a:lnTo>
                    <a:pt x="6833" y="1384"/>
                  </a:lnTo>
                  <a:lnTo>
                    <a:pt x="6833" y="1384"/>
                  </a:lnTo>
                  <a:lnTo>
                    <a:pt x="6813" y="1360"/>
                  </a:lnTo>
                  <a:lnTo>
                    <a:pt x="6797" y="1333"/>
                  </a:lnTo>
                  <a:lnTo>
                    <a:pt x="6785" y="1306"/>
                  </a:lnTo>
                  <a:lnTo>
                    <a:pt x="6774" y="1279"/>
                  </a:lnTo>
                  <a:lnTo>
                    <a:pt x="6767" y="1251"/>
                  </a:lnTo>
                  <a:lnTo>
                    <a:pt x="6762" y="1221"/>
                  </a:lnTo>
                  <a:lnTo>
                    <a:pt x="6759" y="1192"/>
                  </a:lnTo>
                  <a:lnTo>
                    <a:pt x="6758" y="1162"/>
                  </a:lnTo>
                  <a:lnTo>
                    <a:pt x="6758" y="1162"/>
                  </a:lnTo>
                  <a:lnTo>
                    <a:pt x="6758" y="999"/>
                  </a:lnTo>
                  <a:lnTo>
                    <a:pt x="6756" y="837"/>
                  </a:lnTo>
                  <a:lnTo>
                    <a:pt x="6758" y="510"/>
                  </a:lnTo>
                  <a:lnTo>
                    <a:pt x="6758" y="510"/>
                  </a:lnTo>
                  <a:lnTo>
                    <a:pt x="6756" y="487"/>
                  </a:lnTo>
                  <a:lnTo>
                    <a:pt x="6755" y="463"/>
                  </a:lnTo>
                  <a:lnTo>
                    <a:pt x="6755" y="463"/>
                  </a:lnTo>
                  <a:lnTo>
                    <a:pt x="6738" y="457"/>
                  </a:lnTo>
                  <a:lnTo>
                    <a:pt x="6738" y="457"/>
                  </a:lnTo>
                  <a:close/>
                  <a:moveTo>
                    <a:pt x="5097" y="0"/>
                  </a:moveTo>
                  <a:lnTo>
                    <a:pt x="5097" y="0"/>
                  </a:lnTo>
                  <a:lnTo>
                    <a:pt x="5109" y="1"/>
                  </a:lnTo>
                  <a:lnTo>
                    <a:pt x="5123" y="3"/>
                  </a:lnTo>
                  <a:lnTo>
                    <a:pt x="5135" y="4"/>
                  </a:lnTo>
                  <a:lnTo>
                    <a:pt x="5145" y="7"/>
                  </a:lnTo>
                  <a:lnTo>
                    <a:pt x="5156" y="10"/>
                  </a:lnTo>
                  <a:lnTo>
                    <a:pt x="5166" y="15"/>
                  </a:lnTo>
                  <a:lnTo>
                    <a:pt x="5186" y="27"/>
                  </a:lnTo>
                  <a:lnTo>
                    <a:pt x="5204" y="42"/>
                  </a:lnTo>
                  <a:lnTo>
                    <a:pt x="5220" y="58"/>
                  </a:lnTo>
                  <a:lnTo>
                    <a:pt x="5234" y="79"/>
                  </a:lnTo>
                  <a:lnTo>
                    <a:pt x="5246" y="102"/>
                  </a:lnTo>
                  <a:lnTo>
                    <a:pt x="5246" y="102"/>
                  </a:lnTo>
                  <a:lnTo>
                    <a:pt x="5673" y="1011"/>
                  </a:lnTo>
                  <a:lnTo>
                    <a:pt x="5673" y="1011"/>
                  </a:lnTo>
                  <a:lnTo>
                    <a:pt x="5732" y="1134"/>
                  </a:lnTo>
                  <a:lnTo>
                    <a:pt x="5760" y="1195"/>
                  </a:lnTo>
                  <a:lnTo>
                    <a:pt x="5787" y="1258"/>
                  </a:lnTo>
                  <a:lnTo>
                    <a:pt x="5787" y="1258"/>
                  </a:lnTo>
                  <a:lnTo>
                    <a:pt x="5796" y="1282"/>
                  </a:lnTo>
                  <a:lnTo>
                    <a:pt x="5804" y="1308"/>
                  </a:lnTo>
                  <a:lnTo>
                    <a:pt x="5808" y="1335"/>
                  </a:lnTo>
                  <a:lnTo>
                    <a:pt x="5810" y="1360"/>
                  </a:lnTo>
                  <a:lnTo>
                    <a:pt x="5810" y="1360"/>
                  </a:lnTo>
                  <a:lnTo>
                    <a:pt x="5811" y="1477"/>
                  </a:lnTo>
                  <a:lnTo>
                    <a:pt x="5811" y="1594"/>
                  </a:lnTo>
                  <a:lnTo>
                    <a:pt x="5811" y="1833"/>
                  </a:lnTo>
                  <a:lnTo>
                    <a:pt x="5811" y="1833"/>
                  </a:lnTo>
                  <a:lnTo>
                    <a:pt x="5811" y="3082"/>
                  </a:lnTo>
                  <a:lnTo>
                    <a:pt x="5813" y="4329"/>
                  </a:lnTo>
                  <a:lnTo>
                    <a:pt x="5813" y="4329"/>
                  </a:lnTo>
                  <a:lnTo>
                    <a:pt x="5811" y="4347"/>
                  </a:lnTo>
                  <a:lnTo>
                    <a:pt x="5810" y="4366"/>
                  </a:lnTo>
                  <a:lnTo>
                    <a:pt x="5805" y="4402"/>
                  </a:lnTo>
                  <a:lnTo>
                    <a:pt x="5796" y="4438"/>
                  </a:lnTo>
                  <a:lnTo>
                    <a:pt x="5784" y="4474"/>
                  </a:lnTo>
                  <a:lnTo>
                    <a:pt x="5769" y="4509"/>
                  </a:lnTo>
                  <a:lnTo>
                    <a:pt x="5753" y="4543"/>
                  </a:lnTo>
                  <a:lnTo>
                    <a:pt x="5732" y="4575"/>
                  </a:lnTo>
                  <a:lnTo>
                    <a:pt x="5709" y="4605"/>
                  </a:lnTo>
                  <a:lnTo>
                    <a:pt x="5684" y="4633"/>
                  </a:lnTo>
                  <a:lnTo>
                    <a:pt x="5657" y="4659"/>
                  </a:lnTo>
                  <a:lnTo>
                    <a:pt x="5628" y="4683"/>
                  </a:lnTo>
                  <a:lnTo>
                    <a:pt x="5597" y="4702"/>
                  </a:lnTo>
                  <a:lnTo>
                    <a:pt x="5580" y="4711"/>
                  </a:lnTo>
                  <a:lnTo>
                    <a:pt x="5564" y="4720"/>
                  </a:lnTo>
                  <a:lnTo>
                    <a:pt x="5547" y="4728"/>
                  </a:lnTo>
                  <a:lnTo>
                    <a:pt x="5529" y="4734"/>
                  </a:lnTo>
                  <a:lnTo>
                    <a:pt x="5511" y="4740"/>
                  </a:lnTo>
                  <a:lnTo>
                    <a:pt x="5495" y="4744"/>
                  </a:lnTo>
                  <a:lnTo>
                    <a:pt x="5475" y="4747"/>
                  </a:lnTo>
                  <a:lnTo>
                    <a:pt x="5457" y="4750"/>
                  </a:lnTo>
                  <a:lnTo>
                    <a:pt x="5457" y="4750"/>
                  </a:lnTo>
                  <a:lnTo>
                    <a:pt x="5390" y="4755"/>
                  </a:lnTo>
                  <a:lnTo>
                    <a:pt x="5321" y="4759"/>
                  </a:lnTo>
                  <a:lnTo>
                    <a:pt x="5252" y="4761"/>
                  </a:lnTo>
                  <a:lnTo>
                    <a:pt x="5184" y="4762"/>
                  </a:lnTo>
                  <a:lnTo>
                    <a:pt x="5184" y="4762"/>
                  </a:lnTo>
                  <a:lnTo>
                    <a:pt x="5006" y="4764"/>
                  </a:lnTo>
                  <a:lnTo>
                    <a:pt x="4916" y="4764"/>
                  </a:lnTo>
                  <a:lnTo>
                    <a:pt x="4826" y="4762"/>
                  </a:lnTo>
                  <a:lnTo>
                    <a:pt x="4826" y="4762"/>
                  </a:lnTo>
                  <a:lnTo>
                    <a:pt x="4787" y="4759"/>
                  </a:lnTo>
                  <a:lnTo>
                    <a:pt x="4748" y="4753"/>
                  </a:lnTo>
                  <a:lnTo>
                    <a:pt x="4710" y="4746"/>
                  </a:lnTo>
                  <a:lnTo>
                    <a:pt x="4674" y="4735"/>
                  </a:lnTo>
                  <a:lnTo>
                    <a:pt x="4641" y="4723"/>
                  </a:lnTo>
                  <a:lnTo>
                    <a:pt x="4610" y="4708"/>
                  </a:lnTo>
                  <a:lnTo>
                    <a:pt x="4580" y="4690"/>
                  </a:lnTo>
                  <a:lnTo>
                    <a:pt x="4551" y="4669"/>
                  </a:lnTo>
                  <a:lnTo>
                    <a:pt x="4524" y="4647"/>
                  </a:lnTo>
                  <a:lnTo>
                    <a:pt x="4500" y="4621"/>
                  </a:lnTo>
                  <a:lnTo>
                    <a:pt x="4476" y="4593"/>
                  </a:lnTo>
                  <a:lnTo>
                    <a:pt x="4457" y="4563"/>
                  </a:lnTo>
                  <a:lnTo>
                    <a:pt x="4437" y="4530"/>
                  </a:lnTo>
                  <a:lnTo>
                    <a:pt x="4421" y="4495"/>
                  </a:lnTo>
                  <a:lnTo>
                    <a:pt x="4406" y="4458"/>
                  </a:lnTo>
                  <a:lnTo>
                    <a:pt x="4394" y="4417"/>
                  </a:lnTo>
                  <a:lnTo>
                    <a:pt x="4394" y="4417"/>
                  </a:lnTo>
                  <a:lnTo>
                    <a:pt x="4392" y="4407"/>
                  </a:lnTo>
                  <a:lnTo>
                    <a:pt x="4392" y="4395"/>
                  </a:lnTo>
                  <a:lnTo>
                    <a:pt x="4392" y="4372"/>
                  </a:lnTo>
                  <a:lnTo>
                    <a:pt x="4392" y="4372"/>
                  </a:lnTo>
                  <a:lnTo>
                    <a:pt x="4392" y="2859"/>
                  </a:lnTo>
                  <a:lnTo>
                    <a:pt x="4394" y="1345"/>
                  </a:lnTo>
                  <a:lnTo>
                    <a:pt x="4394" y="1345"/>
                  </a:lnTo>
                  <a:lnTo>
                    <a:pt x="4394" y="1332"/>
                  </a:lnTo>
                  <a:lnTo>
                    <a:pt x="4395" y="1317"/>
                  </a:lnTo>
                  <a:lnTo>
                    <a:pt x="4401" y="1288"/>
                  </a:lnTo>
                  <a:lnTo>
                    <a:pt x="4410" y="1260"/>
                  </a:lnTo>
                  <a:lnTo>
                    <a:pt x="4422" y="1234"/>
                  </a:lnTo>
                  <a:lnTo>
                    <a:pt x="4422" y="1234"/>
                  </a:lnTo>
                  <a:lnTo>
                    <a:pt x="4575" y="907"/>
                  </a:lnTo>
                  <a:lnTo>
                    <a:pt x="4728" y="580"/>
                  </a:lnTo>
                  <a:lnTo>
                    <a:pt x="4728" y="580"/>
                  </a:lnTo>
                  <a:lnTo>
                    <a:pt x="4841" y="342"/>
                  </a:lnTo>
                  <a:lnTo>
                    <a:pt x="4896" y="222"/>
                  </a:lnTo>
                  <a:lnTo>
                    <a:pt x="4952" y="102"/>
                  </a:lnTo>
                  <a:lnTo>
                    <a:pt x="4952" y="102"/>
                  </a:lnTo>
                  <a:lnTo>
                    <a:pt x="4964" y="79"/>
                  </a:lnTo>
                  <a:lnTo>
                    <a:pt x="4977" y="58"/>
                  </a:lnTo>
                  <a:lnTo>
                    <a:pt x="4992" y="42"/>
                  </a:lnTo>
                  <a:lnTo>
                    <a:pt x="5010" y="27"/>
                  </a:lnTo>
                  <a:lnTo>
                    <a:pt x="5028" y="16"/>
                  </a:lnTo>
                  <a:lnTo>
                    <a:pt x="5039" y="12"/>
                  </a:lnTo>
                  <a:lnTo>
                    <a:pt x="5049" y="7"/>
                  </a:lnTo>
                  <a:lnTo>
                    <a:pt x="5073" y="3"/>
                  </a:lnTo>
                  <a:lnTo>
                    <a:pt x="5097" y="0"/>
                  </a:lnTo>
                  <a:lnTo>
                    <a:pt x="5097" y="0"/>
                  </a:lnTo>
                  <a:close/>
                  <a:moveTo>
                    <a:pt x="7694" y="0"/>
                  </a:moveTo>
                  <a:lnTo>
                    <a:pt x="7694" y="0"/>
                  </a:lnTo>
                  <a:lnTo>
                    <a:pt x="7713" y="0"/>
                  </a:lnTo>
                  <a:lnTo>
                    <a:pt x="7734" y="3"/>
                  </a:lnTo>
                  <a:lnTo>
                    <a:pt x="7755" y="10"/>
                  </a:lnTo>
                  <a:lnTo>
                    <a:pt x="7776" y="21"/>
                  </a:lnTo>
                  <a:lnTo>
                    <a:pt x="7776" y="21"/>
                  </a:lnTo>
                  <a:lnTo>
                    <a:pt x="7845" y="63"/>
                  </a:lnTo>
                  <a:lnTo>
                    <a:pt x="7913" y="106"/>
                  </a:lnTo>
                  <a:lnTo>
                    <a:pt x="7980" y="151"/>
                  </a:lnTo>
                  <a:lnTo>
                    <a:pt x="8013" y="174"/>
                  </a:lnTo>
                  <a:lnTo>
                    <a:pt x="8045" y="199"/>
                  </a:lnTo>
                  <a:lnTo>
                    <a:pt x="8045" y="199"/>
                  </a:lnTo>
                  <a:lnTo>
                    <a:pt x="8072" y="220"/>
                  </a:lnTo>
                  <a:lnTo>
                    <a:pt x="8096" y="243"/>
                  </a:lnTo>
                  <a:lnTo>
                    <a:pt x="8120" y="265"/>
                  </a:lnTo>
                  <a:lnTo>
                    <a:pt x="8144" y="289"/>
                  </a:lnTo>
                  <a:lnTo>
                    <a:pt x="8166" y="313"/>
                  </a:lnTo>
                  <a:lnTo>
                    <a:pt x="8187" y="339"/>
                  </a:lnTo>
                  <a:lnTo>
                    <a:pt x="8208" y="364"/>
                  </a:lnTo>
                  <a:lnTo>
                    <a:pt x="8228" y="390"/>
                  </a:lnTo>
                  <a:lnTo>
                    <a:pt x="8247" y="417"/>
                  </a:lnTo>
                  <a:lnTo>
                    <a:pt x="8265" y="445"/>
                  </a:lnTo>
                  <a:lnTo>
                    <a:pt x="8301" y="501"/>
                  </a:lnTo>
                  <a:lnTo>
                    <a:pt x="8333" y="559"/>
                  </a:lnTo>
                  <a:lnTo>
                    <a:pt x="8363" y="619"/>
                  </a:lnTo>
                  <a:lnTo>
                    <a:pt x="8363" y="619"/>
                  </a:lnTo>
                  <a:lnTo>
                    <a:pt x="8394" y="687"/>
                  </a:lnTo>
                  <a:lnTo>
                    <a:pt x="8421" y="756"/>
                  </a:lnTo>
                  <a:lnTo>
                    <a:pt x="8445" y="825"/>
                  </a:lnTo>
                  <a:lnTo>
                    <a:pt x="8457" y="859"/>
                  </a:lnTo>
                  <a:lnTo>
                    <a:pt x="8466" y="895"/>
                  </a:lnTo>
                  <a:lnTo>
                    <a:pt x="8475" y="930"/>
                  </a:lnTo>
                  <a:lnTo>
                    <a:pt x="8484" y="966"/>
                  </a:lnTo>
                  <a:lnTo>
                    <a:pt x="8490" y="1002"/>
                  </a:lnTo>
                  <a:lnTo>
                    <a:pt x="8498" y="1039"/>
                  </a:lnTo>
                  <a:lnTo>
                    <a:pt x="8502" y="1075"/>
                  </a:lnTo>
                  <a:lnTo>
                    <a:pt x="8507" y="1113"/>
                  </a:lnTo>
                  <a:lnTo>
                    <a:pt x="8511" y="1149"/>
                  </a:lnTo>
                  <a:lnTo>
                    <a:pt x="8513" y="1188"/>
                  </a:lnTo>
                  <a:lnTo>
                    <a:pt x="8513" y="1188"/>
                  </a:lnTo>
                  <a:lnTo>
                    <a:pt x="8514" y="1222"/>
                  </a:lnTo>
                  <a:lnTo>
                    <a:pt x="8516" y="1257"/>
                  </a:lnTo>
                  <a:lnTo>
                    <a:pt x="8516" y="1291"/>
                  </a:lnTo>
                  <a:lnTo>
                    <a:pt x="8514" y="1326"/>
                  </a:lnTo>
                  <a:lnTo>
                    <a:pt x="8511" y="1360"/>
                  </a:lnTo>
                  <a:lnTo>
                    <a:pt x="8508" y="1393"/>
                  </a:lnTo>
                  <a:lnTo>
                    <a:pt x="8504" y="1426"/>
                  </a:lnTo>
                  <a:lnTo>
                    <a:pt x="8498" y="1461"/>
                  </a:lnTo>
                  <a:lnTo>
                    <a:pt x="8492" y="1494"/>
                  </a:lnTo>
                  <a:lnTo>
                    <a:pt x="8484" y="1525"/>
                  </a:lnTo>
                  <a:lnTo>
                    <a:pt x="8475" y="1558"/>
                  </a:lnTo>
                  <a:lnTo>
                    <a:pt x="8465" y="1591"/>
                  </a:lnTo>
                  <a:lnTo>
                    <a:pt x="8453" y="1623"/>
                  </a:lnTo>
                  <a:lnTo>
                    <a:pt x="8441" y="1654"/>
                  </a:lnTo>
                  <a:lnTo>
                    <a:pt x="8427" y="1686"/>
                  </a:lnTo>
                  <a:lnTo>
                    <a:pt x="8412" y="1717"/>
                  </a:lnTo>
                  <a:lnTo>
                    <a:pt x="8412" y="1717"/>
                  </a:lnTo>
                  <a:lnTo>
                    <a:pt x="8396" y="1749"/>
                  </a:lnTo>
                  <a:lnTo>
                    <a:pt x="8379" y="1779"/>
                  </a:lnTo>
                  <a:lnTo>
                    <a:pt x="8360" y="1809"/>
                  </a:lnTo>
                  <a:lnTo>
                    <a:pt x="8342" y="1837"/>
                  </a:lnTo>
                  <a:lnTo>
                    <a:pt x="8321" y="1866"/>
                  </a:lnTo>
                  <a:lnTo>
                    <a:pt x="8300" y="1893"/>
                  </a:lnTo>
                  <a:lnTo>
                    <a:pt x="8279" y="1918"/>
                  </a:lnTo>
                  <a:lnTo>
                    <a:pt x="8256" y="1945"/>
                  </a:lnTo>
                  <a:lnTo>
                    <a:pt x="8232" y="1971"/>
                  </a:lnTo>
                  <a:lnTo>
                    <a:pt x="8208" y="1995"/>
                  </a:lnTo>
                  <a:lnTo>
                    <a:pt x="8159" y="2043"/>
                  </a:lnTo>
                  <a:lnTo>
                    <a:pt x="8106" y="2088"/>
                  </a:lnTo>
                  <a:lnTo>
                    <a:pt x="8051" y="2131"/>
                  </a:lnTo>
                  <a:lnTo>
                    <a:pt x="8051" y="2131"/>
                  </a:lnTo>
                  <a:lnTo>
                    <a:pt x="8033" y="2146"/>
                  </a:lnTo>
                  <a:lnTo>
                    <a:pt x="8013" y="2160"/>
                  </a:lnTo>
                  <a:lnTo>
                    <a:pt x="7973" y="2185"/>
                  </a:lnTo>
                  <a:lnTo>
                    <a:pt x="7934" y="2211"/>
                  </a:lnTo>
                  <a:lnTo>
                    <a:pt x="7914" y="2224"/>
                  </a:lnTo>
                  <a:lnTo>
                    <a:pt x="7895" y="2239"/>
                  </a:lnTo>
                  <a:lnTo>
                    <a:pt x="7895" y="2239"/>
                  </a:lnTo>
                  <a:lnTo>
                    <a:pt x="7889" y="2245"/>
                  </a:lnTo>
                  <a:lnTo>
                    <a:pt x="7883" y="2253"/>
                  </a:lnTo>
                  <a:lnTo>
                    <a:pt x="7878" y="2262"/>
                  </a:lnTo>
                  <a:lnTo>
                    <a:pt x="7874" y="2271"/>
                  </a:lnTo>
                  <a:lnTo>
                    <a:pt x="7871" y="2281"/>
                  </a:lnTo>
                  <a:lnTo>
                    <a:pt x="7868" y="2292"/>
                  </a:lnTo>
                  <a:lnTo>
                    <a:pt x="7866" y="2302"/>
                  </a:lnTo>
                  <a:lnTo>
                    <a:pt x="7866" y="2311"/>
                  </a:lnTo>
                  <a:lnTo>
                    <a:pt x="7866" y="2311"/>
                  </a:lnTo>
                  <a:lnTo>
                    <a:pt x="7865" y="3105"/>
                  </a:lnTo>
                  <a:lnTo>
                    <a:pt x="7865" y="3897"/>
                  </a:lnTo>
                  <a:lnTo>
                    <a:pt x="7865" y="3897"/>
                  </a:lnTo>
                  <a:lnTo>
                    <a:pt x="7865" y="4087"/>
                  </a:lnTo>
                  <a:lnTo>
                    <a:pt x="7865" y="4278"/>
                  </a:lnTo>
                  <a:lnTo>
                    <a:pt x="7865" y="4278"/>
                  </a:lnTo>
                  <a:lnTo>
                    <a:pt x="7863" y="4326"/>
                  </a:lnTo>
                  <a:lnTo>
                    <a:pt x="7859" y="4375"/>
                  </a:lnTo>
                  <a:lnTo>
                    <a:pt x="7856" y="4398"/>
                  </a:lnTo>
                  <a:lnTo>
                    <a:pt x="7851" y="4422"/>
                  </a:lnTo>
                  <a:lnTo>
                    <a:pt x="7845" y="4444"/>
                  </a:lnTo>
                  <a:lnTo>
                    <a:pt x="7839" y="4467"/>
                  </a:lnTo>
                  <a:lnTo>
                    <a:pt x="7832" y="4489"/>
                  </a:lnTo>
                  <a:lnTo>
                    <a:pt x="7823" y="4512"/>
                  </a:lnTo>
                  <a:lnTo>
                    <a:pt x="7812" y="4533"/>
                  </a:lnTo>
                  <a:lnTo>
                    <a:pt x="7800" y="4554"/>
                  </a:lnTo>
                  <a:lnTo>
                    <a:pt x="7788" y="4573"/>
                  </a:lnTo>
                  <a:lnTo>
                    <a:pt x="7773" y="4594"/>
                  </a:lnTo>
                  <a:lnTo>
                    <a:pt x="7757" y="4612"/>
                  </a:lnTo>
                  <a:lnTo>
                    <a:pt x="7739" y="4632"/>
                  </a:lnTo>
                  <a:lnTo>
                    <a:pt x="7739" y="4632"/>
                  </a:lnTo>
                  <a:lnTo>
                    <a:pt x="7716" y="4650"/>
                  </a:lnTo>
                  <a:lnTo>
                    <a:pt x="7695" y="4669"/>
                  </a:lnTo>
                  <a:lnTo>
                    <a:pt x="7647" y="4708"/>
                  </a:lnTo>
                  <a:lnTo>
                    <a:pt x="7647" y="4708"/>
                  </a:lnTo>
                  <a:lnTo>
                    <a:pt x="7584" y="4725"/>
                  </a:lnTo>
                  <a:lnTo>
                    <a:pt x="7523" y="4740"/>
                  </a:lnTo>
                  <a:lnTo>
                    <a:pt x="7491" y="4747"/>
                  </a:lnTo>
                  <a:lnTo>
                    <a:pt x="7461" y="4753"/>
                  </a:lnTo>
                  <a:lnTo>
                    <a:pt x="7430" y="4758"/>
                  </a:lnTo>
                  <a:lnTo>
                    <a:pt x="7400" y="4759"/>
                  </a:lnTo>
                  <a:lnTo>
                    <a:pt x="7400" y="4759"/>
                  </a:lnTo>
                  <a:lnTo>
                    <a:pt x="7305" y="4764"/>
                  </a:lnTo>
                  <a:lnTo>
                    <a:pt x="7257" y="4765"/>
                  </a:lnTo>
                  <a:lnTo>
                    <a:pt x="7211" y="4764"/>
                  </a:lnTo>
                  <a:lnTo>
                    <a:pt x="7163" y="4761"/>
                  </a:lnTo>
                  <a:lnTo>
                    <a:pt x="7140" y="4758"/>
                  </a:lnTo>
                  <a:lnTo>
                    <a:pt x="7116" y="4755"/>
                  </a:lnTo>
                  <a:lnTo>
                    <a:pt x="7092" y="4750"/>
                  </a:lnTo>
                  <a:lnTo>
                    <a:pt x="7070" y="4744"/>
                  </a:lnTo>
                  <a:lnTo>
                    <a:pt x="7046" y="4737"/>
                  </a:lnTo>
                  <a:lnTo>
                    <a:pt x="7023" y="4729"/>
                  </a:lnTo>
                  <a:lnTo>
                    <a:pt x="7023" y="4729"/>
                  </a:lnTo>
                  <a:lnTo>
                    <a:pt x="6998" y="4717"/>
                  </a:lnTo>
                  <a:lnTo>
                    <a:pt x="6974" y="4705"/>
                  </a:lnTo>
                  <a:lnTo>
                    <a:pt x="6950" y="4690"/>
                  </a:lnTo>
                  <a:lnTo>
                    <a:pt x="6927" y="4675"/>
                  </a:lnTo>
                  <a:lnTo>
                    <a:pt x="6906" y="4657"/>
                  </a:lnTo>
                  <a:lnTo>
                    <a:pt x="6887" y="4639"/>
                  </a:lnTo>
                  <a:lnTo>
                    <a:pt x="6869" y="4620"/>
                  </a:lnTo>
                  <a:lnTo>
                    <a:pt x="6852" y="4600"/>
                  </a:lnTo>
                  <a:lnTo>
                    <a:pt x="6836" y="4578"/>
                  </a:lnTo>
                  <a:lnTo>
                    <a:pt x="6822" y="4555"/>
                  </a:lnTo>
                  <a:lnTo>
                    <a:pt x="6809" y="4533"/>
                  </a:lnTo>
                  <a:lnTo>
                    <a:pt x="6798" y="4509"/>
                  </a:lnTo>
                  <a:lnTo>
                    <a:pt x="6788" y="4485"/>
                  </a:lnTo>
                  <a:lnTo>
                    <a:pt x="6780" y="4459"/>
                  </a:lnTo>
                  <a:lnTo>
                    <a:pt x="6774" y="4434"/>
                  </a:lnTo>
                  <a:lnTo>
                    <a:pt x="6770" y="4408"/>
                  </a:lnTo>
                  <a:lnTo>
                    <a:pt x="6770" y="4408"/>
                  </a:lnTo>
                  <a:lnTo>
                    <a:pt x="6767" y="4374"/>
                  </a:lnTo>
                  <a:lnTo>
                    <a:pt x="6764" y="4338"/>
                  </a:lnTo>
                  <a:lnTo>
                    <a:pt x="6759" y="4269"/>
                  </a:lnTo>
                  <a:lnTo>
                    <a:pt x="6758" y="4198"/>
                  </a:lnTo>
                  <a:lnTo>
                    <a:pt x="6758" y="4129"/>
                  </a:lnTo>
                  <a:lnTo>
                    <a:pt x="6758" y="4129"/>
                  </a:lnTo>
                  <a:lnTo>
                    <a:pt x="6758" y="3198"/>
                  </a:lnTo>
                  <a:lnTo>
                    <a:pt x="6758" y="2265"/>
                  </a:lnTo>
                  <a:lnTo>
                    <a:pt x="6758" y="2265"/>
                  </a:lnTo>
                  <a:lnTo>
                    <a:pt x="6701" y="2238"/>
                  </a:lnTo>
                  <a:lnTo>
                    <a:pt x="6647" y="2206"/>
                  </a:lnTo>
                  <a:lnTo>
                    <a:pt x="6596" y="2173"/>
                  </a:lnTo>
                  <a:lnTo>
                    <a:pt x="6545" y="2139"/>
                  </a:lnTo>
                  <a:lnTo>
                    <a:pt x="6497" y="2101"/>
                  </a:lnTo>
                  <a:lnTo>
                    <a:pt x="6450" y="2061"/>
                  </a:lnTo>
                  <a:lnTo>
                    <a:pt x="6405" y="2017"/>
                  </a:lnTo>
                  <a:lnTo>
                    <a:pt x="6362" y="1974"/>
                  </a:lnTo>
                  <a:lnTo>
                    <a:pt x="6362" y="1974"/>
                  </a:lnTo>
                  <a:lnTo>
                    <a:pt x="6338" y="1947"/>
                  </a:lnTo>
                  <a:lnTo>
                    <a:pt x="6317" y="1921"/>
                  </a:lnTo>
                  <a:lnTo>
                    <a:pt x="6296" y="1894"/>
                  </a:lnTo>
                  <a:lnTo>
                    <a:pt x="6276" y="1867"/>
                  </a:lnTo>
                  <a:lnTo>
                    <a:pt x="6257" y="1839"/>
                  </a:lnTo>
                  <a:lnTo>
                    <a:pt x="6239" y="1810"/>
                  </a:lnTo>
                  <a:lnTo>
                    <a:pt x="6222" y="1780"/>
                  </a:lnTo>
                  <a:lnTo>
                    <a:pt x="6207" y="1752"/>
                  </a:lnTo>
                  <a:lnTo>
                    <a:pt x="6194" y="1722"/>
                  </a:lnTo>
                  <a:lnTo>
                    <a:pt x="6180" y="1690"/>
                  </a:lnTo>
                  <a:lnTo>
                    <a:pt x="6168" y="1659"/>
                  </a:lnTo>
                  <a:lnTo>
                    <a:pt x="6158" y="1627"/>
                  </a:lnTo>
                  <a:lnTo>
                    <a:pt x="6147" y="1596"/>
                  </a:lnTo>
                  <a:lnTo>
                    <a:pt x="6138" y="1563"/>
                  </a:lnTo>
                  <a:lnTo>
                    <a:pt x="6131" y="1530"/>
                  </a:lnTo>
                  <a:lnTo>
                    <a:pt x="6125" y="1495"/>
                  </a:lnTo>
                  <a:lnTo>
                    <a:pt x="6125" y="1495"/>
                  </a:lnTo>
                  <a:lnTo>
                    <a:pt x="6114" y="1435"/>
                  </a:lnTo>
                  <a:lnTo>
                    <a:pt x="6107" y="1375"/>
                  </a:lnTo>
                  <a:lnTo>
                    <a:pt x="6104" y="1345"/>
                  </a:lnTo>
                  <a:lnTo>
                    <a:pt x="6102" y="1314"/>
                  </a:lnTo>
                  <a:lnTo>
                    <a:pt x="6101" y="1284"/>
                  </a:lnTo>
                  <a:lnTo>
                    <a:pt x="6102" y="1254"/>
                  </a:lnTo>
                  <a:lnTo>
                    <a:pt x="6102" y="1254"/>
                  </a:lnTo>
                  <a:lnTo>
                    <a:pt x="6105" y="1194"/>
                  </a:lnTo>
                  <a:lnTo>
                    <a:pt x="6111" y="1134"/>
                  </a:lnTo>
                  <a:lnTo>
                    <a:pt x="6119" y="1075"/>
                  </a:lnTo>
                  <a:lnTo>
                    <a:pt x="6128" y="1017"/>
                  </a:lnTo>
                  <a:lnTo>
                    <a:pt x="6140" y="958"/>
                  </a:lnTo>
                  <a:lnTo>
                    <a:pt x="6153" y="901"/>
                  </a:lnTo>
                  <a:lnTo>
                    <a:pt x="6170" y="846"/>
                  </a:lnTo>
                  <a:lnTo>
                    <a:pt x="6186" y="790"/>
                  </a:lnTo>
                  <a:lnTo>
                    <a:pt x="6207" y="735"/>
                  </a:lnTo>
                  <a:lnTo>
                    <a:pt x="6228" y="681"/>
                  </a:lnTo>
                  <a:lnTo>
                    <a:pt x="6254" y="628"/>
                  </a:lnTo>
                  <a:lnTo>
                    <a:pt x="6281" y="576"/>
                  </a:lnTo>
                  <a:lnTo>
                    <a:pt x="6309" y="523"/>
                  </a:lnTo>
                  <a:lnTo>
                    <a:pt x="6341" y="472"/>
                  </a:lnTo>
                  <a:lnTo>
                    <a:pt x="6375" y="423"/>
                  </a:lnTo>
                  <a:lnTo>
                    <a:pt x="6411" y="373"/>
                  </a:lnTo>
                  <a:lnTo>
                    <a:pt x="6411" y="373"/>
                  </a:lnTo>
                  <a:lnTo>
                    <a:pt x="6455" y="319"/>
                  </a:lnTo>
                  <a:lnTo>
                    <a:pt x="6477" y="294"/>
                  </a:lnTo>
                  <a:lnTo>
                    <a:pt x="6501" y="268"/>
                  </a:lnTo>
                  <a:lnTo>
                    <a:pt x="6525" y="243"/>
                  </a:lnTo>
                  <a:lnTo>
                    <a:pt x="6549" y="220"/>
                  </a:lnTo>
                  <a:lnTo>
                    <a:pt x="6575" y="196"/>
                  </a:lnTo>
                  <a:lnTo>
                    <a:pt x="6600" y="174"/>
                  </a:lnTo>
                  <a:lnTo>
                    <a:pt x="6627" y="153"/>
                  </a:lnTo>
                  <a:lnTo>
                    <a:pt x="6654" y="132"/>
                  </a:lnTo>
                  <a:lnTo>
                    <a:pt x="6681" y="112"/>
                  </a:lnTo>
                  <a:lnTo>
                    <a:pt x="6710" y="93"/>
                  </a:lnTo>
                  <a:lnTo>
                    <a:pt x="6738" y="75"/>
                  </a:lnTo>
                  <a:lnTo>
                    <a:pt x="6768" y="58"/>
                  </a:lnTo>
                  <a:lnTo>
                    <a:pt x="6798" y="40"/>
                  </a:lnTo>
                  <a:lnTo>
                    <a:pt x="6830" y="25"/>
                  </a:lnTo>
                  <a:lnTo>
                    <a:pt x="6830" y="25"/>
                  </a:lnTo>
                  <a:lnTo>
                    <a:pt x="6855" y="15"/>
                  </a:lnTo>
                  <a:lnTo>
                    <a:pt x="6878" y="7"/>
                  </a:lnTo>
                  <a:lnTo>
                    <a:pt x="6902" y="3"/>
                  </a:lnTo>
                  <a:lnTo>
                    <a:pt x="6923" y="0"/>
                  </a:lnTo>
                  <a:lnTo>
                    <a:pt x="6944" y="1"/>
                  </a:lnTo>
                  <a:lnTo>
                    <a:pt x="6963" y="4"/>
                  </a:lnTo>
                  <a:lnTo>
                    <a:pt x="6983" y="12"/>
                  </a:lnTo>
                  <a:lnTo>
                    <a:pt x="6999" y="19"/>
                  </a:lnTo>
                  <a:lnTo>
                    <a:pt x="7014" y="31"/>
                  </a:lnTo>
                  <a:lnTo>
                    <a:pt x="7028" y="45"/>
                  </a:lnTo>
                  <a:lnTo>
                    <a:pt x="7040" y="60"/>
                  </a:lnTo>
                  <a:lnTo>
                    <a:pt x="7050" y="79"/>
                  </a:lnTo>
                  <a:lnTo>
                    <a:pt x="7058" y="99"/>
                  </a:lnTo>
                  <a:lnTo>
                    <a:pt x="7064" y="121"/>
                  </a:lnTo>
                  <a:lnTo>
                    <a:pt x="7068" y="145"/>
                  </a:lnTo>
                  <a:lnTo>
                    <a:pt x="7068" y="172"/>
                  </a:lnTo>
                  <a:lnTo>
                    <a:pt x="7068" y="172"/>
                  </a:lnTo>
                  <a:lnTo>
                    <a:pt x="7068" y="1183"/>
                  </a:lnTo>
                  <a:lnTo>
                    <a:pt x="7068" y="1183"/>
                  </a:lnTo>
                  <a:lnTo>
                    <a:pt x="7553" y="1183"/>
                  </a:lnTo>
                  <a:lnTo>
                    <a:pt x="7553" y="1183"/>
                  </a:lnTo>
                  <a:lnTo>
                    <a:pt x="7553" y="1123"/>
                  </a:lnTo>
                  <a:lnTo>
                    <a:pt x="7553" y="1123"/>
                  </a:lnTo>
                  <a:lnTo>
                    <a:pt x="7554" y="642"/>
                  </a:lnTo>
                  <a:lnTo>
                    <a:pt x="7554" y="402"/>
                  </a:lnTo>
                  <a:lnTo>
                    <a:pt x="7551" y="160"/>
                  </a:lnTo>
                  <a:lnTo>
                    <a:pt x="7551" y="160"/>
                  </a:lnTo>
                  <a:lnTo>
                    <a:pt x="7551" y="145"/>
                  </a:lnTo>
                  <a:lnTo>
                    <a:pt x="7554" y="132"/>
                  </a:lnTo>
                  <a:lnTo>
                    <a:pt x="7557" y="117"/>
                  </a:lnTo>
                  <a:lnTo>
                    <a:pt x="7562" y="103"/>
                  </a:lnTo>
                  <a:lnTo>
                    <a:pt x="7568" y="90"/>
                  </a:lnTo>
                  <a:lnTo>
                    <a:pt x="7575" y="76"/>
                  </a:lnTo>
                  <a:lnTo>
                    <a:pt x="7583" y="64"/>
                  </a:lnTo>
                  <a:lnTo>
                    <a:pt x="7592" y="52"/>
                  </a:lnTo>
                  <a:lnTo>
                    <a:pt x="7602" y="42"/>
                  </a:lnTo>
                  <a:lnTo>
                    <a:pt x="7613" y="31"/>
                  </a:lnTo>
                  <a:lnTo>
                    <a:pt x="7625" y="22"/>
                  </a:lnTo>
                  <a:lnTo>
                    <a:pt x="7638" y="15"/>
                  </a:lnTo>
                  <a:lnTo>
                    <a:pt x="7652" y="9"/>
                  </a:lnTo>
                  <a:lnTo>
                    <a:pt x="7665" y="4"/>
                  </a:lnTo>
                  <a:lnTo>
                    <a:pt x="7679" y="1"/>
                  </a:lnTo>
                  <a:lnTo>
                    <a:pt x="7694" y="0"/>
                  </a:lnTo>
                  <a:lnTo>
                    <a:pt x="769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Shape 1057">
              <a:extLst>
                <a:ext uri="{FF2B5EF4-FFF2-40B4-BE49-F238E27FC236}">
                  <a16:creationId xmlns:a16="http://schemas.microsoft.com/office/drawing/2014/main" id="{6BF26780-4EBD-9BC6-A7B2-7FD25A9401DB}"/>
                </a:ext>
                <a:ext uri="{C183D7F6-B498-43B3-948B-1728B52AA6E4}">
                  <adec:decorative xmlns:adec="http://schemas.microsoft.com/office/drawing/2017/decorative" val="1"/>
                </a:ext>
              </a:extLst>
            </p:cNvPr>
            <p:cNvSpPr>
              <a:spLocks/>
            </p:cNvSpPr>
            <p:nvPr/>
          </p:nvSpPr>
          <p:spPr bwMode="auto">
            <a:xfrm>
              <a:off x="3674038" y="2223703"/>
              <a:ext cx="504931" cy="457200"/>
            </a:xfrm>
            <a:custGeom>
              <a:avLst/>
              <a:gdLst>
                <a:gd name="connsiteX0" fmla="*/ 2374900 w 7573963"/>
                <a:gd name="connsiteY0" fmla="*/ 965200 h 6858000"/>
                <a:gd name="connsiteX1" fmla="*/ 2844800 w 7573963"/>
                <a:gd name="connsiteY1" fmla="*/ 965200 h 6858000"/>
                <a:gd name="connsiteX2" fmla="*/ 2844800 w 7573963"/>
                <a:gd name="connsiteY2" fmla="*/ 1208088 h 6858000"/>
                <a:gd name="connsiteX3" fmla="*/ 2374900 w 7573963"/>
                <a:gd name="connsiteY3" fmla="*/ 1208088 h 6858000"/>
                <a:gd name="connsiteX4" fmla="*/ 1411774 w 7573963"/>
                <a:gd name="connsiteY4" fmla="*/ 960438 h 6858000"/>
                <a:gd name="connsiteX5" fmla="*/ 1654500 w 7573963"/>
                <a:gd name="connsiteY5" fmla="*/ 960438 h 6858000"/>
                <a:gd name="connsiteX6" fmla="*/ 2139950 w 7573963"/>
                <a:gd name="connsiteY6" fmla="*/ 960438 h 6858000"/>
                <a:gd name="connsiteX7" fmla="*/ 2139950 w 7573963"/>
                <a:gd name="connsiteY7" fmla="*/ 1206619 h 6858000"/>
                <a:gd name="connsiteX8" fmla="*/ 1199985 w 7573963"/>
                <a:gd name="connsiteY8" fmla="*/ 1206619 h 6858000"/>
                <a:gd name="connsiteX9" fmla="*/ 1199985 w 7573963"/>
                <a:gd name="connsiteY9" fmla="*/ 1282061 h 6858000"/>
                <a:gd name="connsiteX10" fmla="*/ 1199985 w 7573963"/>
                <a:gd name="connsiteY10" fmla="*/ 2616201 h 6858000"/>
                <a:gd name="connsiteX11" fmla="*/ 952500 w 7573963"/>
                <a:gd name="connsiteY11" fmla="*/ 2616201 h 6858000"/>
                <a:gd name="connsiteX12" fmla="*/ 952500 w 7573963"/>
                <a:gd name="connsiteY12" fmla="*/ 2575701 h 6858000"/>
                <a:gd name="connsiteX13" fmla="*/ 954087 w 7573963"/>
                <a:gd name="connsiteY13" fmla="*/ 1882424 h 6858000"/>
                <a:gd name="connsiteX14" fmla="*/ 952500 w 7573963"/>
                <a:gd name="connsiteY14" fmla="*/ 1187560 h 6858000"/>
                <a:gd name="connsiteX15" fmla="*/ 954087 w 7573963"/>
                <a:gd name="connsiteY15" fmla="*/ 1166118 h 6858000"/>
                <a:gd name="connsiteX16" fmla="*/ 957259 w 7573963"/>
                <a:gd name="connsiteY16" fmla="*/ 1146265 h 6858000"/>
                <a:gd name="connsiteX17" fmla="*/ 963605 w 7573963"/>
                <a:gd name="connsiteY17" fmla="*/ 1125617 h 6858000"/>
                <a:gd name="connsiteX18" fmla="*/ 970744 w 7573963"/>
                <a:gd name="connsiteY18" fmla="*/ 1105764 h 6858000"/>
                <a:gd name="connsiteX19" fmla="*/ 980263 w 7573963"/>
                <a:gd name="connsiteY19" fmla="*/ 1085117 h 6858000"/>
                <a:gd name="connsiteX20" fmla="*/ 992161 w 7573963"/>
                <a:gd name="connsiteY20" fmla="*/ 1067646 h 6858000"/>
                <a:gd name="connsiteX21" fmla="*/ 1004853 w 7573963"/>
                <a:gd name="connsiteY21" fmla="*/ 1049381 h 6858000"/>
                <a:gd name="connsiteX22" fmla="*/ 1019131 w 7573963"/>
                <a:gd name="connsiteY22" fmla="*/ 1032704 h 6858000"/>
                <a:gd name="connsiteX23" fmla="*/ 1034995 w 7573963"/>
                <a:gd name="connsiteY23" fmla="*/ 1017616 h 6858000"/>
                <a:gd name="connsiteX24" fmla="*/ 1051653 w 7573963"/>
                <a:gd name="connsiteY24" fmla="*/ 1004115 h 6858000"/>
                <a:gd name="connsiteX25" fmla="*/ 1069103 w 7573963"/>
                <a:gd name="connsiteY25" fmla="*/ 992203 h 6858000"/>
                <a:gd name="connsiteX26" fmla="*/ 1088141 w 7573963"/>
                <a:gd name="connsiteY26" fmla="*/ 981880 h 6858000"/>
                <a:gd name="connsiteX27" fmla="*/ 1108764 w 7573963"/>
                <a:gd name="connsiteY27" fmla="*/ 973144 h 6858000"/>
                <a:gd name="connsiteX28" fmla="*/ 1128595 w 7573963"/>
                <a:gd name="connsiteY28" fmla="*/ 967585 h 6858000"/>
                <a:gd name="connsiteX29" fmla="*/ 1150012 w 7573963"/>
                <a:gd name="connsiteY29" fmla="*/ 963615 h 6858000"/>
                <a:gd name="connsiteX30" fmla="*/ 1171429 w 7573963"/>
                <a:gd name="connsiteY30" fmla="*/ 962821 h 6858000"/>
                <a:gd name="connsiteX31" fmla="*/ 426199 w 7573963"/>
                <a:gd name="connsiteY31" fmla="*/ 0 h 6858000"/>
                <a:gd name="connsiteX32" fmla="*/ 637315 w 7573963"/>
                <a:gd name="connsiteY32" fmla="*/ 0 h 6858000"/>
                <a:gd name="connsiteX33" fmla="*/ 7356498 w 7573963"/>
                <a:gd name="connsiteY33" fmla="*/ 0 h 6858000"/>
                <a:gd name="connsiteX34" fmla="*/ 7356498 w 7573963"/>
                <a:gd name="connsiteY34" fmla="*/ 1588 h 6858000"/>
                <a:gd name="connsiteX35" fmla="*/ 7573963 w 7573963"/>
                <a:gd name="connsiteY35" fmla="*/ 1588 h 6858000"/>
                <a:gd name="connsiteX36" fmla="*/ 7573963 w 7573963"/>
                <a:gd name="connsiteY36" fmla="*/ 1595438 h 6858000"/>
                <a:gd name="connsiteX37" fmla="*/ 7573170 w 7573963"/>
                <a:gd name="connsiteY37" fmla="*/ 2393157 h 6858000"/>
                <a:gd name="connsiteX38" fmla="*/ 7570788 w 7573963"/>
                <a:gd name="connsiteY38" fmla="*/ 3193256 h 6858000"/>
                <a:gd name="connsiteX39" fmla="*/ 7568408 w 7573963"/>
                <a:gd name="connsiteY39" fmla="*/ 3209926 h 6858000"/>
                <a:gd name="connsiteX40" fmla="*/ 7566026 w 7573963"/>
                <a:gd name="connsiteY40" fmla="*/ 3224213 h 6858000"/>
                <a:gd name="connsiteX41" fmla="*/ 7566026 w 7573963"/>
                <a:gd name="connsiteY41" fmla="*/ 3250406 h 6858000"/>
                <a:gd name="connsiteX42" fmla="*/ 7564439 w 7573963"/>
                <a:gd name="connsiteY42" fmla="*/ 5226844 h 6858000"/>
                <a:gd name="connsiteX43" fmla="*/ 7564439 w 7573963"/>
                <a:gd name="connsiteY43" fmla="*/ 5245894 h 6858000"/>
                <a:gd name="connsiteX44" fmla="*/ 7562058 w 7573963"/>
                <a:gd name="connsiteY44" fmla="*/ 5264944 h 6858000"/>
                <a:gd name="connsiteX45" fmla="*/ 7556502 w 7573963"/>
                <a:gd name="connsiteY45" fmla="*/ 5303044 h 6858000"/>
                <a:gd name="connsiteX46" fmla="*/ 7552534 w 7573963"/>
                <a:gd name="connsiteY46" fmla="*/ 5323681 h 6858000"/>
                <a:gd name="connsiteX47" fmla="*/ 7547772 w 7573963"/>
                <a:gd name="connsiteY47" fmla="*/ 5342731 h 6858000"/>
                <a:gd name="connsiteX48" fmla="*/ 7543010 w 7573963"/>
                <a:gd name="connsiteY48" fmla="*/ 5361781 h 6858000"/>
                <a:gd name="connsiteX49" fmla="*/ 7535867 w 7573963"/>
                <a:gd name="connsiteY49" fmla="*/ 5380831 h 6858000"/>
                <a:gd name="connsiteX50" fmla="*/ 7528724 w 7573963"/>
                <a:gd name="connsiteY50" fmla="*/ 5399881 h 6858000"/>
                <a:gd name="connsiteX51" fmla="*/ 7520788 w 7573963"/>
                <a:gd name="connsiteY51" fmla="*/ 5417344 h 6858000"/>
                <a:gd name="connsiteX52" fmla="*/ 7512057 w 7573963"/>
                <a:gd name="connsiteY52" fmla="*/ 5435600 h 6858000"/>
                <a:gd name="connsiteX53" fmla="*/ 7502533 w 7573963"/>
                <a:gd name="connsiteY53" fmla="*/ 5452269 h 6858000"/>
                <a:gd name="connsiteX54" fmla="*/ 7492216 w 7573963"/>
                <a:gd name="connsiteY54" fmla="*/ 5469731 h 6858000"/>
                <a:gd name="connsiteX55" fmla="*/ 7480310 w 7573963"/>
                <a:gd name="connsiteY55" fmla="*/ 5486400 h 6858000"/>
                <a:gd name="connsiteX56" fmla="*/ 7468406 w 7573963"/>
                <a:gd name="connsiteY56" fmla="*/ 5502275 h 6858000"/>
                <a:gd name="connsiteX57" fmla="*/ 7454913 w 7573963"/>
                <a:gd name="connsiteY57" fmla="*/ 5517356 h 6858000"/>
                <a:gd name="connsiteX58" fmla="*/ 7442214 w 7573963"/>
                <a:gd name="connsiteY58" fmla="*/ 5533231 h 6858000"/>
                <a:gd name="connsiteX59" fmla="*/ 7427928 w 7573963"/>
                <a:gd name="connsiteY59" fmla="*/ 5547519 h 6858000"/>
                <a:gd name="connsiteX60" fmla="*/ 7412055 w 7573963"/>
                <a:gd name="connsiteY60" fmla="*/ 5561806 h 6858000"/>
                <a:gd name="connsiteX61" fmla="*/ 7396976 w 7573963"/>
                <a:gd name="connsiteY61" fmla="*/ 5574506 h 6858000"/>
                <a:gd name="connsiteX62" fmla="*/ 7381102 w 7573963"/>
                <a:gd name="connsiteY62" fmla="*/ 5586413 h 6858000"/>
                <a:gd name="connsiteX63" fmla="*/ 7364435 w 7573963"/>
                <a:gd name="connsiteY63" fmla="*/ 5598319 h 6858000"/>
                <a:gd name="connsiteX64" fmla="*/ 7347768 w 7573963"/>
                <a:gd name="connsiteY64" fmla="*/ 5610225 h 6858000"/>
                <a:gd name="connsiteX65" fmla="*/ 7330308 w 7573963"/>
                <a:gd name="connsiteY65" fmla="*/ 5621338 h 6858000"/>
                <a:gd name="connsiteX66" fmla="*/ 7312053 w 7573963"/>
                <a:gd name="connsiteY66" fmla="*/ 5630863 h 6858000"/>
                <a:gd name="connsiteX67" fmla="*/ 7293005 w 7573963"/>
                <a:gd name="connsiteY67" fmla="*/ 5640388 h 6858000"/>
                <a:gd name="connsiteX68" fmla="*/ 7273957 w 7573963"/>
                <a:gd name="connsiteY68" fmla="*/ 5648325 h 6858000"/>
                <a:gd name="connsiteX69" fmla="*/ 7254909 w 7573963"/>
                <a:gd name="connsiteY69" fmla="*/ 5657056 h 6858000"/>
                <a:gd name="connsiteX70" fmla="*/ 7235861 w 7573963"/>
                <a:gd name="connsiteY70" fmla="*/ 5662613 h 6858000"/>
                <a:gd name="connsiteX71" fmla="*/ 7216019 w 7573963"/>
                <a:gd name="connsiteY71" fmla="*/ 5668963 h 6858000"/>
                <a:gd name="connsiteX72" fmla="*/ 7196971 w 7573963"/>
                <a:gd name="connsiteY72" fmla="*/ 5674519 h 6858000"/>
                <a:gd name="connsiteX73" fmla="*/ 7175542 w 7573963"/>
                <a:gd name="connsiteY73" fmla="*/ 5678488 h 6858000"/>
                <a:gd name="connsiteX74" fmla="*/ 7154907 w 7573963"/>
                <a:gd name="connsiteY74" fmla="*/ 5681663 h 6858000"/>
                <a:gd name="connsiteX75" fmla="*/ 7135065 w 7573963"/>
                <a:gd name="connsiteY75" fmla="*/ 5684044 h 6858000"/>
                <a:gd name="connsiteX76" fmla="*/ 7113636 w 7573963"/>
                <a:gd name="connsiteY76" fmla="*/ 5685631 h 6858000"/>
                <a:gd name="connsiteX77" fmla="*/ 7093001 w 7573963"/>
                <a:gd name="connsiteY77" fmla="*/ 5686425 h 6858000"/>
                <a:gd name="connsiteX78" fmla="*/ 4076273 w 7573963"/>
                <a:gd name="connsiteY78" fmla="*/ 5686425 h 6858000"/>
                <a:gd name="connsiteX79" fmla="*/ 4023891 w 7573963"/>
                <a:gd name="connsiteY79" fmla="*/ 5686425 h 6858000"/>
                <a:gd name="connsiteX80" fmla="*/ 4023891 w 7573963"/>
                <a:gd name="connsiteY80" fmla="*/ 6372225 h 6858000"/>
                <a:gd name="connsiteX81" fmla="*/ 4077861 w 7573963"/>
                <a:gd name="connsiteY81" fmla="*/ 6372225 h 6858000"/>
                <a:gd name="connsiteX82" fmla="*/ 4647713 w 7573963"/>
                <a:gd name="connsiteY82" fmla="*/ 6373813 h 6858000"/>
                <a:gd name="connsiteX83" fmla="*/ 4932640 w 7573963"/>
                <a:gd name="connsiteY83" fmla="*/ 6373813 h 6858000"/>
                <a:gd name="connsiteX84" fmla="*/ 5216773 w 7573963"/>
                <a:gd name="connsiteY84" fmla="*/ 6372225 h 6858000"/>
                <a:gd name="connsiteX85" fmla="*/ 5240583 w 7573963"/>
                <a:gd name="connsiteY85" fmla="*/ 6372225 h 6858000"/>
                <a:gd name="connsiteX86" fmla="*/ 5263599 w 7573963"/>
                <a:gd name="connsiteY86" fmla="*/ 6373813 h 6858000"/>
                <a:gd name="connsiteX87" fmla="*/ 5285822 w 7573963"/>
                <a:gd name="connsiteY87" fmla="*/ 6376988 h 6858000"/>
                <a:gd name="connsiteX88" fmla="*/ 5307251 w 7573963"/>
                <a:gd name="connsiteY88" fmla="*/ 6380956 h 6858000"/>
                <a:gd name="connsiteX89" fmla="*/ 5328680 w 7573963"/>
                <a:gd name="connsiteY89" fmla="*/ 6385719 h 6858000"/>
                <a:gd name="connsiteX90" fmla="*/ 5349315 w 7573963"/>
                <a:gd name="connsiteY90" fmla="*/ 6391275 h 6858000"/>
                <a:gd name="connsiteX91" fmla="*/ 5369157 w 7573963"/>
                <a:gd name="connsiteY91" fmla="*/ 6398419 h 6858000"/>
                <a:gd name="connsiteX92" fmla="*/ 5388205 w 7573963"/>
                <a:gd name="connsiteY92" fmla="*/ 6407150 h 6858000"/>
                <a:gd name="connsiteX93" fmla="*/ 5408840 w 7573963"/>
                <a:gd name="connsiteY93" fmla="*/ 6416675 h 6858000"/>
                <a:gd name="connsiteX94" fmla="*/ 5426301 w 7573963"/>
                <a:gd name="connsiteY94" fmla="*/ 6426200 h 6858000"/>
                <a:gd name="connsiteX95" fmla="*/ 5445349 w 7573963"/>
                <a:gd name="connsiteY95" fmla="*/ 6438106 h 6858000"/>
                <a:gd name="connsiteX96" fmla="*/ 5462016 w 7573963"/>
                <a:gd name="connsiteY96" fmla="*/ 6450013 h 6858000"/>
                <a:gd name="connsiteX97" fmla="*/ 5480270 w 7573963"/>
                <a:gd name="connsiteY97" fmla="*/ 6461919 h 6858000"/>
                <a:gd name="connsiteX98" fmla="*/ 5496937 w 7573963"/>
                <a:gd name="connsiteY98" fmla="*/ 6476206 h 6858000"/>
                <a:gd name="connsiteX99" fmla="*/ 5513604 w 7573963"/>
                <a:gd name="connsiteY99" fmla="*/ 6490494 h 6858000"/>
                <a:gd name="connsiteX100" fmla="*/ 5528684 w 7573963"/>
                <a:gd name="connsiteY100" fmla="*/ 6505575 h 6858000"/>
                <a:gd name="connsiteX101" fmla="*/ 5545351 w 7573963"/>
                <a:gd name="connsiteY101" fmla="*/ 6523831 h 6858000"/>
                <a:gd name="connsiteX102" fmla="*/ 5562018 w 7573963"/>
                <a:gd name="connsiteY102" fmla="*/ 6542881 h 6858000"/>
                <a:gd name="connsiteX103" fmla="*/ 5577891 w 7573963"/>
                <a:gd name="connsiteY103" fmla="*/ 6561931 h 6858000"/>
                <a:gd name="connsiteX104" fmla="*/ 5590590 w 7573963"/>
                <a:gd name="connsiteY104" fmla="*/ 6580981 h 6858000"/>
                <a:gd name="connsiteX105" fmla="*/ 5604082 w 7573963"/>
                <a:gd name="connsiteY105" fmla="*/ 6600825 h 6858000"/>
                <a:gd name="connsiteX106" fmla="*/ 5615987 w 7573963"/>
                <a:gd name="connsiteY106" fmla="*/ 6622256 h 6858000"/>
                <a:gd name="connsiteX107" fmla="*/ 5626305 w 7573963"/>
                <a:gd name="connsiteY107" fmla="*/ 6642894 h 6858000"/>
                <a:gd name="connsiteX108" fmla="*/ 5635829 w 7573963"/>
                <a:gd name="connsiteY108" fmla="*/ 6665119 h 6858000"/>
                <a:gd name="connsiteX109" fmla="*/ 5644559 w 7573963"/>
                <a:gd name="connsiteY109" fmla="*/ 6686550 h 6858000"/>
                <a:gd name="connsiteX110" fmla="*/ 5651702 w 7573963"/>
                <a:gd name="connsiteY110" fmla="*/ 6710363 h 6858000"/>
                <a:gd name="connsiteX111" fmla="*/ 5657258 w 7573963"/>
                <a:gd name="connsiteY111" fmla="*/ 6733381 h 6858000"/>
                <a:gd name="connsiteX112" fmla="*/ 5663607 w 7573963"/>
                <a:gd name="connsiteY112" fmla="*/ 6757194 h 6858000"/>
                <a:gd name="connsiteX113" fmla="*/ 5666782 w 7573963"/>
                <a:gd name="connsiteY113" fmla="*/ 6781006 h 6858000"/>
                <a:gd name="connsiteX114" fmla="*/ 5668369 w 7573963"/>
                <a:gd name="connsiteY114" fmla="*/ 6805613 h 6858000"/>
                <a:gd name="connsiteX115" fmla="*/ 5669163 w 7573963"/>
                <a:gd name="connsiteY115" fmla="*/ 6831013 h 6858000"/>
                <a:gd name="connsiteX116" fmla="*/ 5669163 w 7573963"/>
                <a:gd name="connsiteY116" fmla="*/ 6857206 h 6858000"/>
                <a:gd name="connsiteX117" fmla="*/ 5656464 w 7573963"/>
                <a:gd name="connsiteY117" fmla="*/ 6858000 h 6858000"/>
                <a:gd name="connsiteX118" fmla="*/ 5642178 w 7573963"/>
                <a:gd name="connsiteY118" fmla="*/ 6858000 h 6858000"/>
                <a:gd name="connsiteX119" fmla="*/ 3768330 w 7573963"/>
                <a:gd name="connsiteY119" fmla="*/ 6857206 h 6858000"/>
                <a:gd name="connsiteX120" fmla="*/ 2830216 w 7573963"/>
                <a:gd name="connsiteY120" fmla="*/ 6855619 h 6858000"/>
                <a:gd name="connsiteX121" fmla="*/ 1892102 w 7573963"/>
                <a:gd name="connsiteY121" fmla="*/ 6853238 h 6858000"/>
                <a:gd name="connsiteX122" fmla="*/ 1892896 w 7573963"/>
                <a:gd name="connsiteY122" fmla="*/ 6817519 h 6858000"/>
                <a:gd name="connsiteX123" fmla="*/ 1895277 w 7573963"/>
                <a:gd name="connsiteY123" fmla="*/ 6781800 h 6858000"/>
                <a:gd name="connsiteX124" fmla="*/ 1899245 w 7573963"/>
                <a:gd name="connsiteY124" fmla="*/ 6748463 h 6858000"/>
                <a:gd name="connsiteX125" fmla="*/ 1901626 w 7573963"/>
                <a:gd name="connsiteY125" fmla="*/ 6731794 h 6858000"/>
                <a:gd name="connsiteX126" fmla="*/ 1906388 w 7573963"/>
                <a:gd name="connsiteY126" fmla="*/ 6716713 h 6858000"/>
                <a:gd name="connsiteX127" fmla="*/ 1911150 w 7573963"/>
                <a:gd name="connsiteY127" fmla="*/ 6697663 h 6858000"/>
                <a:gd name="connsiteX128" fmla="*/ 1916706 w 7573963"/>
                <a:gd name="connsiteY128" fmla="*/ 6679406 h 6858000"/>
                <a:gd name="connsiteX129" fmla="*/ 1923849 w 7573963"/>
                <a:gd name="connsiteY129" fmla="*/ 6661944 h 6858000"/>
                <a:gd name="connsiteX130" fmla="*/ 1930992 w 7573963"/>
                <a:gd name="connsiteY130" fmla="*/ 6643688 h 6858000"/>
                <a:gd name="connsiteX131" fmla="*/ 1939722 w 7573963"/>
                <a:gd name="connsiteY131" fmla="*/ 6627019 h 6858000"/>
                <a:gd name="connsiteX132" fmla="*/ 1947659 w 7573963"/>
                <a:gd name="connsiteY132" fmla="*/ 6610350 h 6858000"/>
                <a:gd name="connsiteX133" fmla="*/ 1957183 w 7573963"/>
                <a:gd name="connsiteY133" fmla="*/ 6595269 h 6858000"/>
                <a:gd name="connsiteX134" fmla="*/ 1966707 w 7573963"/>
                <a:gd name="connsiteY134" fmla="*/ 6579394 h 6858000"/>
                <a:gd name="connsiteX135" fmla="*/ 1977818 w 7573963"/>
                <a:gd name="connsiteY135" fmla="*/ 6564313 h 6858000"/>
                <a:gd name="connsiteX136" fmla="*/ 1989723 w 7573963"/>
                <a:gd name="connsiteY136" fmla="*/ 6548438 h 6858000"/>
                <a:gd name="connsiteX137" fmla="*/ 2001628 w 7573963"/>
                <a:gd name="connsiteY137" fmla="*/ 6534150 h 6858000"/>
                <a:gd name="connsiteX138" fmla="*/ 2013533 w 7573963"/>
                <a:gd name="connsiteY138" fmla="*/ 6519863 h 6858000"/>
                <a:gd name="connsiteX139" fmla="*/ 2026232 w 7573963"/>
                <a:gd name="connsiteY139" fmla="*/ 6507163 h 6858000"/>
                <a:gd name="connsiteX140" fmla="*/ 2040518 w 7573963"/>
                <a:gd name="connsiteY140" fmla="*/ 6493669 h 6858000"/>
                <a:gd name="connsiteX141" fmla="*/ 2070677 w 7573963"/>
                <a:gd name="connsiteY141" fmla="*/ 6467475 h 6858000"/>
                <a:gd name="connsiteX142" fmla="*/ 2097662 w 7573963"/>
                <a:gd name="connsiteY142" fmla="*/ 6447631 h 6858000"/>
                <a:gd name="connsiteX143" fmla="*/ 2127821 w 7573963"/>
                <a:gd name="connsiteY143" fmla="*/ 6428581 h 6858000"/>
                <a:gd name="connsiteX144" fmla="*/ 2156393 w 7573963"/>
                <a:gd name="connsiteY144" fmla="*/ 6412706 h 6858000"/>
                <a:gd name="connsiteX145" fmla="*/ 2187346 w 7573963"/>
                <a:gd name="connsiteY145" fmla="*/ 6398419 h 6858000"/>
                <a:gd name="connsiteX146" fmla="*/ 2202426 w 7573963"/>
                <a:gd name="connsiteY146" fmla="*/ 6392863 h 6858000"/>
                <a:gd name="connsiteX147" fmla="*/ 2218299 w 7573963"/>
                <a:gd name="connsiteY147" fmla="*/ 6388100 h 6858000"/>
                <a:gd name="connsiteX148" fmla="*/ 2234966 w 7573963"/>
                <a:gd name="connsiteY148" fmla="*/ 6383338 h 6858000"/>
                <a:gd name="connsiteX149" fmla="*/ 2251633 w 7573963"/>
                <a:gd name="connsiteY149" fmla="*/ 6379369 h 6858000"/>
                <a:gd name="connsiteX150" fmla="*/ 2268300 w 7573963"/>
                <a:gd name="connsiteY150" fmla="*/ 6376988 h 6858000"/>
                <a:gd name="connsiteX151" fmla="*/ 2284967 w 7573963"/>
                <a:gd name="connsiteY151" fmla="*/ 6374606 h 6858000"/>
                <a:gd name="connsiteX152" fmla="*/ 2301634 w 7573963"/>
                <a:gd name="connsiteY152" fmla="*/ 6373813 h 6858000"/>
                <a:gd name="connsiteX153" fmla="*/ 2319095 w 7573963"/>
                <a:gd name="connsiteY153" fmla="*/ 6373813 h 6858000"/>
                <a:gd name="connsiteX154" fmla="*/ 2902440 w 7573963"/>
                <a:gd name="connsiteY154" fmla="*/ 6372225 h 6858000"/>
                <a:gd name="connsiteX155" fmla="*/ 3485785 w 7573963"/>
                <a:gd name="connsiteY155" fmla="*/ 6372225 h 6858000"/>
                <a:gd name="connsiteX156" fmla="*/ 3532611 w 7573963"/>
                <a:gd name="connsiteY156" fmla="*/ 6372225 h 6858000"/>
                <a:gd name="connsiteX157" fmla="*/ 3532611 w 7573963"/>
                <a:gd name="connsiteY157" fmla="*/ 5686425 h 6858000"/>
                <a:gd name="connsiteX158" fmla="*/ 3496896 w 7573963"/>
                <a:gd name="connsiteY158" fmla="*/ 5686425 h 6858000"/>
                <a:gd name="connsiteX159" fmla="*/ 911924 w 7573963"/>
                <a:gd name="connsiteY159" fmla="*/ 5686425 h 6858000"/>
                <a:gd name="connsiteX160" fmla="*/ 911924 w 7573963"/>
                <a:gd name="connsiteY160" fmla="*/ 5200650 h 6858000"/>
                <a:gd name="connsiteX161" fmla="*/ 7038238 w 7573963"/>
                <a:gd name="connsiteY161" fmla="*/ 5200650 h 6858000"/>
                <a:gd name="connsiteX162" fmla="*/ 7085858 w 7573963"/>
                <a:gd name="connsiteY162" fmla="*/ 5200650 h 6858000"/>
                <a:gd name="connsiteX163" fmla="*/ 7085858 w 7573963"/>
                <a:gd name="connsiteY163" fmla="*/ 484981 h 6858000"/>
                <a:gd name="connsiteX164" fmla="*/ 6954109 w 7573963"/>
                <a:gd name="connsiteY164" fmla="*/ 484981 h 6858000"/>
                <a:gd name="connsiteX165" fmla="*/ 6820773 w 7573963"/>
                <a:gd name="connsiteY165" fmla="*/ 483394 h 6858000"/>
                <a:gd name="connsiteX166" fmla="*/ 6449337 w 7573963"/>
                <a:gd name="connsiteY166" fmla="*/ 483394 h 6858000"/>
                <a:gd name="connsiteX167" fmla="*/ 6414416 w 7573963"/>
                <a:gd name="connsiteY167" fmla="*/ 484981 h 6858000"/>
                <a:gd name="connsiteX168" fmla="*/ 6378700 w 7573963"/>
                <a:gd name="connsiteY168" fmla="*/ 484981 h 6858000"/>
                <a:gd name="connsiteX169" fmla="*/ 6378700 w 7573963"/>
                <a:gd name="connsiteY169" fmla="*/ 483394 h 6858000"/>
                <a:gd name="connsiteX170" fmla="*/ 6373938 w 7573963"/>
                <a:gd name="connsiteY170" fmla="*/ 483394 h 6858000"/>
                <a:gd name="connsiteX171" fmla="*/ 6031074 w 7573963"/>
                <a:gd name="connsiteY171" fmla="*/ 484981 h 6858000"/>
                <a:gd name="connsiteX172" fmla="*/ 6031074 w 7573963"/>
                <a:gd name="connsiteY172" fmla="*/ 483394 h 6858000"/>
                <a:gd name="connsiteX173" fmla="*/ 6026312 w 7573963"/>
                <a:gd name="connsiteY173" fmla="*/ 483394 h 6858000"/>
                <a:gd name="connsiteX174" fmla="*/ 5399316 w 7573963"/>
                <a:gd name="connsiteY174" fmla="*/ 484981 h 6858000"/>
                <a:gd name="connsiteX175" fmla="*/ 5399316 w 7573963"/>
                <a:gd name="connsiteY175" fmla="*/ 483394 h 6858000"/>
                <a:gd name="connsiteX176" fmla="*/ 5394554 w 7573963"/>
                <a:gd name="connsiteY176" fmla="*/ 483394 h 6858000"/>
                <a:gd name="connsiteX177" fmla="*/ 4611205 w 7573963"/>
                <a:gd name="connsiteY177" fmla="*/ 484981 h 6858000"/>
                <a:gd name="connsiteX178" fmla="*/ 4611205 w 7573963"/>
                <a:gd name="connsiteY178" fmla="*/ 483394 h 6858000"/>
                <a:gd name="connsiteX179" fmla="*/ 4607236 w 7573963"/>
                <a:gd name="connsiteY179" fmla="*/ 483394 h 6858000"/>
                <a:gd name="connsiteX180" fmla="*/ 4592950 w 7573963"/>
                <a:gd name="connsiteY180" fmla="*/ 484981 h 6858000"/>
                <a:gd name="connsiteX181" fmla="*/ 4580252 w 7573963"/>
                <a:gd name="connsiteY181" fmla="*/ 484981 h 6858000"/>
                <a:gd name="connsiteX182" fmla="*/ 3790553 w 7573963"/>
                <a:gd name="connsiteY182" fmla="*/ 484981 h 6858000"/>
                <a:gd name="connsiteX183" fmla="*/ 3000061 w 7573963"/>
                <a:gd name="connsiteY183" fmla="*/ 483394 h 6858000"/>
                <a:gd name="connsiteX184" fmla="*/ 2147663 w 7573963"/>
                <a:gd name="connsiteY184" fmla="*/ 483394 h 6858000"/>
                <a:gd name="connsiteX185" fmla="*/ 1923849 w 7573963"/>
                <a:gd name="connsiteY185" fmla="*/ 484981 h 6858000"/>
                <a:gd name="connsiteX186" fmla="*/ 1699241 w 7573963"/>
                <a:gd name="connsiteY186" fmla="*/ 484981 h 6858000"/>
                <a:gd name="connsiteX187" fmla="*/ 1699241 w 7573963"/>
                <a:gd name="connsiteY187" fmla="*/ 483394 h 6858000"/>
                <a:gd name="connsiteX188" fmla="*/ 1694479 w 7573963"/>
                <a:gd name="connsiteY188" fmla="*/ 483394 h 6858000"/>
                <a:gd name="connsiteX189" fmla="*/ 939702 w 7573963"/>
                <a:gd name="connsiteY189" fmla="*/ 484981 h 6858000"/>
                <a:gd name="connsiteX190" fmla="*/ 938114 w 7573963"/>
                <a:gd name="connsiteY190" fmla="*/ 483394 h 6858000"/>
                <a:gd name="connsiteX191" fmla="*/ 934940 w 7573963"/>
                <a:gd name="connsiteY191" fmla="*/ 483394 h 6858000"/>
                <a:gd name="connsiteX192" fmla="*/ 485725 w 7573963"/>
                <a:gd name="connsiteY192" fmla="*/ 483394 h 6858000"/>
                <a:gd name="connsiteX193" fmla="*/ 484931 w 7573963"/>
                <a:gd name="connsiteY193" fmla="*/ 2247106 h 6858000"/>
                <a:gd name="connsiteX194" fmla="*/ 482550 w 7573963"/>
                <a:gd name="connsiteY194" fmla="*/ 4283075 h 6858000"/>
                <a:gd name="connsiteX195" fmla="*/ 482550 w 7573963"/>
                <a:gd name="connsiteY195" fmla="*/ 4764881 h 6858000"/>
                <a:gd name="connsiteX196" fmla="*/ 0 w 7573963"/>
                <a:gd name="connsiteY196" fmla="*/ 4764881 h 6858000"/>
                <a:gd name="connsiteX197" fmla="*/ 1587 w 7573963"/>
                <a:gd name="connsiteY197" fmla="*/ 570706 h 6858000"/>
                <a:gd name="connsiteX198" fmla="*/ 1587 w 7573963"/>
                <a:gd name="connsiteY198" fmla="*/ 533400 h 6858000"/>
                <a:gd name="connsiteX199" fmla="*/ 3969 w 7573963"/>
                <a:gd name="connsiteY199" fmla="*/ 495300 h 6858000"/>
                <a:gd name="connsiteX200" fmla="*/ 9524 w 7573963"/>
                <a:gd name="connsiteY200" fmla="*/ 421481 h 6858000"/>
                <a:gd name="connsiteX201" fmla="*/ 13493 w 7573963"/>
                <a:gd name="connsiteY201" fmla="*/ 394494 h 6858000"/>
                <a:gd name="connsiteX202" fmla="*/ 18254 w 7573963"/>
                <a:gd name="connsiteY202" fmla="*/ 368300 h 6858000"/>
                <a:gd name="connsiteX203" fmla="*/ 23016 w 7573963"/>
                <a:gd name="connsiteY203" fmla="*/ 342106 h 6858000"/>
                <a:gd name="connsiteX204" fmla="*/ 30159 w 7573963"/>
                <a:gd name="connsiteY204" fmla="*/ 316707 h 6858000"/>
                <a:gd name="connsiteX205" fmla="*/ 38097 w 7573963"/>
                <a:gd name="connsiteY205" fmla="*/ 292100 h 6858000"/>
                <a:gd name="connsiteX206" fmla="*/ 47620 w 7573963"/>
                <a:gd name="connsiteY206" fmla="*/ 269081 h 6858000"/>
                <a:gd name="connsiteX207" fmla="*/ 59526 w 7573963"/>
                <a:gd name="connsiteY207" fmla="*/ 246856 h 6858000"/>
                <a:gd name="connsiteX208" fmla="*/ 71430 w 7573963"/>
                <a:gd name="connsiteY208" fmla="*/ 223838 h 6858000"/>
                <a:gd name="connsiteX209" fmla="*/ 84922 w 7573963"/>
                <a:gd name="connsiteY209" fmla="*/ 203994 h 6858000"/>
                <a:gd name="connsiteX210" fmla="*/ 100002 w 7573963"/>
                <a:gd name="connsiteY210" fmla="*/ 183356 h 6858000"/>
                <a:gd name="connsiteX211" fmla="*/ 116669 w 7573963"/>
                <a:gd name="connsiteY211" fmla="*/ 163513 h 6858000"/>
                <a:gd name="connsiteX212" fmla="*/ 134924 w 7573963"/>
                <a:gd name="connsiteY212" fmla="*/ 145256 h 6858000"/>
                <a:gd name="connsiteX213" fmla="*/ 153972 w 7573963"/>
                <a:gd name="connsiteY213" fmla="*/ 127794 h 6858000"/>
                <a:gd name="connsiteX214" fmla="*/ 173813 w 7573963"/>
                <a:gd name="connsiteY214" fmla="*/ 111919 h 6858000"/>
                <a:gd name="connsiteX215" fmla="*/ 195242 w 7573963"/>
                <a:gd name="connsiteY215" fmla="*/ 96838 h 6858000"/>
                <a:gd name="connsiteX216" fmla="*/ 219053 w 7573963"/>
                <a:gd name="connsiteY216" fmla="*/ 80963 h 6858000"/>
                <a:gd name="connsiteX217" fmla="*/ 242862 w 7573963"/>
                <a:gd name="connsiteY217" fmla="*/ 69056 h 6858000"/>
                <a:gd name="connsiteX218" fmla="*/ 266672 w 7573963"/>
                <a:gd name="connsiteY218" fmla="*/ 57150 h 6858000"/>
                <a:gd name="connsiteX219" fmla="*/ 292070 w 7573963"/>
                <a:gd name="connsiteY219" fmla="*/ 47625 h 6858000"/>
                <a:gd name="connsiteX220" fmla="*/ 318261 w 7573963"/>
                <a:gd name="connsiteY220" fmla="*/ 38100 h 6858000"/>
                <a:gd name="connsiteX221" fmla="*/ 370643 w 7573963"/>
                <a:gd name="connsiteY221" fmla="*/ 20638 h 6858000"/>
                <a:gd name="connsiteX222" fmla="*/ 421438 w 7573963"/>
                <a:gd name="connsiteY222" fmla="*/ 15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7573963" h="6858000">
                  <a:moveTo>
                    <a:pt x="2374900" y="965200"/>
                  </a:moveTo>
                  <a:lnTo>
                    <a:pt x="2844800" y="965200"/>
                  </a:lnTo>
                  <a:lnTo>
                    <a:pt x="2844800" y="1208088"/>
                  </a:lnTo>
                  <a:lnTo>
                    <a:pt x="2374900" y="1208088"/>
                  </a:lnTo>
                  <a:close/>
                  <a:moveTo>
                    <a:pt x="1411774" y="960438"/>
                  </a:moveTo>
                  <a:lnTo>
                    <a:pt x="1654500" y="960438"/>
                  </a:lnTo>
                  <a:lnTo>
                    <a:pt x="2139950" y="960438"/>
                  </a:lnTo>
                  <a:lnTo>
                    <a:pt x="2139950" y="1206619"/>
                  </a:lnTo>
                  <a:lnTo>
                    <a:pt x="1199985" y="1206619"/>
                  </a:lnTo>
                  <a:lnTo>
                    <a:pt x="1199985" y="1282061"/>
                  </a:lnTo>
                  <a:lnTo>
                    <a:pt x="1199985" y="2616201"/>
                  </a:lnTo>
                  <a:lnTo>
                    <a:pt x="952500" y="2616201"/>
                  </a:lnTo>
                  <a:lnTo>
                    <a:pt x="952500" y="2575701"/>
                  </a:lnTo>
                  <a:lnTo>
                    <a:pt x="954087" y="1882424"/>
                  </a:lnTo>
                  <a:lnTo>
                    <a:pt x="952500" y="1187560"/>
                  </a:lnTo>
                  <a:lnTo>
                    <a:pt x="954087" y="1166118"/>
                  </a:lnTo>
                  <a:lnTo>
                    <a:pt x="957259" y="1146265"/>
                  </a:lnTo>
                  <a:lnTo>
                    <a:pt x="963605" y="1125617"/>
                  </a:lnTo>
                  <a:lnTo>
                    <a:pt x="970744" y="1105764"/>
                  </a:lnTo>
                  <a:lnTo>
                    <a:pt x="980263" y="1085117"/>
                  </a:lnTo>
                  <a:lnTo>
                    <a:pt x="992161" y="1067646"/>
                  </a:lnTo>
                  <a:lnTo>
                    <a:pt x="1004853" y="1049381"/>
                  </a:lnTo>
                  <a:lnTo>
                    <a:pt x="1019131" y="1032704"/>
                  </a:lnTo>
                  <a:lnTo>
                    <a:pt x="1034995" y="1017616"/>
                  </a:lnTo>
                  <a:lnTo>
                    <a:pt x="1051653" y="1004115"/>
                  </a:lnTo>
                  <a:lnTo>
                    <a:pt x="1069103" y="992203"/>
                  </a:lnTo>
                  <a:lnTo>
                    <a:pt x="1088141" y="981880"/>
                  </a:lnTo>
                  <a:lnTo>
                    <a:pt x="1108764" y="973144"/>
                  </a:lnTo>
                  <a:lnTo>
                    <a:pt x="1128595" y="967585"/>
                  </a:lnTo>
                  <a:lnTo>
                    <a:pt x="1150012" y="963615"/>
                  </a:lnTo>
                  <a:lnTo>
                    <a:pt x="1171429" y="962821"/>
                  </a:lnTo>
                  <a:close/>
                  <a:moveTo>
                    <a:pt x="426199" y="0"/>
                  </a:moveTo>
                  <a:lnTo>
                    <a:pt x="637315" y="0"/>
                  </a:lnTo>
                  <a:lnTo>
                    <a:pt x="7356498" y="0"/>
                  </a:lnTo>
                  <a:lnTo>
                    <a:pt x="7356498" y="1588"/>
                  </a:lnTo>
                  <a:lnTo>
                    <a:pt x="7573963" y="1588"/>
                  </a:lnTo>
                  <a:lnTo>
                    <a:pt x="7573963" y="1595438"/>
                  </a:lnTo>
                  <a:lnTo>
                    <a:pt x="7573170" y="2393157"/>
                  </a:lnTo>
                  <a:lnTo>
                    <a:pt x="7570788" y="3193256"/>
                  </a:lnTo>
                  <a:lnTo>
                    <a:pt x="7568408" y="3209926"/>
                  </a:lnTo>
                  <a:lnTo>
                    <a:pt x="7566026" y="3224213"/>
                  </a:lnTo>
                  <a:lnTo>
                    <a:pt x="7566026" y="3250406"/>
                  </a:lnTo>
                  <a:lnTo>
                    <a:pt x="7564439" y="5226844"/>
                  </a:lnTo>
                  <a:lnTo>
                    <a:pt x="7564439" y="5245894"/>
                  </a:lnTo>
                  <a:lnTo>
                    <a:pt x="7562058" y="5264944"/>
                  </a:lnTo>
                  <a:lnTo>
                    <a:pt x="7556502" y="5303044"/>
                  </a:lnTo>
                  <a:lnTo>
                    <a:pt x="7552534" y="5323681"/>
                  </a:lnTo>
                  <a:lnTo>
                    <a:pt x="7547772" y="5342731"/>
                  </a:lnTo>
                  <a:lnTo>
                    <a:pt x="7543010" y="5361781"/>
                  </a:lnTo>
                  <a:lnTo>
                    <a:pt x="7535867" y="5380831"/>
                  </a:lnTo>
                  <a:lnTo>
                    <a:pt x="7528724" y="5399881"/>
                  </a:lnTo>
                  <a:lnTo>
                    <a:pt x="7520788" y="5417344"/>
                  </a:lnTo>
                  <a:lnTo>
                    <a:pt x="7512057" y="5435600"/>
                  </a:lnTo>
                  <a:lnTo>
                    <a:pt x="7502533" y="5452269"/>
                  </a:lnTo>
                  <a:lnTo>
                    <a:pt x="7492216" y="5469731"/>
                  </a:lnTo>
                  <a:lnTo>
                    <a:pt x="7480310" y="5486400"/>
                  </a:lnTo>
                  <a:lnTo>
                    <a:pt x="7468406" y="5502275"/>
                  </a:lnTo>
                  <a:lnTo>
                    <a:pt x="7454913" y="5517356"/>
                  </a:lnTo>
                  <a:lnTo>
                    <a:pt x="7442214" y="5533231"/>
                  </a:lnTo>
                  <a:lnTo>
                    <a:pt x="7427928" y="5547519"/>
                  </a:lnTo>
                  <a:lnTo>
                    <a:pt x="7412055" y="5561806"/>
                  </a:lnTo>
                  <a:lnTo>
                    <a:pt x="7396976" y="5574506"/>
                  </a:lnTo>
                  <a:lnTo>
                    <a:pt x="7381102" y="5586413"/>
                  </a:lnTo>
                  <a:lnTo>
                    <a:pt x="7364435" y="5598319"/>
                  </a:lnTo>
                  <a:lnTo>
                    <a:pt x="7347768" y="5610225"/>
                  </a:lnTo>
                  <a:lnTo>
                    <a:pt x="7330308" y="5621338"/>
                  </a:lnTo>
                  <a:lnTo>
                    <a:pt x="7312053" y="5630863"/>
                  </a:lnTo>
                  <a:lnTo>
                    <a:pt x="7293005" y="5640388"/>
                  </a:lnTo>
                  <a:lnTo>
                    <a:pt x="7273957" y="5648325"/>
                  </a:lnTo>
                  <a:lnTo>
                    <a:pt x="7254909" y="5657056"/>
                  </a:lnTo>
                  <a:lnTo>
                    <a:pt x="7235861" y="5662613"/>
                  </a:lnTo>
                  <a:lnTo>
                    <a:pt x="7216019" y="5668963"/>
                  </a:lnTo>
                  <a:lnTo>
                    <a:pt x="7196971" y="5674519"/>
                  </a:lnTo>
                  <a:lnTo>
                    <a:pt x="7175542" y="5678488"/>
                  </a:lnTo>
                  <a:lnTo>
                    <a:pt x="7154907" y="5681663"/>
                  </a:lnTo>
                  <a:lnTo>
                    <a:pt x="7135065" y="5684044"/>
                  </a:lnTo>
                  <a:lnTo>
                    <a:pt x="7113636" y="5685631"/>
                  </a:lnTo>
                  <a:lnTo>
                    <a:pt x="7093001" y="5686425"/>
                  </a:lnTo>
                  <a:lnTo>
                    <a:pt x="4076273" y="5686425"/>
                  </a:lnTo>
                  <a:lnTo>
                    <a:pt x="4023891" y="5686425"/>
                  </a:lnTo>
                  <a:lnTo>
                    <a:pt x="4023891" y="6372225"/>
                  </a:lnTo>
                  <a:lnTo>
                    <a:pt x="4077861" y="6372225"/>
                  </a:lnTo>
                  <a:lnTo>
                    <a:pt x="4647713" y="6373813"/>
                  </a:lnTo>
                  <a:lnTo>
                    <a:pt x="4932640" y="6373813"/>
                  </a:lnTo>
                  <a:lnTo>
                    <a:pt x="5216773" y="6372225"/>
                  </a:lnTo>
                  <a:lnTo>
                    <a:pt x="5240583" y="6372225"/>
                  </a:lnTo>
                  <a:lnTo>
                    <a:pt x="5263599" y="6373813"/>
                  </a:lnTo>
                  <a:lnTo>
                    <a:pt x="5285822" y="6376988"/>
                  </a:lnTo>
                  <a:lnTo>
                    <a:pt x="5307251" y="6380956"/>
                  </a:lnTo>
                  <a:lnTo>
                    <a:pt x="5328680" y="6385719"/>
                  </a:lnTo>
                  <a:lnTo>
                    <a:pt x="5349315" y="6391275"/>
                  </a:lnTo>
                  <a:lnTo>
                    <a:pt x="5369157" y="6398419"/>
                  </a:lnTo>
                  <a:lnTo>
                    <a:pt x="5388205" y="6407150"/>
                  </a:lnTo>
                  <a:lnTo>
                    <a:pt x="5408840" y="6416675"/>
                  </a:lnTo>
                  <a:lnTo>
                    <a:pt x="5426301" y="6426200"/>
                  </a:lnTo>
                  <a:lnTo>
                    <a:pt x="5445349" y="6438106"/>
                  </a:lnTo>
                  <a:lnTo>
                    <a:pt x="5462016" y="6450013"/>
                  </a:lnTo>
                  <a:lnTo>
                    <a:pt x="5480270" y="6461919"/>
                  </a:lnTo>
                  <a:lnTo>
                    <a:pt x="5496937" y="6476206"/>
                  </a:lnTo>
                  <a:lnTo>
                    <a:pt x="5513604" y="6490494"/>
                  </a:lnTo>
                  <a:lnTo>
                    <a:pt x="5528684" y="6505575"/>
                  </a:lnTo>
                  <a:lnTo>
                    <a:pt x="5545351" y="6523831"/>
                  </a:lnTo>
                  <a:lnTo>
                    <a:pt x="5562018" y="6542881"/>
                  </a:lnTo>
                  <a:lnTo>
                    <a:pt x="5577891" y="6561931"/>
                  </a:lnTo>
                  <a:lnTo>
                    <a:pt x="5590590" y="6580981"/>
                  </a:lnTo>
                  <a:lnTo>
                    <a:pt x="5604082" y="6600825"/>
                  </a:lnTo>
                  <a:lnTo>
                    <a:pt x="5615987" y="6622256"/>
                  </a:lnTo>
                  <a:lnTo>
                    <a:pt x="5626305" y="6642894"/>
                  </a:lnTo>
                  <a:lnTo>
                    <a:pt x="5635829" y="6665119"/>
                  </a:lnTo>
                  <a:lnTo>
                    <a:pt x="5644559" y="6686550"/>
                  </a:lnTo>
                  <a:lnTo>
                    <a:pt x="5651702" y="6710363"/>
                  </a:lnTo>
                  <a:lnTo>
                    <a:pt x="5657258" y="6733381"/>
                  </a:lnTo>
                  <a:lnTo>
                    <a:pt x="5663607" y="6757194"/>
                  </a:lnTo>
                  <a:lnTo>
                    <a:pt x="5666782" y="6781006"/>
                  </a:lnTo>
                  <a:lnTo>
                    <a:pt x="5668369" y="6805613"/>
                  </a:lnTo>
                  <a:lnTo>
                    <a:pt x="5669163" y="6831013"/>
                  </a:lnTo>
                  <a:lnTo>
                    <a:pt x="5669163" y="6857206"/>
                  </a:lnTo>
                  <a:lnTo>
                    <a:pt x="5656464" y="6858000"/>
                  </a:lnTo>
                  <a:lnTo>
                    <a:pt x="5642178" y="6858000"/>
                  </a:lnTo>
                  <a:lnTo>
                    <a:pt x="3768330" y="6857206"/>
                  </a:lnTo>
                  <a:lnTo>
                    <a:pt x="2830216" y="6855619"/>
                  </a:lnTo>
                  <a:lnTo>
                    <a:pt x="1892102" y="6853238"/>
                  </a:lnTo>
                  <a:lnTo>
                    <a:pt x="1892896" y="6817519"/>
                  </a:lnTo>
                  <a:lnTo>
                    <a:pt x="1895277" y="6781800"/>
                  </a:lnTo>
                  <a:lnTo>
                    <a:pt x="1899245" y="6748463"/>
                  </a:lnTo>
                  <a:lnTo>
                    <a:pt x="1901626" y="6731794"/>
                  </a:lnTo>
                  <a:lnTo>
                    <a:pt x="1906388" y="6716713"/>
                  </a:lnTo>
                  <a:lnTo>
                    <a:pt x="1911150" y="6697663"/>
                  </a:lnTo>
                  <a:lnTo>
                    <a:pt x="1916706" y="6679406"/>
                  </a:lnTo>
                  <a:lnTo>
                    <a:pt x="1923849" y="6661944"/>
                  </a:lnTo>
                  <a:lnTo>
                    <a:pt x="1930992" y="6643688"/>
                  </a:lnTo>
                  <a:lnTo>
                    <a:pt x="1939722" y="6627019"/>
                  </a:lnTo>
                  <a:lnTo>
                    <a:pt x="1947659" y="6610350"/>
                  </a:lnTo>
                  <a:lnTo>
                    <a:pt x="1957183" y="6595269"/>
                  </a:lnTo>
                  <a:lnTo>
                    <a:pt x="1966707" y="6579394"/>
                  </a:lnTo>
                  <a:lnTo>
                    <a:pt x="1977818" y="6564313"/>
                  </a:lnTo>
                  <a:lnTo>
                    <a:pt x="1989723" y="6548438"/>
                  </a:lnTo>
                  <a:lnTo>
                    <a:pt x="2001628" y="6534150"/>
                  </a:lnTo>
                  <a:lnTo>
                    <a:pt x="2013533" y="6519863"/>
                  </a:lnTo>
                  <a:lnTo>
                    <a:pt x="2026232" y="6507163"/>
                  </a:lnTo>
                  <a:lnTo>
                    <a:pt x="2040518" y="6493669"/>
                  </a:lnTo>
                  <a:lnTo>
                    <a:pt x="2070677" y="6467475"/>
                  </a:lnTo>
                  <a:lnTo>
                    <a:pt x="2097662" y="6447631"/>
                  </a:lnTo>
                  <a:lnTo>
                    <a:pt x="2127821" y="6428581"/>
                  </a:lnTo>
                  <a:lnTo>
                    <a:pt x="2156393" y="6412706"/>
                  </a:lnTo>
                  <a:lnTo>
                    <a:pt x="2187346" y="6398419"/>
                  </a:lnTo>
                  <a:lnTo>
                    <a:pt x="2202426" y="6392863"/>
                  </a:lnTo>
                  <a:lnTo>
                    <a:pt x="2218299" y="6388100"/>
                  </a:lnTo>
                  <a:lnTo>
                    <a:pt x="2234966" y="6383338"/>
                  </a:lnTo>
                  <a:lnTo>
                    <a:pt x="2251633" y="6379369"/>
                  </a:lnTo>
                  <a:lnTo>
                    <a:pt x="2268300" y="6376988"/>
                  </a:lnTo>
                  <a:lnTo>
                    <a:pt x="2284967" y="6374606"/>
                  </a:lnTo>
                  <a:lnTo>
                    <a:pt x="2301634" y="6373813"/>
                  </a:lnTo>
                  <a:lnTo>
                    <a:pt x="2319095" y="6373813"/>
                  </a:lnTo>
                  <a:lnTo>
                    <a:pt x="2902440" y="6372225"/>
                  </a:lnTo>
                  <a:lnTo>
                    <a:pt x="3485785" y="6372225"/>
                  </a:lnTo>
                  <a:lnTo>
                    <a:pt x="3532611" y="6372225"/>
                  </a:lnTo>
                  <a:lnTo>
                    <a:pt x="3532611" y="5686425"/>
                  </a:lnTo>
                  <a:lnTo>
                    <a:pt x="3496896" y="5686425"/>
                  </a:lnTo>
                  <a:lnTo>
                    <a:pt x="911924" y="5686425"/>
                  </a:lnTo>
                  <a:lnTo>
                    <a:pt x="911924" y="5200650"/>
                  </a:lnTo>
                  <a:lnTo>
                    <a:pt x="7038238" y="5200650"/>
                  </a:lnTo>
                  <a:lnTo>
                    <a:pt x="7085858" y="5200650"/>
                  </a:lnTo>
                  <a:lnTo>
                    <a:pt x="7085858" y="484981"/>
                  </a:lnTo>
                  <a:lnTo>
                    <a:pt x="6954109" y="484981"/>
                  </a:lnTo>
                  <a:lnTo>
                    <a:pt x="6820773" y="483394"/>
                  </a:lnTo>
                  <a:lnTo>
                    <a:pt x="6449337" y="483394"/>
                  </a:lnTo>
                  <a:lnTo>
                    <a:pt x="6414416" y="484981"/>
                  </a:lnTo>
                  <a:lnTo>
                    <a:pt x="6378700" y="484981"/>
                  </a:lnTo>
                  <a:lnTo>
                    <a:pt x="6378700" y="483394"/>
                  </a:lnTo>
                  <a:lnTo>
                    <a:pt x="6373938" y="483394"/>
                  </a:lnTo>
                  <a:lnTo>
                    <a:pt x="6031074" y="484981"/>
                  </a:lnTo>
                  <a:lnTo>
                    <a:pt x="6031074" y="483394"/>
                  </a:lnTo>
                  <a:lnTo>
                    <a:pt x="6026312" y="483394"/>
                  </a:lnTo>
                  <a:lnTo>
                    <a:pt x="5399316" y="484981"/>
                  </a:lnTo>
                  <a:lnTo>
                    <a:pt x="5399316" y="483394"/>
                  </a:lnTo>
                  <a:lnTo>
                    <a:pt x="5394554" y="483394"/>
                  </a:lnTo>
                  <a:lnTo>
                    <a:pt x="4611205" y="484981"/>
                  </a:lnTo>
                  <a:lnTo>
                    <a:pt x="4611205" y="483394"/>
                  </a:lnTo>
                  <a:lnTo>
                    <a:pt x="4607236" y="483394"/>
                  </a:lnTo>
                  <a:lnTo>
                    <a:pt x="4592950" y="484981"/>
                  </a:lnTo>
                  <a:lnTo>
                    <a:pt x="4580252" y="484981"/>
                  </a:lnTo>
                  <a:lnTo>
                    <a:pt x="3790553" y="484981"/>
                  </a:lnTo>
                  <a:lnTo>
                    <a:pt x="3000061" y="483394"/>
                  </a:lnTo>
                  <a:lnTo>
                    <a:pt x="2147663" y="483394"/>
                  </a:lnTo>
                  <a:lnTo>
                    <a:pt x="1923849" y="484981"/>
                  </a:lnTo>
                  <a:lnTo>
                    <a:pt x="1699241" y="484981"/>
                  </a:lnTo>
                  <a:lnTo>
                    <a:pt x="1699241" y="483394"/>
                  </a:lnTo>
                  <a:lnTo>
                    <a:pt x="1694479" y="483394"/>
                  </a:lnTo>
                  <a:lnTo>
                    <a:pt x="939702" y="484981"/>
                  </a:lnTo>
                  <a:lnTo>
                    <a:pt x="938114" y="483394"/>
                  </a:lnTo>
                  <a:lnTo>
                    <a:pt x="934940" y="483394"/>
                  </a:lnTo>
                  <a:lnTo>
                    <a:pt x="485725" y="483394"/>
                  </a:lnTo>
                  <a:lnTo>
                    <a:pt x="484931" y="2247106"/>
                  </a:lnTo>
                  <a:lnTo>
                    <a:pt x="482550" y="4283075"/>
                  </a:lnTo>
                  <a:lnTo>
                    <a:pt x="482550" y="4764881"/>
                  </a:lnTo>
                  <a:lnTo>
                    <a:pt x="0" y="4764881"/>
                  </a:lnTo>
                  <a:lnTo>
                    <a:pt x="1587" y="570706"/>
                  </a:lnTo>
                  <a:lnTo>
                    <a:pt x="1587" y="533400"/>
                  </a:lnTo>
                  <a:lnTo>
                    <a:pt x="3969" y="495300"/>
                  </a:lnTo>
                  <a:lnTo>
                    <a:pt x="9524" y="421481"/>
                  </a:lnTo>
                  <a:lnTo>
                    <a:pt x="13493" y="394494"/>
                  </a:lnTo>
                  <a:lnTo>
                    <a:pt x="18254" y="368300"/>
                  </a:lnTo>
                  <a:lnTo>
                    <a:pt x="23016" y="342106"/>
                  </a:lnTo>
                  <a:lnTo>
                    <a:pt x="30159" y="316707"/>
                  </a:lnTo>
                  <a:lnTo>
                    <a:pt x="38097" y="292100"/>
                  </a:lnTo>
                  <a:lnTo>
                    <a:pt x="47620" y="269081"/>
                  </a:lnTo>
                  <a:lnTo>
                    <a:pt x="59526" y="246856"/>
                  </a:lnTo>
                  <a:lnTo>
                    <a:pt x="71430" y="223838"/>
                  </a:lnTo>
                  <a:lnTo>
                    <a:pt x="84922" y="203994"/>
                  </a:lnTo>
                  <a:lnTo>
                    <a:pt x="100002" y="183356"/>
                  </a:lnTo>
                  <a:lnTo>
                    <a:pt x="116669" y="163513"/>
                  </a:lnTo>
                  <a:lnTo>
                    <a:pt x="134924" y="145256"/>
                  </a:lnTo>
                  <a:lnTo>
                    <a:pt x="153972" y="127794"/>
                  </a:lnTo>
                  <a:lnTo>
                    <a:pt x="173813" y="111919"/>
                  </a:lnTo>
                  <a:lnTo>
                    <a:pt x="195242" y="96838"/>
                  </a:lnTo>
                  <a:lnTo>
                    <a:pt x="219053" y="80963"/>
                  </a:lnTo>
                  <a:lnTo>
                    <a:pt x="242862" y="69056"/>
                  </a:lnTo>
                  <a:lnTo>
                    <a:pt x="266672" y="57150"/>
                  </a:lnTo>
                  <a:lnTo>
                    <a:pt x="292070" y="47625"/>
                  </a:lnTo>
                  <a:lnTo>
                    <a:pt x="318261" y="38100"/>
                  </a:lnTo>
                  <a:lnTo>
                    <a:pt x="370643" y="20638"/>
                  </a:lnTo>
                  <a:lnTo>
                    <a:pt x="421438" y="158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nvGrpSpPr>
          <p:cNvPr id="101" name="Group 100">
            <a:extLst>
              <a:ext uri="{FF2B5EF4-FFF2-40B4-BE49-F238E27FC236}">
                <a16:creationId xmlns:a16="http://schemas.microsoft.com/office/drawing/2014/main" id="{0F87FD4B-2C05-E5EA-FA20-3CD3C251098D}"/>
              </a:ext>
              <a:ext uri="{C183D7F6-B498-43B3-948B-1728B52AA6E4}">
                <adec:decorative xmlns:adec="http://schemas.microsoft.com/office/drawing/2017/decorative" val="1"/>
              </a:ext>
            </a:extLst>
          </p:cNvPr>
          <p:cNvGrpSpPr>
            <a:grpSpLocks noChangeAspect="1"/>
          </p:cNvGrpSpPr>
          <p:nvPr/>
        </p:nvGrpSpPr>
        <p:grpSpPr>
          <a:xfrm>
            <a:off x="4315740" y="2223703"/>
            <a:ext cx="503096" cy="457200"/>
            <a:chOff x="4315740" y="2223703"/>
            <a:chExt cx="503096" cy="457200"/>
          </a:xfrm>
          <a:solidFill>
            <a:srgbClr val="FF0000"/>
          </a:solidFill>
        </p:grpSpPr>
        <p:sp>
          <p:nvSpPr>
            <p:cNvPr id="1070" name="Freeform: Shape 1069">
              <a:extLst>
                <a:ext uri="{FF2B5EF4-FFF2-40B4-BE49-F238E27FC236}">
                  <a16:creationId xmlns:a16="http://schemas.microsoft.com/office/drawing/2014/main" id="{BDAE3D3E-67AA-8A9B-75FB-D2D53A9C0C4E}"/>
                </a:ext>
                <a:ext uri="{C183D7F6-B498-43B3-948B-1728B52AA6E4}">
                  <adec:decorative xmlns:adec="http://schemas.microsoft.com/office/drawing/2017/decorative" val="1"/>
                </a:ext>
              </a:extLst>
            </p:cNvPr>
            <p:cNvSpPr/>
            <p:nvPr/>
          </p:nvSpPr>
          <p:spPr>
            <a:xfrm>
              <a:off x="4322040" y="2314251"/>
              <a:ext cx="405782" cy="366652"/>
            </a:xfrm>
            <a:custGeom>
              <a:avLst/>
              <a:gdLst>
                <a:gd name="connsiteX0" fmla="*/ 5681627 w 6086740"/>
                <a:gd name="connsiteY0" fmla="*/ 2155674 h 5499784"/>
                <a:gd name="connsiteX1" fmla="*/ 6084612 w 6086740"/>
                <a:gd name="connsiteY1" fmla="*/ 2155674 h 5499784"/>
                <a:gd name="connsiteX2" fmla="*/ 6085038 w 6086740"/>
                <a:gd name="connsiteY2" fmla="*/ 2200441 h 5499784"/>
                <a:gd name="connsiteX3" fmla="*/ 6016343 w 6086740"/>
                <a:gd name="connsiteY3" fmla="*/ 2366064 h 5499784"/>
                <a:gd name="connsiteX4" fmla="*/ 5979998 w 6086740"/>
                <a:gd name="connsiteY4" fmla="*/ 2612763 h 5499784"/>
                <a:gd name="connsiteX5" fmla="*/ 5939110 w 6086740"/>
                <a:gd name="connsiteY5" fmla="*/ 2924376 h 5499784"/>
                <a:gd name="connsiteX6" fmla="*/ 5901407 w 6086740"/>
                <a:gd name="connsiteY6" fmla="*/ 3227939 h 5499784"/>
                <a:gd name="connsiteX7" fmla="*/ 5868692 w 6086740"/>
                <a:gd name="connsiteY7" fmla="*/ 3475401 h 5499784"/>
                <a:gd name="connsiteX8" fmla="*/ 5868462 w 6086740"/>
                <a:gd name="connsiteY8" fmla="*/ 3521340 h 5499784"/>
                <a:gd name="connsiteX9" fmla="*/ 6080733 w 6086740"/>
                <a:gd name="connsiteY9" fmla="*/ 3521420 h 5499784"/>
                <a:gd name="connsiteX10" fmla="*/ 6086635 w 6086740"/>
                <a:gd name="connsiteY10" fmla="*/ 4301118 h 5499784"/>
                <a:gd name="connsiteX11" fmla="*/ 5863066 w 6086740"/>
                <a:gd name="connsiteY11" fmla="*/ 4523916 h 5499784"/>
                <a:gd name="connsiteX12" fmla="*/ 4395180 w 6086740"/>
                <a:gd name="connsiteY12" fmla="*/ 4523614 h 5499784"/>
                <a:gd name="connsiteX13" fmla="*/ 3246381 w 6086740"/>
                <a:gd name="connsiteY13" fmla="*/ 4523614 h 5499784"/>
                <a:gd name="connsiteX14" fmla="*/ 3246381 w 6086740"/>
                <a:gd name="connsiteY14" fmla="*/ 5098869 h 5499784"/>
                <a:gd name="connsiteX15" fmla="*/ 3290110 w 6086740"/>
                <a:gd name="connsiteY15" fmla="*/ 5098869 h 5499784"/>
                <a:gd name="connsiteX16" fmla="*/ 4318062 w 6086740"/>
                <a:gd name="connsiteY16" fmla="*/ 5099224 h 5499784"/>
                <a:gd name="connsiteX17" fmla="*/ 4514420 w 6086740"/>
                <a:gd name="connsiteY17" fmla="*/ 5270421 h 5499784"/>
                <a:gd name="connsiteX18" fmla="*/ 4369291 w 6086740"/>
                <a:gd name="connsiteY18" fmla="*/ 5496156 h 5499784"/>
                <a:gd name="connsiteX19" fmla="*/ 2600380 w 6086740"/>
                <a:gd name="connsiteY19" fmla="*/ 5499777 h 5499784"/>
                <a:gd name="connsiteX20" fmla="*/ 1719945 w 6086740"/>
                <a:gd name="connsiteY20" fmla="*/ 5496298 h 5499784"/>
                <a:gd name="connsiteX21" fmla="*/ 1562274 w 6086740"/>
                <a:gd name="connsiteY21" fmla="*/ 5299265 h 5499784"/>
                <a:gd name="connsiteX22" fmla="*/ 1766638 w 6086740"/>
                <a:gd name="connsiteY22" fmla="*/ 5099979 h 5499784"/>
                <a:gd name="connsiteX23" fmla="*/ 2794395 w 6086740"/>
                <a:gd name="connsiteY23" fmla="*/ 5098869 h 5499784"/>
                <a:gd name="connsiteX24" fmla="*/ 2839056 w 6086740"/>
                <a:gd name="connsiteY24" fmla="*/ 5098869 h 5499784"/>
                <a:gd name="connsiteX25" fmla="*/ 2839056 w 6086740"/>
                <a:gd name="connsiteY25" fmla="*/ 4523951 h 5499784"/>
                <a:gd name="connsiteX26" fmla="*/ 775501 w 6086740"/>
                <a:gd name="connsiteY26" fmla="*/ 4520339 h 5499784"/>
                <a:gd name="connsiteX27" fmla="*/ 775501 w 6086740"/>
                <a:gd name="connsiteY27" fmla="*/ 4122343 h 5499784"/>
                <a:gd name="connsiteX28" fmla="*/ 2981150 w 6086740"/>
                <a:gd name="connsiteY28" fmla="*/ 4122662 h 5499784"/>
                <a:gd name="connsiteX29" fmla="*/ 5625801 w 6086740"/>
                <a:gd name="connsiteY29" fmla="*/ 4122680 h 5499784"/>
                <a:gd name="connsiteX30" fmla="*/ 5681627 w 6086740"/>
                <a:gd name="connsiteY30" fmla="*/ 4122680 h 5499784"/>
                <a:gd name="connsiteX31" fmla="*/ 5681627 w 6086740"/>
                <a:gd name="connsiteY31" fmla="*/ 2155674 h 5499784"/>
                <a:gd name="connsiteX32" fmla="*/ 1951317 w 6086740"/>
                <a:gd name="connsiteY32" fmla="*/ 556 h 5499784"/>
                <a:gd name="connsiteX33" fmla="*/ 1958621 w 6086740"/>
                <a:gd name="connsiteY33" fmla="*/ 1932 h 5499784"/>
                <a:gd name="connsiteX34" fmla="*/ 1958621 w 6086740"/>
                <a:gd name="connsiteY34" fmla="*/ 399236 h 5499784"/>
                <a:gd name="connsiteX35" fmla="*/ 401627 w 6086740"/>
                <a:gd name="connsiteY35" fmla="*/ 399236 h 5499784"/>
                <a:gd name="connsiteX36" fmla="*/ 401752 w 6086740"/>
                <a:gd name="connsiteY36" fmla="*/ 3741111 h 5499784"/>
                <a:gd name="connsiteX37" fmla="*/ 1677 w 6086740"/>
                <a:gd name="connsiteY37" fmla="*/ 3741111 h 5499784"/>
                <a:gd name="connsiteX38" fmla="*/ 612 w 6086740"/>
                <a:gd name="connsiteY38" fmla="*/ 3616990 h 5499784"/>
                <a:gd name="connsiteX39" fmla="*/ 0 w 6086740"/>
                <a:gd name="connsiteY39" fmla="*/ 191811 h 5499784"/>
                <a:gd name="connsiteX40" fmla="*/ 186462 w 6086740"/>
                <a:gd name="connsiteY40" fmla="*/ 725 h 5499784"/>
                <a:gd name="connsiteX41" fmla="*/ 1951317 w 6086740"/>
                <a:gd name="connsiteY41" fmla="*/ 556 h 549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86740" h="5499784">
                  <a:moveTo>
                    <a:pt x="5681627" y="2155674"/>
                  </a:moveTo>
                  <a:cubicBezTo>
                    <a:pt x="5816843" y="2155674"/>
                    <a:pt x="5948180" y="2155674"/>
                    <a:pt x="6084612" y="2155674"/>
                  </a:cubicBezTo>
                  <a:cubicBezTo>
                    <a:pt x="6084612" y="2168872"/>
                    <a:pt x="6084612" y="2182735"/>
                    <a:pt x="6085038" y="2200441"/>
                  </a:cubicBezTo>
                  <a:cubicBezTo>
                    <a:pt x="6061758" y="2258051"/>
                    <a:pt x="6029771" y="2309839"/>
                    <a:pt x="6016343" y="2366064"/>
                  </a:cubicBezTo>
                  <a:cubicBezTo>
                    <a:pt x="5997092" y="2446599"/>
                    <a:pt x="5991083" y="2530320"/>
                    <a:pt x="5979998" y="2612763"/>
                  </a:cubicBezTo>
                  <a:cubicBezTo>
                    <a:pt x="5966037" y="2716587"/>
                    <a:pt x="5952360" y="2820455"/>
                    <a:pt x="5939110" y="2924376"/>
                  </a:cubicBezTo>
                  <a:cubicBezTo>
                    <a:pt x="5926214" y="3025528"/>
                    <a:pt x="5914321" y="3126796"/>
                    <a:pt x="5901407" y="3227939"/>
                  </a:cubicBezTo>
                  <a:cubicBezTo>
                    <a:pt x="5890872" y="3310471"/>
                    <a:pt x="5879263" y="3392870"/>
                    <a:pt x="5868692" y="3475401"/>
                  </a:cubicBezTo>
                  <a:cubicBezTo>
                    <a:pt x="5867068" y="3488049"/>
                    <a:pt x="5868462" y="3501087"/>
                    <a:pt x="5868462" y="3521340"/>
                  </a:cubicBezTo>
                  <a:cubicBezTo>
                    <a:pt x="5938719" y="3521340"/>
                    <a:pt x="6007671" y="3521340"/>
                    <a:pt x="6080733" y="3521420"/>
                  </a:cubicBezTo>
                  <a:cubicBezTo>
                    <a:pt x="6084727" y="3781396"/>
                    <a:pt x="6079419" y="4041435"/>
                    <a:pt x="6086635" y="4301118"/>
                  </a:cubicBezTo>
                  <a:cubicBezTo>
                    <a:pt x="6090389" y="4436068"/>
                    <a:pt x="5993071" y="4524120"/>
                    <a:pt x="5863066" y="4523916"/>
                  </a:cubicBezTo>
                  <a:cubicBezTo>
                    <a:pt x="5373767" y="4523153"/>
                    <a:pt x="4884469" y="4523614"/>
                    <a:pt x="4395180" y="4523614"/>
                  </a:cubicBezTo>
                  <a:cubicBezTo>
                    <a:pt x="4013353" y="4523614"/>
                    <a:pt x="3631518" y="4523614"/>
                    <a:pt x="3246381" y="4523614"/>
                  </a:cubicBezTo>
                  <a:cubicBezTo>
                    <a:pt x="3246381" y="4713910"/>
                    <a:pt x="3246381" y="4903248"/>
                    <a:pt x="3246381" y="5098869"/>
                  </a:cubicBezTo>
                  <a:cubicBezTo>
                    <a:pt x="3259605" y="5098869"/>
                    <a:pt x="3274862" y="5098869"/>
                    <a:pt x="3290110" y="5098869"/>
                  </a:cubicBezTo>
                  <a:cubicBezTo>
                    <a:pt x="3632761" y="5098869"/>
                    <a:pt x="3975411" y="5098283"/>
                    <a:pt x="4318062" y="5099224"/>
                  </a:cubicBezTo>
                  <a:cubicBezTo>
                    <a:pt x="4421194" y="5099508"/>
                    <a:pt x="4498791" y="5170156"/>
                    <a:pt x="4514420" y="5270421"/>
                  </a:cubicBezTo>
                  <a:cubicBezTo>
                    <a:pt x="4530813" y="5375549"/>
                    <a:pt x="4466680" y="5466947"/>
                    <a:pt x="4369291" y="5496156"/>
                  </a:cubicBezTo>
                  <a:cubicBezTo>
                    <a:pt x="3779000" y="5499378"/>
                    <a:pt x="3189685" y="5499662"/>
                    <a:pt x="2600380" y="5499777"/>
                  </a:cubicBezTo>
                  <a:cubicBezTo>
                    <a:pt x="2308620" y="5499839"/>
                    <a:pt x="2016870" y="5499617"/>
                    <a:pt x="1719945" y="5496298"/>
                  </a:cubicBezTo>
                  <a:cubicBezTo>
                    <a:pt x="1620577" y="5468429"/>
                    <a:pt x="1555165" y="5392288"/>
                    <a:pt x="1562274" y="5299265"/>
                  </a:cubicBezTo>
                  <a:cubicBezTo>
                    <a:pt x="1570750" y="5188368"/>
                    <a:pt x="1629097" y="5101337"/>
                    <a:pt x="1766638" y="5099979"/>
                  </a:cubicBezTo>
                  <a:cubicBezTo>
                    <a:pt x="2109191" y="5096597"/>
                    <a:pt x="2451807" y="5098869"/>
                    <a:pt x="2794395" y="5098869"/>
                  </a:cubicBezTo>
                  <a:cubicBezTo>
                    <a:pt x="2809705" y="5098869"/>
                    <a:pt x="2825015" y="5098869"/>
                    <a:pt x="2839056" y="5098869"/>
                  </a:cubicBezTo>
                  <a:cubicBezTo>
                    <a:pt x="2839056" y="4903745"/>
                    <a:pt x="2839056" y="4714443"/>
                    <a:pt x="2839056" y="4523951"/>
                  </a:cubicBezTo>
                  <a:lnTo>
                    <a:pt x="775501" y="4520339"/>
                  </a:lnTo>
                  <a:lnTo>
                    <a:pt x="775501" y="4122343"/>
                  </a:lnTo>
                  <a:lnTo>
                    <a:pt x="2981150" y="4122662"/>
                  </a:lnTo>
                  <a:cubicBezTo>
                    <a:pt x="3862694" y="4122733"/>
                    <a:pt x="4744248" y="4122680"/>
                    <a:pt x="5625801" y="4122680"/>
                  </a:cubicBezTo>
                  <a:cubicBezTo>
                    <a:pt x="5643099" y="4122680"/>
                    <a:pt x="5660397" y="4122680"/>
                    <a:pt x="5681627" y="4122680"/>
                  </a:cubicBezTo>
                  <a:cubicBezTo>
                    <a:pt x="5681627" y="3466783"/>
                    <a:pt x="5681627" y="2812644"/>
                    <a:pt x="5681627" y="2155674"/>
                  </a:cubicBezTo>
                  <a:close/>
                  <a:moveTo>
                    <a:pt x="1951317" y="556"/>
                  </a:moveTo>
                  <a:cubicBezTo>
                    <a:pt x="1952701" y="556"/>
                    <a:pt x="1954095" y="1053"/>
                    <a:pt x="1958621" y="1932"/>
                  </a:cubicBezTo>
                  <a:cubicBezTo>
                    <a:pt x="1958621" y="132550"/>
                    <a:pt x="1958621" y="263843"/>
                    <a:pt x="1958621" y="399236"/>
                  </a:cubicBezTo>
                  <a:cubicBezTo>
                    <a:pt x="1442182" y="399236"/>
                    <a:pt x="924492" y="399236"/>
                    <a:pt x="401627" y="399236"/>
                  </a:cubicBezTo>
                  <a:lnTo>
                    <a:pt x="401752" y="3741111"/>
                  </a:lnTo>
                  <a:lnTo>
                    <a:pt x="1677" y="3741111"/>
                  </a:lnTo>
                  <a:lnTo>
                    <a:pt x="612" y="3616990"/>
                  </a:lnTo>
                  <a:cubicBezTo>
                    <a:pt x="666" y="2475266"/>
                    <a:pt x="994" y="1333534"/>
                    <a:pt x="0" y="191811"/>
                  </a:cubicBezTo>
                  <a:cubicBezTo>
                    <a:pt x="-80" y="97430"/>
                    <a:pt x="84556" y="964"/>
                    <a:pt x="186462" y="725"/>
                  </a:cubicBezTo>
                  <a:cubicBezTo>
                    <a:pt x="774747" y="-669"/>
                    <a:pt x="1363032" y="334"/>
                    <a:pt x="1951317" y="556"/>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071" name="Freeform: Shape 1070">
              <a:extLst>
                <a:ext uri="{FF2B5EF4-FFF2-40B4-BE49-F238E27FC236}">
                  <a16:creationId xmlns:a16="http://schemas.microsoft.com/office/drawing/2014/main" id="{A777F3E2-3318-B9FB-9E82-E6FEC0A6483E}"/>
                </a:ext>
                <a:ext uri="{C183D7F6-B498-43B3-948B-1728B52AA6E4}">
                  <adec:decorative xmlns:adec="http://schemas.microsoft.com/office/drawing/2017/decorative" val="1"/>
                </a:ext>
              </a:extLst>
            </p:cNvPr>
            <p:cNvSpPr/>
            <p:nvPr/>
          </p:nvSpPr>
          <p:spPr>
            <a:xfrm>
              <a:off x="4315740" y="2223703"/>
              <a:ext cx="503096" cy="397729"/>
            </a:xfrm>
            <a:custGeom>
              <a:avLst/>
              <a:gdLst>
                <a:gd name="connsiteX0" fmla="*/ 0 w 7546445"/>
                <a:gd name="connsiteY0" fmla="*/ 5376032 h 5965940"/>
                <a:gd name="connsiteX1" fmla="*/ 592208 w 7546445"/>
                <a:gd name="connsiteY1" fmla="*/ 5376032 h 5965940"/>
                <a:gd name="connsiteX2" fmla="*/ 592208 w 7546445"/>
                <a:gd name="connsiteY2" fmla="*/ 5965940 h 5965940"/>
                <a:gd name="connsiteX3" fmla="*/ 0 w 7546445"/>
                <a:gd name="connsiteY3" fmla="*/ 5965940 h 5965940"/>
                <a:gd name="connsiteX4" fmla="*/ 6461783 w 7546445"/>
                <a:gd name="connsiteY4" fmla="*/ 3642459 h 5965940"/>
                <a:gd name="connsiteX5" fmla="*/ 6336816 w 7546445"/>
                <a:gd name="connsiteY5" fmla="*/ 3715739 h 5965940"/>
                <a:gd name="connsiteX6" fmla="*/ 6300336 w 7546445"/>
                <a:gd name="connsiteY6" fmla="*/ 3853626 h 5965940"/>
                <a:gd name="connsiteX7" fmla="*/ 6248794 w 7546445"/>
                <a:gd name="connsiteY7" fmla="*/ 4227376 h 5965940"/>
                <a:gd name="connsiteX8" fmla="*/ 6206714 w 7546445"/>
                <a:gd name="connsiteY8" fmla="*/ 4546197 h 5965940"/>
                <a:gd name="connsiteX9" fmla="*/ 6195890 w 7546445"/>
                <a:gd name="connsiteY9" fmla="*/ 4676940 h 5965940"/>
                <a:gd name="connsiteX10" fmla="*/ 6742856 w 7546445"/>
                <a:gd name="connsiteY10" fmla="*/ 4676940 h 5965940"/>
                <a:gd name="connsiteX11" fmla="*/ 6736836 w 7546445"/>
                <a:gd name="connsiteY11" fmla="*/ 4628459 h 5965940"/>
                <a:gd name="connsiteX12" fmla="*/ 6709310 w 7546445"/>
                <a:gd name="connsiteY12" fmla="*/ 4398172 h 5965940"/>
                <a:gd name="connsiteX13" fmla="*/ 6667294 w 7546445"/>
                <a:gd name="connsiteY13" fmla="*/ 4096774 h 5965940"/>
                <a:gd name="connsiteX14" fmla="*/ 6632247 w 7546445"/>
                <a:gd name="connsiteY14" fmla="*/ 3812363 h 5965940"/>
                <a:gd name="connsiteX15" fmla="*/ 6623538 w 7546445"/>
                <a:gd name="connsiteY15" fmla="*/ 3766280 h 5965940"/>
                <a:gd name="connsiteX16" fmla="*/ 6525122 w 7546445"/>
                <a:gd name="connsiteY16" fmla="*/ 3652226 h 5965940"/>
                <a:gd name="connsiteX17" fmla="*/ 6461783 w 7546445"/>
                <a:gd name="connsiteY17" fmla="*/ 3642459 h 5965940"/>
                <a:gd name="connsiteX18" fmla="*/ 1657614 w 7546445"/>
                <a:gd name="connsiteY18" fmla="*/ 1953888 h 5965940"/>
                <a:gd name="connsiteX19" fmla="*/ 2052505 w 7546445"/>
                <a:gd name="connsiteY19" fmla="*/ 1953888 h 5965940"/>
                <a:gd name="connsiteX20" fmla="*/ 2052505 w 7546445"/>
                <a:gd name="connsiteY20" fmla="*/ 2151338 h 5965940"/>
                <a:gd name="connsiteX21" fmla="*/ 1657614 w 7546445"/>
                <a:gd name="connsiteY21" fmla="*/ 2151338 h 5965940"/>
                <a:gd name="connsiteX22" fmla="*/ 875065 w 7546445"/>
                <a:gd name="connsiteY22" fmla="*/ 1949232 h 5965940"/>
                <a:gd name="connsiteX23" fmla="*/ 1419331 w 7546445"/>
                <a:gd name="connsiteY23" fmla="*/ 1950870 h 5965940"/>
                <a:gd name="connsiteX24" fmla="*/ 1469368 w 7546445"/>
                <a:gd name="connsiteY24" fmla="*/ 1950870 h 5965940"/>
                <a:gd name="connsiteX25" fmla="*/ 1469368 w 7546445"/>
                <a:gd name="connsiteY25" fmla="*/ 2149135 h 5965940"/>
                <a:gd name="connsiteX26" fmla="*/ 880713 w 7546445"/>
                <a:gd name="connsiteY26" fmla="*/ 2149135 h 5965940"/>
                <a:gd name="connsiteX27" fmla="*/ 880713 w 7546445"/>
                <a:gd name="connsiteY27" fmla="*/ 3325385 h 5965940"/>
                <a:gd name="connsiteX28" fmla="*/ 679128 w 7546445"/>
                <a:gd name="connsiteY28" fmla="*/ 3325385 h 5965940"/>
                <a:gd name="connsiteX29" fmla="*/ 679128 w 7546445"/>
                <a:gd name="connsiteY29" fmla="*/ 3162409 h 5965940"/>
                <a:gd name="connsiteX30" fmla="*/ 678409 w 7546445"/>
                <a:gd name="connsiteY30" fmla="*/ 2147802 h 5965940"/>
                <a:gd name="connsiteX31" fmla="*/ 875065 w 7546445"/>
                <a:gd name="connsiteY31" fmla="*/ 1949232 h 5965940"/>
                <a:gd name="connsiteX32" fmla="*/ 2992428 w 7546445"/>
                <a:gd name="connsiteY32" fmla="*/ 1306661 h 5965940"/>
                <a:gd name="connsiteX33" fmla="*/ 2974934 w 7546445"/>
                <a:gd name="connsiteY33" fmla="*/ 1324098 h 5965940"/>
                <a:gd name="connsiteX34" fmla="*/ 2759690 w 7546445"/>
                <a:gd name="connsiteY34" fmla="*/ 1720047 h 5965940"/>
                <a:gd name="connsiteX35" fmla="*/ 2771710 w 7546445"/>
                <a:gd name="connsiteY35" fmla="*/ 1799151 h 5965940"/>
                <a:gd name="connsiteX36" fmla="*/ 3025147 w 7546445"/>
                <a:gd name="connsiteY36" fmla="*/ 2031715 h 5965940"/>
                <a:gd name="connsiteX37" fmla="*/ 3433013 w 7546445"/>
                <a:gd name="connsiteY37" fmla="*/ 2303832 h 5965940"/>
                <a:gd name="connsiteX38" fmla="*/ 3439461 w 7546445"/>
                <a:gd name="connsiteY38" fmla="*/ 2309675 h 5965940"/>
                <a:gd name="connsiteX39" fmla="*/ 4242992 w 7546445"/>
                <a:gd name="connsiteY39" fmla="*/ 2707446 h 5965940"/>
                <a:gd name="connsiteX40" fmla="*/ 5067285 w 7546445"/>
                <a:gd name="connsiteY40" fmla="*/ 2976929 h 5965940"/>
                <a:gd name="connsiteX41" fmla="*/ 5489844 w 7546445"/>
                <a:gd name="connsiteY41" fmla="*/ 3021730 h 5965940"/>
                <a:gd name="connsiteX42" fmla="*/ 5540399 w 7546445"/>
                <a:gd name="connsiteY42" fmla="*/ 2991903 h 5965940"/>
                <a:gd name="connsiteX43" fmla="*/ 5646197 w 7546445"/>
                <a:gd name="connsiteY43" fmla="*/ 2825660 h 5965940"/>
                <a:gd name="connsiteX44" fmla="*/ 5773997 w 7546445"/>
                <a:gd name="connsiteY44" fmla="*/ 2609886 h 5965940"/>
                <a:gd name="connsiteX45" fmla="*/ 5736432 w 7546445"/>
                <a:gd name="connsiteY45" fmla="*/ 2596329 h 5965940"/>
                <a:gd name="connsiteX46" fmla="*/ 5241446 w 7546445"/>
                <a:gd name="connsiteY46" fmla="*/ 2517826 h 5965940"/>
                <a:gd name="connsiteX47" fmla="*/ 4665472 w 7546445"/>
                <a:gd name="connsiteY47" fmla="*/ 2428865 h 5965940"/>
                <a:gd name="connsiteX48" fmla="*/ 4128109 w 7546445"/>
                <a:gd name="connsiteY48" fmla="*/ 2323584 h 5965940"/>
                <a:gd name="connsiteX49" fmla="*/ 4075299 w 7546445"/>
                <a:gd name="connsiteY49" fmla="*/ 2299431 h 5965940"/>
                <a:gd name="connsiteX50" fmla="*/ 3755980 w 7546445"/>
                <a:gd name="connsiteY50" fmla="*/ 2007558 h 5965940"/>
                <a:gd name="connsiteX51" fmla="*/ 3421985 w 7546445"/>
                <a:gd name="connsiteY51" fmla="*/ 1699478 h 5965940"/>
                <a:gd name="connsiteX52" fmla="*/ 3125138 w 7546445"/>
                <a:gd name="connsiteY52" fmla="*/ 1420441 h 5965940"/>
                <a:gd name="connsiteX53" fmla="*/ 3014028 w 7546445"/>
                <a:gd name="connsiteY53" fmla="*/ 1317529 h 5965940"/>
                <a:gd name="connsiteX54" fmla="*/ 2992428 w 7546445"/>
                <a:gd name="connsiteY54" fmla="*/ 1306661 h 5965940"/>
                <a:gd name="connsiteX55" fmla="*/ 2735313 w 7546445"/>
                <a:gd name="connsiteY55" fmla="*/ 512401 h 5965940"/>
                <a:gd name="connsiteX56" fmla="*/ 3103282 w 7546445"/>
                <a:gd name="connsiteY56" fmla="*/ 849404 h 5965940"/>
                <a:gd name="connsiteX57" fmla="*/ 3326024 w 7546445"/>
                <a:gd name="connsiteY57" fmla="*/ 1054749 h 5965940"/>
                <a:gd name="connsiteX58" fmla="*/ 3783803 w 7546445"/>
                <a:gd name="connsiteY58" fmla="*/ 1477787 h 5965940"/>
                <a:gd name="connsiteX59" fmla="*/ 4077659 w 7546445"/>
                <a:gd name="connsiteY59" fmla="*/ 1753700 h 5965940"/>
                <a:gd name="connsiteX60" fmla="*/ 4254385 w 7546445"/>
                <a:gd name="connsiteY60" fmla="*/ 1912590 h 5965940"/>
                <a:gd name="connsiteX61" fmla="*/ 4295895 w 7546445"/>
                <a:gd name="connsiteY61" fmla="*/ 1932704 h 5965940"/>
                <a:gd name="connsiteX62" fmla="*/ 4418704 w 7546445"/>
                <a:gd name="connsiteY62" fmla="*/ 1951910 h 5965940"/>
                <a:gd name="connsiteX63" fmla="*/ 4877183 w 7546445"/>
                <a:gd name="connsiteY63" fmla="*/ 2037481 h 5965940"/>
                <a:gd name="connsiteX64" fmla="*/ 5396366 w 7546445"/>
                <a:gd name="connsiteY64" fmla="*/ 2126475 h 5965940"/>
                <a:gd name="connsiteX65" fmla="*/ 5964795 w 7546445"/>
                <a:gd name="connsiteY65" fmla="*/ 2229783 h 5965940"/>
                <a:gd name="connsiteX66" fmla="*/ 6385742 w 7546445"/>
                <a:gd name="connsiteY66" fmla="*/ 2306732 h 5965940"/>
                <a:gd name="connsiteX67" fmla="*/ 6703042 w 7546445"/>
                <a:gd name="connsiteY67" fmla="*/ 2360458 h 5965940"/>
                <a:gd name="connsiteX68" fmla="*/ 6676226 w 7546445"/>
                <a:gd name="connsiteY68" fmla="*/ 2330520 h 5965940"/>
                <a:gd name="connsiteX69" fmla="*/ 5237252 w 7546445"/>
                <a:gd name="connsiteY69" fmla="*/ 900027 h 5965940"/>
                <a:gd name="connsiteX70" fmla="*/ 5224660 w 7546445"/>
                <a:gd name="connsiteY70" fmla="*/ 888079 h 5965940"/>
                <a:gd name="connsiteX71" fmla="*/ 5205810 w 7546445"/>
                <a:gd name="connsiteY71" fmla="*/ 879273 h 5965940"/>
                <a:gd name="connsiteX72" fmla="*/ 5027848 w 7546445"/>
                <a:gd name="connsiteY72" fmla="*/ 852679 h 5965940"/>
                <a:gd name="connsiteX73" fmla="*/ 4654216 w 7546445"/>
                <a:gd name="connsiteY73" fmla="*/ 799411 h 5965940"/>
                <a:gd name="connsiteX74" fmla="*/ 4197525 w 7546445"/>
                <a:gd name="connsiteY74" fmla="*/ 730392 h 5965940"/>
                <a:gd name="connsiteX75" fmla="*/ 3986116 w 7546445"/>
                <a:gd name="connsiteY75" fmla="*/ 696036 h 5965940"/>
                <a:gd name="connsiteX76" fmla="*/ 3658837 w 7546445"/>
                <a:gd name="connsiteY76" fmla="*/ 650973 h 5965940"/>
                <a:gd name="connsiteX77" fmla="*/ 3218600 w 7546445"/>
                <a:gd name="connsiteY77" fmla="*/ 582495 h 5965940"/>
                <a:gd name="connsiteX78" fmla="*/ 2884063 w 7546445"/>
                <a:gd name="connsiteY78" fmla="*/ 531123 h 5965940"/>
                <a:gd name="connsiteX79" fmla="*/ 2735313 w 7546445"/>
                <a:gd name="connsiteY79" fmla="*/ 512401 h 5965940"/>
                <a:gd name="connsiteX80" fmla="*/ 2029254 w 7546445"/>
                <a:gd name="connsiteY80" fmla="*/ 2070 h 5965940"/>
                <a:gd name="connsiteX81" fmla="*/ 2277902 w 7546445"/>
                <a:gd name="connsiteY81" fmla="*/ 35614 h 5965940"/>
                <a:gd name="connsiteX82" fmla="*/ 2603991 w 7546445"/>
                <a:gd name="connsiteY82" fmla="*/ 85545 h 5965940"/>
                <a:gd name="connsiteX83" fmla="*/ 2930284 w 7546445"/>
                <a:gd name="connsiteY83" fmla="*/ 134636 h 5965940"/>
                <a:gd name="connsiteX84" fmla="*/ 3193371 w 7546445"/>
                <a:gd name="connsiteY84" fmla="*/ 172765 h 5965940"/>
                <a:gd name="connsiteX85" fmla="*/ 3456530 w 7546445"/>
                <a:gd name="connsiteY85" fmla="*/ 210656 h 5965940"/>
                <a:gd name="connsiteX86" fmla="*/ 3833433 w 7546445"/>
                <a:gd name="connsiteY86" fmla="*/ 268591 h 5965940"/>
                <a:gd name="connsiteX87" fmla="*/ 4159682 w 7546445"/>
                <a:gd name="connsiteY87" fmla="*/ 317861 h 5965940"/>
                <a:gd name="connsiteX88" fmla="*/ 4422812 w 7546445"/>
                <a:gd name="connsiteY88" fmla="*/ 355821 h 5965940"/>
                <a:gd name="connsiteX89" fmla="*/ 4685925 w 7546445"/>
                <a:gd name="connsiteY89" fmla="*/ 393904 h 5965940"/>
                <a:gd name="connsiteX90" fmla="*/ 4999166 w 7546445"/>
                <a:gd name="connsiteY90" fmla="*/ 442705 h 5965940"/>
                <a:gd name="connsiteX91" fmla="*/ 5326258 w 7546445"/>
                <a:gd name="connsiteY91" fmla="*/ 488727 h 5965940"/>
                <a:gd name="connsiteX92" fmla="*/ 5438804 w 7546445"/>
                <a:gd name="connsiteY92" fmla="*/ 529605 h 5965940"/>
                <a:gd name="connsiteX93" fmla="*/ 6746843 w 7546445"/>
                <a:gd name="connsiteY93" fmla="*/ 1825993 h 5965940"/>
                <a:gd name="connsiteX94" fmla="*/ 7511010 w 7546445"/>
                <a:gd name="connsiteY94" fmla="*/ 2589722 h 5965940"/>
                <a:gd name="connsiteX95" fmla="*/ 7546284 w 7546445"/>
                <a:gd name="connsiteY95" fmla="*/ 2621402 h 5965940"/>
                <a:gd name="connsiteX96" fmla="*/ 7544020 w 7546445"/>
                <a:gd name="connsiteY96" fmla="*/ 2646812 h 5965940"/>
                <a:gd name="connsiteX97" fmla="*/ 7460985 w 7546445"/>
                <a:gd name="connsiteY97" fmla="*/ 2845410 h 5965940"/>
                <a:gd name="connsiteX98" fmla="*/ 7404126 w 7546445"/>
                <a:gd name="connsiteY98" fmla="*/ 2883817 h 5965940"/>
                <a:gd name="connsiteX99" fmla="*/ 7288149 w 7546445"/>
                <a:gd name="connsiteY99" fmla="*/ 2875092 h 5965940"/>
                <a:gd name="connsiteX100" fmla="*/ 6697590 w 7546445"/>
                <a:gd name="connsiteY100" fmla="*/ 2865894 h 5965940"/>
                <a:gd name="connsiteX101" fmla="*/ 6667791 w 7546445"/>
                <a:gd name="connsiteY101" fmla="*/ 2862144 h 5965940"/>
                <a:gd name="connsiteX102" fmla="*/ 6576758 w 7546445"/>
                <a:gd name="connsiteY102" fmla="*/ 2856703 h 5965940"/>
                <a:gd name="connsiteX103" fmla="*/ 6572028 w 7546445"/>
                <a:gd name="connsiteY103" fmla="*/ 2871020 h 5965940"/>
                <a:gd name="connsiteX104" fmla="*/ 6572506 w 7546445"/>
                <a:gd name="connsiteY104" fmla="*/ 3423889 h 5965940"/>
                <a:gd name="connsiteX105" fmla="*/ 6600695 w 7546445"/>
                <a:gd name="connsiteY105" fmla="*/ 3457623 h 5965940"/>
                <a:gd name="connsiteX106" fmla="*/ 6791449 w 7546445"/>
                <a:gd name="connsiteY106" fmla="*/ 3628640 h 5965940"/>
                <a:gd name="connsiteX107" fmla="*/ 6857207 w 7546445"/>
                <a:gd name="connsiteY107" fmla="*/ 3940975 h 5965940"/>
                <a:gd name="connsiteX108" fmla="*/ 6903046 w 7546445"/>
                <a:gd name="connsiteY108" fmla="*/ 4324564 h 5965940"/>
                <a:gd name="connsiteX109" fmla="*/ 6963037 w 7546445"/>
                <a:gd name="connsiteY109" fmla="*/ 4766300 h 5965940"/>
                <a:gd name="connsiteX110" fmla="*/ 6972776 w 7546445"/>
                <a:gd name="connsiteY110" fmla="*/ 4879723 h 5965940"/>
                <a:gd name="connsiteX111" fmla="*/ 6175232 w 7546445"/>
                <a:gd name="connsiteY111" fmla="*/ 4879642 h 5965940"/>
                <a:gd name="connsiteX112" fmla="*/ 5962963 w 7546445"/>
                <a:gd name="connsiteY112" fmla="*/ 4879561 h 5965940"/>
                <a:gd name="connsiteX113" fmla="*/ 5963189 w 7546445"/>
                <a:gd name="connsiteY113" fmla="*/ 4833623 h 5965940"/>
                <a:gd name="connsiteX114" fmla="*/ 5995905 w 7546445"/>
                <a:gd name="connsiteY114" fmla="*/ 4586155 h 5965940"/>
                <a:gd name="connsiteX115" fmla="*/ 6033609 w 7546445"/>
                <a:gd name="connsiteY115" fmla="*/ 4282598 h 5965940"/>
                <a:gd name="connsiteX116" fmla="*/ 6074494 w 7546445"/>
                <a:gd name="connsiteY116" fmla="*/ 3970977 h 5965940"/>
                <a:gd name="connsiteX117" fmla="*/ 6110839 w 7546445"/>
                <a:gd name="connsiteY117" fmla="*/ 3724284 h 5965940"/>
                <a:gd name="connsiteX118" fmla="*/ 6179953 w 7546445"/>
                <a:gd name="connsiteY118" fmla="*/ 3562495 h 5965940"/>
                <a:gd name="connsiteX119" fmla="*/ 6346704 w 7546445"/>
                <a:gd name="connsiteY119" fmla="*/ 3451808 h 5965940"/>
                <a:gd name="connsiteX120" fmla="*/ 6361364 w 7546445"/>
                <a:gd name="connsiteY120" fmla="*/ 3425699 h 5965940"/>
                <a:gd name="connsiteX121" fmla="*/ 6362000 w 7546445"/>
                <a:gd name="connsiteY121" fmla="*/ 2853006 h 5965940"/>
                <a:gd name="connsiteX122" fmla="*/ 6207548 w 7546445"/>
                <a:gd name="connsiteY122" fmla="*/ 2847427 h 5965940"/>
                <a:gd name="connsiteX123" fmla="*/ 6048186 w 7546445"/>
                <a:gd name="connsiteY123" fmla="*/ 2938389 h 5965940"/>
                <a:gd name="connsiteX124" fmla="*/ 5844548 w 7546445"/>
                <a:gd name="connsiteY124" fmla="*/ 3270547 h 5965940"/>
                <a:gd name="connsiteX125" fmla="*/ 5579380 w 7546445"/>
                <a:gd name="connsiteY125" fmla="*/ 3414553 h 5965940"/>
                <a:gd name="connsiteX126" fmla="*/ 5014944 w 7546445"/>
                <a:gd name="connsiteY126" fmla="*/ 3376183 h 5965940"/>
                <a:gd name="connsiteX127" fmla="*/ 4443817 w 7546445"/>
                <a:gd name="connsiteY127" fmla="*/ 3212824 h 5965940"/>
                <a:gd name="connsiteX128" fmla="*/ 3864229 w 7546445"/>
                <a:gd name="connsiteY128" fmla="*/ 2979168 h 5965940"/>
                <a:gd name="connsiteX129" fmla="*/ 3461932 w 7546445"/>
                <a:gd name="connsiteY129" fmla="*/ 2783932 h 5965940"/>
                <a:gd name="connsiteX130" fmla="*/ 2799408 w 7546445"/>
                <a:gd name="connsiteY130" fmla="*/ 2373069 h 5965940"/>
                <a:gd name="connsiteX131" fmla="*/ 2404663 w 7546445"/>
                <a:gd name="connsiteY131" fmla="*/ 1972150 h 5965940"/>
                <a:gd name="connsiteX132" fmla="*/ 2345158 w 7546445"/>
                <a:gd name="connsiteY132" fmla="*/ 1656216 h 5965940"/>
                <a:gd name="connsiteX133" fmla="*/ 2407039 w 7546445"/>
                <a:gd name="connsiteY133" fmla="*/ 1519810 h 5965940"/>
                <a:gd name="connsiteX134" fmla="*/ 2647430 w 7546445"/>
                <a:gd name="connsiteY134" fmla="*/ 1083673 h 5965940"/>
                <a:gd name="connsiteX135" fmla="*/ 2684074 w 7546445"/>
                <a:gd name="connsiteY135" fmla="*/ 1017242 h 5965940"/>
                <a:gd name="connsiteX136" fmla="*/ 1872024 w 7546445"/>
                <a:gd name="connsiteY136" fmla="*/ 267996 h 5965940"/>
                <a:gd name="connsiteX137" fmla="*/ 1994782 w 7546445"/>
                <a:gd name="connsiteY137" fmla="*/ 2774 h 5965940"/>
                <a:gd name="connsiteX138" fmla="*/ 2029254 w 7546445"/>
                <a:gd name="connsiteY138" fmla="*/ 2070 h 59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46445" h="5965940">
                  <a:moveTo>
                    <a:pt x="0" y="5376032"/>
                  </a:moveTo>
                  <a:lnTo>
                    <a:pt x="592208" y="5376032"/>
                  </a:lnTo>
                  <a:lnTo>
                    <a:pt x="592208" y="5965940"/>
                  </a:lnTo>
                  <a:lnTo>
                    <a:pt x="0" y="5965940"/>
                  </a:lnTo>
                  <a:close/>
                  <a:moveTo>
                    <a:pt x="6461783" y="3642459"/>
                  </a:moveTo>
                  <a:cubicBezTo>
                    <a:pt x="6404277" y="3640937"/>
                    <a:pt x="6363856" y="3664455"/>
                    <a:pt x="6336816" y="3715739"/>
                  </a:cubicBezTo>
                  <a:cubicBezTo>
                    <a:pt x="6315170" y="3756792"/>
                    <a:pt x="6307565" y="3806680"/>
                    <a:pt x="6300336" y="3853626"/>
                  </a:cubicBezTo>
                  <a:cubicBezTo>
                    <a:pt x="6281198" y="3977908"/>
                    <a:pt x="6265576" y="4102734"/>
                    <a:pt x="6248794" y="4227376"/>
                  </a:cubicBezTo>
                  <a:cubicBezTo>
                    <a:pt x="6234490" y="4333614"/>
                    <a:pt x="6219892" y="4439817"/>
                    <a:pt x="6206714" y="4546197"/>
                  </a:cubicBezTo>
                  <a:cubicBezTo>
                    <a:pt x="6201363" y="4589383"/>
                    <a:pt x="6199425" y="4632991"/>
                    <a:pt x="6195890" y="4676940"/>
                  </a:cubicBezTo>
                  <a:cubicBezTo>
                    <a:pt x="6383394" y="4676940"/>
                    <a:pt x="6563056" y="4676940"/>
                    <a:pt x="6742856" y="4676940"/>
                  </a:cubicBezTo>
                  <a:cubicBezTo>
                    <a:pt x="6740674" y="4659403"/>
                    <a:pt x="6738677" y="4643941"/>
                    <a:pt x="6736836" y="4628459"/>
                  </a:cubicBezTo>
                  <a:cubicBezTo>
                    <a:pt x="6727706" y="4551690"/>
                    <a:pt x="6719440" y="4474808"/>
                    <a:pt x="6709310" y="4398172"/>
                  </a:cubicBezTo>
                  <a:cubicBezTo>
                    <a:pt x="6696018" y="4297612"/>
                    <a:pt x="6680752" y="4197313"/>
                    <a:pt x="6667294" y="4096774"/>
                  </a:cubicBezTo>
                  <a:cubicBezTo>
                    <a:pt x="6654962" y="4004629"/>
                    <a:pt x="6643909" y="3912312"/>
                    <a:pt x="6632247" y="3812363"/>
                  </a:cubicBezTo>
                  <a:cubicBezTo>
                    <a:pt x="6629386" y="3796992"/>
                    <a:pt x="6627224" y="3781450"/>
                    <a:pt x="6623538" y="3766280"/>
                  </a:cubicBezTo>
                  <a:cubicBezTo>
                    <a:pt x="6610229" y="3711492"/>
                    <a:pt x="6579918" y="3666387"/>
                    <a:pt x="6525122" y="3652226"/>
                  </a:cubicBezTo>
                  <a:cubicBezTo>
                    <a:pt x="6502019" y="3646256"/>
                    <a:pt x="6480952" y="3642966"/>
                    <a:pt x="6461783" y="3642459"/>
                  </a:cubicBezTo>
                  <a:close/>
                  <a:moveTo>
                    <a:pt x="1657614" y="1953888"/>
                  </a:moveTo>
                  <a:lnTo>
                    <a:pt x="2052505" y="1953888"/>
                  </a:lnTo>
                  <a:lnTo>
                    <a:pt x="2052505" y="2151338"/>
                  </a:lnTo>
                  <a:lnTo>
                    <a:pt x="1657614" y="2151338"/>
                  </a:lnTo>
                  <a:close/>
                  <a:moveTo>
                    <a:pt x="875065" y="1949232"/>
                  </a:moveTo>
                  <a:cubicBezTo>
                    <a:pt x="1056323" y="1954967"/>
                    <a:pt x="1237892" y="1950870"/>
                    <a:pt x="1419331" y="1950870"/>
                  </a:cubicBezTo>
                  <a:cubicBezTo>
                    <a:pt x="1435042" y="1950870"/>
                    <a:pt x="1450753" y="1950870"/>
                    <a:pt x="1469368" y="1950870"/>
                  </a:cubicBezTo>
                  <a:cubicBezTo>
                    <a:pt x="1469368" y="2017385"/>
                    <a:pt x="1469368" y="2080617"/>
                    <a:pt x="1469368" y="2149135"/>
                  </a:cubicBezTo>
                  <a:cubicBezTo>
                    <a:pt x="1275680" y="2149135"/>
                    <a:pt x="1080710" y="2149135"/>
                    <a:pt x="880713" y="2149135"/>
                  </a:cubicBezTo>
                  <a:cubicBezTo>
                    <a:pt x="880713" y="2543815"/>
                    <a:pt x="880713" y="2933301"/>
                    <a:pt x="880713" y="3325385"/>
                  </a:cubicBezTo>
                  <a:cubicBezTo>
                    <a:pt x="812469" y="3325385"/>
                    <a:pt x="749246" y="3325385"/>
                    <a:pt x="679128" y="3325385"/>
                  </a:cubicBezTo>
                  <a:cubicBezTo>
                    <a:pt x="679128" y="3272828"/>
                    <a:pt x="679128" y="3219796"/>
                    <a:pt x="679128" y="3162409"/>
                  </a:cubicBezTo>
                  <a:cubicBezTo>
                    <a:pt x="679128" y="2821300"/>
                    <a:pt x="680450" y="2484541"/>
                    <a:pt x="678409" y="2147802"/>
                  </a:cubicBezTo>
                  <a:cubicBezTo>
                    <a:pt x="677698" y="2030668"/>
                    <a:pt x="776751" y="1946120"/>
                    <a:pt x="875065" y="1949232"/>
                  </a:cubicBezTo>
                  <a:close/>
                  <a:moveTo>
                    <a:pt x="2992428" y="1306661"/>
                  </a:moveTo>
                  <a:cubicBezTo>
                    <a:pt x="2986230" y="1307628"/>
                    <a:pt x="2980716" y="1313313"/>
                    <a:pt x="2974934" y="1324098"/>
                  </a:cubicBezTo>
                  <a:cubicBezTo>
                    <a:pt x="2903955" y="1456499"/>
                    <a:pt x="2833166" y="1589031"/>
                    <a:pt x="2759690" y="1720047"/>
                  </a:cubicBezTo>
                  <a:cubicBezTo>
                    <a:pt x="2741153" y="1753101"/>
                    <a:pt x="2746320" y="1775630"/>
                    <a:pt x="2771710" y="1799151"/>
                  </a:cubicBezTo>
                  <a:cubicBezTo>
                    <a:pt x="2855880" y="1877130"/>
                    <a:pt x="2933787" y="1963402"/>
                    <a:pt x="3025147" y="2031715"/>
                  </a:cubicBezTo>
                  <a:cubicBezTo>
                    <a:pt x="3154127" y="2128155"/>
                    <a:pt x="3292968" y="2211405"/>
                    <a:pt x="3433013" y="2303832"/>
                  </a:cubicBezTo>
                  <a:cubicBezTo>
                    <a:pt x="3435150" y="2305800"/>
                    <a:pt x="3437018" y="2308220"/>
                    <a:pt x="3439461" y="2309675"/>
                  </a:cubicBezTo>
                  <a:cubicBezTo>
                    <a:pt x="3697011" y="2463046"/>
                    <a:pt x="3966842" y="2592221"/>
                    <a:pt x="4242992" y="2707446"/>
                  </a:cubicBezTo>
                  <a:cubicBezTo>
                    <a:pt x="4510312" y="2818987"/>
                    <a:pt x="4783802" y="2913880"/>
                    <a:pt x="5067285" y="2976929"/>
                  </a:cubicBezTo>
                  <a:cubicBezTo>
                    <a:pt x="5206404" y="3007870"/>
                    <a:pt x="5346564" y="3032026"/>
                    <a:pt x="5489844" y="3021730"/>
                  </a:cubicBezTo>
                  <a:cubicBezTo>
                    <a:pt x="5507646" y="3020450"/>
                    <a:pt x="5530018" y="3006752"/>
                    <a:pt x="5540399" y="2991903"/>
                  </a:cubicBezTo>
                  <a:cubicBezTo>
                    <a:pt x="5578003" y="2938118"/>
                    <a:pt x="5612143" y="2881841"/>
                    <a:pt x="5646197" y="2825660"/>
                  </a:cubicBezTo>
                  <a:cubicBezTo>
                    <a:pt x="5688959" y="2755108"/>
                    <a:pt x="5730349" y="2683726"/>
                    <a:pt x="5773997" y="2609886"/>
                  </a:cubicBezTo>
                  <a:cubicBezTo>
                    <a:pt x="5757524" y="2603811"/>
                    <a:pt x="5747298" y="2598074"/>
                    <a:pt x="5736432" y="2596329"/>
                  </a:cubicBezTo>
                  <a:cubicBezTo>
                    <a:pt x="5571492" y="2569818"/>
                    <a:pt x="5406529" y="2543432"/>
                    <a:pt x="5241446" y="2517826"/>
                  </a:cubicBezTo>
                  <a:cubicBezTo>
                    <a:pt x="5049469" y="2488047"/>
                    <a:pt x="4856854" y="2462033"/>
                    <a:pt x="4665472" y="2428865"/>
                  </a:cubicBezTo>
                  <a:cubicBezTo>
                    <a:pt x="4485664" y="2397704"/>
                    <a:pt x="4307026" y="2359736"/>
                    <a:pt x="4128109" y="2323584"/>
                  </a:cubicBezTo>
                  <a:cubicBezTo>
                    <a:pt x="4109499" y="2319824"/>
                    <a:pt x="4089113" y="2311848"/>
                    <a:pt x="4075299" y="2299431"/>
                  </a:cubicBezTo>
                  <a:cubicBezTo>
                    <a:pt x="3968054" y="2203035"/>
                    <a:pt x="3862122" y="2105177"/>
                    <a:pt x="3755980" y="2007558"/>
                  </a:cubicBezTo>
                  <a:cubicBezTo>
                    <a:pt x="3644499" y="1905028"/>
                    <a:pt x="3532866" y="1802655"/>
                    <a:pt x="3421985" y="1699478"/>
                  </a:cubicBezTo>
                  <a:cubicBezTo>
                    <a:pt x="3322568" y="1606968"/>
                    <a:pt x="3224171" y="1513362"/>
                    <a:pt x="3125138" y="1420441"/>
                  </a:cubicBezTo>
                  <a:cubicBezTo>
                    <a:pt x="3088325" y="1385899"/>
                    <a:pt x="3050642" y="1352278"/>
                    <a:pt x="3014028" y="1317529"/>
                  </a:cubicBezTo>
                  <a:cubicBezTo>
                    <a:pt x="3005509" y="1309444"/>
                    <a:pt x="2998626" y="1305694"/>
                    <a:pt x="2992428" y="1306661"/>
                  </a:cubicBezTo>
                  <a:close/>
                  <a:moveTo>
                    <a:pt x="2735313" y="512401"/>
                  </a:moveTo>
                  <a:cubicBezTo>
                    <a:pt x="2863107" y="629419"/>
                    <a:pt x="2983295" y="739303"/>
                    <a:pt x="3103282" y="849404"/>
                  </a:cubicBezTo>
                  <a:cubicBezTo>
                    <a:pt x="3177689" y="917680"/>
                    <a:pt x="3251830" y="986243"/>
                    <a:pt x="3326024" y="1054749"/>
                  </a:cubicBezTo>
                  <a:cubicBezTo>
                    <a:pt x="3478676" y="1195698"/>
                    <a:pt x="3631584" y="1336373"/>
                    <a:pt x="3783803" y="1477787"/>
                  </a:cubicBezTo>
                  <a:cubicBezTo>
                    <a:pt x="3882240" y="1569236"/>
                    <a:pt x="3979252" y="1662220"/>
                    <a:pt x="4077659" y="1753700"/>
                  </a:cubicBezTo>
                  <a:cubicBezTo>
                    <a:pt x="4135675" y="1807632"/>
                    <a:pt x="4194739" y="1860467"/>
                    <a:pt x="4254385" y="1912590"/>
                  </a:cubicBezTo>
                  <a:cubicBezTo>
                    <a:pt x="4265632" y="1922419"/>
                    <a:pt x="4281210" y="1929836"/>
                    <a:pt x="4295895" y="1932704"/>
                  </a:cubicBezTo>
                  <a:cubicBezTo>
                    <a:pt x="4336532" y="1940638"/>
                    <a:pt x="4377968" y="1944404"/>
                    <a:pt x="4418704" y="1951910"/>
                  </a:cubicBezTo>
                  <a:cubicBezTo>
                    <a:pt x="4571595" y="1980081"/>
                    <a:pt x="4724132" y="2010218"/>
                    <a:pt x="4877183" y="2037481"/>
                  </a:cubicBezTo>
                  <a:cubicBezTo>
                    <a:pt x="5050044" y="2068272"/>
                    <a:pt x="5223462" y="2095919"/>
                    <a:pt x="5396366" y="2126475"/>
                  </a:cubicBezTo>
                  <a:cubicBezTo>
                    <a:pt x="5586006" y="2159987"/>
                    <a:pt x="5775345" y="2195199"/>
                    <a:pt x="5964795" y="2229783"/>
                  </a:cubicBezTo>
                  <a:cubicBezTo>
                    <a:pt x="6105118" y="2255399"/>
                    <a:pt x="6245310" y="2281742"/>
                    <a:pt x="6385742" y="2306732"/>
                  </a:cubicBezTo>
                  <a:cubicBezTo>
                    <a:pt x="6489090" y="2325121"/>
                    <a:pt x="6592734" y="2341845"/>
                    <a:pt x="6703042" y="2360458"/>
                  </a:cubicBezTo>
                  <a:cubicBezTo>
                    <a:pt x="6691210" y="2347191"/>
                    <a:pt x="6684161" y="2338409"/>
                    <a:pt x="6676226" y="2330520"/>
                  </a:cubicBezTo>
                  <a:cubicBezTo>
                    <a:pt x="6196616" y="1853640"/>
                    <a:pt x="5716934" y="1376834"/>
                    <a:pt x="5237252" y="900027"/>
                  </a:cubicBezTo>
                  <a:cubicBezTo>
                    <a:pt x="5233139" y="895938"/>
                    <a:pt x="5229428" y="891184"/>
                    <a:pt x="5224660" y="888079"/>
                  </a:cubicBezTo>
                  <a:cubicBezTo>
                    <a:pt x="5218874" y="884313"/>
                    <a:pt x="5212422" y="880303"/>
                    <a:pt x="5205810" y="879273"/>
                  </a:cubicBezTo>
                  <a:cubicBezTo>
                    <a:pt x="5146548" y="870032"/>
                    <a:pt x="5087221" y="861187"/>
                    <a:pt x="5027848" y="852679"/>
                  </a:cubicBezTo>
                  <a:cubicBezTo>
                    <a:pt x="4903316" y="834834"/>
                    <a:pt x="4778647" y="817928"/>
                    <a:pt x="4654216" y="799411"/>
                  </a:cubicBezTo>
                  <a:cubicBezTo>
                    <a:pt x="4504476" y="777129"/>
                    <a:pt x="4354926" y="753577"/>
                    <a:pt x="4197525" y="730392"/>
                  </a:cubicBezTo>
                  <a:cubicBezTo>
                    <a:pt x="4127067" y="718858"/>
                    <a:pt x="4056763" y="706267"/>
                    <a:pt x="3986116" y="696036"/>
                  </a:cubicBezTo>
                  <a:cubicBezTo>
                    <a:pt x="3877133" y="680254"/>
                    <a:pt x="3767754" y="667177"/>
                    <a:pt x="3658837" y="650973"/>
                  </a:cubicBezTo>
                  <a:cubicBezTo>
                    <a:pt x="3511946" y="629120"/>
                    <a:pt x="3365349" y="605300"/>
                    <a:pt x="3218600" y="582495"/>
                  </a:cubicBezTo>
                  <a:cubicBezTo>
                    <a:pt x="3107119" y="565171"/>
                    <a:pt x="2995651" y="547733"/>
                    <a:pt x="2884063" y="531123"/>
                  </a:cubicBezTo>
                  <a:cubicBezTo>
                    <a:pt x="2837660" y="524218"/>
                    <a:pt x="2790955" y="519334"/>
                    <a:pt x="2735313" y="512401"/>
                  </a:cubicBezTo>
                  <a:close/>
                  <a:moveTo>
                    <a:pt x="2029254" y="2070"/>
                  </a:moveTo>
                  <a:cubicBezTo>
                    <a:pt x="2115915" y="15346"/>
                    <a:pt x="2197108" y="24086"/>
                    <a:pt x="2277902" y="35614"/>
                  </a:cubicBezTo>
                  <a:cubicBezTo>
                    <a:pt x="2386758" y="51147"/>
                    <a:pt x="2495282" y="68981"/>
                    <a:pt x="2603991" y="85545"/>
                  </a:cubicBezTo>
                  <a:cubicBezTo>
                    <a:pt x="2712726" y="102109"/>
                    <a:pt x="2821484" y="118515"/>
                    <a:pt x="2930284" y="134636"/>
                  </a:cubicBezTo>
                  <a:cubicBezTo>
                    <a:pt x="3017938" y="147624"/>
                    <a:pt x="3105666" y="160126"/>
                    <a:pt x="3193371" y="172765"/>
                  </a:cubicBezTo>
                  <a:cubicBezTo>
                    <a:pt x="3281090" y="185407"/>
                    <a:pt x="3368893" y="197470"/>
                    <a:pt x="3456530" y="210656"/>
                  </a:cubicBezTo>
                  <a:cubicBezTo>
                    <a:pt x="3582223" y="229566"/>
                    <a:pt x="3707781" y="249388"/>
                    <a:pt x="3833433" y="268591"/>
                  </a:cubicBezTo>
                  <a:cubicBezTo>
                    <a:pt x="3942154" y="285207"/>
                    <a:pt x="4050889" y="301734"/>
                    <a:pt x="4159682" y="317861"/>
                  </a:cubicBezTo>
                  <a:cubicBezTo>
                    <a:pt x="4247342" y="330854"/>
                    <a:pt x="4335100" y="343181"/>
                    <a:pt x="4422812" y="355821"/>
                  </a:cubicBezTo>
                  <a:cubicBezTo>
                    <a:pt x="4510525" y="368461"/>
                    <a:pt x="4598311" y="380621"/>
                    <a:pt x="4685925" y="393904"/>
                  </a:cubicBezTo>
                  <a:cubicBezTo>
                    <a:pt x="4790405" y="409743"/>
                    <a:pt x="4894611" y="427404"/>
                    <a:pt x="4999166" y="442705"/>
                  </a:cubicBezTo>
                  <a:cubicBezTo>
                    <a:pt x="5108116" y="458649"/>
                    <a:pt x="5217691" y="470618"/>
                    <a:pt x="5326258" y="488727"/>
                  </a:cubicBezTo>
                  <a:cubicBezTo>
                    <a:pt x="5365386" y="495253"/>
                    <a:pt x="5412764" y="504000"/>
                    <a:pt x="5438804" y="529605"/>
                  </a:cubicBezTo>
                  <a:cubicBezTo>
                    <a:pt x="5876501" y="960021"/>
                    <a:pt x="6311710" y="1392972"/>
                    <a:pt x="6746843" y="1825993"/>
                  </a:cubicBezTo>
                  <a:cubicBezTo>
                    <a:pt x="7002110" y="2080021"/>
                    <a:pt x="7256248" y="2335185"/>
                    <a:pt x="7511010" y="2589722"/>
                  </a:cubicBezTo>
                  <a:cubicBezTo>
                    <a:pt x="7522174" y="2600876"/>
                    <a:pt x="7534500" y="2610868"/>
                    <a:pt x="7546284" y="2621402"/>
                  </a:cubicBezTo>
                  <a:cubicBezTo>
                    <a:pt x="7546556" y="2628262"/>
                    <a:pt x="7546828" y="2635124"/>
                    <a:pt x="7544020" y="2646812"/>
                  </a:cubicBezTo>
                  <a:cubicBezTo>
                    <a:pt x="7514014" y="2716129"/>
                    <a:pt x="7485292" y="2779950"/>
                    <a:pt x="7460985" y="2845410"/>
                  </a:cubicBezTo>
                  <a:cubicBezTo>
                    <a:pt x="7450080" y="2874783"/>
                    <a:pt x="7435210" y="2887265"/>
                    <a:pt x="7404126" y="2883817"/>
                  </a:cubicBezTo>
                  <a:cubicBezTo>
                    <a:pt x="7365607" y="2879547"/>
                    <a:pt x="7326858" y="2875799"/>
                    <a:pt x="7288149" y="2875092"/>
                  </a:cubicBezTo>
                  <a:cubicBezTo>
                    <a:pt x="7091306" y="2871495"/>
                    <a:pt x="6894442" y="2869007"/>
                    <a:pt x="6697590" y="2865894"/>
                  </a:cubicBezTo>
                  <a:cubicBezTo>
                    <a:pt x="6687642" y="2865736"/>
                    <a:pt x="6677766" y="2862821"/>
                    <a:pt x="6667791" y="2862144"/>
                  </a:cubicBezTo>
                  <a:cubicBezTo>
                    <a:pt x="6636834" y="2860045"/>
                    <a:pt x="6605846" y="2858408"/>
                    <a:pt x="6576758" y="2856703"/>
                  </a:cubicBezTo>
                  <a:cubicBezTo>
                    <a:pt x="6573708" y="2865724"/>
                    <a:pt x="6572033" y="2868370"/>
                    <a:pt x="6572028" y="2871020"/>
                  </a:cubicBezTo>
                  <a:cubicBezTo>
                    <a:pt x="6571686" y="3055314"/>
                    <a:pt x="6570950" y="3239611"/>
                    <a:pt x="6572506" y="3423889"/>
                  </a:cubicBezTo>
                  <a:cubicBezTo>
                    <a:pt x="6572602" y="3435535"/>
                    <a:pt x="6588407" y="3453094"/>
                    <a:pt x="6600695" y="3457623"/>
                  </a:cubicBezTo>
                  <a:cubicBezTo>
                    <a:pt x="6687376" y="3489581"/>
                    <a:pt x="6747082" y="3548565"/>
                    <a:pt x="6791449" y="3628640"/>
                  </a:cubicBezTo>
                  <a:cubicBezTo>
                    <a:pt x="6845736" y="3726617"/>
                    <a:pt x="6839724" y="3836335"/>
                    <a:pt x="6857207" y="3940975"/>
                  </a:cubicBezTo>
                  <a:cubicBezTo>
                    <a:pt x="6878403" y="4067845"/>
                    <a:pt x="6886788" y="4196805"/>
                    <a:pt x="6903046" y="4324564"/>
                  </a:cubicBezTo>
                  <a:cubicBezTo>
                    <a:pt x="6921804" y="4471967"/>
                    <a:pt x="6943474" y="4618996"/>
                    <a:pt x="6963037" y="4766300"/>
                  </a:cubicBezTo>
                  <a:cubicBezTo>
                    <a:pt x="6967844" y="4802501"/>
                    <a:pt x="6969387" y="4839138"/>
                    <a:pt x="6972776" y="4879723"/>
                  </a:cubicBezTo>
                  <a:cubicBezTo>
                    <a:pt x="6704142" y="4879723"/>
                    <a:pt x="6441738" y="4879723"/>
                    <a:pt x="6175232" y="4879642"/>
                  </a:cubicBezTo>
                  <a:cubicBezTo>
                    <a:pt x="6102172" y="4879561"/>
                    <a:pt x="6033215" y="4879561"/>
                    <a:pt x="5962963" y="4879561"/>
                  </a:cubicBezTo>
                  <a:cubicBezTo>
                    <a:pt x="5962963" y="4859306"/>
                    <a:pt x="5961569" y="4846271"/>
                    <a:pt x="5963189" y="4833623"/>
                  </a:cubicBezTo>
                  <a:cubicBezTo>
                    <a:pt x="5973762" y="4751091"/>
                    <a:pt x="5985366" y="4668692"/>
                    <a:pt x="5995905" y="4586155"/>
                  </a:cubicBezTo>
                  <a:cubicBezTo>
                    <a:pt x="6008818" y="4485014"/>
                    <a:pt x="6020714" y="4383742"/>
                    <a:pt x="6033609" y="4282598"/>
                  </a:cubicBezTo>
                  <a:cubicBezTo>
                    <a:pt x="6046858" y="4178676"/>
                    <a:pt x="6060532" y="4074807"/>
                    <a:pt x="6074494" y="3970977"/>
                  </a:cubicBezTo>
                  <a:cubicBezTo>
                    <a:pt x="6085580" y="3888539"/>
                    <a:pt x="6091594" y="3804814"/>
                    <a:pt x="6110839" y="3724284"/>
                  </a:cubicBezTo>
                  <a:cubicBezTo>
                    <a:pt x="6124274" y="3668059"/>
                    <a:pt x="6156256" y="3616268"/>
                    <a:pt x="6179953" y="3562495"/>
                  </a:cubicBezTo>
                  <a:cubicBezTo>
                    <a:pt x="6229304" y="3516273"/>
                    <a:pt x="6280332" y="3472924"/>
                    <a:pt x="6346704" y="3451808"/>
                  </a:cubicBezTo>
                  <a:cubicBezTo>
                    <a:pt x="6353848" y="3449535"/>
                    <a:pt x="6361322" y="3434727"/>
                    <a:pt x="6361364" y="3425699"/>
                  </a:cubicBezTo>
                  <a:cubicBezTo>
                    <a:pt x="6362209" y="3238497"/>
                    <a:pt x="6362000" y="3051289"/>
                    <a:pt x="6362000" y="2853006"/>
                  </a:cubicBezTo>
                  <a:cubicBezTo>
                    <a:pt x="6309159" y="2851510"/>
                    <a:pt x="6257422" y="2855343"/>
                    <a:pt x="6207548" y="2847427"/>
                  </a:cubicBezTo>
                  <a:cubicBezTo>
                    <a:pt x="6126986" y="2834639"/>
                    <a:pt x="6085204" y="2868421"/>
                    <a:pt x="6048186" y="2938389"/>
                  </a:cubicBezTo>
                  <a:cubicBezTo>
                    <a:pt x="5987541" y="3053013"/>
                    <a:pt x="5918557" y="3163974"/>
                    <a:pt x="5844548" y="3270547"/>
                  </a:cubicBezTo>
                  <a:cubicBezTo>
                    <a:pt x="5782400" y="3360039"/>
                    <a:pt x="5684387" y="3399169"/>
                    <a:pt x="5579380" y="3414553"/>
                  </a:cubicBezTo>
                  <a:cubicBezTo>
                    <a:pt x="5388858" y="3442464"/>
                    <a:pt x="5199781" y="3421729"/>
                    <a:pt x="5014944" y="3376183"/>
                  </a:cubicBezTo>
                  <a:cubicBezTo>
                    <a:pt x="4822745" y="3328823"/>
                    <a:pt x="4630678" y="3277569"/>
                    <a:pt x="4443817" y="3212824"/>
                  </a:cubicBezTo>
                  <a:cubicBezTo>
                    <a:pt x="4247205" y="3144700"/>
                    <a:pt x="4055328" y="3062041"/>
                    <a:pt x="3864229" y="2979168"/>
                  </a:cubicBezTo>
                  <a:cubicBezTo>
                    <a:pt x="3727586" y="2919909"/>
                    <a:pt x="3594154" y="2852684"/>
                    <a:pt x="3461932" y="2783932"/>
                  </a:cubicBezTo>
                  <a:cubicBezTo>
                    <a:pt x="3230845" y="2663775"/>
                    <a:pt x="3006953" y="2530536"/>
                    <a:pt x="2799408" y="2373069"/>
                  </a:cubicBezTo>
                  <a:cubicBezTo>
                    <a:pt x="2649237" y="2259133"/>
                    <a:pt x="2505753" y="2135645"/>
                    <a:pt x="2404663" y="1972150"/>
                  </a:cubicBezTo>
                  <a:cubicBezTo>
                    <a:pt x="2344361" y="1874624"/>
                    <a:pt x="2314470" y="1769529"/>
                    <a:pt x="2345158" y="1656216"/>
                  </a:cubicBezTo>
                  <a:cubicBezTo>
                    <a:pt x="2358051" y="1608613"/>
                    <a:pt x="2383253" y="1563687"/>
                    <a:pt x="2407039" y="1519810"/>
                  </a:cubicBezTo>
                  <a:cubicBezTo>
                    <a:pt x="2486149" y="1373877"/>
                    <a:pt x="2567157" y="1228974"/>
                    <a:pt x="2647430" y="1083673"/>
                  </a:cubicBezTo>
                  <a:cubicBezTo>
                    <a:pt x="2659773" y="1061334"/>
                    <a:pt x="2672085" y="1038978"/>
                    <a:pt x="2684074" y="1017242"/>
                  </a:cubicBezTo>
                  <a:cubicBezTo>
                    <a:pt x="2413341" y="767448"/>
                    <a:pt x="2144235" y="519153"/>
                    <a:pt x="1872024" y="267996"/>
                  </a:cubicBezTo>
                  <a:cubicBezTo>
                    <a:pt x="1912525" y="181559"/>
                    <a:pt x="1953677" y="93729"/>
                    <a:pt x="1994782" y="2774"/>
                  </a:cubicBezTo>
                  <a:cubicBezTo>
                    <a:pt x="2004357" y="-642"/>
                    <a:pt x="2013982" y="-933"/>
                    <a:pt x="2029254" y="207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00" name="Group 99">
            <a:extLst>
              <a:ext uri="{FF2B5EF4-FFF2-40B4-BE49-F238E27FC236}">
                <a16:creationId xmlns:a16="http://schemas.microsoft.com/office/drawing/2014/main" id="{D579CA2E-CBA8-E434-6069-A636997FB5D7}"/>
              </a:ext>
              <a:ext uri="{C183D7F6-B498-43B3-948B-1728B52AA6E4}">
                <adec:decorative xmlns:adec="http://schemas.microsoft.com/office/drawing/2017/decorative" val="1"/>
              </a:ext>
            </a:extLst>
          </p:cNvPr>
          <p:cNvGrpSpPr>
            <a:grpSpLocks noChangeAspect="1"/>
          </p:cNvGrpSpPr>
          <p:nvPr/>
        </p:nvGrpSpPr>
        <p:grpSpPr>
          <a:xfrm>
            <a:off x="4955607" y="2223703"/>
            <a:ext cx="715859" cy="457200"/>
            <a:chOff x="4955607" y="2223703"/>
            <a:chExt cx="715859" cy="457200"/>
          </a:xfrm>
          <a:solidFill>
            <a:srgbClr val="FF0000"/>
          </a:solidFill>
        </p:grpSpPr>
        <p:sp>
          <p:nvSpPr>
            <p:cNvPr id="1106" name="Freeform: Shape 1105">
              <a:extLst>
                <a:ext uri="{FF2B5EF4-FFF2-40B4-BE49-F238E27FC236}">
                  <a16:creationId xmlns:a16="http://schemas.microsoft.com/office/drawing/2014/main" id="{DE63D5D1-E765-AF27-5489-46D6625A4E15}"/>
                </a:ext>
                <a:ext uri="{C183D7F6-B498-43B3-948B-1728B52AA6E4}">
                  <adec:decorative xmlns:adec="http://schemas.microsoft.com/office/drawing/2017/decorative" val="1"/>
                </a:ext>
              </a:extLst>
            </p:cNvPr>
            <p:cNvSpPr/>
            <p:nvPr/>
          </p:nvSpPr>
          <p:spPr>
            <a:xfrm>
              <a:off x="5008355" y="2223703"/>
              <a:ext cx="663111" cy="364816"/>
            </a:xfrm>
            <a:custGeom>
              <a:avLst/>
              <a:gdLst>
                <a:gd name="connsiteX0" fmla="*/ 1 w 9946659"/>
                <a:gd name="connsiteY0" fmla="*/ 5237908 h 5472241"/>
                <a:gd name="connsiteX1" fmla="*/ 462879 w 9946659"/>
                <a:gd name="connsiteY1" fmla="*/ 5237908 h 5472241"/>
                <a:gd name="connsiteX2" fmla="*/ 462879 w 9946659"/>
                <a:gd name="connsiteY2" fmla="*/ 5472241 h 5472241"/>
                <a:gd name="connsiteX3" fmla="*/ 1 w 9946659"/>
                <a:gd name="connsiteY3" fmla="*/ 5472241 h 5472241"/>
                <a:gd name="connsiteX4" fmla="*/ 925767 w 9946659"/>
                <a:gd name="connsiteY4" fmla="*/ 5006464 h 5472241"/>
                <a:gd name="connsiteX5" fmla="*/ 1388645 w 9946659"/>
                <a:gd name="connsiteY5" fmla="*/ 5006464 h 5472241"/>
                <a:gd name="connsiteX6" fmla="*/ 1388645 w 9946659"/>
                <a:gd name="connsiteY6" fmla="*/ 5469342 h 5472241"/>
                <a:gd name="connsiteX7" fmla="*/ 925767 w 9946659"/>
                <a:gd name="connsiteY7" fmla="*/ 5469342 h 5472241"/>
                <a:gd name="connsiteX8" fmla="*/ 2 w 9946659"/>
                <a:gd name="connsiteY8" fmla="*/ 3846354 h 5472241"/>
                <a:gd name="connsiteX9" fmla="*/ 1388656 w 9946659"/>
                <a:gd name="connsiteY9" fmla="*/ 3846354 h 5472241"/>
                <a:gd name="connsiteX10" fmla="*/ 1388656 w 9946659"/>
                <a:gd name="connsiteY10" fmla="*/ 4080687 h 5472241"/>
                <a:gd name="connsiteX11" fmla="*/ 2 w 9946659"/>
                <a:gd name="connsiteY11" fmla="*/ 4080687 h 5472241"/>
                <a:gd name="connsiteX12" fmla="*/ 4036881 w 9946659"/>
                <a:gd name="connsiteY12" fmla="*/ 3627818 h 5472241"/>
                <a:gd name="connsiteX13" fmla="*/ 4499759 w 9946659"/>
                <a:gd name="connsiteY13" fmla="*/ 3627818 h 5472241"/>
                <a:gd name="connsiteX14" fmla="*/ 4499759 w 9946659"/>
                <a:gd name="connsiteY14" fmla="*/ 4553585 h 5472241"/>
                <a:gd name="connsiteX15" fmla="*/ 4036881 w 9946659"/>
                <a:gd name="connsiteY15" fmla="*/ 4553585 h 5472241"/>
                <a:gd name="connsiteX16" fmla="*/ 5886224 w 9946659"/>
                <a:gd name="connsiteY16" fmla="*/ 3396780 h 5472241"/>
                <a:gd name="connsiteX17" fmla="*/ 6351412 w 9946659"/>
                <a:gd name="connsiteY17" fmla="*/ 3396780 h 5472241"/>
                <a:gd name="connsiteX18" fmla="*/ 6351412 w 9946659"/>
                <a:gd name="connsiteY18" fmla="*/ 4553992 h 5472241"/>
                <a:gd name="connsiteX19" fmla="*/ 5886224 w 9946659"/>
                <a:gd name="connsiteY19" fmla="*/ 4553992 h 5472241"/>
                <a:gd name="connsiteX20" fmla="*/ 1 w 9946659"/>
                <a:gd name="connsiteY20" fmla="*/ 3383465 h 5472241"/>
                <a:gd name="connsiteX21" fmla="*/ 1388655 w 9946659"/>
                <a:gd name="connsiteY21" fmla="*/ 3383465 h 5472241"/>
                <a:gd name="connsiteX22" fmla="*/ 1388655 w 9946659"/>
                <a:gd name="connsiteY22" fmla="*/ 3614909 h 5472241"/>
                <a:gd name="connsiteX23" fmla="*/ 1 w 9946659"/>
                <a:gd name="connsiteY23" fmla="*/ 3614909 h 5472241"/>
                <a:gd name="connsiteX24" fmla="*/ 4962585 w 9946659"/>
                <a:gd name="connsiteY24" fmla="*/ 2933495 h 5472241"/>
                <a:gd name="connsiteX25" fmla="*/ 5425463 w 9946659"/>
                <a:gd name="connsiteY25" fmla="*/ 2933495 h 5472241"/>
                <a:gd name="connsiteX26" fmla="*/ 5425463 w 9946659"/>
                <a:gd name="connsiteY26" fmla="*/ 4553585 h 5472241"/>
                <a:gd name="connsiteX27" fmla="*/ 4962585 w 9946659"/>
                <a:gd name="connsiteY27" fmla="*/ 4553585 h 5472241"/>
                <a:gd name="connsiteX28" fmla="*/ 1 w 9946659"/>
                <a:gd name="connsiteY28" fmla="*/ 2917688 h 5472241"/>
                <a:gd name="connsiteX29" fmla="*/ 1388655 w 9946659"/>
                <a:gd name="connsiteY29" fmla="*/ 2917688 h 5472241"/>
                <a:gd name="connsiteX30" fmla="*/ 1388655 w 9946659"/>
                <a:gd name="connsiteY30" fmla="*/ 3152021 h 5472241"/>
                <a:gd name="connsiteX31" fmla="*/ 1 w 9946659"/>
                <a:gd name="connsiteY31" fmla="*/ 3152021 h 5472241"/>
                <a:gd name="connsiteX32" fmla="*/ 6814128 w 9946659"/>
                <a:gd name="connsiteY32" fmla="*/ 2470606 h 5472241"/>
                <a:gd name="connsiteX33" fmla="*/ 7277006 w 9946659"/>
                <a:gd name="connsiteY33" fmla="*/ 2470606 h 5472241"/>
                <a:gd name="connsiteX34" fmla="*/ 7277006 w 9946659"/>
                <a:gd name="connsiteY34" fmla="*/ 4553585 h 5472241"/>
                <a:gd name="connsiteX35" fmla="*/ 6814128 w 9946659"/>
                <a:gd name="connsiteY35" fmla="*/ 4553585 h 5472241"/>
                <a:gd name="connsiteX36" fmla="*/ 1 w 9946659"/>
                <a:gd name="connsiteY36" fmla="*/ 2454809 h 5472241"/>
                <a:gd name="connsiteX37" fmla="*/ 1388655 w 9946659"/>
                <a:gd name="connsiteY37" fmla="*/ 2454809 h 5472241"/>
                <a:gd name="connsiteX38" fmla="*/ 1388655 w 9946659"/>
                <a:gd name="connsiteY38" fmla="*/ 2686253 h 5472241"/>
                <a:gd name="connsiteX39" fmla="*/ 1 w 9946659"/>
                <a:gd name="connsiteY39" fmla="*/ 2686253 h 5472241"/>
                <a:gd name="connsiteX40" fmla="*/ 0 w 9946659"/>
                <a:gd name="connsiteY40" fmla="*/ 1989032 h 5472241"/>
                <a:gd name="connsiteX41" fmla="*/ 1388655 w 9946659"/>
                <a:gd name="connsiteY41" fmla="*/ 1989032 h 5472241"/>
                <a:gd name="connsiteX42" fmla="*/ 1388655 w 9946659"/>
                <a:gd name="connsiteY42" fmla="*/ 2223365 h 5472241"/>
                <a:gd name="connsiteX43" fmla="*/ 0 w 9946659"/>
                <a:gd name="connsiteY43" fmla="*/ 2223365 h 5472241"/>
                <a:gd name="connsiteX44" fmla="*/ 7739884 w 9946659"/>
                <a:gd name="connsiteY44" fmla="*/ 1776284 h 5472241"/>
                <a:gd name="connsiteX45" fmla="*/ 8202762 w 9946659"/>
                <a:gd name="connsiteY45" fmla="*/ 1776284 h 5472241"/>
                <a:gd name="connsiteX46" fmla="*/ 8202762 w 9946659"/>
                <a:gd name="connsiteY46" fmla="*/ 4553585 h 5472241"/>
                <a:gd name="connsiteX47" fmla="*/ 7739884 w 9946659"/>
                <a:gd name="connsiteY47" fmla="*/ 4553585 h 5472241"/>
                <a:gd name="connsiteX48" fmla="*/ 0 w 9946659"/>
                <a:gd name="connsiteY48" fmla="*/ 1534829 h 5472241"/>
                <a:gd name="connsiteX49" fmla="*/ 1388655 w 9946659"/>
                <a:gd name="connsiteY49" fmla="*/ 1534829 h 5472241"/>
                <a:gd name="connsiteX50" fmla="*/ 1388655 w 9946659"/>
                <a:gd name="connsiteY50" fmla="*/ 1766273 h 5472241"/>
                <a:gd name="connsiteX51" fmla="*/ 0 w 9946659"/>
                <a:gd name="connsiteY51" fmla="*/ 1766273 h 5472241"/>
                <a:gd name="connsiteX52" fmla="*/ 9252326 w 9946659"/>
                <a:gd name="connsiteY52" fmla="*/ 0 h 5472241"/>
                <a:gd name="connsiteX53" fmla="*/ 9946659 w 9946659"/>
                <a:gd name="connsiteY53" fmla="*/ 0 h 5472241"/>
                <a:gd name="connsiteX54" fmla="*/ 9946659 w 9946659"/>
                <a:gd name="connsiteY54" fmla="*/ 694333 h 5472241"/>
                <a:gd name="connsiteX55" fmla="*/ 9252326 w 9946659"/>
                <a:gd name="connsiteY55" fmla="*/ 694333 h 547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946659" h="5472241">
                  <a:moveTo>
                    <a:pt x="1" y="5237908"/>
                  </a:moveTo>
                  <a:lnTo>
                    <a:pt x="462879" y="5237908"/>
                  </a:lnTo>
                  <a:lnTo>
                    <a:pt x="462879" y="5472241"/>
                  </a:lnTo>
                  <a:lnTo>
                    <a:pt x="1" y="5472241"/>
                  </a:lnTo>
                  <a:close/>
                  <a:moveTo>
                    <a:pt x="925767" y="5006464"/>
                  </a:moveTo>
                  <a:lnTo>
                    <a:pt x="1388645" y="5006464"/>
                  </a:lnTo>
                  <a:lnTo>
                    <a:pt x="1388645" y="5469342"/>
                  </a:lnTo>
                  <a:lnTo>
                    <a:pt x="925767" y="5469342"/>
                  </a:lnTo>
                  <a:close/>
                  <a:moveTo>
                    <a:pt x="2" y="3846354"/>
                  </a:moveTo>
                  <a:lnTo>
                    <a:pt x="1388656" y="3846354"/>
                  </a:lnTo>
                  <a:lnTo>
                    <a:pt x="1388656" y="4080687"/>
                  </a:lnTo>
                  <a:lnTo>
                    <a:pt x="2" y="4080687"/>
                  </a:lnTo>
                  <a:close/>
                  <a:moveTo>
                    <a:pt x="4036881" y="3627818"/>
                  </a:moveTo>
                  <a:lnTo>
                    <a:pt x="4499759" y="3627818"/>
                  </a:lnTo>
                  <a:lnTo>
                    <a:pt x="4499759" y="4553585"/>
                  </a:lnTo>
                  <a:lnTo>
                    <a:pt x="4036881" y="4553585"/>
                  </a:lnTo>
                  <a:close/>
                  <a:moveTo>
                    <a:pt x="5886224" y="3396780"/>
                  </a:moveTo>
                  <a:lnTo>
                    <a:pt x="6351412" y="3396780"/>
                  </a:lnTo>
                  <a:lnTo>
                    <a:pt x="6351412" y="4553992"/>
                  </a:lnTo>
                  <a:lnTo>
                    <a:pt x="5886224" y="4553992"/>
                  </a:lnTo>
                  <a:close/>
                  <a:moveTo>
                    <a:pt x="1" y="3383465"/>
                  </a:moveTo>
                  <a:lnTo>
                    <a:pt x="1388655" y="3383465"/>
                  </a:lnTo>
                  <a:lnTo>
                    <a:pt x="1388655" y="3614909"/>
                  </a:lnTo>
                  <a:lnTo>
                    <a:pt x="1" y="3614909"/>
                  </a:lnTo>
                  <a:close/>
                  <a:moveTo>
                    <a:pt x="4962585" y="2933495"/>
                  </a:moveTo>
                  <a:lnTo>
                    <a:pt x="5425463" y="2933495"/>
                  </a:lnTo>
                  <a:lnTo>
                    <a:pt x="5425463" y="4553585"/>
                  </a:lnTo>
                  <a:lnTo>
                    <a:pt x="4962585" y="4553585"/>
                  </a:lnTo>
                  <a:close/>
                  <a:moveTo>
                    <a:pt x="1" y="2917688"/>
                  </a:moveTo>
                  <a:lnTo>
                    <a:pt x="1388655" y="2917688"/>
                  </a:lnTo>
                  <a:lnTo>
                    <a:pt x="1388655" y="3152021"/>
                  </a:lnTo>
                  <a:lnTo>
                    <a:pt x="1" y="3152021"/>
                  </a:lnTo>
                  <a:close/>
                  <a:moveTo>
                    <a:pt x="6814128" y="2470606"/>
                  </a:moveTo>
                  <a:lnTo>
                    <a:pt x="7277006" y="2470606"/>
                  </a:lnTo>
                  <a:lnTo>
                    <a:pt x="7277006" y="4553585"/>
                  </a:lnTo>
                  <a:lnTo>
                    <a:pt x="6814128" y="4553585"/>
                  </a:lnTo>
                  <a:close/>
                  <a:moveTo>
                    <a:pt x="1" y="2454809"/>
                  </a:moveTo>
                  <a:lnTo>
                    <a:pt x="1388655" y="2454809"/>
                  </a:lnTo>
                  <a:lnTo>
                    <a:pt x="1388655" y="2686253"/>
                  </a:lnTo>
                  <a:lnTo>
                    <a:pt x="1" y="2686253"/>
                  </a:lnTo>
                  <a:close/>
                  <a:moveTo>
                    <a:pt x="0" y="1989032"/>
                  </a:moveTo>
                  <a:lnTo>
                    <a:pt x="1388655" y="1989032"/>
                  </a:lnTo>
                  <a:lnTo>
                    <a:pt x="1388655" y="2223365"/>
                  </a:lnTo>
                  <a:lnTo>
                    <a:pt x="0" y="2223365"/>
                  </a:lnTo>
                  <a:close/>
                  <a:moveTo>
                    <a:pt x="7739884" y="1776284"/>
                  </a:moveTo>
                  <a:lnTo>
                    <a:pt x="8202762" y="1776284"/>
                  </a:lnTo>
                  <a:lnTo>
                    <a:pt x="8202762" y="4553585"/>
                  </a:lnTo>
                  <a:lnTo>
                    <a:pt x="7739884" y="4553585"/>
                  </a:lnTo>
                  <a:close/>
                  <a:moveTo>
                    <a:pt x="0" y="1534829"/>
                  </a:moveTo>
                  <a:lnTo>
                    <a:pt x="1388655" y="1534829"/>
                  </a:lnTo>
                  <a:lnTo>
                    <a:pt x="1388655" y="1766273"/>
                  </a:lnTo>
                  <a:lnTo>
                    <a:pt x="0" y="1766273"/>
                  </a:lnTo>
                  <a:close/>
                  <a:moveTo>
                    <a:pt x="9252326" y="0"/>
                  </a:moveTo>
                  <a:lnTo>
                    <a:pt x="9946659" y="0"/>
                  </a:lnTo>
                  <a:lnTo>
                    <a:pt x="9946659" y="694333"/>
                  </a:lnTo>
                  <a:lnTo>
                    <a:pt x="9252326" y="694333"/>
                  </a:lnTo>
                  <a:close/>
                </a:path>
              </a:pathLst>
            </a:custGeom>
            <a:solidFill>
              <a:schemeClr val="accent1"/>
            </a:solidFill>
            <a:ln w="9525" cap="flat">
              <a:noFill/>
              <a:prstDash val="solid"/>
              <a:miter/>
            </a:ln>
          </p:spPr>
          <p:txBody>
            <a:bodyPr wrap="square" rtlCol="0" anchor="ctr">
              <a:noAutofit/>
            </a:bodyPr>
            <a:lstStyle/>
            <a:p>
              <a:endParaRPr lang="en-US" dirty="0"/>
            </a:p>
          </p:txBody>
        </p:sp>
        <p:sp>
          <p:nvSpPr>
            <p:cNvPr id="1107" name="Freeform: Shape 1106">
              <a:extLst>
                <a:ext uri="{FF2B5EF4-FFF2-40B4-BE49-F238E27FC236}">
                  <a16:creationId xmlns:a16="http://schemas.microsoft.com/office/drawing/2014/main" id="{BA28E6C4-5BB7-A99C-CC1D-6048F19542A4}"/>
                </a:ext>
                <a:ext uri="{C183D7F6-B498-43B3-948B-1728B52AA6E4}">
                  <adec:decorative xmlns:adec="http://schemas.microsoft.com/office/drawing/2017/decorative" val="1"/>
                </a:ext>
              </a:extLst>
            </p:cNvPr>
            <p:cNvSpPr/>
            <p:nvPr/>
          </p:nvSpPr>
          <p:spPr>
            <a:xfrm rot="10800000">
              <a:off x="4955607" y="2233294"/>
              <a:ext cx="707850" cy="447609"/>
            </a:xfrm>
            <a:custGeom>
              <a:avLst/>
              <a:gdLst>
                <a:gd name="connsiteX0" fmla="*/ 5087477 w 10617749"/>
                <a:gd name="connsiteY0" fmla="*/ 1150851 h 6714141"/>
                <a:gd name="connsiteX1" fmla="*/ 468613 w 10617749"/>
                <a:gd name="connsiteY1" fmla="*/ 1150851 h 6714141"/>
                <a:gd name="connsiteX2" fmla="*/ 468659 w 10617749"/>
                <a:gd name="connsiteY2" fmla="*/ 1150842 h 6714141"/>
                <a:gd name="connsiteX3" fmla="*/ 3483773 w 10617749"/>
                <a:gd name="connsiteY3" fmla="*/ 1150842 h 6714141"/>
                <a:gd name="connsiteX4" fmla="*/ 3483773 w 10617749"/>
                <a:gd name="connsiteY4" fmla="*/ 470403 h 6714141"/>
                <a:gd name="connsiteX5" fmla="*/ 2310938 w 10617749"/>
                <a:gd name="connsiteY5" fmla="*/ 470403 h 6714141"/>
                <a:gd name="connsiteX6" fmla="*/ 1863679 w 10617749"/>
                <a:gd name="connsiteY6" fmla="*/ 0 h 6714141"/>
                <a:gd name="connsiteX7" fmla="*/ 5565015 w 10617749"/>
                <a:gd name="connsiteY7" fmla="*/ 0 h 6714141"/>
                <a:gd name="connsiteX8" fmla="*/ 5117756 w 10617749"/>
                <a:gd name="connsiteY8" fmla="*/ 470403 h 6714141"/>
                <a:gd name="connsiteX9" fmla="*/ 3946660 w 10617749"/>
                <a:gd name="connsiteY9" fmla="*/ 470403 h 6714141"/>
                <a:gd name="connsiteX10" fmla="*/ 3946660 w 10617749"/>
                <a:gd name="connsiteY10" fmla="*/ 1150842 h 6714141"/>
                <a:gd name="connsiteX11" fmla="*/ 5087477 w 10617749"/>
                <a:gd name="connsiteY11" fmla="*/ 1150842 h 6714141"/>
                <a:gd name="connsiteX12" fmla="*/ 5087478 w 10617749"/>
                <a:gd name="connsiteY12" fmla="*/ 5767607 h 6714141"/>
                <a:gd name="connsiteX13" fmla="*/ 4624593 w 10617749"/>
                <a:gd name="connsiteY13" fmla="*/ 5767607 h 6714141"/>
                <a:gd name="connsiteX14" fmla="*/ 4624593 w 10617749"/>
                <a:gd name="connsiteY14" fmla="*/ 5536165 h 6714141"/>
                <a:gd name="connsiteX15" fmla="*/ 5087478 w 10617749"/>
                <a:gd name="connsiteY15" fmla="*/ 5536165 h 6714141"/>
                <a:gd name="connsiteX16" fmla="*/ 6247769 w 10617749"/>
                <a:gd name="connsiteY16" fmla="*/ 5769855 h 6714141"/>
                <a:gd name="connsiteX17" fmla="*/ 5319685 w 10617749"/>
                <a:gd name="connsiteY17" fmla="*/ 5769855 h 6714141"/>
                <a:gd name="connsiteX18" fmla="*/ 5319685 w 10617749"/>
                <a:gd name="connsiteY18" fmla="*/ 5538413 h 6714141"/>
                <a:gd name="connsiteX19" fmla="*/ 6247192 w 10617749"/>
                <a:gd name="connsiteY19" fmla="*/ 5538413 h 6714141"/>
                <a:gd name="connsiteX20" fmla="*/ 6247192 w 10617749"/>
                <a:gd name="connsiteY20" fmla="*/ 4153232 h 6714141"/>
                <a:gd name="connsiteX21" fmla="*/ 6478634 w 10617749"/>
                <a:gd name="connsiteY21" fmla="*/ 4153232 h 6714141"/>
                <a:gd name="connsiteX22" fmla="*/ 6478634 w 10617749"/>
                <a:gd name="connsiteY22" fmla="*/ 5538990 h 6714141"/>
                <a:gd name="connsiteX23" fmla="*/ 6247769 w 10617749"/>
                <a:gd name="connsiteY23" fmla="*/ 5769855 h 6714141"/>
                <a:gd name="connsiteX24" fmla="*/ 9019004 w 10617749"/>
                <a:gd name="connsiteY24" fmla="*/ 6251253 h 6714141"/>
                <a:gd name="connsiteX25" fmla="*/ 9019004 w 10617749"/>
                <a:gd name="connsiteY25" fmla="*/ 6251251 h 6714141"/>
                <a:gd name="connsiteX26" fmla="*/ 10154861 w 10617749"/>
                <a:gd name="connsiteY26" fmla="*/ 6251251 h 6714141"/>
                <a:gd name="connsiteX27" fmla="*/ 10154861 w 10617749"/>
                <a:gd name="connsiteY27" fmla="*/ 5639759 h 6714141"/>
                <a:gd name="connsiteX28" fmla="*/ 10154871 w 10617749"/>
                <a:gd name="connsiteY28" fmla="*/ 5639759 h 6714141"/>
                <a:gd name="connsiteX29" fmla="*/ 10154871 w 10617749"/>
                <a:gd name="connsiteY29" fmla="*/ 2564334 h 6714141"/>
                <a:gd name="connsiteX30" fmla="*/ 10154861 w 10617749"/>
                <a:gd name="connsiteY30" fmla="*/ 2564334 h 6714141"/>
                <a:gd name="connsiteX31" fmla="*/ 10154861 w 10617749"/>
                <a:gd name="connsiteY31" fmla="*/ 726091 h 6714141"/>
                <a:gd name="connsiteX32" fmla="*/ 9019004 w 10617749"/>
                <a:gd name="connsiteY32" fmla="*/ 726091 h 6714141"/>
                <a:gd name="connsiteX33" fmla="*/ 8090926 w 10617749"/>
                <a:gd name="connsiteY33" fmla="*/ 726091 h 6714141"/>
                <a:gd name="connsiteX34" fmla="*/ 8090926 w 10617749"/>
                <a:gd name="connsiteY34" fmla="*/ 3946056 h 6714141"/>
                <a:gd name="connsiteX35" fmla="*/ 8090926 w 10617749"/>
                <a:gd name="connsiteY35" fmla="*/ 6251253 h 6714141"/>
                <a:gd name="connsiteX36" fmla="*/ 10207526 w 10617749"/>
                <a:gd name="connsiteY36" fmla="*/ 6714140 h 6714141"/>
                <a:gd name="connsiteX37" fmla="*/ 8090926 w 10617749"/>
                <a:gd name="connsiteY37" fmla="*/ 6714140 h 6714141"/>
                <a:gd name="connsiteX38" fmla="*/ 7628044 w 10617749"/>
                <a:gd name="connsiteY38" fmla="*/ 6251253 h 6714141"/>
                <a:gd name="connsiteX39" fmla="*/ 7628044 w 10617749"/>
                <a:gd name="connsiteY39" fmla="*/ 4584919 h 6714141"/>
                <a:gd name="connsiteX40" fmla="*/ 7628044 w 10617749"/>
                <a:gd name="connsiteY40" fmla="*/ 726091 h 6714141"/>
                <a:gd name="connsiteX41" fmla="*/ 7628044 w 10617749"/>
                <a:gd name="connsiteY41" fmla="*/ 263204 h 6714141"/>
                <a:gd name="connsiteX42" fmla="*/ 8085543 w 10617749"/>
                <a:gd name="connsiteY42" fmla="*/ 263204 h 6714141"/>
                <a:gd name="connsiteX43" fmla="*/ 8085543 w 10617749"/>
                <a:gd name="connsiteY43" fmla="*/ 0 h 6714141"/>
                <a:gd name="connsiteX44" fmla="*/ 8565427 w 10617749"/>
                <a:gd name="connsiteY44" fmla="*/ 0 h 6714141"/>
                <a:gd name="connsiteX45" fmla="*/ 8565427 w 10617749"/>
                <a:gd name="connsiteY45" fmla="*/ 260191 h 6714141"/>
                <a:gd name="connsiteX46" fmla="*/ 9016693 w 10617749"/>
                <a:gd name="connsiteY46" fmla="*/ 260191 h 6714141"/>
                <a:gd name="connsiteX47" fmla="*/ 9016693 w 10617749"/>
                <a:gd name="connsiteY47" fmla="*/ 263204 h 6714141"/>
                <a:gd name="connsiteX48" fmla="*/ 9019004 w 10617749"/>
                <a:gd name="connsiteY48" fmla="*/ 263204 h 6714141"/>
                <a:gd name="connsiteX49" fmla="*/ 9019004 w 10617749"/>
                <a:gd name="connsiteY49" fmla="*/ 263203 h 6714141"/>
                <a:gd name="connsiteX50" fmla="*/ 9229095 w 10617749"/>
                <a:gd name="connsiteY50" fmla="*/ 263203 h 6714141"/>
                <a:gd name="connsiteX51" fmla="*/ 9229095 w 10617749"/>
                <a:gd name="connsiteY51" fmla="*/ 260191 h 6714141"/>
                <a:gd name="connsiteX52" fmla="*/ 9679763 w 10617749"/>
                <a:gd name="connsiteY52" fmla="*/ 260191 h 6714141"/>
                <a:gd name="connsiteX53" fmla="*/ 9679763 w 10617749"/>
                <a:gd name="connsiteY53" fmla="*/ 0 h 6714141"/>
                <a:gd name="connsiteX54" fmla="*/ 10159647 w 10617749"/>
                <a:gd name="connsiteY54" fmla="*/ 0 h 6714141"/>
                <a:gd name="connsiteX55" fmla="*/ 10159647 w 10617749"/>
                <a:gd name="connsiteY55" fmla="*/ 263204 h 6714141"/>
                <a:gd name="connsiteX56" fmla="*/ 10207526 w 10617749"/>
                <a:gd name="connsiteY56" fmla="*/ 263204 h 6714141"/>
                <a:gd name="connsiteX57" fmla="*/ 10207526 w 10617749"/>
                <a:gd name="connsiteY57" fmla="*/ 268508 h 6714141"/>
                <a:gd name="connsiteX58" fmla="*/ 10248177 w 10617749"/>
                <a:gd name="connsiteY58" fmla="*/ 272603 h 6714141"/>
                <a:gd name="connsiteX59" fmla="*/ 10617749 w 10617749"/>
                <a:gd name="connsiteY59" fmla="*/ 726091 h 6714141"/>
                <a:gd name="connsiteX60" fmla="*/ 10617749 w 10617749"/>
                <a:gd name="connsiteY60" fmla="*/ 2564334 h 6714141"/>
                <a:gd name="connsiteX61" fmla="*/ 10617749 w 10617749"/>
                <a:gd name="connsiteY61" fmla="*/ 2564334 h 6714141"/>
                <a:gd name="connsiteX62" fmla="*/ 10617749 w 10617749"/>
                <a:gd name="connsiteY62" fmla="*/ 6560313 h 6714141"/>
                <a:gd name="connsiteX63" fmla="*/ 10617749 w 10617749"/>
                <a:gd name="connsiteY63" fmla="*/ 6560313 h 6714141"/>
                <a:gd name="connsiteX64" fmla="*/ 10617749 w 10617749"/>
                <a:gd name="connsiteY64" fmla="*/ 6714140 h 6714141"/>
                <a:gd name="connsiteX65" fmla="*/ 10207526 w 10617749"/>
                <a:gd name="connsiteY65" fmla="*/ 6714140 h 6714141"/>
                <a:gd name="connsiteX66" fmla="*/ 3082258 w 10617749"/>
                <a:gd name="connsiteY66" fmla="*/ 6714141 h 6714141"/>
                <a:gd name="connsiteX67" fmla="*/ 851500 w 10617749"/>
                <a:gd name="connsiteY67" fmla="*/ 6714141 h 6714141"/>
                <a:gd name="connsiteX68" fmla="*/ 851500 w 10617749"/>
                <a:gd name="connsiteY68" fmla="*/ 6253572 h 6714141"/>
                <a:gd name="connsiteX69" fmla="*/ 2319239 w 10617749"/>
                <a:gd name="connsiteY69" fmla="*/ 6253572 h 6714141"/>
                <a:gd name="connsiteX70" fmla="*/ 2319239 w 10617749"/>
                <a:gd name="connsiteY70" fmla="*/ 6253571 h 6714141"/>
                <a:gd name="connsiteX71" fmla="*/ 6942679 w 10617749"/>
                <a:gd name="connsiteY71" fmla="*/ 6253571 h 6714141"/>
                <a:gd name="connsiteX72" fmla="*/ 6942679 w 10617749"/>
                <a:gd name="connsiteY72" fmla="*/ 1618932 h 6714141"/>
                <a:gd name="connsiteX73" fmla="*/ 466940 w 10617749"/>
                <a:gd name="connsiteY73" fmla="*/ 1618932 h 6714141"/>
                <a:gd name="connsiteX74" fmla="*/ 465324 w 10617749"/>
                <a:gd name="connsiteY74" fmla="*/ 4140607 h 6714141"/>
                <a:gd name="connsiteX75" fmla="*/ 465323 w 10617749"/>
                <a:gd name="connsiteY75" fmla="*/ 4140607 h 6714141"/>
                <a:gd name="connsiteX76" fmla="*/ 464195 w 10617749"/>
                <a:gd name="connsiteY76" fmla="*/ 5899171 h 6714141"/>
                <a:gd name="connsiteX77" fmla="*/ 0 w 10617749"/>
                <a:gd name="connsiteY77" fmla="*/ 5899171 h 6714141"/>
                <a:gd name="connsiteX78" fmla="*/ 0 w 10617749"/>
                <a:gd name="connsiteY78" fmla="*/ 4140607 h 6714141"/>
                <a:gd name="connsiteX79" fmla="*/ 0 w 10617749"/>
                <a:gd name="connsiteY79" fmla="*/ 3711746 h 6714141"/>
                <a:gd name="connsiteX80" fmla="*/ 0 w 10617749"/>
                <a:gd name="connsiteY80" fmla="*/ 1848059 h 6714141"/>
                <a:gd name="connsiteX81" fmla="*/ 0 w 10617749"/>
                <a:gd name="connsiteY81" fmla="*/ 1616618 h 6714141"/>
                <a:gd name="connsiteX82" fmla="*/ 462887 w 10617749"/>
                <a:gd name="connsiteY82" fmla="*/ 1153730 h 6714141"/>
                <a:gd name="connsiteX83" fmla="*/ 695478 w 10617749"/>
                <a:gd name="connsiteY83" fmla="*/ 1153730 h 6714141"/>
                <a:gd name="connsiteX84" fmla="*/ 3473368 w 10617749"/>
                <a:gd name="connsiteY84" fmla="*/ 1153730 h 6714141"/>
                <a:gd name="connsiteX85" fmla="*/ 3936251 w 10617749"/>
                <a:gd name="connsiteY85" fmla="*/ 1153730 h 6714141"/>
                <a:gd name="connsiteX86" fmla="*/ 6942679 w 10617749"/>
                <a:gd name="connsiteY86" fmla="*/ 1153730 h 6714141"/>
                <a:gd name="connsiteX87" fmla="*/ 6942679 w 10617749"/>
                <a:gd name="connsiteY87" fmla="*/ 1150841 h 6714141"/>
                <a:gd name="connsiteX88" fmla="*/ 7406715 w 10617749"/>
                <a:gd name="connsiteY88" fmla="*/ 1150841 h 6714141"/>
                <a:gd name="connsiteX89" fmla="*/ 7406715 w 10617749"/>
                <a:gd name="connsiteY89" fmla="*/ 1154319 h 6714141"/>
                <a:gd name="connsiteX90" fmla="*/ 7406715 w 10617749"/>
                <a:gd name="connsiteY90" fmla="*/ 2025114 h 6714141"/>
                <a:gd name="connsiteX91" fmla="*/ 7406140 w 10617749"/>
                <a:gd name="connsiteY91" fmla="*/ 2025114 h 6714141"/>
                <a:gd name="connsiteX92" fmla="*/ 7400936 w 10617749"/>
                <a:gd name="connsiteY92" fmla="*/ 6251832 h 6714141"/>
                <a:gd name="connsiteX93" fmla="*/ 6938051 w 10617749"/>
                <a:gd name="connsiteY93" fmla="*/ 6714140 h 6714141"/>
                <a:gd name="connsiteX94" fmla="*/ 3922941 w 10617749"/>
                <a:gd name="connsiteY94" fmla="*/ 6714140 h 6714141"/>
                <a:gd name="connsiteX95" fmla="*/ 3460055 w 10617749"/>
                <a:gd name="connsiteY95" fmla="*/ 6714140 h 6714141"/>
                <a:gd name="connsiteX96" fmla="*/ 3082258 w 10617749"/>
                <a:gd name="connsiteY96" fmla="*/ 6714140 h 6714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0617749" h="6714141">
                  <a:moveTo>
                    <a:pt x="5087477" y="1150851"/>
                  </a:moveTo>
                  <a:lnTo>
                    <a:pt x="468613" y="1150851"/>
                  </a:lnTo>
                  <a:lnTo>
                    <a:pt x="468659" y="1150842"/>
                  </a:lnTo>
                  <a:lnTo>
                    <a:pt x="3483773" y="1150842"/>
                  </a:lnTo>
                  <a:lnTo>
                    <a:pt x="3483773" y="470403"/>
                  </a:lnTo>
                  <a:lnTo>
                    <a:pt x="2310938" y="470403"/>
                  </a:lnTo>
                  <a:cubicBezTo>
                    <a:pt x="2063869" y="470403"/>
                    <a:pt x="1863679" y="247068"/>
                    <a:pt x="1863679" y="0"/>
                  </a:cubicBezTo>
                  <a:lnTo>
                    <a:pt x="5565015" y="0"/>
                  </a:lnTo>
                  <a:cubicBezTo>
                    <a:pt x="5565015" y="247068"/>
                    <a:pt x="5364816" y="470403"/>
                    <a:pt x="5117756" y="470403"/>
                  </a:cubicBezTo>
                  <a:lnTo>
                    <a:pt x="3946660" y="470403"/>
                  </a:lnTo>
                  <a:lnTo>
                    <a:pt x="3946660" y="1150842"/>
                  </a:lnTo>
                  <a:lnTo>
                    <a:pt x="5087477" y="1150842"/>
                  </a:lnTo>
                  <a:close/>
                  <a:moveTo>
                    <a:pt x="5087478" y="5767607"/>
                  </a:moveTo>
                  <a:lnTo>
                    <a:pt x="4624593" y="5767607"/>
                  </a:lnTo>
                  <a:lnTo>
                    <a:pt x="4624593" y="5536165"/>
                  </a:lnTo>
                  <a:lnTo>
                    <a:pt x="5087478" y="5536165"/>
                  </a:lnTo>
                  <a:close/>
                  <a:moveTo>
                    <a:pt x="6247769" y="5769855"/>
                  </a:moveTo>
                  <a:lnTo>
                    <a:pt x="5319685" y="5769855"/>
                  </a:lnTo>
                  <a:lnTo>
                    <a:pt x="5319685" y="5538413"/>
                  </a:lnTo>
                  <a:lnTo>
                    <a:pt x="6247192" y="5538413"/>
                  </a:lnTo>
                  <a:lnTo>
                    <a:pt x="6247192" y="4153232"/>
                  </a:lnTo>
                  <a:lnTo>
                    <a:pt x="6478634" y="4153232"/>
                  </a:lnTo>
                  <a:lnTo>
                    <a:pt x="6478634" y="5538990"/>
                  </a:lnTo>
                  <a:cubicBezTo>
                    <a:pt x="6478634" y="5666283"/>
                    <a:pt x="6375062" y="5769855"/>
                    <a:pt x="6247769" y="5769855"/>
                  </a:cubicBezTo>
                  <a:close/>
                  <a:moveTo>
                    <a:pt x="9019004" y="6251253"/>
                  </a:moveTo>
                  <a:lnTo>
                    <a:pt x="9019004" y="6251251"/>
                  </a:lnTo>
                  <a:lnTo>
                    <a:pt x="10154861" y="6251251"/>
                  </a:lnTo>
                  <a:lnTo>
                    <a:pt x="10154861" y="5639759"/>
                  </a:lnTo>
                  <a:lnTo>
                    <a:pt x="10154871" y="5639759"/>
                  </a:lnTo>
                  <a:lnTo>
                    <a:pt x="10154871" y="2564334"/>
                  </a:lnTo>
                  <a:lnTo>
                    <a:pt x="10154861" y="2564334"/>
                  </a:lnTo>
                  <a:lnTo>
                    <a:pt x="10154861" y="726091"/>
                  </a:lnTo>
                  <a:lnTo>
                    <a:pt x="9019004" y="726091"/>
                  </a:lnTo>
                  <a:lnTo>
                    <a:pt x="8090926" y="726091"/>
                  </a:lnTo>
                  <a:lnTo>
                    <a:pt x="8090926" y="3946056"/>
                  </a:lnTo>
                  <a:lnTo>
                    <a:pt x="8090926" y="6251253"/>
                  </a:lnTo>
                  <a:close/>
                  <a:moveTo>
                    <a:pt x="10207526" y="6714140"/>
                  </a:moveTo>
                  <a:lnTo>
                    <a:pt x="8090926" y="6714140"/>
                  </a:lnTo>
                  <a:cubicBezTo>
                    <a:pt x="7835176" y="6714140"/>
                    <a:pt x="7628044" y="6506994"/>
                    <a:pt x="7628044" y="6251253"/>
                  </a:cubicBezTo>
                  <a:lnTo>
                    <a:pt x="7628044" y="4584919"/>
                  </a:lnTo>
                  <a:lnTo>
                    <a:pt x="7628044" y="726091"/>
                  </a:lnTo>
                  <a:lnTo>
                    <a:pt x="7628044" y="263204"/>
                  </a:lnTo>
                  <a:lnTo>
                    <a:pt x="8085543" y="263204"/>
                  </a:lnTo>
                  <a:lnTo>
                    <a:pt x="8085543" y="0"/>
                  </a:lnTo>
                  <a:lnTo>
                    <a:pt x="8565427" y="0"/>
                  </a:lnTo>
                  <a:lnTo>
                    <a:pt x="8565427" y="260191"/>
                  </a:lnTo>
                  <a:lnTo>
                    <a:pt x="9016693" y="260191"/>
                  </a:lnTo>
                  <a:lnTo>
                    <a:pt x="9016693" y="263204"/>
                  </a:lnTo>
                  <a:lnTo>
                    <a:pt x="9019004" y="263204"/>
                  </a:lnTo>
                  <a:lnTo>
                    <a:pt x="9019004" y="263203"/>
                  </a:lnTo>
                  <a:lnTo>
                    <a:pt x="9229095" y="263203"/>
                  </a:lnTo>
                  <a:lnTo>
                    <a:pt x="9229095" y="260191"/>
                  </a:lnTo>
                  <a:lnTo>
                    <a:pt x="9679763" y="260191"/>
                  </a:lnTo>
                  <a:lnTo>
                    <a:pt x="9679763" y="0"/>
                  </a:lnTo>
                  <a:lnTo>
                    <a:pt x="10159647" y="0"/>
                  </a:lnTo>
                  <a:lnTo>
                    <a:pt x="10159647" y="263204"/>
                  </a:lnTo>
                  <a:lnTo>
                    <a:pt x="10207526" y="263204"/>
                  </a:lnTo>
                  <a:lnTo>
                    <a:pt x="10207526" y="268508"/>
                  </a:lnTo>
                  <a:lnTo>
                    <a:pt x="10248177" y="272603"/>
                  </a:lnTo>
                  <a:cubicBezTo>
                    <a:pt x="10459152" y="315746"/>
                    <a:pt x="10617749" y="502306"/>
                    <a:pt x="10617749" y="726091"/>
                  </a:cubicBezTo>
                  <a:lnTo>
                    <a:pt x="10617749" y="2564334"/>
                  </a:lnTo>
                  <a:lnTo>
                    <a:pt x="10617749" y="2564334"/>
                  </a:lnTo>
                  <a:lnTo>
                    <a:pt x="10617749" y="6560313"/>
                  </a:lnTo>
                  <a:lnTo>
                    <a:pt x="10617749" y="6560313"/>
                  </a:lnTo>
                  <a:lnTo>
                    <a:pt x="10617749" y="6714140"/>
                  </a:lnTo>
                  <a:lnTo>
                    <a:pt x="10207526" y="6714140"/>
                  </a:lnTo>
                  <a:close/>
                  <a:moveTo>
                    <a:pt x="3082258" y="6714141"/>
                  </a:moveTo>
                  <a:lnTo>
                    <a:pt x="851500" y="6714141"/>
                  </a:lnTo>
                  <a:lnTo>
                    <a:pt x="851500" y="6253572"/>
                  </a:lnTo>
                  <a:lnTo>
                    <a:pt x="2319239" y="6253572"/>
                  </a:lnTo>
                  <a:lnTo>
                    <a:pt x="2319239" y="6253571"/>
                  </a:lnTo>
                  <a:lnTo>
                    <a:pt x="6942679" y="6253571"/>
                  </a:lnTo>
                  <a:lnTo>
                    <a:pt x="6942679" y="1618932"/>
                  </a:lnTo>
                  <a:lnTo>
                    <a:pt x="466940" y="1618932"/>
                  </a:lnTo>
                  <a:lnTo>
                    <a:pt x="465324" y="4140607"/>
                  </a:lnTo>
                  <a:lnTo>
                    <a:pt x="465323" y="4140607"/>
                  </a:lnTo>
                  <a:lnTo>
                    <a:pt x="464195" y="5899171"/>
                  </a:lnTo>
                  <a:lnTo>
                    <a:pt x="0" y="5899171"/>
                  </a:lnTo>
                  <a:lnTo>
                    <a:pt x="0" y="4140607"/>
                  </a:lnTo>
                  <a:lnTo>
                    <a:pt x="0" y="3711746"/>
                  </a:lnTo>
                  <a:lnTo>
                    <a:pt x="0" y="1848059"/>
                  </a:lnTo>
                  <a:lnTo>
                    <a:pt x="0" y="1616618"/>
                  </a:lnTo>
                  <a:cubicBezTo>
                    <a:pt x="0" y="1360877"/>
                    <a:pt x="207146" y="1153730"/>
                    <a:pt x="462887" y="1153730"/>
                  </a:cubicBezTo>
                  <a:lnTo>
                    <a:pt x="695478" y="1153730"/>
                  </a:lnTo>
                  <a:lnTo>
                    <a:pt x="3473368" y="1153730"/>
                  </a:lnTo>
                  <a:lnTo>
                    <a:pt x="3936251" y="1153730"/>
                  </a:lnTo>
                  <a:lnTo>
                    <a:pt x="6942679" y="1153730"/>
                  </a:lnTo>
                  <a:lnTo>
                    <a:pt x="6942679" y="1150841"/>
                  </a:lnTo>
                  <a:lnTo>
                    <a:pt x="7406715" y="1150841"/>
                  </a:lnTo>
                  <a:lnTo>
                    <a:pt x="7406715" y="1154319"/>
                  </a:lnTo>
                  <a:lnTo>
                    <a:pt x="7406715" y="2025114"/>
                  </a:lnTo>
                  <a:lnTo>
                    <a:pt x="7406140" y="2025114"/>
                  </a:lnTo>
                  <a:lnTo>
                    <a:pt x="7400936" y="6251832"/>
                  </a:lnTo>
                  <a:cubicBezTo>
                    <a:pt x="7400357" y="6507582"/>
                    <a:pt x="7193216" y="6714140"/>
                    <a:pt x="6938051" y="6714140"/>
                  </a:cubicBezTo>
                  <a:lnTo>
                    <a:pt x="3922941" y="6714140"/>
                  </a:lnTo>
                  <a:lnTo>
                    <a:pt x="3460055" y="6714140"/>
                  </a:lnTo>
                  <a:lnTo>
                    <a:pt x="3082258" y="6714140"/>
                  </a:ln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99" name="Group 98">
            <a:extLst>
              <a:ext uri="{FF2B5EF4-FFF2-40B4-BE49-F238E27FC236}">
                <a16:creationId xmlns:a16="http://schemas.microsoft.com/office/drawing/2014/main" id="{BB413B6C-A909-6C5B-E9CB-28B2AD4DFE78}"/>
              </a:ext>
              <a:ext uri="{C183D7F6-B498-43B3-948B-1728B52AA6E4}">
                <adec:decorative xmlns:adec="http://schemas.microsoft.com/office/drawing/2017/decorative" val="1"/>
              </a:ext>
            </a:extLst>
          </p:cNvPr>
          <p:cNvGrpSpPr>
            <a:grpSpLocks noChangeAspect="1"/>
          </p:cNvGrpSpPr>
          <p:nvPr/>
        </p:nvGrpSpPr>
        <p:grpSpPr>
          <a:xfrm>
            <a:off x="5808237" y="2223703"/>
            <a:ext cx="691938" cy="457200"/>
            <a:chOff x="5808237" y="2223703"/>
            <a:chExt cx="691938" cy="457200"/>
          </a:xfrm>
          <a:solidFill>
            <a:srgbClr val="FF0000"/>
          </a:solidFill>
        </p:grpSpPr>
        <p:sp>
          <p:nvSpPr>
            <p:cNvPr id="1134" name="Freeform 58">
              <a:extLst>
                <a:ext uri="{FF2B5EF4-FFF2-40B4-BE49-F238E27FC236}">
                  <a16:creationId xmlns:a16="http://schemas.microsoft.com/office/drawing/2014/main" id="{9A455695-4F89-E952-ED86-4B3A5611816E}"/>
                </a:ext>
                <a:ext uri="{C183D7F6-B498-43B3-948B-1728B52AA6E4}">
                  <adec:decorative xmlns:adec="http://schemas.microsoft.com/office/drawing/2017/decorative" val="1"/>
                </a:ext>
              </a:extLst>
            </p:cNvPr>
            <p:cNvSpPr>
              <a:spLocks noEditPoints="1"/>
            </p:cNvSpPr>
            <p:nvPr/>
          </p:nvSpPr>
          <p:spPr bwMode="auto">
            <a:xfrm>
              <a:off x="5872584" y="2383723"/>
              <a:ext cx="166158" cy="231669"/>
            </a:xfrm>
            <a:custGeom>
              <a:avLst/>
              <a:gdLst>
                <a:gd name="T0" fmla="*/ 220 w 3141"/>
                <a:gd name="T1" fmla="*/ 3444 h 4380"/>
                <a:gd name="T2" fmla="*/ 69 w 3141"/>
                <a:gd name="T3" fmla="*/ 4380 h 4380"/>
                <a:gd name="T4" fmla="*/ 150 w 3141"/>
                <a:gd name="T5" fmla="*/ 1270 h 4380"/>
                <a:gd name="T6" fmla="*/ 135 w 3141"/>
                <a:gd name="T7" fmla="*/ 1270 h 4380"/>
                <a:gd name="T8" fmla="*/ 107 w 3141"/>
                <a:gd name="T9" fmla="*/ 1278 h 4380"/>
                <a:gd name="T10" fmla="*/ 82 w 3141"/>
                <a:gd name="T11" fmla="*/ 1290 h 4380"/>
                <a:gd name="T12" fmla="*/ 60 w 3141"/>
                <a:gd name="T13" fmla="*/ 1306 h 4380"/>
                <a:gd name="T14" fmla="*/ 40 w 3141"/>
                <a:gd name="T15" fmla="*/ 1327 h 4380"/>
                <a:gd name="T16" fmla="*/ 24 w 3141"/>
                <a:gd name="T17" fmla="*/ 1352 h 4380"/>
                <a:gd name="T18" fmla="*/ 14 w 3141"/>
                <a:gd name="T19" fmla="*/ 1380 h 4380"/>
                <a:gd name="T20" fmla="*/ 8 w 3141"/>
                <a:gd name="T21" fmla="*/ 1410 h 4380"/>
                <a:gd name="T22" fmla="*/ 6 w 3141"/>
                <a:gd name="T23" fmla="*/ 1426 h 4380"/>
                <a:gd name="T24" fmla="*/ 9 w 3141"/>
                <a:gd name="T25" fmla="*/ 1457 h 4380"/>
                <a:gd name="T26" fmla="*/ 18 w 3141"/>
                <a:gd name="T27" fmla="*/ 1487 h 4380"/>
                <a:gd name="T28" fmla="*/ 32 w 3141"/>
                <a:gd name="T29" fmla="*/ 1513 h 4380"/>
                <a:gd name="T30" fmla="*/ 49 w 3141"/>
                <a:gd name="T31" fmla="*/ 1537 h 4380"/>
                <a:gd name="T32" fmla="*/ 70 w 3141"/>
                <a:gd name="T33" fmla="*/ 1555 h 4380"/>
                <a:gd name="T34" fmla="*/ 95 w 3141"/>
                <a:gd name="T35" fmla="*/ 1570 h 4380"/>
                <a:gd name="T36" fmla="*/ 122 w 3141"/>
                <a:gd name="T37" fmla="*/ 1579 h 4380"/>
                <a:gd name="T38" fmla="*/ 150 w 3141"/>
                <a:gd name="T39" fmla="*/ 1582 h 4380"/>
                <a:gd name="T40" fmla="*/ 165 w 3141"/>
                <a:gd name="T41" fmla="*/ 1582 h 4380"/>
                <a:gd name="T42" fmla="*/ 193 w 3141"/>
                <a:gd name="T43" fmla="*/ 1576 h 4380"/>
                <a:gd name="T44" fmla="*/ 218 w 3141"/>
                <a:gd name="T45" fmla="*/ 1564 h 4380"/>
                <a:gd name="T46" fmla="*/ 242 w 3141"/>
                <a:gd name="T47" fmla="*/ 1546 h 4380"/>
                <a:gd name="T48" fmla="*/ 261 w 3141"/>
                <a:gd name="T49" fmla="*/ 1525 h 4380"/>
                <a:gd name="T50" fmla="*/ 276 w 3141"/>
                <a:gd name="T51" fmla="*/ 1500 h 4380"/>
                <a:gd name="T52" fmla="*/ 288 w 3141"/>
                <a:gd name="T53" fmla="*/ 1472 h 4380"/>
                <a:gd name="T54" fmla="*/ 294 w 3141"/>
                <a:gd name="T55" fmla="*/ 1442 h 4380"/>
                <a:gd name="T56" fmla="*/ 294 w 3141"/>
                <a:gd name="T57" fmla="*/ 1426 h 4380"/>
                <a:gd name="T58" fmla="*/ 291 w 3141"/>
                <a:gd name="T59" fmla="*/ 1395 h 4380"/>
                <a:gd name="T60" fmla="*/ 282 w 3141"/>
                <a:gd name="T61" fmla="*/ 1365 h 4380"/>
                <a:gd name="T62" fmla="*/ 269 w 3141"/>
                <a:gd name="T63" fmla="*/ 1338 h 4380"/>
                <a:gd name="T64" fmla="*/ 252 w 3141"/>
                <a:gd name="T65" fmla="*/ 1316 h 4380"/>
                <a:gd name="T66" fmla="*/ 230 w 3141"/>
                <a:gd name="T67" fmla="*/ 1297 h 4380"/>
                <a:gd name="T68" fmla="*/ 206 w 3141"/>
                <a:gd name="T69" fmla="*/ 1282 h 4380"/>
                <a:gd name="T70" fmla="*/ 180 w 3141"/>
                <a:gd name="T71" fmla="*/ 1273 h 4380"/>
                <a:gd name="T72" fmla="*/ 150 w 3141"/>
                <a:gd name="T73" fmla="*/ 1270 h 4380"/>
                <a:gd name="T74" fmla="*/ 67 w 3141"/>
                <a:gd name="T75" fmla="*/ 3121 h 4380"/>
                <a:gd name="T76" fmla="*/ 227 w 3141"/>
                <a:gd name="T77" fmla="*/ 2191 h 4380"/>
                <a:gd name="T78" fmla="*/ 67 w 3141"/>
                <a:gd name="T79" fmla="*/ 3121 h 4380"/>
                <a:gd name="T80" fmla="*/ 301 w 3141"/>
                <a:gd name="T81" fmla="*/ 323 h 4380"/>
                <a:gd name="T82" fmla="*/ 0 w 3141"/>
                <a:gd name="T83" fmla="*/ 0 h 4380"/>
                <a:gd name="T84" fmla="*/ 2305 w 3141"/>
                <a:gd name="T85" fmla="*/ 3428 h 4380"/>
                <a:gd name="T86" fmla="*/ 3141 w 3141"/>
                <a:gd name="T87" fmla="*/ 4264 h 4380"/>
                <a:gd name="T88" fmla="*/ 2305 w 3141"/>
                <a:gd name="T89" fmla="*/ 3428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41" h="4380">
                  <a:moveTo>
                    <a:pt x="69" y="3444"/>
                  </a:moveTo>
                  <a:lnTo>
                    <a:pt x="220" y="3444"/>
                  </a:lnTo>
                  <a:lnTo>
                    <a:pt x="220" y="4380"/>
                  </a:lnTo>
                  <a:lnTo>
                    <a:pt x="69" y="4380"/>
                  </a:lnTo>
                  <a:lnTo>
                    <a:pt x="69" y="3444"/>
                  </a:lnTo>
                  <a:close/>
                  <a:moveTo>
                    <a:pt x="150" y="1270"/>
                  </a:moveTo>
                  <a:lnTo>
                    <a:pt x="150" y="1270"/>
                  </a:lnTo>
                  <a:lnTo>
                    <a:pt x="135" y="1270"/>
                  </a:lnTo>
                  <a:lnTo>
                    <a:pt x="122" y="1273"/>
                  </a:lnTo>
                  <a:lnTo>
                    <a:pt x="107" y="1278"/>
                  </a:lnTo>
                  <a:lnTo>
                    <a:pt x="95" y="1282"/>
                  </a:lnTo>
                  <a:lnTo>
                    <a:pt x="82" y="1290"/>
                  </a:lnTo>
                  <a:lnTo>
                    <a:pt x="70" y="1297"/>
                  </a:lnTo>
                  <a:lnTo>
                    <a:pt x="60" y="1306"/>
                  </a:lnTo>
                  <a:lnTo>
                    <a:pt x="49" y="1316"/>
                  </a:lnTo>
                  <a:lnTo>
                    <a:pt x="40" y="1327"/>
                  </a:lnTo>
                  <a:lnTo>
                    <a:pt x="32" y="1338"/>
                  </a:lnTo>
                  <a:lnTo>
                    <a:pt x="24" y="1352"/>
                  </a:lnTo>
                  <a:lnTo>
                    <a:pt x="18" y="1365"/>
                  </a:lnTo>
                  <a:lnTo>
                    <a:pt x="14" y="1380"/>
                  </a:lnTo>
                  <a:lnTo>
                    <a:pt x="9" y="1395"/>
                  </a:lnTo>
                  <a:lnTo>
                    <a:pt x="8" y="1410"/>
                  </a:lnTo>
                  <a:lnTo>
                    <a:pt x="6" y="1426"/>
                  </a:lnTo>
                  <a:lnTo>
                    <a:pt x="6" y="1426"/>
                  </a:lnTo>
                  <a:lnTo>
                    <a:pt x="8" y="1442"/>
                  </a:lnTo>
                  <a:lnTo>
                    <a:pt x="9" y="1457"/>
                  </a:lnTo>
                  <a:lnTo>
                    <a:pt x="14" y="1472"/>
                  </a:lnTo>
                  <a:lnTo>
                    <a:pt x="18" y="1487"/>
                  </a:lnTo>
                  <a:lnTo>
                    <a:pt x="24" y="1500"/>
                  </a:lnTo>
                  <a:lnTo>
                    <a:pt x="32" y="1513"/>
                  </a:lnTo>
                  <a:lnTo>
                    <a:pt x="40" y="1525"/>
                  </a:lnTo>
                  <a:lnTo>
                    <a:pt x="49" y="1537"/>
                  </a:lnTo>
                  <a:lnTo>
                    <a:pt x="60" y="1546"/>
                  </a:lnTo>
                  <a:lnTo>
                    <a:pt x="70" y="1555"/>
                  </a:lnTo>
                  <a:lnTo>
                    <a:pt x="82" y="1564"/>
                  </a:lnTo>
                  <a:lnTo>
                    <a:pt x="95" y="1570"/>
                  </a:lnTo>
                  <a:lnTo>
                    <a:pt x="107" y="1576"/>
                  </a:lnTo>
                  <a:lnTo>
                    <a:pt x="122" y="1579"/>
                  </a:lnTo>
                  <a:lnTo>
                    <a:pt x="135" y="1582"/>
                  </a:lnTo>
                  <a:lnTo>
                    <a:pt x="150" y="1582"/>
                  </a:lnTo>
                  <a:lnTo>
                    <a:pt x="150" y="1582"/>
                  </a:lnTo>
                  <a:lnTo>
                    <a:pt x="165" y="1582"/>
                  </a:lnTo>
                  <a:lnTo>
                    <a:pt x="180" y="1579"/>
                  </a:lnTo>
                  <a:lnTo>
                    <a:pt x="193" y="1576"/>
                  </a:lnTo>
                  <a:lnTo>
                    <a:pt x="206" y="1570"/>
                  </a:lnTo>
                  <a:lnTo>
                    <a:pt x="218" y="1564"/>
                  </a:lnTo>
                  <a:lnTo>
                    <a:pt x="230" y="1555"/>
                  </a:lnTo>
                  <a:lnTo>
                    <a:pt x="242" y="1546"/>
                  </a:lnTo>
                  <a:lnTo>
                    <a:pt x="252" y="1537"/>
                  </a:lnTo>
                  <a:lnTo>
                    <a:pt x="261" y="1525"/>
                  </a:lnTo>
                  <a:lnTo>
                    <a:pt x="269" y="1513"/>
                  </a:lnTo>
                  <a:lnTo>
                    <a:pt x="276" y="1500"/>
                  </a:lnTo>
                  <a:lnTo>
                    <a:pt x="282" y="1487"/>
                  </a:lnTo>
                  <a:lnTo>
                    <a:pt x="288" y="1472"/>
                  </a:lnTo>
                  <a:lnTo>
                    <a:pt x="291" y="1457"/>
                  </a:lnTo>
                  <a:lnTo>
                    <a:pt x="294" y="1442"/>
                  </a:lnTo>
                  <a:lnTo>
                    <a:pt x="294" y="1426"/>
                  </a:lnTo>
                  <a:lnTo>
                    <a:pt x="294" y="1426"/>
                  </a:lnTo>
                  <a:lnTo>
                    <a:pt x="294" y="1410"/>
                  </a:lnTo>
                  <a:lnTo>
                    <a:pt x="291" y="1395"/>
                  </a:lnTo>
                  <a:lnTo>
                    <a:pt x="288" y="1380"/>
                  </a:lnTo>
                  <a:lnTo>
                    <a:pt x="282" y="1365"/>
                  </a:lnTo>
                  <a:lnTo>
                    <a:pt x="276" y="1352"/>
                  </a:lnTo>
                  <a:lnTo>
                    <a:pt x="269" y="1338"/>
                  </a:lnTo>
                  <a:lnTo>
                    <a:pt x="261" y="1327"/>
                  </a:lnTo>
                  <a:lnTo>
                    <a:pt x="252" y="1316"/>
                  </a:lnTo>
                  <a:lnTo>
                    <a:pt x="242" y="1306"/>
                  </a:lnTo>
                  <a:lnTo>
                    <a:pt x="230" y="1297"/>
                  </a:lnTo>
                  <a:lnTo>
                    <a:pt x="218" y="1290"/>
                  </a:lnTo>
                  <a:lnTo>
                    <a:pt x="206" y="1282"/>
                  </a:lnTo>
                  <a:lnTo>
                    <a:pt x="193" y="1278"/>
                  </a:lnTo>
                  <a:lnTo>
                    <a:pt x="180" y="1273"/>
                  </a:lnTo>
                  <a:lnTo>
                    <a:pt x="165" y="1270"/>
                  </a:lnTo>
                  <a:lnTo>
                    <a:pt x="150" y="1270"/>
                  </a:lnTo>
                  <a:lnTo>
                    <a:pt x="150" y="1270"/>
                  </a:lnTo>
                  <a:close/>
                  <a:moveTo>
                    <a:pt x="67" y="3121"/>
                  </a:moveTo>
                  <a:lnTo>
                    <a:pt x="227" y="3121"/>
                  </a:lnTo>
                  <a:lnTo>
                    <a:pt x="227" y="2191"/>
                  </a:lnTo>
                  <a:lnTo>
                    <a:pt x="67" y="2191"/>
                  </a:lnTo>
                  <a:lnTo>
                    <a:pt x="67" y="3121"/>
                  </a:lnTo>
                  <a:close/>
                  <a:moveTo>
                    <a:pt x="0" y="323"/>
                  </a:moveTo>
                  <a:lnTo>
                    <a:pt x="301" y="323"/>
                  </a:lnTo>
                  <a:lnTo>
                    <a:pt x="301" y="0"/>
                  </a:lnTo>
                  <a:lnTo>
                    <a:pt x="0" y="0"/>
                  </a:lnTo>
                  <a:lnTo>
                    <a:pt x="0" y="323"/>
                  </a:lnTo>
                  <a:close/>
                  <a:moveTo>
                    <a:pt x="2305" y="3428"/>
                  </a:moveTo>
                  <a:lnTo>
                    <a:pt x="2305" y="4264"/>
                  </a:lnTo>
                  <a:lnTo>
                    <a:pt x="3141" y="4264"/>
                  </a:lnTo>
                  <a:lnTo>
                    <a:pt x="3141" y="3428"/>
                  </a:lnTo>
                  <a:lnTo>
                    <a:pt x="2305" y="342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59">
              <a:extLst>
                <a:ext uri="{FF2B5EF4-FFF2-40B4-BE49-F238E27FC236}">
                  <a16:creationId xmlns:a16="http://schemas.microsoft.com/office/drawing/2014/main" id="{43A28D9F-4681-E4FC-9080-819E5D8F45F5}"/>
                </a:ext>
                <a:ext uri="{C183D7F6-B498-43B3-948B-1728B52AA6E4}">
                  <adec:decorative xmlns:adec="http://schemas.microsoft.com/office/drawing/2017/decorative" val="1"/>
                </a:ext>
              </a:extLst>
            </p:cNvPr>
            <p:cNvSpPr>
              <a:spLocks noEditPoints="1"/>
            </p:cNvSpPr>
            <p:nvPr/>
          </p:nvSpPr>
          <p:spPr bwMode="auto">
            <a:xfrm>
              <a:off x="5808237" y="2223703"/>
              <a:ext cx="691938" cy="457200"/>
            </a:xfrm>
            <a:custGeom>
              <a:avLst/>
              <a:gdLst>
                <a:gd name="T0" fmla="*/ 1871 w 13076"/>
                <a:gd name="T1" fmla="*/ 2548 h 8640"/>
                <a:gd name="T2" fmla="*/ 753 w 13076"/>
                <a:gd name="T3" fmla="*/ 2593 h 8640"/>
                <a:gd name="T4" fmla="*/ 744 w 13076"/>
                <a:gd name="T5" fmla="*/ 7812 h 8640"/>
                <a:gd name="T6" fmla="*/ 1888 w 13076"/>
                <a:gd name="T7" fmla="*/ 7856 h 8640"/>
                <a:gd name="T8" fmla="*/ 1983 w 13076"/>
                <a:gd name="T9" fmla="*/ 5528 h 8640"/>
                <a:gd name="T10" fmla="*/ 928 w 13076"/>
                <a:gd name="T11" fmla="*/ 2708 h 8640"/>
                <a:gd name="T12" fmla="*/ 13057 w 13076"/>
                <a:gd name="T13" fmla="*/ 6709 h 8640"/>
                <a:gd name="T14" fmla="*/ 12787 w 13076"/>
                <a:gd name="T15" fmla="*/ 7071 h 8640"/>
                <a:gd name="T16" fmla="*/ 10123 w 13076"/>
                <a:gd name="T17" fmla="*/ 8035 h 8640"/>
                <a:gd name="T18" fmla="*/ 10522 w 13076"/>
                <a:gd name="T19" fmla="*/ 8215 h 8640"/>
                <a:gd name="T20" fmla="*/ 10690 w 13076"/>
                <a:gd name="T21" fmla="*/ 8631 h 8640"/>
                <a:gd name="T22" fmla="*/ 6105 w 13076"/>
                <a:gd name="T23" fmla="*/ 8261 h 8640"/>
                <a:gd name="T24" fmla="*/ 6486 w 13076"/>
                <a:gd name="T25" fmla="*/ 8038 h 8640"/>
                <a:gd name="T26" fmla="*/ 4224 w 13076"/>
                <a:gd name="T27" fmla="*/ 6057 h 8640"/>
                <a:gd name="T28" fmla="*/ 3703 w 13076"/>
                <a:gd name="T29" fmla="*/ 411 h 8640"/>
                <a:gd name="T30" fmla="*/ 4035 w 13076"/>
                <a:gd name="T31" fmla="*/ 111 h 8640"/>
                <a:gd name="T32" fmla="*/ 13076 w 13076"/>
                <a:gd name="T33" fmla="*/ 661 h 8640"/>
                <a:gd name="T34" fmla="*/ 5069 w 13076"/>
                <a:gd name="T35" fmla="*/ 1355 h 8640"/>
                <a:gd name="T36" fmla="*/ 5231 w 13076"/>
                <a:gd name="T37" fmla="*/ 1578 h 8640"/>
                <a:gd name="T38" fmla="*/ 10779 w 13076"/>
                <a:gd name="T39" fmla="*/ 3789 h 8640"/>
                <a:gd name="T40" fmla="*/ 9311 w 13076"/>
                <a:gd name="T41" fmla="*/ 4662 h 8640"/>
                <a:gd name="T42" fmla="*/ 9774 w 13076"/>
                <a:gd name="T43" fmla="*/ 5587 h 8640"/>
                <a:gd name="T44" fmla="*/ 10845 w 13076"/>
                <a:gd name="T45" fmla="*/ 5635 h 8640"/>
                <a:gd name="T46" fmla="*/ 11385 w 13076"/>
                <a:gd name="T47" fmla="*/ 4698 h 8640"/>
                <a:gd name="T48" fmla="*/ 10758 w 13076"/>
                <a:gd name="T49" fmla="*/ 5332 h 8640"/>
                <a:gd name="T50" fmla="*/ 9992 w 13076"/>
                <a:gd name="T51" fmla="*/ 5383 h 8640"/>
                <a:gd name="T52" fmla="*/ 9591 w 13076"/>
                <a:gd name="T53" fmla="*/ 4714 h 8640"/>
                <a:gd name="T54" fmla="*/ 9947 w 13076"/>
                <a:gd name="T55" fmla="*/ 4071 h 8640"/>
                <a:gd name="T56" fmla="*/ 10682 w 13076"/>
                <a:gd name="T57" fmla="*/ 4059 h 8640"/>
                <a:gd name="T58" fmla="*/ 11090 w 13076"/>
                <a:gd name="T59" fmla="*/ 4719 h 8640"/>
                <a:gd name="T60" fmla="*/ 8068 w 13076"/>
                <a:gd name="T61" fmla="*/ 2774 h 8640"/>
                <a:gd name="T62" fmla="*/ 7553 w 13076"/>
                <a:gd name="T63" fmla="*/ 3708 h 8640"/>
                <a:gd name="T64" fmla="*/ 8142 w 13076"/>
                <a:gd name="T65" fmla="*/ 4599 h 8640"/>
                <a:gd name="T66" fmla="*/ 9256 w 13076"/>
                <a:gd name="T67" fmla="*/ 4373 h 8640"/>
                <a:gd name="T68" fmla="*/ 9617 w 13076"/>
                <a:gd name="T69" fmla="*/ 3618 h 8640"/>
                <a:gd name="T70" fmla="*/ 9104 w 13076"/>
                <a:gd name="T71" fmla="*/ 2765 h 8640"/>
                <a:gd name="T72" fmla="*/ 8945 w 13076"/>
                <a:gd name="T73" fmla="*/ 4351 h 8640"/>
                <a:gd name="T74" fmla="*/ 8011 w 13076"/>
                <a:gd name="T75" fmla="*/ 4018 h 8640"/>
                <a:gd name="T76" fmla="*/ 8173 w 13076"/>
                <a:gd name="T77" fmla="*/ 3071 h 8640"/>
                <a:gd name="T78" fmla="*/ 8924 w 13076"/>
                <a:gd name="T79" fmla="*/ 3011 h 8640"/>
                <a:gd name="T80" fmla="*/ 9344 w 13076"/>
                <a:gd name="T81" fmla="*/ 3656 h 8640"/>
                <a:gd name="T82" fmla="*/ 10876 w 13076"/>
                <a:gd name="T83" fmla="*/ 1750 h 8640"/>
                <a:gd name="T84" fmla="*/ 9800 w 13076"/>
                <a:gd name="T85" fmla="*/ 1741 h 8640"/>
                <a:gd name="T86" fmla="*/ 9308 w 13076"/>
                <a:gd name="T87" fmla="*/ 2700 h 8640"/>
                <a:gd name="T88" fmla="*/ 9803 w 13076"/>
                <a:gd name="T89" fmla="*/ 3540 h 8640"/>
                <a:gd name="T90" fmla="*/ 10890 w 13076"/>
                <a:gd name="T91" fmla="*/ 3517 h 8640"/>
                <a:gd name="T92" fmla="*/ 11363 w 13076"/>
                <a:gd name="T93" fmla="*/ 2559 h 8640"/>
                <a:gd name="T94" fmla="*/ 10656 w 13076"/>
                <a:gd name="T95" fmla="*/ 3305 h 8640"/>
                <a:gd name="T96" fmla="*/ 9763 w 13076"/>
                <a:gd name="T97" fmla="*/ 2982 h 8640"/>
                <a:gd name="T98" fmla="*/ 9876 w 13076"/>
                <a:gd name="T99" fmla="*/ 2100 h 8640"/>
                <a:gd name="T100" fmla="*/ 10663 w 13076"/>
                <a:gd name="T101" fmla="*/ 1970 h 8640"/>
                <a:gd name="T102" fmla="*/ 11077 w 13076"/>
                <a:gd name="T103" fmla="*/ 2583 h 8640"/>
                <a:gd name="T104" fmla="*/ 7144 w 13076"/>
                <a:gd name="T105" fmla="*/ 1584 h 8640"/>
                <a:gd name="T106" fmla="*/ 2779 w 13076"/>
                <a:gd name="T107" fmla="*/ 4215 h 8640"/>
                <a:gd name="T108" fmla="*/ 2705 w 13076"/>
                <a:gd name="T109" fmla="*/ 1866 h 8640"/>
                <a:gd name="T110" fmla="*/ 794 w 13076"/>
                <a:gd name="T111" fmla="*/ 1769 h 8640"/>
                <a:gd name="T112" fmla="*/ 33 w 13076"/>
                <a:gd name="T113" fmla="*/ 8516 h 8640"/>
                <a:gd name="T114" fmla="*/ 344 w 13076"/>
                <a:gd name="T115" fmla="*/ 8640 h 8640"/>
                <a:gd name="T116" fmla="*/ 2459 w 13076"/>
                <a:gd name="T117" fmla="*/ 4124 h 8640"/>
                <a:gd name="T118" fmla="*/ 322 w 13076"/>
                <a:gd name="T119" fmla="*/ 2224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76" h="8640">
                  <a:moveTo>
                    <a:pt x="1983" y="2727"/>
                  </a:moveTo>
                  <a:lnTo>
                    <a:pt x="1983" y="2727"/>
                  </a:lnTo>
                  <a:lnTo>
                    <a:pt x="1983" y="2702"/>
                  </a:lnTo>
                  <a:lnTo>
                    <a:pt x="1982" y="2678"/>
                  </a:lnTo>
                  <a:lnTo>
                    <a:pt x="1980" y="2657"/>
                  </a:lnTo>
                  <a:lnTo>
                    <a:pt x="1977" y="2639"/>
                  </a:lnTo>
                  <a:lnTo>
                    <a:pt x="1973" y="2623"/>
                  </a:lnTo>
                  <a:lnTo>
                    <a:pt x="1967" y="2608"/>
                  </a:lnTo>
                  <a:lnTo>
                    <a:pt x="1961" y="2595"/>
                  </a:lnTo>
                  <a:lnTo>
                    <a:pt x="1952" y="2583"/>
                  </a:lnTo>
                  <a:lnTo>
                    <a:pt x="1943" y="2574"/>
                  </a:lnTo>
                  <a:lnTo>
                    <a:pt x="1931" y="2565"/>
                  </a:lnTo>
                  <a:lnTo>
                    <a:pt x="1919" y="2559"/>
                  </a:lnTo>
                  <a:lnTo>
                    <a:pt x="1905" y="2553"/>
                  </a:lnTo>
                  <a:lnTo>
                    <a:pt x="1888" y="2551"/>
                  </a:lnTo>
                  <a:lnTo>
                    <a:pt x="1871" y="2548"/>
                  </a:lnTo>
                  <a:lnTo>
                    <a:pt x="1850" y="2546"/>
                  </a:lnTo>
                  <a:lnTo>
                    <a:pt x="1828" y="2545"/>
                  </a:lnTo>
                  <a:lnTo>
                    <a:pt x="1828" y="2545"/>
                  </a:lnTo>
                  <a:lnTo>
                    <a:pt x="1590" y="2545"/>
                  </a:lnTo>
                  <a:lnTo>
                    <a:pt x="1353" y="2543"/>
                  </a:lnTo>
                  <a:lnTo>
                    <a:pt x="880" y="2545"/>
                  </a:lnTo>
                  <a:lnTo>
                    <a:pt x="880" y="2545"/>
                  </a:lnTo>
                  <a:lnTo>
                    <a:pt x="861" y="2545"/>
                  </a:lnTo>
                  <a:lnTo>
                    <a:pt x="842" y="2546"/>
                  </a:lnTo>
                  <a:lnTo>
                    <a:pt x="826" y="2549"/>
                  </a:lnTo>
                  <a:lnTo>
                    <a:pt x="811" y="2553"/>
                  </a:lnTo>
                  <a:lnTo>
                    <a:pt x="796" y="2559"/>
                  </a:lnTo>
                  <a:lnTo>
                    <a:pt x="784" y="2565"/>
                  </a:lnTo>
                  <a:lnTo>
                    <a:pt x="772" y="2574"/>
                  </a:lnTo>
                  <a:lnTo>
                    <a:pt x="762" y="2583"/>
                  </a:lnTo>
                  <a:lnTo>
                    <a:pt x="753" y="2593"/>
                  </a:lnTo>
                  <a:lnTo>
                    <a:pt x="746" y="2605"/>
                  </a:lnTo>
                  <a:lnTo>
                    <a:pt x="740" y="2619"/>
                  </a:lnTo>
                  <a:lnTo>
                    <a:pt x="735" y="2632"/>
                  </a:lnTo>
                  <a:lnTo>
                    <a:pt x="731" y="2648"/>
                  </a:lnTo>
                  <a:lnTo>
                    <a:pt x="728" y="2666"/>
                  </a:lnTo>
                  <a:lnTo>
                    <a:pt x="726" y="2684"/>
                  </a:lnTo>
                  <a:lnTo>
                    <a:pt x="726" y="2705"/>
                  </a:lnTo>
                  <a:lnTo>
                    <a:pt x="726" y="2705"/>
                  </a:lnTo>
                  <a:lnTo>
                    <a:pt x="728" y="5199"/>
                  </a:lnTo>
                  <a:lnTo>
                    <a:pt x="728" y="7693"/>
                  </a:lnTo>
                  <a:lnTo>
                    <a:pt x="728" y="7693"/>
                  </a:lnTo>
                  <a:lnTo>
                    <a:pt x="729" y="7742"/>
                  </a:lnTo>
                  <a:lnTo>
                    <a:pt x="731" y="7763"/>
                  </a:lnTo>
                  <a:lnTo>
                    <a:pt x="734" y="7782"/>
                  </a:lnTo>
                  <a:lnTo>
                    <a:pt x="738" y="7797"/>
                  </a:lnTo>
                  <a:lnTo>
                    <a:pt x="744" y="7812"/>
                  </a:lnTo>
                  <a:lnTo>
                    <a:pt x="750" y="7823"/>
                  </a:lnTo>
                  <a:lnTo>
                    <a:pt x="759" y="7832"/>
                  </a:lnTo>
                  <a:lnTo>
                    <a:pt x="769" y="7841"/>
                  </a:lnTo>
                  <a:lnTo>
                    <a:pt x="781" y="7847"/>
                  </a:lnTo>
                  <a:lnTo>
                    <a:pt x="796" y="7853"/>
                  </a:lnTo>
                  <a:lnTo>
                    <a:pt x="812" y="7856"/>
                  </a:lnTo>
                  <a:lnTo>
                    <a:pt x="832" y="7859"/>
                  </a:lnTo>
                  <a:lnTo>
                    <a:pt x="852" y="7862"/>
                  </a:lnTo>
                  <a:lnTo>
                    <a:pt x="903" y="7863"/>
                  </a:lnTo>
                  <a:lnTo>
                    <a:pt x="903" y="7863"/>
                  </a:lnTo>
                  <a:lnTo>
                    <a:pt x="1782" y="7863"/>
                  </a:lnTo>
                  <a:lnTo>
                    <a:pt x="1782" y="7863"/>
                  </a:lnTo>
                  <a:lnTo>
                    <a:pt x="1813" y="7862"/>
                  </a:lnTo>
                  <a:lnTo>
                    <a:pt x="1841" y="7862"/>
                  </a:lnTo>
                  <a:lnTo>
                    <a:pt x="1866" y="7859"/>
                  </a:lnTo>
                  <a:lnTo>
                    <a:pt x="1888" y="7856"/>
                  </a:lnTo>
                  <a:lnTo>
                    <a:pt x="1908" y="7852"/>
                  </a:lnTo>
                  <a:lnTo>
                    <a:pt x="1924" y="7846"/>
                  </a:lnTo>
                  <a:lnTo>
                    <a:pt x="1937" y="7838"/>
                  </a:lnTo>
                  <a:lnTo>
                    <a:pt x="1949" y="7828"/>
                  </a:lnTo>
                  <a:lnTo>
                    <a:pt x="1959" y="7816"/>
                  </a:lnTo>
                  <a:lnTo>
                    <a:pt x="1967" y="7803"/>
                  </a:lnTo>
                  <a:lnTo>
                    <a:pt x="1973" y="7785"/>
                  </a:lnTo>
                  <a:lnTo>
                    <a:pt x="1977" y="7766"/>
                  </a:lnTo>
                  <a:lnTo>
                    <a:pt x="1980" y="7745"/>
                  </a:lnTo>
                  <a:lnTo>
                    <a:pt x="1982" y="7720"/>
                  </a:lnTo>
                  <a:lnTo>
                    <a:pt x="1983" y="7690"/>
                  </a:lnTo>
                  <a:lnTo>
                    <a:pt x="1983" y="7659"/>
                  </a:lnTo>
                  <a:lnTo>
                    <a:pt x="1983" y="7659"/>
                  </a:lnTo>
                  <a:lnTo>
                    <a:pt x="1983" y="5596"/>
                  </a:lnTo>
                  <a:lnTo>
                    <a:pt x="1983" y="5596"/>
                  </a:lnTo>
                  <a:lnTo>
                    <a:pt x="1983" y="5528"/>
                  </a:lnTo>
                  <a:lnTo>
                    <a:pt x="1983" y="5528"/>
                  </a:lnTo>
                  <a:lnTo>
                    <a:pt x="1983" y="2727"/>
                  </a:lnTo>
                  <a:lnTo>
                    <a:pt x="1983" y="2727"/>
                  </a:lnTo>
                  <a:close/>
                  <a:moveTo>
                    <a:pt x="1819" y="7696"/>
                  </a:moveTo>
                  <a:lnTo>
                    <a:pt x="1819" y="7696"/>
                  </a:lnTo>
                  <a:lnTo>
                    <a:pt x="886" y="7696"/>
                  </a:lnTo>
                  <a:lnTo>
                    <a:pt x="886" y="7696"/>
                  </a:lnTo>
                  <a:lnTo>
                    <a:pt x="886" y="2773"/>
                  </a:lnTo>
                  <a:lnTo>
                    <a:pt x="886" y="2773"/>
                  </a:lnTo>
                  <a:lnTo>
                    <a:pt x="897" y="2748"/>
                  </a:lnTo>
                  <a:lnTo>
                    <a:pt x="907" y="2727"/>
                  </a:lnTo>
                  <a:lnTo>
                    <a:pt x="912" y="2719"/>
                  </a:lnTo>
                  <a:lnTo>
                    <a:pt x="917" y="2714"/>
                  </a:lnTo>
                  <a:lnTo>
                    <a:pt x="922" y="2709"/>
                  </a:lnTo>
                  <a:lnTo>
                    <a:pt x="928" y="2708"/>
                  </a:lnTo>
                  <a:lnTo>
                    <a:pt x="928" y="2708"/>
                  </a:lnTo>
                  <a:lnTo>
                    <a:pt x="1149" y="2708"/>
                  </a:lnTo>
                  <a:lnTo>
                    <a:pt x="1371" y="2706"/>
                  </a:lnTo>
                  <a:lnTo>
                    <a:pt x="1819" y="2706"/>
                  </a:lnTo>
                  <a:lnTo>
                    <a:pt x="1819" y="2706"/>
                  </a:lnTo>
                  <a:lnTo>
                    <a:pt x="1819" y="7696"/>
                  </a:lnTo>
                  <a:lnTo>
                    <a:pt x="1819" y="7696"/>
                  </a:lnTo>
                  <a:close/>
                  <a:moveTo>
                    <a:pt x="13076" y="661"/>
                  </a:moveTo>
                  <a:lnTo>
                    <a:pt x="13069" y="661"/>
                  </a:lnTo>
                  <a:lnTo>
                    <a:pt x="13076" y="6261"/>
                  </a:lnTo>
                  <a:lnTo>
                    <a:pt x="13076" y="6559"/>
                  </a:lnTo>
                  <a:lnTo>
                    <a:pt x="13076" y="6559"/>
                  </a:lnTo>
                  <a:lnTo>
                    <a:pt x="13075" y="6590"/>
                  </a:lnTo>
                  <a:lnTo>
                    <a:pt x="13072" y="6620"/>
                  </a:lnTo>
                  <a:lnTo>
                    <a:pt x="13069" y="6651"/>
                  </a:lnTo>
                  <a:lnTo>
                    <a:pt x="13063" y="6679"/>
                  </a:lnTo>
                  <a:lnTo>
                    <a:pt x="13057" y="6709"/>
                  </a:lnTo>
                  <a:lnTo>
                    <a:pt x="13048" y="6737"/>
                  </a:lnTo>
                  <a:lnTo>
                    <a:pt x="13039" y="6765"/>
                  </a:lnTo>
                  <a:lnTo>
                    <a:pt x="13029" y="6792"/>
                  </a:lnTo>
                  <a:lnTo>
                    <a:pt x="13017" y="6819"/>
                  </a:lnTo>
                  <a:lnTo>
                    <a:pt x="13003" y="6844"/>
                  </a:lnTo>
                  <a:lnTo>
                    <a:pt x="12989" y="6869"/>
                  </a:lnTo>
                  <a:lnTo>
                    <a:pt x="12972" y="6893"/>
                  </a:lnTo>
                  <a:lnTo>
                    <a:pt x="12956" y="6916"/>
                  </a:lnTo>
                  <a:lnTo>
                    <a:pt x="12938" y="6939"/>
                  </a:lnTo>
                  <a:lnTo>
                    <a:pt x="12920" y="6961"/>
                  </a:lnTo>
                  <a:lnTo>
                    <a:pt x="12900" y="6982"/>
                  </a:lnTo>
                  <a:lnTo>
                    <a:pt x="12879" y="7001"/>
                  </a:lnTo>
                  <a:lnTo>
                    <a:pt x="12857" y="7020"/>
                  </a:lnTo>
                  <a:lnTo>
                    <a:pt x="12834" y="7038"/>
                  </a:lnTo>
                  <a:lnTo>
                    <a:pt x="12811" y="7054"/>
                  </a:lnTo>
                  <a:lnTo>
                    <a:pt x="12787" y="7071"/>
                  </a:lnTo>
                  <a:lnTo>
                    <a:pt x="12762" y="7085"/>
                  </a:lnTo>
                  <a:lnTo>
                    <a:pt x="12737" y="7097"/>
                  </a:lnTo>
                  <a:lnTo>
                    <a:pt x="12710" y="7111"/>
                  </a:lnTo>
                  <a:lnTo>
                    <a:pt x="12683" y="7121"/>
                  </a:lnTo>
                  <a:lnTo>
                    <a:pt x="12655" y="7130"/>
                  </a:lnTo>
                  <a:lnTo>
                    <a:pt x="12627" y="7139"/>
                  </a:lnTo>
                  <a:lnTo>
                    <a:pt x="12597" y="7145"/>
                  </a:lnTo>
                  <a:lnTo>
                    <a:pt x="12569" y="7151"/>
                  </a:lnTo>
                  <a:lnTo>
                    <a:pt x="12538" y="7154"/>
                  </a:lnTo>
                  <a:lnTo>
                    <a:pt x="12508" y="7157"/>
                  </a:lnTo>
                  <a:lnTo>
                    <a:pt x="12477" y="7157"/>
                  </a:lnTo>
                  <a:lnTo>
                    <a:pt x="12179" y="7157"/>
                  </a:lnTo>
                  <a:lnTo>
                    <a:pt x="8628" y="7157"/>
                  </a:lnTo>
                  <a:lnTo>
                    <a:pt x="8628" y="8035"/>
                  </a:lnTo>
                  <a:lnTo>
                    <a:pt x="10123" y="8035"/>
                  </a:lnTo>
                  <a:lnTo>
                    <a:pt x="10123" y="8035"/>
                  </a:lnTo>
                  <a:lnTo>
                    <a:pt x="10152" y="8035"/>
                  </a:lnTo>
                  <a:lnTo>
                    <a:pt x="10180" y="8038"/>
                  </a:lnTo>
                  <a:lnTo>
                    <a:pt x="10208" y="8043"/>
                  </a:lnTo>
                  <a:lnTo>
                    <a:pt x="10236" y="8047"/>
                  </a:lnTo>
                  <a:lnTo>
                    <a:pt x="10263" y="8055"/>
                  </a:lnTo>
                  <a:lnTo>
                    <a:pt x="10289" y="8064"/>
                  </a:lnTo>
                  <a:lnTo>
                    <a:pt x="10316" y="8072"/>
                  </a:lnTo>
                  <a:lnTo>
                    <a:pt x="10341" y="8084"/>
                  </a:lnTo>
                  <a:lnTo>
                    <a:pt x="10367" y="8096"/>
                  </a:lnTo>
                  <a:lnTo>
                    <a:pt x="10392" y="8109"/>
                  </a:lnTo>
                  <a:lnTo>
                    <a:pt x="10415" y="8124"/>
                  </a:lnTo>
                  <a:lnTo>
                    <a:pt x="10438" y="8141"/>
                  </a:lnTo>
                  <a:lnTo>
                    <a:pt x="10460" y="8157"/>
                  </a:lnTo>
                  <a:lnTo>
                    <a:pt x="10482" y="8176"/>
                  </a:lnTo>
                  <a:lnTo>
                    <a:pt x="10503" y="8194"/>
                  </a:lnTo>
                  <a:lnTo>
                    <a:pt x="10522" y="8215"/>
                  </a:lnTo>
                  <a:lnTo>
                    <a:pt x="10541" y="8235"/>
                  </a:lnTo>
                  <a:lnTo>
                    <a:pt x="10559" y="8258"/>
                  </a:lnTo>
                  <a:lnTo>
                    <a:pt x="10576" y="8280"/>
                  </a:lnTo>
                  <a:lnTo>
                    <a:pt x="10592" y="8304"/>
                  </a:lnTo>
                  <a:lnTo>
                    <a:pt x="10607" y="8327"/>
                  </a:lnTo>
                  <a:lnTo>
                    <a:pt x="10620" y="8352"/>
                  </a:lnTo>
                  <a:lnTo>
                    <a:pt x="10633" y="8378"/>
                  </a:lnTo>
                  <a:lnTo>
                    <a:pt x="10645" y="8404"/>
                  </a:lnTo>
                  <a:lnTo>
                    <a:pt x="10656" y="8431"/>
                  </a:lnTo>
                  <a:lnTo>
                    <a:pt x="10664" y="8459"/>
                  </a:lnTo>
                  <a:lnTo>
                    <a:pt x="10672" y="8486"/>
                  </a:lnTo>
                  <a:lnTo>
                    <a:pt x="10678" y="8514"/>
                  </a:lnTo>
                  <a:lnTo>
                    <a:pt x="10684" y="8544"/>
                  </a:lnTo>
                  <a:lnTo>
                    <a:pt x="10687" y="8572"/>
                  </a:lnTo>
                  <a:lnTo>
                    <a:pt x="10690" y="8601"/>
                  </a:lnTo>
                  <a:lnTo>
                    <a:pt x="10690" y="8631"/>
                  </a:lnTo>
                  <a:lnTo>
                    <a:pt x="5978" y="8631"/>
                  </a:lnTo>
                  <a:lnTo>
                    <a:pt x="5978" y="8631"/>
                  </a:lnTo>
                  <a:lnTo>
                    <a:pt x="5978" y="8603"/>
                  </a:lnTo>
                  <a:lnTo>
                    <a:pt x="5981" y="8573"/>
                  </a:lnTo>
                  <a:lnTo>
                    <a:pt x="5984" y="8545"/>
                  </a:lnTo>
                  <a:lnTo>
                    <a:pt x="5988" y="8517"/>
                  </a:lnTo>
                  <a:lnTo>
                    <a:pt x="5996" y="8489"/>
                  </a:lnTo>
                  <a:lnTo>
                    <a:pt x="6003" y="8461"/>
                  </a:lnTo>
                  <a:lnTo>
                    <a:pt x="6012" y="8434"/>
                  </a:lnTo>
                  <a:lnTo>
                    <a:pt x="6021" y="8407"/>
                  </a:lnTo>
                  <a:lnTo>
                    <a:pt x="6033" y="8382"/>
                  </a:lnTo>
                  <a:lnTo>
                    <a:pt x="6044" y="8355"/>
                  </a:lnTo>
                  <a:lnTo>
                    <a:pt x="6059" y="8332"/>
                  </a:lnTo>
                  <a:lnTo>
                    <a:pt x="6073" y="8307"/>
                  </a:lnTo>
                  <a:lnTo>
                    <a:pt x="6089" y="8283"/>
                  </a:lnTo>
                  <a:lnTo>
                    <a:pt x="6105" y="8261"/>
                  </a:lnTo>
                  <a:lnTo>
                    <a:pt x="6123" y="8238"/>
                  </a:lnTo>
                  <a:lnTo>
                    <a:pt x="6142" y="8218"/>
                  </a:lnTo>
                  <a:lnTo>
                    <a:pt x="6162" y="8197"/>
                  </a:lnTo>
                  <a:lnTo>
                    <a:pt x="6182" y="8178"/>
                  </a:lnTo>
                  <a:lnTo>
                    <a:pt x="6203" y="8160"/>
                  </a:lnTo>
                  <a:lnTo>
                    <a:pt x="6225" y="8142"/>
                  </a:lnTo>
                  <a:lnTo>
                    <a:pt x="6249" y="8126"/>
                  </a:lnTo>
                  <a:lnTo>
                    <a:pt x="6273" y="8111"/>
                  </a:lnTo>
                  <a:lnTo>
                    <a:pt x="6296" y="8098"/>
                  </a:lnTo>
                  <a:lnTo>
                    <a:pt x="6322" y="8084"/>
                  </a:lnTo>
                  <a:lnTo>
                    <a:pt x="6348" y="8074"/>
                  </a:lnTo>
                  <a:lnTo>
                    <a:pt x="6375" y="8064"/>
                  </a:lnTo>
                  <a:lnTo>
                    <a:pt x="6402" y="8055"/>
                  </a:lnTo>
                  <a:lnTo>
                    <a:pt x="6428" y="8049"/>
                  </a:lnTo>
                  <a:lnTo>
                    <a:pt x="6456" y="8043"/>
                  </a:lnTo>
                  <a:lnTo>
                    <a:pt x="6486" y="8038"/>
                  </a:lnTo>
                  <a:lnTo>
                    <a:pt x="6514" y="8035"/>
                  </a:lnTo>
                  <a:lnTo>
                    <a:pt x="6544" y="8035"/>
                  </a:lnTo>
                  <a:lnTo>
                    <a:pt x="8039" y="8035"/>
                  </a:lnTo>
                  <a:lnTo>
                    <a:pt x="8039" y="7157"/>
                  </a:lnTo>
                  <a:lnTo>
                    <a:pt x="6882" y="7157"/>
                  </a:lnTo>
                  <a:lnTo>
                    <a:pt x="6882" y="7152"/>
                  </a:lnTo>
                  <a:lnTo>
                    <a:pt x="4746" y="7152"/>
                  </a:lnTo>
                  <a:lnTo>
                    <a:pt x="4746" y="6564"/>
                  </a:lnTo>
                  <a:lnTo>
                    <a:pt x="6882" y="6564"/>
                  </a:lnTo>
                  <a:lnTo>
                    <a:pt x="6882" y="6559"/>
                  </a:lnTo>
                  <a:lnTo>
                    <a:pt x="12477" y="6559"/>
                  </a:lnTo>
                  <a:lnTo>
                    <a:pt x="12477" y="659"/>
                  </a:lnTo>
                  <a:lnTo>
                    <a:pt x="4232" y="659"/>
                  </a:lnTo>
                  <a:lnTo>
                    <a:pt x="4232" y="4166"/>
                  </a:lnTo>
                  <a:lnTo>
                    <a:pt x="4224" y="4166"/>
                  </a:lnTo>
                  <a:lnTo>
                    <a:pt x="4224" y="6057"/>
                  </a:lnTo>
                  <a:lnTo>
                    <a:pt x="3636" y="6057"/>
                  </a:lnTo>
                  <a:lnTo>
                    <a:pt x="3636" y="4166"/>
                  </a:lnTo>
                  <a:lnTo>
                    <a:pt x="3636" y="4164"/>
                  </a:lnTo>
                  <a:lnTo>
                    <a:pt x="3636" y="3434"/>
                  </a:lnTo>
                  <a:lnTo>
                    <a:pt x="3637" y="3434"/>
                  </a:lnTo>
                  <a:lnTo>
                    <a:pt x="3643" y="667"/>
                  </a:lnTo>
                  <a:lnTo>
                    <a:pt x="3643" y="667"/>
                  </a:lnTo>
                  <a:lnTo>
                    <a:pt x="3643" y="636"/>
                  </a:lnTo>
                  <a:lnTo>
                    <a:pt x="3646" y="606"/>
                  </a:lnTo>
                  <a:lnTo>
                    <a:pt x="3651" y="576"/>
                  </a:lnTo>
                  <a:lnTo>
                    <a:pt x="3655" y="548"/>
                  </a:lnTo>
                  <a:lnTo>
                    <a:pt x="3663" y="519"/>
                  </a:lnTo>
                  <a:lnTo>
                    <a:pt x="3670" y="491"/>
                  </a:lnTo>
                  <a:lnTo>
                    <a:pt x="3679" y="464"/>
                  </a:lnTo>
                  <a:lnTo>
                    <a:pt x="3691" y="437"/>
                  </a:lnTo>
                  <a:lnTo>
                    <a:pt x="3703" y="411"/>
                  </a:lnTo>
                  <a:lnTo>
                    <a:pt x="3716" y="385"/>
                  </a:lnTo>
                  <a:lnTo>
                    <a:pt x="3729" y="360"/>
                  </a:lnTo>
                  <a:lnTo>
                    <a:pt x="3746" y="336"/>
                  </a:lnTo>
                  <a:lnTo>
                    <a:pt x="3762" y="313"/>
                  </a:lnTo>
                  <a:lnTo>
                    <a:pt x="3780" y="290"/>
                  </a:lnTo>
                  <a:lnTo>
                    <a:pt x="3799" y="270"/>
                  </a:lnTo>
                  <a:lnTo>
                    <a:pt x="3818" y="249"/>
                  </a:lnTo>
                  <a:lnTo>
                    <a:pt x="3839" y="228"/>
                  </a:lnTo>
                  <a:lnTo>
                    <a:pt x="3861" y="210"/>
                  </a:lnTo>
                  <a:lnTo>
                    <a:pt x="3883" y="193"/>
                  </a:lnTo>
                  <a:lnTo>
                    <a:pt x="3907" y="176"/>
                  </a:lnTo>
                  <a:lnTo>
                    <a:pt x="3931" y="160"/>
                  </a:lnTo>
                  <a:lnTo>
                    <a:pt x="3956" y="147"/>
                  </a:lnTo>
                  <a:lnTo>
                    <a:pt x="3981" y="133"/>
                  </a:lnTo>
                  <a:lnTo>
                    <a:pt x="4008" y="122"/>
                  </a:lnTo>
                  <a:lnTo>
                    <a:pt x="4035" y="111"/>
                  </a:lnTo>
                  <a:lnTo>
                    <a:pt x="4063" y="101"/>
                  </a:lnTo>
                  <a:lnTo>
                    <a:pt x="4091" y="93"/>
                  </a:lnTo>
                  <a:lnTo>
                    <a:pt x="4119" y="87"/>
                  </a:lnTo>
                  <a:lnTo>
                    <a:pt x="4149" y="82"/>
                  </a:lnTo>
                  <a:lnTo>
                    <a:pt x="4178" y="77"/>
                  </a:lnTo>
                  <a:lnTo>
                    <a:pt x="4208" y="76"/>
                  </a:lnTo>
                  <a:lnTo>
                    <a:pt x="4239" y="74"/>
                  </a:lnTo>
                  <a:lnTo>
                    <a:pt x="12575" y="74"/>
                  </a:lnTo>
                  <a:lnTo>
                    <a:pt x="12575" y="79"/>
                  </a:lnTo>
                  <a:lnTo>
                    <a:pt x="13069" y="79"/>
                  </a:lnTo>
                  <a:lnTo>
                    <a:pt x="13069" y="74"/>
                  </a:lnTo>
                  <a:lnTo>
                    <a:pt x="13069" y="0"/>
                  </a:lnTo>
                  <a:lnTo>
                    <a:pt x="13069" y="74"/>
                  </a:lnTo>
                  <a:lnTo>
                    <a:pt x="13069" y="79"/>
                  </a:lnTo>
                  <a:lnTo>
                    <a:pt x="13076" y="79"/>
                  </a:lnTo>
                  <a:lnTo>
                    <a:pt x="13076" y="661"/>
                  </a:lnTo>
                  <a:close/>
                  <a:moveTo>
                    <a:pt x="4952" y="2104"/>
                  </a:moveTo>
                  <a:lnTo>
                    <a:pt x="4952" y="2104"/>
                  </a:lnTo>
                  <a:lnTo>
                    <a:pt x="4952" y="1833"/>
                  </a:lnTo>
                  <a:lnTo>
                    <a:pt x="4952" y="1703"/>
                  </a:lnTo>
                  <a:lnTo>
                    <a:pt x="4955" y="1572"/>
                  </a:lnTo>
                  <a:lnTo>
                    <a:pt x="4955" y="1572"/>
                  </a:lnTo>
                  <a:lnTo>
                    <a:pt x="4956" y="1544"/>
                  </a:lnTo>
                  <a:lnTo>
                    <a:pt x="4961" y="1519"/>
                  </a:lnTo>
                  <a:lnTo>
                    <a:pt x="4968" y="1494"/>
                  </a:lnTo>
                  <a:lnTo>
                    <a:pt x="4977" y="1469"/>
                  </a:lnTo>
                  <a:lnTo>
                    <a:pt x="4988" y="1446"/>
                  </a:lnTo>
                  <a:lnTo>
                    <a:pt x="5001" y="1424"/>
                  </a:lnTo>
                  <a:lnTo>
                    <a:pt x="5016" y="1405"/>
                  </a:lnTo>
                  <a:lnTo>
                    <a:pt x="5032" y="1386"/>
                  </a:lnTo>
                  <a:lnTo>
                    <a:pt x="5050" y="1369"/>
                  </a:lnTo>
                  <a:lnTo>
                    <a:pt x="5069" y="1355"/>
                  </a:lnTo>
                  <a:lnTo>
                    <a:pt x="5090" y="1343"/>
                  </a:lnTo>
                  <a:lnTo>
                    <a:pt x="5112" y="1331"/>
                  </a:lnTo>
                  <a:lnTo>
                    <a:pt x="5136" y="1322"/>
                  </a:lnTo>
                  <a:lnTo>
                    <a:pt x="5161" y="1316"/>
                  </a:lnTo>
                  <a:lnTo>
                    <a:pt x="5186" y="1312"/>
                  </a:lnTo>
                  <a:lnTo>
                    <a:pt x="5213" y="1310"/>
                  </a:lnTo>
                  <a:lnTo>
                    <a:pt x="5213" y="1310"/>
                  </a:lnTo>
                  <a:lnTo>
                    <a:pt x="5486" y="1309"/>
                  </a:lnTo>
                  <a:lnTo>
                    <a:pt x="5758" y="1309"/>
                  </a:lnTo>
                  <a:lnTo>
                    <a:pt x="5758" y="1309"/>
                  </a:lnTo>
                  <a:lnTo>
                    <a:pt x="6308" y="1310"/>
                  </a:lnTo>
                  <a:lnTo>
                    <a:pt x="6308" y="1310"/>
                  </a:lnTo>
                  <a:lnTo>
                    <a:pt x="6308" y="1578"/>
                  </a:lnTo>
                  <a:lnTo>
                    <a:pt x="6308" y="1578"/>
                  </a:lnTo>
                  <a:lnTo>
                    <a:pt x="5231" y="1578"/>
                  </a:lnTo>
                  <a:lnTo>
                    <a:pt x="5231" y="1578"/>
                  </a:lnTo>
                  <a:lnTo>
                    <a:pt x="5231" y="3209"/>
                  </a:lnTo>
                  <a:lnTo>
                    <a:pt x="5231" y="3209"/>
                  </a:lnTo>
                  <a:lnTo>
                    <a:pt x="4952" y="3209"/>
                  </a:lnTo>
                  <a:lnTo>
                    <a:pt x="4952" y="3209"/>
                  </a:lnTo>
                  <a:lnTo>
                    <a:pt x="4952" y="2104"/>
                  </a:lnTo>
                  <a:lnTo>
                    <a:pt x="4952" y="2104"/>
                  </a:lnTo>
                  <a:close/>
                  <a:moveTo>
                    <a:pt x="10921" y="3872"/>
                  </a:moveTo>
                  <a:lnTo>
                    <a:pt x="10921" y="3872"/>
                  </a:lnTo>
                  <a:lnTo>
                    <a:pt x="10908" y="3850"/>
                  </a:lnTo>
                  <a:lnTo>
                    <a:pt x="10893" y="3832"/>
                  </a:lnTo>
                  <a:lnTo>
                    <a:pt x="10878" y="3819"/>
                  </a:lnTo>
                  <a:lnTo>
                    <a:pt x="10862" y="3807"/>
                  </a:lnTo>
                  <a:lnTo>
                    <a:pt x="10844" y="3800"/>
                  </a:lnTo>
                  <a:lnTo>
                    <a:pt x="10825" y="3794"/>
                  </a:lnTo>
                  <a:lnTo>
                    <a:pt x="10802" y="3791"/>
                  </a:lnTo>
                  <a:lnTo>
                    <a:pt x="10779" y="3789"/>
                  </a:lnTo>
                  <a:lnTo>
                    <a:pt x="10779" y="3789"/>
                  </a:lnTo>
                  <a:lnTo>
                    <a:pt x="10549" y="3792"/>
                  </a:lnTo>
                  <a:lnTo>
                    <a:pt x="10318" y="3792"/>
                  </a:lnTo>
                  <a:lnTo>
                    <a:pt x="9851" y="3792"/>
                  </a:lnTo>
                  <a:lnTo>
                    <a:pt x="9851" y="3792"/>
                  </a:lnTo>
                  <a:lnTo>
                    <a:pt x="9828" y="3806"/>
                  </a:lnTo>
                  <a:lnTo>
                    <a:pt x="9808" y="3819"/>
                  </a:lnTo>
                  <a:lnTo>
                    <a:pt x="9799" y="3825"/>
                  </a:lnTo>
                  <a:lnTo>
                    <a:pt x="9791" y="3832"/>
                  </a:lnTo>
                  <a:lnTo>
                    <a:pt x="9784" y="3840"/>
                  </a:lnTo>
                  <a:lnTo>
                    <a:pt x="9778" y="3849"/>
                  </a:lnTo>
                  <a:lnTo>
                    <a:pt x="9778" y="3849"/>
                  </a:lnTo>
                  <a:lnTo>
                    <a:pt x="9660" y="4052"/>
                  </a:lnTo>
                  <a:lnTo>
                    <a:pt x="9542" y="4253"/>
                  </a:lnTo>
                  <a:lnTo>
                    <a:pt x="9425" y="4458"/>
                  </a:lnTo>
                  <a:lnTo>
                    <a:pt x="9311" y="4662"/>
                  </a:lnTo>
                  <a:lnTo>
                    <a:pt x="9311" y="4662"/>
                  </a:lnTo>
                  <a:lnTo>
                    <a:pt x="9305" y="4676"/>
                  </a:lnTo>
                  <a:lnTo>
                    <a:pt x="9302" y="4690"/>
                  </a:lnTo>
                  <a:lnTo>
                    <a:pt x="9301" y="4708"/>
                  </a:lnTo>
                  <a:lnTo>
                    <a:pt x="9301" y="4726"/>
                  </a:lnTo>
                  <a:lnTo>
                    <a:pt x="9304" y="4744"/>
                  </a:lnTo>
                  <a:lnTo>
                    <a:pt x="9307" y="4762"/>
                  </a:lnTo>
                  <a:lnTo>
                    <a:pt x="9313" y="4778"/>
                  </a:lnTo>
                  <a:lnTo>
                    <a:pt x="9320" y="4791"/>
                  </a:lnTo>
                  <a:lnTo>
                    <a:pt x="9320" y="4791"/>
                  </a:lnTo>
                  <a:lnTo>
                    <a:pt x="9430" y="4985"/>
                  </a:lnTo>
                  <a:lnTo>
                    <a:pt x="9541" y="5180"/>
                  </a:lnTo>
                  <a:lnTo>
                    <a:pt x="9652" y="5374"/>
                  </a:lnTo>
                  <a:lnTo>
                    <a:pt x="9762" y="5568"/>
                  </a:lnTo>
                  <a:lnTo>
                    <a:pt x="9762" y="5568"/>
                  </a:lnTo>
                  <a:lnTo>
                    <a:pt x="9774" y="5587"/>
                  </a:lnTo>
                  <a:lnTo>
                    <a:pt x="9787" y="5605"/>
                  </a:lnTo>
                  <a:lnTo>
                    <a:pt x="9802" y="5617"/>
                  </a:lnTo>
                  <a:lnTo>
                    <a:pt x="9817" y="5627"/>
                  </a:lnTo>
                  <a:lnTo>
                    <a:pt x="9834" y="5635"/>
                  </a:lnTo>
                  <a:lnTo>
                    <a:pt x="9852" y="5639"/>
                  </a:lnTo>
                  <a:lnTo>
                    <a:pt x="9873" y="5642"/>
                  </a:lnTo>
                  <a:lnTo>
                    <a:pt x="9895" y="5643"/>
                  </a:lnTo>
                  <a:lnTo>
                    <a:pt x="9895" y="5643"/>
                  </a:lnTo>
                  <a:lnTo>
                    <a:pt x="10116" y="5640"/>
                  </a:lnTo>
                  <a:lnTo>
                    <a:pt x="10337" y="5640"/>
                  </a:lnTo>
                  <a:lnTo>
                    <a:pt x="10558" y="5640"/>
                  </a:lnTo>
                  <a:lnTo>
                    <a:pt x="10779" y="5643"/>
                  </a:lnTo>
                  <a:lnTo>
                    <a:pt x="10779" y="5643"/>
                  </a:lnTo>
                  <a:lnTo>
                    <a:pt x="10804" y="5642"/>
                  </a:lnTo>
                  <a:lnTo>
                    <a:pt x="10826" y="5639"/>
                  </a:lnTo>
                  <a:lnTo>
                    <a:pt x="10845" y="5635"/>
                  </a:lnTo>
                  <a:lnTo>
                    <a:pt x="10865" y="5626"/>
                  </a:lnTo>
                  <a:lnTo>
                    <a:pt x="10881" y="5615"/>
                  </a:lnTo>
                  <a:lnTo>
                    <a:pt x="10896" y="5600"/>
                  </a:lnTo>
                  <a:lnTo>
                    <a:pt x="10909" y="5584"/>
                  </a:lnTo>
                  <a:lnTo>
                    <a:pt x="10922" y="5563"/>
                  </a:lnTo>
                  <a:lnTo>
                    <a:pt x="10922" y="5563"/>
                  </a:lnTo>
                  <a:lnTo>
                    <a:pt x="11031" y="5371"/>
                  </a:lnTo>
                  <a:lnTo>
                    <a:pt x="11140" y="5180"/>
                  </a:lnTo>
                  <a:lnTo>
                    <a:pt x="11251" y="4988"/>
                  </a:lnTo>
                  <a:lnTo>
                    <a:pt x="11363" y="4799"/>
                  </a:lnTo>
                  <a:lnTo>
                    <a:pt x="11363" y="4799"/>
                  </a:lnTo>
                  <a:lnTo>
                    <a:pt x="11374" y="4776"/>
                  </a:lnTo>
                  <a:lnTo>
                    <a:pt x="11382" y="4757"/>
                  </a:lnTo>
                  <a:lnTo>
                    <a:pt x="11386" y="4736"/>
                  </a:lnTo>
                  <a:lnTo>
                    <a:pt x="11388" y="4717"/>
                  </a:lnTo>
                  <a:lnTo>
                    <a:pt x="11385" y="4698"/>
                  </a:lnTo>
                  <a:lnTo>
                    <a:pt x="11380" y="4679"/>
                  </a:lnTo>
                  <a:lnTo>
                    <a:pt x="11371" y="4658"/>
                  </a:lnTo>
                  <a:lnTo>
                    <a:pt x="11360" y="4636"/>
                  </a:lnTo>
                  <a:lnTo>
                    <a:pt x="11360" y="4636"/>
                  </a:lnTo>
                  <a:lnTo>
                    <a:pt x="11248" y="4446"/>
                  </a:lnTo>
                  <a:lnTo>
                    <a:pt x="11137" y="4255"/>
                  </a:lnTo>
                  <a:lnTo>
                    <a:pt x="11028" y="4064"/>
                  </a:lnTo>
                  <a:lnTo>
                    <a:pt x="10921" y="3872"/>
                  </a:lnTo>
                  <a:lnTo>
                    <a:pt x="10921" y="3872"/>
                  </a:lnTo>
                  <a:close/>
                  <a:moveTo>
                    <a:pt x="11078" y="4775"/>
                  </a:moveTo>
                  <a:lnTo>
                    <a:pt x="11078" y="4775"/>
                  </a:lnTo>
                  <a:lnTo>
                    <a:pt x="11001" y="4916"/>
                  </a:lnTo>
                  <a:lnTo>
                    <a:pt x="10921" y="5055"/>
                  </a:lnTo>
                  <a:lnTo>
                    <a:pt x="10841" y="5194"/>
                  </a:lnTo>
                  <a:lnTo>
                    <a:pt x="10758" y="5332"/>
                  </a:lnTo>
                  <a:lnTo>
                    <a:pt x="10758" y="5332"/>
                  </a:lnTo>
                  <a:lnTo>
                    <a:pt x="10750" y="5343"/>
                  </a:lnTo>
                  <a:lnTo>
                    <a:pt x="10740" y="5353"/>
                  </a:lnTo>
                  <a:lnTo>
                    <a:pt x="10730" y="5362"/>
                  </a:lnTo>
                  <a:lnTo>
                    <a:pt x="10716" y="5371"/>
                  </a:lnTo>
                  <a:lnTo>
                    <a:pt x="10703" y="5377"/>
                  </a:lnTo>
                  <a:lnTo>
                    <a:pt x="10690" y="5383"/>
                  </a:lnTo>
                  <a:lnTo>
                    <a:pt x="10675" y="5387"/>
                  </a:lnTo>
                  <a:lnTo>
                    <a:pt x="10663" y="5389"/>
                  </a:lnTo>
                  <a:lnTo>
                    <a:pt x="10663" y="5389"/>
                  </a:lnTo>
                  <a:lnTo>
                    <a:pt x="10501" y="5390"/>
                  </a:lnTo>
                  <a:lnTo>
                    <a:pt x="10340" y="5391"/>
                  </a:lnTo>
                  <a:lnTo>
                    <a:pt x="10178" y="5390"/>
                  </a:lnTo>
                  <a:lnTo>
                    <a:pt x="10017" y="5389"/>
                  </a:lnTo>
                  <a:lnTo>
                    <a:pt x="10017" y="5389"/>
                  </a:lnTo>
                  <a:lnTo>
                    <a:pt x="10005" y="5387"/>
                  </a:lnTo>
                  <a:lnTo>
                    <a:pt x="9992" y="5383"/>
                  </a:lnTo>
                  <a:lnTo>
                    <a:pt x="9978" y="5377"/>
                  </a:lnTo>
                  <a:lnTo>
                    <a:pt x="9965" y="5371"/>
                  </a:lnTo>
                  <a:lnTo>
                    <a:pt x="9952" y="5362"/>
                  </a:lnTo>
                  <a:lnTo>
                    <a:pt x="9940" y="5353"/>
                  </a:lnTo>
                  <a:lnTo>
                    <a:pt x="9931" y="5343"/>
                  </a:lnTo>
                  <a:lnTo>
                    <a:pt x="9923" y="5332"/>
                  </a:lnTo>
                  <a:lnTo>
                    <a:pt x="9923" y="5332"/>
                  </a:lnTo>
                  <a:lnTo>
                    <a:pt x="9840" y="5194"/>
                  </a:lnTo>
                  <a:lnTo>
                    <a:pt x="9759" y="5055"/>
                  </a:lnTo>
                  <a:lnTo>
                    <a:pt x="9679" y="4916"/>
                  </a:lnTo>
                  <a:lnTo>
                    <a:pt x="9602" y="4775"/>
                  </a:lnTo>
                  <a:lnTo>
                    <a:pt x="9602" y="4775"/>
                  </a:lnTo>
                  <a:lnTo>
                    <a:pt x="9596" y="4762"/>
                  </a:lnTo>
                  <a:lnTo>
                    <a:pt x="9593" y="4747"/>
                  </a:lnTo>
                  <a:lnTo>
                    <a:pt x="9591" y="4731"/>
                  </a:lnTo>
                  <a:lnTo>
                    <a:pt x="9591" y="4714"/>
                  </a:lnTo>
                  <a:lnTo>
                    <a:pt x="9593" y="4698"/>
                  </a:lnTo>
                  <a:lnTo>
                    <a:pt x="9596" y="4682"/>
                  </a:lnTo>
                  <a:lnTo>
                    <a:pt x="9600" y="4667"/>
                  </a:lnTo>
                  <a:lnTo>
                    <a:pt x="9606" y="4653"/>
                  </a:lnTo>
                  <a:lnTo>
                    <a:pt x="9606" y="4653"/>
                  </a:lnTo>
                  <a:lnTo>
                    <a:pt x="9645" y="4585"/>
                  </a:lnTo>
                  <a:lnTo>
                    <a:pt x="9682" y="4519"/>
                  </a:lnTo>
                  <a:lnTo>
                    <a:pt x="9760" y="4384"/>
                  </a:lnTo>
                  <a:lnTo>
                    <a:pt x="9837" y="4249"/>
                  </a:lnTo>
                  <a:lnTo>
                    <a:pt x="9876" y="4181"/>
                  </a:lnTo>
                  <a:lnTo>
                    <a:pt x="9911" y="4113"/>
                  </a:lnTo>
                  <a:lnTo>
                    <a:pt x="9911" y="4113"/>
                  </a:lnTo>
                  <a:lnTo>
                    <a:pt x="9920" y="4099"/>
                  </a:lnTo>
                  <a:lnTo>
                    <a:pt x="9928" y="4087"/>
                  </a:lnTo>
                  <a:lnTo>
                    <a:pt x="9937" y="4078"/>
                  </a:lnTo>
                  <a:lnTo>
                    <a:pt x="9947" y="4071"/>
                  </a:lnTo>
                  <a:lnTo>
                    <a:pt x="9956" y="4064"/>
                  </a:lnTo>
                  <a:lnTo>
                    <a:pt x="9966" y="4059"/>
                  </a:lnTo>
                  <a:lnTo>
                    <a:pt x="9975" y="4056"/>
                  </a:lnTo>
                  <a:lnTo>
                    <a:pt x="9986" y="4053"/>
                  </a:lnTo>
                  <a:lnTo>
                    <a:pt x="10008" y="4050"/>
                  </a:lnTo>
                  <a:lnTo>
                    <a:pt x="10030" y="4050"/>
                  </a:lnTo>
                  <a:lnTo>
                    <a:pt x="10052" y="4050"/>
                  </a:lnTo>
                  <a:lnTo>
                    <a:pt x="10075" y="4050"/>
                  </a:lnTo>
                  <a:lnTo>
                    <a:pt x="10075" y="4050"/>
                  </a:lnTo>
                  <a:lnTo>
                    <a:pt x="10371" y="4049"/>
                  </a:lnTo>
                  <a:lnTo>
                    <a:pt x="10371" y="4049"/>
                  </a:lnTo>
                  <a:lnTo>
                    <a:pt x="10512" y="4050"/>
                  </a:lnTo>
                  <a:lnTo>
                    <a:pt x="10651" y="4053"/>
                  </a:lnTo>
                  <a:lnTo>
                    <a:pt x="10651" y="4053"/>
                  </a:lnTo>
                  <a:lnTo>
                    <a:pt x="10666" y="4055"/>
                  </a:lnTo>
                  <a:lnTo>
                    <a:pt x="10682" y="4059"/>
                  </a:lnTo>
                  <a:lnTo>
                    <a:pt x="10699" y="4065"/>
                  </a:lnTo>
                  <a:lnTo>
                    <a:pt x="10715" y="4073"/>
                  </a:lnTo>
                  <a:lnTo>
                    <a:pt x="10730" y="4083"/>
                  </a:lnTo>
                  <a:lnTo>
                    <a:pt x="10743" y="4093"/>
                  </a:lnTo>
                  <a:lnTo>
                    <a:pt x="10755" y="4104"/>
                  </a:lnTo>
                  <a:lnTo>
                    <a:pt x="10764" y="4117"/>
                  </a:lnTo>
                  <a:lnTo>
                    <a:pt x="10764" y="4117"/>
                  </a:lnTo>
                  <a:lnTo>
                    <a:pt x="10845" y="4252"/>
                  </a:lnTo>
                  <a:lnTo>
                    <a:pt x="10925" y="4388"/>
                  </a:lnTo>
                  <a:lnTo>
                    <a:pt x="11002" y="4526"/>
                  </a:lnTo>
                  <a:lnTo>
                    <a:pt x="11079" y="4664"/>
                  </a:lnTo>
                  <a:lnTo>
                    <a:pt x="11079" y="4664"/>
                  </a:lnTo>
                  <a:lnTo>
                    <a:pt x="11084" y="4676"/>
                  </a:lnTo>
                  <a:lnTo>
                    <a:pt x="11087" y="4689"/>
                  </a:lnTo>
                  <a:lnTo>
                    <a:pt x="11090" y="4704"/>
                  </a:lnTo>
                  <a:lnTo>
                    <a:pt x="11090" y="4719"/>
                  </a:lnTo>
                  <a:lnTo>
                    <a:pt x="11090" y="4735"/>
                  </a:lnTo>
                  <a:lnTo>
                    <a:pt x="11087" y="4748"/>
                  </a:lnTo>
                  <a:lnTo>
                    <a:pt x="11084" y="4763"/>
                  </a:lnTo>
                  <a:lnTo>
                    <a:pt x="11078" y="4775"/>
                  </a:lnTo>
                  <a:lnTo>
                    <a:pt x="11078" y="4775"/>
                  </a:lnTo>
                  <a:close/>
                  <a:moveTo>
                    <a:pt x="9037" y="2755"/>
                  </a:moveTo>
                  <a:lnTo>
                    <a:pt x="9037" y="2755"/>
                  </a:lnTo>
                  <a:lnTo>
                    <a:pt x="8815" y="2758"/>
                  </a:lnTo>
                  <a:lnTo>
                    <a:pt x="8594" y="2758"/>
                  </a:lnTo>
                  <a:lnTo>
                    <a:pt x="8373" y="2758"/>
                  </a:lnTo>
                  <a:lnTo>
                    <a:pt x="8152" y="2755"/>
                  </a:lnTo>
                  <a:lnTo>
                    <a:pt x="8152" y="2755"/>
                  </a:lnTo>
                  <a:lnTo>
                    <a:pt x="8127" y="2757"/>
                  </a:lnTo>
                  <a:lnTo>
                    <a:pt x="8105" y="2759"/>
                  </a:lnTo>
                  <a:lnTo>
                    <a:pt x="8085" y="2765"/>
                  </a:lnTo>
                  <a:lnTo>
                    <a:pt x="8068" y="2774"/>
                  </a:lnTo>
                  <a:lnTo>
                    <a:pt x="8051" y="2786"/>
                  </a:lnTo>
                  <a:lnTo>
                    <a:pt x="8037" y="2801"/>
                  </a:lnTo>
                  <a:lnTo>
                    <a:pt x="8023" y="2817"/>
                  </a:lnTo>
                  <a:lnTo>
                    <a:pt x="8010" y="2838"/>
                  </a:lnTo>
                  <a:lnTo>
                    <a:pt x="8010" y="2838"/>
                  </a:lnTo>
                  <a:lnTo>
                    <a:pt x="7900" y="3034"/>
                  </a:lnTo>
                  <a:lnTo>
                    <a:pt x="7789" y="3226"/>
                  </a:lnTo>
                  <a:lnTo>
                    <a:pt x="7678" y="3420"/>
                  </a:lnTo>
                  <a:lnTo>
                    <a:pt x="7568" y="3615"/>
                  </a:lnTo>
                  <a:lnTo>
                    <a:pt x="7568" y="3615"/>
                  </a:lnTo>
                  <a:lnTo>
                    <a:pt x="7562" y="3628"/>
                  </a:lnTo>
                  <a:lnTo>
                    <a:pt x="7556" y="3643"/>
                  </a:lnTo>
                  <a:lnTo>
                    <a:pt x="7553" y="3659"/>
                  </a:lnTo>
                  <a:lnTo>
                    <a:pt x="7552" y="3675"/>
                  </a:lnTo>
                  <a:lnTo>
                    <a:pt x="7552" y="3692"/>
                  </a:lnTo>
                  <a:lnTo>
                    <a:pt x="7553" y="3708"/>
                  </a:lnTo>
                  <a:lnTo>
                    <a:pt x="7558" y="3723"/>
                  </a:lnTo>
                  <a:lnTo>
                    <a:pt x="7562" y="3735"/>
                  </a:lnTo>
                  <a:lnTo>
                    <a:pt x="7562" y="3735"/>
                  </a:lnTo>
                  <a:lnTo>
                    <a:pt x="7676" y="3938"/>
                  </a:lnTo>
                  <a:lnTo>
                    <a:pt x="7792" y="4139"/>
                  </a:lnTo>
                  <a:lnTo>
                    <a:pt x="7908" y="4339"/>
                  </a:lnTo>
                  <a:lnTo>
                    <a:pt x="8026" y="4538"/>
                  </a:lnTo>
                  <a:lnTo>
                    <a:pt x="8026" y="4538"/>
                  </a:lnTo>
                  <a:lnTo>
                    <a:pt x="8035" y="4550"/>
                  </a:lnTo>
                  <a:lnTo>
                    <a:pt x="8047" y="4562"/>
                  </a:lnTo>
                  <a:lnTo>
                    <a:pt x="8062" y="4572"/>
                  </a:lnTo>
                  <a:lnTo>
                    <a:pt x="8077" y="4581"/>
                  </a:lnTo>
                  <a:lnTo>
                    <a:pt x="8093" y="4588"/>
                  </a:lnTo>
                  <a:lnTo>
                    <a:pt x="8111" y="4594"/>
                  </a:lnTo>
                  <a:lnTo>
                    <a:pt x="8127" y="4597"/>
                  </a:lnTo>
                  <a:lnTo>
                    <a:pt x="8142" y="4599"/>
                  </a:lnTo>
                  <a:lnTo>
                    <a:pt x="8142" y="4599"/>
                  </a:lnTo>
                  <a:lnTo>
                    <a:pt x="8366" y="4602"/>
                  </a:lnTo>
                  <a:lnTo>
                    <a:pt x="8589" y="4602"/>
                  </a:lnTo>
                  <a:lnTo>
                    <a:pt x="8815" y="4602"/>
                  </a:lnTo>
                  <a:lnTo>
                    <a:pt x="9038" y="4603"/>
                  </a:lnTo>
                  <a:lnTo>
                    <a:pt x="9038" y="4603"/>
                  </a:lnTo>
                  <a:lnTo>
                    <a:pt x="9061" y="4602"/>
                  </a:lnTo>
                  <a:lnTo>
                    <a:pt x="9081" y="4600"/>
                  </a:lnTo>
                  <a:lnTo>
                    <a:pt x="9101" y="4594"/>
                  </a:lnTo>
                  <a:lnTo>
                    <a:pt x="9117" y="4587"/>
                  </a:lnTo>
                  <a:lnTo>
                    <a:pt x="9133" y="4576"/>
                  </a:lnTo>
                  <a:lnTo>
                    <a:pt x="9147" y="4563"/>
                  </a:lnTo>
                  <a:lnTo>
                    <a:pt x="9160" y="4547"/>
                  </a:lnTo>
                  <a:lnTo>
                    <a:pt x="9172" y="4527"/>
                  </a:lnTo>
                  <a:lnTo>
                    <a:pt x="9172" y="4527"/>
                  </a:lnTo>
                  <a:lnTo>
                    <a:pt x="9256" y="4373"/>
                  </a:lnTo>
                  <a:lnTo>
                    <a:pt x="9341" y="4219"/>
                  </a:lnTo>
                  <a:lnTo>
                    <a:pt x="9385" y="4142"/>
                  </a:lnTo>
                  <a:lnTo>
                    <a:pt x="9430" y="4068"/>
                  </a:lnTo>
                  <a:lnTo>
                    <a:pt x="9476" y="3994"/>
                  </a:lnTo>
                  <a:lnTo>
                    <a:pt x="9525" y="3921"/>
                  </a:lnTo>
                  <a:lnTo>
                    <a:pt x="9525" y="3921"/>
                  </a:lnTo>
                  <a:lnTo>
                    <a:pt x="9545" y="3889"/>
                  </a:lnTo>
                  <a:lnTo>
                    <a:pt x="9565" y="3858"/>
                  </a:lnTo>
                  <a:lnTo>
                    <a:pt x="9581" y="3826"/>
                  </a:lnTo>
                  <a:lnTo>
                    <a:pt x="9594" y="3797"/>
                  </a:lnTo>
                  <a:lnTo>
                    <a:pt x="9606" y="3766"/>
                  </a:lnTo>
                  <a:lnTo>
                    <a:pt x="9614" y="3736"/>
                  </a:lnTo>
                  <a:lnTo>
                    <a:pt x="9620" y="3706"/>
                  </a:lnTo>
                  <a:lnTo>
                    <a:pt x="9622" y="3677"/>
                  </a:lnTo>
                  <a:lnTo>
                    <a:pt x="9621" y="3647"/>
                  </a:lnTo>
                  <a:lnTo>
                    <a:pt x="9617" y="3618"/>
                  </a:lnTo>
                  <a:lnTo>
                    <a:pt x="9609" y="3588"/>
                  </a:lnTo>
                  <a:lnTo>
                    <a:pt x="9599" y="3558"/>
                  </a:lnTo>
                  <a:lnTo>
                    <a:pt x="9584" y="3527"/>
                  </a:lnTo>
                  <a:lnTo>
                    <a:pt x="9566" y="3497"/>
                  </a:lnTo>
                  <a:lnTo>
                    <a:pt x="9545" y="3466"/>
                  </a:lnTo>
                  <a:lnTo>
                    <a:pt x="9519" y="3435"/>
                  </a:lnTo>
                  <a:lnTo>
                    <a:pt x="9519" y="3435"/>
                  </a:lnTo>
                  <a:lnTo>
                    <a:pt x="9345" y="3136"/>
                  </a:lnTo>
                  <a:lnTo>
                    <a:pt x="9261" y="2988"/>
                  </a:lnTo>
                  <a:lnTo>
                    <a:pt x="9178" y="2839"/>
                  </a:lnTo>
                  <a:lnTo>
                    <a:pt x="9178" y="2839"/>
                  </a:lnTo>
                  <a:lnTo>
                    <a:pt x="9164" y="2819"/>
                  </a:lnTo>
                  <a:lnTo>
                    <a:pt x="9151" y="2801"/>
                  </a:lnTo>
                  <a:lnTo>
                    <a:pt x="9136" y="2786"/>
                  </a:lnTo>
                  <a:lnTo>
                    <a:pt x="9121" y="2774"/>
                  </a:lnTo>
                  <a:lnTo>
                    <a:pt x="9104" y="2765"/>
                  </a:lnTo>
                  <a:lnTo>
                    <a:pt x="9084" y="2759"/>
                  </a:lnTo>
                  <a:lnTo>
                    <a:pt x="9061" y="2757"/>
                  </a:lnTo>
                  <a:lnTo>
                    <a:pt x="9037" y="2755"/>
                  </a:lnTo>
                  <a:lnTo>
                    <a:pt x="9037" y="2755"/>
                  </a:lnTo>
                  <a:close/>
                  <a:moveTo>
                    <a:pt x="9341" y="3720"/>
                  </a:moveTo>
                  <a:lnTo>
                    <a:pt x="9341" y="3720"/>
                  </a:lnTo>
                  <a:lnTo>
                    <a:pt x="9255" y="3872"/>
                  </a:lnTo>
                  <a:lnTo>
                    <a:pt x="9167" y="4025"/>
                  </a:lnTo>
                  <a:lnTo>
                    <a:pt x="8991" y="4327"/>
                  </a:lnTo>
                  <a:lnTo>
                    <a:pt x="8991" y="4327"/>
                  </a:lnTo>
                  <a:lnTo>
                    <a:pt x="8988" y="4332"/>
                  </a:lnTo>
                  <a:lnTo>
                    <a:pt x="8982" y="4335"/>
                  </a:lnTo>
                  <a:lnTo>
                    <a:pt x="8970" y="4341"/>
                  </a:lnTo>
                  <a:lnTo>
                    <a:pt x="8957" y="4345"/>
                  </a:lnTo>
                  <a:lnTo>
                    <a:pt x="8945" y="4351"/>
                  </a:lnTo>
                  <a:lnTo>
                    <a:pt x="8945" y="4351"/>
                  </a:lnTo>
                  <a:lnTo>
                    <a:pt x="8610" y="4353"/>
                  </a:lnTo>
                  <a:lnTo>
                    <a:pt x="8449" y="4351"/>
                  </a:lnTo>
                  <a:lnTo>
                    <a:pt x="8370" y="4350"/>
                  </a:lnTo>
                  <a:lnTo>
                    <a:pt x="8290" y="4348"/>
                  </a:lnTo>
                  <a:lnTo>
                    <a:pt x="8290" y="4348"/>
                  </a:lnTo>
                  <a:lnTo>
                    <a:pt x="8274" y="4345"/>
                  </a:lnTo>
                  <a:lnTo>
                    <a:pt x="8257" y="4341"/>
                  </a:lnTo>
                  <a:lnTo>
                    <a:pt x="8240" y="4335"/>
                  </a:lnTo>
                  <a:lnTo>
                    <a:pt x="8222" y="4326"/>
                  </a:lnTo>
                  <a:lnTo>
                    <a:pt x="8205" y="4316"/>
                  </a:lnTo>
                  <a:lnTo>
                    <a:pt x="8191" y="4304"/>
                  </a:lnTo>
                  <a:lnTo>
                    <a:pt x="8179" y="4292"/>
                  </a:lnTo>
                  <a:lnTo>
                    <a:pt x="8168" y="4279"/>
                  </a:lnTo>
                  <a:lnTo>
                    <a:pt x="8168" y="4279"/>
                  </a:lnTo>
                  <a:lnTo>
                    <a:pt x="8088" y="4148"/>
                  </a:lnTo>
                  <a:lnTo>
                    <a:pt x="8011" y="4018"/>
                  </a:lnTo>
                  <a:lnTo>
                    <a:pt x="7937" y="3884"/>
                  </a:lnTo>
                  <a:lnTo>
                    <a:pt x="7865" y="3749"/>
                  </a:lnTo>
                  <a:lnTo>
                    <a:pt x="7865" y="3749"/>
                  </a:lnTo>
                  <a:lnTo>
                    <a:pt x="7859" y="3735"/>
                  </a:lnTo>
                  <a:lnTo>
                    <a:pt x="7853" y="3718"/>
                  </a:lnTo>
                  <a:lnTo>
                    <a:pt x="7851" y="3699"/>
                  </a:lnTo>
                  <a:lnTo>
                    <a:pt x="7850" y="3680"/>
                  </a:lnTo>
                  <a:lnTo>
                    <a:pt x="7850" y="3661"/>
                  </a:lnTo>
                  <a:lnTo>
                    <a:pt x="7853" y="3643"/>
                  </a:lnTo>
                  <a:lnTo>
                    <a:pt x="7857" y="3625"/>
                  </a:lnTo>
                  <a:lnTo>
                    <a:pt x="7863" y="3610"/>
                  </a:lnTo>
                  <a:lnTo>
                    <a:pt x="7863" y="3610"/>
                  </a:lnTo>
                  <a:lnTo>
                    <a:pt x="7937" y="3474"/>
                  </a:lnTo>
                  <a:lnTo>
                    <a:pt x="8014" y="3339"/>
                  </a:lnTo>
                  <a:lnTo>
                    <a:pt x="8093" y="3204"/>
                  </a:lnTo>
                  <a:lnTo>
                    <a:pt x="8173" y="3071"/>
                  </a:lnTo>
                  <a:lnTo>
                    <a:pt x="8173" y="3071"/>
                  </a:lnTo>
                  <a:lnTo>
                    <a:pt x="8182" y="3060"/>
                  </a:lnTo>
                  <a:lnTo>
                    <a:pt x="8192" y="3048"/>
                  </a:lnTo>
                  <a:lnTo>
                    <a:pt x="8204" y="3038"/>
                  </a:lnTo>
                  <a:lnTo>
                    <a:pt x="8219" y="3029"/>
                  </a:lnTo>
                  <a:lnTo>
                    <a:pt x="8234" y="3022"/>
                  </a:lnTo>
                  <a:lnTo>
                    <a:pt x="8248" y="3016"/>
                  </a:lnTo>
                  <a:lnTo>
                    <a:pt x="8263" y="3011"/>
                  </a:lnTo>
                  <a:lnTo>
                    <a:pt x="8277" y="3010"/>
                  </a:lnTo>
                  <a:lnTo>
                    <a:pt x="8277" y="3010"/>
                  </a:lnTo>
                  <a:lnTo>
                    <a:pt x="8435" y="3007"/>
                  </a:lnTo>
                  <a:lnTo>
                    <a:pt x="8594" y="3005"/>
                  </a:lnTo>
                  <a:lnTo>
                    <a:pt x="8752" y="3007"/>
                  </a:lnTo>
                  <a:lnTo>
                    <a:pt x="8911" y="3010"/>
                  </a:lnTo>
                  <a:lnTo>
                    <a:pt x="8911" y="3010"/>
                  </a:lnTo>
                  <a:lnTo>
                    <a:pt x="8924" y="3011"/>
                  </a:lnTo>
                  <a:lnTo>
                    <a:pt x="8939" y="3016"/>
                  </a:lnTo>
                  <a:lnTo>
                    <a:pt x="8954" y="3022"/>
                  </a:lnTo>
                  <a:lnTo>
                    <a:pt x="8969" y="3029"/>
                  </a:lnTo>
                  <a:lnTo>
                    <a:pt x="8982" y="3038"/>
                  </a:lnTo>
                  <a:lnTo>
                    <a:pt x="8995" y="3048"/>
                  </a:lnTo>
                  <a:lnTo>
                    <a:pt x="9006" y="3060"/>
                  </a:lnTo>
                  <a:lnTo>
                    <a:pt x="9013" y="3071"/>
                  </a:lnTo>
                  <a:lnTo>
                    <a:pt x="9013" y="3071"/>
                  </a:lnTo>
                  <a:lnTo>
                    <a:pt x="9095" y="3207"/>
                  </a:lnTo>
                  <a:lnTo>
                    <a:pt x="9175" y="3343"/>
                  </a:lnTo>
                  <a:lnTo>
                    <a:pt x="9253" y="3480"/>
                  </a:lnTo>
                  <a:lnTo>
                    <a:pt x="9330" y="3618"/>
                  </a:lnTo>
                  <a:lnTo>
                    <a:pt x="9330" y="3618"/>
                  </a:lnTo>
                  <a:lnTo>
                    <a:pt x="9336" y="3629"/>
                  </a:lnTo>
                  <a:lnTo>
                    <a:pt x="9341" y="3643"/>
                  </a:lnTo>
                  <a:lnTo>
                    <a:pt x="9344" y="3656"/>
                  </a:lnTo>
                  <a:lnTo>
                    <a:pt x="9347" y="3669"/>
                  </a:lnTo>
                  <a:lnTo>
                    <a:pt x="9347" y="3684"/>
                  </a:lnTo>
                  <a:lnTo>
                    <a:pt x="9347" y="3698"/>
                  </a:lnTo>
                  <a:lnTo>
                    <a:pt x="9344" y="3709"/>
                  </a:lnTo>
                  <a:lnTo>
                    <a:pt x="9341" y="3720"/>
                  </a:lnTo>
                  <a:lnTo>
                    <a:pt x="9341" y="3720"/>
                  </a:lnTo>
                  <a:close/>
                  <a:moveTo>
                    <a:pt x="11363" y="2559"/>
                  </a:moveTo>
                  <a:lnTo>
                    <a:pt x="11363" y="2559"/>
                  </a:lnTo>
                  <a:lnTo>
                    <a:pt x="11250" y="2367"/>
                  </a:lnTo>
                  <a:lnTo>
                    <a:pt x="11139" y="2173"/>
                  </a:lnTo>
                  <a:lnTo>
                    <a:pt x="11026" y="1980"/>
                  </a:lnTo>
                  <a:lnTo>
                    <a:pt x="10913" y="1787"/>
                  </a:lnTo>
                  <a:lnTo>
                    <a:pt x="10913" y="1787"/>
                  </a:lnTo>
                  <a:lnTo>
                    <a:pt x="10903" y="1775"/>
                  </a:lnTo>
                  <a:lnTo>
                    <a:pt x="10891" y="1762"/>
                  </a:lnTo>
                  <a:lnTo>
                    <a:pt x="10876" y="1750"/>
                  </a:lnTo>
                  <a:lnTo>
                    <a:pt x="10860" y="1741"/>
                  </a:lnTo>
                  <a:lnTo>
                    <a:pt x="10842" y="1732"/>
                  </a:lnTo>
                  <a:lnTo>
                    <a:pt x="10825" y="1727"/>
                  </a:lnTo>
                  <a:lnTo>
                    <a:pt x="10807" y="1722"/>
                  </a:lnTo>
                  <a:lnTo>
                    <a:pt x="10790" y="1719"/>
                  </a:lnTo>
                  <a:lnTo>
                    <a:pt x="10790" y="1719"/>
                  </a:lnTo>
                  <a:lnTo>
                    <a:pt x="10567" y="1718"/>
                  </a:lnTo>
                  <a:lnTo>
                    <a:pt x="10343" y="1716"/>
                  </a:lnTo>
                  <a:lnTo>
                    <a:pt x="10119" y="1716"/>
                  </a:lnTo>
                  <a:lnTo>
                    <a:pt x="9895" y="1715"/>
                  </a:lnTo>
                  <a:lnTo>
                    <a:pt x="9895" y="1715"/>
                  </a:lnTo>
                  <a:lnTo>
                    <a:pt x="9871" y="1716"/>
                  </a:lnTo>
                  <a:lnTo>
                    <a:pt x="9851" y="1719"/>
                  </a:lnTo>
                  <a:lnTo>
                    <a:pt x="9833" y="1724"/>
                  </a:lnTo>
                  <a:lnTo>
                    <a:pt x="9815" y="1731"/>
                  </a:lnTo>
                  <a:lnTo>
                    <a:pt x="9800" y="1741"/>
                  </a:lnTo>
                  <a:lnTo>
                    <a:pt x="9786" y="1755"/>
                  </a:lnTo>
                  <a:lnTo>
                    <a:pt x="9772" y="1771"/>
                  </a:lnTo>
                  <a:lnTo>
                    <a:pt x="9760" y="1790"/>
                  </a:lnTo>
                  <a:lnTo>
                    <a:pt x="9760" y="1790"/>
                  </a:lnTo>
                  <a:lnTo>
                    <a:pt x="9651" y="1986"/>
                  </a:lnTo>
                  <a:lnTo>
                    <a:pt x="9539" y="2179"/>
                  </a:lnTo>
                  <a:lnTo>
                    <a:pt x="9428" y="2373"/>
                  </a:lnTo>
                  <a:lnTo>
                    <a:pt x="9314" y="2565"/>
                  </a:lnTo>
                  <a:lnTo>
                    <a:pt x="9314" y="2565"/>
                  </a:lnTo>
                  <a:lnTo>
                    <a:pt x="9304" y="2586"/>
                  </a:lnTo>
                  <a:lnTo>
                    <a:pt x="9296" y="2605"/>
                  </a:lnTo>
                  <a:lnTo>
                    <a:pt x="9292" y="2625"/>
                  </a:lnTo>
                  <a:lnTo>
                    <a:pt x="9292" y="2644"/>
                  </a:lnTo>
                  <a:lnTo>
                    <a:pt x="9293" y="2662"/>
                  </a:lnTo>
                  <a:lnTo>
                    <a:pt x="9299" y="2681"/>
                  </a:lnTo>
                  <a:lnTo>
                    <a:pt x="9308" y="2700"/>
                  </a:lnTo>
                  <a:lnTo>
                    <a:pt x="9319" y="2719"/>
                  </a:lnTo>
                  <a:lnTo>
                    <a:pt x="9319" y="2719"/>
                  </a:lnTo>
                  <a:lnTo>
                    <a:pt x="9413" y="2880"/>
                  </a:lnTo>
                  <a:lnTo>
                    <a:pt x="9508" y="3043"/>
                  </a:lnTo>
                  <a:lnTo>
                    <a:pt x="9698" y="3373"/>
                  </a:lnTo>
                  <a:lnTo>
                    <a:pt x="9698" y="3373"/>
                  </a:lnTo>
                  <a:lnTo>
                    <a:pt x="9708" y="3385"/>
                  </a:lnTo>
                  <a:lnTo>
                    <a:pt x="9717" y="3400"/>
                  </a:lnTo>
                  <a:lnTo>
                    <a:pt x="9726" y="3415"/>
                  </a:lnTo>
                  <a:lnTo>
                    <a:pt x="9734" y="3431"/>
                  </a:lnTo>
                  <a:lnTo>
                    <a:pt x="9747" y="3462"/>
                  </a:lnTo>
                  <a:lnTo>
                    <a:pt x="9762" y="3492"/>
                  </a:lnTo>
                  <a:lnTo>
                    <a:pt x="9771" y="3506"/>
                  </a:lnTo>
                  <a:lnTo>
                    <a:pt x="9780" y="3518"/>
                  </a:lnTo>
                  <a:lnTo>
                    <a:pt x="9790" y="3530"/>
                  </a:lnTo>
                  <a:lnTo>
                    <a:pt x="9803" y="3540"/>
                  </a:lnTo>
                  <a:lnTo>
                    <a:pt x="9817" y="3549"/>
                  </a:lnTo>
                  <a:lnTo>
                    <a:pt x="9834" y="3555"/>
                  </a:lnTo>
                  <a:lnTo>
                    <a:pt x="9854" y="3558"/>
                  </a:lnTo>
                  <a:lnTo>
                    <a:pt x="9876" y="3560"/>
                  </a:lnTo>
                  <a:lnTo>
                    <a:pt x="9876" y="3560"/>
                  </a:lnTo>
                  <a:lnTo>
                    <a:pt x="10109" y="3558"/>
                  </a:lnTo>
                  <a:lnTo>
                    <a:pt x="10340" y="3558"/>
                  </a:lnTo>
                  <a:lnTo>
                    <a:pt x="10573" y="3558"/>
                  </a:lnTo>
                  <a:lnTo>
                    <a:pt x="10805" y="3555"/>
                  </a:lnTo>
                  <a:lnTo>
                    <a:pt x="10805" y="3555"/>
                  </a:lnTo>
                  <a:lnTo>
                    <a:pt x="10819" y="3554"/>
                  </a:lnTo>
                  <a:lnTo>
                    <a:pt x="10833" y="3551"/>
                  </a:lnTo>
                  <a:lnTo>
                    <a:pt x="10848" y="3545"/>
                  </a:lnTo>
                  <a:lnTo>
                    <a:pt x="10863" y="3538"/>
                  </a:lnTo>
                  <a:lnTo>
                    <a:pt x="10876" y="3527"/>
                  </a:lnTo>
                  <a:lnTo>
                    <a:pt x="10890" y="3517"/>
                  </a:lnTo>
                  <a:lnTo>
                    <a:pt x="10900" y="3506"/>
                  </a:lnTo>
                  <a:lnTo>
                    <a:pt x="10908" y="3495"/>
                  </a:lnTo>
                  <a:lnTo>
                    <a:pt x="10908" y="3495"/>
                  </a:lnTo>
                  <a:lnTo>
                    <a:pt x="11023" y="3300"/>
                  </a:lnTo>
                  <a:lnTo>
                    <a:pt x="11136" y="3105"/>
                  </a:lnTo>
                  <a:lnTo>
                    <a:pt x="11248" y="2908"/>
                  </a:lnTo>
                  <a:lnTo>
                    <a:pt x="11364" y="2714"/>
                  </a:lnTo>
                  <a:lnTo>
                    <a:pt x="11364" y="2714"/>
                  </a:lnTo>
                  <a:lnTo>
                    <a:pt x="11374" y="2693"/>
                  </a:lnTo>
                  <a:lnTo>
                    <a:pt x="11382" y="2672"/>
                  </a:lnTo>
                  <a:lnTo>
                    <a:pt x="11386" y="2654"/>
                  </a:lnTo>
                  <a:lnTo>
                    <a:pt x="11388" y="2635"/>
                  </a:lnTo>
                  <a:lnTo>
                    <a:pt x="11386" y="2617"/>
                  </a:lnTo>
                  <a:lnTo>
                    <a:pt x="11380" y="2599"/>
                  </a:lnTo>
                  <a:lnTo>
                    <a:pt x="11373" y="2580"/>
                  </a:lnTo>
                  <a:lnTo>
                    <a:pt x="11363" y="2559"/>
                  </a:lnTo>
                  <a:lnTo>
                    <a:pt x="11363" y="2559"/>
                  </a:lnTo>
                  <a:close/>
                  <a:moveTo>
                    <a:pt x="11054" y="2743"/>
                  </a:moveTo>
                  <a:lnTo>
                    <a:pt x="11054" y="2743"/>
                  </a:lnTo>
                  <a:lnTo>
                    <a:pt x="10908" y="2997"/>
                  </a:lnTo>
                  <a:lnTo>
                    <a:pt x="10836" y="3118"/>
                  </a:lnTo>
                  <a:lnTo>
                    <a:pt x="10764" y="3237"/>
                  </a:lnTo>
                  <a:lnTo>
                    <a:pt x="10764" y="3237"/>
                  </a:lnTo>
                  <a:lnTo>
                    <a:pt x="10755" y="3249"/>
                  </a:lnTo>
                  <a:lnTo>
                    <a:pt x="10744" y="3260"/>
                  </a:lnTo>
                  <a:lnTo>
                    <a:pt x="10731" y="3272"/>
                  </a:lnTo>
                  <a:lnTo>
                    <a:pt x="10716" y="3283"/>
                  </a:lnTo>
                  <a:lnTo>
                    <a:pt x="10702" y="3291"/>
                  </a:lnTo>
                  <a:lnTo>
                    <a:pt x="10685" y="3299"/>
                  </a:lnTo>
                  <a:lnTo>
                    <a:pt x="10670" y="3303"/>
                  </a:lnTo>
                  <a:lnTo>
                    <a:pt x="10656" y="3305"/>
                  </a:lnTo>
                  <a:lnTo>
                    <a:pt x="10656" y="3305"/>
                  </a:lnTo>
                  <a:lnTo>
                    <a:pt x="10497" y="3309"/>
                  </a:lnTo>
                  <a:lnTo>
                    <a:pt x="10338" y="3309"/>
                  </a:lnTo>
                  <a:lnTo>
                    <a:pt x="10180" y="3309"/>
                  </a:lnTo>
                  <a:lnTo>
                    <a:pt x="10021" y="3305"/>
                  </a:lnTo>
                  <a:lnTo>
                    <a:pt x="10021" y="3305"/>
                  </a:lnTo>
                  <a:lnTo>
                    <a:pt x="10008" y="3303"/>
                  </a:lnTo>
                  <a:lnTo>
                    <a:pt x="9993" y="3300"/>
                  </a:lnTo>
                  <a:lnTo>
                    <a:pt x="9978" y="3294"/>
                  </a:lnTo>
                  <a:lnTo>
                    <a:pt x="9963" y="3286"/>
                  </a:lnTo>
                  <a:lnTo>
                    <a:pt x="9950" y="3277"/>
                  </a:lnTo>
                  <a:lnTo>
                    <a:pt x="9938" y="3266"/>
                  </a:lnTo>
                  <a:lnTo>
                    <a:pt x="9926" y="3256"/>
                  </a:lnTo>
                  <a:lnTo>
                    <a:pt x="9919" y="3244"/>
                  </a:lnTo>
                  <a:lnTo>
                    <a:pt x="9919" y="3244"/>
                  </a:lnTo>
                  <a:lnTo>
                    <a:pt x="9840" y="3114"/>
                  </a:lnTo>
                  <a:lnTo>
                    <a:pt x="9763" y="2982"/>
                  </a:lnTo>
                  <a:lnTo>
                    <a:pt x="9688" y="2848"/>
                  </a:lnTo>
                  <a:lnTo>
                    <a:pt x="9611" y="2716"/>
                  </a:lnTo>
                  <a:lnTo>
                    <a:pt x="9611" y="2716"/>
                  </a:lnTo>
                  <a:lnTo>
                    <a:pt x="9600" y="2697"/>
                  </a:lnTo>
                  <a:lnTo>
                    <a:pt x="9591" y="2678"/>
                  </a:lnTo>
                  <a:lnTo>
                    <a:pt x="9587" y="2659"/>
                  </a:lnTo>
                  <a:lnTo>
                    <a:pt x="9584" y="2641"/>
                  </a:lnTo>
                  <a:lnTo>
                    <a:pt x="9585" y="2622"/>
                  </a:lnTo>
                  <a:lnTo>
                    <a:pt x="9590" y="2602"/>
                  </a:lnTo>
                  <a:lnTo>
                    <a:pt x="9597" y="2583"/>
                  </a:lnTo>
                  <a:lnTo>
                    <a:pt x="9608" y="2562"/>
                  </a:lnTo>
                  <a:lnTo>
                    <a:pt x="9608" y="2562"/>
                  </a:lnTo>
                  <a:lnTo>
                    <a:pt x="9685" y="2430"/>
                  </a:lnTo>
                  <a:lnTo>
                    <a:pt x="9762" y="2299"/>
                  </a:lnTo>
                  <a:lnTo>
                    <a:pt x="9837" y="2167"/>
                  </a:lnTo>
                  <a:lnTo>
                    <a:pt x="9876" y="2100"/>
                  </a:lnTo>
                  <a:lnTo>
                    <a:pt x="9916" y="2035"/>
                  </a:lnTo>
                  <a:lnTo>
                    <a:pt x="9916" y="2035"/>
                  </a:lnTo>
                  <a:lnTo>
                    <a:pt x="9925" y="2023"/>
                  </a:lnTo>
                  <a:lnTo>
                    <a:pt x="9937" y="2011"/>
                  </a:lnTo>
                  <a:lnTo>
                    <a:pt x="9950" y="2001"/>
                  </a:lnTo>
                  <a:lnTo>
                    <a:pt x="9965" y="1990"/>
                  </a:lnTo>
                  <a:lnTo>
                    <a:pt x="9981" y="1983"/>
                  </a:lnTo>
                  <a:lnTo>
                    <a:pt x="9997" y="1977"/>
                  </a:lnTo>
                  <a:lnTo>
                    <a:pt x="10014" y="1973"/>
                  </a:lnTo>
                  <a:lnTo>
                    <a:pt x="10029" y="1970"/>
                  </a:lnTo>
                  <a:lnTo>
                    <a:pt x="10029" y="1970"/>
                  </a:lnTo>
                  <a:lnTo>
                    <a:pt x="10187" y="1967"/>
                  </a:lnTo>
                  <a:lnTo>
                    <a:pt x="10346" y="1965"/>
                  </a:lnTo>
                  <a:lnTo>
                    <a:pt x="10346" y="1965"/>
                  </a:lnTo>
                  <a:lnTo>
                    <a:pt x="10504" y="1967"/>
                  </a:lnTo>
                  <a:lnTo>
                    <a:pt x="10663" y="1970"/>
                  </a:lnTo>
                  <a:lnTo>
                    <a:pt x="10663" y="1970"/>
                  </a:lnTo>
                  <a:lnTo>
                    <a:pt x="10675" y="1971"/>
                  </a:lnTo>
                  <a:lnTo>
                    <a:pt x="10690" y="1974"/>
                  </a:lnTo>
                  <a:lnTo>
                    <a:pt x="10703" y="1980"/>
                  </a:lnTo>
                  <a:lnTo>
                    <a:pt x="10716" y="1987"/>
                  </a:lnTo>
                  <a:lnTo>
                    <a:pt x="10728" y="1995"/>
                  </a:lnTo>
                  <a:lnTo>
                    <a:pt x="10740" y="2004"/>
                  </a:lnTo>
                  <a:lnTo>
                    <a:pt x="10750" y="2014"/>
                  </a:lnTo>
                  <a:lnTo>
                    <a:pt x="10758" y="2024"/>
                  </a:lnTo>
                  <a:lnTo>
                    <a:pt x="10758" y="2024"/>
                  </a:lnTo>
                  <a:lnTo>
                    <a:pt x="10841" y="2162"/>
                  </a:lnTo>
                  <a:lnTo>
                    <a:pt x="10922" y="2302"/>
                  </a:lnTo>
                  <a:lnTo>
                    <a:pt x="10962" y="2371"/>
                  </a:lnTo>
                  <a:lnTo>
                    <a:pt x="11001" y="2441"/>
                  </a:lnTo>
                  <a:lnTo>
                    <a:pt x="11039" y="2512"/>
                  </a:lnTo>
                  <a:lnTo>
                    <a:pt x="11077" y="2583"/>
                  </a:lnTo>
                  <a:lnTo>
                    <a:pt x="11077" y="2583"/>
                  </a:lnTo>
                  <a:lnTo>
                    <a:pt x="11079" y="2591"/>
                  </a:lnTo>
                  <a:lnTo>
                    <a:pt x="11082" y="2599"/>
                  </a:lnTo>
                  <a:lnTo>
                    <a:pt x="11082" y="2608"/>
                  </a:lnTo>
                  <a:lnTo>
                    <a:pt x="11082" y="2617"/>
                  </a:lnTo>
                  <a:lnTo>
                    <a:pt x="11081" y="2636"/>
                  </a:lnTo>
                  <a:lnTo>
                    <a:pt x="11077" y="2659"/>
                  </a:lnTo>
                  <a:lnTo>
                    <a:pt x="11065" y="2702"/>
                  </a:lnTo>
                  <a:lnTo>
                    <a:pt x="11059" y="2722"/>
                  </a:lnTo>
                  <a:lnTo>
                    <a:pt x="11054" y="2743"/>
                  </a:lnTo>
                  <a:lnTo>
                    <a:pt x="11054" y="2743"/>
                  </a:lnTo>
                  <a:close/>
                  <a:moveTo>
                    <a:pt x="7144" y="1584"/>
                  </a:moveTo>
                  <a:lnTo>
                    <a:pt x="6594" y="1584"/>
                  </a:lnTo>
                  <a:lnTo>
                    <a:pt x="6594" y="1319"/>
                  </a:lnTo>
                  <a:lnTo>
                    <a:pt x="7144" y="1319"/>
                  </a:lnTo>
                  <a:lnTo>
                    <a:pt x="7144" y="1584"/>
                  </a:lnTo>
                  <a:close/>
                  <a:moveTo>
                    <a:pt x="2776" y="5485"/>
                  </a:moveTo>
                  <a:lnTo>
                    <a:pt x="2776" y="5485"/>
                  </a:lnTo>
                  <a:lnTo>
                    <a:pt x="2772" y="5454"/>
                  </a:lnTo>
                  <a:lnTo>
                    <a:pt x="2766" y="5424"/>
                  </a:lnTo>
                  <a:lnTo>
                    <a:pt x="2761" y="5394"/>
                  </a:lnTo>
                  <a:lnTo>
                    <a:pt x="2760" y="5380"/>
                  </a:lnTo>
                  <a:lnTo>
                    <a:pt x="2758" y="5365"/>
                  </a:lnTo>
                  <a:lnTo>
                    <a:pt x="2758" y="5365"/>
                  </a:lnTo>
                  <a:lnTo>
                    <a:pt x="2760" y="5380"/>
                  </a:lnTo>
                  <a:lnTo>
                    <a:pt x="2761" y="5394"/>
                  </a:lnTo>
                  <a:lnTo>
                    <a:pt x="2766" y="5423"/>
                  </a:lnTo>
                  <a:lnTo>
                    <a:pt x="2772" y="5449"/>
                  </a:lnTo>
                  <a:lnTo>
                    <a:pt x="2779" y="5473"/>
                  </a:lnTo>
                  <a:lnTo>
                    <a:pt x="2779" y="5473"/>
                  </a:lnTo>
                  <a:lnTo>
                    <a:pt x="2779" y="4215"/>
                  </a:lnTo>
                  <a:lnTo>
                    <a:pt x="2779" y="4215"/>
                  </a:lnTo>
                  <a:lnTo>
                    <a:pt x="2779" y="4213"/>
                  </a:lnTo>
                  <a:lnTo>
                    <a:pt x="2779" y="4213"/>
                  </a:lnTo>
                  <a:lnTo>
                    <a:pt x="2781" y="2146"/>
                  </a:lnTo>
                  <a:lnTo>
                    <a:pt x="2781" y="2146"/>
                  </a:lnTo>
                  <a:lnTo>
                    <a:pt x="2779" y="2096"/>
                  </a:lnTo>
                  <a:lnTo>
                    <a:pt x="2776" y="2050"/>
                  </a:lnTo>
                  <a:lnTo>
                    <a:pt x="2769" y="2008"/>
                  </a:lnTo>
                  <a:lnTo>
                    <a:pt x="2766" y="1989"/>
                  </a:lnTo>
                  <a:lnTo>
                    <a:pt x="2760" y="1971"/>
                  </a:lnTo>
                  <a:lnTo>
                    <a:pt x="2755" y="1953"/>
                  </a:lnTo>
                  <a:lnTo>
                    <a:pt x="2748" y="1935"/>
                  </a:lnTo>
                  <a:lnTo>
                    <a:pt x="2742" y="1921"/>
                  </a:lnTo>
                  <a:lnTo>
                    <a:pt x="2733" y="1906"/>
                  </a:lnTo>
                  <a:lnTo>
                    <a:pt x="2724" y="1891"/>
                  </a:lnTo>
                  <a:lnTo>
                    <a:pt x="2715" y="1878"/>
                  </a:lnTo>
                  <a:lnTo>
                    <a:pt x="2705" y="1866"/>
                  </a:lnTo>
                  <a:lnTo>
                    <a:pt x="2695" y="1854"/>
                  </a:lnTo>
                  <a:lnTo>
                    <a:pt x="2683" y="1844"/>
                  </a:lnTo>
                  <a:lnTo>
                    <a:pt x="2669" y="1833"/>
                  </a:lnTo>
                  <a:lnTo>
                    <a:pt x="2656" y="1824"/>
                  </a:lnTo>
                  <a:lnTo>
                    <a:pt x="2643" y="1815"/>
                  </a:lnTo>
                  <a:lnTo>
                    <a:pt x="2626" y="1808"/>
                  </a:lnTo>
                  <a:lnTo>
                    <a:pt x="2612" y="1801"/>
                  </a:lnTo>
                  <a:lnTo>
                    <a:pt x="2594" y="1795"/>
                  </a:lnTo>
                  <a:lnTo>
                    <a:pt x="2576" y="1789"/>
                  </a:lnTo>
                  <a:lnTo>
                    <a:pt x="2538" y="1780"/>
                  </a:lnTo>
                  <a:lnTo>
                    <a:pt x="2495" y="1774"/>
                  </a:lnTo>
                  <a:lnTo>
                    <a:pt x="2449" y="1771"/>
                  </a:lnTo>
                  <a:lnTo>
                    <a:pt x="2397" y="1769"/>
                  </a:lnTo>
                  <a:lnTo>
                    <a:pt x="2363" y="1769"/>
                  </a:lnTo>
                  <a:lnTo>
                    <a:pt x="2363" y="1769"/>
                  </a:lnTo>
                  <a:lnTo>
                    <a:pt x="794" y="1769"/>
                  </a:lnTo>
                  <a:lnTo>
                    <a:pt x="794" y="1767"/>
                  </a:lnTo>
                  <a:lnTo>
                    <a:pt x="419" y="1767"/>
                  </a:lnTo>
                  <a:lnTo>
                    <a:pt x="419" y="1767"/>
                  </a:lnTo>
                  <a:lnTo>
                    <a:pt x="323" y="1767"/>
                  </a:lnTo>
                  <a:lnTo>
                    <a:pt x="323" y="1767"/>
                  </a:lnTo>
                  <a:lnTo>
                    <a:pt x="322" y="1767"/>
                  </a:lnTo>
                  <a:lnTo>
                    <a:pt x="0" y="1767"/>
                  </a:lnTo>
                  <a:lnTo>
                    <a:pt x="0" y="8311"/>
                  </a:lnTo>
                  <a:lnTo>
                    <a:pt x="0" y="8311"/>
                  </a:lnTo>
                  <a:lnTo>
                    <a:pt x="0" y="8311"/>
                  </a:lnTo>
                  <a:lnTo>
                    <a:pt x="0" y="8357"/>
                  </a:lnTo>
                  <a:lnTo>
                    <a:pt x="4" y="8398"/>
                  </a:lnTo>
                  <a:lnTo>
                    <a:pt x="9" y="8437"/>
                  </a:lnTo>
                  <a:lnTo>
                    <a:pt x="16" y="8471"/>
                  </a:lnTo>
                  <a:lnTo>
                    <a:pt x="27" y="8502"/>
                  </a:lnTo>
                  <a:lnTo>
                    <a:pt x="33" y="8516"/>
                  </a:lnTo>
                  <a:lnTo>
                    <a:pt x="39" y="8529"/>
                  </a:lnTo>
                  <a:lnTo>
                    <a:pt x="46" y="8541"/>
                  </a:lnTo>
                  <a:lnTo>
                    <a:pt x="53" y="8553"/>
                  </a:lnTo>
                  <a:lnTo>
                    <a:pt x="62" y="8563"/>
                  </a:lnTo>
                  <a:lnTo>
                    <a:pt x="71" y="8573"/>
                  </a:lnTo>
                  <a:lnTo>
                    <a:pt x="82" y="8582"/>
                  </a:lnTo>
                  <a:lnTo>
                    <a:pt x="93" y="8590"/>
                  </a:lnTo>
                  <a:lnTo>
                    <a:pt x="105" y="8597"/>
                  </a:lnTo>
                  <a:lnTo>
                    <a:pt x="117" y="8604"/>
                  </a:lnTo>
                  <a:lnTo>
                    <a:pt x="132" y="8610"/>
                  </a:lnTo>
                  <a:lnTo>
                    <a:pt x="145" y="8616"/>
                  </a:lnTo>
                  <a:lnTo>
                    <a:pt x="178" y="8625"/>
                  </a:lnTo>
                  <a:lnTo>
                    <a:pt x="213" y="8633"/>
                  </a:lnTo>
                  <a:lnTo>
                    <a:pt x="252" y="8637"/>
                  </a:lnTo>
                  <a:lnTo>
                    <a:pt x="296" y="8640"/>
                  </a:lnTo>
                  <a:lnTo>
                    <a:pt x="344" y="8640"/>
                  </a:lnTo>
                  <a:lnTo>
                    <a:pt x="344" y="8640"/>
                  </a:lnTo>
                  <a:lnTo>
                    <a:pt x="2659" y="8640"/>
                  </a:lnTo>
                  <a:lnTo>
                    <a:pt x="2659" y="8640"/>
                  </a:lnTo>
                  <a:lnTo>
                    <a:pt x="2687" y="8640"/>
                  </a:lnTo>
                  <a:lnTo>
                    <a:pt x="2717" y="8639"/>
                  </a:lnTo>
                  <a:lnTo>
                    <a:pt x="2781" y="8636"/>
                  </a:lnTo>
                  <a:lnTo>
                    <a:pt x="2781" y="8636"/>
                  </a:lnTo>
                  <a:lnTo>
                    <a:pt x="2781" y="8518"/>
                  </a:lnTo>
                  <a:lnTo>
                    <a:pt x="2781" y="8518"/>
                  </a:lnTo>
                  <a:lnTo>
                    <a:pt x="2781" y="7408"/>
                  </a:lnTo>
                  <a:lnTo>
                    <a:pt x="2781" y="7408"/>
                  </a:lnTo>
                  <a:lnTo>
                    <a:pt x="2776" y="5485"/>
                  </a:lnTo>
                  <a:lnTo>
                    <a:pt x="2776" y="5485"/>
                  </a:lnTo>
                  <a:close/>
                  <a:moveTo>
                    <a:pt x="2459" y="4102"/>
                  </a:moveTo>
                  <a:lnTo>
                    <a:pt x="2459" y="4102"/>
                  </a:lnTo>
                  <a:lnTo>
                    <a:pt x="2459" y="4124"/>
                  </a:lnTo>
                  <a:lnTo>
                    <a:pt x="2459" y="4124"/>
                  </a:lnTo>
                  <a:lnTo>
                    <a:pt x="2459" y="8167"/>
                  </a:lnTo>
                  <a:lnTo>
                    <a:pt x="2459" y="8167"/>
                  </a:lnTo>
                  <a:lnTo>
                    <a:pt x="2459" y="8311"/>
                  </a:lnTo>
                  <a:lnTo>
                    <a:pt x="2459" y="8311"/>
                  </a:lnTo>
                  <a:lnTo>
                    <a:pt x="322" y="8311"/>
                  </a:lnTo>
                  <a:lnTo>
                    <a:pt x="322" y="6232"/>
                  </a:lnTo>
                  <a:lnTo>
                    <a:pt x="322" y="6232"/>
                  </a:lnTo>
                  <a:lnTo>
                    <a:pt x="322" y="6223"/>
                  </a:lnTo>
                  <a:lnTo>
                    <a:pt x="322" y="6223"/>
                  </a:lnTo>
                  <a:lnTo>
                    <a:pt x="322" y="4671"/>
                  </a:lnTo>
                  <a:lnTo>
                    <a:pt x="322" y="2724"/>
                  </a:lnTo>
                  <a:lnTo>
                    <a:pt x="323" y="2724"/>
                  </a:lnTo>
                  <a:lnTo>
                    <a:pt x="323" y="2224"/>
                  </a:lnTo>
                  <a:lnTo>
                    <a:pt x="322" y="2224"/>
                  </a:lnTo>
                  <a:lnTo>
                    <a:pt x="322" y="2224"/>
                  </a:lnTo>
                  <a:lnTo>
                    <a:pt x="323" y="2224"/>
                  </a:lnTo>
                  <a:lnTo>
                    <a:pt x="323" y="2189"/>
                  </a:lnTo>
                  <a:lnTo>
                    <a:pt x="323" y="2107"/>
                  </a:lnTo>
                  <a:lnTo>
                    <a:pt x="323" y="2103"/>
                  </a:lnTo>
                  <a:lnTo>
                    <a:pt x="794" y="2103"/>
                  </a:lnTo>
                  <a:lnTo>
                    <a:pt x="824" y="2103"/>
                  </a:lnTo>
                  <a:lnTo>
                    <a:pt x="2363" y="2103"/>
                  </a:lnTo>
                  <a:lnTo>
                    <a:pt x="2363" y="2103"/>
                  </a:lnTo>
                  <a:lnTo>
                    <a:pt x="2363" y="2103"/>
                  </a:lnTo>
                  <a:lnTo>
                    <a:pt x="2459" y="2103"/>
                  </a:lnTo>
                  <a:lnTo>
                    <a:pt x="2459" y="2103"/>
                  </a:lnTo>
                  <a:lnTo>
                    <a:pt x="2459" y="2202"/>
                  </a:lnTo>
                  <a:lnTo>
                    <a:pt x="2459" y="410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8" name="Group 97">
            <a:extLst>
              <a:ext uri="{FF2B5EF4-FFF2-40B4-BE49-F238E27FC236}">
                <a16:creationId xmlns:a16="http://schemas.microsoft.com/office/drawing/2014/main" id="{C0DDA09E-D477-92A1-6801-FC981BC8069B}"/>
              </a:ext>
              <a:ext uri="{C183D7F6-B498-43B3-948B-1728B52AA6E4}">
                <adec:decorative xmlns:adec="http://schemas.microsoft.com/office/drawing/2017/decorative" val="1"/>
              </a:ext>
            </a:extLst>
          </p:cNvPr>
          <p:cNvGrpSpPr>
            <a:grpSpLocks noChangeAspect="1"/>
          </p:cNvGrpSpPr>
          <p:nvPr/>
        </p:nvGrpSpPr>
        <p:grpSpPr>
          <a:xfrm>
            <a:off x="6636946" y="2223703"/>
            <a:ext cx="653046" cy="457200"/>
            <a:chOff x="6636946" y="2223703"/>
            <a:chExt cx="653046" cy="457200"/>
          </a:xfrm>
          <a:solidFill>
            <a:srgbClr val="FF0000"/>
          </a:solidFill>
        </p:grpSpPr>
        <p:sp>
          <p:nvSpPr>
            <p:cNvPr id="1196" name="Freeform: Shape 1195">
              <a:extLst>
                <a:ext uri="{FF2B5EF4-FFF2-40B4-BE49-F238E27FC236}">
                  <a16:creationId xmlns:a16="http://schemas.microsoft.com/office/drawing/2014/main" id="{DC175438-0FB6-61F9-EDCF-F6F4CDA33585}"/>
                </a:ext>
                <a:ext uri="{C183D7F6-B498-43B3-948B-1728B52AA6E4}">
                  <adec:decorative xmlns:adec="http://schemas.microsoft.com/office/drawing/2017/decorative" val="1"/>
                </a:ext>
              </a:extLst>
            </p:cNvPr>
            <p:cNvSpPr/>
            <p:nvPr/>
          </p:nvSpPr>
          <p:spPr>
            <a:xfrm>
              <a:off x="6644444" y="2229726"/>
              <a:ext cx="645548" cy="451177"/>
            </a:xfrm>
            <a:custGeom>
              <a:avLst/>
              <a:gdLst>
                <a:gd name="connsiteX0" fmla="*/ 3602265 w 9683217"/>
                <a:gd name="connsiteY0" fmla="*/ 5021177 h 6767659"/>
                <a:gd name="connsiteX1" fmla="*/ 3984317 w 9683217"/>
                <a:gd name="connsiteY1" fmla="*/ 5021177 h 6767659"/>
                <a:gd name="connsiteX2" fmla="*/ 3984317 w 9683217"/>
                <a:gd name="connsiteY2" fmla="*/ 5094931 h 6767659"/>
                <a:gd name="connsiteX3" fmla="*/ 3602265 w 9683217"/>
                <a:gd name="connsiteY3" fmla="*/ 5094931 h 6767659"/>
                <a:gd name="connsiteX4" fmla="*/ 3603076 w 9683217"/>
                <a:gd name="connsiteY4" fmla="*/ 4829588 h 6767659"/>
                <a:gd name="connsiteX5" fmla="*/ 3980011 w 9683217"/>
                <a:gd name="connsiteY5" fmla="*/ 4829588 h 6767659"/>
                <a:gd name="connsiteX6" fmla="*/ 3980011 w 9683217"/>
                <a:gd name="connsiteY6" fmla="*/ 5020090 h 6767659"/>
                <a:gd name="connsiteX7" fmla="*/ 3603076 w 9683217"/>
                <a:gd name="connsiteY7" fmla="*/ 5020090 h 6767659"/>
                <a:gd name="connsiteX8" fmla="*/ 7677954 w 9683217"/>
                <a:gd name="connsiteY8" fmla="*/ 3823757 h 6767659"/>
                <a:gd name="connsiteX9" fmla="*/ 7616316 w 9683217"/>
                <a:gd name="connsiteY9" fmla="*/ 3858621 h 6767659"/>
                <a:gd name="connsiteX10" fmla="*/ 7413876 w 9683217"/>
                <a:gd name="connsiteY10" fmla="*/ 4212247 h 6767659"/>
                <a:gd name="connsiteX11" fmla="*/ 7414607 w 9683217"/>
                <a:gd name="connsiteY11" fmla="*/ 4296233 h 6767659"/>
                <a:gd name="connsiteX12" fmla="*/ 7610619 w 9683217"/>
                <a:gd name="connsiteY12" fmla="*/ 4636829 h 6767659"/>
                <a:gd name="connsiteX13" fmla="*/ 7688470 w 9683217"/>
                <a:gd name="connsiteY13" fmla="*/ 4681466 h 6767659"/>
                <a:gd name="connsiteX14" fmla="*/ 8074800 w 9683217"/>
                <a:gd name="connsiteY14" fmla="*/ 4684578 h 6767659"/>
                <a:gd name="connsiteX15" fmla="*/ 8159370 w 9683217"/>
                <a:gd name="connsiteY15" fmla="*/ 4632930 h 6767659"/>
                <a:gd name="connsiteX16" fmla="*/ 8319600 w 9683217"/>
                <a:gd name="connsiteY16" fmla="*/ 4355883 h 6767659"/>
                <a:gd name="connsiteX17" fmla="*/ 8313611 w 9683217"/>
                <a:gd name="connsiteY17" fmla="*/ 4141191 h 6767659"/>
                <a:gd name="connsiteX18" fmla="*/ 8152215 w 9683217"/>
                <a:gd name="connsiteY18" fmla="*/ 3864580 h 6767659"/>
                <a:gd name="connsiteX19" fmla="*/ 8086195 w 9683217"/>
                <a:gd name="connsiteY19" fmla="*/ 3824033 h 6767659"/>
                <a:gd name="connsiteX20" fmla="*/ 7677954 w 9683217"/>
                <a:gd name="connsiteY20" fmla="*/ 3823757 h 6767659"/>
                <a:gd name="connsiteX21" fmla="*/ 7602149 w 9683217"/>
                <a:gd name="connsiteY21" fmla="*/ 3659468 h 6767659"/>
                <a:gd name="connsiteX22" fmla="*/ 8164336 w 9683217"/>
                <a:gd name="connsiteY22" fmla="*/ 3659760 h 6767659"/>
                <a:gd name="connsiteX23" fmla="*/ 8251389 w 9683217"/>
                <a:gd name="connsiteY23" fmla="*/ 3706718 h 6767659"/>
                <a:gd name="connsiteX24" fmla="*/ 8534892 w 9683217"/>
                <a:gd name="connsiteY24" fmla="*/ 4199599 h 6767659"/>
                <a:gd name="connsiteX25" fmla="*/ 8535186 w 9683217"/>
                <a:gd name="connsiteY25" fmla="*/ 4305551 h 6767659"/>
                <a:gd name="connsiteX26" fmla="*/ 8251973 w 9683217"/>
                <a:gd name="connsiteY26" fmla="*/ 4796709 h 6767659"/>
                <a:gd name="connsiteX27" fmla="*/ 8175729 w 9683217"/>
                <a:gd name="connsiteY27" fmla="*/ 4843096 h 6767659"/>
                <a:gd name="connsiteX28" fmla="*/ 7591778 w 9683217"/>
                <a:gd name="connsiteY28" fmla="*/ 4843170 h 6767659"/>
                <a:gd name="connsiteX29" fmla="*/ 7519040 w 9683217"/>
                <a:gd name="connsiteY29" fmla="*/ 4802125 h 6767659"/>
                <a:gd name="connsiteX30" fmla="*/ 7228379 w 9683217"/>
                <a:gd name="connsiteY30" fmla="*/ 4296553 h 6767659"/>
                <a:gd name="connsiteX31" fmla="*/ 7225602 w 9683217"/>
                <a:gd name="connsiteY31" fmla="*/ 4212657 h 6767659"/>
                <a:gd name="connsiteX32" fmla="*/ 7510421 w 9683217"/>
                <a:gd name="connsiteY32" fmla="*/ 3712036 h 6767659"/>
                <a:gd name="connsiteX33" fmla="*/ 7602149 w 9683217"/>
                <a:gd name="connsiteY33" fmla="*/ 3659468 h 6767659"/>
                <a:gd name="connsiteX34" fmla="*/ 6960798 w 9683217"/>
                <a:gd name="connsiteY34" fmla="*/ 3156226 h 6767659"/>
                <a:gd name="connsiteX35" fmla="*/ 6574030 w 9683217"/>
                <a:gd name="connsiteY35" fmla="*/ 3156357 h 6767659"/>
                <a:gd name="connsiteX36" fmla="*/ 6495450 w 9683217"/>
                <a:gd name="connsiteY36" fmla="*/ 3200891 h 6767659"/>
                <a:gd name="connsiteX37" fmla="*/ 6295494 w 9683217"/>
                <a:gd name="connsiteY37" fmla="*/ 3548281 h 6767659"/>
                <a:gd name="connsiteX38" fmla="*/ 6295055 w 9683217"/>
                <a:gd name="connsiteY38" fmla="*/ 3624975 h 6767659"/>
                <a:gd name="connsiteX39" fmla="*/ 6489023 w 9683217"/>
                <a:gd name="connsiteY39" fmla="*/ 3967516 h 6767659"/>
                <a:gd name="connsiteX40" fmla="*/ 6575636 w 9683217"/>
                <a:gd name="connsiteY40" fmla="*/ 4016096 h 6767659"/>
                <a:gd name="connsiteX41" fmla="*/ 6955248 w 9683217"/>
                <a:gd name="connsiteY41" fmla="*/ 4016300 h 6767659"/>
                <a:gd name="connsiteX42" fmla="*/ 7050040 w 9683217"/>
                <a:gd name="connsiteY42" fmla="*/ 3951611 h 6767659"/>
                <a:gd name="connsiteX43" fmla="*/ 7234079 w 9683217"/>
                <a:gd name="connsiteY43" fmla="*/ 3628641 h 6767659"/>
                <a:gd name="connsiteX44" fmla="*/ 7234955 w 9683217"/>
                <a:gd name="connsiteY44" fmla="*/ 3544396 h 6767659"/>
                <a:gd name="connsiteX45" fmla="*/ 7033681 w 9683217"/>
                <a:gd name="connsiteY45" fmla="*/ 3197677 h 6767659"/>
                <a:gd name="connsiteX46" fmla="*/ 6960798 w 9683217"/>
                <a:gd name="connsiteY46" fmla="*/ 3156226 h 6767659"/>
                <a:gd name="connsiteX47" fmla="*/ 6475146 w 9683217"/>
                <a:gd name="connsiteY47" fmla="*/ 2994683 h 6767659"/>
                <a:gd name="connsiteX48" fmla="*/ 7051940 w 9683217"/>
                <a:gd name="connsiteY48" fmla="*/ 2994757 h 6767659"/>
                <a:gd name="connsiteX49" fmla="*/ 7130960 w 9683217"/>
                <a:gd name="connsiteY49" fmla="*/ 3038734 h 6767659"/>
                <a:gd name="connsiteX50" fmla="*/ 7419720 w 9683217"/>
                <a:gd name="connsiteY50" fmla="*/ 3537019 h 6767659"/>
                <a:gd name="connsiteX51" fmla="*/ 7419868 w 9683217"/>
                <a:gd name="connsiteY51" fmla="*/ 3636048 h 6767659"/>
                <a:gd name="connsiteX52" fmla="*/ 7134610 w 9683217"/>
                <a:gd name="connsiteY52" fmla="*/ 4127934 h 6767659"/>
                <a:gd name="connsiteX53" fmla="*/ 7065525 w 9683217"/>
                <a:gd name="connsiteY53" fmla="*/ 4176382 h 6767659"/>
                <a:gd name="connsiteX54" fmla="*/ 6425778 w 9683217"/>
                <a:gd name="connsiteY54" fmla="*/ 4171927 h 6767659"/>
                <a:gd name="connsiteX55" fmla="*/ 6108681 w 9683217"/>
                <a:gd name="connsiteY55" fmla="*/ 3625209 h 6767659"/>
                <a:gd name="connsiteX56" fmla="*/ 6108097 w 9683217"/>
                <a:gd name="connsiteY56" fmla="*/ 3548543 h 6767659"/>
                <a:gd name="connsiteX57" fmla="*/ 6402847 w 9683217"/>
                <a:gd name="connsiteY57" fmla="*/ 3036866 h 6767659"/>
                <a:gd name="connsiteX58" fmla="*/ 6475146 w 9683217"/>
                <a:gd name="connsiteY58" fmla="*/ 2994683 h 6767659"/>
                <a:gd name="connsiteX59" fmla="*/ 7681461 w 9683217"/>
                <a:gd name="connsiteY59" fmla="*/ 2492180 h 6767659"/>
                <a:gd name="connsiteX60" fmla="*/ 7613396 w 9683217"/>
                <a:gd name="connsiteY60" fmla="*/ 2529749 h 6767659"/>
                <a:gd name="connsiteX61" fmla="*/ 7410372 w 9683217"/>
                <a:gd name="connsiteY61" fmla="*/ 2883682 h 6767659"/>
                <a:gd name="connsiteX62" fmla="*/ 7410957 w 9683217"/>
                <a:gd name="connsiteY62" fmla="*/ 2954580 h 6767659"/>
                <a:gd name="connsiteX63" fmla="*/ 7614273 w 9683217"/>
                <a:gd name="connsiteY63" fmla="*/ 3308309 h 6767659"/>
                <a:gd name="connsiteX64" fmla="*/ 7686427 w 9683217"/>
                <a:gd name="connsiteY64" fmla="*/ 3349425 h 6767659"/>
                <a:gd name="connsiteX65" fmla="*/ 8057420 w 9683217"/>
                <a:gd name="connsiteY65" fmla="*/ 3351338 h 6767659"/>
                <a:gd name="connsiteX66" fmla="*/ 8165797 w 9683217"/>
                <a:gd name="connsiteY66" fmla="*/ 3290081 h 6767659"/>
                <a:gd name="connsiteX67" fmla="*/ 8350710 w 9683217"/>
                <a:gd name="connsiteY67" fmla="*/ 2967753 h 6767659"/>
                <a:gd name="connsiteX68" fmla="*/ 8349689 w 9683217"/>
                <a:gd name="connsiteY68" fmla="*/ 2869309 h 6767659"/>
                <a:gd name="connsiteX69" fmla="*/ 8154842 w 9683217"/>
                <a:gd name="connsiteY69" fmla="*/ 2535927 h 6767659"/>
                <a:gd name="connsiteX70" fmla="*/ 8082690 w 9683217"/>
                <a:gd name="connsiteY70" fmla="*/ 2492472 h 6767659"/>
                <a:gd name="connsiteX71" fmla="*/ 7681461 w 9683217"/>
                <a:gd name="connsiteY71" fmla="*/ 2492180 h 6767659"/>
                <a:gd name="connsiteX72" fmla="*/ 7590027 w 9683217"/>
                <a:gd name="connsiteY72" fmla="*/ 2328958 h 6767659"/>
                <a:gd name="connsiteX73" fmla="*/ 8173977 w 9683217"/>
                <a:gd name="connsiteY73" fmla="*/ 2328958 h 6767659"/>
                <a:gd name="connsiteX74" fmla="*/ 8246423 w 9683217"/>
                <a:gd name="connsiteY74" fmla="*/ 2371272 h 6767659"/>
                <a:gd name="connsiteX75" fmla="*/ 8539715 w 9683217"/>
                <a:gd name="connsiteY75" fmla="*/ 2883623 h 6767659"/>
                <a:gd name="connsiteX76" fmla="*/ 8531825 w 9683217"/>
                <a:gd name="connsiteY76" fmla="*/ 2973408 h 6767659"/>
                <a:gd name="connsiteX77" fmla="*/ 8250220 w 9683217"/>
                <a:gd name="connsiteY77" fmla="*/ 3465514 h 6767659"/>
                <a:gd name="connsiteX78" fmla="*/ 8180843 w 9683217"/>
                <a:gd name="connsiteY78" fmla="*/ 3510984 h 6767659"/>
                <a:gd name="connsiteX79" fmla="*/ 7589443 w 9683217"/>
                <a:gd name="connsiteY79" fmla="*/ 3510880 h 6767659"/>
                <a:gd name="connsiteX80" fmla="*/ 7517434 w 9683217"/>
                <a:gd name="connsiteY80" fmla="*/ 3466961 h 6767659"/>
                <a:gd name="connsiteX81" fmla="*/ 7226775 w 9683217"/>
                <a:gd name="connsiteY81" fmla="*/ 2961531 h 6767659"/>
                <a:gd name="connsiteX82" fmla="*/ 7226628 w 9683217"/>
                <a:gd name="connsiteY82" fmla="*/ 2876846 h 6767659"/>
                <a:gd name="connsiteX83" fmla="*/ 7517581 w 9683217"/>
                <a:gd name="connsiteY83" fmla="*/ 2371491 h 6767659"/>
                <a:gd name="connsiteX84" fmla="*/ 7590027 w 9683217"/>
                <a:gd name="connsiteY84" fmla="*/ 2328958 h 6767659"/>
                <a:gd name="connsiteX85" fmla="*/ 5304615 w 9683217"/>
                <a:gd name="connsiteY85" fmla="*/ 2068574 h 6767659"/>
                <a:gd name="connsiteX86" fmla="*/ 5304615 w 9683217"/>
                <a:gd name="connsiteY86" fmla="*/ 2242474 h 6767659"/>
                <a:gd name="connsiteX87" fmla="*/ 4615622 w 9683217"/>
                <a:gd name="connsiteY87" fmla="*/ 2242474 h 6767659"/>
                <a:gd name="connsiteX88" fmla="*/ 4615622 w 9683217"/>
                <a:gd name="connsiteY88" fmla="*/ 3286923 h 6767659"/>
                <a:gd name="connsiteX89" fmla="*/ 4440190 w 9683217"/>
                <a:gd name="connsiteY89" fmla="*/ 3286923 h 6767659"/>
                <a:gd name="connsiteX90" fmla="*/ 4435836 w 9683217"/>
                <a:gd name="connsiteY90" fmla="*/ 3242316 h 6767659"/>
                <a:gd name="connsiteX91" fmla="*/ 4435339 w 9683217"/>
                <a:gd name="connsiteY91" fmla="*/ 2278434 h 6767659"/>
                <a:gd name="connsiteX92" fmla="*/ 4529958 w 9683217"/>
                <a:gd name="connsiteY92" fmla="*/ 2087928 h 6767659"/>
                <a:gd name="connsiteX93" fmla="*/ 4605500 w 9683217"/>
                <a:gd name="connsiteY93" fmla="*/ 2069306 h 6767659"/>
                <a:gd name="connsiteX94" fmla="*/ 5304615 w 9683217"/>
                <a:gd name="connsiteY94" fmla="*/ 2068574 h 6767659"/>
                <a:gd name="connsiteX95" fmla="*/ 5483830 w 9683217"/>
                <a:gd name="connsiteY95" fmla="*/ 2068489 h 6767659"/>
                <a:gd name="connsiteX96" fmla="*/ 5831311 w 9683217"/>
                <a:gd name="connsiteY96" fmla="*/ 2068489 h 6767659"/>
                <a:gd name="connsiteX97" fmla="*/ 5831311 w 9683217"/>
                <a:gd name="connsiteY97" fmla="*/ 2239305 h 6767659"/>
                <a:gd name="connsiteX98" fmla="*/ 5483830 w 9683217"/>
                <a:gd name="connsiteY98" fmla="*/ 2239305 h 6767659"/>
                <a:gd name="connsiteX99" fmla="*/ 3977127 w 9683217"/>
                <a:gd name="connsiteY99" fmla="*/ 1233593 h 6767659"/>
                <a:gd name="connsiteX100" fmla="*/ 5737873 w 9683217"/>
                <a:gd name="connsiteY100" fmla="*/ 1233593 h 6767659"/>
                <a:gd name="connsiteX101" fmla="*/ 5737873 w 9683217"/>
                <a:gd name="connsiteY101" fmla="*/ 1235014 h 6767659"/>
                <a:gd name="connsiteX102" fmla="*/ 9127745 w 9683217"/>
                <a:gd name="connsiteY102" fmla="*/ 1234833 h 6767659"/>
                <a:gd name="connsiteX103" fmla="*/ 9602303 w 9683217"/>
                <a:gd name="connsiteY103" fmla="*/ 1233593 h 6767659"/>
                <a:gd name="connsiteX104" fmla="*/ 9677671 w 9683217"/>
                <a:gd name="connsiteY104" fmla="*/ 1237258 h 6767659"/>
                <a:gd name="connsiteX105" fmla="*/ 9681319 w 9683217"/>
                <a:gd name="connsiteY105" fmla="*/ 1312585 h 6767659"/>
                <a:gd name="connsiteX106" fmla="*/ 9683216 w 9683217"/>
                <a:gd name="connsiteY106" fmla="*/ 5387021 h 6767659"/>
                <a:gd name="connsiteX107" fmla="*/ 9389197 w 9683217"/>
                <a:gd name="connsiteY107" fmla="*/ 5800796 h 6767659"/>
                <a:gd name="connsiteX108" fmla="*/ 9251465 w 9683217"/>
                <a:gd name="connsiteY108" fmla="*/ 5809779 h 6767659"/>
                <a:gd name="connsiteX109" fmla="*/ 6846138 w 9683217"/>
                <a:gd name="connsiteY109" fmla="*/ 5810193 h 6767659"/>
                <a:gd name="connsiteX110" fmla="*/ 6828318 w 9683217"/>
                <a:gd name="connsiteY110" fmla="*/ 5802831 h 6767659"/>
                <a:gd name="connsiteX111" fmla="*/ 6828764 w 9683217"/>
                <a:gd name="connsiteY111" fmla="*/ 5658331 h 6767659"/>
                <a:gd name="connsiteX112" fmla="*/ 6827888 w 9683217"/>
                <a:gd name="connsiteY112" fmla="*/ 5806350 h 6767659"/>
                <a:gd name="connsiteX113" fmla="*/ 6829494 w 9683217"/>
                <a:gd name="connsiteY113" fmla="*/ 5823554 h 6767659"/>
                <a:gd name="connsiteX114" fmla="*/ 6829494 w 9683217"/>
                <a:gd name="connsiteY114" fmla="*/ 6381376 h 6767659"/>
                <a:gd name="connsiteX115" fmla="*/ 6906904 w 9683217"/>
                <a:gd name="connsiteY115" fmla="*/ 6381376 h 6767659"/>
                <a:gd name="connsiteX116" fmla="*/ 7753177 w 9683217"/>
                <a:gd name="connsiteY116" fmla="*/ 6381465 h 6767659"/>
                <a:gd name="connsiteX117" fmla="*/ 8151338 w 9683217"/>
                <a:gd name="connsiteY117" fmla="*/ 6767659 h 6767659"/>
                <a:gd name="connsiteX118" fmla="*/ 5104227 w 9683217"/>
                <a:gd name="connsiteY118" fmla="*/ 6767659 h 6767659"/>
                <a:gd name="connsiteX119" fmla="*/ 5288114 w 9683217"/>
                <a:gd name="connsiteY119" fmla="*/ 6440731 h 6767659"/>
                <a:gd name="connsiteX120" fmla="*/ 5505744 w 9683217"/>
                <a:gd name="connsiteY120" fmla="*/ 6383963 h 6767659"/>
                <a:gd name="connsiteX121" fmla="*/ 6359321 w 9683217"/>
                <a:gd name="connsiteY121" fmla="*/ 6381376 h 6767659"/>
                <a:gd name="connsiteX122" fmla="*/ 6444621 w 9683217"/>
                <a:gd name="connsiteY122" fmla="*/ 6381376 h 6767659"/>
                <a:gd name="connsiteX123" fmla="*/ 6445059 w 9683217"/>
                <a:gd name="connsiteY123" fmla="*/ 5820984 h 6767659"/>
                <a:gd name="connsiteX124" fmla="*/ 6445172 w 9683217"/>
                <a:gd name="connsiteY124" fmla="*/ 5814555 h 6767659"/>
                <a:gd name="connsiteX125" fmla="*/ 6212381 w 9683217"/>
                <a:gd name="connsiteY125" fmla="*/ 5810323 h 6767659"/>
                <a:gd name="connsiteX126" fmla="*/ 4308910 w 9683217"/>
                <a:gd name="connsiteY126" fmla="*/ 5809025 h 6767659"/>
                <a:gd name="connsiteX127" fmla="*/ 4308910 w 9683217"/>
                <a:gd name="connsiteY127" fmla="*/ 5429310 h 6767659"/>
                <a:gd name="connsiteX128" fmla="*/ 4345207 w 9683217"/>
                <a:gd name="connsiteY128" fmla="*/ 5429310 h 6767659"/>
                <a:gd name="connsiteX129" fmla="*/ 4345207 w 9683217"/>
                <a:gd name="connsiteY129" fmla="*/ 5429731 h 6767659"/>
                <a:gd name="connsiteX130" fmla="*/ 4365963 w 9683217"/>
                <a:gd name="connsiteY130" fmla="*/ 5429731 h 6767659"/>
                <a:gd name="connsiteX131" fmla="*/ 4550336 w 9683217"/>
                <a:gd name="connsiteY131" fmla="*/ 5429512 h 6767659"/>
                <a:gd name="connsiteX132" fmla="*/ 4550336 w 9683217"/>
                <a:gd name="connsiteY132" fmla="*/ 5429820 h 6767659"/>
                <a:gd name="connsiteX133" fmla="*/ 4739785 w 9683217"/>
                <a:gd name="connsiteY133" fmla="*/ 5429820 h 6767659"/>
                <a:gd name="connsiteX134" fmla="*/ 4739785 w 9683217"/>
                <a:gd name="connsiteY134" fmla="*/ 5430339 h 6767659"/>
                <a:gd name="connsiteX135" fmla="*/ 4863360 w 9683217"/>
                <a:gd name="connsiteY135" fmla="*/ 5430339 h 6767659"/>
                <a:gd name="connsiteX136" fmla="*/ 4863384 w 9683217"/>
                <a:gd name="connsiteY136" fmla="*/ 5429496 h 6767659"/>
                <a:gd name="connsiteX137" fmla="*/ 9293235 w 9683217"/>
                <a:gd name="connsiteY137" fmla="*/ 5428385 h 6767659"/>
                <a:gd name="connsiteX138" fmla="*/ 9293235 w 9683217"/>
                <a:gd name="connsiteY138" fmla="*/ 1615733 h 6767659"/>
                <a:gd name="connsiteX139" fmla="*/ 9200639 w 9683217"/>
                <a:gd name="connsiteY139" fmla="*/ 1615733 h 6767659"/>
                <a:gd name="connsiteX140" fmla="*/ 5737873 w 9683217"/>
                <a:gd name="connsiteY140" fmla="*/ 1615597 h 6767659"/>
                <a:gd name="connsiteX141" fmla="*/ 5737873 w 9683217"/>
                <a:gd name="connsiteY141" fmla="*/ 1616538 h 6767659"/>
                <a:gd name="connsiteX142" fmla="*/ 3980401 w 9683217"/>
                <a:gd name="connsiteY142" fmla="*/ 1616538 h 6767659"/>
                <a:gd name="connsiteX143" fmla="*/ 3979566 w 9683217"/>
                <a:gd name="connsiteY143" fmla="*/ 1802920 h 6767659"/>
                <a:gd name="connsiteX144" fmla="*/ 3975358 w 9683217"/>
                <a:gd name="connsiteY144" fmla="*/ 1930474 h 6767659"/>
                <a:gd name="connsiteX145" fmla="*/ 3980984 w 9683217"/>
                <a:gd name="connsiteY145" fmla="*/ 1930474 h 6767659"/>
                <a:gd name="connsiteX146" fmla="*/ 3980984 w 9683217"/>
                <a:gd name="connsiteY146" fmla="*/ 2876875 h 6767659"/>
                <a:gd name="connsiteX147" fmla="*/ 3983571 w 9683217"/>
                <a:gd name="connsiteY147" fmla="*/ 2876875 h 6767659"/>
                <a:gd name="connsiteX148" fmla="*/ 3983571 w 9683217"/>
                <a:gd name="connsiteY148" fmla="*/ 4262069 h 6767659"/>
                <a:gd name="connsiteX149" fmla="*/ 3980279 w 9683217"/>
                <a:gd name="connsiteY149" fmla="*/ 4262069 h 6767659"/>
                <a:gd name="connsiteX150" fmla="*/ 3980279 w 9683217"/>
                <a:gd name="connsiteY150" fmla="*/ 4365797 h 6767659"/>
                <a:gd name="connsiteX151" fmla="*/ 3981163 w 9683217"/>
                <a:gd name="connsiteY151" fmla="*/ 4365797 h 6767659"/>
                <a:gd name="connsiteX152" fmla="*/ 3981163 w 9683217"/>
                <a:gd name="connsiteY152" fmla="*/ 4561253 h 6767659"/>
                <a:gd name="connsiteX153" fmla="*/ 3981584 w 9683217"/>
                <a:gd name="connsiteY153" fmla="*/ 4561253 h 6767659"/>
                <a:gd name="connsiteX154" fmla="*/ 3981584 w 9683217"/>
                <a:gd name="connsiteY154" fmla="*/ 4829117 h 6767659"/>
                <a:gd name="connsiteX155" fmla="*/ 3604827 w 9683217"/>
                <a:gd name="connsiteY155" fmla="*/ 4829117 h 6767659"/>
                <a:gd name="connsiteX156" fmla="*/ 3604827 w 9683217"/>
                <a:gd name="connsiteY156" fmla="*/ 4561253 h 6767659"/>
                <a:gd name="connsiteX157" fmla="*/ 3606854 w 9683217"/>
                <a:gd name="connsiteY157" fmla="*/ 4561253 h 6767659"/>
                <a:gd name="connsiteX158" fmla="*/ 3606854 w 9683217"/>
                <a:gd name="connsiteY158" fmla="*/ 4365797 h 6767659"/>
                <a:gd name="connsiteX159" fmla="*/ 3607689 w 9683217"/>
                <a:gd name="connsiteY159" fmla="*/ 4365797 h 6767659"/>
                <a:gd name="connsiteX160" fmla="*/ 3607689 w 9683217"/>
                <a:gd name="connsiteY160" fmla="*/ 4262069 h 6767659"/>
                <a:gd name="connsiteX161" fmla="*/ 3603684 w 9683217"/>
                <a:gd name="connsiteY161" fmla="*/ 4262069 h 6767659"/>
                <a:gd name="connsiteX162" fmla="*/ 3603684 w 9683217"/>
                <a:gd name="connsiteY162" fmla="*/ 2876875 h 6767659"/>
                <a:gd name="connsiteX163" fmla="*/ 3611638 w 9683217"/>
                <a:gd name="connsiteY163" fmla="*/ 2876875 h 6767659"/>
                <a:gd name="connsiteX164" fmla="*/ 3611638 w 9683217"/>
                <a:gd name="connsiteY164" fmla="*/ 1930474 h 6767659"/>
                <a:gd name="connsiteX165" fmla="*/ 3621731 w 9683217"/>
                <a:gd name="connsiteY165" fmla="*/ 1930474 h 6767659"/>
                <a:gd name="connsiteX166" fmla="*/ 3613202 w 9683217"/>
                <a:gd name="connsiteY166" fmla="*/ 1923761 h 6767659"/>
                <a:gd name="connsiteX167" fmla="*/ 3620353 w 9683217"/>
                <a:gd name="connsiteY167" fmla="*/ 1529956 h 6767659"/>
                <a:gd name="connsiteX168" fmla="*/ 3970599 w 9683217"/>
                <a:gd name="connsiteY168" fmla="*/ 1235960 h 6767659"/>
                <a:gd name="connsiteX169" fmla="*/ 3977127 w 9683217"/>
                <a:gd name="connsiteY169" fmla="*/ 1235954 h 6767659"/>
                <a:gd name="connsiteX170" fmla="*/ 779734 w 9683217"/>
                <a:gd name="connsiteY170" fmla="*/ 0 h 6767659"/>
                <a:gd name="connsiteX171" fmla="*/ 1026949 w 9683217"/>
                <a:gd name="connsiteY171" fmla="*/ 0 h 6767659"/>
                <a:gd name="connsiteX172" fmla="*/ 1026949 w 9683217"/>
                <a:gd name="connsiteY172" fmla="*/ 891 h 6767659"/>
                <a:gd name="connsiteX173" fmla="*/ 1288344 w 9683217"/>
                <a:gd name="connsiteY173" fmla="*/ 891 h 6767659"/>
                <a:gd name="connsiteX174" fmla="*/ 1288344 w 9683217"/>
                <a:gd name="connsiteY174" fmla="*/ 2797 h 6767659"/>
                <a:gd name="connsiteX175" fmla="*/ 1630669 w 9683217"/>
                <a:gd name="connsiteY175" fmla="*/ 2797 h 6767659"/>
                <a:gd name="connsiteX176" fmla="*/ 1630669 w 9683217"/>
                <a:gd name="connsiteY176" fmla="*/ 2375 h 6767659"/>
                <a:gd name="connsiteX177" fmla="*/ 1867968 w 9683217"/>
                <a:gd name="connsiteY177" fmla="*/ 2375 h 6767659"/>
                <a:gd name="connsiteX178" fmla="*/ 1867968 w 9683217"/>
                <a:gd name="connsiteY178" fmla="*/ 2797 h 6767659"/>
                <a:gd name="connsiteX179" fmla="*/ 2644013 w 9683217"/>
                <a:gd name="connsiteY179" fmla="*/ 2797 h 6767659"/>
                <a:gd name="connsiteX180" fmla="*/ 2644013 w 9683217"/>
                <a:gd name="connsiteY180" fmla="*/ 3762 h 6767659"/>
                <a:gd name="connsiteX181" fmla="*/ 2889460 w 9683217"/>
                <a:gd name="connsiteY181" fmla="*/ 3097 h 6767659"/>
                <a:gd name="connsiteX182" fmla="*/ 3212934 w 9683217"/>
                <a:gd name="connsiteY182" fmla="*/ 348704 h 6767659"/>
                <a:gd name="connsiteX183" fmla="*/ 3212934 w 9683217"/>
                <a:gd name="connsiteY183" fmla="*/ 6370334 h 6767659"/>
                <a:gd name="connsiteX184" fmla="*/ 3209772 w 9683217"/>
                <a:gd name="connsiteY184" fmla="*/ 6441072 h 6767659"/>
                <a:gd name="connsiteX185" fmla="*/ 2554497 w 9683217"/>
                <a:gd name="connsiteY185" fmla="*/ 6442458 h 6767659"/>
                <a:gd name="connsiteX186" fmla="*/ 2539458 w 9683217"/>
                <a:gd name="connsiteY186" fmla="*/ 6459614 h 6767659"/>
                <a:gd name="connsiteX187" fmla="*/ 2539458 w 9683217"/>
                <a:gd name="connsiteY187" fmla="*/ 6767659 h 6767659"/>
                <a:gd name="connsiteX188" fmla="*/ 2200887 w 9683217"/>
                <a:gd name="connsiteY188" fmla="*/ 6767659 h 6767659"/>
                <a:gd name="connsiteX189" fmla="*/ 2200887 w 9683217"/>
                <a:gd name="connsiteY189" fmla="*/ 6444801 h 6767659"/>
                <a:gd name="connsiteX190" fmla="*/ 1019814 w 9683217"/>
                <a:gd name="connsiteY190" fmla="*/ 6444801 h 6767659"/>
                <a:gd name="connsiteX191" fmla="*/ 1019814 w 9683217"/>
                <a:gd name="connsiteY191" fmla="*/ 6765851 h 6767659"/>
                <a:gd name="connsiteX192" fmla="*/ 678219 w 9683217"/>
                <a:gd name="connsiteY192" fmla="*/ 6765851 h 6767659"/>
                <a:gd name="connsiteX193" fmla="*/ 678155 w 9683217"/>
                <a:gd name="connsiteY193" fmla="*/ 6462541 h 6767659"/>
                <a:gd name="connsiteX194" fmla="*/ 664486 w 9683217"/>
                <a:gd name="connsiteY194" fmla="*/ 6443731 h 6767659"/>
                <a:gd name="connsiteX195" fmla="*/ 312188 w 9683217"/>
                <a:gd name="connsiteY195" fmla="*/ 6439450 h 6767659"/>
                <a:gd name="connsiteX196" fmla="*/ 4816 w 9683217"/>
                <a:gd name="connsiteY196" fmla="*/ 6139164 h 6767659"/>
                <a:gd name="connsiteX197" fmla="*/ 3372 w 9683217"/>
                <a:gd name="connsiteY197" fmla="*/ 6077871 h 6767659"/>
                <a:gd name="connsiteX198" fmla="*/ 10158 w 9683217"/>
                <a:gd name="connsiteY198" fmla="*/ 2668786 h 6767659"/>
                <a:gd name="connsiteX199" fmla="*/ 5878 w 9683217"/>
                <a:gd name="connsiteY199" fmla="*/ 2668786 h 6767659"/>
                <a:gd name="connsiteX200" fmla="*/ 5878 w 9683217"/>
                <a:gd name="connsiteY200" fmla="*/ 1087892 h 6767659"/>
                <a:gd name="connsiteX201" fmla="*/ 4580 w 9683217"/>
                <a:gd name="connsiteY201" fmla="*/ 1087892 h 6767659"/>
                <a:gd name="connsiteX202" fmla="*/ 4580 w 9683217"/>
                <a:gd name="connsiteY202" fmla="*/ 873894 h 6767659"/>
                <a:gd name="connsiteX203" fmla="*/ 5124 w 9683217"/>
                <a:gd name="connsiteY203" fmla="*/ 873894 h 6767659"/>
                <a:gd name="connsiteX204" fmla="*/ 5124 w 9683217"/>
                <a:gd name="connsiteY204" fmla="*/ 777236 h 6767659"/>
                <a:gd name="connsiteX205" fmla="*/ 0 w 9683217"/>
                <a:gd name="connsiteY205" fmla="*/ 777236 h 6767659"/>
                <a:gd name="connsiteX206" fmla="*/ 0 w 9683217"/>
                <a:gd name="connsiteY206" fmla="*/ 682961 h 6767659"/>
                <a:gd name="connsiteX207" fmla="*/ 340216 w 9683217"/>
                <a:gd name="connsiteY207" fmla="*/ 682961 h 6767659"/>
                <a:gd name="connsiteX208" fmla="*/ 340216 w 9683217"/>
                <a:gd name="connsiteY208" fmla="*/ 873894 h 6767659"/>
                <a:gd name="connsiteX209" fmla="*/ 340808 w 9683217"/>
                <a:gd name="connsiteY209" fmla="*/ 873894 h 6767659"/>
                <a:gd name="connsiteX210" fmla="*/ 340808 w 9683217"/>
                <a:gd name="connsiteY210" fmla="*/ 1087892 h 6767659"/>
                <a:gd name="connsiteX211" fmla="*/ 340386 w 9683217"/>
                <a:gd name="connsiteY211" fmla="*/ 1087892 h 6767659"/>
                <a:gd name="connsiteX212" fmla="*/ 340386 w 9683217"/>
                <a:gd name="connsiteY212" fmla="*/ 1409785 h 6767659"/>
                <a:gd name="connsiteX213" fmla="*/ 340216 w 9683217"/>
                <a:gd name="connsiteY213" fmla="*/ 1409785 h 6767659"/>
                <a:gd name="connsiteX214" fmla="*/ 340216 w 9683217"/>
                <a:gd name="connsiteY214" fmla="*/ 1859307 h 6767659"/>
                <a:gd name="connsiteX215" fmla="*/ 340532 w 9683217"/>
                <a:gd name="connsiteY215" fmla="*/ 1859307 h 6767659"/>
                <a:gd name="connsiteX216" fmla="*/ 340532 w 9683217"/>
                <a:gd name="connsiteY216" fmla="*/ 2146953 h 6767659"/>
                <a:gd name="connsiteX217" fmla="*/ 340216 w 9683217"/>
                <a:gd name="connsiteY217" fmla="*/ 2146953 h 6767659"/>
                <a:gd name="connsiteX218" fmla="*/ 340216 w 9683217"/>
                <a:gd name="connsiteY218" fmla="*/ 2182716 h 6767659"/>
                <a:gd name="connsiteX219" fmla="*/ 341627 w 9683217"/>
                <a:gd name="connsiteY219" fmla="*/ 2239152 h 6767659"/>
                <a:gd name="connsiteX220" fmla="*/ 341733 w 9683217"/>
                <a:gd name="connsiteY220" fmla="*/ 5997647 h 6767659"/>
                <a:gd name="connsiteX221" fmla="*/ 341733 w 9683217"/>
                <a:gd name="connsiteY221" fmla="*/ 6093462 h 6767659"/>
                <a:gd name="connsiteX222" fmla="*/ 2871300 w 9683217"/>
                <a:gd name="connsiteY222" fmla="*/ 6093462 h 6767659"/>
                <a:gd name="connsiteX223" fmla="*/ 2871300 w 9683217"/>
                <a:gd name="connsiteY223" fmla="*/ 339364 h 6767659"/>
                <a:gd name="connsiteX224" fmla="*/ 2575828 w 9683217"/>
                <a:gd name="connsiteY224" fmla="*/ 336778 h 6767659"/>
                <a:gd name="connsiteX225" fmla="*/ 1867968 w 9683217"/>
                <a:gd name="connsiteY225" fmla="*/ 336778 h 6767659"/>
                <a:gd name="connsiteX226" fmla="*/ 1867968 w 9683217"/>
                <a:gd name="connsiteY226" fmla="*/ 337548 h 6767659"/>
                <a:gd name="connsiteX227" fmla="*/ 1630669 w 9683217"/>
                <a:gd name="connsiteY227" fmla="*/ 337548 h 6767659"/>
                <a:gd name="connsiteX228" fmla="*/ 1630669 w 9683217"/>
                <a:gd name="connsiteY228" fmla="*/ 336778 h 6767659"/>
                <a:gd name="connsiteX229" fmla="*/ 826514 w 9683217"/>
                <a:gd name="connsiteY229" fmla="*/ 336778 h 6767659"/>
                <a:gd name="connsiteX230" fmla="*/ 826514 w 9683217"/>
                <a:gd name="connsiteY230" fmla="*/ 345794 h 6767659"/>
                <a:gd name="connsiteX231" fmla="*/ 660837 w 9683217"/>
                <a:gd name="connsiteY231" fmla="*/ 345794 h 6767659"/>
                <a:gd name="connsiteX232" fmla="*/ 660837 w 9683217"/>
                <a:gd name="connsiteY232" fmla="*/ 340 h 6767659"/>
                <a:gd name="connsiteX233" fmla="*/ 779734 w 9683217"/>
                <a:gd name="connsiteY233" fmla="*/ 340 h 676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683217" h="6767659">
                  <a:moveTo>
                    <a:pt x="3602265" y="5021177"/>
                  </a:moveTo>
                  <a:lnTo>
                    <a:pt x="3984317" y="5021177"/>
                  </a:lnTo>
                  <a:lnTo>
                    <a:pt x="3984317" y="5094931"/>
                  </a:lnTo>
                  <a:lnTo>
                    <a:pt x="3602265" y="5094931"/>
                  </a:lnTo>
                  <a:close/>
                  <a:moveTo>
                    <a:pt x="3603076" y="4829588"/>
                  </a:moveTo>
                  <a:lnTo>
                    <a:pt x="3980011" y="4829588"/>
                  </a:lnTo>
                  <a:lnTo>
                    <a:pt x="3980011" y="5020090"/>
                  </a:lnTo>
                  <a:lnTo>
                    <a:pt x="3603076" y="5020090"/>
                  </a:lnTo>
                  <a:close/>
                  <a:moveTo>
                    <a:pt x="7677954" y="3823757"/>
                  </a:moveTo>
                  <a:cubicBezTo>
                    <a:pt x="7656774" y="3824254"/>
                    <a:pt x="7627270" y="3840627"/>
                    <a:pt x="7616316" y="3858621"/>
                  </a:cubicBezTo>
                  <a:cubicBezTo>
                    <a:pt x="7546062" y="3974797"/>
                    <a:pt x="7477850" y="4092448"/>
                    <a:pt x="7413876" y="4212247"/>
                  </a:cubicBezTo>
                  <a:cubicBezTo>
                    <a:pt x="7402046" y="4234377"/>
                    <a:pt x="7402628" y="4273841"/>
                    <a:pt x="7414607" y="4296233"/>
                  </a:cubicBezTo>
                  <a:cubicBezTo>
                    <a:pt x="7476245" y="4411752"/>
                    <a:pt x="7541386" y="4525679"/>
                    <a:pt x="7610619" y="4636829"/>
                  </a:cubicBezTo>
                  <a:cubicBezTo>
                    <a:pt x="7624788" y="4659688"/>
                    <a:pt x="7661450" y="4680502"/>
                    <a:pt x="7688470" y="4681466"/>
                  </a:cubicBezTo>
                  <a:cubicBezTo>
                    <a:pt x="7817149" y="4686096"/>
                    <a:pt x="7945977" y="4681701"/>
                    <a:pt x="8074800" y="4684578"/>
                  </a:cubicBezTo>
                  <a:cubicBezTo>
                    <a:pt x="8117744" y="4685526"/>
                    <a:pt x="8139653" y="4669489"/>
                    <a:pt x="8159370" y="4632930"/>
                  </a:cubicBezTo>
                  <a:cubicBezTo>
                    <a:pt x="8209760" y="4538911"/>
                    <a:pt x="8259276" y="4443519"/>
                    <a:pt x="8319600" y="4355883"/>
                  </a:cubicBezTo>
                  <a:cubicBezTo>
                    <a:pt x="8370282" y="4282326"/>
                    <a:pt x="8380362" y="4218909"/>
                    <a:pt x="8313611" y="4141191"/>
                  </a:cubicBezTo>
                  <a:cubicBezTo>
                    <a:pt x="8260300" y="4048674"/>
                    <a:pt x="8208886" y="3955007"/>
                    <a:pt x="8152215" y="3864580"/>
                  </a:cubicBezTo>
                  <a:cubicBezTo>
                    <a:pt x="8139653" y="3844541"/>
                    <a:pt x="8108978" y="3824677"/>
                    <a:pt x="8086195" y="3824033"/>
                  </a:cubicBezTo>
                  <a:cubicBezTo>
                    <a:pt x="7950211" y="3820265"/>
                    <a:pt x="7814083" y="3820645"/>
                    <a:pt x="7677954" y="3823757"/>
                  </a:cubicBezTo>
                  <a:close/>
                  <a:moveTo>
                    <a:pt x="7602149" y="3659468"/>
                  </a:moveTo>
                  <a:cubicBezTo>
                    <a:pt x="7789544" y="3661835"/>
                    <a:pt x="7976942" y="3661368"/>
                    <a:pt x="8164336" y="3659760"/>
                  </a:cubicBezTo>
                  <a:cubicBezTo>
                    <a:pt x="8204357" y="3659425"/>
                    <a:pt x="8229917" y="3668246"/>
                    <a:pt x="8251389" y="3706718"/>
                  </a:cubicBezTo>
                  <a:cubicBezTo>
                    <a:pt x="8343407" y="3872380"/>
                    <a:pt x="8438786" y="4036273"/>
                    <a:pt x="8534892" y="4199599"/>
                  </a:cubicBezTo>
                  <a:cubicBezTo>
                    <a:pt x="8557095" y="4237222"/>
                    <a:pt x="8558261" y="4266464"/>
                    <a:pt x="8535186" y="4305551"/>
                  </a:cubicBezTo>
                  <a:cubicBezTo>
                    <a:pt x="8439660" y="4466422"/>
                    <a:pt x="8348081" y="4629616"/>
                    <a:pt x="8251973" y="4796709"/>
                  </a:cubicBezTo>
                  <a:cubicBezTo>
                    <a:pt x="8224514" y="4815972"/>
                    <a:pt x="8200412" y="4842659"/>
                    <a:pt x="8175729" y="4843096"/>
                  </a:cubicBezTo>
                  <a:cubicBezTo>
                    <a:pt x="7981176" y="4846558"/>
                    <a:pt x="7786476" y="4846528"/>
                    <a:pt x="7591778" y="4843170"/>
                  </a:cubicBezTo>
                  <a:cubicBezTo>
                    <a:pt x="7566800" y="4842746"/>
                    <a:pt x="7531748" y="4823319"/>
                    <a:pt x="7519040" y="4802125"/>
                  </a:cubicBezTo>
                  <a:cubicBezTo>
                    <a:pt x="7419279" y="4635341"/>
                    <a:pt x="7322442" y="4466684"/>
                    <a:pt x="7228379" y="4296553"/>
                  </a:cubicBezTo>
                  <a:cubicBezTo>
                    <a:pt x="7216109" y="4274237"/>
                    <a:pt x="7213772" y="4234142"/>
                    <a:pt x="7225602" y="4212657"/>
                  </a:cubicBezTo>
                  <a:cubicBezTo>
                    <a:pt x="7318207" y="4044526"/>
                    <a:pt x="7416797" y="3879669"/>
                    <a:pt x="7510421" y="3712036"/>
                  </a:cubicBezTo>
                  <a:cubicBezTo>
                    <a:pt x="7532330" y="3672570"/>
                    <a:pt x="7557745" y="3658914"/>
                    <a:pt x="7602149" y="3659468"/>
                  </a:cubicBezTo>
                  <a:close/>
                  <a:moveTo>
                    <a:pt x="6960798" y="3156226"/>
                  </a:moveTo>
                  <a:cubicBezTo>
                    <a:pt x="6831973" y="3152079"/>
                    <a:pt x="6702856" y="3151740"/>
                    <a:pt x="6574030" y="3156357"/>
                  </a:cubicBezTo>
                  <a:cubicBezTo>
                    <a:pt x="6546718" y="3157351"/>
                    <a:pt x="6509763" y="3177960"/>
                    <a:pt x="6495450" y="3200891"/>
                  </a:cubicBezTo>
                  <a:cubicBezTo>
                    <a:pt x="6424903" y="3314320"/>
                    <a:pt x="6358884" y="3430687"/>
                    <a:pt x="6295494" y="3548281"/>
                  </a:cubicBezTo>
                  <a:cubicBezTo>
                    <a:pt x="6284538" y="3568568"/>
                    <a:pt x="6284101" y="3604805"/>
                    <a:pt x="6295055" y="3624975"/>
                  </a:cubicBezTo>
                  <a:cubicBezTo>
                    <a:pt x="6357276" y="3740436"/>
                    <a:pt x="6426070" y="3852435"/>
                    <a:pt x="6489023" y="3967516"/>
                  </a:cubicBezTo>
                  <a:cubicBezTo>
                    <a:pt x="6509616" y="4004922"/>
                    <a:pt x="6534302" y="4016915"/>
                    <a:pt x="6575636" y="4016096"/>
                  </a:cubicBezTo>
                  <a:cubicBezTo>
                    <a:pt x="6702126" y="4013584"/>
                    <a:pt x="6828760" y="4013087"/>
                    <a:pt x="6955248" y="4016300"/>
                  </a:cubicBezTo>
                  <a:cubicBezTo>
                    <a:pt x="7000819" y="4017453"/>
                    <a:pt x="7029594" y="4003783"/>
                    <a:pt x="7050040" y="3951611"/>
                  </a:cubicBezTo>
                  <a:cubicBezTo>
                    <a:pt x="7111972" y="3844256"/>
                    <a:pt x="7175946" y="3737981"/>
                    <a:pt x="7234079" y="3628641"/>
                  </a:cubicBezTo>
                  <a:cubicBezTo>
                    <a:pt x="7246056" y="3606148"/>
                    <a:pt x="7246932" y="3566507"/>
                    <a:pt x="7234955" y="3544396"/>
                  </a:cubicBezTo>
                  <a:cubicBezTo>
                    <a:pt x="7171565" y="3426786"/>
                    <a:pt x="7104377" y="3311093"/>
                    <a:pt x="7033681" y="3197677"/>
                  </a:cubicBezTo>
                  <a:cubicBezTo>
                    <a:pt x="7020391" y="3176368"/>
                    <a:pt x="6986068" y="3157029"/>
                    <a:pt x="6960798" y="3156226"/>
                  </a:cubicBezTo>
                  <a:close/>
                  <a:moveTo>
                    <a:pt x="6475146" y="2994683"/>
                  </a:moveTo>
                  <a:cubicBezTo>
                    <a:pt x="6667364" y="2991208"/>
                    <a:pt x="6859725" y="2991003"/>
                    <a:pt x="7051940" y="2994757"/>
                  </a:cubicBezTo>
                  <a:cubicBezTo>
                    <a:pt x="7079110" y="2995298"/>
                    <a:pt x="7117230" y="3015847"/>
                    <a:pt x="7130960" y="3038734"/>
                  </a:cubicBezTo>
                  <a:cubicBezTo>
                    <a:pt x="7229697" y="3203301"/>
                    <a:pt x="7322736" y="3371401"/>
                    <a:pt x="7419720" y="3537019"/>
                  </a:cubicBezTo>
                  <a:cubicBezTo>
                    <a:pt x="7440753" y="3572745"/>
                    <a:pt x="7441922" y="3598889"/>
                    <a:pt x="7419868" y="3636048"/>
                  </a:cubicBezTo>
                  <a:cubicBezTo>
                    <a:pt x="7322884" y="3798933"/>
                    <a:pt x="7231450" y="3965005"/>
                    <a:pt x="7134610" y="4127934"/>
                  </a:cubicBezTo>
                  <a:cubicBezTo>
                    <a:pt x="7121175" y="4150515"/>
                    <a:pt x="7089187" y="4176090"/>
                    <a:pt x="7065525" y="4176382"/>
                  </a:cubicBezTo>
                  <a:cubicBezTo>
                    <a:pt x="6853882" y="4178995"/>
                    <a:pt x="6642242" y="4176251"/>
                    <a:pt x="6425778" y="4171927"/>
                  </a:cubicBezTo>
                  <a:cubicBezTo>
                    <a:pt x="6316379" y="3987861"/>
                    <a:pt x="6210632" y="3807536"/>
                    <a:pt x="6108681" y="3625209"/>
                  </a:cubicBezTo>
                  <a:cubicBezTo>
                    <a:pt x="6097433" y="3605258"/>
                    <a:pt x="6097141" y="3568437"/>
                    <a:pt x="6108097" y="3548543"/>
                  </a:cubicBezTo>
                  <a:cubicBezTo>
                    <a:pt x="6203768" y="3376484"/>
                    <a:pt x="6301773" y="3205725"/>
                    <a:pt x="6402847" y="3036866"/>
                  </a:cubicBezTo>
                  <a:cubicBezTo>
                    <a:pt x="6415701" y="3015438"/>
                    <a:pt x="6450318" y="2995121"/>
                    <a:pt x="6475146" y="2994683"/>
                  </a:cubicBezTo>
                  <a:close/>
                  <a:moveTo>
                    <a:pt x="7681461" y="2492180"/>
                  </a:moveTo>
                  <a:cubicBezTo>
                    <a:pt x="7657946" y="2492808"/>
                    <a:pt x="7625373" y="2510133"/>
                    <a:pt x="7613396" y="2529749"/>
                  </a:cubicBezTo>
                  <a:cubicBezTo>
                    <a:pt x="7542558" y="2645836"/>
                    <a:pt x="7475223" y="2764118"/>
                    <a:pt x="7410372" y="2883682"/>
                  </a:cubicBezTo>
                  <a:cubicBezTo>
                    <a:pt x="7400295" y="2902274"/>
                    <a:pt x="7400732" y="2935869"/>
                    <a:pt x="7410957" y="2954580"/>
                  </a:cubicBezTo>
                  <a:cubicBezTo>
                    <a:pt x="7475807" y="3074072"/>
                    <a:pt x="7542995" y="3192439"/>
                    <a:pt x="7614273" y="3308309"/>
                  </a:cubicBezTo>
                  <a:cubicBezTo>
                    <a:pt x="7627126" y="3329430"/>
                    <a:pt x="7661304" y="3348535"/>
                    <a:pt x="7686427" y="3349425"/>
                  </a:cubicBezTo>
                  <a:cubicBezTo>
                    <a:pt x="7805467" y="3353690"/>
                    <a:pt x="7924650" y="3351338"/>
                    <a:pt x="8057420" y="3351338"/>
                  </a:cubicBezTo>
                  <a:cubicBezTo>
                    <a:pt x="8110734" y="3361258"/>
                    <a:pt x="8140822" y="3336585"/>
                    <a:pt x="8165797" y="3290081"/>
                  </a:cubicBezTo>
                  <a:cubicBezTo>
                    <a:pt x="8224367" y="3180974"/>
                    <a:pt x="8286296" y="3073547"/>
                    <a:pt x="8350710" y="2967753"/>
                  </a:cubicBezTo>
                  <a:cubicBezTo>
                    <a:pt x="8372911" y="2931282"/>
                    <a:pt x="8370866" y="2904641"/>
                    <a:pt x="8349689" y="2869309"/>
                  </a:cubicBezTo>
                  <a:cubicBezTo>
                    <a:pt x="8283377" y="2759018"/>
                    <a:pt x="8222469" y="2645383"/>
                    <a:pt x="8154842" y="2535927"/>
                  </a:cubicBezTo>
                  <a:cubicBezTo>
                    <a:pt x="8141551" y="2514223"/>
                    <a:pt x="8107813" y="2493261"/>
                    <a:pt x="8082690" y="2492472"/>
                  </a:cubicBezTo>
                  <a:cubicBezTo>
                    <a:pt x="7949044" y="2488208"/>
                    <a:pt x="7815252" y="2488617"/>
                    <a:pt x="7681461" y="2492180"/>
                  </a:cubicBezTo>
                  <a:close/>
                  <a:moveTo>
                    <a:pt x="7590027" y="2328958"/>
                  </a:moveTo>
                  <a:cubicBezTo>
                    <a:pt x="7784727" y="2325482"/>
                    <a:pt x="7979424" y="2325496"/>
                    <a:pt x="8173977" y="2328958"/>
                  </a:cubicBezTo>
                  <a:cubicBezTo>
                    <a:pt x="8198954" y="2329397"/>
                    <a:pt x="8233570" y="2349772"/>
                    <a:pt x="8246423" y="2371272"/>
                  </a:cubicBezTo>
                  <a:cubicBezTo>
                    <a:pt x="8347205" y="2540265"/>
                    <a:pt x="8445504" y="2710864"/>
                    <a:pt x="8539715" y="2883623"/>
                  </a:cubicBezTo>
                  <a:cubicBezTo>
                    <a:pt x="8551982" y="2906015"/>
                    <a:pt x="8545408" y="2948782"/>
                    <a:pt x="8531825" y="2973408"/>
                  </a:cubicBezTo>
                  <a:cubicBezTo>
                    <a:pt x="8441412" y="3137184"/>
                    <a:pt x="8346620" y="3298596"/>
                    <a:pt x="8250220" y="3465514"/>
                  </a:cubicBezTo>
                  <a:cubicBezTo>
                    <a:pt x="8225098" y="3484445"/>
                    <a:pt x="8203189" y="3510618"/>
                    <a:pt x="8180843" y="3510984"/>
                  </a:cubicBezTo>
                  <a:cubicBezTo>
                    <a:pt x="7983806" y="3514225"/>
                    <a:pt x="7786624" y="3514443"/>
                    <a:pt x="7589443" y="3510880"/>
                  </a:cubicBezTo>
                  <a:cubicBezTo>
                    <a:pt x="7564759" y="3510427"/>
                    <a:pt x="7530579" y="3488810"/>
                    <a:pt x="7517434" y="3466961"/>
                  </a:cubicBezTo>
                  <a:cubicBezTo>
                    <a:pt x="7417675" y="3300187"/>
                    <a:pt x="7320544" y="3131694"/>
                    <a:pt x="7226775" y="2961531"/>
                  </a:cubicBezTo>
                  <a:cubicBezTo>
                    <a:pt x="7214504" y="2939418"/>
                    <a:pt x="7214504" y="2898947"/>
                    <a:pt x="7226628" y="2876846"/>
                  </a:cubicBezTo>
                  <a:cubicBezTo>
                    <a:pt x="7320691" y="2706701"/>
                    <a:pt x="7417675" y="2538204"/>
                    <a:pt x="7517581" y="2371491"/>
                  </a:cubicBezTo>
                  <a:cubicBezTo>
                    <a:pt x="7530579" y="2349947"/>
                    <a:pt x="7565196" y="2329397"/>
                    <a:pt x="7590027" y="2328958"/>
                  </a:cubicBezTo>
                  <a:close/>
                  <a:moveTo>
                    <a:pt x="5304615" y="2068574"/>
                  </a:moveTo>
                  <a:cubicBezTo>
                    <a:pt x="5304615" y="2125625"/>
                    <a:pt x="5304615" y="2180064"/>
                    <a:pt x="5304615" y="2242474"/>
                  </a:cubicBezTo>
                  <a:cubicBezTo>
                    <a:pt x="5079230" y="2242474"/>
                    <a:pt x="4851756" y="2242474"/>
                    <a:pt x="4615622" y="2242474"/>
                  </a:cubicBezTo>
                  <a:cubicBezTo>
                    <a:pt x="4615622" y="2594143"/>
                    <a:pt x="4615622" y="2938073"/>
                    <a:pt x="4615622" y="3286923"/>
                  </a:cubicBezTo>
                  <a:cubicBezTo>
                    <a:pt x="4552727" y="3286923"/>
                    <a:pt x="4498526" y="3286923"/>
                    <a:pt x="4440190" y="3286923"/>
                  </a:cubicBezTo>
                  <a:cubicBezTo>
                    <a:pt x="4438481" y="3270154"/>
                    <a:pt x="4435852" y="3256236"/>
                    <a:pt x="4435836" y="3242316"/>
                  </a:cubicBezTo>
                  <a:cubicBezTo>
                    <a:pt x="4435603" y="2921026"/>
                    <a:pt x="4436086" y="2599723"/>
                    <a:pt x="4435339" y="2278434"/>
                  </a:cubicBezTo>
                  <a:cubicBezTo>
                    <a:pt x="4435166" y="2200657"/>
                    <a:pt x="4455014" y="2134228"/>
                    <a:pt x="4529958" y="2087928"/>
                  </a:cubicBezTo>
                  <a:cubicBezTo>
                    <a:pt x="4558599" y="2079661"/>
                    <a:pt x="4582029" y="2069421"/>
                    <a:pt x="4605500" y="2069306"/>
                  </a:cubicBezTo>
                  <a:cubicBezTo>
                    <a:pt x="4836596" y="2068093"/>
                    <a:pt x="5067706" y="2068574"/>
                    <a:pt x="5304615" y="2068574"/>
                  </a:cubicBezTo>
                  <a:close/>
                  <a:moveTo>
                    <a:pt x="5483830" y="2068489"/>
                  </a:moveTo>
                  <a:lnTo>
                    <a:pt x="5831311" y="2068489"/>
                  </a:lnTo>
                  <a:lnTo>
                    <a:pt x="5831311" y="2239305"/>
                  </a:lnTo>
                  <a:lnTo>
                    <a:pt x="5483830" y="2239305"/>
                  </a:lnTo>
                  <a:close/>
                  <a:moveTo>
                    <a:pt x="3977127" y="1233593"/>
                  </a:moveTo>
                  <a:lnTo>
                    <a:pt x="5737873" y="1233593"/>
                  </a:lnTo>
                  <a:lnTo>
                    <a:pt x="5737873" y="1235014"/>
                  </a:lnTo>
                  <a:lnTo>
                    <a:pt x="9127745" y="1234833"/>
                  </a:lnTo>
                  <a:lnTo>
                    <a:pt x="9602303" y="1233593"/>
                  </a:lnTo>
                  <a:cubicBezTo>
                    <a:pt x="9626107" y="1233576"/>
                    <a:pt x="9649773" y="1235846"/>
                    <a:pt x="9677671" y="1237258"/>
                  </a:cubicBezTo>
                  <a:cubicBezTo>
                    <a:pt x="9679130" y="1265292"/>
                    <a:pt x="9681319" y="1288935"/>
                    <a:pt x="9681319" y="1312585"/>
                  </a:cubicBezTo>
                  <a:cubicBezTo>
                    <a:pt x="9681611" y="2670741"/>
                    <a:pt x="9679859" y="4028897"/>
                    <a:pt x="9683216" y="5387021"/>
                  </a:cubicBezTo>
                  <a:cubicBezTo>
                    <a:pt x="9683799" y="5612831"/>
                    <a:pt x="9554103" y="5758994"/>
                    <a:pt x="9389197" y="5800796"/>
                  </a:cubicBezTo>
                  <a:cubicBezTo>
                    <a:pt x="9345383" y="5811928"/>
                    <a:pt x="9297475" y="5809747"/>
                    <a:pt x="9251465" y="5809779"/>
                  </a:cubicBezTo>
                  <a:lnTo>
                    <a:pt x="6846138" y="5810193"/>
                  </a:lnTo>
                  <a:cubicBezTo>
                    <a:pt x="6833434" y="5809779"/>
                    <a:pt x="6830953" y="5809723"/>
                    <a:pt x="6828318" y="5802831"/>
                  </a:cubicBezTo>
                  <a:cubicBezTo>
                    <a:pt x="6828318" y="5750084"/>
                    <a:pt x="6826421" y="5704106"/>
                    <a:pt x="6828764" y="5658331"/>
                  </a:cubicBezTo>
                  <a:cubicBezTo>
                    <a:pt x="6826421" y="5704106"/>
                    <a:pt x="6828318" y="5750084"/>
                    <a:pt x="6827888" y="5806350"/>
                  </a:cubicBezTo>
                  <a:cubicBezTo>
                    <a:pt x="6827442" y="5816720"/>
                    <a:pt x="6829494" y="5823554"/>
                    <a:pt x="6829494" y="5823554"/>
                  </a:cubicBezTo>
                  <a:lnTo>
                    <a:pt x="6829494" y="6381376"/>
                  </a:lnTo>
                  <a:lnTo>
                    <a:pt x="6906904" y="6381376"/>
                  </a:lnTo>
                  <a:lnTo>
                    <a:pt x="7753177" y="6381465"/>
                  </a:lnTo>
                  <a:cubicBezTo>
                    <a:pt x="7978988" y="6381798"/>
                    <a:pt x="8139509" y="6536011"/>
                    <a:pt x="8151338" y="6767659"/>
                  </a:cubicBezTo>
                  <a:lnTo>
                    <a:pt x="5104227" y="6767659"/>
                  </a:lnTo>
                  <a:cubicBezTo>
                    <a:pt x="5126620" y="6632539"/>
                    <a:pt x="5164595" y="6507335"/>
                    <a:pt x="5288114" y="6440731"/>
                  </a:cubicBezTo>
                  <a:cubicBezTo>
                    <a:pt x="5352528" y="6405974"/>
                    <a:pt x="5432274" y="6385592"/>
                    <a:pt x="5505744" y="6383963"/>
                  </a:cubicBezTo>
                  <a:cubicBezTo>
                    <a:pt x="5790124" y="6377590"/>
                    <a:pt x="6074796" y="6381376"/>
                    <a:pt x="6359321" y="6381376"/>
                  </a:cubicBezTo>
                  <a:lnTo>
                    <a:pt x="6444621" y="6381376"/>
                  </a:lnTo>
                  <a:cubicBezTo>
                    <a:pt x="6444621" y="6191012"/>
                    <a:pt x="6444621" y="6009208"/>
                    <a:pt x="6445059" y="5820984"/>
                  </a:cubicBezTo>
                  <a:cubicBezTo>
                    <a:pt x="6445099" y="5818844"/>
                    <a:pt x="6445132" y="5816695"/>
                    <a:pt x="6445172" y="5814555"/>
                  </a:cubicBezTo>
                  <a:lnTo>
                    <a:pt x="6212381" y="5810323"/>
                  </a:lnTo>
                  <a:lnTo>
                    <a:pt x="4308910" y="5809025"/>
                  </a:lnTo>
                  <a:lnTo>
                    <a:pt x="4308910" y="5429310"/>
                  </a:lnTo>
                  <a:lnTo>
                    <a:pt x="4345207" y="5429310"/>
                  </a:lnTo>
                  <a:lnTo>
                    <a:pt x="4345207" y="5429731"/>
                  </a:lnTo>
                  <a:lnTo>
                    <a:pt x="4365963" y="5429731"/>
                  </a:lnTo>
                  <a:lnTo>
                    <a:pt x="4550336" y="5429512"/>
                  </a:lnTo>
                  <a:lnTo>
                    <a:pt x="4550336" y="5429820"/>
                  </a:lnTo>
                  <a:lnTo>
                    <a:pt x="4739785" y="5429820"/>
                  </a:lnTo>
                  <a:lnTo>
                    <a:pt x="4739785" y="5430339"/>
                  </a:lnTo>
                  <a:lnTo>
                    <a:pt x="4863360" y="5430339"/>
                  </a:lnTo>
                  <a:cubicBezTo>
                    <a:pt x="4863368" y="5430055"/>
                    <a:pt x="4863376" y="5429780"/>
                    <a:pt x="4863384" y="5429496"/>
                  </a:cubicBezTo>
                  <a:lnTo>
                    <a:pt x="9293235" y="5428385"/>
                  </a:lnTo>
                  <a:lnTo>
                    <a:pt x="9293235" y="1615733"/>
                  </a:lnTo>
                  <a:lnTo>
                    <a:pt x="9200639" y="1615733"/>
                  </a:lnTo>
                  <a:lnTo>
                    <a:pt x="5737873" y="1615597"/>
                  </a:lnTo>
                  <a:lnTo>
                    <a:pt x="5737873" y="1616538"/>
                  </a:lnTo>
                  <a:lnTo>
                    <a:pt x="3980401" y="1616538"/>
                  </a:lnTo>
                  <a:lnTo>
                    <a:pt x="3979566" y="1802920"/>
                  </a:lnTo>
                  <a:cubicBezTo>
                    <a:pt x="3978163" y="1845443"/>
                    <a:pt x="3976760" y="1887959"/>
                    <a:pt x="3975358" y="1930474"/>
                  </a:cubicBezTo>
                  <a:lnTo>
                    <a:pt x="3980984" y="1930474"/>
                  </a:lnTo>
                  <a:lnTo>
                    <a:pt x="3980984" y="2876875"/>
                  </a:lnTo>
                  <a:lnTo>
                    <a:pt x="3983571" y="2876875"/>
                  </a:lnTo>
                  <a:lnTo>
                    <a:pt x="3983571" y="4262069"/>
                  </a:lnTo>
                  <a:lnTo>
                    <a:pt x="3980279" y="4262069"/>
                  </a:lnTo>
                  <a:lnTo>
                    <a:pt x="3980279" y="4365797"/>
                  </a:lnTo>
                  <a:lnTo>
                    <a:pt x="3981163" y="4365797"/>
                  </a:lnTo>
                  <a:lnTo>
                    <a:pt x="3981163" y="4561253"/>
                  </a:lnTo>
                  <a:lnTo>
                    <a:pt x="3981584" y="4561253"/>
                  </a:lnTo>
                  <a:lnTo>
                    <a:pt x="3981584" y="4829117"/>
                  </a:lnTo>
                  <a:lnTo>
                    <a:pt x="3604827" y="4829117"/>
                  </a:lnTo>
                  <a:lnTo>
                    <a:pt x="3604827" y="4561253"/>
                  </a:lnTo>
                  <a:lnTo>
                    <a:pt x="3606854" y="4561253"/>
                  </a:lnTo>
                  <a:lnTo>
                    <a:pt x="3606854" y="4365797"/>
                  </a:lnTo>
                  <a:lnTo>
                    <a:pt x="3607689" y="4365797"/>
                  </a:lnTo>
                  <a:lnTo>
                    <a:pt x="3607689" y="4262069"/>
                  </a:lnTo>
                  <a:lnTo>
                    <a:pt x="3603684" y="4262069"/>
                  </a:lnTo>
                  <a:lnTo>
                    <a:pt x="3603684" y="2876875"/>
                  </a:lnTo>
                  <a:lnTo>
                    <a:pt x="3611638" y="2876875"/>
                  </a:lnTo>
                  <a:lnTo>
                    <a:pt x="3611638" y="1930474"/>
                  </a:lnTo>
                  <a:lnTo>
                    <a:pt x="3621731" y="1930474"/>
                  </a:lnTo>
                  <a:lnTo>
                    <a:pt x="3613202" y="1923761"/>
                  </a:lnTo>
                  <a:cubicBezTo>
                    <a:pt x="3614662" y="1792380"/>
                    <a:pt x="3605022" y="1659684"/>
                    <a:pt x="3620353" y="1529956"/>
                  </a:cubicBezTo>
                  <a:cubicBezTo>
                    <a:pt x="3640030" y="1363499"/>
                    <a:pt x="3791163" y="1236398"/>
                    <a:pt x="3970599" y="1235960"/>
                  </a:cubicBezTo>
                  <a:lnTo>
                    <a:pt x="3977127" y="1235954"/>
                  </a:lnTo>
                  <a:close/>
                  <a:moveTo>
                    <a:pt x="779734" y="0"/>
                  </a:moveTo>
                  <a:lnTo>
                    <a:pt x="1026949" y="0"/>
                  </a:lnTo>
                  <a:lnTo>
                    <a:pt x="1026949" y="891"/>
                  </a:lnTo>
                  <a:lnTo>
                    <a:pt x="1288344" y="891"/>
                  </a:lnTo>
                  <a:lnTo>
                    <a:pt x="1288344" y="2797"/>
                  </a:lnTo>
                  <a:lnTo>
                    <a:pt x="1630669" y="2797"/>
                  </a:lnTo>
                  <a:lnTo>
                    <a:pt x="1630669" y="2375"/>
                  </a:lnTo>
                  <a:lnTo>
                    <a:pt x="1867968" y="2375"/>
                  </a:lnTo>
                  <a:lnTo>
                    <a:pt x="1867968" y="2797"/>
                  </a:lnTo>
                  <a:lnTo>
                    <a:pt x="2644013" y="2797"/>
                  </a:lnTo>
                  <a:lnTo>
                    <a:pt x="2644013" y="3762"/>
                  </a:lnTo>
                  <a:lnTo>
                    <a:pt x="2889460" y="3097"/>
                  </a:lnTo>
                  <a:cubicBezTo>
                    <a:pt x="3077741" y="7102"/>
                    <a:pt x="3212910" y="159499"/>
                    <a:pt x="3212934" y="348704"/>
                  </a:cubicBezTo>
                  <a:cubicBezTo>
                    <a:pt x="3213185" y="2355917"/>
                    <a:pt x="3213072" y="4363121"/>
                    <a:pt x="3212934" y="6370334"/>
                  </a:cubicBezTo>
                  <a:cubicBezTo>
                    <a:pt x="3212934" y="6390481"/>
                    <a:pt x="3211183" y="6410612"/>
                    <a:pt x="3209772" y="6441072"/>
                  </a:cubicBezTo>
                  <a:cubicBezTo>
                    <a:pt x="2993739" y="6441072"/>
                    <a:pt x="2779871" y="6441072"/>
                    <a:pt x="2554497" y="6442458"/>
                  </a:cubicBezTo>
                  <a:cubicBezTo>
                    <a:pt x="2541842" y="6449082"/>
                    <a:pt x="2540642" y="6454352"/>
                    <a:pt x="2539458" y="6459614"/>
                  </a:cubicBezTo>
                  <a:cubicBezTo>
                    <a:pt x="2539458" y="6561136"/>
                    <a:pt x="2539458" y="6662683"/>
                    <a:pt x="2539458" y="6767659"/>
                  </a:cubicBezTo>
                  <a:cubicBezTo>
                    <a:pt x="2422637" y="6767659"/>
                    <a:pt x="2316104" y="6767659"/>
                    <a:pt x="2200887" y="6767659"/>
                  </a:cubicBezTo>
                  <a:cubicBezTo>
                    <a:pt x="2200887" y="6660794"/>
                    <a:pt x="2200887" y="6554739"/>
                    <a:pt x="2200887" y="6444801"/>
                  </a:cubicBezTo>
                  <a:cubicBezTo>
                    <a:pt x="1804494" y="6444801"/>
                    <a:pt x="1416727" y="6444801"/>
                    <a:pt x="1019814" y="6444801"/>
                  </a:cubicBezTo>
                  <a:cubicBezTo>
                    <a:pt x="1019814" y="6549048"/>
                    <a:pt x="1019814" y="6654884"/>
                    <a:pt x="1019814" y="6765851"/>
                  </a:cubicBezTo>
                  <a:cubicBezTo>
                    <a:pt x="902709" y="6765851"/>
                    <a:pt x="794692" y="6765851"/>
                    <a:pt x="678219" y="6765851"/>
                  </a:cubicBezTo>
                  <a:cubicBezTo>
                    <a:pt x="678219" y="6666883"/>
                    <a:pt x="678219" y="6570395"/>
                    <a:pt x="678155" y="6462541"/>
                  </a:cubicBezTo>
                  <a:cubicBezTo>
                    <a:pt x="673549" y="6448717"/>
                    <a:pt x="669026" y="6446212"/>
                    <a:pt x="664486" y="6443731"/>
                  </a:cubicBezTo>
                  <a:cubicBezTo>
                    <a:pt x="547056" y="6442134"/>
                    <a:pt x="429602" y="6438542"/>
                    <a:pt x="312188" y="6439450"/>
                  </a:cubicBezTo>
                  <a:cubicBezTo>
                    <a:pt x="152535" y="6440691"/>
                    <a:pt x="4199" y="6287605"/>
                    <a:pt x="4816" y="6139164"/>
                  </a:cubicBezTo>
                  <a:cubicBezTo>
                    <a:pt x="4897" y="6118741"/>
                    <a:pt x="3372" y="6098302"/>
                    <a:pt x="3372" y="6077871"/>
                  </a:cubicBezTo>
                  <a:lnTo>
                    <a:pt x="10158" y="2668786"/>
                  </a:lnTo>
                  <a:lnTo>
                    <a:pt x="5878" y="2668786"/>
                  </a:lnTo>
                  <a:lnTo>
                    <a:pt x="5878" y="1087892"/>
                  </a:lnTo>
                  <a:lnTo>
                    <a:pt x="4580" y="1087892"/>
                  </a:lnTo>
                  <a:lnTo>
                    <a:pt x="4580" y="873894"/>
                  </a:lnTo>
                  <a:lnTo>
                    <a:pt x="5124" y="873894"/>
                  </a:lnTo>
                  <a:lnTo>
                    <a:pt x="5124" y="777236"/>
                  </a:lnTo>
                  <a:lnTo>
                    <a:pt x="0" y="777236"/>
                  </a:lnTo>
                  <a:lnTo>
                    <a:pt x="0" y="682961"/>
                  </a:lnTo>
                  <a:lnTo>
                    <a:pt x="340216" y="682961"/>
                  </a:lnTo>
                  <a:lnTo>
                    <a:pt x="340216" y="873894"/>
                  </a:lnTo>
                  <a:lnTo>
                    <a:pt x="340808" y="873894"/>
                  </a:lnTo>
                  <a:lnTo>
                    <a:pt x="340808" y="1087892"/>
                  </a:lnTo>
                  <a:lnTo>
                    <a:pt x="340386" y="1087892"/>
                  </a:lnTo>
                  <a:lnTo>
                    <a:pt x="340386" y="1409785"/>
                  </a:lnTo>
                  <a:lnTo>
                    <a:pt x="340216" y="1409785"/>
                  </a:lnTo>
                  <a:lnTo>
                    <a:pt x="340216" y="1859307"/>
                  </a:lnTo>
                  <a:lnTo>
                    <a:pt x="340532" y="1859307"/>
                  </a:lnTo>
                  <a:lnTo>
                    <a:pt x="340532" y="2146953"/>
                  </a:lnTo>
                  <a:lnTo>
                    <a:pt x="340216" y="2146953"/>
                  </a:lnTo>
                  <a:lnTo>
                    <a:pt x="340216" y="2182716"/>
                  </a:lnTo>
                  <a:lnTo>
                    <a:pt x="341627" y="2239152"/>
                  </a:lnTo>
                  <a:cubicBezTo>
                    <a:pt x="341748" y="3491992"/>
                    <a:pt x="341733" y="4744807"/>
                    <a:pt x="341733" y="5997647"/>
                  </a:cubicBezTo>
                  <a:cubicBezTo>
                    <a:pt x="341733" y="6027896"/>
                    <a:pt x="341733" y="6058121"/>
                    <a:pt x="341733" y="6093462"/>
                  </a:cubicBezTo>
                  <a:cubicBezTo>
                    <a:pt x="1187616" y="6093462"/>
                    <a:pt x="2027103" y="6093462"/>
                    <a:pt x="2871300" y="6093462"/>
                  </a:cubicBezTo>
                  <a:cubicBezTo>
                    <a:pt x="2871300" y="4177896"/>
                    <a:pt x="2871300" y="2264018"/>
                    <a:pt x="2871300" y="339364"/>
                  </a:cubicBezTo>
                  <a:lnTo>
                    <a:pt x="2575828" y="336778"/>
                  </a:lnTo>
                  <a:lnTo>
                    <a:pt x="1867968" y="336778"/>
                  </a:lnTo>
                  <a:lnTo>
                    <a:pt x="1867968" y="337548"/>
                  </a:lnTo>
                  <a:lnTo>
                    <a:pt x="1630669" y="337548"/>
                  </a:lnTo>
                  <a:lnTo>
                    <a:pt x="1630669" y="336778"/>
                  </a:lnTo>
                  <a:lnTo>
                    <a:pt x="826514" y="336778"/>
                  </a:lnTo>
                  <a:lnTo>
                    <a:pt x="826514" y="345794"/>
                  </a:lnTo>
                  <a:lnTo>
                    <a:pt x="660837" y="345794"/>
                  </a:lnTo>
                  <a:lnTo>
                    <a:pt x="660837" y="340"/>
                  </a:lnTo>
                  <a:lnTo>
                    <a:pt x="779734" y="340"/>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197" name="Freeform: Shape 1196">
              <a:extLst>
                <a:ext uri="{FF2B5EF4-FFF2-40B4-BE49-F238E27FC236}">
                  <a16:creationId xmlns:a16="http://schemas.microsoft.com/office/drawing/2014/main" id="{38E1AC04-EA25-B968-DAB2-A7D33370AB80}"/>
                </a:ext>
                <a:ext uri="{C183D7F6-B498-43B3-948B-1728B52AA6E4}">
                  <adec:decorative xmlns:adec="http://schemas.microsoft.com/office/drawing/2017/decorative" val="1"/>
                </a:ext>
              </a:extLst>
            </p:cNvPr>
            <p:cNvSpPr/>
            <p:nvPr/>
          </p:nvSpPr>
          <p:spPr>
            <a:xfrm>
              <a:off x="6636946" y="2223703"/>
              <a:ext cx="279130" cy="397238"/>
            </a:xfrm>
            <a:custGeom>
              <a:avLst/>
              <a:gdLst>
                <a:gd name="connsiteX0" fmla="*/ 3648075 w 4186950"/>
                <a:gd name="connsiteY0" fmla="*/ 5419698 h 5958573"/>
                <a:gd name="connsiteX1" fmla="*/ 4186950 w 4186950"/>
                <a:gd name="connsiteY1" fmla="*/ 5419698 h 5958573"/>
                <a:gd name="connsiteX2" fmla="*/ 4186950 w 4186950"/>
                <a:gd name="connsiteY2" fmla="*/ 5958573 h 5958573"/>
                <a:gd name="connsiteX3" fmla="*/ 3648075 w 4186950"/>
                <a:gd name="connsiteY3" fmla="*/ 5958573 h 5958573"/>
                <a:gd name="connsiteX4" fmla="*/ 804897 w 4186950"/>
                <a:gd name="connsiteY4" fmla="*/ 5341696 h 5958573"/>
                <a:gd name="connsiteX5" fmla="*/ 1140536 w 4186950"/>
                <a:gd name="connsiteY5" fmla="*/ 5341696 h 5958573"/>
                <a:gd name="connsiteX6" fmla="*/ 1140536 w 4186950"/>
                <a:gd name="connsiteY6" fmla="*/ 5512627 h 5958573"/>
                <a:gd name="connsiteX7" fmla="*/ 804897 w 4186950"/>
                <a:gd name="connsiteY7" fmla="*/ 5512627 h 5958573"/>
                <a:gd name="connsiteX8" fmla="*/ 2322736 w 4186950"/>
                <a:gd name="connsiteY8" fmla="*/ 5173602 h 5958573"/>
                <a:gd name="connsiteX9" fmla="*/ 2655980 w 4186950"/>
                <a:gd name="connsiteY9" fmla="*/ 5173602 h 5958573"/>
                <a:gd name="connsiteX10" fmla="*/ 2655980 w 4186950"/>
                <a:gd name="connsiteY10" fmla="*/ 5518293 h 5958573"/>
                <a:gd name="connsiteX11" fmla="*/ 2322736 w 4186950"/>
                <a:gd name="connsiteY11" fmla="*/ 5518293 h 5958573"/>
                <a:gd name="connsiteX12" fmla="*/ 975385 w 4186950"/>
                <a:gd name="connsiteY12" fmla="*/ 4330971 h 5958573"/>
                <a:gd name="connsiteX13" fmla="*/ 1160172 w 4186950"/>
                <a:gd name="connsiteY13" fmla="*/ 4330971 h 5958573"/>
                <a:gd name="connsiteX14" fmla="*/ 1160172 w 4186950"/>
                <a:gd name="connsiteY14" fmla="*/ 4497354 h 5958573"/>
                <a:gd name="connsiteX15" fmla="*/ 975385 w 4186950"/>
                <a:gd name="connsiteY15" fmla="*/ 4497354 h 5958573"/>
                <a:gd name="connsiteX16" fmla="*/ 1948168 w 4186950"/>
                <a:gd name="connsiteY16" fmla="*/ 4330752 h 5958573"/>
                <a:gd name="connsiteX17" fmla="*/ 2133222 w 4186950"/>
                <a:gd name="connsiteY17" fmla="*/ 4330752 h 5958573"/>
                <a:gd name="connsiteX18" fmla="*/ 2133222 w 4186950"/>
                <a:gd name="connsiteY18" fmla="*/ 4497248 h 5958573"/>
                <a:gd name="connsiteX19" fmla="*/ 1948168 w 4186950"/>
                <a:gd name="connsiteY19" fmla="*/ 4497248 h 5958573"/>
                <a:gd name="connsiteX20" fmla="*/ 1621791 w 4186950"/>
                <a:gd name="connsiteY20" fmla="*/ 4330582 h 5958573"/>
                <a:gd name="connsiteX21" fmla="*/ 1810632 w 4186950"/>
                <a:gd name="connsiteY21" fmla="*/ 4330582 h 5958573"/>
                <a:gd name="connsiteX22" fmla="*/ 1810632 w 4186950"/>
                <a:gd name="connsiteY22" fmla="*/ 4497524 h 5958573"/>
                <a:gd name="connsiteX23" fmla="*/ 1621791 w 4186950"/>
                <a:gd name="connsiteY23" fmla="*/ 4497524 h 5958573"/>
                <a:gd name="connsiteX24" fmla="*/ 2266899 w 4186950"/>
                <a:gd name="connsiteY24" fmla="*/ 4329820 h 5958573"/>
                <a:gd name="connsiteX25" fmla="*/ 2458115 w 4186950"/>
                <a:gd name="connsiteY25" fmla="*/ 4329820 h 5958573"/>
                <a:gd name="connsiteX26" fmla="*/ 2458115 w 4186950"/>
                <a:gd name="connsiteY26" fmla="*/ 4497257 h 5958573"/>
                <a:gd name="connsiteX27" fmla="*/ 2266899 w 4186950"/>
                <a:gd name="connsiteY27" fmla="*/ 4497257 h 5958573"/>
                <a:gd name="connsiteX28" fmla="*/ 1302889 w 4186950"/>
                <a:gd name="connsiteY28" fmla="*/ 4329390 h 5958573"/>
                <a:gd name="connsiteX29" fmla="*/ 1487587 w 4186950"/>
                <a:gd name="connsiteY29" fmla="*/ 4329390 h 5958573"/>
                <a:gd name="connsiteX30" fmla="*/ 1487587 w 4186950"/>
                <a:gd name="connsiteY30" fmla="*/ 4496056 h 5958573"/>
                <a:gd name="connsiteX31" fmla="*/ 1302889 w 4186950"/>
                <a:gd name="connsiteY31" fmla="*/ 4496056 h 5958573"/>
                <a:gd name="connsiteX32" fmla="*/ 1946457 w 4186950"/>
                <a:gd name="connsiteY32" fmla="*/ 3992490 h 5958573"/>
                <a:gd name="connsiteX33" fmla="*/ 2133384 w 4186950"/>
                <a:gd name="connsiteY33" fmla="*/ 3992490 h 5958573"/>
                <a:gd name="connsiteX34" fmla="*/ 2133384 w 4186950"/>
                <a:gd name="connsiteY34" fmla="*/ 4158265 h 5958573"/>
                <a:gd name="connsiteX35" fmla="*/ 1946457 w 4186950"/>
                <a:gd name="connsiteY35" fmla="*/ 4158265 h 5958573"/>
                <a:gd name="connsiteX36" fmla="*/ 978085 w 4186950"/>
                <a:gd name="connsiteY36" fmla="*/ 3992287 h 5958573"/>
                <a:gd name="connsiteX37" fmla="*/ 1159426 w 4186950"/>
                <a:gd name="connsiteY37" fmla="*/ 3992287 h 5958573"/>
                <a:gd name="connsiteX38" fmla="*/ 1159426 w 4186950"/>
                <a:gd name="connsiteY38" fmla="*/ 4157437 h 5958573"/>
                <a:gd name="connsiteX39" fmla="*/ 978085 w 4186950"/>
                <a:gd name="connsiteY39" fmla="*/ 4157437 h 5958573"/>
                <a:gd name="connsiteX40" fmla="*/ 1625553 w 4186950"/>
                <a:gd name="connsiteY40" fmla="*/ 3991541 h 5958573"/>
                <a:gd name="connsiteX41" fmla="*/ 1815131 w 4186950"/>
                <a:gd name="connsiteY41" fmla="*/ 3991541 h 5958573"/>
                <a:gd name="connsiteX42" fmla="*/ 1815131 w 4186950"/>
                <a:gd name="connsiteY42" fmla="*/ 4167709 h 5958573"/>
                <a:gd name="connsiteX43" fmla="*/ 1625553 w 4186950"/>
                <a:gd name="connsiteY43" fmla="*/ 4167709 h 5958573"/>
                <a:gd name="connsiteX44" fmla="*/ 2263535 w 4186950"/>
                <a:gd name="connsiteY44" fmla="*/ 3986823 h 5958573"/>
                <a:gd name="connsiteX45" fmla="*/ 2457346 w 4186950"/>
                <a:gd name="connsiteY45" fmla="*/ 3986823 h 5958573"/>
                <a:gd name="connsiteX46" fmla="*/ 2457346 w 4186950"/>
                <a:gd name="connsiteY46" fmla="*/ 4152646 h 5958573"/>
                <a:gd name="connsiteX47" fmla="*/ 2263535 w 4186950"/>
                <a:gd name="connsiteY47" fmla="*/ 4152646 h 5958573"/>
                <a:gd name="connsiteX48" fmla="*/ 1297408 w 4186950"/>
                <a:gd name="connsiteY48" fmla="*/ 3985266 h 5958573"/>
                <a:gd name="connsiteX49" fmla="*/ 1486889 w 4186950"/>
                <a:gd name="connsiteY49" fmla="*/ 3985266 h 5958573"/>
                <a:gd name="connsiteX50" fmla="*/ 1486889 w 4186950"/>
                <a:gd name="connsiteY50" fmla="*/ 4154705 h 5958573"/>
                <a:gd name="connsiteX51" fmla="*/ 1297408 w 4186950"/>
                <a:gd name="connsiteY51" fmla="*/ 4154705 h 5958573"/>
                <a:gd name="connsiteX52" fmla="*/ 2271804 w 4186950"/>
                <a:gd name="connsiteY52" fmla="*/ 3654487 h 5958573"/>
                <a:gd name="connsiteX53" fmla="*/ 2462380 w 4186950"/>
                <a:gd name="connsiteY53" fmla="*/ 3654487 h 5958573"/>
                <a:gd name="connsiteX54" fmla="*/ 2462380 w 4186950"/>
                <a:gd name="connsiteY54" fmla="*/ 3820035 h 5958573"/>
                <a:gd name="connsiteX55" fmla="*/ 2271804 w 4186950"/>
                <a:gd name="connsiteY55" fmla="*/ 3820035 h 5958573"/>
                <a:gd name="connsiteX56" fmla="*/ 975385 w 4186950"/>
                <a:gd name="connsiteY56" fmla="*/ 3652769 h 5958573"/>
                <a:gd name="connsiteX57" fmla="*/ 1157626 w 4186950"/>
                <a:gd name="connsiteY57" fmla="*/ 3652769 h 5958573"/>
                <a:gd name="connsiteX58" fmla="*/ 1157626 w 4186950"/>
                <a:gd name="connsiteY58" fmla="*/ 3818892 h 5958573"/>
                <a:gd name="connsiteX59" fmla="*/ 975385 w 4186950"/>
                <a:gd name="connsiteY59" fmla="*/ 3818892 h 5958573"/>
                <a:gd name="connsiteX60" fmla="*/ 1304259 w 4186950"/>
                <a:gd name="connsiteY60" fmla="*/ 3651860 h 5958573"/>
                <a:gd name="connsiteX61" fmla="*/ 1492994 w 4186950"/>
                <a:gd name="connsiteY61" fmla="*/ 3651860 h 5958573"/>
                <a:gd name="connsiteX62" fmla="*/ 1492994 w 4186950"/>
                <a:gd name="connsiteY62" fmla="*/ 3816045 h 5958573"/>
                <a:gd name="connsiteX63" fmla="*/ 1304259 w 4186950"/>
                <a:gd name="connsiteY63" fmla="*/ 3816045 h 5958573"/>
                <a:gd name="connsiteX64" fmla="*/ 1948273 w 4186950"/>
                <a:gd name="connsiteY64" fmla="*/ 3646518 h 5958573"/>
                <a:gd name="connsiteX65" fmla="*/ 2139262 w 4186950"/>
                <a:gd name="connsiteY65" fmla="*/ 3646518 h 5958573"/>
                <a:gd name="connsiteX66" fmla="*/ 2139262 w 4186950"/>
                <a:gd name="connsiteY66" fmla="*/ 3814141 h 5958573"/>
                <a:gd name="connsiteX67" fmla="*/ 1948273 w 4186950"/>
                <a:gd name="connsiteY67" fmla="*/ 3814141 h 5958573"/>
                <a:gd name="connsiteX68" fmla="*/ 1627255 w 4186950"/>
                <a:gd name="connsiteY68" fmla="*/ 3643145 h 5958573"/>
                <a:gd name="connsiteX69" fmla="*/ 1814920 w 4186950"/>
                <a:gd name="connsiteY69" fmla="*/ 3643145 h 5958573"/>
                <a:gd name="connsiteX70" fmla="*/ 1814920 w 4186950"/>
                <a:gd name="connsiteY70" fmla="*/ 3812714 h 5958573"/>
                <a:gd name="connsiteX71" fmla="*/ 1627255 w 4186950"/>
                <a:gd name="connsiteY71" fmla="*/ 3812714 h 5958573"/>
                <a:gd name="connsiteX72" fmla="*/ 980509 w 4186950"/>
                <a:gd name="connsiteY72" fmla="*/ 3314514 h 5958573"/>
                <a:gd name="connsiteX73" fmla="*/ 1160788 w 4186950"/>
                <a:gd name="connsiteY73" fmla="*/ 3314514 h 5958573"/>
                <a:gd name="connsiteX74" fmla="*/ 1160788 w 4186950"/>
                <a:gd name="connsiteY74" fmla="*/ 3479129 h 5958573"/>
                <a:gd name="connsiteX75" fmla="*/ 980509 w 4186950"/>
                <a:gd name="connsiteY75" fmla="*/ 3479129 h 5958573"/>
                <a:gd name="connsiteX76" fmla="*/ 2262027 w 4186950"/>
                <a:gd name="connsiteY76" fmla="*/ 3314150 h 5958573"/>
                <a:gd name="connsiteX77" fmla="*/ 2460094 w 4186950"/>
                <a:gd name="connsiteY77" fmla="*/ 3314150 h 5958573"/>
                <a:gd name="connsiteX78" fmla="*/ 2460094 w 4186950"/>
                <a:gd name="connsiteY78" fmla="*/ 3479008 h 5958573"/>
                <a:gd name="connsiteX79" fmla="*/ 2262027 w 4186950"/>
                <a:gd name="connsiteY79" fmla="*/ 3479008 h 5958573"/>
                <a:gd name="connsiteX80" fmla="*/ 1627190 w 4186950"/>
                <a:gd name="connsiteY80" fmla="*/ 3313623 h 5958573"/>
                <a:gd name="connsiteX81" fmla="*/ 1824025 w 4186950"/>
                <a:gd name="connsiteY81" fmla="*/ 3313623 h 5958573"/>
                <a:gd name="connsiteX82" fmla="*/ 1824025 w 4186950"/>
                <a:gd name="connsiteY82" fmla="*/ 3479430 h 5958573"/>
                <a:gd name="connsiteX83" fmla="*/ 1627190 w 4186950"/>
                <a:gd name="connsiteY83" fmla="*/ 3479430 h 5958573"/>
                <a:gd name="connsiteX84" fmla="*/ 1302338 w 4186950"/>
                <a:gd name="connsiteY84" fmla="*/ 3312261 h 5958573"/>
                <a:gd name="connsiteX85" fmla="*/ 1496943 w 4186950"/>
                <a:gd name="connsiteY85" fmla="*/ 3312261 h 5958573"/>
                <a:gd name="connsiteX86" fmla="*/ 1496943 w 4186950"/>
                <a:gd name="connsiteY86" fmla="*/ 3479495 h 5958573"/>
                <a:gd name="connsiteX87" fmla="*/ 1302338 w 4186950"/>
                <a:gd name="connsiteY87" fmla="*/ 3479495 h 5958573"/>
                <a:gd name="connsiteX88" fmla="*/ 1948897 w 4186950"/>
                <a:gd name="connsiteY88" fmla="*/ 3308888 h 5958573"/>
                <a:gd name="connsiteX89" fmla="*/ 2135403 w 4186950"/>
                <a:gd name="connsiteY89" fmla="*/ 3308888 h 5958573"/>
                <a:gd name="connsiteX90" fmla="*/ 2135403 w 4186950"/>
                <a:gd name="connsiteY90" fmla="*/ 3474881 h 5958573"/>
                <a:gd name="connsiteX91" fmla="*/ 1948897 w 4186950"/>
                <a:gd name="connsiteY91" fmla="*/ 3474881 h 5958573"/>
                <a:gd name="connsiteX92" fmla="*/ 2273247 w 4186950"/>
                <a:gd name="connsiteY92" fmla="*/ 2442868 h 5958573"/>
                <a:gd name="connsiteX93" fmla="*/ 2458699 w 4186950"/>
                <a:gd name="connsiteY93" fmla="*/ 2442868 h 5958573"/>
                <a:gd name="connsiteX94" fmla="*/ 2458699 w 4186950"/>
                <a:gd name="connsiteY94" fmla="*/ 2609737 h 5958573"/>
                <a:gd name="connsiteX95" fmla="*/ 2273247 w 4186950"/>
                <a:gd name="connsiteY95" fmla="*/ 2609737 h 5958573"/>
                <a:gd name="connsiteX96" fmla="*/ 1622326 w 4186950"/>
                <a:gd name="connsiteY96" fmla="*/ 2441319 h 5958573"/>
                <a:gd name="connsiteX97" fmla="*/ 1810340 w 4186950"/>
                <a:gd name="connsiteY97" fmla="*/ 2441319 h 5958573"/>
                <a:gd name="connsiteX98" fmla="*/ 1810340 w 4186950"/>
                <a:gd name="connsiteY98" fmla="*/ 2610539 h 5958573"/>
                <a:gd name="connsiteX99" fmla="*/ 1622326 w 4186950"/>
                <a:gd name="connsiteY99" fmla="*/ 2610539 h 5958573"/>
                <a:gd name="connsiteX100" fmla="*/ 980112 w 4186950"/>
                <a:gd name="connsiteY100" fmla="*/ 2436834 h 5958573"/>
                <a:gd name="connsiteX101" fmla="*/ 1164396 w 4186950"/>
                <a:gd name="connsiteY101" fmla="*/ 2436834 h 5958573"/>
                <a:gd name="connsiteX102" fmla="*/ 1164396 w 4186950"/>
                <a:gd name="connsiteY102" fmla="*/ 2604408 h 5958573"/>
                <a:gd name="connsiteX103" fmla="*/ 980112 w 4186950"/>
                <a:gd name="connsiteY103" fmla="*/ 2604408 h 5958573"/>
                <a:gd name="connsiteX104" fmla="*/ 1948241 w 4186950"/>
                <a:gd name="connsiteY104" fmla="*/ 2436535 h 5958573"/>
                <a:gd name="connsiteX105" fmla="*/ 2132558 w 4186950"/>
                <a:gd name="connsiteY105" fmla="*/ 2436535 h 5958573"/>
                <a:gd name="connsiteX106" fmla="*/ 2132558 w 4186950"/>
                <a:gd name="connsiteY106" fmla="*/ 2605643 h 5958573"/>
                <a:gd name="connsiteX107" fmla="*/ 1948241 w 4186950"/>
                <a:gd name="connsiteY107" fmla="*/ 2605643 h 5958573"/>
                <a:gd name="connsiteX108" fmla="*/ 1297125 w 4186950"/>
                <a:gd name="connsiteY108" fmla="*/ 2435708 h 5958573"/>
                <a:gd name="connsiteX109" fmla="*/ 1487839 w 4186950"/>
                <a:gd name="connsiteY109" fmla="*/ 2435708 h 5958573"/>
                <a:gd name="connsiteX110" fmla="*/ 1487839 w 4186950"/>
                <a:gd name="connsiteY110" fmla="*/ 2603704 h 5958573"/>
                <a:gd name="connsiteX111" fmla="*/ 1297125 w 4186950"/>
                <a:gd name="connsiteY111" fmla="*/ 2603704 h 5958573"/>
                <a:gd name="connsiteX112" fmla="*/ 979455 w 4186950"/>
                <a:gd name="connsiteY112" fmla="*/ 2103388 h 5958573"/>
                <a:gd name="connsiteX113" fmla="*/ 1163447 w 4186950"/>
                <a:gd name="connsiteY113" fmla="*/ 2103388 h 5958573"/>
                <a:gd name="connsiteX114" fmla="*/ 1163447 w 4186950"/>
                <a:gd name="connsiteY114" fmla="*/ 2270330 h 5958573"/>
                <a:gd name="connsiteX115" fmla="*/ 979455 w 4186950"/>
                <a:gd name="connsiteY115" fmla="*/ 2270330 h 5958573"/>
                <a:gd name="connsiteX116" fmla="*/ 1944292 w 4186950"/>
                <a:gd name="connsiteY116" fmla="*/ 2102658 h 5958573"/>
                <a:gd name="connsiteX117" fmla="*/ 2134365 w 4186950"/>
                <a:gd name="connsiteY117" fmla="*/ 2102658 h 5958573"/>
                <a:gd name="connsiteX118" fmla="*/ 2134365 w 4186950"/>
                <a:gd name="connsiteY118" fmla="*/ 2274822 h 5958573"/>
                <a:gd name="connsiteX119" fmla="*/ 1944292 w 4186950"/>
                <a:gd name="connsiteY119" fmla="*/ 2274822 h 5958573"/>
                <a:gd name="connsiteX120" fmla="*/ 2267321 w 4186950"/>
                <a:gd name="connsiteY120" fmla="*/ 2098929 h 5958573"/>
                <a:gd name="connsiteX121" fmla="*/ 2456916 w 4186950"/>
                <a:gd name="connsiteY121" fmla="*/ 2098929 h 5958573"/>
                <a:gd name="connsiteX122" fmla="*/ 2456916 w 4186950"/>
                <a:gd name="connsiteY122" fmla="*/ 2263860 h 5958573"/>
                <a:gd name="connsiteX123" fmla="*/ 2267321 w 4186950"/>
                <a:gd name="connsiteY123" fmla="*/ 2263860 h 5958573"/>
                <a:gd name="connsiteX124" fmla="*/ 1297335 w 4186950"/>
                <a:gd name="connsiteY124" fmla="*/ 2098929 h 5958573"/>
                <a:gd name="connsiteX125" fmla="*/ 1488227 w 4186950"/>
                <a:gd name="connsiteY125" fmla="*/ 2098929 h 5958573"/>
                <a:gd name="connsiteX126" fmla="*/ 1488227 w 4186950"/>
                <a:gd name="connsiteY126" fmla="*/ 2265012 h 5958573"/>
                <a:gd name="connsiteX127" fmla="*/ 1297335 w 4186950"/>
                <a:gd name="connsiteY127" fmla="*/ 2265012 h 5958573"/>
                <a:gd name="connsiteX128" fmla="*/ 1625690 w 4186950"/>
                <a:gd name="connsiteY128" fmla="*/ 2098118 h 5958573"/>
                <a:gd name="connsiteX129" fmla="*/ 1815236 w 4186950"/>
                <a:gd name="connsiteY129" fmla="*/ 2098118 h 5958573"/>
                <a:gd name="connsiteX130" fmla="*/ 1815236 w 4186950"/>
                <a:gd name="connsiteY130" fmla="*/ 2265133 h 5958573"/>
                <a:gd name="connsiteX131" fmla="*/ 1625690 w 4186950"/>
                <a:gd name="connsiteY131" fmla="*/ 2265133 h 5958573"/>
                <a:gd name="connsiteX132" fmla="*/ 980387 w 4186950"/>
                <a:gd name="connsiteY132" fmla="*/ 1765312 h 5958573"/>
                <a:gd name="connsiteX133" fmla="*/ 1159734 w 4186950"/>
                <a:gd name="connsiteY133" fmla="*/ 1765312 h 5958573"/>
                <a:gd name="connsiteX134" fmla="*/ 1159734 w 4186950"/>
                <a:gd name="connsiteY134" fmla="*/ 1930933 h 5958573"/>
                <a:gd name="connsiteX135" fmla="*/ 980387 w 4186950"/>
                <a:gd name="connsiteY135" fmla="*/ 1930933 h 5958573"/>
                <a:gd name="connsiteX136" fmla="*/ 1622050 w 4186950"/>
                <a:gd name="connsiteY136" fmla="*/ 1762858 h 5958573"/>
                <a:gd name="connsiteX137" fmla="*/ 1811264 w 4186950"/>
                <a:gd name="connsiteY137" fmla="*/ 1762858 h 5958573"/>
                <a:gd name="connsiteX138" fmla="*/ 1811264 w 4186950"/>
                <a:gd name="connsiteY138" fmla="*/ 1935792 h 5958573"/>
                <a:gd name="connsiteX139" fmla="*/ 1622050 w 4186950"/>
                <a:gd name="connsiteY139" fmla="*/ 1935792 h 5958573"/>
                <a:gd name="connsiteX140" fmla="*/ 1931223 w 4186950"/>
                <a:gd name="connsiteY140" fmla="*/ 1762485 h 5958573"/>
                <a:gd name="connsiteX141" fmla="*/ 2133952 w 4186950"/>
                <a:gd name="connsiteY141" fmla="*/ 1762485 h 5958573"/>
                <a:gd name="connsiteX142" fmla="*/ 2133952 w 4186950"/>
                <a:gd name="connsiteY142" fmla="*/ 1931227 h 5958573"/>
                <a:gd name="connsiteX143" fmla="*/ 1931223 w 4186950"/>
                <a:gd name="connsiteY143" fmla="*/ 1931227 h 5958573"/>
                <a:gd name="connsiteX144" fmla="*/ 1297352 w 4186950"/>
                <a:gd name="connsiteY144" fmla="*/ 1762201 h 5958573"/>
                <a:gd name="connsiteX145" fmla="*/ 1488155 w 4186950"/>
                <a:gd name="connsiteY145" fmla="*/ 1762201 h 5958573"/>
                <a:gd name="connsiteX146" fmla="*/ 1488155 w 4186950"/>
                <a:gd name="connsiteY146" fmla="*/ 1931260 h 5958573"/>
                <a:gd name="connsiteX147" fmla="*/ 1297352 w 4186950"/>
                <a:gd name="connsiteY147" fmla="*/ 1931260 h 5958573"/>
                <a:gd name="connsiteX148" fmla="*/ 2267921 w 4186950"/>
                <a:gd name="connsiteY148" fmla="*/ 1758779 h 5958573"/>
                <a:gd name="connsiteX149" fmla="*/ 2459048 w 4186950"/>
                <a:gd name="connsiteY149" fmla="*/ 1758779 h 5958573"/>
                <a:gd name="connsiteX150" fmla="*/ 2459048 w 4186950"/>
                <a:gd name="connsiteY150" fmla="*/ 1926987 h 5958573"/>
                <a:gd name="connsiteX151" fmla="*/ 2267921 w 4186950"/>
                <a:gd name="connsiteY151" fmla="*/ 1926987 h 5958573"/>
                <a:gd name="connsiteX152" fmla="*/ 974007 w 4186950"/>
                <a:gd name="connsiteY152" fmla="*/ 1428016 h 5958573"/>
                <a:gd name="connsiteX153" fmla="*/ 1159937 w 4186950"/>
                <a:gd name="connsiteY153" fmla="*/ 1428016 h 5958573"/>
                <a:gd name="connsiteX154" fmla="*/ 1159937 w 4186950"/>
                <a:gd name="connsiteY154" fmla="*/ 1591602 h 5958573"/>
                <a:gd name="connsiteX155" fmla="*/ 974007 w 4186950"/>
                <a:gd name="connsiteY155" fmla="*/ 1591602 h 5958573"/>
                <a:gd name="connsiteX156" fmla="*/ 2274399 w 4186950"/>
                <a:gd name="connsiteY156" fmla="*/ 1426883 h 5958573"/>
                <a:gd name="connsiteX157" fmla="*/ 2461934 w 4186950"/>
                <a:gd name="connsiteY157" fmla="*/ 1426883 h 5958573"/>
                <a:gd name="connsiteX158" fmla="*/ 2461934 w 4186950"/>
                <a:gd name="connsiteY158" fmla="*/ 1598601 h 5958573"/>
                <a:gd name="connsiteX159" fmla="*/ 2274399 w 4186950"/>
                <a:gd name="connsiteY159" fmla="*/ 1598601 h 5958573"/>
                <a:gd name="connsiteX160" fmla="*/ 1621775 w 4186950"/>
                <a:gd name="connsiteY160" fmla="*/ 1426615 h 5958573"/>
                <a:gd name="connsiteX161" fmla="*/ 1812643 w 4186950"/>
                <a:gd name="connsiteY161" fmla="*/ 1426615 h 5958573"/>
                <a:gd name="connsiteX162" fmla="*/ 1812643 w 4186950"/>
                <a:gd name="connsiteY162" fmla="*/ 1592764 h 5958573"/>
                <a:gd name="connsiteX163" fmla="*/ 1621775 w 4186950"/>
                <a:gd name="connsiteY163" fmla="*/ 1592764 h 5958573"/>
                <a:gd name="connsiteX164" fmla="*/ 1944082 w 4186950"/>
                <a:gd name="connsiteY164" fmla="*/ 1425237 h 5958573"/>
                <a:gd name="connsiteX165" fmla="*/ 2134414 w 4186950"/>
                <a:gd name="connsiteY165" fmla="*/ 1425237 h 5958573"/>
                <a:gd name="connsiteX166" fmla="*/ 2134414 w 4186950"/>
                <a:gd name="connsiteY166" fmla="*/ 1602905 h 5958573"/>
                <a:gd name="connsiteX167" fmla="*/ 1944082 w 4186950"/>
                <a:gd name="connsiteY167" fmla="*/ 1602905 h 5958573"/>
                <a:gd name="connsiteX168" fmla="*/ 1304567 w 4186950"/>
                <a:gd name="connsiteY168" fmla="*/ 1421621 h 5958573"/>
                <a:gd name="connsiteX169" fmla="*/ 1498661 w 4186950"/>
                <a:gd name="connsiteY169" fmla="*/ 1421621 h 5958573"/>
                <a:gd name="connsiteX170" fmla="*/ 1498661 w 4186950"/>
                <a:gd name="connsiteY170" fmla="*/ 1587355 h 5958573"/>
                <a:gd name="connsiteX171" fmla="*/ 1304567 w 4186950"/>
                <a:gd name="connsiteY171" fmla="*/ 1587355 h 5958573"/>
                <a:gd name="connsiteX172" fmla="*/ 0 w 4186950"/>
                <a:gd name="connsiteY172" fmla="*/ 0 h 5958573"/>
                <a:gd name="connsiteX173" fmla="*/ 538875 w 4186950"/>
                <a:gd name="connsiteY173" fmla="*/ 0 h 5958573"/>
                <a:gd name="connsiteX174" fmla="*/ 538875 w 4186950"/>
                <a:gd name="connsiteY174" fmla="*/ 538875 h 5958573"/>
                <a:gd name="connsiteX175" fmla="*/ 0 w 4186950"/>
                <a:gd name="connsiteY175" fmla="*/ 538875 h 595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4186950" h="5958573">
                  <a:moveTo>
                    <a:pt x="3648075" y="5419698"/>
                  </a:moveTo>
                  <a:lnTo>
                    <a:pt x="4186950" y="5419698"/>
                  </a:lnTo>
                  <a:lnTo>
                    <a:pt x="4186950" y="5958573"/>
                  </a:lnTo>
                  <a:lnTo>
                    <a:pt x="3648075" y="5958573"/>
                  </a:lnTo>
                  <a:close/>
                  <a:moveTo>
                    <a:pt x="804897" y="5341696"/>
                  </a:moveTo>
                  <a:lnTo>
                    <a:pt x="1140536" y="5341696"/>
                  </a:lnTo>
                  <a:lnTo>
                    <a:pt x="1140536" y="5512627"/>
                  </a:lnTo>
                  <a:lnTo>
                    <a:pt x="804897" y="5512627"/>
                  </a:lnTo>
                  <a:close/>
                  <a:moveTo>
                    <a:pt x="2322736" y="5173602"/>
                  </a:moveTo>
                  <a:lnTo>
                    <a:pt x="2655980" y="5173602"/>
                  </a:lnTo>
                  <a:lnTo>
                    <a:pt x="2655980" y="5518293"/>
                  </a:lnTo>
                  <a:lnTo>
                    <a:pt x="2322736" y="5518293"/>
                  </a:lnTo>
                  <a:close/>
                  <a:moveTo>
                    <a:pt x="975385" y="4330971"/>
                  </a:moveTo>
                  <a:lnTo>
                    <a:pt x="1160172" y="4330971"/>
                  </a:lnTo>
                  <a:lnTo>
                    <a:pt x="1160172" y="4497354"/>
                  </a:lnTo>
                  <a:lnTo>
                    <a:pt x="975385" y="4497354"/>
                  </a:lnTo>
                  <a:close/>
                  <a:moveTo>
                    <a:pt x="1948168" y="4330752"/>
                  </a:moveTo>
                  <a:lnTo>
                    <a:pt x="2133222" y="4330752"/>
                  </a:lnTo>
                  <a:lnTo>
                    <a:pt x="2133222" y="4497248"/>
                  </a:lnTo>
                  <a:lnTo>
                    <a:pt x="1948168" y="4497248"/>
                  </a:lnTo>
                  <a:close/>
                  <a:moveTo>
                    <a:pt x="1621791" y="4330582"/>
                  </a:moveTo>
                  <a:lnTo>
                    <a:pt x="1810632" y="4330582"/>
                  </a:lnTo>
                  <a:lnTo>
                    <a:pt x="1810632" y="4497524"/>
                  </a:lnTo>
                  <a:lnTo>
                    <a:pt x="1621791" y="4497524"/>
                  </a:lnTo>
                  <a:close/>
                  <a:moveTo>
                    <a:pt x="2266899" y="4329820"/>
                  </a:moveTo>
                  <a:lnTo>
                    <a:pt x="2458115" y="4329820"/>
                  </a:lnTo>
                  <a:lnTo>
                    <a:pt x="2458115" y="4497257"/>
                  </a:lnTo>
                  <a:lnTo>
                    <a:pt x="2266899" y="4497257"/>
                  </a:lnTo>
                  <a:close/>
                  <a:moveTo>
                    <a:pt x="1302889" y="4329390"/>
                  </a:moveTo>
                  <a:lnTo>
                    <a:pt x="1487587" y="4329390"/>
                  </a:lnTo>
                  <a:lnTo>
                    <a:pt x="1487587" y="4496056"/>
                  </a:lnTo>
                  <a:lnTo>
                    <a:pt x="1302889" y="4496056"/>
                  </a:lnTo>
                  <a:close/>
                  <a:moveTo>
                    <a:pt x="1946457" y="3992490"/>
                  </a:moveTo>
                  <a:lnTo>
                    <a:pt x="2133384" y="3992490"/>
                  </a:lnTo>
                  <a:lnTo>
                    <a:pt x="2133384" y="4158265"/>
                  </a:lnTo>
                  <a:lnTo>
                    <a:pt x="1946457" y="4158265"/>
                  </a:lnTo>
                  <a:close/>
                  <a:moveTo>
                    <a:pt x="978085" y="3992287"/>
                  </a:moveTo>
                  <a:lnTo>
                    <a:pt x="1159426" y="3992287"/>
                  </a:lnTo>
                  <a:lnTo>
                    <a:pt x="1159426" y="4157437"/>
                  </a:lnTo>
                  <a:lnTo>
                    <a:pt x="978085" y="4157437"/>
                  </a:lnTo>
                  <a:close/>
                  <a:moveTo>
                    <a:pt x="1625553" y="3991541"/>
                  </a:moveTo>
                  <a:lnTo>
                    <a:pt x="1815131" y="3991541"/>
                  </a:lnTo>
                  <a:lnTo>
                    <a:pt x="1815131" y="4167709"/>
                  </a:lnTo>
                  <a:lnTo>
                    <a:pt x="1625553" y="4167709"/>
                  </a:lnTo>
                  <a:close/>
                  <a:moveTo>
                    <a:pt x="2263535" y="3986823"/>
                  </a:moveTo>
                  <a:lnTo>
                    <a:pt x="2457346" y="3986823"/>
                  </a:lnTo>
                  <a:lnTo>
                    <a:pt x="2457346" y="4152646"/>
                  </a:lnTo>
                  <a:lnTo>
                    <a:pt x="2263535" y="4152646"/>
                  </a:lnTo>
                  <a:close/>
                  <a:moveTo>
                    <a:pt x="1297408" y="3985266"/>
                  </a:moveTo>
                  <a:lnTo>
                    <a:pt x="1486889" y="3985266"/>
                  </a:lnTo>
                  <a:lnTo>
                    <a:pt x="1486889" y="4154705"/>
                  </a:lnTo>
                  <a:lnTo>
                    <a:pt x="1297408" y="4154705"/>
                  </a:lnTo>
                  <a:close/>
                  <a:moveTo>
                    <a:pt x="2271804" y="3654487"/>
                  </a:moveTo>
                  <a:lnTo>
                    <a:pt x="2462380" y="3654487"/>
                  </a:lnTo>
                  <a:lnTo>
                    <a:pt x="2462380" y="3820035"/>
                  </a:lnTo>
                  <a:lnTo>
                    <a:pt x="2271804" y="3820035"/>
                  </a:lnTo>
                  <a:close/>
                  <a:moveTo>
                    <a:pt x="975385" y="3652769"/>
                  </a:moveTo>
                  <a:lnTo>
                    <a:pt x="1157626" y="3652769"/>
                  </a:lnTo>
                  <a:lnTo>
                    <a:pt x="1157626" y="3818892"/>
                  </a:lnTo>
                  <a:lnTo>
                    <a:pt x="975385" y="3818892"/>
                  </a:lnTo>
                  <a:close/>
                  <a:moveTo>
                    <a:pt x="1304259" y="3651860"/>
                  </a:moveTo>
                  <a:lnTo>
                    <a:pt x="1492994" y="3651860"/>
                  </a:lnTo>
                  <a:lnTo>
                    <a:pt x="1492994" y="3816045"/>
                  </a:lnTo>
                  <a:lnTo>
                    <a:pt x="1304259" y="3816045"/>
                  </a:lnTo>
                  <a:close/>
                  <a:moveTo>
                    <a:pt x="1948273" y="3646518"/>
                  </a:moveTo>
                  <a:lnTo>
                    <a:pt x="2139262" y="3646518"/>
                  </a:lnTo>
                  <a:lnTo>
                    <a:pt x="2139262" y="3814141"/>
                  </a:lnTo>
                  <a:lnTo>
                    <a:pt x="1948273" y="3814141"/>
                  </a:lnTo>
                  <a:close/>
                  <a:moveTo>
                    <a:pt x="1627255" y="3643145"/>
                  </a:moveTo>
                  <a:lnTo>
                    <a:pt x="1814920" y="3643145"/>
                  </a:lnTo>
                  <a:lnTo>
                    <a:pt x="1814920" y="3812714"/>
                  </a:lnTo>
                  <a:lnTo>
                    <a:pt x="1627255" y="3812714"/>
                  </a:lnTo>
                  <a:close/>
                  <a:moveTo>
                    <a:pt x="980509" y="3314514"/>
                  </a:moveTo>
                  <a:lnTo>
                    <a:pt x="1160788" y="3314514"/>
                  </a:lnTo>
                  <a:lnTo>
                    <a:pt x="1160788" y="3479129"/>
                  </a:lnTo>
                  <a:lnTo>
                    <a:pt x="980509" y="3479129"/>
                  </a:lnTo>
                  <a:close/>
                  <a:moveTo>
                    <a:pt x="2262027" y="3314150"/>
                  </a:moveTo>
                  <a:lnTo>
                    <a:pt x="2460094" y="3314150"/>
                  </a:lnTo>
                  <a:lnTo>
                    <a:pt x="2460094" y="3479008"/>
                  </a:lnTo>
                  <a:lnTo>
                    <a:pt x="2262027" y="3479008"/>
                  </a:lnTo>
                  <a:close/>
                  <a:moveTo>
                    <a:pt x="1627190" y="3313623"/>
                  </a:moveTo>
                  <a:lnTo>
                    <a:pt x="1824025" y="3313623"/>
                  </a:lnTo>
                  <a:lnTo>
                    <a:pt x="1824025" y="3479430"/>
                  </a:lnTo>
                  <a:lnTo>
                    <a:pt x="1627190" y="3479430"/>
                  </a:lnTo>
                  <a:close/>
                  <a:moveTo>
                    <a:pt x="1302338" y="3312261"/>
                  </a:moveTo>
                  <a:lnTo>
                    <a:pt x="1496943" y="3312261"/>
                  </a:lnTo>
                  <a:lnTo>
                    <a:pt x="1496943" y="3479495"/>
                  </a:lnTo>
                  <a:lnTo>
                    <a:pt x="1302338" y="3479495"/>
                  </a:lnTo>
                  <a:close/>
                  <a:moveTo>
                    <a:pt x="1948897" y="3308888"/>
                  </a:moveTo>
                  <a:lnTo>
                    <a:pt x="2135403" y="3308888"/>
                  </a:lnTo>
                  <a:lnTo>
                    <a:pt x="2135403" y="3474881"/>
                  </a:lnTo>
                  <a:lnTo>
                    <a:pt x="1948897" y="3474881"/>
                  </a:lnTo>
                  <a:close/>
                  <a:moveTo>
                    <a:pt x="2273247" y="2442868"/>
                  </a:moveTo>
                  <a:lnTo>
                    <a:pt x="2458699" y="2442868"/>
                  </a:lnTo>
                  <a:lnTo>
                    <a:pt x="2458699" y="2609737"/>
                  </a:lnTo>
                  <a:lnTo>
                    <a:pt x="2273247" y="2609737"/>
                  </a:lnTo>
                  <a:close/>
                  <a:moveTo>
                    <a:pt x="1622326" y="2441319"/>
                  </a:moveTo>
                  <a:lnTo>
                    <a:pt x="1810340" y="2441319"/>
                  </a:lnTo>
                  <a:lnTo>
                    <a:pt x="1810340" y="2610539"/>
                  </a:lnTo>
                  <a:lnTo>
                    <a:pt x="1622326" y="2610539"/>
                  </a:lnTo>
                  <a:close/>
                  <a:moveTo>
                    <a:pt x="980112" y="2436834"/>
                  </a:moveTo>
                  <a:lnTo>
                    <a:pt x="1164396" y="2436834"/>
                  </a:lnTo>
                  <a:lnTo>
                    <a:pt x="1164396" y="2604408"/>
                  </a:lnTo>
                  <a:lnTo>
                    <a:pt x="980112" y="2604408"/>
                  </a:lnTo>
                  <a:close/>
                  <a:moveTo>
                    <a:pt x="1948241" y="2436535"/>
                  </a:moveTo>
                  <a:lnTo>
                    <a:pt x="2132558" y="2436535"/>
                  </a:lnTo>
                  <a:lnTo>
                    <a:pt x="2132558" y="2605643"/>
                  </a:lnTo>
                  <a:lnTo>
                    <a:pt x="1948241" y="2605643"/>
                  </a:lnTo>
                  <a:close/>
                  <a:moveTo>
                    <a:pt x="1297125" y="2435708"/>
                  </a:moveTo>
                  <a:lnTo>
                    <a:pt x="1487839" y="2435708"/>
                  </a:lnTo>
                  <a:lnTo>
                    <a:pt x="1487839" y="2603704"/>
                  </a:lnTo>
                  <a:lnTo>
                    <a:pt x="1297125" y="2603704"/>
                  </a:lnTo>
                  <a:close/>
                  <a:moveTo>
                    <a:pt x="979455" y="2103388"/>
                  </a:moveTo>
                  <a:lnTo>
                    <a:pt x="1163447" y="2103388"/>
                  </a:lnTo>
                  <a:lnTo>
                    <a:pt x="1163447" y="2270330"/>
                  </a:lnTo>
                  <a:lnTo>
                    <a:pt x="979455" y="2270330"/>
                  </a:lnTo>
                  <a:close/>
                  <a:moveTo>
                    <a:pt x="1944292" y="2102658"/>
                  </a:moveTo>
                  <a:lnTo>
                    <a:pt x="2134365" y="2102658"/>
                  </a:lnTo>
                  <a:lnTo>
                    <a:pt x="2134365" y="2274822"/>
                  </a:lnTo>
                  <a:lnTo>
                    <a:pt x="1944292" y="2274822"/>
                  </a:lnTo>
                  <a:close/>
                  <a:moveTo>
                    <a:pt x="2267321" y="2098929"/>
                  </a:moveTo>
                  <a:lnTo>
                    <a:pt x="2456916" y="2098929"/>
                  </a:lnTo>
                  <a:lnTo>
                    <a:pt x="2456916" y="2263860"/>
                  </a:lnTo>
                  <a:lnTo>
                    <a:pt x="2267321" y="2263860"/>
                  </a:lnTo>
                  <a:close/>
                  <a:moveTo>
                    <a:pt x="1297335" y="2098929"/>
                  </a:moveTo>
                  <a:lnTo>
                    <a:pt x="1488227" y="2098929"/>
                  </a:lnTo>
                  <a:lnTo>
                    <a:pt x="1488227" y="2265012"/>
                  </a:lnTo>
                  <a:lnTo>
                    <a:pt x="1297335" y="2265012"/>
                  </a:lnTo>
                  <a:close/>
                  <a:moveTo>
                    <a:pt x="1625690" y="2098118"/>
                  </a:moveTo>
                  <a:lnTo>
                    <a:pt x="1815236" y="2098118"/>
                  </a:lnTo>
                  <a:lnTo>
                    <a:pt x="1815236" y="2265133"/>
                  </a:lnTo>
                  <a:lnTo>
                    <a:pt x="1625690" y="2265133"/>
                  </a:lnTo>
                  <a:close/>
                  <a:moveTo>
                    <a:pt x="980387" y="1765312"/>
                  </a:moveTo>
                  <a:lnTo>
                    <a:pt x="1159734" y="1765312"/>
                  </a:lnTo>
                  <a:lnTo>
                    <a:pt x="1159734" y="1930933"/>
                  </a:lnTo>
                  <a:lnTo>
                    <a:pt x="980387" y="1930933"/>
                  </a:lnTo>
                  <a:close/>
                  <a:moveTo>
                    <a:pt x="1622050" y="1762858"/>
                  </a:moveTo>
                  <a:lnTo>
                    <a:pt x="1811264" y="1762858"/>
                  </a:lnTo>
                  <a:lnTo>
                    <a:pt x="1811264" y="1935792"/>
                  </a:lnTo>
                  <a:lnTo>
                    <a:pt x="1622050" y="1935792"/>
                  </a:lnTo>
                  <a:close/>
                  <a:moveTo>
                    <a:pt x="1931223" y="1762485"/>
                  </a:moveTo>
                  <a:lnTo>
                    <a:pt x="2133952" y="1762485"/>
                  </a:lnTo>
                  <a:lnTo>
                    <a:pt x="2133952" y="1931227"/>
                  </a:lnTo>
                  <a:lnTo>
                    <a:pt x="1931223" y="1931227"/>
                  </a:lnTo>
                  <a:close/>
                  <a:moveTo>
                    <a:pt x="1297352" y="1762201"/>
                  </a:moveTo>
                  <a:lnTo>
                    <a:pt x="1488155" y="1762201"/>
                  </a:lnTo>
                  <a:lnTo>
                    <a:pt x="1488155" y="1931260"/>
                  </a:lnTo>
                  <a:lnTo>
                    <a:pt x="1297352" y="1931260"/>
                  </a:lnTo>
                  <a:close/>
                  <a:moveTo>
                    <a:pt x="2267921" y="1758779"/>
                  </a:moveTo>
                  <a:lnTo>
                    <a:pt x="2459048" y="1758779"/>
                  </a:lnTo>
                  <a:lnTo>
                    <a:pt x="2459048" y="1926987"/>
                  </a:lnTo>
                  <a:lnTo>
                    <a:pt x="2267921" y="1926987"/>
                  </a:lnTo>
                  <a:close/>
                  <a:moveTo>
                    <a:pt x="974007" y="1428016"/>
                  </a:moveTo>
                  <a:lnTo>
                    <a:pt x="1159937" y="1428016"/>
                  </a:lnTo>
                  <a:lnTo>
                    <a:pt x="1159937" y="1591602"/>
                  </a:lnTo>
                  <a:lnTo>
                    <a:pt x="974007" y="1591602"/>
                  </a:lnTo>
                  <a:close/>
                  <a:moveTo>
                    <a:pt x="2274399" y="1426883"/>
                  </a:moveTo>
                  <a:lnTo>
                    <a:pt x="2461934" y="1426883"/>
                  </a:lnTo>
                  <a:lnTo>
                    <a:pt x="2461934" y="1598601"/>
                  </a:lnTo>
                  <a:lnTo>
                    <a:pt x="2274399" y="1598601"/>
                  </a:lnTo>
                  <a:close/>
                  <a:moveTo>
                    <a:pt x="1621775" y="1426615"/>
                  </a:moveTo>
                  <a:lnTo>
                    <a:pt x="1812643" y="1426615"/>
                  </a:lnTo>
                  <a:lnTo>
                    <a:pt x="1812643" y="1592764"/>
                  </a:lnTo>
                  <a:lnTo>
                    <a:pt x="1621775" y="1592764"/>
                  </a:lnTo>
                  <a:close/>
                  <a:moveTo>
                    <a:pt x="1944082" y="1425237"/>
                  </a:moveTo>
                  <a:lnTo>
                    <a:pt x="2134414" y="1425237"/>
                  </a:lnTo>
                  <a:lnTo>
                    <a:pt x="2134414" y="1602905"/>
                  </a:lnTo>
                  <a:lnTo>
                    <a:pt x="1944082" y="1602905"/>
                  </a:lnTo>
                  <a:close/>
                  <a:moveTo>
                    <a:pt x="1304567" y="1421621"/>
                  </a:moveTo>
                  <a:lnTo>
                    <a:pt x="1498661" y="1421621"/>
                  </a:lnTo>
                  <a:lnTo>
                    <a:pt x="1498661" y="1587355"/>
                  </a:lnTo>
                  <a:lnTo>
                    <a:pt x="1304567" y="1587355"/>
                  </a:lnTo>
                  <a:close/>
                  <a:moveTo>
                    <a:pt x="0" y="0"/>
                  </a:moveTo>
                  <a:lnTo>
                    <a:pt x="538875" y="0"/>
                  </a:lnTo>
                  <a:lnTo>
                    <a:pt x="538875" y="538875"/>
                  </a:lnTo>
                  <a:lnTo>
                    <a:pt x="0" y="538875"/>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5" name="Group 94">
            <a:extLst>
              <a:ext uri="{FF2B5EF4-FFF2-40B4-BE49-F238E27FC236}">
                <a16:creationId xmlns:a16="http://schemas.microsoft.com/office/drawing/2014/main" id="{48520AC0-6820-5BB7-52E8-CEACCFAB163C}"/>
              </a:ext>
              <a:ext uri="{C183D7F6-B498-43B3-948B-1728B52AA6E4}">
                <adec:decorative xmlns:adec="http://schemas.microsoft.com/office/drawing/2017/decorative" val="1"/>
              </a:ext>
            </a:extLst>
          </p:cNvPr>
          <p:cNvGrpSpPr>
            <a:grpSpLocks noChangeAspect="1"/>
          </p:cNvGrpSpPr>
          <p:nvPr/>
        </p:nvGrpSpPr>
        <p:grpSpPr>
          <a:xfrm>
            <a:off x="7426763" y="2223703"/>
            <a:ext cx="546664" cy="457200"/>
            <a:chOff x="7426763" y="2223703"/>
            <a:chExt cx="546664" cy="457200"/>
          </a:xfrm>
          <a:solidFill>
            <a:srgbClr val="FF0000"/>
          </a:solidFill>
        </p:grpSpPr>
        <p:sp>
          <p:nvSpPr>
            <p:cNvPr id="1213" name="Freeform: Shape 1212">
              <a:extLst>
                <a:ext uri="{FF2B5EF4-FFF2-40B4-BE49-F238E27FC236}">
                  <a16:creationId xmlns:a16="http://schemas.microsoft.com/office/drawing/2014/main" id="{45CC201E-DF32-FB77-55CC-916584ECD1AE}"/>
                </a:ext>
                <a:ext uri="{C183D7F6-B498-43B3-948B-1728B52AA6E4}">
                  <adec:decorative xmlns:adec="http://schemas.microsoft.com/office/drawing/2017/decorative" val="1"/>
                </a:ext>
              </a:extLst>
            </p:cNvPr>
            <p:cNvSpPr/>
            <p:nvPr/>
          </p:nvSpPr>
          <p:spPr>
            <a:xfrm>
              <a:off x="7843799" y="2223703"/>
              <a:ext cx="122995" cy="122994"/>
            </a:xfrm>
            <a:custGeom>
              <a:avLst/>
              <a:gdLst>
                <a:gd name="connsiteX0" fmla="*/ 614971 w 1844927"/>
                <a:gd name="connsiteY0" fmla="*/ 1229942 h 1844917"/>
                <a:gd name="connsiteX1" fmla="*/ 1229946 w 1844927"/>
                <a:gd name="connsiteY1" fmla="*/ 1229942 h 1844917"/>
                <a:gd name="connsiteX2" fmla="*/ 1229946 w 1844927"/>
                <a:gd name="connsiteY2" fmla="*/ 1844917 h 1844917"/>
                <a:gd name="connsiteX3" fmla="*/ 614971 w 1844927"/>
                <a:gd name="connsiteY3" fmla="*/ 1844917 h 1844917"/>
                <a:gd name="connsiteX4" fmla="*/ 1229952 w 1844927"/>
                <a:gd name="connsiteY4" fmla="*/ 614971 h 1844917"/>
                <a:gd name="connsiteX5" fmla="*/ 1844927 w 1844927"/>
                <a:gd name="connsiteY5" fmla="*/ 614971 h 1844917"/>
                <a:gd name="connsiteX6" fmla="*/ 1844927 w 1844927"/>
                <a:gd name="connsiteY6" fmla="*/ 1229946 h 1844917"/>
                <a:gd name="connsiteX7" fmla="*/ 1229952 w 1844927"/>
                <a:gd name="connsiteY7" fmla="*/ 1229946 h 1844917"/>
                <a:gd name="connsiteX8" fmla="*/ 0 w 1844927"/>
                <a:gd name="connsiteY8" fmla="*/ 0 h 1844917"/>
                <a:gd name="connsiteX9" fmla="*/ 614975 w 1844927"/>
                <a:gd name="connsiteY9" fmla="*/ 0 h 1844917"/>
                <a:gd name="connsiteX10" fmla="*/ 614975 w 1844927"/>
                <a:gd name="connsiteY10" fmla="*/ 614975 h 1844917"/>
                <a:gd name="connsiteX11" fmla="*/ 0 w 1844927"/>
                <a:gd name="connsiteY11" fmla="*/ 614975 h 18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4927" h="1844917">
                  <a:moveTo>
                    <a:pt x="614971" y="1229942"/>
                  </a:moveTo>
                  <a:lnTo>
                    <a:pt x="1229946" y="1229942"/>
                  </a:lnTo>
                  <a:lnTo>
                    <a:pt x="1229946" y="1844917"/>
                  </a:lnTo>
                  <a:lnTo>
                    <a:pt x="614971" y="1844917"/>
                  </a:lnTo>
                  <a:close/>
                  <a:moveTo>
                    <a:pt x="1229952" y="614971"/>
                  </a:moveTo>
                  <a:lnTo>
                    <a:pt x="1844927" y="614971"/>
                  </a:lnTo>
                  <a:lnTo>
                    <a:pt x="1844927" y="1229946"/>
                  </a:lnTo>
                  <a:lnTo>
                    <a:pt x="1229952" y="1229946"/>
                  </a:lnTo>
                  <a:close/>
                  <a:moveTo>
                    <a:pt x="0" y="0"/>
                  </a:moveTo>
                  <a:lnTo>
                    <a:pt x="614975" y="0"/>
                  </a:lnTo>
                  <a:lnTo>
                    <a:pt x="614975" y="614975"/>
                  </a:lnTo>
                  <a:lnTo>
                    <a:pt x="0" y="614975"/>
                  </a:lnTo>
                  <a:close/>
                </a:path>
              </a:pathLst>
            </a:custGeom>
            <a:solidFill>
              <a:schemeClr val="accent1"/>
            </a:solidFill>
            <a:ln w="12601" cap="flat">
              <a:noFill/>
              <a:prstDash val="solid"/>
              <a:miter/>
            </a:ln>
          </p:spPr>
          <p:txBody>
            <a:bodyPr wrap="square" rtlCol="0" anchor="ctr">
              <a:noAutofit/>
            </a:bodyPr>
            <a:lstStyle/>
            <a:p>
              <a:endParaRPr lang="en-US" dirty="0"/>
            </a:p>
          </p:txBody>
        </p:sp>
        <p:sp>
          <p:nvSpPr>
            <p:cNvPr id="1212" name="Freeform: Shape 1211">
              <a:extLst>
                <a:ext uri="{FF2B5EF4-FFF2-40B4-BE49-F238E27FC236}">
                  <a16:creationId xmlns:a16="http://schemas.microsoft.com/office/drawing/2014/main" id="{159D847C-DECE-96F2-FD42-C9BE3B68A084}"/>
                </a:ext>
                <a:ext uri="{C183D7F6-B498-43B3-948B-1728B52AA6E4}">
                  <adec:decorative xmlns:adec="http://schemas.microsoft.com/office/drawing/2017/decorative" val="1"/>
                </a:ext>
              </a:extLst>
            </p:cNvPr>
            <p:cNvSpPr/>
            <p:nvPr/>
          </p:nvSpPr>
          <p:spPr>
            <a:xfrm>
              <a:off x="7426763" y="2311653"/>
              <a:ext cx="546664" cy="369250"/>
            </a:xfrm>
            <a:custGeom>
              <a:avLst/>
              <a:gdLst>
                <a:gd name="connsiteX0" fmla="*/ 0 w 8199956"/>
                <a:gd name="connsiteY0" fmla="*/ 5128753 h 5538749"/>
                <a:gd name="connsiteX1" fmla="*/ 3290232 w 8199956"/>
                <a:gd name="connsiteY1" fmla="*/ 5128753 h 5538749"/>
                <a:gd name="connsiteX2" fmla="*/ 3495233 w 8199956"/>
                <a:gd name="connsiteY2" fmla="*/ 5333753 h 5538749"/>
                <a:gd name="connsiteX3" fmla="*/ 4714977 w 8199956"/>
                <a:gd name="connsiteY3" fmla="*/ 5333753 h 5538749"/>
                <a:gd name="connsiteX4" fmla="*/ 4919974 w 8199956"/>
                <a:gd name="connsiteY4" fmla="*/ 5128753 h 5538749"/>
                <a:gd name="connsiteX5" fmla="*/ 8199956 w 8199956"/>
                <a:gd name="connsiteY5" fmla="*/ 5132554 h 5538749"/>
                <a:gd name="connsiteX6" fmla="*/ 8199956 w 8199956"/>
                <a:gd name="connsiteY6" fmla="*/ 5538749 h 5538749"/>
                <a:gd name="connsiteX7" fmla="*/ 0 w 8199956"/>
                <a:gd name="connsiteY7" fmla="*/ 5538749 h 5538749"/>
                <a:gd name="connsiteX8" fmla="*/ 2866905 w 8199956"/>
                <a:gd name="connsiteY8" fmla="*/ 805319 h 5538749"/>
                <a:gd name="connsiteX9" fmla="*/ 3276903 w 8199956"/>
                <a:gd name="connsiteY9" fmla="*/ 805319 h 5538749"/>
                <a:gd name="connsiteX10" fmla="*/ 3276903 w 8199956"/>
                <a:gd name="connsiteY10" fmla="*/ 1010316 h 5538749"/>
                <a:gd name="connsiteX11" fmla="*/ 2866905 w 8199956"/>
                <a:gd name="connsiteY11" fmla="*/ 1010316 h 5538749"/>
                <a:gd name="connsiteX12" fmla="*/ 1850114 w 8199956"/>
                <a:gd name="connsiteY12" fmla="*/ 805112 h 5538749"/>
                <a:gd name="connsiteX13" fmla="*/ 2670110 w 8199956"/>
                <a:gd name="connsiteY13" fmla="*/ 805112 h 5538749"/>
                <a:gd name="connsiteX14" fmla="*/ 2670110 w 8199956"/>
                <a:gd name="connsiteY14" fmla="*/ 1010113 h 5538749"/>
                <a:gd name="connsiteX15" fmla="*/ 1850114 w 8199956"/>
                <a:gd name="connsiteY15" fmla="*/ 1010113 h 5538749"/>
                <a:gd name="connsiteX16" fmla="*/ 1850114 w 8199956"/>
                <a:gd name="connsiteY16" fmla="*/ 2240108 h 5538749"/>
                <a:gd name="connsiteX17" fmla="*/ 1645113 w 8199956"/>
                <a:gd name="connsiteY17" fmla="*/ 2240108 h 5538749"/>
                <a:gd name="connsiteX18" fmla="*/ 1645113 w 8199956"/>
                <a:gd name="connsiteY18" fmla="*/ 1010113 h 5538749"/>
                <a:gd name="connsiteX19" fmla="*/ 1850114 w 8199956"/>
                <a:gd name="connsiteY19" fmla="*/ 805112 h 5538749"/>
                <a:gd name="connsiteX20" fmla="*/ 4399003 w 8199956"/>
                <a:gd name="connsiteY20" fmla="*/ 0 h 5538749"/>
                <a:gd name="connsiteX21" fmla="*/ 6495015 w 8199956"/>
                <a:gd name="connsiteY21" fmla="*/ 0 h 5538749"/>
                <a:gd name="connsiteX22" fmla="*/ 6495015 w 8199956"/>
                <a:gd name="connsiteY22" fmla="*/ 410006 h 5538749"/>
                <a:gd name="connsiteX23" fmla="*/ 4930222 w 8199956"/>
                <a:gd name="connsiteY23" fmla="*/ 410006 h 5538749"/>
                <a:gd name="connsiteX24" fmla="*/ 4930222 w 8199956"/>
                <a:gd name="connsiteY24" fmla="*/ 414455 h 5538749"/>
                <a:gd name="connsiteX25" fmla="*/ 1235119 w 8199956"/>
                <a:gd name="connsiteY25" fmla="*/ 414455 h 5538749"/>
                <a:gd name="connsiteX26" fmla="*/ 1235119 w 8199956"/>
                <a:gd name="connsiteY26" fmla="*/ 4514431 h 5538749"/>
                <a:gd name="connsiteX27" fmla="*/ 6964835 w 8199956"/>
                <a:gd name="connsiteY27" fmla="*/ 4514431 h 5538749"/>
                <a:gd name="connsiteX28" fmla="*/ 6964835 w 8199956"/>
                <a:gd name="connsiteY28" fmla="*/ 2269695 h 5538749"/>
                <a:gd name="connsiteX29" fmla="*/ 6970637 w 8199956"/>
                <a:gd name="connsiteY29" fmla="*/ 2269695 h 5538749"/>
                <a:gd name="connsiteX30" fmla="*/ 6970637 w 8199956"/>
                <a:gd name="connsiteY30" fmla="*/ 865780 h 5538749"/>
                <a:gd name="connsiteX31" fmla="*/ 7380643 w 8199956"/>
                <a:gd name="connsiteY31" fmla="*/ 865780 h 5538749"/>
                <a:gd name="connsiteX32" fmla="*/ 7380643 w 8199956"/>
                <a:gd name="connsiteY32" fmla="*/ 2961791 h 5538749"/>
                <a:gd name="connsiteX33" fmla="*/ 7379958 w 8199956"/>
                <a:gd name="connsiteY33" fmla="*/ 2961791 h 5538749"/>
                <a:gd name="connsiteX34" fmla="*/ 7379958 w 8199956"/>
                <a:gd name="connsiteY34" fmla="*/ 4314559 h 5538749"/>
                <a:gd name="connsiteX35" fmla="*/ 7379958 w 8199956"/>
                <a:gd name="connsiteY35" fmla="*/ 4519556 h 5538749"/>
                <a:gd name="connsiteX36" fmla="*/ 6969961 w 8199956"/>
                <a:gd name="connsiteY36" fmla="*/ 4929553 h 5538749"/>
                <a:gd name="connsiteX37" fmla="*/ 6764963 w 8199956"/>
                <a:gd name="connsiteY37" fmla="*/ 4929553 h 5538749"/>
                <a:gd name="connsiteX38" fmla="*/ 1019868 w 8199956"/>
                <a:gd name="connsiteY38" fmla="*/ 4929553 h 5538749"/>
                <a:gd name="connsiteX39" fmla="*/ 825121 w 8199956"/>
                <a:gd name="connsiteY39" fmla="*/ 4929553 h 5538749"/>
                <a:gd name="connsiteX40" fmla="*/ 825121 w 8199956"/>
                <a:gd name="connsiteY40" fmla="*/ 4919304 h 5538749"/>
                <a:gd name="connsiteX41" fmla="*/ 825121 w 8199956"/>
                <a:gd name="connsiteY41" fmla="*/ 4914179 h 5538749"/>
                <a:gd name="connsiteX42" fmla="*/ 825121 w 8199956"/>
                <a:gd name="connsiteY42" fmla="*/ 4155684 h 5538749"/>
                <a:gd name="connsiteX43" fmla="*/ 830246 w 8199956"/>
                <a:gd name="connsiteY43" fmla="*/ 414455 h 5538749"/>
                <a:gd name="connsiteX44" fmla="*/ 1240243 w 8199956"/>
                <a:gd name="connsiteY44" fmla="*/ 4457 h 5538749"/>
                <a:gd name="connsiteX45" fmla="*/ 4399003 w 8199956"/>
                <a:gd name="connsiteY45" fmla="*/ 4457 h 5538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199956" h="5538749">
                  <a:moveTo>
                    <a:pt x="0" y="5128753"/>
                  </a:moveTo>
                  <a:lnTo>
                    <a:pt x="3290232" y="5128753"/>
                  </a:lnTo>
                  <a:cubicBezTo>
                    <a:pt x="3290232" y="5241501"/>
                    <a:pt x="3382481" y="5333753"/>
                    <a:pt x="3495233" y="5333753"/>
                  </a:cubicBezTo>
                  <a:lnTo>
                    <a:pt x="4714977" y="5333753"/>
                  </a:lnTo>
                  <a:cubicBezTo>
                    <a:pt x="4827725" y="5333753"/>
                    <a:pt x="4919974" y="5241501"/>
                    <a:pt x="4919974" y="5128753"/>
                  </a:cubicBezTo>
                  <a:lnTo>
                    <a:pt x="8199956" y="5132554"/>
                  </a:lnTo>
                  <a:lnTo>
                    <a:pt x="8199956" y="5538749"/>
                  </a:lnTo>
                  <a:lnTo>
                    <a:pt x="0" y="5538749"/>
                  </a:lnTo>
                  <a:close/>
                  <a:moveTo>
                    <a:pt x="2866905" y="805319"/>
                  </a:moveTo>
                  <a:lnTo>
                    <a:pt x="3276903" y="805319"/>
                  </a:lnTo>
                  <a:lnTo>
                    <a:pt x="3276903" y="1010316"/>
                  </a:lnTo>
                  <a:lnTo>
                    <a:pt x="2866905" y="1010316"/>
                  </a:lnTo>
                  <a:close/>
                  <a:moveTo>
                    <a:pt x="1850114" y="805112"/>
                  </a:moveTo>
                  <a:lnTo>
                    <a:pt x="2670110" y="805112"/>
                  </a:lnTo>
                  <a:lnTo>
                    <a:pt x="2670110" y="1010113"/>
                  </a:lnTo>
                  <a:lnTo>
                    <a:pt x="1850114" y="1010113"/>
                  </a:lnTo>
                  <a:lnTo>
                    <a:pt x="1850114" y="2240108"/>
                  </a:lnTo>
                  <a:lnTo>
                    <a:pt x="1645113" y="2240108"/>
                  </a:lnTo>
                  <a:lnTo>
                    <a:pt x="1645113" y="1010113"/>
                  </a:lnTo>
                  <a:cubicBezTo>
                    <a:pt x="1645113" y="897361"/>
                    <a:pt x="1737362" y="805112"/>
                    <a:pt x="1850114" y="805112"/>
                  </a:cubicBezTo>
                  <a:close/>
                  <a:moveTo>
                    <a:pt x="4399003" y="0"/>
                  </a:moveTo>
                  <a:lnTo>
                    <a:pt x="6495015" y="0"/>
                  </a:lnTo>
                  <a:lnTo>
                    <a:pt x="6495015" y="410006"/>
                  </a:lnTo>
                  <a:lnTo>
                    <a:pt x="4930222" y="410006"/>
                  </a:lnTo>
                  <a:lnTo>
                    <a:pt x="4930222" y="414455"/>
                  </a:lnTo>
                  <a:lnTo>
                    <a:pt x="1235119" y="414455"/>
                  </a:lnTo>
                  <a:lnTo>
                    <a:pt x="1235119" y="4514431"/>
                  </a:lnTo>
                  <a:lnTo>
                    <a:pt x="6964835" y="4514431"/>
                  </a:lnTo>
                  <a:lnTo>
                    <a:pt x="6964835" y="2269695"/>
                  </a:lnTo>
                  <a:lnTo>
                    <a:pt x="6970637" y="2269695"/>
                  </a:lnTo>
                  <a:lnTo>
                    <a:pt x="6970637" y="865780"/>
                  </a:lnTo>
                  <a:lnTo>
                    <a:pt x="7380643" y="865780"/>
                  </a:lnTo>
                  <a:lnTo>
                    <a:pt x="7380643" y="2961791"/>
                  </a:lnTo>
                  <a:lnTo>
                    <a:pt x="7379958" y="2961791"/>
                  </a:lnTo>
                  <a:lnTo>
                    <a:pt x="7379958" y="4314559"/>
                  </a:lnTo>
                  <a:lnTo>
                    <a:pt x="7379958" y="4519556"/>
                  </a:lnTo>
                  <a:cubicBezTo>
                    <a:pt x="7379958" y="4745055"/>
                    <a:pt x="7195460" y="4929553"/>
                    <a:pt x="6969961" y="4929553"/>
                  </a:cubicBezTo>
                  <a:lnTo>
                    <a:pt x="6764963" y="4929553"/>
                  </a:lnTo>
                  <a:lnTo>
                    <a:pt x="1019868" y="4929553"/>
                  </a:lnTo>
                  <a:lnTo>
                    <a:pt x="825121" y="4929553"/>
                  </a:lnTo>
                  <a:lnTo>
                    <a:pt x="825121" y="4919304"/>
                  </a:lnTo>
                  <a:lnTo>
                    <a:pt x="825121" y="4914179"/>
                  </a:lnTo>
                  <a:lnTo>
                    <a:pt x="825121" y="4155684"/>
                  </a:lnTo>
                  <a:lnTo>
                    <a:pt x="830246" y="414455"/>
                  </a:lnTo>
                  <a:cubicBezTo>
                    <a:pt x="830246" y="188955"/>
                    <a:pt x="1014744" y="4457"/>
                    <a:pt x="1240243" y="4457"/>
                  </a:cubicBezTo>
                  <a:lnTo>
                    <a:pt x="4399003" y="4457"/>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94" name="Group 93">
            <a:extLst>
              <a:ext uri="{FF2B5EF4-FFF2-40B4-BE49-F238E27FC236}">
                <a16:creationId xmlns:a16="http://schemas.microsoft.com/office/drawing/2014/main" id="{0CA9BC83-1E28-C40B-CE91-38328567BDAF}"/>
              </a:ext>
              <a:ext uri="{C183D7F6-B498-43B3-948B-1728B52AA6E4}">
                <adec:decorative xmlns:adec="http://schemas.microsoft.com/office/drawing/2017/decorative" val="1"/>
              </a:ext>
            </a:extLst>
          </p:cNvPr>
          <p:cNvGrpSpPr>
            <a:grpSpLocks noChangeAspect="1"/>
          </p:cNvGrpSpPr>
          <p:nvPr/>
        </p:nvGrpSpPr>
        <p:grpSpPr>
          <a:xfrm>
            <a:off x="8110198" y="2223703"/>
            <a:ext cx="568090" cy="457200"/>
            <a:chOff x="8110198" y="2223703"/>
            <a:chExt cx="568090" cy="457200"/>
          </a:xfrm>
          <a:solidFill>
            <a:srgbClr val="FF0000"/>
          </a:solidFill>
        </p:grpSpPr>
        <p:sp>
          <p:nvSpPr>
            <p:cNvPr id="1231" name="Freeform: Shape 1230">
              <a:extLst>
                <a:ext uri="{FF2B5EF4-FFF2-40B4-BE49-F238E27FC236}">
                  <a16:creationId xmlns:a16="http://schemas.microsoft.com/office/drawing/2014/main" id="{4C28092D-64A2-423B-86DB-62FCF8418AAF}"/>
                </a:ext>
                <a:ext uri="{C183D7F6-B498-43B3-948B-1728B52AA6E4}">
                  <adec:decorative xmlns:adec="http://schemas.microsoft.com/office/drawing/2017/decorative" val="1"/>
                </a:ext>
              </a:extLst>
            </p:cNvPr>
            <p:cNvSpPr/>
            <p:nvPr/>
          </p:nvSpPr>
          <p:spPr>
            <a:xfrm rot="16200000">
              <a:off x="8190185" y="2267167"/>
              <a:ext cx="333749" cy="493723"/>
            </a:xfrm>
            <a:custGeom>
              <a:avLst/>
              <a:gdLst>
                <a:gd name="connsiteX0" fmla="*/ 370290 w 5006239"/>
                <a:gd name="connsiteY0" fmla="*/ 0 h 7405848"/>
                <a:gd name="connsiteX1" fmla="*/ 370290 w 5006239"/>
                <a:gd name="connsiteY1" fmla="*/ 2971595 h 7405848"/>
                <a:gd name="connsiteX2" fmla="*/ 185143 w 5006239"/>
                <a:gd name="connsiteY2" fmla="*/ 3156743 h 7405848"/>
                <a:gd name="connsiteX3" fmla="*/ 185143 w 5006239"/>
                <a:gd name="connsiteY3" fmla="*/ 4258364 h 7405848"/>
                <a:gd name="connsiteX4" fmla="*/ 370290 w 5006239"/>
                <a:gd name="connsiteY4" fmla="*/ 4443508 h 7405848"/>
                <a:gd name="connsiteX5" fmla="*/ 366857 w 5006239"/>
                <a:gd name="connsiteY5" fmla="*/ 7405848 h 7405848"/>
                <a:gd name="connsiteX6" fmla="*/ 0 w 5006239"/>
                <a:gd name="connsiteY6" fmla="*/ 7405848 h 7405848"/>
                <a:gd name="connsiteX7" fmla="*/ 0 w 5006239"/>
                <a:gd name="connsiteY7" fmla="*/ 0 h 7405848"/>
                <a:gd name="connsiteX8" fmla="*/ 4275033 w 5006239"/>
                <a:gd name="connsiteY8" fmla="*/ 2589265 h 7405848"/>
                <a:gd name="connsiteX9" fmla="*/ 4275033 w 5006239"/>
                <a:gd name="connsiteY9" fmla="*/ 2959558 h 7405848"/>
                <a:gd name="connsiteX10" fmla="*/ 4089889 w 5006239"/>
                <a:gd name="connsiteY10" fmla="*/ 2959558 h 7405848"/>
                <a:gd name="connsiteX11" fmla="*/ 4089889 w 5006239"/>
                <a:gd name="connsiteY11" fmla="*/ 2589265 h 7405848"/>
                <a:gd name="connsiteX12" fmla="*/ 4275220 w 5006239"/>
                <a:gd name="connsiteY12" fmla="*/ 1670944 h 7405848"/>
                <a:gd name="connsiteX13" fmla="*/ 4275220 w 5006239"/>
                <a:gd name="connsiteY13" fmla="*/ 2411529 h 7405848"/>
                <a:gd name="connsiteX14" fmla="*/ 4090072 w 5006239"/>
                <a:gd name="connsiteY14" fmla="*/ 2411529 h 7405848"/>
                <a:gd name="connsiteX15" fmla="*/ 4090072 w 5006239"/>
                <a:gd name="connsiteY15" fmla="*/ 1670944 h 7405848"/>
                <a:gd name="connsiteX16" fmla="*/ 2979198 w 5006239"/>
                <a:gd name="connsiteY16" fmla="*/ 1670944 h 7405848"/>
                <a:gd name="connsiteX17" fmla="*/ 2979198 w 5006239"/>
                <a:gd name="connsiteY17" fmla="*/ 1485796 h 7405848"/>
                <a:gd name="connsiteX18" fmla="*/ 4090072 w 5006239"/>
                <a:gd name="connsiteY18" fmla="*/ 1485796 h 7405848"/>
                <a:gd name="connsiteX19" fmla="*/ 4275220 w 5006239"/>
                <a:gd name="connsiteY19" fmla="*/ 1670944 h 7405848"/>
                <a:gd name="connsiteX20" fmla="*/ 5006239 w 5006239"/>
                <a:gd name="connsiteY20" fmla="*/ 4007107 h 7405848"/>
                <a:gd name="connsiteX21" fmla="*/ 5006239 w 5006239"/>
                <a:gd name="connsiteY21" fmla="*/ 5900139 h 7405848"/>
                <a:gd name="connsiteX22" fmla="*/ 4635941 w 5006239"/>
                <a:gd name="connsiteY22" fmla="*/ 5900139 h 7405848"/>
                <a:gd name="connsiteX23" fmla="*/ 4635941 w 5006239"/>
                <a:gd name="connsiteY23" fmla="*/ 4452759 h 7405848"/>
                <a:gd name="connsiteX24" fmla="*/ 4628036 w 5006239"/>
                <a:gd name="connsiteY24" fmla="*/ 4452759 h 7405848"/>
                <a:gd name="connsiteX25" fmla="*/ 4628036 w 5006239"/>
                <a:gd name="connsiteY25" fmla="*/ 1115500 h 7405848"/>
                <a:gd name="connsiteX26" fmla="*/ 925113 w 5006239"/>
                <a:gd name="connsiteY26" fmla="*/ 1115500 h 7405848"/>
                <a:gd name="connsiteX27" fmla="*/ 925113 w 5006239"/>
                <a:gd name="connsiteY27" fmla="*/ 6290335 h 7405848"/>
                <a:gd name="connsiteX28" fmla="*/ 2952462 w 5006239"/>
                <a:gd name="connsiteY28" fmla="*/ 6290335 h 7405848"/>
                <a:gd name="connsiteX29" fmla="*/ 2952462 w 5006239"/>
                <a:gd name="connsiteY29" fmla="*/ 6295584 h 7405848"/>
                <a:gd name="connsiteX30" fmla="*/ 4244191 w 5006239"/>
                <a:gd name="connsiteY30" fmla="*/ 6295584 h 7405848"/>
                <a:gd name="connsiteX31" fmla="*/ 4244191 w 5006239"/>
                <a:gd name="connsiteY31" fmla="*/ 6665882 h 7405848"/>
                <a:gd name="connsiteX32" fmla="*/ 2351159 w 5006239"/>
                <a:gd name="connsiteY32" fmla="*/ 6665882 h 7405848"/>
                <a:gd name="connsiteX33" fmla="*/ 2351159 w 5006239"/>
                <a:gd name="connsiteY33" fmla="*/ 6665256 h 7405848"/>
                <a:gd name="connsiteX34" fmla="*/ 1105629 w 5006239"/>
                <a:gd name="connsiteY34" fmla="*/ 6665256 h 7405848"/>
                <a:gd name="connsiteX35" fmla="*/ 920484 w 5006239"/>
                <a:gd name="connsiteY35" fmla="*/ 6665256 h 7405848"/>
                <a:gd name="connsiteX36" fmla="*/ 550192 w 5006239"/>
                <a:gd name="connsiteY36" fmla="*/ 6294963 h 7405848"/>
                <a:gd name="connsiteX37" fmla="*/ 550192 w 5006239"/>
                <a:gd name="connsiteY37" fmla="*/ 6109819 h 7405848"/>
                <a:gd name="connsiteX38" fmla="*/ 550193 w 5006239"/>
                <a:gd name="connsiteY38" fmla="*/ 921095 h 7405848"/>
                <a:gd name="connsiteX39" fmla="*/ 550193 w 5006239"/>
                <a:gd name="connsiteY39" fmla="*/ 745208 h 7405848"/>
                <a:gd name="connsiteX40" fmla="*/ 559449 w 5006239"/>
                <a:gd name="connsiteY40" fmla="*/ 745208 h 7405848"/>
                <a:gd name="connsiteX41" fmla="*/ 564078 w 5006239"/>
                <a:gd name="connsiteY41" fmla="*/ 745208 h 7405848"/>
                <a:gd name="connsiteX42" fmla="*/ 1249118 w 5006239"/>
                <a:gd name="connsiteY42" fmla="*/ 745208 h 7405848"/>
                <a:gd name="connsiteX43" fmla="*/ 4628036 w 5006239"/>
                <a:gd name="connsiteY43" fmla="*/ 749837 h 7405848"/>
                <a:gd name="connsiteX44" fmla="*/ 4998328 w 5006239"/>
                <a:gd name="connsiteY44" fmla="*/ 1120129 h 7405848"/>
                <a:gd name="connsiteX45" fmla="*/ 4998328 w 5006239"/>
                <a:gd name="connsiteY45" fmla="*/ 4007107 h 74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06239" h="7405848">
                  <a:moveTo>
                    <a:pt x="370290" y="0"/>
                  </a:moveTo>
                  <a:lnTo>
                    <a:pt x="370290" y="2971595"/>
                  </a:lnTo>
                  <a:cubicBezTo>
                    <a:pt x="268462" y="2971595"/>
                    <a:pt x="185143" y="3054911"/>
                    <a:pt x="185143" y="3156743"/>
                  </a:cubicBezTo>
                  <a:lnTo>
                    <a:pt x="185143" y="4258364"/>
                  </a:lnTo>
                  <a:cubicBezTo>
                    <a:pt x="185143" y="4360193"/>
                    <a:pt x="268462" y="4443508"/>
                    <a:pt x="370290" y="4443508"/>
                  </a:cubicBezTo>
                  <a:lnTo>
                    <a:pt x="366857" y="7405848"/>
                  </a:lnTo>
                  <a:lnTo>
                    <a:pt x="0" y="7405848"/>
                  </a:lnTo>
                  <a:lnTo>
                    <a:pt x="0" y="0"/>
                  </a:lnTo>
                  <a:close/>
                  <a:moveTo>
                    <a:pt x="4275033" y="2589265"/>
                  </a:moveTo>
                  <a:lnTo>
                    <a:pt x="4275033" y="2959558"/>
                  </a:lnTo>
                  <a:lnTo>
                    <a:pt x="4089889" y="2959558"/>
                  </a:lnTo>
                  <a:lnTo>
                    <a:pt x="4089889" y="2589265"/>
                  </a:lnTo>
                  <a:close/>
                  <a:moveTo>
                    <a:pt x="4275220" y="1670944"/>
                  </a:moveTo>
                  <a:lnTo>
                    <a:pt x="4275220" y="2411529"/>
                  </a:lnTo>
                  <a:lnTo>
                    <a:pt x="4090072" y="2411529"/>
                  </a:lnTo>
                  <a:lnTo>
                    <a:pt x="4090072" y="1670944"/>
                  </a:lnTo>
                  <a:lnTo>
                    <a:pt x="2979198" y="1670944"/>
                  </a:lnTo>
                  <a:lnTo>
                    <a:pt x="2979198" y="1485796"/>
                  </a:lnTo>
                  <a:lnTo>
                    <a:pt x="4090072" y="1485796"/>
                  </a:lnTo>
                  <a:cubicBezTo>
                    <a:pt x="4191905" y="1485796"/>
                    <a:pt x="4275220" y="1569111"/>
                    <a:pt x="4275220" y="1670944"/>
                  </a:cubicBezTo>
                  <a:close/>
                  <a:moveTo>
                    <a:pt x="5006239" y="4007107"/>
                  </a:moveTo>
                  <a:lnTo>
                    <a:pt x="5006239" y="5900139"/>
                  </a:lnTo>
                  <a:lnTo>
                    <a:pt x="4635941" y="5900139"/>
                  </a:lnTo>
                  <a:lnTo>
                    <a:pt x="4635941" y="4452759"/>
                  </a:lnTo>
                  <a:lnTo>
                    <a:pt x="4628036" y="4452759"/>
                  </a:lnTo>
                  <a:lnTo>
                    <a:pt x="4628036" y="1115500"/>
                  </a:lnTo>
                  <a:lnTo>
                    <a:pt x="925113" y="1115500"/>
                  </a:lnTo>
                  <a:lnTo>
                    <a:pt x="925113" y="6290335"/>
                  </a:lnTo>
                  <a:lnTo>
                    <a:pt x="2952462" y="6290335"/>
                  </a:lnTo>
                  <a:lnTo>
                    <a:pt x="2952462" y="6295584"/>
                  </a:lnTo>
                  <a:lnTo>
                    <a:pt x="4244191" y="6295584"/>
                  </a:lnTo>
                  <a:lnTo>
                    <a:pt x="4244191" y="6665882"/>
                  </a:lnTo>
                  <a:lnTo>
                    <a:pt x="2351159" y="6665882"/>
                  </a:lnTo>
                  <a:lnTo>
                    <a:pt x="2351159" y="6665256"/>
                  </a:lnTo>
                  <a:lnTo>
                    <a:pt x="1105629" y="6665256"/>
                  </a:lnTo>
                  <a:lnTo>
                    <a:pt x="920484" y="6665256"/>
                  </a:lnTo>
                  <a:cubicBezTo>
                    <a:pt x="716823" y="6665256"/>
                    <a:pt x="550192" y="6498625"/>
                    <a:pt x="550192" y="6294963"/>
                  </a:cubicBezTo>
                  <a:lnTo>
                    <a:pt x="550192" y="6109819"/>
                  </a:lnTo>
                  <a:lnTo>
                    <a:pt x="550193" y="921095"/>
                  </a:lnTo>
                  <a:lnTo>
                    <a:pt x="550193" y="745208"/>
                  </a:lnTo>
                  <a:lnTo>
                    <a:pt x="559449" y="745208"/>
                  </a:lnTo>
                  <a:lnTo>
                    <a:pt x="564078" y="745208"/>
                  </a:lnTo>
                  <a:lnTo>
                    <a:pt x="1249118" y="745208"/>
                  </a:lnTo>
                  <a:lnTo>
                    <a:pt x="4628036" y="749837"/>
                  </a:lnTo>
                  <a:cubicBezTo>
                    <a:pt x="4831697" y="749837"/>
                    <a:pt x="4998328" y="916467"/>
                    <a:pt x="4998328" y="1120129"/>
                  </a:cubicBezTo>
                  <a:lnTo>
                    <a:pt x="4998328" y="4007107"/>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232" name="Freeform: Shape 1231">
              <a:extLst>
                <a:ext uri="{FF2B5EF4-FFF2-40B4-BE49-F238E27FC236}">
                  <a16:creationId xmlns:a16="http://schemas.microsoft.com/office/drawing/2014/main" id="{27D05D89-2C65-EF81-D165-3B68B63FED4E}"/>
                </a:ext>
                <a:ext uri="{C183D7F6-B498-43B3-948B-1728B52AA6E4}">
                  <adec:decorative xmlns:adec="http://schemas.microsoft.com/office/drawing/2017/decorative" val="1"/>
                </a:ext>
              </a:extLst>
            </p:cNvPr>
            <p:cNvSpPr/>
            <p:nvPr/>
          </p:nvSpPr>
          <p:spPr>
            <a:xfrm>
              <a:off x="8524000" y="2223703"/>
              <a:ext cx="154288" cy="153671"/>
            </a:xfrm>
            <a:custGeom>
              <a:avLst/>
              <a:gdLst>
                <a:gd name="connsiteX0" fmla="*/ 0 w 2314323"/>
                <a:gd name="connsiteY0" fmla="*/ 1754255 h 2305065"/>
                <a:gd name="connsiteX1" fmla="*/ 550810 w 2314323"/>
                <a:gd name="connsiteY1" fmla="*/ 1754255 h 2305065"/>
                <a:gd name="connsiteX2" fmla="*/ 550810 w 2314323"/>
                <a:gd name="connsiteY2" fmla="*/ 2305065 h 2305065"/>
                <a:gd name="connsiteX3" fmla="*/ 0 w 2314323"/>
                <a:gd name="connsiteY3" fmla="*/ 2305065 h 2305065"/>
                <a:gd name="connsiteX4" fmla="*/ 273087 w 2314323"/>
                <a:gd name="connsiteY4" fmla="*/ 1092360 h 2305065"/>
                <a:gd name="connsiteX5" fmla="*/ 1217334 w 2314323"/>
                <a:gd name="connsiteY5" fmla="*/ 2031978 h 2305065"/>
                <a:gd name="connsiteX6" fmla="*/ 842413 w 2314323"/>
                <a:gd name="connsiteY6" fmla="*/ 2031978 h 2305065"/>
                <a:gd name="connsiteX7" fmla="*/ 273087 w 2314323"/>
                <a:gd name="connsiteY7" fmla="*/ 1467281 h 2305065"/>
                <a:gd name="connsiteX8" fmla="*/ 273087 w 2314323"/>
                <a:gd name="connsiteY8" fmla="*/ 541552 h 2305065"/>
                <a:gd name="connsiteX9" fmla="*/ 634123 w 2314323"/>
                <a:gd name="connsiteY9" fmla="*/ 610982 h 2305065"/>
                <a:gd name="connsiteX10" fmla="*/ 1768143 w 2314323"/>
                <a:gd name="connsiteY10" fmla="*/ 2031978 h 2305065"/>
                <a:gd name="connsiteX11" fmla="*/ 1397850 w 2314323"/>
                <a:gd name="connsiteY11" fmla="*/ 2031978 h 2305065"/>
                <a:gd name="connsiteX12" fmla="*/ 523033 w 2314323"/>
                <a:gd name="connsiteY12" fmla="*/ 962761 h 2305065"/>
                <a:gd name="connsiteX13" fmla="*/ 273087 w 2314323"/>
                <a:gd name="connsiteY13" fmla="*/ 911844 h 2305065"/>
                <a:gd name="connsiteX14" fmla="*/ 277716 w 2314323"/>
                <a:gd name="connsiteY14" fmla="*/ 0 h 2305065"/>
                <a:gd name="connsiteX15" fmla="*/ 282344 w 2314323"/>
                <a:gd name="connsiteY15" fmla="*/ 0 h 2305065"/>
                <a:gd name="connsiteX16" fmla="*/ 2314323 w 2314323"/>
                <a:gd name="connsiteY16" fmla="*/ 2018093 h 2305065"/>
                <a:gd name="connsiteX17" fmla="*/ 2314323 w 2314323"/>
                <a:gd name="connsiteY17" fmla="*/ 2031978 h 2305065"/>
                <a:gd name="connsiteX18" fmla="*/ 1948662 w 2314323"/>
                <a:gd name="connsiteY18" fmla="*/ 2031978 h 2305065"/>
                <a:gd name="connsiteX19" fmla="*/ 273087 w 2314323"/>
                <a:gd name="connsiteY19" fmla="*/ 365664 h 2305065"/>
                <a:gd name="connsiteX20" fmla="*/ 277716 w 2314323"/>
                <a:gd name="connsiteY20" fmla="*/ 365664 h 230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14323" h="2305065">
                  <a:moveTo>
                    <a:pt x="0" y="1754255"/>
                  </a:moveTo>
                  <a:lnTo>
                    <a:pt x="550810" y="1754255"/>
                  </a:lnTo>
                  <a:lnTo>
                    <a:pt x="550810" y="2305065"/>
                  </a:lnTo>
                  <a:lnTo>
                    <a:pt x="0" y="2305065"/>
                  </a:lnTo>
                  <a:close/>
                  <a:moveTo>
                    <a:pt x="273087" y="1092360"/>
                  </a:moveTo>
                  <a:cubicBezTo>
                    <a:pt x="768354" y="1147905"/>
                    <a:pt x="1161789" y="1536711"/>
                    <a:pt x="1217334" y="2031978"/>
                  </a:cubicBezTo>
                  <a:lnTo>
                    <a:pt x="842413" y="2031978"/>
                  </a:lnTo>
                  <a:cubicBezTo>
                    <a:pt x="791496" y="1745001"/>
                    <a:pt x="560064" y="1518197"/>
                    <a:pt x="273087" y="1467281"/>
                  </a:cubicBezTo>
                  <a:close/>
                  <a:moveTo>
                    <a:pt x="273087" y="541552"/>
                  </a:moveTo>
                  <a:cubicBezTo>
                    <a:pt x="398062" y="550809"/>
                    <a:pt x="518405" y="573951"/>
                    <a:pt x="634123" y="610982"/>
                  </a:cubicBezTo>
                  <a:cubicBezTo>
                    <a:pt x="1272875" y="810015"/>
                    <a:pt x="1717227" y="1374709"/>
                    <a:pt x="1768143" y="2031978"/>
                  </a:cubicBezTo>
                  <a:lnTo>
                    <a:pt x="1397850" y="2031978"/>
                  </a:lnTo>
                  <a:cubicBezTo>
                    <a:pt x="1346934" y="1532083"/>
                    <a:pt x="1009044" y="1115506"/>
                    <a:pt x="523033" y="962761"/>
                  </a:cubicBezTo>
                  <a:cubicBezTo>
                    <a:pt x="444346" y="934986"/>
                    <a:pt x="356402" y="921101"/>
                    <a:pt x="273087" y="911844"/>
                  </a:cubicBezTo>
                  <a:close/>
                  <a:moveTo>
                    <a:pt x="277716" y="0"/>
                  </a:moveTo>
                  <a:cubicBezTo>
                    <a:pt x="277716" y="0"/>
                    <a:pt x="282344" y="0"/>
                    <a:pt x="282344" y="0"/>
                  </a:cubicBezTo>
                  <a:cubicBezTo>
                    <a:pt x="1370080" y="64802"/>
                    <a:pt x="2240268" y="930361"/>
                    <a:pt x="2314323" y="2018093"/>
                  </a:cubicBezTo>
                  <a:cubicBezTo>
                    <a:pt x="2314323" y="2022721"/>
                    <a:pt x="2314323" y="2027350"/>
                    <a:pt x="2314323" y="2031978"/>
                  </a:cubicBezTo>
                  <a:lnTo>
                    <a:pt x="1948662" y="2031978"/>
                  </a:lnTo>
                  <a:cubicBezTo>
                    <a:pt x="1883861" y="1138648"/>
                    <a:pt x="1166418" y="425837"/>
                    <a:pt x="273087" y="365664"/>
                  </a:cubicBezTo>
                  <a:lnTo>
                    <a:pt x="277716" y="365664"/>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93" name="Group 92">
            <a:extLst>
              <a:ext uri="{FF2B5EF4-FFF2-40B4-BE49-F238E27FC236}">
                <a16:creationId xmlns:a16="http://schemas.microsoft.com/office/drawing/2014/main" id="{C8515985-5B71-5CC9-2BEA-F06141F1465A}"/>
              </a:ext>
              <a:ext uri="{C183D7F6-B498-43B3-948B-1728B52AA6E4}">
                <adec:decorative xmlns:adec="http://schemas.microsoft.com/office/drawing/2017/decorative" val="1"/>
              </a:ext>
            </a:extLst>
          </p:cNvPr>
          <p:cNvGrpSpPr>
            <a:grpSpLocks noChangeAspect="1"/>
          </p:cNvGrpSpPr>
          <p:nvPr/>
        </p:nvGrpSpPr>
        <p:grpSpPr>
          <a:xfrm>
            <a:off x="8815059" y="2223703"/>
            <a:ext cx="599121" cy="457200"/>
            <a:chOff x="8815059" y="2223703"/>
            <a:chExt cx="599121" cy="457200"/>
          </a:xfrm>
          <a:solidFill>
            <a:srgbClr val="FF0000"/>
          </a:solidFill>
        </p:grpSpPr>
        <p:sp>
          <p:nvSpPr>
            <p:cNvPr id="1250" name="Freeform: Shape 1249">
              <a:extLst>
                <a:ext uri="{FF2B5EF4-FFF2-40B4-BE49-F238E27FC236}">
                  <a16:creationId xmlns:a16="http://schemas.microsoft.com/office/drawing/2014/main" id="{05F63044-857A-6307-2099-7B2909DA5EC0}"/>
                </a:ext>
                <a:ext uri="{C183D7F6-B498-43B3-948B-1728B52AA6E4}">
                  <adec:decorative xmlns:adec="http://schemas.microsoft.com/office/drawing/2017/decorative" val="1"/>
                </a:ext>
              </a:extLst>
            </p:cNvPr>
            <p:cNvSpPr/>
            <p:nvPr/>
          </p:nvSpPr>
          <p:spPr>
            <a:xfrm>
              <a:off x="8815059" y="2268774"/>
              <a:ext cx="599121" cy="412129"/>
            </a:xfrm>
            <a:custGeom>
              <a:avLst/>
              <a:gdLst>
                <a:gd name="connsiteX0" fmla="*/ 5609 w 8986811"/>
                <a:gd name="connsiteY0" fmla="*/ 5733153 h 6181933"/>
                <a:gd name="connsiteX1" fmla="*/ 3601457 w 8986811"/>
                <a:gd name="connsiteY1" fmla="*/ 5733153 h 6181933"/>
                <a:gd name="connsiteX2" fmla="*/ 3825844 w 8986811"/>
                <a:gd name="connsiteY2" fmla="*/ 5957545 h 6181933"/>
                <a:gd name="connsiteX3" fmla="*/ 5166576 w 8986811"/>
                <a:gd name="connsiteY3" fmla="*/ 5957545 h 6181933"/>
                <a:gd name="connsiteX4" fmla="*/ 5390967 w 8986811"/>
                <a:gd name="connsiteY4" fmla="*/ 5733153 h 6181933"/>
                <a:gd name="connsiteX5" fmla="*/ 8986811 w 8986811"/>
                <a:gd name="connsiteY5" fmla="*/ 5733153 h 6181933"/>
                <a:gd name="connsiteX6" fmla="*/ 8981201 w 8986811"/>
                <a:gd name="connsiteY6" fmla="*/ 6181933 h 6181933"/>
                <a:gd name="connsiteX7" fmla="*/ 0 w 8986811"/>
                <a:gd name="connsiteY7" fmla="*/ 6181933 h 6181933"/>
                <a:gd name="connsiteX8" fmla="*/ 7629251 w 8986811"/>
                <a:gd name="connsiteY8" fmla="*/ 1346340 h 6181933"/>
                <a:gd name="connsiteX9" fmla="*/ 8078030 w 8986811"/>
                <a:gd name="connsiteY9" fmla="*/ 1346340 h 6181933"/>
                <a:gd name="connsiteX10" fmla="*/ 8078030 w 8986811"/>
                <a:gd name="connsiteY10" fmla="*/ 4712184 h 6181933"/>
                <a:gd name="connsiteX11" fmla="*/ 8078030 w 8986811"/>
                <a:gd name="connsiteY11" fmla="*/ 4936575 h 6181933"/>
                <a:gd name="connsiteX12" fmla="*/ 7629251 w 8986811"/>
                <a:gd name="connsiteY12" fmla="*/ 5385354 h 6181933"/>
                <a:gd name="connsiteX13" fmla="*/ 7404859 w 8986811"/>
                <a:gd name="connsiteY13" fmla="*/ 5385354 h 6181933"/>
                <a:gd name="connsiteX14" fmla="*/ 4263399 w 8986811"/>
                <a:gd name="connsiteY14" fmla="*/ 5385354 h 6181933"/>
                <a:gd name="connsiteX15" fmla="*/ 4263399 w 8986811"/>
                <a:gd name="connsiteY15" fmla="*/ 5385349 h 6181933"/>
                <a:gd name="connsiteX16" fmla="*/ 1758924 w 8986811"/>
                <a:gd name="connsiteY16" fmla="*/ 5385349 h 6181933"/>
                <a:gd name="connsiteX17" fmla="*/ 1758924 w 8986811"/>
                <a:gd name="connsiteY17" fmla="*/ 4936571 h 6181933"/>
                <a:gd name="connsiteX18" fmla="*/ 4552578 w 8986811"/>
                <a:gd name="connsiteY18" fmla="*/ 4936571 h 6181933"/>
                <a:gd name="connsiteX19" fmla="*/ 4552578 w 8986811"/>
                <a:gd name="connsiteY19" fmla="*/ 4936575 h 6181933"/>
                <a:gd name="connsiteX20" fmla="*/ 7629251 w 8986811"/>
                <a:gd name="connsiteY20" fmla="*/ 4936575 h 6181933"/>
                <a:gd name="connsiteX21" fmla="*/ 2019503 w 8986811"/>
                <a:gd name="connsiteY21" fmla="*/ 891949 h 6181933"/>
                <a:gd name="connsiteX22" fmla="*/ 2917058 w 8986811"/>
                <a:gd name="connsiteY22" fmla="*/ 891949 h 6181933"/>
                <a:gd name="connsiteX23" fmla="*/ 2917058 w 8986811"/>
                <a:gd name="connsiteY23" fmla="*/ 1116341 h 6181933"/>
                <a:gd name="connsiteX24" fmla="*/ 2019503 w 8986811"/>
                <a:gd name="connsiteY24" fmla="*/ 1116341 h 6181933"/>
                <a:gd name="connsiteX25" fmla="*/ 2019503 w 8986811"/>
                <a:gd name="connsiteY25" fmla="*/ 2462674 h 6181933"/>
                <a:gd name="connsiteX26" fmla="*/ 1795112 w 8986811"/>
                <a:gd name="connsiteY26" fmla="*/ 2462674 h 6181933"/>
                <a:gd name="connsiteX27" fmla="*/ 1795112 w 8986811"/>
                <a:gd name="connsiteY27" fmla="*/ 1116341 h 6181933"/>
                <a:gd name="connsiteX28" fmla="*/ 2019503 w 8986811"/>
                <a:gd name="connsiteY28" fmla="*/ 891949 h 6181933"/>
                <a:gd name="connsiteX29" fmla="*/ 3145148 w 8986811"/>
                <a:gd name="connsiteY29" fmla="*/ 891212 h 6181933"/>
                <a:gd name="connsiteX30" fmla="*/ 3593926 w 8986811"/>
                <a:gd name="connsiteY30" fmla="*/ 891212 h 6181933"/>
                <a:gd name="connsiteX31" fmla="*/ 3593926 w 8986811"/>
                <a:gd name="connsiteY31" fmla="*/ 1115603 h 6181933"/>
                <a:gd name="connsiteX32" fmla="*/ 3145148 w 8986811"/>
                <a:gd name="connsiteY32" fmla="*/ 1115603 h 6181933"/>
                <a:gd name="connsiteX33" fmla="*/ 1339001 w 8986811"/>
                <a:gd name="connsiteY33" fmla="*/ 0 h 6181933"/>
                <a:gd name="connsiteX34" fmla="*/ 6755489 w 8986811"/>
                <a:gd name="connsiteY34" fmla="*/ 0 h 6181933"/>
                <a:gd name="connsiteX35" fmla="*/ 6755489 w 8986811"/>
                <a:gd name="connsiteY35" fmla="*/ 448779 h 6181933"/>
                <a:gd name="connsiteX36" fmla="*/ 1333359 w 8986811"/>
                <a:gd name="connsiteY36" fmla="*/ 448779 h 6181933"/>
                <a:gd name="connsiteX37" fmla="*/ 1333359 w 8986811"/>
                <a:gd name="connsiteY37" fmla="*/ 1533357 h 6181933"/>
                <a:gd name="connsiteX38" fmla="*/ 1338996 w 8986811"/>
                <a:gd name="connsiteY38" fmla="*/ 1533357 h 6181933"/>
                <a:gd name="connsiteX39" fmla="*/ 1338996 w 8986811"/>
                <a:gd name="connsiteY39" fmla="*/ 4562613 h 6181933"/>
                <a:gd name="connsiteX40" fmla="*/ 881986 w 8986811"/>
                <a:gd name="connsiteY40" fmla="*/ 4562613 h 6181933"/>
                <a:gd name="connsiteX41" fmla="*/ 887628 w 8986811"/>
                <a:gd name="connsiteY41" fmla="*/ 1533357 h 6181933"/>
                <a:gd name="connsiteX42" fmla="*/ 887628 w 8986811"/>
                <a:gd name="connsiteY42" fmla="*/ 448779 h 6181933"/>
                <a:gd name="connsiteX43" fmla="*/ 1339001 w 8986811"/>
                <a:gd name="connsiteY43" fmla="*/ 0 h 618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986811" h="6181933">
                  <a:moveTo>
                    <a:pt x="5609" y="5733153"/>
                  </a:moveTo>
                  <a:lnTo>
                    <a:pt x="3601457" y="5733153"/>
                  </a:lnTo>
                  <a:cubicBezTo>
                    <a:pt x="3601457" y="5856567"/>
                    <a:pt x="3702432" y="5957545"/>
                    <a:pt x="3825844" y="5957545"/>
                  </a:cubicBezTo>
                  <a:lnTo>
                    <a:pt x="5166576" y="5957545"/>
                  </a:lnTo>
                  <a:cubicBezTo>
                    <a:pt x="5289989" y="5957545"/>
                    <a:pt x="5390967" y="5856567"/>
                    <a:pt x="5390967" y="5733153"/>
                  </a:cubicBezTo>
                  <a:lnTo>
                    <a:pt x="8986811" y="5733153"/>
                  </a:lnTo>
                  <a:lnTo>
                    <a:pt x="8981201" y="6181933"/>
                  </a:lnTo>
                  <a:lnTo>
                    <a:pt x="0" y="6181933"/>
                  </a:lnTo>
                  <a:close/>
                  <a:moveTo>
                    <a:pt x="7629251" y="1346340"/>
                  </a:moveTo>
                  <a:lnTo>
                    <a:pt x="8078030" y="1346340"/>
                  </a:lnTo>
                  <a:lnTo>
                    <a:pt x="8078030" y="4712184"/>
                  </a:lnTo>
                  <a:lnTo>
                    <a:pt x="8078030" y="4936575"/>
                  </a:lnTo>
                  <a:cubicBezTo>
                    <a:pt x="8078030" y="5183401"/>
                    <a:pt x="7876081" y="5385354"/>
                    <a:pt x="7629251" y="5385354"/>
                  </a:cubicBezTo>
                  <a:lnTo>
                    <a:pt x="7404859" y="5385354"/>
                  </a:lnTo>
                  <a:lnTo>
                    <a:pt x="4263399" y="5385354"/>
                  </a:lnTo>
                  <a:lnTo>
                    <a:pt x="4263399" y="5385349"/>
                  </a:lnTo>
                  <a:lnTo>
                    <a:pt x="1758924" y="5385349"/>
                  </a:lnTo>
                  <a:lnTo>
                    <a:pt x="1758924" y="4936571"/>
                  </a:lnTo>
                  <a:lnTo>
                    <a:pt x="4552578" y="4936571"/>
                  </a:lnTo>
                  <a:lnTo>
                    <a:pt x="4552578" y="4936575"/>
                  </a:lnTo>
                  <a:lnTo>
                    <a:pt x="7629251" y="4936575"/>
                  </a:lnTo>
                  <a:close/>
                  <a:moveTo>
                    <a:pt x="2019503" y="891949"/>
                  </a:moveTo>
                  <a:lnTo>
                    <a:pt x="2917058" y="891949"/>
                  </a:lnTo>
                  <a:lnTo>
                    <a:pt x="2917058" y="1116341"/>
                  </a:lnTo>
                  <a:lnTo>
                    <a:pt x="2019503" y="1116341"/>
                  </a:lnTo>
                  <a:lnTo>
                    <a:pt x="2019503" y="2462674"/>
                  </a:lnTo>
                  <a:lnTo>
                    <a:pt x="1795112" y="2462674"/>
                  </a:lnTo>
                  <a:lnTo>
                    <a:pt x="1795112" y="1116341"/>
                  </a:lnTo>
                  <a:cubicBezTo>
                    <a:pt x="1795112" y="992924"/>
                    <a:pt x="1896086" y="891949"/>
                    <a:pt x="2019503" y="891949"/>
                  </a:cubicBezTo>
                  <a:close/>
                  <a:moveTo>
                    <a:pt x="3145148" y="891212"/>
                  </a:moveTo>
                  <a:lnTo>
                    <a:pt x="3593926" y="891212"/>
                  </a:lnTo>
                  <a:lnTo>
                    <a:pt x="3593926" y="1115603"/>
                  </a:lnTo>
                  <a:lnTo>
                    <a:pt x="3145148" y="1115603"/>
                  </a:lnTo>
                  <a:close/>
                  <a:moveTo>
                    <a:pt x="1339001" y="0"/>
                  </a:moveTo>
                  <a:lnTo>
                    <a:pt x="6755489" y="0"/>
                  </a:lnTo>
                  <a:lnTo>
                    <a:pt x="6755489" y="448779"/>
                  </a:lnTo>
                  <a:lnTo>
                    <a:pt x="1333359" y="448779"/>
                  </a:lnTo>
                  <a:lnTo>
                    <a:pt x="1333359" y="1533357"/>
                  </a:lnTo>
                  <a:lnTo>
                    <a:pt x="1338996" y="1533357"/>
                  </a:lnTo>
                  <a:lnTo>
                    <a:pt x="1338996" y="4562613"/>
                  </a:lnTo>
                  <a:lnTo>
                    <a:pt x="881986" y="4562613"/>
                  </a:lnTo>
                  <a:lnTo>
                    <a:pt x="887628" y="1533357"/>
                  </a:lnTo>
                  <a:lnTo>
                    <a:pt x="887628" y="448779"/>
                  </a:lnTo>
                  <a:cubicBezTo>
                    <a:pt x="887628" y="201953"/>
                    <a:pt x="1090749" y="0"/>
                    <a:pt x="1339001"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51" name="Freeform: Shape 1250">
              <a:extLst>
                <a:ext uri="{FF2B5EF4-FFF2-40B4-BE49-F238E27FC236}">
                  <a16:creationId xmlns:a16="http://schemas.microsoft.com/office/drawing/2014/main" id="{B55E0821-3A81-7360-A208-FCCE1A04DDEA}"/>
                </a:ext>
                <a:ext uri="{C183D7F6-B498-43B3-948B-1728B52AA6E4}">
                  <adec:decorative xmlns:adec="http://schemas.microsoft.com/office/drawing/2017/decorative" val="1"/>
                </a:ext>
              </a:extLst>
            </p:cNvPr>
            <p:cNvSpPr/>
            <p:nvPr/>
          </p:nvSpPr>
          <p:spPr>
            <a:xfrm rot="10800000">
              <a:off x="8868316" y="2223703"/>
              <a:ext cx="531278" cy="411885"/>
            </a:xfrm>
            <a:custGeom>
              <a:avLst/>
              <a:gdLst>
                <a:gd name="connsiteX0" fmla="*/ 7969170 w 7969170"/>
                <a:gd name="connsiteY0" fmla="*/ 673175 h 6178282"/>
                <a:gd name="connsiteX1" fmla="*/ 7295995 w 7969170"/>
                <a:gd name="connsiteY1" fmla="*/ 673175 h 6178282"/>
                <a:gd name="connsiteX2" fmla="*/ 7295995 w 7969170"/>
                <a:gd name="connsiteY2" fmla="*/ 0 h 6178282"/>
                <a:gd name="connsiteX3" fmla="*/ 7969170 w 7969170"/>
                <a:gd name="connsiteY3" fmla="*/ 0 h 6178282"/>
                <a:gd name="connsiteX4" fmla="*/ 1800729 w 7969170"/>
                <a:gd name="connsiteY4" fmla="*/ 6178282 h 6178282"/>
                <a:gd name="connsiteX5" fmla="*/ 0 w 7969170"/>
                <a:gd name="connsiteY5" fmla="*/ 6178282 h 6178282"/>
                <a:gd name="connsiteX6" fmla="*/ 0 w 7969170"/>
                <a:gd name="connsiteY6" fmla="*/ 6166951 h 6178282"/>
                <a:gd name="connsiteX7" fmla="*/ 0 w 7969170"/>
                <a:gd name="connsiteY7" fmla="*/ 5725023 h 6178282"/>
                <a:gd name="connsiteX8" fmla="*/ 0 w 7969170"/>
                <a:gd name="connsiteY8" fmla="*/ 4365243 h 6178282"/>
                <a:gd name="connsiteX9" fmla="*/ 454389 w 7969170"/>
                <a:gd name="connsiteY9" fmla="*/ 4365243 h 6178282"/>
                <a:gd name="connsiteX10" fmla="*/ 454389 w 7969170"/>
                <a:gd name="connsiteY10" fmla="*/ 5402075 h 6178282"/>
                <a:gd name="connsiteX11" fmla="*/ 3988530 w 7969170"/>
                <a:gd name="connsiteY11" fmla="*/ 1843985 h 6178282"/>
                <a:gd name="connsiteX12" fmla="*/ 4611213 w 7969170"/>
                <a:gd name="connsiteY12" fmla="*/ 2325576 h 6178282"/>
                <a:gd name="connsiteX13" fmla="*/ 5991206 w 7969170"/>
                <a:gd name="connsiteY13" fmla="*/ 971461 h 6178282"/>
                <a:gd name="connsiteX14" fmla="*/ 6961694 w 7969170"/>
                <a:gd name="connsiteY14" fmla="*/ 977127 h 6178282"/>
                <a:gd name="connsiteX15" fmla="*/ 6961694 w 7969170"/>
                <a:gd name="connsiteY15" fmla="*/ 1430386 h 6178282"/>
                <a:gd name="connsiteX16" fmla="*/ 6204379 w 7969170"/>
                <a:gd name="connsiteY16" fmla="*/ 1424720 h 6178282"/>
                <a:gd name="connsiteX17" fmla="*/ 4695358 w 7969170"/>
                <a:gd name="connsiteY17" fmla="*/ 2943140 h 6178282"/>
                <a:gd name="connsiteX18" fmla="*/ 4033407 w 7969170"/>
                <a:gd name="connsiteY18" fmla="*/ 2438890 h 6178282"/>
                <a:gd name="connsiteX19" fmla="*/ 768535 w 7969170"/>
                <a:gd name="connsiteY19" fmla="*/ 5725023 h 6178282"/>
                <a:gd name="connsiteX20" fmla="*/ 1800729 w 7969170"/>
                <a:gd name="connsiteY20" fmla="*/ 5725023 h 6178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69170" h="6178282">
                  <a:moveTo>
                    <a:pt x="7969170" y="673175"/>
                  </a:moveTo>
                  <a:lnTo>
                    <a:pt x="7295995" y="673175"/>
                  </a:lnTo>
                  <a:lnTo>
                    <a:pt x="7295995" y="0"/>
                  </a:lnTo>
                  <a:lnTo>
                    <a:pt x="7969170" y="0"/>
                  </a:lnTo>
                  <a:close/>
                  <a:moveTo>
                    <a:pt x="1800729" y="6178282"/>
                  </a:moveTo>
                  <a:lnTo>
                    <a:pt x="0" y="6178282"/>
                  </a:lnTo>
                  <a:lnTo>
                    <a:pt x="0" y="6166951"/>
                  </a:lnTo>
                  <a:lnTo>
                    <a:pt x="0" y="5725023"/>
                  </a:lnTo>
                  <a:lnTo>
                    <a:pt x="0" y="4365243"/>
                  </a:lnTo>
                  <a:lnTo>
                    <a:pt x="454389" y="4365243"/>
                  </a:lnTo>
                  <a:lnTo>
                    <a:pt x="454389" y="5402075"/>
                  </a:lnTo>
                  <a:lnTo>
                    <a:pt x="3988530" y="1843985"/>
                  </a:lnTo>
                  <a:lnTo>
                    <a:pt x="4611213" y="2325576"/>
                  </a:lnTo>
                  <a:lnTo>
                    <a:pt x="5991206" y="971461"/>
                  </a:lnTo>
                  <a:lnTo>
                    <a:pt x="6961694" y="977127"/>
                  </a:lnTo>
                  <a:lnTo>
                    <a:pt x="6961694" y="1430386"/>
                  </a:lnTo>
                  <a:lnTo>
                    <a:pt x="6204379" y="1424720"/>
                  </a:lnTo>
                  <a:lnTo>
                    <a:pt x="4695358" y="2943140"/>
                  </a:lnTo>
                  <a:lnTo>
                    <a:pt x="4033407" y="2438890"/>
                  </a:lnTo>
                  <a:lnTo>
                    <a:pt x="768535" y="5725023"/>
                  </a:lnTo>
                  <a:lnTo>
                    <a:pt x="1800729" y="5725023"/>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92" name="Group 91">
            <a:extLst>
              <a:ext uri="{FF2B5EF4-FFF2-40B4-BE49-F238E27FC236}">
                <a16:creationId xmlns:a16="http://schemas.microsoft.com/office/drawing/2014/main" id="{7845BC81-3F0D-1104-D4E7-1DCC08B932A3}"/>
              </a:ext>
              <a:ext uri="{C183D7F6-B498-43B3-948B-1728B52AA6E4}">
                <adec:decorative xmlns:adec="http://schemas.microsoft.com/office/drawing/2017/decorative" val="1"/>
              </a:ext>
            </a:extLst>
          </p:cNvPr>
          <p:cNvGrpSpPr>
            <a:grpSpLocks noChangeAspect="1"/>
          </p:cNvGrpSpPr>
          <p:nvPr/>
        </p:nvGrpSpPr>
        <p:grpSpPr>
          <a:xfrm>
            <a:off x="9550951" y="2223703"/>
            <a:ext cx="409951" cy="457200"/>
            <a:chOff x="9550951" y="2223703"/>
            <a:chExt cx="409951" cy="457200"/>
          </a:xfrm>
          <a:solidFill>
            <a:srgbClr val="FF0000"/>
          </a:solidFill>
        </p:grpSpPr>
        <p:sp>
          <p:nvSpPr>
            <p:cNvPr id="1268" name="Freeform: Shape 1267">
              <a:extLst>
                <a:ext uri="{FF2B5EF4-FFF2-40B4-BE49-F238E27FC236}">
                  <a16:creationId xmlns:a16="http://schemas.microsoft.com/office/drawing/2014/main" id="{E703CF20-0A83-A234-D7F5-42E668A13350}"/>
                </a:ext>
                <a:ext uri="{C183D7F6-B498-43B3-948B-1728B52AA6E4}">
                  <adec:decorative xmlns:adec="http://schemas.microsoft.com/office/drawing/2017/decorative" val="1"/>
                </a:ext>
              </a:extLst>
            </p:cNvPr>
            <p:cNvSpPr/>
            <p:nvPr/>
          </p:nvSpPr>
          <p:spPr>
            <a:xfrm>
              <a:off x="9556781" y="2223703"/>
              <a:ext cx="404121" cy="457200"/>
            </a:xfrm>
            <a:custGeom>
              <a:avLst/>
              <a:gdLst>
                <a:gd name="connsiteX0" fmla="*/ 2937483 w 6102198"/>
                <a:gd name="connsiteY0" fmla="*/ 6506369 h 6903686"/>
                <a:gd name="connsiteX1" fmla="*/ 6102198 w 6102198"/>
                <a:gd name="connsiteY1" fmla="*/ 6506369 h 6903686"/>
                <a:gd name="connsiteX2" fmla="*/ 6102198 w 6102198"/>
                <a:gd name="connsiteY2" fmla="*/ 6858005 h 6903686"/>
                <a:gd name="connsiteX3" fmla="*/ 2937483 w 6102198"/>
                <a:gd name="connsiteY3" fmla="*/ 6858005 h 6903686"/>
                <a:gd name="connsiteX4" fmla="*/ 5575319 w 6102198"/>
                <a:gd name="connsiteY4" fmla="*/ 4580264 h 6903686"/>
                <a:gd name="connsiteX5" fmla="*/ 3464347 w 6102198"/>
                <a:gd name="connsiteY5" fmla="*/ 4580271 h 6903686"/>
                <a:gd name="connsiteX6" fmla="*/ 3464347 w 6102198"/>
                <a:gd name="connsiteY6" fmla="*/ 5969715 h 6903686"/>
                <a:gd name="connsiteX7" fmla="*/ 5575330 w 6102198"/>
                <a:gd name="connsiteY7" fmla="*/ 5969715 h 6903686"/>
                <a:gd name="connsiteX8" fmla="*/ 5919368 w 6102198"/>
                <a:gd name="connsiteY8" fmla="*/ 4220736 h 6903686"/>
                <a:gd name="connsiteX9" fmla="*/ 5919382 w 6102198"/>
                <a:gd name="connsiteY9" fmla="*/ 6128662 h 6903686"/>
                <a:gd name="connsiteX10" fmla="*/ 5722034 w 6102198"/>
                <a:gd name="connsiteY10" fmla="*/ 6326010 h 6903686"/>
                <a:gd name="connsiteX11" fmla="*/ 3464934 w 6102198"/>
                <a:gd name="connsiteY11" fmla="*/ 6326010 h 6903686"/>
                <a:gd name="connsiteX12" fmla="*/ 3464934 w 6102198"/>
                <a:gd name="connsiteY12" fmla="*/ 6330553 h 6903686"/>
                <a:gd name="connsiteX13" fmla="*/ 3113299 w 6102198"/>
                <a:gd name="connsiteY13" fmla="*/ 6330553 h 6903686"/>
                <a:gd name="connsiteX14" fmla="*/ 3113299 w 6102198"/>
                <a:gd name="connsiteY14" fmla="*/ 5978917 h 6903686"/>
                <a:gd name="connsiteX15" fmla="*/ 3120295 w 6102198"/>
                <a:gd name="connsiteY15" fmla="*/ 5978917 h 6903686"/>
                <a:gd name="connsiteX16" fmla="*/ 3120295 w 6102198"/>
                <a:gd name="connsiteY16" fmla="*/ 4418088 h 6903686"/>
                <a:gd name="connsiteX17" fmla="*/ 3317647 w 6102198"/>
                <a:gd name="connsiteY17" fmla="*/ 4220740 h 6903686"/>
                <a:gd name="connsiteX18" fmla="*/ 0 w 6102198"/>
                <a:gd name="connsiteY18" fmla="*/ 4028117 h 6903686"/>
                <a:gd name="connsiteX19" fmla="*/ 352471 w 6102198"/>
                <a:gd name="connsiteY19" fmla="*/ 4028117 h 6903686"/>
                <a:gd name="connsiteX20" fmla="*/ 439748 w 6102198"/>
                <a:gd name="connsiteY20" fmla="*/ 4346928 h 6903686"/>
                <a:gd name="connsiteX21" fmla="*/ 2102250 w 6102198"/>
                <a:gd name="connsiteY21" fmla="*/ 5856673 h 6903686"/>
                <a:gd name="connsiteX22" fmla="*/ 2168030 w 6102198"/>
                <a:gd name="connsiteY22" fmla="*/ 5872187 h 6903686"/>
                <a:gd name="connsiteX23" fmla="*/ 1748880 w 6102198"/>
                <a:gd name="connsiteY23" fmla="*/ 5162311 h 6903686"/>
                <a:gd name="connsiteX24" fmla="*/ 2050222 w 6102198"/>
                <a:gd name="connsiteY24" fmla="*/ 4984382 h 6903686"/>
                <a:gd name="connsiteX25" fmla="*/ 2761935 w 6102198"/>
                <a:gd name="connsiteY25" fmla="*/ 6189745 h 6903686"/>
                <a:gd name="connsiteX26" fmla="*/ 2758170 w 6102198"/>
                <a:gd name="connsiteY26" fmla="*/ 6191968 h 6903686"/>
                <a:gd name="connsiteX27" fmla="*/ 2460593 w 6102198"/>
                <a:gd name="connsiteY27" fmla="*/ 6367674 h 6903686"/>
                <a:gd name="connsiteX28" fmla="*/ 1552799 w 6102198"/>
                <a:gd name="connsiteY28" fmla="*/ 6903686 h 6903686"/>
                <a:gd name="connsiteX29" fmla="*/ 1374871 w 6102198"/>
                <a:gd name="connsiteY29" fmla="*/ 6602345 h 6903686"/>
                <a:gd name="connsiteX30" fmla="*/ 2060730 w 6102198"/>
                <a:gd name="connsiteY30" fmla="*/ 6197375 h 6903686"/>
                <a:gd name="connsiteX31" fmla="*/ 2011872 w 6102198"/>
                <a:gd name="connsiteY31" fmla="*/ 6185834 h 6903686"/>
                <a:gd name="connsiteX32" fmla="*/ 119199 w 6102198"/>
                <a:gd name="connsiteY32" fmla="*/ 4464261 h 6903686"/>
                <a:gd name="connsiteX33" fmla="*/ 1460028 w 6102198"/>
                <a:gd name="connsiteY33" fmla="*/ 346581 h 6903686"/>
                <a:gd name="connsiteX34" fmla="*/ 870919 w 6102198"/>
                <a:gd name="connsiteY34" fmla="*/ 924809 h 6903686"/>
                <a:gd name="connsiteX35" fmla="*/ 1460028 w 6102198"/>
                <a:gd name="connsiteY35" fmla="*/ 1503037 h 6903686"/>
                <a:gd name="connsiteX36" fmla="*/ 2049137 w 6102198"/>
                <a:gd name="connsiteY36" fmla="*/ 924809 h 6903686"/>
                <a:gd name="connsiteX37" fmla="*/ 1460028 w 6102198"/>
                <a:gd name="connsiteY37" fmla="*/ 346581 h 6903686"/>
                <a:gd name="connsiteX38" fmla="*/ 3957331 w 6102198"/>
                <a:gd name="connsiteY38" fmla="*/ 122554 h 6903686"/>
                <a:gd name="connsiteX39" fmla="*/ 4135259 w 6102198"/>
                <a:gd name="connsiteY39" fmla="*/ 423894 h 6903686"/>
                <a:gd name="connsiteX40" fmla="*/ 3453590 w 6102198"/>
                <a:gd name="connsiteY40" fmla="*/ 826389 h 6903686"/>
                <a:gd name="connsiteX41" fmla="*/ 3556492 w 6102198"/>
                <a:gd name="connsiteY41" fmla="*/ 851869 h 6903686"/>
                <a:gd name="connsiteX42" fmla="*/ 5561218 w 6102198"/>
                <a:gd name="connsiteY42" fmla="*/ 3510628 h 6903686"/>
                <a:gd name="connsiteX43" fmla="*/ 5529766 w 6102198"/>
                <a:gd name="connsiteY43" fmla="*/ 3862955 h 6903686"/>
                <a:gd name="connsiteX44" fmla="*/ 5188460 w 6102198"/>
                <a:gd name="connsiteY44" fmla="*/ 3862955 h 6903686"/>
                <a:gd name="connsiteX45" fmla="*/ 5219965 w 6102198"/>
                <a:gd name="connsiteY45" fmla="*/ 3510628 h 6903686"/>
                <a:gd name="connsiteX46" fmla="*/ 3459031 w 6102198"/>
                <a:gd name="connsiteY46" fmla="*/ 1179005 h 6903686"/>
                <a:gd name="connsiteX47" fmla="*/ 3339366 w 6102198"/>
                <a:gd name="connsiteY47" fmla="*/ 1149422 h 6903686"/>
                <a:gd name="connsiteX48" fmla="*/ 3761249 w 6102198"/>
                <a:gd name="connsiteY48" fmla="*/ 1863928 h 6903686"/>
                <a:gd name="connsiteX49" fmla="*/ 3459908 w 6102198"/>
                <a:gd name="connsiteY49" fmla="*/ 2041857 h 6903686"/>
                <a:gd name="connsiteX50" fmla="*/ 2748195 w 6102198"/>
                <a:gd name="connsiteY50" fmla="*/ 836494 h 6903686"/>
                <a:gd name="connsiteX51" fmla="*/ 2751960 w 6102198"/>
                <a:gd name="connsiteY51" fmla="*/ 834271 h 6903686"/>
                <a:gd name="connsiteX52" fmla="*/ 3049537 w 6102198"/>
                <a:gd name="connsiteY52" fmla="*/ 658565 h 6903686"/>
                <a:gd name="connsiteX53" fmla="*/ 1460028 w 6102198"/>
                <a:gd name="connsiteY53" fmla="*/ 0 h 6903686"/>
                <a:gd name="connsiteX54" fmla="*/ 2395718 w 6102198"/>
                <a:gd name="connsiteY54" fmla="*/ 924809 h 6903686"/>
                <a:gd name="connsiteX55" fmla="*/ 1824241 w 6102198"/>
                <a:gd name="connsiteY55" fmla="*/ 1776942 h 6903686"/>
                <a:gd name="connsiteX56" fmla="*/ 1816598 w 6102198"/>
                <a:gd name="connsiteY56" fmla="*/ 1779287 h 6903686"/>
                <a:gd name="connsiteX57" fmla="*/ 1847201 w 6102198"/>
                <a:gd name="connsiteY57" fmla="*/ 1785634 h 6903686"/>
                <a:gd name="connsiteX58" fmla="*/ 2199294 w 6102198"/>
                <a:gd name="connsiteY58" fmla="*/ 1935690 h 6903686"/>
                <a:gd name="connsiteX59" fmla="*/ 2863266 w 6102198"/>
                <a:gd name="connsiteY59" fmla="*/ 2824744 h 6903686"/>
                <a:gd name="connsiteX60" fmla="*/ 2902459 w 6102198"/>
                <a:gd name="connsiteY60" fmla="*/ 3164728 h 6903686"/>
                <a:gd name="connsiteX61" fmla="*/ 2560664 w 6102198"/>
                <a:gd name="connsiteY61" fmla="*/ 3164728 h 6903686"/>
                <a:gd name="connsiteX62" fmla="*/ 2530758 w 6102198"/>
                <a:gd name="connsiteY62" fmla="*/ 2905305 h 6903686"/>
                <a:gd name="connsiteX63" fmla="*/ 2024121 w 6102198"/>
                <a:gd name="connsiteY63" fmla="*/ 2226919 h 6903686"/>
                <a:gd name="connsiteX64" fmla="*/ 1471018 w 6102198"/>
                <a:gd name="connsiteY64" fmla="*/ 2072513 h 6903686"/>
                <a:gd name="connsiteX65" fmla="*/ 915245 w 6102198"/>
                <a:gd name="connsiteY65" fmla="*/ 2217001 h 6903686"/>
                <a:gd name="connsiteX66" fmla="*/ 396556 w 6102198"/>
                <a:gd name="connsiteY66" fmla="*/ 2886218 h 6903686"/>
                <a:gd name="connsiteX67" fmla="*/ 359391 w 6102198"/>
                <a:gd name="connsiteY67" fmla="*/ 3164728 h 6903686"/>
                <a:gd name="connsiteX68" fmla="*/ 17596 w 6102198"/>
                <a:gd name="connsiteY68" fmla="*/ 3164728 h 6903686"/>
                <a:gd name="connsiteX69" fmla="*/ 66303 w 6102198"/>
                <a:gd name="connsiteY69" fmla="*/ 2799728 h 6903686"/>
                <a:gd name="connsiteX70" fmla="*/ 746068 w 6102198"/>
                <a:gd name="connsiteY70" fmla="*/ 1922689 h 6903686"/>
                <a:gd name="connsiteX71" fmla="*/ 1100791 w 6102198"/>
                <a:gd name="connsiteY71" fmla="*/ 1778957 h 6903686"/>
                <a:gd name="connsiteX72" fmla="*/ 1101777 w 6102198"/>
                <a:gd name="connsiteY72" fmla="*/ 1778771 h 6903686"/>
                <a:gd name="connsiteX73" fmla="*/ 1095816 w 6102198"/>
                <a:gd name="connsiteY73" fmla="*/ 1776942 h 6903686"/>
                <a:gd name="connsiteX74" fmla="*/ 524338 w 6102198"/>
                <a:gd name="connsiteY74" fmla="*/ 924809 h 6903686"/>
                <a:gd name="connsiteX75" fmla="*/ 1460028 w 6102198"/>
                <a:gd name="connsiteY75" fmla="*/ 0 h 6903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102198" h="6903686">
                  <a:moveTo>
                    <a:pt x="2937483" y="6506369"/>
                  </a:moveTo>
                  <a:lnTo>
                    <a:pt x="6102198" y="6506369"/>
                  </a:lnTo>
                  <a:lnTo>
                    <a:pt x="6102198" y="6858005"/>
                  </a:lnTo>
                  <a:lnTo>
                    <a:pt x="2937483" y="6858005"/>
                  </a:lnTo>
                  <a:close/>
                  <a:moveTo>
                    <a:pt x="5575319" y="4580264"/>
                  </a:moveTo>
                  <a:lnTo>
                    <a:pt x="3464347" y="4580271"/>
                  </a:lnTo>
                  <a:lnTo>
                    <a:pt x="3464347" y="5969715"/>
                  </a:lnTo>
                  <a:lnTo>
                    <a:pt x="5575330" y="5969715"/>
                  </a:lnTo>
                  <a:close/>
                  <a:moveTo>
                    <a:pt x="5919368" y="4220736"/>
                  </a:moveTo>
                  <a:cubicBezTo>
                    <a:pt x="5919371" y="4856710"/>
                    <a:pt x="5919379" y="5492688"/>
                    <a:pt x="5919382" y="6128662"/>
                  </a:cubicBezTo>
                  <a:cubicBezTo>
                    <a:pt x="5919382" y="6237653"/>
                    <a:pt x="5831025" y="6326010"/>
                    <a:pt x="5722034" y="6326010"/>
                  </a:cubicBezTo>
                  <a:lnTo>
                    <a:pt x="3464934" y="6326010"/>
                  </a:lnTo>
                  <a:lnTo>
                    <a:pt x="3464934" y="6330553"/>
                  </a:lnTo>
                  <a:lnTo>
                    <a:pt x="3113299" y="6330553"/>
                  </a:lnTo>
                  <a:lnTo>
                    <a:pt x="3113299" y="5978917"/>
                  </a:lnTo>
                  <a:lnTo>
                    <a:pt x="3120295" y="5978917"/>
                  </a:lnTo>
                  <a:lnTo>
                    <a:pt x="3120295" y="4418088"/>
                  </a:lnTo>
                  <a:cubicBezTo>
                    <a:pt x="3120295" y="4309097"/>
                    <a:pt x="3208653" y="4220740"/>
                    <a:pt x="3317647" y="4220740"/>
                  </a:cubicBezTo>
                  <a:close/>
                  <a:moveTo>
                    <a:pt x="0" y="4028117"/>
                  </a:moveTo>
                  <a:lnTo>
                    <a:pt x="352471" y="4028117"/>
                  </a:lnTo>
                  <a:lnTo>
                    <a:pt x="439748" y="4346928"/>
                  </a:lnTo>
                  <a:cubicBezTo>
                    <a:pt x="711889" y="5080342"/>
                    <a:pt x="1331714" y="5648379"/>
                    <a:pt x="2102250" y="5856673"/>
                  </a:cubicBezTo>
                  <a:lnTo>
                    <a:pt x="2168030" y="5872187"/>
                  </a:lnTo>
                  <a:lnTo>
                    <a:pt x="1748880" y="5162311"/>
                  </a:lnTo>
                  <a:lnTo>
                    <a:pt x="2050222" y="4984382"/>
                  </a:lnTo>
                  <a:lnTo>
                    <a:pt x="2761935" y="6189745"/>
                  </a:lnTo>
                  <a:lnTo>
                    <a:pt x="2758170" y="6191968"/>
                  </a:lnTo>
                  <a:lnTo>
                    <a:pt x="2460593" y="6367674"/>
                  </a:lnTo>
                  <a:lnTo>
                    <a:pt x="1552799" y="6903686"/>
                  </a:lnTo>
                  <a:lnTo>
                    <a:pt x="1374871" y="6602345"/>
                  </a:lnTo>
                  <a:lnTo>
                    <a:pt x="2060730" y="6197375"/>
                  </a:lnTo>
                  <a:lnTo>
                    <a:pt x="2011872" y="6185834"/>
                  </a:lnTo>
                  <a:cubicBezTo>
                    <a:pt x="1134655" y="5948310"/>
                    <a:pt x="429019" y="5300575"/>
                    <a:pt x="119199" y="4464261"/>
                  </a:cubicBezTo>
                  <a:close/>
                  <a:moveTo>
                    <a:pt x="1460028" y="346581"/>
                  </a:moveTo>
                  <a:cubicBezTo>
                    <a:pt x="1134672" y="346581"/>
                    <a:pt x="870919" y="605462"/>
                    <a:pt x="870919" y="924809"/>
                  </a:cubicBezTo>
                  <a:cubicBezTo>
                    <a:pt x="870919" y="1244156"/>
                    <a:pt x="1134672" y="1503037"/>
                    <a:pt x="1460028" y="1503037"/>
                  </a:cubicBezTo>
                  <a:cubicBezTo>
                    <a:pt x="1785384" y="1503037"/>
                    <a:pt x="2049137" y="1244156"/>
                    <a:pt x="2049137" y="924809"/>
                  </a:cubicBezTo>
                  <a:cubicBezTo>
                    <a:pt x="2049137" y="605462"/>
                    <a:pt x="1785384" y="346581"/>
                    <a:pt x="1460028" y="346581"/>
                  </a:cubicBezTo>
                  <a:close/>
                  <a:moveTo>
                    <a:pt x="3957331" y="122554"/>
                  </a:moveTo>
                  <a:lnTo>
                    <a:pt x="4135259" y="423894"/>
                  </a:lnTo>
                  <a:lnTo>
                    <a:pt x="3453590" y="826389"/>
                  </a:lnTo>
                  <a:lnTo>
                    <a:pt x="3556492" y="851869"/>
                  </a:lnTo>
                  <a:cubicBezTo>
                    <a:pt x="4715799" y="1192731"/>
                    <a:pt x="5561218" y="2254097"/>
                    <a:pt x="5561218" y="3510628"/>
                  </a:cubicBezTo>
                  <a:lnTo>
                    <a:pt x="5529766" y="3862955"/>
                  </a:lnTo>
                  <a:lnTo>
                    <a:pt x="5188460" y="3862955"/>
                  </a:lnTo>
                  <a:lnTo>
                    <a:pt x="5219965" y="3510628"/>
                  </a:lnTo>
                  <a:cubicBezTo>
                    <a:pt x="5219965" y="2408701"/>
                    <a:pt x="4477356" y="1477925"/>
                    <a:pt x="3459031" y="1179005"/>
                  </a:cubicBezTo>
                  <a:lnTo>
                    <a:pt x="3339366" y="1149422"/>
                  </a:lnTo>
                  <a:lnTo>
                    <a:pt x="3761249" y="1863928"/>
                  </a:lnTo>
                  <a:lnTo>
                    <a:pt x="3459908" y="2041857"/>
                  </a:lnTo>
                  <a:lnTo>
                    <a:pt x="2748195" y="836494"/>
                  </a:lnTo>
                  <a:lnTo>
                    <a:pt x="2751960" y="834271"/>
                  </a:lnTo>
                  <a:lnTo>
                    <a:pt x="3049537" y="658565"/>
                  </a:lnTo>
                  <a:close/>
                  <a:moveTo>
                    <a:pt x="1460028" y="0"/>
                  </a:moveTo>
                  <a:cubicBezTo>
                    <a:pt x="1976795" y="0"/>
                    <a:pt x="2395718" y="414051"/>
                    <a:pt x="2395718" y="924809"/>
                  </a:cubicBezTo>
                  <a:cubicBezTo>
                    <a:pt x="2395718" y="1307877"/>
                    <a:pt x="2160074" y="1636548"/>
                    <a:pt x="1824241" y="1776942"/>
                  </a:cubicBezTo>
                  <a:lnTo>
                    <a:pt x="1816598" y="1779287"/>
                  </a:lnTo>
                  <a:lnTo>
                    <a:pt x="1847201" y="1785634"/>
                  </a:lnTo>
                  <a:cubicBezTo>
                    <a:pt x="1969111" y="1819370"/>
                    <a:pt x="2087576" y="1869398"/>
                    <a:pt x="2199294" y="1935690"/>
                  </a:cubicBezTo>
                  <a:cubicBezTo>
                    <a:pt x="2534458" y="2134563"/>
                    <a:pt x="2770242" y="2456844"/>
                    <a:pt x="2863266" y="2824744"/>
                  </a:cubicBezTo>
                  <a:lnTo>
                    <a:pt x="2902459" y="3164728"/>
                  </a:lnTo>
                  <a:lnTo>
                    <a:pt x="2560664" y="3164728"/>
                  </a:lnTo>
                  <a:lnTo>
                    <a:pt x="2530758" y="2905305"/>
                  </a:lnTo>
                  <a:cubicBezTo>
                    <a:pt x="2459777" y="2624583"/>
                    <a:pt x="2279862" y="2378667"/>
                    <a:pt x="2024121" y="2226919"/>
                  </a:cubicBezTo>
                  <a:cubicBezTo>
                    <a:pt x="1853629" y="2125754"/>
                    <a:pt x="1662545" y="2074227"/>
                    <a:pt x="1471018" y="2072513"/>
                  </a:cubicBezTo>
                  <a:cubicBezTo>
                    <a:pt x="1279494" y="2070800"/>
                    <a:pt x="1087524" y="2118903"/>
                    <a:pt x="915245" y="2217001"/>
                  </a:cubicBezTo>
                  <a:cubicBezTo>
                    <a:pt x="656834" y="2364149"/>
                    <a:pt x="472549" y="2606812"/>
                    <a:pt x="396556" y="2886218"/>
                  </a:cubicBezTo>
                  <a:lnTo>
                    <a:pt x="359391" y="3164728"/>
                  </a:lnTo>
                  <a:lnTo>
                    <a:pt x="17596" y="3164728"/>
                  </a:lnTo>
                  <a:lnTo>
                    <a:pt x="66303" y="2799728"/>
                  </a:lnTo>
                  <a:cubicBezTo>
                    <a:pt x="165892" y="2433555"/>
                    <a:pt x="407407" y="2115535"/>
                    <a:pt x="746068" y="1922689"/>
                  </a:cubicBezTo>
                  <a:cubicBezTo>
                    <a:pt x="858957" y="1858408"/>
                    <a:pt x="978298" y="1810507"/>
                    <a:pt x="1100791" y="1778957"/>
                  </a:cubicBezTo>
                  <a:lnTo>
                    <a:pt x="1101777" y="1778771"/>
                  </a:lnTo>
                  <a:lnTo>
                    <a:pt x="1095816" y="1776942"/>
                  </a:lnTo>
                  <a:cubicBezTo>
                    <a:pt x="759983" y="1636548"/>
                    <a:pt x="524338" y="1307877"/>
                    <a:pt x="524338" y="924809"/>
                  </a:cubicBezTo>
                  <a:cubicBezTo>
                    <a:pt x="524338" y="414051"/>
                    <a:pt x="943261" y="0"/>
                    <a:pt x="1460028"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269" name="Rectangle 1268">
              <a:extLst>
                <a:ext uri="{FF2B5EF4-FFF2-40B4-BE49-F238E27FC236}">
                  <a16:creationId xmlns:a16="http://schemas.microsoft.com/office/drawing/2014/main" id="{75E89A57-91A0-7AB4-A5C0-447BF67AAAF7}"/>
                </a:ext>
                <a:ext uri="{C183D7F6-B498-43B3-948B-1728B52AA6E4}">
                  <adec:decorative xmlns:adec="http://schemas.microsoft.com/office/drawing/2017/decorative" val="1"/>
                </a:ext>
              </a:extLst>
            </p:cNvPr>
            <p:cNvSpPr/>
            <p:nvPr/>
          </p:nvSpPr>
          <p:spPr>
            <a:xfrm>
              <a:off x="9550951" y="2444331"/>
              <a:ext cx="35009" cy="35009"/>
            </a:xfrm>
            <a:prstGeom prst="rect">
              <a:avLst/>
            </a:pr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91" name="Group 90">
            <a:extLst>
              <a:ext uri="{FF2B5EF4-FFF2-40B4-BE49-F238E27FC236}">
                <a16:creationId xmlns:a16="http://schemas.microsoft.com/office/drawing/2014/main" id="{0D350BF4-89E7-3C62-931F-D1253A4F587A}"/>
              </a:ext>
              <a:ext uri="{C183D7F6-B498-43B3-948B-1728B52AA6E4}">
                <adec:decorative xmlns:adec="http://schemas.microsoft.com/office/drawing/2017/decorative" val="1"/>
              </a:ext>
            </a:extLst>
          </p:cNvPr>
          <p:cNvGrpSpPr>
            <a:grpSpLocks noChangeAspect="1"/>
          </p:cNvGrpSpPr>
          <p:nvPr/>
        </p:nvGrpSpPr>
        <p:grpSpPr>
          <a:xfrm>
            <a:off x="10097673" y="2223703"/>
            <a:ext cx="665803" cy="457200"/>
            <a:chOff x="10097673" y="2223703"/>
            <a:chExt cx="665803" cy="457200"/>
          </a:xfrm>
          <a:solidFill>
            <a:srgbClr val="FF0000"/>
          </a:solidFill>
        </p:grpSpPr>
        <p:sp>
          <p:nvSpPr>
            <p:cNvPr id="1289" name="Freeform: Shape 1288">
              <a:extLst>
                <a:ext uri="{FF2B5EF4-FFF2-40B4-BE49-F238E27FC236}">
                  <a16:creationId xmlns:a16="http://schemas.microsoft.com/office/drawing/2014/main" id="{BA7D9A63-D917-CCAB-6B55-BBCAA7B06C3B}"/>
                </a:ext>
                <a:ext uri="{C183D7F6-B498-43B3-948B-1728B52AA6E4}">
                  <adec:decorative xmlns:adec="http://schemas.microsoft.com/office/drawing/2017/decorative" val="1"/>
                </a:ext>
              </a:extLst>
            </p:cNvPr>
            <p:cNvSpPr/>
            <p:nvPr/>
          </p:nvSpPr>
          <p:spPr>
            <a:xfrm>
              <a:off x="10097673" y="2223703"/>
              <a:ext cx="665803" cy="457200"/>
            </a:xfrm>
            <a:custGeom>
              <a:avLst/>
              <a:gdLst>
                <a:gd name="connsiteX0" fmla="*/ 3116 w 9987054"/>
                <a:gd name="connsiteY0" fmla="*/ 6361645 h 6858008"/>
                <a:gd name="connsiteX1" fmla="*/ 3999563 w 9987054"/>
                <a:gd name="connsiteY1" fmla="*/ 6361645 h 6858008"/>
                <a:gd name="connsiteX2" fmla="*/ 4248990 w 9987054"/>
                <a:gd name="connsiteY2" fmla="*/ 6608579 h 6858008"/>
                <a:gd name="connsiteX3" fmla="*/ 5737441 w 9987054"/>
                <a:gd name="connsiteY3" fmla="*/ 6608579 h 6858008"/>
                <a:gd name="connsiteX4" fmla="*/ 5986868 w 9987054"/>
                <a:gd name="connsiteY4" fmla="*/ 6361645 h 6858008"/>
                <a:gd name="connsiteX5" fmla="*/ 9987054 w 9987054"/>
                <a:gd name="connsiteY5" fmla="*/ 6361645 h 6858008"/>
                <a:gd name="connsiteX6" fmla="*/ 9983937 w 9987054"/>
                <a:gd name="connsiteY6" fmla="*/ 6858008 h 6858008"/>
                <a:gd name="connsiteX7" fmla="*/ 0 w 9987054"/>
                <a:gd name="connsiteY7" fmla="*/ 6858008 h 6858008"/>
                <a:gd name="connsiteX8" fmla="*/ 3504897 w 9987054"/>
                <a:gd name="connsiteY8" fmla="*/ 978755 h 6858008"/>
                <a:gd name="connsiteX9" fmla="*/ 4003752 w 9987054"/>
                <a:gd name="connsiteY9" fmla="*/ 978755 h 6858008"/>
                <a:gd name="connsiteX10" fmla="*/ 4003752 w 9987054"/>
                <a:gd name="connsiteY10" fmla="*/ 1228182 h 6858008"/>
                <a:gd name="connsiteX11" fmla="*/ 3504897 w 9987054"/>
                <a:gd name="connsiteY11" fmla="*/ 1228182 h 6858008"/>
                <a:gd name="connsiteX12" fmla="*/ 2254821 w 9987054"/>
                <a:gd name="connsiteY12" fmla="*/ 976510 h 6858008"/>
                <a:gd name="connsiteX13" fmla="*/ 3255025 w 9987054"/>
                <a:gd name="connsiteY13" fmla="*/ 976510 h 6858008"/>
                <a:gd name="connsiteX14" fmla="*/ 3255025 w 9987054"/>
                <a:gd name="connsiteY14" fmla="*/ 1225937 h 6858008"/>
                <a:gd name="connsiteX15" fmla="*/ 2255442 w 9987054"/>
                <a:gd name="connsiteY15" fmla="*/ 1225937 h 6858008"/>
                <a:gd name="connsiteX16" fmla="*/ 2255442 w 9987054"/>
                <a:gd name="connsiteY16" fmla="*/ 2718758 h 6858008"/>
                <a:gd name="connsiteX17" fmla="*/ 2006015 w 9987054"/>
                <a:gd name="connsiteY17" fmla="*/ 2718758 h 6858008"/>
                <a:gd name="connsiteX18" fmla="*/ 2006015 w 9987054"/>
                <a:gd name="connsiteY18" fmla="*/ 1225315 h 6858008"/>
                <a:gd name="connsiteX19" fmla="*/ 2254821 w 9987054"/>
                <a:gd name="connsiteY19" fmla="*/ 976510 h 6858008"/>
                <a:gd name="connsiteX20" fmla="*/ 1505916 w 9987054"/>
                <a:gd name="connsiteY20" fmla="*/ 0 h 6858008"/>
                <a:gd name="connsiteX21" fmla="*/ 1756595 w 9987054"/>
                <a:gd name="connsiteY21" fmla="*/ 0 h 6858008"/>
                <a:gd name="connsiteX22" fmla="*/ 8744290 w 9987054"/>
                <a:gd name="connsiteY22" fmla="*/ 0 h 6858008"/>
                <a:gd name="connsiteX23" fmla="*/ 8983744 w 9987054"/>
                <a:gd name="connsiteY23" fmla="*/ 0 h 6858008"/>
                <a:gd name="connsiteX24" fmla="*/ 8983744 w 9987054"/>
                <a:gd name="connsiteY24" fmla="*/ 15589 h 6858008"/>
                <a:gd name="connsiteX25" fmla="*/ 8983744 w 9987054"/>
                <a:gd name="connsiteY25" fmla="*/ 18707 h 6858008"/>
                <a:gd name="connsiteX26" fmla="*/ 8983744 w 9987054"/>
                <a:gd name="connsiteY26" fmla="*/ 939095 h 6858008"/>
                <a:gd name="connsiteX27" fmla="*/ 8982497 w 9987054"/>
                <a:gd name="connsiteY27" fmla="*/ 939095 h 6858008"/>
                <a:gd name="connsiteX28" fmla="*/ 8976884 w 9987054"/>
                <a:gd name="connsiteY28" fmla="*/ 5489260 h 6858008"/>
                <a:gd name="connsiteX29" fmla="*/ 8478022 w 9987054"/>
                <a:gd name="connsiteY29" fmla="*/ 5987498 h 6858008"/>
                <a:gd name="connsiteX30" fmla="*/ 7679096 w 9987054"/>
                <a:gd name="connsiteY30" fmla="*/ 5987498 h 6858008"/>
                <a:gd name="connsiteX31" fmla="*/ 7679096 w 9987054"/>
                <a:gd name="connsiteY31" fmla="*/ 5987510 h 6858008"/>
                <a:gd name="connsiteX32" fmla="*/ 2065594 w 9987054"/>
                <a:gd name="connsiteY32" fmla="*/ 5987510 h 6858008"/>
                <a:gd name="connsiteX33" fmla="*/ 2065594 w 9987054"/>
                <a:gd name="connsiteY33" fmla="*/ 5491142 h 6858008"/>
                <a:gd name="connsiteX34" fmla="*/ 6245808 w 9987054"/>
                <a:gd name="connsiteY34" fmla="*/ 5491142 h 6858008"/>
                <a:gd name="connsiteX35" fmla="*/ 6245808 w 9987054"/>
                <a:gd name="connsiteY35" fmla="*/ 5491131 h 6858008"/>
                <a:gd name="connsiteX36" fmla="*/ 8483646 w 9987054"/>
                <a:gd name="connsiteY36" fmla="*/ 5491131 h 6858008"/>
                <a:gd name="connsiteX37" fmla="*/ 8483646 w 9987054"/>
                <a:gd name="connsiteY37" fmla="*/ 501344 h 6858008"/>
                <a:gd name="connsiteX38" fmla="*/ 1510293 w 9987054"/>
                <a:gd name="connsiteY38" fmla="*/ 501344 h 6858008"/>
                <a:gd name="connsiteX39" fmla="*/ 1509341 w 9987054"/>
                <a:gd name="connsiteY39" fmla="*/ 1973100 h 6858008"/>
                <a:gd name="connsiteX40" fmla="*/ 1509144 w 9987054"/>
                <a:gd name="connsiteY40" fmla="*/ 1973100 h 6858008"/>
                <a:gd name="connsiteX41" fmla="*/ 1507187 w 9987054"/>
                <a:gd name="connsiteY41" fmla="*/ 5032688 h 6858008"/>
                <a:gd name="connsiteX42" fmla="*/ 1007078 w 9987054"/>
                <a:gd name="connsiteY42" fmla="*/ 5032688 h 6858008"/>
                <a:gd name="connsiteX43" fmla="*/ 1007078 w 9987054"/>
                <a:gd name="connsiteY43" fmla="*/ 1973100 h 6858008"/>
                <a:gd name="connsiteX44" fmla="*/ 1007066 w 9987054"/>
                <a:gd name="connsiteY44" fmla="*/ 1973100 h 6858008"/>
                <a:gd name="connsiteX45" fmla="*/ 1007066 w 9987054"/>
                <a:gd name="connsiteY45" fmla="*/ 748281 h 6858008"/>
                <a:gd name="connsiteX46" fmla="*/ 1007066 w 9987054"/>
                <a:gd name="connsiteY46" fmla="*/ 498850 h 6858008"/>
                <a:gd name="connsiteX47" fmla="*/ 1505916 w 9987054"/>
                <a:gd name="connsiteY47" fmla="*/ 0 h 685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987054" h="6858008">
                  <a:moveTo>
                    <a:pt x="3116" y="6361645"/>
                  </a:moveTo>
                  <a:lnTo>
                    <a:pt x="3999563" y="6361645"/>
                  </a:lnTo>
                  <a:cubicBezTo>
                    <a:pt x="4000807" y="6498209"/>
                    <a:pt x="4111805" y="6608579"/>
                    <a:pt x="4248990" y="6608579"/>
                  </a:cubicBezTo>
                  <a:lnTo>
                    <a:pt x="5737441" y="6608579"/>
                  </a:lnTo>
                  <a:cubicBezTo>
                    <a:pt x="5874626" y="6608579"/>
                    <a:pt x="5985624" y="6498209"/>
                    <a:pt x="5986868" y="6361645"/>
                  </a:cubicBezTo>
                  <a:lnTo>
                    <a:pt x="9987054" y="6361645"/>
                  </a:lnTo>
                  <a:lnTo>
                    <a:pt x="9983937" y="6858008"/>
                  </a:lnTo>
                  <a:lnTo>
                    <a:pt x="0" y="6858008"/>
                  </a:lnTo>
                  <a:close/>
                  <a:moveTo>
                    <a:pt x="3504897" y="978755"/>
                  </a:moveTo>
                  <a:lnTo>
                    <a:pt x="4003752" y="978755"/>
                  </a:lnTo>
                  <a:lnTo>
                    <a:pt x="4003752" y="1228182"/>
                  </a:lnTo>
                  <a:lnTo>
                    <a:pt x="3504897" y="1228182"/>
                  </a:lnTo>
                  <a:close/>
                  <a:moveTo>
                    <a:pt x="2254821" y="976510"/>
                  </a:moveTo>
                  <a:lnTo>
                    <a:pt x="3255025" y="976510"/>
                  </a:lnTo>
                  <a:lnTo>
                    <a:pt x="3255025" y="1225937"/>
                  </a:lnTo>
                  <a:lnTo>
                    <a:pt x="2255442" y="1225937"/>
                  </a:lnTo>
                  <a:lnTo>
                    <a:pt x="2255442" y="2718758"/>
                  </a:lnTo>
                  <a:lnTo>
                    <a:pt x="2006015" y="2718758"/>
                  </a:lnTo>
                  <a:lnTo>
                    <a:pt x="2006015" y="1225315"/>
                  </a:lnTo>
                  <a:cubicBezTo>
                    <a:pt x="2006015" y="1088130"/>
                    <a:pt x="2117635" y="976510"/>
                    <a:pt x="2254821" y="976510"/>
                  </a:cubicBezTo>
                  <a:close/>
                  <a:moveTo>
                    <a:pt x="1505916" y="0"/>
                  </a:moveTo>
                  <a:lnTo>
                    <a:pt x="1756595" y="0"/>
                  </a:lnTo>
                  <a:lnTo>
                    <a:pt x="8744290" y="0"/>
                  </a:lnTo>
                  <a:lnTo>
                    <a:pt x="8983744" y="0"/>
                  </a:lnTo>
                  <a:lnTo>
                    <a:pt x="8983744" y="15589"/>
                  </a:lnTo>
                  <a:lnTo>
                    <a:pt x="8983744" y="18707"/>
                  </a:lnTo>
                  <a:lnTo>
                    <a:pt x="8983744" y="939095"/>
                  </a:lnTo>
                  <a:lnTo>
                    <a:pt x="8982497" y="939095"/>
                  </a:lnTo>
                  <a:lnTo>
                    <a:pt x="8976884" y="5489260"/>
                  </a:lnTo>
                  <a:cubicBezTo>
                    <a:pt x="8976261" y="5764881"/>
                    <a:pt x="8753020" y="5987498"/>
                    <a:pt x="8478022" y="5987498"/>
                  </a:cubicBezTo>
                  <a:lnTo>
                    <a:pt x="7679096" y="5987498"/>
                  </a:lnTo>
                  <a:lnTo>
                    <a:pt x="7679096" y="5987510"/>
                  </a:lnTo>
                  <a:lnTo>
                    <a:pt x="2065594" y="5987510"/>
                  </a:lnTo>
                  <a:lnTo>
                    <a:pt x="2065594" y="5491142"/>
                  </a:lnTo>
                  <a:lnTo>
                    <a:pt x="6245808" y="5491142"/>
                  </a:lnTo>
                  <a:lnTo>
                    <a:pt x="6245808" y="5491131"/>
                  </a:lnTo>
                  <a:lnTo>
                    <a:pt x="8483646" y="5491131"/>
                  </a:lnTo>
                  <a:lnTo>
                    <a:pt x="8483646" y="501344"/>
                  </a:lnTo>
                  <a:lnTo>
                    <a:pt x="1510293" y="501344"/>
                  </a:lnTo>
                  <a:lnTo>
                    <a:pt x="1509341" y="1973100"/>
                  </a:lnTo>
                  <a:lnTo>
                    <a:pt x="1509144" y="1973100"/>
                  </a:lnTo>
                  <a:lnTo>
                    <a:pt x="1507187" y="5032688"/>
                  </a:lnTo>
                  <a:lnTo>
                    <a:pt x="1007078" y="5032688"/>
                  </a:lnTo>
                  <a:lnTo>
                    <a:pt x="1007078" y="1973100"/>
                  </a:lnTo>
                  <a:lnTo>
                    <a:pt x="1007066" y="1973100"/>
                  </a:lnTo>
                  <a:lnTo>
                    <a:pt x="1007066" y="748281"/>
                  </a:lnTo>
                  <a:lnTo>
                    <a:pt x="1007066" y="498850"/>
                  </a:lnTo>
                  <a:cubicBezTo>
                    <a:pt x="1007066" y="223240"/>
                    <a:pt x="1230307" y="0"/>
                    <a:pt x="1505916"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290" name="Freeform: Shape 1289">
              <a:extLst>
                <a:ext uri="{FF2B5EF4-FFF2-40B4-BE49-F238E27FC236}">
                  <a16:creationId xmlns:a16="http://schemas.microsoft.com/office/drawing/2014/main" id="{3A665E51-0DBC-DB6D-2EDE-308774E34632}"/>
                </a:ext>
                <a:ext uri="{C183D7F6-B498-43B3-948B-1728B52AA6E4}">
                  <adec:decorative xmlns:adec="http://schemas.microsoft.com/office/drawing/2017/decorative" val="1"/>
                </a:ext>
              </a:extLst>
            </p:cNvPr>
            <p:cNvSpPr/>
            <p:nvPr/>
          </p:nvSpPr>
          <p:spPr>
            <a:xfrm rot="10800000" flipV="1">
              <a:off x="10156133" y="2339715"/>
              <a:ext cx="424440" cy="291400"/>
            </a:xfrm>
            <a:custGeom>
              <a:avLst/>
              <a:gdLst>
                <a:gd name="connsiteX0" fmla="*/ 6366602 w 6366602"/>
                <a:gd name="connsiteY0" fmla="*/ 3622724 h 4371005"/>
                <a:gd name="connsiteX1" fmla="*/ 5618320 w 6366602"/>
                <a:gd name="connsiteY1" fmla="*/ 3622724 h 4371005"/>
                <a:gd name="connsiteX2" fmla="*/ 5618320 w 6366602"/>
                <a:gd name="connsiteY2" fmla="*/ 4371005 h 4371005"/>
                <a:gd name="connsiteX3" fmla="*/ 6366602 w 6366602"/>
                <a:gd name="connsiteY3" fmla="*/ 4371005 h 4371005"/>
                <a:gd name="connsiteX4" fmla="*/ 4489622 w 6366602"/>
                <a:gd name="connsiteY4" fmla="*/ 1995324 h 4371005"/>
                <a:gd name="connsiteX5" fmla="*/ 3990774 w 6366602"/>
                <a:gd name="connsiteY5" fmla="*/ 1995324 h 4371005"/>
                <a:gd name="connsiteX6" fmla="*/ 3990774 w 6366602"/>
                <a:gd name="connsiteY6" fmla="*/ 2993035 h 4371005"/>
                <a:gd name="connsiteX7" fmla="*/ 4489622 w 6366602"/>
                <a:gd name="connsiteY7" fmla="*/ 2993035 h 4371005"/>
                <a:gd name="connsiteX8" fmla="*/ 2496294 w 6366602"/>
                <a:gd name="connsiteY8" fmla="*/ 1745615 h 4371005"/>
                <a:gd name="connsiteX9" fmla="*/ 1994946 w 6366602"/>
                <a:gd name="connsiteY9" fmla="*/ 1745615 h 4371005"/>
                <a:gd name="connsiteX10" fmla="*/ 1994946 w 6366602"/>
                <a:gd name="connsiteY10" fmla="*/ 2984028 h 4371005"/>
                <a:gd name="connsiteX11" fmla="*/ 2496294 w 6366602"/>
                <a:gd name="connsiteY11" fmla="*/ 2984028 h 4371005"/>
                <a:gd name="connsiteX12" fmla="*/ 3491986 w 6366602"/>
                <a:gd name="connsiteY12" fmla="*/ 1247132 h 4371005"/>
                <a:gd name="connsiteX13" fmla="*/ 2993138 w 6366602"/>
                <a:gd name="connsiteY13" fmla="*/ 1247132 h 4371005"/>
                <a:gd name="connsiteX14" fmla="*/ 2993138 w 6366602"/>
                <a:gd name="connsiteY14" fmla="*/ 2984407 h 4371005"/>
                <a:gd name="connsiteX15" fmla="*/ 3491986 w 6366602"/>
                <a:gd name="connsiteY15" fmla="*/ 2984407 h 4371005"/>
                <a:gd name="connsiteX16" fmla="*/ 1496549 w 6366602"/>
                <a:gd name="connsiteY16" fmla="*/ 748283 h 4371005"/>
                <a:gd name="connsiteX17" fmla="*/ 997701 w 6366602"/>
                <a:gd name="connsiteY17" fmla="*/ 748283 h 4371005"/>
                <a:gd name="connsiteX18" fmla="*/ 997701 w 6366602"/>
                <a:gd name="connsiteY18" fmla="*/ 2984407 h 4371005"/>
                <a:gd name="connsiteX19" fmla="*/ 1496549 w 6366602"/>
                <a:gd name="connsiteY19" fmla="*/ 2984407 h 4371005"/>
                <a:gd name="connsiteX20" fmla="*/ 498854 w 6366602"/>
                <a:gd name="connsiteY20" fmla="*/ 0 h 4371005"/>
                <a:gd name="connsiteX21" fmla="*/ 0 w 6366602"/>
                <a:gd name="connsiteY21" fmla="*/ 0 h 4371005"/>
                <a:gd name="connsiteX22" fmla="*/ 0 w 6366602"/>
                <a:gd name="connsiteY22" fmla="*/ 2984400 h 4371005"/>
                <a:gd name="connsiteX23" fmla="*/ 498855 w 6366602"/>
                <a:gd name="connsiteY23" fmla="*/ 2984400 h 437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66602" h="4371005">
                  <a:moveTo>
                    <a:pt x="6366602" y="3622724"/>
                  </a:moveTo>
                  <a:lnTo>
                    <a:pt x="5618320" y="3622724"/>
                  </a:lnTo>
                  <a:lnTo>
                    <a:pt x="5618320" y="4371005"/>
                  </a:lnTo>
                  <a:lnTo>
                    <a:pt x="6366602" y="4371005"/>
                  </a:lnTo>
                  <a:close/>
                  <a:moveTo>
                    <a:pt x="4489622" y="1995324"/>
                  </a:moveTo>
                  <a:lnTo>
                    <a:pt x="3990774" y="1995324"/>
                  </a:lnTo>
                  <a:lnTo>
                    <a:pt x="3990774" y="2993035"/>
                  </a:lnTo>
                  <a:lnTo>
                    <a:pt x="4489622" y="2993035"/>
                  </a:lnTo>
                  <a:close/>
                  <a:moveTo>
                    <a:pt x="2496294" y="1745615"/>
                  </a:moveTo>
                  <a:lnTo>
                    <a:pt x="1994946" y="1745615"/>
                  </a:lnTo>
                  <a:lnTo>
                    <a:pt x="1994946" y="2984028"/>
                  </a:lnTo>
                  <a:lnTo>
                    <a:pt x="2496294" y="2984028"/>
                  </a:lnTo>
                  <a:close/>
                  <a:moveTo>
                    <a:pt x="3491986" y="1247132"/>
                  </a:moveTo>
                  <a:lnTo>
                    <a:pt x="2993138" y="1247132"/>
                  </a:lnTo>
                  <a:lnTo>
                    <a:pt x="2993138" y="2984407"/>
                  </a:lnTo>
                  <a:lnTo>
                    <a:pt x="3491986" y="2984407"/>
                  </a:lnTo>
                  <a:close/>
                  <a:moveTo>
                    <a:pt x="1496549" y="748283"/>
                  </a:moveTo>
                  <a:lnTo>
                    <a:pt x="997701" y="748283"/>
                  </a:lnTo>
                  <a:lnTo>
                    <a:pt x="997701" y="2984407"/>
                  </a:lnTo>
                  <a:lnTo>
                    <a:pt x="1496549" y="2984407"/>
                  </a:lnTo>
                  <a:close/>
                  <a:moveTo>
                    <a:pt x="498854" y="0"/>
                  </a:moveTo>
                  <a:lnTo>
                    <a:pt x="0" y="0"/>
                  </a:lnTo>
                  <a:lnTo>
                    <a:pt x="0" y="2984400"/>
                  </a:lnTo>
                  <a:lnTo>
                    <a:pt x="498855" y="2984400"/>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90" name="Group 89">
            <a:extLst>
              <a:ext uri="{FF2B5EF4-FFF2-40B4-BE49-F238E27FC236}">
                <a16:creationId xmlns:a16="http://schemas.microsoft.com/office/drawing/2014/main" id="{FDFFF8FA-BF3D-33D9-EF43-FEA080E09E30}"/>
              </a:ext>
              <a:ext uri="{C183D7F6-B498-43B3-948B-1728B52AA6E4}">
                <adec:decorative xmlns:adec="http://schemas.microsoft.com/office/drawing/2017/decorative" val="1"/>
              </a:ext>
            </a:extLst>
          </p:cNvPr>
          <p:cNvGrpSpPr>
            <a:grpSpLocks noChangeAspect="1"/>
          </p:cNvGrpSpPr>
          <p:nvPr/>
        </p:nvGrpSpPr>
        <p:grpSpPr>
          <a:xfrm>
            <a:off x="10900246" y="2223703"/>
            <a:ext cx="651992" cy="457200"/>
            <a:chOff x="10900246" y="2223703"/>
            <a:chExt cx="651992" cy="457200"/>
          </a:xfrm>
          <a:solidFill>
            <a:srgbClr val="FF0000"/>
          </a:solidFill>
        </p:grpSpPr>
        <p:sp>
          <p:nvSpPr>
            <p:cNvPr id="1308" name="Freeform: Shape 1307">
              <a:extLst>
                <a:ext uri="{FF2B5EF4-FFF2-40B4-BE49-F238E27FC236}">
                  <a16:creationId xmlns:a16="http://schemas.microsoft.com/office/drawing/2014/main" id="{E3751904-25F5-9AD3-9504-61B7250845FE}"/>
                </a:ext>
                <a:ext uri="{C183D7F6-B498-43B3-948B-1728B52AA6E4}">
                  <adec:decorative xmlns:adec="http://schemas.microsoft.com/office/drawing/2017/decorative" val="1"/>
                </a:ext>
              </a:extLst>
            </p:cNvPr>
            <p:cNvSpPr/>
            <p:nvPr/>
          </p:nvSpPr>
          <p:spPr>
            <a:xfrm>
              <a:off x="10900246" y="2223703"/>
              <a:ext cx="651992" cy="457200"/>
            </a:xfrm>
            <a:custGeom>
              <a:avLst/>
              <a:gdLst>
                <a:gd name="connsiteX0" fmla="*/ 3052 w 9779885"/>
                <a:gd name="connsiteY0" fmla="*/ 6371943 h 6858006"/>
                <a:gd name="connsiteX1" fmla="*/ 3916597 w 9779885"/>
                <a:gd name="connsiteY1" fmla="*/ 6371943 h 6858006"/>
                <a:gd name="connsiteX2" fmla="*/ 4160850 w 9779885"/>
                <a:gd name="connsiteY2" fmla="*/ 6613753 h 6858006"/>
                <a:gd name="connsiteX3" fmla="*/ 5618425 w 9779885"/>
                <a:gd name="connsiteY3" fmla="*/ 6613753 h 6858006"/>
                <a:gd name="connsiteX4" fmla="*/ 5862678 w 9779885"/>
                <a:gd name="connsiteY4" fmla="*/ 6371943 h 6858006"/>
                <a:gd name="connsiteX5" fmla="*/ 9779885 w 9779885"/>
                <a:gd name="connsiteY5" fmla="*/ 6371943 h 6858006"/>
                <a:gd name="connsiteX6" fmla="*/ 9776834 w 9779885"/>
                <a:gd name="connsiteY6" fmla="*/ 6858006 h 6858006"/>
                <a:gd name="connsiteX7" fmla="*/ 0 w 9779885"/>
                <a:gd name="connsiteY7" fmla="*/ 6858006 h 6858006"/>
                <a:gd name="connsiteX8" fmla="*/ 7215230 w 9779885"/>
                <a:gd name="connsiteY8" fmla="*/ 1954022 h 6858006"/>
                <a:gd name="connsiteX9" fmla="*/ 7947989 w 9779885"/>
                <a:gd name="connsiteY9" fmla="*/ 1954022 h 6858006"/>
                <a:gd name="connsiteX10" fmla="*/ 7947989 w 9779885"/>
                <a:gd name="connsiteY10" fmla="*/ 2686780 h 6858006"/>
                <a:gd name="connsiteX11" fmla="*/ 7215230 w 9779885"/>
                <a:gd name="connsiteY11" fmla="*/ 2686780 h 6858006"/>
                <a:gd name="connsiteX12" fmla="*/ 6238218 w 9779885"/>
                <a:gd name="connsiteY12" fmla="*/ 1954021 h 6858006"/>
                <a:gd name="connsiteX13" fmla="*/ 6970977 w 9779885"/>
                <a:gd name="connsiteY13" fmla="*/ 1954021 h 6858006"/>
                <a:gd name="connsiteX14" fmla="*/ 6970977 w 9779885"/>
                <a:gd name="connsiteY14" fmla="*/ 2686779 h 6858006"/>
                <a:gd name="connsiteX15" fmla="*/ 6238218 w 9779885"/>
                <a:gd name="connsiteY15" fmla="*/ 2686779 h 6858006"/>
                <a:gd name="connsiteX16" fmla="*/ 3431143 w 9779885"/>
                <a:gd name="connsiteY16" fmla="*/ 1104632 h 6858006"/>
                <a:gd name="connsiteX17" fmla="*/ 3919649 w 9779885"/>
                <a:gd name="connsiteY17" fmla="*/ 1104632 h 6858006"/>
                <a:gd name="connsiteX18" fmla="*/ 3919649 w 9779885"/>
                <a:gd name="connsiteY18" fmla="*/ 1348885 h 6858006"/>
                <a:gd name="connsiteX19" fmla="*/ 3431143 w 9779885"/>
                <a:gd name="connsiteY19" fmla="*/ 1348885 h 6858006"/>
                <a:gd name="connsiteX20" fmla="*/ 2207438 w 9779885"/>
                <a:gd name="connsiteY20" fmla="*/ 1102189 h 6858006"/>
                <a:gd name="connsiteX21" fmla="*/ 3186889 w 9779885"/>
                <a:gd name="connsiteY21" fmla="*/ 1102189 h 6858006"/>
                <a:gd name="connsiteX22" fmla="*/ 3186889 w 9779885"/>
                <a:gd name="connsiteY22" fmla="*/ 1346442 h 6858006"/>
                <a:gd name="connsiteX23" fmla="*/ 2208047 w 9779885"/>
                <a:gd name="connsiteY23" fmla="*/ 1346442 h 6858006"/>
                <a:gd name="connsiteX24" fmla="*/ 2208047 w 9779885"/>
                <a:gd name="connsiteY24" fmla="*/ 2808291 h 6858006"/>
                <a:gd name="connsiteX25" fmla="*/ 1963794 w 9779885"/>
                <a:gd name="connsiteY25" fmla="*/ 2808291 h 6858006"/>
                <a:gd name="connsiteX26" fmla="*/ 1963794 w 9779885"/>
                <a:gd name="connsiteY26" fmla="*/ 1345833 h 6858006"/>
                <a:gd name="connsiteX27" fmla="*/ 2207438 w 9779885"/>
                <a:gd name="connsiteY27" fmla="*/ 1102189 h 6858006"/>
                <a:gd name="connsiteX28" fmla="*/ 6238218 w 9779885"/>
                <a:gd name="connsiteY28" fmla="*/ 977010 h 6858006"/>
                <a:gd name="connsiteX29" fmla="*/ 6970977 w 9779885"/>
                <a:gd name="connsiteY29" fmla="*/ 977010 h 6858006"/>
                <a:gd name="connsiteX30" fmla="*/ 6970977 w 9779885"/>
                <a:gd name="connsiteY30" fmla="*/ 1709768 h 6858006"/>
                <a:gd name="connsiteX31" fmla="*/ 6238218 w 9779885"/>
                <a:gd name="connsiteY31" fmla="*/ 1709768 h 6858006"/>
                <a:gd name="connsiteX32" fmla="*/ 8192242 w 9779885"/>
                <a:gd name="connsiteY32" fmla="*/ 977010 h 6858006"/>
                <a:gd name="connsiteX33" fmla="*/ 8925001 w 9779885"/>
                <a:gd name="connsiteY33" fmla="*/ 977010 h 6858006"/>
                <a:gd name="connsiteX34" fmla="*/ 8925001 w 9779885"/>
                <a:gd name="connsiteY34" fmla="*/ 1709768 h 6858006"/>
                <a:gd name="connsiteX35" fmla="*/ 8192242 w 9779885"/>
                <a:gd name="connsiteY35" fmla="*/ 1709768 h 6858006"/>
                <a:gd name="connsiteX36" fmla="*/ 7215230 w 9779885"/>
                <a:gd name="connsiteY36" fmla="*/ 977010 h 6858006"/>
                <a:gd name="connsiteX37" fmla="*/ 7947989 w 9779885"/>
                <a:gd name="connsiteY37" fmla="*/ 977010 h 6858006"/>
                <a:gd name="connsiteX38" fmla="*/ 7947989 w 9779885"/>
                <a:gd name="connsiteY38" fmla="*/ 1709768 h 6858006"/>
                <a:gd name="connsiteX39" fmla="*/ 7215230 w 9779885"/>
                <a:gd name="connsiteY39" fmla="*/ 1709768 h 6858006"/>
                <a:gd name="connsiteX40" fmla="*/ 1475289 w 9779885"/>
                <a:gd name="connsiteY40" fmla="*/ 122126 h 6858006"/>
                <a:gd name="connsiteX41" fmla="*/ 5993966 w 9779885"/>
                <a:gd name="connsiteY41" fmla="*/ 122126 h 6858006"/>
                <a:gd name="connsiteX42" fmla="*/ 5993966 w 9779885"/>
                <a:gd name="connsiteY42" fmla="*/ 610631 h 6858006"/>
                <a:gd name="connsiteX43" fmla="*/ 1470404 w 9779885"/>
                <a:gd name="connsiteY43" fmla="*/ 610631 h 6858006"/>
                <a:gd name="connsiteX44" fmla="*/ 1467352 w 9779885"/>
                <a:gd name="connsiteY44" fmla="*/ 5517667 h 6858006"/>
                <a:gd name="connsiteX45" fmla="*/ 8314368 w 9779885"/>
                <a:gd name="connsiteY45" fmla="*/ 5517667 h 6858006"/>
                <a:gd name="connsiteX46" fmla="*/ 8314368 w 9779885"/>
                <a:gd name="connsiteY46" fmla="*/ 2931031 h 6858006"/>
                <a:gd name="connsiteX47" fmla="*/ 8802874 w 9779885"/>
                <a:gd name="connsiteY47" fmla="*/ 2931031 h 6858006"/>
                <a:gd name="connsiteX48" fmla="*/ 8802874 w 9779885"/>
                <a:gd name="connsiteY48" fmla="*/ 5520109 h 6858006"/>
                <a:gd name="connsiteX49" fmla="*/ 8314368 w 9779885"/>
                <a:gd name="connsiteY49" fmla="*/ 6008006 h 6858006"/>
                <a:gd name="connsiteX50" fmla="*/ 977012 w 9779885"/>
                <a:gd name="connsiteY50" fmla="*/ 6008006 h 6858006"/>
                <a:gd name="connsiteX51" fmla="*/ 977012 w 9779885"/>
                <a:gd name="connsiteY51" fmla="*/ 5992741 h 6858006"/>
                <a:gd name="connsiteX52" fmla="*/ 977012 w 9779885"/>
                <a:gd name="connsiteY52" fmla="*/ 5088391 h 6858006"/>
                <a:gd name="connsiteX53" fmla="*/ 978846 w 9779885"/>
                <a:gd name="connsiteY53" fmla="*/ 5088391 h 6858006"/>
                <a:gd name="connsiteX54" fmla="*/ 986782 w 9779885"/>
                <a:gd name="connsiteY54" fmla="*/ 609407 h 6858006"/>
                <a:gd name="connsiteX55" fmla="*/ 1475289 w 9779885"/>
                <a:gd name="connsiteY55" fmla="*/ 122126 h 6858006"/>
                <a:gd name="connsiteX56" fmla="*/ 8192242 w 9779885"/>
                <a:gd name="connsiteY56" fmla="*/ 0 h 6858006"/>
                <a:gd name="connsiteX57" fmla="*/ 8925001 w 9779885"/>
                <a:gd name="connsiteY57" fmla="*/ 0 h 6858006"/>
                <a:gd name="connsiteX58" fmla="*/ 8925001 w 9779885"/>
                <a:gd name="connsiteY58" fmla="*/ 732758 h 6858006"/>
                <a:gd name="connsiteX59" fmla="*/ 8192242 w 9779885"/>
                <a:gd name="connsiteY59" fmla="*/ 732758 h 6858006"/>
                <a:gd name="connsiteX60" fmla="*/ 7215230 w 9779885"/>
                <a:gd name="connsiteY60" fmla="*/ 0 h 6858006"/>
                <a:gd name="connsiteX61" fmla="*/ 7947989 w 9779885"/>
                <a:gd name="connsiteY61" fmla="*/ 0 h 6858006"/>
                <a:gd name="connsiteX62" fmla="*/ 7947989 w 9779885"/>
                <a:gd name="connsiteY62" fmla="*/ 732758 h 6858006"/>
                <a:gd name="connsiteX63" fmla="*/ 7215230 w 9779885"/>
                <a:gd name="connsiteY63" fmla="*/ 732758 h 6858006"/>
                <a:gd name="connsiteX64" fmla="*/ 6238218 w 9779885"/>
                <a:gd name="connsiteY64" fmla="*/ 0 h 6858006"/>
                <a:gd name="connsiteX65" fmla="*/ 6970977 w 9779885"/>
                <a:gd name="connsiteY65" fmla="*/ 0 h 6858006"/>
                <a:gd name="connsiteX66" fmla="*/ 6970977 w 9779885"/>
                <a:gd name="connsiteY66" fmla="*/ 732757 h 6858006"/>
                <a:gd name="connsiteX67" fmla="*/ 6238218 w 9779885"/>
                <a:gd name="connsiteY67" fmla="*/ 732757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779885" h="6858006">
                  <a:moveTo>
                    <a:pt x="3052" y="6371943"/>
                  </a:moveTo>
                  <a:lnTo>
                    <a:pt x="3916597" y="6371943"/>
                  </a:lnTo>
                  <a:cubicBezTo>
                    <a:pt x="3917816" y="6505673"/>
                    <a:pt x="4026511" y="6613753"/>
                    <a:pt x="4160850" y="6613753"/>
                  </a:cubicBezTo>
                  <a:lnTo>
                    <a:pt x="5618425" y="6613753"/>
                  </a:lnTo>
                  <a:cubicBezTo>
                    <a:pt x="5752764" y="6613753"/>
                    <a:pt x="5861459" y="6505673"/>
                    <a:pt x="5862678" y="6371943"/>
                  </a:cubicBezTo>
                  <a:lnTo>
                    <a:pt x="9779885" y="6371943"/>
                  </a:lnTo>
                  <a:lnTo>
                    <a:pt x="9776834" y="6858006"/>
                  </a:lnTo>
                  <a:lnTo>
                    <a:pt x="0" y="6858006"/>
                  </a:lnTo>
                  <a:close/>
                  <a:moveTo>
                    <a:pt x="7215230" y="1954022"/>
                  </a:moveTo>
                  <a:lnTo>
                    <a:pt x="7947989" y="1954022"/>
                  </a:lnTo>
                  <a:lnTo>
                    <a:pt x="7947989" y="2686780"/>
                  </a:lnTo>
                  <a:lnTo>
                    <a:pt x="7215230" y="2686780"/>
                  </a:lnTo>
                  <a:close/>
                  <a:moveTo>
                    <a:pt x="6238218" y="1954021"/>
                  </a:moveTo>
                  <a:lnTo>
                    <a:pt x="6970977" y="1954021"/>
                  </a:lnTo>
                  <a:lnTo>
                    <a:pt x="6970977" y="2686779"/>
                  </a:lnTo>
                  <a:lnTo>
                    <a:pt x="6238218" y="2686779"/>
                  </a:lnTo>
                  <a:close/>
                  <a:moveTo>
                    <a:pt x="3431143" y="1104632"/>
                  </a:moveTo>
                  <a:lnTo>
                    <a:pt x="3919649" y="1104632"/>
                  </a:lnTo>
                  <a:lnTo>
                    <a:pt x="3919649" y="1348885"/>
                  </a:lnTo>
                  <a:lnTo>
                    <a:pt x="3431143" y="1348885"/>
                  </a:lnTo>
                  <a:close/>
                  <a:moveTo>
                    <a:pt x="2207438" y="1102189"/>
                  </a:moveTo>
                  <a:lnTo>
                    <a:pt x="3186889" y="1102189"/>
                  </a:lnTo>
                  <a:lnTo>
                    <a:pt x="3186889" y="1346442"/>
                  </a:lnTo>
                  <a:lnTo>
                    <a:pt x="2208047" y="1346442"/>
                  </a:lnTo>
                  <a:lnTo>
                    <a:pt x="2208047" y="2808291"/>
                  </a:lnTo>
                  <a:lnTo>
                    <a:pt x="1963794" y="2808291"/>
                  </a:lnTo>
                  <a:lnTo>
                    <a:pt x="1963794" y="1345833"/>
                  </a:lnTo>
                  <a:cubicBezTo>
                    <a:pt x="1963794" y="1211494"/>
                    <a:pt x="2073099" y="1102189"/>
                    <a:pt x="2207438" y="1102189"/>
                  </a:cubicBezTo>
                  <a:close/>
                  <a:moveTo>
                    <a:pt x="6238218" y="977010"/>
                  </a:moveTo>
                  <a:lnTo>
                    <a:pt x="6970977" y="977010"/>
                  </a:lnTo>
                  <a:lnTo>
                    <a:pt x="6970977" y="1709768"/>
                  </a:lnTo>
                  <a:lnTo>
                    <a:pt x="6238218" y="1709768"/>
                  </a:lnTo>
                  <a:close/>
                  <a:moveTo>
                    <a:pt x="8192242" y="977010"/>
                  </a:moveTo>
                  <a:lnTo>
                    <a:pt x="8925001" y="977010"/>
                  </a:lnTo>
                  <a:lnTo>
                    <a:pt x="8925001" y="1709768"/>
                  </a:lnTo>
                  <a:lnTo>
                    <a:pt x="8192242" y="1709768"/>
                  </a:lnTo>
                  <a:close/>
                  <a:moveTo>
                    <a:pt x="7215230" y="977010"/>
                  </a:moveTo>
                  <a:lnTo>
                    <a:pt x="7947989" y="977010"/>
                  </a:lnTo>
                  <a:lnTo>
                    <a:pt x="7947989" y="1709768"/>
                  </a:lnTo>
                  <a:lnTo>
                    <a:pt x="7215230" y="1709768"/>
                  </a:lnTo>
                  <a:close/>
                  <a:moveTo>
                    <a:pt x="1475289" y="122126"/>
                  </a:moveTo>
                  <a:lnTo>
                    <a:pt x="5993966" y="122126"/>
                  </a:lnTo>
                  <a:lnTo>
                    <a:pt x="5993966" y="610631"/>
                  </a:lnTo>
                  <a:lnTo>
                    <a:pt x="1470404" y="610631"/>
                  </a:lnTo>
                  <a:lnTo>
                    <a:pt x="1467352" y="5517667"/>
                  </a:lnTo>
                  <a:lnTo>
                    <a:pt x="8314368" y="5517667"/>
                  </a:lnTo>
                  <a:lnTo>
                    <a:pt x="8314368" y="2931031"/>
                  </a:lnTo>
                  <a:lnTo>
                    <a:pt x="8802874" y="2931031"/>
                  </a:lnTo>
                  <a:lnTo>
                    <a:pt x="8802874" y="5520109"/>
                  </a:lnTo>
                  <a:cubicBezTo>
                    <a:pt x="8802874" y="5789396"/>
                    <a:pt x="8584272" y="6008006"/>
                    <a:pt x="8314368" y="6008006"/>
                  </a:cubicBezTo>
                  <a:lnTo>
                    <a:pt x="977012" y="6008006"/>
                  </a:lnTo>
                  <a:lnTo>
                    <a:pt x="977012" y="5992741"/>
                  </a:lnTo>
                  <a:lnTo>
                    <a:pt x="977012" y="5088391"/>
                  </a:lnTo>
                  <a:lnTo>
                    <a:pt x="978846" y="5088391"/>
                  </a:lnTo>
                  <a:lnTo>
                    <a:pt x="986782" y="609407"/>
                  </a:lnTo>
                  <a:cubicBezTo>
                    <a:pt x="987392" y="340120"/>
                    <a:pt x="1206001" y="122126"/>
                    <a:pt x="1475289" y="122126"/>
                  </a:cubicBezTo>
                  <a:close/>
                  <a:moveTo>
                    <a:pt x="8192242" y="0"/>
                  </a:moveTo>
                  <a:lnTo>
                    <a:pt x="8925001" y="0"/>
                  </a:lnTo>
                  <a:lnTo>
                    <a:pt x="8925001" y="732758"/>
                  </a:lnTo>
                  <a:lnTo>
                    <a:pt x="8192242" y="732758"/>
                  </a:lnTo>
                  <a:close/>
                  <a:moveTo>
                    <a:pt x="7215230" y="0"/>
                  </a:moveTo>
                  <a:lnTo>
                    <a:pt x="7947989" y="0"/>
                  </a:lnTo>
                  <a:lnTo>
                    <a:pt x="7947989" y="732758"/>
                  </a:lnTo>
                  <a:lnTo>
                    <a:pt x="7215230" y="732758"/>
                  </a:lnTo>
                  <a:close/>
                  <a:moveTo>
                    <a:pt x="6238218" y="0"/>
                  </a:moveTo>
                  <a:lnTo>
                    <a:pt x="6970977" y="0"/>
                  </a:lnTo>
                  <a:lnTo>
                    <a:pt x="6970977" y="732757"/>
                  </a:lnTo>
                  <a:lnTo>
                    <a:pt x="6238218" y="732757"/>
                  </a:lnTo>
                  <a:close/>
                </a:path>
              </a:pathLst>
            </a:custGeom>
            <a:solidFill>
              <a:schemeClr val="accent2"/>
            </a:solidFill>
            <a:ln w="9525" cap="flat">
              <a:noFill/>
              <a:prstDash val="solid"/>
              <a:miter/>
            </a:ln>
          </p:spPr>
          <p:txBody>
            <a:bodyPr wrap="square" rtlCol="0" anchor="ctr">
              <a:noAutofit/>
            </a:bodyPr>
            <a:lstStyle/>
            <a:p>
              <a:endParaRPr lang="en-US"/>
            </a:p>
          </p:txBody>
        </p:sp>
        <p:sp>
          <p:nvSpPr>
            <p:cNvPr id="1309" name="Freeform: Shape 1308">
              <a:extLst>
                <a:ext uri="{FF2B5EF4-FFF2-40B4-BE49-F238E27FC236}">
                  <a16:creationId xmlns:a16="http://schemas.microsoft.com/office/drawing/2014/main" id="{BBD261F7-B488-2168-1155-F8AE34CCDD18}"/>
                </a:ext>
                <a:ext uri="{C183D7F6-B498-43B3-948B-1728B52AA6E4}">
                  <adec:decorative xmlns:adec="http://schemas.microsoft.com/office/drawing/2017/decorative" val="1"/>
                </a:ext>
              </a:extLst>
            </p:cNvPr>
            <p:cNvSpPr/>
            <p:nvPr/>
          </p:nvSpPr>
          <p:spPr>
            <a:xfrm>
              <a:off x="11446395" y="2353971"/>
              <a:ext cx="48851" cy="48850"/>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a:p>
          </p:txBody>
        </p:sp>
      </p:grpSp>
      <p:grpSp>
        <p:nvGrpSpPr>
          <p:cNvPr id="89" name="Group 88">
            <a:extLst>
              <a:ext uri="{FF2B5EF4-FFF2-40B4-BE49-F238E27FC236}">
                <a16:creationId xmlns:a16="http://schemas.microsoft.com/office/drawing/2014/main" id="{D9D46C6C-AC0C-6434-4C1C-E3C347105FF7}"/>
              </a:ext>
              <a:ext uri="{C183D7F6-B498-43B3-948B-1728B52AA6E4}">
                <adec:decorative xmlns:adec="http://schemas.microsoft.com/office/drawing/2017/decorative" val="1"/>
              </a:ext>
            </a:extLst>
          </p:cNvPr>
          <p:cNvGrpSpPr>
            <a:grpSpLocks noChangeAspect="1"/>
          </p:cNvGrpSpPr>
          <p:nvPr/>
        </p:nvGrpSpPr>
        <p:grpSpPr>
          <a:xfrm>
            <a:off x="639763" y="2930159"/>
            <a:ext cx="568737" cy="457200"/>
            <a:chOff x="639763" y="2930159"/>
            <a:chExt cx="568737" cy="457200"/>
          </a:xfrm>
          <a:solidFill>
            <a:srgbClr val="FF0000"/>
          </a:solidFill>
        </p:grpSpPr>
        <p:sp>
          <p:nvSpPr>
            <p:cNvPr id="1330" name="Freeform: Shape 1329">
              <a:extLst>
                <a:ext uri="{FF2B5EF4-FFF2-40B4-BE49-F238E27FC236}">
                  <a16:creationId xmlns:a16="http://schemas.microsoft.com/office/drawing/2014/main" id="{F070C2BA-4E39-829D-4F73-C5CAAE28495E}"/>
                </a:ext>
                <a:ext uri="{C183D7F6-B498-43B3-948B-1728B52AA6E4}">
                  <adec:decorative xmlns:adec="http://schemas.microsoft.com/office/drawing/2017/decorative" val="1"/>
                </a:ext>
              </a:extLst>
            </p:cNvPr>
            <p:cNvSpPr/>
            <p:nvPr/>
          </p:nvSpPr>
          <p:spPr>
            <a:xfrm flipH="1">
              <a:off x="639763" y="2996206"/>
              <a:ext cx="568737" cy="391153"/>
            </a:xfrm>
            <a:custGeom>
              <a:avLst/>
              <a:gdLst>
                <a:gd name="connsiteX0" fmla="*/ 8433130 w 8531055"/>
                <a:gd name="connsiteY0" fmla="*/ 5401183 h 5867305"/>
                <a:gd name="connsiteX1" fmla="*/ 8340011 w 8531055"/>
                <a:gd name="connsiteY1" fmla="*/ 5404648 h 5867305"/>
                <a:gd name="connsiteX2" fmla="*/ 6559752 w 8531055"/>
                <a:gd name="connsiteY2" fmla="*/ 5403680 h 5867305"/>
                <a:gd name="connsiteX3" fmla="*/ 6427155 w 8531055"/>
                <a:gd name="connsiteY3" fmla="*/ 5403704 h 5867305"/>
                <a:gd name="connsiteX4" fmla="*/ 5116788 w 8531055"/>
                <a:gd name="connsiteY4" fmla="*/ 5403713 h 5867305"/>
                <a:gd name="connsiteX5" fmla="*/ 5081067 w 8531055"/>
                <a:gd name="connsiteY5" fmla="*/ 5451092 h 5867305"/>
                <a:gd name="connsiteX6" fmla="*/ 4822136 w 8531055"/>
                <a:gd name="connsiteY6" fmla="*/ 5628368 h 5867305"/>
                <a:gd name="connsiteX7" fmla="*/ 4500219 w 8531055"/>
                <a:gd name="connsiteY7" fmla="*/ 5629805 h 5867305"/>
                <a:gd name="connsiteX8" fmla="*/ 3818415 w 8531055"/>
                <a:gd name="connsiteY8" fmla="*/ 5629829 h 5867305"/>
                <a:gd name="connsiteX9" fmla="*/ 3742662 w 8531055"/>
                <a:gd name="connsiteY9" fmla="*/ 5629944 h 5867305"/>
                <a:gd name="connsiteX10" fmla="*/ 3410853 w 8531055"/>
                <a:gd name="connsiteY10" fmla="*/ 5404607 h 5867305"/>
                <a:gd name="connsiteX11" fmla="*/ 92789 w 8531055"/>
                <a:gd name="connsiteY11" fmla="*/ 5405166 h 5867305"/>
                <a:gd name="connsiteX12" fmla="*/ 10198 w 8531055"/>
                <a:gd name="connsiteY12" fmla="*/ 5420149 h 5867305"/>
                <a:gd name="connsiteX13" fmla="*/ 4410 w 8531055"/>
                <a:gd name="connsiteY13" fmla="*/ 5843672 h 5867305"/>
                <a:gd name="connsiteX14" fmla="*/ 119364 w 8531055"/>
                <a:gd name="connsiteY14" fmla="*/ 5864607 h 5867305"/>
                <a:gd name="connsiteX15" fmla="*/ 251879 w 8531055"/>
                <a:gd name="connsiteY15" fmla="*/ 5865634 h 5867305"/>
                <a:gd name="connsiteX16" fmla="*/ 8281992 w 8531055"/>
                <a:gd name="connsiteY16" fmla="*/ 5865116 h 5867305"/>
                <a:gd name="connsiteX17" fmla="*/ 8513633 w 8531055"/>
                <a:gd name="connsiteY17" fmla="*/ 5848902 h 5867305"/>
                <a:gd name="connsiteX18" fmla="*/ 8523140 w 8531055"/>
                <a:gd name="connsiteY18" fmla="*/ 5439286 h 5867305"/>
                <a:gd name="connsiteX19" fmla="*/ 8433130 w 8531055"/>
                <a:gd name="connsiteY19" fmla="*/ 5401183 h 5867305"/>
                <a:gd name="connsiteX20" fmla="*/ 3690824 w 8531055"/>
                <a:gd name="connsiteY20" fmla="*/ 4244610 h 5867305"/>
                <a:gd name="connsiteX21" fmla="*/ 3202207 w 8531055"/>
                <a:gd name="connsiteY21" fmla="*/ 4244610 h 5867305"/>
                <a:gd name="connsiteX22" fmla="*/ 3202207 w 8531055"/>
                <a:gd name="connsiteY22" fmla="*/ 4478174 h 5867305"/>
                <a:gd name="connsiteX23" fmla="*/ 3690824 w 8531055"/>
                <a:gd name="connsiteY23" fmla="*/ 4478174 h 5867305"/>
                <a:gd name="connsiteX24" fmla="*/ 4392644 w 8531055"/>
                <a:gd name="connsiteY24" fmla="*/ 4244268 h 5867305"/>
                <a:gd name="connsiteX25" fmla="*/ 3933777 w 8531055"/>
                <a:gd name="connsiteY25" fmla="*/ 4244268 h 5867305"/>
                <a:gd name="connsiteX26" fmla="*/ 3933777 w 8531055"/>
                <a:gd name="connsiteY26" fmla="*/ 4476600 h 5867305"/>
                <a:gd name="connsiteX27" fmla="*/ 4392644 w 8531055"/>
                <a:gd name="connsiteY27" fmla="*/ 4476600 h 5867305"/>
                <a:gd name="connsiteX28" fmla="*/ 5133717 w 8531055"/>
                <a:gd name="connsiteY28" fmla="*/ 4243767 h 5867305"/>
                <a:gd name="connsiteX29" fmla="*/ 4644821 w 8531055"/>
                <a:gd name="connsiteY29" fmla="*/ 4243767 h 5867305"/>
                <a:gd name="connsiteX30" fmla="*/ 4644821 w 8531055"/>
                <a:gd name="connsiteY30" fmla="*/ 4477142 h 5867305"/>
                <a:gd name="connsiteX31" fmla="*/ 5133717 w 8531055"/>
                <a:gd name="connsiteY31" fmla="*/ 4477142 h 5867305"/>
                <a:gd name="connsiteX32" fmla="*/ 5219724 w 8531055"/>
                <a:gd name="connsiteY32" fmla="*/ 2604622 h 5867305"/>
                <a:gd name="connsiteX33" fmla="*/ 5190339 w 8531055"/>
                <a:gd name="connsiteY33" fmla="*/ 2606863 h 5867305"/>
                <a:gd name="connsiteX34" fmla="*/ 5160955 w 8531055"/>
                <a:gd name="connsiteY34" fmla="*/ 2604622 h 5867305"/>
                <a:gd name="connsiteX35" fmla="*/ 5034411 w 8531055"/>
                <a:gd name="connsiteY35" fmla="*/ 2618753 h 5867305"/>
                <a:gd name="connsiteX36" fmla="*/ 4979954 w 8531055"/>
                <a:gd name="connsiteY36" fmla="*/ 2622908 h 5867305"/>
                <a:gd name="connsiteX37" fmla="*/ 4967894 w 8531055"/>
                <a:gd name="connsiteY37" fmla="*/ 2626180 h 5867305"/>
                <a:gd name="connsiteX38" fmla="*/ 4921930 w 8531055"/>
                <a:gd name="connsiteY38" fmla="*/ 2631314 h 5867305"/>
                <a:gd name="connsiteX39" fmla="*/ 4684141 w 8531055"/>
                <a:gd name="connsiteY39" fmla="*/ 2701047 h 5867305"/>
                <a:gd name="connsiteX40" fmla="*/ 4211354 w 8531055"/>
                <a:gd name="connsiteY40" fmla="*/ 3004732 h 5867305"/>
                <a:gd name="connsiteX41" fmla="*/ 4174918 w 8531055"/>
                <a:gd name="connsiteY41" fmla="*/ 3054055 h 5867305"/>
                <a:gd name="connsiteX42" fmla="*/ 4142050 w 8531055"/>
                <a:gd name="connsiteY42" fmla="*/ 3081124 h 5867305"/>
                <a:gd name="connsiteX43" fmla="*/ 4128412 w 8531055"/>
                <a:gd name="connsiteY43" fmla="*/ 3117013 h 5867305"/>
                <a:gd name="connsiteX44" fmla="*/ 3960970 w 8531055"/>
                <a:gd name="connsiteY44" fmla="*/ 3343688 h 5867305"/>
                <a:gd name="connsiteX45" fmla="*/ 3822400 w 8531055"/>
                <a:gd name="connsiteY45" fmla="*/ 3743496 h 5867305"/>
                <a:gd name="connsiteX46" fmla="*/ 3798921 w 8531055"/>
                <a:gd name="connsiteY46" fmla="*/ 3892096 h 5867305"/>
                <a:gd name="connsiteX47" fmla="*/ 3808149 w 8531055"/>
                <a:gd name="connsiteY47" fmla="*/ 3989383 h 5867305"/>
                <a:gd name="connsiteX48" fmla="*/ 3927412 w 8531055"/>
                <a:gd name="connsiteY48" fmla="*/ 3995843 h 5867305"/>
                <a:gd name="connsiteX49" fmla="*/ 4061831 w 8531055"/>
                <a:gd name="connsiteY49" fmla="*/ 3989191 h 5867305"/>
                <a:gd name="connsiteX50" fmla="*/ 4113366 w 8531055"/>
                <a:gd name="connsiteY50" fmla="*/ 3710067 h 5867305"/>
                <a:gd name="connsiteX51" fmla="*/ 4364130 w 8531055"/>
                <a:gd name="connsiteY51" fmla="*/ 3277864 h 5867305"/>
                <a:gd name="connsiteX52" fmla="*/ 4484806 w 8531055"/>
                <a:gd name="connsiteY52" fmla="*/ 3157960 h 5867305"/>
                <a:gd name="connsiteX53" fmla="*/ 4512010 w 8531055"/>
                <a:gd name="connsiteY53" fmla="*/ 3133626 h 5867305"/>
                <a:gd name="connsiteX54" fmla="*/ 4667302 w 8531055"/>
                <a:gd name="connsiteY54" fmla="*/ 3026983 h 5867305"/>
                <a:gd name="connsiteX55" fmla="*/ 4856227 w 8531055"/>
                <a:gd name="connsiteY55" fmla="*/ 2940351 h 5867305"/>
                <a:gd name="connsiteX56" fmla="*/ 5041597 w 8531055"/>
                <a:gd name="connsiteY56" fmla="*/ 2896567 h 5867305"/>
                <a:gd name="connsiteX57" fmla="*/ 5072763 w 8531055"/>
                <a:gd name="connsiteY57" fmla="*/ 2892338 h 5867305"/>
                <a:gd name="connsiteX58" fmla="*/ 5190339 w 8531055"/>
                <a:gd name="connsiteY58" fmla="*/ 2889667 h 5867305"/>
                <a:gd name="connsiteX59" fmla="*/ 5307916 w 8531055"/>
                <a:gd name="connsiteY59" fmla="*/ 2892338 h 5867305"/>
                <a:gd name="connsiteX60" fmla="*/ 5339082 w 8531055"/>
                <a:gd name="connsiteY60" fmla="*/ 2896567 h 5867305"/>
                <a:gd name="connsiteX61" fmla="*/ 5524455 w 8531055"/>
                <a:gd name="connsiteY61" fmla="*/ 2940351 h 5867305"/>
                <a:gd name="connsiteX62" fmla="*/ 5713380 w 8531055"/>
                <a:gd name="connsiteY62" fmla="*/ 3026983 h 5867305"/>
                <a:gd name="connsiteX63" fmla="*/ 5868669 w 8531055"/>
                <a:gd name="connsiteY63" fmla="*/ 3133626 h 5867305"/>
                <a:gd name="connsiteX64" fmla="*/ 5895873 w 8531055"/>
                <a:gd name="connsiteY64" fmla="*/ 3157960 h 5867305"/>
                <a:gd name="connsiteX65" fmla="*/ 6016549 w 8531055"/>
                <a:gd name="connsiteY65" fmla="*/ 3277864 h 5867305"/>
                <a:gd name="connsiteX66" fmla="*/ 6267312 w 8531055"/>
                <a:gd name="connsiteY66" fmla="*/ 3710067 h 5867305"/>
                <a:gd name="connsiteX67" fmla="*/ 6318846 w 8531055"/>
                <a:gd name="connsiteY67" fmla="*/ 3989191 h 5867305"/>
                <a:gd name="connsiteX68" fmla="*/ 6453265 w 8531055"/>
                <a:gd name="connsiteY68" fmla="*/ 3995843 h 5867305"/>
                <a:gd name="connsiteX69" fmla="*/ 6572529 w 8531055"/>
                <a:gd name="connsiteY69" fmla="*/ 3989383 h 5867305"/>
                <a:gd name="connsiteX70" fmla="*/ 6581756 w 8531055"/>
                <a:gd name="connsiteY70" fmla="*/ 3892096 h 5867305"/>
                <a:gd name="connsiteX71" fmla="*/ 6558277 w 8531055"/>
                <a:gd name="connsiteY71" fmla="*/ 3743496 h 5867305"/>
                <a:gd name="connsiteX72" fmla="*/ 6419707 w 8531055"/>
                <a:gd name="connsiteY72" fmla="*/ 3343688 h 5867305"/>
                <a:gd name="connsiteX73" fmla="*/ 6252265 w 8531055"/>
                <a:gd name="connsiteY73" fmla="*/ 3117013 h 5867305"/>
                <a:gd name="connsiteX74" fmla="*/ 6238627 w 8531055"/>
                <a:gd name="connsiteY74" fmla="*/ 3081124 h 5867305"/>
                <a:gd name="connsiteX75" fmla="*/ 6205762 w 8531055"/>
                <a:gd name="connsiteY75" fmla="*/ 3054055 h 5867305"/>
                <a:gd name="connsiteX76" fmla="*/ 6169328 w 8531055"/>
                <a:gd name="connsiteY76" fmla="*/ 3004732 h 5867305"/>
                <a:gd name="connsiteX77" fmla="*/ 5696537 w 8531055"/>
                <a:gd name="connsiteY77" fmla="*/ 2701047 h 5867305"/>
                <a:gd name="connsiteX78" fmla="*/ 5458752 w 8531055"/>
                <a:gd name="connsiteY78" fmla="*/ 2631314 h 5867305"/>
                <a:gd name="connsiteX79" fmla="*/ 5412788 w 8531055"/>
                <a:gd name="connsiteY79" fmla="*/ 2626180 h 5867305"/>
                <a:gd name="connsiteX80" fmla="*/ 5400728 w 8531055"/>
                <a:gd name="connsiteY80" fmla="*/ 2622908 h 5867305"/>
                <a:gd name="connsiteX81" fmla="*/ 5346268 w 8531055"/>
                <a:gd name="connsiteY81" fmla="*/ 2618753 h 5867305"/>
                <a:gd name="connsiteX82" fmla="*/ 5127537 w 8531055"/>
                <a:gd name="connsiteY82" fmla="*/ 1026770 h 5867305"/>
                <a:gd name="connsiteX83" fmla="*/ 5647785 w 8531055"/>
                <a:gd name="connsiteY83" fmla="*/ 1249758 h 5867305"/>
                <a:gd name="connsiteX84" fmla="*/ 5746657 w 8531055"/>
                <a:gd name="connsiteY84" fmla="*/ 1863724 h 5867305"/>
                <a:gd name="connsiteX85" fmla="*/ 5479491 w 8531055"/>
                <a:gd name="connsiteY85" fmla="*/ 2169542 h 5867305"/>
                <a:gd name="connsiteX86" fmla="*/ 5138027 w 8531055"/>
                <a:gd name="connsiteY86" fmla="*/ 2258298 h 5867305"/>
                <a:gd name="connsiteX87" fmla="*/ 4638046 w 8531055"/>
                <a:gd name="connsiteY87" fmla="*/ 1924042 h 5867305"/>
                <a:gd name="connsiteX88" fmla="*/ 4673201 w 8531055"/>
                <a:gd name="connsiteY88" fmla="*/ 1298664 h 5867305"/>
                <a:gd name="connsiteX89" fmla="*/ 4778722 w 8531055"/>
                <a:gd name="connsiteY89" fmla="*/ 1190138 h 5867305"/>
                <a:gd name="connsiteX90" fmla="*/ 5127537 w 8531055"/>
                <a:gd name="connsiteY90" fmla="*/ 1026770 h 5867305"/>
                <a:gd name="connsiteX91" fmla="*/ 7613735 w 8531055"/>
                <a:gd name="connsiteY91" fmla="*/ 852134 h 5867305"/>
                <a:gd name="connsiteX92" fmla="*/ 7168709 w 8531055"/>
                <a:gd name="connsiteY92" fmla="*/ 852134 h 5867305"/>
                <a:gd name="connsiteX93" fmla="*/ 7168709 w 8531055"/>
                <a:gd name="connsiteY93" fmla="*/ 4308031 h 5867305"/>
                <a:gd name="connsiteX94" fmla="*/ 7168763 w 8531055"/>
                <a:gd name="connsiteY94" fmla="*/ 4308031 h 5867305"/>
                <a:gd name="connsiteX95" fmla="*/ 7168708 w 8531055"/>
                <a:gd name="connsiteY95" fmla="*/ 4432093 h 5867305"/>
                <a:gd name="connsiteX96" fmla="*/ 7144152 w 8531055"/>
                <a:gd name="connsiteY96" fmla="*/ 4653094 h 5867305"/>
                <a:gd name="connsiteX97" fmla="*/ 1364855 w 8531055"/>
                <a:gd name="connsiteY97" fmla="*/ 4667897 h 5867305"/>
                <a:gd name="connsiteX98" fmla="*/ 1273290 w 8531055"/>
                <a:gd name="connsiteY98" fmla="*/ 4655631 h 5867305"/>
                <a:gd name="connsiteX99" fmla="*/ 1254588 w 8531055"/>
                <a:gd name="connsiteY99" fmla="*/ 4443784 h 5867305"/>
                <a:gd name="connsiteX100" fmla="*/ 1253291 w 8531055"/>
                <a:gd name="connsiteY100" fmla="*/ 1468542 h 5867305"/>
                <a:gd name="connsiteX101" fmla="*/ 1230254 w 8531055"/>
                <a:gd name="connsiteY101" fmla="*/ 1258821 h 5867305"/>
                <a:gd name="connsiteX102" fmla="*/ 1024919 w 8531055"/>
                <a:gd name="connsiteY102" fmla="*/ 1246092 h 5867305"/>
                <a:gd name="connsiteX103" fmla="*/ 810755 w 8531055"/>
                <a:gd name="connsiteY103" fmla="*/ 1257056 h 5867305"/>
                <a:gd name="connsiteX104" fmla="*/ 794360 w 8531055"/>
                <a:gd name="connsiteY104" fmla="*/ 1386681 h 5867305"/>
                <a:gd name="connsiteX105" fmla="*/ 794007 w 8531055"/>
                <a:gd name="connsiteY105" fmla="*/ 4987285 h 5867305"/>
                <a:gd name="connsiteX106" fmla="*/ 802611 w 8531055"/>
                <a:gd name="connsiteY106" fmla="*/ 5108406 h 5867305"/>
                <a:gd name="connsiteX107" fmla="*/ 916087 w 8531055"/>
                <a:gd name="connsiteY107" fmla="*/ 5122855 h 5867305"/>
                <a:gd name="connsiteX108" fmla="*/ 1029761 w 8531055"/>
                <a:gd name="connsiteY108" fmla="*/ 5123512 h 5867305"/>
                <a:gd name="connsiteX109" fmla="*/ 7074984 w 8531055"/>
                <a:gd name="connsiteY109" fmla="*/ 5123972 h 5867305"/>
                <a:gd name="connsiteX110" fmla="*/ 7372871 w 8531055"/>
                <a:gd name="connsiteY110" fmla="*/ 5083891 h 5867305"/>
                <a:gd name="connsiteX111" fmla="*/ 7564998 w 8531055"/>
                <a:gd name="connsiteY111" fmla="*/ 4897371 h 5867305"/>
                <a:gd name="connsiteX112" fmla="*/ 7614430 w 8531055"/>
                <a:gd name="connsiteY112" fmla="*/ 4639441 h 5867305"/>
                <a:gd name="connsiteX113" fmla="*/ 7613735 w 8531055"/>
                <a:gd name="connsiteY113" fmla="*/ 4099207 h 5867305"/>
                <a:gd name="connsiteX114" fmla="*/ 5177344 w 8531055"/>
                <a:gd name="connsiteY114" fmla="*/ 757658 h 5867305"/>
                <a:gd name="connsiteX115" fmla="*/ 4756662 w 8531055"/>
                <a:gd name="connsiteY115" fmla="*/ 864026 h 5867305"/>
                <a:gd name="connsiteX116" fmla="*/ 4466157 w 8531055"/>
                <a:gd name="connsiteY116" fmla="*/ 1123704 h 5867305"/>
                <a:gd name="connsiteX117" fmla="*/ 4551449 w 8531055"/>
                <a:gd name="connsiteY117" fmla="*/ 2264488 h 5867305"/>
                <a:gd name="connsiteX118" fmla="*/ 5544686 w 8531055"/>
                <a:gd name="connsiteY118" fmla="*/ 2439933 h 5867305"/>
                <a:gd name="connsiteX119" fmla="*/ 5727372 w 8531055"/>
                <a:gd name="connsiteY119" fmla="*/ 2341784 h 5867305"/>
                <a:gd name="connsiteX120" fmla="*/ 5877243 w 8531055"/>
                <a:gd name="connsiteY120" fmla="*/ 2202709 h 5867305"/>
                <a:gd name="connsiteX121" fmla="*/ 6056439 w 8531055"/>
                <a:gd name="connsiteY121" fmla="*/ 1769146 h 5867305"/>
                <a:gd name="connsiteX122" fmla="*/ 6024683 w 8531055"/>
                <a:gd name="connsiteY122" fmla="*/ 1396599 h 5867305"/>
                <a:gd name="connsiteX123" fmla="*/ 5663565 w 8531055"/>
                <a:gd name="connsiteY123" fmla="*/ 895051 h 5867305"/>
                <a:gd name="connsiteX124" fmla="*/ 5318356 w 8531055"/>
                <a:gd name="connsiteY124" fmla="*/ 767725 h 5867305"/>
                <a:gd name="connsiteX125" fmla="*/ 5177344 w 8531055"/>
                <a:gd name="connsiteY125" fmla="*/ 757658 h 5867305"/>
                <a:gd name="connsiteX126" fmla="*/ 6767190 w 8531055"/>
                <a:gd name="connsiteY126" fmla="*/ 0 h 5867305"/>
                <a:gd name="connsiteX127" fmla="*/ 3851649 w 8531055"/>
                <a:gd name="connsiteY127" fmla="*/ 0 h 5867305"/>
                <a:gd name="connsiteX128" fmla="*/ 3851649 w 8531055"/>
                <a:gd name="connsiteY128" fmla="*/ 453930 h 5867305"/>
                <a:gd name="connsiteX129" fmla="*/ 6767190 w 8531055"/>
                <a:gd name="connsiteY129" fmla="*/ 453930 h 586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8531055" h="5867305">
                  <a:moveTo>
                    <a:pt x="8433130" y="5401183"/>
                  </a:moveTo>
                  <a:cubicBezTo>
                    <a:pt x="8401903" y="5399493"/>
                    <a:pt x="8370157" y="5404730"/>
                    <a:pt x="8340011" y="5404648"/>
                  </a:cubicBezTo>
                  <a:cubicBezTo>
                    <a:pt x="7746594" y="5403064"/>
                    <a:pt x="7153168" y="5403688"/>
                    <a:pt x="6559752" y="5403680"/>
                  </a:cubicBezTo>
                  <a:cubicBezTo>
                    <a:pt x="6521872" y="5403680"/>
                    <a:pt x="6483991" y="5403688"/>
                    <a:pt x="6427155" y="5403704"/>
                  </a:cubicBezTo>
                  <a:cubicBezTo>
                    <a:pt x="5979184" y="5403713"/>
                    <a:pt x="5550178" y="5403713"/>
                    <a:pt x="5116788" y="5403713"/>
                  </a:cubicBezTo>
                  <a:cubicBezTo>
                    <a:pt x="5103184" y="5421200"/>
                    <a:pt x="5085632" y="5434376"/>
                    <a:pt x="5081067" y="5451092"/>
                  </a:cubicBezTo>
                  <a:cubicBezTo>
                    <a:pt x="5044697" y="5584289"/>
                    <a:pt x="4943363" y="5623417"/>
                    <a:pt x="4822136" y="5628368"/>
                  </a:cubicBezTo>
                  <a:cubicBezTo>
                    <a:pt x="4714989" y="5632744"/>
                    <a:pt x="4607539" y="5629764"/>
                    <a:pt x="4500219" y="5629805"/>
                  </a:cubicBezTo>
                  <a:cubicBezTo>
                    <a:pt x="4272954" y="5629887"/>
                    <a:pt x="4045681" y="5629837"/>
                    <a:pt x="3818415" y="5629829"/>
                  </a:cubicBezTo>
                  <a:cubicBezTo>
                    <a:pt x="3793161" y="5629829"/>
                    <a:pt x="3767875" y="5628926"/>
                    <a:pt x="3742662" y="5629944"/>
                  </a:cubicBezTo>
                  <a:cubicBezTo>
                    <a:pt x="3580575" y="5636487"/>
                    <a:pt x="3459447" y="5579010"/>
                    <a:pt x="3410853" y="5404607"/>
                  </a:cubicBezTo>
                  <a:cubicBezTo>
                    <a:pt x="2301315" y="5404607"/>
                    <a:pt x="1197056" y="5404525"/>
                    <a:pt x="92789" y="5405166"/>
                  </a:cubicBezTo>
                  <a:cubicBezTo>
                    <a:pt x="68997" y="5405182"/>
                    <a:pt x="45204" y="5413556"/>
                    <a:pt x="10198" y="5420149"/>
                  </a:cubicBezTo>
                  <a:cubicBezTo>
                    <a:pt x="-7577" y="5561408"/>
                    <a:pt x="2981" y="5697602"/>
                    <a:pt x="4410" y="5843672"/>
                  </a:cubicBezTo>
                  <a:cubicBezTo>
                    <a:pt x="49080" y="5852120"/>
                    <a:pt x="83955" y="5861873"/>
                    <a:pt x="119364" y="5864607"/>
                  </a:cubicBezTo>
                  <a:cubicBezTo>
                    <a:pt x="163303" y="5867990"/>
                    <a:pt x="207686" y="5865634"/>
                    <a:pt x="251879" y="5865634"/>
                  </a:cubicBezTo>
                  <a:cubicBezTo>
                    <a:pt x="2928581" y="5865642"/>
                    <a:pt x="5605283" y="5865749"/>
                    <a:pt x="8281992" y="5865116"/>
                  </a:cubicBezTo>
                  <a:cubicBezTo>
                    <a:pt x="8356299" y="5865100"/>
                    <a:pt x="8432257" y="5876109"/>
                    <a:pt x="8513633" y="5848902"/>
                  </a:cubicBezTo>
                  <a:cubicBezTo>
                    <a:pt x="8542605" y="5710885"/>
                    <a:pt x="8527746" y="5573797"/>
                    <a:pt x="8523140" y="5439286"/>
                  </a:cubicBezTo>
                  <a:cubicBezTo>
                    <a:pt x="8495066" y="5411491"/>
                    <a:pt x="8464357" y="5402873"/>
                    <a:pt x="8433130" y="5401183"/>
                  </a:cubicBezTo>
                  <a:close/>
                  <a:moveTo>
                    <a:pt x="3690824" y="4244610"/>
                  </a:moveTo>
                  <a:lnTo>
                    <a:pt x="3202207" y="4244610"/>
                  </a:lnTo>
                  <a:lnTo>
                    <a:pt x="3202207" y="4478174"/>
                  </a:lnTo>
                  <a:lnTo>
                    <a:pt x="3690824" y="4478174"/>
                  </a:lnTo>
                  <a:close/>
                  <a:moveTo>
                    <a:pt x="4392644" y="4244268"/>
                  </a:moveTo>
                  <a:lnTo>
                    <a:pt x="3933777" y="4244268"/>
                  </a:lnTo>
                  <a:lnTo>
                    <a:pt x="3933777" y="4476600"/>
                  </a:lnTo>
                  <a:lnTo>
                    <a:pt x="4392644" y="4476600"/>
                  </a:lnTo>
                  <a:close/>
                  <a:moveTo>
                    <a:pt x="5133717" y="4243767"/>
                  </a:moveTo>
                  <a:lnTo>
                    <a:pt x="4644821" y="4243767"/>
                  </a:lnTo>
                  <a:lnTo>
                    <a:pt x="4644821" y="4477142"/>
                  </a:lnTo>
                  <a:lnTo>
                    <a:pt x="5133717" y="4477142"/>
                  </a:lnTo>
                  <a:close/>
                  <a:moveTo>
                    <a:pt x="5219724" y="2604622"/>
                  </a:moveTo>
                  <a:lnTo>
                    <a:pt x="5190339" y="2606863"/>
                  </a:lnTo>
                  <a:lnTo>
                    <a:pt x="5160955" y="2604622"/>
                  </a:lnTo>
                  <a:lnTo>
                    <a:pt x="5034411" y="2618753"/>
                  </a:lnTo>
                  <a:lnTo>
                    <a:pt x="4979954" y="2622908"/>
                  </a:lnTo>
                  <a:lnTo>
                    <a:pt x="4967894" y="2626180"/>
                  </a:lnTo>
                  <a:lnTo>
                    <a:pt x="4921930" y="2631314"/>
                  </a:lnTo>
                  <a:cubicBezTo>
                    <a:pt x="4842431" y="2647494"/>
                    <a:pt x="4763143" y="2670845"/>
                    <a:pt x="4684141" y="2701047"/>
                  </a:cubicBezTo>
                  <a:cubicBezTo>
                    <a:pt x="4506620" y="2768920"/>
                    <a:pt x="4344473" y="2870286"/>
                    <a:pt x="4211354" y="3004732"/>
                  </a:cubicBezTo>
                  <a:lnTo>
                    <a:pt x="4174918" y="3054055"/>
                  </a:lnTo>
                  <a:lnTo>
                    <a:pt x="4142050" y="3081124"/>
                  </a:lnTo>
                  <a:lnTo>
                    <a:pt x="4128412" y="3117013"/>
                  </a:lnTo>
                  <a:lnTo>
                    <a:pt x="3960970" y="3343688"/>
                  </a:lnTo>
                  <a:cubicBezTo>
                    <a:pt x="3895832" y="3467001"/>
                    <a:pt x="3849329" y="3600456"/>
                    <a:pt x="3822400" y="3743496"/>
                  </a:cubicBezTo>
                  <a:cubicBezTo>
                    <a:pt x="3813116" y="3792790"/>
                    <a:pt x="3803286" y="3842253"/>
                    <a:pt x="3798921" y="3892096"/>
                  </a:cubicBezTo>
                  <a:cubicBezTo>
                    <a:pt x="3796367" y="3921240"/>
                    <a:pt x="3804134" y="3951287"/>
                    <a:pt x="3808149" y="3989383"/>
                  </a:cubicBezTo>
                  <a:cubicBezTo>
                    <a:pt x="3853917" y="3992050"/>
                    <a:pt x="3890672" y="3996057"/>
                    <a:pt x="3927412" y="3995843"/>
                  </a:cubicBezTo>
                  <a:cubicBezTo>
                    <a:pt x="3970841" y="3995598"/>
                    <a:pt x="4014267" y="3991722"/>
                    <a:pt x="4061831" y="3989191"/>
                  </a:cubicBezTo>
                  <a:cubicBezTo>
                    <a:pt x="4079477" y="3891791"/>
                    <a:pt x="4091676" y="3799776"/>
                    <a:pt x="4113366" y="3710067"/>
                  </a:cubicBezTo>
                  <a:cubicBezTo>
                    <a:pt x="4153997" y="3542003"/>
                    <a:pt x="4223135" y="3389452"/>
                    <a:pt x="4364130" y="3277864"/>
                  </a:cubicBezTo>
                  <a:cubicBezTo>
                    <a:pt x="4408346" y="3242875"/>
                    <a:pt x="4447542" y="3200595"/>
                    <a:pt x="4484806" y="3157960"/>
                  </a:cubicBezTo>
                  <a:lnTo>
                    <a:pt x="4512010" y="3133626"/>
                  </a:lnTo>
                  <a:lnTo>
                    <a:pt x="4667302" y="3026983"/>
                  </a:lnTo>
                  <a:cubicBezTo>
                    <a:pt x="4728267" y="2992036"/>
                    <a:pt x="4791168" y="2962948"/>
                    <a:pt x="4856227" y="2940351"/>
                  </a:cubicBezTo>
                  <a:lnTo>
                    <a:pt x="5041597" y="2896567"/>
                  </a:lnTo>
                  <a:lnTo>
                    <a:pt x="5072763" y="2892338"/>
                  </a:lnTo>
                  <a:lnTo>
                    <a:pt x="5190339" y="2889667"/>
                  </a:lnTo>
                  <a:lnTo>
                    <a:pt x="5307916" y="2892338"/>
                  </a:lnTo>
                  <a:lnTo>
                    <a:pt x="5339082" y="2896567"/>
                  </a:lnTo>
                  <a:lnTo>
                    <a:pt x="5524455" y="2940351"/>
                  </a:lnTo>
                  <a:cubicBezTo>
                    <a:pt x="5589510" y="2962948"/>
                    <a:pt x="5652415" y="2992036"/>
                    <a:pt x="5713380" y="3026983"/>
                  </a:cubicBezTo>
                  <a:lnTo>
                    <a:pt x="5868669" y="3133626"/>
                  </a:lnTo>
                  <a:lnTo>
                    <a:pt x="5895873" y="3157960"/>
                  </a:lnTo>
                  <a:cubicBezTo>
                    <a:pt x="5933136" y="3200595"/>
                    <a:pt x="5972332" y="3242875"/>
                    <a:pt x="6016549" y="3277864"/>
                  </a:cubicBezTo>
                  <a:cubicBezTo>
                    <a:pt x="6157548" y="3389452"/>
                    <a:pt x="6226681" y="3542003"/>
                    <a:pt x="6267312" y="3710067"/>
                  </a:cubicBezTo>
                  <a:cubicBezTo>
                    <a:pt x="6289002" y="3799776"/>
                    <a:pt x="6301201" y="3891791"/>
                    <a:pt x="6318846" y="3989191"/>
                  </a:cubicBezTo>
                  <a:cubicBezTo>
                    <a:pt x="6366411" y="3991722"/>
                    <a:pt x="6409836" y="3995598"/>
                    <a:pt x="6453265" y="3995843"/>
                  </a:cubicBezTo>
                  <a:cubicBezTo>
                    <a:pt x="6490005" y="3996057"/>
                    <a:pt x="6526761" y="3992050"/>
                    <a:pt x="6572529" y="3989383"/>
                  </a:cubicBezTo>
                  <a:cubicBezTo>
                    <a:pt x="6576544" y="3951287"/>
                    <a:pt x="6584310" y="3921240"/>
                    <a:pt x="6581756" y="3892096"/>
                  </a:cubicBezTo>
                  <a:cubicBezTo>
                    <a:pt x="6577391" y="3842253"/>
                    <a:pt x="6567561" y="3792790"/>
                    <a:pt x="6558277" y="3743496"/>
                  </a:cubicBezTo>
                  <a:cubicBezTo>
                    <a:pt x="6531348" y="3600456"/>
                    <a:pt x="6484846" y="3467001"/>
                    <a:pt x="6419707" y="3343688"/>
                  </a:cubicBezTo>
                  <a:lnTo>
                    <a:pt x="6252265" y="3117013"/>
                  </a:lnTo>
                  <a:lnTo>
                    <a:pt x="6238627" y="3081124"/>
                  </a:lnTo>
                  <a:lnTo>
                    <a:pt x="6205762" y="3054055"/>
                  </a:lnTo>
                  <a:lnTo>
                    <a:pt x="6169328" y="3004732"/>
                  </a:lnTo>
                  <a:cubicBezTo>
                    <a:pt x="6036205" y="2870286"/>
                    <a:pt x="5874058" y="2768920"/>
                    <a:pt x="5696537" y="2701047"/>
                  </a:cubicBezTo>
                  <a:cubicBezTo>
                    <a:pt x="5617536" y="2670845"/>
                    <a:pt x="5538247" y="2647494"/>
                    <a:pt x="5458752" y="2631314"/>
                  </a:cubicBezTo>
                  <a:lnTo>
                    <a:pt x="5412788" y="2626180"/>
                  </a:lnTo>
                  <a:lnTo>
                    <a:pt x="5400728" y="2622908"/>
                  </a:lnTo>
                  <a:lnTo>
                    <a:pt x="5346268" y="2618753"/>
                  </a:lnTo>
                  <a:close/>
                  <a:moveTo>
                    <a:pt x="5127537" y="1026770"/>
                  </a:moveTo>
                  <a:cubicBezTo>
                    <a:pt x="5334486" y="1013244"/>
                    <a:pt x="5542571" y="1113115"/>
                    <a:pt x="5647785" y="1249758"/>
                  </a:cubicBezTo>
                  <a:cubicBezTo>
                    <a:pt x="5782098" y="1424193"/>
                    <a:pt x="5830381" y="1618922"/>
                    <a:pt x="5746657" y="1863724"/>
                  </a:cubicBezTo>
                  <a:cubicBezTo>
                    <a:pt x="5690329" y="1994277"/>
                    <a:pt x="5608444" y="2103657"/>
                    <a:pt x="5479491" y="2169542"/>
                  </a:cubicBezTo>
                  <a:cubicBezTo>
                    <a:pt x="5372582" y="2224170"/>
                    <a:pt x="5257382" y="2275933"/>
                    <a:pt x="5138027" y="2258298"/>
                  </a:cubicBezTo>
                  <a:cubicBezTo>
                    <a:pt x="4923109" y="2226526"/>
                    <a:pt x="4750653" y="2117942"/>
                    <a:pt x="4638046" y="1924042"/>
                  </a:cubicBezTo>
                  <a:cubicBezTo>
                    <a:pt x="4530661" y="1739140"/>
                    <a:pt x="4542894" y="1465177"/>
                    <a:pt x="4673201" y="1298664"/>
                  </a:cubicBezTo>
                  <a:cubicBezTo>
                    <a:pt x="4704111" y="1259167"/>
                    <a:pt x="4743978" y="1226754"/>
                    <a:pt x="4778722" y="1190138"/>
                  </a:cubicBezTo>
                  <a:cubicBezTo>
                    <a:pt x="4879608" y="1083825"/>
                    <a:pt x="5003368" y="1034886"/>
                    <a:pt x="5127537" y="1026770"/>
                  </a:cubicBezTo>
                  <a:close/>
                  <a:moveTo>
                    <a:pt x="7613735" y="852134"/>
                  </a:moveTo>
                  <a:lnTo>
                    <a:pt x="7168709" y="852134"/>
                  </a:lnTo>
                  <a:lnTo>
                    <a:pt x="7168709" y="4308031"/>
                  </a:lnTo>
                  <a:lnTo>
                    <a:pt x="7168763" y="4308031"/>
                  </a:lnTo>
                  <a:lnTo>
                    <a:pt x="7168708" y="4432093"/>
                  </a:lnTo>
                  <a:cubicBezTo>
                    <a:pt x="7168610" y="4506170"/>
                    <a:pt x="7186237" y="4583860"/>
                    <a:pt x="7144152" y="4653094"/>
                  </a:cubicBezTo>
                  <a:cubicBezTo>
                    <a:pt x="6983362" y="4674900"/>
                    <a:pt x="1926877" y="4688142"/>
                    <a:pt x="1364855" y="4667897"/>
                  </a:cubicBezTo>
                  <a:cubicBezTo>
                    <a:pt x="1334635" y="4666813"/>
                    <a:pt x="1304611" y="4659966"/>
                    <a:pt x="1273290" y="4655631"/>
                  </a:cubicBezTo>
                  <a:cubicBezTo>
                    <a:pt x="1243899" y="4581521"/>
                    <a:pt x="1254645" y="4511663"/>
                    <a:pt x="1254588" y="4443784"/>
                  </a:cubicBezTo>
                  <a:cubicBezTo>
                    <a:pt x="1253800" y="3452039"/>
                    <a:pt x="1254391" y="2460287"/>
                    <a:pt x="1253291" y="1468542"/>
                  </a:cubicBezTo>
                  <a:cubicBezTo>
                    <a:pt x="1253217" y="1400482"/>
                    <a:pt x="1268775" y="1329532"/>
                    <a:pt x="1230254" y="1258821"/>
                  </a:cubicBezTo>
                  <a:cubicBezTo>
                    <a:pt x="1162597" y="1249380"/>
                    <a:pt x="1094494" y="1245761"/>
                    <a:pt x="1024919" y="1246092"/>
                  </a:cubicBezTo>
                  <a:cubicBezTo>
                    <a:pt x="955345" y="1246422"/>
                    <a:pt x="884299" y="1250702"/>
                    <a:pt x="810755" y="1257056"/>
                  </a:cubicBezTo>
                  <a:cubicBezTo>
                    <a:pt x="804787" y="1302342"/>
                    <a:pt x="794393" y="1344507"/>
                    <a:pt x="794360" y="1386681"/>
                  </a:cubicBezTo>
                  <a:cubicBezTo>
                    <a:pt x="793489" y="2586883"/>
                    <a:pt x="793588" y="3787084"/>
                    <a:pt x="794007" y="4987285"/>
                  </a:cubicBezTo>
                  <a:cubicBezTo>
                    <a:pt x="794023" y="5024238"/>
                    <a:pt x="799121" y="5061199"/>
                    <a:pt x="802611" y="5108406"/>
                  </a:cubicBezTo>
                  <a:cubicBezTo>
                    <a:pt x="844891" y="5113988"/>
                    <a:pt x="880358" y="5120597"/>
                    <a:pt x="916087" y="5122855"/>
                  </a:cubicBezTo>
                  <a:cubicBezTo>
                    <a:pt x="953845" y="5125236"/>
                    <a:pt x="991856" y="5123512"/>
                    <a:pt x="1029761" y="5123512"/>
                  </a:cubicBezTo>
                  <a:cubicBezTo>
                    <a:pt x="3044838" y="5123512"/>
                    <a:pt x="5059908" y="5123356"/>
                    <a:pt x="7074984" y="5123972"/>
                  </a:cubicBezTo>
                  <a:cubicBezTo>
                    <a:pt x="7176507" y="5123996"/>
                    <a:pt x="7274426" y="5116821"/>
                    <a:pt x="7372871" y="5083891"/>
                  </a:cubicBezTo>
                  <a:cubicBezTo>
                    <a:pt x="7471126" y="5051019"/>
                    <a:pt x="7538480" y="4994641"/>
                    <a:pt x="7564998" y="4897371"/>
                  </a:cubicBezTo>
                  <a:cubicBezTo>
                    <a:pt x="7588003" y="4812973"/>
                    <a:pt x="7614265" y="4725571"/>
                    <a:pt x="7614430" y="4639441"/>
                  </a:cubicBezTo>
                  <a:lnTo>
                    <a:pt x="7613735" y="4099207"/>
                  </a:lnTo>
                  <a:close/>
                  <a:moveTo>
                    <a:pt x="5177344" y="757658"/>
                  </a:moveTo>
                  <a:cubicBezTo>
                    <a:pt x="5036071" y="756020"/>
                    <a:pt x="4894471" y="782619"/>
                    <a:pt x="4756662" y="864026"/>
                  </a:cubicBezTo>
                  <a:cubicBezTo>
                    <a:pt x="4633194" y="935000"/>
                    <a:pt x="4545497" y="1024964"/>
                    <a:pt x="4466157" y="1123704"/>
                  </a:cubicBezTo>
                  <a:cubicBezTo>
                    <a:pt x="4210813" y="1441483"/>
                    <a:pt x="4252889" y="1985788"/>
                    <a:pt x="4551449" y="2264488"/>
                  </a:cubicBezTo>
                  <a:cubicBezTo>
                    <a:pt x="4844196" y="2537754"/>
                    <a:pt x="5185036" y="2598662"/>
                    <a:pt x="5544686" y="2439933"/>
                  </a:cubicBezTo>
                  <a:cubicBezTo>
                    <a:pt x="5607852" y="2412052"/>
                    <a:pt x="5671257" y="2381356"/>
                    <a:pt x="5727372" y="2341784"/>
                  </a:cubicBezTo>
                  <a:cubicBezTo>
                    <a:pt x="5782846" y="2302648"/>
                    <a:pt x="5841078" y="2258323"/>
                    <a:pt x="5877243" y="2202709"/>
                  </a:cubicBezTo>
                  <a:cubicBezTo>
                    <a:pt x="5963233" y="2070457"/>
                    <a:pt x="6026112" y="1925782"/>
                    <a:pt x="6056439" y="1769146"/>
                  </a:cubicBezTo>
                  <a:cubicBezTo>
                    <a:pt x="6081061" y="1642009"/>
                    <a:pt x="6062063" y="1518705"/>
                    <a:pt x="6024683" y="1396599"/>
                  </a:cubicBezTo>
                  <a:cubicBezTo>
                    <a:pt x="5960967" y="1188479"/>
                    <a:pt x="5857941" y="1015588"/>
                    <a:pt x="5663565" y="895051"/>
                  </a:cubicBezTo>
                  <a:cubicBezTo>
                    <a:pt x="5553470" y="826786"/>
                    <a:pt x="5437752" y="782601"/>
                    <a:pt x="5318356" y="767725"/>
                  </a:cubicBezTo>
                  <a:cubicBezTo>
                    <a:pt x="5271490" y="761887"/>
                    <a:pt x="5224435" y="758204"/>
                    <a:pt x="5177344" y="757658"/>
                  </a:cubicBezTo>
                  <a:close/>
                  <a:moveTo>
                    <a:pt x="6767190" y="0"/>
                  </a:moveTo>
                  <a:lnTo>
                    <a:pt x="3851649" y="0"/>
                  </a:lnTo>
                  <a:lnTo>
                    <a:pt x="3851649" y="453930"/>
                  </a:lnTo>
                  <a:lnTo>
                    <a:pt x="6767190" y="453930"/>
                  </a:lnTo>
                  <a:close/>
                </a:path>
              </a:pathLst>
            </a:custGeom>
            <a:solidFill>
              <a:schemeClr val="accent2"/>
            </a:solidFill>
            <a:ln w="1155" cap="flat">
              <a:noFill/>
              <a:prstDash val="solid"/>
              <a:miter/>
            </a:ln>
          </p:spPr>
          <p:txBody>
            <a:bodyPr wrap="square" rtlCol="0" anchor="ctr">
              <a:noAutofit/>
            </a:bodyPr>
            <a:lstStyle/>
            <a:p>
              <a:endParaRPr lang="en-US"/>
            </a:p>
          </p:txBody>
        </p:sp>
        <p:sp>
          <p:nvSpPr>
            <p:cNvPr id="1331" name="Freeform: Shape 1330">
              <a:extLst>
                <a:ext uri="{FF2B5EF4-FFF2-40B4-BE49-F238E27FC236}">
                  <a16:creationId xmlns:a16="http://schemas.microsoft.com/office/drawing/2014/main" id="{E685475E-D796-C3C9-423A-CB82D7809E3A}"/>
                </a:ext>
                <a:ext uri="{C183D7F6-B498-43B3-948B-1728B52AA6E4}">
                  <adec:decorative xmlns:adec="http://schemas.microsoft.com/office/drawing/2017/decorative" val="1"/>
                </a:ext>
              </a:extLst>
            </p:cNvPr>
            <p:cNvSpPr/>
            <p:nvPr/>
          </p:nvSpPr>
          <p:spPr>
            <a:xfrm>
              <a:off x="694538" y="2930159"/>
              <a:ext cx="461171" cy="286926"/>
            </a:xfrm>
            <a:custGeom>
              <a:avLst/>
              <a:gdLst>
                <a:gd name="connsiteX0" fmla="*/ 4308640 w 6917560"/>
                <a:gd name="connsiteY0" fmla="*/ 4047712 h 4303900"/>
                <a:gd name="connsiteX1" fmla="*/ 6122878 w 6917560"/>
                <a:gd name="connsiteY1" fmla="*/ 4047712 h 4303900"/>
                <a:gd name="connsiteX2" fmla="*/ 6122878 w 6917560"/>
                <a:gd name="connsiteY2" fmla="*/ 4303900 h 4303900"/>
                <a:gd name="connsiteX3" fmla="*/ 4308640 w 6917560"/>
                <a:gd name="connsiteY3" fmla="*/ 4303900 h 4303900"/>
                <a:gd name="connsiteX4" fmla="*/ 4309940 w 6917560"/>
                <a:gd name="connsiteY4" fmla="*/ 3481651 h 4303900"/>
                <a:gd name="connsiteX5" fmla="*/ 6122807 w 6917560"/>
                <a:gd name="connsiteY5" fmla="*/ 3481651 h 4303900"/>
                <a:gd name="connsiteX6" fmla="*/ 6122807 w 6917560"/>
                <a:gd name="connsiteY6" fmla="*/ 3739278 h 4303900"/>
                <a:gd name="connsiteX7" fmla="*/ 4309940 w 6917560"/>
                <a:gd name="connsiteY7" fmla="*/ 3739278 h 4303900"/>
                <a:gd name="connsiteX8" fmla="*/ 4308467 w 6917560"/>
                <a:gd name="connsiteY8" fmla="*/ 2917918 h 4303900"/>
                <a:gd name="connsiteX9" fmla="*/ 6123116 w 6917560"/>
                <a:gd name="connsiteY9" fmla="*/ 2917918 h 4303900"/>
                <a:gd name="connsiteX10" fmla="*/ 6123116 w 6917560"/>
                <a:gd name="connsiteY10" fmla="*/ 3173145 h 4303900"/>
                <a:gd name="connsiteX11" fmla="*/ 4308467 w 6917560"/>
                <a:gd name="connsiteY11" fmla="*/ 3173145 h 4303900"/>
                <a:gd name="connsiteX12" fmla="*/ 5569571 w 6917560"/>
                <a:gd name="connsiteY12" fmla="*/ 915940 h 4303900"/>
                <a:gd name="connsiteX13" fmla="*/ 5505196 w 6917560"/>
                <a:gd name="connsiteY13" fmla="*/ 957039 h 4303900"/>
                <a:gd name="connsiteX14" fmla="*/ 5507462 w 6917560"/>
                <a:gd name="connsiteY14" fmla="*/ 1036815 h 4303900"/>
                <a:gd name="connsiteX15" fmla="*/ 5554209 w 6917560"/>
                <a:gd name="connsiteY15" fmla="*/ 1065467 h 4303900"/>
                <a:gd name="connsiteX16" fmla="*/ 5648613 w 6917560"/>
                <a:gd name="connsiteY16" fmla="*/ 1030386 h 4303900"/>
                <a:gd name="connsiteX17" fmla="*/ 5598279 w 6917560"/>
                <a:gd name="connsiteY17" fmla="*/ 924101 h 4303900"/>
                <a:gd name="connsiteX18" fmla="*/ 5569571 w 6917560"/>
                <a:gd name="connsiteY18" fmla="*/ 915940 h 4303900"/>
                <a:gd name="connsiteX19" fmla="*/ 5048458 w 6917560"/>
                <a:gd name="connsiteY19" fmla="*/ 914510 h 4303900"/>
                <a:gd name="connsiteX20" fmla="*/ 5020782 w 6917560"/>
                <a:gd name="connsiteY20" fmla="*/ 926096 h 4303900"/>
                <a:gd name="connsiteX21" fmla="*/ 4970619 w 6917560"/>
                <a:gd name="connsiteY21" fmla="*/ 1008112 h 4303900"/>
                <a:gd name="connsiteX22" fmla="*/ 5054048 w 6917560"/>
                <a:gd name="connsiteY22" fmla="*/ 1071352 h 4303900"/>
                <a:gd name="connsiteX23" fmla="*/ 5138807 w 6917560"/>
                <a:gd name="connsiteY23" fmla="*/ 1013325 h 4303900"/>
                <a:gd name="connsiteX24" fmla="*/ 5119661 w 6917560"/>
                <a:gd name="connsiteY24" fmla="*/ 946883 h 4303900"/>
                <a:gd name="connsiteX25" fmla="*/ 5048458 w 6917560"/>
                <a:gd name="connsiteY25" fmla="*/ 914510 h 4303900"/>
                <a:gd name="connsiteX26" fmla="*/ 6070643 w 6917560"/>
                <a:gd name="connsiteY26" fmla="*/ 912083 h 4303900"/>
                <a:gd name="connsiteX27" fmla="*/ 6020692 w 6917560"/>
                <a:gd name="connsiteY27" fmla="*/ 947846 h 4303900"/>
                <a:gd name="connsiteX28" fmla="*/ 6032374 w 6917560"/>
                <a:gd name="connsiteY28" fmla="*/ 1050150 h 4303900"/>
                <a:gd name="connsiteX29" fmla="*/ 6134357 w 6917560"/>
                <a:gd name="connsiteY29" fmla="*/ 1062990 h 4303900"/>
                <a:gd name="connsiteX30" fmla="*/ 6130761 w 6917560"/>
                <a:gd name="connsiteY30" fmla="*/ 932125 h 4303900"/>
                <a:gd name="connsiteX31" fmla="*/ 6070643 w 6917560"/>
                <a:gd name="connsiteY31" fmla="*/ 912083 h 4303900"/>
                <a:gd name="connsiteX32" fmla="*/ 0 w 6917560"/>
                <a:gd name="connsiteY32" fmla="*/ 876739 h 4303900"/>
                <a:gd name="connsiteX33" fmla="*/ 666304 w 6917560"/>
                <a:gd name="connsiteY33" fmla="*/ 876739 h 4303900"/>
                <a:gd name="connsiteX34" fmla="*/ 666304 w 6917560"/>
                <a:gd name="connsiteY34" fmla="*/ 1566097 h 4303900"/>
                <a:gd name="connsiteX35" fmla="*/ 0 w 6917560"/>
                <a:gd name="connsiteY35" fmla="*/ 1566097 h 4303900"/>
                <a:gd name="connsiteX36" fmla="*/ 6088515 w 6917560"/>
                <a:gd name="connsiteY36" fmla="*/ 793034 h 4303900"/>
                <a:gd name="connsiteX37" fmla="*/ 6157098 w 6917560"/>
                <a:gd name="connsiteY37" fmla="*/ 810437 h 4303900"/>
                <a:gd name="connsiteX38" fmla="*/ 6257365 w 6917560"/>
                <a:gd name="connsiteY38" fmla="*/ 886683 h 4303900"/>
                <a:gd name="connsiteX39" fmla="*/ 6281609 w 6917560"/>
                <a:gd name="connsiteY39" fmla="*/ 1060872 h 4303900"/>
                <a:gd name="connsiteX40" fmla="*/ 5960185 w 6917560"/>
                <a:gd name="connsiteY40" fmla="*/ 1159957 h 4303900"/>
                <a:gd name="connsiteX41" fmla="*/ 5922814 w 6917560"/>
                <a:gd name="connsiteY41" fmla="*/ 869852 h 4303900"/>
                <a:gd name="connsiteX42" fmla="*/ 6088515 w 6917560"/>
                <a:gd name="connsiteY42" fmla="*/ 793034 h 4303900"/>
                <a:gd name="connsiteX43" fmla="*/ 5074090 w 6917560"/>
                <a:gd name="connsiteY43" fmla="*/ 789416 h 4303900"/>
                <a:gd name="connsiteX44" fmla="*/ 5269607 w 6917560"/>
                <a:gd name="connsiteY44" fmla="*/ 965060 h 4303900"/>
                <a:gd name="connsiteX45" fmla="*/ 5173896 w 6917560"/>
                <a:gd name="connsiteY45" fmla="*/ 1172670 h 4303900"/>
                <a:gd name="connsiteX46" fmla="*/ 5050518 w 6917560"/>
                <a:gd name="connsiteY46" fmla="*/ 1193589 h 4303900"/>
                <a:gd name="connsiteX47" fmla="*/ 4845575 w 6917560"/>
                <a:gd name="connsiteY47" fmla="*/ 1014770 h 4303900"/>
                <a:gd name="connsiteX48" fmla="*/ 5033843 w 6917560"/>
                <a:gd name="connsiteY48" fmla="*/ 789862 h 4303900"/>
                <a:gd name="connsiteX49" fmla="*/ 5074090 w 6917560"/>
                <a:gd name="connsiteY49" fmla="*/ 789416 h 4303900"/>
                <a:gd name="connsiteX50" fmla="*/ 5570447 w 6917560"/>
                <a:gd name="connsiteY50" fmla="*/ 788542 h 4303900"/>
                <a:gd name="connsiteX51" fmla="*/ 5693472 w 6917560"/>
                <a:gd name="connsiteY51" fmla="*/ 831158 h 4303900"/>
                <a:gd name="connsiteX52" fmla="*/ 5773493 w 6917560"/>
                <a:gd name="connsiteY52" fmla="*/ 1043071 h 4303900"/>
                <a:gd name="connsiteX53" fmla="*/ 5589462 w 6917560"/>
                <a:gd name="connsiteY53" fmla="*/ 1194157 h 4303900"/>
                <a:gd name="connsiteX54" fmla="*/ 5377443 w 6917560"/>
                <a:gd name="connsiteY54" fmla="*/ 997071 h 4303900"/>
                <a:gd name="connsiteX55" fmla="*/ 5436504 w 6917560"/>
                <a:gd name="connsiteY55" fmla="*/ 834384 h 4303900"/>
                <a:gd name="connsiteX56" fmla="*/ 5570447 w 6917560"/>
                <a:gd name="connsiteY56" fmla="*/ 788542 h 4303900"/>
                <a:gd name="connsiteX57" fmla="*/ 6580750 w 6917560"/>
                <a:gd name="connsiteY57" fmla="*/ 231198 h 4303900"/>
                <a:gd name="connsiteX58" fmla="*/ 4500718 w 6917560"/>
                <a:gd name="connsiteY58" fmla="*/ 235270 h 4303900"/>
                <a:gd name="connsiteX59" fmla="*/ 4484216 w 6917560"/>
                <a:gd name="connsiteY59" fmla="*/ 242626 h 4303900"/>
                <a:gd name="connsiteX60" fmla="*/ 4469307 w 6917560"/>
                <a:gd name="connsiteY60" fmla="*/ 254252 h 4303900"/>
                <a:gd name="connsiteX61" fmla="*/ 4457099 w 6917560"/>
                <a:gd name="connsiteY61" fmla="*/ 288536 h 4303900"/>
                <a:gd name="connsiteX62" fmla="*/ 4453331 w 6917560"/>
                <a:gd name="connsiteY62" fmla="*/ 1928022 h 4303900"/>
                <a:gd name="connsiteX63" fmla="*/ 4468445 w 6917560"/>
                <a:gd name="connsiteY63" fmla="*/ 2017033 h 4303900"/>
                <a:gd name="connsiteX64" fmla="*/ 4644563 w 6917560"/>
                <a:gd name="connsiteY64" fmla="*/ 1880536 h 4303900"/>
                <a:gd name="connsiteX65" fmla="*/ 4764960 w 6917560"/>
                <a:gd name="connsiteY65" fmla="*/ 1760393 h 4303900"/>
                <a:gd name="connsiteX66" fmla="*/ 4914913 w 6917560"/>
                <a:gd name="connsiteY66" fmla="*/ 1696758 h 4303900"/>
                <a:gd name="connsiteX67" fmla="*/ 5028349 w 6917560"/>
                <a:gd name="connsiteY67" fmla="*/ 1697160 h 4303900"/>
                <a:gd name="connsiteX68" fmla="*/ 6484539 w 6917560"/>
                <a:gd name="connsiteY68" fmla="*/ 1696536 h 4303900"/>
                <a:gd name="connsiteX69" fmla="*/ 6670164 w 6917560"/>
                <a:gd name="connsiteY69" fmla="*/ 1671660 h 4303900"/>
                <a:gd name="connsiteX70" fmla="*/ 6680698 w 6917560"/>
                <a:gd name="connsiteY70" fmla="*/ 1596606 h 4303900"/>
                <a:gd name="connsiteX71" fmla="*/ 6674204 w 6917560"/>
                <a:gd name="connsiteY71" fmla="*/ 273528 h 4303900"/>
                <a:gd name="connsiteX72" fmla="*/ 6667808 w 6917560"/>
                <a:gd name="connsiteY72" fmla="*/ 256542 h 4303900"/>
                <a:gd name="connsiteX73" fmla="*/ 6643720 w 6917560"/>
                <a:gd name="connsiteY73" fmla="*/ 237610 h 4303900"/>
                <a:gd name="connsiteX74" fmla="*/ 6580750 w 6917560"/>
                <a:gd name="connsiteY74" fmla="*/ 231198 h 4303900"/>
                <a:gd name="connsiteX75" fmla="*/ 4516423 w 6917560"/>
                <a:gd name="connsiteY75" fmla="*/ 0 h 4303900"/>
                <a:gd name="connsiteX76" fmla="*/ 6809764 w 6917560"/>
                <a:gd name="connsiteY76" fmla="*/ 1207 h 4303900"/>
                <a:gd name="connsiteX77" fmla="*/ 6880739 w 6917560"/>
                <a:gd name="connsiteY77" fmla="*/ 7488 h 4303900"/>
                <a:gd name="connsiteX78" fmla="*/ 6914490 w 6917560"/>
                <a:gd name="connsiteY78" fmla="*/ 171685 h 4303900"/>
                <a:gd name="connsiteX79" fmla="*/ 6915360 w 6917560"/>
                <a:gd name="connsiteY79" fmla="*/ 1668114 h 4303900"/>
                <a:gd name="connsiteX80" fmla="*/ 6898809 w 6917560"/>
                <a:gd name="connsiteY80" fmla="*/ 1921478 h 4303900"/>
                <a:gd name="connsiteX81" fmla="*/ 6711066 w 6917560"/>
                <a:gd name="connsiteY81" fmla="*/ 1929450 h 4303900"/>
                <a:gd name="connsiteX82" fmla="*/ 5119035 w 6917560"/>
                <a:gd name="connsiteY82" fmla="*/ 1927028 h 4303900"/>
                <a:gd name="connsiteX83" fmla="*/ 4752966 w 6917560"/>
                <a:gd name="connsiteY83" fmla="*/ 2081136 h 4303900"/>
                <a:gd name="connsiteX84" fmla="*/ 4473560 w 6917560"/>
                <a:gd name="connsiteY84" fmla="*/ 2364253 h 4303900"/>
                <a:gd name="connsiteX85" fmla="*/ 4267714 w 6917560"/>
                <a:gd name="connsiteY85" fmla="*/ 2412781 h 4303900"/>
                <a:gd name="connsiteX86" fmla="*/ 4219686 w 6917560"/>
                <a:gd name="connsiteY86" fmla="*/ 2219907 h 4303900"/>
                <a:gd name="connsiteX87" fmla="*/ 4221213 w 6917560"/>
                <a:gd name="connsiteY87" fmla="*/ 267724 h 4303900"/>
                <a:gd name="connsiteX88" fmla="*/ 4251228 w 6917560"/>
                <a:gd name="connsiteY88" fmla="*/ 74456 h 4303900"/>
                <a:gd name="connsiteX89" fmla="*/ 4516423 w 6917560"/>
                <a:gd name="connsiteY89" fmla="*/ 0 h 430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6917560" h="4303900">
                  <a:moveTo>
                    <a:pt x="4308640" y="4047712"/>
                  </a:moveTo>
                  <a:lnTo>
                    <a:pt x="6122878" y="4047712"/>
                  </a:lnTo>
                  <a:lnTo>
                    <a:pt x="6122878" y="4303900"/>
                  </a:lnTo>
                  <a:lnTo>
                    <a:pt x="4308640" y="4303900"/>
                  </a:lnTo>
                  <a:close/>
                  <a:moveTo>
                    <a:pt x="4309940" y="3481651"/>
                  </a:moveTo>
                  <a:lnTo>
                    <a:pt x="6122807" y="3481651"/>
                  </a:lnTo>
                  <a:lnTo>
                    <a:pt x="6122807" y="3739278"/>
                  </a:lnTo>
                  <a:lnTo>
                    <a:pt x="4309940" y="3739278"/>
                  </a:lnTo>
                  <a:close/>
                  <a:moveTo>
                    <a:pt x="4308467" y="2917918"/>
                  </a:moveTo>
                  <a:lnTo>
                    <a:pt x="6123116" y="2917918"/>
                  </a:lnTo>
                  <a:lnTo>
                    <a:pt x="6123116" y="3173145"/>
                  </a:lnTo>
                  <a:lnTo>
                    <a:pt x="4308467" y="3173145"/>
                  </a:lnTo>
                  <a:close/>
                  <a:moveTo>
                    <a:pt x="5569571" y="915940"/>
                  </a:moveTo>
                  <a:cubicBezTo>
                    <a:pt x="5542511" y="913885"/>
                    <a:pt x="5520558" y="929510"/>
                    <a:pt x="5505196" y="957039"/>
                  </a:cubicBezTo>
                  <a:cubicBezTo>
                    <a:pt x="5496567" y="972515"/>
                    <a:pt x="5496025" y="992506"/>
                    <a:pt x="5507462" y="1036815"/>
                  </a:cubicBezTo>
                  <a:cubicBezTo>
                    <a:pt x="5522962" y="1046675"/>
                    <a:pt x="5537288" y="1061116"/>
                    <a:pt x="5554209" y="1065467"/>
                  </a:cubicBezTo>
                  <a:cubicBezTo>
                    <a:pt x="5592163" y="1075212"/>
                    <a:pt x="5628976" y="1071748"/>
                    <a:pt x="5648613" y="1030386"/>
                  </a:cubicBezTo>
                  <a:cubicBezTo>
                    <a:pt x="5665567" y="994690"/>
                    <a:pt x="5642834" y="945398"/>
                    <a:pt x="5598279" y="924101"/>
                  </a:cubicBezTo>
                  <a:cubicBezTo>
                    <a:pt x="5588179" y="919274"/>
                    <a:pt x="5578591" y="916625"/>
                    <a:pt x="5569571" y="915940"/>
                  </a:cubicBezTo>
                  <a:close/>
                  <a:moveTo>
                    <a:pt x="5048458" y="914510"/>
                  </a:moveTo>
                  <a:cubicBezTo>
                    <a:pt x="5039376" y="916253"/>
                    <a:pt x="5030090" y="920031"/>
                    <a:pt x="5020782" y="926096"/>
                  </a:cubicBezTo>
                  <a:cubicBezTo>
                    <a:pt x="5000856" y="939067"/>
                    <a:pt x="4987154" y="961620"/>
                    <a:pt x="4970619" y="1008112"/>
                  </a:cubicBezTo>
                  <a:cubicBezTo>
                    <a:pt x="4986308" y="1045163"/>
                    <a:pt x="5009936" y="1070794"/>
                    <a:pt x="5054048" y="1071352"/>
                  </a:cubicBezTo>
                  <a:cubicBezTo>
                    <a:pt x="5096764" y="1071902"/>
                    <a:pt x="5129645" y="1053923"/>
                    <a:pt x="5138807" y="1013325"/>
                  </a:cubicBezTo>
                  <a:cubicBezTo>
                    <a:pt x="5143339" y="993261"/>
                    <a:pt x="5132945" y="964444"/>
                    <a:pt x="5119661" y="946883"/>
                  </a:cubicBezTo>
                  <a:cubicBezTo>
                    <a:pt x="5101097" y="922352"/>
                    <a:pt x="5075702" y="909279"/>
                    <a:pt x="5048458" y="914510"/>
                  </a:cubicBezTo>
                  <a:close/>
                  <a:moveTo>
                    <a:pt x="6070643" y="912083"/>
                  </a:moveTo>
                  <a:cubicBezTo>
                    <a:pt x="6051719" y="913018"/>
                    <a:pt x="6034488" y="923254"/>
                    <a:pt x="6020692" y="947846"/>
                  </a:cubicBezTo>
                  <a:cubicBezTo>
                    <a:pt x="6001727" y="981663"/>
                    <a:pt x="6003418" y="1020077"/>
                    <a:pt x="6032374" y="1050150"/>
                  </a:cubicBezTo>
                  <a:cubicBezTo>
                    <a:pt x="6061848" y="1080765"/>
                    <a:pt x="6100877" y="1080609"/>
                    <a:pt x="6134357" y="1062990"/>
                  </a:cubicBezTo>
                  <a:cubicBezTo>
                    <a:pt x="6183206" y="1037277"/>
                    <a:pt x="6180480" y="996400"/>
                    <a:pt x="6130761" y="932125"/>
                  </a:cubicBezTo>
                  <a:cubicBezTo>
                    <a:pt x="6110187" y="919514"/>
                    <a:pt x="6089568" y="911148"/>
                    <a:pt x="6070643" y="912083"/>
                  </a:cubicBezTo>
                  <a:close/>
                  <a:moveTo>
                    <a:pt x="0" y="876739"/>
                  </a:moveTo>
                  <a:lnTo>
                    <a:pt x="666304" y="876739"/>
                  </a:lnTo>
                  <a:lnTo>
                    <a:pt x="666304" y="1566097"/>
                  </a:lnTo>
                  <a:lnTo>
                    <a:pt x="0" y="1566097"/>
                  </a:lnTo>
                  <a:close/>
                  <a:moveTo>
                    <a:pt x="6088515" y="793034"/>
                  </a:moveTo>
                  <a:cubicBezTo>
                    <a:pt x="6111200" y="794894"/>
                    <a:pt x="6134373" y="800575"/>
                    <a:pt x="6157098" y="810437"/>
                  </a:cubicBezTo>
                  <a:cubicBezTo>
                    <a:pt x="6190496" y="824928"/>
                    <a:pt x="6217736" y="853613"/>
                    <a:pt x="6257365" y="886683"/>
                  </a:cubicBezTo>
                  <a:cubicBezTo>
                    <a:pt x="6301813" y="949226"/>
                    <a:pt x="6295779" y="1006720"/>
                    <a:pt x="6281609" y="1060872"/>
                  </a:cubicBezTo>
                  <a:cubicBezTo>
                    <a:pt x="6248293" y="1188216"/>
                    <a:pt x="6065600" y="1242927"/>
                    <a:pt x="5960185" y="1159957"/>
                  </a:cubicBezTo>
                  <a:cubicBezTo>
                    <a:pt x="5882922" y="1099147"/>
                    <a:pt x="5865099" y="960810"/>
                    <a:pt x="5922814" y="869852"/>
                  </a:cubicBezTo>
                  <a:cubicBezTo>
                    <a:pt x="5956797" y="816283"/>
                    <a:pt x="6020459" y="787457"/>
                    <a:pt x="6088515" y="793034"/>
                  </a:cubicBezTo>
                  <a:close/>
                  <a:moveTo>
                    <a:pt x="5074090" y="789416"/>
                  </a:moveTo>
                  <a:cubicBezTo>
                    <a:pt x="5167570" y="798001"/>
                    <a:pt x="5254895" y="871788"/>
                    <a:pt x="5269607" y="965060"/>
                  </a:cubicBezTo>
                  <a:cubicBezTo>
                    <a:pt x="5282652" y="1047757"/>
                    <a:pt x="5236603" y="1108691"/>
                    <a:pt x="5173896" y="1172670"/>
                  </a:cubicBezTo>
                  <a:cubicBezTo>
                    <a:pt x="5124760" y="1184147"/>
                    <a:pt x="5087544" y="1194229"/>
                    <a:pt x="5050518" y="1193589"/>
                  </a:cubicBezTo>
                  <a:cubicBezTo>
                    <a:pt x="4933494" y="1191561"/>
                    <a:pt x="4855320" y="1121416"/>
                    <a:pt x="4845575" y="1014770"/>
                  </a:cubicBezTo>
                  <a:cubicBezTo>
                    <a:pt x="4835936" y="909331"/>
                    <a:pt x="4925333" y="802538"/>
                    <a:pt x="5033843" y="789862"/>
                  </a:cubicBezTo>
                  <a:cubicBezTo>
                    <a:pt x="5047255" y="788294"/>
                    <a:pt x="5060735" y="788190"/>
                    <a:pt x="5074090" y="789416"/>
                  </a:cubicBezTo>
                  <a:close/>
                  <a:moveTo>
                    <a:pt x="5570447" y="788542"/>
                  </a:moveTo>
                  <a:cubicBezTo>
                    <a:pt x="5612876" y="788407"/>
                    <a:pt x="5653486" y="803014"/>
                    <a:pt x="5693472" y="831158"/>
                  </a:cubicBezTo>
                  <a:cubicBezTo>
                    <a:pt x="5764298" y="881008"/>
                    <a:pt x="5795028" y="965725"/>
                    <a:pt x="5773493" y="1043071"/>
                  </a:cubicBezTo>
                  <a:cubicBezTo>
                    <a:pt x="5743108" y="1152221"/>
                    <a:pt x="5700147" y="1187490"/>
                    <a:pt x="5589462" y="1194157"/>
                  </a:cubicBezTo>
                  <a:cubicBezTo>
                    <a:pt x="5451290" y="1202465"/>
                    <a:pt x="5379019" y="1135399"/>
                    <a:pt x="5377443" y="997071"/>
                  </a:cubicBezTo>
                  <a:cubicBezTo>
                    <a:pt x="5376794" y="940595"/>
                    <a:pt x="5372673" y="882880"/>
                    <a:pt x="5436504" y="834384"/>
                  </a:cubicBezTo>
                  <a:cubicBezTo>
                    <a:pt x="5483768" y="803556"/>
                    <a:pt x="5528017" y="788678"/>
                    <a:pt x="5570447" y="788542"/>
                  </a:cubicBezTo>
                  <a:close/>
                  <a:moveTo>
                    <a:pt x="6580750" y="231198"/>
                  </a:moveTo>
                  <a:cubicBezTo>
                    <a:pt x="5887404" y="232151"/>
                    <a:pt x="5194057" y="233587"/>
                    <a:pt x="4500718" y="235270"/>
                  </a:cubicBezTo>
                  <a:cubicBezTo>
                    <a:pt x="4495176" y="235287"/>
                    <a:pt x="4489339" y="239466"/>
                    <a:pt x="4484216" y="242626"/>
                  </a:cubicBezTo>
                  <a:cubicBezTo>
                    <a:pt x="4478888" y="245910"/>
                    <a:pt x="4474257" y="250327"/>
                    <a:pt x="4469307" y="254252"/>
                  </a:cubicBezTo>
                  <a:cubicBezTo>
                    <a:pt x="4465062" y="265680"/>
                    <a:pt x="4457140" y="277091"/>
                    <a:pt x="4457099" y="288536"/>
                  </a:cubicBezTo>
                  <a:cubicBezTo>
                    <a:pt x="4455317" y="824287"/>
                    <a:pt x="4454217" y="1360038"/>
                    <a:pt x="4453331" y="1928022"/>
                  </a:cubicBezTo>
                  <a:cubicBezTo>
                    <a:pt x="4457099" y="1950237"/>
                    <a:pt x="4460875" y="1972453"/>
                    <a:pt x="4468445" y="2017033"/>
                  </a:cubicBezTo>
                  <a:cubicBezTo>
                    <a:pt x="4538910" y="1962864"/>
                    <a:pt x="4593875" y="1924187"/>
                    <a:pt x="4644563" y="1880536"/>
                  </a:cubicBezTo>
                  <a:cubicBezTo>
                    <a:pt x="4687435" y="1843624"/>
                    <a:pt x="4727261" y="1802665"/>
                    <a:pt x="4764960" y="1760393"/>
                  </a:cubicBezTo>
                  <a:cubicBezTo>
                    <a:pt x="4805730" y="1714664"/>
                    <a:pt x="4853315" y="1692382"/>
                    <a:pt x="4914913" y="1696758"/>
                  </a:cubicBezTo>
                  <a:cubicBezTo>
                    <a:pt x="4952547" y="1699434"/>
                    <a:pt x="4990526" y="1697168"/>
                    <a:pt x="5028349" y="1697160"/>
                  </a:cubicBezTo>
                  <a:cubicBezTo>
                    <a:pt x="5513748" y="1697152"/>
                    <a:pt x="5999140" y="1697636"/>
                    <a:pt x="6484539" y="1696536"/>
                  </a:cubicBezTo>
                  <a:cubicBezTo>
                    <a:pt x="6545260" y="1696397"/>
                    <a:pt x="6609551" y="1710173"/>
                    <a:pt x="6670164" y="1671660"/>
                  </a:cubicBezTo>
                  <a:cubicBezTo>
                    <a:pt x="6674072" y="1645011"/>
                    <a:pt x="6680788" y="1620800"/>
                    <a:pt x="6680698" y="1596606"/>
                  </a:cubicBezTo>
                  <a:cubicBezTo>
                    <a:pt x="6679105" y="1155580"/>
                    <a:pt x="6676724" y="714554"/>
                    <a:pt x="6674204" y="273528"/>
                  </a:cubicBezTo>
                  <a:cubicBezTo>
                    <a:pt x="6674170" y="267781"/>
                    <a:pt x="6671322" y="261230"/>
                    <a:pt x="6667808" y="256542"/>
                  </a:cubicBezTo>
                  <a:cubicBezTo>
                    <a:pt x="6664171" y="251682"/>
                    <a:pt x="6658104" y="248644"/>
                    <a:pt x="6643720" y="237610"/>
                  </a:cubicBezTo>
                  <a:cubicBezTo>
                    <a:pt x="6629427" y="236075"/>
                    <a:pt x="6605093" y="231165"/>
                    <a:pt x="6580750" y="231198"/>
                  </a:cubicBezTo>
                  <a:close/>
                  <a:moveTo>
                    <a:pt x="4516423" y="0"/>
                  </a:moveTo>
                  <a:cubicBezTo>
                    <a:pt x="5280868" y="1322"/>
                    <a:pt x="6045312" y="780"/>
                    <a:pt x="6809764" y="1207"/>
                  </a:cubicBezTo>
                  <a:cubicBezTo>
                    <a:pt x="6834591" y="1215"/>
                    <a:pt x="6859410" y="5517"/>
                    <a:pt x="6880739" y="7488"/>
                  </a:cubicBezTo>
                  <a:cubicBezTo>
                    <a:pt x="6932863" y="57650"/>
                    <a:pt x="6914325" y="117664"/>
                    <a:pt x="6914490" y="171685"/>
                  </a:cubicBezTo>
                  <a:cubicBezTo>
                    <a:pt x="6915959" y="664457"/>
                    <a:pt x="6915360" y="1157247"/>
                    <a:pt x="6915360" y="1668114"/>
                  </a:cubicBezTo>
                  <a:cubicBezTo>
                    <a:pt x="6911690" y="1760573"/>
                    <a:pt x="6924662" y="1836531"/>
                    <a:pt x="6898809" y="1921478"/>
                  </a:cubicBezTo>
                  <a:cubicBezTo>
                    <a:pt x="6833860" y="1924360"/>
                    <a:pt x="6772467" y="1929368"/>
                    <a:pt x="6711066" y="1929450"/>
                  </a:cubicBezTo>
                  <a:cubicBezTo>
                    <a:pt x="6180380" y="1930074"/>
                    <a:pt x="5649630" y="1934195"/>
                    <a:pt x="5119035" y="1927028"/>
                  </a:cubicBezTo>
                  <a:cubicBezTo>
                    <a:pt x="4967522" y="1924984"/>
                    <a:pt x="4851747" y="1964826"/>
                    <a:pt x="4752966" y="2081136"/>
                  </a:cubicBezTo>
                  <a:cubicBezTo>
                    <a:pt x="4667386" y="2181911"/>
                    <a:pt x="4565773" y="2268920"/>
                    <a:pt x="4473560" y="2364253"/>
                  </a:cubicBezTo>
                  <a:cubicBezTo>
                    <a:pt x="4415007" y="2424792"/>
                    <a:pt x="4350609" y="2449504"/>
                    <a:pt x="4267714" y="2412781"/>
                  </a:cubicBezTo>
                  <a:cubicBezTo>
                    <a:pt x="4220803" y="2358358"/>
                    <a:pt x="4219678" y="2289370"/>
                    <a:pt x="4219686" y="2219907"/>
                  </a:cubicBezTo>
                  <a:cubicBezTo>
                    <a:pt x="4219785" y="1569177"/>
                    <a:pt x="4218808" y="918446"/>
                    <a:pt x="4221213" y="267724"/>
                  </a:cubicBezTo>
                  <a:cubicBezTo>
                    <a:pt x="4221468" y="200469"/>
                    <a:pt x="4241656" y="133279"/>
                    <a:pt x="4251228" y="74456"/>
                  </a:cubicBezTo>
                  <a:cubicBezTo>
                    <a:pt x="4342514" y="20073"/>
                    <a:pt x="4425384" y="-156"/>
                    <a:pt x="4516423" y="0"/>
                  </a:cubicBez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88" name="Group 87">
            <a:extLst>
              <a:ext uri="{FF2B5EF4-FFF2-40B4-BE49-F238E27FC236}">
                <a16:creationId xmlns:a16="http://schemas.microsoft.com/office/drawing/2014/main" id="{C02FCD43-BFE5-1119-015B-6412BB1FD1B6}"/>
              </a:ext>
              <a:ext uri="{C183D7F6-B498-43B3-948B-1728B52AA6E4}">
                <adec:decorative xmlns:adec="http://schemas.microsoft.com/office/drawing/2017/decorative" val="1"/>
              </a:ext>
            </a:extLst>
          </p:cNvPr>
          <p:cNvGrpSpPr>
            <a:grpSpLocks noChangeAspect="1"/>
          </p:cNvGrpSpPr>
          <p:nvPr/>
        </p:nvGrpSpPr>
        <p:grpSpPr>
          <a:xfrm>
            <a:off x="1397821" y="2930159"/>
            <a:ext cx="654493" cy="457200"/>
            <a:chOff x="1397821" y="2930159"/>
            <a:chExt cx="654493" cy="457200"/>
          </a:xfrm>
          <a:solidFill>
            <a:srgbClr val="FF0000"/>
          </a:solidFill>
        </p:grpSpPr>
        <p:sp>
          <p:nvSpPr>
            <p:cNvPr id="1348" name="Freeform: Shape 1347">
              <a:extLst>
                <a:ext uri="{FF2B5EF4-FFF2-40B4-BE49-F238E27FC236}">
                  <a16:creationId xmlns:a16="http://schemas.microsoft.com/office/drawing/2014/main" id="{09C77395-1C53-E23C-723B-53CDF02C31D4}"/>
                </a:ext>
                <a:ext uri="{C183D7F6-B498-43B3-948B-1728B52AA6E4}">
                  <adec:decorative xmlns:adec="http://schemas.microsoft.com/office/drawing/2017/decorative" val="1"/>
                </a:ext>
              </a:extLst>
            </p:cNvPr>
            <p:cNvSpPr/>
            <p:nvPr/>
          </p:nvSpPr>
          <p:spPr>
            <a:xfrm>
              <a:off x="1397821" y="2938896"/>
              <a:ext cx="654493" cy="448463"/>
            </a:xfrm>
            <a:custGeom>
              <a:avLst/>
              <a:gdLst>
                <a:gd name="connsiteX0" fmla="*/ 3192 w 9817396"/>
                <a:gd name="connsiteY0" fmla="*/ 6238964 h 6726949"/>
                <a:gd name="connsiteX1" fmla="*/ 3931645 w 9817396"/>
                <a:gd name="connsiteY1" fmla="*/ 6238964 h 6726949"/>
                <a:gd name="connsiteX2" fmla="*/ 4176710 w 9817396"/>
                <a:gd name="connsiteY2" fmla="*/ 6481896 h 6726949"/>
                <a:gd name="connsiteX3" fmla="*/ 5640156 w 9817396"/>
                <a:gd name="connsiteY3" fmla="*/ 6481896 h 6726949"/>
                <a:gd name="connsiteX4" fmla="*/ 5885221 w 9817396"/>
                <a:gd name="connsiteY4" fmla="*/ 6238964 h 6726949"/>
                <a:gd name="connsiteX5" fmla="*/ 9817396 w 9817396"/>
                <a:gd name="connsiteY5" fmla="*/ 6238964 h 6726949"/>
                <a:gd name="connsiteX6" fmla="*/ 9814194 w 9817396"/>
                <a:gd name="connsiteY6" fmla="*/ 6726949 h 6726949"/>
                <a:gd name="connsiteX7" fmla="*/ 0 w 9817396"/>
                <a:gd name="connsiteY7" fmla="*/ 6726949 h 6726949"/>
                <a:gd name="connsiteX8" fmla="*/ 3647159 w 9817396"/>
                <a:gd name="connsiteY8" fmla="*/ 3444203 h 6726949"/>
                <a:gd name="connsiteX9" fmla="*/ 2527862 w 9817396"/>
                <a:gd name="connsiteY9" fmla="*/ 4494770 h 6726949"/>
                <a:gd name="connsiteX10" fmla="*/ 4766447 w 9817396"/>
                <a:gd name="connsiteY10" fmla="*/ 4494770 h 6726949"/>
                <a:gd name="connsiteX11" fmla="*/ 3647159 w 9817396"/>
                <a:gd name="connsiteY11" fmla="*/ 3444203 h 6726949"/>
                <a:gd name="connsiteX12" fmla="*/ 3646615 w 9817396"/>
                <a:gd name="connsiteY12" fmla="*/ 1864597 h 6726949"/>
                <a:gd name="connsiteX13" fmla="*/ 2931681 w 9817396"/>
                <a:gd name="connsiteY13" fmla="*/ 2579541 h 6726949"/>
                <a:gd name="connsiteX14" fmla="*/ 3646615 w 9817396"/>
                <a:gd name="connsiteY14" fmla="*/ 3294485 h 6726949"/>
                <a:gd name="connsiteX15" fmla="*/ 4361558 w 9817396"/>
                <a:gd name="connsiteY15" fmla="*/ 2579541 h 6726949"/>
                <a:gd name="connsiteX16" fmla="*/ 3646615 w 9817396"/>
                <a:gd name="connsiteY16" fmla="*/ 1864597 h 6726949"/>
                <a:gd name="connsiteX17" fmla="*/ 3646615 w 9817396"/>
                <a:gd name="connsiteY17" fmla="*/ 1722358 h 6726949"/>
                <a:gd name="connsiteX18" fmla="*/ 4504337 w 9817396"/>
                <a:gd name="connsiteY18" fmla="*/ 2580072 h 6726949"/>
                <a:gd name="connsiteX19" fmla="*/ 4125900 w 9817396"/>
                <a:gd name="connsiteY19" fmla="*/ 3291144 h 6726949"/>
                <a:gd name="connsiteX20" fmla="*/ 4008806 w 9817396"/>
                <a:gd name="connsiteY20" fmla="*/ 3354767 h 6726949"/>
                <a:gd name="connsiteX21" fmla="*/ 4022829 w 9817396"/>
                <a:gd name="connsiteY21" fmla="*/ 3358382 h 6726949"/>
                <a:gd name="connsiteX22" fmla="*/ 4911887 w 9817396"/>
                <a:gd name="connsiteY22" fmla="*/ 4566159 h 6726949"/>
                <a:gd name="connsiteX23" fmla="*/ 4911887 w 9817396"/>
                <a:gd name="connsiteY23" fmla="*/ 4637538 h 6726949"/>
                <a:gd name="connsiteX24" fmla="*/ 4911357 w 9817396"/>
                <a:gd name="connsiteY24" fmla="*/ 4637538 h 6726949"/>
                <a:gd name="connsiteX25" fmla="*/ 2382422 w 9817396"/>
                <a:gd name="connsiteY25" fmla="*/ 4637538 h 6726949"/>
                <a:gd name="connsiteX26" fmla="*/ 2382422 w 9817396"/>
                <a:gd name="connsiteY26" fmla="*/ 4566159 h 6726949"/>
                <a:gd name="connsiteX27" fmla="*/ 3271485 w 9817396"/>
                <a:gd name="connsiteY27" fmla="*/ 3358382 h 6726949"/>
                <a:gd name="connsiteX28" fmla="*/ 3284777 w 9817396"/>
                <a:gd name="connsiteY28" fmla="*/ 3354956 h 6726949"/>
                <a:gd name="connsiteX29" fmla="*/ 3167337 w 9817396"/>
                <a:gd name="connsiteY29" fmla="*/ 3291144 h 6726949"/>
                <a:gd name="connsiteX30" fmla="*/ 2788902 w 9817396"/>
                <a:gd name="connsiteY30" fmla="*/ 2580072 h 6726949"/>
                <a:gd name="connsiteX31" fmla="*/ 3646615 w 9817396"/>
                <a:gd name="connsiteY31" fmla="*/ 1722358 h 6726949"/>
                <a:gd name="connsiteX32" fmla="*/ 1474639 w 9817396"/>
                <a:gd name="connsiteY32" fmla="*/ 0 h 6726949"/>
                <a:gd name="connsiteX33" fmla="*/ 7898503 w 9817396"/>
                <a:gd name="connsiteY33" fmla="*/ 0 h 6726949"/>
                <a:gd name="connsiteX34" fmla="*/ 7898503 w 9817396"/>
                <a:gd name="connsiteY34" fmla="*/ 492250 h 6726949"/>
                <a:gd name="connsiteX35" fmla="*/ 1479437 w 9817396"/>
                <a:gd name="connsiteY35" fmla="*/ 492250 h 6726949"/>
                <a:gd name="connsiteX36" fmla="*/ 1476238 w 9817396"/>
                <a:gd name="connsiteY36" fmla="*/ 5384971 h 6726949"/>
                <a:gd name="connsiteX37" fmla="*/ 1469840 w 9817396"/>
                <a:gd name="connsiteY37" fmla="*/ 5384971 h 6726949"/>
                <a:gd name="connsiteX38" fmla="*/ 1469840 w 9817396"/>
                <a:gd name="connsiteY38" fmla="*/ 5392457 h 6726949"/>
                <a:gd name="connsiteX39" fmla="*/ 8337961 w 9817396"/>
                <a:gd name="connsiteY39" fmla="*/ 5392457 h 6726949"/>
                <a:gd name="connsiteX40" fmla="*/ 8340294 w 9817396"/>
                <a:gd name="connsiteY40" fmla="*/ 922167 h 6726949"/>
                <a:gd name="connsiteX41" fmla="*/ 8832876 w 9817396"/>
                <a:gd name="connsiteY41" fmla="*/ 922167 h 6726949"/>
                <a:gd name="connsiteX42" fmla="*/ 8832876 w 9817396"/>
                <a:gd name="connsiteY42" fmla="*/ 5394590 h 6726949"/>
                <a:gd name="connsiteX43" fmla="*/ 8342759 w 9817396"/>
                <a:gd name="connsiteY43" fmla="*/ 5884707 h 6726949"/>
                <a:gd name="connsiteX44" fmla="*/ 984510 w 9817396"/>
                <a:gd name="connsiteY44" fmla="*/ 5884707 h 6726949"/>
                <a:gd name="connsiteX45" fmla="*/ 984510 w 9817396"/>
                <a:gd name="connsiteY45" fmla="*/ 5384971 h 6726949"/>
                <a:gd name="connsiteX46" fmla="*/ 984510 w 9817396"/>
                <a:gd name="connsiteY46" fmla="*/ 4961995 h 6726949"/>
                <a:gd name="connsiteX47" fmla="*/ 984510 w 9817396"/>
                <a:gd name="connsiteY47" fmla="*/ 490118 h 6726949"/>
                <a:gd name="connsiteX48" fmla="*/ 1474639 w 9817396"/>
                <a:gd name="connsiteY48" fmla="*/ 0 h 672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9817396" h="6726949">
                  <a:moveTo>
                    <a:pt x="3192" y="6238964"/>
                  </a:moveTo>
                  <a:lnTo>
                    <a:pt x="3931645" y="6238964"/>
                  </a:lnTo>
                  <a:cubicBezTo>
                    <a:pt x="3933246" y="6373217"/>
                    <a:pt x="4041926" y="6481896"/>
                    <a:pt x="4176710" y="6481896"/>
                  </a:cubicBezTo>
                  <a:lnTo>
                    <a:pt x="5640156" y="6481896"/>
                  </a:lnTo>
                  <a:cubicBezTo>
                    <a:pt x="5774940" y="6481896"/>
                    <a:pt x="5884150" y="6373217"/>
                    <a:pt x="5885221" y="6238964"/>
                  </a:cubicBezTo>
                  <a:lnTo>
                    <a:pt x="9817396" y="6238964"/>
                  </a:lnTo>
                  <a:lnTo>
                    <a:pt x="9814194" y="6726949"/>
                  </a:lnTo>
                  <a:lnTo>
                    <a:pt x="0" y="6726949"/>
                  </a:lnTo>
                  <a:close/>
                  <a:moveTo>
                    <a:pt x="3647159" y="3444203"/>
                  </a:moveTo>
                  <a:cubicBezTo>
                    <a:pt x="3052611" y="3444203"/>
                    <a:pt x="2564623" y="3909288"/>
                    <a:pt x="2527862" y="4494770"/>
                  </a:cubicBezTo>
                  <a:lnTo>
                    <a:pt x="4766447" y="4494770"/>
                  </a:lnTo>
                  <a:cubicBezTo>
                    <a:pt x="4729687" y="3909288"/>
                    <a:pt x="4241697" y="3444203"/>
                    <a:pt x="3647159" y="3444203"/>
                  </a:cubicBezTo>
                  <a:close/>
                  <a:moveTo>
                    <a:pt x="3646615" y="1864597"/>
                  </a:moveTo>
                  <a:cubicBezTo>
                    <a:pt x="3252388" y="1864597"/>
                    <a:pt x="2931681" y="2185314"/>
                    <a:pt x="2931681" y="2579541"/>
                  </a:cubicBezTo>
                  <a:cubicBezTo>
                    <a:pt x="2931681" y="2973778"/>
                    <a:pt x="3252388" y="3294485"/>
                    <a:pt x="3646615" y="3294485"/>
                  </a:cubicBezTo>
                  <a:cubicBezTo>
                    <a:pt x="4040852" y="3294485"/>
                    <a:pt x="4361558" y="2973778"/>
                    <a:pt x="4361558" y="2579541"/>
                  </a:cubicBezTo>
                  <a:cubicBezTo>
                    <a:pt x="4361558" y="2185314"/>
                    <a:pt x="4040852" y="1864597"/>
                    <a:pt x="3646615" y="1864597"/>
                  </a:cubicBezTo>
                  <a:close/>
                  <a:moveTo>
                    <a:pt x="3646615" y="1722358"/>
                  </a:moveTo>
                  <a:cubicBezTo>
                    <a:pt x="4119695" y="1722358"/>
                    <a:pt x="4504337" y="2107000"/>
                    <a:pt x="4504337" y="2580072"/>
                  </a:cubicBezTo>
                  <a:cubicBezTo>
                    <a:pt x="4504337" y="2875747"/>
                    <a:pt x="4354086" y="3136876"/>
                    <a:pt x="4125900" y="3291144"/>
                  </a:cubicBezTo>
                  <a:lnTo>
                    <a:pt x="4008806" y="3354767"/>
                  </a:lnTo>
                  <a:lnTo>
                    <a:pt x="4022829" y="3358382"/>
                  </a:lnTo>
                  <a:cubicBezTo>
                    <a:pt x="4537333" y="3518759"/>
                    <a:pt x="4911887" y="3999552"/>
                    <a:pt x="4911887" y="4566159"/>
                  </a:cubicBezTo>
                  <a:lnTo>
                    <a:pt x="4911887" y="4637538"/>
                  </a:lnTo>
                  <a:lnTo>
                    <a:pt x="4911357" y="4637538"/>
                  </a:lnTo>
                  <a:lnTo>
                    <a:pt x="2382422" y="4637538"/>
                  </a:lnTo>
                  <a:lnTo>
                    <a:pt x="2382422" y="4566159"/>
                  </a:lnTo>
                  <a:cubicBezTo>
                    <a:pt x="2382422" y="3999552"/>
                    <a:pt x="2756977" y="3518759"/>
                    <a:pt x="3271485" y="3358382"/>
                  </a:cubicBezTo>
                  <a:lnTo>
                    <a:pt x="3284777" y="3354956"/>
                  </a:lnTo>
                  <a:lnTo>
                    <a:pt x="3167337" y="3291144"/>
                  </a:lnTo>
                  <a:cubicBezTo>
                    <a:pt x="2939153" y="3136876"/>
                    <a:pt x="2788902" y="2875747"/>
                    <a:pt x="2788902" y="2580072"/>
                  </a:cubicBezTo>
                  <a:cubicBezTo>
                    <a:pt x="2788902" y="2107000"/>
                    <a:pt x="3173544" y="1722358"/>
                    <a:pt x="3646615" y="1722358"/>
                  </a:cubicBezTo>
                  <a:close/>
                  <a:moveTo>
                    <a:pt x="1474639" y="0"/>
                  </a:moveTo>
                  <a:lnTo>
                    <a:pt x="7898503" y="0"/>
                  </a:lnTo>
                  <a:lnTo>
                    <a:pt x="7898503" y="492250"/>
                  </a:lnTo>
                  <a:lnTo>
                    <a:pt x="1479437" y="492250"/>
                  </a:lnTo>
                  <a:lnTo>
                    <a:pt x="1476238" y="5384971"/>
                  </a:lnTo>
                  <a:lnTo>
                    <a:pt x="1469840" y="5384971"/>
                  </a:lnTo>
                  <a:lnTo>
                    <a:pt x="1469840" y="5392457"/>
                  </a:lnTo>
                  <a:lnTo>
                    <a:pt x="8337961" y="5392457"/>
                  </a:lnTo>
                  <a:lnTo>
                    <a:pt x="8340294" y="922167"/>
                  </a:lnTo>
                  <a:lnTo>
                    <a:pt x="8832876" y="922167"/>
                  </a:lnTo>
                  <a:lnTo>
                    <a:pt x="8832876" y="5394590"/>
                  </a:lnTo>
                  <a:cubicBezTo>
                    <a:pt x="8832876" y="5665744"/>
                    <a:pt x="8613380" y="5884707"/>
                    <a:pt x="8342759" y="5884707"/>
                  </a:cubicBezTo>
                  <a:lnTo>
                    <a:pt x="984510" y="5884707"/>
                  </a:lnTo>
                  <a:lnTo>
                    <a:pt x="984510" y="5384971"/>
                  </a:lnTo>
                  <a:lnTo>
                    <a:pt x="984510" y="4961995"/>
                  </a:lnTo>
                  <a:lnTo>
                    <a:pt x="984510" y="490118"/>
                  </a:lnTo>
                  <a:cubicBezTo>
                    <a:pt x="984510" y="218963"/>
                    <a:pt x="1204006" y="0"/>
                    <a:pt x="1474639" y="0"/>
                  </a:cubicBezTo>
                  <a:close/>
                </a:path>
              </a:pathLst>
            </a:custGeom>
            <a:solidFill>
              <a:schemeClr val="accent2"/>
            </a:solidFill>
            <a:ln w="5507" cap="flat">
              <a:noFill/>
              <a:prstDash val="solid"/>
              <a:miter/>
            </a:ln>
          </p:spPr>
          <p:txBody>
            <a:bodyPr wrap="square" rtlCol="0" anchor="ctr">
              <a:noAutofit/>
            </a:bodyPr>
            <a:lstStyle/>
            <a:p>
              <a:endParaRPr lang="en-US"/>
            </a:p>
          </p:txBody>
        </p:sp>
        <p:sp>
          <p:nvSpPr>
            <p:cNvPr id="1349" name="Freeform: Shape 1348">
              <a:extLst>
                <a:ext uri="{FF2B5EF4-FFF2-40B4-BE49-F238E27FC236}">
                  <a16:creationId xmlns:a16="http://schemas.microsoft.com/office/drawing/2014/main" id="{8B1D0ECC-1BA4-A8F4-30EC-1507E679D077}"/>
                </a:ext>
                <a:ext uri="{C183D7F6-B498-43B3-948B-1728B52AA6E4}">
                  <adec:decorative xmlns:adec="http://schemas.microsoft.com/office/drawing/2017/decorative" val="1"/>
                </a:ext>
              </a:extLst>
            </p:cNvPr>
            <p:cNvSpPr/>
            <p:nvPr/>
          </p:nvSpPr>
          <p:spPr>
            <a:xfrm>
              <a:off x="1529018" y="2930159"/>
              <a:ext cx="465582" cy="269568"/>
            </a:xfrm>
            <a:custGeom>
              <a:avLst/>
              <a:gdLst>
                <a:gd name="connsiteX0" fmla="*/ 3289148 w 6983733"/>
                <a:gd name="connsiteY0" fmla="*/ 3900746 h 4043525"/>
                <a:gd name="connsiteX1" fmla="*/ 5292788 w 6983733"/>
                <a:gd name="connsiteY1" fmla="*/ 3900746 h 4043525"/>
                <a:gd name="connsiteX2" fmla="*/ 5292788 w 6983733"/>
                <a:gd name="connsiteY2" fmla="*/ 4043525 h 4043525"/>
                <a:gd name="connsiteX3" fmla="*/ 3289148 w 6983733"/>
                <a:gd name="connsiteY3" fmla="*/ 4043525 h 4043525"/>
                <a:gd name="connsiteX4" fmla="*/ 3289148 w 6983733"/>
                <a:gd name="connsiteY4" fmla="*/ 3229485 h 4043525"/>
                <a:gd name="connsiteX5" fmla="*/ 5292788 w 6983733"/>
                <a:gd name="connsiteY5" fmla="*/ 3229485 h 4043525"/>
                <a:gd name="connsiteX6" fmla="*/ 5292788 w 6983733"/>
                <a:gd name="connsiteY6" fmla="*/ 3372264 h 4043525"/>
                <a:gd name="connsiteX7" fmla="*/ 3289148 w 6983733"/>
                <a:gd name="connsiteY7" fmla="*/ 3372264 h 4043525"/>
                <a:gd name="connsiteX8" fmla="*/ 3289148 w 6983733"/>
                <a:gd name="connsiteY8" fmla="*/ 2558768 h 4043525"/>
                <a:gd name="connsiteX9" fmla="*/ 5292788 w 6983733"/>
                <a:gd name="connsiteY9" fmla="*/ 2558768 h 4043525"/>
                <a:gd name="connsiteX10" fmla="*/ 5292788 w 6983733"/>
                <a:gd name="connsiteY10" fmla="*/ 2701547 h 4043525"/>
                <a:gd name="connsiteX11" fmla="*/ 3289148 w 6983733"/>
                <a:gd name="connsiteY11" fmla="*/ 2701547 h 4043525"/>
                <a:gd name="connsiteX12" fmla="*/ 1473560 w 6983733"/>
                <a:gd name="connsiteY12" fmla="*/ 1088927 h 4043525"/>
                <a:gd name="connsiteX13" fmla="*/ 1964220 w 6983733"/>
                <a:gd name="connsiteY13" fmla="*/ 1088927 h 4043525"/>
                <a:gd name="connsiteX14" fmla="*/ 1964220 w 6983733"/>
                <a:gd name="connsiteY14" fmla="*/ 1333990 h 4043525"/>
                <a:gd name="connsiteX15" fmla="*/ 1473560 w 6983733"/>
                <a:gd name="connsiteY15" fmla="*/ 1333990 h 4043525"/>
                <a:gd name="connsiteX16" fmla="*/ 244524 w 6983733"/>
                <a:gd name="connsiteY16" fmla="*/ 1086795 h 4043525"/>
                <a:gd name="connsiteX17" fmla="*/ 1227973 w 6983733"/>
                <a:gd name="connsiteY17" fmla="*/ 1086795 h 4043525"/>
                <a:gd name="connsiteX18" fmla="*/ 1227973 w 6983733"/>
                <a:gd name="connsiteY18" fmla="*/ 1331860 h 4043525"/>
                <a:gd name="connsiteX19" fmla="*/ 245065 w 6983733"/>
                <a:gd name="connsiteY19" fmla="*/ 1331860 h 4043525"/>
                <a:gd name="connsiteX20" fmla="*/ 245065 w 6983733"/>
                <a:gd name="connsiteY20" fmla="*/ 2799567 h 4043525"/>
                <a:gd name="connsiteX21" fmla="*/ 0 w 6983733"/>
                <a:gd name="connsiteY21" fmla="*/ 2799567 h 4043525"/>
                <a:gd name="connsiteX22" fmla="*/ 0 w 6983733"/>
                <a:gd name="connsiteY22" fmla="*/ 1331320 h 4043525"/>
                <a:gd name="connsiteX23" fmla="*/ 244524 w 6983733"/>
                <a:gd name="connsiteY23" fmla="*/ 1086795 h 4043525"/>
                <a:gd name="connsiteX24" fmla="*/ 6253874 w 6983733"/>
                <a:gd name="connsiteY24" fmla="*/ 0 h 4043525"/>
                <a:gd name="connsiteX25" fmla="*/ 6983733 w 6983733"/>
                <a:gd name="connsiteY25" fmla="*/ 0 h 4043525"/>
                <a:gd name="connsiteX26" fmla="*/ 6983733 w 6983733"/>
                <a:gd name="connsiteY26" fmla="*/ 729860 h 4043525"/>
                <a:gd name="connsiteX27" fmla="*/ 6253874 w 6983733"/>
                <a:gd name="connsiteY27" fmla="*/ 729860 h 404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983733" h="4043525">
                  <a:moveTo>
                    <a:pt x="3289148" y="3900746"/>
                  </a:moveTo>
                  <a:lnTo>
                    <a:pt x="5292788" y="3900746"/>
                  </a:lnTo>
                  <a:lnTo>
                    <a:pt x="5292788" y="4043525"/>
                  </a:lnTo>
                  <a:lnTo>
                    <a:pt x="3289148" y="4043525"/>
                  </a:lnTo>
                  <a:close/>
                  <a:moveTo>
                    <a:pt x="3289148" y="3229485"/>
                  </a:moveTo>
                  <a:lnTo>
                    <a:pt x="5292788" y="3229485"/>
                  </a:lnTo>
                  <a:lnTo>
                    <a:pt x="5292788" y="3372264"/>
                  </a:lnTo>
                  <a:lnTo>
                    <a:pt x="3289148" y="3372264"/>
                  </a:lnTo>
                  <a:close/>
                  <a:moveTo>
                    <a:pt x="3289148" y="2558768"/>
                  </a:moveTo>
                  <a:lnTo>
                    <a:pt x="5292788" y="2558768"/>
                  </a:lnTo>
                  <a:lnTo>
                    <a:pt x="5292788" y="2701547"/>
                  </a:lnTo>
                  <a:lnTo>
                    <a:pt x="3289148" y="2701547"/>
                  </a:lnTo>
                  <a:close/>
                  <a:moveTo>
                    <a:pt x="1473560" y="1088927"/>
                  </a:moveTo>
                  <a:lnTo>
                    <a:pt x="1964220" y="1088927"/>
                  </a:lnTo>
                  <a:lnTo>
                    <a:pt x="1964220" y="1333990"/>
                  </a:lnTo>
                  <a:lnTo>
                    <a:pt x="1473560" y="1333990"/>
                  </a:lnTo>
                  <a:close/>
                  <a:moveTo>
                    <a:pt x="244524" y="1086795"/>
                  </a:moveTo>
                  <a:lnTo>
                    <a:pt x="1227973" y="1086795"/>
                  </a:lnTo>
                  <a:lnTo>
                    <a:pt x="1227973" y="1331860"/>
                  </a:lnTo>
                  <a:lnTo>
                    <a:pt x="245065" y="1331860"/>
                  </a:lnTo>
                  <a:lnTo>
                    <a:pt x="245065" y="2799567"/>
                  </a:lnTo>
                  <a:lnTo>
                    <a:pt x="0" y="2799567"/>
                  </a:lnTo>
                  <a:lnTo>
                    <a:pt x="0" y="1331320"/>
                  </a:lnTo>
                  <a:cubicBezTo>
                    <a:pt x="0" y="1196005"/>
                    <a:pt x="109210" y="1086795"/>
                    <a:pt x="244524" y="1086795"/>
                  </a:cubicBezTo>
                  <a:close/>
                  <a:moveTo>
                    <a:pt x="6253874" y="0"/>
                  </a:moveTo>
                  <a:lnTo>
                    <a:pt x="6983733" y="0"/>
                  </a:lnTo>
                  <a:lnTo>
                    <a:pt x="6983733" y="729860"/>
                  </a:lnTo>
                  <a:lnTo>
                    <a:pt x="6253874" y="729860"/>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87" name="Group 86">
            <a:extLst>
              <a:ext uri="{FF2B5EF4-FFF2-40B4-BE49-F238E27FC236}">
                <a16:creationId xmlns:a16="http://schemas.microsoft.com/office/drawing/2014/main" id="{7C499AB1-B4E5-A909-0CDC-0FE5A3E71D41}"/>
              </a:ext>
              <a:ext uri="{C183D7F6-B498-43B3-948B-1728B52AA6E4}">
                <adec:decorative xmlns:adec="http://schemas.microsoft.com/office/drawing/2017/decorative" val="1"/>
              </a:ext>
            </a:extLst>
          </p:cNvPr>
          <p:cNvGrpSpPr>
            <a:grpSpLocks noChangeAspect="1"/>
          </p:cNvGrpSpPr>
          <p:nvPr/>
        </p:nvGrpSpPr>
        <p:grpSpPr>
          <a:xfrm>
            <a:off x="2241635" y="2930159"/>
            <a:ext cx="496248" cy="457200"/>
            <a:chOff x="2241635" y="2930159"/>
            <a:chExt cx="496248" cy="457200"/>
          </a:xfrm>
          <a:solidFill>
            <a:srgbClr val="FF0000"/>
          </a:solidFill>
        </p:grpSpPr>
        <p:sp>
          <p:nvSpPr>
            <p:cNvPr id="1366" name="Freeform: Shape 1365">
              <a:extLst>
                <a:ext uri="{FF2B5EF4-FFF2-40B4-BE49-F238E27FC236}">
                  <a16:creationId xmlns:a16="http://schemas.microsoft.com/office/drawing/2014/main" id="{86BFF906-9485-560E-BE04-EC62D58DDF8A}"/>
                </a:ext>
                <a:ext uri="{C183D7F6-B498-43B3-948B-1728B52AA6E4}">
                  <adec:decorative xmlns:adec="http://schemas.microsoft.com/office/drawing/2017/decorative" val="1"/>
                </a:ext>
              </a:extLst>
            </p:cNvPr>
            <p:cNvSpPr/>
            <p:nvPr/>
          </p:nvSpPr>
          <p:spPr>
            <a:xfrm>
              <a:off x="2241635" y="3011399"/>
              <a:ext cx="496248" cy="375960"/>
            </a:xfrm>
            <a:custGeom>
              <a:avLst/>
              <a:gdLst>
                <a:gd name="connsiteX0" fmla="*/ 3254 w 7443720"/>
                <a:gd name="connsiteY0" fmla="*/ 5222058 h 5639396"/>
                <a:gd name="connsiteX1" fmla="*/ 6222876 w 7443720"/>
                <a:gd name="connsiteY1" fmla="*/ 5222061 h 5639396"/>
                <a:gd name="connsiteX2" fmla="*/ 7438798 w 7443720"/>
                <a:gd name="connsiteY2" fmla="*/ 5222063 h 5639396"/>
                <a:gd name="connsiteX3" fmla="*/ 7090961 w 7443720"/>
                <a:gd name="connsiteY3" fmla="*/ 5636702 h 5639396"/>
                <a:gd name="connsiteX4" fmla="*/ 7044394 w 7443720"/>
                <a:gd name="connsiteY4" fmla="*/ 5636927 h 5639396"/>
                <a:gd name="connsiteX5" fmla="*/ 399930 w 7443720"/>
                <a:gd name="connsiteY5" fmla="*/ 5639396 h 5639396"/>
                <a:gd name="connsiteX6" fmla="*/ 3254 w 7443720"/>
                <a:gd name="connsiteY6" fmla="*/ 5222058 h 5639396"/>
                <a:gd name="connsiteX7" fmla="*/ 4468504 w 7443720"/>
                <a:gd name="connsiteY7" fmla="*/ 4751895 h 5639396"/>
                <a:gd name="connsiteX8" fmla="*/ 7138868 w 7443720"/>
                <a:gd name="connsiteY8" fmla="*/ 4751895 h 5639396"/>
                <a:gd name="connsiteX9" fmla="*/ 7430690 w 7443720"/>
                <a:gd name="connsiteY9" fmla="*/ 4751895 h 5639396"/>
                <a:gd name="connsiteX10" fmla="*/ 7430690 w 7443720"/>
                <a:gd name="connsiteY10" fmla="*/ 5120295 h 5639396"/>
                <a:gd name="connsiteX11" fmla="*/ 5910 w 7443720"/>
                <a:gd name="connsiteY11" fmla="*/ 5120295 h 5639396"/>
                <a:gd name="connsiteX12" fmla="*/ 5910 w 7443720"/>
                <a:gd name="connsiteY12" fmla="*/ 4756993 h 5639396"/>
                <a:gd name="connsiteX13" fmla="*/ 2969894 w 7443720"/>
                <a:gd name="connsiteY13" fmla="*/ 4756993 h 5639396"/>
                <a:gd name="connsiteX14" fmla="*/ 3039703 w 7443720"/>
                <a:gd name="connsiteY14" fmla="*/ 4878778 h 5639396"/>
                <a:gd name="connsiteX15" fmla="*/ 3200928 w 7443720"/>
                <a:gd name="connsiteY15" fmla="*/ 4935633 h 5639396"/>
                <a:gd name="connsiteX16" fmla="*/ 4232886 w 7443720"/>
                <a:gd name="connsiteY16" fmla="*/ 4938090 h 5639396"/>
                <a:gd name="connsiteX17" fmla="*/ 4468504 w 7443720"/>
                <a:gd name="connsiteY17" fmla="*/ 4751895 h 5639396"/>
                <a:gd name="connsiteX18" fmla="*/ 5143354 w 7443720"/>
                <a:gd name="connsiteY18" fmla="*/ 2518237 h 5639396"/>
                <a:gd name="connsiteX19" fmla="*/ 4717262 w 7443720"/>
                <a:gd name="connsiteY19" fmla="*/ 2518369 h 5639396"/>
                <a:gd name="connsiteX20" fmla="*/ 4641190 w 7443720"/>
                <a:gd name="connsiteY20" fmla="*/ 2561853 h 5639396"/>
                <a:gd name="connsiteX21" fmla="*/ 4452117 w 7443720"/>
                <a:gd name="connsiteY21" fmla="*/ 2881179 h 5639396"/>
                <a:gd name="connsiteX22" fmla="*/ 4453574 w 7443720"/>
                <a:gd name="connsiteY22" fmla="*/ 3067222 h 5639396"/>
                <a:gd name="connsiteX23" fmla="*/ 4532812 w 7443720"/>
                <a:gd name="connsiteY23" fmla="*/ 3204007 h 5639396"/>
                <a:gd name="connsiteX24" fmla="*/ 4633151 w 7443720"/>
                <a:gd name="connsiteY24" fmla="*/ 3378273 h 5639396"/>
                <a:gd name="connsiteX25" fmla="*/ 4723394 w 7443720"/>
                <a:gd name="connsiteY25" fmla="*/ 3433299 h 5639396"/>
                <a:gd name="connsiteX26" fmla="*/ 5141765 w 7443720"/>
                <a:gd name="connsiteY26" fmla="*/ 3430196 h 5639396"/>
                <a:gd name="connsiteX27" fmla="*/ 5212175 w 7443720"/>
                <a:gd name="connsiteY27" fmla="*/ 3390405 h 5639396"/>
                <a:gd name="connsiteX28" fmla="*/ 5420047 w 7443720"/>
                <a:gd name="connsiteY28" fmla="*/ 3037257 h 5639396"/>
                <a:gd name="connsiteX29" fmla="*/ 5421915 w 7443720"/>
                <a:gd name="connsiteY29" fmla="*/ 2911687 h 5639396"/>
                <a:gd name="connsiteX30" fmla="*/ 5213363 w 7443720"/>
                <a:gd name="connsiteY30" fmla="*/ 2558823 h 5639396"/>
                <a:gd name="connsiteX31" fmla="*/ 5143354 w 7443720"/>
                <a:gd name="connsiteY31" fmla="*/ 2518237 h 5639396"/>
                <a:gd name="connsiteX32" fmla="*/ 5230776 w 7443720"/>
                <a:gd name="connsiteY32" fmla="*/ 2343255 h 5639396"/>
                <a:gd name="connsiteX33" fmla="*/ 5320638 w 7443720"/>
                <a:gd name="connsiteY33" fmla="*/ 2396843 h 5639396"/>
                <a:gd name="connsiteX34" fmla="*/ 5621614 w 7443720"/>
                <a:gd name="connsiteY34" fmla="*/ 2915675 h 5639396"/>
                <a:gd name="connsiteX35" fmla="*/ 5623562 w 7443720"/>
                <a:gd name="connsiteY35" fmla="*/ 3027778 h 5639396"/>
                <a:gd name="connsiteX36" fmla="*/ 5307936 w 7443720"/>
                <a:gd name="connsiteY36" fmla="*/ 3564995 h 5639396"/>
                <a:gd name="connsiteX37" fmla="*/ 5243482 w 7443720"/>
                <a:gd name="connsiteY37" fmla="*/ 3602188 h 5639396"/>
                <a:gd name="connsiteX38" fmla="*/ 4607098 w 7443720"/>
                <a:gd name="connsiteY38" fmla="*/ 3605608 h 5639396"/>
                <a:gd name="connsiteX39" fmla="*/ 4507732 w 7443720"/>
                <a:gd name="connsiteY39" fmla="*/ 3518260 h 5639396"/>
                <a:gd name="connsiteX40" fmla="*/ 4230873 w 7443720"/>
                <a:gd name="connsiteY40" fmla="*/ 3028798 h 5639396"/>
                <a:gd name="connsiteX41" fmla="*/ 4226606 w 7443720"/>
                <a:gd name="connsiteY41" fmla="*/ 2925022 h 5639396"/>
                <a:gd name="connsiteX42" fmla="*/ 4535089 w 7443720"/>
                <a:gd name="connsiteY42" fmla="*/ 2390078 h 5639396"/>
                <a:gd name="connsiteX43" fmla="*/ 4609904 w 7443720"/>
                <a:gd name="connsiteY43" fmla="*/ 2346502 h 5639396"/>
                <a:gd name="connsiteX44" fmla="*/ 5230776 w 7443720"/>
                <a:gd name="connsiteY44" fmla="*/ 2343255 h 5639396"/>
                <a:gd name="connsiteX45" fmla="*/ 3538611 w 7443720"/>
                <a:gd name="connsiteY45" fmla="*/ 1808904 h 5639396"/>
                <a:gd name="connsiteX46" fmla="*/ 3436916 w 7443720"/>
                <a:gd name="connsiteY46" fmla="*/ 1871145 h 5639396"/>
                <a:gd name="connsiteX47" fmla="*/ 3331436 w 7443720"/>
                <a:gd name="connsiteY47" fmla="*/ 2055446 h 5639396"/>
                <a:gd name="connsiteX48" fmla="*/ 3238853 w 7443720"/>
                <a:gd name="connsiteY48" fmla="*/ 2216160 h 5639396"/>
                <a:gd name="connsiteX49" fmla="*/ 3236971 w 7443720"/>
                <a:gd name="connsiteY49" fmla="*/ 2313286 h 5639396"/>
                <a:gd name="connsiteX50" fmla="*/ 3441804 w 7443720"/>
                <a:gd name="connsiteY50" fmla="*/ 2668136 h 5639396"/>
                <a:gd name="connsiteX51" fmla="*/ 3531560 w 7443720"/>
                <a:gd name="connsiteY51" fmla="*/ 2723764 h 5639396"/>
                <a:gd name="connsiteX52" fmla="*/ 3949766 w 7443720"/>
                <a:gd name="connsiteY52" fmla="*/ 2720815 h 5639396"/>
                <a:gd name="connsiteX53" fmla="*/ 4022469 w 7443720"/>
                <a:gd name="connsiteY53" fmla="*/ 2681613 h 5639396"/>
                <a:gd name="connsiteX54" fmla="*/ 4238964 w 7443720"/>
                <a:gd name="connsiteY54" fmla="*/ 2306885 h 5639396"/>
                <a:gd name="connsiteX55" fmla="*/ 4239025 w 7443720"/>
                <a:gd name="connsiteY55" fmla="*/ 2225108 h 5639396"/>
                <a:gd name="connsiteX56" fmla="*/ 4027393 w 7443720"/>
                <a:gd name="connsiteY56" fmla="*/ 1856549 h 5639396"/>
                <a:gd name="connsiteX57" fmla="*/ 3941292 w 7443720"/>
                <a:gd name="connsiteY57" fmla="*/ 1812217 h 5639396"/>
                <a:gd name="connsiteX58" fmla="*/ 3538611 w 7443720"/>
                <a:gd name="connsiteY58" fmla="*/ 1808904 h 5639396"/>
                <a:gd name="connsiteX59" fmla="*/ 3465012 w 7443720"/>
                <a:gd name="connsiteY59" fmla="*/ 1631796 h 5639396"/>
                <a:gd name="connsiteX60" fmla="*/ 3522350 w 7443720"/>
                <a:gd name="connsiteY60" fmla="*/ 1633334 h 5639396"/>
                <a:gd name="connsiteX61" fmla="*/ 4041618 w 7443720"/>
                <a:gd name="connsiteY61" fmla="*/ 1635554 h 5639396"/>
                <a:gd name="connsiteX62" fmla="*/ 4124834 w 7443720"/>
                <a:gd name="connsiteY62" fmla="*/ 1683864 h 5639396"/>
                <a:gd name="connsiteX63" fmla="*/ 4430712 w 7443720"/>
                <a:gd name="connsiteY63" fmla="*/ 2207808 h 5639396"/>
                <a:gd name="connsiteX64" fmla="*/ 4428145 w 7443720"/>
                <a:gd name="connsiteY64" fmla="*/ 2327994 h 5639396"/>
                <a:gd name="connsiteX65" fmla="*/ 4148540 w 7443720"/>
                <a:gd name="connsiteY65" fmla="*/ 2813626 h 5639396"/>
                <a:gd name="connsiteX66" fmla="*/ 4012181 w 7443720"/>
                <a:gd name="connsiteY66" fmla="*/ 2896387 h 5639396"/>
                <a:gd name="connsiteX67" fmla="*/ 3430769 w 7443720"/>
                <a:gd name="connsiteY67" fmla="*/ 2892490 h 5639396"/>
                <a:gd name="connsiteX68" fmla="*/ 3343805 w 7443720"/>
                <a:gd name="connsiteY68" fmla="*/ 2851087 h 5639396"/>
                <a:gd name="connsiteX69" fmla="*/ 3049230 w 7443720"/>
                <a:gd name="connsiteY69" fmla="*/ 2343960 h 5639396"/>
                <a:gd name="connsiteX70" fmla="*/ 3047186 w 7443720"/>
                <a:gd name="connsiteY70" fmla="*/ 2191092 h 5639396"/>
                <a:gd name="connsiteX71" fmla="*/ 3351010 w 7443720"/>
                <a:gd name="connsiteY71" fmla="*/ 1671466 h 5639396"/>
                <a:gd name="connsiteX72" fmla="*/ 3414254 w 7443720"/>
                <a:gd name="connsiteY72" fmla="*/ 1634887 h 5639396"/>
                <a:gd name="connsiteX73" fmla="*/ 3465012 w 7443720"/>
                <a:gd name="connsiteY73" fmla="*/ 1631796 h 5639396"/>
                <a:gd name="connsiteX74" fmla="*/ 5149063 w 7443720"/>
                <a:gd name="connsiteY74" fmla="*/ 1103026 h 5639396"/>
                <a:gd name="connsiteX75" fmla="*/ 4707017 w 7443720"/>
                <a:gd name="connsiteY75" fmla="*/ 1103121 h 5639396"/>
                <a:gd name="connsiteX76" fmla="*/ 4642035 w 7443720"/>
                <a:gd name="connsiteY76" fmla="*/ 1142468 h 5639396"/>
                <a:gd name="connsiteX77" fmla="*/ 4503702 w 7443720"/>
                <a:gd name="connsiteY77" fmla="*/ 1379511 h 5639396"/>
                <a:gd name="connsiteX78" fmla="*/ 4436563 w 7443720"/>
                <a:gd name="connsiteY78" fmla="*/ 1492621 h 5639396"/>
                <a:gd name="connsiteX79" fmla="*/ 4435373 w 7443720"/>
                <a:gd name="connsiteY79" fmla="*/ 1618082 h 5639396"/>
                <a:gd name="connsiteX80" fmla="*/ 4639267 w 7443720"/>
                <a:gd name="connsiteY80" fmla="*/ 1964957 h 5639396"/>
                <a:gd name="connsiteX81" fmla="*/ 4721611 w 7443720"/>
                <a:gd name="connsiteY81" fmla="*/ 2014401 h 5639396"/>
                <a:gd name="connsiteX82" fmla="*/ 5140332 w 7443720"/>
                <a:gd name="connsiteY82" fmla="*/ 2014817 h 5639396"/>
                <a:gd name="connsiteX83" fmla="*/ 5212698 w 7443720"/>
                <a:gd name="connsiteY83" fmla="*/ 1974228 h 5639396"/>
                <a:gd name="connsiteX84" fmla="*/ 5425800 w 7443720"/>
                <a:gd name="connsiteY84" fmla="*/ 1605698 h 5639396"/>
                <a:gd name="connsiteX85" fmla="*/ 5426678 w 7443720"/>
                <a:gd name="connsiteY85" fmla="*/ 1509614 h 5639396"/>
                <a:gd name="connsiteX86" fmla="*/ 5214240 w 7443720"/>
                <a:gd name="connsiteY86" fmla="*/ 1140671 h 5639396"/>
                <a:gd name="connsiteX87" fmla="*/ 5149063 w 7443720"/>
                <a:gd name="connsiteY87" fmla="*/ 1103026 h 5639396"/>
                <a:gd name="connsiteX88" fmla="*/ 4591171 w 7443720"/>
                <a:gd name="connsiteY88" fmla="*/ 926640 h 5639396"/>
                <a:gd name="connsiteX89" fmla="*/ 4627932 w 7443720"/>
                <a:gd name="connsiteY89" fmla="*/ 927041 h 5639396"/>
                <a:gd name="connsiteX90" fmla="*/ 5232653 w 7443720"/>
                <a:gd name="connsiteY90" fmla="*/ 928515 h 5639396"/>
                <a:gd name="connsiteX91" fmla="*/ 5308423 w 7443720"/>
                <a:gd name="connsiteY91" fmla="*/ 961397 h 5639396"/>
                <a:gd name="connsiteX92" fmla="*/ 5625895 w 7443720"/>
                <a:gd name="connsiteY92" fmla="*/ 1514892 h 5639396"/>
                <a:gd name="connsiteX93" fmla="*/ 5622475 w 7443720"/>
                <a:gd name="connsiteY93" fmla="*/ 1601529 h 5639396"/>
                <a:gd name="connsiteX94" fmla="*/ 5313782 w 7443720"/>
                <a:gd name="connsiteY94" fmla="*/ 2141421 h 5639396"/>
                <a:gd name="connsiteX95" fmla="*/ 5237299 w 7443720"/>
                <a:gd name="connsiteY95" fmla="*/ 2186056 h 5639396"/>
                <a:gd name="connsiteX96" fmla="*/ 4616656 w 7443720"/>
                <a:gd name="connsiteY96" fmla="*/ 2190090 h 5639396"/>
                <a:gd name="connsiteX97" fmla="*/ 4491391 w 7443720"/>
                <a:gd name="connsiteY97" fmla="*/ 2074669 h 5639396"/>
                <a:gd name="connsiteX98" fmla="*/ 4229911 w 7443720"/>
                <a:gd name="connsiteY98" fmla="*/ 1610104 h 5639396"/>
                <a:gd name="connsiteX99" fmla="*/ 4229996 w 7443720"/>
                <a:gd name="connsiteY99" fmla="*/ 1500770 h 5639396"/>
                <a:gd name="connsiteX100" fmla="*/ 4523997 w 7443720"/>
                <a:gd name="connsiteY100" fmla="*/ 983842 h 5639396"/>
                <a:gd name="connsiteX101" fmla="*/ 4591171 w 7443720"/>
                <a:gd name="connsiteY101" fmla="*/ 926640 h 5639396"/>
                <a:gd name="connsiteX102" fmla="*/ 2605335 w 7443720"/>
                <a:gd name="connsiteY102" fmla="*/ 749685 h 5639396"/>
                <a:gd name="connsiteX103" fmla="*/ 2979287 w 7443720"/>
                <a:gd name="connsiteY103" fmla="*/ 749685 h 5639396"/>
                <a:gd name="connsiteX104" fmla="*/ 2979287 w 7443720"/>
                <a:gd name="connsiteY104" fmla="*/ 948394 h 5639396"/>
                <a:gd name="connsiteX105" fmla="*/ 2605335 w 7443720"/>
                <a:gd name="connsiteY105" fmla="*/ 948394 h 5639396"/>
                <a:gd name="connsiteX106" fmla="*/ 2412994 w 7443720"/>
                <a:gd name="connsiteY106" fmla="*/ 746118 h 5639396"/>
                <a:gd name="connsiteX107" fmla="*/ 2412994 w 7443720"/>
                <a:gd name="connsiteY107" fmla="*/ 929009 h 5639396"/>
                <a:gd name="connsiteX108" fmla="*/ 1679485 w 7443720"/>
                <a:gd name="connsiteY108" fmla="*/ 929009 h 5639396"/>
                <a:gd name="connsiteX109" fmla="*/ 1679487 w 7443720"/>
                <a:gd name="connsiteY109" fmla="*/ 1227604 h 5639396"/>
                <a:gd name="connsiteX110" fmla="*/ 1679490 w 7443720"/>
                <a:gd name="connsiteY110" fmla="*/ 2043984 h 5639396"/>
                <a:gd name="connsiteX111" fmla="*/ 1492214 w 7443720"/>
                <a:gd name="connsiteY111" fmla="*/ 2043984 h 5639396"/>
                <a:gd name="connsiteX112" fmla="*/ 1492214 w 7443720"/>
                <a:gd name="connsiteY112" fmla="*/ 1961300 h 5639396"/>
                <a:gd name="connsiteX113" fmla="*/ 1491713 w 7443720"/>
                <a:gd name="connsiteY113" fmla="*/ 914142 h 5639396"/>
                <a:gd name="connsiteX114" fmla="*/ 1662160 w 7443720"/>
                <a:gd name="connsiteY114" fmla="*/ 746533 h 5639396"/>
                <a:gd name="connsiteX115" fmla="*/ 2412994 w 7443720"/>
                <a:gd name="connsiteY115" fmla="*/ 746118 h 5639396"/>
                <a:gd name="connsiteX116" fmla="*/ 1484112 w 7443720"/>
                <a:gd name="connsiteY116" fmla="*/ 702 h 5639396"/>
                <a:gd name="connsiteX117" fmla="*/ 1745911 w 7443720"/>
                <a:gd name="connsiteY117" fmla="*/ 7589 h 5639396"/>
                <a:gd name="connsiteX118" fmla="*/ 1745911 w 7443720"/>
                <a:gd name="connsiteY118" fmla="*/ 4837 h 5639396"/>
                <a:gd name="connsiteX119" fmla="*/ 3642426 w 7443720"/>
                <a:gd name="connsiteY119" fmla="*/ 4837 h 5639396"/>
                <a:gd name="connsiteX120" fmla="*/ 3642426 w 7443720"/>
                <a:gd name="connsiteY120" fmla="*/ 5780 h 5639396"/>
                <a:gd name="connsiteX121" fmla="*/ 5180051 w 7443720"/>
                <a:gd name="connsiteY121" fmla="*/ 5780 h 5639396"/>
                <a:gd name="connsiteX122" fmla="*/ 5180051 w 7443720"/>
                <a:gd name="connsiteY122" fmla="*/ 2125 h 5639396"/>
                <a:gd name="connsiteX123" fmla="*/ 5477125 w 7443720"/>
                <a:gd name="connsiteY123" fmla="*/ 2125 h 5639396"/>
                <a:gd name="connsiteX124" fmla="*/ 5477125 w 7443720"/>
                <a:gd name="connsiteY124" fmla="*/ 2797 h 5639396"/>
                <a:gd name="connsiteX125" fmla="*/ 5839526 w 7443720"/>
                <a:gd name="connsiteY125" fmla="*/ 2797 h 5639396"/>
                <a:gd name="connsiteX126" fmla="*/ 5839526 w 7443720"/>
                <a:gd name="connsiteY126" fmla="*/ 3789 h 5639396"/>
                <a:gd name="connsiteX127" fmla="*/ 6013296 w 7443720"/>
                <a:gd name="connsiteY127" fmla="*/ 3789 h 5639396"/>
                <a:gd name="connsiteX128" fmla="*/ 6013296 w 7443720"/>
                <a:gd name="connsiteY128" fmla="*/ 373229 h 5639396"/>
                <a:gd name="connsiteX129" fmla="*/ 5787781 w 7443720"/>
                <a:gd name="connsiteY129" fmla="*/ 373229 h 5639396"/>
                <a:gd name="connsiteX130" fmla="*/ 5787781 w 7443720"/>
                <a:gd name="connsiteY130" fmla="*/ 371958 h 5639396"/>
                <a:gd name="connsiteX131" fmla="*/ 5430571 w 7443720"/>
                <a:gd name="connsiteY131" fmla="*/ 371958 h 5639396"/>
                <a:gd name="connsiteX132" fmla="*/ 5430571 w 7443720"/>
                <a:gd name="connsiteY132" fmla="*/ 371814 h 5639396"/>
                <a:gd name="connsiteX133" fmla="*/ 5243499 w 7443720"/>
                <a:gd name="connsiteY133" fmla="*/ 371814 h 5639396"/>
                <a:gd name="connsiteX134" fmla="*/ 5243499 w 7443720"/>
                <a:gd name="connsiteY134" fmla="*/ 372182 h 5639396"/>
                <a:gd name="connsiteX135" fmla="*/ 3620364 w 7443720"/>
                <a:gd name="connsiteY135" fmla="*/ 372182 h 5639396"/>
                <a:gd name="connsiteX136" fmla="*/ 3620364 w 7443720"/>
                <a:gd name="connsiteY136" fmla="*/ 371310 h 5639396"/>
                <a:gd name="connsiteX137" fmla="*/ 1745911 w 7443720"/>
                <a:gd name="connsiteY137" fmla="*/ 371310 h 5639396"/>
                <a:gd name="connsiteX138" fmla="*/ 1745911 w 7443720"/>
                <a:gd name="connsiteY138" fmla="*/ 367078 h 5639396"/>
                <a:gd name="connsiteX139" fmla="*/ 1127230 w 7443720"/>
                <a:gd name="connsiteY139" fmla="*/ 367078 h 5639396"/>
                <a:gd name="connsiteX140" fmla="*/ 1127230 w 7443720"/>
                <a:gd name="connsiteY140" fmla="*/ 4108242 h 5639396"/>
                <a:gd name="connsiteX141" fmla="*/ 6318480 w 7443720"/>
                <a:gd name="connsiteY141" fmla="*/ 4108242 h 5639396"/>
                <a:gd name="connsiteX142" fmla="*/ 6331079 w 7443720"/>
                <a:gd name="connsiteY142" fmla="*/ 692668 h 5639396"/>
                <a:gd name="connsiteX143" fmla="*/ 6702215 w 7443720"/>
                <a:gd name="connsiteY143" fmla="*/ 692668 h 5639396"/>
                <a:gd name="connsiteX144" fmla="*/ 6696088 w 7443720"/>
                <a:gd name="connsiteY144" fmla="*/ 4223524 h 5639396"/>
                <a:gd name="connsiteX145" fmla="*/ 6669283 w 7443720"/>
                <a:gd name="connsiteY145" fmla="*/ 4223524 h 5639396"/>
                <a:gd name="connsiteX146" fmla="*/ 6672787 w 7443720"/>
                <a:gd name="connsiteY146" fmla="*/ 4223916 h 5639396"/>
                <a:gd name="connsiteX147" fmla="*/ 6324136 w 7443720"/>
                <a:gd name="connsiteY147" fmla="*/ 4490297 h 5639396"/>
                <a:gd name="connsiteX148" fmla="*/ 843771 w 7443720"/>
                <a:gd name="connsiteY148" fmla="*/ 4487898 h 5639396"/>
                <a:gd name="connsiteX149" fmla="*/ 744663 w 7443720"/>
                <a:gd name="connsiteY149" fmla="*/ 4487898 h 5639396"/>
                <a:gd name="connsiteX150" fmla="*/ 744672 w 7443720"/>
                <a:gd name="connsiteY150" fmla="*/ 4387822 h 5639396"/>
                <a:gd name="connsiteX151" fmla="*/ 753878 w 7443720"/>
                <a:gd name="connsiteY151" fmla="*/ 406129 h 5639396"/>
                <a:gd name="connsiteX152" fmla="*/ 896955 w 7443720"/>
                <a:gd name="connsiteY152" fmla="*/ 77723 h 5639396"/>
                <a:gd name="connsiteX153" fmla="*/ 1130541 w 7443720"/>
                <a:gd name="connsiteY153" fmla="*/ 4493 h 5639396"/>
                <a:gd name="connsiteX154" fmla="*/ 1484112 w 7443720"/>
                <a:gd name="connsiteY154" fmla="*/ 702 h 563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7443720" h="5639396">
                  <a:moveTo>
                    <a:pt x="3254" y="5222058"/>
                  </a:moveTo>
                  <a:cubicBezTo>
                    <a:pt x="2072668" y="5222058"/>
                    <a:pt x="4143891" y="5222058"/>
                    <a:pt x="6222876" y="5222061"/>
                  </a:cubicBezTo>
                  <a:cubicBezTo>
                    <a:pt x="6633802" y="5222063"/>
                    <a:pt x="7036967" y="5222063"/>
                    <a:pt x="7438798" y="5222063"/>
                  </a:cubicBezTo>
                  <a:cubicBezTo>
                    <a:pt x="7476246" y="5413174"/>
                    <a:pt x="7294205" y="5626032"/>
                    <a:pt x="7090961" y="5636702"/>
                  </a:cubicBezTo>
                  <a:cubicBezTo>
                    <a:pt x="7075480" y="5637514"/>
                    <a:pt x="7059918" y="5636927"/>
                    <a:pt x="7044394" y="5636927"/>
                  </a:cubicBezTo>
                  <a:cubicBezTo>
                    <a:pt x="4829571" y="5636934"/>
                    <a:pt x="2614747" y="5635306"/>
                    <a:pt x="399930" y="5639396"/>
                  </a:cubicBezTo>
                  <a:cubicBezTo>
                    <a:pt x="173022" y="5639814"/>
                    <a:pt x="-28191" y="5427019"/>
                    <a:pt x="3254" y="5222058"/>
                  </a:cubicBezTo>
                  <a:close/>
                  <a:moveTo>
                    <a:pt x="4468504" y="4751895"/>
                  </a:moveTo>
                  <a:cubicBezTo>
                    <a:pt x="5353955" y="4751895"/>
                    <a:pt x="6242532" y="4751895"/>
                    <a:pt x="7138868" y="4751895"/>
                  </a:cubicBezTo>
                  <a:cubicBezTo>
                    <a:pt x="7239407" y="4751895"/>
                    <a:pt x="7332184" y="4751895"/>
                    <a:pt x="7430690" y="4751895"/>
                  </a:cubicBezTo>
                  <a:cubicBezTo>
                    <a:pt x="7430690" y="4876035"/>
                    <a:pt x="7430690" y="4995681"/>
                    <a:pt x="7430690" y="5120295"/>
                  </a:cubicBezTo>
                  <a:cubicBezTo>
                    <a:pt x="4957421" y="5120295"/>
                    <a:pt x="2486050" y="5120295"/>
                    <a:pt x="5910" y="5120295"/>
                  </a:cubicBezTo>
                  <a:cubicBezTo>
                    <a:pt x="5910" y="5001566"/>
                    <a:pt x="5910" y="4881903"/>
                    <a:pt x="5910" y="4756993"/>
                  </a:cubicBezTo>
                  <a:cubicBezTo>
                    <a:pt x="991009" y="4756993"/>
                    <a:pt x="1980392" y="4756993"/>
                    <a:pt x="2969894" y="4756993"/>
                  </a:cubicBezTo>
                  <a:cubicBezTo>
                    <a:pt x="2991698" y="4797503"/>
                    <a:pt x="3004710" y="4853143"/>
                    <a:pt x="3039703" y="4878778"/>
                  </a:cubicBezTo>
                  <a:cubicBezTo>
                    <a:pt x="3084100" y="4911303"/>
                    <a:pt x="3146122" y="4934843"/>
                    <a:pt x="3200928" y="4935633"/>
                  </a:cubicBezTo>
                  <a:cubicBezTo>
                    <a:pt x="3544854" y="4940589"/>
                    <a:pt x="3888886" y="4938247"/>
                    <a:pt x="4232886" y="4938090"/>
                  </a:cubicBezTo>
                  <a:cubicBezTo>
                    <a:pt x="4375603" y="4938027"/>
                    <a:pt x="4425118" y="4900362"/>
                    <a:pt x="4468504" y="4751895"/>
                  </a:cubicBezTo>
                  <a:close/>
                  <a:moveTo>
                    <a:pt x="5143354" y="2518237"/>
                  </a:moveTo>
                  <a:cubicBezTo>
                    <a:pt x="5001388" y="2514445"/>
                    <a:pt x="4859204" y="2514142"/>
                    <a:pt x="4717262" y="2518369"/>
                  </a:cubicBezTo>
                  <a:cubicBezTo>
                    <a:pt x="4690930" y="2519157"/>
                    <a:pt x="4655207" y="2539569"/>
                    <a:pt x="4641190" y="2561853"/>
                  </a:cubicBezTo>
                  <a:cubicBezTo>
                    <a:pt x="4575338" y="2666526"/>
                    <a:pt x="4519656" y="2777697"/>
                    <a:pt x="4452117" y="2881179"/>
                  </a:cubicBezTo>
                  <a:cubicBezTo>
                    <a:pt x="4408499" y="2948009"/>
                    <a:pt x="4405208" y="3003529"/>
                    <a:pt x="4453574" y="3067222"/>
                  </a:cubicBezTo>
                  <a:cubicBezTo>
                    <a:pt x="4482967" y="3105933"/>
                    <a:pt x="4503703" y="3151218"/>
                    <a:pt x="4532812" y="3204007"/>
                  </a:cubicBezTo>
                  <a:cubicBezTo>
                    <a:pt x="4566443" y="3261996"/>
                    <a:pt x="4601609" y="3319169"/>
                    <a:pt x="4633151" y="3378273"/>
                  </a:cubicBezTo>
                  <a:cubicBezTo>
                    <a:pt x="4653229" y="3415893"/>
                    <a:pt x="4676872" y="3434479"/>
                    <a:pt x="4723394" y="3433299"/>
                  </a:cubicBezTo>
                  <a:cubicBezTo>
                    <a:pt x="4862788" y="3429758"/>
                    <a:pt x="5002380" y="3433954"/>
                    <a:pt x="5141765" y="3430196"/>
                  </a:cubicBezTo>
                  <a:cubicBezTo>
                    <a:pt x="5166099" y="3429541"/>
                    <a:pt x="5199517" y="3410935"/>
                    <a:pt x="5212175" y="3390405"/>
                  </a:cubicBezTo>
                  <a:cubicBezTo>
                    <a:pt x="5283851" y="3274157"/>
                    <a:pt x="5348072" y="3153306"/>
                    <a:pt x="5420047" y="3037257"/>
                  </a:cubicBezTo>
                  <a:cubicBezTo>
                    <a:pt x="5448201" y="2991867"/>
                    <a:pt x="5449567" y="2956916"/>
                    <a:pt x="5421915" y="2911687"/>
                  </a:cubicBezTo>
                  <a:cubicBezTo>
                    <a:pt x="5350652" y="2795127"/>
                    <a:pt x="5285325" y="2674926"/>
                    <a:pt x="5213363" y="2558823"/>
                  </a:cubicBezTo>
                  <a:cubicBezTo>
                    <a:pt x="5200556" y="2538159"/>
                    <a:pt x="5167549" y="2518883"/>
                    <a:pt x="5143354" y="2518237"/>
                  </a:cubicBezTo>
                  <a:close/>
                  <a:moveTo>
                    <a:pt x="5230776" y="2343255"/>
                  </a:moveTo>
                  <a:cubicBezTo>
                    <a:pt x="5276533" y="2342608"/>
                    <a:pt x="5299574" y="2359839"/>
                    <a:pt x="5320638" y="2396843"/>
                  </a:cubicBezTo>
                  <a:cubicBezTo>
                    <a:pt x="5419546" y="2570598"/>
                    <a:pt x="5519659" y="2743693"/>
                    <a:pt x="5621614" y="2915675"/>
                  </a:cubicBezTo>
                  <a:cubicBezTo>
                    <a:pt x="5645024" y="2955161"/>
                    <a:pt x="5648420" y="2986275"/>
                    <a:pt x="5623562" y="3027778"/>
                  </a:cubicBezTo>
                  <a:cubicBezTo>
                    <a:pt x="5516848" y="3205948"/>
                    <a:pt x="5414739" y="3386879"/>
                    <a:pt x="5307936" y="3564995"/>
                  </a:cubicBezTo>
                  <a:cubicBezTo>
                    <a:pt x="5296545" y="3583995"/>
                    <a:pt x="5265597" y="3601899"/>
                    <a:pt x="5243482" y="3602188"/>
                  </a:cubicBezTo>
                  <a:cubicBezTo>
                    <a:pt x="5031373" y="3604973"/>
                    <a:pt x="4819143" y="3600929"/>
                    <a:pt x="4607098" y="3605608"/>
                  </a:cubicBezTo>
                  <a:cubicBezTo>
                    <a:pt x="4541827" y="3607046"/>
                    <a:pt x="4540174" y="3553201"/>
                    <a:pt x="4507732" y="3518260"/>
                  </a:cubicBezTo>
                  <a:cubicBezTo>
                    <a:pt x="4413068" y="3351936"/>
                    <a:pt x="4319006" y="3191968"/>
                    <a:pt x="4230873" y="3028798"/>
                  </a:cubicBezTo>
                  <a:cubicBezTo>
                    <a:pt x="4215751" y="3000798"/>
                    <a:pt x="4212079" y="2951589"/>
                    <a:pt x="4226606" y="2925022"/>
                  </a:cubicBezTo>
                  <a:cubicBezTo>
                    <a:pt x="4325361" y="2744451"/>
                    <a:pt x="4429090" y="2566530"/>
                    <a:pt x="4535089" y="2390078"/>
                  </a:cubicBezTo>
                  <a:cubicBezTo>
                    <a:pt x="4548402" y="2367920"/>
                    <a:pt x="4584179" y="2346937"/>
                    <a:pt x="4609904" y="2346502"/>
                  </a:cubicBezTo>
                  <a:cubicBezTo>
                    <a:pt x="4816818" y="2342986"/>
                    <a:pt x="5023842" y="2346182"/>
                    <a:pt x="5230776" y="2343255"/>
                  </a:cubicBezTo>
                  <a:close/>
                  <a:moveTo>
                    <a:pt x="3538611" y="1808904"/>
                  </a:moveTo>
                  <a:cubicBezTo>
                    <a:pt x="3486722" y="1807452"/>
                    <a:pt x="3459092" y="1826248"/>
                    <a:pt x="3436916" y="1871145"/>
                  </a:cubicBezTo>
                  <a:cubicBezTo>
                    <a:pt x="3407303" y="1931090"/>
                    <a:pt x="3370621" y="1987542"/>
                    <a:pt x="3331436" y="2055446"/>
                  </a:cubicBezTo>
                  <a:cubicBezTo>
                    <a:pt x="3300825" y="2109178"/>
                    <a:pt x="3272342" y="2164285"/>
                    <a:pt x="3238853" y="2216160"/>
                  </a:cubicBezTo>
                  <a:cubicBezTo>
                    <a:pt x="3216807" y="2250311"/>
                    <a:pt x="3214575" y="2276560"/>
                    <a:pt x="3236971" y="2313286"/>
                  </a:cubicBezTo>
                  <a:cubicBezTo>
                    <a:pt x="3308065" y="2429863"/>
                    <a:pt x="3375597" y="2548686"/>
                    <a:pt x="3441804" y="2668136"/>
                  </a:cubicBezTo>
                  <a:cubicBezTo>
                    <a:pt x="3462630" y="2705710"/>
                    <a:pt x="3485324" y="2724818"/>
                    <a:pt x="3531560" y="2723764"/>
                  </a:cubicBezTo>
                  <a:cubicBezTo>
                    <a:pt x="3670915" y="2720593"/>
                    <a:pt x="3810441" y="2724573"/>
                    <a:pt x="3949766" y="2720815"/>
                  </a:cubicBezTo>
                  <a:cubicBezTo>
                    <a:pt x="3974893" y="2720138"/>
                    <a:pt x="4009719" y="2702336"/>
                    <a:pt x="4022469" y="2681613"/>
                  </a:cubicBezTo>
                  <a:cubicBezTo>
                    <a:pt x="4098059" y="2558771"/>
                    <a:pt x="4170163" y="2433660"/>
                    <a:pt x="4238964" y="2306885"/>
                  </a:cubicBezTo>
                  <a:cubicBezTo>
                    <a:pt x="4250644" y="2285362"/>
                    <a:pt x="4250631" y="2246717"/>
                    <a:pt x="4239025" y="2225108"/>
                  </a:cubicBezTo>
                  <a:cubicBezTo>
                    <a:pt x="4171997" y="2100306"/>
                    <a:pt x="4102331" y="1976708"/>
                    <a:pt x="4027393" y="1856549"/>
                  </a:cubicBezTo>
                  <a:cubicBezTo>
                    <a:pt x="4012420" y="1832539"/>
                    <a:pt x="3971152" y="1813266"/>
                    <a:pt x="3941292" y="1812217"/>
                  </a:cubicBezTo>
                  <a:cubicBezTo>
                    <a:pt x="3807194" y="1807510"/>
                    <a:pt x="3672768" y="1812664"/>
                    <a:pt x="3538611" y="1808904"/>
                  </a:cubicBezTo>
                  <a:close/>
                  <a:moveTo>
                    <a:pt x="3465012" y="1631796"/>
                  </a:moveTo>
                  <a:cubicBezTo>
                    <a:pt x="3482834" y="1632178"/>
                    <a:pt x="3501751" y="1633332"/>
                    <a:pt x="3522350" y="1633334"/>
                  </a:cubicBezTo>
                  <a:cubicBezTo>
                    <a:pt x="3700525" y="1633334"/>
                    <a:pt x="3871161" y="1631060"/>
                    <a:pt x="4041618" y="1635554"/>
                  </a:cubicBezTo>
                  <a:cubicBezTo>
                    <a:pt x="4070373" y="1636312"/>
                    <a:pt x="4109974" y="1659256"/>
                    <a:pt x="4124834" y="1683864"/>
                  </a:cubicBezTo>
                  <a:cubicBezTo>
                    <a:pt x="4229353" y="1856964"/>
                    <a:pt x="4327256" y="2034045"/>
                    <a:pt x="4430712" y="2207808"/>
                  </a:cubicBezTo>
                  <a:cubicBezTo>
                    <a:pt x="4457117" y="2252157"/>
                    <a:pt x="4452975" y="2286039"/>
                    <a:pt x="4428145" y="2327994"/>
                  </a:cubicBezTo>
                  <a:cubicBezTo>
                    <a:pt x="4332999" y="2488740"/>
                    <a:pt x="4238245" y="2649824"/>
                    <a:pt x="4148540" y="2813626"/>
                  </a:cubicBezTo>
                  <a:cubicBezTo>
                    <a:pt x="4116763" y="2871652"/>
                    <a:pt x="4082788" y="2898522"/>
                    <a:pt x="4012181" y="2896387"/>
                  </a:cubicBezTo>
                  <a:cubicBezTo>
                    <a:pt x="3818521" y="2890532"/>
                    <a:pt x="3624536" y="2896150"/>
                    <a:pt x="3430769" y="2892490"/>
                  </a:cubicBezTo>
                  <a:cubicBezTo>
                    <a:pt x="3400824" y="2891923"/>
                    <a:pt x="3357986" y="2874483"/>
                    <a:pt x="3343805" y="2851087"/>
                  </a:cubicBezTo>
                  <a:cubicBezTo>
                    <a:pt x="3242491" y="2683940"/>
                    <a:pt x="3147970" y="2512696"/>
                    <a:pt x="3049230" y="2343960"/>
                  </a:cubicBezTo>
                  <a:cubicBezTo>
                    <a:pt x="3018610" y="2291633"/>
                    <a:pt x="3011299" y="2249137"/>
                    <a:pt x="3047186" y="2191092"/>
                  </a:cubicBezTo>
                  <a:cubicBezTo>
                    <a:pt x="3152661" y="2020493"/>
                    <a:pt x="3248462" y="1843933"/>
                    <a:pt x="3351010" y="1671466"/>
                  </a:cubicBezTo>
                  <a:cubicBezTo>
                    <a:pt x="3362076" y="1652855"/>
                    <a:pt x="3391271" y="1639258"/>
                    <a:pt x="3414254" y="1634887"/>
                  </a:cubicBezTo>
                  <a:cubicBezTo>
                    <a:pt x="3430466" y="1631803"/>
                    <a:pt x="3447191" y="1631413"/>
                    <a:pt x="3465012" y="1631796"/>
                  </a:cubicBezTo>
                  <a:close/>
                  <a:moveTo>
                    <a:pt x="5149063" y="1103026"/>
                  </a:moveTo>
                  <a:cubicBezTo>
                    <a:pt x="5001761" y="1099698"/>
                    <a:pt x="4854309" y="1099632"/>
                    <a:pt x="4707017" y="1103121"/>
                  </a:cubicBezTo>
                  <a:cubicBezTo>
                    <a:pt x="4684577" y="1103652"/>
                    <a:pt x="4654485" y="1122901"/>
                    <a:pt x="4642035" y="1142468"/>
                  </a:cubicBezTo>
                  <a:cubicBezTo>
                    <a:pt x="4594989" y="1216393"/>
                    <a:pt x="4553760" y="1294018"/>
                    <a:pt x="4503702" y="1379511"/>
                  </a:cubicBezTo>
                  <a:cubicBezTo>
                    <a:pt x="4481558" y="1417385"/>
                    <a:pt x="4462179" y="1457265"/>
                    <a:pt x="4436563" y="1492621"/>
                  </a:cubicBezTo>
                  <a:cubicBezTo>
                    <a:pt x="4405158" y="1535968"/>
                    <a:pt x="4407422" y="1572540"/>
                    <a:pt x="4435373" y="1618082"/>
                  </a:cubicBezTo>
                  <a:cubicBezTo>
                    <a:pt x="4505513" y="1732381"/>
                    <a:pt x="4568095" y="1851347"/>
                    <a:pt x="4639267" y="1964957"/>
                  </a:cubicBezTo>
                  <a:cubicBezTo>
                    <a:pt x="4654754" y="1989680"/>
                    <a:pt x="4693005" y="2013362"/>
                    <a:pt x="4721611" y="2014401"/>
                  </a:cubicBezTo>
                  <a:cubicBezTo>
                    <a:pt x="4861047" y="2019467"/>
                    <a:pt x="5000820" y="2018702"/>
                    <a:pt x="5140332" y="2014817"/>
                  </a:cubicBezTo>
                  <a:cubicBezTo>
                    <a:pt x="5165354" y="2014120"/>
                    <a:pt x="5199720" y="1995247"/>
                    <a:pt x="5212698" y="1974228"/>
                  </a:cubicBezTo>
                  <a:cubicBezTo>
                    <a:pt x="5287225" y="1853486"/>
                    <a:pt x="5358943" y="1730821"/>
                    <a:pt x="5425800" y="1605698"/>
                  </a:cubicBezTo>
                  <a:cubicBezTo>
                    <a:pt x="5439470" y="1580109"/>
                    <a:pt x="5440177" y="1534997"/>
                    <a:pt x="5426678" y="1509614"/>
                  </a:cubicBezTo>
                  <a:cubicBezTo>
                    <a:pt x="5360082" y="1384354"/>
                    <a:pt x="5288127" y="1261830"/>
                    <a:pt x="5214240" y="1140671"/>
                  </a:cubicBezTo>
                  <a:cubicBezTo>
                    <a:pt x="5202522" y="1121456"/>
                    <a:pt x="5171542" y="1103534"/>
                    <a:pt x="5149063" y="1103026"/>
                  </a:cubicBezTo>
                  <a:close/>
                  <a:moveTo>
                    <a:pt x="4591171" y="926640"/>
                  </a:moveTo>
                  <a:cubicBezTo>
                    <a:pt x="4601817" y="924768"/>
                    <a:pt x="4613934" y="924774"/>
                    <a:pt x="4627932" y="927041"/>
                  </a:cubicBezTo>
                  <a:cubicBezTo>
                    <a:pt x="4834365" y="927038"/>
                    <a:pt x="5033534" y="925833"/>
                    <a:pt x="5232653" y="928515"/>
                  </a:cubicBezTo>
                  <a:cubicBezTo>
                    <a:pt x="5258685" y="928867"/>
                    <a:pt x="5296748" y="941840"/>
                    <a:pt x="5308423" y="961397"/>
                  </a:cubicBezTo>
                  <a:cubicBezTo>
                    <a:pt x="5417446" y="1144013"/>
                    <a:pt x="5523303" y="1328585"/>
                    <a:pt x="5625895" y="1514892"/>
                  </a:cubicBezTo>
                  <a:cubicBezTo>
                    <a:pt x="5638079" y="1537014"/>
                    <a:pt x="5635225" y="1578376"/>
                    <a:pt x="5622475" y="1601529"/>
                  </a:cubicBezTo>
                  <a:cubicBezTo>
                    <a:pt x="5522474" y="1783111"/>
                    <a:pt x="5419737" y="1963250"/>
                    <a:pt x="5313782" y="2141421"/>
                  </a:cubicBezTo>
                  <a:cubicBezTo>
                    <a:pt x="5300296" y="2164105"/>
                    <a:pt x="5263614" y="2185592"/>
                    <a:pt x="5237299" y="2186056"/>
                  </a:cubicBezTo>
                  <a:cubicBezTo>
                    <a:pt x="5030448" y="2189694"/>
                    <a:pt x="4823377" y="2183787"/>
                    <a:pt x="4616656" y="2190090"/>
                  </a:cubicBezTo>
                  <a:cubicBezTo>
                    <a:pt x="4528352" y="2192782"/>
                    <a:pt x="4519305" y="2119038"/>
                    <a:pt x="4491391" y="2074669"/>
                  </a:cubicBezTo>
                  <a:cubicBezTo>
                    <a:pt x="4396847" y="1924383"/>
                    <a:pt x="4312210" y="1767603"/>
                    <a:pt x="4229911" y="1610104"/>
                  </a:cubicBezTo>
                  <a:cubicBezTo>
                    <a:pt x="4214637" y="1580877"/>
                    <a:pt x="4214395" y="1529548"/>
                    <a:pt x="4229996" y="1500770"/>
                  </a:cubicBezTo>
                  <a:cubicBezTo>
                    <a:pt x="4324447" y="1326538"/>
                    <a:pt x="4425989" y="1156164"/>
                    <a:pt x="4523997" y="983842"/>
                  </a:cubicBezTo>
                  <a:cubicBezTo>
                    <a:pt x="4540534" y="954766"/>
                    <a:pt x="4559233" y="932254"/>
                    <a:pt x="4591171" y="926640"/>
                  </a:cubicBezTo>
                  <a:close/>
                  <a:moveTo>
                    <a:pt x="2605335" y="749685"/>
                  </a:moveTo>
                  <a:lnTo>
                    <a:pt x="2979287" y="749685"/>
                  </a:lnTo>
                  <a:lnTo>
                    <a:pt x="2979287" y="948394"/>
                  </a:lnTo>
                  <a:lnTo>
                    <a:pt x="2605335" y="948394"/>
                  </a:lnTo>
                  <a:close/>
                  <a:moveTo>
                    <a:pt x="2412994" y="746118"/>
                  </a:moveTo>
                  <a:cubicBezTo>
                    <a:pt x="2412994" y="805420"/>
                    <a:pt x="2412994" y="863289"/>
                    <a:pt x="2412994" y="929009"/>
                  </a:cubicBezTo>
                  <a:cubicBezTo>
                    <a:pt x="2174807" y="929009"/>
                    <a:pt x="1933104" y="929009"/>
                    <a:pt x="1679485" y="929009"/>
                  </a:cubicBezTo>
                  <a:cubicBezTo>
                    <a:pt x="1679485" y="1030839"/>
                    <a:pt x="1679485" y="1125341"/>
                    <a:pt x="1679487" y="1227604"/>
                  </a:cubicBezTo>
                  <a:cubicBezTo>
                    <a:pt x="1679490" y="1503484"/>
                    <a:pt x="1679490" y="1771602"/>
                    <a:pt x="1679490" y="2043984"/>
                  </a:cubicBezTo>
                  <a:cubicBezTo>
                    <a:pt x="1614305" y="2043984"/>
                    <a:pt x="1558460" y="2043984"/>
                    <a:pt x="1492214" y="2043984"/>
                  </a:cubicBezTo>
                  <a:cubicBezTo>
                    <a:pt x="1492214" y="2016221"/>
                    <a:pt x="1492231" y="1988762"/>
                    <a:pt x="1492214" y="1961300"/>
                  </a:cubicBezTo>
                  <a:cubicBezTo>
                    <a:pt x="1491970" y="1612248"/>
                    <a:pt x="1491383" y="1263195"/>
                    <a:pt x="1491713" y="914142"/>
                  </a:cubicBezTo>
                  <a:cubicBezTo>
                    <a:pt x="1491794" y="830539"/>
                    <a:pt x="1558555" y="747071"/>
                    <a:pt x="1662160" y="746533"/>
                  </a:cubicBezTo>
                  <a:cubicBezTo>
                    <a:pt x="1910327" y="745247"/>
                    <a:pt x="2158507" y="746118"/>
                    <a:pt x="2412994" y="746118"/>
                  </a:cubicBezTo>
                  <a:close/>
                  <a:moveTo>
                    <a:pt x="1484112" y="702"/>
                  </a:moveTo>
                  <a:lnTo>
                    <a:pt x="1745911" y="7589"/>
                  </a:lnTo>
                  <a:lnTo>
                    <a:pt x="1745911" y="4837"/>
                  </a:lnTo>
                  <a:lnTo>
                    <a:pt x="3642426" y="4837"/>
                  </a:lnTo>
                  <a:lnTo>
                    <a:pt x="3642426" y="5780"/>
                  </a:lnTo>
                  <a:lnTo>
                    <a:pt x="5180051" y="5780"/>
                  </a:lnTo>
                  <a:lnTo>
                    <a:pt x="5180051" y="2125"/>
                  </a:lnTo>
                  <a:lnTo>
                    <a:pt x="5477125" y="2125"/>
                  </a:lnTo>
                  <a:lnTo>
                    <a:pt x="5477125" y="2797"/>
                  </a:lnTo>
                  <a:lnTo>
                    <a:pt x="5839526" y="2797"/>
                  </a:lnTo>
                  <a:lnTo>
                    <a:pt x="5839526" y="3789"/>
                  </a:lnTo>
                  <a:lnTo>
                    <a:pt x="6013296" y="3789"/>
                  </a:lnTo>
                  <a:lnTo>
                    <a:pt x="6013296" y="373229"/>
                  </a:lnTo>
                  <a:lnTo>
                    <a:pt x="5787781" y="373229"/>
                  </a:lnTo>
                  <a:lnTo>
                    <a:pt x="5787781" y="371958"/>
                  </a:lnTo>
                  <a:lnTo>
                    <a:pt x="5430571" y="371958"/>
                  </a:lnTo>
                  <a:lnTo>
                    <a:pt x="5430571" y="371814"/>
                  </a:lnTo>
                  <a:lnTo>
                    <a:pt x="5243499" y="371814"/>
                  </a:lnTo>
                  <a:lnTo>
                    <a:pt x="5243499" y="372182"/>
                  </a:lnTo>
                  <a:lnTo>
                    <a:pt x="3620364" y="372182"/>
                  </a:lnTo>
                  <a:lnTo>
                    <a:pt x="3620364" y="371310"/>
                  </a:lnTo>
                  <a:lnTo>
                    <a:pt x="1745911" y="371310"/>
                  </a:lnTo>
                  <a:lnTo>
                    <a:pt x="1745911" y="367078"/>
                  </a:lnTo>
                  <a:lnTo>
                    <a:pt x="1127230" y="367078"/>
                  </a:lnTo>
                  <a:lnTo>
                    <a:pt x="1127230" y="4108242"/>
                  </a:lnTo>
                  <a:lnTo>
                    <a:pt x="6318480" y="4108242"/>
                  </a:lnTo>
                  <a:cubicBezTo>
                    <a:pt x="6322680" y="2969718"/>
                    <a:pt x="6324776" y="2400455"/>
                    <a:pt x="6331079" y="692668"/>
                  </a:cubicBezTo>
                  <a:lnTo>
                    <a:pt x="6702215" y="692668"/>
                  </a:lnTo>
                  <a:cubicBezTo>
                    <a:pt x="6699152" y="2458096"/>
                    <a:pt x="6701575" y="3635048"/>
                    <a:pt x="6696088" y="4223524"/>
                  </a:cubicBezTo>
                  <a:lnTo>
                    <a:pt x="6669283" y="4223524"/>
                  </a:lnTo>
                  <a:lnTo>
                    <a:pt x="6672787" y="4223916"/>
                  </a:lnTo>
                  <a:cubicBezTo>
                    <a:pt x="6640943" y="4372800"/>
                    <a:pt x="6452071" y="4490545"/>
                    <a:pt x="6324136" y="4490297"/>
                  </a:cubicBezTo>
                  <a:lnTo>
                    <a:pt x="843771" y="4487898"/>
                  </a:lnTo>
                  <a:lnTo>
                    <a:pt x="744663" y="4487898"/>
                  </a:lnTo>
                  <a:cubicBezTo>
                    <a:pt x="744663" y="4448519"/>
                    <a:pt x="744591" y="4418171"/>
                    <a:pt x="744672" y="4387822"/>
                  </a:cubicBezTo>
                  <a:cubicBezTo>
                    <a:pt x="748239" y="3060594"/>
                    <a:pt x="752823" y="1733365"/>
                    <a:pt x="753878" y="406129"/>
                  </a:cubicBezTo>
                  <a:cubicBezTo>
                    <a:pt x="753990" y="271323"/>
                    <a:pt x="786666" y="152170"/>
                    <a:pt x="896955" y="77723"/>
                  </a:cubicBezTo>
                  <a:cubicBezTo>
                    <a:pt x="962251" y="33641"/>
                    <a:pt x="1051080" y="7580"/>
                    <a:pt x="1130541" y="4493"/>
                  </a:cubicBezTo>
                  <a:cubicBezTo>
                    <a:pt x="1248086" y="-83"/>
                    <a:pt x="1365783" y="-786"/>
                    <a:pt x="1484112" y="702"/>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367" name="Freeform: Shape 1366">
              <a:extLst>
                <a:ext uri="{FF2B5EF4-FFF2-40B4-BE49-F238E27FC236}">
                  <a16:creationId xmlns:a16="http://schemas.microsoft.com/office/drawing/2014/main" id="{77FD8E10-FA16-A806-EA8F-2F242E9037F2}"/>
                </a:ext>
                <a:ext uri="{C183D7F6-B498-43B3-948B-1728B52AA6E4}">
                  <adec:decorative xmlns:adec="http://schemas.microsoft.com/office/drawing/2017/decorative" val="1"/>
                </a:ext>
              </a:extLst>
            </p:cNvPr>
            <p:cNvSpPr/>
            <p:nvPr/>
          </p:nvSpPr>
          <p:spPr>
            <a:xfrm>
              <a:off x="2608604" y="2930159"/>
              <a:ext cx="120612" cy="110764"/>
            </a:xfrm>
            <a:custGeom>
              <a:avLst/>
              <a:gdLst>
                <a:gd name="connsiteX0" fmla="*/ 745864 w 1809183"/>
                <a:gd name="connsiteY0" fmla="*/ 1129806 h 1661465"/>
                <a:gd name="connsiteX1" fmla="*/ 1277524 w 1809183"/>
                <a:gd name="connsiteY1" fmla="*/ 1129806 h 1661465"/>
                <a:gd name="connsiteX2" fmla="*/ 1277524 w 1809183"/>
                <a:gd name="connsiteY2" fmla="*/ 1661465 h 1661465"/>
                <a:gd name="connsiteX3" fmla="*/ 745864 w 1809183"/>
                <a:gd name="connsiteY3" fmla="*/ 1661465 h 1661465"/>
                <a:gd name="connsiteX4" fmla="*/ 1277523 w 1809183"/>
                <a:gd name="connsiteY4" fmla="*/ 593619 h 1661465"/>
                <a:gd name="connsiteX5" fmla="*/ 1809183 w 1809183"/>
                <a:gd name="connsiteY5" fmla="*/ 593619 h 1661465"/>
                <a:gd name="connsiteX6" fmla="*/ 1809183 w 1809183"/>
                <a:gd name="connsiteY6" fmla="*/ 1125278 h 1661465"/>
                <a:gd name="connsiteX7" fmla="*/ 1277523 w 1809183"/>
                <a:gd name="connsiteY7" fmla="*/ 1125278 h 1661465"/>
                <a:gd name="connsiteX8" fmla="*/ 0 w 1809183"/>
                <a:gd name="connsiteY8" fmla="*/ 0 h 1661465"/>
                <a:gd name="connsiteX9" fmla="*/ 531660 w 1809183"/>
                <a:gd name="connsiteY9" fmla="*/ 0 h 1661465"/>
                <a:gd name="connsiteX10" fmla="*/ 531660 w 1809183"/>
                <a:gd name="connsiteY10" fmla="*/ 531659 h 1661465"/>
                <a:gd name="connsiteX11" fmla="*/ 0 w 1809183"/>
                <a:gd name="connsiteY11" fmla="*/ 531659 h 1661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183" h="1661465">
                  <a:moveTo>
                    <a:pt x="745864" y="1129806"/>
                  </a:moveTo>
                  <a:lnTo>
                    <a:pt x="1277524" y="1129806"/>
                  </a:lnTo>
                  <a:lnTo>
                    <a:pt x="1277524" y="1661465"/>
                  </a:lnTo>
                  <a:lnTo>
                    <a:pt x="745864" y="1661465"/>
                  </a:lnTo>
                  <a:close/>
                  <a:moveTo>
                    <a:pt x="1277523" y="593619"/>
                  </a:moveTo>
                  <a:lnTo>
                    <a:pt x="1809183" y="593619"/>
                  </a:lnTo>
                  <a:lnTo>
                    <a:pt x="1809183" y="1125278"/>
                  </a:lnTo>
                  <a:lnTo>
                    <a:pt x="1277523" y="1125278"/>
                  </a:lnTo>
                  <a:close/>
                  <a:moveTo>
                    <a:pt x="0" y="0"/>
                  </a:moveTo>
                  <a:lnTo>
                    <a:pt x="531660" y="0"/>
                  </a:lnTo>
                  <a:lnTo>
                    <a:pt x="531660" y="531659"/>
                  </a:lnTo>
                  <a:lnTo>
                    <a:pt x="0" y="531659"/>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86" name="Group 85">
            <a:extLst>
              <a:ext uri="{FF2B5EF4-FFF2-40B4-BE49-F238E27FC236}">
                <a16:creationId xmlns:a16="http://schemas.microsoft.com/office/drawing/2014/main" id="{151C9A3D-1574-A401-7C0A-C6F692A9276A}"/>
              </a:ext>
              <a:ext uri="{C183D7F6-B498-43B3-948B-1728B52AA6E4}">
                <adec:decorative xmlns:adec="http://schemas.microsoft.com/office/drawing/2017/decorative" val="1"/>
              </a:ext>
            </a:extLst>
          </p:cNvPr>
          <p:cNvGrpSpPr>
            <a:grpSpLocks noChangeAspect="1"/>
          </p:cNvGrpSpPr>
          <p:nvPr/>
        </p:nvGrpSpPr>
        <p:grpSpPr>
          <a:xfrm>
            <a:off x="2927204" y="2930159"/>
            <a:ext cx="685980" cy="457200"/>
            <a:chOff x="2927204" y="2930159"/>
            <a:chExt cx="685980" cy="457200"/>
          </a:xfrm>
          <a:solidFill>
            <a:srgbClr val="FF0000"/>
          </a:solidFill>
        </p:grpSpPr>
        <p:sp>
          <p:nvSpPr>
            <p:cNvPr id="1382" name="Freeform: Shape 1381">
              <a:extLst>
                <a:ext uri="{FF2B5EF4-FFF2-40B4-BE49-F238E27FC236}">
                  <a16:creationId xmlns:a16="http://schemas.microsoft.com/office/drawing/2014/main" id="{4DA86564-714A-8B08-DB3E-1DBE2EAF69EA}"/>
                </a:ext>
                <a:ext uri="{C183D7F6-B498-43B3-948B-1728B52AA6E4}">
                  <adec:decorative xmlns:adec="http://schemas.microsoft.com/office/drawing/2017/decorative" val="1"/>
                </a:ext>
              </a:extLst>
            </p:cNvPr>
            <p:cNvSpPr/>
            <p:nvPr/>
          </p:nvSpPr>
          <p:spPr>
            <a:xfrm>
              <a:off x="3048511" y="2930159"/>
              <a:ext cx="516630" cy="353526"/>
            </a:xfrm>
            <a:custGeom>
              <a:avLst/>
              <a:gdLst>
                <a:gd name="connsiteX0" fmla="*/ 3332557 w 7749446"/>
                <a:gd name="connsiteY0" fmla="*/ 4277162 h 5302893"/>
                <a:gd name="connsiteX1" fmla="*/ 3084755 w 7749446"/>
                <a:gd name="connsiteY1" fmla="*/ 4319010 h 5302893"/>
                <a:gd name="connsiteX2" fmla="*/ 2459680 w 7749446"/>
                <a:gd name="connsiteY2" fmla="*/ 5073439 h 5302893"/>
                <a:gd name="connsiteX3" fmla="*/ 4264684 w 7749446"/>
                <a:gd name="connsiteY3" fmla="*/ 5073439 h 5302893"/>
                <a:gd name="connsiteX4" fmla="*/ 4236461 w 7749446"/>
                <a:gd name="connsiteY4" fmla="*/ 4949061 h 5302893"/>
                <a:gd name="connsiteX5" fmla="*/ 4187682 w 7749446"/>
                <a:gd name="connsiteY5" fmla="*/ 4818912 h 5302893"/>
                <a:gd name="connsiteX6" fmla="*/ 3332557 w 7749446"/>
                <a:gd name="connsiteY6" fmla="*/ 4277162 h 5302893"/>
                <a:gd name="connsiteX7" fmla="*/ 5523990 w 7749446"/>
                <a:gd name="connsiteY7" fmla="*/ 3433077 h 5302893"/>
                <a:gd name="connsiteX8" fmla="*/ 5324120 w 7749446"/>
                <a:gd name="connsiteY8" fmla="*/ 3451227 h 5302893"/>
                <a:gd name="connsiteX9" fmla="*/ 4750361 w 7749446"/>
                <a:gd name="connsiteY9" fmla="*/ 3819455 h 5302893"/>
                <a:gd name="connsiteX10" fmla="*/ 4598306 w 7749446"/>
                <a:gd name="connsiteY10" fmla="*/ 4233194 h 5302893"/>
                <a:gd name="connsiteX11" fmla="*/ 6399650 w 7749446"/>
                <a:gd name="connsiteY11" fmla="*/ 4233194 h 5302893"/>
                <a:gd name="connsiteX12" fmla="*/ 6399321 w 7749446"/>
                <a:gd name="connsiteY12" fmla="*/ 4202562 h 5302893"/>
                <a:gd name="connsiteX13" fmla="*/ 6390888 w 7749446"/>
                <a:gd name="connsiteY13" fmla="*/ 4179570 h 5302893"/>
                <a:gd name="connsiteX14" fmla="*/ 6058701 w 7749446"/>
                <a:gd name="connsiteY14" fmla="*/ 3629173 h 5302893"/>
                <a:gd name="connsiteX15" fmla="*/ 5523990 w 7749446"/>
                <a:gd name="connsiteY15" fmla="*/ 3433077 h 5302893"/>
                <a:gd name="connsiteX16" fmla="*/ 1133070 w 7749446"/>
                <a:gd name="connsiteY16" fmla="*/ 3431686 h 5302893"/>
                <a:gd name="connsiteX17" fmla="*/ 245680 w 7749446"/>
                <a:gd name="connsiteY17" fmla="*/ 4233801 h 5302893"/>
                <a:gd name="connsiteX18" fmla="*/ 1457477 w 7749446"/>
                <a:gd name="connsiteY18" fmla="*/ 4233801 h 5302893"/>
                <a:gd name="connsiteX19" fmla="*/ 2052189 w 7749446"/>
                <a:gd name="connsiteY19" fmla="*/ 4233801 h 5302893"/>
                <a:gd name="connsiteX20" fmla="*/ 1218654 w 7749446"/>
                <a:gd name="connsiteY20" fmla="*/ 3434431 h 5302893"/>
                <a:gd name="connsiteX21" fmla="*/ 1133070 w 7749446"/>
                <a:gd name="connsiteY21" fmla="*/ 3431686 h 5302893"/>
                <a:gd name="connsiteX22" fmla="*/ 3357068 w 7749446"/>
                <a:gd name="connsiteY22" fmla="*/ 2950529 h 5302893"/>
                <a:gd name="connsiteX23" fmla="*/ 2902601 w 7749446"/>
                <a:gd name="connsiteY23" fmla="*/ 3480264 h 5302893"/>
                <a:gd name="connsiteX24" fmla="*/ 3351754 w 7749446"/>
                <a:gd name="connsiteY24" fmla="*/ 3872195 h 5302893"/>
                <a:gd name="connsiteX25" fmla="*/ 3716113 w 7749446"/>
                <a:gd name="connsiteY25" fmla="*/ 3696186 h 5302893"/>
                <a:gd name="connsiteX26" fmla="*/ 3807620 w 7749446"/>
                <a:gd name="connsiteY26" fmla="*/ 3323227 h 5302893"/>
                <a:gd name="connsiteX27" fmla="*/ 3618973 w 7749446"/>
                <a:gd name="connsiteY27" fmla="*/ 3032472 h 5302893"/>
                <a:gd name="connsiteX28" fmla="*/ 3415852 w 7749446"/>
                <a:gd name="connsiteY28" fmla="*/ 2954434 h 5302893"/>
                <a:gd name="connsiteX29" fmla="*/ 3357068 w 7749446"/>
                <a:gd name="connsiteY29" fmla="*/ 2950529 h 5302893"/>
                <a:gd name="connsiteX30" fmla="*/ 3385229 w 7749446"/>
                <a:gd name="connsiteY30" fmla="*/ 2715311 h 5302893"/>
                <a:gd name="connsiteX31" fmla="*/ 3666586 w 7749446"/>
                <a:gd name="connsiteY31" fmla="*/ 2788611 h 5302893"/>
                <a:gd name="connsiteX32" fmla="*/ 4036778 w 7749446"/>
                <a:gd name="connsiteY32" fmla="*/ 3279068 h 5302893"/>
                <a:gd name="connsiteX33" fmla="*/ 3831195 w 7749446"/>
                <a:gd name="connsiteY33" fmla="*/ 3921078 h 5302893"/>
                <a:gd name="connsiteX34" fmla="*/ 3669973 w 7749446"/>
                <a:gd name="connsiteY34" fmla="*/ 4032066 h 5302893"/>
                <a:gd name="connsiteX35" fmla="*/ 3601766 w 7749446"/>
                <a:gd name="connsiteY35" fmla="*/ 4066329 h 5302893"/>
                <a:gd name="connsiteX36" fmla="*/ 4289461 w 7749446"/>
                <a:gd name="connsiteY36" fmla="*/ 4520541 h 5302893"/>
                <a:gd name="connsiteX37" fmla="*/ 4506115 w 7749446"/>
                <a:gd name="connsiteY37" fmla="*/ 5302893 h 5302893"/>
                <a:gd name="connsiteX38" fmla="*/ 2221492 w 7749446"/>
                <a:gd name="connsiteY38" fmla="*/ 5302893 h 5302893"/>
                <a:gd name="connsiteX39" fmla="*/ 3108793 w 7749446"/>
                <a:gd name="connsiteY39" fmla="*/ 4069952 h 5302893"/>
                <a:gd name="connsiteX40" fmla="*/ 2945929 w 7749446"/>
                <a:gd name="connsiteY40" fmla="*/ 3968704 h 5302893"/>
                <a:gd name="connsiteX41" fmla="*/ 2676478 w 7749446"/>
                <a:gd name="connsiteY41" fmla="*/ 3553626 h 5302893"/>
                <a:gd name="connsiteX42" fmla="*/ 2805786 w 7749446"/>
                <a:gd name="connsiteY42" fmla="*/ 2985899 h 5302893"/>
                <a:gd name="connsiteX43" fmla="*/ 2821815 w 7749446"/>
                <a:gd name="connsiteY43" fmla="*/ 2968550 h 5302893"/>
                <a:gd name="connsiteX44" fmla="*/ 3098280 w 7749446"/>
                <a:gd name="connsiteY44" fmla="*/ 2766097 h 5302893"/>
                <a:gd name="connsiteX45" fmla="*/ 3385229 w 7749446"/>
                <a:gd name="connsiteY45" fmla="*/ 2715311 h 5302893"/>
                <a:gd name="connsiteX46" fmla="*/ 5497937 w 7749446"/>
                <a:gd name="connsiteY46" fmla="*/ 2108874 h 5302893"/>
                <a:gd name="connsiteX47" fmla="*/ 5102494 w 7749446"/>
                <a:gd name="connsiteY47" fmla="*/ 2330095 h 5302893"/>
                <a:gd name="connsiteX48" fmla="*/ 5153293 w 7749446"/>
                <a:gd name="connsiteY48" fmla="*/ 2872100 h 5302893"/>
                <a:gd name="connsiteX49" fmla="*/ 5548753 w 7749446"/>
                <a:gd name="connsiteY49" fmla="*/ 3022793 h 5302893"/>
                <a:gd name="connsiteX50" fmla="*/ 5824181 w 7749446"/>
                <a:gd name="connsiteY50" fmla="*/ 2887129 h 5302893"/>
                <a:gd name="connsiteX51" fmla="*/ 5950836 w 7749446"/>
                <a:gd name="connsiteY51" fmla="*/ 2506563 h 5302893"/>
                <a:gd name="connsiteX52" fmla="*/ 5698881 w 7749446"/>
                <a:gd name="connsiteY52" fmla="*/ 2155106 h 5302893"/>
                <a:gd name="connsiteX53" fmla="*/ 5570088 w 7749446"/>
                <a:gd name="connsiteY53" fmla="*/ 2112060 h 5302893"/>
                <a:gd name="connsiteX54" fmla="*/ 5497937 w 7749446"/>
                <a:gd name="connsiteY54" fmla="*/ 2108874 h 5302893"/>
                <a:gd name="connsiteX55" fmla="*/ 1156334 w 7749446"/>
                <a:gd name="connsiteY55" fmla="*/ 2107553 h 5302893"/>
                <a:gd name="connsiteX56" fmla="*/ 1058677 w 7749446"/>
                <a:gd name="connsiteY56" fmla="*/ 2117704 h 5302893"/>
                <a:gd name="connsiteX57" fmla="*/ 727659 w 7749446"/>
                <a:gd name="connsiteY57" fmla="*/ 2389457 h 5302893"/>
                <a:gd name="connsiteX58" fmla="*/ 773444 w 7749446"/>
                <a:gd name="connsiteY58" fmla="*/ 2828188 h 5302893"/>
                <a:gd name="connsiteX59" fmla="*/ 1021019 w 7749446"/>
                <a:gd name="connsiteY59" fmla="*/ 3011287 h 5302893"/>
                <a:gd name="connsiteX60" fmla="*/ 1199517 w 7749446"/>
                <a:gd name="connsiteY60" fmla="*/ 3020469 h 5302893"/>
                <a:gd name="connsiteX61" fmla="*/ 1611050 w 7749446"/>
                <a:gd name="connsiteY61" fmla="*/ 2582345 h 5302893"/>
                <a:gd name="connsiteX62" fmla="*/ 1422572 w 7749446"/>
                <a:gd name="connsiteY62" fmla="*/ 2197093 h 5302893"/>
                <a:gd name="connsiteX63" fmla="*/ 1156334 w 7749446"/>
                <a:gd name="connsiteY63" fmla="*/ 2107553 h 5302893"/>
                <a:gd name="connsiteX64" fmla="*/ 5494563 w 7749446"/>
                <a:gd name="connsiteY64" fmla="*/ 1872940 h 5302893"/>
                <a:gd name="connsiteX65" fmla="*/ 6001216 w 7749446"/>
                <a:gd name="connsiteY65" fmla="*/ 2088847 h 5302893"/>
                <a:gd name="connsiteX66" fmla="*/ 6181360 w 7749446"/>
                <a:gd name="connsiteY66" fmla="*/ 2462183 h 5302893"/>
                <a:gd name="connsiteX67" fmla="*/ 6070332 w 7749446"/>
                <a:gd name="connsiteY67" fmla="*/ 2958511 h 5302893"/>
                <a:gd name="connsiteX68" fmla="*/ 5743892 w 7749446"/>
                <a:gd name="connsiteY68" fmla="*/ 3217304 h 5302893"/>
                <a:gd name="connsiteX69" fmla="*/ 6644753 w 7749446"/>
                <a:gd name="connsiteY69" fmla="*/ 4460437 h 5302893"/>
                <a:gd name="connsiteX70" fmla="*/ 4343327 w 7749446"/>
                <a:gd name="connsiteY70" fmla="*/ 4460437 h 5302893"/>
                <a:gd name="connsiteX71" fmla="*/ 4358339 w 7749446"/>
                <a:gd name="connsiteY71" fmla="*/ 4235294 h 5302893"/>
                <a:gd name="connsiteX72" fmla="*/ 4419016 w 7749446"/>
                <a:gd name="connsiteY72" fmla="*/ 3948985 h 5302893"/>
                <a:gd name="connsiteX73" fmla="*/ 4622029 w 7749446"/>
                <a:gd name="connsiteY73" fmla="*/ 3605250 h 5302893"/>
                <a:gd name="connsiteX74" fmla="*/ 4858015 w 7749446"/>
                <a:gd name="connsiteY74" fmla="*/ 3392431 h 5302893"/>
                <a:gd name="connsiteX75" fmla="*/ 5156693 w 7749446"/>
                <a:gd name="connsiteY75" fmla="*/ 3252044 h 5302893"/>
                <a:gd name="connsiteX76" fmla="*/ 5211801 w 7749446"/>
                <a:gd name="connsiteY76" fmla="*/ 3231989 h 5302893"/>
                <a:gd name="connsiteX77" fmla="*/ 5228098 w 7749446"/>
                <a:gd name="connsiteY77" fmla="*/ 3218137 h 5302893"/>
                <a:gd name="connsiteX78" fmla="*/ 5213792 w 7749446"/>
                <a:gd name="connsiteY78" fmla="*/ 3202572 h 5302893"/>
                <a:gd name="connsiteX79" fmla="*/ 4886272 w 7749446"/>
                <a:gd name="connsiteY79" fmla="*/ 2903481 h 5302893"/>
                <a:gd name="connsiteX80" fmla="*/ 4805902 w 7749446"/>
                <a:gd name="connsiteY80" fmla="*/ 2648811 h 5302893"/>
                <a:gd name="connsiteX81" fmla="*/ 4836212 w 7749446"/>
                <a:gd name="connsiteY81" fmla="*/ 2348871 h 5302893"/>
                <a:gd name="connsiteX82" fmla="*/ 5408635 w 7749446"/>
                <a:gd name="connsiteY82" fmla="*/ 1879644 h 5302893"/>
                <a:gd name="connsiteX83" fmla="*/ 5494563 w 7749446"/>
                <a:gd name="connsiteY83" fmla="*/ 1872940 h 5302893"/>
                <a:gd name="connsiteX84" fmla="*/ 1187059 w 7749446"/>
                <a:gd name="connsiteY84" fmla="*/ 1872381 h 5302893"/>
                <a:gd name="connsiteX85" fmla="*/ 1542381 w 7749446"/>
                <a:gd name="connsiteY85" fmla="*/ 1991657 h 5302893"/>
                <a:gd name="connsiteX86" fmla="*/ 1833573 w 7749446"/>
                <a:gd name="connsiteY86" fmla="*/ 2447014 h 5302893"/>
                <a:gd name="connsiteX87" fmla="*/ 1810454 w 7749446"/>
                <a:gd name="connsiteY87" fmla="*/ 2787318 h 5302893"/>
                <a:gd name="connsiteX88" fmla="*/ 1397894 w 7749446"/>
                <a:gd name="connsiteY88" fmla="*/ 3216928 h 5302893"/>
                <a:gd name="connsiteX89" fmla="*/ 2297228 w 7749446"/>
                <a:gd name="connsiteY89" fmla="*/ 4461091 h 5302893"/>
                <a:gd name="connsiteX90" fmla="*/ 1601 w 7749446"/>
                <a:gd name="connsiteY90" fmla="*/ 4461091 h 5302893"/>
                <a:gd name="connsiteX91" fmla="*/ 220553 w 7749446"/>
                <a:gd name="connsiteY91" fmla="*/ 3671940 h 5302893"/>
                <a:gd name="connsiteX92" fmla="*/ 898801 w 7749446"/>
                <a:gd name="connsiteY92" fmla="*/ 3224638 h 5302893"/>
                <a:gd name="connsiteX93" fmla="*/ 734225 w 7749446"/>
                <a:gd name="connsiteY93" fmla="*/ 3121746 h 5302893"/>
                <a:gd name="connsiteX94" fmla="*/ 459908 w 7749446"/>
                <a:gd name="connsiteY94" fmla="*/ 2602881 h 5302893"/>
                <a:gd name="connsiteX95" fmla="*/ 590836 w 7749446"/>
                <a:gd name="connsiteY95" fmla="*/ 2154205 h 5302893"/>
                <a:gd name="connsiteX96" fmla="*/ 1056543 w 7749446"/>
                <a:gd name="connsiteY96" fmla="*/ 1878944 h 5302893"/>
                <a:gd name="connsiteX97" fmla="*/ 1187059 w 7749446"/>
                <a:gd name="connsiteY97" fmla="*/ 1872381 h 5302893"/>
                <a:gd name="connsiteX98" fmla="*/ 7040263 w 7749446"/>
                <a:gd name="connsiteY98" fmla="*/ 0 h 5302893"/>
                <a:gd name="connsiteX99" fmla="*/ 7749446 w 7749446"/>
                <a:gd name="connsiteY99" fmla="*/ 0 h 5302893"/>
                <a:gd name="connsiteX100" fmla="*/ 7749446 w 7749446"/>
                <a:gd name="connsiteY100" fmla="*/ 708906 h 5302893"/>
                <a:gd name="connsiteX101" fmla="*/ 7040263 w 7749446"/>
                <a:gd name="connsiteY101" fmla="*/ 708906 h 530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7749446" h="5302893">
                  <a:moveTo>
                    <a:pt x="3332557" y="4277162"/>
                  </a:moveTo>
                  <a:cubicBezTo>
                    <a:pt x="3249735" y="4279274"/>
                    <a:pt x="3166356" y="4292899"/>
                    <a:pt x="3084755" y="4319010"/>
                  </a:cubicBezTo>
                  <a:cubicBezTo>
                    <a:pt x="2700088" y="4442100"/>
                    <a:pt x="2466523" y="4800153"/>
                    <a:pt x="2459680" y="5073439"/>
                  </a:cubicBezTo>
                  <a:cubicBezTo>
                    <a:pt x="3060175" y="5073439"/>
                    <a:pt x="3660627" y="5073439"/>
                    <a:pt x="4264684" y="5073439"/>
                  </a:cubicBezTo>
                  <a:cubicBezTo>
                    <a:pt x="4255226" y="5030826"/>
                    <a:pt x="4248250" y="4989237"/>
                    <a:pt x="4236461" y="4949061"/>
                  </a:cubicBezTo>
                  <a:cubicBezTo>
                    <a:pt x="4224134" y="4907047"/>
                    <a:pt x="4207177" y="4866393"/>
                    <a:pt x="4187682" y="4818912"/>
                  </a:cubicBezTo>
                  <a:cubicBezTo>
                    <a:pt x="4039873" y="4475033"/>
                    <a:pt x="3691452" y="4268009"/>
                    <a:pt x="3332557" y="4277162"/>
                  </a:cubicBezTo>
                  <a:close/>
                  <a:moveTo>
                    <a:pt x="5523990" y="3433077"/>
                  </a:moveTo>
                  <a:cubicBezTo>
                    <a:pt x="5459181" y="3431961"/>
                    <a:pt x="5392562" y="3437942"/>
                    <a:pt x="5324120" y="3451227"/>
                  </a:cubicBezTo>
                  <a:cubicBezTo>
                    <a:pt x="5082312" y="3498165"/>
                    <a:pt x="4894485" y="3626200"/>
                    <a:pt x="4750361" y="3819455"/>
                  </a:cubicBezTo>
                  <a:cubicBezTo>
                    <a:pt x="4660469" y="3939989"/>
                    <a:pt x="4609731" y="4079718"/>
                    <a:pt x="4598306" y="4233194"/>
                  </a:cubicBezTo>
                  <a:cubicBezTo>
                    <a:pt x="5198404" y="4233194"/>
                    <a:pt x="5798502" y="4233194"/>
                    <a:pt x="6399650" y="4233194"/>
                  </a:cubicBezTo>
                  <a:cubicBezTo>
                    <a:pt x="6399650" y="4219082"/>
                    <a:pt x="6400817" y="4210572"/>
                    <a:pt x="6399321" y="4202562"/>
                  </a:cubicBezTo>
                  <a:cubicBezTo>
                    <a:pt x="6397841" y="4194647"/>
                    <a:pt x="6392264" y="4187482"/>
                    <a:pt x="6390888" y="4179570"/>
                  </a:cubicBezTo>
                  <a:cubicBezTo>
                    <a:pt x="6351505" y="3952993"/>
                    <a:pt x="6238243" y="3768163"/>
                    <a:pt x="6058701" y="3629173"/>
                  </a:cubicBezTo>
                  <a:cubicBezTo>
                    <a:pt x="5896549" y="3503647"/>
                    <a:pt x="5718417" y="3436425"/>
                    <a:pt x="5523990" y="3433077"/>
                  </a:cubicBezTo>
                  <a:close/>
                  <a:moveTo>
                    <a:pt x="1133070" y="3431686"/>
                  </a:moveTo>
                  <a:cubicBezTo>
                    <a:pt x="706353" y="3438976"/>
                    <a:pt x="304734" y="3757975"/>
                    <a:pt x="245680" y="4233801"/>
                  </a:cubicBezTo>
                  <a:cubicBezTo>
                    <a:pt x="646497" y="4233801"/>
                    <a:pt x="1046979" y="4233801"/>
                    <a:pt x="1457477" y="4233801"/>
                  </a:cubicBezTo>
                  <a:cubicBezTo>
                    <a:pt x="1655542" y="4233801"/>
                    <a:pt x="1853608" y="4233801"/>
                    <a:pt x="2052189" y="4233801"/>
                  </a:cubicBezTo>
                  <a:cubicBezTo>
                    <a:pt x="2017081" y="3859248"/>
                    <a:pt x="1703362" y="3473965"/>
                    <a:pt x="1218654" y="3434431"/>
                  </a:cubicBezTo>
                  <a:cubicBezTo>
                    <a:pt x="1190077" y="3432100"/>
                    <a:pt x="1161518" y="3431201"/>
                    <a:pt x="1133070" y="3431686"/>
                  </a:cubicBezTo>
                  <a:close/>
                  <a:moveTo>
                    <a:pt x="3357068" y="2950529"/>
                  </a:moveTo>
                  <a:cubicBezTo>
                    <a:pt x="3068134" y="2949806"/>
                    <a:pt x="2857967" y="3224579"/>
                    <a:pt x="2902601" y="3480264"/>
                  </a:cubicBezTo>
                  <a:cubicBezTo>
                    <a:pt x="2941618" y="3703778"/>
                    <a:pt x="3134116" y="3869285"/>
                    <a:pt x="3351754" y="3872195"/>
                  </a:cubicBezTo>
                  <a:cubicBezTo>
                    <a:pt x="3500157" y="3874179"/>
                    <a:pt x="3623416" y="3810383"/>
                    <a:pt x="3716113" y="3696186"/>
                  </a:cubicBezTo>
                  <a:cubicBezTo>
                    <a:pt x="3804035" y="3587873"/>
                    <a:pt x="3834763" y="3462614"/>
                    <a:pt x="3807620" y="3323227"/>
                  </a:cubicBezTo>
                  <a:cubicBezTo>
                    <a:pt x="3784170" y="3202806"/>
                    <a:pt x="3718427" y="3111384"/>
                    <a:pt x="3618973" y="3032472"/>
                  </a:cubicBezTo>
                  <a:cubicBezTo>
                    <a:pt x="3551378" y="3005590"/>
                    <a:pt x="3485758" y="2963507"/>
                    <a:pt x="3415852" y="2954434"/>
                  </a:cubicBezTo>
                  <a:cubicBezTo>
                    <a:pt x="3395942" y="2951850"/>
                    <a:pt x="3376330" y="2950577"/>
                    <a:pt x="3357068" y="2950529"/>
                  </a:cubicBezTo>
                  <a:close/>
                  <a:moveTo>
                    <a:pt x="3385229" y="2715311"/>
                  </a:moveTo>
                  <a:cubicBezTo>
                    <a:pt x="3480481" y="2718344"/>
                    <a:pt x="3574801" y="2742057"/>
                    <a:pt x="3666586" y="2788611"/>
                  </a:cubicBezTo>
                  <a:cubicBezTo>
                    <a:pt x="3867562" y="2890545"/>
                    <a:pt x="3998375" y="3051948"/>
                    <a:pt x="4036778" y="3279068"/>
                  </a:cubicBezTo>
                  <a:cubicBezTo>
                    <a:pt x="4078890" y="3528130"/>
                    <a:pt x="4015410" y="3745556"/>
                    <a:pt x="3831195" y="3921078"/>
                  </a:cubicBezTo>
                  <a:cubicBezTo>
                    <a:pt x="3784533" y="3965536"/>
                    <a:pt x="3724577" y="3996212"/>
                    <a:pt x="3669973" y="4032066"/>
                  </a:cubicBezTo>
                  <a:cubicBezTo>
                    <a:pt x="3652971" y="4043231"/>
                    <a:pt x="3633475" y="4050598"/>
                    <a:pt x="3601766" y="4066329"/>
                  </a:cubicBezTo>
                  <a:cubicBezTo>
                    <a:pt x="3893538" y="4139654"/>
                    <a:pt x="4120006" y="4288201"/>
                    <a:pt x="4289461" y="4520541"/>
                  </a:cubicBezTo>
                  <a:cubicBezTo>
                    <a:pt x="4459285" y="4753389"/>
                    <a:pt x="4516511" y="5017177"/>
                    <a:pt x="4506115" y="5302893"/>
                  </a:cubicBezTo>
                  <a:cubicBezTo>
                    <a:pt x="3742677" y="5302893"/>
                    <a:pt x="2982171" y="5302893"/>
                    <a:pt x="2221492" y="5302893"/>
                  </a:cubicBezTo>
                  <a:cubicBezTo>
                    <a:pt x="2148906" y="4810012"/>
                    <a:pt x="2474248" y="4211634"/>
                    <a:pt x="3108793" y="4069952"/>
                  </a:cubicBezTo>
                  <a:cubicBezTo>
                    <a:pt x="3055170" y="4036877"/>
                    <a:pt x="2998301" y="4005952"/>
                    <a:pt x="2945929" y="3968704"/>
                  </a:cubicBezTo>
                  <a:cubicBezTo>
                    <a:pt x="2801844" y="3866228"/>
                    <a:pt x="2710099" y="3725800"/>
                    <a:pt x="2676478" y="3553626"/>
                  </a:cubicBezTo>
                  <a:cubicBezTo>
                    <a:pt x="2636226" y="3347507"/>
                    <a:pt x="2676831" y="3155559"/>
                    <a:pt x="2805786" y="2985899"/>
                  </a:cubicBezTo>
                  <a:cubicBezTo>
                    <a:pt x="2809796" y="2980624"/>
                    <a:pt x="2815042" y="2976290"/>
                    <a:pt x="2821815" y="2968550"/>
                  </a:cubicBezTo>
                  <a:cubicBezTo>
                    <a:pt x="2893662" y="2869265"/>
                    <a:pt x="2990436" y="2806937"/>
                    <a:pt x="3098280" y="2766097"/>
                  </a:cubicBezTo>
                  <a:cubicBezTo>
                    <a:pt x="3193793" y="2729927"/>
                    <a:pt x="3289977" y="2712278"/>
                    <a:pt x="3385229" y="2715311"/>
                  </a:cubicBezTo>
                  <a:close/>
                  <a:moveTo>
                    <a:pt x="5497937" y="2108874"/>
                  </a:moveTo>
                  <a:cubicBezTo>
                    <a:pt x="5333785" y="2110725"/>
                    <a:pt x="5199403" y="2178440"/>
                    <a:pt x="5102494" y="2330095"/>
                  </a:cubicBezTo>
                  <a:cubicBezTo>
                    <a:pt x="5000045" y="2490411"/>
                    <a:pt x="5021350" y="2735866"/>
                    <a:pt x="5153293" y="2872100"/>
                  </a:cubicBezTo>
                  <a:cubicBezTo>
                    <a:pt x="5262121" y="2984469"/>
                    <a:pt x="5389341" y="3041103"/>
                    <a:pt x="5548753" y="3022793"/>
                  </a:cubicBezTo>
                  <a:cubicBezTo>
                    <a:pt x="5658211" y="3010220"/>
                    <a:pt x="5753536" y="2964951"/>
                    <a:pt x="5824181" y="2887129"/>
                  </a:cubicBezTo>
                  <a:cubicBezTo>
                    <a:pt x="5919599" y="2782019"/>
                    <a:pt x="5975965" y="2657939"/>
                    <a:pt x="5950836" y="2506563"/>
                  </a:cubicBezTo>
                  <a:cubicBezTo>
                    <a:pt x="5924692" y="2349065"/>
                    <a:pt x="5842757" y="2235736"/>
                    <a:pt x="5698881" y="2155106"/>
                  </a:cubicBezTo>
                  <a:cubicBezTo>
                    <a:pt x="5656000" y="2140236"/>
                    <a:pt x="5613994" y="2116285"/>
                    <a:pt x="5570088" y="2112060"/>
                  </a:cubicBezTo>
                  <a:cubicBezTo>
                    <a:pt x="5545445" y="2109689"/>
                    <a:pt x="5521387" y="2108610"/>
                    <a:pt x="5497937" y="2108874"/>
                  </a:cubicBezTo>
                  <a:close/>
                  <a:moveTo>
                    <a:pt x="1156334" y="2107553"/>
                  </a:moveTo>
                  <a:cubicBezTo>
                    <a:pt x="1124418" y="2107716"/>
                    <a:pt x="1091829" y="2111137"/>
                    <a:pt x="1058677" y="2117704"/>
                  </a:cubicBezTo>
                  <a:cubicBezTo>
                    <a:pt x="900028" y="2149132"/>
                    <a:pt x="791587" y="2243313"/>
                    <a:pt x="727659" y="2389457"/>
                  </a:cubicBezTo>
                  <a:cubicBezTo>
                    <a:pt x="660196" y="2543687"/>
                    <a:pt x="682552" y="2690197"/>
                    <a:pt x="773444" y="2828188"/>
                  </a:cubicBezTo>
                  <a:cubicBezTo>
                    <a:pt x="831641" y="2916545"/>
                    <a:pt x="916288" y="2970984"/>
                    <a:pt x="1021019" y="3011287"/>
                  </a:cubicBezTo>
                  <a:cubicBezTo>
                    <a:pt x="1080565" y="3014817"/>
                    <a:pt x="1140909" y="3026334"/>
                    <a:pt x="1199517" y="3020469"/>
                  </a:cubicBezTo>
                  <a:cubicBezTo>
                    <a:pt x="1431220" y="2997281"/>
                    <a:pt x="1599388" y="2818536"/>
                    <a:pt x="1611050" y="2582345"/>
                  </a:cubicBezTo>
                  <a:cubicBezTo>
                    <a:pt x="1618894" y="2423520"/>
                    <a:pt x="1549001" y="2292857"/>
                    <a:pt x="1422572" y="2197093"/>
                  </a:cubicBezTo>
                  <a:cubicBezTo>
                    <a:pt x="1341793" y="2135906"/>
                    <a:pt x="1252085" y="2107066"/>
                    <a:pt x="1156334" y="2107553"/>
                  </a:cubicBezTo>
                  <a:close/>
                  <a:moveTo>
                    <a:pt x="5494563" y="1872940"/>
                  </a:moveTo>
                  <a:cubicBezTo>
                    <a:pt x="5691114" y="1868636"/>
                    <a:pt x="5860039" y="1943310"/>
                    <a:pt x="6001216" y="2088847"/>
                  </a:cubicBezTo>
                  <a:cubicBezTo>
                    <a:pt x="6100995" y="2191708"/>
                    <a:pt x="6159839" y="2317468"/>
                    <a:pt x="6181360" y="2462183"/>
                  </a:cubicBezTo>
                  <a:cubicBezTo>
                    <a:pt x="6208318" y="2643470"/>
                    <a:pt x="6168510" y="2807007"/>
                    <a:pt x="6070332" y="2958511"/>
                  </a:cubicBezTo>
                  <a:cubicBezTo>
                    <a:pt x="5990785" y="3081263"/>
                    <a:pt x="5877565" y="3162267"/>
                    <a:pt x="5743892" y="3217304"/>
                  </a:cubicBezTo>
                  <a:cubicBezTo>
                    <a:pt x="6354228" y="3404595"/>
                    <a:pt x="6653192" y="3817551"/>
                    <a:pt x="6644753" y="4460437"/>
                  </a:cubicBezTo>
                  <a:cubicBezTo>
                    <a:pt x="5877075" y="4460437"/>
                    <a:pt x="5115338" y="4460437"/>
                    <a:pt x="4343327" y="4460437"/>
                  </a:cubicBezTo>
                  <a:cubicBezTo>
                    <a:pt x="4347867" y="4385635"/>
                    <a:pt x="4347078" y="4309549"/>
                    <a:pt x="4358339" y="4235294"/>
                  </a:cubicBezTo>
                  <a:cubicBezTo>
                    <a:pt x="4372954" y="4138908"/>
                    <a:pt x="4389773" y="4041650"/>
                    <a:pt x="4419016" y="3948985"/>
                  </a:cubicBezTo>
                  <a:cubicBezTo>
                    <a:pt x="4459689" y="3820090"/>
                    <a:pt x="4527454" y="3702677"/>
                    <a:pt x="4622029" y="3605250"/>
                  </a:cubicBezTo>
                  <a:cubicBezTo>
                    <a:pt x="4694944" y="3530136"/>
                    <a:pt x="4776623" y="3463529"/>
                    <a:pt x="4858015" y="3392431"/>
                  </a:cubicBezTo>
                  <a:cubicBezTo>
                    <a:pt x="4959943" y="3345079"/>
                    <a:pt x="5058131" y="3298166"/>
                    <a:pt x="5156693" y="3252044"/>
                  </a:cubicBezTo>
                  <a:cubicBezTo>
                    <a:pt x="5174324" y="3243794"/>
                    <a:pt x="5193744" y="3239444"/>
                    <a:pt x="5211801" y="3231989"/>
                  </a:cubicBezTo>
                  <a:cubicBezTo>
                    <a:pt x="5218071" y="3229401"/>
                    <a:pt x="5222713" y="3222869"/>
                    <a:pt x="5228098" y="3218137"/>
                  </a:cubicBezTo>
                  <a:cubicBezTo>
                    <a:pt x="5223381" y="3212831"/>
                    <a:pt x="5219699" y="3205085"/>
                    <a:pt x="5213792" y="3202572"/>
                  </a:cubicBezTo>
                  <a:cubicBezTo>
                    <a:pt x="5069488" y="3141236"/>
                    <a:pt x="4961693" y="3038771"/>
                    <a:pt x="4886272" y="2903481"/>
                  </a:cubicBezTo>
                  <a:cubicBezTo>
                    <a:pt x="4842504" y="2824971"/>
                    <a:pt x="4818235" y="2739621"/>
                    <a:pt x="4805902" y="2648811"/>
                  </a:cubicBezTo>
                  <a:cubicBezTo>
                    <a:pt x="4791774" y="2544786"/>
                    <a:pt x="4802001" y="2443935"/>
                    <a:pt x="4836212" y="2348871"/>
                  </a:cubicBezTo>
                  <a:cubicBezTo>
                    <a:pt x="4932765" y="2080590"/>
                    <a:pt x="5120195" y="1917789"/>
                    <a:pt x="5408635" y="1879644"/>
                  </a:cubicBezTo>
                  <a:cubicBezTo>
                    <a:pt x="5437841" y="1875782"/>
                    <a:pt x="5466484" y="1873555"/>
                    <a:pt x="5494563" y="1872940"/>
                  </a:cubicBezTo>
                  <a:close/>
                  <a:moveTo>
                    <a:pt x="1187059" y="1872381"/>
                  </a:moveTo>
                  <a:cubicBezTo>
                    <a:pt x="1314594" y="1877709"/>
                    <a:pt x="1433150" y="1918401"/>
                    <a:pt x="1542381" y="1991657"/>
                  </a:cubicBezTo>
                  <a:cubicBezTo>
                    <a:pt x="1703490" y="2099704"/>
                    <a:pt x="1799867" y="2254074"/>
                    <a:pt x="1833573" y="2447014"/>
                  </a:cubicBezTo>
                  <a:cubicBezTo>
                    <a:pt x="1853567" y="2561469"/>
                    <a:pt x="1843215" y="2672982"/>
                    <a:pt x="1810454" y="2787318"/>
                  </a:cubicBezTo>
                  <a:cubicBezTo>
                    <a:pt x="1735724" y="2996117"/>
                    <a:pt x="1597260" y="3137754"/>
                    <a:pt x="1397894" y="3216928"/>
                  </a:cubicBezTo>
                  <a:cubicBezTo>
                    <a:pt x="2006011" y="3405692"/>
                    <a:pt x="2310822" y="3814504"/>
                    <a:pt x="2297228" y="4461091"/>
                  </a:cubicBezTo>
                  <a:cubicBezTo>
                    <a:pt x="1528761" y="4461091"/>
                    <a:pt x="766988" y="4461091"/>
                    <a:pt x="1601" y="4461091"/>
                  </a:cubicBezTo>
                  <a:cubicBezTo>
                    <a:pt x="-10965" y="4173141"/>
                    <a:pt x="49330" y="3907564"/>
                    <a:pt x="220553" y="3671940"/>
                  </a:cubicBezTo>
                  <a:cubicBezTo>
                    <a:pt x="390309" y="3438338"/>
                    <a:pt x="618908" y="3293586"/>
                    <a:pt x="898801" y="3224638"/>
                  </a:cubicBezTo>
                  <a:cubicBezTo>
                    <a:pt x="841435" y="3189156"/>
                    <a:pt x="784427" y="3159925"/>
                    <a:pt x="734225" y="3121746"/>
                  </a:cubicBezTo>
                  <a:cubicBezTo>
                    <a:pt x="563250" y="2991719"/>
                    <a:pt x="469271" y="2820817"/>
                    <a:pt x="459908" y="2602881"/>
                  </a:cubicBezTo>
                  <a:cubicBezTo>
                    <a:pt x="452785" y="2437094"/>
                    <a:pt x="489830" y="2286186"/>
                    <a:pt x="590836" y="2154205"/>
                  </a:cubicBezTo>
                  <a:cubicBezTo>
                    <a:pt x="708537" y="2000411"/>
                    <a:pt x="861340" y="1906082"/>
                    <a:pt x="1056543" y="1878944"/>
                  </a:cubicBezTo>
                  <a:cubicBezTo>
                    <a:pt x="1101037" y="1872758"/>
                    <a:pt x="1144547" y="1870605"/>
                    <a:pt x="1187059" y="1872381"/>
                  </a:cubicBezTo>
                  <a:close/>
                  <a:moveTo>
                    <a:pt x="7040263" y="0"/>
                  </a:moveTo>
                  <a:lnTo>
                    <a:pt x="7749446" y="0"/>
                  </a:lnTo>
                  <a:lnTo>
                    <a:pt x="7749446" y="708906"/>
                  </a:lnTo>
                  <a:lnTo>
                    <a:pt x="7040263" y="708906"/>
                  </a:lnTo>
                  <a:close/>
                </a:path>
              </a:pathLst>
            </a:custGeom>
            <a:solidFill>
              <a:schemeClr val="accent1"/>
            </a:solidFill>
            <a:ln w="6350" cap="flat">
              <a:noFill/>
              <a:prstDash val="solid"/>
              <a:miter/>
            </a:ln>
          </p:spPr>
          <p:txBody>
            <a:bodyPr wrap="square" rtlCol="0" anchor="ctr">
              <a:noAutofit/>
            </a:bodyPr>
            <a:lstStyle/>
            <a:p>
              <a:endParaRPr lang="en-US"/>
            </a:p>
          </p:txBody>
        </p:sp>
        <p:sp>
          <p:nvSpPr>
            <p:cNvPr id="1383" name="Freeform: Shape 1382">
              <a:extLst>
                <a:ext uri="{FF2B5EF4-FFF2-40B4-BE49-F238E27FC236}">
                  <a16:creationId xmlns:a16="http://schemas.microsoft.com/office/drawing/2014/main" id="{F5BF2039-610A-6999-1747-A39A32BCCE90}"/>
                </a:ext>
                <a:ext uri="{C183D7F6-B498-43B3-948B-1728B52AA6E4}">
                  <adec:decorative xmlns:adec="http://schemas.microsoft.com/office/drawing/2017/decorative" val="1"/>
                </a:ext>
              </a:extLst>
            </p:cNvPr>
            <p:cNvSpPr/>
            <p:nvPr/>
          </p:nvSpPr>
          <p:spPr>
            <a:xfrm>
              <a:off x="2927204" y="2938001"/>
              <a:ext cx="685980" cy="449358"/>
            </a:xfrm>
            <a:custGeom>
              <a:avLst/>
              <a:gdLst>
                <a:gd name="connsiteX0" fmla="*/ 0 w 10289698"/>
                <a:gd name="connsiteY0" fmla="*/ 6262430 h 6740370"/>
                <a:gd name="connsiteX1" fmla="*/ 4220779 w 10289698"/>
                <a:gd name="connsiteY1" fmla="*/ 6262430 h 6740370"/>
                <a:gd name="connsiteX2" fmla="*/ 4368903 w 10289698"/>
                <a:gd name="connsiteY2" fmla="*/ 6477308 h 6740370"/>
                <a:gd name="connsiteX3" fmla="*/ 4435553 w 10289698"/>
                <a:gd name="connsiteY3" fmla="*/ 6489458 h 6740370"/>
                <a:gd name="connsiteX4" fmla="*/ 5837656 w 10289698"/>
                <a:gd name="connsiteY4" fmla="*/ 6492338 h 6740370"/>
                <a:gd name="connsiteX5" fmla="*/ 6078548 w 10289698"/>
                <a:gd name="connsiteY5" fmla="*/ 6265451 h 6740370"/>
                <a:gd name="connsiteX6" fmla="*/ 10289698 w 10289698"/>
                <a:gd name="connsiteY6" fmla="*/ 6265451 h 6740370"/>
                <a:gd name="connsiteX7" fmla="*/ 10289698 w 10289698"/>
                <a:gd name="connsiteY7" fmla="*/ 6740370 h 6740370"/>
                <a:gd name="connsiteX8" fmla="*/ 8961179 w 10289698"/>
                <a:gd name="connsiteY8" fmla="*/ 6740370 h 6740370"/>
                <a:gd name="connsiteX9" fmla="*/ 0 w 10289698"/>
                <a:gd name="connsiteY9" fmla="*/ 6740370 h 6740370"/>
                <a:gd name="connsiteX10" fmla="*/ 0 w 10289698"/>
                <a:gd name="connsiteY10" fmla="*/ 6262430 h 6740370"/>
                <a:gd name="connsiteX11" fmla="*/ 5235681 w 10289698"/>
                <a:gd name="connsiteY11" fmla="*/ 1597846 h 6740370"/>
                <a:gd name="connsiteX12" fmla="*/ 5302356 w 10289698"/>
                <a:gd name="connsiteY12" fmla="*/ 1606458 h 6740370"/>
                <a:gd name="connsiteX13" fmla="*/ 5428413 w 10289698"/>
                <a:gd name="connsiteY13" fmla="*/ 1885165 h 6740370"/>
                <a:gd name="connsiteX14" fmla="*/ 5285677 w 10289698"/>
                <a:gd name="connsiteY14" fmla="*/ 2043148 h 6740370"/>
                <a:gd name="connsiteX15" fmla="*/ 5137562 w 10289698"/>
                <a:gd name="connsiteY15" fmla="*/ 2164536 h 6740370"/>
                <a:gd name="connsiteX16" fmla="*/ 5146642 w 10289698"/>
                <a:gd name="connsiteY16" fmla="*/ 2179995 h 6740370"/>
                <a:gd name="connsiteX17" fmla="*/ 5441786 w 10289698"/>
                <a:gd name="connsiteY17" fmla="*/ 2179995 h 6740370"/>
                <a:gd name="connsiteX18" fmla="*/ 5441786 w 10289698"/>
                <a:gd name="connsiteY18" fmla="*/ 2299873 h 6740370"/>
                <a:gd name="connsiteX19" fmla="*/ 4980935 w 10289698"/>
                <a:gd name="connsiteY19" fmla="*/ 2299873 h 6740370"/>
                <a:gd name="connsiteX20" fmla="*/ 5127322 w 10289698"/>
                <a:gd name="connsiteY20" fmla="*/ 1995395 h 6740370"/>
                <a:gd name="connsiteX21" fmla="*/ 5249064 w 10289698"/>
                <a:gd name="connsiteY21" fmla="*/ 1890480 h 6740370"/>
                <a:gd name="connsiteX22" fmla="*/ 5283319 w 10289698"/>
                <a:gd name="connsiteY22" fmla="*/ 1788763 h 6740370"/>
                <a:gd name="connsiteX23" fmla="*/ 5226876 w 10289698"/>
                <a:gd name="connsiteY23" fmla="*/ 1732678 h 6740370"/>
                <a:gd name="connsiteX24" fmla="*/ 5048000 w 10289698"/>
                <a:gd name="connsiteY24" fmla="*/ 1782523 h 6740370"/>
                <a:gd name="connsiteX25" fmla="*/ 4990053 w 10289698"/>
                <a:gd name="connsiteY25" fmla="*/ 1699749 h 6740370"/>
                <a:gd name="connsiteX26" fmla="*/ 5004379 w 10289698"/>
                <a:gd name="connsiteY26" fmla="*/ 1659858 h 6740370"/>
                <a:gd name="connsiteX27" fmla="*/ 5168354 w 10289698"/>
                <a:gd name="connsiteY27" fmla="*/ 1604011 h 6740370"/>
                <a:gd name="connsiteX28" fmla="*/ 5235681 w 10289698"/>
                <a:gd name="connsiteY28" fmla="*/ 1597846 h 6740370"/>
                <a:gd name="connsiteX29" fmla="*/ 2963428 w 10289698"/>
                <a:gd name="connsiteY29" fmla="*/ 759252 h 6740370"/>
                <a:gd name="connsiteX30" fmla="*/ 3041686 w 10289698"/>
                <a:gd name="connsiteY30" fmla="*/ 766317 h 6740370"/>
                <a:gd name="connsiteX31" fmla="*/ 3041686 w 10289698"/>
                <a:gd name="connsiteY31" fmla="*/ 837313 h 6740370"/>
                <a:gd name="connsiteX32" fmla="*/ 3040932 w 10289698"/>
                <a:gd name="connsiteY32" fmla="*/ 1398189 h 6740370"/>
                <a:gd name="connsiteX33" fmla="*/ 3019463 w 10289698"/>
                <a:gd name="connsiteY33" fmla="*/ 1441811 h 6740370"/>
                <a:gd name="connsiteX34" fmla="*/ 2891833 w 10289698"/>
                <a:gd name="connsiteY34" fmla="*/ 1441870 h 6740370"/>
                <a:gd name="connsiteX35" fmla="*/ 2891833 w 10289698"/>
                <a:gd name="connsiteY35" fmla="*/ 917978 h 6740370"/>
                <a:gd name="connsiteX36" fmla="*/ 2777216 w 10289698"/>
                <a:gd name="connsiteY36" fmla="*/ 972178 h 6740370"/>
                <a:gd name="connsiteX37" fmla="*/ 2718066 w 10289698"/>
                <a:gd name="connsiteY37" fmla="*/ 955339 h 6740370"/>
                <a:gd name="connsiteX38" fmla="*/ 2755614 w 10289698"/>
                <a:gd name="connsiteY38" fmla="*/ 828549 h 6740370"/>
                <a:gd name="connsiteX39" fmla="*/ 2963428 w 10289698"/>
                <a:gd name="connsiteY39" fmla="*/ 759252 h 6740370"/>
                <a:gd name="connsiteX40" fmla="*/ 7316188 w 10289698"/>
                <a:gd name="connsiteY40" fmla="*/ 737780 h 6740370"/>
                <a:gd name="connsiteX41" fmla="*/ 7508164 w 10289698"/>
                <a:gd name="connsiteY41" fmla="*/ 784017 h 6740370"/>
                <a:gd name="connsiteX42" fmla="*/ 7534000 w 10289698"/>
                <a:gd name="connsiteY42" fmla="*/ 1050812 h 6740370"/>
                <a:gd name="connsiteX43" fmla="*/ 7490969 w 10289698"/>
                <a:gd name="connsiteY43" fmla="*/ 1082280 h 6740370"/>
                <a:gd name="connsiteX44" fmla="*/ 7608842 w 10289698"/>
                <a:gd name="connsiteY44" fmla="*/ 1253825 h 6740370"/>
                <a:gd name="connsiteX45" fmla="*/ 7454522 w 10289698"/>
                <a:gd name="connsiteY45" fmla="*/ 1440243 h 6740370"/>
                <a:gd name="connsiteX46" fmla="*/ 7175526 w 10289698"/>
                <a:gd name="connsiteY46" fmla="*/ 1422826 h 6740370"/>
                <a:gd name="connsiteX47" fmla="*/ 7120385 w 10289698"/>
                <a:gd name="connsiteY47" fmla="*/ 1369843 h 6740370"/>
                <a:gd name="connsiteX48" fmla="*/ 7109881 w 10289698"/>
                <a:gd name="connsiteY48" fmla="*/ 1361920 h 6740370"/>
                <a:gd name="connsiteX49" fmla="*/ 7161952 w 10289698"/>
                <a:gd name="connsiteY49" fmla="*/ 1265048 h 6740370"/>
                <a:gd name="connsiteX50" fmla="*/ 7359300 w 10289698"/>
                <a:gd name="connsiteY50" fmla="*/ 1321900 h 6740370"/>
                <a:gd name="connsiteX51" fmla="*/ 7448735 w 10289698"/>
                <a:gd name="connsiteY51" fmla="*/ 1234624 h 6740370"/>
                <a:gd name="connsiteX52" fmla="*/ 7361221 w 10289698"/>
                <a:gd name="connsiteY52" fmla="*/ 1161105 h 6740370"/>
                <a:gd name="connsiteX53" fmla="*/ 7231283 w 10289698"/>
                <a:gd name="connsiteY53" fmla="*/ 1147005 h 6740370"/>
                <a:gd name="connsiteX54" fmla="*/ 7231283 w 10289698"/>
                <a:gd name="connsiteY54" fmla="*/ 1045866 h 6740370"/>
                <a:gd name="connsiteX55" fmla="*/ 7347948 w 10289698"/>
                <a:gd name="connsiteY55" fmla="*/ 1031070 h 6740370"/>
                <a:gd name="connsiteX56" fmla="*/ 7418697 w 10289698"/>
                <a:gd name="connsiteY56" fmla="*/ 946213 h 6740370"/>
                <a:gd name="connsiteX57" fmla="*/ 7338190 w 10289698"/>
                <a:gd name="connsiteY57" fmla="*/ 871023 h 6740370"/>
                <a:gd name="connsiteX58" fmla="*/ 7198008 w 10289698"/>
                <a:gd name="connsiteY58" fmla="*/ 904603 h 6740370"/>
                <a:gd name="connsiteX59" fmla="*/ 7164692 w 10289698"/>
                <a:gd name="connsiteY59" fmla="*/ 900234 h 6740370"/>
                <a:gd name="connsiteX60" fmla="*/ 7114735 w 10289698"/>
                <a:gd name="connsiteY60" fmla="*/ 813248 h 6740370"/>
                <a:gd name="connsiteX61" fmla="*/ 7316188 w 10289698"/>
                <a:gd name="connsiteY61" fmla="*/ 737780 h 6740370"/>
                <a:gd name="connsiteX62" fmla="*/ 1289049 w 10289698"/>
                <a:gd name="connsiteY62" fmla="*/ 0 h 6740370"/>
                <a:gd name="connsiteX63" fmla="*/ 8537157 w 10289698"/>
                <a:gd name="connsiteY63" fmla="*/ 3927 h 6740370"/>
                <a:gd name="connsiteX64" fmla="*/ 8537157 w 10289698"/>
                <a:gd name="connsiteY64" fmla="*/ 480500 h 6740370"/>
                <a:gd name="connsiteX65" fmla="*/ 1301865 w 10289698"/>
                <a:gd name="connsiteY65" fmla="*/ 480394 h 6740370"/>
                <a:gd name="connsiteX66" fmla="*/ 1301865 w 10289698"/>
                <a:gd name="connsiteY66" fmla="*/ 5435457 h 6740370"/>
                <a:gd name="connsiteX67" fmla="*/ 8980933 w 10289698"/>
                <a:gd name="connsiteY67" fmla="*/ 5435457 h 6740370"/>
                <a:gd name="connsiteX68" fmla="*/ 8985314 w 10289698"/>
                <a:gd name="connsiteY68" fmla="*/ 913851 h 6740370"/>
                <a:gd name="connsiteX69" fmla="*/ 9462258 w 10289698"/>
                <a:gd name="connsiteY69" fmla="*/ 913851 h 6740370"/>
                <a:gd name="connsiteX70" fmla="*/ 9462290 w 10289698"/>
                <a:gd name="connsiteY70" fmla="*/ 5464137 h 6740370"/>
                <a:gd name="connsiteX71" fmla="*/ 9008439 w 10289698"/>
                <a:gd name="connsiteY71" fmla="*/ 5919766 h 6740370"/>
                <a:gd name="connsiteX72" fmla="*/ 886018 w 10289698"/>
                <a:gd name="connsiteY72" fmla="*/ 5919057 h 6740370"/>
                <a:gd name="connsiteX73" fmla="*/ 818127 w 10289698"/>
                <a:gd name="connsiteY73" fmla="*/ 5919057 h 6740370"/>
                <a:gd name="connsiteX74" fmla="*/ 818127 w 10289698"/>
                <a:gd name="connsiteY74" fmla="*/ 5870724 h 6740370"/>
                <a:gd name="connsiteX75" fmla="*/ 818211 w 10289698"/>
                <a:gd name="connsiteY75" fmla="*/ 5024426 h 6740370"/>
                <a:gd name="connsiteX76" fmla="*/ 828371 w 10289698"/>
                <a:gd name="connsiteY76" fmla="*/ 469599 h 6740370"/>
                <a:gd name="connsiteX77" fmla="*/ 1196509 w 10289698"/>
                <a:gd name="connsiteY77" fmla="*/ 10118 h 6740370"/>
                <a:gd name="connsiteX78" fmla="*/ 1289049 w 10289698"/>
                <a:gd name="connsiteY78" fmla="*/ 0 h 674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289698" h="6740370">
                  <a:moveTo>
                    <a:pt x="0" y="6262430"/>
                  </a:moveTo>
                  <a:cubicBezTo>
                    <a:pt x="1406276" y="6262430"/>
                    <a:pt x="2812490" y="6262430"/>
                    <a:pt x="4220779" y="6262430"/>
                  </a:cubicBezTo>
                  <a:cubicBezTo>
                    <a:pt x="4226162" y="6364414"/>
                    <a:pt x="4273536" y="6438411"/>
                    <a:pt x="4368903" y="6477308"/>
                  </a:cubicBezTo>
                  <a:cubicBezTo>
                    <a:pt x="4389425" y="6485679"/>
                    <a:pt x="4413245" y="6489425"/>
                    <a:pt x="4435553" y="6489458"/>
                  </a:cubicBezTo>
                  <a:cubicBezTo>
                    <a:pt x="4902930" y="6490133"/>
                    <a:pt x="5370350" y="6486572"/>
                    <a:pt x="5837656" y="6492338"/>
                  </a:cubicBezTo>
                  <a:cubicBezTo>
                    <a:pt x="5955659" y="6493794"/>
                    <a:pt x="6082341" y="6387635"/>
                    <a:pt x="6078548" y="6265451"/>
                  </a:cubicBezTo>
                  <a:cubicBezTo>
                    <a:pt x="7481063" y="6265451"/>
                    <a:pt x="8883574" y="6265451"/>
                    <a:pt x="10289698" y="6265451"/>
                  </a:cubicBezTo>
                  <a:cubicBezTo>
                    <a:pt x="10289698" y="6425426"/>
                    <a:pt x="10289698" y="6579628"/>
                    <a:pt x="10289698" y="6740370"/>
                  </a:cubicBezTo>
                  <a:cubicBezTo>
                    <a:pt x="9849363" y="6740370"/>
                    <a:pt x="9407773" y="6740370"/>
                    <a:pt x="8961179" y="6740370"/>
                  </a:cubicBezTo>
                  <a:cubicBezTo>
                    <a:pt x="5971841" y="6740370"/>
                    <a:pt x="2987514" y="6740370"/>
                    <a:pt x="0" y="6740370"/>
                  </a:cubicBezTo>
                  <a:cubicBezTo>
                    <a:pt x="0" y="6580341"/>
                    <a:pt x="0" y="6422811"/>
                    <a:pt x="0" y="6262430"/>
                  </a:cubicBezTo>
                  <a:close/>
                  <a:moveTo>
                    <a:pt x="5235681" y="1597846"/>
                  </a:moveTo>
                  <a:cubicBezTo>
                    <a:pt x="5258522" y="1598121"/>
                    <a:pt x="5281255" y="1600860"/>
                    <a:pt x="5302356" y="1606458"/>
                  </a:cubicBezTo>
                  <a:cubicBezTo>
                    <a:pt x="5439442" y="1642825"/>
                    <a:pt x="5474530" y="1756424"/>
                    <a:pt x="5428413" y="1885165"/>
                  </a:cubicBezTo>
                  <a:cubicBezTo>
                    <a:pt x="5402424" y="1957722"/>
                    <a:pt x="5342908" y="1998872"/>
                    <a:pt x="5285677" y="2043148"/>
                  </a:cubicBezTo>
                  <a:cubicBezTo>
                    <a:pt x="5235207" y="2082191"/>
                    <a:pt x="5186851" y="2123967"/>
                    <a:pt x="5137562" y="2164536"/>
                  </a:cubicBezTo>
                  <a:cubicBezTo>
                    <a:pt x="5140589" y="2169689"/>
                    <a:pt x="5143615" y="2174842"/>
                    <a:pt x="5146642" y="2179995"/>
                  </a:cubicBezTo>
                  <a:cubicBezTo>
                    <a:pt x="5243780" y="2179995"/>
                    <a:pt x="5340920" y="2179995"/>
                    <a:pt x="5441786" y="2179995"/>
                  </a:cubicBezTo>
                  <a:cubicBezTo>
                    <a:pt x="5441786" y="2221724"/>
                    <a:pt x="5441786" y="2259067"/>
                    <a:pt x="5441786" y="2299873"/>
                  </a:cubicBezTo>
                  <a:cubicBezTo>
                    <a:pt x="5289431" y="2299873"/>
                    <a:pt x="5135267" y="2299873"/>
                    <a:pt x="4980935" y="2299873"/>
                  </a:cubicBezTo>
                  <a:cubicBezTo>
                    <a:pt x="4957128" y="2182808"/>
                    <a:pt x="5013742" y="2063547"/>
                    <a:pt x="5127322" y="1995395"/>
                  </a:cubicBezTo>
                  <a:cubicBezTo>
                    <a:pt x="5170264" y="1959247"/>
                    <a:pt x="5216017" y="1930155"/>
                    <a:pt x="5249064" y="1890480"/>
                  </a:cubicBezTo>
                  <a:cubicBezTo>
                    <a:pt x="5270639" y="1864577"/>
                    <a:pt x="5280052" y="1823899"/>
                    <a:pt x="5283319" y="1788763"/>
                  </a:cubicBezTo>
                  <a:cubicBezTo>
                    <a:pt x="5286310" y="1756606"/>
                    <a:pt x="5260498" y="1735594"/>
                    <a:pt x="5226876" y="1732678"/>
                  </a:cubicBezTo>
                  <a:cubicBezTo>
                    <a:pt x="5162915" y="1727127"/>
                    <a:pt x="5102361" y="1736141"/>
                    <a:pt x="5048000" y="1782523"/>
                  </a:cubicBezTo>
                  <a:cubicBezTo>
                    <a:pt x="5028094" y="1755085"/>
                    <a:pt x="5005839" y="1729154"/>
                    <a:pt x="4990053" y="1699749"/>
                  </a:cubicBezTo>
                  <a:cubicBezTo>
                    <a:pt x="4985334" y="1690957"/>
                    <a:pt x="4995115" y="1663620"/>
                    <a:pt x="5004379" y="1659858"/>
                  </a:cubicBezTo>
                  <a:cubicBezTo>
                    <a:pt x="5057898" y="1638118"/>
                    <a:pt x="5112111" y="1615119"/>
                    <a:pt x="5168354" y="1604011"/>
                  </a:cubicBezTo>
                  <a:cubicBezTo>
                    <a:pt x="5189890" y="1599758"/>
                    <a:pt x="5212840" y="1597571"/>
                    <a:pt x="5235681" y="1597846"/>
                  </a:cubicBezTo>
                  <a:close/>
                  <a:moveTo>
                    <a:pt x="2963428" y="759252"/>
                  </a:moveTo>
                  <a:cubicBezTo>
                    <a:pt x="2988468" y="758371"/>
                    <a:pt x="3014455" y="760486"/>
                    <a:pt x="3041686" y="766317"/>
                  </a:cubicBezTo>
                  <a:cubicBezTo>
                    <a:pt x="3041686" y="788424"/>
                    <a:pt x="3041686" y="812869"/>
                    <a:pt x="3041686" y="837313"/>
                  </a:cubicBezTo>
                  <a:cubicBezTo>
                    <a:pt x="3041686" y="1024274"/>
                    <a:pt x="3042073" y="1211235"/>
                    <a:pt x="3040932" y="1398189"/>
                  </a:cubicBezTo>
                  <a:cubicBezTo>
                    <a:pt x="3040844" y="1412743"/>
                    <a:pt x="3030064" y="1427232"/>
                    <a:pt x="3019463" y="1441811"/>
                  </a:cubicBezTo>
                  <a:cubicBezTo>
                    <a:pt x="2975038" y="1441870"/>
                    <a:pt x="2935403" y="1441870"/>
                    <a:pt x="2891833" y="1441870"/>
                  </a:cubicBezTo>
                  <a:cubicBezTo>
                    <a:pt x="2891833" y="1266420"/>
                    <a:pt x="2891833" y="1095320"/>
                    <a:pt x="2891833" y="917978"/>
                  </a:cubicBezTo>
                  <a:cubicBezTo>
                    <a:pt x="2849768" y="937690"/>
                    <a:pt x="2812759" y="953537"/>
                    <a:pt x="2777216" y="972178"/>
                  </a:cubicBezTo>
                  <a:cubicBezTo>
                    <a:pt x="2750521" y="986178"/>
                    <a:pt x="2734074" y="985595"/>
                    <a:pt x="2718066" y="955339"/>
                  </a:cubicBezTo>
                  <a:cubicBezTo>
                    <a:pt x="2673259" y="870648"/>
                    <a:pt x="2673704" y="874481"/>
                    <a:pt x="2755614" y="828549"/>
                  </a:cubicBezTo>
                  <a:cubicBezTo>
                    <a:pt x="2821705" y="791489"/>
                    <a:pt x="2888306" y="761893"/>
                    <a:pt x="2963428" y="759252"/>
                  </a:cubicBezTo>
                  <a:close/>
                  <a:moveTo>
                    <a:pt x="7316188" y="737780"/>
                  </a:moveTo>
                  <a:cubicBezTo>
                    <a:pt x="7385604" y="733018"/>
                    <a:pt x="7453439" y="748540"/>
                    <a:pt x="7508164" y="784017"/>
                  </a:cubicBezTo>
                  <a:cubicBezTo>
                    <a:pt x="7590640" y="837485"/>
                    <a:pt x="7601411" y="982891"/>
                    <a:pt x="7534000" y="1050812"/>
                  </a:cubicBezTo>
                  <a:cubicBezTo>
                    <a:pt x="7522541" y="1062357"/>
                    <a:pt x="7507515" y="1070360"/>
                    <a:pt x="7490969" y="1082280"/>
                  </a:cubicBezTo>
                  <a:cubicBezTo>
                    <a:pt x="7577889" y="1125625"/>
                    <a:pt x="7615875" y="1183993"/>
                    <a:pt x="7608842" y="1253825"/>
                  </a:cubicBezTo>
                  <a:cubicBezTo>
                    <a:pt x="7599126" y="1350317"/>
                    <a:pt x="7547791" y="1417633"/>
                    <a:pt x="7454522" y="1440243"/>
                  </a:cubicBezTo>
                  <a:cubicBezTo>
                    <a:pt x="7361585" y="1462772"/>
                    <a:pt x="7265370" y="1466830"/>
                    <a:pt x="7175526" y="1422826"/>
                  </a:cubicBezTo>
                  <a:cubicBezTo>
                    <a:pt x="7155278" y="1412907"/>
                    <a:pt x="7141382" y="1390022"/>
                    <a:pt x="7120385" y="1369843"/>
                  </a:cubicBezTo>
                  <a:cubicBezTo>
                    <a:pt x="7114571" y="1364387"/>
                    <a:pt x="7112462" y="1362833"/>
                    <a:pt x="7109881" y="1361920"/>
                  </a:cubicBezTo>
                  <a:cubicBezTo>
                    <a:pt x="7126383" y="1331219"/>
                    <a:pt x="7142885" y="1300517"/>
                    <a:pt x="7161952" y="1265048"/>
                  </a:cubicBezTo>
                  <a:cubicBezTo>
                    <a:pt x="7222079" y="1317770"/>
                    <a:pt x="7288757" y="1326622"/>
                    <a:pt x="7359300" y="1321900"/>
                  </a:cubicBezTo>
                  <a:cubicBezTo>
                    <a:pt x="7407354" y="1318684"/>
                    <a:pt x="7449965" y="1278148"/>
                    <a:pt x="7448735" y="1234624"/>
                  </a:cubicBezTo>
                  <a:cubicBezTo>
                    <a:pt x="7447500" y="1190967"/>
                    <a:pt x="7415110" y="1164982"/>
                    <a:pt x="7361221" y="1161105"/>
                  </a:cubicBezTo>
                  <a:cubicBezTo>
                    <a:pt x="7318811" y="1158052"/>
                    <a:pt x="7276615" y="1152040"/>
                    <a:pt x="7231283" y="1147005"/>
                  </a:cubicBezTo>
                  <a:cubicBezTo>
                    <a:pt x="7231283" y="1114499"/>
                    <a:pt x="7231283" y="1080463"/>
                    <a:pt x="7231283" y="1045866"/>
                  </a:cubicBezTo>
                  <a:cubicBezTo>
                    <a:pt x="7270645" y="1040919"/>
                    <a:pt x="7309379" y="1036571"/>
                    <a:pt x="7347948" y="1031070"/>
                  </a:cubicBezTo>
                  <a:cubicBezTo>
                    <a:pt x="7394335" y="1024455"/>
                    <a:pt x="7420894" y="992047"/>
                    <a:pt x="7418697" y="946213"/>
                  </a:cubicBezTo>
                  <a:cubicBezTo>
                    <a:pt x="7416567" y="901814"/>
                    <a:pt x="7385590" y="872676"/>
                    <a:pt x="7338190" y="871023"/>
                  </a:cubicBezTo>
                  <a:cubicBezTo>
                    <a:pt x="7288492" y="869289"/>
                    <a:pt x="7239865" y="870349"/>
                    <a:pt x="7198008" y="904603"/>
                  </a:cubicBezTo>
                  <a:cubicBezTo>
                    <a:pt x="7191736" y="909735"/>
                    <a:pt x="7169129" y="906727"/>
                    <a:pt x="7164692" y="900234"/>
                  </a:cubicBezTo>
                  <a:cubicBezTo>
                    <a:pt x="7145746" y="872502"/>
                    <a:pt x="7130784" y="842050"/>
                    <a:pt x="7114735" y="813248"/>
                  </a:cubicBezTo>
                  <a:cubicBezTo>
                    <a:pt x="7175779" y="767588"/>
                    <a:pt x="7246773" y="742542"/>
                    <a:pt x="7316188" y="737780"/>
                  </a:cubicBezTo>
                  <a:close/>
                  <a:moveTo>
                    <a:pt x="1289049" y="0"/>
                  </a:moveTo>
                  <a:lnTo>
                    <a:pt x="8537157" y="3927"/>
                  </a:lnTo>
                  <a:lnTo>
                    <a:pt x="8537157" y="480500"/>
                  </a:lnTo>
                  <a:lnTo>
                    <a:pt x="1301865" y="480394"/>
                  </a:lnTo>
                  <a:cubicBezTo>
                    <a:pt x="1301865" y="2135905"/>
                    <a:pt x="1301865" y="3785607"/>
                    <a:pt x="1301865" y="5435457"/>
                  </a:cubicBezTo>
                  <a:cubicBezTo>
                    <a:pt x="3862542" y="5435457"/>
                    <a:pt x="6420256" y="5435457"/>
                    <a:pt x="8980933" y="5435457"/>
                  </a:cubicBezTo>
                  <a:lnTo>
                    <a:pt x="8985314" y="913851"/>
                  </a:lnTo>
                  <a:lnTo>
                    <a:pt x="9462258" y="913851"/>
                  </a:lnTo>
                  <a:lnTo>
                    <a:pt x="9462290" y="5464137"/>
                  </a:lnTo>
                  <a:cubicBezTo>
                    <a:pt x="9462375" y="5702260"/>
                    <a:pt x="9247969" y="5919872"/>
                    <a:pt x="9008439" y="5919766"/>
                  </a:cubicBezTo>
                  <a:cubicBezTo>
                    <a:pt x="6300962" y="5918655"/>
                    <a:pt x="3593484" y="5919057"/>
                    <a:pt x="886018" y="5919057"/>
                  </a:cubicBezTo>
                  <a:cubicBezTo>
                    <a:pt x="865995" y="5919057"/>
                    <a:pt x="845982" y="5919057"/>
                    <a:pt x="818127" y="5919057"/>
                  </a:cubicBezTo>
                  <a:cubicBezTo>
                    <a:pt x="818127" y="5902251"/>
                    <a:pt x="818127" y="5886493"/>
                    <a:pt x="818127" y="5870724"/>
                  </a:cubicBezTo>
                  <a:cubicBezTo>
                    <a:pt x="818127" y="5588628"/>
                    <a:pt x="817619" y="5306522"/>
                    <a:pt x="818211" y="5024426"/>
                  </a:cubicBezTo>
                  <a:cubicBezTo>
                    <a:pt x="821376" y="3506157"/>
                    <a:pt x="824604" y="1987879"/>
                    <a:pt x="828371" y="469599"/>
                  </a:cubicBezTo>
                  <a:cubicBezTo>
                    <a:pt x="828932" y="246791"/>
                    <a:pt x="975669" y="60600"/>
                    <a:pt x="1196509" y="10118"/>
                  </a:cubicBezTo>
                  <a:cubicBezTo>
                    <a:pt x="1226587" y="3239"/>
                    <a:pt x="1258167" y="0"/>
                    <a:pt x="1289049" y="0"/>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85" name="Group 84">
            <a:extLst>
              <a:ext uri="{FF2B5EF4-FFF2-40B4-BE49-F238E27FC236}">
                <a16:creationId xmlns:a16="http://schemas.microsoft.com/office/drawing/2014/main" id="{029D5812-C5B9-482B-8A2D-25CD79734DDA}"/>
              </a:ext>
              <a:ext uri="{C183D7F6-B498-43B3-948B-1728B52AA6E4}">
                <adec:decorative xmlns:adec="http://schemas.microsoft.com/office/drawing/2017/decorative" val="1"/>
              </a:ext>
            </a:extLst>
          </p:cNvPr>
          <p:cNvGrpSpPr>
            <a:grpSpLocks noChangeAspect="1"/>
          </p:cNvGrpSpPr>
          <p:nvPr/>
        </p:nvGrpSpPr>
        <p:grpSpPr>
          <a:xfrm>
            <a:off x="3802505" y="2930159"/>
            <a:ext cx="344737" cy="457200"/>
            <a:chOff x="3802505" y="2930159"/>
            <a:chExt cx="344737" cy="457200"/>
          </a:xfrm>
          <a:solidFill>
            <a:srgbClr val="FF0000"/>
          </a:solidFill>
        </p:grpSpPr>
        <p:sp>
          <p:nvSpPr>
            <p:cNvPr id="1398" name="Freeform: Shape 1397">
              <a:extLst>
                <a:ext uri="{FF2B5EF4-FFF2-40B4-BE49-F238E27FC236}">
                  <a16:creationId xmlns:a16="http://schemas.microsoft.com/office/drawing/2014/main" id="{DAF62516-28A2-3186-7223-E67555C8D513}"/>
                </a:ext>
                <a:ext uri="{C183D7F6-B498-43B3-948B-1728B52AA6E4}">
                  <adec:decorative xmlns:adec="http://schemas.microsoft.com/office/drawing/2017/decorative" val="1"/>
                </a:ext>
              </a:extLst>
            </p:cNvPr>
            <p:cNvSpPr/>
            <p:nvPr/>
          </p:nvSpPr>
          <p:spPr>
            <a:xfrm>
              <a:off x="3927119" y="2930159"/>
              <a:ext cx="220123" cy="423574"/>
            </a:xfrm>
            <a:custGeom>
              <a:avLst/>
              <a:gdLst>
                <a:gd name="connsiteX0" fmla="*/ 169545 w 3301840"/>
                <a:gd name="connsiteY0" fmla="*/ 6014522 h 6353609"/>
                <a:gd name="connsiteX1" fmla="*/ 169545 w 3301840"/>
                <a:gd name="connsiteY1" fmla="*/ 6184064 h 6353609"/>
                <a:gd name="connsiteX2" fmla="*/ 843476 w 3301840"/>
                <a:gd name="connsiteY2" fmla="*/ 6184064 h 6353609"/>
                <a:gd name="connsiteX3" fmla="*/ 843476 w 3301840"/>
                <a:gd name="connsiteY3" fmla="*/ 6014522 h 6353609"/>
                <a:gd name="connsiteX4" fmla="*/ 131396 w 3301840"/>
                <a:gd name="connsiteY4" fmla="*/ 5844977 h 6353609"/>
                <a:gd name="connsiteX5" fmla="*/ 881624 w 3301840"/>
                <a:gd name="connsiteY5" fmla="*/ 5844977 h 6353609"/>
                <a:gd name="connsiteX6" fmla="*/ 1013021 w 3301840"/>
                <a:gd name="connsiteY6" fmla="*/ 5976373 h 6353609"/>
                <a:gd name="connsiteX7" fmla="*/ 1013021 w 3301840"/>
                <a:gd name="connsiteY7" fmla="*/ 6222209 h 6353609"/>
                <a:gd name="connsiteX8" fmla="*/ 881624 w 3301840"/>
                <a:gd name="connsiteY8" fmla="*/ 6353609 h 6353609"/>
                <a:gd name="connsiteX9" fmla="*/ 131396 w 3301840"/>
                <a:gd name="connsiteY9" fmla="*/ 6353609 h 6353609"/>
                <a:gd name="connsiteX10" fmla="*/ 0 w 3301840"/>
                <a:gd name="connsiteY10" fmla="*/ 6222209 h 6353609"/>
                <a:gd name="connsiteX11" fmla="*/ 0 w 3301840"/>
                <a:gd name="connsiteY11" fmla="*/ 5976373 h 6353609"/>
                <a:gd name="connsiteX12" fmla="*/ 131396 w 3301840"/>
                <a:gd name="connsiteY12" fmla="*/ 5844977 h 6353609"/>
                <a:gd name="connsiteX13" fmla="*/ 508047 w 3301840"/>
                <a:gd name="connsiteY13" fmla="*/ 1592607 h 6353609"/>
                <a:gd name="connsiteX14" fmla="*/ 676947 w 3301840"/>
                <a:gd name="connsiteY14" fmla="*/ 1761510 h 6353609"/>
                <a:gd name="connsiteX15" fmla="*/ 508047 w 3301840"/>
                <a:gd name="connsiteY15" fmla="*/ 1930413 h 6353609"/>
                <a:gd name="connsiteX16" fmla="*/ 339144 w 3301840"/>
                <a:gd name="connsiteY16" fmla="*/ 1761510 h 6353609"/>
                <a:gd name="connsiteX17" fmla="*/ 508047 w 3301840"/>
                <a:gd name="connsiteY17" fmla="*/ 1592607 h 6353609"/>
                <a:gd name="connsiteX18" fmla="*/ 2793209 w 3301840"/>
                <a:gd name="connsiteY18" fmla="*/ 508628 h 6353609"/>
                <a:gd name="connsiteX19" fmla="*/ 3301840 w 3301840"/>
                <a:gd name="connsiteY19" fmla="*/ 508628 h 6353609"/>
                <a:gd name="connsiteX20" fmla="*/ 3301840 w 3301840"/>
                <a:gd name="connsiteY20" fmla="*/ 1017259 h 6353609"/>
                <a:gd name="connsiteX21" fmla="*/ 2801691 w 3301840"/>
                <a:gd name="connsiteY21" fmla="*/ 1017259 h 6353609"/>
                <a:gd name="connsiteX22" fmla="*/ 2801691 w 3301840"/>
                <a:gd name="connsiteY22" fmla="*/ 1521645 h 6353609"/>
                <a:gd name="connsiteX23" fmla="*/ 2293059 w 3301840"/>
                <a:gd name="connsiteY23" fmla="*/ 1521645 h 6353609"/>
                <a:gd name="connsiteX24" fmla="*/ 2293059 w 3301840"/>
                <a:gd name="connsiteY24" fmla="*/ 1013017 h 6353609"/>
                <a:gd name="connsiteX25" fmla="*/ 2793209 w 3301840"/>
                <a:gd name="connsiteY25" fmla="*/ 1013017 h 6353609"/>
                <a:gd name="connsiteX26" fmla="*/ 1784431 w 3301840"/>
                <a:gd name="connsiteY26" fmla="*/ 0 h 6353609"/>
                <a:gd name="connsiteX27" fmla="*/ 2293063 w 3301840"/>
                <a:gd name="connsiteY27" fmla="*/ 0 h 6353609"/>
                <a:gd name="connsiteX28" fmla="*/ 2293063 w 3301840"/>
                <a:gd name="connsiteY28" fmla="*/ 508631 h 6353609"/>
                <a:gd name="connsiteX29" fmla="*/ 1784431 w 3301840"/>
                <a:gd name="connsiteY29" fmla="*/ 508631 h 6353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01840" h="6353609">
                  <a:moveTo>
                    <a:pt x="169545" y="6014522"/>
                  </a:moveTo>
                  <a:lnTo>
                    <a:pt x="169545" y="6184064"/>
                  </a:lnTo>
                  <a:lnTo>
                    <a:pt x="843476" y="6184064"/>
                  </a:lnTo>
                  <a:lnTo>
                    <a:pt x="843476" y="6014522"/>
                  </a:lnTo>
                  <a:close/>
                  <a:moveTo>
                    <a:pt x="131396" y="5844977"/>
                  </a:moveTo>
                  <a:lnTo>
                    <a:pt x="881624" y="5844977"/>
                  </a:lnTo>
                  <a:cubicBezTo>
                    <a:pt x="953680" y="5844977"/>
                    <a:pt x="1013021" y="5904318"/>
                    <a:pt x="1013021" y="5976373"/>
                  </a:cubicBezTo>
                  <a:lnTo>
                    <a:pt x="1013021" y="6222209"/>
                  </a:lnTo>
                  <a:cubicBezTo>
                    <a:pt x="1013021" y="6294268"/>
                    <a:pt x="953680" y="6353609"/>
                    <a:pt x="881624" y="6353609"/>
                  </a:cubicBezTo>
                  <a:lnTo>
                    <a:pt x="131396" y="6353609"/>
                  </a:lnTo>
                  <a:cubicBezTo>
                    <a:pt x="59340" y="6353609"/>
                    <a:pt x="0" y="6294268"/>
                    <a:pt x="0" y="6222209"/>
                  </a:cubicBezTo>
                  <a:lnTo>
                    <a:pt x="0" y="5976373"/>
                  </a:lnTo>
                  <a:cubicBezTo>
                    <a:pt x="0" y="5904318"/>
                    <a:pt x="59340" y="5844977"/>
                    <a:pt x="131396" y="5844977"/>
                  </a:cubicBezTo>
                  <a:close/>
                  <a:moveTo>
                    <a:pt x="508047" y="1592607"/>
                  </a:moveTo>
                  <a:cubicBezTo>
                    <a:pt x="601327" y="1592607"/>
                    <a:pt x="676947" y="1668227"/>
                    <a:pt x="676947" y="1761510"/>
                  </a:cubicBezTo>
                  <a:cubicBezTo>
                    <a:pt x="676947" y="1854793"/>
                    <a:pt x="601327" y="1930413"/>
                    <a:pt x="508047" y="1930413"/>
                  </a:cubicBezTo>
                  <a:cubicBezTo>
                    <a:pt x="414764" y="1930413"/>
                    <a:pt x="339144" y="1854793"/>
                    <a:pt x="339144" y="1761510"/>
                  </a:cubicBezTo>
                  <a:cubicBezTo>
                    <a:pt x="339144" y="1668227"/>
                    <a:pt x="414764" y="1592607"/>
                    <a:pt x="508047" y="1592607"/>
                  </a:cubicBezTo>
                  <a:close/>
                  <a:moveTo>
                    <a:pt x="2793209" y="508628"/>
                  </a:moveTo>
                  <a:lnTo>
                    <a:pt x="3301840" y="508628"/>
                  </a:lnTo>
                  <a:lnTo>
                    <a:pt x="3301840" y="1017259"/>
                  </a:lnTo>
                  <a:lnTo>
                    <a:pt x="2801691" y="1017259"/>
                  </a:lnTo>
                  <a:lnTo>
                    <a:pt x="2801691" y="1521645"/>
                  </a:lnTo>
                  <a:lnTo>
                    <a:pt x="2293059" y="1521645"/>
                  </a:lnTo>
                  <a:lnTo>
                    <a:pt x="2293059" y="1013017"/>
                  </a:lnTo>
                  <a:lnTo>
                    <a:pt x="2793209" y="1013017"/>
                  </a:lnTo>
                  <a:close/>
                  <a:moveTo>
                    <a:pt x="1784431" y="0"/>
                  </a:moveTo>
                  <a:lnTo>
                    <a:pt x="2293063" y="0"/>
                  </a:lnTo>
                  <a:lnTo>
                    <a:pt x="2293063" y="508631"/>
                  </a:lnTo>
                  <a:lnTo>
                    <a:pt x="1784431" y="508631"/>
                  </a:lnTo>
                  <a:close/>
                </a:path>
              </a:pathLst>
            </a:custGeom>
            <a:solidFill>
              <a:schemeClr val="accent1"/>
            </a:solidFill>
            <a:ln w="12601" cap="flat">
              <a:noFill/>
              <a:prstDash val="solid"/>
              <a:miter/>
            </a:ln>
          </p:spPr>
          <p:txBody>
            <a:bodyPr wrap="square" rtlCol="0" anchor="ctr">
              <a:noAutofit/>
            </a:bodyPr>
            <a:lstStyle/>
            <a:p>
              <a:endParaRPr lang="en-US"/>
            </a:p>
          </p:txBody>
        </p:sp>
        <p:sp>
          <p:nvSpPr>
            <p:cNvPr id="1399" name="Freeform: Shape 1398">
              <a:extLst>
                <a:ext uri="{FF2B5EF4-FFF2-40B4-BE49-F238E27FC236}">
                  <a16:creationId xmlns:a16="http://schemas.microsoft.com/office/drawing/2014/main" id="{B58AAF83-D8B8-BE06-DB42-73C9B248F13F}"/>
                </a:ext>
                <a:ext uri="{C183D7F6-B498-43B3-948B-1728B52AA6E4}">
                  <adec:decorative xmlns:adec="http://schemas.microsoft.com/office/drawing/2017/decorative" val="1"/>
                </a:ext>
              </a:extLst>
            </p:cNvPr>
            <p:cNvSpPr/>
            <p:nvPr/>
          </p:nvSpPr>
          <p:spPr>
            <a:xfrm>
              <a:off x="3802505" y="3003345"/>
              <a:ext cx="305459" cy="384014"/>
            </a:xfrm>
            <a:custGeom>
              <a:avLst/>
              <a:gdLst>
                <a:gd name="connsiteX0" fmla="*/ 508628 w 4581895"/>
                <a:gd name="connsiteY0" fmla="*/ 4586127 h 5760212"/>
                <a:gd name="connsiteX1" fmla="*/ 508628 w 4581895"/>
                <a:gd name="connsiteY1" fmla="*/ 5421122 h 5760212"/>
                <a:gd name="connsiteX2" fmla="*/ 4073260 w 4581895"/>
                <a:gd name="connsiteY2" fmla="*/ 5421122 h 5760212"/>
                <a:gd name="connsiteX3" fmla="*/ 4242805 w 4581895"/>
                <a:gd name="connsiteY3" fmla="*/ 5251584 h 5760212"/>
                <a:gd name="connsiteX4" fmla="*/ 4242805 w 4581895"/>
                <a:gd name="connsiteY4" fmla="*/ 4586127 h 5760212"/>
                <a:gd name="connsiteX5" fmla="*/ 1827762 w 4581895"/>
                <a:gd name="connsiteY5" fmla="*/ 2238959 h 5760212"/>
                <a:gd name="connsiteX6" fmla="*/ 1953638 w 4581895"/>
                <a:gd name="connsiteY6" fmla="*/ 2364835 h 5760212"/>
                <a:gd name="connsiteX7" fmla="*/ 1833757 w 4581895"/>
                <a:gd name="connsiteY7" fmla="*/ 2484716 h 5760212"/>
                <a:gd name="connsiteX8" fmla="*/ 1707882 w 4581895"/>
                <a:gd name="connsiteY8" fmla="*/ 2358840 h 5760212"/>
                <a:gd name="connsiteX9" fmla="*/ 2797525 w 4581895"/>
                <a:gd name="connsiteY9" fmla="*/ 0 h 5760212"/>
                <a:gd name="connsiteX10" fmla="*/ 3399333 w 4581895"/>
                <a:gd name="connsiteY10" fmla="*/ 0 h 5760212"/>
                <a:gd name="connsiteX11" fmla="*/ 3899553 w 4581895"/>
                <a:gd name="connsiteY11" fmla="*/ 0 h 5760212"/>
                <a:gd name="connsiteX12" fmla="*/ 3899553 w 4581895"/>
                <a:gd name="connsiteY12" fmla="*/ 339083 h 5760212"/>
                <a:gd name="connsiteX13" fmla="*/ 3399333 w 4581895"/>
                <a:gd name="connsiteY13" fmla="*/ 339083 h 5760212"/>
                <a:gd name="connsiteX14" fmla="*/ 678173 w 4581895"/>
                <a:gd name="connsiteY14" fmla="*/ 343321 h 5760212"/>
                <a:gd name="connsiteX15" fmla="*/ 508628 w 4581895"/>
                <a:gd name="connsiteY15" fmla="*/ 512867 h 5760212"/>
                <a:gd name="connsiteX16" fmla="*/ 508628 w 4581895"/>
                <a:gd name="connsiteY16" fmla="*/ 3034812 h 5760212"/>
                <a:gd name="connsiteX17" fmla="*/ 911290 w 4581895"/>
                <a:gd name="connsiteY17" fmla="*/ 2632150 h 5760212"/>
                <a:gd name="connsiteX18" fmla="*/ 1038449 w 4581895"/>
                <a:gd name="connsiteY18" fmla="*/ 2759309 h 5760212"/>
                <a:gd name="connsiteX19" fmla="*/ 508628 w 4581895"/>
                <a:gd name="connsiteY19" fmla="*/ 3289130 h 5760212"/>
                <a:gd name="connsiteX20" fmla="*/ 508628 w 4581895"/>
                <a:gd name="connsiteY20" fmla="*/ 3547679 h 5760212"/>
                <a:gd name="connsiteX21" fmla="*/ 1589462 w 4581895"/>
                <a:gd name="connsiteY21" fmla="*/ 2475321 h 5760212"/>
                <a:gd name="connsiteX22" fmla="*/ 1716621 w 4581895"/>
                <a:gd name="connsiteY22" fmla="*/ 2602480 h 5760212"/>
                <a:gd name="connsiteX23" fmla="*/ 508628 w 4581895"/>
                <a:gd name="connsiteY23" fmla="*/ 3801989 h 5760212"/>
                <a:gd name="connsiteX24" fmla="*/ 508628 w 4581895"/>
                <a:gd name="connsiteY24" fmla="*/ 4412344 h 5760212"/>
                <a:gd name="connsiteX25" fmla="*/ 4242805 w 4581895"/>
                <a:gd name="connsiteY25" fmla="*/ 4412344 h 5760212"/>
                <a:gd name="connsiteX26" fmla="*/ 4242805 w 4581895"/>
                <a:gd name="connsiteY26" fmla="*/ 1760495 h 5760212"/>
                <a:gd name="connsiteX27" fmla="*/ 4242805 w 4581895"/>
                <a:gd name="connsiteY27" fmla="*/ 1182562 h 5760212"/>
                <a:gd name="connsiteX28" fmla="*/ 4242805 w 4581895"/>
                <a:gd name="connsiteY28" fmla="*/ 662714 h 5760212"/>
                <a:gd name="connsiteX29" fmla="*/ 4581888 w 4581895"/>
                <a:gd name="connsiteY29" fmla="*/ 662714 h 5760212"/>
                <a:gd name="connsiteX30" fmla="*/ 4581888 w 4581895"/>
                <a:gd name="connsiteY30" fmla="*/ 973182 h 5760212"/>
                <a:gd name="connsiteX31" fmla="*/ 4581888 w 4581895"/>
                <a:gd name="connsiteY31" fmla="*/ 1182562 h 5760212"/>
                <a:gd name="connsiteX32" fmla="*/ 4581895 w 4581895"/>
                <a:gd name="connsiteY32" fmla="*/ 1182562 h 5760212"/>
                <a:gd name="connsiteX33" fmla="*/ 4581895 w 4581895"/>
                <a:gd name="connsiteY33" fmla="*/ 5251584 h 5760212"/>
                <a:gd name="connsiteX34" fmla="*/ 4073260 w 4581895"/>
                <a:gd name="connsiteY34" fmla="*/ 5760212 h 5760212"/>
                <a:gd name="connsiteX35" fmla="*/ 169545 w 4581895"/>
                <a:gd name="connsiteY35" fmla="*/ 5760212 h 5760212"/>
                <a:gd name="connsiteX36" fmla="*/ 169545 w 4581895"/>
                <a:gd name="connsiteY36" fmla="*/ 1530122 h 5760212"/>
                <a:gd name="connsiteX37" fmla="*/ 0 w 4581895"/>
                <a:gd name="connsiteY37" fmla="*/ 1360577 h 5760212"/>
                <a:gd name="connsiteX38" fmla="*/ 0 w 4581895"/>
                <a:gd name="connsiteY38" fmla="*/ 1025733 h 5760212"/>
                <a:gd name="connsiteX39" fmla="*/ 169545 w 4581895"/>
                <a:gd name="connsiteY39" fmla="*/ 856196 h 5760212"/>
                <a:gd name="connsiteX40" fmla="*/ 169545 w 4581895"/>
                <a:gd name="connsiteY40" fmla="*/ 512867 h 5760212"/>
                <a:gd name="connsiteX41" fmla="*/ 678173 w 4581895"/>
                <a:gd name="connsiteY41" fmla="*/ 4239 h 5760212"/>
                <a:gd name="connsiteX42" fmla="*/ 2797525 w 4581895"/>
                <a:gd name="connsiteY42" fmla="*/ 940 h 576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581895" h="5760212">
                  <a:moveTo>
                    <a:pt x="508628" y="4586127"/>
                  </a:moveTo>
                  <a:lnTo>
                    <a:pt x="508628" y="5421122"/>
                  </a:lnTo>
                  <a:lnTo>
                    <a:pt x="4073260" y="5421122"/>
                  </a:lnTo>
                  <a:cubicBezTo>
                    <a:pt x="4166510" y="5421122"/>
                    <a:pt x="4242805" y="5344827"/>
                    <a:pt x="4242805" y="5251584"/>
                  </a:cubicBezTo>
                  <a:lnTo>
                    <a:pt x="4242805" y="4586127"/>
                  </a:lnTo>
                  <a:close/>
                  <a:moveTo>
                    <a:pt x="1827762" y="2238959"/>
                  </a:moveTo>
                  <a:lnTo>
                    <a:pt x="1953638" y="2364835"/>
                  </a:lnTo>
                  <a:lnTo>
                    <a:pt x="1833757" y="2484716"/>
                  </a:lnTo>
                  <a:lnTo>
                    <a:pt x="1707882" y="2358840"/>
                  </a:lnTo>
                  <a:close/>
                  <a:moveTo>
                    <a:pt x="2797525" y="0"/>
                  </a:moveTo>
                  <a:lnTo>
                    <a:pt x="3399333" y="0"/>
                  </a:lnTo>
                  <a:lnTo>
                    <a:pt x="3899553" y="0"/>
                  </a:lnTo>
                  <a:cubicBezTo>
                    <a:pt x="3899553" y="0"/>
                    <a:pt x="3899553" y="267026"/>
                    <a:pt x="3899553" y="339083"/>
                  </a:cubicBezTo>
                  <a:lnTo>
                    <a:pt x="3399333" y="339083"/>
                  </a:lnTo>
                  <a:lnTo>
                    <a:pt x="678173" y="343321"/>
                  </a:lnTo>
                  <a:cubicBezTo>
                    <a:pt x="584923" y="343321"/>
                    <a:pt x="508628" y="419617"/>
                    <a:pt x="508628" y="512867"/>
                  </a:cubicBezTo>
                  <a:lnTo>
                    <a:pt x="508628" y="3034812"/>
                  </a:lnTo>
                  <a:lnTo>
                    <a:pt x="911290" y="2632150"/>
                  </a:lnTo>
                  <a:lnTo>
                    <a:pt x="1038449" y="2759309"/>
                  </a:lnTo>
                  <a:lnTo>
                    <a:pt x="508628" y="3289130"/>
                  </a:lnTo>
                  <a:lnTo>
                    <a:pt x="508628" y="3547679"/>
                  </a:lnTo>
                  <a:lnTo>
                    <a:pt x="1589462" y="2475321"/>
                  </a:lnTo>
                  <a:lnTo>
                    <a:pt x="1716621" y="2602480"/>
                  </a:lnTo>
                  <a:lnTo>
                    <a:pt x="508628" y="3801989"/>
                  </a:lnTo>
                  <a:lnTo>
                    <a:pt x="508628" y="4412344"/>
                  </a:lnTo>
                  <a:lnTo>
                    <a:pt x="4242805" y="4412344"/>
                  </a:lnTo>
                  <a:lnTo>
                    <a:pt x="4242805" y="1760495"/>
                  </a:lnTo>
                  <a:lnTo>
                    <a:pt x="4242805" y="1182562"/>
                  </a:lnTo>
                  <a:lnTo>
                    <a:pt x="4242805" y="662714"/>
                  </a:lnTo>
                  <a:cubicBezTo>
                    <a:pt x="4242805" y="658475"/>
                    <a:pt x="4581888" y="662714"/>
                    <a:pt x="4581888" y="662714"/>
                  </a:cubicBezTo>
                  <a:cubicBezTo>
                    <a:pt x="4581888" y="662714"/>
                    <a:pt x="4581888" y="778212"/>
                    <a:pt x="4581888" y="973182"/>
                  </a:cubicBezTo>
                  <a:lnTo>
                    <a:pt x="4581888" y="1182562"/>
                  </a:lnTo>
                  <a:lnTo>
                    <a:pt x="4581895" y="1182562"/>
                  </a:lnTo>
                  <a:cubicBezTo>
                    <a:pt x="4581895" y="2606718"/>
                    <a:pt x="4581895" y="5251584"/>
                    <a:pt x="4581895" y="5251584"/>
                  </a:cubicBezTo>
                  <a:cubicBezTo>
                    <a:pt x="4581895" y="5531326"/>
                    <a:pt x="4353009" y="5760212"/>
                    <a:pt x="4073260" y="5760212"/>
                  </a:cubicBezTo>
                  <a:lnTo>
                    <a:pt x="169545" y="5760212"/>
                  </a:lnTo>
                  <a:lnTo>
                    <a:pt x="169545" y="1530122"/>
                  </a:lnTo>
                  <a:cubicBezTo>
                    <a:pt x="76295" y="1530122"/>
                    <a:pt x="0" y="1453827"/>
                    <a:pt x="0" y="1360577"/>
                  </a:cubicBezTo>
                  <a:lnTo>
                    <a:pt x="0" y="1025733"/>
                  </a:lnTo>
                  <a:cubicBezTo>
                    <a:pt x="0" y="932483"/>
                    <a:pt x="76295" y="856196"/>
                    <a:pt x="169545" y="856196"/>
                  </a:cubicBezTo>
                  <a:lnTo>
                    <a:pt x="169545" y="512867"/>
                  </a:lnTo>
                  <a:cubicBezTo>
                    <a:pt x="169545" y="233117"/>
                    <a:pt x="398423" y="4239"/>
                    <a:pt x="678173" y="4239"/>
                  </a:cubicBezTo>
                  <a:lnTo>
                    <a:pt x="2797525" y="940"/>
                  </a:lnTo>
                  <a:close/>
                </a:path>
              </a:pathLst>
            </a:custGeom>
            <a:solidFill>
              <a:schemeClr val="accent2"/>
            </a:solidFill>
            <a:ln w="12601" cap="flat">
              <a:noFill/>
              <a:prstDash val="solid"/>
              <a:miter/>
            </a:ln>
          </p:spPr>
          <p:txBody>
            <a:bodyPr wrap="square" rtlCol="0" anchor="ctr">
              <a:noAutofit/>
            </a:bodyPr>
            <a:lstStyle/>
            <a:p>
              <a:endParaRPr lang="en-US" dirty="0"/>
            </a:p>
          </p:txBody>
        </p:sp>
      </p:grpSp>
      <p:grpSp>
        <p:nvGrpSpPr>
          <p:cNvPr id="84" name="Group 83">
            <a:extLst>
              <a:ext uri="{FF2B5EF4-FFF2-40B4-BE49-F238E27FC236}">
                <a16:creationId xmlns:a16="http://schemas.microsoft.com/office/drawing/2014/main" id="{03E20F87-C696-D655-C32C-03DD192EAFD0}"/>
              </a:ext>
              <a:ext uri="{C183D7F6-B498-43B3-948B-1728B52AA6E4}">
                <adec:decorative xmlns:adec="http://schemas.microsoft.com/office/drawing/2017/decorative" val="1"/>
              </a:ext>
            </a:extLst>
          </p:cNvPr>
          <p:cNvGrpSpPr>
            <a:grpSpLocks noChangeAspect="1"/>
          </p:cNvGrpSpPr>
          <p:nvPr/>
        </p:nvGrpSpPr>
        <p:grpSpPr>
          <a:xfrm>
            <a:off x="4336563" y="2930159"/>
            <a:ext cx="384724" cy="457200"/>
            <a:chOff x="4336563" y="2930159"/>
            <a:chExt cx="384724" cy="457200"/>
          </a:xfrm>
          <a:solidFill>
            <a:srgbClr val="FF0000"/>
          </a:solidFill>
        </p:grpSpPr>
        <p:sp>
          <p:nvSpPr>
            <p:cNvPr id="1414" name="Freeform: Shape 1413">
              <a:extLst>
                <a:ext uri="{FF2B5EF4-FFF2-40B4-BE49-F238E27FC236}">
                  <a16:creationId xmlns:a16="http://schemas.microsoft.com/office/drawing/2014/main" id="{24F5DEFD-E19B-DEAB-AB58-64318057BEFA}"/>
                </a:ext>
                <a:ext uri="{C183D7F6-B498-43B3-948B-1728B52AA6E4}">
                  <adec:decorative xmlns:adec="http://schemas.microsoft.com/office/drawing/2017/decorative" val="1"/>
                </a:ext>
              </a:extLst>
            </p:cNvPr>
            <p:cNvSpPr/>
            <p:nvPr/>
          </p:nvSpPr>
          <p:spPr>
            <a:xfrm>
              <a:off x="4450864" y="2930159"/>
              <a:ext cx="270423" cy="426941"/>
            </a:xfrm>
            <a:custGeom>
              <a:avLst/>
              <a:gdLst>
                <a:gd name="connsiteX0" fmla="*/ 155861 w 4056347"/>
                <a:gd name="connsiteY0" fmla="*/ 6092388 h 6404117"/>
                <a:gd name="connsiteX1" fmla="*/ 155861 w 4056347"/>
                <a:gd name="connsiteY1" fmla="*/ 6248254 h 6404117"/>
                <a:gd name="connsiteX2" fmla="*/ 775419 w 4056347"/>
                <a:gd name="connsiteY2" fmla="*/ 6248254 h 6404117"/>
                <a:gd name="connsiteX3" fmla="*/ 775419 w 4056347"/>
                <a:gd name="connsiteY3" fmla="*/ 6092388 h 6404117"/>
                <a:gd name="connsiteX4" fmla="*/ 120794 w 4056347"/>
                <a:gd name="connsiteY4" fmla="*/ 5936524 h 6404117"/>
                <a:gd name="connsiteX5" fmla="*/ 810489 w 4056347"/>
                <a:gd name="connsiteY5" fmla="*/ 5936524 h 6404117"/>
                <a:gd name="connsiteX6" fmla="*/ 931283 w 4056347"/>
                <a:gd name="connsiteY6" fmla="*/ 6057320 h 6404117"/>
                <a:gd name="connsiteX7" fmla="*/ 931283 w 4056347"/>
                <a:gd name="connsiteY7" fmla="*/ 6283325 h 6404117"/>
                <a:gd name="connsiteX8" fmla="*/ 810489 w 4056347"/>
                <a:gd name="connsiteY8" fmla="*/ 6404117 h 6404117"/>
                <a:gd name="connsiteX9" fmla="*/ 120794 w 4056347"/>
                <a:gd name="connsiteY9" fmla="*/ 6404117 h 6404117"/>
                <a:gd name="connsiteX10" fmla="*/ 0 w 4056347"/>
                <a:gd name="connsiteY10" fmla="*/ 6283325 h 6404117"/>
                <a:gd name="connsiteX11" fmla="*/ 0 w 4056347"/>
                <a:gd name="connsiteY11" fmla="*/ 6057320 h 6404117"/>
                <a:gd name="connsiteX12" fmla="*/ 120794 w 4056347"/>
                <a:gd name="connsiteY12" fmla="*/ 5936524 h 6404117"/>
                <a:gd name="connsiteX13" fmla="*/ 467590 w 4056347"/>
                <a:gd name="connsiteY13" fmla="*/ 2022333 h 6404117"/>
                <a:gd name="connsiteX14" fmla="*/ 639038 w 4056347"/>
                <a:gd name="connsiteY14" fmla="*/ 2193784 h 6404117"/>
                <a:gd name="connsiteX15" fmla="*/ 467590 w 4056347"/>
                <a:gd name="connsiteY15" fmla="*/ 2365232 h 6404117"/>
                <a:gd name="connsiteX16" fmla="*/ 296139 w 4056347"/>
                <a:gd name="connsiteY16" fmla="*/ 2193784 h 6404117"/>
                <a:gd name="connsiteX17" fmla="*/ 467590 w 4056347"/>
                <a:gd name="connsiteY17" fmla="*/ 2022333 h 6404117"/>
                <a:gd name="connsiteX18" fmla="*/ 2108050 w 4056347"/>
                <a:gd name="connsiteY18" fmla="*/ 1484600 h 6404117"/>
                <a:gd name="connsiteX19" fmla="*/ 2575645 w 4056347"/>
                <a:gd name="connsiteY19" fmla="*/ 1484600 h 6404117"/>
                <a:gd name="connsiteX20" fmla="*/ 2575645 w 4056347"/>
                <a:gd name="connsiteY20" fmla="*/ 1952193 h 6404117"/>
                <a:gd name="connsiteX21" fmla="*/ 2108050 w 4056347"/>
                <a:gd name="connsiteY21" fmla="*/ 1952193 h 6404117"/>
                <a:gd name="connsiteX22" fmla="*/ 2330160 w 4056347"/>
                <a:gd name="connsiteY22" fmla="*/ 923489 h 6404117"/>
                <a:gd name="connsiteX23" fmla="*/ 3132856 w 4056347"/>
                <a:gd name="connsiteY23" fmla="*/ 1722290 h 6404117"/>
                <a:gd name="connsiteX24" fmla="*/ 2813337 w 4056347"/>
                <a:gd name="connsiteY24" fmla="*/ 1722290 h 6404117"/>
                <a:gd name="connsiteX25" fmla="*/ 2330160 w 4056347"/>
                <a:gd name="connsiteY25" fmla="*/ 1243009 h 6404117"/>
                <a:gd name="connsiteX26" fmla="*/ 2334056 w 4056347"/>
                <a:gd name="connsiteY26" fmla="*/ 459796 h 6404117"/>
                <a:gd name="connsiteX27" fmla="*/ 2637990 w 4056347"/>
                <a:gd name="connsiteY27" fmla="*/ 518245 h 6404117"/>
                <a:gd name="connsiteX28" fmla="*/ 3600444 w 4056347"/>
                <a:gd name="connsiteY28" fmla="*/ 1718393 h 6404117"/>
                <a:gd name="connsiteX29" fmla="*/ 3288718 w 4056347"/>
                <a:gd name="connsiteY29" fmla="*/ 1718393 h 6404117"/>
                <a:gd name="connsiteX30" fmla="*/ 2548367 w 4056347"/>
                <a:gd name="connsiteY30" fmla="*/ 814387 h 6404117"/>
                <a:gd name="connsiteX31" fmla="*/ 2334056 w 4056347"/>
                <a:gd name="connsiteY31" fmla="*/ 771523 h 6404117"/>
                <a:gd name="connsiteX32" fmla="*/ 2334057 w 4056347"/>
                <a:gd name="connsiteY32" fmla="*/ 0 h 6404117"/>
                <a:gd name="connsiteX33" fmla="*/ 2337953 w 4056347"/>
                <a:gd name="connsiteY33" fmla="*/ 0 h 6404117"/>
                <a:gd name="connsiteX34" fmla="*/ 4056347 w 4056347"/>
                <a:gd name="connsiteY34" fmla="*/ 1706705 h 6404117"/>
                <a:gd name="connsiteX35" fmla="*/ 4056347 w 4056347"/>
                <a:gd name="connsiteY35" fmla="*/ 1718394 h 6404117"/>
                <a:gd name="connsiteX36" fmla="*/ 3748514 w 4056347"/>
                <a:gd name="connsiteY36" fmla="*/ 1718394 h 6404117"/>
                <a:gd name="connsiteX37" fmla="*/ 2330160 w 4056347"/>
                <a:gd name="connsiteY37" fmla="*/ 307831 h 6404117"/>
                <a:gd name="connsiteX38" fmla="*/ 2334057 w 4056347"/>
                <a:gd name="connsiteY38" fmla="*/ 307831 h 640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56347" h="6404117">
                  <a:moveTo>
                    <a:pt x="155861" y="6092388"/>
                  </a:moveTo>
                  <a:lnTo>
                    <a:pt x="155861" y="6248254"/>
                  </a:lnTo>
                  <a:lnTo>
                    <a:pt x="775419" y="6248254"/>
                  </a:lnTo>
                  <a:lnTo>
                    <a:pt x="775419" y="6092388"/>
                  </a:lnTo>
                  <a:close/>
                  <a:moveTo>
                    <a:pt x="120794" y="5936524"/>
                  </a:moveTo>
                  <a:lnTo>
                    <a:pt x="810489" y="5936524"/>
                  </a:lnTo>
                  <a:cubicBezTo>
                    <a:pt x="876731" y="5936524"/>
                    <a:pt x="931283" y="5991077"/>
                    <a:pt x="931283" y="6057320"/>
                  </a:cubicBezTo>
                  <a:lnTo>
                    <a:pt x="931283" y="6283325"/>
                  </a:lnTo>
                  <a:cubicBezTo>
                    <a:pt x="931283" y="6353464"/>
                    <a:pt x="876731" y="6404117"/>
                    <a:pt x="810489" y="6404117"/>
                  </a:cubicBezTo>
                  <a:lnTo>
                    <a:pt x="120794" y="6404117"/>
                  </a:lnTo>
                  <a:cubicBezTo>
                    <a:pt x="54552" y="6404117"/>
                    <a:pt x="0" y="6349567"/>
                    <a:pt x="0" y="6283325"/>
                  </a:cubicBezTo>
                  <a:lnTo>
                    <a:pt x="0" y="6057320"/>
                  </a:lnTo>
                  <a:cubicBezTo>
                    <a:pt x="0" y="5991077"/>
                    <a:pt x="54552" y="5936524"/>
                    <a:pt x="120794" y="5936524"/>
                  </a:cubicBezTo>
                  <a:close/>
                  <a:moveTo>
                    <a:pt x="467590" y="2022333"/>
                  </a:moveTo>
                  <a:cubicBezTo>
                    <a:pt x="562280" y="2022333"/>
                    <a:pt x="639038" y="2099094"/>
                    <a:pt x="639038" y="2193784"/>
                  </a:cubicBezTo>
                  <a:cubicBezTo>
                    <a:pt x="639038" y="2288474"/>
                    <a:pt x="562280" y="2365232"/>
                    <a:pt x="467590" y="2365232"/>
                  </a:cubicBezTo>
                  <a:cubicBezTo>
                    <a:pt x="372900" y="2365232"/>
                    <a:pt x="296139" y="2288474"/>
                    <a:pt x="296139" y="2193784"/>
                  </a:cubicBezTo>
                  <a:cubicBezTo>
                    <a:pt x="296139" y="2099094"/>
                    <a:pt x="372900" y="2022333"/>
                    <a:pt x="467590" y="2022333"/>
                  </a:cubicBezTo>
                  <a:close/>
                  <a:moveTo>
                    <a:pt x="2108050" y="1484600"/>
                  </a:moveTo>
                  <a:lnTo>
                    <a:pt x="2575645" y="1484600"/>
                  </a:lnTo>
                  <a:lnTo>
                    <a:pt x="2575645" y="1952193"/>
                  </a:lnTo>
                  <a:lnTo>
                    <a:pt x="2108050" y="1952193"/>
                  </a:lnTo>
                  <a:close/>
                  <a:moveTo>
                    <a:pt x="2330160" y="923489"/>
                  </a:moveTo>
                  <a:cubicBezTo>
                    <a:pt x="2750992" y="970249"/>
                    <a:pt x="3082200" y="1301458"/>
                    <a:pt x="3132856" y="1722290"/>
                  </a:cubicBezTo>
                  <a:lnTo>
                    <a:pt x="2813337" y="1722290"/>
                  </a:lnTo>
                  <a:cubicBezTo>
                    <a:pt x="2766577" y="1476805"/>
                    <a:pt x="2575645" y="1285872"/>
                    <a:pt x="2330160" y="1243009"/>
                  </a:cubicBezTo>
                  <a:close/>
                  <a:moveTo>
                    <a:pt x="2334056" y="459796"/>
                  </a:moveTo>
                  <a:cubicBezTo>
                    <a:pt x="2435369" y="467589"/>
                    <a:pt x="2540574" y="487071"/>
                    <a:pt x="2637990" y="518245"/>
                  </a:cubicBezTo>
                  <a:cubicBezTo>
                    <a:pt x="3179616" y="685799"/>
                    <a:pt x="3553684" y="1161181"/>
                    <a:pt x="3600444" y="1718393"/>
                  </a:cubicBezTo>
                  <a:lnTo>
                    <a:pt x="3288718" y="1718393"/>
                  </a:lnTo>
                  <a:cubicBezTo>
                    <a:pt x="3245857" y="1297561"/>
                    <a:pt x="2957509" y="942974"/>
                    <a:pt x="2548367" y="814387"/>
                  </a:cubicBezTo>
                  <a:cubicBezTo>
                    <a:pt x="2478229" y="791005"/>
                    <a:pt x="2408091" y="779316"/>
                    <a:pt x="2334056" y="771523"/>
                  </a:cubicBezTo>
                  <a:close/>
                  <a:moveTo>
                    <a:pt x="2334057" y="0"/>
                  </a:moveTo>
                  <a:cubicBezTo>
                    <a:pt x="2334057" y="0"/>
                    <a:pt x="2337953" y="0"/>
                    <a:pt x="2337953" y="0"/>
                  </a:cubicBezTo>
                  <a:cubicBezTo>
                    <a:pt x="3257547" y="54553"/>
                    <a:pt x="3997898" y="787112"/>
                    <a:pt x="4056347" y="1706705"/>
                  </a:cubicBezTo>
                  <a:cubicBezTo>
                    <a:pt x="4056347" y="1710601"/>
                    <a:pt x="4056347" y="1714498"/>
                    <a:pt x="4056347" y="1718394"/>
                  </a:cubicBezTo>
                  <a:lnTo>
                    <a:pt x="3748514" y="1718394"/>
                  </a:lnTo>
                  <a:cubicBezTo>
                    <a:pt x="3693964" y="962456"/>
                    <a:pt x="3086097" y="358487"/>
                    <a:pt x="2330160" y="307831"/>
                  </a:cubicBezTo>
                  <a:lnTo>
                    <a:pt x="2334057" y="307831"/>
                  </a:lnTo>
                  <a:close/>
                </a:path>
              </a:pathLst>
            </a:custGeom>
            <a:solidFill>
              <a:schemeClr val="accent1"/>
            </a:solidFill>
            <a:ln w="12601" cap="flat">
              <a:noFill/>
              <a:prstDash val="solid"/>
              <a:miter/>
            </a:ln>
          </p:spPr>
          <p:txBody>
            <a:bodyPr wrap="square" rtlCol="0" anchor="ctr">
              <a:noAutofit/>
            </a:bodyPr>
            <a:lstStyle/>
            <a:p>
              <a:endParaRPr lang="en-US"/>
            </a:p>
          </p:txBody>
        </p:sp>
        <p:sp>
          <p:nvSpPr>
            <p:cNvPr id="1415" name="Freeform: Shape 1414">
              <a:extLst>
                <a:ext uri="{FF2B5EF4-FFF2-40B4-BE49-F238E27FC236}">
                  <a16:creationId xmlns:a16="http://schemas.microsoft.com/office/drawing/2014/main" id="{2A572594-382E-9E32-6199-733A485A8306}"/>
                </a:ext>
                <a:ext uri="{C183D7F6-B498-43B3-948B-1728B52AA6E4}">
                  <adec:decorative xmlns:adec="http://schemas.microsoft.com/office/drawing/2017/decorative" val="1"/>
                </a:ext>
              </a:extLst>
            </p:cNvPr>
            <p:cNvSpPr/>
            <p:nvPr/>
          </p:nvSpPr>
          <p:spPr>
            <a:xfrm>
              <a:off x="4336563" y="3034328"/>
              <a:ext cx="280814" cy="353031"/>
            </a:xfrm>
            <a:custGeom>
              <a:avLst/>
              <a:gdLst>
                <a:gd name="connsiteX0" fmla="*/ 467592 w 4212218"/>
                <a:gd name="connsiteY0" fmla="*/ 4216112 h 5295466"/>
                <a:gd name="connsiteX1" fmla="*/ 467592 w 4212218"/>
                <a:gd name="connsiteY1" fmla="*/ 4983740 h 5295466"/>
                <a:gd name="connsiteX2" fmla="*/ 3744626 w 4212218"/>
                <a:gd name="connsiteY2" fmla="*/ 4983740 h 5295466"/>
                <a:gd name="connsiteX3" fmla="*/ 3900485 w 4212218"/>
                <a:gd name="connsiteY3" fmla="*/ 4827881 h 5295466"/>
                <a:gd name="connsiteX4" fmla="*/ 3900485 w 4212218"/>
                <a:gd name="connsiteY4" fmla="*/ 4216112 h 5295466"/>
                <a:gd name="connsiteX5" fmla="*/ 1678630 w 4212218"/>
                <a:gd name="connsiteY5" fmla="*/ 2056968 h 5295466"/>
                <a:gd name="connsiteX6" fmla="*/ 1794350 w 4212218"/>
                <a:gd name="connsiteY6" fmla="*/ 2172688 h 5295466"/>
                <a:gd name="connsiteX7" fmla="*/ 1684139 w 4212218"/>
                <a:gd name="connsiteY7" fmla="*/ 2282899 h 5295466"/>
                <a:gd name="connsiteX8" fmla="*/ 1568419 w 4212218"/>
                <a:gd name="connsiteY8" fmla="*/ 2167179 h 5295466"/>
                <a:gd name="connsiteX9" fmla="*/ 2363175 w 4212218"/>
                <a:gd name="connsiteY9" fmla="*/ 0 h 5295466"/>
                <a:gd name="connsiteX10" fmla="*/ 3117271 w 4212218"/>
                <a:gd name="connsiteY10" fmla="*/ 0 h 5295466"/>
                <a:gd name="connsiteX11" fmla="*/ 3536056 w 4212218"/>
                <a:gd name="connsiteY11" fmla="*/ 0 h 5295466"/>
                <a:gd name="connsiteX12" fmla="*/ 3536056 w 4212218"/>
                <a:gd name="connsiteY12" fmla="*/ 311733 h 5295466"/>
                <a:gd name="connsiteX13" fmla="*/ 3116109 w 4212218"/>
                <a:gd name="connsiteY13" fmla="*/ 311733 h 5295466"/>
                <a:gd name="connsiteX14" fmla="*/ 623451 w 4212218"/>
                <a:gd name="connsiteY14" fmla="*/ 315623 h 5295466"/>
                <a:gd name="connsiteX15" fmla="*/ 467592 w 4212218"/>
                <a:gd name="connsiteY15" fmla="*/ 471489 h 5295466"/>
                <a:gd name="connsiteX16" fmla="*/ 467592 w 4212218"/>
                <a:gd name="connsiteY16" fmla="*/ 2793858 h 5295466"/>
                <a:gd name="connsiteX17" fmla="*/ 837768 w 4212218"/>
                <a:gd name="connsiteY17" fmla="*/ 2423682 h 5295466"/>
                <a:gd name="connsiteX18" fmla="*/ 954660 w 4212218"/>
                <a:gd name="connsiteY18" fmla="*/ 2540575 h 5295466"/>
                <a:gd name="connsiteX19" fmla="*/ 467592 w 4212218"/>
                <a:gd name="connsiteY19" fmla="*/ 3027651 h 5295466"/>
                <a:gd name="connsiteX20" fmla="*/ 467592 w 4212218"/>
                <a:gd name="connsiteY20" fmla="*/ 3265347 h 5295466"/>
                <a:gd name="connsiteX21" fmla="*/ 1461219 w 4212218"/>
                <a:gd name="connsiteY21" fmla="*/ 2279506 h 5295466"/>
                <a:gd name="connsiteX22" fmla="*/ 1578119 w 4212218"/>
                <a:gd name="connsiteY22" fmla="*/ 2396405 h 5295466"/>
                <a:gd name="connsiteX23" fmla="*/ 467592 w 4212218"/>
                <a:gd name="connsiteY23" fmla="*/ 3499140 h 5295466"/>
                <a:gd name="connsiteX24" fmla="*/ 467592 w 4212218"/>
                <a:gd name="connsiteY24" fmla="*/ 4060252 h 5295466"/>
                <a:gd name="connsiteX25" fmla="*/ 3900485 w 4212218"/>
                <a:gd name="connsiteY25" fmla="*/ 4060252 h 5295466"/>
                <a:gd name="connsiteX26" fmla="*/ 3900485 w 4212218"/>
                <a:gd name="connsiteY26" fmla="*/ 1239118 h 5295466"/>
                <a:gd name="connsiteX27" fmla="*/ 3900485 w 4212218"/>
                <a:gd name="connsiteY27" fmla="*/ 673875 h 5295466"/>
                <a:gd name="connsiteX28" fmla="*/ 4212218 w 4212218"/>
                <a:gd name="connsiteY28" fmla="*/ 673875 h 5295466"/>
                <a:gd name="connsiteX29" fmla="*/ 4212218 w 4212218"/>
                <a:gd name="connsiteY29" fmla="*/ 1990926 h 5295466"/>
                <a:gd name="connsiteX30" fmla="*/ 4212211 w 4212218"/>
                <a:gd name="connsiteY30" fmla="*/ 1990926 h 5295466"/>
                <a:gd name="connsiteX31" fmla="*/ 4212211 w 4212218"/>
                <a:gd name="connsiteY31" fmla="*/ 2352203 h 5295466"/>
                <a:gd name="connsiteX32" fmla="*/ 4212211 w 4212218"/>
                <a:gd name="connsiteY32" fmla="*/ 4827881 h 5295466"/>
                <a:gd name="connsiteX33" fmla="*/ 3744626 w 4212218"/>
                <a:gd name="connsiteY33" fmla="*/ 5295466 h 5295466"/>
                <a:gd name="connsiteX34" fmla="*/ 155859 w 4212218"/>
                <a:gd name="connsiteY34" fmla="*/ 5295466 h 5295466"/>
                <a:gd name="connsiteX35" fmla="*/ 155859 w 4212218"/>
                <a:gd name="connsiteY35" fmla="*/ 1406667 h 5295466"/>
                <a:gd name="connsiteX36" fmla="*/ 0 w 4212218"/>
                <a:gd name="connsiteY36" fmla="*/ 1250808 h 5295466"/>
                <a:gd name="connsiteX37" fmla="*/ 0 w 4212218"/>
                <a:gd name="connsiteY37" fmla="*/ 942978 h 5295466"/>
                <a:gd name="connsiteX38" fmla="*/ 155859 w 4212218"/>
                <a:gd name="connsiteY38" fmla="*/ 787112 h 5295466"/>
                <a:gd name="connsiteX39" fmla="*/ 155859 w 4212218"/>
                <a:gd name="connsiteY39" fmla="*/ 471489 h 5295466"/>
                <a:gd name="connsiteX40" fmla="*/ 623451 w 4212218"/>
                <a:gd name="connsiteY40" fmla="*/ 3897 h 5295466"/>
                <a:gd name="connsiteX41" fmla="*/ 2363175 w 4212218"/>
                <a:gd name="connsiteY41" fmla="*/ 1176 h 529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212218" h="5295466">
                  <a:moveTo>
                    <a:pt x="467592" y="4216112"/>
                  </a:moveTo>
                  <a:lnTo>
                    <a:pt x="467592" y="4983740"/>
                  </a:lnTo>
                  <a:lnTo>
                    <a:pt x="3744626" y="4983740"/>
                  </a:lnTo>
                  <a:cubicBezTo>
                    <a:pt x="3830346" y="4983740"/>
                    <a:pt x="3900485" y="4913600"/>
                    <a:pt x="3900485" y="4827881"/>
                  </a:cubicBezTo>
                  <a:lnTo>
                    <a:pt x="3900485" y="4216112"/>
                  </a:lnTo>
                  <a:close/>
                  <a:moveTo>
                    <a:pt x="1678630" y="2056968"/>
                  </a:moveTo>
                  <a:lnTo>
                    <a:pt x="1794350" y="2172688"/>
                  </a:lnTo>
                  <a:lnTo>
                    <a:pt x="1684139" y="2282899"/>
                  </a:lnTo>
                  <a:lnTo>
                    <a:pt x="1568419" y="2167179"/>
                  </a:lnTo>
                  <a:close/>
                  <a:moveTo>
                    <a:pt x="2363175" y="0"/>
                  </a:moveTo>
                  <a:lnTo>
                    <a:pt x="3117271" y="0"/>
                  </a:lnTo>
                  <a:lnTo>
                    <a:pt x="3536056" y="0"/>
                  </a:lnTo>
                  <a:cubicBezTo>
                    <a:pt x="3536056" y="0"/>
                    <a:pt x="3536056" y="245490"/>
                    <a:pt x="3536056" y="311733"/>
                  </a:cubicBezTo>
                  <a:lnTo>
                    <a:pt x="3116109" y="311733"/>
                  </a:lnTo>
                  <a:lnTo>
                    <a:pt x="623451" y="315623"/>
                  </a:lnTo>
                  <a:cubicBezTo>
                    <a:pt x="537732" y="315623"/>
                    <a:pt x="467592" y="385763"/>
                    <a:pt x="467592" y="471489"/>
                  </a:cubicBezTo>
                  <a:lnTo>
                    <a:pt x="467592" y="2793858"/>
                  </a:lnTo>
                  <a:lnTo>
                    <a:pt x="837768" y="2423682"/>
                  </a:lnTo>
                  <a:lnTo>
                    <a:pt x="954660" y="2540575"/>
                  </a:lnTo>
                  <a:lnTo>
                    <a:pt x="467592" y="3027651"/>
                  </a:lnTo>
                  <a:lnTo>
                    <a:pt x="467592" y="3265347"/>
                  </a:lnTo>
                  <a:lnTo>
                    <a:pt x="1461219" y="2279506"/>
                  </a:lnTo>
                  <a:lnTo>
                    <a:pt x="1578119" y="2396405"/>
                  </a:lnTo>
                  <a:lnTo>
                    <a:pt x="467592" y="3499140"/>
                  </a:lnTo>
                  <a:lnTo>
                    <a:pt x="467592" y="4060252"/>
                  </a:lnTo>
                  <a:lnTo>
                    <a:pt x="3900485" y="4060252"/>
                  </a:lnTo>
                  <a:lnTo>
                    <a:pt x="3900485" y="1239118"/>
                  </a:lnTo>
                  <a:lnTo>
                    <a:pt x="3900485" y="673875"/>
                  </a:lnTo>
                  <a:cubicBezTo>
                    <a:pt x="3900485" y="673875"/>
                    <a:pt x="4212218" y="673875"/>
                    <a:pt x="4212218" y="673875"/>
                  </a:cubicBezTo>
                  <a:cubicBezTo>
                    <a:pt x="4212218" y="673875"/>
                    <a:pt x="4212218" y="1250567"/>
                    <a:pt x="4212218" y="1990926"/>
                  </a:cubicBezTo>
                  <a:lnTo>
                    <a:pt x="4212211" y="1990926"/>
                  </a:lnTo>
                  <a:lnTo>
                    <a:pt x="4212211" y="2352203"/>
                  </a:lnTo>
                  <a:cubicBezTo>
                    <a:pt x="4212211" y="3545659"/>
                    <a:pt x="4212211" y="4827881"/>
                    <a:pt x="4212211" y="4827881"/>
                  </a:cubicBezTo>
                  <a:cubicBezTo>
                    <a:pt x="4212211" y="5085054"/>
                    <a:pt x="4001799" y="5295466"/>
                    <a:pt x="3744626" y="5295466"/>
                  </a:cubicBezTo>
                  <a:lnTo>
                    <a:pt x="155859" y="5295466"/>
                  </a:lnTo>
                  <a:lnTo>
                    <a:pt x="155859" y="1406667"/>
                  </a:lnTo>
                  <a:cubicBezTo>
                    <a:pt x="70140" y="1406667"/>
                    <a:pt x="0" y="1336534"/>
                    <a:pt x="0" y="1250808"/>
                  </a:cubicBezTo>
                  <a:lnTo>
                    <a:pt x="0" y="942978"/>
                  </a:lnTo>
                  <a:cubicBezTo>
                    <a:pt x="0" y="857252"/>
                    <a:pt x="70140" y="787112"/>
                    <a:pt x="155859" y="787112"/>
                  </a:cubicBezTo>
                  <a:lnTo>
                    <a:pt x="155859" y="471489"/>
                  </a:lnTo>
                  <a:cubicBezTo>
                    <a:pt x="155859" y="214310"/>
                    <a:pt x="366279" y="3897"/>
                    <a:pt x="623451" y="3897"/>
                  </a:cubicBezTo>
                  <a:lnTo>
                    <a:pt x="2363175" y="1176"/>
                  </a:lnTo>
                  <a:close/>
                </a:path>
              </a:pathLst>
            </a:custGeom>
            <a:solidFill>
              <a:schemeClr val="accent2"/>
            </a:solidFill>
            <a:ln w="12601" cap="flat">
              <a:noFill/>
              <a:prstDash val="solid"/>
              <a:miter/>
            </a:ln>
          </p:spPr>
          <p:txBody>
            <a:bodyPr wrap="square" rtlCol="0" anchor="ctr">
              <a:noAutofit/>
            </a:bodyPr>
            <a:lstStyle/>
            <a:p>
              <a:endParaRPr lang="en-US" dirty="0"/>
            </a:p>
          </p:txBody>
        </p:sp>
      </p:grpSp>
      <p:grpSp>
        <p:nvGrpSpPr>
          <p:cNvPr id="83" name="Group 82">
            <a:extLst>
              <a:ext uri="{FF2B5EF4-FFF2-40B4-BE49-F238E27FC236}">
                <a16:creationId xmlns:a16="http://schemas.microsoft.com/office/drawing/2014/main" id="{386AE71E-C221-EF1F-7288-8BC08886D8DD}"/>
              </a:ext>
              <a:ext uri="{C183D7F6-B498-43B3-948B-1728B52AA6E4}">
                <adec:decorative xmlns:adec="http://schemas.microsoft.com/office/drawing/2017/decorative" val="1"/>
              </a:ext>
            </a:extLst>
          </p:cNvPr>
          <p:cNvGrpSpPr>
            <a:grpSpLocks noChangeAspect="1"/>
          </p:cNvGrpSpPr>
          <p:nvPr/>
        </p:nvGrpSpPr>
        <p:grpSpPr>
          <a:xfrm>
            <a:off x="4910608" y="2930159"/>
            <a:ext cx="382905" cy="457200"/>
            <a:chOff x="4910608" y="2930159"/>
            <a:chExt cx="382905" cy="457200"/>
          </a:xfrm>
          <a:solidFill>
            <a:srgbClr val="FF0000"/>
          </a:solidFill>
        </p:grpSpPr>
        <p:sp>
          <p:nvSpPr>
            <p:cNvPr id="1427" name="Freeform: Shape 1426">
              <a:extLst>
                <a:ext uri="{FF2B5EF4-FFF2-40B4-BE49-F238E27FC236}">
                  <a16:creationId xmlns:a16="http://schemas.microsoft.com/office/drawing/2014/main" id="{1A4E9F8C-41B1-F72D-CEA4-4804752B8F8B}"/>
                </a:ext>
                <a:ext uri="{C183D7F6-B498-43B3-948B-1728B52AA6E4}">
                  <adec:decorative xmlns:adec="http://schemas.microsoft.com/office/drawing/2017/decorative" val="1"/>
                </a:ext>
              </a:extLst>
            </p:cNvPr>
            <p:cNvSpPr/>
            <p:nvPr/>
          </p:nvSpPr>
          <p:spPr>
            <a:xfrm>
              <a:off x="4910608" y="2930159"/>
              <a:ext cx="362062" cy="457200"/>
            </a:xfrm>
            <a:custGeom>
              <a:avLst/>
              <a:gdLst>
                <a:gd name="connsiteX0" fmla="*/ 5022485 w 5430936"/>
                <a:gd name="connsiteY0" fmla="*/ 3025591 h 6858000"/>
                <a:gd name="connsiteX1" fmla="*/ 5425894 w 5430936"/>
                <a:gd name="connsiteY1" fmla="*/ 3025591 h 6858000"/>
                <a:gd name="connsiteX2" fmla="*/ 5425894 w 5430936"/>
                <a:gd name="connsiteY2" fmla="*/ 6252882 h 6858000"/>
                <a:gd name="connsiteX3" fmla="*/ 4820776 w 5430936"/>
                <a:gd name="connsiteY3" fmla="*/ 6858000 h 6858000"/>
                <a:gd name="connsiteX4" fmla="*/ 595033 w 5430936"/>
                <a:gd name="connsiteY4" fmla="*/ 6858000 h 6858000"/>
                <a:gd name="connsiteX5" fmla="*/ 191624 w 5430936"/>
                <a:gd name="connsiteY5" fmla="*/ 6858000 h 6858000"/>
                <a:gd name="connsiteX6" fmla="*/ 191624 w 5430936"/>
                <a:gd name="connsiteY6" fmla="*/ 6454591 h 6858000"/>
                <a:gd name="connsiteX7" fmla="*/ 191624 w 5430936"/>
                <a:gd name="connsiteY7" fmla="*/ 6177287 h 6858000"/>
                <a:gd name="connsiteX8" fmla="*/ 191624 w 5430936"/>
                <a:gd name="connsiteY8" fmla="*/ 5849473 h 6858000"/>
                <a:gd name="connsiteX9" fmla="*/ 191624 w 5430936"/>
                <a:gd name="connsiteY9" fmla="*/ 5255073 h 6858000"/>
                <a:gd name="connsiteX10" fmla="*/ 595042 w 5430936"/>
                <a:gd name="connsiteY10" fmla="*/ 5255073 h 6858000"/>
                <a:gd name="connsiteX11" fmla="*/ 595042 w 5430936"/>
                <a:gd name="connsiteY11" fmla="*/ 6177287 h 6858000"/>
                <a:gd name="connsiteX12" fmla="*/ 595033 w 5430936"/>
                <a:gd name="connsiteY12" fmla="*/ 6177287 h 6858000"/>
                <a:gd name="connsiteX13" fmla="*/ 595033 w 5430936"/>
                <a:gd name="connsiteY13" fmla="*/ 6454591 h 6858000"/>
                <a:gd name="connsiteX14" fmla="*/ 4820776 w 5430936"/>
                <a:gd name="connsiteY14" fmla="*/ 6454591 h 6858000"/>
                <a:gd name="connsiteX15" fmla="*/ 5022485 w 5430936"/>
                <a:gd name="connsiteY15" fmla="*/ 6252882 h 6858000"/>
                <a:gd name="connsiteX16" fmla="*/ 5022485 w 5430936"/>
                <a:gd name="connsiteY16" fmla="*/ 5456149 h 6858000"/>
                <a:gd name="connsiteX17" fmla="*/ 1003494 w 5430936"/>
                <a:gd name="connsiteY17" fmla="*/ 5456149 h 6858000"/>
                <a:gd name="connsiteX18" fmla="*/ 1003494 w 5430936"/>
                <a:gd name="connsiteY18" fmla="*/ 5254440 h 6858000"/>
                <a:gd name="connsiteX19" fmla="*/ 5022485 w 5430936"/>
                <a:gd name="connsiteY19" fmla="*/ 5254440 h 6858000"/>
                <a:gd name="connsiteX20" fmla="*/ 796742 w 5430936"/>
                <a:gd name="connsiteY20" fmla="*/ 0 h 6858000"/>
                <a:gd name="connsiteX21" fmla="*/ 5430936 w 5430936"/>
                <a:gd name="connsiteY21" fmla="*/ 0 h 6858000"/>
                <a:gd name="connsiteX22" fmla="*/ 5430936 w 5430936"/>
                <a:gd name="connsiteY22" fmla="*/ 45385 h 6858000"/>
                <a:gd name="connsiteX23" fmla="*/ 5430936 w 5430936"/>
                <a:gd name="connsiteY23" fmla="*/ 1008527 h 6858000"/>
                <a:gd name="connsiteX24" fmla="*/ 5027518 w 5430936"/>
                <a:gd name="connsiteY24" fmla="*/ 1008527 h 6858000"/>
                <a:gd name="connsiteX25" fmla="*/ 5027518 w 5430936"/>
                <a:gd name="connsiteY25" fmla="*/ 403409 h 6858000"/>
                <a:gd name="connsiteX26" fmla="*/ 796742 w 5430936"/>
                <a:gd name="connsiteY26" fmla="*/ 403409 h 6858000"/>
                <a:gd name="connsiteX27" fmla="*/ 600076 w 5430936"/>
                <a:gd name="connsiteY27" fmla="*/ 605118 h 6858000"/>
                <a:gd name="connsiteX28" fmla="*/ 595033 w 5430936"/>
                <a:gd name="connsiteY28" fmla="*/ 3625667 h 6858000"/>
                <a:gd name="connsiteX29" fmla="*/ 588083 w 5430936"/>
                <a:gd name="connsiteY29" fmla="*/ 3625667 h 6858000"/>
                <a:gd name="connsiteX30" fmla="*/ 584947 w 5430936"/>
                <a:gd name="connsiteY30" fmla="*/ 4130297 h 6858000"/>
                <a:gd name="connsiteX31" fmla="*/ 181538 w 5430936"/>
                <a:gd name="connsiteY31" fmla="*/ 4130297 h 6858000"/>
                <a:gd name="connsiteX32" fmla="*/ 186581 w 5430936"/>
                <a:gd name="connsiteY32" fmla="*/ 3318427 h 6858000"/>
                <a:gd name="connsiteX33" fmla="*/ 192476 w 5430936"/>
                <a:gd name="connsiteY33" fmla="*/ 3318427 h 6858000"/>
                <a:gd name="connsiteX34" fmla="*/ 196667 w 5430936"/>
                <a:gd name="connsiteY34" fmla="*/ 1815355 h 6858000"/>
                <a:gd name="connsiteX35" fmla="*/ 0 w 5430936"/>
                <a:gd name="connsiteY35" fmla="*/ 1613646 h 6858000"/>
                <a:gd name="connsiteX36" fmla="*/ 0 w 5430936"/>
                <a:gd name="connsiteY36" fmla="*/ 1210237 h 6858000"/>
                <a:gd name="connsiteX37" fmla="*/ 196667 w 5430936"/>
                <a:gd name="connsiteY37" fmla="*/ 1008527 h 6858000"/>
                <a:gd name="connsiteX38" fmla="*/ 196667 w 5430936"/>
                <a:gd name="connsiteY38" fmla="*/ 605118 h 6858000"/>
                <a:gd name="connsiteX39" fmla="*/ 796742 w 5430936"/>
                <a:gd name="connsiteY3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30936" h="6858000">
                  <a:moveTo>
                    <a:pt x="5022485" y="3025591"/>
                  </a:moveTo>
                  <a:lnTo>
                    <a:pt x="5425894" y="3025591"/>
                  </a:lnTo>
                  <a:lnTo>
                    <a:pt x="5425894" y="6252882"/>
                  </a:lnTo>
                  <a:cubicBezTo>
                    <a:pt x="5425894" y="6585702"/>
                    <a:pt x="5153596" y="6858000"/>
                    <a:pt x="4820776" y="6858000"/>
                  </a:cubicBezTo>
                  <a:lnTo>
                    <a:pt x="595033" y="6858000"/>
                  </a:lnTo>
                  <a:lnTo>
                    <a:pt x="191624" y="6858000"/>
                  </a:lnTo>
                  <a:lnTo>
                    <a:pt x="191624" y="6454591"/>
                  </a:lnTo>
                  <a:lnTo>
                    <a:pt x="191624" y="6177287"/>
                  </a:lnTo>
                  <a:lnTo>
                    <a:pt x="191624" y="5849473"/>
                  </a:lnTo>
                  <a:lnTo>
                    <a:pt x="191624" y="5255073"/>
                  </a:lnTo>
                  <a:lnTo>
                    <a:pt x="595042" y="5255073"/>
                  </a:lnTo>
                  <a:lnTo>
                    <a:pt x="595042" y="6177287"/>
                  </a:lnTo>
                  <a:lnTo>
                    <a:pt x="595033" y="6177287"/>
                  </a:lnTo>
                  <a:lnTo>
                    <a:pt x="595033" y="6454591"/>
                  </a:lnTo>
                  <a:lnTo>
                    <a:pt x="4820776" y="6454591"/>
                  </a:lnTo>
                  <a:cubicBezTo>
                    <a:pt x="4931716" y="6454591"/>
                    <a:pt x="5022485" y="6363822"/>
                    <a:pt x="5022485" y="6252882"/>
                  </a:cubicBezTo>
                  <a:lnTo>
                    <a:pt x="5022485" y="5456149"/>
                  </a:lnTo>
                  <a:lnTo>
                    <a:pt x="1003494" y="5456149"/>
                  </a:lnTo>
                  <a:lnTo>
                    <a:pt x="1003494" y="5254440"/>
                  </a:lnTo>
                  <a:lnTo>
                    <a:pt x="5022485" y="5254440"/>
                  </a:lnTo>
                  <a:close/>
                  <a:moveTo>
                    <a:pt x="796742" y="0"/>
                  </a:moveTo>
                  <a:lnTo>
                    <a:pt x="5430936" y="0"/>
                  </a:lnTo>
                  <a:cubicBezTo>
                    <a:pt x="5430936" y="0"/>
                    <a:pt x="5430936" y="20171"/>
                    <a:pt x="5430936" y="45385"/>
                  </a:cubicBezTo>
                  <a:lnTo>
                    <a:pt x="5430936" y="1008527"/>
                  </a:lnTo>
                  <a:lnTo>
                    <a:pt x="5027518" y="1008527"/>
                  </a:lnTo>
                  <a:lnTo>
                    <a:pt x="5027518" y="403409"/>
                  </a:lnTo>
                  <a:lnTo>
                    <a:pt x="796742" y="403409"/>
                  </a:lnTo>
                  <a:cubicBezTo>
                    <a:pt x="685802" y="403409"/>
                    <a:pt x="600076" y="494178"/>
                    <a:pt x="600076" y="605118"/>
                  </a:cubicBezTo>
                  <a:lnTo>
                    <a:pt x="595033" y="3625667"/>
                  </a:lnTo>
                  <a:lnTo>
                    <a:pt x="588083" y="3625667"/>
                  </a:lnTo>
                  <a:lnTo>
                    <a:pt x="584947" y="4130297"/>
                  </a:lnTo>
                  <a:lnTo>
                    <a:pt x="181538" y="4130297"/>
                  </a:lnTo>
                  <a:lnTo>
                    <a:pt x="186581" y="3318427"/>
                  </a:lnTo>
                  <a:lnTo>
                    <a:pt x="192476" y="3318427"/>
                  </a:lnTo>
                  <a:lnTo>
                    <a:pt x="196667" y="1815355"/>
                  </a:lnTo>
                  <a:cubicBezTo>
                    <a:pt x="85726" y="1810312"/>
                    <a:pt x="0" y="1724586"/>
                    <a:pt x="0" y="1613646"/>
                  </a:cubicBezTo>
                  <a:lnTo>
                    <a:pt x="0" y="1210237"/>
                  </a:lnTo>
                  <a:cubicBezTo>
                    <a:pt x="0" y="1099296"/>
                    <a:pt x="85726" y="1013570"/>
                    <a:pt x="196667" y="1008527"/>
                  </a:cubicBezTo>
                  <a:lnTo>
                    <a:pt x="196667" y="605118"/>
                  </a:lnTo>
                  <a:cubicBezTo>
                    <a:pt x="196667" y="272298"/>
                    <a:pt x="463922" y="0"/>
                    <a:pt x="796742"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428" name="Freeform: Shape 1427">
              <a:extLst>
                <a:ext uri="{FF2B5EF4-FFF2-40B4-BE49-F238E27FC236}">
                  <a16:creationId xmlns:a16="http://schemas.microsoft.com/office/drawing/2014/main" id="{C4F3E65C-C7A9-EF12-9468-D7577C5C6299}"/>
                </a:ext>
                <a:ext uri="{C183D7F6-B498-43B3-948B-1728B52AA6E4}">
                  <adec:decorative xmlns:adec="http://schemas.microsoft.com/office/drawing/2017/decorative" val="1"/>
                </a:ext>
              </a:extLst>
            </p:cNvPr>
            <p:cNvSpPr/>
            <p:nvPr/>
          </p:nvSpPr>
          <p:spPr>
            <a:xfrm>
              <a:off x="4915651" y="2969828"/>
              <a:ext cx="377862" cy="376854"/>
            </a:xfrm>
            <a:custGeom>
              <a:avLst/>
              <a:gdLst>
                <a:gd name="connsiteX0" fmla="*/ 2329701 w 5667935"/>
                <a:gd name="connsiteY0" fmla="*/ 5264520 h 5652806"/>
                <a:gd name="connsiteX1" fmla="*/ 2329701 w 5667935"/>
                <a:gd name="connsiteY1" fmla="*/ 5451102 h 5652806"/>
                <a:gd name="connsiteX2" fmla="*/ 3131476 w 5667935"/>
                <a:gd name="connsiteY2" fmla="*/ 5451102 h 5652806"/>
                <a:gd name="connsiteX3" fmla="*/ 3131476 w 5667935"/>
                <a:gd name="connsiteY3" fmla="*/ 5264520 h 5652806"/>
                <a:gd name="connsiteX4" fmla="*/ 2279274 w 5667935"/>
                <a:gd name="connsiteY4" fmla="*/ 5057773 h 5652806"/>
                <a:gd name="connsiteX5" fmla="*/ 3176861 w 5667935"/>
                <a:gd name="connsiteY5" fmla="*/ 5057773 h 5652806"/>
                <a:gd name="connsiteX6" fmla="*/ 3333183 w 5667935"/>
                <a:gd name="connsiteY6" fmla="*/ 5214096 h 5652806"/>
                <a:gd name="connsiteX7" fmla="*/ 3333183 w 5667935"/>
                <a:gd name="connsiteY7" fmla="*/ 5496483 h 5652806"/>
                <a:gd name="connsiteX8" fmla="*/ 3176861 w 5667935"/>
                <a:gd name="connsiteY8" fmla="*/ 5652806 h 5652806"/>
                <a:gd name="connsiteX9" fmla="*/ 2279274 w 5667935"/>
                <a:gd name="connsiteY9" fmla="*/ 5652806 h 5652806"/>
                <a:gd name="connsiteX10" fmla="*/ 2122952 w 5667935"/>
                <a:gd name="connsiteY10" fmla="*/ 5496483 h 5652806"/>
                <a:gd name="connsiteX11" fmla="*/ 2122952 w 5667935"/>
                <a:gd name="connsiteY11" fmla="*/ 5214096 h 5652806"/>
                <a:gd name="connsiteX12" fmla="*/ 2279274 w 5667935"/>
                <a:gd name="connsiteY12" fmla="*/ 5057773 h 5652806"/>
                <a:gd name="connsiteX13" fmla="*/ 0 w 5667935"/>
                <a:gd name="connsiteY13" fmla="*/ 3842494 h 5652806"/>
                <a:gd name="connsiteX14" fmla="*/ 600076 w 5667935"/>
                <a:gd name="connsiteY14" fmla="*/ 3842494 h 5652806"/>
                <a:gd name="connsiteX15" fmla="*/ 600076 w 5667935"/>
                <a:gd name="connsiteY15" fmla="*/ 4442569 h 5652806"/>
                <a:gd name="connsiteX16" fmla="*/ 0 w 5667935"/>
                <a:gd name="connsiteY16" fmla="*/ 4442569 h 5652806"/>
                <a:gd name="connsiteX17" fmla="*/ 4054293 w 5667935"/>
                <a:gd name="connsiteY17" fmla="*/ 615204 h 5652806"/>
                <a:gd name="connsiteX18" fmla="*/ 5667935 w 5667935"/>
                <a:gd name="connsiteY18" fmla="*/ 615204 h 5652806"/>
                <a:gd name="connsiteX19" fmla="*/ 5667935 w 5667935"/>
                <a:gd name="connsiteY19" fmla="*/ 1018616 h 5652806"/>
                <a:gd name="connsiteX20" fmla="*/ 5667935 w 5667935"/>
                <a:gd name="connsiteY20" fmla="*/ 2228852 h 5652806"/>
                <a:gd name="connsiteX21" fmla="*/ 5264527 w 5667935"/>
                <a:gd name="connsiteY21" fmla="*/ 2228852 h 5652806"/>
                <a:gd name="connsiteX22" fmla="*/ 5264527 w 5667935"/>
                <a:gd name="connsiteY22" fmla="*/ 1295960 h 5652806"/>
                <a:gd name="connsiteX23" fmla="*/ 3171830 w 5667935"/>
                <a:gd name="connsiteY23" fmla="*/ 3449173 h 5652806"/>
                <a:gd name="connsiteX24" fmla="*/ 2480985 w 5667935"/>
                <a:gd name="connsiteY24" fmla="*/ 2828926 h 5652806"/>
                <a:gd name="connsiteX25" fmla="*/ 912725 w 5667935"/>
                <a:gd name="connsiteY25" fmla="*/ 4432489 h 5652806"/>
                <a:gd name="connsiteX26" fmla="*/ 912725 w 5667935"/>
                <a:gd name="connsiteY26" fmla="*/ 3857627 h 5652806"/>
                <a:gd name="connsiteX27" fmla="*/ 2465858 w 5667935"/>
                <a:gd name="connsiteY27" fmla="*/ 2264149 h 5652806"/>
                <a:gd name="connsiteX28" fmla="*/ 3161745 w 5667935"/>
                <a:gd name="connsiteY28" fmla="*/ 2884396 h 5652806"/>
                <a:gd name="connsiteX29" fmla="*/ 5022477 w 5667935"/>
                <a:gd name="connsiteY29" fmla="*/ 1018616 h 5652806"/>
                <a:gd name="connsiteX30" fmla="*/ 4054293 w 5667935"/>
                <a:gd name="connsiteY30" fmla="*/ 1018616 h 5652806"/>
                <a:gd name="connsiteX31" fmla="*/ 2728068 w 5667935"/>
                <a:gd name="connsiteY31" fmla="*/ 0 h 5652806"/>
                <a:gd name="connsiteX32" fmla="*/ 2934813 w 5667935"/>
                <a:gd name="connsiteY32" fmla="*/ 206749 h 5652806"/>
                <a:gd name="connsiteX33" fmla="*/ 2728068 w 5667935"/>
                <a:gd name="connsiteY33" fmla="*/ 413494 h 5652806"/>
                <a:gd name="connsiteX34" fmla="*/ 2521318 w 5667935"/>
                <a:gd name="connsiteY34" fmla="*/ 206749 h 5652806"/>
                <a:gd name="connsiteX35" fmla="*/ 2728068 w 5667935"/>
                <a:gd name="connsiteY35" fmla="*/ 0 h 5652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667935" h="5652806">
                  <a:moveTo>
                    <a:pt x="2329701" y="5264520"/>
                  </a:moveTo>
                  <a:lnTo>
                    <a:pt x="2329701" y="5451102"/>
                  </a:lnTo>
                  <a:lnTo>
                    <a:pt x="3131476" y="5451102"/>
                  </a:lnTo>
                  <a:lnTo>
                    <a:pt x="3131476" y="5264520"/>
                  </a:lnTo>
                  <a:close/>
                  <a:moveTo>
                    <a:pt x="2279274" y="5057773"/>
                  </a:moveTo>
                  <a:lnTo>
                    <a:pt x="3176861" y="5057773"/>
                  </a:lnTo>
                  <a:cubicBezTo>
                    <a:pt x="3262586" y="5057773"/>
                    <a:pt x="3333183" y="5128371"/>
                    <a:pt x="3333183" y="5214096"/>
                  </a:cubicBezTo>
                  <a:lnTo>
                    <a:pt x="3333183" y="5496483"/>
                  </a:lnTo>
                  <a:cubicBezTo>
                    <a:pt x="3333183" y="5582208"/>
                    <a:pt x="3262586" y="5652806"/>
                    <a:pt x="3176861" y="5652806"/>
                  </a:cubicBezTo>
                  <a:lnTo>
                    <a:pt x="2279274" y="5652806"/>
                  </a:lnTo>
                  <a:cubicBezTo>
                    <a:pt x="2193549" y="5652806"/>
                    <a:pt x="2122952" y="5582208"/>
                    <a:pt x="2122952" y="5496483"/>
                  </a:cubicBezTo>
                  <a:lnTo>
                    <a:pt x="2122952" y="5214096"/>
                  </a:lnTo>
                  <a:cubicBezTo>
                    <a:pt x="2122952" y="5128371"/>
                    <a:pt x="2193549" y="5057773"/>
                    <a:pt x="2279274" y="5057773"/>
                  </a:cubicBezTo>
                  <a:close/>
                  <a:moveTo>
                    <a:pt x="0" y="3842494"/>
                  </a:moveTo>
                  <a:lnTo>
                    <a:pt x="600076" y="3842494"/>
                  </a:lnTo>
                  <a:lnTo>
                    <a:pt x="600076" y="4442569"/>
                  </a:lnTo>
                  <a:lnTo>
                    <a:pt x="0" y="4442569"/>
                  </a:lnTo>
                  <a:close/>
                  <a:moveTo>
                    <a:pt x="4054293" y="615204"/>
                  </a:moveTo>
                  <a:lnTo>
                    <a:pt x="5667935" y="615204"/>
                  </a:lnTo>
                  <a:lnTo>
                    <a:pt x="5667935" y="1018616"/>
                  </a:lnTo>
                  <a:lnTo>
                    <a:pt x="5667935" y="2228852"/>
                  </a:lnTo>
                  <a:lnTo>
                    <a:pt x="5264527" y="2228852"/>
                  </a:lnTo>
                  <a:lnTo>
                    <a:pt x="5264527" y="1295960"/>
                  </a:lnTo>
                  <a:lnTo>
                    <a:pt x="3171830" y="3449173"/>
                  </a:lnTo>
                  <a:lnTo>
                    <a:pt x="2480985" y="2828926"/>
                  </a:lnTo>
                  <a:lnTo>
                    <a:pt x="912725" y="4432489"/>
                  </a:lnTo>
                  <a:lnTo>
                    <a:pt x="912725" y="3857627"/>
                  </a:lnTo>
                  <a:lnTo>
                    <a:pt x="2465858" y="2264149"/>
                  </a:lnTo>
                  <a:lnTo>
                    <a:pt x="3161745" y="2884396"/>
                  </a:lnTo>
                  <a:lnTo>
                    <a:pt x="5022477" y="1018616"/>
                  </a:lnTo>
                  <a:lnTo>
                    <a:pt x="4054293" y="1018616"/>
                  </a:lnTo>
                  <a:close/>
                  <a:moveTo>
                    <a:pt x="2728068" y="0"/>
                  </a:moveTo>
                  <a:cubicBezTo>
                    <a:pt x="2842248" y="0"/>
                    <a:pt x="2934813" y="92565"/>
                    <a:pt x="2934813" y="206749"/>
                  </a:cubicBezTo>
                  <a:cubicBezTo>
                    <a:pt x="2934813" y="320930"/>
                    <a:pt x="2842248" y="413494"/>
                    <a:pt x="2728068" y="413494"/>
                  </a:cubicBezTo>
                  <a:cubicBezTo>
                    <a:pt x="2613883" y="413494"/>
                    <a:pt x="2521318" y="320930"/>
                    <a:pt x="2521318" y="206749"/>
                  </a:cubicBezTo>
                  <a:cubicBezTo>
                    <a:pt x="2521318" y="92565"/>
                    <a:pt x="2613883" y="0"/>
                    <a:pt x="2728068" y="0"/>
                  </a:cubicBez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82" name="Group 81">
            <a:extLst>
              <a:ext uri="{FF2B5EF4-FFF2-40B4-BE49-F238E27FC236}">
                <a16:creationId xmlns:a16="http://schemas.microsoft.com/office/drawing/2014/main" id="{02AC3451-6390-19A9-6ABD-2F37B951E3E0}"/>
              </a:ext>
              <a:ext uri="{C183D7F6-B498-43B3-948B-1728B52AA6E4}">
                <adec:decorative xmlns:adec="http://schemas.microsoft.com/office/drawing/2017/decorative" val="1"/>
              </a:ext>
            </a:extLst>
          </p:cNvPr>
          <p:cNvGrpSpPr>
            <a:grpSpLocks noChangeAspect="1"/>
          </p:cNvGrpSpPr>
          <p:nvPr/>
        </p:nvGrpSpPr>
        <p:grpSpPr>
          <a:xfrm>
            <a:off x="5482834" y="2930159"/>
            <a:ext cx="365365" cy="457200"/>
            <a:chOff x="5482834" y="2930159"/>
            <a:chExt cx="365365" cy="457200"/>
          </a:xfrm>
          <a:solidFill>
            <a:srgbClr val="FF0000"/>
          </a:solidFill>
        </p:grpSpPr>
        <p:sp>
          <p:nvSpPr>
            <p:cNvPr id="1440" name="Freeform: Shape 1439">
              <a:extLst>
                <a:ext uri="{FF2B5EF4-FFF2-40B4-BE49-F238E27FC236}">
                  <a16:creationId xmlns:a16="http://schemas.microsoft.com/office/drawing/2014/main" id="{7412937E-AC1B-3AD2-B5D9-83E0491AA66F}"/>
                </a:ext>
                <a:ext uri="{C183D7F6-B498-43B3-948B-1728B52AA6E4}">
                  <adec:decorative xmlns:adec="http://schemas.microsoft.com/office/drawing/2017/decorative" val="1"/>
                </a:ext>
              </a:extLst>
            </p:cNvPr>
            <p:cNvSpPr/>
            <p:nvPr/>
          </p:nvSpPr>
          <p:spPr>
            <a:xfrm rot="10800000">
              <a:off x="5575570" y="2930159"/>
              <a:ext cx="272629" cy="418087"/>
            </a:xfrm>
            <a:custGeom>
              <a:avLst/>
              <a:gdLst>
                <a:gd name="connsiteX0" fmla="*/ 3088411 w 4089429"/>
                <a:gd name="connsiteY0" fmla="*/ 397864 h 6271310"/>
                <a:gd name="connsiteX1" fmla="*/ 3088411 w 4089429"/>
                <a:gd name="connsiteY1" fmla="*/ 198934 h 6271310"/>
                <a:gd name="connsiteX2" fmla="*/ 2297663 w 4089429"/>
                <a:gd name="connsiteY2" fmla="*/ 198934 h 6271310"/>
                <a:gd name="connsiteX3" fmla="*/ 2297663 w 4089429"/>
                <a:gd name="connsiteY3" fmla="*/ 397864 h 6271310"/>
                <a:gd name="connsiteX4" fmla="*/ 3138145 w 4089429"/>
                <a:gd name="connsiteY4" fmla="*/ 596799 h 6271310"/>
                <a:gd name="connsiteX5" fmla="*/ 2257878 w 4089429"/>
                <a:gd name="connsiteY5" fmla="*/ 596799 h 6271310"/>
                <a:gd name="connsiteX6" fmla="*/ 2103707 w 4089429"/>
                <a:gd name="connsiteY6" fmla="*/ 442626 h 6271310"/>
                <a:gd name="connsiteX7" fmla="*/ 2103707 w 4089429"/>
                <a:gd name="connsiteY7" fmla="*/ 154173 h 6271310"/>
                <a:gd name="connsiteX8" fmla="*/ 2252905 w 4089429"/>
                <a:gd name="connsiteY8" fmla="*/ 0 h 6271310"/>
                <a:gd name="connsiteX9" fmla="*/ 3138145 w 4089429"/>
                <a:gd name="connsiteY9" fmla="*/ 0 h 6271310"/>
                <a:gd name="connsiteX10" fmla="*/ 3292317 w 4089429"/>
                <a:gd name="connsiteY10" fmla="*/ 154173 h 6271310"/>
                <a:gd name="connsiteX11" fmla="*/ 3292317 w 4089429"/>
                <a:gd name="connsiteY11" fmla="*/ 442626 h 6271310"/>
                <a:gd name="connsiteX12" fmla="*/ 3138145 w 4089429"/>
                <a:gd name="connsiteY12" fmla="*/ 596799 h 6271310"/>
                <a:gd name="connsiteX13" fmla="*/ 4089429 w 4089429"/>
                <a:gd name="connsiteY13" fmla="*/ 2191775 h 6271310"/>
                <a:gd name="connsiteX14" fmla="*/ 3691569 w 4089429"/>
                <a:gd name="connsiteY14" fmla="*/ 2191775 h 6271310"/>
                <a:gd name="connsiteX15" fmla="*/ 3691569 w 4089429"/>
                <a:gd name="connsiteY15" fmla="*/ 1396045 h 6271310"/>
                <a:gd name="connsiteX16" fmla="*/ 4089429 w 4089429"/>
                <a:gd name="connsiteY16" fmla="*/ 1396045 h 6271310"/>
                <a:gd name="connsiteX17" fmla="*/ 2497982 w 4089429"/>
                <a:gd name="connsiteY17" fmla="*/ 2589645 h 6271310"/>
                <a:gd name="connsiteX18" fmla="*/ 2100122 w 4089429"/>
                <a:gd name="connsiteY18" fmla="*/ 2589645 h 6271310"/>
                <a:gd name="connsiteX19" fmla="*/ 2100122 w 4089429"/>
                <a:gd name="connsiteY19" fmla="*/ 1396055 h 6271310"/>
                <a:gd name="connsiteX20" fmla="*/ 2497982 w 4089429"/>
                <a:gd name="connsiteY20" fmla="*/ 1396055 h 6271310"/>
                <a:gd name="connsiteX21" fmla="*/ 1700861 w 4089429"/>
                <a:gd name="connsiteY21" fmla="*/ 2983969 h 6271310"/>
                <a:gd name="connsiteX22" fmla="*/ 1303001 w 4089429"/>
                <a:gd name="connsiteY22" fmla="*/ 2983969 h 6271310"/>
                <a:gd name="connsiteX23" fmla="*/ 1303001 w 4089429"/>
                <a:gd name="connsiteY23" fmla="*/ 1392519 h 6271310"/>
                <a:gd name="connsiteX24" fmla="*/ 1700861 w 4089429"/>
                <a:gd name="connsiteY24" fmla="*/ 1392519 h 6271310"/>
                <a:gd name="connsiteX25" fmla="*/ 3297291 w 4089429"/>
                <a:gd name="connsiteY25" fmla="*/ 4177559 h 6271310"/>
                <a:gd name="connsiteX26" fmla="*/ 2894458 w 4089429"/>
                <a:gd name="connsiteY26" fmla="*/ 4177559 h 6271310"/>
                <a:gd name="connsiteX27" fmla="*/ 2894458 w 4089429"/>
                <a:gd name="connsiteY27" fmla="*/ 1392519 h 6271310"/>
                <a:gd name="connsiteX28" fmla="*/ 3297291 w 4089429"/>
                <a:gd name="connsiteY28" fmla="*/ 1392519 h 6271310"/>
                <a:gd name="connsiteX29" fmla="*/ 2695517 w 4089429"/>
                <a:gd name="connsiteY29" fmla="*/ 5580030 h 6271310"/>
                <a:gd name="connsiteX30" fmla="*/ 2476692 w 4089429"/>
                <a:gd name="connsiteY30" fmla="*/ 5361204 h 6271310"/>
                <a:gd name="connsiteX31" fmla="*/ 2695517 w 4089429"/>
                <a:gd name="connsiteY31" fmla="*/ 5142379 h 6271310"/>
                <a:gd name="connsiteX32" fmla="*/ 2914342 w 4089429"/>
                <a:gd name="connsiteY32" fmla="*/ 5361204 h 6271310"/>
                <a:gd name="connsiteX33" fmla="*/ 2695517 w 4089429"/>
                <a:gd name="connsiteY33" fmla="*/ 5580030 h 6271310"/>
                <a:gd name="connsiteX34" fmla="*/ 596794 w 4089429"/>
                <a:gd name="connsiteY34" fmla="*/ 6271310 h 6271310"/>
                <a:gd name="connsiteX35" fmla="*/ 0 w 4089429"/>
                <a:gd name="connsiteY35" fmla="*/ 6271310 h 6271310"/>
                <a:gd name="connsiteX36" fmla="*/ 0 w 4089429"/>
                <a:gd name="connsiteY36" fmla="*/ 5674515 h 6271310"/>
                <a:gd name="connsiteX37" fmla="*/ 596794 w 4089429"/>
                <a:gd name="connsiteY37" fmla="*/ 5674515 h 627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89429" h="6271310">
                  <a:moveTo>
                    <a:pt x="3088411" y="397864"/>
                  </a:moveTo>
                  <a:lnTo>
                    <a:pt x="3088411" y="198934"/>
                  </a:lnTo>
                  <a:lnTo>
                    <a:pt x="2297663" y="198934"/>
                  </a:lnTo>
                  <a:lnTo>
                    <a:pt x="2297663" y="397864"/>
                  </a:lnTo>
                  <a:close/>
                  <a:moveTo>
                    <a:pt x="3138145" y="596799"/>
                  </a:moveTo>
                  <a:lnTo>
                    <a:pt x="2257878" y="596799"/>
                  </a:lnTo>
                  <a:cubicBezTo>
                    <a:pt x="2173333" y="596799"/>
                    <a:pt x="2103707" y="527172"/>
                    <a:pt x="2103707" y="442626"/>
                  </a:cubicBezTo>
                  <a:lnTo>
                    <a:pt x="2103707" y="154173"/>
                  </a:lnTo>
                  <a:cubicBezTo>
                    <a:pt x="2098734" y="69627"/>
                    <a:pt x="2168360" y="0"/>
                    <a:pt x="2252905" y="0"/>
                  </a:cubicBezTo>
                  <a:lnTo>
                    <a:pt x="3138145" y="0"/>
                  </a:lnTo>
                  <a:cubicBezTo>
                    <a:pt x="3222691" y="0"/>
                    <a:pt x="3292317" y="69627"/>
                    <a:pt x="3292317" y="154173"/>
                  </a:cubicBezTo>
                  <a:lnTo>
                    <a:pt x="3292317" y="442626"/>
                  </a:lnTo>
                  <a:cubicBezTo>
                    <a:pt x="3292317" y="527172"/>
                    <a:pt x="3222691" y="596799"/>
                    <a:pt x="3138145" y="596799"/>
                  </a:cubicBezTo>
                  <a:close/>
                  <a:moveTo>
                    <a:pt x="4089429" y="2191775"/>
                  </a:moveTo>
                  <a:lnTo>
                    <a:pt x="3691569" y="2191775"/>
                  </a:lnTo>
                  <a:lnTo>
                    <a:pt x="3691569" y="1396045"/>
                  </a:lnTo>
                  <a:lnTo>
                    <a:pt x="4089429" y="1396045"/>
                  </a:lnTo>
                  <a:close/>
                  <a:moveTo>
                    <a:pt x="2497982" y="2589645"/>
                  </a:moveTo>
                  <a:lnTo>
                    <a:pt x="2100122" y="2589645"/>
                  </a:lnTo>
                  <a:lnTo>
                    <a:pt x="2100122" y="1396055"/>
                  </a:lnTo>
                  <a:lnTo>
                    <a:pt x="2497982" y="1396055"/>
                  </a:lnTo>
                  <a:close/>
                  <a:moveTo>
                    <a:pt x="1700861" y="2983969"/>
                  </a:moveTo>
                  <a:lnTo>
                    <a:pt x="1303001" y="2983969"/>
                  </a:lnTo>
                  <a:lnTo>
                    <a:pt x="1303001" y="1392519"/>
                  </a:lnTo>
                  <a:lnTo>
                    <a:pt x="1700861" y="1392519"/>
                  </a:lnTo>
                  <a:close/>
                  <a:moveTo>
                    <a:pt x="3297291" y="4177559"/>
                  </a:moveTo>
                  <a:lnTo>
                    <a:pt x="2894458" y="4177559"/>
                  </a:lnTo>
                  <a:lnTo>
                    <a:pt x="2894458" y="1392519"/>
                  </a:lnTo>
                  <a:lnTo>
                    <a:pt x="3297291" y="1392519"/>
                  </a:lnTo>
                  <a:close/>
                  <a:moveTo>
                    <a:pt x="2695517" y="5580030"/>
                  </a:moveTo>
                  <a:cubicBezTo>
                    <a:pt x="2574663" y="5580030"/>
                    <a:pt x="2476692" y="5482059"/>
                    <a:pt x="2476692" y="5361204"/>
                  </a:cubicBezTo>
                  <a:cubicBezTo>
                    <a:pt x="2476692" y="5240350"/>
                    <a:pt x="2574663" y="5142379"/>
                    <a:pt x="2695517" y="5142379"/>
                  </a:cubicBezTo>
                  <a:cubicBezTo>
                    <a:pt x="2816371" y="5142379"/>
                    <a:pt x="2914342" y="5240350"/>
                    <a:pt x="2914342" y="5361204"/>
                  </a:cubicBezTo>
                  <a:cubicBezTo>
                    <a:pt x="2914342" y="5482059"/>
                    <a:pt x="2816371" y="5580030"/>
                    <a:pt x="2695517" y="5580030"/>
                  </a:cubicBezTo>
                  <a:close/>
                  <a:moveTo>
                    <a:pt x="596794" y="6271310"/>
                  </a:moveTo>
                  <a:lnTo>
                    <a:pt x="0" y="6271310"/>
                  </a:lnTo>
                  <a:lnTo>
                    <a:pt x="0" y="5674515"/>
                  </a:lnTo>
                  <a:lnTo>
                    <a:pt x="596794" y="5674515"/>
                  </a:lnTo>
                  <a:close/>
                </a:path>
              </a:pathLst>
            </a:custGeom>
            <a:solidFill>
              <a:schemeClr val="accent1"/>
            </a:solidFill>
            <a:ln w="12601" cap="flat">
              <a:noFill/>
              <a:prstDash val="solid"/>
              <a:miter/>
            </a:ln>
          </p:spPr>
          <p:txBody>
            <a:bodyPr wrap="square" rtlCol="0" anchor="ctr">
              <a:noAutofit/>
            </a:bodyPr>
            <a:lstStyle/>
            <a:p>
              <a:endParaRPr lang="en-US"/>
            </a:p>
          </p:txBody>
        </p:sp>
        <p:sp>
          <p:nvSpPr>
            <p:cNvPr id="1432" name="Freeform: Shape 1431">
              <a:extLst>
                <a:ext uri="{FF2B5EF4-FFF2-40B4-BE49-F238E27FC236}">
                  <a16:creationId xmlns:a16="http://schemas.microsoft.com/office/drawing/2014/main" id="{3D453D78-2A35-A563-BA49-356E063D5557}"/>
                </a:ext>
                <a:ext uri="{C183D7F6-B498-43B3-948B-1728B52AA6E4}">
                  <adec:decorative xmlns:adec="http://schemas.microsoft.com/office/drawing/2017/decorative" val="1"/>
                </a:ext>
              </a:extLst>
            </p:cNvPr>
            <p:cNvSpPr/>
            <p:nvPr/>
          </p:nvSpPr>
          <p:spPr>
            <a:xfrm>
              <a:off x="5482834" y="2936778"/>
              <a:ext cx="358412" cy="450581"/>
            </a:xfrm>
            <a:custGeom>
              <a:avLst/>
              <a:gdLst>
                <a:gd name="connsiteX0" fmla="*/ 65999 w 594547"/>
                <a:gd name="connsiteY0" fmla="*/ 595092 h 747440"/>
                <a:gd name="connsiteX1" fmla="*/ 65999 w 594547"/>
                <a:gd name="connsiteY1" fmla="*/ 703440 h 747440"/>
                <a:gd name="connsiteX2" fmla="*/ 528542 w 594547"/>
                <a:gd name="connsiteY2" fmla="*/ 703440 h 747440"/>
                <a:gd name="connsiteX3" fmla="*/ 550542 w 594547"/>
                <a:gd name="connsiteY3" fmla="*/ 681440 h 747440"/>
                <a:gd name="connsiteX4" fmla="*/ 550542 w 594547"/>
                <a:gd name="connsiteY4" fmla="*/ 595092 h 747440"/>
                <a:gd name="connsiteX5" fmla="*/ 343436 w 594547"/>
                <a:gd name="connsiteY5" fmla="*/ 0 h 747440"/>
                <a:gd name="connsiteX6" fmla="*/ 498884 w 594547"/>
                <a:gd name="connsiteY6" fmla="*/ 0 h 747440"/>
                <a:gd name="connsiteX7" fmla="*/ 498884 w 594547"/>
                <a:gd name="connsiteY7" fmla="*/ 44000 h 747440"/>
                <a:gd name="connsiteX8" fmla="*/ 398194 w 594547"/>
                <a:gd name="connsiteY8" fmla="*/ 44000 h 747440"/>
                <a:gd name="connsiteX9" fmla="*/ 398194 w 594547"/>
                <a:gd name="connsiteY9" fmla="*/ 44000 h 747440"/>
                <a:gd name="connsiteX10" fmla="*/ 87999 w 594547"/>
                <a:gd name="connsiteY10" fmla="*/ 44550 h 747440"/>
                <a:gd name="connsiteX11" fmla="*/ 65999 w 594547"/>
                <a:gd name="connsiteY11" fmla="*/ 66550 h 747440"/>
                <a:gd name="connsiteX12" fmla="*/ 65999 w 594547"/>
                <a:gd name="connsiteY12" fmla="*/ 394345 h 747440"/>
                <a:gd name="connsiteX13" fmla="*/ 65999 w 594547"/>
                <a:gd name="connsiteY13" fmla="*/ 493343 h 747440"/>
                <a:gd name="connsiteX14" fmla="*/ 65999 w 594547"/>
                <a:gd name="connsiteY14" fmla="*/ 572542 h 747440"/>
                <a:gd name="connsiteX15" fmla="*/ 550542 w 594547"/>
                <a:gd name="connsiteY15" fmla="*/ 572542 h 747440"/>
                <a:gd name="connsiteX16" fmla="*/ 550542 w 594547"/>
                <a:gd name="connsiteY16" fmla="*/ 197448 h 747440"/>
                <a:gd name="connsiteX17" fmla="*/ 550548 w 594547"/>
                <a:gd name="connsiteY17" fmla="*/ 197448 h 747440"/>
                <a:gd name="connsiteX18" fmla="*/ 550548 w 594547"/>
                <a:gd name="connsiteY18" fmla="*/ 93565 h 747440"/>
                <a:gd name="connsiteX19" fmla="*/ 557423 w 594547"/>
                <a:gd name="connsiteY19" fmla="*/ 93313 h 747440"/>
                <a:gd name="connsiteX20" fmla="*/ 594547 w 594547"/>
                <a:gd name="connsiteY20" fmla="*/ 93565 h 747440"/>
                <a:gd name="connsiteX21" fmla="*/ 594547 w 594547"/>
                <a:gd name="connsiteY21" fmla="*/ 248747 h 747440"/>
                <a:gd name="connsiteX22" fmla="*/ 594541 w 594547"/>
                <a:gd name="connsiteY22" fmla="*/ 248747 h 747440"/>
                <a:gd name="connsiteX23" fmla="*/ 594541 w 594547"/>
                <a:gd name="connsiteY23" fmla="*/ 271301 h 747440"/>
                <a:gd name="connsiteX24" fmla="*/ 594541 w 594547"/>
                <a:gd name="connsiteY24" fmla="*/ 681440 h 747440"/>
                <a:gd name="connsiteX25" fmla="*/ 528542 w 594547"/>
                <a:gd name="connsiteY25" fmla="*/ 747440 h 747440"/>
                <a:gd name="connsiteX26" fmla="*/ 22000 w 594547"/>
                <a:gd name="connsiteY26" fmla="*/ 747440 h 747440"/>
                <a:gd name="connsiteX27" fmla="*/ 22000 w 594547"/>
                <a:gd name="connsiteY27" fmla="*/ 198548 h 747440"/>
                <a:gd name="connsiteX28" fmla="*/ 0 w 594547"/>
                <a:gd name="connsiteY28" fmla="*/ 176548 h 747440"/>
                <a:gd name="connsiteX29" fmla="*/ 0 w 594547"/>
                <a:gd name="connsiteY29" fmla="*/ 133099 h 747440"/>
                <a:gd name="connsiteX30" fmla="*/ 22000 w 594547"/>
                <a:gd name="connsiteY30" fmla="*/ 111100 h 747440"/>
                <a:gd name="connsiteX31" fmla="*/ 22000 w 594547"/>
                <a:gd name="connsiteY31" fmla="*/ 66550 h 747440"/>
                <a:gd name="connsiteX32" fmla="*/ 87999 w 594547"/>
                <a:gd name="connsiteY32" fmla="*/ 551 h 747440"/>
                <a:gd name="connsiteX33" fmla="*/ 343436 w 594547"/>
                <a:gd name="connsiteY33" fmla="*/ 98 h 74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94547" h="747440">
                  <a:moveTo>
                    <a:pt x="65999" y="595092"/>
                  </a:moveTo>
                  <a:lnTo>
                    <a:pt x="65999" y="703440"/>
                  </a:lnTo>
                  <a:lnTo>
                    <a:pt x="528542" y="703440"/>
                  </a:lnTo>
                  <a:cubicBezTo>
                    <a:pt x="540642" y="703440"/>
                    <a:pt x="550542" y="693540"/>
                    <a:pt x="550542" y="681440"/>
                  </a:cubicBezTo>
                  <a:lnTo>
                    <a:pt x="550542" y="595092"/>
                  </a:lnTo>
                  <a:close/>
                  <a:moveTo>
                    <a:pt x="343436" y="0"/>
                  </a:moveTo>
                  <a:lnTo>
                    <a:pt x="498884" y="0"/>
                  </a:lnTo>
                  <a:cubicBezTo>
                    <a:pt x="498884" y="0"/>
                    <a:pt x="498884" y="34650"/>
                    <a:pt x="498884" y="44000"/>
                  </a:cubicBezTo>
                  <a:lnTo>
                    <a:pt x="398194" y="44000"/>
                  </a:lnTo>
                  <a:lnTo>
                    <a:pt x="398194" y="44000"/>
                  </a:lnTo>
                  <a:lnTo>
                    <a:pt x="87999" y="44550"/>
                  </a:lnTo>
                  <a:cubicBezTo>
                    <a:pt x="75899" y="44550"/>
                    <a:pt x="65999" y="54450"/>
                    <a:pt x="65999" y="66550"/>
                  </a:cubicBezTo>
                  <a:lnTo>
                    <a:pt x="65999" y="394345"/>
                  </a:lnTo>
                  <a:lnTo>
                    <a:pt x="65999" y="493343"/>
                  </a:lnTo>
                  <a:lnTo>
                    <a:pt x="65999" y="572542"/>
                  </a:lnTo>
                  <a:lnTo>
                    <a:pt x="550542" y="572542"/>
                  </a:lnTo>
                  <a:lnTo>
                    <a:pt x="550542" y="197448"/>
                  </a:lnTo>
                  <a:lnTo>
                    <a:pt x="550548" y="197448"/>
                  </a:lnTo>
                  <a:lnTo>
                    <a:pt x="550548" y="93565"/>
                  </a:lnTo>
                  <a:cubicBezTo>
                    <a:pt x="550548" y="93416"/>
                    <a:pt x="553298" y="93341"/>
                    <a:pt x="557423" y="93313"/>
                  </a:cubicBezTo>
                  <a:cubicBezTo>
                    <a:pt x="569798" y="93228"/>
                    <a:pt x="594547" y="93565"/>
                    <a:pt x="594547" y="93565"/>
                  </a:cubicBezTo>
                  <a:cubicBezTo>
                    <a:pt x="594547" y="93565"/>
                    <a:pt x="594547" y="158874"/>
                    <a:pt x="594547" y="248747"/>
                  </a:cubicBezTo>
                  <a:lnTo>
                    <a:pt x="594541" y="248747"/>
                  </a:lnTo>
                  <a:lnTo>
                    <a:pt x="594541" y="271301"/>
                  </a:lnTo>
                  <a:cubicBezTo>
                    <a:pt x="594541" y="452369"/>
                    <a:pt x="594541" y="681440"/>
                    <a:pt x="594541" y="681440"/>
                  </a:cubicBezTo>
                  <a:cubicBezTo>
                    <a:pt x="594541" y="717740"/>
                    <a:pt x="564842" y="747440"/>
                    <a:pt x="528542" y="747440"/>
                  </a:cubicBezTo>
                  <a:lnTo>
                    <a:pt x="22000" y="747440"/>
                  </a:lnTo>
                  <a:lnTo>
                    <a:pt x="22000" y="198548"/>
                  </a:lnTo>
                  <a:cubicBezTo>
                    <a:pt x="9900" y="198548"/>
                    <a:pt x="0" y="188648"/>
                    <a:pt x="0" y="176548"/>
                  </a:cubicBezTo>
                  <a:lnTo>
                    <a:pt x="0" y="133099"/>
                  </a:lnTo>
                  <a:cubicBezTo>
                    <a:pt x="0" y="120999"/>
                    <a:pt x="9900" y="111100"/>
                    <a:pt x="22000" y="111100"/>
                  </a:cubicBezTo>
                  <a:lnTo>
                    <a:pt x="22000" y="66550"/>
                  </a:lnTo>
                  <a:cubicBezTo>
                    <a:pt x="22000" y="30250"/>
                    <a:pt x="51699" y="551"/>
                    <a:pt x="87999" y="551"/>
                  </a:cubicBezTo>
                  <a:lnTo>
                    <a:pt x="343436" y="98"/>
                  </a:lnTo>
                  <a:close/>
                </a:path>
              </a:pathLst>
            </a:custGeom>
            <a:solidFill>
              <a:schemeClr val="accent2"/>
            </a:solidFill>
            <a:ln w="12601" cap="flat">
              <a:noFill/>
              <a:prstDash val="solid"/>
              <a:miter/>
            </a:ln>
          </p:spPr>
          <p:txBody>
            <a:bodyPr wrap="square" rtlCol="0" anchor="ctr">
              <a:noAutofit/>
            </a:bodyPr>
            <a:lstStyle/>
            <a:p>
              <a:endParaRPr lang="en-US" dirty="0"/>
            </a:p>
          </p:txBody>
        </p:sp>
      </p:grpSp>
      <p:grpSp>
        <p:nvGrpSpPr>
          <p:cNvPr id="81" name="Group 80">
            <a:extLst>
              <a:ext uri="{FF2B5EF4-FFF2-40B4-BE49-F238E27FC236}">
                <a16:creationId xmlns:a16="http://schemas.microsoft.com/office/drawing/2014/main" id="{BCFD35C8-9362-D4E0-5AB3-D526320620C6}"/>
              </a:ext>
              <a:ext uri="{C183D7F6-B498-43B3-948B-1728B52AA6E4}">
                <adec:decorative xmlns:adec="http://schemas.microsoft.com/office/drawing/2017/decorative" val="1"/>
              </a:ext>
            </a:extLst>
          </p:cNvPr>
          <p:cNvGrpSpPr>
            <a:grpSpLocks noChangeAspect="1"/>
          </p:cNvGrpSpPr>
          <p:nvPr/>
        </p:nvGrpSpPr>
        <p:grpSpPr>
          <a:xfrm>
            <a:off x="6037520" y="2930159"/>
            <a:ext cx="365362" cy="457200"/>
            <a:chOff x="6037520" y="2930159"/>
            <a:chExt cx="365362" cy="457200"/>
          </a:xfrm>
          <a:solidFill>
            <a:srgbClr val="FF0000"/>
          </a:solidFill>
        </p:grpSpPr>
        <p:sp>
          <p:nvSpPr>
            <p:cNvPr id="1443" name="Freeform: Shape 1442">
              <a:extLst>
                <a:ext uri="{FF2B5EF4-FFF2-40B4-BE49-F238E27FC236}">
                  <a16:creationId xmlns:a16="http://schemas.microsoft.com/office/drawing/2014/main" id="{A294C8A8-425E-8688-B550-1BF64A9C428B}"/>
                </a:ext>
                <a:ext uri="{C183D7F6-B498-43B3-948B-1728B52AA6E4}">
                  <adec:decorative xmlns:adec="http://schemas.microsoft.com/office/drawing/2017/decorative" val="1"/>
                </a:ext>
              </a:extLst>
            </p:cNvPr>
            <p:cNvSpPr/>
            <p:nvPr/>
          </p:nvSpPr>
          <p:spPr>
            <a:xfrm>
              <a:off x="6037520" y="2937122"/>
              <a:ext cx="358399" cy="450237"/>
            </a:xfrm>
            <a:custGeom>
              <a:avLst/>
              <a:gdLst>
                <a:gd name="connsiteX0" fmla="*/ 66549 w 594540"/>
                <a:gd name="connsiteY0" fmla="*/ 595091 h 746888"/>
                <a:gd name="connsiteX1" fmla="*/ 66549 w 594540"/>
                <a:gd name="connsiteY1" fmla="*/ 703439 h 746888"/>
                <a:gd name="connsiteX2" fmla="*/ 529092 w 594540"/>
                <a:gd name="connsiteY2" fmla="*/ 703439 h 746888"/>
                <a:gd name="connsiteX3" fmla="*/ 551091 w 594540"/>
                <a:gd name="connsiteY3" fmla="*/ 681439 h 746888"/>
                <a:gd name="connsiteX4" fmla="*/ 551091 w 594540"/>
                <a:gd name="connsiteY4" fmla="*/ 595091 h 746888"/>
                <a:gd name="connsiteX5" fmla="*/ 439993 w 594540"/>
                <a:gd name="connsiteY5" fmla="*/ 0 h 746888"/>
                <a:gd name="connsiteX6" fmla="*/ 439993 w 594540"/>
                <a:gd name="connsiteY6" fmla="*/ 372 h 746888"/>
                <a:gd name="connsiteX7" fmla="*/ 504209 w 594540"/>
                <a:gd name="connsiteY7" fmla="*/ 372 h 746888"/>
                <a:gd name="connsiteX8" fmla="*/ 504209 w 594540"/>
                <a:gd name="connsiteY8" fmla="*/ 44372 h 746888"/>
                <a:gd name="connsiteX9" fmla="*/ 362311 w 594540"/>
                <a:gd name="connsiteY9" fmla="*/ 44372 h 746888"/>
                <a:gd name="connsiteX10" fmla="*/ 362311 w 594540"/>
                <a:gd name="connsiteY10" fmla="*/ 44121 h 746888"/>
                <a:gd name="connsiteX11" fmla="*/ 87999 w 594540"/>
                <a:gd name="connsiteY11" fmla="*/ 44549 h 746888"/>
                <a:gd name="connsiteX12" fmla="*/ 65999 w 594540"/>
                <a:gd name="connsiteY12" fmla="*/ 66549 h 746888"/>
                <a:gd name="connsiteX13" fmla="*/ 65999 w 594540"/>
                <a:gd name="connsiteY13" fmla="*/ 394344 h 746888"/>
                <a:gd name="connsiteX14" fmla="*/ 65999 w 594540"/>
                <a:gd name="connsiteY14" fmla="*/ 492792 h 746888"/>
                <a:gd name="connsiteX15" fmla="*/ 65999 w 594540"/>
                <a:gd name="connsiteY15" fmla="*/ 571991 h 746888"/>
                <a:gd name="connsiteX16" fmla="*/ 550541 w 594540"/>
                <a:gd name="connsiteY16" fmla="*/ 571991 h 746888"/>
                <a:gd name="connsiteX17" fmla="*/ 550541 w 594540"/>
                <a:gd name="connsiteY17" fmla="*/ 231791 h 746888"/>
                <a:gd name="connsiteX18" fmla="*/ 550541 w 594540"/>
                <a:gd name="connsiteY18" fmla="*/ 152348 h 746888"/>
                <a:gd name="connsiteX19" fmla="*/ 550541 w 594540"/>
                <a:gd name="connsiteY19" fmla="*/ 89343 h 746888"/>
                <a:gd name="connsiteX20" fmla="*/ 594540 w 594540"/>
                <a:gd name="connsiteY20" fmla="*/ 89343 h 746888"/>
                <a:gd name="connsiteX21" fmla="*/ 594540 w 594540"/>
                <a:gd name="connsiteY21" fmla="*/ 129630 h 746888"/>
                <a:gd name="connsiteX22" fmla="*/ 594540 w 594540"/>
                <a:gd name="connsiteY22" fmla="*/ 152348 h 746888"/>
                <a:gd name="connsiteX23" fmla="*/ 594540 w 594540"/>
                <a:gd name="connsiteY23" fmla="*/ 158283 h 746888"/>
                <a:gd name="connsiteX24" fmla="*/ 594540 w 594540"/>
                <a:gd name="connsiteY24" fmla="*/ 174729 h 746888"/>
                <a:gd name="connsiteX25" fmla="*/ 594540 w 594540"/>
                <a:gd name="connsiteY25" fmla="*/ 175058 h 746888"/>
                <a:gd name="connsiteX26" fmla="*/ 594540 w 594540"/>
                <a:gd name="connsiteY26" fmla="*/ 231791 h 746888"/>
                <a:gd name="connsiteX27" fmla="*/ 594540 w 594540"/>
                <a:gd name="connsiteY27" fmla="*/ 234932 h 746888"/>
                <a:gd name="connsiteX28" fmla="*/ 594540 w 594540"/>
                <a:gd name="connsiteY28" fmla="*/ 680889 h 746888"/>
                <a:gd name="connsiteX29" fmla="*/ 528542 w 594540"/>
                <a:gd name="connsiteY29" fmla="*/ 746888 h 746888"/>
                <a:gd name="connsiteX30" fmla="*/ 21999 w 594540"/>
                <a:gd name="connsiteY30" fmla="*/ 746888 h 746888"/>
                <a:gd name="connsiteX31" fmla="*/ 21999 w 594540"/>
                <a:gd name="connsiteY31" fmla="*/ 198547 h 746888"/>
                <a:gd name="connsiteX32" fmla="*/ 0 w 594540"/>
                <a:gd name="connsiteY32" fmla="*/ 176547 h 746888"/>
                <a:gd name="connsiteX33" fmla="*/ 0 w 594540"/>
                <a:gd name="connsiteY33" fmla="*/ 133098 h 746888"/>
                <a:gd name="connsiteX34" fmla="*/ 21999 w 594540"/>
                <a:gd name="connsiteY34" fmla="*/ 111099 h 746888"/>
                <a:gd name="connsiteX35" fmla="*/ 21999 w 594540"/>
                <a:gd name="connsiteY35" fmla="*/ 66549 h 746888"/>
                <a:gd name="connsiteX36" fmla="*/ 87999 w 594540"/>
                <a:gd name="connsiteY36" fmla="*/ 550 h 74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94540" h="746888">
                  <a:moveTo>
                    <a:pt x="66549" y="595091"/>
                  </a:moveTo>
                  <a:lnTo>
                    <a:pt x="66549" y="703439"/>
                  </a:lnTo>
                  <a:lnTo>
                    <a:pt x="529092" y="703439"/>
                  </a:lnTo>
                  <a:cubicBezTo>
                    <a:pt x="541191" y="703439"/>
                    <a:pt x="551091" y="693539"/>
                    <a:pt x="551091" y="681439"/>
                  </a:cubicBezTo>
                  <a:lnTo>
                    <a:pt x="551091" y="595091"/>
                  </a:lnTo>
                  <a:close/>
                  <a:moveTo>
                    <a:pt x="439993" y="0"/>
                  </a:moveTo>
                  <a:lnTo>
                    <a:pt x="439993" y="372"/>
                  </a:lnTo>
                  <a:lnTo>
                    <a:pt x="504209" y="372"/>
                  </a:lnTo>
                  <a:cubicBezTo>
                    <a:pt x="504209" y="372"/>
                    <a:pt x="504209" y="35022"/>
                    <a:pt x="504209" y="44372"/>
                  </a:cubicBezTo>
                  <a:lnTo>
                    <a:pt x="362311" y="44372"/>
                  </a:lnTo>
                  <a:lnTo>
                    <a:pt x="362311" y="44121"/>
                  </a:lnTo>
                  <a:lnTo>
                    <a:pt x="87999" y="44549"/>
                  </a:lnTo>
                  <a:cubicBezTo>
                    <a:pt x="75899" y="44549"/>
                    <a:pt x="65999" y="54449"/>
                    <a:pt x="65999" y="66549"/>
                  </a:cubicBezTo>
                  <a:lnTo>
                    <a:pt x="65999" y="394344"/>
                  </a:lnTo>
                  <a:lnTo>
                    <a:pt x="65999" y="492792"/>
                  </a:lnTo>
                  <a:lnTo>
                    <a:pt x="65999" y="571991"/>
                  </a:lnTo>
                  <a:lnTo>
                    <a:pt x="550541" y="571991"/>
                  </a:lnTo>
                  <a:lnTo>
                    <a:pt x="550541" y="231791"/>
                  </a:lnTo>
                  <a:lnTo>
                    <a:pt x="550541" y="152348"/>
                  </a:lnTo>
                  <a:lnTo>
                    <a:pt x="550541" y="89343"/>
                  </a:lnTo>
                  <a:cubicBezTo>
                    <a:pt x="550541" y="88793"/>
                    <a:pt x="594540" y="89343"/>
                    <a:pt x="594540" y="89343"/>
                  </a:cubicBezTo>
                  <a:cubicBezTo>
                    <a:pt x="594540" y="89343"/>
                    <a:pt x="594540" y="104330"/>
                    <a:pt x="594540" y="129630"/>
                  </a:cubicBezTo>
                  <a:lnTo>
                    <a:pt x="594540" y="152348"/>
                  </a:lnTo>
                  <a:cubicBezTo>
                    <a:pt x="594540" y="152348"/>
                    <a:pt x="594540" y="154412"/>
                    <a:pt x="594540" y="158283"/>
                  </a:cubicBezTo>
                  <a:lnTo>
                    <a:pt x="594540" y="174729"/>
                  </a:lnTo>
                  <a:lnTo>
                    <a:pt x="594540" y="175058"/>
                  </a:lnTo>
                  <a:lnTo>
                    <a:pt x="594540" y="231791"/>
                  </a:lnTo>
                  <a:lnTo>
                    <a:pt x="594540" y="234932"/>
                  </a:lnTo>
                  <a:cubicBezTo>
                    <a:pt x="594540" y="383585"/>
                    <a:pt x="594540" y="680889"/>
                    <a:pt x="594540" y="680889"/>
                  </a:cubicBezTo>
                  <a:cubicBezTo>
                    <a:pt x="594540" y="717189"/>
                    <a:pt x="564841" y="746888"/>
                    <a:pt x="528542" y="746888"/>
                  </a:cubicBezTo>
                  <a:lnTo>
                    <a:pt x="21999" y="746888"/>
                  </a:lnTo>
                  <a:lnTo>
                    <a:pt x="21999" y="198547"/>
                  </a:lnTo>
                  <a:cubicBezTo>
                    <a:pt x="9900" y="198547"/>
                    <a:pt x="0" y="188647"/>
                    <a:pt x="0" y="176547"/>
                  </a:cubicBezTo>
                  <a:lnTo>
                    <a:pt x="0" y="133098"/>
                  </a:lnTo>
                  <a:cubicBezTo>
                    <a:pt x="0" y="120998"/>
                    <a:pt x="9900" y="111099"/>
                    <a:pt x="21999" y="111099"/>
                  </a:cubicBezTo>
                  <a:lnTo>
                    <a:pt x="21999" y="66549"/>
                  </a:lnTo>
                  <a:cubicBezTo>
                    <a:pt x="21999" y="30249"/>
                    <a:pt x="51699" y="550"/>
                    <a:pt x="87999" y="55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461" name="Freeform: Shape 1460">
              <a:extLst>
                <a:ext uri="{FF2B5EF4-FFF2-40B4-BE49-F238E27FC236}">
                  <a16:creationId xmlns:a16="http://schemas.microsoft.com/office/drawing/2014/main" id="{B7687EB8-5E68-752D-1E3C-BC229F783995}"/>
                </a:ext>
                <a:ext uri="{C183D7F6-B498-43B3-948B-1728B52AA6E4}">
                  <adec:decorative xmlns:adec="http://schemas.microsoft.com/office/drawing/2017/decorative" val="1"/>
                </a:ext>
              </a:extLst>
            </p:cNvPr>
            <p:cNvSpPr/>
            <p:nvPr/>
          </p:nvSpPr>
          <p:spPr>
            <a:xfrm>
              <a:off x="6104136" y="2930159"/>
              <a:ext cx="298746" cy="417521"/>
            </a:xfrm>
            <a:custGeom>
              <a:avLst/>
              <a:gdLst>
                <a:gd name="connsiteX0" fmla="*/ 1392857 w 4481197"/>
                <a:gd name="connsiteY0" fmla="*/ 5864965 h 6262820"/>
                <a:gd name="connsiteX1" fmla="*/ 1392857 w 4481197"/>
                <a:gd name="connsiteY1" fmla="*/ 6063895 h 6262820"/>
                <a:gd name="connsiteX2" fmla="*/ 2183594 w 4481197"/>
                <a:gd name="connsiteY2" fmla="*/ 6063895 h 6262820"/>
                <a:gd name="connsiteX3" fmla="*/ 2183594 w 4481197"/>
                <a:gd name="connsiteY3" fmla="*/ 5864965 h 6262820"/>
                <a:gd name="connsiteX4" fmla="*/ 1348100 w 4481197"/>
                <a:gd name="connsiteY4" fmla="*/ 5666039 h 6262820"/>
                <a:gd name="connsiteX5" fmla="*/ 2228354 w 4481197"/>
                <a:gd name="connsiteY5" fmla="*/ 5666039 h 6262820"/>
                <a:gd name="connsiteX6" fmla="*/ 2382523 w 4481197"/>
                <a:gd name="connsiteY6" fmla="*/ 5820208 h 6262820"/>
                <a:gd name="connsiteX7" fmla="*/ 2382523 w 4481197"/>
                <a:gd name="connsiteY7" fmla="*/ 6108655 h 6262820"/>
                <a:gd name="connsiteX8" fmla="*/ 2228354 w 4481197"/>
                <a:gd name="connsiteY8" fmla="*/ 6262820 h 6262820"/>
                <a:gd name="connsiteX9" fmla="*/ 1348100 w 4481197"/>
                <a:gd name="connsiteY9" fmla="*/ 6262820 h 6262820"/>
                <a:gd name="connsiteX10" fmla="*/ 1193931 w 4481197"/>
                <a:gd name="connsiteY10" fmla="*/ 6108655 h 6262820"/>
                <a:gd name="connsiteX11" fmla="*/ 1193931 w 4481197"/>
                <a:gd name="connsiteY11" fmla="*/ 5820208 h 6262820"/>
                <a:gd name="connsiteX12" fmla="*/ 1348100 w 4481197"/>
                <a:gd name="connsiteY12" fmla="*/ 5666039 h 6262820"/>
                <a:gd name="connsiteX13" fmla="*/ 3083736 w 4481197"/>
                <a:gd name="connsiteY13" fmla="*/ 4082964 h 6262820"/>
                <a:gd name="connsiteX14" fmla="*/ 3481591 w 4481197"/>
                <a:gd name="connsiteY14" fmla="*/ 4082964 h 6262820"/>
                <a:gd name="connsiteX15" fmla="*/ 3581054 w 4481197"/>
                <a:gd name="connsiteY15" fmla="*/ 4182427 h 6262820"/>
                <a:gd name="connsiteX16" fmla="*/ 3581054 w 4481197"/>
                <a:gd name="connsiteY16" fmla="*/ 4580282 h 6262820"/>
                <a:gd name="connsiteX17" fmla="*/ 3481591 w 4481197"/>
                <a:gd name="connsiteY17" fmla="*/ 4679745 h 6262820"/>
                <a:gd name="connsiteX18" fmla="*/ 3083736 w 4481197"/>
                <a:gd name="connsiteY18" fmla="*/ 4679745 h 6262820"/>
                <a:gd name="connsiteX19" fmla="*/ 2984273 w 4481197"/>
                <a:gd name="connsiteY19" fmla="*/ 4580282 h 6262820"/>
                <a:gd name="connsiteX20" fmla="*/ 2984273 w 4481197"/>
                <a:gd name="connsiteY20" fmla="*/ 4182427 h 6262820"/>
                <a:gd name="connsiteX21" fmla="*/ 3083736 w 4481197"/>
                <a:gd name="connsiteY21" fmla="*/ 4082964 h 6262820"/>
                <a:gd name="connsiteX22" fmla="*/ 2099051 w 4481197"/>
                <a:gd name="connsiteY22" fmla="*/ 4082964 h 6262820"/>
                <a:gd name="connsiteX23" fmla="*/ 2496906 w 4481197"/>
                <a:gd name="connsiteY23" fmla="*/ 4082964 h 6262820"/>
                <a:gd name="connsiteX24" fmla="*/ 2596369 w 4481197"/>
                <a:gd name="connsiteY24" fmla="*/ 4182427 h 6262820"/>
                <a:gd name="connsiteX25" fmla="*/ 2596369 w 4481197"/>
                <a:gd name="connsiteY25" fmla="*/ 4580282 h 6262820"/>
                <a:gd name="connsiteX26" fmla="*/ 2496906 w 4481197"/>
                <a:gd name="connsiteY26" fmla="*/ 4679745 h 6262820"/>
                <a:gd name="connsiteX27" fmla="*/ 2099051 w 4481197"/>
                <a:gd name="connsiteY27" fmla="*/ 4679745 h 6262820"/>
                <a:gd name="connsiteX28" fmla="*/ 1999588 w 4481197"/>
                <a:gd name="connsiteY28" fmla="*/ 4580282 h 6262820"/>
                <a:gd name="connsiteX29" fmla="*/ 1999588 w 4481197"/>
                <a:gd name="connsiteY29" fmla="*/ 4182427 h 6262820"/>
                <a:gd name="connsiteX30" fmla="*/ 2099051 w 4481197"/>
                <a:gd name="connsiteY30" fmla="*/ 4082964 h 6262820"/>
                <a:gd name="connsiteX31" fmla="*/ 1094473 w 4481197"/>
                <a:gd name="connsiteY31" fmla="*/ 4082964 h 6262820"/>
                <a:gd name="connsiteX32" fmla="*/ 1492328 w 4481197"/>
                <a:gd name="connsiteY32" fmla="*/ 4082964 h 6262820"/>
                <a:gd name="connsiteX33" fmla="*/ 1591791 w 4481197"/>
                <a:gd name="connsiteY33" fmla="*/ 4182427 h 6262820"/>
                <a:gd name="connsiteX34" fmla="*/ 1591791 w 4481197"/>
                <a:gd name="connsiteY34" fmla="*/ 4580282 h 6262820"/>
                <a:gd name="connsiteX35" fmla="*/ 1492328 w 4481197"/>
                <a:gd name="connsiteY35" fmla="*/ 4679745 h 6262820"/>
                <a:gd name="connsiteX36" fmla="*/ 1094473 w 4481197"/>
                <a:gd name="connsiteY36" fmla="*/ 4679745 h 6262820"/>
                <a:gd name="connsiteX37" fmla="*/ 995010 w 4481197"/>
                <a:gd name="connsiteY37" fmla="*/ 4580282 h 6262820"/>
                <a:gd name="connsiteX38" fmla="*/ 995010 w 4481197"/>
                <a:gd name="connsiteY38" fmla="*/ 4182427 h 6262820"/>
                <a:gd name="connsiteX39" fmla="*/ 1094473 w 4481197"/>
                <a:gd name="connsiteY39" fmla="*/ 4082964 h 6262820"/>
                <a:gd name="connsiteX40" fmla="*/ 99842 w 4481197"/>
                <a:gd name="connsiteY40" fmla="*/ 4082964 h 6262820"/>
                <a:gd name="connsiteX41" fmla="*/ 497697 w 4481197"/>
                <a:gd name="connsiteY41" fmla="*/ 4082964 h 6262820"/>
                <a:gd name="connsiteX42" fmla="*/ 597160 w 4481197"/>
                <a:gd name="connsiteY42" fmla="*/ 4182427 h 6262820"/>
                <a:gd name="connsiteX43" fmla="*/ 597160 w 4481197"/>
                <a:gd name="connsiteY43" fmla="*/ 4580282 h 6262820"/>
                <a:gd name="connsiteX44" fmla="*/ 497697 w 4481197"/>
                <a:gd name="connsiteY44" fmla="*/ 4679745 h 6262820"/>
                <a:gd name="connsiteX45" fmla="*/ 99842 w 4481197"/>
                <a:gd name="connsiteY45" fmla="*/ 4679745 h 6262820"/>
                <a:gd name="connsiteX46" fmla="*/ 379 w 4481197"/>
                <a:gd name="connsiteY46" fmla="*/ 4580282 h 6262820"/>
                <a:gd name="connsiteX47" fmla="*/ 379 w 4481197"/>
                <a:gd name="connsiteY47" fmla="*/ 4182427 h 6262820"/>
                <a:gd name="connsiteX48" fmla="*/ 99842 w 4481197"/>
                <a:gd name="connsiteY48" fmla="*/ 4082964 h 6262820"/>
                <a:gd name="connsiteX49" fmla="*/ 3088709 w 4481197"/>
                <a:gd name="connsiteY49" fmla="*/ 3088333 h 6262820"/>
                <a:gd name="connsiteX50" fmla="*/ 3486564 w 4481197"/>
                <a:gd name="connsiteY50" fmla="*/ 3088333 h 6262820"/>
                <a:gd name="connsiteX51" fmla="*/ 3586031 w 4481197"/>
                <a:gd name="connsiteY51" fmla="*/ 3187796 h 6262820"/>
                <a:gd name="connsiteX52" fmla="*/ 3586031 w 4481197"/>
                <a:gd name="connsiteY52" fmla="*/ 3585651 h 6262820"/>
                <a:gd name="connsiteX53" fmla="*/ 3486564 w 4481197"/>
                <a:gd name="connsiteY53" fmla="*/ 3685114 h 6262820"/>
                <a:gd name="connsiteX54" fmla="*/ 3088709 w 4481197"/>
                <a:gd name="connsiteY54" fmla="*/ 3685114 h 6262820"/>
                <a:gd name="connsiteX55" fmla="*/ 2989246 w 4481197"/>
                <a:gd name="connsiteY55" fmla="*/ 3585651 h 6262820"/>
                <a:gd name="connsiteX56" fmla="*/ 2989246 w 4481197"/>
                <a:gd name="connsiteY56" fmla="*/ 3187796 h 6262820"/>
                <a:gd name="connsiteX57" fmla="*/ 3088709 w 4481197"/>
                <a:gd name="connsiteY57" fmla="*/ 3088333 h 6262820"/>
                <a:gd name="connsiteX58" fmla="*/ 2099051 w 4481197"/>
                <a:gd name="connsiteY58" fmla="*/ 3088333 h 6262820"/>
                <a:gd name="connsiteX59" fmla="*/ 2496906 w 4481197"/>
                <a:gd name="connsiteY59" fmla="*/ 3088333 h 6262820"/>
                <a:gd name="connsiteX60" fmla="*/ 2596369 w 4481197"/>
                <a:gd name="connsiteY60" fmla="*/ 3187796 h 6262820"/>
                <a:gd name="connsiteX61" fmla="*/ 2596369 w 4481197"/>
                <a:gd name="connsiteY61" fmla="*/ 3585651 h 6262820"/>
                <a:gd name="connsiteX62" fmla="*/ 2496906 w 4481197"/>
                <a:gd name="connsiteY62" fmla="*/ 3685114 h 6262820"/>
                <a:gd name="connsiteX63" fmla="*/ 2099051 w 4481197"/>
                <a:gd name="connsiteY63" fmla="*/ 3685114 h 6262820"/>
                <a:gd name="connsiteX64" fmla="*/ 1999588 w 4481197"/>
                <a:gd name="connsiteY64" fmla="*/ 3585651 h 6262820"/>
                <a:gd name="connsiteX65" fmla="*/ 1999588 w 4481197"/>
                <a:gd name="connsiteY65" fmla="*/ 3187796 h 6262820"/>
                <a:gd name="connsiteX66" fmla="*/ 2099051 w 4481197"/>
                <a:gd name="connsiteY66" fmla="*/ 3088333 h 6262820"/>
                <a:gd name="connsiteX67" fmla="*/ 1094473 w 4481197"/>
                <a:gd name="connsiteY67" fmla="*/ 3088333 h 6262820"/>
                <a:gd name="connsiteX68" fmla="*/ 1492328 w 4481197"/>
                <a:gd name="connsiteY68" fmla="*/ 3088333 h 6262820"/>
                <a:gd name="connsiteX69" fmla="*/ 1591791 w 4481197"/>
                <a:gd name="connsiteY69" fmla="*/ 3187796 h 6262820"/>
                <a:gd name="connsiteX70" fmla="*/ 1591791 w 4481197"/>
                <a:gd name="connsiteY70" fmla="*/ 3585651 h 6262820"/>
                <a:gd name="connsiteX71" fmla="*/ 1492328 w 4481197"/>
                <a:gd name="connsiteY71" fmla="*/ 3685114 h 6262820"/>
                <a:gd name="connsiteX72" fmla="*/ 1094473 w 4481197"/>
                <a:gd name="connsiteY72" fmla="*/ 3685114 h 6262820"/>
                <a:gd name="connsiteX73" fmla="*/ 995010 w 4481197"/>
                <a:gd name="connsiteY73" fmla="*/ 3585651 h 6262820"/>
                <a:gd name="connsiteX74" fmla="*/ 995010 w 4481197"/>
                <a:gd name="connsiteY74" fmla="*/ 3187796 h 6262820"/>
                <a:gd name="connsiteX75" fmla="*/ 1094473 w 4481197"/>
                <a:gd name="connsiteY75" fmla="*/ 3088333 h 6262820"/>
                <a:gd name="connsiteX76" fmla="*/ 99842 w 4481197"/>
                <a:gd name="connsiteY76" fmla="*/ 3088333 h 6262820"/>
                <a:gd name="connsiteX77" fmla="*/ 497697 w 4481197"/>
                <a:gd name="connsiteY77" fmla="*/ 3088333 h 6262820"/>
                <a:gd name="connsiteX78" fmla="*/ 597160 w 4481197"/>
                <a:gd name="connsiteY78" fmla="*/ 3187796 h 6262820"/>
                <a:gd name="connsiteX79" fmla="*/ 597160 w 4481197"/>
                <a:gd name="connsiteY79" fmla="*/ 3585651 h 6262820"/>
                <a:gd name="connsiteX80" fmla="*/ 497697 w 4481197"/>
                <a:gd name="connsiteY80" fmla="*/ 3685114 h 6262820"/>
                <a:gd name="connsiteX81" fmla="*/ 99842 w 4481197"/>
                <a:gd name="connsiteY81" fmla="*/ 3685114 h 6262820"/>
                <a:gd name="connsiteX82" fmla="*/ 379 w 4481197"/>
                <a:gd name="connsiteY82" fmla="*/ 3585651 h 6262820"/>
                <a:gd name="connsiteX83" fmla="*/ 379 w 4481197"/>
                <a:gd name="connsiteY83" fmla="*/ 3187796 h 6262820"/>
                <a:gd name="connsiteX84" fmla="*/ 99842 w 4481197"/>
                <a:gd name="connsiteY84" fmla="*/ 3088333 h 6262820"/>
                <a:gd name="connsiteX85" fmla="*/ 3083736 w 4481197"/>
                <a:gd name="connsiteY85" fmla="*/ 2093701 h 6262820"/>
                <a:gd name="connsiteX86" fmla="*/ 3481591 w 4481197"/>
                <a:gd name="connsiteY86" fmla="*/ 2093701 h 6262820"/>
                <a:gd name="connsiteX87" fmla="*/ 3581054 w 4481197"/>
                <a:gd name="connsiteY87" fmla="*/ 2193164 h 6262820"/>
                <a:gd name="connsiteX88" fmla="*/ 3581054 w 4481197"/>
                <a:gd name="connsiteY88" fmla="*/ 2591019 h 6262820"/>
                <a:gd name="connsiteX89" fmla="*/ 3481591 w 4481197"/>
                <a:gd name="connsiteY89" fmla="*/ 2690482 h 6262820"/>
                <a:gd name="connsiteX90" fmla="*/ 3083736 w 4481197"/>
                <a:gd name="connsiteY90" fmla="*/ 2690482 h 6262820"/>
                <a:gd name="connsiteX91" fmla="*/ 2984273 w 4481197"/>
                <a:gd name="connsiteY91" fmla="*/ 2591019 h 6262820"/>
                <a:gd name="connsiteX92" fmla="*/ 2984273 w 4481197"/>
                <a:gd name="connsiteY92" fmla="*/ 2193164 h 6262820"/>
                <a:gd name="connsiteX93" fmla="*/ 3083736 w 4481197"/>
                <a:gd name="connsiteY93" fmla="*/ 2093701 h 6262820"/>
                <a:gd name="connsiteX94" fmla="*/ 2092314 w 4481197"/>
                <a:gd name="connsiteY94" fmla="*/ 2093701 h 6262820"/>
                <a:gd name="connsiteX95" fmla="*/ 2490169 w 4481197"/>
                <a:gd name="connsiteY95" fmla="*/ 2093701 h 6262820"/>
                <a:gd name="connsiteX96" fmla="*/ 2589632 w 4481197"/>
                <a:gd name="connsiteY96" fmla="*/ 2193164 h 6262820"/>
                <a:gd name="connsiteX97" fmla="*/ 2589632 w 4481197"/>
                <a:gd name="connsiteY97" fmla="*/ 2591019 h 6262820"/>
                <a:gd name="connsiteX98" fmla="*/ 2490169 w 4481197"/>
                <a:gd name="connsiteY98" fmla="*/ 2690482 h 6262820"/>
                <a:gd name="connsiteX99" fmla="*/ 2092314 w 4481197"/>
                <a:gd name="connsiteY99" fmla="*/ 2690482 h 6262820"/>
                <a:gd name="connsiteX100" fmla="*/ 1992851 w 4481197"/>
                <a:gd name="connsiteY100" fmla="*/ 2591019 h 6262820"/>
                <a:gd name="connsiteX101" fmla="*/ 1992851 w 4481197"/>
                <a:gd name="connsiteY101" fmla="*/ 2193164 h 6262820"/>
                <a:gd name="connsiteX102" fmla="*/ 2092314 w 4481197"/>
                <a:gd name="connsiteY102" fmla="*/ 2093701 h 6262820"/>
                <a:gd name="connsiteX103" fmla="*/ 1104420 w 4481197"/>
                <a:gd name="connsiteY103" fmla="*/ 2093701 h 6262820"/>
                <a:gd name="connsiteX104" fmla="*/ 1502275 w 4481197"/>
                <a:gd name="connsiteY104" fmla="*/ 2093701 h 6262820"/>
                <a:gd name="connsiteX105" fmla="*/ 1601738 w 4481197"/>
                <a:gd name="connsiteY105" fmla="*/ 2193164 h 6262820"/>
                <a:gd name="connsiteX106" fmla="*/ 1601738 w 4481197"/>
                <a:gd name="connsiteY106" fmla="*/ 2591019 h 6262820"/>
                <a:gd name="connsiteX107" fmla="*/ 1502275 w 4481197"/>
                <a:gd name="connsiteY107" fmla="*/ 2690482 h 6262820"/>
                <a:gd name="connsiteX108" fmla="*/ 1104420 w 4481197"/>
                <a:gd name="connsiteY108" fmla="*/ 2690482 h 6262820"/>
                <a:gd name="connsiteX109" fmla="*/ 1004957 w 4481197"/>
                <a:gd name="connsiteY109" fmla="*/ 2591019 h 6262820"/>
                <a:gd name="connsiteX110" fmla="*/ 1004957 w 4481197"/>
                <a:gd name="connsiteY110" fmla="*/ 2193164 h 6262820"/>
                <a:gd name="connsiteX111" fmla="*/ 1104420 w 4481197"/>
                <a:gd name="connsiteY111" fmla="*/ 2093701 h 6262820"/>
                <a:gd name="connsiteX112" fmla="*/ 99840 w 4481197"/>
                <a:gd name="connsiteY112" fmla="*/ 2088728 h 6262820"/>
                <a:gd name="connsiteX113" fmla="*/ 497696 w 4481197"/>
                <a:gd name="connsiteY113" fmla="*/ 2088728 h 6262820"/>
                <a:gd name="connsiteX114" fmla="*/ 597159 w 4481197"/>
                <a:gd name="connsiteY114" fmla="*/ 2188191 h 6262820"/>
                <a:gd name="connsiteX115" fmla="*/ 597159 w 4481197"/>
                <a:gd name="connsiteY115" fmla="*/ 2591019 h 6262820"/>
                <a:gd name="connsiteX116" fmla="*/ 497696 w 4481197"/>
                <a:gd name="connsiteY116" fmla="*/ 2690482 h 6262820"/>
                <a:gd name="connsiteX117" fmla="*/ 99840 w 4481197"/>
                <a:gd name="connsiteY117" fmla="*/ 2690482 h 6262820"/>
                <a:gd name="connsiteX118" fmla="*/ 377 w 4481197"/>
                <a:gd name="connsiteY118" fmla="*/ 2591019 h 6262820"/>
                <a:gd name="connsiteX119" fmla="*/ 377 w 4481197"/>
                <a:gd name="connsiteY119" fmla="*/ 2188191 h 6262820"/>
                <a:gd name="connsiteX120" fmla="*/ 99840 w 4481197"/>
                <a:gd name="connsiteY120" fmla="*/ 2088728 h 6262820"/>
                <a:gd name="connsiteX121" fmla="*/ 1790710 w 4481197"/>
                <a:gd name="connsiteY121" fmla="*/ 691272 h 6262820"/>
                <a:gd name="connsiteX122" fmla="*/ 2009526 w 4481197"/>
                <a:gd name="connsiteY122" fmla="*/ 910093 h 6262820"/>
                <a:gd name="connsiteX123" fmla="*/ 1790710 w 4481197"/>
                <a:gd name="connsiteY123" fmla="*/ 1128909 h 6262820"/>
                <a:gd name="connsiteX124" fmla="*/ 1571889 w 4481197"/>
                <a:gd name="connsiteY124" fmla="*/ 910093 h 6262820"/>
                <a:gd name="connsiteX125" fmla="*/ 1790710 w 4481197"/>
                <a:gd name="connsiteY125" fmla="*/ 691272 h 6262820"/>
                <a:gd name="connsiteX126" fmla="*/ 3884412 w 4481197"/>
                <a:gd name="connsiteY126" fmla="*/ 0 h 6262820"/>
                <a:gd name="connsiteX127" fmla="*/ 4481197 w 4481197"/>
                <a:gd name="connsiteY127" fmla="*/ 0 h 6262820"/>
                <a:gd name="connsiteX128" fmla="*/ 4481197 w 4481197"/>
                <a:gd name="connsiteY128" fmla="*/ 596781 h 6262820"/>
                <a:gd name="connsiteX129" fmla="*/ 3884412 w 4481197"/>
                <a:gd name="connsiteY129" fmla="*/ 596781 h 6262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481197" h="6262820">
                  <a:moveTo>
                    <a:pt x="1392857" y="5864965"/>
                  </a:moveTo>
                  <a:lnTo>
                    <a:pt x="1392857" y="6063895"/>
                  </a:lnTo>
                  <a:lnTo>
                    <a:pt x="2183594" y="6063895"/>
                  </a:lnTo>
                  <a:lnTo>
                    <a:pt x="2183594" y="5864965"/>
                  </a:lnTo>
                  <a:close/>
                  <a:moveTo>
                    <a:pt x="1348100" y="5666039"/>
                  </a:moveTo>
                  <a:lnTo>
                    <a:pt x="2228354" y="5666039"/>
                  </a:lnTo>
                  <a:cubicBezTo>
                    <a:pt x="2312898" y="5666039"/>
                    <a:pt x="2382523" y="5735664"/>
                    <a:pt x="2382523" y="5820208"/>
                  </a:cubicBezTo>
                  <a:lnTo>
                    <a:pt x="2382523" y="6108655"/>
                  </a:lnTo>
                  <a:cubicBezTo>
                    <a:pt x="2382523" y="6193199"/>
                    <a:pt x="2312898" y="6262820"/>
                    <a:pt x="2228354" y="6262820"/>
                  </a:cubicBezTo>
                  <a:lnTo>
                    <a:pt x="1348100" y="6262820"/>
                  </a:lnTo>
                  <a:cubicBezTo>
                    <a:pt x="1263556" y="6262820"/>
                    <a:pt x="1193931" y="6193199"/>
                    <a:pt x="1193931" y="6108655"/>
                  </a:cubicBezTo>
                  <a:lnTo>
                    <a:pt x="1193931" y="5820208"/>
                  </a:lnTo>
                  <a:cubicBezTo>
                    <a:pt x="1193931" y="5735664"/>
                    <a:pt x="1263556" y="5666039"/>
                    <a:pt x="1348100" y="5666039"/>
                  </a:cubicBezTo>
                  <a:close/>
                  <a:moveTo>
                    <a:pt x="3083736" y="4082964"/>
                  </a:moveTo>
                  <a:lnTo>
                    <a:pt x="3481591" y="4082964"/>
                  </a:lnTo>
                  <a:cubicBezTo>
                    <a:pt x="3536298" y="4082964"/>
                    <a:pt x="3581054" y="4127725"/>
                    <a:pt x="3581054" y="4182427"/>
                  </a:cubicBezTo>
                  <a:lnTo>
                    <a:pt x="3581054" y="4580282"/>
                  </a:lnTo>
                  <a:cubicBezTo>
                    <a:pt x="3581054" y="4634989"/>
                    <a:pt x="3536298" y="4679745"/>
                    <a:pt x="3481591" y="4679745"/>
                  </a:cubicBezTo>
                  <a:lnTo>
                    <a:pt x="3083736" y="4679745"/>
                  </a:lnTo>
                  <a:cubicBezTo>
                    <a:pt x="3029034" y="4679745"/>
                    <a:pt x="2984273" y="4634989"/>
                    <a:pt x="2984273" y="4580282"/>
                  </a:cubicBezTo>
                  <a:lnTo>
                    <a:pt x="2984273" y="4182427"/>
                  </a:lnTo>
                  <a:cubicBezTo>
                    <a:pt x="2984273" y="4127725"/>
                    <a:pt x="3029034" y="4082964"/>
                    <a:pt x="3083736" y="4082964"/>
                  </a:cubicBezTo>
                  <a:close/>
                  <a:moveTo>
                    <a:pt x="2099051" y="4082964"/>
                  </a:moveTo>
                  <a:lnTo>
                    <a:pt x="2496906" y="4082964"/>
                  </a:lnTo>
                  <a:cubicBezTo>
                    <a:pt x="2551613" y="4082964"/>
                    <a:pt x="2596369" y="4127725"/>
                    <a:pt x="2596369" y="4182427"/>
                  </a:cubicBezTo>
                  <a:lnTo>
                    <a:pt x="2596369" y="4580282"/>
                  </a:lnTo>
                  <a:cubicBezTo>
                    <a:pt x="2596369" y="4634989"/>
                    <a:pt x="2551613" y="4679745"/>
                    <a:pt x="2496906" y="4679745"/>
                  </a:cubicBezTo>
                  <a:lnTo>
                    <a:pt x="2099051" y="4679745"/>
                  </a:lnTo>
                  <a:cubicBezTo>
                    <a:pt x="2044349" y="4679745"/>
                    <a:pt x="1999588" y="4634989"/>
                    <a:pt x="1999588" y="4580282"/>
                  </a:cubicBezTo>
                  <a:lnTo>
                    <a:pt x="1999588" y="4182427"/>
                  </a:lnTo>
                  <a:cubicBezTo>
                    <a:pt x="1999588" y="4127725"/>
                    <a:pt x="2044349" y="4082964"/>
                    <a:pt x="2099051" y="4082964"/>
                  </a:cubicBezTo>
                  <a:close/>
                  <a:moveTo>
                    <a:pt x="1094473" y="4082964"/>
                  </a:moveTo>
                  <a:lnTo>
                    <a:pt x="1492328" y="4082964"/>
                  </a:lnTo>
                  <a:cubicBezTo>
                    <a:pt x="1547035" y="4082964"/>
                    <a:pt x="1591791" y="4127725"/>
                    <a:pt x="1591791" y="4182427"/>
                  </a:cubicBezTo>
                  <a:lnTo>
                    <a:pt x="1591791" y="4580282"/>
                  </a:lnTo>
                  <a:cubicBezTo>
                    <a:pt x="1591791" y="4634989"/>
                    <a:pt x="1547035" y="4679745"/>
                    <a:pt x="1492328" y="4679745"/>
                  </a:cubicBezTo>
                  <a:lnTo>
                    <a:pt x="1094473" y="4679745"/>
                  </a:lnTo>
                  <a:cubicBezTo>
                    <a:pt x="1039771" y="4679745"/>
                    <a:pt x="995010" y="4634989"/>
                    <a:pt x="995010" y="4580282"/>
                  </a:cubicBezTo>
                  <a:lnTo>
                    <a:pt x="995010" y="4182427"/>
                  </a:lnTo>
                  <a:cubicBezTo>
                    <a:pt x="995010" y="4127725"/>
                    <a:pt x="1039771" y="4082964"/>
                    <a:pt x="1094473" y="4082964"/>
                  </a:cubicBezTo>
                  <a:close/>
                  <a:moveTo>
                    <a:pt x="99842" y="4082964"/>
                  </a:moveTo>
                  <a:lnTo>
                    <a:pt x="497697" y="4082964"/>
                  </a:lnTo>
                  <a:cubicBezTo>
                    <a:pt x="552404" y="4082964"/>
                    <a:pt x="597160" y="4127725"/>
                    <a:pt x="597160" y="4182427"/>
                  </a:cubicBezTo>
                  <a:lnTo>
                    <a:pt x="597160" y="4580282"/>
                  </a:lnTo>
                  <a:cubicBezTo>
                    <a:pt x="597160" y="4634989"/>
                    <a:pt x="552404" y="4679745"/>
                    <a:pt x="497697" y="4679745"/>
                  </a:cubicBezTo>
                  <a:lnTo>
                    <a:pt x="99842" y="4679745"/>
                  </a:lnTo>
                  <a:cubicBezTo>
                    <a:pt x="45140" y="4679745"/>
                    <a:pt x="5352" y="4634989"/>
                    <a:pt x="379" y="4580282"/>
                  </a:cubicBezTo>
                  <a:lnTo>
                    <a:pt x="379" y="4182427"/>
                  </a:lnTo>
                  <a:cubicBezTo>
                    <a:pt x="379" y="4127725"/>
                    <a:pt x="45140" y="4082964"/>
                    <a:pt x="99842" y="4082964"/>
                  </a:cubicBezTo>
                  <a:close/>
                  <a:moveTo>
                    <a:pt x="3088709" y="3088333"/>
                  </a:moveTo>
                  <a:lnTo>
                    <a:pt x="3486564" y="3088333"/>
                  </a:lnTo>
                  <a:cubicBezTo>
                    <a:pt x="3541271" y="3088333"/>
                    <a:pt x="3586031" y="3133093"/>
                    <a:pt x="3586031" y="3187796"/>
                  </a:cubicBezTo>
                  <a:lnTo>
                    <a:pt x="3586031" y="3585651"/>
                  </a:lnTo>
                  <a:cubicBezTo>
                    <a:pt x="3586031" y="3640357"/>
                    <a:pt x="3541271" y="3685114"/>
                    <a:pt x="3486564" y="3685114"/>
                  </a:cubicBezTo>
                  <a:lnTo>
                    <a:pt x="3088709" y="3685114"/>
                  </a:lnTo>
                  <a:cubicBezTo>
                    <a:pt x="3034007" y="3685114"/>
                    <a:pt x="2989246" y="3640357"/>
                    <a:pt x="2989246" y="3585651"/>
                  </a:cubicBezTo>
                  <a:lnTo>
                    <a:pt x="2989246" y="3187796"/>
                  </a:lnTo>
                  <a:cubicBezTo>
                    <a:pt x="2989246" y="3133093"/>
                    <a:pt x="3034007" y="3088333"/>
                    <a:pt x="3088709" y="3088333"/>
                  </a:cubicBezTo>
                  <a:close/>
                  <a:moveTo>
                    <a:pt x="2099051" y="3088333"/>
                  </a:moveTo>
                  <a:lnTo>
                    <a:pt x="2496906" y="3088333"/>
                  </a:lnTo>
                  <a:cubicBezTo>
                    <a:pt x="2551613" y="3088333"/>
                    <a:pt x="2596369" y="3133093"/>
                    <a:pt x="2596369" y="3187796"/>
                  </a:cubicBezTo>
                  <a:lnTo>
                    <a:pt x="2596369" y="3585651"/>
                  </a:lnTo>
                  <a:cubicBezTo>
                    <a:pt x="2596369" y="3640357"/>
                    <a:pt x="2551613" y="3685114"/>
                    <a:pt x="2496906" y="3685114"/>
                  </a:cubicBezTo>
                  <a:lnTo>
                    <a:pt x="2099051" y="3685114"/>
                  </a:lnTo>
                  <a:cubicBezTo>
                    <a:pt x="2044349" y="3685114"/>
                    <a:pt x="1999588" y="3640357"/>
                    <a:pt x="1999588" y="3585651"/>
                  </a:cubicBezTo>
                  <a:lnTo>
                    <a:pt x="1999588" y="3187796"/>
                  </a:lnTo>
                  <a:cubicBezTo>
                    <a:pt x="1999588" y="3133093"/>
                    <a:pt x="2044349" y="3088333"/>
                    <a:pt x="2099051" y="3088333"/>
                  </a:cubicBezTo>
                  <a:close/>
                  <a:moveTo>
                    <a:pt x="1094473" y="3088333"/>
                  </a:moveTo>
                  <a:lnTo>
                    <a:pt x="1492328" y="3088333"/>
                  </a:lnTo>
                  <a:cubicBezTo>
                    <a:pt x="1547035" y="3088333"/>
                    <a:pt x="1591791" y="3133093"/>
                    <a:pt x="1591791" y="3187796"/>
                  </a:cubicBezTo>
                  <a:lnTo>
                    <a:pt x="1591791" y="3585651"/>
                  </a:lnTo>
                  <a:cubicBezTo>
                    <a:pt x="1591791" y="3640357"/>
                    <a:pt x="1547035" y="3685114"/>
                    <a:pt x="1492328" y="3685114"/>
                  </a:cubicBezTo>
                  <a:lnTo>
                    <a:pt x="1094473" y="3685114"/>
                  </a:lnTo>
                  <a:cubicBezTo>
                    <a:pt x="1039771" y="3685114"/>
                    <a:pt x="995010" y="3640357"/>
                    <a:pt x="995010" y="3585651"/>
                  </a:cubicBezTo>
                  <a:lnTo>
                    <a:pt x="995010" y="3187796"/>
                  </a:lnTo>
                  <a:cubicBezTo>
                    <a:pt x="995010" y="3133093"/>
                    <a:pt x="1039771" y="3088333"/>
                    <a:pt x="1094473" y="3088333"/>
                  </a:cubicBezTo>
                  <a:close/>
                  <a:moveTo>
                    <a:pt x="99842" y="3088333"/>
                  </a:moveTo>
                  <a:lnTo>
                    <a:pt x="497697" y="3088333"/>
                  </a:lnTo>
                  <a:cubicBezTo>
                    <a:pt x="552404" y="3088333"/>
                    <a:pt x="597160" y="3133093"/>
                    <a:pt x="597160" y="3187796"/>
                  </a:cubicBezTo>
                  <a:lnTo>
                    <a:pt x="597160" y="3585651"/>
                  </a:lnTo>
                  <a:cubicBezTo>
                    <a:pt x="597160" y="3640357"/>
                    <a:pt x="552404" y="3685114"/>
                    <a:pt x="497697" y="3685114"/>
                  </a:cubicBezTo>
                  <a:lnTo>
                    <a:pt x="99842" y="3685114"/>
                  </a:lnTo>
                  <a:cubicBezTo>
                    <a:pt x="45140" y="3685114"/>
                    <a:pt x="5352" y="3640357"/>
                    <a:pt x="379" y="3585651"/>
                  </a:cubicBezTo>
                  <a:lnTo>
                    <a:pt x="379" y="3187796"/>
                  </a:lnTo>
                  <a:cubicBezTo>
                    <a:pt x="379" y="3133093"/>
                    <a:pt x="45140" y="3088333"/>
                    <a:pt x="99842" y="3088333"/>
                  </a:cubicBezTo>
                  <a:close/>
                  <a:moveTo>
                    <a:pt x="3083736" y="2093701"/>
                  </a:moveTo>
                  <a:lnTo>
                    <a:pt x="3481591" y="2093701"/>
                  </a:lnTo>
                  <a:cubicBezTo>
                    <a:pt x="3536298" y="2093701"/>
                    <a:pt x="3581054" y="2138461"/>
                    <a:pt x="3581054" y="2193164"/>
                  </a:cubicBezTo>
                  <a:lnTo>
                    <a:pt x="3581054" y="2591019"/>
                  </a:lnTo>
                  <a:cubicBezTo>
                    <a:pt x="3581054" y="2645725"/>
                    <a:pt x="3536298" y="2690482"/>
                    <a:pt x="3481591" y="2690482"/>
                  </a:cubicBezTo>
                  <a:lnTo>
                    <a:pt x="3083736" y="2690482"/>
                  </a:lnTo>
                  <a:cubicBezTo>
                    <a:pt x="3029034" y="2690482"/>
                    <a:pt x="2984273" y="2645725"/>
                    <a:pt x="2984273" y="2591019"/>
                  </a:cubicBezTo>
                  <a:lnTo>
                    <a:pt x="2984273" y="2193164"/>
                  </a:lnTo>
                  <a:cubicBezTo>
                    <a:pt x="2984273" y="2138461"/>
                    <a:pt x="3029034" y="2093701"/>
                    <a:pt x="3083736" y="2093701"/>
                  </a:cubicBezTo>
                  <a:close/>
                  <a:moveTo>
                    <a:pt x="2092314" y="2093701"/>
                  </a:moveTo>
                  <a:lnTo>
                    <a:pt x="2490169" y="2093701"/>
                  </a:lnTo>
                  <a:cubicBezTo>
                    <a:pt x="2544876" y="2093701"/>
                    <a:pt x="2589632" y="2138461"/>
                    <a:pt x="2589632" y="2193164"/>
                  </a:cubicBezTo>
                  <a:lnTo>
                    <a:pt x="2589632" y="2591019"/>
                  </a:lnTo>
                  <a:cubicBezTo>
                    <a:pt x="2589632" y="2645725"/>
                    <a:pt x="2544876" y="2690482"/>
                    <a:pt x="2490169" y="2690482"/>
                  </a:cubicBezTo>
                  <a:lnTo>
                    <a:pt x="2092314" y="2690482"/>
                  </a:lnTo>
                  <a:cubicBezTo>
                    <a:pt x="2037612" y="2690482"/>
                    <a:pt x="1992851" y="2645725"/>
                    <a:pt x="1992851" y="2591019"/>
                  </a:cubicBezTo>
                  <a:lnTo>
                    <a:pt x="1992851" y="2193164"/>
                  </a:lnTo>
                  <a:cubicBezTo>
                    <a:pt x="1992851" y="2138461"/>
                    <a:pt x="2037612" y="2093701"/>
                    <a:pt x="2092314" y="2093701"/>
                  </a:cubicBezTo>
                  <a:close/>
                  <a:moveTo>
                    <a:pt x="1104420" y="2093701"/>
                  </a:moveTo>
                  <a:lnTo>
                    <a:pt x="1502275" y="2093701"/>
                  </a:lnTo>
                  <a:cubicBezTo>
                    <a:pt x="1556982" y="2093701"/>
                    <a:pt x="1601738" y="2138461"/>
                    <a:pt x="1601738" y="2193164"/>
                  </a:cubicBezTo>
                  <a:lnTo>
                    <a:pt x="1601738" y="2591019"/>
                  </a:lnTo>
                  <a:cubicBezTo>
                    <a:pt x="1601738" y="2645725"/>
                    <a:pt x="1556982" y="2690482"/>
                    <a:pt x="1502275" y="2690482"/>
                  </a:cubicBezTo>
                  <a:lnTo>
                    <a:pt x="1104420" y="2690482"/>
                  </a:lnTo>
                  <a:cubicBezTo>
                    <a:pt x="1049718" y="2690482"/>
                    <a:pt x="1004957" y="2645725"/>
                    <a:pt x="1004957" y="2591019"/>
                  </a:cubicBezTo>
                  <a:lnTo>
                    <a:pt x="1004957" y="2193164"/>
                  </a:lnTo>
                  <a:cubicBezTo>
                    <a:pt x="1004957" y="2138461"/>
                    <a:pt x="1049718" y="2093701"/>
                    <a:pt x="1104420" y="2093701"/>
                  </a:cubicBezTo>
                  <a:close/>
                  <a:moveTo>
                    <a:pt x="99840" y="2088728"/>
                  </a:moveTo>
                  <a:lnTo>
                    <a:pt x="497696" y="2088728"/>
                  </a:lnTo>
                  <a:cubicBezTo>
                    <a:pt x="552403" y="2088728"/>
                    <a:pt x="597159" y="2133489"/>
                    <a:pt x="597159" y="2188191"/>
                  </a:cubicBezTo>
                  <a:lnTo>
                    <a:pt x="597159" y="2591019"/>
                  </a:lnTo>
                  <a:cubicBezTo>
                    <a:pt x="597159" y="2645725"/>
                    <a:pt x="552403" y="2690482"/>
                    <a:pt x="497696" y="2690482"/>
                  </a:cubicBezTo>
                  <a:lnTo>
                    <a:pt x="99840" y="2690482"/>
                  </a:lnTo>
                  <a:cubicBezTo>
                    <a:pt x="40161" y="2690482"/>
                    <a:pt x="-4596" y="2645725"/>
                    <a:pt x="377" y="2591019"/>
                  </a:cubicBezTo>
                  <a:lnTo>
                    <a:pt x="377" y="2188191"/>
                  </a:lnTo>
                  <a:cubicBezTo>
                    <a:pt x="377" y="2133489"/>
                    <a:pt x="45134" y="2088728"/>
                    <a:pt x="99840" y="2088728"/>
                  </a:cubicBezTo>
                  <a:close/>
                  <a:moveTo>
                    <a:pt x="1790710" y="691272"/>
                  </a:moveTo>
                  <a:cubicBezTo>
                    <a:pt x="1911561" y="691272"/>
                    <a:pt x="2009526" y="789241"/>
                    <a:pt x="2009526" y="910093"/>
                  </a:cubicBezTo>
                  <a:cubicBezTo>
                    <a:pt x="2009526" y="1030944"/>
                    <a:pt x="1911561" y="1128909"/>
                    <a:pt x="1790710" y="1128909"/>
                  </a:cubicBezTo>
                  <a:cubicBezTo>
                    <a:pt x="1669858" y="1128909"/>
                    <a:pt x="1571889" y="1030944"/>
                    <a:pt x="1571889" y="910093"/>
                  </a:cubicBezTo>
                  <a:cubicBezTo>
                    <a:pt x="1571889" y="789241"/>
                    <a:pt x="1669858" y="691272"/>
                    <a:pt x="1790710" y="691272"/>
                  </a:cubicBezTo>
                  <a:close/>
                  <a:moveTo>
                    <a:pt x="3884412" y="0"/>
                  </a:moveTo>
                  <a:lnTo>
                    <a:pt x="4481197" y="0"/>
                  </a:lnTo>
                  <a:lnTo>
                    <a:pt x="4481197" y="596781"/>
                  </a:lnTo>
                  <a:lnTo>
                    <a:pt x="3884412" y="596781"/>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80" name="Group 79">
            <a:extLst>
              <a:ext uri="{FF2B5EF4-FFF2-40B4-BE49-F238E27FC236}">
                <a16:creationId xmlns:a16="http://schemas.microsoft.com/office/drawing/2014/main" id="{B506EAE0-24AB-7A17-A606-D2BBB6B5D9FF}"/>
              </a:ext>
              <a:ext uri="{C183D7F6-B498-43B3-948B-1728B52AA6E4}">
                <adec:decorative xmlns:adec="http://schemas.microsoft.com/office/drawing/2017/decorative" val="1"/>
              </a:ext>
            </a:extLst>
          </p:cNvPr>
          <p:cNvGrpSpPr>
            <a:grpSpLocks noChangeAspect="1"/>
          </p:cNvGrpSpPr>
          <p:nvPr/>
        </p:nvGrpSpPr>
        <p:grpSpPr>
          <a:xfrm>
            <a:off x="6592203" y="2930159"/>
            <a:ext cx="363147" cy="457200"/>
            <a:chOff x="6592203" y="2930159"/>
            <a:chExt cx="363147" cy="457200"/>
          </a:xfrm>
          <a:solidFill>
            <a:srgbClr val="FF0000"/>
          </a:solidFill>
        </p:grpSpPr>
        <p:sp>
          <p:nvSpPr>
            <p:cNvPr id="1477" name="Freeform: Shape 1476">
              <a:extLst>
                <a:ext uri="{FF2B5EF4-FFF2-40B4-BE49-F238E27FC236}">
                  <a16:creationId xmlns:a16="http://schemas.microsoft.com/office/drawing/2014/main" id="{BC798CBE-6E45-D8B8-D5D5-8F917075730F}"/>
                </a:ext>
                <a:ext uri="{C183D7F6-B498-43B3-948B-1728B52AA6E4}">
                  <adec:decorative xmlns:adec="http://schemas.microsoft.com/office/drawing/2017/decorative" val="1"/>
                </a:ext>
              </a:extLst>
            </p:cNvPr>
            <p:cNvSpPr/>
            <p:nvPr/>
          </p:nvSpPr>
          <p:spPr>
            <a:xfrm>
              <a:off x="6592203" y="2955576"/>
              <a:ext cx="337957" cy="426762"/>
            </a:xfrm>
            <a:custGeom>
              <a:avLst/>
              <a:gdLst>
                <a:gd name="connsiteX0" fmla="*/ 3822036 w 5069369"/>
                <a:gd name="connsiteY0" fmla="*/ 0 h 6401429"/>
                <a:gd name="connsiteX1" fmla="*/ 5069369 w 5069369"/>
                <a:gd name="connsiteY1" fmla="*/ 0 h 6401429"/>
                <a:gd name="connsiteX2" fmla="*/ 5069369 w 5069369"/>
                <a:gd name="connsiteY2" fmla="*/ 42363 h 6401429"/>
                <a:gd name="connsiteX3" fmla="*/ 5069369 w 5069369"/>
                <a:gd name="connsiteY3" fmla="*/ 875489 h 6401429"/>
                <a:gd name="connsiteX4" fmla="*/ 5069369 w 5069369"/>
                <a:gd name="connsiteY4" fmla="*/ 946096 h 6401429"/>
                <a:gd name="connsiteX5" fmla="*/ 4848144 w 5069369"/>
                <a:gd name="connsiteY5" fmla="*/ 870783 h 6401429"/>
                <a:gd name="connsiteX6" fmla="*/ 4796368 w 5069369"/>
                <a:gd name="connsiteY6" fmla="*/ 866076 h 6401429"/>
                <a:gd name="connsiteX7" fmla="*/ 4692816 w 5069369"/>
                <a:gd name="connsiteY7" fmla="*/ 875489 h 6401429"/>
                <a:gd name="connsiteX8" fmla="*/ 4692816 w 5069369"/>
                <a:gd name="connsiteY8" fmla="*/ 376555 h 6401429"/>
                <a:gd name="connsiteX9" fmla="*/ 3902052 w 5069369"/>
                <a:gd name="connsiteY9" fmla="*/ 376555 h 6401429"/>
                <a:gd name="connsiteX10" fmla="*/ 3822036 w 5069369"/>
                <a:gd name="connsiteY10" fmla="*/ 0 h 6401429"/>
                <a:gd name="connsiteX11" fmla="*/ 738993 w 5069369"/>
                <a:gd name="connsiteY11" fmla="*/ 0 h 6401429"/>
                <a:gd name="connsiteX12" fmla="*/ 2094587 w 5069369"/>
                <a:gd name="connsiteY12" fmla="*/ 0 h 6401429"/>
                <a:gd name="connsiteX13" fmla="*/ 2033396 w 5069369"/>
                <a:gd name="connsiteY13" fmla="*/ 202402 h 6401429"/>
                <a:gd name="connsiteX14" fmla="*/ 2000455 w 5069369"/>
                <a:gd name="connsiteY14" fmla="*/ 376561 h 6401429"/>
                <a:gd name="connsiteX15" fmla="*/ 743700 w 5069369"/>
                <a:gd name="connsiteY15" fmla="*/ 376561 h 6401429"/>
                <a:gd name="connsiteX16" fmla="*/ 560126 w 5069369"/>
                <a:gd name="connsiteY16" fmla="*/ 564833 h 6401429"/>
                <a:gd name="connsiteX17" fmla="*/ 555419 w 5069369"/>
                <a:gd name="connsiteY17" fmla="*/ 4716354 h 6401429"/>
                <a:gd name="connsiteX18" fmla="*/ 555419 w 5069369"/>
                <a:gd name="connsiteY18" fmla="*/ 4884138 h 6401429"/>
                <a:gd name="connsiteX19" fmla="*/ 561110 w 5069369"/>
                <a:gd name="connsiteY19" fmla="*/ 4884138 h 6401429"/>
                <a:gd name="connsiteX20" fmla="*/ 561110 w 5069369"/>
                <a:gd name="connsiteY20" fmla="*/ 4909333 h 6401429"/>
                <a:gd name="connsiteX21" fmla="*/ 4692817 w 5069369"/>
                <a:gd name="connsiteY21" fmla="*/ 4909333 h 6401429"/>
                <a:gd name="connsiteX22" fmla="*/ 4692817 w 5069369"/>
                <a:gd name="connsiteY22" fmla="*/ 1463863 h 6401429"/>
                <a:gd name="connsiteX23" fmla="*/ 4786957 w 5069369"/>
                <a:gd name="connsiteY23" fmla="*/ 1430914 h 6401429"/>
                <a:gd name="connsiteX24" fmla="*/ 5069369 w 5069369"/>
                <a:gd name="connsiteY24" fmla="*/ 1722740 h 6401429"/>
                <a:gd name="connsiteX25" fmla="*/ 5069369 w 5069369"/>
                <a:gd name="connsiteY25" fmla="*/ 5836605 h 6401429"/>
                <a:gd name="connsiteX26" fmla="*/ 4504545 w 5069369"/>
                <a:gd name="connsiteY26" fmla="*/ 6401429 h 6401429"/>
                <a:gd name="connsiteX27" fmla="*/ 1769503 w 5069369"/>
                <a:gd name="connsiteY27" fmla="*/ 6401429 h 6401429"/>
                <a:gd name="connsiteX28" fmla="*/ 1332068 w 5069369"/>
                <a:gd name="connsiteY28" fmla="*/ 6401429 h 6401429"/>
                <a:gd name="connsiteX29" fmla="*/ 974634 w 5069369"/>
                <a:gd name="connsiteY29" fmla="*/ 6401429 h 6401429"/>
                <a:gd name="connsiteX30" fmla="*/ 974634 w 5069369"/>
                <a:gd name="connsiteY30" fmla="*/ 6021223 h 6401429"/>
                <a:gd name="connsiteX31" fmla="*/ 1769503 w 5069369"/>
                <a:gd name="connsiteY31" fmla="*/ 6021223 h 6401429"/>
                <a:gd name="connsiteX32" fmla="*/ 1769503 w 5069369"/>
                <a:gd name="connsiteY32" fmla="*/ 6024877 h 6401429"/>
                <a:gd name="connsiteX33" fmla="*/ 4509252 w 5069369"/>
                <a:gd name="connsiteY33" fmla="*/ 6024877 h 6401429"/>
                <a:gd name="connsiteX34" fmla="*/ 4697524 w 5069369"/>
                <a:gd name="connsiteY34" fmla="*/ 5836605 h 6401429"/>
                <a:gd name="connsiteX35" fmla="*/ 4697524 w 5069369"/>
                <a:gd name="connsiteY35" fmla="*/ 5097614 h 6401429"/>
                <a:gd name="connsiteX36" fmla="*/ 561110 w 5069369"/>
                <a:gd name="connsiteY36" fmla="*/ 5097614 h 6401429"/>
                <a:gd name="connsiteX37" fmla="*/ 561110 w 5069369"/>
                <a:gd name="connsiteY37" fmla="*/ 5616643 h 6401429"/>
                <a:gd name="connsiteX38" fmla="*/ 182974 w 5069369"/>
                <a:gd name="connsiteY38" fmla="*/ 5616643 h 6401429"/>
                <a:gd name="connsiteX39" fmla="*/ 182974 w 5069369"/>
                <a:gd name="connsiteY39" fmla="*/ 4884138 h 6401429"/>
                <a:gd name="connsiteX40" fmla="*/ 183573 w 5069369"/>
                <a:gd name="connsiteY40" fmla="*/ 4884138 h 6401429"/>
                <a:gd name="connsiteX41" fmla="*/ 183573 w 5069369"/>
                <a:gd name="connsiteY41" fmla="*/ 4692811 h 6401429"/>
                <a:gd name="connsiteX42" fmla="*/ 183573 w 5069369"/>
                <a:gd name="connsiteY42" fmla="*/ 1694498 h 6401429"/>
                <a:gd name="connsiteX43" fmla="*/ 0 w 5069369"/>
                <a:gd name="connsiteY43" fmla="*/ 1506217 h 6401429"/>
                <a:gd name="connsiteX44" fmla="*/ 0 w 5069369"/>
                <a:gd name="connsiteY44" fmla="*/ 1129665 h 6401429"/>
                <a:gd name="connsiteX45" fmla="*/ 183573 w 5069369"/>
                <a:gd name="connsiteY45" fmla="*/ 941393 h 6401429"/>
                <a:gd name="connsiteX46" fmla="*/ 183573 w 5069369"/>
                <a:gd name="connsiteY46" fmla="*/ 564833 h 6401429"/>
                <a:gd name="connsiteX47" fmla="*/ 738993 w 5069369"/>
                <a:gd name="connsiteY47" fmla="*/ 0 h 640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69369" h="6401429">
                  <a:moveTo>
                    <a:pt x="3822036" y="0"/>
                  </a:moveTo>
                  <a:lnTo>
                    <a:pt x="5069369" y="0"/>
                  </a:lnTo>
                  <a:cubicBezTo>
                    <a:pt x="5069369" y="0"/>
                    <a:pt x="5069369" y="18827"/>
                    <a:pt x="5069369" y="42363"/>
                  </a:cubicBezTo>
                  <a:lnTo>
                    <a:pt x="5069369" y="875489"/>
                  </a:lnTo>
                  <a:lnTo>
                    <a:pt x="5069369" y="946096"/>
                  </a:lnTo>
                  <a:cubicBezTo>
                    <a:pt x="4998767" y="908439"/>
                    <a:pt x="4923457" y="880199"/>
                    <a:pt x="4848144" y="870783"/>
                  </a:cubicBezTo>
                  <a:cubicBezTo>
                    <a:pt x="4834025" y="866076"/>
                    <a:pt x="4815198" y="866076"/>
                    <a:pt x="4796368" y="866076"/>
                  </a:cubicBezTo>
                  <a:cubicBezTo>
                    <a:pt x="4763422" y="866076"/>
                    <a:pt x="4730472" y="870783"/>
                    <a:pt x="4692816" y="875489"/>
                  </a:cubicBezTo>
                  <a:lnTo>
                    <a:pt x="4692816" y="376555"/>
                  </a:lnTo>
                  <a:lnTo>
                    <a:pt x="3902052" y="376555"/>
                  </a:lnTo>
                  <a:cubicBezTo>
                    <a:pt x="3902052" y="244762"/>
                    <a:pt x="3873812" y="117673"/>
                    <a:pt x="3822036" y="0"/>
                  </a:cubicBezTo>
                  <a:close/>
                  <a:moveTo>
                    <a:pt x="738993" y="0"/>
                  </a:moveTo>
                  <a:lnTo>
                    <a:pt x="2094587" y="0"/>
                  </a:lnTo>
                  <a:cubicBezTo>
                    <a:pt x="2066345" y="65898"/>
                    <a:pt x="2047517" y="131796"/>
                    <a:pt x="2033396" y="202402"/>
                  </a:cubicBezTo>
                  <a:lnTo>
                    <a:pt x="2000455" y="376561"/>
                  </a:lnTo>
                  <a:lnTo>
                    <a:pt x="743700" y="376561"/>
                  </a:lnTo>
                  <a:cubicBezTo>
                    <a:pt x="640145" y="376561"/>
                    <a:pt x="560126" y="461287"/>
                    <a:pt x="560126" y="564833"/>
                  </a:cubicBezTo>
                  <a:lnTo>
                    <a:pt x="555419" y="4716354"/>
                  </a:lnTo>
                  <a:lnTo>
                    <a:pt x="555419" y="4884138"/>
                  </a:lnTo>
                  <a:lnTo>
                    <a:pt x="561110" y="4884138"/>
                  </a:lnTo>
                  <a:lnTo>
                    <a:pt x="561110" y="4909333"/>
                  </a:lnTo>
                  <a:lnTo>
                    <a:pt x="4692817" y="4909333"/>
                  </a:lnTo>
                  <a:lnTo>
                    <a:pt x="4692817" y="1463863"/>
                  </a:lnTo>
                  <a:cubicBezTo>
                    <a:pt x="4735180" y="1445026"/>
                    <a:pt x="4768129" y="1430914"/>
                    <a:pt x="4786957" y="1430914"/>
                  </a:cubicBezTo>
                  <a:cubicBezTo>
                    <a:pt x="4857562" y="1454440"/>
                    <a:pt x="5008178" y="1623892"/>
                    <a:pt x="5069369" y="1722740"/>
                  </a:cubicBezTo>
                  <a:lnTo>
                    <a:pt x="5069369" y="5836605"/>
                  </a:lnTo>
                  <a:cubicBezTo>
                    <a:pt x="5069369" y="6147259"/>
                    <a:pt x="4815199" y="6401429"/>
                    <a:pt x="4504545" y="6401429"/>
                  </a:cubicBezTo>
                  <a:lnTo>
                    <a:pt x="1769503" y="6401429"/>
                  </a:lnTo>
                  <a:lnTo>
                    <a:pt x="1332068" y="6401429"/>
                  </a:lnTo>
                  <a:lnTo>
                    <a:pt x="974634" y="6401429"/>
                  </a:lnTo>
                  <a:lnTo>
                    <a:pt x="974634" y="6021223"/>
                  </a:lnTo>
                  <a:lnTo>
                    <a:pt x="1769503" y="6021223"/>
                  </a:lnTo>
                  <a:lnTo>
                    <a:pt x="1769503" y="6024877"/>
                  </a:lnTo>
                  <a:lnTo>
                    <a:pt x="4509252" y="6024877"/>
                  </a:lnTo>
                  <a:cubicBezTo>
                    <a:pt x="4612797" y="6024877"/>
                    <a:pt x="4697524" y="5940151"/>
                    <a:pt x="4697524" y="5836605"/>
                  </a:cubicBezTo>
                  <a:lnTo>
                    <a:pt x="4697524" y="5097614"/>
                  </a:lnTo>
                  <a:lnTo>
                    <a:pt x="561110" y="5097614"/>
                  </a:lnTo>
                  <a:lnTo>
                    <a:pt x="561110" y="5616643"/>
                  </a:lnTo>
                  <a:lnTo>
                    <a:pt x="182974" y="5616643"/>
                  </a:lnTo>
                  <a:lnTo>
                    <a:pt x="182974" y="4884138"/>
                  </a:lnTo>
                  <a:lnTo>
                    <a:pt x="183573" y="4884138"/>
                  </a:lnTo>
                  <a:lnTo>
                    <a:pt x="183573" y="4692811"/>
                  </a:lnTo>
                  <a:lnTo>
                    <a:pt x="183573" y="1694498"/>
                  </a:lnTo>
                  <a:cubicBezTo>
                    <a:pt x="80019" y="1689790"/>
                    <a:pt x="0" y="1609771"/>
                    <a:pt x="0" y="1506217"/>
                  </a:cubicBezTo>
                  <a:lnTo>
                    <a:pt x="0" y="1129665"/>
                  </a:lnTo>
                  <a:cubicBezTo>
                    <a:pt x="0" y="1026111"/>
                    <a:pt x="80019" y="946100"/>
                    <a:pt x="183573" y="941393"/>
                  </a:cubicBezTo>
                  <a:lnTo>
                    <a:pt x="183573" y="564833"/>
                  </a:lnTo>
                  <a:cubicBezTo>
                    <a:pt x="183573" y="254179"/>
                    <a:pt x="433037" y="0"/>
                    <a:pt x="738993" y="0"/>
                  </a:cubicBezTo>
                  <a:close/>
                </a:path>
              </a:pathLst>
            </a:custGeom>
            <a:solidFill>
              <a:schemeClr val="accent2"/>
            </a:solidFill>
            <a:ln w="13196" cap="flat">
              <a:noFill/>
              <a:prstDash val="solid"/>
              <a:miter/>
            </a:ln>
          </p:spPr>
          <p:txBody>
            <a:bodyPr wrap="square" rtlCol="0" anchor="ctr">
              <a:noAutofit/>
            </a:bodyPr>
            <a:lstStyle/>
            <a:p>
              <a:endParaRPr lang="en-US" dirty="0"/>
            </a:p>
          </p:txBody>
        </p:sp>
        <p:sp>
          <p:nvSpPr>
            <p:cNvPr id="1476" name="Freeform: Shape 1475">
              <a:extLst>
                <a:ext uri="{FF2B5EF4-FFF2-40B4-BE49-F238E27FC236}">
                  <a16:creationId xmlns:a16="http://schemas.microsoft.com/office/drawing/2014/main" id="{B8872934-270D-2255-C268-BC7EA7A7EC82}"/>
                </a:ext>
                <a:ext uri="{C183D7F6-B498-43B3-948B-1728B52AA6E4}">
                  <adec:decorative xmlns:adec="http://schemas.microsoft.com/office/drawing/2017/decorative" val="1"/>
                </a:ext>
              </a:extLst>
            </p:cNvPr>
            <p:cNvSpPr/>
            <p:nvPr/>
          </p:nvSpPr>
          <p:spPr>
            <a:xfrm>
              <a:off x="6598165" y="2930159"/>
              <a:ext cx="357185" cy="457200"/>
            </a:xfrm>
            <a:custGeom>
              <a:avLst/>
              <a:gdLst>
                <a:gd name="connsiteX0" fmla="*/ 0 w 5357781"/>
                <a:gd name="connsiteY0" fmla="*/ 6293167 h 6858003"/>
                <a:gd name="connsiteX1" fmla="*/ 564836 w 5357781"/>
                <a:gd name="connsiteY1" fmla="*/ 6293167 h 6858003"/>
                <a:gd name="connsiteX2" fmla="*/ 564836 w 5357781"/>
                <a:gd name="connsiteY2" fmla="*/ 6858003 h 6858003"/>
                <a:gd name="connsiteX3" fmla="*/ 0 w 5357781"/>
                <a:gd name="connsiteY3" fmla="*/ 6858003 h 6858003"/>
                <a:gd name="connsiteX4" fmla="*/ 2155777 w 5357781"/>
                <a:gd name="connsiteY4" fmla="*/ 5850724 h 6858003"/>
                <a:gd name="connsiteX5" fmla="*/ 2155777 w 5357781"/>
                <a:gd name="connsiteY5" fmla="*/ 6024880 h 6858003"/>
                <a:gd name="connsiteX6" fmla="*/ 2904181 w 5357781"/>
                <a:gd name="connsiteY6" fmla="*/ 6024880 h 6858003"/>
                <a:gd name="connsiteX7" fmla="*/ 2904181 w 5357781"/>
                <a:gd name="connsiteY7" fmla="*/ 5850724 h 6858003"/>
                <a:gd name="connsiteX8" fmla="*/ 2108707 w 5357781"/>
                <a:gd name="connsiteY8" fmla="*/ 5657738 h 6858003"/>
                <a:gd name="connsiteX9" fmla="*/ 2946545 w 5357781"/>
                <a:gd name="connsiteY9" fmla="*/ 5657738 h 6858003"/>
                <a:gd name="connsiteX10" fmla="*/ 3092457 w 5357781"/>
                <a:gd name="connsiteY10" fmla="*/ 5803654 h 6858003"/>
                <a:gd name="connsiteX11" fmla="*/ 3092457 w 5357781"/>
                <a:gd name="connsiteY11" fmla="*/ 6067244 h 6858003"/>
                <a:gd name="connsiteX12" fmla="*/ 2946545 w 5357781"/>
                <a:gd name="connsiteY12" fmla="*/ 6213156 h 6858003"/>
                <a:gd name="connsiteX13" fmla="*/ 2108707 w 5357781"/>
                <a:gd name="connsiteY13" fmla="*/ 6213156 h 6858003"/>
                <a:gd name="connsiteX14" fmla="*/ 1962791 w 5357781"/>
                <a:gd name="connsiteY14" fmla="*/ 6067244 h 6858003"/>
                <a:gd name="connsiteX15" fmla="*/ 1962791 w 5357781"/>
                <a:gd name="connsiteY15" fmla="*/ 5803654 h 6858003"/>
                <a:gd name="connsiteX16" fmla="*/ 2108707 w 5357781"/>
                <a:gd name="connsiteY16" fmla="*/ 5657738 h 6858003"/>
                <a:gd name="connsiteX17" fmla="*/ 1219094 w 5357781"/>
                <a:gd name="connsiteY17" fmla="*/ 2720603 h 6858003"/>
                <a:gd name="connsiteX18" fmla="*/ 1167317 w 5357781"/>
                <a:gd name="connsiteY18" fmla="*/ 2777086 h 6858003"/>
                <a:gd name="connsiteX19" fmla="*/ 1035525 w 5357781"/>
                <a:gd name="connsiteY19" fmla="*/ 2913588 h 6858003"/>
                <a:gd name="connsiteX20" fmla="*/ 1035525 w 5357781"/>
                <a:gd name="connsiteY20" fmla="*/ 4711635 h 6858003"/>
                <a:gd name="connsiteX21" fmla="*/ 4047962 w 5357781"/>
                <a:gd name="connsiteY21" fmla="*/ 4711635 h 6858003"/>
                <a:gd name="connsiteX22" fmla="*/ 4047962 w 5357781"/>
                <a:gd name="connsiteY22" fmla="*/ 2913588 h 6858003"/>
                <a:gd name="connsiteX23" fmla="*/ 3911463 w 5357781"/>
                <a:gd name="connsiteY23" fmla="*/ 2777086 h 6858003"/>
                <a:gd name="connsiteX24" fmla="*/ 3859686 w 5357781"/>
                <a:gd name="connsiteY24" fmla="*/ 2720603 h 6858003"/>
                <a:gd name="connsiteX25" fmla="*/ 3807910 w 5357781"/>
                <a:gd name="connsiteY25" fmla="*/ 2777086 h 6858003"/>
                <a:gd name="connsiteX26" fmla="*/ 3671407 w 5357781"/>
                <a:gd name="connsiteY26" fmla="*/ 2913588 h 6858003"/>
                <a:gd name="connsiteX27" fmla="*/ 3534908 w 5357781"/>
                <a:gd name="connsiteY27" fmla="*/ 2777086 h 6858003"/>
                <a:gd name="connsiteX28" fmla="*/ 3483132 w 5357781"/>
                <a:gd name="connsiteY28" fmla="*/ 2720603 h 6858003"/>
                <a:gd name="connsiteX29" fmla="*/ 3431355 w 5357781"/>
                <a:gd name="connsiteY29" fmla="*/ 2777086 h 6858003"/>
                <a:gd name="connsiteX30" fmla="*/ 3294853 w 5357781"/>
                <a:gd name="connsiteY30" fmla="*/ 2913588 h 6858003"/>
                <a:gd name="connsiteX31" fmla="*/ 3158350 w 5357781"/>
                <a:gd name="connsiteY31" fmla="*/ 2777086 h 6858003"/>
                <a:gd name="connsiteX32" fmla="*/ 3106577 w 5357781"/>
                <a:gd name="connsiteY32" fmla="*/ 2720603 h 6858003"/>
                <a:gd name="connsiteX33" fmla="*/ 3054801 w 5357781"/>
                <a:gd name="connsiteY33" fmla="*/ 2777086 h 6858003"/>
                <a:gd name="connsiteX34" fmla="*/ 2923005 w 5357781"/>
                <a:gd name="connsiteY34" fmla="*/ 2908882 h 6858003"/>
                <a:gd name="connsiteX35" fmla="*/ 2786502 w 5357781"/>
                <a:gd name="connsiteY35" fmla="*/ 2777086 h 6858003"/>
                <a:gd name="connsiteX36" fmla="*/ 2725312 w 5357781"/>
                <a:gd name="connsiteY36" fmla="*/ 2720603 h 6858003"/>
                <a:gd name="connsiteX37" fmla="*/ 2678243 w 5357781"/>
                <a:gd name="connsiteY37" fmla="*/ 2772380 h 6858003"/>
                <a:gd name="connsiteX38" fmla="*/ 2541743 w 5357781"/>
                <a:gd name="connsiteY38" fmla="*/ 2918295 h 6858003"/>
                <a:gd name="connsiteX39" fmla="*/ 2405241 w 5357781"/>
                <a:gd name="connsiteY39" fmla="*/ 2777086 h 6858003"/>
                <a:gd name="connsiteX40" fmla="*/ 2353464 w 5357781"/>
                <a:gd name="connsiteY40" fmla="*/ 2720603 h 6858003"/>
                <a:gd name="connsiteX41" fmla="*/ 2296981 w 5357781"/>
                <a:gd name="connsiteY41" fmla="*/ 2777086 h 6858003"/>
                <a:gd name="connsiteX42" fmla="*/ 2160482 w 5357781"/>
                <a:gd name="connsiteY42" fmla="*/ 2913588 h 6858003"/>
                <a:gd name="connsiteX43" fmla="*/ 2023980 w 5357781"/>
                <a:gd name="connsiteY43" fmla="*/ 2777086 h 6858003"/>
                <a:gd name="connsiteX44" fmla="*/ 1972203 w 5357781"/>
                <a:gd name="connsiteY44" fmla="*/ 2720603 h 6858003"/>
                <a:gd name="connsiteX45" fmla="*/ 1920426 w 5357781"/>
                <a:gd name="connsiteY45" fmla="*/ 2777086 h 6858003"/>
                <a:gd name="connsiteX46" fmla="*/ 1783927 w 5357781"/>
                <a:gd name="connsiteY46" fmla="*/ 2913588 h 6858003"/>
                <a:gd name="connsiteX47" fmla="*/ 1647425 w 5357781"/>
                <a:gd name="connsiteY47" fmla="*/ 2777086 h 6858003"/>
                <a:gd name="connsiteX48" fmla="*/ 1595648 w 5357781"/>
                <a:gd name="connsiteY48" fmla="*/ 2720603 h 6858003"/>
                <a:gd name="connsiteX49" fmla="*/ 1543872 w 5357781"/>
                <a:gd name="connsiteY49" fmla="*/ 2777086 h 6858003"/>
                <a:gd name="connsiteX50" fmla="*/ 1407373 w 5357781"/>
                <a:gd name="connsiteY50" fmla="*/ 2913588 h 6858003"/>
                <a:gd name="connsiteX51" fmla="*/ 1270870 w 5357781"/>
                <a:gd name="connsiteY51" fmla="*/ 2777086 h 6858003"/>
                <a:gd name="connsiteX52" fmla="*/ 847246 w 5357781"/>
                <a:gd name="connsiteY52" fmla="*/ 2452309 h 6858003"/>
                <a:gd name="connsiteX53" fmla="*/ 1035525 w 5357781"/>
                <a:gd name="connsiteY53" fmla="*/ 2645294 h 6858003"/>
                <a:gd name="connsiteX54" fmla="*/ 1223800 w 5357781"/>
                <a:gd name="connsiteY54" fmla="*/ 2452309 h 6858003"/>
                <a:gd name="connsiteX55" fmla="*/ 1412079 w 5357781"/>
                <a:gd name="connsiteY55" fmla="*/ 2645294 h 6858003"/>
                <a:gd name="connsiteX56" fmla="*/ 1600355 w 5357781"/>
                <a:gd name="connsiteY56" fmla="*/ 2452309 h 6858003"/>
                <a:gd name="connsiteX57" fmla="*/ 1788634 w 5357781"/>
                <a:gd name="connsiteY57" fmla="*/ 2645294 h 6858003"/>
                <a:gd name="connsiteX58" fmla="*/ 1976910 w 5357781"/>
                <a:gd name="connsiteY58" fmla="*/ 2452309 h 6858003"/>
                <a:gd name="connsiteX59" fmla="*/ 2165189 w 5357781"/>
                <a:gd name="connsiteY59" fmla="*/ 2645294 h 6858003"/>
                <a:gd name="connsiteX60" fmla="*/ 2353464 w 5357781"/>
                <a:gd name="connsiteY60" fmla="*/ 2452309 h 6858003"/>
                <a:gd name="connsiteX61" fmla="*/ 2541743 w 5357781"/>
                <a:gd name="connsiteY61" fmla="*/ 2645294 h 6858003"/>
                <a:gd name="connsiteX62" fmla="*/ 2720606 w 5357781"/>
                <a:gd name="connsiteY62" fmla="*/ 2452309 h 6858003"/>
                <a:gd name="connsiteX63" fmla="*/ 2918298 w 5357781"/>
                <a:gd name="connsiteY63" fmla="*/ 2645294 h 6858003"/>
                <a:gd name="connsiteX64" fmla="*/ 3106577 w 5357781"/>
                <a:gd name="connsiteY64" fmla="*/ 2452309 h 6858003"/>
                <a:gd name="connsiteX65" fmla="*/ 3294853 w 5357781"/>
                <a:gd name="connsiteY65" fmla="*/ 2645294 h 6858003"/>
                <a:gd name="connsiteX66" fmla="*/ 3483132 w 5357781"/>
                <a:gd name="connsiteY66" fmla="*/ 2452309 h 6858003"/>
                <a:gd name="connsiteX67" fmla="*/ 3671407 w 5357781"/>
                <a:gd name="connsiteY67" fmla="*/ 2645294 h 6858003"/>
                <a:gd name="connsiteX68" fmla="*/ 3859686 w 5357781"/>
                <a:gd name="connsiteY68" fmla="*/ 2452309 h 6858003"/>
                <a:gd name="connsiteX69" fmla="*/ 4047962 w 5357781"/>
                <a:gd name="connsiteY69" fmla="*/ 2645294 h 6858003"/>
                <a:gd name="connsiteX70" fmla="*/ 4236241 w 5357781"/>
                <a:gd name="connsiteY70" fmla="*/ 2452309 h 6858003"/>
                <a:gd name="connsiteX71" fmla="*/ 4236241 w 5357781"/>
                <a:gd name="connsiteY71" fmla="*/ 4899910 h 6858003"/>
                <a:gd name="connsiteX72" fmla="*/ 847246 w 5357781"/>
                <a:gd name="connsiteY72" fmla="*/ 4899910 h 6858003"/>
                <a:gd name="connsiteX73" fmla="*/ 2452311 w 5357781"/>
                <a:gd name="connsiteY73" fmla="*/ 1445025 h 6858003"/>
                <a:gd name="connsiteX74" fmla="*/ 3012433 w 5357781"/>
                <a:gd name="connsiteY74" fmla="*/ 1755685 h 6858003"/>
                <a:gd name="connsiteX75" fmla="*/ 3026556 w 5357781"/>
                <a:gd name="connsiteY75" fmla="*/ 1887478 h 6858003"/>
                <a:gd name="connsiteX76" fmla="*/ 2951243 w 5357781"/>
                <a:gd name="connsiteY76" fmla="*/ 1920428 h 6858003"/>
                <a:gd name="connsiteX77" fmla="*/ 2890054 w 5357781"/>
                <a:gd name="connsiteY77" fmla="*/ 1896894 h 6858003"/>
                <a:gd name="connsiteX78" fmla="*/ 2442898 w 5357781"/>
                <a:gd name="connsiteY78" fmla="*/ 1633305 h 6858003"/>
                <a:gd name="connsiteX79" fmla="*/ 2353465 w 5357781"/>
                <a:gd name="connsiteY79" fmla="*/ 1534458 h 6858003"/>
                <a:gd name="connsiteX80" fmla="*/ 2452311 w 5357781"/>
                <a:gd name="connsiteY80" fmla="*/ 1445025 h 6858003"/>
                <a:gd name="connsiteX81" fmla="*/ 1826288 w 5357781"/>
                <a:gd name="connsiteY81" fmla="*/ 993161 h 6858003"/>
                <a:gd name="connsiteX82" fmla="*/ 1845115 w 5357781"/>
                <a:gd name="connsiteY82" fmla="*/ 1087301 h 6858003"/>
                <a:gd name="connsiteX83" fmla="*/ 1755685 w 5357781"/>
                <a:gd name="connsiteY83" fmla="*/ 1567407 h 6858003"/>
                <a:gd name="connsiteX84" fmla="*/ 1680372 w 5357781"/>
                <a:gd name="connsiteY84" fmla="*/ 1214386 h 6858003"/>
                <a:gd name="connsiteX85" fmla="*/ 941382 w 5357781"/>
                <a:gd name="connsiteY85" fmla="*/ 1369715 h 6858003"/>
                <a:gd name="connsiteX86" fmla="*/ 1134368 w 5357781"/>
                <a:gd name="connsiteY86" fmla="*/ 2278150 h 6858003"/>
                <a:gd name="connsiteX87" fmla="*/ 1087298 w 5357781"/>
                <a:gd name="connsiteY87" fmla="*/ 2320513 h 6858003"/>
                <a:gd name="connsiteX88" fmla="*/ 1035521 w 5357781"/>
                <a:gd name="connsiteY88" fmla="*/ 2376996 h 6858003"/>
                <a:gd name="connsiteX89" fmla="*/ 983745 w 5357781"/>
                <a:gd name="connsiteY89" fmla="*/ 2320513 h 6858003"/>
                <a:gd name="connsiteX90" fmla="*/ 941382 w 5357781"/>
                <a:gd name="connsiteY90" fmla="*/ 2278150 h 6858003"/>
                <a:gd name="connsiteX91" fmla="*/ 720156 w 5357781"/>
                <a:gd name="connsiteY91" fmla="*/ 1223799 h 6858003"/>
                <a:gd name="connsiteX92" fmla="*/ 4085620 w 5357781"/>
                <a:gd name="connsiteY92" fmla="*/ 955510 h 6858003"/>
                <a:gd name="connsiteX93" fmla="*/ 4189172 w 5357781"/>
                <a:gd name="connsiteY93" fmla="*/ 1021406 h 6858003"/>
                <a:gd name="connsiteX94" fmla="*/ 4189172 w 5357781"/>
                <a:gd name="connsiteY94" fmla="*/ 1633310 h 6858003"/>
                <a:gd name="connsiteX95" fmla="*/ 4739887 w 5357781"/>
                <a:gd name="connsiteY95" fmla="*/ 1440324 h 6858003"/>
                <a:gd name="connsiteX96" fmla="*/ 5351788 w 5357781"/>
                <a:gd name="connsiteY96" fmla="*/ 2009866 h 6858003"/>
                <a:gd name="connsiteX97" fmla="*/ 5304718 w 5357781"/>
                <a:gd name="connsiteY97" fmla="*/ 2127538 h 6858003"/>
                <a:gd name="connsiteX98" fmla="*/ 5290598 w 5357781"/>
                <a:gd name="connsiteY98" fmla="*/ 2132245 h 6858003"/>
                <a:gd name="connsiteX99" fmla="*/ 5182339 w 5357781"/>
                <a:gd name="connsiteY99" fmla="*/ 2071055 h 6858003"/>
                <a:gd name="connsiteX100" fmla="*/ 4725764 w 5357781"/>
                <a:gd name="connsiteY100" fmla="*/ 1623897 h 6858003"/>
                <a:gd name="connsiteX101" fmla="*/ 4104450 w 5357781"/>
                <a:gd name="connsiteY101" fmla="*/ 1906313 h 6858003"/>
                <a:gd name="connsiteX102" fmla="*/ 4193883 w 5357781"/>
                <a:gd name="connsiteY102" fmla="*/ 2184021 h 6858003"/>
                <a:gd name="connsiteX103" fmla="*/ 4151519 w 5357781"/>
                <a:gd name="connsiteY103" fmla="*/ 2273454 h 6858003"/>
                <a:gd name="connsiteX104" fmla="*/ 4052673 w 5357781"/>
                <a:gd name="connsiteY104" fmla="*/ 2372301 h 6858003"/>
                <a:gd name="connsiteX105" fmla="*/ 3949120 w 5357781"/>
                <a:gd name="connsiteY105" fmla="*/ 2264041 h 6858003"/>
                <a:gd name="connsiteX106" fmla="*/ 4015017 w 5357781"/>
                <a:gd name="connsiteY106" fmla="*/ 2122832 h 6858003"/>
                <a:gd name="connsiteX107" fmla="*/ 3949120 w 5357781"/>
                <a:gd name="connsiteY107" fmla="*/ 2028692 h 6858003"/>
                <a:gd name="connsiteX108" fmla="*/ 3845567 w 5357781"/>
                <a:gd name="connsiteY108" fmla="*/ 2000452 h 6858003"/>
                <a:gd name="connsiteX109" fmla="*/ 3807911 w 5357781"/>
                <a:gd name="connsiteY109" fmla="*/ 2000452 h 6858003"/>
                <a:gd name="connsiteX110" fmla="*/ 3746721 w 5357781"/>
                <a:gd name="connsiteY110" fmla="*/ 2052229 h 6858003"/>
                <a:gd name="connsiteX111" fmla="*/ 3713771 w 5357781"/>
                <a:gd name="connsiteY111" fmla="*/ 2334644 h 6858003"/>
                <a:gd name="connsiteX112" fmla="*/ 3680824 w 5357781"/>
                <a:gd name="connsiteY112" fmla="*/ 2367594 h 6858003"/>
                <a:gd name="connsiteX113" fmla="*/ 3534908 w 5357781"/>
                <a:gd name="connsiteY113" fmla="*/ 2221678 h 6858003"/>
                <a:gd name="connsiteX114" fmla="*/ 3558441 w 5357781"/>
                <a:gd name="connsiteY114" fmla="*/ 2014572 h 6858003"/>
                <a:gd name="connsiteX115" fmla="*/ 3765547 w 5357781"/>
                <a:gd name="connsiteY115" fmla="*/ 1816880 h 6858003"/>
                <a:gd name="connsiteX116" fmla="*/ 3892637 w 5357781"/>
                <a:gd name="connsiteY116" fmla="*/ 1821586 h 6858003"/>
                <a:gd name="connsiteX117" fmla="*/ 3920877 w 5357781"/>
                <a:gd name="connsiteY117" fmla="*/ 1831003 h 6858003"/>
                <a:gd name="connsiteX118" fmla="*/ 3920877 w 5357781"/>
                <a:gd name="connsiteY118" fmla="*/ 1821586 h 6858003"/>
                <a:gd name="connsiteX119" fmla="*/ 4080913 w 5357781"/>
                <a:gd name="connsiteY119" fmla="*/ 1219099 h 6858003"/>
                <a:gd name="connsiteX120" fmla="*/ 3906757 w 5357781"/>
                <a:gd name="connsiteY120" fmla="*/ 1407378 h 6858003"/>
                <a:gd name="connsiteX121" fmla="*/ 3784377 w 5357781"/>
                <a:gd name="connsiteY121" fmla="*/ 1515638 h 6858003"/>
                <a:gd name="connsiteX122" fmla="*/ 3652581 w 5357781"/>
                <a:gd name="connsiteY122" fmla="*/ 1506224 h 6858003"/>
                <a:gd name="connsiteX123" fmla="*/ 3661994 w 5357781"/>
                <a:gd name="connsiteY123" fmla="*/ 1374428 h 6858003"/>
                <a:gd name="connsiteX124" fmla="*/ 3774961 w 5357781"/>
                <a:gd name="connsiteY124" fmla="*/ 1270875 h 6858003"/>
                <a:gd name="connsiteX125" fmla="*/ 4085620 w 5357781"/>
                <a:gd name="connsiteY125" fmla="*/ 955510 h 6858003"/>
                <a:gd name="connsiteX126" fmla="*/ 2560572 w 5357781"/>
                <a:gd name="connsiteY126" fmla="*/ 828424 h 6858003"/>
                <a:gd name="connsiteX127" fmla="*/ 3120694 w 5357781"/>
                <a:gd name="connsiteY127" fmla="*/ 1139084 h 6858003"/>
                <a:gd name="connsiteX128" fmla="*/ 3134817 w 5357781"/>
                <a:gd name="connsiteY128" fmla="*/ 1270877 h 6858003"/>
                <a:gd name="connsiteX129" fmla="*/ 3059504 w 5357781"/>
                <a:gd name="connsiteY129" fmla="*/ 1303827 h 6858003"/>
                <a:gd name="connsiteX130" fmla="*/ 2998315 w 5357781"/>
                <a:gd name="connsiteY130" fmla="*/ 1280290 h 6858003"/>
                <a:gd name="connsiteX131" fmla="*/ 2551159 w 5357781"/>
                <a:gd name="connsiteY131" fmla="*/ 1016704 h 6858003"/>
                <a:gd name="connsiteX132" fmla="*/ 2461726 w 5357781"/>
                <a:gd name="connsiteY132" fmla="*/ 917857 h 6858003"/>
                <a:gd name="connsiteX133" fmla="*/ 2560572 w 5357781"/>
                <a:gd name="connsiteY133" fmla="*/ 828424 h 6858003"/>
                <a:gd name="connsiteX134" fmla="*/ 2875943 w 5357781"/>
                <a:gd name="connsiteY134" fmla="*/ 0 h 6858003"/>
                <a:gd name="connsiteX135" fmla="*/ 3017152 w 5357781"/>
                <a:gd name="connsiteY135" fmla="*/ 14119 h 6858003"/>
                <a:gd name="connsiteX136" fmla="*/ 3614933 w 5357781"/>
                <a:gd name="connsiteY136" fmla="*/ 894316 h 6858003"/>
                <a:gd name="connsiteX137" fmla="*/ 3341931 w 5357781"/>
                <a:gd name="connsiteY137" fmla="*/ 2329929 h 6858003"/>
                <a:gd name="connsiteX138" fmla="*/ 3304274 w 5357781"/>
                <a:gd name="connsiteY138" fmla="*/ 2372292 h 6858003"/>
                <a:gd name="connsiteX139" fmla="*/ 3261911 w 5357781"/>
                <a:gd name="connsiteY139" fmla="*/ 2329929 h 6858003"/>
                <a:gd name="connsiteX140" fmla="*/ 3252498 w 5357781"/>
                <a:gd name="connsiteY140" fmla="*/ 2315809 h 6858003"/>
                <a:gd name="connsiteX141" fmla="*/ 3172482 w 5357781"/>
                <a:gd name="connsiteY141" fmla="*/ 2235790 h 6858003"/>
                <a:gd name="connsiteX142" fmla="*/ 3436070 w 5357781"/>
                <a:gd name="connsiteY142" fmla="*/ 861366 h 6858003"/>
                <a:gd name="connsiteX143" fmla="*/ 3346637 w 5357781"/>
                <a:gd name="connsiteY143" fmla="*/ 437743 h 6858003"/>
                <a:gd name="connsiteX144" fmla="*/ 2984202 w 5357781"/>
                <a:gd name="connsiteY144" fmla="*/ 202398 h 6858003"/>
                <a:gd name="connsiteX145" fmla="*/ 2875943 w 5357781"/>
                <a:gd name="connsiteY145" fmla="*/ 192985 h 6858003"/>
                <a:gd name="connsiteX146" fmla="*/ 2320526 w 5357781"/>
                <a:gd name="connsiteY146" fmla="*/ 654261 h 6858003"/>
                <a:gd name="connsiteX147" fmla="*/ 2019280 w 5357781"/>
                <a:gd name="connsiteY147" fmla="*/ 2221670 h 6858003"/>
                <a:gd name="connsiteX148" fmla="*/ 1981624 w 5357781"/>
                <a:gd name="connsiteY148" fmla="*/ 2184013 h 6858003"/>
                <a:gd name="connsiteX149" fmla="*/ 1845124 w 5357781"/>
                <a:gd name="connsiteY149" fmla="*/ 2320516 h 6858003"/>
                <a:gd name="connsiteX150" fmla="*/ 1835711 w 5357781"/>
                <a:gd name="connsiteY150" fmla="*/ 2329929 h 6858003"/>
                <a:gd name="connsiteX151" fmla="*/ 1802761 w 5357781"/>
                <a:gd name="connsiteY151" fmla="*/ 2362875 h 6858003"/>
                <a:gd name="connsiteX152" fmla="*/ 2136953 w 5357781"/>
                <a:gd name="connsiteY152" fmla="*/ 611902 h 6858003"/>
                <a:gd name="connsiteX153" fmla="*/ 2875943 w 5357781"/>
                <a:gd name="connsiteY153" fmla="*/ 0 h 68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357781" h="6858003">
                  <a:moveTo>
                    <a:pt x="0" y="6293167"/>
                  </a:moveTo>
                  <a:lnTo>
                    <a:pt x="564836" y="6293167"/>
                  </a:lnTo>
                  <a:lnTo>
                    <a:pt x="564836" y="6858003"/>
                  </a:lnTo>
                  <a:lnTo>
                    <a:pt x="0" y="6858003"/>
                  </a:lnTo>
                  <a:close/>
                  <a:moveTo>
                    <a:pt x="2155777" y="5850724"/>
                  </a:moveTo>
                  <a:lnTo>
                    <a:pt x="2155777" y="6024880"/>
                  </a:lnTo>
                  <a:lnTo>
                    <a:pt x="2904181" y="6024880"/>
                  </a:lnTo>
                  <a:lnTo>
                    <a:pt x="2904181" y="5850724"/>
                  </a:lnTo>
                  <a:close/>
                  <a:moveTo>
                    <a:pt x="2108707" y="5657738"/>
                  </a:moveTo>
                  <a:lnTo>
                    <a:pt x="2946545" y="5657738"/>
                  </a:lnTo>
                  <a:cubicBezTo>
                    <a:pt x="3026561" y="5657738"/>
                    <a:pt x="3092457" y="5723635"/>
                    <a:pt x="3092457" y="5803654"/>
                  </a:cubicBezTo>
                  <a:lnTo>
                    <a:pt x="3092457" y="6067244"/>
                  </a:lnTo>
                  <a:cubicBezTo>
                    <a:pt x="3092457" y="6147260"/>
                    <a:pt x="3026561" y="6213156"/>
                    <a:pt x="2946545" y="6213156"/>
                  </a:cubicBezTo>
                  <a:lnTo>
                    <a:pt x="2108707" y="6213156"/>
                  </a:lnTo>
                  <a:cubicBezTo>
                    <a:pt x="2028688" y="6213156"/>
                    <a:pt x="1962791" y="6147260"/>
                    <a:pt x="1962791" y="6067244"/>
                  </a:cubicBezTo>
                  <a:lnTo>
                    <a:pt x="1962791" y="5803654"/>
                  </a:lnTo>
                  <a:cubicBezTo>
                    <a:pt x="1962791" y="5723635"/>
                    <a:pt x="2028688" y="5657738"/>
                    <a:pt x="2108707" y="5657738"/>
                  </a:cubicBezTo>
                  <a:close/>
                  <a:moveTo>
                    <a:pt x="1219094" y="2720603"/>
                  </a:moveTo>
                  <a:lnTo>
                    <a:pt x="1167317" y="2777086"/>
                  </a:lnTo>
                  <a:lnTo>
                    <a:pt x="1035525" y="2913588"/>
                  </a:lnTo>
                  <a:lnTo>
                    <a:pt x="1035525" y="4711635"/>
                  </a:lnTo>
                  <a:lnTo>
                    <a:pt x="4047962" y="4711635"/>
                  </a:lnTo>
                  <a:lnTo>
                    <a:pt x="4047962" y="2913588"/>
                  </a:lnTo>
                  <a:lnTo>
                    <a:pt x="3911463" y="2777086"/>
                  </a:lnTo>
                  <a:lnTo>
                    <a:pt x="3859686" y="2720603"/>
                  </a:lnTo>
                  <a:lnTo>
                    <a:pt x="3807910" y="2777086"/>
                  </a:lnTo>
                  <a:lnTo>
                    <a:pt x="3671407" y="2913588"/>
                  </a:lnTo>
                  <a:lnTo>
                    <a:pt x="3534908" y="2777086"/>
                  </a:lnTo>
                  <a:lnTo>
                    <a:pt x="3483132" y="2720603"/>
                  </a:lnTo>
                  <a:lnTo>
                    <a:pt x="3431355" y="2777086"/>
                  </a:lnTo>
                  <a:lnTo>
                    <a:pt x="3294853" y="2913588"/>
                  </a:lnTo>
                  <a:lnTo>
                    <a:pt x="3158350" y="2777086"/>
                  </a:lnTo>
                  <a:lnTo>
                    <a:pt x="3106577" y="2720603"/>
                  </a:lnTo>
                  <a:lnTo>
                    <a:pt x="3054801" y="2777086"/>
                  </a:lnTo>
                  <a:lnTo>
                    <a:pt x="2923005" y="2908882"/>
                  </a:lnTo>
                  <a:lnTo>
                    <a:pt x="2786502" y="2777086"/>
                  </a:lnTo>
                  <a:lnTo>
                    <a:pt x="2725312" y="2720603"/>
                  </a:lnTo>
                  <a:lnTo>
                    <a:pt x="2678243" y="2772380"/>
                  </a:lnTo>
                  <a:lnTo>
                    <a:pt x="2541743" y="2918295"/>
                  </a:lnTo>
                  <a:lnTo>
                    <a:pt x="2405241" y="2777086"/>
                  </a:lnTo>
                  <a:lnTo>
                    <a:pt x="2353464" y="2720603"/>
                  </a:lnTo>
                  <a:lnTo>
                    <a:pt x="2296981" y="2777086"/>
                  </a:lnTo>
                  <a:lnTo>
                    <a:pt x="2160482" y="2913588"/>
                  </a:lnTo>
                  <a:lnTo>
                    <a:pt x="2023980" y="2777086"/>
                  </a:lnTo>
                  <a:lnTo>
                    <a:pt x="1972203" y="2720603"/>
                  </a:lnTo>
                  <a:lnTo>
                    <a:pt x="1920426" y="2777086"/>
                  </a:lnTo>
                  <a:lnTo>
                    <a:pt x="1783927" y="2913588"/>
                  </a:lnTo>
                  <a:lnTo>
                    <a:pt x="1647425" y="2777086"/>
                  </a:lnTo>
                  <a:lnTo>
                    <a:pt x="1595648" y="2720603"/>
                  </a:lnTo>
                  <a:lnTo>
                    <a:pt x="1543872" y="2777086"/>
                  </a:lnTo>
                  <a:lnTo>
                    <a:pt x="1407373" y="2913588"/>
                  </a:lnTo>
                  <a:lnTo>
                    <a:pt x="1270870" y="2777086"/>
                  </a:lnTo>
                  <a:close/>
                  <a:moveTo>
                    <a:pt x="847246" y="2452309"/>
                  </a:moveTo>
                  <a:lnTo>
                    <a:pt x="1035525" y="2645294"/>
                  </a:lnTo>
                  <a:lnTo>
                    <a:pt x="1223800" y="2452309"/>
                  </a:lnTo>
                  <a:lnTo>
                    <a:pt x="1412079" y="2645294"/>
                  </a:lnTo>
                  <a:lnTo>
                    <a:pt x="1600355" y="2452309"/>
                  </a:lnTo>
                  <a:lnTo>
                    <a:pt x="1788634" y="2645294"/>
                  </a:lnTo>
                  <a:lnTo>
                    <a:pt x="1976910" y="2452309"/>
                  </a:lnTo>
                  <a:lnTo>
                    <a:pt x="2165189" y="2645294"/>
                  </a:lnTo>
                  <a:lnTo>
                    <a:pt x="2353464" y="2452309"/>
                  </a:lnTo>
                  <a:lnTo>
                    <a:pt x="2541743" y="2645294"/>
                  </a:lnTo>
                  <a:lnTo>
                    <a:pt x="2720606" y="2452309"/>
                  </a:lnTo>
                  <a:lnTo>
                    <a:pt x="2918298" y="2645294"/>
                  </a:lnTo>
                  <a:lnTo>
                    <a:pt x="3106577" y="2452309"/>
                  </a:lnTo>
                  <a:lnTo>
                    <a:pt x="3294853" y="2645294"/>
                  </a:lnTo>
                  <a:lnTo>
                    <a:pt x="3483132" y="2452309"/>
                  </a:lnTo>
                  <a:lnTo>
                    <a:pt x="3671407" y="2645294"/>
                  </a:lnTo>
                  <a:lnTo>
                    <a:pt x="3859686" y="2452309"/>
                  </a:lnTo>
                  <a:lnTo>
                    <a:pt x="4047962" y="2645294"/>
                  </a:lnTo>
                  <a:lnTo>
                    <a:pt x="4236241" y="2452309"/>
                  </a:lnTo>
                  <a:lnTo>
                    <a:pt x="4236241" y="4899910"/>
                  </a:lnTo>
                  <a:lnTo>
                    <a:pt x="847246" y="4899910"/>
                  </a:lnTo>
                  <a:close/>
                  <a:moveTo>
                    <a:pt x="2452311" y="1445025"/>
                  </a:moveTo>
                  <a:cubicBezTo>
                    <a:pt x="2645293" y="1454438"/>
                    <a:pt x="2951243" y="1703908"/>
                    <a:pt x="3012433" y="1755685"/>
                  </a:cubicBezTo>
                  <a:cubicBezTo>
                    <a:pt x="3050089" y="1788635"/>
                    <a:pt x="3059502" y="1849824"/>
                    <a:pt x="3026556" y="1887478"/>
                  </a:cubicBezTo>
                  <a:cubicBezTo>
                    <a:pt x="3007726" y="1911014"/>
                    <a:pt x="2979486" y="1920428"/>
                    <a:pt x="2951243" y="1920428"/>
                  </a:cubicBezTo>
                  <a:cubicBezTo>
                    <a:pt x="2927710" y="1920428"/>
                    <a:pt x="2908880" y="1911014"/>
                    <a:pt x="2890054" y="1896894"/>
                  </a:cubicBezTo>
                  <a:cubicBezTo>
                    <a:pt x="2739432" y="1769805"/>
                    <a:pt x="2527620" y="1638012"/>
                    <a:pt x="2442898" y="1633305"/>
                  </a:cubicBezTo>
                  <a:cubicBezTo>
                    <a:pt x="2391122" y="1628595"/>
                    <a:pt x="2353465" y="1586235"/>
                    <a:pt x="2353465" y="1534458"/>
                  </a:cubicBezTo>
                  <a:cubicBezTo>
                    <a:pt x="2353465" y="1482682"/>
                    <a:pt x="2400535" y="1445025"/>
                    <a:pt x="2452311" y="1445025"/>
                  </a:cubicBezTo>
                  <a:close/>
                  <a:moveTo>
                    <a:pt x="1826288" y="993161"/>
                  </a:moveTo>
                  <a:lnTo>
                    <a:pt x="1845115" y="1087301"/>
                  </a:lnTo>
                  <a:lnTo>
                    <a:pt x="1755685" y="1567407"/>
                  </a:lnTo>
                  <a:lnTo>
                    <a:pt x="1680372" y="1214386"/>
                  </a:lnTo>
                  <a:lnTo>
                    <a:pt x="941382" y="1369715"/>
                  </a:lnTo>
                  <a:lnTo>
                    <a:pt x="1134368" y="2278150"/>
                  </a:lnTo>
                  <a:lnTo>
                    <a:pt x="1087298" y="2320513"/>
                  </a:lnTo>
                  <a:lnTo>
                    <a:pt x="1035521" y="2376996"/>
                  </a:lnTo>
                  <a:lnTo>
                    <a:pt x="983745" y="2320513"/>
                  </a:lnTo>
                  <a:lnTo>
                    <a:pt x="941382" y="2278150"/>
                  </a:lnTo>
                  <a:lnTo>
                    <a:pt x="720156" y="1223799"/>
                  </a:lnTo>
                  <a:close/>
                  <a:moveTo>
                    <a:pt x="4085620" y="955510"/>
                  </a:moveTo>
                  <a:cubicBezTo>
                    <a:pt x="4127983" y="964923"/>
                    <a:pt x="4165639" y="983753"/>
                    <a:pt x="4189172" y="1021406"/>
                  </a:cubicBezTo>
                  <a:cubicBezTo>
                    <a:pt x="4297432" y="1176735"/>
                    <a:pt x="4250366" y="1435618"/>
                    <a:pt x="4189172" y="1633310"/>
                  </a:cubicBezTo>
                  <a:cubicBezTo>
                    <a:pt x="4363332" y="1529757"/>
                    <a:pt x="4589264" y="1421498"/>
                    <a:pt x="4739887" y="1440324"/>
                  </a:cubicBezTo>
                  <a:cubicBezTo>
                    <a:pt x="5012890" y="1468568"/>
                    <a:pt x="5300012" y="1873363"/>
                    <a:pt x="5351788" y="2009866"/>
                  </a:cubicBezTo>
                  <a:cubicBezTo>
                    <a:pt x="5370618" y="2056935"/>
                    <a:pt x="5342375" y="2108712"/>
                    <a:pt x="5304718" y="2127538"/>
                  </a:cubicBezTo>
                  <a:cubicBezTo>
                    <a:pt x="5300012" y="2132245"/>
                    <a:pt x="5295305" y="2132245"/>
                    <a:pt x="5290598" y="2132245"/>
                  </a:cubicBezTo>
                  <a:cubicBezTo>
                    <a:pt x="5243528" y="2141662"/>
                    <a:pt x="5196459" y="2113419"/>
                    <a:pt x="5182339" y="2071055"/>
                  </a:cubicBezTo>
                  <a:cubicBezTo>
                    <a:pt x="5144682" y="1976916"/>
                    <a:pt x="4899923" y="1642724"/>
                    <a:pt x="4725764" y="1623897"/>
                  </a:cubicBezTo>
                  <a:cubicBezTo>
                    <a:pt x="4603384" y="1609774"/>
                    <a:pt x="4306849" y="1769810"/>
                    <a:pt x="4104450" y="1906313"/>
                  </a:cubicBezTo>
                  <a:cubicBezTo>
                    <a:pt x="4184466" y="1972209"/>
                    <a:pt x="4222122" y="2080469"/>
                    <a:pt x="4193883" y="2184021"/>
                  </a:cubicBezTo>
                  <a:lnTo>
                    <a:pt x="4151519" y="2273454"/>
                  </a:lnTo>
                  <a:lnTo>
                    <a:pt x="4052673" y="2372301"/>
                  </a:lnTo>
                  <a:lnTo>
                    <a:pt x="3949120" y="2264041"/>
                  </a:lnTo>
                  <a:lnTo>
                    <a:pt x="4015017" y="2122832"/>
                  </a:lnTo>
                  <a:cubicBezTo>
                    <a:pt x="4019723" y="2080469"/>
                    <a:pt x="3991483" y="2038109"/>
                    <a:pt x="3949120" y="2028692"/>
                  </a:cubicBezTo>
                  <a:lnTo>
                    <a:pt x="3845567" y="2000452"/>
                  </a:lnTo>
                  <a:cubicBezTo>
                    <a:pt x="3836154" y="1995746"/>
                    <a:pt x="3822030" y="1995746"/>
                    <a:pt x="3807911" y="2000452"/>
                  </a:cubicBezTo>
                  <a:cubicBezTo>
                    <a:pt x="3779671" y="2005159"/>
                    <a:pt x="3756134" y="2023985"/>
                    <a:pt x="3746721" y="2052229"/>
                  </a:cubicBezTo>
                  <a:lnTo>
                    <a:pt x="3713771" y="2334644"/>
                  </a:lnTo>
                  <a:lnTo>
                    <a:pt x="3680824" y="2367594"/>
                  </a:lnTo>
                  <a:lnTo>
                    <a:pt x="3534908" y="2221678"/>
                  </a:lnTo>
                  <a:lnTo>
                    <a:pt x="3558441" y="2014572"/>
                  </a:lnTo>
                  <a:cubicBezTo>
                    <a:pt x="3581978" y="1911019"/>
                    <a:pt x="3666705" y="1835710"/>
                    <a:pt x="3765547" y="1816880"/>
                  </a:cubicBezTo>
                  <a:cubicBezTo>
                    <a:pt x="3807911" y="1812173"/>
                    <a:pt x="3850274" y="1812173"/>
                    <a:pt x="3892637" y="1821586"/>
                  </a:cubicBezTo>
                  <a:lnTo>
                    <a:pt x="3920877" y="1831003"/>
                  </a:lnTo>
                  <a:lnTo>
                    <a:pt x="3920877" y="1821586"/>
                  </a:lnTo>
                  <a:cubicBezTo>
                    <a:pt x="4015017" y="1614484"/>
                    <a:pt x="4142103" y="1360308"/>
                    <a:pt x="4080913" y="1219099"/>
                  </a:cubicBezTo>
                  <a:cubicBezTo>
                    <a:pt x="4019723" y="1247342"/>
                    <a:pt x="3977360" y="1341478"/>
                    <a:pt x="3906757" y="1407378"/>
                  </a:cubicBezTo>
                  <a:cubicBezTo>
                    <a:pt x="3864394" y="1445031"/>
                    <a:pt x="3822030" y="1482688"/>
                    <a:pt x="3784377" y="1515638"/>
                  </a:cubicBezTo>
                  <a:cubicBezTo>
                    <a:pt x="3746721" y="1553290"/>
                    <a:pt x="3685531" y="1543877"/>
                    <a:pt x="3652581" y="1506224"/>
                  </a:cubicBezTo>
                  <a:cubicBezTo>
                    <a:pt x="3614928" y="1468568"/>
                    <a:pt x="3624341" y="1407378"/>
                    <a:pt x="3661994" y="1374428"/>
                  </a:cubicBezTo>
                  <a:cubicBezTo>
                    <a:pt x="3694944" y="1341478"/>
                    <a:pt x="3732601" y="1308532"/>
                    <a:pt x="3774961" y="1270875"/>
                  </a:cubicBezTo>
                  <a:cubicBezTo>
                    <a:pt x="3963240" y="1101426"/>
                    <a:pt x="3972653" y="941390"/>
                    <a:pt x="4085620" y="955510"/>
                  </a:cubicBezTo>
                  <a:close/>
                  <a:moveTo>
                    <a:pt x="2560572" y="828424"/>
                  </a:moveTo>
                  <a:cubicBezTo>
                    <a:pt x="2753554" y="837837"/>
                    <a:pt x="3059504" y="1087307"/>
                    <a:pt x="3120694" y="1139084"/>
                  </a:cubicBezTo>
                  <a:cubicBezTo>
                    <a:pt x="3158350" y="1172030"/>
                    <a:pt x="3167763" y="1233224"/>
                    <a:pt x="3134817" y="1270877"/>
                  </a:cubicBezTo>
                  <a:cubicBezTo>
                    <a:pt x="3115987" y="1294413"/>
                    <a:pt x="3087747" y="1303827"/>
                    <a:pt x="3059504" y="1303827"/>
                  </a:cubicBezTo>
                  <a:cubicBezTo>
                    <a:pt x="3035971" y="1303827"/>
                    <a:pt x="3017141" y="1294413"/>
                    <a:pt x="2998315" y="1280290"/>
                  </a:cubicBezTo>
                  <a:cubicBezTo>
                    <a:pt x="2847693" y="1153204"/>
                    <a:pt x="2635881" y="1021411"/>
                    <a:pt x="2551159" y="1016704"/>
                  </a:cubicBezTo>
                  <a:cubicBezTo>
                    <a:pt x="2499383" y="1011994"/>
                    <a:pt x="2461726" y="969634"/>
                    <a:pt x="2461726" y="917857"/>
                  </a:cubicBezTo>
                  <a:cubicBezTo>
                    <a:pt x="2461726" y="866081"/>
                    <a:pt x="2508796" y="828424"/>
                    <a:pt x="2560572" y="828424"/>
                  </a:cubicBezTo>
                  <a:close/>
                  <a:moveTo>
                    <a:pt x="2875943" y="0"/>
                  </a:moveTo>
                  <a:cubicBezTo>
                    <a:pt x="2923013" y="0"/>
                    <a:pt x="2970083" y="4706"/>
                    <a:pt x="3017152" y="14119"/>
                  </a:cubicBezTo>
                  <a:cubicBezTo>
                    <a:pt x="3426657" y="89432"/>
                    <a:pt x="3694953" y="484813"/>
                    <a:pt x="3614933" y="894316"/>
                  </a:cubicBezTo>
                  <a:lnTo>
                    <a:pt x="3341931" y="2329929"/>
                  </a:lnTo>
                  <a:lnTo>
                    <a:pt x="3304274" y="2372292"/>
                  </a:lnTo>
                  <a:lnTo>
                    <a:pt x="3261911" y="2329929"/>
                  </a:lnTo>
                  <a:lnTo>
                    <a:pt x="3252498" y="2315809"/>
                  </a:lnTo>
                  <a:lnTo>
                    <a:pt x="3172482" y="2235790"/>
                  </a:lnTo>
                  <a:lnTo>
                    <a:pt x="3436070" y="861366"/>
                  </a:lnTo>
                  <a:cubicBezTo>
                    <a:pt x="3464310" y="710744"/>
                    <a:pt x="3431364" y="564832"/>
                    <a:pt x="3346637" y="437743"/>
                  </a:cubicBezTo>
                  <a:cubicBezTo>
                    <a:pt x="3261911" y="315364"/>
                    <a:pt x="3130118" y="230638"/>
                    <a:pt x="2984202" y="202398"/>
                  </a:cubicBezTo>
                  <a:cubicBezTo>
                    <a:pt x="2946546" y="197691"/>
                    <a:pt x="2913599" y="192985"/>
                    <a:pt x="2875943" y="192985"/>
                  </a:cubicBezTo>
                  <a:cubicBezTo>
                    <a:pt x="2602941" y="192985"/>
                    <a:pt x="2372302" y="385967"/>
                    <a:pt x="2320526" y="654261"/>
                  </a:cubicBezTo>
                  <a:lnTo>
                    <a:pt x="2019280" y="2221670"/>
                  </a:lnTo>
                  <a:lnTo>
                    <a:pt x="1981624" y="2184013"/>
                  </a:lnTo>
                  <a:lnTo>
                    <a:pt x="1845124" y="2320516"/>
                  </a:lnTo>
                  <a:lnTo>
                    <a:pt x="1835711" y="2329929"/>
                  </a:lnTo>
                  <a:lnTo>
                    <a:pt x="1802761" y="2362875"/>
                  </a:lnTo>
                  <a:lnTo>
                    <a:pt x="2136953" y="611902"/>
                  </a:lnTo>
                  <a:cubicBezTo>
                    <a:pt x="2207559" y="249468"/>
                    <a:pt x="2522921" y="0"/>
                    <a:pt x="2875943" y="0"/>
                  </a:cubicBezTo>
                  <a:close/>
                </a:path>
              </a:pathLst>
            </a:custGeom>
            <a:solidFill>
              <a:schemeClr val="accent1"/>
            </a:solidFill>
            <a:ln w="13196" cap="flat">
              <a:noFill/>
              <a:prstDash val="solid"/>
              <a:miter/>
            </a:ln>
          </p:spPr>
          <p:txBody>
            <a:bodyPr wrap="square" rtlCol="0" anchor="ctr">
              <a:noAutofit/>
            </a:bodyPr>
            <a:lstStyle/>
            <a:p>
              <a:endParaRPr lang="en-US"/>
            </a:p>
          </p:txBody>
        </p:sp>
      </p:grpSp>
      <p:grpSp>
        <p:nvGrpSpPr>
          <p:cNvPr id="79" name="Group 78">
            <a:extLst>
              <a:ext uri="{FF2B5EF4-FFF2-40B4-BE49-F238E27FC236}">
                <a16:creationId xmlns:a16="http://schemas.microsoft.com/office/drawing/2014/main" id="{0C7582FE-8AAE-5651-5A66-B3612EF245DA}"/>
              </a:ext>
              <a:ext uri="{C183D7F6-B498-43B3-948B-1728B52AA6E4}">
                <adec:decorative xmlns:adec="http://schemas.microsoft.com/office/drawing/2017/decorative" val="1"/>
              </a:ext>
            </a:extLst>
          </p:cNvPr>
          <p:cNvGrpSpPr>
            <a:grpSpLocks noChangeAspect="1"/>
          </p:cNvGrpSpPr>
          <p:nvPr/>
        </p:nvGrpSpPr>
        <p:grpSpPr>
          <a:xfrm>
            <a:off x="7144671" y="2930159"/>
            <a:ext cx="276579" cy="457200"/>
            <a:chOff x="7144671" y="2930159"/>
            <a:chExt cx="276579" cy="457200"/>
          </a:xfrm>
          <a:solidFill>
            <a:srgbClr val="FF0000"/>
          </a:solidFill>
        </p:grpSpPr>
        <p:sp>
          <p:nvSpPr>
            <p:cNvPr id="1490" name="Freeform: Shape 1489">
              <a:extLst>
                <a:ext uri="{FF2B5EF4-FFF2-40B4-BE49-F238E27FC236}">
                  <a16:creationId xmlns:a16="http://schemas.microsoft.com/office/drawing/2014/main" id="{A35BD3CE-CAFC-94C4-8E8A-22D7E0242018}"/>
                </a:ext>
                <a:ext uri="{C183D7F6-B498-43B3-948B-1728B52AA6E4}">
                  <adec:decorative xmlns:adec="http://schemas.microsoft.com/office/drawing/2017/decorative" val="1"/>
                </a:ext>
              </a:extLst>
            </p:cNvPr>
            <p:cNvSpPr/>
            <p:nvPr/>
          </p:nvSpPr>
          <p:spPr>
            <a:xfrm>
              <a:off x="7144671" y="3003537"/>
              <a:ext cx="237067" cy="383822"/>
            </a:xfrm>
            <a:custGeom>
              <a:avLst/>
              <a:gdLst>
                <a:gd name="connsiteX0" fmla="*/ 508001 w 3556002"/>
                <a:gd name="connsiteY0" fmla="*/ 4394200 h 5757331"/>
                <a:gd name="connsiteX1" fmla="*/ 508001 w 3556002"/>
                <a:gd name="connsiteY1" fmla="*/ 5418667 h 5757331"/>
                <a:gd name="connsiteX2" fmla="*/ 3048002 w 3556002"/>
                <a:gd name="connsiteY2" fmla="*/ 5418667 h 5757331"/>
                <a:gd name="connsiteX3" fmla="*/ 3217330 w 3556002"/>
                <a:gd name="connsiteY3" fmla="*/ 5249331 h 5757331"/>
                <a:gd name="connsiteX4" fmla="*/ 3217330 w 3556002"/>
                <a:gd name="connsiteY4" fmla="*/ 4394200 h 5757331"/>
                <a:gd name="connsiteX5" fmla="*/ 1807313 w 3556002"/>
                <a:gd name="connsiteY5" fmla="*/ 2252499 h 5757331"/>
                <a:gd name="connsiteX6" fmla="*/ 1933033 w 3556002"/>
                <a:gd name="connsiteY6" fmla="*/ 2378219 h 5757331"/>
                <a:gd name="connsiteX7" fmla="*/ 1813300 w 3556002"/>
                <a:gd name="connsiteY7" fmla="*/ 2497952 h 5757331"/>
                <a:gd name="connsiteX8" fmla="*/ 1687580 w 3556002"/>
                <a:gd name="connsiteY8" fmla="*/ 2372232 h 5757331"/>
                <a:gd name="connsiteX9" fmla="*/ 677336 w 3556002"/>
                <a:gd name="connsiteY9" fmla="*/ 0 h 5757331"/>
                <a:gd name="connsiteX10" fmla="*/ 2366432 w 3556002"/>
                <a:gd name="connsiteY10" fmla="*/ 0 h 5757331"/>
                <a:gd name="connsiteX11" fmla="*/ 2366432 w 3556002"/>
                <a:gd name="connsiteY11" fmla="*/ 4233 h 5757331"/>
                <a:gd name="connsiteX12" fmla="*/ 2749108 w 3556002"/>
                <a:gd name="connsiteY12" fmla="*/ 4233 h 5757331"/>
                <a:gd name="connsiteX13" fmla="*/ 2871877 w 3556002"/>
                <a:gd name="connsiteY13" fmla="*/ 4233 h 5757331"/>
                <a:gd name="connsiteX14" fmla="*/ 2871877 w 3556002"/>
                <a:gd name="connsiteY14" fmla="*/ 338664 h 5757331"/>
                <a:gd name="connsiteX15" fmla="*/ 2749108 w 3556002"/>
                <a:gd name="connsiteY15" fmla="*/ 338664 h 5757331"/>
                <a:gd name="connsiteX16" fmla="*/ 2749108 w 3556002"/>
                <a:gd name="connsiteY16" fmla="*/ 342898 h 5757331"/>
                <a:gd name="connsiteX17" fmla="*/ 1775450 w 3556002"/>
                <a:gd name="connsiteY17" fmla="*/ 342898 h 5757331"/>
                <a:gd name="connsiteX18" fmla="*/ 1775450 w 3556002"/>
                <a:gd name="connsiteY18" fmla="*/ 338664 h 5757331"/>
                <a:gd name="connsiteX19" fmla="*/ 673103 w 3556002"/>
                <a:gd name="connsiteY19" fmla="*/ 338664 h 5757331"/>
                <a:gd name="connsiteX20" fmla="*/ 503767 w 3556002"/>
                <a:gd name="connsiteY20" fmla="*/ 508000 h 5757331"/>
                <a:gd name="connsiteX21" fmla="*/ 503767 w 3556002"/>
                <a:gd name="connsiteY21" fmla="*/ 3039535 h 5757331"/>
                <a:gd name="connsiteX22" fmla="*/ 888999 w 3556002"/>
                <a:gd name="connsiteY22" fmla="*/ 2654295 h 5757331"/>
                <a:gd name="connsiteX23" fmla="*/ 1016001 w 3556002"/>
                <a:gd name="connsiteY23" fmla="*/ 2781297 h 5757331"/>
                <a:gd name="connsiteX24" fmla="*/ 508001 w 3556002"/>
                <a:gd name="connsiteY24" fmla="*/ 3289298 h 5757331"/>
                <a:gd name="connsiteX25" fmla="*/ 508001 w 3556002"/>
                <a:gd name="connsiteY25" fmla="*/ 3547535 h 5757331"/>
                <a:gd name="connsiteX26" fmla="*/ 1566335 w 3556002"/>
                <a:gd name="connsiteY26" fmla="*/ 2493434 h 5757331"/>
                <a:gd name="connsiteX27" fmla="*/ 1693337 w 3556002"/>
                <a:gd name="connsiteY27" fmla="*/ 2620436 h 5757331"/>
                <a:gd name="connsiteX28" fmla="*/ 508001 w 3556002"/>
                <a:gd name="connsiteY28" fmla="*/ 3801531 h 5757331"/>
                <a:gd name="connsiteX29" fmla="*/ 508001 w 3556002"/>
                <a:gd name="connsiteY29" fmla="*/ 4233338 h 5757331"/>
                <a:gd name="connsiteX30" fmla="*/ 3217330 w 3556002"/>
                <a:gd name="connsiteY30" fmla="*/ 4233338 h 5757331"/>
                <a:gd name="connsiteX31" fmla="*/ 3217330 w 3556002"/>
                <a:gd name="connsiteY31" fmla="*/ 1790459 h 5757331"/>
                <a:gd name="connsiteX32" fmla="*/ 3217330 w 3556002"/>
                <a:gd name="connsiteY32" fmla="*/ 1185337 h 5757331"/>
                <a:gd name="connsiteX33" fmla="*/ 3217330 w 3556002"/>
                <a:gd name="connsiteY33" fmla="*/ 689790 h 5757331"/>
                <a:gd name="connsiteX34" fmla="*/ 3555994 w 3556002"/>
                <a:gd name="connsiteY34" fmla="*/ 689790 h 5757331"/>
                <a:gd name="connsiteX35" fmla="*/ 3555994 w 3556002"/>
                <a:gd name="connsiteY35" fmla="*/ 992478 h 5757331"/>
                <a:gd name="connsiteX36" fmla="*/ 3555994 w 3556002"/>
                <a:gd name="connsiteY36" fmla="*/ 1185337 h 5757331"/>
                <a:gd name="connsiteX37" fmla="*/ 3556002 w 3556002"/>
                <a:gd name="connsiteY37" fmla="*/ 1185337 h 5757331"/>
                <a:gd name="connsiteX38" fmla="*/ 3556002 w 3556002"/>
                <a:gd name="connsiteY38" fmla="*/ 5249331 h 5757331"/>
                <a:gd name="connsiteX39" fmla="*/ 3048002 w 3556002"/>
                <a:gd name="connsiteY39" fmla="*/ 5757331 h 5757331"/>
                <a:gd name="connsiteX40" fmla="*/ 508001 w 3556002"/>
                <a:gd name="connsiteY40" fmla="*/ 5757331 h 5757331"/>
                <a:gd name="connsiteX41" fmla="*/ 169336 w 3556002"/>
                <a:gd name="connsiteY41" fmla="*/ 5757331 h 5757331"/>
                <a:gd name="connsiteX42" fmla="*/ 169336 w 3556002"/>
                <a:gd name="connsiteY42" fmla="*/ 5418667 h 5757331"/>
                <a:gd name="connsiteX43" fmla="*/ 169336 w 3556002"/>
                <a:gd name="connsiteY43" fmla="*/ 1524001 h 5757331"/>
                <a:gd name="connsiteX44" fmla="*/ 0 w 3556002"/>
                <a:gd name="connsiteY44" fmla="*/ 1354665 h 5757331"/>
                <a:gd name="connsiteX45" fmla="*/ 0 w 3556002"/>
                <a:gd name="connsiteY45" fmla="*/ 1020234 h 5757331"/>
                <a:gd name="connsiteX46" fmla="*/ 169336 w 3556002"/>
                <a:gd name="connsiteY46" fmla="*/ 850898 h 5757331"/>
                <a:gd name="connsiteX47" fmla="*/ 169336 w 3556002"/>
                <a:gd name="connsiteY47" fmla="*/ 508000 h 5757331"/>
                <a:gd name="connsiteX48" fmla="*/ 677336 w 3556002"/>
                <a:gd name="connsiteY48" fmla="*/ 0 h 575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56002" h="5757331">
                  <a:moveTo>
                    <a:pt x="508001" y="4394200"/>
                  </a:moveTo>
                  <a:lnTo>
                    <a:pt x="508001" y="5418667"/>
                  </a:lnTo>
                  <a:lnTo>
                    <a:pt x="3048002" y="5418667"/>
                  </a:lnTo>
                  <a:cubicBezTo>
                    <a:pt x="3141129" y="5418667"/>
                    <a:pt x="3217330" y="5342466"/>
                    <a:pt x="3217330" y="5249331"/>
                  </a:cubicBezTo>
                  <a:lnTo>
                    <a:pt x="3217330" y="4394200"/>
                  </a:lnTo>
                  <a:close/>
                  <a:moveTo>
                    <a:pt x="1807313" y="2252499"/>
                  </a:moveTo>
                  <a:lnTo>
                    <a:pt x="1933033" y="2378219"/>
                  </a:lnTo>
                  <a:lnTo>
                    <a:pt x="1813300" y="2497952"/>
                  </a:lnTo>
                  <a:lnTo>
                    <a:pt x="1687580" y="2372232"/>
                  </a:lnTo>
                  <a:close/>
                  <a:moveTo>
                    <a:pt x="677336" y="0"/>
                  </a:moveTo>
                  <a:lnTo>
                    <a:pt x="2366432" y="0"/>
                  </a:lnTo>
                  <a:lnTo>
                    <a:pt x="2366432" y="4233"/>
                  </a:lnTo>
                  <a:lnTo>
                    <a:pt x="2749108" y="4233"/>
                  </a:lnTo>
                  <a:cubicBezTo>
                    <a:pt x="2749108" y="4233"/>
                    <a:pt x="2871877" y="4233"/>
                    <a:pt x="2871877" y="4233"/>
                  </a:cubicBezTo>
                  <a:lnTo>
                    <a:pt x="2871877" y="338664"/>
                  </a:lnTo>
                  <a:cubicBezTo>
                    <a:pt x="2871877" y="338664"/>
                    <a:pt x="2749108" y="338664"/>
                    <a:pt x="2749108" y="338664"/>
                  </a:cubicBezTo>
                  <a:lnTo>
                    <a:pt x="2749108" y="342898"/>
                  </a:lnTo>
                  <a:lnTo>
                    <a:pt x="1775450" y="342898"/>
                  </a:lnTo>
                  <a:lnTo>
                    <a:pt x="1775450" y="338664"/>
                  </a:lnTo>
                  <a:lnTo>
                    <a:pt x="673103" y="338664"/>
                  </a:lnTo>
                  <a:cubicBezTo>
                    <a:pt x="579968" y="338664"/>
                    <a:pt x="503767" y="414866"/>
                    <a:pt x="503767" y="508000"/>
                  </a:cubicBezTo>
                  <a:lnTo>
                    <a:pt x="503767" y="3039535"/>
                  </a:lnTo>
                  <a:lnTo>
                    <a:pt x="888999" y="2654295"/>
                  </a:lnTo>
                  <a:lnTo>
                    <a:pt x="1016001" y="2781297"/>
                  </a:lnTo>
                  <a:lnTo>
                    <a:pt x="508001" y="3289298"/>
                  </a:lnTo>
                  <a:lnTo>
                    <a:pt x="508001" y="3547535"/>
                  </a:lnTo>
                  <a:lnTo>
                    <a:pt x="1566335" y="2493434"/>
                  </a:lnTo>
                  <a:lnTo>
                    <a:pt x="1693337" y="2620436"/>
                  </a:lnTo>
                  <a:lnTo>
                    <a:pt x="508001" y="3801531"/>
                  </a:lnTo>
                  <a:lnTo>
                    <a:pt x="508001" y="4233338"/>
                  </a:lnTo>
                  <a:lnTo>
                    <a:pt x="3217330" y="4233338"/>
                  </a:lnTo>
                  <a:lnTo>
                    <a:pt x="3217330" y="1790459"/>
                  </a:lnTo>
                  <a:lnTo>
                    <a:pt x="3217330" y="1185337"/>
                  </a:lnTo>
                  <a:lnTo>
                    <a:pt x="3217330" y="689790"/>
                  </a:lnTo>
                  <a:lnTo>
                    <a:pt x="3555994" y="689790"/>
                  </a:lnTo>
                  <a:cubicBezTo>
                    <a:pt x="3555994" y="689790"/>
                    <a:pt x="3555994" y="799859"/>
                    <a:pt x="3555994" y="992478"/>
                  </a:cubicBezTo>
                  <a:lnTo>
                    <a:pt x="3555994" y="1185337"/>
                  </a:lnTo>
                  <a:lnTo>
                    <a:pt x="3556002" y="1185337"/>
                  </a:lnTo>
                  <a:cubicBezTo>
                    <a:pt x="3556002" y="2544235"/>
                    <a:pt x="3556002" y="5249331"/>
                    <a:pt x="3556002" y="5249331"/>
                  </a:cubicBezTo>
                  <a:cubicBezTo>
                    <a:pt x="3556002" y="5528735"/>
                    <a:pt x="3327399" y="5757331"/>
                    <a:pt x="3048002" y="5757331"/>
                  </a:cubicBezTo>
                  <a:lnTo>
                    <a:pt x="508001" y="5757331"/>
                  </a:lnTo>
                  <a:lnTo>
                    <a:pt x="169336" y="5757331"/>
                  </a:lnTo>
                  <a:lnTo>
                    <a:pt x="169336" y="5418667"/>
                  </a:lnTo>
                  <a:lnTo>
                    <a:pt x="169336" y="1524001"/>
                  </a:lnTo>
                  <a:cubicBezTo>
                    <a:pt x="76201" y="1524001"/>
                    <a:pt x="0" y="1447800"/>
                    <a:pt x="0" y="1354665"/>
                  </a:cubicBezTo>
                  <a:lnTo>
                    <a:pt x="0" y="1020234"/>
                  </a:lnTo>
                  <a:cubicBezTo>
                    <a:pt x="0" y="927099"/>
                    <a:pt x="76201" y="850898"/>
                    <a:pt x="169336" y="850898"/>
                  </a:cubicBezTo>
                  <a:lnTo>
                    <a:pt x="169336" y="508000"/>
                  </a:lnTo>
                  <a:cubicBezTo>
                    <a:pt x="169336" y="228596"/>
                    <a:pt x="397932" y="0"/>
                    <a:pt x="677336"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491" name="Freeform: Shape 1490">
              <a:extLst>
                <a:ext uri="{FF2B5EF4-FFF2-40B4-BE49-F238E27FC236}">
                  <a16:creationId xmlns:a16="http://schemas.microsoft.com/office/drawing/2014/main" id="{F59EDB8B-D4C5-E1A3-1409-87479301A58E}"/>
                </a:ext>
                <a:ext uri="{C183D7F6-B498-43B3-948B-1728B52AA6E4}">
                  <adec:decorative xmlns:adec="http://schemas.microsoft.com/office/drawing/2017/decorative" val="1"/>
                </a:ext>
              </a:extLst>
            </p:cNvPr>
            <p:cNvSpPr/>
            <p:nvPr/>
          </p:nvSpPr>
          <p:spPr>
            <a:xfrm>
              <a:off x="7239216" y="2930159"/>
              <a:ext cx="182034" cy="423052"/>
            </a:xfrm>
            <a:custGeom>
              <a:avLst/>
              <a:gdLst>
                <a:gd name="connsiteX0" fmla="*/ 270937 w 2730509"/>
                <a:gd name="connsiteY0" fmla="*/ 5837774 h 6345774"/>
                <a:gd name="connsiteX1" fmla="*/ 270937 w 2730509"/>
                <a:gd name="connsiteY1" fmla="*/ 6176442 h 6345774"/>
                <a:gd name="connsiteX2" fmla="*/ 609605 w 2730509"/>
                <a:gd name="connsiteY2" fmla="*/ 6176442 h 6345774"/>
                <a:gd name="connsiteX3" fmla="*/ 609605 w 2730509"/>
                <a:gd name="connsiteY3" fmla="*/ 5837774 h 6345774"/>
                <a:gd name="connsiteX4" fmla="*/ 232836 w 2730509"/>
                <a:gd name="connsiteY4" fmla="*/ 5668438 h 6345774"/>
                <a:gd name="connsiteX5" fmla="*/ 647704 w 2730509"/>
                <a:gd name="connsiteY5" fmla="*/ 5668438 h 6345774"/>
                <a:gd name="connsiteX6" fmla="*/ 778938 w 2730509"/>
                <a:gd name="connsiteY6" fmla="*/ 5799672 h 6345774"/>
                <a:gd name="connsiteX7" fmla="*/ 778938 w 2730509"/>
                <a:gd name="connsiteY7" fmla="*/ 6214540 h 6345774"/>
                <a:gd name="connsiteX8" fmla="*/ 647704 w 2730509"/>
                <a:gd name="connsiteY8" fmla="*/ 6345774 h 6345774"/>
                <a:gd name="connsiteX9" fmla="*/ 232836 w 2730509"/>
                <a:gd name="connsiteY9" fmla="*/ 6345774 h 6345774"/>
                <a:gd name="connsiteX10" fmla="*/ 101602 w 2730509"/>
                <a:gd name="connsiteY10" fmla="*/ 6214540 h 6345774"/>
                <a:gd name="connsiteX11" fmla="*/ 101602 w 2730509"/>
                <a:gd name="connsiteY11" fmla="*/ 5799672 h 6345774"/>
                <a:gd name="connsiteX12" fmla="*/ 232836 w 2730509"/>
                <a:gd name="connsiteY12" fmla="*/ 5668438 h 6345774"/>
                <a:gd name="connsiteX13" fmla="*/ 84666 w 2730509"/>
                <a:gd name="connsiteY13" fmla="*/ 1608669 h 6345774"/>
                <a:gd name="connsiteX14" fmla="*/ 338666 w 2730509"/>
                <a:gd name="connsiteY14" fmla="*/ 1608669 h 6345774"/>
                <a:gd name="connsiteX15" fmla="*/ 516468 w 2730509"/>
                <a:gd name="connsiteY15" fmla="*/ 1608669 h 6345774"/>
                <a:gd name="connsiteX16" fmla="*/ 761999 w 2730509"/>
                <a:gd name="connsiteY16" fmla="*/ 1608669 h 6345774"/>
                <a:gd name="connsiteX17" fmla="*/ 846668 w 2730509"/>
                <a:gd name="connsiteY17" fmla="*/ 1693333 h 6345774"/>
                <a:gd name="connsiteX18" fmla="*/ 761999 w 2730509"/>
                <a:gd name="connsiteY18" fmla="*/ 1778001 h 6345774"/>
                <a:gd name="connsiteX19" fmla="*/ 516468 w 2730509"/>
                <a:gd name="connsiteY19" fmla="*/ 1778001 h 6345774"/>
                <a:gd name="connsiteX20" fmla="*/ 338666 w 2730509"/>
                <a:gd name="connsiteY20" fmla="*/ 1778001 h 6345774"/>
                <a:gd name="connsiteX21" fmla="*/ 84666 w 2730509"/>
                <a:gd name="connsiteY21" fmla="*/ 1778001 h 6345774"/>
                <a:gd name="connsiteX22" fmla="*/ 0 w 2730509"/>
                <a:gd name="connsiteY22" fmla="*/ 1693333 h 6345774"/>
                <a:gd name="connsiteX23" fmla="*/ 84666 w 2730509"/>
                <a:gd name="connsiteY23" fmla="*/ 1608669 h 6345774"/>
                <a:gd name="connsiteX24" fmla="*/ 2222505 w 2730509"/>
                <a:gd name="connsiteY24" fmla="*/ 508008 h 6345774"/>
                <a:gd name="connsiteX25" fmla="*/ 2730509 w 2730509"/>
                <a:gd name="connsiteY25" fmla="*/ 508008 h 6345774"/>
                <a:gd name="connsiteX26" fmla="*/ 2730509 w 2730509"/>
                <a:gd name="connsiteY26" fmla="*/ 1016012 h 6345774"/>
                <a:gd name="connsiteX27" fmla="*/ 2222508 w 2730509"/>
                <a:gd name="connsiteY27" fmla="*/ 1016012 h 6345774"/>
                <a:gd name="connsiteX28" fmla="*/ 2222508 w 2730509"/>
                <a:gd name="connsiteY28" fmla="*/ 1524005 h 6345774"/>
                <a:gd name="connsiteX29" fmla="*/ 1714504 w 2730509"/>
                <a:gd name="connsiteY29" fmla="*/ 1524005 h 6345774"/>
                <a:gd name="connsiteX30" fmla="*/ 1714504 w 2730509"/>
                <a:gd name="connsiteY30" fmla="*/ 1016001 h 6345774"/>
                <a:gd name="connsiteX31" fmla="*/ 2222505 w 2730509"/>
                <a:gd name="connsiteY31" fmla="*/ 1016001 h 6345774"/>
                <a:gd name="connsiteX32" fmla="*/ 1206504 w 2730509"/>
                <a:gd name="connsiteY32" fmla="*/ 0 h 6345774"/>
                <a:gd name="connsiteX33" fmla="*/ 1714507 w 2730509"/>
                <a:gd name="connsiteY33" fmla="*/ 0 h 6345774"/>
                <a:gd name="connsiteX34" fmla="*/ 1714507 w 2730509"/>
                <a:gd name="connsiteY34" fmla="*/ 508004 h 6345774"/>
                <a:gd name="connsiteX35" fmla="*/ 1206504 w 2730509"/>
                <a:gd name="connsiteY35" fmla="*/ 508004 h 63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730509" h="6345774">
                  <a:moveTo>
                    <a:pt x="270937" y="5837774"/>
                  </a:moveTo>
                  <a:lnTo>
                    <a:pt x="270937" y="6176442"/>
                  </a:lnTo>
                  <a:lnTo>
                    <a:pt x="609605" y="6176442"/>
                  </a:lnTo>
                  <a:lnTo>
                    <a:pt x="609605" y="5837774"/>
                  </a:lnTo>
                  <a:close/>
                  <a:moveTo>
                    <a:pt x="232836" y="5668438"/>
                  </a:moveTo>
                  <a:lnTo>
                    <a:pt x="647704" y="5668438"/>
                  </a:lnTo>
                  <a:cubicBezTo>
                    <a:pt x="719670" y="5668438"/>
                    <a:pt x="778938" y="5727706"/>
                    <a:pt x="778938" y="5799672"/>
                  </a:cubicBezTo>
                  <a:lnTo>
                    <a:pt x="778938" y="6214540"/>
                  </a:lnTo>
                  <a:cubicBezTo>
                    <a:pt x="778938" y="6286507"/>
                    <a:pt x="719670" y="6345774"/>
                    <a:pt x="647704" y="6345774"/>
                  </a:cubicBezTo>
                  <a:lnTo>
                    <a:pt x="232836" y="6345774"/>
                  </a:lnTo>
                  <a:cubicBezTo>
                    <a:pt x="160869" y="6345774"/>
                    <a:pt x="101602" y="6286507"/>
                    <a:pt x="101602" y="6214540"/>
                  </a:cubicBezTo>
                  <a:lnTo>
                    <a:pt x="101602" y="5799672"/>
                  </a:lnTo>
                  <a:cubicBezTo>
                    <a:pt x="101602" y="5727706"/>
                    <a:pt x="160869" y="5668438"/>
                    <a:pt x="232836" y="5668438"/>
                  </a:cubicBezTo>
                  <a:close/>
                  <a:moveTo>
                    <a:pt x="84666" y="1608669"/>
                  </a:moveTo>
                  <a:lnTo>
                    <a:pt x="338666" y="1608669"/>
                  </a:lnTo>
                  <a:lnTo>
                    <a:pt x="516468" y="1608669"/>
                  </a:lnTo>
                  <a:lnTo>
                    <a:pt x="761999" y="1608669"/>
                  </a:lnTo>
                  <a:cubicBezTo>
                    <a:pt x="808567" y="1608669"/>
                    <a:pt x="846668" y="1646770"/>
                    <a:pt x="846668" y="1693333"/>
                  </a:cubicBezTo>
                  <a:cubicBezTo>
                    <a:pt x="846668" y="1739900"/>
                    <a:pt x="808567" y="1778001"/>
                    <a:pt x="761999" y="1778001"/>
                  </a:cubicBezTo>
                  <a:lnTo>
                    <a:pt x="516468" y="1778001"/>
                  </a:lnTo>
                  <a:lnTo>
                    <a:pt x="338666" y="1778001"/>
                  </a:lnTo>
                  <a:lnTo>
                    <a:pt x="84666" y="1778001"/>
                  </a:lnTo>
                  <a:cubicBezTo>
                    <a:pt x="38101" y="1778001"/>
                    <a:pt x="0" y="1739900"/>
                    <a:pt x="0" y="1693333"/>
                  </a:cubicBezTo>
                  <a:cubicBezTo>
                    <a:pt x="0" y="1646770"/>
                    <a:pt x="38101" y="1608669"/>
                    <a:pt x="84666" y="1608669"/>
                  </a:cubicBezTo>
                  <a:close/>
                  <a:moveTo>
                    <a:pt x="2222505" y="508008"/>
                  </a:moveTo>
                  <a:lnTo>
                    <a:pt x="2730509" y="508008"/>
                  </a:lnTo>
                  <a:lnTo>
                    <a:pt x="2730509" y="1016012"/>
                  </a:lnTo>
                  <a:lnTo>
                    <a:pt x="2222508" y="1016012"/>
                  </a:lnTo>
                  <a:lnTo>
                    <a:pt x="2222508" y="1524005"/>
                  </a:lnTo>
                  <a:lnTo>
                    <a:pt x="1714504" y="1524005"/>
                  </a:lnTo>
                  <a:lnTo>
                    <a:pt x="1714504" y="1016001"/>
                  </a:lnTo>
                  <a:lnTo>
                    <a:pt x="2222505" y="1016001"/>
                  </a:lnTo>
                  <a:close/>
                  <a:moveTo>
                    <a:pt x="1206504" y="0"/>
                  </a:moveTo>
                  <a:lnTo>
                    <a:pt x="1714507" y="0"/>
                  </a:lnTo>
                  <a:lnTo>
                    <a:pt x="1714507" y="508004"/>
                  </a:lnTo>
                  <a:lnTo>
                    <a:pt x="1206504" y="508004"/>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78" name="Group 77">
            <a:extLst>
              <a:ext uri="{FF2B5EF4-FFF2-40B4-BE49-F238E27FC236}">
                <a16:creationId xmlns:a16="http://schemas.microsoft.com/office/drawing/2014/main" id="{044AC18E-E689-85AA-F85C-A439BEA9F14F}"/>
              </a:ext>
              <a:ext uri="{C183D7F6-B498-43B3-948B-1728B52AA6E4}">
                <adec:decorative xmlns:adec="http://schemas.microsoft.com/office/drawing/2017/decorative" val="1"/>
              </a:ext>
            </a:extLst>
          </p:cNvPr>
          <p:cNvGrpSpPr>
            <a:grpSpLocks noChangeAspect="1"/>
          </p:cNvGrpSpPr>
          <p:nvPr/>
        </p:nvGrpSpPr>
        <p:grpSpPr>
          <a:xfrm>
            <a:off x="7610571" y="2930159"/>
            <a:ext cx="322378" cy="457200"/>
            <a:chOff x="7610571" y="2930159"/>
            <a:chExt cx="322378" cy="457200"/>
          </a:xfrm>
          <a:solidFill>
            <a:srgbClr val="FF0000"/>
          </a:solidFill>
        </p:grpSpPr>
        <p:sp>
          <p:nvSpPr>
            <p:cNvPr id="1506" name="Freeform: Shape 1505">
              <a:extLst>
                <a:ext uri="{FF2B5EF4-FFF2-40B4-BE49-F238E27FC236}">
                  <a16:creationId xmlns:a16="http://schemas.microsoft.com/office/drawing/2014/main" id="{E3E7B646-45C1-3015-8317-8E6FC2A8AC22}"/>
                </a:ext>
                <a:ext uri="{C183D7F6-B498-43B3-948B-1728B52AA6E4}">
                  <adec:decorative xmlns:adec="http://schemas.microsoft.com/office/drawing/2017/decorative" val="1"/>
                </a:ext>
              </a:extLst>
            </p:cNvPr>
            <p:cNvSpPr/>
            <p:nvPr/>
          </p:nvSpPr>
          <p:spPr>
            <a:xfrm>
              <a:off x="7610571" y="3034068"/>
              <a:ext cx="218209" cy="353291"/>
            </a:xfrm>
            <a:custGeom>
              <a:avLst/>
              <a:gdLst>
                <a:gd name="connsiteX0" fmla="*/ 467592 w 3273138"/>
                <a:gd name="connsiteY0" fmla="*/ 4044663 h 5299371"/>
                <a:gd name="connsiteX1" fmla="*/ 467592 w 3273138"/>
                <a:gd name="connsiteY1" fmla="*/ 4983742 h 5299371"/>
                <a:gd name="connsiteX2" fmla="*/ 2805546 w 3273138"/>
                <a:gd name="connsiteY2" fmla="*/ 4983742 h 5299371"/>
                <a:gd name="connsiteX3" fmla="*/ 2961410 w 3273138"/>
                <a:gd name="connsiteY3" fmla="*/ 4827885 h 5299371"/>
                <a:gd name="connsiteX4" fmla="*/ 2961410 w 3273138"/>
                <a:gd name="connsiteY4" fmla="*/ 4044663 h 5299371"/>
                <a:gd name="connsiteX5" fmla="*/ 1663606 w 3273138"/>
                <a:gd name="connsiteY5" fmla="*/ 2070847 h 5299371"/>
                <a:gd name="connsiteX6" fmla="*/ 1779331 w 3273138"/>
                <a:gd name="connsiteY6" fmla="*/ 2186572 h 5299371"/>
                <a:gd name="connsiteX7" fmla="*/ 1669118 w 3273138"/>
                <a:gd name="connsiteY7" fmla="*/ 2296784 h 5299371"/>
                <a:gd name="connsiteX8" fmla="*/ 1553394 w 3273138"/>
                <a:gd name="connsiteY8" fmla="*/ 2181060 h 5299371"/>
                <a:gd name="connsiteX9" fmla="*/ 623456 w 3273138"/>
                <a:gd name="connsiteY9" fmla="*/ 0 h 5299371"/>
                <a:gd name="connsiteX10" fmla="*/ 1861699 w 3273138"/>
                <a:gd name="connsiteY10" fmla="*/ 0 h 5299371"/>
                <a:gd name="connsiteX11" fmla="*/ 2178196 w 3273138"/>
                <a:gd name="connsiteY11" fmla="*/ 0 h 5299371"/>
                <a:gd name="connsiteX12" fmla="*/ 2536939 w 3273138"/>
                <a:gd name="connsiteY12" fmla="*/ 0 h 5299371"/>
                <a:gd name="connsiteX13" fmla="*/ 2620818 w 3273138"/>
                <a:gd name="connsiteY13" fmla="*/ 0 h 5299371"/>
                <a:gd name="connsiteX14" fmla="*/ 2620818 w 3273138"/>
                <a:gd name="connsiteY14" fmla="*/ 307835 h 5299371"/>
                <a:gd name="connsiteX15" fmla="*/ 2536939 w 3273138"/>
                <a:gd name="connsiteY15" fmla="*/ 307835 h 5299371"/>
                <a:gd name="connsiteX16" fmla="*/ 2536939 w 3273138"/>
                <a:gd name="connsiteY16" fmla="*/ 311729 h 5299371"/>
                <a:gd name="connsiteX17" fmla="*/ 1861699 w 3273138"/>
                <a:gd name="connsiteY17" fmla="*/ 311729 h 5299371"/>
                <a:gd name="connsiteX18" fmla="*/ 623456 w 3273138"/>
                <a:gd name="connsiteY18" fmla="*/ 311729 h 5299371"/>
                <a:gd name="connsiteX19" fmla="*/ 467592 w 3273138"/>
                <a:gd name="connsiteY19" fmla="*/ 467593 h 5299371"/>
                <a:gd name="connsiteX20" fmla="*/ 467592 w 3273138"/>
                <a:gd name="connsiteY20" fmla="*/ 2789961 h 5299371"/>
                <a:gd name="connsiteX21" fmla="*/ 822178 w 3273138"/>
                <a:gd name="connsiteY21" fmla="*/ 2435368 h 5299371"/>
                <a:gd name="connsiteX22" fmla="*/ 939078 w 3273138"/>
                <a:gd name="connsiteY22" fmla="*/ 2552268 h 5299371"/>
                <a:gd name="connsiteX23" fmla="*/ 467592 w 3273138"/>
                <a:gd name="connsiteY23" fmla="*/ 3023761 h 5299371"/>
                <a:gd name="connsiteX24" fmla="*/ 467592 w 3273138"/>
                <a:gd name="connsiteY24" fmla="*/ 3261448 h 5299371"/>
                <a:gd name="connsiteX25" fmla="*/ 1445634 w 3273138"/>
                <a:gd name="connsiteY25" fmla="*/ 2291199 h 5299371"/>
                <a:gd name="connsiteX26" fmla="*/ 1562534 w 3273138"/>
                <a:gd name="connsiteY26" fmla="*/ 2408098 h 5299371"/>
                <a:gd name="connsiteX27" fmla="*/ 467592 w 3273138"/>
                <a:gd name="connsiteY27" fmla="*/ 3495248 h 5299371"/>
                <a:gd name="connsiteX28" fmla="*/ 467592 w 3273138"/>
                <a:gd name="connsiteY28" fmla="*/ 3892699 h 5299371"/>
                <a:gd name="connsiteX29" fmla="*/ 2961410 w 3273138"/>
                <a:gd name="connsiteY29" fmla="*/ 3892699 h 5299371"/>
                <a:gd name="connsiteX30" fmla="*/ 2961410 w 3273138"/>
                <a:gd name="connsiteY30" fmla="*/ 1098844 h 5299371"/>
                <a:gd name="connsiteX31" fmla="*/ 2961410 w 3273138"/>
                <a:gd name="connsiteY31" fmla="*/ 625329 h 5299371"/>
                <a:gd name="connsiteX32" fmla="*/ 3273138 w 3273138"/>
                <a:gd name="connsiteY32" fmla="*/ 625329 h 5299371"/>
                <a:gd name="connsiteX33" fmla="*/ 3273138 w 3273138"/>
                <a:gd name="connsiteY33" fmla="*/ 1450185 h 5299371"/>
                <a:gd name="connsiteX34" fmla="*/ 3273138 w 3273138"/>
                <a:gd name="connsiteY34" fmla="*/ 1619481 h 5299371"/>
                <a:gd name="connsiteX35" fmla="*/ 3273138 w 3273138"/>
                <a:gd name="connsiteY35" fmla="*/ 4831778 h 5299371"/>
                <a:gd name="connsiteX36" fmla="*/ 2805546 w 3273138"/>
                <a:gd name="connsiteY36" fmla="*/ 5299371 h 5299371"/>
                <a:gd name="connsiteX37" fmla="*/ 467592 w 3273138"/>
                <a:gd name="connsiteY37" fmla="*/ 5299371 h 5299371"/>
                <a:gd name="connsiteX38" fmla="*/ 155864 w 3273138"/>
                <a:gd name="connsiteY38" fmla="*/ 5299371 h 5299371"/>
                <a:gd name="connsiteX39" fmla="*/ 155864 w 3273138"/>
                <a:gd name="connsiteY39" fmla="*/ 4987643 h 5299371"/>
                <a:gd name="connsiteX40" fmla="*/ 155864 w 3273138"/>
                <a:gd name="connsiteY40" fmla="*/ 1402779 h 5299371"/>
                <a:gd name="connsiteX41" fmla="*/ 0 w 3273138"/>
                <a:gd name="connsiteY41" fmla="*/ 1246907 h 5299371"/>
                <a:gd name="connsiteX42" fmla="*/ 0 w 3273138"/>
                <a:gd name="connsiteY42" fmla="*/ 939079 h 5299371"/>
                <a:gd name="connsiteX43" fmla="*/ 155864 w 3273138"/>
                <a:gd name="connsiteY43" fmla="*/ 783215 h 5299371"/>
                <a:gd name="connsiteX44" fmla="*/ 155864 w 3273138"/>
                <a:gd name="connsiteY44" fmla="*/ 467593 h 5299371"/>
                <a:gd name="connsiteX45" fmla="*/ 623456 w 3273138"/>
                <a:gd name="connsiteY45" fmla="*/ 0 h 529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273138" h="5299371">
                  <a:moveTo>
                    <a:pt x="467592" y="4044663"/>
                  </a:moveTo>
                  <a:lnTo>
                    <a:pt x="467592" y="4983742"/>
                  </a:lnTo>
                  <a:lnTo>
                    <a:pt x="2805546" y="4983742"/>
                  </a:lnTo>
                  <a:cubicBezTo>
                    <a:pt x="2891269" y="4983742"/>
                    <a:pt x="2961410" y="4913608"/>
                    <a:pt x="2961410" y="4827885"/>
                  </a:cubicBezTo>
                  <a:lnTo>
                    <a:pt x="2961410" y="4044663"/>
                  </a:lnTo>
                  <a:close/>
                  <a:moveTo>
                    <a:pt x="1663606" y="2070847"/>
                  </a:moveTo>
                  <a:lnTo>
                    <a:pt x="1779331" y="2186572"/>
                  </a:lnTo>
                  <a:lnTo>
                    <a:pt x="1669118" y="2296784"/>
                  </a:lnTo>
                  <a:lnTo>
                    <a:pt x="1553394" y="2181060"/>
                  </a:lnTo>
                  <a:close/>
                  <a:moveTo>
                    <a:pt x="623456" y="0"/>
                  </a:moveTo>
                  <a:lnTo>
                    <a:pt x="1861699" y="0"/>
                  </a:lnTo>
                  <a:lnTo>
                    <a:pt x="2178196" y="0"/>
                  </a:lnTo>
                  <a:lnTo>
                    <a:pt x="2536939" y="0"/>
                  </a:lnTo>
                  <a:cubicBezTo>
                    <a:pt x="2536939" y="0"/>
                    <a:pt x="2620818" y="0"/>
                    <a:pt x="2620818" y="0"/>
                  </a:cubicBezTo>
                  <a:lnTo>
                    <a:pt x="2620818" y="307835"/>
                  </a:lnTo>
                  <a:cubicBezTo>
                    <a:pt x="2620818" y="307835"/>
                    <a:pt x="2536939" y="307835"/>
                    <a:pt x="2536939" y="307835"/>
                  </a:cubicBezTo>
                  <a:lnTo>
                    <a:pt x="2536939" y="311729"/>
                  </a:lnTo>
                  <a:lnTo>
                    <a:pt x="1861699" y="311729"/>
                  </a:lnTo>
                  <a:lnTo>
                    <a:pt x="623456" y="311729"/>
                  </a:lnTo>
                  <a:cubicBezTo>
                    <a:pt x="537734" y="311729"/>
                    <a:pt x="467592" y="381863"/>
                    <a:pt x="467592" y="467593"/>
                  </a:cubicBezTo>
                  <a:lnTo>
                    <a:pt x="467592" y="2789961"/>
                  </a:lnTo>
                  <a:lnTo>
                    <a:pt x="822178" y="2435368"/>
                  </a:lnTo>
                  <a:lnTo>
                    <a:pt x="939078" y="2552268"/>
                  </a:lnTo>
                  <a:lnTo>
                    <a:pt x="467592" y="3023761"/>
                  </a:lnTo>
                  <a:lnTo>
                    <a:pt x="467592" y="3261448"/>
                  </a:lnTo>
                  <a:lnTo>
                    <a:pt x="1445634" y="2291199"/>
                  </a:lnTo>
                  <a:lnTo>
                    <a:pt x="1562534" y="2408098"/>
                  </a:lnTo>
                  <a:lnTo>
                    <a:pt x="467592" y="3495248"/>
                  </a:lnTo>
                  <a:lnTo>
                    <a:pt x="467592" y="3892699"/>
                  </a:lnTo>
                  <a:lnTo>
                    <a:pt x="2961410" y="3892699"/>
                  </a:lnTo>
                  <a:lnTo>
                    <a:pt x="2961410" y="1098844"/>
                  </a:lnTo>
                  <a:lnTo>
                    <a:pt x="2961410" y="625329"/>
                  </a:lnTo>
                  <a:lnTo>
                    <a:pt x="3273138" y="625329"/>
                  </a:lnTo>
                  <a:cubicBezTo>
                    <a:pt x="3273138" y="625329"/>
                    <a:pt x="3273138" y="956184"/>
                    <a:pt x="3273138" y="1450185"/>
                  </a:cubicBezTo>
                  <a:lnTo>
                    <a:pt x="3273138" y="1619481"/>
                  </a:lnTo>
                  <a:cubicBezTo>
                    <a:pt x="3273138" y="2934380"/>
                    <a:pt x="3273138" y="4831778"/>
                    <a:pt x="3273138" y="4831778"/>
                  </a:cubicBezTo>
                  <a:cubicBezTo>
                    <a:pt x="3273138" y="5088954"/>
                    <a:pt x="3062721" y="5299371"/>
                    <a:pt x="2805546" y="5299371"/>
                  </a:cubicBezTo>
                  <a:lnTo>
                    <a:pt x="467592" y="5299371"/>
                  </a:lnTo>
                  <a:lnTo>
                    <a:pt x="155864" y="5299371"/>
                  </a:lnTo>
                  <a:lnTo>
                    <a:pt x="155864" y="4987643"/>
                  </a:lnTo>
                  <a:lnTo>
                    <a:pt x="155864" y="1402779"/>
                  </a:lnTo>
                  <a:cubicBezTo>
                    <a:pt x="70141" y="1402779"/>
                    <a:pt x="0" y="1332637"/>
                    <a:pt x="0" y="1246907"/>
                  </a:cubicBezTo>
                  <a:lnTo>
                    <a:pt x="0" y="939079"/>
                  </a:lnTo>
                  <a:cubicBezTo>
                    <a:pt x="0" y="853357"/>
                    <a:pt x="70141" y="783215"/>
                    <a:pt x="155864" y="783215"/>
                  </a:cubicBezTo>
                  <a:lnTo>
                    <a:pt x="155864" y="467593"/>
                  </a:lnTo>
                  <a:cubicBezTo>
                    <a:pt x="155864" y="210417"/>
                    <a:pt x="366281" y="0"/>
                    <a:pt x="623456"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1507" name="Freeform: Shape 1506">
              <a:extLst>
                <a:ext uri="{FF2B5EF4-FFF2-40B4-BE49-F238E27FC236}">
                  <a16:creationId xmlns:a16="http://schemas.microsoft.com/office/drawing/2014/main" id="{70135BF7-52F8-85E1-86F0-F028A9E3C644}"/>
                </a:ext>
                <a:ext uri="{C183D7F6-B498-43B3-948B-1728B52AA6E4}">
                  <adec:decorative xmlns:adec="http://schemas.microsoft.com/office/drawing/2017/decorative" val="1"/>
                </a:ext>
              </a:extLst>
            </p:cNvPr>
            <p:cNvSpPr/>
            <p:nvPr/>
          </p:nvSpPr>
          <p:spPr>
            <a:xfrm>
              <a:off x="7697595" y="2930159"/>
              <a:ext cx="235354" cy="425508"/>
            </a:xfrm>
            <a:custGeom>
              <a:avLst/>
              <a:gdLst>
                <a:gd name="connsiteX0" fmla="*/ 249382 w 3530309"/>
                <a:gd name="connsiteY0" fmla="*/ 5915036 h 6382627"/>
                <a:gd name="connsiteX1" fmla="*/ 249382 w 3530309"/>
                <a:gd name="connsiteY1" fmla="*/ 6226765 h 6382627"/>
                <a:gd name="connsiteX2" fmla="*/ 561110 w 3530309"/>
                <a:gd name="connsiteY2" fmla="*/ 6226765 h 6382627"/>
                <a:gd name="connsiteX3" fmla="*/ 561110 w 3530309"/>
                <a:gd name="connsiteY3" fmla="*/ 5915036 h 6382627"/>
                <a:gd name="connsiteX4" fmla="*/ 214312 w 3530309"/>
                <a:gd name="connsiteY4" fmla="*/ 5759170 h 6382627"/>
                <a:gd name="connsiteX5" fmla="*/ 596178 w 3530309"/>
                <a:gd name="connsiteY5" fmla="*/ 5759170 h 6382627"/>
                <a:gd name="connsiteX6" fmla="*/ 716973 w 3530309"/>
                <a:gd name="connsiteY6" fmla="*/ 5879965 h 6382627"/>
                <a:gd name="connsiteX7" fmla="*/ 716973 w 3530309"/>
                <a:gd name="connsiteY7" fmla="*/ 6261832 h 6382627"/>
                <a:gd name="connsiteX8" fmla="*/ 596178 w 3530309"/>
                <a:gd name="connsiteY8" fmla="*/ 6382627 h 6382627"/>
                <a:gd name="connsiteX9" fmla="*/ 214312 w 3530309"/>
                <a:gd name="connsiteY9" fmla="*/ 6382627 h 6382627"/>
                <a:gd name="connsiteX10" fmla="*/ 93517 w 3530309"/>
                <a:gd name="connsiteY10" fmla="*/ 6261832 h 6382627"/>
                <a:gd name="connsiteX11" fmla="*/ 93517 w 3530309"/>
                <a:gd name="connsiteY11" fmla="*/ 5879965 h 6382627"/>
                <a:gd name="connsiteX12" fmla="*/ 214312 w 3530309"/>
                <a:gd name="connsiteY12" fmla="*/ 5759170 h 6382627"/>
                <a:gd name="connsiteX13" fmla="*/ 77930 w 3530309"/>
                <a:gd name="connsiteY13" fmla="*/ 2022335 h 6382627"/>
                <a:gd name="connsiteX14" fmla="*/ 311726 w 3530309"/>
                <a:gd name="connsiteY14" fmla="*/ 2022335 h 6382627"/>
                <a:gd name="connsiteX15" fmla="*/ 479279 w 3530309"/>
                <a:gd name="connsiteY15" fmla="*/ 2022335 h 6382627"/>
                <a:gd name="connsiteX16" fmla="*/ 705278 w 3530309"/>
                <a:gd name="connsiteY16" fmla="*/ 2022335 h 6382627"/>
                <a:gd name="connsiteX17" fmla="*/ 779316 w 3530309"/>
                <a:gd name="connsiteY17" fmla="*/ 2100267 h 6382627"/>
                <a:gd name="connsiteX18" fmla="*/ 701382 w 3530309"/>
                <a:gd name="connsiteY18" fmla="*/ 2178202 h 6382627"/>
                <a:gd name="connsiteX19" fmla="*/ 475383 w 3530309"/>
                <a:gd name="connsiteY19" fmla="*/ 2178202 h 6382627"/>
                <a:gd name="connsiteX20" fmla="*/ 311726 w 3530309"/>
                <a:gd name="connsiteY20" fmla="*/ 2178202 h 6382627"/>
                <a:gd name="connsiteX21" fmla="*/ 77930 w 3530309"/>
                <a:gd name="connsiteY21" fmla="*/ 2178202 h 6382627"/>
                <a:gd name="connsiteX22" fmla="*/ 0 w 3530309"/>
                <a:gd name="connsiteY22" fmla="*/ 2100267 h 6382627"/>
                <a:gd name="connsiteX23" fmla="*/ 77930 w 3530309"/>
                <a:gd name="connsiteY23" fmla="*/ 2022335 h 6382627"/>
                <a:gd name="connsiteX24" fmla="*/ 1578123 w 3530309"/>
                <a:gd name="connsiteY24" fmla="*/ 1476806 h 6382627"/>
                <a:gd name="connsiteX25" fmla="*/ 2045718 w 3530309"/>
                <a:gd name="connsiteY25" fmla="*/ 1476806 h 6382627"/>
                <a:gd name="connsiteX26" fmla="*/ 2045718 w 3530309"/>
                <a:gd name="connsiteY26" fmla="*/ 1944399 h 6382627"/>
                <a:gd name="connsiteX27" fmla="*/ 1578123 w 3530309"/>
                <a:gd name="connsiteY27" fmla="*/ 1944399 h 6382627"/>
                <a:gd name="connsiteX28" fmla="*/ 1811915 w 3530309"/>
                <a:gd name="connsiteY28" fmla="*/ 919597 h 6382627"/>
                <a:gd name="connsiteX29" fmla="*/ 2610715 w 3530309"/>
                <a:gd name="connsiteY29" fmla="*/ 1710607 h 6382627"/>
                <a:gd name="connsiteX30" fmla="*/ 2295092 w 3530309"/>
                <a:gd name="connsiteY30" fmla="*/ 1710607 h 6382627"/>
                <a:gd name="connsiteX31" fmla="*/ 1811915 w 3530309"/>
                <a:gd name="connsiteY31" fmla="*/ 1235221 h 6382627"/>
                <a:gd name="connsiteX32" fmla="*/ 1811915 w 3530309"/>
                <a:gd name="connsiteY32" fmla="*/ 459800 h 6382627"/>
                <a:gd name="connsiteX33" fmla="*/ 2115849 w 3530309"/>
                <a:gd name="connsiteY33" fmla="*/ 518249 h 6382627"/>
                <a:gd name="connsiteX34" fmla="*/ 3070510 w 3530309"/>
                <a:gd name="connsiteY34" fmla="*/ 1714503 h 6382627"/>
                <a:gd name="connsiteX35" fmla="*/ 2758784 w 3530309"/>
                <a:gd name="connsiteY35" fmla="*/ 1714503 h 6382627"/>
                <a:gd name="connsiteX36" fmla="*/ 2022329 w 3530309"/>
                <a:gd name="connsiteY36" fmla="*/ 814391 h 6382627"/>
                <a:gd name="connsiteX37" fmla="*/ 1811915 w 3530309"/>
                <a:gd name="connsiteY37" fmla="*/ 771528 h 6382627"/>
                <a:gd name="connsiteX38" fmla="*/ 1811915 w 3530309"/>
                <a:gd name="connsiteY38" fmla="*/ 0 h 6382627"/>
                <a:gd name="connsiteX39" fmla="*/ 1815812 w 3530309"/>
                <a:gd name="connsiteY39" fmla="*/ 0 h 6382627"/>
                <a:gd name="connsiteX40" fmla="*/ 3530309 w 3530309"/>
                <a:gd name="connsiteY40" fmla="*/ 1702811 h 6382627"/>
                <a:gd name="connsiteX41" fmla="*/ 3530309 w 3530309"/>
                <a:gd name="connsiteY41" fmla="*/ 1714503 h 6382627"/>
                <a:gd name="connsiteX42" fmla="*/ 3222479 w 3530309"/>
                <a:gd name="connsiteY42" fmla="*/ 1714503 h 6382627"/>
                <a:gd name="connsiteX43" fmla="*/ 1811915 w 3530309"/>
                <a:gd name="connsiteY43" fmla="*/ 307831 h 638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30309" h="6382627">
                  <a:moveTo>
                    <a:pt x="249382" y="5915036"/>
                  </a:moveTo>
                  <a:lnTo>
                    <a:pt x="249382" y="6226765"/>
                  </a:lnTo>
                  <a:lnTo>
                    <a:pt x="561110" y="6226765"/>
                  </a:lnTo>
                  <a:lnTo>
                    <a:pt x="561110" y="5915036"/>
                  </a:lnTo>
                  <a:close/>
                  <a:moveTo>
                    <a:pt x="214312" y="5759170"/>
                  </a:moveTo>
                  <a:lnTo>
                    <a:pt x="596178" y="5759170"/>
                  </a:lnTo>
                  <a:cubicBezTo>
                    <a:pt x="662420" y="5759170"/>
                    <a:pt x="716973" y="5813723"/>
                    <a:pt x="716973" y="5879965"/>
                  </a:cubicBezTo>
                  <a:lnTo>
                    <a:pt x="716973" y="6261832"/>
                  </a:lnTo>
                  <a:cubicBezTo>
                    <a:pt x="716973" y="6328074"/>
                    <a:pt x="662420" y="6382627"/>
                    <a:pt x="596178" y="6382627"/>
                  </a:cubicBezTo>
                  <a:lnTo>
                    <a:pt x="214312" y="6382627"/>
                  </a:lnTo>
                  <a:cubicBezTo>
                    <a:pt x="148070" y="6382627"/>
                    <a:pt x="93517" y="6328074"/>
                    <a:pt x="93517" y="6261832"/>
                  </a:cubicBezTo>
                  <a:lnTo>
                    <a:pt x="93517" y="5879965"/>
                  </a:lnTo>
                  <a:cubicBezTo>
                    <a:pt x="93517" y="5813723"/>
                    <a:pt x="148070" y="5759170"/>
                    <a:pt x="214312" y="5759170"/>
                  </a:cubicBezTo>
                  <a:close/>
                  <a:moveTo>
                    <a:pt x="77930" y="2022335"/>
                  </a:moveTo>
                  <a:lnTo>
                    <a:pt x="311726" y="2022335"/>
                  </a:lnTo>
                  <a:lnTo>
                    <a:pt x="479279" y="2022335"/>
                  </a:lnTo>
                  <a:lnTo>
                    <a:pt x="705278" y="2022335"/>
                  </a:lnTo>
                  <a:cubicBezTo>
                    <a:pt x="748142" y="2022335"/>
                    <a:pt x="779316" y="2057406"/>
                    <a:pt x="779316" y="2100267"/>
                  </a:cubicBezTo>
                  <a:cubicBezTo>
                    <a:pt x="779316" y="2143131"/>
                    <a:pt x="744245" y="2178202"/>
                    <a:pt x="701382" y="2178202"/>
                  </a:cubicBezTo>
                  <a:lnTo>
                    <a:pt x="475383" y="2178202"/>
                  </a:lnTo>
                  <a:lnTo>
                    <a:pt x="311726" y="2178202"/>
                  </a:lnTo>
                  <a:lnTo>
                    <a:pt x="77930" y="2178202"/>
                  </a:lnTo>
                  <a:cubicBezTo>
                    <a:pt x="35070" y="2178202"/>
                    <a:pt x="0" y="2143131"/>
                    <a:pt x="0" y="2100267"/>
                  </a:cubicBezTo>
                  <a:cubicBezTo>
                    <a:pt x="0" y="2057406"/>
                    <a:pt x="35070" y="2022335"/>
                    <a:pt x="77930" y="2022335"/>
                  </a:cubicBezTo>
                  <a:close/>
                  <a:moveTo>
                    <a:pt x="1578123" y="1476806"/>
                  </a:moveTo>
                  <a:lnTo>
                    <a:pt x="2045718" y="1476806"/>
                  </a:lnTo>
                  <a:lnTo>
                    <a:pt x="2045718" y="1944399"/>
                  </a:lnTo>
                  <a:lnTo>
                    <a:pt x="1578123" y="1944399"/>
                  </a:lnTo>
                  <a:close/>
                  <a:moveTo>
                    <a:pt x="1811915" y="919597"/>
                  </a:moveTo>
                  <a:cubicBezTo>
                    <a:pt x="2228851" y="966357"/>
                    <a:pt x="2560059" y="1297567"/>
                    <a:pt x="2610715" y="1710607"/>
                  </a:cubicBezTo>
                  <a:lnTo>
                    <a:pt x="2295092" y="1710607"/>
                  </a:lnTo>
                  <a:cubicBezTo>
                    <a:pt x="2248333" y="1469018"/>
                    <a:pt x="2053504" y="1278085"/>
                    <a:pt x="1811915" y="1235221"/>
                  </a:cubicBezTo>
                  <a:close/>
                  <a:moveTo>
                    <a:pt x="1811915" y="459800"/>
                  </a:moveTo>
                  <a:cubicBezTo>
                    <a:pt x="1917124" y="467593"/>
                    <a:pt x="2018433" y="487075"/>
                    <a:pt x="2115849" y="518249"/>
                  </a:cubicBezTo>
                  <a:cubicBezTo>
                    <a:pt x="2657475" y="685804"/>
                    <a:pt x="3031546" y="1157290"/>
                    <a:pt x="3070510" y="1714503"/>
                  </a:cubicBezTo>
                  <a:lnTo>
                    <a:pt x="2758784" y="1714503"/>
                  </a:lnTo>
                  <a:cubicBezTo>
                    <a:pt x="2715920" y="1297567"/>
                    <a:pt x="2431472" y="942979"/>
                    <a:pt x="2022329" y="814391"/>
                  </a:cubicBezTo>
                  <a:cubicBezTo>
                    <a:pt x="1956088" y="791010"/>
                    <a:pt x="1882053" y="779320"/>
                    <a:pt x="1811915" y="771528"/>
                  </a:cubicBezTo>
                  <a:close/>
                  <a:moveTo>
                    <a:pt x="1811915" y="0"/>
                  </a:moveTo>
                  <a:cubicBezTo>
                    <a:pt x="1811915" y="0"/>
                    <a:pt x="1815812" y="0"/>
                    <a:pt x="1815812" y="0"/>
                  </a:cubicBezTo>
                  <a:cubicBezTo>
                    <a:pt x="2735406" y="54553"/>
                    <a:pt x="3471860" y="787113"/>
                    <a:pt x="3530309" y="1702811"/>
                  </a:cubicBezTo>
                  <a:cubicBezTo>
                    <a:pt x="3530309" y="1706707"/>
                    <a:pt x="3530309" y="1710604"/>
                    <a:pt x="3530309" y="1714503"/>
                  </a:cubicBezTo>
                  <a:lnTo>
                    <a:pt x="3222479" y="1714503"/>
                  </a:lnTo>
                  <a:cubicBezTo>
                    <a:pt x="3167927" y="958561"/>
                    <a:pt x="2563955" y="358488"/>
                    <a:pt x="1811915" y="307831"/>
                  </a:cubicBez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77" name="Group 76">
            <a:extLst>
              <a:ext uri="{FF2B5EF4-FFF2-40B4-BE49-F238E27FC236}">
                <a16:creationId xmlns:a16="http://schemas.microsoft.com/office/drawing/2014/main" id="{CC7A6D09-8B0F-5109-159C-5F3A645BEB09}"/>
              </a:ext>
              <a:ext uri="{C183D7F6-B498-43B3-948B-1728B52AA6E4}">
                <adec:decorative xmlns:adec="http://schemas.microsoft.com/office/drawing/2017/decorative" val="1"/>
              </a:ext>
            </a:extLst>
          </p:cNvPr>
          <p:cNvGrpSpPr>
            <a:grpSpLocks noChangeAspect="1"/>
          </p:cNvGrpSpPr>
          <p:nvPr/>
        </p:nvGrpSpPr>
        <p:grpSpPr>
          <a:xfrm>
            <a:off x="8122270" y="2930159"/>
            <a:ext cx="284663" cy="457200"/>
            <a:chOff x="8122270" y="2930159"/>
            <a:chExt cx="284663" cy="457200"/>
          </a:xfrm>
          <a:solidFill>
            <a:srgbClr val="FF0000"/>
          </a:solidFill>
        </p:grpSpPr>
        <p:sp>
          <p:nvSpPr>
            <p:cNvPr id="1510" name="Freeform: Shape 1509">
              <a:extLst>
                <a:ext uri="{FF2B5EF4-FFF2-40B4-BE49-F238E27FC236}">
                  <a16:creationId xmlns:a16="http://schemas.microsoft.com/office/drawing/2014/main" id="{5CAA4B82-CB77-EDC0-A1AF-AF83B2EC45C3}"/>
                </a:ext>
                <a:ext uri="{C183D7F6-B498-43B3-948B-1728B52AA6E4}">
                  <adec:decorative xmlns:adec="http://schemas.microsoft.com/office/drawing/2017/decorative" val="1"/>
                </a:ext>
              </a:extLst>
            </p:cNvPr>
            <p:cNvSpPr/>
            <p:nvPr/>
          </p:nvSpPr>
          <p:spPr>
            <a:xfrm>
              <a:off x="8122270" y="2937109"/>
              <a:ext cx="278043" cy="450250"/>
            </a:xfrm>
            <a:custGeom>
              <a:avLst/>
              <a:gdLst>
                <a:gd name="connsiteX0" fmla="*/ 66013 w 462095"/>
                <a:gd name="connsiteY0" fmla="*/ 571708 h 748294"/>
                <a:gd name="connsiteX1" fmla="*/ 66013 w 462095"/>
                <a:gd name="connsiteY1" fmla="*/ 704285 h 748294"/>
                <a:gd name="connsiteX2" fmla="*/ 396080 w 462095"/>
                <a:gd name="connsiteY2" fmla="*/ 704285 h 748294"/>
                <a:gd name="connsiteX3" fmla="*/ 418084 w 462095"/>
                <a:gd name="connsiteY3" fmla="*/ 682281 h 748294"/>
                <a:gd name="connsiteX4" fmla="*/ 418084 w 462095"/>
                <a:gd name="connsiteY4" fmla="*/ 571708 h 748294"/>
                <a:gd name="connsiteX5" fmla="*/ 229349 w 462095"/>
                <a:gd name="connsiteY5" fmla="*/ 0 h 748294"/>
                <a:gd name="connsiteX6" fmla="*/ 356425 w 462095"/>
                <a:gd name="connsiteY6" fmla="*/ 0 h 748294"/>
                <a:gd name="connsiteX7" fmla="*/ 372378 w 462095"/>
                <a:gd name="connsiteY7" fmla="*/ 0 h 748294"/>
                <a:gd name="connsiteX8" fmla="*/ 372378 w 462095"/>
                <a:gd name="connsiteY8" fmla="*/ 43459 h 748294"/>
                <a:gd name="connsiteX9" fmla="*/ 356425 w 462095"/>
                <a:gd name="connsiteY9" fmla="*/ 43459 h 748294"/>
                <a:gd name="connsiteX10" fmla="*/ 356425 w 462095"/>
                <a:gd name="connsiteY10" fmla="*/ 44009 h 748294"/>
                <a:gd name="connsiteX11" fmla="*/ 306962 w 462095"/>
                <a:gd name="connsiteY11" fmla="*/ 44009 h 748294"/>
                <a:gd name="connsiteX12" fmla="*/ 306962 w 462095"/>
                <a:gd name="connsiteY12" fmla="*/ 44151 h 748294"/>
                <a:gd name="connsiteX13" fmla="*/ 88018 w 462095"/>
                <a:gd name="connsiteY13" fmla="*/ 44151 h 748294"/>
                <a:gd name="connsiteX14" fmla="*/ 66013 w 462095"/>
                <a:gd name="connsiteY14" fmla="*/ 66155 h 748294"/>
                <a:gd name="connsiteX15" fmla="*/ 66013 w 462095"/>
                <a:gd name="connsiteY15" fmla="*/ 395122 h 748294"/>
                <a:gd name="connsiteX16" fmla="*/ 66013 w 462095"/>
                <a:gd name="connsiteY16" fmla="*/ 494142 h 748294"/>
                <a:gd name="connsiteX17" fmla="*/ 66013 w 462095"/>
                <a:gd name="connsiteY17" fmla="*/ 550254 h 748294"/>
                <a:gd name="connsiteX18" fmla="*/ 418084 w 462095"/>
                <a:gd name="connsiteY18" fmla="*/ 550254 h 748294"/>
                <a:gd name="connsiteX19" fmla="*/ 418084 w 462095"/>
                <a:gd name="connsiteY19" fmla="*/ 155274 h 748294"/>
                <a:gd name="connsiteX20" fmla="*/ 418085 w 462095"/>
                <a:gd name="connsiteY20" fmla="*/ 155274 h 748294"/>
                <a:gd name="connsiteX21" fmla="*/ 418085 w 462095"/>
                <a:gd name="connsiteY21" fmla="*/ 83259 h 748294"/>
                <a:gd name="connsiteX22" fmla="*/ 462095 w 462095"/>
                <a:gd name="connsiteY22" fmla="*/ 83259 h 748294"/>
                <a:gd name="connsiteX23" fmla="*/ 462095 w 462095"/>
                <a:gd name="connsiteY23" fmla="*/ 227939 h 748294"/>
                <a:gd name="connsiteX24" fmla="*/ 462094 w 462095"/>
                <a:gd name="connsiteY24" fmla="*/ 227939 h 748294"/>
                <a:gd name="connsiteX25" fmla="*/ 462094 w 462095"/>
                <a:gd name="connsiteY25" fmla="*/ 228776 h 748294"/>
                <a:gd name="connsiteX26" fmla="*/ 462094 w 462095"/>
                <a:gd name="connsiteY26" fmla="*/ 682281 h 748294"/>
                <a:gd name="connsiteX27" fmla="*/ 396080 w 462095"/>
                <a:gd name="connsiteY27" fmla="*/ 748294 h 748294"/>
                <a:gd name="connsiteX28" fmla="*/ 66013 w 462095"/>
                <a:gd name="connsiteY28" fmla="*/ 748294 h 748294"/>
                <a:gd name="connsiteX29" fmla="*/ 22004 w 462095"/>
                <a:gd name="connsiteY29" fmla="*/ 748294 h 748294"/>
                <a:gd name="connsiteX30" fmla="*/ 22004 w 462095"/>
                <a:gd name="connsiteY30" fmla="*/ 704285 h 748294"/>
                <a:gd name="connsiteX31" fmla="*/ 22004 w 462095"/>
                <a:gd name="connsiteY31" fmla="*/ 198182 h 748294"/>
                <a:gd name="connsiteX32" fmla="*/ 0 w 462095"/>
                <a:gd name="connsiteY32" fmla="*/ 176178 h 748294"/>
                <a:gd name="connsiteX33" fmla="*/ 0 w 462095"/>
                <a:gd name="connsiteY33" fmla="*/ 132719 h 748294"/>
                <a:gd name="connsiteX34" fmla="*/ 22004 w 462095"/>
                <a:gd name="connsiteY34" fmla="*/ 110714 h 748294"/>
                <a:gd name="connsiteX35" fmla="*/ 22004 w 462095"/>
                <a:gd name="connsiteY35" fmla="*/ 66155 h 748294"/>
                <a:gd name="connsiteX36" fmla="*/ 88018 w 462095"/>
                <a:gd name="connsiteY36" fmla="*/ 142 h 748294"/>
                <a:gd name="connsiteX37" fmla="*/ 229349 w 462095"/>
                <a:gd name="connsiteY37" fmla="*/ 142 h 74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2095" h="748294">
                  <a:moveTo>
                    <a:pt x="66013" y="571708"/>
                  </a:moveTo>
                  <a:lnTo>
                    <a:pt x="66013" y="704285"/>
                  </a:lnTo>
                  <a:lnTo>
                    <a:pt x="396080" y="704285"/>
                  </a:lnTo>
                  <a:cubicBezTo>
                    <a:pt x="408182" y="704285"/>
                    <a:pt x="418084" y="694383"/>
                    <a:pt x="418084" y="682281"/>
                  </a:cubicBezTo>
                  <a:lnTo>
                    <a:pt x="418084" y="571708"/>
                  </a:lnTo>
                  <a:close/>
                  <a:moveTo>
                    <a:pt x="229349" y="0"/>
                  </a:moveTo>
                  <a:lnTo>
                    <a:pt x="356425" y="0"/>
                  </a:lnTo>
                  <a:cubicBezTo>
                    <a:pt x="356425" y="0"/>
                    <a:pt x="372378" y="0"/>
                    <a:pt x="372378" y="0"/>
                  </a:cubicBezTo>
                  <a:lnTo>
                    <a:pt x="372378" y="43459"/>
                  </a:lnTo>
                  <a:cubicBezTo>
                    <a:pt x="372378" y="43459"/>
                    <a:pt x="356425" y="43459"/>
                    <a:pt x="356425" y="43459"/>
                  </a:cubicBezTo>
                  <a:lnTo>
                    <a:pt x="356425" y="44009"/>
                  </a:lnTo>
                  <a:lnTo>
                    <a:pt x="306962" y="44009"/>
                  </a:lnTo>
                  <a:lnTo>
                    <a:pt x="306962" y="44151"/>
                  </a:lnTo>
                  <a:lnTo>
                    <a:pt x="88018" y="44151"/>
                  </a:lnTo>
                  <a:cubicBezTo>
                    <a:pt x="75915" y="44151"/>
                    <a:pt x="66013" y="54053"/>
                    <a:pt x="66013" y="66155"/>
                  </a:cubicBezTo>
                  <a:lnTo>
                    <a:pt x="66013" y="395122"/>
                  </a:lnTo>
                  <a:lnTo>
                    <a:pt x="66013" y="494142"/>
                  </a:lnTo>
                  <a:lnTo>
                    <a:pt x="66013" y="550254"/>
                  </a:lnTo>
                  <a:lnTo>
                    <a:pt x="418084" y="550254"/>
                  </a:lnTo>
                  <a:lnTo>
                    <a:pt x="418084" y="155274"/>
                  </a:lnTo>
                  <a:lnTo>
                    <a:pt x="418085" y="155274"/>
                  </a:lnTo>
                  <a:lnTo>
                    <a:pt x="418085" y="83259"/>
                  </a:lnTo>
                  <a:lnTo>
                    <a:pt x="462095" y="83259"/>
                  </a:lnTo>
                  <a:cubicBezTo>
                    <a:pt x="462095" y="83259"/>
                    <a:pt x="462095" y="141571"/>
                    <a:pt x="462095" y="227939"/>
                  </a:cubicBezTo>
                  <a:lnTo>
                    <a:pt x="462094" y="227939"/>
                  </a:lnTo>
                  <a:lnTo>
                    <a:pt x="462094" y="228776"/>
                  </a:lnTo>
                  <a:cubicBezTo>
                    <a:pt x="462094" y="414411"/>
                    <a:pt x="462094" y="682281"/>
                    <a:pt x="462094" y="682281"/>
                  </a:cubicBezTo>
                  <a:cubicBezTo>
                    <a:pt x="462094" y="718588"/>
                    <a:pt x="432387" y="748294"/>
                    <a:pt x="396080" y="748294"/>
                  </a:cubicBezTo>
                  <a:lnTo>
                    <a:pt x="66013" y="748294"/>
                  </a:lnTo>
                  <a:lnTo>
                    <a:pt x="22004" y="748294"/>
                  </a:lnTo>
                  <a:lnTo>
                    <a:pt x="22004" y="704285"/>
                  </a:lnTo>
                  <a:lnTo>
                    <a:pt x="22004" y="198182"/>
                  </a:lnTo>
                  <a:cubicBezTo>
                    <a:pt x="9902" y="198182"/>
                    <a:pt x="0" y="188280"/>
                    <a:pt x="0" y="176178"/>
                  </a:cubicBezTo>
                  <a:lnTo>
                    <a:pt x="0" y="132719"/>
                  </a:lnTo>
                  <a:cubicBezTo>
                    <a:pt x="0" y="120617"/>
                    <a:pt x="9902" y="110714"/>
                    <a:pt x="22004" y="110714"/>
                  </a:cubicBezTo>
                  <a:lnTo>
                    <a:pt x="22004" y="66155"/>
                  </a:lnTo>
                  <a:cubicBezTo>
                    <a:pt x="22004" y="29848"/>
                    <a:pt x="51711" y="142"/>
                    <a:pt x="88018" y="142"/>
                  </a:cubicBezTo>
                  <a:lnTo>
                    <a:pt x="229349" y="142"/>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519" name="Freeform: Shape 1518">
              <a:extLst>
                <a:ext uri="{FF2B5EF4-FFF2-40B4-BE49-F238E27FC236}">
                  <a16:creationId xmlns:a16="http://schemas.microsoft.com/office/drawing/2014/main" id="{6BD834D0-1186-1655-7261-C01C5BBCF620}"/>
                </a:ext>
                <a:ext uri="{C183D7F6-B498-43B3-948B-1728B52AA6E4}">
                  <adec:decorative xmlns:adec="http://schemas.microsoft.com/office/drawing/2017/decorative" val="1"/>
                </a:ext>
              </a:extLst>
            </p:cNvPr>
            <p:cNvSpPr/>
            <p:nvPr/>
          </p:nvSpPr>
          <p:spPr>
            <a:xfrm rot="10800000">
              <a:off x="8201711" y="2930159"/>
              <a:ext cx="205222" cy="417235"/>
            </a:xfrm>
            <a:custGeom>
              <a:avLst/>
              <a:gdLst>
                <a:gd name="connsiteX0" fmla="*/ 2288894 w 3078339"/>
                <a:gd name="connsiteY0" fmla="*/ 595807 h 6258525"/>
                <a:gd name="connsiteX1" fmla="*/ 2288894 w 3078339"/>
                <a:gd name="connsiteY1" fmla="*/ 198601 h 6258525"/>
                <a:gd name="connsiteX2" fmla="*/ 1891687 w 3078339"/>
                <a:gd name="connsiteY2" fmla="*/ 198601 h 6258525"/>
                <a:gd name="connsiteX3" fmla="*/ 1891687 w 3078339"/>
                <a:gd name="connsiteY3" fmla="*/ 595807 h 6258525"/>
                <a:gd name="connsiteX4" fmla="*/ 2333580 w 3078339"/>
                <a:gd name="connsiteY4" fmla="*/ 794409 h 6258525"/>
                <a:gd name="connsiteX5" fmla="*/ 1847002 w 3078339"/>
                <a:gd name="connsiteY5" fmla="*/ 794409 h 6258525"/>
                <a:gd name="connsiteX6" fmla="*/ 1693086 w 3078339"/>
                <a:gd name="connsiteY6" fmla="*/ 640493 h 6258525"/>
                <a:gd name="connsiteX7" fmla="*/ 1693086 w 3078339"/>
                <a:gd name="connsiteY7" fmla="*/ 153916 h 6258525"/>
                <a:gd name="connsiteX8" fmla="*/ 1847002 w 3078339"/>
                <a:gd name="connsiteY8" fmla="*/ 0 h 6258525"/>
                <a:gd name="connsiteX9" fmla="*/ 2333580 w 3078339"/>
                <a:gd name="connsiteY9" fmla="*/ 0 h 6258525"/>
                <a:gd name="connsiteX10" fmla="*/ 2487496 w 3078339"/>
                <a:gd name="connsiteY10" fmla="*/ 153916 h 6258525"/>
                <a:gd name="connsiteX11" fmla="*/ 2487496 w 3078339"/>
                <a:gd name="connsiteY11" fmla="*/ 640493 h 6258525"/>
                <a:gd name="connsiteX12" fmla="*/ 2333580 w 3078339"/>
                <a:gd name="connsiteY12" fmla="*/ 794409 h 6258525"/>
                <a:gd name="connsiteX13" fmla="*/ 3078339 w 3078339"/>
                <a:gd name="connsiteY13" fmla="*/ 2779126 h 6258525"/>
                <a:gd name="connsiteX14" fmla="*/ 2681130 w 3078339"/>
                <a:gd name="connsiteY14" fmla="*/ 2779126 h 6258525"/>
                <a:gd name="connsiteX15" fmla="*/ 2681130 w 3078339"/>
                <a:gd name="connsiteY15" fmla="*/ 1587518 h 6258525"/>
                <a:gd name="connsiteX16" fmla="*/ 3078339 w 3078339"/>
                <a:gd name="connsiteY16" fmla="*/ 1587518 h 6258525"/>
                <a:gd name="connsiteX17" fmla="*/ 1489520 w 3078339"/>
                <a:gd name="connsiteY17" fmla="*/ 3573534 h 6258525"/>
                <a:gd name="connsiteX18" fmla="*/ 1092311 w 3078339"/>
                <a:gd name="connsiteY18" fmla="*/ 3573534 h 6258525"/>
                <a:gd name="connsiteX19" fmla="*/ 1092311 w 3078339"/>
                <a:gd name="connsiteY19" fmla="*/ 1587517 h 6258525"/>
                <a:gd name="connsiteX20" fmla="*/ 1489520 w 3078339"/>
                <a:gd name="connsiteY20" fmla="*/ 1587517 h 6258525"/>
                <a:gd name="connsiteX21" fmla="*/ 2283925 w 3078339"/>
                <a:gd name="connsiteY21" fmla="*/ 4764042 h 6258525"/>
                <a:gd name="connsiteX22" fmla="*/ 1886716 w 3078339"/>
                <a:gd name="connsiteY22" fmla="*/ 4764042 h 6258525"/>
                <a:gd name="connsiteX23" fmla="*/ 1886716 w 3078339"/>
                <a:gd name="connsiteY23" fmla="*/ 1586416 h 6258525"/>
                <a:gd name="connsiteX24" fmla="*/ 2283925 w 3078339"/>
                <a:gd name="connsiteY24" fmla="*/ 1586416 h 6258525"/>
                <a:gd name="connsiteX25" fmla="*/ 2507359 w 3078339"/>
                <a:gd name="connsiteY25" fmla="*/ 5563415 h 6258525"/>
                <a:gd name="connsiteX26" fmla="*/ 2209454 w 3078339"/>
                <a:gd name="connsiteY26" fmla="*/ 5563415 h 6258525"/>
                <a:gd name="connsiteX27" fmla="*/ 2000923 w 3078339"/>
                <a:gd name="connsiteY27" fmla="*/ 5563415 h 6258525"/>
                <a:gd name="connsiteX28" fmla="*/ 1712952 w 3078339"/>
                <a:gd name="connsiteY28" fmla="*/ 5563415 h 6258525"/>
                <a:gd name="connsiteX29" fmla="*/ 1613652 w 3078339"/>
                <a:gd name="connsiteY29" fmla="*/ 5464116 h 6258525"/>
                <a:gd name="connsiteX30" fmla="*/ 1712952 w 3078339"/>
                <a:gd name="connsiteY30" fmla="*/ 5364817 h 6258525"/>
                <a:gd name="connsiteX31" fmla="*/ 2000923 w 3078339"/>
                <a:gd name="connsiteY31" fmla="*/ 5364817 h 6258525"/>
                <a:gd name="connsiteX32" fmla="*/ 2209454 w 3078339"/>
                <a:gd name="connsiteY32" fmla="*/ 5364817 h 6258525"/>
                <a:gd name="connsiteX33" fmla="*/ 2507359 w 3078339"/>
                <a:gd name="connsiteY33" fmla="*/ 5364817 h 6258525"/>
                <a:gd name="connsiteX34" fmla="*/ 2606660 w 3078339"/>
                <a:gd name="connsiteY34" fmla="*/ 5464116 h 6258525"/>
                <a:gd name="connsiteX35" fmla="*/ 2507359 w 3078339"/>
                <a:gd name="connsiteY35" fmla="*/ 5563415 h 6258525"/>
                <a:gd name="connsiteX36" fmla="*/ 595807 w 3078339"/>
                <a:gd name="connsiteY36" fmla="*/ 6258525 h 6258525"/>
                <a:gd name="connsiteX37" fmla="*/ 0 w 3078339"/>
                <a:gd name="connsiteY37" fmla="*/ 6258525 h 6258525"/>
                <a:gd name="connsiteX38" fmla="*/ 0 w 3078339"/>
                <a:gd name="connsiteY38" fmla="*/ 5662719 h 6258525"/>
                <a:gd name="connsiteX39" fmla="*/ 595807 w 3078339"/>
                <a:gd name="connsiteY39" fmla="*/ 5662719 h 625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078339" h="6258525">
                  <a:moveTo>
                    <a:pt x="2288894" y="595807"/>
                  </a:moveTo>
                  <a:lnTo>
                    <a:pt x="2288894" y="198601"/>
                  </a:lnTo>
                  <a:lnTo>
                    <a:pt x="1891687" y="198601"/>
                  </a:lnTo>
                  <a:lnTo>
                    <a:pt x="1891687" y="595807"/>
                  </a:lnTo>
                  <a:close/>
                  <a:moveTo>
                    <a:pt x="2333580" y="794409"/>
                  </a:moveTo>
                  <a:lnTo>
                    <a:pt x="1847002" y="794409"/>
                  </a:lnTo>
                  <a:cubicBezTo>
                    <a:pt x="1762596" y="794409"/>
                    <a:pt x="1693086" y="724898"/>
                    <a:pt x="1693086" y="640493"/>
                  </a:cubicBezTo>
                  <a:lnTo>
                    <a:pt x="1693086" y="153916"/>
                  </a:lnTo>
                  <a:cubicBezTo>
                    <a:pt x="1693086" y="64545"/>
                    <a:pt x="1762596" y="0"/>
                    <a:pt x="1847002" y="0"/>
                  </a:cubicBezTo>
                  <a:lnTo>
                    <a:pt x="2333580" y="0"/>
                  </a:lnTo>
                  <a:cubicBezTo>
                    <a:pt x="2417985" y="0"/>
                    <a:pt x="2487496" y="69510"/>
                    <a:pt x="2487496" y="153916"/>
                  </a:cubicBezTo>
                  <a:lnTo>
                    <a:pt x="2487496" y="640493"/>
                  </a:lnTo>
                  <a:cubicBezTo>
                    <a:pt x="2487496" y="724898"/>
                    <a:pt x="2417985" y="794409"/>
                    <a:pt x="2333580" y="794409"/>
                  </a:cubicBezTo>
                  <a:close/>
                  <a:moveTo>
                    <a:pt x="3078339" y="2779126"/>
                  </a:moveTo>
                  <a:lnTo>
                    <a:pt x="2681130" y="2779126"/>
                  </a:lnTo>
                  <a:lnTo>
                    <a:pt x="2681130" y="1587518"/>
                  </a:lnTo>
                  <a:lnTo>
                    <a:pt x="3078339" y="1587518"/>
                  </a:lnTo>
                  <a:close/>
                  <a:moveTo>
                    <a:pt x="1489520" y="3573534"/>
                  </a:moveTo>
                  <a:lnTo>
                    <a:pt x="1092311" y="3573534"/>
                  </a:lnTo>
                  <a:lnTo>
                    <a:pt x="1092311" y="1587517"/>
                  </a:lnTo>
                  <a:lnTo>
                    <a:pt x="1489520" y="1587517"/>
                  </a:lnTo>
                  <a:close/>
                  <a:moveTo>
                    <a:pt x="2283925" y="4764042"/>
                  </a:moveTo>
                  <a:lnTo>
                    <a:pt x="1886716" y="4764042"/>
                  </a:lnTo>
                  <a:lnTo>
                    <a:pt x="1886716" y="1586416"/>
                  </a:lnTo>
                  <a:lnTo>
                    <a:pt x="2283925" y="1586416"/>
                  </a:lnTo>
                  <a:close/>
                  <a:moveTo>
                    <a:pt x="2507359" y="5563415"/>
                  </a:moveTo>
                  <a:lnTo>
                    <a:pt x="2209454" y="5563415"/>
                  </a:lnTo>
                  <a:lnTo>
                    <a:pt x="2000923" y="5563415"/>
                  </a:lnTo>
                  <a:lnTo>
                    <a:pt x="1712952" y="5563415"/>
                  </a:lnTo>
                  <a:cubicBezTo>
                    <a:pt x="1658337" y="5563415"/>
                    <a:pt x="1613652" y="5518730"/>
                    <a:pt x="1613652" y="5464116"/>
                  </a:cubicBezTo>
                  <a:cubicBezTo>
                    <a:pt x="1613652" y="5409501"/>
                    <a:pt x="1658337" y="5364817"/>
                    <a:pt x="1712952" y="5364817"/>
                  </a:cubicBezTo>
                  <a:lnTo>
                    <a:pt x="2000923" y="5364817"/>
                  </a:lnTo>
                  <a:lnTo>
                    <a:pt x="2209454" y="5364817"/>
                  </a:lnTo>
                  <a:lnTo>
                    <a:pt x="2507359" y="5364817"/>
                  </a:lnTo>
                  <a:cubicBezTo>
                    <a:pt x="2561975" y="5364817"/>
                    <a:pt x="2606660" y="5409501"/>
                    <a:pt x="2606660" y="5464116"/>
                  </a:cubicBezTo>
                  <a:cubicBezTo>
                    <a:pt x="2606660" y="5518730"/>
                    <a:pt x="2561975" y="5563415"/>
                    <a:pt x="2507359" y="5563415"/>
                  </a:cubicBezTo>
                  <a:close/>
                  <a:moveTo>
                    <a:pt x="595807" y="6258525"/>
                  </a:moveTo>
                  <a:lnTo>
                    <a:pt x="0" y="6258525"/>
                  </a:lnTo>
                  <a:lnTo>
                    <a:pt x="0" y="5662719"/>
                  </a:lnTo>
                  <a:lnTo>
                    <a:pt x="595807" y="5662719"/>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76" name="Group 75">
            <a:extLst>
              <a:ext uri="{FF2B5EF4-FFF2-40B4-BE49-F238E27FC236}">
                <a16:creationId xmlns:a16="http://schemas.microsoft.com/office/drawing/2014/main" id="{8729F44B-FE69-EDEE-25B6-502CFE9A511F}"/>
              </a:ext>
              <a:ext uri="{C183D7F6-B498-43B3-948B-1728B52AA6E4}">
                <adec:decorative xmlns:adec="http://schemas.microsoft.com/office/drawing/2017/decorative" val="1"/>
              </a:ext>
            </a:extLst>
          </p:cNvPr>
          <p:cNvGrpSpPr>
            <a:grpSpLocks noChangeAspect="1"/>
          </p:cNvGrpSpPr>
          <p:nvPr/>
        </p:nvGrpSpPr>
        <p:grpSpPr>
          <a:xfrm>
            <a:off x="8596254" y="2930159"/>
            <a:ext cx="284661" cy="457200"/>
            <a:chOff x="8596254" y="2930159"/>
            <a:chExt cx="284661" cy="457200"/>
          </a:xfrm>
          <a:solidFill>
            <a:srgbClr val="FF0000"/>
          </a:solidFill>
        </p:grpSpPr>
        <p:sp>
          <p:nvSpPr>
            <p:cNvPr id="1539" name="Freeform: Shape 1538">
              <a:extLst>
                <a:ext uri="{FF2B5EF4-FFF2-40B4-BE49-F238E27FC236}">
                  <a16:creationId xmlns:a16="http://schemas.microsoft.com/office/drawing/2014/main" id="{CDF922C4-69BD-CDB3-6BD6-9949E0E01F74}"/>
                </a:ext>
                <a:ext uri="{C183D7F6-B498-43B3-948B-1728B52AA6E4}">
                  <adec:decorative xmlns:adec="http://schemas.microsoft.com/office/drawing/2017/decorative" val="1"/>
                </a:ext>
              </a:extLst>
            </p:cNvPr>
            <p:cNvSpPr/>
            <p:nvPr/>
          </p:nvSpPr>
          <p:spPr>
            <a:xfrm>
              <a:off x="8661637" y="2930159"/>
              <a:ext cx="219278" cy="417235"/>
            </a:xfrm>
            <a:custGeom>
              <a:avLst/>
              <a:gdLst>
                <a:gd name="connsiteX0" fmla="*/ 999654 w 3287075"/>
                <a:gd name="connsiteY0" fmla="*/ 5659109 h 6254535"/>
                <a:gd name="connsiteX1" fmla="*/ 999654 w 3287075"/>
                <a:gd name="connsiteY1" fmla="*/ 6056061 h 6254535"/>
                <a:gd name="connsiteX2" fmla="*/ 1396605 w 3287075"/>
                <a:gd name="connsiteY2" fmla="*/ 6056061 h 6254535"/>
                <a:gd name="connsiteX3" fmla="*/ 1396605 w 3287075"/>
                <a:gd name="connsiteY3" fmla="*/ 5659109 h 6254535"/>
                <a:gd name="connsiteX4" fmla="*/ 954997 w 3287075"/>
                <a:gd name="connsiteY4" fmla="*/ 5460634 h 6254535"/>
                <a:gd name="connsiteX5" fmla="*/ 1441262 w 3287075"/>
                <a:gd name="connsiteY5" fmla="*/ 5460634 h 6254535"/>
                <a:gd name="connsiteX6" fmla="*/ 1595079 w 3287075"/>
                <a:gd name="connsiteY6" fmla="*/ 5614452 h 6254535"/>
                <a:gd name="connsiteX7" fmla="*/ 1595079 w 3287075"/>
                <a:gd name="connsiteY7" fmla="*/ 6100718 h 6254535"/>
                <a:gd name="connsiteX8" fmla="*/ 1441262 w 3287075"/>
                <a:gd name="connsiteY8" fmla="*/ 6254535 h 6254535"/>
                <a:gd name="connsiteX9" fmla="*/ 954997 w 3287075"/>
                <a:gd name="connsiteY9" fmla="*/ 6254535 h 6254535"/>
                <a:gd name="connsiteX10" fmla="*/ 801180 w 3287075"/>
                <a:gd name="connsiteY10" fmla="*/ 6100718 h 6254535"/>
                <a:gd name="connsiteX11" fmla="*/ 801180 w 3287075"/>
                <a:gd name="connsiteY11" fmla="*/ 5614452 h 6254535"/>
                <a:gd name="connsiteX12" fmla="*/ 954997 w 3287075"/>
                <a:gd name="connsiteY12" fmla="*/ 5460634 h 6254535"/>
                <a:gd name="connsiteX13" fmla="*/ 1885550 w 3287075"/>
                <a:gd name="connsiteY13" fmla="*/ 3871155 h 6254535"/>
                <a:gd name="connsiteX14" fmla="*/ 2282506 w 3287075"/>
                <a:gd name="connsiteY14" fmla="*/ 3871155 h 6254535"/>
                <a:gd name="connsiteX15" fmla="*/ 2381747 w 3287075"/>
                <a:gd name="connsiteY15" fmla="*/ 3970397 h 6254535"/>
                <a:gd name="connsiteX16" fmla="*/ 2381747 w 3287075"/>
                <a:gd name="connsiteY16" fmla="*/ 4367355 h 6254535"/>
                <a:gd name="connsiteX17" fmla="*/ 2282506 w 3287075"/>
                <a:gd name="connsiteY17" fmla="*/ 4466596 h 6254535"/>
                <a:gd name="connsiteX18" fmla="*/ 1885550 w 3287075"/>
                <a:gd name="connsiteY18" fmla="*/ 4466596 h 6254535"/>
                <a:gd name="connsiteX19" fmla="*/ 1786309 w 3287075"/>
                <a:gd name="connsiteY19" fmla="*/ 4367355 h 6254535"/>
                <a:gd name="connsiteX20" fmla="*/ 1786309 w 3287075"/>
                <a:gd name="connsiteY20" fmla="*/ 3970397 h 6254535"/>
                <a:gd name="connsiteX21" fmla="*/ 1885550 w 3287075"/>
                <a:gd name="connsiteY21" fmla="*/ 3871155 h 6254535"/>
                <a:gd name="connsiteX22" fmla="*/ 992394 w 3287075"/>
                <a:gd name="connsiteY22" fmla="*/ 3871155 h 6254535"/>
                <a:gd name="connsiteX23" fmla="*/ 1389350 w 3287075"/>
                <a:gd name="connsiteY23" fmla="*/ 3871155 h 6254535"/>
                <a:gd name="connsiteX24" fmla="*/ 1488591 w 3287075"/>
                <a:gd name="connsiteY24" fmla="*/ 3970397 h 6254535"/>
                <a:gd name="connsiteX25" fmla="*/ 1488591 w 3287075"/>
                <a:gd name="connsiteY25" fmla="*/ 4367355 h 6254535"/>
                <a:gd name="connsiteX26" fmla="*/ 1389350 w 3287075"/>
                <a:gd name="connsiteY26" fmla="*/ 4466596 h 6254535"/>
                <a:gd name="connsiteX27" fmla="*/ 992394 w 3287075"/>
                <a:gd name="connsiteY27" fmla="*/ 4466596 h 6254535"/>
                <a:gd name="connsiteX28" fmla="*/ 893153 w 3287075"/>
                <a:gd name="connsiteY28" fmla="*/ 4367355 h 6254535"/>
                <a:gd name="connsiteX29" fmla="*/ 893153 w 3287075"/>
                <a:gd name="connsiteY29" fmla="*/ 3970397 h 6254535"/>
                <a:gd name="connsiteX30" fmla="*/ 992394 w 3287075"/>
                <a:gd name="connsiteY30" fmla="*/ 3871155 h 6254535"/>
                <a:gd name="connsiteX31" fmla="*/ 99241 w 3287075"/>
                <a:gd name="connsiteY31" fmla="*/ 3871155 h 6254535"/>
                <a:gd name="connsiteX32" fmla="*/ 496197 w 3287075"/>
                <a:gd name="connsiteY32" fmla="*/ 3871155 h 6254535"/>
                <a:gd name="connsiteX33" fmla="*/ 595438 w 3287075"/>
                <a:gd name="connsiteY33" fmla="*/ 3970397 h 6254535"/>
                <a:gd name="connsiteX34" fmla="*/ 595438 w 3287075"/>
                <a:gd name="connsiteY34" fmla="*/ 4367355 h 6254535"/>
                <a:gd name="connsiteX35" fmla="*/ 496197 w 3287075"/>
                <a:gd name="connsiteY35" fmla="*/ 4466596 h 6254535"/>
                <a:gd name="connsiteX36" fmla="*/ 99241 w 3287075"/>
                <a:gd name="connsiteY36" fmla="*/ 4466596 h 6254535"/>
                <a:gd name="connsiteX37" fmla="*/ 0 w 3287075"/>
                <a:gd name="connsiteY37" fmla="*/ 4367355 h 6254535"/>
                <a:gd name="connsiteX38" fmla="*/ 0 w 3287075"/>
                <a:gd name="connsiteY38" fmla="*/ 3970397 h 6254535"/>
                <a:gd name="connsiteX39" fmla="*/ 99241 w 3287075"/>
                <a:gd name="connsiteY39" fmla="*/ 3871155 h 6254535"/>
                <a:gd name="connsiteX40" fmla="*/ 1885550 w 3287075"/>
                <a:gd name="connsiteY40" fmla="*/ 2878764 h 6254535"/>
                <a:gd name="connsiteX41" fmla="*/ 2282506 w 3287075"/>
                <a:gd name="connsiteY41" fmla="*/ 2878764 h 6254535"/>
                <a:gd name="connsiteX42" fmla="*/ 2381747 w 3287075"/>
                <a:gd name="connsiteY42" fmla="*/ 2978005 h 6254535"/>
                <a:gd name="connsiteX43" fmla="*/ 2381747 w 3287075"/>
                <a:gd name="connsiteY43" fmla="*/ 3374963 h 6254535"/>
                <a:gd name="connsiteX44" fmla="*/ 2282506 w 3287075"/>
                <a:gd name="connsiteY44" fmla="*/ 3474204 h 6254535"/>
                <a:gd name="connsiteX45" fmla="*/ 1885550 w 3287075"/>
                <a:gd name="connsiteY45" fmla="*/ 3474204 h 6254535"/>
                <a:gd name="connsiteX46" fmla="*/ 1786309 w 3287075"/>
                <a:gd name="connsiteY46" fmla="*/ 3374963 h 6254535"/>
                <a:gd name="connsiteX47" fmla="*/ 1786309 w 3287075"/>
                <a:gd name="connsiteY47" fmla="*/ 2978005 h 6254535"/>
                <a:gd name="connsiteX48" fmla="*/ 1885550 w 3287075"/>
                <a:gd name="connsiteY48" fmla="*/ 2878764 h 6254535"/>
                <a:gd name="connsiteX49" fmla="*/ 992394 w 3287075"/>
                <a:gd name="connsiteY49" fmla="*/ 2878763 h 6254535"/>
                <a:gd name="connsiteX50" fmla="*/ 1389350 w 3287075"/>
                <a:gd name="connsiteY50" fmla="*/ 2878763 h 6254535"/>
                <a:gd name="connsiteX51" fmla="*/ 1488591 w 3287075"/>
                <a:gd name="connsiteY51" fmla="*/ 2978005 h 6254535"/>
                <a:gd name="connsiteX52" fmla="*/ 1488591 w 3287075"/>
                <a:gd name="connsiteY52" fmla="*/ 3374963 h 6254535"/>
                <a:gd name="connsiteX53" fmla="*/ 1389350 w 3287075"/>
                <a:gd name="connsiteY53" fmla="*/ 3474204 h 6254535"/>
                <a:gd name="connsiteX54" fmla="*/ 992394 w 3287075"/>
                <a:gd name="connsiteY54" fmla="*/ 3474204 h 6254535"/>
                <a:gd name="connsiteX55" fmla="*/ 893153 w 3287075"/>
                <a:gd name="connsiteY55" fmla="*/ 3374963 h 6254535"/>
                <a:gd name="connsiteX56" fmla="*/ 893153 w 3287075"/>
                <a:gd name="connsiteY56" fmla="*/ 2978005 h 6254535"/>
                <a:gd name="connsiteX57" fmla="*/ 992394 w 3287075"/>
                <a:gd name="connsiteY57" fmla="*/ 2878763 h 6254535"/>
                <a:gd name="connsiteX58" fmla="*/ 99241 w 3287075"/>
                <a:gd name="connsiteY58" fmla="*/ 2878763 h 6254535"/>
                <a:gd name="connsiteX59" fmla="*/ 496197 w 3287075"/>
                <a:gd name="connsiteY59" fmla="*/ 2878763 h 6254535"/>
                <a:gd name="connsiteX60" fmla="*/ 595438 w 3287075"/>
                <a:gd name="connsiteY60" fmla="*/ 2978005 h 6254535"/>
                <a:gd name="connsiteX61" fmla="*/ 595438 w 3287075"/>
                <a:gd name="connsiteY61" fmla="*/ 3374963 h 6254535"/>
                <a:gd name="connsiteX62" fmla="*/ 496197 w 3287075"/>
                <a:gd name="connsiteY62" fmla="*/ 3474204 h 6254535"/>
                <a:gd name="connsiteX63" fmla="*/ 99241 w 3287075"/>
                <a:gd name="connsiteY63" fmla="*/ 3474204 h 6254535"/>
                <a:gd name="connsiteX64" fmla="*/ 0 w 3287075"/>
                <a:gd name="connsiteY64" fmla="*/ 3374963 h 6254535"/>
                <a:gd name="connsiteX65" fmla="*/ 0 w 3287075"/>
                <a:gd name="connsiteY65" fmla="*/ 2978005 h 6254535"/>
                <a:gd name="connsiteX66" fmla="*/ 99241 w 3287075"/>
                <a:gd name="connsiteY66" fmla="*/ 2878763 h 6254535"/>
                <a:gd name="connsiteX67" fmla="*/ 99241 w 3287075"/>
                <a:gd name="connsiteY67" fmla="*/ 1886372 h 6254535"/>
                <a:gd name="connsiteX68" fmla="*/ 496197 w 3287075"/>
                <a:gd name="connsiteY68" fmla="*/ 1886372 h 6254535"/>
                <a:gd name="connsiteX69" fmla="*/ 595438 w 3287075"/>
                <a:gd name="connsiteY69" fmla="*/ 1985613 h 6254535"/>
                <a:gd name="connsiteX70" fmla="*/ 595438 w 3287075"/>
                <a:gd name="connsiteY70" fmla="*/ 2382571 h 6254535"/>
                <a:gd name="connsiteX71" fmla="*/ 496197 w 3287075"/>
                <a:gd name="connsiteY71" fmla="*/ 2481813 h 6254535"/>
                <a:gd name="connsiteX72" fmla="*/ 99241 w 3287075"/>
                <a:gd name="connsiteY72" fmla="*/ 2481813 h 6254535"/>
                <a:gd name="connsiteX73" fmla="*/ 0 w 3287075"/>
                <a:gd name="connsiteY73" fmla="*/ 2382571 h 6254535"/>
                <a:gd name="connsiteX74" fmla="*/ 0 w 3287075"/>
                <a:gd name="connsiteY74" fmla="*/ 1985613 h 6254535"/>
                <a:gd name="connsiteX75" fmla="*/ 99241 w 3287075"/>
                <a:gd name="connsiteY75" fmla="*/ 1886372 h 6254535"/>
                <a:gd name="connsiteX76" fmla="*/ 992394 w 3287075"/>
                <a:gd name="connsiteY76" fmla="*/ 1886372 h 6254535"/>
                <a:gd name="connsiteX77" fmla="*/ 1389350 w 3287075"/>
                <a:gd name="connsiteY77" fmla="*/ 1886372 h 6254535"/>
                <a:gd name="connsiteX78" fmla="*/ 1488591 w 3287075"/>
                <a:gd name="connsiteY78" fmla="*/ 1985613 h 6254535"/>
                <a:gd name="connsiteX79" fmla="*/ 1488591 w 3287075"/>
                <a:gd name="connsiteY79" fmla="*/ 2382571 h 6254535"/>
                <a:gd name="connsiteX80" fmla="*/ 1389350 w 3287075"/>
                <a:gd name="connsiteY80" fmla="*/ 2481813 h 6254535"/>
                <a:gd name="connsiteX81" fmla="*/ 992394 w 3287075"/>
                <a:gd name="connsiteY81" fmla="*/ 2481813 h 6254535"/>
                <a:gd name="connsiteX82" fmla="*/ 893153 w 3287075"/>
                <a:gd name="connsiteY82" fmla="*/ 2382571 h 6254535"/>
                <a:gd name="connsiteX83" fmla="*/ 893153 w 3287075"/>
                <a:gd name="connsiteY83" fmla="*/ 1985613 h 6254535"/>
                <a:gd name="connsiteX84" fmla="*/ 992394 w 3287075"/>
                <a:gd name="connsiteY84" fmla="*/ 1886372 h 6254535"/>
                <a:gd name="connsiteX85" fmla="*/ 1885550 w 3287075"/>
                <a:gd name="connsiteY85" fmla="*/ 1886372 h 6254535"/>
                <a:gd name="connsiteX86" fmla="*/ 2282506 w 3287075"/>
                <a:gd name="connsiteY86" fmla="*/ 1886372 h 6254535"/>
                <a:gd name="connsiteX87" fmla="*/ 2381747 w 3287075"/>
                <a:gd name="connsiteY87" fmla="*/ 1985613 h 6254535"/>
                <a:gd name="connsiteX88" fmla="*/ 2381747 w 3287075"/>
                <a:gd name="connsiteY88" fmla="*/ 2382571 h 6254535"/>
                <a:gd name="connsiteX89" fmla="*/ 2282506 w 3287075"/>
                <a:gd name="connsiteY89" fmla="*/ 2481813 h 6254535"/>
                <a:gd name="connsiteX90" fmla="*/ 1885550 w 3287075"/>
                <a:gd name="connsiteY90" fmla="*/ 2481813 h 6254535"/>
                <a:gd name="connsiteX91" fmla="*/ 1786309 w 3287075"/>
                <a:gd name="connsiteY91" fmla="*/ 2382571 h 6254535"/>
                <a:gd name="connsiteX92" fmla="*/ 1786309 w 3287075"/>
                <a:gd name="connsiteY92" fmla="*/ 1985613 h 6254535"/>
                <a:gd name="connsiteX93" fmla="*/ 1885550 w 3287075"/>
                <a:gd name="connsiteY93" fmla="*/ 1886372 h 6254535"/>
                <a:gd name="connsiteX94" fmla="*/ 781337 w 3287075"/>
                <a:gd name="connsiteY94" fmla="*/ 694660 h 6254535"/>
                <a:gd name="connsiteX95" fmla="*/ 1079051 w 3287075"/>
                <a:gd name="connsiteY95" fmla="*/ 694660 h 6254535"/>
                <a:gd name="connsiteX96" fmla="*/ 1287448 w 3287075"/>
                <a:gd name="connsiteY96" fmla="*/ 694660 h 6254535"/>
                <a:gd name="connsiteX97" fmla="*/ 1575235 w 3287075"/>
                <a:gd name="connsiteY97" fmla="*/ 694660 h 6254535"/>
                <a:gd name="connsiteX98" fmla="*/ 1674472 w 3287075"/>
                <a:gd name="connsiteY98" fmla="*/ 793896 h 6254535"/>
                <a:gd name="connsiteX99" fmla="*/ 1575235 w 3287075"/>
                <a:gd name="connsiteY99" fmla="*/ 893133 h 6254535"/>
                <a:gd name="connsiteX100" fmla="*/ 1287448 w 3287075"/>
                <a:gd name="connsiteY100" fmla="*/ 893133 h 6254535"/>
                <a:gd name="connsiteX101" fmla="*/ 1079051 w 3287075"/>
                <a:gd name="connsiteY101" fmla="*/ 893133 h 6254535"/>
                <a:gd name="connsiteX102" fmla="*/ 781337 w 3287075"/>
                <a:gd name="connsiteY102" fmla="*/ 893133 h 6254535"/>
                <a:gd name="connsiteX103" fmla="*/ 682100 w 3287075"/>
                <a:gd name="connsiteY103" fmla="*/ 793896 h 6254535"/>
                <a:gd name="connsiteX104" fmla="*/ 781337 w 3287075"/>
                <a:gd name="connsiteY104" fmla="*/ 694660 h 6254535"/>
                <a:gd name="connsiteX105" fmla="*/ 2691653 w 3287075"/>
                <a:gd name="connsiteY105" fmla="*/ 0 h 6254535"/>
                <a:gd name="connsiteX106" fmla="*/ 3287075 w 3287075"/>
                <a:gd name="connsiteY106" fmla="*/ 0 h 6254535"/>
                <a:gd name="connsiteX107" fmla="*/ 3287075 w 3287075"/>
                <a:gd name="connsiteY107" fmla="*/ 595423 h 6254535"/>
                <a:gd name="connsiteX108" fmla="*/ 2691653 w 3287075"/>
                <a:gd name="connsiteY108" fmla="*/ 595423 h 625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287075" h="6254535">
                  <a:moveTo>
                    <a:pt x="999654" y="5659109"/>
                  </a:moveTo>
                  <a:lnTo>
                    <a:pt x="999654" y="6056061"/>
                  </a:lnTo>
                  <a:lnTo>
                    <a:pt x="1396605" y="6056061"/>
                  </a:lnTo>
                  <a:lnTo>
                    <a:pt x="1396605" y="5659109"/>
                  </a:lnTo>
                  <a:close/>
                  <a:moveTo>
                    <a:pt x="954997" y="5460634"/>
                  </a:moveTo>
                  <a:lnTo>
                    <a:pt x="1441262" y="5460634"/>
                  </a:lnTo>
                  <a:cubicBezTo>
                    <a:pt x="1525613" y="5460634"/>
                    <a:pt x="1595079" y="5530100"/>
                    <a:pt x="1595079" y="5614452"/>
                  </a:cubicBezTo>
                  <a:lnTo>
                    <a:pt x="1595079" y="6100718"/>
                  </a:lnTo>
                  <a:cubicBezTo>
                    <a:pt x="1595079" y="6190031"/>
                    <a:pt x="1525613" y="6254535"/>
                    <a:pt x="1441262" y="6254535"/>
                  </a:cubicBezTo>
                  <a:lnTo>
                    <a:pt x="954997" y="6254535"/>
                  </a:lnTo>
                  <a:cubicBezTo>
                    <a:pt x="870646" y="6254535"/>
                    <a:pt x="801180" y="6185069"/>
                    <a:pt x="801180" y="6100718"/>
                  </a:cubicBezTo>
                  <a:lnTo>
                    <a:pt x="801180" y="5614452"/>
                  </a:lnTo>
                  <a:cubicBezTo>
                    <a:pt x="801180" y="5530100"/>
                    <a:pt x="870646" y="5460634"/>
                    <a:pt x="954997" y="5460634"/>
                  </a:cubicBezTo>
                  <a:close/>
                  <a:moveTo>
                    <a:pt x="1885550" y="3871155"/>
                  </a:moveTo>
                  <a:lnTo>
                    <a:pt x="2282506" y="3871155"/>
                  </a:lnTo>
                  <a:cubicBezTo>
                    <a:pt x="2337087" y="3871155"/>
                    <a:pt x="2381747" y="3915812"/>
                    <a:pt x="2381747" y="3970397"/>
                  </a:cubicBezTo>
                  <a:lnTo>
                    <a:pt x="2381747" y="4367355"/>
                  </a:lnTo>
                  <a:cubicBezTo>
                    <a:pt x="2381747" y="4421935"/>
                    <a:pt x="2337087" y="4466596"/>
                    <a:pt x="2282506" y="4466596"/>
                  </a:cubicBezTo>
                  <a:lnTo>
                    <a:pt x="1885550" y="4466596"/>
                  </a:lnTo>
                  <a:cubicBezTo>
                    <a:pt x="1830966" y="4466596"/>
                    <a:pt x="1786309" y="4421935"/>
                    <a:pt x="1786309" y="4367355"/>
                  </a:cubicBezTo>
                  <a:lnTo>
                    <a:pt x="1786309" y="3970397"/>
                  </a:lnTo>
                  <a:cubicBezTo>
                    <a:pt x="1786309" y="3915812"/>
                    <a:pt x="1830966" y="3871155"/>
                    <a:pt x="1885550" y="3871155"/>
                  </a:cubicBezTo>
                  <a:close/>
                  <a:moveTo>
                    <a:pt x="992394" y="3871155"/>
                  </a:moveTo>
                  <a:lnTo>
                    <a:pt x="1389350" y="3871155"/>
                  </a:lnTo>
                  <a:cubicBezTo>
                    <a:pt x="1443930" y="3871155"/>
                    <a:pt x="1488591" y="3915812"/>
                    <a:pt x="1488591" y="3970397"/>
                  </a:cubicBezTo>
                  <a:lnTo>
                    <a:pt x="1488591" y="4367355"/>
                  </a:lnTo>
                  <a:cubicBezTo>
                    <a:pt x="1488591" y="4421935"/>
                    <a:pt x="1443930" y="4466596"/>
                    <a:pt x="1389350" y="4466596"/>
                  </a:cubicBezTo>
                  <a:lnTo>
                    <a:pt x="992394" y="4466596"/>
                  </a:lnTo>
                  <a:cubicBezTo>
                    <a:pt x="937809" y="4466596"/>
                    <a:pt x="893153" y="4421935"/>
                    <a:pt x="893153" y="4367355"/>
                  </a:cubicBezTo>
                  <a:lnTo>
                    <a:pt x="893153" y="3970397"/>
                  </a:lnTo>
                  <a:cubicBezTo>
                    <a:pt x="893153" y="3915812"/>
                    <a:pt x="937809" y="3871155"/>
                    <a:pt x="992394" y="3871155"/>
                  </a:cubicBezTo>
                  <a:close/>
                  <a:moveTo>
                    <a:pt x="99241" y="3871155"/>
                  </a:moveTo>
                  <a:lnTo>
                    <a:pt x="496197" y="3871155"/>
                  </a:lnTo>
                  <a:cubicBezTo>
                    <a:pt x="550777" y="3871155"/>
                    <a:pt x="595438" y="3915812"/>
                    <a:pt x="595438" y="3970397"/>
                  </a:cubicBezTo>
                  <a:lnTo>
                    <a:pt x="595438" y="4367355"/>
                  </a:lnTo>
                  <a:cubicBezTo>
                    <a:pt x="595438" y="4421935"/>
                    <a:pt x="550777" y="4466596"/>
                    <a:pt x="496197" y="4466596"/>
                  </a:cubicBezTo>
                  <a:lnTo>
                    <a:pt x="99241" y="4466596"/>
                  </a:lnTo>
                  <a:cubicBezTo>
                    <a:pt x="44656" y="4466596"/>
                    <a:pt x="0" y="4421935"/>
                    <a:pt x="0" y="4367355"/>
                  </a:cubicBezTo>
                  <a:lnTo>
                    <a:pt x="0" y="3970397"/>
                  </a:lnTo>
                  <a:cubicBezTo>
                    <a:pt x="0" y="3915812"/>
                    <a:pt x="44656" y="3871155"/>
                    <a:pt x="99241" y="3871155"/>
                  </a:cubicBezTo>
                  <a:close/>
                  <a:moveTo>
                    <a:pt x="1885550" y="2878764"/>
                  </a:moveTo>
                  <a:lnTo>
                    <a:pt x="2282506" y="2878764"/>
                  </a:lnTo>
                  <a:cubicBezTo>
                    <a:pt x="2337087" y="2878764"/>
                    <a:pt x="2381747" y="2923420"/>
                    <a:pt x="2381747" y="2978005"/>
                  </a:cubicBezTo>
                  <a:lnTo>
                    <a:pt x="2381747" y="3374963"/>
                  </a:lnTo>
                  <a:cubicBezTo>
                    <a:pt x="2381747" y="3429543"/>
                    <a:pt x="2337087" y="3474204"/>
                    <a:pt x="2282506" y="3474204"/>
                  </a:cubicBezTo>
                  <a:lnTo>
                    <a:pt x="1885550" y="3474204"/>
                  </a:lnTo>
                  <a:cubicBezTo>
                    <a:pt x="1830966" y="3474204"/>
                    <a:pt x="1786309" y="3429543"/>
                    <a:pt x="1786309" y="3374963"/>
                  </a:cubicBezTo>
                  <a:lnTo>
                    <a:pt x="1786309" y="2978005"/>
                  </a:lnTo>
                  <a:cubicBezTo>
                    <a:pt x="1786309" y="2923420"/>
                    <a:pt x="1830966" y="2878764"/>
                    <a:pt x="1885550" y="2878764"/>
                  </a:cubicBezTo>
                  <a:close/>
                  <a:moveTo>
                    <a:pt x="992394" y="2878763"/>
                  </a:moveTo>
                  <a:lnTo>
                    <a:pt x="1389350" y="2878763"/>
                  </a:lnTo>
                  <a:cubicBezTo>
                    <a:pt x="1443930" y="2878763"/>
                    <a:pt x="1488591" y="2923420"/>
                    <a:pt x="1488591" y="2978005"/>
                  </a:cubicBezTo>
                  <a:lnTo>
                    <a:pt x="1488591" y="3374963"/>
                  </a:lnTo>
                  <a:cubicBezTo>
                    <a:pt x="1488591" y="3429543"/>
                    <a:pt x="1443930" y="3474204"/>
                    <a:pt x="1389350" y="3474204"/>
                  </a:cubicBezTo>
                  <a:lnTo>
                    <a:pt x="992394" y="3474204"/>
                  </a:lnTo>
                  <a:cubicBezTo>
                    <a:pt x="937809" y="3474204"/>
                    <a:pt x="893153" y="3429543"/>
                    <a:pt x="893153" y="3374963"/>
                  </a:cubicBezTo>
                  <a:lnTo>
                    <a:pt x="893153" y="2978005"/>
                  </a:lnTo>
                  <a:cubicBezTo>
                    <a:pt x="893153" y="2923420"/>
                    <a:pt x="937809" y="2878763"/>
                    <a:pt x="992394" y="2878763"/>
                  </a:cubicBezTo>
                  <a:close/>
                  <a:moveTo>
                    <a:pt x="99241" y="2878763"/>
                  </a:moveTo>
                  <a:lnTo>
                    <a:pt x="496197" y="2878763"/>
                  </a:lnTo>
                  <a:cubicBezTo>
                    <a:pt x="550777" y="2878763"/>
                    <a:pt x="595438" y="2923420"/>
                    <a:pt x="595438" y="2978005"/>
                  </a:cubicBezTo>
                  <a:lnTo>
                    <a:pt x="595438" y="3374963"/>
                  </a:lnTo>
                  <a:cubicBezTo>
                    <a:pt x="595438" y="3429543"/>
                    <a:pt x="550777" y="3474204"/>
                    <a:pt x="496197" y="3474204"/>
                  </a:cubicBezTo>
                  <a:lnTo>
                    <a:pt x="99241" y="3474204"/>
                  </a:lnTo>
                  <a:cubicBezTo>
                    <a:pt x="44656" y="3474204"/>
                    <a:pt x="0" y="3429543"/>
                    <a:pt x="0" y="3374963"/>
                  </a:cubicBezTo>
                  <a:lnTo>
                    <a:pt x="0" y="2978005"/>
                  </a:lnTo>
                  <a:cubicBezTo>
                    <a:pt x="0" y="2923420"/>
                    <a:pt x="44656" y="2878763"/>
                    <a:pt x="99241" y="2878763"/>
                  </a:cubicBezTo>
                  <a:close/>
                  <a:moveTo>
                    <a:pt x="99241" y="1886372"/>
                  </a:moveTo>
                  <a:lnTo>
                    <a:pt x="496197" y="1886372"/>
                  </a:lnTo>
                  <a:cubicBezTo>
                    <a:pt x="550777" y="1886372"/>
                    <a:pt x="595438" y="1931028"/>
                    <a:pt x="595438" y="1985613"/>
                  </a:cubicBezTo>
                  <a:lnTo>
                    <a:pt x="595438" y="2382571"/>
                  </a:lnTo>
                  <a:cubicBezTo>
                    <a:pt x="595438" y="2437151"/>
                    <a:pt x="550777" y="2481813"/>
                    <a:pt x="496197" y="2481813"/>
                  </a:cubicBezTo>
                  <a:lnTo>
                    <a:pt x="99241" y="2481813"/>
                  </a:lnTo>
                  <a:cubicBezTo>
                    <a:pt x="44656" y="2481813"/>
                    <a:pt x="0" y="2437151"/>
                    <a:pt x="0" y="2382571"/>
                  </a:cubicBezTo>
                  <a:lnTo>
                    <a:pt x="0" y="1985613"/>
                  </a:lnTo>
                  <a:cubicBezTo>
                    <a:pt x="0" y="1931028"/>
                    <a:pt x="44656" y="1886372"/>
                    <a:pt x="99241" y="1886372"/>
                  </a:cubicBezTo>
                  <a:close/>
                  <a:moveTo>
                    <a:pt x="992394" y="1886372"/>
                  </a:moveTo>
                  <a:lnTo>
                    <a:pt x="1389350" y="1886372"/>
                  </a:lnTo>
                  <a:cubicBezTo>
                    <a:pt x="1443930" y="1886372"/>
                    <a:pt x="1488591" y="1931028"/>
                    <a:pt x="1488591" y="1985613"/>
                  </a:cubicBezTo>
                  <a:lnTo>
                    <a:pt x="1488591" y="2382571"/>
                  </a:lnTo>
                  <a:cubicBezTo>
                    <a:pt x="1488591" y="2437151"/>
                    <a:pt x="1443930" y="2481813"/>
                    <a:pt x="1389350" y="2481813"/>
                  </a:cubicBezTo>
                  <a:lnTo>
                    <a:pt x="992394" y="2481813"/>
                  </a:lnTo>
                  <a:cubicBezTo>
                    <a:pt x="937809" y="2481813"/>
                    <a:pt x="893153" y="2437151"/>
                    <a:pt x="893153" y="2382571"/>
                  </a:cubicBezTo>
                  <a:lnTo>
                    <a:pt x="893153" y="1985613"/>
                  </a:lnTo>
                  <a:cubicBezTo>
                    <a:pt x="893153" y="1931028"/>
                    <a:pt x="937809" y="1886372"/>
                    <a:pt x="992394" y="1886372"/>
                  </a:cubicBezTo>
                  <a:close/>
                  <a:moveTo>
                    <a:pt x="1885550" y="1886372"/>
                  </a:moveTo>
                  <a:lnTo>
                    <a:pt x="2282506" y="1886372"/>
                  </a:lnTo>
                  <a:cubicBezTo>
                    <a:pt x="2337087" y="1886372"/>
                    <a:pt x="2381747" y="1931028"/>
                    <a:pt x="2381747" y="1985613"/>
                  </a:cubicBezTo>
                  <a:lnTo>
                    <a:pt x="2381747" y="2382571"/>
                  </a:lnTo>
                  <a:cubicBezTo>
                    <a:pt x="2381747" y="2437151"/>
                    <a:pt x="2337087" y="2481813"/>
                    <a:pt x="2282506" y="2481813"/>
                  </a:cubicBezTo>
                  <a:lnTo>
                    <a:pt x="1885550" y="2481813"/>
                  </a:lnTo>
                  <a:cubicBezTo>
                    <a:pt x="1830966" y="2481813"/>
                    <a:pt x="1786309" y="2437151"/>
                    <a:pt x="1786309" y="2382571"/>
                  </a:cubicBezTo>
                  <a:lnTo>
                    <a:pt x="1786309" y="1985613"/>
                  </a:lnTo>
                  <a:cubicBezTo>
                    <a:pt x="1786309" y="1931028"/>
                    <a:pt x="1830966" y="1886372"/>
                    <a:pt x="1885550" y="1886372"/>
                  </a:cubicBezTo>
                  <a:close/>
                  <a:moveTo>
                    <a:pt x="781337" y="694660"/>
                  </a:moveTo>
                  <a:lnTo>
                    <a:pt x="1079051" y="694660"/>
                  </a:lnTo>
                  <a:lnTo>
                    <a:pt x="1287448" y="694660"/>
                  </a:lnTo>
                  <a:lnTo>
                    <a:pt x="1575235" y="694660"/>
                  </a:lnTo>
                  <a:cubicBezTo>
                    <a:pt x="1629815" y="694660"/>
                    <a:pt x="1674472" y="739316"/>
                    <a:pt x="1674472" y="793896"/>
                  </a:cubicBezTo>
                  <a:cubicBezTo>
                    <a:pt x="1674472" y="848476"/>
                    <a:pt x="1629815" y="893133"/>
                    <a:pt x="1575235" y="893133"/>
                  </a:cubicBezTo>
                  <a:lnTo>
                    <a:pt x="1287448" y="893133"/>
                  </a:lnTo>
                  <a:lnTo>
                    <a:pt x="1079051" y="893133"/>
                  </a:lnTo>
                  <a:lnTo>
                    <a:pt x="781337" y="893133"/>
                  </a:lnTo>
                  <a:cubicBezTo>
                    <a:pt x="726756" y="893133"/>
                    <a:pt x="682100" y="848476"/>
                    <a:pt x="682100" y="793896"/>
                  </a:cubicBezTo>
                  <a:cubicBezTo>
                    <a:pt x="682100" y="739316"/>
                    <a:pt x="726756" y="694660"/>
                    <a:pt x="781337" y="694660"/>
                  </a:cubicBezTo>
                  <a:close/>
                  <a:moveTo>
                    <a:pt x="2691653" y="0"/>
                  </a:moveTo>
                  <a:lnTo>
                    <a:pt x="3287075" y="0"/>
                  </a:lnTo>
                  <a:lnTo>
                    <a:pt x="3287075" y="595423"/>
                  </a:lnTo>
                  <a:lnTo>
                    <a:pt x="2691653" y="595423"/>
                  </a:lnTo>
                  <a:close/>
                </a:path>
              </a:pathLst>
            </a:custGeom>
            <a:solidFill>
              <a:schemeClr val="accent1"/>
            </a:solidFill>
            <a:ln w="12601" cap="flat">
              <a:noFill/>
              <a:prstDash val="solid"/>
              <a:miter/>
            </a:ln>
          </p:spPr>
          <p:txBody>
            <a:bodyPr wrap="square" rtlCol="0" anchor="ctr">
              <a:noAutofit/>
            </a:bodyPr>
            <a:lstStyle/>
            <a:p>
              <a:endParaRPr lang="en-US" dirty="0"/>
            </a:p>
          </p:txBody>
        </p:sp>
        <p:sp>
          <p:nvSpPr>
            <p:cNvPr id="1540" name="Freeform: Shape 1539">
              <a:extLst>
                <a:ext uri="{FF2B5EF4-FFF2-40B4-BE49-F238E27FC236}">
                  <a16:creationId xmlns:a16="http://schemas.microsoft.com/office/drawing/2014/main" id="{C7CEED09-B839-45BC-0445-B2006E9194E7}"/>
                </a:ext>
                <a:ext uri="{C183D7F6-B498-43B3-948B-1728B52AA6E4}">
                  <adec:decorative xmlns:adec="http://schemas.microsoft.com/office/drawing/2017/decorative" val="1"/>
                </a:ext>
              </a:extLst>
            </p:cNvPr>
            <p:cNvSpPr/>
            <p:nvPr/>
          </p:nvSpPr>
          <p:spPr>
            <a:xfrm>
              <a:off x="8596254" y="2937110"/>
              <a:ext cx="278042" cy="450249"/>
            </a:xfrm>
            <a:custGeom>
              <a:avLst/>
              <a:gdLst>
                <a:gd name="connsiteX0" fmla="*/ 65998 w 461985"/>
                <a:gd name="connsiteY0" fmla="*/ 571572 h 748116"/>
                <a:gd name="connsiteX1" fmla="*/ 65998 w 461985"/>
                <a:gd name="connsiteY1" fmla="*/ 704118 h 748116"/>
                <a:gd name="connsiteX2" fmla="*/ 395987 w 461985"/>
                <a:gd name="connsiteY2" fmla="*/ 704118 h 748116"/>
                <a:gd name="connsiteX3" fmla="*/ 417986 w 461985"/>
                <a:gd name="connsiteY3" fmla="*/ 682119 h 748116"/>
                <a:gd name="connsiteX4" fmla="*/ 417986 w 461985"/>
                <a:gd name="connsiteY4" fmla="*/ 571572 h 748116"/>
                <a:gd name="connsiteX5" fmla="*/ 227553 w 461985"/>
                <a:gd name="connsiteY5" fmla="*/ 0 h 748116"/>
                <a:gd name="connsiteX6" fmla="*/ 354599 w 461985"/>
                <a:gd name="connsiteY6" fmla="*/ 0 h 748116"/>
                <a:gd name="connsiteX7" fmla="*/ 370549 w 461985"/>
                <a:gd name="connsiteY7" fmla="*/ 0 h 748116"/>
                <a:gd name="connsiteX8" fmla="*/ 370549 w 461985"/>
                <a:gd name="connsiteY8" fmla="*/ 43449 h 748116"/>
                <a:gd name="connsiteX9" fmla="*/ 354599 w 461985"/>
                <a:gd name="connsiteY9" fmla="*/ 43449 h 748116"/>
                <a:gd name="connsiteX10" fmla="*/ 354599 w 461985"/>
                <a:gd name="connsiteY10" fmla="*/ 43999 h 748116"/>
                <a:gd name="connsiteX11" fmla="*/ 306890 w 461985"/>
                <a:gd name="connsiteY11" fmla="*/ 43999 h 748116"/>
                <a:gd name="connsiteX12" fmla="*/ 306890 w 461985"/>
                <a:gd name="connsiteY12" fmla="*/ 44141 h 748116"/>
                <a:gd name="connsiteX13" fmla="*/ 87997 w 461985"/>
                <a:gd name="connsiteY13" fmla="*/ 44141 h 748116"/>
                <a:gd name="connsiteX14" fmla="*/ 65998 w 461985"/>
                <a:gd name="connsiteY14" fmla="*/ 66140 h 748116"/>
                <a:gd name="connsiteX15" fmla="*/ 65998 w 461985"/>
                <a:gd name="connsiteY15" fmla="*/ 395028 h 748116"/>
                <a:gd name="connsiteX16" fmla="*/ 65998 w 461985"/>
                <a:gd name="connsiteY16" fmla="*/ 494025 h 748116"/>
                <a:gd name="connsiteX17" fmla="*/ 65998 w 461985"/>
                <a:gd name="connsiteY17" fmla="*/ 550123 h 748116"/>
                <a:gd name="connsiteX18" fmla="*/ 417986 w 461985"/>
                <a:gd name="connsiteY18" fmla="*/ 550123 h 748116"/>
                <a:gd name="connsiteX19" fmla="*/ 417986 w 461985"/>
                <a:gd name="connsiteY19" fmla="*/ 155237 h 748116"/>
                <a:gd name="connsiteX20" fmla="*/ 417986 w 461985"/>
                <a:gd name="connsiteY20" fmla="*/ 155237 h 748116"/>
                <a:gd name="connsiteX21" fmla="*/ 417986 w 461985"/>
                <a:gd name="connsiteY21" fmla="*/ 91370 h 748116"/>
                <a:gd name="connsiteX22" fmla="*/ 461985 w 461985"/>
                <a:gd name="connsiteY22" fmla="*/ 91370 h 748116"/>
                <a:gd name="connsiteX23" fmla="*/ 461985 w 461985"/>
                <a:gd name="connsiteY23" fmla="*/ 131313 h 748116"/>
                <a:gd name="connsiteX24" fmla="*/ 461985 w 461985"/>
                <a:gd name="connsiteY24" fmla="*/ 155237 h 748116"/>
                <a:gd name="connsiteX25" fmla="*/ 461985 w 461985"/>
                <a:gd name="connsiteY25" fmla="*/ 176987 h 748116"/>
                <a:gd name="connsiteX26" fmla="*/ 461985 w 461985"/>
                <a:gd name="connsiteY26" fmla="*/ 228721 h 748116"/>
                <a:gd name="connsiteX27" fmla="*/ 461985 w 461985"/>
                <a:gd name="connsiteY27" fmla="*/ 236016 h 748116"/>
                <a:gd name="connsiteX28" fmla="*/ 461985 w 461985"/>
                <a:gd name="connsiteY28" fmla="*/ 312273 h 748116"/>
                <a:gd name="connsiteX29" fmla="*/ 461985 w 461985"/>
                <a:gd name="connsiteY29" fmla="*/ 682119 h 748116"/>
                <a:gd name="connsiteX30" fmla="*/ 395987 w 461985"/>
                <a:gd name="connsiteY30" fmla="*/ 748116 h 748116"/>
                <a:gd name="connsiteX31" fmla="*/ 65998 w 461985"/>
                <a:gd name="connsiteY31" fmla="*/ 748116 h 748116"/>
                <a:gd name="connsiteX32" fmla="*/ 21999 w 461985"/>
                <a:gd name="connsiteY32" fmla="*/ 748116 h 748116"/>
                <a:gd name="connsiteX33" fmla="*/ 21999 w 461985"/>
                <a:gd name="connsiteY33" fmla="*/ 704118 h 748116"/>
                <a:gd name="connsiteX34" fmla="*/ 21999 w 461985"/>
                <a:gd name="connsiteY34" fmla="*/ 198135 h 748116"/>
                <a:gd name="connsiteX35" fmla="*/ 0 w 461985"/>
                <a:gd name="connsiteY35" fmla="*/ 176136 h 748116"/>
                <a:gd name="connsiteX36" fmla="*/ 0 w 461985"/>
                <a:gd name="connsiteY36" fmla="*/ 132688 h 748116"/>
                <a:gd name="connsiteX37" fmla="*/ 21999 w 461985"/>
                <a:gd name="connsiteY37" fmla="*/ 110688 h 748116"/>
                <a:gd name="connsiteX38" fmla="*/ 21999 w 461985"/>
                <a:gd name="connsiteY38" fmla="*/ 66140 h 748116"/>
                <a:gd name="connsiteX39" fmla="*/ 87997 w 461985"/>
                <a:gd name="connsiteY39" fmla="*/ 142 h 748116"/>
                <a:gd name="connsiteX40" fmla="*/ 227553 w 461985"/>
                <a:gd name="connsiteY40" fmla="*/ 142 h 74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1985" h="748116">
                  <a:moveTo>
                    <a:pt x="65998" y="571572"/>
                  </a:moveTo>
                  <a:lnTo>
                    <a:pt x="65998" y="704118"/>
                  </a:lnTo>
                  <a:lnTo>
                    <a:pt x="395987" y="704118"/>
                  </a:lnTo>
                  <a:cubicBezTo>
                    <a:pt x="408086" y="704118"/>
                    <a:pt x="417986" y="694218"/>
                    <a:pt x="417986" y="682119"/>
                  </a:cubicBezTo>
                  <a:lnTo>
                    <a:pt x="417986" y="571572"/>
                  </a:lnTo>
                  <a:close/>
                  <a:moveTo>
                    <a:pt x="227553" y="0"/>
                  </a:moveTo>
                  <a:lnTo>
                    <a:pt x="354599" y="0"/>
                  </a:lnTo>
                  <a:cubicBezTo>
                    <a:pt x="354599" y="0"/>
                    <a:pt x="370549" y="0"/>
                    <a:pt x="370549" y="0"/>
                  </a:cubicBezTo>
                  <a:lnTo>
                    <a:pt x="370549" y="43449"/>
                  </a:lnTo>
                  <a:cubicBezTo>
                    <a:pt x="370549" y="43449"/>
                    <a:pt x="354599" y="43449"/>
                    <a:pt x="354599" y="43449"/>
                  </a:cubicBezTo>
                  <a:lnTo>
                    <a:pt x="354599" y="43999"/>
                  </a:lnTo>
                  <a:lnTo>
                    <a:pt x="306890" y="43999"/>
                  </a:lnTo>
                  <a:lnTo>
                    <a:pt x="306890" y="44141"/>
                  </a:lnTo>
                  <a:lnTo>
                    <a:pt x="87997" y="44141"/>
                  </a:lnTo>
                  <a:cubicBezTo>
                    <a:pt x="75898" y="44141"/>
                    <a:pt x="65998" y="54040"/>
                    <a:pt x="65998" y="66140"/>
                  </a:cubicBezTo>
                  <a:lnTo>
                    <a:pt x="65998" y="395028"/>
                  </a:lnTo>
                  <a:lnTo>
                    <a:pt x="65998" y="494025"/>
                  </a:lnTo>
                  <a:lnTo>
                    <a:pt x="65998" y="550123"/>
                  </a:lnTo>
                  <a:lnTo>
                    <a:pt x="417986" y="550123"/>
                  </a:lnTo>
                  <a:lnTo>
                    <a:pt x="417986" y="155237"/>
                  </a:lnTo>
                  <a:lnTo>
                    <a:pt x="417986" y="155237"/>
                  </a:lnTo>
                  <a:lnTo>
                    <a:pt x="417986" y="91370"/>
                  </a:lnTo>
                  <a:lnTo>
                    <a:pt x="461985" y="91370"/>
                  </a:lnTo>
                  <a:cubicBezTo>
                    <a:pt x="461985" y="91370"/>
                    <a:pt x="461985" y="105945"/>
                    <a:pt x="461985" y="131313"/>
                  </a:cubicBezTo>
                  <a:lnTo>
                    <a:pt x="461985" y="155237"/>
                  </a:lnTo>
                  <a:lnTo>
                    <a:pt x="461985" y="176987"/>
                  </a:lnTo>
                  <a:lnTo>
                    <a:pt x="461985" y="228721"/>
                  </a:lnTo>
                  <a:lnTo>
                    <a:pt x="461985" y="236016"/>
                  </a:lnTo>
                  <a:lnTo>
                    <a:pt x="461985" y="312273"/>
                  </a:lnTo>
                  <a:cubicBezTo>
                    <a:pt x="461985" y="485363"/>
                    <a:pt x="461985" y="682119"/>
                    <a:pt x="461985" y="682119"/>
                  </a:cubicBezTo>
                  <a:cubicBezTo>
                    <a:pt x="461985" y="718417"/>
                    <a:pt x="432285" y="748116"/>
                    <a:pt x="395987" y="748116"/>
                  </a:cubicBezTo>
                  <a:lnTo>
                    <a:pt x="65998" y="748116"/>
                  </a:lnTo>
                  <a:lnTo>
                    <a:pt x="21999" y="748116"/>
                  </a:lnTo>
                  <a:lnTo>
                    <a:pt x="21999" y="704118"/>
                  </a:lnTo>
                  <a:lnTo>
                    <a:pt x="21999" y="198135"/>
                  </a:lnTo>
                  <a:cubicBezTo>
                    <a:pt x="9900" y="198135"/>
                    <a:pt x="0" y="188235"/>
                    <a:pt x="0" y="176136"/>
                  </a:cubicBezTo>
                  <a:lnTo>
                    <a:pt x="0" y="132688"/>
                  </a:lnTo>
                  <a:cubicBezTo>
                    <a:pt x="0" y="120588"/>
                    <a:pt x="9900" y="110688"/>
                    <a:pt x="21999" y="110688"/>
                  </a:cubicBezTo>
                  <a:lnTo>
                    <a:pt x="21999" y="66140"/>
                  </a:lnTo>
                  <a:cubicBezTo>
                    <a:pt x="21999" y="29841"/>
                    <a:pt x="51699" y="142"/>
                    <a:pt x="87997" y="142"/>
                  </a:cubicBezTo>
                  <a:lnTo>
                    <a:pt x="227553" y="142"/>
                  </a:lnTo>
                  <a:close/>
                </a:path>
              </a:pathLst>
            </a:custGeom>
            <a:solidFill>
              <a:schemeClr val="accent2"/>
            </a:solidFill>
            <a:ln w="12601" cap="flat">
              <a:noFill/>
              <a:prstDash val="solid"/>
              <a:miter/>
            </a:ln>
          </p:spPr>
          <p:txBody>
            <a:bodyPr wrap="square" rtlCol="0" anchor="ctr">
              <a:noAutofit/>
            </a:bodyPr>
            <a:lstStyle/>
            <a:p>
              <a:endParaRPr lang="en-US" dirty="0"/>
            </a:p>
          </p:txBody>
        </p:sp>
      </p:grpSp>
      <p:grpSp>
        <p:nvGrpSpPr>
          <p:cNvPr id="74" name="Group 73">
            <a:extLst>
              <a:ext uri="{FF2B5EF4-FFF2-40B4-BE49-F238E27FC236}">
                <a16:creationId xmlns:a16="http://schemas.microsoft.com/office/drawing/2014/main" id="{05D96241-5F8D-BACA-A335-2AE411FB2DD5}"/>
              </a:ext>
              <a:ext uri="{C183D7F6-B498-43B3-948B-1728B52AA6E4}">
                <adec:decorative xmlns:adec="http://schemas.microsoft.com/office/drawing/2017/decorative" val="1"/>
              </a:ext>
            </a:extLst>
          </p:cNvPr>
          <p:cNvGrpSpPr>
            <a:grpSpLocks noChangeAspect="1"/>
          </p:cNvGrpSpPr>
          <p:nvPr/>
        </p:nvGrpSpPr>
        <p:grpSpPr>
          <a:xfrm>
            <a:off x="9070236" y="2998739"/>
            <a:ext cx="696425" cy="320040"/>
            <a:chOff x="9070236" y="2998739"/>
            <a:chExt cx="696425" cy="320040"/>
          </a:xfrm>
          <a:solidFill>
            <a:srgbClr val="FF0000"/>
          </a:solidFill>
        </p:grpSpPr>
        <p:sp>
          <p:nvSpPr>
            <p:cNvPr id="1556" name="Freeform: Shape 1555">
              <a:extLst>
                <a:ext uri="{FF2B5EF4-FFF2-40B4-BE49-F238E27FC236}">
                  <a16:creationId xmlns:a16="http://schemas.microsoft.com/office/drawing/2014/main" id="{97DC4ECD-4FCB-89D9-241C-83F99A818675}"/>
                </a:ext>
                <a:ext uri="{C183D7F6-B498-43B3-948B-1728B52AA6E4}">
                  <adec:decorative xmlns:adec="http://schemas.microsoft.com/office/drawing/2017/decorative" val="1"/>
                </a:ext>
              </a:extLst>
            </p:cNvPr>
            <p:cNvSpPr/>
            <p:nvPr/>
          </p:nvSpPr>
          <p:spPr>
            <a:xfrm>
              <a:off x="9078454" y="3006165"/>
              <a:ext cx="688207" cy="312614"/>
            </a:xfrm>
            <a:custGeom>
              <a:avLst/>
              <a:gdLst>
                <a:gd name="connsiteX0" fmla="*/ 1993700 w 12475124"/>
                <a:gd name="connsiteY0" fmla="*/ 1996377 h 5666757"/>
                <a:gd name="connsiteX1" fmla="*/ 1993700 w 12475124"/>
                <a:gd name="connsiteY1" fmla="*/ 3399033 h 5666757"/>
                <a:gd name="connsiteX2" fmla="*/ 4415247 w 12475124"/>
                <a:gd name="connsiteY2" fmla="*/ 3399030 h 5666757"/>
                <a:gd name="connsiteX3" fmla="*/ 8216370 w 12475124"/>
                <a:gd name="connsiteY3" fmla="*/ 3399030 h 5666757"/>
                <a:gd name="connsiteX4" fmla="*/ 8216370 w 12475124"/>
                <a:gd name="connsiteY4" fmla="*/ 1996377 h 5666757"/>
                <a:gd name="connsiteX5" fmla="*/ 1993700 w 12475124"/>
                <a:gd name="connsiteY5" fmla="*/ 1996377 h 5666757"/>
                <a:gd name="connsiteX6" fmla="*/ 2034608 w 12475124"/>
                <a:gd name="connsiteY6" fmla="*/ 1699961 h 5666757"/>
                <a:gd name="connsiteX7" fmla="*/ 8172920 w 12475124"/>
                <a:gd name="connsiteY7" fmla="*/ 1699970 h 5666757"/>
                <a:gd name="connsiteX8" fmla="*/ 8506748 w 12475124"/>
                <a:gd name="connsiteY8" fmla="*/ 2033921 h 5666757"/>
                <a:gd name="connsiteX9" fmla="*/ 8506800 w 12475124"/>
                <a:gd name="connsiteY9" fmla="*/ 3359018 h 5666757"/>
                <a:gd name="connsiteX10" fmla="*/ 8176932 w 12475124"/>
                <a:gd name="connsiteY10" fmla="*/ 3687173 h 5666757"/>
                <a:gd name="connsiteX11" fmla="*/ 7329262 w 12475124"/>
                <a:gd name="connsiteY11" fmla="*/ 3687271 h 5666757"/>
                <a:gd name="connsiteX12" fmla="*/ 2048363 w 12475124"/>
                <a:gd name="connsiteY12" fmla="*/ 3687241 h 5666757"/>
                <a:gd name="connsiteX13" fmla="*/ 1698930 w 12475124"/>
                <a:gd name="connsiteY13" fmla="*/ 3338667 h 5666757"/>
                <a:gd name="connsiteX14" fmla="*/ 1699028 w 12475124"/>
                <a:gd name="connsiteY14" fmla="*/ 2033058 h 5666757"/>
                <a:gd name="connsiteX15" fmla="*/ 2034608 w 12475124"/>
                <a:gd name="connsiteY15" fmla="*/ 1699961 h 5666757"/>
                <a:gd name="connsiteX16" fmla="*/ 11869280 w 12475124"/>
                <a:gd name="connsiteY16" fmla="*/ 0 h 5666757"/>
                <a:gd name="connsiteX17" fmla="*/ 12463971 w 12475124"/>
                <a:gd name="connsiteY17" fmla="*/ 455334 h 5666757"/>
                <a:gd name="connsiteX18" fmla="*/ 12474597 w 12475124"/>
                <a:gd name="connsiteY18" fmla="*/ 571242 h 5666757"/>
                <a:gd name="connsiteX19" fmla="*/ 12475124 w 12475124"/>
                <a:gd name="connsiteY19" fmla="*/ 5297305 h 5666757"/>
                <a:gd name="connsiteX20" fmla="*/ 12475124 w 12475124"/>
                <a:gd name="connsiteY20" fmla="*/ 5383275 h 5666757"/>
                <a:gd name="connsiteX21" fmla="*/ 10776970 w 12475124"/>
                <a:gd name="connsiteY21" fmla="*/ 5383275 h 5666757"/>
                <a:gd name="connsiteX22" fmla="*/ 10776970 w 12475124"/>
                <a:gd name="connsiteY22" fmla="*/ 5666757 h 5666757"/>
                <a:gd name="connsiteX23" fmla="*/ 9640345 w 12475124"/>
                <a:gd name="connsiteY23" fmla="*/ 5666757 h 5666757"/>
                <a:gd name="connsiteX24" fmla="*/ 9640345 w 12475124"/>
                <a:gd name="connsiteY24" fmla="*/ 5390252 h 5666757"/>
                <a:gd name="connsiteX25" fmla="*/ 2840124 w 12475124"/>
                <a:gd name="connsiteY25" fmla="*/ 5390252 h 5666757"/>
                <a:gd name="connsiteX26" fmla="*/ 2840124 w 12475124"/>
                <a:gd name="connsiteY26" fmla="*/ 5665781 h 5666757"/>
                <a:gd name="connsiteX27" fmla="*/ 1703730 w 12475124"/>
                <a:gd name="connsiteY27" fmla="*/ 5665781 h 5666757"/>
                <a:gd name="connsiteX28" fmla="*/ 1703730 w 12475124"/>
                <a:gd name="connsiteY28" fmla="*/ 5384098 h 5666757"/>
                <a:gd name="connsiteX29" fmla="*/ 1590700 w 12475124"/>
                <a:gd name="connsiteY29" fmla="*/ 5384098 h 5666757"/>
                <a:gd name="connsiteX30" fmla="*/ 557803 w 12475124"/>
                <a:gd name="connsiteY30" fmla="*/ 5383545 h 5666757"/>
                <a:gd name="connsiteX31" fmla="*/ 925 w 12475124"/>
                <a:gd name="connsiteY31" fmla="*/ 4826154 h 5666757"/>
                <a:gd name="connsiteX32" fmla="*/ 9611 w 12475124"/>
                <a:gd name="connsiteY32" fmla="*/ 2292305 h 5666757"/>
                <a:gd name="connsiteX33" fmla="*/ 29360 w 12475124"/>
                <a:gd name="connsiteY33" fmla="*/ 2283260 h 5666757"/>
                <a:gd name="connsiteX34" fmla="*/ 3110 w 12475124"/>
                <a:gd name="connsiteY34" fmla="*/ 2283260 h 5666757"/>
                <a:gd name="connsiteX35" fmla="*/ 3110 w 12475124"/>
                <a:gd name="connsiteY35" fmla="*/ 1994536 h 5666757"/>
                <a:gd name="connsiteX36" fmla="*/ 4035 w 12475124"/>
                <a:gd name="connsiteY36" fmla="*/ 1994536 h 5666757"/>
                <a:gd name="connsiteX37" fmla="*/ 4035 w 12475124"/>
                <a:gd name="connsiteY37" fmla="*/ 1632805 h 5666757"/>
                <a:gd name="connsiteX38" fmla="*/ 2120 w 12475124"/>
                <a:gd name="connsiteY38" fmla="*/ 1632805 h 5666757"/>
                <a:gd name="connsiteX39" fmla="*/ 2120 w 12475124"/>
                <a:gd name="connsiteY39" fmla="*/ 1311561 h 5666757"/>
                <a:gd name="connsiteX40" fmla="*/ 0 w 12475124"/>
                <a:gd name="connsiteY40" fmla="*/ 1311561 h 5666757"/>
                <a:gd name="connsiteX41" fmla="*/ 0 w 12475124"/>
                <a:gd name="connsiteY41" fmla="*/ 1105865 h 5666757"/>
                <a:gd name="connsiteX42" fmla="*/ 563186 w 12475124"/>
                <a:gd name="connsiteY42" fmla="*/ 1105865 h 5666757"/>
                <a:gd name="connsiteX43" fmla="*/ 563186 w 12475124"/>
                <a:gd name="connsiteY43" fmla="*/ 1261772 h 5666757"/>
                <a:gd name="connsiteX44" fmla="*/ 563186 w 12475124"/>
                <a:gd name="connsiteY44" fmla="*/ 1311561 h 5666757"/>
                <a:gd name="connsiteX45" fmla="*/ 563186 w 12475124"/>
                <a:gd name="connsiteY45" fmla="*/ 1612375 h 5666757"/>
                <a:gd name="connsiteX46" fmla="*/ 563520 w 12475124"/>
                <a:gd name="connsiteY46" fmla="*/ 1612375 h 5666757"/>
                <a:gd name="connsiteX47" fmla="*/ 563520 w 12475124"/>
                <a:gd name="connsiteY47" fmla="*/ 2012267 h 5666757"/>
                <a:gd name="connsiteX48" fmla="*/ 563173 w 12475124"/>
                <a:gd name="connsiteY48" fmla="*/ 2012267 h 5666757"/>
                <a:gd name="connsiteX49" fmla="*/ 563173 w 12475124"/>
                <a:gd name="connsiteY49" fmla="*/ 2273559 h 5666757"/>
                <a:gd name="connsiteX50" fmla="*/ 564253 w 12475124"/>
                <a:gd name="connsiteY50" fmla="*/ 2273829 h 5666757"/>
                <a:gd name="connsiteX51" fmla="*/ 565782 w 12475124"/>
                <a:gd name="connsiteY51" fmla="*/ 4813511 h 5666757"/>
                <a:gd name="connsiteX52" fmla="*/ 11902481 w 12475124"/>
                <a:gd name="connsiteY52" fmla="*/ 4813511 h 5666757"/>
                <a:gd name="connsiteX53" fmla="*/ 11902481 w 12475124"/>
                <a:gd name="connsiteY53" fmla="*/ 568351 h 5666757"/>
                <a:gd name="connsiteX54" fmla="*/ 11771668 w 12475124"/>
                <a:gd name="connsiteY54" fmla="*/ 568351 h 5666757"/>
                <a:gd name="connsiteX55" fmla="*/ 2651055 w 12475124"/>
                <a:gd name="connsiteY55" fmla="*/ 568094 h 5666757"/>
                <a:gd name="connsiteX56" fmla="*/ 2397909 w 12475124"/>
                <a:gd name="connsiteY56" fmla="*/ 557160 h 5666757"/>
                <a:gd name="connsiteX57" fmla="*/ 2388902 w 12475124"/>
                <a:gd name="connsiteY57" fmla="*/ 530383 h 5666757"/>
                <a:gd name="connsiteX58" fmla="*/ 2388902 w 12475124"/>
                <a:gd name="connsiteY58" fmla="*/ 565075 h 5666757"/>
                <a:gd name="connsiteX59" fmla="*/ 2058394 w 12475124"/>
                <a:gd name="connsiteY59" fmla="*/ 565075 h 5666757"/>
                <a:gd name="connsiteX60" fmla="*/ 2058394 w 12475124"/>
                <a:gd name="connsiteY60" fmla="*/ 566295 h 5666757"/>
                <a:gd name="connsiteX61" fmla="*/ 1630839 w 12475124"/>
                <a:gd name="connsiteY61" fmla="*/ 566295 h 5666757"/>
                <a:gd name="connsiteX62" fmla="*/ 1630839 w 12475124"/>
                <a:gd name="connsiteY62" fmla="*/ 568030 h 5666757"/>
                <a:gd name="connsiteX63" fmla="*/ 1414132 w 12475124"/>
                <a:gd name="connsiteY63" fmla="*/ 568030 h 5666757"/>
                <a:gd name="connsiteX64" fmla="*/ 1414132 w 12475124"/>
                <a:gd name="connsiteY64" fmla="*/ 569906 h 5666757"/>
                <a:gd name="connsiteX65" fmla="*/ 1104208 w 12475124"/>
                <a:gd name="connsiteY65" fmla="*/ 569906 h 5666757"/>
                <a:gd name="connsiteX66" fmla="*/ 1104208 w 12475124"/>
                <a:gd name="connsiteY66" fmla="*/ 5050 h 5666757"/>
                <a:gd name="connsiteX67" fmla="*/ 1414132 w 12475124"/>
                <a:gd name="connsiteY67" fmla="*/ 5050 h 5666757"/>
                <a:gd name="connsiteX68" fmla="*/ 1414132 w 12475124"/>
                <a:gd name="connsiteY68" fmla="*/ 5230 h 5666757"/>
                <a:gd name="connsiteX69" fmla="*/ 1630839 w 12475124"/>
                <a:gd name="connsiteY69" fmla="*/ 5230 h 5666757"/>
                <a:gd name="connsiteX70" fmla="*/ 1630839 w 12475124"/>
                <a:gd name="connsiteY70" fmla="*/ 6848 h 5666757"/>
                <a:gd name="connsiteX71" fmla="*/ 2028199 w 12475124"/>
                <a:gd name="connsiteY71" fmla="*/ 6848 h 5666757"/>
                <a:gd name="connsiteX72" fmla="*/ 2028199 w 12475124"/>
                <a:gd name="connsiteY72" fmla="*/ 5474 h 5666757"/>
                <a:gd name="connsiteX73" fmla="*/ 2288129 w 12475124"/>
                <a:gd name="connsiteY73" fmla="*/ 5474 h 5666757"/>
                <a:gd name="connsiteX74" fmla="*/ 2348968 w 12475124"/>
                <a:gd name="connsiteY74" fmla="*/ 3469 h 5666757"/>
                <a:gd name="connsiteX75" fmla="*/ 11869280 w 12475124"/>
                <a:gd name="connsiteY75" fmla="*/ 0 h 566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2475124" h="5666757">
                  <a:moveTo>
                    <a:pt x="1993700" y="1996377"/>
                  </a:moveTo>
                  <a:cubicBezTo>
                    <a:pt x="1993700" y="2467380"/>
                    <a:pt x="1993700" y="2930022"/>
                    <a:pt x="1993700" y="3399033"/>
                  </a:cubicBezTo>
                  <a:cubicBezTo>
                    <a:pt x="2799114" y="3399033"/>
                    <a:pt x="3597435" y="3399033"/>
                    <a:pt x="4415247" y="3399030"/>
                  </a:cubicBezTo>
                  <a:cubicBezTo>
                    <a:pt x="5682833" y="3399030"/>
                    <a:pt x="6950419" y="3399030"/>
                    <a:pt x="8216370" y="3399030"/>
                  </a:cubicBezTo>
                  <a:cubicBezTo>
                    <a:pt x="8216370" y="2919321"/>
                    <a:pt x="8216370" y="2456753"/>
                    <a:pt x="8216370" y="1996377"/>
                  </a:cubicBezTo>
                  <a:cubicBezTo>
                    <a:pt x="6136533" y="1996377"/>
                    <a:pt x="4063920" y="1996377"/>
                    <a:pt x="1993700" y="1996377"/>
                  </a:cubicBezTo>
                  <a:close/>
                  <a:moveTo>
                    <a:pt x="2034608" y="1699961"/>
                  </a:moveTo>
                  <a:cubicBezTo>
                    <a:pt x="4080713" y="1699844"/>
                    <a:pt x="6126818" y="1699844"/>
                    <a:pt x="8172920" y="1699970"/>
                  </a:cubicBezTo>
                  <a:cubicBezTo>
                    <a:pt x="8399426" y="1699983"/>
                    <a:pt x="8506366" y="1806441"/>
                    <a:pt x="8506748" y="2033921"/>
                  </a:cubicBezTo>
                  <a:cubicBezTo>
                    <a:pt x="8507484" y="2475619"/>
                    <a:pt x="8507718" y="2917320"/>
                    <a:pt x="8506800" y="3359018"/>
                  </a:cubicBezTo>
                  <a:cubicBezTo>
                    <a:pt x="8506345" y="3579723"/>
                    <a:pt x="8397532" y="3686897"/>
                    <a:pt x="8176932" y="3687173"/>
                  </a:cubicBezTo>
                  <a:cubicBezTo>
                    <a:pt x="7897623" y="3687526"/>
                    <a:pt x="7618317" y="3687265"/>
                    <a:pt x="7329262" y="3687271"/>
                  </a:cubicBezTo>
                  <a:cubicBezTo>
                    <a:pt x="5562466" y="3687268"/>
                    <a:pt x="3805416" y="3687293"/>
                    <a:pt x="2048363" y="3687241"/>
                  </a:cubicBezTo>
                  <a:cubicBezTo>
                    <a:pt x="1802313" y="3687234"/>
                    <a:pt x="1698988" y="3584134"/>
                    <a:pt x="1698930" y="3338667"/>
                  </a:cubicBezTo>
                  <a:cubicBezTo>
                    <a:pt x="1698828" y="2903464"/>
                    <a:pt x="1698712" y="2468261"/>
                    <a:pt x="1699028" y="2033058"/>
                  </a:cubicBezTo>
                  <a:cubicBezTo>
                    <a:pt x="1699191" y="1808375"/>
                    <a:pt x="1808378" y="1699973"/>
                    <a:pt x="2034608" y="1699961"/>
                  </a:cubicBezTo>
                  <a:close/>
                  <a:moveTo>
                    <a:pt x="11869280" y="0"/>
                  </a:moveTo>
                  <a:cubicBezTo>
                    <a:pt x="12181209" y="-514"/>
                    <a:pt x="12418230" y="205978"/>
                    <a:pt x="12463971" y="455334"/>
                  </a:cubicBezTo>
                  <a:cubicBezTo>
                    <a:pt x="12470948" y="493366"/>
                    <a:pt x="12474584" y="532580"/>
                    <a:pt x="12474597" y="571242"/>
                  </a:cubicBezTo>
                  <a:cubicBezTo>
                    <a:pt x="12475150" y="2146601"/>
                    <a:pt x="12475098" y="3721959"/>
                    <a:pt x="12475124" y="5297305"/>
                  </a:cubicBezTo>
                  <a:cubicBezTo>
                    <a:pt x="12475124" y="5322565"/>
                    <a:pt x="12475124" y="5347826"/>
                    <a:pt x="12475124" y="5383275"/>
                  </a:cubicBezTo>
                  <a:cubicBezTo>
                    <a:pt x="11907133" y="5383275"/>
                    <a:pt x="11347146" y="5383275"/>
                    <a:pt x="10776970" y="5383275"/>
                  </a:cubicBezTo>
                  <a:cubicBezTo>
                    <a:pt x="10776970" y="5482391"/>
                    <a:pt x="10776970" y="5571702"/>
                    <a:pt x="10776970" y="5666757"/>
                  </a:cubicBezTo>
                  <a:cubicBezTo>
                    <a:pt x="10394964" y="5666757"/>
                    <a:pt x="10023225" y="5666757"/>
                    <a:pt x="9640345" y="5666757"/>
                  </a:cubicBezTo>
                  <a:cubicBezTo>
                    <a:pt x="9640345" y="5575261"/>
                    <a:pt x="9640345" y="5485770"/>
                    <a:pt x="9640345" y="5390252"/>
                  </a:cubicBezTo>
                  <a:cubicBezTo>
                    <a:pt x="7370204" y="5390252"/>
                    <a:pt x="5111152" y="5390252"/>
                    <a:pt x="2840124" y="5390252"/>
                  </a:cubicBezTo>
                  <a:cubicBezTo>
                    <a:pt x="2840124" y="5480823"/>
                    <a:pt x="2840124" y="5569955"/>
                    <a:pt x="2840124" y="5665781"/>
                  </a:cubicBezTo>
                  <a:cubicBezTo>
                    <a:pt x="2456795" y="5665781"/>
                    <a:pt x="2085351" y="5665781"/>
                    <a:pt x="1703730" y="5665781"/>
                  </a:cubicBezTo>
                  <a:cubicBezTo>
                    <a:pt x="1703730" y="5576739"/>
                    <a:pt x="1703730" y="5487427"/>
                    <a:pt x="1703730" y="5384098"/>
                  </a:cubicBezTo>
                  <a:cubicBezTo>
                    <a:pt x="1659402" y="5384098"/>
                    <a:pt x="1625057" y="5384098"/>
                    <a:pt x="1590700" y="5384098"/>
                  </a:cubicBezTo>
                  <a:cubicBezTo>
                    <a:pt x="1246405" y="5384021"/>
                    <a:pt x="902097" y="5385036"/>
                    <a:pt x="557803" y="5383545"/>
                  </a:cubicBezTo>
                  <a:cubicBezTo>
                    <a:pt x="248019" y="5382209"/>
                    <a:pt x="1414" y="5137261"/>
                    <a:pt x="925" y="4826154"/>
                  </a:cubicBezTo>
                  <a:cubicBezTo>
                    <a:pt x="-411" y="3984896"/>
                    <a:pt x="1041" y="3143637"/>
                    <a:pt x="9611" y="2292305"/>
                  </a:cubicBezTo>
                  <a:lnTo>
                    <a:pt x="29360" y="2283260"/>
                  </a:lnTo>
                  <a:lnTo>
                    <a:pt x="3110" y="2283260"/>
                  </a:lnTo>
                  <a:lnTo>
                    <a:pt x="3110" y="1994536"/>
                  </a:lnTo>
                  <a:lnTo>
                    <a:pt x="4035" y="1994536"/>
                  </a:lnTo>
                  <a:lnTo>
                    <a:pt x="4035" y="1632805"/>
                  </a:lnTo>
                  <a:lnTo>
                    <a:pt x="2120" y="1632805"/>
                  </a:lnTo>
                  <a:lnTo>
                    <a:pt x="2120" y="1311561"/>
                  </a:lnTo>
                  <a:lnTo>
                    <a:pt x="0" y="1311561"/>
                  </a:lnTo>
                  <a:lnTo>
                    <a:pt x="0" y="1105865"/>
                  </a:lnTo>
                  <a:lnTo>
                    <a:pt x="563186" y="1105865"/>
                  </a:lnTo>
                  <a:lnTo>
                    <a:pt x="563186" y="1261772"/>
                  </a:lnTo>
                  <a:lnTo>
                    <a:pt x="563186" y="1311561"/>
                  </a:lnTo>
                  <a:lnTo>
                    <a:pt x="563186" y="1612375"/>
                  </a:lnTo>
                  <a:lnTo>
                    <a:pt x="563520" y="1612375"/>
                  </a:lnTo>
                  <a:lnTo>
                    <a:pt x="563520" y="2012267"/>
                  </a:lnTo>
                  <a:lnTo>
                    <a:pt x="563173" y="2012267"/>
                  </a:lnTo>
                  <a:lnTo>
                    <a:pt x="563173" y="2273559"/>
                  </a:lnTo>
                  <a:lnTo>
                    <a:pt x="564253" y="2273829"/>
                  </a:lnTo>
                  <a:cubicBezTo>
                    <a:pt x="565782" y="3125970"/>
                    <a:pt x="565782" y="3969092"/>
                    <a:pt x="565782" y="4813511"/>
                  </a:cubicBezTo>
                  <a:cubicBezTo>
                    <a:pt x="4353102" y="4813511"/>
                    <a:pt x="8125916" y="4813511"/>
                    <a:pt x="11902481" y="4813511"/>
                  </a:cubicBezTo>
                  <a:cubicBezTo>
                    <a:pt x="11902481" y="3397605"/>
                    <a:pt x="11902481" y="1986852"/>
                    <a:pt x="11902481" y="568351"/>
                  </a:cubicBezTo>
                  <a:cubicBezTo>
                    <a:pt x="11854890" y="568351"/>
                    <a:pt x="11813285" y="568351"/>
                    <a:pt x="11771668" y="568351"/>
                  </a:cubicBezTo>
                  <a:cubicBezTo>
                    <a:pt x="8731464" y="568326"/>
                    <a:pt x="5691260" y="568326"/>
                    <a:pt x="2651055" y="568094"/>
                  </a:cubicBezTo>
                  <a:cubicBezTo>
                    <a:pt x="2566677" y="568094"/>
                    <a:pt x="2482312" y="565679"/>
                    <a:pt x="2397909" y="557160"/>
                  </a:cubicBezTo>
                  <a:lnTo>
                    <a:pt x="2388902" y="530383"/>
                  </a:lnTo>
                  <a:lnTo>
                    <a:pt x="2388902" y="565075"/>
                  </a:lnTo>
                  <a:lnTo>
                    <a:pt x="2058394" y="565075"/>
                  </a:lnTo>
                  <a:lnTo>
                    <a:pt x="2058394" y="566295"/>
                  </a:lnTo>
                  <a:lnTo>
                    <a:pt x="1630839" y="566295"/>
                  </a:lnTo>
                  <a:lnTo>
                    <a:pt x="1630839" y="568030"/>
                  </a:lnTo>
                  <a:lnTo>
                    <a:pt x="1414132" y="568030"/>
                  </a:lnTo>
                  <a:lnTo>
                    <a:pt x="1414132" y="569906"/>
                  </a:lnTo>
                  <a:lnTo>
                    <a:pt x="1104208" y="569906"/>
                  </a:lnTo>
                  <a:lnTo>
                    <a:pt x="1104208" y="5050"/>
                  </a:lnTo>
                  <a:lnTo>
                    <a:pt x="1414132" y="5050"/>
                  </a:lnTo>
                  <a:lnTo>
                    <a:pt x="1414132" y="5230"/>
                  </a:lnTo>
                  <a:lnTo>
                    <a:pt x="1630839" y="5230"/>
                  </a:lnTo>
                  <a:lnTo>
                    <a:pt x="1630839" y="6848"/>
                  </a:lnTo>
                  <a:lnTo>
                    <a:pt x="2028199" y="6848"/>
                  </a:lnTo>
                  <a:lnTo>
                    <a:pt x="2028199" y="5474"/>
                  </a:lnTo>
                  <a:lnTo>
                    <a:pt x="2288129" y="5474"/>
                  </a:lnTo>
                  <a:lnTo>
                    <a:pt x="2348968" y="3469"/>
                  </a:lnTo>
                  <a:cubicBezTo>
                    <a:pt x="5522401" y="3264"/>
                    <a:pt x="8695847" y="5268"/>
                    <a:pt x="11869280"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557" name="Freeform: Shape 1556">
              <a:extLst>
                <a:ext uri="{FF2B5EF4-FFF2-40B4-BE49-F238E27FC236}">
                  <a16:creationId xmlns:a16="http://schemas.microsoft.com/office/drawing/2014/main" id="{845F5CC7-3CFC-9A6D-3D10-0B806B9B341D}"/>
                </a:ext>
                <a:ext uri="{C183D7F6-B498-43B3-948B-1728B52AA6E4}">
                  <adec:decorative xmlns:adec="http://schemas.microsoft.com/office/drawing/2017/decorative" val="1"/>
                </a:ext>
              </a:extLst>
            </p:cNvPr>
            <p:cNvSpPr/>
            <p:nvPr/>
          </p:nvSpPr>
          <p:spPr>
            <a:xfrm>
              <a:off x="9070236" y="2998739"/>
              <a:ext cx="602726" cy="194768"/>
            </a:xfrm>
            <a:custGeom>
              <a:avLst/>
              <a:gdLst>
                <a:gd name="connsiteX0" fmla="*/ 9505342 w 10925603"/>
                <a:gd name="connsiteY0" fmla="*/ 3254881 h 3530564"/>
                <a:gd name="connsiteX1" fmla="*/ 10918292 w 10925603"/>
                <a:gd name="connsiteY1" fmla="*/ 3254881 h 3530564"/>
                <a:gd name="connsiteX2" fmla="*/ 10918292 w 10925603"/>
                <a:gd name="connsiteY2" fmla="*/ 3530564 h 3530564"/>
                <a:gd name="connsiteX3" fmla="*/ 9505342 w 10925603"/>
                <a:gd name="connsiteY3" fmla="*/ 3530564 h 3530564"/>
                <a:gd name="connsiteX4" fmla="*/ 9510571 w 10925603"/>
                <a:gd name="connsiteY4" fmla="*/ 2694818 h 3530564"/>
                <a:gd name="connsiteX5" fmla="*/ 10925603 w 10925603"/>
                <a:gd name="connsiteY5" fmla="*/ 2694818 h 3530564"/>
                <a:gd name="connsiteX6" fmla="*/ 10925603 w 10925603"/>
                <a:gd name="connsiteY6" fmla="*/ 2968997 h 3530564"/>
                <a:gd name="connsiteX7" fmla="*/ 9510571 w 10925603"/>
                <a:gd name="connsiteY7" fmla="*/ 2968997 h 3530564"/>
                <a:gd name="connsiteX8" fmla="*/ 4119973 w 10925603"/>
                <a:gd name="connsiteY8" fmla="*/ 2405965 h 3530564"/>
                <a:gd name="connsiteX9" fmla="*/ 4960425 w 10925603"/>
                <a:gd name="connsiteY9" fmla="*/ 2405965 h 3530564"/>
                <a:gd name="connsiteX10" fmla="*/ 4960425 w 10925603"/>
                <a:gd name="connsiteY10" fmla="*/ 2967131 h 3530564"/>
                <a:gd name="connsiteX11" fmla="*/ 4690298 w 10925603"/>
                <a:gd name="connsiteY11" fmla="*/ 2967131 h 3530564"/>
                <a:gd name="connsiteX12" fmla="*/ 4690298 w 10925603"/>
                <a:gd name="connsiteY12" fmla="*/ 3247599 h 3530564"/>
                <a:gd name="connsiteX13" fmla="*/ 4402840 w 10925603"/>
                <a:gd name="connsiteY13" fmla="*/ 3247599 h 3530564"/>
                <a:gd name="connsiteX14" fmla="*/ 4402840 w 10925603"/>
                <a:gd name="connsiteY14" fmla="*/ 2969265 h 3530564"/>
                <a:gd name="connsiteX15" fmla="*/ 4119976 w 10925603"/>
                <a:gd name="connsiteY15" fmla="*/ 2969265 h 3530564"/>
                <a:gd name="connsiteX16" fmla="*/ 4119973 w 10925603"/>
                <a:gd name="connsiteY16" fmla="*/ 2846685 h 3530564"/>
                <a:gd name="connsiteX17" fmla="*/ 4119973 w 10925603"/>
                <a:gd name="connsiteY17" fmla="*/ 2405965 h 3530564"/>
                <a:gd name="connsiteX18" fmla="*/ 6957720 w 10925603"/>
                <a:gd name="connsiteY18" fmla="*/ 2405747 h 3530564"/>
                <a:gd name="connsiteX19" fmla="*/ 7800305 w 10925603"/>
                <a:gd name="connsiteY19" fmla="*/ 2405747 h 3530564"/>
                <a:gd name="connsiteX20" fmla="*/ 7800305 w 10925603"/>
                <a:gd name="connsiteY20" fmla="*/ 2968400 h 3530564"/>
                <a:gd name="connsiteX21" fmla="*/ 7519478 w 10925603"/>
                <a:gd name="connsiteY21" fmla="*/ 2968400 h 3530564"/>
                <a:gd name="connsiteX22" fmla="*/ 7519478 w 10925603"/>
                <a:gd name="connsiteY22" fmla="*/ 3102313 h 3530564"/>
                <a:gd name="connsiteX23" fmla="*/ 7519478 w 10925603"/>
                <a:gd name="connsiteY23" fmla="*/ 3250555 h 3530564"/>
                <a:gd name="connsiteX24" fmla="*/ 7240711 w 10925603"/>
                <a:gd name="connsiteY24" fmla="*/ 3250555 h 3530564"/>
                <a:gd name="connsiteX25" fmla="*/ 7240711 w 10925603"/>
                <a:gd name="connsiteY25" fmla="*/ 2971448 h 3530564"/>
                <a:gd name="connsiteX26" fmla="*/ 6957720 w 10925603"/>
                <a:gd name="connsiteY26" fmla="*/ 2971448 h 3530564"/>
                <a:gd name="connsiteX27" fmla="*/ 6957720 w 10925603"/>
                <a:gd name="connsiteY27" fmla="*/ 2405747 h 3530564"/>
                <a:gd name="connsiteX28" fmla="*/ 6382379 w 10925603"/>
                <a:gd name="connsiteY28" fmla="*/ 2400813 h 3530564"/>
                <a:gd name="connsiteX29" fmla="*/ 6382379 w 10925603"/>
                <a:gd name="connsiteY29" fmla="*/ 2968397 h 3530564"/>
                <a:gd name="connsiteX30" fmla="*/ 6108198 w 10925603"/>
                <a:gd name="connsiteY30" fmla="*/ 2968397 h 3530564"/>
                <a:gd name="connsiteX31" fmla="*/ 6108198 w 10925603"/>
                <a:gd name="connsiteY31" fmla="*/ 3249729 h 3530564"/>
                <a:gd name="connsiteX32" fmla="*/ 5819964 w 10925603"/>
                <a:gd name="connsiteY32" fmla="*/ 3249729 h 3530564"/>
                <a:gd name="connsiteX33" fmla="*/ 5819964 w 10925603"/>
                <a:gd name="connsiteY33" fmla="*/ 2968861 h 3530564"/>
                <a:gd name="connsiteX34" fmla="*/ 5533219 w 10925603"/>
                <a:gd name="connsiteY34" fmla="*/ 2968861 h 3530564"/>
                <a:gd name="connsiteX35" fmla="*/ 5533256 w 10925603"/>
                <a:gd name="connsiteY35" fmla="*/ 2464083 h 3530564"/>
                <a:gd name="connsiteX36" fmla="*/ 5581491 w 10925603"/>
                <a:gd name="connsiteY36" fmla="*/ 2403131 h 3530564"/>
                <a:gd name="connsiteX37" fmla="*/ 6382379 w 10925603"/>
                <a:gd name="connsiteY37" fmla="*/ 2400813 h 3530564"/>
                <a:gd name="connsiteX38" fmla="*/ 2708154 w 10925603"/>
                <a:gd name="connsiteY38" fmla="*/ 2400642 h 3530564"/>
                <a:gd name="connsiteX39" fmla="*/ 2945129 w 10925603"/>
                <a:gd name="connsiteY39" fmla="*/ 2400642 h 3530564"/>
                <a:gd name="connsiteX40" fmla="*/ 3460711 w 10925603"/>
                <a:gd name="connsiteY40" fmla="*/ 2401538 h 3530564"/>
                <a:gd name="connsiteX41" fmla="*/ 3551413 w 10925603"/>
                <a:gd name="connsiteY41" fmla="*/ 2429323 h 3530564"/>
                <a:gd name="connsiteX42" fmla="*/ 3552856 w 10925603"/>
                <a:gd name="connsiteY42" fmla="*/ 2968768 h 3530564"/>
                <a:gd name="connsiteX43" fmla="*/ 3272367 w 10925603"/>
                <a:gd name="connsiteY43" fmla="*/ 2968768 h 3530564"/>
                <a:gd name="connsiteX44" fmla="*/ 3272367 w 10925603"/>
                <a:gd name="connsiteY44" fmla="*/ 3249475 h 3530564"/>
                <a:gd name="connsiteX45" fmla="*/ 2984545 w 10925603"/>
                <a:gd name="connsiteY45" fmla="*/ 3249475 h 3530564"/>
                <a:gd name="connsiteX46" fmla="*/ 2984545 w 10925603"/>
                <a:gd name="connsiteY46" fmla="*/ 2972590 h 3530564"/>
                <a:gd name="connsiteX47" fmla="*/ 2708154 w 10925603"/>
                <a:gd name="connsiteY47" fmla="*/ 2972590 h 3530564"/>
                <a:gd name="connsiteX48" fmla="*/ 2708154 w 10925603"/>
                <a:gd name="connsiteY48" fmla="*/ 2400642 h 3530564"/>
                <a:gd name="connsiteX49" fmla="*/ 9512897 w 10925603"/>
                <a:gd name="connsiteY49" fmla="*/ 2127032 h 3530564"/>
                <a:gd name="connsiteX50" fmla="*/ 10922519 w 10925603"/>
                <a:gd name="connsiteY50" fmla="*/ 2127032 h 3530564"/>
                <a:gd name="connsiteX51" fmla="*/ 10922519 w 10925603"/>
                <a:gd name="connsiteY51" fmla="*/ 2396586 h 3530564"/>
                <a:gd name="connsiteX52" fmla="*/ 9512897 w 10925603"/>
                <a:gd name="connsiteY52" fmla="*/ 2396586 h 3530564"/>
                <a:gd name="connsiteX53" fmla="*/ 0 w 10925603"/>
                <a:gd name="connsiteY53" fmla="*/ 0 h 3530564"/>
                <a:gd name="connsiteX54" fmla="*/ 854004 w 10925603"/>
                <a:gd name="connsiteY54" fmla="*/ 0 h 3530564"/>
                <a:gd name="connsiteX55" fmla="*/ 854004 w 10925603"/>
                <a:gd name="connsiteY55" fmla="*/ 845331 h 3530564"/>
                <a:gd name="connsiteX56" fmla="*/ 0 w 10925603"/>
                <a:gd name="connsiteY56" fmla="*/ 845331 h 3530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925603" h="3530564">
                  <a:moveTo>
                    <a:pt x="9505342" y="3254881"/>
                  </a:moveTo>
                  <a:lnTo>
                    <a:pt x="10918292" y="3254881"/>
                  </a:lnTo>
                  <a:lnTo>
                    <a:pt x="10918292" y="3530564"/>
                  </a:lnTo>
                  <a:lnTo>
                    <a:pt x="9505342" y="3530564"/>
                  </a:lnTo>
                  <a:close/>
                  <a:moveTo>
                    <a:pt x="9510571" y="2694818"/>
                  </a:moveTo>
                  <a:lnTo>
                    <a:pt x="10925603" y="2694818"/>
                  </a:lnTo>
                  <a:lnTo>
                    <a:pt x="10925603" y="2968997"/>
                  </a:lnTo>
                  <a:lnTo>
                    <a:pt x="9510571" y="2968997"/>
                  </a:lnTo>
                  <a:close/>
                  <a:moveTo>
                    <a:pt x="4119973" y="2405965"/>
                  </a:moveTo>
                  <a:cubicBezTo>
                    <a:pt x="4403825" y="2405965"/>
                    <a:pt x="4678234" y="2405965"/>
                    <a:pt x="4960425" y="2405965"/>
                  </a:cubicBezTo>
                  <a:cubicBezTo>
                    <a:pt x="4960425" y="2588751"/>
                    <a:pt x="4960425" y="2771521"/>
                    <a:pt x="4960425" y="2967131"/>
                  </a:cubicBezTo>
                  <a:cubicBezTo>
                    <a:pt x="4874263" y="2967131"/>
                    <a:pt x="4785700" y="2967131"/>
                    <a:pt x="4690298" y="2967131"/>
                  </a:cubicBezTo>
                  <a:cubicBezTo>
                    <a:pt x="4690298" y="3066299"/>
                    <a:pt x="4690298" y="3152940"/>
                    <a:pt x="4690298" y="3247599"/>
                  </a:cubicBezTo>
                  <a:cubicBezTo>
                    <a:pt x="4594463" y="3247599"/>
                    <a:pt x="4505526" y="3247599"/>
                    <a:pt x="4402840" y="3247599"/>
                  </a:cubicBezTo>
                  <a:cubicBezTo>
                    <a:pt x="4402840" y="3161280"/>
                    <a:pt x="4402840" y="3069826"/>
                    <a:pt x="4402840" y="2969265"/>
                  </a:cubicBezTo>
                  <a:cubicBezTo>
                    <a:pt x="4303591" y="2969265"/>
                    <a:pt x="4217395" y="2969265"/>
                    <a:pt x="4119976" y="2969265"/>
                  </a:cubicBezTo>
                  <a:cubicBezTo>
                    <a:pt x="4119976" y="2925416"/>
                    <a:pt x="4119976" y="2890856"/>
                    <a:pt x="4119973" y="2846685"/>
                  </a:cubicBezTo>
                  <a:cubicBezTo>
                    <a:pt x="4119973" y="2695086"/>
                    <a:pt x="4119973" y="2553101"/>
                    <a:pt x="4119973" y="2405965"/>
                  </a:cubicBezTo>
                  <a:close/>
                  <a:moveTo>
                    <a:pt x="6957720" y="2405747"/>
                  </a:moveTo>
                  <a:cubicBezTo>
                    <a:pt x="7239106" y="2405747"/>
                    <a:pt x="7516593" y="2405747"/>
                    <a:pt x="7800305" y="2405747"/>
                  </a:cubicBezTo>
                  <a:cubicBezTo>
                    <a:pt x="7800305" y="2591487"/>
                    <a:pt x="7800305" y="2774446"/>
                    <a:pt x="7800305" y="2968400"/>
                  </a:cubicBezTo>
                  <a:cubicBezTo>
                    <a:pt x="7708185" y="2968400"/>
                    <a:pt x="7619015" y="2968400"/>
                    <a:pt x="7519478" y="2968400"/>
                  </a:cubicBezTo>
                  <a:cubicBezTo>
                    <a:pt x="7519478" y="3017151"/>
                    <a:pt x="7519478" y="3055103"/>
                    <a:pt x="7519478" y="3102313"/>
                  </a:cubicBezTo>
                  <a:cubicBezTo>
                    <a:pt x="7519478" y="3156224"/>
                    <a:pt x="7519478" y="3200874"/>
                    <a:pt x="7519478" y="3250555"/>
                  </a:cubicBezTo>
                  <a:cubicBezTo>
                    <a:pt x="7424556" y="3250555"/>
                    <a:pt x="7338513" y="3250555"/>
                    <a:pt x="7240711" y="3250555"/>
                  </a:cubicBezTo>
                  <a:cubicBezTo>
                    <a:pt x="7240711" y="3160040"/>
                    <a:pt x="7240711" y="3071071"/>
                    <a:pt x="7240711" y="2971448"/>
                  </a:cubicBezTo>
                  <a:cubicBezTo>
                    <a:pt x="7140622" y="2971448"/>
                    <a:pt x="7051624" y="2971448"/>
                    <a:pt x="6957720" y="2971448"/>
                  </a:cubicBezTo>
                  <a:cubicBezTo>
                    <a:pt x="6957720" y="2777221"/>
                    <a:pt x="6957720" y="2594047"/>
                    <a:pt x="6957720" y="2405747"/>
                  </a:cubicBezTo>
                  <a:close/>
                  <a:moveTo>
                    <a:pt x="6382379" y="2400813"/>
                  </a:moveTo>
                  <a:cubicBezTo>
                    <a:pt x="6382379" y="2592817"/>
                    <a:pt x="6382379" y="2775978"/>
                    <a:pt x="6382379" y="2968397"/>
                  </a:cubicBezTo>
                  <a:cubicBezTo>
                    <a:pt x="6292279" y="2968397"/>
                    <a:pt x="6206012" y="2968397"/>
                    <a:pt x="6108198" y="2968397"/>
                  </a:cubicBezTo>
                  <a:cubicBezTo>
                    <a:pt x="6108198" y="3066099"/>
                    <a:pt x="6108198" y="3155058"/>
                    <a:pt x="6108198" y="3249729"/>
                  </a:cubicBezTo>
                  <a:cubicBezTo>
                    <a:pt x="6007643" y="3249729"/>
                    <a:pt x="5918976" y="3249729"/>
                    <a:pt x="5819964" y="3249729"/>
                  </a:cubicBezTo>
                  <a:cubicBezTo>
                    <a:pt x="5819964" y="3158011"/>
                    <a:pt x="5819964" y="3068797"/>
                    <a:pt x="5819964" y="2968861"/>
                  </a:cubicBezTo>
                  <a:cubicBezTo>
                    <a:pt x="5721023" y="2968861"/>
                    <a:pt x="5631890" y="2968861"/>
                    <a:pt x="5533219" y="2968861"/>
                  </a:cubicBezTo>
                  <a:cubicBezTo>
                    <a:pt x="5533219" y="2796268"/>
                    <a:pt x="5533219" y="2634729"/>
                    <a:pt x="5533256" y="2464083"/>
                  </a:cubicBezTo>
                  <a:cubicBezTo>
                    <a:pt x="5549350" y="2436917"/>
                    <a:pt x="5565213" y="2403333"/>
                    <a:pt x="5581491" y="2403131"/>
                  </a:cubicBezTo>
                  <a:cubicBezTo>
                    <a:pt x="5846786" y="2399861"/>
                    <a:pt x="6112133" y="2400813"/>
                    <a:pt x="6382379" y="2400813"/>
                  </a:cubicBezTo>
                  <a:close/>
                  <a:moveTo>
                    <a:pt x="2708154" y="2400642"/>
                  </a:moveTo>
                  <a:cubicBezTo>
                    <a:pt x="2785758" y="2400642"/>
                    <a:pt x="2865443" y="2400642"/>
                    <a:pt x="2945129" y="2400642"/>
                  </a:cubicBezTo>
                  <a:cubicBezTo>
                    <a:pt x="3116993" y="2400642"/>
                    <a:pt x="3288866" y="2399702"/>
                    <a:pt x="3460711" y="2401538"/>
                  </a:cubicBezTo>
                  <a:cubicBezTo>
                    <a:pt x="3490529" y="2401854"/>
                    <a:pt x="3520220" y="2413899"/>
                    <a:pt x="3551413" y="2429323"/>
                  </a:cubicBezTo>
                  <a:cubicBezTo>
                    <a:pt x="3552856" y="2612382"/>
                    <a:pt x="3552856" y="2786643"/>
                    <a:pt x="3552856" y="2968768"/>
                  </a:cubicBezTo>
                  <a:cubicBezTo>
                    <a:pt x="3455232" y="2968768"/>
                    <a:pt x="3368696" y="2968768"/>
                    <a:pt x="3272367" y="2968768"/>
                  </a:cubicBezTo>
                  <a:cubicBezTo>
                    <a:pt x="3272367" y="3065321"/>
                    <a:pt x="3272367" y="3154393"/>
                    <a:pt x="3272367" y="3249475"/>
                  </a:cubicBezTo>
                  <a:cubicBezTo>
                    <a:pt x="3173537" y="3249475"/>
                    <a:pt x="3084526" y="3249475"/>
                    <a:pt x="2984545" y="3249475"/>
                  </a:cubicBezTo>
                  <a:cubicBezTo>
                    <a:pt x="2984545" y="3159749"/>
                    <a:pt x="2984545" y="3070435"/>
                    <a:pt x="2984545" y="2972590"/>
                  </a:cubicBezTo>
                  <a:cubicBezTo>
                    <a:pt x="2887578" y="2972590"/>
                    <a:pt x="2801250" y="2972590"/>
                    <a:pt x="2708154" y="2972590"/>
                  </a:cubicBezTo>
                  <a:cubicBezTo>
                    <a:pt x="2708154" y="2780891"/>
                    <a:pt x="2708154" y="2597676"/>
                    <a:pt x="2708154" y="2400642"/>
                  </a:cubicBezTo>
                  <a:close/>
                  <a:moveTo>
                    <a:pt x="9512897" y="2127032"/>
                  </a:moveTo>
                  <a:lnTo>
                    <a:pt x="10922519" y="2127032"/>
                  </a:lnTo>
                  <a:lnTo>
                    <a:pt x="10922519" y="2396586"/>
                  </a:lnTo>
                  <a:lnTo>
                    <a:pt x="9512897" y="2396586"/>
                  </a:lnTo>
                  <a:close/>
                  <a:moveTo>
                    <a:pt x="0" y="0"/>
                  </a:moveTo>
                  <a:lnTo>
                    <a:pt x="854004" y="0"/>
                  </a:lnTo>
                  <a:lnTo>
                    <a:pt x="854004" y="845331"/>
                  </a:lnTo>
                  <a:lnTo>
                    <a:pt x="0" y="845331"/>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71" name="Group 70">
            <a:extLst>
              <a:ext uri="{FF2B5EF4-FFF2-40B4-BE49-F238E27FC236}">
                <a16:creationId xmlns:a16="http://schemas.microsoft.com/office/drawing/2014/main" id="{9423090A-33D3-785F-C79A-7C82E57EC512}"/>
              </a:ext>
              <a:ext uri="{C183D7F6-B498-43B3-948B-1728B52AA6E4}">
                <adec:decorative xmlns:adec="http://schemas.microsoft.com/office/drawing/2017/decorative" val="1"/>
              </a:ext>
            </a:extLst>
          </p:cNvPr>
          <p:cNvGrpSpPr>
            <a:grpSpLocks noChangeAspect="1"/>
          </p:cNvGrpSpPr>
          <p:nvPr/>
        </p:nvGrpSpPr>
        <p:grpSpPr>
          <a:xfrm>
            <a:off x="9955982" y="2930159"/>
            <a:ext cx="296080" cy="457200"/>
            <a:chOff x="9955982" y="2930159"/>
            <a:chExt cx="296080" cy="457200"/>
          </a:xfrm>
          <a:solidFill>
            <a:srgbClr val="FF0000"/>
          </a:solidFill>
        </p:grpSpPr>
        <p:sp>
          <p:nvSpPr>
            <p:cNvPr id="1597" name="Freeform: Shape 1596">
              <a:extLst>
                <a:ext uri="{FF2B5EF4-FFF2-40B4-BE49-F238E27FC236}">
                  <a16:creationId xmlns:a16="http://schemas.microsoft.com/office/drawing/2014/main" id="{144E6805-2394-BD6C-4BBC-A78EE408635D}"/>
                </a:ext>
                <a:ext uri="{C183D7F6-B498-43B3-948B-1728B52AA6E4}">
                  <adec:decorative xmlns:adec="http://schemas.microsoft.com/office/drawing/2017/decorative" val="1"/>
                </a:ext>
              </a:extLst>
            </p:cNvPr>
            <p:cNvSpPr/>
            <p:nvPr/>
          </p:nvSpPr>
          <p:spPr>
            <a:xfrm>
              <a:off x="9959676" y="2937148"/>
              <a:ext cx="292386" cy="450211"/>
            </a:xfrm>
            <a:custGeom>
              <a:avLst/>
              <a:gdLst>
                <a:gd name="connsiteX0" fmla="*/ 3926 w 4385789"/>
                <a:gd name="connsiteY0" fmla="*/ 852094 h 6753170"/>
                <a:gd name="connsiteX1" fmla="*/ 440765 w 4385789"/>
                <a:gd name="connsiteY1" fmla="*/ 852094 h 6753170"/>
                <a:gd name="connsiteX2" fmla="*/ 440765 w 4385789"/>
                <a:gd name="connsiteY2" fmla="*/ 4233510 h 6753170"/>
                <a:gd name="connsiteX3" fmla="*/ 440765 w 4385789"/>
                <a:gd name="connsiteY3" fmla="*/ 5371186 h 6753170"/>
                <a:gd name="connsiteX4" fmla="*/ 440765 w 4385789"/>
                <a:gd name="connsiteY4" fmla="*/ 6335332 h 6753170"/>
                <a:gd name="connsiteX5" fmla="*/ 4385770 w 4385789"/>
                <a:gd name="connsiteY5" fmla="*/ 6335332 h 6753170"/>
                <a:gd name="connsiteX6" fmla="*/ 4385770 w 4385789"/>
                <a:gd name="connsiteY6" fmla="*/ 6753170 h 6753170"/>
                <a:gd name="connsiteX7" fmla="*/ 208919 w 4385789"/>
                <a:gd name="connsiteY7" fmla="*/ 6753170 h 6753170"/>
                <a:gd name="connsiteX8" fmla="*/ 0 w 4385789"/>
                <a:gd name="connsiteY8" fmla="*/ 6544251 h 6753170"/>
                <a:gd name="connsiteX9" fmla="*/ 0 w 4385789"/>
                <a:gd name="connsiteY9" fmla="*/ 6335332 h 6753170"/>
                <a:gd name="connsiteX10" fmla="*/ 2579 w 4385789"/>
                <a:gd name="connsiteY10" fmla="*/ 6335332 h 6753170"/>
                <a:gd name="connsiteX11" fmla="*/ 2579 w 4385789"/>
                <a:gd name="connsiteY11" fmla="*/ 4233510 h 6753170"/>
                <a:gd name="connsiteX12" fmla="*/ 3926 w 4385789"/>
                <a:gd name="connsiteY12" fmla="*/ 4233510 h 6753170"/>
                <a:gd name="connsiteX13" fmla="*/ 1610830 w 4385789"/>
                <a:gd name="connsiteY13" fmla="*/ 0 h 6753170"/>
                <a:gd name="connsiteX14" fmla="*/ 4176863 w 4385789"/>
                <a:gd name="connsiteY14" fmla="*/ 0 h 6753170"/>
                <a:gd name="connsiteX15" fmla="*/ 4385784 w 4385789"/>
                <a:gd name="connsiteY15" fmla="*/ 208919 h 6753170"/>
                <a:gd name="connsiteX16" fmla="*/ 4385784 w 4385789"/>
                <a:gd name="connsiteY16" fmla="*/ 396416 h 6753170"/>
                <a:gd name="connsiteX17" fmla="*/ 4385789 w 4385789"/>
                <a:gd name="connsiteY17" fmla="*/ 396416 h 6753170"/>
                <a:gd name="connsiteX18" fmla="*/ 4385789 w 4385789"/>
                <a:gd name="connsiteY18" fmla="*/ 6335322 h 6753170"/>
                <a:gd name="connsiteX19" fmla="*/ 3947603 w 4385789"/>
                <a:gd name="connsiteY19" fmla="*/ 6335322 h 6753170"/>
                <a:gd name="connsiteX20" fmla="*/ 3947603 w 4385789"/>
                <a:gd name="connsiteY20" fmla="*/ 417838 h 6753170"/>
                <a:gd name="connsiteX21" fmla="*/ 1782416 w 4385789"/>
                <a:gd name="connsiteY21" fmla="*/ 417838 h 6753170"/>
                <a:gd name="connsiteX22" fmla="*/ 1782416 w 4385789"/>
                <a:gd name="connsiteY22" fmla="*/ 417843 h 6753170"/>
                <a:gd name="connsiteX23" fmla="*/ 878598 w 4385789"/>
                <a:gd name="connsiteY23" fmla="*/ 417843 h 6753170"/>
                <a:gd name="connsiteX24" fmla="*/ 878598 w 4385789"/>
                <a:gd name="connsiteY24" fmla="*/ 5 h 6753170"/>
                <a:gd name="connsiteX25" fmla="*/ 1610830 w 4385789"/>
                <a:gd name="connsiteY25" fmla="*/ 5 h 675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385789" h="6753170">
                  <a:moveTo>
                    <a:pt x="3926" y="852094"/>
                  </a:moveTo>
                  <a:lnTo>
                    <a:pt x="440765" y="852094"/>
                  </a:lnTo>
                  <a:lnTo>
                    <a:pt x="440765" y="4233510"/>
                  </a:lnTo>
                  <a:lnTo>
                    <a:pt x="440765" y="5371186"/>
                  </a:lnTo>
                  <a:lnTo>
                    <a:pt x="440765" y="6335332"/>
                  </a:lnTo>
                  <a:lnTo>
                    <a:pt x="4385770" y="6335332"/>
                  </a:lnTo>
                  <a:lnTo>
                    <a:pt x="4385770" y="6753170"/>
                  </a:lnTo>
                  <a:lnTo>
                    <a:pt x="208919" y="6753170"/>
                  </a:lnTo>
                  <a:cubicBezTo>
                    <a:pt x="93536" y="6753170"/>
                    <a:pt x="0" y="6659634"/>
                    <a:pt x="0" y="6544251"/>
                  </a:cubicBezTo>
                  <a:lnTo>
                    <a:pt x="0" y="6335332"/>
                  </a:lnTo>
                  <a:lnTo>
                    <a:pt x="2579" y="6335332"/>
                  </a:lnTo>
                  <a:lnTo>
                    <a:pt x="2579" y="4233510"/>
                  </a:lnTo>
                  <a:lnTo>
                    <a:pt x="3926" y="4233510"/>
                  </a:lnTo>
                  <a:close/>
                  <a:moveTo>
                    <a:pt x="1610830" y="0"/>
                  </a:moveTo>
                  <a:lnTo>
                    <a:pt x="4176863" y="0"/>
                  </a:lnTo>
                  <a:cubicBezTo>
                    <a:pt x="4292247" y="0"/>
                    <a:pt x="4385784" y="93537"/>
                    <a:pt x="4385784" y="208919"/>
                  </a:cubicBezTo>
                  <a:lnTo>
                    <a:pt x="4385784" y="396416"/>
                  </a:lnTo>
                  <a:lnTo>
                    <a:pt x="4385789" y="396416"/>
                  </a:lnTo>
                  <a:lnTo>
                    <a:pt x="4385789" y="6335322"/>
                  </a:lnTo>
                  <a:lnTo>
                    <a:pt x="3947603" y="6335322"/>
                  </a:lnTo>
                  <a:lnTo>
                    <a:pt x="3947603" y="417838"/>
                  </a:lnTo>
                  <a:lnTo>
                    <a:pt x="1782416" y="417838"/>
                  </a:lnTo>
                  <a:lnTo>
                    <a:pt x="1782416" y="417843"/>
                  </a:lnTo>
                  <a:lnTo>
                    <a:pt x="878598" y="417843"/>
                  </a:lnTo>
                  <a:lnTo>
                    <a:pt x="878598" y="5"/>
                  </a:lnTo>
                  <a:lnTo>
                    <a:pt x="1610830" y="5"/>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598" name="Freeform: Shape 1597">
              <a:extLst>
                <a:ext uri="{FF2B5EF4-FFF2-40B4-BE49-F238E27FC236}">
                  <a16:creationId xmlns:a16="http://schemas.microsoft.com/office/drawing/2014/main" id="{2456E129-F6FA-6307-D49F-1E81A227D807}"/>
                </a:ext>
                <a:ext uri="{C183D7F6-B498-43B3-948B-1728B52AA6E4}">
                  <adec:decorative xmlns:adec="http://schemas.microsoft.com/office/drawing/2017/decorative" val="1"/>
                </a:ext>
              </a:extLst>
            </p:cNvPr>
            <p:cNvSpPr/>
            <p:nvPr/>
          </p:nvSpPr>
          <p:spPr>
            <a:xfrm>
              <a:off x="9955982" y="2930159"/>
              <a:ext cx="238166" cy="399881"/>
            </a:xfrm>
            <a:custGeom>
              <a:avLst/>
              <a:gdLst>
                <a:gd name="connsiteX0" fmla="*/ 2896922 w 3572495"/>
                <a:gd name="connsiteY0" fmla="*/ 4696286 h 5998219"/>
                <a:gd name="connsiteX1" fmla="*/ 3349250 w 3572495"/>
                <a:gd name="connsiteY1" fmla="*/ 4696286 h 5998219"/>
                <a:gd name="connsiteX2" fmla="*/ 3349250 w 3572495"/>
                <a:gd name="connsiteY2" fmla="*/ 4906649 h 5998219"/>
                <a:gd name="connsiteX3" fmla="*/ 3572495 w 3572495"/>
                <a:gd name="connsiteY3" fmla="*/ 4906649 h 5998219"/>
                <a:gd name="connsiteX4" fmla="*/ 3572495 w 3572495"/>
                <a:gd name="connsiteY4" fmla="*/ 5779020 h 5998219"/>
                <a:gd name="connsiteX5" fmla="*/ 3349250 w 3572495"/>
                <a:gd name="connsiteY5" fmla="*/ 5779020 h 5998219"/>
                <a:gd name="connsiteX6" fmla="*/ 3349250 w 3572495"/>
                <a:gd name="connsiteY6" fmla="*/ 5998219 h 5998219"/>
                <a:gd name="connsiteX7" fmla="*/ 2896922 w 3572495"/>
                <a:gd name="connsiteY7" fmla="*/ 5998219 h 5998219"/>
                <a:gd name="connsiteX8" fmla="*/ 2896922 w 3572495"/>
                <a:gd name="connsiteY8" fmla="*/ 5779020 h 5998219"/>
                <a:gd name="connsiteX9" fmla="*/ 2677831 w 3572495"/>
                <a:gd name="connsiteY9" fmla="*/ 5779020 h 5998219"/>
                <a:gd name="connsiteX10" fmla="*/ 2677831 w 3572495"/>
                <a:gd name="connsiteY10" fmla="*/ 4906649 h 5998219"/>
                <a:gd name="connsiteX11" fmla="*/ 2896922 w 3572495"/>
                <a:gd name="connsiteY11" fmla="*/ 4906649 h 5998219"/>
                <a:gd name="connsiteX12" fmla="*/ 936246 w 3572495"/>
                <a:gd name="connsiteY12" fmla="*/ 4691866 h 5998219"/>
                <a:gd name="connsiteX13" fmla="*/ 2251411 w 3572495"/>
                <a:gd name="connsiteY13" fmla="*/ 4691866 h 5998219"/>
                <a:gd name="connsiteX14" fmla="*/ 2251411 w 3572495"/>
                <a:gd name="connsiteY14" fmla="*/ 4904431 h 5998219"/>
                <a:gd name="connsiteX15" fmla="*/ 1813017 w 3572495"/>
                <a:gd name="connsiteY15" fmla="*/ 4904431 h 5998219"/>
                <a:gd name="connsiteX16" fmla="*/ 1813017 w 3572495"/>
                <a:gd name="connsiteY16" fmla="*/ 5117012 h 5998219"/>
                <a:gd name="connsiteX17" fmla="*/ 2235237 w 3572495"/>
                <a:gd name="connsiteY17" fmla="*/ 5117012 h 5998219"/>
                <a:gd name="connsiteX18" fmla="*/ 2235237 w 3572495"/>
                <a:gd name="connsiteY18" fmla="*/ 5555405 h 5998219"/>
                <a:gd name="connsiteX19" fmla="*/ 1813017 w 3572495"/>
                <a:gd name="connsiteY19" fmla="*/ 5555405 h 5998219"/>
                <a:gd name="connsiteX20" fmla="*/ 1813017 w 3572495"/>
                <a:gd name="connsiteY20" fmla="*/ 5776810 h 5998219"/>
                <a:gd name="connsiteX21" fmla="*/ 2251411 w 3572495"/>
                <a:gd name="connsiteY21" fmla="*/ 5776810 h 5998219"/>
                <a:gd name="connsiteX22" fmla="*/ 2251411 w 3572495"/>
                <a:gd name="connsiteY22" fmla="*/ 5998219 h 5998219"/>
                <a:gd name="connsiteX23" fmla="*/ 936246 w 3572495"/>
                <a:gd name="connsiteY23" fmla="*/ 5998219 h 5998219"/>
                <a:gd name="connsiteX24" fmla="*/ 936246 w 3572495"/>
                <a:gd name="connsiteY24" fmla="*/ 5776810 h 5998219"/>
                <a:gd name="connsiteX25" fmla="*/ 1374640 w 3572495"/>
                <a:gd name="connsiteY25" fmla="*/ 5776810 h 5998219"/>
                <a:gd name="connsiteX26" fmla="*/ 1374640 w 3572495"/>
                <a:gd name="connsiteY26" fmla="*/ 5555405 h 5998219"/>
                <a:gd name="connsiteX27" fmla="*/ 936242 w 3572495"/>
                <a:gd name="connsiteY27" fmla="*/ 5555405 h 5998219"/>
                <a:gd name="connsiteX28" fmla="*/ 936242 w 3572495"/>
                <a:gd name="connsiteY28" fmla="*/ 5117012 h 5998219"/>
                <a:gd name="connsiteX29" fmla="*/ 1374640 w 3572495"/>
                <a:gd name="connsiteY29" fmla="*/ 5117012 h 5998219"/>
                <a:gd name="connsiteX30" fmla="*/ 1374640 w 3572495"/>
                <a:gd name="connsiteY30" fmla="*/ 4904431 h 5998219"/>
                <a:gd name="connsiteX31" fmla="*/ 936246 w 3572495"/>
                <a:gd name="connsiteY31" fmla="*/ 4904431 h 5998219"/>
                <a:gd name="connsiteX32" fmla="*/ 2892766 w 3572495"/>
                <a:gd name="connsiteY32" fmla="*/ 3161894 h 5998219"/>
                <a:gd name="connsiteX33" fmla="*/ 3345094 w 3572495"/>
                <a:gd name="connsiteY33" fmla="*/ 3161894 h 5998219"/>
                <a:gd name="connsiteX34" fmla="*/ 3345094 w 3572495"/>
                <a:gd name="connsiteY34" fmla="*/ 3372257 h 5998219"/>
                <a:gd name="connsiteX35" fmla="*/ 3568339 w 3572495"/>
                <a:gd name="connsiteY35" fmla="*/ 3372257 h 5998219"/>
                <a:gd name="connsiteX36" fmla="*/ 3568339 w 3572495"/>
                <a:gd name="connsiteY36" fmla="*/ 4244628 h 5998219"/>
                <a:gd name="connsiteX37" fmla="*/ 3345094 w 3572495"/>
                <a:gd name="connsiteY37" fmla="*/ 4244628 h 5998219"/>
                <a:gd name="connsiteX38" fmla="*/ 3345094 w 3572495"/>
                <a:gd name="connsiteY38" fmla="*/ 4463827 h 5998219"/>
                <a:gd name="connsiteX39" fmla="*/ 2892766 w 3572495"/>
                <a:gd name="connsiteY39" fmla="*/ 4463827 h 5998219"/>
                <a:gd name="connsiteX40" fmla="*/ 2892766 w 3572495"/>
                <a:gd name="connsiteY40" fmla="*/ 4244628 h 5998219"/>
                <a:gd name="connsiteX41" fmla="*/ 2673675 w 3572495"/>
                <a:gd name="connsiteY41" fmla="*/ 4244628 h 5998219"/>
                <a:gd name="connsiteX42" fmla="*/ 2673675 w 3572495"/>
                <a:gd name="connsiteY42" fmla="*/ 3372257 h 5998219"/>
                <a:gd name="connsiteX43" fmla="*/ 2892766 w 3572495"/>
                <a:gd name="connsiteY43" fmla="*/ 3372257 h 5998219"/>
                <a:gd name="connsiteX44" fmla="*/ 936247 w 3572495"/>
                <a:gd name="connsiteY44" fmla="*/ 3161894 h 5998219"/>
                <a:gd name="connsiteX45" fmla="*/ 2251412 w 3572495"/>
                <a:gd name="connsiteY45" fmla="*/ 3161894 h 5998219"/>
                <a:gd name="connsiteX46" fmla="*/ 2251412 w 3572495"/>
                <a:gd name="connsiteY46" fmla="*/ 3374458 h 5998219"/>
                <a:gd name="connsiteX47" fmla="*/ 1813018 w 3572495"/>
                <a:gd name="connsiteY47" fmla="*/ 3374458 h 5998219"/>
                <a:gd name="connsiteX48" fmla="*/ 1813018 w 3572495"/>
                <a:gd name="connsiteY48" fmla="*/ 3587040 h 5998219"/>
                <a:gd name="connsiteX49" fmla="*/ 2235237 w 3572495"/>
                <a:gd name="connsiteY49" fmla="*/ 3587040 h 5998219"/>
                <a:gd name="connsiteX50" fmla="*/ 2235237 w 3572495"/>
                <a:gd name="connsiteY50" fmla="*/ 4025433 h 5998219"/>
                <a:gd name="connsiteX51" fmla="*/ 1813018 w 3572495"/>
                <a:gd name="connsiteY51" fmla="*/ 4025433 h 5998219"/>
                <a:gd name="connsiteX52" fmla="*/ 1813018 w 3572495"/>
                <a:gd name="connsiteY52" fmla="*/ 4246838 h 5998219"/>
                <a:gd name="connsiteX53" fmla="*/ 2251412 w 3572495"/>
                <a:gd name="connsiteY53" fmla="*/ 4246838 h 5998219"/>
                <a:gd name="connsiteX54" fmla="*/ 2251412 w 3572495"/>
                <a:gd name="connsiteY54" fmla="*/ 4468247 h 5998219"/>
                <a:gd name="connsiteX55" fmla="*/ 936247 w 3572495"/>
                <a:gd name="connsiteY55" fmla="*/ 4468247 h 5998219"/>
                <a:gd name="connsiteX56" fmla="*/ 936247 w 3572495"/>
                <a:gd name="connsiteY56" fmla="*/ 4246838 h 5998219"/>
                <a:gd name="connsiteX57" fmla="*/ 1374641 w 3572495"/>
                <a:gd name="connsiteY57" fmla="*/ 4246838 h 5998219"/>
                <a:gd name="connsiteX58" fmla="*/ 1374641 w 3572495"/>
                <a:gd name="connsiteY58" fmla="*/ 4025433 h 5998219"/>
                <a:gd name="connsiteX59" fmla="*/ 936242 w 3572495"/>
                <a:gd name="connsiteY59" fmla="*/ 4025433 h 5998219"/>
                <a:gd name="connsiteX60" fmla="*/ 936242 w 3572495"/>
                <a:gd name="connsiteY60" fmla="*/ 3587040 h 5998219"/>
                <a:gd name="connsiteX61" fmla="*/ 1374641 w 3572495"/>
                <a:gd name="connsiteY61" fmla="*/ 3587040 h 5998219"/>
                <a:gd name="connsiteX62" fmla="*/ 1374641 w 3572495"/>
                <a:gd name="connsiteY62" fmla="*/ 3374458 h 5998219"/>
                <a:gd name="connsiteX63" fmla="*/ 936247 w 3572495"/>
                <a:gd name="connsiteY63" fmla="*/ 3374458 h 5998219"/>
                <a:gd name="connsiteX64" fmla="*/ 1810782 w 3572495"/>
                <a:gd name="connsiteY64" fmla="*/ 2282788 h 5998219"/>
                <a:gd name="connsiteX65" fmla="*/ 2249180 w 3572495"/>
                <a:gd name="connsiteY65" fmla="*/ 2282788 h 5998219"/>
                <a:gd name="connsiteX66" fmla="*/ 2249180 w 3572495"/>
                <a:gd name="connsiteY66" fmla="*/ 2501983 h 5998219"/>
                <a:gd name="connsiteX67" fmla="*/ 1810782 w 3572495"/>
                <a:gd name="connsiteY67" fmla="*/ 2501983 h 5998219"/>
                <a:gd name="connsiteX68" fmla="*/ 2677831 w 3572495"/>
                <a:gd name="connsiteY68" fmla="*/ 1833584 h 5998219"/>
                <a:gd name="connsiteX69" fmla="*/ 3568340 w 3572495"/>
                <a:gd name="connsiteY69" fmla="*/ 1833584 h 5998219"/>
                <a:gd name="connsiteX70" fmla="*/ 3568340 w 3572495"/>
                <a:gd name="connsiteY70" fmla="*/ 2933863 h 5998219"/>
                <a:gd name="connsiteX71" fmla="*/ 2677831 w 3572495"/>
                <a:gd name="connsiteY71" fmla="*/ 2933863 h 5998219"/>
                <a:gd name="connsiteX72" fmla="*/ 1810782 w 3572495"/>
                <a:gd name="connsiteY72" fmla="*/ 1829025 h 5998219"/>
                <a:gd name="connsiteX73" fmla="*/ 2249180 w 3572495"/>
                <a:gd name="connsiteY73" fmla="*/ 1829025 h 5998219"/>
                <a:gd name="connsiteX74" fmla="*/ 2249180 w 3572495"/>
                <a:gd name="connsiteY74" fmla="*/ 2048220 h 5998219"/>
                <a:gd name="connsiteX75" fmla="*/ 1810782 w 3572495"/>
                <a:gd name="connsiteY75" fmla="*/ 2048220 h 5998219"/>
                <a:gd name="connsiteX76" fmla="*/ 1810782 w 3572495"/>
                <a:gd name="connsiteY76" fmla="*/ 1395052 h 5998219"/>
                <a:gd name="connsiteX77" fmla="*/ 2249180 w 3572495"/>
                <a:gd name="connsiteY77" fmla="*/ 1395052 h 5998219"/>
                <a:gd name="connsiteX78" fmla="*/ 2249180 w 3572495"/>
                <a:gd name="connsiteY78" fmla="*/ 1614248 h 5998219"/>
                <a:gd name="connsiteX79" fmla="*/ 1810782 w 3572495"/>
                <a:gd name="connsiteY79" fmla="*/ 1614248 h 5998219"/>
                <a:gd name="connsiteX80" fmla="*/ 2687605 w 3572495"/>
                <a:gd name="connsiteY80" fmla="*/ 1391027 h 5998219"/>
                <a:gd name="connsiteX81" fmla="*/ 3564185 w 3572495"/>
                <a:gd name="connsiteY81" fmla="*/ 1391027 h 5998219"/>
                <a:gd name="connsiteX82" fmla="*/ 3564185 w 3572495"/>
                <a:gd name="connsiteY82" fmla="*/ 1614369 h 5998219"/>
                <a:gd name="connsiteX83" fmla="*/ 2687605 w 3572495"/>
                <a:gd name="connsiteY83" fmla="*/ 1614369 h 5998219"/>
                <a:gd name="connsiteX84" fmla="*/ 2687605 w 3572495"/>
                <a:gd name="connsiteY84" fmla="*/ 956924 h 5998219"/>
                <a:gd name="connsiteX85" fmla="*/ 3564185 w 3572495"/>
                <a:gd name="connsiteY85" fmla="*/ 956924 h 5998219"/>
                <a:gd name="connsiteX86" fmla="*/ 3564185 w 3572495"/>
                <a:gd name="connsiteY86" fmla="*/ 1180265 h 5998219"/>
                <a:gd name="connsiteX87" fmla="*/ 2687605 w 3572495"/>
                <a:gd name="connsiteY87" fmla="*/ 1180265 h 5998219"/>
                <a:gd name="connsiteX88" fmla="*/ 934015 w 3572495"/>
                <a:gd name="connsiteY88" fmla="*/ 956924 h 5998219"/>
                <a:gd name="connsiteX89" fmla="*/ 2249180 w 3572495"/>
                <a:gd name="connsiteY89" fmla="*/ 956924 h 5998219"/>
                <a:gd name="connsiteX90" fmla="*/ 2249180 w 3572495"/>
                <a:gd name="connsiteY90" fmla="*/ 1180265 h 5998219"/>
                <a:gd name="connsiteX91" fmla="*/ 1810782 w 3572495"/>
                <a:gd name="connsiteY91" fmla="*/ 1180265 h 5998219"/>
                <a:gd name="connsiteX92" fmla="*/ 1810782 w 3572495"/>
                <a:gd name="connsiteY92" fmla="*/ 2714656 h 5998219"/>
                <a:gd name="connsiteX93" fmla="*/ 2249180 w 3572495"/>
                <a:gd name="connsiteY93" fmla="*/ 2714656 h 5998219"/>
                <a:gd name="connsiteX94" fmla="*/ 2249180 w 3572495"/>
                <a:gd name="connsiteY94" fmla="*/ 2929573 h 5998219"/>
                <a:gd name="connsiteX95" fmla="*/ 934015 w 3572495"/>
                <a:gd name="connsiteY95" fmla="*/ 2929573 h 5998219"/>
                <a:gd name="connsiteX96" fmla="*/ 934015 w 3572495"/>
                <a:gd name="connsiteY96" fmla="*/ 2714656 h 5998219"/>
                <a:gd name="connsiteX97" fmla="*/ 1370182 w 3572495"/>
                <a:gd name="connsiteY97" fmla="*/ 2714656 h 5998219"/>
                <a:gd name="connsiteX98" fmla="*/ 1370182 w 3572495"/>
                <a:gd name="connsiteY98" fmla="*/ 2501983 h 5998219"/>
                <a:gd name="connsiteX99" fmla="*/ 934015 w 3572495"/>
                <a:gd name="connsiteY99" fmla="*/ 2501983 h 5998219"/>
                <a:gd name="connsiteX100" fmla="*/ 934015 w 3572495"/>
                <a:gd name="connsiteY100" fmla="*/ 2282788 h 5998219"/>
                <a:gd name="connsiteX101" fmla="*/ 1370182 w 3572495"/>
                <a:gd name="connsiteY101" fmla="*/ 2282788 h 5998219"/>
                <a:gd name="connsiteX102" fmla="*/ 1370182 w 3572495"/>
                <a:gd name="connsiteY102" fmla="*/ 2048220 h 5998219"/>
                <a:gd name="connsiteX103" fmla="*/ 934015 w 3572495"/>
                <a:gd name="connsiteY103" fmla="*/ 2048220 h 5998219"/>
                <a:gd name="connsiteX104" fmla="*/ 934015 w 3572495"/>
                <a:gd name="connsiteY104" fmla="*/ 1829025 h 5998219"/>
                <a:gd name="connsiteX105" fmla="*/ 1370182 w 3572495"/>
                <a:gd name="connsiteY105" fmla="*/ 1829025 h 5998219"/>
                <a:gd name="connsiteX106" fmla="*/ 1370182 w 3572495"/>
                <a:gd name="connsiteY106" fmla="*/ 1614248 h 5998219"/>
                <a:gd name="connsiteX107" fmla="*/ 934015 w 3572495"/>
                <a:gd name="connsiteY107" fmla="*/ 1614248 h 5998219"/>
                <a:gd name="connsiteX108" fmla="*/ 934015 w 3572495"/>
                <a:gd name="connsiteY108" fmla="*/ 1395053 h 5998219"/>
                <a:gd name="connsiteX109" fmla="*/ 1370182 w 3572495"/>
                <a:gd name="connsiteY109" fmla="*/ 1395053 h 5998219"/>
                <a:gd name="connsiteX110" fmla="*/ 1370182 w 3572495"/>
                <a:gd name="connsiteY110" fmla="*/ 1180265 h 5998219"/>
                <a:gd name="connsiteX111" fmla="*/ 934015 w 3572495"/>
                <a:gd name="connsiteY111" fmla="*/ 1180265 h 5998219"/>
                <a:gd name="connsiteX112" fmla="*/ 0 w 3572495"/>
                <a:gd name="connsiteY112" fmla="*/ 0 h 5998219"/>
                <a:gd name="connsiteX113" fmla="*/ 647604 w 3572495"/>
                <a:gd name="connsiteY113" fmla="*/ 0 h 5998219"/>
                <a:gd name="connsiteX114" fmla="*/ 647604 w 3572495"/>
                <a:gd name="connsiteY114" fmla="*/ 647605 h 5998219"/>
                <a:gd name="connsiteX115" fmla="*/ 0 w 3572495"/>
                <a:gd name="connsiteY115" fmla="*/ 647605 h 599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572495" h="5998219">
                  <a:moveTo>
                    <a:pt x="2896922" y="4696286"/>
                  </a:moveTo>
                  <a:lnTo>
                    <a:pt x="3349250" y="4696286"/>
                  </a:lnTo>
                  <a:lnTo>
                    <a:pt x="3349250" y="4906649"/>
                  </a:lnTo>
                  <a:lnTo>
                    <a:pt x="3572495" y="4906649"/>
                  </a:lnTo>
                  <a:lnTo>
                    <a:pt x="3572495" y="5779020"/>
                  </a:lnTo>
                  <a:lnTo>
                    <a:pt x="3349250" y="5779020"/>
                  </a:lnTo>
                  <a:lnTo>
                    <a:pt x="3349250" y="5998219"/>
                  </a:lnTo>
                  <a:lnTo>
                    <a:pt x="2896922" y="5998219"/>
                  </a:lnTo>
                  <a:lnTo>
                    <a:pt x="2896922" y="5779020"/>
                  </a:lnTo>
                  <a:lnTo>
                    <a:pt x="2677831" y="5779020"/>
                  </a:lnTo>
                  <a:lnTo>
                    <a:pt x="2677831" y="4906649"/>
                  </a:lnTo>
                  <a:lnTo>
                    <a:pt x="2896922" y="4906649"/>
                  </a:lnTo>
                  <a:close/>
                  <a:moveTo>
                    <a:pt x="936246" y="4691866"/>
                  </a:moveTo>
                  <a:lnTo>
                    <a:pt x="2251411" y="4691866"/>
                  </a:lnTo>
                  <a:lnTo>
                    <a:pt x="2251411" y="4904431"/>
                  </a:lnTo>
                  <a:lnTo>
                    <a:pt x="1813017" y="4904431"/>
                  </a:lnTo>
                  <a:lnTo>
                    <a:pt x="1813017" y="5117012"/>
                  </a:lnTo>
                  <a:lnTo>
                    <a:pt x="2235237" y="5117012"/>
                  </a:lnTo>
                  <a:lnTo>
                    <a:pt x="2235237" y="5555405"/>
                  </a:lnTo>
                  <a:lnTo>
                    <a:pt x="1813017" y="5555405"/>
                  </a:lnTo>
                  <a:lnTo>
                    <a:pt x="1813017" y="5776810"/>
                  </a:lnTo>
                  <a:lnTo>
                    <a:pt x="2251411" y="5776810"/>
                  </a:lnTo>
                  <a:lnTo>
                    <a:pt x="2251411" y="5998219"/>
                  </a:lnTo>
                  <a:lnTo>
                    <a:pt x="936246" y="5998219"/>
                  </a:lnTo>
                  <a:lnTo>
                    <a:pt x="936246" y="5776810"/>
                  </a:lnTo>
                  <a:lnTo>
                    <a:pt x="1374640" y="5776810"/>
                  </a:lnTo>
                  <a:lnTo>
                    <a:pt x="1374640" y="5555405"/>
                  </a:lnTo>
                  <a:lnTo>
                    <a:pt x="936242" y="5555405"/>
                  </a:lnTo>
                  <a:lnTo>
                    <a:pt x="936242" y="5117012"/>
                  </a:lnTo>
                  <a:lnTo>
                    <a:pt x="1374640" y="5117012"/>
                  </a:lnTo>
                  <a:lnTo>
                    <a:pt x="1374640" y="4904431"/>
                  </a:lnTo>
                  <a:lnTo>
                    <a:pt x="936246" y="4904431"/>
                  </a:lnTo>
                  <a:close/>
                  <a:moveTo>
                    <a:pt x="2892766" y="3161894"/>
                  </a:moveTo>
                  <a:lnTo>
                    <a:pt x="3345094" y="3161894"/>
                  </a:lnTo>
                  <a:lnTo>
                    <a:pt x="3345094" y="3372257"/>
                  </a:lnTo>
                  <a:lnTo>
                    <a:pt x="3568339" y="3372257"/>
                  </a:lnTo>
                  <a:lnTo>
                    <a:pt x="3568339" y="4244628"/>
                  </a:lnTo>
                  <a:lnTo>
                    <a:pt x="3345094" y="4244628"/>
                  </a:lnTo>
                  <a:lnTo>
                    <a:pt x="3345094" y="4463827"/>
                  </a:lnTo>
                  <a:lnTo>
                    <a:pt x="2892766" y="4463827"/>
                  </a:lnTo>
                  <a:lnTo>
                    <a:pt x="2892766" y="4244628"/>
                  </a:lnTo>
                  <a:lnTo>
                    <a:pt x="2673675" y="4244628"/>
                  </a:lnTo>
                  <a:lnTo>
                    <a:pt x="2673675" y="3372257"/>
                  </a:lnTo>
                  <a:lnTo>
                    <a:pt x="2892766" y="3372257"/>
                  </a:lnTo>
                  <a:close/>
                  <a:moveTo>
                    <a:pt x="936247" y="3161894"/>
                  </a:moveTo>
                  <a:lnTo>
                    <a:pt x="2251412" y="3161894"/>
                  </a:lnTo>
                  <a:lnTo>
                    <a:pt x="2251412" y="3374458"/>
                  </a:lnTo>
                  <a:lnTo>
                    <a:pt x="1813018" y="3374458"/>
                  </a:lnTo>
                  <a:lnTo>
                    <a:pt x="1813018" y="3587040"/>
                  </a:lnTo>
                  <a:lnTo>
                    <a:pt x="2235237" y="3587040"/>
                  </a:lnTo>
                  <a:lnTo>
                    <a:pt x="2235237" y="4025433"/>
                  </a:lnTo>
                  <a:lnTo>
                    <a:pt x="1813018" y="4025433"/>
                  </a:lnTo>
                  <a:lnTo>
                    <a:pt x="1813018" y="4246838"/>
                  </a:lnTo>
                  <a:lnTo>
                    <a:pt x="2251412" y="4246838"/>
                  </a:lnTo>
                  <a:lnTo>
                    <a:pt x="2251412" y="4468247"/>
                  </a:lnTo>
                  <a:lnTo>
                    <a:pt x="936247" y="4468247"/>
                  </a:lnTo>
                  <a:lnTo>
                    <a:pt x="936247" y="4246838"/>
                  </a:lnTo>
                  <a:lnTo>
                    <a:pt x="1374641" y="4246838"/>
                  </a:lnTo>
                  <a:lnTo>
                    <a:pt x="1374641" y="4025433"/>
                  </a:lnTo>
                  <a:lnTo>
                    <a:pt x="936242" y="4025433"/>
                  </a:lnTo>
                  <a:lnTo>
                    <a:pt x="936242" y="3587040"/>
                  </a:lnTo>
                  <a:lnTo>
                    <a:pt x="1374641" y="3587040"/>
                  </a:lnTo>
                  <a:lnTo>
                    <a:pt x="1374641" y="3374458"/>
                  </a:lnTo>
                  <a:lnTo>
                    <a:pt x="936247" y="3374458"/>
                  </a:lnTo>
                  <a:close/>
                  <a:moveTo>
                    <a:pt x="1810782" y="2282788"/>
                  </a:moveTo>
                  <a:lnTo>
                    <a:pt x="2249180" y="2282788"/>
                  </a:lnTo>
                  <a:lnTo>
                    <a:pt x="2249180" y="2501983"/>
                  </a:lnTo>
                  <a:lnTo>
                    <a:pt x="1810782" y="2501983"/>
                  </a:lnTo>
                  <a:close/>
                  <a:moveTo>
                    <a:pt x="2677831" y="1833584"/>
                  </a:moveTo>
                  <a:lnTo>
                    <a:pt x="3568340" y="1833584"/>
                  </a:lnTo>
                  <a:lnTo>
                    <a:pt x="3568340" y="2933863"/>
                  </a:lnTo>
                  <a:lnTo>
                    <a:pt x="2677831" y="2933863"/>
                  </a:lnTo>
                  <a:close/>
                  <a:moveTo>
                    <a:pt x="1810782" y="1829025"/>
                  </a:moveTo>
                  <a:lnTo>
                    <a:pt x="2249180" y="1829025"/>
                  </a:lnTo>
                  <a:lnTo>
                    <a:pt x="2249180" y="2048220"/>
                  </a:lnTo>
                  <a:lnTo>
                    <a:pt x="1810782" y="2048220"/>
                  </a:lnTo>
                  <a:close/>
                  <a:moveTo>
                    <a:pt x="1810782" y="1395052"/>
                  </a:moveTo>
                  <a:lnTo>
                    <a:pt x="2249180" y="1395052"/>
                  </a:lnTo>
                  <a:lnTo>
                    <a:pt x="2249180" y="1614248"/>
                  </a:lnTo>
                  <a:lnTo>
                    <a:pt x="1810782" y="1614248"/>
                  </a:lnTo>
                  <a:close/>
                  <a:moveTo>
                    <a:pt x="2687605" y="1391027"/>
                  </a:moveTo>
                  <a:lnTo>
                    <a:pt x="3564185" y="1391027"/>
                  </a:lnTo>
                  <a:lnTo>
                    <a:pt x="3564185" y="1614369"/>
                  </a:lnTo>
                  <a:lnTo>
                    <a:pt x="2687605" y="1614369"/>
                  </a:lnTo>
                  <a:close/>
                  <a:moveTo>
                    <a:pt x="2687605" y="956924"/>
                  </a:moveTo>
                  <a:lnTo>
                    <a:pt x="3564185" y="956924"/>
                  </a:lnTo>
                  <a:lnTo>
                    <a:pt x="3564185" y="1180265"/>
                  </a:lnTo>
                  <a:lnTo>
                    <a:pt x="2687605" y="1180265"/>
                  </a:lnTo>
                  <a:close/>
                  <a:moveTo>
                    <a:pt x="934015" y="956924"/>
                  </a:moveTo>
                  <a:lnTo>
                    <a:pt x="2249180" y="956924"/>
                  </a:lnTo>
                  <a:lnTo>
                    <a:pt x="2249180" y="1180265"/>
                  </a:lnTo>
                  <a:lnTo>
                    <a:pt x="1810782" y="1180265"/>
                  </a:lnTo>
                  <a:lnTo>
                    <a:pt x="1810782" y="2714656"/>
                  </a:lnTo>
                  <a:lnTo>
                    <a:pt x="2249180" y="2714656"/>
                  </a:lnTo>
                  <a:lnTo>
                    <a:pt x="2249180" y="2929573"/>
                  </a:lnTo>
                  <a:lnTo>
                    <a:pt x="934015" y="2929573"/>
                  </a:lnTo>
                  <a:lnTo>
                    <a:pt x="934015" y="2714656"/>
                  </a:lnTo>
                  <a:lnTo>
                    <a:pt x="1370182" y="2714656"/>
                  </a:lnTo>
                  <a:lnTo>
                    <a:pt x="1370182" y="2501983"/>
                  </a:lnTo>
                  <a:lnTo>
                    <a:pt x="934015" y="2501983"/>
                  </a:lnTo>
                  <a:lnTo>
                    <a:pt x="934015" y="2282788"/>
                  </a:lnTo>
                  <a:lnTo>
                    <a:pt x="1370182" y="2282788"/>
                  </a:lnTo>
                  <a:lnTo>
                    <a:pt x="1370182" y="2048220"/>
                  </a:lnTo>
                  <a:lnTo>
                    <a:pt x="934015" y="2048220"/>
                  </a:lnTo>
                  <a:lnTo>
                    <a:pt x="934015" y="1829025"/>
                  </a:lnTo>
                  <a:lnTo>
                    <a:pt x="1370182" y="1829025"/>
                  </a:lnTo>
                  <a:lnTo>
                    <a:pt x="1370182" y="1614248"/>
                  </a:lnTo>
                  <a:lnTo>
                    <a:pt x="934015" y="1614248"/>
                  </a:lnTo>
                  <a:lnTo>
                    <a:pt x="934015" y="1395053"/>
                  </a:lnTo>
                  <a:lnTo>
                    <a:pt x="1370182" y="1395053"/>
                  </a:lnTo>
                  <a:lnTo>
                    <a:pt x="1370182" y="1180265"/>
                  </a:lnTo>
                  <a:lnTo>
                    <a:pt x="934015" y="1180265"/>
                  </a:lnTo>
                  <a:close/>
                  <a:moveTo>
                    <a:pt x="0" y="0"/>
                  </a:moveTo>
                  <a:lnTo>
                    <a:pt x="647604" y="0"/>
                  </a:lnTo>
                  <a:lnTo>
                    <a:pt x="647604" y="647605"/>
                  </a:lnTo>
                  <a:lnTo>
                    <a:pt x="0" y="647605"/>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70" name="Group 69">
            <a:extLst>
              <a:ext uri="{FF2B5EF4-FFF2-40B4-BE49-F238E27FC236}">
                <a16:creationId xmlns:a16="http://schemas.microsoft.com/office/drawing/2014/main" id="{B1F26FC6-72C3-4A7E-8169-8B7B5DACEE06}"/>
              </a:ext>
              <a:ext uri="{C183D7F6-B498-43B3-948B-1728B52AA6E4}">
                <adec:decorative xmlns:adec="http://schemas.microsoft.com/office/drawing/2017/decorative" val="1"/>
              </a:ext>
            </a:extLst>
          </p:cNvPr>
          <p:cNvGrpSpPr>
            <a:grpSpLocks noChangeAspect="1"/>
          </p:cNvGrpSpPr>
          <p:nvPr/>
        </p:nvGrpSpPr>
        <p:grpSpPr>
          <a:xfrm>
            <a:off x="10441383" y="2930159"/>
            <a:ext cx="423569" cy="457200"/>
            <a:chOff x="10441383" y="2930159"/>
            <a:chExt cx="423569" cy="457200"/>
          </a:xfrm>
          <a:solidFill>
            <a:srgbClr val="FF0000"/>
          </a:solidFill>
        </p:grpSpPr>
        <p:sp>
          <p:nvSpPr>
            <p:cNvPr id="1614" name="Freeform: Shape 1613">
              <a:extLst>
                <a:ext uri="{FF2B5EF4-FFF2-40B4-BE49-F238E27FC236}">
                  <a16:creationId xmlns:a16="http://schemas.microsoft.com/office/drawing/2014/main" id="{59505E5B-935E-25F6-012D-ECDB1855C317}"/>
                </a:ext>
                <a:ext uri="{C183D7F6-B498-43B3-948B-1728B52AA6E4}">
                  <adec:decorative xmlns:adec="http://schemas.microsoft.com/office/drawing/2017/decorative" val="1"/>
                </a:ext>
              </a:extLst>
            </p:cNvPr>
            <p:cNvSpPr/>
            <p:nvPr/>
          </p:nvSpPr>
          <p:spPr>
            <a:xfrm>
              <a:off x="10448051" y="2934507"/>
              <a:ext cx="416901" cy="452852"/>
            </a:xfrm>
            <a:custGeom>
              <a:avLst/>
              <a:gdLst>
                <a:gd name="connsiteX0" fmla="*/ 3357250 w 6253525"/>
                <a:gd name="connsiteY0" fmla="*/ 3879103 h 6792775"/>
                <a:gd name="connsiteX1" fmla="*/ 3422481 w 6253525"/>
                <a:gd name="connsiteY1" fmla="*/ 3987821 h 6792775"/>
                <a:gd name="connsiteX2" fmla="*/ 3148513 w 6253525"/>
                <a:gd name="connsiteY2" fmla="*/ 3792125 h 6792775"/>
                <a:gd name="connsiteX3" fmla="*/ 2939771 w 6253525"/>
                <a:gd name="connsiteY3" fmla="*/ 3879100 h 6792775"/>
                <a:gd name="connsiteX4" fmla="*/ 2857146 w 6253525"/>
                <a:gd name="connsiteY4" fmla="*/ 4083493 h 6792775"/>
                <a:gd name="connsiteX5" fmla="*/ 2939771 w 6253525"/>
                <a:gd name="connsiteY5" fmla="*/ 4287886 h 6792775"/>
                <a:gd name="connsiteX6" fmla="*/ 3022397 w 6253525"/>
                <a:gd name="connsiteY6" fmla="*/ 4348768 h 6792775"/>
                <a:gd name="connsiteX7" fmla="*/ 3148513 w 6253525"/>
                <a:gd name="connsiteY7" fmla="*/ 4374860 h 6792775"/>
                <a:gd name="connsiteX8" fmla="*/ 3244184 w 6253525"/>
                <a:gd name="connsiteY8" fmla="*/ 4357465 h 6792775"/>
                <a:gd name="connsiteX9" fmla="*/ 3287671 w 6253525"/>
                <a:gd name="connsiteY9" fmla="*/ 4340070 h 6792775"/>
                <a:gd name="connsiteX10" fmla="*/ 3439879 w 6253525"/>
                <a:gd name="connsiteY10" fmla="*/ 4083493 h 6792775"/>
                <a:gd name="connsiteX11" fmla="*/ 3422484 w 6253525"/>
                <a:gd name="connsiteY11" fmla="*/ 3987821 h 6792775"/>
                <a:gd name="connsiteX12" fmla="*/ 3357254 w 6253525"/>
                <a:gd name="connsiteY12" fmla="*/ 3879100 h 6792775"/>
                <a:gd name="connsiteX13" fmla="*/ 3287671 w 6253525"/>
                <a:gd name="connsiteY13" fmla="*/ 3826915 h 6792775"/>
                <a:gd name="connsiteX14" fmla="*/ 3148513 w 6253525"/>
                <a:gd name="connsiteY14" fmla="*/ 3792125 h 6792775"/>
                <a:gd name="connsiteX15" fmla="*/ 3087627 w 6253525"/>
                <a:gd name="connsiteY15" fmla="*/ 778434 h 6792775"/>
                <a:gd name="connsiteX16" fmla="*/ 2391828 w 6253525"/>
                <a:gd name="connsiteY16" fmla="*/ 1474235 h 6792775"/>
                <a:gd name="connsiteX17" fmla="*/ 3087627 w 6253525"/>
                <a:gd name="connsiteY17" fmla="*/ 2170039 h 6792775"/>
                <a:gd name="connsiteX18" fmla="*/ 4687971 w 6253525"/>
                <a:gd name="connsiteY18" fmla="*/ 2170039 h 6792775"/>
                <a:gd name="connsiteX19" fmla="*/ 5383771 w 6253525"/>
                <a:gd name="connsiteY19" fmla="*/ 1474235 h 6792775"/>
                <a:gd name="connsiteX20" fmla="*/ 4687971 w 6253525"/>
                <a:gd name="connsiteY20" fmla="*/ 778434 h 6792775"/>
                <a:gd name="connsiteX21" fmla="*/ 3087627 w 6253525"/>
                <a:gd name="connsiteY21" fmla="*/ 604482 h 6792775"/>
                <a:gd name="connsiteX22" fmla="*/ 4687971 w 6253525"/>
                <a:gd name="connsiteY22" fmla="*/ 604482 h 6792775"/>
                <a:gd name="connsiteX23" fmla="*/ 5557722 w 6253525"/>
                <a:gd name="connsiteY23" fmla="*/ 1474235 h 6792775"/>
                <a:gd name="connsiteX24" fmla="*/ 4687971 w 6253525"/>
                <a:gd name="connsiteY24" fmla="*/ 2343987 h 6792775"/>
                <a:gd name="connsiteX25" fmla="*/ 3087627 w 6253525"/>
                <a:gd name="connsiteY25" fmla="*/ 2343987 h 6792775"/>
                <a:gd name="connsiteX26" fmla="*/ 2217876 w 6253525"/>
                <a:gd name="connsiteY26" fmla="*/ 1474235 h 6792775"/>
                <a:gd name="connsiteX27" fmla="*/ 3087627 w 6253525"/>
                <a:gd name="connsiteY27" fmla="*/ 604482 h 6792775"/>
                <a:gd name="connsiteX28" fmla="*/ 681698 w 6253525"/>
                <a:gd name="connsiteY28" fmla="*/ 0 h 6792775"/>
                <a:gd name="connsiteX29" fmla="*/ 1265495 w 6253525"/>
                <a:gd name="connsiteY29" fmla="*/ 0 h 6792775"/>
                <a:gd name="connsiteX30" fmla="*/ 1655827 w 6253525"/>
                <a:gd name="connsiteY30" fmla="*/ 0 h 6792775"/>
                <a:gd name="connsiteX31" fmla="*/ 5879523 w 6253525"/>
                <a:gd name="connsiteY31" fmla="*/ 0 h 6792775"/>
                <a:gd name="connsiteX32" fmla="*/ 6253525 w 6253525"/>
                <a:gd name="connsiteY32" fmla="*/ 369647 h 6792775"/>
                <a:gd name="connsiteX33" fmla="*/ 6253525 w 6253525"/>
                <a:gd name="connsiteY33" fmla="*/ 2957162 h 6792775"/>
                <a:gd name="connsiteX34" fmla="*/ 3283322 w 6253525"/>
                <a:gd name="connsiteY34" fmla="*/ 2959361 h 6792775"/>
                <a:gd name="connsiteX35" fmla="*/ 3283322 w 6253525"/>
                <a:gd name="connsiteY35" fmla="*/ 3452922 h 6792775"/>
                <a:gd name="connsiteX36" fmla="*/ 3783430 w 6253525"/>
                <a:gd name="connsiteY36" fmla="*/ 4079144 h 6792775"/>
                <a:gd name="connsiteX37" fmla="*/ 3687759 w 6253525"/>
                <a:gd name="connsiteY37" fmla="*/ 4418347 h 6792775"/>
                <a:gd name="connsiteX38" fmla="*/ 4801041 w 6253525"/>
                <a:gd name="connsiteY38" fmla="*/ 6223086 h 6792775"/>
                <a:gd name="connsiteX39" fmla="*/ 4744508 w 6253525"/>
                <a:gd name="connsiteY39" fmla="*/ 6462269 h 6792775"/>
                <a:gd name="connsiteX40" fmla="*/ 4653182 w 6253525"/>
                <a:gd name="connsiteY40" fmla="*/ 6488361 h 6792775"/>
                <a:gd name="connsiteX41" fmla="*/ 4505326 w 6253525"/>
                <a:gd name="connsiteY41" fmla="*/ 6405736 h 6792775"/>
                <a:gd name="connsiteX42" fmla="*/ 3422484 w 6253525"/>
                <a:gd name="connsiteY42" fmla="*/ 4653181 h 6792775"/>
                <a:gd name="connsiteX43" fmla="*/ 3292020 w 6253525"/>
                <a:gd name="connsiteY43" fmla="*/ 4731461 h 6792775"/>
                <a:gd name="connsiteX44" fmla="*/ 3292020 w 6253525"/>
                <a:gd name="connsiteY44" fmla="*/ 6618823 h 6792775"/>
                <a:gd name="connsiteX45" fmla="*/ 3118072 w 6253525"/>
                <a:gd name="connsiteY45" fmla="*/ 6792775 h 6792775"/>
                <a:gd name="connsiteX46" fmla="*/ 2944120 w 6253525"/>
                <a:gd name="connsiteY46" fmla="*/ 6618823 h 6792775"/>
                <a:gd name="connsiteX47" fmla="*/ 2944120 w 6253525"/>
                <a:gd name="connsiteY47" fmla="*/ 4714063 h 6792775"/>
                <a:gd name="connsiteX48" fmla="*/ 2835402 w 6253525"/>
                <a:gd name="connsiteY48" fmla="*/ 4644483 h 6792775"/>
                <a:gd name="connsiteX49" fmla="*/ 1765607 w 6253525"/>
                <a:gd name="connsiteY49" fmla="*/ 6401384 h 6792775"/>
                <a:gd name="connsiteX50" fmla="*/ 1526425 w 6253525"/>
                <a:gd name="connsiteY50" fmla="*/ 6457920 h 6792775"/>
                <a:gd name="connsiteX51" fmla="*/ 1469892 w 6253525"/>
                <a:gd name="connsiteY51" fmla="*/ 6218738 h 6792775"/>
                <a:gd name="connsiteX52" fmla="*/ 2583174 w 6253525"/>
                <a:gd name="connsiteY52" fmla="*/ 4392255 h 6792775"/>
                <a:gd name="connsiteX53" fmla="*/ 2504894 w 6253525"/>
                <a:gd name="connsiteY53" fmla="*/ 4083493 h 6792775"/>
                <a:gd name="connsiteX54" fmla="*/ 2935423 w 6253525"/>
                <a:gd name="connsiteY54" fmla="*/ 3479015 h 6792775"/>
                <a:gd name="connsiteX55" fmla="*/ 2935423 w 6253525"/>
                <a:gd name="connsiteY55" fmla="*/ 2959619 h 6792775"/>
                <a:gd name="connsiteX56" fmla="*/ 373994 w 6253525"/>
                <a:gd name="connsiteY56" fmla="*/ 2961516 h 6792775"/>
                <a:gd name="connsiteX57" fmla="*/ 0 w 6253525"/>
                <a:gd name="connsiteY57" fmla="*/ 2587514 h 6792775"/>
                <a:gd name="connsiteX58" fmla="*/ 0 w 6253525"/>
                <a:gd name="connsiteY58" fmla="*/ 1725596 h 6792775"/>
                <a:gd name="connsiteX59" fmla="*/ 0 w 6253525"/>
                <a:gd name="connsiteY59" fmla="*/ 1343769 h 6792775"/>
                <a:gd name="connsiteX60" fmla="*/ 0 w 6253525"/>
                <a:gd name="connsiteY60" fmla="*/ 707976 h 6792775"/>
                <a:gd name="connsiteX61" fmla="*/ 334857 w 6253525"/>
                <a:gd name="connsiteY61" fmla="*/ 707976 h 6792775"/>
                <a:gd name="connsiteX62" fmla="*/ 334857 w 6253525"/>
                <a:gd name="connsiteY62" fmla="*/ 1725596 h 6792775"/>
                <a:gd name="connsiteX63" fmla="*/ 334850 w 6253525"/>
                <a:gd name="connsiteY63" fmla="*/ 1725596 h 6792775"/>
                <a:gd name="connsiteX64" fmla="*/ 334850 w 6253525"/>
                <a:gd name="connsiteY64" fmla="*/ 2617957 h 6792775"/>
                <a:gd name="connsiteX65" fmla="*/ 5914313 w 6253525"/>
                <a:gd name="connsiteY65" fmla="*/ 2617957 h 6792775"/>
                <a:gd name="connsiteX66" fmla="*/ 5914313 w 6253525"/>
                <a:gd name="connsiteY66" fmla="*/ 356599 h 6792775"/>
                <a:gd name="connsiteX67" fmla="*/ 1655827 w 6253525"/>
                <a:gd name="connsiteY67" fmla="*/ 356599 h 6792775"/>
                <a:gd name="connsiteX68" fmla="*/ 681698 w 6253525"/>
                <a:gd name="connsiteY68" fmla="*/ 356599 h 679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253525" h="6792775">
                  <a:moveTo>
                    <a:pt x="3357250" y="3879103"/>
                  </a:moveTo>
                  <a:cubicBezTo>
                    <a:pt x="3383343" y="3909544"/>
                    <a:pt x="3409435" y="3944334"/>
                    <a:pt x="3422481" y="3987821"/>
                  </a:cubicBezTo>
                  <a:close/>
                  <a:moveTo>
                    <a:pt x="3148513" y="3792125"/>
                  </a:moveTo>
                  <a:cubicBezTo>
                    <a:pt x="3065884" y="3792125"/>
                    <a:pt x="2991956" y="3826915"/>
                    <a:pt x="2939771" y="3879100"/>
                  </a:cubicBezTo>
                  <a:cubicBezTo>
                    <a:pt x="2887587" y="3931288"/>
                    <a:pt x="2857146" y="4005216"/>
                    <a:pt x="2857146" y="4083493"/>
                  </a:cubicBezTo>
                  <a:cubicBezTo>
                    <a:pt x="2857146" y="4161769"/>
                    <a:pt x="2887587" y="4235701"/>
                    <a:pt x="2939771" y="4287886"/>
                  </a:cubicBezTo>
                  <a:cubicBezTo>
                    <a:pt x="2961515" y="4313978"/>
                    <a:pt x="2991956" y="4335721"/>
                    <a:pt x="3022397" y="4348768"/>
                  </a:cubicBezTo>
                  <a:cubicBezTo>
                    <a:pt x="3061535" y="4366162"/>
                    <a:pt x="3105025" y="4374860"/>
                    <a:pt x="3148513" y="4374860"/>
                  </a:cubicBezTo>
                  <a:cubicBezTo>
                    <a:pt x="3183302" y="4374860"/>
                    <a:pt x="3213743" y="4366162"/>
                    <a:pt x="3244184" y="4357465"/>
                  </a:cubicBezTo>
                  <a:cubicBezTo>
                    <a:pt x="3257230" y="4353116"/>
                    <a:pt x="3270276" y="4344419"/>
                    <a:pt x="3287671" y="4340070"/>
                  </a:cubicBezTo>
                  <a:cubicBezTo>
                    <a:pt x="3378997" y="4292234"/>
                    <a:pt x="3439879" y="4192210"/>
                    <a:pt x="3439879" y="4083493"/>
                  </a:cubicBezTo>
                  <a:cubicBezTo>
                    <a:pt x="3439879" y="4048703"/>
                    <a:pt x="3431182" y="4018262"/>
                    <a:pt x="3422484" y="3987821"/>
                  </a:cubicBezTo>
                  <a:cubicBezTo>
                    <a:pt x="3409438" y="3944334"/>
                    <a:pt x="3387695" y="3909541"/>
                    <a:pt x="3357254" y="3879100"/>
                  </a:cubicBezTo>
                  <a:cubicBezTo>
                    <a:pt x="3335507" y="3857356"/>
                    <a:pt x="3313763" y="3839961"/>
                    <a:pt x="3287671" y="3826915"/>
                  </a:cubicBezTo>
                  <a:cubicBezTo>
                    <a:pt x="3244184" y="3805172"/>
                    <a:pt x="3200697" y="3792125"/>
                    <a:pt x="3148513" y="3792125"/>
                  </a:cubicBezTo>
                  <a:close/>
                  <a:moveTo>
                    <a:pt x="3087627" y="778434"/>
                  </a:moveTo>
                  <a:cubicBezTo>
                    <a:pt x="2704938" y="778434"/>
                    <a:pt x="2391828" y="1091545"/>
                    <a:pt x="2391828" y="1474235"/>
                  </a:cubicBezTo>
                  <a:cubicBezTo>
                    <a:pt x="2391828" y="1856928"/>
                    <a:pt x="2704938" y="2170039"/>
                    <a:pt x="3087627" y="2170039"/>
                  </a:cubicBezTo>
                  <a:lnTo>
                    <a:pt x="4687971" y="2170039"/>
                  </a:lnTo>
                  <a:cubicBezTo>
                    <a:pt x="5075009" y="2170039"/>
                    <a:pt x="5383771" y="1856928"/>
                    <a:pt x="5383771" y="1474235"/>
                  </a:cubicBezTo>
                  <a:cubicBezTo>
                    <a:pt x="5383771" y="1091545"/>
                    <a:pt x="5070660" y="778434"/>
                    <a:pt x="4687971" y="778434"/>
                  </a:cubicBezTo>
                  <a:close/>
                  <a:moveTo>
                    <a:pt x="3087627" y="604482"/>
                  </a:moveTo>
                  <a:lnTo>
                    <a:pt x="4687971" y="604482"/>
                  </a:lnTo>
                  <a:cubicBezTo>
                    <a:pt x="5170684" y="604482"/>
                    <a:pt x="5557722" y="995870"/>
                    <a:pt x="5557722" y="1474235"/>
                  </a:cubicBezTo>
                  <a:cubicBezTo>
                    <a:pt x="5557722" y="1952600"/>
                    <a:pt x="5166335" y="2343987"/>
                    <a:pt x="4687971" y="2343987"/>
                  </a:cubicBezTo>
                  <a:lnTo>
                    <a:pt x="3087627" y="2343987"/>
                  </a:lnTo>
                  <a:cubicBezTo>
                    <a:pt x="2609263" y="2343987"/>
                    <a:pt x="2217876" y="1952600"/>
                    <a:pt x="2217876" y="1474235"/>
                  </a:cubicBezTo>
                  <a:cubicBezTo>
                    <a:pt x="2217876" y="995870"/>
                    <a:pt x="2609263" y="604482"/>
                    <a:pt x="3087627" y="604482"/>
                  </a:cubicBezTo>
                  <a:close/>
                  <a:moveTo>
                    <a:pt x="681698" y="0"/>
                  </a:moveTo>
                  <a:lnTo>
                    <a:pt x="1265495" y="0"/>
                  </a:lnTo>
                  <a:lnTo>
                    <a:pt x="1655827" y="0"/>
                  </a:lnTo>
                  <a:lnTo>
                    <a:pt x="5879523" y="0"/>
                  </a:lnTo>
                  <a:cubicBezTo>
                    <a:pt x="6088269" y="0"/>
                    <a:pt x="6253525" y="165256"/>
                    <a:pt x="6253525" y="369647"/>
                  </a:cubicBezTo>
                  <a:lnTo>
                    <a:pt x="6253525" y="2957162"/>
                  </a:lnTo>
                  <a:lnTo>
                    <a:pt x="3283322" y="2959361"/>
                  </a:lnTo>
                  <a:lnTo>
                    <a:pt x="3283322" y="3452922"/>
                  </a:lnTo>
                  <a:cubicBezTo>
                    <a:pt x="3570340" y="3518153"/>
                    <a:pt x="3783430" y="3774731"/>
                    <a:pt x="3783430" y="4079144"/>
                  </a:cubicBezTo>
                  <a:cubicBezTo>
                    <a:pt x="3783430" y="4205260"/>
                    <a:pt x="3748641" y="4318327"/>
                    <a:pt x="3687759" y="4418347"/>
                  </a:cubicBezTo>
                  <a:lnTo>
                    <a:pt x="4801041" y="6223086"/>
                  </a:lnTo>
                  <a:cubicBezTo>
                    <a:pt x="4853225" y="6305712"/>
                    <a:pt x="4827133" y="6410081"/>
                    <a:pt x="4744508" y="6462269"/>
                  </a:cubicBezTo>
                  <a:cubicBezTo>
                    <a:pt x="4714063" y="6479664"/>
                    <a:pt x="4683623" y="6488361"/>
                    <a:pt x="4653182" y="6488361"/>
                  </a:cubicBezTo>
                  <a:cubicBezTo>
                    <a:pt x="4596648" y="6488361"/>
                    <a:pt x="4540115" y="6457920"/>
                    <a:pt x="4505326" y="6405736"/>
                  </a:cubicBezTo>
                  <a:lnTo>
                    <a:pt x="3422484" y="4653181"/>
                  </a:lnTo>
                  <a:cubicBezTo>
                    <a:pt x="3378997" y="4674924"/>
                    <a:pt x="3339856" y="4718411"/>
                    <a:pt x="3292020" y="4731461"/>
                  </a:cubicBezTo>
                  <a:lnTo>
                    <a:pt x="3292020" y="6618823"/>
                  </a:lnTo>
                  <a:cubicBezTo>
                    <a:pt x="3292020" y="6714498"/>
                    <a:pt x="3213743" y="6792775"/>
                    <a:pt x="3118072" y="6792775"/>
                  </a:cubicBezTo>
                  <a:cubicBezTo>
                    <a:pt x="3022397" y="6792775"/>
                    <a:pt x="2944120" y="6714498"/>
                    <a:pt x="2944120" y="6618823"/>
                  </a:cubicBezTo>
                  <a:lnTo>
                    <a:pt x="2944120" y="4714063"/>
                  </a:lnTo>
                  <a:cubicBezTo>
                    <a:pt x="2896284" y="4705365"/>
                    <a:pt x="2865843" y="4661878"/>
                    <a:pt x="2835402" y="4644483"/>
                  </a:cubicBezTo>
                  <a:lnTo>
                    <a:pt x="1765607" y="6401384"/>
                  </a:lnTo>
                  <a:cubicBezTo>
                    <a:pt x="1713423" y="6484013"/>
                    <a:pt x="1609050" y="6505756"/>
                    <a:pt x="1526425" y="6457920"/>
                  </a:cubicBezTo>
                  <a:cubicBezTo>
                    <a:pt x="1443800" y="6405736"/>
                    <a:pt x="1417707" y="6301363"/>
                    <a:pt x="1469892" y="6218738"/>
                  </a:cubicBezTo>
                  <a:lnTo>
                    <a:pt x="2583174" y="4392255"/>
                  </a:lnTo>
                  <a:cubicBezTo>
                    <a:pt x="2535338" y="4300932"/>
                    <a:pt x="2504894" y="4196563"/>
                    <a:pt x="2504894" y="4083493"/>
                  </a:cubicBezTo>
                  <a:cubicBezTo>
                    <a:pt x="2504894" y="3805172"/>
                    <a:pt x="2683194" y="3565989"/>
                    <a:pt x="2935423" y="3479015"/>
                  </a:cubicBezTo>
                  <a:lnTo>
                    <a:pt x="2935423" y="2959619"/>
                  </a:lnTo>
                  <a:lnTo>
                    <a:pt x="373994" y="2961516"/>
                  </a:lnTo>
                  <a:cubicBezTo>
                    <a:pt x="169602" y="2961516"/>
                    <a:pt x="0" y="2791906"/>
                    <a:pt x="0" y="2587514"/>
                  </a:cubicBezTo>
                  <a:lnTo>
                    <a:pt x="0" y="1725596"/>
                  </a:lnTo>
                  <a:lnTo>
                    <a:pt x="0" y="1343769"/>
                  </a:lnTo>
                  <a:lnTo>
                    <a:pt x="0" y="707976"/>
                  </a:lnTo>
                  <a:lnTo>
                    <a:pt x="334857" y="707976"/>
                  </a:lnTo>
                  <a:lnTo>
                    <a:pt x="334857" y="1725596"/>
                  </a:lnTo>
                  <a:lnTo>
                    <a:pt x="334850" y="1725596"/>
                  </a:lnTo>
                  <a:lnTo>
                    <a:pt x="334850" y="2617957"/>
                  </a:lnTo>
                  <a:lnTo>
                    <a:pt x="5914313" y="2617957"/>
                  </a:lnTo>
                  <a:lnTo>
                    <a:pt x="5914313" y="356599"/>
                  </a:lnTo>
                  <a:lnTo>
                    <a:pt x="1655827" y="356599"/>
                  </a:lnTo>
                  <a:lnTo>
                    <a:pt x="681698" y="356599"/>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1615" name="Freeform: Shape 1614">
              <a:extLst>
                <a:ext uri="{FF2B5EF4-FFF2-40B4-BE49-F238E27FC236}">
                  <a16:creationId xmlns:a16="http://schemas.microsoft.com/office/drawing/2014/main" id="{07253A92-8252-A62E-26D4-9D30E23B748D}"/>
                </a:ext>
                <a:ext uri="{C183D7F6-B498-43B3-948B-1728B52AA6E4}">
                  <adec:decorative xmlns:adec="http://schemas.microsoft.com/office/drawing/2017/decorative" val="1"/>
                </a:ext>
              </a:extLst>
            </p:cNvPr>
            <p:cNvSpPr/>
            <p:nvPr/>
          </p:nvSpPr>
          <p:spPr>
            <a:xfrm>
              <a:off x="10441383" y="2930159"/>
              <a:ext cx="354279" cy="139451"/>
            </a:xfrm>
            <a:custGeom>
              <a:avLst/>
              <a:gdLst>
                <a:gd name="connsiteX0" fmla="*/ 778431 w 5314186"/>
                <a:gd name="connsiteY0" fmla="*/ 1369865 h 2091760"/>
                <a:gd name="connsiteX1" fmla="*/ 1491633 w 5314186"/>
                <a:gd name="connsiteY1" fmla="*/ 1369865 h 2091760"/>
                <a:gd name="connsiteX2" fmla="*/ 1491633 w 5314186"/>
                <a:gd name="connsiteY2" fmla="*/ 1726464 h 2091760"/>
                <a:gd name="connsiteX3" fmla="*/ 778431 w 5314186"/>
                <a:gd name="connsiteY3" fmla="*/ 1726464 h 2091760"/>
                <a:gd name="connsiteX4" fmla="*/ 3057183 w 5314186"/>
                <a:gd name="connsiteY4" fmla="*/ 1217649 h 2091760"/>
                <a:gd name="connsiteX5" fmla="*/ 3378992 w 5314186"/>
                <a:gd name="connsiteY5" fmla="*/ 1539458 h 2091760"/>
                <a:gd name="connsiteX6" fmla="*/ 3057183 w 5314186"/>
                <a:gd name="connsiteY6" fmla="*/ 1861267 h 2091760"/>
                <a:gd name="connsiteX7" fmla="*/ 2735374 w 5314186"/>
                <a:gd name="connsiteY7" fmla="*/ 1539458 h 2091760"/>
                <a:gd name="connsiteX8" fmla="*/ 3057183 w 5314186"/>
                <a:gd name="connsiteY8" fmla="*/ 1217649 h 2091760"/>
                <a:gd name="connsiteX9" fmla="*/ 4761893 w 5314186"/>
                <a:gd name="connsiteY9" fmla="*/ 1195911 h 2091760"/>
                <a:gd name="connsiteX10" fmla="*/ 4418342 w 5314186"/>
                <a:gd name="connsiteY10" fmla="*/ 1539464 h 2091760"/>
                <a:gd name="connsiteX11" fmla="*/ 4761893 w 5314186"/>
                <a:gd name="connsiteY11" fmla="*/ 1883017 h 2091760"/>
                <a:gd name="connsiteX12" fmla="*/ 5105445 w 5314186"/>
                <a:gd name="connsiteY12" fmla="*/ 1539464 h 2091760"/>
                <a:gd name="connsiteX13" fmla="*/ 4761893 w 5314186"/>
                <a:gd name="connsiteY13" fmla="*/ 1195911 h 2091760"/>
                <a:gd name="connsiteX14" fmla="*/ 4761893 w 5314186"/>
                <a:gd name="connsiteY14" fmla="*/ 987169 h 2091760"/>
                <a:gd name="connsiteX15" fmla="*/ 5314186 w 5314186"/>
                <a:gd name="connsiteY15" fmla="*/ 1539464 h 2091760"/>
                <a:gd name="connsiteX16" fmla="*/ 4761893 w 5314186"/>
                <a:gd name="connsiteY16" fmla="*/ 2091760 h 2091760"/>
                <a:gd name="connsiteX17" fmla="*/ 4209600 w 5314186"/>
                <a:gd name="connsiteY17" fmla="*/ 1539464 h 2091760"/>
                <a:gd name="connsiteX18" fmla="*/ 4761893 w 5314186"/>
                <a:gd name="connsiteY18" fmla="*/ 987169 h 2091760"/>
                <a:gd name="connsiteX19" fmla="*/ 0 w 5314186"/>
                <a:gd name="connsiteY19" fmla="*/ 0 h 2091760"/>
                <a:gd name="connsiteX20" fmla="*/ 521850 w 5314186"/>
                <a:gd name="connsiteY20" fmla="*/ 0 h 2091760"/>
                <a:gd name="connsiteX21" fmla="*/ 521850 w 5314186"/>
                <a:gd name="connsiteY21" fmla="*/ 521850 h 2091760"/>
                <a:gd name="connsiteX22" fmla="*/ 0 w 5314186"/>
                <a:gd name="connsiteY22" fmla="*/ 521850 h 20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314186" h="2091760">
                  <a:moveTo>
                    <a:pt x="778431" y="1369865"/>
                  </a:moveTo>
                  <a:lnTo>
                    <a:pt x="1491633" y="1369865"/>
                  </a:lnTo>
                  <a:lnTo>
                    <a:pt x="1491633" y="1726464"/>
                  </a:lnTo>
                  <a:lnTo>
                    <a:pt x="778431" y="1726464"/>
                  </a:lnTo>
                  <a:close/>
                  <a:moveTo>
                    <a:pt x="3057183" y="1217649"/>
                  </a:moveTo>
                  <a:cubicBezTo>
                    <a:pt x="3234916" y="1217649"/>
                    <a:pt x="3378992" y="1361729"/>
                    <a:pt x="3378992" y="1539458"/>
                  </a:cubicBezTo>
                  <a:cubicBezTo>
                    <a:pt x="3378992" y="1717191"/>
                    <a:pt x="3234916" y="1861267"/>
                    <a:pt x="3057183" y="1861267"/>
                  </a:cubicBezTo>
                  <a:cubicBezTo>
                    <a:pt x="2879454" y="1861267"/>
                    <a:pt x="2735374" y="1717191"/>
                    <a:pt x="2735374" y="1539458"/>
                  </a:cubicBezTo>
                  <a:cubicBezTo>
                    <a:pt x="2735374" y="1361729"/>
                    <a:pt x="2879454" y="1217649"/>
                    <a:pt x="3057183" y="1217649"/>
                  </a:cubicBezTo>
                  <a:close/>
                  <a:moveTo>
                    <a:pt x="4761893" y="1195911"/>
                  </a:moveTo>
                  <a:cubicBezTo>
                    <a:pt x="4570547" y="1195911"/>
                    <a:pt x="4418342" y="1348117"/>
                    <a:pt x="4418342" y="1539464"/>
                  </a:cubicBezTo>
                  <a:cubicBezTo>
                    <a:pt x="4418342" y="1730812"/>
                    <a:pt x="4570547" y="1883017"/>
                    <a:pt x="4761893" y="1883017"/>
                  </a:cubicBezTo>
                  <a:cubicBezTo>
                    <a:pt x="4953240" y="1883017"/>
                    <a:pt x="5105445" y="1730812"/>
                    <a:pt x="5105445" y="1539464"/>
                  </a:cubicBezTo>
                  <a:cubicBezTo>
                    <a:pt x="5105445" y="1348117"/>
                    <a:pt x="4953240" y="1195911"/>
                    <a:pt x="4761893" y="1195911"/>
                  </a:cubicBezTo>
                  <a:close/>
                  <a:moveTo>
                    <a:pt x="4761893" y="987169"/>
                  </a:moveTo>
                  <a:cubicBezTo>
                    <a:pt x="5066306" y="987169"/>
                    <a:pt x="5314186" y="1235050"/>
                    <a:pt x="5314186" y="1539464"/>
                  </a:cubicBezTo>
                  <a:cubicBezTo>
                    <a:pt x="5314186" y="1843879"/>
                    <a:pt x="5066306" y="2091760"/>
                    <a:pt x="4761893" y="2091760"/>
                  </a:cubicBezTo>
                  <a:cubicBezTo>
                    <a:pt x="4457480" y="2091760"/>
                    <a:pt x="4209600" y="1843879"/>
                    <a:pt x="4209600" y="1539464"/>
                  </a:cubicBezTo>
                  <a:cubicBezTo>
                    <a:pt x="4209600" y="1235050"/>
                    <a:pt x="4457480" y="987169"/>
                    <a:pt x="4761893" y="987169"/>
                  </a:cubicBezTo>
                  <a:close/>
                  <a:moveTo>
                    <a:pt x="0" y="0"/>
                  </a:moveTo>
                  <a:lnTo>
                    <a:pt x="521850" y="0"/>
                  </a:lnTo>
                  <a:lnTo>
                    <a:pt x="521850" y="521850"/>
                  </a:lnTo>
                  <a:lnTo>
                    <a:pt x="0" y="521850"/>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69" name="Group 68">
            <a:extLst>
              <a:ext uri="{FF2B5EF4-FFF2-40B4-BE49-F238E27FC236}">
                <a16:creationId xmlns:a16="http://schemas.microsoft.com/office/drawing/2014/main" id="{F9C2FAC8-EFCE-995B-EE04-4B1F5B7903C0}"/>
              </a:ext>
              <a:ext uri="{C183D7F6-B498-43B3-948B-1728B52AA6E4}">
                <adec:decorative xmlns:adec="http://schemas.microsoft.com/office/drawing/2017/decorative" val="1"/>
              </a:ext>
            </a:extLst>
          </p:cNvPr>
          <p:cNvGrpSpPr>
            <a:grpSpLocks noChangeAspect="1"/>
          </p:cNvGrpSpPr>
          <p:nvPr/>
        </p:nvGrpSpPr>
        <p:grpSpPr>
          <a:xfrm>
            <a:off x="11054269" y="2930159"/>
            <a:ext cx="497969" cy="457200"/>
            <a:chOff x="11054269" y="2930159"/>
            <a:chExt cx="497969" cy="457200"/>
          </a:xfrm>
          <a:solidFill>
            <a:srgbClr val="FF0000"/>
          </a:solidFill>
        </p:grpSpPr>
        <p:sp>
          <p:nvSpPr>
            <p:cNvPr id="1631" name="Freeform: Shape 1630">
              <a:extLst>
                <a:ext uri="{FF2B5EF4-FFF2-40B4-BE49-F238E27FC236}">
                  <a16:creationId xmlns:a16="http://schemas.microsoft.com/office/drawing/2014/main" id="{1040ED9D-B1E2-9570-C539-BDC927AA0D8D}"/>
                </a:ext>
                <a:ext uri="{C183D7F6-B498-43B3-948B-1728B52AA6E4}">
                  <adec:decorative xmlns:adec="http://schemas.microsoft.com/office/drawing/2017/decorative" val="1"/>
                </a:ext>
              </a:extLst>
            </p:cNvPr>
            <p:cNvSpPr/>
            <p:nvPr/>
          </p:nvSpPr>
          <p:spPr>
            <a:xfrm>
              <a:off x="11054269" y="2944473"/>
              <a:ext cx="497969" cy="442886"/>
            </a:xfrm>
            <a:custGeom>
              <a:avLst/>
              <a:gdLst>
                <a:gd name="connsiteX0" fmla="*/ 2014191 w 7469542"/>
                <a:gd name="connsiteY0" fmla="*/ 2936002 h 6643294"/>
                <a:gd name="connsiteX1" fmla="*/ 2171019 w 7469542"/>
                <a:gd name="connsiteY1" fmla="*/ 2945197 h 6643294"/>
                <a:gd name="connsiteX2" fmla="*/ 2188660 w 7469542"/>
                <a:gd name="connsiteY2" fmla="*/ 3043153 h 6643294"/>
                <a:gd name="connsiteX3" fmla="*/ 2190684 w 7469542"/>
                <a:gd name="connsiteY3" fmla="*/ 3603561 h 6643294"/>
                <a:gd name="connsiteX4" fmla="*/ 2239390 w 7469542"/>
                <a:gd name="connsiteY4" fmla="*/ 4039181 h 6643294"/>
                <a:gd name="connsiteX5" fmla="*/ 2445642 w 7469542"/>
                <a:gd name="connsiteY5" fmla="*/ 4519761 h 6643294"/>
                <a:gd name="connsiteX6" fmla="*/ 2473263 w 7469542"/>
                <a:gd name="connsiteY6" fmla="*/ 4562469 h 6643294"/>
                <a:gd name="connsiteX7" fmla="*/ 3448775 w 7469542"/>
                <a:gd name="connsiteY7" fmla="*/ 5191344 h 6643294"/>
                <a:gd name="connsiteX8" fmla="*/ 4414976 w 7469542"/>
                <a:gd name="connsiteY8" fmla="*/ 5049305 h 6643294"/>
                <a:gd name="connsiteX9" fmla="*/ 4901599 w 7469542"/>
                <a:gd name="connsiteY9" fmla="*/ 4669558 h 6643294"/>
                <a:gd name="connsiteX10" fmla="*/ 5121385 w 7469542"/>
                <a:gd name="connsiteY10" fmla="*/ 4336515 h 6643294"/>
                <a:gd name="connsiteX11" fmla="*/ 5258833 w 7469542"/>
                <a:gd name="connsiteY11" fmla="*/ 3850283 h 6643294"/>
                <a:gd name="connsiteX12" fmla="*/ 5284547 w 7469542"/>
                <a:gd name="connsiteY12" fmla="*/ 3140122 h 6643294"/>
                <a:gd name="connsiteX13" fmla="*/ 5290943 w 7469542"/>
                <a:gd name="connsiteY13" fmla="*/ 2960277 h 6643294"/>
                <a:gd name="connsiteX14" fmla="*/ 5607264 w 7469542"/>
                <a:gd name="connsiteY14" fmla="*/ 2957406 h 6643294"/>
                <a:gd name="connsiteX15" fmla="*/ 5614131 w 7469542"/>
                <a:gd name="connsiteY15" fmla="*/ 3105253 h 6643294"/>
                <a:gd name="connsiteX16" fmla="*/ 5614440 w 7469542"/>
                <a:gd name="connsiteY16" fmla="*/ 3682662 h 6643294"/>
                <a:gd name="connsiteX17" fmla="*/ 5234141 w 7469542"/>
                <a:gd name="connsiteY17" fmla="*/ 4817831 h 6643294"/>
                <a:gd name="connsiteX18" fmla="*/ 4989281 w 7469542"/>
                <a:gd name="connsiteY18" fmla="*/ 5090739 h 6643294"/>
                <a:gd name="connsiteX19" fmla="*/ 4718632 w 7469542"/>
                <a:gd name="connsiteY19" fmla="*/ 5284921 h 6643294"/>
                <a:gd name="connsiteX20" fmla="*/ 4108148 w 7469542"/>
                <a:gd name="connsiteY20" fmla="*/ 5525403 h 6643294"/>
                <a:gd name="connsiteX21" fmla="*/ 3933609 w 7469542"/>
                <a:gd name="connsiteY21" fmla="*/ 5565910 h 6643294"/>
                <a:gd name="connsiteX22" fmla="*/ 3932218 w 7469542"/>
                <a:gd name="connsiteY22" fmla="*/ 6239789 h 6643294"/>
                <a:gd name="connsiteX23" fmla="*/ 4042457 w 7469542"/>
                <a:gd name="connsiteY23" fmla="*/ 6254744 h 6643294"/>
                <a:gd name="connsiteX24" fmla="*/ 4551931 w 7469542"/>
                <a:gd name="connsiteY24" fmla="*/ 6256009 h 6643294"/>
                <a:gd name="connsiteX25" fmla="*/ 4705864 w 7469542"/>
                <a:gd name="connsiteY25" fmla="*/ 6263943 h 6643294"/>
                <a:gd name="connsiteX26" fmla="*/ 4719633 w 7469542"/>
                <a:gd name="connsiteY26" fmla="*/ 6611352 h 6643294"/>
                <a:gd name="connsiteX27" fmla="*/ 4692580 w 7469542"/>
                <a:gd name="connsiteY27" fmla="*/ 6631186 h 6643294"/>
                <a:gd name="connsiteX28" fmla="*/ 4677853 w 7469542"/>
                <a:gd name="connsiteY28" fmla="*/ 6638361 h 6643294"/>
                <a:gd name="connsiteX29" fmla="*/ 2877966 w 7469542"/>
                <a:gd name="connsiteY29" fmla="*/ 6643292 h 6643294"/>
                <a:gd name="connsiteX30" fmla="*/ 2793412 w 7469542"/>
                <a:gd name="connsiteY30" fmla="*/ 6638781 h 6643294"/>
                <a:gd name="connsiteX31" fmla="*/ 2752117 w 7469542"/>
                <a:gd name="connsiteY31" fmla="*/ 6619315 h 6643294"/>
                <a:gd name="connsiteX32" fmla="*/ 2753383 w 7469542"/>
                <a:gd name="connsiteY32" fmla="*/ 6272186 h 6643294"/>
                <a:gd name="connsiteX33" fmla="*/ 3143808 w 7469542"/>
                <a:gd name="connsiteY33" fmla="*/ 6256363 h 6643294"/>
                <a:gd name="connsiteX34" fmla="*/ 3529355 w 7469542"/>
                <a:gd name="connsiteY34" fmla="*/ 6253706 h 6643294"/>
                <a:gd name="connsiteX35" fmla="*/ 3542749 w 7469542"/>
                <a:gd name="connsiteY35" fmla="*/ 5570877 h 6643294"/>
                <a:gd name="connsiteX36" fmla="*/ 3087191 w 7469542"/>
                <a:gd name="connsiteY36" fmla="*/ 5449503 h 6643294"/>
                <a:gd name="connsiteX37" fmla="*/ 2721612 w 7469542"/>
                <a:gd name="connsiteY37" fmla="*/ 5275766 h 6643294"/>
                <a:gd name="connsiteX38" fmla="*/ 2244357 w 7469542"/>
                <a:gd name="connsiteY38" fmla="*/ 4857889 h 6643294"/>
                <a:gd name="connsiteX39" fmla="*/ 2116985 w 7469542"/>
                <a:gd name="connsiteY39" fmla="*/ 4662986 h 6643294"/>
                <a:gd name="connsiteX40" fmla="*/ 1855860 w 7469542"/>
                <a:gd name="connsiteY40" fmla="*/ 3675633 h 6643294"/>
                <a:gd name="connsiteX41" fmla="*/ 1857045 w 7469542"/>
                <a:gd name="connsiteY41" fmla="*/ 3115246 h 6643294"/>
                <a:gd name="connsiteX42" fmla="*/ 1857038 w 7469542"/>
                <a:gd name="connsiteY42" fmla="*/ 2957083 h 6643294"/>
                <a:gd name="connsiteX43" fmla="*/ 2014191 w 7469542"/>
                <a:gd name="connsiteY43" fmla="*/ 2936002 h 6643294"/>
                <a:gd name="connsiteX44" fmla="*/ 6059819 w 7469542"/>
                <a:gd name="connsiteY44" fmla="*/ 1287172 h 6643294"/>
                <a:gd name="connsiteX45" fmla="*/ 6161595 w 7469542"/>
                <a:gd name="connsiteY45" fmla="*/ 1353467 h 6643294"/>
                <a:gd name="connsiteX46" fmla="*/ 6493534 w 7469542"/>
                <a:gd name="connsiteY46" fmla="*/ 1841783 h 6643294"/>
                <a:gd name="connsiteX47" fmla="*/ 6732140 w 7469542"/>
                <a:gd name="connsiteY47" fmla="*/ 2577932 h 6643294"/>
                <a:gd name="connsiteX48" fmla="*/ 6756073 w 7469542"/>
                <a:gd name="connsiteY48" fmla="*/ 3050225 h 6643294"/>
                <a:gd name="connsiteX49" fmla="*/ 6724257 w 7469542"/>
                <a:gd name="connsiteY49" fmla="*/ 3349907 h 6643294"/>
                <a:gd name="connsiteX50" fmla="*/ 6235743 w 7469542"/>
                <a:gd name="connsiteY50" fmla="*/ 4430359 h 6643294"/>
                <a:gd name="connsiteX51" fmla="*/ 6118615 w 7469542"/>
                <a:gd name="connsiteY51" fmla="*/ 4573363 h 6643294"/>
                <a:gd name="connsiteX52" fmla="*/ 5989513 w 7469542"/>
                <a:gd name="connsiteY52" fmla="*/ 4568233 h 6643294"/>
                <a:gd name="connsiteX53" fmla="*/ 5877228 w 7469542"/>
                <a:gd name="connsiteY53" fmla="*/ 4450009 h 6643294"/>
                <a:gd name="connsiteX54" fmla="*/ 5945672 w 7469542"/>
                <a:gd name="connsiteY54" fmla="*/ 4288592 h 6643294"/>
                <a:gd name="connsiteX55" fmla="*/ 6440936 w 7469542"/>
                <a:gd name="connsiteY55" fmla="*/ 3296293 h 6643294"/>
                <a:gd name="connsiteX56" fmla="*/ 6475548 w 7469542"/>
                <a:gd name="connsiteY56" fmla="*/ 2893937 h 6643294"/>
                <a:gd name="connsiteX57" fmla="*/ 6207438 w 7469542"/>
                <a:gd name="connsiteY57" fmla="*/ 1924990 h 6643294"/>
                <a:gd name="connsiteX58" fmla="*/ 5933404 w 7469542"/>
                <a:gd name="connsiteY58" fmla="*/ 1543867 h 6643294"/>
                <a:gd name="connsiteX59" fmla="*/ 5935766 w 7469542"/>
                <a:gd name="connsiteY59" fmla="*/ 1409783 h 6643294"/>
                <a:gd name="connsiteX60" fmla="*/ 6059819 w 7469542"/>
                <a:gd name="connsiteY60" fmla="*/ 1287172 h 6643294"/>
                <a:gd name="connsiteX61" fmla="*/ 1398266 w 7469542"/>
                <a:gd name="connsiteY61" fmla="*/ 1276447 h 6643294"/>
                <a:gd name="connsiteX62" fmla="*/ 1593626 w 7469542"/>
                <a:gd name="connsiteY62" fmla="*/ 1496241 h 6643294"/>
                <a:gd name="connsiteX63" fmla="*/ 1545501 w 7469542"/>
                <a:gd name="connsiteY63" fmla="*/ 1563802 h 6643294"/>
                <a:gd name="connsiteX64" fmla="*/ 1022709 w 7469542"/>
                <a:gd name="connsiteY64" fmla="*/ 2697691 h 6643294"/>
                <a:gd name="connsiteX65" fmla="*/ 1273691 w 7469542"/>
                <a:gd name="connsiteY65" fmla="*/ 3986653 h 6643294"/>
                <a:gd name="connsiteX66" fmla="*/ 1505576 w 7469542"/>
                <a:gd name="connsiteY66" fmla="*/ 4318260 h 6643294"/>
                <a:gd name="connsiteX67" fmla="*/ 1572614 w 7469542"/>
                <a:gd name="connsiteY67" fmla="*/ 4413802 h 6643294"/>
                <a:gd name="connsiteX68" fmla="*/ 1406052 w 7469542"/>
                <a:gd name="connsiteY68" fmla="*/ 4590167 h 6643294"/>
                <a:gd name="connsiteX69" fmla="*/ 1303806 w 7469542"/>
                <a:gd name="connsiteY69" fmla="*/ 4572592 h 6643294"/>
                <a:gd name="connsiteX70" fmla="*/ 1015650 w 7469542"/>
                <a:gd name="connsiteY70" fmla="*/ 4139849 h 6643294"/>
                <a:gd name="connsiteX71" fmla="*/ 731940 w 7469542"/>
                <a:gd name="connsiteY71" fmla="*/ 3227108 h 6643294"/>
                <a:gd name="connsiteX72" fmla="*/ 733890 w 7469542"/>
                <a:gd name="connsiteY72" fmla="*/ 2673978 h 6643294"/>
                <a:gd name="connsiteX73" fmla="*/ 848817 w 7469542"/>
                <a:gd name="connsiteY73" fmla="*/ 2164048 h 6643294"/>
                <a:gd name="connsiteX74" fmla="*/ 1247462 w 7469542"/>
                <a:gd name="connsiteY74" fmla="*/ 1424934 h 6643294"/>
                <a:gd name="connsiteX75" fmla="*/ 1398266 w 7469542"/>
                <a:gd name="connsiteY75" fmla="*/ 1276447 h 6643294"/>
                <a:gd name="connsiteX76" fmla="*/ 867714 w 7469542"/>
                <a:gd name="connsiteY76" fmla="*/ 776069 h 6643294"/>
                <a:gd name="connsiteX77" fmla="*/ 1096368 w 7469542"/>
                <a:gd name="connsiteY77" fmla="*/ 986259 h 6643294"/>
                <a:gd name="connsiteX78" fmla="*/ 597361 w 7469542"/>
                <a:gd name="connsiteY78" fmla="*/ 1679825 h 6643294"/>
                <a:gd name="connsiteX79" fmla="*/ 320774 w 7469542"/>
                <a:gd name="connsiteY79" fmla="*/ 2511928 h 6643294"/>
                <a:gd name="connsiteX80" fmla="*/ 314592 w 7469542"/>
                <a:gd name="connsiteY80" fmla="*/ 3372299 h 6643294"/>
                <a:gd name="connsiteX81" fmla="*/ 578940 w 7469542"/>
                <a:gd name="connsiteY81" fmla="*/ 4207993 h 6643294"/>
                <a:gd name="connsiteX82" fmla="*/ 1060630 w 7469542"/>
                <a:gd name="connsiteY82" fmla="*/ 4917118 h 6643294"/>
                <a:gd name="connsiteX83" fmla="*/ 896401 w 7469542"/>
                <a:gd name="connsiteY83" fmla="*/ 5099113 h 6643294"/>
                <a:gd name="connsiteX84" fmla="*/ 804989 w 7469542"/>
                <a:gd name="connsiteY84" fmla="*/ 5093306 h 6643294"/>
                <a:gd name="connsiteX85" fmla="*/ 780996 w 7469542"/>
                <a:gd name="connsiteY85" fmla="*/ 5069417 h 6643294"/>
                <a:gd name="connsiteX86" fmla="*/ 423860 w 7469542"/>
                <a:gd name="connsiteY86" fmla="*/ 4568163 h 6643294"/>
                <a:gd name="connsiteX87" fmla="*/ 63668 w 7469542"/>
                <a:gd name="connsiteY87" fmla="*/ 3639415 h 6643294"/>
                <a:gd name="connsiteX88" fmla="*/ 4954 w 7469542"/>
                <a:gd name="connsiteY88" fmla="*/ 2679322 h 6643294"/>
                <a:gd name="connsiteX89" fmla="*/ 59709 w 7469542"/>
                <a:gd name="connsiteY89" fmla="*/ 2332414 h 6643294"/>
                <a:gd name="connsiteX90" fmla="*/ 867714 w 7469542"/>
                <a:gd name="connsiteY90" fmla="*/ 776069 h 6643294"/>
                <a:gd name="connsiteX91" fmla="*/ 6575795 w 7469542"/>
                <a:gd name="connsiteY91" fmla="*/ 771961 h 6643294"/>
                <a:gd name="connsiteX92" fmla="*/ 6801432 w 7469542"/>
                <a:gd name="connsiteY92" fmla="*/ 995347 h 6643294"/>
                <a:gd name="connsiteX93" fmla="*/ 7109708 w 7469542"/>
                <a:gd name="connsiteY93" fmla="*/ 1458183 h 6643294"/>
                <a:gd name="connsiteX94" fmla="*/ 7342057 w 7469542"/>
                <a:gd name="connsiteY94" fmla="*/ 2020329 h 6643294"/>
                <a:gd name="connsiteX95" fmla="*/ 7464800 w 7469542"/>
                <a:gd name="connsiteY95" fmla="*/ 2614277 h 6643294"/>
                <a:gd name="connsiteX96" fmla="*/ 7469068 w 7469542"/>
                <a:gd name="connsiteY96" fmla="*/ 2715721 h 6643294"/>
                <a:gd name="connsiteX97" fmla="*/ 7469156 w 7469542"/>
                <a:gd name="connsiteY97" fmla="*/ 3038063 h 6643294"/>
                <a:gd name="connsiteX98" fmla="*/ 7067641 w 7469542"/>
                <a:gd name="connsiteY98" fmla="*/ 4486956 h 6643294"/>
                <a:gd name="connsiteX99" fmla="*/ 6708937 w 7469542"/>
                <a:gd name="connsiteY99" fmla="*/ 4998219 h 6643294"/>
                <a:gd name="connsiteX100" fmla="*/ 6559435 w 7469542"/>
                <a:gd name="connsiteY100" fmla="*/ 5118268 h 6643294"/>
                <a:gd name="connsiteX101" fmla="*/ 6385823 w 7469542"/>
                <a:gd name="connsiteY101" fmla="*/ 4952832 h 6643294"/>
                <a:gd name="connsiteX102" fmla="*/ 6492720 w 7469542"/>
                <a:gd name="connsiteY102" fmla="*/ 4759724 h 6643294"/>
                <a:gd name="connsiteX103" fmla="*/ 6747368 w 7469542"/>
                <a:gd name="connsiteY103" fmla="*/ 4434365 h 6643294"/>
                <a:gd name="connsiteX104" fmla="*/ 7041279 w 7469542"/>
                <a:gd name="connsiteY104" fmla="*/ 3832764 h 6643294"/>
                <a:gd name="connsiteX105" fmla="*/ 7183068 w 7469542"/>
                <a:gd name="connsiteY105" fmla="*/ 2753071 h 6643294"/>
                <a:gd name="connsiteX106" fmla="*/ 7023160 w 7469542"/>
                <a:gd name="connsiteY106" fmla="*/ 1996491 h 6643294"/>
                <a:gd name="connsiteX107" fmla="*/ 6782554 w 7469542"/>
                <a:gd name="connsiteY107" fmla="*/ 1493560 h 6643294"/>
                <a:gd name="connsiteX108" fmla="*/ 6475300 w 7469542"/>
                <a:gd name="connsiteY108" fmla="*/ 1099522 h 6643294"/>
                <a:gd name="connsiteX109" fmla="*/ 6440608 w 7469542"/>
                <a:gd name="connsiteY109" fmla="*/ 1062459 h 6643294"/>
                <a:gd name="connsiteX110" fmla="*/ 6450742 w 7469542"/>
                <a:gd name="connsiteY110" fmla="*/ 894035 h 6643294"/>
                <a:gd name="connsiteX111" fmla="*/ 6486274 w 7469542"/>
                <a:gd name="connsiteY111" fmla="*/ 857745 h 6643294"/>
                <a:gd name="connsiteX112" fmla="*/ 6575795 w 7469542"/>
                <a:gd name="connsiteY112" fmla="*/ 771961 h 6643294"/>
                <a:gd name="connsiteX113" fmla="*/ 3210152 w 7469542"/>
                <a:gd name="connsiteY113" fmla="*/ 2467 h 6643294"/>
                <a:gd name="connsiteX114" fmla="*/ 3210152 w 7469542"/>
                <a:gd name="connsiteY114" fmla="*/ 407905 h 6643294"/>
                <a:gd name="connsiteX115" fmla="*/ 3179330 w 7469542"/>
                <a:gd name="connsiteY115" fmla="*/ 431940 h 6643294"/>
                <a:gd name="connsiteX116" fmla="*/ 2994489 w 7469542"/>
                <a:gd name="connsiteY116" fmla="*/ 622613 h 6643294"/>
                <a:gd name="connsiteX117" fmla="*/ 2989915 w 7469542"/>
                <a:gd name="connsiteY117" fmla="*/ 631221 h 6643294"/>
                <a:gd name="connsiteX118" fmla="*/ 2864300 w 7469542"/>
                <a:gd name="connsiteY118" fmla="*/ 867922 h 6643294"/>
                <a:gd name="connsiteX119" fmla="*/ 2820803 w 7469542"/>
                <a:gd name="connsiteY119" fmla="*/ 1142690 h 6643294"/>
                <a:gd name="connsiteX120" fmla="*/ 2820133 w 7469542"/>
                <a:gd name="connsiteY120" fmla="*/ 2450792 h 6643294"/>
                <a:gd name="connsiteX121" fmla="*/ 2796253 w 7469542"/>
                <a:gd name="connsiteY121" fmla="*/ 2625637 h 6643294"/>
                <a:gd name="connsiteX122" fmla="*/ 2491129 w 7469542"/>
                <a:gd name="connsiteY122" fmla="*/ 2627875 h 6643294"/>
                <a:gd name="connsiteX123" fmla="*/ 2470647 w 7469542"/>
                <a:gd name="connsiteY123" fmla="*/ 2533441 h 6643294"/>
                <a:gd name="connsiteX124" fmla="*/ 2471929 w 7469542"/>
                <a:gd name="connsiteY124" fmla="*/ 1123449 h 6643294"/>
                <a:gd name="connsiteX125" fmla="*/ 2744246 w 7469542"/>
                <a:gd name="connsiteY125" fmla="*/ 338976 h 6643294"/>
                <a:gd name="connsiteX126" fmla="*/ 2823220 w 7469542"/>
                <a:gd name="connsiteY126" fmla="*/ 244991 h 6643294"/>
                <a:gd name="connsiteX127" fmla="*/ 2823220 w 7469542"/>
                <a:gd name="connsiteY127" fmla="*/ 242721 h 6643294"/>
                <a:gd name="connsiteX128" fmla="*/ 2839391 w 7469542"/>
                <a:gd name="connsiteY128" fmla="*/ 223014 h 6643294"/>
                <a:gd name="connsiteX129" fmla="*/ 2967530 w 7469542"/>
                <a:gd name="connsiteY129" fmla="*/ 139254 h 6643294"/>
                <a:gd name="connsiteX130" fmla="*/ 3141542 w 7469542"/>
                <a:gd name="connsiteY130" fmla="*/ 25489 h 6643294"/>
                <a:gd name="connsiteX131" fmla="*/ 4259404 w 7469542"/>
                <a:gd name="connsiteY131" fmla="*/ 0 h 6643294"/>
                <a:gd name="connsiteX132" fmla="*/ 4261242 w 7469542"/>
                <a:gd name="connsiteY132" fmla="*/ 588 h 6643294"/>
                <a:gd name="connsiteX133" fmla="*/ 4332800 w 7469542"/>
                <a:gd name="connsiteY133" fmla="*/ 40508 h 6643294"/>
                <a:gd name="connsiteX134" fmla="*/ 4437908 w 7469542"/>
                <a:gd name="connsiteY134" fmla="*/ 106178 h 6643294"/>
                <a:gd name="connsiteX135" fmla="*/ 4536703 w 7469542"/>
                <a:gd name="connsiteY135" fmla="*/ 168320 h 6643294"/>
                <a:gd name="connsiteX136" fmla="*/ 4536744 w 7469542"/>
                <a:gd name="connsiteY136" fmla="*/ 168337 h 6643294"/>
                <a:gd name="connsiteX137" fmla="*/ 4804121 w 7469542"/>
                <a:gd name="connsiteY137" fmla="*/ 490750 h 6643294"/>
                <a:gd name="connsiteX138" fmla="*/ 4836772 w 7469542"/>
                <a:gd name="connsiteY138" fmla="*/ 530114 h 6643294"/>
                <a:gd name="connsiteX139" fmla="*/ 4870795 w 7469542"/>
                <a:gd name="connsiteY139" fmla="*/ 631229 h 6643294"/>
                <a:gd name="connsiteX140" fmla="*/ 4987345 w 7469542"/>
                <a:gd name="connsiteY140" fmla="*/ 977612 h 6643294"/>
                <a:gd name="connsiteX141" fmla="*/ 5008808 w 7469542"/>
                <a:gd name="connsiteY141" fmla="*/ 1280654 h 6643294"/>
                <a:gd name="connsiteX142" fmla="*/ 5008506 w 7469542"/>
                <a:gd name="connsiteY142" fmla="*/ 2452017 h 6643294"/>
                <a:gd name="connsiteX143" fmla="*/ 4985900 w 7469542"/>
                <a:gd name="connsiteY143" fmla="*/ 2622918 h 6643294"/>
                <a:gd name="connsiteX144" fmla="*/ 4660285 w 7469542"/>
                <a:gd name="connsiteY144" fmla="*/ 2625017 h 6643294"/>
                <a:gd name="connsiteX145" fmla="*/ 4649962 w 7469542"/>
                <a:gd name="connsiteY145" fmla="*/ 2471030 h 6643294"/>
                <a:gd name="connsiteX146" fmla="*/ 4649987 w 7469542"/>
                <a:gd name="connsiteY146" fmla="*/ 1129909 h 6643294"/>
                <a:gd name="connsiteX147" fmla="*/ 4528880 w 7469542"/>
                <a:gd name="connsiteY147" fmla="*/ 695012 h 6643294"/>
                <a:gd name="connsiteX148" fmla="*/ 4486183 w 7469542"/>
                <a:gd name="connsiteY148" fmla="*/ 631229 h 6643294"/>
                <a:gd name="connsiteX149" fmla="*/ 4482108 w 7469542"/>
                <a:gd name="connsiteY149" fmla="*/ 631229 h 6643294"/>
                <a:gd name="connsiteX150" fmla="*/ 4382194 w 7469542"/>
                <a:gd name="connsiteY150" fmla="*/ 494956 h 6643294"/>
                <a:gd name="connsiteX151" fmla="*/ 4262434 w 7469542"/>
                <a:gd name="connsiteY151" fmla="*/ 393645 h 6643294"/>
                <a:gd name="connsiteX152" fmla="*/ 4259404 w 7469542"/>
                <a:gd name="connsiteY152" fmla="*/ 391285 h 664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9542" h="6643294">
                  <a:moveTo>
                    <a:pt x="2014191" y="2936002"/>
                  </a:moveTo>
                  <a:cubicBezTo>
                    <a:pt x="2065818" y="2936184"/>
                    <a:pt x="2117390" y="2941414"/>
                    <a:pt x="2171019" y="2945197"/>
                  </a:cubicBezTo>
                  <a:cubicBezTo>
                    <a:pt x="2177547" y="2979852"/>
                    <a:pt x="2188373" y="3011455"/>
                    <a:pt x="2188660" y="3043153"/>
                  </a:cubicBezTo>
                  <a:cubicBezTo>
                    <a:pt x="2190360" y="3229953"/>
                    <a:pt x="2186489" y="3416834"/>
                    <a:pt x="2190684" y="3603561"/>
                  </a:cubicBezTo>
                  <a:cubicBezTo>
                    <a:pt x="2193966" y="3749854"/>
                    <a:pt x="2199280" y="3897384"/>
                    <a:pt x="2239390" y="4039181"/>
                  </a:cubicBezTo>
                  <a:cubicBezTo>
                    <a:pt x="2287109" y="4207870"/>
                    <a:pt x="2351513" y="4370472"/>
                    <a:pt x="2445642" y="4519761"/>
                  </a:cubicBezTo>
                  <a:cubicBezTo>
                    <a:pt x="2454694" y="4534105"/>
                    <a:pt x="2462709" y="4549310"/>
                    <a:pt x="2473263" y="4562469"/>
                  </a:cubicBezTo>
                  <a:cubicBezTo>
                    <a:pt x="2728331" y="4880719"/>
                    <a:pt x="3037632" y="5112832"/>
                    <a:pt x="3448775" y="5191344"/>
                  </a:cubicBezTo>
                  <a:cubicBezTo>
                    <a:pt x="3788647" y="5256248"/>
                    <a:pt x="4106963" y="5205659"/>
                    <a:pt x="4414976" y="5049305"/>
                  </a:cubicBezTo>
                  <a:cubicBezTo>
                    <a:pt x="4603536" y="4953586"/>
                    <a:pt x="4766374" y="4828348"/>
                    <a:pt x="4901599" y="4669558"/>
                  </a:cubicBezTo>
                  <a:cubicBezTo>
                    <a:pt x="4987618" y="4568555"/>
                    <a:pt x="5067631" y="4459641"/>
                    <a:pt x="5121385" y="4336515"/>
                  </a:cubicBezTo>
                  <a:cubicBezTo>
                    <a:pt x="5189248" y="4181096"/>
                    <a:pt x="5233369" y="4019288"/>
                    <a:pt x="5258833" y="3850283"/>
                  </a:cubicBezTo>
                  <a:cubicBezTo>
                    <a:pt x="5294453" y="3613776"/>
                    <a:pt x="5279844" y="3376923"/>
                    <a:pt x="5284547" y="3140122"/>
                  </a:cubicBezTo>
                  <a:cubicBezTo>
                    <a:pt x="5285761" y="3079119"/>
                    <a:pt x="5288838" y="3018144"/>
                    <a:pt x="5290943" y="2960277"/>
                  </a:cubicBezTo>
                  <a:cubicBezTo>
                    <a:pt x="5435463" y="2930367"/>
                    <a:pt x="5466218" y="2930109"/>
                    <a:pt x="5607264" y="2957406"/>
                  </a:cubicBezTo>
                  <a:cubicBezTo>
                    <a:pt x="5609583" y="3005104"/>
                    <a:pt x="5613910" y="3055171"/>
                    <a:pt x="5614131" y="3105253"/>
                  </a:cubicBezTo>
                  <a:cubicBezTo>
                    <a:pt x="5614955" y="3297720"/>
                    <a:pt x="5614595" y="3490187"/>
                    <a:pt x="5614440" y="3682662"/>
                  </a:cubicBezTo>
                  <a:cubicBezTo>
                    <a:pt x="5614102" y="4103394"/>
                    <a:pt x="5482321" y="4479254"/>
                    <a:pt x="5234141" y="4817831"/>
                  </a:cubicBezTo>
                  <a:cubicBezTo>
                    <a:pt x="5163489" y="4914220"/>
                    <a:pt x="5081945" y="4998840"/>
                    <a:pt x="4989281" y="5090739"/>
                  </a:cubicBezTo>
                  <a:cubicBezTo>
                    <a:pt x="4893246" y="5161111"/>
                    <a:pt x="4806440" y="5223726"/>
                    <a:pt x="4718632" y="5284921"/>
                  </a:cubicBezTo>
                  <a:cubicBezTo>
                    <a:pt x="4534282" y="5413412"/>
                    <a:pt x="4323431" y="5475151"/>
                    <a:pt x="4108148" y="5525403"/>
                  </a:cubicBezTo>
                  <a:cubicBezTo>
                    <a:pt x="4048602" y="5539312"/>
                    <a:pt x="3989019" y="5553053"/>
                    <a:pt x="3933609" y="5565910"/>
                  </a:cubicBezTo>
                  <a:cubicBezTo>
                    <a:pt x="3907961" y="5712534"/>
                    <a:pt x="3907225" y="6085201"/>
                    <a:pt x="3932218" y="6239789"/>
                  </a:cubicBezTo>
                  <a:cubicBezTo>
                    <a:pt x="3966999" y="6244742"/>
                    <a:pt x="4004680" y="6254361"/>
                    <a:pt x="4042457" y="6254744"/>
                  </a:cubicBezTo>
                  <a:cubicBezTo>
                    <a:pt x="4212272" y="6256473"/>
                    <a:pt x="4382116" y="6254986"/>
                    <a:pt x="4551931" y="6256009"/>
                  </a:cubicBezTo>
                  <a:cubicBezTo>
                    <a:pt x="4601851" y="6256304"/>
                    <a:pt x="4651734" y="6261029"/>
                    <a:pt x="4705864" y="6263943"/>
                  </a:cubicBezTo>
                  <a:cubicBezTo>
                    <a:pt x="4735118" y="6388754"/>
                    <a:pt x="4715519" y="6505050"/>
                    <a:pt x="4719633" y="6611352"/>
                  </a:cubicBezTo>
                  <a:cubicBezTo>
                    <a:pt x="4701742" y="6624555"/>
                    <a:pt x="4697378" y="6628234"/>
                    <a:pt x="4692580" y="6631186"/>
                  </a:cubicBezTo>
                  <a:cubicBezTo>
                    <a:pt x="4687906" y="6634063"/>
                    <a:pt x="4682791" y="6638346"/>
                    <a:pt x="4677853" y="6638361"/>
                  </a:cubicBezTo>
                  <a:cubicBezTo>
                    <a:pt x="4077893" y="6640289"/>
                    <a:pt x="3477933" y="6641931"/>
                    <a:pt x="2877966" y="6643292"/>
                  </a:cubicBezTo>
                  <a:cubicBezTo>
                    <a:pt x="2849757" y="6643358"/>
                    <a:pt x="2821430" y="6641864"/>
                    <a:pt x="2793412" y="6638781"/>
                  </a:cubicBezTo>
                  <a:cubicBezTo>
                    <a:pt x="2783138" y="6637655"/>
                    <a:pt x="2773622" y="6629780"/>
                    <a:pt x="2752117" y="6619315"/>
                  </a:cubicBezTo>
                  <a:cubicBezTo>
                    <a:pt x="2736942" y="6509429"/>
                    <a:pt x="2739613" y="6393435"/>
                    <a:pt x="2753383" y="6272186"/>
                  </a:cubicBezTo>
                  <a:cubicBezTo>
                    <a:pt x="2885053" y="6239494"/>
                    <a:pt x="3015192" y="6260278"/>
                    <a:pt x="3143808" y="6256363"/>
                  </a:cubicBezTo>
                  <a:cubicBezTo>
                    <a:pt x="3273411" y="6252425"/>
                    <a:pt x="3403197" y="6254339"/>
                    <a:pt x="3529355" y="6253706"/>
                  </a:cubicBezTo>
                  <a:cubicBezTo>
                    <a:pt x="3562855" y="6133252"/>
                    <a:pt x="3568640" y="5758819"/>
                    <a:pt x="3542749" y="5570877"/>
                  </a:cubicBezTo>
                  <a:cubicBezTo>
                    <a:pt x="3391105" y="5530665"/>
                    <a:pt x="3238563" y="5492137"/>
                    <a:pt x="3087191" y="5449503"/>
                  </a:cubicBezTo>
                  <a:cubicBezTo>
                    <a:pt x="2955764" y="5412499"/>
                    <a:pt x="2840513" y="5341060"/>
                    <a:pt x="2721612" y="5275766"/>
                  </a:cubicBezTo>
                  <a:cubicBezTo>
                    <a:pt x="2530822" y="5170995"/>
                    <a:pt x="2393867" y="5007318"/>
                    <a:pt x="2244357" y="4857889"/>
                  </a:cubicBezTo>
                  <a:cubicBezTo>
                    <a:pt x="2190544" y="4804113"/>
                    <a:pt x="2152032" y="4732026"/>
                    <a:pt x="2116985" y="4662986"/>
                  </a:cubicBezTo>
                  <a:cubicBezTo>
                    <a:pt x="1959601" y="4352927"/>
                    <a:pt x="1843150" y="4032072"/>
                    <a:pt x="1855860" y="3675633"/>
                  </a:cubicBezTo>
                  <a:cubicBezTo>
                    <a:pt x="1862513" y="3489061"/>
                    <a:pt x="1857045" y="3302054"/>
                    <a:pt x="1857045" y="3115246"/>
                  </a:cubicBezTo>
                  <a:cubicBezTo>
                    <a:pt x="1857045" y="3065047"/>
                    <a:pt x="1857038" y="3014854"/>
                    <a:pt x="1857038" y="2957083"/>
                  </a:cubicBezTo>
                  <a:cubicBezTo>
                    <a:pt x="1910884" y="2940681"/>
                    <a:pt x="1962565" y="2935818"/>
                    <a:pt x="2014191" y="2936002"/>
                  </a:cubicBezTo>
                  <a:close/>
                  <a:moveTo>
                    <a:pt x="6059819" y="1287172"/>
                  </a:moveTo>
                  <a:cubicBezTo>
                    <a:pt x="6121780" y="1283699"/>
                    <a:pt x="6135056" y="1325067"/>
                    <a:pt x="6161595" y="1353467"/>
                  </a:cubicBezTo>
                  <a:cubicBezTo>
                    <a:pt x="6297792" y="1499209"/>
                    <a:pt x="6400553" y="1667103"/>
                    <a:pt x="6493534" y="1841783"/>
                  </a:cubicBezTo>
                  <a:cubicBezTo>
                    <a:pt x="6616594" y="2072984"/>
                    <a:pt x="6693516" y="2317932"/>
                    <a:pt x="6732140" y="2577932"/>
                  </a:cubicBezTo>
                  <a:cubicBezTo>
                    <a:pt x="6755565" y="2735677"/>
                    <a:pt x="6759893" y="2892561"/>
                    <a:pt x="6756073" y="3050225"/>
                  </a:cubicBezTo>
                  <a:cubicBezTo>
                    <a:pt x="6753769" y="3145421"/>
                    <a:pt x="6737652" y="3240279"/>
                    <a:pt x="6724257" y="3349907"/>
                  </a:cubicBezTo>
                  <a:cubicBezTo>
                    <a:pt x="6646555" y="3759593"/>
                    <a:pt x="6499900" y="4121617"/>
                    <a:pt x="6235743" y="4430359"/>
                  </a:cubicBezTo>
                  <a:cubicBezTo>
                    <a:pt x="6195677" y="4477188"/>
                    <a:pt x="6161418" y="4529360"/>
                    <a:pt x="6118615" y="4573363"/>
                  </a:cubicBezTo>
                  <a:cubicBezTo>
                    <a:pt x="6071565" y="4621723"/>
                    <a:pt x="6041877" y="4618867"/>
                    <a:pt x="5989513" y="4568233"/>
                  </a:cubicBezTo>
                  <a:cubicBezTo>
                    <a:pt x="5949463" y="4529500"/>
                    <a:pt x="5912591" y="4487477"/>
                    <a:pt x="5877228" y="4450009"/>
                  </a:cubicBezTo>
                  <a:cubicBezTo>
                    <a:pt x="5887819" y="4383537"/>
                    <a:pt x="5903679" y="4330828"/>
                    <a:pt x="5945672" y="4288592"/>
                  </a:cubicBezTo>
                  <a:cubicBezTo>
                    <a:pt x="6231577" y="4000994"/>
                    <a:pt x="6346983" y="3710710"/>
                    <a:pt x="6440936" y="3296293"/>
                  </a:cubicBezTo>
                  <a:cubicBezTo>
                    <a:pt x="6470484" y="3165955"/>
                    <a:pt x="6483408" y="3027182"/>
                    <a:pt x="6475548" y="2893937"/>
                  </a:cubicBezTo>
                  <a:cubicBezTo>
                    <a:pt x="6455478" y="2553439"/>
                    <a:pt x="6378121" y="2225540"/>
                    <a:pt x="6207438" y="1924990"/>
                  </a:cubicBezTo>
                  <a:cubicBezTo>
                    <a:pt x="6129684" y="1788073"/>
                    <a:pt x="6030042" y="1667088"/>
                    <a:pt x="5933404" y="1543867"/>
                  </a:cubicBezTo>
                  <a:cubicBezTo>
                    <a:pt x="5893294" y="1492725"/>
                    <a:pt x="5891705" y="1457981"/>
                    <a:pt x="5935766" y="1409783"/>
                  </a:cubicBezTo>
                  <a:cubicBezTo>
                    <a:pt x="5977179" y="1364507"/>
                    <a:pt x="6023007" y="1323264"/>
                    <a:pt x="6059819" y="1287172"/>
                  </a:cubicBezTo>
                  <a:close/>
                  <a:moveTo>
                    <a:pt x="1398266" y="1276447"/>
                  </a:moveTo>
                  <a:cubicBezTo>
                    <a:pt x="1465598" y="1352207"/>
                    <a:pt x="1525072" y="1419113"/>
                    <a:pt x="1593626" y="1496241"/>
                  </a:cubicBezTo>
                  <a:cubicBezTo>
                    <a:pt x="1582646" y="1511865"/>
                    <a:pt x="1566940" y="1540472"/>
                    <a:pt x="1545501" y="1563802"/>
                  </a:cubicBezTo>
                  <a:cubicBezTo>
                    <a:pt x="1249552" y="1885820"/>
                    <a:pt x="1084212" y="2266449"/>
                    <a:pt x="1022709" y="2697691"/>
                  </a:cubicBezTo>
                  <a:cubicBezTo>
                    <a:pt x="957113" y="3157663"/>
                    <a:pt x="1055783" y="3584636"/>
                    <a:pt x="1273691" y="3986653"/>
                  </a:cubicBezTo>
                  <a:cubicBezTo>
                    <a:pt x="1337550" y="4104472"/>
                    <a:pt x="1427601" y="4208087"/>
                    <a:pt x="1505576" y="4318260"/>
                  </a:cubicBezTo>
                  <a:cubicBezTo>
                    <a:pt x="1527956" y="4349869"/>
                    <a:pt x="1550072" y="4381663"/>
                    <a:pt x="1572614" y="4413802"/>
                  </a:cubicBezTo>
                  <a:cubicBezTo>
                    <a:pt x="1526830" y="4488737"/>
                    <a:pt x="1463582" y="4537111"/>
                    <a:pt x="1406052" y="4590167"/>
                  </a:cubicBezTo>
                  <a:cubicBezTo>
                    <a:pt x="1374384" y="4619377"/>
                    <a:pt x="1326540" y="4611127"/>
                    <a:pt x="1303806" y="4572592"/>
                  </a:cubicBezTo>
                  <a:cubicBezTo>
                    <a:pt x="1215617" y="4423126"/>
                    <a:pt x="1097091" y="4294606"/>
                    <a:pt x="1015650" y="4139849"/>
                  </a:cubicBezTo>
                  <a:cubicBezTo>
                    <a:pt x="866811" y="3857021"/>
                    <a:pt x="762924" y="3561777"/>
                    <a:pt x="731940" y="3227108"/>
                  </a:cubicBezTo>
                  <a:cubicBezTo>
                    <a:pt x="707852" y="3032808"/>
                    <a:pt x="707249" y="2854788"/>
                    <a:pt x="733890" y="2673978"/>
                  </a:cubicBezTo>
                  <a:cubicBezTo>
                    <a:pt x="759480" y="2500226"/>
                    <a:pt x="789065" y="2329086"/>
                    <a:pt x="848817" y="2164048"/>
                  </a:cubicBezTo>
                  <a:cubicBezTo>
                    <a:pt x="945095" y="1898081"/>
                    <a:pt x="1086957" y="1655988"/>
                    <a:pt x="1247462" y="1424934"/>
                  </a:cubicBezTo>
                  <a:cubicBezTo>
                    <a:pt x="1284981" y="1370922"/>
                    <a:pt x="1342245" y="1330636"/>
                    <a:pt x="1398266" y="1276447"/>
                  </a:cubicBezTo>
                  <a:close/>
                  <a:moveTo>
                    <a:pt x="867714" y="776069"/>
                  </a:moveTo>
                  <a:cubicBezTo>
                    <a:pt x="999509" y="853492"/>
                    <a:pt x="999509" y="853492"/>
                    <a:pt x="1096368" y="986259"/>
                  </a:cubicBezTo>
                  <a:cubicBezTo>
                    <a:pt x="904048" y="1196699"/>
                    <a:pt x="726992" y="1420364"/>
                    <a:pt x="597361" y="1679825"/>
                  </a:cubicBezTo>
                  <a:cubicBezTo>
                    <a:pt x="464970" y="1944814"/>
                    <a:pt x="366101" y="2220828"/>
                    <a:pt x="320774" y="2511928"/>
                  </a:cubicBezTo>
                  <a:cubicBezTo>
                    <a:pt x="276418" y="2796832"/>
                    <a:pt x="270200" y="3085196"/>
                    <a:pt x="314592" y="3372299"/>
                  </a:cubicBezTo>
                  <a:cubicBezTo>
                    <a:pt x="359765" y="3664452"/>
                    <a:pt x="451355" y="3940392"/>
                    <a:pt x="578940" y="4207993"/>
                  </a:cubicBezTo>
                  <a:cubicBezTo>
                    <a:pt x="703838" y="4469972"/>
                    <a:pt x="883191" y="4692673"/>
                    <a:pt x="1060630" y="4917118"/>
                  </a:cubicBezTo>
                  <a:cubicBezTo>
                    <a:pt x="1017966" y="4999126"/>
                    <a:pt x="954431" y="5047220"/>
                    <a:pt x="896401" y="5099113"/>
                  </a:cubicBezTo>
                  <a:cubicBezTo>
                    <a:pt x="868531" y="5124025"/>
                    <a:pt x="833845" y="5121353"/>
                    <a:pt x="804989" y="5093306"/>
                  </a:cubicBezTo>
                  <a:cubicBezTo>
                    <a:pt x="796871" y="5085417"/>
                    <a:pt x="786523" y="5078830"/>
                    <a:pt x="780996" y="5069417"/>
                  </a:cubicBezTo>
                  <a:cubicBezTo>
                    <a:pt x="676719" y="4891661"/>
                    <a:pt x="519482" y="4750857"/>
                    <a:pt x="423860" y="4568163"/>
                  </a:cubicBezTo>
                  <a:cubicBezTo>
                    <a:pt x="269125" y="4272537"/>
                    <a:pt x="137323" y="3967740"/>
                    <a:pt x="63668" y="3639415"/>
                  </a:cubicBezTo>
                  <a:cubicBezTo>
                    <a:pt x="-7579" y="3321820"/>
                    <a:pt x="-4488" y="3000597"/>
                    <a:pt x="4954" y="2679322"/>
                  </a:cubicBezTo>
                  <a:cubicBezTo>
                    <a:pt x="8222" y="2568089"/>
                    <a:pt x="39559" y="2457680"/>
                    <a:pt x="59709" y="2332414"/>
                  </a:cubicBezTo>
                  <a:cubicBezTo>
                    <a:pt x="181966" y="1726014"/>
                    <a:pt x="467244" y="1220838"/>
                    <a:pt x="867714" y="776069"/>
                  </a:cubicBezTo>
                  <a:close/>
                  <a:moveTo>
                    <a:pt x="6575795" y="771961"/>
                  </a:moveTo>
                  <a:cubicBezTo>
                    <a:pt x="6677695" y="820807"/>
                    <a:pt x="6736005" y="914274"/>
                    <a:pt x="6801432" y="995347"/>
                  </a:cubicBezTo>
                  <a:cubicBezTo>
                    <a:pt x="6917926" y="1139697"/>
                    <a:pt x="7020930" y="1294786"/>
                    <a:pt x="7109708" y="1458183"/>
                  </a:cubicBezTo>
                  <a:cubicBezTo>
                    <a:pt x="7206972" y="1637197"/>
                    <a:pt x="7277190" y="1827162"/>
                    <a:pt x="7342057" y="2020329"/>
                  </a:cubicBezTo>
                  <a:cubicBezTo>
                    <a:pt x="7407174" y="2214261"/>
                    <a:pt x="7423998" y="2416363"/>
                    <a:pt x="7464800" y="2614277"/>
                  </a:cubicBezTo>
                  <a:cubicBezTo>
                    <a:pt x="7471541" y="2647004"/>
                    <a:pt x="7468928" y="2681852"/>
                    <a:pt x="7469068" y="2715721"/>
                  </a:cubicBezTo>
                  <a:cubicBezTo>
                    <a:pt x="7469532" y="2823170"/>
                    <a:pt x="7469811" y="2930620"/>
                    <a:pt x="7469156" y="3038063"/>
                  </a:cubicBezTo>
                  <a:cubicBezTo>
                    <a:pt x="7465999" y="3557221"/>
                    <a:pt x="7324607" y="4036639"/>
                    <a:pt x="7067641" y="4486956"/>
                  </a:cubicBezTo>
                  <a:cubicBezTo>
                    <a:pt x="6963474" y="4669518"/>
                    <a:pt x="6832526" y="4830840"/>
                    <a:pt x="6708937" y="4998219"/>
                  </a:cubicBezTo>
                  <a:cubicBezTo>
                    <a:pt x="6673508" y="5046189"/>
                    <a:pt x="6633126" y="5097897"/>
                    <a:pt x="6559435" y="5118268"/>
                  </a:cubicBezTo>
                  <a:cubicBezTo>
                    <a:pt x="6487407" y="5081883"/>
                    <a:pt x="6435213" y="5018546"/>
                    <a:pt x="6385823" y="4952832"/>
                  </a:cubicBezTo>
                  <a:cubicBezTo>
                    <a:pt x="6406562" y="4875432"/>
                    <a:pt x="6433344" y="4807959"/>
                    <a:pt x="6492720" y="4759724"/>
                  </a:cubicBezTo>
                  <a:cubicBezTo>
                    <a:pt x="6602429" y="4670607"/>
                    <a:pt x="6670255" y="4547747"/>
                    <a:pt x="6747368" y="4434365"/>
                  </a:cubicBezTo>
                  <a:cubicBezTo>
                    <a:pt x="6870950" y="4252657"/>
                    <a:pt x="6965358" y="4054147"/>
                    <a:pt x="7041279" y="3832764"/>
                  </a:cubicBezTo>
                  <a:cubicBezTo>
                    <a:pt x="7161947" y="3473543"/>
                    <a:pt x="7205346" y="3116671"/>
                    <a:pt x="7183068" y="2753071"/>
                  </a:cubicBezTo>
                  <a:cubicBezTo>
                    <a:pt x="7167187" y="2493874"/>
                    <a:pt x="7112306" y="2241823"/>
                    <a:pt x="7023160" y="1996491"/>
                  </a:cubicBezTo>
                  <a:cubicBezTo>
                    <a:pt x="6959162" y="1820362"/>
                    <a:pt x="6882924" y="1651306"/>
                    <a:pt x="6782554" y="1493560"/>
                  </a:cubicBezTo>
                  <a:cubicBezTo>
                    <a:pt x="6692856" y="1352588"/>
                    <a:pt x="6613137" y="1203328"/>
                    <a:pt x="6475300" y="1099522"/>
                  </a:cubicBezTo>
                  <a:cubicBezTo>
                    <a:pt x="6461958" y="1089476"/>
                    <a:pt x="6450344" y="1076162"/>
                    <a:pt x="6440608" y="1062459"/>
                  </a:cubicBezTo>
                  <a:cubicBezTo>
                    <a:pt x="6399320" y="1004340"/>
                    <a:pt x="6402860" y="949313"/>
                    <a:pt x="6450742" y="894035"/>
                  </a:cubicBezTo>
                  <a:cubicBezTo>
                    <a:pt x="6461810" y="881259"/>
                    <a:pt x="6474116" y="869520"/>
                    <a:pt x="6486274" y="857745"/>
                  </a:cubicBezTo>
                  <a:cubicBezTo>
                    <a:pt x="6514549" y="830374"/>
                    <a:pt x="6543082" y="803269"/>
                    <a:pt x="6575795" y="771961"/>
                  </a:cubicBezTo>
                  <a:close/>
                  <a:moveTo>
                    <a:pt x="3210152" y="2467"/>
                  </a:moveTo>
                  <a:lnTo>
                    <a:pt x="3210152" y="407905"/>
                  </a:lnTo>
                  <a:lnTo>
                    <a:pt x="3179330" y="431940"/>
                  </a:lnTo>
                  <a:cubicBezTo>
                    <a:pt x="3101541" y="495380"/>
                    <a:pt x="3044454" y="556306"/>
                    <a:pt x="2994489" y="622613"/>
                  </a:cubicBezTo>
                  <a:lnTo>
                    <a:pt x="2989915" y="631221"/>
                  </a:lnTo>
                  <a:lnTo>
                    <a:pt x="2864300" y="867922"/>
                  </a:lnTo>
                  <a:cubicBezTo>
                    <a:pt x="2835324" y="954679"/>
                    <a:pt x="2820803" y="1046337"/>
                    <a:pt x="2820803" y="1142690"/>
                  </a:cubicBezTo>
                  <a:cubicBezTo>
                    <a:pt x="2820819" y="1578729"/>
                    <a:pt x="2821334" y="2014769"/>
                    <a:pt x="2820133" y="2450792"/>
                  </a:cubicBezTo>
                  <a:cubicBezTo>
                    <a:pt x="2819978" y="2505771"/>
                    <a:pt x="2834164" y="2563626"/>
                    <a:pt x="2796253" y="2625637"/>
                  </a:cubicBezTo>
                  <a:cubicBezTo>
                    <a:pt x="2701313" y="2640991"/>
                    <a:pt x="2601146" y="2634310"/>
                    <a:pt x="2491129" y="2627875"/>
                  </a:cubicBezTo>
                  <a:cubicBezTo>
                    <a:pt x="2483828" y="2595673"/>
                    <a:pt x="2470737" y="2564573"/>
                    <a:pt x="2470647" y="2533441"/>
                  </a:cubicBezTo>
                  <a:cubicBezTo>
                    <a:pt x="2469324" y="2063436"/>
                    <a:pt x="2463696" y="1593307"/>
                    <a:pt x="2471929" y="1123449"/>
                  </a:cubicBezTo>
                  <a:cubicBezTo>
                    <a:pt x="2476960" y="835696"/>
                    <a:pt x="2576490" y="571521"/>
                    <a:pt x="2744246" y="338976"/>
                  </a:cubicBezTo>
                  <a:lnTo>
                    <a:pt x="2823220" y="244991"/>
                  </a:lnTo>
                  <a:lnTo>
                    <a:pt x="2823220" y="242721"/>
                  </a:lnTo>
                  <a:lnTo>
                    <a:pt x="2839391" y="223014"/>
                  </a:lnTo>
                  <a:cubicBezTo>
                    <a:pt x="2875407" y="187545"/>
                    <a:pt x="2916936" y="157434"/>
                    <a:pt x="2967530" y="139254"/>
                  </a:cubicBezTo>
                  <a:cubicBezTo>
                    <a:pt x="3023016" y="85598"/>
                    <a:pt x="3081017" y="51354"/>
                    <a:pt x="3141542" y="25489"/>
                  </a:cubicBezTo>
                  <a:close/>
                  <a:moveTo>
                    <a:pt x="4259404" y="0"/>
                  </a:moveTo>
                  <a:lnTo>
                    <a:pt x="4261242" y="588"/>
                  </a:lnTo>
                  <a:cubicBezTo>
                    <a:pt x="4294742" y="25987"/>
                    <a:pt x="4313780" y="33248"/>
                    <a:pt x="4332800" y="40508"/>
                  </a:cubicBezTo>
                  <a:cubicBezTo>
                    <a:pt x="4375015" y="74066"/>
                    <a:pt x="4406474" y="90122"/>
                    <a:pt x="4437908" y="106178"/>
                  </a:cubicBezTo>
                  <a:lnTo>
                    <a:pt x="4536703" y="168320"/>
                  </a:lnTo>
                  <a:lnTo>
                    <a:pt x="4536744" y="168337"/>
                  </a:lnTo>
                  <a:lnTo>
                    <a:pt x="4804121" y="490750"/>
                  </a:lnTo>
                  <a:lnTo>
                    <a:pt x="4836772" y="530114"/>
                  </a:lnTo>
                  <a:lnTo>
                    <a:pt x="4870795" y="631229"/>
                  </a:lnTo>
                  <a:lnTo>
                    <a:pt x="4987345" y="977612"/>
                  </a:lnTo>
                  <a:cubicBezTo>
                    <a:pt x="4998746" y="1078882"/>
                    <a:pt x="5008735" y="1179147"/>
                    <a:pt x="5008808" y="1280654"/>
                  </a:cubicBezTo>
                  <a:cubicBezTo>
                    <a:pt x="5009086" y="1671105"/>
                    <a:pt x="5009282" y="2061557"/>
                    <a:pt x="5008506" y="2452017"/>
                  </a:cubicBezTo>
                  <a:cubicBezTo>
                    <a:pt x="5008400" y="2507446"/>
                    <a:pt x="5018674" y="2565096"/>
                    <a:pt x="4985900" y="2622918"/>
                  </a:cubicBezTo>
                  <a:cubicBezTo>
                    <a:pt x="4881265" y="2640673"/>
                    <a:pt x="4776549" y="2636802"/>
                    <a:pt x="4660285" y="2625017"/>
                  </a:cubicBezTo>
                  <a:cubicBezTo>
                    <a:pt x="4656373" y="2569155"/>
                    <a:pt x="4650052" y="2520097"/>
                    <a:pt x="4649962" y="2471030"/>
                  </a:cubicBezTo>
                  <a:cubicBezTo>
                    <a:pt x="4649194" y="2023998"/>
                    <a:pt x="4648623" y="1576949"/>
                    <a:pt x="4649987" y="1129909"/>
                  </a:cubicBezTo>
                  <a:cubicBezTo>
                    <a:pt x="4650460" y="972843"/>
                    <a:pt x="4605869" y="828517"/>
                    <a:pt x="4528880" y="695012"/>
                  </a:cubicBezTo>
                  <a:lnTo>
                    <a:pt x="4486183" y="631229"/>
                  </a:lnTo>
                  <a:lnTo>
                    <a:pt x="4482108" y="631229"/>
                  </a:lnTo>
                  <a:lnTo>
                    <a:pt x="4382194" y="494956"/>
                  </a:lnTo>
                  <a:cubicBezTo>
                    <a:pt x="4324756" y="460206"/>
                    <a:pt x="4271540" y="456008"/>
                    <a:pt x="4262434" y="393645"/>
                  </a:cubicBezTo>
                  <a:lnTo>
                    <a:pt x="4259404" y="391285"/>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632" name="Freeform: Shape 1631">
              <a:extLst>
                <a:ext uri="{FF2B5EF4-FFF2-40B4-BE49-F238E27FC236}">
                  <a16:creationId xmlns:a16="http://schemas.microsoft.com/office/drawing/2014/main" id="{081EDF31-4805-7F13-E3F3-B6A92BD757BF}"/>
                </a:ext>
                <a:ext uri="{C183D7F6-B498-43B3-948B-1728B52AA6E4}">
                  <adec:decorative xmlns:adec="http://schemas.microsoft.com/office/drawing/2017/decorative" val="1"/>
                </a:ext>
              </a:extLst>
            </p:cNvPr>
            <p:cNvSpPr/>
            <p:nvPr/>
          </p:nvSpPr>
          <p:spPr>
            <a:xfrm>
              <a:off x="11218827" y="2930159"/>
              <a:ext cx="169424" cy="340678"/>
            </a:xfrm>
            <a:custGeom>
              <a:avLst/>
              <a:gdLst>
                <a:gd name="connsiteX0" fmla="*/ 1879485 w 2541368"/>
                <a:gd name="connsiteY0" fmla="*/ 3553231 h 5110167"/>
                <a:gd name="connsiteX1" fmla="*/ 1973066 w 2541368"/>
                <a:gd name="connsiteY1" fmla="*/ 3572333 h 5110167"/>
                <a:gd name="connsiteX2" fmla="*/ 1898778 w 2541368"/>
                <a:gd name="connsiteY2" fmla="*/ 3998697 h 5110167"/>
                <a:gd name="connsiteX3" fmla="*/ 1770699 w 2541368"/>
                <a:gd name="connsiteY3" fmla="*/ 4210904 h 5110167"/>
                <a:gd name="connsiteX4" fmla="*/ 1112993 w 2541368"/>
                <a:gd name="connsiteY4" fmla="*/ 4471110 h 5110167"/>
                <a:gd name="connsiteX5" fmla="*/ 1103831 w 2541368"/>
                <a:gd name="connsiteY5" fmla="*/ 4288040 h 5110167"/>
                <a:gd name="connsiteX6" fmla="*/ 1194494 w 2541368"/>
                <a:gd name="connsiteY6" fmla="*/ 4263562 h 5110167"/>
                <a:gd name="connsiteX7" fmla="*/ 1389501 w 2541368"/>
                <a:gd name="connsiteY7" fmla="*/ 4215872 h 5110167"/>
                <a:gd name="connsiteX8" fmla="*/ 1500675 w 2541368"/>
                <a:gd name="connsiteY8" fmla="*/ 4145455 h 5110167"/>
                <a:gd name="connsiteX9" fmla="*/ 1558757 w 2541368"/>
                <a:gd name="connsiteY9" fmla="*/ 4084878 h 5110167"/>
                <a:gd name="connsiteX10" fmla="*/ 1773908 w 2541368"/>
                <a:gd name="connsiteY10" fmla="*/ 3632726 h 5110167"/>
                <a:gd name="connsiteX11" fmla="*/ 1784623 w 2541368"/>
                <a:gd name="connsiteY11" fmla="*/ 3566408 h 5110167"/>
                <a:gd name="connsiteX12" fmla="*/ 1879485 w 2541368"/>
                <a:gd name="connsiteY12" fmla="*/ 3553231 h 5110167"/>
                <a:gd name="connsiteX13" fmla="*/ 166869 w 2541368"/>
                <a:gd name="connsiteY13" fmla="*/ 3170294 h 5110167"/>
                <a:gd name="connsiteX14" fmla="*/ 313803 w 2541368"/>
                <a:gd name="connsiteY14" fmla="*/ 3175919 h 5110167"/>
                <a:gd name="connsiteX15" fmla="*/ 352492 w 2541368"/>
                <a:gd name="connsiteY15" fmla="*/ 3277400 h 5110167"/>
                <a:gd name="connsiteX16" fmla="*/ 352875 w 2541368"/>
                <a:gd name="connsiteY16" fmla="*/ 3871435 h 5110167"/>
                <a:gd name="connsiteX17" fmla="*/ 562549 w 2541368"/>
                <a:gd name="connsiteY17" fmla="*/ 4430902 h 5110167"/>
                <a:gd name="connsiteX18" fmla="*/ 1222519 w 2541368"/>
                <a:gd name="connsiteY18" fmla="*/ 4767410 h 5110167"/>
                <a:gd name="connsiteX19" fmla="*/ 1724339 w 2541368"/>
                <a:gd name="connsiteY19" fmla="*/ 4641584 h 5110167"/>
                <a:gd name="connsiteX20" fmla="*/ 2011679 w 2541368"/>
                <a:gd name="connsiteY20" fmla="*/ 4371495 h 5110167"/>
                <a:gd name="connsiteX21" fmla="*/ 2155014 w 2541368"/>
                <a:gd name="connsiteY21" fmla="*/ 4067604 h 5110167"/>
                <a:gd name="connsiteX22" fmla="*/ 2179793 w 2541368"/>
                <a:gd name="connsiteY22" fmla="*/ 3902345 h 5110167"/>
                <a:gd name="connsiteX23" fmla="*/ 2181295 w 2541368"/>
                <a:gd name="connsiteY23" fmla="*/ 3325296 h 5110167"/>
                <a:gd name="connsiteX24" fmla="*/ 2188875 w 2541368"/>
                <a:gd name="connsiteY24" fmla="*/ 3186436 h 5110167"/>
                <a:gd name="connsiteX25" fmla="*/ 2514610 w 2541368"/>
                <a:gd name="connsiteY25" fmla="*/ 3178915 h 5110167"/>
                <a:gd name="connsiteX26" fmla="*/ 2538418 w 2541368"/>
                <a:gd name="connsiteY26" fmla="*/ 3429088 h 5110167"/>
                <a:gd name="connsiteX27" fmla="*/ 2539257 w 2541368"/>
                <a:gd name="connsiteY27" fmla="*/ 3699979 h 5110167"/>
                <a:gd name="connsiteX28" fmla="*/ 2454681 w 2541368"/>
                <a:gd name="connsiteY28" fmla="*/ 4281024 h 5110167"/>
                <a:gd name="connsiteX29" fmla="*/ 1887567 w 2541368"/>
                <a:gd name="connsiteY29" fmla="*/ 4947911 h 5110167"/>
                <a:gd name="connsiteX30" fmla="*/ 888784 w 2541368"/>
                <a:gd name="connsiteY30" fmla="*/ 5053822 h 5110167"/>
                <a:gd name="connsiteX31" fmla="*/ 611800 w 2541368"/>
                <a:gd name="connsiteY31" fmla="*/ 4928474 h 5110167"/>
                <a:gd name="connsiteX32" fmla="*/ 110627 w 2541368"/>
                <a:gd name="connsiteY32" fmla="*/ 4363812 h 5110167"/>
                <a:gd name="connsiteX33" fmla="*/ 1036 w 2541368"/>
                <a:gd name="connsiteY33" fmla="*/ 3804058 h 5110167"/>
                <a:gd name="connsiteX34" fmla="*/ 984 w 2541368"/>
                <a:gd name="connsiteY34" fmla="*/ 3311858 h 5110167"/>
                <a:gd name="connsiteX35" fmla="*/ 7925 w 2541368"/>
                <a:gd name="connsiteY35" fmla="*/ 3190263 h 5110167"/>
                <a:gd name="connsiteX36" fmla="*/ 166869 w 2541368"/>
                <a:gd name="connsiteY36" fmla="*/ 3170294 h 5110167"/>
                <a:gd name="connsiteX37" fmla="*/ 994997 w 2541368"/>
                <a:gd name="connsiteY37" fmla="*/ 0 h 5110167"/>
                <a:gd name="connsiteX38" fmla="*/ 1537819 w 2541368"/>
                <a:gd name="connsiteY38" fmla="*/ 0 h 5110167"/>
                <a:gd name="connsiteX39" fmla="*/ 1537819 w 2541368"/>
                <a:gd name="connsiteY39" fmla="*/ 538412 h 5110167"/>
                <a:gd name="connsiteX40" fmla="*/ 994997 w 2541368"/>
                <a:gd name="connsiteY40" fmla="*/ 538412 h 511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41368" h="5110167">
                  <a:moveTo>
                    <a:pt x="1879485" y="3553231"/>
                  </a:moveTo>
                  <a:cubicBezTo>
                    <a:pt x="1910482" y="3553382"/>
                    <a:pt x="1941265" y="3558912"/>
                    <a:pt x="1973066" y="3572333"/>
                  </a:cubicBezTo>
                  <a:cubicBezTo>
                    <a:pt x="1993893" y="3723676"/>
                    <a:pt x="1962497" y="3864870"/>
                    <a:pt x="1898778" y="3998697"/>
                  </a:cubicBezTo>
                  <a:cubicBezTo>
                    <a:pt x="1865100" y="4069445"/>
                    <a:pt x="1819360" y="4134452"/>
                    <a:pt x="1770699" y="4210904"/>
                  </a:cubicBezTo>
                  <a:cubicBezTo>
                    <a:pt x="1584140" y="4405654"/>
                    <a:pt x="1366208" y="4482863"/>
                    <a:pt x="1112993" y="4471110"/>
                  </a:cubicBezTo>
                  <a:cubicBezTo>
                    <a:pt x="1080022" y="4405691"/>
                    <a:pt x="1086720" y="4351899"/>
                    <a:pt x="1103831" y="4288040"/>
                  </a:cubicBezTo>
                  <a:cubicBezTo>
                    <a:pt x="1132533" y="4280239"/>
                    <a:pt x="1163318" y="4271098"/>
                    <a:pt x="1194494" y="4263562"/>
                  </a:cubicBezTo>
                  <a:cubicBezTo>
                    <a:pt x="1259597" y="4247820"/>
                    <a:pt x="1326672" y="4237950"/>
                    <a:pt x="1389501" y="4215872"/>
                  </a:cubicBezTo>
                  <a:cubicBezTo>
                    <a:pt x="1429912" y="4201668"/>
                    <a:pt x="1465754" y="4172052"/>
                    <a:pt x="1500675" y="4145455"/>
                  </a:cubicBezTo>
                  <a:cubicBezTo>
                    <a:pt x="1522680" y="4128690"/>
                    <a:pt x="1535824" y="4099369"/>
                    <a:pt x="1558757" y="4084878"/>
                  </a:cubicBezTo>
                  <a:cubicBezTo>
                    <a:pt x="1726239" y="3979010"/>
                    <a:pt x="1748819" y="3805544"/>
                    <a:pt x="1773908" y="3632726"/>
                  </a:cubicBezTo>
                  <a:cubicBezTo>
                    <a:pt x="1777021" y="3611294"/>
                    <a:pt x="1780796" y="3589966"/>
                    <a:pt x="1784623" y="3566408"/>
                  </a:cubicBezTo>
                  <a:cubicBezTo>
                    <a:pt x="1817278" y="3558309"/>
                    <a:pt x="1848488" y="3553080"/>
                    <a:pt x="1879485" y="3553231"/>
                  </a:cubicBezTo>
                  <a:close/>
                  <a:moveTo>
                    <a:pt x="166869" y="3170294"/>
                  </a:moveTo>
                  <a:cubicBezTo>
                    <a:pt x="218259" y="3170460"/>
                    <a:pt x="267648" y="3174892"/>
                    <a:pt x="313803" y="3175919"/>
                  </a:cubicBezTo>
                  <a:cubicBezTo>
                    <a:pt x="361375" y="3208213"/>
                    <a:pt x="352330" y="3245033"/>
                    <a:pt x="352492" y="3277400"/>
                  </a:cubicBezTo>
                  <a:cubicBezTo>
                    <a:pt x="353530" y="3475409"/>
                    <a:pt x="353972" y="3673426"/>
                    <a:pt x="352875" y="3871435"/>
                  </a:cubicBezTo>
                  <a:cubicBezTo>
                    <a:pt x="351690" y="4084877"/>
                    <a:pt x="436369" y="4266997"/>
                    <a:pt x="562549" y="4430902"/>
                  </a:cubicBezTo>
                  <a:cubicBezTo>
                    <a:pt x="728191" y="4646066"/>
                    <a:pt x="961894" y="4741953"/>
                    <a:pt x="1222519" y="4767410"/>
                  </a:cubicBezTo>
                  <a:cubicBezTo>
                    <a:pt x="1400282" y="4784764"/>
                    <a:pt x="1569780" y="4728559"/>
                    <a:pt x="1724339" y="4641584"/>
                  </a:cubicBezTo>
                  <a:cubicBezTo>
                    <a:pt x="1840642" y="4576135"/>
                    <a:pt x="1922076" y="4467199"/>
                    <a:pt x="2011679" y="4371495"/>
                  </a:cubicBezTo>
                  <a:cubicBezTo>
                    <a:pt x="2089359" y="4288523"/>
                    <a:pt x="2127724" y="4178196"/>
                    <a:pt x="2155014" y="4067604"/>
                  </a:cubicBezTo>
                  <a:cubicBezTo>
                    <a:pt x="2168320" y="4013673"/>
                    <a:pt x="2178932" y="3957615"/>
                    <a:pt x="2179793" y="3902345"/>
                  </a:cubicBezTo>
                  <a:cubicBezTo>
                    <a:pt x="2182767" y="3710040"/>
                    <a:pt x="2180485" y="3517653"/>
                    <a:pt x="2181295" y="3325296"/>
                  </a:cubicBezTo>
                  <a:cubicBezTo>
                    <a:pt x="2181471" y="3281073"/>
                    <a:pt x="2185990" y="3236864"/>
                    <a:pt x="2188875" y="3186436"/>
                  </a:cubicBezTo>
                  <a:cubicBezTo>
                    <a:pt x="2300314" y="3162392"/>
                    <a:pt x="2405909" y="3170495"/>
                    <a:pt x="2514610" y="3178915"/>
                  </a:cubicBezTo>
                  <a:cubicBezTo>
                    <a:pt x="2557906" y="3260481"/>
                    <a:pt x="2534731" y="3346521"/>
                    <a:pt x="2538418" y="3429088"/>
                  </a:cubicBezTo>
                  <a:cubicBezTo>
                    <a:pt x="2542208" y="3513782"/>
                    <a:pt x="2539257" y="3598785"/>
                    <a:pt x="2539257" y="3699979"/>
                  </a:cubicBezTo>
                  <a:cubicBezTo>
                    <a:pt x="2542561" y="3909263"/>
                    <a:pt x="2517958" y="4096851"/>
                    <a:pt x="2454681" y="4281024"/>
                  </a:cubicBezTo>
                  <a:cubicBezTo>
                    <a:pt x="2352302" y="4579042"/>
                    <a:pt x="2154388" y="4792727"/>
                    <a:pt x="1887567" y="4947911"/>
                  </a:cubicBezTo>
                  <a:cubicBezTo>
                    <a:pt x="1571201" y="5131915"/>
                    <a:pt x="1233661" y="5147745"/>
                    <a:pt x="888784" y="5053822"/>
                  </a:cubicBezTo>
                  <a:cubicBezTo>
                    <a:pt x="792183" y="5027519"/>
                    <a:pt x="701756" y="4975215"/>
                    <a:pt x="611800" y="4928474"/>
                  </a:cubicBezTo>
                  <a:cubicBezTo>
                    <a:pt x="373283" y="4804547"/>
                    <a:pt x="218291" y="4605139"/>
                    <a:pt x="110627" y="4363812"/>
                  </a:cubicBezTo>
                  <a:cubicBezTo>
                    <a:pt x="31026" y="4185386"/>
                    <a:pt x="3200" y="3997107"/>
                    <a:pt x="1036" y="3804058"/>
                  </a:cubicBezTo>
                  <a:cubicBezTo>
                    <a:pt x="-812" y="3640006"/>
                    <a:pt x="226" y="3475924"/>
                    <a:pt x="984" y="3311858"/>
                  </a:cubicBezTo>
                  <a:cubicBezTo>
                    <a:pt x="1168" y="3272749"/>
                    <a:pt x="5334" y="3233655"/>
                    <a:pt x="7925" y="3190263"/>
                  </a:cubicBezTo>
                  <a:cubicBezTo>
                    <a:pt x="62088" y="3174227"/>
                    <a:pt x="115479" y="3170127"/>
                    <a:pt x="166869" y="3170294"/>
                  </a:cubicBezTo>
                  <a:close/>
                  <a:moveTo>
                    <a:pt x="994997" y="0"/>
                  </a:moveTo>
                  <a:lnTo>
                    <a:pt x="1537819" y="0"/>
                  </a:lnTo>
                  <a:lnTo>
                    <a:pt x="1537819" y="538412"/>
                  </a:lnTo>
                  <a:lnTo>
                    <a:pt x="994997" y="538412"/>
                  </a:ln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2799" name="Group 2798">
            <a:extLst>
              <a:ext uri="{FF2B5EF4-FFF2-40B4-BE49-F238E27FC236}">
                <a16:creationId xmlns:a16="http://schemas.microsoft.com/office/drawing/2014/main" id="{958698EA-7AB8-565D-7DD5-7F1EAC6B3B20}"/>
              </a:ext>
              <a:ext uri="{C183D7F6-B498-43B3-948B-1728B52AA6E4}">
                <adec:decorative xmlns:adec="http://schemas.microsoft.com/office/drawing/2017/decorative" val="1"/>
              </a:ext>
            </a:extLst>
          </p:cNvPr>
          <p:cNvGrpSpPr>
            <a:grpSpLocks noChangeAspect="1"/>
          </p:cNvGrpSpPr>
          <p:nvPr/>
        </p:nvGrpSpPr>
        <p:grpSpPr>
          <a:xfrm>
            <a:off x="639763" y="4343071"/>
            <a:ext cx="599068" cy="457200"/>
            <a:chOff x="639763" y="4343071"/>
            <a:chExt cx="599068" cy="457200"/>
          </a:xfrm>
          <a:solidFill>
            <a:srgbClr val="FF0000"/>
          </a:solidFill>
        </p:grpSpPr>
        <p:sp>
          <p:nvSpPr>
            <p:cNvPr id="1989" name="Freeform: Shape 1988">
              <a:extLst>
                <a:ext uri="{FF2B5EF4-FFF2-40B4-BE49-F238E27FC236}">
                  <a16:creationId xmlns:a16="http://schemas.microsoft.com/office/drawing/2014/main" id="{17C3FBE4-A8B4-AEE5-06BF-21388FAE0213}"/>
                </a:ext>
                <a:ext uri="{C183D7F6-B498-43B3-948B-1728B52AA6E4}">
                  <adec:decorative xmlns:adec="http://schemas.microsoft.com/office/drawing/2017/decorative" val="1"/>
                </a:ext>
              </a:extLst>
            </p:cNvPr>
            <p:cNvSpPr/>
            <p:nvPr/>
          </p:nvSpPr>
          <p:spPr>
            <a:xfrm>
              <a:off x="657435" y="4360335"/>
              <a:ext cx="563271" cy="439936"/>
            </a:xfrm>
            <a:custGeom>
              <a:avLst/>
              <a:gdLst>
                <a:gd name="connsiteX0" fmla="*/ 2589762 w 8449075"/>
                <a:gd name="connsiteY0" fmla="*/ 4747356 h 6599036"/>
                <a:gd name="connsiteX1" fmla="*/ 4024875 w 8449075"/>
                <a:gd name="connsiteY1" fmla="*/ 4750216 h 6599036"/>
                <a:gd name="connsiteX2" fmla="*/ 4030816 w 8449075"/>
                <a:gd name="connsiteY2" fmla="*/ 5285348 h 6599036"/>
                <a:gd name="connsiteX3" fmla="*/ 2595662 w 8449075"/>
                <a:gd name="connsiteY3" fmla="*/ 5281426 h 6599036"/>
                <a:gd name="connsiteX4" fmla="*/ 2647747 w 8449075"/>
                <a:gd name="connsiteY4" fmla="*/ 4977593 h 6599036"/>
                <a:gd name="connsiteX5" fmla="*/ 2589762 w 8449075"/>
                <a:gd name="connsiteY5" fmla="*/ 4747356 h 6599036"/>
                <a:gd name="connsiteX6" fmla="*/ 5909450 w 8449075"/>
                <a:gd name="connsiteY6" fmla="*/ 4553512 h 6599036"/>
                <a:gd name="connsiteX7" fmla="*/ 6410728 w 8449075"/>
                <a:gd name="connsiteY7" fmla="*/ 4758322 h 6599036"/>
                <a:gd name="connsiteX8" fmla="*/ 6067949 w 8449075"/>
                <a:gd name="connsiteY8" fmla="*/ 5502416 h 6599036"/>
                <a:gd name="connsiteX9" fmla="*/ 5845646 w 8449075"/>
                <a:gd name="connsiteY9" fmla="*/ 5982949 h 6599036"/>
                <a:gd name="connsiteX10" fmla="*/ 5584077 w 8449075"/>
                <a:gd name="connsiteY10" fmla="*/ 6551792 h 6599036"/>
                <a:gd name="connsiteX11" fmla="*/ 5512338 w 8449075"/>
                <a:gd name="connsiteY11" fmla="*/ 6599036 h 6599036"/>
                <a:gd name="connsiteX12" fmla="*/ 1178365 w 8449075"/>
                <a:gd name="connsiteY12" fmla="*/ 6598436 h 6599036"/>
                <a:gd name="connsiteX13" fmla="*/ 1095452 w 8449075"/>
                <a:gd name="connsiteY13" fmla="*/ 6552654 h 6599036"/>
                <a:gd name="connsiteX14" fmla="*/ 527846 w 8449075"/>
                <a:gd name="connsiteY14" fmla="*/ 5651072 h 6599036"/>
                <a:gd name="connsiteX15" fmla="*/ 309477 w 8449075"/>
                <a:gd name="connsiteY15" fmla="*/ 5289717 h 6599036"/>
                <a:gd name="connsiteX16" fmla="*/ 365792 w 8449075"/>
                <a:gd name="connsiteY16" fmla="*/ 5278360 h 6599036"/>
                <a:gd name="connsiteX17" fmla="*/ 751110 w 8449075"/>
                <a:gd name="connsiteY17" fmla="*/ 4991360 h 6599036"/>
                <a:gd name="connsiteX18" fmla="*/ 1428518 w 8449075"/>
                <a:gd name="connsiteY18" fmla="*/ 6057370 h 6599036"/>
                <a:gd name="connsiteX19" fmla="*/ 5212673 w 8449075"/>
                <a:gd name="connsiteY19" fmla="*/ 6057370 h 6599036"/>
                <a:gd name="connsiteX20" fmla="*/ 5473211 w 8449075"/>
                <a:gd name="connsiteY20" fmla="*/ 5485244 h 6599036"/>
                <a:gd name="connsiteX21" fmla="*/ 5634661 w 8449075"/>
                <a:gd name="connsiteY21" fmla="*/ 5139376 h 6599036"/>
                <a:gd name="connsiteX22" fmla="*/ 5909450 w 8449075"/>
                <a:gd name="connsiteY22" fmla="*/ 4553512 h 6599036"/>
                <a:gd name="connsiteX23" fmla="*/ 4699134 w 8449075"/>
                <a:gd name="connsiteY23" fmla="*/ 2637984 h 6599036"/>
                <a:gd name="connsiteX24" fmla="*/ 6959854 w 8449075"/>
                <a:gd name="connsiteY24" fmla="*/ 2638052 h 6599036"/>
                <a:gd name="connsiteX25" fmla="*/ 7018161 w 8449075"/>
                <a:gd name="connsiteY25" fmla="*/ 2666135 h 6599036"/>
                <a:gd name="connsiteX26" fmla="*/ 7262449 w 8449075"/>
                <a:gd name="connsiteY26" fmla="*/ 2957269 h 6599036"/>
                <a:gd name="connsiteX27" fmla="*/ 7512619 w 8449075"/>
                <a:gd name="connsiteY27" fmla="*/ 3264685 h 6599036"/>
                <a:gd name="connsiteX28" fmla="*/ 7914727 w 8449075"/>
                <a:gd name="connsiteY28" fmla="*/ 3759598 h 6599036"/>
                <a:gd name="connsiteX29" fmla="*/ 8217413 w 8449075"/>
                <a:gd name="connsiteY29" fmla="*/ 4121956 h 6599036"/>
                <a:gd name="connsiteX30" fmla="*/ 8435886 w 8449075"/>
                <a:gd name="connsiteY30" fmla="*/ 4388873 h 6599036"/>
                <a:gd name="connsiteX31" fmla="*/ 8448718 w 8449075"/>
                <a:gd name="connsiteY31" fmla="*/ 4448154 h 6599036"/>
                <a:gd name="connsiteX32" fmla="*/ 8445219 w 8449075"/>
                <a:gd name="connsiteY32" fmla="*/ 5337298 h 6599036"/>
                <a:gd name="connsiteX33" fmla="*/ 8182386 w 8449075"/>
                <a:gd name="connsiteY33" fmla="*/ 5282635 h 6599036"/>
                <a:gd name="connsiteX34" fmla="*/ 7911680 w 8449075"/>
                <a:gd name="connsiteY34" fmla="*/ 5343548 h 6599036"/>
                <a:gd name="connsiteX35" fmla="*/ 7912330 w 8449075"/>
                <a:gd name="connsiteY35" fmla="*/ 4716808 h 6599036"/>
                <a:gd name="connsiteX36" fmla="*/ 7843086 w 8449075"/>
                <a:gd name="connsiteY36" fmla="*/ 4519499 h 6599036"/>
                <a:gd name="connsiteX37" fmla="*/ 7382899 w 8449075"/>
                <a:gd name="connsiteY37" fmla="*/ 3966412 h 6599036"/>
                <a:gd name="connsiteX38" fmla="*/ 6879222 w 8449075"/>
                <a:gd name="connsiteY38" fmla="*/ 3346451 h 6599036"/>
                <a:gd name="connsiteX39" fmla="*/ 6760201 w 8449075"/>
                <a:gd name="connsiteY39" fmla="*/ 3206047 h 6599036"/>
                <a:gd name="connsiteX40" fmla="*/ 6684819 w 8449075"/>
                <a:gd name="connsiteY40" fmla="*/ 3177136 h 6599036"/>
                <a:gd name="connsiteX41" fmla="*/ 4705036 w 8449075"/>
                <a:gd name="connsiteY41" fmla="*/ 3172046 h 6599036"/>
                <a:gd name="connsiteX42" fmla="*/ 4757124 w 8449075"/>
                <a:gd name="connsiteY42" fmla="*/ 2868190 h 6599036"/>
                <a:gd name="connsiteX43" fmla="*/ 4699134 w 8449075"/>
                <a:gd name="connsiteY43" fmla="*/ 2637984 h 6599036"/>
                <a:gd name="connsiteX44" fmla="*/ 2290577 w 8449075"/>
                <a:gd name="connsiteY44" fmla="*/ 1323345 h 6599036"/>
                <a:gd name="connsiteX45" fmla="*/ 2311372 w 8449075"/>
                <a:gd name="connsiteY45" fmla="*/ 1324358 h 6599036"/>
                <a:gd name="connsiteX46" fmla="*/ 6920127 w 8449075"/>
                <a:gd name="connsiteY46" fmla="*/ 1328141 h 6599036"/>
                <a:gd name="connsiteX47" fmla="*/ 6907921 w 8449075"/>
                <a:gd name="connsiteY47" fmla="*/ 1375027 h 6599036"/>
                <a:gd name="connsiteX48" fmla="*/ 6875375 w 8449075"/>
                <a:gd name="connsiteY48" fmla="*/ 1702116 h 6599036"/>
                <a:gd name="connsiteX49" fmla="*/ 6925614 w 8449075"/>
                <a:gd name="connsiteY49" fmla="*/ 1862027 h 6599036"/>
                <a:gd name="connsiteX50" fmla="*/ 6855403 w 8449075"/>
                <a:gd name="connsiteY50" fmla="*/ 1863361 h 6599036"/>
                <a:gd name="connsiteX51" fmla="*/ 2603396 w 8449075"/>
                <a:gd name="connsiteY51" fmla="*/ 1860296 h 6599036"/>
                <a:gd name="connsiteX52" fmla="*/ 2446418 w 8449075"/>
                <a:gd name="connsiteY52" fmla="*/ 1967680 h 6599036"/>
                <a:gd name="connsiteX53" fmla="*/ 2111526 w 8449075"/>
                <a:gd name="connsiteY53" fmla="*/ 2430456 h 6599036"/>
                <a:gd name="connsiteX54" fmla="*/ 2098850 w 8449075"/>
                <a:gd name="connsiteY54" fmla="*/ 2446610 h 6599036"/>
                <a:gd name="connsiteX55" fmla="*/ 2074304 w 8449075"/>
                <a:gd name="connsiteY55" fmla="*/ 2416285 h 6599036"/>
                <a:gd name="connsiteX56" fmla="*/ 1719241 w 8449075"/>
                <a:gd name="connsiteY56" fmla="*/ 2131810 h 6599036"/>
                <a:gd name="connsiteX57" fmla="*/ 1674505 w 8449075"/>
                <a:gd name="connsiteY57" fmla="*/ 2108426 h 6599036"/>
                <a:gd name="connsiteX58" fmla="*/ 2156180 w 8449075"/>
                <a:gd name="connsiteY58" fmla="*/ 1441715 h 6599036"/>
                <a:gd name="connsiteX59" fmla="*/ 2222004 w 8449075"/>
                <a:gd name="connsiteY59" fmla="*/ 1348858 h 6599036"/>
                <a:gd name="connsiteX60" fmla="*/ 2270584 w 8449075"/>
                <a:gd name="connsiteY60" fmla="*/ 1325083 h 6599036"/>
                <a:gd name="connsiteX61" fmla="*/ 2290577 w 8449075"/>
                <a:gd name="connsiteY61" fmla="*/ 1323345 h 6599036"/>
                <a:gd name="connsiteX62" fmla="*/ 4773 w 8449075"/>
                <a:gd name="connsiteY62" fmla="*/ 1015434 h 6599036"/>
                <a:gd name="connsiteX63" fmla="*/ 539542 w 8449075"/>
                <a:gd name="connsiteY63" fmla="*/ 1015434 h 6599036"/>
                <a:gd name="connsiteX64" fmla="*/ 539542 w 8449075"/>
                <a:gd name="connsiteY64" fmla="*/ 3433593 h 6599036"/>
                <a:gd name="connsiteX65" fmla="*/ 2443562 w 8449075"/>
                <a:gd name="connsiteY65" fmla="*/ 3437448 h 6599036"/>
                <a:gd name="connsiteX66" fmla="*/ 2401690 w 8449075"/>
                <a:gd name="connsiteY66" fmla="*/ 3862315 h 6599036"/>
                <a:gd name="connsiteX67" fmla="*/ 2437309 w 8449075"/>
                <a:gd name="connsiteY67" fmla="*/ 3971381 h 6599036"/>
                <a:gd name="connsiteX68" fmla="*/ 1136802 w 8449075"/>
                <a:gd name="connsiteY68" fmla="*/ 3972753 h 6599036"/>
                <a:gd name="connsiteX69" fmla="*/ 70559 w 8449075"/>
                <a:gd name="connsiteY69" fmla="*/ 3972801 h 6599036"/>
                <a:gd name="connsiteX70" fmla="*/ 0 w 8449075"/>
                <a:gd name="connsiteY70" fmla="*/ 3972801 h 6599036"/>
                <a:gd name="connsiteX71" fmla="*/ 1026841 w 8449075"/>
                <a:gd name="connsiteY71" fmla="*/ 0 h 6599036"/>
                <a:gd name="connsiteX72" fmla="*/ 5606934 w 8449075"/>
                <a:gd name="connsiteY72" fmla="*/ 4129 h 6599036"/>
                <a:gd name="connsiteX73" fmla="*/ 5612840 w 8449075"/>
                <a:gd name="connsiteY73" fmla="*/ 539256 h 6599036"/>
                <a:gd name="connsiteX74" fmla="*/ 1026841 w 8449075"/>
                <a:gd name="connsiteY74" fmla="*/ 534519 h 659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8449075" h="6599036">
                  <a:moveTo>
                    <a:pt x="2589762" y="4747356"/>
                  </a:moveTo>
                  <a:cubicBezTo>
                    <a:pt x="3066499" y="4746962"/>
                    <a:pt x="3543234" y="4746569"/>
                    <a:pt x="4024875" y="4750216"/>
                  </a:cubicBezTo>
                  <a:cubicBezTo>
                    <a:pt x="3932798" y="4931476"/>
                    <a:pt x="3940997" y="5108493"/>
                    <a:pt x="4030816" y="5285348"/>
                  </a:cubicBezTo>
                  <a:cubicBezTo>
                    <a:pt x="3554236" y="5285375"/>
                    <a:pt x="3077658" y="5285401"/>
                    <a:pt x="2595662" y="5281426"/>
                  </a:cubicBezTo>
                  <a:cubicBezTo>
                    <a:pt x="2626974" y="5180751"/>
                    <a:pt x="2662736" y="5082106"/>
                    <a:pt x="2647747" y="4977593"/>
                  </a:cubicBezTo>
                  <a:cubicBezTo>
                    <a:pt x="2636572" y="4899676"/>
                    <a:pt x="2609664" y="4824019"/>
                    <a:pt x="2589762" y="4747356"/>
                  </a:cubicBezTo>
                  <a:close/>
                  <a:moveTo>
                    <a:pt x="5909450" y="4553512"/>
                  </a:moveTo>
                  <a:cubicBezTo>
                    <a:pt x="6045119" y="4704349"/>
                    <a:pt x="6208670" y="4777478"/>
                    <a:pt x="6410728" y="4758322"/>
                  </a:cubicBezTo>
                  <a:cubicBezTo>
                    <a:pt x="6296479" y="5006358"/>
                    <a:pt x="6182337" y="5254444"/>
                    <a:pt x="6067949" y="5502416"/>
                  </a:cubicBezTo>
                  <a:cubicBezTo>
                    <a:pt x="5994022" y="5662674"/>
                    <a:pt x="5919633" y="5822719"/>
                    <a:pt x="5845646" y="5982949"/>
                  </a:cubicBezTo>
                  <a:cubicBezTo>
                    <a:pt x="5758156" y="6172427"/>
                    <a:pt x="5670268" y="6361724"/>
                    <a:pt x="5584077" y="6551792"/>
                  </a:cubicBezTo>
                  <a:cubicBezTo>
                    <a:pt x="5569035" y="6584961"/>
                    <a:pt x="5552531" y="6599077"/>
                    <a:pt x="5512338" y="6599036"/>
                  </a:cubicBezTo>
                  <a:cubicBezTo>
                    <a:pt x="4067681" y="6597550"/>
                    <a:pt x="2623022" y="6597670"/>
                    <a:pt x="1178365" y="6598436"/>
                  </a:cubicBezTo>
                  <a:cubicBezTo>
                    <a:pt x="1139655" y="6598457"/>
                    <a:pt x="1117271" y="6587733"/>
                    <a:pt x="1095452" y="6552654"/>
                  </a:cubicBezTo>
                  <a:cubicBezTo>
                    <a:pt x="907890" y="6251107"/>
                    <a:pt x="717230" y="5951488"/>
                    <a:pt x="527846" y="5651072"/>
                  </a:cubicBezTo>
                  <a:cubicBezTo>
                    <a:pt x="453035" y="5532399"/>
                    <a:pt x="379113" y="5413162"/>
                    <a:pt x="309477" y="5289717"/>
                  </a:cubicBezTo>
                  <a:cubicBezTo>
                    <a:pt x="331385" y="5282999"/>
                    <a:pt x="348766" y="5281609"/>
                    <a:pt x="365792" y="5278360"/>
                  </a:cubicBezTo>
                  <a:cubicBezTo>
                    <a:pt x="540560" y="5244988"/>
                    <a:pt x="661910" y="5139712"/>
                    <a:pt x="751110" y="4991360"/>
                  </a:cubicBezTo>
                  <a:cubicBezTo>
                    <a:pt x="976099" y="5345413"/>
                    <a:pt x="1201085" y="5699467"/>
                    <a:pt x="1428518" y="6057370"/>
                  </a:cubicBezTo>
                  <a:cubicBezTo>
                    <a:pt x="2683618" y="6057370"/>
                    <a:pt x="3945107" y="6057370"/>
                    <a:pt x="5212673" y="6057370"/>
                  </a:cubicBezTo>
                  <a:cubicBezTo>
                    <a:pt x="5298857" y="5867977"/>
                    <a:pt x="5385535" y="5676382"/>
                    <a:pt x="5473211" y="5485244"/>
                  </a:cubicBezTo>
                  <a:cubicBezTo>
                    <a:pt x="5526255" y="5369601"/>
                    <a:pt x="5581198" y="5254830"/>
                    <a:pt x="5634661" y="5139376"/>
                  </a:cubicBezTo>
                  <a:cubicBezTo>
                    <a:pt x="5724711" y="4944910"/>
                    <a:pt x="5814264" y="4750211"/>
                    <a:pt x="5909450" y="4553512"/>
                  </a:cubicBezTo>
                  <a:close/>
                  <a:moveTo>
                    <a:pt x="4699134" y="2637984"/>
                  </a:moveTo>
                  <a:cubicBezTo>
                    <a:pt x="5452708" y="2637609"/>
                    <a:pt x="6206281" y="2637017"/>
                    <a:pt x="6959854" y="2638052"/>
                  </a:cubicBezTo>
                  <a:cubicBezTo>
                    <a:pt x="6979608" y="2638080"/>
                    <a:pt x="7004989" y="2650945"/>
                    <a:pt x="7018161" y="2666135"/>
                  </a:cubicBezTo>
                  <a:cubicBezTo>
                    <a:pt x="7101149" y="2761830"/>
                    <a:pt x="7181926" y="2859464"/>
                    <a:pt x="7262449" y="2957269"/>
                  </a:cubicBezTo>
                  <a:cubicBezTo>
                    <a:pt x="7346420" y="3059261"/>
                    <a:pt x="7429331" y="3162129"/>
                    <a:pt x="7512619" y="3264685"/>
                  </a:cubicBezTo>
                  <a:cubicBezTo>
                    <a:pt x="7646616" y="3429689"/>
                    <a:pt x="7779862" y="3595307"/>
                    <a:pt x="7914727" y="3759598"/>
                  </a:cubicBezTo>
                  <a:cubicBezTo>
                    <a:pt x="8014580" y="3881240"/>
                    <a:pt x="8116743" y="4000982"/>
                    <a:pt x="8217413" y="4121956"/>
                  </a:cubicBezTo>
                  <a:cubicBezTo>
                    <a:pt x="8290964" y="4210339"/>
                    <a:pt x="8364744" y="4298573"/>
                    <a:pt x="8435886" y="4388873"/>
                  </a:cubicBezTo>
                  <a:cubicBezTo>
                    <a:pt x="8447197" y="4403229"/>
                    <a:pt x="8448666" y="4428119"/>
                    <a:pt x="8448718" y="4448154"/>
                  </a:cubicBezTo>
                  <a:cubicBezTo>
                    <a:pt x="8449500" y="4742951"/>
                    <a:pt x="8449271" y="5037752"/>
                    <a:pt x="8445219" y="5337298"/>
                  </a:cubicBezTo>
                  <a:cubicBezTo>
                    <a:pt x="8358801" y="5305253"/>
                    <a:pt x="8274893" y="5284405"/>
                    <a:pt x="8182386" y="5282635"/>
                  </a:cubicBezTo>
                  <a:cubicBezTo>
                    <a:pt x="8084809" y="5280769"/>
                    <a:pt x="7999927" y="5314965"/>
                    <a:pt x="7911680" y="5343548"/>
                  </a:cubicBezTo>
                  <a:cubicBezTo>
                    <a:pt x="7911184" y="5134615"/>
                    <a:pt x="7906504" y="4925566"/>
                    <a:pt x="7912330" y="4716808"/>
                  </a:cubicBezTo>
                  <a:cubicBezTo>
                    <a:pt x="7914535" y="4637777"/>
                    <a:pt x="7893155" y="4578278"/>
                    <a:pt x="7843086" y="4519499"/>
                  </a:cubicBezTo>
                  <a:cubicBezTo>
                    <a:pt x="7687569" y="4336942"/>
                    <a:pt x="7534967" y="4151873"/>
                    <a:pt x="7382899" y="3966412"/>
                  </a:cubicBezTo>
                  <a:cubicBezTo>
                    <a:pt x="7214076" y="3760520"/>
                    <a:pt x="7047191" y="3553044"/>
                    <a:pt x="6879222" y="3346451"/>
                  </a:cubicBezTo>
                  <a:cubicBezTo>
                    <a:pt x="6840486" y="3298804"/>
                    <a:pt x="6803479" y="3249243"/>
                    <a:pt x="6760201" y="3206047"/>
                  </a:cubicBezTo>
                  <a:cubicBezTo>
                    <a:pt x="6742593" y="3188473"/>
                    <a:pt x="6710405" y="3177195"/>
                    <a:pt x="6684819" y="3177136"/>
                  </a:cubicBezTo>
                  <a:cubicBezTo>
                    <a:pt x="6026701" y="3175639"/>
                    <a:pt x="5368575" y="3176007"/>
                    <a:pt x="4705036" y="3172046"/>
                  </a:cubicBezTo>
                  <a:cubicBezTo>
                    <a:pt x="4736357" y="3071365"/>
                    <a:pt x="4772109" y="2972710"/>
                    <a:pt x="4757124" y="2868190"/>
                  </a:cubicBezTo>
                  <a:cubicBezTo>
                    <a:pt x="4745956" y="2790285"/>
                    <a:pt x="4719038" y="2714638"/>
                    <a:pt x="4699134" y="2637984"/>
                  </a:cubicBezTo>
                  <a:close/>
                  <a:moveTo>
                    <a:pt x="2290577" y="1323345"/>
                  </a:moveTo>
                  <a:cubicBezTo>
                    <a:pt x="2297491" y="1323623"/>
                    <a:pt x="2304538" y="1324358"/>
                    <a:pt x="2311372" y="1324358"/>
                  </a:cubicBezTo>
                  <a:cubicBezTo>
                    <a:pt x="3845796" y="1324312"/>
                    <a:pt x="5380218" y="1324266"/>
                    <a:pt x="6920127" y="1328141"/>
                  </a:cubicBezTo>
                  <a:cubicBezTo>
                    <a:pt x="6919703" y="1346380"/>
                    <a:pt x="6913552" y="1360601"/>
                    <a:pt x="6907921" y="1375027"/>
                  </a:cubicBezTo>
                  <a:cubicBezTo>
                    <a:pt x="6866572" y="1480986"/>
                    <a:pt x="6834562" y="1587531"/>
                    <a:pt x="6875375" y="1702116"/>
                  </a:cubicBezTo>
                  <a:cubicBezTo>
                    <a:pt x="6894108" y="1754713"/>
                    <a:pt x="6908988" y="1808680"/>
                    <a:pt x="6925614" y="1862027"/>
                  </a:cubicBezTo>
                  <a:cubicBezTo>
                    <a:pt x="6902211" y="1862492"/>
                    <a:pt x="6878807" y="1863361"/>
                    <a:pt x="6855403" y="1863361"/>
                  </a:cubicBezTo>
                  <a:cubicBezTo>
                    <a:pt x="5438064" y="1863426"/>
                    <a:pt x="4020720" y="1864762"/>
                    <a:pt x="2603396" y="1860296"/>
                  </a:cubicBezTo>
                  <a:cubicBezTo>
                    <a:pt x="2512145" y="1860010"/>
                    <a:pt x="2484865" y="1916328"/>
                    <a:pt x="2446418" y="1967680"/>
                  </a:cubicBezTo>
                  <a:cubicBezTo>
                    <a:pt x="2332311" y="2120086"/>
                    <a:pt x="2222674" y="2275841"/>
                    <a:pt x="2111526" y="2430456"/>
                  </a:cubicBezTo>
                  <a:cubicBezTo>
                    <a:pt x="2108305" y="2434933"/>
                    <a:pt x="2107735" y="2441315"/>
                    <a:pt x="2098850" y="2446610"/>
                  </a:cubicBezTo>
                  <a:cubicBezTo>
                    <a:pt x="2085929" y="2436378"/>
                    <a:pt x="2079639" y="2426579"/>
                    <a:pt x="2074304" y="2416285"/>
                  </a:cubicBezTo>
                  <a:cubicBezTo>
                    <a:pt x="1997964" y="2268996"/>
                    <a:pt x="1884603" y="2168378"/>
                    <a:pt x="1719241" y="2131810"/>
                  </a:cubicBezTo>
                  <a:cubicBezTo>
                    <a:pt x="1703381" y="2128304"/>
                    <a:pt x="1689372" y="2116421"/>
                    <a:pt x="1674505" y="2108426"/>
                  </a:cubicBezTo>
                  <a:cubicBezTo>
                    <a:pt x="1835092" y="1886210"/>
                    <a:pt x="1995754" y="1664047"/>
                    <a:pt x="2156180" y="1441715"/>
                  </a:cubicBezTo>
                  <a:cubicBezTo>
                    <a:pt x="2178399" y="1410921"/>
                    <a:pt x="2197419" y="1377539"/>
                    <a:pt x="2222004" y="1348858"/>
                  </a:cubicBezTo>
                  <a:cubicBezTo>
                    <a:pt x="2232868" y="1336185"/>
                    <a:pt x="2253313" y="1330112"/>
                    <a:pt x="2270584" y="1325083"/>
                  </a:cubicBezTo>
                  <a:cubicBezTo>
                    <a:pt x="2276883" y="1323250"/>
                    <a:pt x="2283663" y="1323068"/>
                    <a:pt x="2290577" y="1323345"/>
                  </a:cubicBezTo>
                  <a:close/>
                  <a:moveTo>
                    <a:pt x="4773" y="1015434"/>
                  </a:moveTo>
                  <a:lnTo>
                    <a:pt x="539542" y="1015434"/>
                  </a:lnTo>
                  <a:lnTo>
                    <a:pt x="539542" y="3433593"/>
                  </a:lnTo>
                  <a:cubicBezTo>
                    <a:pt x="1174330" y="3433593"/>
                    <a:pt x="1806220" y="3433593"/>
                    <a:pt x="2443562" y="3437448"/>
                  </a:cubicBezTo>
                  <a:cubicBezTo>
                    <a:pt x="2380235" y="3575677"/>
                    <a:pt x="2355856" y="3715112"/>
                    <a:pt x="2401690" y="3862315"/>
                  </a:cubicBezTo>
                  <a:cubicBezTo>
                    <a:pt x="2413050" y="3898830"/>
                    <a:pt x="2425412" y="3935034"/>
                    <a:pt x="2437309" y="3971381"/>
                  </a:cubicBezTo>
                  <a:cubicBezTo>
                    <a:pt x="2003803" y="3971847"/>
                    <a:pt x="1570308" y="3972467"/>
                    <a:pt x="1136802" y="3972753"/>
                  </a:cubicBezTo>
                  <a:cubicBezTo>
                    <a:pt x="781384" y="3972980"/>
                    <a:pt x="425977" y="3972801"/>
                    <a:pt x="70559" y="3972801"/>
                  </a:cubicBezTo>
                  <a:cubicBezTo>
                    <a:pt x="49378" y="3972801"/>
                    <a:pt x="28186" y="3972801"/>
                    <a:pt x="0" y="3972801"/>
                  </a:cubicBezTo>
                  <a:close/>
                  <a:moveTo>
                    <a:pt x="1026841" y="0"/>
                  </a:moveTo>
                  <a:lnTo>
                    <a:pt x="5606934" y="4129"/>
                  </a:lnTo>
                  <a:cubicBezTo>
                    <a:pt x="5514848" y="185388"/>
                    <a:pt x="5522998" y="362400"/>
                    <a:pt x="5612840" y="539256"/>
                  </a:cubicBezTo>
                  <a:lnTo>
                    <a:pt x="1026841" y="534519"/>
                  </a:lnTo>
                  <a:close/>
                </a:path>
              </a:pathLst>
            </a:custGeom>
            <a:solidFill>
              <a:schemeClr val="accent2"/>
            </a:solidFill>
            <a:ln w="6350" cap="flat">
              <a:noFill/>
              <a:prstDash val="solid"/>
              <a:miter/>
            </a:ln>
          </p:spPr>
          <p:txBody>
            <a:bodyPr wrap="square" rtlCol="0" anchor="ctr">
              <a:noAutofit/>
            </a:bodyPr>
            <a:lstStyle/>
            <a:p>
              <a:endParaRPr lang="en-US"/>
            </a:p>
          </p:txBody>
        </p:sp>
        <p:sp>
          <p:nvSpPr>
            <p:cNvPr id="1990" name="Freeform: Shape 1989">
              <a:extLst>
                <a:ext uri="{FF2B5EF4-FFF2-40B4-BE49-F238E27FC236}">
                  <a16:creationId xmlns:a16="http://schemas.microsoft.com/office/drawing/2014/main" id="{107AB0B7-BEEF-2DFC-1313-B7C7DF81E194}"/>
                </a:ext>
                <a:ext uri="{C183D7F6-B498-43B3-948B-1728B52AA6E4}">
                  <adec:decorative xmlns:adec="http://schemas.microsoft.com/office/drawing/2017/decorative" val="1"/>
                </a:ext>
              </a:extLst>
            </p:cNvPr>
            <p:cNvSpPr/>
            <p:nvPr/>
          </p:nvSpPr>
          <p:spPr>
            <a:xfrm>
              <a:off x="639763" y="4343071"/>
              <a:ext cx="599068" cy="440294"/>
            </a:xfrm>
            <a:custGeom>
              <a:avLst/>
              <a:gdLst>
                <a:gd name="connsiteX0" fmla="*/ 8475606 w 8986025"/>
                <a:gd name="connsiteY0" fmla="*/ 5812607 h 6604402"/>
                <a:gd name="connsiteX1" fmla="*/ 8418768 w 8986025"/>
                <a:gd name="connsiteY1" fmla="*/ 5812724 h 6604402"/>
                <a:gd name="connsiteX2" fmla="*/ 8189775 w 8986025"/>
                <a:gd name="connsiteY2" fmla="*/ 6092966 h 6604402"/>
                <a:gd name="connsiteX3" fmla="*/ 8508353 w 8986025"/>
                <a:gd name="connsiteY3" fmla="*/ 6319855 h 6604402"/>
                <a:gd name="connsiteX4" fmla="*/ 8598113 w 8986025"/>
                <a:gd name="connsiteY4" fmla="*/ 6281323 h 6604402"/>
                <a:gd name="connsiteX5" fmla="*/ 8710593 w 8986025"/>
                <a:gd name="connsiteY5" fmla="*/ 6042003 h 6604402"/>
                <a:gd name="connsiteX6" fmla="*/ 8475606 w 8986025"/>
                <a:gd name="connsiteY6" fmla="*/ 5812607 h 6604402"/>
                <a:gd name="connsiteX7" fmla="*/ 8447463 w 8986025"/>
                <a:gd name="connsiteY7" fmla="*/ 5541597 h 6604402"/>
                <a:gd name="connsiteX8" fmla="*/ 8710486 w 8986025"/>
                <a:gd name="connsiteY8" fmla="*/ 5601723 h 6604402"/>
                <a:gd name="connsiteX9" fmla="*/ 8873475 w 8986025"/>
                <a:gd name="connsiteY9" fmla="*/ 6400429 h 6604402"/>
                <a:gd name="connsiteX10" fmla="*/ 8222725 w 8986025"/>
                <a:gd name="connsiteY10" fmla="*/ 6555047 h 6604402"/>
                <a:gd name="connsiteX11" fmla="*/ 7917368 w 8986025"/>
                <a:gd name="connsiteY11" fmla="*/ 6083827 h 6604402"/>
                <a:gd name="connsiteX12" fmla="*/ 8174718 w 8986025"/>
                <a:gd name="connsiteY12" fmla="*/ 5606050 h 6604402"/>
                <a:gd name="connsiteX13" fmla="*/ 8447463 w 8986025"/>
                <a:gd name="connsiteY13" fmla="*/ 5541597 h 6604402"/>
                <a:gd name="connsiteX14" fmla="*/ 4762913 w 8986025"/>
                <a:gd name="connsiteY14" fmla="*/ 5017879 h 6604402"/>
                <a:gd name="connsiteX15" fmla="*/ 4498008 w 8986025"/>
                <a:gd name="connsiteY15" fmla="*/ 5284959 h 6604402"/>
                <a:gd name="connsiteX16" fmla="*/ 4684363 w 8986025"/>
                <a:gd name="connsiteY16" fmla="*/ 5524454 h 6604402"/>
                <a:gd name="connsiteX17" fmla="*/ 4952970 w 8986025"/>
                <a:gd name="connsiteY17" fmla="*/ 5444208 h 6604402"/>
                <a:gd name="connsiteX18" fmla="*/ 4821020 w 8986025"/>
                <a:gd name="connsiteY18" fmla="*/ 5025669 h 6604402"/>
                <a:gd name="connsiteX19" fmla="*/ 4762913 w 8986025"/>
                <a:gd name="connsiteY19" fmla="*/ 5017879 h 6604402"/>
                <a:gd name="connsiteX20" fmla="*/ 2417375 w 8986025"/>
                <a:gd name="connsiteY20" fmla="*/ 5017253 h 6604402"/>
                <a:gd name="connsiteX21" fmla="*/ 2270145 w 8986025"/>
                <a:gd name="connsiteY21" fmla="*/ 5046820 h 6604402"/>
                <a:gd name="connsiteX22" fmla="*/ 2186473 w 8986025"/>
                <a:gd name="connsiteY22" fmla="*/ 5443806 h 6604402"/>
                <a:gd name="connsiteX23" fmla="*/ 2390868 w 8986025"/>
                <a:gd name="connsiteY23" fmla="*/ 5534579 h 6604402"/>
                <a:gd name="connsiteX24" fmla="*/ 2620240 w 8986025"/>
                <a:gd name="connsiteY24" fmla="*/ 5387043 h 6604402"/>
                <a:gd name="connsiteX25" fmla="*/ 2539974 w 8986025"/>
                <a:gd name="connsiteY25" fmla="*/ 5071631 h 6604402"/>
                <a:gd name="connsiteX26" fmla="*/ 2417375 w 8986025"/>
                <a:gd name="connsiteY26" fmla="*/ 5017253 h 6604402"/>
                <a:gd name="connsiteX27" fmla="*/ 505555 w 8986025"/>
                <a:gd name="connsiteY27" fmla="*/ 4758198 h 6604402"/>
                <a:gd name="connsiteX28" fmla="*/ 276703 w 8986025"/>
                <a:gd name="connsiteY28" fmla="*/ 4987660 h 6604402"/>
                <a:gd name="connsiteX29" fmla="*/ 412216 w 8986025"/>
                <a:gd name="connsiteY29" fmla="*/ 5241279 h 6604402"/>
                <a:gd name="connsiteX30" fmla="*/ 793640 w 8986025"/>
                <a:gd name="connsiteY30" fmla="*/ 5011917 h 6604402"/>
                <a:gd name="connsiteX31" fmla="*/ 505555 w 8986025"/>
                <a:gd name="connsiteY31" fmla="*/ 4758198 h 6604402"/>
                <a:gd name="connsiteX32" fmla="*/ 4731770 w 8986025"/>
                <a:gd name="connsiteY32" fmla="*/ 4746585 h 6604402"/>
                <a:gd name="connsiteX33" fmla="*/ 5097815 w 8986025"/>
                <a:gd name="connsiteY33" fmla="*/ 4860410 h 6604402"/>
                <a:gd name="connsiteX34" fmla="*/ 5290864 w 8986025"/>
                <a:gd name="connsiteY34" fmla="*/ 5208826 h 6604402"/>
                <a:gd name="connsiteX35" fmla="*/ 5125648 w 8986025"/>
                <a:gd name="connsiteY35" fmla="*/ 5671091 h 6604402"/>
                <a:gd name="connsiteX36" fmla="*/ 4571945 w 8986025"/>
                <a:gd name="connsiteY36" fmla="*/ 5781232 h 6604402"/>
                <a:gd name="connsiteX37" fmla="*/ 4297341 w 8986025"/>
                <a:gd name="connsiteY37" fmla="*/ 5548146 h 6604402"/>
                <a:gd name="connsiteX38" fmla="*/ 4295425 w 8986025"/>
                <a:gd name="connsiteY38" fmla="*/ 5008995 h 6604402"/>
                <a:gd name="connsiteX39" fmla="*/ 4731770 w 8986025"/>
                <a:gd name="connsiteY39" fmla="*/ 4746585 h 6604402"/>
                <a:gd name="connsiteX40" fmla="*/ 2430877 w 8986025"/>
                <a:gd name="connsiteY40" fmla="*/ 4745775 h 6604402"/>
                <a:gd name="connsiteX41" fmla="*/ 2851406 w 8986025"/>
                <a:gd name="connsiteY41" fmla="*/ 5004210 h 6604402"/>
                <a:gd name="connsiteX42" fmla="*/ 2912825 w 8986025"/>
                <a:gd name="connsiteY42" fmla="*/ 5236561 h 6604402"/>
                <a:gd name="connsiteX43" fmla="*/ 2855283 w 8986025"/>
                <a:gd name="connsiteY43" fmla="*/ 5540863 h 6604402"/>
                <a:gd name="connsiteX44" fmla="*/ 2524763 w 8986025"/>
                <a:gd name="connsiteY44" fmla="*/ 5796956 h 6604402"/>
                <a:gd name="connsiteX45" fmla="*/ 1855360 w 8986025"/>
                <a:gd name="connsiteY45" fmla="*/ 5357070 h 6604402"/>
                <a:gd name="connsiteX46" fmla="*/ 2265149 w 8986025"/>
                <a:gd name="connsiteY46" fmla="*/ 4756209 h 6604402"/>
                <a:gd name="connsiteX47" fmla="*/ 2430877 w 8986025"/>
                <a:gd name="connsiteY47" fmla="*/ 4745775 h 6604402"/>
                <a:gd name="connsiteX48" fmla="*/ 485689 w 8986025"/>
                <a:gd name="connsiteY48" fmla="*/ 4479104 h 6604402"/>
                <a:gd name="connsiteX49" fmla="*/ 905407 w 8986025"/>
                <a:gd name="connsiteY49" fmla="*/ 4622444 h 6604402"/>
                <a:gd name="connsiteX50" fmla="*/ 1063633 w 8986025"/>
                <a:gd name="connsiteY50" fmla="*/ 4923107 h 6604402"/>
                <a:gd name="connsiteX51" fmla="*/ 1017496 w 8986025"/>
                <a:gd name="connsiteY51" fmla="*/ 5246328 h 6604402"/>
                <a:gd name="connsiteX52" fmla="*/ 630881 w 8986025"/>
                <a:gd name="connsiteY52" fmla="*/ 5537323 h 6604402"/>
                <a:gd name="connsiteX53" fmla="*/ 574332 w 8986025"/>
                <a:gd name="connsiteY53" fmla="*/ 5544433 h 6604402"/>
                <a:gd name="connsiteX54" fmla="*/ 141423 w 8986025"/>
                <a:gd name="connsiteY54" fmla="*/ 5380907 h 6604402"/>
                <a:gd name="connsiteX55" fmla="*/ 103896 w 8986025"/>
                <a:gd name="connsiteY55" fmla="*/ 4690772 h 6604402"/>
                <a:gd name="connsiteX56" fmla="*/ 485689 w 8986025"/>
                <a:gd name="connsiteY56" fmla="*/ 4479104 h 6604402"/>
                <a:gd name="connsiteX57" fmla="*/ 6593451 w 8986025"/>
                <a:gd name="connsiteY57" fmla="*/ 4229564 h 6604402"/>
                <a:gd name="connsiteX58" fmla="*/ 6511070 w 8986025"/>
                <a:gd name="connsiteY58" fmla="*/ 4244213 h 6604402"/>
                <a:gd name="connsiteX59" fmla="*/ 6461938 w 8986025"/>
                <a:gd name="connsiteY59" fmla="*/ 4274152 h 6604402"/>
                <a:gd name="connsiteX60" fmla="*/ 6354058 w 8986025"/>
                <a:gd name="connsiteY60" fmla="*/ 4549504 h 6604402"/>
                <a:gd name="connsiteX61" fmla="*/ 6596960 w 8986025"/>
                <a:gd name="connsiteY61" fmla="*/ 4747364 h 6604402"/>
                <a:gd name="connsiteX62" fmla="*/ 6840459 w 8986025"/>
                <a:gd name="connsiteY62" fmla="*/ 4590975 h 6604402"/>
                <a:gd name="connsiteX63" fmla="*/ 6799744 w 8986025"/>
                <a:gd name="connsiteY63" fmla="*/ 4316609 h 6604402"/>
                <a:gd name="connsiteX64" fmla="*/ 6593451 w 8986025"/>
                <a:gd name="connsiteY64" fmla="*/ 4229564 h 6604402"/>
                <a:gd name="connsiteX65" fmla="*/ 6569719 w 8986025"/>
                <a:gd name="connsiteY65" fmla="*/ 3949300 h 6604402"/>
                <a:gd name="connsiteX66" fmla="*/ 6936139 w 8986025"/>
                <a:gd name="connsiteY66" fmla="*/ 4063881 h 6604402"/>
                <a:gd name="connsiteX67" fmla="*/ 7141937 w 8986025"/>
                <a:gd name="connsiteY67" fmla="*/ 4500235 h 6604402"/>
                <a:gd name="connsiteX68" fmla="*/ 6680610 w 8986025"/>
                <a:gd name="connsiteY68" fmla="*/ 5017130 h 6604402"/>
                <a:gd name="connsiteX69" fmla="*/ 6176576 w 8986025"/>
                <a:gd name="connsiteY69" fmla="*/ 4808706 h 6604402"/>
                <a:gd name="connsiteX70" fmla="*/ 6220450 w 8986025"/>
                <a:gd name="connsiteY70" fmla="*/ 4109584 h 6604402"/>
                <a:gd name="connsiteX71" fmla="*/ 6569719 w 8986025"/>
                <a:gd name="connsiteY71" fmla="*/ 3949300 h 6604402"/>
                <a:gd name="connsiteX72" fmla="*/ 3186963 w 8986025"/>
                <a:gd name="connsiteY72" fmla="*/ 3705958 h 6604402"/>
                <a:gd name="connsiteX73" fmla="*/ 3119074 w 8986025"/>
                <a:gd name="connsiteY73" fmla="*/ 3716794 h 6604402"/>
                <a:gd name="connsiteX74" fmla="*/ 2916947 w 8986025"/>
                <a:gd name="connsiteY74" fmla="*/ 3970724 h 6604402"/>
                <a:gd name="connsiteX75" fmla="*/ 3253743 w 8986025"/>
                <a:gd name="connsiteY75" fmla="*/ 4219019 h 6604402"/>
                <a:gd name="connsiteX76" fmla="*/ 3439740 w 8986025"/>
                <a:gd name="connsiteY76" fmla="*/ 3953533 h 6604402"/>
                <a:gd name="connsiteX77" fmla="*/ 3186963 w 8986025"/>
                <a:gd name="connsiteY77" fmla="*/ 3705958 h 6604402"/>
                <a:gd name="connsiteX78" fmla="*/ 3202728 w 8986025"/>
                <a:gd name="connsiteY78" fmla="*/ 3432955 h 6604402"/>
                <a:gd name="connsiteX79" fmla="*/ 3532568 w 8986025"/>
                <a:gd name="connsiteY79" fmla="*/ 3566425 h 6604402"/>
                <a:gd name="connsiteX80" fmla="*/ 3708434 w 8986025"/>
                <a:gd name="connsiteY80" fmla="*/ 4041516 h 6604402"/>
                <a:gd name="connsiteX81" fmla="*/ 3313617 w 8986025"/>
                <a:gd name="connsiteY81" fmla="*/ 4487961 h 6604402"/>
                <a:gd name="connsiteX82" fmla="*/ 2798812 w 8986025"/>
                <a:gd name="connsiteY82" fmla="*/ 4354220 h 6604402"/>
                <a:gd name="connsiteX83" fmla="*/ 2705911 w 8986025"/>
                <a:gd name="connsiteY83" fmla="*/ 4232406 h 6604402"/>
                <a:gd name="connsiteX84" fmla="*/ 2666765 w 8986025"/>
                <a:gd name="connsiteY84" fmla="*/ 4121281 h 6604402"/>
                <a:gd name="connsiteX85" fmla="*/ 2714098 w 8986025"/>
                <a:gd name="connsiteY85" fmla="*/ 3695911 h 6604402"/>
                <a:gd name="connsiteX86" fmla="*/ 3079981 w 8986025"/>
                <a:gd name="connsiteY86" fmla="*/ 3440718 h 6604402"/>
                <a:gd name="connsiteX87" fmla="*/ 3202728 w 8986025"/>
                <a:gd name="connsiteY87" fmla="*/ 3432955 h 6604402"/>
                <a:gd name="connsiteX88" fmla="*/ 4525333 w 8986025"/>
                <a:gd name="connsiteY88" fmla="*/ 2910390 h 6604402"/>
                <a:gd name="connsiteX89" fmla="*/ 4309779 w 8986025"/>
                <a:gd name="connsiteY89" fmla="*/ 2991789 h 6604402"/>
                <a:gd name="connsiteX90" fmla="*/ 4261450 w 8986025"/>
                <a:gd name="connsiteY90" fmla="*/ 3273908 h 6604402"/>
                <a:gd name="connsiteX91" fmla="*/ 4479872 w 8986025"/>
                <a:gd name="connsiteY91" fmla="*/ 3423169 h 6604402"/>
                <a:gd name="connsiteX92" fmla="*/ 4752896 w 8986025"/>
                <a:gd name="connsiteY92" fmla="*/ 3186736 h 6604402"/>
                <a:gd name="connsiteX93" fmla="*/ 4599078 w 8986025"/>
                <a:gd name="connsiteY93" fmla="*/ 2930381 h 6604402"/>
                <a:gd name="connsiteX94" fmla="*/ 4525333 w 8986025"/>
                <a:gd name="connsiteY94" fmla="*/ 2910390 h 6604402"/>
                <a:gd name="connsiteX95" fmla="*/ 1853574 w 8986025"/>
                <a:gd name="connsiteY95" fmla="*/ 2646633 h 6604402"/>
                <a:gd name="connsiteX96" fmla="*/ 1806308 w 8986025"/>
                <a:gd name="connsiteY96" fmla="*/ 2650218 h 6604402"/>
                <a:gd name="connsiteX97" fmla="*/ 1600251 w 8986025"/>
                <a:gd name="connsiteY97" fmla="*/ 2884302 h 6604402"/>
                <a:gd name="connsiteX98" fmla="*/ 1707333 w 8986025"/>
                <a:gd name="connsiteY98" fmla="*/ 3113563 h 6604402"/>
                <a:gd name="connsiteX99" fmla="*/ 1851337 w 8986025"/>
                <a:gd name="connsiteY99" fmla="*/ 3163256 h 6604402"/>
                <a:gd name="connsiteX100" fmla="*/ 2095481 w 8986025"/>
                <a:gd name="connsiteY100" fmla="*/ 2801656 h 6604402"/>
                <a:gd name="connsiteX101" fmla="*/ 1853574 w 8986025"/>
                <a:gd name="connsiteY101" fmla="*/ 2646633 h 6604402"/>
                <a:gd name="connsiteX102" fmla="*/ 4540239 w 8986025"/>
                <a:gd name="connsiteY102" fmla="*/ 2636400 h 6604402"/>
                <a:gd name="connsiteX103" fmla="*/ 4960774 w 8986025"/>
                <a:gd name="connsiteY103" fmla="*/ 2894835 h 6604402"/>
                <a:gd name="connsiteX104" fmla="*/ 5022199 w 8986025"/>
                <a:gd name="connsiteY104" fmla="*/ 3127158 h 6604402"/>
                <a:gd name="connsiteX105" fmla="*/ 4964654 w 8986025"/>
                <a:gd name="connsiteY105" fmla="*/ 3431484 h 6604402"/>
                <a:gd name="connsiteX106" fmla="*/ 4634134 w 8986025"/>
                <a:gd name="connsiteY106" fmla="*/ 3687579 h 6604402"/>
                <a:gd name="connsiteX107" fmla="*/ 3964731 w 8986025"/>
                <a:gd name="connsiteY107" fmla="*/ 3247697 h 6604402"/>
                <a:gd name="connsiteX108" fmla="*/ 4374516 w 8986025"/>
                <a:gd name="connsiteY108" fmla="*/ 2646834 h 6604402"/>
                <a:gd name="connsiteX109" fmla="*/ 4540239 w 8986025"/>
                <a:gd name="connsiteY109" fmla="*/ 2636400 h 6604402"/>
                <a:gd name="connsiteX110" fmla="*/ 1934244 w 8986025"/>
                <a:gd name="connsiteY110" fmla="*/ 2367814 h 6604402"/>
                <a:gd name="connsiteX111" fmla="*/ 1984330 w 8986025"/>
                <a:gd name="connsiteY111" fmla="*/ 2390777 h 6604402"/>
                <a:gd name="connsiteX112" fmla="*/ 2339394 w 8986025"/>
                <a:gd name="connsiteY112" fmla="*/ 2675253 h 6604402"/>
                <a:gd name="connsiteX113" fmla="*/ 2360361 w 8986025"/>
                <a:gd name="connsiteY113" fmla="*/ 2707596 h 6604402"/>
                <a:gd name="connsiteX114" fmla="*/ 2326897 w 8986025"/>
                <a:gd name="connsiteY114" fmla="*/ 3166183 h 6604402"/>
                <a:gd name="connsiteX115" fmla="*/ 1891214 w 8986025"/>
                <a:gd name="connsiteY115" fmla="*/ 3436189 h 6604402"/>
                <a:gd name="connsiteX116" fmla="*/ 1411148 w 8986025"/>
                <a:gd name="connsiteY116" fmla="*/ 3201199 h 6604402"/>
                <a:gd name="connsiteX117" fmla="*/ 1470248 w 8986025"/>
                <a:gd name="connsiteY117" fmla="*/ 2531357 h 6604402"/>
                <a:gd name="connsiteX118" fmla="*/ 1841069 w 8986025"/>
                <a:gd name="connsiteY118" fmla="*/ 2368566 h 6604402"/>
                <a:gd name="connsiteX119" fmla="*/ 1934244 w 8986025"/>
                <a:gd name="connsiteY119" fmla="*/ 2367814 h 6604402"/>
                <a:gd name="connsiteX120" fmla="*/ 7671113 w 8986025"/>
                <a:gd name="connsiteY120" fmla="*/ 1592791 h 6604402"/>
                <a:gd name="connsiteX121" fmla="*/ 7584055 w 8986025"/>
                <a:gd name="connsiteY121" fmla="*/ 1603936 h 6604402"/>
                <a:gd name="connsiteX122" fmla="*/ 7401989 w 8986025"/>
                <a:gd name="connsiteY122" fmla="*/ 1806103 h 6604402"/>
                <a:gd name="connsiteX123" fmla="*/ 7401802 w 8986025"/>
                <a:gd name="connsiteY123" fmla="*/ 1841195 h 6604402"/>
                <a:gd name="connsiteX124" fmla="*/ 7560402 w 8986025"/>
                <a:gd name="connsiteY124" fmla="*/ 2088296 h 6604402"/>
                <a:gd name="connsiteX125" fmla="*/ 7844318 w 8986025"/>
                <a:gd name="connsiteY125" fmla="*/ 2027568 h 6604402"/>
                <a:gd name="connsiteX126" fmla="*/ 7883361 w 8986025"/>
                <a:gd name="connsiteY126" fmla="*/ 1719565 h 6604402"/>
                <a:gd name="connsiteX127" fmla="*/ 7671113 w 8986025"/>
                <a:gd name="connsiteY127" fmla="*/ 1592791 h 6604402"/>
                <a:gd name="connsiteX128" fmla="*/ 7635321 w 8986025"/>
                <a:gd name="connsiteY128" fmla="*/ 1313142 h 6604402"/>
                <a:gd name="connsiteX129" fmla="*/ 8190473 w 8986025"/>
                <a:gd name="connsiteY129" fmla="*/ 1770762 h 6604402"/>
                <a:gd name="connsiteX130" fmla="*/ 7780404 w 8986025"/>
                <a:gd name="connsiteY130" fmla="*/ 2371339 h 6604402"/>
                <a:gd name="connsiteX131" fmla="*/ 7194207 w 8986025"/>
                <a:gd name="connsiteY131" fmla="*/ 2123066 h 6604402"/>
                <a:gd name="connsiteX132" fmla="*/ 7140458 w 8986025"/>
                <a:gd name="connsiteY132" fmla="*/ 1961091 h 6604402"/>
                <a:gd name="connsiteX133" fmla="*/ 7173006 w 8986025"/>
                <a:gd name="connsiteY133" fmla="*/ 1633997 h 6604402"/>
                <a:gd name="connsiteX134" fmla="*/ 7190667 w 8986025"/>
                <a:gd name="connsiteY134" fmla="*/ 1586610 h 6604402"/>
                <a:gd name="connsiteX135" fmla="*/ 7521223 w 8986025"/>
                <a:gd name="connsiteY135" fmla="*/ 1330597 h 6604402"/>
                <a:gd name="connsiteX136" fmla="*/ 7635321 w 8986025"/>
                <a:gd name="connsiteY136" fmla="*/ 1313142 h 6604402"/>
                <a:gd name="connsiteX137" fmla="*/ 6326452 w 8986025"/>
                <a:gd name="connsiteY137" fmla="*/ 272252 h 6604402"/>
                <a:gd name="connsiteX138" fmla="*/ 6276083 w 8986025"/>
                <a:gd name="connsiteY138" fmla="*/ 281853 h 6604402"/>
                <a:gd name="connsiteX139" fmla="*/ 6092704 w 8986025"/>
                <a:gd name="connsiteY139" fmla="*/ 604399 h 6604402"/>
                <a:gd name="connsiteX140" fmla="*/ 6279174 w 8986025"/>
                <a:gd name="connsiteY140" fmla="*/ 785823 h 6604402"/>
                <a:gd name="connsiteX141" fmla="*/ 6326030 w 8986025"/>
                <a:gd name="connsiteY141" fmla="*/ 786423 h 6604402"/>
                <a:gd name="connsiteX142" fmla="*/ 6593212 w 8986025"/>
                <a:gd name="connsiteY142" fmla="*/ 474292 h 6604402"/>
                <a:gd name="connsiteX143" fmla="*/ 6326452 w 8986025"/>
                <a:gd name="connsiteY143" fmla="*/ 272252 h 6604402"/>
                <a:gd name="connsiteX144" fmla="*/ 151474 w 8986025"/>
                <a:gd name="connsiteY144" fmla="*/ 135244 h 6604402"/>
                <a:gd name="connsiteX145" fmla="*/ 944599 w 8986025"/>
                <a:gd name="connsiteY145" fmla="*/ 135244 h 6604402"/>
                <a:gd name="connsiteX146" fmla="*/ 944599 w 8986025"/>
                <a:gd name="connsiteY146" fmla="*/ 927463 h 6604402"/>
                <a:gd name="connsiteX147" fmla="*/ 151474 w 8986025"/>
                <a:gd name="connsiteY147" fmla="*/ 927463 h 6604402"/>
                <a:gd name="connsiteX148" fmla="*/ 6313795 w 8986025"/>
                <a:gd name="connsiteY148" fmla="*/ 490 h 6604402"/>
                <a:gd name="connsiteX149" fmla="*/ 6679840 w 8986025"/>
                <a:gd name="connsiteY149" fmla="*/ 114312 h 6604402"/>
                <a:gd name="connsiteX150" fmla="*/ 6872892 w 8986025"/>
                <a:gd name="connsiteY150" fmla="*/ 462727 h 6604402"/>
                <a:gd name="connsiteX151" fmla="*/ 6707678 w 8986025"/>
                <a:gd name="connsiteY151" fmla="*/ 924992 h 6604402"/>
                <a:gd name="connsiteX152" fmla="*/ 6153973 w 8986025"/>
                <a:gd name="connsiteY152" fmla="*/ 1035138 h 6604402"/>
                <a:gd name="connsiteX153" fmla="*/ 5879367 w 8986025"/>
                <a:gd name="connsiteY153" fmla="*/ 802054 h 6604402"/>
                <a:gd name="connsiteX154" fmla="*/ 5877444 w 8986025"/>
                <a:gd name="connsiteY154" fmla="*/ 262898 h 6604402"/>
                <a:gd name="connsiteX155" fmla="*/ 6313795 w 8986025"/>
                <a:gd name="connsiteY155" fmla="*/ 490 h 660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8986025" h="6604402">
                  <a:moveTo>
                    <a:pt x="8475606" y="5812607"/>
                  </a:moveTo>
                  <a:cubicBezTo>
                    <a:pt x="8457429" y="5810783"/>
                    <a:pt x="8438454" y="5810751"/>
                    <a:pt x="8418768" y="5812724"/>
                  </a:cubicBezTo>
                  <a:cubicBezTo>
                    <a:pt x="8291712" y="5825462"/>
                    <a:pt x="8171048" y="5962492"/>
                    <a:pt x="8189775" y="6092966"/>
                  </a:cubicBezTo>
                  <a:cubicBezTo>
                    <a:pt x="8212528" y="6251478"/>
                    <a:pt x="8348409" y="6350392"/>
                    <a:pt x="8508353" y="6319855"/>
                  </a:cubicBezTo>
                  <a:cubicBezTo>
                    <a:pt x="8538436" y="6307263"/>
                    <a:pt x="8571092" y="6298678"/>
                    <a:pt x="8598113" y="6281323"/>
                  </a:cubicBezTo>
                  <a:cubicBezTo>
                    <a:pt x="8676948" y="6230685"/>
                    <a:pt x="8723336" y="6117391"/>
                    <a:pt x="8710593" y="6042003"/>
                  </a:cubicBezTo>
                  <a:cubicBezTo>
                    <a:pt x="8690991" y="5926032"/>
                    <a:pt x="8602843" y="5825382"/>
                    <a:pt x="8475606" y="5812607"/>
                  </a:cubicBezTo>
                  <a:close/>
                  <a:moveTo>
                    <a:pt x="8447463" y="5541597"/>
                  </a:moveTo>
                  <a:cubicBezTo>
                    <a:pt x="8539971" y="5543365"/>
                    <a:pt x="8623880" y="5564213"/>
                    <a:pt x="8710486" y="5601723"/>
                  </a:cubicBezTo>
                  <a:cubicBezTo>
                    <a:pt x="8999652" y="5759078"/>
                    <a:pt x="9073386" y="6144034"/>
                    <a:pt x="8873475" y="6400429"/>
                  </a:cubicBezTo>
                  <a:cubicBezTo>
                    <a:pt x="8708172" y="6612441"/>
                    <a:pt x="8430891" y="6650242"/>
                    <a:pt x="8222725" y="6555047"/>
                  </a:cubicBezTo>
                  <a:cubicBezTo>
                    <a:pt x="8027198" y="6465631"/>
                    <a:pt x="7923807" y="6302912"/>
                    <a:pt x="7917368" y="6083827"/>
                  </a:cubicBezTo>
                  <a:cubicBezTo>
                    <a:pt x="7911273" y="5876461"/>
                    <a:pt x="7999767" y="5720396"/>
                    <a:pt x="8174718" y="5606050"/>
                  </a:cubicBezTo>
                  <a:cubicBezTo>
                    <a:pt x="8265003" y="5573926"/>
                    <a:pt x="8349885" y="5539729"/>
                    <a:pt x="8447463" y="5541597"/>
                  </a:cubicBezTo>
                  <a:close/>
                  <a:moveTo>
                    <a:pt x="4762913" y="5017879"/>
                  </a:moveTo>
                  <a:cubicBezTo>
                    <a:pt x="4626653" y="5017044"/>
                    <a:pt x="4492248" y="5133675"/>
                    <a:pt x="4498008" y="5284959"/>
                  </a:cubicBezTo>
                  <a:cubicBezTo>
                    <a:pt x="4502465" y="5402044"/>
                    <a:pt x="4572327" y="5489949"/>
                    <a:pt x="4684363" y="5524454"/>
                  </a:cubicBezTo>
                  <a:cubicBezTo>
                    <a:pt x="4781503" y="5554369"/>
                    <a:pt x="4876061" y="5533709"/>
                    <a:pt x="4952970" y="5444208"/>
                  </a:cubicBezTo>
                  <a:cubicBezTo>
                    <a:pt x="5089281" y="5299839"/>
                    <a:pt x="4999963" y="5073871"/>
                    <a:pt x="4821020" y="5025669"/>
                  </a:cubicBezTo>
                  <a:cubicBezTo>
                    <a:pt x="4801882" y="5020514"/>
                    <a:pt x="4782379" y="5017998"/>
                    <a:pt x="4762913" y="5017879"/>
                  </a:cubicBezTo>
                  <a:close/>
                  <a:moveTo>
                    <a:pt x="2417375" y="5017253"/>
                  </a:moveTo>
                  <a:cubicBezTo>
                    <a:pt x="2369723" y="5011063"/>
                    <a:pt x="2317966" y="5018864"/>
                    <a:pt x="2270145" y="5046820"/>
                  </a:cubicBezTo>
                  <a:cubicBezTo>
                    <a:pt x="2139877" y="5122974"/>
                    <a:pt x="2072433" y="5264642"/>
                    <a:pt x="2186473" y="5443806"/>
                  </a:cubicBezTo>
                  <a:cubicBezTo>
                    <a:pt x="2241813" y="5502905"/>
                    <a:pt x="2307062" y="5532112"/>
                    <a:pt x="2390868" y="5534579"/>
                  </a:cubicBezTo>
                  <a:cubicBezTo>
                    <a:pt x="2482978" y="5537290"/>
                    <a:pt x="2588511" y="5467116"/>
                    <a:pt x="2620240" y="5387043"/>
                  </a:cubicBezTo>
                  <a:cubicBezTo>
                    <a:pt x="2670804" y="5259434"/>
                    <a:pt x="2648169" y="5168142"/>
                    <a:pt x="2539974" y="5071631"/>
                  </a:cubicBezTo>
                  <a:cubicBezTo>
                    <a:pt x="2508575" y="5043624"/>
                    <a:pt x="2465028" y="5023443"/>
                    <a:pt x="2417375" y="5017253"/>
                  </a:cubicBezTo>
                  <a:close/>
                  <a:moveTo>
                    <a:pt x="505555" y="4758198"/>
                  </a:moveTo>
                  <a:cubicBezTo>
                    <a:pt x="393683" y="4767771"/>
                    <a:pt x="288420" y="4866315"/>
                    <a:pt x="276703" y="4987660"/>
                  </a:cubicBezTo>
                  <a:cubicBezTo>
                    <a:pt x="265990" y="5098609"/>
                    <a:pt x="320670" y="5175735"/>
                    <a:pt x="412216" y="5241279"/>
                  </a:cubicBezTo>
                  <a:cubicBezTo>
                    <a:pt x="602103" y="5349703"/>
                    <a:pt x="800580" y="5175192"/>
                    <a:pt x="793640" y="5011917"/>
                  </a:cubicBezTo>
                  <a:cubicBezTo>
                    <a:pt x="788171" y="4883319"/>
                    <a:pt x="687438" y="4742636"/>
                    <a:pt x="505555" y="4758198"/>
                  </a:cubicBezTo>
                  <a:close/>
                  <a:moveTo>
                    <a:pt x="4731770" y="4746585"/>
                  </a:moveTo>
                  <a:cubicBezTo>
                    <a:pt x="4868355" y="4741680"/>
                    <a:pt x="4989744" y="4773134"/>
                    <a:pt x="5097815" y="4860410"/>
                  </a:cubicBezTo>
                  <a:cubicBezTo>
                    <a:pt x="5210370" y="4951308"/>
                    <a:pt x="5274878" y="5068731"/>
                    <a:pt x="5290864" y="5208826"/>
                  </a:cubicBezTo>
                  <a:cubicBezTo>
                    <a:pt x="5311247" y="5387450"/>
                    <a:pt x="5258230" y="5543350"/>
                    <a:pt x="5125648" y="5671091"/>
                  </a:cubicBezTo>
                  <a:cubicBezTo>
                    <a:pt x="4987692" y="5804010"/>
                    <a:pt x="4751378" y="5851168"/>
                    <a:pt x="4571945" y="5781232"/>
                  </a:cubicBezTo>
                  <a:cubicBezTo>
                    <a:pt x="4453809" y="5735189"/>
                    <a:pt x="4362894" y="5660503"/>
                    <a:pt x="4297341" y="5548146"/>
                  </a:cubicBezTo>
                  <a:cubicBezTo>
                    <a:pt x="4206082" y="5367460"/>
                    <a:pt x="4197883" y="5190447"/>
                    <a:pt x="4295425" y="5008995"/>
                  </a:cubicBezTo>
                  <a:cubicBezTo>
                    <a:pt x="4396068" y="4842453"/>
                    <a:pt x="4538175" y="4753535"/>
                    <a:pt x="4731770" y="4746585"/>
                  </a:cubicBezTo>
                  <a:close/>
                  <a:moveTo>
                    <a:pt x="2430877" y="4745775"/>
                  </a:moveTo>
                  <a:cubicBezTo>
                    <a:pt x="2591510" y="4754522"/>
                    <a:pt x="2735571" y="4825775"/>
                    <a:pt x="2851406" y="5004210"/>
                  </a:cubicBezTo>
                  <a:cubicBezTo>
                    <a:pt x="2874744" y="5082988"/>
                    <a:pt x="2901652" y="5158647"/>
                    <a:pt x="2912825" y="5236561"/>
                  </a:cubicBezTo>
                  <a:cubicBezTo>
                    <a:pt x="2927814" y="5341074"/>
                    <a:pt x="2892054" y="5439718"/>
                    <a:pt x="2855283" y="5540863"/>
                  </a:cubicBezTo>
                  <a:cubicBezTo>
                    <a:pt x="2778818" y="5673520"/>
                    <a:pt x="2667962" y="5758563"/>
                    <a:pt x="2524763" y="5796956"/>
                  </a:cubicBezTo>
                  <a:cubicBezTo>
                    <a:pt x="2220595" y="5878509"/>
                    <a:pt x="1902209" y="5673311"/>
                    <a:pt x="1855360" y="5357070"/>
                  </a:cubicBezTo>
                  <a:cubicBezTo>
                    <a:pt x="1814938" y="5084217"/>
                    <a:pt x="2009818" y="4798109"/>
                    <a:pt x="2265149" y="4756209"/>
                  </a:cubicBezTo>
                  <a:cubicBezTo>
                    <a:pt x="2321945" y="4746889"/>
                    <a:pt x="2377331" y="4742859"/>
                    <a:pt x="2430877" y="4745775"/>
                  </a:cubicBezTo>
                  <a:close/>
                  <a:moveTo>
                    <a:pt x="485689" y="4479104"/>
                  </a:moveTo>
                  <a:cubicBezTo>
                    <a:pt x="630916" y="4465865"/>
                    <a:pt x="782462" y="4511794"/>
                    <a:pt x="905407" y="4622444"/>
                  </a:cubicBezTo>
                  <a:cubicBezTo>
                    <a:pt x="992628" y="4700945"/>
                    <a:pt x="1042714" y="4804029"/>
                    <a:pt x="1063633" y="4923107"/>
                  </a:cubicBezTo>
                  <a:cubicBezTo>
                    <a:pt x="1083538" y="5036404"/>
                    <a:pt x="1066307" y="5140505"/>
                    <a:pt x="1017496" y="5246328"/>
                  </a:cubicBezTo>
                  <a:cubicBezTo>
                    <a:pt x="927001" y="5398677"/>
                    <a:pt x="805650" y="5503953"/>
                    <a:pt x="630881" y="5537323"/>
                  </a:cubicBezTo>
                  <a:cubicBezTo>
                    <a:pt x="613855" y="5540574"/>
                    <a:pt x="596474" y="5541964"/>
                    <a:pt x="574332" y="5544433"/>
                  </a:cubicBezTo>
                  <a:cubicBezTo>
                    <a:pt x="401081" y="5557137"/>
                    <a:pt x="260077" y="5503320"/>
                    <a:pt x="141423" y="5380907"/>
                  </a:cubicBezTo>
                  <a:cubicBezTo>
                    <a:pt x="-31305" y="5202706"/>
                    <a:pt x="-48193" y="4887025"/>
                    <a:pt x="103896" y="4690772"/>
                  </a:cubicBezTo>
                  <a:cubicBezTo>
                    <a:pt x="201558" y="4564751"/>
                    <a:pt x="340463" y="4492344"/>
                    <a:pt x="485689" y="4479104"/>
                  </a:cubicBezTo>
                  <a:close/>
                  <a:moveTo>
                    <a:pt x="6593451" y="4229564"/>
                  </a:moveTo>
                  <a:cubicBezTo>
                    <a:pt x="6566282" y="4230679"/>
                    <a:pt x="6538541" y="4235518"/>
                    <a:pt x="6511070" y="4244213"/>
                  </a:cubicBezTo>
                  <a:cubicBezTo>
                    <a:pt x="6494673" y="4254160"/>
                    <a:pt x="6477889" y="4263530"/>
                    <a:pt x="6461938" y="4274152"/>
                  </a:cubicBezTo>
                  <a:cubicBezTo>
                    <a:pt x="6368218" y="4336564"/>
                    <a:pt x="6323951" y="4449926"/>
                    <a:pt x="6354058" y="4549504"/>
                  </a:cubicBezTo>
                  <a:cubicBezTo>
                    <a:pt x="6388832" y="4664514"/>
                    <a:pt x="6486651" y="4744194"/>
                    <a:pt x="6596960" y="4747364"/>
                  </a:cubicBezTo>
                  <a:cubicBezTo>
                    <a:pt x="6699572" y="4750313"/>
                    <a:pt x="6796090" y="4688359"/>
                    <a:pt x="6840459" y="4590975"/>
                  </a:cubicBezTo>
                  <a:cubicBezTo>
                    <a:pt x="6886114" y="4490764"/>
                    <a:pt x="6865554" y="4398412"/>
                    <a:pt x="6799744" y="4316609"/>
                  </a:cubicBezTo>
                  <a:cubicBezTo>
                    <a:pt x="6751313" y="4256406"/>
                    <a:pt x="6674958" y="4226222"/>
                    <a:pt x="6593451" y="4229564"/>
                  </a:cubicBezTo>
                  <a:close/>
                  <a:moveTo>
                    <a:pt x="6569719" y="3949300"/>
                  </a:moveTo>
                  <a:cubicBezTo>
                    <a:pt x="6696942" y="3941633"/>
                    <a:pt x="6827023" y="3979777"/>
                    <a:pt x="6936139" y="4063881"/>
                  </a:cubicBezTo>
                  <a:cubicBezTo>
                    <a:pt x="7080492" y="4175145"/>
                    <a:pt x="7146249" y="4325185"/>
                    <a:pt x="7141937" y="4500235"/>
                  </a:cubicBezTo>
                  <a:cubicBezTo>
                    <a:pt x="7135520" y="4760628"/>
                    <a:pt x="6949727" y="4978995"/>
                    <a:pt x="6680610" y="5017130"/>
                  </a:cubicBezTo>
                  <a:cubicBezTo>
                    <a:pt x="6473755" y="5036439"/>
                    <a:pt x="6310204" y="4963310"/>
                    <a:pt x="6176576" y="4808706"/>
                  </a:cubicBezTo>
                  <a:cubicBezTo>
                    <a:pt x="6014396" y="4584134"/>
                    <a:pt x="6032404" y="4300436"/>
                    <a:pt x="6220450" y="4109584"/>
                  </a:cubicBezTo>
                  <a:cubicBezTo>
                    <a:pt x="6318132" y="4010446"/>
                    <a:pt x="6442497" y="3956968"/>
                    <a:pt x="6569719" y="3949300"/>
                  </a:cubicBezTo>
                  <a:close/>
                  <a:moveTo>
                    <a:pt x="3186963" y="3705958"/>
                  </a:moveTo>
                  <a:cubicBezTo>
                    <a:pt x="3164311" y="3709483"/>
                    <a:pt x="3141276" y="3711415"/>
                    <a:pt x="3119074" y="3716794"/>
                  </a:cubicBezTo>
                  <a:cubicBezTo>
                    <a:pt x="2992726" y="3747405"/>
                    <a:pt x="2912551" y="3849550"/>
                    <a:pt x="2916947" y="3970724"/>
                  </a:cubicBezTo>
                  <a:cubicBezTo>
                    <a:pt x="2923668" y="4156051"/>
                    <a:pt x="3088834" y="4266126"/>
                    <a:pt x="3253743" y="4219019"/>
                  </a:cubicBezTo>
                  <a:cubicBezTo>
                    <a:pt x="3357196" y="4189467"/>
                    <a:pt x="3456901" y="4048852"/>
                    <a:pt x="3439740" y="3953533"/>
                  </a:cubicBezTo>
                  <a:cubicBezTo>
                    <a:pt x="3415555" y="3819205"/>
                    <a:pt x="3342163" y="3731091"/>
                    <a:pt x="3186963" y="3705958"/>
                  </a:cubicBezTo>
                  <a:close/>
                  <a:moveTo>
                    <a:pt x="3202728" y="3432955"/>
                  </a:moveTo>
                  <a:cubicBezTo>
                    <a:pt x="3322724" y="3437191"/>
                    <a:pt x="3434019" y="3478488"/>
                    <a:pt x="3532568" y="3566425"/>
                  </a:cubicBezTo>
                  <a:cubicBezTo>
                    <a:pt x="3676367" y="3694739"/>
                    <a:pt x="3730690" y="3857082"/>
                    <a:pt x="3708434" y="4041516"/>
                  </a:cubicBezTo>
                  <a:cubicBezTo>
                    <a:pt x="3681802" y="4262221"/>
                    <a:pt x="3531603" y="4432843"/>
                    <a:pt x="3313617" y="4487961"/>
                  </a:cubicBezTo>
                  <a:cubicBezTo>
                    <a:pt x="3121015" y="4536663"/>
                    <a:pt x="2945855" y="4488637"/>
                    <a:pt x="2798812" y="4354220"/>
                  </a:cubicBezTo>
                  <a:cubicBezTo>
                    <a:pt x="2762703" y="4321212"/>
                    <a:pt x="2738897" y="4274747"/>
                    <a:pt x="2705911" y="4232406"/>
                  </a:cubicBezTo>
                  <a:cubicBezTo>
                    <a:pt x="2690487" y="4193998"/>
                    <a:pt x="2678133" y="4157794"/>
                    <a:pt x="2666765" y="4121281"/>
                  </a:cubicBezTo>
                  <a:cubicBezTo>
                    <a:pt x="2620937" y="3974073"/>
                    <a:pt x="2645312" y="3834642"/>
                    <a:pt x="2714098" y="3695911"/>
                  </a:cubicBezTo>
                  <a:cubicBezTo>
                    <a:pt x="2802316" y="3558669"/>
                    <a:pt x="2920838" y="3465355"/>
                    <a:pt x="3079981" y="3440718"/>
                  </a:cubicBezTo>
                  <a:cubicBezTo>
                    <a:pt x="3121764" y="3434249"/>
                    <a:pt x="3162730" y="3431543"/>
                    <a:pt x="3202728" y="3432955"/>
                  </a:cubicBezTo>
                  <a:close/>
                  <a:moveTo>
                    <a:pt x="4525333" y="2910390"/>
                  </a:moveTo>
                  <a:cubicBezTo>
                    <a:pt x="4448670" y="2901993"/>
                    <a:pt x="4366644" y="2928566"/>
                    <a:pt x="4309779" y="2991789"/>
                  </a:cubicBezTo>
                  <a:cubicBezTo>
                    <a:pt x="4232096" y="3078159"/>
                    <a:pt x="4217061" y="3170560"/>
                    <a:pt x="4261450" y="3273908"/>
                  </a:cubicBezTo>
                  <a:cubicBezTo>
                    <a:pt x="4300255" y="3364250"/>
                    <a:pt x="4370550" y="3414543"/>
                    <a:pt x="4479872" y="3423169"/>
                  </a:cubicBezTo>
                  <a:cubicBezTo>
                    <a:pt x="4631687" y="3439564"/>
                    <a:pt x="4745080" y="3316958"/>
                    <a:pt x="4752896" y="3186736"/>
                  </a:cubicBezTo>
                  <a:cubicBezTo>
                    <a:pt x="4759696" y="3073462"/>
                    <a:pt x="4698984" y="2975567"/>
                    <a:pt x="4599078" y="2930381"/>
                  </a:cubicBezTo>
                  <a:cubicBezTo>
                    <a:pt x="4575846" y="2919873"/>
                    <a:pt x="4550887" y="2913189"/>
                    <a:pt x="4525333" y="2910390"/>
                  </a:cubicBezTo>
                  <a:close/>
                  <a:moveTo>
                    <a:pt x="1853574" y="2646633"/>
                  </a:moveTo>
                  <a:cubicBezTo>
                    <a:pt x="1838104" y="2646535"/>
                    <a:pt x="1822313" y="2647700"/>
                    <a:pt x="1806308" y="2650218"/>
                  </a:cubicBezTo>
                  <a:cubicBezTo>
                    <a:pt x="1701149" y="2666771"/>
                    <a:pt x="1605271" y="2779407"/>
                    <a:pt x="1600251" y="2884302"/>
                  </a:cubicBezTo>
                  <a:cubicBezTo>
                    <a:pt x="1595787" y="2977626"/>
                    <a:pt x="1632087" y="3049129"/>
                    <a:pt x="1707333" y="3113563"/>
                  </a:cubicBezTo>
                  <a:cubicBezTo>
                    <a:pt x="1755282" y="3130820"/>
                    <a:pt x="1802353" y="3159491"/>
                    <a:pt x="1851337" y="3163256"/>
                  </a:cubicBezTo>
                  <a:cubicBezTo>
                    <a:pt x="2017519" y="3176032"/>
                    <a:pt x="2177719" y="2986017"/>
                    <a:pt x="2095481" y="2801656"/>
                  </a:cubicBezTo>
                  <a:cubicBezTo>
                    <a:pt x="2054498" y="2709779"/>
                    <a:pt x="1961869" y="2647312"/>
                    <a:pt x="1853574" y="2646633"/>
                  </a:cubicBezTo>
                  <a:close/>
                  <a:moveTo>
                    <a:pt x="4540239" y="2636400"/>
                  </a:moveTo>
                  <a:cubicBezTo>
                    <a:pt x="4700870" y="2645144"/>
                    <a:pt x="4844933" y="2716391"/>
                    <a:pt x="4960774" y="2894835"/>
                  </a:cubicBezTo>
                  <a:cubicBezTo>
                    <a:pt x="4984114" y="2973603"/>
                    <a:pt x="5011030" y="3049251"/>
                    <a:pt x="5022199" y="3127158"/>
                  </a:cubicBezTo>
                  <a:cubicBezTo>
                    <a:pt x="5037186" y="3231677"/>
                    <a:pt x="5001432" y="3330332"/>
                    <a:pt x="4964654" y="3431484"/>
                  </a:cubicBezTo>
                  <a:cubicBezTo>
                    <a:pt x="4888189" y="3564145"/>
                    <a:pt x="4777331" y="3649184"/>
                    <a:pt x="4634134" y="3687579"/>
                  </a:cubicBezTo>
                  <a:cubicBezTo>
                    <a:pt x="4329971" y="3769134"/>
                    <a:pt x="4011580" y="3563938"/>
                    <a:pt x="3964731" y="3247697"/>
                  </a:cubicBezTo>
                  <a:cubicBezTo>
                    <a:pt x="3924308" y="2974836"/>
                    <a:pt x="4119193" y="2688730"/>
                    <a:pt x="4374516" y="2646834"/>
                  </a:cubicBezTo>
                  <a:cubicBezTo>
                    <a:pt x="4431310" y="2637515"/>
                    <a:pt x="4486695" y="2633485"/>
                    <a:pt x="4540239" y="2636400"/>
                  </a:cubicBezTo>
                  <a:close/>
                  <a:moveTo>
                    <a:pt x="1934244" y="2367814"/>
                  </a:moveTo>
                  <a:cubicBezTo>
                    <a:pt x="1954461" y="2375387"/>
                    <a:pt x="1968470" y="2387270"/>
                    <a:pt x="1984330" y="2390777"/>
                  </a:cubicBezTo>
                  <a:cubicBezTo>
                    <a:pt x="2149694" y="2427345"/>
                    <a:pt x="2263055" y="2527964"/>
                    <a:pt x="2339394" y="2675253"/>
                  </a:cubicBezTo>
                  <a:cubicBezTo>
                    <a:pt x="2344730" y="2685546"/>
                    <a:pt x="2351019" y="2695346"/>
                    <a:pt x="2360361" y="2707596"/>
                  </a:cubicBezTo>
                  <a:cubicBezTo>
                    <a:pt x="2412014" y="2866852"/>
                    <a:pt x="2412001" y="3020912"/>
                    <a:pt x="2326897" y="3166183"/>
                  </a:cubicBezTo>
                  <a:cubicBezTo>
                    <a:pt x="2229747" y="3332013"/>
                    <a:pt x="2089057" y="3426376"/>
                    <a:pt x="1891214" y="3436189"/>
                  </a:cubicBezTo>
                  <a:cubicBezTo>
                    <a:pt x="1685172" y="3446405"/>
                    <a:pt x="1522041" y="3371125"/>
                    <a:pt x="1411148" y="3201199"/>
                  </a:cubicBezTo>
                  <a:cubicBezTo>
                    <a:pt x="1268636" y="2982815"/>
                    <a:pt x="1292562" y="2722349"/>
                    <a:pt x="1470248" y="2531357"/>
                  </a:cubicBezTo>
                  <a:cubicBezTo>
                    <a:pt x="1567551" y="2426769"/>
                    <a:pt x="1695175" y="2371975"/>
                    <a:pt x="1841069" y="2368566"/>
                  </a:cubicBezTo>
                  <a:cubicBezTo>
                    <a:pt x="1870331" y="2367884"/>
                    <a:pt x="1899619" y="2368317"/>
                    <a:pt x="1934244" y="2367814"/>
                  </a:cubicBezTo>
                  <a:close/>
                  <a:moveTo>
                    <a:pt x="7671113" y="1592791"/>
                  </a:moveTo>
                  <a:cubicBezTo>
                    <a:pt x="7642575" y="1591807"/>
                    <a:pt x="7613263" y="1595439"/>
                    <a:pt x="7584055" y="1603936"/>
                  </a:cubicBezTo>
                  <a:cubicBezTo>
                    <a:pt x="7484546" y="1632890"/>
                    <a:pt x="7434812" y="1705377"/>
                    <a:pt x="7401989" y="1806103"/>
                  </a:cubicBezTo>
                  <a:cubicBezTo>
                    <a:pt x="7401939" y="1817802"/>
                    <a:pt x="7402123" y="1829504"/>
                    <a:pt x="7401802" y="1841195"/>
                  </a:cubicBezTo>
                  <a:cubicBezTo>
                    <a:pt x="7398547" y="1959586"/>
                    <a:pt x="7459696" y="2038300"/>
                    <a:pt x="7560402" y="2088296"/>
                  </a:cubicBezTo>
                  <a:cubicBezTo>
                    <a:pt x="7650647" y="2133100"/>
                    <a:pt x="7772042" y="2107942"/>
                    <a:pt x="7844318" y="2027568"/>
                  </a:cubicBezTo>
                  <a:cubicBezTo>
                    <a:pt x="7923129" y="1939927"/>
                    <a:pt x="7942947" y="1818054"/>
                    <a:pt x="7883361" y="1719565"/>
                  </a:cubicBezTo>
                  <a:cubicBezTo>
                    <a:pt x="7835377" y="1640250"/>
                    <a:pt x="7756727" y="1595746"/>
                    <a:pt x="7671113" y="1592791"/>
                  </a:cubicBezTo>
                  <a:close/>
                  <a:moveTo>
                    <a:pt x="7635321" y="1313142"/>
                  </a:moveTo>
                  <a:cubicBezTo>
                    <a:pt x="7900560" y="1302149"/>
                    <a:pt x="8149709" y="1493720"/>
                    <a:pt x="8190473" y="1770762"/>
                  </a:cubicBezTo>
                  <a:cubicBezTo>
                    <a:pt x="8231225" y="2047725"/>
                    <a:pt x="8033335" y="2329105"/>
                    <a:pt x="7780404" y="2371339"/>
                  </a:cubicBezTo>
                  <a:cubicBezTo>
                    <a:pt x="7553526" y="2409222"/>
                    <a:pt x="7348791" y="2361520"/>
                    <a:pt x="7194207" y="2123066"/>
                  </a:cubicBezTo>
                  <a:cubicBezTo>
                    <a:pt x="7174071" y="2067656"/>
                    <a:pt x="7159191" y="2013687"/>
                    <a:pt x="7140458" y="1961091"/>
                  </a:cubicBezTo>
                  <a:cubicBezTo>
                    <a:pt x="7099647" y="1846503"/>
                    <a:pt x="7131655" y="1739958"/>
                    <a:pt x="7173006" y="1633997"/>
                  </a:cubicBezTo>
                  <a:cubicBezTo>
                    <a:pt x="7178635" y="1619571"/>
                    <a:pt x="7184788" y="1605350"/>
                    <a:pt x="7190667" y="1586610"/>
                  </a:cubicBezTo>
                  <a:cubicBezTo>
                    <a:pt x="7267094" y="1453986"/>
                    <a:pt x="7378007" y="1368973"/>
                    <a:pt x="7521223" y="1330597"/>
                  </a:cubicBezTo>
                  <a:cubicBezTo>
                    <a:pt x="7559210" y="1320417"/>
                    <a:pt x="7597430" y="1314713"/>
                    <a:pt x="7635321" y="1313142"/>
                  </a:cubicBezTo>
                  <a:close/>
                  <a:moveTo>
                    <a:pt x="6326452" y="272252"/>
                  </a:moveTo>
                  <a:cubicBezTo>
                    <a:pt x="6309369" y="273362"/>
                    <a:pt x="6292465" y="276493"/>
                    <a:pt x="6276083" y="281853"/>
                  </a:cubicBezTo>
                  <a:cubicBezTo>
                    <a:pt x="6126343" y="330846"/>
                    <a:pt x="6049831" y="462801"/>
                    <a:pt x="6092704" y="604399"/>
                  </a:cubicBezTo>
                  <a:cubicBezTo>
                    <a:pt x="6119756" y="693751"/>
                    <a:pt x="6186992" y="747111"/>
                    <a:pt x="6279174" y="785823"/>
                  </a:cubicBezTo>
                  <a:cubicBezTo>
                    <a:pt x="6294792" y="786032"/>
                    <a:pt x="6310410" y="786399"/>
                    <a:pt x="6326030" y="786423"/>
                  </a:cubicBezTo>
                  <a:cubicBezTo>
                    <a:pt x="6509579" y="786702"/>
                    <a:pt x="6622042" y="655294"/>
                    <a:pt x="6593212" y="474292"/>
                  </a:cubicBezTo>
                  <a:cubicBezTo>
                    <a:pt x="6574327" y="355725"/>
                    <a:pt x="6446028" y="264483"/>
                    <a:pt x="6326452" y="272252"/>
                  </a:cubicBezTo>
                  <a:close/>
                  <a:moveTo>
                    <a:pt x="151474" y="135244"/>
                  </a:moveTo>
                  <a:lnTo>
                    <a:pt x="944599" y="135244"/>
                  </a:lnTo>
                  <a:lnTo>
                    <a:pt x="944599" y="927463"/>
                  </a:lnTo>
                  <a:lnTo>
                    <a:pt x="151474" y="927463"/>
                  </a:lnTo>
                  <a:close/>
                  <a:moveTo>
                    <a:pt x="6313795" y="490"/>
                  </a:moveTo>
                  <a:cubicBezTo>
                    <a:pt x="6450380" y="-4414"/>
                    <a:pt x="6571768" y="27037"/>
                    <a:pt x="6679840" y="114312"/>
                  </a:cubicBezTo>
                  <a:cubicBezTo>
                    <a:pt x="6792396" y="205209"/>
                    <a:pt x="6856906" y="322634"/>
                    <a:pt x="6872892" y="462727"/>
                  </a:cubicBezTo>
                  <a:cubicBezTo>
                    <a:pt x="6893273" y="641351"/>
                    <a:pt x="6840260" y="797250"/>
                    <a:pt x="6707678" y="924992"/>
                  </a:cubicBezTo>
                  <a:cubicBezTo>
                    <a:pt x="6569714" y="1057917"/>
                    <a:pt x="6333407" y="1105074"/>
                    <a:pt x="6153973" y="1035138"/>
                  </a:cubicBezTo>
                  <a:cubicBezTo>
                    <a:pt x="6035837" y="989094"/>
                    <a:pt x="5944922" y="914410"/>
                    <a:pt x="5879367" y="802054"/>
                  </a:cubicBezTo>
                  <a:cubicBezTo>
                    <a:pt x="5788082" y="621367"/>
                    <a:pt x="5779935" y="444353"/>
                    <a:pt x="5877444" y="262898"/>
                  </a:cubicBezTo>
                  <a:cubicBezTo>
                    <a:pt x="5978092" y="96360"/>
                    <a:pt x="6120199" y="7438"/>
                    <a:pt x="6313795" y="49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97" name="Group 2796">
            <a:extLst>
              <a:ext uri="{FF2B5EF4-FFF2-40B4-BE49-F238E27FC236}">
                <a16:creationId xmlns:a16="http://schemas.microsoft.com/office/drawing/2014/main" id="{FA96D739-1986-8D49-AD12-187C0C179613}"/>
              </a:ext>
              <a:ext uri="{C183D7F6-B498-43B3-948B-1728B52AA6E4}">
                <adec:decorative xmlns:adec="http://schemas.microsoft.com/office/drawing/2017/decorative" val="1"/>
              </a:ext>
            </a:extLst>
          </p:cNvPr>
          <p:cNvGrpSpPr>
            <a:grpSpLocks noChangeAspect="1"/>
          </p:cNvGrpSpPr>
          <p:nvPr/>
        </p:nvGrpSpPr>
        <p:grpSpPr>
          <a:xfrm>
            <a:off x="1398143" y="4411651"/>
            <a:ext cx="399274" cy="320040"/>
            <a:chOff x="1398143" y="4411651"/>
            <a:chExt cx="399274" cy="320040"/>
          </a:xfrm>
          <a:solidFill>
            <a:srgbClr val="FF0000"/>
          </a:solidFill>
        </p:grpSpPr>
        <p:sp>
          <p:nvSpPr>
            <p:cNvPr id="1993" name="Freeform: Shape 1992">
              <a:extLst>
                <a:ext uri="{FF2B5EF4-FFF2-40B4-BE49-F238E27FC236}">
                  <a16:creationId xmlns:a16="http://schemas.microsoft.com/office/drawing/2014/main" id="{A00193A9-0C37-E80E-940A-D48AE58FEB65}"/>
                </a:ext>
                <a:ext uri="{C183D7F6-B498-43B3-948B-1728B52AA6E4}">
                  <adec:decorative xmlns:adec="http://schemas.microsoft.com/office/drawing/2017/decorative" val="1"/>
                </a:ext>
              </a:extLst>
            </p:cNvPr>
            <p:cNvSpPr/>
            <p:nvPr/>
          </p:nvSpPr>
          <p:spPr>
            <a:xfrm rot="5400000" flipH="1">
              <a:off x="1437760" y="4372034"/>
              <a:ext cx="320040" cy="399274"/>
            </a:xfrm>
            <a:custGeom>
              <a:avLst/>
              <a:gdLst>
                <a:gd name="connsiteX0" fmla="*/ 87726 w 689708"/>
                <a:gd name="connsiteY0" fmla="*/ 66333 h 860463"/>
                <a:gd name="connsiteX1" fmla="*/ 66333 w 689708"/>
                <a:gd name="connsiteY1" fmla="*/ 87726 h 860463"/>
                <a:gd name="connsiteX2" fmla="*/ 44941 w 689708"/>
                <a:gd name="connsiteY2" fmla="*/ 66333 h 860463"/>
                <a:gd name="connsiteX3" fmla="*/ 66333 w 689708"/>
                <a:gd name="connsiteY3" fmla="*/ 44941 h 860463"/>
                <a:gd name="connsiteX4" fmla="*/ 87726 w 689708"/>
                <a:gd name="connsiteY4" fmla="*/ 66333 h 860463"/>
                <a:gd name="connsiteX5" fmla="*/ 87726 w 689708"/>
                <a:gd name="connsiteY5" fmla="*/ 794130 h 860463"/>
                <a:gd name="connsiteX6" fmla="*/ 66333 w 689708"/>
                <a:gd name="connsiteY6" fmla="*/ 815523 h 860463"/>
                <a:gd name="connsiteX7" fmla="*/ 44941 w 689708"/>
                <a:gd name="connsiteY7" fmla="*/ 794130 h 860463"/>
                <a:gd name="connsiteX8" fmla="*/ 66333 w 689708"/>
                <a:gd name="connsiteY8" fmla="*/ 772738 h 860463"/>
                <a:gd name="connsiteX9" fmla="*/ 87726 w 689708"/>
                <a:gd name="connsiteY9" fmla="*/ 794130 h 860463"/>
                <a:gd name="connsiteX10" fmla="*/ 243923 w 689708"/>
                <a:gd name="connsiteY10" fmla="*/ 366348 h 860463"/>
                <a:gd name="connsiteX11" fmla="*/ 113754 w 689708"/>
                <a:gd name="connsiteY11" fmla="*/ 112612 h 860463"/>
                <a:gd name="connsiteX12" fmla="*/ 121338 w 689708"/>
                <a:gd name="connsiteY12" fmla="*/ 103421 h 860463"/>
                <a:gd name="connsiteX13" fmla="*/ 132666 w 689708"/>
                <a:gd name="connsiteY13" fmla="*/ 66333 h 860463"/>
                <a:gd name="connsiteX14" fmla="*/ 66333 w 689708"/>
                <a:gd name="connsiteY14" fmla="*/ 0 h 860463"/>
                <a:gd name="connsiteX15" fmla="*/ 0 w 689708"/>
                <a:gd name="connsiteY15" fmla="*/ 66333 h 860463"/>
                <a:gd name="connsiteX16" fmla="*/ 66333 w 689708"/>
                <a:gd name="connsiteY16" fmla="*/ 132666 h 860463"/>
                <a:gd name="connsiteX17" fmla="*/ 74356 w 689708"/>
                <a:gd name="connsiteY17" fmla="*/ 131858 h 860463"/>
                <a:gd name="connsiteX18" fmla="*/ 194652 w 689708"/>
                <a:gd name="connsiteY18" fmla="*/ 366348 h 860463"/>
                <a:gd name="connsiteX19" fmla="*/ 243984 w 689708"/>
                <a:gd name="connsiteY19" fmla="*/ 493996 h 860463"/>
                <a:gd name="connsiteX20" fmla="*/ 194713 w 689708"/>
                <a:gd name="connsiteY20" fmla="*/ 493996 h 860463"/>
                <a:gd name="connsiteX21" fmla="*/ 74356 w 689708"/>
                <a:gd name="connsiteY21" fmla="*/ 728606 h 860463"/>
                <a:gd name="connsiteX22" fmla="*/ 66333 w 689708"/>
                <a:gd name="connsiteY22" fmla="*/ 727797 h 860463"/>
                <a:gd name="connsiteX23" fmla="*/ 0 w 689708"/>
                <a:gd name="connsiteY23" fmla="*/ 794130 h 860463"/>
                <a:gd name="connsiteX24" fmla="*/ 66333 w 689708"/>
                <a:gd name="connsiteY24" fmla="*/ 860463 h 860463"/>
                <a:gd name="connsiteX25" fmla="*/ 132666 w 689708"/>
                <a:gd name="connsiteY25" fmla="*/ 794130 h 860463"/>
                <a:gd name="connsiteX26" fmla="*/ 121338 w 689708"/>
                <a:gd name="connsiteY26" fmla="*/ 757043 h 860463"/>
                <a:gd name="connsiteX27" fmla="*/ 113754 w 689708"/>
                <a:gd name="connsiteY27" fmla="*/ 747851 h 860463"/>
                <a:gd name="connsiteX28" fmla="*/ 644767 w 689708"/>
                <a:gd name="connsiteY28" fmla="*/ 430175 h 860463"/>
                <a:gd name="connsiteX29" fmla="*/ 623375 w 689708"/>
                <a:gd name="connsiteY29" fmla="*/ 451568 h 860463"/>
                <a:gd name="connsiteX30" fmla="*/ 601983 w 689708"/>
                <a:gd name="connsiteY30" fmla="*/ 430175 h 860463"/>
                <a:gd name="connsiteX31" fmla="*/ 623375 w 689708"/>
                <a:gd name="connsiteY31" fmla="*/ 408783 h 860463"/>
                <a:gd name="connsiteX32" fmla="*/ 644767 w 689708"/>
                <a:gd name="connsiteY32" fmla="*/ 430175 h 860463"/>
                <a:gd name="connsiteX33" fmla="*/ 689708 w 689708"/>
                <a:gd name="connsiteY33" fmla="*/ 430175 h 860463"/>
                <a:gd name="connsiteX34" fmla="*/ 623375 w 689708"/>
                <a:gd name="connsiteY34" fmla="*/ 363842 h 860463"/>
                <a:gd name="connsiteX35" fmla="*/ 562255 w 689708"/>
                <a:gd name="connsiteY35" fmla="*/ 404355 h 860463"/>
                <a:gd name="connsiteX36" fmla="*/ 561027 w 689708"/>
                <a:gd name="connsiteY36" fmla="*/ 408312 h 860463"/>
                <a:gd name="connsiteX37" fmla="*/ 300310 w 689708"/>
                <a:gd name="connsiteY37" fmla="*/ 408312 h 860463"/>
                <a:gd name="connsiteX38" fmla="*/ 300310 w 689708"/>
                <a:gd name="connsiteY38" fmla="*/ 452151 h 860463"/>
                <a:gd name="connsiteX39" fmla="*/ 561061 w 689708"/>
                <a:gd name="connsiteY39" fmla="*/ 452151 h 860463"/>
                <a:gd name="connsiteX40" fmla="*/ 562255 w 689708"/>
                <a:gd name="connsiteY40" fmla="*/ 455995 h 860463"/>
                <a:gd name="connsiteX41" fmla="*/ 623375 w 689708"/>
                <a:gd name="connsiteY41" fmla="*/ 496508 h 860463"/>
                <a:gd name="connsiteX42" fmla="*/ 689708 w 689708"/>
                <a:gd name="connsiteY42" fmla="*/ 430175 h 86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9708" h="860463">
                  <a:moveTo>
                    <a:pt x="87726" y="66333"/>
                  </a:moveTo>
                  <a:cubicBezTo>
                    <a:pt x="87726" y="78148"/>
                    <a:pt x="78148" y="87726"/>
                    <a:pt x="66333" y="87726"/>
                  </a:cubicBezTo>
                  <a:cubicBezTo>
                    <a:pt x="54518" y="87726"/>
                    <a:pt x="44941" y="78148"/>
                    <a:pt x="44941" y="66333"/>
                  </a:cubicBezTo>
                  <a:cubicBezTo>
                    <a:pt x="44941" y="54519"/>
                    <a:pt x="54518" y="44941"/>
                    <a:pt x="66333" y="44941"/>
                  </a:cubicBezTo>
                  <a:cubicBezTo>
                    <a:pt x="78148" y="44941"/>
                    <a:pt x="87726" y="54519"/>
                    <a:pt x="87726" y="66333"/>
                  </a:cubicBezTo>
                  <a:close/>
                  <a:moveTo>
                    <a:pt x="87726" y="794130"/>
                  </a:moveTo>
                  <a:cubicBezTo>
                    <a:pt x="87726" y="805945"/>
                    <a:pt x="78148" y="815523"/>
                    <a:pt x="66333" y="815523"/>
                  </a:cubicBezTo>
                  <a:cubicBezTo>
                    <a:pt x="54518" y="815523"/>
                    <a:pt x="44941" y="805945"/>
                    <a:pt x="44941" y="794130"/>
                  </a:cubicBezTo>
                  <a:cubicBezTo>
                    <a:pt x="44941" y="782315"/>
                    <a:pt x="54518" y="772738"/>
                    <a:pt x="66333" y="772738"/>
                  </a:cubicBezTo>
                  <a:cubicBezTo>
                    <a:pt x="78148" y="772738"/>
                    <a:pt x="87726" y="782315"/>
                    <a:pt x="87726" y="794130"/>
                  </a:cubicBezTo>
                  <a:close/>
                  <a:moveTo>
                    <a:pt x="243923" y="366348"/>
                  </a:moveTo>
                  <a:lnTo>
                    <a:pt x="113754" y="112612"/>
                  </a:lnTo>
                  <a:lnTo>
                    <a:pt x="121338" y="103421"/>
                  </a:lnTo>
                  <a:cubicBezTo>
                    <a:pt x="128490" y="92834"/>
                    <a:pt x="132666" y="80071"/>
                    <a:pt x="132666" y="66333"/>
                  </a:cubicBezTo>
                  <a:cubicBezTo>
                    <a:pt x="132666" y="29699"/>
                    <a:pt x="102968" y="0"/>
                    <a:pt x="66333" y="0"/>
                  </a:cubicBezTo>
                  <a:cubicBezTo>
                    <a:pt x="29699" y="0"/>
                    <a:pt x="0" y="29699"/>
                    <a:pt x="0" y="66333"/>
                  </a:cubicBezTo>
                  <a:cubicBezTo>
                    <a:pt x="0" y="102968"/>
                    <a:pt x="29699" y="132666"/>
                    <a:pt x="66333" y="132666"/>
                  </a:cubicBezTo>
                  <a:lnTo>
                    <a:pt x="74356" y="131858"/>
                  </a:lnTo>
                  <a:lnTo>
                    <a:pt x="194652" y="366348"/>
                  </a:lnTo>
                  <a:close/>
                  <a:moveTo>
                    <a:pt x="243984" y="493996"/>
                  </a:moveTo>
                  <a:lnTo>
                    <a:pt x="194713" y="493996"/>
                  </a:lnTo>
                  <a:lnTo>
                    <a:pt x="74356" y="728606"/>
                  </a:lnTo>
                  <a:lnTo>
                    <a:pt x="66333" y="727797"/>
                  </a:lnTo>
                  <a:cubicBezTo>
                    <a:pt x="29699" y="727797"/>
                    <a:pt x="0" y="757495"/>
                    <a:pt x="0" y="794130"/>
                  </a:cubicBezTo>
                  <a:cubicBezTo>
                    <a:pt x="0" y="830765"/>
                    <a:pt x="29699" y="860463"/>
                    <a:pt x="66333" y="860463"/>
                  </a:cubicBezTo>
                  <a:cubicBezTo>
                    <a:pt x="102968" y="860463"/>
                    <a:pt x="132666" y="830765"/>
                    <a:pt x="132666" y="794130"/>
                  </a:cubicBezTo>
                  <a:cubicBezTo>
                    <a:pt x="132666" y="780392"/>
                    <a:pt x="128490" y="767629"/>
                    <a:pt x="121338" y="757043"/>
                  </a:cubicBezTo>
                  <a:lnTo>
                    <a:pt x="113754" y="747851"/>
                  </a:lnTo>
                  <a:close/>
                  <a:moveTo>
                    <a:pt x="644767" y="430175"/>
                  </a:moveTo>
                  <a:cubicBezTo>
                    <a:pt x="644767" y="441990"/>
                    <a:pt x="635190" y="451568"/>
                    <a:pt x="623375" y="451568"/>
                  </a:cubicBezTo>
                  <a:cubicBezTo>
                    <a:pt x="611560" y="451568"/>
                    <a:pt x="601983" y="441990"/>
                    <a:pt x="601983" y="430175"/>
                  </a:cubicBezTo>
                  <a:cubicBezTo>
                    <a:pt x="601983" y="418361"/>
                    <a:pt x="611560" y="408783"/>
                    <a:pt x="623375" y="408783"/>
                  </a:cubicBezTo>
                  <a:cubicBezTo>
                    <a:pt x="635190" y="408783"/>
                    <a:pt x="644767" y="418361"/>
                    <a:pt x="644767" y="430175"/>
                  </a:cubicBezTo>
                  <a:close/>
                  <a:moveTo>
                    <a:pt x="689708" y="430175"/>
                  </a:moveTo>
                  <a:cubicBezTo>
                    <a:pt x="689708" y="393540"/>
                    <a:pt x="660010" y="363842"/>
                    <a:pt x="623375" y="363842"/>
                  </a:cubicBezTo>
                  <a:cubicBezTo>
                    <a:pt x="595899" y="363842"/>
                    <a:pt x="572325" y="380547"/>
                    <a:pt x="562255" y="404355"/>
                  </a:cubicBezTo>
                  <a:lnTo>
                    <a:pt x="561027" y="408312"/>
                  </a:lnTo>
                  <a:lnTo>
                    <a:pt x="300310" y="408312"/>
                  </a:lnTo>
                  <a:lnTo>
                    <a:pt x="300310" y="452151"/>
                  </a:lnTo>
                  <a:lnTo>
                    <a:pt x="561061" y="452151"/>
                  </a:lnTo>
                  <a:lnTo>
                    <a:pt x="562255" y="455995"/>
                  </a:lnTo>
                  <a:cubicBezTo>
                    <a:pt x="572325" y="479803"/>
                    <a:pt x="595899" y="496508"/>
                    <a:pt x="623375" y="496508"/>
                  </a:cubicBezTo>
                  <a:cubicBezTo>
                    <a:pt x="660010" y="496508"/>
                    <a:pt x="689708" y="466810"/>
                    <a:pt x="689708" y="43017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94" name="Rectangle 1993">
              <a:extLst>
                <a:ext uri="{FF2B5EF4-FFF2-40B4-BE49-F238E27FC236}">
                  <a16:creationId xmlns:a16="http://schemas.microsoft.com/office/drawing/2014/main" id="{A152E1D5-0155-E7C6-E824-71E0BBDE4580}"/>
                </a:ext>
                <a:ext uri="{C183D7F6-B498-43B3-948B-1728B52AA6E4}">
                  <adec:decorative xmlns:adec="http://schemas.microsoft.com/office/drawing/2017/decorative" val="1"/>
                </a:ext>
              </a:extLst>
            </p:cNvPr>
            <p:cNvSpPr/>
            <p:nvPr/>
          </p:nvSpPr>
          <p:spPr>
            <a:xfrm>
              <a:off x="1582327" y="4606296"/>
              <a:ext cx="30961" cy="30566"/>
            </a:xfrm>
            <a:prstGeom prst="rect">
              <a:avLst/>
            </a:prstGeom>
            <a:solidFill>
              <a:schemeClr val="accent1"/>
            </a:solidFill>
            <a:ln w="1155" cap="flat">
              <a:noFill/>
              <a:prstDash val="solid"/>
              <a:miter/>
            </a:ln>
          </p:spPr>
          <p:txBody>
            <a:bodyPr rtlCol="0" anchor="ctr"/>
            <a:lstStyle/>
            <a:p>
              <a:endParaRPr lang="en-US"/>
            </a:p>
          </p:txBody>
        </p:sp>
      </p:grpSp>
      <p:grpSp>
        <p:nvGrpSpPr>
          <p:cNvPr id="2793" name="Group 2792">
            <a:extLst>
              <a:ext uri="{FF2B5EF4-FFF2-40B4-BE49-F238E27FC236}">
                <a16:creationId xmlns:a16="http://schemas.microsoft.com/office/drawing/2014/main" id="{50C8AC44-0662-F78A-168B-8DAB810D9F1F}"/>
              </a:ext>
              <a:ext uri="{C183D7F6-B498-43B3-948B-1728B52AA6E4}">
                <adec:decorative xmlns:adec="http://schemas.microsoft.com/office/drawing/2017/decorative" val="1"/>
              </a:ext>
            </a:extLst>
          </p:cNvPr>
          <p:cNvGrpSpPr>
            <a:grpSpLocks noChangeAspect="1"/>
          </p:cNvGrpSpPr>
          <p:nvPr/>
        </p:nvGrpSpPr>
        <p:grpSpPr>
          <a:xfrm>
            <a:off x="1956729" y="4343071"/>
            <a:ext cx="426075" cy="457200"/>
            <a:chOff x="1956729" y="4343071"/>
            <a:chExt cx="426075" cy="457200"/>
          </a:xfrm>
          <a:solidFill>
            <a:srgbClr val="FF0000"/>
          </a:solidFill>
        </p:grpSpPr>
        <p:sp>
          <p:nvSpPr>
            <p:cNvPr id="1997" name="Freeform: Shape 1996">
              <a:extLst>
                <a:ext uri="{FF2B5EF4-FFF2-40B4-BE49-F238E27FC236}">
                  <a16:creationId xmlns:a16="http://schemas.microsoft.com/office/drawing/2014/main" id="{AFC14039-B7FF-9A66-A90B-0B0F4BC5E695}"/>
                </a:ext>
                <a:ext uri="{C183D7F6-B498-43B3-948B-1728B52AA6E4}">
                  <adec:decorative xmlns:adec="http://schemas.microsoft.com/office/drawing/2017/decorative" val="1"/>
                </a:ext>
              </a:extLst>
            </p:cNvPr>
            <p:cNvSpPr/>
            <p:nvPr/>
          </p:nvSpPr>
          <p:spPr>
            <a:xfrm>
              <a:off x="1956729" y="4343071"/>
              <a:ext cx="426075" cy="457200"/>
            </a:xfrm>
            <a:custGeom>
              <a:avLst/>
              <a:gdLst>
                <a:gd name="connsiteX0" fmla="*/ 323416 w 646831"/>
                <a:gd name="connsiteY0" fmla="*/ 48989 h 694082"/>
                <a:gd name="connsiteX1" fmla="*/ 54954 w 646831"/>
                <a:gd name="connsiteY1" fmla="*/ 183488 h 694082"/>
                <a:gd name="connsiteX2" fmla="*/ 259294 w 646831"/>
                <a:gd name="connsiteY2" fmla="*/ 285862 h 694082"/>
                <a:gd name="connsiteX3" fmla="*/ 259294 w 646831"/>
                <a:gd name="connsiteY3" fmla="*/ 334895 h 694082"/>
                <a:gd name="connsiteX4" fmla="*/ 43888 w 646831"/>
                <a:gd name="connsiteY4" fmla="*/ 226976 h 694082"/>
                <a:gd name="connsiteX5" fmla="*/ 43888 w 646831"/>
                <a:gd name="connsiteY5" fmla="*/ 505050 h 694082"/>
                <a:gd name="connsiteX6" fmla="*/ 301496 w 646831"/>
                <a:gd name="connsiteY6" fmla="*/ 634112 h 694082"/>
                <a:gd name="connsiteX7" fmla="*/ 301496 w 646831"/>
                <a:gd name="connsiteY7" fmla="*/ 388091 h 694082"/>
                <a:gd name="connsiteX8" fmla="*/ 345335 w 646831"/>
                <a:gd name="connsiteY8" fmla="*/ 388091 h 694082"/>
                <a:gd name="connsiteX9" fmla="*/ 345335 w 646831"/>
                <a:gd name="connsiteY9" fmla="*/ 634112 h 694082"/>
                <a:gd name="connsiteX10" fmla="*/ 602943 w 646831"/>
                <a:gd name="connsiteY10" fmla="*/ 505050 h 694082"/>
                <a:gd name="connsiteX11" fmla="*/ 602943 w 646831"/>
                <a:gd name="connsiteY11" fmla="*/ 226977 h 694082"/>
                <a:gd name="connsiteX12" fmla="*/ 387536 w 646831"/>
                <a:gd name="connsiteY12" fmla="*/ 334895 h 694082"/>
                <a:gd name="connsiteX13" fmla="*/ 387536 w 646831"/>
                <a:gd name="connsiteY13" fmla="*/ 285862 h 694082"/>
                <a:gd name="connsiteX14" fmla="*/ 591877 w 646831"/>
                <a:gd name="connsiteY14" fmla="*/ 183488 h 694082"/>
                <a:gd name="connsiteX15" fmla="*/ 323326 w 646831"/>
                <a:gd name="connsiteY15" fmla="*/ 0 h 694082"/>
                <a:gd name="connsiteX16" fmla="*/ 323416 w 646831"/>
                <a:gd name="connsiteY16" fmla="*/ 179 h 694082"/>
                <a:gd name="connsiteX17" fmla="*/ 323505 w 646831"/>
                <a:gd name="connsiteY17" fmla="*/ 0 h 694082"/>
                <a:gd name="connsiteX18" fmla="*/ 646831 w 646831"/>
                <a:gd name="connsiteY18" fmla="*/ 161986 h 694082"/>
                <a:gd name="connsiteX19" fmla="*/ 646674 w 646831"/>
                <a:gd name="connsiteY19" fmla="*/ 162299 h 694082"/>
                <a:gd name="connsiteX20" fmla="*/ 646782 w 646831"/>
                <a:gd name="connsiteY20" fmla="*/ 162299 h 694082"/>
                <a:gd name="connsiteX21" fmla="*/ 646783 w 646831"/>
                <a:gd name="connsiteY21" fmla="*/ 204892 h 694082"/>
                <a:gd name="connsiteX22" fmla="*/ 646831 w 646831"/>
                <a:gd name="connsiteY22" fmla="*/ 204989 h 694082"/>
                <a:gd name="connsiteX23" fmla="*/ 646783 w 646831"/>
                <a:gd name="connsiteY23" fmla="*/ 205013 h 694082"/>
                <a:gd name="connsiteX24" fmla="*/ 646783 w 646831"/>
                <a:gd name="connsiteY24" fmla="*/ 531999 h 694082"/>
                <a:gd name="connsiteX25" fmla="*/ 646831 w 646831"/>
                <a:gd name="connsiteY25" fmla="*/ 532096 h 694082"/>
                <a:gd name="connsiteX26" fmla="*/ 646783 w 646831"/>
                <a:gd name="connsiteY26" fmla="*/ 532120 h 694082"/>
                <a:gd name="connsiteX27" fmla="*/ 646783 w 646831"/>
                <a:gd name="connsiteY27" fmla="*/ 532272 h 694082"/>
                <a:gd name="connsiteX28" fmla="*/ 646479 w 646831"/>
                <a:gd name="connsiteY28" fmla="*/ 532272 h 694082"/>
                <a:gd name="connsiteX29" fmla="*/ 323505 w 646831"/>
                <a:gd name="connsiteY29" fmla="*/ 694082 h 694082"/>
                <a:gd name="connsiteX30" fmla="*/ 323416 w 646831"/>
                <a:gd name="connsiteY30" fmla="*/ 693904 h 694082"/>
                <a:gd name="connsiteX31" fmla="*/ 323326 w 646831"/>
                <a:gd name="connsiteY31" fmla="*/ 694082 h 694082"/>
                <a:gd name="connsiteX32" fmla="*/ 352 w 646831"/>
                <a:gd name="connsiteY32" fmla="*/ 532272 h 694082"/>
                <a:gd name="connsiteX33" fmla="*/ 49 w 646831"/>
                <a:gd name="connsiteY33" fmla="*/ 532272 h 694082"/>
                <a:gd name="connsiteX34" fmla="*/ 49 w 646831"/>
                <a:gd name="connsiteY34" fmla="*/ 532120 h 694082"/>
                <a:gd name="connsiteX35" fmla="*/ 0 w 646831"/>
                <a:gd name="connsiteY35" fmla="*/ 532096 h 694082"/>
                <a:gd name="connsiteX36" fmla="*/ 49 w 646831"/>
                <a:gd name="connsiteY36" fmla="*/ 532000 h 694082"/>
                <a:gd name="connsiteX37" fmla="*/ 49 w 646831"/>
                <a:gd name="connsiteY37" fmla="*/ 205013 h 694082"/>
                <a:gd name="connsiteX38" fmla="*/ 0 w 646831"/>
                <a:gd name="connsiteY38" fmla="*/ 204989 h 694082"/>
                <a:gd name="connsiteX39" fmla="*/ 49 w 646831"/>
                <a:gd name="connsiteY39" fmla="*/ 204893 h 694082"/>
                <a:gd name="connsiteX40" fmla="*/ 49 w 646831"/>
                <a:gd name="connsiteY40" fmla="*/ 162299 h 694082"/>
                <a:gd name="connsiteX41" fmla="*/ 157 w 646831"/>
                <a:gd name="connsiteY41" fmla="*/ 162299 h 694082"/>
                <a:gd name="connsiteX42" fmla="*/ 0 w 646831"/>
                <a:gd name="connsiteY42" fmla="*/ 161986 h 69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46831" h="694082">
                  <a:moveTo>
                    <a:pt x="323416" y="48989"/>
                  </a:moveTo>
                  <a:lnTo>
                    <a:pt x="54954" y="183488"/>
                  </a:lnTo>
                  <a:lnTo>
                    <a:pt x="259294" y="285862"/>
                  </a:lnTo>
                  <a:lnTo>
                    <a:pt x="259294" y="334895"/>
                  </a:lnTo>
                  <a:lnTo>
                    <a:pt x="43888" y="226976"/>
                  </a:lnTo>
                  <a:lnTo>
                    <a:pt x="43888" y="505050"/>
                  </a:lnTo>
                  <a:lnTo>
                    <a:pt x="301496" y="634112"/>
                  </a:lnTo>
                  <a:lnTo>
                    <a:pt x="301496" y="388091"/>
                  </a:lnTo>
                  <a:lnTo>
                    <a:pt x="345335" y="388091"/>
                  </a:lnTo>
                  <a:lnTo>
                    <a:pt x="345335" y="634112"/>
                  </a:lnTo>
                  <a:lnTo>
                    <a:pt x="602943" y="505050"/>
                  </a:lnTo>
                  <a:lnTo>
                    <a:pt x="602943" y="226977"/>
                  </a:lnTo>
                  <a:lnTo>
                    <a:pt x="387536" y="334895"/>
                  </a:lnTo>
                  <a:lnTo>
                    <a:pt x="387536" y="285862"/>
                  </a:lnTo>
                  <a:lnTo>
                    <a:pt x="591877" y="183488"/>
                  </a:lnTo>
                  <a:close/>
                  <a:moveTo>
                    <a:pt x="323326" y="0"/>
                  </a:moveTo>
                  <a:lnTo>
                    <a:pt x="323416" y="179"/>
                  </a:lnTo>
                  <a:lnTo>
                    <a:pt x="323505" y="0"/>
                  </a:lnTo>
                  <a:lnTo>
                    <a:pt x="646831" y="161986"/>
                  </a:lnTo>
                  <a:lnTo>
                    <a:pt x="646674" y="162299"/>
                  </a:lnTo>
                  <a:lnTo>
                    <a:pt x="646782" y="162299"/>
                  </a:lnTo>
                  <a:lnTo>
                    <a:pt x="646783" y="204892"/>
                  </a:lnTo>
                  <a:lnTo>
                    <a:pt x="646831" y="204989"/>
                  </a:lnTo>
                  <a:lnTo>
                    <a:pt x="646783" y="205013"/>
                  </a:lnTo>
                  <a:lnTo>
                    <a:pt x="646783" y="531999"/>
                  </a:lnTo>
                  <a:lnTo>
                    <a:pt x="646831" y="532096"/>
                  </a:lnTo>
                  <a:lnTo>
                    <a:pt x="646783" y="532120"/>
                  </a:lnTo>
                  <a:lnTo>
                    <a:pt x="646783" y="532272"/>
                  </a:lnTo>
                  <a:lnTo>
                    <a:pt x="646479" y="532272"/>
                  </a:lnTo>
                  <a:lnTo>
                    <a:pt x="323505" y="694082"/>
                  </a:lnTo>
                  <a:lnTo>
                    <a:pt x="323416" y="693904"/>
                  </a:lnTo>
                  <a:lnTo>
                    <a:pt x="323326" y="694082"/>
                  </a:lnTo>
                  <a:lnTo>
                    <a:pt x="352" y="532272"/>
                  </a:lnTo>
                  <a:lnTo>
                    <a:pt x="49" y="532272"/>
                  </a:lnTo>
                  <a:lnTo>
                    <a:pt x="49" y="532120"/>
                  </a:lnTo>
                  <a:lnTo>
                    <a:pt x="0" y="532096"/>
                  </a:lnTo>
                  <a:lnTo>
                    <a:pt x="49" y="532000"/>
                  </a:lnTo>
                  <a:lnTo>
                    <a:pt x="49" y="205013"/>
                  </a:lnTo>
                  <a:lnTo>
                    <a:pt x="0" y="204989"/>
                  </a:lnTo>
                  <a:lnTo>
                    <a:pt x="49" y="204893"/>
                  </a:lnTo>
                  <a:lnTo>
                    <a:pt x="49" y="162299"/>
                  </a:lnTo>
                  <a:lnTo>
                    <a:pt x="157" y="162299"/>
                  </a:lnTo>
                  <a:lnTo>
                    <a:pt x="0" y="1619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98" name="Rectangle 1997">
              <a:extLst>
                <a:ext uri="{FF2B5EF4-FFF2-40B4-BE49-F238E27FC236}">
                  <a16:creationId xmlns:a16="http://schemas.microsoft.com/office/drawing/2014/main" id="{4F7ED3BC-94EC-967D-8CE7-7A6448930BA7}"/>
                </a:ext>
                <a:ext uri="{C183D7F6-B498-43B3-948B-1728B52AA6E4}">
                  <adec:decorative xmlns:adec="http://schemas.microsoft.com/office/drawing/2017/decorative" val="1"/>
                </a:ext>
              </a:extLst>
            </p:cNvPr>
            <p:cNvSpPr/>
            <p:nvPr/>
          </p:nvSpPr>
          <p:spPr>
            <a:xfrm>
              <a:off x="2146944" y="4536307"/>
              <a:ext cx="45645" cy="43782"/>
            </a:xfrm>
            <a:prstGeom prst="rect">
              <a:avLst/>
            </a:prstGeom>
            <a:solidFill>
              <a:schemeClr val="accent1"/>
            </a:solidFill>
            <a:ln w="1155" cap="flat">
              <a:noFill/>
              <a:prstDash val="solid"/>
              <a:miter/>
            </a:ln>
          </p:spPr>
          <p:txBody>
            <a:bodyPr rtlCol="0" anchor="ctr"/>
            <a:lstStyle/>
            <a:p>
              <a:endParaRPr lang="en-US"/>
            </a:p>
          </p:txBody>
        </p:sp>
      </p:grpSp>
      <p:grpSp>
        <p:nvGrpSpPr>
          <p:cNvPr id="2792" name="Group 2791">
            <a:extLst>
              <a:ext uri="{FF2B5EF4-FFF2-40B4-BE49-F238E27FC236}">
                <a16:creationId xmlns:a16="http://schemas.microsoft.com/office/drawing/2014/main" id="{D3B39FA3-AFF2-9DC6-5699-656CE1596188}"/>
              </a:ext>
              <a:ext uri="{C183D7F6-B498-43B3-948B-1728B52AA6E4}">
                <adec:decorative xmlns:adec="http://schemas.microsoft.com/office/drawing/2017/decorative" val="1"/>
              </a:ext>
            </a:extLst>
          </p:cNvPr>
          <p:cNvGrpSpPr>
            <a:grpSpLocks noChangeAspect="1"/>
          </p:cNvGrpSpPr>
          <p:nvPr/>
        </p:nvGrpSpPr>
        <p:grpSpPr>
          <a:xfrm>
            <a:off x="2542116" y="4343071"/>
            <a:ext cx="457104" cy="457200"/>
            <a:chOff x="2542116" y="4343071"/>
            <a:chExt cx="457104" cy="457200"/>
          </a:xfrm>
          <a:solidFill>
            <a:srgbClr val="FF0000"/>
          </a:solidFill>
        </p:grpSpPr>
        <p:sp>
          <p:nvSpPr>
            <p:cNvPr id="2000" name="Freeform: Shape 1999">
              <a:extLst>
                <a:ext uri="{FF2B5EF4-FFF2-40B4-BE49-F238E27FC236}">
                  <a16:creationId xmlns:a16="http://schemas.microsoft.com/office/drawing/2014/main" id="{C92C0552-B9B2-BEC9-AA00-8A6C22C43D20}"/>
                </a:ext>
                <a:ext uri="{C183D7F6-B498-43B3-948B-1728B52AA6E4}">
                  <adec:decorative xmlns:adec="http://schemas.microsoft.com/office/drawing/2017/decorative" val="1"/>
                </a:ext>
              </a:extLst>
            </p:cNvPr>
            <p:cNvSpPr/>
            <p:nvPr/>
          </p:nvSpPr>
          <p:spPr>
            <a:xfrm>
              <a:off x="2582587" y="4479661"/>
              <a:ext cx="376255" cy="227023"/>
            </a:xfrm>
            <a:custGeom>
              <a:avLst/>
              <a:gdLst>
                <a:gd name="connsiteX0" fmla="*/ 112304 w 667492"/>
                <a:gd name="connsiteY0" fmla="*/ 203977 h 402748"/>
                <a:gd name="connsiteX1" fmla="*/ 112423 w 667492"/>
                <a:gd name="connsiteY1" fmla="*/ 277715 h 402748"/>
                <a:gd name="connsiteX2" fmla="*/ 115146 w 667492"/>
                <a:gd name="connsiteY2" fmla="*/ 281160 h 402748"/>
                <a:gd name="connsiteX3" fmla="*/ 139334 w 667492"/>
                <a:gd name="connsiteY3" fmla="*/ 289990 h 402748"/>
                <a:gd name="connsiteX4" fmla="*/ 180508 w 667492"/>
                <a:gd name="connsiteY4" fmla="*/ 304653 h 402748"/>
                <a:gd name="connsiteX5" fmla="*/ 223116 w 667492"/>
                <a:gd name="connsiteY5" fmla="*/ 320400 h 402748"/>
                <a:gd name="connsiteX6" fmla="*/ 266978 w 667492"/>
                <a:gd name="connsiteY6" fmla="*/ 336041 h 402748"/>
                <a:gd name="connsiteX7" fmla="*/ 313388 w 667492"/>
                <a:gd name="connsiteY7" fmla="*/ 353468 h 402748"/>
                <a:gd name="connsiteX8" fmla="*/ 313388 w 667492"/>
                <a:gd name="connsiteY8" fmla="*/ 271797 h 402748"/>
                <a:gd name="connsiteX9" fmla="*/ 313388 w 667492"/>
                <a:gd name="connsiteY9" fmla="*/ 225074 h 402748"/>
                <a:gd name="connsiteX10" fmla="*/ 300077 w 667492"/>
                <a:gd name="connsiteY10" fmla="*/ 240447 h 402748"/>
                <a:gd name="connsiteX11" fmla="*/ 281859 w 667492"/>
                <a:gd name="connsiteY11" fmla="*/ 261936 h 402748"/>
                <a:gd name="connsiteX12" fmla="*/ 276404 w 667492"/>
                <a:gd name="connsiteY12" fmla="*/ 263070 h 402748"/>
                <a:gd name="connsiteX13" fmla="*/ 240570 w 667492"/>
                <a:gd name="connsiteY13" fmla="*/ 250193 h 402748"/>
                <a:gd name="connsiteX14" fmla="*/ 197166 w 667492"/>
                <a:gd name="connsiteY14" fmla="*/ 234320 h 402748"/>
                <a:gd name="connsiteX15" fmla="*/ 168342 w 667492"/>
                <a:gd name="connsiteY15" fmla="*/ 223823 h 402748"/>
                <a:gd name="connsiteX16" fmla="*/ 125326 w 667492"/>
                <a:gd name="connsiteY16" fmla="*/ 208142 h 402748"/>
                <a:gd name="connsiteX17" fmla="*/ 112304 w 667492"/>
                <a:gd name="connsiteY17" fmla="*/ 203977 h 402748"/>
                <a:gd name="connsiteX18" fmla="*/ 100765 w 667492"/>
                <a:gd name="connsiteY18" fmla="*/ 106499 h 402748"/>
                <a:gd name="connsiteX19" fmla="*/ 97700 w 667492"/>
                <a:gd name="connsiteY19" fmla="*/ 107341 h 402748"/>
                <a:gd name="connsiteX20" fmla="*/ 77101 w 667492"/>
                <a:gd name="connsiteY20" fmla="*/ 131281 h 402748"/>
                <a:gd name="connsiteX21" fmla="*/ 66350 w 667492"/>
                <a:gd name="connsiteY21" fmla="*/ 144229 h 402748"/>
                <a:gd name="connsiteX22" fmla="*/ 94434 w 667492"/>
                <a:gd name="connsiteY22" fmla="*/ 153981 h 402748"/>
                <a:gd name="connsiteX23" fmla="*/ 121684 w 667492"/>
                <a:gd name="connsiteY23" fmla="*/ 164106 h 402748"/>
                <a:gd name="connsiteX24" fmla="*/ 165022 w 667492"/>
                <a:gd name="connsiteY24" fmla="*/ 179905 h 402748"/>
                <a:gd name="connsiteX25" fmla="*/ 201823 w 667492"/>
                <a:gd name="connsiteY25" fmla="*/ 193183 h 402748"/>
                <a:gd name="connsiteX26" fmla="*/ 215744 w 667492"/>
                <a:gd name="connsiteY26" fmla="*/ 198005 h 402748"/>
                <a:gd name="connsiteX27" fmla="*/ 261665 w 667492"/>
                <a:gd name="connsiteY27" fmla="*/ 215238 h 402748"/>
                <a:gd name="connsiteX28" fmla="*/ 271535 w 667492"/>
                <a:gd name="connsiteY28" fmla="*/ 212270 h 402748"/>
                <a:gd name="connsiteX29" fmla="*/ 285168 w 667492"/>
                <a:gd name="connsiteY29" fmla="*/ 196091 h 402748"/>
                <a:gd name="connsiteX30" fmla="*/ 299642 w 667492"/>
                <a:gd name="connsiteY30" fmla="*/ 178849 h 402748"/>
                <a:gd name="connsiteX31" fmla="*/ 275347 w 667492"/>
                <a:gd name="connsiteY31" fmla="*/ 169964 h 402748"/>
                <a:gd name="connsiteX32" fmla="*/ 245700 w 667492"/>
                <a:gd name="connsiteY32" fmla="*/ 159372 h 402748"/>
                <a:gd name="connsiteX33" fmla="*/ 200047 w 667492"/>
                <a:gd name="connsiteY33" fmla="*/ 142497 h 402748"/>
                <a:gd name="connsiteX34" fmla="*/ 159611 w 667492"/>
                <a:gd name="connsiteY34" fmla="*/ 128135 h 402748"/>
                <a:gd name="connsiteX35" fmla="*/ 135865 w 667492"/>
                <a:gd name="connsiteY35" fmla="*/ 119263 h 402748"/>
                <a:gd name="connsiteX36" fmla="*/ 100765 w 667492"/>
                <a:gd name="connsiteY36" fmla="*/ 106499 h 402748"/>
                <a:gd name="connsiteX37" fmla="*/ 568520 w 667492"/>
                <a:gd name="connsiteY37" fmla="*/ 105814 h 402748"/>
                <a:gd name="connsiteX38" fmla="*/ 534963 w 667492"/>
                <a:gd name="connsiteY38" fmla="*/ 117886 h 402748"/>
                <a:gd name="connsiteX39" fmla="*/ 499327 w 667492"/>
                <a:gd name="connsiteY39" fmla="*/ 130631 h 402748"/>
                <a:gd name="connsiteX40" fmla="*/ 473269 w 667492"/>
                <a:gd name="connsiteY40" fmla="*/ 140416 h 402748"/>
                <a:gd name="connsiteX41" fmla="*/ 415559 w 667492"/>
                <a:gd name="connsiteY41" fmla="*/ 161161 h 402748"/>
                <a:gd name="connsiteX42" fmla="*/ 379887 w 667492"/>
                <a:gd name="connsiteY42" fmla="*/ 174219 h 402748"/>
                <a:gd name="connsiteX43" fmla="*/ 367795 w 667492"/>
                <a:gd name="connsiteY43" fmla="*/ 178998 h 402748"/>
                <a:gd name="connsiteX44" fmla="*/ 378260 w 667492"/>
                <a:gd name="connsiteY44" fmla="*/ 191360 h 402748"/>
                <a:gd name="connsiteX45" fmla="*/ 395875 w 667492"/>
                <a:gd name="connsiteY45" fmla="*/ 212330 h 402748"/>
                <a:gd name="connsiteX46" fmla="*/ 405382 w 667492"/>
                <a:gd name="connsiteY46" fmla="*/ 215392 h 402748"/>
                <a:gd name="connsiteX47" fmla="*/ 424096 w 667492"/>
                <a:gd name="connsiteY47" fmla="*/ 208413 h 402748"/>
                <a:gd name="connsiteX48" fmla="*/ 467423 w 667492"/>
                <a:gd name="connsiteY48" fmla="*/ 192201 h 402748"/>
                <a:gd name="connsiteX49" fmla="*/ 494107 w 667492"/>
                <a:gd name="connsiteY49" fmla="*/ 183120 h 402748"/>
                <a:gd name="connsiteX50" fmla="*/ 526681 w 667492"/>
                <a:gd name="connsiteY50" fmla="*/ 170991 h 402748"/>
                <a:gd name="connsiteX51" fmla="*/ 555089 w 667492"/>
                <a:gd name="connsiteY51" fmla="*/ 160659 h 402748"/>
                <a:gd name="connsiteX52" fmla="*/ 600880 w 667492"/>
                <a:gd name="connsiteY52" fmla="*/ 144079 h 402748"/>
                <a:gd name="connsiteX53" fmla="*/ 568520 w 667492"/>
                <a:gd name="connsiteY53" fmla="*/ 105814 h 402748"/>
                <a:gd name="connsiteX54" fmla="*/ 407468 w 667492"/>
                <a:gd name="connsiteY54" fmla="*/ 4 h 402748"/>
                <a:gd name="connsiteX55" fmla="*/ 409711 w 667492"/>
                <a:gd name="connsiteY55" fmla="*/ 528 h 402748"/>
                <a:gd name="connsiteX56" fmla="*/ 464899 w 667492"/>
                <a:gd name="connsiteY56" fmla="*/ 21028 h 402748"/>
                <a:gd name="connsiteX57" fmla="*/ 514158 w 667492"/>
                <a:gd name="connsiteY57" fmla="*/ 38924 h 402748"/>
                <a:gd name="connsiteX58" fmla="*/ 567199 w 667492"/>
                <a:gd name="connsiteY58" fmla="*/ 58232 h 402748"/>
                <a:gd name="connsiteX59" fmla="*/ 582956 w 667492"/>
                <a:gd name="connsiteY59" fmla="*/ 63769 h 402748"/>
                <a:gd name="connsiteX60" fmla="*/ 594286 w 667492"/>
                <a:gd name="connsiteY60" fmla="*/ 73718 h 402748"/>
                <a:gd name="connsiteX61" fmla="*/ 612195 w 667492"/>
                <a:gd name="connsiteY61" fmla="*/ 94937 h 402748"/>
                <a:gd name="connsiteX62" fmla="*/ 637467 w 667492"/>
                <a:gd name="connsiteY62" fmla="*/ 125247 h 402748"/>
                <a:gd name="connsiteX63" fmla="*/ 652892 w 667492"/>
                <a:gd name="connsiteY63" fmla="*/ 143250 h 402748"/>
                <a:gd name="connsiteX64" fmla="*/ 666523 w 667492"/>
                <a:gd name="connsiteY64" fmla="*/ 159415 h 402748"/>
                <a:gd name="connsiteX65" fmla="*/ 664499 w 667492"/>
                <a:gd name="connsiteY65" fmla="*/ 163816 h 402748"/>
                <a:gd name="connsiteX66" fmla="*/ 644867 w 667492"/>
                <a:gd name="connsiteY66" fmla="*/ 170859 h 402748"/>
                <a:gd name="connsiteX67" fmla="*/ 606847 w 667492"/>
                <a:gd name="connsiteY67" fmla="*/ 184951 h 402748"/>
                <a:gd name="connsiteX68" fmla="*/ 594761 w 667492"/>
                <a:gd name="connsiteY68" fmla="*/ 188817 h 402748"/>
                <a:gd name="connsiteX69" fmla="*/ 594623 w 667492"/>
                <a:gd name="connsiteY69" fmla="*/ 228267 h 402748"/>
                <a:gd name="connsiteX70" fmla="*/ 555017 w 667492"/>
                <a:gd name="connsiteY70" fmla="*/ 228267 h 402748"/>
                <a:gd name="connsiteX71" fmla="*/ 555023 w 667492"/>
                <a:gd name="connsiteY71" fmla="*/ 203762 h 402748"/>
                <a:gd name="connsiteX72" fmla="*/ 542855 w 667492"/>
                <a:gd name="connsiteY72" fmla="*/ 208010 h 402748"/>
                <a:gd name="connsiteX73" fmla="*/ 497387 w 667492"/>
                <a:gd name="connsiteY73" fmla="*/ 224133 h 402748"/>
                <a:gd name="connsiteX74" fmla="*/ 464398 w 667492"/>
                <a:gd name="connsiteY74" fmla="*/ 236456 h 402748"/>
                <a:gd name="connsiteX75" fmla="*/ 427518 w 667492"/>
                <a:gd name="connsiteY75" fmla="*/ 249775 h 402748"/>
                <a:gd name="connsiteX76" fmla="*/ 390540 w 667492"/>
                <a:gd name="connsiteY76" fmla="*/ 263049 h 402748"/>
                <a:gd name="connsiteX77" fmla="*/ 385921 w 667492"/>
                <a:gd name="connsiteY77" fmla="*/ 262173 h 402748"/>
                <a:gd name="connsiteX78" fmla="*/ 367414 w 667492"/>
                <a:gd name="connsiteY78" fmla="*/ 240786 h 402748"/>
                <a:gd name="connsiteX79" fmla="*/ 354161 w 667492"/>
                <a:gd name="connsiteY79" fmla="*/ 225285 h 402748"/>
                <a:gd name="connsiteX80" fmla="*/ 354161 w 667492"/>
                <a:gd name="connsiteY80" fmla="*/ 353189 h 402748"/>
                <a:gd name="connsiteX81" fmla="*/ 373125 w 667492"/>
                <a:gd name="connsiteY81" fmla="*/ 346293 h 402748"/>
                <a:gd name="connsiteX82" fmla="*/ 401101 w 667492"/>
                <a:gd name="connsiteY82" fmla="*/ 335640 h 402748"/>
                <a:gd name="connsiteX83" fmla="*/ 440841 w 667492"/>
                <a:gd name="connsiteY83" fmla="*/ 321681 h 402748"/>
                <a:gd name="connsiteX84" fmla="*/ 470740 w 667492"/>
                <a:gd name="connsiteY84" fmla="*/ 310528 h 402748"/>
                <a:gd name="connsiteX85" fmla="*/ 509775 w 667492"/>
                <a:gd name="connsiteY85" fmla="*/ 296561 h 402748"/>
                <a:gd name="connsiteX86" fmla="*/ 509775 w 667492"/>
                <a:gd name="connsiteY86" fmla="*/ 339554 h 402748"/>
                <a:gd name="connsiteX87" fmla="*/ 502401 w 667492"/>
                <a:gd name="connsiteY87" fmla="*/ 342293 h 402748"/>
                <a:gd name="connsiteX88" fmla="*/ 457413 w 667492"/>
                <a:gd name="connsiteY88" fmla="*/ 358423 h 402748"/>
                <a:gd name="connsiteX89" fmla="*/ 415650 w 667492"/>
                <a:gd name="connsiteY89" fmla="*/ 374035 h 402748"/>
                <a:gd name="connsiteX90" fmla="*/ 363718 w 667492"/>
                <a:gd name="connsiteY90" fmla="*/ 392822 h 402748"/>
                <a:gd name="connsiteX91" fmla="*/ 335923 w 667492"/>
                <a:gd name="connsiteY91" fmla="*/ 402336 h 402748"/>
                <a:gd name="connsiteX92" fmla="*/ 331699 w 667492"/>
                <a:gd name="connsiteY92" fmla="*/ 402487 h 402748"/>
                <a:gd name="connsiteX93" fmla="*/ 290949 w 667492"/>
                <a:gd name="connsiteY93" fmla="*/ 387825 h 402748"/>
                <a:gd name="connsiteX94" fmla="*/ 255648 w 667492"/>
                <a:gd name="connsiteY94" fmla="*/ 374716 h 402748"/>
                <a:gd name="connsiteX95" fmla="*/ 220937 w 667492"/>
                <a:gd name="connsiteY95" fmla="*/ 362483 h 402748"/>
                <a:gd name="connsiteX96" fmla="*/ 186327 w 667492"/>
                <a:gd name="connsiteY96" fmla="*/ 349882 h 402748"/>
                <a:gd name="connsiteX97" fmla="*/ 154074 w 667492"/>
                <a:gd name="connsiteY97" fmla="*/ 338006 h 402748"/>
                <a:gd name="connsiteX98" fmla="*/ 97099 w 667492"/>
                <a:gd name="connsiteY98" fmla="*/ 317794 h 402748"/>
                <a:gd name="connsiteX99" fmla="*/ 75648 w 667492"/>
                <a:gd name="connsiteY99" fmla="*/ 309664 h 402748"/>
                <a:gd name="connsiteX100" fmla="*/ 72532 w 667492"/>
                <a:gd name="connsiteY100" fmla="*/ 304748 h 402748"/>
                <a:gd name="connsiteX101" fmla="*/ 72594 w 667492"/>
                <a:gd name="connsiteY101" fmla="*/ 192815 h 402748"/>
                <a:gd name="connsiteX102" fmla="*/ 72594 w 667492"/>
                <a:gd name="connsiteY102" fmla="*/ 189191 h 402748"/>
                <a:gd name="connsiteX103" fmla="*/ 31067 w 667492"/>
                <a:gd name="connsiteY103" fmla="*/ 173716 h 402748"/>
                <a:gd name="connsiteX104" fmla="*/ 3633 w 667492"/>
                <a:gd name="connsiteY104" fmla="*/ 164068 h 402748"/>
                <a:gd name="connsiteX105" fmla="*/ 1932 w 667492"/>
                <a:gd name="connsiteY105" fmla="*/ 158231 h 402748"/>
                <a:gd name="connsiteX106" fmla="*/ 30851 w 667492"/>
                <a:gd name="connsiteY106" fmla="*/ 123470 h 402748"/>
                <a:gd name="connsiteX107" fmla="*/ 51389 w 667492"/>
                <a:gd name="connsiteY107" fmla="*/ 99495 h 402748"/>
                <a:gd name="connsiteX108" fmla="*/ 77184 w 667492"/>
                <a:gd name="connsiteY108" fmla="*/ 68689 h 402748"/>
                <a:gd name="connsiteX109" fmla="*/ 81671 w 667492"/>
                <a:gd name="connsiteY109" fmla="*/ 65087 h 402748"/>
                <a:gd name="connsiteX110" fmla="*/ 115333 w 667492"/>
                <a:gd name="connsiteY110" fmla="*/ 52537 h 402748"/>
                <a:gd name="connsiteX111" fmla="*/ 143341 w 667492"/>
                <a:gd name="connsiteY111" fmla="*/ 42143 h 402748"/>
                <a:gd name="connsiteX112" fmla="*/ 174040 w 667492"/>
                <a:gd name="connsiteY112" fmla="*/ 30984 h 402748"/>
                <a:gd name="connsiteX113" fmla="*/ 217130 w 667492"/>
                <a:gd name="connsiteY113" fmla="*/ 15326 h 402748"/>
                <a:gd name="connsiteX114" fmla="*/ 249744 w 667492"/>
                <a:gd name="connsiteY114" fmla="*/ 3343 h 402748"/>
                <a:gd name="connsiteX115" fmla="*/ 258636 w 667492"/>
                <a:gd name="connsiteY115" fmla="*/ 284 h 402748"/>
                <a:gd name="connsiteX116" fmla="*/ 262730 w 667492"/>
                <a:gd name="connsiteY116" fmla="*/ 3323 h 402748"/>
                <a:gd name="connsiteX117" fmla="*/ 262584 w 667492"/>
                <a:gd name="connsiteY117" fmla="*/ 39224 h 402748"/>
                <a:gd name="connsiteX118" fmla="*/ 260223 w 667492"/>
                <a:gd name="connsiteY118" fmla="*/ 42283 h 402748"/>
                <a:gd name="connsiteX119" fmla="*/ 213544 w 667492"/>
                <a:gd name="connsiteY119" fmla="*/ 59862 h 402748"/>
                <a:gd name="connsiteX120" fmla="*/ 178462 w 667492"/>
                <a:gd name="connsiteY120" fmla="*/ 72258 h 402748"/>
                <a:gd name="connsiteX121" fmla="*/ 152706 w 667492"/>
                <a:gd name="connsiteY121" fmla="*/ 82598 h 402748"/>
                <a:gd name="connsiteX122" fmla="*/ 159718 w 667492"/>
                <a:gd name="connsiteY122" fmla="*/ 84677 h 402748"/>
                <a:gd name="connsiteX123" fmla="*/ 205590 w 667492"/>
                <a:gd name="connsiteY123" fmla="*/ 102141 h 402748"/>
                <a:gd name="connsiteX124" fmla="*/ 259140 w 667492"/>
                <a:gd name="connsiteY124" fmla="*/ 121286 h 402748"/>
                <a:gd name="connsiteX125" fmla="*/ 291137 w 667492"/>
                <a:gd name="connsiteY125" fmla="*/ 133004 h 402748"/>
                <a:gd name="connsiteX126" fmla="*/ 331630 w 667492"/>
                <a:gd name="connsiteY126" fmla="*/ 147228 h 402748"/>
                <a:gd name="connsiteX127" fmla="*/ 338306 w 667492"/>
                <a:gd name="connsiteY127" fmla="*/ 146896 h 402748"/>
                <a:gd name="connsiteX128" fmla="*/ 367388 w 667492"/>
                <a:gd name="connsiteY128" fmla="*/ 135819 h 402748"/>
                <a:gd name="connsiteX129" fmla="*/ 407581 w 667492"/>
                <a:gd name="connsiteY129" fmla="*/ 121632 h 402748"/>
                <a:gd name="connsiteX130" fmla="*/ 437467 w 667492"/>
                <a:gd name="connsiteY130" fmla="*/ 110519 h 402748"/>
                <a:gd name="connsiteX131" fmla="*/ 473161 w 667492"/>
                <a:gd name="connsiteY131" fmla="*/ 97375 h 402748"/>
                <a:gd name="connsiteX132" fmla="*/ 512804 w 667492"/>
                <a:gd name="connsiteY132" fmla="*/ 83361 h 402748"/>
                <a:gd name="connsiteX133" fmla="*/ 515329 w 667492"/>
                <a:gd name="connsiteY133" fmla="*/ 81928 h 402748"/>
                <a:gd name="connsiteX134" fmla="*/ 500700 w 667492"/>
                <a:gd name="connsiteY134" fmla="*/ 76477 h 402748"/>
                <a:gd name="connsiteX135" fmla="*/ 458419 w 667492"/>
                <a:gd name="connsiteY135" fmla="*/ 61009 h 402748"/>
                <a:gd name="connsiteX136" fmla="*/ 406868 w 667492"/>
                <a:gd name="connsiteY136" fmla="*/ 42247 h 402748"/>
                <a:gd name="connsiteX137" fmla="*/ 404730 w 667492"/>
                <a:gd name="connsiteY137" fmla="*/ 38986 h 402748"/>
                <a:gd name="connsiteX138" fmla="*/ 404648 w 667492"/>
                <a:gd name="connsiteY138" fmla="*/ 3929 h 402748"/>
                <a:gd name="connsiteX139" fmla="*/ 407468 w 667492"/>
                <a:gd name="connsiteY139" fmla="*/ 4 h 40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667492" h="402748">
                  <a:moveTo>
                    <a:pt x="112304" y="203977"/>
                  </a:moveTo>
                  <a:cubicBezTo>
                    <a:pt x="112304" y="229313"/>
                    <a:pt x="112264" y="253514"/>
                    <a:pt x="112423" y="277715"/>
                  </a:cubicBezTo>
                  <a:cubicBezTo>
                    <a:pt x="112431" y="278902"/>
                    <a:pt x="113935" y="280690"/>
                    <a:pt x="115146" y="281160"/>
                  </a:cubicBezTo>
                  <a:cubicBezTo>
                    <a:pt x="123146" y="284264"/>
                    <a:pt x="131250" y="287105"/>
                    <a:pt x="139334" y="289990"/>
                  </a:cubicBezTo>
                  <a:cubicBezTo>
                    <a:pt x="153056" y="294887"/>
                    <a:pt x="166815" y="299678"/>
                    <a:pt x="180508" y="304653"/>
                  </a:cubicBezTo>
                  <a:cubicBezTo>
                    <a:pt x="194740" y="309823"/>
                    <a:pt x="208883" y="315236"/>
                    <a:pt x="223116" y="320400"/>
                  </a:cubicBezTo>
                  <a:cubicBezTo>
                    <a:pt x="237708" y="325694"/>
                    <a:pt x="252403" y="330704"/>
                    <a:pt x="266978" y="336041"/>
                  </a:cubicBezTo>
                  <a:cubicBezTo>
                    <a:pt x="282323" y="341660"/>
                    <a:pt x="297580" y="347520"/>
                    <a:pt x="313388" y="353468"/>
                  </a:cubicBezTo>
                  <a:cubicBezTo>
                    <a:pt x="313388" y="326291"/>
                    <a:pt x="313388" y="299467"/>
                    <a:pt x="313388" y="271797"/>
                  </a:cubicBezTo>
                  <a:cubicBezTo>
                    <a:pt x="313388" y="256573"/>
                    <a:pt x="313388" y="241349"/>
                    <a:pt x="313388" y="225074"/>
                  </a:cubicBezTo>
                  <a:cubicBezTo>
                    <a:pt x="308413" y="230815"/>
                    <a:pt x="304213" y="235604"/>
                    <a:pt x="300077" y="240447"/>
                  </a:cubicBezTo>
                  <a:cubicBezTo>
                    <a:pt x="293979" y="247588"/>
                    <a:pt x="287916" y="254760"/>
                    <a:pt x="281859" y="261936"/>
                  </a:cubicBezTo>
                  <a:cubicBezTo>
                    <a:pt x="280307" y="263776"/>
                    <a:pt x="278832" y="263984"/>
                    <a:pt x="276404" y="263070"/>
                  </a:cubicBezTo>
                  <a:cubicBezTo>
                    <a:pt x="264526" y="258600"/>
                    <a:pt x="252505" y="254511"/>
                    <a:pt x="240570" y="250193"/>
                  </a:cubicBezTo>
                  <a:cubicBezTo>
                    <a:pt x="226084" y="244951"/>
                    <a:pt x="211635" y="239607"/>
                    <a:pt x="197166" y="234320"/>
                  </a:cubicBezTo>
                  <a:cubicBezTo>
                    <a:pt x="187562" y="230810"/>
                    <a:pt x="177948" y="227327"/>
                    <a:pt x="168342" y="223823"/>
                  </a:cubicBezTo>
                  <a:cubicBezTo>
                    <a:pt x="154004" y="218592"/>
                    <a:pt x="139684" y="213315"/>
                    <a:pt x="125326" y="208142"/>
                  </a:cubicBezTo>
                  <a:cubicBezTo>
                    <a:pt x="121204" y="206657"/>
                    <a:pt x="116977" y="205462"/>
                    <a:pt x="112304" y="203977"/>
                  </a:cubicBezTo>
                  <a:close/>
                  <a:moveTo>
                    <a:pt x="100765" y="106499"/>
                  </a:moveTo>
                  <a:cubicBezTo>
                    <a:pt x="99923" y="106200"/>
                    <a:pt x="98300" y="106656"/>
                    <a:pt x="97700" y="107341"/>
                  </a:cubicBezTo>
                  <a:cubicBezTo>
                    <a:pt x="90757" y="115254"/>
                    <a:pt x="83920" y="123260"/>
                    <a:pt x="77101" y="131281"/>
                  </a:cubicBezTo>
                  <a:cubicBezTo>
                    <a:pt x="73546" y="135463"/>
                    <a:pt x="70084" y="139725"/>
                    <a:pt x="66350" y="144229"/>
                  </a:cubicBezTo>
                  <a:cubicBezTo>
                    <a:pt x="75962" y="147557"/>
                    <a:pt x="85232" y="150673"/>
                    <a:pt x="94434" y="153981"/>
                  </a:cubicBezTo>
                  <a:cubicBezTo>
                    <a:pt x="103552" y="157258"/>
                    <a:pt x="112587" y="160766"/>
                    <a:pt x="121684" y="164106"/>
                  </a:cubicBezTo>
                  <a:cubicBezTo>
                    <a:pt x="136118" y="169405"/>
                    <a:pt x="150562" y="174679"/>
                    <a:pt x="165022" y="179905"/>
                  </a:cubicBezTo>
                  <a:cubicBezTo>
                    <a:pt x="177078" y="184263"/>
                    <a:pt x="189164" y="188538"/>
                    <a:pt x="201823" y="193183"/>
                  </a:cubicBezTo>
                  <a:cubicBezTo>
                    <a:pt x="206465" y="194785"/>
                    <a:pt x="211138" y="196305"/>
                    <a:pt x="215744" y="198005"/>
                  </a:cubicBezTo>
                  <a:cubicBezTo>
                    <a:pt x="231083" y="203667"/>
                    <a:pt x="246494" y="209156"/>
                    <a:pt x="261665" y="215238"/>
                  </a:cubicBezTo>
                  <a:cubicBezTo>
                    <a:pt x="266381" y="217129"/>
                    <a:pt x="268875" y="215470"/>
                    <a:pt x="271535" y="212270"/>
                  </a:cubicBezTo>
                  <a:cubicBezTo>
                    <a:pt x="276044" y="206848"/>
                    <a:pt x="280627" y="201487"/>
                    <a:pt x="285168" y="196091"/>
                  </a:cubicBezTo>
                  <a:cubicBezTo>
                    <a:pt x="289874" y="190499"/>
                    <a:pt x="294567" y="184896"/>
                    <a:pt x="299642" y="178849"/>
                  </a:cubicBezTo>
                  <a:cubicBezTo>
                    <a:pt x="291161" y="175744"/>
                    <a:pt x="283267" y="172817"/>
                    <a:pt x="275347" y="169964"/>
                  </a:cubicBezTo>
                  <a:cubicBezTo>
                    <a:pt x="265474" y="166407"/>
                    <a:pt x="255554" y="162979"/>
                    <a:pt x="245700" y="159372"/>
                  </a:cubicBezTo>
                  <a:cubicBezTo>
                    <a:pt x="230465" y="153794"/>
                    <a:pt x="215296" y="148035"/>
                    <a:pt x="200047" y="142497"/>
                  </a:cubicBezTo>
                  <a:cubicBezTo>
                    <a:pt x="186603" y="137614"/>
                    <a:pt x="173069" y="132978"/>
                    <a:pt x="159611" y="128135"/>
                  </a:cubicBezTo>
                  <a:cubicBezTo>
                    <a:pt x="151661" y="125274"/>
                    <a:pt x="143792" y="122187"/>
                    <a:pt x="135865" y="119263"/>
                  </a:cubicBezTo>
                  <a:cubicBezTo>
                    <a:pt x="124184" y="114954"/>
                    <a:pt x="112497" y="110663"/>
                    <a:pt x="100765" y="106499"/>
                  </a:cubicBezTo>
                  <a:close/>
                  <a:moveTo>
                    <a:pt x="568520" y="105814"/>
                  </a:moveTo>
                  <a:cubicBezTo>
                    <a:pt x="557308" y="109849"/>
                    <a:pt x="546144" y="113891"/>
                    <a:pt x="534963" y="117886"/>
                  </a:cubicBezTo>
                  <a:cubicBezTo>
                    <a:pt x="523296" y="122055"/>
                    <a:pt x="511613" y="126179"/>
                    <a:pt x="499327" y="130631"/>
                  </a:cubicBezTo>
                  <a:cubicBezTo>
                    <a:pt x="490643" y="133899"/>
                    <a:pt x="481991" y="137256"/>
                    <a:pt x="473269" y="140416"/>
                  </a:cubicBezTo>
                  <a:cubicBezTo>
                    <a:pt x="454050" y="147381"/>
                    <a:pt x="434786" y="154220"/>
                    <a:pt x="415559" y="161161"/>
                  </a:cubicBezTo>
                  <a:cubicBezTo>
                    <a:pt x="403649" y="165460"/>
                    <a:pt x="391764" y="169828"/>
                    <a:pt x="379887" y="174219"/>
                  </a:cubicBezTo>
                  <a:cubicBezTo>
                    <a:pt x="375972" y="175666"/>
                    <a:pt x="372120" y="177283"/>
                    <a:pt x="367795" y="178998"/>
                  </a:cubicBezTo>
                  <a:cubicBezTo>
                    <a:pt x="371502" y="183375"/>
                    <a:pt x="374893" y="187357"/>
                    <a:pt x="378260" y="191360"/>
                  </a:cubicBezTo>
                  <a:cubicBezTo>
                    <a:pt x="384138" y="198345"/>
                    <a:pt x="389995" y="205347"/>
                    <a:pt x="395875" y="212330"/>
                  </a:cubicBezTo>
                  <a:cubicBezTo>
                    <a:pt x="398388" y="215315"/>
                    <a:pt x="400752" y="217558"/>
                    <a:pt x="405382" y="215392"/>
                  </a:cubicBezTo>
                  <a:cubicBezTo>
                    <a:pt x="411393" y="212580"/>
                    <a:pt x="417855" y="210743"/>
                    <a:pt x="424096" y="208413"/>
                  </a:cubicBezTo>
                  <a:cubicBezTo>
                    <a:pt x="438542" y="203019"/>
                    <a:pt x="452934" y="197477"/>
                    <a:pt x="467423" y="192201"/>
                  </a:cubicBezTo>
                  <a:cubicBezTo>
                    <a:pt x="476250" y="188987"/>
                    <a:pt x="485265" y="186293"/>
                    <a:pt x="494107" y="183120"/>
                  </a:cubicBezTo>
                  <a:cubicBezTo>
                    <a:pt x="505012" y="179206"/>
                    <a:pt x="515812" y="175005"/>
                    <a:pt x="526681" y="170991"/>
                  </a:cubicBezTo>
                  <a:cubicBezTo>
                    <a:pt x="536133" y="167501"/>
                    <a:pt x="545616" y="164092"/>
                    <a:pt x="555089" y="160659"/>
                  </a:cubicBezTo>
                  <a:cubicBezTo>
                    <a:pt x="570275" y="155155"/>
                    <a:pt x="585464" y="149660"/>
                    <a:pt x="600880" y="144079"/>
                  </a:cubicBezTo>
                  <a:cubicBezTo>
                    <a:pt x="589936" y="131138"/>
                    <a:pt x="579219" y="118466"/>
                    <a:pt x="568520" y="105814"/>
                  </a:cubicBezTo>
                  <a:close/>
                  <a:moveTo>
                    <a:pt x="407468" y="4"/>
                  </a:moveTo>
                  <a:cubicBezTo>
                    <a:pt x="408103" y="31"/>
                    <a:pt x="408850" y="208"/>
                    <a:pt x="409711" y="528"/>
                  </a:cubicBezTo>
                  <a:cubicBezTo>
                    <a:pt x="428104" y="7371"/>
                    <a:pt x="446481" y="14255"/>
                    <a:pt x="464899" y="21028"/>
                  </a:cubicBezTo>
                  <a:cubicBezTo>
                    <a:pt x="481295" y="27058"/>
                    <a:pt x="497741" y="32952"/>
                    <a:pt x="514158" y="38924"/>
                  </a:cubicBezTo>
                  <a:cubicBezTo>
                    <a:pt x="531840" y="45355"/>
                    <a:pt x="549503" y="51839"/>
                    <a:pt x="567199" y="58232"/>
                  </a:cubicBezTo>
                  <a:cubicBezTo>
                    <a:pt x="572447" y="60127"/>
                    <a:pt x="578160" y="61104"/>
                    <a:pt x="582956" y="63769"/>
                  </a:cubicBezTo>
                  <a:cubicBezTo>
                    <a:pt x="587259" y="66159"/>
                    <a:pt x="590925" y="69993"/>
                    <a:pt x="594286" y="73718"/>
                  </a:cubicBezTo>
                  <a:cubicBezTo>
                    <a:pt x="600484" y="80586"/>
                    <a:pt x="606263" y="87831"/>
                    <a:pt x="612195" y="94937"/>
                  </a:cubicBezTo>
                  <a:cubicBezTo>
                    <a:pt x="620625" y="105035"/>
                    <a:pt x="629005" y="115176"/>
                    <a:pt x="637467" y="125247"/>
                  </a:cubicBezTo>
                  <a:cubicBezTo>
                    <a:pt x="642550" y="131297"/>
                    <a:pt x="647770" y="137232"/>
                    <a:pt x="652892" y="143250"/>
                  </a:cubicBezTo>
                  <a:cubicBezTo>
                    <a:pt x="657461" y="148617"/>
                    <a:pt x="661979" y="154027"/>
                    <a:pt x="666523" y="159415"/>
                  </a:cubicBezTo>
                  <a:cubicBezTo>
                    <a:pt x="668952" y="162295"/>
                    <a:pt x="666262" y="163145"/>
                    <a:pt x="664499" y="163816"/>
                  </a:cubicBezTo>
                  <a:cubicBezTo>
                    <a:pt x="658003" y="166289"/>
                    <a:pt x="651392" y="168459"/>
                    <a:pt x="644867" y="170859"/>
                  </a:cubicBezTo>
                  <a:cubicBezTo>
                    <a:pt x="632182" y="175524"/>
                    <a:pt x="619542" y="180312"/>
                    <a:pt x="606847" y="184951"/>
                  </a:cubicBezTo>
                  <a:cubicBezTo>
                    <a:pt x="602905" y="186392"/>
                    <a:pt x="598848" y="187520"/>
                    <a:pt x="594761" y="188817"/>
                  </a:cubicBezTo>
                  <a:lnTo>
                    <a:pt x="594623" y="228267"/>
                  </a:lnTo>
                  <a:lnTo>
                    <a:pt x="555017" y="228267"/>
                  </a:lnTo>
                  <a:lnTo>
                    <a:pt x="555023" y="203762"/>
                  </a:lnTo>
                  <a:cubicBezTo>
                    <a:pt x="550499" y="205340"/>
                    <a:pt x="546672" y="206660"/>
                    <a:pt x="542855" y="208010"/>
                  </a:cubicBezTo>
                  <a:cubicBezTo>
                    <a:pt x="527694" y="213370"/>
                    <a:pt x="512508" y="218664"/>
                    <a:pt x="497387" y="224133"/>
                  </a:cubicBezTo>
                  <a:cubicBezTo>
                    <a:pt x="486348" y="228124"/>
                    <a:pt x="475417" y="232411"/>
                    <a:pt x="464398" y="236456"/>
                  </a:cubicBezTo>
                  <a:cubicBezTo>
                    <a:pt x="452128" y="240960"/>
                    <a:pt x="439810" y="245333"/>
                    <a:pt x="427518" y="249775"/>
                  </a:cubicBezTo>
                  <a:cubicBezTo>
                    <a:pt x="415201" y="254226"/>
                    <a:pt x="402913" y="258761"/>
                    <a:pt x="390540" y="263049"/>
                  </a:cubicBezTo>
                  <a:cubicBezTo>
                    <a:pt x="389217" y="263507"/>
                    <a:pt x="386781" y="263124"/>
                    <a:pt x="385921" y="262173"/>
                  </a:cubicBezTo>
                  <a:cubicBezTo>
                    <a:pt x="379600" y="255182"/>
                    <a:pt x="373547" y="247948"/>
                    <a:pt x="367414" y="240786"/>
                  </a:cubicBezTo>
                  <a:cubicBezTo>
                    <a:pt x="363154" y="235812"/>
                    <a:pt x="358901" y="230830"/>
                    <a:pt x="354161" y="225285"/>
                  </a:cubicBezTo>
                  <a:cubicBezTo>
                    <a:pt x="354161" y="268560"/>
                    <a:pt x="354161" y="310836"/>
                    <a:pt x="354161" y="353189"/>
                  </a:cubicBezTo>
                  <a:cubicBezTo>
                    <a:pt x="360633" y="350841"/>
                    <a:pt x="366904" y="348634"/>
                    <a:pt x="373125" y="346293"/>
                  </a:cubicBezTo>
                  <a:cubicBezTo>
                    <a:pt x="382465" y="342779"/>
                    <a:pt x="391717" y="339029"/>
                    <a:pt x="401101" y="335640"/>
                  </a:cubicBezTo>
                  <a:cubicBezTo>
                    <a:pt x="414306" y="330871"/>
                    <a:pt x="427627" y="326426"/>
                    <a:pt x="440841" y="321681"/>
                  </a:cubicBezTo>
                  <a:cubicBezTo>
                    <a:pt x="450851" y="318087"/>
                    <a:pt x="460744" y="314164"/>
                    <a:pt x="470740" y="310528"/>
                  </a:cubicBezTo>
                  <a:lnTo>
                    <a:pt x="509775" y="296561"/>
                  </a:lnTo>
                  <a:lnTo>
                    <a:pt x="509775" y="339554"/>
                  </a:lnTo>
                  <a:lnTo>
                    <a:pt x="502401" y="342293"/>
                  </a:lnTo>
                  <a:cubicBezTo>
                    <a:pt x="487427" y="347731"/>
                    <a:pt x="472375" y="352952"/>
                    <a:pt x="457413" y="358423"/>
                  </a:cubicBezTo>
                  <a:cubicBezTo>
                    <a:pt x="443456" y="363527"/>
                    <a:pt x="429602" y="368914"/>
                    <a:pt x="415650" y="374035"/>
                  </a:cubicBezTo>
                  <a:cubicBezTo>
                    <a:pt x="398370" y="380380"/>
                    <a:pt x="381054" y="386628"/>
                    <a:pt x="363718" y="392822"/>
                  </a:cubicBezTo>
                  <a:cubicBezTo>
                    <a:pt x="354497" y="396116"/>
                    <a:pt x="345217" y="399251"/>
                    <a:pt x="335923" y="402336"/>
                  </a:cubicBezTo>
                  <a:cubicBezTo>
                    <a:pt x="334626" y="402767"/>
                    <a:pt x="332946" y="402927"/>
                    <a:pt x="331699" y="402487"/>
                  </a:cubicBezTo>
                  <a:cubicBezTo>
                    <a:pt x="318085" y="397688"/>
                    <a:pt x="304505" y="392789"/>
                    <a:pt x="290949" y="387825"/>
                  </a:cubicBezTo>
                  <a:cubicBezTo>
                    <a:pt x="279162" y="383509"/>
                    <a:pt x="267450" y="378988"/>
                    <a:pt x="255648" y="374716"/>
                  </a:cubicBezTo>
                  <a:cubicBezTo>
                    <a:pt x="244114" y="370540"/>
                    <a:pt x="232488" y="366616"/>
                    <a:pt x="220937" y="362483"/>
                  </a:cubicBezTo>
                  <a:cubicBezTo>
                    <a:pt x="209377" y="358348"/>
                    <a:pt x="197854" y="354108"/>
                    <a:pt x="186327" y="349882"/>
                  </a:cubicBezTo>
                  <a:cubicBezTo>
                    <a:pt x="175570" y="345939"/>
                    <a:pt x="164860" y="341867"/>
                    <a:pt x="154074" y="338006"/>
                  </a:cubicBezTo>
                  <a:cubicBezTo>
                    <a:pt x="135101" y="331215"/>
                    <a:pt x="116069" y="324591"/>
                    <a:pt x="97099" y="317794"/>
                  </a:cubicBezTo>
                  <a:cubicBezTo>
                    <a:pt x="89902" y="315215"/>
                    <a:pt x="82841" y="312255"/>
                    <a:pt x="75648" y="309664"/>
                  </a:cubicBezTo>
                  <a:cubicBezTo>
                    <a:pt x="73116" y="308751"/>
                    <a:pt x="72526" y="307318"/>
                    <a:pt x="72532" y="304748"/>
                  </a:cubicBezTo>
                  <a:cubicBezTo>
                    <a:pt x="72621" y="267438"/>
                    <a:pt x="72593" y="230126"/>
                    <a:pt x="72594" y="192815"/>
                  </a:cubicBezTo>
                  <a:cubicBezTo>
                    <a:pt x="72594" y="191558"/>
                    <a:pt x="72594" y="190300"/>
                    <a:pt x="72594" y="189191"/>
                  </a:cubicBezTo>
                  <a:cubicBezTo>
                    <a:pt x="58606" y="183970"/>
                    <a:pt x="44865" y="178765"/>
                    <a:pt x="31067" y="173716"/>
                  </a:cubicBezTo>
                  <a:cubicBezTo>
                    <a:pt x="21965" y="170385"/>
                    <a:pt x="12780" y="167278"/>
                    <a:pt x="3633" y="164068"/>
                  </a:cubicBezTo>
                  <a:cubicBezTo>
                    <a:pt x="-787" y="162517"/>
                    <a:pt x="-949" y="161670"/>
                    <a:pt x="1932" y="158231"/>
                  </a:cubicBezTo>
                  <a:cubicBezTo>
                    <a:pt x="11611" y="146676"/>
                    <a:pt x="21157" y="135011"/>
                    <a:pt x="30851" y="123470"/>
                  </a:cubicBezTo>
                  <a:cubicBezTo>
                    <a:pt x="37619" y="115413"/>
                    <a:pt x="44602" y="107536"/>
                    <a:pt x="51389" y="99495"/>
                  </a:cubicBezTo>
                  <a:cubicBezTo>
                    <a:pt x="60028" y="89260"/>
                    <a:pt x="68532" y="78912"/>
                    <a:pt x="77184" y="68689"/>
                  </a:cubicBezTo>
                  <a:cubicBezTo>
                    <a:pt x="78409" y="67242"/>
                    <a:pt x="79958" y="65747"/>
                    <a:pt x="81671" y="65087"/>
                  </a:cubicBezTo>
                  <a:cubicBezTo>
                    <a:pt x="92844" y="60779"/>
                    <a:pt x="104104" y="56699"/>
                    <a:pt x="115333" y="52537"/>
                  </a:cubicBezTo>
                  <a:cubicBezTo>
                    <a:pt x="124671" y="49075"/>
                    <a:pt x="133993" y="45574"/>
                    <a:pt x="143341" y="42143"/>
                  </a:cubicBezTo>
                  <a:cubicBezTo>
                    <a:pt x="153563" y="38392"/>
                    <a:pt x="163806" y="34701"/>
                    <a:pt x="174040" y="30984"/>
                  </a:cubicBezTo>
                  <a:cubicBezTo>
                    <a:pt x="188404" y="25767"/>
                    <a:pt x="202774" y="20565"/>
                    <a:pt x="217130" y="15326"/>
                  </a:cubicBezTo>
                  <a:cubicBezTo>
                    <a:pt x="228010" y="11355"/>
                    <a:pt x="238869" y="7326"/>
                    <a:pt x="249744" y="3343"/>
                  </a:cubicBezTo>
                  <a:cubicBezTo>
                    <a:pt x="252688" y="2264"/>
                    <a:pt x="255609" y="1059"/>
                    <a:pt x="258636" y="284"/>
                  </a:cubicBezTo>
                  <a:cubicBezTo>
                    <a:pt x="260879" y="-290"/>
                    <a:pt x="262757" y="122"/>
                    <a:pt x="262730" y="3323"/>
                  </a:cubicBezTo>
                  <a:cubicBezTo>
                    <a:pt x="262629" y="15290"/>
                    <a:pt x="262751" y="27259"/>
                    <a:pt x="262584" y="39224"/>
                  </a:cubicBezTo>
                  <a:cubicBezTo>
                    <a:pt x="262570" y="40282"/>
                    <a:pt x="261281" y="41877"/>
                    <a:pt x="260223" y="42283"/>
                  </a:cubicBezTo>
                  <a:cubicBezTo>
                    <a:pt x="244703" y="48246"/>
                    <a:pt x="229154" y="54139"/>
                    <a:pt x="213544" y="59862"/>
                  </a:cubicBezTo>
                  <a:cubicBezTo>
                    <a:pt x="201900" y="64131"/>
                    <a:pt x="190150" y="68109"/>
                    <a:pt x="178462" y="72258"/>
                  </a:cubicBezTo>
                  <a:cubicBezTo>
                    <a:pt x="169894" y="75300"/>
                    <a:pt x="161349" y="78411"/>
                    <a:pt x="152706" y="82598"/>
                  </a:cubicBezTo>
                  <a:cubicBezTo>
                    <a:pt x="155047" y="83283"/>
                    <a:pt x="157445" y="83816"/>
                    <a:pt x="159718" y="84677"/>
                  </a:cubicBezTo>
                  <a:cubicBezTo>
                    <a:pt x="175019" y="90473"/>
                    <a:pt x="190235" y="96496"/>
                    <a:pt x="205590" y="102141"/>
                  </a:cubicBezTo>
                  <a:cubicBezTo>
                    <a:pt x="223382" y="108681"/>
                    <a:pt x="241301" y="114873"/>
                    <a:pt x="259140" y="121286"/>
                  </a:cubicBezTo>
                  <a:cubicBezTo>
                    <a:pt x="269829" y="125128"/>
                    <a:pt x="280447" y="129165"/>
                    <a:pt x="291137" y="133004"/>
                  </a:cubicBezTo>
                  <a:cubicBezTo>
                    <a:pt x="304601" y="137840"/>
                    <a:pt x="318073" y="142663"/>
                    <a:pt x="331630" y="147228"/>
                  </a:cubicBezTo>
                  <a:cubicBezTo>
                    <a:pt x="333614" y="147896"/>
                    <a:pt x="336282" y="147630"/>
                    <a:pt x="338306" y="146896"/>
                  </a:cubicBezTo>
                  <a:cubicBezTo>
                    <a:pt x="348057" y="143360"/>
                    <a:pt x="357641" y="139364"/>
                    <a:pt x="367388" y="135819"/>
                  </a:cubicBezTo>
                  <a:cubicBezTo>
                    <a:pt x="380739" y="130962"/>
                    <a:pt x="394210" y="126436"/>
                    <a:pt x="407581" y="121632"/>
                  </a:cubicBezTo>
                  <a:cubicBezTo>
                    <a:pt x="417583" y="118038"/>
                    <a:pt x="427501" y="114211"/>
                    <a:pt x="437467" y="110519"/>
                  </a:cubicBezTo>
                  <a:cubicBezTo>
                    <a:pt x="449357" y="106114"/>
                    <a:pt x="461231" y="101668"/>
                    <a:pt x="473161" y="97375"/>
                  </a:cubicBezTo>
                  <a:cubicBezTo>
                    <a:pt x="486348" y="92629"/>
                    <a:pt x="499592" y="88039"/>
                    <a:pt x="512804" y="83361"/>
                  </a:cubicBezTo>
                  <a:cubicBezTo>
                    <a:pt x="513397" y="83151"/>
                    <a:pt x="513919" y="82738"/>
                    <a:pt x="515329" y="81928"/>
                  </a:cubicBezTo>
                  <a:cubicBezTo>
                    <a:pt x="509965" y="79927"/>
                    <a:pt x="505341" y="78179"/>
                    <a:pt x="500700" y="76477"/>
                  </a:cubicBezTo>
                  <a:cubicBezTo>
                    <a:pt x="486611" y="71309"/>
                    <a:pt x="472524" y="66135"/>
                    <a:pt x="458419" y="61009"/>
                  </a:cubicBezTo>
                  <a:cubicBezTo>
                    <a:pt x="441232" y="54763"/>
                    <a:pt x="424015" y="48602"/>
                    <a:pt x="406868" y="42247"/>
                  </a:cubicBezTo>
                  <a:cubicBezTo>
                    <a:pt x="405859" y="41873"/>
                    <a:pt x="404745" y="40115"/>
                    <a:pt x="404730" y="38986"/>
                  </a:cubicBezTo>
                  <a:cubicBezTo>
                    <a:pt x="404574" y="27302"/>
                    <a:pt x="404613" y="15615"/>
                    <a:pt x="404648" y="3929"/>
                  </a:cubicBezTo>
                  <a:cubicBezTo>
                    <a:pt x="404656" y="1182"/>
                    <a:pt x="405562" y="-79"/>
                    <a:pt x="407468" y="4"/>
                  </a:cubicBezTo>
                  <a:close/>
                </a:path>
              </a:pathLst>
            </a:custGeom>
            <a:solidFill>
              <a:schemeClr val="accent2"/>
            </a:solidFill>
            <a:ln w="7144" cap="flat">
              <a:noFill/>
              <a:prstDash val="solid"/>
              <a:miter/>
            </a:ln>
          </p:spPr>
          <p:txBody>
            <a:bodyPr wrap="square" rtlCol="0" anchor="ctr">
              <a:noAutofit/>
            </a:bodyPr>
            <a:lstStyle/>
            <a:p>
              <a:endParaRPr lang="en-US" dirty="0"/>
            </a:p>
          </p:txBody>
        </p:sp>
        <p:sp>
          <p:nvSpPr>
            <p:cNvPr id="2008" name="Freeform: Shape 2007">
              <a:extLst>
                <a:ext uri="{FF2B5EF4-FFF2-40B4-BE49-F238E27FC236}">
                  <a16:creationId xmlns:a16="http://schemas.microsoft.com/office/drawing/2014/main" id="{3D7A5913-6D70-2C36-1201-F2FEFD1D9DCC}"/>
                </a:ext>
                <a:ext uri="{C183D7F6-B498-43B3-948B-1728B52AA6E4}">
                  <adec:decorative xmlns:adec="http://schemas.microsoft.com/office/drawing/2017/decorative" val="1"/>
                </a:ext>
              </a:extLst>
            </p:cNvPr>
            <p:cNvSpPr/>
            <p:nvPr/>
          </p:nvSpPr>
          <p:spPr>
            <a:xfrm>
              <a:off x="2542116" y="4343071"/>
              <a:ext cx="457104" cy="457200"/>
            </a:xfrm>
            <a:custGeom>
              <a:avLst/>
              <a:gdLst>
                <a:gd name="connsiteX0" fmla="*/ 5182519 w 6856563"/>
                <a:gd name="connsiteY0" fmla="*/ 4244072 h 6857999"/>
                <a:gd name="connsiteX1" fmla="*/ 5744507 w 6856563"/>
                <a:gd name="connsiteY1" fmla="*/ 4244072 h 6857999"/>
                <a:gd name="connsiteX2" fmla="*/ 5744507 w 6856563"/>
                <a:gd name="connsiteY2" fmla="*/ 4806061 h 6857999"/>
                <a:gd name="connsiteX3" fmla="*/ 5182519 w 6856563"/>
                <a:gd name="connsiteY3" fmla="*/ 4806061 h 6857999"/>
                <a:gd name="connsiteX4" fmla="*/ 6496592 w 6856563"/>
                <a:gd name="connsiteY4" fmla="*/ 1914886 h 6857999"/>
                <a:gd name="connsiteX5" fmla="*/ 6527510 w 6856563"/>
                <a:gd name="connsiteY5" fmla="*/ 1938364 h 6857999"/>
                <a:gd name="connsiteX6" fmla="*/ 6746475 w 6856563"/>
                <a:gd name="connsiteY6" fmla="*/ 2530528 h 6857999"/>
                <a:gd name="connsiteX7" fmla="*/ 6813755 w 6856563"/>
                <a:gd name="connsiteY7" fmla="*/ 2851963 h 6857999"/>
                <a:gd name="connsiteX8" fmla="*/ 6843502 w 6856563"/>
                <a:gd name="connsiteY8" fmla="*/ 3060397 h 6857999"/>
                <a:gd name="connsiteX9" fmla="*/ 6854427 w 6856563"/>
                <a:gd name="connsiteY9" fmla="*/ 3073330 h 6857999"/>
                <a:gd name="connsiteX10" fmla="*/ 6854427 w 6856563"/>
                <a:gd name="connsiteY10" fmla="*/ 3767034 h 6857999"/>
                <a:gd name="connsiteX11" fmla="*/ 6843795 w 6856563"/>
                <a:gd name="connsiteY11" fmla="*/ 3779777 h 6857999"/>
                <a:gd name="connsiteX12" fmla="*/ 6805587 w 6856563"/>
                <a:gd name="connsiteY12" fmla="*/ 4054208 h 6857999"/>
                <a:gd name="connsiteX13" fmla="*/ 6689286 w 6856563"/>
                <a:gd name="connsiteY13" fmla="*/ 4496714 h 6857999"/>
                <a:gd name="connsiteX14" fmla="*/ 6585576 w 6856563"/>
                <a:gd name="connsiteY14" fmla="*/ 4767839 h 6857999"/>
                <a:gd name="connsiteX15" fmla="*/ 6367900 w 6856563"/>
                <a:gd name="connsiteY15" fmla="*/ 5190848 h 6857999"/>
                <a:gd name="connsiteX16" fmla="*/ 5968018 w 6856563"/>
                <a:gd name="connsiteY16" fmla="*/ 5727418 h 6857999"/>
                <a:gd name="connsiteX17" fmla="*/ 5693876 w 6856563"/>
                <a:gd name="connsiteY17" fmla="*/ 5995660 h 6857999"/>
                <a:gd name="connsiteX18" fmla="*/ 5292816 w 6856563"/>
                <a:gd name="connsiteY18" fmla="*/ 6303404 h 6857999"/>
                <a:gd name="connsiteX19" fmla="*/ 4961020 w 6856563"/>
                <a:gd name="connsiteY19" fmla="*/ 6493570 h 6857999"/>
                <a:gd name="connsiteX20" fmla="*/ 4661341 w 6856563"/>
                <a:gd name="connsiteY20" fmla="*/ 6633832 h 6857999"/>
                <a:gd name="connsiteX21" fmla="*/ 4276682 w 6856563"/>
                <a:gd name="connsiteY21" fmla="*/ 6754818 h 6857999"/>
                <a:gd name="connsiteX22" fmla="*/ 3795102 w 6856563"/>
                <a:gd name="connsiteY22" fmla="*/ 6844291 h 6857999"/>
                <a:gd name="connsiteX23" fmla="*/ 3778323 w 6856563"/>
                <a:gd name="connsiteY23" fmla="*/ 6857999 h 6857999"/>
                <a:gd name="connsiteX24" fmla="*/ 3074441 w 6856563"/>
                <a:gd name="connsiteY24" fmla="*/ 6857999 h 6857999"/>
                <a:gd name="connsiteX25" fmla="*/ 3055358 w 6856563"/>
                <a:gd name="connsiteY25" fmla="*/ 6844269 h 6857999"/>
                <a:gd name="connsiteX26" fmla="*/ 2638252 w 6856563"/>
                <a:gd name="connsiteY26" fmla="*/ 6771431 h 6857999"/>
                <a:gd name="connsiteX27" fmla="*/ 2103398 w 6856563"/>
                <a:gd name="connsiteY27" fmla="*/ 6598338 h 6857999"/>
                <a:gd name="connsiteX28" fmla="*/ 1682413 w 6856563"/>
                <a:gd name="connsiteY28" fmla="*/ 6384875 h 6857999"/>
                <a:gd name="connsiteX29" fmla="*/ 1343832 w 6856563"/>
                <a:gd name="connsiteY29" fmla="*/ 6162592 h 6857999"/>
                <a:gd name="connsiteX30" fmla="*/ 1270319 w 6856563"/>
                <a:gd name="connsiteY30" fmla="*/ 6102920 h 6857999"/>
                <a:gd name="connsiteX31" fmla="*/ 1236224 w 6856563"/>
                <a:gd name="connsiteY31" fmla="*/ 6115045 h 6857999"/>
                <a:gd name="connsiteX32" fmla="*/ 1235180 w 6856563"/>
                <a:gd name="connsiteY32" fmla="*/ 6143452 h 6857999"/>
                <a:gd name="connsiteX33" fmla="*/ 1235697 w 6856563"/>
                <a:gd name="connsiteY33" fmla="*/ 6479192 h 6857999"/>
                <a:gd name="connsiteX34" fmla="*/ 1200680 w 6856563"/>
                <a:gd name="connsiteY34" fmla="*/ 6515123 h 6857999"/>
                <a:gd name="connsiteX35" fmla="*/ 936371 w 6856563"/>
                <a:gd name="connsiteY35" fmla="*/ 6515312 h 6857999"/>
                <a:gd name="connsiteX36" fmla="*/ 899154 w 6856563"/>
                <a:gd name="connsiteY36" fmla="*/ 6468499 h 6857999"/>
                <a:gd name="connsiteX37" fmla="*/ 899396 w 6856563"/>
                <a:gd name="connsiteY37" fmla="*/ 5650562 h 6857999"/>
                <a:gd name="connsiteX38" fmla="*/ 899038 w 6856563"/>
                <a:gd name="connsiteY38" fmla="*/ 5550568 h 6857999"/>
                <a:gd name="connsiteX39" fmla="*/ 933638 w 6856563"/>
                <a:gd name="connsiteY39" fmla="*/ 5514572 h 6857999"/>
                <a:gd name="connsiteX40" fmla="*/ 1865870 w 6856563"/>
                <a:gd name="connsiteY40" fmla="*/ 5514567 h 6857999"/>
                <a:gd name="connsiteX41" fmla="*/ 1899922 w 6856563"/>
                <a:gd name="connsiteY41" fmla="*/ 5550888 h 6857999"/>
                <a:gd name="connsiteX42" fmla="*/ 1900135 w 6856563"/>
                <a:gd name="connsiteY42" fmla="*/ 5815181 h 6857999"/>
                <a:gd name="connsiteX43" fmla="*/ 1862343 w 6856563"/>
                <a:gd name="connsiteY43" fmla="*/ 5851137 h 6857999"/>
                <a:gd name="connsiteX44" fmla="*/ 1511086 w 6856563"/>
                <a:gd name="connsiteY44" fmla="*/ 5854628 h 6857999"/>
                <a:gd name="connsiteX45" fmla="*/ 2938012 w 6856563"/>
                <a:gd name="connsiteY45" fmla="*/ 6482796 h 6857999"/>
                <a:gd name="connsiteX46" fmla="*/ 4498884 w 6856563"/>
                <a:gd name="connsiteY46" fmla="*/ 6334801 h 6857999"/>
                <a:gd name="connsiteX47" fmla="*/ 6296681 w 6856563"/>
                <a:gd name="connsiteY47" fmla="*/ 4579189 h 6857999"/>
                <a:gd name="connsiteX48" fmla="*/ 6206092 w 6856563"/>
                <a:gd name="connsiteY48" fmla="*/ 2059111 h 6857999"/>
                <a:gd name="connsiteX49" fmla="*/ 6393266 w 6856563"/>
                <a:gd name="connsiteY49" fmla="*/ 1964717 h 6857999"/>
                <a:gd name="connsiteX50" fmla="*/ 6480626 w 6856563"/>
                <a:gd name="connsiteY50" fmla="*/ 1920916 h 6857999"/>
                <a:gd name="connsiteX51" fmla="*/ 6496592 w 6856563"/>
                <a:gd name="connsiteY51" fmla="*/ 1914886 h 6857999"/>
                <a:gd name="connsiteX52" fmla="*/ 3689545 w 6856563"/>
                <a:gd name="connsiteY52" fmla="*/ 1272554 h 6857999"/>
                <a:gd name="connsiteX53" fmla="*/ 4255398 w 6856563"/>
                <a:gd name="connsiteY53" fmla="*/ 1272554 h 6857999"/>
                <a:gd name="connsiteX54" fmla="*/ 4255398 w 6856563"/>
                <a:gd name="connsiteY54" fmla="*/ 1828785 h 6857999"/>
                <a:gd name="connsiteX55" fmla="*/ 3708121 w 6856563"/>
                <a:gd name="connsiteY55" fmla="*/ 1828785 h 6857999"/>
                <a:gd name="connsiteX56" fmla="*/ 3708121 w 6856563"/>
                <a:gd name="connsiteY56" fmla="*/ 2376248 h 6857999"/>
                <a:gd name="connsiteX57" fmla="*/ 3152153 w 6856563"/>
                <a:gd name="connsiteY57" fmla="*/ 2376248 h 6857999"/>
                <a:gd name="connsiteX58" fmla="*/ 3152153 w 6856563"/>
                <a:gd name="connsiteY58" fmla="*/ 1807579 h 6857999"/>
                <a:gd name="connsiteX59" fmla="*/ 3689545 w 6856563"/>
                <a:gd name="connsiteY59" fmla="*/ 1807579 h 6857999"/>
                <a:gd name="connsiteX60" fmla="*/ 2601154 w 6856563"/>
                <a:gd name="connsiteY60" fmla="*/ 714446 h 6857999"/>
                <a:gd name="connsiteX61" fmla="*/ 3162257 w 6856563"/>
                <a:gd name="connsiteY61" fmla="*/ 714446 h 6857999"/>
                <a:gd name="connsiteX62" fmla="*/ 3162257 w 6856563"/>
                <a:gd name="connsiteY62" fmla="*/ 1271600 h 6857999"/>
                <a:gd name="connsiteX63" fmla="*/ 2601154 w 6856563"/>
                <a:gd name="connsiteY63" fmla="*/ 1271600 h 6857999"/>
                <a:gd name="connsiteX64" fmla="*/ 2601154 w 6856563"/>
                <a:gd name="connsiteY64" fmla="*/ 908951 h 6857999"/>
                <a:gd name="connsiteX65" fmla="*/ 2600505 w 6856563"/>
                <a:gd name="connsiteY65" fmla="*/ 725306 h 6857999"/>
                <a:gd name="connsiteX66" fmla="*/ 2601154 w 6856563"/>
                <a:gd name="connsiteY66" fmla="*/ 727526 h 6857999"/>
                <a:gd name="connsiteX67" fmla="*/ 3078235 w 6856563"/>
                <a:gd name="connsiteY67" fmla="*/ 0 h 6857999"/>
                <a:gd name="connsiteX68" fmla="*/ 3774975 w 6856563"/>
                <a:gd name="connsiteY68" fmla="*/ 0 h 6857999"/>
                <a:gd name="connsiteX69" fmla="*/ 3797604 w 6856563"/>
                <a:gd name="connsiteY69" fmla="*/ 13781 h 6857999"/>
                <a:gd name="connsiteX70" fmla="*/ 4228486 w 6856563"/>
                <a:gd name="connsiteY70" fmla="*/ 89346 h 6857999"/>
                <a:gd name="connsiteX71" fmla="*/ 4749117 w 6856563"/>
                <a:gd name="connsiteY71" fmla="*/ 261122 h 6857999"/>
                <a:gd name="connsiteX72" fmla="*/ 5069760 w 6856563"/>
                <a:gd name="connsiteY72" fmla="*/ 415644 h 6857999"/>
                <a:gd name="connsiteX73" fmla="*/ 5404681 w 6856563"/>
                <a:gd name="connsiteY73" fmla="*/ 624446 h 6857999"/>
                <a:gd name="connsiteX74" fmla="*/ 5668756 w 6856563"/>
                <a:gd name="connsiteY74" fmla="*/ 829131 h 6857999"/>
                <a:gd name="connsiteX75" fmla="*/ 5697552 w 6856563"/>
                <a:gd name="connsiteY75" fmla="*/ 845893 h 6857999"/>
                <a:gd name="connsiteX76" fmla="*/ 5706739 w 6856563"/>
                <a:gd name="connsiteY76" fmla="*/ 797417 h 6857999"/>
                <a:gd name="connsiteX77" fmla="*/ 5707162 w 6856563"/>
                <a:gd name="connsiteY77" fmla="*/ 483151 h 6857999"/>
                <a:gd name="connsiteX78" fmla="*/ 5754818 w 6856563"/>
                <a:gd name="connsiteY78" fmla="*/ 435609 h 6857999"/>
                <a:gd name="connsiteX79" fmla="*/ 6001233 w 6856563"/>
                <a:gd name="connsiteY79" fmla="*/ 435474 h 6857999"/>
                <a:gd name="connsiteX80" fmla="*/ 6049989 w 6856563"/>
                <a:gd name="connsiteY80" fmla="*/ 482756 h 6857999"/>
                <a:gd name="connsiteX81" fmla="*/ 6049917 w 6856563"/>
                <a:gd name="connsiteY81" fmla="*/ 1400565 h 6857999"/>
                <a:gd name="connsiteX82" fmla="*/ 6007757 w 6856563"/>
                <a:gd name="connsiteY82" fmla="*/ 1443474 h 6857999"/>
                <a:gd name="connsiteX83" fmla="*/ 5082808 w 6856563"/>
                <a:gd name="connsiteY83" fmla="*/ 1443295 h 6857999"/>
                <a:gd name="connsiteX84" fmla="*/ 5042481 w 6856563"/>
                <a:gd name="connsiteY84" fmla="*/ 1403117 h 6857999"/>
                <a:gd name="connsiteX85" fmla="*/ 5042190 w 6856563"/>
                <a:gd name="connsiteY85" fmla="*/ 1142430 h 6857999"/>
                <a:gd name="connsiteX86" fmla="*/ 5080238 w 6856563"/>
                <a:gd name="connsiteY86" fmla="*/ 1106774 h 6857999"/>
                <a:gd name="connsiteX87" fmla="*/ 5387359 w 6856563"/>
                <a:gd name="connsiteY87" fmla="*/ 1107220 h 6857999"/>
                <a:gd name="connsiteX88" fmla="*/ 5415596 w 6856563"/>
                <a:gd name="connsiteY88" fmla="*/ 1105566 h 6857999"/>
                <a:gd name="connsiteX89" fmla="*/ 5434278 w 6856563"/>
                <a:gd name="connsiteY89" fmla="*/ 1088738 h 6857999"/>
                <a:gd name="connsiteX90" fmla="*/ 5423793 w 6856563"/>
                <a:gd name="connsiteY90" fmla="*/ 1065284 h 6857999"/>
                <a:gd name="connsiteX91" fmla="*/ 4989015 w 6856563"/>
                <a:gd name="connsiteY91" fmla="*/ 759261 h 6857999"/>
                <a:gd name="connsiteX92" fmla="*/ 4556004 w 6856563"/>
                <a:gd name="connsiteY92" fmla="*/ 548022 h 6857999"/>
                <a:gd name="connsiteX93" fmla="*/ 3969446 w 6856563"/>
                <a:gd name="connsiteY93" fmla="*/ 380453 h 6857999"/>
                <a:gd name="connsiteX94" fmla="*/ 3640960 w 6856563"/>
                <a:gd name="connsiteY94" fmla="*/ 344036 h 6857999"/>
                <a:gd name="connsiteX95" fmla="*/ 3263856 w 6856563"/>
                <a:gd name="connsiteY95" fmla="*/ 337607 h 6857999"/>
                <a:gd name="connsiteX96" fmla="*/ 2940081 w 6856563"/>
                <a:gd name="connsiteY96" fmla="*/ 377690 h 6857999"/>
                <a:gd name="connsiteX97" fmla="*/ 2634092 w 6856563"/>
                <a:gd name="connsiteY97" fmla="*/ 436297 h 6857999"/>
                <a:gd name="connsiteX98" fmla="*/ 2536852 w 6856563"/>
                <a:gd name="connsiteY98" fmla="*/ 464846 h 6857999"/>
                <a:gd name="connsiteX99" fmla="*/ 2274478 w 6856563"/>
                <a:gd name="connsiteY99" fmla="*/ 558458 h 6857999"/>
                <a:gd name="connsiteX100" fmla="*/ 1897628 w 6856563"/>
                <a:gd name="connsiteY100" fmla="*/ 743733 h 6857999"/>
                <a:gd name="connsiteX101" fmla="*/ 1555058 w 6856563"/>
                <a:gd name="connsiteY101" fmla="*/ 965864 h 6857999"/>
                <a:gd name="connsiteX102" fmla="*/ 1378181 w 6856563"/>
                <a:gd name="connsiteY102" fmla="*/ 1111589 h 6857999"/>
                <a:gd name="connsiteX103" fmla="*/ 1193805 w 6856563"/>
                <a:gd name="connsiteY103" fmla="*/ 1289310 h 6857999"/>
                <a:gd name="connsiteX104" fmla="*/ 855234 w 6856563"/>
                <a:gd name="connsiteY104" fmla="*/ 1717357 h 6857999"/>
                <a:gd name="connsiteX105" fmla="*/ 664942 w 6856563"/>
                <a:gd name="connsiteY105" fmla="*/ 2038451 h 6857999"/>
                <a:gd name="connsiteX106" fmla="*/ 522756 w 6856563"/>
                <a:gd name="connsiteY106" fmla="*/ 2369007 h 6857999"/>
                <a:gd name="connsiteX107" fmla="*/ 443400 w 6856563"/>
                <a:gd name="connsiteY107" fmla="*/ 2611493 h 6857999"/>
                <a:gd name="connsiteX108" fmla="*/ 378763 w 6856563"/>
                <a:gd name="connsiteY108" fmla="*/ 2929771 h 6857999"/>
                <a:gd name="connsiteX109" fmla="*/ 336446 w 6856563"/>
                <a:gd name="connsiteY109" fmla="*/ 3256801 h 6857999"/>
                <a:gd name="connsiteX110" fmla="*/ 335008 w 6856563"/>
                <a:gd name="connsiteY110" fmla="*/ 3499537 h 6857999"/>
                <a:gd name="connsiteX111" fmla="*/ 377494 w 6856563"/>
                <a:gd name="connsiteY111" fmla="*/ 3922866 h 6857999"/>
                <a:gd name="connsiteX112" fmla="*/ 458113 w 6856563"/>
                <a:gd name="connsiteY112" fmla="*/ 4290770 h 6857999"/>
                <a:gd name="connsiteX113" fmla="*/ 578059 w 6856563"/>
                <a:gd name="connsiteY113" fmla="*/ 4626066 h 6857999"/>
                <a:gd name="connsiteX114" fmla="*/ 711904 w 6856563"/>
                <a:gd name="connsiteY114" fmla="*/ 4921488 h 6857999"/>
                <a:gd name="connsiteX115" fmla="*/ 413995 w 6856563"/>
                <a:gd name="connsiteY115" fmla="*/ 5084613 h 6857999"/>
                <a:gd name="connsiteX116" fmla="*/ 311998 w 6856563"/>
                <a:gd name="connsiteY116" fmla="*/ 4868032 h 6857999"/>
                <a:gd name="connsiteX117" fmla="*/ 234782 w 6856563"/>
                <a:gd name="connsiteY117" fmla="*/ 4692496 h 6857999"/>
                <a:gd name="connsiteX118" fmla="*/ 93231 w 6856563"/>
                <a:gd name="connsiteY118" fmla="*/ 4245893 h 6857999"/>
                <a:gd name="connsiteX119" fmla="*/ 20499 w 6856563"/>
                <a:gd name="connsiteY119" fmla="*/ 3849925 h 6857999"/>
                <a:gd name="connsiteX120" fmla="*/ 2157 w 6856563"/>
                <a:gd name="connsiteY120" fmla="*/ 3777633 h 6857999"/>
                <a:gd name="connsiteX121" fmla="*/ 2157 w 6856563"/>
                <a:gd name="connsiteY121" fmla="*/ 3076425 h 6857999"/>
                <a:gd name="connsiteX122" fmla="*/ 20472 w 6856563"/>
                <a:gd name="connsiteY122" fmla="*/ 3004083 h 6857999"/>
                <a:gd name="connsiteX123" fmla="*/ 64603 w 6856563"/>
                <a:gd name="connsiteY123" fmla="*/ 2727451 h 6857999"/>
                <a:gd name="connsiteX124" fmla="*/ 213224 w 6856563"/>
                <a:gd name="connsiteY124" fmla="*/ 2219409 h 6857999"/>
                <a:gd name="connsiteX125" fmla="*/ 408609 w 6856563"/>
                <a:gd name="connsiteY125" fmla="*/ 1796906 h 6857999"/>
                <a:gd name="connsiteX126" fmla="*/ 682727 w 6856563"/>
                <a:gd name="connsiteY126" fmla="*/ 1370398 h 6857999"/>
                <a:gd name="connsiteX127" fmla="*/ 922824 w 6856563"/>
                <a:gd name="connsiteY127" fmla="*/ 1082575 h 6857999"/>
                <a:gd name="connsiteX128" fmla="*/ 1185344 w 6856563"/>
                <a:gd name="connsiteY128" fmla="*/ 833711 h 6857999"/>
                <a:gd name="connsiteX129" fmla="*/ 1449717 w 6856563"/>
                <a:gd name="connsiteY129" fmla="*/ 625483 h 6857999"/>
                <a:gd name="connsiteX130" fmla="*/ 2110559 w 6856563"/>
                <a:gd name="connsiteY130" fmla="*/ 257870 h 6857999"/>
                <a:gd name="connsiteX131" fmla="*/ 2572321 w 6856563"/>
                <a:gd name="connsiteY131" fmla="*/ 102322 h 6857999"/>
                <a:gd name="connsiteX132" fmla="*/ 3061176 w 6856563"/>
                <a:gd name="connsiteY132" fmla="*/ 13720 h 6857999"/>
                <a:gd name="connsiteX133" fmla="*/ 3078235 w 6856563"/>
                <a:gd name="connsiteY133"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6563" h="6857999">
                  <a:moveTo>
                    <a:pt x="5182519" y="4244072"/>
                  </a:moveTo>
                  <a:lnTo>
                    <a:pt x="5744507" y="4244072"/>
                  </a:lnTo>
                  <a:lnTo>
                    <a:pt x="5744507" y="4806061"/>
                  </a:lnTo>
                  <a:lnTo>
                    <a:pt x="5182519" y="4806061"/>
                  </a:lnTo>
                  <a:close/>
                  <a:moveTo>
                    <a:pt x="6496592" y="1914886"/>
                  </a:moveTo>
                  <a:cubicBezTo>
                    <a:pt x="6510765" y="1912616"/>
                    <a:pt x="6519936" y="1921330"/>
                    <a:pt x="6527510" y="1938364"/>
                  </a:cubicBezTo>
                  <a:cubicBezTo>
                    <a:pt x="6613194" y="2131080"/>
                    <a:pt x="6691779" y="2326680"/>
                    <a:pt x="6746475" y="2530528"/>
                  </a:cubicBezTo>
                  <a:cubicBezTo>
                    <a:pt x="6774804" y="2636106"/>
                    <a:pt x="6793744" y="2744340"/>
                    <a:pt x="6813755" y="2851963"/>
                  </a:cubicBezTo>
                  <a:cubicBezTo>
                    <a:pt x="6826574" y="2920898"/>
                    <a:pt x="6833476" y="2990927"/>
                    <a:pt x="6843502" y="3060397"/>
                  </a:cubicBezTo>
                  <a:cubicBezTo>
                    <a:pt x="6844238" y="3065496"/>
                    <a:pt x="6848798" y="3070043"/>
                    <a:pt x="6854427" y="3073330"/>
                  </a:cubicBezTo>
                  <a:cubicBezTo>
                    <a:pt x="6857275" y="3302942"/>
                    <a:pt x="6857275" y="3534073"/>
                    <a:pt x="6854427" y="3767034"/>
                  </a:cubicBezTo>
                  <a:cubicBezTo>
                    <a:pt x="6848893" y="3772489"/>
                    <a:pt x="6844331" y="3775858"/>
                    <a:pt x="6843795" y="3779777"/>
                  </a:cubicBezTo>
                  <a:cubicBezTo>
                    <a:pt x="6831288" y="3871328"/>
                    <a:pt x="6825754" y="3964408"/>
                    <a:pt x="6805587" y="4054208"/>
                  </a:cubicBezTo>
                  <a:cubicBezTo>
                    <a:pt x="6772183" y="4202947"/>
                    <a:pt x="6732971" y="4350647"/>
                    <a:pt x="6689286" y="4496714"/>
                  </a:cubicBezTo>
                  <a:cubicBezTo>
                    <a:pt x="6661620" y="4589226"/>
                    <a:pt x="6626880" y="4680576"/>
                    <a:pt x="6585576" y="4767839"/>
                  </a:cubicBezTo>
                  <a:cubicBezTo>
                    <a:pt x="6517744" y="4911150"/>
                    <a:pt x="6449084" y="5054947"/>
                    <a:pt x="6367900" y="5190848"/>
                  </a:cubicBezTo>
                  <a:cubicBezTo>
                    <a:pt x="6253251" y="5382766"/>
                    <a:pt x="6120275" y="5563148"/>
                    <a:pt x="5968018" y="5727418"/>
                  </a:cubicBezTo>
                  <a:cubicBezTo>
                    <a:pt x="5881208" y="5821079"/>
                    <a:pt x="5786714" y="5907748"/>
                    <a:pt x="5693876" y="5995660"/>
                  </a:cubicBezTo>
                  <a:cubicBezTo>
                    <a:pt x="5570952" y="6112059"/>
                    <a:pt x="5436200" y="6213967"/>
                    <a:pt x="5292816" y="6303404"/>
                  </a:cubicBezTo>
                  <a:cubicBezTo>
                    <a:pt x="5184710" y="6370836"/>
                    <a:pt x="5073711" y="6434100"/>
                    <a:pt x="4961020" y="6493570"/>
                  </a:cubicBezTo>
                  <a:cubicBezTo>
                    <a:pt x="4863519" y="6545023"/>
                    <a:pt x="4764336" y="6595230"/>
                    <a:pt x="4661341" y="6633832"/>
                  </a:cubicBezTo>
                  <a:cubicBezTo>
                    <a:pt x="4535651" y="6680940"/>
                    <a:pt x="4405695" y="6717037"/>
                    <a:pt x="4276682" y="6754818"/>
                  </a:cubicBezTo>
                  <a:cubicBezTo>
                    <a:pt x="4119336" y="6800896"/>
                    <a:pt x="3957690" y="6825421"/>
                    <a:pt x="3795102" y="6844291"/>
                  </a:cubicBezTo>
                  <a:cubicBezTo>
                    <a:pt x="3789060" y="6844993"/>
                    <a:pt x="3783896" y="6853259"/>
                    <a:pt x="3778323" y="6857999"/>
                  </a:cubicBezTo>
                  <a:cubicBezTo>
                    <a:pt x="3544811" y="6857999"/>
                    <a:pt x="3311300" y="6857999"/>
                    <a:pt x="3074441" y="6857999"/>
                  </a:cubicBezTo>
                  <a:cubicBezTo>
                    <a:pt x="3065876" y="6853265"/>
                    <a:pt x="3061226" y="6845301"/>
                    <a:pt x="3055358" y="6844269"/>
                  </a:cubicBezTo>
                  <a:cubicBezTo>
                    <a:pt x="2916340" y="6819838"/>
                    <a:pt x="2776441" y="6799805"/>
                    <a:pt x="2638252" y="6771431"/>
                  </a:cubicBezTo>
                  <a:cubicBezTo>
                    <a:pt x="2453899" y="6733579"/>
                    <a:pt x="2274551" y="6676316"/>
                    <a:pt x="2103398" y="6598338"/>
                  </a:cubicBezTo>
                  <a:cubicBezTo>
                    <a:pt x="1960296" y="6533139"/>
                    <a:pt x="1818949" y="6462759"/>
                    <a:pt x="1682413" y="6384875"/>
                  </a:cubicBezTo>
                  <a:cubicBezTo>
                    <a:pt x="1565363" y="6318105"/>
                    <a:pt x="1455912" y="6237928"/>
                    <a:pt x="1343832" y="6162592"/>
                  </a:cubicBezTo>
                  <a:cubicBezTo>
                    <a:pt x="1317733" y="6145048"/>
                    <a:pt x="1293873" y="6123906"/>
                    <a:pt x="1270319" y="6102920"/>
                  </a:cubicBezTo>
                  <a:cubicBezTo>
                    <a:pt x="1249827" y="6084664"/>
                    <a:pt x="1241554" y="6096915"/>
                    <a:pt x="1236224" y="6115045"/>
                  </a:cubicBezTo>
                  <a:cubicBezTo>
                    <a:pt x="1233633" y="6123857"/>
                    <a:pt x="1235184" y="6133943"/>
                    <a:pt x="1235180" y="6143452"/>
                  </a:cubicBezTo>
                  <a:cubicBezTo>
                    <a:pt x="1235133" y="6255368"/>
                    <a:pt x="1234385" y="6367292"/>
                    <a:pt x="1235697" y="6479192"/>
                  </a:cubicBezTo>
                  <a:cubicBezTo>
                    <a:pt x="1236012" y="6506106"/>
                    <a:pt x="1225020" y="6515160"/>
                    <a:pt x="1200680" y="6515123"/>
                  </a:cubicBezTo>
                  <a:cubicBezTo>
                    <a:pt x="1112577" y="6514990"/>
                    <a:pt x="1024469" y="6514616"/>
                    <a:pt x="936371" y="6515312"/>
                  </a:cubicBezTo>
                  <a:cubicBezTo>
                    <a:pt x="902340" y="6515581"/>
                    <a:pt x="899116" y="6495274"/>
                    <a:pt x="899154" y="6468499"/>
                  </a:cubicBezTo>
                  <a:cubicBezTo>
                    <a:pt x="899549" y="6195854"/>
                    <a:pt x="899396" y="5923207"/>
                    <a:pt x="899396" y="5650562"/>
                  </a:cubicBezTo>
                  <a:cubicBezTo>
                    <a:pt x="899396" y="5617225"/>
                    <a:pt x="900514" y="5583839"/>
                    <a:pt x="899038" y="5550568"/>
                  </a:cubicBezTo>
                  <a:cubicBezTo>
                    <a:pt x="897894" y="5524809"/>
                    <a:pt x="906618" y="5514516"/>
                    <a:pt x="933638" y="5514572"/>
                  </a:cubicBezTo>
                  <a:cubicBezTo>
                    <a:pt x="1244381" y="5515218"/>
                    <a:pt x="1555126" y="5515223"/>
                    <a:pt x="1865870" y="5514567"/>
                  </a:cubicBezTo>
                  <a:cubicBezTo>
                    <a:pt x="1893267" y="5514509"/>
                    <a:pt x="1900247" y="5525447"/>
                    <a:pt x="1899922" y="5550888"/>
                  </a:cubicBezTo>
                  <a:cubicBezTo>
                    <a:pt x="1898797" y="5638978"/>
                    <a:pt x="1898304" y="5727115"/>
                    <a:pt x="1900135" y="5815181"/>
                  </a:cubicBezTo>
                  <a:cubicBezTo>
                    <a:pt x="1900756" y="5845018"/>
                    <a:pt x="1889009" y="5851360"/>
                    <a:pt x="1862343" y="5851137"/>
                  </a:cubicBezTo>
                  <a:cubicBezTo>
                    <a:pt x="1745746" y="5850163"/>
                    <a:pt x="1629136" y="5850718"/>
                    <a:pt x="1511086" y="5854628"/>
                  </a:cubicBezTo>
                  <a:cubicBezTo>
                    <a:pt x="1933262" y="6185238"/>
                    <a:pt x="2404851" y="6399536"/>
                    <a:pt x="2938012" y="6482796"/>
                  </a:cubicBezTo>
                  <a:cubicBezTo>
                    <a:pt x="3472464" y="6566259"/>
                    <a:pt x="3994266" y="6524399"/>
                    <a:pt x="4498884" y="6334801"/>
                  </a:cubicBezTo>
                  <a:cubicBezTo>
                    <a:pt x="5353084" y="6013856"/>
                    <a:pt x="5955958" y="5421799"/>
                    <a:pt x="6296681" y="4579189"/>
                  </a:cubicBezTo>
                  <a:cubicBezTo>
                    <a:pt x="6639094" y="3732398"/>
                    <a:pt x="6595218" y="2888842"/>
                    <a:pt x="6206092" y="2059111"/>
                  </a:cubicBezTo>
                  <a:cubicBezTo>
                    <a:pt x="6268518" y="2027619"/>
                    <a:pt x="6330858" y="1996101"/>
                    <a:pt x="6393266" y="1964717"/>
                  </a:cubicBezTo>
                  <a:cubicBezTo>
                    <a:pt x="6422372" y="1950081"/>
                    <a:pt x="6452140" y="1936665"/>
                    <a:pt x="6480626" y="1920916"/>
                  </a:cubicBezTo>
                  <a:cubicBezTo>
                    <a:pt x="6486588" y="1917619"/>
                    <a:pt x="6491868" y="1915642"/>
                    <a:pt x="6496592" y="1914886"/>
                  </a:cubicBezTo>
                  <a:close/>
                  <a:moveTo>
                    <a:pt x="3689545" y="1272554"/>
                  </a:moveTo>
                  <a:lnTo>
                    <a:pt x="4255398" y="1272554"/>
                  </a:lnTo>
                  <a:lnTo>
                    <a:pt x="4255398" y="1828785"/>
                  </a:lnTo>
                  <a:lnTo>
                    <a:pt x="3708121" y="1828785"/>
                  </a:lnTo>
                  <a:lnTo>
                    <a:pt x="3708121" y="2376248"/>
                  </a:lnTo>
                  <a:lnTo>
                    <a:pt x="3152153" y="2376248"/>
                  </a:lnTo>
                  <a:lnTo>
                    <a:pt x="3152153" y="1807579"/>
                  </a:lnTo>
                  <a:lnTo>
                    <a:pt x="3689545" y="1807579"/>
                  </a:lnTo>
                  <a:close/>
                  <a:moveTo>
                    <a:pt x="2601154" y="714446"/>
                  </a:moveTo>
                  <a:lnTo>
                    <a:pt x="3162257" y="714446"/>
                  </a:lnTo>
                  <a:lnTo>
                    <a:pt x="3162257" y="1271600"/>
                  </a:lnTo>
                  <a:lnTo>
                    <a:pt x="2601154" y="1271600"/>
                  </a:lnTo>
                  <a:lnTo>
                    <a:pt x="2601154" y="908951"/>
                  </a:lnTo>
                  <a:lnTo>
                    <a:pt x="2600505" y="725306"/>
                  </a:lnTo>
                  <a:lnTo>
                    <a:pt x="2601154" y="727526"/>
                  </a:lnTo>
                  <a:close/>
                  <a:moveTo>
                    <a:pt x="3078235" y="0"/>
                  </a:moveTo>
                  <a:cubicBezTo>
                    <a:pt x="3309366" y="0"/>
                    <a:pt x="3540496" y="0"/>
                    <a:pt x="3774975" y="0"/>
                  </a:cubicBezTo>
                  <a:cubicBezTo>
                    <a:pt x="3784728" y="4757"/>
                    <a:pt x="3790686" y="12854"/>
                    <a:pt x="3797604" y="13781"/>
                  </a:cubicBezTo>
                  <a:cubicBezTo>
                    <a:pt x="3942259" y="33155"/>
                    <a:pt x="4086390" y="54431"/>
                    <a:pt x="4228486" y="89346"/>
                  </a:cubicBezTo>
                  <a:cubicBezTo>
                    <a:pt x="4406644" y="133121"/>
                    <a:pt x="4581362" y="186984"/>
                    <a:pt x="4749117" y="261122"/>
                  </a:cubicBezTo>
                  <a:cubicBezTo>
                    <a:pt x="4857620" y="309074"/>
                    <a:pt x="4966220" y="358085"/>
                    <a:pt x="5069760" y="415644"/>
                  </a:cubicBezTo>
                  <a:cubicBezTo>
                    <a:pt x="5184641" y="479507"/>
                    <a:pt x="5296401" y="549880"/>
                    <a:pt x="5404681" y="624446"/>
                  </a:cubicBezTo>
                  <a:cubicBezTo>
                    <a:pt x="5496257" y="687510"/>
                    <a:pt x="5580870" y="760679"/>
                    <a:pt x="5668756" y="829131"/>
                  </a:cubicBezTo>
                  <a:cubicBezTo>
                    <a:pt x="5675953" y="834736"/>
                    <a:pt x="5684621" y="838453"/>
                    <a:pt x="5697552" y="845893"/>
                  </a:cubicBezTo>
                  <a:cubicBezTo>
                    <a:pt x="5701170" y="827596"/>
                    <a:pt x="5706630" y="812526"/>
                    <a:pt x="5706739" y="797417"/>
                  </a:cubicBezTo>
                  <a:cubicBezTo>
                    <a:pt x="5707496" y="692666"/>
                    <a:pt x="5707097" y="587907"/>
                    <a:pt x="5707162" y="483151"/>
                  </a:cubicBezTo>
                  <a:cubicBezTo>
                    <a:pt x="5707186" y="444202"/>
                    <a:pt x="5715106" y="435802"/>
                    <a:pt x="5754818" y="435609"/>
                  </a:cubicBezTo>
                  <a:cubicBezTo>
                    <a:pt x="5836955" y="435208"/>
                    <a:pt x="5919095" y="435592"/>
                    <a:pt x="6001233" y="435474"/>
                  </a:cubicBezTo>
                  <a:cubicBezTo>
                    <a:pt x="6033044" y="435428"/>
                    <a:pt x="6049992" y="450110"/>
                    <a:pt x="6049989" y="482756"/>
                  </a:cubicBezTo>
                  <a:cubicBezTo>
                    <a:pt x="6049963" y="788692"/>
                    <a:pt x="6050017" y="1094629"/>
                    <a:pt x="6049917" y="1400565"/>
                  </a:cubicBezTo>
                  <a:cubicBezTo>
                    <a:pt x="6049908" y="1428216"/>
                    <a:pt x="6039508" y="1443551"/>
                    <a:pt x="6007757" y="1443474"/>
                  </a:cubicBezTo>
                  <a:cubicBezTo>
                    <a:pt x="5699441" y="1442728"/>
                    <a:pt x="5391124" y="1442862"/>
                    <a:pt x="5082808" y="1443295"/>
                  </a:cubicBezTo>
                  <a:cubicBezTo>
                    <a:pt x="5054137" y="1443336"/>
                    <a:pt x="5042198" y="1432053"/>
                    <a:pt x="5042481" y="1403117"/>
                  </a:cubicBezTo>
                  <a:cubicBezTo>
                    <a:pt x="5043331" y="1316225"/>
                    <a:pt x="5043846" y="1229299"/>
                    <a:pt x="5042190" y="1142430"/>
                  </a:cubicBezTo>
                  <a:cubicBezTo>
                    <a:pt x="5041625" y="1112788"/>
                    <a:pt x="5053352" y="1106454"/>
                    <a:pt x="5080238" y="1106774"/>
                  </a:cubicBezTo>
                  <a:cubicBezTo>
                    <a:pt x="5182599" y="1107995"/>
                    <a:pt x="5284984" y="1107295"/>
                    <a:pt x="5387359" y="1107220"/>
                  </a:cubicBezTo>
                  <a:cubicBezTo>
                    <a:pt x="5396848" y="1107213"/>
                    <a:pt x="5407102" y="1108657"/>
                    <a:pt x="5415596" y="1105566"/>
                  </a:cubicBezTo>
                  <a:cubicBezTo>
                    <a:pt x="5423210" y="1102795"/>
                    <a:pt x="5433028" y="1095467"/>
                    <a:pt x="5434278" y="1088738"/>
                  </a:cubicBezTo>
                  <a:cubicBezTo>
                    <a:pt x="5435590" y="1081676"/>
                    <a:pt x="5429931" y="1070517"/>
                    <a:pt x="5423793" y="1065284"/>
                  </a:cubicBezTo>
                  <a:cubicBezTo>
                    <a:pt x="5288357" y="949821"/>
                    <a:pt x="5144694" y="844800"/>
                    <a:pt x="4989015" y="759261"/>
                  </a:cubicBezTo>
                  <a:cubicBezTo>
                    <a:pt x="4848372" y="681984"/>
                    <a:pt x="4703999" y="609825"/>
                    <a:pt x="4556004" y="548022"/>
                  </a:cubicBezTo>
                  <a:cubicBezTo>
                    <a:pt x="4367797" y="469426"/>
                    <a:pt x="4169947" y="417530"/>
                    <a:pt x="3969446" y="380453"/>
                  </a:cubicBezTo>
                  <a:cubicBezTo>
                    <a:pt x="3861354" y="360464"/>
                    <a:pt x="3750848" y="350517"/>
                    <a:pt x="3640960" y="344036"/>
                  </a:cubicBezTo>
                  <a:cubicBezTo>
                    <a:pt x="3515505" y="336636"/>
                    <a:pt x="3389254" y="332027"/>
                    <a:pt x="3263856" y="337607"/>
                  </a:cubicBezTo>
                  <a:cubicBezTo>
                    <a:pt x="3155523" y="342427"/>
                    <a:pt x="3047498" y="360681"/>
                    <a:pt x="2940081" y="377690"/>
                  </a:cubicBezTo>
                  <a:cubicBezTo>
                    <a:pt x="2837555" y="393925"/>
                    <a:pt x="2735831" y="415447"/>
                    <a:pt x="2634092" y="436297"/>
                  </a:cubicBezTo>
                  <a:cubicBezTo>
                    <a:pt x="2601104" y="443057"/>
                    <a:pt x="2568783" y="453866"/>
                    <a:pt x="2536852" y="464846"/>
                  </a:cubicBezTo>
                  <a:cubicBezTo>
                    <a:pt x="2449009" y="495052"/>
                    <a:pt x="2359117" y="520885"/>
                    <a:pt x="2274478" y="558458"/>
                  </a:cubicBezTo>
                  <a:cubicBezTo>
                    <a:pt x="2146584" y="615232"/>
                    <a:pt x="2019292" y="674897"/>
                    <a:pt x="1897628" y="743733"/>
                  </a:cubicBezTo>
                  <a:cubicBezTo>
                    <a:pt x="1779363" y="810646"/>
                    <a:pt x="1666824" y="888232"/>
                    <a:pt x="1555058" y="965864"/>
                  </a:cubicBezTo>
                  <a:cubicBezTo>
                    <a:pt x="1492505" y="1009312"/>
                    <a:pt x="1434974" y="1060533"/>
                    <a:pt x="1378181" y="1111589"/>
                  </a:cubicBezTo>
                  <a:cubicBezTo>
                    <a:pt x="1314716" y="1168644"/>
                    <a:pt x="1251236" y="1226365"/>
                    <a:pt x="1193805" y="1289310"/>
                  </a:cubicBezTo>
                  <a:cubicBezTo>
                    <a:pt x="1071006" y="1423899"/>
                    <a:pt x="949280" y="1559796"/>
                    <a:pt x="855234" y="1717357"/>
                  </a:cubicBezTo>
                  <a:cubicBezTo>
                    <a:pt x="791447" y="1824221"/>
                    <a:pt x="721633" y="1927963"/>
                    <a:pt x="664942" y="2038451"/>
                  </a:cubicBezTo>
                  <a:cubicBezTo>
                    <a:pt x="610296" y="2144951"/>
                    <a:pt x="566508" y="2257329"/>
                    <a:pt x="522756" y="2369007"/>
                  </a:cubicBezTo>
                  <a:cubicBezTo>
                    <a:pt x="491765" y="2448113"/>
                    <a:pt x="464049" y="2529167"/>
                    <a:pt x="443400" y="2611493"/>
                  </a:cubicBezTo>
                  <a:cubicBezTo>
                    <a:pt x="417083" y="2716411"/>
                    <a:pt x="396449" y="2823005"/>
                    <a:pt x="378763" y="2929771"/>
                  </a:cubicBezTo>
                  <a:cubicBezTo>
                    <a:pt x="360805" y="3038178"/>
                    <a:pt x="345507" y="3147351"/>
                    <a:pt x="336446" y="3256801"/>
                  </a:cubicBezTo>
                  <a:cubicBezTo>
                    <a:pt x="329791" y="3337201"/>
                    <a:pt x="335213" y="3418590"/>
                    <a:pt x="335008" y="3499537"/>
                  </a:cubicBezTo>
                  <a:cubicBezTo>
                    <a:pt x="334646" y="3642114"/>
                    <a:pt x="349082" y="3783294"/>
                    <a:pt x="377494" y="3922866"/>
                  </a:cubicBezTo>
                  <a:cubicBezTo>
                    <a:pt x="402542" y="4045917"/>
                    <a:pt x="424036" y="4170162"/>
                    <a:pt x="458113" y="4290770"/>
                  </a:cubicBezTo>
                  <a:cubicBezTo>
                    <a:pt x="490323" y="4404770"/>
                    <a:pt x="533675" y="4516006"/>
                    <a:pt x="578059" y="4626066"/>
                  </a:cubicBezTo>
                  <a:cubicBezTo>
                    <a:pt x="618081" y="4725309"/>
                    <a:pt x="666138" y="4821312"/>
                    <a:pt x="711904" y="4921488"/>
                  </a:cubicBezTo>
                  <a:cubicBezTo>
                    <a:pt x="615934" y="4974038"/>
                    <a:pt x="518125" y="5027595"/>
                    <a:pt x="413995" y="5084613"/>
                  </a:cubicBezTo>
                  <a:cubicBezTo>
                    <a:pt x="378842" y="5010134"/>
                    <a:pt x="344738" y="4939396"/>
                    <a:pt x="311998" y="4868032"/>
                  </a:cubicBezTo>
                  <a:cubicBezTo>
                    <a:pt x="285344" y="4809937"/>
                    <a:pt x="259297" y="4751518"/>
                    <a:pt x="234782" y="4692496"/>
                  </a:cubicBezTo>
                  <a:cubicBezTo>
                    <a:pt x="174668" y="4547770"/>
                    <a:pt x="126094" y="4398969"/>
                    <a:pt x="93231" y="4245893"/>
                  </a:cubicBezTo>
                  <a:cubicBezTo>
                    <a:pt x="65075" y="4114744"/>
                    <a:pt x="44624" y="3981945"/>
                    <a:pt x="20499" y="3849925"/>
                  </a:cubicBezTo>
                  <a:cubicBezTo>
                    <a:pt x="15989" y="3825240"/>
                    <a:pt x="10221" y="3800784"/>
                    <a:pt x="2157" y="3777633"/>
                  </a:cubicBezTo>
                  <a:cubicBezTo>
                    <a:pt x="-719" y="3545530"/>
                    <a:pt x="-719" y="3312018"/>
                    <a:pt x="2157" y="3076425"/>
                  </a:cubicBezTo>
                  <a:cubicBezTo>
                    <a:pt x="10250" y="3050933"/>
                    <a:pt x="16667" y="3027719"/>
                    <a:pt x="20472" y="3004083"/>
                  </a:cubicBezTo>
                  <a:cubicBezTo>
                    <a:pt x="35316" y="2911876"/>
                    <a:pt x="44927" y="2818586"/>
                    <a:pt x="64603" y="2727451"/>
                  </a:cubicBezTo>
                  <a:cubicBezTo>
                    <a:pt x="101900" y="2554705"/>
                    <a:pt x="145769" y="2382937"/>
                    <a:pt x="213224" y="2219409"/>
                  </a:cubicBezTo>
                  <a:cubicBezTo>
                    <a:pt x="272350" y="2076072"/>
                    <a:pt x="339128" y="1935598"/>
                    <a:pt x="408609" y="1796906"/>
                  </a:cubicBezTo>
                  <a:cubicBezTo>
                    <a:pt x="484558" y="1645304"/>
                    <a:pt x="576521" y="1502873"/>
                    <a:pt x="682727" y="1370398"/>
                  </a:cubicBezTo>
                  <a:cubicBezTo>
                    <a:pt x="760887" y="1272904"/>
                    <a:pt x="837717" y="1173795"/>
                    <a:pt x="922824" y="1082575"/>
                  </a:cubicBezTo>
                  <a:cubicBezTo>
                    <a:pt x="1004952" y="994546"/>
                    <a:pt x="1094297" y="912673"/>
                    <a:pt x="1185344" y="833711"/>
                  </a:cubicBezTo>
                  <a:cubicBezTo>
                    <a:pt x="1270007" y="760286"/>
                    <a:pt x="1359295" y="691814"/>
                    <a:pt x="1449717" y="625483"/>
                  </a:cubicBezTo>
                  <a:cubicBezTo>
                    <a:pt x="1654410" y="475325"/>
                    <a:pt x="1876157" y="355082"/>
                    <a:pt x="2110559" y="257870"/>
                  </a:cubicBezTo>
                  <a:cubicBezTo>
                    <a:pt x="2260960" y="195496"/>
                    <a:pt x="2414584" y="143375"/>
                    <a:pt x="2572321" y="102322"/>
                  </a:cubicBezTo>
                  <a:cubicBezTo>
                    <a:pt x="2733223" y="60445"/>
                    <a:pt x="2896375" y="33142"/>
                    <a:pt x="3061176" y="13720"/>
                  </a:cubicBezTo>
                  <a:cubicBezTo>
                    <a:pt x="3067316" y="12995"/>
                    <a:pt x="3072569" y="4743"/>
                    <a:pt x="3078235" y="0"/>
                  </a:cubicBezTo>
                  <a:close/>
                </a:path>
              </a:pathLst>
            </a:custGeom>
            <a:solidFill>
              <a:schemeClr val="accent1"/>
            </a:solidFill>
            <a:ln w="7144" cap="flat">
              <a:noFill/>
              <a:prstDash val="solid"/>
              <a:miter/>
            </a:ln>
          </p:spPr>
          <p:txBody>
            <a:bodyPr wrap="square" rtlCol="0" anchor="ctr">
              <a:noAutofit/>
            </a:bodyPr>
            <a:lstStyle/>
            <a:p>
              <a:endParaRPr lang="en-US"/>
            </a:p>
          </p:txBody>
        </p:sp>
      </p:grpSp>
      <p:grpSp>
        <p:nvGrpSpPr>
          <p:cNvPr id="2791" name="Group 2790">
            <a:extLst>
              <a:ext uri="{FF2B5EF4-FFF2-40B4-BE49-F238E27FC236}">
                <a16:creationId xmlns:a16="http://schemas.microsoft.com/office/drawing/2014/main" id="{7CFB40B9-A55D-E3D4-3849-A8C2A9267BDB}"/>
              </a:ext>
              <a:ext uri="{C183D7F6-B498-43B3-948B-1728B52AA6E4}">
                <adec:decorative xmlns:adec="http://schemas.microsoft.com/office/drawing/2017/decorative" val="1"/>
              </a:ext>
            </a:extLst>
          </p:cNvPr>
          <p:cNvGrpSpPr>
            <a:grpSpLocks noChangeAspect="1"/>
          </p:cNvGrpSpPr>
          <p:nvPr/>
        </p:nvGrpSpPr>
        <p:grpSpPr>
          <a:xfrm>
            <a:off x="3158532" y="4343071"/>
            <a:ext cx="468827" cy="457200"/>
            <a:chOff x="3158532" y="4343071"/>
            <a:chExt cx="468827" cy="457200"/>
          </a:xfrm>
          <a:solidFill>
            <a:srgbClr val="FF0000"/>
          </a:solidFill>
        </p:grpSpPr>
        <p:sp>
          <p:nvSpPr>
            <p:cNvPr id="2041" name="Freeform: Shape 2040">
              <a:extLst>
                <a:ext uri="{FF2B5EF4-FFF2-40B4-BE49-F238E27FC236}">
                  <a16:creationId xmlns:a16="http://schemas.microsoft.com/office/drawing/2014/main" id="{4E68DE32-F3AE-28F6-57FA-A832A726AF8D}"/>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2042" name="Freeform: Shape 2041">
              <a:extLst>
                <a:ext uri="{FF2B5EF4-FFF2-40B4-BE49-F238E27FC236}">
                  <a16:creationId xmlns:a16="http://schemas.microsoft.com/office/drawing/2014/main" id="{45B031FB-DFE7-FF5E-2524-4175404B6A98}"/>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2790" name="Group 2789">
            <a:extLst>
              <a:ext uri="{FF2B5EF4-FFF2-40B4-BE49-F238E27FC236}">
                <a16:creationId xmlns:a16="http://schemas.microsoft.com/office/drawing/2014/main" id="{64BAF5C1-D5DF-DF22-D734-D5E5C083809F}"/>
              </a:ext>
              <a:ext uri="{C183D7F6-B498-43B3-948B-1728B52AA6E4}">
                <adec:decorative xmlns:adec="http://schemas.microsoft.com/office/drawing/2017/decorative" val="1"/>
              </a:ext>
            </a:extLst>
          </p:cNvPr>
          <p:cNvGrpSpPr>
            <a:grpSpLocks noChangeAspect="1"/>
          </p:cNvGrpSpPr>
          <p:nvPr/>
        </p:nvGrpSpPr>
        <p:grpSpPr>
          <a:xfrm>
            <a:off x="3786671" y="4343071"/>
            <a:ext cx="431448" cy="457200"/>
            <a:chOff x="3786671" y="4343071"/>
            <a:chExt cx="431448" cy="457200"/>
          </a:xfrm>
          <a:solidFill>
            <a:srgbClr val="FF0000"/>
          </a:solidFill>
        </p:grpSpPr>
        <p:sp>
          <p:nvSpPr>
            <p:cNvPr id="2057" name="Freeform: Shape 2056">
              <a:extLst>
                <a:ext uri="{FF2B5EF4-FFF2-40B4-BE49-F238E27FC236}">
                  <a16:creationId xmlns:a16="http://schemas.microsoft.com/office/drawing/2014/main" id="{6B1EECF1-5A4F-435F-5A82-071351AB828E}"/>
                </a:ext>
                <a:ext uri="{C183D7F6-B498-43B3-948B-1728B52AA6E4}">
                  <adec:decorative xmlns:adec="http://schemas.microsoft.com/office/drawing/2017/decorative" val="1"/>
                </a:ext>
              </a:extLst>
            </p:cNvPr>
            <p:cNvSpPr/>
            <p:nvPr/>
          </p:nvSpPr>
          <p:spPr>
            <a:xfrm>
              <a:off x="3786671" y="4396524"/>
              <a:ext cx="345855" cy="403747"/>
            </a:xfrm>
            <a:custGeom>
              <a:avLst/>
              <a:gdLst>
                <a:gd name="connsiteX0" fmla="*/ 4779390 w 5187832"/>
                <a:gd name="connsiteY0" fmla="*/ 1843614 h 6056201"/>
                <a:gd name="connsiteX1" fmla="*/ 4646580 w 5187832"/>
                <a:gd name="connsiteY1" fmla="*/ 2183146 h 6056201"/>
                <a:gd name="connsiteX2" fmla="*/ 4650531 w 5187832"/>
                <a:gd name="connsiteY2" fmla="*/ 2187097 h 6056201"/>
                <a:gd name="connsiteX3" fmla="*/ 4938997 w 5187832"/>
                <a:gd name="connsiteY3" fmla="*/ 1898628 h 6056201"/>
                <a:gd name="connsiteX4" fmla="*/ 4935046 w 5187832"/>
                <a:gd name="connsiteY4" fmla="*/ 1894677 h 6056201"/>
                <a:gd name="connsiteX5" fmla="*/ 4779390 w 5187832"/>
                <a:gd name="connsiteY5" fmla="*/ 1843614 h 6056201"/>
                <a:gd name="connsiteX6" fmla="*/ 2707764 w 5187832"/>
                <a:gd name="connsiteY6" fmla="*/ 1843614 h 6056201"/>
                <a:gd name="connsiteX7" fmla="*/ 2574953 w 5187832"/>
                <a:gd name="connsiteY7" fmla="*/ 2183146 h 6056201"/>
                <a:gd name="connsiteX8" fmla="*/ 2578905 w 5187832"/>
                <a:gd name="connsiteY8" fmla="*/ 2187097 h 6056201"/>
                <a:gd name="connsiteX9" fmla="*/ 2867371 w 5187832"/>
                <a:gd name="connsiteY9" fmla="*/ 1898628 h 6056201"/>
                <a:gd name="connsiteX10" fmla="*/ 2863419 w 5187832"/>
                <a:gd name="connsiteY10" fmla="*/ 1894677 h 6056201"/>
                <a:gd name="connsiteX11" fmla="*/ 2707764 w 5187832"/>
                <a:gd name="connsiteY11" fmla="*/ 1843614 h 6056201"/>
                <a:gd name="connsiteX12" fmla="*/ 3743577 w 5187832"/>
                <a:gd name="connsiteY12" fmla="*/ 1843614 h 6056201"/>
                <a:gd name="connsiteX13" fmla="*/ 3610766 w 5187832"/>
                <a:gd name="connsiteY13" fmla="*/ 2183146 h 6056201"/>
                <a:gd name="connsiteX14" fmla="*/ 3614718 w 5187832"/>
                <a:gd name="connsiteY14" fmla="*/ 2187097 h 6056201"/>
                <a:gd name="connsiteX15" fmla="*/ 3903184 w 5187832"/>
                <a:gd name="connsiteY15" fmla="*/ 1898628 h 6056201"/>
                <a:gd name="connsiteX16" fmla="*/ 3899232 w 5187832"/>
                <a:gd name="connsiteY16" fmla="*/ 1894677 h 6056201"/>
                <a:gd name="connsiteX17" fmla="*/ 3743577 w 5187832"/>
                <a:gd name="connsiteY17" fmla="*/ 1843614 h 6056201"/>
                <a:gd name="connsiteX18" fmla="*/ 3723474 w 5187832"/>
                <a:gd name="connsiteY18" fmla="*/ 1646735 h 6056201"/>
                <a:gd name="connsiteX19" fmla="*/ 4067175 w 5187832"/>
                <a:gd name="connsiteY19" fmla="*/ 2299719 h 6056201"/>
                <a:gd name="connsiteX20" fmla="*/ 4015804 w 5187832"/>
                <a:gd name="connsiteY20" fmla="*/ 2351090 h 6056201"/>
                <a:gd name="connsiteX21" fmla="*/ 3446283 w 5187832"/>
                <a:gd name="connsiteY21" fmla="*/ 1781562 h 6056201"/>
                <a:gd name="connsiteX22" fmla="*/ 3497653 w 5187832"/>
                <a:gd name="connsiteY22" fmla="*/ 1730191 h 6056201"/>
                <a:gd name="connsiteX23" fmla="*/ 3723474 w 5187832"/>
                <a:gd name="connsiteY23" fmla="*/ 1646735 h 6056201"/>
                <a:gd name="connsiteX24" fmla="*/ 4817886 w 5187832"/>
                <a:gd name="connsiteY24" fmla="*/ 1646136 h 6056201"/>
                <a:gd name="connsiteX25" fmla="*/ 5102988 w 5187832"/>
                <a:gd name="connsiteY25" fmla="*/ 2299719 h 6056201"/>
                <a:gd name="connsiteX26" fmla="*/ 5051618 w 5187832"/>
                <a:gd name="connsiteY26" fmla="*/ 2351090 h 6056201"/>
                <a:gd name="connsiteX27" fmla="*/ 4482096 w 5187832"/>
                <a:gd name="connsiteY27" fmla="*/ 1781562 h 6056201"/>
                <a:gd name="connsiteX28" fmla="*/ 4533467 w 5187832"/>
                <a:gd name="connsiteY28" fmla="*/ 1730191 h 6056201"/>
                <a:gd name="connsiteX29" fmla="*/ 4759288 w 5187832"/>
                <a:gd name="connsiteY29" fmla="*/ 1646735 h 6056201"/>
                <a:gd name="connsiteX30" fmla="*/ 4817886 w 5187832"/>
                <a:gd name="connsiteY30" fmla="*/ 1646136 h 6056201"/>
                <a:gd name="connsiteX31" fmla="*/ 2746259 w 5187832"/>
                <a:gd name="connsiteY31" fmla="*/ 1646136 h 6056201"/>
                <a:gd name="connsiteX32" fmla="*/ 3031362 w 5187832"/>
                <a:gd name="connsiteY32" fmla="*/ 2299719 h 6056201"/>
                <a:gd name="connsiteX33" fmla="*/ 2979991 w 5187832"/>
                <a:gd name="connsiteY33" fmla="*/ 2351090 h 6056201"/>
                <a:gd name="connsiteX34" fmla="*/ 2410470 w 5187832"/>
                <a:gd name="connsiteY34" fmla="*/ 1781562 h 6056201"/>
                <a:gd name="connsiteX35" fmla="*/ 2461840 w 5187832"/>
                <a:gd name="connsiteY35" fmla="*/ 1730191 h 6056201"/>
                <a:gd name="connsiteX36" fmla="*/ 2687661 w 5187832"/>
                <a:gd name="connsiteY36" fmla="*/ 1646735 h 6056201"/>
                <a:gd name="connsiteX37" fmla="*/ 2746259 w 5187832"/>
                <a:gd name="connsiteY37" fmla="*/ 1646136 h 6056201"/>
                <a:gd name="connsiteX38" fmla="*/ 389232 w 5187832"/>
                <a:gd name="connsiteY38" fmla="*/ 1297489 h 6056201"/>
                <a:gd name="connsiteX39" fmla="*/ 1136577 w 5187832"/>
                <a:gd name="connsiteY39" fmla="*/ 1297489 h 6056201"/>
                <a:gd name="connsiteX40" fmla="*/ 1136577 w 5187832"/>
                <a:gd name="connsiteY40" fmla="*/ 1742044 h 6056201"/>
                <a:gd name="connsiteX41" fmla="*/ 444555 w 5187832"/>
                <a:gd name="connsiteY41" fmla="*/ 1742044 h 6056201"/>
                <a:gd name="connsiteX42" fmla="*/ 444555 w 5187832"/>
                <a:gd name="connsiteY42" fmla="*/ 5377024 h 6056201"/>
                <a:gd name="connsiteX43" fmla="*/ 1288221 w 5187832"/>
                <a:gd name="connsiteY43" fmla="*/ 4562501 h 6056201"/>
                <a:gd name="connsiteX44" fmla="*/ 4694991 w 5187832"/>
                <a:gd name="connsiteY44" fmla="*/ 4562501 h 6056201"/>
                <a:gd name="connsiteX45" fmla="*/ 4694991 w 5187832"/>
                <a:gd name="connsiteY45" fmla="*/ 4164868 h 6056201"/>
                <a:gd name="connsiteX46" fmla="*/ 5139546 w 5187832"/>
                <a:gd name="connsiteY46" fmla="*/ 4164868 h 6056201"/>
                <a:gd name="connsiteX47" fmla="*/ 5139546 w 5187832"/>
                <a:gd name="connsiteY47" fmla="*/ 5007056 h 6056201"/>
                <a:gd name="connsiteX48" fmla="*/ 1467526 w 5187832"/>
                <a:gd name="connsiteY48" fmla="*/ 5007056 h 6056201"/>
                <a:gd name="connsiteX49" fmla="*/ 460361 w 5187832"/>
                <a:gd name="connsiteY49" fmla="*/ 5979150 h 6056201"/>
                <a:gd name="connsiteX50" fmla="*/ 273153 w 5187832"/>
                <a:gd name="connsiteY50" fmla="*/ 6056201 h 6056201"/>
                <a:gd name="connsiteX51" fmla="*/ 0 w 5187832"/>
                <a:gd name="connsiteY51" fmla="*/ 5878877 h 6056201"/>
                <a:gd name="connsiteX52" fmla="*/ 0 w 5187832"/>
                <a:gd name="connsiteY52" fmla="*/ 1686229 h 6056201"/>
                <a:gd name="connsiteX53" fmla="*/ 121509 w 5187832"/>
                <a:gd name="connsiteY53" fmla="*/ 1412578 h 6056201"/>
                <a:gd name="connsiteX54" fmla="*/ 389232 w 5187832"/>
                <a:gd name="connsiteY54" fmla="*/ 1297489 h 6056201"/>
                <a:gd name="connsiteX55" fmla="*/ 1046995 w 5187832"/>
                <a:gd name="connsiteY55" fmla="*/ 0 h 6056201"/>
                <a:gd name="connsiteX56" fmla="*/ 1639736 w 5187832"/>
                <a:gd name="connsiteY56" fmla="*/ 0 h 6056201"/>
                <a:gd name="connsiteX57" fmla="*/ 1639736 w 5187832"/>
                <a:gd name="connsiteY57" fmla="*/ 592741 h 6056201"/>
                <a:gd name="connsiteX58" fmla="*/ 1046995 w 5187832"/>
                <a:gd name="connsiteY58" fmla="*/ 592741 h 605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187832" h="6056201">
                  <a:moveTo>
                    <a:pt x="4779390" y="1843614"/>
                  </a:moveTo>
                  <a:cubicBezTo>
                    <a:pt x="4631761" y="1853432"/>
                    <a:pt x="4528032" y="2026068"/>
                    <a:pt x="4646580" y="2183146"/>
                  </a:cubicBezTo>
                  <a:cubicBezTo>
                    <a:pt x="4647570" y="2184629"/>
                    <a:pt x="4649048" y="2185614"/>
                    <a:pt x="4650531" y="2187097"/>
                  </a:cubicBezTo>
                  <a:cubicBezTo>
                    <a:pt x="4859966" y="2345163"/>
                    <a:pt x="5097061" y="2108065"/>
                    <a:pt x="4938997" y="1898628"/>
                  </a:cubicBezTo>
                  <a:cubicBezTo>
                    <a:pt x="4937514" y="1897145"/>
                    <a:pt x="4936529" y="1895667"/>
                    <a:pt x="4935046" y="1894677"/>
                  </a:cubicBezTo>
                  <a:cubicBezTo>
                    <a:pt x="4882687" y="1855161"/>
                    <a:pt x="4828600" y="1840342"/>
                    <a:pt x="4779390" y="1843614"/>
                  </a:cubicBezTo>
                  <a:close/>
                  <a:moveTo>
                    <a:pt x="2707764" y="1843614"/>
                  </a:moveTo>
                  <a:cubicBezTo>
                    <a:pt x="2560135" y="1853431"/>
                    <a:pt x="2456406" y="2026068"/>
                    <a:pt x="2574953" y="2183146"/>
                  </a:cubicBezTo>
                  <a:cubicBezTo>
                    <a:pt x="2575944" y="2184629"/>
                    <a:pt x="2577422" y="2185614"/>
                    <a:pt x="2578905" y="2187097"/>
                  </a:cubicBezTo>
                  <a:cubicBezTo>
                    <a:pt x="2788339" y="2345163"/>
                    <a:pt x="3025434" y="2108065"/>
                    <a:pt x="2867371" y="1898628"/>
                  </a:cubicBezTo>
                  <a:cubicBezTo>
                    <a:pt x="2865888" y="1897145"/>
                    <a:pt x="2864410" y="1895667"/>
                    <a:pt x="2863419" y="1894677"/>
                  </a:cubicBezTo>
                  <a:cubicBezTo>
                    <a:pt x="2811061" y="1855161"/>
                    <a:pt x="2756973" y="1840342"/>
                    <a:pt x="2707764" y="1843614"/>
                  </a:cubicBezTo>
                  <a:close/>
                  <a:moveTo>
                    <a:pt x="3743577" y="1843614"/>
                  </a:moveTo>
                  <a:cubicBezTo>
                    <a:pt x="3595948" y="1853431"/>
                    <a:pt x="3492219" y="2026068"/>
                    <a:pt x="3610766" y="2183146"/>
                  </a:cubicBezTo>
                  <a:cubicBezTo>
                    <a:pt x="3611757" y="2184629"/>
                    <a:pt x="3613235" y="2185614"/>
                    <a:pt x="3614718" y="2187097"/>
                  </a:cubicBezTo>
                  <a:cubicBezTo>
                    <a:pt x="3824152" y="2345163"/>
                    <a:pt x="4061247" y="2108065"/>
                    <a:pt x="3903184" y="1898628"/>
                  </a:cubicBezTo>
                  <a:cubicBezTo>
                    <a:pt x="3901701" y="1897145"/>
                    <a:pt x="3900223" y="1895667"/>
                    <a:pt x="3899232" y="1894677"/>
                  </a:cubicBezTo>
                  <a:cubicBezTo>
                    <a:pt x="3846874" y="1855160"/>
                    <a:pt x="3792786" y="1840342"/>
                    <a:pt x="3743577" y="1843614"/>
                  </a:cubicBezTo>
                  <a:close/>
                  <a:moveTo>
                    <a:pt x="3723474" y="1646735"/>
                  </a:moveTo>
                  <a:cubicBezTo>
                    <a:pt x="4040837" y="1620457"/>
                    <a:pt x="4289111" y="1971827"/>
                    <a:pt x="4067175" y="2299719"/>
                  </a:cubicBezTo>
                  <a:cubicBezTo>
                    <a:pt x="4053344" y="2319970"/>
                    <a:pt x="4036055" y="2337752"/>
                    <a:pt x="4015804" y="2351090"/>
                  </a:cubicBezTo>
                  <a:cubicBezTo>
                    <a:pt x="3612249" y="2624245"/>
                    <a:pt x="3173131" y="2185122"/>
                    <a:pt x="3446283" y="1781562"/>
                  </a:cubicBezTo>
                  <a:cubicBezTo>
                    <a:pt x="3459621" y="1761312"/>
                    <a:pt x="3477403" y="1744022"/>
                    <a:pt x="3497653" y="1730191"/>
                  </a:cubicBezTo>
                  <a:cubicBezTo>
                    <a:pt x="3573320" y="1678975"/>
                    <a:pt x="3650236" y="1652799"/>
                    <a:pt x="3723474" y="1646735"/>
                  </a:cubicBezTo>
                  <a:close/>
                  <a:moveTo>
                    <a:pt x="4817886" y="1646136"/>
                  </a:moveTo>
                  <a:cubicBezTo>
                    <a:pt x="5105848" y="1664287"/>
                    <a:pt x="5311053" y="1992320"/>
                    <a:pt x="5102988" y="2299719"/>
                  </a:cubicBezTo>
                  <a:cubicBezTo>
                    <a:pt x="5089650" y="2319970"/>
                    <a:pt x="5071868" y="2337752"/>
                    <a:pt x="5051618" y="2351090"/>
                  </a:cubicBezTo>
                  <a:cubicBezTo>
                    <a:pt x="4648063" y="2624245"/>
                    <a:pt x="4208944" y="2185122"/>
                    <a:pt x="4482096" y="1781562"/>
                  </a:cubicBezTo>
                  <a:cubicBezTo>
                    <a:pt x="4495434" y="1761312"/>
                    <a:pt x="4513216" y="1744022"/>
                    <a:pt x="4533467" y="1730191"/>
                  </a:cubicBezTo>
                  <a:cubicBezTo>
                    <a:pt x="4609133" y="1678975"/>
                    <a:pt x="4686050" y="1652799"/>
                    <a:pt x="4759288" y="1646735"/>
                  </a:cubicBezTo>
                  <a:cubicBezTo>
                    <a:pt x="4779123" y="1645092"/>
                    <a:pt x="4798688" y="1644925"/>
                    <a:pt x="4817886" y="1646136"/>
                  </a:cubicBezTo>
                  <a:close/>
                  <a:moveTo>
                    <a:pt x="2746259" y="1646136"/>
                  </a:moveTo>
                  <a:cubicBezTo>
                    <a:pt x="3034221" y="1664287"/>
                    <a:pt x="3239427" y="1992320"/>
                    <a:pt x="3031362" y="2299719"/>
                  </a:cubicBezTo>
                  <a:cubicBezTo>
                    <a:pt x="3017531" y="2319970"/>
                    <a:pt x="3000242" y="2337752"/>
                    <a:pt x="2979991" y="2351090"/>
                  </a:cubicBezTo>
                  <a:cubicBezTo>
                    <a:pt x="2576436" y="2624245"/>
                    <a:pt x="2137318" y="2185122"/>
                    <a:pt x="2410470" y="1781562"/>
                  </a:cubicBezTo>
                  <a:cubicBezTo>
                    <a:pt x="2423808" y="1761312"/>
                    <a:pt x="2441590" y="1744022"/>
                    <a:pt x="2461840" y="1730191"/>
                  </a:cubicBezTo>
                  <a:cubicBezTo>
                    <a:pt x="2537507" y="1678975"/>
                    <a:pt x="2614424" y="1652799"/>
                    <a:pt x="2687661" y="1646735"/>
                  </a:cubicBezTo>
                  <a:cubicBezTo>
                    <a:pt x="2707496" y="1645092"/>
                    <a:pt x="2727062" y="1644925"/>
                    <a:pt x="2746259" y="1646136"/>
                  </a:cubicBezTo>
                  <a:close/>
                  <a:moveTo>
                    <a:pt x="389232" y="1297489"/>
                  </a:moveTo>
                  <a:lnTo>
                    <a:pt x="1136577" y="1297489"/>
                  </a:lnTo>
                  <a:lnTo>
                    <a:pt x="1136577" y="1742044"/>
                  </a:lnTo>
                  <a:lnTo>
                    <a:pt x="444555" y="1742044"/>
                  </a:lnTo>
                  <a:lnTo>
                    <a:pt x="444555" y="5377024"/>
                  </a:lnTo>
                  <a:lnTo>
                    <a:pt x="1288221" y="4562501"/>
                  </a:lnTo>
                  <a:lnTo>
                    <a:pt x="4694991" y="4562501"/>
                  </a:lnTo>
                  <a:lnTo>
                    <a:pt x="4694991" y="4164868"/>
                  </a:lnTo>
                  <a:lnTo>
                    <a:pt x="5139546" y="4164868"/>
                  </a:lnTo>
                  <a:lnTo>
                    <a:pt x="5139546" y="5007056"/>
                  </a:lnTo>
                  <a:lnTo>
                    <a:pt x="1467526" y="5007056"/>
                  </a:lnTo>
                  <a:lnTo>
                    <a:pt x="460361" y="5979150"/>
                  </a:lnTo>
                  <a:cubicBezTo>
                    <a:pt x="408000" y="6030023"/>
                    <a:pt x="341320" y="6056201"/>
                    <a:pt x="273153" y="6056201"/>
                  </a:cubicBezTo>
                  <a:cubicBezTo>
                    <a:pt x="172885" y="6056201"/>
                    <a:pt x="69153" y="5999894"/>
                    <a:pt x="0" y="5878877"/>
                  </a:cubicBezTo>
                  <a:lnTo>
                    <a:pt x="0" y="1686229"/>
                  </a:lnTo>
                  <a:cubicBezTo>
                    <a:pt x="0" y="1611148"/>
                    <a:pt x="42975" y="1491117"/>
                    <a:pt x="121509" y="1412578"/>
                  </a:cubicBezTo>
                  <a:cubicBezTo>
                    <a:pt x="200048" y="1334039"/>
                    <a:pt x="314152" y="1297489"/>
                    <a:pt x="389232" y="1297489"/>
                  </a:cubicBezTo>
                  <a:close/>
                  <a:moveTo>
                    <a:pt x="1046995" y="0"/>
                  </a:moveTo>
                  <a:lnTo>
                    <a:pt x="1639736" y="0"/>
                  </a:lnTo>
                  <a:lnTo>
                    <a:pt x="1639736" y="592741"/>
                  </a:lnTo>
                  <a:lnTo>
                    <a:pt x="1046995" y="592741"/>
                  </a:lnTo>
                  <a:close/>
                </a:path>
              </a:pathLst>
            </a:custGeom>
            <a:solidFill>
              <a:schemeClr val="accent1"/>
            </a:solidFill>
            <a:ln w="9525" cap="flat">
              <a:noFill/>
              <a:prstDash val="solid"/>
              <a:miter/>
            </a:ln>
          </p:spPr>
          <p:txBody>
            <a:bodyPr wrap="square" rtlCol="0" anchor="ctr">
              <a:noAutofit/>
            </a:bodyPr>
            <a:lstStyle/>
            <a:p>
              <a:endParaRPr lang="en-US"/>
            </a:p>
          </p:txBody>
        </p:sp>
        <p:sp>
          <p:nvSpPr>
            <p:cNvPr id="2058" name="Freeform: Shape 2057">
              <a:extLst>
                <a:ext uri="{FF2B5EF4-FFF2-40B4-BE49-F238E27FC236}">
                  <a16:creationId xmlns:a16="http://schemas.microsoft.com/office/drawing/2014/main" id="{3F933AA6-F6EF-A1A6-4D94-D8A981825D1F}"/>
                </a:ext>
                <a:ext uri="{C183D7F6-B498-43B3-948B-1728B52AA6E4}">
                  <adec:decorative xmlns:adec="http://schemas.microsoft.com/office/drawing/2017/decorative" val="1"/>
                </a:ext>
              </a:extLst>
            </p:cNvPr>
            <p:cNvSpPr/>
            <p:nvPr/>
          </p:nvSpPr>
          <p:spPr>
            <a:xfrm>
              <a:off x="3803268" y="4343071"/>
              <a:ext cx="414851" cy="379662"/>
            </a:xfrm>
            <a:custGeom>
              <a:avLst/>
              <a:gdLst>
                <a:gd name="connsiteX0" fmla="*/ 0 w 6222777"/>
                <a:gd name="connsiteY0" fmla="*/ 1016546 h 5694938"/>
                <a:gd name="connsiteX1" fmla="*/ 592741 w 6222777"/>
                <a:gd name="connsiteY1" fmla="*/ 1016546 h 5694938"/>
                <a:gd name="connsiteX2" fmla="*/ 592741 w 6222777"/>
                <a:gd name="connsiteY2" fmla="*/ 1214129 h 5694938"/>
                <a:gd name="connsiteX3" fmla="*/ 0 w 6222777"/>
                <a:gd name="connsiteY3" fmla="*/ 1214129 h 5694938"/>
                <a:gd name="connsiteX4" fmla="*/ 1634696 w 6222777"/>
                <a:gd name="connsiteY4" fmla="*/ 900476 h 5694938"/>
                <a:gd name="connsiteX5" fmla="*/ 3049782 w 6222777"/>
                <a:gd name="connsiteY5" fmla="*/ 900476 h 5694938"/>
                <a:gd name="connsiteX6" fmla="*/ 5836512 w 6222777"/>
                <a:gd name="connsiteY6" fmla="*/ 900476 h 5694938"/>
                <a:gd name="connsiteX7" fmla="*/ 6107682 w 6222777"/>
                <a:gd name="connsiteY7" fmla="*/ 1010139 h 5694938"/>
                <a:gd name="connsiteX8" fmla="*/ 6222777 w 6222777"/>
                <a:gd name="connsiteY8" fmla="*/ 1281310 h 5694938"/>
                <a:gd name="connsiteX9" fmla="*/ 6222777 w 6222777"/>
                <a:gd name="connsiteY9" fmla="*/ 5444823 h 5694938"/>
                <a:gd name="connsiteX10" fmla="*/ 5834044 w 6222777"/>
                <a:gd name="connsiteY10" fmla="*/ 5616715 h 5694938"/>
                <a:gd name="connsiteX11" fmla="*/ 4839223 w 6222777"/>
                <a:gd name="connsiteY11" fmla="*/ 4659441 h 5694938"/>
                <a:gd name="connsiteX12" fmla="*/ 885647 w 6222777"/>
                <a:gd name="connsiteY12" fmla="*/ 4659441 h 5694938"/>
                <a:gd name="connsiteX13" fmla="*/ 885647 w 6222777"/>
                <a:gd name="connsiteY13" fmla="*/ 2826878 h 5694938"/>
                <a:gd name="connsiteX14" fmla="*/ 885656 w 6222777"/>
                <a:gd name="connsiteY14" fmla="*/ 2826878 h 5694938"/>
                <a:gd name="connsiteX15" fmla="*/ 885656 w 6222777"/>
                <a:gd name="connsiteY15" fmla="*/ 1638450 h 5694938"/>
                <a:gd name="connsiteX16" fmla="*/ 1280814 w 6222777"/>
                <a:gd name="connsiteY16" fmla="*/ 1638450 h 5694938"/>
                <a:gd name="connsiteX17" fmla="*/ 1280814 w 6222777"/>
                <a:gd name="connsiteY17" fmla="*/ 3622510 h 5694938"/>
                <a:gd name="connsiteX18" fmla="*/ 1280805 w 6222777"/>
                <a:gd name="connsiteY18" fmla="*/ 3622510 h 5694938"/>
                <a:gd name="connsiteX19" fmla="*/ 1280805 w 6222777"/>
                <a:gd name="connsiteY19" fmla="*/ 4264772 h 5694938"/>
                <a:gd name="connsiteX20" fmla="*/ 4998770 w 6222777"/>
                <a:gd name="connsiteY20" fmla="*/ 4264772 h 5694938"/>
                <a:gd name="connsiteX21" fmla="*/ 5827619 w 6222777"/>
                <a:gd name="connsiteY21" fmla="*/ 5063492 h 5694938"/>
                <a:gd name="connsiteX22" fmla="*/ 5827619 w 6222777"/>
                <a:gd name="connsiteY22" fmla="*/ 1296122 h 5694938"/>
                <a:gd name="connsiteX23" fmla="*/ 3401037 w 6222777"/>
                <a:gd name="connsiteY23" fmla="*/ 1296122 h 5694938"/>
                <a:gd name="connsiteX24" fmla="*/ 3401037 w 6222777"/>
                <a:gd name="connsiteY24" fmla="*/ 1296131 h 5694938"/>
                <a:gd name="connsiteX25" fmla="*/ 1634696 w 6222777"/>
                <a:gd name="connsiteY25" fmla="*/ 1296131 h 5694938"/>
                <a:gd name="connsiteX26" fmla="*/ 290867 w 6222777"/>
                <a:gd name="connsiteY26" fmla="*/ 169590 h 5694938"/>
                <a:gd name="connsiteX27" fmla="*/ 709995 w 6222777"/>
                <a:gd name="connsiteY27" fmla="*/ 588718 h 5694938"/>
                <a:gd name="connsiteX28" fmla="*/ 570285 w 6222777"/>
                <a:gd name="connsiteY28" fmla="*/ 728428 h 5694938"/>
                <a:gd name="connsiteX29" fmla="*/ 151157 w 6222777"/>
                <a:gd name="connsiteY29" fmla="*/ 309300 h 5694938"/>
                <a:gd name="connsiteX30" fmla="*/ 1004690 w 6222777"/>
                <a:gd name="connsiteY30" fmla="*/ 0 h 5694938"/>
                <a:gd name="connsiteX31" fmla="*/ 1202273 w 6222777"/>
                <a:gd name="connsiteY31" fmla="*/ 0 h 5694938"/>
                <a:gd name="connsiteX32" fmla="*/ 1202273 w 6222777"/>
                <a:gd name="connsiteY32" fmla="*/ 592741 h 5694938"/>
                <a:gd name="connsiteX33" fmla="*/ 1004690 w 6222777"/>
                <a:gd name="connsiteY33" fmla="*/ 592741 h 5694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222777" h="5694938">
                  <a:moveTo>
                    <a:pt x="0" y="1016546"/>
                  </a:moveTo>
                  <a:lnTo>
                    <a:pt x="592741" y="1016546"/>
                  </a:lnTo>
                  <a:lnTo>
                    <a:pt x="592741" y="1214129"/>
                  </a:lnTo>
                  <a:lnTo>
                    <a:pt x="0" y="1214129"/>
                  </a:lnTo>
                  <a:close/>
                  <a:moveTo>
                    <a:pt x="1634696" y="900476"/>
                  </a:moveTo>
                  <a:lnTo>
                    <a:pt x="3049782" y="900476"/>
                  </a:lnTo>
                  <a:lnTo>
                    <a:pt x="5836512" y="900476"/>
                  </a:lnTo>
                  <a:cubicBezTo>
                    <a:pt x="5890842" y="900476"/>
                    <a:pt x="5993094" y="895533"/>
                    <a:pt x="6107682" y="1010139"/>
                  </a:cubicBezTo>
                  <a:cubicBezTo>
                    <a:pt x="6220310" y="1122757"/>
                    <a:pt x="6222777" y="1226971"/>
                    <a:pt x="6222777" y="1281310"/>
                  </a:cubicBezTo>
                  <a:lnTo>
                    <a:pt x="6222777" y="5444823"/>
                  </a:lnTo>
                  <a:cubicBezTo>
                    <a:pt x="6222777" y="5700686"/>
                    <a:pt x="5981238" y="5764405"/>
                    <a:pt x="5834044" y="5616715"/>
                  </a:cubicBezTo>
                  <a:cubicBezTo>
                    <a:pt x="5697713" y="5480384"/>
                    <a:pt x="4839223" y="4659441"/>
                    <a:pt x="4839223" y="4659441"/>
                  </a:cubicBezTo>
                  <a:lnTo>
                    <a:pt x="885647" y="4659441"/>
                  </a:lnTo>
                  <a:lnTo>
                    <a:pt x="885647" y="2826878"/>
                  </a:lnTo>
                  <a:lnTo>
                    <a:pt x="885656" y="2826878"/>
                  </a:lnTo>
                  <a:lnTo>
                    <a:pt x="885656" y="1638450"/>
                  </a:lnTo>
                  <a:lnTo>
                    <a:pt x="1280814" y="1638450"/>
                  </a:lnTo>
                  <a:lnTo>
                    <a:pt x="1280814" y="3622510"/>
                  </a:lnTo>
                  <a:lnTo>
                    <a:pt x="1280805" y="3622510"/>
                  </a:lnTo>
                  <a:lnTo>
                    <a:pt x="1280805" y="4264772"/>
                  </a:lnTo>
                  <a:lnTo>
                    <a:pt x="4998770" y="4264772"/>
                  </a:lnTo>
                  <a:lnTo>
                    <a:pt x="5827619" y="5063492"/>
                  </a:lnTo>
                  <a:lnTo>
                    <a:pt x="5827619" y="1296122"/>
                  </a:lnTo>
                  <a:lnTo>
                    <a:pt x="3401037" y="1296122"/>
                  </a:lnTo>
                  <a:lnTo>
                    <a:pt x="3401037" y="1296131"/>
                  </a:lnTo>
                  <a:lnTo>
                    <a:pt x="1634696" y="1296131"/>
                  </a:lnTo>
                  <a:close/>
                  <a:moveTo>
                    <a:pt x="290867" y="169590"/>
                  </a:moveTo>
                  <a:lnTo>
                    <a:pt x="709995" y="588718"/>
                  </a:lnTo>
                  <a:lnTo>
                    <a:pt x="570285" y="728428"/>
                  </a:lnTo>
                  <a:lnTo>
                    <a:pt x="151157" y="309300"/>
                  </a:lnTo>
                  <a:close/>
                  <a:moveTo>
                    <a:pt x="1004690" y="0"/>
                  </a:moveTo>
                  <a:lnTo>
                    <a:pt x="1202273" y="0"/>
                  </a:lnTo>
                  <a:lnTo>
                    <a:pt x="1202273" y="592741"/>
                  </a:lnTo>
                  <a:lnTo>
                    <a:pt x="1004690" y="592741"/>
                  </a:ln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2787" name="Group 2786">
            <a:extLst>
              <a:ext uri="{FF2B5EF4-FFF2-40B4-BE49-F238E27FC236}">
                <a16:creationId xmlns:a16="http://schemas.microsoft.com/office/drawing/2014/main" id="{5FFF7BA0-4667-8DF8-6317-0684C2C4E9BD}"/>
              </a:ext>
              <a:ext uri="{C183D7F6-B498-43B3-948B-1728B52AA6E4}">
                <adec:decorative xmlns:adec="http://schemas.microsoft.com/office/drawing/2017/decorative" val="1"/>
              </a:ext>
            </a:extLst>
          </p:cNvPr>
          <p:cNvGrpSpPr>
            <a:grpSpLocks noChangeAspect="1"/>
          </p:cNvGrpSpPr>
          <p:nvPr/>
        </p:nvGrpSpPr>
        <p:grpSpPr>
          <a:xfrm>
            <a:off x="4377431" y="4343071"/>
            <a:ext cx="726076" cy="457200"/>
            <a:chOff x="4377431" y="4343071"/>
            <a:chExt cx="726076" cy="457200"/>
          </a:xfrm>
          <a:solidFill>
            <a:srgbClr val="FF0000"/>
          </a:solidFill>
        </p:grpSpPr>
        <p:sp>
          <p:nvSpPr>
            <p:cNvPr id="2120" name="Freeform: Shape 2119">
              <a:extLst>
                <a:ext uri="{FF2B5EF4-FFF2-40B4-BE49-F238E27FC236}">
                  <a16:creationId xmlns:a16="http://schemas.microsoft.com/office/drawing/2014/main" id="{79249A60-F5C6-FEBD-302B-FB4286E036E2}"/>
                </a:ext>
                <a:ext uri="{C183D7F6-B498-43B3-948B-1728B52AA6E4}">
                  <adec:decorative xmlns:adec="http://schemas.microsoft.com/office/drawing/2017/decorative" val="1"/>
                </a:ext>
              </a:extLst>
            </p:cNvPr>
            <p:cNvSpPr/>
            <p:nvPr/>
          </p:nvSpPr>
          <p:spPr>
            <a:xfrm>
              <a:off x="4387409" y="4379256"/>
              <a:ext cx="716098" cy="384871"/>
            </a:xfrm>
            <a:custGeom>
              <a:avLst/>
              <a:gdLst>
                <a:gd name="connsiteX0" fmla="*/ 1003519 w 10741304"/>
                <a:gd name="connsiteY0" fmla="*/ 4382228 h 5772970"/>
                <a:gd name="connsiteX1" fmla="*/ 1016243 w 10741304"/>
                <a:gd name="connsiteY1" fmla="*/ 4451693 h 5772970"/>
                <a:gd name="connsiteX2" fmla="*/ 1003519 w 10741304"/>
                <a:gd name="connsiteY2" fmla="*/ 4451972 h 5772970"/>
                <a:gd name="connsiteX3" fmla="*/ 5247014 w 10741304"/>
                <a:gd name="connsiteY3" fmla="*/ 4075064 h 5772970"/>
                <a:gd name="connsiteX4" fmla="*/ 5516481 w 10741304"/>
                <a:gd name="connsiteY4" fmla="*/ 4075064 h 5772970"/>
                <a:gd name="connsiteX5" fmla="*/ 5516481 w 10741304"/>
                <a:gd name="connsiteY5" fmla="*/ 5382600 h 5772970"/>
                <a:gd name="connsiteX6" fmla="*/ 5925200 w 10741304"/>
                <a:gd name="connsiteY6" fmla="*/ 5381773 h 5772970"/>
                <a:gd name="connsiteX7" fmla="*/ 5949091 w 10741304"/>
                <a:gd name="connsiteY7" fmla="*/ 5363054 h 5772970"/>
                <a:gd name="connsiteX8" fmla="*/ 6157563 w 10741304"/>
                <a:gd name="connsiteY8" fmla="*/ 5253209 h 5772970"/>
                <a:gd name="connsiteX9" fmla="*/ 6422974 w 10741304"/>
                <a:gd name="connsiteY9" fmla="*/ 5491610 h 5772970"/>
                <a:gd name="connsiteX10" fmla="*/ 6274618 w 10741304"/>
                <a:gd name="connsiteY10" fmla="*/ 5754011 h 5772970"/>
                <a:gd name="connsiteX11" fmla="*/ 6106295 w 10741304"/>
                <a:gd name="connsiteY11" fmla="*/ 5772970 h 5772970"/>
                <a:gd name="connsiteX12" fmla="*/ 5952510 w 10741304"/>
                <a:gd name="connsiteY12" fmla="*/ 5674097 h 5772970"/>
                <a:gd name="connsiteX13" fmla="*/ 5904952 w 10741304"/>
                <a:gd name="connsiteY13" fmla="*/ 5657740 h 5772970"/>
                <a:gd name="connsiteX14" fmla="*/ 5305700 w 10741304"/>
                <a:gd name="connsiteY14" fmla="*/ 5657039 h 5772970"/>
                <a:gd name="connsiteX15" fmla="*/ 5247014 w 10741304"/>
                <a:gd name="connsiteY15" fmla="*/ 5657039 h 5772970"/>
                <a:gd name="connsiteX16" fmla="*/ 5247014 w 10741304"/>
                <a:gd name="connsiteY16" fmla="*/ 4075064 h 5772970"/>
                <a:gd name="connsiteX17" fmla="*/ 1102992 w 10741304"/>
                <a:gd name="connsiteY17" fmla="*/ 3930446 h 5772970"/>
                <a:gd name="connsiteX18" fmla="*/ 1188989 w 10741304"/>
                <a:gd name="connsiteY18" fmla="*/ 4451620 h 5772970"/>
                <a:gd name="connsiteX19" fmla="*/ 1020937 w 10741304"/>
                <a:gd name="connsiteY19" fmla="*/ 4452445 h 5772970"/>
                <a:gd name="connsiteX20" fmla="*/ 1003519 w 10741304"/>
                <a:gd name="connsiteY20" fmla="*/ 4363743 h 5772970"/>
                <a:gd name="connsiteX21" fmla="*/ 1003519 w 10741304"/>
                <a:gd name="connsiteY21" fmla="*/ 3930761 h 5772970"/>
                <a:gd name="connsiteX22" fmla="*/ 2139544 w 10741304"/>
                <a:gd name="connsiteY22" fmla="*/ 3930434 h 5772970"/>
                <a:gd name="connsiteX23" fmla="*/ 2144250 w 10741304"/>
                <a:gd name="connsiteY23" fmla="*/ 4451572 h 5772970"/>
                <a:gd name="connsiteX24" fmla="*/ 1436962 w 10741304"/>
                <a:gd name="connsiteY24" fmla="*/ 4452882 h 5772970"/>
                <a:gd name="connsiteX25" fmla="*/ 1425355 w 10741304"/>
                <a:gd name="connsiteY25" fmla="*/ 4372804 h 5772970"/>
                <a:gd name="connsiteX26" fmla="*/ 1413662 w 10741304"/>
                <a:gd name="connsiteY26" fmla="*/ 4238374 h 5772970"/>
                <a:gd name="connsiteX27" fmla="*/ 1421158 w 10741304"/>
                <a:gd name="connsiteY27" fmla="*/ 4343815 h 5772970"/>
                <a:gd name="connsiteX28" fmla="*/ 1425355 w 10741304"/>
                <a:gd name="connsiteY28" fmla="*/ 4372804 h 5772970"/>
                <a:gd name="connsiteX29" fmla="*/ 1432256 w 10741304"/>
                <a:gd name="connsiteY29" fmla="*/ 4452142 h 5772970"/>
                <a:gd name="connsiteX30" fmla="*/ 1193708 w 10741304"/>
                <a:gd name="connsiteY30" fmla="*/ 4452360 h 5772970"/>
                <a:gd name="connsiteX31" fmla="*/ 1107698 w 10741304"/>
                <a:gd name="connsiteY31" fmla="*/ 3931186 h 5772970"/>
                <a:gd name="connsiteX32" fmla="*/ 1418016 w 10741304"/>
                <a:gd name="connsiteY32" fmla="*/ 3930446 h 5772970"/>
                <a:gd name="connsiteX33" fmla="*/ 1413662 w 10741304"/>
                <a:gd name="connsiteY33" fmla="*/ 4238338 h 5772970"/>
                <a:gd name="connsiteX34" fmla="*/ 1422722 w 10741304"/>
                <a:gd name="connsiteY34" fmla="*/ 3931186 h 5772970"/>
                <a:gd name="connsiteX35" fmla="*/ 2139544 w 10741304"/>
                <a:gd name="connsiteY35" fmla="*/ 3930434 h 5772970"/>
                <a:gd name="connsiteX36" fmla="*/ 7878841 w 10741304"/>
                <a:gd name="connsiteY36" fmla="*/ 2113606 h 5772970"/>
                <a:gd name="connsiteX37" fmla="*/ 7878841 w 10741304"/>
                <a:gd name="connsiteY37" fmla="*/ 3929480 h 5772970"/>
                <a:gd name="connsiteX38" fmla="*/ 9354248 w 10741304"/>
                <a:gd name="connsiteY38" fmla="*/ 3929480 h 5772970"/>
                <a:gd name="connsiteX39" fmla="*/ 10209764 w 10741304"/>
                <a:gd name="connsiteY39" fmla="*/ 3929480 h 5772970"/>
                <a:gd name="connsiteX40" fmla="*/ 10209764 w 10741304"/>
                <a:gd name="connsiteY40" fmla="*/ 2113606 h 5772970"/>
                <a:gd name="connsiteX41" fmla="*/ 7878841 w 10741304"/>
                <a:gd name="connsiteY41" fmla="*/ 2113606 h 5772970"/>
                <a:gd name="connsiteX42" fmla="*/ 2753775 w 10741304"/>
                <a:gd name="connsiteY42" fmla="*/ 1676372 h 5772970"/>
                <a:gd name="connsiteX43" fmla="*/ 2753775 w 10741304"/>
                <a:gd name="connsiteY43" fmla="*/ 1676375 h 5772970"/>
                <a:gd name="connsiteX44" fmla="*/ 2791643 w 10741304"/>
                <a:gd name="connsiteY44" fmla="*/ 1714679 h 5772970"/>
                <a:gd name="connsiteX45" fmla="*/ 2978435 w 10741304"/>
                <a:gd name="connsiteY45" fmla="*/ 1714800 h 5772970"/>
                <a:gd name="connsiteX46" fmla="*/ 3010429 w 10741304"/>
                <a:gd name="connsiteY46" fmla="*/ 1705844 h 5772970"/>
                <a:gd name="connsiteX47" fmla="*/ 3016986 w 10741304"/>
                <a:gd name="connsiteY47" fmla="*/ 1680994 h 5772970"/>
                <a:gd name="connsiteX48" fmla="*/ 3010428 w 10741304"/>
                <a:gd name="connsiteY48" fmla="*/ 1705831 h 5772970"/>
                <a:gd name="connsiteX49" fmla="*/ 2978435 w 10741304"/>
                <a:gd name="connsiteY49" fmla="*/ 1714786 h 5772970"/>
                <a:gd name="connsiteX50" fmla="*/ 2791643 w 10741304"/>
                <a:gd name="connsiteY50" fmla="*/ 1714662 h 5772970"/>
                <a:gd name="connsiteX51" fmla="*/ 2761476 w 10741304"/>
                <a:gd name="connsiteY51" fmla="*/ 1706349 h 5772970"/>
                <a:gd name="connsiteX52" fmla="*/ 21 w 10741304"/>
                <a:gd name="connsiteY52" fmla="*/ 1572111 h 5772970"/>
                <a:gd name="connsiteX53" fmla="*/ 991208 w 10741304"/>
                <a:gd name="connsiteY53" fmla="*/ 1572851 h 5772970"/>
                <a:gd name="connsiteX54" fmla="*/ 869490 w 10741304"/>
                <a:gd name="connsiteY54" fmla="*/ 2058898 h 5772970"/>
                <a:gd name="connsiteX55" fmla="*/ 853722 w 10741304"/>
                <a:gd name="connsiteY55" fmla="*/ 2105014 h 5772970"/>
                <a:gd name="connsiteX56" fmla="*/ 538419 w 10741304"/>
                <a:gd name="connsiteY56" fmla="*/ 2108774 h 5772970"/>
                <a:gd name="connsiteX57" fmla="*/ 533494 w 10741304"/>
                <a:gd name="connsiteY57" fmla="*/ 3454538 h 5772970"/>
                <a:gd name="connsiteX58" fmla="*/ 28100 w 10741304"/>
                <a:gd name="connsiteY58" fmla="*/ 3454538 h 5772970"/>
                <a:gd name="connsiteX59" fmla="*/ 1719 w 10741304"/>
                <a:gd name="connsiteY59" fmla="*/ 3451882 h 5772970"/>
                <a:gd name="connsiteX60" fmla="*/ 106 w 10741304"/>
                <a:gd name="connsiteY60" fmla="*/ 3142074 h 5772970"/>
                <a:gd name="connsiteX61" fmla="*/ 21 w 10741304"/>
                <a:gd name="connsiteY61" fmla="*/ 1633049 h 5772970"/>
                <a:gd name="connsiteX62" fmla="*/ 21 w 10741304"/>
                <a:gd name="connsiteY62" fmla="*/ 1572111 h 5772970"/>
                <a:gd name="connsiteX63" fmla="*/ 2121481 w 10741304"/>
                <a:gd name="connsiteY63" fmla="*/ 5086 h 5772970"/>
                <a:gd name="connsiteX64" fmla="*/ 2298955 w 10741304"/>
                <a:gd name="connsiteY64" fmla="*/ 112636 h 5772970"/>
                <a:gd name="connsiteX65" fmla="*/ 2358434 w 10741304"/>
                <a:gd name="connsiteY65" fmla="*/ 137914 h 5772970"/>
                <a:gd name="connsiteX66" fmla="*/ 2972763 w 10741304"/>
                <a:gd name="connsiteY66" fmla="*/ 139024 h 5772970"/>
                <a:gd name="connsiteX67" fmla="*/ 3028439 w 10741304"/>
                <a:gd name="connsiteY67" fmla="*/ 139024 h 5772970"/>
                <a:gd name="connsiteX68" fmla="*/ 3028797 w 10741304"/>
                <a:gd name="connsiteY68" fmla="*/ 1566482 h 5772970"/>
                <a:gd name="connsiteX69" fmla="*/ 3018997 w 10741304"/>
                <a:gd name="connsiteY69" fmla="*/ 1672984 h 5772970"/>
                <a:gd name="connsiteX70" fmla="*/ 3029148 w 10741304"/>
                <a:gd name="connsiteY70" fmla="*/ 1571189 h 5772970"/>
                <a:gd name="connsiteX71" fmla="*/ 3401604 w 10741304"/>
                <a:gd name="connsiteY71" fmla="*/ 1571189 h 5772970"/>
                <a:gd name="connsiteX72" fmla="*/ 3401604 w 10741304"/>
                <a:gd name="connsiteY72" fmla="*/ 4457697 h 5772970"/>
                <a:gd name="connsiteX73" fmla="*/ 2148956 w 10741304"/>
                <a:gd name="connsiteY73" fmla="*/ 4452312 h 5772970"/>
                <a:gd name="connsiteX74" fmla="*/ 2144250 w 10741304"/>
                <a:gd name="connsiteY74" fmla="*/ 3931186 h 5772970"/>
                <a:gd name="connsiteX75" fmla="*/ 2872849 w 10741304"/>
                <a:gd name="connsiteY75" fmla="*/ 3931186 h 5772970"/>
                <a:gd name="connsiteX76" fmla="*/ 2872849 w 10741304"/>
                <a:gd name="connsiteY76" fmla="*/ 2110266 h 5772970"/>
                <a:gd name="connsiteX77" fmla="*/ 858428 w 10741304"/>
                <a:gd name="connsiteY77" fmla="*/ 2105766 h 5772970"/>
                <a:gd name="connsiteX78" fmla="*/ 869490 w 10741304"/>
                <a:gd name="connsiteY78" fmla="*/ 2058898 h 5772970"/>
                <a:gd name="connsiteX79" fmla="*/ 995914 w 10741304"/>
                <a:gd name="connsiteY79" fmla="*/ 1573590 h 5772970"/>
                <a:gd name="connsiteX80" fmla="*/ 1441705 w 10741304"/>
                <a:gd name="connsiteY80" fmla="*/ 1571965 h 5772970"/>
                <a:gd name="connsiteX81" fmla="*/ 2748875 w 10741304"/>
                <a:gd name="connsiteY81" fmla="*/ 1576113 h 5772970"/>
                <a:gd name="connsiteX82" fmla="*/ 2753773 w 10741304"/>
                <a:gd name="connsiteY82" fmla="*/ 1676334 h 5772970"/>
                <a:gd name="connsiteX83" fmla="*/ 2753587 w 10741304"/>
                <a:gd name="connsiteY83" fmla="*/ 1575665 h 5772970"/>
                <a:gd name="connsiteX84" fmla="*/ 2753345 w 10741304"/>
                <a:gd name="connsiteY84" fmla="*/ 413400 h 5772970"/>
                <a:gd name="connsiteX85" fmla="*/ 2666661 w 10741304"/>
                <a:gd name="connsiteY85" fmla="*/ 413400 h 5772970"/>
                <a:gd name="connsiteX86" fmla="*/ 2346816 w 10741304"/>
                <a:gd name="connsiteY86" fmla="*/ 412611 h 5772970"/>
                <a:gd name="connsiteX87" fmla="*/ 2268271 w 10741304"/>
                <a:gd name="connsiteY87" fmla="*/ 446280 h 5772970"/>
                <a:gd name="connsiteX88" fmla="*/ 1985749 w 10741304"/>
                <a:gd name="connsiteY88" fmla="*/ 506636 h 5772970"/>
                <a:gd name="connsiteX89" fmla="*/ 1819397 w 10741304"/>
                <a:gd name="connsiteY89" fmla="*/ 252836 h 5772970"/>
                <a:gd name="connsiteX90" fmla="*/ 2045933 w 10741304"/>
                <a:gd name="connsiteY90" fmla="*/ 6026 h 5772970"/>
                <a:gd name="connsiteX91" fmla="*/ 2121481 w 10741304"/>
                <a:gd name="connsiteY91" fmla="*/ 5086 h 5772970"/>
                <a:gd name="connsiteX92" fmla="*/ 8767375 w 10741304"/>
                <a:gd name="connsiteY92" fmla="*/ 482 h 5772970"/>
                <a:gd name="connsiteX93" fmla="*/ 8970861 w 10741304"/>
                <a:gd name="connsiteY93" fmla="*/ 72956 h 5772970"/>
                <a:gd name="connsiteX94" fmla="*/ 9041529 w 10741304"/>
                <a:gd name="connsiteY94" fmla="*/ 321458 h 5772970"/>
                <a:gd name="connsiteX95" fmla="*/ 8884808 w 10741304"/>
                <a:gd name="connsiteY95" fmla="*/ 505291 h 5772970"/>
                <a:gd name="connsiteX96" fmla="*/ 8576671 w 10741304"/>
                <a:gd name="connsiteY96" fmla="*/ 425179 h 5772970"/>
                <a:gd name="connsiteX97" fmla="*/ 8547818 w 10741304"/>
                <a:gd name="connsiteY97" fmla="*/ 413888 h 5772970"/>
                <a:gd name="connsiteX98" fmla="*/ 8011291 w 10741304"/>
                <a:gd name="connsiteY98" fmla="*/ 413403 h 5772970"/>
                <a:gd name="connsiteX99" fmla="*/ 8011291 w 10741304"/>
                <a:gd name="connsiteY99" fmla="*/ 1571873 h 5772970"/>
                <a:gd name="connsiteX100" fmla="*/ 10735037 w 10741304"/>
                <a:gd name="connsiteY100" fmla="*/ 1571870 h 5772970"/>
                <a:gd name="connsiteX101" fmla="*/ 10741304 w 10741304"/>
                <a:gd name="connsiteY101" fmla="*/ 1602199 h 5772970"/>
                <a:gd name="connsiteX102" fmla="*/ 10740398 w 10741304"/>
                <a:gd name="connsiteY102" fmla="*/ 4453210 h 5772970"/>
                <a:gd name="connsiteX103" fmla="*/ 7339742 w 10741304"/>
                <a:gd name="connsiteY103" fmla="*/ 4457917 h 5772970"/>
                <a:gd name="connsiteX104" fmla="*/ 7339742 w 10741304"/>
                <a:gd name="connsiteY104" fmla="*/ 1572406 h 5772970"/>
                <a:gd name="connsiteX105" fmla="*/ 7733324 w 10741304"/>
                <a:gd name="connsiteY105" fmla="*/ 1572406 h 5772970"/>
                <a:gd name="connsiteX106" fmla="*/ 7733324 w 10741304"/>
                <a:gd name="connsiteY106" fmla="*/ 139022 h 5772970"/>
                <a:gd name="connsiteX107" fmla="*/ 7975293 w 10741304"/>
                <a:gd name="connsiteY107" fmla="*/ 139022 h 5772970"/>
                <a:gd name="connsiteX108" fmla="*/ 8503583 w 10741304"/>
                <a:gd name="connsiteY108" fmla="*/ 139416 h 5772970"/>
                <a:gd name="connsiteX109" fmla="*/ 8578136 w 10741304"/>
                <a:gd name="connsiteY109" fmla="*/ 105102 h 5772970"/>
                <a:gd name="connsiteX110" fmla="*/ 8767375 w 10741304"/>
                <a:gd name="connsiteY110" fmla="*/ 482 h 57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741304" h="5772970">
                  <a:moveTo>
                    <a:pt x="1003519" y="4382228"/>
                  </a:moveTo>
                  <a:lnTo>
                    <a:pt x="1016243" y="4451693"/>
                  </a:lnTo>
                  <a:lnTo>
                    <a:pt x="1003519" y="4451972"/>
                  </a:lnTo>
                  <a:close/>
                  <a:moveTo>
                    <a:pt x="5247014" y="4075064"/>
                  </a:moveTo>
                  <a:cubicBezTo>
                    <a:pt x="5334532" y="4075064"/>
                    <a:pt x="5423232" y="4075064"/>
                    <a:pt x="5516481" y="4075064"/>
                  </a:cubicBezTo>
                  <a:cubicBezTo>
                    <a:pt x="5516481" y="4508583"/>
                    <a:pt x="5516481" y="4942670"/>
                    <a:pt x="5516481" y="5382600"/>
                  </a:cubicBezTo>
                  <a:cubicBezTo>
                    <a:pt x="5655675" y="5382600"/>
                    <a:pt x="5790444" y="5382935"/>
                    <a:pt x="5925200" y="5381773"/>
                  </a:cubicBezTo>
                  <a:cubicBezTo>
                    <a:pt x="5933309" y="5381704"/>
                    <a:pt x="5943096" y="5371044"/>
                    <a:pt x="5949091" y="5363054"/>
                  </a:cubicBezTo>
                  <a:cubicBezTo>
                    <a:pt x="6001374" y="5293361"/>
                    <a:pt x="6073956" y="5253035"/>
                    <a:pt x="6157563" y="5253209"/>
                  </a:cubicBezTo>
                  <a:cubicBezTo>
                    <a:pt x="6284636" y="5253473"/>
                    <a:pt x="6414151" y="5336524"/>
                    <a:pt x="6422974" y="5491610"/>
                  </a:cubicBezTo>
                  <a:cubicBezTo>
                    <a:pt x="6429841" y="5612327"/>
                    <a:pt x="6385686" y="5706150"/>
                    <a:pt x="6274618" y="5754011"/>
                  </a:cubicBezTo>
                  <a:cubicBezTo>
                    <a:pt x="6225558" y="5775151"/>
                    <a:pt x="6164925" y="5769436"/>
                    <a:pt x="6106295" y="5772970"/>
                  </a:cubicBezTo>
                  <a:cubicBezTo>
                    <a:pt x="6040808" y="5757011"/>
                    <a:pt x="5989506" y="5728437"/>
                    <a:pt x="5952510" y="5674097"/>
                  </a:cubicBezTo>
                  <a:cubicBezTo>
                    <a:pt x="5944844" y="5662837"/>
                    <a:pt x="5921249" y="5657828"/>
                    <a:pt x="5904952" y="5657740"/>
                  </a:cubicBezTo>
                  <a:cubicBezTo>
                    <a:pt x="5705205" y="5656663"/>
                    <a:pt x="5505452" y="5657039"/>
                    <a:pt x="5305700" y="5657039"/>
                  </a:cubicBezTo>
                  <a:cubicBezTo>
                    <a:pt x="5287247" y="5657039"/>
                    <a:pt x="5268795" y="5657039"/>
                    <a:pt x="5247014" y="5657039"/>
                  </a:cubicBezTo>
                  <a:cubicBezTo>
                    <a:pt x="5247014" y="5129371"/>
                    <a:pt x="5247014" y="4603876"/>
                    <a:pt x="5247014" y="4075064"/>
                  </a:cubicBezTo>
                  <a:close/>
                  <a:moveTo>
                    <a:pt x="1102992" y="3930446"/>
                  </a:moveTo>
                  <a:cubicBezTo>
                    <a:pt x="1161480" y="4098923"/>
                    <a:pt x="1187449" y="4271038"/>
                    <a:pt x="1188989" y="4451620"/>
                  </a:cubicBezTo>
                  <a:cubicBezTo>
                    <a:pt x="1134541" y="4456727"/>
                    <a:pt x="1080092" y="4457224"/>
                    <a:pt x="1020937" y="4452445"/>
                  </a:cubicBezTo>
                  <a:lnTo>
                    <a:pt x="1003519" y="4363743"/>
                  </a:lnTo>
                  <a:lnTo>
                    <a:pt x="1003519" y="3930761"/>
                  </a:lnTo>
                  <a:close/>
                  <a:moveTo>
                    <a:pt x="2139544" y="3930434"/>
                  </a:moveTo>
                  <a:cubicBezTo>
                    <a:pt x="2144250" y="4103095"/>
                    <a:pt x="2144238" y="4275005"/>
                    <a:pt x="2144250" y="4451572"/>
                  </a:cubicBezTo>
                  <a:cubicBezTo>
                    <a:pt x="1910274" y="4456727"/>
                    <a:pt x="1676287" y="4457224"/>
                    <a:pt x="1436962" y="4452882"/>
                  </a:cubicBezTo>
                  <a:lnTo>
                    <a:pt x="1425355" y="4372804"/>
                  </a:lnTo>
                  <a:lnTo>
                    <a:pt x="1413662" y="4238374"/>
                  </a:lnTo>
                  <a:lnTo>
                    <a:pt x="1421158" y="4343815"/>
                  </a:lnTo>
                  <a:lnTo>
                    <a:pt x="1425355" y="4372804"/>
                  </a:lnTo>
                  <a:lnTo>
                    <a:pt x="1432256" y="4452142"/>
                  </a:lnTo>
                  <a:cubicBezTo>
                    <a:pt x="1354725" y="4456727"/>
                    <a:pt x="1276564" y="4457224"/>
                    <a:pt x="1193708" y="4452360"/>
                  </a:cubicBezTo>
                  <a:cubicBezTo>
                    <a:pt x="1187449" y="4271038"/>
                    <a:pt x="1161480" y="4098923"/>
                    <a:pt x="1107698" y="3931186"/>
                  </a:cubicBezTo>
                  <a:cubicBezTo>
                    <a:pt x="1209561" y="3930688"/>
                    <a:pt x="1311436" y="3930203"/>
                    <a:pt x="1418016" y="3930446"/>
                  </a:cubicBezTo>
                  <a:lnTo>
                    <a:pt x="1413662" y="4238338"/>
                  </a:lnTo>
                  <a:lnTo>
                    <a:pt x="1422722" y="3931186"/>
                  </a:lnTo>
                  <a:cubicBezTo>
                    <a:pt x="1660094" y="3930688"/>
                    <a:pt x="1897454" y="3930191"/>
                    <a:pt x="2139544" y="3930434"/>
                  </a:cubicBezTo>
                  <a:close/>
                  <a:moveTo>
                    <a:pt x="7878841" y="2113606"/>
                  </a:moveTo>
                  <a:cubicBezTo>
                    <a:pt x="7878841" y="2720155"/>
                    <a:pt x="7878841" y="3323564"/>
                    <a:pt x="7878841" y="3929480"/>
                  </a:cubicBezTo>
                  <a:cubicBezTo>
                    <a:pt x="8369373" y="3929480"/>
                    <a:pt x="8856729" y="3929480"/>
                    <a:pt x="9354248" y="3929480"/>
                  </a:cubicBezTo>
                  <a:cubicBezTo>
                    <a:pt x="9639634" y="3929480"/>
                    <a:pt x="9925019" y="3929480"/>
                    <a:pt x="10209764" y="3929480"/>
                  </a:cubicBezTo>
                  <a:cubicBezTo>
                    <a:pt x="10209764" y="3319780"/>
                    <a:pt x="10209764" y="2716370"/>
                    <a:pt x="10209764" y="2113606"/>
                  </a:cubicBezTo>
                  <a:cubicBezTo>
                    <a:pt x="9430465" y="2113606"/>
                    <a:pt x="8654351" y="2113606"/>
                    <a:pt x="7878841" y="2113606"/>
                  </a:cubicBezTo>
                  <a:close/>
                  <a:moveTo>
                    <a:pt x="2753775" y="1676372"/>
                  </a:moveTo>
                  <a:lnTo>
                    <a:pt x="2753775" y="1676375"/>
                  </a:lnTo>
                  <a:cubicBezTo>
                    <a:pt x="2752404" y="1704612"/>
                    <a:pt x="2763066" y="1715334"/>
                    <a:pt x="2791643" y="1714679"/>
                  </a:cubicBezTo>
                  <a:cubicBezTo>
                    <a:pt x="2853878" y="1713248"/>
                    <a:pt x="2916223" y="1712908"/>
                    <a:pt x="2978435" y="1714800"/>
                  </a:cubicBezTo>
                  <a:cubicBezTo>
                    <a:pt x="2994161" y="1715280"/>
                    <a:pt x="3004252" y="1712502"/>
                    <a:pt x="3010429" y="1705844"/>
                  </a:cubicBezTo>
                  <a:lnTo>
                    <a:pt x="3016986" y="1680994"/>
                  </a:lnTo>
                  <a:lnTo>
                    <a:pt x="3010428" y="1705831"/>
                  </a:lnTo>
                  <a:cubicBezTo>
                    <a:pt x="3004250" y="1712488"/>
                    <a:pt x="2994159" y="1715264"/>
                    <a:pt x="2978435" y="1714786"/>
                  </a:cubicBezTo>
                  <a:cubicBezTo>
                    <a:pt x="2916220" y="1712892"/>
                    <a:pt x="2853882" y="1713228"/>
                    <a:pt x="2791643" y="1714662"/>
                  </a:cubicBezTo>
                  <a:cubicBezTo>
                    <a:pt x="2777352" y="1714992"/>
                    <a:pt x="2767542" y="1712477"/>
                    <a:pt x="2761476" y="1706349"/>
                  </a:cubicBezTo>
                  <a:close/>
                  <a:moveTo>
                    <a:pt x="21" y="1572111"/>
                  </a:moveTo>
                  <a:cubicBezTo>
                    <a:pt x="330752" y="1572111"/>
                    <a:pt x="658621" y="1572111"/>
                    <a:pt x="991208" y="1572851"/>
                  </a:cubicBezTo>
                  <a:cubicBezTo>
                    <a:pt x="991548" y="1745197"/>
                    <a:pt x="942145" y="1905050"/>
                    <a:pt x="869490" y="2058898"/>
                  </a:cubicBezTo>
                  <a:cubicBezTo>
                    <a:pt x="863085" y="2072459"/>
                    <a:pt x="858974" y="2087111"/>
                    <a:pt x="853722" y="2105014"/>
                  </a:cubicBezTo>
                  <a:cubicBezTo>
                    <a:pt x="750634" y="2108774"/>
                    <a:pt x="647632" y="2108774"/>
                    <a:pt x="538419" y="2108774"/>
                  </a:cubicBezTo>
                  <a:lnTo>
                    <a:pt x="533494" y="3454538"/>
                  </a:lnTo>
                  <a:lnTo>
                    <a:pt x="28100" y="3454538"/>
                  </a:lnTo>
                  <a:lnTo>
                    <a:pt x="1719" y="3451882"/>
                  </a:lnTo>
                  <a:cubicBezTo>
                    <a:pt x="1161" y="3348613"/>
                    <a:pt x="142" y="3245343"/>
                    <a:pt x="106" y="3142074"/>
                  </a:cubicBezTo>
                  <a:cubicBezTo>
                    <a:pt x="-64" y="2639070"/>
                    <a:pt x="21" y="2136053"/>
                    <a:pt x="21" y="1633049"/>
                  </a:cubicBezTo>
                  <a:cubicBezTo>
                    <a:pt x="21" y="1614673"/>
                    <a:pt x="21" y="1596297"/>
                    <a:pt x="21" y="1572111"/>
                  </a:cubicBezTo>
                  <a:close/>
                  <a:moveTo>
                    <a:pt x="2121481" y="5086"/>
                  </a:moveTo>
                  <a:cubicBezTo>
                    <a:pt x="2192549" y="13195"/>
                    <a:pt x="2250559" y="48600"/>
                    <a:pt x="2298955" y="112636"/>
                  </a:cubicBezTo>
                  <a:cubicBezTo>
                    <a:pt x="2310392" y="127771"/>
                    <a:pt x="2338121" y="137733"/>
                    <a:pt x="2358434" y="137914"/>
                  </a:cubicBezTo>
                  <a:cubicBezTo>
                    <a:pt x="2563198" y="139738"/>
                    <a:pt x="2767984" y="139024"/>
                    <a:pt x="2972763" y="139024"/>
                  </a:cubicBezTo>
                  <a:cubicBezTo>
                    <a:pt x="2989421" y="139024"/>
                    <a:pt x="3006079" y="139024"/>
                    <a:pt x="3028439" y="139024"/>
                  </a:cubicBezTo>
                  <a:cubicBezTo>
                    <a:pt x="3028439" y="615361"/>
                    <a:pt x="3028439" y="1088574"/>
                    <a:pt x="3028797" y="1566482"/>
                  </a:cubicBezTo>
                  <a:lnTo>
                    <a:pt x="3018997" y="1672984"/>
                  </a:lnTo>
                  <a:lnTo>
                    <a:pt x="3029148" y="1571189"/>
                  </a:lnTo>
                  <a:cubicBezTo>
                    <a:pt x="3152394" y="1571189"/>
                    <a:pt x="3275641" y="1571189"/>
                    <a:pt x="3401604" y="1571189"/>
                  </a:cubicBezTo>
                  <a:cubicBezTo>
                    <a:pt x="3401604" y="2534333"/>
                    <a:pt x="3401604" y="3493280"/>
                    <a:pt x="3401604" y="4457697"/>
                  </a:cubicBezTo>
                  <a:cubicBezTo>
                    <a:pt x="2985312" y="4457697"/>
                    <a:pt x="2569493" y="4457697"/>
                    <a:pt x="2148956" y="4452312"/>
                  </a:cubicBezTo>
                  <a:cubicBezTo>
                    <a:pt x="2144238" y="4275005"/>
                    <a:pt x="2144250" y="4103095"/>
                    <a:pt x="2144250" y="3931186"/>
                  </a:cubicBezTo>
                  <a:cubicBezTo>
                    <a:pt x="2386097" y="3931186"/>
                    <a:pt x="2627945" y="3931186"/>
                    <a:pt x="2872849" y="3931186"/>
                  </a:cubicBezTo>
                  <a:cubicBezTo>
                    <a:pt x="2872849" y="3323177"/>
                    <a:pt x="2872849" y="2719706"/>
                    <a:pt x="2872849" y="2110266"/>
                  </a:cubicBezTo>
                  <a:cubicBezTo>
                    <a:pt x="2202835" y="2110266"/>
                    <a:pt x="1532954" y="2110266"/>
                    <a:pt x="858428" y="2105766"/>
                  </a:cubicBezTo>
                  <a:cubicBezTo>
                    <a:pt x="858974" y="2087111"/>
                    <a:pt x="863085" y="2072459"/>
                    <a:pt x="869490" y="2058898"/>
                  </a:cubicBezTo>
                  <a:cubicBezTo>
                    <a:pt x="942145" y="1905050"/>
                    <a:pt x="991548" y="1745197"/>
                    <a:pt x="995914" y="1573590"/>
                  </a:cubicBezTo>
                  <a:cubicBezTo>
                    <a:pt x="1144511" y="1573020"/>
                    <a:pt x="1293108" y="1572050"/>
                    <a:pt x="1441705" y="1571965"/>
                  </a:cubicBezTo>
                  <a:cubicBezTo>
                    <a:pt x="1875778" y="1571711"/>
                    <a:pt x="2309852" y="1571807"/>
                    <a:pt x="2748875" y="1576113"/>
                  </a:cubicBezTo>
                  <a:lnTo>
                    <a:pt x="2753773" y="1676334"/>
                  </a:lnTo>
                  <a:lnTo>
                    <a:pt x="2753587" y="1575665"/>
                  </a:lnTo>
                  <a:cubicBezTo>
                    <a:pt x="2753345" y="1186997"/>
                    <a:pt x="2753345" y="803119"/>
                    <a:pt x="2753345" y="413400"/>
                  </a:cubicBezTo>
                  <a:cubicBezTo>
                    <a:pt x="2723005" y="413400"/>
                    <a:pt x="2694834" y="413400"/>
                    <a:pt x="2666661" y="413400"/>
                  </a:cubicBezTo>
                  <a:cubicBezTo>
                    <a:pt x="2560040" y="413400"/>
                    <a:pt x="2453394" y="414736"/>
                    <a:pt x="2346816" y="412611"/>
                  </a:cubicBezTo>
                  <a:cubicBezTo>
                    <a:pt x="2313531" y="411947"/>
                    <a:pt x="2289666" y="421210"/>
                    <a:pt x="2268271" y="446280"/>
                  </a:cubicBezTo>
                  <a:cubicBezTo>
                    <a:pt x="2200636" y="525535"/>
                    <a:pt x="2074092" y="542471"/>
                    <a:pt x="1985749" y="506636"/>
                  </a:cubicBezTo>
                  <a:cubicBezTo>
                    <a:pt x="1880648" y="464007"/>
                    <a:pt x="1811150" y="352148"/>
                    <a:pt x="1819397" y="252836"/>
                  </a:cubicBezTo>
                  <a:cubicBezTo>
                    <a:pt x="1829408" y="132250"/>
                    <a:pt x="1903253" y="23718"/>
                    <a:pt x="2045933" y="6026"/>
                  </a:cubicBezTo>
                  <a:cubicBezTo>
                    <a:pt x="2072651" y="2713"/>
                    <a:pt x="2097791" y="2383"/>
                    <a:pt x="2121481" y="5086"/>
                  </a:cubicBezTo>
                  <a:close/>
                  <a:moveTo>
                    <a:pt x="8767375" y="482"/>
                  </a:moveTo>
                  <a:cubicBezTo>
                    <a:pt x="8838571" y="-3868"/>
                    <a:pt x="8912142" y="21297"/>
                    <a:pt x="8970861" y="72956"/>
                  </a:cubicBezTo>
                  <a:cubicBezTo>
                    <a:pt x="9044817" y="138019"/>
                    <a:pt x="9060180" y="230745"/>
                    <a:pt x="9041529" y="321458"/>
                  </a:cubicBezTo>
                  <a:cubicBezTo>
                    <a:pt x="9024055" y="406445"/>
                    <a:pt x="8972818" y="473542"/>
                    <a:pt x="8884808" y="505291"/>
                  </a:cubicBezTo>
                  <a:cubicBezTo>
                    <a:pt x="8763069" y="549207"/>
                    <a:pt x="8661379" y="522293"/>
                    <a:pt x="8576671" y="425179"/>
                  </a:cubicBezTo>
                  <a:cubicBezTo>
                    <a:pt x="8570572" y="418185"/>
                    <a:pt x="8557609" y="413924"/>
                    <a:pt x="8547818" y="413888"/>
                  </a:cubicBezTo>
                  <a:cubicBezTo>
                    <a:pt x="8370149" y="413224"/>
                    <a:pt x="8192479" y="413403"/>
                    <a:pt x="8011291" y="413403"/>
                  </a:cubicBezTo>
                  <a:cubicBezTo>
                    <a:pt x="8011291" y="798542"/>
                    <a:pt x="8011291" y="1181891"/>
                    <a:pt x="8011291" y="1571873"/>
                  </a:cubicBezTo>
                  <a:cubicBezTo>
                    <a:pt x="8916792" y="1571873"/>
                    <a:pt x="9823592" y="1571873"/>
                    <a:pt x="10735037" y="1571870"/>
                  </a:cubicBezTo>
                  <a:cubicBezTo>
                    <a:pt x="10740249" y="1581979"/>
                    <a:pt x="10741304" y="1592088"/>
                    <a:pt x="10741304" y="1602199"/>
                  </a:cubicBezTo>
                  <a:cubicBezTo>
                    <a:pt x="10741291" y="2550967"/>
                    <a:pt x="10741198" y="3499734"/>
                    <a:pt x="10740398" y="4453210"/>
                  </a:cubicBezTo>
                  <a:cubicBezTo>
                    <a:pt x="9607260" y="4457917"/>
                    <a:pt x="8474837" y="4457917"/>
                    <a:pt x="7339742" y="4457917"/>
                  </a:cubicBezTo>
                  <a:cubicBezTo>
                    <a:pt x="7339742" y="3495300"/>
                    <a:pt x="7339742" y="2536212"/>
                    <a:pt x="7339742" y="1572406"/>
                  </a:cubicBezTo>
                  <a:cubicBezTo>
                    <a:pt x="7469990" y="1572406"/>
                    <a:pt x="7599391" y="1572406"/>
                    <a:pt x="7733324" y="1572406"/>
                  </a:cubicBezTo>
                  <a:cubicBezTo>
                    <a:pt x="7733324" y="1092919"/>
                    <a:pt x="7733324" y="618113"/>
                    <a:pt x="7733324" y="139022"/>
                  </a:cubicBezTo>
                  <a:cubicBezTo>
                    <a:pt x="7817007" y="139022"/>
                    <a:pt x="7896150" y="139022"/>
                    <a:pt x="7975293" y="139022"/>
                  </a:cubicBezTo>
                  <a:cubicBezTo>
                    <a:pt x="8151390" y="139022"/>
                    <a:pt x="8327489" y="138600"/>
                    <a:pt x="8503583" y="139416"/>
                  </a:cubicBezTo>
                  <a:cubicBezTo>
                    <a:pt x="8534944" y="139560"/>
                    <a:pt x="8555948" y="135036"/>
                    <a:pt x="8578136" y="105102"/>
                  </a:cubicBezTo>
                  <a:cubicBezTo>
                    <a:pt x="8627358" y="38699"/>
                    <a:pt x="8696179" y="4833"/>
                    <a:pt x="8767375" y="482"/>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121" name="Freeform: Shape 2120">
              <a:extLst>
                <a:ext uri="{FF2B5EF4-FFF2-40B4-BE49-F238E27FC236}">
                  <a16:creationId xmlns:a16="http://schemas.microsoft.com/office/drawing/2014/main" id="{25035D13-0D6F-7C89-7C68-24C15F3D0362}"/>
                </a:ext>
                <a:ext uri="{C183D7F6-B498-43B3-948B-1728B52AA6E4}">
                  <adec:decorative xmlns:adec="http://schemas.microsoft.com/office/drawing/2017/decorative" val="1"/>
                </a:ext>
              </a:extLst>
            </p:cNvPr>
            <p:cNvSpPr/>
            <p:nvPr/>
          </p:nvSpPr>
          <p:spPr>
            <a:xfrm>
              <a:off x="4377431" y="4343071"/>
              <a:ext cx="717793" cy="457200"/>
            </a:xfrm>
            <a:custGeom>
              <a:avLst/>
              <a:gdLst>
                <a:gd name="connsiteX0" fmla="*/ 7925843 w 10766729"/>
                <a:gd name="connsiteY0" fmla="*/ 5386578 h 6857891"/>
                <a:gd name="connsiteX1" fmla="*/ 8079722 w 10766729"/>
                <a:gd name="connsiteY1" fmla="*/ 5386839 h 6857891"/>
                <a:gd name="connsiteX2" fmla="*/ 7964562 w 10766729"/>
                <a:gd name="connsiteY2" fmla="*/ 5548020 h 6857891"/>
                <a:gd name="connsiteX3" fmla="*/ 7521079 w 10766729"/>
                <a:gd name="connsiteY3" fmla="*/ 6180784 h 6857891"/>
                <a:gd name="connsiteX4" fmla="*/ 7475097 w 10766729"/>
                <a:gd name="connsiteY4" fmla="*/ 6322273 h 6857891"/>
                <a:gd name="connsiteX5" fmla="*/ 7476576 w 10766729"/>
                <a:gd name="connsiteY5" fmla="*/ 6789642 h 6857891"/>
                <a:gd name="connsiteX6" fmla="*/ 7476576 w 10766729"/>
                <a:gd name="connsiteY6" fmla="*/ 6857342 h 6857891"/>
                <a:gd name="connsiteX7" fmla="*/ 7192031 w 10766729"/>
                <a:gd name="connsiteY7" fmla="*/ 6857891 h 6857891"/>
                <a:gd name="connsiteX8" fmla="*/ 7191295 w 10766729"/>
                <a:gd name="connsiteY8" fmla="*/ 6262094 h 6857891"/>
                <a:gd name="connsiteX9" fmla="*/ 7174614 w 10766729"/>
                <a:gd name="connsiteY9" fmla="*/ 6228225 h 6857891"/>
                <a:gd name="connsiteX10" fmla="*/ 6763059 w 10766729"/>
                <a:gd name="connsiteY10" fmla="*/ 5633631 h 6857891"/>
                <a:gd name="connsiteX11" fmla="*/ 6592553 w 10766729"/>
                <a:gd name="connsiteY11" fmla="*/ 5386837 h 6857891"/>
                <a:gd name="connsiteX12" fmla="*/ 6899547 w 10766729"/>
                <a:gd name="connsiteY12" fmla="*/ 5388073 h 6857891"/>
                <a:gd name="connsiteX13" fmla="*/ 6949213 w 10766729"/>
                <a:gd name="connsiteY13" fmla="*/ 5415005 h 6857891"/>
                <a:gd name="connsiteX14" fmla="*/ 7339830 w 10766729"/>
                <a:gd name="connsiteY14" fmla="*/ 6005461 h 6857891"/>
                <a:gd name="connsiteX15" fmla="*/ 7733169 w 10766729"/>
                <a:gd name="connsiteY15" fmla="*/ 5411489 h 6857891"/>
                <a:gd name="connsiteX16" fmla="*/ 7778527 w 10766729"/>
                <a:gd name="connsiteY16" fmla="*/ 5387914 h 6857891"/>
                <a:gd name="connsiteX17" fmla="*/ 7925843 w 10766729"/>
                <a:gd name="connsiteY17" fmla="*/ 5386578 h 6857891"/>
                <a:gd name="connsiteX18" fmla="*/ 0 w 10766729"/>
                <a:gd name="connsiteY18" fmla="*/ 4339315 h 6857891"/>
                <a:gd name="connsiteX19" fmla="*/ 811163 w 10766729"/>
                <a:gd name="connsiteY19" fmla="*/ 4339315 h 6857891"/>
                <a:gd name="connsiteX20" fmla="*/ 811163 w 10766729"/>
                <a:gd name="connsiteY20" fmla="*/ 5150478 h 6857891"/>
                <a:gd name="connsiteX21" fmla="*/ 0 w 10766729"/>
                <a:gd name="connsiteY21" fmla="*/ 5150478 h 6857891"/>
                <a:gd name="connsiteX22" fmla="*/ 8692050 w 10766729"/>
                <a:gd name="connsiteY22" fmla="*/ 3525026 h 6857891"/>
                <a:gd name="connsiteX23" fmla="*/ 8511174 w 10766729"/>
                <a:gd name="connsiteY23" fmla="*/ 3589718 h 6857891"/>
                <a:gd name="connsiteX24" fmla="*/ 8430649 w 10766729"/>
                <a:gd name="connsiteY24" fmla="*/ 3867257 h 6857891"/>
                <a:gd name="connsiteX25" fmla="*/ 8624496 w 10766729"/>
                <a:gd name="connsiteY25" fmla="*/ 4045429 h 6857891"/>
                <a:gd name="connsiteX26" fmla="*/ 8868754 w 10766729"/>
                <a:gd name="connsiteY26" fmla="*/ 3961945 h 6857891"/>
                <a:gd name="connsiteX27" fmla="*/ 8847624 w 10766729"/>
                <a:gd name="connsiteY27" fmla="*/ 3582323 h 6857891"/>
                <a:gd name="connsiteX28" fmla="*/ 8692050 w 10766729"/>
                <a:gd name="connsiteY28" fmla="*/ 3525026 h 6857891"/>
                <a:gd name="connsiteX29" fmla="*/ 5645492 w 10766729"/>
                <a:gd name="connsiteY29" fmla="*/ 3085506 h 6857891"/>
                <a:gd name="connsiteX30" fmla="*/ 5192776 w 10766729"/>
                <a:gd name="connsiteY30" fmla="*/ 3760904 h 6857891"/>
                <a:gd name="connsiteX31" fmla="*/ 5590479 w 10766729"/>
                <a:gd name="connsiteY31" fmla="*/ 3760904 h 6857891"/>
                <a:gd name="connsiteX32" fmla="*/ 5645492 w 10766729"/>
                <a:gd name="connsiteY32" fmla="*/ 3760904 h 6857891"/>
                <a:gd name="connsiteX33" fmla="*/ 5645492 w 10766729"/>
                <a:gd name="connsiteY33" fmla="*/ 3085506 h 6857891"/>
                <a:gd name="connsiteX34" fmla="*/ 985876 w 10766729"/>
                <a:gd name="connsiteY34" fmla="*/ 2930477 h 6857891"/>
                <a:gd name="connsiteX35" fmla="*/ 1460595 w 10766729"/>
                <a:gd name="connsiteY35" fmla="*/ 2930477 h 6857891"/>
                <a:gd name="connsiteX36" fmla="*/ 1460595 w 10766729"/>
                <a:gd name="connsiteY36" fmla="*/ 3913331 h 6857891"/>
                <a:gd name="connsiteX37" fmla="*/ 1460595 w 10766729"/>
                <a:gd name="connsiteY37" fmla="*/ 4215279 h 6857891"/>
                <a:gd name="connsiteX38" fmla="*/ 1218487 w 10766729"/>
                <a:gd name="connsiteY38" fmla="*/ 4215279 h 6857891"/>
                <a:gd name="connsiteX39" fmla="*/ 1218487 w 10766729"/>
                <a:gd name="connsiteY39" fmla="*/ 3132644 h 6857891"/>
                <a:gd name="connsiteX40" fmla="*/ 985876 w 10766729"/>
                <a:gd name="connsiteY40" fmla="*/ 3132644 h 6857891"/>
                <a:gd name="connsiteX41" fmla="*/ 985876 w 10766729"/>
                <a:gd name="connsiteY41" fmla="*/ 2930477 h 6857891"/>
                <a:gd name="connsiteX42" fmla="*/ 9297838 w 10766729"/>
                <a:gd name="connsiteY42" fmla="*/ 2929835 h 6857891"/>
                <a:gd name="connsiteX43" fmla="*/ 10225418 w 10766729"/>
                <a:gd name="connsiteY43" fmla="*/ 2929835 h 6857891"/>
                <a:gd name="connsiteX44" fmla="*/ 10167599 w 10766729"/>
                <a:gd name="connsiteY44" fmla="*/ 3280951 h 6857891"/>
                <a:gd name="connsiteX45" fmla="*/ 9889416 w 10766729"/>
                <a:gd name="connsiteY45" fmla="*/ 3843435 h 6857891"/>
                <a:gd name="connsiteX46" fmla="*/ 9721443 w 10766729"/>
                <a:gd name="connsiteY46" fmla="*/ 4197154 h 6857891"/>
                <a:gd name="connsiteX47" fmla="*/ 9692518 w 10766729"/>
                <a:gd name="connsiteY47" fmla="*/ 4217258 h 6857891"/>
                <a:gd name="connsiteX48" fmla="*/ 9441087 w 10766729"/>
                <a:gd name="connsiteY48" fmla="*/ 4218170 h 6857891"/>
                <a:gd name="connsiteX49" fmla="*/ 9824023 w 10766729"/>
                <a:gd name="connsiteY49" fmla="*/ 3456062 h 6857891"/>
                <a:gd name="connsiteX50" fmla="*/ 9991573 w 10766729"/>
                <a:gd name="connsiteY50" fmla="*/ 3132933 h 6857891"/>
                <a:gd name="connsiteX51" fmla="*/ 9297838 w 10766729"/>
                <a:gd name="connsiteY51" fmla="*/ 3132933 h 6857891"/>
                <a:gd name="connsiteX52" fmla="*/ 9297838 w 10766729"/>
                <a:gd name="connsiteY52" fmla="*/ 2929835 h 6857891"/>
                <a:gd name="connsiteX53" fmla="*/ 5878530 w 10766729"/>
                <a:gd name="connsiteY53" fmla="*/ 2927615 h 6857891"/>
                <a:gd name="connsiteX54" fmla="*/ 5878530 w 10766729"/>
                <a:gd name="connsiteY54" fmla="*/ 3748159 h 6857891"/>
                <a:gd name="connsiteX55" fmla="*/ 6091223 w 10766729"/>
                <a:gd name="connsiteY55" fmla="*/ 3748159 h 6857891"/>
                <a:gd name="connsiteX56" fmla="*/ 6091223 w 10766729"/>
                <a:gd name="connsiteY56" fmla="*/ 3951508 h 6857891"/>
                <a:gd name="connsiteX57" fmla="*/ 5883539 w 10766729"/>
                <a:gd name="connsiteY57" fmla="*/ 3951508 h 6857891"/>
                <a:gd name="connsiteX58" fmla="*/ 5883539 w 10766729"/>
                <a:gd name="connsiteY58" fmla="*/ 4214979 h 6857891"/>
                <a:gd name="connsiteX59" fmla="*/ 5637223 w 10766729"/>
                <a:gd name="connsiteY59" fmla="*/ 4214979 h 6857891"/>
                <a:gd name="connsiteX60" fmla="*/ 5637223 w 10766729"/>
                <a:gd name="connsiteY60" fmla="*/ 4015850 h 6857891"/>
                <a:gd name="connsiteX61" fmla="*/ 5637223 w 10766729"/>
                <a:gd name="connsiteY61" fmla="*/ 3956480 h 6857891"/>
                <a:gd name="connsiteX62" fmla="*/ 4956417 w 10766729"/>
                <a:gd name="connsiteY62" fmla="*/ 3956480 h 6857891"/>
                <a:gd name="connsiteX63" fmla="*/ 4958592 w 10766729"/>
                <a:gd name="connsiteY63" fmla="*/ 3746866 h 6857891"/>
                <a:gd name="connsiteX64" fmla="*/ 5004249 w 10766729"/>
                <a:gd name="connsiteY64" fmla="*/ 3667594 h 6857891"/>
                <a:gd name="connsiteX65" fmla="*/ 5493734 w 10766729"/>
                <a:gd name="connsiteY65" fmla="*/ 2953830 h 6857891"/>
                <a:gd name="connsiteX66" fmla="*/ 5534568 w 10766729"/>
                <a:gd name="connsiteY66" fmla="*/ 2928751 h 6857891"/>
                <a:gd name="connsiteX67" fmla="*/ 5878530 w 10766729"/>
                <a:gd name="connsiteY67" fmla="*/ 2927615 h 6857891"/>
                <a:gd name="connsiteX68" fmla="*/ 6364451 w 10766729"/>
                <a:gd name="connsiteY68" fmla="*/ 2927372 h 6857891"/>
                <a:gd name="connsiteX69" fmla="*/ 7148538 w 10766729"/>
                <a:gd name="connsiteY69" fmla="*/ 2927619 h 6857891"/>
                <a:gd name="connsiteX70" fmla="*/ 7148538 w 10766729"/>
                <a:gd name="connsiteY70" fmla="*/ 3130855 h 6857891"/>
                <a:gd name="connsiteX71" fmla="*/ 6714432 w 10766729"/>
                <a:gd name="connsiteY71" fmla="*/ 3130855 h 6857891"/>
                <a:gd name="connsiteX72" fmla="*/ 6539468 w 10766729"/>
                <a:gd name="connsiteY72" fmla="*/ 3130855 h 6857891"/>
                <a:gd name="connsiteX73" fmla="*/ 6515333 w 10766729"/>
                <a:gd name="connsiteY73" fmla="*/ 3452951 h 6857891"/>
                <a:gd name="connsiteX74" fmla="*/ 6844691 w 10766729"/>
                <a:gd name="connsiteY74" fmla="*/ 3374863 h 6857891"/>
                <a:gd name="connsiteX75" fmla="*/ 7234021 w 10766729"/>
                <a:gd name="connsiteY75" fmla="*/ 3765370 h 6857891"/>
                <a:gd name="connsiteX76" fmla="*/ 7118033 w 10766729"/>
                <a:gd name="connsiteY76" fmla="*/ 4100888 h 6857891"/>
                <a:gd name="connsiteX77" fmla="*/ 6857212 w 10766729"/>
                <a:gd name="connsiteY77" fmla="*/ 4237912 h 6857891"/>
                <a:gd name="connsiteX78" fmla="*/ 6438671 w 10766729"/>
                <a:gd name="connsiteY78" fmla="*/ 4196969 h 6857891"/>
                <a:gd name="connsiteX79" fmla="*/ 6227471 w 10766729"/>
                <a:gd name="connsiteY79" fmla="*/ 4070314 h 6857891"/>
                <a:gd name="connsiteX80" fmla="*/ 6348310 w 10766729"/>
                <a:gd name="connsiteY80" fmla="*/ 3896898 h 6857891"/>
                <a:gd name="connsiteX81" fmla="*/ 6575090 w 10766729"/>
                <a:gd name="connsiteY81" fmla="*/ 4023526 h 6857891"/>
                <a:gd name="connsiteX82" fmla="*/ 6909303 w 10766729"/>
                <a:gd name="connsiteY82" fmla="*/ 3974641 h 6857891"/>
                <a:gd name="connsiteX83" fmla="*/ 6985416 w 10766729"/>
                <a:gd name="connsiteY83" fmla="*/ 3765567 h 6857891"/>
                <a:gd name="connsiteX84" fmla="*/ 6813771 w 10766729"/>
                <a:gd name="connsiteY84" fmla="*/ 3578099 h 6857891"/>
                <a:gd name="connsiteX85" fmla="*/ 6501487 w 10766729"/>
                <a:gd name="connsiteY85" fmla="*/ 3646892 h 6857891"/>
                <a:gd name="connsiteX86" fmla="*/ 6389256 w 10766729"/>
                <a:gd name="connsiteY86" fmla="*/ 3668916 h 6857891"/>
                <a:gd name="connsiteX87" fmla="*/ 6285089 w 10766729"/>
                <a:gd name="connsiteY87" fmla="*/ 3643328 h 6857891"/>
                <a:gd name="connsiteX88" fmla="*/ 6307282 w 10766729"/>
                <a:gd name="connsiteY88" fmla="*/ 3406119 h 6857891"/>
                <a:gd name="connsiteX89" fmla="*/ 6317990 w 10766729"/>
                <a:gd name="connsiteY89" fmla="*/ 3215653 h 6857891"/>
                <a:gd name="connsiteX90" fmla="*/ 6328504 w 10766729"/>
                <a:gd name="connsiteY90" fmla="*/ 2974406 h 6857891"/>
                <a:gd name="connsiteX91" fmla="*/ 6364451 w 10766729"/>
                <a:gd name="connsiteY91" fmla="*/ 2927372 h 6857891"/>
                <a:gd name="connsiteX92" fmla="*/ 8758475 w 10766729"/>
                <a:gd name="connsiteY92" fmla="*/ 2926219 h 6857891"/>
                <a:gd name="connsiteX93" fmla="*/ 8995560 w 10766729"/>
                <a:gd name="connsiteY93" fmla="*/ 2927610 h 6857891"/>
                <a:gd name="connsiteX94" fmla="*/ 9006690 w 10766729"/>
                <a:gd name="connsiteY94" fmla="*/ 2941625 h 6857891"/>
                <a:gd name="connsiteX95" fmla="*/ 8535752 w 10766729"/>
                <a:gd name="connsiteY95" fmla="*/ 3367163 h 6857891"/>
                <a:gd name="connsiteX96" fmla="*/ 8558331 w 10766729"/>
                <a:gd name="connsiteY96" fmla="*/ 3392659 h 6857891"/>
                <a:gd name="connsiteX97" fmla="*/ 8704860 w 10766729"/>
                <a:gd name="connsiteY97" fmla="*/ 3360758 h 6857891"/>
                <a:gd name="connsiteX98" fmla="*/ 9170298 w 10766729"/>
                <a:gd name="connsiteY98" fmla="*/ 3641543 h 6857891"/>
                <a:gd name="connsiteX99" fmla="*/ 8944452 w 10766729"/>
                <a:gd name="connsiteY99" fmla="*/ 4184540 h 6857891"/>
                <a:gd name="connsiteX100" fmla="*/ 8710109 w 10766729"/>
                <a:gd name="connsiteY100" fmla="*/ 4248812 h 6857891"/>
                <a:gd name="connsiteX101" fmla="*/ 8414892 w 10766729"/>
                <a:gd name="connsiteY101" fmla="*/ 4199488 h 6857891"/>
                <a:gd name="connsiteX102" fmla="*/ 8174639 w 10766729"/>
                <a:gd name="connsiteY102" fmla="*/ 3709582 h 6857891"/>
                <a:gd name="connsiteX103" fmla="*/ 8389790 w 10766729"/>
                <a:gd name="connsiteY103" fmla="*/ 3270529 h 6857891"/>
                <a:gd name="connsiteX104" fmla="*/ 8638165 w 10766729"/>
                <a:gd name="connsiteY104" fmla="*/ 2990573 h 6857891"/>
                <a:gd name="connsiteX105" fmla="*/ 8758475 w 10766729"/>
                <a:gd name="connsiteY105" fmla="*/ 2926219 h 6857891"/>
                <a:gd name="connsiteX106" fmla="*/ 4273726 w 10766729"/>
                <a:gd name="connsiteY106" fmla="*/ 2896604 h 6857891"/>
                <a:gd name="connsiteX107" fmla="*/ 4556666 w 10766729"/>
                <a:gd name="connsiteY107" fmla="*/ 2937947 h 6857891"/>
                <a:gd name="connsiteX108" fmla="*/ 4740331 w 10766729"/>
                <a:gd name="connsiteY108" fmla="*/ 3377905 h 6857891"/>
                <a:gd name="connsiteX109" fmla="*/ 4522212 w 10766729"/>
                <a:gd name="connsiteY109" fmla="*/ 3545423 h 6857891"/>
                <a:gd name="connsiteX110" fmla="*/ 4778752 w 10766729"/>
                <a:gd name="connsiteY110" fmla="*/ 3746984 h 6857891"/>
                <a:gd name="connsiteX111" fmla="*/ 4784150 w 10766729"/>
                <a:gd name="connsiteY111" fmla="*/ 3962511 h 6857891"/>
                <a:gd name="connsiteX112" fmla="*/ 4488992 w 10766729"/>
                <a:gd name="connsiteY112" fmla="*/ 4225932 h 6857891"/>
                <a:gd name="connsiteX113" fmla="*/ 3935166 w 10766729"/>
                <a:gd name="connsiteY113" fmla="*/ 4144240 h 6857891"/>
                <a:gd name="connsiteX114" fmla="*/ 3798228 w 10766729"/>
                <a:gd name="connsiteY114" fmla="*/ 3910925 h 6857891"/>
                <a:gd name="connsiteX115" fmla="*/ 3785418 w 10766729"/>
                <a:gd name="connsiteY115" fmla="*/ 3814508 h 6857891"/>
                <a:gd name="connsiteX116" fmla="*/ 4028294 w 10766729"/>
                <a:gd name="connsiteY116" fmla="*/ 3814508 h 6857891"/>
                <a:gd name="connsiteX117" fmla="*/ 4130746 w 10766729"/>
                <a:gd name="connsiteY117" fmla="*/ 4007334 h 6857891"/>
                <a:gd name="connsiteX118" fmla="*/ 4491308 w 10766729"/>
                <a:gd name="connsiteY118" fmla="*/ 3976822 h 6857891"/>
                <a:gd name="connsiteX119" fmla="*/ 4546356 w 10766729"/>
                <a:gd name="connsiteY119" fmla="*/ 3805068 h 6857891"/>
                <a:gd name="connsiteX120" fmla="*/ 4380267 w 10766729"/>
                <a:gd name="connsiteY120" fmla="*/ 3650719 h 6857891"/>
                <a:gd name="connsiteX121" fmla="*/ 4146777 w 10766729"/>
                <a:gd name="connsiteY121" fmla="*/ 3633807 h 6857891"/>
                <a:gd name="connsiteX122" fmla="*/ 4146777 w 10766729"/>
                <a:gd name="connsiteY122" fmla="*/ 3472646 h 6857891"/>
                <a:gd name="connsiteX123" fmla="*/ 4360097 w 10766729"/>
                <a:gd name="connsiteY123" fmla="*/ 3444834 h 6857891"/>
                <a:gd name="connsiteX124" fmla="*/ 4504650 w 10766729"/>
                <a:gd name="connsiteY124" fmla="*/ 3343917 h 6857891"/>
                <a:gd name="connsiteX125" fmla="*/ 4453499 w 10766729"/>
                <a:gd name="connsiteY125" fmla="*/ 3139081 h 6857891"/>
                <a:gd name="connsiteX126" fmla="*/ 4102940 w 10766729"/>
                <a:gd name="connsiteY126" fmla="*/ 3178490 h 6857891"/>
                <a:gd name="connsiteX127" fmla="*/ 4040863 w 10766729"/>
                <a:gd name="connsiteY127" fmla="*/ 3302329 h 6857891"/>
                <a:gd name="connsiteX128" fmla="*/ 3818850 w 10766729"/>
                <a:gd name="connsiteY128" fmla="*/ 3302329 h 6857891"/>
                <a:gd name="connsiteX129" fmla="*/ 3905576 w 10766729"/>
                <a:gd name="connsiteY129" fmla="*/ 3060191 h 6857891"/>
                <a:gd name="connsiteX130" fmla="*/ 4273726 w 10766729"/>
                <a:gd name="connsiteY130" fmla="*/ 2896604 h 6857891"/>
                <a:gd name="connsiteX131" fmla="*/ 2196919 w 10766729"/>
                <a:gd name="connsiteY131" fmla="*/ 2896457 h 6857891"/>
                <a:gd name="connsiteX132" fmla="*/ 2525811 w 10766729"/>
                <a:gd name="connsiteY132" fmla="*/ 2979855 h 6857891"/>
                <a:gd name="connsiteX133" fmla="*/ 2669109 w 10766729"/>
                <a:gd name="connsiteY133" fmla="*/ 3242941 h 6857891"/>
                <a:gd name="connsiteX134" fmla="*/ 2533942 w 10766729"/>
                <a:gd name="connsiteY134" fmla="*/ 3584990 h 6857891"/>
                <a:gd name="connsiteX135" fmla="*/ 2139427 w 10766729"/>
                <a:gd name="connsiteY135" fmla="*/ 3930814 h 6857891"/>
                <a:gd name="connsiteX136" fmla="*/ 2047923 w 10766729"/>
                <a:gd name="connsiteY136" fmla="*/ 4013859 h 6857891"/>
                <a:gd name="connsiteX137" fmla="*/ 2700374 w 10766729"/>
                <a:gd name="connsiteY137" fmla="*/ 4013859 h 6857891"/>
                <a:gd name="connsiteX138" fmla="*/ 2700355 w 10766729"/>
                <a:gd name="connsiteY138" fmla="*/ 4195879 h 6857891"/>
                <a:gd name="connsiteX139" fmla="*/ 2661794 w 10766729"/>
                <a:gd name="connsiteY139" fmla="*/ 4217460 h 6857891"/>
                <a:gd name="connsiteX140" fmla="*/ 1724911 w 10766729"/>
                <a:gd name="connsiteY140" fmla="*/ 4218196 h 6857891"/>
                <a:gd name="connsiteX141" fmla="*/ 1729133 w 10766729"/>
                <a:gd name="connsiteY141" fmla="*/ 4018252 h 6857891"/>
                <a:gd name="connsiteX142" fmla="*/ 1821240 w 10766729"/>
                <a:gd name="connsiteY142" fmla="*/ 3925346 h 6857891"/>
                <a:gd name="connsiteX143" fmla="*/ 2064953 w 10766729"/>
                <a:gd name="connsiteY143" fmla="*/ 3720338 h 6857891"/>
                <a:gd name="connsiteX144" fmla="*/ 2279028 w 10766729"/>
                <a:gd name="connsiteY144" fmla="*/ 3533429 h 6857891"/>
                <a:gd name="connsiteX145" fmla="*/ 2417584 w 10766729"/>
                <a:gd name="connsiteY145" fmla="*/ 3290966 h 6857891"/>
                <a:gd name="connsiteX146" fmla="*/ 2242981 w 10766729"/>
                <a:gd name="connsiteY146" fmla="*/ 3100930 h 6857891"/>
                <a:gd name="connsiteX147" fmla="*/ 1968487 w 10766729"/>
                <a:gd name="connsiteY147" fmla="*/ 3314967 h 6857891"/>
                <a:gd name="connsiteX148" fmla="*/ 1954224 w 10766729"/>
                <a:gd name="connsiteY148" fmla="*/ 3383242 h 6857891"/>
                <a:gd name="connsiteX149" fmla="*/ 1728174 w 10766729"/>
                <a:gd name="connsiteY149" fmla="*/ 3383242 h 6857891"/>
                <a:gd name="connsiteX150" fmla="*/ 1783250 w 10766729"/>
                <a:gd name="connsiteY150" fmla="*/ 3120351 h 6857891"/>
                <a:gd name="connsiteX151" fmla="*/ 2196919 w 10766729"/>
                <a:gd name="connsiteY151" fmla="*/ 2896457 h 6857891"/>
                <a:gd name="connsiteX152" fmla="*/ 714890 w 10766729"/>
                <a:gd name="connsiteY152" fmla="*/ 3583 h 6857891"/>
                <a:gd name="connsiteX153" fmla="*/ 1077659 w 10766729"/>
                <a:gd name="connsiteY153" fmla="*/ 516729 h 6857891"/>
                <a:gd name="connsiteX154" fmla="*/ 1257574 w 10766729"/>
                <a:gd name="connsiteY154" fmla="*/ 269873 h 6857891"/>
                <a:gd name="connsiteX155" fmla="*/ 1446213 w 10766729"/>
                <a:gd name="connsiteY155" fmla="*/ 3583 h 6857891"/>
                <a:gd name="connsiteX156" fmla="*/ 9468081 w 10766729"/>
                <a:gd name="connsiteY156" fmla="*/ 1040 h 6857891"/>
                <a:gd name="connsiteX157" fmla="*/ 10728449 w 10766729"/>
                <a:gd name="connsiteY157" fmla="*/ 3563 h 6857891"/>
                <a:gd name="connsiteX158" fmla="*/ 10729384 w 10766729"/>
                <a:gd name="connsiteY158" fmla="*/ 111837 h 6857891"/>
                <a:gd name="connsiteX159" fmla="*/ 10656749 w 10766729"/>
                <a:gd name="connsiteY159" fmla="*/ 312445 h 6857891"/>
                <a:gd name="connsiteX160" fmla="*/ 10207868 w 10766729"/>
                <a:gd name="connsiteY160" fmla="*/ 800692 h 6857891"/>
                <a:gd name="connsiteX161" fmla="*/ 9919345 w 10766729"/>
                <a:gd name="connsiteY161" fmla="*/ 1109999 h 6857891"/>
                <a:gd name="connsiteX162" fmla="*/ 9793388 w 10766729"/>
                <a:gd name="connsiteY162" fmla="*/ 1251574 h 6857891"/>
                <a:gd name="connsiteX163" fmla="*/ 10766729 w 10766729"/>
                <a:gd name="connsiteY163" fmla="*/ 1251574 h 6857891"/>
                <a:gd name="connsiteX164" fmla="*/ 10766729 w 10766729"/>
                <a:gd name="connsiteY164" fmla="*/ 1472057 h 6857891"/>
                <a:gd name="connsiteX165" fmla="*/ 9437864 w 10766729"/>
                <a:gd name="connsiteY165" fmla="*/ 1472057 h 6857891"/>
                <a:gd name="connsiteX166" fmla="*/ 9438457 w 10766729"/>
                <a:gd name="connsiteY166" fmla="*/ 1262524 h 6857891"/>
                <a:gd name="connsiteX167" fmla="*/ 9451572 w 10766729"/>
                <a:gd name="connsiteY167" fmla="*/ 1232298 h 6857891"/>
                <a:gd name="connsiteX168" fmla="*/ 9534623 w 10766729"/>
                <a:gd name="connsiteY168" fmla="*/ 1138774 h 6857891"/>
                <a:gd name="connsiteX169" fmla="*/ 9827784 w 10766729"/>
                <a:gd name="connsiteY169" fmla="*/ 815322 h 6857891"/>
                <a:gd name="connsiteX170" fmla="*/ 10188797 w 10766729"/>
                <a:gd name="connsiteY170" fmla="*/ 423262 h 6857891"/>
                <a:gd name="connsiteX171" fmla="*/ 10364967 w 10766729"/>
                <a:gd name="connsiteY171" fmla="*/ 224238 h 6857891"/>
                <a:gd name="connsiteX172" fmla="*/ 9468081 w 10766729"/>
                <a:gd name="connsiteY172" fmla="*/ 224238 h 6857891"/>
                <a:gd name="connsiteX173" fmla="*/ 1823369 w 10766729"/>
                <a:gd name="connsiteY173" fmla="*/ 966 h 6857891"/>
                <a:gd name="connsiteX174" fmla="*/ 1819268 w 10766729"/>
                <a:gd name="connsiteY174" fmla="*/ 1466 h 6857891"/>
                <a:gd name="connsiteX175" fmla="*/ 1773964 w 10766729"/>
                <a:gd name="connsiteY175" fmla="*/ 28433 h 6857891"/>
                <a:gd name="connsiteX176" fmla="*/ 1528113 w 10766729"/>
                <a:gd name="connsiteY176" fmla="*/ 344968 h 6857891"/>
                <a:gd name="connsiteX177" fmla="*/ 1244361 w 10766729"/>
                <a:gd name="connsiteY177" fmla="*/ 710733 h 6857891"/>
                <a:gd name="connsiteX178" fmla="*/ 1829524 w 10766729"/>
                <a:gd name="connsiteY178" fmla="*/ 1474434 h 6857891"/>
                <a:gd name="connsiteX179" fmla="*/ 1498219 w 10766729"/>
                <a:gd name="connsiteY179" fmla="*/ 1473361 h 6857891"/>
                <a:gd name="connsiteX180" fmla="*/ 1452812 w 10766729"/>
                <a:gd name="connsiteY180" fmla="*/ 1449724 h 6857891"/>
                <a:gd name="connsiteX181" fmla="*/ 1071700 w 10766729"/>
                <a:gd name="connsiteY181" fmla="*/ 914334 h 6857891"/>
                <a:gd name="connsiteX182" fmla="*/ 731127 w 10766729"/>
                <a:gd name="connsiteY182" fmla="*/ 1387731 h 6857891"/>
                <a:gd name="connsiteX183" fmla="*/ 546908 w 10766729"/>
                <a:gd name="connsiteY183" fmla="*/ 1475097 h 6857891"/>
                <a:gd name="connsiteX184" fmla="*/ 475904 w 10766729"/>
                <a:gd name="connsiteY184" fmla="*/ 1474438 h 6857891"/>
                <a:gd name="connsiteX185" fmla="*/ 325055 w 10766729"/>
                <a:gd name="connsiteY185" fmla="*/ 1474438 h 6857891"/>
                <a:gd name="connsiteX186" fmla="*/ 909277 w 10766729"/>
                <a:gd name="connsiteY186" fmla="*/ 719898 h 6857891"/>
                <a:gd name="connsiteX187" fmla="*/ 403230 w 10766729"/>
                <a:gd name="connsiteY187" fmla="*/ 59944 h 6857891"/>
                <a:gd name="connsiteX188" fmla="*/ 347276 w 10766729"/>
                <a:gd name="connsiteY188" fmla="*/ 3639 h 6857891"/>
                <a:gd name="connsiteX189" fmla="*/ 9409429 w 10766729"/>
                <a:gd name="connsiteY189" fmla="*/ 923 h 6857891"/>
                <a:gd name="connsiteX190" fmla="*/ 9468081 w 10766729"/>
                <a:gd name="connsiteY190" fmla="*/ 923 h 6857891"/>
                <a:gd name="connsiteX191" fmla="*/ 9468081 w 10766729"/>
                <a:gd name="connsiteY191" fmla="*/ 1040 h 6857891"/>
                <a:gd name="connsiteX192" fmla="*/ 1831305 w 10766729"/>
                <a:gd name="connsiteY192" fmla="*/ 0 h 6857891"/>
                <a:gd name="connsiteX193" fmla="*/ 1844428 w 10766729"/>
                <a:gd name="connsiteY193" fmla="*/ 928 h 6857891"/>
                <a:gd name="connsiteX194" fmla="*/ 1823369 w 10766729"/>
                <a:gd name="connsiteY194" fmla="*/ 966 h 685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6729" h="6857891">
                  <a:moveTo>
                    <a:pt x="7925843" y="5386578"/>
                  </a:moveTo>
                  <a:cubicBezTo>
                    <a:pt x="7975683" y="5386575"/>
                    <a:pt x="8026617" y="5386839"/>
                    <a:pt x="8079722" y="5386839"/>
                  </a:cubicBezTo>
                  <a:cubicBezTo>
                    <a:pt x="8038356" y="5444681"/>
                    <a:pt x="8001032" y="5496052"/>
                    <a:pt x="7964562" y="5548020"/>
                  </a:cubicBezTo>
                  <a:lnTo>
                    <a:pt x="7521079" y="6180784"/>
                  </a:lnTo>
                  <a:cubicBezTo>
                    <a:pt x="7491262" y="6223309"/>
                    <a:pt x="7473586" y="6266820"/>
                    <a:pt x="7475097" y="6322273"/>
                  </a:cubicBezTo>
                  <a:cubicBezTo>
                    <a:pt x="7479338" y="6477960"/>
                    <a:pt x="7476576" y="6633838"/>
                    <a:pt x="7476576" y="6789642"/>
                  </a:cubicBezTo>
                  <a:lnTo>
                    <a:pt x="7476576" y="6857342"/>
                  </a:lnTo>
                  <a:lnTo>
                    <a:pt x="7192031" y="6857891"/>
                  </a:lnTo>
                  <a:cubicBezTo>
                    <a:pt x="7191786" y="6659293"/>
                    <a:pt x="7191540" y="6460693"/>
                    <a:pt x="7191295" y="6262094"/>
                  </a:cubicBezTo>
                  <a:cubicBezTo>
                    <a:pt x="7191236" y="6250733"/>
                    <a:pt x="7181770" y="6238582"/>
                    <a:pt x="7174614" y="6228225"/>
                  </a:cubicBezTo>
                  <a:lnTo>
                    <a:pt x="6763059" y="5633631"/>
                  </a:lnTo>
                  <a:lnTo>
                    <a:pt x="6592553" y="5386837"/>
                  </a:lnTo>
                  <a:lnTo>
                    <a:pt x="6899547" y="5388073"/>
                  </a:lnTo>
                  <a:cubicBezTo>
                    <a:pt x="6916637" y="5388505"/>
                    <a:pt x="6939751" y="5400874"/>
                    <a:pt x="6949213" y="5415005"/>
                  </a:cubicBezTo>
                  <a:cubicBezTo>
                    <a:pt x="7080369" y="5610833"/>
                    <a:pt x="7209623" y="5807935"/>
                    <a:pt x="7339830" y="6005461"/>
                  </a:cubicBezTo>
                  <a:lnTo>
                    <a:pt x="7733169" y="5411489"/>
                  </a:lnTo>
                  <a:cubicBezTo>
                    <a:pt x="7741643" y="5398828"/>
                    <a:pt x="7762946" y="5388255"/>
                    <a:pt x="7778527" y="5387914"/>
                  </a:cubicBezTo>
                  <a:cubicBezTo>
                    <a:pt x="7827256" y="5386849"/>
                    <a:pt x="7876002" y="5386580"/>
                    <a:pt x="7925843" y="5386578"/>
                  </a:cubicBezTo>
                  <a:close/>
                  <a:moveTo>
                    <a:pt x="0" y="4339315"/>
                  </a:moveTo>
                  <a:lnTo>
                    <a:pt x="811163" y="4339315"/>
                  </a:lnTo>
                  <a:lnTo>
                    <a:pt x="811163" y="5150478"/>
                  </a:lnTo>
                  <a:lnTo>
                    <a:pt x="0" y="5150478"/>
                  </a:lnTo>
                  <a:close/>
                  <a:moveTo>
                    <a:pt x="8692050" y="3525026"/>
                  </a:moveTo>
                  <a:cubicBezTo>
                    <a:pt x="8636001" y="3523509"/>
                    <a:pt x="8575735" y="3542322"/>
                    <a:pt x="8511174" y="3589718"/>
                  </a:cubicBezTo>
                  <a:cubicBezTo>
                    <a:pt x="8428959" y="3650073"/>
                    <a:pt x="8401971" y="3748325"/>
                    <a:pt x="8430649" y="3867257"/>
                  </a:cubicBezTo>
                  <a:cubicBezTo>
                    <a:pt x="8454476" y="3966069"/>
                    <a:pt x="8524530" y="4016435"/>
                    <a:pt x="8624496" y="4045429"/>
                  </a:cubicBezTo>
                  <a:cubicBezTo>
                    <a:pt x="8717147" y="4050651"/>
                    <a:pt x="8798403" y="4034774"/>
                    <a:pt x="8868754" y="3961945"/>
                  </a:cubicBezTo>
                  <a:cubicBezTo>
                    <a:pt x="8962854" y="3864528"/>
                    <a:pt x="8967583" y="3667662"/>
                    <a:pt x="8847624" y="3582323"/>
                  </a:cubicBezTo>
                  <a:cubicBezTo>
                    <a:pt x="8799930" y="3548393"/>
                    <a:pt x="8748098" y="3526544"/>
                    <a:pt x="8692050" y="3525026"/>
                  </a:cubicBezTo>
                  <a:close/>
                  <a:moveTo>
                    <a:pt x="5645492" y="3085506"/>
                  </a:moveTo>
                  <a:cubicBezTo>
                    <a:pt x="5492906" y="3313146"/>
                    <a:pt x="5345482" y="3533083"/>
                    <a:pt x="5192776" y="3760904"/>
                  </a:cubicBezTo>
                  <a:cubicBezTo>
                    <a:pt x="5328554" y="3760904"/>
                    <a:pt x="5454553" y="3760904"/>
                    <a:pt x="5590479" y="3760904"/>
                  </a:cubicBezTo>
                  <a:cubicBezTo>
                    <a:pt x="5608479" y="3760904"/>
                    <a:pt x="5626478" y="3760904"/>
                    <a:pt x="5645492" y="3760904"/>
                  </a:cubicBezTo>
                  <a:cubicBezTo>
                    <a:pt x="5645492" y="3535684"/>
                    <a:pt x="5645492" y="3315537"/>
                    <a:pt x="5645492" y="3085506"/>
                  </a:cubicBezTo>
                  <a:close/>
                  <a:moveTo>
                    <a:pt x="985876" y="2930477"/>
                  </a:moveTo>
                  <a:cubicBezTo>
                    <a:pt x="1141791" y="2930477"/>
                    <a:pt x="1298323" y="2930477"/>
                    <a:pt x="1460595" y="2930477"/>
                  </a:cubicBezTo>
                  <a:cubicBezTo>
                    <a:pt x="1460595" y="3256027"/>
                    <a:pt x="1460595" y="3582138"/>
                    <a:pt x="1460595" y="3913331"/>
                  </a:cubicBezTo>
                  <a:cubicBezTo>
                    <a:pt x="1460595" y="4016401"/>
                    <a:pt x="1460595" y="4114391"/>
                    <a:pt x="1460595" y="4215279"/>
                  </a:cubicBezTo>
                  <a:cubicBezTo>
                    <a:pt x="1379802" y="4215279"/>
                    <a:pt x="1301158" y="4215279"/>
                    <a:pt x="1218487" y="4215279"/>
                  </a:cubicBezTo>
                  <a:cubicBezTo>
                    <a:pt x="1218487" y="3856194"/>
                    <a:pt x="1218487" y="3496440"/>
                    <a:pt x="1218487" y="3132644"/>
                  </a:cubicBezTo>
                  <a:cubicBezTo>
                    <a:pt x="1139343" y="3132644"/>
                    <a:pt x="1064028" y="3132644"/>
                    <a:pt x="985876" y="3132644"/>
                  </a:cubicBezTo>
                  <a:cubicBezTo>
                    <a:pt x="985876" y="3063569"/>
                    <a:pt x="985876" y="2998474"/>
                    <a:pt x="985876" y="2930477"/>
                  </a:cubicBezTo>
                  <a:close/>
                  <a:moveTo>
                    <a:pt x="9297838" y="2929835"/>
                  </a:moveTo>
                  <a:cubicBezTo>
                    <a:pt x="9608105" y="2929835"/>
                    <a:pt x="9917009" y="2929835"/>
                    <a:pt x="10225418" y="2929835"/>
                  </a:cubicBezTo>
                  <a:cubicBezTo>
                    <a:pt x="10245075" y="3054142"/>
                    <a:pt x="10225663" y="3169031"/>
                    <a:pt x="10167599" y="3280951"/>
                  </a:cubicBezTo>
                  <a:cubicBezTo>
                    <a:pt x="10071289" y="3466590"/>
                    <a:pt x="9980901" y="3655325"/>
                    <a:pt x="9889416" y="3843435"/>
                  </a:cubicBezTo>
                  <a:cubicBezTo>
                    <a:pt x="9832330" y="3960809"/>
                    <a:pt x="9778183" y="4079609"/>
                    <a:pt x="9721443" y="4197154"/>
                  </a:cubicBezTo>
                  <a:cubicBezTo>
                    <a:pt x="9716879" y="4206609"/>
                    <a:pt x="9702522" y="4217056"/>
                    <a:pt x="9692518" y="4217258"/>
                  </a:cubicBezTo>
                  <a:cubicBezTo>
                    <a:pt x="9611695" y="4218885"/>
                    <a:pt x="9530822" y="4218170"/>
                    <a:pt x="9441087" y="4218170"/>
                  </a:cubicBezTo>
                  <a:cubicBezTo>
                    <a:pt x="9570886" y="3960932"/>
                    <a:pt x="9697276" y="3710446"/>
                    <a:pt x="9824023" y="3456062"/>
                  </a:cubicBezTo>
                  <a:cubicBezTo>
                    <a:pt x="9878887" y="3348086"/>
                    <a:pt x="9933395" y="3244013"/>
                    <a:pt x="9991573" y="3132933"/>
                  </a:cubicBezTo>
                  <a:cubicBezTo>
                    <a:pt x="9756948" y="3132933"/>
                    <a:pt x="9528487" y="3132933"/>
                    <a:pt x="9297838" y="3132933"/>
                  </a:cubicBezTo>
                  <a:cubicBezTo>
                    <a:pt x="9297838" y="3062224"/>
                    <a:pt x="9297838" y="2997150"/>
                    <a:pt x="9297838" y="2929835"/>
                  </a:cubicBezTo>
                  <a:close/>
                  <a:moveTo>
                    <a:pt x="5878530" y="2927615"/>
                  </a:moveTo>
                  <a:cubicBezTo>
                    <a:pt x="5878530" y="3200721"/>
                    <a:pt x="5878530" y="3472418"/>
                    <a:pt x="5878530" y="3748159"/>
                  </a:cubicBezTo>
                  <a:cubicBezTo>
                    <a:pt x="5950857" y="3748159"/>
                    <a:pt x="6019417" y="3748159"/>
                    <a:pt x="6091223" y="3748159"/>
                  </a:cubicBezTo>
                  <a:cubicBezTo>
                    <a:pt x="6091223" y="3817172"/>
                    <a:pt x="6091223" y="3882292"/>
                    <a:pt x="6091223" y="3951508"/>
                  </a:cubicBezTo>
                  <a:cubicBezTo>
                    <a:pt x="6024661" y="3951508"/>
                    <a:pt x="5956100" y="3951508"/>
                    <a:pt x="5883539" y="3951508"/>
                  </a:cubicBezTo>
                  <a:cubicBezTo>
                    <a:pt x="5883539" y="4040851"/>
                    <a:pt x="5883539" y="4126329"/>
                    <a:pt x="5883539" y="4214979"/>
                  </a:cubicBezTo>
                  <a:cubicBezTo>
                    <a:pt x="5800949" y="4214979"/>
                    <a:pt x="5722296" y="4214979"/>
                    <a:pt x="5637223" y="4214979"/>
                  </a:cubicBezTo>
                  <a:cubicBezTo>
                    <a:pt x="5637223" y="4151419"/>
                    <a:pt x="5637223" y="4086116"/>
                    <a:pt x="5637223" y="4015850"/>
                  </a:cubicBezTo>
                  <a:cubicBezTo>
                    <a:pt x="5637223" y="3994089"/>
                    <a:pt x="5637223" y="3977292"/>
                    <a:pt x="5637223" y="3956480"/>
                  </a:cubicBezTo>
                  <a:cubicBezTo>
                    <a:pt x="5411445" y="3956480"/>
                    <a:pt x="5187163" y="3956480"/>
                    <a:pt x="4956417" y="3956480"/>
                  </a:cubicBezTo>
                  <a:cubicBezTo>
                    <a:pt x="4956417" y="3883990"/>
                    <a:pt x="4951941" y="3814885"/>
                    <a:pt x="4958592" y="3746866"/>
                  </a:cubicBezTo>
                  <a:cubicBezTo>
                    <a:pt x="4961299" y="3719180"/>
                    <a:pt x="4986908" y="3692994"/>
                    <a:pt x="5004249" y="3667594"/>
                  </a:cubicBezTo>
                  <a:cubicBezTo>
                    <a:pt x="5166914" y="3429333"/>
                    <a:pt x="5329806" y="3191224"/>
                    <a:pt x="5493734" y="2953830"/>
                  </a:cubicBezTo>
                  <a:cubicBezTo>
                    <a:pt x="5502212" y="2941552"/>
                    <a:pt x="5520584" y="2929001"/>
                    <a:pt x="5534568" y="2928751"/>
                  </a:cubicBezTo>
                  <a:cubicBezTo>
                    <a:pt x="5647858" y="2926727"/>
                    <a:pt x="5761202" y="2927615"/>
                    <a:pt x="5878530" y="2927615"/>
                  </a:cubicBezTo>
                  <a:close/>
                  <a:moveTo>
                    <a:pt x="6364451" y="2927372"/>
                  </a:moveTo>
                  <a:cubicBezTo>
                    <a:pt x="6624867" y="2927825"/>
                    <a:pt x="6885285" y="2927619"/>
                    <a:pt x="7148538" y="2927619"/>
                  </a:cubicBezTo>
                  <a:cubicBezTo>
                    <a:pt x="7148538" y="2994994"/>
                    <a:pt x="7148538" y="3060057"/>
                    <a:pt x="7148538" y="3130855"/>
                  </a:cubicBezTo>
                  <a:cubicBezTo>
                    <a:pt x="7005893" y="3130855"/>
                    <a:pt x="6862700" y="3130855"/>
                    <a:pt x="6714432" y="3130855"/>
                  </a:cubicBezTo>
                  <a:cubicBezTo>
                    <a:pt x="6655340" y="3130855"/>
                    <a:pt x="6601324" y="3130855"/>
                    <a:pt x="6539468" y="3130855"/>
                  </a:cubicBezTo>
                  <a:cubicBezTo>
                    <a:pt x="6531375" y="3238858"/>
                    <a:pt x="6523394" y="3345380"/>
                    <a:pt x="6515333" y="3452951"/>
                  </a:cubicBezTo>
                  <a:cubicBezTo>
                    <a:pt x="6618323" y="3402337"/>
                    <a:pt x="6726542" y="3366480"/>
                    <a:pt x="6844691" y="3374863"/>
                  </a:cubicBezTo>
                  <a:cubicBezTo>
                    <a:pt x="7056305" y="3389874"/>
                    <a:pt x="7229313" y="3530332"/>
                    <a:pt x="7234021" y="3765370"/>
                  </a:cubicBezTo>
                  <a:cubicBezTo>
                    <a:pt x="7236596" y="3893877"/>
                    <a:pt x="7206630" y="4008952"/>
                    <a:pt x="7118033" y="4100888"/>
                  </a:cubicBezTo>
                  <a:cubicBezTo>
                    <a:pt x="7047940" y="4173622"/>
                    <a:pt x="6959201" y="4222808"/>
                    <a:pt x="6857212" y="4237912"/>
                  </a:cubicBezTo>
                  <a:cubicBezTo>
                    <a:pt x="6714735" y="4259012"/>
                    <a:pt x="6571771" y="4263624"/>
                    <a:pt x="6438671" y="4196969"/>
                  </a:cubicBezTo>
                  <a:cubicBezTo>
                    <a:pt x="6366175" y="4160662"/>
                    <a:pt x="6299023" y="4113686"/>
                    <a:pt x="6227471" y="4070314"/>
                  </a:cubicBezTo>
                  <a:cubicBezTo>
                    <a:pt x="6275034" y="4002055"/>
                    <a:pt x="6314052" y="3946062"/>
                    <a:pt x="6348310" y="3896898"/>
                  </a:cubicBezTo>
                  <a:cubicBezTo>
                    <a:pt x="6427453" y="3941911"/>
                    <a:pt x="6497533" y="3991876"/>
                    <a:pt x="6575090" y="4023526"/>
                  </a:cubicBezTo>
                  <a:cubicBezTo>
                    <a:pt x="6692551" y="4071458"/>
                    <a:pt x="6810969" y="4057399"/>
                    <a:pt x="6909303" y="3974641"/>
                  </a:cubicBezTo>
                  <a:cubicBezTo>
                    <a:pt x="6970477" y="3923155"/>
                    <a:pt x="6999637" y="3847254"/>
                    <a:pt x="6985416" y="3765567"/>
                  </a:cubicBezTo>
                  <a:cubicBezTo>
                    <a:pt x="6968605" y="3668996"/>
                    <a:pt x="6910737" y="3604328"/>
                    <a:pt x="6813771" y="3578099"/>
                  </a:cubicBezTo>
                  <a:cubicBezTo>
                    <a:pt x="6697758" y="3546716"/>
                    <a:pt x="6595428" y="3587481"/>
                    <a:pt x="6501487" y="3646892"/>
                  </a:cubicBezTo>
                  <a:cubicBezTo>
                    <a:pt x="6462886" y="3671305"/>
                    <a:pt x="6429413" y="3677311"/>
                    <a:pt x="6389256" y="3668916"/>
                  </a:cubicBezTo>
                  <a:cubicBezTo>
                    <a:pt x="6355981" y="3661959"/>
                    <a:pt x="6323169" y="3652780"/>
                    <a:pt x="6285089" y="3643328"/>
                  </a:cubicBezTo>
                  <a:cubicBezTo>
                    <a:pt x="6292553" y="3564635"/>
                    <a:pt x="6301025" y="3485463"/>
                    <a:pt x="6307282" y="3406119"/>
                  </a:cubicBezTo>
                  <a:cubicBezTo>
                    <a:pt x="6312282" y="3342741"/>
                    <a:pt x="6314986" y="3279172"/>
                    <a:pt x="6317990" y="3215653"/>
                  </a:cubicBezTo>
                  <a:cubicBezTo>
                    <a:pt x="6321794" y="3135251"/>
                    <a:pt x="6324481" y="3054796"/>
                    <a:pt x="6328504" y="2974406"/>
                  </a:cubicBezTo>
                  <a:cubicBezTo>
                    <a:pt x="6329649" y="2951531"/>
                    <a:pt x="6329836" y="2927312"/>
                    <a:pt x="6364451" y="2927372"/>
                  </a:cubicBezTo>
                  <a:close/>
                  <a:moveTo>
                    <a:pt x="8758475" y="2926219"/>
                  </a:moveTo>
                  <a:cubicBezTo>
                    <a:pt x="8837152" y="2931708"/>
                    <a:pt x="8916499" y="2927610"/>
                    <a:pt x="8995560" y="2927610"/>
                  </a:cubicBezTo>
                  <a:cubicBezTo>
                    <a:pt x="8999269" y="2932281"/>
                    <a:pt x="9002979" y="2936953"/>
                    <a:pt x="9006690" y="2941625"/>
                  </a:cubicBezTo>
                  <a:cubicBezTo>
                    <a:pt x="8849710" y="3083471"/>
                    <a:pt x="8692731" y="3225318"/>
                    <a:pt x="8535752" y="3367163"/>
                  </a:cubicBezTo>
                  <a:cubicBezTo>
                    <a:pt x="8543277" y="3375662"/>
                    <a:pt x="8550803" y="3384160"/>
                    <a:pt x="8558331" y="3392659"/>
                  </a:cubicBezTo>
                  <a:cubicBezTo>
                    <a:pt x="8607146" y="3381830"/>
                    <a:pt x="8655496" y="3367675"/>
                    <a:pt x="8704860" y="3360758"/>
                  </a:cubicBezTo>
                  <a:cubicBezTo>
                    <a:pt x="8893101" y="3334382"/>
                    <a:pt x="9121046" y="3417518"/>
                    <a:pt x="9170298" y="3641543"/>
                  </a:cubicBezTo>
                  <a:cubicBezTo>
                    <a:pt x="9222986" y="3881210"/>
                    <a:pt x="9166972" y="4044461"/>
                    <a:pt x="8944452" y="4184540"/>
                  </a:cubicBezTo>
                  <a:cubicBezTo>
                    <a:pt x="8875241" y="4228107"/>
                    <a:pt x="8793921" y="4247561"/>
                    <a:pt x="8710109" y="4248812"/>
                  </a:cubicBezTo>
                  <a:cubicBezTo>
                    <a:pt x="8608667" y="4250328"/>
                    <a:pt x="8510233" y="4246181"/>
                    <a:pt x="8414892" y="4199488"/>
                  </a:cubicBezTo>
                  <a:cubicBezTo>
                    <a:pt x="8228800" y="4108348"/>
                    <a:pt x="8145432" y="3914017"/>
                    <a:pt x="8174639" y="3709582"/>
                  </a:cubicBezTo>
                  <a:cubicBezTo>
                    <a:pt x="8199398" y="3536289"/>
                    <a:pt x="8283239" y="3398976"/>
                    <a:pt x="8389790" y="3270529"/>
                  </a:cubicBezTo>
                  <a:cubicBezTo>
                    <a:pt x="8468610" y="3175508"/>
                    <a:pt x="8553333" y="3085382"/>
                    <a:pt x="8638165" y="2990573"/>
                  </a:cubicBezTo>
                  <a:cubicBezTo>
                    <a:pt x="8665336" y="2939305"/>
                    <a:pt x="8702747" y="2922332"/>
                    <a:pt x="8758475" y="2926219"/>
                  </a:cubicBezTo>
                  <a:close/>
                  <a:moveTo>
                    <a:pt x="4273726" y="2896604"/>
                  </a:moveTo>
                  <a:cubicBezTo>
                    <a:pt x="4370806" y="2894207"/>
                    <a:pt x="4466040" y="2899780"/>
                    <a:pt x="4556666" y="2937947"/>
                  </a:cubicBezTo>
                  <a:cubicBezTo>
                    <a:pt x="4738938" y="3014717"/>
                    <a:pt x="4832167" y="3186535"/>
                    <a:pt x="4740331" y="3377905"/>
                  </a:cubicBezTo>
                  <a:cubicBezTo>
                    <a:pt x="4699590" y="3462803"/>
                    <a:pt x="4620374" y="3511693"/>
                    <a:pt x="4522212" y="3545423"/>
                  </a:cubicBezTo>
                  <a:cubicBezTo>
                    <a:pt x="4638429" y="3581469"/>
                    <a:pt x="4745225" y="3628333"/>
                    <a:pt x="4778752" y="3746984"/>
                  </a:cubicBezTo>
                  <a:cubicBezTo>
                    <a:pt x="4797318" y="3812682"/>
                    <a:pt x="4783725" y="3887466"/>
                    <a:pt x="4784150" y="3962511"/>
                  </a:cubicBezTo>
                  <a:cubicBezTo>
                    <a:pt x="4739592" y="4114712"/>
                    <a:pt x="4627013" y="4191965"/>
                    <a:pt x="4488992" y="4225932"/>
                  </a:cubicBezTo>
                  <a:cubicBezTo>
                    <a:pt x="4296170" y="4273387"/>
                    <a:pt x="4103656" y="4270199"/>
                    <a:pt x="3935166" y="4144240"/>
                  </a:cubicBezTo>
                  <a:cubicBezTo>
                    <a:pt x="3858955" y="4087266"/>
                    <a:pt x="3816912" y="4004287"/>
                    <a:pt x="3798228" y="3910925"/>
                  </a:cubicBezTo>
                  <a:cubicBezTo>
                    <a:pt x="3792094" y="3880276"/>
                    <a:pt x="3789859" y="3848847"/>
                    <a:pt x="3785418" y="3814508"/>
                  </a:cubicBezTo>
                  <a:cubicBezTo>
                    <a:pt x="3867680" y="3814508"/>
                    <a:pt x="3946596" y="3814508"/>
                    <a:pt x="4028294" y="3814508"/>
                  </a:cubicBezTo>
                  <a:cubicBezTo>
                    <a:pt x="4036097" y="3891611"/>
                    <a:pt x="4054844" y="3964814"/>
                    <a:pt x="4130746" y="4007334"/>
                  </a:cubicBezTo>
                  <a:cubicBezTo>
                    <a:pt x="4225352" y="4060333"/>
                    <a:pt x="4396487" y="4070079"/>
                    <a:pt x="4491308" y="3976822"/>
                  </a:cubicBezTo>
                  <a:cubicBezTo>
                    <a:pt x="4539446" y="3929480"/>
                    <a:pt x="4561747" y="3870661"/>
                    <a:pt x="4546356" y="3805068"/>
                  </a:cubicBezTo>
                  <a:cubicBezTo>
                    <a:pt x="4526098" y="3718717"/>
                    <a:pt x="4465842" y="3664920"/>
                    <a:pt x="4380267" y="3650719"/>
                  </a:cubicBezTo>
                  <a:cubicBezTo>
                    <a:pt x="4304797" y="3638193"/>
                    <a:pt x="4227101" y="3639080"/>
                    <a:pt x="4146777" y="3633807"/>
                  </a:cubicBezTo>
                  <a:cubicBezTo>
                    <a:pt x="4146777" y="3582868"/>
                    <a:pt x="4146777" y="3527901"/>
                    <a:pt x="4146777" y="3472646"/>
                  </a:cubicBezTo>
                  <a:cubicBezTo>
                    <a:pt x="4216668" y="3463872"/>
                    <a:pt x="4289104" y="3458187"/>
                    <a:pt x="4360097" y="3444834"/>
                  </a:cubicBezTo>
                  <a:cubicBezTo>
                    <a:pt x="4421535" y="3433277"/>
                    <a:pt x="4473151" y="3401172"/>
                    <a:pt x="4504650" y="3343917"/>
                  </a:cubicBezTo>
                  <a:cubicBezTo>
                    <a:pt x="4542205" y="3275661"/>
                    <a:pt x="4521866" y="3183247"/>
                    <a:pt x="4453499" y="3139081"/>
                  </a:cubicBezTo>
                  <a:cubicBezTo>
                    <a:pt x="4361812" y="3079850"/>
                    <a:pt x="4174277" y="3084124"/>
                    <a:pt x="4102940" y="3178490"/>
                  </a:cubicBezTo>
                  <a:cubicBezTo>
                    <a:pt x="4076362" y="3213648"/>
                    <a:pt x="4062380" y="3258328"/>
                    <a:pt x="4040863" y="3302329"/>
                  </a:cubicBezTo>
                  <a:cubicBezTo>
                    <a:pt x="3973289" y="3302329"/>
                    <a:pt x="3899059" y="3302329"/>
                    <a:pt x="3818850" y="3302329"/>
                  </a:cubicBezTo>
                  <a:cubicBezTo>
                    <a:pt x="3814157" y="3208778"/>
                    <a:pt x="3846429" y="3127716"/>
                    <a:pt x="3905576" y="3060191"/>
                  </a:cubicBezTo>
                  <a:cubicBezTo>
                    <a:pt x="4001985" y="2950122"/>
                    <a:pt x="4127685" y="2900211"/>
                    <a:pt x="4273726" y="2896604"/>
                  </a:cubicBezTo>
                  <a:close/>
                  <a:moveTo>
                    <a:pt x="2196919" y="2896457"/>
                  </a:moveTo>
                  <a:cubicBezTo>
                    <a:pt x="2314852" y="2894585"/>
                    <a:pt x="2425388" y="2908373"/>
                    <a:pt x="2525811" y="2979855"/>
                  </a:cubicBezTo>
                  <a:cubicBezTo>
                    <a:pt x="2618383" y="3045751"/>
                    <a:pt x="2658423" y="3136604"/>
                    <a:pt x="2669109" y="3242941"/>
                  </a:cubicBezTo>
                  <a:cubicBezTo>
                    <a:pt x="2682764" y="3378809"/>
                    <a:pt x="2631408" y="3494443"/>
                    <a:pt x="2533942" y="3584990"/>
                  </a:cubicBezTo>
                  <a:cubicBezTo>
                    <a:pt x="2405873" y="3703964"/>
                    <a:pt x="2271096" y="3815707"/>
                    <a:pt x="2139427" y="3930814"/>
                  </a:cubicBezTo>
                  <a:cubicBezTo>
                    <a:pt x="2110071" y="3956479"/>
                    <a:pt x="2081640" y="3983203"/>
                    <a:pt x="2047923" y="4013859"/>
                  </a:cubicBezTo>
                  <a:cubicBezTo>
                    <a:pt x="2267895" y="4013859"/>
                    <a:pt x="2480577" y="4013859"/>
                    <a:pt x="2700374" y="4013859"/>
                  </a:cubicBezTo>
                  <a:cubicBezTo>
                    <a:pt x="2700374" y="4074067"/>
                    <a:pt x="2700374" y="4132517"/>
                    <a:pt x="2700355" y="4195879"/>
                  </a:cubicBezTo>
                  <a:cubicBezTo>
                    <a:pt x="2687490" y="4206590"/>
                    <a:pt x="2674659" y="4217420"/>
                    <a:pt x="2661794" y="4217460"/>
                  </a:cubicBezTo>
                  <a:cubicBezTo>
                    <a:pt x="2351952" y="4218404"/>
                    <a:pt x="2042107" y="4218196"/>
                    <a:pt x="1724911" y="4218196"/>
                  </a:cubicBezTo>
                  <a:cubicBezTo>
                    <a:pt x="1724911" y="4150963"/>
                    <a:pt x="1713951" y="4081468"/>
                    <a:pt x="1729133" y="4018252"/>
                  </a:cubicBezTo>
                  <a:cubicBezTo>
                    <a:pt x="1737859" y="3981923"/>
                    <a:pt x="1787619" y="3954216"/>
                    <a:pt x="1821240" y="3925346"/>
                  </a:cubicBezTo>
                  <a:cubicBezTo>
                    <a:pt x="1901777" y="3856194"/>
                    <a:pt x="1984014" y="3789028"/>
                    <a:pt x="2064953" y="3720338"/>
                  </a:cubicBezTo>
                  <a:cubicBezTo>
                    <a:pt x="2137225" y="3659004"/>
                    <a:pt x="2213850" y="3601645"/>
                    <a:pt x="2279028" y="3533429"/>
                  </a:cubicBezTo>
                  <a:cubicBezTo>
                    <a:pt x="2343757" y="3465682"/>
                    <a:pt x="2414588" y="3399673"/>
                    <a:pt x="2417584" y="3290966"/>
                  </a:cubicBezTo>
                  <a:cubicBezTo>
                    <a:pt x="2420298" y="3192497"/>
                    <a:pt x="2346255" y="3112144"/>
                    <a:pt x="2242981" y="3100930"/>
                  </a:cubicBezTo>
                  <a:cubicBezTo>
                    <a:pt x="2093712" y="3084722"/>
                    <a:pt x="1989825" y="3169509"/>
                    <a:pt x="1968487" y="3314967"/>
                  </a:cubicBezTo>
                  <a:cubicBezTo>
                    <a:pt x="1965199" y="3337372"/>
                    <a:pt x="1959278" y="3359391"/>
                    <a:pt x="1954224" y="3383242"/>
                  </a:cubicBezTo>
                  <a:cubicBezTo>
                    <a:pt x="1880415" y="3383242"/>
                    <a:pt x="1806239" y="3383242"/>
                    <a:pt x="1728174" y="3383242"/>
                  </a:cubicBezTo>
                  <a:cubicBezTo>
                    <a:pt x="1713423" y="3289160"/>
                    <a:pt x="1736662" y="3199628"/>
                    <a:pt x="1783250" y="3120351"/>
                  </a:cubicBezTo>
                  <a:cubicBezTo>
                    <a:pt x="1874685" y="2964751"/>
                    <a:pt x="2019028" y="2899282"/>
                    <a:pt x="2196919" y="2896457"/>
                  </a:cubicBezTo>
                  <a:close/>
                  <a:moveTo>
                    <a:pt x="714890" y="3583"/>
                  </a:moveTo>
                  <a:lnTo>
                    <a:pt x="1077659" y="516729"/>
                  </a:lnTo>
                  <a:cubicBezTo>
                    <a:pt x="1137005" y="434704"/>
                    <a:pt x="1194682" y="354982"/>
                    <a:pt x="1257574" y="269873"/>
                  </a:cubicBezTo>
                  <a:lnTo>
                    <a:pt x="1446213" y="3583"/>
                  </a:lnTo>
                  <a:close/>
                  <a:moveTo>
                    <a:pt x="9468081" y="1040"/>
                  </a:moveTo>
                  <a:lnTo>
                    <a:pt x="10728449" y="3563"/>
                  </a:lnTo>
                  <a:cubicBezTo>
                    <a:pt x="10728449" y="41443"/>
                    <a:pt x="10723770" y="77483"/>
                    <a:pt x="10729384" y="111837"/>
                  </a:cubicBezTo>
                  <a:cubicBezTo>
                    <a:pt x="10742737" y="193537"/>
                    <a:pt x="10710893" y="254593"/>
                    <a:pt x="10656749" y="312445"/>
                  </a:cubicBezTo>
                  <a:cubicBezTo>
                    <a:pt x="10505687" y="473851"/>
                    <a:pt x="10357744" y="638169"/>
                    <a:pt x="10207868" y="800692"/>
                  </a:cubicBezTo>
                  <a:cubicBezTo>
                    <a:pt x="10112286" y="904339"/>
                    <a:pt x="10015122" y="1006527"/>
                    <a:pt x="9919345" y="1109999"/>
                  </a:cubicBezTo>
                  <a:cubicBezTo>
                    <a:pt x="9877919" y="1154753"/>
                    <a:pt x="9838202" y="1201089"/>
                    <a:pt x="9793388" y="1251574"/>
                  </a:cubicBezTo>
                  <a:lnTo>
                    <a:pt x="10766729" y="1251574"/>
                  </a:lnTo>
                  <a:lnTo>
                    <a:pt x="10766729" y="1472057"/>
                  </a:lnTo>
                  <a:lnTo>
                    <a:pt x="9437864" y="1472057"/>
                  </a:lnTo>
                  <a:cubicBezTo>
                    <a:pt x="9437864" y="1400663"/>
                    <a:pt x="9437316" y="1331580"/>
                    <a:pt x="9438457" y="1262524"/>
                  </a:cubicBezTo>
                  <a:cubicBezTo>
                    <a:pt x="9438627" y="1252280"/>
                    <a:pt x="9444704" y="1240426"/>
                    <a:pt x="9451572" y="1232298"/>
                  </a:cubicBezTo>
                  <a:cubicBezTo>
                    <a:pt x="9478479" y="1200467"/>
                    <a:pt x="9506649" y="1169692"/>
                    <a:pt x="9534623" y="1138774"/>
                  </a:cubicBezTo>
                  <a:lnTo>
                    <a:pt x="9827784" y="815322"/>
                  </a:lnTo>
                  <a:lnTo>
                    <a:pt x="10188797" y="423262"/>
                  </a:lnTo>
                  <a:cubicBezTo>
                    <a:pt x="10246775" y="359807"/>
                    <a:pt x="10302814" y="294584"/>
                    <a:pt x="10364967" y="224238"/>
                  </a:cubicBezTo>
                  <a:lnTo>
                    <a:pt x="9468081" y="224238"/>
                  </a:lnTo>
                  <a:close/>
                  <a:moveTo>
                    <a:pt x="1823369" y="966"/>
                  </a:moveTo>
                  <a:lnTo>
                    <a:pt x="1819268" y="1466"/>
                  </a:lnTo>
                  <a:cubicBezTo>
                    <a:pt x="1803247" y="8754"/>
                    <a:pt x="1784214" y="15488"/>
                    <a:pt x="1773964" y="28433"/>
                  </a:cubicBezTo>
                  <a:cubicBezTo>
                    <a:pt x="1691033" y="133169"/>
                    <a:pt x="1609933" y="239351"/>
                    <a:pt x="1528113" y="344968"/>
                  </a:cubicBezTo>
                  <a:lnTo>
                    <a:pt x="1244361" y="710733"/>
                  </a:lnTo>
                  <a:lnTo>
                    <a:pt x="1829524" y="1474434"/>
                  </a:lnTo>
                  <a:lnTo>
                    <a:pt x="1498219" y="1473361"/>
                  </a:lnTo>
                  <a:cubicBezTo>
                    <a:pt x="1482662" y="1473055"/>
                    <a:pt x="1461882" y="1462320"/>
                    <a:pt x="1452812" y="1449724"/>
                  </a:cubicBezTo>
                  <a:cubicBezTo>
                    <a:pt x="1325272" y="1272565"/>
                    <a:pt x="1199347" y="1094244"/>
                    <a:pt x="1071700" y="914334"/>
                  </a:cubicBezTo>
                  <a:cubicBezTo>
                    <a:pt x="956378" y="1073819"/>
                    <a:pt x="840698" y="1228671"/>
                    <a:pt x="731127" y="1387731"/>
                  </a:cubicBezTo>
                  <a:cubicBezTo>
                    <a:pt x="684162" y="1455910"/>
                    <a:pt x="630573" y="1491027"/>
                    <a:pt x="546908" y="1475097"/>
                  </a:cubicBezTo>
                  <a:cubicBezTo>
                    <a:pt x="524028" y="1470742"/>
                    <a:pt x="499613" y="1474438"/>
                    <a:pt x="475904" y="1474438"/>
                  </a:cubicBezTo>
                  <a:lnTo>
                    <a:pt x="325055" y="1474438"/>
                  </a:lnTo>
                  <a:lnTo>
                    <a:pt x="909277" y="719898"/>
                  </a:lnTo>
                  <a:lnTo>
                    <a:pt x="403230" y="59944"/>
                  </a:lnTo>
                  <a:cubicBezTo>
                    <a:pt x="386809" y="38608"/>
                    <a:pt x="375253" y="31791"/>
                    <a:pt x="347276" y="3639"/>
                  </a:cubicBezTo>
                  <a:close/>
                  <a:moveTo>
                    <a:pt x="9409429" y="923"/>
                  </a:moveTo>
                  <a:lnTo>
                    <a:pt x="9468081" y="923"/>
                  </a:lnTo>
                  <a:lnTo>
                    <a:pt x="9468081" y="1040"/>
                  </a:lnTo>
                  <a:close/>
                  <a:moveTo>
                    <a:pt x="1831305" y="0"/>
                  </a:moveTo>
                  <a:cubicBezTo>
                    <a:pt x="1835659" y="264"/>
                    <a:pt x="1840195" y="928"/>
                    <a:pt x="1844428" y="928"/>
                  </a:cubicBezTo>
                  <a:lnTo>
                    <a:pt x="1823369" y="966"/>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86" name="Group 2785">
            <a:extLst>
              <a:ext uri="{FF2B5EF4-FFF2-40B4-BE49-F238E27FC236}">
                <a16:creationId xmlns:a16="http://schemas.microsoft.com/office/drawing/2014/main" id="{9F116B77-2D68-A681-1459-C801BA5FF06B}"/>
              </a:ext>
              <a:ext uri="{C183D7F6-B498-43B3-948B-1728B52AA6E4}">
                <adec:decorative xmlns:adec="http://schemas.microsoft.com/office/drawing/2017/decorative" val="1"/>
              </a:ext>
            </a:extLst>
          </p:cNvPr>
          <p:cNvGrpSpPr>
            <a:grpSpLocks noChangeAspect="1"/>
          </p:cNvGrpSpPr>
          <p:nvPr/>
        </p:nvGrpSpPr>
        <p:grpSpPr>
          <a:xfrm>
            <a:off x="5262819" y="4343071"/>
            <a:ext cx="454398" cy="457200"/>
            <a:chOff x="5262819" y="4343071"/>
            <a:chExt cx="454398" cy="457200"/>
          </a:xfrm>
          <a:solidFill>
            <a:srgbClr val="FF0000"/>
          </a:solidFill>
        </p:grpSpPr>
        <p:sp>
          <p:nvSpPr>
            <p:cNvPr id="2145" name="Freeform: Shape 2144">
              <a:extLst>
                <a:ext uri="{FF2B5EF4-FFF2-40B4-BE49-F238E27FC236}">
                  <a16:creationId xmlns:a16="http://schemas.microsoft.com/office/drawing/2014/main" id="{102A9A74-0D23-4A68-537B-5EF2C7028FC5}"/>
                </a:ext>
                <a:ext uri="{C183D7F6-B498-43B3-948B-1728B52AA6E4}">
                  <adec:decorative xmlns:adec="http://schemas.microsoft.com/office/drawing/2017/decorative" val="1"/>
                </a:ext>
              </a:extLst>
            </p:cNvPr>
            <p:cNvSpPr/>
            <p:nvPr/>
          </p:nvSpPr>
          <p:spPr>
            <a:xfrm>
              <a:off x="5268809" y="4349904"/>
              <a:ext cx="448408" cy="450367"/>
            </a:xfrm>
            <a:custGeom>
              <a:avLst/>
              <a:gdLst>
                <a:gd name="connsiteX0" fmla="*/ 4719873 w 6726119"/>
                <a:gd name="connsiteY0" fmla="*/ 4822250 h 6755509"/>
                <a:gd name="connsiteX1" fmla="*/ 4719873 w 6726119"/>
                <a:gd name="connsiteY1" fmla="*/ 5216457 h 6755509"/>
                <a:gd name="connsiteX2" fmla="*/ 5114081 w 6726119"/>
                <a:gd name="connsiteY2" fmla="*/ 5216457 h 6755509"/>
                <a:gd name="connsiteX3" fmla="*/ 5114081 w 6726119"/>
                <a:gd name="connsiteY3" fmla="*/ 4822250 h 6755509"/>
                <a:gd name="connsiteX4" fmla="*/ 1582169 w 6726119"/>
                <a:gd name="connsiteY4" fmla="*/ 4822250 h 6755509"/>
                <a:gd name="connsiteX5" fmla="*/ 1582169 w 6726119"/>
                <a:gd name="connsiteY5" fmla="*/ 5216457 h 6755509"/>
                <a:gd name="connsiteX6" fmla="*/ 1976377 w 6726119"/>
                <a:gd name="connsiteY6" fmla="*/ 5216457 h 6755509"/>
                <a:gd name="connsiteX7" fmla="*/ 1976377 w 6726119"/>
                <a:gd name="connsiteY7" fmla="*/ 4822250 h 6755509"/>
                <a:gd name="connsiteX8" fmla="*/ 2354474 w 6726119"/>
                <a:gd name="connsiteY8" fmla="*/ 4297058 h 6755509"/>
                <a:gd name="connsiteX9" fmla="*/ 2354474 w 6726119"/>
                <a:gd name="connsiteY9" fmla="*/ 5398758 h 6755509"/>
                <a:gd name="connsiteX10" fmla="*/ 4347573 w 6726119"/>
                <a:gd name="connsiteY10" fmla="*/ 5398758 h 6755509"/>
                <a:gd name="connsiteX11" fmla="*/ 4347573 w 6726119"/>
                <a:gd name="connsiteY11" fmla="*/ 4297058 h 6755509"/>
                <a:gd name="connsiteX12" fmla="*/ 4719873 w 6726119"/>
                <a:gd name="connsiteY12" fmla="*/ 4266623 h 6755509"/>
                <a:gd name="connsiteX13" fmla="*/ 4719873 w 6726119"/>
                <a:gd name="connsiteY13" fmla="*/ 4656355 h 6755509"/>
                <a:gd name="connsiteX14" fmla="*/ 5114081 w 6726119"/>
                <a:gd name="connsiteY14" fmla="*/ 4656355 h 6755509"/>
                <a:gd name="connsiteX15" fmla="*/ 5114081 w 6726119"/>
                <a:gd name="connsiteY15" fmla="*/ 4266623 h 6755509"/>
                <a:gd name="connsiteX16" fmla="*/ 1582169 w 6726119"/>
                <a:gd name="connsiteY16" fmla="*/ 4266623 h 6755509"/>
                <a:gd name="connsiteX17" fmla="*/ 1582169 w 6726119"/>
                <a:gd name="connsiteY17" fmla="*/ 4656355 h 6755509"/>
                <a:gd name="connsiteX18" fmla="*/ 1976377 w 6726119"/>
                <a:gd name="connsiteY18" fmla="*/ 4656355 h 6755509"/>
                <a:gd name="connsiteX19" fmla="*/ 1976377 w 6726119"/>
                <a:gd name="connsiteY19" fmla="*/ 4266623 h 6755509"/>
                <a:gd name="connsiteX20" fmla="*/ 4719873 w 6726119"/>
                <a:gd name="connsiteY20" fmla="*/ 3706529 h 6755509"/>
                <a:gd name="connsiteX21" fmla="*/ 4719873 w 6726119"/>
                <a:gd name="connsiteY21" fmla="*/ 4096254 h 6755509"/>
                <a:gd name="connsiteX22" fmla="*/ 5114081 w 6726119"/>
                <a:gd name="connsiteY22" fmla="*/ 4096254 h 6755509"/>
                <a:gd name="connsiteX23" fmla="*/ 5114081 w 6726119"/>
                <a:gd name="connsiteY23" fmla="*/ 3706529 h 6755509"/>
                <a:gd name="connsiteX24" fmla="*/ 1582169 w 6726119"/>
                <a:gd name="connsiteY24" fmla="*/ 3706529 h 6755509"/>
                <a:gd name="connsiteX25" fmla="*/ 1582169 w 6726119"/>
                <a:gd name="connsiteY25" fmla="*/ 4096254 h 6755509"/>
                <a:gd name="connsiteX26" fmla="*/ 1976377 w 6726119"/>
                <a:gd name="connsiteY26" fmla="*/ 4096254 h 6755509"/>
                <a:gd name="connsiteX27" fmla="*/ 1976377 w 6726119"/>
                <a:gd name="connsiteY27" fmla="*/ 3706529 h 6755509"/>
                <a:gd name="connsiteX28" fmla="*/ 4719873 w 6726119"/>
                <a:gd name="connsiteY28" fmla="*/ 3146429 h 6755509"/>
                <a:gd name="connsiteX29" fmla="*/ 4719873 w 6726119"/>
                <a:gd name="connsiteY29" fmla="*/ 3536152 h 6755509"/>
                <a:gd name="connsiteX30" fmla="*/ 5114081 w 6726119"/>
                <a:gd name="connsiteY30" fmla="*/ 3536152 h 6755509"/>
                <a:gd name="connsiteX31" fmla="*/ 5114081 w 6726119"/>
                <a:gd name="connsiteY31" fmla="*/ 3146429 h 6755509"/>
                <a:gd name="connsiteX32" fmla="*/ 1582169 w 6726119"/>
                <a:gd name="connsiteY32" fmla="*/ 3146428 h 6755509"/>
                <a:gd name="connsiteX33" fmla="*/ 1582169 w 6726119"/>
                <a:gd name="connsiteY33" fmla="*/ 3536152 h 6755509"/>
                <a:gd name="connsiteX34" fmla="*/ 1976377 w 6726119"/>
                <a:gd name="connsiteY34" fmla="*/ 3536152 h 6755509"/>
                <a:gd name="connsiteX35" fmla="*/ 1976377 w 6726119"/>
                <a:gd name="connsiteY35" fmla="*/ 3146428 h 6755509"/>
                <a:gd name="connsiteX36" fmla="*/ 2354474 w 6726119"/>
                <a:gd name="connsiteY36" fmla="*/ 2780755 h 6755509"/>
                <a:gd name="connsiteX37" fmla="*/ 2354474 w 6726119"/>
                <a:gd name="connsiteY37" fmla="*/ 3901828 h 6755509"/>
                <a:gd name="connsiteX38" fmla="*/ 4347573 w 6726119"/>
                <a:gd name="connsiteY38" fmla="*/ 3901828 h 6755509"/>
                <a:gd name="connsiteX39" fmla="*/ 4347573 w 6726119"/>
                <a:gd name="connsiteY39" fmla="*/ 2780755 h 6755509"/>
                <a:gd name="connsiteX40" fmla="*/ 4719873 w 6726119"/>
                <a:gd name="connsiteY40" fmla="*/ 2586326 h 6755509"/>
                <a:gd name="connsiteX41" fmla="*/ 4719873 w 6726119"/>
                <a:gd name="connsiteY41" fmla="*/ 2976051 h 6755509"/>
                <a:gd name="connsiteX42" fmla="*/ 5114081 w 6726119"/>
                <a:gd name="connsiteY42" fmla="*/ 2976051 h 6755509"/>
                <a:gd name="connsiteX43" fmla="*/ 5114081 w 6726119"/>
                <a:gd name="connsiteY43" fmla="*/ 2586326 h 6755509"/>
                <a:gd name="connsiteX44" fmla="*/ 1582169 w 6726119"/>
                <a:gd name="connsiteY44" fmla="*/ 2586326 h 6755509"/>
                <a:gd name="connsiteX45" fmla="*/ 1582169 w 6726119"/>
                <a:gd name="connsiteY45" fmla="*/ 2976051 h 6755509"/>
                <a:gd name="connsiteX46" fmla="*/ 1976377 w 6726119"/>
                <a:gd name="connsiteY46" fmla="*/ 2976051 h 6755509"/>
                <a:gd name="connsiteX47" fmla="*/ 1976377 w 6726119"/>
                <a:gd name="connsiteY47" fmla="*/ 2586326 h 6755509"/>
                <a:gd name="connsiteX48" fmla="*/ 4719873 w 6726119"/>
                <a:gd name="connsiteY48" fmla="*/ 2026225 h 6755509"/>
                <a:gd name="connsiteX49" fmla="*/ 4719873 w 6726119"/>
                <a:gd name="connsiteY49" fmla="*/ 2415954 h 6755509"/>
                <a:gd name="connsiteX50" fmla="*/ 5114081 w 6726119"/>
                <a:gd name="connsiteY50" fmla="*/ 2415954 h 6755509"/>
                <a:gd name="connsiteX51" fmla="*/ 5114081 w 6726119"/>
                <a:gd name="connsiteY51" fmla="*/ 2026225 h 6755509"/>
                <a:gd name="connsiteX52" fmla="*/ 1582169 w 6726119"/>
                <a:gd name="connsiteY52" fmla="*/ 2026225 h 6755509"/>
                <a:gd name="connsiteX53" fmla="*/ 1582169 w 6726119"/>
                <a:gd name="connsiteY53" fmla="*/ 2415954 h 6755509"/>
                <a:gd name="connsiteX54" fmla="*/ 1976377 w 6726119"/>
                <a:gd name="connsiteY54" fmla="*/ 2415954 h 6755509"/>
                <a:gd name="connsiteX55" fmla="*/ 1976377 w 6726119"/>
                <a:gd name="connsiteY55" fmla="*/ 2026225 h 6755509"/>
                <a:gd name="connsiteX56" fmla="*/ 4719873 w 6726119"/>
                <a:gd name="connsiteY56" fmla="*/ 1466123 h 6755509"/>
                <a:gd name="connsiteX57" fmla="*/ 4719873 w 6726119"/>
                <a:gd name="connsiteY57" fmla="*/ 1860331 h 6755509"/>
                <a:gd name="connsiteX58" fmla="*/ 5114081 w 6726119"/>
                <a:gd name="connsiteY58" fmla="*/ 1860331 h 6755509"/>
                <a:gd name="connsiteX59" fmla="*/ 5114081 w 6726119"/>
                <a:gd name="connsiteY59" fmla="*/ 1466123 h 6755509"/>
                <a:gd name="connsiteX60" fmla="*/ 1582169 w 6726119"/>
                <a:gd name="connsiteY60" fmla="*/ 1466123 h 6755509"/>
                <a:gd name="connsiteX61" fmla="*/ 1582169 w 6726119"/>
                <a:gd name="connsiteY61" fmla="*/ 1860331 h 6755509"/>
                <a:gd name="connsiteX62" fmla="*/ 1976377 w 6726119"/>
                <a:gd name="connsiteY62" fmla="*/ 1860331 h 6755509"/>
                <a:gd name="connsiteX63" fmla="*/ 1976377 w 6726119"/>
                <a:gd name="connsiteY63" fmla="*/ 1466123 h 6755509"/>
                <a:gd name="connsiteX64" fmla="*/ 2354474 w 6726119"/>
                <a:gd name="connsiteY64" fmla="*/ 1283818 h 6755509"/>
                <a:gd name="connsiteX65" fmla="*/ 2354474 w 6726119"/>
                <a:gd name="connsiteY65" fmla="*/ 2385525 h 6755509"/>
                <a:gd name="connsiteX66" fmla="*/ 4347573 w 6726119"/>
                <a:gd name="connsiteY66" fmla="*/ 2385525 h 6755509"/>
                <a:gd name="connsiteX67" fmla="*/ 4347573 w 6726119"/>
                <a:gd name="connsiteY67" fmla="*/ 1283818 h 6755509"/>
                <a:gd name="connsiteX68" fmla="*/ 4347573 w 6726119"/>
                <a:gd name="connsiteY68" fmla="*/ 1058202 h 6755509"/>
                <a:gd name="connsiteX69" fmla="*/ 4577807 w 6726119"/>
                <a:gd name="connsiteY69" fmla="*/ 1058202 h 6755509"/>
                <a:gd name="connsiteX70" fmla="*/ 4577807 w 6726119"/>
                <a:gd name="connsiteY70" fmla="*/ 1058648 h 6755509"/>
                <a:gd name="connsiteX71" fmla="*/ 4719873 w 6726119"/>
                <a:gd name="connsiteY71" fmla="*/ 1058648 h 6755509"/>
                <a:gd name="connsiteX72" fmla="*/ 4719873 w 6726119"/>
                <a:gd name="connsiteY72" fmla="*/ 1300233 h 6755509"/>
                <a:gd name="connsiteX73" fmla="*/ 5114081 w 6726119"/>
                <a:gd name="connsiteY73" fmla="*/ 1300233 h 6755509"/>
                <a:gd name="connsiteX74" fmla="*/ 5114081 w 6726119"/>
                <a:gd name="connsiteY74" fmla="*/ 1058648 h 6755509"/>
                <a:gd name="connsiteX75" fmla="*/ 5280697 w 6726119"/>
                <a:gd name="connsiteY75" fmla="*/ 1058648 h 6755509"/>
                <a:gd name="connsiteX76" fmla="*/ 5280697 w 6726119"/>
                <a:gd name="connsiteY76" fmla="*/ 1058202 h 6755509"/>
                <a:gd name="connsiteX77" fmla="*/ 5510931 w 6726119"/>
                <a:gd name="connsiteY77" fmla="*/ 1058202 h 6755509"/>
                <a:gd name="connsiteX78" fmla="*/ 5510931 w 6726119"/>
                <a:gd name="connsiteY78" fmla="*/ 5624369 h 6755509"/>
                <a:gd name="connsiteX79" fmla="*/ 5280697 w 6726119"/>
                <a:gd name="connsiteY79" fmla="*/ 5624369 h 6755509"/>
                <a:gd name="connsiteX80" fmla="*/ 5280697 w 6726119"/>
                <a:gd name="connsiteY80" fmla="*/ 5623932 h 6755509"/>
                <a:gd name="connsiteX81" fmla="*/ 5114081 w 6726119"/>
                <a:gd name="connsiteY81" fmla="*/ 5623932 h 6755509"/>
                <a:gd name="connsiteX82" fmla="*/ 5114081 w 6726119"/>
                <a:gd name="connsiteY82" fmla="*/ 5382344 h 6755509"/>
                <a:gd name="connsiteX83" fmla="*/ 4719873 w 6726119"/>
                <a:gd name="connsiteY83" fmla="*/ 5382344 h 6755509"/>
                <a:gd name="connsiteX84" fmla="*/ 4719873 w 6726119"/>
                <a:gd name="connsiteY84" fmla="*/ 5623932 h 6755509"/>
                <a:gd name="connsiteX85" fmla="*/ 4577807 w 6726119"/>
                <a:gd name="connsiteY85" fmla="*/ 5623932 h 6755509"/>
                <a:gd name="connsiteX86" fmla="*/ 4577807 w 6726119"/>
                <a:gd name="connsiteY86" fmla="*/ 5624369 h 6755509"/>
                <a:gd name="connsiteX87" fmla="*/ 4347573 w 6726119"/>
                <a:gd name="connsiteY87" fmla="*/ 5624369 h 6755509"/>
                <a:gd name="connsiteX88" fmla="*/ 4347573 w 6726119"/>
                <a:gd name="connsiteY88" fmla="*/ 5623932 h 6755509"/>
                <a:gd name="connsiteX89" fmla="*/ 2354474 w 6726119"/>
                <a:gd name="connsiteY89" fmla="*/ 5623932 h 6755509"/>
                <a:gd name="connsiteX90" fmla="*/ 2354474 w 6726119"/>
                <a:gd name="connsiteY90" fmla="*/ 5624369 h 6755509"/>
                <a:gd name="connsiteX91" fmla="*/ 2124240 w 6726119"/>
                <a:gd name="connsiteY91" fmla="*/ 5624369 h 6755509"/>
                <a:gd name="connsiteX92" fmla="*/ 2124240 w 6726119"/>
                <a:gd name="connsiteY92" fmla="*/ 5623932 h 6755509"/>
                <a:gd name="connsiteX93" fmla="*/ 1976377 w 6726119"/>
                <a:gd name="connsiteY93" fmla="*/ 5623932 h 6755509"/>
                <a:gd name="connsiteX94" fmla="*/ 1976377 w 6726119"/>
                <a:gd name="connsiteY94" fmla="*/ 5382344 h 6755509"/>
                <a:gd name="connsiteX95" fmla="*/ 1582169 w 6726119"/>
                <a:gd name="connsiteY95" fmla="*/ 5382344 h 6755509"/>
                <a:gd name="connsiteX96" fmla="*/ 1582169 w 6726119"/>
                <a:gd name="connsiteY96" fmla="*/ 5623932 h 6755509"/>
                <a:gd name="connsiteX97" fmla="*/ 1409812 w 6726119"/>
                <a:gd name="connsiteY97" fmla="*/ 5623932 h 6755509"/>
                <a:gd name="connsiteX98" fmla="*/ 1409812 w 6726119"/>
                <a:gd name="connsiteY98" fmla="*/ 5624369 h 6755509"/>
                <a:gd name="connsiteX99" fmla="*/ 1179578 w 6726119"/>
                <a:gd name="connsiteY99" fmla="*/ 5624369 h 6755509"/>
                <a:gd name="connsiteX100" fmla="*/ 1179578 w 6726119"/>
                <a:gd name="connsiteY100" fmla="*/ 1058203 h 6755509"/>
                <a:gd name="connsiteX101" fmla="*/ 1409812 w 6726119"/>
                <a:gd name="connsiteY101" fmla="*/ 1058203 h 6755509"/>
                <a:gd name="connsiteX102" fmla="*/ 1409812 w 6726119"/>
                <a:gd name="connsiteY102" fmla="*/ 1058648 h 6755509"/>
                <a:gd name="connsiteX103" fmla="*/ 1582169 w 6726119"/>
                <a:gd name="connsiteY103" fmla="*/ 1058648 h 6755509"/>
                <a:gd name="connsiteX104" fmla="*/ 1582169 w 6726119"/>
                <a:gd name="connsiteY104" fmla="*/ 1300233 h 6755509"/>
                <a:gd name="connsiteX105" fmla="*/ 1976377 w 6726119"/>
                <a:gd name="connsiteY105" fmla="*/ 1300233 h 6755509"/>
                <a:gd name="connsiteX106" fmla="*/ 1976377 w 6726119"/>
                <a:gd name="connsiteY106" fmla="*/ 1058648 h 6755509"/>
                <a:gd name="connsiteX107" fmla="*/ 2124240 w 6726119"/>
                <a:gd name="connsiteY107" fmla="*/ 1058648 h 6755509"/>
                <a:gd name="connsiteX108" fmla="*/ 2124240 w 6726119"/>
                <a:gd name="connsiteY108" fmla="*/ 1058202 h 6755509"/>
                <a:gd name="connsiteX109" fmla="*/ 2354474 w 6726119"/>
                <a:gd name="connsiteY109" fmla="*/ 1058202 h 6755509"/>
                <a:gd name="connsiteX110" fmla="*/ 2354474 w 6726119"/>
                <a:gd name="connsiteY110" fmla="*/ 1058644 h 6755509"/>
                <a:gd name="connsiteX111" fmla="*/ 4347573 w 6726119"/>
                <a:gd name="connsiteY111" fmla="*/ 1058644 h 6755509"/>
                <a:gd name="connsiteX112" fmla="*/ 2345970 w 6726119"/>
                <a:gd name="connsiteY112" fmla="*/ 0 h 6755509"/>
                <a:gd name="connsiteX113" fmla="*/ 6370953 w 6726119"/>
                <a:gd name="connsiteY113" fmla="*/ 0 h 6755509"/>
                <a:gd name="connsiteX114" fmla="*/ 6370953 w 6726119"/>
                <a:gd name="connsiteY114" fmla="*/ 5530 h 6755509"/>
                <a:gd name="connsiteX115" fmla="*/ 6401458 w 6726119"/>
                <a:gd name="connsiteY115" fmla="*/ 8892 h 6755509"/>
                <a:gd name="connsiteX116" fmla="*/ 6701123 w 6726119"/>
                <a:gd name="connsiteY116" fmla="*/ 279107 h 6755509"/>
                <a:gd name="connsiteX117" fmla="*/ 6703324 w 6726119"/>
                <a:gd name="connsiteY117" fmla="*/ 287274 h 6755509"/>
                <a:gd name="connsiteX118" fmla="*/ 6720626 w 6726119"/>
                <a:gd name="connsiteY118" fmla="*/ 287274 h 6755509"/>
                <a:gd name="connsiteX119" fmla="*/ 6720626 w 6726119"/>
                <a:gd name="connsiteY119" fmla="*/ 358594 h 6755509"/>
                <a:gd name="connsiteX120" fmla="*/ 6726119 w 6726119"/>
                <a:gd name="connsiteY120" fmla="*/ 420024 h 6755509"/>
                <a:gd name="connsiteX121" fmla="*/ 6726119 w 6726119"/>
                <a:gd name="connsiteY121" fmla="*/ 6755509 h 6755509"/>
                <a:gd name="connsiteX122" fmla="*/ 6528119 w 6726119"/>
                <a:gd name="connsiteY122" fmla="*/ 6755509 h 6755509"/>
                <a:gd name="connsiteX123" fmla="*/ 6528119 w 6726119"/>
                <a:gd name="connsiteY123" fmla="*/ 6750733 h 6755509"/>
                <a:gd name="connsiteX124" fmla="*/ 396745 w 6726119"/>
                <a:gd name="connsiteY124" fmla="*/ 6750733 h 6755509"/>
                <a:gd name="connsiteX125" fmla="*/ 120429 w 6726119"/>
                <a:gd name="connsiteY125" fmla="*/ 6636191 h 6755509"/>
                <a:gd name="connsiteX126" fmla="*/ 8388 w 6726119"/>
                <a:gd name="connsiteY126" fmla="*/ 6429722 h 6755509"/>
                <a:gd name="connsiteX127" fmla="*/ 8296 w 6726119"/>
                <a:gd name="connsiteY127" fmla="*/ 6428820 h 6755509"/>
                <a:gd name="connsiteX128" fmla="*/ 8 w 6726119"/>
                <a:gd name="connsiteY128" fmla="*/ 6428820 h 6755509"/>
                <a:gd name="connsiteX129" fmla="*/ 8 w 6726119"/>
                <a:gd name="connsiteY129" fmla="*/ 6347330 h 6755509"/>
                <a:gd name="connsiteX130" fmla="*/ 0 w 6726119"/>
                <a:gd name="connsiteY130" fmla="*/ 6347251 h 6755509"/>
                <a:gd name="connsiteX131" fmla="*/ 0 w 6726119"/>
                <a:gd name="connsiteY131" fmla="*/ 5373486 h 6755509"/>
                <a:gd name="connsiteX132" fmla="*/ 0 w 6726119"/>
                <a:gd name="connsiteY132" fmla="*/ 3024609 h 6755509"/>
                <a:gd name="connsiteX133" fmla="*/ 0 w 6726119"/>
                <a:gd name="connsiteY133" fmla="*/ 799300 h 6755509"/>
                <a:gd name="connsiteX134" fmla="*/ 389528 w 6726119"/>
                <a:gd name="connsiteY134" fmla="*/ 799300 h 6755509"/>
                <a:gd name="connsiteX135" fmla="*/ 389528 w 6726119"/>
                <a:gd name="connsiteY135" fmla="*/ 2786703 h 6755509"/>
                <a:gd name="connsiteX136" fmla="*/ 389536 w 6726119"/>
                <a:gd name="connsiteY136" fmla="*/ 2786703 h 6755509"/>
                <a:gd name="connsiteX137" fmla="*/ 389536 w 6726119"/>
                <a:gd name="connsiteY137" fmla="*/ 6400808 h 6755509"/>
                <a:gd name="connsiteX138" fmla="*/ 389544 w 6726119"/>
                <a:gd name="connsiteY138" fmla="*/ 6400808 h 6755509"/>
                <a:gd name="connsiteX139" fmla="*/ 389544 w 6726119"/>
                <a:gd name="connsiteY139" fmla="*/ 6334350 h 6755509"/>
                <a:gd name="connsiteX140" fmla="*/ 6331098 w 6726119"/>
                <a:gd name="connsiteY140" fmla="*/ 6334350 h 6755509"/>
                <a:gd name="connsiteX141" fmla="*/ 6331098 w 6726119"/>
                <a:gd name="connsiteY141" fmla="*/ 392290 h 6755509"/>
                <a:gd name="connsiteX142" fmla="*/ 5253936 w 6726119"/>
                <a:gd name="connsiteY142" fmla="*/ 392290 h 6755509"/>
                <a:gd name="connsiteX143" fmla="*/ 5253936 w 6726119"/>
                <a:gd name="connsiteY143" fmla="*/ 392290 h 6755509"/>
                <a:gd name="connsiteX144" fmla="*/ 821820 w 6726119"/>
                <a:gd name="connsiteY144" fmla="*/ 392290 h 6755509"/>
                <a:gd name="connsiteX145" fmla="*/ 821820 w 6726119"/>
                <a:gd name="connsiteY145" fmla="*/ 1 h 6755509"/>
                <a:gd name="connsiteX146" fmla="*/ 2345970 w 6726119"/>
                <a:gd name="connsiteY146" fmla="*/ 1 h 67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726119" h="6755509">
                  <a:moveTo>
                    <a:pt x="4719873" y="4822250"/>
                  </a:moveTo>
                  <a:lnTo>
                    <a:pt x="4719873" y="5216457"/>
                  </a:lnTo>
                  <a:lnTo>
                    <a:pt x="5114081" y="5216457"/>
                  </a:lnTo>
                  <a:lnTo>
                    <a:pt x="5114081" y="4822250"/>
                  </a:lnTo>
                  <a:close/>
                  <a:moveTo>
                    <a:pt x="1582169" y="4822250"/>
                  </a:moveTo>
                  <a:lnTo>
                    <a:pt x="1582169" y="5216457"/>
                  </a:lnTo>
                  <a:lnTo>
                    <a:pt x="1976377" y="5216457"/>
                  </a:lnTo>
                  <a:lnTo>
                    <a:pt x="1976377" y="4822250"/>
                  </a:lnTo>
                  <a:close/>
                  <a:moveTo>
                    <a:pt x="2354474" y="4297058"/>
                  </a:moveTo>
                  <a:lnTo>
                    <a:pt x="2354474" y="5398758"/>
                  </a:lnTo>
                  <a:lnTo>
                    <a:pt x="4347573" y="5398758"/>
                  </a:lnTo>
                  <a:lnTo>
                    <a:pt x="4347573" y="4297058"/>
                  </a:lnTo>
                  <a:close/>
                  <a:moveTo>
                    <a:pt x="4719873" y="4266623"/>
                  </a:moveTo>
                  <a:lnTo>
                    <a:pt x="4719873" y="4656355"/>
                  </a:lnTo>
                  <a:lnTo>
                    <a:pt x="5114081" y="4656355"/>
                  </a:lnTo>
                  <a:lnTo>
                    <a:pt x="5114081" y="4266623"/>
                  </a:lnTo>
                  <a:close/>
                  <a:moveTo>
                    <a:pt x="1582169" y="4266623"/>
                  </a:moveTo>
                  <a:lnTo>
                    <a:pt x="1582169" y="4656355"/>
                  </a:lnTo>
                  <a:lnTo>
                    <a:pt x="1976377" y="4656355"/>
                  </a:lnTo>
                  <a:lnTo>
                    <a:pt x="1976377" y="4266623"/>
                  </a:lnTo>
                  <a:close/>
                  <a:moveTo>
                    <a:pt x="4719873" y="3706529"/>
                  </a:moveTo>
                  <a:lnTo>
                    <a:pt x="4719873" y="4096254"/>
                  </a:lnTo>
                  <a:lnTo>
                    <a:pt x="5114081" y="4096254"/>
                  </a:lnTo>
                  <a:lnTo>
                    <a:pt x="5114081" y="3706529"/>
                  </a:lnTo>
                  <a:close/>
                  <a:moveTo>
                    <a:pt x="1582169" y="3706529"/>
                  </a:moveTo>
                  <a:lnTo>
                    <a:pt x="1582169" y="4096254"/>
                  </a:lnTo>
                  <a:lnTo>
                    <a:pt x="1976377" y="4096254"/>
                  </a:lnTo>
                  <a:lnTo>
                    <a:pt x="1976377" y="3706529"/>
                  </a:lnTo>
                  <a:close/>
                  <a:moveTo>
                    <a:pt x="4719873" y="3146429"/>
                  </a:moveTo>
                  <a:lnTo>
                    <a:pt x="4719873" y="3536152"/>
                  </a:lnTo>
                  <a:lnTo>
                    <a:pt x="5114081" y="3536152"/>
                  </a:lnTo>
                  <a:lnTo>
                    <a:pt x="5114081" y="3146429"/>
                  </a:lnTo>
                  <a:close/>
                  <a:moveTo>
                    <a:pt x="1582169" y="3146428"/>
                  </a:moveTo>
                  <a:lnTo>
                    <a:pt x="1582169" y="3536152"/>
                  </a:lnTo>
                  <a:lnTo>
                    <a:pt x="1976377" y="3536152"/>
                  </a:lnTo>
                  <a:lnTo>
                    <a:pt x="1976377" y="3146428"/>
                  </a:lnTo>
                  <a:close/>
                  <a:moveTo>
                    <a:pt x="2354474" y="2780755"/>
                  </a:moveTo>
                  <a:lnTo>
                    <a:pt x="2354474" y="3901828"/>
                  </a:lnTo>
                  <a:lnTo>
                    <a:pt x="4347573" y="3901828"/>
                  </a:lnTo>
                  <a:lnTo>
                    <a:pt x="4347573" y="2780755"/>
                  </a:lnTo>
                  <a:close/>
                  <a:moveTo>
                    <a:pt x="4719873" y="2586326"/>
                  </a:moveTo>
                  <a:lnTo>
                    <a:pt x="4719873" y="2976051"/>
                  </a:lnTo>
                  <a:lnTo>
                    <a:pt x="5114081" y="2976051"/>
                  </a:lnTo>
                  <a:lnTo>
                    <a:pt x="5114081" y="2586326"/>
                  </a:lnTo>
                  <a:close/>
                  <a:moveTo>
                    <a:pt x="1582169" y="2586326"/>
                  </a:moveTo>
                  <a:lnTo>
                    <a:pt x="1582169" y="2976051"/>
                  </a:lnTo>
                  <a:lnTo>
                    <a:pt x="1976377" y="2976051"/>
                  </a:lnTo>
                  <a:lnTo>
                    <a:pt x="1976377" y="2586326"/>
                  </a:lnTo>
                  <a:close/>
                  <a:moveTo>
                    <a:pt x="4719873" y="2026225"/>
                  </a:moveTo>
                  <a:lnTo>
                    <a:pt x="4719873" y="2415954"/>
                  </a:lnTo>
                  <a:lnTo>
                    <a:pt x="5114081" y="2415954"/>
                  </a:lnTo>
                  <a:lnTo>
                    <a:pt x="5114081" y="2026225"/>
                  </a:lnTo>
                  <a:close/>
                  <a:moveTo>
                    <a:pt x="1582169" y="2026225"/>
                  </a:moveTo>
                  <a:lnTo>
                    <a:pt x="1582169" y="2415954"/>
                  </a:lnTo>
                  <a:lnTo>
                    <a:pt x="1976377" y="2415954"/>
                  </a:lnTo>
                  <a:lnTo>
                    <a:pt x="1976377" y="2026225"/>
                  </a:lnTo>
                  <a:close/>
                  <a:moveTo>
                    <a:pt x="4719873" y="1466123"/>
                  </a:moveTo>
                  <a:lnTo>
                    <a:pt x="4719873" y="1860331"/>
                  </a:lnTo>
                  <a:lnTo>
                    <a:pt x="5114081" y="1860331"/>
                  </a:lnTo>
                  <a:lnTo>
                    <a:pt x="5114081" y="1466123"/>
                  </a:lnTo>
                  <a:close/>
                  <a:moveTo>
                    <a:pt x="1582169" y="1466123"/>
                  </a:moveTo>
                  <a:lnTo>
                    <a:pt x="1582169" y="1860331"/>
                  </a:lnTo>
                  <a:lnTo>
                    <a:pt x="1976377" y="1860331"/>
                  </a:lnTo>
                  <a:lnTo>
                    <a:pt x="1976377" y="1466123"/>
                  </a:lnTo>
                  <a:close/>
                  <a:moveTo>
                    <a:pt x="2354474" y="1283818"/>
                  </a:moveTo>
                  <a:lnTo>
                    <a:pt x="2354474" y="2385525"/>
                  </a:lnTo>
                  <a:lnTo>
                    <a:pt x="4347573" y="2385525"/>
                  </a:lnTo>
                  <a:lnTo>
                    <a:pt x="4347573" y="1283818"/>
                  </a:lnTo>
                  <a:close/>
                  <a:moveTo>
                    <a:pt x="4347573" y="1058202"/>
                  </a:moveTo>
                  <a:lnTo>
                    <a:pt x="4577807" y="1058202"/>
                  </a:lnTo>
                  <a:lnTo>
                    <a:pt x="4577807" y="1058648"/>
                  </a:lnTo>
                  <a:lnTo>
                    <a:pt x="4719873" y="1058648"/>
                  </a:lnTo>
                  <a:lnTo>
                    <a:pt x="4719873" y="1300233"/>
                  </a:lnTo>
                  <a:lnTo>
                    <a:pt x="5114081" y="1300233"/>
                  </a:lnTo>
                  <a:lnTo>
                    <a:pt x="5114081" y="1058648"/>
                  </a:lnTo>
                  <a:lnTo>
                    <a:pt x="5280697" y="1058648"/>
                  </a:lnTo>
                  <a:lnTo>
                    <a:pt x="5280697" y="1058202"/>
                  </a:lnTo>
                  <a:lnTo>
                    <a:pt x="5510931" y="1058202"/>
                  </a:lnTo>
                  <a:lnTo>
                    <a:pt x="5510931" y="5624369"/>
                  </a:lnTo>
                  <a:lnTo>
                    <a:pt x="5280697" y="5624369"/>
                  </a:lnTo>
                  <a:lnTo>
                    <a:pt x="5280697" y="5623932"/>
                  </a:lnTo>
                  <a:lnTo>
                    <a:pt x="5114081" y="5623932"/>
                  </a:lnTo>
                  <a:lnTo>
                    <a:pt x="5114081" y="5382344"/>
                  </a:lnTo>
                  <a:lnTo>
                    <a:pt x="4719873" y="5382344"/>
                  </a:lnTo>
                  <a:lnTo>
                    <a:pt x="4719873" y="5623932"/>
                  </a:lnTo>
                  <a:lnTo>
                    <a:pt x="4577807" y="5623932"/>
                  </a:lnTo>
                  <a:lnTo>
                    <a:pt x="4577807" y="5624369"/>
                  </a:lnTo>
                  <a:lnTo>
                    <a:pt x="4347573" y="5624369"/>
                  </a:lnTo>
                  <a:lnTo>
                    <a:pt x="4347573" y="5623932"/>
                  </a:lnTo>
                  <a:lnTo>
                    <a:pt x="2354474" y="5623932"/>
                  </a:lnTo>
                  <a:lnTo>
                    <a:pt x="2354474" y="5624369"/>
                  </a:lnTo>
                  <a:lnTo>
                    <a:pt x="2124240" y="5624369"/>
                  </a:lnTo>
                  <a:lnTo>
                    <a:pt x="2124240" y="5623932"/>
                  </a:lnTo>
                  <a:lnTo>
                    <a:pt x="1976377" y="5623932"/>
                  </a:lnTo>
                  <a:lnTo>
                    <a:pt x="1976377" y="5382344"/>
                  </a:lnTo>
                  <a:lnTo>
                    <a:pt x="1582169" y="5382344"/>
                  </a:lnTo>
                  <a:lnTo>
                    <a:pt x="1582169" y="5623932"/>
                  </a:lnTo>
                  <a:lnTo>
                    <a:pt x="1409812" y="5623932"/>
                  </a:lnTo>
                  <a:lnTo>
                    <a:pt x="1409812" y="5624369"/>
                  </a:lnTo>
                  <a:lnTo>
                    <a:pt x="1179578" y="5624369"/>
                  </a:lnTo>
                  <a:lnTo>
                    <a:pt x="1179578" y="1058203"/>
                  </a:lnTo>
                  <a:lnTo>
                    <a:pt x="1409812" y="1058203"/>
                  </a:lnTo>
                  <a:lnTo>
                    <a:pt x="1409812" y="1058648"/>
                  </a:lnTo>
                  <a:lnTo>
                    <a:pt x="1582169" y="1058648"/>
                  </a:lnTo>
                  <a:lnTo>
                    <a:pt x="1582169" y="1300233"/>
                  </a:lnTo>
                  <a:lnTo>
                    <a:pt x="1976377" y="1300233"/>
                  </a:lnTo>
                  <a:lnTo>
                    <a:pt x="1976377" y="1058648"/>
                  </a:lnTo>
                  <a:lnTo>
                    <a:pt x="2124240" y="1058648"/>
                  </a:lnTo>
                  <a:lnTo>
                    <a:pt x="2124240" y="1058202"/>
                  </a:lnTo>
                  <a:lnTo>
                    <a:pt x="2354474" y="1058202"/>
                  </a:lnTo>
                  <a:lnTo>
                    <a:pt x="2354474" y="1058644"/>
                  </a:lnTo>
                  <a:lnTo>
                    <a:pt x="4347573" y="1058644"/>
                  </a:lnTo>
                  <a:close/>
                  <a:moveTo>
                    <a:pt x="2345970" y="0"/>
                  </a:moveTo>
                  <a:lnTo>
                    <a:pt x="6370953" y="0"/>
                  </a:lnTo>
                  <a:lnTo>
                    <a:pt x="6370953" y="5530"/>
                  </a:lnTo>
                  <a:lnTo>
                    <a:pt x="6401458" y="8892"/>
                  </a:lnTo>
                  <a:cubicBezTo>
                    <a:pt x="6538698" y="39432"/>
                    <a:pt x="6652700" y="145551"/>
                    <a:pt x="6701123" y="279107"/>
                  </a:cubicBezTo>
                  <a:lnTo>
                    <a:pt x="6703324" y="287274"/>
                  </a:lnTo>
                  <a:lnTo>
                    <a:pt x="6720626" y="287274"/>
                  </a:lnTo>
                  <a:lnTo>
                    <a:pt x="6720626" y="358594"/>
                  </a:lnTo>
                  <a:lnTo>
                    <a:pt x="6726119" y="420024"/>
                  </a:lnTo>
                  <a:lnTo>
                    <a:pt x="6726119" y="6755509"/>
                  </a:lnTo>
                  <a:lnTo>
                    <a:pt x="6528119" y="6755509"/>
                  </a:lnTo>
                  <a:lnTo>
                    <a:pt x="6528119" y="6750733"/>
                  </a:lnTo>
                  <a:lnTo>
                    <a:pt x="396745" y="6750733"/>
                  </a:lnTo>
                  <a:lnTo>
                    <a:pt x="120429" y="6636191"/>
                  </a:lnTo>
                  <a:cubicBezTo>
                    <a:pt x="64805" y="6580842"/>
                    <a:pt x="24876" y="6509591"/>
                    <a:pt x="8388" y="6429722"/>
                  </a:cubicBezTo>
                  <a:lnTo>
                    <a:pt x="8296" y="6428820"/>
                  </a:lnTo>
                  <a:lnTo>
                    <a:pt x="8" y="6428820"/>
                  </a:lnTo>
                  <a:lnTo>
                    <a:pt x="8" y="6347330"/>
                  </a:lnTo>
                  <a:lnTo>
                    <a:pt x="0" y="6347251"/>
                  </a:lnTo>
                  <a:lnTo>
                    <a:pt x="0" y="5373486"/>
                  </a:lnTo>
                  <a:lnTo>
                    <a:pt x="0" y="3024609"/>
                  </a:lnTo>
                  <a:lnTo>
                    <a:pt x="0" y="799300"/>
                  </a:lnTo>
                  <a:lnTo>
                    <a:pt x="389528" y="799300"/>
                  </a:lnTo>
                  <a:lnTo>
                    <a:pt x="389528" y="2786703"/>
                  </a:lnTo>
                  <a:lnTo>
                    <a:pt x="389536" y="2786703"/>
                  </a:lnTo>
                  <a:lnTo>
                    <a:pt x="389536" y="6400808"/>
                  </a:lnTo>
                  <a:lnTo>
                    <a:pt x="389544" y="6400808"/>
                  </a:lnTo>
                  <a:lnTo>
                    <a:pt x="389544" y="6334350"/>
                  </a:lnTo>
                  <a:lnTo>
                    <a:pt x="6331098" y="6334350"/>
                  </a:lnTo>
                  <a:lnTo>
                    <a:pt x="6331098" y="392290"/>
                  </a:lnTo>
                  <a:lnTo>
                    <a:pt x="5253936" y="392290"/>
                  </a:lnTo>
                  <a:lnTo>
                    <a:pt x="5253936" y="392290"/>
                  </a:lnTo>
                  <a:lnTo>
                    <a:pt x="821820" y="392290"/>
                  </a:lnTo>
                  <a:lnTo>
                    <a:pt x="821820" y="1"/>
                  </a:lnTo>
                  <a:lnTo>
                    <a:pt x="2345970" y="1"/>
                  </a:lnTo>
                  <a:close/>
                </a:path>
              </a:pathLst>
            </a:custGeom>
            <a:solidFill>
              <a:schemeClr val="accent2"/>
            </a:solidFill>
            <a:ln w="2953" cap="flat">
              <a:noFill/>
              <a:prstDash val="solid"/>
              <a:miter/>
            </a:ln>
          </p:spPr>
          <p:txBody>
            <a:bodyPr wrap="square" rtlCol="0" anchor="ctr">
              <a:noAutofit/>
            </a:bodyPr>
            <a:lstStyle/>
            <a:p>
              <a:endParaRPr lang="en-US" dirty="0"/>
            </a:p>
          </p:txBody>
        </p:sp>
        <p:sp>
          <p:nvSpPr>
            <p:cNvPr id="2125" name="Freeform: Shape 2124">
              <a:extLst>
                <a:ext uri="{FF2B5EF4-FFF2-40B4-BE49-F238E27FC236}">
                  <a16:creationId xmlns:a16="http://schemas.microsoft.com/office/drawing/2014/main" id="{58933F6F-248D-5056-98CC-3C5E1BBF679E}"/>
                </a:ext>
                <a:ext uri="{C183D7F6-B498-43B3-948B-1728B52AA6E4}">
                  <adec:decorative xmlns:adec="http://schemas.microsoft.com/office/drawing/2017/decorative" val="1"/>
                </a:ext>
              </a:extLst>
            </p:cNvPr>
            <p:cNvSpPr/>
            <p:nvPr/>
          </p:nvSpPr>
          <p:spPr>
            <a:xfrm>
              <a:off x="5262819" y="4343071"/>
              <a:ext cx="39499" cy="39499"/>
            </a:xfrm>
            <a:custGeom>
              <a:avLst/>
              <a:gdLst>
                <a:gd name="connsiteX0" fmla="*/ 0 w 71727"/>
                <a:gd name="connsiteY0" fmla="*/ 0 h 71727"/>
                <a:gd name="connsiteX1" fmla="*/ 71728 w 71727"/>
                <a:gd name="connsiteY1" fmla="*/ 0 h 71727"/>
                <a:gd name="connsiteX2" fmla="*/ 71728 w 71727"/>
                <a:gd name="connsiteY2" fmla="*/ 71728 h 71727"/>
                <a:gd name="connsiteX3" fmla="*/ 0 w 71727"/>
                <a:gd name="connsiteY3" fmla="*/ 71728 h 71727"/>
              </a:gdLst>
              <a:ahLst/>
              <a:cxnLst>
                <a:cxn ang="0">
                  <a:pos x="connsiteX0" y="connsiteY0"/>
                </a:cxn>
                <a:cxn ang="0">
                  <a:pos x="connsiteX1" y="connsiteY1"/>
                </a:cxn>
                <a:cxn ang="0">
                  <a:pos x="connsiteX2" y="connsiteY2"/>
                </a:cxn>
                <a:cxn ang="0">
                  <a:pos x="connsiteX3" y="connsiteY3"/>
                </a:cxn>
              </a:cxnLst>
              <a:rect l="l" t="t" r="r" b="b"/>
              <a:pathLst>
                <a:path w="71727" h="71727">
                  <a:moveTo>
                    <a:pt x="0" y="0"/>
                  </a:moveTo>
                  <a:lnTo>
                    <a:pt x="71728" y="0"/>
                  </a:lnTo>
                  <a:lnTo>
                    <a:pt x="71728" y="71728"/>
                  </a:lnTo>
                  <a:lnTo>
                    <a:pt x="0" y="71728"/>
                  </a:lnTo>
                  <a:close/>
                </a:path>
              </a:pathLst>
            </a:custGeom>
            <a:solidFill>
              <a:schemeClr val="accent1"/>
            </a:solidFill>
            <a:ln w="2953" cap="flat">
              <a:noFill/>
              <a:prstDash val="solid"/>
              <a:miter/>
            </a:ln>
          </p:spPr>
          <p:txBody>
            <a:bodyPr rtlCol="0" anchor="ctr"/>
            <a:lstStyle/>
            <a:p>
              <a:endParaRPr lang="en-US"/>
            </a:p>
          </p:txBody>
        </p:sp>
      </p:grpSp>
      <p:grpSp>
        <p:nvGrpSpPr>
          <p:cNvPr id="2785" name="Group 2784">
            <a:extLst>
              <a:ext uri="{FF2B5EF4-FFF2-40B4-BE49-F238E27FC236}">
                <a16:creationId xmlns:a16="http://schemas.microsoft.com/office/drawing/2014/main" id="{B75BB586-88D0-46E1-EC7F-DDA21E19174B}"/>
              </a:ext>
              <a:ext uri="{C183D7F6-B498-43B3-948B-1728B52AA6E4}">
                <adec:decorative xmlns:adec="http://schemas.microsoft.com/office/drawing/2017/decorative" val="1"/>
              </a:ext>
            </a:extLst>
          </p:cNvPr>
          <p:cNvGrpSpPr>
            <a:grpSpLocks noChangeAspect="1"/>
          </p:cNvGrpSpPr>
          <p:nvPr/>
        </p:nvGrpSpPr>
        <p:grpSpPr>
          <a:xfrm>
            <a:off x="5876529" y="4343071"/>
            <a:ext cx="626660" cy="457200"/>
            <a:chOff x="5876529" y="4343071"/>
            <a:chExt cx="626660" cy="457200"/>
          </a:xfrm>
          <a:solidFill>
            <a:srgbClr val="FF0000"/>
          </a:solidFill>
        </p:grpSpPr>
        <p:sp>
          <p:nvSpPr>
            <p:cNvPr id="2156" name="Freeform: Shape 2155">
              <a:extLst>
                <a:ext uri="{FF2B5EF4-FFF2-40B4-BE49-F238E27FC236}">
                  <a16:creationId xmlns:a16="http://schemas.microsoft.com/office/drawing/2014/main" id="{8998C87E-F111-429A-9499-042DE0725DFA}"/>
                </a:ext>
                <a:ext uri="{C183D7F6-B498-43B3-948B-1728B52AA6E4}">
                  <adec:decorative xmlns:adec="http://schemas.microsoft.com/office/drawing/2017/decorative" val="1"/>
                </a:ext>
              </a:extLst>
            </p:cNvPr>
            <p:cNvSpPr/>
            <p:nvPr/>
          </p:nvSpPr>
          <p:spPr>
            <a:xfrm>
              <a:off x="6117946" y="4523408"/>
              <a:ext cx="385243" cy="268059"/>
            </a:xfrm>
            <a:custGeom>
              <a:avLst/>
              <a:gdLst>
                <a:gd name="connsiteX0" fmla="*/ 3858139 w 5778640"/>
                <a:gd name="connsiteY0" fmla="*/ 1599991 h 4020887"/>
                <a:gd name="connsiteX1" fmla="*/ 3858139 w 5778640"/>
                <a:gd name="connsiteY1" fmla="*/ 1833650 h 4020887"/>
                <a:gd name="connsiteX2" fmla="*/ 3621447 w 5778640"/>
                <a:gd name="connsiteY2" fmla="*/ 1833650 h 4020887"/>
                <a:gd name="connsiteX3" fmla="*/ 3621447 w 5778640"/>
                <a:gd name="connsiteY3" fmla="*/ 2083016 h 4020887"/>
                <a:gd name="connsiteX4" fmla="*/ 3372081 w 5778640"/>
                <a:gd name="connsiteY4" fmla="*/ 2083016 h 4020887"/>
                <a:gd name="connsiteX5" fmla="*/ 3372081 w 5778640"/>
                <a:gd name="connsiteY5" fmla="*/ 2319708 h 4020887"/>
                <a:gd name="connsiteX6" fmla="*/ 3137288 w 5778640"/>
                <a:gd name="connsiteY6" fmla="*/ 2319708 h 4020887"/>
                <a:gd name="connsiteX7" fmla="*/ 3137288 w 5778640"/>
                <a:gd name="connsiteY7" fmla="*/ 2567176 h 4020887"/>
                <a:gd name="connsiteX8" fmla="*/ 2887911 w 5778640"/>
                <a:gd name="connsiteY8" fmla="*/ 2567176 h 4020887"/>
                <a:gd name="connsiteX9" fmla="*/ 2887911 w 5778640"/>
                <a:gd name="connsiteY9" fmla="*/ 2805776 h 4020887"/>
                <a:gd name="connsiteX10" fmla="*/ 2649310 w 5778640"/>
                <a:gd name="connsiteY10" fmla="*/ 2805776 h 4020887"/>
                <a:gd name="connsiteX11" fmla="*/ 2649310 w 5778640"/>
                <a:gd name="connsiteY11" fmla="*/ 3053244 h 4020887"/>
                <a:gd name="connsiteX12" fmla="*/ 2404623 w 5778640"/>
                <a:gd name="connsiteY12" fmla="*/ 3053244 h 4020887"/>
                <a:gd name="connsiteX13" fmla="*/ 2404623 w 5778640"/>
                <a:gd name="connsiteY13" fmla="*/ 3259537 h 4020887"/>
                <a:gd name="connsiteX14" fmla="*/ 2367636 w 5778640"/>
                <a:gd name="connsiteY14" fmla="*/ 3299862 h 4020887"/>
                <a:gd name="connsiteX15" fmla="*/ 2171095 w 5778640"/>
                <a:gd name="connsiteY15" fmla="*/ 3299120 h 4020887"/>
                <a:gd name="connsiteX16" fmla="*/ 2171095 w 5778640"/>
                <a:gd name="connsiteY16" fmla="*/ 3521937 h 4020887"/>
                <a:gd name="connsiteX17" fmla="*/ 5268123 w 5778640"/>
                <a:gd name="connsiteY17" fmla="*/ 3521937 h 4020887"/>
                <a:gd name="connsiteX18" fmla="*/ 5268123 w 5778640"/>
                <a:gd name="connsiteY18" fmla="*/ 2799995 h 4020887"/>
                <a:gd name="connsiteX19" fmla="*/ 5065080 w 5778640"/>
                <a:gd name="connsiteY19" fmla="*/ 2799995 h 4020887"/>
                <a:gd name="connsiteX20" fmla="*/ 5065080 w 5778640"/>
                <a:gd name="connsiteY20" fmla="*/ 2565213 h 4020887"/>
                <a:gd name="connsiteX21" fmla="*/ 4817602 w 5778640"/>
                <a:gd name="connsiteY21" fmla="*/ 2565213 h 4020887"/>
                <a:gd name="connsiteX22" fmla="*/ 4817602 w 5778640"/>
                <a:gd name="connsiteY22" fmla="*/ 2315836 h 4020887"/>
                <a:gd name="connsiteX23" fmla="*/ 4579001 w 5778640"/>
                <a:gd name="connsiteY23" fmla="*/ 2315836 h 4020887"/>
                <a:gd name="connsiteX24" fmla="*/ 4579001 w 5778640"/>
                <a:gd name="connsiteY24" fmla="*/ 2079144 h 4020887"/>
                <a:gd name="connsiteX25" fmla="*/ 4333431 w 5778640"/>
                <a:gd name="connsiteY25" fmla="*/ 2079144 h 4020887"/>
                <a:gd name="connsiteX26" fmla="*/ 4333431 w 5778640"/>
                <a:gd name="connsiteY26" fmla="*/ 1831676 h 4020887"/>
                <a:gd name="connsiteX27" fmla="*/ 4094841 w 5778640"/>
                <a:gd name="connsiteY27" fmla="*/ 1831676 h 4020887"/>
                <a:gd name="connsiteX28" fmla="*/ 4094841 w 5778640"/>
                <a:gd name="connsiteY28" fmla="*/ 1599991 h 4020887"/>
                <a:gd name="connsiteX29" fmla="*/ 3858139 w 5778640"/>
                <a:gd name="connsiteY29" fmla="*/ 1599991 h 4020887"/>
                <a:gd name="connsiteX30" fmla="*/ 2469155 w 5778640"/>
                <a:gd name="connsiteY30" fmla="*/ 929932 h 4020887"/>
                <a:gd name="connsiteX31" fmla="*/ 2469155 w 5778640"/>
                <a:gd name="connsiteY31" fmla="*/ 1046942 h 4020887"/>
                <a:gd name="connsiteX32" fmla="*/ 2220107 w 5778640"/>
                <a:gd name="connsiteY32" fmla="*/ 1046942 h 4020887"/>
                <a:gd name="connsiteX33" fmla="*/ 2220107 w 5778640"/>
                <a:gd name="connsiteY33" fmla="*/ 1296060 h 4020887"/>
                <a:gd name="connsiteX34" fmla="*/ 2102811 w 5778640"/>
                <a:gd name="connsiteY34" fmla="*/ 1296060 h 4020887"/>
                <a:gd name="connsiteX35" fmla="*/ 2104101 w 5778640"/>
                <a:gd name="connsiteY35" fmla="*/ 1488828 h 4020887"/>
                <a:gd name="connsiteX36" fmla="*/ 2141676 w 5778640"/>
                <a:gd name="connsiteY36" fmla="*/ 1520499 h 4020887"/>
                <a:gd name="connsiteX37" fmla="*/ 2224637 w 5778640"/>
                <a:gd name="connsiteY37" fmla="*/ 1520499 h 4020887"/>
                <a:gd name="connsiteX38" fmla="*/ 2224637 w 5778640"/>
                <a:gd name="connsiteY38" fmla="*/ 1770359 h 4020887"/>
                <a:gd name="connsiteX39" fmla="*/ 2469951 w 5778640"/>
                <a:gd name="connsiteY39" fmla="*/ 1770359 h 4020887"/>
                <a:gd name="connsiteX40" fmla="*/ 2469951 w 5778640"/>
                <a:gd name="connsiteY40" fmla="*/ 1883865 h 4020887"/>
                <a:gd name="connsiteX41" fmla="*/ 2697557 w 5778640"/>
                <a:gd name="connsiteY41" fmla="*/ 1883865 h 4020887"/>
                <a:gd name="connsiteX42" fmla="*/ 2697557 w 5778640"/>
                <a:gd name="connsiteY42" fmla="*/ 1766002 h 4020887"/>
                <a:gd name="connsiteX43" fmla="*/ 2946550 w 5778640"/>
                <a:gd name="connsiteY43" fmla="*/ 1766002 h 4020887"/>
                <a:gd name="connsiteX44" fmla="*/ 2946550 w 5778640"/>
                <a:gd name="connsiteY44" fmla="*/ 1518773 h 4020887"/>
                <a:gd name="connsiteX45" fmla="*/ 3059452 w 5778640"/>
                <a:gd name="connsiteY45" fmla="*/ 1518773 h 4020887"/>
                <a:gd name="connsiteX46" fmla="*/ 3059452 w 5778640"/>
                <a:gd name="connsiteY46" fmla="*/ 1293115 h 4020887"/>
                <a:gd name="connsiteX47" fmla="*/ 2942017 w 5778640"/>
                <a:gd name="connsiteY47" fmla="*/ 1293115 h 4020887"/>
                <a:gd name="connsiteX48" fmla="*/ 2942017 w 5778640"/>
                <a:gd name="connsiteY48" fmla="*/ 1044093 h 4020887"/>
                <a:gd name="connsiteX49" fmla="*/ 2692870 w 5778640"/>
                <a:gd name="connsiteY49" fmla="*/ 1044093 h 4020887"/>
                <a:gd name="connsiteX50" fmla="*/ 2692870 w 5778640"/>
                <a:gd name="connsiteY50" fmla="*/ 929932 h 4020887"/>
                <a:gd name="connsiteX51" fmla="*/ 2469155 w 5778640"/>
                <a:gd name="connsiteY51" fmla="*/ 929932 h 4020887"/>
                <a:gd name="connsiteX52" fmla="*/ 2457196 w 5778640"/>
                <a:gd name="connsiteY52" fmla="*/ 671778 h 4020887"/>
                <a:gd name="connsiteX53" fmla="*/ 2704602 w 5778640"/>
                <a:gd name="connsiteY53" fmla="*/ 671778 h 4020887"/>
                <a:gd name="connsiteX54" fmla="*/ 2704602 w 5778640"/>
                <a:gd name="connsiteY54" fmla="*/ 795281 h 4020887"/>
                <a:gd name="connsiteX55" fmla="*/ 2952036 w 5778640"/>
                <a:gd name="connsiteY55" fmla="*/ 795281 h 4020887"/>
                <a:gd name="connsiteX56" fmla="*/ 2952036 w 5778640"/>
                <a:gd name="connsiteY56" fmla="*/ 1033765 h 4020887"/>
                <a:gd name="connsiteX57" fmla="*/ 3190549 w 5778640"/>
                <a:gd name="connsiteY57" fmla="*/ 1033765 h 4020887"/>
                <a:gd name="connsiteX58" fmla="*/ 3190549 w 5778640"/>
                <a:gd name="connsiteY58" fmla="*/ 1283069 h 4020887"/>
                <a:gd name="connsiteX59" fmla="*/ 3318526 w 5778640"/>
                <a:gd name="connsiteY59" fmla="*/ 1283069 h 4020887"/>
                <a:gd name="connsiteX60" fmla="*/ 3318526 w 5778640"/>
                <a:gd name="connsiteY60" fmla="*/ 1528542 h 4020887"/>
                <a:gd name="connsiteX61" fmla="*/ 3193498 w 5778640"/>
                <a:gd name="connsiteY61" fmla="*/ 1528542 h 4020887"/>
                <a:gd name="connsiteX62" fmla="*/ 3193498 w 5778640"/>
                <a:gd name="connsiteY62" fmla="*/ 1779212 h 4020887"/>
                <a:gd name="connsiteX63" fmla="*/ 2991353 w 5778640"/>
                <a:gd name="connsiteY63" fmla="*/ 1778468 h 4020887"/>
                <a:gd name="connsiteX64" fmla="*/ 2954377 w 5778640"/>
                <a:gd name="connsiteY64" fmla="*/ 1823999 h 4020887"/>
                <a:gd name="connsiteX65" fmla="*/ 2954377 w 5778640"/>
                <a:gd name="connsiteY65" fmla="*/ 2016147 h 4020887"/>
                <a:gd name="connsiteX66" fmla="*/ 2707882 w 5778640"/>
                <a:gd name="connsiteY66" fmla="*/ 2016147 h 4020887"/>
                <a:gd name="connsiteX67" fmla="*/ 2707882 w 5778640"/>
                <a:gd name="connsiteY67" fmla="*/ 2141863 h 4020887"/>
                <a:gd name="connsiteX68" fmla="*/ 2460475 w 5778640"/>
                <a:gd name="connsiteY68" fmla="*/ 2141863 h 4020887"/>
                <a:gd name="connsiteX69" fmla="*/ 2460475 w 5778640"/>
                <a:gd name="connsiteY69" fmla="*/ 2017564 h 4020887"/>
                <a:gd name="connsiteX70" fmla="*/ 2211137 w 5778640"/>
                <a:gd name="connsiteY70" fmla="*/ 2017564 h 4020887"/>
                <a:gd name="connsiteX71" fmla="*/ 2211137 w 5778640"/>
                <a:gd name="connsiteY71" fmla="*/ 1780969 h 4020887"/>
                <a:gd name="connsiteX72" fmla="*/ 1976406 w 5778640"/>
                <a:gd name="connsiteY72" fmla="*/ 1780969 h 4020887"/>
                <a:gd name="connsiteX73" fmla="*/ 1976406 w 5778640"/>
                <a:gd name="connsiteY73" fmla="*/ 1533628 h 4020887"/>
                <a:gd name="connsiteX74" fmla="*/ 1858215 w 5778640"/>
                <a:gd name="connsiteY74" fmla="*/ 1533628 h 4020887"/>
                <a:gd name="connsiteX75" fmla="*/ 1858215 w 5778640"/>
                <a:gd name="connsiteY75" fmla="*/ 1284301 h 4020887"/>
                <a:gd name="connsiteX76" fmla="*/ 1973214 w 5778640"/>
                <a:gd name="connsiteY76" fmla="*/ 1284301 h 4020887"/>
                <a:gd name="connsiteX77" fmla="*/ 1973214 w 5778640"/>
                <a:gd name="connsiteY77" fmla="*/ 1036890 h 4020887"/>
                <a:gd name="connsiteX78" fmla="*/ 2207908 w 5778640"/>
                <a:gd name="connsiteY78" fmla="*/ 1036890 h 4020887"/>
                <a:gd name="connsiteX79" fmla="*/ 2207908 w 5778640"/>
                <a:gd name="connsiteY79" fmla="*/ 800270 h 4020887"/>
                <a:gd name="connsiteX80" fmla="*/ 2457196 w 5778640"/>
                <a:gd name="connsiteY80" fmla="*/ 800270 h 4020887"/>
                <a:gd name="connsiteX81" fmla="*/ 2457196 w 5778640"/>
                <a:gd name="connsiteY81" fmla="*/ 671778 h 4020887"/>
                <a:gd name="connsiteX82" fmla="*/ 499997 w 5778640"/>
                <a:gd name="connsiteY82" fmla="*/ 499528 h 4020887"/>
                <a:gd name="connsiteX83" fmla="*/ 499997 w 5778640"/>
                <a:gd name="connsiteY83" fmla="*/ 2303696 h 4020887"/>
                <a:gd name="connsiteX84" fmla="*/ 704479 w 5778640"/>
                <a:gd name="connsiteY84" fmla="*/ 2303696 h 4020887"/>
                <a:gd name="connsiteX85" fmla="*/ 704479 w 5778640"/>
                <a:gd name="connsiteY85" fmla="*/ 2068389 h 4020887"/>
                <a:gd name="connsiteX86" fmla="*/ 939338 w 5778640"/>
                <a:gd name="connsiteY86" fmla="*/ 2068389 h 4020887"/>
                <a:gd name="connsiteX87" fmla="*/ 939338 w 5778640"/>
                <a:gd name="connsiteY87" fmla="*/ 1820856 h 4020887"/>
                <a:gd name="connsiteX88" fmla="*/ 1188781 w 5778640"/>
                <a:gd name="connsiteY88" fmla="*/ 1820856 h 4020887"/>
                <a:gd name="connsiteX89" fmla="*/ 1188781 w 5778640"/>
                <a:gd name="connsiteY89" fmla="*/ 1589269 h 4020887"/>
                <a:gd name="connsiteX90" fmla="*/ 1436325 w 5778640"/>
                <a:gd name="connsiteY90" fmla="*/ 1589269 h 4020887"/>
                <a:gd name="connsiteX91" fmla="*/ 1436325 w 5778640"/>
                <a:gd name="connsiteY91" fmla="*/ 1823037 h 4020887"/>
                <a:gd name="connsiteX92" fmla="*/ 1683859 w 5778640"/>
                <a:gd name="connsiteY92" fmla="*/ 1823037 h 4020887"/>
                <a:gd name="connsiteX93" fmla="*/ 1683859 w 5778640"/>
                <a:gd name="connsiteY93" fmla="*/ 2072480 h 4020887"/>
                <a:gd name="connsiteX94" fmla="*/ 1922536 w 5778640"/>
                <a:gd name="connsiteY94" fmla="*/ 2072480 h 4020887"/>
                <a:gd name="connsiteX95" fmla="*/ 1922536 w 5778640"/>
                <a:gd name="connsiteY95" fmla="*/ 2309248 h 4020887"/>
                <a:gd name="connsiteX96" fmla="*/ 2168161 w 5778640"/>
                <a:gd name="connsiteY96" fmla="*/ 2309248 h 4020887"/>
                <a:gd name="connsiteX97" fmla="*/ 2168161 w 5778640"/>
                <a:gd name="connsiteY97" fmla="*/ 2556781 h 4020887"/>
                <a:gd name="connsiteX98" fmla="*/ 2406838 w 5778640"/>
                <a:gd name="connsiteY98" fmla="*/ 2556781 h 4020887"/>
                <a:gd name="connsiteX99" fmla="*/ 2406838 w 5778640"/>
                <a:gd name="connsiteY99" fmla="*/ 2788412 h 4020887"/>
                <a:gd name="connsiteX100" fmla="*/ 2643595 w 5778640"/>
                <a:gd name="connsiteY100" fmla="*/ 2788412 h 4020887"/>
                <a:gd name="connsiteX101" fmla="*/ 2643595 w 5778640"/>
                <a:gd name="connsiteY101" fmla="*/ 2554665 h 4020887"/>
                <a:gd name="connsiteX102" fmla="*/ 2880352 w 5778640"/>
                <a:gd name="connsiteY102" fmla="*/ 2554665 h 4020887"/>
                <a:gd name="connsiteX103" fmla="*/ 2880352 w 5778640"/>
                <a:gd name="connsiteY103" fmla="*/ 2307121 h 4020887"/>
                <a:gd name="connsiteX104" fmla="*/ 3124231 w 5778640"/>
                <a:gd name="connsiteY104" fmla="*/ 2307121 h 4020887"/>
                <a:gd name="connsiteX105" fmla="*/ 3126849 w 5778640"/>
                <a:gd name="connsiteY105" fmla="*/ 2246933 h 4020887"/>
                <a:gd name="connsiteX106" fmla="*/ 3126849 w 5778640"/>
                <a:gd name="connsiteY106" fmla="*/ 2068684 h 4020887"/>
                <a:gd name="connsiteX107" fmla="*/ 3364424 w 5778640"/>
                <a:gd name="connsiteY107" fmla="*/ 2068684 h 4020887"/>
                <a:gd name="connsiteX108" fmla="*/ 3364424 w 5778640"/>
                <a:gd name="connsiteY108" fmla="*/ 1821150 h 4020887"/>
                <a:gd name="connsiteX109" fmla="*/ 3613866 w 5778640"/>
                <a:gd name="connsiteY109" fmla="*/ 1821150 h 4020887"/>
                <a:gd name="connsiteX110" fmla="*/ 3613866 w 5778640"/>
                <a:gd name="connsiteY110" fmla="*/ 1582485 h 4020887"/>
                <a:gd name="connsiteX111" fmla="*/ 3850634 w 5778640"/>
                <a:gd name="connsiteY111" fmla="*/ 1582485 h 4020887"/>
                <a:gd name="connsiteX112" fmla="*/ 3850634 w 5778640"/>
                <a:gd name="connsiteY112" fmla="*/ 1340045 h 4020887"/>
                <a:gd name="connsiteX113" fmla="*/ 4108945 w 5778640"/>
                <a:gd name="connsiteY113" fmla="*/ 1340045 h 4020887"/>
                <a:gd name="connsiteX114" fmla="*/ 4108945 w 5778640"/>
                <a:gd name="connsiteY114" fmla="*/ 1587109 h 4020887"/>
                <a:gd name="connsiteX115" fmla="*/ 4347610 w 5778640"/>
                <a:gd name="connsiteY115" fmla="*/ 1587109 h 4020887"/>
                <a:gd name="connsiteX116" fmla="*/ 4347610 w 5778640"/>
                <a:gd name="connsiteY116" fmla="*/ 1823866 h 4020887"/>
                <a:gd name="connsiteX117" fmla="*/ 4593246 w 5778640"/>
                <a:gd name="connsiteY117" fmla="*/ 1823866 h 4020887"/>
                <a:gd name="connsiteX118" fmla="*/ 4593246 w 5778640"/>
                <a:gd name="connsiteY118" fmla="*/ 2071411 h 4020887"/>
                <a:gd name="connsiteX119" fmla="*/ 4831912 w 5778640"/>
                <a:gd name="connsiteY119" fmla="*/ 2071411 h 4020887"/>
                <a:gd name="connsiteX120" fmla="*/ 4831912 w 5778640"/>
                <a:gd name="connsiteY120" fmla="*/ 2310077 h 4020887"/>
                <a:gd name="connsiteX121" fmla="*/ 5079456 w 5778640"/>
                <a:gd name="connsiteY121" fmla="*/ 2310077 h 4020887"/>
                <a:gd name="connsiteX122" fmla="*/ 5079456 w 5778640"/>
                <a:gd name="connsiteY122" fmla="*/ 2552560 h 4020887"/>
                <a:gd name="connsiteX123" fmla="*/ 5268941 w 5778640"/>
                <a:gd name="connsiteY123" fmla="*/ 2552560 h 4020887"/>
                <a:gd name="connsiteX124" fmla="*/ 5268941 w 5778640"/>
                <a:gd name="connsiteY124" fmla="*/ 499528 h 4020887"/>
                <a:gd name="connsiteX125" fmla="*/ 499997 w 5778640"/>
                <a:gd name="connsiteY125" fmla="*/ 499528 h 4020887"/>
                <a:gd name="connsiteX126" fmla="*/ 2146891 w 5778640"/>
                <a:gd name="connsiteY126" fmla="*/ 0 h 4020887"/>
                <a:gd name="connsiteX127" fmla="*/ 5698290 w 5778640"/>
                <a:gd name="connsiteY127" fmla="*/ 600 h 4020887"/>
                <a:gd name="connsiteX128" fmla="*/ 5778602 w 5778640"/>
                <a:gd name="connsiteY128" fmla="*/ 83006 h 4020887"/>
                <a:gd name="connsiteX129" fmla="*/ 5778308 w 5778640"/>
                <a:gd name="connsiteY129" fmla="*/ 3548191 h 4020887"/>
                <a:gd name="connsiteX130" fmla="*/ 5661892 w 5778640"/>
                <a:gd name="connsiteY130" fmla="*/ 3882897 h 4020887"/>
                <a:gd name="connsiteX131" fmla="*/ 5430851 w 5778640"/>
                <a:gd name="connsiteY131" fmla="*/ 4009434 h 4020887"/>
                <a:gd name="connsiteX132" fmla="*/ 5217916 w 5778640"/>
                <a:gd name="connsiteY132" fmla="*/ 4020887 h 4020887"/>
                <a:gd name="connsiteX133" fmla="*/ 949493 w 5778640"/>
                <a:gd name="connsiteY133" fmla="*/ 4017779 h 4020887"/>
                <a:gd name="connsiteX134" fmla="*/ 949493 w 5778640"/>
                <a:gd name="connsiteY134" fmla="*/ 3526256 h 4020887"/>
                <a:gd name="connsiteX135" fmla="*/ 1910614 w 5778640"/>
                <a:gd name="connsiteY135" fmla="*/ 3525722 h 4020887"/>
                <a:gd name="connsiteX136" fmla="*/ 1910614 w 5778640"/>
                <a:gd name="connsiteY136" fmla="*/ 3285769 h 4020887"/>
                <a:gd name="connsiteX137" fmla="*/ 2158093 w 5778640"/>
                <a:gd name="connsiteY137" fmla="*/ 3285769 h 4020887"/>
                <a:gd name="connsiteX138" fmla="*/ 2158093 w 5778640"/>
                <a:gd name="connsiteY138" fmla="*/ 3040188 h 4020887"/>
                <a:gd name="connsiteX139" fmla="*/ 2390782 w 5778640"/>
                <a:gd name="connsiteY139" fmla="*/ 3040188 h 4020887"/>
                <a:gd name="connsiteX140" fmla="*/ 2390782 w 5778640"/>
                <a:gd name="connsiteY140" fmla="*/ 2801577 h 4020887"/>
                <a:gd name="connsiteX141" fmla="*/ 2154276 w 5778640"/>
                <a:gd name="connsiteY141" fmla="*/ 2801577 h 4020887"/>
                <a:gd name="connsiteX142" fmla="*/ 2154276 w 5778640"/>
                <a:gd name="connsiteY142" fmla="*/ 2562966 h 4020887"/>
                <a:gd name="connsiteX143" fmla="*/ 1906786 w 5778640"/>
                <a:gd name="connsiteY143" fmla="*/ 2562966 h 4020887"/>
                <a:gd name="connsiteX144" fmla="*/ 1906786 w 5778640"/>
                <a:gd name="connsiteY144" fmla="*/ 2317385 h 4020887"/>
                <a:gd name="connsiteX145" fmla="*/ 1670083 w 5778640"/>
                <a:gd name="connsiteY145" fmla="*/ 2317385 h 4020887"/>
                <a:gd name="connsiteX146" fmla="*/ 1670083 w 5778640"/>
                <a:gd name="connsiteY146" fmla="*/ 2078773 h 4020887"/>
                <a:gd name="connsiteX147" fmla="*/ 1420695 w 5778640"/>
                <a:gd name="connsiteY147" fmla="*/ 2078773 h 4020887"/>
                <a:gd name="connsiteX148" fmla="*/ 1420695 w 5778640"/>
                <a:gd name="connsiteY148" fmla="*/ 1835657 h 4020887"/>
                <a:gd name="connsiteX149" fmla="*/ 1196667 w 5778640"/>
                <a:gd name="connsiteY149" fmla="*/ 1835657 h 4020887"/>
                <a:gd name="connsiteX150" fmla="*/ 1196667 w 5778640"/>
                <a:gd name="connsiteY150" fmla="*/ 2082427 h 4020887"/>
                <a:gd name="connsiteX151" fmla="*/ 947279 w 5778640"/>
                <a:gd name="connsiteY151" fmla="*/ 2082427 h 4020887"/>
                <a:gd name="connsiteX152" fmla="*/ 947279 w 5778640"/>
                <a:gd name="connsiteY152" fmla="*/ 2321039 h 4020887"/>
                <a:gd name="connsiteX153" fmla="*/ 710565 w 5778640"/>
                <a:gd name="connsiteY153" fmla="*/ 2321039 h 4020887"/>
                <a:gd name="connsiteX154" fmla="*/ 710565 w 5778640"/>
                <a:gd name="connsiteY154" fmla="*/ 2566630 h 4020887"/>
                <a:gd name="connsiteX155" fmla="*/ 496965 w 5778640"/>
                <a:gd name="connsiteY155" fmla="*/ 2566630 h 4020887"/>
                <a:gd name="connsiteX156" fmla="*/ 494380 w 5778640"/>
                <a:gd name="connsiteY156" fmla="*/ 3091039 h 4020887"/>
                <a:gd name="connsiteX157" fmla="*/ 687 w 5778640"/>
                <a:gd name="connsiteY157" fmla="*/ 3091039 h 4020887"/>
                <a:gd name="connsiteX158" fmla="*/ 1952 w 5778640"/>
                <a:gd name="connsiteY158" fmla="*/ 1370859 h 4020887"/>
                <a:gd name="connsiteX159" fmla="*/ 10329 w 5778640"/>
                <a:gd name="connsiteY159" fmla="*/ 1336500 h 4020887"/>
                <a:gd name="connsiteX160" fmla="*/ 10275 w 5778640"/>
                <a:gd name="connsiteY160" fmla="*/ 902995 h 4020887"/>
                <a:gd name="connsiteX161" fmla="*/ 0 w 5778640"/>
                <a:gd name="connsiteY161" fmla="*/ 857532 h 4020887"/>
                <a:gd name="connsiteX162" fmla="*/ 14987 w 5778640"/>
                <a:gd name="connsiteY162" fmla="*/ 371071 h 4020887"/>
                <a:gd name="connsiteX163" fmla="*/ 92953 w 5778640"/>
                <a:gd name="connsiteY163" fmla="*/ 176264 h 4020887"/>
                <a:gd name="connsiteX164" fmla="*/ 476404 w 5778640"/>
                <a:gd name="connsiteY164" fmla="*/ 883 h 4020887"/>
                <a:gd name="connsiteX165" fmla="*/ 1652293 w 5778640"/>
                <a:gd name="connsiteY165" fmla="*/ 3283 h 4020887"/>
                <a:gd name="connsiteX166" fmla="*/ 2128709 w 5778640"/>
                <a:gd name="connsiteY166" fmla="*/ 9555 h 4020887"/>
                <a:gd name="connsiteX167" fmla="*/ 2146891 w 5778640"/>
                <a:gd name="connsiteY167" fmla="*/ 0 h 402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5778640" h="4020887">
                  <a:moveTo>
                    <a:pt x="3858139" y="1599991"/>
                  </a:moveTo>
                  <a:cubicBezTo>
                    <a:pt x="3858139" y="1678863"/>
                    <a:pt x="3858139" y="1753721"/>
                    <a:pt x="3858139" y="1833650"/>
                  </a:cubicBezTo>
                  <a:cubicBezTo>
                    <a:pt x="3778842" y="1833650"/>
                    <a:pt x="3702620" y="1833650"/>
                    <a:pt x="3621447" y="1833650"/>
                  </a:cubicBezTo>
                  <a:cubicBezTo>
                    <a:pt x="3621447" y="1918478"/>
                    <a:pt x="3621447" y="1998244"/>
                    <a:pt x="3621447" y="2083016"/>
                  </a:cubicBezTo>
                  <a:cubicBezTo>
                    <a:pt x="3536598" y="2083016"/>
                    <a:pt x="3456799" y="2083016"/>
                    <a:pt x="3372081" y="2083016"/>
                  </a:cubicBezTo>
                  <a:cubicBezTo>
                    <a:pt x="3372081" y="2164309"/>
                    <a:pt x="3372081" y="2240542"/>
                    <a:pt x="3372081" y="2319708"/>
                  </a:cubicBezTo>
                  <a:cubicBezTo>
                    <a:pt x="3292086" y="2319708"/>
                    <a:pt x="3217206" y="2319708"/>
                    <a:pt x="3137288" y="2319708"/>
                  </a:cubicBezTo>
                  <a:cubicBezTo>
                    <a:pt x="3137288" y="2402604"/>
                    <a:pt x="3137288" y="2482403"/>
                    <a:pt x="3137288" y="2567176"/>
                  </a:cubicBezTo>
                  <a:cubicBezTo>
                    <a:pt x="3052482" y="2567176"/>
                    <a:pt x="2972694" y="2567176"/>
                    <a:pt x="2887911" y="2567176"/>
                  </a:cubicBezTo>
                  <a:cubicBezTo>
                    <a:pt x="2887911" y="2648436"/>
                    <a:pt x="2887911" y="2724658"/>
                    <a:pt x="2887911" y="2805776"/>
                  </a:cubicBezTo>
                  <a:cubicBezTo>
                    <a:pt x="2806628" y="2805776"/>
                    <a:pt x="2730407" y="2805776"/>
                    <a:pt x="2649310" y="2805776"/>
                  </a:cubicBezTo>
                  <a:cubicBezTo>
                    <a:pt x="2649310" y="2890691"/>
                    <a:pt x="2649310" y="2970489"/>
                    <a:pt x="2649310" y="3053244"/>
                  </a:cubicBezTo>
                  <a:cubicBezTo>
                    <a:pt x="2565715" y="3053244"/>
                    <a:pt x="2487247" y="3053244"/>
                    <a:pt x="2404623" y="3053244"/>
                  </a:cubicBezTo>
                  <a:cubicBezTo>
                    <a:pt x="2404623" y="3120641"/>
                    <a:pt x="2404623" y="3184886"/>
                    <a:pt x="2404623" y="3259537"/>
                  </a:cubicBezTo>
                  <a:cubicBezTo>
                    <a:pt x="2408812" y="3288147"/>
                    <a:pt x="2400162" y="3301094"/>
                    <a:pt x="2367636" y="3299862"/>
                  </a:cubicBezTo>
                  <a:cubicBezTo>
                    <a:pt x="2301995" y="3297364"/>
                    <a:pt x="2236191" y="3299120"/>
                    <a:pt x="2171095" y="3299120"/>
                  </a:cubicBezTo>
                  <a:cubicBezTo>
                    <a:pt x="2171095" y="3378199"/>
                    <a:pt x="2171095" y="3450733"/>
                    <a:pt x="2171095" y="3521937"/>
                  </a:cubicBezTo>
                  <a:cubicBezTo>
                    <a:pt x="3206299" y="3521937"/>
                    <a:pt x="4237904" y="3521937"/>
                    <a:pt x="5268123" y="3521937"/>
                  </a:cubicBezTo>
                  <a:cubicBezTo>
                    <a:pt x="5268123" y="3280610"/>
                    <a:pt x="5268123" y="3042860"/>
                    <a:pt x="5268123" y="2799995"/>
                  </a:cubicBezTo>
                  <a:cubicBezTo>
                    <a:pt x="5198893" y="2799995"/>
                    <a:pt x="5133448" y="2799995"/>
                    <a:pt x="5065080" y="2799995"/>
                  </a:cubicBezTo>
                  <a:cubicBezTo>
                    <a:pt x="5065080" y="2719978"/>
                    <a:pt x="5065080" y="2645120"/>
                    <a:pt x="5065080" y="2565213"/>
                  </a:cubicBezTo>
                  <a:cubicBezTo>
                    <a:pt x="4982162" y="2565213"/>
                    <a:pt x="4902385" y="2565213"/>
                    <a:pt x="4817602" y="2565213"/>
                  </a:cubicBezTo>
                  <a:cubicBezTo>
                    <a:pt x="4817602" y="2480364"/>
                    <a:pt x="4817602" y="2400565"/>
                    <a:pt x="4817602" y="2315836"/>
                  </a:cubicBezTo>
                  <a:cubicBezTo>
                    <a:pt x="4736320" y="2315836"/>
                    <a:pt x="4660098" y="2315836"/>
                    <a:pt x="4579001" y="2315836"/>
                  </a:cubicBezTo>
                  <a:cubicBezTo>
                    <a:pt x="4579001" y="2234521"/>
                    <a:pt x="4579001" y="2158299"/>
                    <a:pt x="4579001" y="2079144"/>
                  </a:cubicBezTo>
                  <a:cubicBezTo>
                    <a:pt x="4495406" y="2079144"/>
                    <a:pt x="4416949" y="2079144"/>
                    <a:pt x="4333431" y="2079144"/>
                  </a:cubicBezTo>
                  <a:cubicBezTo>
                    <a:pt x="4333431" y="1996237"/>
                    <a:pt x="4333431" y="1916438"/>
                    <a:pt x="4333431" y="1831676"/>
                  </a:cubicBezTo>
                  <a:cubicBezTo>
                    <a:pt x="4252192" y="1831676"/>
                    <a:pt x="4176004" y="1831676"/>
                    <a:pt x="4094841" y="1831676"/>
                  </a:cubicBezTo>
                  <a:cubicBezTo>
                    <a:pt x="4094841" y="1750394"/>
                    <a:pt x="4094841" y="1674184"/>
                    <a:pt x="4094841" y="1599991"/>
                  </a:cubicBezTo>
                  <a:cubicBezTo>
                    <a:pt x="4013483" y="1599991"/>
                    <a:pt x="3937349" y="1599991"/>
                    <a:pt x="3858139" y="1599991"/>
                  </a:cubicBezTo>
                  <a:close/>
                  <a:moveTo>
                    <a:pt x="2469155" y="929932"/>
                  </a:moveTo>
                  <a:cubicBezTo>
                    <a:pt x="2469155" y="968696"/>
                    <a:pt x="2469155" y="1005431"/>
                    <a:pt x="2469155" y="1046942"/>
                  </a:cubicBezTo>
                  <a:cubicBezTo>
                    <a:pt x="2384459" y="1046942"/>
                    <a:pt x="2304713" y="1046942"/>
                    <a:pt x="2220107" y="1046942"/>
                  </a:cubicBezTo>
                  <a:cubicBezTo>
                    <a:pt x="2220107" y="1131658"/>
                    <a:pt x="2220107" y="1211399"/>
                    <a:pt x="2220107" y="1296060"/>
                  </a:cubicBezTo>
                  <a:cubicBezTo>
                    <a:pt x="2178484" y="1296060"/>
                    <a:pt x="2141821" y="1296060"/>
                    <a:pt x="2102811" y="1296060"/>
                  </a:cubicBezTo>
                  <a:cubicBezTo>
                    <a:pt x="2102811" y="1363709"/>
                    <a:pt x="2101448" y="1426354"/>
                    <a:pt x="2104101" y="1488828"/>
                  </a:cubicBezTo>
                  <a:cubicBezTo>
                    <a:pt x="2104563" y="1499747"/>
                    <a:pt x="2121918" y="1509947"/>
                    <a:pt x="2141676" y="1520499"/>
                  </a:cubicBezTo>
                  <a:cubicBezTo>
                    <a:pt x="2167717" y="1520499"/>
                    <a:pt x="2193757" y="1520499"/>
                    <a:pt x="2224637" y="1520499"/>
                  </a:cubicBezTo>
                  <a:cubicBezTo>
                    <a:pt x="2224637" y="1608025"/>
                    <a:pt x="2224637" y="1687760"/>
                    <a:pt x="2224637" y="1770359"/>
                  </a:cubicBezTo>
                  <a:cubicBezTo>
                    <a:pt x="2308137" y="1770359"/>
                    <a:pt x="2386557" y="1770359"/>
                    <a:pt x="2469951" y="1770359"/>
                  </a:cubicBezTo>
                  <a:cubicBezTo>
                    <a:pt x="2469951" y="1809984"/>
                    <a:pt x="2469951" y="1846726"/>
                    <a:pt x="2469951" y="1883865"/>
                  </a:cubicBezTo>
                  <a:cubicBezTo>
                    <a:pt x="2547558" y="1883865"/>
                    <a:pt x="2620049" y="1883865"/>
                    <a:pt x="2697557" y="1883865"/>
                  </a:cubicBezTo>
                  <a:cubicBezTo>
                    <a:pt x="2697557" y="1844155"/>
                    <a:pt x="2697557" y="1807488"/>
                    <a:pt x="2697557" y="1766002"/>
                  </a:cubicBezTo>
                  <a:cubicBezTo>
                    <a:pt x="2782301" y="1766002"/>
                    <a:pt x="2862052" y="1766002"/>
                    <a:pt x="2946550" y="1766002"/>
                  </a:cubicBezTo>
                  <a:cubicBezTo>
                    <a:pt x="2946550" y="1681193"/>
                    <a:pt x="2946550" y="1601408"/>
                    <a:pt x="2946550" y="1518773"/>
                  </a:cubicBezTo>
                  <a:cubicBezTo>
                    <a:pt x="2986933" y="1518773"/>
                    <a:pt x="3022289" y="1518773"/>
                    <a:pt x="3059452" y="1518773"/>
                  </a:cubicBezTo>
                  <a:cubicBezTo>
                    <a:pt x="3059452" y="1443143"/>
                    <a:pt x="3059452" y="1370664"/>
                    <a:pt x="3059452" y="1293115"/>
                  </a:cubicBezTo>
                  <a:cubicBezTo>
                    <a:pt x="3020213" y="1293115"/>
                    <a:pt x="2983500" y="1293115"/>
                    <a:pt x="2942017" y="1293115"/>
                  </a:cubicBezTo>
                  <a:cubicBezTo>
                    <a:pt x="2942017" y="1208407"/>
                    <a:pt x="2942017" y="1128681"/>
                    <a:pt x="2942017" y="1044093"/>
                  </a:cubicBezTo>
                  <a:cubicBezTo>
                    <a:pt x="2857257" y="1044093"/>
                    <a:pt x="2777477" y="1044093"/>
                    <a:pt x="2692870" y="1044093"/>
                  </a:cubicBezTo>
                  <a:cubicBezTo>
                    <a:pt x="2692870" y="1002428"/>
                    <a:pt x="2692870" y="965788"/>
                    <a:pt x="2692870" y="929932"/>
                  </a:cubicBezTo>
                  <a:cubicBezTo>
                    <a:pt x="2616570" y="929932"/>
                    <a:pt x="2545377" y="929932"/>
                    <a:pt x="2469155" y="929932"/>
                  </a:cubicBezTo>
                  <a:close/>
                  <a:moveTo>
                    <a:pt x="2457196" y="671778"/>
                  </a:moveTo>
                  <a:cubicBezTo>
                    <a:pt x="2541995" y="671778"/>
                    <a:pt x="2621694" y="671778"/>
                    <a:pt x="2704602" y="671778"/>
                  </a:cubicBezTo>
                  <a:cubicBezTo>
                    <a:pt x="2704602" y="712228"/>
                    <a:pt x="2704602" y="751217"/>
                    <a:pt x="2704602" y="795281"/>
                  </a:cubicBezTo>
                  <a:cubicBezTo>
                    <a:pt x="2787317" y="795281"/>
                    <a:pt x="2867141" y="795281"/>
                    <a:pt x="2952036" y="795281"/>
                  </a:cubicBezTo>
                  <a:cubicBezTo>
                    <a:pt x="2952036" y="876310"/>
                    <a:pt x="2952036" y="952517"/>
                    <a:pt x="2952036" y="1033765"/>
                  </a:cubicBezTo>
                  <a:cubicBezTo>
                    <a:pt x="3033132" y="1033765"/>
                    <a:pt x="3109333" y="1033765"/>
                    <a:pt x="3190549" y="1033765"/>
                  </a:cubicBezTo>
                  <a:cubicBezTo>
                    <a:pt x="3190549" y="1118507"/>
                    <a:pt x="3190549" y="1198281"/>
                    <a:pt x="3190549" y="1283069"/>
                  </a:cubicBezTo>
                  <a:cubicBezTo>
                    <a:pt x="3235742" y="1283069"/>
                    <a:pt x="3276094" y="1283069"/>
                    <a:pt x="3318526" y="1283069"/>
                  </a:cubicBezTo>
                  <a:cubicBezTo>
                    <a:pt x="3318526" y="1366558"/>
                    <a:pt x="3318526" y="1444975"/>
                    <a:pt x="3318526" y="1528542"/>
                  </a:cubicBezTo>
                  <a:cubicBezTo>
                    <a:pt x="3279085" y="1528542"/>
                    <a:pt x="3238821" y="1528542"/>
                    <a:pt x="3193498" y="1528542"/>
                  </a:cubicBezTo>
                  <a:cubicBezTo>
                    <a:pt x="3193498" y="1613242"/>
                    <a:pt x="3193498" y="1693047"/>
                    <a:pt x="3193498" y="1779212"/>
                  </a:cubicBezTo>
                  <a:cubicBezTo>
                    <a:pt x="3122781" y="1779212"/>
                    <a:pt x="3056987" y="1780966"/>
                    <a:pt x="2991353" y="1778468"/>
                  </a:cubicBezTo>
                  <a:cubicBezTo>
                    <a:pt x="2958830" y="1777233"/>
                    <a:pt x="2950193" y="1790197"/>
                    <a:pt x="2954377" y="1823999"/>
                  </a:cubicBezTo>
                  <a:cubicBezTo>
                    <a:pt x="2954377" y="1889840"/>
                    <a:pt x="2954377" y="1950477"/>
                    <a:pt x="2954377" y="2016147"/>
                  </a:cubicBezTo>
                  <a:cubicBezTo>
                    <a:pt x="2870514" y="2016147"/>
                    <a:pt x="2790699" y="2016147"/>
                    <a:pt x="2707882" y="2016147"/>
                  </a:cubicBezTo>
                  <a:cubicBezTo>
                    <a:pt x="2707882" y="2060095"/>
                    <a:pt x="2707882" y="2099078"/>
                    <a:pt x="2707882" y="2141863"/>
                  </a:cubicBezTo>
                  <a:cubicBezTo>
                    <a:pt x="2625114" y="2141863"/>
                    <a:pt x="2545385" y="2141863"/>
                    <a:pt x="2460475" y="2141863"/>
                  </a:cubicBezTo>
                  <a:cubicBezTo>
                    <a:pt x="2460475" y="2103187"/>
                    <a:pt x="2460475" y="2062879"/>
                    <a:pt x="2460475" y="2017564"/>
                  </a:cubicBezTo>
                  <a:cubicBezTo>
                    <a:pt x="2375732" y="2017564"/>
                    <a:pt x="2295943" y="2017564"/>
                    <a:pt x="2211137" y="2017564"/>
                  </a:cubicBezTo>
                  <a:cubicBezTo>
                    <a:pt x="2211137" y="1936452"/>
                    <a:pt x="2211137" y="1860240"/>
                    <a:pt x="2211137" y="1780969"/>
                  </a:cubicBezTo>
                  <a:cubicBezTo>
                    <a:pt x="2131257" y="1780969"/>
                    <a:pt x="2056395" y="1780969"/>
                    <a:pt x="1976406" y="1780969"/>
                  </a:cubicBezTo>
                  <a:cubicBezTo>
                    <a:pt x="1976406" y="1698249"/>
                    <a:pt x="1976406" y="1618457"/>
                    <a:pt x="1976406" y="1533628"/>
                  </a:cubicBezTo>
                  <a:cubicBezTo>
                    <a:pt x="1934833" y="1533628"/>
                    <a:pt x="1898176" y="1533628"/>
                    <a:pt x="1858215" y="1533628"/>
                  </a:cubicBezTo>
                  <a:cubicBezTo>
                    <a:pt x="1858215" y="1448884"/>
                    <a:pt x="1858215" y="1369172"/>
                    <a:pt x="1858215" y="1284301"/>
                  </a:cubicBezTo>
                  <a:cubicBezTo>
                    <a:pt x="1894826" y="1284301"/>
                    <a:pt x="1931563" y="1284301"/>
                    <a:pt x="1973214" y="1284301"/>
                  </a:cubicBezTo>
                  <a:cubicBezTo>
                    <a:pt x="1973214" y="1199564"/>
                    <a:pt x="1973214" y="1119753"/>
                    <a:pt x="1973214" y="1036890"/>
                  </a:cubicBezTo>
                  <a:cubicBezTo>
                    <a:pt x="2053083" y="1036890"/>
                    <a:pt x="2127945" y="1036890"/>
                    <a:pt x="2207908" y="1036890"/>
                  </a:cubicBezTo>
                  <a:cubicBezTo>
                    <a:pt x="2207908" y="957747"/>
                    <a:pt x="2207908" y="881537"/>
                    <a:pt x="2207908" y="800270"/>
                  </a:cubicBezTo>
                  <a:cubicBezTo>
                    <a:pt x="2292592" y="800270"/>
                    <a:pt x="2372381" y="800270"/>
                    <a:pt x="2457196" y="800270"/>
                  </a:cubicBezTo>
                  <a:cubicBezTo>
                    <a:pt x="2457196" y="755149"/>
                    <a:pt x="2457196" y="714794"/>
                    <a:pt x="2457196" y="671778"/>
                  </a:cubicBezTo>
                  <a:close/>
                  <a:moveTo>
                    <a:pt x="499997" y="499528"/>
                  </a:moveTo>
                  <a:cubicBezTo>
                    <a:pt x="499997" y="1103233"/>
                    <a:pt x="499997" y="1703874"/>
                    <a:pt x="499997" y="2303696"/>
                  </a:cubicBezTo>
                  <a:cubicBezTo>
                    <a:pt x="568747" y="2303696"/>
                    <a:pt x="634104" y="2303696"/>
                    <a:pt x="704479" y="2303696"/>
                  </a:cubicBezTo>
                  <a:cubicBezTo>
                    <a:pt x="704479" y="2223810"/>
                    <a:pt x="704479" y="2147577"/>
                    <a:pt x="704479" y="2068389"/>
                  </a:cubicBezTo>
                  <a:cubicBezTo>
                    <a:pt x="784518" y="2068389"/>
                    <a:pt x="859409" y="2068389"/>
                    <a:pt x="939338" y="2068389"/>
                  </a:cubicBezTo>
                  <a:cubicBezTo>
                    <a:pt x="939338" y="1985449"/>
                    <a:pt x="939338" y="1905650"/>
                    <a:pt x="939338" y="1820856"/>
                  </a:cubicBezTo>
                  <a:cubicBezTo>
                    <a:pt x="1024209" y="1820856"/>
                    <a:pt x="1104019" y="1820856"/>
                    <a:pt x="1188781" y="1820856"/>
                  </a:cubicBezTo>
                  <a:cubicBezTo>
                    <a:pt x="1188781" y="1739552"/>
                    <a:pt x="1188781" y="1663320"/>
                    <a:pt x="1188781" y="1589269"/>
                  </a:cubicBezTo>
                  <a:cubicBezTo>
                    <a:pt x="1273761" y="1589269"/>
                    <a:pt x="1353505" y="1589269"/>
                    <a:pt x="1436325" y="1589269"/>
                  </a:cubicBezTo>
                  <a:cubicBezTo>
                    <a:pt x="1436325" y="1668217"/>
                    <a:pt x="1436325" y="1743108"/>
                    <a:pt x="1436325" y="1823037"/>
                  </a:cubicBezTo>
                  <a:cubicBezTo>
                    <a:pt x="1519266" y="1823037"/>
                    <a:pt x="1599064" y="1823037"/>
                    <a:pt x="1683859" y="1823037"/>
                  </a:cubicBezTo>
                  <a:cubicBezTo>
                    <a:pt x="1683859" y="1907908"/>
                    <a:pt x="1683859" y="1987718"/>
                    <a:pt x="1683859" y="2072480"/>
                  </a:cubicBezTo>
                  <a:cubicBezTo>
                    <a:pt x="1765174" y="2072480"/>
                    <a:pt x="1841395" y="2072480"/>
                    <a:pt x="1922536" y="2072480"/>
                  </a:cubicBezTo>
                  <a:cubicBezTo>
                    <a:pt x="1922536" y="2153817"/>
                    <a:pt x="1922536" y="2230060"/>
                    <a:pt x="1922536" y="2309248"/>
                  </a:cubicBezTo>
                  <a:cubicBezTo>
                    <a:pt x="2006153" y="2309248"/>
                    <a:pt x="2084632" y="2309248"/>
                    <a:pt x="2168161" y="2309248"/>
                  </a:cubicBezTo>
                  <a:cubicBezTo>
                    <a:pt x="2168161" y="2392188"/>
                    <a:pt x="2168161" y="2471987"/>
                    <a:pt x="2168161" y="2556781"/>
                  </a:cubicBezTo>
                  <a:cubicBezTo>
                    <a:pt x="2249443" y="2556781"/>
                    <a:pt x="2325643" y="2556781"/>
                    <a:pt x="2406838" y="2556781"/>
                  </a:cubicBezTo>
                  <a:cubicBezTo>
                    <a:pt x="2406838" y="2638085"/>
                    <a:pt x="2406838" y="2714317"/>
                    <a:pt x="2406838" y="2788412"/>
                  </a:cubicBezTo>
                  <a:cubicBezTo>
                    <a:pt x="2488218" y="2788412"/>
                    <a:pt x="2564363" y="2788412"/>
                    <a:pt x="2643595" y="2788412"/>
                  </a:cubicBezTo>
                  <a:cubicBezTo>
                    <a:pt x="2643595" y="2709485"/>
                    <a:pt x="2643595" y="2634606"/>
                    <a:pt x="2643595" y="2554665"/>
                  </a:cubicBezTo>
                  <a:cubicBezTo>
                    <a:pt x="2722935" y="2554665"/>
                    <a:pt x="2799168" y="2554665"/>
                    <a:pt x="2880352" y="2554665"/>
                  </a:cubicBezTo>
                  <a:cubicBezTo>
                    <a:pt x="2880352" y="2469794"/>
                    <a:pt x="2880352" y="2389984"/>
                    <a:pt x="2880352" y="2307121"/>
                  </a:cubicBezTo>
                  <a:cubicBezTo>
                    <a:pt x="2963935" y="2307121"/>
                    <a:pt x="3042415" y="2307121"/>
                    <a:pt x="3124231" y="2307121"/>
                  </a:cubicBezTo>
                  <a:cubicBezTo>
                    <a:pt x="3125213" y="2288534"/>
                    <a:pt x="3126031" y="2272980"/>
                    <a:pt x="3126849" y="2246933"/>
                  </a:cubicBezTo>
                  <a:cubicBezTo>
                    <a:pt x="3126849" y="2188502"/>
                    <a:pt x="3126849" y="2130060"/>
                    <a:pt x="3126849" y="2068684"/>
                  </a:cubicBezTo>
                  <a:cubicBezTo>
                    <a:pt x="3209593" y="2068684"/>
                    <a:pt x="3284484" y="2068684"/>
                    <a:pt x="3364424" y="2068684"/>
                  </a:cubicBezTo>
                  <a:cubicBezTo>
                    <a:pt x="3364424" y="1985766"/>
                    <a:pt x="3364424" y="1905945"/>
                    <a:pt x="3364424" y="1821150"/>
                  </a:cubicBezTo>
                  <a:cubicBezTo>
                    <a:pt x="3449284" y="1821150"/>
                    <a:pt x="3529061" y="1821150"/>
                    <a:pt x="3613866" y="1821150"/>
                  </a:cubicBezTo>
                  <a:cubicBezTo>
                    <a:pt x="3613866" y="1739857"/>
                    <a:pt x="3613866" y="1663625"/>
                    <a:pt x="3613866" y="1582485"/>
                  </a:cubicBezTo>
                  <a:cubicBezTo>
                    <a:pt x="3695192" y="1582485"/>
                    <a:pt x="3771436" y="1582485"/>
                    <a:pt x="3850634" y="1582485"/>
                  </a:cubicBezTo>
                  <a:cubicBezTo>
                    <a:pt x="3850634" y="1498868"/>
                    <a:pt x="3850634" y="1420389"/>
                    <a:pt x="3850634" y="1340045"/>
                  </a:cubicBezTo>
                  <a:cubicBezTo>
                    <a:pt x="3937207" y="1340045"/>
                    <a:pt x="4020496" y="1340045"/>
                    <a:pt x="4108945" y="1340045"/>
                  </a:cubicBezTo>
                  <a:cubicBezTo>
                    <a:pt x="4108945" y="1422527"/>
                    <a:pt x="4108945" y="1502304"/>
                    <a:pt x="4108945" y="1587109"/>
                  </a:cubicBezTo>
                  <a:cubicBezTo>
                    <a:pt x="4190238" y="1587109"/>
                    <a:pt x="4266470" y="1587109"/>
                    <a:pt x="4347610" y="1587109"/>
                  </a:cubicBezTo>
                  <a:cubicBezTo>
                    <a:pt x="4347610" y="1668435"/>
                    <a:pt x="4347610" y="1744667"/>
                    <a:pt x="4347610" y="1823866"/>
                  </a:cubicBezTo>
                  <a:cubicBezTo>
                    <a:pt x="4431227" y="1823866"/>
                    <a:pt x="4509706" y="1823866"/>
                    <a:pt x="4593246" y="1823866"/>
                  </a:cubicBezTo>
                  <a:cubicBezTo>
                    <a:pt x="4593246" y="1906785"/>
                    <a:pt x="4593246" y="1986605"/>
                    <a:pt x="4593246" y="2071411"/>
                  </a:cubicBezTo>
                  <a:cubicBezTo>
                    <a:pt x="4674507" y="2071411"/>
                    <a:pt x="4750706" y="2071411"/>
                    <a:pt x="4831912" y="2071411"/>
                  </a:cubicBezTo>
                  <a:cubicBezTo>
                    <a:pt x="4831912" y="2152704"/>
                    <a:pt x="4831912" y="2228936"/>
                    <a:pt x="4831912" y="2310077"/>
                  </a:cubicBezTo>
                  <a:cubicBezTo>
                    <a:pt x="4916826" y="2310077"/>
                    <a:pt x="4996658" y="2310077"/>
                    <a:pt x="5079456" y="2310077"/>
                  </a:cubicBezTo>
                  <a:cubicBezTo>
                    <a:pt x="5079456" y="2393693"/>
                    <a:pt x="5079456" y="2472172"/>
                    <a:pt x="5079456" y="2552560"/>
                  </a:cubicBezTo>
                  <a:cubicBezTo>
                    <a:pt x="5144476" y="2552560"/>
                    <a:pt x="5206212" y="2552560"/>
                    <a:pt x="5268941" y="2552560"/>
                  </a:cubicBezTo>
                  <a:cubicBezTo>
                    <a:pt x="5268941" y="1866525"/>
                    <a:pt x="5268941" y="1183261"/>
                    <a:pt x="5268941" y="499528"/>
                  </a:cubicBezTo>
                  <a:cubicBezTo>
                    <a:pt x="3677315" y="499528"/>
                    <a:pt x="2088711" y="499528"/>
                    <a:pt x="499997" y="499528"/>
                  </a:cubicBezTo>
                  <a:close/>
                  <a:moveTo>
                    <a:pt x="2146891" y="0"/>
                  </a:moveTo>
                  <a:cubicBezTo>
                    <a:pt x="3330698" y="196"/>
                    <a:pt x="4514494" y="403"/>
                    <a:pt x="5698290" y="600"/>
                  </a:cubicBezTo>
                  <a:cubicBezTo>
                    <a:pt x="5778592" y="611"/>
                    <a:pt x="5778602" y="611"/>
                    <a:pt x="5778602" y="83006"/>
                  </a:cubicBezTo>
                  <a:cubicBezTo>
                    <a:pt x="5778602" y="1238071"/>
                    <a:pt x="5778798" y="2393126"/>
                    <a:pt x="5778308" y="3548191"/>
                  </a:cubicBezTo>
                  <a:cubicBezTo>
                    <a:pt x="5778264" y="3672612"/>
                    <a:pt x="5750036" y="3790249"/>
                    <a:pt x="5661892" y="3882897"/>
                  </a:cubicBezTo>
                  <a:cubicBezTo>
                    <a:pt x="5599546" y="3948440"/>
                    <a:pt x="5522834" y="3997502"/>
                    <a:pt x="5430851" y="4009434"/>
                  </a:cubicBezTo>
                  <a:cubicBezTo>
                    <a:pt x="5360542" y="4018564"/>
                    <a:pt x="5288945" y="4020854"/>
                    <a:pt x="5217916" y="4020887"/>
                  </a:cubicBezTo>
                  <a:lnTo>
                    <a:pt x="949493" y="4017779"/>
                  </a:lnTo>
                  <a:lnTo>
                    <a:pt x="949493" y="3526256"/>
                  </a:lnTo>
                  <a:lnTo>
                    <a:pt x="1910614" y="3525722"/>
                  </a:lnTo>
                  <a:cubicBezTo>
                    <a:pt x="1910614" y="3443109"/>
                    <a:pt x="1910614" y="3366888"/>
                    <a:pt x="1910614" y="3285769"/>
                  </a:cubicBezTo>
                  <a:cubicBezTo>
                    <a:pt x="1995496" y="3285769"/>
                    <a:pt x="2075317" y="3285769"/>
                    <a:pt x="2158093" y="3285769"/>
                  </a:cubicBezTo>
                  <a:cubicBezTo>
                    <a:pt x="2158093" y="3202174"/>
                    <a:pt x="2158093" y="3123717"/>
                    <a:pt x="2158093" y="3040188"/>
                  </a:cubicBezTo>
                  <a:cubicBezTo>
                    <a:pt x="2237390" y="3040188"/>
                    <a:pt x="2313623" y="3040188"/>
                    <a:pt x="2390782" y="3040188"/>
                  </a:cubicBezTo>
                  <a:cubicBezTo>
                    <a:pt x="2390782" y="2958895"/>
                    <a:pt x="2390782" y="2882805"/>
                    <a:pt x="2390782" y="2801577"/>
                  </a:cubicBezTo>
                  <a:cubicBezTo>
                    <a:pt x="2311626" y="2801577"/>
                    <a:pt x="2235405" y="2801577"/>
                    <a:pt x="2154276" y="2801577"/>
                  </a:cubicBezTo>
                  <a:cubicBezTo>
                    <a:pt x="2154276" y="2720284"/>
                    <a:pt x="2154276" y="2644062"/>
                    <a:pt x="2154276" y="2562966"/>
                  </a:cubicBezTo>
                  <a:cubicBezTo>
                    <a:pt x="2069361" y="2562966"/>
                    <a:pt x="1989551" y="2562966"/>
                    <a:pt x="1906786" y="2562966"/>
                  </a:cubicBezTo>
                  <a:cubicBezTo>
                    <a:pt x="1906786" y="2479360"/>
                    <a:pt x="1906786" y="2400892"/>
                    <a:pt x="1906786" y="2317385"/>
                  </a:cubicBezTo>
                  <a:cubicBezTo>
                    <a:pt x="1827466" y="2317385"/>
                    <a:pt x="1751256" y="2317385"/>
                    <a:pt x="1670083" y="2317385"/>
                  </a:cubicBezTo>
                  <a:cubicBezTo>
                    <a:pt x="1670083" y="2236124"/>
                    <a:pt x="1670083" y="2159914"/>
                    <a:pt x="1670083" y="2078773"/>
                  </a:cubicBezTo>
                  <a:cubicBezTo>
                    <a:pt x="1585201" y="2078773"/>
                    <a:pt x="1505391" y="2078773"/>
                    <a:pt x="1420695" y="2078773"/>
                  </a:cubicBezTo>
                  <a:cubicBezTo>
                    <a:pt x="1420695" y="1993859"/>
                    <a:pt x="1420695" y="1914049"/>
                    <a:pt x="1420695" y="1835657"/>
                  </a:cubicBezTo>
                  <a:cubicBezTo>
                    <a:pt x="1344256" y="1835657"/>
                    <a:pt x="1272997" y="1835657"/>
                    <a:pt x="1196667" y="1835657"/>
                  </a:cubicBezTo>
                  <a:cubicBezTo>
                    <a:pt x="1196667" y="1917856"/>
                    <a:pt x="1196667" y="1997666"/>
                    <a:pt x="1196667" y="2082427"/>
                  </a:cubicBezTo>
                  <a:cubicBezTo>
                    <a:pt x="1111829" y="2082427"/>
                    <a:pt x="1032052" y="2082427"/>
                    <a:pt x="947279" y="2082427"/>
                  </a:cubicBezTo>
                  <a:cubicBezTo>
                    <a:pt x="947279" y="2163710"/>
                    <a:pt x="947279" y="2239920"/>
                    <a:pt x="947279" y="2321039"/>
                  </a:cubicBezTo>
                  <a:cubicBezTo>
                    <a:pt x="865964" y="2321039"/>
                    <a:pt x="789743" y="2321039"/>
                    <a:pt x="710565" y="2321039"/>
                  </a:cubicBezTo>
                  <a:cubicBezTo>
                    <a:pt x="710565" y="2404644"/>
                    <a:pt x="710565" y="2483101"/>
                    <a:pt x="710565" y="2566630"/>
                  </a:cubicBezTo>
                  <a:cubicBezTo>
                    <a:pt x="638445" y="2566630"/>
                    <a:pt x="569401" y="2566630"/>
                    <a:pt x="496965" y="2566630"/>
                  </a:cubicBezTo>
                  <a:lnTo>
                    <a:pt x="494380" y="3091039"/>
                  </a:lnTo>
                  <a:lnTo>
                    <a:pt x="687" y="3091039"/>
                  </a:lnTo>
                  <a:lnTo>
                    <a:pt x="1952" y="1370859"/>
                  </a:lnTo>
                  <a:cubicBezTo>
                    <a:pt x="5737" y="1353352"/>
                    <a:pt x="10307" y="1344932"/>
                    <a:pt x="10329" y="1336500"/>
                  </a:cubicBezTo>
                  <a:cubicBezTo>
                    <a:pt x="10809" y="1191998"/>
                    <a:pt x="11027" y="1047496"/>
                    <a:pt x="10275" y="902995"/>
                  </a:cubicBezTo>
                  <a:cubicBezTo>
                    <a:pt x="10209" y="889491"/>
                    <a:pt x="3174" y="876031"/>
                    <a:pt x="0" y="857532"/>
                  </a:cubicBezTo>
                  <a:cubicBezTo>
                    <a:pt x="4275" y="691936"/>
                    <a:pt x="774" y="530712"/>
                    <a:pt x="14987" y="371071"/>
                  </a:cubicBezTo>
                  <a:cubicBezTo>
                    <a:pt x="20964" y="303892"/>
                    <a:pt x="53195" y="232099"/>
                    <a:pt x="92953" y="176264"/>
                  </a:cubicBezTo>
                  <a:cubicBezTo>
                    <a:pt x="184739" y="47371"/>
                    <a:pt x="322631" y="1309"/>
                    <a:pt x="476404" y="883"/>
                  </a:cubicBezTo>
                  <a:cubicBezTo>
                    <a:pt x="867316" y="-186"/>
                    <a:pt x="1258228" y="174"/>
                    <a:pt x="1652293" y="3283"/>
                  </a:cubicBezTo>
                  <a:cubicBezTo>
                    <a:pt x="1813199" y="7733"/>
                    <a:pt x="1970954" y="8966"/>
                    <a:pt x="2128709" y="9555"/>
                  </a:cubicBezTo>
                  <a:cubicBezTo>
                    <a:pt x="2134762" y="9577"/>
                    <a:pt x="2140827" y="3327"/>
                    <a:pt x="2146891"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157" name="Freeform: Shape 2156">
              <a:extLst>
                <a:ext uri="{FF2B5EF4-FFF2-40B4-BE49-F238E27FC236}">
                  <a16:creationId xmlns:a16="http://schemas.microsoft.com/office/drawing/2014/main" id="{AF97A426-A460-E239-3A45-95ED4AC010BC}"/>
                </a:ext>
                <a:ext uri="{C183D7F6-B498-43B3-948B-1728B52AA6E4}">
                  <adec:decorative xmlns:adec="http://schemas.microsoft.com/office/drawing/2017/decorative" val="1"/>
                </a:ext>
              </a:extLst>
            </p:cNvPr>
            <p:cNvSpPr/>
            <p:nvPr/>
          </p:nvSpPr>
          <p:spPr>
            <a:xfrm>
              <a:off x="5876529" y="4343071"/>
              <a:ext cx="384516" cy="457200"/>
            </a:xfrm>
            <a:custGeom>
              <a:avLst/>
              <a:gdLst>
                <a:gd name="connsiteX0" fmla="*/ 3508838 w 5767740"/>
                <a:gd name="connsiteY0" fmla="*/ 6133026 h 6858000"/>
                <a:gd name="connsiteX1" fmla="*/ 4233812 w 5767740"/>
                <a:gd name="connsiteY1" fmla="*/ 6133026 h 6858000"/>
                <a:gd name="connsiteX2" fmla="*/ 4233812 w 5767740"/>
                <a:gd name="connsiteY2" fmla="*/ 6858000 h 6858000"/>
                <a:gd name="connsiteX3" fmla="*/ 3508838 w 5767740"/>
                <a:gd name="connsiteY3" fmla="*/ 6858000 h 6858000"/>
                <a:gd name="connsiteX4" fmla="*/ 1218901 w 5767740"/>
                <a:gd name="connsiteY4" fmla="*/ 1876672 h 6858000"/>
                <a:gd name="connsiteX5" fmla="*/ 1029600 w 5767740"/>
                <a:gd name="connsiteY5" fmla="*/ 2069666 h 6858000"/>
                <a:gd name="connsiteX6" fmla="*/ 528005 w 5767740"/>
                <a:gd name="connsiteY6" fmla="*/ 2573392 h 6858000"/>
                <a:gd name="connsiteX7" fmla="*/ 497362 w 5767740"/>
                <a:gd name="connsiteY7" fmla="*/ 2646547 h 6858000"/>
                <a:gd name="connsiteX8" fmla="*/ 496145 w 5767740"/>
                <a:gd name="connsiteY8" fmla="*/ 3529763 h 6858000"/>
                <a:gd name="connsiteX9" fmla="*/ 498944 w 5767740"/>
                <a:gd name="connsiteY9" fmla="*/ 3574858 h 6858000"/>
                <a:gd name="connsiteX10" fmla="*/ 513289 w 5767740"/>
                <a:gd name="connsiteY10" fmla="*/ 3578258 h 6858000"/>
                <a:gd name="connsiteX11" fmla="*/ 1509591 w 5767740"/>
                <a:gd name="connsiteY11" fmla="*/ 3577620 h 6858000"/>
                <a:gd name="connsiteX12" fmla="*/ 1563181 w 5767740"/>
                <a:gd name="connsiteY12" fmla="*/ 3550817 h 6858000"/>
                <a:gd name="connsiteX13" fmla="*/ 2207142 w 5767740"/>
                <a:gd name="connsiteY13" fmla="*/ 2907664 h 6858000"/>
                <a:gd name="connsiteX14" fmla="*/ 2226705 w 5767740"/>
                <a:gd name="connsiteY14" fmla="*/ 2884452 h 6858000"/>
                <a:gd name="connsiteX15" fmla="*/ 1218901 w 5767740"/>
                <a:gd name="connsiteY15" fmla="*/ 1876672 h 6858000"/>
                <a:gd name="connsiteX16" fmla="*/ 2503841 w 5767740"/>
                <a:gd name="connsiteY16" fmla="*/ 1014020 h 6858000"/>
                <a:gd name="connsiteX17" fmla="*/ 2154973 w 5767740"/>
                <a:gd name="connsiteY17" fmla="*/ 1233311 h 6858000"/>
                <a:gd name="connsiteX18" fmla="*/ 2134909 w 5767740"/>
                <a:gd name="connsiteY18" fmla="*/ 1459227 h 6858000"/>
                <a:gd name="connsiteX19" fmla="*/ 2559205 w 5767740"/>
                <a:gd name="connsiteY19" fmla="*/ 1717660 h 6858000"/>
                <a:gd name="connsiteX20" fmla="*/ 2836923 w 5767740"/>
                <a:gd name="connsiteY20" fmla="*/ 1350105 h 6858000"/>
                <a:gd name="connsiteX21" fmla="*/ 2503841 w 5767740"/>
                <a:gd name="connsiteY21" fmla="*/ 1014020 h 6858000"/>
                <a:gd name="connsiteX22" fmla="*/ 2461454 w 5767740"/>
                <a:gd name="connsiteY22" fmla="*/ 731809 h 6858000"/>
                <a:gd name="connsiteX23" fmla="*/ 2844182 w 5767740"/>
                <a:gd name="connsiteY23" fmla="*/ 840391 h 6858000"/>
                <a:gd name="connsiteX24" fmla="*/ 3116220 w 5767740"/>
                <a:gd name="connsiteY24" fmla="*/ 1290986 h 6858000"/>
                <a:gd name="connsiteX25" fmla="*/ 2887656 w 5767740"/>
                <a:gd name="connsiteY25" fmla="*/ 1869764 h 6858000"/>
                <a:gd name="connsiteX26" fmla="*/ 2567944 w 5767740"/>
                <a:gd name="connsiteY26" fmla="*/ 2007310 h 6858000"/>
                <a:gd name="connsiteX27" fmla="*/ 2217473 w 5767740"/>
                <a:gd name="connsiteY27" fmla="*/ 1958540 h 6858000"/>
                <a:gd name="connsiteX28" fmla="*/ 1855049 w 5767740"/>
                <a:gd name="connsiteY28" fmla="*/ 1506436 h 6858000"/>
                <a:gd name="connsiteX29" fmla="*/ 1950317 w 5767740"/>
                <a:gd name="connsiteY29" fmla="*/ 1005244 h 6858000"/>
                <a:gd name="connsiteX30" fmla="*/ 2322805 w 5767740"/>
                <a:gd name="connsiteY30" fmla="*/ 746457 h 6858000"/>
                <a:gd name="connsiteX31" fmla="*/ 2461454 w 5767740"/>
                <a:gd name="connsiteY31" fmla="*/ 731809 h 6858000"/>
                <a:gd name="connsiteX32" fmla="*/ 498605 w 5767740"/>
                <a:gd name="connsiteY32" fmla="*/ 499762 h 6858000"/>
                <a:gd name="connsiteX33" fmla="*/ 498605 w 5767740"/>
                <a:gd name="connsiteY33" fmla="*/ 2197201 h 6858000"/>
                <a:gd name="connsiteX34" fmla="*/ 1231436 w 5767740"/>
                <a:gd name="connsiteY34" fmla="*/ 1462258 h 6858000"/>
                <a:gd name="connsiteX35" fmla="*/ 2441987 w 5767740"/>
                <a:gd name="connsiteY35" fmla="*/ 2673855 h 6858000"/>
                <a:gd name="connsiteX36" fmla="*/ 2905229 w 5767740"/>
                <a:gd name="connsiteY36" fmla="*/ 2220579 h 6858000"/>
                <a:gd name="connsiteX37" fmla="*/ 4192136 w 5767740"/>
                <a:gd name="connsiteY37" fmla="*/ 936571 h 6858000"/>
                <a:gd name="connsiteX38" fmla="*/ 5267528 w 5767740"/>
                <a:gd name="connsiteY38" fmla="*/ 2012019 h 6858000"/>
                <a:gd name="connsiteX39" fmla="*/ 5267528 w 5767740"/>
                <a:gd name="connsiteY39" fmla="*/ 499762 h 6858000"/>
                <a:gd name="connsiteX40" fmla="*/ 498605 w 5767740"/>
                <a:gd name="connsiteY40" fmla="*/ 499762 h 6858000"/>
                <a:gd name="connsiteX41" fmla="*/ 5707012 w 5767740"/>
                <a:gd name="connsiteY41" fmla="*/ 5 h 6858000"/>
                <a:gd name="connsiteX42" fmla="*/ 5767327 w 5767740"/>
                <a:gd name="connsiteY42" fmla="*/ 5 h 6858000"/>
                <a:gd name="connsiteX43" fmla="*/ 5767740 w 5767740"/>
                <a:gd name="connsiteY43" fmla="*/ 2700041 h 6858000"/>
                <a:gd name="connsiteX44" fmla="*/ 5749973 w 5767740"/>
                <a:gd name="connsiteY44" fmla="*/ 2714608 h 6858000"/>
                <a:gd name="connsiteX45" fmla="*/ 5273953 w 5767740"/>
                <a:gd name="connsiteY45" fmla="*/ 2703325 h 6858000"/>
                <a:gd name="connsiteX46" fmla="*/ 5272103 w 5767740"/>
                <a:gd name="connsiteY46" fmla="*/ 2490200 h 6858000"/>
                <a:gd name="connsiteX47" fmla="*/ 5237062 w 5767740"/>
                <a:gd name="connsiteY47" fmla="*/ 2406217 h 6858000"/>
                <a:gd name="connsiteX48" fmla="*/ 4219124 w 5767740"/>
                <a:gd name="connsiteY48" fmla="*/ 1389477 h 6858000"/>
                <a:gd name="connsiteX49" fmla="*/ 4182703 w 5767740"/>
                <a:gd name="connsiteY49" fmla="*/ 1355275 h 6858000"/>
                <a:gd name="connsiteX50" fmla="*/ 1954354 w 5767740"/>
                <a:gd name="connsiteY50" fmla="*/ 3567603 h 6858000"/>
                <a:gd name="connsiteX51" fmla="*/ 3620641 w 5767740"/>
                <a:gd name="connsiteY51" fmla="*/ 3567603 h 6858000"/>
                <a:gd name="connsiteX52" fmla="*/ 3631536 w 5767740"/>
                <a:gd name="connsiteY52" fmla="*/ 3608049 h 6858000"/>
                <a:gd name="connsiteX53" fmla="*/ 3631593 w 5767740"/>
                <a:gd name="connsiteY53" fmla="*/ 4041556 h 6858000"/>
                <a:gd name="connsiteX54" fmla="*/ 3622572 w 5767740"/>
                <a:gd name="connsiteY54" fmla="*/ 4070923 h 6858000"/>
                <a:gd name="connsiteX55" fmla="*/ 160 w 5767740"/>
                <a:gd name="connsiteY55" fmla="*/ 4075021 h 6858000"/>
                <a:gd name="connsiteX56" fmla="*/ 160 w 5767740"/>
                <a:gd name="connsiteY56" fmla="*/ 4013072 h 6858000"/>
                <a:gd name="connsiteX57" fmla="*/ 717 w 5767740"/>
                <a:gd name="connsiteY57" fmla="*/ 445863 h 6858000"/>
                <a:gd name="connsiteX58" fmla="*/ 351201 w 5767740"/>
                <a:gd name="connsiteY58" fmla="*/ 2682 h 6858000"/>
                <a:gd name="connsiteX59" fmla="*/ 399308 w 5767740"/>
                <a:gd name="connsiteY59" fmla="*/ 100 h 6858000"/>
                <a:gd name="connsiteX60" fmla="*/ 5707012 w 5767740"/>
                <a:gd name="connsiteY60" fmla="*/ 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67740" h="6858000">
                  <a:moveTo>
                    <a:pt x="3508838" y="6133026"/>
                  </a:moveTo>
                  <a:lnTo>
                    <a:pt x="4233812" y="6133026"/>
                  </a:lnTo>
                  <a:lnTo>
                    <a:pt x="4233812" y="6858000"/>
                  </a:lnTo>
                  <a:lnTo>
                    <a:pt x="3508838" y="6858000"/>
                  </a:lnTo>
                  <a:close/>
                  <a:moveTo>
                    <a:pt x="1218901" y="1876672"/>
                  </a:moveTo>
                  <a:cubicBezTo>
                    <a:pt x="1160320" y="1936430"/>
                    <a:pt x="1097655" y="2000353"/>
                    <a:pt x="1029600" y="2069666"/>
                  </a:cubicBezTo>
                  <a:cubicBezTo>
                    <a:pt x="862085" y="2237264"/>
                    <a:pt x="693925" y="2404231"/>
                    <a:pt x="528005" y="2573392"/>
                  </a:cubicBezTo>
                  <a:cubicBezTo>
                    <a:pt x="510588" y="2591148"/>
                    <a:pt x="497537" y="2621783"/>
                    <a:pt x="497362" y="2646547"/>
                  </a:cubicBezTo>
                  <a:cubicBezTo>
                    <a:pt x="495274" y="2940940"/>
                    <a:pt x="495972" y="3235354"/>
                    <a:pt x="496145" y="3529763"/>
                  </a:cubicBezTo>
                  <a:cubicBezTo>
                    <a:pt x="496153" y="3545216"/>
                    <a:pt x="498022" y="3560667"/>
                    <a:pt x="498944" y="3574858"/>
                  </a:cubicBezTo>
                  <a:cubicBezTo>
                    <a:pt x="506546" y="3576714"/>
                    <a:pt x="509917" y="3578255"/>
                    <a:pt x="513289" y="3578258"/>
                  </a:cubicBezTo>
                  <a:cubicBezTo>
                    <a:pt x="845391" y="3578510"/>
                    <a:pt x="1177496" y="3579075"/>
                    <a:pt x="1509591" y="3577620"/>
                  </a:cubicBezTo>
                  <a:cubicBezTo>
                    <a:pt x="1527683" y="3577540"/>
                    <a:pt x="1549522" y="3564376"/>
                    <a:pt x="1563181" y="3550817"/>
                  </a:cubicBezTo>
                  <a:cubicBezTo>
                    <a:pt x="1778496" y="3337099"/>
                    <a:pt x="1992785" y="3122348"/>
                    <a:pt x="2207142" y="2907664"/>
                  </a:cubicBezTo>
                  <a:cubicBezTo>
                    <a:pt x="2216714" y="2898075"/>
                    <a:pt x="2224679" y="2886879"/>
                    <a:pt x="2226705" y="2884452"/>
                  </a:cubicBezTo>
                  <a:cubicBezTo>
                    <a:pt x="1889758" y="2547514"/>
                    <a:pt x="1556386" y="2214150"/>
                    <a:pt x="1218901" y="1876672"/>
                  </a:cubicBezTo>
                  <a:close/>
                  <a:moveTo>
                    <a:pt x="2503841" y="1014020"/>
                  </a:moveTo>
                  <a:cubicBezTo>
                    <a:pt x="2343639" y="1008079"/>
                    <a:pt x="2228081" y="1082274"/>
                    <a:pt x="2154973" y="1233311"/>
                  </a:cubicBezTo>
                  <a:cubicBezTo>
                    <a:pt x="2114856" y="1305639"/>
                    <a:pt x="2115450" y="1382080"/>
                    <a:pt x="2134909" y="1459227"/>
                  </a:cubicBezTo>
                  <a:cubicBezTo>
                    <a:pt x="2177389" y="1627631"/>
                    <a:pt x="2357501" y="1762657"/>
                    <a:pt x="2559205" y="1717660"/>
                  </a:cubicBezTo>
                  <a:cubicBezTo>
                    <a:pt x="2715118" y="1682878"/>
                    <a:pt x="2847682" y="1520471"/>
                    <a:pt x="2836923" y="1350105"/>
                  </a:cubicBezTo>
                  <a:cubicBezTo>
                    <a:pt x="2826502" y="1185084"/>
                    <a:pt x="2685430" y="1020753"/>
                    <a:pt x="2503841" y="1014020"/>
                  </a:cubicBezTo>
                  <a:close/>
                  <a:moveTo>
                    <a:pt x="2461454" y="731809"/>
                  </a:moveTo>
                  <a:cubicBezTo>
                    <a:pt x="2597541" y="727721"/>
                    <a:pt x="2725737" y="757462"/>
                    <a:pt x="2844182" y="840391"/>
                  </a:cubicBezTo>
                  <a:cubicBezTo>
                    <a:pt x="3001448" y="950499"/>
                    <a:pt x="3092072" y="1099169"/>
                    <a:pt x="3116220" y="1290986"/>
                  </a:cubicBezTo>
                  <a:cubicBezTo>
                    <a:pt x="3145936" y="1527029"/>
                    <a:pt x="3063995" y="1718384"/>
                    <a:pt x="2887656" y="1869764"/>
                  </a:cubicBezTo>
                  <a:cubicBezTo>
                    <a:pt x="2797168" y="1947443"/>
                    <a:pt x="2688842" y="1989197"/>
                    <a:pt x="2567944" y="2007310"/>
                  </a:cubicBezTo>
                  <a:cubicBezTo>
                    <a:pt x="2443885" y="2025897"/>
                    <a:pt x="2326857" y="2008079"/>
                    <a:pt x="2217473" y="1958540"/>
                  </a:cubicBezTo>
                  <a:cubicBezTo>
                    <a:pt x="2022742" y="1870345"/>
                    <a:pt x="1896888" y="1718360"/>
                    <a:pt x="1855049" y="1506436"/>
                  </a:cubicBezTo>
                  <a:cubicBezTo>
                    <a:pt x="1819867" y="1328227"/>
                    <a:pt x="1844621" y="1158843"/>
                    <a:pt x="1950317" y="1005244"/>
                  </a:cubicBezTo>
                  <a:cubicBezTo>
                    <a:pt x="2041308" y="873016"/>
                    <a:pt x="2165267" y="790144"/>
                    <a:pt x="2322805" y="746457"/>
                  </a:cubicBezTo>
                  <a:cubicBezTo>
                    <a:pt x="2369852" y="738293"/>
                    <a:pt x="2416092" y="733172"/>
                    <a:pt x="2461454" y="731809"/>
                  </a:cubicBezTo>
                  <a:close/>
                  <a:moveTo>
                    <a:pt x="498605" y="499762"/>
                  </a:moveTo>
                  <a:cubicBezTo>
                    <a:pt x="498605" y="1066577"/>
                    <a:pt x="498605" y="1629485"/>
                    <a:pt x="498605" y="2197201"/>
                  </a:cubicBezTo>
                  <a:cubicBezTo>
                    <a:pt x="744906" y="1950190"/>
                    <a:pt x="987533" y="1706864"/>
                    <a:pt x="1231436" y="1462258"/>
                  </a:cubicBezTo>
                  <a:cubicBezTo>
                    <a:pt x="1637878" y="1869052"/>
                    <a:pt x="2038985" y="2270507"/>
                    <a:pt x="2441987" y="2673855"/>
                  </a:cubicBezTo>
                  <a:cubicBezTo>
                    <a:pt x="2595334" y="2523847"/>
                    <a:pt x="2747588" y="2374907"/>
                    <a:pt x="2905229" y="2220579"/>
                  </a:cubicBezTo>
                  <a:cubicBezTo>
                    <a:pt x="3331282" y="1795487"/>
                    <a:pt x="3757333" y="1370397"/>
                    <a:pt x="4192136" y="936571"/>
                  </a:cubicBezTo>
                  <a:cubicBezTo>
                    <a:pt x="4556811" y="1301264"/>
                    <a:pt x="4914056" y="1658528"/>
                    <a:pt x="5267528" y="2012019"/>
                  </a:cubicBezTo>
                  <a:cubicBezTo>
                    <a:pt x="5267528" y="1512200"/>
                    <a:pt x="5267528" y="1005305"/>
                    <a:pt x="5267528" y="499762"/>
                  </a:cubicBezTo>
                  <a:cubicBezTo>
                    <a:pt x="3675273" y="499762"/>
                    <a:pt x="2086823" y="499762"/>
                    <a:pt x="498605" y="499762"/>
                  </a:cubicBezTo>
                  <a:close/>
                  <a:moveTo>
                    <a:pt x="5707012" y="5"/>
                  </a:moveTo>
                  <a:cubicBezTo>
                    <a:pt x="5724729" y="5"/>
                    <a:pt x="5742446" y="5"/>
                    <a:pt x="5767327" y="5"/>
                  </a:cubicBezTo>
                  <a:cubicBezTo>
                    <a:pt x="5767327" y="900421"/>
                    <a:pt x="5767327" y="1797726"/>
                    <a:pt x="5767740" y="2700041"/>
                  </a:cubicBezTo>
                  <a:cubicBezTo>
                    <a:pt x="5762094" y="2708380"/>
                    <a:pt x="5756022" y="2714630"/>
                    <a:pt x="5749973" y="2714608"/>
                  </a:cubicBezTo>
                  <a:cubicBezTo>
                    <a:pt x="5592219" y="2714023"/>
                    <a:pt x="5434467" y="2712787"/>
                    <a:pt x="5273953" y="2703325"/>
                  </a:cubicBezTo>
                  <a:cubicBezTo>
                    <a:pt x="5271237" y="2626714"/>
                    <a:pt x="5269397" y="2558367"/>
                    <a:pt x="5272103" y="2490200"/>
                  </a:cubicBezTo>
                  <a:cubicBezTo>
                    <a:pt x="5273502" y="2454954"/>
                    <a:pt x="5261826" y="2430867"/>
                    <a:pt x="5237062" y="2406217"/>
                  </a:cubicBezTo>
                  <a:cubicBezTo>
                    <a:pt x="4897167" y="2067888"/>
                    <a:pt x="4558304" y="1728525"/>
                    <a:pt x="4219124" y="1389477"/>
                  </a:cubicBezTo>
                  <a:cubicBezTo>
                    <a:pt x="4207971" y="1378329"/>
                    <a:pt x="4196139" y="1367861"/>
                    <a:pt x="4182703" y="1355275"/>
                  </a:cubicBezTo>
                  <a:cubicBezTo>
                    <a:pt x="3437919" y="2094703"/>
                    <a:pt x="2695193" y="2832089"/>
                    <a:pt x="1954354" y="3567603"/>
                  </a:cubicBezTo>
                  <a:cubicBezTo>
                    <a:pt x="2512843" y="3567603"/>
                    <a:pt x="3066742" y="3567603"/>
                    <a:pt x="3620641" y="3567603"/>
                  </a:cubicBezTo>
                  <a:cubicBezTo>
                    <a:pt x="3624438" y="3581085"/>
                    <a:pt x="3631466" y="3594548"/>
                    <a:pt x="3631536" y="3608049"/>
                  </a:cubicBezTo>
                  <a:cubicBezTo>
                    <a:pt x="3632293" y="3752548"/>
                    <a:pt x="3632072" y="3897054"/>
                    <a:pt x="3631593" y="4041556"/>
                  </a:cubicBezTo>
                  <a:cubicBezTo>
                    <a:pt x="3631564" y="4049987"/>
                    <a:pt x="3626996" y="4058402"/>
                    <a:pt x="3622572" y="4070923"/>
                  </a:cubicBezTo>
                  <a:cubicBezTo>
                    <a:pt x="2415770" y="4075021"/>
                    <a:pt x="1210935" y="4075021"/>
                    <a:pt x="160" y="4075021"/>
                  </a:cubicBezTo>
                  <a:cubicBezTo>
                    <a:pt x="160" y="4051374"/>
                    <a:pt x="160" y="4032222"/>
                    <a:pt x="160" y="4013072"/>
                  </a:cubicBezTo>
                  <a:cubicBezTo>
                    <a:pt x="160" y="2824002"/>
                    <a:pt x="-451" y="1634932"/>
                    <a:pt x="717" y="445863"/>
                  </a:cubicBezTo>
                  <a:cubicBezTo>
                    <a:pt x="930" y="228400"/>
                    <a:pt x="131262" y="51983"/>
                    <a:pt x="351201" y="2682"/>
                  </a:cubicBezTo>
                  <a:cubicBezTo>
                    <a:pt x="366659" y="-784"/>
                    <a:pt x="383246" y="102"/>
                    <a:pt x="399308" y="100"/>
                  </a:cubicBezTo>
                  <a:cubicBezTo>
                    <a:pt x="2168541" y="-2"/>
                    <a:pt x="3937776" y="5"/>
                    <a:pt x="5707012" y="5"/>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2784" name="Group 2783">
            <a:extLst>
              <a:ext uri="{FF2B5EF4-FFF2-40B4-BE49-F238E27FC236}">
                <a16:creationId xmlns:a16="http://schemas.microsoft.com/office/drawing/2014/main" id="{13E7D5BB-40B6-B519-6338-B23ECA27DBB9}"/>
              </a:ext>
              <a:ext uri="{C183D7F6-B498-43B3-948B-1728B52AA6E4}">
                <adec:decorative xmlns:adec="http://schemas.microsoft.com/office/drawing/2017/decorative" val="1"/>
              </a:ext>
            </a:extLst>
          </p:cNvPr>
          <p:cNvGrpSpPr>
            <a:grpSpLocks noChangeAspect="1"/>
          </p:cNvGrpSpPr>
          <p:nvPr/>
        </p:nvGrpSpPr>
        <p:grpSpPr>
          <a:xfrm>
            <a:off x="6662501" y="4343071"/>
            <a:ext cx="534805" cy="457200"/>
            <a:chOff x="6662501" y="4343071"/>
            <a:chExt cx="534805" cy="457200"/>
          </a:xfrm>
          <a:solidFill>
            <a:srgbClr val="FF0000"/>
          </a:solidFill>
        </p:grpSpPr>
        <p:sp>
          <p:nvSpPr>
            <p:cNvPr id="2172" name="Freeform: Shape 2171">
              <a:extLst>
                <a:ext uri="{FF2B5EF4-FFF2-40B4-BE49-F238E27FC236}">
                  <a16:creationId xmlns:a16="http://schemas.microsoft.com/office/drawing/2014/main" id="{789E0A15-301F-577C-2B20-0E28043603E8}"/>
                </a:ext>
                <a:ext uri="{C183D7F6-B498-43B3-948B-1728B52AA6E4}">
                  <adec:decorative xmlns:adec="http://schemas.microsoft.com/office/drawing/2017/decorative" val="1"/>
                </a:ext>
              </a:extLst>
            </p:cNvPr>
            <p:cNvSpPr/>
            <p:nvPr/>
          </p:nvSpPr>
          <p:spPr>
            <a:xfrm>
              <a:off x="6662501" y="4349810"/>
              <a:ext cx="534805" cy="450461"/>
            </a:xfrm>
            <a:custGeom>
              <a:avLst/>
              <a:gdLst>
                <a:gd name="connsiteX0" fmla="*/ 4549010 w 8022077"/>
                <a:gd name="connsiteY0" fmla="*/ 4149959 h 6756912"/>
                <a:gd name="connsiteX1" fmla="*/ 4583941 w 8022077"/>
                <a:gd name="connsiteY1" fmla="*/ 4149959 h 6756912"/>
                <a:gd name="connsiteX2" fmla="*/ 4417353 w 8022077"/>
                <a:gd name="connsiteY2" fmla="*/ 4580962 h 6756912"/>
                <a:gd name="connsiteX3" fmla="*/ 2678325 w 8022077"/>
                <a:gd name="connsiteY3" fmla="*/ 4580962 h 6756912"/>
                <a:gd name="connsiteX4" fmla="*/ 982608 w 8022077"/>
                <a:gd name="connsiteY4" fmla="*/ 4582925 h 6756912"/>
                <a:gd name="connsiteX5" fmla="*/ 486578 w 8022077"/>
                <a:gd name="connsiteY5" fmla="*/ 4882925 h 6756912"/>
                <a:gd name="connsiteX6" fmla="*/ 571011 w 8022077"/>
                <a:gd name="connsiteY6" fmla="*/ 5439673 h 6756912"/>
                <a:gd name="connsiteX7" fmla="*/ 1010749 w 8022077"/>
                <a:gd name="connsiteY7" fmla="*/ 5621546 h 6756912"/>
                <a:gd name="connsiteX8" fmla="*/ 4392855 w 8022077"/>
                <a:gd name="connsiteY8" fmla="*/ 5619999 h 6756912"/>
                <a:gd name="connsiteX9" fmla="*/ 4463734 w 8022077"/>
                <a:gd name="connsiteY9" fmla="*/ 5673089 h 6756912"/>
                <a:gd name="connsiteX10" fmla="*/ 4607414 w 8022077"/>
                <a:gd name="connsiteY10" fmla="*/ 6001528 h 6756912"/>
                <a:gd name="connsiteX11" fmla="*/ 4629645 w 8022077"/>
                <a:gd name="connsiteY11" fmla="*/ 6051994 h 6756912"/>
                <a:gd name="connsiteX12" fmla="*/ 4570578 w 8022077"/>
                <a:gd name="connsiteY12" fmla="*/ 6051994 h 6756912"/>
                <a:gd name="connsiteX13" fmla="*/ 940200 w 8022077"/>
                <a:gd name="connsiteY13" fmla="*/ 6052054 h 6756912"/>
                <a:gd name="connsiteX14" fmla="*/ 603131 w 8022077"/>
                <a:gd name="connsiteY14" fmla="*/ 5978161 h 6756912"/>
                <a:gd name="connsiteX15" fmla="*/ 247470 w 8022077"/>
                <a:gd name="connsiteY15" fmla="*/ 5732926 h 6756912"/>
                <a:gd name="connsiteX16" fmla="*/ 16777 w 8022077"/>
                <a:gd name="connsiteY16" fmla="*/ 5275039 h 6756912"/>
                <a:gd name="connsiteX17" fmla="*/ 111815 w 8022077"/>
                <a:gd name="connsiteY17" fmla="*/ 4663131 h 6756912"/>
                <a:gd name="connsiteX18" fmla="*/ 466705 w 8022077"/>
                <a:gd name="connsiteY18" fmla="*/ 4294570 h 6756912"/>
                <a:gd name="connsiteX19" fmla="*/ 831896 w 8022077"/>
                <a:gd name="connsiteY19" fmla="*/ 4160496 h 6756912"/>
                <a:gd name="connsiteX20" fmla="*/ 942052 w 8022077"/>
                <a:gd name="connsiteY20" fmla="*/ 4150372 h 6756912"/>
                <a:gd name="connsiteX21" fmla="*/ 4549010 w 8022077"/>
                <a:gd name="connsiteY21" fmla="*/ 4149959 h 6756912"/>
                <a:gd name="connsiteX22" fmla="*/ 6360310 w 8022077"/>
                <a:gd name="connsiteY22" fmla="*/ 3803498 h 6756912"/>
                <a:gd name="connsiteX23" fmla="*/ 6109724 w 8022077"/>
                <a:gd name="connsiteY23" fmla="*/ 3823611 h 6756912"/>
                <a:gd name="connsiteX24" fmla="*/ 5467557 w 8022077"/>
                <a:gd name="connsiteY24" fmla="*/ 4149243 h 6756912"/>
                <a:gd name="connsiteX25" fmla="*/ 5209850 w 8022077"/>
                <a:gd name="connsiteY25" fmla="*/ 4493237 h 6756912"/>
                <a:gd name="connsiteX26" fmla="*/ 5087889 w 8022077"/>
                <a:gd name="connsiteY26" fmla="*/ 5270753 h 6756912"/>
                <a:gd name="connsiteX27" fmla="*/ 5390019 w 8022077"/>
                <a:gd name="connsiteY27" fmla="*/ 5899423 h 6756912"/>
                <a:gd name="connsiteX28" fmla="*/ 5828951 w 8022077"/>
                <a:gd name="connsiteY28" fmla="*/ 6217996 h 6756912"/>
                <a:gd name="connsiteX29" fmla="*/ 6533101 w 8022077"/>
                <a:gd name="connsiteY29" fmla="*/ 6306454 h 6756912"/>
                <a:gd name="connsiteX30" fmla="*/ 7028812 w 8022077"/>
                <a:gd name="connsiteY30" fmla="*/ 6110539 h 6756912"/>
                <a:gd name="connsiteX31" fmla="*/ 7373034 w 8022077"/>
                <a:gd name="connsiteY31" fmla="*/ 5767375 h 6756912"/>
                <a:gd name="connsiteX32" fmla="*/ 7447283 w 8022077"/>
                <a:gd name="connsiteY32" fmla="*/ 5647200 h 6756912"/>
                <a:gd name="connsiteX33" fmla="*/ 7579436 w 8022077"/>
                <a:gd name="connsiteY33" fmla="*/ 4900162 h 6756912"/>
                <a:gd name="connsiteX34" fmla="*/ 7462495 w 8022077"/>
                <a:gd name="connsiteY34" fmla="*/ 4509857 h 6756912"/>
                <a:gd name="connsiteX35" fmla="*/ 7050566 w 8022077"/>
                <a:gd name="connsiteY35" fmla="*/ 4031537 h 6756912"/>
                <a:gd name="connsiteX36" fmla="*/ 6360310 w 8022077"/>
                <a:gd name="connsiteY36" fmla="*/ 3803498 h 6756912"/>
                <a:gd name="connsiteX37" fmla="*/ 6398226 w 8022077"/>
                <a:gd name="connsiteY37" fmla="*/ 3374000 h 6756912"/>
                <a:gd name="connsiteX38" fmla="*/ 7016955 w 8022077"/>
                <a:gd name="connsiteY38" fmla="*/ 3517112 h 6756912"/>
                <a:gd name="connsiteX39" fmla="*/ 7595743 w 8022077"/>
                <a:gd name="connsiteY39" fmla="*/ 3938916 h 6756912"/>
                <a:gd name="connsiteX40" fmla="*/ 7908293 w 8022077"/>
                <a:gd name="connsiteY40" fmla="*/ 4450300 h 6756912"/>
                <a:gd name="connsiteX41" fmla="*/ 8017028 w 8022077"/>
                <a:gd name="connsiteY41" fmla="*/ 5213994 h 6756912"/>
                <a:gd name="connsiteX42" fmla="*/ 7816470 w 8022077"/>
                <a:gd name="connsiteY42" fmla="*/ 5876571 h 6756912"/>
                <a:gd name="connsiteX43" fmla="*/ 7408692 w 8022077"/>
                <a:gd name="connsiteY43" fmla="*/ 6364807 h 6756912"/>
                <a:gd name="connsiteX44" fmla="*/ 7091353 w 8022077"/>
                <a:gd name="connsiteY44" fmla="*/ 6576707 h 6756912"/>
                <a:gd name="connsiteX45" fmla="*/ 6650542 w 8022077"/>
                <a:gd name="connsiteY45" fmla="*/ 6726709 h 6756912"/>
                <a:gd name="connsiteX46" fmla="*/ 6221456 w 8022077"/>
                <a:gd name="connsiteY46" fmla="*/ 6753414 h 6756912"/>
                <a:gd name="connsiteX47" fmla="*/ 5703228 w 8022077"/>
                <a:gd name="connsiteY47" fmla="*/ 6636137 h 6756912"/>
                <a:gd name="connsiteX48" fmla="*/ 5188140 w 8022077"/>
                <a:gd name="connsiteY48" fmla="*/ 6310279 h 6756912"/>
                <a:gd name="connsiteX49" fmla="*/ 4813348 w 8022077"/>
                <a:gd name="connsiteY49" fmla="*/ 5811642 h 6756912"/>
                <a:gd name="connsiteX50" fmla="*/ 4664878 w 8022077"/>
                <a:gd name="connsiteY50" fmla="*/ 5336358 h 6756912"/>
                <a:gd name="connsiteX51" fmla="*/ 4638635 w 8022077"/>
                <a:gd name="connsiteY51" fmla="*/ 5052434 h 6756912"/>
                <a:gd name="connsiteX52" fmla="*/ 4743628 w 8022077"/>
                <a:gd name="connsiteY52" fmla="*/ 4479048 h 6756912"/>
                <a:gd name="connsiteX53" fmla="*/ 5027841 w 8022077"/>
                <a:gd name="connsiteY53" fmla="*/ 3987609 h 6756912"/>
                <a:gd name="connsiteX54" fmla="*/ 5602461 w 8022077"/>
                <a:gd name="connsiteY54" fmla="*/ 3536485 h 6756912"/>
                <a:gd name="connsiteX55" fmla="*/ 6098101 w 8022077"/>
                <a:gd name="connsiteY55" fmla="*/ 3391613 h 6756912"/>
                <a:gd name="connsiteX56" fmla="*/ 6398226 w 8022077"/>
                <a:gd name="connsiteY56" fmla="*/ 3374000 h 6756912"/>
                <a:gd name="connsiteX57" fmla="*/ 5820370 w 8022077"/>
                <a:gd name="connsiteY57" fmla="*/ 2070497 h 6756912"/>
                <a:gd name="connsiteX58" fmla="*/ 6469707 w 8022077"/>
                <a:gd name="connsiteY58" fmla="*/ 2279624 h 6756912"/>
                <a:gd name="connsiteX59" fmla="*/ 6827890 w 8022077"/>
                <a:gd name="connsiteY59" fmla="*/ 2877225 h 6756912"/>
                <a:gd name="connsiteX60" fmla="*/ 6843070 w 8022077"/>
                <a:gd name="connsiteY60" fmla="*/ 3157097 h 6756912"/>
                <a:gd name="connsiteX61" fmla="*/ 6411922 w 8022077"/>
                <a:gd name="connsiteY61" fmla="*/ 3092191 h 6756912"/>
                <a:gd name="connsiteX62" fmla="*/ 6398110 w 8022077"/>
                <a:gd name="connsiteY62" fmla="*/ 2928320 h 6756912"/>
                <a:gd name="connsiteX63" fmla="*/ 6304881 w 8022077"/>
                <a:gd name="connsiteY63" fmla="*/ 2724182 h 6756912"/>
                <a:gd name="connsiteX64" fmla="*/ 5889384 w 8022077"/>
                <a:gd name="connsiteY64" fmla="*/ 2510328 h 6756912"/>
                <a:gd name="connsiteX65" fmla="*/ 5577612 w 8022077"/>
                <a:gd name="connsiteY65" fmla="*/ 2501302 h 6756912"/>
                <a:gd name="connsiteX66" fmla="*/ 1033717 w 8022077"/>
                <a:gd name="connsiteY66" fmla="*/ 2501346 h 6756912"/>
                <a:gd name="connsiteX67" fmla="*/ 654350 w 8022077"/>
                <a:gd name="connsiteY67" fmla="*/ 2614135 h 6756912"/>
                <a:gd name="connsiteX68" fmla="*/ 438703 w 8022077"/>
                <a:gd name="connsiteY68" fmla="*/ 2965361 h 6756912"/>
                <a:gd name="connsiteX69" fmla="*/ 681852 w 8022077"/>
                <a:gd name="connsiteY69" fmla="*/ 3456351 h 6756912"/>
                <a:gd name="connsiteX70" fmla="*/ 1006415 w 8022077"/>
                <a:gd name="connsiteY70" fmla="*/ 3549479 h 6756912"/>
                <a:gd name="connsiteX71" fmla="*/ 5020970 w 8022077"/>
                <a:gd name="connsiteY71" fmla="*/ 3550298 h 6756912"/>
                <a:gd name="connsiteX72" fmla="*/ 5062733 w 8022077"/>
                <a:gd name="connsiteY72" fmla="*/ 3550298 h 6756912"/>
                <a:gd name="connsiteX73" fmla="*/ 4881806 w 8022077"/>
                <a:gd name="connsiteY73" fmla="*/ 3741855 h 6756912"/>
                <a:gd name="connsiteX74" fmla="*/ 4714873 w 8022077"/>
                <a:gd name="connsiteY74" fmla="*/ 3949542 h 6756912"/>
                <a:gd name="connsiteX75" fmla="*/ 4645723 w 8022077"/>
                <a:gd name="connsiteY75" fmla="*/ 3981481 h 6756912"/>
                <a:gd name="connsiteX76" fmla="*/ 2228580 w 8022077"/>
                <a:gd name="connsiteY76" fmla="*/ 3981301 h 6756912"/>
                <a:gd name="connsiteX77" fmla="*/ 1019998 w 8022077"/>
                <a:gd name="connsiteY77" fmla="*/ 3981419 h 6756912"/>
                <a:gd name="connsiteX78" fmla="*/ 426915 w 8022077"/>
                <a:gd name="connsiteY78" fmla="*/ 3810001 h 6756912"/>
                <a:gd name="connsiteX79" fmla="*/ 16483 w 8022077"/>
                <a:gd name="connsiteY79" fmla="*/ 3193138 h 6756912"/>
                <a:gd name="connsiteX80" fmla="*/ 102290 w 8022077"/>
                <a:gd name="connsiteY80" fmla="*/ 2606667 h 6756912"/>
                <a:gd name="connsiteX81" fmla="*/ 781991 w 8022077"/>
                <a:gd name="connsiteY81" fmla="*/ 2099266 h 6756912"/>
                <a:gd name="connsiteX82" fmla="*/ 1070364 w 8022077"/>
                <a:gd name="connsiteY82" fmla="*/ 2071092 h 6756912"/>
                <a:gd name="connsiteX83" fmla="*/ 5820370 w 8022077"/>
                <a:gd name="connsiteY83" fmla="*/ 2070497 h 6756912"/>
                <a:gd name="connsiteX84" fmla="*/ 992515 w 8022077"/>
                <a:gd name="connsiteY84" fmla="*/ 0 h 6756912"/>
                <a:gd name="connsiteX85" fmla="*/ 4963725 w 8022077"/>
                <a:gd name="connsiteY85" fmla="*/ 3034 h 6756912"/>
                <a:gd name="connsiteX86" fmla="*/ 4963725 w 8022077"/>
                <a:gd name="connsiteY86" fmla="*/ 430278 h 6756912"/>
                <a:gd name="connsiteX87" fmla="*/ 1025062 w 8022077"/>
                <a:gd name="connsiteY87" fmla="*/ 429261 h 6756912"/>
                <a:gd name="connsiteX88" fmla="*/ 632229 w 8022077"/>
                <a:gd name="connsiteY88" fmla="*/ 553598 h 6756912"/>
                <a:gd name="connsiteX89" fmla="*/ 440725 w 8022077"/>
                <a:gd name="connsiteY89" fmla="*/ 1040727 h 6756912"/>
                <a:gd name="connsiteX90" fmla="*/ 977066 w 8022077"/>
                <a:gd name="connsiteY90" fmla="*/ 1468763 h 6756912"/>
                <a:gd name="connsiteX91" fmla="*/ 5863196 w 8022077"/>
                <a:gd name="connsiteY91" fmla="*/ 1469686 h 6756912"/>
                <a:gd name="connsiteX92" fmla="*/ 6238555 w 8022077"/>
                <a:gd name="connsiteY92" fmla="*/ 1323880 h 6756912"/>
                <a:gd name="connsiteX93" fmla="*/ 6343232 w 8022077"/>
                <a:gd name="connsiteY93" fmla="*/ 707317 h 6756912"/>
                <a:gd name="connsiteX94" fmla="*/ 6136995 w 8022077"/>
                <a:gd name="connsiteY94" fmla="*/ 513063 h 6756912"/>
                <a:gd name="connsiteX95" fmla="*/ 6136995 w 8022077"/>
                <a:gd name="connsiteY95" fmla="*/ 41298 h 6756912"/>
                <a:gd name="connsiteX96" fmla="*/ 6456632 w 8022077"/>
                <a:gd name="connsiteY96" fmla="*/ 194980 h 6756912"/>
                <a:gd name="connsiteX97" fmla="*/ 6756394 w 8022077"/>
                <a:gd name="connsiteY97" fmla="*/ 559015 h 6756912"/>
                <a:gd name="connsiteX98" fmla="*/ 6840252 w 8022077"/>
                <a:gd name="connsiteY98" fmla="*/ 921335 h 6756912"/>
                <a:gd name="connsiteX99" fmla="*/ 6743272 w 8022077"/>
                <a:gd name="connsiteY99" fmla="*/ 1368814 h 6756912"/>
                <a:gd name="connsiteX100" fmla="*/ 6068039 w 8022077"/>
                <a:gd name="connsiteY100" fmla="*/ 1880615 h 6756912"/>
                <a:gd name="connsiteX101" fmla="*/ 5843188 w 8022077"/>
                <a:gd name="connsiteY101" fmla="*/ 1900444 h 6756912"/>
                <a:gd name="connsiteX102" fmla="*/ 943304 w 8022077"/>
                <a:gd name="connsiteY102" fmla="*/ 1899822 h 6756912"/>
                <a:gd name="connsiteX103" fmla="*/ 387803 w 8022077"/>
                <a:gd name="connsiteY103" fmla="*/ 1705106 h 6756912"/>
                <a:gd name="connsiteX104" fmla="*/ 23155 w 8022077"/>
                <a:gd name="connsiteY104" fmla="*/ 1151923 h 6756912"/>
                <a:gd name="connsiteX105" fmla="*/ 14808 w 8022077"/>
                <a:gd name="connsiteY105" fmla="*/ 796027 h 6756912"/>
                <a:gd name="connsiteX106" fmla="*/ 277416 w 8022077"/>
                <a:gd name="connsiteY106" fmla="*/ 289116 h 6756912"/>
                <a:gd name="connsiteX107" fmla="*/ 800229 w 8022077"/>
                <a:gd name="connsiteY107" fmla="*/ 18407 h 6756912"/>
                <a:gd name="connsiteX108" fmla="*/ 992515 w 8022077"/>
                <a:gd name="connsiteY108" fmla="*/ 0 h 675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8022077" h="6756912">
                  <a:moveTo>
                    <a:pt x="4549010" y="4149959"/>
                  </a:moveTo>
                  <a:cubicBezTo>
                    <a:pt x="4561426" y="4149959"/>
                    <a:pt x="4573843" y="4149959"/>
                    <a:pt x="4583941" y="4149959"/>
                  </a:cubicBezTo>
                  <a:cubicBezTo>
                    <a:pt x="4528749" y="4292757"/>
                    <a:pt x="4473951" y="4434530"/>
                    <a:pt x="4417353" y="4580962"/>
                  </a:cubicBezTo>
                  <a:cubicBezTo>
                    <a:pt x="3844475" y="4580962"/>
                    <a:pt x="3263742" y="4580962"/>
                    <a:pt x="2678325" y="4580962"/>
                  </a:cubicBezTo>
                  <a:cubicBezTo>
                    <a:pt x="2109955" y="4580962"/>
                    <a:pt x="1546231" y="4577070"/>
                    <a:pt x="982608" y="4582925"/>
                  </a:cubicBezTo>
                  <a:cubicBezTo>
                    <a:pt x="764539" y="4585189"/>
                    <a:pt x="591078" y="4686519"/>
                    <a:pt x="486578" y="4882925"/>
                  </a:cubicBezTo>
                  <a:cubicBezTo>
                    <a:pt x="386057" y="5071855"/>
                    <a:pt x="427512" y="5287872"/>
                    <a:pt x="571011" y="5439673"/>
                  </a:cubicBezTo>
                  <a:cubicBezTo>
                    <a:pt x="690937" y="5566538"/>
                    <a:pt x="837538" y="5621712"/>
                    <a:pt x="1010749" y="5621546"/>
                  </a:cubicBezTo>
                  <a:cubicBezTo>
                    <a:pt x="2138118" y="5620465"/>
                    <a:pt x="3265488" y="5621248"/>
                    <a:pt x="4392855" y="5619999"/>
                  </a:cubicBezTo>
                  <a:cubicBezTo>
                    <a:pt x="4435436" y="5619951"/>
                    <a:pt x="4448390" y="5631770"/>
                    <a:pt x="4463734" y="5673089"/>
                  </a:cubicBezTo>
                  <a:cubicBezTo>
                    <a:pt x="4505264" y="5784931"/>
                    <a:pt x="4558714" y="5892347"/>
                    <a:pt x="4607414" y="6001528"/>
                  </a:cubicBezTo>
                  <a:cubicBezTo>
                    <a:pt x="4614050" y="6016404"/>
                    <a:pt x="4620551" y="6031339"/>
                    <a:pt x="4629645" y="6051994"/>
                  </a:cubicBezTo>
                  <a:cubicBezTo>
                    <a:pt x="4606718" y="6051994"/>
                    <a:pt x="4588647" y="6051994"/>
                    <a:pt x="4570578" y="6051994"/>
                  </a:cubicBezTo>
                  <a:cubicBezTo>
                    <a:pt x="3360452" y="6051994"/>
                    <a:pt x="2150326" y="6051955"/>
                    <a:pt x="940200" y="6052054"/>
                  </a:cubicBezTo>
                  <a:cubicBezTo>
                    <a:pt x="822351" y="6052065"/>
                    <a:pt x="711510" y="6020991"/>
                    <a:pt x="603131" y="5978161"/>
                  </a:cubicBezTo>
                  <a:cubicBezTo>
                    <a:pt x="465653" y="5923829"/>
                    <a:pt x="345959" y="5842357"/>
                    <a:pt x="247470" y="5732926"/>
                  </a:cubicBezTo>
                  <a:cubicBezTo>
                    <a:pt x="129504" y="5601855"/>
                    <a:pt x="49359" y="5450700"/>
                    <a:pt x="16777" y="5275039"/>
                  </a:cubicBezTo>
                  <a:cubicBezTo>
                    <a:pt x="-23238" y="5059304"/>
                    <a:pt x="9348" y="4855542"/>
                    <a:pt x="111815" y="4663131"/>
                  </a:cubicBezTo>
                  <a:cubicBezTo>
                    <a:pt x="194891" y="4507137"/>
                    <a:pt x="316388" y="4387412"/>
                    <a:pt x="466705" y="4294570"/>
                  </a:cubicBezTo>
                  <a:cubicBezTo>
                    <a:pt x="579824" y="4224704"/>
                    <a:pt x="704269" y="4188537"/>
                    <a:pt x="831896" y="4160496"/>
                  </a:cubicBezTo>
                  <a:cubicBezTo>
                    <a:pt x="867660" y="4152640"/>
                    <a:pt x="905282" y="4150387"/>
                    <a:pt x="942052" y="4150372"/>
                  </a:cubicBezTo>
                  <a:cubicBezTo>
                    <a:pt x="2144371" y="4149872"/>
                    <a:pt x="3346690" y="4149959"/>
                    <a:pt x="4549010" y="4149959"/>
                  </a:cubicBezTo>
                  <a:close/>
                  <a:moveTo>
                    <a:pt x="6360310" y="3803498"/>
                  </a:moveTo>
                  <a:cubicBezTo>
                    <a:pt x="6278406" y="3802003"/>
                    <a:pt x="6194849" y="3808644"/>
                    <a:pt x="6109724" y="3823611"/>
                  </a:cubicBezTo>
                  <a:cubicBezTo>
                    <a:pt x="5864377" y="3866748"/>
                    <a:pt x="5650324" y="3980221"/>
                    <a:pt x="5467557" y="4149243"/>
                  </a:cubicBezTo>
                  <a:cubicBezTo>
                    <a:pt x="5361067" y="4247723"/>
                    <a:pt x="5275358" y="4364279"/>
                    <a:pt x="5209850" y="4493237"/>
                  </a:cubicBezTo>
                  <a:cubicBezTo>
                    <a:pt x="5085286" y="4738449"/>
                    <a:pt x="5044128" y="4999872"/>
                    <a:pt x="5087889" y="5270753"/>
                  </a:cubicBezTo>
                  <a:cubicBezTo>
                    <a:pt x="5126299" y="5508519"/>
                    <a:pt x="5230972" y="5719263"/>
                    <a:pt x="5390019" y="5899423"/>
                  </a:cubicBezTo>
                  <a:cubicBezTo>
                    <a:pt x="5511746" y="6037307"/>
                    <a:pt x="5658012" y="6145334"/>
                    <a:pt x="5828951" y="6217996"/>
                  </a:cubicBezTo>
                  <a:cubicBezTo>
                    <a:pt x="6055502" y="6314298"/>
                    <a:pt x="6288391" y="6346835"/>
                    <a:pt x="6533101" y="6306454"/>
                  </a:cubicBezTo>
                  <a:cubicBezTo>
                    <a:pt x="6713634" y="6276663"/>
                    <a:pt x="6876970" y="6209367"/>
                    <a:pt x="7028812" y="6110539"/>
                  </a:cubicBezTo>
                  <a:cubicBezTo>
                    <a:pt x="7165624" y="6021494"/>
                    <a:pt x="7279046" y="5908176"/>
                    <a:pt x="7373034" y="5767375"/>
                  </a:cubicBezTo>
                  <a:cubicBezTo>
                    <a:pt x="7397930" y="5727392"/>
                    <a:pt x="7425453" y="5688791"/>
                    <a:pt x="7447283" y="5647200"/>
                  </a:cubicBezTo>
                  <a:cubicBezTo>
                    <a:pt x="7570522" y="5412406"/>
                    <a:pt x="7611366" y="5163211"/>
                    <a:pt x="7579436" y="4900162"/>
                  </a:cubicBezTo>
                  <a:cubicBezTo>
                    <a:pt x="7562756" y="4762754"/>
                    <a:pt x="7522922" y="4632373"/>
                    <a:pt x="7462495" y="4509857"/>
                  </a:cubicBezTo>
                  <a:cubicBezTo>
                    <a:pt x="7366850" y="4315940"/>
                    <a:pt x="7229549" y="4153684"/>
                    <a:pt x="7050566" y="4031537"/>
                  </a:cubicBezTo>
                  <a:cubicBezTo>
                    <a:pt x="6836866" y="3885696"/>
                    <a:pt x="6606023" y="3807983"/>
                    <a:pt x="6360310" y="3803498"/>
                  </a:cubicBezTo>
                  <a:close/>
                  <a:moveTo>
                    <a:pt x="6398226" y="3374000"/>
                  </a:moveTo>
                  <a:cubicBezTo>
                    <a:pt x="6612712" y="3382270"/>
                    <a:pt x="6819428" y="3429519"/>
                    <a:pt x="7016955" y="3517112"/>
                  </a:cubicBezTo>
                  <a:cubicBezTo>
                    <a:pt x="7240670" y="3616316"/>
                    <a:pt x="7432804" y="3758376"/>
                    <a:pt x="7595743" y="3938916"/>
                  </a:cubicBezTo>
                  <a:cubicBezTo>
                    <a:pt x="7731416" y="4089249"/>
                    <a:pt x="7831876" y="4261737"/>
                    <a:pt x="7908293" y="4450300"/>
                  </a:cubicBezTo>
                  <a:cubicBezTo>
                    <a:pt x="8008231" y="4696903"/>
                    <a:pt x="8034587" y="4953349"/>
                    <a:pt x="8017028" y="5213994"/>
                  </a:cubicBezTo>
                  <a:cubicBezTo>
                    <a:pt x="8001237" y="5448388"/>
                    <a:pt x="7930103" y="5669354"/>
                    <a:pt x="7816470" y="5876571"/>
                  </a:cubicBezTo>
                  <a:cubicBezTo>
                    <a:pt x="7712315" y="6066503"/>
                    <a:pt x="7578586" y="6231856"/>
                    <a:pt x="7408692" y="6364807"/>
                  </a:cubicBezTo>
                  <a:cubicBezTo>
                    <a:pt x="7309623" y="6442335"/>
                    <a:pt x="7199849" y="6506181"/>
                    <a:pt x="7091353" y="6576707"/>
                  </a:cubicBezTo>
                  <a:cubicBezTo>
                    <a:pt x="6950064" y="6650482"/>
                    <a:pt x="6802868" y="6695884"/>
                    <a:pt x="6650542" y="6726709"/>
                  </a:cubicBezTo>
                  <a:cubicBezTo>
                    <a:pt x="6508676" y="6755417"/>
                    <a:pt x="6364875" y="6761995"/>
                    <a:pt x="6221456" y="6753414"/>
                  </a:cubicBezTo>
                  <a:cubicBezTo>
                    <a:pt x="6043046" y="6742740"/>
                    <a:pt x="5869080" y="6704548"/>
                    <a:pt x="5703228" y="6636137"/>
                  </a:cubicBezTo>
                  <a:cubicBezTo>
                    <a:pt x="5512786" y="6557583"/>
                    <a:pt x="5340674" y="6451014"/>
                    <a:pt x="5188140" y="6310279"/>
                  </a:cubicBezTo>
                  <a:cubicBezTo>
                    <a:pt x="5032065" y="6166279"/>
                    <a:pt x="4906166" y="6001332"/>
                    <a:pt x="4813348" y="5811642"/>
                  </a:cubicBezTo>
                  <a:cubicBezTo>
                    <a:pt x="4739774" y="5661282"/>
                    <a:pt x="4684135" y="5504064"/>
                    <a:pt x="4664878" y="5336358"/>
                  </a:cubicBezTo>
                  <a:cubicBezTo>
                    <a:pt x="4654026" y="5241861"/>
                    <a:pt x="4636066" y="5146781"/>
                    <a:pt x="4638635" y="5052434"/>
                  </a:cubicBezTo>
                  <a:cubicBezTo>
                    <a:pt x="4643966" y="4856740"/>
                    <a:pt x="4672972" y="4663563"/>
                    <a:pt x="4743628" y="4479048"/>
                  </a:cubicBezTo>
                  <a:cubicBezTo>
                    <a:pt x="4812139" y="4300135"/>
                    <a:pt x="4904962" y="4135506"/>
                    <a:pt x="5027841" y="3987609"/>
                  </a:cubicBezTo>
                  <a:cubicBezTo>
                    <a:pt x="5187221" y="3795775"/>
                    <a:pt x="5378422" y="3644590"/>
                    <a:pt x="5602461" y="3536485"/>
                  </a:cubicBezTo>
                  <a:cubicBezTo>
                    <a:pt x="5759107" y="3460900"/>
                    <a:pt x="5924138" y="3408700"/>
                    <a:pt x="6098101" y="3391613"/>
                  </a:cubicBezTo>
                  <a:cubicBezTo>
                    <a:pt x="6197835" y="3381816"/>
                    <a:pt x="6298529" y="3370155"/>
                    <a:pt x="6398226" y="3374000"/>
                  </a:cubicBezTo>
                  <a:close/>
                  <a:moveTo>
                    <a:pt x="5820370" y="2070497"/>
                  </a:moveTo>
                  <a:cubicBezTo>
                    <a:pt x="6057973" y="2070670"/>
                    <a:pt x="6280008" y="2131481"/>
                    <a:pt x="6469707" y="2279624"/>
                  </a:cubicBezTo>
                  <a:cubicBezTo>
                    <a:pt x="6664674" y="2431883"/>
                    <a:pt x="6793820" y="2628188"/>
                    <a:pt x="6827890" y="2877225"/>
                  </a:cubicBezTo>
                  <a:cubicBezTo>
                    <a:pt x="6840214" y="2967302"/>
                    <a:pt x="6838208" y="3059342"/>
                    <a:pt x="6843070" y="3157097"/>
                  </a:cubicBezTo>
                  <a:cubicBezTo>
                    <a:pt x="6694866" y="3134785"/>
                    <a:pt x="6554110" y="3113597"/>
                    <a:pt x="6411922" y="3092191"/>
                  </a:cubicBezTo>
                  <a:cubicBezTo>
                    <a:pt x="6407668" y="3041234"/>
                    <a:pt x="6403506" y="2984717"/>
                    <a:pt x="6398110" y="2928320"/>
                  </a:cubicBezTo>
                  <a:cubicBezTo>
                    <a:pt x="6390588" y="2849711"/>
                    <a:pt x="6352918" y="2781806"/>
                    <a:pt x="6304881" y="2724182"/>
                  </a:cubicBezTo>
                  <a:cubicBezTo>
                    <a:pt x="6197756" y="2595682"/>
                    <a:pt x="6061480" y="2516098"/>
                    <a:pt x="5889384" y="2510328"/>
                  </a:cubicBezTo>
                  <a:cubicBezTo>
                    <a:pt x="5785471" y="2506845"/>
                    <a:pt x="5681537" y="2501342"/>
                    <a:pt x="5577612" y="2501302"/>
                  </a:cubicBezTo>
                  <a:cubicBezTo>
                    <a:pt x="4062980" y="2500715"/>
                    <a:pt x="2548349" y="2500637"/>
                    <a:pt x="1033717" y="2501346"/>
                  </a:cubicBezTo>
                  <a:cubicBezTo>
                    <a:pt x="896991" y="2501410"/>
                    <a:pt x="766473" y="2532415"/>
                    <a:pt x="654350" y="2614135"/>
                  </a:cubicBezTo>
                  <a:cubicBezTo>
                    <a:pt x="535392" y="2700833"/>
                    <a:pt x="455709" y="2814032"/>
                    <a:pt x="438703" y="2965361"/>
                  </a:cubicBezTo>
                  <a:cubicBezTo>
                    <a:pt x="414392" y="3181704"/>
                    <a:pt x="507705" y="3339049"/>
                    <a:pt x="681852" y="3456351"/>
                  </a:cubicBezTo>
                  <a:cubicBezTo>
                    <a:pt x="779767" y="3522306"/>
                    <a:pt x="890975" y="3549369"/>
                    <a:pt x="1006415" y="3549479"/>
                  </a:cubicBezTo>
                  <a:cubicBezTo>
                    <a:pt x="2344600" y="3550762"/>
                    <a:pt x="3682784" y="3550298"/>
                    <a:pt x="5020970" y="3550298"/>
                  </a:cubicBezTo>
                  <a:cubicBezTo>
                    <a:pt x="5037670" y="3550298"/>
                    <a:pt x="5054371" y="3550298"/>
                    <a:pt x="5062733" y="3550298"/>
                  </a:cubicBezTo>
                  <a:cubicBezTo>
                    <a:pt x="5003952" y="3612170"/>
                    <a:pt x="4940548" y="3674966"/>
                    <a:pt x="4881806" y="3741855"/>
                  </a:cubicBezTo>
                  <a:cubicBezTo>
                    <a:pt x="4823208" y="3808578"/>
                    <a:pt x="4766121" y="3877167"/>
                    <a:pt x="4714873" y="3949542"/>
                  </a:cubicBezTo>
                  <a:cubicBezTo>
                    <a:pt x="4694640" y="3978115"/>
                    <a:pt x="4674272" y="3981489"/>
                    <a:pt x="4645723" y="3981481"/>
                  </a:cubicBezTo>
                  <a:cubicBezTo>
                    <a:pt x="3841570" y="3981257"/>
                    <a:pt x="3037418" y="3981301"/>
                    <a:pt x="2228580" y="3981301"/>
                  </a:cubicBezTo>
                  <a:cubicBezTo>
                    <a:pt x="1822597" y="3981301"/>
                    <a:pt x="1421297" y="3981009"/>
                    <a:pt x="1019998" y="3981419"/>
                  </a:cubicBezTo>
                  <a:cubicBezTo>
                    <a:pt x="805529" y="3981638"/>
                    <a:pt x="603427" y="3930878"/>
                    <a:pt x="426915" y="3810001"/>
                  </a:cubicBezTo>
                  <a:cubicBezTo>
                    <a:pt x="209532" y="3661134"/>
                    <a:pt x="65215" y="3458666"/>
                    <a:pt x="16483" y="3193138"/>
                  </a:cubicBezTo>
                  <a:cubicBezTo>
                    <a:pt x="-21391" y="2986778"/>
                    <a:pt x="5511" y="2790523"/>
                    <a:pt x="102290" y="2606667"/>
                  </a:cubicBezTo>
                  <a:cubicBezTo>
                    <a:pt x="247447" y="2330908"/>
                    <a:pt x="475739" y="2159523"/>
                    <a:pt x="781991" y="2099266"/>
                  </a:cubicBezTo>
                  <a:cubicBezTo>
                    <a:pt x="876387" y="2080693"/>
                    <a:pt x="974135" y="2071195"/>
                    <a:pt x="1070364" y="2071092"/>
                  </a:cubicBezTo>
                  <a:cubicBezTo>
                    <a:pt x="2653698" y="2069410"/>
                    <a:pt x="4237035" y="2069340"/>
                    <a:pt x="5820370" y="2070497"/>
                  </a:cubicBezTo>
                  <a:close/>
                  <a:moveTo>
                    <a:pt x="992515" y="0"/>
                  </a:moveTo>
                  <a:lnTo>
                    <a:pt x="4963725" y="3034"/>
                  </a:lnTo>
                  <a:lnTo>
                    <a:pt x="4963725" y="430278"/>
                  </a:lnTo>
                  <a:lnTo>
                    <a:pt x="1025062" y="429261"/>
                  </a:lnTo>
                  <a:cubicBezTo>
                    <a:pt x="878898" y="429110"/>
                    <a:pt x="746685" y="463588"/>
                    <a:pt x="632229" y="553598"/>
                  </a:cubicBezTo>
                  <a:cubicBezTo>
                    <a:pt x="482645" y="671210"/>
                    <a:pt x="401236" y="854470"/>
                    <a:pt x="440725" y="1040727"/>
                  </a:cubicBezTo>
                  <a:cubicBezTo>
                    <a:pt x="495438" y="1298831"/>
                    <a:pt x="722324" y="1468301"/>
                    <a:pt x="977066" y="1468763"/>
                  </a:cubicBezTo>
                  <a:cubicBezTo>
                    <a:pt x="2605776" y="1471673"/>
                    <a:pt x="4234486" y="1470571"/>
                    <a:pt x="5863196" y="1469686"/>
                  </a:cubicBezTo>
                  <a:cubicBezTo>
                    <a:pt x="6005677" y="1469611"/>
                    <a:pt x="6132982" y="1417959"/>
                    <a:pt x="6238555" y="1323880"/>
                  </a:cubicBezTo>
                  <a:cubicBezTo>
                    <a:pt x="6412744" y="1168644"/>
                    <a:pt x="6467532" y="918452"/>
                    <a:pt x="6343232" y="707317"/>
                  </a:cubicBezTo>
                  <a:lnTo>
                    <a:pt x="6136995" y="513063"/>
                  </a:lnTo>
                  <a:lnTo>
                    <a:pt x="6136995" y="41298"/>
                  </a:lnTo>
                  <a:lnTo>
                    <a:pt x="6456632" y="194980"/>
                  </a:lnTo>
                  <a:cubicBezTo>
                    <a:pt x="6585897" y="291198"/>
                    <a:pt x="6688945" y="411541"/>
                    <a:pt x="6756394" y="559015"/>
                  </a:cubicBezTo>
                  <a:cubicBezTo>
                    <a:pt x="6808817" y="673640"/>
                    <a:pt x="6836814" y="793371"/>
                    <a:pt x="6840252" y="921335"/>
                  </a:cubicBezTo>
                  <a:cubicBezTo>
                    <a:pt x="6844520" y="1079924"/>
                    <a:pt x="6816674" y="1230403"/>
                    <a:pt x="6743272" y="1368814"/>
                  </a:cubicBezTo>
                  <a:cubicBezTo>
                    <a:pt x="6598172" y="1642443"/>
                    <a:pt x="6367970" y="1810632"/>
                    <a:pt x="6068039" y="1880615"/>
                  </a:cubicBezTo>
                  <a:cubicBezTo>
                    <a:pt x="5995437" y="1897561"/>
                    <a:pt x="5918267" y="1900397"/>
                    <a:pt x="5843188" y="1900444"/>
                  </a:cubicBezTo>
                  <a:cubicBezTo>
                    <a:pt x="4209889" y="1901499"/>
                    <a:pt x="2576592" y="1902375"/>
                    <a:pt x="943304" y="1899822"/>
                  </a:cubicBezTo>
                  <a:cubicBezTo>
                    <a:pt x="738828" y="1899511"/>
                    <a:pt x="553372" y="1826571"/>
                    <a:pt x="387803" y="1705106"/>
                  </a:cubicBezTo>
                  <a:cubicBezTo>
                    <a:pt x="197712" y="1565650"/>
                    <a:pt x="76737" y="1379911"/>
                    <a:pt x="23155" y="1151923"/>
                  </a:cubicBezTo>
                  <a:cubicBezTo>
                    <a:pt x="-4324" y="1034999"/>
                    <a:pt x="-6387" y="917039"/>
                    <a:pt x="14808" y="796027"/>
                  </a:cubicBezTo>
                  <a:cubicBezTo>
                    <a:pt x="49560" y="597666"/>
                    <a:pt x="137649" y="429261"/>
                    <a:pt x="277416" y="289116"/>
                  </a:cubicBezTo>
                  <a:cubicBezTo>
                    <a:pt x="421763" y="144384"/>
                    <a:pt x="596470" y="50841"/>
                    <a:pt x="800229" y="18407"/>
                  </a:cubicBezTo>
                  <a:cubicBezTo>
                    <a:pt x="863731" y="8300"/>
                    <a:pt x="928382" y="47"/>
                    <a:pt x="99251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173" name="Freeform: Shape 2172">
              <a:extLst>
                <a:ext uri="{FF2B5EF4-FFF2-40B4-BE49-F238E27FC236}">
                  <a16:creationId xmlns:a16="http://schemas.microsoft.com/office/drawing/2014/main" id="{A9352835-F223-3ADD-7EE3-9124A318D6BF}"/>
                </a:ext>
                <a:ext uri="{C183D7F6-B498-43B3-948B-1728B52AA6E4}">
                  <adec:decorative xmlns:adec="http://schemas.microsoft.com/office/drawing/2017/decorative" val="1"/>
                </a:ext>
              </a:extLst>
            </p:cNvPr>
            <p:cNvSpPr/>
            <p:nvPr/>
          </p:nvSpPr>
          <p:spPr>
            <a:xfrm>
              <a:off x="6715043" y="4343071"/>
              <a:ext cx="425630" cy="400571"/>
            </a:xfrm>
            <a:custGeom>
              <a:avLst/>
              <a:gdLst>
                <a:gd name="connsiteX0" fmla="*/ 362263 w 6384445"/>
                <a:gd name="connsiteY0" fmla="*/ 5067450 h 6008561"/>
                <a:gd name="connsiteX1" fmla="*/ 259607 w 6384445"/>
                <a:gd name="connsiteY1" fmla="*/ 5109865 h 6008561"/>
                <a:gd name="connsiteX2" fmla="*/ 234679 w 6384445"/>
                <a:gd name="connsiteY2" fmla="*/ 5260902 h 6008561"/>
                <a:gd name="connsiteX3" fmla="*/ 357096 w 6384445"/>
                <a:gd name="connsiteY3" fmla="*/ 5337925 h 6008561"/>
                <a:gd name="connsiteX4" fmla="*/ 493046 w 6384445"/>
                <a:gd name="connsiteY4" fmla="*/ 5244991 h 6008561"/>
                <a:gd name="connsiteX5" fmla="*/ 402630 w 6384445"/>
                <a:gd name="connsiteY5" fmla="*/ 5075351 h 6008561"/>
                <a:gd name="connsiteX6" fmla="*/ 362263 w 6384445"/>
                <a:gd name="connsiteY6" fmla="*/ 5067450 h 6008561"/>
                <a:gd name="connsiteX7" fmla="*/ 395761 w 6384445"/>
                <a:gd name="connsiteY7" fmla="*/ 4847165 h 6008561"/>
                <a:gd name="connsiteX8" fmla="*/ 615446 w 6384445"/>
                <a:gd name="connsiteY8" fmla="*/ 4950216 h 6008561"/>
                <a:gd name="connsiteX9" fmla="*/ 704333 w 6384445"/>
                <a:gd name="connsiteY9" fmla="*/ 5308181 h 6008561"/>
                <a:gd name="connsiteX10" fmla="*/ 444859 w 6384445"/>
                <a:gd name="connsiteY10" fmla="*/ 5552495 h 6008561"/>
                <a:gd name="connsiteX11" fmla="*/ 98066 w 6384445"/>
                <a:gd name="connsiteY11" fmla="*/ 5452530 h 6008561"/>
                <a:gd name="connsiteX12" fmla="*/ 40 w 6384445"/>
                <a:gd name="connsiteY12" fmla="*/ 5206854 h 6008561"/>
                <a:gd name="connsiteX13" fmla="*/ 308761 w 6384445"/>
                <a:gd name="connsiteY13" fmla="*/ 4849551 h 6008561"/>
                <a:gd name="connsiteX14" fmla="*/ 395761 w 6384445"/>
                <a:gd name="connsiteY14" fmla="*/ 4847165 h 6008561"/>
                <a:gd name="connsiteX15" fmla="*/ 5345555 w 6384445"/>
                <a:gd name="connsiteY15" fmla="*/ 4320581 h 6008561"/>
                <a:gd name="connsiteX16" fmla="*/ 5739123 w 6384445"/>
                <a:gd name="connsiteY16" fmla="*/ 4320581 h 6008561"/>
                <a:gd name="connsiteX17" fmla="*/ 5739123 w 6384445"/>
                <a:gd name="connsiteY17" fmla="*/ 4972512 h 6008561"/>
                <a:gd name="connsiteX18" fmla="*/ 6311999 w 6384445"/>
                <a:gd name="connsiteY18" fmla="*/ 4972512 h 6008561"/>
                <a:gd name="connsiteX19" fmla="*/ 6384445 w 6384445"/>
                <a:gd name="connsiteY19" fmla="*/ 4972512 h 6008561"/>
                <a:gd name="connsiteX20" fmla="*/ 6384445 w 6384445"/>
                <a:gd name="connsiteY20" fmla="*/ 5354572 h 6008561"/>
                <a:gd name="connsiteX21" fmla="*/ 5743210 w 6384445"/>
                <a:gd name="connsiteY21" fmla="*/ 5354572 h 6008561"/>
                <a:gd name="connsiteX22" fmla="*/ 5743210 w 6384445"/>
                <a:gd name="connsiteY22" fmla="*/ 6008561 h 6008561"/>
                <a:gd name="connsiteX23" fmla="*/ 5349644 w 6384445"/>
                <a:gd name="connsiteY23" fmla="*/ 6008561 h 6008561"/>
                <a:gd name="connsiteX24" fmla="*/ 5349644 w 6384445"/>
                <a:gd name="connsiteY24" fmla="*/ 5358732 h 6008561"/>
                <a:gd name="connsiteX25" fmla="*/ 4694843 w 6384445"/>
                <a:gd name="connsiteY25" fmla="*/ 5358732 h 6008561"/>
                <a:gd name="connsiteX26" fmla="*/ 4694843 w 6384445"/>
                <a:gd name="connsiteY26" fmla="*/ 4974535 h 6008561"/>
                <a:gd name="connsiteX27" fmla="*/ 5345555 w 6384445"/>
                <a:gd name="connsiteY27" fmla="*/ 4974535 h 6008561"/>
                <a:gd name="connsiteX28" fmla="*/ 5345555 w 6384445"/>
                <a:gd name="connsiteY28" fmla="*/ 4320581 h 6008561"/>
                <a:gd name="connsiteX29" fmla="*/ 337598 w 6384445"/>
                <a:gd name="connsiteY29" fmla="*/ 2994433 h 6008561"/>
                <a:gd name="connsiteX30" fmla="*/ 222684 w 6384445"/>
                <a:gd name="connsiteY30" fmla="*/ 3148423 h 6008561"/>
                <a:gd name="connsiteX31" fmla="*/ 364670 w 6384445"/>
                <a:gd name="connsiteY31" fmla="*/ 3267052 h 6008561"/>
                <a:gd name="connsiteX32" fmla="*/ 494330 w 6384445"/>
                <a:gd name="connsiteY32" fmla="*/ 3106928 h 6008561"/>
                <a:gd name="connsiteX33" fmla="*/ 337598 w 6384445"/>
                <a:gd name="connsiteY33" fmla="*/ 2994433 h 6008561"/>
                <a:gd name="connsiteX34" fmla="*/ 353889 w 6384445"/>
                <a:gd name="connsiteY34" fmla="*/ 2769193 h 6008561"/>
                <a:gd name="connsiteX35" fmla="*/ 718590 w 6384445"/>
                <a:gd name="connsiteY35" fmla="*/ 3154153 h 6008561"/>
                <a:gd name="connsiteX36" fmla="*/ 377472 w 6384445"/>
                <a:gd name="connsiteY36" fmla="*/ 3482687 h 6008561"/>
                <a:gd name="connsiteX37" fmla="*/ 293911 w 6384445"/>
                <a:gd name="connsiteY37" fmla="*/ 3480751 h 6008561"/>
                <a:gd name="connsiteX38" fmla="*/ 11436 w 6384445"/>
                <a:gd name="connsiteY38" fmla="*/ 3209065 h 6008561"/>
                <a:gd name="connsiteX39" fmla="*/ 353889 w 6384445"/>
                <a:gd name="connsiteY39" fmla="*/ 2769193 h 6008561"/>
                <a:gd name="connsiteX40" fmla="*/ 346053 w 6384445"/>
                <a:gd name="connsiteY40" fmla="*/ 914735 h 6008561"/>
                <a:gd name="connsiteX41" fmla="*/ 299531 w 6384445"/>
                <a:gd name="connsiteY41" fmla="*/ 927909 h 6008561"/>
                <a:gd name="connsiteX42" fmla="*/ 269983 w 6384445"/>
                <a:gd name="connsiteY42" fmla="*/ 1154679 h 6008561"/>
                <a:gd name="connsiteX43" fmla="*/ 290008 w 6384445"/>
                <a:gd name="connsiteY43" fmla="*/ 1166097 h 6008561"/>
                <a:gd name="connsiteX44" fmla="*/ 460882 w 6384445"/>
                <a:gd name="connsiteY44" fmla="*/ 1140804 h 6008561"/>
                <a:gd name="connsiteX45" fmla="*/ 476055 w 6384445"/>
                <a:gd name="connsiteY45" fmla="*/ 977478 h 6008561"/>
                <a:gd name="connsiteX46" fmla="*/ 346053 w 6384445"/>
                <a:gd name="connsiteY46" fmla="*/ 914735 h 6008561"/>
                <a:gd name="connsiteX47" fmla="*/ 362274 w 6384445"/>
                <a:gd name="connsiteY47" fmla="*/ 691695 h 6008561"/>
                <a:gd name="connsiteX48" fmla="*/ 709603 w 6384445"/>
                <a:gd name="connsiteY48" fmla="*/ 967568 h 6008561"/>
                <a:gd name="connsiteX49" fmla="*/ 455096 w 6384445"/>
                <a:gd name="connsiteY49" fmla="*/ 1398105 h 6008561"/>
                <a:gd name="connsiteX50" fmla="*/ 9785 w 6384445"/>
                <a:gd name="connsiteY50" fmla="*/ 1131517 h 6008561"/>
                <a:gd name="connsiteX51" fmla="*/ 8889 w 6384445"/>
                <a:gd name="connsiteY51" fmla="*/ 967983 h 6008561"/>
                <a:gd name="connsiteX52" fmla="*/ 201276 w 6384445"/>
                <a:gd name="connsiteY52" fmla="*/ 728443 h 6008561"/>
                <a:gd name="connsiteX53" fmla="*/ 362274 w 6384445"/>
                <a:gd name="connsiteY53" fmla="*/ 691695 h 6008561"/>
                <a:gd name="connsiteX54" fmla="*/ 4449154 w 6384445"/>
                <a:gd name="connsiteY54" fmla="*/ 0 h 6008561"/>
                <a:gd name="connsiteX55" fmla="*/ 5075279 w 6384445"/>
                <a:gd name="connsiteY55" fmla="*/ 0 h 6008561"/>
                <a:gd name="connsiteX56" fmla="*/ 5075279 w 6384445"/>
                <a:gd name="connsiteY56" fmla="*/ 626124 h 6008561"/>
                <a:gd name="connsiteX57" fmla="*/ 4449154 w 6384445"/>
                <a:gd name="connsiteY57" fmla="*/ 626124 h 600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384445" h="6008561">
                  <a:moveTo>
                    <a:pt x="362263" y="5067450"/>
                  </a:moveTo>
                  <a:cubicBezTo>
                    <a:pt x="321873" y="5065107"/>
                    <a:pt x="282975" y="5079389"/>
                    <a:pt x="259607" y="5109865"/>
                  </a:cubicBezTo>
                  <a:cubicBezTo>
                    <a:pt x="225282" y="5154632"/>
                    <a:pt x="209160" y="5204499"/>
                    <a:pt x="234679" y="5260902"/>
                  </a:cubicBezTo>
                  <a:cubicBezTo>
                    <a:pt x="254988" y="5305785"/>
                    <a:pt x="304095" y="5337793"/>
                    <a:pt x="357096" y="5337925"/>
                  </a:cubicBezTo>
                  <a:cubicBezTo>
                    <a:pt x="414142" y="5338066"/>
                    <a:pt x="481223" y="5292210"/>
                    <a:pt x="493046" y="5244991"/>
                  </a:cubicBezTo>
                  <a:cubicBezTo>
                    <a:pt x="510350" y="5175868"/>
                    <a:pt x="478991" y="5112071"/>
                    <a:pt x="402630" y="5075351"/>
                  </a:cubicBezTo>
                  <a:cubicBezTo>
                    <a:pt x="389355" y="5070859"/>
                    <a:pt x="375727" y="5068231"/>
                    <a:pt x="362263" y="5067450"/>
                  </a:cubicBezTo>
                  <a:close/>
                  <a:moveTo>
                    <a:pt x="395761" y="4847165"/>
                  </a:moveTo>
                  <a:cubicBezTo>
                    <a:pt x="479414" y="4853664"/>
                    <a:pt x="552933" y="4887118"/>
                    <a:pt x="615446" y="4950216"/>
                  </a:cubicBezTo>
                  <a:cubicBezTo>
                    <a:pt x="714486" y="5050186"/>
                    <a:pt x="744214" y="5174708"/>
                    <a:pt x="704333" y="5308181"/>
                  </a:cubicBezTo>
                  <a:cubicBezTo>
                    <a:pt x="666052" y="5436297"/>
                    <a:pt x="577302" y="5520998"/>
                    <a:pt x="444859" y="5552495"/>
                  </a:cubicBezTo>
                  <a:cubicBezTo>
                    <a:pt x="312754" y="5583912"/>
                    <a:pt x="199007" y="5544893"/>
                    <a:pt x="98066" y="5452530"/>
                  </a:cubicBezTo>
                  <a:cubicBezTo>
                    <a:pt x="32578" y="5381309"/>
                    <a:pt x="1427" y="5297045"/>
                    <a:pt x="40" y="5206854"/>
                  </a:cubicBezTo>
                  <a:cubicBezTo>
                    <a:pt x="-2640" y="5032568"/>
                    <a:pt x="129508" y="4871724"/>
                    <a:pt x="308761" y="4849551"/>
                  </a:cubicBezTo>
                  <a:cubicBezTo>
                    <a:pt x="338865" y="4845827"/>
                    <a:pt x="367876" y="4844998"/>
                    <a:pt x="395761" y="4847165"/>
                  </a:cubicBezTo>
                  <a:close/>
                  <a:moveTo>
                    <a:pt x="5345555" y="4320581"/>
                  </a:moveTo>
                  <a:cubicBezTo>
                    <a:pt x="5478075" y="4320581"/>
                    <a:pt x="5606484" y="4320581"/>
                    <a:pt x="5739123" y="4320581"/>
                  </a:cubicBezTo>
                  <a:cubicBezTo>
                    <a:pt x="5739123" y="4535184"/>
                    <a:pt x="5739123" y="4749941"/>
                    <a:pt x="5739123" y="4972512"/>
                  </a:cubicBezTo>
                  <a:cubicBezTo>
                    <a:pt x="5931276" y="4972512"/>
                    <a:pt x="6119348" y="4972512"/>
                    <a:pt x="6311999" y="4972512"/>
                  </a:cubicBezTo>
                  <a:cubicBezTo>
                    <a:pt x="6338156" y="4972512"/>
                    <a:pt x="6359734" y="4972512"/>
                    <a:pt x="6384445" y="4972512"/>
                  </a:cubicBezTo>
                  <a:cubicBezTo>
                    <a:pt x="6384445" y="5100337"/>
                    <a:pt x="6384445" y="5224521"/>
                    <a:pt x="6384445" y="5354572"/>
                  </a:cubicBezTo>
                  <a:cubicBezTo>
                    <a:pt x="6172881" y="5354572"/>
                    <a:pt x="5960108" y="5354572"/>
                    <a:pt x="5743210" y="5354572"/>
                  </a:cubicBezTo>
                  <a:cubicBezTo>
                    <a:pt x="5743210" y="5575098"/>
                    <a:pt x="5743210" y="5789854"/>
                    <a:pt x="5743210" y="6008561"/>
                  </a:cubicBezTo>
                  <a:cubicBezTo>
                    <a:pt x="5610694" y="6008561"/>
                    <a:pt x="5482284" y="6008561"/>
                    <a:pt x="5349644" y="6008561"/>
                  </a:cubicBezTo>
                  <a:cubicBezTo>
                    <a:pt x="5349644" y="5794065"/>
                    <a:pt x="5349644" y="5579309"/>
                    <a:pt x="5349644" y="5358732"/>
                  </a:cubicBezTo>
                  <a:cubicBezTo>
                    <a:pt x="5129698" y="5358732"/>
                    <a:pt x="4913804" y="5358732"/>
                    <a:pt x="4694843" y="5358732"/>
                  </a:cubicBezTo>
                  <a:cubicBezTo>
                    <a:pt x="4694843" y="5228769"/>
                    <a:pt x="4694843" y="5104585"/>
                    <a:pt x="4694843" y="4974535"/>
                  </a:cubicBezTo>
                  <a:cubicBezTo>
                    <a:pt x="4909643" y="4974535"/>
                    <a:pt x="5125537" y="4974535"/>
                    <a:pt x="5345555" y="4974535"/>
                  </a:cubicBezTo>
                  <a:cubicBezTo>
                    <a:pt x="5345555" y="4754009"/>
                    <a:pt x="5345555" y="4539253"/>
                    <a:pt x="5345555" y="4320581"/>
                  </a:cubicBezTo>
                  <a:close/>
                  <a:moveTo>
                    <a:pt x="337598" y="2994433"/>
                  </a:moveTo>
                  <a:cubicBezTo>
                    <a:pt x="276004" y="2992859"/>
                    <a:pt x="212362" y="3078315"/>
                    <a:pt x="222684" y="3148423"/>
                  </a:cubicBezTo>
                  <a:cubicBezTo>
                    <a:pt x="231324" y="3207116"/>
                    <a:pt x="309283" y="3272095"/>
                    <a:pt x="364670" y="3267052"/>
                  </a:cubicBezTo>
                  <a:cubicBezTo>
                    <a:pt x="448823" y="3259388"/>
                    <a:pt x="498212" y="3197519"/>
                    <a:pt x="494330" y="3106928"/>
                  </a:cubicBezTo>
                  <a:cubicBezTo>
                    <a:pt x="492047" y="3053661"/>
                    <a:pt x="429387" y="2984155"/>
                    <a:pt x="337598" y="2994433"/>
                  </a:cubicBezTo>
                  <a:close/>
                  <a:moveTo>
                    <a:pt x="353889" y="2769193"/>
                  </a:moveTo>
                  <a:cubicBezTo>
                    <a:pt x="558957" y="2766668"/>
                    <a:pt x="735906" y="2940660"/>
                    <a:pt x="718590" y="3154153"/>
                  </a:cubicBezTo>
                  <a:cubicBezTo>
                    <a:pt x="703901" y="3335245"/>
                    <a:pt x="561912" y="3481896"/>
                    <a:pt x="377472" y="3482687"/>
                  </a:cubicBezTo>
                  <a:cubicBezTo>
                    <a:pt x="350937" y="3482799"/>
                    <a:pt x="324400" y="3482257"/>
                    <a:pt x="293911" y="3480751"/>
                  </a:cubicBezTo>
                  <a:cubicBezTo>
                    <a:pt x="142662" y="3445416"/>
                    <a:pt x="46465" y="3355004"/>
                    <a:pt x="11436" y="3209065"/>
                  </a:cubicBezTo>
                  <a:cubicBezTo>
                    <a:pt x="-41375" y="2989052"/>
                    <a:pt x="121499" y="2772055"/>
                    <a:pt x="353889" y="2769193"/>
                  </a:cubicBezTo>
                  <a:close/>
                  <a:moveTo>
                    <a:pt x="346053" y="914735"/>
                  </a:moveTo>
                  <a:cubicBezTo>
                    <a:pt x="330095" y="916084"/>
                    <a:pt x="314349" y="920408"/>
                    <a:pt x="299531" y="927909"/>
                  </a:cubicBezTo>
                  <a:cubicBezTo>
                    <a:pt x="214921" y="970738"/>
                    <a:pt x="200620" y="1062137"/>
                    <a:pt x="269983" y="1154679"/>
                  </a:cubicBezTo>
                  <a:cubicBezTo>
                    <a:pt x="276666" y="1158471"/>
                    <a:pt x="283517" y="1161999"/>
                    <a:pt x="290008" y="1166097"/>
                  </a:cubicBezTo>
                  <a:cubicBezTo>
                    <a:pt x="347755" y="1202541"/>
                    <a:pt x="413803" y="1192807"/>
                    <a:pt x="460882" y="1140804"/>
                  </a:cubicBezTo>
                  <a:cubicBezTo>
                    <a:pt x="499362" y="1098300"/>
                    <a:pt x="506707" y="1019240"/>
                    <a:pt x="476055" y="977478"/>
                  </a:cubicBezTo>
                  <a:cubicBezTo>
                    <a:pt x="443712" y="933413"/>
                    <a:pt x="393928" y="910687"/>
                    <a:pt x="346053" y="914735"/>
                  </a:cubicBezTo>
                  <a:close/>
                  <a:moveTo>
                    <a:pt x="362274" y="691695"/>
                  </a:moveTo>
                  <a:cubicBezTo>
                    <a:pt x="522909" y="692616"/>
                    <a:pt x="671513" y="801054"/>
                    <a:pt x="709603" y="967568"/>
                  </a:cubicBezTo>
                  <a:cubicBezTo>
                    <a:pt x="753222" y="1158251"/>
                    <a:pt x="644936" y="1348069"/>
                    <a:pt x="455096" y="1398105"/>
                  </a:cubicBezTo>
                  <a:cubicBezTo>
                    <a:pt x="254059" y="1451090"/>
                    <a:pt x="59914" y="1337283"/>
                    <a:pt x="9785" y="1131517"/>
                  </a:cubicBezTo>
                  <a:cubicBezTo>
                    <a:pt x="-2503" y="1081079"/>
                    <a:pt x="7736" y="1025153"/>
                    <a:pt x="8889" y="967983"/>
                  </a:cubicBezTo>
                  <a:cubicBezTo>
                    <a:pt x="42160" y="859929"/>
                    <a:pt x="100156" y="777333"/>
                    <a:pt x="201276" y="728443"/>
                  </a:cubicBezTo>
                  <a:cubicBezTo>
                    <a:pt x="253847" y="703027"/>
                    <a:pt x="308729" y="691388"/>
                    <a:pt x="362274" y="691695"/>
                  </a:cubicBezTo>
                  <a:close/>
                  <a:moveTo>
                    <a:pt x="4449154" y="0"/>
                  </a:moveTo>
                  <a:lnTo>
                    <a:pt x="5075279" y="0"/>
                  </a:lnTo>
                  <a:lnTo>
                    <a:pt x="5075279" y="626124"/>
                  </a:lnTo>
                  <a:lnTo>
                    <a:pt x="4449154" y="626124"/>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2781" name="Group 2780">
            <a:extLst>
              <a:ext uri="{FF2B5EF4-FFF2-40B4-BE49-F238E27FC236}">
                <a16:creationId xmlns:a16="http://schemas.microsoft.com/office/drawing/2014/main" id="{B4544806-7F62-6095-2454-FAAD2D4B4D72}"/>
              </a:ext>
              <a:ext uri="{C183D7F6-B498-43B3-948B-1728B52AA6E4}">
                <adec:decorative xmlns:adec="http://schemas.microsoft.com/office/drawing/2017/decorative" val="1"/>
              </a:ext>
            </a:extLst>
          </p:cNvPr>
          <p:cNvGrpSpPr>
            <a:grpSpLocks noChangeAspect="1"/>
          </p:cNvGrpSpPr>
          <p:nvPr/>
        </p:nvGrpSpPr>
        <p:grpSpPr>
          <a:xfrm>
            <a:off x="7356618" y="4343071"/>
            <a:ext cx="459156" cy="457200"/>
            <a:chOff x="7356618" y="4343071"/>
            <a:chExt cx="459156" cy="457200"/>
          </a:xfrm>
          <a:solidFill>
            <a:srgbClr val="FF0000"/>
          </a:solidFill>
        </p:grpSpPr>
        <p:sp>
          <p:nvSpPr>
            <p:cNvPr id="2176" name="Freeform: Shape 2175">
              <a:extLst>
                <a:ext uri="{FF2B5EF4-FFF2-40B4-BE49-F238E27FC236}">
                  <a16:creationId xmlns:a16="http://schemas.microsoft.com/office/drawing/2014/main" id="{E18AA5ED-44F5-EFCF-C605-26D52C4C0344}"/>
                </a:ext>
                <a:ext uri="{C183D7F6-B498-43B3-948B-1728B52AA6E4}">
                  <adec:decorative xmlns:adec="http://schemas.microsoft.com/office/drawing/2017/decorative" val="1"/>
                </a:ext>
              </a:extLst>
            </p:cNvPr>
            <p:cNvSpPr/>
            <p:nvPr/>
          </p:nvSpPr>
          <p:spPr>
            <a:xfrm>
              <a:off x="7376818" y="4343071"/>
              <a:ext cx="438956" cy="457200"/>
            </a:xfrm>
            <a:custGeom>
              <a:avLst/>
              <a:gdLst>
                <a:gd name="connsiteX0" fmla="*/ 98873 w 847798"/>
                <a:gd name="connsiteY0" fmla="*/ 539232 h 883034"/>
                <a:gd name="connsiteX1" fmla="*/ 106427 w 847798"/>
                <a:gd name="connsiteY1" fmla="*/ 546962 h 883034"/>
                <a:gd name="connsiteX2" fmla="*/ 105449 w 847798"/>
                <a:gd name="connsiteY2" fmla="*/ 553641 h 883034"/>
                <a:gd name="connsiteX3" fmla="*/ 106732 w 847798"/>
                <a:gd name="connsiteY3" fmla="*/ 547091 h 883034"/>
                <a:gd name="connsiteX4" fmla="*/ 119183 w 847798"/>
                <a:gd name="connsiteY4" fmla="*/ 559720 h 883034"/>
                <a:gd name="connsiteX5" fmla="*/ 118207 w 847798"/>
                <a:gd name="connsiteY5" fmla="*/ 566392 h 883034"/>
                <a:gd name="connsiteX6" fmla="*/ 118131 w 847798"/>
                <a:gd name="connsiteY6" fmla="*/ 615283 h 883034"/>
                <a:gd name="connsiteX7" fmla="*/ 117300 w 847798"/>
                <a:gd name="connsiteY7" fmla="*/ 621424 h 883034"/>
                <a:gd name="connsiteX8" fmla="*/ 104726 w 847798"/>
                <a:gd name="connsiteY8" fmla="*/ 608995 h 883034"/>
                <a:gd name="connsiteX9" fmla="*/ 105380 w 847798"/>
                <a:gd name="connsiteY9" fmla="*/ 603091 h 883034"/>
                <a:gd name="connsiteX10" fmla="*/ 105448 w 847798"/>
                <a:gd name="connsiteY10" fmla="*/ 553709 h 883034"/>
                <a:gd name="connsiteX11" fmla="*/ 105380 w 847798"/>
                <a:gd name="connsiteY11" fmla="*/ 603091 h 883034"/>
                <a:gd name="connsiteX12" fmla="*/ 104597 w 847798"/>
                <a:gd name="connsiteY12" fmla="*/ 608690 h 883034"/>
                <a:gd name="connsiteX13" fmla="*/ 97634 w 847798"/>
                <a:gd name="connsiteY13" fmla="*/ 602012 h 883034"/>
                <a:gd name="connsiteX14" fmla="*/ 97579 w 847798"/>
                <a:gd name="connsiteY14" fmla="*/ 572322 h 883034"/>
                <a:gd name="connsiteX15" fmla="*/ 98873 w 847798"/>
                <a:gd name="connsiteY15" fmla="*/ 539232 h 883034"/>
                <a:gd name="connsiteX16" fmla="*/ 58472 w 847798"/>
                <a:gd name="connsiteY16" fmla="*/ 504822 h 883034"/>
                <a:gd name="connsiteX17" fmla="*/ 64223 w 847798"/>
                <a:gd name="connsiteY17" fmla="*/ 504822 h 883034"/>
                <a:gd name="connsiteX18" fmla="*/ 65183 w 847798"/>
                <a:gd name="connsiteY18" fmla="*/ 505715 h 883034"/>
                <a:gd name="connsiteX19" fmla="*/ 64204 w 847798"/>
                <a:gd name="connsiteY19" fmla="*/ 512394 h 883034"/>
                <a:gd name="connsiteX20" fmla="*/ 65488 w 847798"/>
                <a:gd name="connsiteY20" fmla="*/ 505840 h 883034"/>
                <a:gd name="connsiteX21" fmla="*/ 72130 w 847798"/>
                <a:gd name="connsiteY21" fmla="*/ 512662 h 883034"/>
                <a:gd name="connsiteX22" fmla="*/ 71078 w 847798"/>
                <a:gd name="connsiteY22" fmla="*/ 518212 h 883034"/>
                <a:gd name="connsiteX23" fmla="*/ 72430 w 847798"/>
                <a:gd name="connsiteY23" fmla="*/ 512782 h 883034"/>
                <a:gd name="connsiteX24" fmla="*/ 78931 w 847798"/>
                <a:gd name="connsiteY24" fmla="*/ 519464 h 883034"/>
                <a:gd name="connsiteX25" fmla="*/ 77952 w 847798"/>
                <a:gd name="connsiteY25" fmla="*/ 526134 h 883034"/>
                <a:gd name="connsiteX26" fmla="*/ 79237 w 847798"/>
                <a:gd name="connsiteY26" fmla="*/ 519591 h 883034"/>
                <a:gd name="connsiteX27" fmla="*/ 92503 w 847798"/>
                <a:gd name="connsiteY27" fmla="*/ 533592 h 883034"/>
                <a:gd name="connsiteX28" fmla="*/ 91677 w 847798"/>
                <a:gd name="connsiteY28" fmla="*/ 539744 h 883034"/>
                <a:gd name="connsiteX29" fmla="*/ 92806 w 847798"/>
                <a:gd name="connsiteY29" fmla="*/ 533718 h 883034"/>
                <a:gd name="connsiteX30" fmla="*/ 98568 w 847798"/>
                <a:gd name="connsiteY30" fmla="*/ 539103 h 883034"/>
                <a:gd name="connsiteX31" fmla="*/ 97579 w 847798"/>
                <a:gd name="connsiteY31" fmla="*/ 572322 h 883034"/>
                <a:gd name="connsiteX32" fmla="*/ 97514 w 847798"/>
                <a:gd name="connsiteY32" fmla="*/ 601712 h 883034"/>
                <a:gd name="connsiteX33" fmla="*/ 90689 w 847798"/>
                <a:gd name="connsiteY33" fmla="*/ 595540 h 883034"/>
                <a:gd name="connsiteX34" fmla="*/ 91599 w 847798"/>
                <a:gd name="connsiteY34" fmla="*/ 589671 h 883034"/>
                <a:gd name="connsiteX35" fmla="*/ 90562 w 847798"/>
                <a:gd name="connsiteY35" fmla="*/ 595235 h 883034"/>
                <a:gd name="connsiteX36" fmla="*/ 77164 w 847798"/>
                <a:gd name="connsiteY36" fmla="*/ 581476 h 883034"/>
                <a:gd name="connsiteX37" fmla="*/ 77875 w 847798"/>
                <a:gd name="connsiteY37" fmla="*/ 575031 h 883034"/>
                <a:gd name="connsiteX38" fmla="*/ 77043 w 847798"/>
                <a:gd name="connsiteY38" fmla="*/ 581173 h 883034"/>
                <a:gd name="connsiteX39" fmla="*/ 70195 w 847798"/>
                <a:gd name="connsiteY39" fmla="*/ 574574 h 883034"/>
                <a:gd name="connsiteX40" fmla="*/ 70990 w 847798"/>
                <a:gd name="connsiteY40" fmla="*/ 567130 h 883034"/>
                <a:gd name="connsiteX41" fmla="*/ 70075 w 847798"/>
                <a:gd name="connsiteY41" fmla="*/ 574273 h 883034"/>
                <a:gd name="connsiteX42" fmla="*/ 63475 w 847798"/>
                <a:gd name="connsiteY42" fmla="*/ 567750 h 883034"/>
                <a:gd name="connsiteX43" fmla="*/ 64135 w 847798"/>
                <a:gd name="connsiteY43" fmla="*/ 561847 h 883034"/>
                <a:gd name="connsiteX44" fmla="*/ 63350 w 847798"/>
                <a:gd name="connsiteY44" fmla="*/ 567446 h 883034"/>
                <a:gd name="connsiteX45" fmla="*/ 57355 w 847798"/>
                <a:gd name="connsiteY45" fmla="*/ 562214 h 883034"/>
                <a:gd name="connsiteX46" fmla="*/ 58212 w 847798"/>
                <a:gd name="connsiteY46" fmla="*/ 553725 h 883034"/>
                <a:gd name="connsiteX47" fmla="*/ 58281 w 847798"/>
                <a:gd name="connsiteY47" fmla="*/ 505785 h 883034"/>
                <a:gd name="connsiteX48" fmla="*/ 36670 w 847798"/>
                <a:gd name="connsiteY48" fmla="*/ 504822 h 883034"/>
                <a:gd name="connsiteX49" fmla="*/ 42947 w 847798"/>
                <a:gd name="connsiteY49" fmla="*/ 504822 h 883034"/>
                <a:gd name="connsiteX50" fmla="*/ 42592 w 847798"/>
                <a:gd name="connsiteY50" fmla="*/ 516352 h 883034"/>
                <a:gd name="connsiteX51" fmla="*/ 43058 w 847798"/>
                <a:gd name="connsiteY51" fmla="*/ 504822 h 883034"/>
                <a:gd name="connsiteX52" fmla="*/ 58416 w 847798"/>
                <a:gd name="connsiteY52" fmla="*/ 504822 h 883034"/>
                <a:gd name="connsiteX53" fmla="*/ 58281 w 847798"/>
                <a:gd name="connsiteY53" fmla="*/ 505784 h 883034"/>
                <a:gd name="connsiteX54" fmla="*/ 58212 w 847798"/>
                <a:gd name="connsiteY54" fmla="*/ 553725 h 883034"/>
                <a:gd name="connsiteX55" fmla="*/ 57241 w 847798"/>
                <a:gd name="connsiteY55" fmla="*/ 561913 h 883034"/>
                <a:gd name="connsiteX56" fmla="*/ 42641 w 847798"/>
                <a:gd name="connsiteY56" fmla="*/ 547032 h 883034"/>
                <a:gd name="connsiteX57" fmla="*/ 42592 w 847798"/>
                <a:gd name="connsiteY57" fmla="*/ 516353 h 883034"/>
                <a:gd name="connsiteX58" fmla="*/ 42523 w 847798"/>
                <a:gd name="connsiteY58" fmla="*/ 546729 h 883034"/>
                <a:gd name="connsiteX59" fmla="*/ 35910 w 847798"/>
                <a:gd name="connsiteY59" fmla="*/ 540224 h 883034"/>
                <a:gd name="connsiteX60" fmla="*/ 36625 w 847798"/>
                <a:gd name="connsiteY60" fmla="*/ 533778 h 883034"/>
                <a:gd name="connsiteX61" fmla="*/ 21904 w 847798"/>
                <a:gd name="connsiteY61" fmla="*/ 504822 h 883034"/>
                <a:gd name="connsiteX62" fmla="*/ 36669 w 847798"/>
                <a:gd name="connsiteY62" fmla="*/ 504822 h 883034"/>
                <a:gd name="connsiteX63" fmla="*/ 36625 w 847798"/>
                <a:gd name="connsiteY63" fmla="*/ 533778 h 883034"/>
                <a:gd name="connsiteX64" fmla="*/ 35794 w 847798"/>
                <a:gd name="connsiteY64" fmla="*/ 539920 h 883034"/>
                <a:gd name="connsiteX65" fmla="*/ 29859 w 847798"/>
                <a:gd name="connsiteY65" fmla="*/ 534719 h 883034"/>
                <a:gd name="connsiteX66" fmla="*/ 30715 w 847798"/>
                <a:gd name="connsiteY66" fmla="*/ 526239 h 883034"/>
                <a:gd name="connsiteX67" fmla="*/ 29745 w 847798"/>
                <a:gd name="connsiteY67" fmla="*/ 534418 h 883034"/>
                <a:gd name="connsiteX68" fmla="*/ 21181 w 847798"/>
                <a:gd name="connsiteY68" fmla="*/ 525500 h 883034"/>
                <a:gd name="connsiteX69" fmla="*/ 21896 w 847798"/>
                <a:gd name="connsiteY69" fmla="*/ 519053 h 883034"/>
                <a:gd name="connsiteX70" fmla="*/ 12090 w 847798"/>
                <a:gd name="connsiteY70" fmla="*/ 504822 h 883034"/>
                <a:gd name="connsiteX71" fmla="*/ 21760 w 847798"/>
                <a:gd name="connsiteY71" fmla="*/ 504822 h 883034"/>
                <a:gd name="connsiteX72" fmla="*/ 21896 w 847798"/>
                <a:gd name="connsiteY72" fmla="*/ 519053 h 883034"/>
                <a:gd name="connsiteX73" fmla="*/ 21063 w 847798"/>
                <a:gd name="connsiteY73" fmla="*/ 525195 h 883034"/>
                <a:gd name="connsiteX74" fmla="*/ 11422 w 847798"/>
                <a:gd name="connsiteY74" fmla="*/ 515708 h 883034"/>
                <a:gd name="connsiteX75" fmla="*/ 12088 w 847798"/>
                <a:gd name="connsiteY75" fmla="*/ 510293 h 883034"/>
                <a:gd name="connsiteX76" fmla="*/ 2764 w 847798"/>
                <a:gd name="connsiteY76" fmla="*/ 504822 h 883034"/>
                <a:gd name="connsiteX77" fmla="*/ 12021 w 847798"/>
                <a:gd name="connsiteY77" fmla="*/ 504822 h 883034"/>
                <a:gd name="connsiteX78" fmla="*/ 12088 w 847798"/>
                <a:gd name="connsiteY78" fmla="*/ 510293 h 883034"/>
                <a:gd name="connsiteX79" fmla="*/ 11299 w 847798"/>
                <a:gd name="connsiteY79" fmla="*/ 515400 h 883034"/>
                <a:gd name="connsiteX80" fmla="*/ 2521 w 847798"/>
                <a:gd name="connsiteY80" fmla="*/ 506843 h 883034"/>
                <a:gd name="connsiteX81" fmla="*/ 538 w 847798"/>
                <a:gd name="connsiteY81" fmla="*/ 504822 h 883034"/>
                <a:gd name="connsiteX82" fmla="*/ 2658 w 847798"/>
                <a:gd name="connsiteY82" fmla="*/ 504822 h 883034"/>
                <a:gd name="connsiteX83" fmla="*/ 2406 w 847798"/>
                <a:gd name="connsiteY83" fmla="*/ 506537 h 883034"/>
                <a:gd name="connsiteX84" fmla="*/ 3901 w 847798"/>
                <a:gd name="connsiteY84" fmla="*/ 374245 h 883034"/>
                <a:gd name="connsiteX85" fmla="*/ 3941 w 847798"/>
                <a:gd name="connsiteY85" fmla="*/ 378212 h 883034"/>
                <a:gd name="connsiteX86" fmla="*/ 0 w 847798"/>
                <a:gd name="connsiteY86" fmla="*/ 378212 h 883034"/>
                <a:gd name="connsiteX87" fmla="*/ 14704 w 847798"/>
                <a:gd name="connsiteY87" fmla="*/ 363443 h 883034"/>
                <a:gd name="connsiteX88" fmla="*/ 14817 w 847798"/>
                <a:gd name="connsiteY88" fmla="*/ 378212 h 883034"/>
                <a:gd name="connsiteX89" fmla="*/ 4266 w 847798"/>
                <a:gd name="connsiteY89" fmla="*/ 378212 h 883034"/>
                <a:gd name="connsiteX90" fmla="*/ 4208 w 847798"/>
                <a:gd name="connsiteY90" fmla="*/ 374118 h 883034"/>
                <a:gd name="connsiteX91" fmla="*/ 14704 w 847798"/>
                <a:gd name="connsiteY91" fmla="*/ 363443 h 883034"/>
                <a:gd name="connsiteX92" fmla="*/ 55191 w 847798"/>
                <a:gd name="connsiteY92" fmla="*/ 323539 h 883034"/>
                <a:gd name="connsiteX93" fmla="*/ 56275 w 847798"/>
                <a:gd name="connsiteY93" fmla="*/ 329015 h 883034"/>
                <a:gd name="connsiteX94" fmla="*/ 56343 w 847798"/>
                <a:gd name="connsiteY94" fmla="*/ 378212 h 883034"/>
                <a:gd name="connsiteX95" fmla="*/ 46508 w 847798"/>
                <a:gd name="connsiteY95" fmla="*/ 378212 h 883034"/>
                <a:gd name="connsiteX96" fmla="*/ 15170 w 847798"/>
                <a:gd name="connsiteY96" fmla="*/ 378212 h 883034"/>
                <a:gd name="connsiteX97" fmla="*/ 15011 w 847798"/>
                <a:gd name="connsiteY97" fmla="*/ 363315 h 883034"/>
                <a:gd name="connsiteX98" fmla="*/ 25578 w 847798"/>
                <a:gd name="connsiteY98" fmla="*/ 353051 h 883034"/>
                <a:gd name="connsiteX99" fmla="*/ 26795 w 847798"/>
                <a:gd name="connsiteY99" fmla="*/ 360049 h 883034"/>
                <a:gd name="connsiteX100" fmla="*/ 25884 w 847798"/>
                <a:gd name="connsiteY100" fmla="*/ 352923 h 883034"/>
                <a:gd name="connsiteX101" fmla="*/ 34278 w 847798"/>
                <a:gd name="connsiteY101" fmla="*/ 343864 h 883034"/>
                <a:gd name="connsiteX102" fmla="*/ 35627 w 847798"/>
                <a:gd name="connsiteY102" fmla="*/ 349301 h 883034"/>
                <a:gd name="connsiteX103" fmla="*/ 34581 w 847798"/>
                <a:gd name="connsiteY103" fmla="*/ 343742 h 883034"/>
                <a:gd name="connsiteX104" fmla="*/ 45311 w 847798"/>
                <a:gd name="connsiteY104" fmla="*/ 333386 h 883034"/>
                <a:gd name="connsiteX105" fmla="*/ 46446 w 847798"/>
                <a:gd name="connsiteY105" fmla="*/ 339408 h 883034"/>
                <a:gd name="connsiteX106" fmla="*/ 45617 w 847798"/>
                <a:gd name="connsiteY106" fmla="*/ 333257 h 883034"/>
                <a:gd name="connsiteX107" fmla="*/ 55191 w 847798"/>
                <a:gd name="connsiteY107" fmla="*/ 323539 h 883034"/>
                <a:gd name="connsiteX108" fmla="*/ 64952 w 847798"/>
                <a:gd name="connsiteY108" fmla="*/ 313747 h 883034"/>
                <a:gd name="connsiteX109" fmla="*/ 66087 w 847798"/>
                <a:gd name="connsiteY109" fmla="*/ 319767 h 883034"/>
                <a:gd name="connsiteX110" fmla="*/ 66166 w 847798"/>
                <a:gd name="connsiteY110" fmla="*/ 369695 h 883034"/>
                <a:gd name="connsiteX111" fmla="*/ 67084 w 847798"/>
                <a:gd name="connsiteY111" fmla="*/ 375557 h 883034"/>
                <a:gd name="connsiteX112" fmla="*/ 64380 w 847798"/>
                <a:gd name="connsiteY112" fmla="*/ 378212 h 883034"/>
                <a:gd name="connsiteX113" fmla="*/ 56343 w 847798"/>
                <a:gd name="connsiteY113" fmla="*/ 378212 h 883034"/>
                <a:gd name="connsiteX114" fmla="*/ 56275 w 847798"/>
                <a:gd name="connsiteY114" fmla="*/ 329015 h 883034"/>
                <a:gd name="connsiteX115" fmla="*/ 55494 w 847798"/>
                <a:gd name="connsiteY115" fmla="*/ 323416 h 883034"/>
                <a:gd name="connsiteX116" fmla="*/ 64952 w 847798"/>
                <a:gd name="connsiteY116" fmla="*/ 313747 h 883034"/>
                <a:gd name="connsiteX117" fmla="*/ 79743 w 847798"/>
                <a:gd name="connsiteY117" fmla="*/ 298992 h 883034"/>
                <a:gd name="connsiteX118" fmla="*/ 80822 w 847798"/>
                <a:gd name="connsiteY118" fmla="*/ 304465 h 883034"/>
                <a:gd name="connsiteX119" fmla="*/ 80891 w 847798"/>
                <a:gd name="connsiteY119" fmla="*/ 352410 h 883034"/>
                <a:gd name="connsiteX120" fmla="*/ 81743 w 847798"/>
                <a:gd name="connsiteY120" fmla="*/ 360898 h 883034"/>
                <a:gd name="connsiteX121" fmla="*/ 74993 w 847798"/>
                <a:gd name="connsiteY121" fmla="*/ 367470 h 883034"/>
                <a:gd name="connsiteX122" fmla="*/ 74019 w 847798"/>
                <a:gd name="connsiteY122" fmla="*/ 359282 h 883034"/>
                <a:gd name="connsiteX123" fmla="*/ 74872 w 847798"/>
                <a:gd name="connsiteY123" fmla="*/ 367771 h 883034"/>
                <a:gd name="connsiteX124" fmla="*/ 67214 w 847798"/>
                <a:gd name="connsiteY124" fmla="*/ 375251 h 883034"/>
                <a:gd name="connsiteX125" fmla="*/ 66166 w 847798"/>
                <a:gd name="connsiteY125" fmla="*/ 369695 h 883034"/>
                <a:gd name="connsiteX126" fmla="*/ 66087 w 847798"/>
                <a:gd name="connsiteY126" fmla="*/ 319767 h 883034"/>
                <a:gd name="connsiteX127" fmla="*/ 65257 w 847798"/>
                <a:gd name="connsiteY127" fmla="*/ 313617 h 883034"/>
                <a:gd name="connsiteX128" fmla="*/ 72869 w 847798"/>
                <a:gd name="connsiteY128" fmla="*/ 305864 h 883034"/>
                <a:gd name="connsiteX129" fmla="*/ 73951 w 847798"/>
                <a:gd name="connsiteY129" fmla="*/ 311337 h 883034"/>
                <a:gd name="connsiteX130" fmla="*/ 73171 w 847798"/>
                <a:gd name="connsiteY130" fmla="*/ 305743 h 883034"/>
                <a:gd name="connsiteX131" fmla="*/ 79743 w 847798"/>
                <a:gd name="connsiteY131" fmla="*/ 298992 h 883034"/>
                <a:gd name="connsiteX132" fmla="*/ 410807 w 847798"/>
                <a:gd name="connsiteY132" fmla="*/ 176 h 883034"/>
                <a:gd name="connsiteX133" fmla="*/ 452008 w 847798"/>
                <a:gd name="connsiteY133" fmla="*/ 18198 h 883034"/>
                <a:gd name="connsiteX134" fmla="*/ 829712 w 847798"/>
                <a:gd name="connsiteY134" fmla="*/ 395955 h 883034"/>
                <a:gd name="connsiteX135" fmla="*/ 846990 w 847798"/>
                <a:gd name="connsiteY135" fmla="*/ 431950 h 883034"/>
                <a:gd name="connsiteX136" fmla="*/ 840766 w 847798"/>
                <a:gd name="connsiteY136" fmla="*/ 471576 h 883034"/>
                <a:gd name="connsiteX137" fmla="*/ 829585 w 847798"/>
                <a:gd name="connsiteY137" fmla="*/ 487076 h 883034"/>
                <a:gd name="connsiteX138" fmla="*/ 451941 w 847798"/>
                <a:gd name="connsiteY138" fmla="*/ 864894 h 883034"/>
                <a:gd name="connsiteX139" fmla="*/ 417399 w 847798"/>
                <a:gd name="connsiteY139" fmla="*/ 882045 h 883034"/>
                <a:gd name="connsiteX140" fmla="*/ 367546 w 847798"/>
                <a:gd name="connsiteY140" fmla="*/ 871080 h 883034"/>
                <a:gd name="connsiteX141" fmla="*/ 358671 w 847798"/>
                <a:gd name="connsiteY141" fmla="*/ 863630 h 883034"/>
                <a:gd name="connsiteX142" fmla="*/ 117424 w 847798"/>
                <a:gd name="connsiteY142" fmla="*/ 621727 h 883034"/>
                <a:gd name="connsiteX143" fmla="*/ 118131 w 847798"/>
                <a:gd name="connsiteY143" fmla="*/ 615283 h 883034"/>
                <a:gd name="connsiteX144" fmla="*/ 118207 w 847798"/>
                <a:gd name="connsiteY144" fmla="*/ 566392 h 883034"/>
                <a:gd name="connsiteX145" fmla="*/ 119489 w 847798"/>
                <a:gd name="connsiteY145" fmla="*/ 559852 h 883034"/>
                <a:gd name="connsiteX146" fmla="*/ 389787 w 847798"/>
                <a:gd name="connsiteY146" fmla="*/ 830167 h 883034"/>
                <a:gd name="connsiteX147" fmla="*/ 422860 w 847798"/>
                <a:gd name="connsiteY147" fmla="*/ 830178 h 883034"/>
                <a:gd name="connsiteX148" fmla="*/ 767616 w 847798"/>
                <a:gd name="connsiteY148" fmla="*/ 485388 h 883034"/>
                <a:gd name="connsiteX149" fmla="*/ 795356 w 847798"/>
                <a:gd name="connsiteY149" fmla="*/ 457577 h 883034"/>
                <a:gd name="connsiteX150" fmla="*/ 801495 w 847798"/>
                <a:gd name="connsiteY150" fmla="*/ 435825 h 883034"/>
                <a:gd name="connsiteX151" fmla="*/ 793413 w 847798"/>
                <a:gd name="connsiteY151" fmla="*/ 423581 h 883034"/>
                <a:gd name="connsiteX152" fmla="*/ 425463 w 847798"/>
                <a:gd name="connsiteY152" fmla="*/ 55461 h 883034"/>
                <a:gd name="connsiteX153" fmla="*/ 423378 w 847798"/>
                <a:gd name="connsiteY153" fmla="*/ 53380 h 883034"/>
                <a:gd name="connsiteX154" fmla="*/ 389261 w 847798"/>
                <a:gd name="connsiteY154" fmla="*/ 53499 h 883034"/>
                <a:gd name="connsiteX155" fmla="*/ 121229 w 847798"/>
                <a:gd name="connsiteY155" fmla="*/ 321549 h 883034"/>
                <a:gd name="connsiteX156" fmla="*/ 117016 w 847798"/>
                <a:gd name="connsiteY156" fmla="*/ 324866 h 883034"/>
                <a:gd name="connsiteX157" fmla="*/ 116226 w 847798"/>
                <a:gd name="connsiteY157" fmla="*/ 319272 h 883034"/>
                <a:gd name="connsiteX158" fmla="*/ 116884 w 847798"/>
                <a:gd name="connsiteY158" fmla="*/ 325170 h 883034"/>
                <a:gd name="connsiteX159" fmla="*/ 108218 w 847798"/>
                <a:gd name="connsiteY159" fmla="*/ 333699 h 883034"/>
                <a:gd name="connsiteX160" fmla="*/ 107393 w 847798"/>
                <a:gd name="connsiteY160" fmla="*/ 327547 h 883034"/>
                <a:gd name="connsiteX161" fmla="*/ 108096 w 847798"/>
                <a:gd name="connsiteY161" fmla="*/ 333998 h 883034"/>
                <a:gd name="connsiteX162" fmla="*/ 101505 w 847798"/>
                <a:gd name="connsiteY162" fmla="*/ 340958 h 883034"/>
                <a:gd name="connsiteX163" fmla="*/ 100531 w 847798"/>
                <a:gd name="connsiteY163" fmla="*/ 334276 h 883034"/>
                <a:gd name="connsiteX164" fmla="*/ 101382 w 847798"/>
                <a:gd name="connsiteY164" fmla="*/ 341258 h 883034"/>
                <a:gd name="connsiteX165" fmla="*/ 88543 w 847798"/>
                <a:gd name="connsiteY165" fmla="*/ 353342 h 883034"/>
                <a:gd name="connsiteX166" fmla="*/ 87752 w 847798"/>
                <a:gd name="connsiteY166" fmla="*/ 347755 h 883034"/>
                <a:gd name="connsiteX167" fmla="*/ 88411 w 847798"/>
                <a:gd name="connsiteY167" fmla="*/ 353645 h 883034"/>
                <a:gd name="connsiteX168" fmla="*/ 81865 w 847798"/>
                <a:gd name="connsiteY168" fmla="*/ 360598 h 883034"/>
                <a:gd name="connsiteX169" fmla="*/ 80891 w 847798"/>
                <a:gd name="connsiteY169" fmla="*/ 352410 h 883034"/>
                <a:gd name="connsiteX170" fmla="*/ 80822 w 847798"/>
                <a:gd name="connsiteY170" fmla="*/ 304465 h 883034"/>
                <a:gd name="connsiteX171" fmla="*/ 80043 w 847798"/>
                <a:gd name="connsiteY171" fmla="*/ 298869 h 883034"/>
                <a:gd name="connsiteX172" fmla="*/ 86397 w 847798"/>
                <a:gd name="connsiteY172" fmla="*/ 291752 h 883034"/>
                <a:gd name="connsiteX173" fmla="*/ 87682 w 847798"/>
                <a:gd name="connsiteY173" fmla="*/ 298300 h 883034"/>
                <a:gd name="connsiteX174" fmla="*/ 86700 w 847798"/>
                <a:gd name="connsiteY174" fmla="*/ 291621 h 883034"/>
                <a:gd name="connsiteX175" fmla="*/ 99382 w 847798"/>
                <a:gd name="connsiteY175" fmla="*/ 279353 h 883034"/>
                <a:gd name="connsiteX176" fmla="*/ 100463 w 847798"/>
                <a:gd name="connsiteY176" fmla="*/ 284828 h 883034"/>
                <a:gd name="connsiteX177" fmla="*/ 99684 w 847798"/>
                <a:gd name="connsiteY177" fmla="*/ 279229 h 883034"/>
                <a:gd name="connsiteX178" fmla="*/ 105972 w 847798"/>
                <a:gd name="connsiteY178" fmla="*/ 272177 h 883034"/>
                <a:gd name="connsiteX179" fmla="*/ 107314 w 847798"/>
                <a:gd name="connsiteY179" fmla="*/ 277613 h 883034"/>
                <a:gd name="connsiteX180" fmla="*/ 106272 w 847798"/>
                <a:gd name="connsiteY180" fmla="*/ 272054 h 883034"/>
                <a:gd name="connsiteX181" fmla="*/ 114871 w 847798"/>
                <a:gd name="connsiteY181" fmla="*/ 263280 h 883034"/>
                <a:gd name="connsiteX182" fmla="*/ 116157 w 847798"/>
                <a:gd name="connsiteY182" fmla="*/ 269827 h 883034"/>
                <a:gd name="connsiteX183" fmla="*/ 115175 w 847798"/>
                <a:gd name="connsiteY183" fmla="*/ 263149 h 883034"/>
                <a:gd name="connsiteX184" fmla="*/ 118438 w 847798"/>
                <a:gd name="connsiteY184" fmla="*/ 259558 h 883034"/>
                <a:gd name="connsiteX185" fmla="*/ 356964 w 847798"/>
                <a:gd name="connsiteY185" fmla="*/ 21061 h 883034"/>
                <a:gd name="connsiteX186" fmla="*/ 410807 w 847798"/>
                <a:gd name="connsiteY186" fmla="*/ 176 h 88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847798" h="883034">
                  <a:moveTo>
                    <a:pt x="98873" y="539232"/>
                  </a:moveTo>
                  <a:cubicBezTo>
                    <a:pt x="101594" y="541894"/>
                    <a:pt x="104011" y="544428"/>
                    <a:pt x="106427" y="546962"/>
                  </a:cubicBezTo>
                  <a:lnTo>
                    <a:pt x="105449" y="553641"/>
                  </a:lnTo>
                  <a:lnTo>
                    <a:pt x="106732" y="547091"/>
                  </a:lnTo>
                  <a:cubicBezTo>
                    <a:pt x="111086" y="551387"/>
                    <a:pt x="115135" y="555554"/>
                    <a:pt x="119183" y="559720"/>
                  </a:cubicBezTo>
                  <a:cubicBezTo>
                    <a:pt x="118843" y="561944"/>
                    <a:pt x="118219" y="564166"/>
                    <a:pt x="118207" y="566392"/>
                  </a:cubicBezTo>
                  <a:cubicBezTo>
                    <a:pt x="118123" y="582689"/>
                    <a:pt x="118185" y="598986"/>
                    <a:pt x="118131" y="615283"/>
                  </a:cubicBezTo>
                  <a:cubicBezTo>
                    <a:pt x="118125" y="617204"/>
                    <a:pt x="117700" y="619123"/>
                    <a:pt x="117300" y="621424"/>
                  </a:cubicBezTo>
                  <a:cubicBezTo>
                    <a:pt x="112946" y="617739"/>
                    <a:pt x="108759" y="613672"/>
                    <a:pt x="104726" y="608995"/>
                  </a:cubicBezTo>
                  <a:cubicBezTo>
                    <a:pt x="105053" y="606621"/>
                    <a:pt x="105376" y="604857"/>
                    <a:pt x="105380" y="603091"/>
                  </a:cubicBezTo>
                  <a:lnTo>
                    <a:pt x="105448" y="553709"/>
                  </a:lnTo>
                  <a:lnTo>
                    <a:pt x="105380" y="603091"/>
                  </a:lnTo>
                  <a:cubicBezTo>
                    <a:pt x="105376" y="604857"/>
                    <a:pt x="105053" y="606621"/>
                    <a:pt x="104597" y="608690"/>
                  </a:cubicBezTo>
                  <a:cubicBezTo>
                    <a:pt x="102125" y="606923"/>
                    <a:pt x="99935" y="604851"/>
                    <a:pt x="97634" y="602012"/>
                  </a:cubicBezTo>
                  <a:cubicBezTo>
                    <a:pt x="97531" y="591604"/>
                    <a:pt x="97409" y="581960"/>
                    <a:pt x="97579" y="572322"/>
                  </a:cubicBezTo>
                  <a:cubicBezTo>
                    <a:pt x="97774" y="561246"/>
                    <a:pt x="98227" y="550175"/>
                    <a:pt x="98873" y="539232"/>
                  </a:cubicBezTo>
                  <a:close/>
                  <a:moveTo>
                    <a:pt x="58472" y="504822"/>
                  </a:moveTo>
                  <a:lnTo>
                    <a:pt x="64223" y="504822"/>
                  </a:lnTo>
                  <a:lnTo>
                    <a:pt x="65183" y="505715"/>
                  </a:lnTo>
                  <a:lnTo>
                    <a:pt x="64204" y="512394"/>
                  </a:lnTo>
                  <a:lnTo>
                    <a:pt x="65488" y="505840"/>
                  </a:lnTo>
                  <a:cubicBezTo>
                    <a:pt x="67905" y="508198"/>
                    <a:pt x="70018" y="510430"/>
                    <a:pt x="72130" y="512662"/>
                  </a:cubicBezTo>
                  <a:cubicBezTo>
                    <a:pt x="71763" y="514512"/>
                    <a:pt x="71087" y="516360"/>
                    <a:pt x="71078" y="518212"/>
                  </a:cubicBezTo>
                  <a:cubicBezTo>
                    <a:pt x="71087" y="516361"/>
                    <a:pt x="71763" y="514512"/>
                    <a:pt x="72430" y="512782"/>
                  </a:cubicBezTo>
                  <a:cubicBezTo>
                    <a:pt x="74797" y="515089"/>
                    <a:pt x="76864" y="517276"/>
                    <a:pt x="78931" y="519464"/>
                  </a:cubicBezTo>
                  <a:lnTo>
                    <a:pt x="77952" y="526134"/>
                  </a:lnTo>
                  <a:lnTo>
                    <a:pt x="79237" y="519591"/>
                  </a:lnTo>
                  <a:cubicBezTo>
                    <a:pt x="83918" y="524215"/>
                    <a:pt x="88293" y="528712"/>
                    <a:pt x="92503" y="533592"/>
                  </a:cubicBezTo>
                  <a:cubicBezTo>
                    <a:pt x="92108" y="535899"/>
                    <a:pt x="91683" y="537821"/>
                    <a:pt x="91677" y="539744"/>
                  </a:cubicBezTo>
                  <a:cubicBezTo>
                    <a:pt x="91683" y="537821"/>
                    <a:pt x="92108" y="535899"/>
                    <a:pt x="92806" y="533718"/>
                  </a:cubicBezTo>
                  <a:cubicBezTo>
                    <a:pt x="95038" y="535340"/>
                    <a:pt x="96803" y="537221"/>
                    <a:pt x="98568" y="539103"/>
                  </a:cubicBezTo>
                  <a:cubicBezTo>
                    <a:pt x="98227" y="550175"/>
                    <a:pt x="97774" y="561246"/>
                    <a:pt x="97579" y="572322"/>
                  </a:cubicBezTo>
                  <a:cubicBezTo>
                    <a:pt x="97409" y="581960"/>
                    <a:pt x="97531" y="591604"/>
                    <a:pt x="97514" y="601712"/>
                  </a:cubicBezTo>
                  <a:cubicBezTo>
                    <a:pt x="95274" y="600068"/>
                    <a:pt x="93044" y="597956"/>
                    <a:pt x="90689" y="595540"/>
                  </a:cubicBezTo>
                  <a:cubicBezTo>
                    <a:pt x="90924" y="593380"/>
                    <a:pt x="91590" y="591528"/>
                    <a:pt x="91599" y="589671"/>
                  </a:cubicBezTo>
                  <a:cubicBezTo>
                    <a:pt x="91589" y="591528"/>
                    <a:pt x="90924" y="593380"/>
                    <a:pt x="90562" y="595235"/>
                  </a:cubicBezTo>
                  <a:cubicBezTo>
                    <a:pt x="86081" y="590877"/>
                    <a:pt x="81599" y="586520"/>
                    <a:pt x="77164" y="581476"/>
                  </a:cubicBezTo>
                  <a:lnTo>
                    <a:pt x="77875" y="575031"/>
                  </a:lnTo>
                  <a:lnTo>
                    <a:pt x="77043" y="581173"/>
                  </a:lnTo>
                  <a:cubicBezTo>
                    <a:pt x="74666" y="579467"/>
                    <a:pt x="72456" y="577377"/>
                    <a:pt x="70195" y="574574"/>
                  </a:cubicBezTo>
                  <a:cubicBezTo>
                    <a:pt x="70440" y="571617"/>
                    <a:pt x="70980" y="569375"/>
                    <a:pt x="70990" y="567130"/>
                  </a:cubicBezTo>
                  <a:cubicBezTo>
                    <a:pt x="70980" y="569375"/>
                    <a:pt x="70440" y="571617"/>
                    <a:pt x="70075" y="574273"/>
                  </a:cubicBezTo>
                  <a:cubicBezTo>
                    <a:pt x="67776" y="572577"/>
                    <a:pt x="65547" y="570468"/>
                    <a:pt x="63475" y="567750"/>
                  </a:cubicBezTo>
                  <a:cubicBezTo>
                    <a:pt x="63807" y="565377"/>
                    <a:pt x="64131" y="563612"/>
                    <a:pt x="64135" y="561847"/>
                  </a:cubicBezTo>
                  <a:cubicBezTo>
                    <a:pt x="64131" y="563612"/>
                    <a:pt x="63807" y="565377"/>
                    <a:pt x="63350" y="567446"/>
                  </a:cubicBezTo>
                  <a:cubicBezTo>
                    <a:pt x="61202" y="566005"/>
                    <a:pt x="59336" y="564259"/>
                    <a:pt x="57355" y="562214"/>
                  </a:cubicBezTo>
                  <a:cubicBezTo>
                    <a:pt x="57580" y="559184"/>
                    <a:pt x="58196" y="556457"/>
                    <a:pt x="58212" y="553725"/>
                  </a:cubicBezTo>
                  <a:cubicBezTo>
                    <a:pt x="58305" y="537746"/>
                    <a:pt x="58241" y="521765"/>
                    <a:pt x="58281" y="505785"/>
                  </a:cubicBezTo>
                  <a:close/>
                  <a:moveTo>
                    <a:pt x="36670" y="504822"/>
                  </a:moveTo>
                  <a:lnTo>
                    <a:pt x="42947" y="504822"/>
                  </a:lnTo>
                  <a:lnTo>
                    <a:pt x="42592" y="516352"/>
                  </a:lnTo>
                  <a:lnTo>
                    <a:pt x="43058" y="504822"/>
                  </a:lnTo>
                  <a:lnTo>
                    <a:pt x="58416" y="504822"/>
                  </a:lnTo>
                  <a:lnTo>
                    <a:pt x="58281" y="505784"/>
                  </a:lnTo>
                  <a:cubicBezTo>
                    <a:pt x="58241" y="521765"/>
                    <a:pt x="58305" y="537746"/>
                    <a:pt x="58212" y="553725"/>
                  </a:cubicBezTo>
                  <a:cubicBezTo>
                    <a:pt x="58196" y="556456"/>
                    <a:pt x="57580" y="559184"/>
                    <a:pt x="57241" y="561913"/>
                  </a:cubicBezTo>
                  <a:cubicBezTo>
                    <a:pt x="52410" y="557210"/>
                    <a:pt x="47579" y="552507"/>
                    <a:pt x="42641" y="547032"/>
                  </a:cubicBezTo>
                  <a:lnTo>
                    <a:pt x="42592" y="516353"/>
                  </a:lnTo>
                  <a:cubicBezTo>
                    <a:pt x="42419" y="526319"/>
                    <a:pt x="42542" y="536291"/>
                    <a:pt x="42523" y="546729"/>
                  </a:cubicBezTo>
                  <a:cubicBezTo>
                    <a:pt x="40294" y="545101"/>
                    <a:pt x="38077" y="543006"/>
                    <a:pt x="35910" y="540224"/>
                  </a:cubicBezTo>
                  <a:cubicBezTo>
                    <a:pt x="36192" y="537618"/>
                    <a:pt x="36618" y="535698"/>
                    <a:pt x="36625" y="533778"/>
                  </a:cubicBezTo>
                  <a:close/>
                  <a:moveTo>
                    <a:pt x="21904" y="504822"/>
                  </a:moveTo>
                  <a:lnTo>
                    <a:pt x="36669" y="504822"/>
                  </a:lnTo>
                  <a:lnTo>
                    <a:pt x="36625" y="533778"/>
                  </a:lnTo>
                  <a:cubicBezTo>
                    <a:pt x="36618" y="535698"/>
                    <a:pt x="36192" y="537618"/>
                    <a:pt x="35794" y="539920"/>
                  </a:cubicBezTo>
                  <a:cubicBezTo>
                    <a:pt x="33743" y="538542"/>
                    <a:pt x="31858" y="536781"/>
                    <a:pt x="29859" y="534719"/>
                  </a:cubicBezTo>
                  <a:lnTo>
                    <a:pt x="30715" y="526239"/>
                  </a:lnTo>
                  <a:lnTo>
                    <a:pt x="29745" y="534418"/>
                  </a:lnTo>
                  <a:cubicBezTo>
                    <a:pt x="26874" y="531674"/>
                    <a:pt x="24003" y="528931"/>
                    <a:pt x="21181" y="525500"/>
                  </a:cubicBezTo>
                  <a:cubicBezTo>
                    <a:pt x="21462" y="522892"/>
                    <a:pt x="21889" y="520973"/>
                    <a:pt x="21896" y="519053"/>
                  </a:cubicBezTo>
                  <a:close/>
                  <a:moveTo>
                    <a:pt x="12090" y="504822"/>
                  </a:moveTo>
                  <a:lnTo>
                    <a:pt x="21760" y="504822"/>
                  </a:lnTo>
                  <a:lnTo>
                    <a:pt x="21896" y="519053"/>
                  </a:lnTo>
                  <a:cubicBezTo>
                    <a:pt x="21889" y="520973"/>
                    <a:pt x="21462" y="522892"/>
                    <a:pt x="21063" y="525195"/>
                  </a:cubicBezTo>
                  <a:cubicBezTo>
                    <a:pt x="17685" y="522492"/>
                    <a:pt x="14473" y="519406"/>
                    <a:pt x="11422" y="515708"/>
                  </a:cubicBezTo>
                  <a:cubicBezTo>
                    <a:pt x="11758" y="513496"/>
                    <a:pt x="12083" y="511895"/>
                    <a:pt x="12088" y="510293"/>
                  </a:cubicBezTo>
                  <a:close/>
                  <a:moveTo>
                    <a:pt x="2764" y="504822"/>
                  </a:moveTo>
                  <a:lnTo>
                    <a:pt x="12021" y="504822"/>
                  </a:lnTo>
                  <a:lnTo>
                    <a:pt x="12088" y="510293"/>
                  </a:lnTo>
                  <a:cubicBezTo>
                    <a:pt x="12083" y="511895"/>
                    <a:pt x="11758" y="513496"/>
                    <a:pt x="11299" y="515400"/>
                  </a:cubicBezTo>
                  <a:cubicBezTo>
                    <a:pt x="8167" y="512979"/>
                    <a:pt x="5319" y="510255"/>
                    <a:pt x="2521" y="506843"/>
                  </a:cubicBezTo>
                  <a:close/>
                  <a:moveTo>
                    <a:pt x="538" y="504822"/>
                  </a:moveTo>
                  <a:lnTo>
                    <a:pt x="2658" y="504822"/>
                  </a:lnTo>
                  <a:lnTo>
                    <a:pt x="2406" y="506537"/>
                  </a:lnTo>
                  <a:close/>
                  <a:moveTo>
                    <a:pt x="3901" y="374245"/>
                  </a:moveTo>
                  <a:lnTo>
                    <a:pt x="3941" y="378212"/>
                  </a:lnTo>
                  <a:lnTo>
                    <a:pt x="0" y="378212"/>
                  </a:lnTo>
                  <a:close/>
                  <a:moveTo>
                    <a:pt x="14704" y="363443"/>
                  </a:moveTo>
                  <a:lnTo>
                    <a:pt x="14817" y="378212"/>
                  </a:lnTo>
                  <a:lnTo>
                    <a:pt x="4266" y="378212"/>
                  </a:lnTo>
                  <a:lnTo>
                    <a:pt x="4208" y="374118"/>
                  </a:lnTo>
                  <a:cubicBezTo>
                    <a:pt x="7604" y="370602"/>
                    <a:pt x="11001" y="367086"/>
                    <a:pt x="14704" y="363443"/>
                  </a:cubicBezTo>
                  <a:close/>
                  <a:moveTo>
                    <a:pt x="55191" y="323539"/>
                  </a:moveTo>
                  <a:cubicBezTo>
                    <a:pt x="55949" y="325485"/>
                    <a:pt x="56271" y="327250"/>
                    <a:pt x="56275" y="329015"/>
                  </a:cubicBezTo>
                  <a:lnTo>
                    <a:pt x="56343" y="378212"/>
                  </a:lnTo>
                  <a:lnTo>
                    <a:pt x="46508" y="378212"/>
                  </a:lnTo>
                  <a:lnTo>
                    <a:pt x="15170" y="378212"/>
                  </a:lnTo>
                  <a:lnTo>
                    <a:pt x="15011" y="363315"/>
                  </a:lnTo>
                  <a:cubicBezTo>
                    <a:pt x="18408" y="359799"/>
                    <a:pt x="21805" y="356283"/>
                    <a:pt x="25578" y="353051"/>
                  </a:cubicBezTo>
                  <a:cubicBezTo>
                    <a:pt x="26247" y="355573"/>
                    <a:pt x="26782" y="357809"/>
                    <a:pt x="26795" y="360049"/>
                  </a:cubicBezTo>
                  <a:cubicBezTo>
                    <a:pt x="26782" y="357809"/>
                    <a:pt x="26247" y="355573"/>
                    <a:pt x="25884" y="352923"/>
                  </a:cubicBezTo>
                  <a:cubicBezTo>
                    <a:pt x="28535" y="349668"/>
                    <a:pt x="31256" y="346827"/>
                    <a:pt x="34278" y="343864"/>
                  </a:cubicBezTo>
                  <a:cubicBezTo>
                    <a:pt x="34945" y="345595"/>
                    <a:pt x="35618" y="347446"/>
                    <a:pt x="35627" y="349301"/>
                  </a:cubicBezTo>
                  <a:cubicBezTo>
                    <a:pt x="35618" y="347446"/>
                    <a:pt x="34945" y="345595"/>
                    <a:pt x="34581" y="343742"/>
                  </a:cubicBezTo>
                  <a:cubicBezTo>
                    <a:pt x="38000" y="340205"/>
                    <a:pt x="41420" y="336669"/>
                    <a:pt x="45311" y="333386"/>
                  </a:cubicBezTo>
                  <a:cubicBezTo>
                    <a:pt x="46014" y="335563"/>
                    <a:pt x="46440" y="337485"/>
                    <a:pt x="46446" y="339408"/>
                  </a:cubicBezTo>
                  <a:cubicBezTo>
                    <a:pt x="46440" y="337485"/>
                    <a:pt x="46014" y="335563"/>
                    <a:pt x="45617" y="333257"/>
                  </a:cubicBezTo>
                  <a:cubicBezTo>
                    <a:pt x="48503" y="329702"/>
                    <a:pt x="51555" y="326530"/>
                    <a:pt x="55191" y="323539"/>
                  </a:cubicBezTo>
                  <a:close/>
                  <a:moveTo>
                    <a:pt x="64952" y="313747"/>
                  </a:moveTo>
                  <a:cubicBezTo>
                    <a:pt x="65655" y="315922"/>
                    <a:pt x="66081" y="317844"/>
                    <a:pt x="66087" y="319767"/>
                  </a:cubicBezTo>
                  <a:cubicBezTo>
                    <a:pt x="66140" y="336410"/>
                    <a:pt x="66083" y="353053"/>
                    <a:pt x="66166" y="369695"/>
                  </a:cubicBezTo>
                  <a:cubicBezTo>
                    <a:pt x="66175" y="371549"/>
                    <a:pt x="66848" y="373400"/>
                    <a:pt x="67084" y="375557"/>
                  </a:cubicBezTo>
                  <a:lnTo>
                    <a:pt x="64380" y="378212"/>
                  </a:lnTo>
                  <a:lnTo>
                    <a:pt x="56343" y="378212"/>
                  </a:lnTo>
                  <a:lnTo>
                    <a:pt x="56275" y="329015"/>
                  </a:lnTo>
                  <a:cubicBezTo>
                    <a:pt x="56271" y="327250"/>
                    <a:pt x="55949" y="325485"/>
                    <a:pt x="55494" y="323416"/>
                  </a:cubicBezTo>
                  <a:cubicBezTo>
                    <a:pt x="58302" y="319906"/>
                    <a:pt x="61391" y="316699"/>
                    <a:pt x="64952" y="313747"/>
                  </a:cubicBezTo>
                  <a:close/>
                  <a:moveTo>
                    <a:pt x="79743" y="298992"/>
                  </a:moveTo>
                  <a:cubicBezTo>
                    <a:pt x="80498" y="300937"/>
                    <a:pt x="80818" y="302700"/>
                    <a:pt x="80822" y="304465"/>
                  </a:cubicBezTo>
                  <a:cubicBezTo>
                    <a:pt x="80861" y="320447"/>
                    <a:pt x="80797" y="336429"/>
                    <a:pt x="80891" y="352410"/>
                  </a:cubicBezTo>
                  <a:cubicBezTo>
                    <a:pt x="80907" y="355141"/>
                    <a:pt x="81525" y="357869"/>
                    <a:pt x="81743" y="360898"/>
                  </a:cubicBezTo>
                  <a:cubicBezTo>
                    <a:pt x="79412" y="363288"/>
                    <a:pt x="77202" y="365379"/>
                    <a:pt x="74993" y="367470"/>
                  </a:cubicBezTo>
                  <a:lnTo>
                    <a:pt x="74019" y="359282"/>
                  </a:lnTo>
                  <a:lnTo>
                    <a:pt x="74872" y="367771"/>
                  </a:lnTo>
                  <a:cubicBezTo>
                    <a:pt x="72239" y="370465"/>
                    <a:pt x="69726" y="372858"/>
                    <a:pt x="67214" y="375251"/>
                  </a:cubicBezTo>
                  <a:cubicBezTo>
                    <a:pt x="66848" y="373399"/>
                    <a:pt x="66175" y="371549"/>
                    <a:pt x="66166" y="369695"/>
                  </a:cubicBezTo>
                  <a:cubicBezTo>
                    <a:pt x="66083" y="353053"/>
                    <a:pt x="66140" y="336410"/>
                    <a:pt x="66087" y="319767"/>
                  </a:cubicBezTo>
                  <a:cubicBezTo>
                    <a:pt x="66081" y="317844"/>
                    <a:pt x="65655" y="315922"/>
                    <a:pt x="65257" y="313617"/>
                  </a:cubicBezTo>
                  <a:cubicBezTo>
                    <a:pt x="67489" y="310716"/>
                    <a:pt x="69888" y="308199"/>
                    <a:pt x="72869" y="305864"/>
                  </a:cubicBezTo>
                  <a:lnTo>
                    <a:pt x="73951" y="311337"/>
                  </a:lnTo>
                  <a:lnTo>
                    <a:pt x="73171" y="305743"/>
                  </a:lnTo>
                  <a:cubicBezTo>
                    <a:pt x="74981" y="303229"/>
                    <a:pt x="77071" y="301020"/>
                    <a:pt x="79743" y="298992"/>
                  </a:cubicBezTo>
                  <a:close/>
                  <a:moveTo>
                    <a:pt x="410807" y="176"/>
                  </a:moveTo>
                  <a:cubicBezTo>
                    <a:pt x="426517" y="1255"/>
                    <a:pt x="440662" y="6857"/>
                    <a:pt x="452008" y="18198"/>
                  </a:cubicBezTo>
                  <a:cubicBezTo>
                    <a:pt x="577940" y="144087"/>
                    <a:pt x="703863" y="269984"/>
                    <a:pt x="829712" y="395955"/>
                  </a:cubicBezTo>
                  <a:cubicBezTo>
                    <a:pt x="839584" y="405836"/>
                    <a:pt x="844819" y="418068"/>
                    <a:pt x="846990" y="431950"/>
                  </a:cubicBezTo>
                  <a:cubicBezTo>
                    <a:pt x="849185" y="445982"/>
                    <a:pt x="846843" y="459143"/>
                    <a:pt x="840766" y="471576"/>
                  </a:cubicBezTo>
                  <a:cubicBezTo>
                    <a:pt x="838003" y="477229"/>
                    <a:pt x="834043" y="482611"/>
                    <a:pt x="829585" y="487076"/>
                  </a:cubicBezTo>
                  <a:cubicBezTo>
                    <a:pt x="703785" y="613097"/>
                    <a:pt x="577854" y="738986"/>
                    <a:pt x="451941" y="864894"/>
                  </a:cubicBezTo>
                  <a:cubicBezTo>
                    <a:pt x="442353" y="874481"/>
                    <a:pt x="430759" y="879809"/>
                    <a:pt x="417399" y="882045"/>
                  </a:cubicBezTo>
                  <a:cubicBezTo>
                    <a:pt x="399204" y="885090"/>
                    <a:pt x="382742" y="881017"/>
                    <a:pt x="367546" y="871080"/>
                  </a:cubicBezTo>
                  <a:cubicBezTo>
                    <a:pt x="364333" y="868980"/>
                    <a:pt x="361397" y="866353"/>
                    <a:pt x="358671" y="863630"/>
                  </a:cubicBezTo>
                  <a:cubicBezTo>
                    <a:pt x="278214" y="783250"/>
                    <a:pt x="197800" y="702827"/>
                    <a:pt x="117424" y="621727"/>
                  </a:cubicBezTo>
                  <a:cubicBezTo>
                    <a:pt x="117699" y="619123"/>
                    <a:pt x="118125" y="617204"/>
                    <a:pt x="118131" y="615283"/>
                  </a:cubicBezTo>
                  <a:cubicBezTo>
                    <a:pt x="118185" y="598986"/>
                    <a:pt x="118123" y="582689"/>
                    <a:pt x="118207" y="566392"/>
                  </a:cubicBezTo>
                  <a:cubicBezTo>
                    <a:pt x="118219" y="564167"/>
                    <a:pt x="118843" y="561944"/>
                    <a:pt x="119489" y="559852"/>
                  </a:cubicBezTo>
                  <a:cubicBezTo>
                    <a:pt x="209823" y="650014"/>
                    <a:pt x="299919" y="739977"/>
                    <a:pt x="389787" y="830167"/>
                  </a:cubicBezTo>
                  <a:cubicBezTo>
                    <a:pt x="400302" y="840720"/>
                    <a:pt x="413578" y="839464"/>
                    <a:pt x="422860" y="830178"/>
                  </a:cubicBezTo>
                  <a:cubicBezTo>
                    <a:pt x="537758" y="715228"/>
                    <a:pt x="652691" y="600312"/>
                    <a:pt x="767616" y="485388"/>
                  </a:cubicBezTo>
                  <a:cubicBezTo>
                    <a:pt x="776874" y="476129"/>
                    <a:pt x="786248" y="466982"/>
                    <a:pt x="795356" y="457577"/>
                  </a:cubicBezTo>
                  <a:cubicBezTo>
                    <a:pt x="801221" y="451520"/>
                    <a:pt x="804720" y="444223"/>
                    <a:pt x="801495" y="435825"/>
                  </a:cubicBezTo>
                  <a:cubicBezTo>
                    <a:pt x="799777" y="431351"/>
                    <a:pt x="796817" y="426991"/>
                    <a:pt x="793413" y="423581"/>
                  </a:cubicBezTo>
                  <a:cubicBezTo>
                    <a:pt x="670837" y="300801"/>
                    <a:pt x="548142" y="178139"/>
                    <a:pt x="425463" y="55461"/>
                  </a:cubicBezTo>
                  <a:cubicBezTo>
                    <a:pt x="424769" y="54766"/>
                    <a:pt x="424090" y="54056"/>
                    <a:pt x="423378" y="53380"/>
                  </a:cubicBezTo>
                  <a:cubicBezTo>
                    <a:pt x="412559" y="43112"/>
                    <a:pt x="400727" y="42024"/>
                    <a:pt x="389261" y="53499"/>
                  </a:cubicBezTo>
                  <a:cubicBezTo>
                    <a:pt x="299949" y="142881"/>
                    <a:pt x="210585" y="232211"/>
                    <a:pt x="121229" y="321549"/>
                  </a:cubicBezTo>
                  <a:cubicBezTo>
                    <a:pt x="119971" y="322807"/>
                    <a:pt x="118612" y="323963"/>
                    <a:pt x="117016" y="324866"/>
                  </a:cubicBezTo>
                  <a:cubicBezTo>
                    <a:pt x="116556" y="322801"/>
                    <a:pt x="116230" y="321037"/>
                    <a:pt x="116226" y="319272"/>
                  </a:cubicBezTo>
                  <a:cubicBezTo>
                    <a:pt x="116230" y="321037"/>
                    <a:pt x="116556" y="322801"/>
                    <a:pt x="116884" y="325170"/>
                  </a:cubicBezTo>
                  <a:cubicBezTo>
                    <a:pt x="114151" y="328545"/>
                    <a:pt x="111267" y="331314"/>
                    <a:pt x="108218" y="333699"/>
                  </a:cubicBezTo>
                  <a:lnTo>
                    <a:pt x="107393" y="327547"/>
                  </a:lnTo>
                  <a:lnTo>
                    <a:pt x="108096" y="333998"/>
                  </a:lnTo>
                  <a:cubicBezTo>
                    <a:pt x="105926" y="336773"/>
                    <a:pt x="103716" y="338866"/>
                    <a:pt x="101505" y="340958"/>
                  </a:cubicBezTo>
                  <a:cubicBezTo>
                    <a:pt x="101165" y="338731"/>
                    <a:pt x="100542" y="336505"/>
                    <a:pt x="100531" y="334276"/>
                  </a:cubicBezTo>
                  <a:cubicBezTo>
                    <a:pt x="100542" y="336505"/>
                    <a:pt x="101165" y="338731"/>
                    <a:pt x="101382" y="341258"/>
                  </a:cubicBezTo>
                  <a:cubicBezTo>
                    <a:pt x="97115" y="345587"/>
                    <a:pt x="92971" y="349614"/>
                    <a:pt x="88543" y="353342"/>
                  </a:cubicBezTo>
                  <a:lnTo>
                    <a:pt x="87752" y="347755"/>
                  </a:lnTo>
                  <a:lnTo>
                    <a:pt x="88411" y="353645"/>
                  </a:lnTo>
                  <a:cubicBezTo>
                    <a:pt x="86331" y="356365"/>
                    <a:pt x="84098" y="358482"/>
                    <a:pt x="81865" y="360598"/>
                  </a:cubicBezTo>
                  <a:cubicBezTo>
                    <a:pt x="81525" y="357869"/>
                    <a:pt x="80907" y="355141"/>
                    <a:pt x="80891" y="352410"/>
                  </a:cubicBezTo>
                  <a:cubicBezTo>
                    <a:pt x="80797" y="336429"/>
                    <a:pt x="80861" y="320447"/>
                    <a:pt x="80822" y="304465"/>
                  </a:cubicBezTo>
                  <a:cubicBezTo>
                    <a:pt x="80818" y="302700"/>
                    <a:pt x="80498" y="300937"/>
                    <a:pt x="80043" y="298869"/>
                  </a:cubicBezTo>
                  <a:cubicBezTo>
                    <a:pt x="81873" y="296338"/>
                    <a:pt x="83983" y="294110"/>
                    <a:pt x="86397" y="291752"/>
                  </a:cubicBezTo>
                  <a:lnTo>
                    <a:pt x="87682" y="298300"/>
                  </a:lnTo>
                  <a:lnTo>
                    <a:pt x="86700" y="291621"/>
                  </a:lnTo>
                  <a:cubicBezTo>
                    <a:pt x="90733" y="287472"/>
                    <a:pt x="94766" y="283323"/>
                    <a:pt x="99382" y="279353"/>
                  </a:cubicBezTo>
                  <a:cubicBezTo>
                    <a:pt x="100139" y="281298"/>
                    <a:pt x="100459" y="283062"/>
                    <a:pt x="100463" y="284828"/>
                  </a:cubicBezTo>
                  <a:cubicBezTo>
                    <a:pt x="100459" y="283062"/>
                    <a:pt x="100139" y="281298"/>
                    <a:pt x="99684" y="279229"/>
                  </a:cubicBezTo>
                  <a:cubicBezTo>
                    <a:pt x="101493" y="276717"/>
                    <a:pt x="103583" y="274508"/>
                    <a:pt x="105972" y="272177"/>
                  </a:cubicBezTo>
                  <a:lnTo>
                    <a:pt x="107314" y="277613"/>
                  </a:lnTo>
                  <a:lnTo>
                    <a:pt x="106272" y="272054"/>
                  </a:lnTo>
                  <a:cubicBezTo>
                    <a:pt x="109037" y="269173"/>
                    <a:pt x="111802" y="266292"/>
                    <a:pt x="114871" y="263280"/>
                  </a:cubicBezTo>
                  <a:cubicBezTo>
                    <a:pt x="115518" y="265375"/>
                    <a:pt x="116146" y="267599"/>
                    <a:pt x="116157" y="269827"/>
                  </a:cubicBezTo>
                  <a:cubicBezTo>
                    <a:pt x="116146" y="267599"/>
                    <a:pt x="115518" y="265375"/>
                    <a:pt x="115175" y="263149"/>
                  </a:cubicBezTo>
                  <a:cubicBezTo>
                    <a:pt x="116261" y="261950"/>
                    <a:pt x="117296" y="260700"/>
                    <a:pt x="118438" y="259558"/>
                  </a:cubicBezTo>
                  <a:cubicBezTo>
                    <a:pt x="197935" y="180047"/>
                    <a:pt x="277418" y="100523"/>
                    <a:pt x="356964" y="21061"/>
                  </a:cubicBezTo>
                  <a:cubicBezTo>
                    <a:pt x="371792" y="6249"/>
                    <a:pt x="389769" y="-1269"/>
                    <a:pt x="410807" y="176"/>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180" name="Freeform: Shape 2179">
              <a:extLst>
                <a:ext uri="{FF2B5EF4-FFF2-40B4-BE49-F238E27FC236}">
                  <a16:creationId xmlns:a16="http://schemas.microsoft.com/office/drawing/2014/main" id="{6A7D88BD-924D-FBA9-40F1-2816B2EBDE43}"/>
                </a:ext>
                <a:ext uri="{C183D7F6-B498-43B3-948B-1728B52AA6E4}">
                  <adec:decorative xmlns:adec="http://schemas.microsoft.com/office/drawing/2017/decorative" val="1"/>
                </a:ext>
              </a:extLst>
            </p:cNvPr>
            <p:cNvSpPr/>
            <p:nvPr/>
          </p:nvSpPr>
          <p:spPr>
            <a:xfrm>
              <a:off x="7356618" y="4411298"/>
              <a:ext cx="302059" cy="274866"/>
            </a:xfrm>
            <a:custGeom>
              <a:avLst/>
              <a:gdLst>
                <a:gd name="connsiteX0" fmla="*/ 0 w 4530893"/>
                <a:gd name="connsiteY0" fmla="*/ 2147496 h 4122991"/>
                <a:gd name="connsiteX1" fmla="*/ 516201 w 4530893"/>
                <a:gd name="connsiteY1" fmla="*/ 2147496 h 4122991"/>
                <a:gd name="connsiteX2" fmla="*/ 516201 w 4530893"/>
                <a:gd name="connsiteY2" fmla="*/ 2663698 h 4122991"/>
                <a:gd name="connsiteX3" fmla="*/ 0 w 4530893"/>
                <a:gd name="connsiteY3" fmla="*/ 2663698 h 4122991"/>
                <a:gd name="connsiteX4" fmla="*/ 3472716 w 4530893"/>
                <a:gd name="connsiteY4" fmla="*/ 582 h 4122991"/>
                <a:gd name="connsiteX5" fmla="*/ 3553215 w 4530893"/>
                <a:gd name="connsiteY5" fmla="*/ 32280 h 4122991"/>
                <a:gd name="connsiteX6" fmla="*/ 3599398 w 4530893"/>
                <a:gd name="connsiteY6" fmla="*/ 220735 h 4122991"/>
                <a:gd name="connsiteX7" fmla="*/ 3552717 w 4530893"/>
                <a:gd name="connsiteY7" fmla="*/ 282473 h 4122991"/>
                <a:gd name="connsiteX8" fmla="*/ 3539945 w 4530893"/>
                <a:gd name="connsiteY8" fmla="*/ 314900 h 4122991"/>
                <a:gd name="connsiteX9" fmla="*/ 3540265 w 4530893"/>
                <a:gd name="connsiteY9" fmla="*/ 680950 h 4122991"/>
                <a:gd name="connsiteX10" fmla="*/ 3559833 w 4530893"/>
                <a:gd name="connsiteY10" fmla="*/ 731517 h 4122991"/>
                <a:gd name="connsiteX11" fmla="*/ 3806423 w 4530893"/>
                <a:gd name="connsiteY11" fmla="*/ 1185617 h 4122991"/>
                <a:gd name="connsiteX12" fmla="*/ 3941691 w 4530893"/>
                <a:gd name="connsiteY12" fmla="*/ 1667934 h 4122991"/>
                <a:gd name="connsiteX13" fmla="*/ 3966174 w 4530893"/>
                <a:gd name="connsiteY13" fmla="*/ 1888493 h 4122991"/>
                <a:gd name="connsiteX14" fmla="*/ 3980319 w 4530893"/>
                <a:gd name="connsiteY14" fmla="*/ 2114496 h 4122991"/>
                <a:gd name="connsiteX15" fmla="*/ 3950993 w 4530893"/>
                <a:gd name="connsiteY15" fmla="*/ 2513232 h 4122991"/>
                <a:gd name="connsiteX16" fmla="*/ 3929458 w 4530893"/>
                <a:gd name="connsiteY16" fmla="*/ 2672984 h 4122991"/>
                <a:gd name="connsiteX17" fmla="*/ 3943520 w 4530893"/>
                <a:gd name="connsiteY17" fmla="*/ 2708721 h 4122991"/>
                <a:gd name="connsiteX18" fmla="*/ 4369775 w 4530893"/>
                <a:gd name="connsiteY18" fmla="*/ 2992922 h 4122991"/>
                <a:gd name="connsiteX19" fmla="*/ 4369775 w 4530893"/>
                <a:gd name="connsiteY19" fmla="*/ 2442127 h 4122991"/>
                <a:gd name="connsiteX20" fmla="*/ 4530893 w 4530893"/>
                <a:gd name="connsiteY20" fmla="*/ 2442127 h 4122991"/>
                <a:gd name="connsiteX21" fmla="*/ 4530893 w 4530893"/>
                <a:gd name="connsiteY21" fmla="*/ 2645724 h 4122991"/>
                <a:gd name="connsiteX22" fmla="*/ 4530893 w 4530893"/>
                <a:gd name="connsiteY22" fmla="*/ 4122991 h 4122991"/>
                <a:gd name="connsiteX23" fmla="*/ 4370725 w 4530893"/>
                <a:gd name="connsiteY23" fmla="*/ 4122991 h 4122991"/>
                <a:gd name="connsiteX24" fmla="*/ 4370725 w 4530893"/>
                <a:gd name="connsiteY24" fmla="*/ 4083552 h 4122991"/>
                <a:gd name="connsiteX25" fmla="*/ 4371241 w 4530893"/>
                <a:gd name="connsiteY25" fmla="*/ 3770876 h 4122991"/>
                <a:gd name="connsiteX26" fmla="*/ 4338093 w 4530893"/>
                <a:gd name="connsiteY26" fmla="*/ 3726895 h 4122991"/>
                <a:gd name="connsiteX27" fmla="*/ 3732823 w 4530893"/>
                <a:gd name="connsiteY27" fmla="*/ 3528369 h 4122991"/>
                <a:gd name="connsiteX28" fmla="*/ 3683558 w 4530893"/>
                <a:gd name="connsiteY28" fmla="*/ 3515050 h 4122991"/>
                <a:gd name="connsiteX29" fmla="*/ 3464205 w 4530893"/>
                <a:gd name="connsiteY29" fmla="*/ 3975564 h 4122991"/>
                <a:gd name="connsiteX30" fmla="*/ 3452046 w 4530893"/>
                <a:gd name="connsiteY30" fmla="*/ 3973222 h 4122991"/>
                <a:gd name="connsiteX31" fmla="*/ 3326808 w 4530893"/>
                <a:gd name="connsiteY31" fmla="*/ 3721781 h 4122991"/>
                <a:gd name="connsiteX32" fmla="*/ 3247172 w 4530893"/>
                <a:gd name="connsiteY32" fmla="*/ 3539686 h 4122991"/>
                <a:gd name="connsiteX33" fmla="*/ 3199974 w 4530893"/>
                <a:gd name="connsiteY33" fmla="*/ 3522303 h 4122991"/>
                <a:gd name="connsiteX34" fmla="*/ 2630758 w 4530893"/>
                <a:gd name="connsiteY34" fmla="*/ 3710404 h 4122991"/>
                <a:gd name="connsiteX35" fmla="*/ 2547854 w 4530893"/>
                <a:gd name="connsiteY35" fmla="*/ 3826089 h 4122991"/>
                <a:gd name="connsiteX36" fmla="*/ 2547854 w 4530893"/>
                <a:gd name="connsiteY36" fmla="*/ 4122381 h 4122991"/>
                <a:gd name="connsiteX37" fmla="*/ 2390008 w 4530893"/>
                <a:gd name="connsiteY37" fmla="*/ 4122381 h 4122991"/>
                <a:gd name="connsiteX38" fmla="*/ 2390008 w 4530893"/>
                <a:gd name="connsiteY38" fmla="*/ 2442838 h 4122991"/>
                <a:gd name="connsiteX39" fmla="*/ 2546310 w 4530893"/>
                <a:gd name="connsiteY39" fmla="*/ 2442838 h 4122991"/>
                <a:gd name="connsiteX40" fmla="*/ 2546310 w 4530893"/>
                <a:gd name="connsiteY40" fmla="*/ 2990677 h 4122991"/>
                <a:gd name="connsiteX41" fmla="*/ 2657941 w 4530893"/>
                <a:gd name="connsiteY41" fmla="*/ 2919027 h 4122991"/>
                <a:gd name="connsiteX42" fmla="*/ 2945459 w 4530893"/>
                <a:gd name="connsiteY42" fmla="*/ 2727974 h 4122991"/>
                <a:gd name="connsiteX43" fmla="*/ 2982127 w 4530893"/>
                <a:gd name="connsiteY43" fmla="*/ 2637748 h 4122991"/>
                <a:gd name="connsiteX44" fmla="*/ 2945288 w 4530893"/>
                <a:gd name="connsiteY44" fmla="*/ 2305338 h 4122991"/>
                <a:gd name="connsiteX45" fmla="*/ 2938338 w 4530893"/>
                <a:gd name="connsiteY45" fmla="*/ 2055186 h 4122991"/>
                <a:gd name="connsiteX46" fmla="*/ 2983772 w 4530893"/>
                <a:gd name="connsiteY46" fmla="*/ 1640536 h 4122991"/>
                <a:gd name="connsiteX47" fmla="*/ 3074750 w 4530893"/>
                <a:gd name="connsiteY47" fmla="*/ 1281981 h 4122991"/>
                <a:gd name="connsiteX48" fmla="*/ 3365372 w 4530893"/>
                <a:gd name="connsiteY48" fmla="*/ 717047 h 4122991"/>
                <a:gd name="connsiteX49" fmla="*/ 3378618 w 4530893"/>
                <a:gd name="connsiteY49" fmla="*/ 671506 h 4122991"/>
                <a:gd name="connsiteX50" fmla="*/ 3378350 w 4530893"/>
                <a:gd name="connsiteY50" fmla="*/ 320707 h 4122991"/>
                <a:gd name="connsiteX51" fmla="*/ 3359256 w 4530893"/>
                <a:gd name="connsiteY51" fmla="*/ 281494 h 4122991"/>
                <a:gd name="connsiteX52" fmla="*/ 3370724 w 4530893"/>
                <a:gd name="connsiteY52" fmla="*/ 24285 h 4122991"/>
                <a:gd name="connsiteX53" fmla="*/ 3472716 w 4530893"/>
                <a:gd name="connsiteY53" fmla="*/ 582 h 412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30893" h="4122991">
                  <a:moveTo>
                    <a:pt x="0" y="2147496"/>
                  </a:moveTo>
                  <a:lnTo>
                    <a:pt x="516201" y="2147496"/>
                  </a:lnTo>
                  <a:lnTo>
                    <a:pt x="516201" y="2663698"/>
                  </a:lnTo>
                  <a:lnTo>
                    <a:pt x="0" y="2663698"/>
                  </a:lnTo>
                  <a:close/>
                  <a:moveTo>
                    <a:pt x="3472716" y="582"/>
                  </a:moveTo>
                  <a:cubicBezTo>
                    <a:pt x="3504363" y="3286"/>
                    <a:pt x="3532426" y="15224"/>
                    <a:pt x="3553215" y="32280"/>
                  </a:cubicBezTo>
                  <a:cubicBezTo>
                    <a:pt x="3616520" y="84219"/>
                    <a:pt x="3630913" y="155707"/>
                    <a:pt x="3599398" y="220735"/>
                  </a:cubicBezTo>
                  <a:cubicBezTo>
                    <a:pt x="3588372" y="243485"/>
                    <a:pt x="3567482" y="261286"/>
                    <a:pt x="3552717" y="282473"/>
                  </a:cubicBezTo>
                  <a:cubicBezTo>
                    <a:pt x="3546195" y="291832"/>
                    <a:pt x="3540026" y="303975"/>
                    <a:pt x="3539945" y="314900"/>
                  </a:cubicBezTo>
                  <a:cubicBezTo>
                    <a:pt x="3539052" y="436915"/>
                    <a:pt x="3538606" y="558951"/>
                    <a:pt x="3540265" y="680950"/>
                  </a:cubicBezTo>
                  <a:cubicBezTo>
                    <a:pt x="3540497" y="698012"/>
                    <a:pt x="3549430" y="717285"/>
                    <a:pt x="3559833" y="731517"/>
                  </a:cubicBezTo>
                  <a:cubicBezTo>
                    <a:pt x="3662448" y="871888"/>
                    <a:pt x="3742142" y="1024505"/>
                    <a:pt x="3806423" y="1185617"/>
                  </a:cubicBezTo>
                  <a:cubicBezTo>
                    <a:pt x="3868655" y="1341593"/>
                    <a:pt x="3911138" y="1503311"/>
                    <a:pt x="3941691" y="1667934"/>
                  </a:cubicBezTo>
                  <a:cubicBezTo>
                    <a:pt x="3955156" y="1740480"/>
                    <a:pt x="3959732" y="1814793"/>
                    <a:pt x="3966174" y="1888493"/>
                  </a:cubicBezTo>
                  <a:cubicBezTo>
                    <a:pt x="3972750" y="1963725"/>
                    <a:pt x="3983144" y="2039433"/>
                    <a:pt x="3980319" y="2114496"/>
                  </a:cubicBezTo>
                  <a:cubicBezTo>
                    <a:pt x="3975311" y="2247595"/>
                    <a:pt x="3962570" y="2380454"/>
                    <a:pt x="3950993" y="2513232"/>
                  </a:cubicBezTo>
                  <a:cubicBezTo>
                    <a:pt x="3946331" y="2566696"/>
                    <a:pt x="3935097" y="2619568"/>
                    <a:pt x="3929458" y="2672984"/>
                  </a:cubicBezTo>
                  <a:cubicBezTo>
                    <a:pt x="3928235" y="2684559"/>
                    <a:pt x="3934559" y="2702665"/>
                    <a:pt x="3943520" y="2708721"/>
                  </a:cubicBezTo>
                  <a:cubicBezTo>
                    <a:pt x="4083034" y="2803021"/>
                    <a:pt x="4223556" y="2895829"/>
                    <a:pt x="4369775" y="2992922"/>
                  </a:cubicBezTo>
                  <a:cubicBezTo>
                    <a:pt x="4369775" y="2805852"/>
                    <a:pt x="4369775" y="2625134"/>
                    <a:pt x="4369775" y="2442127"/>
                  </a:cubicBezTo>
                  <a:cubicBezTo>
                    <a:pt x="4424293" y="2442127"/>
                    <a:pt x="4474568" y="2442127"/>
                    <a:pt x="4530893" y="2442127"/>
                  </a:cubicBezTo>
                  <a:cubicBezTo>
                    <a:pt x="4530893" y="2508379"/>
                    <a:pt x="4530893" y="2575144"/>
                    <a:pt x="4530893" y="2645724"/>
                  </a:cubicBezTo>
                  <a:cubicBezTo>
                    <a:pt x="4530893" y="3139896"/>
                    <a:pt x="4530893" y="3630255"/>
                    <a:pt x="4530893" y="4122991"/>
                  </a:cubicBezTo>
                  <a:cubicBezTo>
                    <a:pt x="4477438" y="4122991"/>
                    <a:pt x="4427159" y="4122991"/>
                    <a:pt x="4370725" y="4122991"/>
                  </a:cubicBezTo>
                  <a:cubicBezTo>
                    <a:pt x="4370725" y="4110217"/>
                    <a:pt x="4370726" y="4096885"/>
                    <a:pt x="4370725" y="4083552"/>
                  </a:cubicBezTo>
                  <a:cubicBezTo>
                    <a:pt x="4370725" y="3979325"/>
                    <a:pt x="4369998" y="3875089"/>
                    <a:pt x="4371241" y="3770876"/>
                  </a:cubicBezTo>
                  <a:cubicBezTo>
                    <a:pt x="4371547" y="3745207"/>
                    <a:pt x="4363498" y="3735057"/>
                    <a:pt x="4338093" y="3726895"/>
                  </a:cubicBezTo>
                  <a:cubicBezTo>
                    <a:pt x="4135940" y="3661953"/>
                    <a:pt x="3934534" y="3594688"/>
                    <a:pt x="3732823" y="3528369"/>
                  </a:cubicBezTo>
                  <a:cubicBezTo>
                    <a:pt x="3716448" y="3522984"/>
                    <a:pt x="3699507" y="3519320"/>
                    <a:pt x="3683558" y="3515050"/>
                  </a:cubicBezTo>
                  <a:cubicBezTo>
                    <a:pt x="3609897" y="3669694"/>
                    <a:pt x="3537051" y="3822629"/>
                    <a:pt x="3464205" y="3975564"/>
                  </a:cubicBezTo>
                  <a:cubicBezTo>
                    <a:pt x="3460153" y="3974783"/>
                    <a:pt x="3456099" y="3974003"/>
                    <a:pt x="3452046" y="3973222"/>
                  </a:cubicBezTo>
                  <a:cubicBezTo>
                    <a:pt x="3410171" y="3889469"/>
                    <a:pt x="3367153" y="3806263"/>
                    <a:pt x="3326808" y="3721781"/>
                  </a:cubicBezTo>
                  <a:cubicBezTo>
                    <a:pt x="3298270" y="3662025"/>
                    <a:pt x="3272630" y="3600845"/>
                    <a:pt x="3247172" y="3539686"/>
                  </a:cubicBezTo>
                  <a:cubicBezTo>
                    <a:pt x="3236814" y="3514799"/>
                    <a:pt x="3222999" y="3514602"/>
                    <a:pt x="3199974" y="3522303"/>
                  </a:cubicBezTo>
                  <a:cubicBezTo>
                    <a:pt x="3010465" y="3585691"/>
                    <a:pt x="2820448" y="3647554"/>
                    <a:pt x="2630758" y="3710404"/>
                  </a:cubicBezTo>
                  <a:cubicBezTo>
                    <a:pt x="2547671" y="3737933"/>
                    <a:pt x="2547854" y="3738487"/>
                    <a:pt x="2547854" y="3826089"/>
                  </a:cubicBezTo>
                  <a:cubicBezTo>
                    <a:pt x="2547854" y="3923859"/>
                    <a:pt x="2547854" y="4021628"/>
                    <a:pt x="2547854" y="4122381"/>
                  </a:cubicBezTo>
                  <a:cubicBezTo>
                    <a:pt x="2494736" y="4122381"/>
                    <a:pt x="2443555" y="4122381"/>
                    <a:pt x="2390008" y="4122381"/>
                  </a:cubicBezTo>
                  <a:cubicBezTo>
                    <a:pt x="2390008" y="3563304"/>
                    <a:pt x="2390008" y="3004595"/>
                    <a:pt x="2390008" y="2442838"/>
                  </a:cubicBezTo>
                  <a:cubicBezTo>
                    <a:pt x="2440689" y="2442838"/>
                    <a:pt x="2491872" y="2442838"/>
                    <a:pt x="2546310" y="2442838"/>
                  </a:cubicBezTo>
                  <a:cubicBezTo>
                    <a:pt x="2546310" y="2622929"/>
                    <a:pt x="2546310" y="2802848"/>
                    <a:pt x="2546310" y="2990677"/>
                  </a:cubicBezTo>
                  <a:cubicBezTo>
                    <a:pt x="2587402" y="2964361"/>
                    <a:pt x="2623099" y="2942333"/>
                    <a:pt x="2657941" y="2919027"/>
                  </a:cubicBezTo>
                  <a:cubicBezTo>
                    <a:pt x="2753614" y="2855028"/>
                    <a:pt x="2846654" y="2786661"/>
                    <a:pt x="2945459" y="2727974"/>
                  </a:cubicBezTo>
                  <a:cubicBezTo>
                    <a:pt x="2987544" y="2702976"/>
                    <a:pt x="2986626" y="2675359"/>
                    <a:pt x="2982127" y="2637748"/>
                  </a:cubicBezTo>
                  <a:cubicBezTo>
                    <a:pt x="2968886" y="2527049"/>
                    <a:pt x="2954364" y="2416406"/>
                    <a:pt x="2945288" y="2305338"/>
                  </a:cubicBezTo>
                  <a:cubicBezTo>
                    <a:pt x="2938498" y="2222243"/>
                    <a:pt x="2932679" y="2138067"/>
                    <a:pt x="2938338" y="2055186"/>
                  </a:cubicBezTo>
                  <a:cubicBezTo>
                    <a:pt x="2947810" y="1916513"/>
                    <a:pt x="2960086" y="1777327"/>
                    <a:pt x="2983772" y="1640536"/>
                  </a:cubicBezTo>
                  <a:cubicBezTo>
                    <a:pt x="3004760" y="1519336"/>
                    <a:pt x="3036986" y="1399202"/>
                    <a:pt x="3074750" y="1281981"/>
                  </a:cubicBezTo>
                  <a:cubicBezTo>
                    <a:pt x="3140357" y="1078337"/>
                    <a:pt x="3237254" y="889391"/>
                    <a:pt x="3365372" y="717047"/>
                  </a:cubicBezTo>
                  <a:cubicBezTo>
                    <a:pt x="3374280" y="705063"/>
                    <a:pt x="3378477" y="686869"/>
                    <a:pt x="3378618" y="671506"/>
                  </a:cubicBezTo>
                  <a:cubicBezTo>
                    <a:pt x="3379689" y="554578"/>
                    <a:pt x="3379827" y="437627"/>
                    <a:pt x="3378350" y="320707"/>
                  </a:cubicBezTo>
                  <a:cubicBezTo>
                    <a:pt x="3378182" y="307340"/>
                    <a:pt x="3369665" y="289913"/>
                    <a:pt x="3359256" y="281494"/>
                  </a:cubicBezTo>
                  <a:cubicBezTo>
                    <a:pt x="3273087" y="211805"/>
                    <a:pt x="3292203" y="68729"/>
                    <a:pt x="3370724" y="24285"/>
                  </a:cubicBezTo>
                  <a:cubicBezTo>
                    <a:pt x="3405842" y="4407"/>
                    <a:pt x="3441070" y="-2123"/>
                    <a:pt x="3472716" y="582"/>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80" name="Group 2779">
            <a:extLst>
              <a:ext uri="{FF2B5EF4-FFF2-40B4-BE49-F238E27FC236}">
                <a16:creationId xmlns:a16="http://schemas.microsoft.com/office/drawing/2014/main" id="{84387D32-DD4C-C0BD-C576-74D3CA8F87EC}"/>
              </a:ext>
              <a:ext uri="{C183D7F6-B498-43B3-948B-1728B52AA6E4}">
                <adec:decorative xmlns:adec="http://schemas.microsoft.com/office/drawing/2017/decorative" val="1"/>
              </a:ext>
            </a:extLst>
          </p:cNvPr>
          <p:cNvGrpSpPr>
            <a:grpSpLocks noChangeAspect="1"/>
          </p:cNvGrpSpPr>
          <p:nvPr/>
        </p:nvGrpSpPr>
        <p:grpSpPr>
          <a:xfrm>
            <a:off x="7975086" y="4343071"/>
            <a:ext cx="395434" cy="457200"/>
            <a:chOff x="7975086" y="4343071"/>
            <a:chExt cx="395434" cy="457200"/>
          </a:xfrm>
          <a:solidFill>
            <a:srgbClr val="FF0000"/>
          </a:solidFill>
        </p:grpSpPr>
        <p:sp>
          <p:nvSpPr>
            <p:cNvPr id="2188" name="Freeform: Shape 2187">
              <a:extLst>
                <a:ext uri="{FF2B5EF4-FFF2-40B4-BE49-F238E27FC236}">
                  <a16:creationId xmlns:a16="http://schemas.microsoft.com/office/drawing/2014/main" id="{5570B93D-27B0-6E09-6573-CF1C11370C03}"/>
                </a:ext>
                <a:ext uri="{C183D7F6-B498-43B3-948B-1728B52AA6E4}">
                  <adec:decorative xmlns:adec="http://schemas.microsoft.com/office/drawing/2017/decorative" val="1"/>
                </a:ext>
              </a:extLst>
            </p:cNvPr>
            <p:cNvSpPr/>
            <p:nvPr/>
          </p:nvSpPr>
          <p:spPr>
            <a:xfrm>
              <a:off x="7975086" y="4343071"/>
              <a:ext cx="270784" cy="309811"/>
            </a:xfrm>
            <a:custGeom>
              <a:avLst/>
              <a:gdLst>
                <a:gd name="connsiteX0" fmla="*/ 1990073 w 4061761"/>
                <a:gd name="connsiteY0" fmla="*/ 2575484 h 4647160"/>
                <a:gd name="connsiteX1" fmla="*/ 4061761 w 4061761"/>
                <a:gd name="connsiteY1" fmla="*/ 2575484 h 4647160"/>
                <a:gd name="connsiteX2" fmla="*/ 4061761 w 4061761"/>
                <a:gd name="connsiteY2" fmla="*/ 4647160 h 4647160"/>
                <a:gd name="connsiteX3" fmla="*/ 1990073 w 4061761"/>
                <a:gd name="connsiteY3" fmla="*/ 4647160 h 4647160"/>
                <a:gd name="connsiteX4" fmla="*/ 3026442 w 4061761"/>
                <a:gd name="connsiteY4" fmla="*/ 1504588 h 4647160"/>
                <a:gd name="connsiteX5" fmla="*/ 3704451 w 4061761"/>
                <a:gd name="connsiteY5" fmla="*/ 2182070 h 4647160"/>
                <a:gd name="connsiteX6" fmla="*/ 3704451 w 4061761"/>
                <a:gd name="connsiteY6" fmla="*/ 2353136 h 4647160"/>
                <a:gd name="connsiteX7" fmla="*/ 3703923 w 4061761"/>
                <a:gd name="connsiteY7" fmla="*/ 2353136 h 4647160"/>
                <a:gd name="connsiteX8" fmla="*/ 3321501 w 4061761"/>
                <a:gd name="connsiteY8" fmla="*/ 2353136 h 4647160"/>
                <a:gd name="connsiteX9" fmla="*/ 3321501 w 4061761"/>
                <a:gd name="connsiteY9" fmla="*/ 2182070 h 4647160"/>
                <a:gd name="connsiteX10" fmla="*/ 3026442 w 4061761"/>
                <a:gd name="connsiteY10" fmla="*/ 1887013 h 4647160"/>
                <a:gd name="connsiteX11" fmla="*/ 2731383 w 4061761"/>
                <a:gd name="connsiteY11" fmla="*/ 2182070 h 4647160"/>
                <a:gd name="connsiteX12" fmla="*/ 2731383 w 4061761"/>
                <a:gd name="connsiteY12" fmla="*/ 2353136 h 4647160"/>
                <a:gd name="connsiteX13" fmla="*/ 2348955 w 4061761"/>
                <a:gd name="connsiteY13" fmla="*/ 2353136 h 4647160"/>
                <a:gd name="connsiteX14" fmla="*/ 2348955 w 4061761"/>
                <a:gd name="connsiteY14" fmla="*/ 2182070 h 4647160"/>
                <a:gd name="connsiteX15" fmla="*/ 3026442 w 4061761"/>
                <a:gd name="connsiteY15" fmla="*/ 1504588 h 4647160"/>
                <a:gd name="connsiteX16" fmla="*/ 0 w 4061761"/>
                <a:gd name="connsiteY16" fmla="*/ 0 h 4647160"/>
                <a:gd name="connsiteX17" fmla="*/ 581226 w 4061761"/>
                <a:gd name="connsiteY17" fmla="*/ 0 h 4647160"/>
                <a:gd name="connsiteX18" fmla="*/ 581226 w 4061761"/>
                <a:gd name="connsiteY18" fmla="*/ 581226 h 4647160"/>
                <a:gd name="connsiteX19" fmla="*/ 0 w 4061761"/>
                <a:gd name="connsiteY19" fmla="*/ 581226 h 464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1761" h="4647160">
                  <a:moveTo>
                    <a:pt x="1990073" y="2575484"/>
                  </a:moveTo>
                  <a:lnTo>
                    <a:pt x="4061761" y="2575484"/>
                  </a:lnTo>
                  <a:lnTo>
                    <a:pt x="4061761" y="4647160"/>
                  </a:lnTo>
                  <a:lnTo>
                    <a:pt x="1990073" y="4647160"/>
                  </a:lnTo>
                  <a:close/>
                  <a:moveTo>
                    <a:pt x="3026442" y="1504588"/>
                  </a:moveTo>
                  <a:cubicBezTo>
                    <a:pt x="3399972" y="1504588"/>
                    <a:pt x="3704451" y="1808537"/>
                    <a:pt x="3704451" y="2182070"/>
                  </a:cubicBezTo>
                  <a:lnTo>
                    <a:pt x="3704451" y="2353136"/>
                  </a:lnTo>
                  <a:lnTo>
                    <a:pt x="3703923" y="2353136"/>
                  </a:lnTo>
                  <a:lnTo>
                    <a:pt x="3321501" y="2353136"/>
                  </a:lnTo>
                  <a:lnTo>
                    <a:pt x="3321501" y="2182070"/>
                  </a:lnTo>
                  <a:cubicBezTo>
                    <a:pt x="3321501" y="2019369"/>
                    <a:pt x="3189139" y="1887013"/>
                    <a:pt x="3026442" y="1887013"/>
                  </a:cubicBezTo>
                  <a:cubicBezTo>
                    <a:pt x="2863740" y="1887013"/>
                    <a:pt x="2731383" y="2019369"/>
                    <a:pt x="2731383" y="2182070"/>
                  </a:cubicBezTo>
                  <a:lnTo>
                    <a:pt x="2731383" y="2353136"/>
                  </a:lnTo>
                  <a:lnTo>
                    <a:pt x="2348955" y="2353136"/>
                  </a:lnTo>
                  <a:lnTo>
                    <a:pt x="2348955" y="2182070"/>
                  </a:lnTo>
                  <a:cubicBezTo>
                    <a:pt x="2348955" y="1808537"/>
                    <a:pt x="2652907" y="1504588"/>
                    <a:pt x="3026442" y="1504588"/>
                  </a:cubicBezTo>
                  <a:close/>
                  <a:moveTo>
                    <a:pt x="0" y="0"/>
                  </a:moveTo>
                  <a:lnTo>
                    <a:pt x="581226" y="0"/>
                  </a:lnTo>
                  <a:lnTo>
                    <a:pt x="581226" y="581226"/>
                  </a:lnTo>
                  <a:lnTo>
                    <a:pt x="0" y="581226"/>
                  </a:lnTo>
                  <a:close/>
                </a:path>
              </a:pathLst>
            </a:custGeom>
            <a:solidFill>
              <a:schemeClr val="accent1"/>
            </a:solidFill>
            <a:ln w="9525" cap="flat">
              <a:noFill/>
              <a:prstDash val="solid"/>
              <a:miter/>
            </a:ln>
          </p:spPr>
          <p:txBody>
            <a:bodyPr wrap="square" rtlCol="0" anchor="ctr">
              <a:noAutofit/>
            </a:bodyPr>
            <a:lstStyle/>
            <a:p>
              <a:endParaRPr lang="en-US"/>
            </a:p>
          </p:txBody>
        </p:sp>
        <p:sp>
          <p:nvSpPr>
            <p:cNvPr id="2184" name="Freeform: Shape 2183">
              <a:extLst>
                <a:ext uri="{FF2B5EF4-FFF2-40B4-BE49-F238E27FC236}">
                  <a16:creationId xmlns:a16="http://schemas.microsoft.com/office/drawing/2014/main" id="{DB2ACA32-7E98-09EE-A957-00E859D4657C}"/>
                </a:ext>
                <a:ext uri="{C183D7F6-B498-43B3-948B-1728B52AA6E4}">
                  <adec:decorative xmlns:adec="http://schemas.microsoft.com/office/drawing/2017/decorative" val="1"/>
                </a:ext>
              </a:extLst>
            </p:cNvPr>
            <p:cNvSpPr/>
            <p:nvPr/>
          </p:nvSpPr>
          <p:spPr>
            <a:xfrm>
              <a:off x="7979481" y="4348093"/>
              <a:ext cx="391039" cy="452178"/>
            </a:xfrm>
            <a:custGeom>
              <a:avLst/>
              <a:gdLst>
                <a:gd name="connsiteX0" fmla="*/ 170514 w 619407"/>
                <a:gd name="connsiteY0" fmla="*/ 0 h 716252"/>
                <a:gd name="connsiteX1" fmla="*/ 619407 w 619407"/>
                <a:gd name="connsiteY1" fmla="*/ 0 h 716252"/>
                <a:gd name="connsiteX2" fmla="*/ 619407 w 619407"/>
                <a:gd name="connsiteY2" fmla="*/ 370474 h 716252"/>
                <a:gd name="connsiteX3" fmla="*/ 489802 w 619407"/>
                <a:gd name="connsiteY3" fmla="*/ 605210 h 716252"/>
                <a:gd name="connsiteX4" fmla="*/ 313405 w 619407"/>
                <a:gd name="connsiteY4" fmla="*/ 716252 h 716252"/>
                <a:gd name="connsiteX5" fmla="*/ 132201 w 619407"/>
                <a:gd name="connsiteY5" fmla="*/ 604989 h 716252"/>
                <a:gd name="connsiteX6" fmla="*/ 0 w 619407"/>
                <a:gd name="connsiteY6" fmla="*/ 368650 h 716252"/>
                <a:gd name="connsiteX7" fmla="*/ 0 w 619407"/>
                <a:gd name="connsiteY7" fmla="*/ 169875 h 716252"/>
                <a:gd name="connsiteX8" fmla="*/ 1 w 619407"/>
                <a:gd name="connsiteY8" fmla="*/ 169875 h 716252"/>
                <a:gd name="connsiteX9" fmla="*/ 1 w 619407"/>
                <a:gd name="connsiteY9" fmla="*/ 81332 h 716252"/>
                <a:gd name="connsiteX10" fmla="*/ 45468 w 619407"/>
                <a:gd name="connsiteY10" fmla="*/ 81332 h 716252"/>
                <a:gd name="connsiteX11" fmla="*/ 45468 w 619407"/>
                <a:gd name="connsiteY11" fmla="*/ 310137 h 716252"/>
                <a:gd name="connsiteX12" fmla="*/ 45467 w 619407"/>
                <a:gd name="connsiteY12" fmla="*/ 310137 h 716252"/>
                <a:gd name="connsiteX13" fmla="*/ 45467 w 619407"/>
                <a:gd name="connsiteY13" fmla="*/ 368650 h 716252"/>
                <a:gd name="connsiteX14" fmla="*/ 156012 w 619407"/>
                <a:gd name="connsiteY14" fmla="*/ 566262 h 716252"/>
                <a:gd name="connsiteX15" fmla="*/ 313129 w 619407"/>
                <a:gd name="connsiteY15" fmla="*/ 662720 h 716252"/>
                <a:gd name="connsiteX16" fmla="*/ 465605 w 619407"/>
                <a:gd name="connsiteY16" fmla="*/ 566759 h 716252"/>
                <a:gd name="connsiteX17" fmla="*/ 573996 w 619407"/>
                <a:gd name="connsiteY17" fmla="*/ 370529 h 716252"/>
                <a:gd name="connsiteX18" fmla="*/ 573996 w 619407"/>
                <a:gd name="connsiteY18" fmla="*/ 45467 h 716252"/>
                <a:gd name="connsiteX19" fmla="*/ 417197 w 619407"/>
                <a:gd name="connsiteY19" fmla="*/ 45467 h 716252"/>
                <a:gd name="connsiteX20" fmla="*/ 417197 w 619407"/>
                <a:gd name="connsiteY20" fmla="*/ 45468 h 716252"/>
                <a:gd name="connsiteX21" fmla="*/ 85633 w 619407"/>
                <a:gd name="connsiteY21" fmla="*/ 45468 h 716252"/>
                <a:gd name="connsiteX22" fmla="*/ 85633 w 619407"/>
                <a:gd name="connsiteY22" fmla="*/ 1 h 716252"/>
                <a:gd name="connsiteX23" fmla="*/ 170514 w 619407"/>
                <a:gd name="connsiteY23" fmla="*/ 1 h 716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9407" h="716252">
                  <a:moveTo>
                    <a:pt x="170514" y="0"/>
                  </a:moveTo>
                  <a:lnTo>
                    <a:pt x="619407" y="0"/>
                  </a:lnTo>
                  <a:lnTo>
                    <a:pt x="619407" y="370474"/>
                  </a:lnTo>
                  <a:cubicBezTo>
                    <a:pt x="619407" y="466379"/>
                    <a:pt x="570957" y="554108"/>
                    <a:pt x="489802" y="605210"/>
                  </a:cubicBezTo>
                  <a:lnTo>
                    <a:pt x="313405" y="716252"/>
                  </a:lnTo>
                  <a:lnTo>
                    <a:pt x="132201" y="604989"/>
                  </a:lnTo>
                  <a:cubicBezTo>
                    <a:pt x="50660" y="554881"/>
                    <a:pt x="0" y="464335"/>
                    <a:pt x="0" y="368650"/>
                  </a:cubicBezTo>
                  <a:lnTo>
                    <a:pt x="0" y="169875"/>
                  </a:lnTo>
                  <a:lnTo>
                    <a:pt x="1" y="169875"/>
                  </a:lnTo>
                  <a:lnTo>
                    <a:pt x="1" y="81332"/>
                  </a:lnTo>
                  <a:lnTo>
                    <a:pt x="45468" y="81332"/>
                  </a:lnTo>
                  <a:lnTo>
                    <a:pt x="45468" y="310137"/>
                  </a:lnTo>
                  <a:lnTo>
                    <a:pt x="45467" y="310137"/>
                  </a:lnTo>
                  <a:lnTo>
                    <a:pt x="45467" y="368650"/>
                  </a:lnTo>
                  <a:cubicBezTo>
                    <a:pt x="45467" y="448645"/>
                    <a:pt x="87840" y="524386"/>
                    <a:pt x="156012" y="566262"/>
                  </a:cubicBezTo>
                  <a:lnTo>
                    <a:pt x="313129" y="662720"/>
                  </a:lnTo>
                  <a:lnTo>
                    <a:pt x="465605" y="566759"/>
                  </a:lnTo>
                  <a:cubicBezTo>
                    <a:pt x="533446" y="524055"/>
                    <a:pt x="573996" y="450690"/>
                    <a:pt x="573996" y="370529"/>
                  </a:cubicBezTo>
                  <a:lnTo>
                    <a:pt x="573996" y="45467"/>
                  </a:lnTo>
                  <a:lnTo>
                    <a:pt x="417197" y="45467"/>
                  </a:lnTo>
                  <a:lnTo>
                    <a:pt x="417197" y="45468"/>
                  </a:lnTo>
                  <a:lnTo>
                    <a:pt x="85633" y="45468"/>
                  </a:lnTo>
                  <a:lnTo>
                    <a:pt x="85633" y="1"/>
                  </a:lnTo>
                  <a:lnTo>
                    <a:pt x="170514" y="1"/>
                  </a:ln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2779" name="Group 2778">
            <a:extLst>
              <a:ext uri="{FF2B5EF4-FFF2-40B4-BE49-F238E27FC236}">
                <a16:creationId xmlns:a16="http://schemas.microsoft.com/office/drawing/2014/main" id="{201F3320-D880-4DE8-2553-5FC44A7EE144}"/>
              </a:ext>
              <a:ext uri="{C183D7F6-B498-43B3-948B-1728B52AA6E4}">
                <adec:decorative xmlns:adec="http://schemas.microsoft.com/office/drawing/2017/decorative" val="1"/>
              </a:ext>
            </a:extLst>
          </p:cNvPr>
          <p:cNvGrpSpPr>
            <a:grpSpLocks noChangeAspect="1"/>
          </p:cNvGrpSpPr>
          <p:nvPr/>
        </p:nvGrpSpPr>
        <p:grpSpPr>
          <a:xfrm>
            <a:off x="8529832" y="4343071"/>
            <a:ext cx="401574" cy="457200"/>
            <a:chOff x="8529832" y="4343071"/>
            <a:chExt cx="401574" cy="457200"/>
          </a:xfrm>
          <a:solidFill>
            <a:srgbClr val="FF0000"/>
          </a:solidFill>
        </p:grpSpPr>
        <p:sp>
          <p:nvSpPr>
            <p:cNvPr id="2199" name="Freeform: Shape 2198">
              <a:extLst>
                <a:ext uri="{FF2B5EF4-FFF2-40B4-BE49-F238E27FC236}">
                  <a16:creationId xmlns:a16="http://schemas.microsoft.com/office/drawing/2014/main" id="{72EE8733-A15E-6C2C-131A-28749542D170}"/>
                </a:ext>
                <a:ext uri="{C183D7F6-B498-43B3-948B-1728B52AA6E4}">
                  <adec:decorative xmlns:adec="http://schemas.microsoft.com/office/drawing/2017/decorative" val="1"/>
                </a:ext>
              </a:extLst>
            </p:cNvPr>
            <p:cNvSpPr/>
            <p:nvPr/>
          </p:nvSpPr>
          <p:spPr>
            <a:xfrm>
              <a:off x="8529832" y="4343071"/>
              <a:ext cx="301352" cy="278923"/>
            </a:xfrm>
            <a:custGeom>
              <a:avLst/>
              <a:gdLst>
                <a:gd name="connsiteX0" fmla="*/ 4216553 w 4520269"/>
                <a:gd name="connsiteY0" fmla="*/ 1692306 h 4183841"/>
                <a:gd name="connsiteX1" fmla="*/ 4520269 w 4520269"/>
                <a:gd name="connsiteY1" fmla="*/ 2015846 h 4183841"/>
                <a:gd name="connsiteX2" fmla="*/ 2363445 w 4520269"/>
                <a:gd name="connsiteY2" fmla="*/ 4183841 h 4183841"/>
                <a:gd name="connsiteX3" fmla="*/ 1517390 w 4520269"/>
                <a:gd name="connsiteY3" fmla="*/ 3237619 h 4183841"/>
                <a:gd name="connsiteX4" fmla="*/ 1821102 w 4520269"/>
                <a:gd name="connsiteY4" fmla="*/ 2900113 h 4183841"/>
                <a:gd name="connsiteX5" fmla="*/ 2410093 w 4520269"/>
                <a:gd name="connsiteY5" fmla="*/ 3522795 h 4183841"/>
                <a:gd name="connsiteX6" fmla="*/ 0 w 4520269"/>
                <a:gd name="connsiteY6" fmla="*/ 0 h 4183841"/>
                <a:gd name="connsiteX7" fmla="*/ 589616 w 4520269"/>
                <a:gd name="connsiteY7" fmla="*/ 0 h 4183841"/>
                <a:gd name="connsiteX8" fmla="*/ 589616 w 4520269"/>
                <a:gd name="connsiteY8" fmla="*/ 589616 h 4183841"/>
                <a:gd name="connsiteX9" fmla="*/ 0 w 4520269"/>
                <a:gd name="connsiteY9" fmla="*/ 589616 h 41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20269" h="4183841">
                  <a:moveTo>
                    <a:pt x="4216553" y="1692306"/>
                  </a:moveTo>
                  <a:lnTo>
                    <a:pt x="4520269" y="2015846"/>
                  </a:lnTo>
                  <a:lnTo>
                    <a:pt x="2363445" y="4183841"/>
                  </a:lnTo>
                  <a:lnTo>
                    <a:pt x="1517390" y="3237619"/>
                  </a:lnTo>
                  <a:lnTo>
                    <a:pt x="1821102" y="2900113"/>
                  </a:lnTo>
                  <a:lnTo>
                    <a:pt x="2410093" y="3522795"/>
                  </a:lnTo>
                  <a:close/>
                  <a:moveTo>
                    <a:pt x="0" y="0"/>
                  </a:moveTo>
                  <a:lnTo>
                    <a:pt x="589616" y="0"/>
                  </a:lnTo>
                  <a:lnTo>
                    <a:pt x="589616" y="589616"/>
                  </a:lnTo>
                  <a:lnTo>
                    <a:pt x="0" y="589616"/>
                  </a:lnTo>
                  <a:close/>
                </a:path>
              </a:pathLst>
            </a:custGeom>
            <a:solidFill>
              <a:schemeClr val="accent1"/>
            </a:solidFill>
            <a:ln w="12650" cap="flat">
              <a:noFill/>
              <a:prstDash val="solid"/>
              <a:miter/>
            </a:ln>
          </p:spPr>
          <p:txBody>
            <a:bodyPr wrap="square" rtlCol="0" anchor="ctr">
              <a:noAutofit/>
            </a:bodyPr>
            <a:lstStyle/>
            <a:p>
              <a:endParaRPr lang="en-US"/>
            </a:p>
          </p:txBody>
        </p:sp>
        <p:sp>
          <p:nvSpPr>
            <p:cNvPr id="2200" name="Freeform: Shape 2199">
              <a:extLst>
                <a:ext uri="{FF2B5EF4-FFF2-40B4-BE49-F238E27FC236}">
                  <a16:creationId xmlns:a16="http://schemas.microsoft.com/office/drawing/2014/main" id="{72F40AA0-314B-A7B6-E57F-BE285D16554A}"/>
                </a:ext>
                <a:ext uri="{C183D7F6-B498-43B3-948B-1728B52AA6E4}">
                  <adec:decorative xmlns:adec="http://schemas.microsoft.com/office/drawing/2017/decorative" val="1"/>
                </a:ext>
              </a:extLst>
            </p:cNvPr>
            <p:cNvSpPr/>
            <p:nvPr/>
          </p:nvSpPr>
          <p:spPr>
            <a:xfrm>
              <a:off x="8535190" y="4347139"/>
              <a:ext cx="396216" cy="453132"/>
            </a:xfrm>
            <a:custGeom>
              <a:avLst/>
              <a:gdLst>
                <a:gd name="connsiteX0" fmla="*/ 834964 w 5943232"/>
                <a:gd name="connsiteY0" fmla="*/ 0 h 6796981"/>
                <a:gd name="connsiteX1" fmla="*/ 2439141 w 5943232"/>
                <a:gd name="connsiteY1" fmla="*/ 0 h 6796981"/>
                <a:gd name="connsiteX2" fmla="*/ 2439141 w 5943232"/>
                <a:gd name="connsiteY2" fmla="*/ 3255 h 6796981"/>
                <a:gd name="connsiteX3" fmla="*/ 5943232 w 5943232"/>
                <a:gd name="connsiteY3" fmla="*/ 3255 h 6796981"/>
                <a:gd name="connsiteX4" fmla="*/ 5943232 w 5943232"/>
                <a:gd name="connsiteY4" fmla="*/ 3515449 h 6796981"/>
                <a:gd name="connsiteX5" fmla="*/ 4697329 w 5943232"/>
                <a:gd name="connsiteY5" fmla="*/ 5743331 h 6796981"/>
                <a:gd name="connsiteX6" fmla="*/ 3006076 w 5943232"/>
                <a:gd name="connsiteY6" fmla="*/ 6796981 h 6796981"/>
                <a:gd name="connsiteX7" fmla="*/ 1267112 w 5943232"/>
                <a:gd name="connsiteY7" fmla="*/ 5743331 h 6796981"/>
                <a:gd name="connsiteX8" fmla="*/ 0 w 5943232"/>
                <a:gd name="connsiteY8" fmla="*/ 3499716 h 6796981"/>
                <a:gd name="connsiteX9" fmla="*/ 0 w 5943232"/>
                <a:gd name="connsiteY9" fmla="*/ 1932337 h 6796981"/>
                <a:gd name="connsiteX10" fmla="*/ 5640 w 5943232"/>
                <a:gd name="connsiteY10" fmla="*/ 1932337 h 6796981"/>
                <a:gd name="connsiteX11" fmla="*/ 5640 w 5943232"/>
                <a:gd name="connsiteY11" fmla="*/ 803073 h 6796981"/>
                <a:gd name="connsiteX12" fmla="*/ 427917 w 5943232"/>
                <a:gd name="connsiteY12" fmla="*/ 803073 h 6796981"/>
                <a:gd name="connsiteX13" fmla="*/ 427917 w 5943232"/>
                <a:gd name="connsiteY13" fmla="*/ 1932337 h 6796981"/>
                <a:gd name="connsiteX14" fmla="*/ 434746 w 5943232"/>
                <a:gd name="connsiteY14" fmla="*/ 1932337 h 6796981"/>
                <a:gd name="connsiteX15" fmla="*/ 434746 w 5943232"/>
                <a:gd name="connsiteY15" fmla="*/ 3494481 h 6796981"/>
                <a:gd name="connsiteX16" fmla="*/ 1495089 w 5943232"/>
                <a:gd name="connsiteY16" fmla="*/ 5371140 h 6796981"/>
                <a:gd name="connsiteX17" fmla="*/ 2764239 w 5943232"/>
                <a:gd name="connsiteY17" fmla="*/ 6144385 h 6796981"/>
                <a:gd name="connsiteX18" fmla="*/ 2764239 w 5943232"/>
                <a:gd name="connsiteY18" fmla="*/ 4236426 h 6796981"/>
                <a:gd name="connsiteX19" fmla="*/ 3188100 w 5943232"/>
                <a:gd name="connsiteY19" fmla="*/ 3847540 h 6796981"/>
                <a:gd name="connsiteX20" fmla="*/ 3188100 w 5943232"/>
                <a:gd name="connsiteY20" fmla="*/ 6171729 h 6796981"/>
                <a:gd name="connsiteX21" fmla="*/ 4464050 w 5943232"/>
                <a:gd name="connsiteY21" fmla="*/ 5376384 h 6796981"/>
                <a:gd name="connsiteX22" fmla="*/ 5503193 w 5943232"/>
                <a:gd name="connsiteY22" fmla="*/ 3515449 h 6796981"/>
                <a:gd name="connsiteX23" fmla="*/ 5503193 w 5943232"/>
                <a:gd name="connsiteY23" fmla="*/ 433104 h 6796981"/>
                <a:gd name="connsiteX24" fmla="*/ 3189503 w 5943232"/>
                <a:gd name="connsiteY24" fmla="*/ 433104 h 6796981"/>
                <a:gd name="connsiteX25" fmla="*/ 3194716 w 5943232"/>
                <a:gd name="connsiteY25" fmla="*/ 1923454 h 6796981"/>
                <a:gd name="connsiteX26" fmla="*/ 2763817 w 5943232"/>
                <a:gd name="connsiteY26" fmla="*/ 2405695 h 6796981"/>
                <a:gd name="connsiteX27" fmla="*/ 2746946 w 5943232"/>
                <a:gd name="connsiteY27" fmla="*/ 613169 h 6796981"/>
                <a:gd name="connsiteX28" fmla="*/ 2746017 w 5943232"/>
                <a:gd name="connsiteY28" fmla="*/ 433104 h 6796981"/>
                <a:gd name="connsiteX29" fmla="*/ 2439141 w 5943232"/>
                <a:gd name="connsiteY29" fmla="*/ 433104 h 6796981"/>
                <a:gd name="connsiteX30" fmla="*/ 2439141 w 5943232"/>
                <a:gd name="connsiteY30" fmla="*/ 435576 h 6796981"/>
                <a:gd name="connsiteX31" fmla="*/ 834964 w 5943232"/>
                <a:gd name="connsiteY31" fmla="*/ 435576 h 679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943232" h="6796981">
                  <a:moveTo>
                    <a:pt x="834964" y="0"/>
                  </a:moveTo>
                  <a:lnTo>
                    <a:pt x="2439141" y="0"/>
                  </a:lnTo>
                  <a:lnTo>
                    <a:pt x="2439141" y="3255"/>
                  </a:lnTo>
                  <a:lnTo>
                    <a:pt x="5943232" y="3255"/>
                  </a:lnTo>
                  <a:lnTo>
                    <a:pt x="5943232" y="3515449"/>
                  </a:lnTo>
                  <a:cubicBezTo>
                    <a:pt x="5943232" y="4427571"/>
                    <a:pt x="5476683" y="5261058"/>
                    <a:pt x="4697329" y="5743331"/>
                  </a:cubicBezTo>
                  <a:lnTo>
                    <a:pt x="3006076" y="6796981"/>
                  </a:lnTo>
                  <a:lnTo>
                    <a:pt x="1267112" y="5743331"/>
                  </a:lnTo>
                  <a:cubicBezTo>
                    <a:pt x="487758" y="5266302"/>
                    <a:pt x="0" y="4406604"/>
                    <a:pt x="0" y="3499716"/>
                  </a:cubicBezTo>
                  <a:lnTo>
                    <a:pt x="0" y="1932337"/>
                  </a:lnTo>
                  <a:lnTo>
                    <a:pt x="5640" y="1932337"/>
                  </a:lnTo>
                  <a:lnTo>
                    <a:pt x="5640" y="803073"/>
                  </a:lnTo>
                  <a:lnTo>
                    <a:pt x="427917" y="803073"/>
                  </a:lnTo>
                  <a:lnTo>
                    <a:pt x="427917" y="1932337"/>
                  </a:lnTo>
                  <a:lnTo>
                    <a:pt x="434746" y="1932337"/>
                  </a:lnTo>
                  <a:lnTo>
                    <a:pt x="434746" y="3494481"/>
                  </a:lnTo>
                  <a:cubicBezTo>
                    <a:pt x="434746" y="4254577"/>
                    <a:pt x="842980" y="4972747"/>
                    <a:pt x="1495089" y="5371140"/>
                  </a:cubicBezTo>
                  <a:lnTo>
                    <a:pt x="2764239" y="6144385"/>
                  </a:lnTo>
                  <a:lnTo>
                    <a:pt x="2764239" y="4236426"/>
                  </a:lnTo>
                  <a:lnTo>
                    <a:pt x="3188100" y="3847540"/>
                  </a:lnTo>
                  <a:lnTo>
                    <a:pt x="3188100" y="6171729"/>
                  </a:lnTo>
                  <a:lnTo>
                    <a:pt x="4464050" y="5376384"/>
                  </a:lnTo>
                  <a:cubicBezTo>
                    <a:pt x="5116168" y="4972747"/>
                    <a:pt x="5503193" y="4275545"/>
                    <a:pt x="5503193" y="3515449"/>
                  </a:cubicBezTo>
                  <a:lnTo>
                    <a:pt x="5503193" y="433104"/>
                  </a:lnTo>
                  <a:lnTo>
                    <a:pt x="3189503" y="433104"/>
                  </a:lnTo>
                  <a:lnTo>
                    <a:pt x="3194716" y="1923454"/>
                  </a:lnTo>
                  <a:lnTo>
                    <a:pt x="2763817" y="2405695"/>
                  </a:lnTo>
                  <a:cubicBezTo>
                    <a:pt x="2763817" y="1789443"/>
                    <a:pt x="2752570" y="1210678"/>
                    <a:pt x="2746946" y="613169"/>
                  </a:cubicBezTo>
                  <a:lnTo>
                    <a:pt x="2746017" y="433104"/>
                  </a:lnTo>
                  <a:lnTo>
                    <a:pt x="2439141" y="433104"/>
                  </a:lnTo>
                  <a:lnTo>
                    <a:pt x="2439141" y="435576"/>
                  </a:lnTo>
                  <a:lnTo>
                    <a:pt x="834964" y="435576"/>
                  </a:lnTo>
                  <a:close/>
                </a:path>
              </a:pathLst>
            </a:custGeom>
            <a:solidFill>
              <a:schemeClr val="accent2"/>
            </a:solidFill>
            <a:ln w="12650" cap="flat">
              <a:noFill/>
              <a:prstDash val="solid"/>
              <a:miter/>
            </a:ln>
          </p:spPr>
          <p:txBody>
            <a:bodyPr wrap="square" rtlCol="0" anchor="ctr">
              <a:noAutofit/>
            </a:bodyPr>
            <a:lstStyle/>
            <a:p>
              <a:endParaRPr lang="en-US" dirty="0"/>
            </a:p>
          </p:txBody>
        </p:sp>
      </p:grpSp>
      <p:grpSp>
        <p:nvGrpSpPr>
          <p:cNvPr id="2778" name="Group 2777">
            <a:extLst>
              <a:ext uri="{FF2B5EF4-FFF2-40B4-BE49-F238E27FC236}">
                <a16:creationId xmlns:a16="http://schemas.microsoft.com/office/drawing/2014/main" id="{2C489A85-A5C5-7918-DDD8-686E6FD48BDB}"/>
              </a:ext>
              <a:ext uri="{C183D7F6-B498-43B3-948B-1728B52AA6E4}">
                <adec:decorative xmlns:adec="http://schemas.microsoft.com/office/drawing/2017/decorative" val="1"/>
              </a:ext>
            </a:extLst>
          </p:cNvPr>
          <p:cNvGrpSpPr>
            <a:grpSpLocks noChangeAspect="1"/>
          </p:cNvGrpSpPr>
          <p:nvPr/>
        </p:nvGrpSpPr>
        <p:grpSpPr>
          <a:xfrm>
            <a:off x="9090718" y="4343071"/>
            <a:ext cx="405500" cy="457200"/>
            <a:chOff x="9090718" y="4343071"/>
            <a:chExt cx="405500" cy="457200"/>
          </a:xfrm>
          <a:solidFill>
            <a:srgbClr val="FF0000"/>
          </a:solidFill>
        </p:grpSpPr>
        <p:sp>
          <p:nvSpPr>
            <p:cNvPr id="2212" name="Freeform: Shape 2211">
              <a:extLst>
                <a:ext uri="{FF2B5EF4-FFF2-40B4-BE49-F238E27FC236}">
                  <a16:creationId xmlns:a16="http://schemas.microsoft.com/office/drawing/2014/main" id="{CBB5906C-6299-8EDB-9C99-493F75AE5426}"/>
                </a:ext>
                <a:ext uri="{C183D7F6-B498-43B3-948B-1728B52AA6E4}">
                  <adec:decorative xmlns:adec="http://schemas.microsoft.com/office/drawing/2017/decorative" val="1"/>
                </a:ext>
              </a:extLst>
            </p:cNvPr>
            <p:cNvSpPr/>
            <p:nvPr/>
          </p:nvSpPr>
          <p:spPr>
            <a:xfrm flipV="1">
              <a:off x="9187509" y="4343071"/>
              <a:ext cx="308709" cy="326055"/>
            </a:xfrm>
            <a:custGeom>
              <a:avLst/>
              <a:gdLst>
                <a:gd name="connsiteX0" fmla="*/ 3024857 w 4630363"/>
                <a:gd name="connsiteY0" fmla="*/ 3220968 h 4890543"/>
                <a:gd name="connsiteX1" fmla="*/ 3335608 w 4630363"/>
                <a:gd name="connsiteY1" fmla="*/ 3012508 h 4890543"/>
                <a:gd name="connsiteX2" fmla="*/ 1314561 w 4630363"/>
                <a:gd name="connsiteY2" fmla="*/ 0 h 4890543"/>
                <a:gd name="connsiteX3" fmla="*/ 0 w 4630363"/>
                <a:gd name="connsiteY3" fmla="*/ 1531908 h 4890543"/>
                <a:gd name="connsiteX4" fmla="*/ 283951 w 4630363"/>
                <a:gd name="connsiteY4" fmla="*/ 1775540 h 4890543"/>
                <a:gd name="connsiteX5" fmla="*/ 1278031 w 4630363"/>
                <a:gd name="connsiteY5" fmla="*/ 617149 h 4890543"/>
                <a:gd name="connsiteX6" fmla="*/ 4069102 w 4630363"/>
                <a:gd name="connsiteY6" fmla="*/ 4890543 h 4890543"/>
                <a:gd name="connsiteX7" fmla="*/ 4630363 w 4630363"/>
                <a:gd name="connsiteY7" fmla="*/ 4890543 h 4890543"/>
                <a:gd name="connsiteX8" fmla="*/ 4630363 w 4630363"/>
                <a:gd name="connsiteY8" fmla="*/ 4329280 h 4890543"/>
                <a:gd name="connsiteX9" fmla="*/ 4069102 w 4630363"/>
                <a:gd name="connsiteY9" fmla="*/ 4329280 h 489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363" h="4890543">
                  <a:moveTo>
                    <a:pt x="3024857" y="3220968"/>
                  </a:moveTo>
                  <a:lnTo>
                    <a:pt x="3335608" y="3012508"/>
                  </a:lnTo>
                  <a:lnTo>
                    <a:pt x="1314561" y="0"/>
                  </a:lnTo>
                  <a:lnTo>
                    <a:pt x="0" y="1531908"/>
                  </a:lnTo>
                  <a:lnTo>
                    <a:pt x="283951" y="1775540"/>
                  </a:lnTo>
                  <a:lnTo>
                    <a:pt x="1278031" y="617149"/>
                  </a:lnTo>
                  <a:close/>
                  <a:moveTo>
                    <a:pt x="4069102" y="4890543"/>
                  </a:moveTo>
                  <a:lnTo>
                    <a:pt x="4630363" y="4890543"/>
                  </a:lnTo>
                  <a:lnTo>
                    <a:pt x="4630363" y="4329280"/>
                  </a:lnTo>
                  <a:lnTo>
                    <a:pt x="4069102" y="4329280"/>
                  </a:lnTo>
                  <a:close/>
                </a:path>
              </a:pathLst>
            </a:custGeom>
            <a:solidFill>
              <a:schemeClr val="accent1"/>
            </a:solidFill>
            <a:ln w="12700" cap="flat">
              <a:noFill/>
              <a:prstDash val="solid"/>
              <a:miter/>
            </a:ln>
          </p:spPr>
          <p:txBody>
            <a:bodyPr wrap="square" rtlCol="0" anchor="ctr">
              <a:noAutofit/>
            </a:bodyPr>
            <a:lstStyle/>
            <a:p>
              <a:endParaRPr lang="en-US"/>
            </a:p>
          </p:txBody>
        </p:sp>
        <p:sp>
          <p:nvSpPr>
            <p:cNvPr id="2211" name="Freeform: Shape 2210">
              <a:extLst>
                <a:ext uri="{FF2B5EF4-FFF2-40B4-BE49-F238E27FC236}">
                  <a16:creationId xmlns:a16="http://schemas.microsoft.com/office/drawing/2014/main" id="{AECB23D4-683F-51EA-F48C-5A1E61E4EB14}"/>
                </a:ext>
                <a:ext uri="{C183D7F6-B498-43B3-948B-1728B52AA6E4}">
                  <adec:decorative xmlns:adec="http://schemas.microsoft.com/office/drawing/2017/decorative" val="1"/>
                </a:ext>
              </a:extLst>
            </p:cNvPr>
            <p:cNvSpPr/>
            <p:nvPr/>
          </p:nvSpPr>
          <p:spPr>
            <a:xfrm flipV="1">
              <a:off x="9090718" y="4350231"/>
              <a:ext cx="400180" cy="450040"/>
            </a:xfrm>
            <a:custGeom>
              <a:avLst/>
              <a:gdLst>
                <a:gd name="connsiteX0" fmla="*/ 2969708 w 6002352"/>
                <a:gd name="connsiteY0" fmla="*/ 376270 h 6750207"/>
                <a:gd name="connsiteX1" fmla="*/ 2969700 w 6002352"/>
                <a:gd name="connsiteY1" fmla="*/ 376236 h 6750207"/>
                <a:gd name="connsiteX2" fmla="*/ 2980805 w 6002352"/>
                <a:gd name="connsiteY2" fmla="*/ 172066 h 6750207"/>
                <a:gd name="connsiteX3" fmla="*/ 2981402 w 6002352"/>
                <a:gd name="connsiteY3" fmla="*/ 161012 h 6750207"/>
                <a:gd name="connsiteX4" fmla="*/ 2981402 w 6002352"/>
                <a:gd name="connsiteY4" fmla="*/ 161020 h 6750207"/>
                <a:gd name="connsiteX5" fmla="*/ 2980805 w 6002352"/>
                <a:gd name="connsiteY5" fmla="*/ 172066 h 6750207"/>
                <a:gd name="connsiteX6" fmla="*/ 2969708 w 6002352"/>
                <a:gd name="connsiteY6" fmla="*/ 376236 h 6750207"/>
                <a:gd name="connsiteX7" fmla="*/ 2969708 w 6002352"/>
                <a:gd name="connsiteY7" fmla="*/ 376253 h 6750207"/>
                <a:gd name="connsiteX8" fmla="*/ 3181853 w 6002352"/>
                <a:gd name="connsiteY8" fmla="*/ 414784 h 6750207"/>
                <a:gd name="connsiteX9" fmla="*/ 3217919 w 6002352"/>
                <a:gd name="connsiteY9" fmla="*/ 93449 h 6750207"/>
                <a:gd name="connsiteX10" fmla="*/ 3181861 w 6002352"/>
                <a:gd name="connsiteY10" fmla="*/ 414784 h 6750207"/>
                <a:gd name="connsiteX11" fmla="*/ 2949711 w 6002352"/>
                <a:gd name="connsiteY11" fmla="*/ 470838 h 6750207"/>
                <a:gd name="connsiteX12" fmla="*/ 2949711 w 6002352"/>
                <a:gd name="connsiteY12" fmla="*/ 470830 h 6750207"/>
                <a:gd name="connsiteX13" fmla="*/ 2922555 w 6002352"/>
                <a:gd name="connsiteY13" fmla="*/ 415129 h 6750207"/>
                <a:gd name="connsiteX14" fmla="*/ 3193622 w 6002352"/>
                <a:gd name="connsiteY14" fmla="*/ 483752 h 6750207"/>
                <a:gd name="connsiteX15" fmla="*/ 3193622 w 6002352"/>
                <a:gd name="connsiteY15" fmla="*/ 483743 h 6750207"/>
                <a:gd name="connsiteX16" fmla="*/ 3193622 w 6002352"/>
                <a:gd name="connsiteY16" fmla="*/ 483735 h 6750207"/>
                <a:gd name="connsiteX17" fmla="*/ 3192327 w 6002352"/>
                <a:gd name="connsiteY17" fmla="*/ 481009 h 6750207"/>
                <a:gd name="connsiteX18" fmla="*/ 3184511 w 6002352"/>
                <a:gd name="connsiteY18" fmla="*/ 550650 h 6750207"/>
                <a:gd name="connsiteX19" fmla="*/ 3192318 w 6002352"/>
                <a:gd name="connsiteY19" fmla="*/ 481043 h 6750207"/>
                <a:gd name="connsiteX20" fmla="*/ 3184511 w 6002352"/>
                <a:gd name="connsiteY20" fmla="*/ 550642 h 6750207"/>
                <a:gd name="connsiteX21" fmla="*/ 3241962 w 6002352"/>
                <a:gd name="connsiteY21" fmla="*/ 585757 h 6750207"/>
                <a:gd name="connsiteX22" fmla="*/ 3193631 w 6002352"/>
                <a:gd name="connsiteY22" fmla="*/ 483760 h 6750207"/>
                <a:gd name="connsiteX23" fmla="*/ 3193622 w 6002352"/>
                <a:gd name="connsiteY23" fmla="*/ 483743 h 6750207"/>
                <a:gd name="connsiteX24" fmla="*/ 2511641 w 6002352"/>
                <a:gd name="connsiteY24" fmla="*/ 592613 h 6750207"/>
                <a:gd name="connsiteX25" fmla="*/ 2471411 w 6002352"/>
                <a:gd name="connsiteY25" fmla="*/ 294969 h 6750207"/>
                <a:gd name="connsiteX26" fmla="*/ 2471420 w 6002352"/>
                <a:gd name="connsiteY26" fmla="*/ 294969 h 6750207"/>
                <a:gd name="connsiteX27" fmla="*/ 2511650 w 6002352"/>
                <a:gd name="connsiteY27" fmla="*/ 592647 h 6750207"/>
                <a:gd name="connsiteX28" fmla="*/ 2511641 w 6002352"/>
                <a:gd name="connsiteY28" fmla="*/ 592638 h 6750207"/>
                <a:gd name="connsiteX29" fmla="*/ 2511650 w 6002352"/>
                <a:gd name="connsiteY29" fmla="*/ 592638 h 6750207"/>
                <a:gd name="connsiteX30" fmla="*/ 2511641 w 6002352"/>
                <a:gd name="connsiteY30" fmla="*/ 592630 h 6750207"/>
                <a:gd name="connsiteX31" fmla="*/ 2511650 w 6002352"/>
                <a:gd name="connsiteY31" fmla="*/ 592621 h 6750207"/>
                <a:gd name="connsiteX32" fmla="*/ 2511650 w 6002352"/>
                <a:gd name="connsiteY32" fmla="*/ 592630 h 6750207"/>
                <a:gd name="connsiteX33" fmla="*/ 2511650 w 6002352"/>
                <a:gd name="connsiteY33" fmla="*/ 592638 h 6750207"/>
                <a:gd name="connsiteX34" fmla="*/ 2380612 w 6002352"/>
                <a:gd name="connsiteY34" fmla="*/ 742773 h 6750207"/>
                <a:gd name="connsiteX35" fmla="*/ 2365890 w 6002352"/>
                <a:gd name="connsiteY35" fmla="*/ 460776 h 6750207"/>
                <a:gd name="connsiteX36" fmla="*/ 2380621 w 6002352"/>
                <a:gd name="connsiteY36" fmla="*/ 742773 h 6750207"/>
                <a:gd name="connsiteX37" fmla="*/ 4147639 w 6002352"/>
                <a:gd name="connsiteY37" fmla="*/ 1052439 h 6750207"/>
                <a:gd name="connsiteX38" fmla="*/ 4210828 w 6002352"/>
                <a:gd name="connsiteY38" fmla="*/ 809394 h 6750207"/>
                <a:gd name="connsiteX39" fmla="*/ 4210836 w 6002352"/>
                <a:gd name="connsiteY39" fmla="*/ 809394 h 6750207"/>
                <a:gd name="connsiteX40" fmla="*/ 4147647 w 6002352"/>
                <a:gd name="connsiteY40" fmla="*/ 1052431 h 6750207"/>
                <a:gd name="connsiteX41" fmla="*/ 4050556 w 6002352"/>
                <a:gd name="connsiteY41" fmla="*/ 1179363 h 6750207"/>
                <a:gd name="connsiteX42" fmla="*/ 4050564 w 6002352"/>
                <a:gd name="connsiteY42" fmla="*/ 1179363 h 6750207"/>
                <a:gd name="connsiteX43" fmla="*/ 4067962 w 6002352"/>
                <a:gd name="connsiteY43" fmla="*/ 1112431 h 6750207"/>
                <a:gd name="connsiteX44" fmla="*/ 4067953 w 6002352"/>
                <a:gd name="connsiteY44" fmla="*/ 1112431 h 6750207"/>
                <a:gd name="connsiteX45" fmla="*/ 4342731 w 6002352"/>
                <a:gd name="connsiteY45" fmla="*/ 1308448 h 6750207"/>
                <a:gd name="connsiteX46" fmla="*/ 4443996 w 6002352"/>
                <a:gd name="connsiteY46" fmla="*/ 1010888 h 6750207"/>
                <a:gd name="connsiteX47" fmla="*/ 4444004 w 6002352"/>
                <a:gd name="connsiteY47" fmla="*/ 1010888 h 6750207"/>
                <a:gd name="connsiteX48" fmla="*/ 4342723 w 6002352"/>
                <a:gd name="connsiteY48" fmla="*/ 1308465 h 6750207"/>
                <a:gd name="connsiteX49" fmla="*/ 4342723 w 6002352"/>
                <a:gd name="connsiteY49" fmla="*/ 1308457 h 6750207"/>
                <a:gd name="connsiteX50" fmla="*/ 4342731 w 6002352"/>
                <a:gd name="connsiteY50" fmla="*/ 1308465 h 6750207"/>
                <a:gd name="connsiteX51" fmla="*/ 4252647 w 6002352"/>
                <a:gd name="connsiteY51" fmla="*/ 1351665 h 6750207"/>
                <a:gd name="connsiteX52" fmla="*/ 4252656 w 6002352"/>
                <a:gd name="connsiteY52" fmla="*/ 1351665 h 6750207"/>
                <a:gd name="connsiteX53" fmla="*/ 4273595 w 6002352"/>
                <a:gd name="connsiteY53" fmla="*/ 1290125 h 6750207"/>
                <a:gd name="connsiteX54" fmla="*/ 4273587 w 6002352"/>
                <a:gd name="connsiteY54" fmla="*/ 1290125 h 6750207"/>
                <a:gd name="connsiteX55" fmla="*/ 1558626 w 6002352"/>
                <a:gd name="connsiteY55" fmla="*/ 1382237 h 6750207"/>
                <a:gd name="connsiteX56" fmla="*/ 1471629 w 6002352"/>
                <a:gd name="connsiteY56" fmla="*/ 1088589 h 6750207"/>
                <a:gd name="connsiteX57" fmla="*/ 1471638 w 6002352"/>
                <a:gd name="connsiteY57" fmla="*/ 1088597 h 6750207"/>
                <a:gd name="connsiteX58" fmla="*/ 1558634 w 6002352"/>
                <a:gd name="connsiteY58" fmla="*/ 1382229 h 6750207"/>
                <a:gd name="connsiteX59" fmla="*/ 4600667 w 6002352"/>
                <a:gd name="connsiteY59" fmla="*/ 1411068 h 6750207"/>
                <a:gd name="connsiteX60" fmla="*/ 4600667 w 6002352"/>
                <a:gd name="connsiteY60" fmla="*/ 1411051 h 6750207"/>
                <a:gd name="connsiteX61" fmla="*/ 4643993 w 6002352"/>
                <a:gd name="connsiteY61" fmla="*/ 1196718 h 6750207"/>
                <a:gd name="connsiteX62" fmla="*/ 4600675 w 6002352"/>
                <a:gd name="connsiteY62" fmla="*/ 1411042 h 6750207"/>
                <a:gd name="connsiteX63" fmla="*/ 4600667 w 6002352"/>
                <a:gd name="connsiteY63" fmla="*/ 1411051 h 6750207"/>
                <a:gd name="connsiteX64" fmla="*/ 4600675 w 6002352"/>
                <a:gd name="connsiteY64" fmla="*/ 1411059 h 6750207"/>
                <a:gd name="connsiteX65" fmla="*/ 1673166 w 6002352"/>
                <a:gd name="connsiteY65" fmla="*/ 1429105 h 6750207"/>
                <a:gd name="connsiteX66" fmla="*/ 1673166 w 6002352"/>
                <a:gd name="connsiteY66" fmla="*/ 1429096 h 6750207"/>
                <a:gd name="connsiteX67" fmla="*/ 1652294 w 6002352"/>
                <a:gd name="connsiteY67" fmla="*/ 1358656 h 6750207"/>
                <a:gd name="connsiteX68" fmla="*/ 1652285 w 6002352"/>
                <a:gd name="connsiteY68" fmla="*/ 1358656 h 6750207"/>
                <a:gd name="connsiteX69" fmla="*/ 4438595 w 6002352"/>
                <a:gd name="connsiteY69" fmla="*/ 1510212 h 6750207"/>
                <a:gd name="connsiteX70" fmla="*/ 4438603 w 6002352"/>
                <a:gd name="connsiteY70" fmla="*/ 1510212 h 6750207"/>
                <a:gd name="connsiteX71" fmla="*/ 4449961 w 6002352"/>
                <a:gd name="connsiteY71" fmla="*/ 1454006 h 6750207"/>
                <a:gd name="connsiteX72" fmla="*/ 4449952 w 6002352"/>
                <a:gd name="connsiteY72" fmla="*/ 1454006 h 6750207"/>
                <a:gd name="connsiteX73" fmla="*/ 4600675 w 6002352"/>
                <a:gd name="connsiteY73" fmla="*/ 1604141 h 6750207"/>
                <a:gd name="connsiteX74" fmla="*/ 4600684 w 6002352"/>
                <a:gd name="connsiteY74" fmla="*/ 1604116 h 6750207"/>
                <a:gd name="connsiteX75" fmla="*/ 4600667 w 6002352"/>
                <a:gd name="connsiteY75" fmla="*/ 1604133 h 6750207"/>
                <a:gd name="connsiteX76" fmla="*/ 4687655 w 6002352"/>
                <a:gd name="connsiteY76" fmla="*/ 1652035 h 6750207"/>
                <a:gd name="connsiteX77" fmla="*/ 4814881 w 6002352"/>
                <a:gd name="connsiteY77" fmla="*/ 1366968 h 6750207"/>
                <a:gd name="connsiteX78" fmla="*/ 4814890 w 6002352"/>
                <a:gd name="connsiteY78" fmla="*/ 1366968 h 6750207"/>
                <a:gd name="connsiteX79" fmla="*/ 4687621 w 6002352"/>
                <a:gd name="connsiteY79" fmla="*/ 1652043 h 6750207"/>
                <a:gd name="connsiteX80" fmla="*/ 4600675 w 6002352"/>
                <a:gd name="connsiteY80" fmla="*/ 1411084 h 6750207"/>
                <a:gd name="connsiteX81" fmla="*/ 4600684 w 6002352"/>
                <a:gd name="connsiteY81" fmla="*/ 1411084 h 6750207"/>
                <a:gd name="connsiteX82" fmla="*/ 4687647 w 6002352"/>
                <a:gd name="connsiteY82" fmla="*/ 1652069 h 6750207"/>
                <a:gd name="connsiteX83" fmla="*/ 4687647 w 6002352"/>
                <a:gd name="connsiteY83" fmla="*/ 1652060 h 6750207"/>
                <a:gd name="connsiteX84" fmla="*/ 4687647 w 6002352"/>
                <a:gd name="connsiteY84" fmla="*/ 1652052 h 6750207"/>
                <a:gd name="connsiteX85" fmla="*/ 4687655 w 6002352"/>
                <a:gd name="connsiteY85" fmla="*/ 1652052 h 6750207"/>
                <a:gd name="connsiteX86" fmla="*/ 4932601 w 6002352"/>
                <a:gd name="connsiteY86" fmla="*/ 1754780 h 6750207"/>
                <a:gd name="connsiteX87" fmla="*/ 4932601 w 6002352"/>
                <a:gd name="connsiteY87" fmla="*/ 1754772 h 6750207"/>
                <a:gd name="connsiteX88" fmla="*/ 4932601 w 6002352"/>
                <a:gd name="connsiteY88" fmla="*/ 1754763 h 6750207"/>
                <a:gd name="connsiteX89" fmla="*/ 4982918 w 6002352"/>
                <a:gd name="connsiteY89" fmla="*/ 1546791 h 6750207"/>
                <a:gd name="connsiteX90" fmla="*/ 4982926 w 6002352"/>
                <a:gd name="connsiteY90" fmla="*/ 1546783 h 6750207"/>
                <a:gd name="connsiteX91" fmla="*/ 4932610 w 6002352"/>
                <a:gd name="connsiteY91" fmla="*/ 1754763 h 6750207"/>
                <a:gd name="connsiteX92" fmla="*/ 4932601 w 6002352"/>
                <a:gd name="connsiteY92" fmla="*/ 1754763 h 6750207"/>
                <a:gd name="connsiteX93" fmla="*/ 4932610 w 6002352"/>
                <a:gd name="connsiteY93" fmla="*/ 1754772 h 6750207"/>
                <a:gd name="connsiteX94" fmla="*/ 1192123 w 6002352"/>
                <a:gd name="connsiteY94" fmla="*/ 1764985 h 6750207"/>
                <a:gd name="connsiteX95" fmla="*/ 1074000 w 6002352"/>
                <a:gd name="connsiteY95" fmla="*/ 1485571 h 6750207"/>
                <a:gd name="connsiteX96" fmla="*/ 1074008 w 6002352"/>
                <a:gd name="connsiteY96" fmla="*/ 1485571 h 6750207"/>
                <a:gd name="connsiteX97" fmla="*/ 1192123 w 6002352"/>
                <a:gd name="connsiteY97" fmla="*/ 1764977 h 6750207"/>
                <a:gd name="connsiteX98" fmla="*/ 4739150 w 6002352"/>
                <a:gd name="connsiteY98" fmla="*/ 1802842 h 6750207"/>
                <a:gd name="connsiteX99" fmla="*/ 4748858 w 6002352"/>
                <a:gd name="connsiteY99" fmla="*/ 1762730 h 6750207"/>
                <a:gd name="connsiteX100" fmla="*/ 4748849 w 6002352"/>
                <a:gd name="connsiteY100" fmla="*/ 1762730 h 6750207"/>
                <a:gd name="connsiteX101" fmla="*/ 4739150 w 6002352"/>
                <a:gd name="connsiteY101" fmla="*/ 1802834 h 6750207"/>
                <a:gd name="connsiteX102" fmla="*/ 1159903 w 6002352"/>
                <a:gd name="connsiteY102" fmla="*/ 1889031 h 6750207"/>
                <a:gd name="connsiteX103" fmla="*/ 1159903 w 6002352"/>
                <a:gd name="connsiteY103" fmla="*/ 1889023 h 6750207"/>
                <a:gd name="connsiteX104" fmla="*/ 1156310 w 6002352"/>
                <a:gd name="connsiteY104" fmla="*/ 1872711 h 6750207"/>
                <a:gd name="connsiteX105" fmla="*/ 1156302 w 6002352"/>
                <a:gd name="connsiteY105" fmla="*/ 1872711 h 6750207"/>
                <a:gd name="connsiteX106" fmla="*/ 4892472 w 6002352"/>
                <a:gd name="connsiteY106" fmla="*/ 1929329 h 6750207"/>
                <a:gd name="connsiteX107" fmla="*/ 4892481 w 6002352"/>
                <a:gd name="connsiteY107" fmla="*/ 1929329 h 6750207"/>
                <a:gd name="connsiteX108" fmla="*/ 4892489 w 6002352"/>
                <a:gd name="connsiteY108" fmla="*/ 1929303 h 6750207"/>
                <a:gd name="connsiteX109" fmla="*/ 1170250 w 6002352"/>
                <a:gd name="connsiteY109" fmla="*/ 1935933 h 6750207"/>
                <a:gd name="connsiteX110" fmla="*/ 1170259 w 6002352"/>
                <a:gd name="connsiteY110" fmla="*/ 1935924 h 6750207"/>
                <a:gd name="connsiteX111" fmla="*/ 1159911 w 6002352"/>
                <a:gd name="connsiteY111" fmla="*/ 1889031 h 6750207"/>
                <a:gd name="connsiteX112" fmla="*/ 1159911 w 6002352"/>
                <a:gd name="connsiteY112" fmla="*/ 1889048 h 6750207"/>
                <a:gd name="connsiteX113" fmla="*/ 5047612 w 6002352"/>
                <a:gd name="connsiteY113" fmla="*/ 1971695 h 6750207"/>
                <a:gd name="connsiteX114" fmla="*/ 5145772 w 6002352"/>
                <a:gd name="connsiteY114" fmla="*/ 1735708 h 6750207"/>
                <a:gd name="connsiteX115" fmla="*/ 5047621 w 6002352"/>
                <a:gd name="connsiteY115" fmla="*/ 1971695 h 6750207"/>
                <a:gd name="connsiteX116" fmla="*/ 1022808 w 6002352"/>
                <a:gd name="connsiteY116" fmla="*/ 2093100 h 6750207"/>
                <a:gd name="connsiteX117" fmla="*/ 1005612 w 6002352"/>
                <a:gd name="connsiteY117" fmla="*/ 2059045 h 6750207"/>
                <a:gd name="connsiteX118" fmla="*/ 1005604 w 6002352"/>
                <a:gd name="connsiteY118" fmla="*/ 2059045 h 6750207"/>
                <a:gd name="connsiteX119" fmla="*/ 845862 w 6002352"/>
                <a:gd name="connsiteY119" fmla="*/ 2095675 h 6750207"/>
                <a:gd name="connsiteX120" fmla="*/ 738338 w 6002352"/>
                <a:gd name="connsiteY120" fmla="*/ 1882789 h 6750207"/>
                <a:gd name="connsiteX121" fmla="*/ 738347 w 6002352"/>
                <a:gd name="connsiteY121" fmla="*/ 1882789 h 6750207"/>
                <a:gd name="connsiteX122" fmla="*/ 845871 w 6002352"/>
                <a:gd name="connsiteY122" fmla="*/ 2095675 h 6750207"/>
                <a:gd name="connsiteX123" fmla="*/ 845904 w 6002352"/>
                <a:gd name="connsiteY123" fmla="*/ 2095683 h 6750207"/>
                <a:gd name="connsiteX124" fmla="*/ 956128 w 6002352"/>
                <a:gd name="connsiteY124" fmla="*/ 1884177 h 6750207"/>
                <a:gd name="connsiteX125" fmla="*/ 956137 w 6002352"/>
                <a:gd name="connsiteY125" fmla="*/ 1884177 h 6750207"/>
                <a:gd name="connsiteX126" fmla="*/ 845913 w 6002352"/>
                <a:gd name="connsiteY126" fmla="*/ 2095675 h 6750207"/>
                <a:gd name="connsiteX127" fmla="*/ 5114149 w 6002352"/>
                <a:gd name="connsiteY127" fmla="*/ 2220562 h 6750207"/>
                <a:gd name="connsiteX128" fmla="*/ 5114149 w 6002352"/>
                <a:gd name="connsiteY128" fmla="*/ 2220554 h 6750207"/>
                <a:gd name="connsiteX129" fmla="*/ 5114140 w 6002352"/>
                <a:gd name="connsiteY129" fmla="*/ 2220554 h 6750207"/>
                <a:gd name="connsiteX130" fmla="*/ 916050 w 6002352"/>
                <a:gd name="connsiteY130" fmla="*/ 2264115 h 6750207"/>
                <a:gd name="connsiteX131" fmla="*/ 887514 w 6002352"/>
                <a:gd name="connsiteY131" fmla="*/ 2220344 h 6750207"/>
                <a:gd name="connsiteX132" fmla="*/ 887505 w 6002352"/>
                <a:gd name="connsiteY132" fmla="*/ 2220344 h 6750207"/>
                <a:gd name="connsiteX133" fmla="*/ 5082778 w 6002352"/>
                <a:gd name="connsiteY133" fmla="*/ 2289833 h 6750207"/>
                <a:gd name="connsiteX134" fmla="*/ 5114149 w 6002352"/>
                <a:gd name="connsiteY134" fmla="*/ 2220571 h 6750207"/>
                <a:gd name="connsiteX135" fmla="*/ 5114140 w 6002352"/>
                <a:gd name="connsiteY135" fmla="*/ 2220571 h 6750207"/>
                <a:gd name="connsiteX136" fmla="*/ 5082769 w 6002352"/>
                <a:gd name="connsiteY136" fmla="*/ 2289825 h 6750207"/>
                <a:gd name="connsiteX137" fmla="*/ 5264906 w 6002352"/>
                <a:gd name="connsiteY137" fmla="*/ 2357867 h 6750207"/>
                <a:gd name="connsiteX138" fmla="*/ 5397120 w 6002352"/>
                <a:gd name="connsiteY138" fmla="*/ 2065944 h 6750207"/>
                <a:gd name="connsiteX139" fmla="*/ 5397129 w 6002352"/>
                <a:gd name="connsiteY139" fmla="*/ 2065944 h 6750207"/>
                <a:gd name="connsiteX140" fmla="*/ 5264914 w 6002352"/>
                <a:gd name="connsiteY140" fmla="*/ 2357867 h 6750207"/>
                <a:gd name="connsiteX141" fmla="*/ 5218400 w 6002352"/>
                <a:gd name="connsiteY141" fmla="*/ 2377991 h 6750207"/>
                <a:gd name="connsiteX142" fmla="*/ 5218408 w 6002352"/>
                <a:gd name="connsiteY142" fmla="*/ 2377991 h 6750207"/>
                <a:gd name="connsiteX143" fmla="*/ 5218408 w 6002352"/>
                <a:gd name="connsiteY143" fmla="*/ 2377974 h 6750207"/>
                <a:gd name="connsiteX144" fmla="*/ 757721 w 6002352"/>
                <a:gd name="connsiteY144" fmla="*/ 2409968 h 6750207"/>
                <a:gd name="connsiteX145" fmla="*/ 771847 w 6002352"/>
                <a:gd name="connsiteY145" fmla="*/ 2322483 h 6750207"/>
                <a:gd name="connsiteX146" fmla="*/ 771855 w 6002352"/>
                <a:gd name="connsiteY146" fmla="*/ 2322483 h 6750207"/>
                <a:gd name="connsiteX147" fmla="*/ 594690 w 6002352"/>
                <a:gd name="connsiteY147" fmla="*/ 2449079 h 6750207"/>
                <a:gd name="connsiteX148" fmla="*/ 469634 w 6002352"/>
                <a:gd name="connsiteY148" fmla="*/ 2270913 h 6750207"/>
                <a:gd name="connsiteX149" fmla="*/ 469643 w 6002352"/>
                <a:gd name="connsiteY149" fmla="*/ 2270913 h 6750207"/>
                <a:gd name="connsiteX150" fmla="*/ 5422762 w 6002352"/>
                <a:gd name="connsiteY150" fmla="*/ 2506757 h 6750207"/>
                <a:gd name="connsiteX151" fmla="*/ 5515345 w 6002352"/>
                <a:gd name="connsiteY151" fmla="*/ 2244463 h 6750207"/>
                <a:gd name="connsiteX152" fmla="*/ 5515354 w 6002352"/>
                <a:gd name="connsiteY152" fmla="*/ 2244455 h 6750207"/>
                <a:gd name="connsiteX153" fmla="*/ 5289538 w 6002352"/>
                <a:gd name="connsiteY153" fmla="*/ 2629441 h 6750207"/>
                <a:gd name="connsiteX154" fmla="*/ 5302965 w 6002352"/>
                <a:gd name="connsiteY154" fmla="*/ 2588041 h 6750207"/>
                <a:gd name="connsiteX155" fmla="*/ 5289530 w 6002352"/>
                <a:gd name="connsiteY155" fmla="*/ 2629432 h 6750207"/>
                <a:gd name="connsiteX156" fmla="*/ 5534770 w 6002352"/>
                <a:gd name="connsiteY156" fmla="*/ 2718263 h 6750207"/>
                <a:gd name="connsiteX157" fmla="*/ 5627100 w 6002352"/>
                <a:gd name="connsiteY157" fmla="*/ 2433768 h 6750207"/>
                <a:gd name="connsiteX158" fmla="*/ 5534778 w 6002352"/>
                <a:gd name="connsiteY158" fmla="*/ 2718263 h 6750207"/>
                <a:gd name="connsiteX159" fmla="*/ 5534762 w 6002352"/>
                <a:gd name="connsiteY159" fmla="*/ 2718280 h 6750207"/>
                <a:gd name="connsiteX160" fmla="*/ 5534770 w 6002352"/>
                <a:gd name="connsiteY160" fmla="*/ 2718271 h 6750207"/>
                <a:gd name="connsiteX161" fmla="*/ 5534770 w 6002352"/>
                <a:gd name="connsiteY161" fmla="*/ 2718280 h 6750207"/>
                <a:gd name="connsiteX162" fmla="*/ 450495 w 6002352"/>
                <a:gd name="connsiteY162" fmla="*/ 2789090 h 6750207"/>
                <a:gd name="connsiteX163" fmla="*/ 594699 w 6002352"/>
                <a:gd name="connsiteY163" fmla="*/ 2449121 h 6750207"/>
                <a:gd name="connsiteX164" fmla="*/ 594707 w 6002352"/>
                <a:gd name="connsiteY164" fmla="*/ 2449121 h 6750207"/>
                <a:gd name="connsiteX165" fmla="*/ 450504 w 6002352"/>
                <a:gd name="connsiteY165" fmla="*/ 2789090 h 6750207"/>
                <a:gd name="connsiteX166" fmla="*/ 450462 w 6002352"/>
                <a:gd name="connsiteY166" fmla="*/ 2789107 h 6750207"/>
                <a:gd name="connsiteX167" fmla="*/ 450462 w 6002352"/>
                <a:gd name="connsiteY167" fmla="*/ 2789098 h 6750207"/>
                <a:gd name="connsiteX168" fmla="*/ 450462 w 6002352"/>
                <a:gd name="connsiteY168" fmla="*/ 2789090 h 6750207"/>
                <a:gd name="connsiteX169" fmla="*/ 450470 w 6002352"/>
                <a:gd name="connsiteY169" fmla="*/ 2789107 h 6750207"/>
                <a:gd name="connsiteX170" fmla="*/ 370911 w 6002352"/>
                <a:gd name="connsiteY170" fmla="*/ 3006182 h 6750207"/>
                <a:gd name="connsiteX171" fmla="*/ 450462 w 6002352"/>
                <a:gd name="connsiteY171" fmla="*/ 2789115 h 6750207"/>
                <a:gd name="connsiteX172" fmla="*/ 450462 w 6002352"/>
                <a:gd name="connsiteY172" fmla="*/ 2789124 h 6750207"/>
                <a:gd name="connsiteX173" fmla="*/ 313830 w 6002352"/>
                <a:gd name="connsiteY173" fmla="*/ 3100211 h 6750207"/>
                <a:gd name="connsiteX174" fmla="*/ 370868 w 6002352"/>
                <a:gd name="connsiteY174" fmla="*/ 3006215 h 6750207"/>
                <a:gd name="connsiteX175" fmla="*/ 370877 w 6002352"/>
                <a:gd name="connsiteY175" fmla="*/ 3006215 h 6750207"/>
                <a:gd name="connsiteX176" fmla="*/ 281163 w 6002352"/>
                <a:gd name="connsiteY176" fmla="*/ 3431120 h 6750207"/>
                <a:gd name="connsiteX177" fmla="*/ 262495 w 6002352"/>
                <a:gd name="connsiteY177" fmla="*/ 3184802 h 6750207"/>
                <a:gd name="connsiteX178" fmla="*/ 262495 w 6002352"/>
                <a:gd name="connsiteY178" fmla="*/ 3184794 h 6750207"/>
                <a:gd name="connsiteX179" fmla="*/ 281171 w 6002352"/>
                <a:gd name="connsiteY179" fmla="*/ 3431120 h 6750207"/>
                <a:gd name="connsiteX180" fmla="*/ 5709394 w 6002352"/>
                <a:gd name="connsiteY180" fmla="*/ 3493736 h 6750207"/>
                <a:gd name="connsiteX181" fmla="*/ 5709394 w 6002352"/>
                <a:gd name="connsiteY181" fmla="*/ 3493728 h 6750207"/>
                <a:gd name="connsiteX182" fmla="*/ 5739992 w 6002352"/>
                <a:gd name="connsiteY182" fmla="*/ 3257059 h 6750207"/>
                <a:gd name="connsiteX183" fmla="*/ 5709402 w 6002352"/>
                <a:gd name="connsiteY183" fmla="*/ 3493736 h 6750207"/>
                <a:gd name="connsiteX184" fmla="*/ 5777150 w 6002352"/>
                <a:gd name="connsiteY184" fmla="*/ 3966055 h 6750207"/>
                <a:gd name="connsiteX185" fmla="*/ 5809716 w 6002352"/>
                <a:gd name="connsiteY185" fmla="*/ 3678430 h 6750207"/>
                <a:gd name="connsiteX186" fmla="*/ 5809725 w 6002352"/>
                <a:gd name="connsiteY186" fmla="*/ 3678430 h 6750207"/>
                <a:gd name="connsiteX187" fmla="*/ 5717117 w 6002352"/>
                <a:gd name="connsiteY187" fmla="*/ 4200376 h 6750207"/>
                <a:gd name="connsiteX188" fmla="*/ 5717108 w 6002352"/>
                <a:gd name="connsiteY188" fmla="*/ 4200368 h 6750207"/>
                <a:gd name="connsiteX189" fmla="*/ 5777126 w 6002352"/>
                <a:gd name="connsiteY189" fmla="*/ 3966089 h 6750207"/>
                <a:gd name="connsiteX190" fmla="*/ 5777134 w 6002352"/>
                <a:gd name="connsiteY190" fmla="*/ 3966089 h 6750207"/>
                <a:gd name="connsiteX191" fmla="*/ 5790611 w 6002352"/>
                <a:gd name="connsiteY191" fmla="*/ 4408349 h 6750207"/>
                <a:gd name="connsiteX192" fmla="*/ 5717117 w 6002352"/>
                <a:gd name="connsiteY192" fmla="*/ 4200401 h 6750207"/>
                <a:gd name="connsiteX193" fmla="*/ 5790620 w 6002352"/>
                <a:gd name="connsiteY193" fmla="*/ 4408349 h 6750207"/>
                <a:gd name="connsiteX194" fmla="*/ 213861 w 6002352"/>
                <a:gd name="connsiteY194" fmla="*/ 4481288 h 6750207"/>
                <a:gd name="connsiteX195" fmla="*/ 212809 w 6002352"/>
                <a:gd name="connsiteY195" fmla="*/ 4271077 h 6750207"/>
                <a:gd name="connsiteX196" fmla="*/ 212818 w 6002352"/>
                <a:gd name="connsiteY196" fmla="*/ 4271077 h 6750207"/>
                <a:gd name="connsiteX197" fmla="*/ 213869 w 6002352"/>
                <a:gd name="connsiteY197" fmla="*/ 4481279 h 6750207"/>
                <a:gd name="connsiteX198" fmla="*/ 213869 w 6002352"/>
                <a:gd name="connsiteY198" fmla="*/ 4481288 h 6750207"/>
                <a:gd name="connsiteX199" fmla="*/ 213861 w 6002352"/>
                <a:gd name="connsiteY199" fmla="*/ 4481279 h 6750207"/>
                <a:gd name="connsiteX200" fmla="*/ 5806360 w 6002352"/>
                <a:gd name="connsiteY200" fmla="*/ 4606276 h 6750207"/>
                <a:gd name="connsiteX201" fmla="*/ 5790628 w 6002352"/>
                <a:gd name="connsiteY201" fmla="*/ 4408382 h 6750207"/>
                <a:gd name="connsiteX202" fmla="*/ 5806368 w 6002352"/>
                <a:gd name="connsiteY202" fmla="*/ 4606276 h 6750207"/>
                <a:gd name="connsiteX203" fmla="*/ 5712978 w 6002352"/>
                <a:gd name="connsiteY203" fmla="*/ 4873609 h 6750207"/>
                <a:gd name="connsiteX204" fmla="*/ 5718270 w 6002352"/>
                <a:gd name="connsiteY204" fmla="*/ 4784249 h 6750207"/>
                <a:gd name="connsiteX205" fmla="*/ 5718278 w 6002352"/>
                <a:gd name="connsiteY205" fmla="*/ 4784249 h 6750207"/>
                <a:gd name="connsiteX206" fmla="*/ 5718270 w 6002352"/>
                <a:gd name="connsiteY206" fmla="*/ 4784240 h 6750207"/>
                <a:gd name="connsiteX207" fmla="*/ 5718270 w 6002352"/>
                <a:gd name="connsiteY207" fmla="*/ 4784232 h 6750207"/>
                <a:gd name="connsiteX208" fmla="*/ 5718278 w 6002352"/>
                <a:gd name="connsiteY208" fmla="*/ 4784249 h 6750207"/>
                <a:gd name="connsiteX209" fmla="*/ 5712986 w 6002352"/>
                <a:gd name="connsiteY209" fmla="*/ 4873609 h 6750207"/>
                <a:gd name="connsiteX210" fmla="*/ 5712448 w 6002352"/>
                <a:gd name="connsiteY210" fmla="*/ 4882687 h 6750207"/>
                <a:gd name="connsiteX211" fmla="*/ 5712440 w 6002352"/>
                <a:gd name="connsiteY211" fmla="*/ 4882670 h 6750207"/>
                <a:gd name="connsiteX212" fmla="*/ 5712440 w 6002352"/>
                <a:gd name="connsiteY212" fmla="*/ 4882661 h 6750207"/>
                <a:gd name="connsiteX213" fmla="*/ 5712448 w 6002352"/>
                <a:gd name="connsiteY213" fmla="*/ 4882678 h 6750207"/>
                <a:gd name="connsiteX214" fmla="*/ 5607398 w 6002352"/>
                <a:gd name="connsiteY214" fmla="*/ 4901136 h 6750207"/>
                <a:gd name="connsiteX215" fmla="*/ 5647872 w 6002352"/>
                <a:gd name="connsiteY215" fmla="*/ 4746535 h 6750207"/>
                <a:gd name="connsiteX216" fmla="*/ 5607398 w 6002352"/>
                <a:gd name="connsiteY216" fmla="*/ 4901127 h 6750207"/>
                <a:gd name="connsiteX217" fmla="*/ 5929968 w 6002352"/>
                <a:gd name="connsiteY217" fmla="*/ 4993416 h 6750207"/>
                <a:gd name="connsiteX218" fmla="*/ 5929304 w 6002352"/>
                <a:gd name="connsiteY218" fmla="*/ 4992507 h 6750207"/>
                <a:gd name="connsiteX219" fmla="*/ 5929312 w 6002352"/>
                <a:gd name="connsiteY219" fmla="*/ 4992507 h 6750207"/>
                <a:gd name="connsiteX220" fmla="*/ 5929977 w 6002352"/>
                <a:gd name="connsiteY220" fmla="*/ 4993416 h 6750207"/>
                <a:gd name="connsiteX221" fmla="*/ 5747858 w 6002352"/>
                <a:gd name="connsiteY221" fmla="*/ 5144299 h 6750207"/>
                <a:gd name="connsiteX222" fmla="*/ 5747858 w 6002352"/>
                <a:gd name="connsiteY222" fmla="*/ 5144291 h 6750207"/>
                <a:gd name="connsiteX223" fmla="*/ 5740311 w 6002352"/>
                <a:gd name="connsiteY223" fmla="*/ 5046845 h 6750207"/>
                <a:gd name="connsiteX224" fmla="*/ 5740320 w 6002352"/>
                <a:gd name="connsiteY224" fmla="*/ 5046845 h 6750207"/>
                <a:gd name="connsiteX225" fmla="*/ 5747866 w 6002352"/>
                <a:gd name="connsiteY225" fmla="*/ 5144299 h 6750207"/>
                <a:gd name="connsiteX226" fmla="*/ 5701368 w 6002352"/>
                <a:gd name="connsiteY226" fmla="*/ 5258023 h 6750207"/>
                <a:gd name="connsiteX227" fmla="*/ 5747849 w 6002352"/>
                <a:gd name="connsiteY227" fmla="*/ 5144316 h 6750207"/>
                <a:gd name="connsiteX228" fmla="*/ 5747858 w 6002352"/>
                <a:gd name="connsiteY228" fmla="*/ 5144316 h 6750207"/>
                <a:gd name="connsiteX229" fmla="*/ 5952894 w 6002352"/>
                <a:gd name="connsiteY229" fmla="*/ 5277902 h 6750207"/>
                <a:gd name="connsiteX230" fmla="*/ 5929010 w 6002352"/>
                <a:gd name="connsiteY230" fmla="*/ 5160485 h 6750207"/>
                <a:gd name="connsiteX231" fmla="*/ 5929018 w 6002352"/>
                <a:gd name="connsiteY231" fmla="*/ 5160485 h 6750207"/>
                <a:gd name="connsiteX232" fmla="*/ 5847473 w 6002352"/>
                <a:gd name="connsiteY232" fmla="*/ 5290799 h 6750207"/>
                <a:gd name="connsiteX233" fmla="*/ 5864719 w 6002352"/>
                <a:gd name="connsiteY233" fmla="*/ 5217970 h 6750207"/>
                <a:gd name="connsiteX234" fmla="*/ 5864728 w 6002352"/>
                <a:gd name="connsiteY234" fmla="*/ 5217978 h 6750207"/>
                <a:gd name="connsiteX235" fmla="*/ 5864728 w 6002352"/>
                <a:gd name="connsiteY235" fmla="*/ 5217970 h 6750207"/>
                <a:gd name="connsiteX236" fmla="*/ 5864728 w 6002352"/>
                <a:gd name="connsiteY236" fmla="*/ 5217961 h 6750207"/>
                <a:gd name="connsiteX237" fmla="*/ 5849862 w 6002352"/>
                <a:gd name="connsiteY237" fmla="*/ 5112062 h 6750207"/>
                <a:gd name="connsiteX238" fmla="*/ 5864736 w 6002352"/>
                <a:gd name="connsiteY238" fmla="*/ 5217961 h 6750207"/>
                <a:gd name="connsiteX239" fmla="*/ 5897142 w 6002352"/>
                <a:gd name="connsiteY239" fmla="*/ 5346811 h 6750207"/>
                <a:gd name="connsiteX240" fmla="*/ 5953078 w 6002352"/>
                <a:gd name="connsiteY240" fmla="*/ 5278845 h 6750207"/>
                <a:gd name="connsiteX241" fmla="*/ 5953087 w 6002352"/>
                <a:gd name="connsiteY241" fmla="*/ 5278845 h 6750207"/>
                <a:gd name="connsiteX242" fmla="*/ 5897150 w 6002352"/>
                <a:gd name="connsiteY242" fmla="*/ 5346811 h 6750207"/>
                <a:gd name="connsiteX243" fmla="*/ 5691685 w 6002352"/>
                <a:gd name="connsiteY243" fmla="*/ 5374667 h 6750207"/>
                <a:gd name="connsiteX244" fmla="*/ 5701360 w 6002352"/>
                <a:gd name="connsiteY244" fmla="*/ 5258040 h 6750207"/>
                <a:gd name="connsiteX245" fmla="*/ 5701368 w 6002352"/>
                <a:gd name="connsiteY245" fmla="*/ 5258031 h 6750207"/>
                <a:gd name="connsiteX246" fmla="*/ 197675 w 6002352"/>
                <a:gd name="connsiteY246" fmla="*/ 5420415 h 6750207"/>
                <a:gd name="connsiteX247" fmla="*/ 248564 w 6002352"/>
                <a:gd name="connsiteY247" fmla="*/ 5008660 h 6750207"/>
                <a:gd name="connsiteX248" fmla="*/ 248564 w 6002352"/>
                <a:gd name="connsiteY248" fmla="*/ 5008651 h 6750207"/>
                <a:gd name="connsiteX249" fmla="*/ 248572 w 6002352"/>
                <a:gd name="connsiteY249" fmla="*/ 5008660 h 6750207"/>
                <a:gd name="connsiteX250" fmla="*/ 248564 w 6002352"/>
                <a:gd name="connsiteY250" fmla="*/ 5008660 h 6750207"/>
                <a:gd name="connsiteX251" fmla="*/ 248572 w 6002352"/>
                <a:gd name="connsiteY251" fmla="*/ 5008668 h 6750207"/>
                <a:gd name="connsiteX252" fmla="*/ 5967927 w 6002352"/>
                <a:gd name="connsiteY252" fmla="*/ 5424790 h 6750207"/>
                <a:gd name="connsiteX253" fmla="*/ 5897150 w 6002352"/>
                <a:gd name="connsiteY253" fmla="*/ 5346828 h 6750207"/>
                <a:gd name="connsiteX254" fmla="*/ 5967936 w 6002352"/>
                <a:gd name="connsiteY254" fmla="*/ 5424790 h 6750207"/>
                <a:gd name="connsiteX255" fmla="*/ 5839616 w 6002352"/>
                <a:gd name="connsiteY255" fmla="*/ 5433228 h 6750207"/>
                <a:gd name="connsiteX256" fmla="*/ 5791966 w 6002352"/>
                <a:gd name="connsiteY256" fmla="*/ 5341040 h 6750207"/>
                <a:gd name="connsiteX257" fmla="*/ 5839624 w 6002352"/>
                <a:gd name="connsiteY257" fmla="*/ 5433228 h 6750207"/>
                <a:gd name="connsiteX258" fmla="*/ 6002335 w 6002352"/>
                <a:gd name="connsiteY258" fmla="*/ 5497745 h 6750207"/>
                <a:gd name="connsiteX259" fmla="*/ 5967944 w 6002352"/>
                <a:gd name="connsiteY259" fmla="*/ 5424798 h 6750207"/>
                <a:gd name="connsiteX260" fmla="*/ 5967944 w 6002352"/>
                <a:gd name="connsiteY260" fmla="*/ 5424790 h 6750207"/>
                <a:gd name="connsiteX261" fmla="*/ 231090 w 6002352"/>
                <a:gd name="connsiteY261" fmla="*/ 5661912 h 6750207"/>
                <a:gd name="connsiteX262" fmla="*/ 231082 w 6002352"/>
                <a:gd name="connsiteY262" fmla="*/ 5661904 h 6750207"/>
                <a:gd name="connsiteX263" fmla="*/ 197675 w 6002352"/>
                <a:gd name="connsiteY263" fmla="*/ 5420474 h 6750207"/>
                <a:gd name="connsiteX264" fmla="*/ 5703858 w 6002352"/>
                <a:gd name="connsiteY264" fmla="*/ 5692089 h 6750207"/>
                <a:gd name="connsiteX265" fmla="*/ 5839616 w 6002352"/>
                <a:gd name="connsiteY265" fmla="*/ 5433261 h 6750207"/>
                <a:gd name="connsiteX266" fmla="*/ 5703867 w 6002352"/>
                <a:gd name="connsiteY266" fmla="*/ 5692089 h 6750207"/>
                <a:gd name="connsiteX267" fmla="*/ 5647863 w 6002352"/>
                <a:gd name="connsiteY267" fmla="*/ 5715898 h 6750207"/>
                <a:gd name="connsiteX268" fmla="*/ 5642370 w 6002352"/>
                <a:gd name="connsiteY268" fmla="*/ 5704237 h 6750207"/>
                <a:gd name="connsiteX269" fmla="*/ 5642370 w 6002352"/>
                <a:gd name="connsiteY269" fmla="*/ 5704245 h 6750207"/>
                <a:gd name="connsiteX270" fmla="*/ 6002335 w 6002352"/>
                <a:gd name="connsiteY270" fmla="*/ 5789669 h 6750207"/>
                <a:gd name="connsiteX271" fmla="*/ 5924635 w 6002352"/>
                <a:gd name="connsiteY271" fmla="*/ 5492883 h 6750207"/>
                <a:gd name="connsiteX272" fmla="*/ 5924643 w 6002352"/>
                <a:gd name="connsiteY272" fmla="*/ 5492883 h 6750207"/>
                <a:gd name="connsiteX273" fmla="*/ 5718270 w 6002352"/>
                <a:gd name="connsiteY273" fmla="*/ 5935639 h 6750207"/>
                <a:gd name="connsiteX274" fmla="*/ 5718270 w 6002352"/>
                <a:gd name="connsiteY274" fmla="*/ 5935631 h 6750207"/>
                <a:gd name="connsiteX275" fmla="*/ 5703842 w 6002352"/>
                <a:gd name="connsiteY275" fmla="*/ 5692123 h 6750207"/>
                <a:gd name="connsiteX276" fmla="*/ 5703850 w 6002352"/>
                <a:gd name="connsiteY276" fmla="*/ 5692114 h 6750207"/>
                <a:gd name="connsiteX277" fmla="*/ 5703850 w 6002352"/>
                <a:gd name="connsiteY277" fmla="*/ 5692123 h 6750207"/>
                <a:gd name="connsiteX278" fmla="*/ 5718278 w 6002352"/>
                <a:gd name="connsiteY278" fmla="*/ 5935631 h 6750207"/>
                <a:gd name="connsiteX279" fmla="*/ 1890061 w 6002352"/>
                <a:gd name="connsiteY279" fmla="*/ 6023790 h 6750207"/>
                <a:gd name="connsiteX280" fmla="*/ 2264377 w 6002352"/>
                <a:gd name="connsiteY280" fmla="*/ 6023790 h 6750207"/>
                <a:gd name="connsiteX281" fmla="*/ 2264377 w 6002352"/>
                <a:gd name="connsiteY281" fmla="*/ 5836703 h 6750207"/>
                <a:gd name="connsiteX282" fmla="*/ 1890061 w 6002352"/>
                <a:gd name="connsiteY282" fmla="*/ 5836703 h 6750207"/>
                <a:gd name="connsiteX283" fmla="*/ 952698 w 6002352"/>
                <a:gd name="connsiteY283" fmla="*/ 6026043 h 6750207"/>
                <a:gd name="connsiteX284" fmla="*/ 1703097 w 6002352"/>
                <a:gd name="connsiteY284" fmla="*/ 6026043 h 6750207"/>
                <a:gd name="connsiteX285" fmla="*/ 1703097 w 6002352"/>
                <a:gd name="connsiteY285" fmla="*/ 5838957 h 6750207"/>
                <a:gd name="connsiteX286" fmla="*/ 953166 w 6002352"/>
                <a:gd name="connsiteY286" fmla="*/ 5838957 h 6750207"/>
                <a:gd name="connsiteX287" fmla="*/ 953166 w 6002352"/>
                <a:gd name="connsiteY287" fmla="*/ 4719152 h 6750207"/>
                <a:gd name="connsiteX288" fmla="*/ 766080 w 6002352"/>
                <a:gd name="connsiteY288" fmla="*/ 4719152 h 6750207"/>
                <a:gd name="connsiteX289" fmla="*/ 766080 w 6002352"/>
                <a:gd name="connsiteY289" fmla="*/ 5839425 h 6750207"/>
                <a:gd name="connsiteX290" fmla="*/ 952698 w 6002352"/>
                <a:gd name="connsiteY290" fmla="*/ 6026043 h 6750207"/>
                <a:gd name="connsiteX291" fmla="*/ 5647872 w 6002352"/>
                <a:gd name="connsiteY291" fmla="*/ 6033067 h 6750207"/>
                <a:gd name="connsiteX292" fmla="*/ 5674313 w 6002352"/>
                <a:gd name="connsiteY292" fmla="*/ 6033067 h 6750207"/>
                <a:gd name="connsiteX293" fmla="*/ 6002352 w 6002352"/>
                <a:gd name="connsiteY293" fmla="*/ 6033067 h 6750207"/>
                <a:gd name="connsiteX294" fmla="*/ 6002352 w 6002352"/>
                <a:gd name="connsiteY294" fmla="*/ 5789719 h 6750207"/>
                <a:gd name="connsiteX295" fmla="*/ 6002352 w 6002352"/>
                <a:gd name="connsiteY295" fmla="*/ 5789660 h 6750207"/>
                <a:gd name="connsiteX296" fmla="*/ 6002352 w 6002352"/>
                <a:gd name="connsiteY296" fmla="*/ 5497779 h 6750207"/>
                <a:gd name="connsiteX297" fmla="*/ 6002352 w 6002352"/>
                <a:gd name="connsiteY297" fmla="*/ 5351809 h 6750207"/>
                <a:gd name="connsiteX298" fmla="*/ 6002352 w 6002352"/>
                <a:gd name="connsiteY298" fmla="*/ 5351801 h 6750207"/>
                <a:gd name="connsiteX299" fmla="*/ 6002352 w 6002352"/>
                <a:gd name="connsiteY299" fmla="*/ 5205872 h 6750207"/>
                <a:gd name="connsiteX300" fmla="*/ 6002352 w 6002352"/>
                <a:gd name="connsiteY300" fmla="*/ 5205855 h 6750207"/>
                <a:gd name="connsiteX301" fmla="*/ 6002352 w 6002352"/>
                <a:gd name="connsiteY301" fmla="*/ 5205847 h 6750207"/>
                <a:gd name="connsiteX302" fmla="*/ 6002352 w 6002352"/>
                <a:gd name="connsiteY302" fmla="*/ 5059910 h 6750207"/>
                <a:gd name="connsiteX303" fmla="*/ 6002352 w 6002352"/>
                <a:gd name="connsiteY303" fmla="*/ 5059902 h 6750207"/>
                <a:gd name="connsiteX304" fmla="*/ 6002352 w 6002352"/>
                <a:gd name="connsiteY304" fmla="*/ 4992507 h 6750207"/>
                <a:gd name="connsiteX305" fmla="*/ 6002352 w 6002352"/>
                <a:gd name="connsiteY305" fmla="*/ 4930211 h 6750207"/>
                <a:gd name="connsiteX306" fmla="*/ 6002352 w 6002352"/>
                <a:gd name="connsiteY306" fmla="*/ 4930160 h 6750207"/>
                <a:gd name="connsiteX307" fmla="*/ 6002352 w 6002352"/>
                <a:gd name="connsiteY307" fmla="*/ 4913923 h 6750207"/>
                <a:gd name="connsiteX308" fmla="*/ 6002352 w 6002352"/>
                <a:gd name="connsiteY308" fmla="*/ 4638295 h 6750207"/>
                <a:gd name="connsiteX309" fmla="*/ 6002352 w 6002352"/>
                <a:gd name="connsiteY309" fmla="*/ 4638287 h 6750207"/>
                <a:gd name="connsiteX310" fmla="*/ 6002352 w 6002352"/>
                <a:gd name="connsiteY310" fmla="*/ 4638253 h 6750207"/>
                <a:gd name="connsiteX311" fmla="*/ 6002352 w 6002352"/>
                <a:gd name="connsiteY311" fmla="*/ 4638236 h 6750207"/>
                <a:gd name="connsiteX312" fmla="*/ 6002352 w 6002352"/>
                <a:gd name="connsiteY312" fmla="*/ 4346321 h 6750207"/>
                <a:gd name="connsiteX313" fmla="*/ 6002352 w 6002352"/>
                <a:gd name="connsiteY313" fmla="*/ 4054457 h 6750207"/>
                <a:gd name="connsiteX314" fmla="*/ 6002352 w 6002352"/>
                <a:gd name="connsiteY314" fmla="*/ 4054423 h 6750207"/>
                <a:gd name="connsiteX315" fmla="*/ 6002352 w 6002352"/>
                <a:gd name="connsiteY315" fmla="*/ 4054406 h 6750207"/>
                <a:gd name="connsiteX316" fmla="*/ 6002352 w 6002352"/>
                <a:gd name="connsiteY316" fmla="*/ 3762525 h 6750207"/>
                <a:gd name="connsiteX317" fmla="*/ 6002352 w 6002352"/>
                <a:gd name="connsiteY317" fmla="*/ 3762499 h 6750207"/>
                <a:gd name="connsiteX318" fmla="*/ 6002352 w 6002352"/>
                <a:gd name="connsiteY318" fmla="*/ 3762491 h 6750207"/>
                <a:gd name="connsiteX319" fmla="*/ 5994638 w 6002352"/>
                <a:gd name="connsiteY319" fmla="*/ 3575887 h 6750207"/>
                <a:gd name="connsiteX320" fmla="*/ 5994629 w 6002352"/>
                <a:gd name="connsiteY320" fmla="*/ 3575895 h 6750207"/>
                <a:gd name="connsiteX321" fmla="*/ 5963124 w 6002352"/>
                <a:gd name="connsiteY321" fmla="*/ 3339698 h 6750207"/>
                <a:gd name="connsiteX322" fmla="*/ 5963115 w 6002352"/>
                <a:gd name="connsiteY322" fmla="*/ 3339698 h 6750207"/>
                <a:gd name="connsiteX323" fmla="*/ 5901937 w 6002352"/>
                <a:gd name="connsiteY323" fmla="*/ 3082679 h 6750207"/>
                <a:gd name="connsiteX324" fmla="*/ 5901929 w 6002352"/>
                <a:gd name="connsiteY324" fmla="*/ 3082696 h 6750207"/>
                <a:gd name="connsiteX325" fmla="*/ 5901912 w 6002352"/>
                <a:gd name="connsiteY325" fmla="*/ 3082688 h 6750207"/>
                <a:gd name="connsiteX326" fmla="*/ 5814276 w 6002352"/>
                <a:gd name="connsiteY326" fmla="*/ 2827864 h 6750207"/>
                <a:gd name="connsiteX327" fmla="*/ 5814268 w 6002352"/>
                <a:gd name="connsiteY327" fmla="*/ 2827873 h 6750207"/>
                <a:gd name="connsiteX328" fmla="*/ 5814260 w 6002352"/>
                <a:gd name="connsiteY328" fmla="*/ 2827873 h 6750207"/>
                <a:gd name="connsiteX329" fmla="*/ 5713718 w 6002352"/>
                <a:gd name="connsiteY329" fmla="*/ 2600215 h 6750207"/>
                <a:gd name="connsiteX330" fmla="*/ 5713710 w 6002352"/>
                <a:gd name="connsiteY330" fmla="*/ 2600223 h 6750207"/>
                <a:gd name="connsiteX331" fmla="*/ 5627117 w 6002352"/>
                <a:gd name="connsiteY331" fmla="*/ 2433726 h 6750207"/>
                <a:gd name="connsiteX332" fmla="*/ 5627100 w 6002352"/>
                <a:gd name="connsiteY332" fmla="*/ 2433751 h 6750207"/>
                <a:gd name="connsiteX333" fmla="*/ 5627109 w 6002352"/>
                <a:gd name="connsiteY333" fmla="*/ 2433726 h 6750207"/>
                <a:gd name="connsiteX334" fmla="*/ 5627092 w 6002352"/>
                <a:gd name="connsiteY334" fmla="*/ 2433734 h 6750207"/>
                <a:gd name="connsiteX335" fmla="*/ 5515362 w 6002352"/>
                <a:gd name="connsiteY335" fmla="*/ 2244430 h 6750207"/>
                <a:gd name="connsiteX336" fmla="*/ 5515345 w 6002352"/>
                <a:gd name="connsiteY336" fmla="*/ 2244430 h 6750207"/>
                <a:gd name="connsiteX337" fmla="*/ 5397146 w 6002352"/>
                <a:gd name="connsiteY337" fmla="*/ 2065910 h 6750207"/>
                <a:gd name="connsiteX338" fmla="*/ 5397138 w 6002352"/>
                <a:gd name="connsiteY338" fmla="*/ 2065927 h 6750207"/>
                <a:gd name="connsiteX339" fmla="*/ 5397138 w 6002352"/>
                <a:gd name="connsiteY339" fmla="*/ 2065935 h 6750207"/>
                <a:gd name="connsiteX340" fmla="*/ 5397129 w 6002352"/>
                <a:gd name="connsiteY340" fmla="*/ 2065927 h 6750207"/>
                <a:gd name="connsiteX341" fmla="*/ 5397138 w 6002352"/>
                <a:gd name="connsiteY341" fmla="*/ 2065910 h 6750207"/>
                <a:gd name="connsiteX342" fmla="*/ 5397120 w 6002352"/>
                <a:gd name="connsiteY342" fmla="*/ 2065910 h 6750207"/>
                <a:gd name="connsiteX343" fmla="*/ 5286055 w 6002352"/>
                <a:gd name="connsiteY343" fmla="*/ 1913058 h 6750207"/>
                <a:gd name="connsiteX344" fmla="*/ 5286038 w 6002352"/>
                <a:gd name="connsiteY344" fmla="*/ 1913058 h 6750207"/>
                <a:gd name="connsiteX345" fmla="*/ 5145789 w 6002352"/>
                <a:gd name="connsiteY345" fmla="*/ 1735666 h 6750207"/>
                <a:gd name="connsiteX346" fmla="*/ 5145781 w 6002352"/>
                <a:gd name="connsiteY346" fmla="*/ 1735700 h 6750207"/>
                <a:gd name="connsiteX347" fmla="*/ 5145772 w 6002352"/>
                <a:gd name="connsiteY347" fmla="*/ 1735692 h 6750207"/>
                <a:gd name="connsiteX348" fmla="*/ 5145789 w 6002352"/>
                <a:gd name="connsiteY348" fmla="*/ 1735666 h 6750207"/>
                <a:gd name="connsiteX349" fmla="*/ 5145756 w 6002352"/>
                <a:gd name="connsiteY349" fmla="*/ 1735675 h 6750207"/>
                <a:gd name="connsiteX350" fmla="*/ 4982926 w 6002352"/>
                <a:gd name="connsiteY350" fmla="*/ 1546766 h 6750207"/>
                <a:gd name="connsiteX351" fmla="*/ 4982910 w 6002352"/>
                <a:gd name="connsiteY351" fmla="*/ 1546766 h 6750207"/>
                <a:gd name="connsiteX352" fmla="*/ 4814907 w 6002352"/>
                <a:gd name="connsiteY352" fmla="*/ 1366926 h 6750207"/>
                <a:gd name="connsiteX353" fmla="*/ 4814890 w 6002352"/>
                <a:gd name="connsiteY353" fmla="*/ 1366959 h 6750207"/>
                <a:gd name="connsiteX354" fmla="*/ 4814890 w 6002352"/>
                <a:gd name="connsiteY354" fmla="*/ 1366951 h 6750207"/>
                <a:gd name="connsiteX355" fmla="*/ 4814898 w 6002352"/>
                <a:gd name="connsiteY355" fmla="*/ 1366926 h 6750207"/>
                <a:gd name="connsiteX356" fmla="*/ 4814864 w 6002352"/>
                <a:gd name="connsiteY356" fmla="*/ 1366934 h 6750207"/>
                <a:gd name="connsiteX357" fmla="*/ 4644001 w 6002352"/>
                <a:gd name="connsiteY357" fmla="*/ 1196693 h 6750207"/>
                <a:gd name="connsiteX358" fmla="*/ 4643993 w 6002352"/>
                <a:gd name="connsiteY358" fmla="*/ 1196710 h 6750207"/>
                <a:gd name="connsiteX359" fmla="*/ 4643993 w 6002352"/>
                <a:gd name="connsiteY359" fmla="*/ 1196693 h 6750207"/>
                <a:gd name="connsiteX360" fmla="*/ 4643976 w 6002352"/>
                <a:gd name="connsiteY360" fmla="*/ 1196693 h 6750207"/>
                <a:gd name="connsiteX361" fmla="*/ 4444021 w 6002352"/>
                <a:gd name="connsiteY361" fmla="*/ 1010846 h 6750207"/>
                <a:gd name="connsiteX362" fmla="*/ 4444004 w 6002352"/>
                <a:gd name="connsiteY362" fmla="*/ 1010880 h 6750207"/>
                <a:gd name="connsiteX363" fmla="*/ 4444013 w 6002352"/>
                <a:gd name="connsiteY363" fmla="*/ 1010846 h 6750207"/>
                <a:gd name="connsiteX364" fmla="*/ 4443971 w 6002352"/>
                <a:gd name="connsiteY364" fmla="*/ 1010855 h 6750207"/>
                <a:gd name="connsiteX365" fmla="*/ 4210836 w 6002352"/>
                <a:gd name="connsiteY365" fmla="*/ 809368 h 6750207"/>
                <a:gd name="connsiteX366" fmla="*/ 4210836 w 6002352"/>
                <a:gd name="connsiteY366" fmla="*/ 809385 h 6750207"/>
                <a:gd name="connsiteX367" fmla="*/ 4210828 w 6002352"/>
                <a:gd name="connsiteY367" fmla="*/ 809385 h 6750207"/>
                <a:gd name="connsiteX368" fmla="*/ 4210836 w 6002352"/>
                <a:gd name="connsiteY368" fmla="*/ 809368 h 6750207"/>
                <a:gd name="connsiteX369" fmla="*/ 4210819 w 6002352"/>
                <a:gd name="connsiteY369" fmla="*/ 809368 h 6750207"/>
                <a:gd name="connsiteX370" fmla="*/ 3977264 w 6002352"/>
                <a:gd name="connsiteY370" fmla="*/ 621503 h 6750207"/>
                <a:gd name="connsiteX371" fmla="*/ 3929504 w 6002352"/>
                <a:gd name="connsiteY371" fmla="*/ 927879 h 6750207"/>
                <a:gd name="connsiteX372" fmla="*/ 3977255 w 6002352"/>
                <a:gd name="connsiteY372" fmla="*/ 621545 h 6750207"/>
                <a:gd name="connsiteX373" fmla="*/ 3977255 w 6002352"/>
                <a:gd name="connsiteY373" fmla="*/ 621536 h 6750207"/>
                <a:gd name="connsiteX374" fmla="*/ 3977255 w 6002352"/>
                <a:gd name="connsiteY374" fmla="*/ 621503 h 6750207"/>
                <a:gd name="connsiteX375" fmla="*/ 3977213 w 6002352"/>
                <a:gd name="connsiteY375" fmla="*/ 621511 h 6750207"/>
                <a:gd name="connsiteX376" fmla="*/ 3754611 w 6002352"/>
                <a:gd name="connsiteY376" fmla="*/ 453920 h 6750207"/>
                <a:gd name="connsiteX377" fmla="*/ 3766448 w 6002352"/>
                <a:gd name="connsiteY377" fmla="*/ 669817 h 6750207"/>
                <a:gd name="connsiteX378" fmla="*/ 3766448 w 6002352"/>
                <a:gd name="connsiteY378" fmla="*/ 669826 h 6750207"/>
                <a:gd name="connsiteX379" fmla="*/ 3754603 w 6002352"/>
                <a:gd name="connsiteY379" fmla="*/ 453920 h 6750207"/>
                <a:gd name="connsiteX380" fmla="*/ 3754586 w 6002352"/>
                <a:gd name="connsiteY380" fmla="*/ 453928 h 6750207"/>
                <a:gd name="connsiteX381" fmla="*/ 3477368 w 6002352"/>
                <a:gd name="connsiteY381" fmla="*/ 259711 h 6750207"/>
                <a:gd name="connsiteX382" fmla="*/ 3461620 w 6002352"/>
                <a:gd name="connsiteY382" fmla="*/ 577117 h 6750207"/>
                <a:gd name="connsiteX383" fmla="*/ 3461611 w 6002352"/>
                <a:gd name="connsiteY383" fmla="*/ 577117 h 6750207"/>
                <a:gd name="connsiteX384" fmla="*/ 3477360 w 6002352"/>
                <a:gd name="connsiteY384" fmla="*/ 259711 h 6750207"/>
                <a:gd name="connsiteX385" fmla="*/ 3477352 w 6002352"/>
                <a:gd name="connsiteY385" fmla="*/ 259736 h 6750207"/>
                <a:gd name="connsiteX386" fmla="*/ 3217927 w 6002352"/>
                <a:gd name="connsiteY386" fmla="*/ 93407 h 6750207"/>
                <a:gd name="connsiteX387" fmla="*/ 3217919 w 6002352"/>
                <a:gd name="connsiteY387" fmla="*/ 93441 h 6750207"/>
                <a:gd name="connsiteX388" fmla="*/ 3217919 w 6002352"/>
                <a:gd name="connsiteY388" fmla="*/ 93432 h 6750207"/>
                <a:gd name="connsiteX389" fmla="*/ 3217919 w 6002352"/>
                <a:gd name="connsiteY389" fmla="*/ 93407 h 6750207"/>
                <a:gd name="connsiteX390" fmla="*/ 3217876 w 6002352"/>
                <a:gd name="connsiteY390" fmla="*/ 93415 h 6750207"/>
                <a:gd name="connsiteX391" fmla="*/ 3088707 w 6002352"/>
                <a:gd name="connsiteY391" fmla="*/ 18701 h 6750207"/>
                <a:gd name="connsiteX392" fmla="*/ 3088707 w 6002352"/>
                <a:gd name="connsiteY392" fmla="*/ 18710 h 6750207"/>
                <a:gd name="connsiteX393" fmla="*/ 3049318 w 6002352"/>
                <a:gd name="connsiteY393" fmla="*/ 5561 h 6750207"/>
                <a:gd name="connsiteX394" fmla="*/ 3049318 w 6002352"/>
                <a:gd name="connsiteY394" fmla="*/ 5569 h 6750207"/>
                <a:gd name="connsiteX395" fmla="*/ 3000364 w 6002352"/>
                <a:gd name="connsiteY395" fmla="*/ 0 h 6750207"/>
                <a:gd name="connsiteX396" fmla="*/ 2951419 w 6002352"/>
                <a:gd name="connsiteY396" fmla="*/ 5569 h 6750207"/>
                <a:gd name="connsiteX397" fmla="*/ 2951410 w 6002352"/>
                <a:gd name="connsiteY397" fmla="*/ 5561 h 6750207"/>
                <a:gd name="connsiteX398" fmla="*/ 2912022 w 6002352"/>
                <a:gd name="connsiteY398" fmla="*/ 18701 h 6750207"/>
                <a:gd name="connsiteX399" fmla="*/ 2756007 w 6002352"/>
                <a:gd name="connsiteY399" fmla="*/ 109753 h 6750207"/>
                <a:gd name="connsiteX400" fmla="*/ 2755973 w 6002352"/>
                <a:gd name="connsiteY400" fmla="*/ 109753 h 6750207"/>
                <a:gd name="connsiteX401" fmla="*/ 2690051 w 6002352"/>
                <a:gd name="connsiteY401" fmla="*/ 319601 h 6750207"/>
                <a:gd name="connsiteX402" fmla="*/ 2690042 w 6002352"/>
                <a:gd name="connsiteY402" fmla="*/ 319601 h 6750207"/>
                <a:gd name="connsiteX403" fmla="*/ 2755965 w 6002352"/>
                <a:gd name="connsiteY403" fmla="*/ 109753 h 6750207"/>
                <a:gd name="connsiteX404" fmla="*/ 2471470 w 6002352"/>
                <a:gd name="connsiteY404" fmla="*/ 294927 h 6750207"/>
                <a:gd name="connsiteX405" fmla="*/ 2471411 w 6002352"/>
                <a:gd name="connsiteY405" fmla="*/ 294918 h 6750207"/>
                <a:gd name="connsiteX406" fmla="*/ 2471420 w 6002352"/>
                <a:gd name="connsiteY406" fmla="*/ 294960 h 6750207"/>
                <a:gd name="connsiteX407" fmla="*/ 2471411 w 6002352"/>
                <a:gd name="connsiteY407" fmla="*/ 294960 h 6750207"/>
                <a:gd name="connsiteX408" fmla="*/ 2471411 w 6002352"/>
                <a:gd name="connsiteY408" fmla="*/ 294918 h 6750207"/>
                <a:gd name="connsiteX409" fmla="*/ 2471395 w 6002352"/>
                <a:gd name="connsiteY409" fmla="*/ 294935 h 6750207"/>
                <a:gd name="connsiteX410" fmla="*/ 2174802 w 6002352"/>
                <a:gd name="connsiteY410" fmla="*/ 506550 h 6750207"/>
                <a:gd name="connsiteX411" fmla="*/ 2174735 w 6002352"/>
                <a:gd name="connsiteY411" fmla="*/ 506567 h 6750207"/>
                <a:gd name="connsiteX412" fmla="*/ 2174727 w 6002352"/>
                <a:gd name="connsiteY412" fmla="*/ 506559 h 6750207"/>
                <a:gd name="connsiteX413" fmla="*/ 2174727 w 6002352"/>
                <a:gd name="connsiteY413" fmla="*/ 506576 h 6750207"/>
                <a:gd name="connsiteX414" fmla="*/ 2182264 w 6002352"/>
                <a:gd name="connsiteY414" fmla="*/ 762248 h 6750207"/>
                <a:gd name="connsiteX415" fmla="*/ 2179017 w 6002352"/>
                <a:gd name="connsiteY415" fmla="*/ 917254 h 6750207"/>
                <a:gd name="connsiteX416" fmla="*/ 2272332 w 6002352"/>
                <a:gd name="connsiteY416" fmla="*/ 845367 h 6750207"/>
                <a:gd name="connsiteX417" fmla="*/ 2273577 w 6002352"/>
                <a:gd name="connsiteY417" fmla="*/ 887414 h 6750207"/>
                <a:gd name="connsiteX418" fmla="*/ 2274342 w 6002352"/>
                <a:gd name="connsiteY418" fmla="*/ 913359 h 6750207"/>
                <a:gd name="connsiteX419" fmla="*/ 2274342 w 6002352"/>
                <a:gd name="connsiteY419" fmla="*/ 913350 h 6750207"/>
                <a:gd name="connsiteX420" fmla="*/ 2273577 w 6002352"/>
                <a:gd name="connsiteY420" fmla="*/ 887405 h 6750207"/>
                <a:gd name="connsiteX421" fmla="*/ 2272340 w 6002352"/>
                <a:gd name="connsiteY421" fmla="*/ 845375 h 6750207"/>
                <a:gd name="connsiteX422" fmla="*/ 2272340 w 6002352"/>
                <a:gd name="connsiteY422" fmla="*/ 845367 h 6750207"/>
                <a:gd name="connsiteX423" fmla="*/ 2272348 w 6002352"/>
                <a:gd name="connsiteY423" fmla="*/ 845375 h 6750207"/>
                <a:gd name="connsiteX424" fmla="*/ 2272407 w 6002352"/>
                <a:gd name="connsiteY424" fmla="*/ 845358 h 6750207"/>
                <a:gd name="connsiteX425" fmla="*/ 2340820 w 6002352"/>
                <a:gd name="connsiteY425" fmla="*/ 796547 h 6750207"/>
                <a:gd name="connsiteX426" fmla="*/ 2373773 w 6002352"/>
                <a:gd name="connsiteY426" fmla="*/ 752018 h 6750207"/>
                <a:gd name="connsiteX427" fmla="*/ 2340828 w 6002352"/>
                <a:gd name="connsiteY427" fmla="*/ 796547 h 6750207"/>
                <a:gd name="connsiteX428" fmla="*/ 2501622 w 6002352"/>
                <a:gd name="connsiteY428" fmla="*/ 681814 h 6750207"/>
                <a:gd name="connsiteX429" fmla="*/ 2533969 w 6002352"/>
                <a:gd name="connsiteY429" fmla="*/ 658738 h 6750207"/>
                <a:gd name="connsiteX430" fmla="*/ 2533977 w 6002352"/>
                <a:gd name="connsiteY430" fmla="*/ 658721 h 6750207"/>
                <a:gd name="connsiteX431" fmla="*/ 2533986 w 6002352"/>
                <a:gd name="connsiteY431" fmla="*/ 658763 h 6750207"/>
                <a:gd name="connsiteX432" fmla="*/ 2540648 w 6002352"/>
                <a:gd name="connsiteY432" fmla="*/ 708079 h 6750207"/>
                <a:gd name="connsiteX433" fmla="*/ 2540657 w 6002352"/>
                <a:gd name="connsiteY433" fmla="*/ 708070 h 6750207"/>
                <a:gd name="connsiteX434" fmla="*/ 2533994 w 6002352"/>
                <a:gd name="connsiteY434" fmla="*/ 658763 h 6750207"/>
                <a:gd name="connsiteX435" fmla="*/ 2533986 w 6002352"/>
                <a:gd name="connsiteY435" fmla="*/ 658721 h 6750207"/>
                <a:gd name="connsiteX436" fmla="*/ 2534036 w 6002352"/>
                <a:gd name="connsiteY436" fmla="*/ 658729 h 6750207"/>
                <a:gd name="connsiteX437" fmla="*/ 2784930 w 6002352"/>
                <a:gd name="connsiteY437" fmla="*/ 495420 h 6750207"/>
                <a:gd name="connsiteX438" fmla="*/ 2759448 w 6002352"/>
                <a:gd name="connsiteY438" fmla="*/ 576536 h 6750207"/>
                <a:gd name="connsiteX439" fmla="*/ 2759456 w 6002352"/>
                <a:gd name="connsiteY439" fmla="*/ 576528 h 6750207"/>
                <a:gd name="connsiteX440" fmla="*/ 2784938 w 6002352"/>
                <a:gd name="connsiteY440" fmla="*/ 495420 h 6750207"/>
                <a:gd name="connsiteX441" fmla="*/ 2784964 w 6002352"/>
                <a:gd name="connsiteY441" fmla="*/ 495429 h 6750207"/>
                <a:gd name="connsiteX442" fmla="*/ 2790289 w 6002352"/>
                <a:gd name="connsiteY442" fmla="*/ 492324 h 6750207"/>
                <a:gd name="connsiteX443" fmla="*/ 2922555 w 6002352"/>
                <a:gd name="connsiteY443" fmla="*/ 415129 h 6750207"/>
                <a:gd name="connsiteX444" fmla="*/ 2957291 w 6002352"/>
                <a:gd name="connsiteY444" fmla="*/ 403536 h 6750207"/>
                <a:gd name="connsiteX445" fmla="*/ 2957291 w 6002352"/>
                <a:gd name="connsiteY445" fmla="*/ 403544 h 6750207"/>
                <a:gd name="connsiteX446" fmla="*/ 2973822 w 6002352"/>
                <a:gd name="connsiteY446" fmla="*/ 401660 h 6750207"/>
                <a:gd name="connsiteX447" fmla="*/ 2969708 w 6002352"/>
                <a:gd name="connsiteY447" fmla="*/ 376278 h 6750207"/>
                <a:gd name="connsiteX448" fmla="*/ 2969717 w 6002352"/>
                <a:gd name="connsiteY448" fmla="*/ 376278 h 6750207"/>
                <a:gd name="connsiteX449" fmla="*/ 2973830 w 6002352"/>
                <a:gd name="connsiteY449" fmla="*/ 401660 h 6750207"/>
                <a:gd name="connsiteX450" fmla="*/ 3000457 w 6002352"/>
                <a:gd name="connsiteY450" fmla="*/ 398640 h 6750207"/>
                <a:gd name="connsiteX451" fmla="*/ 3043631 w 6002352"/>
                <a:gd name="connsiteY451" fmla="*/ 403544 h 6750207"/>
                <a:gd name="connsiteX452" fmla="*/ 3038289 w 6002352"/>
                <a:gd name="connsiteY452" fmla="*/ 464167 h 6750207"/>
                <a:gd name="connsiteX453" fmla="*/ 3043640 w 6002352"/>
                <a:gd name="connsiteY453" fmla="*/ 403544 h 6750207"/>
                <a:gd name="connsiteX454" fmla="*/ 3078368 w 6002352"/>
                <a:gd name="connsiteY454" fmla="*/ 415137 h 6750207"/>
                <a:gd name="connsiteX455" fmla="*/ 3192285 w 6002352"/>
                <a:gd name="connsiteY455" fmla="*/ 481017 h 6750207"/>
                <a:gd name="connsiteX456" fmla="*/ 3192318 w 6002352"/>
                <a:gd name="connsiteY456" fmla="*/ 481009 h 6750207"/>
                <a:gd name="connsiteX457" fmla="*/ 3192318 w 6002352"/>
                <a:gd name="connsiteY457" fmla="*/ 481034 h 6750207"/>
                <a:gd name="connsiteX458" fmla="*/ 3192318 w 6002352"/>
                <a:gd name="connsiteY458" fmla="*/ 481043 h 6750207"/>
                <a:gd name="connsiteX459" fmla="*/ 3192327 w 6002352"/>
                <a:gd name="connsiteY459" fmla="*/ 481009 h 6750207"/>
                <a:gd name="connsiteX460" fmla="*/ 3193261 w 6002352"/>
                <a:gd name="connsiteY460" fmla="*/ 481606 h 6750207"/>
                <a:gd name="connsiteX461" fmla="*/ 3311662 w 6002352"/>
                <a:gd name="connsiteY461" fmla="*/ 557523 h 6750207"/>
                <a:gd name="connsiteX462" fmla="*/ 3369584 w 6002352"/>
                <a:gd name="connsiteY462" fmla="*/ 413513 h 6750207"/>
                <a:gd name="connsiteX463" fmla="*/ 3369592 w 6002352"/>
                <a:gd name="connsiteY463" fmla="*/ 413513 h 6750207"/>
                <a:gd name="connsiteX464" fmla="*/ 3311670 w 6002352"/>
                <a:gd name="connsiteY464" fmla="*/ 557523 h 6750207"/>
                <a:gd name="connsiteX465" fmla="*/ 3421112 w 6002352"/>
                <a:gd name="connsiteY465" fmla="*/ 627694 h 6750207"/>
                <a:gd name="connsiteX466" fmla="*/ 3421121 w 6002352"/>
                <a:gd name="connsiteY466" fmla="*/ 627678 h 6750207"/>
                <a:gd name="connsiteX467" fmla="*/ 3417873 w 6002352"/>
                <a:gd name="connsiteY467" fmla="*/ 693255 h 6750207"/>
                <a:gd name="connsiteX468" fmla="*/ 3421129 w 6002352"/>
                <a:gd name="connsiteY468" fmla="*/ 627678 h 6750207"/>
                <a:gd name="connsiteX469" fmla="*/ 3441421 w 6002352"/>
                <a:gd name="connsiteY469" fmla="*/ 641895 h 6750207"/>
                <a:gd name="connsiteX470" fmla="*/ 3461594 w 6002352"/>
                <a:gd name="connsiteY470" fmla="*/ 577150 h 6750207"/>
                <a:gd name="connsiteX471" fmla="*/ 3461603 w 6002352"/>
                <a:gd name="connsiteY471" fmla="*/ 577150 h 6750207"/>
                <a:gd name="connsiteX472" fmla="*/ 3441421 w 6002352"/>
                <a:gd name="connsiteY472" fmla="*/ 641895 h 6750207"/>
                <a:gd name="connsiteX473" fmla="*/ 3558022 w 6002352"/>
                <a:gd name="connsiteY473" fmla="*/ 723583 h 6750207"/>
                <a:gd name="connsiteX474" fmla="*/ 3665596 w 6002352"/>
                <a:gd name="connsiteY474" fmla="*/ 798953 h 6750207"/>
                <a:gd name="connsiteX475" fmla="*/ 3665621 w 6002352"/>
                <a:gd name="connsiteY475" fmla="*/ 798937 h 6750207"/>
                <a:gd name="connsiteX476" fmla="*/ 3861941 w 6002352"/>
                <a:gd name="connsiteY476" fmla="*/ 946741 h 6750207"/>
                <a:gd name="connsiteX477" fmla="*/ 3861975 w 6002352"/>
                <a:gd name="connsiteY477" fmla="*/ 946732 h 6750207"/>
                <a:gd name="connsiteX478" fmla="*/ 3861967 w 6002352"/>
                <a:gd name="connsiteY478" fmla="*/ 946766 h 6750207"/>
                <a:gd name="connsiteX479" fmla="*/ 3850046 w 6002352"/>
                <a:gd name="connsiteY479" fmla="*/ 1023238 h 6750207"/>
                <a:gd name="connsiteX480" fmla="*/ 3850054 w 6002352"/>
                <a:gd name="connsiteY480" fmla="*/ 1023247 h 6750207"/>
                <a:gd name="connsiteX481" fmla="*/ 3861983 w 6002352"/>
                <a:gd name="connsiteY481" fmla="*/ 946732 h 6750207"/>
                <a:gd name="connsiteX482" fmla="*/ 3916364 w 6002352"/>
                <a:gd name="connsiteY482" fmla="*/ 990479 h 6750207"/>
                <a:gd name="connsiteX483" fmla="*/ 3929479 w 6002352"/>
                <a:gd name="connsiteY483" fmla="*/ 927921 h 6750207"/>
                <a:gd name="connsiteX484" fmla="*/ 3929488 w 6002352"/>
                <a:gd name="connsiteY484" fmla="*/ 927921 h 6750207"/>
                <a:gd name="connsiteX485" fmla="*/ 3916372 w 6002352"/>
                <a:gd name="connsiteY485" fmla="*/ 990487 h 6750207"/>
                <a:gd name="connsiteX486" fmla="*/ 4067945 w 6002352"/>
                <a:gd name="connsiteY486" fmla="*/ 1112414 h 6750207"/>
                <a:gd name="connsiteX487" fmla="*/ 4067962 w 6002352"/>
                <a:gd name="connsiteY487" fmla="*/ 1112405 h 6750207"/>
                <a:gd name="connsiteX488" fmla="*/ 4067953 w 6002352"/>
                <a:gd name="connsiteY488" fmla="*/ 1112422 h 6750207"/>
                <a:gd name="connsiteX489" fmla="*/ 4067962 w 6002352"/>
                <a:gd name="connsiteY489" fmla="*/ 1112431 h 6750207"/>
                <a:gd name="connsiteX490" fmla="*/ 4067970 w 6002352"/>
                <a:gd name="connsiteY490" fmla="*/ 1112405 h 6750207"/>
                <a:gd name="connsiteX491" fmla="*/ 4113399 w 6002352"/>
                <a:gd name="connsiteY491" fmla="*/ 1151676 h 6750207"/>
                <a:gd name="connsiteX492" fmla="*/ 4147614 w 6002352"/>
                <a:gd name="connsiteY492" fmla="*/ 1052473 h 6750207"/>
                <a:gd name="connsiteX493" fmla="*/ 4147622 w 6002352"/>
                <a:gd name="connsiteY493" fmla="*/ 1052473 h 6750207"/>
                <a:gd name="connsiteX494" fmla="*/ 4113407 w 6002352"/>
                <a:gd name="connsiteY494" fmla="*/ 1151676 h 6750207"/>
                <a:gd name="connsiteX495" fmla="*/ 4273562 w 6002352"/>
                <a:gd name="connsiteY495" fmla="*/ 1290100 h 6750207"/>
                <a:gd name="connsiteX496" fmla="*/ 4273604 w 6002352"/>
                <a:gd name="connsiteY496" fmla="*/ 1290092 h 6750207"/>
                <a:gd name="connsiteX497" fmla="*/ 4372168 w 6002352"/>
                <a:gd name="connsiteY497" fmla="*/ 1381707 h 6750207"/>
                <a:gd name="connsiteX498" fmla="*/ 4342731 w 6002352"/>
                <a:gd name="connsiteY498" fmla="*/ 1308490 h 6750207"/>
                <a:gd name="connsiteX499" fmla="*/ 4372176 w 6002352"/>
                <a:gd name="connsiteY499" fmla="*/ 1381707 h 6750207"/>
                <a:gd name="connsiteX500" fmla="*/ 4449944 w 6002352"/>
                <a:gd name="connsiteY500" fmla="*/ 1453990 h 6750207"/>
                <a:gd name="connsiteX501" fmla="*/ 4449961 w 6002352"/>
                <a:gd name="connsiteY501" fmla="*/ 1453981 h 6750207"/>
                <a:gd name="connsiteX502" fmla="*/ 4600650 w 6002352"/>
                <a:gd name="connsiteY502" fmla="*/ 1604116 h 6750207"/>
                <a:gd name="connsiteX503" fmla="*/ 4600684 w 6002352"/>
                <a:gd name="connsiteY503" fmla="*/ 1604116 h 6750207"/>
                <a:gd name="connsiteX504" fmla="*/ 4711951 w 6002352"/>
                <a:gd name="connsiteY504" fmla="*/ 1723224 h 6750207"/>
                <a:gd name="connsiteX505" fmla="*/ 4687655 w 6002352"/>
                <a:gd name="connsiteY505" fmla="*/ 1652069 h 6750207"/>
                <a:gd name="connsiteX506" fmla="*/ 4711959 w 6002352"/>
                <a:gd name="connsiteY506" fmla="*/ 1723232 h 6750207"/>
                <a:gd name="connsiteX507" fmla="*/ 4748849 w 6002352"/>
                <a:gd name="connsiteY507" fmla="*/ 1762713 h 6750207"/>
                <a:gd name="connsiteX508" fmla="*/ 4748858 w 6002352"/>
                <a:gd name="connsiteY508" fmla="*/ 1762713 h 6750207"/>
                <a:gd name="connsiteX509" fmla="*/ 4748858 w 6002352"/>
                <a:gd name="connsiteY509" fmla="*/ 1762730 h 6750207"/>
                <a:gd name="connsiteX510" fmla="*/ 4748866 w 6002352"/>
                <a:gd name="connsiteY510" fmla="*/ 1762713 h 6750207"/>
                <a:gd name="connsiteX511" fmla="*/ 4892464 w 6002352"/>
                <a:gd name="connsiteY511" fmla="*/ 1929303 h 6750207"/>
                <a:gd name="connsiteX512" fmla="*/ 4892489 w 6002352"/>
                <a:gd name="connsiteY512" fmla="*/ 1929303 h 6750207"/>
                <a:gd name="connsiteX513" fmla="*/ 5016174 w 6002352"/>
                <a:gd name="connsiteY513" fmla="*/ 2085748 h 6750207"/>
                <a:gd name="connsiteX514" fmla="*/ 5016190 w 6002352"/>
                <a:gd name="connsiteY514" fmla="*/ 2085739 h 6750207"/>
                <a:gd name="connsiteX515" fmla="*/ 5036810 w 6002352"/>
                <a:gd name="connsiteY515" fmla="*/ 2114115 h 6750207"/>
                <a:gd name="connsiteX516" fmla="*/ 5047595 w 6002352"/>
                <a:gd name="connsiteY516" fmla="*/ 1971737 h 6750207"/>
                <a:gd name="connsiteX517" fmla="*/ 5036810 w 6002352"/>
                <a:gd name="connsiteY517" fmla="*/ 2114124 h 6750207"/>
                <a:gd name="connsiteX518" fmla="*/ 5114132 w 6002352"/>
                <a:gd name="connsiteY518" fmla="*/ 2220546 h 6750207"/>
                <a:gd name="connsiteX519" fmla="*/ 5114149 w 6002352"/>
                <a:gd name="connsiteY519" fmla="*/ 2220537 h 6750207"/>
                <a:gd name="connsiteX520" fmla="*/ 5114149 w 6002352"/>
                <a:gd name="connsiteY520" fmla="*/ 2220554 h 6750207"/>
                <a:gd name="connsiteX521" fmla="*/ 5114157 w 6002352"/>
                <a:gd name="connsiteY521" fmla="*/ 2220537 h 6750207"/>
                <a:gd name="connsiteX522" fmla="*/ 5218391 w 6002352"/>
                <a:gd name="connsiteY522" fmla="*/ 2377974 h 6750207"/>
                <a:gd name="connsiteX523" fmla="*/ 5218408 w 6002352"/>
                <a:gd name="connsiteY523" fmla="*/ 2377974 h 6750207"/>
                <a:gd name="connsiteX524" fmla="*/ 5287612 w 6002352"/>
                <a:gd name="connsiteY524" fmla="*/ 2495223 h 6750207"/>
                <a:gd name="connsiteX525" fmla="*/ 5264897 w 6002352"/>
                <a:gd name="connsiteY525" fmla="*/ 2357910 h 6750207"/>
                <a:gd name="connsiteX526" fmla="*/ 5264906 w 6002352"/>
                <a:gd name="connsiteY526" fmla="*/ 2357910 h 6750207"/>
                <a:gd name="connsiteX527" fmla="*/ 5287620 w 6002352"/>
                <a:gd name="connsiteY527" fmla="*/ 2495231 h 6750207"/>
                <a:gd name="connsiteX528" fmla="*/ 5316947 w 6002352"/>
                <a:gd name="connsiteY528" fmla="*/ 2544917 h 6750207"/>
                <a:gd name="connsiteX529" fmla="*/ 5316964 w 6002352"/>
                <a:gd name="connsiteY529" fmla="*/ 2544909 h 6750207"/>
                <a:gd name="connsiteX530" fmla="*/ 5393334 w 6002352"/>
                <a:gd name="connsiteY530" fmla="*/ 2691746 h 6750207"/>
                <a:gd name="connsiteX531" fmla="*/ 5393343 w 6002352"/>
                <a:gd name="connsiteY531" fmla="*/ 2691737 h 6750207"/>
                <a:gd name="connsiteX532" fmla="*/ 5471565 w 6002352"/>
                <a:gd name="connsiteY532" fmla="*/ 2868860 h 6750207"/>
                <a:gd name="connsiteX533" fmla="*/ 5482006 w 6002352"/>
                <a:gd name="connsiteY533" fmla="*/ 2892508 h 6750207"/>
                <a:gd name="connsiteX534" fmla="*/ 5482014 w 6002352"/>
                <a:gd name="connsiteY534" fmla="*/ 2892508 h 6750207"/>
                <a:gd name="connsiteX535" fmla="*/ 5482014 w 6002352"/>
                <a:gd name="connsiteY535" fmla="*/ 2892500 h 6750207"/>
                <a:gd name="connsiteX536" fmla="*/ 5559302 w 6002352"/>
                <a:gd name="connsiteY536" fmla="*/ 3117231 h 6750207"/>
                <a:gd name="connsiteX537" fmla="*/ 5559318 w 6002352"/>
                <a:gd name="connsiteY537" fmla="*/ 3117231 h 6750207"/>
                <a:gd name="connsiteX538" fmla="*/ 5559327 w 6002352"/>
                <a:gd name="connsiteY538" fmla="*/ 3117222 h 6750207"/>
                <a:gd name="connsiteX539" fmla="*/ 5613278 w 6002352"/>
                <a:gd name="connsiteY539" fmla="*/ 3343879 h 6750207"/>
                <a:gd name="connsiteX540" fmla="*/ 5613286 w 6002352"/>
                <a:gd name="connsiteY540" fmla="*/ 3343879 h 6750207"/>
                <a:gd name="connsiteX541" fmla="*/ 5641074 w 6002352"/>
                <a:gd name="connsiteY541" fmla="*/ 3552180 h 6750207"/>
                <a:gd name="connsiteX542" fmla="*/ 5641082 w 6002352"/>
                <a:gd name="connsiteY542" fmla="*/ 3552171 h 6750207"/>
                <a:gd name="connsiteX543" fmla="*/ 5647291 w 6002352"/>
                <a:gd name="connsiteY543" fmla="*/ 3702466 h 6750207"/>
                <a:gd name="connsiteX544" fmla="*/ 5709378 w 6002352"/>
                <a:gd name="connsiteY544" fmla="*/ 3493770 h 6750207"/>
                <a:gd name="connsiteX545" fmla="*/ 5647291 w 6002352"/>
                <a:gd name="connsiteY545" fmla="*/ 3702491 h 6750207"/>
                <a:gd name="connsiteX546" fmla="*/ 5647880 w 6002352"/>
                <a:gd name="connsiteY546" fmla="*/ 3716734 h 6750207"/>
                <a:gd name="connsiteX547" fmla="*/ 5647880 w 6002352"/>
                <a:gd name="connsiteY547" fmla="*/ 3716742 h 6750207"/>
                <a:gd name="connsiteX548" fmla="*/ 5647880 w 6002352"/>
                <a:gd name="connsiteY548" fmla="*/ 3716767 h 6750207"/>
                <a:gd name="connsiteX549" fmla="*/ 5647880 w 6002352"/>
                <a:gd name="connsiteY549" fmla="*/ 3974173 h 6750207"/>
                <a:gd name="connsiteX550" fmla="*/ 5647880 w 6002352"/>
                <a:gd name="connsiteY550" fmla="*/ 3974190 h 6750207"/>
                <a:gd name="connsiteX551" fmla="*/ 5647880 w 6002352"/>
                <a:gd name="connsiteY551" fmla="*/ 3974216 h 6750207"/>
                <a:gd name="connsiteX552" fmla="*/ 5647880 w 6002352"/>
                <a:gd name="connsiteY552" fmla="*/ 4231613 h 6750207"/>
                <a:gd name="connsiteX553" fmla="*/ 5647880 w 6002352"/>
                <a:gd name="connsiteY553" fmla="*/ 4489053 h 6750207"/>
                <a:gd name="connsiteX554" fmla="*/ 5647880 w 6002352"/>
                <a:gd name="connsiteY554" fmla="*/ 4489069 h 6750207"/>
                <a:gd name="connsiteX555" fmla="*/ 5647880 w 6002352"/>
                <a:gd name="connsiteY555" fmla="*/ 4489086 h 6750207"/>
                <a:gd name="connsiteX556" fmla="*/ 5647880 w 6002352"/>
                <a:gd name="connsiteY556" fmla="*/ 4489095 h 6750207"/>
                <a:gd name="connsiteX557" fmla="*/ 5647880 w 6002352"/>
                <a:gd name="connsiteY557" fmla="*/ 4628192 h 6750207"/>
                <a:gd name="connsiteX558" fmla="*/ 5718261 w 6002352"/>
                <a:gd name="connsiteY558" fmla="*/ 4784207 h 6750207"/>
                <a:gd name="connsiteX559" fmla="*/ 5647880 w 6002352"/>
                <a:gd name="connsiteY559" fmla="*/ 4628200 h 6750207"/>
                <a:gd name="connsiteX560" fmla="*/ 5647880 w 6002352"/>
                <a:gd name="connsiteY560" fmla="*/ 4746492 h 6750207"/>
                <a:gd name="connsiteX561" fmla="*/ 5647880 w 6002352"/>
                <a:gd name="connsiteY561" fmla="*/ 4746535 h 6750207"/>
                <a:gd name="connsiteX562" fmla="*/ 5647880 w 6002352"/>
                <a:gd name="connsiteY562" fmla="*/ 4873609 h 6750207"/>
                <a:gd name="connsiteX563" fmla="*/ 5647880 w 6002352"/>
                <a:gd name="connsiteY563" fmla="*/ 5038744 h 6750207"/>
                <a:gd name="connsiteX564" fmla="*/ 5695639 w 6002352"/>
                <a:gd name="connsiteY564" fmla="*/ 4992507 h 6750207"/>
                <a:gd name="connsiteX565" fmla="*/ 5695664 w 6002352"/>
                <a:gd name="connsiteY565" fmla="*/ 4992507 h 6750207"/>
                <a:gd name="connsiteX566" fmla="*/ 5647880 w 6002352"/>
                <a:gd name="connsiteY566" fmla="*/ 5038769 h 6750207"/>
                <a:gd name="connsiteX567" fmla="*/ 5647880 w 6002352"/>
                <a:gd name="connsiteY567" fmla="*/ 5075381 h 6750207"/>
                <a:gd name="connsiteX568" fmla="*/ 5659894 w 6002352"/>
                <a:gd name="connsiteY568" fmla="*/ 5146865 h 6750207"/>
                <a:gd name="connsiteX569" fmla="*/ 5647880 w 6002352"/>
                <a:gd name="connsiteY569" fmla="*/ 5075398 h 6750207"/>
                <a:gd name="connsiteX570" fmla="*/ 5647880 w 6002352"/>
                <a:gd name="connsiteY570" fmla="*/ 5201035 h 6750207"/>
                <a:gd name="connsiteX571" fmla="*/ 5647880 w 6002352"/>
                <a:gd name="connsiteY571" fmla="*/ 5329776 h 6750207"/>
                <a:gd name="connsiteX572" fmla="*/ 5647880 w 6002352"/>
                <a:gd name="connsiteY572" fmla="*/ 5434262 h 6750207"/>
                <a:gd name="connsiteX573" fmla="*/ 5691668 w 6002352"/>
                <a:gd name="connsiteY573" fmla="*/ 5374675 h 6750207"/>
                <a:gd name="connsiteX574" fmla="*/ 5691677 w 6002352"/>
                <a:gd name="connsiteY574" fmla="*/ 5374675 h 6750207"/>
                <a:gd name="connsiteX575" fmla="*/ 5647880 w 6002352"/>
                <a:gd name="connsiteY575" fmla="*/ 5434262 h 6750207"/>
                <a:gd name="connsiteX576" fmla="*/ 5647880 w 6002352"/>
                <a:gd name="connsiteY576" fmla="*/ 5518323 h 6750207"/>
                <a:gd name="connsiteX577" fmla="*/ 5703833 w 6002352"/>
                <a:gd name="connsiteY577" fmla="*/ 5692089 h 6750207"/>
                <a:gd name="connsiteX578" fmla="*/ 5703825 w 6002352"/>
                <a:gd name="connsiteY578" fmla="*/ 5692089 h 6750207"/>
                <a:gd name="connsiteX579" fmla="*/ 5647880 w 6002352"/>
                <a:gd name="connsiteY579" fmla="*/ 5518331 h 6750207"/>
                <a:gd name="connsiteX580" fmla="*/ 5647880 w 6002352"/>
                <a:gd name="connsiteY580" fmla="*/ 5587190 h 6750207"/>
                <a:gd name="connsiteX581" fmla="*/ 5647880 w 6002352"/>
                <a:gd name="connsiteY581" fmla="*/ 5686192 h 6750207"/>
                <a:gd name="connsiteX582" fmla="*/ 5647880 w 6002352"/>
                <a:gd name="connsiteY582" fmla="*/ 5715931 h 6750207"/>
                <a:gd name="connsiteX583" fmla="*/ 5647872 w 6002352"/>
                <a:gd name="connsiteY583" fmla="*/ 5715922 h 6750207"/>
                <a:gd name="connsiteX584" fmla="*/ 5647872 w 6002352"/>
                <a:gd name="connsiteY584" fmla="*/ 5715931 h 6750207"/>
                <a:gd name="connsiteX585" fmla="*/ 5647872 w 6002352"/>
                <a:gd name="connsiteY585" fmla="*/ 5973337 h 6750207"/>
                <a:gd name="connsiteX586" fmla="*/ 5647872 w 6002352"/>
                <a:gd name="connsiteY586" fmla="*/ 5973387 h 6750207"/>
                <a:gd name="connsiteX587" fmla="*/ 156848 w 6002352"/>
                <a:gd name="connsiteY587" fmla="*/ 6230145 h 6750207"/>
                <a:gd name="connsiteX588" fmla="*/ 122330 w 6002352"/>
                <a:gd name="connsiteY588" fmla="*/ 5887097 h 6750207"/>
                <a:gd name="connsiteX589" fmla="*/ 122330 w 6002352"/>
                <a:gd name="connsiteY589" fmla="*/ 5887089 h 6750207"/>
                <a:gd name="connsiteX590" fmla="*/ 156856 w 6002352"/>
                <a:gd name="connsiteY590" fmla="*/ 6230145 h 6750207"/>
                <a:gd name="connsiteX591" fmla="*/ 3997143 w 6002352"/>
                <a:gd name="connsiteY591" fmla="*/ 6472921 h 6750207"/>
                <a:gd name="connsiteX592" fmla="*/ 3997143 w 6002352"/>
                <a:gd name="connsiteY592" fmla="*/ 6472913 h 6750207"/>
                <a:gd name="connsiteX593" fmla="*/ 3997151 w 6002352"/>
                <a:gd name="connsiteY593" fmla="*/ 6472921 h 6750207"/>
                <a:gd name="connsiteX594" fmla="*/ 680652 w 6002352"/>
                <a:gd name="connsiteY594" fmla="*/ 6487004 h 6750207"/>
                <a:gd name="connsiteX595" fmla="*/ 680652 w 6002352"/>
                <a:gd name="connsiteY595" fmla="*/ 6486996 h 6750207"/>
                <a:gd name="connsiteX596" fmla="*/ 680652 w 6002352"/>
                <a:gd name="connsiteY596" fmla="*/ 6486988 h 6750207"/>
                <a:gd name="connsiteX597" fmla="*/ 680660 w 6002352"/>
                <a:gd name="connsiteY597" fmla="*/ 6486996 h 6750207"/>
                <a:gd name="connsiteX598" fmla="*/ 4788827 w 6002352"/>
                <a:gd name="connsiteY598" fmla="*/ 6515742 h 6750207"/>
                <a:gd name="connsiteX599" fmla="*/ 4813964 w 6002352"/>
                <a:gd name="connsiteY599" fmla="*/ 6438092 h 6750207"/>
                <a:gd name="connsiteX600" fmla="*/ 4788835 w 6002352"/>
                <a:gd name="connsiteY600" fmla="*/ 6515742 h 6750207"/>
                <a:gd name="connsiteX601" fmla="*/ 157151 w 6002352"/>
                <a:gd name="connsiteY601" fmla="*/ 6575398 h 6750207"/>
                <a:gd name="connsiteX602" fmla="*/ 301177 w 6002352"/>
                <a:gd name="connsiteY602" fmla="*/ 6294932 h 6750207"/>
                <a:gd name="connsiteX603" fmla="*/ 301185 w 6002352"/>
                <a:gd name="connsiteY603" fmla="*/ 6294941 h 6750207"/>
                <a:gd name="connsiteX604" fmla="*/ 4762074 w 6002352"/>
                <a:gd name="connsiteY604" fmla="*/ 6592888 h 6750207"/>
                <a:gd name="connsiteX605" fmla="*/ 4673092 w 6002352"/>
                <a:gd name="connsiteY605" fmla="*/ 6456029 h 6750207"/>
                <a:gd name="connsiteX606" fmla="*/ 4762083 w 6002352"/>
                <a:gd name="connsiteY606" fmla="*/ 6592888 h 6750207"/>
                <a:gd name="connsiteX607" fmla="*/ 4605176 w 6002352"/>
                <a:gd name="connsiteY607" fmla="*/ 6597506 h 6750207"/>
                <a:gd name="connsiteX608" fmla="*/ 4504526 w 6002352"/>
                <a:gd name="connsiteY608" fmla="*/ 6459789 h 6750207"/>
                <a:gd name="connsiteX609" fmla="*/ 4504534 w 6002352"/>
                <a:gd name="connsiteY609" fmla="*/ 6459789 h 6750207"/>
                <a:gd name="connsiteX610" fmla="*/ 4605185 w 6002352"/>
                <a:gd name="connsiteY610" fmla="*/ 6597523 h 6750207"/>
                <a:gd name="connsiteX611" fmla="*/ 4605185 w 6002352"/>
                <a:gd name="connsiteY611" fmla="*/ 6597515 h 6750207"/>
                <a:gd name="connsiteX612" fmla="*/ 4605193 w 6002352"/>
                <a:gd name="connsiteY612" fmla="*/ 6597523 h 6750207"/>
                <a:gd name="connsiteX613" fmla="*/ 1046002 w 6002352"/>
                <a:gd name="connsiteY613" fmla="*/ 6601132 h 6750207"/>
                <a:gd name="connsiteX614" fmla="*/ 1039844 w 6002352"/>
                <a:gd name="connsiteY614" fmla="*/ 6415622 h 6750207"/>
                <a:gd name="connsiteX615" fmla="*/ 1039642 w 6002352"/>
                <a:gd name="connsiteY615" fmla="*/ 6409607 h 6750207"/>
                <a:gd name="connsiteX616" fmla="*/ 1039642 w 6002352"/>
                <a:gd name="connsiteY616" fmla="*/ 6409598 h 6750207"/>
                <a:gd name="connsiteX617" fmla="*/ 1039844 w 6002352"/>
                <a:gd name="connsiteY617" fmla="*/ 6415622 h 6750207"/>
                <a:gd name="connsiteX618" fmla="*/ 1046010 w 6002352"/>
                <a:gd name="connsiteY618" fmla="*/ 6601124 h 6750207"/>
                <a:gd name="connsiteX619" fmla="*/ 4971948 w 6002352"/>
                <a:gd name="connsiteY619" fmla="*/ 6609823 h 6750207"/>
                <a:gd name="connsiteX620" fmla="*/ 4953583 w 6002352"/>
                <a:gd name="connsiteY620" fmla="*/ 6466301 h 6750207"/>
                <a:gd name="connsiteX621" fmla="*/ 4971956 w 6002352"/>
                <a:gd name="connsiteY621" fmla="*/ 6609823 h 6750207"/>
                <a:gd name="connsiteX622" fmla="*/ 4842711 w 6002352"/>
                <a:gd name="connsiteY622" fmla="*/ 6625294 h 6750207"/>
                <a:gd name="connsiteX623" fmla="*/ 4866258 w 6002352"/>
                <a:gd name="connsiteY623" fmla="*/ 6541696 h 6750207"/>
                <a:gd name="connsiteX624" fmla="*/ 4842719 w 6002352"/>
                <a:gd name="connsiteY624" fmla="*/ 6625294 h 6750207"/>
                <a:gd name="connsiteX625" fmla="*/ 4789971 w 6002352"/>
                <a:gd name="connsiteY625" fmla="*/ 6729225 h 6750207"/>
                <a:gd name="connsiteX626" fmla="*/ 4842702 w 6002352"/>
                <a:gd name="connsiteY626" fmla="*/ 6625302 h 6750207"/>
                <a:gd name="connsiteX627" fmla="*/ 4842711 w 6002352"/>
                <a:gd name="connsiteY627" fmla="*/ 6625311 h 6750207"/>
                <a:gd name="connsiteX628" fmla="*/ 4789963 w 6002352"/>
                <a:gd name="connsiteY628" fmla="*/ 6729225 h 6750207"/>
                <a:gd name="connsiteX629" fmla="*/ 4762100 w 6002352"/>
                <a:gd name="connsiteY629" fmla="*/ 6592905 h 6750207"/>
                <a:gd name="connsiteX630" fmla="*/ 4762108 w 6002352"/>
                <a:gd name="connsiteY630" fmla="*/ 6592905 h 6750207"/>
                <a:gd name="connsiteX631" fmla="*/ 4414635 w 6002352"/>
                <a:gd name="connsiteY631" fmla="*/ 6747641 h 6750207"/>
                <a:gd name="connsiteX632" fmla="*/ 4416124 w 6002352"/>
                <a:gd name="connsiteY632" fmla="*/ 6603353 h 6750207"/>
                <a:gd name="connsiteX633" fmla="*/ 4416124 w 6002352"/>
                <a:gd name="connsiteY633" fmla="*/ 6603336 h 6750207"/>
                <a:gd name="connsiteX634" fmla="*/ 4408250 w 6002352"/>
                <a:gd name="connsiteY634" fmla="*/ 6499531 h 6750207"/>
                <a:gd name="connsiteX635" fmla="*/ 4416124 w 6002352"/>
                <a:gd name="connsiteY635" fmla="*/ 6603328 h 6750207"/>
                <a:gd name="connsiteX636" fmla="*/ 4416124 w 6002352"/>
                <a:gd name="connsiteY636" fmla="*/ 6603336 h 6750207"/>
                <a:gd name="connsiteX637" fmla="*/ 4416133 w 6002352"/>
                <a:gd name="connsiteY637" fmla="*/ 6603353 h 6750207"/>
                <a:gd name="connsiteX638" fmla="*/ 5015173 w 6002352"/>
                <a:gd name="connsiteY638" fmla="*/ 6749298 h 6750207"/>
                <a:gd name="connsiteX639" fmla="*/ 5015189 w 6002352"/>
                <a:gd name="connsiteY639" fmla="*/ 6749281 h 6750207"/>
                <a:gd name="connsiteX640" fmla="*/ 5015173 w 6002352"/>
                <a:gd name="connsiteY640" fmla="*/ 6749281 h 6750207"/>
                <a:gd name="connsiteX641" fmla="*/ 1166683 w 6002352"/>
                <a:gd name="connsiteY641" fmla="*/ 6750047 h 6750207"/>
                <a:gd name="connsiteX642" fmla="*/ 1046036 w 6002352"/>
                <a:gd name="connsiteY642" fmla="*/ 6601157 h 6750207"/>
                <a:gd name="connsiteX643" fmla="*/ 1166692 w 6002352"/>
                <a:gd name="connsiteY643" fmla="*/ 6750047 h 6750207"/>
                <a:gd name="connsiteX644" fmla="*/ 566137 w 6002352"/>
                <a:gd name="connsiteY644" fmla="*/ 6750207 h 6750207"/>
                <a:gd name="connsiteX645" fmla="*/ 421244 w 6002352"/>
                <a:gd name="connsiteY645" fmla="*/ 6490227 h 6750207"/>
                <a:gd name="connsiteX646" fmla="*/ 566146 w 6002352"/>
                <a:gd name="connsiteY646" fmla="*/ 6750207 h 6750207"/>
                <a:gd name="connsiteX647" fmla="*/ 680635 w 6002352"/>
                <a:gd name="connsiteY647" fmla="*/ 6487030 h 6750207"/>
                <a:gd name="connsiteX648" fmla="*/ 680643 w 6002352"/>
                <a:gd name="connsiteY648" fmla="*/ 6487030 h 6750207"/>
                <a:gd name="connsiteX649" fmla="*/ 566162 w 6002352"/>
                <a:gd name="connsiteY649" fmla="*/ 6750190 h 6750207"/>
                <a:gd name="connsiteX650" fmla="*/ 566146 w 6002352"/>
                <a:gd name="connsiteY650" fmla="*/ 6750207 h 6750207"/>
                <a:gd name="connsiteX651" fmla="*/ 566221 w 6002352"/>
                <a:gd name="connsiteY651" fmla="*/ 6750190 h 6750207"/>
                <a:gd name="connsiteX652" fmla="*/ 1166683 w 6002352"/>
                <a:gd name="connsiteY652" fmla="*/ 6750055 h 6750207"/>
                <a:gd name="connsiteX653" fmla="*/ 1166700 w 6002352"/>
                <a:gd name="connsiteY653" fmla="*/ 6750064 h 6750207"/>
                <a:gd name="connsiteX654" fmla="*/ 1316767 w 6002352"/>
                <a:gd name="connsiteY654" fmla="*/ 6589497 h 6750207"/>
                <a:gd name="connsiteX655" fmla="*/ 1316792 w 6002352"/>
                <a:gd name="connsiteY655" fmla="*/ 6589497 h 6750207"/>
                <a:gd name="connsiteX656" fmla="*/ 1166700 w 6002352"/>
                <a:gd name="connsiteY656" fmla="*/ 6750081 h 6750207"/>
                <a:gd name="connsiteX657" fmla="*/ 1466969 w 6002352"/>
                <a:gd name="connsiteY657" fmla="*/ 6749988 h 6750207"/>
                <a:gd name="connsiteX658" fmla="*/ 1466977 w 6002352"/>
                <a:gd name="connsiteY658" fmla="*/ 6749996 h 6750207"/>
                <a:gd name="connsiteX659" fmla="*/ 1655726 w 6002352"/>
                <a:gd name="connsiteY659" fmla="*/ 6506404 h 6750207"/>
                <a:gd name="connsiteX660" fmla="*/ 1655743 w 6002352"/>
                <a:gd name="connsiteY660" fmla="*/ 6506413 h 6750207"/>
                <a:gd name="connsiteX661" fmla="*/ 1466977 w 6002352"/>
                <a:gd name="connsiteY661" fmla="*/ 6750013 h 6750207"/>
                <a:gd name="connsiteX662" fmla="*/ 1767254 w 6002352"/>
                <a:gd name="connsiteY662" fmla="*/ 6749929 h 6750207"/>
                <a:gd name="connsiteX663" fmla="*/ 1917330 w 6002352"/>
                <a:gd name="connsiteY663" fmla="*/ 6564057 h 6750207"/>
                <a:gd name="connsiteX664" fmla="*/ 1767263 w 6002352"/>
                <a:gd name="connsiteY664" fmla="*/ 6749921 h 6750207"/>
                <a:gd name="connsiteX665" fmla="*/ 1767263 w 6002352"/>
                <a:gd name="connsiteY665" fmla="*/ 6749938 h 6750207"/>
                <a:gd name="connsiteX666" fmla="*/ 2067531 w 6002352"/>
                <a:gd name="connsiteY666" fmla="*/ 6749853 h 6750207"/>
                <a:gd name="connsiteX667" fmla="*/ 1917380 w 6002352"/>
                <a:gd name="connsiteY667" fmla="*/ 6564057 h 6750207"/>
                <a:gd name="connsiteX668" fmla="*/ 1917388 w 6002352"/>
                <a:gd name="connsiteY668" fmla="*/ 6564057 h 6750207"/>
                <a:gd name="connsiteX669" fmla="*/ 2067531 w 6002352"/>
                <a:gd name="connsiteY669" fmla="*/ 6749853 h 6750207"/>
                <a:gd name="connsiteX670" fmla="*/ 2217598 w 6002352"/>
                <a:gd name="connsiteY670" fmla="*/ 6525821 h 6750207"/>
                <a:gd name="connsiteX671" fmla="*/ 2217606 w 6002352"/>
                <a:gd name="connsiteY671" fmla="*/ 6525821 h 6750207"/>
                <a:gd name="connsiteX672" fmla="*/ 2067540 w 6002352"/>
                <a:gd name="connsiteY672" fmla="*/ 6749870 h 6750207"/>
                <a:gd name="connsiteX673" fmla="*/ 2367808 w 6002352"/>
                <a:gd name="connsiteY673" fmla="*/ 6749786 h 6750207"/>
                <a:gd name="connsiteX674" fmla="*/ 2217649 w 6002352"/>
                <a:gd name="connsiteY674" fmla="*/ 6525821 h 6750207"/>
                <a:gd name="connsiteX675" fmla="*/ 2367816 w 6002352"/>
                <a:gd name="connsiteY675" fmla="*/ 6749786 h 6750207"/>
                <a:gd name="connsiteX676" fmla="*/ 2367816 w 6002352"/>
                <a:gd name="connsiteY676" fmla="*/ 6749803 h 6750207"/>
                <a:gd name="connsiteX677" fmla="*/ 2668085 w 6002352"/>
                <a:gd name="connsiteY677" fmla="*/ 6749710 h 6750207"/>
                <a:gd name="connsiteX678" fmla="*/ 2566442 w 6002352"/>
                <a:gd name="connsiteY678" fmla="*/ 6537826 h 6750207"/>
                <a:gd name="connsiteX679" fmla="*/ 2566450 w 6002352"/>
                <a:gd name="connsiteY679" fmla="*/ 6537826 h 6750207"/>
                <a:gd name="connsiteX680" fmla="*/ 2668094 w 6002352"/>
                <a:gd name="connsiteY680" fmla="*/ 6749710 h 6750207"/>
                <a:gd name="connsiteX681" fmla="*/ 2668094 w 6002352"/>
                <a:gd name="connsiteY681" fmla="*/ 6749727 h 6750207"/>
                <a:gd name="connsiteX682" fmla="*/ 2968362 w 6002352"/>
                <a:gd name="connsiteY682" fmla="*/ 6749643 h 6750207"/>
                <a:gd name="connsiteX683" fmla="*/ 2882695 w 6002352"/>
                <a:gd name="connsiteY683" fmla="*/ 6537590 h 6750207"/>
                <a:gd name="connsiteX684" fmla="*/ 2882712 w 6002352"/>
                <a:gd name="connsiteY684" fmla="*/ 6537599 h 6750207"/>
                <a:gd name="connsiteX685" fmla="*/ 2968379 w 6002352"/>
                <a:gd name="connsiteY685" fmla="*/ 6749635 h 6750207"/>
                <a:gd name="connsiteX686" fmla="*/ 2968396 w 6002352"/>
                <a:gd name="connsiteY686" fmla="*/ 6749626 h 6750207"/>
                <a:gd name="connsiteX687" fmla="*/ 3568899 w 6002352"/>
                <a:gd name="connsiteY687" fmla="*/ 6749500 h 6750207"/>
                <a:gd name="connsiteX688" fmla="*/ 3568925 w 6002352"/>
                <a:gd name="connsiteY688" fmla="*/ 6749508 h 6750207"/>
                <a:gd name="connsiteX689" fmla="*/ 3568916 w 6002352"/>
                <a:gd name="connsiteY689" fmla="*/ 6749500 h 6750207"/>
                <a:gd name="connsiteX690" fmla="*/ 3568916 w 6002352"/>
                <a:gd name="connsiteY690" fmla="*/ 6749492 h 6750207"/>
                <a:gd name="connsiteX691" fmla="*/ 3487767 w 6002352"/>
                <a:gd name="connsiteY691" fmla="*/ 6472820 h 6750207"/>
                <a:gd name="connsiteX692" fmla="*/ 3487775 w 6002352"/>
                <a:gd name="connsiteY692" fmla="*/ 6472812 h 6750207"/>
                <a:gd name="connsiteX693" fmla="*/ 3568925 w 6002352"/>
                <a:gd name="connsiteY693" fmla="*/ 6749508 h 6750207"/>
                <a:gd name="connsiteX694" fmla="*/ 3719008 w 6002352"/>
                <a:gd name="connsiteY694" fmla="*/ 6582490 h 6750207"/>
                <a:gd name="connsiteX695" fmla="*/ 3719017 w 6002352"/>
                <a:gd name="connsiteY695" fmla="*/ 6582490 h 6750207"/>
                <a:gd name="connsiteX696" fmla="*/ 3568933 w 6002352"/>
                <a:gd name="connsiteY696" fmla="*/ 6749517 h 6750207"/>
                <a:gd name="connsiteX697" fmla="*/ 3869193 w 6002352"/>
                <a:gd name="connsiteY697" fmla="*/ 6749424 h 6750207"/>
                <a:gd name="connsiteX698" fmla="*/ 3869202 w 6002352"/>
                <a:gd name="connsiteY698" fmla="*/ 6749441 h 6750207"/>
                <a:gd name="connsiteX699" fmla="*/ 3997135 w 6002352"/>
                <a:gd name="connsiteY699" fmla="*/ 6472938 h 6750207"/>
                <a:gd name="connsiteX700" fmla="*/ 3997143 w 6002352"/>
                <a:gd name="connsiteY700" fmla="*/ 6472938 h 6750207"/>
                <a:gd name="connsiteX701" fmla="*/ 3869210 w 6002352"/>
                <a:gd name="connsiteY701" fmla="*/ 6749450 h 6750207"/>
                <a:gd name="connsiteX702" fmla="*/ 4169479 w 6002352"/>
                <a:gd name="connsiteY702" fmla="*/ 6749365 h 6750207"/>
                <a:gd name="connsiteX703" fmla="*/ 4314978 w 6002352"/>
                <a:gd name="connsiteY703" fmla="*/ 6581530 h 6750207"/>
                <a:gd name="connsiteX704" fmla="*/ 4314978 w 6002352"/>
                <a:gd name="connsiteY704" fmla="*/ 6581539 h 6750207"/>
                <a:gd name="connsiteX705" fmla="*/ 4169487 w 6002352"/>
                <a:gd name="connsiteY705" fmla="*/ 6749374 h 6750207"/>
                <a:gd name="connsiteX706" fmla="*/ 4387496 w 6002352"/>
                <a:gd name="connsiteY706" fmla="*/ 6749307 h 6750207"/>
                <a:gd name="connsiteX707" fmla="*/ 4387496 w 6002352"/>
                <a:gd name="connsiteY707" fmla="*/ 6749147 h 6750207"/>
                <a:gd name="connsiteX708" fmla="*/ 4414610 w 6002352"/>
                <a:gd name="connsiteY708" fmla="*/ 6749147 h 6750207"/>
                <a:gd name="connsiteX709" fmla="*/ 4387496 w 6002352"/>
                <a:gd name="connsiteY709" fmla="*/ 6735678 h 6750207"/>
                <a:gd name="connsiteX710" fmla="*/ 4387496 w 6002352"/>
                <a:gd name="connsiteY710" fmla="*/ 6735669 h 6750207"/>
                <a:gd name="connsiteX711" fmla="*/ 4414618 w 6002352"/>
                <a:gd name="connsiteY711" fmla="*/ 6749147 h 6750207"/>
                <a:gd name="connsiteX712" fmla="*/ 4414618 w 6002352"/>
                <a:gd name="connsiteY712" fmla="*/ 6749138 h 6750207"/>
                <a:gd name="connsiteX713" fmla="*/ 4564753 w 6002352"/>
                <a:gd name="connsiteY713" fmla="*/ 6749172 h 6750207"/>
                <a:gd name="connsiteX714" fmla="*/ 4714887 w 6002352"/>
                <a:gd name="connsiteY714" fmla="*/ 6749214 h 6750207"/>
                <a:gd name="connsiteX715" fmla="*/ 4714895 w 6002352"/>
                <a:gd name="connsiteY715" fmla="*/ 6749206 h 6750207"/>
                <a:gd name="connsiteX716" fmla="*/ 4714895 w 6002352"/>
                <a:gd name="connsiteY716" fmla="*/ 6749214 h 6750207"/>
                <a:gd name="connsiteX717" fmla="*/ 4714946 w 6002352"/>
                <a:gd name="connsiteY717" fmla="*/ 6749206 h 6750207"/>
                <a:gd name="connsiteX718" fmla="*/ 4865030 w 6002352"/>
                <a:gd name="connsiteY718" fmla="*/ 6749239 h 6750207"/>
                <a:gd name="connsiteX719" fmla="*/ 4865038 w 6002352"/>
                <a:gd name="connsiteY719" fmla="*/ 6709253 h 6750207"/>
                <a:gd name="connsiteX720" fmla="*/ 4848810 w 6002352"/>
                <a:gd name="connsiteY720" fmla="*/ 6648210 h 6750207"/>
                <a:gd name="connsiteX721" fmla="*/ 4865047 w 6002352"/>
                <a:gd name="connsiteY721" fmla="*/ 6709262 h 6750207"/>
                <a:gd name="connsiteX722" fmla="*/ 4865030 w 6002352"/>
                <a:gd name="connsiteY722" fmla="*/ 6749239 h 6750207"/>
                <a:gd name="connsiteX723" fmla="*/ 4881065 w 6002352"/>
                <a:gd name="connsiteY723" fmla="*/ 6744974 h 6750207"/>
                <a:gd name="connsiteX724" fmla="*/ 4865038 w 6002352"/>
                <a:gd name="connsiteY724" fmla="*/ 6749239 h 6750207"/>
                <a:gd name="connsiteX725" fmla="*/ 5015130 w 6002352"/>
                <a:gd name="connsiteY725" fmla="*/ 6749273 h 6750207"/>
                <a:gd name="connsiteX726" fmla="*/ 5015173 w 6002352"/>
                <a:gd name="connsiteY726" fmla="*/ 6749281 h 6750207"/>
                <a:gd name="connsiteX727" fmla="*/ 5015164 w 6002352"/>
                <a:gd name="connsiteY727" fmla="*/ 6749273 h 6750207"/>
                <a:gd name="connsiteX728" fmla="*/ 4991777 w 6002352"/>
                <a:gd name="connsiteY728" fmla="*/ 6673802 h 6750207"/>
                <a:gd name="connsiteX729" fmla="*/ 5015173 w 6002352"/>
                <a:gd name="connsiteY729" fmla="*/ 6749273 h 6750207"/>
                <a:gd name="connsiteX730" fmla="*/ 5015173 w 6002352"/>
                <a:gd name="connsiteY730" fmla="*/ 6749281 h 6750207"/>
                <a:gd name="connsiteX731" fmla="*/ 5165324 w 6002352"/>
                <a:gd name="connsiteY731" fmla="*/ 6576230 h 6750207"/>
                <a:gd name="connsiteX732" fmla="*/ 5165340 w 6002352"/>
                <a:gd name="connsiteY732" fmla="*/ 6576230 h 6750207"/>
                <a:gd name="connsiteX733" fmla="*/ 5015189 w 6002352"/>
                <a:gd name="connsiteY733" fmla="*/ 6749281 h 6750207"/>
                <a:gd name="connsiteX734" fmla="*/ 5258150 w 6002352"/>
                <a:gd name="connsiteY734" fmla="*/ 6749349 h 6750207"/>
                <a:gd name="connsiteX735" fmla="*/ 5258150 w 6002352"/>
                <a:gd name="connsiteY735" fmla="*/ 6683275 h 6750207"/>
                <a:gd name="connsiteX736" fmla="*/ 5165366 w 6002352"/>
                <a:gd name="connsiteY736" fmla="*/ 6576239 h 6750207"/>
                <a:gd name="connsiteX737" fmla="*/ 5165374 w 6002352"/>
                <a:gd name="connsiteY737" fmla="*/ 6576239 h 6750207"/>
                <a:gd name="connsiteX738" fmla="*/ 5258150 w 6002352"/>
                <a:gd name="connsiteY738" fmla="*/ 6683266 h 6750207"/>
                <a:gd name="connsiteX739" fmla="*/ 5258150 w 6002352"/>
                <a:gd name="connsiteY739" fmla="*/ 6393421 h 6750207"/>
                <a:gd name="connsiteX740" fmla="*/ 5201566 w 6002352"/>
                <a:gd name="connsiteY740" fmla="*/ 6393421 h 6750207"/>
                <a:gd name="connsiteX741" fmla="*/ 5165357 w 6002352"/>
                <a:gd name="connsiteY741" fmla="*/ 6576222 h 6750207"/>
                <a:gd name="connsiteX742" fmla="*/ 5165357 w 6002352"/>
                <a:gd name="connsiteY742" fmla="*/ 6576230 h 6750207"/>
                <a:gd name="connsiteX743" fmla="*/ 5165349 w 6002352"/>
                <a:gd name="connsiteY743" fmla="*/ 6576222 h 6750207"/>
                <a:gd name="connsiteX744" fmla="*/ 5201557 w 6002352"/>
                <a:gd name="connsiteY744" fmla="*/ 6393421 h 6750207"/>
                <a:gd name="connsiteX745" fmla="*/ 4934309 w 6002352"/>
                <a:gd name="connsiteY745" fmla="*/ 6393421 h 6750207"/>
                <a:gd name="connsiteX746" fmla="*/ 4780978 w 6002352"/>
                <a:gd name="connsiteY746" fmla="*/ 6393421 h 6750207"/>
                <a:gd name="connsiteX747" fmla="*/ 4813964 w 6002352"/>
                <a:gd name="connsiteY747" fmla="*/ 6438076 h 6750207"/>
                <a:gd name="connsiteX748" fmla="*/ 4813956 w 6002352"/>
                <a:gd name="connsiteY748" fmla="*/ 6438076 h 6750207"/>
                <a:gd name="connsiteX749" fmla="*/ 4780969 w 6002352"/>
                <a:gd name="connsiteY749" fmla="*/ 6393421 h 6750207"/>
                <a:gd name="connsiteX750" fmla="*/ 4699845 w 6002352"/>
                <a:gd name="connsiteY750" fmla="*/ 6393421 h 6750207"/>
                <a:gd name="connsiteX751" fmla="*/ 4673092 w 6002352"/>
                <a:gd name="connsiteY751" fmla="*/ 6456003 h 6750207"/>
                <a:gd name="connsiteX752" fmla="*/ 4673084 w 6002352"/>
                <a:gd name="connsiteY752" fmla="*/ 6456003 h 6750207"/>
                <a:gd name="connsiteX753" fmla="*/ 4699837 w 6002352"/>
                <a:gd name="connsiteY753" fmla="*/ 6393421 h 6750207"/>
                <a:gd name="connsiteX754" fmla="*/ 4545286 w 6002352"/>
                <a:gd name="connsiteY754" fmla="*/ 6393421 h 6750207"/>
                <a:gd name="connsiteX755" fmla="*/ 4474795 w 6002352"/>
                <a:gd name="connsiteY755" fmla="*/ 6393421 h 6750207"/>
                <a:gd name="connsiteX756" fmla="*/ 4433261 w 6002352"/>
                <a:gd name="connsiteY756" fmla="*/ 6393421 h 6750207"/>
                <a:gd name="connsiteX757" fmla="*/ 4336784 w 6002352"/>
                <a:gd name="connsiteY757" fmla="*/ 6393421 h 6750207"/>
                <a:gd name="connsiteX758" fmla="*/ 4336784 w 6002352"/>
                <a:gd name="connsiteY758" fmla="*/ 6393429 h 6750207"/>
                <a:gd name="connsiteX759" fmla="*/ 4336775 w 6002352"/>
                <a:gd name="connsiteY759" fmla="*/ 6393429 h 6750207"/>
                <a:gd name="connsiteX760" fmla="*/ 4336775 w 6002352"/>
                <a:gd name="connsiteY760" fmla="*/ 6393421 h 6750207"/>
                <a:gd name="connsiteX761" fmla="*/ 4314978 w 6002352"/>
                <a:gd name="connsiteY761" fmla="*/ 6393421 h 6750207"/>
                <a:gd name="connsiteX762" fmla="*/ 4314978 w 6002352"/>
                <a:gd name="connsiteY762" fmla="*/ 6393429 h 6750207"/>
                <a:gd name="connsiteX763" fmla="*/ 4283379 w 6002352"/>
                <a:gd name="connsiteY763" fmla="*/ 6393429 h 6750207"/>
                <a:gd name="connsiteX764" fmla="*/ 4314978 w 6002352"/>
                <a:gd name="connsiteY764" fmla="*/ 6552994 h 6750207"/>
                <a:gd name="connsiteX765" fmla="*/ 4314978 w 6002352"/>
                <a:gd name="connsiteY765" fmla="*/ 6553028 h 6750207"/>
                <a:gd name="connsiteX766" fmla="*/ 4283371 w 6002352"/>
                <a:gd name="connsiteY766" fmla="*/ 6393429 h 6750207"/>
                <a:gd name="connsiteX767" fmla="*/ 4039594 w 6002352"/>
                <a:gd name="connsiteY767" fmla="*/ 6393429 h 6750207"/>
                <a:gd name="connsiteX768" fmla="*/ 3972855 w 6002352"/>
                <a:gd name="connsiteY768" fmla="*/ 6393429 h 6750207"/>
                <a:gd name="connsiteX769" fmla="*/ 3716914 w 6002352"/>
                <a:gd name="connsiteY769" fmla="*/ 6393429 h 6750207"/>
                <a:gd name="connsiteX770" fmla="*/ 3719034 w 6002352"/>
                <a:gd name="connsiteY770" fmla="*/ 6582456 h 6750207"/>
                <a:gd name="connsiteX771" fmla="*/ 3719025 w 6002352"/>
                <a:gd name="connsiteY771" fmla="*/ 6582456 h 6750207"/>
                <a:gd name="connsiteX772" fmla="*/ 3719025 w 6002352"/>
                <a:gd name="connsiteY772" fmla="*/ 6582473 h 6750207"/>
                <a:gd name="connsiteX773" fmla="*/ 3716905 w 6002352"/>
                <a:gd name="connsiteY773" fmla="*/ 6393429 h 6750207"/>
                <a:gd name="connsiteX774" fmla="*/ 3499292 w 6002352"/>
                <a:gd name="connsiteY774" fmla="*/ 6393429 h 6750207"/>
                <a:gd name="connsiteX775" fmla="*/ 3487767 w 6002352"/>
                <a:gd name="connsiteY775" fmla="*/ 6472778 h 6750207"/>
                <a:gd name="connsiteX776" fmla="*/ 3487767 w 6002352"/>
                <a:gd name="connsiteY776" fmla="*/ 6472787 h 6750207"/>
                <a:gd name="connsiteX777" fmla="*/ 3487767 w 6002352"/>
                <a:gd name="connsiteY777" fmla="*/ 6472795 h 6750207"/>
                <a:gd name="connsiteX778" fmla="*/ 3487758 w 6002352"/>
                <a:gd name="connsiteY778" fmla="*/ 6472787 h 6750207"/>
                <a:gd name="connsiteX779" fmla="*/ 3487767 w 6002352"/>
                <a:gd name="connsiteY779" fmla="*/ 6472770 h 6750207"/>
                <a:gd name="connsiteX780" fmla="*/ 3499284 w 6002352"/>
                <a:gd name="connsiteY780" fmla="*/ 6393429 h 6750207"/>
                <a:gd name="connsiteX781" fmla="*/ 3278608 w 6002352"/>
                <a:gd name="connsiteY781" fmla="*/ 6393429 h 6750207"/>
                <a:gd name="connsiteX782" fmla="*/ 3268622 w 6002352"/>
                <a:gd name="connsiteY782" fmla="*/ 6605011 h 6750207"/>
                <a:gd name="connsiteX783" fmla="*/ 3268614 w 6002352"/>
                <a:gd name="connsiteY783" fmla="*/ 6605011 h 6750207"/>
                <a:gd name="connsiteX784" fmla="*/ 3278600 w 6002352"/>
                <a:gd name="connsiteY784" fmla="*/ 6393429 h 6750207"/>
                <a:gd name="connsiteX785" fmla="*/ 2455587 w 6002352"/>
                <a:gd name="connsiteY785" fmla="*/ 6393429 h 6750207"/>
                <a:gd name="connsiteX786" fmla="*/ 2223790 w 6002352"/>
                <a:gd name="connsiteY786" fmla="*/ 6393429 h 6750207"/>
                <a:gd name="connsiteX787" fmla="*/ 2217632 w 6002352"/>
                <a:gd name="connsiteY787" fmla="*/ 6525787 h 6750207"/>
                <a:gd name="connsiteX788" fmla="*/ 2217623 w 6002352"/>
                <a:gd name="connsiteY788" fmla="*/ 6525787 h 6750207"/>
                <a:gd name="connsiteX789" fmla="*/ 2223790 w 6002352"/>
                <a:gd name="connsiteY789" fmla="*/ 6393429 h 6750207"/>
                <a:gd name="connsiteX790" fmla="*/ 1985658 w 6002352"/>
                <a:gd name="connsiteY790" fmla="*/ 6393429 h 6750207"/>
                <a:gd name="connsiteX791" fmla="*/ 1917372 w 6002352"/>
                <a:gd name="connsiteY791" fmla="*/ 6564023 h 6750207"/>
                <a:gd name="connsiteX792" fmla="*/ 1917363 w 6002352"/>
                <a:gd name="connsiteY792" fmla="*/ 6564023 h 6750207"/>
                <a:gd name="connsiteX793" fmla="*/ 1985650 w 6002352"/>
                <a:gd name="connsiteY793" fmla="*/ 6393429 h 6750207"/>
                <a:gd name="connsiteX794" fmla="*/ 1820398 w 6002352"/>
                <a:gd name="connsiteY794" fmla="*/ 6393429 h 6750207"/>
                <a:gd name="connsiteX795" fmla="*/ 1652647 w 6002352"/>
                <a:gd name="connsiteY795" fmla="*/ 6393429 h 6750207"/>
                <a:gd name="connsiteX796" fmla="*/ 1655760 w 6002352"/>
                <a:gd name="connsiteY796" fmla="*/ 6506371 h 6750207"/>
                <a:gd name="connsiteX797" fmla="*/ 1655760 w 6002352"/>
                <a:gd name="connsiteY797" fmla="*/ 6506387 h 6750207"/>
                <a:gd name="connsiteX798" fmla="*/ 1652639 w 6002352"/>
                <a:gd name="connsiteY798" fmla="*/ 6393429 h 6750207"/>
                <a:gd name="connsiteX799" fmla="*/ 1412849 w 6002352"/>
                <a:gd name="connsiteY799" fmla="*/ 6393429 h 6750207"/>
                <a:gd name="connsiteX800" fmla="*/ 1316818 w 6002352"/>
                <a:gd name="connsiteY800" fmla="*/ 6589472 h 6750207"/>
                <a:gd name="connsiteX801" fmla="*/ 1316809 w 6002352"/>
                <a:gd name="connsiteY801" fmla="*/ 6589472 h 6750207"/>
                <a:gd name="connsiteX802" fmla="*/ 1412841 w 6002352"/>
                <a:gd name="connsiteY802" fmla="*/ 6393429 h 6750207"/>
                <a:gd name="connsiteX803" fmla="*/ 1042721 w 6002352"/>
                <a:gd name="connsiteY803" fmla="*/ 6393429 h 6750207"/>
                <a:gd name="connsiteX804" fmla="*/ 842901 w 6002352"/>
                <a:gd name="connsiteY804" fmla="*/ 6393429 h 6750207"/>
                <a:gd name="connsiteX805" fmla="*/ 866398 w 6002352"/>
                <a:gd name="connsiteY805" fmla="*/ 6668123 h 6750207"/>
                <a:gd name="connsiteX806" fmla="*/ 866398 w 6002352"/>
                <a:gd name="connsiteY806" fmla="*/ 6668132 h 6750207"/>
                <a:gd name="connsiteX807" fmla="*/ 842901 w 6002352"/>
                <a:gd name="connsiteY807" fmla="*/ 6393429 h 6750207"/>
                <a:gd name="connsiteX808" fmla="*/ 656861 w 6002352"/>
                <a:gd name="connsiteY808" fmla="*/ 6393429 h 6750207"/>
                <a:gd name="connsiteX809" fmla="*/ 680652 w 6002352"/>
                <a:gd name="connsiteY809" fmla="*/ 6486979 h 6750207"/>
                <a:gd name="connsiteX810" fmla="*/ 680643 w 6002352"/>
                <a:gd name="connsiteY810" fmla="*/ 6486979 h 6750207"/>
                <a:gd name="connsiteX811" fmla="*/ 656852 w 6002352"/>
                <a:gd name="connsiteY811" fmla="*/ 6393429 h 6750207"/>
                <a:gd name="connsiteX812" fmla="*/ 626432 w 6002352"/>
                <a:gd name="connsiteY812" fmla="*/ 6393429 h 6750207"/>
                <a:gd name="connsiteX813" fmla="*/ 520574 w 6002352"/>
                <a:gd name="connsiteY813" fmla="*/ 6372052 h 6750207"/>
                <a:gd name="connsiteX814" fmla="*/ 514887 w 6002352"/>
                <a:gd name="connsiteY814" fmla="*/ 6368216 h 6750207"/>
                <a:gd name="connsiteX815" fmla="*/ 421261 w 6002352"/>
                <a:gd name="connsiteY815" fmla="*/ 6490176 h 6750207"/>
                <a:gd name="connsiteX816" fmla="*/ 514878 w 6002352"/>
                <a:gd name="connsiteY816" fmla="*/ 6368216 h 6750207"/>
                <a:gd name="connsiteX817" fmla="*/ 434132 w 6002352"/>
                <a:gd name="connsiteY817" fmla="*/ 6313777 h 6750207"/>
                <a:gd name="connsiteX818" fmla="*/ 375849 w 6002352"/>
                <a:gd name="connsiteY818" fmla="*/ 6227327 h 6750207"/>
                <a:gd name="connsiteX819" fmla="*/ 370608 w 6002352"/>
                <a:gd name="connsiteY819" fmla="*/ 6201382 h 6750207"/>
                <a:gd name="connsiteX820" fmla="*/ 301236 w 6002352"/>
                <a:gd name="connsiteY820" fmla="*/ 6294907 h 6750207"/>
                <a:gd name="connsiteX821" fmla="*/ 301228 w 6002352"/>
                <a:gd name="connsiteY821" fmla="*/ 6294907 h 6750207"/>
                <a:gd name="connsiteX822" fmla="*/ 370608 w 6002352"/>
                <a:gd name="connsiteY822" fmla="*/ 6201374 h 6750207"/>
                <a:gd name="connsiteX823" fmla="*/ 354472 w 6002352"/>
                <a:gd name="connsiteY823" fmla="*/ 6121469 h 6750207"/>
                <a:gd name="connsiteX824" fmla="*/ 354472 w 6002352"/>
                <a:gd name="connsiteY824" fmla="*/ 5874756 h 6750207"/>
                <a:gd name="connsiteX825" fmla="*/ 354472 w 6002352"/>
                <a:gd name="connsiteY825" fmla="*/ 5874722 h 6750207"/>
                <a:gd name="connsiteX826" fmla="*/ 354472 w 6002352"/>
                <a:gd name="connsiteY826" fmla="*/ 5874705 h 6750207"/>
                <a:gd name="connsiteX827" fmla="*/ 354472 w 6002352"/>
                <a:gd name="connsiteY827" fmla="*/ 5033679 h 6750207"/>
                <a:gd name="connsiteX828" fmla="*/ 355582 w 6002352"/>
                <a:gd name="connsiteY828" fmla="*/ 5028194 h 6750207"/>
                <a:gd name="connsiteX829" fmla="*/ 355591 w 6002352"/>
                <a:gd name="connsiteY829" fmla="*/ 5021270 h 6750207"/>
                <a:gd name="connsiteX830" fmla="*/ 355911 w 6002352"/>
                <a:gd name="connsiteY830" fmla="*/ 4780000 h 6750207"/>
                <a:gd name="connsiteX831" fmla="*/ 248597 w 6002352"/>
                <a:gd name="connsiteY831" fmla="*/ 5008626 h 6750207"/>
                <a:gd name="connsiteX832" fmla="*/ 248597 w 6002352"/>
                <a:gd name="connsiteY832" fmla="*/ 5008618 h 6750207"/>
                <a:gd name="connsiteX833" fmla="*/ 355911 w 6002352"/>
                <a:gd name="connsiteY833" fmla="*/ 4780000 h 6750207"/>
                <a:gd name="connsiteX834" fmla="*/ 355961 w 6002352"/>
                <a:gd name="connsiteY834" fmla="*/ 4736885 h 6750207"/>
                <a:gd name="connsiteX835" fmla="*/ 355961 w 6002352"/>
                <a:gd name="connsiteY835" fmla="*/ 4736843 h 6750207"/>
                <a:gd name="connsiteX836" fmla="*/ 356028 w 6002352"/>
                <a:gd name="connsiteY836" fmla="*/ 4687813 h 6750207"/>
                <a:gd name="connsiteX837" fmla="*/ 356701 w 6002352"/>
                <a:gd name="connsiteY837" fmla="*/ 4167844 h 6750207"/>
                <a:gd name="connsiteX838" fmla="*/ 356895 w 6002352"/>
                <a:gd name="connsiteY838" fmla="*/ 4018139 h 6750207"/>
                <a:gd name="connsiteX839" fmla="*/ 317464 w 6002352"/>
                <a:gd name="connsiteY839" fmla="*/ 3874255 h 6750207"/>
                <a:gd name="connsiteX840" fmla="*/ 356895 w 6002352"/>
                <a:gd name="connsiteY840" fmla="*/ 4018130 h 6750207"/>
                <a:gd name="connsiteX841" fmla="*/ 357223 w 6002352"/>
                <a:gd name="connsiteY841" fmla="*/ 3772317 h 6750207"/>
                <a:gd name="connsiteX842" fmla="*/ 317464 w 6002352"/>
                <a:gd name="connsiteY842" fmla="*/ 3874213 h 6750207"/>
                <a:gd name="connsiteX843" fmla="*/ 357223 w 6002352"/>
                <a:gd name="connsiteY843" fmla="*/ 3772309 h 6750207"/>
                <a:gd name="connsiteX844" fmla="*/ 357450 w 6002352"/>
                <a:gd name="connsiteY844" fmla="*/ 3598904 h 6750207"/>
                <a:gd name="connsiteX845" fmla="*/ 357450 w 6002352"/>
                <a:gd name="connsiteY845" fmla="*/ 3598929 h 6750207"/>
                <a:gd name="connsiteX846" fmla="*/ 359116 w 6002352"/>
                <a:gd name="connsiteY846" fmla="*/ 3582163 h 6750207"/>
                <a:gd name="connsiteX847" fmla="*/ 281188 w 6002352"/>
                <a:gd name="connsiteY847" fmla="*/ 3431154 h 6750207"/>
                <a:gd name="connsiteX848" fmla="*/ 281197 w 6002352"/>
                <a:gd name="connsiteY848" fmla="*/ 3431154 h 6750207"/>
                <a:gd name="connsiteX849" fmla="*/ 359124 w 6002352"/>
                <a:gd name="connsiteY849" fmla="*/ 3582146 h 6750207"/>
                <a:gd name="connsiteX850" fmla="*/ 373645 w 6002352"/>
                <a:gd name="connsiteY850" fmla="*/ 3435907 h 6750207"/>
                <a:gd name="connsiteX851" fmla="*/ 373653 w 6002352"/>
                <a:gd name="connsiteY851" fmla="*/ 3435907 h 6750207"/>
                <a:gd name="connsiteX852" fmla="*/ 407329 w 6002352"/>
                <a:gd name="connsiteY852" fmla="*/ 3252466 h 6750207"/>
                <a:gd name="connsiteX853" fmla="*/ 407338 w 6002352"/>
                <a:gd name="connsiteY853" fmla="*/ 3252474 h 6750207"/>
                <a:gd name="connsiteX854" fmla="*/ 431297 w 6002352"/>
                <a:gd name="connsiteY854" fmla="*/ 3163778 h 6750207"/>
                <a:gd name="connsiteX855" fmla="*/ 370911 w 6002352"/>
                <a:gd name="connsiteY855" fmla="*/ 3006207 h 6750207"/>
                <a:gd name="connsiteX856" fmla="*/ 431297 w 6002352"/>
                <a:gd name="connsiteY856" fmla="*/ 3163770 h 6750207"/>
                <a:gd name="connsiteX857" fmla="*/ 455980 w 6002352"/>
                <a:gd name="connsiteY857" fmla="*/ 3072390 h 6750207"/>
                <a:gd name="connsiteX858" fmla="*/ 455989 w 6002352"/>
                <a:gd name="connsiteY858" fmla="*/ 3072399 h 6750207"/>
                <a:gd name="connsiteX859" fmla="*/ 519758 w 6002352"/>
                <a:gd name="connsiteY859" fmla="*/ 2892315 h 6750207"/>
                <a:gd name="connsiteX860" fmla="*/ 519766 w 6002352"/>
                <a:gd name="connsiteY860" fmla="*/ 2892323 h 6750207"/>
                <a:gd name="connsiteX861" fmla="*/ 519774 w 6002352"/>
                <a:gd name="connsiteY861" fmla="*/ 2892323 h 6750207"/>
                <a:gd name="connsiteX862" fmla="*/ 584772 w 6002352"/>
                <a:gd name="connsiteY862" fmla="*/ 2741204 h 6750207"/>
                <a:gd name="connsiteX863" fmla="*/ 584780 w 6002352"/>
                <a:gd name="connsiteY863" fmla="*/ 2741213 h 6750207"/>
                <a:gd name="connsiteX864" fmla="*/ 671482 w 6002352"/>
                <a:gd name="connsiteY864" fmla="*/ 2568927 h 6750207"/>
                <a:gd name="connsiteX865" fmla="*/ 671490 w 6002352"/>
                <a:gd name="connsiteY865" fmla="*/ 2568961 h 6750207"/>
                <a:gd name="connsiteX866" fmla="*/ 671499 w 6002352"/>
                <a:gd name="connsiteY866" fmla="*/ 2568961 h 6750207"/>
                <a:gd name="connsiteX867" fmla="*/ 671490 w 6002352"/>
                <a:gd name="connsiteY867" fmla="*/ 2568927 h 6750207"/>
                <a:gd name="connsiteX868" fmla="*/ 671507 w 6002352"/>
                <a:gd name="connsiteY868" fmla="*/ 2568927 h 6750207"/>
                <a:gd name="connsiteX869" fmla="*/ 755441 w 6002352"/>
                <a:gd name="connsiteY869" fmla="*/ 2424051 h 6750207"/>
                <a:gd name="connsiteX870" fmla="*/ 755441 w 6002352"/>
                <a:gd name="connsiteY870" fmla="*/ 2424042 h 6750207"/>
                <a:gd name="connsiteX871" fmla="*/ 768616 w 6002352"/>
                <a:gd name="connsiteY871" fmla="*/ 2401303 h 6750207"/>
                <a:gd name="connsiteX872" fmla="*/ 768633 w 6002352"/>
                <a:gd name="connsiteY872" fmla="*/ 2401320 h 6750207"/>
                <a:gd name="connsiteX873" fmla="*/ 768625 w 6002352"/>
                <a:gd name="connsiteY873" fmla="*/ 2401303 h 6750207"/>
                <a:gd name="connsiteX874" fmla="*/ 768641 w 6002352"/>
                <a:gd name="connsiteY874" fmla="*/ 2401311 h 6750207"/>
                <a:gd name="connsiteX875" fmla="*/ 887480 w 6002352"/>
                <a:gd name="connsiteY875" fmla="*/ 2220310 h 6750207"/>
                <a:gd name="connsiteX876" fmla="*/ 887497 w 6002352"/>
                <a:gd name="connsiteY876" fmla="*/ 2220327 h 6750207"/>
                <a:gd name="connsiteX877" fmla="*/ 887489 w 6002352"/>
                <a:gd name="connsiteY877" fmla="*/ 2220310 h 6750207"/>
                <a:gd name="connsiteX878" fmla="*/ 887514 w 6002352"/>
                <a:gd name="connsiteY878" fmla="*/ 2220310 h 6750207"/>
                <a:gd name="connsiteX879" fmla="*/ 1005587 w 6002352"/>
                <a:gd name="connsiteY879" fmla="*/ 2059012 h 6750207"/>
                <a:gd name="connsiteX880" fmla="*/ 1005604 w 6002352"/>
                <a:gd name="connsiteY880" fmla="*/ 2059045 h 6750207"/>
                <a:gd name="connsiteX881" fmla="*/ 1005604 w 6002352"/>
                <a:gd name="connsiteY881" fmla="*/ 2059037 h 6750207"/>
                <a:gd name="connsiteX882" fmla="*/ 1005595 w 6002352"/>
                <a:gd name="connsiteY882" fmla="*/ 2059012 h 6750207"/>
                <a:gd name="connsiteX883" fmla="*/ 1005621 w 6002352"/>
                <a:gd name="connsiteY883" fmla="*/ 2059012 h 6750207"/>
                <a:gd name="connsiteX884" fmla="*/ 1156293 w 6002352"/>
                <a:gd name="connsiteY884" fmla="*/ 1872685 h 6750207"/>
                <a:gd name="connsiteX885" fmla="*/ 1156302 w 6002352"/>
                <a:gd name="connsiteY885" fmla="*/ 1872711 h 6750207"/>
                <a:gd name="connsiteX886" fmla="*/ 1156302 w 6002352"/>
                <a:gd name="connsiteY886" fmla="*/ 1872702 h 6750207"/>
                <a:gd name="connsiteX887" fmla="*/ 1156302 w 6002352"/>
                <a:gd name="connsiteY887" fmla="*/ 1872685 h 6750207"/>
                <a:gd name="connsiteX888" fmla="*/ 1156319 w 6002352"/>
                <a:gd name="connsiteY888" fmla="*/ 1872685 h 6750207"/>
                <a:gd name="connsiteX889" fmla="*/ 1167398 w 6002352"/>
                <a:gd name="connsiteY889" fmla="*/ 1860184 h 6750207"/>
                <a:gd name="connsiteX890" fmla="*/ 1192132 w 6002352"/>
                <a:gd name="connsiteY890" fmla="*/ 1765019 h 6750207"/>
                <a:gd name="connsiteX891" fmla="*/ 1167415 w 6002352"/>
                <a:gd name="connsiteY891" fmla="*/ 1860167 h 6750207"/>
                <a:gd name="connsiteX892" fmla="*/ 1301607 w 6002352"/>
                <a:gd name="connsiteY892" fmla="*/ 1708712 h 6750207"/>
                <a:gd name="connsiteX893" fmla="*/ 1301641 w 6002352"/>
                <a:gd name="connsiteY893" fmla="*/ 1708720 h 6750207"/>
                <a:gd name="connsiteX894" fmla="*/ 1450799 w 6002352"/>
                <a:gd name="connsiteY894" fmla="*/ 1552907 h 6750207"/>
                <a:gd name="connsiteX895" fmla="*/ 1450808 w 6002352"/>
                <a:gd name="connsiteY895" fmla="*/ 1552941 h 6750207"/>
                <a:gd name="connsiteX896" fmla="*/ 1464277 w 6002352"/>
                <a:gd name="connsiteY896" fmla="*/ 1622523 h 6750207"/>
                <a:gd name="connsiteX897" fmla="*/ 1464277 w 6002352"/>
                <a:gd name="connsiteY897" fmla="*/ 1622514 h 6750207"/>
                <a:gd name="connsiteX898" fmla="*/ 1450816 w 6002352"/>
                <a:gd name="connsiteY898" fmla="*/ 1552941 h 6750207"/>
                <a:gd name="connsiteX899" fmla="*/ 1450808 w 6002352"/>
                <a:gd name="connsiteY899" fmla="*/ 1552907 h 6750207"/>
                <a:gd name="connsiteX900" fmla="*/ 1450833 w 6002352"/>
                <a:gd name="connsiteY900" fmla="*/ 1552915 h 6750207"/>
                <a:gd name="connsiteX901" fmla="*/ 1570799 w 6002352"/>
                <a:gd name="connsiteY901" fmla="*/ 1437206 h 6750207"/>
                <a:gd name="connsiteX902" fmla="*/ 1558659 w 6002352"/>
                <a:gd name="connsiteY902" fmla="*/ 1382271 h 6750207"/>
                <a:gd name="connsiteX903" fmla="*/ 1558659 w 6002352"/>
                <a:gd name="connsiteY903" fmla="*/ 1382262 h 6750207"/>
                <a:gd name="connsiteX904" fmla="*/ 1570799 w 6002352"/>
                <a:gd name="connsiteY904" fmla="*/ 1437206 h 6750207"/>
                <a:gd name="connsiteX905" fmla="*/ 1652277 w 6002352"/>
                <a:gd name="connsiteY905" fmla="*/ 1358622 h 6750207"/>
                <a:gd name="connsiteX906" fmla="*/ 1652285 w 6002352"/>
                <a:gd name="connsiteY906" fmla="*/ 1358647 h 6750207"/>
                <a:gd name="connsiteX907" fmla="*/ 1652285 w 6002352"/>
                <a:gd name="connsiteY907" fmla="*/ 1358622 h 6750207"/>
                <a:gd name="connsiteX908" fmla="*/ 1652302 w 6002352"/>
                <a:gd name="connsiteY908" fmla="*/ 1358631 h 6750207"/>
                <a:gd name="connsiteX909" fmla="*/ 1766346 w 6002352"/>
                <a:gd name="connsiteY909" fmla="*/ 1257013 h 6750207"/>
                <a:gd name="connsiteX910" fmla="*/ 1753381 w 6002352"/>
                <a:gd name="connsiteY910" fmla="*/ 1172851 h 6750207"/>
                <a:gd name="connsiteX911" fmla="*/ 1766354 w 6002352"/>
                <a:gd name="connsiteY911" fmla="*/ 1257013 h 6750207"/>
                <a:gd name="connsiteX912" fmla="*/ 1844887 w 6002352"/>
                <a:gd name="connsiteY912" fmla="*/ 1187035 h 6750207"/>
                <a:gd name="connsiteX913" fmla="*/ 1844896 w 6002352"/>
                <a:gd name="connsiteY913" fmla="*/ 1187069 h 6750207"/>
                <a:gd name="connsiteX914" fmla="*/ 1844896 w 6002352"/>
                <a:gd name="connsiteY914" fmla="*/ 1187035 h 6750207"/>
                <a:gd name="connsiteX915" fmla="*/ 1844929 w 6002352"/>
                <a:gd name="connsiteY915" fmla="*/ 1187044 h 6750207"/>
                <a:gd name="connsiteX916" fmla="*/ 1969590 w 6002352"/>
                <a:gd name="connsiteY916" fmla="*/ 1083878 h 6750207"/>
                <a:gd name="connsiteX917" fmla="*/ 1937209 w 6002352"/>
                <a:gd name="connsiteY917" fmla="*/ 941382 h 6750207"/>
                <a:gd name="connsiteX918" fmla="*/ 1937209 w 6002352"/>
                <a:gd name="connsiteY918" fmla="*/ 941373 h 6750207"/>
                <a:gd name="connsiteX919" fmla="*/ 1969590 w 6002352"/>
                <a:gd name="connsiteY919" fmla="*/ 1083869 h 6750207"/>
                <a:gd name="connsiteX920" fmla="*/ 2062610 w 6002352"/>
                <a:gd name="connsiteY920" fmla="*/ 1006892 h 6750207"/>
                <a:gd name="connsiteX921" fmla="*/ 2062694 w 6002352"/>
                <a:gd name="connsiteY921" fmla="*/ 1076668 h 6750207"/>
                <a:gd name="connsiteX922" fmla="*/ 2062618 w 6002352"/>
                <a:gd name="connsiteY922" fmla="*/ 1006917 h 6750207"/>
                <a:gd name="connsiteX923" fmla="*/ 2062618 w 6002352"/>
                <a:gd name="connsiteY923" fmla="*/ 1006892 h 6750207"/>
                <a:gd name="connsiteX924" fmla="*/ 2062643 w 6002352"/>
                <a:gd name="connsiteY924" fmla="*/ 1006901 h 6750207"/>
                <a:gd name="connsiteX925" fmla="*/ 2179009 w 6002352"/>
                <a:gd name="connsiteY925" fmla="*/ 917262 h 6750207"/>
                <a:gd name="connsiteX926" fmla="*/ 2182256 w 6002352"/>
                <a:gd name="connsiteY926" fmla="*/ 762290 h 6750207"/>
                <a:gd name="connsiteX927" fmla="*/ 2182256 w 6002352"/>
                <a:gd name="connsiteY927" fmla="*/ 762274 h 6750207"/>
                <a:gd name="connsiteX928" fmla="*/ 2182256 w 6002352"/>
                <a:gd name="connsiteY928" fmla="*/ 762265 h 6750207"/>
                <a:gd name="connsiteX929" fmla="*/ 2182256 w 6002352"/>
                <a:gd name="connsiteY929" fmla="*/ 762248 h 6750207"/>
                <a:gd name="connsiteX930" fmla="*/ 2174718 w 6002352"/>
                <a:gd name="connsiteY930" fmla="*/ 506559 h 6750207"/>
                <a:gd name="connsiteX931" fmla="*/ 1936948 w 6002352"/>
                <a:gd name="connsiteY931" fmla="*/ 689730 h 6750207"/>
                <a:gd name="connsiteX932" fmla="*/ 1936914 w 6002352"/>
                <a:gd name="connsiteY932" fmla="*/ 689722 h 6750207"/>
                <a:gd name="connsiteX933" fmla="*/ 1936914 w 6002352"/>
                <a:gd name="connsiteY933" fmla="*/ 689755 h 6750207"/>
                <a:gd name="connsiteX934" fmla="*/ 1937200 w 6002352"/>
                <a:gd name="connsiteY934" fmla="*/ 941357 h 6750207"/>
                <a:gd name="connsiteX935" fmla="*/ 1937192 w 6002352"/>
                <a:gd name="connsiteY935" fmla="*/ 941323 h 6750207"/>
                <a:gd name="connsiteX936" fmla="*/ 1936906 w 6002352"/>
                <a:gd name="connsiteY936" fmla="*/ 689722 h 6750207"/>
                <a:gd name="connsiteX937" fmla="*/ 1690067 w 6002352"/>
                <a:gd name="connsiteY937" fmla="*/ 893993 h 6750207"/>
                <a:gd name="connsiteX938" fmla="*/ 1690033 w 6002352"/>
                <a:gd name="connsiteY938" fmla="*/ 893984 h 6750207"/>
                <a:gd name="connsiteX939" fmla="*/ 1690033 w 6002352"/>
                <a:gd name="connsiteY939" fmla="*/ 894018 h 6750207"/>
                <a:gd name="connsiteX940" fmla="*/ 1690033 w 6002352"/>
                <a:gd name="connsiteY940" fmla="*/ 894026 h 6750207"/>
                <a:gd name="connsiteX941" fmla="*/ 1690042 w 6002352"/>
                <a:gd name="connsiteY941" fmla="*/ 894026 h 6750207"/>
                <a:gd name="connsiteX942" fmla="*/ 1753365 w 6002352"/>
                <a:gd name="connsiteY942" fmla="*/ 1172809 h 6750207"/>
                <a:gd name="connsiteX943" fmla="*/ 1753365 w 6002352"/>
                <a:gd name="connsiteY943" fmla="*/ 1172818 h 6750207"/>
                <a:gd name="connsiteX944" fmla="*/ 1690033 w 6002352"/>
                <a:gd name="connsiteY944" fmla="*/ 894026 h 6750207"/>
                <a:gd name="connsiteX945" fmla="*/ 1690025 w 6002352"/>
                <a:gd name="connsiteY945" fmla="*/ 893984 h 6750207"/>
                <a:gd name="connsiteX946" fmla="*/ 1471655 w 6002352"/>
                <a:gd name="connsiteY946" fmla="*/ 1088563 h 6750207"/>
                <a:gd name="connsiteX947" fmla="*/ 1471621 w 6002352"/>
                <a:gd name="connsiteY947" fmla="*/ 1088555 h 6750207"/>
                <a:gd name="connsiteX948" fmla="*/ 1243197 w 6002352"/>
                <a:gd name="connsiteY948" fmla="*/ 1308869 h 6750207"/>
                <a:gd name="connsiteX949" fmla="*/ 1243164 w 6002352"/>
                <a:gd name="connsiteY949" fmla="*/ 1308869 h 6750207"/>
                <a:gd name="connsiteX950" fmla="*/ 1243172 w 6002352"/>
                <a:gd name="connsiteY950" fmla="*/ 1308894 h 6750207"/>
                <a:gd name="connsiteX951" fmla="*/ 1243164 w 6002352"/>
                <a:gd name="connsiteY951" fmla="*/ 1308903 h 6750207"/>
                <a:gd name="connsiteX952" fmla="*/ 1243172 w 6002352"/>
                <a:gd name="connsiteY952" fmla="*/ 1308903 h 6750207"/>
                <a:gd name="connsiteX953" fmla="*/ 1283377 w 6002352"/>
                <a:gd name="connsiteY953" fmla="*/ 1516665 h 6750207"/>
                <a:gd name="connsiteX954" fmla="*/ 1243164 w 6002352"/>
                <a:gd name="connsiteY954" fmla="*/ 1308903 h 6750207"/>
                <a:gd name="connsiteX955" fmla="*/ 1243155 w 6002352"/>
                <a:gd name="connsiteY955" fmla="*/ 1308869 h 6750207"/>
                <a:gd name="connsiteX956" fmla="*/ 1074017 w 6002352"/>
                <a:gd name="connsiteY956" fmla="*/ 1485538 h 6750207"/>
                <a:gd name="connsiteX957" fmla="*/ 1073991 w 6002352"/>
                <a:gd name="connsiteY957" fmla="*/ 1485529 h 6750207"/>
                <a:gd name="connsiteX958" fmla="*/ 1074000 w 6002352"/>
                <a:gd name="connsiteY958" fmla="*/ 1485563 h 6750207"/>
                <a:gd name="connsiteX959" fmla="*/ 1073983 w 6002352"/>
                <a:gd name="connsiteY959" fmla="*/ 1485529 h 6750207"/>
                <a:gd name="connsiteX960" fmla="*/ 909236 w 6002352"/>
                <a:gd name="connsiteY960" fmla="*/ 1671477 h 6750207"/>
                <a:gd name="connsiteX961" fmla="*/ 909219 w 6002352"/>
                <a:gd name="connsiteY961" fmla="*/ 1671468 h 6750207"/>
                <a:gd name="connsiteX962" fmla="*/ 909219 w 6002352"/>
                <a:gd name="connsiteY962" fmla="*/ 1671494 h 6750207"/>
                <a:gd name="connsiteX963" fmla="*/ 909210 w 6002352"/>
                <a:gd name="connsiteY963" fmla="*/ 1671468 h 6750207"/>
                <a:gd name="connsiteX964" fmla="*/ 738355 w 6002352"/>
                <a:gd name="connsiteY964" fmla="*/ 1882755 h 6750207"/>
                <a:gd name="connsiteX965" fmla="*/ 738321 w 6002352"/>
                <a:gd name="connsiteY965" fmla="*/ 1882755 h 6750207"/>
                <a:gd name="connsiteX966" fmla="*/ 738338 w 6002352"/>
                <a:gd name="connsiteY966" fmla="*/ 1882781 h 6750207"/>
                <a:gd name="connsiteX967" fmla="*/ 738330 w 6002352"/>
                <a:gd name="connsiteY967" fmla="*/ 1882781 h 6750207"/>
                <a:gd name="connsiteX968" fmla="*/ 738321 w 6002352"/>
                <a:gd name="connsiteY968" fmla="*/ 1882755 h 6750207"/>
                <a:gd name="connsiteX969" fmla="*/ 604424 w 6002352"/>
                <a:gd name="connsiteY969" fmla="*/ 2065649 h 6750207"/>
                <a:gd name="connsiteX970" fmla="*/ 604399 w 6002352"/>
                <a:gd name="connsiteY970" fmla="*/ 2065649 h 6750207"/>
                <a:gd name="connsiteX971" fmla="*/ 469634 w 6002352"/>
                <a:gd name="connsiteY971" fmla="*/ 2270888 h 6750207"/>
                <a:gd name="connsiteX972" fmla="*/ 469618 w 6002352"/>
                <a:gd name="connsiteY972" fmla="*/ 2270888 h 6750207"/>
                <a:gd name="connsiteX973" fmla="*/ 469626 w 6002352"/>
                <a:gd name="connsiteY973" fmla="*/ 2270896 h 6750207"/>
                <a:gd name="connsiteX974" fmla="*/ 469626 w 6002352"/>
                <a:gd name="connsiteY974" fmla="*/ 2270905 h 6750207"/>
                <a:gd name="connsiteX975" fmla="*/ 469609 w 6002352"/>
                <a:gd name="connsiteY975" fmla="*/ 2270879 h 6750207"/>
                <a:gd name="connsiteX976" fmla="*/ 359503 w 6002352"/>
                <a:gd name="connsiteY976" fmla="*/ 2460958 h 6750207"/>
                <a:gd name="connsiteX977" fmla="*/ 359469 w 6002352"/>
                <a:gd name="connsiteY977" fmla="*/ 2460958 h 6750207"/>
                <a:gd name="connsiteX978" fmla="*/ 359486 w 6002352"/>
                <a:gd name="connsiteY978" fmla="*/ 2460991 h 6750207"/>
                <a:gd name="connsiteX979" fmla="*/ 359478 w 6002352"/>
                <a:gd name="connsiteY979" fmla="*/ 2461000 h 6750207"/>
                <a:gd name="connsiteX980" fmla="*/ 359469 w 6002352"/>
                <a:gd name="connsiteY980" fmla="*/ 2460958 h 6750207"/>
                <a:gd name="connsiteX981" fmla="*/ 261158 w 6002352"/>
                <a:gd name="connsiteY981" fmla="*/ 2656311 h 6750207"/>
                <a:gd name="connsiteX982" fmla="*/ 261141 w 6002352"/>
                <a:gd name="connsiteY982" fmla="*/ 2656311 h 6750207"/>
                <a:gd name="connsiteX983" fmla="*/ 187436 w 6002352"/>
                <a:gd name="connsiteY983" fmla="*/ 2827663 h 6750207"/>
                <a:gd name="connsiteX984" fmla="*/ 187428 w 6002352"/>
                <a:gd name="connsiteY984" fmla="*/ 2827663 h 6750207"/>
                <a:gd name="connsiteX985" fmla="*/ 187428 w 6002352"/>
                <a:gd name="connsiteY985" fmla="*/ 2827654 h 6750207"/>
                <a:gd name="connsiteX986" fmla="*/ 115112 w 6002352"/>
                <a:gd name="connsiteY986" fmla="*/ 3031858 h 6750207"/>
                <a:gd name="connsiteX987" fmla="*/ 115103 w 6002352"/>
                <a:gd name="connsiteY987" fmla="*/ 3031849 h 6750207"/>
                <a:gd name="connsiteX988" fmla="*/ 59941 w 6002352"/>
                <a:gd name="connsiteY988" fmla="*/ 3236053 h 6750207"/>
                <a:gd name="connsiteX989" fmla="*/ 59941 w 6002352"/>
                <a:gd name="connsiteY989" fmla="*/ 3236044 h 6750207"/>
                <a:gd name="connsiteX990" fmla="*/ 21747 w 6002352"/>
                <a:gd name="connsiteY990" fmla="*/ 3444050 h 6750207"/>
                <a:gd name="connsiteX991" fmla="*/ 3382 w 6002352"/>
                <a:gd name="connsiteY991" fmla="*/ 3628904 h 6750207"/>
                <a:gd name="connsiteX992" fmla="*/ 3373 w 6002352"/>
                <a:gd name="connsiteY992" fmla="*/ 3628879 h 6750207"/>
                <a:gd name="connsiteX993" fmla="*/ 2532 w 6002352"/>
                <a:gd name="connsiteY993" fmla="*/ 4274013 h 6750207"/>
                <a:gd name="connsiteX994" fmla="*/ 1691 w 6002352"/>
                <a:gd name="connsiteY994" fmla="*/ 4919215 h 6750207"/>
                <a:gd name="connsiteX995" fmla="*/ 1691 w 6002352"/>
                <a:gd name="connsiteY995" fmla="*/ 4919265 h 6750207"/>
                <a:gd name="connsiteX996" fmla="*/ 1270 w 6002352"/>
                <a:gd name="connsiteY996" fmla="*/ 5241744 h 6750207"/>
                <a:gd name="connsiteX997" fmla="*/ 850 w 6002352"/>
                <a:gd name="connsiteY997" fmla="*/ 5564290 h 6750207"/>
                <a:gd name="connsiteX998" fmla="*/ 841 w 6002352"/>
                <a:gd name="connsiteY998" fmla="*/ 5564282 h 6750207"/>
                <a:gd name="connsiteX999" fmla="*/ 0 w 6002352"/>
                <a:gd name="connsiteY999" fmla="*/ 6209467 h 6750207"/>
                <a:gd name="connsiteX1000" fmla="*/ 0 w 6002352"/>
                <a:gd name="connsiteY1000" fmla="*/ 6209500 h 6750207"/>
                <a:gd name="connsiteX1001" fmla="*/ 0 w 6002352"/>
                <a:gd name="connsiteY1001" fmla="*/ 6209534 h 6750207"/>
                <a:gd name="connsiteX1002" fmla="*/ 8 w 6002352"/>
                <a:gd name="connsiteY1002" fmla="*/ 6209517 h 6750207"/>
                <a:gd name="connsiteX1003" fmla="*/ 8564 w 6002352"/>
                <a:gd name="connsiteY1003" fmla="*/ 6285300 h 6750207"/>
                <a:gd name="connsiteX1004" fmla="*/ 8572 w 6002352"/>
                <a:gd name="connsiteY1004" fmla="*/ 6285291 h 6750207"/>
                <a:gd name="connsiteX1005" fmla="*/ 30749 w 6002352"/>
                <a:gd name="connsiteY1005" fmla="*/ 6369495 h 6750207"/>
                <a:gd name="connsiteX1006" fmla="*/ 30757 w 6002352"/>
                <a:gd name="connsiteY1006" fmla="*/ 6369495 h 6750207"/>
                <a:gd name="connsiteX1007" fmla="*/ 59436 w 6002352"/>
                <a:gd name="connsiteY1007" fmla="*/ 6437234 h 6750207"/>
                <a:gd name="connsiteX1008" fmla="*/ 59445 w 6002352"/>
                <a:gd name="connsiteY1008" fmla="*/ 6437234 h 6750207"/>
                <a:gd name="connsiteX1009" fmla="*/ 103241 w 6002352"/>
                <a:gd name="connsiteY1009" fmla="*/ 6510140 h 6750207"/>
                <a:gd name="connsiteX1010" fmla="*/ 157134 w 6002352"/>
                <a:gd name="connsiteY1010" fmla="*/ 6575423 h 6750207"/>
                <a:gd name="connsiteX1011" fmla="*/ 157142 w 6002352"/>
                <a:gd name="connsiteY1011" fmla="*/ 6575406 h 6750207"/>
                <a:gd name="connsiteX1012" fmla="*/ 157151 w 6002352"/>
                <a:gd name="connsiteY1012" fmla="*/ 6575406 h 6750207"/>
                <a:gd name="connsiteX1013" fmla="*/ 157142 w 6002352"/>
                <a:gd name="connsiteY1013" fmla="*/ 6575423 h 6750207"/>
                <a:gd name="connsiteX1014" fmla="*/ 157159 w 6002352"/>
                <a:gd name="connsiteY1014" fmla="*/ 6575423 h 6750207"/>
                <a:gd name="connsiteX1015" fmla="*/ 220053 w 6002352"/>
                <a:gd name="connsiteY1015" fmla="*/ 6631982 h 6750207"/>
                <a:gd name="connsiteX1016" fmla="*/ 290897 w 6002352"/>
                <a:gd name="connsiteY1016" fmla="*/ 6678774 h 6750207"/>
                <a:gd name="connsiteX1017" fmla="*/ 357122 w 6002352"/>
                <a:gd name="connsiteY1017" fmla="*/ 6710271 h 6750207"/>
                <a:gd name="connsiteX1018" fmla="*/ 357122 w 6002352"/>
                <a:gd name="connsiteY1018" fmla="*/ 6710263 h 6750207"/>
                <a:gd name="connsiteX1019" fmla="*/ 464402 w 6002352"/>
                <a:gd name="connsiteY1019" fmla="*/ 6741062 h 6750207"/>
                <a:gd name="connsiteX1020" fmla="*/ 421227 w 6002352"/>
                <a:gd name="connsiteY1020" fmla="*/ 6490227 h 6750207"/>
                <a:gd name="connsiteX1021" fmla="*/ 464410 w 6002352"/>
                <a:gd name="connsiteY1021" fmla="*/ 6741062 h 675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6002352" h="6750207">
                  <a:moveTo>
                    <a:pt x="2969708" y="376270"/>
                  </a:moveTo>
                  <a:lnTo>
                    <a:pt x="2969700" y="376236"/>
                  </a:lnTo>
                  <a:lnTo>
                    <a:pt x="2980805" y="172066"/>
                  </a:lnTo>
                  <a:lnTo>
                    <a:pt x="2981402" y="161012"/>
                  </a:lnTo>
                  <a:lnTo>
                    <a:pt x="2981402" y="161020"/>
                  </a:lnTo>
                  <a:lnTo>
                    <a:pt x="2980805" y="172066"/>
                  </a:lnTo>
                  <a:lnTo>
                    <a:pt x="2969708" y="376236"/>
                  </a:lnTo>
                  <a:lnTo>
                    <a:pt x="2969708" y="376253"/>
                  </a:lnTo>
                  <a:close/>
                  <a:moveTo>
                    <a:pt x="3181853" y="414784"/>
                  </a:moveTo>
                  <a:lnTo>
                    <a:pt x="3217919" y="93449"/>
                  </a:lnTo>
                  <a:lnTo>
                    <a:pt x="3181861" y="414784"/>
                  </a:lnTo>
                  <a:close/>
                  <a:moveTo>
                    <a:pt x="2949711" y="470838"/>
                  </a:moveTo>
                  <a:lnTo>
                    <a:pt x="2949711" y="470830"/>
                  </a:lnTo>
                  <a:lnTo>
                    <a:pt x="2922555" y="415129"/>
                  </a:lnTo>
                  <a:close/>
                  <a:moveTo>
                    <a:pt x="3193622" y="483752"/>
                  </a:moveTo>
                  <a:lnTo>
                    <a:pt x="3193622" y="483743"/>
                  </a:lnTo>
                  <a:lnTo>
                    <a:pt x="3193622" y="483735"/>
                  </a:lnTo>
                  <a:lnTo>
                    <a:pt x="3192327" y="481009"/>
                  </a:lnTo>
                  <a:close/>
                  <a:moveTo>
                    <a:pt x="3184511" y="550650"/>
                  </a:moveTo>
                  <a:lnTo>
                    <a:pt x="3192318" y="481043"/>
                  </a:lnTo>
                  <a:lnTo>
                    <a:pt x="3184511" y="550642"/>
                  </a:lnTo>
                  <a:close/>
                  <a:moveTo>
                    <a:pt x="3241962" y="585757"/>
                  </a:moveTo>
                  <a:lnTo>
                    <a:pt x="3193631" y="483760"/>
                  </a:lnTo>
                  <a:lnTo>
                    <a:pt x="3193622" y="483743"/>
                  </a:lnTo>
                  <a:close/>
                  <a:moveTo>
                    <a:pt x="2511641" y="592613"/>
                  </a:moveTo>
                  <a:lnTo>
                    <a:pt x="2471411" y="294969"/>
                  </a:lnTo>
                  <a:lnTo>
                    <a:pt x="2471420" y="294969"/>
                  </a:lnTo>
                  <a:close/>
                  <a:moveTo>
                    <a:pt x="2511650" y="592647"/>
                  </a:moveTo>
                  <a:lnTo>
                    <a:pt x="2511641" y="592638"/>
                  </a:lnTo>
                  <a:lnTo>
                    <a:pt x="2511650" y="592638"/>
                  </a:lnTo>
                  <a:lnTo>
                    <a:pt x="2511641" y="592630"/>
                  </a:lnTo>
                  <a:lnTo>
                    <a:pt x="2511650" y="592621"/>
                  </a:lnTo>
                  <a:lnTo>
                    <a:pt x="2511650" y="592630"/>
                  </a:lnTo>
                  <a:lnTo>
                    <a:pt x="2511650" y="592638"/>
                  </a:lnTo>
                  <a:close/>
                  <a:moveTo>
                    <a:pt x="2380612" y="742773"/>
                  </a:moveTo>
                  <a:lnTo>
                    <a:pt x="2365890" y="460776"/>
                  </a:lnTo>
                  <a:lnTo>
                    <a:pt x="2380621" y="742773"/>
                  </a:lnTo>
                  <a:close/>
                  <a:moveTo>
                    <a:pt x="4147639" y="1052439"/>
                  </a:moveTo>
                  <a:lnTo>
                    <a:pt x="4210828" y="809394"/>
                  </a:lnTo>
                  <a:lnTo>
                    <a:pt x="4210836" y="809394"/>
                  </a:lnTo>
                  <a:lnTo>
                    <a:pt x="4147647" y="1052431"/>
                  </a:lnTo>
                  <a:close/>
                  <a:moveTo>
                    <a:pt x="4050556" y="1179363"/>
                  </a:moveTo>
                  <a:lnTo>
                    <a:pt x="4050564" y="1179363"/>
                  </a:lnTo>
                  <a:lnTo>
                    <a:pt x="4067962" y="1112431"/>
                  </a:lnTo>
                  <a:lnTo>
                    <a:pt x="4067953" y="1112431"/>
                  </a:lnTo>
                  <a:close/>
                  <a:moveTo>
                    <a:pt x="4342731" y="1308448"/>
                  </a:moveTo>
                  <a:lnTo>
                    <a:pt x="4443996" y="1010888"/>
                  </a:lnTo>
                  <a:lnTo>
                    <a:pt x="4444004" y="1010888"/>
                  </a:lnTo>
                  <a:close/>
                  <a:moveTo>
                    <a:pt x="4342723" y="1308465"/>
                  </a:moveTo>
                  <a:lnTo>
                    <a:pt x="4342723" y="1308457"/>
                  </a:lnTo>
                  <a:lnTo>
                    <a:pt x="4342731" y="1308465"/>
                  </a:lnTo>
                  <a:close/>
                  <a:moveTo>
                    <a:pt x="4252647" y="1351665"/>
                  </a:moveTo>
                  <a:lnTo>
                    <a:pt x="4252656" y="1351665"/>
                  </a:lnTo>
                  <a:lnTo>
                    <a:pt x="4273595" y="1290125"/>
                  </a:lnTo>
                  <a:lnTo>
                    <a:pt x="4273587" y="1290125"/>
                  </a:lnTo>
                  <a:close/>
                  <a:moveTo>
                    <a:pt x="1558626" y="1382237"/>
                  </a:moveTo>
                  <a:lnTo>
                    <a:pt x="1471629" y="1088589"/>
                  </a:lnTo>
                  <a:lnTo>
                    <a:pt x="1471638" y="1088597"/>
                  </a:lnTo>
                  <a:lnTo>
                    <a:pt x="1558634" y="1382229"/>
                  </a:lnTo>
                  <a:close/>
                  <a:moveTo>
                    <a:pt x="4600667" y="1411068"/>
                  </a:moveTo>
                  <a:lnTo>
                    <a:pt x="4600667" y="1411051"/>
                  </a:lnTo>
                  <a:lnTo>
                    <a:pt x="4643993" y="1196718"/>
                  </a:lnTo>
                  <a:lnTo>
                    <a:pt x="4600675" y="1411042"/>
                  </a:lnTo>
                  <a:lnTo>
                    <a:pt x="4600667" y="1411051"/>
                  </a:lnTo>
                  <a:lnTo>
                    <a:pt x="4600675" y="1411059"/>
                  </a:lnTo>
                  <a:close/>
                  <a:moveTo>
                    <a:pt x="1673166" y="1429105"/>
                  </a:moveTo>
                  <a:lnTo>
                    <a:pt x="1673166" y="1429096"/>
                  </a:lnTo>
                  <a:lnTo>
                    <a:pt x="1652294" y="1358656"/>
                  </a:lnTo>
                  <a:lnTo>
                    <a:pt x="1652285" y="1358656"/>
                  </a:lnTo>
                  <a:close/>
                  <a:moveTo>
                    <a:pt x="4438595" y="1510212"/>
                  </a:moveTo>
                  <a:lnTo>
                    <a:pt x="4438603" y="1510212"/>
                  </a:lnTo>
                  <a:lnTo>
                    <a:pt x="4449961" y="1454006"/>
                  </a:lnTo>
                  <a:lnTo>
                    <a:pt x="4449952" y="1454006"/>
                  </a:lnTo>
                  <a:close/>
                  <a:moveTo>
                    <a:pt x="4600675" y="1604141"/>
                  </a:moveTo>
                  <a:lnTo>
                    <a:pt x="4600684" y="1604116"/>
                  </a:lnTo>
                  <a:lnTo>
                    <a:pt x="4600667" y="1604133"/>
                  </a:lnTo>
                  <a:close/>
                  <a:moveTo>
                    <a:pt x="4687655" y="1652035"/>
                  </a:moveTo>
                  <a:lnTo>
                    <a:pt x="4814881" y="1366968"/>
                  </a:lnTo>
                  <a:lnTo>
                    <a:pt x="4814890" y="1366968"/>
                  </a:lnTo>
                  <a:close/>
                  <a:moveTo>
                    <a:pt x="4687621" y="1652043"/>
                  </a:moveTo>
                  <a:lnTo>
                    <a:pt x="4600675" y="1411084"/>
                  </a:lnTo>
                  <a:lnTo>
                    <a:pt x="4600684" y="1411084"/>
                  </a:lnTo>
                  <a:close/>
                  <a:moveTo>
                    <a:pt x="4687647" y="1652069"/>
                  </a:moveTo>
                  <a:lnTo>
                    <a:pt x="4687647" y="1652060"/>
                  </a:lnTo>
                  <a:lnTo>
                    <a:pt x="4687647" y="1652052"/>
                  </a:lnTo>
                  <a:lnTo>
                    <a:pt x="4687655" y="1652052"/>
                  </a:lnTo>
                  <a:close/>
                  <a:moveTo>
                    <a:pt x="4932601" y="1754780"/>
                  </a:moveTo>
                  <a:lnTo>
                    <a:pt x="4932601" y="1754772"/>
                  </a:lnTo>
                  <a:lnTo>
                    <a:pt x="4932601" y="1754763"/>
                  </a:lnTo>
                  <a:lnTo>
                    <a:pt x="4982918" y="1546791"/>
                  </a:lnTo>
                  <a:lnTo>
                    <a:pt x="4982926" y="1546783"/>
                  </a:lnTo>
                  <a:lnTo>
                    <a:pt x="4932610" y="1754763"/>
                  </a:lnTo>
                  <a:lnTo>
                    <a:pt x="4932601" y="1754763"/>
                  </a:lnTo>
                  <a:lnTo>
                    <a:pt x="4932610" y="1754772"/>
                  </a:lnTo>
                  <a:close/>
                  <a:moveTo>
                    <a:pt x="1192123" y="1764985"/>
                  </a:moveTo>
                  <a:lnTo>
                    <a:pt x="1074000" y="1485571"/>
                  </a:lnTo>
                  <a:lnTo>
                    <a:pt x="1074008" y="1485571"/>
                  </a:lnTo>
                  <a:lnTo>
                    <a:pt x="1192123" y="1764977"/>
                  </a:lnTo>
                  <a:close/>
                  <a:moveTo>
                    <a:pt x="4739150" y="1802842"/>
                  </a:moveTo>
                  <a:lnTo>
                    <a:pt x="4748858" y="1762730"/>
                  </a:lnTo>
                  <a:lnTo>
                    <a:pt x="4748849" y="1762730"/>
                  </a:lnTo>
                  <a:lnTo>
                    <a:pt x="4739150" y="1802834"/>
                  </a:lnTo>
                  <a:close/>
                  <a:moveTo>
                    <a:pt x="1159903" y="1889031"/>
                  </a:moveTo>
                  <a:lnTo>
                    <a:pt x="1159903" y="1889023"/>
                  </a:lnTo>
                  <a:lnTo>
                    <a:pt x="1156310" y="1872711"/>
                  </a:lnTo>
                  <a:lnTo>
                    <a:pt x="1156302" y="1872711"/>
                  </a:lnTo>
                  <a:close/>
                  <a:moveTo>
                    <a:pt x="4892472" y="1929329"/>
                  </a:moveTo>
                  <a:lnTo>
                    <a:pt x="4892481" y="1929329"/>
                  </a:lnTo>
                  <a:lnTo>
                    <a:pt x="4892489" y="1929303"/>
                  </a:lnTo>
                  <a:close/>
                  <a:moveTo>
                    <a:pt x="1170250" y="1935933"/>
                  </a:moveTo>
                  <a:lnTo>
                    <a:pt x="1170259" y="1935924"/>
                  </a:lnTo>
                  <a:lnTo>
                    <a:pt x="1159911" y="1889031"/>
                  </a:lnTo>
                  <a:lnTo>
                    <a:pt x="1159911" y="1889048"/>
                  </a:lnTo>
                  <a:close/>
                  <a:moveTo>
                    <a:pt x="5047612" y="1971695"/>
                  </a:moveTo>
                  <a:lnTo>
                    <a:pt x="5145772" y="1735708"/>
                  </a:lnTo>
                  <a:lnTo>
                    <a:pt x="5047621" y="1971695"/>
                  </a:lnTo>
                  <a:close/>
                  <a:moveTo>
                    <a:pt x="1022808" y="2093100"/>
                  </a:moveTo>
                  <a:lnTo>
                    <a:pt x="1005612" y="2059045"/>
                  </a:lnTo>
                  <a:lnTo>
                    <a:pt x="1005604" y="2059045"/>
                  </a:lnTo>
                  <a:close/>
                  <a:moveTo>
                    <a:pt x="845862" y="2095675"/>
                  </a:moveTo>
                  <a:lnTo>
                    <a:pt x="738338" y="1882789"/>
                  </a:lnTo>
                  <a:lnTo>
                    <a:pt x="738347" y="1882789"/>
                  </a:lnTo>
                  <a:lnTo>
                    <a:pt x="845871" y="2095675"/>
                  </a:lnTo>
                  <a:close/>
                  <a:moveTo>
                    <a:pt x="845904" y="2095683"/>
                  </a:moveTo>
                  <a:lnTo>
                    <a:pt x="956128" y="1884177"/>
                  </a:lnTo>
                  <a:lnTo>
                    <a:pt x="956137" y="1884177"/>
                  </a:lnTo>
                  <a:lnTo>
                    <a:pt x="845913" y="2095675"/>
                  </a:lnTo>
                  <a:close/>
                  <a:moveTo>
                    <a:pt x="5114149" y="2220562"/>
                  </a:moveTo>
                  <a:lnTo>
                    <a:pt x="5114149" y="2220554"/>
                  </a:lnTo>
                  <a:lnTo>
                    <a:pt x="5114140" y="2220554"/>
                  </a:lnTo>
                  <a:close/>
                  <a:moveTo>
                    <a:pt x="916050" y="2264115"/>
                  </a:moveTo>
                  <a:lnTo>
                    <a:pt x="887514" y="2220344"/>
                  </a:lnTo>
                  <a:lnTo>
                    <a:pt x="887505" y="2220344"/>
                  </a:lnTo>
                  <a:close/>
                  <a:moveTo>
                    <a:pt x="5082778" y="2289833"/>
                  </a:moveTo>
                  <a:lnTo>
                    <a:pt x="5114149" y="2220571"/>
                  </a:lnTo>
                  <a:lnTo>
                    <a:pt x="5114140" y="2220571"/>
                  </a:lnTo>
                  <a:lnTo>
                    <a:pt x="5082769" y="2289825"/>
                  </a:lnTo>
                  <a:close/>
                  <a:moveTo>
                    <a:pt x="5264906" y="2357867"/>
                  </a:moveTo>
                  <a:lnTo>
                    <a:pt x="5397120" y="2065944"/>
                  </a:lnTo>
                  <a:lnTo>
                    <a:pt x="5397129" y="2065944"/>
                  </a:lnTo>
                  <a:lnTo>
                    <a:pt x="5264914" y="2357867"/>
                  </a:lnTo>
                  <a:close/>
                  <a:moveTo>
                    <a:pt x="5218400" y="2377991"/>
                  </a:moveTo>
                  <a:lnTo>
                    <a:pt x="5218408" y="2377991"/>
                  </a:lnTo>
                  <a:lnTo>
                    <a:pt x="5218408" y="2377974"/>
                  </a:lnTo>
                  <a:close/>
                  <a:moveTo>
                    <a:pt x="757721" y="2409968"/>
                  </a:moveTo>
                  <a:lnTo>
                    <a:pt x="771847" y="2322483"/>
                  </a:lnTo>
                  <a:lnTo>
                    <a:pt x="771855" y="2322483"/>
                  </a:lnTo>
                  <a:close/>
                  <a:moveTo>
                    <a:pt x="594690" y="2449079"/>
                  </a:moveTo>
                  <a:lnTo>
                    <a:pt x="469634" y="2270913"/>
                  </a:lnTo>
                  <a:lnTo>
                    <a:pt x="469643" y="2270913"/>
                  </a:lnTo>
                  <a:close/>
                  <a:moveTo>
                    <a:pt x="5422762" y="2506757"/>
                  </a:moveTo>
                  <a:lnTo>
                    <a:pt x="5515345" y="2244463"/>
                  </a:lnTo>
                  <a:lnTo>
                    <a:pt x="5515354" y="2244455"/>
                  </a:lnTo>
                  <a:close/>
                  <a:moveTo>
                    <a:pt x="5289538" y="2629441"/>
                  </a:moveTo>
                  <a:lnTo>
                    <a:pt x="5302965" y="2588041"/>
                  </a:lnTo>
                  <a:lnTo>
                    <a:pt x="5289530" y="2629432"/>
                  </a:lnTo>
                  <a:close/>
                  <a:moveTo>
                    <a:pt x="5534770" y="2718263"/>
                  </a:moveTo>
                  <a:lnTo>
                    <a:pt x="5627100" y="2433768"/>
                  </a:lnTo>
                  <a:lnTo>
                    <a:pt x="5534778" y="2718263"/>
                  </a:lnTo>
                  <a:close/>
                  <a:moveTo>
                    <a:pt x="5534762" y="2718280"/>
                  </a:moveTo>
                  <a:lnTo>
                    <a:pt x="5534770" y="2718271"/>
                  </a:lnTo>
                  <a:lnTo>
                    <a:pt x="5534770" y="2718280"/>
                  </a:lnTo>
                  <a:close/>
                  <a:moveTo>
                    <a:pt x="450495" y="2789090"/>
                  </a:moveTo>
                  <a:lnTo>
                    <a:pt x="594699" y="2449121"/>
                  </a:lnTo>
                  <a:lnTo>
                    <a:pt x="594707" y="2449121"/>
                  </a:lnTo>
                  <a:lnTo>
                    <a:pt x="450504" y="2789090"/>
                  </a:lnTo>
                  <a:close/>
                  <a:moveTo>
                    <a:pt x="450462" y="2789107"/>
                  </a:moveTo>
                  <a:lnTo>
                    <a:pt x="450462" y="2789098"/>
                  </a:lnTo>
                  <a:lnTo>
                    <a:pt x="450462" y="2789090"/>
                  </a:lnTo>
                  <a:lnTo>
                    <a:pt x="450470" y="2789107"/>
                  </a:lnTo>
                  <a:close/>
                  <a:moveTo>
                    <a:pt x="370911" y="3006182"/>
                  </a:moveTo>
                  <a:lnTo>
                    <a:pt x="450462" y="2789115"/>
                  </a:lnTo>
                  <a:lnTo>
                    <a:pt x="450462" y="2789124"/>
                  </a:lnTo>
                  <a:close/>
                  <a:moveTo>
                    <a:pt x="313830" y="3100211"/>
                  </a:moveTo>
                  <a:lnTo>
                    <a:pt x="370868" y="3006215"/>
                  </a:lnTo>
                  <a:lnTo>
                    <a:pt x="370877" y="3006215"/>
                  </a:lnTo>
                  <a:close/>
                  <a:moveTo>
                    <a:pt x="281163" y="3431120"/>
                  </a:moveTo>
                  <a:lnTo>
                    <a:pt x="262495" y="3184802"/>
                  </a:lnTo>
                  <a:lnTo>
                    <a:pt x="262495" y="3184794"/>
                  </a:lnTo>
                  <a:lnTo>
                    <a:pt x="281171" y="3431120"/>
                  </a:lnTo>
                  <a:close/>
                  <a:moveTo>
                    <a:pt x="5709394" y="3493736"/>
                  </a:moveTo>
                  <a:lnTo>
                    <a:pt x="5709394" y="3493728"/>
                  </a:lnTo>
                  <a:lnTo>
                    <a:pt x="5739992" y="3257059"/>
                  </a:lnTo>
                  <a:lnTo>
                    <a:pt x="5709402" y="3493736"/>
                  </a:lnTo>
                  <a:close/>
                  <a:moveTo>
                    <a:pt x="5777150" y="3966055"/>
                  </a:moveTo>
                  <a:lnTo>
                    <a:pt x="5809716" y="3678430"/>
                  </a:lnTo>
                  <a:lnTo>
                    <a:pt x="5809725" y="3678430"/>
                  </a:lnTo>
                  <a:close/>
                  <a:moveTo>
                    <a:pt x="5717117" y="4200376"/>
                  </a:moveTo>
                  <a:lnTo>
                    <a:pt x="5717108" y="4200368"/>
                  </a:lnTo>
                  <a:lnTo>
                    <a:pt x="5777126" y="3966089"/>
                  </a:lnTo>
                  <a:lnTo>
                    <a:pt x="5777134" y="3966089"/>
                  </a:lnTo>
                  <a:close/>
                  <a:moveTo>
                    <a:pt x="5790611" y="4408349"/>
                  </a:moveTo>
                  <a:lnTo>
                    <a:pt x="5717117" y="4200401"/>
                  </a:lnTo>
                  <a:lnTo>
                    <a:pt x="5790620" y="4408349"/>
                  </a:lnTo>
                  <a:close/>
                  <a:moveTo>
                    <a:pt x="213861" y="4481288"/>
                  </a:moveTo>
                  <a:lnTo>
                    <a:pt x="212809" y="4271077"/>
                  </a:lnTo>
                  <a:lnTo>
                    <a:pt x="212818" y="4271077"/>
                  </a:lnTo>
                  <a:lnTo>
                    <a:pt x="213869" y="4481279"/>
                  </a:lnTo>
                  <a:lnTo>
                    <a:pt x="213869" y="4481288"/>
                  </a:lnTo>
                  <a:lnTo>
                    <a:pt x="213861" y="4481279"/>
                  </a:lnTo>
                  <a:close/>
                  <a:moveTo>
                    <a:pt x="5806360" y="4606276"/>
                  </a:moveTo>
                  <a:lnTo>
                    <a:pt x="5790628" y="4408382"/>
                  </a:lnTo>
                  <a:lnTo>
                    <a:pt x="5806368" y="4606276"/>
                  </a:lnTo>
                  <a:close/>
                  <a:moveTo>
                    <a:pt x="5712978" y="4873609"/>
                  </a:moveTo>
                  <a:lnTo>
                    <a:pt x="5718270" y="4784249"/>
                  </a:lnTo>
                  <a:lnTo>
                    <a:pt x="5718278" y="4784249"/>
                  </a:lnTo>
                  <a:lnTo>
                    <a:pt x="5718270" y="4784240"/>
                  </a:lnTo>
                  <a:lnTo>
                    <a:pt x="5718270" y="4784232"/>
                  </a:lnTo>
                  <a:lnTo>
                    <a:pt x="5718278" y="4784249"/>
                  </a:lnTo>
                  <a:lnTo>
                    <a:pt x="5712986" y="4873609"/>
                  </a:lnTo>
                  <a:close/>
                  <a:moveTo>
                    <a:pt x="5712448" y="4882687"/>
                  </a:moveTo>
                  <a:lnTo>
                    <a:pt x="5712440" y="4882670"/>
                  </a:lnTo>
                  <a:lnTo>
                    <a:pt x="5712440" y="4882661"/>
                  </a:lnTo>
                  <a:lnTo>
                    <a:pt x="5712448" y="4882678"/>
                  </a:lnTo>
                  <a:close/>
                  <a:moveTo>
                    <a:pt x="5607398" y="4901136"/>
                  </a:moveTo>
                  <a:lnTo>
                    <a:pt x="5647872" y="4746535"/>
                  </a:lnTo>
                  <a:lnTo>
                    <a:pt x="5607398" y="4901127"/>
                  </a:lnTo>
                  <a:close/>
                  <a:moveTo>
                    <a:pt x="5929968" y="4993416"/>
                  </a:moveTo>
                  <a:lnTo>
                    <a:pt x="5929304" y="4992507"/>
                  </a:lnTo>
                  <a:lnTo>
                    <a:pt x="5929312" y="4992507"/>
                  </a:lnTo>
                  <a:lnTo>
                    <a:pt x="5929977" y="4993416"/>
                  </a:lnTo>
                  <a:close/>
                  <a:moveTo>
                    <a:pt x="5747858" y="5144299"/>
                  </a:moveTo>
                  <a:lnTo>
                    <a:pt x="5747858" y="5144291"/>
                  </a:lnTo>
                  <a:lnTo>
                    <a:pt x="5740311" y="5046845"/>
                  </a:lnTo>
                  <a:lnTo>
                    <a:pt x="5740320" y="5046845"/>
                  </a:lnTo>
                  <a:lnTo>
                    <a:pt x="5747866" y="5144299"/>
                  </a:lnTo>
                  <a:close/>
                  <a:moveTo>
                    <a:pt x="5701368" y="5258023"/>
                  </a:moveTo>
                  <a:lnTo>
                    <a:pt x="5747849" y="5144316"/>
                  </a:lnTo>
                  <a:lnTo>
                    <a:pt x="5747858" y="5144316"/>
                  </a:lnTo>
                  <a:close/>
                  <a:moveTo>
                    <a:pt x="5952894" y="5277902"/>
                  </a:moveTo>
                  <a:lnTo>
                    <a:pt x="5929010" y="5160485"/>
                  </a:lnTo>
                  <a:lnTo>
                    <a:pt x="5929018" y="5160485"/>
                  </a:lnTo>
                  <a:close/>
                  <a:moveTo>
                    <a:pt x="5847473" y="5290799"/>
                  </a:moveTo>
                  <a:lnTo>
                    <a:pt x="5864719" y="5217970"/>
                  </a:lnTo>
                  <a:lnTo>
                    <a:pt x="5864728" y="5217978"/>
                  </a:lnTo>
                  <a:lnTo>
                    <a:pt x="5864728" y="5217970"/>
                  </a:lnTo>
                  <a:lnTo>
                    <a:pt x="5864728" y="5217961"/>
                  </a:lnTo>
                  <a:lnTo>
                    <a:pt x="5849862" y="5112062"/>
                  </a:lnTo>
                  <a:lnTo>
                    <a:pt x="5864736" y="5217961"/>
                  </a:lnTo>
                  <a:close/>
                  <a:moveTo>
                    <a:pt x="5897142" y="5346811"/>
                  </a:moveTo>
                  <a:lnTo>
                    <a:pt x="5953078" y="5278845"/>
                  </a:lnTo>
                  <a:lnTo>
                    <a:pt x="5953087" y="5278845"/>
                  </a:lnTo>
                  <a:lnTo>
                    <a:pt x="5897150" y="5346811"/>
                  </a:lnTo>
                  <a:close/>
                  <a:moveTo>
                    <a:pt x="5691685" y="5374667"/>
                  </a:moveTo>
                  <a:lnTo>
                    <a:pt x="5701360" y="5258040"/>
                  </a:lnTo>
                  <a:lnTo>
                    <a:pt x="5701368" y="5258031"/>
                  </a:lnTo>
                  <a:close/>
                  <a:moveTo>
                    <a:pt x="197675" y="5420415"/>
                  </a:moveTo>
                  <a:lnTo>
                    <a:pt x="248564" y="5008660"/>
                  </a:lnTo>
                  <a:lnTo>
                    <a:pt x="248564" y="5008651"/>
                  </a:lnTo>
                  <a:lnTo>
                    <a:pt x="248572" y="5008660"/>
                  </a:lnTo>
                  <a:lnTo>
                    <a:pt x="248564" y="5008660"/>
                  </a:lnTo>
                  <a:lnTo>
                    <a:pt x="248572" y="5008668"/>
                  </a:lnTo>
                  <a:close/>
                  <a:moveTo>
                    <a:pt x="5967927" y="5424790"/>
                  </a:moveTo>
                  <a:lnTo>
                    <a:pt x="5897150" y="5346828"/>
                  </a:lnTo>
                  <a:lnTo>
                    <a:pt x="5967936" y="5424790"/>
                  </a:lnTo>
                  <a:close/>
                  <a:moveTo>
                    <a:pt x="5839616" y="5433228"/>
                  </a:moveTo>
                  <a:lnTo>
                    <a:pt x="5791966" y="5341040"/>
                  </a:lnTo>
                  <a:lnTo>
                    <a:pt x="5839624" y="5433228"/>
                  </a:lnTo>
                  <a:close/>
                  <a:moveTo>
                    <a:pt x="6002335" y="5497745"/>
                  </a:moveTo>
                  <a:lnTo>
                    <a:pt x="5967944" y="5424798"/>
                  </a:lnTo>
                  <a:lnTo>
                    <a:pt x="5967944" y="5424790"/>
                  </a:lnTo>
                  <a:close/>
                  <a:moveTo>
                    <a:pt x="231090" y="5661912"/>
                  </a:moveTo>
                  <a:lnTo>
                    <a:pt x="231082" y="5661904"/>
                  </a:lnTo>
                  <a:lnTo>
                    <a:pt x="197675" y="5420474"/>
                  </a:lnTo>
                  <a:close/>
                  <a:moveTo>
                    <a:pt x="5703858" y="5692089"/>
                  </a:moveTo>
                  <a:lnTo>
                    <a:pt x="5839616" y="5433261"/>
                  </a:lnTo>
                  <a:lnTo>
                    <a:pt x="5703867" y="5692089"/>
                  </a:lnTo>
                  <a:close/>
                  <a:moveTo>
                    <a:pt x="5647863" y="5715898"/>
                  </a:moveTo>
                  <a:lnTo>
                    <a:pt x="5642370" y="5704237"/>
                  </a:lnTo>
                  <a:lnTo>
                    <a:pt x="5642370" y="5704245"/>
                  </a:lnTo>
                  <a:close/>
                  <a:moveTo>
                    <a:pt x="6002335" y="5789669"/>
                  </a:moveTo>
                  <a:lnTo>
                    <a:pt x="5924635" y="5492883"/>
                  </a:lnTo>
                  <a:lnTo>
                    <a:pt x="5924643" y="5492883"/>
                  </a:lnTo>
                  <a:close/>
                  <a:moveTo>
                    <a:pt x="5718270" y="5935639"/>
                  </a:moveTo>
                  <a:lnTo>
                    <a:pt x="5718270" y="5935631"/>
                  </a:lnTo>
                  <a:lnTo>
                    <a:pt x="5703842" y="5692123"/>
                  </a:lnTo>
                  <a:lnTo>
                    <a:pt x="5703850" y="5692114"/>
                  </a:lnTo>
                  <a:lnTo>
                    <a:pt x="5703850" y="5692123"/>
                  </a:lnTo>
                  <a:lnTo>
                    <a:pt x="5718278" y="5935631"/>
                  </a:lnTo>
                  <a:close/>
                  <a:moveTo>
                    <a:pt x="1890061" y="6023790"/>
                  </a:moveTo>
                  <a:lnTo>
                    <a:pt x="2264377" y="6023790"/>
                  </a:lnTo>
                  <a:lnTo>
                    <a:pt x="2264377" y="5836703"/>
                  </a:lnTo>
                  <a:lnTo>
                    <a:pt x="1890061" y="5836703"/>
                  </a:lnTo>
                  <a:close/>
                  <a:moveTo>
                    <a:pt x="952698" y="6026043"/>
                  </a:moveTo>
                  <a:lnTo>
                    <a:pt x="1703097" y="6026043"/>
                  </a:lnTo>
                  <a:lnTo>
                    <a:pt x="1703097" y="5838957"/>
                  </a:lnTo>
                  <a:lnTo>
                    <a:pt x="953166" y="5838957"/>
                  </a:lnTo>
                  <a:lnTo>
                    <a:pt x="953166" y="4719152"/>
                  </a:lnTo>
                  <a:lnTo>
                    <a:pt x="766080" y="4719152"/>
                  </a:lnTo>
                  <a:lnTo>
                    <a:pt x="766080" y="5839425"/>
                  </a:lnTo>
                  <a:cubicBezTo>
                    <a:pt x="766080" y="5942510"/>
                    <a:pt x="849613" y="6026043"/>
                    <a:pt x="952698" y="6026043"/>
                  </a:cubicBezTo>
                  <a:close/>
                  <a:moveTo>
                    <a:pt x="5647872" y="6033067"/>
                  </a:moveTo>
                  <a:lnTo>
                    <a:pt x="5674313" y="6033067"/>
                  </a:lnTo>
                  <a:lnTo>
                    <a:pt x="6002352" y="6033067"/>
                  </a:lnTo>
                  <a:lnTo>
                    <a:pt x="6002352" y="5789719"/>
                  </a:lnTo>
                  <a:lnTo>
                    <a:pt x="6002352" y="5789660"/>
                  </a:lnTo>
                  <a:lnTo>
                    <a:pt x="6002352" y="5497779"/>
                  </a:lnTo>
                  <a:lnTo>
                    <a:pt x="6002352" y="5351809"/>
                  </a:lnTo>
                  <a:lnTo>
                    <a:pt x="6002352" y="5351801"/>
                  </a:lnTo>
                  <a:lnTo>
                    <a:pt x="6002352" y="5205872"/>
                  </a:lnTo>
                  <a:lnTo>
                    <a:pt x="6002352" y="5205855"/>
                  </a:lnTo>
                  <a:lnTo>
                    <a:pt x="6002352" y="5205847"/>
                  </a:lnTo>
                  <a:lnTo>
                    <a:pt x="6002352" y="5059910"/>
                  </a:lnTo>
                  <a:lnTo>
                    <a:pt x="6002352" y="5059902"/>
                  </a:lnTo>
                  <a:lnTo>
                    <a:pt x="6002352" y="4992507"/>
                  </a:lnTo>
                  <a:lnTo>
                    <a:pt x="6002352" y="4930211"/>
                  </a:lnTo>
                  <a:lnTo>
                    <a:pt x="6002352" y="4930160"/>
                  </a:lnTo>
                  <a:lnTo>
                    <a:pt x="6002352" y="4913923"/>
                  </a:lnTo>
                  <a:lnTo>
                    <a:pt x="6002352" y="4638295"/>
                  </a:lnTo>
                  <a:lnTo>
                    <a:pt x="6002352" y="4638287"/>
                  </a:lnTo>
                  <a:lnTo>
                    <a:pt x="6002352" y="4638253"/>
                  </a:lnTo>
                  <a:lnTo>
                    <a:pt x="6002352" y="4638236"/>
                  </a:lnTo>
                  <a:lnTo>
                    <a:pt x="6002352" y="4346321"/>
                  </a:lnTo>
                  <a:lnTo>
                    <a:pt x="6002352" y="4054457"/>
                  </a:lnTo>
                  <a:lnTo>
                    <a:pt x="6002352" y="4054423"/>
                  </a:lnTo>
                  <a:lnTo>
                    <a:pt x="6002352" y="4054406"/>
                  </a:lnTo>
                  <a:lnTo>
                    <a:pt x="6002352" y="3762525"/>
                  </a:lnTo>
                  <a:lnTo>
                    <a:pt x="6002352" y="3762499"/>
                  </a:lnTo>
                  <a:lnTo>
                    <a:pt x="6002352" y="3762491"/>
                  </a:lnTo>
                  <a:lnTo>
                    <a:pt x="5994638" y="3575887"/>
                  </a:lnTo>
                  <a:lnTo>
                    <a:pt x="5994629" y="3575895"/>
                  </a:lnTo>
                  <a:lnTo>
                    <a:pt x="5963124" y="3339698"/>
                  </a:lnTo>
                  <a:lnTo>
                    <a:pt x="5963115" y="3339698"/>
                  </a:lnTo>
                  <a:lnTo>
                    <a:pt x="5901937" y="3082679"/>
                  </a:lnTo>
                  <a:lnTo>
                    <a:pt x="5901929" y="3082696"/>
                  </a:lnTo>
                  <a:lnTo>
                    <a:pt x="5901912" y="3082688"/>
                  </a:lnTo>
                  <a:lnTo>
                    <a:pt x="5814276" y="2827864"/>
                  </a:lnTo>
                  <a:lnTo>
                    <a:pt x="5814268" y="2827873"/>
                  </a:lnTo>
                  <a:lnTo>
                    <a:pt x="5814260" y="2827873"/>
                  </a:lnTo>
                  <a:lnTo>
                    <a:pt x="5713718" y="2600215"/>
                  </a:lnTo>
                  <a:lnTo>
                    <a:pt x="5713710" y="2600223"/>
                  </a:lnTo>
                  <a:lnTo>
                    <a:pt x="5627117" y="2433726"/>
                  </a:lnTo>
                  <a:lnTo>
                    <a:pt x="5627100" y="2433751"/>
                  </a:lnTo>
                  <a:lnTo>
                    <a:pt x="5627109" y="2433726"/>
                  </a:lnTo>
                  <a:lnTo>
                    <a:pt x="5627092" y="2433734"/>
                  </a:lnTo>
                  <a:lnTo>
                    <a:pt x="5515362" y="2244430"/>
                  </a:lnTo>
                  <a:lnTo>
                    <a:pt x="5515345" y="2244430"/>
                  </a:lnTo>
                  <a:lnTo>
                    <a:pt x="5397146" y="2065910"/>
                  </a:lnTo>
                  <a:lnTo>
                    <a:pt x="5397138" y="2065927"/>
                  </a:lnTo>
                  <a:lnTo>
                    <a:pt x="5397138" y="2065935"/>
                  </a:lnTo>
                  <a:lnTo>
                    <a:pt x="5397129" y="2065927"/>
                  </a:lnTo>
                  <a:lnTo>
                    <a:pt x="5397138" y="2065910"/>
                  </a:lnTo>
                  <a:lnTo>
                    <a:pt x="5397120" y="2065910"/>
                  </a:lnTo>
                  <a:lnTo>
                    <a:pt x="5286055" y="1913058"/>
                  </a:lnTo>
                  <a:lnTo>
                    <a:pt x="5286038" y="1913058"/>
                  </a:lnTo>
                  <a:lnTo>
                    <a:pt x="5145789" y="1735666"/>
                  </a:lnTo>
                  <a:lnTo>
                    <a:pt x="5145781" y="1735700"/>
                  </a:lnTo>
                  <a:lnTo>
                    <a:pt x="5145772" y="1735692"/>
                  </a:lnTo>
                  <a:lnTo>
                    <a:pt x="5145789" y="1735666"/>
                  </a:lnTo>
                  <a:lnTo>
                    <a:pt x="5145756" y="1735675"/>
                  </a:lnTo>
                  <a:lnTo>
                    <a:pt x="4982926" y="1546766"/>
                  </a:lnTo>
                  <a:lnTo>
                    <a:pt x="4982910" y="1546766"/>
                  </a:lnTo>
                  <a:lnTo>
                    <a:pt x="4814907" y="1366926"/>
                  </a:lnTo>
                  <a:lnTo>
                    <a:pt x="4814890" y="1366959"/>
                  </a:lnTo>
                  <a:lnTo>
                    <a:pt x="4814890" y="1366951"/>
                  </a:lnTo>
                  <a:lnTo>
                    <a:pt x="4814898" y="1366926"/>
                  </a:lnTo>
                  <a:lnTo>
                    <a:pt x="4814864" y="1366934"/>
                  </a:lnTo>
                  <a:lnTo>
                    <a:pt x="4644001" y="1196693"/>
                  </a:lnTo>
                  <a:lnTo>
                    <a:pt x="4643993" y="1196710"/>
                  </a:lnTo>
                  <a:lnTo>
                    <a:pt x="4643993" y="1196693"/>
                  </a:lnTo>
                  <a:lnTo>
                    <a:pt x="4643976" y="1196693"/>
                  </a:lnTo>
                  <a:lnTo>
                    <a:pt x="4444021" y="1010846"/>
                  </a:lnTo>
                  <a:lnTo>
                    <a:pt x="4444004" y="1010880"/>
                  </a:lnTo>
                  <a:lnTo>
                    <a:pt x="4444013" y="1010846"/>
                  </a:lnTo>
                  <a:lnTo>
                    <a:pt x="4443971" y="1010855"/>
                  </a:lnTo>
                  <a:lnTo>
                    <a:pt x="4210836" y="809368"/>
                  </a:lnTo>
                  <a:lnTo>
                    <a:pt x="4210836" y="809385"/>
                  </a:lnTo>
                  <a:lnTo>
                    <a:pt x="4210828" y="809385"/>
                  </a:lnTo>
                  <a:lnTo>
                    <a:pt x="4210836" y="809368"/>
                  </a:lnTo>
                  <a:lnTo>
                    <a:pt x="4210819" y="809368"/>
                  </a:lnTo>
                  <a:lnTo>
                    <a:pt x="3977264" y="621503"/>
                  </a:lnTo>
                  <a:lnTo>
                    <a:pt x="3929504" y="927879"/>
                  </a:lnTo>
                  <a:lnTo>
                    <a:pt x="3977255" y="621545"/>
                  </a:lnTo>
                  <a:lnTo>
                    <a:pt x="3977255" y="621536"/>
                  </a:lnTo>
                  <a:lnTo>
                    <a:pt x="3977255" y="621503"/>
                  </a:lnTo>
                  <a:lnTo>
                    <a:pt x="3977213" y="621511"/>
                  </a:lnTo>
                  <a:lnTo>
                    <a:pt x="3754611" y="453920"/>
                  </a:lnTo>
                  <a:lnTo>
                    <a:pt x="3766448" y="669817"/>
                  </a:lnTo>
                  <a:lnTo>
                    <a:pt x="3766448" y="669826"/>
                  </a:lnTo>
                  <a:lnTo>
                    <a:pt x="3754603" y="453920"/>
                  </a:lnTo>
                  <a:lnTo>
                    <a:pt x="3754586" y="453928"/>
                  </a:lnTo>
                  <a:lnTo>
                    <a:pt x="3477368" y="259711"/>
                  </a:lnTo>
                  <a:lnTo>
                    <a:pt x="3461620" y="577117"/>
                  </a:lnTo>
                  <a:lnTo>
                    <a:pt x="3461611" y="577117"/>
                  </a:lnTo>
                  <a:lnTo>
                    <a:pt x="3477360" y="259711"/>
                  </a:lnTo>
                  <a:lnTo>
                    <a:pt x="3477352" y="259736"/>
                  </a:lnTo>
                  <a:lnTo>
                    <a:pt x="3217927" y="93407"/>
                  </a:lnTo>
                  <a:lnTo>
                    <a:pt x="3217919" y="93441"/>
                  </a:lnTo>
                  <a:lnTo>
                    <a:pt x="3217919" y="93432"/>
                  </a:lnTo>
                  <a:lnTo>
                    <a:pt x="3217919" y="93407"/>
                  </a:lnTo>
                  <a:lnTo>
                    <a:pt x="3217876" y="93415"/>
                  </a:lnTo>
                  <a:lnTo>
                    <a:pt x="3088707" y="18701"/>
                  </a:lnTo>
                  <a:lnTo>
                    <a:pt x="3088707" y="18710"/>
                  </a:lnTo>
                  <a:lnTo>
                    <a:pt x="3049318" y="5561"/>
                  </a:lnTo>
                  <a:lnTo>
                    <a:pt x="3049318" y="5569"/>
                  </a:lnTo>
                  <a:lnTo>
                    <a:pt x="3000364" y="0"/>
                  </a:lnTo>
                  <a:lnTo>
                    <a:pt x="2951419" y="5569"/>
                  </a:lnTo>
                  <a:lnTo>
                    <a:pt x="2951410" y="5561"/>
                  </a:lnTo>
                  <a:lnTo>
                    <a:pt x="2912022" y="18701"/>
                  </a:lnTo>
                  <a:lnTo>
                    <a:pt x="2756007" y="109753"/>
                  </a:lnTo>
                  <a:lnTo>
                    <a:pt x="2755973" y="109753"/>
                  </a:lnTo>
                  <a:lnTo>
                    <a:pt x="2690051" y="319601"/>
                  </a:lnTo>
                  <a:lnTo>
                    <a:pt x="2690042" y="319601"/>
                  </a:lnTo>
                  <a:lnTo>
                    <a:pt x="2755965" y="109753"/>
                  </a:lnTo>
                  <a:lnTo>
                    <a:pt x="2471470" y="294927"/>
                  </a:lnTo>
                  <a:lnTo>
                    <a:pt x="2471411" y="294918"/>
                  </a:lnTo>
                  <a:lnTo>
                    <a:pt x="2471420" y="294960"/>
                  </a:lnTo>
                  <a:lnTo>
                    <a:pt x="2471411" y="294960"/>
                  </a:lnTo>
                  <a:lnTo>
                    <a:pt x="2471411" y="294918"/>
                  </a:lnTo>
                  <a:lnTo>
                    <a:pt x="2471395" y="294935"/>
                  </a:lnTo>
                  <a:lnTo>
                    <a:pt x="2174802" y="506550"/>
                  </a:lnTo>
                  <a:lnTo>
                    <a:pt x="2174735" y="506567"/>
                  </a:lnTo>
                  <a:lnTo>
                    <a:pt x="2174727" y="506559"/>
                  </a:lnTo>
                  <a:lnTo>
                    <a:pt x="2174727" y="506576"/>
                  </a:lnTo>
                  <a:lnTo>
                    <a:pt x="2182264" y="762248"/>
                  </a:lnTo>
                  <a:lnTo>
                    <a:pt x="2179017" y="917254"/>
                  </a:lnTo>
                  <a:lnTo>
                    <a:pt x="2272332" y="845367"/>
                  </a:lnTo>
                  <a:lnTo>
                    <a:pt x="2273577" y="887414"/>
                  </a:lnTo>
                  <a:lnTo>
                    <a:pt x="2274342" y="913359"/>
                  </a:lnTo>
                  <a:lnTo>
                    <a:pt x="2274342" y="913350"/>
                  </a:lnTo>
                  <a:lnTo>
                    <a:pt x="2273577" y="887405"/>
                  </a:lnTo>
                  <a:lnTo>
                    <a:pt x="2272340" y="845375"/>
                  </a:lnTo>
                  <a:lnTo>
                    <a:pt x="2272340" y="845367"/>
                  </a:lnTo>
                  <a:lnTo>
                    <a:pt x="2272348" y="845375"/>
                  </a:lnTo>
                  <a:lnTo>
                    <a:pt x="2272407" y="845358"/>
                  </a:lnTo>
                  <a:lnTo>
                    <a:pt x="2340820" y="796547"/>
                  </a:lnTo>
                  <a:lnTo>
                    <a:pt x="2373773" y="752018"/>
                  </a:lnTo>
                  <a:lnTo>
                    <a:pt x="2340828" y="796547"/>
                  </a:lnTo>
                  <a:lnTo>
                    <a:pt x="2501622" y="681814"/>
                  </a:lnTo>
                  <a:lnTo>
                    <a:pt x="2533969" y="658738"/>
                  </a:lnTo>
                  <a:lnTo>
                    <a:pt x="2533977" y="658721"/>
                  </a:lnTo>
                  <a:lnTo>
                    <a:pt x="2533986" y="658763"/>
                  </a:lnTo>
                  <a:lnTo>
                    <a:pt x="2540648" y="708079"/>
                  </a:lnTo>
                  <a:lnTo>
                    <a:pt x="2540657" y="708070"/>
                  </a:lnTo>
                  <a:lnTo>
                    <a:pt x="2533994" y="658763"/>
                  </a:lnTo>
                  <a:lnTo>
                    <a:pt x="2533986" y="658721"/>
                  </a:lnTo>
                  <a:lnTo>
                    <a:pt x="2534036" y="658729"/>
                  </a:lnTo>
                  <a:lnTo>
                    <a:pt x="2784930" y="495420"/>
                  </a:lnTo>
                  <a:lnTo>
                    <a:pt x="2759448" y="576536"/>
                  </a:lnTo>
                  <a:lnTo>
                    <a:pt x="2759456" y="576528"/>
                  </a:lnTo>
                  <a:lnTo>
                    <a:pt x="2784938" y="495420"/>
                  </a:lnTo>
                  <a:lnTo>
                    <a:pt x="2784964" y="495429"/>
                  </a:lnTo>
                  <a:lnTo>
                    <a:pt x="2790289" y="492324"/>
                  </a:lnTo>
                  <a:lnTo>
                    <a:pt x="2922555" y="415129"/>
                  </a:lnTo>
                  <a:lnTo>
                    <a:pt x="2957291" y="403536"/>
                  </a:lnTo>
                  <a:lnTo>
                    <a:pt x="2957291" y="403544"/>
                  </a:lnTo>
                  <a:lnTo>
                    <a:pt x="2973822" y="401660"/>
                  </a:lnTo>
                  <a:lnTo>
                    <a:pt x="2969708" y="376278"/>
                  </a:lnTo>
                  <a:lnTo>
                    <a:pt x="2969717" y="376278"/>
                  </a:lnTo>
                  <a:lnTo>
                    <a:pt x="2973830" y="401660"/>
                  </a:lnTo>
                  <a:lnTo>
                    <a:pt x="3000457" y="398640"/>
                  </a:lnTo>
                  <a:lnTo>
                    <a:pt x="3043631" y="403544"/>
                  </a:lnTo>
                  <a:lnTo>
                    <a:pt x="3038289" y="464167"/>
                  </a:lnTo>
                  <a:lnTo>
                    <a:pt x="3043640" y="403544"/>
                  </a:lnTo>
                  <a:lnTo>
                    <a:pt x="3078368" y="415137"/>
                  </a:lnTo>
                  <a:lnTo>
                    <a:pt x="3192285" y="481017"/>
                  </a:lnTo>
                  <a:lnTo>
                    <a:pt x="3192318" y="481009"/>
                  </a:lnTo>
                  <a:lnTo>
                    <a:pt x="3192318" y="481034"/>
                  </a:lnTo>
                  <a:lnTo>
                    <a:pt x="3192318" y="481043"/>
                  </a:lnTo>
                  <a:lnTo>
                    <a:pt x="3192327" y="481009"/>
                  </a:lnTo>
                  <a:lnTo>
                    <a:pt x="3193261" y="481606"/>
                  </a:lnTo>
                  <a:lnTo>
                    <a:pt x="3311662" y="557523"/>
                  </a:lnTo>
                  <a:lnTo>
                    <a:pt x="3369584" y="413513"/>
                  </a:lnTo>
                  <a:lnTo>
                    <a:pt x="3369592" y="413513"/>
                  </a:lnTo>
                  <a:lnTo>
                    <a:pt x="3311670" y="557523"/>
                  </a:lnTo>
                  <a:lnTo>
                    <a:pt x="3421112" y="627694"/>
                  </a:lnTo>
                  <a:lnTo>
                    <a:pt x="3421121" y="627678"/>
                  </a:lnTo>
                  <a:lnTo>
                    <a:pt x="3417873" y="693255"/>
                  </a:lnTo>
                  <a:lnTo>
                    <a:pt x="3421129" y="627678"/>
                  </a:lnTo>
                  <a:lnTo>
                    <a:pt x="3441421" y="641895"/>
                  </a:lnTo>
                  <a:lnTo>
                    <a:pt x="3461594" y="577150"/>
                  </a:lnTo>
                  <a:lnTo>
                    <a:pt x="3461603" y="577150"/>
                  </a:lnTo>
                  <a:lnTo>
                    <a:pt x="3441421" y="641895"/>
                  </a:lnTo>
                  <a:lnTo>
                    <a:pt x="3558022" y="723583"/>
                  </a:lnTo>
                  <a:lnTo>
                    <a:pt x="3665596" y="798953"/>
                  </a:lnTo>
                  <a:lnTo>
                    <a:pt x="3665621" y="798937"/>
                  </a:lnTo>
                  <a:lnTo>
                    <a:pt x="3861941" y="946741"/>
                  </a:lnTo>
                  <a:lnTo>
                    <a:pt x="3861975" y="946732"/>
                  </a:lnTo>
                  <a:lnTo>
                    <a:pt x="3861967" y="946766"/>
                  </a:lnTo>
                  <a:lnTo>
                    <a:pt x="3850046" y="1023238"/>
                  </a:lnTo>
                  <a:lnTo>
                    <a:pt x="3850054" y="1023247"/>
                  </a:lnTo>
                  <a:lnTo>
                    <a:pt x="3861983" y="946732"/>
                  </a:lnTo>
                  <a:lnTo>
                    <a:pt x="3916364" y="990479"/>
                  </a:lnTo>
                  <a:lnTo>
                    <a:pt x="3929479" y="927921"/>
                  </a:lnTo>
                  <a:lnTo>
                    <a:pt x="3929488" y="927921"/>
                  </a:lnTo>
                  <a:lnTo>
                    <a:pt x="3916372" y="990487"/>
                  </a:lnTo>
                  <a:lnTo>
                    <a:pt x="4067945" y="1112414"/>
                  </a:lnTo>
                  <a:lnTo>
                    <a:pt x="4067962" y="1112405"/>
                  </a:lnTo>
                  <a:lnTo>
                    <a:pt x="4067953" y="1112422"/>
                  </a:lnTo>
                  <a:lnTo>
                    <a:pt x="4067962" y="1112431"/>
                  </a:lnTo>
                  <a:lnTo>
                    <a:pt x="4067970" y="1112405"/>
                  </a:lnTo>
                  <a:lnTo>
                    <a:pt x="4113399" y="1151676"/>
                  </a:lnTo>
                  <a:lnTo>
                    <a:pt x="4147614" y="1052473"/>
                  </a:lnTo>
                  <a:lnTo>
                    <a:pt x="4147622" y="1052473"/>
                  </a:lnTo>
                  <a:lnTo>
                    <a:pt x="4113407" y="1151676"/>
                  </a:lnTo>
                  <a:lnTo>
                    <a:pt x="4273562" y="1290100"/>
                  </a:lnTo>
                  <a:lnTo>
                    <a:pt x="4273604" y="1290092"/>
                  </a:lnTo>
                  <a:lnTo>
                    <a:pt x="4372168" y="1381707"/>
                  </a:lnTo>
                  <a:lnTo>
                    <a:pt x="4342731" y="1308490"/>
                  </a:lnTo>
                  <a:lnTo>
                    <a:pt x="4372176" y="1381707"/>
                  </a:lnTo>
                  <a:lnTo>
                    <a:pt x="4449944" y="1453990"/>
                  </a:lnTo>
                  <a:lnTo>
                    <a:pt x="4449961" y="1453981"/>
                  </a:lnTo>
                  <a:lnTo>
                    <a:pt x="4600650" y="1604116"/>
                  </a:lnTo>
                  <a:lnTo>
                    <a:pt x="4600684" y="1604116"/>
                  </a:lnTo>
                  <a:lnTo>
                    <a:pt x="4711951" y="1723224"/>
                  </a:lnTo>
                  <a:lnTo>
                    <a:pt x="4687655" y="1652069"/>
                  </a:lnTo>
                  <a:lnTo>
                    <a:pt x="4711959" y="1723232"/>
                  </a:lnTo>
                  <a:lnTo>
                    <a:pt x="4748849" y="1762713"/>
                  </a:lnTo>
                  <a:lnTo>
                    <a:pt x="4748858" y="1762713"/>
                  </a:lnTo>
                  <a:lnTo>
                    <a:pt x="4748858" y="1762730"/>
                  </a:lnTo>
                  <a:lnTo>
                    <a:pt x="4748866" y="1762713"/>
                  </a:lnTo>
                  <a:lnTo>
                    <a:pt x="4892464" y="1929303"/>
                  </a:lnTo>
                  <a:lnTo>
                    <a:pt x="4892489" y="1929303"/>
                  </a:lnTo>
                  <a:lnTo>
                    <a:pt x="5016174" y="2085748"/>
                  </a:lnTo>
                  <a:lnTo>
                    <a:pt x="5016190" y="2085739"/>
                  </a:lnTo>
                  <a:lnTo>
                    <a:pt x="5036810" y="2114115"/>
                  </a:lnTo>
                  <a:lnTo>
                    <a:pt x="5047595" y="1971737"/>
                  </a:lnTo>
                  <a:lnTo>
                    <a:pt x="5036810" y="2114124"/>
                  </a:lnTo>
                  <a:lnTo>
                    <a:pt x="5114132" y="2220546"/>
                  </a:lnTo>
                  <a:lnTo>
                    <a:pt x="5114149" y="2220537"/>
                  </a:lnTo>
                  <a:lnTo>
                    <a:pt x="5114149" y="2220554"/>
                  </a:lnTo>
                  <a:lnTo>
                    <a:pt x="5114157" y="2220537"/>
                  </a:lnTo>
                  <a:lnTo>
                    <a:pt x="5218391" y="2377974"/>
                  </a:lnTo>
                  <a:lnTo>
                    <a:pt x="5218408" y="2377974"/>
                  </a:lnTo>
                  <a:lnTo>
                    <a:pt x="5287612" y="2495223"/>
                  </a:lnTo>
                  <a:lnTo>
                    <a:pt x="5264897" y="2357910"/>
                  </a:lnTo>
                  <a:lnTo>
                    <a:pt x="5264906" y="2357910"/>
                  </a:lnTo>
                  <a:lnTo>
                    <a:pt x="5287620" y="2495231"/>
                  </a:lnTo>
                  <a:lnTo>
                    <a:pt x="5316947" y="2544917"/>
                  </a:lnTo>
                  <a:lnTo>
                    <a:pt x="5316964" y="2544909"/>
                  </a:lnTo>
                  <a:lnTo>
                    <a:pt x="5393334" y="2691746"/>
                  </a:lnTo>
                  <a:lnTo>
                    <a:pt x="5393343" y="2691737"/>
                  </a:lnTo>
                  <a:lnTo>
                    <a:pt x="5471565" y="2868860"/>
                  </a:lnTo>
                  <a:lnTo>
                    <a:pt x="5482006" y="2892508"/>
                  </a:lnTo>
                  <a:lnTo>
                    <a:pt x="5482014" y="2892508"/>
                  </a:lnTo>
                  <a:lnTo>
                    <a:pt x="5482014" y="2892500"/>
                  </a:lnTo>
                  <a:lnTo>
                    <a:pt x="5559302" y="3117231"/>
                  </a:lnTo>
                  <a:lnTo>
                    <a:pt x="5559318" y="3117231"/>
                  </a:lnTo>
                  <a:lnTo>
                    <a:pt x="5559327" y="3117222"/>
                  </a:lnTo>
                  <a:lnTo>
                    <a:pt x="5613278" y="3343879"/>
                  </a:lnTo>
                  <a:lnTo>
                    <a:pt x="5613286" y="3343879"/>
                  </a:lnTo>
                  <a:lnTo>
                    <a:pt x="5641074" y="3552180"/>
                  </a:lnTo>
                  <a:lnTo>
                    <a:pt x="5641082" y="3552171"/>
                  </a:lnTo>
                  <a:lnTo>
                    <a:pt x="5647291" y="3702466"/>
                  </a:lnTo>
                  <a:lnTo>
                    <a:pt x="5709378" y="3493770"/>
                  </a:lnTo>
                  <a:lnTo>
                    <a:pt x="5647291" y="3702491"/>
                  </a:lnTo>
                  <a:lnTo>
                    <a:pt x="5647880" y="3716734"/>
                  </a:lnTo>
                  <a:lnTo>
                    <a:pt x="5647880" y="3716742"/>
                  </a:lnTo>
                  <a:lnTo>
                    <a:pt x="5647880" y="3716767"/>
                  </a:lnTo>
                  <a:lnTo>
                    <a:pt x="5647880" y="3974173"/>
                  </a:lnTo>
                  <a:lnTo>
                    <a:pt x="5647880" y="3974190"/>
                  </a:lnTo>
                  <a:lnTo>
                    <a:pt x="5647880" y="3974216"/>
                  </a:lnTo>
                  <a:lnTo>
                    <a:pt x="5647880" y="4231613"/>
                  </a:lnTo>
                  <a:lnTo>
                    <a:pt x="5647880" y="4489053"/>
                  </a:lnTo>
                  <a:lnTo>
                    <a:pt x="5647880" y="4489069"/>
                  </a:lnTo>
                  <a:lnTo>
                    <a:pt x="5647880" y="4489086"/>
                  </a:lnTo>
                  <a:lnTo>
                    <a:pt x="5647880" y="4489095"/>
                  </a:lnTo>
                  <a:lnTo>
                    <a:pt x="5647880" y="4628192"/>
                  </a:lnTo>
                  <a:lnTo>
                    <a:pt x="5718261" y="4784207"/>
                  </a:lnTo>
                  <a:lnTo>
                    <a:pt x="5647880" y="4628200"/>
                  </a:lnTo>
                  <a:lnTo>
                    <a:pt x="5647880" y="4746492"/>
                  </a:lnTo>
                  <a:lnTo>
                    <a:pt x="5647880" y="4746535"/>
                  </a:lnTo>
                  <a:lnTo>
                    <a:pt x="5647880" y="4873609"/>
                  </a:lnTo>
                  <a:lnTo>
                    <a:pt x="5647880" y="5038744"/>
                  </a:lnTo>
                  <a:lnTo>
                    <a:pt x="5695639" y="4992507"/>
                  </a:lnTo>
                  <a:lnTo>
                    <a:pt x="5695664" y="4992507"/>
                  </a:lnTo>
                  <a:lnTo>
                    <a:pt x="5647880" y="5038769"/>
                  </a:lnTo>
                  <a:lnTo>
                    <a:pt x="5647880" y="5075381"/>
                  </a:lnTo>
                  <a:lnTo>
                    <a:pt x="5659894" y="5146865"/>
                  </a:lnTo>
                  <a:lnTo>
                    <a:pt x="5647880" y="5075398"/>
                  </a:lnTo>
                  <a:lnTo>
                    <a:pt x="5647880" y="5201035"/>
                  </a:lnTo>
                  <a:lnTo>
                    <a:pt x="5647880" y="5329776"/>
                  </a:lnTo>
                  <a:lnTo>
                    <a:pt x="5647880" y="5434262"/>
                  </a:lnTo>
                  <a:lnTo>
                    <a:pt x="5691668" y="5374675"/>
                  </a:lnTo>
                  <a:lnTo>
                    <a:pt x="5691677" y="5374675"/>
                  </a:lnTo>
                  <a:lnTo>
                    <a:pt x="5647880" y="5434262"/>
                  </a:lnTo>
                  <a:lnTo>
                    <a:pt x="5647880" y="5518323"/>
                  </a:lnTo>
                  <a:lnTo>
                    <a:pt x="5703833" y="5692089"/>
                  </a:lnTo>
                  <a:lnTo>
                    <a:pt x="5703825" y="5692089"/>
                  </a:lnTo>
                  <a:lnTo>
                    <a:pt x="5647880" y="5518331"/>
                  </a:lnTo>
                  <a:lnTo>
                    <a:pt x="5647880" y="5587190"/>
                  </a:lnTo>
                  <a:lnTo>
                    <a:pt x="5647880" y="5686192"/>
                  </a:lnTo>
                  <a:lnTo>
                    <a:pt x="5647880" y="5715931"/>
                  </a:lnTo>
                  <a:lnTo>
                    <a:pt x="5647872" y="5715922"/>
                  </a:lnTo>
                  <a:lnTo>
                    <a:pt x="5647872" y="5715931"/>
                  </a:lnTo>
                  <a:lnTo>
                    <a:pt x="5647872" y="5973337"/>
                  </a:lnTo>
                  <a:lnTo>
                    <a:pt x="5647872" y="5973387"/>
                  </a:lnTo>
                  <a:close/>
                  <a:moveTo>
                    <a:pt x="156848" y="6230145"/>
                  </a:moveTo>
                  <a:lnTo>
                    <a:pt x="122330" y="5887097"/>
                  </a:lnTo>
                  <a:lnTo>
                    <a:pt x="122330" y="5887089"/>
                  </a:lnTo>
                  <a:lnTo>
                    <a:pt x="156856" y="6230145"/>
                  </a:lnTo>
                  <a:close/>
                  <a:moveTo>
                    <a:pt x="3997143" y="6472921"/>
                  </a:moveTo>
                  <a:lnTo>
                    <a:pt x="3997143" y="6472913"/>
                  </a:lnTo>
                  <a:lnTo>
                    <a:pt x="3997151" y="6472921"/>
                  </a:lnTo>
                  <a:close/>
                  <a:moveTo>
                    <a:pt x="680652" y="6487004"/>
                  </a:moveTo>
                  <a:lnTo>
                    <a:pt x="680652" y="6486996"/>
                  </a:lnTo>
                  <a:lnTo>
                    <a:pt x="680652" y="6486988"/>
                  </a:lnTo>
                  <a:lnTo>
                    <a:pt x="680660" y="6486996"/>
                  </a:lnTo>
                  <a:close/>
                  <a:moveTo>
                    <a:pt x="4788827" y="6515742"/>
                  </a:moveTo>
                  <a:lnTo>
                    <a:pt x="4813964" y="6438092"/>
                  </a:lnTo>
                  <a:lnTo>
                    <a:pt x="4788835" y="6515742"/>
                  </a:lnTo>
                  <a:close/>
                  <a:moveTo>
                    <a:pt x="157151" y="6575398"/>
                  </a:moveTo>
                  <a:lnTo>
                    <a:pt x="301177" y="6294932"/>
                  </a:lnTo>
                  <a:lnTo>
                    <a:pt x="301185" y="6294941"/>
                  </a:lnTo>
                  <a:close/>
                  <a:moveTo>
                    <a:pt x="4762074" y="6592888"/>
                  </a:moveTo>
                  <a:lnTo>
                    <a:pt x="4673092" y="6456029"/>
                  </a:lnTo>
                  <a:lnTo>
                    <a:pt x="4762083" y="6592888"/>
                  </a:lnTo>
                  <a:close/>
                  <a:moveTo>
                    <a:pt x="4605176" y="6597506"/>
                  </a:moveTo>
                  <a:lnTo>
                    <a:pt x="4504526" y="6459789"/>
                  </a:lnTo>
                  <a:lnTo>
                    <a:pt x="4504534" y="6459789"/>
                  </a:lnTo>
                  <a:close/>
                  <a:moveTo>
                    <a:pt x="4605185" y="6597523"/>
                  </a:moveTo>
                  <a:lnTo>
                    <a:pt x="4605185" y="6597515"/>
                  </a:lnTo>
                  <a:lnTo>
                    <a:pt x="4605193" y="6597523"/>
                  </a:lnTo>
                  <a:close/>
                  <a:moveTo>
                    <a:pt x="1046002" y="6601132"/>
                  </a:moveTo>
                  <a:lnTo>
                    <a:pt x="1039844" y="6415622"/>
                  </a:lnTo>
                  <a:lnTo>
                    <a:pt x="1039642" y="6409607"/>
                  </a:lnTo>
                  <a:lnTo>
                    <a:pt x="1039642" y="6409598"/>
                  </a:lnTo>
                  <a:lnTo>
                    <a:pt x="1039844" y="6415622"/>
                  </a:lnTo>
                  <a:lnTo>
                    <a:pt x="1046010" y="6601124"/>
                  </a:lnTo>
                  <a:close/>
                  <a:moveTo>
                    <a:pt x="4971948" y="6609823"/>
                  </a:moveTo>
                  <a:lnTo>
                    <a:pt x="4953583" y="6466301"/>
                  </a:lnTo>
                  <a:lnTo>
                    <a:pt x="4971956" y="6609823"/>
                  </a:lnTo>
                  <a:close/>
                  <a:moveTo>
                    <a:pt x="4842711" y="6625294"/>
                  </a:moveTo>
                  <a:lnTo>
                    <a:pt x="4866258" y="6541696"/>
                  </a:lnTo>
                  <a:lnTo>
                    <a:pt x="4842719" y="6625294"/>
                  </a:lnTo>
                  <a:close/>
                  <a:moveTo>
                    <a:pt x="4789971" y="6729225"/>
                  </a:moveTo>
                  <a:lnTo>
                    <a:pt x="4842702" y="6625302"/>
                  </a:lnTo>
                  <a:lnTo>
                    <a:pt x="4842711" y="6625311"/>
                  </a:lnTo>
                  <a:close/>
                  <a:moveTo>
                    <a:pt x="4789963" y="6729225"/>
                  </a:moveTo>
                  <a:lnTo>
                    <a:pt x="4762100" y="6592905"/>
                  </a:lnTo>
                  <a:lnTo>
                    <a:pt x="4762108" y="6592905"/>
                  </a:lnTo>
                  <a:close/>
                  <a:moveTo>
                    <a:pt x="4414635" y="6747641"/>
                  </a:moveTo>
                  <a:lnTo>
                    <a:pt x="4416124" y="6603353"/>
                  </a:lnTo>
                  <a:lnTo>
                    <a:pt x="4416124" y="6603336"/>
                  </a:lnTo>
                  <a:lnTo>
                    <a:pt x="4408250" y="6499531"/>
                  </a:lnTo>
                  <a:lnTo>
                    <a:pt x="4416124" y="6603328"/>
                  </a:lnTo>
                  <a:lnTo>
                    <a:pt x="4416124" y="6603336"/>
                  </a:lnTo>
                  <a:lnTo>
                    <a:pt x="4416133" y="6603353"/>
                  </a:lnTo>
                  <a:close/>
                  <a:moveTo>
                    <a:pt x="5015173" y="6749298"/>
                  </a:moveTo>
                  <a:lnTo>
                    <a:pt x="5015189" y="6749281"/>
                  </a:lnTo>
                  <a:lnTo>
                    <a:pt x="5015173" y="6749281"/>
                  </a:lnTo>
                  <a:close/>
                  <a:moveTo>
                    <a:pt x="1166683" y="6750047"/>
                  </a:moveTo>
                  <a:lnTo>
                    <a:pt x="1046036" y="6601157"/>
                  </a:lnTo>
                  <a:lnTo>
                    <a:pt x="1166692" y="6750047"/>
                  </a:lnTo>
                  <a:close/>
                  <a:moveTo>
                    <a:pt x="566137" y="6750207"/>
                  </a:moveTo>
                  <a:lnTo>
                    <a:pt x="421244" y="6490227"/>
                  </a:lnTo>
                  <a:lnTo>
                    <a:pt x="566146" y="6750207"/>
                  </a:lnTo>
                  <a:lnTo>
                    <a:pt x="680635" y="6487030"/>
                  </a:lnTo>
                  <a:lnTo>
                    <a:pt x="680643" y="6487030"/>
                  </a:lnTo>
                  <a:lnTo>
                    <a:pt x="566162" y="6750190"/>
                  </a:lnTo>
                  <a:lnTo>
                    <a:pt x="566146" y="6750207"/>
                  </a:lnTo>
                  <a:lnTo>
                    <a:pt x="566221" y="6750190"/>
                  </a:lnTo>
                  <a:lnTo>
                    <a:pt x="1166683" y="6750055"/>
                  </a:lnTo>
                  <a:lnTo>
                    <a:pt x="1166700" y="6750064"/>
                  </a:lnTo>
                  <a:lnTo>
                    <a:pt x="1316767" y="6589497"/>
                  </a:lnTo>
                  <a:lnTo>
                    <a:pt x="1316792" y="6589497"/>
                  </a:lnTo>
                  <a:lnTo>
                    <a:pt x="1166700" y="6750081"/>
                  </a:lnTo>
                  <a:lnTo>
                    <a:pt x="1466969" y="6749988"/>
                  </a:lnTo>
                  <a:lnTo>
                    <a:pt x="1466977" y="6749996"/>
                  </a:lnTo>
                  <a:lnTo>
                    <a:pt x="1655726" y="6506404"/>
                  </a:lnTo>
                  <a:lnTo>
                    <a:pt x="1655743" y="6506413"/>
                  </a:lnTo>
                  <a:lnTo>
                    <a:pt x="1466977" y="6750013"/>
                  </a:lnTo>
                  <a:lnTo>
                    <a:pt x="1767254" y="6749929"/>
                  </a:lnTo>
                  <a:lnTo>
                    <a:pt x="1917330" y="6564057"/>
                  </a:lnTo>
                  <a:lnTo>
                    <a:pt x="1767263" y="6749921"/>
                  </a:lnTo>
                  <a:lnTo>
                    <a:pt x="1767263" y="6749938"/>
                  </a:lnTo>
                  <a:lnTo>
                    <a:pt x="2067531" y="6749853"/>
                  </a:lnTo>
                  <a:lnTo>
                    <a:pt x="1917380" y="6564057"/>
                  </a:lnTo>
                  <a:lnTo>
                    <a:pt x="1917388" y="6564057"/>
                  </a:lnTo>
                  <a:lnTo>
                    <a:pt x="2067531" y="6749853"/>
                  </a:lnTo>
                  <a:lnTo>
                    <a:pt x="2217598" y="6525821"/>
                  </a:lnTo>
                  <a:lnTo>
                    <a:pt x="2217606" y="6525821"/>
                  </a:lnTo>
                  <a:lnTo>
                    <a:pt x="2067540" y="6749870"/>
                  </a:lnTo>
                  <a:lnTo>
                    <a:pt x="2367808" y="6749786"/>
                  </a:lnTo>
                  <a:lnTo>
                    <a:pt x="2217649" y="6525821"/>
                  </a:lnTo>
                  <a:lnTo>
                    <a:pt x="2367816" y="6749786"/>
                  </a:lnTo>
                  <a:lnTo>
                    <a:pt x="2367816" y="6749803"/>
                  </a:lnTo>
                  <a:lnTo>
                    <a:pt x="2668085" y="6749710"/>
                  </a:lnTo>
                  <a:lnTo>
                    <a:pt x="2566442" y="6537826"/>
                  </a:lnTo>
                  <a:lnTo>
                    <a:pt x="2566450" y="6537826"/>
                  </a:lnTo>
                  <a:lnTo>
                    <a:pt x="2668094" y="6749710"/>
                  </a:lnTo>
                  <a:lnTo>
                    <a:pt x="2668094" y="6749727"/>
                  </a:lnTo>
                  <a:lnTo>
                    <a:pt x="2968362" y="6749643"/>
                  </a:lnTo>
                  <a:lnTo>
                    <a:pt x="2882695" y="6537590"/>
                  </a:lnTo>
                  <a:lnTo>
                    <a:pt x="2882712" y="6537599"/>
                  </a:lnTo>
                  <a:lnTo>
                    <a:pt x="2968379" y="6749635"/>
                  </a:lnTo>
                  <a:lnTo>
                    <a:pt x="2968396" y="6749626"/>
                  </a:lnTo>
                  <a:lnTo>
                    <a:pt x="3568899" y="6749500"/>
                  </a:lnTo>
                  <a:lnTo>
                    <a:pt x="3568925" y="6749508"/>
                  </a:lnTo>
                  <a:lnTo>
                    <a:pt x="3568916" y="6749500"/>
                  </a:lnTo>
                  <a:lnTo>
                    <a:pt x="3568916" y="6749492"/>
                  </a:lnTo>
                  <a:lnTo>
                    <a:pt x="3487767" y="6472820"/>
                  </a:lnTo>
                  <a:lnTo>
                    <a:pt x="3487775" y="6472812"/>
                  </a:lnTo>
                  <a:lnTo>
                    <a:pt x="3568925" y="6749508"/>
                  </a:lnTo>
                  <a:lnTo>
                    <a:pt x="3719008" y="6582490"/>
                  </a:lnTo>
                  <a:lnTo>
                    <a:pt x="3719017" y="6582490"/>
                  </a:lnTo>
                  <a:lnTo>
                    <a:pt x="3568933" y="6749517"/>
                  </a:lnTo>
                  <a:lnTo>
                    <a:pt x="3869193" y="6749424"/>
                  </a:lnTo>
                  <a:lnTo>
                    <a:pt x="3869202" y="6749441"/>
                  </a:lnTo>
                  <a:lnTo>
                    <a:pt x="3997135" y="6472938"/>
                  </a:lnTo>
                  <a:lnTo>
                    <a:pt x="3997143" y="6472938"/>
                  </a:lnTo>
                  <a:lnTo>
                    <a:pt x="3869210" y="6749450"/>
                  </a:lnTo>
                  <a:lnTo>
                    <a:pt x="4169479" y="6749365"/>
                  </a:lnTo>
                  <a:lnTo>
                    <a:pt x="4314978" y="6581530"/>
                  </a:lnTo>
                  <a:lnTo>
                    <a:pt x="4314978" y="6581539"/>
                  </a:lnTo>
                  <a:lnTo>
                    <a:pt x="4169487" y="6749374"/>
                  </a:lnTo>
                  <a:lnTo>
                    <a:pt x="4387496" y="6749307"/>
                  </a:lnTo>
                  <a:lnTo>
                    <a:pt x="4387496" y="6749147"/>
                  </a:lnTo>
                  <a:lnTo>
                    <a:pt x="4414610" y="6749147"/>
                  </a:lnTo>
                  <a:lnTo>
                    <a:pt x="4387496" y="6735678"/>
                  </a:lnTo>
                  <a:lnTo>
                    <a:pt x="4387496" y="6735669"/>
                  </a:lnTo>
                  <a:lnTo>
                    <a:pt x="4414618" y="6749147"/>
                  </a:lnTo>
                  <a:lnTo>
                    <a:pt x="4414618" y="6749138"/>
                  </a:lnTo>
                  <a:lnTo>
                    <a:pt x="4564753" y="6749172"/>
                  </a:lnTo>
                  <a:lnTo>
                    <a:pt x="4714887" y="6749214"/>
                  </a:lnTo>
                  <a:lnTo>
                    <a:pt x="4714895" y="6749206"/>
                  </a:lnTo>
                  <a:lnTo>
                    <a:pt x="4714895" y="6749214"/>
                  </a:lnTo>
                  <a:lnTo>
                    <a:pt x="4714946" y="6749206"/>
                  </a:lnTo>
                  <a:lnTo>
                    <a:pt x="4865030" y="6749239"/>
                  </a:lnTo>
                  <a:lnTo>
                    <a:pt x="4865038" y="6709253"/>
                  </a:lnTo>
                  <a:lnTo>
                    <a:pt x="4848810" y="6648210"/>
                  </a:lnTo>
                  <a:lnTo>
                    <a:pt x="4865047" y="6709262"/>
                  </a:lnTo>
                  <a:lnTo>
                    <a:pt x="4865030" y="6749239"/>
                  </a:lnTo>
                  <a:lnTo>
                    <a:pt x="4881065" y="6744974"/>
                  </a:lnTo>
                  <a:lnTo>
                    <a:pt x="4865038" y="6749239"/>
                  </a:lnTo>
                  <a:lnTo>
                    <a:pt x="5015130" y="6749273"/>
                  </a:lnTo>
                  <a:lnTo>
                    <a:pt x="5015173" y="6749281"/>
                  </a:lnTo>
                  <a:lnTo>
                    <a:pt x="5015164" y="6749273"/>
                  </a:lnTo>
                  <a:lnTo>
                    <a:pt x="4991777" y="6673802"/>
                  </a:lnTo>
                  <a:lnTo>
                    <a:pt x="5015173" y="6749273"/>
                  </a:lnTo>
                  <a:lnTo>
                    <a:pt x="5015173" y="6749281"/>
                  </a:lnTo>
                  <a:lnTo>
                    <a:pt x="5165324" y="6576230"/>
                  </a:lnTo>
                  <a:lnTo>
                    <a:pt x="5165340" y="6576230"/>
                  </a:lnTo>
                  <a:lnTo>
                    <a:pt x="5015189" y="6749281"/>
                  </a:lnTo>
                  <a:lnTo>
                    <a:pt x="5258150" y="6749349"/>
                  </a:lnTo>
                  <a:lnTo>
                    <a:pt x="5258150" y="6683275"/>
                  </a:lnTo>
                  <a:lnTo>
                    <a:pt x="5165366" y="6576239"/>
                  </a:lnTo>
                  <a:lnTo>
                    <a:pt x="5165374" y="6576239"/>
                  </a:lnTo>
                  <a:lnTo>
                    <a:pt x="5258150" y="6683266"/>
                  </a:lnTo>
                  <a:lnTo>
                    <a:pt x="5258150" y="6393421"/>
                  </a:lnTo>
                  <a:lnTo>
                    <a:pt x="5201566" y="6393421"/>
                  </a:lnTo>
                  <a:lnTo>
                    <a:pt x="5165357" y="6576222"/>
                  </a:lnTo>
                  <a:lnTo>
                    <a:pt x="5165357" y="6576230"/>
                  </a:lnTo>
                  <a:lnTo>
                    <a:pt x="5165349" y="6576222"/>
                  </a:lnTo>
                  <a:lnTo>
                    <a:pt x="5201557" y="6393421"/>
                  </a:lnTo>
                  <a:lnTo>
                    <a:pt x="4934309" y="6393421"/>
                  </a:lnTo>
                  <a:lnTo>
                    <a:pt x="4780978" y="6393421"/>
                  </a:lnTo>
                  <a:lnTo>
                    <a:pt x="4813964" y="6438076"/>
                  </a:lnTo>
                  <a:lnTo>
                    <a:pt x="4813956" y="6438076"/>
                  </a:lnTo>
                  <a:lnTo>
                    <a:pt x="4780969" y="6393421"/>
                  </a:lnTo>
                  <a:lnTo>
                    <a:pt x="4699845" y="6393421"/>
                  </a:lnTo>
                  <a:lnTo>
                    <a:pt x="4673092" y="6456003"/>
                  </a:lnTo>
                  <a:lnTo>
                    <a:pt x="4673084" y="6456003"/>
                  </a:lnTo>
                  <a:lnTo>
                    <a:pt x="4699837" y="6393421"/>
                  </a:lnTo>
                  <a:lnTo>
                    <a:pt x="4545286" y="6393421"/>
                  </a:lnTo>
                  <a:lnTo>
                    <a:pt x="4474795" y="6393421"/>
                  </a:lnTo>
                  <a:lnTo>
                    <a:pt x="4433261" y="6393421"/>
                  </a:lnTo>
                  <a:lnTo>
                    <a:pt x="4336784" y="6393421"/>
                  </a:lnTo>
                  <a:lnTo>
                    <a:pt x="4336784" y="6393429"/>
                  </a:lnTo>
                  <a:lnTo>
                    <a:pt x="4336775" y="6393429"/>
                  </a:lnTo>
                  <a:lnTo>
                    <a:pt x="4336775" y="6393421"/>
                  </a:lnTo>
                  <a:lnTo>
                    <a:pt x="4314978" y="6393421"/>
                  </a:lnTo>
                  <a:lnTo>
                    <a:pt x="4314978" y="6393429"/>
                  </a:lnTo>
                  <a:lnTo>
                    <a:pt x="4283379" y="6393429"/>
                  </a:lnTo>
                  <a:lnTo>
                    <a:pt x="4314978" y="6552994"/>
                  </a:lnTo>
                  <a:lnTo>
                    <a:pt x="4314978" y="6553028"/>
                  </a:lnTo>
                  <a:lnTo>
                    <a:pt x="4283371" y="6393429"/>
                  </a:lnTo>
                  <a:lnTo>
                    <a:pt x="4039594" y="6393429"/>
                  </a:lnTo>
                  <a:lnTo>
                    <a:pt x="3972855" y="6393429"/>
                  </a:lnTo>
                  <a:lnTo>
                    <a:pt x="3716914" y="6393429"/>
                  </a:lnTo>
                  <a:lnTo>
                    <a:pt x="3719034" y="6582456"/>
                  </a:lnTo>
                  <a:lnTo>
                    <a:pt x="3719025" y="6582456"/>
                  </a:lnTo>
                  <a:lnTo>
                    <a:pt x="3719025" y="6582473"/>
                  </a:lnTo>
                  <a:lnTo>
                    <a:pt x="3716905" y="6393429"/>
                  </a:lnTo>
                  <a:lnTo>
                    <a:pt x="3499292" y="6393429"/>
                  </a:lnTo>
                  <a:lnTo>
                    <a:pt x="3487767" y="6472778"/>
                  </a:lnTo>
                  <a:lnTo>
                    <a:pt x="3487767" y="6472787"/>
                  </a:lnTo>
                  <a:lnTo>
                    <a:pt x="3487767" y="6472795"/>
                  </a:lnTo>
                  <a:lnTo>
                    <a:pt x="3487758" y="6472787"/>
                  </a:lnTo>
                  <a:lnTo>
                    <a:pt x="3487767" y="6472770"/>
                  </a:lnTo>
                  <a:lnTo>
                    <a:pt x="3499284" y="6393429"/>
                  </a:lnTo>
                  <a:lnTo>
                    <a:pt x="3278608" y="6393429"/>
                  </a:lnTo>
                  <a:lnTo>
                    <a:pt x="3268622" y="6605011"/>
                  </a:lnTo>
                  <a:lnTo>
                    <a:pt x="3268614" y="6605011"/>
                  </a:lnTo>
                  <a:lnTo>
                    <a:pt x="3278600" y="6393429"/>
                  </a:lnTo>
                  <a:lnTo>
                    <a:pt x="2455587" y="6393429"/>
                  </a:lnTo>
                  <a:lnTo>
                    <a:pt x="2223790" y="6393429"/>
                  </a:lnTo>
                  <a:lnTo>
                    <a:pt x="2217632" y="6525787"/>
                  </a:lnTo>
                  <a:lnTo>
                    <a:pt x="2217623" y="6525787"/>
                  </a:lnTo>
                  <a:lnTo>
                    <a:pt x="2223790" y="6393429"/>
                  </a:lnTo>
                  <a:lnTo>
                    <a:pt x="1985658" y="6393429"/>
                  </a:lnTo>
                  <a:lnTo>
                    <a:pt x="1917372" y="6564023"/>
                  </a:lnTo>
                  <a:lnTo>
                    <a:pt x="1917363" y="6564023"/>
                  </a:lnTo>
                  <a:lnTo>
                    <a:pt x="1985650" y="6393429"/>
                  </a:lnTo>
                  <a:lnTo>
                    <a:pt x="1820398" y="6393429"/>
                  </a:lnTo>
                  <a:lnTo>
                    <a:pt x="1652647" y="6393429"/>
                  </a:lnTo>
                  <a:lnTo>
                    <a:pt x="1655760" y="6506371"/>
                  </a:lnTo>
                  <a:lnTo>
                    <a:pt x="1655760" y="6506387"/>
                  </a:lnTo>
                  <a:lnTo>
                    <a:pt x="1652639" y="6393429"/>
                  </a:lnTo>
                  <a:lnTo>
                    <a:pt x="1412849" y="6393429"/>
                  </a:lnTo>
                  <a:lnTo>
                    <a:pt x="1316818" y="6589472"/>
                  </a:lnTo>
                  <a:lnTo>
                    <a:pt x="1316809" y="6589472"/>
                  </a:lnTo>
                  <a:lnTo>
                    <a:pt x="1412841" y="6393429"/>
                  </a:lnTo>
                  <a:lnTo>
                    <a:pt x="1042721" y="6393429"/>
                  </a:lnTo>
                  <a:lnTo>
                    <a:pt x="842901" y="6393429"/>
                  </a:lnTo>
                  <a:lnTo>
                    <a:pt x="866398" y="6668123"/>
                  </a:lnTo>
                  <a:lnTo>
                    <a:pt x="866398" y="6668132"/>
                  </a:lnTo>
                  <a:lnTo>
                    <a:pt x="842901" y="6393429"/>
                  </a:lnTo>
                  <a:lnTo>
                    <a:pt x="656861" y="6393429"/>
                  </a:lnTo>
                  <a:lnTo>
                    <a:pt x="680652" y="6486979"/>
                  </a:lnTo>
                  <a:lnTo>
                    <a:pt x="680643" y="6486979"/>
                  </a:lnTo>
                  <a:lnTo>
                    <a:pt x="656852" y="6393429"/>
                  </a:lnTo>
                  <a:lnTo>
                    <a:pt x="626432" y="6393429"/>
                  </a:lnTo>
                  <a:cubicBezTo>
                    <a:pt x="588877" y="6393429"/>
                    <a:pt x="553106" y="6385815"/>
                    <a:pt x="520574" y="6372052"/>
                  </a:cubicBezTo>
                  <a:lnTo>
                    <a:pt x="514887" y="6368216"/>
                  </a:lnTo>
                  <a:lnTo>
                    <a:pt x="421261" y="6490176"/>
                  </a:lnTo>
                  <a:lnTo>
                    <a:pt x="514878" y="6368216"/>
                  </a:lnTo>
                  <a:lnTo>
                    <a:pt x="434132" y="6313777"/>
                  </a:lnTo>
                  <a:cubicBezTo>
                    <a:pt x="409525" y="6289161"/>
                    <a:pt x="389612" y="6259868"/>
                    <a:pt x="375849" y="6227327"/>
                  </a:cubicBezTo>
                  <a:lnTo>
                    <a:pt x="370608" y="6201382"/>
                  </a:lnTo>
                  <a:lnTo>
                    <a:pt x="301236" y="6294907"/>
                  </a:lnTo>
                  <a:lnTo>
                    <a:pt x="301228" y="6294907"/>
                  </a:lnTo>
                  <a:lnTo>
                    <a:pt x="370608" y="6201374"/>
                  </a:lnTo>
                  <a:lnTo>
                    <a:pt x="354472" y="6121469"/>
                  </a:lnTo>
                  <a:lnTo>
                    <a:pt x="354472" y="5874756"/>
                  </a:lnTo>
                  <a:lnTo>
                    <a:pt x="354472" y="5874722"/>
                  </a:lnTo>
                  <a:lnTo>
                    <a:pt x="354472" y="5874705"/>
                  </a:lnTo>
                  <a:lnTo>
                    <a:pt x="354472" y="5033679"/>
                  </a:lnTo>
                  <a:lnTo>
                    <a:pt x="355582" y="5028194"/>
                  </a:lnTo>
                  <a:lnTo>
                    <a:pt x="355591" y="5021270"/>
                  </a:lnTo>
                  <a:lnTo>
                    <a:pt x="355911" y="4780000"/>
                  </a:lnTo>
                  <a:lnTo>
                    <a:pt x="248597" y="5008626"/>
                  </a:lnTo>
                  <a:lnTo>
                    <a:pt x="248597" y="5008618"/>
                  </a:lnTo>
                  <a:lnTo>
                    <a:pt x="355911" y="4780000"/>
                  </a:lnTo>
                  <a:lnTo>
                    <a:pt x="355961" y="4736885"/>
                  </a:lnTo>
                  <a:lnTo>
                    <a:pt x="355961" y="4736843"/>
                  </a:lnTo>
                  <a:lnTo>
                    <a:pt x="356028" y="4687813"/>
                  </a:lnTo>
                  <a:lnTo>
                    <a:pt x="356701" y="4167844"/>
                  </a:lnTo>
                  <a:lnTo>
                    <a:pt x="356895" y="4018139"/>
                  </a:lnTo>
                  <a:lnTo>
                    <a:pt x="317464" y="3874255"/>
                  </a:lnTo>
                  <a:lnTo>
                    <a:pt x="356895" y="4018130"/>
                  </a:lnTo>
                  <a:lnTo>
                    <a:pt x="357223" y="3772317"/>
                  </a:lnTo>
                  <a:lnTo>
                    <a:pt x="317464" y="3874213"/>
                  </a:lnTo>
                  <a:lnTo>
                    <a:pt x="357223" y="3772309"/>
                  </a:lnTo>
                  <a:lnTo>
                    <a:pt x="357450" y="3598904"/>
                  </a:lnTo>
                  <a:lnTo>
                    <a:pt x="357450" y="3598929"/>
                  </a:lnTo>
                  <a:lnTo>
                    <a:pt x="359116" y="3582163"/>
                  </a:lnTo>
                  <a:lnTo>
                    <a:pt x="281188" y="3431154"/>
                  </a:lnTo>
                  <a:lnTo>
                    <a:pt x="281197" y="3431154"/>
                  </a:lnTo>
                  <a:lnTo>
                    <a:pt x="359124" y="3582146"/>
                  </a:lnTo>
                  <a:lnTo>
                    <a:pt x="373645" y="3435907"/>
                  </a:lnTo>
                  <a:lnTo>
                    <a:pt x="373653" y="3435907"/>
                  </a:lnTo>
                  <a:lnTo>
                    <a:pt x="407329" y="3252466"/>
                  </a:lnTo>
                  <a:lnTo>
                    <a:pt x="407338" y="3252474"/>
                  </a:lnTo>
                  <a:lnTo>
                    <a:pt x="431297" y="3163778"/>
                  </a:lnTo>
                  <a:lnTo>
                    <a:pt x="370911" y="3006207"/>
                  </a:lnTo>
                  <a:lnTo>
                    <a:pt x="431297" y="3163770"/>
                  </a:lnTo>
                  <a:lnTo>
                    <a:pt x="455980" y="3072390"/>
                  </a:lnTo>
                  <a:lnTo>
                    <a:pt x="455989" y="3072399"/>
                  </a:lnTo>
                  <a:lnTo>
                    <a:pt x="519758" y="2892315"/>
                  </a:lnTo>
                  <a:lnTo>
                    <a:pt x="519766" y="2892323"/>
                  </a:lnTo>
                  <a:lnTo>
                    <a:pt x="519774" y="2892323"/>
                  </a:lnTo>
                  <a:lnTo>
                    <a:pt x="584772" y="2741204"/>
                  </a:lnTo>
                  <a:lnTo>
                    <a:pt x="584780" y="2741213"/>
                  </a:lnTo>
                  <a:lnTo>
                    <a:pt x="671482" y="2568927"/>
                  </a:lnTo>
                  <a:lnTo>
                    <a:pt x="671490" y="2568961"/>
                  </a:lnTo>
                  <a:lnTo>
                    <a:pt x="671499" y="2568961"/>
                  </a:lnTo>
                  <a:lnTo>
                    <a:pt x="671490" y="2568927"/>
                  </a:lnTo>
                  <a:lnTo>
                    <a:pt x="671507" y="2568927"/>
                  </a:lnTo>
                  <a:lnTo>
                    <a:pt x="755441" y="2424051"/>
                  </a:lnTo>
                  <a:lnTo>
                    <a:pt x="755441" y="2424042"/>
                  </a:lnTo>
                  <a:lnTo>
                    <a:pt x="768616" y="2401303"/>
                  </a:lnTo>
                  <a:lnTo>
                    <a:pt x="768633" y="2401320"/>
                  </a:lnTo>
                  <a:lnTo>
                    <a:pt x="768625" y="2401303"/>
                  </a:lnTo>
                  <a:lnTo>
                    <a:pt x="768641" y="2401311"/>
                  </a:lnTo>
                  <a:lnTo>
                    <a:pt x="887480" y="2220310"/>
                  </a:lnTo>
                  <a:lnTo>
                    <a:pt x="887497" y="2220327"/>
                  </a:lnTo>
                  <a:lnTo>
                    <a:pt x="887489" y="2220310"/>
                  </a:lnTo>
                  <a:lnTo>
                    <a:pt x="887514" y="2220310"/>
                  </a:lnTo>
                  <a:lnTo>
                    <a:pt x="1005587" y="2059012"/>
                  </a:lnTo>
                  <a:lnTo>
                    <a:pt x="1005604" y="2059045"/>
                  </a:lnTo>
                  <a:lnTo>
                    <a:pt x="1005604" y="2059037"/>
                  </a:lnTo>
                  <a:lnTo>
                    <a:pt x="1005595" y="2059012"/>
                  </a:lnTo>
                  <a:lnTo>
                    <a:pt x="1005621" y="2059012"/>
                  </a:lnTo>
                  <a:lnTo>
                    <a:pt x="1156293" y="1872685"/>
                  </a:lnTo>
                  <a:lnTo>
                    <a:pt x="1156302" y="1872711"/>
                  </a:lnTo>
                  <a:lnTo>
                    <a:pt x="1156302" y="1872702"/>
                  </a:lnTo>
                  <a:lnTo>
                    <a:pt x="1156302" y="1872685"/>
                  </a:lnTo>
                  <a:lnTo>
                    <a:pt x="1156319" y="1872685"/>
                  </a:lnTo>
                  <a:lnTo>
                    <a:pt x="1167398" y="1860184"/>
                  </a:lnTo>
                  <a:lnTo>
                    <a:pt x="1192132" y="1765019"/>
                  </a:lnTo>
                  <a:lnTo>
                    <a:pt x="1167415" y="1860167"/>
                  </a:lnTo>
                  <a:lnTo>
                    <a:pt x="1301607" y="1708712"/>
                  </a:lnTo>
                  <a:lnTo>
                    <a:pt x="1301641" y="1708720"/>
                  </a:lnTo>
                  <a:lnTo>
                    <a:pt x="1450799" y="1552907"/>
                  </a:lnTo>
                  <a:lnTo>
                    <a:pt x="1450808" y="1552941"/>
                  </a:lnTo>
                  <a:lnTo>
                    <a:pt x="1464277" y="1622523"/>
                  </a:lnTo>
                  <a:lnTo>
                    <a:pt x="1464277" y="1622514"/>
                  </a:lnTo>
                  <a:lnTo>
                    <a:pt x="1450816" y="1552941"/>
                  </a:lnTo>
                  <a:lnTo>
                    <a:pt x="1450808" y="1552907"/>
                  </a:lnTo>
                  <a:lnTo>
                    <a:pt x="1450833" y="1552915"/>
                  </a:lnTo>
                  <a:lnTo>
                    <a:pt x="1570799" y="1437206"/>
                  </a:lnTo>
                  <a:lnTo>
                    <a:pt x="1558659" y="1382271"/>
                  </a:lnTo>
                  <a:lnTo>
                    <a:pt x="1558659" y="1382262"/>
                  </a:lnTo>
                  <a:lnTo>
                    <a:pt x="1570799" y="1437206"/>
                  </a:lnTo>
                  <a:lnTo>
                    <a:pt x="1652277" y="1358622"/>
                  </a:lnTo>
                  <a:lnTo>
                    <a:pt x="1652285" y="1358647"/>
                  </a:lnTo>
                  <a:lnTo>
                    <a:pt x="1652285" y="1358622"/>
                  </a:lnTo>
                  <a:lnTo>
                    <a:pt x="1652302" y="1358631"/>
                  </a:lnTo>
                  <a:lnTo>
                    <a:pt x="1766346" y="1257013"/>
                  </a:lnTo>
                  <a:lnTo>
                    <a:pt x="1753381" y="1172851"/>
                  </a:lnTo>
                  <a:lnTo>
                    <a:pt x="1766354" y="1257013"/>
                  </a:lnTo>
                  <a:lnTo>
                    <a:pt x="1844887" y="1187035"/>
                  </a:lnTo>
                  <a:lnTo>
                    <a:pt x="1844896" y="1187069"/>
                  </a:lnTo>
                  <a:lnTo>
                    <a:pt x="1844896" y="1187035"/>
                  </a:lnTo>
                  <a:lnTo>
                    <a:pt x="1844929" y="1187044"/>
                  </a:lnTo>
                  <a:lnTo>
                    <a:pt x="1969590" y="1083878"/>
                  </a:lnTo>
                  <a:lnTo>
                    <a:pt x="1937209" y="941382"/>
                  </a:lnTo>
                  <a:lnTo>
                    <a:pt x="1937209" y="941373"/>
                  </a:lnTo>
                  <a:lnTo>
                    <a:pt x="1969590" y="1083869"/>
                  </a:lnTo>
                  <a:lnTo>
                    <a:pt x="2062610" y="1006892"/>
                  </a:lnTo>
                  <a:lnTo>
                    <a:pt x="2062694" y="1076668"/>
                  </a:lnTo>
                  <a:lnTo>
                    <a:pt x="2062618" y="1006917"/>
                  </a:lnTo>
                  <a:lnTo>
                    <a:pt x="2062618" y="1006892"/>
                  </a:lnTo>
                  <a:lnTo>
                    <a:pt x="2062643" y="1006901"/>
                  </a:lnTo>
                  <a:lnTo>
                    <a:pt x="2179009" y="917262"/>
                  </a:lnTo>
                  <a:lnTo>
                    <a:pt x="2182256" y="762290"/>
                  </a:lnTo>
                  <a:lnTo>
                    <a:pt x="2182256" y="762274"/>
                  </a:lnTo>
                  <a:lnTo>
                    <a:pt x="2182256" y="762265"/>
                  </a:lnTo>
                  <a:lnTo>
                    <a:pt x="2182256" y="762248"/>
                  </a:lnTo>
                  <a:lnTo>
                    <a:pt x="2174718" y="506559"/>
                  </a:lnTo>
                  <a:lnTo>
                    <a:pt x="1936948" y="689730"/>
                  </a:lnTo>
                  <a:lnTo>
                    <a:pt x="1936914" y="689722"/>
                  </a:lnTo>
                  <a:lnTo>
                    <a:pt x="1936914" y="689755"/>
                  </a:lnTo>
                  <a:lnTo>
                    <a:pt x="1937200" y="941357"/>
                  </a:lnTo>
                  <a:lnTo>
                    <a:pt x="1937192" y="941323"/>
                  </a:lnTo>
                  <a:lnTo>
                    <a:pt x="1936906" y="689722"/>
                  </a:lnTo>
                  <a:lnTo>
                    <a:pt x="1690067" y="893993"/>
                  </a:lnTo>
                  <a:lnTo>
                    <a:pt x="1690033" y="893984"/>
                  </a:lnTo>
                  <a:lnTo>
                    <a:pt x="1690033" y="894018"/>
                  </a:lnTo>
                  <a:lnTo>
                    <a:pt x="1690033" y="894026"/>
                  </a:lnTo>
                  <a:lnTo>
                    <a:pt x="1690042" y="894026"/>
                  </a:lnTo>
                  <a:lnTo>
                    <a:pt x="1753365" y="1172809"/>
                  </a:lnTo>
                  <a:lnTo>
                    <a:pt x="1753365" y="1172818"/>
                  </a:lnTo>
                  <a:lnTo>
                    <a:pt x="1690033" y="894026"/>
                  </a:lnTo>
                  <a:lnTo>
                    <a:pt x="1690025" y="893984"/>
                  </a:lnTo>
                  <a:lnTo>
                    <a:pt x="1471655" y="1088563"/>
                  </a:lnTo>
                  <a:lnTo>
                    <a:pt x="1471621" y="1088555"/>
                  </a:lnTo>
                  <a:lnTo>
                    <a:pt x="1243197" y="1308869"/>
                  </a:lnTo>
                  <a:lnTo>
                    <a:pt x="1243164" y="1308869"/>
                  </a:lnTo>
                  <a:lnTo>
                    <a:pt x="1243172" y="1308894"/>
                  </a:lnTo>
                  <a:lnTo>
                    <a:pt x="1243164" y="1308903"/>
                  </a:lnTo>
                  <a:lnTo>
                    <a:pt x="1243172" y="1308903"/>
                  </a:lnTo>
                  <a:lnTo>
                    <a:pt x="1283377" y="1516665"/>
                  </a:lnTo>
                  <a:lnTo>
                    <a:pt x="1243164" y="1308903"/>
                  </a:lnTo>
                  <a:lnTo>
                    <a:pt x="1243155" y="1308869"/>
                  </a:lnTo>
                  <a:lnTo>
                    <a:pt x="1074017" y="1485538"/>
                  </a:lnTo>
                  <a:lnTo>
                    <a:pt x="1073991" y="1485529"/>
                  </a:lnTo>
                  <a:lnTo>
                    <a:pt x="1074000" y="1485563"/>
                  </a:lnTo>
                  <a:lnTo>
                    <a:pt x="1073983" y="1485529"/>
                  </a:lnTo>
                  <a:lnTo>
                    <a:pt x="909236" y="1671477"/>
                  </a:lnTo>
                  <a:lnTo>
                    <a:pt x="909219" y="1671468"/>
                  </a:lnTo>
                  <a:lnTo>
                    <a:pt x="909219" y="1671494"/>
                  </a:lnTo>
                  <a:lnTo>
                    <a:pt x="909210" y="1671468"/>
                  </a:lnTo>
                  <a:lnTo>
                    <a:pt x="738355" y="1882755"/>
                  </a:lnTo>
                  <a:lnTo>
                    <a:pt x="738321" y="1882755"/>
                  </a:lnTo>
                  <a:lnTo>
                    <a:pt x="738338" y="1882781"/>
                  </a:lnTo>
                  <a:lnTo>
                    <a:pt x="738330" y="1882781"/>
                  </a:lnTo>
                  <a:lnTo>
                    <a:pt x="738321" y="1882755"/>
                  </a:lnTo>
                  <a:lnTo>
                    <a:pt x="604424" y="2065649"/>
                  </a:lnTo>
                  <a:lnTo>
                    <a:pt x="604399" y="2065649"/>
                  </a:lnTo>
                  <a:lnTo>
                    <a:pt x="469634" y="2270888"/>
                  </a:lnTo>
                  <a:lnTo>
                    <a:pt x="469618" y="2270888"/>
                  </a:lnTo>
                  <a:lnTo>
                    <a:pt x="469626" y="2270896"/>
                  </a:lnTo>
                  <a:lnTo>
                    <a:pt x="469626" y="2270905"/>
                  </a:lnTo>
                  <a:lnTo>
                    <a:pt x="469609" y="2270879"/>
                  </a:lnTo>
                  <a:lnTo>
                    <a:pt x="359503" y="2460958"/>
                  </a:lnTo>
                  <a:lnTo>
                    <a:pt x="359469" y="2460958"/>
                  </a:lnTo>
                  <a:lnTo>
                    <a:pt x="359486" y="2460991"/>
                  </a:lnTo>
                  <a:lnTo>
                    <a:pt x="359478" y="2461000"/>
                  </a:lnTo>
                  <a:lnTo>
                    <a:pt x="359469" y="2460958"/>
                  </a:lnTo>
                  <a:lnTo>
                    <a:pt x="261158" y="2656311"/>
                  </a:lnTo>
                  <a:lnTo>
                    <a:pt x="261141" y="2656311"/>
                  </a:lnTo>
                  <a:lnTo>
                    <a:pt x="187436" y="2827663"/>
                  </a:lnTo>
                  <a:lnTo>
                    <a:pt x="187428" y="2827663"/>
                  </a:lnTo>
                  <a:lnTo>
                    <a:pt x="187428" y="2827654"/>
                  </a:lnTo>
                  <a:lnTo>
                    <a:pt x="115112" y="3031858"/>
                  </a:lnTo>
                  <a:lnTo>
                    <a:pt x="115103" y="3031849"/>
                  </a:lnTo>
                  <a:lnTo>
                    <a:pt x="59941" y="3236053"/>
                  </a:lnTo>
                  <a:lnTo>
                    <a:pt x="59941" y="3236044"/>
                  </a:lnTo>
                  <a:lnTo>
                    <a:pt x="21747" y="3444050"/>
                  </a:lnTo>
                  <a:lnTo>
                    <a:pt x="3382" y="3628904"/>
                  </a:lnTo>
                  <a:lnTo>
                    <a:pt x="3373" y="3628879"/>
                  </a:lnTo>
                  <a:lnTo>
                    <a:pt x="2532" y="4274013"/>
                  </a:lnTo>
                  <a:lnTo>
                    <a:pt x="1691" y="4919215"/>
                  </a:lnTo>
                  <a:lnTo>
                    <a:pt x="1691" y="4919265"/>
                  </a:lnTo>
                  <a:lnTo>
                    <a:pt x="1270" y="5241744"/>
                  </a:lnTo>
                  <a:lnTo>
                    <a:pt x="850" y="5564290"/>
                  </a:lnTo>
                  <a:lnTo>
                    <a:pt x="841" y="5564282"/>
                  </a:lnTo>
                  <a:lnTo>
                    <a:pt x="0" y="6209467"/>
                  </a:lnTo>
                  <a:lnTo>
                    <a:pt x="0" y="6209500"/>
                  </a:lnTo>
                  <a:lnTo>
                    <a:pt x="0" y="6209534"/>
                  </a:lnTo>
                  <a:lnTo>
                    <a:pt x="8" y="6209517"/>
                  </a:lnTo>
                  <a:lnTo>
                    <a:pt x="8564" y="6285300"/>
                  </a:lnTo>
                  <a:lnTo>
                    <a:pt x="8572" y="6285291"/>
                  </a:lnTo>
                  <a:lnTo>
                    <a:pt x="30749" y="6369495"/>
                  </a:lnTo>
                  <a:lnTo>
                    <a:pt x="30757" y="6369495"/>
                  </a:lnTo>
                  <a:lnTo>
                    <a:pt x="59436" y="6437234"/>
                  </a:lnTo>
                  <a:lnTo>
                    <a:pt x="59445" y="6437234"/>
                  </a:lnTo>
                  <a:lnTo>
                    <a:pt x="103241" y="6510140"/>
                  </a:lnTo>
                  <a:lnTo>
                    <a:pt x="157134" y="6575423"/>
                  </a:lnTo>
                  <a:lnTo>
                    <a:pt x="157142" y="6575406"/>
                  </a:lnTo>
                  <a:lnTo>
                    <a:pt x="157151" y="6575406"/>
                  </a:lnTo>
                  <a:lnTo>
                    <a:pt x="157142" y="6575423"/>
                  </a:lnTo>
                  <a:lnTo>
                    <a:pt x="157159" y="6575423"/>
                  </a:lnTo>
                  <a:lnTo>
                    <a:pt x="220053" y="6631982"/>
                  </a:lnTo>
                  <a:lnTo>
                    <a:pt x="290897" y="6678774"/>
                  </a:lnTo>
                  <a:lnTo>
                    <a:pt x="357122" y="6710271"/>
                  </a:lnTo>
                  <a:lnTo>
                    <a:pt x="357122" y="6710263"/>
                  </a:lnTo>
                  <a:lnTo>
                    <a:pt x="464402" y="6741062"/>
                  </a:lnTo>
                  <a:lnTo>
                    <a:pt x="421227" y="6490227"/>
                  </a:lnTo>
                  <a:lnTo>
                    <a:pt x="464410" y="6741062"/>
                  </a:lnTo>
                  <a:close/>
                </a:path>
              </a:pathLst>
            </a:custGeom>
            <a:solidFill>
              <a:schemeClr val="accent2"/>
            </a:solidFill>
            <a:ln w="12700" cap="flat">
              <a:noFill/>
              <a:prstDash val="solid"/>
              <a:miter/>
            </a:ln>
          </p:spPr>
          <p:txBody>
            <a:bodyPr wrap="square" rtlCol="0" anchor="ctr">
              <a:noAutofit/>
            </a:bodyPr>
            <a:lstStyle/>
            <a:p>
              <a:endParaRPr lang="en-US"/>
            </a:p>
          </p:txBody>
        </p:sp>
      </p:grpSp>
      <p:grpSp>
        <p:nvGrpSpPr>
          <p:cNvPr id="2777" name="Group 2776">
            <a:extLst>
              <a:ext uri="{FF2B5EF4-FFF2-40B4-BE49-F238E27FC236}">
                <a16:creationId xmlns:a16="http://schemas.microsoft.com/office/drawing/2014/main" id="{444C4ECC-C1EC-B574-1FB2-93151F549B18}"/>
              </a:ext>
              <a:ext uri="{C183D7F6-B498-43B3-948B-1728B52AA6E4}">
                <adec:decorative xmlns:adec="http://schemas.microsoft.com/office/drawing/2017/decorative" val="1"/>
              </a:ext>
            </a:extLst>
          </p:cNvPr>
          <p:cNvGrpSpPr>
            <a:grpSpLocks noChangeAspect="1"/>
          </p:cNvGrpSpPr>
          <p:nvPr/>
        </p:nvGrpSpPr>
        <p:grpSpPr>
          <a:xfrm>
            <a:off x="9655530" y="4343071"/>
            <a:ext cx="454399" cy="457200"/>
            <a:chOff x="9655530" y="4343071"/>
            <a:chExt cx="454399" cy="457200"/>
          </a:xfrm>
          <a:solidFill>
            <a:srgbClr val="FF0000"/>
          </a:solidFill>
        </p:grpSpPr>
        <p:sp>
          <p:nvSpPr>
            <p:cNvPr id="2232" name="Freeform: Shape 2231">
              <a:extLst>
                <a:ext uri="{FF2B5EF4-FFF2-40B4-BE49-F238E27FC236}">
                  <a16:creationId xmlns:a16="http://schemas.microsoft.com/office/drawing/2014/main" id="{6EF29206-99B8-0A4D-E986-3FABB336E604}"/>
                </a:ext>
                <a:ext uri="{C183D7F6-B498-43B3-948B-1728B52AA6E4}">
                  <adec:decorative xmlns:adec="http://schemas.microsoft.com/office/drawing/2017/decorative" val="1"/>
                </a:ext>
              </a:extLst>
            </p:cNvPr>
            <p:cNvSpPr/>
            <p:nvPr/>
          </p:nvSpPr>
          <p:spPr>
            <a:xfrm>
              <a:off x="9661520" y="4349903"/>
              <a:ext cx="448409" cy="450368"/>
            </a:xfrm>
            <a:custGeom>
              <a:avLst/>
              <a:gdLst>
                <a:gd name="connsiteX0" fmla="*/ 2503129 w 6726134"/>
                <a:gd name="connsiteY0" fmla="*/ 0 h 6755518"/>
                <a:gd name="connsiteX1" fmla="*/ 6325581 w 6726134"/>
                <a:gd name="connsiteY1" fmla="*/ 0 h 6755518"/>
                <a:gd name="connsiteX2" fmla="*/ 6325581 w 6726134"/>
                <a:gd name="connsiteY2" fmla="*/ 527 h 6755518"/>
                <a:gd name="connsiteX3" fmla="*/ 6401468 w 6726134"/>
                <a:gd name="connsiteY3" fmla="*/ 8893 h 6755518"/>
                <a:gd name="connsiteX4" fmla="*/ 6726134 w 6726134"/>
                <a:gd name="connsiteY4" fmla="*/ 420021 h 6755518"/>
                <a:gd name="connsiteX5" fmla="*/ 6726134 w 6726134"/>
                <a:gd name="connsiteY5" fmla="*/ 6755518 h 6755518"/>
                <a:gd name="connsiteX6" fmla="*/ 408265 w 6726134"/>
                <a:gd name="connsiteY6" fmla="*/ 6755518 h 6755518"/>
                <a:gd name="connsiteX7" fmla="*/ 0 w 6726134"/>
                <a:gd name="connsiteY7" fmla="*/ 6347255 h 6755518"/>
                <a:gd name="connsiteX8" fmla="*/ 0 w 6726134"/>
                <a:gd name="connsiteY8" fmla="*/ 6318633 h 6755518"/>
                <a:gd name="connsiteX9" fmla="*/ 0 w 6726134"/>
                <a:gd name="connsiteY9" fmla="*/ 5309651 h 6755518"/>
                <a:gd name="connsiteX10" fmla="*/ 0 w 6726134"/>
                <a:gd name="connsiteY10" fmla="*/ 3024614 h 6755518"/>
                <a:gd name="connsiteX11" fmla="*/ 0 w 6726134"/>
                <a:gd name="connsiteY11" fmla="*/ 2842252 h 6755518"/>
                <a:gd name="connsiteX12" fmla="*/ 0 w 6726134"/>
                <a:gd name="connsiteY12" fmla="*/ 735451 h 6755518"/>
                <a:gd name="connsiteX13" fmla="*/ 389527 w 6726134"/>
                <a:gd name="connsiteY13" fmla="*/ 735451 h 6755518"/>
                <a:gd name="connsiteX14" fmla="*/ 389527 w 6726134"/>
                <a:gd name="connsiteY14" fmla="*/ 2842252 h 6755518"/>
                <a:gd name="connsiteX15" fmla="*/ 389527 w 6726134"/>
                <a:gd name="connsiteY15" fmla="*/ 5309651 h 6755518"/>
                <a:gd name="connsiteX16" fmla="*/ 389527 w 6726134"/>
                <a:gd name="connsiteY16" fmla="*/ 6243072 h 6755518"/>
                <a:gd name="connsiteX17" fmla="*/ 389527 w 6726134"/>
                <a:gd name="connsiteY17" fmla="*/ 6318633 h 6755518"/>
                <a:gd name="connsiteX18" fmla="*/ 389527 w 6726134"/>
                <a:gd name="connsiteY18" fmla="*/ 6400817 h 6755518"/>
                <a:gd name="connsiteX19" fmla="*/ 6325581 w 6726134"/>
                <a:gd name="connsiteY19" fmla="*/ 6400817 h 6755518"/>
                <a:gd name="connsiteX20" fmla="*/ 6325581 w 6726134"/>
                <a:gd name="connsiteY20" fmla="*/ 392293 h 6755518"/>
                <a:gd name="connsiteX21" fmla="*/ 6380528 w 6726134"/>
                <a:gd name="connsiteY21" fmla="*/ 392293 h 6755518"/>
                <a:gd name="connsiteX22" fmla="*/ 6380528 w 6726134"/>
                <a:gd name="connsiteY22" fmla="*/ 392293 h 6755518"/>
                <a:gd name="connsiteX23" fmla="*/ 6325581 w 6726134"/>
                <a:gd name="connsiteY23" fmla="*/ 392293 h 6755518"/>
                <a:gd name="connsiteX24" fmla="*/ 6325581 w 6726134"/>
                <a:gd name="connsiteY24" fmla="*/ 392292 h 6755518"/>
                <a:gd name="connsiteX25" fmla="*/ 5224710 w 6726134"/>
                <a:gd name="connsiteY25" fmla="*/ 392292 h 6755518"/>
                <a:gd name="connsiteX26" fmla="*/ 5224710 w 6726134"/>
                <a:gd name="connsiteY26" fmla="*/ 392293 h 6755518"/>
                <a:gd name="connsiteX27" fmla="*/ 792589 w 6726134"/>
                <a:gd name="connsiteY27" fmla="*/ 392293 h 6755518"/>
                <a:gd name="connsiteX28" fmla="*/ 792589 w 6726134"/>
                <a:gd name="connsiteY28" fmla="*/ 0 h 6755518"/>
                <a:gd name="connsiteX29" fmla="*/ 2503129 w 6726134"/>
                <a:gd name="connsiteY29" fmla="*/ 0 h 6755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26134" h="6755518">
                  <a:moveTo>
                    <a:pt x="2503129" y="0"/>
                  </a:moveTo>
                  <a:lnTo>
                    <a:pt x="6325581" y="0"/>
                  </a:lnTo>
                  <a:lnTo>
                    <a:pt x="6325581" y="527"/>
                  </a:lnTo>
                  <a:lnTo>
                    <a:pt x="6401468" y="8893"/>
                  </a:lnTo>
                  <a:cubicBezTo>
                    <a:pt x="6584457" y="49612"/>
                    <a:pt x="6726134" y="224696"/>
                    <a:pt x="6726134" y="420021"/>
                  </a:cubicBezTo>
                  <a:lnTo>
                    <a:pt x="6726134" y="6755518"/>
                  </a:lnTo>
                  <a:lnTo>
                    <a:pt x="408265" y="6755518"/>
                  </a:lnTo>
                  <a:cubicBezTo>
                    <a:pt x="185047" y="6755518"/>
                    <a:pt x="0" y="6573412"/>
                    <a:pt x="0" y="6347255"/>
                  </a:cubicBezTo>
                  <a:lnTo>
                    <a:pt x="0" y="6318633"/>
                  </a:lnTo>
                  <a:lnTo>
                    <a:pt x="0" y="5309651"/>
                  </a:lnTo>
                  <a:lnTo>
                    <a:pt x="0" y="3024614"/>
                  </a:lnTo>
                  <a:lnTo>
                    <a:pt x="0" y="2842252"/>
                  </a:lnTo>
                  <a:lnTo>
                    <a:pt x="0" y="735451"/>
                  </a:lnTo>
                  <a:lnTo>
                    <a:pt x="389527" y="735451"/>
                  </a:lnTo>
                  <a:lnTo>
                    <a:pt x="389527" y="2842252"/>
                  </a:lnTo>
                  <a:lnTo>
                    <a:pt x="389527" y="5309651"/>
                  </a:lnTo>
                  <a:lnTo>
                    <a:pt x="389527" y="6243072"/>
                  </a:lnTo>
                  <a:lnTo>
                    <a:pt x="389527" y="6318633"/>
                  </a:lnTo>
                  <a:lnTo>
                    <a:pt x="389527" y="6400817"/>
                  </a:lnTo>
                  <a:lnTo>
                    <a:pt x="6325581" y="6400817"/>
                  </a:lnTo>
                  <a:lnTo>
                    <a:pt x="6325581" y="392293"/>
                  </a:lnTo>
                  <a:lnTo>
                    <a:pt x="6380528" y="392293"/>
                  </a:lnTo>
                  <a:lnTo>
                    <a:pt x="6380528" y="392293"/>
                  </a:lnTo>
                  <a:lnTo>
                    <a:pt x="6325581" y="392293"/>
                  </a:lnTo>
                  <a:lnTo>
                    <a:pt x="6325581" y="392292"/>
                  </a:lnTo>
                  <a:lnTo>
                    <a:pt x="5224710" y="392292"/>
                  </a:lnTo>
                  <a:lnTo>
                    <a:pt x="5224710" y="392293"/>
                  </a:lnTo>
                  <a:lnTo>
                    <a:pt x="792589" y="392293"/>
                  </a:lnTo>
                  <a:lnTo>
                    <a:pt x="792589" y="0"/>
                  </a:lnTo>
                  <a:lnTo>
                    <a:pt x="2503129"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33" name="Freeform: Shape 2232">
              <a:extLst>
                <a:ext uri="{FF2B5EF4-FFF2-40B4-BE49-F238E27FC236}">
                  <a16:creationId xmlns:a16="http://schemas.microsoft.com/office/drawing/2014/main" id="{0A1199A1-08E7-C67F-910D-928286E195BE}"/>
                </a:ext>
                <a:ext uri="{C183D7F6-B498-43B3-948B-1728B52AA6E4}">
                  <adec:decorative xmlns:adec="http://schemas.microsoft.com/office/drawing/2017/decorative" val="1"/>
                </a:ext>
              </a:extLst>
            </p:cNvPr>
            <p:cNvSpPr/>
            <p:nvPr/>
          </p:nvSpPr>
          <p:spPr>
            <a:xfrm>
              <a:off x="9655530" y="4343071"/>
              <a:ext cx="312803" cy="344650"/>
            </a:xfrm>
            <a:custGeom>
              <a:avLst/>
              <a:gdLst>
                <a:gd name="connsiteX0" fmla="*/ 3447953 w 4692037"/>
                <a:gd name="connsiteY0" fmla="*/ 3130586 h 5169746"/>
                <a:gd name="connsiteX1" fmla="*/ 3330414 w 4692037"/>
                <a:gd name="connsiteY1" fmla="*/ 3250279 h 5169746"/>
                <a:gd name="connsiteX2" fmla="*/ 3330414 w 4692037"/>
                <a:gd name="connsiteY2" fmla="*/ 3303491 h 5169746"/>
                <a:gd name="connsiteX3" fmla="*/ 3569893 w 4692037"/>
                <a:gd name="connsiteY3" fmla="*/ 3303491 h 5169746"/>
                <a:gd name="connsiteX4" fmla="*/ 3569893 w 4692037"/>
                <a:gd name="connsiteY4" fmla="*/ 3193391 h 5169746"/>
                <a:gd name="connsiteX5" fmla="*/ 3447953 w 4692037"/>
                <a:gd name="connsiteY5" fmla="*/ 3130586 h 5169746"/>
                <a:gd name="connsiteX6" fmla="*/ 3474559 w 4692037"/>
                <a:gd name="connsiteY6" fmla="*/ 2974922 h 5169746"/>
                <a:gd name="connsiteX7" fmla="*/ 3726789 w 4692037"/>
                <a:gd name="connsiteY7" fmla="*/ 3250279 h 5169746"/>
                <a:gd name="connsiteX8" fmla="*/ 3726789 w 4692037"/>
                <a:gd name="connsiteY8" fmla="*/ 3303491 h 5169746"/>
                <a:gd name="connsiteX9" fmla="*/ 3841936 w 4692037"/>
                <a:gd name="connsiteY9" fmla="*/ 3303491 h 5169746"/>
                <a:gd name="connsiteX10" fmla="*/ 3841936 w 4692037"/>
                <a:gd name="connsiteY10" fmla="*/ 4086602 h 5169746"/>
                <a:gd name="connsiteX11" fmla="*/ 3058825 w 4692037"/>
                <a:gd name="connsiteY11" fmla="*/ 4086602 h 5169746"/>
                <a:gd name="connsiteX12" fmla="*/ 3058825 w 4692037"/>
                <a:gd name="connsiteY12" fmla="*/ 3303491 h 5169746"/>
                <a:gd name="connsiteX13" fmla="*/ 3173518 w 4692037"/>
                <a:gd name="connsiteY13" fmla="*/ 3303491 h 5169746"/>
                <a:gd name="connsiteX14" fmla="*/ 3173518 w 4692037"/>
                <a:gd name="connsiteY14" fmla="*/ 3159440 h 5169746"/>
                <a:gd name="connsiteX15" fmla="*/ 3205630 w 4692037"/>
                <a:gd name="connsiteY15" fmla="*/ 3085121 h 5169746"/>
                <a:gd name="connsiteX16" fmla="*/ 3474559 w 4692037"/>
                <a:gd name="connsiteY16" fmla="*/ 2974922 h 5169746"/>
                <a:gd name="connsiteX17" fmla="*/ 2535844 w 4692037"/>
                <a:gd name="connsiteY17" fmla="*/ 2631401 h 5169746"/>
                <a:gd name="connsiteX18" fmla="*/ 2535844 w 4692037"/>
                <a:gd name="connsiteY18" fmla="*/ 3880619 h 5169746"/>
                <a:gd name="connsiteX19" fmla="*/ 2824406 w 4692037"/>
                <a:gd name="connsiteY19" fmla="*/ 4396728 h 5169746"/>
                <a:gd name="connsiteX20" fmla="*/ 3465299 w 4692037"/>
                <a:gd name="connsiteY20" fmla="*/ 4790351 h 5169746"/>
                <a:gd name="connsiteX21" fmla="*/ 4086926 w 4692037"/>
                <a:gd name="connsiteY21" fmla="*/ 4399026 h 5169746"/>
                <a:gd name="connsiteX22" fmla="*/ 4369982 w 4692037"/>
                <a:gd name="connsiteY22" fmla="*/ 3886582 h 5169746"/>
                <a:gd name="connsiteX23" fmla="*/ 4369982 w 4692037"/>
                <a:gd name="connsiteY23" fmla="*/ 2631401 h 5169746"/>
                <a:gd name="connsiteX24" fmla="*/ 2213789 w 4692037"/>
                <a:gd name="connsiteY24" fmla="*/ 2317148 h 5169746"/>
                <a:gd name="connsiteX25" fmla="*/ 4692037 w 4692037"/>
                <a:gd name="connsiteY25" fmla="*/ 2317148 h 5169746"/>
                <a:gd name="connsiteX26" fmla="*/ 4692037 w 4692037"/>
                <a:gd name="connsiteY26" fmla="*/ 3882912 h 5169746"/>
                <a:gd name="connsiteX27" fmla="*/ 4255751 w 4692037"/>
                <a:gd name="connsiteY27" fmla="*/ 4672907 h 5169746"/>
                <a:gd name="connsiteX28" fmla="*/ 3467134 w 4692037"/>
                <a:gd name="connsiteY28" fmla="*/ 5169746 h 5169746"/>
                <a:gd name="connsiteX29" fmla="*/ 2658788 w 4692037"/>
                <a:gd name="connsiteY29" fmla="*/ 4673365 h 5169746"/>
                <a:gd name="connsiteX30" fmla="*/ 2213789 w 4692037"/>
                <a:gd name="connsiteY30" fmla="*/ 3877869 h 5169746"/>
                <a:gd name="connsiteX31" fmla="*/ 0 w 4692037"/>
                <a:gd name="connsiteY31" fmla="*/ 0 h 5169746"/>
                <a:gd name="connsiteX32" fmla="*/ 592490 w 4692037"/>
                <a:gd name="connsiteY32" fmla="*/ 0 h 5169746"/>
                <a:gd name="connsiteX33" fmla="*/ 592490 w 4692037"/>
                <a:gd name="connsiteY33" fmla="*/ 592490 h 5169746"/>
                <a:gd name="connsiteX34" fmla="*/ 0 w 4692037"/>
                <a:gd name="connsiteY34" fmla="*/ 592490 h 516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92037" h="5169746">
                  <a:moveTo>
                    <a:pt x="3447953" y="3130586"/>
                  </a:moveTo>
                  <a:cubicBezTo>
                    <a:pt x="3382923" y="3131715"/>
                    <a:pt x="3330414" y="3184904"/>
                    <a:pt x="3330414" y="3250279"/>
                  </a:cubicBezTo>
                  <a:lnTo>
                    <a:pt x="3330414" y="3303491"/>
                  </a:lnTo>
                  <a:lnTo>
                    <a:pt x="3569893" y="3303491"/>
                  </a:lnTo>
                  <a:lnTo>
                    <a:pt x="3569893" y="3193391"/>
                  </a:lnTo>
                  <a:cubicBezTo>
                    <a:pt x="3530497" y="3147973"/>
                    <a:pt x="3486971" y="3129909"/>
                    <a:pt x="3447953" y="3130586"/>
                  </a:cubicBezTo>
                  <a:close/>
                  <a:moveTo>
                    <a:pt x="3474559" y="2974922"/>
                  </a:moveTo>
                  <a:cubicBezTo>
                    <a:pt x="3615683" y="2987273"/>
                    <a:pt x="3726789" y="3106052"/>
                    <a:pt x="3726789" y="3250279"/>
                  </a:cubicBezTo>
                  <a:lnTo>
                    <a:pt x="3726789" y="3303491"/>
                  </a:lnTo>
                  <a:lnTo>
                    <a:pt x="3841936" y="3303491"/>
                  </a:lnTo>
                  <a:lnTo>
                    <a:pt x="3841936" y="4086602"/>
                  </a:lnTo>
                  <a:lnTo>
                    <a:pt x="3058825" y="4086602"/>
                  </a:lnTo>
                  <a:lnTo>
                    <a:pt x="3058825" y="3303491"/>
                  </a:lnTo>
                  <a:lnTo>
                    <a:pt x="3173518" y="3303491"/>
                  </a:lnTo>
                  <a:lnTo>
                    <a:pt x="3173518" y="3159440"/>
                  </a:lnTo>
                  <a:cubicBezTo>
                    <a:pt x="3173518" y="3131456"/>
                    <a:pt x="3185444" y="3104845"/>
                    <a:pt x="3205630" y="3085121"/>
                  </a:cubicBezTo>
                  <a:cubicBezTo>
                    <a:pt x="3294403" y="2998413"/>
                    <a:pt x="3389884" y="2967511"/>
                    <a:pt x="3474559" y="2974922"/>
                  </a:cubicBezTo>
                  <a:close/>
                  <a:moveTo>
                    <a:pt x="2535844" y="2631401"/>
                  </a:moveTo>
                  <a:lnTo>
                    <a:pt x="2535844" y="3880619"/>
                  </a:lnTo>
                  <a:cubicBezTo>
                    <a:pt x="2535844" y="4091193"/>
                    <a:pt x="2645028" y="4286167"/>
                    <a:pt x="2824406" y="4396728"/>
                  </a:cubicBezTo>
                  <a:lnTo>
                    <a:pt x="3465299" y="4790351"/>
                  </a:lnTo>
                  <a:lnTo>
                    <a:pt x="4086926" y="4399026"/>
                  </a:lnTo>
                  <a:cubicBezTo>
                    <a:pt x="4263091" y="4288002"/>
                    <a:pt x="4369982" y="4094864"/>
                    <a:pt x="4369982" y="3886582"/>
                  </a:cubicBezTo>
                  <a:lnTo>
                    <a:pt x="4369982" y="2631401"/>
                  </a:lnTo>
                  <a:close/>
                  <a:moveTo>
                    <a:pt x="2213789" y="2317148"/>
                  </a:moveTo>
                  <a:lnTo>
                    <a:pt x="4692037" y="2317148"/>
                  </a:lnTo>
                  <a:lnTo>
                    <a:pt x="4692037" y="3882912"/>
                  </a:lnTo>
                  <a:cubicBezTo>
                    <a:pt x="4692037" y="4203590"/>
                    <a:pt x="4527339" y="4502247"/>
                    <a:pt x="4255751" y="4672907"/>
                  </a:cubicBezTo>
                  <a:lnTo>
                    <a:pt x="3467134" y="5169746"/>
                  </a:lnTo>
                  <a:lnTo>
                    <a:pt x="2658788" y="4673365"/>
                  </a:lnTo>
                  <a:cubicBezTo>
                    <a:pt x="2382157" y="4503624"/>
                    <a:pt x="2213789" y="4202212"/>
                    <a:pt x="2213789" y="3877869"/>
                  </a:cubicBezTo>
                  <a:close/>
                  <a:moveTo>
                    <a:pt x="0" y="0"/>
                  </a:moveTo>
                  <a:lnTo>
                    <a:pt x="592490" y="0"/>
                  </a:lnTo>
                  <a:lnTo>
                    <a:pt x="592490" y="592490"/>
                  </a:lnTo>
                  <a:lnTo>
                    <a:pt x="0" y="592490"/>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776" name="Group 2775">
            <a:extLst>
              <a:ext uri="{FF2B5EF4-FFF2-40B4-BE49-F238E27FC236}">
                <a16:creationId xmlns:a16="http://schemas.microsoft.com/office/drawing/2014/main" id="{31062CF1-0B40-F797-037A-059FB729DE0C}"/>
              </a:ext>
              <a:ext uri="{C183D7F6-B498-43B3-948B-1728B52AA6E4}">
                <adec:decorative xmlns:adec="http://schemas.microsoft.com/office/drawing/2017/decorative" val="1"/>
              </a:ext>
            </a:extLst>
          </p:cNvPr>
          <p:cNvGrpSpPr>
            <a:grpSpLocks noChangeAspect="1"/>
          </p:cNvGrpSpPr>
          <p:nvPr/>
        </p:nvGrpSpPr>
        <p:grpSpPr>
          <a:xfrm>
            <a:off x="10269241" y="4343071"/>
            <a:ext cx="467713" cy="457200"/>
            <a:chOff x="10269241" y="4343071"/>
            <a:chExt cx="467713" cy="457200"/>
          </a:xfrm>
          <a:solidFill>
            <a:srgbClr val="FF0000"/>
          </a:solidFill>
        </p:grpSpPr>
        <p:sp>
          <p:nvSpPr>
            <p:cNvPr id="2249" name="Freeform: Shape 2248">
              <a:extLst>
                <a:ext uri="{FF2B5EF4-FFF2-40B4-BE49-F238E27FC236}">
                  <a16:creationId xmlns:a16="http://schemas.microsoft.com/office/drawing/2014/main" id="{DE375876-9550-60C7-1E49-48DFA21FD6EB}"/>
                </a:ext>
                <a:ext uri="{C183D7F6-B498-43B3-948B-1728B52AA6E4}">
                  <adec:decorative xmlns:adec="http://schemas.microsoft.com/office/drawing/2017/decorative" val="1"/>
                </a:ext>
              </a:extLst>
            </p:cNvPr>
            <p:cNvSpPr/>
            <p:nvPr/>
          </p:nvSpPr>
          <p:spPr>
            <a:xfrm>
              <a:off x="10269241" y="4343071"/>
              <a:ext cx="467713" cy="451094"/>
            </a:xfrm>
            <a:custGeom>
              <a:avLst/>
              <a:gdLst>
                <a:gd name="connsiteX0" fmla="*/ 5533879 w 7015690"/>
                <a:gd name="connsiteY0" fmla="*/ 2917349 h 6766417"/>
                <a:gd name="connsiteX1" fmla="*/ 5882123 w 7015690"/>
                <a:gd name="connsiteY1" fmla="*/ 3131149 h 6766417"/>
                <a:gd name="connsiteX2" fmla="*/ 5882123 w 7015690"/>
                <a:gd name="connsiteY2" fmla="*/ 6417560 h 6766417"/>
                <a:gd name="connsiteX3" fmla="*/ 5670986 w 7015690"/>
                <a:gd name="connsiteY3" fmla="*/ 6736027 h 6766417"/>
                <a:gd name="connsiteX4" fmla="*/ 5666329 w 7015690"/>
                <a:gd name="connsiteY4" fmla="*/ 6737473 h 6766417"/>
                <a:gd name="connsiteX5" fmla="*/ 5663297 w 7015690"/>
                <a:gd name="connsiteY5" fmla="*/ 6739119 h 6766417"/>
                <a:gd name="connsiteX6" fmla="*/ 5528106 w 7015690"/>
                <a:gd name="connsiteY6" fmla="*/ 6766417 h 6766417"/>
                <a:gd name="connsiteX7" fmla="*/ 1470829 w 7015690"/>
                <a:gd name="connsiteY7" fmla="*/ 6766417 h 6766417"/>
                <a:gd name="connsiteX8" fmla="*/ 1470829 w 7015690"/>
                <a:gd name="connsiteY8" fmla="*/ 6419504 h 6766417"/>
                <a:gd name="connsiteX9" fmla="*/ 2846833 w 7015690"/>
                <a:gd name="connsiteY9" fmla="*/ 6419504 h 6766417"/>
                <a:gd name="connsiteX10" fmla="*/ 2846833 w 7015690"/>
                <a:gd name="connsiteY10" fmla="*/ 6414955 h 6766417"/>
                <a:gd name="connsiteX11" fmla="*/ 4556978 w 7015690"/>
                <a:gd name="connsiteY11" fmla="*/ 6414955 h 6766417"/>
                <a:gd name="connsiteX12" fmla="*/ 4552638 w 7015690"/>
                <a:gd name="connsiteY12" fmla="*/ 6329271 h 6766417"/>
                <a:gd name="connsiteX13" fmla="*/ 2894960 w 7015690"/>
                <a:gd name="connsiteY13" fmla="*/ 4833126 h 6766417"/>
                <a:gd name="connsiteX14" fmla="*/ 1717218 w 7015690"/>
                <a:gd name="connsiteY14" fmla="*/ 5321689 h 6766417"/>
                <a:gd name="connsiteX15" fmla="*/ 1359801 w 7015690"/>
                <a:gd name="connsiteY15" fmla="*/ 5851400 h 6766417"/>
                <a:gd name="connsiteX16" fmla="*/ 1293408 w 7015690"/>
                <a:gd name="connsiteY16" fmla="*/ 6179497 h 6766417"/>
                <a:gd name="connsiteX17" fmla="*/ 931549 w 7015690"/>
                <a:gd name="connsiteY17" fmla="*/ 6179497 h 6766417"/>
                <a:gd name="connsiteX18" fmla="*/ 973647 w 7015690"/>
                <a:gd name="connsiteY18" fmla="*/ 5901780 h 6766417"/>
                <a:gd name="connsiteX19" fmla="*/ 1227109 w 7015690"/>
                <a:gd name="connsiteY19" fmla="*/ 5375303 h 6766417"/>
                <a:gd name="connsiteX20" fmla="*/ 1405197 w 7015690"/>
                <a:gd name="connsiteY20" fmla="*/ 5159544 h 6766417"/>
                <a:gd name="connsiteX21" fmla="*/ 1414350 w 7015690"/>
                <a:gd name="connsiteY21" fmla="*/ 5164301 h 6766417"/>
                <a:gd name="connsiteX22" fmla="*/ 1472964 w 7015690"/>
                <a:gd name="connsiteY22" fmla="*/ 5077435 h 6766417"/>
                <a:gd name="connsiteX23" fmla="*/ 2894960 w 7015690"/>
                <a:gd name="connsiteY23" fmla="*/ 4487516 h 6766417"/>
                <a:gd name="connsiteX24" fmla="*/ 4896460 w 7015690"/>
                <a:gd name="connsiteY24" fmla="*/ 6293994 h 6766417"/>
                <a:gd name="connsiteX25" fmla="*/ 4902588 w 7015690"/>
                <a:gd name="connsiteY25" fmla="*/ 6414955 h 6766417"/>
                <a:gd name="connsiteX26" fmla="*/ 5528969 w 7015690"/>
                <a:gd name="connsiteY26" fmla="*/ 6414955 h 6766417"/>
                <a:gd name="connsiteX27" fmla="*/ 5528899 w 7015690"/>
                <a:gd name="connsiteY27" fmla="*/ 5500028 h 6766417"/>
                <a:gd name="connsiteX28" fmla="*/ 5533879 w 7015690"/>
                <a:gd name="connsiteY28" fmla="*/ 5500028 h 6766417"/>
                <a:gd name="connsiteX29" fmla="*/ 2951505 w 7015690"/>
                <a:gd name="connsiteY29" fmla="*/ 2174671 h 6766417"/>
                <a:gd name="connsiteX30" fmla="*/ 2161383 w 7015690"/>
                <a:gd name="connsiteY30" fmla="*/ 3568183 h 6766417"/>
                <a:gd name="connsiteX31" fmla="*/ 2453428 w 7015690"/>
                <a:gd name="connsiteY31" fmla="*/ 3860227 h 6766417"/>
                <a:gd name="connsiteX32" fmla="*/ 3718378 w 7015690"/>
                <a:gd name="connsiteY32" fmla="*/ 2595281 h 6766417"/>
                <a:gd name="connsiteX33" fmla="*/ 3426334 w 7015690"/>
                <a:gd name="connsiteY33" fmla="*/ 2303237 h 6766417"/>
                <a:gd name="connsiteX34" fmla="*/ 2951505 w 7015690"/>
                <a:gd name="connsiteY34" fmla="*/ 2174671 h 6766417"/>
                <a:gd name="connsiteX35" fmla="*/ 2968271 w 7015690"/>
                <a:gd name="connsiteY35" fmla="*/ 1829153 h 6766417"/>
                <a:gd name="connsiteX36" fmla="*/ 4053193 w 7015690"/>
                <a:gd name="connsiteY36" fmla="*/ 3678344 h 6766417"/>
                <a:gd name="connsiteX37" fmla="*/ 3536499 w 7015690"/>
                <a:gd name="connsiteY37" fmla="*/ 4195037 h 6766417"/>
                <a:gd name="connsiteX38" fmla="*/ 1826568 w 7015690"/>
                <a:gd name="connsiteY38" fmla="*/ 2485115 h 6766417"/>
                <a:gd name="connsiteX39" fmla="*/ 2343262 w 7015690"/>
                <a:gd name="connsiteY39" fmla="*/ 1968423 h 6766417"/>
                <a:gd name="connsiteX40" fmla="*/ 2968271 w 7015690"/>
                <a:gd name="connsiteY40" fmla="*/ 1829153 h 6766417"/>
                <a:gd name="connsiteX41" fmla="*/ 331843 w 7015690"/>
                <a:gd name="connsiteY41" fmla="*/ 716002 h 6766417"/>
                <a:gd name="connsiteX42" fmla="*/ 4331022 w 7015690"/>
                <a:gd name="connsiteY42" fmla="*/ 716002 h 6766417"/>
                <a:gd name="connsiteX43" fmla="*/ 4331022 w 7015690"/>
                <a:gd name="connsiteY43" fmla="*/ 1064247 h 6766417"/>
                <a:gd name="connsiteX44" fmla="*/ 333925 w 7015690"/>
                <a:gd name="connsiteY44" fmla="*/ 1064247 h 6766417"/>
                <a:gd name="connsiteX45" fmla="*/ 333925 w 7015690"/>
                <a:gd name="connsiteY45" fmla="*/ 5500028 h 6766417"/>
                <a:gd name="connsiteX46" fmla="*/ 346913 w 7015690"/>
                <a:gd name="connsiteY46" fmla="*/ 5500028 h 6766417"/>
                <a:gd name="connsiteX47" fmla="*/ 346913 w 7015690"/>
                <a:gd name="connsiteY47" fmla="*/ 6419080 h 6766417"/>
                <a:gd name="connsiteX48" fmla="*/ 347345 w 7015690"/>
                <a:gd name="connsiteY48" fmla="*/ 6419504 h 6766417"/>
                <a:gd name="connsiteX49" fmla="*/ 632237 w 7015690"/>
                <a:gd name="connsiteY49" fmla="*/ 6419504 h 6766417"/>
                <a:gd name="connsiteX50" fmla="*/ 632237 w 7015690"/>
                <a:gd name="connsiteY50" fmla="*/ 6766417 h 6766417"/>
                <a:gd name="connsiteX51" fmla="*/ 347345 w 7015690"/>
                <a:gd name="connsiteY51" fmla="*/ 6766417 h 6766417"/>
                <a:gd name="connsiteX52" fmla="*/ 0 w 7015690"/>
                <a:gd name="connsiteY52" fmla="*/ 6419080 h 6766417"/>
                <a:gd name="connsiteX53" fmla="*/ 0 w 7015690"/>
                <a:gd name="connsiteY53" fmla="*/ 5639597 h 6766417"/>
                <a:gd name="connsiteX54" fmla="*/ 0 w 7015690"/>
                <a:gd name="connsiteY54" fmla="*/ 5500028 h 6766417"/>
                <a:gd name="connsiteX55" fmla="*/ 0 w 7015690"/>
                <a:gd name="connsiteY55" fmla="*/ 1061642 h 6766417"/>
                <a:gd name="connsiteX56" fmla="*/ 331843 w 7015690"/>
                <a:gd name="connsiteY56" fmla="*/ 716002 h 6766417"/>
                <a:gd name="connsiteX57" fmla="*/ 4977410 w 7015690"/>
                <a:gd name="connsiteY57" fmla="*/ 297068 h 6766417"/>
                <a:gd name="connsiteX58" fmla="*/ 4977410 w 7015690"/>
                <a:gd name="connsiteY58" fmla="*/ 1477973 h 6766417"/>
                <a:gd name="connsiteX59" fmla="*/ 5250191 w 7015690"/>
                <a:gd name="connsiteY59" fmla="*/ 1965859 h 6766417"/>
                <a:gd name="connsiteX60" fmla="*/ 5856036 w 7015690"/>
                <a:gd name="connsiteY60" fmla="*/ 2337956 h 6766417"/>
                <a:gd name="connsiteX61" fmla="*/ 6443670 w 7015690"/>
                <a:gd name="connsiteY61" fmla="*/ 1968031 h 6766417"/>
                <a:gd name="connsiteX62" fmla="*/ 6711247 w 7015690"/>
                <a:gd name="connsiteY62" fmla="*/ 1483610 h 6766417"/>
                <a:gd name="connsiteX63" fmla="*/ 6711247 w 7015690"/>
                <a:gd name="connsiteY63" fmla="*/ 297068 h 6766417"/>
                <a:gd name="connsiteX64" fmla="*/ 4672966 w 7015690"/>
                <a:gd name="connsiteY64" fmla="*/ 0 h 6766417"/>
                <a:gd name="connsiteX65" fmla="*/ 7015690 w 7015690"/>
                <a:gd name="connsiteY65" fmla="*/ 0 h 6766417"/>
                <a:gd name="connsiteX66" fmla="*/ 7015690 w 7015690"/>
                <a:gd name="connsiteY66" fmla="*/ 1480140 h 6766417"/>
                <a:gd name="connsiteX67" fmla="*/ 6603263 w 7015690"/>
                <a:gd name="connsiteY67" fmla="*/ 2226935 h 6766417"/>
                <a:gd name="connsiteX68" fmla="*/ 5857771 w 7015690"/>
                <a:gd name="connsiteY68" fmla="*/ 2696604 h 6766417"/>
                <a:gd name="connsiteX69" fmla="*/ 5093630 w 7015690"/>
                <a:gd name="connsiteY69" fmla="*/ 2227368 h 6766417"/>
                <a:gd name="connsiteX70" fmla="*/ 4672966 w 7015690"/>
                <a:gd name="connsiteY70" fmla="*/ 1475373 h 676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015690" h="6766417">
                  <a:moveTo>
                    <a:pt x="5533879" y="2917349"/>
                  </a:moveTo>
                  <a:lnTo>
                    <a:pt x="5882123" y="3131149"/>
                  </a:lnTo>
                  <a:lnTo>
                    <a:pt x="5882123" y="6417560"/>
                  </a:lnTo>
                  <a:cubicBezTo>
                    <a:pt x="5882123" y="6560674"/>
                    <a:pt x="5795033" y="6683539"/>
                    <a:pt x="5670986" y="6736027"/>
                  </a:cubicBezTo>
                  <a:lnTo>
                    <a:pt x="5666329" y="6737473"/>
                  </a:lnTo>
                  <a:lnTo>
                    <a:pt x="5663297" y="6739119"/>
                  </a:lnTo>
                  <a:cubicBezTo>
                    <a:pt x="5621743" y="6756697"/>
                    <a:pt x="5576059" y="6766417"/>
                    <a:pt x="5528106" y="6766417"/>
                  </a:cubicBezTo>
                  <a:lnTo>
                    <a:pt x="1470829" y="6766417"/>
                  </a:lnTo>
                  <a:lnTo>
                    <a:pt x="1470829" y="6419504"/>
                  </a:lnTo>
                  <a:lnTo>
                    <a:pt x="2846833" y="6419504"/>
                  </a:lnTo>
                  <a:lnTo>
                    <a:pt x="2846833" y="6414955"/>
                  </a:lnTo>
                  <a:lnTo>
                    <a:pt x="4556978" y="6414955"/>
                  </a:lnTo>
                  <a:lnTo>
                    <a:pt x="4552638" y="6329271"/>
                  </a:lnTo>
                  <a:cubicBezTo>
                    <a:pt x="4467162" y="5490008"/>
                    <a:pt x="3756432" y="4833126"/>
                    <a:pt x="2894960" y="4833126"/>
                  </a:cubicBezTo>
                  <a:cubicBezTo>
                    <a:pt x="2435504" y="4833126"/>
                    <a:pt x="2018932" y="5019975"/>
                    <a:pt x="1717218" y="5321689"/>
                  </a:cubicBezTo>
                  <a:cubicBezTo>
                    <a:pt x="1566368" y="5472546"/>
                    <a:pt x="1444226" y="5652110"/>
                    <a:pt x="1359801" y="5851400"/>
                  </a:cubicBezTo>
                  <a:lnTo>
                    <a:pt x="1293408" y="6179497"/>
                  </a:lnTo>
                  <a:lnTo>
                    <a:pt x="931549" y="6179497"/>
                  </a:lnTo>
                  <a:lnTo>
                    <a:pt x="973647" y="5901780"/>
                  </a:lnTo>
                  <a:cubicBezTo>
                    <a:pt x="1032521" y="5712898"/>
                    <a:pt x="1118538" y="5535878"/>
                    <a:pt x="1227109" y="5375303"/>
                  </a:cubicBezTo>
                  <a:lnTo>
                    <a:pt x="1405197" y="5159544"/>
                  </a:lnTo>
                  <a:lnTo>
                    <a:pt x="1414350" y="5164301"/>
                  </a:lnTo>
                  <a:lnTo>
                    <a:pt x="1472964" y="5077435"/>
                  </a:lnTo>
                  <a:cubicBezTo>
                    <a:pt x="1837265" y="4713135"/>
                    <a:pt x="2340247" y="4487516"/>
                    <a:pt x="2894960" y="4487516"/>
                  </a:cubicBezTo>
                  <a:cubicBezTo>
                    <a:pt x="3935046" y="4487516"/>
                    <a:pt x="4793248" y="5280713"/>
                    <a:pt x="4896460" y="6293994"/>
                  </a:cubicBezTo>
                  <a:lnTo>
                    <a:pt x="4902588" y="6414955"/>
                  </a:lnTo>
                  <a:lnTo>
                    <a:pt x="5528969" y="6414955"/>
                  </a:lnTo>
                  <a:lnTo>
                    <a:pt x="5528899" y="5500028"/>
                  </a:lnTo>
                  <a:lnTo>
                    <a:pt x="5533879" y="5500028"/>
                  </a:lnTo>
                  <a:close/>
                  <a:moveTo>
                    <a:pt x="2951505" y="2174671"/>
                  </a:moveTo>
                  <a:cubicBezTo>
                    <a:pt x="2289351" y="2166386"/>
                    <a:pt x="1785445" y="2871418"/>
                    <a:pt x="2161383" y="3568183"/>
                  </a:cubicBezTo>
                  <a:cubicBezTo>
                    <a:pt x="2227917" y="3691738"/>
                    <a:pt x="2329873" y="3793694"/>
                    <a:pt x="2453428" y="3860227"/>
                  </a:cubicBezTo>
                  <a:cubicBezTo>
                    <a:pt x="3310983" y="4322914"/>
                    <a:pt x="4181071" y="3452834"/>
                    <a:pt x="3718378" y="2595281"/>
                  </a:cubicBezTo>
                  <a:cubicBezTo>
                    <a:pt x="3651849" y="2472152"/>
                    <a:pt x="3549893" y="2369766"/>
                    <a:pt x="3426334" y="2303237"/>
                  </a:cubicBezTo>
                  <a:cubicBezTo>
                    <a:pt x="3265542" y="2216482"/>
                    <a:pt x="3104310" y="2176583"/>
                    <a:pt x="2951505" y="2174671"/>
                  </a:cubicBezTo>
                  <a:close/>
                  <a:moveTo>
                    <a:pt x="2968271" y="1829153"/>
                  </a:moveTo>
                  <a:cubicBezTo>
                    <a:pt x="3836903" y="1848641"/>
                    <a:pt x="4490206" y="2756934"/>
                    <a:pt x="4053193" y="3678344"/>
                  </a:cubicBezTo>
                  <a:cubicBezTo>
                    <a:pt x="3946053" y="3904721"/>
                    <a:pt x="3762877" y="4087897"/>
                    <a:pt x="3536499" y="4195037"/>
                  </a:cubicBezTo>
                  <a:cubicBezTo>
                    <a:pt x="2402452" y="4733333"/>
                    <a:pt x="1288706" y="3619159"/>
                    <a:pt x="1826568" y="2485115"/>
                  </a:cubicBezTo>
                  <a:cubicBezTo>
                    <a:pt x="1933709" y="2258738"/>
                    <a:pt x="2116884" y="2075563"/>
                    <a:pt x="2343262" y="1968423"/>
                  </a:cubicBezTo>
                  <a:cubicBezTo>
                    <a:pt x="2555897" y="1867492"/>
                    <a:pt x="2767818" y="1824656"/>
                    <a:pt x="2968271" y="1829153"/>
                  </a:cubicBezTo>
                  <a:close/>
                  <a:moveTo>
                    <a:pt x="331843" y="716002"/>
                  </a:moveTo>
                  <a:lnTo>
                    <a:pt x="4331022" y="716002"/>
                  </a:lnTo>
                  <a:lnTo>
                    <a:pt x="4331022" y="1064247"/>
                  </a:lnTo>
                  <a:lnTo>
                    <a:pt x="333925" y="1064247"/>
                  </a:lnTo>
                  <a:lnTo>
                    <a:pt x="333925" y="5500028"/>
                  </a:lnTo>
                  <a:lnTo>
                    <a:pt x="346913" y="5500028"/>
                  </a:lnTo>
                  <a:lnTo>
                    <a:pt x="346913" y="6419080"/>
                  </a:lnTo>
                  <a:cubicBezTo>
                    <a:pt x="346913" y="6419080"/>
                    <a:pt x="346913" y="6419504"/>
                    <a:pt x="347345" y="6419504"/>
                  </a:cubicBezTo>
                  <a:lnTo>
                    <a:pt x="632237" y="6419504"/>
                  </a:lnTo>
                  <a:lnTo>
                    <a:pt x="632237" y="6766417"/>
                  </a:lnTo>
                  <a:lnTo>
                    <a:pt x="347345" y="6766417"/>
                  </a:lnTo>
                  <a:cubicBezTo>
                    <a:pt x="155528" y="6766417"/>
                    <a:pt x="0" y="6610890"/>
                    <a:pt x="0" y="6419080"/>
                  </a:cubicBezTo>
                  <a:lnTo>
                    <a:pt x="0" y="5639597"/>
                  </a:lnTo>
                  <a:lnTo>
                    <a:pt x="0" y="5500028"/>
                  </a:lnTo>
                  <a:lnTo>
                    <a:pt x="0" y="1061642"/>
                  </a:lnTo>
                  <a:cubicBezTo>
                    <a:pt x="0" y="870823"/>
                    <a:pt x="148642" y="716002"/>
                    <a:pt x="331843" y="716002"/>
                  </a:cubicBezTo>
                  <a:close/>
                  <a:moveTo>
                    <a:pt x="4977410" y="297068"/>
                  </a:moveTo>
                  <a:lnTo>
                    <a:pt x="4977410" y="1477973"/>
                  </a:lnTo>
                  <a:cubicBezTo>
                    <a:pt x="4977410" y="1677032"/>
                    <a:pt x="5080622" y="1861344"/>
                    <a:pt x="5250191" y="1965859"/>
                  </a:cubicBezTo>
                  <a:lnTo>
                    <a:pt x="5856036" y="2337956"/>
                  </a:lnTo>
                  <a:lnTo>
                    <a:pt x="6443670" y="1968031"/>
                  </a:lnTo>
                  <a:cubicBezTo>
                    <a:pt x="6610202" y="1863079"/>
                    <a:pt x="6711247" y="1680502"/>
                    <a:pt x="6711247" y="1483610"/>
                  </a:cubicBezTo>
                  <a:lnTo>
                    <a:pt x="6711247" y="297068"/>
                  </a:lnTo>
                  <a:close/>
                  <a:moveTo>
                    <a:pt x="4672966" y="0"/>
                  </a:moveTo>
                  <a:lnTo>
                    <a:pt x="7015690" y="0"/>
                  </a:lnTo>
                  <a:lnTo>
                    <a:pt x="7015690" y="1480140"/>
                  </a:lnTo>
                  <a:cubicBezTo>
                    <a:pt x="7015690" y="1783282"/>
                    <a:pt x="6860000" y="2065607"/>
                    <a:pt x="6603263" y="2226935"/>
                  </a:cubicBezTo>
                  <a:lnTo>
                    <a:pt x="5857771" y="2696604"/>
                  </a:lnTo>
                  <a:lnTo>
                    <a:pt x="5093630" y="2227368"/>
                  </a:lnTo>
                  <a:cubicBezTo>
                    <a:pt x="4832127" y="2066909"/>
                    <a:pt x="4672966" y="1781980"/>
                    <a:pt x="4672966" y="1475373"/>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2250" name="Freeform: Shape 2249">
              <a:extLst>
                <a:ext uri="{FF2B5EF4-FFF2-40B4-BE49-F238E27FC236}">
                  <a16:creationId xmlns:a16="http://schemas.microsoft.com/office/drawing/2014/main" id="{3FB0F1D7-37E5-2302-EE42-3A4A8F54124A}"/>
                </a:ext>
                <a:ext uri="{C183D7F6-B498-43B3-948B-1728B52AA6E4}">
                  <adec:decorative xmlns:adec="http://schemas.microsoft.com/office/drawing/2017/decorative" val="1"/>
                </a:ext>
              </a:extLst>
            </p:cNvPr>
            <p:cNvSpPr/>
            <p:nvPr/>
          </p:nvSpPr>
          <p:spPr>
            <a:xfrm>
              <a:off x="10322062" y="4384458"/>
              <a:ext cx="361318" cy="415813"/>
            </a:xfrm>
            <a:custGeom>
              <a:avLst/>
              <a:gdLst>
                <a:gd name="connsiteX0" fmla="*/ 0 w 5419760"/>
                <a:gd name="connsiteY0" fmla="*/ 5718775 h 6237198"/>
                <a:gd name="connsiteX1" fmla="*/ 518423 w 5419760"/>
                <a:gd name="connsiteY1" fmla="*/ 5718775 h 6237198"/>
                <a:gd name="connsiteX2" fmla="*/ 518423 w 5419760"/>
                <a:gd name="connsiteY2" fmla="*/ 6237198 h 6237198"/>
                <a:gd name="connsiteX3" fmla="*/ 0 w 5419760"/>
                <a:gd name="connsiteY3" fmla="*/ 6237198 h 6237198"/>
                <a:gd name="connsiteX4" fmla="*/ 5047322 w 5419760"/>
                <a:gd name="connsiteY4" fmla="*/ 148154 h 6237198"/>
                <a:gd name="connsiteX5" fmla="*/ 4936211 w 5419760"/>
                <a:gd name="connsiteY5" fmla="*/ 261301 h 6237198"/>
                <a:gd name="connsiteX6" fmla="*/ 4936211 w 5419760"/>
                <a:gd name="connsiteY6" fmla="*/ 311603 h 6237198"/>
                <a:gd name="connsiteX7" fmla="*/ 5162594 w 5419760"/>
                <a:gd name="connsiteY7" fmla="*/ 311603 h 6237198"/>
                <a:gd name="connsiteX8" fmla="*/ 5162594 w 5419760"/>
                <a:gd name="connsiteY8" fmla="*/ 207524 h 6237198"/>
                <a:gd name="connsiteX9" fmla="*/ 5047322 w 5419760"/>
                <a:gd name="connsiteY9" fmla="*/ 148154 h 6237198"/>
                <a:gd name="connsiteX10" fmla="*/ 5072473 w 5419760"/>
                <a:gd name="connsiteY10" fmla="*/ 1002 h 6237198"/>
                <a:gd name="connsiteX11" fmla="*/ 5310910 w 5419760"/>
                <a:gd name="connsiteY11" fmla="*/ 261301 h 6237198"/>
                <a:gd name="connsiteX12" fmla="*/ 5310910 w 5419760"/>
                <a:gd name="connsiteY12" fmla="*/ 311603 h 6237198"/>
                <a:gd name="connsiteX13" fmla="*/ 5419760 w 5419760"/>
                <a:gd name="connsiteY13" fmla="*/ 311603 h 6237198"/>
                <a:gd name="connsiteX14" fmla="*/ 5419760 w 5419760"/>
                <a:gd name="connsiteY14" fmla="*/ 1051889 h 6237198"/>
                <a:gd name="connsiteX15" fmla="*/ 4679474 w 5419760"/>
                <a:gd name="connsiteY15" fmla="*/ 1051889 h 6237198"/>
                <a:gd name="connsiteX16" fmla="*/ 4679474 w 5419760"/>
                <a:gd name="connsiteY16" fmla="*/ 311603 h 6237198"/>
                <a:gd name="connsiteX17" fmla="*/ 4787895 w 5419760"/>
                <a:gd name="connsiteY17" fmla="*/ 311603 h 6237198"/>
                <a:gd name="connsiteX18" fmla="*/ 4787895 w 5419760"/>
                <a:gd name="connsiteY18" fmla="*/ 175429 h 6237198"/>
                <a:gd name="connsiteX19" fmla="*/ 4818251 w 5419760"/>
                <a:gd name="connsiteY19" fmla="*/ 105175 h 6237198"/>
                <a:gd name="connsiteX20" fmla="*/ 5072473 w 5419760"/>
                <a:gd name="connsiteY20" fmla="*/ 1002 h 623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19760" h="6237198">
                  <a:moveTo>
                    <a:pt x="0" y="5718775"/>
                  </a:moveTo>
                  <a:lnTo>
                    <a:pt x="518423" y="5718775"/>
                  </a:lnTo>
                  <a:lnTo>
                    <a:pt x="518423" y="6237198"/>
                  </a:lnTo>
                  <a:lnTo>
                    <a:pt x="0" y="6237198"/>
                  </a:lnTo>
                  <a:close/>
                  <a:moveTo>
                    <a:pt x="5047322" y="148154"/>
                  </a:moveTo>
                  <a:cubicBezTo>
                    <a:pt x="4985848" y="149221"/>
                    <a:pt x="4936211" y="199501"/>
                    <a:pt x="4936211" y="261301"/>
                  </a:cubicBezTo>
                  <a:lnTo>
                    <a:pt x="4936211" y="311603"/>
                  </a:lnTo>
                  <a:lnTo>
                    <a:pt x="5162594" y="311603"/>
                  </a:lnTo>
                  <a:lnTo>
                    <a:pt x="5162594" y="207524"/>
                  </a:lnTo>
                  <a:cubicBezTo>
                    <a:pt x="5125352" y="164589"/>
                    <a:pt x="5084206" y="147513"/>
                    <a:pt x="5047322" y="148154"/>
                  </a:cubicBezTo>
                  <a:close/>
                  <a:moveTo>
                    <a:pt x="5072473" y="1002"/>
                  </a:moveTo>
                  <a:cubicBezTo>
                    <a:pt x="5205880" y="12678"/>
                    <a:pt x="5310910" y="124961"/>
                    <a:pt x="5310910" y="261301"/>
                  </a:cubicBezTo>
                  <a:lnTo>
                    <a:pt x="5310910" y="311603"/>
                  </a:lnTo>
                  <a:lnTo>
                    <a:pt x="5419760" y="311603"/>
                  </a:lnTo>
                  <a:lnTo>
                    <a:pt x="5419760" y="1051889"/>
                  </a:lnTo>
                  <a:lnTo>
                    <a:pt x="4679474" y="1051889"/>
                  </a:lnTo>
                  <a:lnTo>
                    <a:pt x="4679474" y="311603"/>
                  </a:lnTo>
                  <a:lnTo>
                    <a:pt x="4787895" y="311603"/>
                  </a:lnTo>
                  <a:lnTo>
                    <a:pt x="4787895" y="175429"/>
                  </a:lnTo>
                  <a:cubicBezTo>
                    <a:pt x="4787895" y="148976"/>
                    <a:pt x="4799169" y="123820"/>
                    <a:pt x="4818251" y="105175"/>
                  </a:cubicBezTo>
                  <a:cubicBezTo>
                    <a:pt x="4902169" y="23209"/>
                    <a:pt x="4992429" y="-6004"/>
                    <a:pt x="5072473" y="1002"/>
                  </a:cubicBez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775" name="Group 2774">
            <a:extLst>
              <a:ext uri="{FF2B5EF4-FFF2-40B4-BE49-F238E27FC236}">
                <a16:creationId xmlns:a16="http://schemas.microsoft.com/office/drawing/2014/main" id="{4FF9B53B-3477-025E-310E-4AD2544B727B}"/>
              </a:ext>
              <a:ext uri="{C183D7F6-B498-43B3-948B-1728B52AA6E4}">
                <adec:decorative xmlns:adec="http://schemas.microsoft.com/office/drawing/2017/decorative" val="1"/>
              </a:ext>
            </a:extLst>
          </p:cNvPr>
          <p:cNvGrpSpPr>
            <a:grpSpLocks noChangeAspect="1"/>
          </p:cNvGrpSpPr>
          <p:nvPr/>
        </p:nvGrpSpPr>
        <p:grpSpPr>
          <a:xfrm>
            <a:off x="10896263" y="4343072"/>
            <a:ext cx="655975" cy="457200"/>
            <a:chOff x="10896263" y="4343072"/>
            <a:chExt cx="655975" cy="457200"/>
          </a:xfrm>
          <a:solidFill>
            <a:srgbClr val="FF0000"/>
          </a:solidFill>
        </p:grpSpPr>
        <p:sp>
          <p:nvSpPr>
            <p:cNvPr id="2300" name="Freeform: Shape 2299">
              <a:extLst>
                <a:ext uri="{FF2B5EF4-FFF2-40B4-BE49-F238E27FC236}">
                  <a16:creationId xmlns:a16="http://schemas.microsoft.com/office/drawing/2014/main" id="{3CEA154D-F079-720E-CE12-503C0ED6E1DC}"/>
                </a:ext>
                <a:ext uri="{C183D7F6-B498-43B3-948B-1728B52AA6E4}">
                  <adec:decorative xmlns:adec="http://schemas.microsoft.com/office/drawing/2017/decorative" val="1"/>
                </a:ext>
              </a:extLst>
            </p:cNvPr>
            <p:cNvSpPr/>
            <p:nvPr/>
          </p:nvSpPr>
          <p:spPr>
            <a:xfrm rot="5400000">
              <a:off x="10973172" y="4266163"/>
              <a:ext cx="457200" cy="611017"/>
            </a:xfrm>
            <a:custGeom>
              <a:avLst/>
              <a:gdLst>
                <a:gd name="connsiteX0" fmla="*/ 6192028 w 6857997"/>
                <a:gd name="connsiteY0" fmla="*/ 9165251 h 9165251"/>
                <a:gd name="connsiteX1" fmla="*/ 6192028 w 6857997"/>
                <a:gd name="connsiteY1" fmla="*/ 8499281 h 9165251"/>
                <a:gd name="connsiteX2" fmla="*/ 6857997 w 6857997"/>
                <a:gd name="connsiteY2" fmla="*/ 8499281 h 9165251"/>
                <a:gd name="connsiteX3" fmla="*/ 6857997 w 6857997"/>
                <a:gd name="connsiteY3" fmla="*/ 9165251 h 9165251"/>
                <a:gd name="connsiteX4" fmla="*/ 4519551 w 6857997"/>
                <a:gd name="connsiteY4" fmla="*/ 1768818 h 9165251"/>
                <a:gd name="connsiteX5" fmla="*/ 5196006 w 6857997"/>
                <a:gd name="connsiteY5" fmla="*/ 1768818 h 9165251"/>
                <a:gd name="connsiteX6" fmla="*/ 5196006 w 6857997"/>
                <a:gd name="connsiteY6" fmla="*/ 441363 h 9165251"/>
                <a:gd name="connsiteX7" fmla="*/ 4519551 w 6857997"/>
                <a:gd name="connsiteY7" fmla="*/ 441363 h 9165251"/>
                <a:gd name="connsiteX8" fmla="*/ 4519551 w 6857997"/>
                <a:gd name="connsiteY8" fmla="*/ 3317534 h 9165251"/>
                <a:gd name="connsiteX9" fmla="*/ 5196006 w 6857997"/>
                <a:gd name="connsiteY9" fmla="*/ 3317534 h 9165251"/>
                <a:gd name="connsiteX10" fmla="*/ 5196006 w 6857997"/>
                <a:gd name="connsiteY10" fmla="*/ 1990073 h 9165251"/>
                <a:gd name="connsiteX11" fmla="*/ 4519551 w 6857997"/>
                <a:gd name="connsiteY11" fmla="*/ 1990073 h 9165251"/>
                <a:gd name="connsiteX12" fmla="*/ 4519551 w 6857997"/>
                <a:gd name="connsiteY12" fmla="*/ 4866236 h 9165251"/>
                <a:gd name="connsiteX13" fmla="*/ 5196006 w 6857997"/>
                <a:gd name="connsiteY13" fmla="*/ 4866236 h 9165251"/>
                <a:gd name="connsiteX14" fmla="*/ 5196006 w 6857997"/>
                <a:gd name="connsiteY14" fmla="*/ 3538789 h 9165251"/>
                <a:gd name="connsiteX15" fmla="*/ 4519551 w 6857997"/>
                <a:gd name="connsiteY15" fmla="*/ 3538789 h 9165251"/>
                <a:gd name="connsiteX16" fmla="*/ 4519551 w 6857997"/>
                <a:gd name="connsiteY16" fmla="*/ 6414943 h 9165251"/>
                <a:gd name="connsiteX17" fmla="*/ 5196006 w 6857997"/>
                <a:gd name="connsiteY17" fmla="*/ 6414943 h 9165251"/>
                <a:gd name="connsiteX18" fmla="*/ 5196006 w 6857997"/>
                <a:gd name="connsiteY18" fmla="*/ 5087491 h 9165251"/>
                <a:gd name="connsiteX19" fmla="*/ 4519551 w 6857997"/>
                <a:gd name="connsiteY19" fmla="*/ 5087491 h 9165251"/>
                <a:gd name="connsiteX20" fmla="*/ 4519551 w 6857997"/>
                <a:gd name="connsiteY20" fmla="*/ 7963657 h 9165251"/>
                <a:gd name="connsiteX21" fmla="*/ 5196006 w 6857997"/>
                <a:gd name="connsiteY21" fmla="*/ 7963657 h 9165251"/>
                <a:gd name="connsiteX22" fmla="*/ 5196006 w 6857997"/>
                <a:gd name="connsiteY22" fmla="*/ 6636198 h 9165251"/>
                <a:gd name="connsiteX23" fmla="*/ 4519551 w 6857997"/>
                <a:gd name="connsiteY23" fmla="*/ 6636198 h 9165251"/>
                <a:gd name="connsiteX24" fmla="*/ 3649175 w 6857997"/>
                <a:gd name="connsiteY24" fmla="*/ 2539986 h 9165251"/>
                <a:gd name="connsiteX25" fmla="*/ 4298298 w 6857997"/>
                <a:gd name="connsiteY25" fmla="*/ 2539986 h 9165251"/>
                <a:gd name="connsiteX26" fmla="*/ 4298298 w 6857997"/>
                <a:gd name="connsiteY26" fmla="*/ 1209339 h 9165251"/>
                <a:gd name="connsiteX27" fmla="*/ 3649175 w 6857997"/>
                <a:gd name="connsiteY27" fmla="*/ 1209339 h 9165251"/>
                <a:gd name="connsiteX28" fmla="*/ 3649175 w 6857997"/>
                <a:gd name="connsiteY28" fmla="*/ 4091881 h 9165251"/>
                <a:gd name="connsiteX29" fmla="*/ 4298298 w 6857997"/>
                <a:gd name="connsiteY29" fmla="*/ 4091881 h 9165251"/>
                <a:gd name="connsiteX30" fmla="*/ 4298298 w 6857997"/>
                <a:gd name="connsiteY30" fmla="*/ 2761241 h 9165251"/>
                <a:gd name="connsiteX31" fmla="*/ 3649175 w 6857997"/>
                <a:gd name="connsiteY31" fmla="*/ 2761241 h 9165251"/>
                <a:gd name="connsiteX32" fmla="*/ 3649175 w 6857997"/>
                <a:gd name="connsiteY32" fmla="*/ 5643784 h 9165251"/>
                <a:gd name="connsiteX33" fmla="*/ 4298298 w 6857997"/>
                <a:gd name="connsiteY33" fmla="*/ 5643784 h 9165251"/>
                <a:gd name="connsiteX34" fmla="*/ 4298298 w 6857997"/>
                <a:gd name="connsiteY34" fmla="*/ 4313136 h 9165251"/>
                <a:gd name="connsiteX35" fmla="*/ 3649175 w 6857997"/>
                <a:gd name="connsiteY35" fmla="*/ 4313136 h 9165251"/>
                <a:gd name="connsiteX36" fmla="*/ 3649175 w 6857997"/>
                <a:gd name="connsiteY36" fmla="*/ 7195683 h 9165251"/>
                <a:gd name="connsiteX37" fmla="*/ 4298298 w 6857997"/>
                <a:gd name="connsiteY37" fmla="*/ 7195683 h 9165251"/>
                <a:gd name="connsiteX38" fmla="*/ 4298298 w 6857997"/>
                <a:gd name="connsiteY38" fmla="*/ 5865039 h 9165251"/>
                <a:gd name="connsiteX39" fmla="*/ 3649175 w 6857997"/>
                <a:gd name="connsiteY39" fmla="*/ 5865039 h 9165251"/>
                <a:gd name="connsiteX40" fmla="*/ 2769380 w 6857997"/>
                <a:gd name="connsiteY40" fmla="*/ 1768818 h 9165251"/>
                <a:gd name="connsiteX41" fmla="*/ 3427923 w 6857997"/>
                <a:gd name="connsiteY41" fmla="*/ 1768818 h 9165251"/>
                <a:gd name="connsiteX42" fmla="*/ 3427923 w 6857997"/>
                <a:gd name="connsiteY42" fmla="*/ 441363 h 9165251"/>
                <a:gd name="connsiteX43" fmla="*/ 2769380 w 6857997"/>
                <a:gd name="connsiteY43" fmla="*/ 441363 h 9165251"/>
                <a:gd name="connsiteX44" fmla="*/ 2769358 w 6857997"/>
                <a:gd name="connsiteY44" fmla="*/ 7963659 h 9165251"/>
                <a:gd name="connsiteX45" fmla="*/ 3427922 w 6857997"/>
                <a:gd name="connsiteY45" fmla="*/ 7963659 h 9165251"/>
                <a:gd name="connsiteX46" fmla="*/ 3427922 w 6857997"/>
                <a:gd name="connsiteY46" fmla="*/ 6636199 h 9165251"/>
                <a:gd name="connsiteX47" fmla="*/ 2769358 w 6857997"/>
                <a:gd name="connsiteY47" fmla="*/ 6636199 h 9165251"/>
                <a:gd name="connsiteX48" fmla="*/ 1863867 w 6857997"/>
                <a:gd name="connsiteY48" fmla="*/ 7416928 h 9165251"/>
                <a:gd name="connsiteX49" fmla="*/ 1863867 w 6857997"/>
                <a:gd name="connsiteY49" fmla="*/ 7195676 h 9165251"/>
                <a:gd name="connsiteX50" fmla="*/ 2548105 w 6857997"/>
                <a:gd name="connsiteY50" fmla="*/ 7195676 h 9165251"/>
                <a:gd name="connsiteX51" fmla="*/ 2548105 w 6857997"/>
                <a:gd name="connsiteY51" fmla="*/ 5541237 h 9165251"/>
                <a:gd name="connsiteX52" fmla="*/ 2769358 w 6857997"/>
                <a:gd name="connsiteY52" fmla="*/ 5541237 h 9165251"/>
                <a:gd name="connsiteX53" fmla="*/ 2769358 w 6857997"/>
                <a:gd name="connsiteY53" fmla="*/ 6414944 h 9165251"/>
                <a:gd name="connsiteX54" fmla="*/ 3427923 w 6857997"/>
                <a:gd name="connsiteY54" fmla="*/ 6414944 h 9165251"/>
                <a:gd name="connsiteX55" fmla="*/ 3427923 w 6857997"/>
                <a:gd name="connsiteY55" fmla="*/ 5087465 h 9165251"/>
                <a:gd name="connsiteX56" fmla="*/ 3077564 w 6857997"/>
                <a:gd name="connsiteY56" fmla="*/ 5087465 h 9165251"/>
                <a:gd name="connsiteX57" fmla="*/ 3077564 w 6857997"/>
                <a:gd name="connsiteY57" fmla="*/ 4866215 h 9165251"/>
                <a:gd name="connsiteX58" fmla="*/ 3427923 w 6857997"/>
                <a:gd name="connsiteY58" fmla="*/ 4866215 h 9165251"/>
                <a:gd name="connsiteX59" fmla="*/ 3427923 w 6857997"/>
                <a:gd name="connsiteY59" fmla="*/ 3538758 h 9165251"/>
                <a:gd name="connsiteX60" fmla="*/ 3077567 w 6857997"/>
                <a:gd name="connsiteY60" fmla="*/ 3538758 h 9165251"/>
                <a:gd name="connsiteX61" fmla="*/ 3077567 w 6857997"/>
                <a:gd name="connsiteY61" fmla="*/ 3317508 h 9165251"/>
                <a:gd name="connsiteX62" fmla="*/ 3427923 w 6857997"/>
                <a:gd name="connsiteY62" fmla="*/ 3317508 h 9165251"/>
                <a:gd name="connsiteX63" fmla="*/ 3427923 w 6857997"/>
                <a:gd name="connsiteY63" fmla="*/ 1990073 h 9165251"/>
                <a:gd name="connsiteX64" fmla="*/ 2769380 w 6857997"/>
                <a:gd name="connsiteY64" fmla="*/ 1990073 h 9165251"/>
                <a:gd name="connsiteX65" fmla="*/ 2769380 w 6857997"/>
                <a:gd name="connsiteY65" fmla="*/ 2863760 h 9165251"/>
                <a:gd name="connsiteX66" fmla="*/ 2548127 w 6857997"/>
                <a:gd name="connsiteY66" fmla="*/ 2863760 h 9165251"/>
                <a:gd name="connsiteX67" fmla="*/ 2548127 w 6857997"/>
                <a:gd name="connsiteY67" fmla="*/ 1209340 h 9165251"/>
                <a:gd name="connsiteX68" fmla="*/ 1863876 w 6857997"/>
                <a:gd name="connsiteY68" fmla="*/ 1209340 h 9165251"/>
                <a:gd name="connsiteX69" fmla="*/ 1863876 w 6857997"/>
                <a:gd name="connsiteY69" fmla="*/ 988088 h 9165251"/>
                <a:gd name="connsiteX70" fmla="*/ 2548127 w 6857997"/>
                <a:gd name="connsiteY70" fmla="*/ 988088 h 9165251"/>
                <a:gd name="connsiteX71" fmla="*/ 2548127 w 6857997"/>
                <a:gd name="connsiteY71" fmla="*/ 0 h 9165251"/>
                <a:gd name="connsiteX72" fmla="*/ 2769380 w 6857997"/>
                <a:gd name="connsiteY72" fmla="*/ 0 h 9165251"/>
                <a:gd name="connsiteX73" fmla="*/ 2769380 w 6857997"/>
                <a:gd name="connsiteY73" fmla="*/ 220108 h 9165251"/>
                <a:gd name="connsiteX74" fmla="*/ 3427923 w 6857997"/>
                <a:gd name="connsiteY74" fmla="*/ 220108 h 9165251"/>
                <a:gd name="connsiteX75" fmla="*/ 3427923 w 6857997"/>
                <a:gd name="connsiteY75" fmla="*/ 22 h 9165251"/>
                <a:gd name="connsiteX76" fmla="*/ 3649175 w 6857997"/>
                <a:gd name="connsiteY76" fmla="*/ 22 h 9165251"/>
                <a:gd name="connsiteX77" fmla="*/ 3649175 w 6857997"/>
                <a:gd name="connsiteY77" fmla="*/ 988084 h 9165251"/>
                <a:gd name="connsiteX78" fmla="*/ 4298298 w 6857997"/>
                <a:gd name="connsiteY78" fmla="*/ 988084 h 9165251"/>
                <a:gd name="connsiteX79" fmla="*/ 4298298 w 6857997"/>
                <a:gd name="connsiteY79" fmla="*/ 22 h 9165251"/>
                <a:gd name="connsiteX80" fmla="*/ 4519551 w 6857997"/>
                <a:gd name="connsiteY80" fmla="*/ 22 h 9165251"/>
                <a:gd name="connsiteX81" fmla="*/ 4519551 w 6857997"/>
                <a:gd name="connsiteY81" fmla="*/ 220108 h 9165251"/>
                <a:gd name="connsiteX82" fmla="*/ 5196006 w 6857997"/>
                <a:gd name="connsiteY82" fmla="*/ 220108 h 9165251"/>
                <a:gd name="connsiteX83" fmla="*/ 5196006 w 6857997"/>
                <a:gd name="connsiteY83" fmla="*/ 22 h 9165251"/>
                <a:gd name="connsiteX84" fmla="*/ 5417259 w 6857997"/>
                <a:gd name="connsiteY84" fmla="*/ 22 h 9165251"/>
                <a:gd name="connsiteX85" fmla="*/ 5417259 w 6857997"/>
                <a:gd name="connsiteY85" fmla="*/ 988088 h 9165251"/>
                <a:gd name="connsiteX86" fmla="*/ 6082214 w 6857997"/>
                <a:gd name="connsiteY86" fmla="*/ 988088 h 9165251"/>
                <a:gd name="connsiteX87" fmla="*/ 6082214 w 6857997"/>
                <a:gd name="connsiteY87" fmla="*/ 1209340 h 9165251"/>
                <a:gd name="connsiteX88" fmla="*/ 5417259 w 6857997"/>
                <a:gd name="connsiteY88" fmla="*/ 1209340 h 9165251"/>
                <a:gd name="connsiteX89" fmla="*/ 5417259 w 6857997"/>
                <a:gd name="connsiteY89" fmla="*/ 2539987 h 9165251"/>
                <a:gd name="connsiteX90" fmla="*/ 6082209 w 6857997"/>
                <a:gd name="connsiteY90" fmla="*/ 2539987 h 9165251"/>
                <a:gd name="connsiteX91" fmla="*/ 6082208 w 6857997"/>
                <a:gd name="connsiteY91" fmla="*/ 2761238 h 9165251"/>
                <a:gd name="connsiteX92" fmla="*/ 5417259 w 6857997"/>
                <a:gd name="connsiteY92" fmla="*/ 2761238 h 9165251"/>
                <a:gd name="connsiteX93" fmla="*/ 5417259 w 6857997"/>
                <a:gd name="connsiteY93" fmla="*/ 4091883 h 9165251"/>
                <a:gd name="connsiteX94" fmla="*/ 6082208 w 6857997"/>
                <a:gd name="connsiteY94" fmla="*/ 4091883 h 9165251"/>
                <a:gd name="connsiteX95" fmla="*/ 6082208 w 6857997"/>
                <a:gd name="connsiteY95" fmla="*/ 4313134 h 9165251"/>
                <a:gd name="connsiteX96" fmla="*/ 5417259 w 6857997"/>
                <a:gd name="connsiteY96" fmla="*/ 4313134 h 9165251"/>
                <a:gd name="connsiteX97" fmla="*/ 5417259 w 6857997"/>
                <a:gd name="connsiteY97" fmla="*/ 5643778 h 9165251"/>
                <a:gd name="connsiteX98" fmla="*/ 6082208 w 6857997"/>
                <a:gd name="connsiteY98" fmla="*/ 5643778 h 9165251"/>
                <a:gd name="connsiteX99" fmla="*/ 6082208 w 6857997"/>
                <a:gd name="connsiteY99" fmla="*/ 5865029 h 9165251"/>
                <a:gd name="connsiteX100" fmla="*/ 5417259 w 6857997"/>
                <a:gd name="connsiteY100" fmla="*/ 5865029 h 9165251"/>
                <a:gd name="connsiteX101" fmla="*/ 5417259 w 6857997"/>
                <a:gd name="connsiteY101" fmla="*/ 7195675 h 9165251"/>
                <a:gd name="connsiteX102" fmla="*/ 6082204 w 6857997"/>
                <a:gd name="connsiteY102" fmla="*/ 7195675 h 9165251"/>
                <a:gd name="connsiteX103" fmla="*/ 6082204 w 6857997"/>
                <a:gd name="connsiteY103" fmla="*/ 7416925 h 9165251"/>
                <a:gd name="connsiteX104" fmla="*/ 5417259 w 6857997"/>
                <a:gd name="connsiteY104" fmla="*/ 7416925 h 9165251"/>
                <a:gd name="connsiteX105" fmla="*/ 5417259 w 6857997"/>
                <a:gd name="connsiteY105" fmla="*/ 8404983 h 9165251"/>
                <a:gd name="connsiteX106" fmla="*/ 5196006 w 6857997"/>
                <a:gd name="connsiteY106" fmla="*/ 8404983 h 9165251"/>
                <a:gd name="connsiteX107" fmla="*/ 5196006 w 6857997"/>
                <a:gd name="connsiteY107" fmla="*/ 8184912 h 9165251"/>
                <a:gd name="connsiteX108" fmla="*/ 4519551 w 6857997"/>
                <a:gd name="connsiteY108" fmla="*/ 8184912 h 9165251"/>
                <a:gd name="connsiteX109" fmla="*/ 4519551 w 6857997"/>
                <a:gd name="connsiteY109" fmla="*/ 8404983 h 9165251"/>
                <a:gd name="connsiteX110" fmla="*/ 4298298 w 6857997"/>
                <a:gd name="connsiteY110" fmla="*/ 8404983 h 9165251"/>
                <a:gd name="connsiteX111" fmla="*/ 4298298 w 6857997"/>
                <a:gd name="connsiteY111" fmla="*/ 7416938 h 9165251"/>
                <a:gd name="connsiteX112" fmla="*/ 3649175 w 6857997"/>
                <a:gd name="connsiteY112" fmla="*/ 7416938 h 9165251"/>
                <a:gd name="connsiteX113" fmla="*/ 3649175 w 6857997"/>
                <a:gd name="connsiteY113" fmla="*/ 8404984 h 9165251"/>
                <a:gd name="connsiteX114" fmla="*/ 3427922 w 6857997"/>
                <a:gd name="connsiteY114" fmla="*/ 8404984 h 9165251"/>
                <a:gd name="connsiteX115" fmla="*/ 3427922 w 6857997"/>
                <a:gd name="connsiteY115" fmla="*/ 8184913 h 9165251"/>
                <a:gd name="connsiteX116" fmla="*/ 2769358 w 6857997"/>
                <a:gd name="connsiteY116" fmla="*/ 8184913 h 9165251"/>
                <a:gd name="connsiteX117" fmla="*/ 2769358 w 6857997"/>
                <a:gd name="connsiteY117" fmla="*/ 8404997 h 9165251"/>
                <a:gd name="connsiteX118" fmla="*/ 2548105 w 6857997"/>
                <a:gd name="connsiteY118" fmla="*/ 8404997 h 9165251"/>
                <a:gd name="connsiteX119" fmla="*/ 2548105 w 6857997"/>
                <a:gd name="connsiteY119" fmla="*/ 7416928 h 9165251"/>
                <a:gd name="connsiteX120" fmla="*/ 359562 w 6857997"/>
                <a:gd name="connsiteY120" fmla="*/ 5265948 h 9165251"/>
                <a:gd name="connsiteX121" fmla="*/ 1668699 w 6857997"/>
                <a:gd name="connsiteY121" fmla="*/ 5265948 h 9165251"/>
                <a:gd name="connsiteX122" fmla="*/ 2440148 w 6857997"/>
                <a:gd name="connsiteY122" fmla="*/ 4834022 h 9165251"/>
                <a:gd name="connsiteX123" fmla="*/ 2827543 w 6857997"/>
                <a:gd name="connsiteY123" fmla="*/ 4202834 h 9165251"/>
                <a:gd name="connsiteX124" fmla="*/ 2442929 w 6857997"/>
                <a:gd name="connsiteY124" fmla="*/ 3591684 h 9165251"/>
                <a:gd name="connsiteX125" fmla="*/ 1676489 w 6857997"/>
                <a:gd name="connsiteY125" fmla="*/ 3168658 h 9165251"/>
                <a:gd name="connsiteX126" fmla="*/ 359562 w 6857997"/>
                <a:gd name="connsiteY126" fmla="*/ 3168658 h 9165251"/>
                <a:gd name="connsiteX127" fmla="*/ 0 w 6857997"/>
                <a:gd name="connsiteY127" fmla="*/ 5634423 h 9165251"/>
                <a:gd name="connsiteX128" fmla="*/ 0 w 6857997"/>
                <a:gd name="connsiteY128" fmla="*/ 2800188 h 9165251"/>
                <a:gd name="connsiteX129" fmla="*/ 1672591 w 6857997"/>
                <a:gd name="connsiteY129" fmla="*/ 2800188 h 9165251"/>
                <a:gd name="connsiteX130" fmla="*/ 2756853 w 6857997"/>
                <a:gd name="connsiteY130" fmla="*/ 3399096 h 9165251"/>
                <a:gd name="connsiteX131" fmla="*/ 3261693 w 6857997"/>
                <a:gd name="connsiteY131" fmla="*/ 4201163 h 9165251"/>
                <a:gd name="connsiteX132" fmla="*/ 2756298 w 6857997"/>
                <a:gd name="connsiteY132" fmla="*/ 5023829 h 9165251"/>
                <a:gd name="connsiteX133" fmla="*/ 1664801 w 6857997"/>
                <a:gd name="connsiteY133" fmla="*/ 5634423 h 916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7997" h="9165251">
                  <a:moveTo>
                    <a:pt x="6192028" y="9165251"/>
                  </a:moveTo>
                  <a:lnTo>
                    <a:pt x="6192028" y="8499281"/>
                  </a:lnTo>
                  <a:lnTo>
                    <a:pt x="6857997" y="8499281"/>
                  </a:lnTo>
                  <a:lnTo>
                    <a:pt x="6857997" y="9165251"/>
                  </a:lnTo>
                  <a:close/>
                  <a:moveTo>
                    <a:pt x="4519551" y="1768818"/>
                  </a:moveTo>
                  <a:lnTo>
                    <a:pt x="5196006" y="1768818"/>
                  </a:lnTo>
                  <a:lnTo>
                    <a:pt x="5196006" y="441363"/>
                  </a:lnTo>
                  <a:lnTo>
                    <a:pt x="4519551" y="441363"/>
                  </a:lnTo>
                  <a:close/>
                  <a:moveTo>
                    <a:pt x="4519551" y="3317534"/>
                  </a:moveTo>
                  <a:lnTo>
                    <a:pt x="5196006" y="3317534"/>
                  </a:lnTo>
                  <a:lnTo>
                    <a:pt x="5196006" y="1990073"/>
                  </a:lnTo>
                  <a:lnTo>
                    <a:pt x="4519551" y="1990073"/>
                  </a:lnTo>
                  <a:close/>
                  <a:moveTo>
                    <a:pt x="4519551" y="4866236"/>
                  </a:moveTo>
                  <a:lnTo>
                    <a:pt x="5196006" y="4866236"/>
                  </a:lnTo>
                  <a:lnTo>
                    <a:pt x="5196006" y="3538789"/>
                  </a:lnTo>
                  <a:lnTo>
                    <a:pt x="4519551" y="3538789"/>
                  </a:lnTo>
                  <a:close/>
                  <a:moveTo>
                    <a:pt x="4519551" y="6414943"/>
                  </a:moveTo>
                  <a:lnTo>
                    <a:pt x="5196006" y="6414943"/>
                  </a:lnTo>
                  <a:lnTo>
                    <a:pt x="5196006" y="5087491"/>
                  </a:lnTo>
                  <a:lnTo>
                    <a:pt x="4519551" y="5087491"/>
                  </a:lnTo>
                  <a:close/>
                  <a:moveTo>
                    <a:pt x="4519551" y="7963657"/>
                  </a:moveTo>
                  <a:lnTo>
                    <a:pt x="5196006" y="7963657"/>
                  </a:lnTo>
                  <a:lnTo>
                    <a:pt x="5196006" y="6636198"/>
                  </a:lnTo>
                  <a:lnTo>
                    <a:pt x="4519551" y="6636198"/>
                  </a:lnTo>
                  <a:close/>
                  <a:moveTo>
                    <a:pt x="3649175" y="2539986"/>
                  </a:moveTo>
                  <a:lnTo>
                    <a:pt x="4298298" y="2539986"/>
                  </a:lnTo>
                  <a:lnTo>
                    <a:pt x="4298298" y="1209339"/>
                  </a:lnTo>
                  <a:lnTo>
                    <a:pt x="3649175" y="1209339"/>
                  </a:lnTo>
                  <a:close/>
                  <a:moveTo>
                    <a:pt x="3649175" y="4091881"/>
                  </a:moveTo>
                  <a:lnTo>
                    <a:pt x="4298298" y="4091881"/>
                  </a:lnTo>
                  <a:lnTo>
                    <a:pt x="4298298" y="2761241"/>
                  </a:lnTo>
                  <a:lnTo>
                    <a:pt x="3649175" y="2761241"/>
                  </a:lnTo>
                  <a:close/>
                  <a:moveTo>
                    <a:pt x="3649175" y="5643784"/>
                  </a:moveTo>
                  <a:lnTo>
                    <a:pt x="4298298" y="5643784"/>
                  </a:lnTo>
                  <a:lnTo>
                    <a:pt x="4298298" y="4313136"/>
                  </a:lnTo>
                  <a:lnTo>
                    <a:pt x="3649175" y="4313136"/>
                  </a:lnTo>
                  <a:close/>
                  <a:moveTo>
                    <a:pt x="3649175" y="7195683"/>
                  </a:moveTo>
                  <a:lnTo>
                    <a:pt x="4298298" y="7195683"/>
                  </a:lnTo>
                  <a:lnTo>
                    <a:pt x="4298298" y="5865039"/>
                  </a:lnTo>
                  <a:lnTo>
                    <a:pt x="3649175" y="5865039"/>
                  </a:lnTo>
                  <a:close/>
                  <a:moveTo>
                    <a:pt x="2769380" y="1768818"/>
                  </a:moveTo>
                  <a:lnTo>
                    <a:pt x="3427923" y="1768818"/>
                  </a:lnTo>
                  <a:lnTo>
                    <a:pt x="3427923" y="441363"/>
                  </a:lnTo>
                  <a:lnTo>
                    <a:pt x="2769380" y="441363"/>
                  </a:lnTo>
                  <a:close/>
                  <a:moveTo>
                    <a:pt x="2769358" y="7963659"/>
                  </a:moveTo>
                  <a:lnTo>
                    <a:pt x="3427922" y="7963659"/>
                  </a:lnTo>
                  <a:lnTo>
                    <a:pt x="3427922" y="6636199"/>
                  </a:lnTo>
                  <a:lnTo>
                    <a:pt x="2769358" y="6636199"/>
                  </a:lnTo>
                  <a:close/>
                  <a:moveTo>
                    <a:pt x="1863867" y="7416928"/>
                  </a:moveTo>
                  <a:lnTo>
                    <a:pt x="1863867" y="7195676"/>
                  </a:lnTo>
                  <a:lnTo>
                    <a:pt x="2548105" y="7195676"/>
                  </a:lnTo>
                  <a:lnTo>
                    <a:pt x="2548105" y="5541237"/>
                  </a:lnTo>
                  <a:lnTo>
                    <a:pt x="2769358" y="5541237"/>
                  </a:lnTo>
                  <a:lnTo>
                    <a:pt x="2769358" y="6414944"/>
                  </a:lnTo>
                  <a:lnTo>
                    <a:pt x="3427923" y="6414944"/>
                  </a:lnTo>
                  <a:lnTo>
                    <a:pt x="3427923" y="5087465"/>
                  </a:lnTo>
                  <a:lnTo>
                    <a:pt x="3077564" y="5087465"/>
                  </a:lnTo>
                  <a:lnTo>
                    <a:pt x="3077564" y="4866215"/>
                  </a:lnTo>
                  <a:lnTo>
                    <a:pt x="3427923" y="4866215"/>
                  </a:lnTo>
                  <a:lnTo>
                    <a:pt x="3427923" y="3538758"/>
                  </a:lnTo>
                  <a:lnTo>
                    <a:pt x="3077567" y="3538758"/>
                  </a:lnTo>
                  <a:lnTo>
                    <a:pt x="3077567" y="3317508"/>
                  </a:lnTo>
                  <a:lnTo>
                    <a:pt x="3427923" y="3317508"/>
                  </a:lnTo>
                  <a:lnTo>
                    <a:pt x="3427923" y="1990073"/>
                  </a:lnTo>
                  <a:lnTo>
                    <a:pt x="2769380" y="1990073"/>
                  </a:lnTo>
                  <a:lnTo>
                    <a:pt x="2769380" y="2863760"/>
                  </a:lnTo>
                  <a:lnTo>
                    <a:pt x="2548127" y="2863760"/>
                  </a:lnTo>
                  <a:lnTo>
                    <a:pt x="2548127" y="1209340"/>
                  </a:lnTo>
                  <a:lnTo>
                    <a:pt x="1863876" y="1209340"/>
                  </a:lnTo>
                  <a:lnTo>
                    <a:pt x="1863876" y="988088"/>
                  </a:lnTo>
                  <a:lnTo>
                    <a:pt x="2548127" y="988088"/>
                  </a:lnTo>
                  <a:lnTo>
                    <a:pt x="2548127" y="0"/>
                  </a:lnTo>
                  <a:lnTo>
                    <a:pt x="2769380" y="0"/>
                  </a:lnTo>
                  <a:lnTo>
                    <a:pt x="2769380" y="220108"/>
                  </a:lnTo>
                  <a:lnTo>
                    <a:pt x="3427923" y="220108"/>
                  </a:lnTo>
                  <a:lnTo>
                    <a:pt x="3427923" y="22"/>
                  </a:lnTo>
                  <a:lnTo>
                    <a:pt x="3649175" y="22"/>
                  </a:lnTo>
                  <a:lnTo>
                    <a:pt x="3649175" y="988084"/>
                  </a:lnTo>
                  <a:lnTo>
                    <a:pt x="4298298" y="988084"/>
                  </a:lnTo>
                  <a:lnTo>
                    <a:pt x="4298298" y="22"/>
                  </a:lnTo>
                  <a:lnTo>
                    <a:pt x="4519551" y="22"/>
                  </a:lnTo>
                  <a:lnTo>
                    <a:pt x="4519551" y="220108"/>
                  </a:lnTo>
                  <a:lnTo>
                    <a:pt x="5196006" y="220108"/>
                  </a:lnTo>
                  <a:lnTo>
                    <a:pt x="5196006" y="22"/>
                  </a:lnTo>
                  <a:lnTo>
                    <a:pt x="5417259" y="22"/>
                  </a:lnTo>
                  <a:lnTo>
                    <a:pt x="5417259" y="988088"/>
                  </a:lnTo>
                  <a:lnTo>
                    <a:pt x="6082214" y="988088"/>
                  </a:lnTo>
                  <a:lnTo>
                    <a:pt x="6082214" y="1209340"/>
                  </a:lnTo>
                  <a:lnTo>
                    <a:pt x="5417259" y="1209340"/>
                  </a:lnTo>
                  <a:lnTo>
                    <a:pt x="5417259" y="2539987"/>
                  </a:lnTo>
                  <a:lnTo>
                    <a:pt x="6082209" y="2539987"/>
                  </a:lnTo>
                  <a:lnTo>
                    <a:pt x="6082208" y="2761238"/>
                  </a:lnTo>
                  <a:lnTo>
                    <a:pt x="5417259" y="2761238"/>
                  </a:lnTo>
                  <a:lnTo>
                    <a:pt x="5417259" y="4091883"/>
                  </a:lnTo>
                  <a:lnTo>
                    <a:pt x="6082208" y="4091883"/>
                  </a:lnTo>
                  <a:lnTo>
                    <a:pt x="6082208" y="4313134"/>
                  </a:lnTo>
                  <a:lnTo>
                    <a:pt x="5417259" y="4313134"/>
                  </a:lnTo>
                  <a:lnTo>
                    <a:pt x="5417259" y="5643778"/>
                  </a:lnTo>
                  <a:lnTo>
                    <a:pt x="6082208" y="5643778"/>
                  </a:lnTo>
                  <a:lnTo>
                    <a:pt x="6082208" y="5865029"/>
                  </a:lnTo>
                  <a:lnTo>
                    <a:pt x="5417259" y="5865029"/>
                  </a:lnTo>
                  <a:lnTo>
                    <a:pt x="5417259" y="7195675"/>
                  </a:lnTo>
                  <a:lnTo>
                    <a:pt x="6082204" y="7195675"/>
                  </a:lnTo>
                  <a:lnTo>
                    <a:pt x="6082204" y="7416925"/>
                  </a:lnTo>
                  <a:lnTo>
                    <a:pt x="5417259" y="7416925"/>
                  </a:lnTo>
                  <a:lnTo>
                    <a:pt x="5417259" y="8404983"/>
                  </a:lnTo>
                  <a:lnTo>
                    <a:pt x="5196006" y="8404983"/>
                  </a:lnTo>
                  <a:lnTo>
                    <a:pt x="5196006" y="8184912"/>
                  </a:lnTo>
                  <a:lnTo>
                    <a:pt x="4519551" y="8184912"/>
                  </a:lnTo>
                  <a:lnTo>
                    <a:pt x="4519551" y="8404983"/>
                  </a:lnTo>
                  <a:lnTo>
                    <a:pt x="4298298" y="8404983"/>
                  </a:lnTo>
                  <a:lnTo>
                    <a:pt x="4298298" y="7416938"/>
                  </a:lnTo>
                  <a:lnTo>
                    <a:pt x="3649175" y="7416938"/>
                  </a:lnTo>
                  <a:lnTo>
                    <a:pt x="3649175" y="8404984"/>
                  </a:lnTo>
                  <a:lnTo>
                    <a:pt x="3427922" y="8404984"/>
                  </a:lnTo>
                  <a:lnTo>
                    <a:pt x="3427922" y="8184913"/>
                  </a:lnTo>
                  <a:lnTo>
                    <a:pt x="2769358" y="8184913"/>
                  </a:lnTo>
                  <a:lnTo>
                    <a:pt x="2769358" y="8404997"/>
                  </a:lnTo>
                  <a:lnTo>
                    <a:pt x="2548105" y="8404997"/>
                  </a:lnTo>
                  <a:lnTo>
                    <a:pt x="2548105" y="7416928"/>
                  </a:lnTo>
                  <a:close/>
                  <a:moveTo>
                    <a:pt x="359562" y="5265948"/>
                  </a:moveTo>
                  <a:lnTo>
                    <a:pt x="1668699" y="5265948"/>
                  </a:lnTo>
                  <a:cubicBezTo>
                    <a:pt x="1980952" y="5265948"/>
                    <a:pt x="2277064" y="5100637"/>
                    <a:pt x="2440148" y="4834022"/>
                  </a:cubicBezTo>
                  <a:lnTo>
                    <a:pt x="2827543" y="4202834"/>
                  </a:lnTo>
                  <a:lnTo>
                    <a:pt x="2442929" y="3591684"/>
                  </a:lnTo>
                  <a:cubicBezTo>
                    <a:pt x="2275950" y="3326734"/>
                    <a:pt x="1989858" y="3168658"/>
                    <a:pt x="1676489" y="3168658"/>
                  </a:cubicBezTo>
                  <a:lnTo>
                    <a:pt x="359562" y="3168658"/>
                  </a:lnTo>
                  <a:close/>
                  <a:moveTo>
                    <a:pt x="0" y="5634423"/>
                  </a:moveTo>
                  <a:lnTo>
                    <a:pt x="0" y="2800188"/>
                  </a:lnTo>
                  <a:lnTo>
                    <a:pt x="1672591" y="2800188"/>
                  </a:lnTo>
                  <a:cubicBezTo>
                    <a:pt x="2115647" y="2800188"/>
                    <a:pt x="2520855" y="3023940"/>
                    <a:pt x="2756853" y="3399096"/>
                  </a:cubicBezTo>
                  <a:lnTo>
                    <a:pt x="3261693" y="4201163"/>
                  </a:lnTo>
                  <a:lnTo>
                    <a:pt x="2756298" y="5023829"/>
                  </a:lnTo>
                  <a:cubicBezTo>
                    <a:pt x="2524753" y="5400649"/>
                    <a:pt x="2106741" y="5634423"/>
                    <a:pt x="1664801" y="5634423"/>
                  </a:cubicBezTo>
                  <a:close/>
                </a:path>
              </a:pathLst>
            </a:custGeom>
            <a:solidFill>
              <a:schemeClr val="accent1"/>
            </a:solidFill>
            <a:ln w="9525" cap="flat">
              <a:noFill/>
              <a:prstDash val="solid"/>
              <a:miter/>
            </a:ln>
          </p:spPr>
          <p:txBody>
            <a:bodyPr wrap="square" rtlCol="0" anchor="ctr">
              <a:noAutofit/>
            </a:bodyPr>
            <a:lstStyle/>
            <a:p>
              <a:endParaRPr lang="en-US"/>
            </a:p>
          </p:txBody>
        </p:sp>
        <p:sp>
          <p:nvSpPr>
            <p:cNvPr id="2301" name="Freeform: Shape 2300">
              <a:extLst>
                <a:ext uri="{FF2B5EF4-FFF2-40B4-BE49-F238E27FC236}">
                  <a16:creationId xmlns:a16="http://schemas.microsoft.com/office/drawing/2014/main" id="{D3935B34-304D-0BFD-9935-4D497E09C7ED}"/>
                </a:ext>
                <a:ext uri="{C183D7F6-B498-43B3-948B-1728B52AA6E4}">
                  <adec:decorative xmlns:adec="http://schemas.microsoft.com/office/drawing/2017/decorative" val="1"/>
                </a:ext>
              </a:extLst>
            </p:cNvPr>
            <p:cNvSpPr/>
            <p:nvPr/>
          </p:nvSpPr>
          <p:spPr>
            <a:xfrm flipH="1">
              <a:off x="10904122" y="4393166"/>
              <a:ext cx="648116" cy="398048"/>
            </a:xfrm>
            <a:custGeom>
              <a:avLst/>
              <a:gdLst>
                <a:gd name="connsiteX0" fmla="*/ 9274639 w 9721741"/>
                <a:gd name="connsiteY0" fmla="*/ 483876 h 5970723"/>
                <a:gd name="connsiteX1" fmla="*/ 6545385 w 9721741"/>
                <a:gd name="connsiteY1" fmla="*/ 483876 h 5970723"/>
                <a:gd name="connsiteX2" fmla="*/ 6545385 w 9721741"/>
                <a:gd name="connsiteY2" fmla="*/ 924906 h 5970723"/>
                <a:gd name="connsiteX3" fmla="*/ 9280699 w 9721741"/>
                <a:gd name="connsiteY3" fmla="*/ 924906 h 5970723"/>
                <a:gd name="connsiteX4" fmla="*/ 9280699 w 9721741"/>
                <a:gd name="connsiteY4" fmla="*/ 1729526 h 5970723"/>
                <a:gd name="connsiteX5" fmla="*/ 9280681 w 9721741"/>
                <a:gd name="connsiteY5" fmla="*/ 1729526 h 5970723"/>
                <a:gd name="connsiteX6" fmla="*/ 9280681 w 9721741"/>
                <a:gd name="connsiteY6" fmla="*/ 3058335 h 5970723"/>
                <a:gd name="connsiteX7" fmla="*/ 9280681 w 9721741"/>
                <a:gd name="connsiteY7" fmla="*/ 3058335 h 5970723"/>
                <a:gd name="connsiteX8" fmla="*/ 9280681 w 9721741"/>
                <a:gd name="connsiteY8" fmla="*/ 5161134 h 5970723"/>
                <a:gd name="connsiteX9" fmla="*/ 9721711 w 9721741"/>
                <a:gd name="connsiteY9" fmla="*/ 5161134 h 5970723"/>
                <a:gd name="connsiteX10" fmla="*/ 9721711 w 9721741"/>
                <a:gd name="connsiteY10" fmla="*/ 2751836 h 5970723"/>
                <a:gd name="connsiteX11" fmla="*/ 9721711 w 9721741"/>
                <a:gd name="connsiteY11" fmla="*/ 2751836 h 5970723"/>
                <a:gd name="connsiteX12" fmla="*/ 9721711 w 9721741"/>
                <a:gd name="connsiteY12" fmla="*/ 2340838 h 5970723"/>
                <a:gd name="connsiteX13" fmla="*/ 9721722 w 9721741"/>
                <a:gd name="connsiteY13" fmla="*/ 2340838 h 5970723"/>
                <a:gd name="connsiteX14" fmla="*/ 9721722 w 9721741"/>
                <a:gd name="connsiteY14" fmla="*/ 924354 h 5970723"/>
                <a:gd name="connsiteX15" fmla="*/ 9603210 w 9721741"/>
                <a:gd name="connsiteY15" fmla="*/ 603512 h 5970723"/>
                <a:gd name="connsiteX16" fmla="*/ 9274639 w 9721741"/>
                <a:gd name="connsiteY16" fmla="*/ 483876 h 5970723"/>
                <a:gd name="connsiteX17" fmla="*/ 3209349 w 9721741"/>
                <a:gd name="connsiteY17" fmla="*/ 483863 h 5970723"/>
                <a:gd name="connsiteX18" fmla="*/ 2 w 9721741"/>
                <a:gd name="connsiteY18" fmla="*/ 483863 h 5970723"/>
                <a:gd name="connsiteX19" fmla="*/ 2 w 9721741"/>
                <a:gd name="connsiteY19" fmla="*/ 924893 h 5970723"/>
                <a:gd name="connsiteX20" fmla="*/ 13 w 9721741"/>
                <a:gd name="connsiteY20" fmla="*/ 924893 h 5970723"/>
                <a:gd name="connsiteX21" fmla="*/ 13 w 9721741"/>
                <a:gd name="connsiteY21" fmla="*/ 3309073 h 5970723"/>
                <a:gd name="connsiteX22" fmla="*/ 19 w 9721741"/>
                <a:gd name="connsiteY22" fmla="*/ 3309073 h 5970723"/>
                <a:gd name="connsiteX23" fmla="*/ 19 w 9721741"/>
                <a:gd name="connsiteY23" fmla="*/ 5530228 h 5970723"/>
                <a:gd name="connsiteX24" fmla="*/ 118535 w 9721741"/>
                <a:gd name="connsiteY24" fmla="*/ 5851065 h 5970723"/>
                <a:gd name="connsiteX25" fmla="*/ 447104 w 9721741"/>
                <a:gd name="connsiteY25" fmla="*/ 5970704 h 5970723"/>
                <a:gd name="connsiteX26" fmla="*/ 1064291 w 9721741"/>
                <a:gd name="connsiteY26" fmla="*/ 5970704 h 5970723"/>
                <a:gd name="connsiteX27" fmla="*/ 1064291 w 9721741"/>
                <a:gd name="connsiteY27" fmla="*/ 5970723 h 5970723"/>
                <a:gd name="connsiteX28" fmla="*/ 8881907 w 9721741"/>
                <a:gd name="connsiteY28" fmla="*/ 5970723 h 5970723"/>
                <a:gd name="connsiteX29" fmla="*/ 8881907 w 9721741"/>
                <a:gd name="connsiteY29" fmla="*/ 5529693 h 5970723"/>
                <a:gd name="connsiteX30" fmla="*/ 3549722 w 9721741"/>
                <a:gd name="connsiteY30" fmla="*/ 5529693 h 5970723"/>
                <a:gd name="connsiteX31" fmla="*/ 3549722 w 9721741"/>
                <a:gd name="connsiteY31" fmla="*/ 5529675 h 5970723"/>
                <a:gd name="connsiteX32" fmla="*/ 441047 w 9721741"/>
                <a:gd name="connsiteY32" fmla="*/ 5529675 h 5970723"/>
                <a:gd name="connsiteX33" fmla="*/ 441047 w 9721741"/>
                <a:gd name="connsiteY33" fmla="*/ 1822942 h 5970723"/>
                <a:gd name="connsiteX34" fmla="*/ 441043 w 9721741"/>
                <a:gd name="connsiteY34" fmla="*/ 1822942 h 5970723"/>
                <a:gd name="connsiteX35" fmla="*/ 441043 w 9721741"/>
                <a:gd name="connsiteY35" fmla="*/ 924893 h 5970723"/>
                <a:gd name="connsiteX36" fmla="*/ 3209349 w 9721741"/>
                <a:gd name="connsiteY36" fmla="*/ 924893 h 5970723"/>
                <a:gd name="connsiteX37" fmla="*/ 4894454 w 9721741"/>
                <a:gd name="connsiteY37" fmla="*/ 179224 h 5970723"/>
                <a:gd name="connsiteX38" fmla="*/ 5031376 w 9721741"/>
                <a:gd name="connsiteY38" fmla="*/ 316152 h 5970723"/>
                <a:gd name="connsiteX39" fmla="*/ 5031376 w 9721741"/>
                <a:gd name="connsiteY39" fmla="*/ 376824 h 5970723"/>
                <a:gd name="connsiteX40" fmla="*/ 4757531 w 9721741"/>
                <a:gd name="connsiteY40" fmla="*/ 376824 h 5970723"/>
                <a:gd name="connsiteX41" fmla="*/ 4757531 w 9721741"/>
                <a:gd name="connsiteY41" fmla="*/ 316152 h 5970723"/>
                <a:gd name="connsiteX42" fmla="*/ 4894454 w 9721741"/>
                <a:gd name="connsiteY42" fmla="*/ 179224 h 5970723"/>
                <a:gd name="connsiteX43" fmla="*/ 4894454 w 9721741"/>
                <a:gd name="connsiteY43" fmla="*/ 0 h 5970723"/>
                <a:gd name="connsiteX44" fmla="*/ 4578301 w 9721741"/>
                <a:gd name="connsiteY44" fmla="*/ 316152 h 5970723"/>
                <a:gd name="connsiteX45" fmla="*/ 4578301 w 9721741"/>
                <a:gd name="connsiteY45" fmla="*/ 376824 h 5970723"/>
                <a:gd name="connsiteX46" fmla="*/ 4446388 w 9721741"/>
                <a:gd name="connsiteY46" fmla="*/ 376824 h 5970723"/>
                <a:gd name="connsiteX47" fmla="*/ 4446388 w 9721741"/>
                <a:gd name="connsiteY47" fmla="*/ 1272396 h 5970723"/>
                <a:gd name="connsiteX48" fmla="*/ 5341960 w 9721741"/>
                <a:gd name="connsiteY48" fmla="*/ 1272396 h 5970723"/>
                <a:gd name="connsiteX49" fmla="*/ 5341960 w 9721741"/>
                <a:gd name="connsiteY49" fmla="*/ 376824 h 5970723"/>
                <a:gd name="connsiteX50" fmla="*/ 5210607 w 9721741"/>
                <a:gd name="connsiteY50" fmla="*/ 376824 h 5970723"/>
                <a:gd name="connsiteX51" fmla="*/ 5210607 w 9721741"/>
                <a:gd name="connsiteY51" fmla="*/ 316152 h 5970723"/>
                <a:gd name="connsiteX52" fmla="*/ 4894454 w 9721741"/>
                <a:gd name="connsiteY52" fmla="*/ 0 h 59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721741" h="5970723">
                  <a:moveTo>
                    <a:pt x="9274639" y="483876"/>
                  </a:moveTo>
                  <a:lnTo>
                    <a:pt x="6545385" y="483876"/>
                  </a:lnTo>
                  <a:lnTo>
                    <a:pt x="6545385" y="924906"/>
                  </a:lnTo>
                  <a:lnTo>
                    <a:pt x="9280699" y="924906"/>
                  </a:lnTo>
                  <a:lnTo>
                    <a:pt x="9280699" y="1729526"/>
                  </a:lnTo>
                  <a:lnTo>
                    <a:pt x="9280681" y="1729526"/>
                  </a:lnTo>
                  <a:lnTo>
                    <a:pt x="9280681" y="3058335"/>
                  </a:lnTo>
                  <a:lnTo>
                    <a:pt x="9280681" y="3058335"/>
                  </a:lnTo>
                  <a:lnTo>
                    <a:pt x="9280681" y="5161134"/>
                  </a:lnTo>
                  <a:lnTo>
                    <a:pt x="9721711" y="5161134"/>
                  </a:lnTo>
                  <a:lnTo>
                    <a:pt x="9721711" y="2751836"/>
                  </a:lnTo>
                  <a:lnTo>
                    <a:pt x="9721711" y="2751836"/>
                  </a:lnTo>
                  <a:lnTo>
                    <a:pt x="9721711" y="2340838"/>
                  </a:lnTo>
                  <a:lnTo>
                    <a:pt x="9721722" y="2340838"/>
                  </a:lnTo>
                  <a:lnTo>
                    <a:pt x="9721722" y="924354"/>
                  </a:lnTo>
                  <a:cubicBezTo>
                    <a:pt x="9721722" y="924354"/>
                    <a:pt x="9726139" y="727007"/>
                    <a:pt x="9603210" y="603512"/>
                  </a:cubicBezTo>
                  <a:cubicBezTo>
                    <a:pt x="9480267" y="480021"/>
                    <a:pt x="9274639" y="483876"/>
                    <a:pt x="9274639" y="483876"/>
                  </a:cubicBezTo>
                  <a:close/>
                  <a:moveTo>
                    <a:pt x="3209349" y="483863"/>
                  </a:moveTo>
                  <a:lnTo>
                    <a:pt x="2" y="483863"/>
                  </a:lnTo>
                  <a:lnTo>
                    <a:pt x="2" y="924893"/>
                  </a:lnTo>
                  <a:lnTo>
                    <a:pt x="13" y="924893"/>
                  </a:lnTo>
                  <a:lnTo>
                    <a:pt x="13" y="3309073"/>
                  </a:lnTo>
                  <a:lnTo>
                    <a:pt x="19" y="3309073"/>
                  </a:lnTo>
                  <a:lnTo>
                    <a:pt x="19" y="5530228"/>
                  </a:lnTo>
                  <a:cubicBezTo>
                    <a:pt x="19" y="5530228"/>
                    <a:pt x="-4396" y="5727573"/>
                    <a:pt x="118535" y="5851065"/>
                  </a:cubicBezTo>
                  <a:cubicBezTo>
                    <a:pt x="241474" y="5974558"/>
                    <a:pt x="447104" y="5970704"/>
                    <a:pt x="447104" y="5970704"/>
                  </a:cubicBezTo>
                  <a:lnTo>
                    <a:pt x="1064291" y="5970704"/>
                  </a:lnTo>
                  <a:lnTo>
                    <a:pt x="1064291" y="5970723"/>
                  </a:lnTo>
                  <a:lnTo>
                    <a:pt x="8881907" y="5970723"/>
                  </a:lnTo>
                  <a:lnTo>
                    <a:pt x="8881907" y="5529693"/>
                  </a:lnTo>
                  <a:lnTo>
                    <a:pt x="3549722" y="5529693"/>
                  </a:lnTo>
                  <a:lnTo>
                    <a:pt x="3549722" y="5529675"/>
                  </a:lnTo>
                  <a:lnTo>
                    <a:pt x="441047" y="5529675"/>
                  </a:lnTo>
                  <a:lnTo>
                    <a:pt x="441047" y="1822942"/>
                  </a:lnTo>
                  <a:lnTo>
                    <a:pt x="441043" y="1822942"/>
                  </a:lnTo>
                  <a:lnTo>
                    <a:pt x="441043" y="924893"/>
                  </a:lnTo>
                  <a:lnTo>
                    <a:pt x="3209349" y="924893"/>
                  </a:lnTo>
                  <a:close/>
                  <a:moveTo>
                    <a:pt x="4894454" y="179224"/>
                  </a:moveTo>
                  <a:cubicBezTo>
                    <a:pt x="4970152" y="179224"/>
                    <a:pt x="5031376" y="240454"/>
                    <a:pt x="5031376" y="316152"/>
                  </a:cubicBezTo>
                  <a:lnTo>
                    <a:pt x="5031376" y="376824"/>
                  </a:lnTo>
                  <a:lnTo>
                    <a:pt x="4757531" y="376824"/>
                  </a:lnTo>
                  <a:lnTo>
                    <a:pt x="4757531" y="316152"/>
                  </a:lnTo>
                  <a:cubicBezTo>
                    <a:pt x="4757531" y="240454"/>
                    <a:pt x="4818755" y="179224"/>
                    <a:pt x="4894454" y="179224"/>
                  </a:cubicBezTo>
                  <a:close/>
                  <a:moveTo>
                    <a:pt x="4894454" y="0"/>
                  </a:moveTo>
                  <a:cubicBezTo>
                    <a:pt x="4720237" y="0"/>
                    <a:pt x="4578301" y="141936"/>
                    <a:pt x="4578301" y="316152"/>
                  </a:cubicBezTo>
                  <a:lnTo>
                    <a:pt x="4578301" y="376824"/>
                  </a:lnTo>
                  <a:lnTo>
                    <a:pt x="4446388" y="376824"/>
                  </a:lnTo>
                  <a:lnTo>
                    <a:pt x="4446388" y="1272396"/>
                  </a:lnTo>
                  <a:lnTo>
                    <a:pt x="5341960" y="1272396"/>
                  </a:lnTo>
                  <a:lnTo>
                    <a:pt x="5341960" y="376824"/>
                  </a:lnTo>
                  <a:lnTo>
                    <a:pt x="5210607" y="376824"/>
                  </a:lnTo>
                  <a:lnTo>
                    <a:pt x="5210607" y="316152"/>
                  </a:lnTo>
                  <a:cubicBezTo>
                    <a:pt x="5210607" y="141936"/>
                    <a:pt x="5068670" y="0"/>
                    <a:pt x="4894454" y="0"/>
                  </a:cubicBez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2774" name="Group 2773">
            <a:extLst>
              <a:ext uri="{FF2B5EF4-FFF2-40B4-BE49-F238E27FC236}">
                <a16:creationId xmlns:a16="http://schemas.microsoft.com/office/drawing/2014/main" id="{4CC0B393-8300-0E2D-0CCC-801102FB73A1}"/>
              </a:ext>
              <a:ext uri="{C183D7F6-B498-43B3-948B-1728B52AA6E4}">
                <adec:decorative xmlns:adec="http://schemas.microsoft.com/office/drawing/2017/decorative" val="1"/>
              </a:ext>
            </a:extLst>
          </p:cNvPr>
          <p:cNvGrpSpPr>
            <a:grpSpLocks noChangeAspect="1"/>
          </p:cNvGrpSpPr>
          <p:nvPr/>
        </p:nvGrpSpPr>
        <p:grpSpPr>
          <a:xfrm>
            <a:off x="639763" y="5049527"/>
            <a:ext cx="590678" cy="457200"/>
            <a:chOff x="639763" y="5049527"/>
            <a:chExt cx="590678" cy="457200"/>
          </a:xfrm>
          <a:solidFill>
            <a:srgbClr val="FF0000"/>
          </a:solidFill>
        </p:grpSpPr>
        <p:sp>
          <p:nvSpPr>
            <p:cNvPr id="2312" name="Freeform: Shape 2311">
              <a:extLst>
                <a:ext uri="{FF2B5EF4-FFF2-40B4-BE49-F238E27FC236}">
                  <a16:creationId xmlns:a16="http://schemas.microsoft.com/office/drawing/2014/main" id="{62E0908A-5290-EA63-2DE0-595686DD7A77}"/>
                </a:ext>
                <a:ext uri="{C183D7F6-B498-43B3-948B-1728B52AA6E4}">
                  <adec:decorative xmlns:adec="http://schemas.microsoft.com/office/drawing/2017/decorative" val="1"/>
                </a:ext>
              </a:extLst>
            </p:cNvPr>
            <p:cNvSpPr/>
            <p:nvPr/>
          </p:nvSpPr>
          <p:spPr>
            <a:xfrm>
              <a:off x="639763" y="5049527"/>
              <a:ext cx="590678" cy="457200"/>
            </a:xfrm>
            <a:custGeom>
              <a:avLst/>
              <a:gdLst>
                <a:gd name="connsiteX0" fmla="*/ 3185080 w 8860163"/>
                <a:gd name="connsiteY0" fmla="*/ 5118219 h 6858000"/>
                <a:gd name="connsiteX1" fmla="*/ 4380492 w 8860163"/>
                <a:gd name="connsiteY1" fmla="*/ 5118219 h 6858000"/>
                <a:gd name="connsiteX2" fmla="*/ 4380492 w 8860163"/>
                <a:gd name="connsiteY2" fmla="*/ 5119338 h 6858000"/>
                <a:gd name="connsiteX3" fmla="*/ 4408411 w 8860163"/>
                <a:gd name="connsiteY3" fmla="*/ 5119338 h 6858000"/>
                <a:gd name="connsiteX4" fmla="*/ 4408411 w 8860163"/>
                <a:gd name="connsiteY4" fmla="*/ 5120037 h 6858000"/>
                <a:gd name="connsiteX5" fmla="*/ 4905106 w 8860163"/>
                <a:gd name="connsiteY5" fmla="*/ 5120037 h 6858000"/>
                <a:gd name="connsiteX6" fmla="*/ 4905106 w 8860163"/>
                <a:gd name="connsiteY6" fmla="*/ 5538746 h 6858000"/>
                <a:gd name="connsiteX7" fmla="*/ 4385358 w 8860163"/>
                <a:gd name="connsiteY7" fmla="*/ 5538746 h 6858000"/>
                <a:gd name="connsiteX8" fmla="*/ 4385358 w 8860163"/>
                <a:gd name="connsiteY8" fmla="*/ 5538131 h 6858000"/>
                <a:gd name="connsiteX9" fmla="*/ 4380492 w 8860163"/>
                <a:gd name="connsiteY9" fmla="*/ 5538131 h 6858000"/>
                <a:gd name="connsiteX10" fmla="*/ 4380492 w 8860163"/>
                <a:gd name="connsiteY10" fmla="*/ 5538932 h 6858000"/>
                <a:gd name="connsiteX11" fmla="*/ 3185080 w 8860163"/>
                <a:gd name="connsiteY11" fmla="*/ 5538932 h 6858000"/>
                <a:gd name="connsiteX12" fmla="*/ 5440322 w 8860163"/>
                <a:gd name="connsiteY12" fmla="*/ 4263021 h 6858000"/>
                <a:gd name="connsiteX13" fmla="*/ 5440322 w 8860163"/>
                <a:gd name="connsiteY13" fmla="*/ 4315026 h 6858000"/>
                <a:gd name="connsiteX14" fmla="*/ 5439091 w 8860163"/>
                <a:gd name="connsiteY14" fmla="*/ 5401645 h 6858000"/>
                <a:gd name="connsiteX15" fmla="*/ 5539399 w 8860163"/>
                <a:gd name="connsiteY15" fmla="*/ 5817404 h 6858000"/>
                <a:gd name="connsiteX16" fmla="*/ 5803676 w 8860163"/>
                <a:gd name="connsiteY16" fmla="*/ 6104261 h 6858000"/>
                <a:gd name="connsiteX17" fmla="*/ 6343273 w 8860163"/>
                <a:gd name="connsiteY17" fmla="*/ 6438996 h 6858000"/>
                <a:gd name="connsiteX18" fmla="*/ 6429317 w 8860163"/>
                <a:gd name="connsiteY18" fmla="*/ 6440548 h 6858000"/>
                <a:gd name="connsiteX19" fmla="*/ 6767111 w 8860163"/>
                <a:gd name="connsiteY19" fmla="*/ 6226189 h 6858000"/>
                <a:gd name="connsiteX20" fmla="*/ 7120295 w 8860163"/>
                <a:gd name="connsiteY20" fmla="*/ 5958053 h 6858000"/>
                <a:gd name="connsiteX21" fmla="*/ 7308871 w 8860163"/>
                <a:gd name="connsiteY21" fmla="*/ 5476232 h 6858000"/>
                <a:gd name="connsiteX22" fmla="*/ 7309668 w 8860163"/>
                <a:gd name="connsiteY22" fmla="*/ 4657912 h 6858000"/>
                <a:gd name="connsiteX23" fmla="*/ 7309668 w 8860163"/>
                <a:gd name="connsiteY23" fmla="*/ 4263021 h 6858000"/>
                <a:gd name="connsiteX24" fmla="*/ 5440322 w 8860163"/>
                <a:gd name="connsiteY24" fmla="*/ 4263021 h 6858000"/>
                <a:gd name="connsiteX25" fmla="*/ 5100441 w 8860163"/>
                <a:gd name="connsiteY25" fmla="*/ 3932258 h 6858000"/>
                <a:gd name="connsiteX26" fmla="*/ 7647327 w 8860163"/>
                <a:gd name="connsiteY26" fmla="*/ 3932258 h 6858000"/>
                <a:gd name="connsiteX27" fmla="*/ 7649451 w 8860163"/>
                <a:gd name="connsiteY27" fmla="*/ 3968470 h 6858000"/>
                <a:gd name="connsiteX28" fmla="*/ 7647443 w 8860163"/>
                <a:gd name="connsiteY28" fmla="*/ 5533427 h 6858000"/>
                <a:gd name="connsiteX29" fmla="*/ 7499183 w 8860163"/>
                <a:gd name="connsiteY29" fmla="*/ 6015686 h 6858000"/>
                <a:gd name="connsiteX30" fmla="*/ 7473152 w 8860163"/>
                <a:gd name="connsiteY30" fmla="*/ 6059613 h 6858000"/>
                <a:gd name="connsiteX31" fmla="*/ 7069772 w 8860163"/>
                <a:gd name="connsiteY31" fmla="*/ 6442091 h 6858000"/>
                <a:gd name="connsiteX32" fmla="*/ 6671773 w 8860163"/>
                <a:gd name="connsiteY32" fmla="*/ 6691278 h 6858000"/>
                <a:gd name="connsiteX33" fmla="*/ 6417971 w 8860163"/>
                <a:gd name="connsiteY33" fmla="*/ 6851608 h 6858000"/>
                <a:gd name="connsiteX34" fmla="*/ 6366949 w 8860163"/>
                <a:gd name="connsiteY34" fmla="*/ 6852736 h 6858000"/>
                <a:gd name="connsiteX35" fmla="*/ 5586378 w 8860163"/>
                <a:gd name="connsiteY35" fmla="*/ 6370351 h 6858000"/>
                <a:gd name="connsiteX36" fmla="*/ 5260564 w 8860163"/>
                <a:gd name="connsiteY36" fmla="*/ 6019260 h 6858000"/>
                <a:gd name="connsiteX37" fmla="*/ 5110520 w 8860163"/>
                <a:gd name="connsiteY37" fmla="*/ 5618888 h 6858000"/>
                <a:gd name="connsiteX38" fmla="*/ 5100842 w 8860163"/>
                <a:gd name="connsiteY38" fmla="*/ 5504844 h 6858000"/>
                <a:gd name="connsiteX39" fmla="*/ 5100441 w 8860163"/>
                <a:gd name="connsiteY39" fmla="*/ 3984577 h 6858000"/>
                <a:gd name="connsiteX40" fmla="*/ 5100441 w 8860163"/>
                <a:gd name="connsiteY40" fmla="*/ 3932258 h 6858000"/>
                <a:gd name="connsiteX41" fmla="*/ 4743860 w 8860163"/>
                <a:gd name="connsiteY41" fmla="*/ 75 h 6858000"/>
                <a:gd name="connsiteX42" fmla="*/ 4877252 w 8860163"/>
                <a:gd name="connsiteY42" fmla="*/ 4530 h 6858000"/>
                <a:gd name="connsiteX43" fmla="*/ 5532363 w 8860163"/>
                <a:gd name="connsiteY43" fmla="*/ 154603 h 6858000"/>
                <a:gd name="connsiteX44" fmla="*/ 6089640 w 8860163"/>
                <a:gd name="connsiteY44" fmla="*/ 481361 h 6858000"/>
                <a:gd name="connsiteX45" fmla="*/ 6393131 w 8860163"/>
                <a:gd name="connsiteY45" fmla="*/ 782223 h 6858000"/>
                <a:gd name="connsiteX46" fmla="*/ 6712776 w 8860163"/>
                <a:gd name="connsiteY46" fmla="*/ 1279431 h 6858000"/>
                <a:gd name="connsiteX47" fmla="*/ 6872841 w 8860163"/>
                <a:gd name="connsiteY47" fmla="*/ 1782652 h 6858000"/>
                <a:gd name="connsiteX48" fmla="*/ 6907155 w 8860163"/>
                <a:gd name="connsiteY48" fmla="*/ 2423146 h 6858000"/>
                <a:gd name="connsiteX49" fmla="*/ 6907183 w 8860163"/>
                <a:gd name="connsiteY49" fmla="*/ 2471041 h 6858000"/>
                <a:gd name="connsiteX50" fmla="*/ 7302810 w 8860163"/>
                <a:gd name="connsiteY50" fmla="*/ 2471423 h 6858000"/>
                <a:gd name="connsiteX51" fmla="*/ 8256135 w 8860163"/>
                <a:gd name="connsiteY51" fmla="*/ 2796252 h 6858000"/>
                <a:gd name="connsiteX52" fmla="*/ 8796045 w 8860163"/>
                <a:gd name="connsiteY52" fmla="*/ 3565164 h 6858000"/>
                <a:gd name="connsiteX53" fmla="*/ 8854633 w 8860163"/>
                <a:gd name="connsiteY53" fmla="*/ 4144926 h 6858000"/>
                <a:gd name="connsiteX54" fmla="*/ 8687717 w 8860163"/>
                <a:gd name="connsiteY54" fmla="*/ 4712785 h 6858000"/>
                <a:gd name="connsiteX55" fmla="*/ 8235869 w 8860163"/>
                <a:gd name="connsiteY55" fmla="*/ 5236914 h 6858000"/>
                <a:gd name="connsiteX56" fmla="*/ 7878116 w 8860163"/>
                <a:gd name="connsiteY56" fmla="*/ 5432225 h 6858000"/>
                <a:gd name="connsiteX57" fmla="*/ 7839104 w 8860163"/>
                <a:gd name="connsiteY57" fmla="*/ 5443178 h 6858000"/>
                <a:gd name="connsiteX58" fmla="*/ 7839104 w 8860163"/>
                <a:gd name="connsiteY58" fmla="*/ 4989839 h 6858000"/>
                <a:gd name="connsiteX59" fmla="*/ 8357547 w 8860163"/>
                <a:gd name="connsiteY59" fmla="*/ 4410328 h 6858000"/>
                <a:gd name="connsiteX60" fmla="*/ 8434955 w 8860163"/>
                <a:gd name="connsiteY60" fmla="*/ 3907322 h 6858000"/>
                <a:gd name="connsiteX61" fmla="*/ 8210551 w 8860163"/>
                <a:gd name="connsiteY61" fmla="*/ 3331298 h 6858000"/>
                <a:gd name="connsiteX62" fmla="*/ 7812882 w 8860163"/>
                <a:gd name="connsiteY62" fmla="*/ 3001006 h 6858000"/>
                <a:gd name="connsiteX63" fmla="*/ 7392859 w 8860163"/>
                <a:gd name="connsiteY63" fmla="*/ 2883402 h 6858000"/>
                <a:gd name="connsiteX64" fmla="*/ 6630203 w 8860163"/>
                <a:gd name="connsiteY64" fmla="*/ 2873652 h 6858000"/>
                <a:gd name="connsiteX65" fmla="*/ 6487048 w 8860163"/>
                <a:gd name="connsiteY65" fmla="*/ 2728846 h 6858000"/>
                <a:gd name="connsiteX66" fmla="*/ 6494385 w 8860163"/>
                <a:gd name="connsiteY66" fmla="*/ 2109233 h 6858000"/>
                <a:gd name="connsiteX67" fmla="*/ 6380360 w 8860163"/>
                <a:gd name="connsiteY67" fmla="*/ 1561156 h 6858000"/>
                <a:gd name="connsiteX68" fmla="*/ 6117298 w 8860163"/>
                <a:gd name="connsiteY68" fmla="*/ 1097385 h 6858000"/>
                <a:gd name="connsiteX69" fmla="*/ 5643526 w 8860163"/>
                <a:gd name="connsiteY69" fmla="*/ 675917 h 6858000"/>
                <a:gd name="connsiteX70" fmla="*/ 5090154 w 8860163"/>
                <a:gd name="connsiteY70" fmla="*/ 454188 h 6858000"/>
                <a:gd name="connsiteX71" fmla="*/ 4873729 w 8860163"/>
                <a:gd name="connsiteY71" fmla="*/ 423472 h 6858000"/>
                <a:gd name="connsiteX72" fmla="*/ 4687963 w 8860163"/>
                <a:gd name="connsiteY72" fmla="*/ 414477 h 6858000"/>
                <a:gd name="connsiteX73" fmla="*/ 4135962 w 8860163"/>
                <a:gd name="connsiteY73" fmla="*/ 529704 h 6858000"/>
                <a:gd name="connsiteX74" fmla="*/ 3572253 w 8860163"/>
                <a:gd name="connsiteY74" fmla="*/ 898289 h 6858000"/>
                <a:gd name="connsiteX75" fmla="*/ 3105761 w 8860163"/>
                <a:gd name="connsiteY75" fmla="*/ 1542466 h 6858000"/>
                <a:gd name="connsiteX76" fmla="*/ 3083854 w 8860163"/>
                <a:gd name="connsiteY76" fmla="*/ 1594342 h 6858000"/>
                <a:gd name="connsiteX77" fmla="*/ 2855470 w 8860163"/>
                <a:gd name="connsiteY77" fmla="*/ 1680112 h 6858000"/>
                <a:gd name="connsiteX78" fmla="*/ 2401189 w 8860163"/>
                <a:gd name="connsiteY78" fmla="*/ 1567588 h 6858000"/>
                <a:gd name="connsiteX79" fmla="*/ 2208535 w 8860163"/>
                <a:gd name="connsiteY79" fmla="*/ 1551470 h 6858000"/>
                <a:gd name="connsiteX80" fmla="*/ 1859414 w 8860163"/>
                <a:gd name="connsiteY80" fmla="*/ 1588506 h 6858000"/>
                <a:gd name="connsiteX81" fmla="*/ 1406066 w 8860163"/>
                <a:gd name="connsiteY81" fmla="*/ 1746446 h 6858000"/>
                <a:gd name="connsiteX82" fmla="*/ 1021102 w 8860163"/>
                <a:gd name="connsiteY82" fmla="*/ 2009191 h 6858000"/>
                <a:gd name="connsiteX83" fmla="*/ 710928 w 8860163"/>
                <a:gd name="connsiteY83" fmla="*/ 2366963 h 6858000"/>
                <a:gd name="connsiteX84" fmla="*/ 450318 w 8860163"/>
                <a:gd name="connsiteY84" fmla="*/ 3002013 h 6858000"/>
                <a:gd name="connsiteX85" fmla="*/ 424357 w 8860163"/>
                <a:gd name="connsiteY85" fmla="*/ 3469606 h 6858000"/>
                <a:gd name="connsiteX86" fmla="*/ 526962 w 8860163"/>
                <a:gd name="connsiteY86" fmla="*/ 3940293 h 6858000"/>
                <a:gd name="connsiteX87" fmla="*/ 526925 w 8860163"/>
                <a:gd name="connsiteY87" fmla="*/ 3961118 h 6858000"/>
                <a:gd name="connsiteX88" fmla="*/ 355888 w 8860163"/>
                <a:gd name="connsiteY88" fmla="*/ 4020107 h 6858000"/>
                <a:gd name="connsiteX89" fmla="*/ 527390 w 8860163"/>
                <a:gd name="connsiteY89" fmla="*/ 3964642 h 6858000"/>
                <a:gd name="connsiteX90" fmla="*/ 628104 w 8860163"/>
                <a:gd name="connsiteY90" fmla="*/ 4166683 h 6858000"/>
                <a:gd name="connsiteX91" fmla="*/ 876987 w 8860163"/>
                <a:gd name="connsiteY91" fmla="*/ 4523430 h 6858000"/>
                <a:gd name="connsiteX92" fmla="*/ 1298017 w 8860163"/>
                <a:gd name="connsiteY92" fmla="*/ 4870193 h 6858000"/>
                <a:gd name="connsiteX93" fmla="*/ 1853728 w 8860163"/>
                <a:gd name="connsiteY93" fmla="*/ 5084017 h 6858000"/>
                <a:gd name="connsiteX94" fmla="*/ 2033275 w 8860163"/>
                <a:gd name="connsiteY94" fmla="*/ 5099026 h 6858000"/>
                <a:gd name="connsiteX95" fmla="*/ 2033275 w 8860163"/>
                <a:gd name="connsiteY95" fmla="*/ 5521351 h 6858000"/>
                <a:gd name="connsiteX96" fmla="*/ 1904616 w 8860163"/>
                <a:gd name="connsiteY96" fmla="*/ 5512076 h 6858000"/>
                <a:gd name="connsiteX97" fmla="*/ 1375472 w 8860163"/>
                <a:gd name="connsiteY97" fmla="*/ 5377497 h 6858000"/>
                <a:gd name="connsiteX98" fmla="*/ 890774 w 8860163"/>
                <a:gd name="connsiteY98" fmla="*/ 5106408 h 6858000"/>
                <a:gd name="connsiteX99" fmla="*/ 618251 w 8860163"/>
                <a:gd name="connsiteY99" fmla="*/ 4869196 h 6858000"/>
                <a:gd name="connsiteX100" fmla="*/ 290122 w 8860163"/>
                <a:gd name="connsiteY100" fmla="*/ 4433158 h 6858000"/>
                <a:gd name="connsiteX101" fmla="*/ 129302 w 8860163"/>
                <a:gd name="connsiteY101" fmla="*/ 4093227 h 6858000"/>
                <a:gd name="connsiteX102" fmla="*/ 355841 w 8860163"/>
                <a:gd name="connsiteY102" fmla="*/ 4020125 h 6858000"/>
                <a:gd name="connsiteX103" fmla="*/ 128929 w 8860163"/>
                <a:gd name="connsiteY103" fmla="*/ 4089946 h 6858000"/>
                <a:gd name="connsiteX104" fmla="*/ 13516 w 8860163"/>
                <a:gd name="connsiteY104" fmla="*/ 3609387 h 6858000"/>
                <a:gd name="connsiteX105" fmla="*/ 4427 w 8860163"/>
                <a:gd name="connsiteY105" fmla="*/ 3160037 h 6858000"/>
                <a:gd name="connsiteX106" fmla="*/ 155804 w 8860163"/>
                <a:gd name="connsiteY106" fmla="*/ 2514425 h 6858000"/>
                <a:gd name="connsiteX107" fmla="*/ 436242 w 8860163"/>
                <a:gd name="connsiteY107" fmla="*/ 2024619 h 6858000"/>
                <a:gd name="connsiteX108" fmla="*/ 648639 w 8860163"/>
                <a:gd name="connsiteY108" fmla="*/ 1777777 h 6858000"/>
                <a:gd name="connsiteX109" fmla="*/ 1115682 w 8860163"/>
                <a:gd name="connsiteY109" fmla="*/ 1425141 h 6858000"/>
                <a:gd name="connsiteX110" fmla="*/ 1717396 w 8860163"/>
                <a:gd name="connsiteY110" fmla="*/ 1194211 h 6858000"/>
                <a:gd name="connsiteX111" fmla="*/ 1990442 w 8860163"/>
                <a:gd name="connsiteY111" fmla="*/ 1157418 h 6858000"/>
                <a:gd name="connsiteX112" fmla="*/ 2337064 w 8860163"/>
                <a:gd name="connsiteY112" fmla="*/ 1149410 h 6858000"/>
                <a:gd name="connsiteX113" fmla="*/ 2665901 w 8860163"/>
                <a:gd name="connsiteY113" fmla="*/ 1195553 h 6858000"/>
                <a:gd name="connsiteX114" fmla="*/ 2708772 w 8860163"/>
                <a:gd name="connsiteY114" fmla="*/ 1203486 h 6858000"/>
                <a:gd name="connsiteX115" fmla="*/ 2846828 w 8860163"/>
                <a:gd name="connsiteY115" fmla="*/ 1146418 h 6858000"/>
                <a:gd name="connsiteX116" fmla="*/ 3102135 w 8860163"/>
                <a:gd name="connsiteY116" fmla="*/ 787499 h 6858000"/>
                <a:gd name="connsiteX117" fmla="*/ 3698284 w 8860163"/>
                <a:gd name="connsiteY117" fmla="*/ 283981 h 6858000"/>
                <a:gd name="connsiteX118" fmla="*/ 4344240 w 8860163"/>
                <a:gd name="connsiteY118" fmla="*/ 36532 h 6858000"/>
                <a:gd name="connsiteX119" fmla="*/ 4610462 w 8860163"/>
                <a:gd name="connsiteY119" fmla="*/ 2918 h 6858000"/>
                <a:gd name="connsiteX120" fmla="*/ 4743860 w 8860163"/>
                <a:gd name="connsiteY120" fmla="*/ 7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8860163" h="6858000">
                  <a:moveTo>
                    <a:pt x="3185080" y="5118219"/>
                  </a:moveTo>
                  <a:lnTo>
                    <a:pt x="4380492" y="5118219"/>
                  </a:lnTo>
                  <a:lnTo>
                    <a:pt x="4380492" y="5119338"/>
                  </a:lnTo>
                  <a:lnTo>
                    <a:pt x="4408411" y="5119338"/>
                  </a:lnTo>
                  <a:lnTo>
                    <a:pt x="4408411" y="5120037"/>
                  </a:lnTo>
                  <a:lnTo>
                    <a:pt x="4905106" y="5120037"/>
                  </a:lnTo>
                  <a:lnTo>
                    <a:pt x="4905106" y="5538746"/>
                  </a:lnTo>
                  <a:lnTo>
                    <a:pt x="4385358" y="5538746"/>
                  </a:lnTo>
                  <a:lnTo>
                    <a:pt x="4385358" y="5538131"/>
                  </a:lnTo>
                  <a:lnTo>
                    <a:pt x="4380492" y="5538131"/>
                  </a:lnTo>
                  <a:lnTo>
                    <a:pt x="4380492" y="5538932"/>
                  </a:lnTo>
                  <a:lnTo>
                    <a:pt x="3185080" y="5538932"/>
                  </a:lnTo>
                  <a:close/>
                  <a:moveTo>
                    <a:pt x="5440322" y="4263021"/>
                  </a:moveTo>
                  <a:cubicBezTo>
                    <a:pt x="5440322" y="4282437"/>
                    <a:pt x="5440322" y="4298732"/>
                    <a:pt x="5440322" y="4315026"/>
                  </a:cubicBezTo>
                  <a:cubicBezTo>
                    <a:pt x="5440322" y="4677238"/>
                    <a:pt x="5442868" y="5039474"/>
                    <a:pt x="5439091" y="5401645"/>
                  </a:cubicBezTo>
                  <a:cubicBezTo>
                    <a:pt x="5437540" y="5550313"/>
                    <a:pt x="5468407" y="5688418"/>
                    <a:pt x="5539399" y="5817404"/>
                  </a:cubicBezTo>
                  <a:cubicBezTo>
                    <a:pt x="5603699" y="5934229"/>
                    <a:pt x="5688959" y="6033266"/>
                    <a:pt x="5803676" y="6104261"/>
                  </a:cubicBezTo>
                  <a:cubicBezTo>
                    <a:pt x="5983665" y="6215649"/>
                    <a:pt x="6164535" y="6325642"/>
                    <a:pt x="6343273" y="6438996"/>
                  </a:cubicBezTo>
                  <a:cubicBezTo>
                    <a:pt x="6375498" y="6459434"/>
                    <a:pt x="6399642" y="6459410"/>
                    <a:pt x="6429317" y="6440548"/>
                  </a:cubicBezTo>
                  <a:cubicBezTo>
                    <a:pt x="6541868" y="6369004"/>
                    <a:pt x="6656665" y="6300825"/>
                    <a:pt x="6767111" y="6226189"/>
                  </a:cubicBezTo>
                  <a:cubicBezTo>
                    <a:pt x="6889539" y="6143457"/>
                    <a:pt x="7024726" y="6078558"/>
                    <a:pt x="7120295" y="5958053"/>
                  </a:cubicBezTo>
                  <a:cubicBezTo>
                    <a:pt x="7233213" y="5815671"/>
                    <a:pt x="7306778" y="5659254"/>
                    <a:pt x="7308871" y="5476232"/>
                  </a:cubicBezTo>
                  <a:cubicBezTo>
                    <a:pt x="7311957" y="5206473"/>
                    <a:pt x="7309668" y="4936652"/>
                    <a:pt x="7309668" y="4657912"/>
                  </a:cubicBezTo>
                  <a:cubicBezTo>
                    <a:pt x="7309668" y="4525904"/>
                    <a:pt x="7309668" y="4393895"/>
                    <a:pt x="7309668" y="4263021"/>
                  </a:cubicBezTo>
                  <a:cubicBezTo>
                    <a:pt x="6683225" y="4263021"/>
                    <a:pt x="6062568" y="4263021"/>
                    <a:pt x="5440322" y="4263021"/>
                  </a:cubicBezTo>
                  <a:close/>
                  <a:moveTo>
                    <a:pt x="5100441" y="3932258"/>
                  </a:moveTo>
                  <a:cubicBezTo>
                    <a:pt x="5948863" y="3932258"/>
                    <a:pt x="6796045" y="3932258"/>
                    <a:pt x="7647327" y="3932258"/>
                  </a:cubicBezTo>
                  <a:cubicBezTo>
                    <a:pt x="7647983" y="3942967"/>
                    <a:pt x="7649448" y="3955719"/>
                    <a:pt x="7649451" y="3968470"/>
                  </a:cubicBezTo>
                  <a:cubicBezTo>
                    <a:pt x="7649565" y="4490131"/>
                    <a:pt x="7653257" y="5011833"/>
                    <a:pt x="7647443" y="5533427"/>
                  </a:cubicBezTo>
                  <a:cubicBezTo>
                    <a:pt x="7645529" y="5705187"/>
                    <a:pt x="7583342" y="5865558"/>
                    <a:pt x="7499183" y="6015686"/>
                  </a:cubicBezTo>
                  <a:cubicBezTo>
                    <a:pt x="7491385" y="6029597"/>
                    <a:pt x="7483406" y="6043405"/>
                    <a:pt x="7473152" y="6059613"/>
                  </a:cubicBezTo>
                  <a:cubicBezTo>
                    <a:pt x="7369596" y="6222938"/>
                    <a:pt x="7229287" y="6342594"/>
                    <a:pt x="7069772" y="6442091"/>
                  </a:cubicBezTo>
                  <a:cubicBezTo>
                    <a:pt x="6936965" y="6524929"/>
                    <a:pt x="6804228" y="6607879"/>
                    <a:pt x="6671773" y="6691278"/>
                  </a:cubicBezTo>
                  <a:cubicBezTo>
                    <a:pt x="6587088" y="6744600"/>
                    <a:pt x="6503558" y="6799792"/>
                    <a:pt x="6417971" y="6851608"/>
                  </a:cubicBezTo>
                  <a:cubicBezTo>
                    <a:pt x="6405053" y="6859428"/>
                    <a:pt x="6379469" y="6860389"/>
                    <a:pt x="6366949" y="6852736"/>
                  </a:cubicBezTo>
                  <a:cubicBezTo>
                    <a:pt x="6105976" y="6693213"/>
                    <a:pt x="5844871" y="6533843"/>
                    <a:pt x="5586378" y="6370351"/>
                  </a:cubicBezTo>
                  <a:cubicBezTo>
                    <a:pt x="5447780" y="6282688"/>
                    <a:pt x="5346595" y="6157777"/>
                    <a:pt x="5260564" y="6019260"/>
                  </a:cubicBezTo>
                  <a:cubicBezTo>
                    <a:pt x="5183660" y="5895439"/>
                    <a:pt x="5141088" y="5759406"/>
                    <a:pt x="5110520" y="5618888"/>
                  </a:cubicBezTo>
                  <a:cubicBezTo>
                    <a:pt x="5102472" y="5581892"/>
                    <a:pt x="5100887" y="5542917"/>
                    <a:pt x="5100842" y="5504844"/>
                  </a:cubicBezTo>
                  <a:cubicBezTo>
                    <a:pt x="5100239" y="4998089"/>
                    <a:pt x="5100441" y="4491332"/>
                    <a:pt x="5100441" y="3984577"/>
                  </a:cubicBezTo>
                  <a:cubicBezTo>
                    <a:pt x="5100441" y="3968238"/>
                    <a:pt x="5100441" y="3951897"/>
                    <a:pt x="5100441" y="3932258"/>
                  </a:cubicBezTo>
                  <a:close/>
                  <a:moveTo>
                    <a:pt x="4743860" y="75"/>
                  </a:moveTo>
                  <a:cubicBezTo>
                    <a:pt x="4788334" y="427"/>
                    <a:pt x="4832806" y="1995"/>
                    <a:pt x="4877252" y="4530"/>
                  </a:cubicBezTo>
                  <a:cubicBezTo>
                    <a:pt x="5102860" y="17376"/>
                    <a:pt x="5321615" y="70529"/>
                    <a:pt x="5532363" y="154603"/>
                  </a:cubicBezTo>
                  <a:cubicBezTo>
                    <a:pt x="5734833" y="235367"/>
                    <a:pt x="5922705" y="342894"/>
                    <a:pt x="6089640" y="481361"/>
                  </a:cubicBezTo>
                  <a:cubicBezTo>
                    <a:pt x="6198892" y="571969"/>
                    <a:pt x="6296184" y="677875"/>
                    <a:pt x="6393131" y="782223"/>
                  </a:cubicBezTo>
                  <a:cubicBezTo>
                    <a:pt x="6528950" y="928408"/>
                    <a:pt x="6629812" y="1098830"/>
                    <a:pt x="6712776" y="1279431"/>
                  </a:cubicBezTo>
                  <a:cubicBezTo>
                    <a:pt x="6786707" y="1440363"/>
                    <a:pt x="6837017" y="1608697"/>
                    <a:pt x="6872841" y="1782652"/>
                  </a:cubicBezTo>
                  <a:cubicBezTo>
                    <a:pt x="6916607" y="1995162"/>
                    <a:pt x="6904741" y="2209219"/>
                    <a:pt x="6907155" y="2423146"/>
                  </a:cubicBezTo>
                  <a:cubicBezTo>
                    <a:pt x="6907323" y="2437697"/>
                    <a:pt x="6907183" y="2452248"/>
                    <a:pt x="6907183" y="2471041"/>
                  </a:cubicBezTo>
                  <a:cubicBezTo>
                    <a:pt x="7041399" y="2471041"/>
                    <a:pt x="7172146" y="2469046"/>
                    <a:pt x="7302810" y="2471423"/>
                  </a:cubicBezTo>
                  <a:cubicBezTo>
                    <a:pt x="7655017" y="2477837"/>
                    <a:pt x="7975371" y="2580527"/>
                    <a:pt x="8256135" y="2796252"/>
                  </a:cubicBezTo>
                  <a:cubicBezTo>
                    <a:pt x="8516046" y="2995954"/>
                    <a:pt x="8697803" y="3250300"/>
                    <a:pt x="8796045" y="3565164"/>
                  </a:cubicBezTo>
                  <a:cubicBezTo>
                    <a:pt x="8855388" y="3755357"/>
                    <a:pt x="8869641" y="3949885"/>
                    <a:pt x="8854633" y="4144926"/>
                  </a:cubicBezTo>
                  <a:cubicBezTo>
                    <a:pt x="8839308" y="4344059"/>
                    <a:pt x="8782883" y="4534980"/>
                    <a:pt x="8687717" y="4712785"/>
                  </a:cubicBezTo>
                  <a:cubicBezTo>
                    <a:pt x="8576116" y="4921295"/>
                    <a:pt x="8427302" y="5096611"/>
                    <a:pt x="8235869" y="5236914"/>
                  </a:cubicBezTo>
                  <a:cubicBezTo>
                    <a:pt x="8124846" y="5318294"/>
                    <a:pt x="8007326" y="5385402"/>
                    <a:pt x="7878116" y="5432225"/>
                  </a:cubicBezTo>
                  <a:cubicBezTo>
                    <a:pt x="7866371" y="5436485"/>
                    <a:pt x="7854010" y="5439049"/>
                    <a:pt x="7839104" y="5443178"/>
                  </a:cubicBezTo>
                  <a:cubicBezTo>
                    <a:pt x="7839104" y="5288082"/>
                    <a:pt x="7839104" y="5137823"/>
                    <a:pt x="7839104" y="4989839"/>
                  </a:cubicBezTo>
                  <a:cubicBezTo>
                    <a:pt x="8080092" y="4856126"/>
                    <a:pt x="8253199" y="4665486"/>
                    <a:pt x="8357547" y="4410328"/>
                  </a:cubicBezTo>
                  <a:cubicBezTo>
                    <a:pt x="8424002" y="4247830"/>
                    <a:pt x="8448780" y="4079384"/>
                    <a:pt x="8434955" y="3907322"/>
                  </a:cubicBezTo>
                  <a:cubicBezTo>
                    <a:pt x="8417859" y="3694672"/>
                    <a:pt x="8340693" y="3502046"/>
                    <a:pt x="8210551" y="3331298"/>
                  </a:cubicBezTo>
                  <a:cubicBezTo>
                    <a:pt x="8103191" y="3190445"/>
                    <a:pt x="7969367" y="3080242"/>
                    <a:pt x="7812882" y="3001006"/>
                  </a:cubicBezTo>
                  <a:cubicBezTo>
                    <a:pt x="7681855" y="2934663"/>
                    <a:pt x="7541635" y="2887131"/>
                    <a:pt x="7392859" y="2883402"/>
                  </a:cubicBezTo>
                  <a:cubicBezTo>
                    <a:pt x="7138718" y="2877045"/>
                    <a:pt x="6884437" y="2876308"/>
                    <a:pt x="6630203" y="2873652"/>
                  </a:cubicBezTo>
                  <a:cubicBezTo>
                    <a:pt x="6548274" y="2872794"/>
                    <a:pt x="6486163" y="2812044"/>
                    <a:pt x="6487048" y="2728846"/>
                  </a:cubicBezTo>
                  <a:cubicBezTo>
                    <a:pt x="6489267" y="2522302"/>
                    <a:pt x="6497377" y="2315693"/>
                    <a:pt x="6494385" y="2109233"/>
                  </a:cubicBezTo>
                  <a:cubicBezTo>
                    <a:pt x="6491644" y="1920279"/>
                    <a:pt x="6446862" y="1738243"/>
                    <a:pt x="6380360" y="1561156"/>
                  </a:cubicBezTo>
                  <a:cubicBezTo>
                    <a:pt x="6316981" y="1392412"/>
                    <a:pt x="6227156" y="1238835"/>
                    <a:pt x="6117298" y="1097385"/>
                  </a:cubicBezTo>
                  <a:cubicBezTo>
                    <a:pt x="5985758" y="928007"/>
                    <a:pt x="5826336" y="788404"/>
                    <a:pt x="5643526" y="675917"/>
                  </a:cubicBezTo>
                  <a:cubicBezTo>
                    <a:pt x="5471808" y="570263"/>
                    <a:pt x="5286388" y="497795"/>
                    <a:pt x="5090154" y="454188"/>
                  </a:cubicBezTo>
                  <a:cubicBezTo>
                    <a:pt x="5019214" y="438425"/>
                    <a:pt x="4946197" y="430781"/>
                    <a:pt x="4873729" y="423472"/>
                  </a:cubicBezTo>
                  <a:cubicBezTo>
                    <a:pt x="4812102" y="417255"/>
                    <a:pt x="4749851" y="413507"/>
                    <a:pt x="4687963" y="414477"/>
                  </a:cubicBezTo>
                  <a:cubicBezTo>
                    <a:pt x="4496819" y="417460"/>
                    <a:pt x="4312807" y="456229"/>
                    <a:pt x="4135962" y="529704"/>
                  </a:cubicBezTo>
                  <a:cubicBezTo>
                    <a:pt x="3924898" y="617395"/>
                    <a:pt x="3738769" y="741067"/>
                    <a:pt x="3572253" y="898289"/>
                  </a:cubicBezTo>
                  <a:cubicBezTo>
                    <a:pt x="3375460" y="1084120"/>
                    <a:pt x="3222190" y="1299473"/>
                    <a:pt x="3105761" y="1542466"/>
                  </a:cubicBezTo>
                  <a:cubicBezTo>
                    <a:pt x="3097660" y="1559375"/>
                    <a:pt x="3090631" y="1576835"/>
                    <a:pt x="3083854" y="1594342"/>
                  </a:cubicBezTo>
                  <a:cubicBezTo>
                    <a:pt x="3046260" y="1691559"/>
                    <a:pt x="2953685" y="1720140"/>
                    <a:pt x="2855470" y="1680112"/>
                  </a:cubicBezTo>
                  <a:cubicBezTo>
                    <a:pt x="2709639" y="1620685"/>
                    <a:pt x="2558495" y="1581421"/>
                    <a:pt x="2401189" y="1567588"/>
                  </a:cubicBezTo>
                  <a:cubicBezTo>
                    <a:pt x="2336916" y="1561929"/>
                    <a:pt x="2272259" y="1547956"/>
                    <a:pt x="2208535" y="1551470"/>
                  </a:cubicBezTo>
                  <a:cubicBezTo>
                    <a:pt x="2091770" y="1557921"/>
                    <a:pt x="1974399" y="1568007"/>
                    <a:pt x="1859414" y="1588506"/>
                  </a:cubicBezTo>
                  <a:cubicBezTo>
                    <a:pt x="1700729" y="1616798"/>
                    <a:pt x="1549743" y="1672132"/>
                    <a:pt x="1406066" y="1746446"/>
                  </a:cubicBezTo>
                  <a:cubicBezTo>
                    <a:pt x="1266965" y="1818401"/>
                    <a:pt x="1139639" y="1906120"/>
                    <a:pt x="1021102" y="2009191"/>
                  </a:cubicBezTo>
                  <a:cubicBezTo>
                    <a:pt x="900226" y="2114295"/>
                    <a:pt x="799168" y="2235078"/>
                    <a:pt x="710928" y="2366963"/>
                  </a:cubicBezTo>
                  <a:cubicBezTo>
                    <a:pt x="581327" y="2560661"/>
                    <a:pt x="497757" y="2774570"/>
                    <a:pt x="450318" y="3002013"/>
                  </a:cubicBezTo>
                  <a:cubicBezTo>
                    <a:pt x="418185" y="3156112"/>
                    <a:pt x="413422" y="3313521"/>
                    <a:pt x="424357" y="3469606"/>
                  </a:cubicBezTo>
                  <a:cubicBezTo>
                    <a:pt x="435617" y="3630491"/>
                    <a:pt x="468551" y="3788664"/>
                    <a:pt x="526962" y="3940293"/>
                  </a:cubicBezTo>
                  <a:cubicBezTo>
                    <a:pt x="528994" y="3945579"/>
                    <a:pt x="529059" y="3951619"/>
                    <a:pt x="526925" y="3961118"/>
                  </a:cubicBezTo>
                  <a:lnTo>
                    <a:pt x="355888" y="4020107"/>
                  </a:lnTo>
                  <a:lnTo>
                    <a:pt x="527390" y="3964642"/>
                  </a:lnTo>
                  <a:cubicBezTo>
                    <a:pt x="563242" y="4031871"/>
                    <a:pt x="593948" y="4100153"/>
                    <a:pt x="628104" y="4166683"/>
                  </a:cubicBezTo>
                  <a:cubicBezTo>
                    <a:pt x="694885" y="4296732"/>
                    <a:pt x="781326" y="4412845"/>
                    <a:pt x="876987" y="4523430"/>
                  </a:cubicBezTo>
                  <a:cubicBezTo>
                    <a:pt x="998012" y="4663351"/>
                    <a:pt x="1140683" y="4776117"/>
                    <a:pt x="1298017" y="4870193"/>
                  </a:cubicBezTo>
                  <a:cubicBezTo>
                    <a:pt x="1470405" y="4973265"/>
                    <a:pt x="1655676" y="5044111"/>
                    <a:pt x="1853728" y="5084017"/>
                  </a:cubicBezTo>
                  <a:lnTo>
                    <a:pt x="2033275" y="5099026"/>
                  </a:lnTo>
                  <a:lnTo>
                    <a:pt x="2033275" y="5521351"/>
                  </a:lnTo>
                  <a:lnTo>
                    <a:pt x="1904616" y="5512076"/>
                  </a:lnTo>
                  <a:cubicBezTo>
                    <a:pt x="1720948" y="5496481"/>
                    <a:pt x="1545763" y="5445369"/>
                    <a:pt x="1375472" y="5377497"/>
                  </a:cubicBezTo>
                  <a:cubicBezTo>
                    <a:pt x="1202235" y="5308450"/>
                    <a:pt x="1038199" y="5220853"/>
                    <a:pt x="890774" y="5106408"/>
                  </a:cubicBezTo>
                  <a:cubicBezTo>
                    <a:pt x="795738" y="5032635"/>
                    <a:pt x="703238" y="4954192"/>
                    <a:pt x="618251" y="4869196"/>
                  </a:cubicBezTo>
                  <a:cubicBezTo>
                    <a:pt x="488845" y="4739799"/>
                    <a:pt x="376452" y="4595134"/>
                    <a:pt x="290122" y="4433158"/>
                  </a:cubicBezTo>
                  <a:cubicBezTo>
                    <a:pt x="231721" y="4323561"/>
                    <a:pt x="182819" y="4208911"/>
                    <a:pt x="129302" y="4093227"/>
                  </a:cubicBezTo>
                  <a:lnTo>
                    <a:pt x="355841" y="4020125"/>
                  </a:lnTo>
                  <a:lnTo>
                    <a:pt x="128929" y="4089946"/>
                  </a:lnTo>
                  <a:cubicBezTo>
                    <a:pt x="71581" y="3934262"/>
                    <a:pt x="28664" y="3773880"/>
                    <a:pt x="13516" y="3609387"/>
                  </a:cubicBezTo>
                  <a:cubicBezTo>
                    <a:pt x="-187" y="3460480"/>
                    <a:pt x="-3944" y="3309289"/>
                    <a:pt x="4427" y="3160037"/>
                  </a:cubicBezTo>
                  <a:cubicBezTo>
                    <a:pt x="16937" y="2937180"/>
                    <a:pt x="71936" y="2721146"/>
                    <a:pt x="155804" y="2514425"/>
                  </a:cubicBezTo>
                  <a:cubicBezTo>
                    <a:pt x="226930" y="2339119"/>
                    <a:pt x="318125" y="2173414"/>
                    <a:pt x="436242" y="2024619"/>
                  </a:cubicBezTo>
                  <a:cubicBezTo>
                    <a:pt x="503713" y="1939613"/>
                    <a:pt x="571520" y="1853675"/>
                    <a:pt x="648639" y="1777777"/>
                  </a:cubicBezTo>
                  <a:cubicBezTo>
                    <a:pt x="788402" y="1640224"/>
                    <a:pt x="944179" y="1522181"/>
                    <a:pt x="1115682" y="1425141"/>
                  </a:cubicBezTo>
                  <a:cubicBezTo>
                    <a:pt x="1304980" y="1318042"/>
                    <a:pt x="1506257" y="1242284"/>
                    <a:pt x="1717396" y="1194211"/>
                  </a:cubicBezTo>
                  <a:cubicBezTo>
                    <a:pt x="1806644" y="1173889"/>
                    <a:pt x="1898939" y="1163710"/>
                    <a:pt x="1990442" y="1157418"/>
                  </a:cubicBezTo>
                  <a:cubicBezTo>
                    <a:pt x="2105706" y="1149494"/>
                    <a:pt x="2221996" y="1142894"/>
                    <a:pt x="2337064" y="1149410"/>
                  </a:cubicBezTo>
                  <a:cubicBezTo>
                    <a:pt x="2447192" y="1155647"/>
                    <a:pt x="2556342" y="1179361"/>
                    <a:pt x="2665901" y="1195553"/>
                  </a:cubicBezTo>
                  <a:cubicBezTo>
                    <a:pt x="2680275" y="1197679"/>
                    <a:pt x="2694706" y="1199944"/>
                    <a:pt x="2708772" y="1203486"/>
                  </a:cubicBezTo>
                  <a:cubicBezTo>
                    <a:pt x="2800974" y="1226698"/>
                    <a:pt x="2800014" y="1226278"/>
                    <a:pt x="2846828" y="1146418"/>
                  </a:cubicBezTo>
                  <a:cubicBezTo>
                    <a:pt x="2921328" y="1019324"/>
                    <a:pt x="3005113" y="899184"/>
                    <a:pt x="3102135" y="787499"/>
                  </a:cubicBezTo>
                  <a:cubicBezTo>
                    <a:pt x="3275036" y="588450"/>
                    <a:pt x="3470645" y="416537"/>
                    <a:pt x="3698284" y="283981"/>
                  </a:cubicBezTo>
                  <a:cubicBezTo>
                    <a:pt x="3899551" y="166786"/>
                    <a:pt x="4114718" y="84297"/>
                    <a:pt x="4344240" y="36532"/>
                  </a:cubicBezTo>
                  <a:cubicBezTo>
                    <a:pt x="4432760" y="18112"/>
                    <a:pt x="4521569" y="7579"/>
                    <a:pt x="4610462" y="2918"/>
                  </a:cubicBezTo>
                  <a:cubicBezTo>
                    <a:pt x="4654913" y="587"/>
                    <a:pt x="4699387" y="-277"/>
                    <a:pt x="4743860" y="75"/>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313" name="Freeform: Shape 2312">
              <a:extLst>
                <a:ext uri="{FF2B5EF4-FFF2-40B4-BE49-F238E27FC236}">
                  <a16:creationId xmlns:a16="http://schemas.microsoft.com/office/drawing/2014/main" id="{6E9E4632-04E5-7F3C-15A4-E343C228750D}"/>
                </a:ext>
                <a:ext uri="{C183D7F6-B498-43B3-948B-1728B52AA6E4}">
                  <adec:decorative xmlns:adec="http://schemas.microsoft.com/office/drawing/2017/decorative" val="1"/>
                </a:ext>
              </a:extLst>
            </p:cNvPr>
            <p:cNvSpPr/>
            <p:nvPr/>
          </p:nvSpPr>
          <p:spPr>
            <a:xfrm>
              <a:off x="696504" y="5176701"/>
              <a:ext cx="395389" cy="256207"/>
            </a:xfrm>
            <a:custGeom>
              <a:avLst/>
              <a:gdLst>
                <a:gd name="connsiteX0" fmla="*/ 1448267 w 5930835"/>
                <a:gd name="connsiteY0" fmla="*/ 3123216 h 3843106"/>
                <a:gd name="connsiteX1" fmla="*/ 2067851 w 5930835"/>
                <a:gd name="connsiteY1" fmla="*/ 3123216 h 3843106"/>
                <a:gd name="connsiteX2" fmla="*/ 2067851 w 5930835"/>
                <a:gd name="connsiteY2" fmla="*/ 3742801 h 3843106"/>
                <a:gd name="connsiteX3" fmla="*/ 1448267 w 5930835"/>
                <a:gd name="connsiteY3" fmla="*/ 3742801 h 3843106"/>
                <a:gd name="connsiteX4" fmla="*/ 5540873 w 5930835"/>
                <a:gd name="connsiteY4" fmla="*/ 2865831 h 3843106"/>
                <a:gd name="connsiteX5" fmla="*/ 5486574 w 5930835"/>
                <a:gd name="connsiteY5" fmla="*/ 2871267 h 3843106"/>
                <a:gd name="connsiteX6" fmla="*/ 5409113 w 5930835"/>
                <a:gd name="connsiteY6" fmla="*/ 3031750 h 3843106"/>
                <a:gd name="connsiteX7" fmla="*/ 5617421 w 5930835"/>
                <a:gd name="connsiteY7" fmla="*/ 3031098 h 3843106"/>
                <a:gd name="connsiteX8" fmla="*/ 5635588 w 5930835"/>
                <a:gd name="connsiteY8" fmla="*/ 3008487 h 3843106"/>
                <a:gd name="connsiteX9" fmla="*/ 5635646 w 5930835"/>
                <a:gd name="connsiteY9" fmla="*/ 2977201 h 3843106"/>
                <a:gd name="connsiteX10" fmla="*/ 5540873 w 5930835"/>
                <a:gd name="connsiteY10" fmla="*/ 2865831 h 3843106"/>
                <a:gd name="connsiteX11" fmla="*/ 5534223 w 5930835"/>
                <a:gd name="connsiteY11" fmla="*/ 2691790 h 3843106"/>
                <a:gd name="connsiteX12" fmla="*/ 5819053 w 5930835"/>
                <a:gd name="connsiteY12" fmla="*/ 3030756 h 3843106"/>
                <a:gd name="connsiteX13" fmla="*/ 5930835 w 5930835"/>
                <a:gd name="connsiteY13" fmla="*/ 3030756 h 3843106"/>
                <a:gd name="connsiteX14" fmla="*/ 5930835 w 5930835"/>
                <a:gd name="connsiteY14" fmla="*/ 3497142 h 3843106"/>
                <a:gd name="connsiteX15" fmla="*/ 5930835 w 5930835"/>
                <a:gd name="connsiteY15" fmla="*/ 3843106 h 3843106"/>
                <a:gd name="connsiteX16" fmla="*/ 5120749 w 5930835"/>
                <a:gd name="connsiteY16" fmla="*/ 3843106 h 3843106"/>
                <a:gd name="connsiteX17" fmla="*/ 5120749 w 5930835"/>
                <a:gd name="connsiteY17" fmla="*/ 3032915 h 3843106"/>
                <a:gd name="connsiteX18" fmla="*/ 5233998 w 5930835"/>
                <a:gd name="connsiteY18" fmla="*/ 3032915 h 3843106"/>
                <a:gd name="connsiteX19" fmla="*/ 5327755 w 5930835"/>
                <a:gd name="connsiteY19" fmla="*/ 2764634 h 3843106"/>
                <a:gd name="connsiteX20" fmla="*/ 5534223 w 5930835"/>
                <a:gd name="connsiteY20" fmla="*/ 2691790 h 3843106"/>
                <a:gd name="connsiteX21" fmla="*/ 1388504 w 5930835"/>
                <a:gd name="connsiteY21" fmla="*/ 33 h 3843106"/>
                <a:gd name="connsiteX22" fmla="*/ 1419632 w 5930835"/>
                <a:gd name="connsiteY22" fmla="*/ 1413 h 3843106"/>
                <a:gd name="connsiteX23" fmla="*/ 1433400 w 5930835"/>
                <a:gd name="connsiteY23" fmla="*/ 309059 h 3843106"/>
                <a:gd name="connsiteX24" fmla="*/ 623822 w 5930835"/>
                <a:gd name="connsiteY24" fmla="*/ 670512 h 3843106"/>
                <a:gd name="connsiteX25" fmla="*/ 313793 w 5930835"/>
                <a:gd name="connsiteY25" fmla="*/ 1499529 h 3843106"/>
                <a:gd name="connsiteX26" fmla="*/ 3523 w 5930835"/>
                <a:gd name="connsiteY26" fmla="*/ 1499529 h 3843106"/>
                <a:gd name="connsiteX27" fmla="*/ 152826 w 5930835"/>
                <a:gd name="connsiteY27" fmla="*/ 796074 h 3843106"/>
                <a:gd name="connsiteX28" fmla="*/ 461320 w 5930835"/>
                <a:gd name="connsiteY28" fmla="*/ 385736 h 3843106"/>
                <a:gd name="connsiteX29" fmla="*/ 946150 w 5930835"/>
                <a:gd name="connsiteY29" fmla="*/ 88438 h 3843106"/>
                <a:gd name="connsiteX30" fmla="*/ 1388504 w 5930835"/>
                <a:gd name="connsiteY30" fmla="*/ 33 h 384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930835" h="3843106">
                  <a:moveTo>
                    <a:pt x="1448267" y="3123216"/>
                  </a:moveTo>
                  <a:lnTo>
                    <a:pt x="2067851" y="3123216"/>
                  </a:lnTo>
                  <a:lnTo>
                    <a:pt x="2067851" y="3742801"/>
                  </a:lnTo>
                  <a:lnTo>
                    <a:pt x="1448267" y="3742801"/>
                  </a:lnTo>
                  <a:close/>
                  <a:moveTo>
                    <a:pt x="5540873" y="2865831"/>
                  </a:moveTo>
                  <a:cubicBezTo>
                    <a:pt x="5523537" y="2863296"/>
                    <a:pt x="5505061" y="2864841"/>
                    <a:pt x="5486574" y="2871267"/>
                  </a:cubicBezTo>
                  <a:cubicBezTo>
                    <a:pt x="5422848" y="2893418"/>
                    <a:pt x="5394315" y="2950591"/>
                    <a:pt x="5409113" y="3031750"/>
                  </a:cubicBezTo>
                  <a:cubicBezTo>
                    <a:pt x="5478041" y="3031750"/>
                    <a:pt x="5547741" y="3032121"/>
                    <a:pt x="5617421" y="3031098"/>
                  </a:cubicBezTo>
                  <a:cubicBezTo>
                    <a:pt x="5623434" y="3031009"/>
                    <a:pt x="5629312" y="3021700"/>
                    <a:pt x="5635588" y="3008487"/>
                  </a:cubicBezTo>
                  <a:cubicBezTo>
                    <a:pt x="5635617" y="2998059"/>
                    <a:pt x="5635825" y="2987626"/>
                    <a:pt x="5635646" y="2977201"/>
                  </a:cubicBezTo>
                  <a:cubicBezTo>
                    <a:pt x="5634630" y="2917766"/>
                    <a:pt x="5592881" y="2873437"/>
                    <a:pt x="5540873" y="2865831"/>
                  </a:cubicBezTo>
                  <a:close/>
                  <a:moveTo>
                    <a:pt x="5534223" y="2691790"/>
                  </a:moveTo>
                  <a:cubicBezTo>
                    <a:pt x="5692382" y="2694442"/>
                    <a:pt x="5788203" y="2806368"/>
                    <a:pt x="5819053" y="3030756"/>
                  </a:cubicBezTo>
                  <a:cubicBezTo>
                    <a:pt x="5853565" y="3030756"/>
                    <a:pt x="5888770" y="3030756"/>
                    <a:pt x="5930835" y="3030756"/>
                  </a:cubicBezTo>
                  <a:cubicBezTo>
                    <a:pt x="5930835" y="3187257"/>
                    <a:pt x="5930835" y="3339963"/>
                    <a:pt x="5930835" y="3497142"/>
                  </a:cubicBezTo>
                  <a:cubicBezTo>
                    <a:pt x="5930835" y="3614504"/>
                    <a:pt x="5930835" y="3727395"/>
                    <a:pt x="5930835" y="3843106"/>
                  </a:cubicBezTo>
                  <a:cubicBezTo>
                    <a:pt x="5659532" y="3843106"/>
                    <a:pt x="5392064" y="3843106"/>
                    <a:pt x="5120749" y="3843106"/>
                  </a:cubicBezTo>
                  <a:cubicBezTo>
                    <a:pt x="5120749" y="3575570"/>
                    <a:pt x="5120749" y="3307043"/>
                    <a:pt x="5120749" y="3032915"/>
                  </a:cubicBezTo>
                  <a:cubicBezTo>
                    <a:pt x="5156016" y="3032915"/>
                    <a:pt x="5192325" y="3032915"/>
                    <a:pt x="5233998" y="3032915"/>
                  </a:cubicBezTo>
                  <a:cubicBezTo>
                    <a:pt x="5223765" y="2925457"/>
                    <a:pt x="5249857" y="2833581"/>
                    <a:pt x="5327755" y="2764634"/>
                  </a:cubicBezTo>
                  <a:cubicBezTo>
                    <a:pt x="5385368" y="2713641"/>
                    <a:pt x="5455678" y="2690473"/>
                    <a:pt x="5534223" y="2691790"/>
                  </a:cubicBezTo>
                  <a:close/>
                  <a:moveTo>
                    <a:pt x="1388504" y="33"/>
                  </a:moveTo>
                  <a:cubicBezTo>
                    <a:pt x="1397394" y="-190"/>
                    <a:pt x="1406315" y="786"/>
                    <a:pt x="1419632" y="1413"/>
                  </a:cubicBezTo>
                  <a:cubicBezTo>
                    <a:pt x="1424175" y="102923"/>
                    <a:pt x="1428711" y="204269"/>
                    <a:pt x="1433400" y="309059"/>
                  </a:cubicBezTo>
                  <a:cubicBezTo>
                    <a:pt x="1112203" y="319671"/>
                    <a:pt x="841541" y="439555"/>
                    <a:pt x="623822" y="670512"/>
                  </a:cubicBezTo>
                  <a:cubicBezTo>
                    <a:pt x="406044" y="901533"/>
                    <a:pt x="296651" y="1176306"/>
                    <a:pt x="313793" y="1499529"/>
                  </a:cubicBezTo>
                  <a:cubicBezTo>
                    <a:pt x="209771" y="1499529"/>
                    <a:pt x="109095" y="1499529"/>
                    <a:pt x="3523" y="1499529"/>
                  </a:cubicBezTo>
                  <a:cubicBezTo>
                    <a:pt x="-15159" y="1252221"/>
                    <a:pt x="41304" y="1020227"/>
                    <a:pt x="152826" y="796074"/>
                  </a:cubicBezTo>
                  <a:cubicBezTo>
                    <a:pt x="233340" y="639831"/>
                    <a:pt x="333818" y="501871"/>
                    <a:pt x="461320" y="385736"/>
                  </a:cubicBezTo>
                  <a:cubicBezTo>
                    <a:pt x="603610" y="256133"/>
                    <a:pt x="763487" y="154133"/>
                    <a:pt x="946150" y="88438"/>
                  </a:cubicBezTo>
                  <a:cubicBezTo>
                    <a:pt x="1089629" y="36838"/>
                    <a:pt x="1235929" y="3841"/>
                    <a:pt x="1388504" y="33"/>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72" name="Group 2771">
            <a:extLst>
              <a:ext uri="{FF2B5EF4-FFF2-40B4-BE49-F238E27FC236}">
                <a16:creationId xmlns:a16="http://schemas.microsoft.com/office/drawing/2014/main" id="{9F364BB9-5AFE-8963-F3E5-54B333AE0DAA}"/>
              </a:ext>
              <a:ext uri="{C183D7F6-B498-43B3-948B-1728B52AA6E4}">
                <adec:decorative xmlns:adec="http://schemas.microsoft.com/office/drawing/2017/decorative" val="1"/>
              </a:ext>
            </a:extLst>
          </p:cNvPr>
          <p:cNvGrpSpPr>
            <a:grpSpLocks noChangeAspect="1"/>
          </p:cNvGrpSpPr>
          <p:nvPr/>
        </p:nvGrpSpPr>
        <p:grpSpPr>
          <a:xfrm>
            <a:off x="1355506" y="5049527"/>
            <a:ext cx="396357" cy="457200"/>
            <a:chOff x="1355506" y="5049527"/>
            <a:chExt cx="396357" cy="457200"/>
          </a:xfrm>
          <a:solidFill>
            <a:srgbClr val="FF0000"/>
          </a:solidFill>
        </p:grpSpPr>
        <p:sp>
          <p:nvSpPr>
            <p:cNvPr id="2332" name="Freeform: Shape 2331">
              <a:extLst>
                <a:ext uri="{FF2B5EF4-FFF2-40B4-BE49-F238E27FC236}">
                  <a16:creationId xmlns:a16="http://schemas.microsoft.com/office/drawing/2014/main" id="{ADE1E54C-EE13-93DA-9E91-56649FB78587}"/>
                </a:ext>
                <a:ext uri="{C183D7F6-B498-43B3-948B-1728B52AA6E4}">
                  <adec:decorative xmlns:adec="http://schemas.microsoft.com/office/drawing/2017/decorative" val="1"/>
                </a:ext>
              </a:extLst>
            </p:cNvPr>
            <p:cNvSpPr/>
            <p:nvPr/>
          </p:nvSpPr>
          <p:spPr>
            <a:xfrm>
              <a:off x="1355506" y="5049527"/>
              <a:ext cx="336084" cy="325640"/>
            </a:xfrm>
            <a:custGeom>
              <a:avLst/>
              <a:gdLst>
                <a:gd name="connsiteX0" fmla="*/ 3222263 w 5041267"/>
                <a:gd name="connsiteY0" fmla="*/ 4485873 h 4884602"/>
                <a:gd name="connsiteX1" fmla="*/ 3629748 w 5041267"/>
                <a:gd name="connsiteY1" fmla="*/ 4485873 h 4884602"/>
                <a:gd name="connsiteX2" fmla="*/ 3629748 w 5041267"/>
                <a:gd name="connsiteY2" fmla="*/ 4884602 h 4884602"/>
                <a:gd name="connsiteX3" fmla="*/ 3222263 w 5041267"/>
                <a:gd name="connsiteY3" fmla="*/ 4884602 h 4884602"/>
                <a:gd name="connsiteX4" fmla="*/ 1002241 w 5041267"/>
                <a:gd name="connsiteY4" fmla="*/ 3671887 h 4884602"/>
                <a:gd name="connsiteX5" fmla="*/ 1411547 w 5041267"/>
                <a:gd name="connsiteY5" fmla="*/ 3671887 h 4884602"/>
                <a:gd name="connsiteX6" fmla="*/ 1411547 w 5041267"/>
                <a:gd name="connsiteY6" fmla="*/ 4075547 h 4884602"/>
                <a:gd name="connsiteX7" fmla="*/ 1002241 w 5041267"/>
                <a:gd name="connsiteY7" fmla="*/ 4075547 h 4884602"/>
                <a:gd name="connsiteX8" fmla="*/ 3225430 w 5041267"/>
                <a:gd name="connsiteY8" fmla="*/ 2869260 h 4884602"/>
                <a:gd name="connsiteX9" fmla="*/ 3634450 w 5041267"/>
                <a:gd name="connsiteY9" fmla="*/ 2869260 h 4884602"/>
                <a:gd name="connsiteX10" fmla="*/ 3634450 w 5041267"/>
                <a:gd name="connsiteY10" fmla="*/ 3267855 h 4884602"/>
                <a:gd name="connsiteX11" fmla="*/ 3225430 w 5041267"/>
                <a:gd name="connsiteY11" fmla="*/ 3267855 h 4884602"/>
                <a:gd name="connsiteX12" fmla="*/ 4641278 w 5041267"/>
                <a:gd name="connsiteY12" fmla="*/ 2863767 h 4884602"/>
                <a:gd name="connsiteX13" fmla="*/ 5041267 w 5041267"/>
                <a:gd name="connsiteY13" fmla="*/ 2863767 h 4884602"/>
                <a:gd name="connsiteX14" fmla="*/ 5041267 w 5041267"/>
                <a:gd name="connsiteY14" fmla="*/ 3268619 h 4884602"/>
                <a:gd name="connsiteX15" fmla="*/ 4641278 w 5041267"/>
                <a:gd name="connsiteY15" fmla="*/ 3268619 h 4884602"/>
                <a:gd name="connsiteX16" fmla="*/ 1005121 w 5041267"/>
                <a:gd name="connsiteY16" fmla="*/ 2062141 h 4884602"/>
                <a:gd name="connsiteX17" fmla="*/ 1406798 w 5041267"/>
                <a:gd name="connsiteY17" fmla="*/ 2062141 h 4884602"/>
                <a:gd name="connsiteX18" fmla="*/ 1406798 w 5041267"/>
                <a:gd name="connsiteY18" fmla="*/ 2465314 h 4884602"/>
                <a:gd name="connsiteX19" fmla="*/ 1005121 w 5041267"/>
                <a:gd name="connsiteY19" fmla="*/ 2465314 h 4884602"/>
                <a:gd name="connsiteX20" fmla="*/ 3222006 w 5041267"/>
                <a:gd name="connsiteY20" fmla="*/ 1251731 h 4884602"/>
                <a:gd name="connsiteX21" fmla="*/ 3629805 w 5041267"/>
                <a:gd name="connsiteY21" fmla="*/ 1251731 h 4884602"/>
                <a:gd name="connsiteX22" fmla="*/ 3629805 w 5041267"/>
                <a:gd name="connsiteY22" fmla="*/ 1652110 h 4884602"/>
                <a:gd name="connsiteX23" fmla="*/ 3222006 w 5041267"/>
                <a:gd name="connsiteY23" fmla="*/ 1652110 h 4884602"/>
                <a:gd name="connsiteX24" fmla="*/ 0 w 5041267"/>
                <a:gd name="connsiteY24" fmla="*/ 0 h 4884602"/>
                <a:gd name="connsiteX25" fmla="*/ 633897 w 5041267"/>
                <a:gd name="connsiteY25" fmla="*/ 0 h 4884602"/>
                <a:gd name="connsiteX26" fmla="*/ 633897 w 5041267"/>
                <a:gd name="connsiteY26" fmla="*/ 633896 h 4884602"/>
                <a:gd name="connsiteX27" fmla="*/ 0 w 5041267"/>
                <a:gd name="connsiteY27" fmla="*/ 633896 h 4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1267" h="4884602">
                  <a:moveTo>
                    <a:pt x="3222263" y="4485873"/>
                  </a:moveTo>
                  <a:lnTo>
                    <a:pt x="3629748" y="4485873"/>
                  </a:lnTo>
                  <a:lnTo>
                    <a:pt x="3629748" y="4884602"/>
                  </a:lnTo>
                  <a:lnTo>
                    <a:pt x="3222263" y="4884602"/>
                  </a:lnTo>
                  <a:close/>
                  <a:moveTo>
                    <a:pt x="1002241" y="3671887"/>
                  </a:moveTo>
                  <a:lnTo>
                    <a:pt x="1411547" y="3671887"/>
                  </a:lnTo>
                  <a:lnTo>
                    <a:pt x="1411547" y="4075547"/>
                  </a:lnTo>
                  <a:lnTo>
                    <a:pt x="1002241" y="4075547"/>
                  </a:lnTo>
                  <a:close/>
                  <a:moveTo>
                    <a:pt x="3225430" y="2869260"/>
                  </a:moveTo>
                  <a:lnTo>
                    <a:pt x="3634450" y="2869260"/>
                  </a:lnTo>
                  <a:lnTo>
                    <a:pt x="3634450" y="3267855"/>
                  </a:lnTo>
                  <a:lnTo>
                    <a:pt x="3225430" y="3267855"/>
                  </a:lnTo>
                  <a:close/>
                  <a:moveTo>
                    <a:pt x="4641278" y="2863767"/>
                  </a:moveTo>
                  <a:lnTo>
                    <a:pt x="5041267" y="2863767"/>
                  </a:lnTo>
                  <a:lnTo>
                    <a:pt x="5041267" y="3268619"/>
                  </a:lnTo>
                  <a:lnTo>
                    <a:pt x="4641278" y="3268619"/>
                  </a:lnTo>
                  <a:close/>
                  <a:moveTo>
                    <a:pt x="1005121" y="2062141"/>
                  </a:moveTo>
                  <a:lnTo>
                    <a:pt x="1406798" y="2062141"/>
                  </a:lnTo>
                  <a:lnTo>
                    <a:pt x="1406798" y="2465314"/>
                  </a:lnTo>
                  <a:lnTo>
                    <a:pt x="1005121" y="2465314"/>
                  </a:lnTo>
                  <a:close/>
                  <a:moveTo>
                    <a:pt x="3222006" y="1251731"/>
                  </a:moveTo>
                  <a:lnTo>
                    <a:pt x="3629805" y="1251731"/>
                  </a:lnTo>
                  <a:lnTo>
                    <a:pt x="3629805" y="1652110"/>
                  </a:lnTo>
                  <a:lnTo>
                    <a:pt x="3222006" y="1652110"/>
                  </a:lnTo>
                  <a:close/>
                  <a:moveTo>
                    <a:pt x="0" y="0"/>
                  </a:moveTo>
                  <a:lnTo>
                    <a:pt x="633897" y="0"/>
                  </a:lnTo>
                  <a:lnTo>
                    <a:pt x="633897" y="633896"/>
                  </a:lnTo>
                  <a:lnTo>
                    <a:pt x="0" y="633896"/>
                  </a:lnTo>
                  <a:close/>
                </a:path>
              </a:pathLst>
            </a:custGeom>
            <a:solidFill>
              <a:schemeClr val="accent1"/>
            </a:solidFill>
            <a:ln w="6350" cap="flat">
              <a:noFill/>
              <a:prstDash val="solid"/>
              <a:miter/>
            </a:ln>
          </p:spPr>
          <p:txBody>
            <a:bodyPr wrap="square" rtlCol="0" anchor="ctr">
              <a:noAutofit/>
            </a:bodyPr>
            <a:lstStyle/>
            <a:p>
              <a:endParaRPr lang="en-US"/>
            </a:p>
          </p:txBody>
        </p:sp>
        <p:sp>
          <p:nvSpPr>
            <p:cNvPr id="2333" name="Freeform: Shape 2332">
              <a:extLst>
                <a:ext uri="{FF2B5EF4-FFF2-40B4-BE49-F238E27FC236}">
                  <a16:creationId xmlns:a16="http://schemas.microsoft.com/office/drawing/2014/main" id="{D39144C9-D565-225B-A637-0C7270686DD4}"/>
                </a:ext>
                <a:ext uri="{C183D7F6-B498-43B3-948B-1728B52AA6E4}">
                  <adec:decorative xmlns:adec="http://schemas.microsoft.com/office/drawing/2017/decorative" val="1"/>
                </a:ext>
              </a:extLst>
            </p:cNvPr>
            <p:cNvSpPr/>
            <p:nvPr/>
          </p:nvSpPr>
          <p:spPr>
            <a:xfrm>
              <a:off x="1362795" y="5057025"/>
              <a:ext cx="389068" cy="449702"/>
            </a:xfrm>
            <a:custGeom>
              <a:avLst/>
              <a:gdLst>
                <a:gd name="connsiteX0" fmla="*/ 2233629 w 5836021"/>
                <a:gd name="connsiteY0" fmla="*/ 3467787 h 6745527"/>
                <a:gd name="connsiteX1" fmla="*/ 1821989 w 5836021"/>
                <a:gd name="connsiteY1" fmla="*/ 3743129 h 6745527"/>
                <a:gd name="connsiteX2" fmla="*/ 2545989 w 5836021"/>
                <a:gd name="connsiteY2" fmla="*/ 4044181 h 6745527"/>
                <a:gd name="connsiteX3" fmla="*/ 2556789 w 5836021"/>
                <a:gd name="connsiteY3" fmla="*/ 4031753 h 6745527"/>
                <a:gd name="connsiteX4" fmla="*/ 2273462 w 5836021"/>
                <a:gd name="connsiteY4" fmla="*/ 3533573 h 6745527"/>
                <a:gd name="connsiteX5" fmla="*/ 2233629 w 5836021"/>
                <a:gd name="connsiteY5" fmla="*/ 3467787 h 6745527"/>
                <a:gd name="connsiteX6" fmla="*/ 4418937 w 5836021"/>
                <a:gd name="connsiteY6" fmla="*/ 3356601 h 6745527"/>
                <a:gd name="connsiteX7" fmla="*/ 4448463 w 5836021"/>
                <a:gd name="connsiteY7" fmla="*/ 3357554 h 6745527"/>
                <a:gd name="connsiteX8" fmla="*/ 4487248 w 5836021"/>
                <a:gd name="connsiteY8" fmla="*/ 3374907 h 6745527"/>
                <a:gd name="connsiteX9" fmla="*/ 4502078 w 5836021"/>
                <a:gd name="connsiteY9" fmla="*/ 3537719 h 6745527"/>
                <a:gd name="connsiteX10" fmla="*/ 4333275 w 5836021"/>
                <a:gd name="connsiteY10" fmla="*/ 3764821 h 6745527"/>
                <a:gd name="connsiteX11" fmla="*/ 3927292 w 5836021"/>
                <a:gd name="connsiteY11" fmla="*/ 4305770 h 6745527"/>
                <a:gd name="connsiteX12" fmla="*/ 3763583 w 5836021"/>
                <a:gd name="connsiteY12" fmla="*/ 4354574 h 6745527"/>
                <a:gd name="connsiteX13" fmla="*/ 3759919 w 5836021"/>
                <a:gd name="connsiteY13" fmla="*/ 4178865 h 6745527"/>
                <a:gd name="connsiteX14" fmla="*/ 4284399 w 5836021"/>
                <a:gd name="connsiteY14" fmla="*/ 3479039 h 6745527"/>
                <a:gd name="connsiteX15" fmla="*/ 4333255 w 5836021"/>
                <a:gd name="connsiteY15" fmla="*/ 3414609 h 6745527"/>
                <a:gd name="connsiteX16" fmla="*/ 4418937 w 5836021"/>
                <a:gd name="connsiteY16" fmla="*/ 3356601 h 6745527"/>
                <a:gd name="connsiteX17" fmla="*/ 2057481 w 5836021"/>
                <a:gd name="connsiteY17" fmla="*/ 3182342 h 6745527"/>
                <a:gd name="connsiteX18" fmla="*/ 1925202 w 5836021"/>
                <a:gd name="connsiteY18" fmla="*/ 3407972 h 6745527"/>
                <a:gd name="connsiteX19" fmla="*/ 1936832 w 5836021"/>
                <a:gd name="connsiteY19" fmla="*/ 3415626 h 6745527"/>
                <a:gd name="connsiteX20" fmla="*/ 2129712 w 5836021"/>
                <a:gd name="connsiteY20" fmla="*/ 3284302 h 6745527"/>
                <a:gd name="connsiteX21" fmla="*/ 2074623 w 5836021"/>
                <a:gd name="connsiteY21" fmla="*/ 3185525 h 6745527"/>
                <a:gd name="connsiteX22" fmla="*/ 2057481 w 5836021"/>
                <a:gd name="connsiteY22" fmla="*/ 3182342 h 6745527"/>
                <a:gd name="connsiteX23" fmla="*/ 4024209 w 5836021"/>
                <a:gd name="connsiteY23" fmla="*/ 2849657 h 6745527"/>
                <a:gd name="connsiteX24" fmla="*/ 4210965 w 5836021"/>
                <a:gd name="connsiteY24" fmla="*/ 2851466 h 6745527"/>
                <a:gd name="connsiteX25" fmla="*/ 4332998 w 5836021"/>
                <a:gd name="connsiteY25" fmla="*/ 2955155 h 6745527"/>
                <a:gd name="connsiteX26" fmla="*/ 4212657 w 5836021"/>
                <a:gd name="connsiteY26" fmla="*/ 3059086 h 6745527"/>
                <a:gd name="connsiteX27" fmla="*/ 3846213 w 5836021"/>
                <a:gd name="connsiteY27" fmla="*/ 3059130 h 6745527"/>
                <a:gd name="connsiteX28" fmla="*/ 3727620 w 5836021"/>
                <a:gd name="connsiteY28" fmla="*/ 2916135 h 6745527"/>
                <a:gd name="connsiteX29" fmla="*/ 3837763 w 5836021"/>
                <a:gd name="connsiteY29" fmla="*/ 2853990 h 6745527"/>
                <a:gd name="connsiteX30" fmla="*/ 4024209 w 5836021"/>
                <a:gd name="connsiteY30" fmla="*/ 2849657 h 6745527"/>
                <a:gd name="connsiteX31" fmla="*/ 2305620 w 5836021"/>
                <a:gd name="connsiteY31" fmla="*/ 2743645 h 6745527"/>
                <a:gd name="connsiteX32" fmla="*/ 2197116 w 5836021"/>
                <a:gd name="connsiteY32" fmla="*/ 2934605 h 6745527"/>
                <a:gd name="connsiteX33" fmla="*/ 2194275 w 5836021"/>
                <a:gd name="connsiteY33" fmla="*/ 2972703 h 6745527"/>
                <a:gd name="connsiteX34" fmla="*/ 2305578 w 5836021"/>
                <a:gd name="connsiteY34" fmla="*/ 3168003 h 6745527"/>
                <a:gd name="connsiteX35" fmla="*/ 2597928 w 5836021"/>
                <a:gd name="connsiteY35" fmla="*/ 2972867 h 6745527"/>
                <a:gd name="connsiteX36" fmla="*/ 2585214 w 5836021"/>
                <a:gd name="connsiteY36" fmla="*/ 2929899 h 6745527"/>
                <a:gd name="connsiteX37" fmla="*/ 2305620 w 5836021"/>
                <a:gd name="connsiteY37" fmla="*/ 2743645 h 6745527"/>
                <a:gd name="connsiteX38" fmla="*/ 1928993 w 5836021"/>
                <a:gd name="connsiteY38" fmla="*/ 2513861 h 6745527"/>
                <a:gd name="connsiteX39" fmla="*/ 2064503 w 5836021"/>
                <a:gd name="connsiteY39" fmla="*/ 2744622 h 6745527"/>
                <a:gd name="connsiteX40" fmla="*/ 2132265 w 5836021"/>
                <a:gd name="connsiteY40" fmla="*/ 2621610 h 6745527"/>
                <a:gd name="connsiteX41" fmla="*/ 1928993 w 5836021"/>
                <a:gd name="connsiteY41" fmla="*/ 2513861 h 6745527"/>
                <a:gd name="connsiteX42" fmla="*/ 2556309 w 5836021"/>
                <a:gd name="connsiteY42" fmla="*/ 1870166 h 6745527"/>
                <a:gd name="connsiteX43" fmla="*/ 2556302 w 5836021"/>
                <a:gd name="connsiteY43" fmla="*/ 1870167 h 6745527"/>
                <a:gd name="connsiteX44" fmla="*/ 2553704 w 5836021"/>
                <a:gd name="connsiteY44" fmla="*/ 1882137 h 6745527"/>
                <a:gd name="connsiteX45" fmla="*/ 2543504 w 5836021"/>
                <a:gd name="connsiteY45" fmla="*/ 1876276 h 6745527"/>
                <a:gd name="connsiteX46" fmla="*/ 2556301 w 5836021"/>
                <a:gd name="connsiteY46" fmla="*/ 1870168 h 6745527"/>
                <a:gd name="connsiteX47" fmla="*/ 2547555 w 5836021"/>
                <a:gd name="connsiteY47" fmla="*/ 1872089 h 6745527"/>
                <a:gd name="connsiteX48" fmla="*/ 2531226 w 5836021"/>
                <a:gd name="connsiteY48" fmla="*/ 1875354 h 6745527"/>
                <a:gd name="connsiteX49" fmla="*/ 1821782 w 5836021"/>
                <a:gd name="connsiteY49" fmla="*/ 2169210 h 6745527"/>
                <a:gd name="connsiteX50" fmla="*/ 2236853 w 5836021"/>
                <a:gd name="connsiteY50" fmla="*/ 2445693 h 6745527"/>
                <a:gd name="connsiteX51" fmla="*/ 2556865 w 5836021"/>
                <a:gd name="connsiteY51" fmla="*/ 1880307 h 6745527"/>
                <a:gd name="connsiteX52" fmla="*/ 2556309 w 5836021"/>
                <a:gd name="connsiteY52" fmla="*/ 1870166 h 6745527"/>
                <a:gd name="connsiteX53" fmla="*/ 3812570 w 5836021"/>
                <a:gd name="connsiteY53" fmla="*/ 1539818 h 6745527"/>
                <a:gd name="connsiteX54" fmla="*/ 3852857 w 5836021"/>
                <a:gd name="connsiteY54" fmla="*/ 1543104 h 6745527"/>
                <a:gd name="connsiteX55" fmla="*/ 3923520 w 5836021"/>
                <a:gd name="connsiteY55" fmla="*/ 1603235 h 6745527"/>
                <a:gd name="connsiteX56" fmla="*/ 4495839 w 5836021"/>
                <a:gd name="connsiteY56" fmla="*/ 2365234 h 6745527"/>
                <a:gd name="connsiteX57" fmla="*/ 4491333 w 5836021"/>
                <a:gd name="connsiteY57" fmla="*/ 2534846 h 6745527"/>
                <a:gd name="connsiteX58" fmla="*/ 4327953 w 5836021"/>
                <a:gd name="connsiteY58" fmla="*/ 2490224 h 6745527"/>
                <a:gd name="connsiteX59" fmla="*/ 3753728 w 5836021"/>
                <a:gd name="connsiteY59" fmla="*/ 1721092 h 6745527"/>
                <a:gd name="connsiteX60" fmla="*/ 3734910 w 5836021"/>
                <a:gd name="connsiteY60" fmla="*/ 1595374 h 6745527"/>
                <a:gd name="connsiteX61" fmla="*/ 3812570 w 5836021"/>
                <a:gd name="connsiteY61" fmla="*/ 1539818 h 6745527"/>
                <a:gd name="connsiteX62" fmla="*/ 2823711 w 5836021"/>
                <a:gd name="connsiteY62" fmla="*/ 1538238 h 6745527"/>
                <a:gd name="connsiteX63" fmla="*/ 2893593 w 5836021"/>
                <a:gd name="connsiteY63" fmla="*/ 1574269 h 6745527"/>
                <a:gd name="connsiteX64" fmla="*/ 2888616 w 5836021"/>
                <a:gd name="connsiteY64" fmla="*/ 1726660 h 6745527"/>
                <a:gd name="connsiteX65" fmla="*/ 2410121 w 5836021"/>
                <a:gd name="connsiteY65" fmla="*/ 2559947 h 6745527"/>
                <a:gd name="connsiteX66" fmla="*/ 2634208 w 5836021"/>
                <a:gd name="connsiteY66" fmla="*/ 2710984 h 6745527"/>
                <a:gd name="connsiteX67" fmla="*/ 2853446 w 5836021"/>
                <a:gd name="connsiteY67" fmla="*/ 2855864 h 6745527"/>
                <a:gd name="connsiteX68" fmla="*/ 2851791 w 5836021"/>
                <a:gd name="connsiteY68" fmla="*/ 3057331 h 6745527"/>
                <a:gd name="connsiteX69" fmla="*/ 2410187 w 5836021"/>
                <a:gd name="connsiteY69" fmla="*/ 3350818 h 6745527"/>
                <a:gd name="connsiteX70" fmla="*/ 2675103 w 5836021"/>
                <a:gd name="connsiteY70" fmla="*/ 3815756 h 6745527"/>
                <a:gd name="connsiteX71" fmla="*/ 2894687 w 5836021"/>
                <a:gd name="connsiteY71" fmla="*/ 4199788 h 6745527"/>
                <a:gd name="connsiteX72" fmla="*/ 2916440 w 5836021"/>
                <a:gd name="connsiteY72" fmla="*/ 4296012 h 6745527"/>
                <a:gd name="connsiteX73" fmla="*/ 2749880 w 5836021"/>
                <a:gd name="connsiteY73" fmla="*/ 4357878 h 6745527"/>
                <a:gd name="connsiteX74" fmla="*/ 1575586 w 5836021"/>
                <a:gd name="connsiteY74" fmla="*/ 3869892 h 6745527"/>
                <a:gd name="connsiteX75" fmla="*/ 1519350 w 5836021"/>
                <a:gd name="connsiteY75" fmla="*/ 3691938 h 6745527"/>
                <a:gd name="connsiteX76" fmla="*/ 1921036 w 5836021"/>
                <a:gd name="connsiteY76" fmla="*/ 2990159 h 6745527"/>
                <a:gd name="connsiteX77" fmla="*/ 1921751 w 5836021"/>
                <a:gd name="connsiteY77" fmla="*/ 2922990 h 6745527"/>
                <a:gd name="connsiteX78" fmla="*/ 1526967 w 5836021"/>
                <a:gd name="connsiteY78" fmla="*/ 2233106 h 6745527"/>
                <a:gd name="connsiteX79" fmla="*/ 1594606 w 5836021"/>
                <a:gd name="connsiteY79" fmla="*/ 2036154 h 6745527"/>
                <a:gd name="connsiteX80" fmla="*/ 2743065 w 5836021"/>
                <a:gd name="connsiteY80" fmla="*/ 1557487 h 6745527"/>
                <a:gd name="connsiteX81" fmla="*/ 2823711 w 5836021"/>
                <a:gd name="connsiteY81" fmla="*/ 1538238 h 6745527"/>
                <a:gd name="connsiteX82" fmla="*/ 5745129 w 5836021"/>
                <a:gd name="connsiteY82" fmla="*/ 0 h 6745527"/>
                <a:gd name="connsiteX83" fmla="*/ 5823686 w 5836021"/>
                <a:gd name="connsiteY83" fmla="*/ 0 h 6745527"/>
                <a:gd name="connsiteX84" fmla="*/ 5829104 w 5836021"/>
                <a:gd name="connsiteY84" fmla="*/ 44471 h 6745527"/>
                <a:gd name="connsiteX85" fmla="*/ 5823076 w 5836021"/>
                <a:gd name="connsiteY85" fmla="*/ 3580005 h 6745527"/>
                <a:gd name="connsiteX86" fmla="*/ 4621938 w 5836021"/>
                <a:gd name="connsiteY86" fmla="*/ 5689317 h 6745527"/>
                <a:gd name="connsiteX87" fmla="*/ 3013772 w 5836021"/>
                <a:gd name="connsiteY87" fmla="*/ 6704289 h 6745527"/>
                <a:gd name="connsiteX88" fmla="*/ 2950435 w 5836021"/>
                <a:gd name="connsiteY88" fmla="*/ 6745527 h 6745527"/>
                <a:gd name="connsiteX89" fmla="*/ 1243007 w 5836021"/>
                <a:gd name="connsiteY89" fmla="*/ 5695411 h 6745527"/>
                <a:gd name="connsiteX90" fmla="*/ 28812 w 5836021"/>
                <a:gd name="connsiteY90" fmla="*/ 3850584 h 6745527"/>
                <a:gd name="connsiteX91" fmla="*/ 0 w 5836021"/>
                <a:gd name="connsiteY91" fmla="*/ 3444502 h 6745527"/>
                <a:gd name="connsiteX92" fmla="*/ 7573 w 5836021"/>
                <a:gd name="connsiteY92" fmla="*/ 1397649 h 6745527"/>
                <a:gd name="connsiteX93" fmla="*/ 3424 w 5836021"/>
                <a:gd name="connsiteY93" fmla="*/ 1397649 h 6745527"/>
                <a:gd name="connsiteX94" fmla="*/ 3424 w 5836021"/>
                <a:gd name="connsiteY94" fmla="*/ 1148425 h 6745527"/>
                <a:gd name="connsiteX95" fmla="*/ 1841 w 5836021"/>
                <a:gd name="connsiteY95" fmla="*/ 1148425 h 6745527"/>
                <a:gd name="connsiteX96" fmla="*/ 1841 w 5836021"/>
                <a:gd name="connsiteY96" fmla="*/ 1037736 h 6745527"/>
                <a:gd name="connsiteX97" fmla="*/ 1240 w 5836021"/>
                <a:gd name="connsiteY97" fmla="*/ 1037736 h 6745527"/>
                <a:gd name="connsiteX98" fmla="*/ 1240 w 5836021"/>
                <a:gd name="connsiteY98" fmla="*/ 912981 h 6745527"/>
                <a:gd name="connsiteX99" fmla="*/ 582 w 5836021"/>
                <a:gd name="connsiteY99" fmla="*/ 912981 h 6745527"/>
                <a:gd name="connsiteX100" fmla="*/ 582 w 5836021"/>
                <a:gd name="connsiteY100" fmla="*/ 831667 h 6745527"/>
                <a:gd name="connsiteX101" fmla="*/ 427732 w 5836021"/>
                <a:gd name="connsiteY101" fmla="*/ 831667 h 6745527"/>
                <a:gd name="connsiteX102" fmla="*/ 427732 w 5836021"/>
                <a:gd name="connsiteY102" fmla="*/ 912981 h 6745527"/>
                <a:gd name="connsiteX103" fmla="*/ 426321 w 5836021"/>
                <a:gd name="connsiteY103" fmla="*/ 912981 h 6745527"/>
                <a:gd name="connsiteX104" fmla="*/ 426321 w 5836021"/>
                <a:gd name="connsiteY104" fmla="*/ 971205 h 6745527"/>
                <a:gd name="connsiteX105" fmla="*/ 426473 w 5836021"/>
                <a:gd name="connsiteY105" fmla="*/ 971205 h 6745527"/>
                <a:gd name="connsiteX106" fmla="*/ 426473 w 5836021"/>
                <a:gd name="connsiteY106" fmla="*/ 1099404 h 6745527"/>
                <a:gd name="connsiteX107" fmla="*/ 427275 w 5836021"/>
                <a:gd name="connsiteY107" fmla="*/ 1099404 h 6745527"/>
                <a:gd name="connsiteX108" fmla="*/ 427275 w 5836021"/>
                <a:gd name="connsiteY108" fmla="*/ 1397649 h 6745527"/>
                <a:gd name="connsiteX109" fmla="*/ 402678 w 5836021"/>
                <a:gd name="connsiteY109" fmla="*/ 1397649 h 6745527"/>
                <a:gd name="connsiteX110" fmla="*/ 428276 w 5836021"/>
                <a:gd name="connsiteY110" fmla="*/ 1404039 h 6745527"/>
                <a:gd name="connsiteX111" fmla="*/ 431080 w 5836021"/>
                <a:gd name="connsiteY111" fmla="*/ 3465464 h 6745527"/>
                <a:gd name="connsiteX112" fmla="*/ 443583 w 5836021"/>
                <a:gd name="connsiteY112" fmla="*/ 3699859 h 6745527"/>
                <a:gd name="connsiteX113" fmla="*/ 1456763 w 5836021"/>
                <a:gd name="connsiteY113" fmla="*/ 5318389 h 6745527"/>
                <a:gd name="connsiteX114" fmla="*/ 2880900 w 5836021"/>
                <a:gd name="connsiteY114" fmla="*/ 6197294 h 6745527"/>
                <a:gd name="connsiteX115" fmla="*/ 3015651 w 5836021"/>
                <a:gd name="connsiteY115" fmla="*/ 6193803 h 6745527"/>
                <a:gd name="connsiteX116" fmla="*/ 4377662 w 5836021"/>
                <a:gd name="connsiteY116" fmla="*/ 5332799 h 6745527"/>
                <a:gd name="connsiteX117" fmla="*/ 5396660 w 5836021"/>
                <a:gd name="connsiteY117" fmla="*/ 3492273 h 6745527"/>
                <a:gd name="connsiteX118" fmla="*/ 5399006 w 5836021"/>
                <a:gd name="connsiteY118" fmla="*/ 516980 h 6745527"/>
                <a:gd name="connsiteX119" fmla="*/ 5399006 w 5836021"/>
                <a:gd name="connsiteY119" fmla="*/ 430506 h 6745527"/>
                <a:gd name="connsiteX120" fmla="*/ 5315413 w 5836021"/>
                <a:gd name="connsiteY120" fmla="*/ 430506 h 6745527"/>
                <a:gd name="connsiteX121" fmla="*/ 1530524 w 5836021"/>
                <a:gd name="connsiteY121" fmla="*/ 430335 h 6745527"/>
                <a:gd name="connsiteX122" fmla="*/ 1455943 w 5836021"/>
                <a:gd name="connsiteY122" fmla="*/ 425719 h 6745527"/>
                <a:gd name="connsiteX123" fmla="*/ 1455943 w 5836021"/>
                <a:gd name="connsiteY123" fmla="*/ 428008 h 6745527"/>
                <a:gd name="connsiteX124" fmla="*/ 1205154 w 5836021"/>
                <a:gd name="connsiteY124" fmla="*/ 428008 h 6745527"/>
                <a:gd name="connsiteX125" fmla="*/ 1205154 w 5836021"/>
                <a:gd name="connsiteY125" fmla="*/ 427979 h 6745527"/>
                <a:gd name="connsiteX126" fmla="*/ 1065997 w 5836021"/>
                <a:gd name="connsiteY126" fmla="*/ 427979 h 6745527"/>
                <a:gd name="connsiteX127" fmla="*/ 1065997 w 5836021"/>
                <a:gd name="connsiteY127" fmla="*/ 428751 h 6745527"/>
                <a:gd name="connsiteX128" fmla="*/ 834807 w 5836021"/>
                <a:gd name="connsiteY128" fmla="*/ 428751 h 6745527"/>
                <a:gd name="connsiteX129" fmla="*/ 834807 w 5836021"/>
                <a:gd name="connsiteY129" fmla="*/ 1554 h 6745527"/>
                <a:gd name="connsiteX130" fmla="*/ 923388 w 5836021"/>
                <a:gd name="connsiteY130" fmla="*/ 1554 h 6745527"/>
                <a:gd name="connsiteX131" fmla="*/ 923388 w 5836021"/>
                <a:gd name="connsiteY131" fmla="*/ 1630 h 6745527"/>
                <a:gd name="connsiteX132" fmla="*/ 1065997 w 5836021"/>
                <a:gd name="connsiteY132" fmla="*/ 1630 h 6745527"/>
                <a:gd name="connsiteX133" fmla="*/ 1065997 w 5836021"/>
                <a:gd name="connsiteY133" fmla="*/ 1735 h 6745527"/>
                <a:gd name="connsiteX134" fmla="*/ 1219355 w 5836021"/>
                <a:gd name="connsiteY134" fmla="*/ 1735 h 6745527"/>
                <a:gd name="connsiteX135" fmla="*/ 1219355 w 5836021"/>
                <a:gd name="connsiteY135" fmla="*/ 2164 h 6745527"/>
                <a:gd name="connsiteX136" fmla="*/ 1452930 w 5836021"/>
                <a:gd name="connsiteY136" fmla="*/ 2164 h 6745527"/>
                <a:gd name="connsiteX137" fmla="*/ 1579802 w 5836021"/>
                <a:gd name="connsiteY137" fmla="*/ 295 h 6745527"/>
                <a:gd name="connsiteX138" fmla="*/ 5745129 w 5836021"/>
                <a:gd name="connsiteY138" fmla="*/ 0 h 674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836021" h="6745527">
                  <a:moveTo>
                    <a:pt x="2233629" y="3467787"/>
                  </a:moveTo>
                  <a:cubicBezTo>
                    <a:pt x="2094548" y="3560817"/>
                    <a:pt x="1962380" y="3649220"/>
                    <a:pt x="1821989" y="3743129"/>
                  </a:cubicBezTo>
                  <a:cubicBezTo>
                    <a:pt x="2071957" y="3847069"/>
                    <a:pt x="2308973" y="3945625"/>
                    <a:pt x="2545989" y="4044181"/>
                  </a:cubicBezTo>
                  <a:cubicBezTo>
                    <a:pt x="2549590" y="4040037"/>
                    <a:pt x="2553189" y="4035895"/>
                    <a:pt x="2556789" y="4031753"/>
                  </a:cubicBezTo>
                  <a:cubicBezTo>
                    <a:pt x="2463970" y="3868678"/>
                    <a:pt x="2371151" y="3705600"/>
                    <a:pt x="2273462" y="3533573"/>
                  </a:cubicBezTo>
                  <a:cubicBezTo>
                    <a:pt x="2260897" y="3512822"/>
                    <a:pt x="2248331" y="3492070"/>
                    <a:pt x="2233629" y="3467787"/>
                  </a:cubicBezTo>
                  <a:close/>
                  <a:moveTo>
                    <a:pt x="4418937" y="3356601"/>
                  </a:moveTo>
                  <a:cubicBezTo>
                    <a:pt x="4428779" y="3355209"/>
                    <a:pt x="4438647" y="3355521"/>
                    <a:pt x="4448463" y="3357554"/>
                  </a:cubicBezTo>
                  <a:cubicBezTo>
                    <a:pt x="4461550" y="3360264"/>
                    <a:pt x="4474542" y="3366034"/>
                    <a:pt x="4487248" y="3374907"/>
                  </a:cubicBezTo>
                  <a:cubicBezTo>
                    <a:pt x="4541419" y="3412737"/>
                    <a:pt x="4547900" y="3474638"/>
                    <a:pt x="4502078" y="3537719"/>
                  </a:cubicBezTo>
                  <a:cubicBezTo>
                    <a:pt x="4446647" y="3614025"/>
                    <a:pt x="4389842" y="3689342"/>
                    <a:pt x="4333275" y="3764821"/>
                  </a:cubicBezTo>
                  <a:cubicBezTo>
                    <a:pt x="4198070" y="3945227"/>
                    <a:pt x="4062713" y="4125525"/>
                    <a:pt x="3927292" y="4305770"/>
                  </a:cubicBezTo>
                  <a:cubicBezTo>
                    <a:pt x="3876103" y="4373900"/>
                    <a:pt x="3816032" y="4391632"/>
                    <a:pt x="3763583" y="4354574"/>
                  </a:cubicBezTo>
                  <a:cubicBezTo>
                    <a:pt x="3709549" y="4316395"/>
                    <a:pt x="3707694" y="4248695"/>
                    <a:pt x="3759919" y="4178865"/>
                  </a:cubicBezTo>
                  <a:cubicBezTo>
                    <a:pt x="3933529" y="3946736"/>
                    <a:pt x="4107471" y="3714855"/>
                    <a:pt x="4284399" y="3479039"/>
                  </a:cubicBezTo>
                  <a:cubicBezTo>
                    <a:pt x="4302741" y="3454990"/>
                    <a:pt x="4317662" y="3434535"/>
                    <a:pt x="4333255" y="3414609"/>
                  </a:cubicBezTo>
                  <a:cubicBezTo>
                    <a:pt x="4360128" y="3380274"/>
                    <a:pt x="4389411" y="3360774"/>
                    <a:pt x="4418937" y="3356601"/>
                  </a:cubicBezTo>
                  <a:close/>
                  <a:moveTo>
                    <a:pt x="2057481" y="3182342"/>
                  </a:moveTo>
                  <a:cubicBezTo>
                    <a:pt x="2012880" y="3257249"/>
                    <a:pt x="1969088" y="3332640"/>
                    <a:pt x="1925202" y="3407972"/>
                  </a:cubicBezTo>
                  <a:cubicBezTo>
                    <a:pt x="1929078" y="3410523"/>
                    <a:pt x="1932954" y="3413073"/>
                    <a:pt x="1936832" y="3415626"/>
                  </a:cubicBezTo>
                  <a:cubicBezTo>
                    <a:pt x="2000565" y="3372234"/>
                    <a:pt x="2064298" y="3328841"/>
                    <a:pt x="2129712" y="3284302"/>
                  </a:cubicBezTo>
                  <a:cubicBezTo>
                    <a:pt x="2110124" y="3249393"/>
                    <a:pt x="2094437" y="3221432"/>
                    <a:pt x="2074623" y="3185525"/>
                  </a:cubicBezTo>
                  <a:cubicBezTo>
                    <a:pt x="2068704" y="3184340"/>
                    <a:pt x="2058510" y="3180612"/>
                    <a:pt x="2057481" y="3182342"/>
                  </a:cubicBezTo>
                  <a:close/>
                  <a:moveTo>
                    <a:pt x="4024209" y="2849657"/>
                  </a:moveTo>
                  <a:cubicBezTo>
                    <a:pt x="4086449" y="2849809"/>
                    <a:pt x="4148741" y="2850984"/>
                    <a:pt x="4210965" y="2851466"/>
                  </a:cubicBezTo>
                  <a:cubicBezTo>
                    <a:pt x="4285094" y="2852041"/>
                    <a:pt x="4332510" y="2893640"/>
                    <a:pt x="4332998" y="2955155"/>
                  </a:cubicBezTo>
                  <a:cubicBezTo>
                    <a:pt x="4333486" y="3016790"/>
                    <a:pt x="4286243" y="3058624"/>
                    <a:pt x="4212657" y="3059086"/>
                  </a:cubicBezTo>
                  <a:cubicBezTo>
                    <a:pt x="4090513" y="3059856"/>
                    <a:pt x="3968359" y="3059705"/>
                    <a:pt x="3846213" y="3059130"/>
                  </a:cubicBezTo>
                  <a:cubicBezTo>
                    <a:pt x="3748446" y="3058670"/>
                    <a:pt x="3716596" y="3021767"/>
                    <a:pt x="3727620" y="2916135"/>
                  </a:cubicBezTo>
                  <a:cubicBezTo>
                    <a:pt x="3765746" y="2891028"/>
                    <a:pt x="3800801" y="2856142"/>
                    <a:pt x="3837763" y="2853990"/>
                  </a:cubicBezTo>
                  <a:cubicBezTo>
                    <a:pt x="3899780" y="2850378"/>
                    <a:pt x="3961968" y="2849506"/>
                    <a:pt x="4024209" y="2849657"/>
                  </a:cubicBezTo>
                  <a:close/>
                  <a:moveTo>
                    <a:pt x="2305620" y="2743645"/>
                  </a:moveTo>
                  <a:cubicBezTo>
                    <a:pt x="2266855" y="2811333"/>
                    <a:pt x="2230982" y="2872422"/>
                    <a:pt x="2197116" y="2934605"/>
                  </a:cubicBezTo>
                  <a:cubicBezTo>
                    <a:pt x="2191433" y="2945039"/>
                    <a:pt x="2189074" y="2963096"/>
                    <a:pt x="2194275" y="2972703"/>
                  </a:cubicBezTo>
                  <a:cubicBezTo>
                    <a:pt x="2228944" y="3036724"/>
                    <a:pt x="2266085" y="3099403"/>
                    <a:pt x="2305578" y="3168003"/>
                  </a:cubicBezTo>
                  <a:cubicBezTo>
                    <a:pt x="2407954" y="3100304"/>
                    <a:pt x="2503666" y="3037637"/>
                    <a:pt x="2597928" y="2972867"/>
                  </a:cubicBezTo>
                  <a:cubicBezTo>
                    <a:pt x="2602770" y="2969540"/>
                    <a:pt x="2595203" y="2948158"/>
                    <a:pt x="2585214" y="2929899"/>
                  </a:cubicBezTo>
                  <a:cubicBezTo>
                    <a:pt x="2493788" y="2868995"/>
                    <a:pt x="2402365" y="2808093"/>
                    <a:pt x="2305620" y="2743645"/>
                  </a:cubicBezTo>
                  <a:close/>
                  <a:moveTo>
                    <a:pt x="1928993" y="2513861"/>
                  </a:moveTo>
                  <a:cubicBezTo>
                    <a:pt x="1972334" y="2587666"/>
                    <a:pt x="2015673" y="2661468"/>
                    <a:pt x="2064503" y="2744622"/>
                  </a:cubicBezTo>
                  <a:cubicBezTo>
                    <a:pt x="2089144" y="2699888"/>
                    <a:pt x="2108352" y="2665019"/>
                    <a:pt x="2132265" y="2621610"/>
                  </a:cubicBezTo>
                  <a:cubicBezTo>
                    <a:pt x="2061078" y="2580967"/>
                    <a:pt x="1994426" y="2542912"/>
                    <a:pt x="1928993" y="2513861"/>
                  </a:cubicBezTo>
                  <a:close/>
                  <a:moveTo>
                    <a:pt x="2556309" y="1870166"/>
                  </a:moveTo>
                  <a:lnTo>
                    <a:pt x="2556302" y="1870167"/>
                  </a:lnTo>
                  <a:lnTo>
                    <a:pt x="2553704" y="1882137"/>
                  </a:lnTo>
                  <a:cubicBezTo>
                    <a:pt x="2548931" y="1882303"/>
                    <a:pt x="2547310" y="1880644"/>
                    <a:pt x="2543504" y="1876276"/>
                  </a:cubicBezTo>
                  <a:lnTo>
                    <a:pt x="2556301" y="1870168"/>
                  </a:lnTo>
                  <a:lnTo>
                    <a:pt x="2547555" y="1872089"/>
                  </a:lnTo>
                  <a:cubicBezTo>
                    <a:pt x="2543795" y="1872879"/>
                    <a:pt x="2538773" y="1873893"/>
                    <a:pt x="2531226" y="1875354"/>
                  </a:cubicBezTo>
                  <a:cubicBezTo>
                    <a:pt x="2299165" y="1971475"/>
                    <a:pt x="2067102" y="2067596"/>
                    <a:pt x="1821782" y="2169210"/>
                  </a:cubicBezTo>
                  <a:cubicBezTo>
                    <a:pt x="1968624" y="2267023"/>
                    <a:pt x="2099850" y="2354433"/>
                    <a:pt x="2236853" y="2445693"/>
                  </a:cubicBezTo>
                  <a:cubicBezTo>
                    <a:pt x="2344309" y="2253279"/>
                    <a:pt x="2447432" y="2068616"/>
                    <a:pt x="2556865" y="1880307"/>
                  </a:cubicBezTo>
                  <a:cubicBezTo>
                    <a:pt x="2556680" y="1876926"/>
                    <a:pt x="2556494" y="1873545"/>
                    <a:pt x="2556309" y="1870166"/>
                  </a:cubicBezTo>
                  <a:close/>
                  <a:moveTo>
                    <a:pt x="3812570" y="1539818"/>
                  </a:moveTo>
                  <a:cubicBezTo>
                    <a:pt x="3825284" y="1539274"/>
                    <a:pt x="3838875" y="1540428"/>
                    <a:pt x="3852857" y="1543104"/>
                  </a:cubicBezTo>
                  <a:cubicBezTo>
                    <a:pt x="3879933" y="1564134"/>
                    <a:pt x="3906187" y="1580312"/>
                    <a:pt x="3923520" y="1603235"/>
                  </a:cubicBezTo>
                  <a:cubicBezTo>
                    <a:pt x="4115132" y="1856599"/>
                    <a:pt x="4305533" y="2110881"/>
                    <a:pt x="4495839" y="2365234"/>
                  </a:cubicBezTo>
                  <a:cubicBezTo>
                    <a:pt x="4547126" y="2433777"/>
                    <a:pt x="4544796" y="2495600"/>
                    <a:pt x="4491333" y="2534846"/>
                  </a:cubicBezTo>
                  <a:cubicBezTo>
                    <a:pt x="4436861" y="2574830"/>
                    <a:pt x="4380159" y="2559679"/>
                    <a:pt x="4327953" y="2490224"/>
                  </a:cubicBezTo>
                  <a:cubicBezTo>
                    <a:pt x="4135700" y="2234464"/>
                    <a:pt x="3942011" y="1979746"/>
                    <a:pt x="3753728" y="1721092"/>
                  </a:cubicBezTo>
                  <a:cubicBezTo>
                    <a:pt x="3731110" y="1690019"/>
                    <a:pt x="3725237" y="1633995"/>
                    <a:pt x="3734910" y="1595374"/>
                  </a:cubicBezTo>
                  <a:cubicBezTo>
                    <a:pt x="3744179" y="1558370"/>
                    <a:pt x="3774429" y="1541451"/>
                    <a:pt x="3812570" y="1539818"/>
                  </a:cubicBezTo>
                  <a:close/>
                  <a:moveTo>
                    <a:pt x="2823711" y="1538238"/>
                  </a:moveTo>
                  <a:cubicBezTo>
                    <a:pt x="2848837" y="1539262"/>
                    <a:pt x="2872170" y="1549500"/>
                    <a:pt x="2893593" y="1574269"/>
                  </a:cubicBezTo>
                  <a:cubicBezTo>
                    <a:pt x="2936696" y="1624106"/>
                    <a:pt x="2919049" y="1674249"/>
                    <a:pt x="2888616" y="1726660"/>
                  </a:cubicBezTo>
                  <a:cubicBezTo>
                    <a:pt x="2729084" y="2001413"/>
                    <a:pt x="2571946" y="2277555"/>
                    <a:pt x="2410121" y="2559947"/>
                  </a:cubicBezTo>
                  <a:cubicBezTo>
                    <a:pt x="2486296" y="2611328"/>
                    <a:pt x="2560046" y="2661466"/>
                    <a:pt x="2634208" y="2710984"/>
                  </a:cubicBezTo>
                  <a:cubicBezTo>
                    <a:pt x="2707055" y="2759627"/>
                    <a:pt x="2780171" y="2807868"/>
                    <a:pt x="2853446" y="2855864"/>
                  </a:cubicBezTo>
                  <a:cubicBezTo>
                    <a:pt x="2945556" y="2916195"/>
                    <a:pt x="2944706" y="2995907"/>
                    <a:pt x="2851791" y="3057331"/>
                  </a:cubicBezTo>
                  <a:cubicBezTo>
                    <a:pt x="2705948" y="3153742"/>
                    <a:pt x="2560551" y="3250836"/>
                    <a:pt x="2410187" y="3350818"/>
                  </a:cubicBezTo>
                  <a:cubicBezTo>
                    <a:pt x="2500136" y="3508736"/>
                    <a:pt x="2587357" y="3662396"/>
                    <a:pt x="2675103" y="3815756"/>
                  </a:cubicBezTo>
                  <a:cubicBezTo>
                    <a:pt x="2748336" y="3943750"/>
                    <a:pt x="2823477" y="4070684"/>
                    <a:pt x="2894687" y="4199788"/>
                  </a:cubicBezTo>
                  <a:cubicBezTo>
                    <a:pt x="2909267" y="4226216"/>
                    <a:pt x="2910144" y="4260205"/>
                    <a:pt x="2916440" y="4296012"/>
                  </a:cubicBezTo>
                  <a:cubicBezTo>
                    <a:pt x="2869560" y="4377409"/>
                    <a:pt x="2828663" y="4390681"/>
                    <a:pt x="2749880" y="4357878"/>
                  </a:cubicBezTo>
                  <a:cubicBezTo>
                    <a:pt x="2358559" y="4194949"/>
                    <a:pt x="1967091" y="4032374"/>
                    <a:pt x="1575586" y="3869892"/>
                  </a:cubicBezTo>
                  <a:cubicBezTo>
                    <a:pt x="1492030" y="3835214"/>
                    <a:pt x="1473208" y="3771532"/>
                    <a:pt x="1519350" y="3691938"/>
                  </a:cubicBezTo>
                  <a:cubicBezTo>
                    <a:pt x="1654533" y="3458751"/>
                    <a:pt x="1788715" y="3224977"/>
                    <a:pt x="1921036" y="2990159"/>
                  </a:cubicBezTo>
                  <a:cubicBezTo>
                    <a:pt x="1930879" y="2972691"/>
                    <a:pt x="1931461" y="2940256"/>
                    <a:pt x="1921751" y="2922990"/>
                  </a:cubicBezTo>
                  <a:cubicBezTo>
                    <a:pt x="1791870" y="2692060"/>
                    <a:pt x="1660633" y="2461868"/>
                    <a:pt x="1526967" y="2233106"/>
                  </a:cubicBezTo>
                  <a:cubicBezTo>
                    <a:pt x="1469979" y="2135578"/>
                    <a:pt x="1489111" y="2079628"/>
                    <a:pt x="1594606" y="2036154"/>
                  </a:cubicBezTo>
                  <a:cubicBezTo>
                    <a:pt x="1978065" y="1878140"/>
                    <a:pt x="2361038" y="1718924"/>
                    <a:pt x="2743065" y="1557487"/>
                  </a:cubicBezTo>
                  <a:cubicBezTo>
                    <a:pt x="2771664" y="1545402"/>
                    <a:pt x="2798584" y="1537213"/>
                    <a:pt x="2823711" y="1538238"/>
                  </a:cubicBezTo>
                  <a:close/>
                  <a:moveTo>
                    <a:pt x="5745129" y="0"/>
                  </a:moveTo>
                  <a:cubicBezTo>
                    <a:pt x="5770088" y="0"/>
                    <a:pt x="5795046" y="0"/>
                    <a:pt x="5823686" y="0"/>
                  </a:cubicBezTo>
                  <a:cubicBezTo>
                    <a:pt x="5826004" y="18358"/>
                    <a:pt x="5829104" y="31415"/>
                    <a:pt x="5829104" y="44471"/>
                  </a:cubicBezTo>
                  <a:cubicBezTo>
                    <a:pt x="5829275" y="1223024"/>
                    <a:pt x="5848016" y="2401978"/>
                    <a:pt x="5823076" y="3580005"/>
                  </a:cubicBezTo>
                  <a:cubicBezTo>
                    <a:pt x="5803906" y="4485586"/>
                    <a:pt x="5381096" y="5193862"/>
                    <a:pt x="4621938" y="5689317"/>
                  </a:cubicBezTo>
                  <a:cubicBezTo>
                    <a:pt x="4091166" y="6035725"/>
                    <a:pt x="3550170" y="6366483"/>
                    <a:pt x="3013772" y="6704289"/>
                  </a:cubicBezTo>
                  <a:cubicBezTo>
                    <a:pt x="2992504" y="6717679"/>
                    <a:pt x="2971627" y="6731708"/>
                    <a:pt x="2950435" y="6745527"/>
                  </a:cubicBezTo>
                  <a:cubicBezTo>
                    <a:pt x="2380809" y="6395791"/>
                    <a:pt x="1808332" y="6051290"/>
                    <a:pt x="1243007" y="5695411"/>
                  </a:cubicBezTo>
                  <a:cubicBezTo>
                    <a:pt x="560680" y="5265868"/>
                    <a:pt x="156715" y="4646583"/>
                    <a:pt x="28812" y="3850584"/>
                  </a:cubicBezTo>
                  <a:cubicBezTo>
                    <a:pt x="7353" y="3717054"/>
                    <a:pt x="448" y="3579977"/>
                    <a:pt x="0" y="3444502"/>
                  </a:cubicBezTo>
                  <a:lnTo>
                    <a:pt x="7573" y="1397649"/>
                  </a:lnTo>
                  <a:lnTo>
                    <a:pt x="3424" y="1397649"/>
                  </a:lnTo>
                  <a:lnTo>
                    <a:pt x="3424" y="1148425"/>
                  </a:lnTo>
                  <a:lnTo>
                    <a:pt x="1841" y="1148425"/>
                  </a:lnTo>
                  <a:lnTo>
                    <a:pt x="1841" y="1037736"/>
                  </a:lnTo>
                  <a:lnTo>
                    <a:pt x="1240" y="1037736"/>
                  </a:lnTo>
                  <a:lnTo>
                    <a:pt x="1240" y="912981"/>
                  </a:lnTo>
                  <a:lnTo>
                    <a:pt x="582" y="912981"/>
                  </a:lnTo>
                  <a:lnTo>
                    <a:pt x="582" y="831667"/>
                  </a:lnTo>
                  <a:lnTo>
                    <a:pt x="427732" y="831667"/>
                  </a:lnTo>
                  <a:lnTo>
                    <a:pt x="427732" y="912981"/>
                  </a:lnTo>
                  <a:lnTo>
                    <a:pt x="426321" y="912981"/>
                  </a:lnTo>
                  <a:lnTo>
                    <a:pt x="426321" y="971205"/>
                  </a:lnTo>
                  <a:lnTo>
                    <a:pt x="426473" y="971205"/>
                  </a:lnTo>
                  <a:lnTo>
                    <a:pt x="426473" y="1099404"/>
                  </a:lnTo>
                  <a:lnTo>
                    <a:pt x="427275" y="1099404"/>
                  </a:lnTo>
                  <a:lnTo>
                    <a:pt x="427275" y="1397649"/>
                  </a:lnTo>
                  <a:lnTo>
                    <a:pt x="402678" y="1397649"/>
                  </a:lnTo>
                  <a:lnTo>
                    <a:pt x="428276" y="1404039"/>
                  </a:lnTo>
                  <a:cubicBezTo>
                    <a:pt x="429706" y="2095435"/>
                    <a:pt x="429735" y="2780450"/>
                    <a:pt x="431080" y="3465464"/>
                  </a:cubicBezTo>
                  <a:cubicBezTo>
                    <a:pt x="431232" y="3543631"/>
                    <a:pt x="433960" y="3622379"/>
                    <a:pt x="443583" y="3699859"/>
                  </a:cubicBezTo>
                  <a:cubicBezTo>
                    <a:pt x="530047" y="4396271"/>
                    <a:pt x="865536" y="4940994"/>
                    <a:pt x="1456763" y="5318389"/>
                  </a:cubicBezTo>
                  <a:cubicBezTo>
                    <a:pt x="1926907" y="5618494"/>
                    <a:pt x="2406932" y="5903102"/>
                    <a:pt x="2880900" y="6197294"/>
                  </a:cubicBezTo>
                  <a:cubicBezTo>
                    <a:pt x="2932343" y="6229224"/>
                    <a:pt x="2966544" y="6225018"/>
                    <a:pt x="3015651" y="6193803"/>
                  </a:cubicBezTo>
                  <a:cubicBezTo>
                    <a:pt x="3468876" y="5905572"/>
                    <a:pt x="3927413" y="5625571"/>
                    <a:pt x="4377662" y="5332799"/>
                  </a:cubicBezTo>
                  <a:cubicBezTo>
                    <a:pt x="5041344" y="4901253"/>
                    <a:pt x="5388888" y="4284066"/>
                    <a:pt x="5396660" y="3492273"/>
                  </a:cubicBezTo>
                  <a:cubicBezTo>
                    <a:pt x="5406398" y="2500592"/>
                    <a:pt x="5399006" y="1508748"/>
                    <a:pt x="5399006" y="516980"/>
                  </a:cubicBezTo>
                  <a:cubicBezTo>
                    <a:pt x="5399006" y="490180"/>
                    <a:pt x="5399006" y="463381"/>
                    <a:pt x="5399006" y="430506"/>
                  </a:cubicBezTo>
                  <a:cubicBezTo>
                    <a:pt x="5365168" y="430506"/>
                    <a:pt x="5340296" y="430506"/>
                    <a:pt x="5315413" y="430506"/>
                  </a:cubicBezTo>
                  <a:cubicBezTo>
                    <a:pt x="4053780" y="430487"/>
                    <a:pt x="2792157" y="430478"/>
                    <a:pt x="1530524" y="430335"/>
                  </a:cubicBezTo>
                  <a:lnTo>
                    <a:pt x="1455943" y="425719"/>
                  </a:lnTo>
                  <a:lnTo>
                    <a:pt x="1455943" y="428008"/>
                  </a:lnTo>
                  <a:lnTo>
                    <a:pt x="1205154" y="428008"/>
                  </a:lnTo>
                  <a:lnTo>
                    <a:pt x="1205154" y="427979"/>
                  </a:lnTo>
                  <a:lnTo>
                    <a:pt x="1065997" y="427979"/>
                  </a:lnTo>
                  <a:lnTo>
                    <a:pt x="1065997" y="428751"/>
                  </a:lnTo>
                  <a:lnTo>
                    <a:pt x="834807" y="428751"/>
                  </a:lnTo>
                  <a:lnTo>
                    <a:pt x="834807" y="1554"/>
                  </a:lnTo>
                  <a:lnTo>
                    <a:pt x="923388" y="1554"/>
                  </a:lnTo>
                  <a:lnTo>
                    <a:pt x="923388" y="1630"/>
                  </a:lnTo>
                  <a:lnTo>
                    <a:pt x="1065997" y="1630"/>
                  </a:lnTo>
                  <a:lnTo>
                    <a:pt x="1065997" y="1735"/>
                  </a:lnTo>
                  <a:lnTo>
                    <a:pt x="1219355" y="1735"/>
                  </a:lnTo>
                  <a:lnTo>
                    <a:pt x="1219355" y="2164"/>
                  </a:lnTo>
                  <a:lnTo>
                    <a:pt x="1452930" y="2164"/>
                  </a:lnTo>
                  <a:lnTo>
                    <a:pt x="1579802" y="295"/>
                  </a:lnTo>
                  <a:cubicBezTo>
                    <a:pt x="2968241" y="28"/>
                    <a:pt x="4356681" y="47"/>
                    <a:pt x="5745129" y="0"/>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2768" name="Group 2767">
            <a:extLst>
              <a:ext uri="{FF2B5EF4-FFF2-40B4-BE49-F238E27FC236}">
                <a16:creationId xmlns:a16="http://schemas.microsoft.com/office/drawing/2014/main" id="{2B7C13D6-F6C5-9924-417D-6B9C01B73944}"/>
              </a:ext>
              <a:ext uri="{C183D7F6-B498-43B3-948B-1728B52AA6E4}">
                <adec:decorative xmlns:adec="http://schemas.microsoft.com/office/drawing/2017/decorative" val="1"/>
              </a:ext>
            </a:extLst>
          </p:cNvPr>
          <p:cNvGrpSpPr>
            <a:grpSpLocks noChangeAspect="1"/>
          </p:cNvGrpSpPr>
          <p:nvPr/>
        </p:nvGrpSpPr>
        <p:grpSpPr>
          <a:xfrm>
            <a:off x="1876928" y="5049527"/>
            <a:ext cx="432187" cy="457200"/>
            <a:chOff x="1876928" y="5049527"/>
            <a:chExt cx="432187" cy="457200"/>
          </a:xfrm>
          <a:solidFill>
            <a:srgbClr val="FF0000"/>
          </a:solidFill>
        </p:grpSpPr>
        <p:sp>
          <p:nvSpPr>
            <p:cNvPr id="2347" name="Freeform: Shape 2346">
              <a:extLst>
                <a:ext uri="{FF2B5EF4-FFF2-40B4-BE49-F238E27FC236}">
                  <a16:creationId xmlns:a16="http://schemas.microsoft.com/office/drawing/2014/main" id="{E1ACCD62-6E58-C37E-90A6-2CF2C5781E69}"/>
                </a:ext>
                <a:ext uri="{C183D7F6-B498-43B3-948B-1728B52AA6E4}">
                  <adec:decorative xmlns:adec="http://schemas.microsoft.com/office/drawing/2017/decorative" val="1"/>
                </a:ext>
              </a:extLst>
            </p:cNvPr>
            <p:cNvSpPr/>
            <p:nvPr/>
          </p:nvSpPr>
          <p:spPr>
            <a:xfrm>
              <a:off x="1882625" y="5056025"/>
              <a:ext cx="426490" cy="450702"/>
            </a:xfrm>
            <a:custGeom>
              <a:avLst/>
              <a:gdLst>
                <a:gd name="connsiteX0" fmla="*/ 2025358 w 6397349"/>
                <a:gd name="connsiteY0" fmla="*/ 2714914 h 6760527"/>
                <a:gd name="connsiteX1" fmla="*/ 1552242 w 6397349"/>
                <a:gd name="connsiteY1" fmla="*/ 3188031 h 6760527"/>
                <a:gd name="connsiteX2" fmla="*/ 2025358 w 6397349"/>
                <a:gd name="connsiteY2" fmla="*/ 3661154 h 6760527"/>
                <a:gd name="connsiteX3" fmla="*/ 2498475 w 6397349"/>
                <a:gd name="connsiteY3" fmla="*/ 3188031 h 6760527"/>
                <a:gd name="connsiteX4" fmla="*/ 2025358 w 6397349"/>
                <a:gd name="connsiteY4" fmla="*/ 2714914 h 6760527"/>
                <a:gd name="connsiteX5" fmla="*/ 2025358 w 6397349"/>
                <a:gd name="connsiteY5" fmla="*/ 2356882 h 6760527"/>
                <a:gd name="connsiteX6" fmla="*/ 2856516 w 6397349"/>
                <a:gd name="connsiteY6" fmla="*/ 3188031 h 6760527"/>
                <a:gd name="connsiteX7" fmla="*/ 2025358 w 6397349"/>
                <a:gd name="connsiteY7" fmla="*/ 4019187 h 6760527"/>
                <a:gd name="connsiteX8" fmla="*/ 1194209 w 6397349"/>
                <a:gd name="connsiteY8" fmla="*/ 3188031 h 6760527"/>
                <a:gd name="connsiteX9" fmla="*/ 2025358 w 6397349"/>
                <a:gd name="connsiteY9" fmla="*/ 2356882 h 6760527"/>
                <a:gd name="connsiteX10" fmla="*/ 4890637 w 6397349"/>
                <a:gd name="connsiteY10" fmla="*/ 2168371 h 6760527"/>
                <a:gd name="connsiteX11" fmla="*/ 5267309 w 6397349"/>
                <a:gd name="connsiteY11" fmla="*/ 2168371 h 6760527"/>
                <a:gd name="connsiteX12" fmla="*/ 5267309 w 6397349"/>
                <a:gd name="connsiteY12" fmla="*/ 4207706 h 6760527"/>
                <a:gd name="connsiteX13" fmla="*/ 4890637 w 6397349"/>
                <a:gd name="connsiteY13" fmla="*/ 4207706 h 6760527"/>
                <a:gd name="connsiteX14" fmla="*/ 2857473 w 6397349"/>
                <a:gd name="connsiteY14" fmla="*/ 0 h 6760527"/>
                <a:gd name="connsiteX15" fmla="*/ 6011835 w 6397349"/>
                <a:gd name="connsiteY15" fmla="*/ 0 h 6760527"/>
                <a:gd name="connsiteX16" fmla="*/ 6011912 w 6397349"/>
                <a:gd name="connsiteY16" fmla="*/ 8 h 6760527"/>
                <a:gd name="connsiteX17" fmla="*/ 6209010 w 6397349"/>
                <a:gd name="connsiteY17" fmla="*/ 8 h 6760527"/>
                <a:gd name="connsiteX18" fmla="*/ 6209010 w 6397349"/>
                <a:gd name="connsiteY18" fmla="*/ 60655 h 6760527"/>
                <a:gd name="connsiteX19" fmla="*/ 6225885 w 6397349"/>
                <a:gd name="connsiteY19" fmla="*/ 70419 h 6760527"/>
                <a:gd name="connsiteX20" fmla="*/ 6350134 w 6397349"/>
                <a:gd name="connsiteY20" fmla="*/ 212753 h 6760527"/>
                <a:gd name="connsiteX21" fmla="*/ 6373653 w 6397349"/>
                <a:gd name="connsiteY21" fmla="*/ 273239 h 6760527"/>
                <a:gd name="connsiteX22" fmla="*/ 6392116 w 6397349"/>
                <a:gd name="connsiteY22" fmla="*/ 273239 h 6760527"/>
                <a:gd name="connsiteX23" fmla="*/ 6392116 w 6397349"/>
                <a:gd name="connsiteY23" fmla="*/ 358352 h 6760527"/>
                <a:gd name="connsiteX24" fmla="*/ 6397349 w 6397349"/>
                <a:gd name="connsiteY24" fmla="*/ 399489 h 6760527"/>
                <a:gd name="connsiteX25" fmla="*/ 6397349 w 6397349"/>
                <a:gd name="connsiteY25" fmla="*/ 6425292 h 6760527"/>
                <a:gd name="connsiteX26" fmla="*/ 5732473 w 6397349"/>
                <a:gd name="connsiteY26" fmla="*/ 6425292 h 6760527"/>
                <a:gd name="connsiteX27" fmla="*/ 5726883 w 6397349"/>
                <a:gd name="connsiteY27" fmla="*/ 6425292 h 6760527"/>
                <a:gd name="connsiteX28" fmla="*/ 5726883 w 6397349"/>
                <a:gd name="connsiteY28" fmla="*/ 6760527 h 6760527"/>
                <a:gd name="connsiteX29" fmla="*/ 5056425 w 6397349"/>
                <a:gd name="connsiteY29" fmla="*/ 6760527 h 6760527"/>
                <a:gd name="connsiteX30" fmla="*/ 5056425 w 6397349"/>
                <a:gd name="connsiteY30" fmla="*/ 6425292 h 6760527"/>
                <a:gd name="connsiteX31" fmla="*/ 1340924 w 6397349"/>
                <a:gd name="connsiteY31" fmla="*/ 6425292 h 6760527"/>
                <a:gd name="connsiteX32" fmla="*/ 1340924 w 6397349"/>
                <a:gd name="connsiteY32" fmla="*/ 6760527 h 6760527"/>
                <a:gd name="connsiteX33" fmla="*/ 670469 w 6397349"/>
                <a:gd name="connsiteY33" fmla="*/ 6760527 h 6760527"/>
                <a:gd name="connsiteX34" fmla="*/ 670469 w 6397349"/>
                <a:gd name="connsiteY34" fmla="*/ 6425292 h 6760527"/>
                <a:gd name="connsiteX35" fmla="*/ 388308 w 6397349"/>
                <a:gd name="connsiteY35" fmla="*/ 6425292 h 6760527"/>
                <a:gd name="connsiteX36" fmla="*/ 30818 w 6397349"/>
                <a:gd name="connsiteY36" fmla="*/ 6188406 h 6760527"/>
                <a:gd name="connsiteX37" fmla="*/ 24247 w 6397349"/>
                <a:gd name="connsiteY37" fmla="*/ 6167411 h 6760527"/>
                <a:gd name="connsiteX38" fmla="*/ 0 w 6397349"/>
                <a:gd name="connsiteY38" fmla="*/ 6167411 h 6760527"/>
                <a:gd name="connsiteX39" fmla="*/ 0 w 6397349"/>
                <a:gd name="connsiteY39" fmla="*/ 6036987 h 6760527"/>
                <a:gd name="connsiteX40" fmla="*/ 0 w 6397349"/>
                <a:gd name="connsiteY40" fmla="*/ 5120635 h 6760527"/>
                <a:gd name="connsiteX41" fmla="*/ 0 w 6397349"/>
                <a:gd name="connsiteY41" fmla="*/ 2876764 h 6760527"/>
                <a:gd name="connsiteX42" fmla="*/ 0 w 6397349"/>
                <a:gd name="connsiteY42" fmla="*/ 2703320 h 6760527"/>
                <a:gd name="connsiteX43" fmla="*/ 0 w 6397349"/>
                <a:gd name="connsiteY43" fmla="*/ 770033 h 6760527"/>
                <a:gd name="connsiteX44" fmla="*/ 370491 w 6397349"/>
                <a:gd name="connsiteY44" fmla="*/ 770033 h 6760527"/>
                <a:gd name="connsiteX45" fmla="*/ 370491 w 6397349"/>
                <a:gd name="connsiteY45" fmla="*/ 2703320 h 6760527"/>
                <a:gd name="connsiteX46" fmla="*/ 370491 w 6397349"/>
                <a:gd name="connsiteY46" fmla="*/ 5120635 h 6760527"/>
                <a:gd name="connsiteX47" fmla="*/ 370491 w 6397349"/>
                <a:gd name="connsiteY47" fmla="*/ 6024745 h 6760527"/>
                <a:gd name="connsiteX48" fmla="*/ 6021625 w 6397349"/>
                <a:gd name="connsiteY48" fmla="*/ 6024745 h 6760527"/>
                <a:gd name="connsiteX49" fmla="*/ 6021625 w 6397349"/>
                <a:gd name="connsiteY49" fmla="*/ 373123 h 6760527"/>
                <a:gd name="connsiteX50" fmla="*/ 5014171 w 6397349"/>
                <a:gd name="connsiteY50" fmla="*/ 373123 h 6760527"/>
                <a:gd name="connsiteX51" fmla="*/ 5014171 w 6397349"/>
                <a:gd name="connsiteY51" fmla="*/ 373123 h 6760527"/>
                <a:gd name="connsiteX52" fmla="*/ 798705 w 6397349"/>
                <a:gd name="connsiteY52" fmla="*/ 373123 h 6760527"/>
                <a:gd name="connsiteX53" fmla="*/ 798705 w 6397349"/>
                <a:gd name="connsiteY53" fmla="*/ 8 h 6760527"/>
                <a:gd name="connsiteX54" fmla="*/ 2380773 w 6397349"/>
                <a:gd name="connsiteY54" fmla="*/ 8 h 6760527"/>
                <a:gd name="connsiteX55" fmla="*/ 2380773 w 6397349"/>
                <a:gd name="connsiteY55" fmla="*/ 8 h 6760527"/>
                <a:gd name="connsiteX56" fmla="*/ 2857473 w 6397349"/>
                <a:gd name="connsiteY56" fmla="*/ 8 h 676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397349" h="6760527">
                  <a:moveTo>
                    <a:pt x="2025358" y="2714914"/>
                  </a:moveTo>
                  <a:cubicBezTo>
                    <a:pt x="1764507" y="2714914"/>
                    <a:pt x="1552242" y="2927179"/>
                    <a:pt x="1552242" y="3188031"/>
                  </a:cubicBezTo>
                  <a:cubicBezTo>
                    <a:pt x="1552242" y="3448889"/>
                    <a:pt x="1764507" y="3661154"/>
                    <a:pt x="2025358" y="3661154"/>
                  </a:cubicBezTo>
                  <a:cubicBezTo>
                    <a:pt x="2286218" y="3661154"/>
                    <a:pt x="2498475" y="3448889"/>
                    <a:pt x="2498475" y="3188031"/>
                  </a:cubicBezTo>
                  <a:cubicBezTo>
                    <a:pt x="2498475" y="2927179"/>
                    <a:pt x="2286218" y="2714914"/>
                    <a:pt x="2025358" y="2714914"/>
                  </a:cubicBezTo>
                  <a:close/>
                  <a:moveTo>
                    <a:pt x="2025358" y="2356882"/>
                  </a:moveTo>
                  <a:cubicBezTo>
                    <a:pt x="2483132" y="2356882"/>
                    <a:pt x="2856516" y="2730257"/>
                    <a:pt x="2856516" y="3188031"/>
                  </a:cubicBezTo>
                  <a:cubicBezTo>
                    <a:pt x="2856516" y="3645803"/>
                    <a:pt x="2483132" y="4019187"/>
                    <a:pt x="2025358" y="4019187"/>
                  </a:cubicBezTo>
                  <a:cubicBezTo>
                    <a:pt x="1567585" y="4019187"/>
                    <a:pt x="1194209" y="3645803"/>
                    <a:pt x="1194209" y="3188031"/>
                  </a:cubicBezTo>
                  <a:cubicBezTo>
                    <a:pt x="1194209" y="2730257"/>
                    <a:pt x="1567585" y="2356882"/>
                    <a:pt x="2025358" y="2356882"/>
                  </a:cubicBezTo>
                  <a:close/>
                  <a:moveTo>
                    <a:pt x="4890637" y="2168371"/>
                  </a:moveTo>
                  <a:lnTo>
                    <a:pt x="5267309" y="2168371"/>
                  </a:lnTo>
                  <a:lnTo>
                    <a:pt x="5267309" y="4207706"/>
                  </a:lnTo>
                  <a:lnTo>
                    <a:pt x="4890637" y="4207706"/>
                  </a:lnTo>
                  <a:close/>
                  <a:moveTo>
                    <a:pt x="2857473" y="0"/>
                  </a:moveTo>
                  <a:lnTo>
                    <a:pt x="6011835" y="0"/>
                  </a:lnTo>
                  <a:lnTo>
                    <a:pt x="6011912" y="8"/>
                  </a:lnTo>
                  <a:lnTo>
                    <a:pt x="6209010" y="8"/>
                  </a:lnTo>
                  <a:lnTo>
                    <a:pt x="6209010" y="60655"/>
                  </a:lnTo>
                  <a:lnTo>
                    <a:pt x="6225885" y="70419"/>
                  </a:lnTo>
                  <a:cubicBezTo>
                    <a:pt x="6277242" y="107167"/>
                    <a:pt x="6320107" y="156260"/>
                    <a:pt x="6350134" y="212753"/>
                  </a:cubicBezTo>
                  <a:lnTo>
                    <a:pt x="6373653" y="273239"/>
                  </a:lnTo>
                  <a:lnTo>
                    <a:pt x="6392116" y="273239"/>
                  </a:lnTo>
                  <a:lnTo>
                    <a:pt x="6392116" y="358352"/>
                  </a:lnTo>
                  <a:lnTo>
                    <a:pt x="6397349" y="399489"/>
                  </a:lnTo>
                  <a:lnTo>
                    <a:pt x="6397349" y="6425292"/>
                  </a:lnTo>
                  <a:lnTo>
                    <a:pt x="5732473" y="6425292"/>
                  </a:lnTo>
                  <a:lnTo>
                    <a:pt x="5726883" y="6425292"/>
                  </a:lnTo>
                  <a:lnTo>
                    <a:pt x="5726883" y="6760527"/>
                  </a:lnTo>
                  <a:lnTo>
                    <a:pt x="5056425" y="6760527"/>
                  </a:lnTo>
                  <a:lnTo>
                    <a:pt x="5056425" y="6425292"/>
                  </a:lnTo>
                  <a:lnTo>
                    <a:pt x="1340924" y="6425292"/>
                  </a:lnTo>
                  <a:lnTo>
                    <a:pt x="1340924" y="6760527"/>
                  </a:lnTo>
                  <a:lnTo>
                    <a:pt x="670469" y="6760527"/>
                  </a:lnTo>
                  <a:lnTo>
                    <a:pt x="670469" y="6425292"/>
                  </a:lnTo>
                  <a:lnTo>
                    <a:pt x="388308" y="6425292"/>
                  </a:lnTo>
                  <a:cubicBezTo>
                    <a:pt x="229079" y="6425292"/>
                    <a:pt x="90270" y="6327865"/>
                    <a:pt x="30818" y="6188406"/>
                  </a:cubicBezTo>
                  <a:lnTo>
                    <a:pt x="24247" y="6167411"/>
                  </a:lnTo>
                  <a:lnTo>
                    <a:pt x="0" y="6167411"/>
                  </a:lnTo>
                  <a:lnTo>
                    <a:pt x="0" y="6036987"/>
                  </a:lnTo>
                  <a:lnTo>
                    <a:pt x="0" y="5120635"/>
                  </a:lnTo>
                  <a:lnTo>
                    <a:pt x="0" y="2876764"/>
                  </a:lnTo>
                  <a:lnTo>
                    <a:pt x="0" y="2703320"/>
                  </a:lnTo>
                  <a:lnTo>
                    <a:pt x="0" y="770033"/>
                  </a:lnTo>
                  <a:lnTo>
                    <a:pt x="370491" y="770033"/>
                  </a:lnTo>
                  <a:lnTo>
                    <a:pt x="370491" y="2703320"/>
                  </a:lnTo>
                  <a:lnTo>
                    <a:pt x="370491" y="5120635"/>
                  </a:lnTo>
                  <a:lnTo>
                    <a:pt x="370491" y="6024745"/>
                  </a:lnTo>
                  <a:lnTo>
                    <a:pt x="6021625" y="6024745"/>
                  </a:lnTo>
                  <a:lnTo>
                    <a:pt x="6021625" y="373123"/>
                  </a:lnTo>
                  <a:lnTo>
                    <a:pt x="5014171" y="373123"/>
                  </a:lnTo>
                  <a:lnTo>
                    <a:pt x="5014171" y="373123"/>
                  </a:lnTo>
                  <a:lnTo>
                    <a:pt x="798705" y="373123"/>
                  </a:lnTo>
                  <a:lnTo>
                    <a:pt x="798705" y="8"/>
                  </a:lnTo>
                  <a:lnTo>
                    <a:pt x="2380773" y="8"/>
                  </a:lnTo>
                  <a:lnTo>
                    <a:pt x="2380773" y="8"/>
                  </a:lnTo>
                  <a:lnTo>
                    <a:pt x="2857473" y="8"/>
                  </a:lnTo>
                  <a:close/>
                </a:path>
              </a:pathLst>
            </a:custGeom>
            <a:solidFill>
              <a:schemeClr val="accent2"/>
            </a:solidFill>
            <a:ln w="2953" cap="flat">
              <a:noFill/>
              <a:prstDash val="solid"/>
              <a:miter/>
            </a:ln>
          </p:spPr>
          <p:txBody>
            <a:bodyPr wrap="square" rtlCol="0" anchor="ctr">
              <a:noAutofit/>
            </a:bodyPr>
            <a:lstStyle/>
            <a:p>
              <a:endParaRPr lang="en-US" dirty="0"/>
            </a:p>
          </p:txBody>
        </p:sp>
        <p:sp>
          <p:nvSpPr>
            <p:cNvPr id="2337" name="Freeform: Shape 2336">
              <a:extLst>
                <a:ext uri="{FF2B5EF4-FFF2-40B4-BE49-F238E27FC236}">
                  <a16:creationId xmlns:a16="http://schemas.microsoft.com/office/drawing/2014/main" id="{1CE330ED-5543-9759-1F29-722BE8D02285}"/>
                </a:ext>
                <a:ext uri="{C183D7F6-B498-43B3-948B-1728B52AA6E4}">
                  <adec:decorative xmlns:adec="http://schemas.microsoft.com/office/drawing/2017/decorative" val="1"/>
                </a:ext>
              </a:extLst>
            </p:cNvPr>
            <p:cNvSpPr/>
            <p:nvPr/>
          </p:nvSpPr>
          <p:spPr>
            <a:xfrm>
              <a:off x="1876928" y="5049527"/>
              <a:ext cx="37568" cy="37568"/>
            </a:xfrm>
            <a:custGeom>
              <a:avLst/>
              <a:gdLst>
                <a:gd name="connsiteX0" fmla="*/ 0 w 71727"/>
                <a:gd name="connsiteY0" fmla="*/ 0 h 71727"/>
                <a:gd name="connsiteX1" fmla="*/ 71728 w 71727"/>
                <a:gd name="connsiteY1" fmla="*/ 0 h 71727"/>
                <a:gd name="connsiteX2" fmla="*/ 71728 w 71727"/>
                <a:gd name="connsiteY2" fmla="*/ 71728 h 71727"/>
                <a:gd name="connsiteX3" fmla="*/ 0 w 71727"/>
                <a:gd name="connsiteY3" fmla="*/ 71728 h 71727"/>
              </a:gdLst>
              <a:ahLst/>
              <a:cxnLst>
                <a:cxn ang="0">
                  <a:pos x="connsiteX0" y="connsiteY0"/>
                </a:cxn>
                <a:cxn ang="0">
                  <a:pos x="connsiteX1" y="connsiteY1"/>
                </a:cxn>
                <a:cxn ang="0">
                  <a:pos x="connsiteX2" y="connsiteY2"/>
                </a:cxn>
                <a:cxn ang="0">
                  <a:pos x="connsiteX3" y="connsiteY3"/>
                </a:cxn>
              </a:cxnLst>
              <a:rect l="l" t="t" r="r" b="b"/>
              <a:pathLst>
                <a:path w="71727" h="71727">
                  <a:moveTo>
                    <a:pt x="0" y="0"/>
                  </a:moveTo>
                  <a:lnTo>
                    <a:pt x="71728" y="0"/>
                  </a:lnTo>
                  <a:lnTo>
                    <a:pt x="71728" y="71728"/>
                  </a:lnTo>
                  <a:lnTo>
                    <a:pt x="0" y="71728"/>
                  </a:lnTo>
                  <a:close/>
                </a:path>
              </a:pathLst>
            </a:custGeom>
            <a:solidFill>
              <a:schemeClr val="accent1"/>
            </a:solidFill>
            <a:ln w="2953" cap="flat">
              <a:noFill/>
              <a:prstDash val="solid"/>
              <a:miter/>
            </a:ln>
          </p:spPr>
          <p:txBody>
            <a:bodyPr rtlCol="0" anchor="ctr"/>
            <a:lstStyle/>
            <a:p>
              <a:endParaRPr lang="en-US" dirty="0"/>
            </a:p>
          </p:txBody>
        </p:sp>
      </p:grpSp>
      <p:grpSp>
        <p:nvGrpSpPr>
          <p:cNvPr id="2767" name="Group 2766">
            <a:extLst>
              <a:ext uri="{FF2B5EF4-FFF2-40B4-BE49-F238E27FC236}">
                <a16:creationId xmlns:a16="http://schemas.microsoft.com/office/drawing/2014/main" id="{220B62D3-A14D-D238-9FBF-07F143A27F9B}"/>
              </a:ext>
              <a:ext uri="{C183D7F6-B498-43B3-948B-1728B52AA6E4}">
                <adec:decorative xmlns:adec="http://schemas.microsoft.com/office/drawing/2017/decorative" val="1"/>
              </a:ext>
            </a:extLst>
          </p:cNvPr>
          <p:cNvGrpSpPr>
            <a:grpSpLocks noChangeAspect="1"/>
          </p:cNvGrpSpPr>
          <p:nvPr/>
        </p:nvGrpSpPr>
        <p:grpSpPr>
          <a:xfrm>
            <a:off x="2434180" y="5049527"/>
            <a:ext cx="463640" cy="457200"/>
            <a:chOff x="2434180" y="5049527"/>
            <a:chExt cx="463640" cy="457200"/>
          </a:xfrm>
          <a:solidFill>
            <a:srgbClr val="FF0000"/>
          </a:solidFill>
        </p:grpSpPr>
        <p:sp>
          <p:nvSpPr>
            <p:cNvPr id="2372" name="Freeform: Shape 2371">
              <a:extLst>
                <a:ext uri="{FF2B5EF4-FFF2-40B4-BE49-F238E27FC236}">
                  <a16:creationId xmlns:a16="http://schemas.microsoft.com/office/drawing/2014/main" id="{DF540929-AE8B-DB14-C140-720AE5390A23}"/>
                </a:ext>
                <a:ext uri="{C183D7F6-B498-43B3-948B-1728B52AA6E4}">
                  <adec:decorative xmlns:adec="http://schemas.microsoft.com/office/drawing/2017/decorative" val="1"/>
                </a:ext>
              </a:extLst>
            </p:cNvPr>
            <p:cNvSpPr/>
            <p:nvPr/>
          </p:nvSpPr>
          <p:spPr>
            <a:xfrm>
              <a:off x="2434180" y="5049527"/>
              <a:ext cx="454600" cy="457200"/>
            </a:xfrm>
            <a:custGeom>
              <a:avLst/>
              <a:gdLst>
                <a:gd name="connsiteX0" fmla="*/ 3428996 w 6819001"/>
                <a:gd name="connsiteY0" fmla="*/ 3269448 h 6858000"/>
                <a:gd name="connsiteX1" fmla="*/ 3269439 w 6819001"/>
                <a:gd name="connsiteY1" fmla="*/ 3429004 h 6858000"/>
                <a:gd name="connsiteX2" fmla="*/ 3428996 w 6819001"/>
                <a:gd name="connsiteY2" fmla="*/ 3588561 h 6858000"/>
                <a:gd name="connsiteX3" fmla="*/ 3588553 w 6819001"/>
                <a:gd name="connsiteY3" fmla="*/ 3429004 h 6858000"/>
                <a:gd name="connsiteX4" fmla="*/ 3428996 w 6819001"/>
                <a:gd name="connsiteY4" fmla="*/ 3269448 h 6858000"/>
                <a:gd name="connsiteX5" fmla="*/ 3428996 w 6819001"/>
                <a:gd name="connsiteY5" fmla="*/ 2958084 h 6858000"/>
                <a:gd name="connsiteX6" fmla="*/ 3899917 w 6819001"/>
                <a:gd name="connsiteY6" fmla="*/ 3429004 h 6858000"/>
                <a:gd name="connsiteX7" fmla="*/ 3428996 w 6819001"/>
                <a:gd name="connsiteY7" fmla="*/ 3899925 h 6858000"/>
                <a:gd name="connsiteX8" fmla="*/ 2958075 w 6819001"/>
                <a:gd name="connsiteY8" fmla="*/ 3429004 h 6858000"/>
                <a:gd name="connsiteX9" fmla="*/ 3428996 w 6819001"/>
                <a:gd name="connsiteY9" fmla="*/ 2958084 h 6858000"/>
                <a:gd name="connsiteX10" fmla="*/ 3428999 w 6819001"/>
                <a:gd name="connsiteY10" fmla="*/ 2650484 h 6858000"/>
                <a:gd name="connsiteX11" fmla="*/ 2650483 w 6819001"/>
                <a:gd name="connsiteY11" fmla="*/ 3429000 h 6858000"/>
                <a:gd name="connsiteX12" fmla="*/ 3428999 w 6819001"/>
                <a:gd name="connsiteY12" fmla="*/ 4207516 h 6858000"/>
                <a:gd name="connsiteX13" fmla="*/ 4207515 w 6819001"/>
                <a:gd name="connsiteY13" fmla="*/ 3429000 h 6858000"/>
                <a:gd name="connsiteX14" fmla="*/ 3428999 w 6819001"/>
                <a:gd name="connsiteY14" fmla="*/ 2650484 h 6858000"/>
                <a:gd name="connsiteX15" fmla="*/ 3429000 w 6819001"/>
                <a:gd name="connsiteY15" fmla="*/ 1248761 h 6858000"/>
                <a:gd name="connsiteX16" fmla="*/ 1248760 w 6819001"/>
                <a:gd name="connsiteY16" fmla="*/ 3429000 h 6858000"/>
                <a:gd name="connsiteX17" fmla="*/ 3429000 w 6819001"/>
                <a:gd name="connsiteY17" fmla="*/ 5609240 h 6858000"/>
                <a:gd name="connsiteX18" fmla="*/ 5519030 w 6819001"/>
                <a:gd name="connsiteY18" fmla="*/ 4051667 h 6858000"/>
                <a:gd name="connsiteX19" fmla="*/ 5557727 w 6819001"/>
                <a:gd name="connsiteY19" fmla="*/ 3897202 h 6858000"/>
                <a:gd name="connsiteX20" fmla="*/ 4416930 w 6819001"/>
                <a:gd name="connsiteY20" fmla="*/ 3897202 h 6858000"/>
                <a:gd name="connsiteX21" fmla="*/ 4391207 w 6819001"/>
                <a:gd name="connsiteY21" fmla="*/ 3950600 h 6858000"/>
                <a:gd name="connsiteX22" fmla="*/ 4336395 w 6819001"/>
                <a:gd name="connsiteY22" fmla="*/ 4040824 h 6858000"/>
                <a:gd name="connsiteX23" fmla="*/ 4303047 w 6819001"/>
                <a:gd name="connsiteY23" fmla="*/ 4085419 h 6858000"/>
                <a:gd name="connsiteX24" fmla="*/ 4860799 w 6819001"/>
                <a:gd name="connsiteY24" fmla="*/ 4643172 h 6858000"/>
                <a:gd name="connsiteX25" fmla="*/ 4643171 w 6819001"/>
                <a:gd name="connsiteY25" fmla="*/ 4860799 h 6858000"/>
                <a:gd name="connsiteX26" fmla="*/ 4083531 w 6819001"/>
                <a:gd name="connsiteY26" fmla="*/ 4301159 h 6858000"/>
                <a:gd name="connsiteX27" fmla="*/ 4040823 w 6819001"/>
                <a:gd name="connsiteY27" fmla="*/ 4336396 h 6858000"/>
                <a:gd name="connsiteX28" fmla="*/ 3428999 w 6819001"/>
                <a:gd name="connsiteY28" fmla="*/ 4523282 h 6858000"/>
                <a:gd name="connsiteX29" fmla="*/ 2817176 w 6819001"/>
                <a:gd name="connsiteY29" fmla="*/ 4336396 h 6858000"/>
                <a:gd name="connsiteX30" fmla="*/ 2774472 w 6819001"/>
                <a:gd name="connsiteY30" fmla="*/ 4301162 h 6858000"/>
                <a:gd name="connsiteX31" fmla="*/ 2215202 w 6819001"/>
                <a:gd name="connsiteY31" fmla="*/ 4860432 h 6858000"/>
                <a:gd name="connsiteX32" fmla="*/ 1997575 w 6819001"/>
                <a:gd name="connsiteY32" fmla="*/ 4642805 h 6858000"/>
                <a:gd name="connsiteX33" fmla="*/ 2554955 w 6819001"/>
                <a:gd name="connsiteY33" fmla="*/ 4085424 h 6858000"/>
                <a:gd name="connsiteX34" fmla="*/ 2521604 w 6819001"/>
                <a:gd name="connsiteY34" fmla="*/ 4040824 h 6858000"/>
                <a:gd name="connsiteX35" fmla="*/ 2334717 w 6819001"/>
                <a:gd name="connsiteY35" fmla="*/ 3429000 h 6858000"/>
                <a:gd name="connsiteX36" fmla="*/ 2521604 w 6819001"/>
                <a:gd name="connsiteY36" fmla="*/ 2817177 h 6858000"/>
                <a:gd name="connsiteX37" fmla="*/ 2554955 w 6819001"/>
                <a:gd name="connsiteY37" fmla="*/ 2772577 h 6858000"/>
                <a:gd name="connsiteX38" fmla="*/ 1997208 w 6819001"/>
                <a:gd name="connsiteY38" fmla="*/ 2214830 h 6858000"/>
                <a:gd name="connsiteX39" fmla="*/ 2214835 w 6819001"/>
                <a:gd name="connsiteY39" fmla="*/ 1997202 h 6858000"/>
                <a:gd name="connsiteX40" fmla="*/ 2774472 w 6819001"/>
                <a:gd name="connsiteY40" fmla="*/ 2556838 h 6858000"/>
                <a:gd name="connsiteX41" fmla="*/ 2817176 w 6819001"/>
                <a:gd name="connsiteY41" fmla="*/ 2521604 h 6858000"/>
                <a:gd name="connsiteX42" fmla="*/ 3428999 w 6819001"/>
                <a:gd name="connsiteY42" fmla="*/ 2334718 h 6858000"/>
                <a:gd name="connsiteX43" fmla="*/ 4040823 w 6819001"/>
                <a:gd name="connsiteY43" fmla="*/ 2521604 h 6858000"/>
                <a:gd name="connsiteX44" fmla="*/ 4083535 w 6819001"/>
                <a:gd name="connsiteY44" fmla="*/ 2556845 h 6858000"/>
                <a:gd name="connsiteX45" fmla="*/ 4642804 w 6819001"/>
                <a:gd name="connsiteY45" fmla="*/ 1997576 h 6858000"/>
                <a:gd name="connsiteX46" fmla="*/ 4860432 w 6819001"/>
                <a:gd name="connsiteY46" fmla="*/ 2215204 h 6858000"/>
                <a:gd name="connsiteX47" fmla="*/ 4303050 w 6819001"/>
                <a:gd name="connsiteY47" fmla="*/ 2772585 h 6858000"/>
                <a:gd name="connsiteX48" fmla="*/ 4336395 w 6819001"/>
                <a:gd name="connsiteY48" fmla="*/ 2817177 h 6858000"/>
                <a:gd name="connsiteX49" fmla="*/ 4391207 w 6819001"/>
                <a:gd name="connsiteY49" fmla="*/ 2907401 h 6858000"/>
                <a:gd name="connsiteX50" fmla="*/ 4416930 w 6819001"/>
                <a:gd name="connsiteY50" fmla="*/ 2960799 h 6858000"/>
                <a:gd name="connsiteX51" fmla="*/ 5557727 w 6819001"/>
                <a:gd name="connsiteY51" fmla="*/ 2960799 h 6858000"/>
                <a:gd name="connsiteX52" fmla="*/ 5519030 w 6819001"/>
                <a:gd name="connsiteY52" fmla="*/ 2806335 h 6858000"/>
                <a:gd name="connsiteX53" fmla="*/ 3429000 w 6819001"/>
                <a:gd name="connsiteY53" fmla="*/ 1248761 h 6858000"/>
                <a:gd name="connsiteX54" fmla="*/ 3429000 w 6819001"/>
                <a:gd name="connsiteY54" fmla="*/ 932619 h 6858000"/>
                <a:gd name="connsiteX55" fmla="*/ 5912494 w 6819001"/>
                <a:gd name="connsiteY55" fmla="*/ 3173759 h 6858000"/>
                <a:gd name="connsiteX56" fmla="*/ 5917272 w 6819001"/>
                <a:gd name="connsiteY56" fmla="*/ 3268406 h 6858000"/>
                <a:gd name="connsiteX57" fmla="*/ 5660712 w 6819001"/>
                <a:gd name="connsiteY57" fmla="*/ 3268406 h 6858000"/>
                <a:gd name="connsiteX58" fmla="*/ 5660712 w 6819001"/>
                <a:gd name="connsiteY58" fmla="*/ 3268571 h 6858000"/>
                <a:gd name="connsiteX59" fmla="*/ 4510223 w 6819001"/>
                <a:gd name="connsiteY59" fmla="*/ 3268571 h 6858000"/>
                <a:gd name="connsiteX60" fmla="*/ 4517632 w 6819001"/>
                <a:gd name="connsiteY60" fmla="*/ 3317116 h 6858000"/>
                <a:gd name="connsiteX61" fmla="*/ 4523281 w 6819001"/>
                <a:gd name="connsiteY61" fmla="*/ 3429000 h 6858000"/>
                <a:gd name="connsiteX62" fmla="*/ 4517632 w 6819001"/>
                <a:gd name="connsiteY62" fmla="*/ 3540884 h 6858000"/>
                <a:gd name="connsiteX63" fmla="*/ 4510223 w 6819001"/>
                <a:gd name="connsiteY63" fmla="*/ 3589430 h 6858000"/>
                <a:gd name="connsiteX64" fmla="*/ 5660712 w 6819001"/>
                <a:gd name="connsiteY64" fmla="*/ 3589430 h 6858000"/>
                <a:gd name="connsiteX65" fmla="*/ 5660712 w 6819001"/>
                <a:gd name="connsiteY65" fmla="*/ 3589595 h 6858000"/>
                <a:gd name="connsiteX66" fmla="*/ 5917272 w 6819001"/>
                <a:gd name="connsiteY66" fmla="*/ 3589595 h 6858000"/>
                <a:gd name="connsiteX67" fmla="*/ 5912494 w 6819001"/>
                <a:gd name="connsiteY67" fmla="*/ 3684242 h 6858000"/>
                <a:gd name="connsiteX68" fmla="*/ 3429000 w 6819001"/>
                <a:gd name="connsiteY68" fmla="*/ 5925382 h 6858000"/>
                <a:gd name="connsiteX69" fmla="*/ 932618 w 6819001"/>
                <a:gd name="connsiteY69" fmla="*/ 3429000 h 6858000"/>
                <a:gd name="connsiteX70" fmla="*/ 3429000 w 6819001"/>
                <a:gd name="connsiteY70" fmla="*/ 932619 h 6858000"/>
                <a:gd name="connsiteX71" fmla="*/ 3429002 w 6819001"/>
                <a:gd name="connsiteY71" fmla="*/ 0 h 6858000"/>
                <a:gd name="connsiteX72" fmla="*/ 3429186 w 6819001"/>
                <a:gd name="connsiteY72" fmla="*/ 9 h 6858000"/>
                <a:gd name="connsiteX73" fmla="*/ 3736286 w 6819001"/>
                <a:gd name="connsiteY73" fmla="*/ 13583 h 6858000"/>
                <a:gd name="connsiteX74" fmla="*/ 6788332 w 6819001"/>
                <a:gd name="connsiteY74" fmla="*/ 2737940 h 6858000"/>
                <a:gd name="connsiteX75" fmla="*/ 6819001 w 6819001"/>
                <a:gd name="connsiteY75" fmla="*/ 3042158 h 6858000"/>
                <a:gd name="connsiteX76" fmla="*/ 6505792 w 6819001"/>
                <a:gd name="connsiteY76" fmla="*/ 3042158 h 6858000"/>
                <a:gd name="connsiteX77" fmla="*/ 6481490 w 6819001"/>
                <a:gd name="connsiteY77" fmla="*/ 2801063 h 6858000"/>
                <a:gd name="connsiteX78" fmla="*/ 3708218 w 6819001"/>
                <a:gd name="connsiteY78" fmla="*/ 325551 h 6858000"/>
                <a:gd name="connsiteX79" fmla="*/ 3570855 w 6819001"/>
                <a:gd name="connsiteY79" fmla="*/ 319480 h 6858000"/>
                <a:gd name="connsiteX80" fmla="*/ 3570855 w 6819001"/>
                <a:gd name="connsiteY80" fmla="*/ 320371 h 6858000"/>
                <a:gd name="connsiteX81" fmla="*/ 3429656 w 6819001"/>
                <a:gd name="connsiteY81" fmla="*/ 313239 h 6858000"/>
                <a:gd name="connsiteX82" fmla="*/ 3428996 w 6819001"/>
                <a:gd name="connsiteY82" fmla="*/ 313210 h 6858000"/>
                <a:gd name="connsiteX83" fmla="*/ 3252533 w 6819001"/>
                <a:gd name="connsiteY83" fmla="*/ 322117 h 6858000"/>
                <a:gd name="connsiteX84" fmla="*/ 3252533 w 6819001"/>
                <a:gd name="connsiteY84" fmla="*/ 318487 h 6858000"/>
                <a:gd name="connsiteX85" fmla="*/ 3110430 w 6819001"/>
                <a:gd name="connsiteY85" fmla="*/ 329293 h 6858000"/>
                <a:gd name="connsiteX86" fmla="*/ 313206 w 6819001"/>
                <a:gd name="connsiteY86" fmla="*/ 3429000 h 6858000"/>
                <a:gd name="connsiteX87" fmla="*/ 3110430 w 6819001"/>
                <a:gd name="connsiteY87" fmla="*/ 6528708 h 6858000"/>
                <a:gd name="connsiteX88" fmla="*/ 3252533 w 6819001"/>
                <a:gd name="connsiteY88" fmla="*/ 6539513 h 6858000"/>
                <a:gd name="connsiteX89" fmla="*/ 3252533 w 6819001"/>
                <a:gd name="connsiteY89" fmla="*/ 6535884 h 6858000"/>
                <a:gd name="connsiteX90" fmla="*/ 3428833 w 6819001"/>
                <a:gd name="connsiteY90" fmla="*/ 6544790 h 6858000"/>
                <a:gd name="connsiteX91" fmla="*/ 3429002 w 6819001"/>
                <a:gd name="connsiteY91" fmla="*/ 6544794 h 6858000"/>
                <a:gd name="connsiteX92" fmla="*/ 3570855 w 6819001"/>
                <a:gd name="connsiteY92" fmla="*/ 6537632 h 6858000"/>
                <a:gd name="connsiteX93" fmla="*/ 3570855 w 6819001"/>
                <a:gd name="connsiteY93" fmla="*/ 6538528 h 6858000"/>
                <a:gd name="connsiteX94" fmla="*/ 3708218 w 6819001"/>
                <a:gd name="connsiteY94" fmla="*/ 6532457 h 6858000"/>
                <a:gd name="connsiteX95" fmla="*/ 6481490 w 6819001"/>
                <a:gd name="connsiteY95" fmla="*/ 4056945 h 6858000"/>
                <a:gd name="connsiteX96" fmla="*/ 6505792 w 6819001"/>
                <a:gd name="connsiteY96" fmla="*/ 3815864 h 6858000"/>
                <a:gd name="connsiteX97" fmla="*/ 6819001 w 6819001"/>
                <a:gd name="connsiteY97" fmla="*/ 3815864 h 6858000"/>
                <a:gd name="connsiteX98" fmla="*/ 6788332 w 6819001"/>
                <a:gd name="connsiteY98" fmla="*/ 4120061 h 6858000"/>
                <a:gd name="connsiteX99" fmla="*/ 3736286 w 6819001"/>
                <a:gd name="connsiteY99" fmla="*/ 6844419 h 6858000"/>
                <a:gd name="connsiteX100" fmla="*/ 3429040 w 6819001"/>
                <a:gd name="connsiteY100" fmla="*/ 6857998 h 6858000"/>
                <a:gd name="connsiteX101" fmla="*/ 3429002 w 6819001"/>
                <a:gd name="connsiteY101" fmla="*/ 6858000 h 6858000"/>
                <a:gd name="connsiteX102" fmla="*/ 3428998 w 6819001"/>
                <a:gd name="connsiteY102" fmla="*/ 6858000 h 6858000"/>
                <a:gd name="connsiteX103" fmla="*/ 3428996 w 6819001"/>
                <a:gd name="connsiteY103" fmla="*/ 6858000 h 6858000"/>
                <a:gd name="connsiteX104" fmla="*/ 3428991 w 6819001"/>
                <a:gd name="connsiteY104" fmla="*/ 6858000 h 6858000"/>
                <a:gd name="connsiteX105" fmla="*/ 3252546 w 6819001"/>
                <a:gd name="connsiteY105" fmla="*/ 6853538 h 6858000"/>
                <a:gd name="connsiteX106" fmla="*/ 0 w 6819001"/>
                <a:gd name="connsiteY106" fmla="*/ 3429000 h 6858000"/>
                <a:gd name="connsiteX107" fmla="*/ 3429002 w 6819001"/>
                <a:gd name="connsiteY10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819001" h="6858000">
                  <a:moveTo>
                    <a:pt x="3428996" y="3269448"/>
                  </a:moveTo>
                  <a:cubicBezTo>
                    <a:pt x="3340875" y="3269448"/>
                    <a:pt x="3269439" y="3340884"/>
                    <a:pt x="3269439" y="3429004"/>
                  </a:cubicBezTo>
                  <a:cubicBezTo>
                    <a:pt x="3269439" y="3517125"/>
                    <a:pt x="3340875" y="3588561"/>
                    <a:pt x="3428996" y="3588561"/>
                  </a:cubicBezTo>
                  <a:cubicBezTo>
                    <a:pt x="3517117" y="3588561"/>
                    <a:pt x="3588553" y="3517125"/>
                    <a:pt x="3588553" y="3429004"/>
                  </a:cubicBezTo>
                  <a:cubicBezTo>
                    <a:pt x="3588553" y="3340884"/>
                    <a:pt x="3517117" y="3269448"/>
                    <a:pt x="3428996" y="3269448"/>
                  </a:cubicBezTo>
                  <a:close/>
                  <a:moveTo>
                    <a:pt x="3428996" y="2958084"/>
                  </a:moveTo>
                  <a:cubicBezTo>
                    <a:pt x="3689078" y="2958084"/>
                    <a:pt x="3899917" y="3168923"/>
                    <a:pt x="3899917" y="3429004"/>
                  </a:cubicBezTo>
                  <a:cubicBezTo>
                    <a:pt x="3899917" y="3689086"/>
                    <a:pt x="3689078" y="3899925"/>
                    <a:pt x="3428996" y="3899925"/>
                  </a:cubicBezTo>
                  <a:cubicBezTo>
                    <a:pt x="3168914" y="3899925"/>
                    <a:pt x="2958075" y="3689086"/>
                    <a:pt x="2958075" y="3429004"/>
                  </a:cubicBezTo>
                  <a:cubicBezTo>
                    <a:pt x="2958075" y="3168923"/>
                    <a:pt x="3168914" y="2958084"/>
                    <a:pt x="3428996" y="2958084"/>
                  </a:cubicBezTo>
                  <a:close/>
                  <a:moveTo>
                    <a:pt x="3428999" y="2650484"/>
                  </a:moveTo>
                  <a:cubicBezTo>
                    <a:pt x="2999036" y="2650484"/>
                    <a:pt x="2650483" y="2999037"/>
                    <a:pt x="2650483" y="3429000"/>
                  </a:cubicBezTo>
                  <a:cubicBezTo>
                    <a:pt x="2650483" y="3858963"/>
                    <a:pt x="2999036" y="4207516"/>
                    <a:pt x="3428999" y="4207516"/>
                  </a:cubicBezTo>
                  <a:cubicBezTo>
                    <a:pt x="3858962" y="4207516"/>
                    <a:pt x="4207515" y="3858963"/>
                    <a:pt x="4207515" y="3429000"/>
                  </a:cubicBezTo>
                  <a:cubicBezTo>
                    <a:pt x="4207515" y="2999037"/>
                    <a:pt x="3858962" y="2650484"/>
                    <a:pt x="3428999" y="2650484"/>
                  </a:cubicBezTo>
                  <a:close/>
                  <a:moveTo>
                    <a:pt x="3429000" y="1248761"/>
                  </a:moveTo>
                  <a:cubicBezTo>
                    <a:pt x="2224888" y="1248761"/>
                    <a:pt x="1248760" y="2224889"/>
                    <a:pt x="1248760" y="3429000"/>
                  </a:cubicBezTo>
                  <a:cubicBezTo>
                    <a:pt x="1248760" y="4633112"/>
                    <a:pt x="2224888" y="5609240"/>
                    <a:pt x="3429000" y="5609240"/>
                  </a:cubicBezTo>
                  <a:cubicBezTo>
                    <a:pt x="4416749" y="5609240"/>
                    <a:pt x="5251085" y="4952391"/>
                    <a:pt x="5519030" y="4051667"/>
                  </a:cubicBezTo>
                  <a:lnTo>
                    <a:pt x="5557727" y="3897202"/>
                  </a:lnTo>
                  <a:lnTo>
                    <a:pt x="4416930" y="3897202"/>
                  </a:lnTo>
                  <a:lnTo>
                    <a:pt x="4391207" y="3950600"/>
                  </a:lnTo>
                  <a:cubicBezTo>
                    <a:pt x="4374361" y="3981610"/>
                    <a:pt x="4356060" y="4011715"/>
                    <a:pt x="4336395" y="4040824"/>
                  </a:cubicBezTo>
                  <a:lnTo>
                    <a:pt x="4303047" y="4085419"/>
                  </a:lnTo>
                  <a:lnTo>
                    <a:pt x="4860799" y="4643172"/>
                  </a:lnTo>
                  <a:lnTo>
                    <a:pt x="4643171" y="4860799"/>
                  </a:lnTo>
                  <a:lnTo>
                    <a:pt x="4083531" y="4301159"/>
                  </a:lnTo>
                  <a:lnTo>
                    <a:pt x="4040823" y="4336396"/>
                  </a:lnTo>
                  <a:cubicBezTo>
                    <a:pt x="3866174" y="4454386"/>
                    <a:pt x="3655632" y="4523282"/>
                    <a:pt x="3428999" y="4523282"/>
                  </a:cubicBezTo>
                  <a:cubicBezTo>
                    <a:pt x="3202366" y="4523282"/>
                    <a:pt x="2991825" y="4454386"/>
                    <a:pt x="2817176" y="4336396"/>
                  </a:cubicBezTo>
                  <a:lnTo>
                    <a:pt x="2774472" y="4301162"/>
                  </a:lnTo>
                  <a:lnTo>
                    <a:pt x="2215202" y="4860432"/>
                  </a:lnTo>
                  <a:lnTo>
                    <a:pt x="1997575" y="4642805"/>
                  </a:lnTo>
                  <a:lnTo>
                    <a:pt x="2554955" y="4085424"/>
                  </a:lnTo>
                  <a:lnTo>
                    <a:pt x="2521604" y="4040824"/>
                  </a:lnTo>
                  <a:cubicBezTo>
                    <a:pt x="2403613" y="3866175"/>
                    <a:pt x="2334717" y="3655633"/>
                    <a:pt x="2334717" y="3429000"/>
                  </a:cubicBezTo>
                  <a:cubicBezTo>
                    <a:pt x="2334717" y="3202367"/>
                    <a:pt x="2403613" y="2991825"/>
                    <a:pt x="2521604" y="2817177"/>
                  </a:cubicBezTo>
                  <a:lnTo>
                    <a:pt x="2554955" y="2772577"/>
                  </a:lnTo>
                  <a:lnTo>
                    <a:pt x="1997208" y="2214830"/>
                  </a:lnTo>
                  <a:lnTo>
                    <a:pt x="2214835" y="1997202"/>
                  </a:lnTo>
                  <a:lnTo>
                    <a:pt x="2774472" y="2556838"/>
                  </a:lnTo>
                  <a:lnTo>
                    <a:pt x="2817176" y="2521604"/>
                  </a:lnTo>
                  <a:cubicBezTo>
                    <a:pt x="2991825" y="2403614"/>
                    <a:pt x="3202366" y="2334718"/>
                    <a:pt x="3428999" y="2334718"/>
                  </a:cubicBezTo>
                  <a:cubicBezTo>
                    <a:pt x="3655632" y="2334718"/>
                    <a:pt x="3866174" y="2403614"/>
                    <a:pt x="4040823" y="2521604"/>
                  </a:cubicBezTo>
                  <a:lnTo>
                    <a:pt x="4083535" y="2556845"/>
                  </a:lnTo>
                  <a:lnTo>
                    <a:pt x="4642804" y="1997576"/>
                  </a:lnTo>
                  <a:lnTo>
                    <a:pt x="4860432" y="2215204"/>
                  </a:lnTo>
                  <a:lnTo>
                    <a:pt x="4303050" y="2772585"/>
                  </a:lnTo>
                  <a:lnTo>
                    <a:pt x="4336395" y="2817177"/>
                  </a:lnTo>
                  <a:cubicBezTo>
                    <a:pt x="4356060" y="2846285"/>
                    <a:pt x="4374361" y="2876390"/>
                    <a:pt x="4391207" y="2907401"/>
                  </a:cubicBezTo>
                  <a:lnTo>
                    <a:pt x="4416930" y="2960799"/>
                  </a:lnTo>
                  <a:lnTo>
                    <a:pt x="5557727" y="2960799"/>
                  </a:lnTo>
                  <a:lnTo>
                    <a:pt x="5519030" y="2806335"/>
                  </a:lnTo>
                  <a:cubicBezTo>
                    <a:pt x="5251085" y="1905610"/>
                    <a:pt x="4416749" y="1248761"/>
                    <a:pt x="3429000" y="1248761"/>
                  </a:cubicBezTo>
                  <a:close/>
                  <a:moveTo>
                    <a:pt x="3429000" y="932619"/>
                  </a:moveTo>
                  <a:cubicBezTo>
                    <a:pt x="4721545" y="932619"/>
                    <a:pt x="5784655" y="1914943"/>
                    <a:pt x="5912494" y="3173759"/>
                  </a:cubicBezTo>
                  <a:lnTo>
                    <a:pt x="5917272" y="3268406"/>
                  </a:lnTo>
                  <a:lnTo>
                    <a:pt x="5660712" y="3268406"/>
                  </a:lnTo>
                  <a:lnTo>
                    <a:pt x="5660712" y="3268571"/>
                  </a:lnTo>
                  <a:lnTo>
                    <a:pt x="4510223" y="3268571"/>
                  </a:lnTo>
                  <a:lnTo>
                    <a:pt x="4517632" y="3317116"/>
                  </a:lnTo>
                  <a:cubicBezTo>
                    <a:pt x="4521367" y="3353903"/>
                    <a:pt x="4523281" y="3391228"/>
                    <a:pt x="4523281" y="3429000"/>
                  </a:cubicBezTo>
                  <a:cubicBezTo>
                    <a:pt x="4523281" y="3466772"/>
                    <a:pt x="4521367" y="3504098"/>
                    <a:pt x="4517632" y="3540884"/>
                  </a:cubicBezTo>
                  <a:lnTo>
                    <a:pt x="4510223" y="3589430"/>
                  </a:lnTo>
                  <a:lnTo>
                    <a:pt x="5660712" y="3589430"/>
                  </a:lnTo>
                  <a:lnTo>
                    <a:pt x="5660712" y="3589595"/>
                  </a:lnTo>
                  <a:lnTo>
                    <a:pt x="5917272" y="3589595"/>
                  </a:lnTo>
                  <a:lnTo>
                    <a:pt x="5912494" y="3684242"/>
                  </a:lnTo>
                  <a:cubicBezTo>
                    <a:pt x="5784655" y="4943058"/>
                    <a:pt x="4721545" y="5925382"/>
                    <a:pt x="3429000" y="5925382"/>
                  </a:cubicBezTo>
                  <a:cubicBezTo>
                    <a:pt x="2050285" y="5925382"/>
                    <a:pt x="932618" y="4807715"/>
                    <a:pt x="932618" y="3429000"/>
                  </a:cubicBezTo>
                  <a:cubicBezTo>
                    <a:pt x="932618" y="2050286"/>
                    <a:pt x="2050285" y="932619"/>
                    <a:pt x="3429000" y="932619"/>
                  </a:cubicBezTo>
                  <a:close/>
                  <a:moveTo>
                    <a:pt x="3429002" y="0"/>
                  </a:moveTo>
                  <a:lnTo>
                    <a:pt x="3429186" y="9"/>
                  </a:lnTo>
                  <a:lnTo>
                    <a:pt x="3736286" y="13583"/>
                  </a:lnTo>
                  <a:cubicBezTo>
                    <a:pt x="5254727" y="148438"/>
                    <a:pt x="6488576" y="1273058"/>
                    <a:pt x="6788332" y="2737940"/>
                  </a:cubicBezTo>
                  <a:lnTo>
                    <a:pt x="6819001" y="3042158"/>
                  </a:lnTo>
                  <a:lnTo>
                    <a:pt x="6505792" y="3042158"/>
                  </a:lnTo>
                  <a:lnTo>
                    <a:pt x="6481490" y="2801063"/>
                  </a:lnTo>
                  <a:cubicBezTo>
                    <a:pt x="6209113" y="1469987"/>
                    <a:pt x="5087963" y="448089"/>
                    <a:pt x="3708218" y="325551"/>
                  </a:cubicBezTo>
                  <a:lnTo>
                    <a:pt x="3570855" y="319480"/>
                  </a:lnTo>
                  <a:lnTo>
                    <a:pt x="3570855" y="320371"/>
                  </a:lnTo>
                  <a:lnTo>
                    <a:pt x="3429656" y="313239"/>
                  </a:lnTo>
                  <a:lnTo>
                    <a:pt x="3428996" y="313210"/>
                  </a:lnTo>
                  <a:lnTo>
                    <a:pt x="3252533" y="322117"/>
                  </a:lnTo>
                  <a:lnTo>
                    <a:pt x="3252533" y="318487"/>
                  </a:lnTo>
                  <a:lnTo>
                    <a:pt x="3110430" y="329293"/>
                  </a:lnTo>
                  <a:cubicBezTo>
                    <a:pt x="1539270" y="488852"/>
                    <a:pt x="313206" y="1815744"/>
                    <a:pt x="313206" y="3429000"/>
                  </a:cubicBezTo>
                  <a:cubicBezTo>
                    <a:pt x="313206" y="5042256"/>
                    <a:pt x="1539270" y="6369148"/>
                    <a:pt x="3110430" y="6528708"/>
                  </a:cubicBezTo>
                  <a:lnTo>
                    <a:pt x="3252533" y="6539513"/>
                  </a:lnTo>
                  <a:lnTo>
                    <a:pt x="3252533" y="6535884"/>
                  </a:lnTo>
                  <a:lnTo>
                    <a:pt x="3428833" y="6544790"/>
                  </a:lnTo>
                  <a:lnTo>
                    <a:pt x="3429002" y="6544794"/>
                  </a:lnTo>
                  <a:lnTo>
                    <a:pt x="3570855" y="6537632"/>
                  </a:lnTo>
                  <a:lnTo>
                    <a:pt x="3570855" y="6538528"/>
                  </a:lnTo>
                  <a:lnTo>
                    <a:pt x="3708218" y="6532457"/>
                  </a:lnTo>
                  <a:cubicBezTo>
                    <a:pt x="5087963" y="6409919"/>
                    <a:pt x="6209113" y="5388022"/>
                    <a:pt x="6481490" y="4056945"/>
                  </a:cubicBezTo>
                  <a:lnTo>
                    <a:pt x="6505792" y="3815864"/>
                  </a:lnTo>
                  <a:lnTo>
                    <a:pt x="6819001" y="3815864"/>
                  </a:lnTo>
                  <a:lnTo>
                    <a:pt x="6788332" y="4120061"/>
                  </a:lnTo>
                  <a:cubicBezTo>
                    <a:pt x="6488576" y="5584943"/>
                    <a:pt x="5254727" y="6709563"/>
                    <a:pt x="3736286" y="6844419"/>
                  </a:cubicBezTo>
                  <a:lnTo>
                    <a:pt x="3429040" y="6857998"/>
                  </a:lnTo>
                  <a:lnTo>
                    <a:pt x="3429002" y="6858000"/>
                  </a:lnTo>
                  <a:lnTo>
                    <a:pt x="3428998" y="6858000"/>
                  </a:lnTo>
                  <a:lnTo>
                    <a:pt x="3428996" y="6858000"/>
                  </a:lnTo>
                  <a:lnTo>
                    <a:pt x="3428991" y="6858000"/>
                  </a:lnTo>
                  <a:lnTo>
                    <a:pt x="3252546" y="6853538"/>
                  </a:lnTo>
                  <a:cubicBezTo>
                    <a:pt x="1440766" y="6761699"/>
                    <a:pt x="0" y="5263603"/>
                    <a:pt x="0" y="3429000"/>
                  </a:cubicBezTo>
                  <a:cubicBezTo>
                    <a:pt x="0" y="1535217"/>
                    <a:pt x="1535218" y="0"/>
                    <a:pt x="3429002"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2373" name="Freeform: Shape 2372">
              <a:extLst>
                <a:ext uri="{FF2B5EF4-FFF2-40B4-BE49-F238E27FC236}">
                  <a16:creationId xmlns:a16="http://schemas.microsoft.com/office/drawing/2014/main" id="{BD8159E0-E5BB-4787-1D7B-F7359B7A5710}"/>
                </a:ext>
                <a:ext uri="{C183D7F6-B498-43B3-948B-1728B52AA6E4}">
                  <adec:decorative xmlns:adec="http://schemas.microsoft.com/office/drawing/2017/decorative" val="1"/>
                </a:ext>
              </a:extLst>
            </p:cNvPr>
            <p:cNvSpPr/>
            <p:nvPr/>
          </p:nvSpPr>
          <p:spPr>
            <a:xfrm>
              <a:off x="2465393" y="5080907"/>
              <a:ext cx="432427" cy="394440"/>
            </a:xfrm>
            <a:custGeom>
              <a:avLst/>
              <a:gdLst>
                <a:gd name="connsiteX0" fmla="*/ 2960798 w 6486399"/>
                <a:gd name="connsiteY0" fmla="*/ 5605797 h 5916595"/>
                <a:gd name="connsiteX1" fmla="*/ 3116197 w 6486399"/>
                <a:gd name="connsiteY1" fmla="*/ 5761196 h 5916595"/>
                <a:gd name="connsiteX2" fmla="*/ 2960798 w 6486399"/>
                <a:gd name="connsiteY2" fmla="*/ 5916595 h 5916595"/>
                <a:gd name="connsiteX3" fmla="*/ 2805399 w 6486399"/>
                <a:gd name="connsiteY3" fmla="*/ 5761196 h 5916595"/>
                <a:gd name="connsiteX4" fmla="*/ 2960798 w 6486399"/>
                <a:gd name="connsiteY4" fmla="*/ 5605797 h 5916595"/>
                <a:gd name="connsiteX5" fmla="*/ 4937279 w 6486399"/>
                <a:gd name="connsiteY5" fmla="*/ 4790624 h 5916595"/>
                <a:gd name="connsiteX6" fmla="*/ 5092678 w 6486399"/>
                <a:gd name="connsiteY6" fmla="*/ 4946023 h 5916595"/>
                <a:gd name="connsiteX7" fmla="*/ 4937279 w 6486399"/>
                <a:gd name="connsiteY7" fmla="*/ 5101422 h 5916595"/>
                <a:gd name="connsiteX8" fmla="*/ 4781880 w 6486399"/>
                <a:gd name="connsiteY8" fmla="*/ 4946023 h 5916595"/>
                <a:gd name="connsiteX9" fmla="*/ 4937279 w 6486399"/>
                <a:gd name="connsiteY9" fmla="*/ 4790624 h 5916595"/>
                <a:gd name="connsiteX10" fmla="*/ 984323 w 6486399"/>
                <a:gd name="connsiteY10" fmla="*/ 4790624 h 5916595"/>
                <a:gd name="connsiteX11" fmla="*/ 1139722 w 6486399"/>
                <a:gd name="connsiteY11" fmla="*/ 4946023 h 5916595"/>
                <a:gd name="connsiteX12" fmla="*/ 984323 w 6486399"/>
                <a:gd name="connsiteY12" fmla="*/ 5101422 h 5916595"/>
                <a:gd name="connsiteX13" fmla="*/ 828924 w 6486399"/>
                <a:gd name="connsiteY13" fmla="*/ 4946023 h 5916595"/>
                <a:gd name="connsiteX14" fmla="*/ 984323 w 6486399"/>
                <a:gd name="connsiteY14" fmla="*/ 4790624 h 5916595"/>
                <a:gd name="connsiteX15" fmla="*/ 155399 w 6486399"/>
                <a:gd name="connsiteY15" fmla="*/ 2802894 h 5916595"/>
                <a:gd name="connsiteX16" fmla="*/ 310798 w 6486399"/>
                <a:gd name="connsiteY16" fmla="*/ 2958293 h 5916595"/>
                <a:gd name="connsiteX17" fmla="*/ 155399 w 6486399"/>
                <a:gd name="connsiteY17" fmla="*/ 3113692 h 5916595"/>
                <a:gd name="connsiteX18" fmla="*/ 0 w 6486399"/>
                <a:gd name="connsiteY18" fmla="*/ 2958293 h 5916595"/>
                <a:gd name="connsiteX19" fmla="*/ 155399 w 6486399"/>
                <a:gd name="connsiteY19" fmla="*/ 2802894 h 5916595"/>
                <a:gd name="connsiteX20" fmla="*/ 6008617 w 6486399"/>
                <a:gd name="connsiteY20" fmla="*/ 2719412 h 5916595"/>
                <a:gd name="connsiteX21" fmla="*/ 6486399 w 6486399"/>
                <a:gd name="connsiteY21" fmla="*/ 2719412 h 5916595"/>
                <a:gd name="connsiteX22" fmla="*/ 6486399 w 6486399"/>
                <a:gd name="connsiteY22" fmla="*/ 3197195 h 5916595"/>
                <a:gd name="connsiteX23" fmla="*/ 6008617 w 6486399"/>
                <a:gd name="connsiteY23" fmla="*/ 3197195 h 5916595"/>
                <a:gd name="connsiteX24" fmla="*/ 984323 w 6486399"/>
                <a:gd name="connsiteY24" fmla="*/ 815172 h 5916595"/>
                <a:gd name="connsiteX25" fmla="*/ 1139722 w 6486399"/>
                <a:gd name="connsiteY25" fmla="*/ 970571 h 5916595"/>
                <a:gd name="connsiteX26" fmla="*/ 984323 w 6486399"/>
                <a:gd name="connsiteY26" fmla="*/ 1125970 h 5916595"/>
                <a:gd name="connsiteX27" fmla="*/ 828924 w 6486399"/>
                <a:gd name="connsiteY27" fmla="*/ 970571 h 5916595"/>
                <a:gd name="connsiteX28" fmla="*/ 984323 w 6486399"/>
                <a:gd name="connsiteY28" fmla="*/ 815172 h 5916595"/>
                <a:gd name="connsiteX29" fmla="*/ 4937279 w 6486399"/>
                <a:gd name="connsiteY29" fmla="*/ 815172 h 5916595"/>
                <a:gd name="connsiteX30" fmla="*/ 5092678 w 6486399"/>
                <a:gd name="connsiteY30" fmla="*/ 970571 h 5916595"/>
                <a:gd name="connsiteX31" fmla="*/ 4937279 w 6486399"/>
                <a:gd name="connsiteY31" fmla="*/ 1125970 h 5916595"/>
                <a:gd name="connsiteX32" fmla="*/ 4781880 w 6486399"/>
                <a:gd name="connsiteY32" fmla="*/ 970571 h 5916595"/>
                <a:gd name="connsiteX33" fmla="*/ 4937279 w 6486399"/>
                <a:gd name="connsiteY33" fmla="*/ 815172 h 5916595"/>
                <a:gd name="connsiteX34" fmla="*/ 2960798 w 6486399"/>
                <a:gd name="connsiteY34" fmla="*/ 0 h 5916595"/>
                <a:gd name="connsiteX35" fmla="*/ 3116197 w 6486399"/>
                <a:gd name="connsiteY35" fmla="*/ 155398 h 5916595"/>
                <a:gd name="connsiteX36" fmla="*/ 2960798 w 6486399"/>
                <a:gd name="connsiteY36" fmla="*/ 310797 h 5916595"/>
                <a:gd name="connsiteX37" fmla="*/ 2805399 w 6486399"/>
                <a:gd name="connsiteY37" fmla="*/ 155398 h 5916595"/>
                <a:gd name="connsiteX38" fmla="*/ 2960798 w 6486399"/>
                <a:gd name="connsiteY38" fmla="*/ 0 h 591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486399" h="5916595">
                  <a:moveTo>
                    <a:pt x="2960798" y="5605797"/>
                  </a:moveTo>
                  <a:cubicBezTo>
                    <a:pt x="3046622" y="5605797"/>
                    <a:pt x="3116197" y="5675372"/>
                    <a:pt x="3116197" y="5761196"/>
                  </a:cubicBezTo>
                  <a:cubicBezTo>
                    <a:pt x="3116197" y="5847020"/>
                    <a:pt x="3046622" y="5916595"/>
                    <a:pt x="2960798" y="5916595"/>
                  </a:cubicBezTo>
                  <a:cubicBezTo>
                    <a:pt x="2874974" y="5916595"/>
                    <a:pt x="2805399" y="5847020"/>
                    <a:pt x="2805399" y="5761196"/>
                  </a:cubicBezTo>
                  <a:cubicBezTo>
                    <a:pt x="2805399" y="5675372"/>
                    <a:pt x="2874974" y="5605797"/>
                    <a:pt x="2960798" y="5605797"/>
                  </a:cubicBezTo>
                  <a:close/>
                  <a:moveTo>
                    <a:pt x="4937279" y="4790624"/>
                  </a:moveTo>
                  <a:cubicBezTo>
                    <a:pt x="5023103" y="4790624"/>
                    <a:pt x="5092678" y="4860199"/>
                    <a:pt x="5092678" y="4946023"/>
                  </a:cubicBezTo>
                  <a:cubicBezTo>
                    <a:pt x="5092678" y="5031847"/>
                    <a:pt x="5023103" y="5101422"/>
                    <a:pt x="4937279" y="5101422"/>
                  </a:cubicBezTo>
                  <a:cubicBezTo>
                    <a:pt x="4851455" y="5101422"/>
                    <a:pt x="4781880" y="5031847"/>
                    <a:pt x="4781880" y="4946023"/>
                  </a:cubicBezTo>
                  <a:cubicBezTo>
                    <a:pt x="4781880" y="4860199"/>
                    <a:pt x="4851455" y="4790624"/>
                    <a:pt x="4937279" y="4790624"/>
                  </a:cubicBezTo>
                  <a:close/>
                  <a:moveTo>
                    <a:pt x="984323" y="4790624"/>
                  </a:moveTo>
                  <a:cubicBezTo>
                    <a:pt x="1070147" y="4790624"/>
                    <a:pt x="1139722" y="4860199"/>
                    <a:pt x="1139722" y="4946023"/>
                  </a:cubicBezTo>
                  <a:cubicBezTo>
                    <a:pt x="1139722" y="5031847"/>
                    <a:pt x="1070147" y="5101422"/>
                    <a:pt x="984323" y="5101422"/>
                  </a:cubicBezTo>
                  <a:cubicBezTo>
                    <a:pt x="898499" y="5101422"/>
                    <a:pt x="828924" y="5031847"/>
                    <a:pt x="828924" y="4946023"/>
                  </a:cubicBezTo>
                  <a:cubicBezTo>
                    <a:pt x="828924" y="4860199"/>
                    <a:pt x="898499" y="4790624"/>
                    <a:pt x="984323" y="4790624"/>
                  </a:cubicBezTo>
                  <a:close/>
                  <a:moveTo>
                    <a:pt x="155399" y="2802894"/>
                  </a:moveTo>
                  <a:cubicBezTo>
                    <a:pt x="241223" y="2802894"/>
                    <a:pt x="310798" y="2872469"/>
                    <a:pt x="310798" y="2958293"/>
                  </a:cubicBezTo>
                  <a:cubicBezTo>
                    <a:pt x="310798" y="3044117"/>
                    <a:pt x="241223" y="3113692"/>
                    <a:pt x="155399" y="3113692"/>
                  </a:cubicBezTo>
                  <a:cubicBezTo>
                    <a:pt x="69575" y="3113692"/>
                    <a:pt x="0" y="3044117"/>
                    <a:pt x="0" y="2958293"/>
                  </a:cubicBezTo>
                  <a:cubicBezTo>
                    <a:pt x="0" y="2872469"/>
                    <a:pt x="69575" y="2802894"/>
                    <a:pt x="155399" y="2802894"/>
                  </a:cubicBezTo>
                  <a:close/>
                  <a:moveTo>
                    <a:pt x="6008617" y="2719412"/>
                  </a:moveTo>
                  <a:lnTo>
                    <a:pt x="6486399" y="2719412"/>
                  </a:lnTo>
                  <a:lnTo>
                    <a:pt x="6486399" y="3197195"/>
                  </a:lnTo>
                  <a:lnTo>
                    <a:pt x="6008617" y="3197195"/>
                  </a:lnTo>
                  <a:close/>
                  <a:moveTo>
                    <a:pt x="984323" y="815172"/>
                  </a:moveTo>
                  <a:cubicBezTo>
                    <a:pt x="1070147" y="815172"/>
                    <a:pt x="1139722" y="884747"/>
                    <a:pt x="1139722" y="970571"/>
                  </a:cubicBezTo>
                  <a:cubicBezTo>
                    <a:pt x="1139722" y="1056395"/>
                    <a:pt x="1070147" y="1125970"/>
                    <a:pt x="984323" y="1125970"/>
                  </a:cubicBezTo>
                  <a:cubicBezTo>
                    <a:pt x="898499" y="1125970"/>
                    <a:pt x="828924" y="1056395"/>
                    <a:pt x="828924" y="970571"/>
                  </a:cubicBezTo>
                  <a:cubicBezTo>
                    <a:pt x="828924" y="884747"/>
                    <a:pt x="898499" y="815172"/>
                    <a:pt x="984323" y="815172"/>
                  </a:cubicBezTo>
                  <a:close/>
                  <a:moveTo>
                    <a:pt x="4937279" y="815172"/>
                  </a:moveTo>
                  <a:cubicBezTo>
                    <a:pt x="5023103" y="815172"/>
                    <a:pt x="5092678" y="884747"/>
                    <a:pt x="5092678" y="970571"/>
                  </a:cubicBezTo>
                  <a:cubicBezTo>
                    <a:pt x="5092678" y="1056395"/>
                    <a:pt x="5023103" y="1125970"/>
                    <a:pt x="4937279" y="1125970"/>
                  </a:cubicBezTo>
                  <a:cubicBezTo>
                    <a:pt x="4851455" y="1125970"/>
                    <a:pt x="4781880" y="1056395"/>
                    <a:pt x="4781880" y="970571"/>
                  </a:cubicBezTo>
                  <a:cubicBezTo>
                    <a:pt x="4781880" y="884747"/>
                    <a:pt x="4851455" y="815172"/>
                    <a:pt x="4937279" y="815172"/>
                  </a:cubicBezTo>
                  <a:close/>
                  <a:moveTo>
                    <a:pt x="2960798" y="0"/>
                  </a:moveTo>
                  <a:cubicBezTo>
                    <a:pt x="3046622" y="0"/>
                    <a:pt x="3116197" y="69574"/>
                    <a:pt x="3116197" y="155398"/>
                  </a:cubicBezTo>
                  <a:cubicBezTo>
                    <a:pt x="3116197" y="241222"/>
                    <a:pt x="3046622" y="310797"/>
                    <a:pt x="2960798" y="310797"/>
                  </a:cubicBezTo>
                  <a:cubicBezTo>
                    <a:pt x="2874974" y="310797"/>
                    <a:pt x="2805399" y="241222"/>
                    <a:pt x="2805399" y="155398"/>
                  </a:cubicBezTo>
                  <a:cubicBezTo>
                    <a:pt x="2805399" y="69574"/>
                    <a:pt x="2874974" y="0"/>
                    <a:pt x="2960798" y="0"/>
                  </a:cubicBezTo>
                  <a:close/>
                </a:path>
              </a:pathLst>
            </a:cu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2766" name="Group 2765">
            <a:extLst>
              <a:ext uri="{FF2B5EF4-FFF2-40B4-BE49-F238E27FC236}">
                <a16:creationId xmlns:a16="http://schemas.microsoft.com/office/drawing/2014/main" id="{323C2F8F-4C18-0F55-4B1F-A1B98951AA3C}"/>
              </a:ext>
              <a:ext uri="{C183D7F6-B498-43B3-948B-1728B52AA6E4}">
                <adec:decorative xmlns:adec="http://schemas.microsoft.com/office/drawing/2017/decorative" val="1"/>
              </a:ext>
            </a:extLst>
          </p:cNvPr>
          <p:cNvGrpSpPr>
            <a:grpSpLocks noChangeAspect="1"/>
          </p:cNvGrpSpPr>
          <p:nvPr/>
        </p:nvGrpSpPr>
        <p:grpSpPr>
          <a:xfrm>
            <a:off x="3022885" y="5049527"/>
            <a:ext cx="357553" cy="457200"/>
            <a:chOff x="3022885" y="5049527"/>
            <a:chExt cx="357553" cy="457200"/>
          </a:xfrm>
          <a:solidFill>
            <a:srgbClr val="FF0000"/>
          </a:solidFill>
        </p:grpSpPr>
        <p:sp>
          <p:nvSpPr>
            <p:cNvPr id="2405" name="Freeform: Shape 2404">
              <a:extLst>
                <a:ext uri="{FF2B5EF4-FFF2-40B4-BE49-F238E27FC236}">
                  <a16:creationId xmlns:a16="http://schemas.microsoft.com/office/drawing/2014/main" id="{CBBA9A56-9CBA-7FE2-74B2-A88C695E5AF6}"/>
                </a:ext>
                <a:ext uri="{C183D7F6-B498-43B3-948B-1728B52AA6E4}">
                  <adec:decorative xmlns:adec="http://schemas.microsoft.com/office/drawing/2017/decorative" val="1"/>
                </a:ext>
              </a:extLst>
            </p:cNvPr>
            <p:cNvSpPr/>
            <p:nvPr/>
          </p:nvSpPr>
          <p:spPr>
            <a:xfrm>
              <a:off x="3022885" y="5049527"/>
              <a:ext cx="357553" cy="457200"/>
            </a:xfrm>
            <a:custGeom>
              <a:avLst/>
              <a:gdLst>
                <a:gd name="connsiteX0" fmla="*/ 3747499 w 5363291"/>
                <a:gd name="connsiteY0" fmla="*/ 4685960 h 6858000"/>
                <a:gd name="connsiteX1" fmla="*/ 3911737 w 5363291"/>
                <a:gd name="connsiteY1" fmla="*/ 4850199 h 6858000"/>
                <a:gd name="connsiteX2" fmla="*/ 3583260 w 5363291"/>
                <a:gd name="connsiteY2" fmla="*/ 4850199 h 6858000"/>
                <a:gd name="connsiteX3" fmla="*/ 4022348 w 5363291"/>
                <a:gd name="connsiteY3" fmla="*/ 4414104 h 6858000"/>
                <a:gd name="connsiteX4" fmla="*/ 4022348 w 5363291"/>
                <a:gd name="connsiteY4" fmla="*/ 4474781 h 6858000"/>
                <a:gd name="connsiteX5" fmla="*/ 3992192 w 5363291"/>
                <a:gd name="connsiteY5" fmla="*/ 4444625 h 6858000"/>
                <a:gd name="connsiteX6" fmla="*/ 1340823 w 5363291"/>
                <a:gd name="connsiteY6" fmla="*/ 2616257 h 6858000"/>
                <a:gd name="connsiteX7" fmla="*/ 1528531 w 5363291"/>
                <a:gd name="connsiteY7" fmla="*/ 2616257 h 6858000"/>
                <a:gd name="connsiteX8" fmla="*/ 1528531 w 5363291"/>
                <a:gd name="connsiteY8" fmla="*/ 4437909 h 6858000"/>
                <a:gd name="connsiteX9" fmla="*/ 1722888 w 5363291"/>
                <a:gd name="connsiteY9" fmla="*/ 4639028 h 6858000"/>
                <a:gd name="connsiteX10" fmla="*/ 1722941 w 5363291"/>
                <a:gd name="connsiteY10" fmla="*/ 4639028 h 6858000"/>
                <a:gd name="connsiteX11" fmla="*/ 3352303 w 5363291"/>
                <a:gd name="connsiteY11" fmla="*/ 4639028 h 6858000"/>
                <a:gd name="connsiteX12" fmla="*/ 3422485 w 5363291"/>
                <a:gd name="connsiteY12" fmla="*/ 4850199 h 6858000"/>
                <a:gd name="connsiteX13" fmla="*/ 1722941 w 5363291"/>
                <a:gd name="connsiteY13" fmla="*/ 4850199 h 6858000"/>
                <a:gd name="connsiteX14" fmla="*/ 1340823 w 5363291"/>
                <a:gd name="connsiteY14" fmla="*/ 4437909 h 6858000"/>
                <a:gd name="connsiteX15" fmla="*/ 1821935 w 5363291"/>
                <a:gd name="connsiteY15" fmla="*/ 2168667 h 6858000"/>
                <a:gd name="connsiteX16" fmla="*/ 3640230 w 5363291"/>
                <a:gd name="connsiteY16" fmla="*/ 2168667 h 6858000"/>
                <a:gd name="connsiteX17" fmla="*/ 4022348 w 5363291"/>
                <a:gd name="connsiteY17" fmla="*/ 2580950 h 6858000"/>
                <a:gd name="connsiteX18" fmla="*/ 4022348 w 5363291"/>
                <a:gd name="connsiteY18" fmla="*/ 4079885 h 6858000"/>
                <a:gd name="connsiteX19" fmla="*/ 3821237 w 5363291"/>
                <a:gd name="connsiteY19" fmla="*/ 4012451 h 6858000"/>
                <a:gd name="connsiteX20" fmla="*/ 3821237 w 5363291"/>
                <a:gd name="connsiteY20" fmla="*/ 2580950 h 6858000"/>
                <a:gd name="connsiteX21" fmla="*/ 3630314 w 5363291"/>
                <a:gd name="connsiteY21" fmla="*/ 2376571 h 6858000"/>
                <a:gd name="connsiteX22" fmla="*/ 3626820 w 5363291"/>
                <a:gd name="connsiteY22" fmla="*/ 2376488 h 6858000"/>
                <a:gd name="connsiteX23" fmla="*/ 1821935 w 5363291"/>
                <a:gd name="connsiteY23" fmla="*/ 2376488 h 6858000"/>
                <a:gd name="connsiteX24" fmla="*/ 295038 w 5363291"/>
                <a:gd name="connsiteY24" fmla="*/ 1484898 h 6858000"/>
                <a:gd name="connsiteX25" fmla="*/ 295038 w 5363291"/>
                <a:gd name="connsiteY25" fmla="*/ 4501612 h 6858000"/>
                <a:gd name="connsiteX26" fmla="*/ 774364 w 5363291"/>
                <a:gd name="connsiteY26" fmla="*/ 5379811 h 6858000"/>
                <a:gd name="connsiteX27" fmla="*/ 2681594 w 5363291"/>
                <a:gd name="connsiteY27" fmla="*/ 6516106 h 6858000"/>
                <a:gd name="connsiteX28" fmla="*/ 4595533 w 5363291"/>
                <a:gd name="connsiteY28" fmla="*/ 5379811 h 6858000"/>
                <a:gd name="connsiteX29" fmla="*/ 4588832 w 5363291"/>
                <a:gd name="connsiteY29" fmla="*/ 5379811 h 6858000"/>
                <a:gd name="connsiteX30" fmla="*/ 5068150 w 5363291"/>
                <a:gd name="connsiteY30" fmla="*/ 4501612 h 6858000"/>
                <a:gd name="connsiteX31" fmla="*/ 5068150 w 5363291"/>
                <a:gd name="connsiteY31" fmla="*/ 1484898 h 6858000"/>
                <a:gd name="connsiteX32" fmla="*/ 295038 w 5363291"/>
                <a:gd name="connsiteY32" fmla="*/ 888258 h 6858000"/>
                <a:gd name="connsiteX33" fmla="*/ 295038 w 5363291"/>
                <a:gd name="connsiteY33" fmla="*/ 1189929 h 6858000"/>
                <a:gd name="connsiteX34" fmla="*/ 5071508 w 5363291"/>
                <a:gd name="connsiteY34" fmla="*/ 1189929 h 6858000"/>
                <a:gd name="connsiteX35" fmla="*/ 5071508 w 5363291"/>
                <a:gd name="connsiteY35" fmla="*/ 888258 h 6858000"/>
                <a:gd name="connsiteX36" fmla="*/ 295030 w 5363291"/>
                <a:gd name="connsiteY36" fmla="*/ 30 h 6858000"/>
                <a:gd name="connsiteX37" fmla="*/ 295030 w 5363291"/>
                <a:gd name="connsiteY37" fmla="*/ 295000 h 6858000"/>
                <a:gd name="connsiteX38" fmla="*/ 295038 w 5363291"/>
                <a:gd name="connsiteY38" fmla="*/ 295000 h 6858000"/>
                <a:gd name="connsiteX39" fmla="*/ 295038 w 5363291"/>
                <a:gd name="connsiteY39" fmla="*/ 596640 h 6858000"/>
                <a:gd name="connsiteX40" fmla="*/ 5071508 w 5363291"/>
                <a:gd name="connsiteY40" fmla="*/ 596640 h 6858000"/>
                <a:gd name="connsiteX41" fmla="*/ 5071508 w 5363291"/>
                <a:gd name="connsiteY41" fmla="*/ 294969 h 6858000"/>
                <a:gd name="connsiteX42" fmla="*/ 5068142 w 5363291"/>
                <a:gd name="connsiteY42" fmla="*/ 294969 h 6858000"/>
                <a:gd name="connsiteX43" fmla="*/ 5068142 w 5363291"/>
                <a:gd name="connsiteY43" fmla="*/ 30 h 6858000"/>
                <a:gd name="connsiteX44" fmla="*/ 69 w 5363291"/>
                <a:gd name="connsiteY44" fmla="*/ 0 h 6858000"/>
                <a:gd name="connsiteX45" fmla="*/ 5363119 w 5363291"/>
                <a:gd name="connsiteY45" fmla="*/ 0 h 6858000"/>
                <a:gd name="connsiteX46" fmla="*/ 5363119 w 5363291"/>
                <a:gd name="connsiteY46" fmla="*/ 4498262 h 6858000"/>
                <a:gd name="connsiteX47" fmla="*/ 4749719 w 5363291"/>
                <a:gd name="connsiteY47" fmla="*/ 5631206 h 6858000"/>
                <a:gd name="connsiteX48" fmla="*/ 2681594 w 5363291"/>
                <a:gd name="connsiteY48" fmla="*/ 6858000 h 6858000"/>
                <a:gd name="connsiteX49" fmla="*/ 623529 w 5363291"/>
                <a:gd name="connsiteY49" fmla="*/ 5631206 h 6858000"/>
                <a:gd name="connsiteX50" fmla="*/ 69 w 5363291"/>
                <a:gd name="connsiteY50"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63291" h="6858000">
                  <a:moveTo>
                    <a:pt x="3747499" y="4685960"/>
                  </a:moveTo>
                  <a:lnTo>
                    <a:pt x="3911737" y="4850199"/>
                  </a:lnTo>
                  <a:lnTo>
                    <a:pt x="3583260" y="4850199"/>
                  </a:lnTo>
                  <a:close/>
                  <a:moveTo>
                    <a:pt x="4022348" y="4414104"/>
                  </a:moveTo>
                  <a:lnTo>
                    <a:pt x="4022348" y="4474781"/>
                  </a:lnTo>
                  <a:lnTo>
                    <a:pt x="3992192" y="4444625"/>
                  </a:lnTo>
                  <a:close/>
                  <a:moveTo>
                    <a:pt x="1340823" y="2616257"/>
                  </a:moveTo>
                  <a:lnTo>
                    <a:pt x="1528531" y="2616257"/>
                  </a:lnTo>
                  <a:lnTo>
                    <a:pt x="1528531" y="4437909"/>
                  </a:lnTo>
                  <a:cubicBezTo>
                    <a:pt x="1526663" y="4547114"/>
                    <a:pt x="1613676" y="4637160"/>
                    <a:pt x="1722888" y="4639028"/>
                  </a:cubicBezTo>
                  <a:cubicBezTo>
                    <a:pt x="1722903" y="4639028"/>
                    <a:pt x="1722926" y="4639028"/>
                    <a:pt x="1722941" y="4639028"/>
                  </a:cubicBezTo>
                  <a:lnTo>
                    <a:pt x="3352303" y="4639028"/>
                  </a:lnTo>
                  <a:lnTo>
                    <a:pt x="3422485" y="4850199"/>
                  </a:lnTo>
                  <a:lnTo>
                    <a:pt x="1722941" y="4850199"/>
                  </a:lnTo>
                  <a:cubicBezTo>
                    <a:pt x="1505545" y="4837636"/>
                    <a:pt x="1336859" y="4655638"/>
                    <a:pt x="1340823" y="4437909"/>
                  </a:cubicBezTo>
                  <a:close/>
                  <a:moveTo>
                    <a:pt x="1821935" y="2168667"/>
                  </a:moveTo>
                  <a:lnTo>
                    <a:pt x="3640230" y="2168667"/>
                  </a:lnTo>
                  <a:cubicBezTo>
                    <a:pt x="3857634" y="2181230"/>
                    <a:pt x="4026311" y="2363228"/>
                    <a:pt x="4022348" y="2580950"/>
                  </a:cubicBezTo>
                  <a:lnTo>
                    <a:pt x="4022348" y="4079885"/>
                  </a:lnTo>
                  <a:lnTo>
                    <a:pt x="3821237" y="4012451"/>
                  </a:lnTo>
                  <a:lnTo>
                    <a:pt x="3821237" y="2580950"/>
                  </a:lnTo>
                  <a:cubicBezTo>
                    <a:pt x="3824951" y="2471790"/>
                    <a:pt x="3739474" y="2380292"/>
                    <a:pt x="3630314" y="2376571"/>
                  </a:cubicBezTo>
                  <a:cubicBezTo>
                    <a:pt x="3629150" y="2376533"/>
                    <a:pt x="3627985" y="2376503"/>
                    <a:pt x="3626820" y="2376488"/>
                  </a:cubicBezTo>
                  <a:lnTo>
                    <a:pt x="1821935" y="2376488"/>
                  </a:lnTo>
                  <a:close/>
                  <a:moveTo>
                    <a:pt x="295038" y="1484898"/>
                  </a:moveTo>
                  <a:lnTo>
                    <a:pt x="295038" y="4501612"/>
                  </a:lnTo>
                  <a:cubicBezTo>
                    <a:pt x="287512" y="4858695"/>
                    <a:pt x="469963" y="5192973"/>
                    <a:pt x="774364" y="5379811"/>
                  </a:cubicBezTo>
                  <a:lnTo>
                    <a:pt x="2681594" y="6516106"/>
                  </a:lnTo>
                  <a:lnTo>
                    <a:pt x="4595533" y="5379811"/>
                  </a:lnTo>
                  <a:lnTo>
                    <a:pt x="4588832" y="5379811"/>
                  </a:lnTo>
                  <a:cubicBezTo>
                    <a:pt x="4890222" y="5190136"/>
                    <a:pt x="5071668" y="4857704"/>
                    <a:pt x="5068150" y="4501612"/>
                  </a:cubicBezTo>
                  <a:lnTo>
                    <a:pt x="5068150" y="1484898"/>
                  </a:lnTo>
                  <a:close/>
                  <a:moveTo>
                    <a:pt x="295038" y="888258"/>
                  </a:moveTo>
                  <a:lnTo>
                    <a:pt x="295038" y="1189929"/>
                  </a:lnTo>
                  <a:lnTo>
                    <a:pt x="5071508" y="1189929"/>
                  </a:lnTo>
                  <a:lnTo>
                    <a:pt x="5071508" y="888258"/>
                  </a:lnTo>
                  <a:close/>
                  <a:moveTo>
                    <a:pt x="295030" y="30"/>
                  </a:moveTo>
                  <a:lnTo>
                    <a:pt x="295030" y="295000"/>
                  </a:lnTo>
                  <a:lnTo>
                    <a:pt x="295038" y="295000"/>
                  </a:lnTo>
                  <a:lnTo>
                    <a:pt x="295038" y="596640"/>
                  </a:lnTo>
                  <a:lnTo>
                    <a:pt x="5071508" y="596640"/>
                  </a:lnTo>
                  <a:lnTo>
                    <a:pt x="5071508" y="294969"/>
                  </a:lnTo>
                  <a:lnTo>
                    <a:pt x="5068142" y="294969"/>
                  </a:lnTo>
                  <a:lnTo>
                    <a:pt x="5068142" y="30"/>
                  </a:lnTo>
                  <a:close/>
                  <a:moveTo>
                    <a:pt x="69" y="0"/>
                  </a:moveTo>
                  <a:lnTo>
                    <a:pt x="5363119" y="0"/>
                  </a:lnTo>
                  <a:lnTo>
                    <a:pt x="5363119" y="4498262"/>
                  </a:lnTo>
                  <a:cubicBezTo>
                    <a:pt x="5370532" y="4957114"/>
                    <a:pt x="5138008" y="5386588"/>
                    <a:pt x="4749719" y="5631206"/>
                  </a:cubicBezTo>
                  <a:lnTo>
                    <a:pt x="2681594" y="6858000"/>
                  </a:lnTo>
                  <a:lnTo>
                    <a:pt x="623529" y="5631206"/>
                  </a:lnTo>
                  <a:cubicBezTo>
                    <a:pt x="231927" y="5390128"/>
                    <a:pt x="-4673" y="4961448"/>
                    <a:pt x="69" y="4501612"/>
                  </a:cubicBezTo>
                  <a:close/>
                </a:path>
              </a:pathLst>
            </a:custGeom>
            <a:solidFill>
              <a:schemeClr val="accent2"/>
            </a:solidFill>
            <a:ln w="44053" cap="flat">
              <a:noFill/>
              <a:prstDash val="solid"/>
              <a:miter/>
            </a:ln>
          </p:spPr>
          <p:txBody>
            <a:bodyPr wrap="square" rtlCol="0" anchor="ctr">
              <a:noAutofit/>
            </a:bodyPr>
            <a:lstStyle/>
            <a:p>
              <a:endParaRPr lang="en-US"/>
            </a:p>
          </p:txBody>
        </p:sp>
        <p:sp>
          <p:nvSpPr>
            <p:cNvPr id="2406" name="Freeform: Shape 2405">
              <a:extLst>
                <a:ext uri="{FF2B5EF4-FFF2-40B4-BE49-F238E27FC236}">
                  <a16:creationId xmlns:a16="http://schemas.microsoft.com/office/drawing/2014/main" id="{45449B71-6DCB-28D3-F253-C15759BBB363}"/>
                </a:ext>
                <a:ext uri="{C183D7F6-B498-43B3-948B-1728B52AA6E4}">
                  <adec:decorative xmlns:adec="http://schemas.microsoft.com/office/drawing/2017/decorative" val="1"/>
                </a:ext>
              </a:extLst>
            </p:cNvPr>
            <p:cNvSpPr/>
            <p:nvPr/>
          </p:nvSpPr>
          <p:spPr>
            <a:xfrm>
              <a:off x="3042554" y="5049529"/>
              <a:ext cx="318208" cy="336232"/>
            </a:xfrm>
            <a:custGeom>
              <a:avLst/>
              <a:gdLst>
                <a:gd name="connsiteX0" fmla="*/ 2845778 w 4773112"/>
                <a:gd name="connsiteY0" fmla="*/ 3784268 h 5043473"/>
                <a:gd name="connsiteX1" fmla="*/ 3975370 w 4773112"/>
                <a:gd name="connsiteY1" fmla="*/ 4163028 h 5043473"/>
                <a:gd name="connsiteX2" fmla="*/ 3697163 w 4773112"/>
                <a:gd name="connsiteY2" fmla="*/ 4444595 h 5043473"/>
                <a:gd name="connsiteX3" fmla="*/ 4032348 w 4773112"/>
                <a:gd name="connsiteY3" fmla="*/ 4779781 h 5043473"/>
                <a:gd name="connsiteX4" fmla="*/ 4032348 w 4773112"/>
                <a:gd name="connsiteY4" fmla="*/ 4890392 h 5043473"/>
                <a:gd name="connsiteX5" fmla="*/ 3901624 w 4773112"/>
                <a:gd name="connsiteY5" fmla="*/ 5021123 h 5043473"/>
                <a:gd name="connsiteX6" fmla="*/ 3787662 w 4773112"/>
                <a:gd name="connsiteY6" fmla="*/ 5021123 h 5043473"/>
                <a:gd name="connsiteX7" fmla="*/ 3452470 w 4773112"/>
                <a:gd name="connsiteY7" fmla="*/ 4685930 h 5043473"/>
                <a:gd name="connsiteX8" fmla="*/ 3167561 w 4773112"/>
                <a:gd name="connsiteY8" fmla="*/ 4970840 h 5043473"/>
                <a:gd name="connsiteX9" fmla="*/ 2792144 w 4773112"/>
                <a:gd name="connsiteY9" fmla="*/ 3841245 h 5043473"/>
                <a:gd name="connsiteX10" fmla="*/ 2791290 w 4773112"/>
                <a:gd name="connsiteY10" fmla="*/ 3813055 h 5043473"/>
                <a:gd name="connsiteX11" fmla="*/ 2845778 w 4773112"/>
                <a:gd name="connsiteY11" fmla="*/ 3784268 h 5043473"/>
                <a:gd name="connsiteX12" fmla="*/ 921780 w 4773112"/>
                <a:gd name="connsiteY12" fmla="*/ 2011107 h 5043473"/>
                <a:gd name="connsiteX13" fmla="*/ 1350823 w 4773112"/>
                <a:gd name="connsiteY13" fmla="*/ 2011107 h 5043473"/>
                <a:gd name="connsiteX14" fmla="*/ 1350823 w 4773112"/>
                <a:gd name="connsiteY14" fmla="*/ 2440151 h 5043473"/>
                <a:gd name="connsiteX15" fmla="*/ 921780 w 4773112"/>
                <a:gd name="connsiteY15" fmla="*/ 2440151 h 5043473"/>
                <a:gd name="connsiteX16" fmla="*/ 0 w 4773112"/>
                <a:gd name="connsiteY16" fmla="*/ 0 h 5043473"/>
                <a:gd name="connsiteX17" fmla="*/ 4773112 w 4773112"/>
                <a:gd name="connsiteY17" fmla="*/ 0 h 5043473"/>
                <a:gd name="connsiteX18" fmla="*/ 4773112 w 4773112"/>
                <a:gd name="connsiteY18" fmla="*/ 294970 h 5043473"/>
                <a:gd name="connsiteX19" fmla="*/ 0 w 4773112"/>
                <a:gd name="connsiteY19" fmla="*/ 294970 h 504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73112" h="5043473">
                  <a:moveTo>
                    <a:pt x="2845778" y="3784268"/>
                  </a:moveTo>
                  <a:lnTo>
                    <a:pt x="3975370" y="4163028"/>
                  </a:lnTo>
                  <a:lnTo>
                    <a:pt x="3697163" y="4444595"/>
                  </a:lnTo>
                  <a:lnTo>
                    <a:pt x="4032348" y="4779781"/>
                  </a:lnTo>
                  <a:cubicBezTo>
                    <a:pt x="4061718" y="4810807"/>
                    <a:pt x="4061718" y="4859373"/>
                    <a:pt x="4032348" y="4890392"/>
                  </a:cubicBezTo>
                  <a:lnTo>
                    <a:pt x="3901624" y="5021123"/>
                  </a:lnTo>
                  <a:cubicBezTo>
                    <a:pt x="3869486" y="5050924"/>
                    <a:pt x="3819800" y="5050924"/>
                    <a:pt x="3787662" y="5021123"/>
                  </a:cubicBezTo>
                  <a:lnTo>
                    <a:pt x="3452470" y="4685930"/>
                  </a:lnTo>
                  <a:lnTo>
                    <a:pt x="3167561" y="4970840"/>
                  </a:lnTo>
                  <a:lnTo>
                    <a:pt x="2792144" y="3841245"/>
                  </a:lnTo>
                  <a:cubicBezTo>
                    <a:pt x="2788740" y="3832206"/>
                    <a:pt x="2788438" y="3822290"/>
                    <a:pt x="2791290" y="3813055"/>
                  </a:cubicBezTo>
                  <a:cubicBezTo>
                    <a:pt x="2798384" y="3790061"/>
                    <a:pt x="2822777" y="3777173"/>
                    <a:pt x="2845778" y="3784268"/>
                  </a:cubicBezTo>
                  <a:close/>
                  <a:moveTo>
                    <a:pt x="921780" y="2011107"/>
                  </a:moveTo>
                  <a:lnTo>
                    <a:pt x="1350823" y="2011107"/>
                  </a:lnTo>
                  <a:lnTo>
                    <a:pt x="1350823" y="2440151"/>
                  </a:lnTo>
                  <a:lnTo>
                    <a:pt x="921780" y="2440151"/>
                  </a:lnTo>
                  <a:close/>
                  <a:moveTo>
                    <a:pt x="0" y="0"/>
                  </a:moveTo>
                  <a:lnTo>
                    <a:pt x="4773112" y="0"/>
                  </a:lnTo>
                  <a:lnTo>
                    <a:pt x="4773112" y="294970"/>
                  </a:lnTo>
                  <a:lnTo>
                    <a:pt x="0" y="294970"/>
                  </a:lnTo>
                  <a:close/>
                </a:path>
              </a:pathLst>
            </a:custGeom>
            <a:solidFill>
              <a:schemeClr val="accent1"/>
            </a:solidFill>
            <a:ln w="44053" cap="flat">
              <a:noFill/>
              <a:prstDash val="solid"/>
              <a:miter/>
            </a:ln>
          </p:spPr>
          <p:txBody>
            <a:bodyPr wrap="square" rtlCol="0" anchor="ctr">
              <a:noAutofit/>
            </a:bodyPr>
            <a:lstStyle/>
            <a:p>
              <a:endParaRPr lang="en-US"/>
            </a:p>
          </p:txBody>
        </p:sp>
      </p:grpSp>
      <p:grpSp>
        <p:nvGrpSpPr>
          <p:cNvPr id="2765" name="Group 2764">
            <a:extLst>
              <a:ext uri="{FF2B5EF4-FFF2-40B4-BE49-F238E27FC236}">
                <a16:creationId xmlns:a16="http://schemas.microsoft.com/office/drawing/2014/main" id="{EACC9199-775F-4851-857D-B4085D0A4D01}"/>
              </a:ext>
              <a:ext uri="{C183D7F6-B498-43B3-948B-1728B52AA6E4}">
                <adec:decorative xmlns:adec="http://schemas.microsoft.com/office/drawing/2017/decorative" val="1"/>
              </a:ext>
            </a:extLst>
          </p:cNvPr>
          <p:cNvGrpSpPr>
            <a:grpSpLocks noChangeAspect="1"/>
          </p:cNvGrpSpPr>
          <p:nvPr/>
        </p:nvGrpSpPr>
        <p:grpSpPr>
          <a:xfrm>
            <a:off x="3505503" y="5049527"/>
            <a:ext cx="357553" cy="457200"/>
            <a:chOff x="3505503" y="5049527"/>
            <a:chExt cx="357553" cy="457200"/>
          </a:xfrm>
          <a:solidFill>
            <a:srgbClr val="FF0000"/>
          </a:solidFill>
        </p:grpSpPr>
        <p:sp>
          <p:nvSpPr>
            <p:cNvPr id="2425" name="Freeform: Shape 2424">
              <a:extLst>
                <a:ext uri="{FF2B5EF4-FFF2-40B4-BE49-F238E27FC236}">
                  <a16:creationId xmlns:a16="http://schemas.microsoft.com/office/drawing/2014/main" id="{4EB36FFF-62D8-EE29-E262-9EA9ED655365}"/>
                </a:ext>
                <a:ext uri="{C183D7F6-B498-43B3-948B-1728B52AA6E4}">
                  <adec:decorative xmlns:adec="http://schemas.microsoft.com/office/drawing/2017/decorative" val="1"/>
                </a:ext>
              </a:extLst>
            </p:cNvPr>
            <p:cNvSpPr/>
            <p:nvPr/>
          </p:nvSpPr>
          <p:spPr>
            <a:xfrm>
              <a:off x="3505503" y="5049527"/>
              <a:ext cx="357553" cy="457200"/>
            </a:xfrm>
            <a:custGeom>
              <a:avLst/>
              <a:gdLst>
                <a:gd name="connsiteX0" fmla="*/ 2051443 w 5363298"/>
                <a:gd name="connsiteY0" fmla="*/ 3231235 h 6858000"/>
                <a:gd name="connsiteX1" fmla="*/ 2051443 w 5363298"/>
                <a:gd name="connsiteY1" fmla="*/ 3868091 h 6858000"/>
                <a:gd name="connsiteX2" fmla="*/ 2597807 w 5363298"/>
                <a:gd name="connsiteY2" fmla="*/ 4189874 h 6858000"/>
                <a:gd name="connsiteX3" fmla="*/ 2597807 w 5363298"/>
                <a:gd name="connsiteY3" fmla="*/ 3549659 h 6858000"/>
                <a:gd name="connsiteX4" fmla="*/ 3298357 w 5363298"/>
                <a:gd name="connsiteY4" fmla="*/ 3227877 h 6858000"/>
                <a:gd name="connsiteX5" fmla="*/ 2738590 w 5363298"/>
                <a:gd name="connsiteY5" fmla="*/ 3546309 h 6858000"/>
                <a:gd name="connsiteX6" fmla="*/ 2738590 w 5363298"/>
                <a:gd name="connsiteY6" fmla="*/ 4189874 h 6858000"/>
                <a:gd name="connsiteX7" fmla="*/ 3298357 w 5363298"/>
                <a:gd name="connsiteY7" fmla="*/ 3854688 h 6858000"/>
                <a:gd name="connsiteX8" fmla="*/ 3995556 w 5363298"/>
                <a:gd name="connsiteY8" fmla="*/ 2829005 h 6858000"/>
                <a:gd name="connsiteX9" fmla="*/ 3435782 w 5363298"/>
                <a:gd name="connsiteY9" fmla="*/ 3164191 h 6858000"/>
                <a:gd name="connsiteX10" fmla="*/ 3435782 w 5363298"/>
                <a:gd name="connsiteY10" fmla="*/ 3884852 h 6858000"/>
                <a:gd name="connsiteX11" fmla="*/ 3995556 w 5363298"/>
                <a:gd name="connsiteY11" fmla="*/ 4189874 h 6858000"/>
                <a:gd name="connsiteX12" fmla="*/ 1340841 w 5363298"/>
                <a:gd name="connsiteY12" fmla="*/ 2829005 h 6858000"/>
                <a:gd name="connsiteX13" fmla="*/ 1340841 w 5363298"/>
                <a:gd name="connsiteY13" fmla="*/ 4189874 h 6858000"/>
                <a:gd name="connsiteX14" fmla="*/ 1900608 w 5363298"/>
                <a:gd name="connsiteY14" fmla="*/ 3854688 h 6858000"/>
                <a:gd name="connsiteX15" fmla="*/ 1900608 w 5363298"/>
                <a:gd name="connsiteY15" fmla="*/ 3147437 h 6858000"/>
                <a:gd name="connsiteX16" fmla="*/ 2681605 w 5363298"/>
                <a:gd name="connsiteY16" fmla="*/ 2788781 h 6858000"/>
                <a:gd name="connsiteX17" fmla="*/ 2121838 w 5363298"/>
                <a:gd name="connsiteY17" fmla="*/ 3123967 h 6858000"/>
                <a:gd name="connsiteX18" fmla="*/ 2681605 w 5363298"/>
                <a:gd name="connsiteY18" fmla="*/ 3428996 h 6858000"/>
                <a:gd name="connsiteX19" fmla="*/ 3241372 w 5363298"/>
                <a:gd name="connsiteY19" fmla="*/ 3093803 h 6858000"/>
                <a:gd name="connsiteX20" fmla="*/ 2611217 w 5363298"/>
                <a:gd name="connsiteY20" fmla="*/ 2031247 h 6858000"/>
                <a:gd name="connsiteX21" fmla="*/ 1424639 w 5363298"/>
                <a:gd name="connsiteY21" fmla="*/ 2701633 h 6858000"/>
                <a:gd name="connsiteX22" fmla="*/ 1984406 w 5363298"/>
                <a:gd name="connsiteY22" fmla="*/ 3016706 h 6858000"/>
                <a:gd name="connsiteX23" fmla="*/ 2611217 w 5363298"/>
                <a:gd name="connsiteY23" fmla="*/ 2681521 h 6858000"/>
                <a:gd name="connsiteX24" fmla="*/ 2751993 w 5363298"/>
                <a:gd name="connsiteY24" fmla="*/ 2027896 h 6858000"/>
                <a:gd name="connsiteX25" fmla="*/ 2751993 w 5363298"/>
                <a:gd name="connsiteY25" fmla="*/ 2681521 h 6858000"/>
                <a:gd name="connsiteX26" fmla="*/ 3378804 w 5363298"/>
                <a:gd name="connsiteY26" fmla="*/ 3016706 h 6858000"/>
                <a:gd name="connsiteX27" fmla="*/ 3938571 w 5363298"/>
                <a:gd name="connsiteY27" fmla="*/ 2698282 h 6858000"/>
                <a:gd name="connsiteX28" fmla="*/ 2681605 w 5363298"/>
                <a:gd name="connsiteY28" fmla="*/ 1833486 h 6858000"/>
                <a:gd name="connsiteX29" fmla="*/ 4146391 w 5363298"/>
                <a:gd name="connsiteY29" fmla="*/ 2681521 h 6858000"/>
                <a:gd name="connsiteX30" fmla="*/ 4146391 w 5363298"/>
                <a:gd name="connsiteY30" fmla="*/ 4357470 h 6858000"/>
                <a:gd name="connsiteX31" fmla="*/ 3101474 w 5363298"/>
                <a:gd name="connsiteY31" fmla="*/ 4948074 h 6858000"/>
                <a:gd name="connsiteX32" fmla="*/ 3101474 w 5363298"/>
                <a:gd name="connsiteY32" fmla="*/ 4804144 h 6858000"/>
                <a:gd name="connsiteX33" fmla="*/ 3941922 w 5363298"/>
                <a:gd name="connsiteY33" fmla="*/ 4330657 h 6858000"/>
                <a:gd name="connsiteX34" fmla="*/ 3382155 w 5363298"/>
                <a:gd name="connsiteY34" fmla="*/ 3995464 h 6858000"/>
                <a:gd name="connsiteX35" fmla="*/ 2751993 w 5363298"/>
                <a:gd name="connsiteY35" fmla="*/ 4357470 h 6858000"/>
                <a:gd name="connsiteX36" fmla="*/ 2751993 w 5363298"/>
                <a:gd name="connsiteY36" fmla="*/ 4644853 h 6858000"/>
                <a:gd name="connsiteX37" fmla="*/ 2611217 w 5363298"/>
                <a:gd name="connsiteY37" fmla="*/ 4644853 h 6858000"/>
                <a:gd name="connsiteX38" fmla="*/ 2611217 w 5363298"/>
                <a:gd name="connsiteY38" fmla="*/ 4357470 h 6858000"/>
                <a:gd name="connsiteX39" fmla="*/ 1981055 w 5363298"/>
                <a:gd name="connsiteY39" fmla="*/ 3988762 h 6858000"/>
                <a:gd name="connsiteX40" fmla="*/ 1424639 w 5363298"/>
                <a:gd name="connsiteY40" fmla="*/ 4307194 h 6858000"/>
                <a:gd name="connsiteX41" fmla="*/ 2261721 w 5363298"/>
                <a:gd name="connsiteY41" fmla="*/ 4796672 h 6858000"/>
                <a:gd name="connsiteX42" fmla="*/ 2261721 w 5363298"/>
                <a:gd name="connsiteY42" fmla="*/ 4948611 h 6858000"/>
                <a:gd name="connsiteX43" fmla="*/ 1213468 w 5363298"/>
                <a:gd name="connsiteY43" fmla="*/ 4357470 h 6858000"/>
                <a:gd name="connsiteX44" fmla="*/ 1213468 w 5363298"/>
                <a:gd name="connsiteY44" fmla="*/ 2681521 h 6858000"/>
                <a:gd name="connsiteX45" fmla="*/ 295038 w 5363298"/>
                <a:gd name="connsiteY45" fmla="*/ 1484898 h 6858000"/>
                <a:gd name="connsiteX46" fmla="*/ 295038 w 5363298"/>
                <a:gd name="connsiteY46" fmla="*/ 4501612 h 6858000"/>
                <a:gd name="connsiteX47" fmla="*/ 774365 w 5363298"/>
                <a:gd name="connsiteY47" fmla="*/ 5379811 h 6858000"/>
                <a:gd name="connsiteX48" fmla="*/ 2681598 w 5363298"/>
                <a:gd name="connsiteY48" fmla="*/ 6516106 h 6858000"/>
                <a:gd name="connsiteX49" fmla="*/ 4595539 w 5363298"/>
                <a:gd name="connsiteY49" fmla="*/ 5379811 h 6858000"/>
                <a:gd name="connsiteX50" fmla="*/ 4588838 w 5363298"/>
                <a:gd name="connsiteY50" fmla="*/ 5379811 h 6858000"/>
                <a:gd name="connsiteX51" fmla="*/ 5068157 w 5363298"/>
                <a:gd name="connsiteY51" fmla="*/ 4501612 h 6858000"/>
                <a:gd name="connsiteX52" fmla="*/ 5068157 w 5363298"/>
                <a:gd name="connsiteY52" fmla="*/ 1484898 h 6858000"/>
                <a:gd name="connsiteX53" fmla="*/ 295038 w 5363298"/>
                <a:gd name="connsiteY53" fmla="*/ 294969 h 6858000"/>
                <a:gd name="connsiteX54" fmla="*/ 295038 w 5363298"/>
                <a:gd name="connsiteY54" fmla="*/ 596632 h 6858000"/>
                <a:gd name="connsiteX55" fmla="*/ 295038 w 5363298"/>
                <a:gd name="connsiteY55" fmla="*/ 891602 h 6858000"/>
                <a:gd name="connsiteX56" fmla="*/ 295038 w 5363298"/>
                <a:gd name="connsiteY56" fmla="*/ 1189929 h 6858000"/>
                <a:gd name="connsiteX57" fmla="*/ 5071515 w 5363298"/>
                <a:gd name="connsiteY57" fmla="*/ 1189929 h 6858000"/>
                <a:gd name="connsiteX58" fmla="*/ 5071515 w 5363298"/>
                <a:gd name="connsiteY58" fmla="*/ 888258 h 6858000"/>
                <a:gd name="connsiteX59" fmla="*/ 5064806 w 5363298"/>
                <a:gd name="connsiteY59" fmla="*/ 888258 h 6858000"/>
                <a:gd name="connsiteX60" fmla="*/ 5064806 w 5363298"/>
                <a:gd name="connsiteY60" fmla="*/ 596640 h 6858000"/>
                <a:gd name="connsiteX61" fmla="*/ 5071515 w 5363298"/>
                <a:gd name="connsiteY61" fmla="*/ 596640 h 6858000"/>
                <a:gd name="connsiteX62" fmla="*/ 5071515 w 5363298"/>
                <a:gd name="connsiteY62" fmla="*/ 294969 h 6858000"/>
                <a:gd name="connsiteX63" fmla="*/ 69 w 5363298"/>
                <a:gd name="connsiteY63" fmla="*/ 0 h 6858000"/>
                <a:gd name="connsiteX64" fmla="*/ 5363126 w 5363298"/>
                <a:gd name="connsiteY64" fmla="*/ 0 h 6858000"/>
                <a:gd name="connsiteX65" fmla="*/ 5363126 w 5363298"/>
                <a:gd name="connsiteY65" fmla="*/ 4498262 h 6858000"/>
                <a:gd name="connsiteX66" fmla="*/ 4749725 w 5363298"/>
                <a:gd name="connsiteY66" fmla="*/ 5631206 h 6858000"/>
                <a:gd name="connsiteX67" fmla="*/ 2681598 w 5363298"/>
                <a:gd name="connsiteY67" fmla="*/ 6858000 h 6858000"/>
                <a:gd name="connsiteX68" fmla="*/ 623530 w 5363298"/>
                <a:gd name="connsiteY68" fmla="*/ 5631206 h 6858000"/>
                <a:gd name="connsiteX69" fmla="*/ 69 w 5363298"/>
                <a:gd name="connsiteY69"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63298" h="6858000">
                  <a:moveTo>
                    <a:pt x="2051443" y="3231235"/>
                  </a:moveTo>
                  <a:lnTo>
                    <a:pt x="2051443" y="3868091"/>
                  </a:lnTo>
                  <a:lnTo>
                    <a:pt x="2597807" y="4189874"/>
                  </a:lnTo>
                  <a:lnTo>
                    <a:pt x="2597807" y="3549659"/>
                  </a:lnTo>
                  <a:close/>
                  <a:moveTo>
                    <a:pt x="3298357" y="3227877"/>
                  </a:moveTo>
                  <a:lnTo>
                    <a:pt x="2738590" y="3546309"/>
                  </a:lnTo>
                  <a:lnTo>
                    <a:pt x="2738590" y="4189874"/>
                  </a:lnTo>
                  <a:lnTo>
                    <a:pt x="3298357" y="3854688"/>
                  </a:lnTo>
                  <a:close/>
                  <a:moveTo>
                    <a:pt x="3995556" y="2829005"/>
                  </a:moveTo>
                  <a:lnTo>
                    <a:pt x="3435782" y="3164191"/>
                  </a:lnTo>
                  <a:lnTo>
                    <a:pt x="3435782" y="3884852"/>
                  </a:lnTo>
                  <a:lnTo>
                    <a:pt x="3995556" y="4189874"/>
                  </a:lnTo>
                  <a:close/>
                  <a:moveTo>
                    <a:pt x="1340841" y="2829005"/>
                  </a:moveTo>
                  <a:lnTo>
                    <a:pt x="1340841" y="4189874"/>
                  </a:lnTo>
                  <a:lnTo>
                    <a:pt x="1900608" y="3854688"/>
                  </a:lnTo>
                  <a:lnTo>
                    <a:pt x="1900608" y="3147437"/>
                  </a:lnTo>
                  <a:close/>
                  <a:moveTo>
                    <a:pt x="2681605" y="2788781"/>
                  </a:moveTo>
                  <a:lnTo>
                    <a:pt x="2121838" y="3123967"/>
                  </a:lnTo>
                  <a:lnTo>
                    <a:pt x="2681605" y="3428996"/>
                  </a:lnTo>
                  <a:lnTo>
                    <a:pt x="3241372" y="3093803"/>
                  </a:lnTo>
                  <a:close/>
                  <a:moveTo>
                    <a:pt x="2611217" y="2031247"/>
                  </a:moveTo>
                  <a:lnTo>
                    <a:pt x="1424639" y="2701633"/>
                  </a:lnTo>
                  <a:lnTo>
                    <a:pt x="1984406" y="3016706"/>
                  </a:lnTo>
                  <a:lnTo>
                    <a:pt x="2611217" y="2681521"/>
                  </a:lnTo>
                  <a:close/>
                  <a:moveTo>
                    <a:pt x="2751993" y="2027896"/>
                  </a:moveTo>
                  <a:lnTo>
                    <a:pt x="2751993" y="2681521"/>
                  </a:lnTo>
                  <a:lnTo>
                    <a:pt x="3378804" y="3016706"/>
                  </a:lnTo>
                  <a:lnTo>
                    <a:pt x="3938571" y="2698282"/>
                  </a:lnTo>
                  <a:close/>
                  <a:moveTo>
                    <a:pt x="2681605" y="1833486"/>
                  </a:moveTo>
                  <a:lnTo>
                    <a:pt x="4146391" y="2681521"/>
                  </a:lnTo>
                  <a:lnTo>
                    <a:pt x="4146391" y="4357470"/>
                  </a:lnTo>
                  <a:lnTo>
                    <a:pt x="3101474" y="4948074"/>
                  </a:lnTo>
                  <a:lnTo>
                    <a:pt x="3101474" y="4804144"/>
                  </a:lnTo>
                  <a:lnTo>
                    <a:pt x="3941922" y="4330657"/>
                  </a:lnTo>
                  <a:lnTo>
                    <a:pt x="3382155" y="3995464"/>
                  </a:lnTo>
                  <a:lnTo>
                    <a:pt x="2751993" y="4357470"/>
                  </a:lnTo>
                  <a:lnTo>
                    <a:pt x="2751993" y="4644853"/>
                  </a:lnTo>
                  <a:lnTo>
                    <a:pt x="2611217" y="4644853"/>
                  </a:lnTo>
                  <a:lnTo>
                    <a:pt x="2611217" y="4357470"/>
                  </a:lnTo>
                  <a:lnTo>
                    <a:pt x="1981055" y="3988762"/>
                  </a:lnTo>
                  <a:lnTo>
                    <a:pt x="1424639" y="4307194"/>
                  </a:lnTo>
                  <a:lnTo>
                    <a:pt x="2261721" y="4796672"/>
                  </a:lnTo>
                  <a:lnTo>
                    <a:pt x="2261721" y="4948611"/>
                  </a:lnTo>
                  <a:lnTo>
                    <a:pt x="1213468" y="4357470"/>
                  </a:lnTo>
                  <a:lnTo>
                    <a:pt x="1213468" y="2681521"/>
                  </a:lnTo>
                  <a:close/>
                  <a:moveTo>
                    <a:pt x="295038" y="1484898"/>
                  </a:moveTo>
                  <a:lnTo>
                    <a:pt x="295038" y="4501612"/>
                  </a:lnTo>
                  <a:cubicBezTo>
                    <a:pt x="287512" y="4858695"/>
                    <a:pt x="469964" y="5192973"/>
                    <a:pt x="774365" y="5379811"/>
                  </a:cubicBezTo>
                  <a:lnTo>
                    <a:pt x="2681598" y="6516106"/>
                  </a:lnTo>
                  <a:lnTo>
                    <a:pt x="4595539" y="5379811"/>
                  </a:lnTo>
                  <a:lnTo>
                    <a:pt x="4588838" y="5379811"/>
                  </a:lnTo>
                  <a:cubicBezTo>
                    <a:pt x="4890229" y="5190136"/>
                    <a:pt x="5071674" y="4857704"/>
                    <a:pt x="5068157" y="4501612"/>
                  </a:cubicBezTo>
                  <a:lnTo>
                    <a:pt x="5068157" y="1484898"/>
                  </a:lnTo>
                  <a:close/>
                  <a:moveTo>
                    <a:pt x="295038" y="294969"/>
                  </a:moveTo>
                  <a:lnTo>
                    <a:pt x="295038" y="596632"/>
                  </a:lnTo>
                  <a:lnTo>
                    <a:pt x="295038" y="891602"/>
                  </a:lnTo>
                  <a:lnTo>
                    <a:pt x="295038" y="1189929"/>
                  </a:lnTo>
                  <a:lnTo>
                    <a:pt x="5071515" y="1189929"/>
                  </a:lnTo>
                  <a:lnTo>
                    <a:pt x="5071515" y="888258"/>
                  </a:lnTo>
                  <a:lnTo>
                    <a:pt x="5064806" y="888258"/>
                  </a:lnTo>
                  <a:lnTo>
                    <a:pt x="5064806" y="596640"/>
                  </a:lnTo>
                  <a:lnTo>
                    <a:pt x="5071515" y="596640"/>
                  </a:lnTo>
                  <a:lnTo>
                    <a:pt x="5071515" y="294969"/>
                  </a:lnTo>
                  <a:close/>
                  <a:moveTo>
                    <a:pt x="69" y="0"/>
                  </a:moveTo>
                  <a:lnTo>
                    <a:pt x="5363126" y="0"/>
                  </a:lnTo>
                  <a:lnTo>
                    <a:pt x="5363126" y="4498262"/>
                  </a:lnTo>
                  <a:cubicBezTo>
                    <a:pt x="5370539" y="4957114"/>
                    <a:pt x="5138015" y="5386588"/>
                    <a:pt x="4749725" y="5631206"/>
                  </a:cubicBezTo>
                  <a:lnTo>
                    <a:pt x="2681598" y="6858000"/>
                  </a:lnTo>
                  <a:lnTo>
                    <a:pt x="623530" y="5631206"/>
                  </a:lnTo>
                  <a:cubicBezTo>
                    <a:pt x="231927" y="5390128"/>
                    <a:pt x="-4673" y="4961448"/>
                    <a:pt x="69" y="4501612"/>
                  </a:cubicBezTo>
                  <a:close/>
                </a:path>
              </a:pathLst>
            </a:custGeom>
            <a:solidFill>
              <a:schemeClr val="accent2"/>
            </a:solidFill>
            <a:ln w="44053" cap="flat">
              <a:noFill/>
              <a:prstDash val="solid"/>
              <a:miter/>
            </a:ln>
          </p:spPr>
          <p:txBody>
            <a:bodyPr wrap="square" rtlCol="0" anchor="ctr">
              <a:noAutofit/>
            </a:bodyPr>
            <a:lstStyle/>
            <a:p>
              <a:endParaRPr lang="en-US" dirty="0"/>
            </a:p>
          </p:txBody>
        </p:sp>
        <p:sp>
          <p:nvSpPr>
            <p:cNvPr id="2427" name="Freeform: Shape 2426">
              <a:extLst>
                <a:ext uri="{FF2B5EF4-FFF2-40B4-BE49-F238E27FC236}">
                  <a16:creationId xmlns:a16="http://schemas.microsoft.com/office/drawing/2014/main" id="{82BFBD48-C0C2-B38E-D78D-4A3A0AEB5F6D}"/>
                </a:ext>
                <a:ext uri="{C183D7F6-B498-43B3-948B-1728B52AA6E4}">
                  <adec:decorative xmlns:adec="http://schemas.microsoft.com/office/drawing/2017/decorative" val="1"/>
                </a:ext>
              </a:extLst>
            </p:cNvPr>
            <p:cNvSpPr/>
            <p:nvPr/>
          </p:nvSpPr>
          <p:spPr>
            <a:xfrm>
              <a:off x="3525172" y="5089303"/>
              <a:ext cx="317984" cy="312175"/>
            </a:xfrm>
            <a:custGeom>
              <a:avLst/>
              <a:gdLst>
                <a:gd name="connsiteX0" fmla="*/ 2172038 w 4769768"/>
                <a:gd name="connsiteY0" fmla="*/ 4253576 h 4682619"/>
                <a:gd name="connsiteX1" fmla="*/ 2601081 w 4769768"/>
                <a:gd name="connsiteY1" fmla="*/ 4253576 h 4682619"/>
                <a:gd name="connsiteX2" fmla="*/ 2601081 w 4769768"/>
                <a:gd name="connsiteY2" fmla="*/ 4682619 h 4682619"/>
                <a:gd name="connsiteX3" fmla="*/ 2172038 w 4769768"/>
                <a:gd name="connsiteY3" fmla="*/ 4682619 h 4682619"/>
                <a:gd name="connsiteX4" fmla="*/ 0 w 4769768"/>
                <a:gd name="connsiteY4" fmla="*/ 0 h 4682619"/>
                <a:gd name="connsiteX5" fmla="*/ 4769768 w 4769768"/>
                <a:gd name="connsiteY5" fmla="*/ 0 h 4682619"/>
                <a:gd name="connsiteX6" fmla="*/ 4769768 w 4769768"/>
                <a:gd name="connsiteY6" fmla="*/ 294970 h 4682619"/>
                <a:gd name="connsiteX7" fmla="*/ 0 w 4769768"/>
                <a:gd name="connsiteY7" fmla="*/ 294970 h 468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9768" h="4682619">
                  <a:moveTo>
                    <a:pt x="2172038" y="4253576"/>
                  </a:moveTo>
                  <a:lnTo>
                    <a:pt x="2601081" y="4253576"/>
                  </a:lnTo>
                  <a:lnTo>
                    <a:pt x="2601081" y="4682619"/>
                  </a:lnTo>
                  <a:lnTo>
                    <a:pt x="2172038" y="4682619"/>
                  </a:lnTo>
                  <a:close/>
                  <a:moveTo>
                    <a:pt x="0" y="0"/>
                  </a:moveTo>
                  <a:lnTo>
                    <a:pt x="4769768" y="0"/>
                  </a:lnTo>
                  <a:lnTo>
                    <a:pt x="4769768" y="294970"/>
                  </a:lnTo>
                  <a:lnTo>
                    <a:pt x="0" y="294970"/>
                  </a:lnTo>
                  <a:close/>
                </a:path>
              </a:pathLst>
            </a:custGeom>
            <a:solidFill>
              <a:schemeClr val="accent1"/>
            </a:solidFill>
            <a:ln w="44053" cap="flat">
              <a:noFill/>
              <a:prstDash val="solid"/>
              <a:miter/>
            </a:ln>
          </p:spPr>
          <p:txBody>
            <a:bodyPr wrap="square" rtlCol="0" anchor="ctr">
              <a:noAutofit/>
            </a:bodyPr>
            <a:lstStyle/>
            <a:p>
              <a:endParaRPr lang="en-US"/>
            </a:p>
          </p:txBody>
        </p:sp>
      </p:grpSp>
      <p:grpSp>
        <p:nvGrpSpPr>
          <p:cNvPr id="2764" name="Group 2763">
            <a:extLst>
              <a:ext uri="{FF2B5EF4-FFF2-40B4-BE49-F238E27FC236}">
                <a16:creationId xmlns:a16="http://schemas.microsoft.com/office/drawing/2014/main" id="{8EA24B2D-43AB-9F1A-C53A-AA8EF89477DD}"/>
              </a:ext>
              <a:ext uri="{C183D7F6-B498-43B3-948B-1728B52AA6E4}">
                <adec:decorative xmlns:adec="http://schemas.microsoft.com/office/drawing/2017/decorative" val="1"/>
              </a:ext>
            </a:extLst>
          </p:cNvPr>
          <p:cNvGrpSpPr>
            <a:grpSpLocks noChangeAspect="1"/>
          </p:cNvGrpSpPr>
          <p:nvPr/>
        </p:nvGrpSpPr>
        <p:grpSpPr>
          <a:xfrm>
            <a:off x="3988121" y="5049527"/>
            <a:ext cx="357553" cy="457200"/>
            <a:chOff x="3988121" y="5049527"/>
            <a:chExt cx="357553" cy="457200"/>
          </a:xfrm>
          <a:solidFill>
            <a:srgbClr val="FF0000"/>
          </a:solidFill>
        </p:grpSpPr>
        <p:sp>
          <p:nvSpPr>
            <p:cNvPr id="2426" name="Freeform: Shape 2425">
              <a:extLst>
                <a:ext uri="{FF2B5EF4-FFF2-40B4-BE49-F238E27FC236}">
                  <a16:creationId xmlns:a16="http://schemas.microsoft.com/office/drawing/2014/main" id="{CC424D46-E963-004F-8F4C-DF23D6EF800B}"/>
                </a:ext>
                <a:ext uri="{C183D7F6-B498-43B3-948B-1728B52AA6E4}">
                  <adec:decorative xmlns:adec="http://schemas.microsoft.com/office/drawing/2017/decorative" val="1"/>
                </a:ext>
              </a:extLst>
            </p:cNvPr>
            <p:cNvSpPr/>
            <p:nvPr/>
          </p:nvSpPr>
          <p:spPr>
            <a:xfrm>
              <a:off x="3988121" y="5049527"/>
              <a:ext cx="357553" cy="457200"/>
            </a:xfrm>
            <a:custGeom>
              <a:avLst/>
              <a:gdLst>
                <a:gd name="connsiteX0" fmla="*/ 1957592 w 5363298"/>
                <a:gd name="connsiteY0" fmla="*/ 3904972 h 6858000"/>
                <a:gd name="connsiteX1" fmla="*/ 1957592 w 5363298"/>
                <a:gd name="connsiteY1" fmla="*/ 4471440 h 6858000"/>
                <a:gd name="connsiteX2" fmla="*/ 3405617 w 5363298"/>
                <a:gd name="connsiteY2" fmla="*/ 4471440 h 6858000"/>
                <a:gd name="connsiteX3" fmla="*/ 3405617 w 5363298"/>
                <a:gd name="connsiteY3" fmla="*/ 3904972 h 6858000"/>
                <a:gd name="connsiteX4" fmla="*/ 2772105 w 5363298"/>
                <a:gd name="connsiteY4" fmla="*/ 3164198 h 6858000"/>
                <a:gd name="connsiteX5" fmla="*/ 2772105 w 5363298"/>
                <a:gd name="connsiteY5" fmla="*/ 3727316 h 6858000"/>
                <a:gd name="connsiteX6" fmla="*/ 4220129 w 5363298"/>
                <a:gd name="connsiteY6" fmla="*/ 3727316 h 6858000"/>
                <a:gd name="connsiteX7" fmla="*/ 4220129 w 5363298"/>
                <a:gd name="connsiteY7" fmla="*/ 3164198 h 6858000"/>
                <a:gd name="connsiteX8" fmla="*/ 1143073 w 5363298"/>
                <a:gd name="connsiteY8" fmla="*/ 3164198 h 6858000"/>
                <a:gd name="connsiteX9" fmla="*/ 1143073 w 5363298"/>
                <a:gd name="connsiteY9" fmla="*/ 3727316 h 6858000"/>
                <a:gd name="connsiteX10" fmla="*/ 2591097 w 5363298"/>
                <a:gd name="connsiteY10" fmla="*/ 3727316 h 6858000"/>
                <a:gd name="connsiteX11" fmla="*/ 2591097 w 5363298"/>
                <a:gd name="connsiteY11" fmla="*/ 3164198 h 6858000"/>
                <a:gd name="connsiteX12" fmla="*/ 1776585 w 5363298"/>
                <a:gd name="connsiteY12" fmla="*/ 2245776 h 6858000"/>
                <a:gd name="connsiteX13" fmla="*/ 3145237 w 5363298"/>
                <a:gd name="connsiteY13" fmla="*/ 2245776 h 6858000"/>
                <a:gd name="connsiteX14" fmla="*/ 3145237 w 5363298"/>
                <a:gd name="connsiteY14" fmla="*/ 2423425 h 6858000"/>
                <a:gd name="connsiteX15" fmla="*/ 1957592 w 5363298"/>
                <a:gd name="connsiteY15" fmla="*/ 2423425 h 6858000"/>
                <a:gd name="connsiteX16" fmla="*/ 1957592 w 5363298"/>
                <a:gd name="connsiteY16" fmla="*/ 2986550 h 6858000"/>
                <a:gd name="connsiteX17" fmla="*/ 3405617 w 5363298"/>
                <a:gd name="connsiteY17" fmla="*/ 2986550 h 6858000"/>
                <a:gd name="connsiteX18" fmla="*/ 3405617 w 5363298"/>
                <a:gd name="connsiteY18" fmla="*/ 2709272 h 6858000"/>
                <a:gd name="connsiteX19" fmla="*/ 3586617 w 5363298"/>
                <a:gd name="connsiteY19" fmla="*/ 2709272 h 6858000"/>
                <a:gd name="connsiteX20" fmla="*/ 3586617 w 5363298"/>
                <a:gd name="connsiteY20" fmla="*/ 2986550 h 6858000"/>
                <a:gd name="connsiteX21" fmla="*/ 4397778 w 5363298"/>
                <a:gd name="connsiteY21" fmla="*/ 2986550 h 6858000"/>
                <a:gd name="connsiteX22" fmla="*/ 4397778 w 5363298"/>
                <a:gd name="connsiteY22" fmla="*/ 3904972 h 6858000"/>
                <a:gd name="connsiteX23" fmla="*/ 3586617 w 5363298"/>
                <a:gd name="connsiteY23" fmla="*/ 3904972 h 6858000"/>
                <a:gd name="connsiteX24" fmla="*/ 3586617 w 5363298"/>
                <a:gd name="connsiteY24" fmla="*/ 4645738 h 6858000"/>
                <a:gd name="connsiteX25" fmla="*/ 1776585 w 5363298"/>
                <a:gd name="connsiteY25" fmla="*/ 4645738 h 6858000"/>
                <a:gd name="connsiteX26" fmla="*/ 1776585 w 5363298"/>
                <a:gd name="connsiteY26" fmla="*/ 3904972 h 6858000"/>
                <a:gd name="connsiteX27" fmla="*/ 965424 w 5363298"/>
                <a:gd name="connsiteY27" fmla="*/ 3904972 h 6858000"/>
                <a:gd name="connsiteX28" fmla="*/ 965424 w 5363298"/>
                <a:gd name="connsiteY28" fmla="*/ 2986550 h 6858000"/>
                <a:gd name="connsiteX29" fmla="*/ 1776585 w 5363298"/>
                <a:gd name="connsiteY29" fmla="*/ 2986550 h 6858000"/>
                <a:gd name="connsiteX30" fmla="*/ 295038 w 5363298"/>
                <a:gd name="connsiteY30" fmla="*/ 1484898 h 6858000"/>
                <a:gd name="connsiteX31" fmla="*/ 295038 w 5363298"/>
                <a:gd name="connsiteY31" fmla="*/ 4501612 h 6858000"/>
                <a:gd name="connsiteX32" fmla="*/ 774365 w 5363298"/>
                <a:gd name="connsiteY32" fmla="*/ 5379811 h 6858000"/>
                <a:gd name="connsiteX33" fmla="*/ 2681597 w 5363298"/>
                <a:gd name="connsiteY33" fmla="*/ 6516106 h 6858000"/>
                <a:gd name="connsiteX34" fmla="*/ 4595539 w 5363298"/>
                <a:gd name="connsiteY34" fmla="*/ 5379811 h 6858000"/>
                <a:gd name="connsiteX35" fmla="*/ 4588837 w 5363298"/>
                <a:gd name="connsiteY35" fmla="*/ 5379811 h 6858000"/>
                <a:gd name="connsiteX36" fmla="*/ 5068157 w 5363298"/>
                <a:gd name="connsiteY36" fmla="*/ 4501612 h 6858000"/>
                <a:gd name="connsiteX37" fmla="*/ 5068157 w 5363298"/>
                <a:gd name="connsiteY37" fmla="*/ 1484898 h 6858000"/>
                <a:gd name="connsiteX38" fmla="*/ 295038 w 5363298"/>
                <a:gd name="connsiteY38" fmla="*/ 888258 h 6858000"/>
                <a:gd name="connsiteX39" fmla="*/ 295038 w 5363298"/>
                <a:gd name="connsiteY39" fmla="*/ 1189921 h 6858000"/>
                <a:gd name="connsiteX40" fmla="*/ 295038 w 5363298"/>
                <a:gd name="connsiteY40" fmla="*/ 1189929 h 6858000"/>
                <a:gd name="connsiteX41" fmla="*/ 295038 w 5363298"/>
                <a:gd name="connsiteY41" fmla="*/ 1484891 h 6858000"/>
                <a:gd name="connsiteX42" fmla="*/ 5068157 w 5363298"/>
                <a:gd name="connsiteY42" fmla="*/ 1484891 h 6858000"/>
                <a:gd name="connsiteX43" fmla="*/ 5068157 w 5363298"/>
                <a:gd name="connsiteY43" fmla="*/ 1189929 h 6858000"/>
                <a:gd name="connsiteX44" fmla="*/ 5071515 w 5363298"/>
                <a:gd name="connsiteY44" fmla="*/ 1189929 h 6858000"/>
                <a:gd name="connsiteX45" fmla="*/ 5071515 w 5363298"/>
                <a:gd name="connsiteY45" fmla="*/ 888258 h 6858000"/>
                <a:gd name="connsiteX46" fmla="*/ 295038 w 5363298"/>
                <a:gd name="connsiteY46" fmla="*/ 294969 h 6858000"/>
                <a:gd name="connsiteX47" fmla="*/ 295038 w 5363298"/>
                <a:gd name="connsiteY47" fmla="*/ 596640 h 6858000"/>
                <a:gd name="connsiteX48" fmla="*/ 5071515 w 5363298"/>
                <a:gd name="connsiteY48" fmla="*/ 596640 h 6858000"/>
                <a:gd name="connsiteX49" fmla="*/ 5071515 w 5363298"/>
                <a:gd name="connsiteY49" fmla="*/ 294969 h 6858000"/>
                <a:gd name="connsiteX50" fmla="*/ 69 w 5363298"/>
                <a:gd name="connsiteY50" fmla="*/ 0 h 6858000"/>
                <a:gd name="connsiteX51" fmla="*/ 5363126 w 5363298"/>
                <a:gd name="connsiteY51" fmla="*/ 0 h 6858000"/>
                <a:gd name="connsiteX52" fmla="*/ 5363126 w 5363298"/>
                <a:gd name="connsiteY52" fmla="*/ 4498262 h 6858000"/>
                <a:gd name="connsiteX53" fmla="*/ 4749725 w 5363298"/>
                <a:gd name="connsiteY53" fmla="*/ 5631206 h 6858000"/>
                <a:gd name="connsiteX54" fmla="*/ 2681597 w 5363298"/>
                <a:gd name="connsiteY54" fmla="*/ 6858000 h 6858000"/>
                <a:gd name="connsiteX55" fmla="*/ 623530 w 5363298"/>
                <a:gd name="connsiteY55" fmla="*/ 5631206 h 6858000"/>
                <a:gd name="connsiteX56" fmla="*/ 69 w 5363298"/>
                <a:gd name="connsiteY56"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363298" h="6858000">
                  <a:moveTo>
                    <a:pt x="1957592" y="3904972"/>
                  </a:moveTo>
                  <a:lnTo>
                    <a:pt x="1957592" y="4471440"/>
                  </a:lnTo>
                  <a:lnTo>
                    <a:pt x="3405617" y="4471440"/>
                  </a:lnTo>
                  <a:lnTo>
                    <a:pt x="3405617" y="3904972"/>
                  </a:lnTo>
                  <a:close/>
                  <a:moveTo>
                    <a:pt x="2772105" y="3164198"/>
                  </a:moveTo>
                  <a:lnTo>
                    <a:pt x="2772105" y="3727316"/>
                  </a:lnTo>
                  <a:lnTo>
                    <a:pt x="4220129" y="3727316"/>
                  </a:lnTo>
                  <a:lnTo>
                    <a:pt x="4220129" y="3164198"/>
                  </a:lnTo>
                  <a:close/>
                  <a:moveTo>
                    <a:pt x="1143073" y="3164198"/>
                  </a:moveTo>
                  <a:lnTo>
                    <a:pt x="1143073" y="3727316"/>
                  </a:lnTo>
                  <a:lnTo>
                    <a:pt x="2591097" y="3727316"/>
                  </a:lnTo>
                  <a:lnTo>
                    <a:pt x="2591097" y="3164198"/>
                  </a:lnTo>
                  <a:close/>
                  <a:moveTo>
                    <a:pt x="1776585" y="2245776"/>
                  </a:moveTo>
                  <a:lnTo>
                    <a:pt x="3145237" y="2245776"/>
                  </a:lnTo>
                  <a:lnTo>
                    <a:pt x="3145237" y="2423425"/>
                  </a:lnTo>
                  <a:lnTo>
                    <a:pt x="1957592" y="2423425"/>
                  </a:lnTo>
                  <a:lnTo>
                    <a:pt x="1957592" y="2986550"/>
                  </a:lnTo>
                  <a:lnTo>
                    <a:pt x="3405617" y="2986550"/>
                  </a:lnTo>
                  <a:lnTo>
                    <a:pt x="3405617" y="2709272"/>
                  </a:lnTo>
                  <a:lnTo>
                    <a:pt x="3586617" y="2709272"/>
                  </a:lnTo>
                  <a:lnTo>
                    <a:pt x="3586617" y="2986550"/>
                  </a:lnTo>
                  <a:lnTo>
                    <a:pt x="4397778" y="2986550"/>
                  </a:lnTo>
                  <a:lnTo>
                    <a:pt x="4397778" y="3904972"/>
                  </a:lnTo>
                  <a:lnTo>
                    <a:pt x="3586617" y="3904972"/>
                  </a:lnTo>
                  <a:lnTo>
                    <a:pt x="3586617" y="4645738"/>
                  </a:lnTo>
                  <a:lnTo>
                    <a:pt x="1776585" y="4645738"/>
                  </a:lnTo>
                  <a:lnTo>
                    <a:pt x="1776585" y="3904972"/>
                  </a:lnTo>
                  <a:lnTo>
                    <a:pt x="965424" y="3904972"/>
                  </a:lnTo>
                  <a:lnTo>
                    <a:pt x="965424" y="2986550"/>
                  </a:lnTo>
                  <a:lnTo>
                    <a:pt x="1776585" y="2986550"/>
                  </a:lnTo>
                  <a:close/>
                  <a:moveTo>
                    <a:pt x="295038" y="1484898"/>
                  </a:moveTo>
                  <a:lnTo>
                    <a:pt x="295038" y="4501612"/>
                  </a:lnTo>
                  <a:cubicBezTo>
                    <a:pt x="287513" y="4858695"/>
                    <a:pt x="469964" y="5192973"/>
                    <a:pt x="774365" y="5379811"/>
                  </a:cubicBezTo>
                  <a:lnTo>
                    <a:pt x="2681597" y="6516106"/>
                  </a:lnTo>
                  <a:lnTo>
                    <a:pt x="4595539" y="5379811"/>
                  </a:lnTo>
                  <a:lnTo>
                    <a:pt x="4588837" y="5379811"/>
                  </a:lnTo>
                  <a:cubicBezTo>
                    <a:pt x="4890229" y="5190136"/>
                    <a:pt x="5071674" y="4857704"/>
                    <a:pt x="5068157" y="4501612"/>
                  </a:cubicBezTo>
                  <a:lnTo>
                    <a:pt x="5068157" y="1484898"/>
                  </a:lnTo>
                  <a:close/>
                  <a:moveTo>
                    <a:pt x="295038" y="888258"/>
                  </a:moveTo>
                  <a:lnTo>
                    <a:pt x="295038" y="1189921"/>
                  </a:lnTo>
                  <a:lnTo>
                    <a:pt x="295038" y="1189929"/>
                  </a:lnTo>
                  <a:lnTo>
                    <a:pt x="295038" y="1484891"/>
                  </a:lnTo>
                  <a:lnTo>
                    <a:pt x="5068157" y="1484891"/>
                  </a:lnTo>
                  <a:lnTo>
                    <a:pt x="5068157" y="1189929"/>
                  </a:lnTo>
                  <a:lnTo>
                    <a:pt x="5071515" y="1189929"/>
                  </a:lnTo>
                  <a:lnTo>
                    <a:pt x="5071515" y="888258"/>
                  </a:lnTo>
                  <a:close/>
                  <a:moveTo>
                    <a:pt x="295038" y="294969"/>
                  </a:moveTo>
                  <a:lnTo>
                    <a:pt x="295038" y="596640"/>
                  </a:lnTo>
                  <a:lnTo>
                    <a:pt x="5071515" y="596640"/>
                  </a:lnTo>
                  <a:lnTo>
                    <a:pt x="5071515" y="294969"/>
                  </a:lnTo>
                  <a:close/>
                  <a:moveTo>
                    <a:pt x="69" y="0"/>
                  </a:moveTo>
                  <a:lnTo>
                    <a:pt x="5363126" y="0"/>
                  </a:lnTo>
                  <a:lnTo>
                    <a:pt x="5363126" y="4498262"/>
                  </a:lnTo>
                  <a:cubicBezTo>
                    <a:pt x="5370539" y="4957114"/>
                    <a:pt x="5138015" y="5386588"/>
                    <a:pt x="4749725" y="5631206"/>
                  </a:cubicBezTo>
                  <a:lnTo>
                    <a:pt x="2681597" y="6858000"/>
                  </a:lnTo>
                  <a:lnTo>
                    <a:pt x="623530" y="5631206"/>
                  </a:lnTo>
                  <a:cubicBezTo>
                    <a:pt x="231927" y="5390128"/>
                    <a:pt x="-4674" y="4961448"/>
                    <a:pt x="69" y="4501612"/>
                  </a:cubicBezTo>
                  <a:close/>
                </a:path>
              </a:pathLst>
            </a:custGeom>
            <a:solidFill>
              <a:schemeClr val="accent2"/>
            </a:solidFill>
            <a:ln w="44053" cap="flat">
              <a:noFill/>
              <a:prstDash val="solid"/>
              <a:miter/>
            </a:ln>
          </p:spPr>
          <p:txBody>
            <a:bodyPr wrap="square" rtlCol="0" anchor="ctr">
              <a:noAutofit/>
            </a:bodyPr>
            <a:lstStyle/>
            <a:p>
              <a:endParaRPr lang="en-US" dirty="0"/>
            </a:p>
          </p:txBody>
        </p:sp>
        <p:sp>
          <p:nvSpPr>
            <p:cNvPr id="2428" name="Freeform: Shape 2427">
              <a:extLst>
                <a:ext uri="{FF2B5EF4-FFF2-40B4-BE49-F238E27FC236}">
                  <a16:creationId xmlns:a16="http://schemas.microsoft.com/office/drawing/2014/main" id="{98C0DD1F-F5CA-10B1-9999-1F0D86BC3A3D}"/>
                </a:ext>
                <a:ext uri="{C183D7F6-B498-43B3-948B-1728B52AA6E4}">
                  <adec:decorative xmlns:adec="http://schemas.microsoft.com/office/drawing/2017/decorative" val="1"/>
                </a:ext>
              </a:extLst>
            </p:cNvPr>
            <p:cNvSpPr/>
            <p:nvPr/>
          </p:nvSpPr>
          <p:spPr>
            <a:xfrm>
              <a:off x="4007790" y="5128855"/>
              <a:ext cx="318208" cy="90278"/>
            </a:xfrm>
            <a:custGeom>
              <a:avLst/>
              <a:gdLst>
                <a:gd name="connsiteX0" fmla="*/ 3016722 w 4773119"/>
                <a:gd name="connsiteY0" fmla="*/ 938535 h 1354168"/>
                <a:gd name="connsiteX1" fmla="*/ 3435714 w 4773119"/>
                <a:gd name="connsiteY1" fmla="*/ 938535 h 1354168"/>
                <a:gd name="connsiteX2" fmla="*/ 3435714 w 4773119"/>
                <a:gd name="connsiteY2" fmla="*/ 1354168 h 1354168"/>
                <a:gd name="connsiteX3" fmla="*/ 3016722 w 4773119"/>
                <a:gd name="connsiteY3" fmla="*/ 1354168 h 1354168"/>
                <a:gd name="connsiteX4" fmla="*/ 0 w 4773119"/>
                <a:gd name="connsiteY4" fmla="*/ 0 h 1354168"/>
                <a:gd name="connsiteX5" fmla="*/ 4773119 w 4773119"/>
                <a:gd name="connsiteY5" fmla="*/ 0 h 1354168"/>
                <a:gd name="connsiteX6" fmla="*/ 4773119 w 4773119"/>
                <a:gd name="connsiteY6" fmla="*/ 294970 h 1354168"/>
                <a:gd name="connsiteX7" fmla="*/ 0 w 4773119"/>
                <a:gd name="connsiteY7" fmla="*/ 294970 h 1354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3119" h="1354168">
                  <a:moveTo>
                    <a:pt x="3016722" y="938535"/>
                  </a:moveTo>
                  <a:lnTo>
                    <a:pt x="3435714" y="938535"/>
                  </a:lnTo>
                  <a:lnTo>
                    <a:pt x="3435714" y="1354168"/>
                  </a:lnTo>
                  <a:lnTo>
                    <a:pt x="3016722" y="1354168"/>
                  </a:lnTo>
                  <a:close/>
                  <a:moveTo>
                    <a:pt x="0" y="0"/>
                  </a:moveTo>
                  <a:lnTo>
                    <a:pt x="4773119" y="0"/>
                  </a:lnTo>
                  <a:lnTo>
                    <a:pt x="4773119" y="294970"/>
                  </a:lnTo>
                  <a:lnTo>
                    <a:pt x="0" y="294970"/>
                  </a:lnTo>
                  <a:close/>
                </a:path>
              </a:pathLst>
            </a:custGeom>
            <a:solidFill>
              <a:schemeClr val="accent1"/>
            </a:solidFill>
            <a:ln w="44053" cap="flat">
              <a:noFill/>
              <a:prstDash val="solid"/>
              <a:miter/>
            </a:ln>
          </p:spPr>
          <p:txBody>
            <a:bodyPr wrap="square" rtlCol="0" anchor="ctr">
              <a:noAutofit/>
            </a:bodyPr>
            <a:lstStyle/>
            <a:p>
              <a:endParaRPr lang="en-US"/>
            </a:p>
          </p:txBody>
        </p:sp>
      </p:grpSp>
      <p:grpSp>
        <p:nvGrpSpPr>
          <p:cNvPr id="2763" name="Group 2762">
            <a:extLst>
              <a:ext uri="{FF2B5EF4-FFF2-40B4-BE49-F238E27FC236}">
                <a16:creationId xmlns:a16="http://schemas.microsoft.com/office/drawing/2014/main" id="{5D144F88-2AEF-3D80-B4DE-A4BEAF850E2E}"/>
              </a:ext>
              <a:ext uri="{C183D7F6-B498-43B3-948B-1728B52AA6E4}">
                <adec:decorative xmlns:adec="http://schemas.microsoft.com/office/drawing/2017/decorative" val="1"/>
              </a:ext>
            </a:extLst>
          </p:cNvPr>
          <p:cNvGrpSpPr>
            <a:grpSpLocks noChangeAspect="1"/>
          </p:cNvGrpSpPr>
          <p:nvPr/>
        </p:nvGrpSpPr>
        <p:grpSpPr>
          <a:xfrm>
            <a:off x="4470739" y="5049527"/>
            <a:ext cx="471700" cy="457200"/>
            <a:chOff x="4470739" y="5049527"/>
            <a:chExt cx="471700" cy="457200"/>
          </a:xfrm>
          <a:solidFill>
            <a:srgbClr val="FF0000"/>
          </a:solidFill>
        </p:grpSpPr>
        <p:sp>
          <p:nvSpPr>
            <p:cNvPr id="2453" name="Freeform: Shape 2452">
              <a:extLst>
                <a:ext uri="{FF2B5EF4-FFF2-40B4-BE49-F238E27FC236}">
                  <a16:creationId xmlns:a16="http://schemas.microsoft.com/office/drawing/2014/main" id="{831CC793-414D-13B2-D2AB-6E06E8A9BA20}"/>
                </a:ext>
                <a:ext uri="{C183D7F6-B498-43B3-948B-1728B52AA6E4}">
                  <adec:decorative xmlns:adec="http://schemas.microsoft.com/office/drawing/2017/decorative" val="1"/>
                </a:ext>
              </a:extLst>
            </p:cNvPr>
            <p:cNvSpPr/>
            <p:nvPr/>
          </p:nvSpPr>
          <p:spPr>
            <a:xfrm>
              <a:off x="4513362" y="5049527"/>
              <a:ext cx="429077" cy="457200"/>
            </a:xfrm>
            <a:custGeom>
              <a:avLst/>
              <a:gdLst>
                <a:gd name="connsiteX0" fmla="*/ 2752052 w 6436165"/>
                <a:gd name="connsiteY0" fmla="*/ 4000282 h 6858000"/>
                <a:gd name="connsiteX1" fmla="*/ 2484287 w 6436165"/>
                <a:gd name="connsiteY1" fmla="*/ 4268051 h 6858000"/>
                <a:gd name="connsiteX2" fmla="*/ 2613552 w 6436165"/>
                <a:gd name="connsiteY2" fmla="*/ 4397319 h 6858000"/>
                <a:gd name="connsiteX3" fmla="*/ 2881320 w 6436165"/>
                <a:gd name="connsiteY3" fmla="*/ 4129550 h 6858000"/>
                <a:gd name="connsiteX4" fmla="*/ 2493520 w 6436165"/>
                <a:gd name="connsiteY4" fmla="*/ 3746365 h 6858000"/>
                <a:gd name="connsiteX5" fmla="*/ 2225752 w 6436165"/>
                <a:gd name="connsiteY5" fmla="*/ 4014135 h 6858000"/>
                <a:gd name="connsiteX6" fmla="*/ 2355020 w 6436165"/>
                <a:gd name="connsiteY6" fmla="*/ 4143399 h 6858000"/>
                <a:gd name="connsiteX7" fmla="*/ 2622785 w 6436165"/>
                <a:gd name="connsiteY7" fmla="*/ 3875634 h 6858000"/>
                <a:gd name="connsiteX8" fmla="*/ 2230368 w 6436165"/>
                <a:gd name="connsiteY8" fmla="*/ 3478596 h 6858000"/>
                <a:gd name="connsiteX9" fmla="*/ 1962600 w 6436165"/>
                <a:gd name="connsiteY9" fmla="*/ 3746365 h 6858000"/>
                <a:gd name="connsiteX10" fmla="*/ 2091868 w 6436165"/>
                <a:gd name="connsiteY10" fmla="*/ 3875634 h 6858000"/>
                <a:gd name="connsiteX11" fmla="*/ 2359636 w 6436165"/>
                <a:gd name="connsiteY11" fmla="*/ 3607864 h 6858000"/>
                <a:gd name="connsiteX12" fmla="*/ 2225752 w 6436165"/>
                <a:gd name="connsiteY12" fmla="*/ 3220063 h 6858000"/>
                <a:gd name="connsiteX13" fmla="*/ 3139852 w 6436165"/>
                <a:gd name="connsiteY13" fmla="*/ 4129550 h 6858000"/>
                <a:gd name="connsiteX14" fmla="*/ 2613552 w 6436165"/>
                <a:gd name="connsiteY14" fmla="*/ 4655852 h 6858000"/>
                <a:gd name="connsiteX15" fmla="*/ 1699451 w 6436165"/>
                <a:gd name="connsiteY15" fmla="*/ 3746365 h 6858000"/>
                <a:gd name="connsiteX16" fmla="*/ 3144457 w 6436165"/>
                <a:gd name="connsiteY16" fmla="*/ 1918149 h 6858000"/>
                <a:gd name="connsiteX17" fmla="*/ 3167545 w 6436165"/>
                <a:gd name="connsiteY17" fmla="*/ 1918149 h 6858000"/>
                <a:gd name="connsiteX18" fmla="*/ 3467623 w 6436165"/>
                <a:gd name="connsiteY18" fmla="*/ 2112053 h 6858000"/>
                <a:gd name="connsiteX19" fmla="*/ 3398375 w 6436165"/>
                <a:gd name="connsiteY19" fmla="*/ 2462920 h 6858000"/>
                <a:gd name="connsiteX20" fmla="*/ 2913626 w 6436165"/>
                <a:gd name="connsiteY20" fmla="*/ 2947677 h 6858000"/>
                <a:gd name="connsiteX21" fmla="*/ 3430689 w 6436165"/>
                <a:gd name="connsiteY21" fmla="*/ 3464740 h 6858000"/>
                <a:gd name="connsiteX22" fmla="*/ 3915446 w 6436165"/>
                <a:gd name="connsiteY22" fmla="*/ 2979991 h 6858000"/>
                <a:gd name="connsiteX23" fmla="*/ 4261701 w 6436165"/>
                <a:gd name="connsiteY23" fmla="*/ 2910735 h 6858000"/>
                <a:gd name="connsiteX24" fmla="*/ 4455597 w 6436165"/>
                <a:gd name="connsiteY24" fmla="*/ 3201588 h 6858000"/>
                <a:gd name="connsiteX25" fmla="*/ 4455597 w 6436165"/>
                <a:gd name="connsiteY25" fmla="*/ 3224676 h 6858000"/>
                <a:gd name="connsiteX26" fmla="*/ 4044716 w 6436165"/>
                <a:gd name="connsiteY26" fmla="*/ 4886682 h 6858000"/>
                <a:gd name="connsiteX27" fmla="*/ 3786177 w 6436165"/>
                <a:gd name="connsiteY27" fmla="*/ 5172914 h 6858000"/>
                <a:gd name="connsiteX28" fmla="*/ 2331920 w 6436165"/>
                <a:gd name="connsiteY28" fmla="*/ 5445300 h 6858000"/>
                <a:gd name="connsiteX29" fmla="*/ 891511 w 6436165"/>
                <a:gd name="connsiteY29" fmla="*/ 6858000 h 6858000"/>
                <a:gd name="connsiteX30" fmla="*/ 415995 w 6436165"/>
                <a:gd name="connsiteY30" fmla="*/ 6382485 h 6858000"/>
                <a:gd name="connsiteX31" fmla="*/ 417064 w 6436165"/>
                <a:gd name="connsiteY31" fmla="*/ 6381423 h 6858000"/>
                <a:gd name="connsiteX32" fmla="*/ 8699 w 6436165"/>
                <a:gd name="connsiteY32" fmla="*/ 5973058 h 6858000"/>
                <a:gd name="connsiteX33" fmla="*/ 269854 w 6436165"/>
                <a:gd name="connsiteY33" fmla="*/ 5711903 h 6858000"/>
                <a:gd name="connsiteX34" fmla="*/ 678220 w 6436165"/>
                <a:gd name="connsiteY34" fmla="*/ 6120268 h 6858000"/>
                <a:gd name="connsiteX35" fmla="*/ 679148 w 6436165"/>
                <a:gd name="connsiteY35" fmla="*/ 6119333 h 6858000"/>
                <a:gd name="connsiteX36" fmla="*/ 896132 w 6436165"/>
                <a:gd name="connsiteY36" fmla="*/ 6336317 h 6858000"/>
                <a:gd name="connsiteX37" fmla="*/ 2151870 w 6436165"/>
                <a:gd name="connsiteY37" fmla="*/ 5099045 h 6858000"/>
                <a:gd name="connsiteX38" fmla="*/ 3684607 w 6436165"/>
                <a:gd name="connsiteY38" fmla="*/ 4812814 h 6858000"/>
                <a:gd name="connsiteX39" fmla="*/ 4044716 w 6436165"/>
                <a:gd name="connsiteY39" fmla="*/ 3372405 h 6858000"/>
                <a:gd name="connsiteX40" fmla="*/ 3430689 w 6436165"/>
                <a:gd name="connsiteY40" fmla="*/ 3986423 h 6858000"/>
                <a:gd name="connsiteX41" fmla="*/ 2391943 w 6436165"/>
                <a:gd name="connsiteY41" fmla="*/ 2947677 h 6858000"/>
                <a:gd name="connsiteX42" fmla="*/ 2996728 w 6436165"/>
                <a:gd name="connsiteY42" fmla="*/ 2342892 h 6858000"/>
                <a:gd name="connsiteX43" fmla="*/ 1574786 w 6436165"/>
                <a:gd name="connsiteY43" fmla="*/ 2712226 h 6858000"/>
                <a:gd name="connsiteX44" fmla="*/ 1260845 w 6436165"/>
                <a:gd name="connsiteY44" fmla="*/ 4217262 h 6858000"/>
                <a:gd name="connsiteX45" fmla="*/ 679148 w 6436165"/>
                <a:gd name="connsiteY45" fmla="*/ 4798967 h 6858000"/>
                <a:gd name="connsiteX46" fmla="*/ 677794 w 6436165"/>
                <a:gd name="connsiteY46" fmla="*/ 4797605 h 6858000"/>
                <a:gd name="connsiteX47" fmla="*/ 261155 w 6436165"/>
                <a:gd name="connsiteY47" fmla="*/ 5214252 h 6858000"/>
                <a:gd name="connsiteX48" fmla="*/ 0 w 6436165"/>
                <a:gd name="connsiteY48" fmla="*/ 4953097 h 6858000"/>
                <a:gd name="connsiteX49" fmla="*/ 416638 w 6436165"/>
                <a:gd name="connsiteY49" fmla="*/ 4536450 h 6858000"/>
                <a:gd name="connsiteX50" fmla="*/ 415995 w 6436165"/>
                <a:gd name="connsiteY50" fmla="*/ 4535807 h 6858000"/>
                <a:gd name="connsiteX51" fmla="*/ 923832 w 6436165"/>
                <a:gd name="connsiteY51" fmla="*/ 4027978 h 6858000"/>
                <a:gd name="connsiteX52" fmla="*/ 1219298 w 6436165"/>
                <a:gd name="connsiteY52" fmla="*/ 2596802 h 6858000"/>
                <a:gd name="connsiteX53" fmla="*/ 1500917 w 6436165"/>
                <a:gd name="connsiteY53" fmla="*/ 2342892 h 6858000"/>
                <a:gd name="connsiteX54" fmla="*/ 5692876 w 6436165"/>
                <a:gd name="connsiteY54" fmla="*/ 1846669 h 6858000"/>
                <a:gd name="connsiteX55" fmla="*/ 6431548 w 6436165"/>
                <a:gd name="connsiteY55" fmla="*/ 1846669 h 6858000"/>
                <a:gd name="connsiteX56" fmla="*/ 6431548 w 6436165"/>
                <a:gd name="connsiteY56" fmla="*/ 2580720 h 6858000"/>
                <a:gd name="connsiteX57" fmla="*/ 5692876 w 6436165"/>
                <a:gd name="connsiteY57" fmla="*/ 2580720 h 6858000"/>
                <a:gd name="connsiteX58" fmla="*/ 4769546 w 6436165"/>
                <a:gd name="connsiteY58" fmla="*/ 1846669 h 6858000"/>
                <a:gd name="connsiteX59" fmla="*/ 5508218 w 6436165"/>
                <a:gd name="connsiteY59" fmla="*/ 1846669 h 6858000"/>
                <a:gd name="connsiteX60" fmla="*/ 5508218 w 6436165"/>
                <a:gd name="connsiteY60" fmla="*/ 2585341 h 6858000"/>
                <a:gd name="connsiteX61" fmla="*/ 4769546 w 6436165"/>
                <a:gd name="connsiteY61" fmla="*/ 2585341 h 6858000"/>
                <a:gd name="connsiteX62" fmla="*/ 3846207 w 6436165"/>
                <a:gd name="connsiteY62" fmla="*/ 1846669 h 6858000"/>
                <a:gd name="connsiteX63" fmla="*/ 4584879 w 6436165"/>
                <a:gd name="connsiteY63" fmla="*/ 1846669 h 6858000"/>
                <a:gd name="connsiteX64" fmla="*/ 4584879 w 6436165"/>
                <a:gd name="connsiteY64" fmla="*/ 2585341 h 6858000"/>
                <a:gd name="connsiteX65" fmla="*/ 3846207 w 6436165"/>
                <a:gd name="connsiteY65" fmla="*/ 2585341 h 6858000"/>
                <a:gd name="connsiteX66" fmla="*/ 5692876 w 6436165"/>
                <a:gd name="connsiteY66" fmla="*/ 923339 h 6858000"/>
                <a:gd name="connsiteX67" fmla="*/ 6431548 w 6436165"/>
                <a:gd name="connsiteY67" fmla="*/ 923339 h 6858000"/>
                <a:gd name="connsiteX68" fmla="*/ 6431548 w 6436165"/>
                <a:gd name="connsiteY68" fmla="*/ 1662011 h 6858000"/>
                <a:gd name="connsiteX69" fmla="*/ 5692876 w 6436165"/>
                <a:gd name="connsiteY69" fmla="*/ 1662011 h 6858000"/>
                <a:gd name="connsiteX70" fmla="*/ 5692876 w 6436165"/>
                <a:gd name="connsiteY70" fmla="*/ 0 h 6858000"/>
                <a:gd name="connsiteX71" fmla="*/ 6436165 w 6436165"/>
                <a:gd name="connsiteY71" fmla="*/ 0 h 6858000"/>
                <a:gd name="connsiteX72" fmla="*/ 6436165 w 6436165"/>
                <a:gd name="connsiteY72" fmla="*/ 738672 h 6858000"/>
                <a:gd name="connsiteX73" fmla="*/ 5692876 w 6436165"/>
                <a:gd name="connsiteY73" fmla="*/ 7386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436165" h="6858000">
                  <a:moveTo>
                    <a:pt x="2752052" y="4000282"/>
                  </a:moveTo>
                  <a:lnTo>
                    <a:pt x="2484287" y="4268051"/>
                  </a:lnTo>
                  <a:lnTo>
                    <a:pt x="2613552" y="4397319"/>
                  </a:lnTo>
                  <a:lnTo>
                    <a:pt x="2881320" y="4129550"/>
                  </a:lnTo>
                  <a:close/>
                  <a:moveTo>
                    <a:pt x="2493520" y="3746365"/>
                  </a:moveTo>
                  <a:lnTo>
                    <a:pt x="2225752" y="4014135"/>
                  </a:lnTo>
                  <a:lnTo>
                    <a:pt x="2355020" y="4143399"/>
                  </a:lnTo>
                  <a:lnTo>
                    <a:pt x="2622785" y="3875634"/>
                  </a:lnTo>
                  <a:close/>
                  <a:moveTo>
                    <a:pt x="2230368" y="3478596"/>
                  </a:moveTo>
                  <a:lnTo>
                    <a:pt x="1962600" y="3746365"/>
                  </a:lnTo>
                  <a:lnTo>
                    <a:pt x="2091868" y="3875634"/>
                  </a:lnTo>
                  <a:lnTo>
                    <a:pt x="2359636" y="3607864"/>
                  </a:lnTo>
                  <a:close/>
                  <a:moveTo>
                    <a:pt x="2225752" y="3220063"/>
                  </a:moveTo>
                  <a:lnTo>
                    <a:pt x="3139852" y="4129550"/>
                  </a:lnTo>
                  <a:lnTo>
                    <a:pt x="2613552" y="4655852"/>
                  </a:lnTo>
                  <a:lnTo>
                    <a:pt x="1699451" y="3746365"/>
                  </a:lnTo>
                  <a:close/>
                  <a:moveTo>
                    <a:pt x="3144457" y="1918149"/>
                  </a:moveTo>
                  <a:lnTo>
                    <a:pt x="3167545" y="1918149"/>
                  </a:lnTo>
                  <a:cubicBezTo>
                    <a:pt x="3301427" y="1913528"/>
                    <a:pt x="3416843" y="1992017"/>
                    <a:pt x="3467623" y="2112053"/>
                  </a:cubicBezTo>
                  <a:cubicBezTo>
                    <a:pt x="3518412" y="2232089"/>
                    <a:pt x="3490711" y="2370585"/>
                    <a:pt x="3398375" y="2462920"/>
                  </a:cubicBezTo>
                  <a:lnTo>
                    <a:pt x="2913626" y="2947677"/>
                  </a:lnTo>
                  <a:lnTo>
                    <a:pt x="3430689" y="3464740"/>
                  </a:lnTo>
                  <a:lnTo>
                    <a:pt x="3915446" y="2979991"/>
                  </a:lnTo>
                  <a:cubicBezTo>
                    <a:pt x="4003161" y="2887655"/>
                    <a:pt x="4141664" y="2859954"/>
                    <a:pt x="4261701" y="2910735"/>
                  </a:cubicBezTo>
                  <a:cubicBezTo>
                    <a:pt x="4381729" y="2961524"/>
                    <a:pt x="4460210" y="3076939"/>
                    <a:pt x="4455597" y="3201588"/>
                  </a:cubicBezTo>
                  <a:lnTo>
                    <a:pt x="4455597" y="3224676"/>
                  </a:lnTo>
                  <a:lnTo>
                    <a:pt x="4044716" y="4886682"/>
                  </a:lnTo>
                  <a:cubicBezTo>
                    <a:pt x="4030862" y="5029798"/>
                    <a:pt x="3929293" y="5145213"/>
                    <a:pt x="3786177" y="5172914"/>
                  </a:cubicBezTo>
                  <a:lnTo>
                    <a:pt x="2331920" y="5445300"/>
                  </a:lnTo>
                  <a:lnTo>
                    <a:pt x="891511" y="6858000"/>
                  </a:lnTo>
                  <a:lnTo>
                    <a:pt x="415995" y="6382485"/>
                  </a:lnTo>
                  <a:lnTo>
                    <a:pt x="417064" y="6381423"/>
                  </a:lnTo>
                  <a:lnTo>
                    <a:pt x="8699" y="5973058"/>
                  </a:lnTo>
                  <a:lnTo>
                    <a:pt x="269854" y="5711903"/>
                  </a:lnTo>
                  <a:lnTo>
                    <a:pt x="678220" y="6120268"/>
                  </a:lnTo>
                  <a:lnTo>
                    <a:pt x="679148" y="6119333"/>
                  </a:lnTo>
                  <a:lnTo>
                    <a:pt x="896132" y="6336317"/>
                  </a:lnTo>
                  <a:lnTo>
                    <a:pt x="2151870" y="5099045"/>
                  </a:lnTo>
                  <a:lnTo>
                    <a:pt x="3684607" y="4812814"/>
                  </a:lnTo>
                  <a:lnTo>
                    <a:pt x="4044716" y="3372405"/>
                  </a:lnTo>
                  <a:lnTo>
                    <a:pt x="3430689" y="3986423"/>
                  </a:lnTo>
                  <a:lnTo>
                    <a:pt x="2391943" y="2947677"/>
                  </a:lnTo>
                  <a:lnTo>
                    <a:pt x="2996728" y="2342892"/>
                  </a:lnTo>
                  <a:lnTo>
                    <a:pt x="1574786" y="2712226"/>
                  </a:lnTo>
                  <a:lnTo>
                    <a:pt x="1260845" y="4217262"/>
                  </a:lnTo>
                  <a:lnTo>
                    <a:pt x="679148" y="4798967"/>
                  </a:lnTo>
                  <a:lnTo>
                    <a:pt x="677794" y="4797605"/>
                  </a:lnTo>
                  <a:lnTo>
                    <a:pt x="261155" y="5214252"/>
                  </a:lnTo>
                  <a:lnTo>
                    <a:pt x="0" y="4953097"/>
                  </a:lnTo>
                  <a:lnTo>
                    <a:pt x="416638" y="4536450"/>
                  </a:lnTo>
                  <a:lnTo>
                    <a:pt x="415995" y="4535807"/>
                  </a:lnTo>
                  <a:lnTo>
                    <a:pt x="923832" y="4027978"/>
                  </a:lnTo>
                  <a:lnTo>
                    <a:pt x="1219298" y="2596802"/>
                  </a:lnTo>
                  <a:cubicBezTo>
                    <a:pt x="1246998" y="2462920"/>
                    <a:pt x="1362422" y="2356738"/>
                    <a:pt x="1500917" y="2342892"/>
                  </a:cubicBezTo>
                  <a:close/>
                  <a:moveTo>
                    <a:pt x="5692876" y="1846669"/>
                  </a:moveTo>
                  <a:lnTo>
                    <a:pt x="6431548" y="1846669"/>
                  </a:lnTo>
                  <a:lnTo>
                    <a:pt x="6431548" y="2580720"/>
                  </a:lnTo>
                  <a:lnTo>
                    <a:pt x="5692876" y="2580720"/>
                  </a:lnTo>
                  <a:close/>
                  <a:moveTo>
                    <a:pt x="4769546" y="1846669"/>
                  </a:moveTo>
                  <a:lnTo>
                    <a:pt x="5508218" y="1846669"/>
                  </a:lnTo>
                  <a:lnTo>
                    <a:pt x="5508218" y="2585341"/>
                  </a:lnTo>
                  <a:lnTo>
                    <a:pt x="4769546" y="2585341"/>
                  </a:lnTo>
                  <a:close/>
                  <a:moveTo>
                    <a:pt x="3846207" y="1846669"/>
                  </a:moveTo>
                  <a:lnTo>
                    <a:pt x="4584879" y="1846669"/>
                  </a:lnTo>
                  <a:lnTo>
                    <a:pt x="4584879" y="2585341"/>
                  </a:lnTo>
                  <a:lnTo>
                    <a:pt x="3846207" y="2585341"/>
                  </a:lnTo>
                  <a:close/>
                  <a:moveTo>
                    <a:pt x="5692876" y="923339"/>
                  </a:moveTo>
                  <a:lnTo>
                    <a:pt x="6431548" y="923339"/>
                  </a:lnTo>
                  <a:lnTo>
                    <a:pt x="6431548" y="1662011"/>
                  </a:lnTo>
                  <a:lnTo>
                    <a:pt x="5692876" y="1662011"/>
                  </a:lnTo>
                  <a:close/>
                  <a:moveTo>
                    <a:pt x="5692876" y="0"/>
                  </a:moveTo>
                  <a:lnTo>
                    <a:pt x="6436165" y="0"/>
                  </a:lnTo>
                  <a:lnTo>
                    <a:pt x="6436165" y="738672"/>
                  </a:lnTo>
                  <a:lnTo>
                    <a:pt x="5692876" y="738672"/>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2454" name="Freeform: Shape 2453">
              <a:extLst>
                <a:ext uri="{FF2B5EF4-FFF2-40B4-BE49-F238E27FC236}">
                  <a16:creationId xmlns:a16="http://schemas.microsoft.com/office/drawing/2014/main" id="{F01518F8-FE86-9405-E4A2-DF94AF078922}"/>
                </a:ext>
                <a:ext uri="{C183D7F6-B498-43B3-948B-1728B52AA6E4}">
                  <adec:decorative xmlns:adec="http://schemas.microsoft.com/office/drawing/2017/decorative" val="1"/>
                </a:ext>
              </a:extLst>
            </p:cNvPr>
            <p:cNvSpPr/>
            <p:nvPr/>
          </p:nvSpPr>
          <p:spPr>
            <a:xfrm>
              <a:off x="4470739" y="5058718"/>
              <a:ext cx="415698" cy="381638"/>
            </a:xfrm>
            <a:custGeom>
              <a:avLst/>
              <a:gdLst>
                <a:gd name="connsiteX0" fmla="*/ 394996 w 6235468"/>
                <a:gd name="connsiteY0" fmla="*/ 4934571 h 5724563"/>
                <a:gd name="connsiteX1" fmla="*/ 789993 w 6235468"/>
                <a:gd name="connsiteY1" fmla="*/ 5329567 h 5724563"/>
                <a:gd name="connsiteX2" fmla="*/ 394996 w 6235468"/>
                <a:gd name="connsiteY2" fmla="*/ 5724563 h 5724563"/>
                <a:gd name="connsiteX3" fmla="*/ 0 w 6235468"/>
                <a:gd name="connsiteY3" fmla="*/ 5329567 h 5724563"/>
                <a:gd name="connsiteX4" fmla="*/ 5985977 w 6235468"/>
                <a:gd name="connsiteY4" fmla="*/ 1012981 h 5724563"/>
                <a:gd name="connsiteX5" fmla="*/ 6158445 w 6235468"/>
                <a:gd name="connsiteY5" fmla="*/ 1185450 h 5724563"/>
                <a:gd name="connsiteX6" fmla="*/ 6039602 w 6235468"/>
                <a:gd name="connsiteY6" fmla="*/ 1304293 h 5724563"/>
                <a:gd name="connsiteX7" fmla="*/ 5867134 w 6235468"/>
                <a:gd name="connsiteY7" fmla="*/ 1131825 h 5724563"/>
                <a:gd name="connsiteX8" fmla="*/ 4645315 w 6235468"/>
                <a:gd name="connsiteY8" fmla="*/ 1012981 h 5724563"/>
                <a:gd name="connsiteX9" fmla="*/ 4764158 w 6235468"/>
                <a:gd name="connsiteY9" fmla="*/ 1131825 h 5724563"/>
                <a:gd name="connsiteX10" fmla="*/ 4591690 w 6235468"/>
                <a:gd name="connsiteY10" fmla="*/ 1304293 h 5724563"/>
                <a:gd name="connsiteX11" fmla="*/ 4472846 w 6235468"/>
                <a:gd name="connsiteY11" fmla="*/ 1185450 h 5724563"/>
                <a:gd name="connsiteX12" fmla="*/ 5913343 w 6235468"/>
                <a:gd name="connsiteY12" fmla="*/ 613570 h 5724563"/>
                <a:gd name="connsiteX13" fmla="*/ 6235468 w 6235468"/>
                <a:gd name="connsiteY13" fmla="*/ 613570 h 5724563"/>
                <a:gd name="connsiteX14" fmla="*/ 6235468 w 6235468"/>
                <a:gd name="connsiteY14" fmla="*/ 781640 h 5724563"/>
                <a:gd name="connsiteX15" fmla="*/ 5913343 w 6235468"/>
                <a:gd name="connsiteY15" fmla="*/ 781640 h 5724563"/>
                <a:gd name="connsiteX16" fmla="*/ 4394681 w 6235468"/>
                <a:gd name="connsiteY16" fmla="*/ 613570 h 5724563"/>
                <a:gd name="connsiteX17" fmla="*/ 4716806 w 6235468"/>
                <a:gd name="connsiteY17" fmla="*/ 613570 h 5724563"/>
                <a:gd name="connsiteX18" fmla="*/ 4716806 w 6235468"/>
                <a:gd name="connsiteY18" fmla="*/ 781640 h 5724563"/>
                <a:gd name="connsiteX19" fmla="*/ 4394681 w 6235468"/>
                <a:gd name="connsiteY19" fmla="*/ 781640 h 5724563"/>
                <a:gd name="connsiteX20" fmla="*/ 4900914 w 6235468"/>
                <a:gd name="connsiteY20" fmla="*/ 444837 h 5724563"/>
                <a:gd name="connsiteX21" fmla="*/ 5299735 w 6235468"/>
                <a:gd name="connsiteY21" fmla="*/ 521534 h 5724563"/>
                <a:gd name="connsiteX22" fmla="*/ 5621860 w 6235468"/>
                <a:gd name="connsiteY22" fmla="*/ 475516 h 5724563"/>
                <a:gd name="connsiteX23" fmla="*/ 5729236 w 6235468"/>
                <a:gd name="connsiteY23" fmla="*/ 444837 h 5724563"/>
                <a:gd name="connsiteX24" fmla="*/ 5775253 w 6235468"/>
                <a:gd name="connsiteY24" fmla="*/ 766962 h 5724563"/>
                <a:gd name="connsiteX25" fmla="*/ 5315075 w 6235468"/>
                <a:gd name="connsiteY25" fmla="*/ 1533924 h 5724563"/>
                <a:gd name="connsiteX26" fmla="*/ 4854896 w 6235468"/>
                <a:gd name="connsiteY26" fmla="*/ 766962 h 5724563"/>
                <a:gd name="connsiteX27" fmla="*/ 4900914 w 6235468"/>
                <a:gd name="connsiteY27" fmla="*/ 444837 h 5724563"/>
                <a:gd name="connsiteX28" fmla="*/ 4637150 w 6235468"/>
                <a:gd name="connsiteY28" fmla="*/ 44149 h 5724563"/>
                <a:gd name="connsiteX29" fmla="*/ 4874484 w 6235468"/>
                <a:gd name="connsiteY29" fmla="*/ 281484 h 5724563"/>
                <a:gd name="connsiteX30" fmla="*/ 4755641 w 6235468"/>
                <a:gd name="connsiteY30" fmla="*/ 400327 h 5724563"/>
                <a:gd name="connsiteX31" fmla="*/ 4518307 w 6235468"/>
                <a:gd name="connsiteY31" fmla="*/ 162993 h 5724563"/>
                <a:gd name="connsiteX32" fmla="*/ 5993365 w 6235468"/>
                <a:gd name="connsiteY32" fmla="*/ 44149 h 5724563"/>
                <a:gd name="connsiteX33" fmla="*/ 6112208 w 6235468"/>
                <a:gd name="connsiteY33" fmla="*/ 162993 h 5724563"/>
                <a:gd name="connsiteX34" fmla="*/ 5874874 w 6235468"/>
                <a:gd name="connsiteY34" fmla="*/ 400327 h 5724563"/>
                <a:gd name="connsiteX35" fmla="*/ 5756031 w 6235468"/>
                <a:gd name="connsiteY35" fmla="*/ 281483 h 5724563"/>
                <a:gd name="connsiteX36" fmla="*/ 5315075 w 6235468"/>
                <a:gd name="connsiteY36" fmla="*/ 0 h 5724563"/>
                <a:gd name="connsiteX37" fmla="*/ 5683218 w 6235468"/>
                <a:gd name="connsiteY37" fmla="*/ 306785 h 5724563"/>
                <a:gd name="connsiteX38" fmla="*/ 5591182 w 6235468"/>
                <a:gd name="connsiteY38" fmla="*/ 322125 h 5724563"/>
                <a:gd name="connsiteX39" fmla="*/ 4946932 w 6235468"/>
                <a:gd name="connsiteY39" fmla="*/ 306785 h 5724563"/>
                <a:gd name="connsiteX40" fmla="*/ 5315075 w 6235468"/>
                <a:gd name="connsiteY40" fmla="*/ 0 h 5724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35468" h="5724563">
                  <a:moveTo>
                    <a:pt x="394996" y="4934571"/>
                  </a:moveTo>
                  <a:lnTo>
                    <a:pt x="789993" y="5329567"/>
                  </a:lnTo>
                  <a:lnTo>
                    <a:pt x="394996" y="5724563"/>
                  </a:lnTo>
                  <a:lnTo>
                    <a:pt x="0" y="5329567"/>
                  </a:lnTo>
                  <a:close/>
                  <a:moveTo>
                    <a:pt x="5985977" y="1012981"/>
                  </a:moveTo>
                  <a:lnTo>
                    <a:pt x="6158445" y="1185450"/>
                  </a:lnTo>
                  <a:lnTo>
                    <a:pt x="6039602" y="1304293"/>
                  </a:lnTo>
                  <a:lnTo>
                    <a:pt x="5867134" y="1131825"/>
                  </a:lnTo>
                  <a:close/>
                  <a:moveTo>
                    <a:pt x="4645315" y="1012981"/>
                  </a:moveTo>
                  <a:lnTo>
                    <a:pt x="4764158" y="1131825"/>
                  </a:lnTo>
                  <a:lnTo>
                    <a:pt x="4591690" y="1304293"/>
                  </a:lnTo>
                  <a:lnTo>
                    <a:pt x="4472846" y="1185450"/>
                  </a:lnTo>
                  <a:close/>
                  <a:moveTo>
                    <a:pt x="5913343" y="613570"/>
                  </a:moveTo>
                  <a:lnTo>
                    <a:pt x="6235468" y="613570"/>
                  </a:lnTo>
                  <a:lnTo>
                    <a:pt x="6235468" y="781640"/>
                  </a:lnTo>
                  <a:lnTo>
                    <a:pt x="5913343" y="781640"/>
                  </a:lnTo>
                  <a:close/>
                  <a:moveTo>
                    <a:pt x="4394681" y="613570"/>
                  </a:moveTo>
                  <a:lnTo>
                    <a:pt x="4716806" y="613570"/>
                  </a:lnTo>
                  <a:lnTo>
                    <a:pt x="4716806" y="781640"/>
                  </a:lnTo>
                  <a:lnTo>
                    <a:pt x="4394681" y="781640"/>
                  </a:lnTo>
                  <a:close/>
                  <a:moveTo>
                    <a:pt x="4900914" y="444837"/>
                  </a:moveTo>
                  <a:cubicBezTo>
                    <a:pt x="5023629" y="490856"/>
                    <a:pt x="5161682" y="521534"/>
                    <a:pt x="5299735" y="521534"/>
                  </a:cubicBezTo>
                  <a:cubicBezTo>
                    <a:pt x="5407110" y="521534"/>
                    <a:pt x="5514486" y="506194"/>
                    <a:pt x="5621860" y="475516"/>
                  </a:cubicBezTo>
                  <a:cubicBezTo>
                    <a:pt x="5667879" y="460177"/>
                    <a:pt x="5698558" y="460177"/>
                    <a:pt x="5729236" y="444837"/>
                  </a:cubicBezTo>
                  <a:cubicBezTo>
                    <a:pt x="5759913" y="536873"/>
                    <a:pt x="5775253" y="644248"/>
                    <a:pt x="5775253" y="766962"/>
                  </a:cubicBezTo>
                  <a:cubicBezTo>
                    <a:pt x="5775253" y="1196460"/>
                    <a:pt x="5575842" y="1533924"/>
                    <a:pt x="5315075" y="1533924"/>
                  </a:cubicBezTo>
                  <a:cubicBezTo>
                    <a:pt x="5054308" y="1533924"/>
                    <a:pt x="4854896" y="1196460"/>
                    <a:pt x="4854896" y="766962"/>
                  </a:cubicBezTo>
                  <a:cubicBezTo>
                    <a:pt x="4854896" y="628908"/>
                    <a:pt x="4900914" y="444837"/>
                    <a:pt x="4900914" y="444837"/>
                  </a:cubicBezTo>
                  <a:close/>
                  <a:moveTo>
                    <a:pt x="4637150" y="44149"/>
                  </a:moveTo>
                  <a:lnTo>
                    <a:pt x="4874484" y="281484"/>
                  </a:lnTo>
                  <a:lnTo>
                    <a:pt x="4755641" y="400327"/>
                  </a:lnTo>
                  <a:lnTo>
                    <a:pt x="4518307" y="162993"/>
                  </a:lnTo>
                  <a:close/>
                  <a:moveTo>
                    <a:pt x="5993365" y="44149"/>
                  </a:moveTo>
                  <a:lnTo>
                    <a:pt x="6112208" y="162993"/>
                  </a:lnTo>
                  <a:lnTo>
                    <a:pt x="5874874" y="400327"/>
                  </a:lnTo>
                  <a:lnTo>
                    <a:pt x="5756031" y="281483"/>
                  </a:lnTo>
                  <a:close/>
                  <a:moveTo>
                    <a:pt x="5315075" y="0"/>
                  </a:moveTo>
                  <a:cubicBezTo>
                    <a:pt x="5468468" y="0"/>
                    <a:pt x="5591182" y="122714"/>
                    <a:pt x="5683218" y="306785"/>
                  </a:cubicBezTo>
                  <a:cubicBezTo>
                    <a:pt x="5652539" y="306785"/>
                    <a:pt x="5621861" y="322125"/>
                    <a:pt x="5591182" y="322125"/>
                  </a:cubicBezTo>
                  <a:cubicBezTo>
                    <a:pt x="5376432" y="383481"/>
                    <a:pt x="5161682" y="368142"/>
                    <a:pt x="4946932" y="306785"/>
                  </a:cubicBezTo>
                  <a:cubicBezTo>
                    <a:pt x="5038968" y="122714"/>
                    <a:pt x="5161682" y="0"/>
                    <a:pt x="5315075" y="0"/>
                  </a:cubicBezTo>
                  <a:close/>
                </a:path>
              </a:pathLst>
            </a:custGeom>
            <a:solidFill>
              <a:schemeClr val="accent1"/>
            </a:solidFill>
            <a:ln w="100806" cap="flat">
              <a:noFill/>
              <a:prstDash val="solid"/>
              <a:miter/>
            </a:ln>
          </p:spPr>
          <p:txBody>
            <a:bodyPr wrap="square" rtlCol="0" anchor="ctr">
              <a:noAutofit/>
            </a:bodyPr>
            <a:lstStyle/>
            <a:p>
              <a:endParaRPr lang="en-US"/>
            </a:p>
          </p:txBody>
        </p:sp>
      </p:grpSp>
      <p:grpSp>
        <p:nvGrpSpPr>
          <p:cNvPr id="2762" name="Group 2761">
            <a:extLst>
              <a:ext uri="{FF2B5EF4-FFF2-40B4-BE49-F238E27FC236}">
                <a16:creationId xmlns:a16="http://schemas.microsoft.com/office/drawing/2014/main" id="{1C1E172F-D387-93E7-0122-EEDAC721B1ED}"/>
              </a:ext>
              <a:ext uri="{C183D7F6-B498-43B3-948B-1728B52AA6E4}">
                <adec:decorative xmlns:adec="http://schemas.microsoft.com/office/drawing/2017/decorative" val="1"/>
              </a:ext>
            </a:extLst>
          </p:cNvPr>
          <p:cNvGrpSpPr>
            <a:grpSpLocks noChangeAspect="1"/>
          </p:cNvGrpSpPr>
          <p:nvPr/>
        </p:nvGrpSpPr>
        <p:grpSpPr>
          <a:xfrm>
            <a:off x="5067504" y="5049527"/>
            <a:ext cx="507711" cy="457200"/>
            <a:chOff x="5067504" y="5049527"/>
            <a:chExt cx="507711" cy="457200"/>
          </a:xfrm>
          <a:solidFill>
            <a:srgbClr val="FF0000"/>
          </a:solidFill>
        </p:grpSpPr>
        <p:sp>
          <p:nvSpPr>
            <p:cNvPr id="2465" name="Freeform: Shape 2464">
              <a:extLst>
                <a:ext uri="{FF2B5EF4-FFF2-40B4-BE49-F238E27FC236}">
                  <a16:creationId xmlns:a16="http://schemas.microsoft.com/office/drawing/2014/main" id="{E5940326-FC25-A4E8-2D64-96415F9CE893}"/>
                </a:ext>
                <a:ext uri="{C183D7F6-B498-43B3-948B-1728B52AA6E4}">
                  <adec:decorative xmlns:adec="http://schemas.microsoft.com/office/drawing/2017/decorative" val="1"/>
                </a:ext>
              </a:extLst>
            </p:cNvPr>
            <p:cNvSpPr/>
            <p:nvPr/>
          </p:nvSpPr>
          <p:spPr>
            <a:xfrm>
              <a:off x="5067504" y="5049527"/>
              <a:ext cx="507711" cy="452417"/>
            </a:xfrm>
            <a:custGeom>
              <a:avLst/>
              <a:gdLst>
                <a:gd name="connsiteX0" fmla="*/ 3808478 w 7615667"/>
                <a:gd name="connsiteY0" fmla="*/ 5216822 h 6786258"/>
                <a:gd name="connsiteX1" fmla="*/ 4168556 w 7615667"/>
                <a:gd name="connsiteY1" fmla="*/ 5578353 h 6786258"/>
                <a:gd name="connsiteX2" fmla="*/ 3808478 w 7615667"/>
                <a:gd name="connsiteY2" fmla="*/ 5939884 h 6786258"/>
                <a:gd name="connsiteX3" fmla="*/ 3448400 w 7615667"/>
                <a:gd name="connsiteY3" fmla="*/ 5578353 h 6786258"/>
                <a:gd name="connsiteX4" fmla="*/ 3808478 w 7615667"/>
                <a:gd name="connsiteY4" fmla="*/ 5216822 h 6786258"/>
                <a:gd name="connsiteX5" fmla="*/ 3822739 w 7615667"/>
                <a:gd name="connsiteY5" fmla="*/ 1587775 h 6786258"/>
                <a:gd name="connsiteX6" fmla="*/ 4097688 w 7615667"/>
                <a:gd name="connsiteY6" fmla="*/ 1692093 h 6786258"/>
                <a:gd name="connsiteX7" fmla="*/ 4194343 w 7615667"/>
                <a:gd name="connsiteY7" fmla="*/ 1903456 h 6786258"/>
                <a:gd name="connsiteX8" fmla="*/ 4186638 w 7615667"/>
                <a:gd name="connsiteY8" fmla="*/ 2178752 h 6786258"/>
                <a:gd name="connsiteX9" fmla="*/ 4172312 w 7615667"/>
                <a:gd name="connsiteY9" fmla="*/ 2481815 h 6786258"/>
                <a:gd name="connsiteX10" fmla="*/ 4157738 w 7615667"/>
                <a:gd name="connsiteY10" fmla="*/ 2788509 h 6786258"/>
                <a:gd name="connsiteX11" fmla="*/ 4143160 w 7615667"/>
                <a:gd name="connsiteY11" fmla="*/ 3095205 h 6786258"/>
                <a:gd name="connsiteX12" fmla="*/ 4128612 w 7615667"/>
                <a:gd name="connsiteY12" fmla="*/ 3394618 h 6786258"/>
                <a:gd name="connsiteX13" fmla="*/ 4114045 w 7615667"/>
                <a:gd name="connsiteY13" fmla="*/ 3697673 h 6786258"/>
                <a:gd name="connsiteX14" fmla="*/ 4099451 w 7615667"/>
                <a:gd name="connsiteY14" fmla="*/ 4000726 h 6786258"/>
                <a:gd name="connsiteX15" fmla="*/ 4084950 w 7615667"/>
                <a:gd name="connsiteY15" fmla="*/ 4300141 h 6786258"/>
                <a:gd name="connsiteX16" fmla="*/ 4070004 w 7615667"/>
                <a:gd name="connsiteY16" fmla="*/ 4617738 h 6786258"/>
                <a:gd name="connsiteX17" fmla="*/ 4055211 w 7615667"/>
                <a:gd name="connsiteY17" fmla="*/ 4767576 h 6786258"/>
                <a:gd name="connsiteX18" fmla="*/ 3869267 w 7615667"/>
                <a:gd name="connsiteY18" fmla="*/ 4944187 h 6786258"/>
                <a:gd name="connsiteX19" fmla="*/ 3626257 w 7615667"/>
                <a:gd name="connsiteY19" fmla="*/ 4880214 h 6786258"/>
                <a:gd name="connsiteX20" fmla="*/ 3553744 w 7615667"/>
                <a:gd name="connsiteY20" fmla="*/ 4717758 h 6786258"/>
                <a:gd name="connsiteX21" fmla="*/ 3545827 w 7615667"/>
                <a:gd name="connsiteY21" fmla="*/ 4460678 h 6786258"/>
                <a:gd name="connsiteX22" fmla="*/ 3531210 w 7615667"/>
                <a:gd name="connsiteY22" fmla="*/ 4146705 h 6786258"/>
                <a:gd name="connsiteX23" fmla="*/ 3516886 w 7615667"/>
                <a:gd name="connsiteY23" fmla="*/ 3931120 h 6786258"/>
                <a:gd name="connsiteX24" fmla="*/ 3502110 w 7615667"/>
                <a:gd name="connsiteY24" fmla="*/ 3540809 h 6786258"/>
                <a:gd name="connsiteX25" fmla="*/ 3487813 w 7615667"/>
                <a:gd name="connsiteY25" fmla="*/ 3252308 h 6786258"/>
                <a:gd name="connsiteX26" fmla="*/ 3472986 w 7615667"/>
                <a:gd name="connsiteY26" fmla="*/ 2927418 h 6786258"/>
                <a:gd name="connsiteX27" fmla="*/ 3458778 w 7615667"/>
                <a:gd name="connsiteY27" fmla="*/ 2671681 h 6786258"/>
                <a:gd name="connsiteX28" fmla="*/ 3443928 w 7615667"/>
                <a:gd name="connsiteY28" fmla="*/ 2324947 h 6786258"/>
                <a:gd name="connsiteX29" fmla="*/ 3429400 w 7615667"/>
                <a:gd name="connsiteY29" fmla="*/ 2025537 h 6786258"/>
                <a:gd name="connsiteX30" fmla="*/ 3422374 w 7615667"/>
                <a:gd name="connsiteY30" fmla="*/ 1917687 h 6786258"/>
                <a:gd name="connsiteX31" fmla="*/ 3574233 w 7615667"/>
                <a:gd name="connsiteY31" fmla="*/ 1653621 h 6786258"/>
                <a:gd name="connsiteX32" fmla="*/ 3822739 w 7615667"/>
                <a:gd name="connsiteY32" fmla="*/ 1587775 h 6786258"/>
                <a:gd name="connsiteX33" fmla="*/ 3856168 w 7615667"/>
                <a:gd name="connsiteY33" fmla="*/ 35 h 6786258"/>
                <a:gd name="connsiteX34" fmla="*/ 4013999 w 7615667"/>
                <a:gd name="connsiteY34" fmla="*/ 36546 h 6786258"/>
                <a:gd name="connsiteX35" fmla="*/ 4328210 w 7615667"/>
                <a:gd name="connsiteY35" fmla="*/ 303685 h 6786258"/>
                <a:gd name="connsiteX36" fmla="*/ 4591621 w 7615667"/>
                <a:gd name="connsiteY36" fmla="*/ 758118 h 6786258"/>
                <a:gd name="connsiteX37" fmla="*/ 4802044 w 7615667"/>
                <a:gd name="connsiteY37" fmla="*/ 1127684 h 6786258"/>
                <a:gd name="connsiteX38" fmla="*/ 5043600 w 7615667"/>
                <a:gd name="connsiteY38" fmla="*/ 1545247 h 6786258"/>
                <a:gd name="connsiteX39" fmla="*/ 5276030 w 7615667"/>
                <a:gd name="connsiteY39" fmla="*/ 1951599 h 6786258"/>
                <a:gd name="connsiteX40" fmla="*/ 5545858 w 7615667"/>
                <a:gd name="connsiteY40" fmla="*/ 2418827 h 6786258"/>
                <a:gd name="connsiteX41" fmla="*/ 5756282 w 7615667"/>
                <a:gd name="connsiteY41" fmla="*/ 2788394 h 6786258"/>
                <a:gd name="connsiteX42" fmla="*/ 5989552 w 7615667"/>
                <a:gd name="connsiteY42" fmla="*/ 3190037 h 6786258"/>
                <a:gd name="connsiteX43" fmla="*/ 6198012 w 7615667"/>
                <a:gd name="connsiteY43" fmla="*/ 3556546 h 6786258"/>
                <a:gd name="connsiteX44" fmla="*/ 6411191 w 7615667"/>
                <a:gd name="connsiteY44" fmla="*/ 3924518 h 6786258"/>
                <a:gd name="connsiteX45" fmla="*/ 6617434 w 7615667"/>
                <a:gd name="connsiteY45" fmla="*/ 4284175 h 6786258"/>
                <a:gd name="connsiteX46" fmla="*/ 6826716 w 7615667"/>
                <a:gd name="connsiteY46" fmla="*/ 4645994 h 6786258"/>
                <a:gd name="connsiteX47" fmla="*/ 6983575 w 7615667"/>
                <a:gd name="connsiteY47" fmla="*/ 4922721 h 6786258"/>
                <a:gd name="connsiteX48" fmla="*/ 7189676 w 7615667"/>
                <a:gd name="connsiteY48" fmla="*/ 5278199 h 6786258"/>
                <a:gd name="connsiteX49" fmla="*/ 7359238 w 7615667"/>
                <a:gd name="connsiteY49" fmla="*/ 5572299 h 6786258"/>
                <a:gd name="connsiteX50" fmla="*/ 7560960 w 7615667"/>
                <a:gd name="connsiteY50" fmla="*/ 5934562 h 6786258"/>
                <a:gd name="connsiteX51" fmla="*/ 7613420 w 7615667"/>
                <a:gd name="connsiteY51" fmla="*/ 6071547 h 6786258"/>
                <a:gd name="connsiteX52" fmla="*/ 7613882 w 7615667"/>
                <a:gd name="connsiteY52" fmla="*/ 6304147 h 6786258"/>
                <a:gd name="connsiteX53" fmla="*/ 7603851 w 7615667"/>
                <a:gd name="connsiteY53" fmla="*/ 6316698 h 6786258"/>
                <a:gd name="connsiteX54" fmla="*/ 7394372 w 7615667"/>
                <a:gd name="connsiteY54" fmla="*/ 6656926 h 6786258"/>
                <a:gd name="connsiteX55" fmla="*/ 7038073 w 7615667"/>
                <a:gd name="connsiteY55" fmla="*/ 6785843 h 6786258"/>
                <a:gd name="connsiteX56" fmla="*/ 2605735 w 7615667"/>
                <a:gd name="connsiteY56" fmla="*/ 6784116 h 6786258"/>
                <a:gd name="connsiteX57" fmla="*/ 2605735 w 7615667"/>
                <a:gd name="connsiteY57" fmla="*/ 6349076 h 6786258"/>
                <a:gd name="connsiteX58" fmla="*/ 7011527 w 7615667"/>
                <a:gd name="connsiteY58" fmla="*/ 6349057 h 6786258"/>
                <a:gd name="connsiteX59" fmla="*/ 7091212 w 7615667"/>
                <a:gd name="connsiteY59" fmla="*/ 6331826 h 6786258"/>
                <a:gd name="connsiteX60" fmla="*/ 7166122 w 7615667"/>
                <a:gd name="connsiteY60" fmla="*/ 6128282 h 6786258"/>
                <a:gd name="connsiteX61" fmla="*/ 7002581 w 7615667"/>
                <a:gd name="connsiteY61" fmla="*/ 5834842 h 6786258"/>
                <a:gd name="connsiteX62" fmla="*/ 6761120 w 7615667"/>
                <a:gd name="connsiteY62" fmla="*/ 5417214 h 6786258"/>
                <a:gd name="connsiteX63" fmla="*/ 6550687 w 7615667"/>
                <a:gd name="connsiteY63" fmla="*/ 5047637 h 6786258"/>
                <a:gd name="connsiteX64" fmla="*/ 6317408 w 7615667"/>
                <a:gd name="connsiteY64" fmla="*/ 4645985 h 6786258"/>
                <a:gd name="connsiteX65" fmla="*/ 6106965 w 7615667"/>
                <a:gd name="connsiteY65" fmla="*/ 4276428 h 6786258"/>
                <a:gd name="connsiteX66" fmla="*/ 5865429 w 7615667"/>
                <a:gd name="connsiteY66" fmla="*/ 3858837 h 6786258"/>
                <a:gd name="connsiteX67" fmla="*/ 5655015 w 7615667"/>
                <a:gd name="connsiteY67" fmla="*/ 3489251 h 6786258"/>
                <a:gd name="connsiteX68" fmla="*/ 5365208 w 7615667"/>
                <a:gd name="connsiteY68" fmla="*/ 2988257 h 6786258"/>
                <a:gd name="connsiteX69" fmla="*/ 5074119 w 7615667"/>
                <a:gd name="connsiteY69" fmla="*/ 2479572 h 6786258"/>
                <a:gd name="connsiteX70" fmla="*/ 4696634 w 7615667"/>
                <a:gd name="connsiteY70" fmla="*/ 1826881 h 6786258"/>
                <a:gd name="connsiteX71" fmla="*/ 4332947 w 7615667"/>
                <a:gd name="connsiteY71" fmla="*/ 1195054 h 6786258"/>
                <a:gd name="connsiteX72" fmla="*/ 3953792 w 7615667"/>
                <a:gd name="connsiteY72" fmla="*/ 530972 h 6786258"/>
                <a:gd name="connsiteX73" fmla="*/ 3674272 w 7615667"/>
                <a:gd name="connsiteY73" fmla="*/ 516647 h 6786258"/>
                <a:gd name="connsiteX74" fmla="*/ 3553310 w 7615667"/>
                <a:gd name="connsiteY74" fmla="*/ 727401 h 6786258"/>
                <a:gd name="connsiteX75" fmla="*/ 3369546 w 7615667"/>
                <a:gd name="connsiteY75" fmla="*/ 1046272 h 6786258"/>
                <a:gd name="connsiteX76" fmla="*/ 3138135 w 7615667"/>
                <a:gd name="connsiteY76" fmla="*/ 1449047 h 6786258"/>
                <a:gd name="connsiteX77" fmla="*/ 2958919 w 7615667"/>
                <a:gd name="connsiteY77" fmla="*/ 1762380 h 6786258"/>
                <a:gd name="connsiteX78" fmla="*/ 2744834 w 7615667"/>
                <a:gd name="connsiteY78" fmla="*/ 2133862 h 6786258"/>
                <a:gd name="connsiteX79" fmla="*/ 2565468 w 7615667"/>
                <a:gd name="connsiteY79" fmla="*/ 2447110 h 6786258"/>
                <a:gd name="connsiteX80" fmla="*/ 2352383 w 7615667"/>
                <a:gd name="connsiteY80" fmla="*/ 2815166 h 6786258"/>
                <a:gd name="connsiteX81" fmla="*/ 2143942 w 7615667"/>
                <a:gd name="connsiteY81" fmla="*/ 3181675 h 6786258"/>
                <a:gd name="connsiteX82" fmla="*/ 1906387 w 7615667"/>
                <a:gd name="connsiteY82" fmla="*/ 3593161 h 6786258"/>
                <a:gd name="connsiteX83" fmla="*/ 1728455 w 7615667"/>
                <a:gd name="connsiteY83" fmla="*/ 3903162 h 6786258"/>
                <a:gd name="connsiteX84" fmla="*/ 1514182 w 7615667"/>
                <a:gd name="connsiteY84" fmla="*/ 4274550 h 6786258"/>
                <a:gd name="connsiteX85" fmla="*/ 1334994 w 7615667"/>
                <a:gd name="connsiteY85" fmla="*/ 4587892 h 6786258"/>
                <a:gd name="connsiteX86" fmla="*/ 1127751 w 7615667"/>
                <a:gd name="connsiteY86" fmla="*/ 4946719 h 6786258"/>
                <a:gd name="connsiteX87" fmla="*/ 941553 w 7615667"/>
                <a:gd name="connsiteY87" fmla="*/ 5272631 h 6786258"/>
                <a:gd name="connsiteX88" fmla="*/ 705584 w 7615667"/>
                <a:gd name="connsiteY88" fmla="*/ 5680946 h 6786258"/>
                <a:gd name="connsiteX89" fmla="*/ 493650 w 7615667"/>
                <a:gd name="connsiteY89" fmla="*/ 6049616 h 6786258"/>
                <a:gd name="connsiteX90" fmla="*/ 438812 w 7615667"/>
                <a:gd name="connsiteY90" fmla="*/ 6179147 h 6786258"/>
                <a:gd name="connsiteX91" fmla="*/ 610082 w 7615667"/>
                <a:gd name="connsiteY91" fmla="*/ 6349633 h 6786258"/>
                <a:gd name="connsiteX92" fmla="*/ 1426183 w 7615667"/>
                <a:gd name="connsiteY92" fmla="*/ 6352266 h 6786258"/>
                <a:gd name="connsiteX93" fmla="*/ 1426183 w 7615667"/>
                <a:gd name="connsiteY93" fmla="*/ 6786258 h 6786258"/>
                <a:gd name="connsiteX94" fmla="*/ 594125 w 7615667"/>
                <a:gd name="connsiteY94" fmla="*/ 6786079 h 6786258"/>
                <a:gd name="connsiteX95" fmla="*/ 462565 w 7615667"/>
                <a:gd name="connsiteY95" fmla="*/ 6771273 h 6786258"/>
                <a:gd name="connsiteX96" fmla="*/ 65367 w 7615667"/>
                <a:gd name="connsiteY96" fmla="*/ 6456374 h 6786258"/>
                <a:gd name="connsiteX97" fmla="*/ 470 w 7615667"/>
                <a:gd name="connsiteY97" fmla="*/ 6277356 h 6786258"/>
                <a:gd name="connsiteX98" fmla="*/ 45 w 7615667"/>
                <a:gd name="connsiteY98" fmla="*/ 6090638 h 6786258"/>
                <a:gd name="connsiteX99" fmla="*/ 42700 w 7615667"/>
                <a:gd name="connsiteY99" fmla="*/ 5967997 h 6786258"/>
                <a:gd name="connsiteX100" fmla="*/ 158377 w 7615667"/>
                <a:gd name="connsiteY100" fmla="*/ 5750807 h 6786258"/>
                <a:gd name="connsiteX101" fmla="*/ 340773 w 7615667"/>
                <a:gd name="connsiteY101" fmla="*/ 5435276 h 6786258"/>
                <a:gd name="connsiteX102" fmla="*/ 556311 w 7615667"/>
                <a:gd name="connsiteY102" fmla="*/ 5060660 h 6786258"/>
                <a:gd name="connsiteX103" fmla="*/ 764790 w 7615667"/>
                <a:gd name="connsiteY103" fmla="*/ 4694245 h 6786258"/>
                <a:gd name="connsiteX104" fmla="*/ 971666 w 7615667"/>
                <a:gd name="connsiteY104" fmla="*/ 4339258 h 6786258"/>
                <a:gd name="connsiteX105" fmla="*/ 1128469 w 7615667"/>
                <a:gd name="connsiteY105" fmla="*/ 4062560 h 6786258"/>
                <a:gd name="connsiteX106" fmla="*/ 1334551 w 7615667"/>
                <a:gd name="connsiteY106" fmla="*/ 3707168 h 6786258"/>
                <a:gd name="connsiteX107" fmla="*/ 1514012 w 7615667"/>
                <a:gd name="connsiteY107" fmla="*/ 3394043 h 6786258"/>
                <a:gd name="connsiteX108" fmla="*/ 1727918 w 7615667"/>
                <a:gd name="connsiteY108" fmla="*/ 3022551 h 6786258"/>
                <a:gd name="connsiteX109" fmla="*/ 1907293 w 7615667"/>
                <a:gd name="connsiteY109" fmla="*/ 2709379 h 6786258"/>
                <a:gd name="connsiteX110" fmla="*/ 2121265 w 7615667"/>
                <a:gd name="connsiteY110" fmla="*/ 2337925 h 6786258"/>
                <a:gd name="connsiteX111" fmla="*/ 2299225 w 7615667"/>
                <a:gd name="connsiteY111" fmla="*/ 2028037 h 6786258"/>
                <a:gd name="connsiteX112" fmla="*/ 2536676 w 7615667"/>
                <a:gd name="connsiteY112" fmla="*/ 1616561 h 6786258"/>
                <a:gd name="connsiteX113" fmla="*/ 2715807 w 7615667"/>
                <a:gd name="connsiteY113" fmla="*/ 1303267 h 6786258"/>
                <a:gd name="connsiteX114" fmla="*/ 2930005 w 7615667"/>
                <a:gd name="connsiteY114" fmla="*/ 931926 h 6786258"/>
                <a:gd name="connsiteX115" fmla="*/ 3109230 w 7615667"/>
                <a:gd name="connsiteY115" fmla="*/ 618688 h 6786258"/>
                <a:gd name="connsiteX116" fmla="*/ 3343830 w 7615667"/>
                <a:gd name="connsiteY116" fmla="*/ 226586 h 6786258"/>
                <a:gd name="connsiteX117" fmla="*/ 3631032 w 7615667"/>
                <a:gd name="connsiteY117" fmla="*/ 28817 h 6786258"/>
                <a:gd name="connsiteX118" fmla="*/ 3755146 w 7615667"/>
                <a:gd name="connsiteY118" fmla="*/ 2923 h 6786258"/>
                <a:gd name="connsiteX119" fmla="*/ 3856168 w 7615667"/>
                <a:gd name="connsiteY119" fmla="*/ 35 h 678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615667" h="6786258">
                  <a:moveTo>
                    <a:pt x="3808478" y="5216822"/>
                  </a:moveTo>
                  <a:cubicBezTo>
                    <a:pt x="4007344" y="5216822"/>
                    <a:pt x="4168556" y="5378685"/>
                    <a:pt x="4168556" y="5578353"/>
                  </a:cubicBezTo>
                  <a:cubicBezTo>
                    <a:pt x="4168556" y="5778021"/>
                    <a:pt x="4007344" y="5939884"/>
                    <a:pt x="3808478" y="5939884"/>
                  </a:cubicBezTo>
                  <a:cubicBezTo>
                    <a:pt x="3609612" y="5939884"/>
                    <a:pt x="3448400" y="5778021"/>
                    <a:pt x="3448400" y="5578353"/>
                  </a:cubicBezTo>
                  <a:cubicBezTo>
                    <a:pt x="3448400" y="5378685"/>
                    <a:pt x="3609612" y="5216822"/>
                    <a:pt x="3808478" y="5216822"/>
                  </a:cubicBezTo>
                  <a:close/>
                  <a:moveTo>
                    <a:pt x="3822739" y="1587775"/>
                  </a:moveTo>
                  <a:cubicBezTo>
                    <a:pt x="3924821" y="1592668"/>
                    <a:pt x="4021236" y="1620715"/>
                    <a:pt x="4097688" y="1692093"/>
                  </a:cubicBezTo>
                  <a:cubicBezTo>
                    <a:pt x="4157722" y="1748144"/>
                    <a:pt x="4197411" y="1816540"/>
                    <a:pt x="4194343" y="1903456"/>
                  </a:cubicBezTo>
                  <a:cubicBezTo>
                    <a:pt x="4191104" y="1995198"/>
                    <a:pt x="4190142" y="2087022"/>
                    <a:pt x="4186638" y="2178752"/>
                  </a:cubicBezTo>
                  <a:cubicBezTo>
                    <a:pt x="4182778" y="2279808"/>
                    <a:pt x="4177138" y="2380795"/>
                    <a:pt x="4172312" y="2481815"/>
                  </a:cubicBezTo>
                  <a:cubicBezTo>
                    <a:pt x="4167429" y="2584045"/>
                    <a:pt x="4162593" y="2686279"/>
                    <a:pt x="4157738" y="2788509"/>
                  </a:cubicBezTo>
                  <a:cubicBezTo>
                    <a:pt x="4152883" y="2890742"/>
                    <a:pt x="4148073" y="2992976"/>
                    <a:pt x="4143160" y="3095205"/>
                  </a:cubicBezTo>
                  <a:cubicBezTo>
                    <a:pt x="4138363" y="3195012"/>
                    <a:pt x="4133437" y="3294813"/>
                    <a:pt x="4128612" y="3394618"/>
                  </a:cubicBezTo>
                  <a:cubicBezTo>
                    <a:pt x="4123729" y="3495634"/>
                    <a:pt x="4118904" y="3596654"/>
                    <a:pt x="4114045" y="3697673"/>
                  </a:cubicBezTo>
                  <a:cubicBezTo>
                    <a:pt x="4109187" y="3798690"/>
                    <a:pt x="4104335" y="3899709"/>
                    <a:pt x="4099451" y="4000726"/>
                  </a:cubicBezTo>
                  <a:cubicBezTo>
                    <a:pt x="4094627" y="4100532"/>
                    <a:pt x="4089656" y="4200330"/>
                    <a:pt x="4084950" y="4300141"/>
                  </a:cubicBezTo>
                  <a:cubicBezTo>
                    <a:pt x="4079959" y="4406007"/>
                    <a:pt x="4075984" y="4511929"/>
                    <a:pt x="4070004" y="4617738"/>
                  </a:cubicBezTo>
                  <a:cubicBezTo>
                    <a:pt x="4067173" y="4667829"/>
                    <a:pt x="4063842" y="4718263"/>
                    <a:pt x="4055211" y="4767576"/>
                  </a:cubicBezTo>
                  <a:cubicBezTo>
                    <a:pt x="4038886" y="4860847"/>
                    <a:pt x="3960069" y="4922482"/>
                    <a:pt x="3869267" y="4944187"/>
                  </a:cubicBezTo>
                  <a:cubicBezTo>
                    <a:pt x="3776673" y="4966320"/>
                    <a:pt x="3695181" y="4939178"/>
                    <a:pt x="3626257" y="4880214"/>
                  </a:cubicBezTo>
                  <a:cubicBezTo>
                    <a:pt x="3578824" y="4839637"/>
                    <a:pt x="3556818" y="4780611"/>
                    <a:pt x="3553744" y="4717758"/>
                  </a:cubicBezTo>
                  <a:cubicBezTo>
                    <a:pt x="3549555" y="4632140"/>
                    <a:pt x="3549171" y="4546345"/>
                    <a:pt x="3545827" y="4460678"/>
                  </a:cubicBezTo>
                  <a:cubicBezTo>
                    <a:pt x="3541739" y="4355988"/>
                    <a:pt x="3536841" y="4251323"/>
                    <a:pt x="3531210" y="4146705"/>
                  </a:cubicBezTo>
                  <a:cubicBezTo>
                    <a:pt x="3527403" y="4075967"/>
                    <a:pt x="3521727" y="4005331"/>
                    <a:pt x="3516886" y="3931120"/>
                  </a:cubicBezTo>
                  <a:cubicBezTo>
                    <a:pt x="3512009" y="3798663"/>
                    <a:pt x="3507583" y="3669713"/>
                    <a:pt x="3502110" y="3540809"/>
                  </a:cubicBezTo>
                  <a:cubicBezTo>
                    <a:pt x="3498027" y="3444613"/>
                    <a:pt x="3492373" y="3348484"/>
                    <a:pt x="3487813" y="3252308"/>
                  </a:cubicBezTo>
                  <a:cubicBezTo>
                    <a:pt x="3482680" y="3144020"/>
                    <a:pt x="3478362" y="3035693"/>
                    <a:pt x="3472986" y="2927418"/>
                  </a:cubicBezTo>
                  <a:cubicBezTo>
                    <a:pt x="3468753" y="2842147"/>
                    <a:pt x="3462829" y="2756958"/>
                    <a:pt x="3458778" y="2671681"/>
                  </a:cubicBezTo>
                  <a:cubicBezTo>
                    <a:pt x="3453289" y="2556129"/>
                    <a:pt x="3449118" y="2440514"/>
                    <a:pt x="3443928" y="2324947"/>
                  </a:cubicBezTo>
                  <a:cubicBezTo>
                    <a:pt x="3439446" y="2225127"/>
                    <a:pt x="3434507" y="2125327"/>
                    <a:pt x="3429400" y="2025537"/>
                  </a:cubicBezTo>
                  <a:cubicBezTo>
                    <a:pt x="3427559" y="1989560"/>
                    <a:pt x="3423753" y="1953673"/>
                    <a:pt x="3422374" y="1917687"/>
                  </a:cubicBezTo>
                  <a:cubicBezTo>
                    <a:pt x="3417796" y="1798153"/>
                    <a:pt x="3480059" y="1714953"/>
                    <a:pt x="3574233" y="1653621"/>
                  </a:cubicBezTo>
                  <a:cubicBezTo>
                    <a:pt x="3648764" y="1605081"/>
                    <a:pt x="3733955" y="1583520"/>
                    <a:pt x="3822739" y="1587775"/>
                  </a:cubicBezTo>
                  <a:close/>
                  <a:moveTo>
                    <a:pt x="3856168" y="35"/>
                  </a:moveTo>
                  <a:cubicBezTo>
                    <a:pt x="3911128" y="12199"/>
                    <a:pt x="3964314" y="19314"/>
                    <a:pt x="4013999" y="36546"/>
                  </a:cubicBezTo>
                  <a:cubicBezTo>
                    <a:pt x="4152589" y="84618"/>
                    <a:pt x="4255517" y="176221"/>
                    <a:pt x="4328210" y="303685"/>
                  </a:cubicBezTo>
                  <a:cubicBezTo>
                    <a:pt x="4414944" y="455770"/>
                    <a:pt x="4504254" y="606392"/>
                    <a:pt x="4591621" y="758118"/>
                  </a:cubicBezTo>
                  <a:cubicBezTo>
                    <a:pt x="4662350" y="880967"/>
                    <a:pt x="4731438" y="1004760"/>
                    <a:pt x="4802044" y="1127684"/>
                  </a:cubicBezTo>
                  <a:cubicBezTo>
                    <a:pt x="4882135" y="1267114"/>
                    <a:pt x="4963405" y="1405874"/>
                    <a:pt x="5043600" y="1545247"/>
                  </a:cubicBezTo>
                  <a:cubicBezTo>
                    <a:pt x="5121426" y="1680496"/>
                    <a:pt x="5198232" y="1816330"/>
                    <a:pt x="5276030" y="1951599"/>
                  </a:cubicBezTo>
                  <a:lnTo>
                    <a:pt x="5545858" y="2418827"/>
                  </a:lnTo>
                  <a:cubicBezTo>
                    <a:pt x="5616446" y="2541761"/>
                    <a:pt x="5685562" y="2665545"/>
                    <a:pt x="5756282" y="2788394"/>
                  </a:cubicBezTo>
                  <a:cubicBezTo>
                    <a:pt x="5833523" y="2922577"/>
                    <a:pt x="5912339" y="3055844"/>
                    <a:pt x="5989552" y="3190037"/>
                  </a:cubicBezTo>
                  <a:cubicBezTo>
                    <a:pt x="6059639" y="3311867"/>
                    <a:pt x="6128047" y="3434650"/>
                    <a:pt x="6198012" y="3556546"/>
                  </a:cubicBezTo>
                  <a:cubicBezTo>
                    <a:pt x="6268581" y="3679489"/>
                    <a:pt x="6340386" y="3801716"/>
                    <a:pt x="6411191" y="3924518"/>
                  </a:cubicBezTo>
                  <a:lnTo>
                    <a:pt x="6617434" y="4284175"/>
                  </a:lnTo>
                  <a:lnTo>
                    <a:pt x="6826716" y="4645994"/>
                  </a:lnTo>
                  <a:cubicBezTo>
                    <a:pt x="6879496" y="4737957"/>
                    <a:pt x="6930748" y="4830797"/>
                    <a:pt x="6983575" y="4922721"/>
                  </a:cubicBezTo>
                  <a:cubicBezTo>
                    <a:pt x="7051822" y="5041475"/>
                    <a:pt x="7121042" y="5159672"/>
                    <a:pt x="7189676" y="5278199"/>
                  </a:cubicBezTo>
                  <a:cubicBezTo>
                    <a:pt x="7246373" y="5376126"/>
                    <a:pt x="7303428" y="5473863"/>
                    <a:pt x="7359238" y="5572299"/>
                  </a:cubicBezTo>
                  <a:cubicBezTo>
                    <a:pt x="7427400" y="5692544"/>
                    <a:pt x="7496186" y="5812496"/>
                    <a:pt x="7560960" y="5934562"/>
                  </a:cubicBezTo>
                  <a:cubicBezTo>
                    <a:pt x="7583373" y="5976792"/>
                    <a:pt x="7594612" y="6024967"/>
                    <a:pt x="7613420" y="6071547"/>
                  </a:cubicBezTo>
                  <a:cubicBezTo>
                    <a:pt x="7616185" y="6148335"/>
                    <a:pt x="7616468" y="6223991"/>
                    <a:pt x="7613882" y="6304147"/>
                  </a:cubicBezTo>
                  <a:cubicBezTo>
                    <a:pt x="7608550" y="6311301"/>
                    <a:pt x="7604502" y="6313641"/>
                    <a:pt x="7603851" y="6316698"/>
                  </a:cubicBezTo>
                  <a:cubicBezTo>
                    <a:pt x="7574314" y="6454958"/>
                    <a:pt x="7504396" y="6567483"/>
                    <a:pt x="7394372" y="6656926"/>
                  </a:cubicBezTo>
                  <a:cubicBezTo>
                    <a:pt x="7290009" y="6741763"/>
                    <a:pt x="7170094" y="6785720"/>
                    <a:pt x="7038073" y="6785843"/>
                  </a:cubicBezTo>
                  <a:lnTo>
                    <a:pt x="2605735" y="6784116"/>
                  </a:lnTo>
                  <a:lnTo>
                    <a:pt x="2605735" y="6349076"/>
                  </a:lnTo>
                  <a:lnTo>
                    <a:pt x="7011527" y="6349057"/>
                  </a:lnTo>
                  <a:cubicBezTo>
                    <a:pt x="7038176" y="6349048"/>
                    <a:pt x="7066223" y="6341782"/>
                    <a:pt x="7091212" y="6331826"/>
                  </a:cubicBezTo>
                  <a:cubicBezTo>
                    <a:pt x="7164800" y="6302524"/>
                    <a:pt x="7203614" y="6198228"/>
                    <a:pt x="7166122" y="6128282"/>
                  </a:cubicBezTo>
                  <a:cubicBezTo>
                    <a:pt x="7113218" y="6029601"/>
                    <a:pt x="7058174" y="5932042"/>
                    <a:pt x="7002581" y="5834842"/>
                  </a:cubicBezTo>
                  <a:cubicBezTo>
                    <a:pt x="6922745" y="5695252"/>
                    <a:pt x="6841210" y="5556653"/>
                    <a:pt x="6761120" y="5417214"/>
                  </a:cubicBezTo>
                  <a:cubicBezTo>
                    <a:pt x="6690513" y="5294289"/>
                    <a:pt x="6621398" y="5170505"/>
                    <a:pt x="6550687" y="5047637"/>
                  </a:cubicBezTo>
                  <a:cubicBezTo>
                    <a:pt x="6473446" y="4913454"/>
                    <a:pt x="6394648" y="4780168"/>
                    <a:pt x="6317408" y="4645985"/>
                  </a:cubicBezTo>
                  <a:cubicBezTo>
                    <a:pt x="6246688" y="4523126"/>
                    <a:pt x="6177572" y="4399352"/>
                    <a:pt x="6106965" y="4276428"/>
                  </a:cubicBezTo>
                  <a:cubicBezTo>
                    <a:pt x="6026865" y="4136989"/>
                    <a:pt x="5945519" y="3998276"/>
                    <a:pt x="5865429" y="3858837"/>
                  </a:cubicBezTo>
                  <a:cubicBezTo>
                    <a:pt x="5794822" y="3735912"/>
                    <a:pt x="5725697" y="3612138"/>
                    <a:pt x="5655015" y="3489251"/>
                  </a:cubicBezTo>
                  <a:lnTo>
                    <a:pt x="5365208" y="2988257"/>
                  </a:lnTo>
                  <a:lnTo>
                    <a:pt x="5074119" y="2479572"/>
                  </a:lnTo>
                  <a:lnTo>
                    <a:pt x="4696634" y="1826881"/>
                  </a:lnTo>
                  <a:lnTo>
                    <a:pt x="4332947" y="1195054"/>
                  </a:lnTo>
                  <a:lnTo>
                    <a:pt x="3953792" y="530972"/>
                  </a:lnTo>
                  <a:cubicBezTo>
                    <a:pt x="3887319" y="414578"/>
                    <a:pt x="3742991" y="406321"/>
                    <a:pt x="3674272" y="516647"/>
                  </a:cubicBezTo>
                  <a:cubicBezTo>
                    <a:pt x="3631485" y="585357"/>
                    <a:pt x="3593672" y="657162"/>
                    <a:pt x="3553310" y="727401"/>
                  </a:cubicBezTo>
                  <a:lnTo>
                    <a:pt x="3369546" y="1046272"/>
                  </a:lnTo>
                  <a:lnTo>
                    <a:pt x="3138135" y="1449047"/>
                  </a:lnTo>
                  <a:lnTo>
                    <a:pt x="2958919" y="1762380"/>
                  </a:lnTo>
                  <a:lnTo>
                    <a:pt x="2744834" y="2133862"/>
                  </a:lnTo>
                  <a:lnTo>
                    <a:pt x="2565468" y="2447110"/>
                  </a:lnTo>
                  <a:lnTo>
                    <a:pt x="2352383" y="2815166"/>
                  </a:lnTo>
                  <a:cubicBezTo>
                    <a:pt x="2282437" y="2937063"/>
                    <a:pt x="2213850" y="3059751"/>
                    <a:pt x="2143942" y="3181675"/>
                  </a:cubicBezTo>
                  <a:cubicBezTo>
                    <a:pt x="2065163" y="3319067"/>
                    <a:pt x="1985459" y="3455930"/>
                    <a:pt x="1906387" y="3593161"/>
                  </a:cubicBezTo>
                  <a:lnTo>
                    <a:pt x="1728455" y="3903162"/>
                  </a:lnTo>
                  <a:lnTo>
                    <a:pt x="1514182" y="4274550"/>
                  </a:lnTo>
                  <a:lnTo>
                    <a:pt x="1334994" y="4587892"/>
                  </a:lnTo>
                  <a:lnTo>
                    <a:pt x="1127751" y="4946719"/>
                  </a:lnTo>
                  <a:cubicBezTo>
                    <a:pt x="1065402" y="5055196"/>
                    <a:pt x="1003940" y="5164173"/>
                    <a:pt x="941553" y="5272631"/>
                  </a:cubicBezTo>
                  <a:lnTo>
                    <a:pt x="705584" y="5680946"/>
                  </a:lnTo>
                  <a:cubicBezTo>
                    <a:pt x="634675" y="5803691"/>
                    <a:pt x="562756" y="5925870"/>
                    <a:pt x="493650" y="6049616"/>
                  </a:cubicBezTo>
                  <a:cubicBezTo>
                    <a:pt x="470775" y="6090582"/>
                    <a:pt x="444097" y="6134350"/>
                    <a:pt x="438812" y="6179147"/>
                  </a:cubicBezTo>
                  <a:cubicBezTo>
                    <a:pt x="429017" y="6262314"/>
                    <a:pt x="497557" y="6349510"/>
                    <a:pt x="610082" y="6349633"/>
                  </a:cubicBezTo>
                  <a:lnTo>
                    <a:pt x="1426183" y="6352266"/>
                  </a:lnTo>
                  <a:lnTo>
                    <a:pt x="1426183" y="6786258"/>
                  </a:lnTo>
                  <a:lnTo>
                    <a:pt x="594125" y="6786079"/>
                  </a:lnTo>
                  <a:cubicBezTo>
                    <a:pt x="550196" y="6785900"/>
                    <a:pt x="505277" y="6781304"/>
                    <a:pt x="462565" y="6771273"/>
                  </a:cubicBezTo>
                  <a:cubicBezTo>
                    <a:pt x="281368" y="6728741"/>
                    <a:pt x="145590" y="6625633"/>
                    <a:pt x="65367" y="6456374"/>
                  </a:cubicBezTo>
                  <a:cubicBezTo>
                    <a:pt x="38302" y="6399281"/>
                    <a:pt x="21797" y="6337167"/>
                    <a:pt x="470" y="6277356"/>
                  </a:cubicBezTo>
                  <a:cubicBezTo>
                    <a:pt x="177" y="6216243"/>
                    <a:pt x="-115" y="6155139"/>
                    <a:pt x="45" y="6090638"/>
                  </a:cubicBezTo>
                  <a:cubicBezTo>
                    <a:pt x="14286" y="6047361"/>
                    <a:pt x="24317" y="6005640"/>
                    <a:pt x="42700" y="5967997"/>
                  </a:cubicBezTo>
                  <a:cubicBezTo>
                    <a:pt x="78692" y="5894342"/>
                    <a:pt x="118044" y="5822225"/>
                    <a:pt x="158377" y="5750807"/>
                  </a:cubicBezTo>
                  <a:cubicBezTo>
                    <a:pt x="218103" y="5645029"/>
                    <a:pt x="280037" y="5540488"/>
                    <a:pt x="340773" y="5435276"/>
                  </a:cubicBezTo>
                  <a:lnTo>
                    <a:pt x="556311" y="5060660"/>
                  </a:lnTo>
                  <a:cubicBezTo>
                    <a:pt x="626068" y="4938670"/>
                    <a:pt x="694665" y="4816019"/>
                    <a:pt x="764790" y="4694245"/>
                  </a:cubicBezTo>
                  <a:cubicBezTo>
                    <a:pt x="833132" y="4575567"/>
                    <a:pt x="903248" y="4457899"/>
                    <a:pt x="971666" y="4339258"/>
                  </a:cubicBezTo>
                  <a:cubicBezTo>
                    <a:pt x="1024625" y="4247428"/>
                    <a:pt x="1075650" y="4154475"/>
                    <a:pt x="1128469" y="4062560"/>
                  </a:cubicBezTo>
                  <a:cubicBezTo>
                    <a:pt x="1196697" y="3943835"/>
                    <a:pt x="1266096" y="3825770"/>
                    <a:pt x="1334551" y="3707168"/>
                  </a:cubicBezTo>
                  <a:cubicBezTo>
                    <a:pt x="1394683" y="3602966"/>
                    <a:pt x="1454069" y="3498348"/>
                    <a:pt x="1514012" y="3394043"/>
                  </a:cubicBezTo>
                  <a:lnTo>
                    <a:pt x="1727918" y="3022551"/>
                  </a:lnTo>
                  <a:lnTo>
                    <a:pt x="1907293" y="2709379"/>
                  </a:lnTo>
                  <a:lnTo>
                    <a:pt x="2121265" y="2337925"/>
                  </a:lnTo>
                  <a:lnTo>
                    <a:pt x="2299225" y="2028037"/>
                  </a:lnTo>
                  <a:lnTo>
                    <a:pt x="2536676" y="1616561"/>
                  </a:lnTo>
                  <a:lnTo>
                    <a:pt x="2715807" y="1303267"/>
                  </a:lnTo>
                  <a:lnTo>
                    <a:pt x="2930005" y="931926"/>
                  </a:lnTo>
                  <a:cubicBezTo>
                    <a:pt x="2989938" y="827620"/>
                    <a:pt x="3048570" y="722559"/>
                    <a:pt x="3109230" y="618688"/>
                  </a:cubicBezTo>
                  <a:cubicBezTo>
                    <a:pt x="3186065" y="487138"/>
                    <a:pt x="3258757" y="352653"/>
                    <a:pt x="3343830" y="226586"/>
                  </a:cubicBezTo>
                  <a:cubicBezTo>
                    <a:pt x="3411625" y="126130"/>
                    <a:pt x="3512713" y="61337"/>
                    <a:pt x="3631032" y="28817"/>
                  </a:cubicBezTo>
                  <a:cubicBezTo>
                    <a:pt x="3670979" y="17833"/>
                    <a:pt x="3712624" y="13020"/>
                    <a:pt x="3755146" y="2923"/>
                  </a:cubicBezTo>
                  <a:cubicBezTo>
                    <a:pt x="3788798" y="167"/>
                    <a:pt x="3820798" y="-125"/>
                    <a:pt x="3856168" y="35"/>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466" name="Freeform: Shape 2465">
              <a:extLst>
                <a:ext uri="{FF2B5EF4-FFF2-40B4-BE49-F238E27FC236}">
                  <a16:creationId xmlns:a16="http://schemas.microsoft.com/office/drawing/2014/main" id="{77D74952-E1FE-AE32-9975-0273E5C1FBC9}"/>
                </a:ext>
                <a:ext uri="{C183D7F6-B498-43B3-948B-1728B52AA6E4}">
                  <adec:decorative xmlns:adec="http://schemas.microsoft.com/office/drawing/2017/decorative" val="1"/>
                </a:ext>
              </a:extLst>
            </p:cNvPr>
            <p:cNvSpPr/>
            <p:nvPr/>
          </p:nvSpPr>
          <p:spPr>
            <a:xfrm>
              <a:off x="5180993" y="5404347"/>
              <a:ext cx="341116" cy="102380"/>
            </a:xfrm>
            <a:custGeom>
              <a:avLst/>
              <a:gdLst>
                <a:gd name="connsiteX0" fmla="*/ 0 w 5116738"/>
                <a:gd name="connsiteY0" fmla="*/ 905468 h 1535700"/>
                <a:gd name="connsiteX1" fmla="*/ 627231 w 5116738"/>
                <a:gd name="connsiteY1" fmla="*/ 905468 h 1535700"/>
                <a:gd name="connsiteX2" fmla="*/ 627231 w 5116738"/>
                <a:gd name="connsiteY2" fmla="*/ 1535700 h 1535700"/>
                <a:gd name="connsiteX3" fmla="*/ 0 w 5116738"/>
                <a:gd name="connsiteY3" fmla="*/ 1535700 h 1535700"/>
                <a:gd name="connsiteX4" fmla="*/ 4630200 w 5116738"/>
                <a:gd name="connsiteY4" fmla="*/ 234 h 1535700"/>
                <a:gd name="connsiteX5" fmla="*/ 4733739 w 5116738"/>
                <a:gd name="connsiteY5" fmla="*/ 48705 h 1535700"/>
                <a:gd name="connsiteX6" fmla="*/ 4986536 w 5116738"/>
                <a:gd name="connsiteY6" fmla="*/ 437567 h 1535700"/>
                <a:gd name="connsiteX7" fmla="*/ 5087334 w 5116738"/>
                <a:gd name="connsiteY7" fmla="*/ 590771 h 1535700"/>
                <a:gd name="connsiteX8" fmla="*/ 5097430 w 5116738"/>
                <a:gd name="connsiteY8" fmla="*/ 766470 h 1535700"/>
                <a:gd name="connsiteX9" fmla="*/ 4946242 w 5116738"/>
                <a:gd name="connsiteY9" fmla="*/ 852763 h 1535700"/>
                <a:gd name="connsiteX10" fmla="*/ 4058043 w 5116738"/>
                <a:gd name="connsiteY10" fmla="*/ 852700 h 1535700"/>
                <a:gd name="connsiteX11" fmla="*/ 3933027 w 5116738"/>
                <a:gd name="connsiteY11" fmla="*/ 751664 h 1535700"/>
                <a:gd name="connsiteX12" fmla="*/ 4060971 w 5116738"/>
                <a:gd name="connsiteY12" fmla="*/ 634532 h 1535700"/>
                <a:gd name="connsiteX13" fmla="*/ 4803563 w 5116738"/>
                <a:gd name="connsiteY13" fmla="*/ 634222 h 1535700"/>
                <a:gd name="connsiteX14" fmla="*/ 4852375 w 5116738"/>
                <a:gd name="connsiteY14" fmla="*/ 634222 h 1535700"/>
                <a:gd name="connsiteX15" fmla="*/ 4605521 w 5116738"/>
                <a:gd name="connsiteY15" fmla="*/ 253872 h 1535700"/>
                <a:gd name="connsiteX16" fmla="*/ 4538947 w 5116738"/>
                <a:gd name="connsiteY16" fmla="*/ 140481 h 1535700"/>
                <a:gd name="connsiteX17" fmla="*/ 4592336 w 5116738"/>
                <a:gd name="connsiteY17" fmla="*/ 10063 h 1535700"/>
                <a:gd name="connsiteX18" fmla="*/ 4630200 w 5116738"/>
                <a:gd name="connsiteY18" fmla="*/ 234 h 153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16738" h="1535700">
                  <a:moveTo>
                    <a:pt x="0" y="905468"/>
                  </a:moveTo>
                  <a:lnTo>
                    <a:pt x="627231" y="905468"/>
                  </a:lnTo>
                  <a:lnTo>
                    <a:pt x="627231" y="1535700"/>
                  </a:lnTo>
                  <a:lnTo>
                    <a:pt x="0" y="1535700"/>
                  </a:lnTo>
                  <a:close/>
                  <a:moveTo>
                    <a:pt x="4630200" y="234"/>
                  </a:moveTo>
                  <a:cubicBezTo>
                    <a:pt x="4669949" y="-2322"/>
                    <a:pt x="4712628" y="16165"/>
                    <a:pt x="4733739" y="48705"/>
                  </a:cubicBezTo>
                  <a:cubicBezTo>
                    <a:pt x="4817881" y="178407"/>
                    <a:pt x="4902104" y="308054"/>
                    <a:pt x="4986536" y="437567"/>
                  </a:cubicBezTo>
                  <a:cubicBezTo>
                    <a:pt x="5019921" y="488779"/>
                    <a:pt x="5055147" y="538828"/>
                    <a:pt x="5087334" y="590771"/>
                  </a:cubicBezTo>
                  <a:cubicBezTo>
                    <a:pt x="5122091" y="646857"/>
                    <a:pt x="5126774" y="708031"/>
                    <a:pt x="5097430" y="766470"/>
                  </a:cubicBezTo>
                  <a:cubicBezTo>
                    <a:pt x="5067332" y="826410"/>
                    <a:pt x="5013326" y="852796"/>
                    <a:pt x="4946242" y="852763"/>
                  </a:cubicBezTo>
                  <a:cubicBezTo>
                    <a:pt x="4650175" y="852616"/>
                    <a:pt x="4354109" y="852700"/>
                    <a:pt x="4058043" y="852700"/>
                  </a:cubicBezTo>
                  <a:cubicBezTo>
                    <a:pt x="3977006" y="852699"/>
                    <a:pt x="3936751" y="817544"/>
                    <a:pt x="3933027" y="751664"/>
                  </a:cubicBezTo>
                  <a:cubicBezTo>
                    <a:pt x="3928704" y="675148"/>
                    <a:pt x="3983205" y="634794"/>
                    <a:pt x="4060971" y="634532"/>
                  </a:cubicBezTo>
                  <a:cubicBezTo>
                    <a:pt x="4308500" y="633697"/>
                    <a:pt x="4556032" y="634222"/>
                    <a:pt x="4803563" y="634222"/>
                  </a:cubicBezTo>
                  <a:cubicBezTo>
                    <a:pt x="4816884" y="634222"/>
                    <a:pt x="4830204" y="634222"/>
                    <a:pt x="4852375" y="634222"/>
                  </a:cubicBezTo>
                  <a:cubicBezTo>
                    <a:pt x="4768674" y="505000"/>
                    <a:pt x="4687983" y="380427"/>
                    <a:pt x="4605521" y="253872"/>
                  </a:cubicBezTo>
                  <a:cubicBezTo>
                    <a:pt x="4581816" y="214899"/>
                    <a:pt x="4555997" y="179602"/>
                    <a:pt x="4538947" y="140481"/>
                  </a:cubicBezTo>
                  <a:cubicBezTo>
                    <a:pt x="4518396" y="93322"/>
                    <a:pt x="4546136" y="32931"/>
                    <a:pt x="4592336" y="10063"/>
                  </a:cubicBezTo>
                  <a:cubicBezTo>
                    <a:pt x="4604027" y="4276"/>
                    <a:pt x="4616951" y="1086"/>
                    <a:pt x="4630200" y="234"/>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61" name="Group 2760">
            <a:extLst>
              <a:ext uri="{FF2B5EF4-FFF2-40B4-BE49-F238E27FC236}">
                <a16:creationId xmlns:a16="http://schemas.microsoft.com/office/drawing/2014/main" id="{786AD62D-0ED6-BD1C-E2F0-543387315E2D}"/>
              </a:ext>
              <a:ext uri="{C183D7F6-B498-43B3-948B-1728B52AA6E4}">
                <adec:decorative xmlns:adec="http://schemas.microsoft.com/office/drawing/2017/decorative" val="1"/>
              </a:ext>
            </a:extLst>
          </p:cNvPr>
          <p:cNvGrpSpPr>
            <a:grpSpLocks noChangeAspect="1"/>
          </p:cNvGrpSpPr>
          <p:nvPr/>
        </p:nvGrpSpPr>
        <p:grpSpPr>
          <a:xfrm>
            <a:off x="5700280" y="5049527"/>
            <a:ext cx="628619" cy="457200"/>
            <a:chOff x="5700280" y="5049527"/>
            <a:chExt cx="628619" cy="457200"/>
          </a:xfrm>
          <a:solidFill>
            <a:srgbClr val="FF0000"/>
          </a:solidFill>
        </p:grpSpPr>
        <p:sp>
          <p:nvSpPr>
            <p:cNvPr id="2481" name="Freeform: Shape 2480">
              <a:extLst>
                <a:ext uri="{FF2B5EF4-FFF2-40B4-BE49-F238E27FC236}">
                  <a16:creationId xmlns:a16="http://schemas.microsoft.com/office/drawing/2014/main" id="{DCFB4986-C958-D138-772B-57636A95AD48}"/>
                </a:ext>
                <a:ext uri="{C183D7F6-B498-43B3-948B-1728B52AA6E4}">
                  <adec:decorative xmlns:adec="http://schemas.microsoft.com/office/drawing/2017/decorative" val="1"/>
                </a:ext>
              </a:extLst>
            </p:cNvPr>
            <p:cNvSpPr/>
            <p:nvPr/>
          </p:nvSpPr>
          <p:spPr>
            <a:xfrm>
              <a:off x="5700280" y="5049527"/>
              <a:ext cx="628619" cy="457200"/>
            </a:xfrm>
            <a:custGeom>
              <a:avLst/>
              <a:gdLst>
                <a:gd name="connsiteX0" fmla="*/ 2347056 w 9429280"/>
                <a:gd name="connsiteY0" fmla="*/ 5670904 h 6857999"/>
                <a:gd name="connsiteX1" fmla="*/ 2350614 w 9429280"/>
                <a:gd name="connsiteY1" fmla="*/ 5897470 h 6857999"/>
                <a:gd name="connsiteX2" fmla="*/ 1724289 w 9429280"/>
                <a:gd name="connsiteY2" fmla="*/ 5900852 h 6857999"/>
                <a:gd name="connsiteX3" fmla="*/ 1724289 w 9429280"/>
                <a:gd name="connsiteY3" fmla="*/ 5671020 h 6857999"/>
                <a:gd name="connsiteX4" fmla="*/ 2347056 w 9429280"/>
                <a:gd name="connsiteY4" fmla="*/ 5670904 h 6857999"/>
                <a:gd name="connsiteX5" fmla="*/ 2726626 w 9429280"/>
                <a:gd name="connsiteY5" fmla="*/ 5670807 h 6857999"/>
                <a:gd name="connsiteX6" fmla="*/ 8501099 w 9429280"/>
                <a:gd name="connsiteY6" fmla="*/ 5671059 h 6857999"/>
                <a:gd name="connsiteX7" fmla="*/ 8565598 w 9429280"/>
                <a:gd name="connsiteY7" fmla="*/ 5671059 h 6857999"/>
                <a:gd name="connsiteX8" fmla="*/ 8565598 w 9429280"/>
                <a:gd name="connsiteY8" fmla="*/ 5900609 h 6857999"/>
                <a:gd name="connsiteX9" fmla="*/ 2731852 w 9429280"/>
                <a:gd name="connsiteY9" fmla="*/ 5897296 h 6857999"/>
                <a:gd name="connsiteX10" fmla="*/ 2726626 w 9429280"/>
                <a:gd name="connsiteY10" fmla="*/ 5670807 h 6857999"/>
                <a:gd name="connsiteX11" fmla="*/ 938980 w 9429280"/>
                <a:gd name="connsiteY11" fmla="*/ 5541610 h 6857999"/>
                <a:gd name="connsiteX12" fmla="*/ 983440 w 9429280"/>
                <a:gd name="connsiteY12" fmla="*/ 5556306 h 6857999"/>
                <a:gd name="connsiteX13" fmla="*/ 1260810 w 9429280"/>
                <a:gd name="connsiteY13" fmla="*/ 5717909 h 6857999"/>
                <a:gd name="connsiteX14" fmla="*/ 1261299 w 9429280"/>
                <a:gd name="connsiteY14" fmla="*/ 5853550 h 6857999"/>
                <a:gd name="connsiteX15" fmla="*/ 983974 w 9429280"/>
                <a:gd name="connsiteY15" fmla="*/ 6015225 h 6857999"/>
                <a:gd name="connsiteX16" fmla="*/ 870264 w 9429280"/>
                <a:gd name="connsiteY16" fmla="*/ 5948382 h 6857999"/>
                <a:gd name="connsiteX17" fmla="*/ 870250 w 9429280"/>
                <a:gd name="connsiteY17" fmla="*/ 5681016 h 6857999"/>
                <a:gd name="connsiteX18" fmla="*/ 870255 w 9429280"/>
                <a:gd name="connsiteY18" fmla="*/ 5623775 h 6857999"/>
                <a:gd name="connsiteX19" fmla="*/ 938980 w 9429280"/>
                <a:gd name="connsiteY19" fmla="*/ 5541610 h 6857999"/>
                <a:gd name="connsiteX20" fmla="*/ 4542498 w 9429280"/>
                <a:gd name="connsiteY20" fmla="*/ 3560517 h 6857999"/>
                <a:gd name="connsiteX21" fmla="*/ 4969917 w 9429280"/>
                <a:gd name="connsiteY21" fmla="*/ 3560517 h 6857999"/>
                <a:gd name="connsiteX22" fmla="*/ 4969917 w 9429280"/>
                <a:gd name="connsiteY22" fmla="*/ 3985007 h 6857999"/>
                <a:gd name="connsiteX23" fmla="*/ 4542498 w 9429280"/>
                <a:gd name="connsiteY23" fmla="*/ 3985007 h 6857999"/>
                <a:gd name="connsiteX24" fmla="*/ 4545359 w 9429280"/>
                <a:gd name="connsiteY24" fmla="*/ 2279153 h 6857999"/>
                <a:gd name="connsiteX25" fmla="*/ 4972836 w 9429280"/>
                <a:gd name="connsiteY25" fmla="*/ 2279153 h 6857999"/>
                <a:gd name="connsiteX26" fmla="*/ 4972836 w 9429280"/>
                <a:gd name="connsiteY26" fmla="*/ 3420689 h 6857999"/>
                <a:gd name="connsiteX27" fmla="*/ 4545359 w 9429280"/>
                <a:gd name="connsiteY27" fmla="*/ 3420689 h 6857999"/>
                <a:gd name="connsiteX28" fmla="*/ 4795400 w 9429280"/>
                <a:gd name="connsiteY28" fmla="*/ 1210902 h 6857999"/>
                <a:gd name="connsiteX29" fmla="*/ 5057331 w 9429280"/>
                <a:gd name="connsiteY29" fmla="*/ 1300410 h 6857999"/>
                <a:gd name="connsiteX30" fmla="*/ 5222955 w 9429280"/>
                <a:gd name="connsiteY30" fmla="*/ 1487417 h 6857999"/>
                <a:gd name="connsiteX31" fmla="*/ 5550877 w 9429280"/>
                <a:gd name="connsiteY31" fmla="*/ 2045539 h 6857999"/>
                <a:gd name="connsiteX32" fmla="*/ 5624841 w 9429280"/>
                <a:gd name="connsiteY32" fmla="*/ 2168707 h 6857999"/>
                <a:gd name="connsiteX33" fmla="*/ 5259331 w 9429280"/>
                <a:gd name="connsiteY33" fmla="*/ 2394873 h 6857999"/>
                <a:gd name="connsiteX34" fmla="*/ 5246753 w 9429280"/>
                <a:gd name="connsiteY34" fmla="*/ 2373607 h 6857999"/>
                <a:gd name="connsiteX35" fmla="*/ 4837856 w 9429280"/>
                <a:gd name="connsiteY35" fmla="*/ 1679700 h 6857999"/>
                <a:gd name="connsiteX36" fmla="*/ 4683607 w 9429280"/>
                <a:gd name="connsiteY36" fmla="*/ 1680495 h 6857999"/>
                <a:gd name="connsiteX37" fmla="*/ 4421706 w 9429280"/>
                <a:gd name="connsiteY37" fmla="*/ 2115332 h 6857999"/>
                <a:gd name="connsiteX38" fmla="*/ 3964719 w 9429280"/>
                <a:gd name="connsiteY38" fmla="*/ 2878160 h 6857999"/>
                <a:gd name="connsiteX39" fmla="*/ 3647309 w 9429280"/>
                <a:gd name="connsiteY39" fmla="*/ 3415374 h 6857999"/>
                <a:gd name="connsiteX40" fmla="*/ 3377301 w 9429280"/>
                <a:gd name="connsiteY40" fmla="*/ 3866900 h 6857999"/>
                <a:gd name="connsiteX41" fmla="*/ 3241836 w 9429280"/>
                <a:gd name="connsiteY41" fmla="*/ 4095190 h 6857999"/>
                <a:gd name="connsiteX42" fmla="*/ 3324663 w 9429280"/>
                <a:gd name="connsiteY42" fmla="*/ 4236279 h 6857999"/>
                <a:gd name="connsiteX43" fmla="*/ 3353329 w 9429280"/>
                <a:gd name="connsiteY43" fmla="*/ 4236580 h 6857999"/>
                <a:gd name="connsiteX44" fmla="*/ 6160048 w 9429280"/>
                <a:gd name="connsiteY44" fmla="*/ 4236299 h 6857999"/>
                <a:gd name="connsiteX45" fmla="*/ 6276447 w 9429280"/>
                <a:gd name="connsiteY45" fmla="*/ 4183127 h 6857999"/>
                <a:gd name="connsiteX46" fmla="*/ 6273266 w 9429280"/>
                <a:gd name="connsiteY46" fmla="*/ 4088121 h 6857999"/>
                <a:gd name="connsiteX47" fmla="*/ 5886897 w 9429280"/>
                <a:gd name="connsiteY47" fmla="*/ 3449034 h 6857999"/>
                <a:gd name="connsiteX48" fmla="*/ 6253008 w 9429280"/>
                <a:gd name="connsiteY48" fmla="*/ 3222500 h 6857999"/>
                <a:gd name="connsiteX49" fmla="*/ 6373849 w 9429280"/>
                <a:gd name="connsiteY49" fmla="*/ 3423646 h 6857999"/>
                <a:gd name="connsiteX50" fmla="*/ 6636982 w 9429280"/>
                <a:gd name="connsiteY50" fmla="*/ 3857581 h 6857999"/>
                <a:gd name="connsiteX51" fmla="*/ 6573725 w 9429280"/>
                <a:gd name="connsiteY51" fmla="*/ 4498278 h 6857999"/>
                <a:gd name="connsiteX52" fmla="*/ 6187327 w 9429280"/>
                <a:gd name="connsiteY52" fmla="*/ 4657909 h 6857999"/>
                <a:gd name="connsiteX53" fmla="*/ 4475557 w 9429280"/>
                <a:gd name="connsiteY53" fmla="*/ 4657366 h 6857999"/>
                <a:gd name="connsiteX54" fmla="*/ 3308885 w 9429280"/>
                <a:gd name="connsiteY54" fmla="*/ 4657870 h 6857999"/>
                <a:gd name="connsiteX55" fmla="*/ 2810209 w 9429280"/>
                <a:gd name="connsiteY55" fmla="*/ 4233525 h 6857999"/>
                <a:gd name="connsiteX56" fmla="*/ 2913536 w 9429280"/>
                <a:gd name="connsiteY56" fmla="*/ 3803973 h 6857999"/>
                <a:gd name="connsiteX57" fmla="*/ 3224390 w 9429280"/>
                <a:gd name="connsiteY57" fmla="*/ 3284758 h 6857999"/>
                <a:gd name="connsiteX58" fmla="*/ 3572018 w 9429280"/>
                <a:gd name="connsiteY58" fmla="*/ 2705873 h 6857999"/>
                <a:gd name="connsiteX59" fmla="*/ 3915369 w 9429280"/>
                <a:gd name="connsiteY59" fmla="*/ 2124603 h 6857999"/>
                <a:gd name="connsiteX60" fmla="*/ 4340189 w 9429280"/>
                <a:gd name="connsiteY60" fmla="*/ 1423821 h 6857999"/>
                <a:gd name="connsiteX61" fmla="*/ 4699153 w 9429280"/>
                <a:gd name="connsiteY61" fmla="*/ 1213239 h 6857999"/>
                <a:gd name="connsiteX62" fmla="*/ 4795400 w 9429280"/>
                <a:gd name="connsiteY62" fmla="*/ 1210902 h 6857999"/>
                <a:gd name="connsiteX63" fmla="*/ 442835 w 9429280"/>
                <a:gd name="connsiteY63" fmla="*/ 442872 h 6857999"/>
                <a:gd name="connsiteX64" fmla="*/ 442835 w 9429280"/>
                <a:gd name="connsiteY64" fmla="*/ 6416984 h 6857999"/>
                <a:gd name="connsiteX65" fmla="*/ 3189315 w 9429280"/>
                <a:gd name="connsiteY65" fmla="*/ 6416984 h 6857999"/>
                <a:gd name="connsiteX66" fmla="*/ 8986442 w 9429280"/>
                <a:gd name="connsiteY66" fmla="*/ 6416984 h 6857999"/>
                <a:gd name="connsiteX67" fmla="*/ 8986442 w 9429280"/>
                <a:gd name="connsiteY67" fmla="*/ 442872 h 6857999"/>
                <a:gd name="connsiteX68" fmla="*/ 442835 w 9429280"/>
                <a:gd name="connsiteY68" fmla="*/ 442872 h 6857999"/>
                <a:gd name="connsiteX69" fmla="*/ 9018032 w 9429280"/>
                <a:gd name="connsiteY69" fmla="*/ 0 h 6857999"/>
                <a:gd name="connsiteX70" fmla="*/ 9419133 w 9429280"/>
                <a:gd name="connsiteY70" fmla="*/ 323351 h 6857999"/>
                <a:gd name="connsiteX71" fmla="*/ 9428879 w 9429280"/>
                <a:gd name="connsiteY71" fmla="*/ 411624 h 6857999"/>
                <a:gd name="connsiteX72" fmla="*/ 9429278 w 9429280"/>
                <a:gd name="connsiteY72" fmla="*/ 4504350 h 6857999"/>
                <a:gd name="connsiteX73" fmla="*/ 9429278 w 9429280"/>
                <a:gd name="connsiteY73" fmla="*/ 6856889 h 6857999"/>
                <a:gd name="connsiteX74" fmla="*/ 9366300 w 9429280"/>
                <a:gd name="connsiteY74" fmla="*/ 6856889 h 6857999"/>
                <a:gd name="connsiteX75" fmla="*/ 411061 w 9429280"/>
                <a:gd name="connsiteY75" fmla="*/ 6857999 h 6857999"/>
                <a:gd name="connsiteX76" fmla="*/ 10003 w 9429280"/>
                <a:gd name="connsiteY76" fmla="*/ 6533894 h 6857999"/>
                <a:gd name="connsiteX77" fmla="*/ 398 w 9429280"/>
                <a:gd name="connsiteY77" fmla="*/ 6445554 h 6857999"/>
                <a:gd name="connsiteX78" fmla="*/ 0 w 9429280"/>
                <a:gd name="connsiteY78" fmla="*/ 67394 h 6857999"/>
                <a:gd name="connsiteX79" fmla="*/ 0 w 9429280"/>
                <a:gd name="connsiteY79" fmla="*/ 99 h 6857999"/>
                <a:gd name="connsiteX80" fmla="*/ 62793 w 9429280"/>
                <a:gd name="connsiteY80" fmla="*/ 99 h 6857999"/>
                <a:gd name="connsiteX81" fmla="*/ 9018032 w 9429280"/>
                <a:gd name="connsiteY81"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429280" h="6857999">
                  <a:moveTo>
                    <a:pt x="2347056" y="5670904"/>
                  </a:moveTo>
                  <a:cubicBezTo>
                    <a:pt x="2315040" y="5744956"/>
                    <a:pt x="2309955" y="5819357"/>
                    <a:pt x="2350614" y="5897470"/>
                  </a:cubicBezTo>
                  <a:cubicBezTo>
                    <a:pt x="2143361" y="5900852"/>
                    <a:pt x="1935280" y="5900852"/>
                    <a:pt x="1724289" y="5900852"/>
                  </a:cubicBezTo>
                  <a:cubicBezTo>
                    <a:pt x="1724289" y="5824182"/>
                    <a:pt x="1724289" y="5750389"/>
                    <a:pt x="1724289" y="5671020"/>
                  </a:cubicBezTo>
                  <a:cubicBezTo>
                    <a:pt x="1930446" y="5671020"/>
                    <a:pt x="2136560" y="5671020"/>
                    <a:pt x="2347056" y="5670904"/>
                  </a:cubicBezTo>
                  <a:close/>
                  <a:moveTo>
                    <a:pt x="2726626" y="5670807"/>
                  </a:moveTo>
                  <a:cubicBezTo>
                    <a:pt x="4651450" y="5670891"/>
                    <a:pt x="6576274" y="5670974"/>
                    <a:pt x="8501099" y="5671059"/>
                  </a:cubicBezTo>
                  <a:cubicBezTo>
                    <a:pt x="8521606" y="5671059"/>
                    <a:pt x="8542112" y="5671059"/>
                    <a:pt x="8565598" y="5671059"/>
                  </a:cubicBezTo>
                  <a:cubicBezTo>
                    <a:pt x="8565598" y="5747400"/>
                    <a:pt x="8565598" y="5821296"/>
                    <a:pt x="8565598" y="5900609"/>
                  </a:cubicBezTo>
                  <a:cubicBezTo>
                    <a:pt x="6622095" y="5900609"/>
                    <a:pt x="4678752" y="5900609"/>
                    <a:pt x="2731852" y="5897296"/>
                  </a:cubicBezTo>
                  <a:cubicBezTo>
                    <a:pt x="2767571" y="5819293"/>
                    <a:pt x="2758380" y="5744967"/>
                    <a:pt x="2726626" y="5670807"/>
                  </a:cubicBezTo>
                  <a:close/>
                  <a:moveTo>
                    <a:pt x="938980" y="5541610"/>
                  </a:moveTo>
                  <a:cubicBezTo>
                    <a:pt x="952560" y="5542605"/>
                    <a:pt x="967566" y="5547371"/>
                    <a:pt x="983440" y="5556306"/>
                  </a:cubicBezTo>
                  <a:cubicBezTo>
                    <a:pt x="1076679" y="5608787"/>
                    <a:pt x="1167186" y="5666154"/>
                    <a:pt x="1260810" y="5717909"/>
                  </a:cubicBezTo>
                  <a:cubicBezTo>
                    <a:pt x="1320178" y="5750726"/>
                    <a:pt x="1319677" y="5821039"/>
                    <a:pt x="1261299" y="5853550"/>
                  </a:cubicBezTo>
                  <a:cubicBezTo>
                    <a:pt x="1167834" y="5905603"/>
                    <a:pt x="1077137" y="5962608"/>
                    <a:pt x="983974" y="6015225"/>
                  </a:cubicBezTo>
                  <a:cubicBezTo>
                    <a:pt x="920559" y="6051042"/>
                    <a:pt x="870310" y="6020249"/>
                    <a:pt x="870264" y="5948382"/>
                  </a:cubicBezTo>
                  <a:cubicBezTo>
                    <a:pt x="870208" y="5860830"/>
                    <a:pt x="870250" y="5773278"/>
                    <a:pt x="870250" y="5681016"/>
                  </a:cubicBezTo>
                  <a:cubicBezTo>
                    <a:pt x="870250" y="5658796"/>
                    <a:pt x="870232" y="5641285"/>
                    <a:pt x="870255" y="5623775"/>
                  </a:cubicBezTo>
                  <a:cubicBezTo>
                    <a:pt x="870321" y="5569590"/>
                    <a:pt x="898238" y="5538627"/>
                    <a:pt x="938980" y="5541610"/>
                  </a:cubicBezTo>
                  <a:close/>
                  <a:moveTo>
                    <a:pt x="4542498" y="3560517"/>
                  </a:moveTo>
                  <a:lnTo>
                    <a:pt x="4969917" y="3560517"/>
                  </a:lnTo>
                  <a:lnTo>
                    <a:pt x="4969917" y="3985007"/>
                  </a:lnTo>
                  <a:lnTo>
                    <a:pt x="4542498" y="3985007"/>
                  </a:lnTo>
                  <a:close/>
                  <a:moveTo>
                    <a:pt x="4545359" y="2279153"/>
                  </a:moveTo>
                  <a:lnTo>
                    <a:pt x="4972836" y="2279153"/>
                  </a:lnTo>
                  <a:lnTo>
                    <a:pt x="4972836" y="3420689"/>
                  </a:lnTo>
                  <a:lnTo>
                    <a:pt x="4545359" y="3420689"/>
                  </a:lnTo>
                  <a:close/>
                  <a:moveTo>
                    <a:pt x="4795400" y="1210902"/>
                  </a:moveTo>
                  <a:cubicBezTo>
                    <a:pt x="4889087" y="1216794"/>
                    <a:pt x="4975421" y="1247185"/>
                    <a:pt x="5057331" y="1300410"/>
                  </a:cubicBezTo>
                  <a:cubicBezTo>
                    <a:pt x="5129801" y="1347501"/>
                    <a:pt x="5179995" y="1414133"/>
                    <a:pt x="5222955" y="1487417"/>
                  </a:cubicBezTo>
                  <a:cubicBezTo>
                    <a:pt x="5332053" y="1673581"/>
                    <a:pt x="5441179" y="1859725"/>
                    <a:pt x="5550877" y="2045539"/>
                  </a:cubicBezTo>
                  <a:lnTo>
                    <a:pt x="5624841" y="2168707"/>
                  </a:lnTo>
                  <a:lnTo>
                    <a:pt x="5259331" y="2394873"/>
                  </a:lnTo>
                  <a:lnTo>
                    <a:pt x="5246753" y="2373607"/>
                  </a:lnTo>
                  <a:cubicBezTo>
                    <a:pt x="5110503" y="2142272"/>
                    <a:pt x="4974698" y="1910685"/>
                    <a:pt x="4837856" y="1679700"/>
                  </a:cubicBezTo>
                  <a:cubicBezTo>
                    <a:pt x="4809452" y="1631765"/>
                    <a:pt x="4727411" y="1609238"/>
                    <a:pt x="4683607" y="1680495"/>
                  </a:cubicBezTo>
                  <a:cubicBezTo>
                    <a:pt x="4594991" y="1824629"/>
                    <a:pt x="4508742" y="1970218"/>
                    <a:pt x="4421706" y="2115332"/>
                  </a:cubicBezTo>
                  <a:cubicBezTo>
                    <a:pt x="4269251" y="2369534"/>
                    <a:pt x="4116496" y="2623560"/>
                    <a:pt x="3964719" y="2878160"/>
                  </a:cubicBezTo>
                  <a:cubicBezTo>
                    <a:pt x="3858211" y="3056817"/>
                    <a:pt x="3753488" y="3236532"/>
                    <a:pt x="3647309" y="3415374"/>
                  </a:cubicBezTo>
                  <a:cubicBezTo>
                    <a:pt x="3557792" y="3566170"/>
                    <a:pt x="3467284" y="3716385"/>
                    <a:pt x="3377301" y="3866900"/>
                  </a:cubicBezTo>
                  <a:cubicBezTo>
                    <a:pt x="3331887" y="3942851"/>
                    <a:pt x="3285233" y="4018104"/>
                    <a:pt x="3241836" y="4095190"/>
                  </a:cubicBezTo>
                  <a:cubicBezTo>
                    <a:pt x="3209388" y="4152852"/>
                    <a:pt x="3254094" y="4226815"/>
                    <a:pt x="3324663" y="4236279"/>
                  </a:cubicBezTo>
                  <a:cubicBezTo>
                    <a:pt x="3334060" y="4237540"/>
                    <a:pt x="3343767" y="4236580"/>
                    <a:pt x="3353329" y="4236580"/>
                  </a:cubicBezTo>
                  <a:cubicBezTo>
                    <a:pt x="4288898" y="4236580"/>
                    <a:pt x="5224478" y="4236677"/>
                    <a:pt x="6160048" y="4236299"/>
                  </a:cubicBezTo>
                  <a:cubicBezTo>
                    <a:pt x="6205917" y="4236279"/>
                    <a:pt x="6248411" y="4229472"/>
                    <a:pt x="6276447" y="4183127"/>
                  </a:cubicBezTo>
                  <a:cubicBezTo>
                    <a:pt x="6297646" y="4148051"/>
                    <a:pt x="6292438" y="4119754"/>
                    <a:pt x="6273266" y="4088121"/>
                  </a:cubicBezTo>
                  <a:lnTo>
                    <a:pt x="5886897" y="3449034"/>
                  </a:lnTo>
                  <a:lnTo>
                    <a:pt x="6253008" y="3222500"/>
                  </a:lnTo>
                  <a:lnTo>
                    <a:pt x="6373849" y="3423646"/>
                  </a:lnTo>
                  <a:cubicBezTo>
                    <a:pt x="6461137" y="3568565"/>
                    <a:pt x="6545224" y="3715551"/>
                    <a:pt x="6636982" y="3857581"/>
                  </a:cubicBezTo>
                  <a:cubicBezTo>
                    <a:pt x="6755893" y="4041621"/>
                    <a:pt x="6738118" y="4338191"/>
                    <a:pt x="6573725" y="4498278"/>
                  </a:cubicBezTo>
                  <a:cubicBezTo>
                    <a:pt x="6463871" y="4605251"/>
                    <a:pt x="6339646" y="4658277"/>
                    <a:pt x="6187327" y="4657909"/>
                  </a:cubicBezTo>
                  <a:cubicBezTo>
                    <a:pt x="5618333" y="4656532"/>
                    <a:pt x="5049340" y="4657366"/>
                    <a:pt x="4475557" y="4657366"/>
                  </a:cubicBezTo>
                  <a:cubicBezTo>
                    <a:pt x="4083475" y="4657366"/>
                    <a:pt x="3696175" y="4655989"/>
                    <a:pt x="3308885" y="4657870"/>
                  </a:cubicBezTo>
                  <a:cubicBezTo>
                    <a:pt x="3069443" y="4659024"/>
                    <a:pt x="2852994" y="4474490"/>
                    <a:pt x="2810209" y="4233525"/>
                  </a:cubicBezTo>
                  <a:cubicBezTo>
                    <a:pt x="2781650" y="4072750"/>
                    <a:pt x="2832251" y="3936626"/>
                    <a:pt x="2913536" y="3803973"/>
                  </a:cubicBezTo>
                  <a:cubicBezTo>
                    <a:pt x="3018938" y="3631997"/>
                    <a:pt x="3120685" y="3457781"/>
                    <a:pt x="3224390" y="3284758"/>
                  </a:cubicBezTo>
                  <a:cubicBezTo>
                    <a:pt x="3340101" y="3091700"/>
                    <a:pt x="3456879" y="2899271"/>
                    <a:pt x="3572018" y="2705873"/>
                  </a:cubicBezTo>
                  <a:cubicBezTo>
                    <a:pt x="3687147" y="2512514"/>
                    <a:pt x="3799929" y="2317759"/>
                    <a:pt x="3915369" y="2124603"/>
                  </a:cubicBezTo>
                  <a:cubicBezTo>
                    <a:pt x="4055517" y="1890117"/>
                    <a:pt x="4193077" y="1653904"/>
                    <a:pt x="4340189" y="1423821"/>
                  </a:cubicBezTo>
                  <a:cubicBezTo>
                    <a:pt x="4421309" y="1296957"/>
                    <a:pt x="4545631" y="1229734"/>
                    <a:pt x="4699153" y="1213239"/>
                  </a:cubicBezTo>
                  <a:cubicBezTo>
                    <a:pt x="4732124" y="1209697"/>
                    <a:pt x="4764171" y="1208938"/>
                    <a:pt x="4795400" y="1210902"/>
                  </a:cubicBezTo>
                  <a:close/>
                  <a:moveTo>
                    <a:pt x="442835" y="442872"/>
                  </a:moveTo>
                  <a:cubicBezTo>
                    <a:pt x="442835" y="2435273"/>
                    <a:pt x="442835" y="4424804"/>
                    <a:pt x="442835" y="6416984"/>
                  </a:cubicBezTo>
                  <a:cubicBezTo>
                    <a:pt x="1357091" y="6416984"/>
                    <a:pt x="2268422" y="6416984"/>
                    <a:pt x="3189315" y="6416984"/>
                  </a:cubicBezTo>
                  <a:cubicBezTo>
                    <a:pt x="5121745" y="6416984"/>
                    <a:pt x="7054176" y="6416984"/>
                    <a:pt x="8986442" y="6416984"/>
                  </a:cubicBezTo>
                  <a:cubicBezTo>
                    <a:pt x="8986442" y="4421713"/>
                    <a:pt x="8986442" y="2432183"/>
                    <a:pt x="8986442" y="442872"/>
                  </a:cubicBezTo>
                  <a:cubicBezTo>
                    <a:pt x="6136566" y="442872"/>
                    <a:pt x="3289621" y="442872"/>
                    <a:pt x="442835" y="442872"/>
                  </a:cubicBezTo>
                  <a:close/>
                  <a:moveTo>
                    <a:pt x="9018032" y="0"/>
                  </a:moveTo>
                  <a:cubicBezTo>
                    <a:pt x="9212455" y="-9"/>
                    <a:pt x="9372874" y="140212"/>
                    <a:pt x="9419133" y="323351"/>
                  </a:cubicBezTo>
                  <a:cubicBezTo>
                    <a:pt x="9426322" y="351813"/>
                    <a:pt x="9428869" y="382151"/>
                    <a:pt x="9428879" y="411624"/>
                  </a:cubicBezTo>
                  <a:cubicBezTo>
                    <a:pt x="9429339" y="1774271"/>
                    <a:pt x="9429278" y="3136920"/>
                    <a:pt x="9429278" y="4504350"/>
                  </a:cubicBezTo>
                  <a:cubicBezTo>
                    <a:pt x="9429278" y="5289813"/>
                    <a:pt x="9429278" y="6070494"/>
                    <a:pt x="9429278" y="6856889"/>
                  </a:cubicBezTo>
                  <a:cubicBezTo>
                    <a:pt x="9406493" y="6856889"/>
                    <a:pt x="9386396" y="6856889"/>
                    <a:pt x="9366300" y="6856889"/>
                  </a:cubicBezTo>
                  <a:cubicBezTo>
                    <a:pt x="6381222" y="6856889"/>
                    <a:pt x="3396141" y="6856445"/>
                    <a:pt x="411061" y="6857999"/>
                  </a:cubicBezTo>
                  <a:cubicBezTo>
                    <a:pt x="233105" y="6858093"/>
                    <a:pt x="49093" y="6717638"/>
                    <a:pt x="10003" y="6533894"/>
                  </a:cubicBezTo>
                  <a:cubicBezTo>
                    <a:pt x="3866" y="6505043"/>
                    <a:pt x="404" y="6475030"/>
                    <a:pt x="398" y="6445554"/>
                  </a:cubicBezTo>
                  <a:cubicBezTo>
                    <a:pt x="-39" y="4319499"/>
                    <a:pt x="0" y="2193446"/>
                    <a:pt x="0" y="67394"/>
                  </a:cubicBezTo>
                  <a:cubicBezTo>
                    <a:pt x="0" y="46903"/>
                    <a:pt x="0" y="26412"/>
                    <a:pt x="0" y="99"/>
                  </a:cubicBezTo>
                  <a:cubicBezTo>
                    <a:pt x="22636" y="99"/>
                    <a:pt x="42715" y="99"/>
                    <a:pt x="62793" y="99"/>
                  </a:cubicBezTo>
                  <a:cubicBezTo>
                    <a:pt x="3047873" y="99"/>
                    <a:pt x="6032954" y="141"/>
                    <a:pt x="9018032"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482" name="Freeform: Shape 2481">
              <a:extLst>
                <a:ext uri="{FF2B5EF4-FFF2-40B4-BE49-F238E27FC236}">
                  <a16:creationId xmlns:a16="http://schemas.microsoft.com/office/drawing/2014/main" id="{D2807C60-2ED9-EA7E-8576-A80BE016B622}"/>
                </a:ext>
                <a:ext uri="{C183D7F6-B498-43B3-948B-1728B52AA6E4}">
                  <adec:decorative xmlns:adec="http://schemas.microsoft.com/office/drawing/2017/decorative" val="1"/>
                </a:ext>
              </a:extLst>
            </p:cNvPr>
            <p:cNvSpPr/>
            <p:nvPr/>
          </p:nvSpPr>
          <p:spPr>
            <a:xfrm>
              <a:off x="5855098" y="5207173"/>
              <a:ext cx="258541" cy="242810"/>
            </a:xfrm>
            <a:custGeom>
              <a:avLst/>
              <a:gdLst>
                <a:gd name="connsiteX0" fmla="*/ 215892 w 3878112"/>
                <a:gd name="connsiteY0" fmla="*/ 3200934 h 3642152"/>
                <a:gd name="connsiteX1" fmla="*/ 431784 w 3878112"/>
                <a:gd name="connsiteY1" fmla="*/ 3421543 h 3642152"/>
                <a:gd name="connsiteX2" fmla="*/ 215892 w 3878112"/>
                <a:gd name="connsiteY2" fmla="*/ 3642152 h 3642152"/>
                <a:gd name="connsiteX3" fmla="*/ 0 w 3878112"/>
                <a:gd name="connsiteY3" fmla="*/ 3421543 h 3642152"/>
                <a:gd name="connsiteX4" fmla="*/ 215892 w 3878112"/>
                <a:gd name="connsiteY4" fmla="*/ 3200934 h 3642152"/>
                <a:gd name="connsiteX5" fmla="*/ 3538958 w 3878112"/>
                <a:gd name="connsiteY5" fmla="*/ 0 h 3642152"/>
                <a:gd name="connsiteX6" fmla="*/ 3878112 w 3878112"/>
                <a:gd name="connsiteY6" fmla="*/ 548112 h 3642152"/>
                <a:gd name="connsiteX7" fmla="*/ 3330000 w 3878112"/>
                <a:gd name="connsiteY7" fmla="*/ 887266 h 3642152"/>
                <a:gd name="connsiteX8" fmla="*/ 2990846 w 3878112"/>
                <a:gd name="connsiteY8" fmla="*/ 339154 h 364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8112" h="3642152">
                  <a:moveTo>
                    <a:pt x="215892" y="3200934"/>
                  </a:moveTo>
                  <a:cubicBezTo>
                    <a:pt x="335126" y="3200934"/>
                    <a:pt x="431784" y="3299704"/>
                    <a:pt x="431784" y="3421543"/>
                  </a:cubicBezTo>
                  <a:cubicBezTo>
                    <a:pt x="431784" y="3543382"/>
                    <a:pt x="335126" y="3642152"/>
                    <a:pt x="215892" y="3642152"/>
                  </a:cubicBezTo>
                  <a:cubicBezTo>
                    <a:pt x="96658" y="3642152"/>
                    <a:pt x="0" y="3543382"/>
                    <a:pt x="0" y="3421543"/>
                  </a:cubicBezTo>
                  <a:cubicBezTo>
                    <a:pt x="0" y="3299704"/>
                    <a:pt x="96658" y="3200934"/>
                    <a:pt x="215892" y="3200934"/>
                  </a:cubicBezTo>
                  <a:close/>
                  <a:moveTo>
                    <a:pt x="3538958" y="0"/>
                  </a:moveTo>
                  <a:lnTo>
                    <a:pt x="3878112" y="548112"/>
                  </a:lnTo>
                  <a:lnTo>
                    <a:pt x="3330000" y="887266"/>
                  </a:lnTo>
                  <a:lnTo>
                    <a:pt x="2990846" y="339154"/>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60" name="Group 2759">
            <a:extLst>
              <a:ext uri="{FF2B5EF4-FFF2-40B4-BE49-F238E27FC236}">
                <a16:creationId xmlns:a16="http://schemas.microsoft.com/office/drawing/2014/main" id="{10E35809-8D03-D5E0-0026-14E10B6974A8}"/>
              </a:ext>
              <a:ext uri="{C183D7F6-B498-43B3-948B-1728B52AA6E4}">
                <adec:decorative xmlns:adec="http://schemas.microsoft.com/office/drawing/2017/decorative" val="1"/>
              </a:ext>
            </a:extLst>
          </p:cNvPr>
          <p:cNvGrpSpPr>
            <a:grpSpLocks noChangeAspect="1"/>
          </p:cNvGrpSpPr>
          <p:nvPr/>
        </p:nvGrpSpPr>
        <p:grpSpPr>
          <a:xfrm>
            <a:off x="6453964" y="5049527"/>
            <a:ext cx="457472" cy="457200"/>
            <a:chOff x="6453964" y="5049527"/>
            <a:chExt cx="457472" cy="457200"/>
          </a:xfrm>
          <a:solidFill>
            <a:srgbClr val="FF0000"/>
          </a:solidFill>
        </p:grpSpPr>
        <p:sp>
          <p:nvSpPr>
            <p:cNvPr id="2505" name="Freeform: Shape 2504">
              <a:extLst>
                <a:ext uri="{FF2B5EF4-FFF2-40B4-BE49-F238E27FC236}">
                  <a16:creationId xmlns:a16="http://schemas.microsoft.com/office/drawing/2014/main" id="{B2D78F07-4A38-3B18-E455-ED83FCAD7395}"/>
                </a:ext>
                <a:ext uri="{C183D7F6-B498-43B3-948B-1728B52AA6E4}">
                  <adec:decorative xmlns:adec="http://schemas.microsoft.com/office/drawing/2017/decorative" val="1"/>
                </a:ext>
              </a:extLst>
            </p:cNvPr>
            <p:cNvSpPr/>
            <p:nvPr/>
          </p:nvSpPr>
          <p:spPr>
            <a:xfrm>
              <a:off x="6453964" y="5049527"/>
              <a:ext cx="410023" cy="410195"/>
            </a:xfrm>
            <a:custGeom>
              <a:avLst/>
              <a:gdLst>
                <a:gd name="connsiteX0" fmla="*/ 3077767 w 6150337"/>
                <a:gd name="connsiteY0" fmla="*/ 4380040 h 6152920"/>
                <a:gd name="connsiteX1" fmla="*/ 3237959 w 6150337"/>
                <a:gd name="connsiteY1" fmla="*/ 4539333 h 6152920"/>
                <a:gd name="connsiteX2" fmla="*/ 3077767 w 6150337"/>
                <a:gd name="connsiteY2" fmla="*/ 4698626 h 6152920"/>
                <a:gd name="connsiteX3" fmla="*/ 2917575 w 6150337"/>
                <a:gd name="connsiteY3" fmla="*/ 4539333 h 6152920"/>
                <a:gd name="connsiteX4" fmla="*/ 3077767 w 6150337"/>
                <a:gd name="connsiteY4" fmla="*/ 4380040 h 6152920"/>
                <a:gd name="connsiteX5" fmla="*/ 2045455 w 6150337"/>
                <a:gd name="connsiteY5" fmla="*/ 3950217 h 6152920"/>
                <a:gd name="connsiteX6" fmla="*/ 2205423 w 6150337"/>
                <a:gd name="connsiteY6" fmla="*/ 4110692 h 6152920"/>
                <a:gd name="connsiteX7" fmla="*/ 2045455 w 6150337"/>
                <a:gd name="connsiteY7" fmla="*/ 4271167 h 6152920"/>
                <a:gd name="connsiteX8" fmla="*/ 1885487 w 6150337"/>
                <a:gd name="connsiteY8" fmla="*/ 4110692 h 6152920"/>
                <a:gd name="connsiteX9" fmla="*/ 2045455 w 6150337"/>
                <a:gd name="connsiteY9" fmla="*/ 3950217 h 6152920"/>
                <a:gd name="connsiteX10" fmla="*/ 4539875 w 6150337"/>
                <a:gd name="connsiteY10" fmla="*/ 2918366 h 6152920"/>
                <a:gd name="connsiteX11" fmla="*/ 4700021 w 6150337"/>
                <a:gd name="connsiteY11" fmla="*/ 3078195 h 6152920"/>
                <a:gd name="connsiteX12" fmla="*/ 4539875 w 6150337"/>
                <a:gd name="connsiteY12" fmla="*/ 3238024 h 6152920"/>
                <a:gd name="connsiteX13" fmla="*/ 4379729 w 6150337"/>
                <a:gd name="connsiteY13" fmla="*/ 3078195 h 6152920"/>
                <a:gd name="connsiteX14" fmla="*/ 4539875 w 6150337"/>
                <a:gd name="connsiteY14" fmla="*/ 2918366 h 6152920"/>
                <a:gd name="connsiteX15" fmla="*/ 1617511 w 6150337"/>
                <a:gd name="connsiteY15" fmla="*/ 2916673 h 6152920"/>
                <a:gd name="connsiteX16" fmla="*/ 1777853 w 6150337"/>
                <a:gd name="connsiteY16" fmla="*/ 3074586 h 6152920"/>
                <a:gd name="connsiteX17" fmla="*/ 1617511 w 6150337"/>
                <a:gd name="connsiteY17" fmla="*/ 3232499 h 6152920"/>
                <a:gd name="connsiteX18" fmla="*/ 1457169 w 6150337"/>
                <a:gd name="connsiteY18" fmla="*/ 3074586 h 6152920"/>
                <a:gd name="connsiteX19" fmla="*/ 1617511 w 6150337"/>
                <a:gd name="connsiteY19" fmla="*/ 2916673 h 6152920"/>
                <a:gd name="connsiteX20" fmla="*/ 4110697 w 6150337"/>
                <a:gd name="connsiteY20" fmla="*/ 1887870 h 6152920"/>
                <a:gd name="connsiteX21" fmla="*/ 4269826 w 6150337"/>
                <a:gd name="connsiteY21" fmla="*/ 2046158 h 6152920"/>
                <a:gd name="connsiteX22" fmla="*/ 4110697 w 6150337"/>
                <a:gd name="connsiteY22" fmla="*/ 2204445 h 6152920"/>
                <a:gd name="connsiteX23" fmla="*/ 3951568 w 6150337"/>
                <a:gd name="connsiteY23" fmla="*/ 2046158 h 6152920"/>
                <a:gd name="connsiteX24" fmla="*/ 4110697 w 6150337"/>
                <a:gd name="connsiteY24" fmla="*/ 1887870 h 6152920"/>
                <a:gd name="connsiteX25" fmla="*/ 2045246 w 6150337"/>
                <a:gd name="connsiteY25" fmla="*/ 1887729 h 6152920"/>
                <a:gd name="connsiteX26" fmla="*/ 2203481 w 6150337"/>
                <a:gd name="connsiteY26" fmla="*/ 2046287 h 6152920"/>
                <a:gd name="connsiteX27" fmla="*/ 2045246 w 6150337"/>
                <a:gd name="connsiteY27" fmla="*/ 2204845 h 6152920"/>
                <a:gd name="connsiteX28" fmla="*/ 1887011 w 6150337"/>
                <a:gd name="connsiteY28" fmla="*/ 2046287 h 6152920"/>
                <a:gd name="connsiteX29" fmla="*/ 2045246 w 6150337"/>
                <a:gd name="connsiteY29" fmla="*/ 1887729 h 6152920"/>
                <a:gd name="connsiteX30" fmla="*/ 3034786 w 6150337"/>
                <a:gd name="connsiteY30" fmla="*/ 1838321 h 6152920"/>
                <a:gd name="connsiteX31" fmla="*/ 3151592 w 6150337"/>
                <a:gd name="connsiteY31" fmla="*/ 1841079 h 6152920"/>
                <a:gd name="connsiteX32" fmla="*/ 3174863 w 6150337"/>
                <a:gd name="connsiteY32" fmla="*/ 1841319 h 6152920"/>
                <a:gd name="connsiteX33" fmla="*/ 3178549 w 6150337"/>
                <a:gd name="connsiteY33" fmla="*/ 1841714 h 6152920"/>
                <a:gd name="connsiteX34" fmla="*/ 3190442 w 6150337"/>
                <a:gd name="connsiteY34" fmla="*/ 1841995 h 6152920"/>
                <a:gd name="connsiteX35" fmla="*/ 3580219 w 6150337"/>
                <a:gd name="connsiteY35" fmla="*/ 1941768 h 6152920"/>
                <a:gd name="connsiteX36" fmla="*/ 3662448 w 6150337"/>
                <a:gd name="connsiteY36" fmla="*/ 1983419 h 6152920"/>
                <a:gd name="connsiteX37" fmla="*/ 3679075 w 6150337"/>
                <a:gd name="connsiteY37" fmla="*/ 1991302 h 6152920"/>
                <a:gd name="connsiteX38" fmla="*/ 3683520 w 6150337"/>
                <a:gd name="connsiteY38" fmla="*/ 1994092 h 6152920"/>
                <a:gd name="connsiteX39" fmla="*/ 3717366 w 6150337"/>
                <a:gd name="connsiteY39" fmla="*/ 2011235 h 6152920"/>
                <a:gd name="connsiteX40" fmla="*/ 3774050 w 6150337"/>
                <a:gd name="connsiteY40" fmla="*/ 2050901 h 6152920"/>
                <a:gd name="connsiteX41" fmla="*/ 3800718 w 6150337"/>
                <a:gd name="connsiteY41" fmla="*/ 2067635 h 6152920"/>
                <a:gd name="connsiteX42" fmla="*/ 3818990 w 6150337"/>
                <a:gd name="connsiteY42" fmla="*/ 2082349 h 6152920"/>
                <a:gd name="connsiteX43" fmla="*/ 3842368 w 6150337"/>
                <a:gd name="connsiteY43" fmla="*/ 2098708 h 6152920"/>
                <a:gd name="connsiteX44" fmla="*/ 3866657 w 6150337"/>
                <a:gd name="connsiteY44" fmla="*/ 2120732 h 6152920"/>
                <a:gd name="connsiteX45" fmla="*/ 3912396 w 6150337"/>
                <a:gd name="connsiteY45" fmla="*/ 2157562 h 6152920"/>
                <a:gd name="connsiteX46" fmla="*/ 4014218 w 6150337"/>
                <a:gd name="connsiteY46" fmla="*/ 2260796 h 6152920"/>
                <a:gd name="connsiteX47" fmla="*/ 4043920 w 6150337"/>
                <a:gd name="connsiteY47" fmla="*/ 2298748 h 6152920"/>
                <a:gd name="connsiteX48" fmla="*/ 4051239 w 6150337"/>
                <a:gd name="connsiteY48" fmla="*/ 2306757 h 6152920"/>
                <a:gd name="connsiteX49" fmla="*/ 4070074 w 6150337"/>
                <a:gd name="connsiteY49" fmla="*/ 2332168 h 6152920"/>
                <a:gd name="connsiteX50" fmla="*/ 4104466 w 6150337"/>
                <a:gd name="connsiteY50" fmla="*/ 2376112 h 6152920"/>
                <a:gd name="connsiteX51" fmla="*/ 4112510 w 6150337"/>
                <a:gd name="connsiteY51" fmla="*/ 2389415 h 6152920"/>
                <a:gd name="connsiteX52" fmla="*/ 4122659 w 6150337"/>
                <a:gd name="connsiteY52" fmla="*/ 2403107 h 6152920"/>
                <a:gd name="connsiteX53" fmla="*/ 4232042 w 6150337"/>
                <a:gd name="connsiteY53" fmla="*/ 2614516 h 6152920"/>
                <a:gd name="connsiteX54" fmla="*/ 4234713 w 6150337"/>
                <a:gd name="connsiteY54" fmla="*/ 2622754 h 6152920"/>
                <a:gd name="connsiteX55" fmla="*/ 4238890 w 6150337"/>
                <a:gd name="connsiteY55" fmla="*/ 2632013 h 6152920"/>
                <a:gd name="connsiteX56" fmla="*/ 4283189 w 6150337"/>
                <a:gd name="connsiteY56" fmla="*/ 2772002 h 6152920"/>
                <a:gd name="connsiteX57" fmla="*/ 4311800 w 6150337"/>
                <a:gd name="connsiteY57" fmla="*/ 2922809 h 6152920"/>
                <a:gd name="connsiteX58" fmla="*/ 4316051 w 6150337"/>
                <a:gd name="connsiteY58" fmla="*/ 3031930 h 6152920"/>
                <a:gd name="connsiteX59" fmla="*/ 4317989 w 6150337"/>
                <a:gd name="connsiteY59" fmla="*/ 3059037 h 6152920"/>
                <a:gd name="connsiteX60" fmla="*/ 4317752 w 6150337"/>
                <a:gd name="connsiteY60" fmla="*/ 3075562 h 6152920"/>
                <a:gd name="connsiteX61" fmla="*/ 4317878 w 6150337"/>
                <a:gd name="connsiteY61" fmla="*/ 3078811 h 6152920"/>
                <a:gd name="connsiteX62" fmla="*/ 4317586 w 6150337"/>
                <a:gd name="connsiteY62" fmla="*/ 3086998 h 6152920"/>
                <a:gd name="connsiteX63" fmla="*/ 4316281 w 6150337"/>
                <a:gd name="connsiteY63" fmla="*/ 3177554 h 6152920"/>
                <a:gd name="connsiteX64" fmla="*/ 4313757 w 6150337"/>
                <a:gd name="connsiteY64" fmla="*/ 3194558 h 6152920"/>
                <a:gd name="connsiteX65" fmla="*/ 4312554 w 6150337"/>
                <a:gd name="connsiteY65" fmla="*/ 3228384 h 6152920"/>
                <a:gd name="connsiteX66" fmla="*/ 4287666 w 6150337"/>
                <a:gd name="connsiteY66" fmla="*/ 3372450 h 6152920"/>
                <a:gd name="connsiteX67" fmla="*/ 4275667 w 6150337"/>
                <a:gd name="connsiteY67" fmla="*/ 3411430 h 6152920"/>
                <a:gd name="connsiteX68" fmla="*/ 4262090 w 6150337"/>
                <a:gd name="connsiteY68" fmla="*/ 3459551 h 6152920"/>
                <a:gd name="connsiteX69" fmla="*/ 4256014 w 6150337"/>
                <a:gd name="connsiteY69" fmla="*/ 3475272 h 6152920"/>
                <a:gd name="connsiteX70" fmla="*/ 4244840 w 6150337"/>
                <a:gd name="connsiteY70" fmla="*/ 3511570 h 6152920"/>
                <a:gd name="connsiteX71" fmla="*/ 4185699 w 6150337"/>
                <a:gd name="connsiteY71" fmla="*/ 3646310 h 6152920"/>
                <a:gd name="connsiteX72" fmla="*/ 4142488 w 6150337"/>
                <a:gd name="connsiteY72" fmla="*/ 3717902 h 6152920"/>
                <a:gd name="connsiteX73" fmla="*/ 3943066 w 6150337"/>
                <a:gd name="connsiteY73" fmla="*/ 3717902 h 6152920"/>
                <a:gd name="connsiteX74" fmla="*/ 3989423 w 6150337"/>
                <a:gd name="connsiteY74" fmla="*/ 3650852 h 6152920"/>
                <a:gd name="connsiteX75" fmla="*/ 4157524 w 6150337"/>
                <a:gd name="connsiteY75" fmla="*/ 3129943 h 6152920"/>
                <a:gd name="connsiteX76" fmla="*/ 4154139 w 6150337"/>
                <a:gd name="connsiteY76" fmla="*/ 2995064 h 6152920"/>
                <a:gd name="connsiteX77" fmla="*/ 4153798 w 6150337"/>
                <a:gd name="connsiteY77" fmla="*/ 2990935 h 6152920"/>
                <a:gd name="connsiteX78" fmla="*/ 4131617 w 6150337"/>
                <a:gd name="connsiteY78" fmla="*/ 2852478 h 6152920"/>
                <a:gd name="connsiteX79" fmla="*/ 4107345 w 6150337"/>
                <a:gd name="connsiteY79" fmla="*/ 2769485 h 6152920"/>
                <a:gd name="connsiteX80" fmla="*/ 4087254 w 6150337"/>
                <a:gd name="connsiteY80" fmla="*/ 2703883 h 6152920"/>
                <a:gd name="connsiteX81" fmla="*/ 4032505 w 6150337"/>
                <a:gd name="connsiteY81" fmla="*/ 2585205 h 6152920"/>
                <a:gd name="connsiteX82" fmla="*/ 3999775 w 6150337"/>
                <a:gd name="connsiteY82" fmla="*/ 2519494 h 6152920"/>
                <a:gd name="connsiteX83" fmla="*/ 3986297 w 6150337"/>
                <a:gd name="connsiteY83" fmla="*/ 2500587 h 6152920"/>
                <a:gd name="connsiteX84" fmla="*/ 3895576 w 6150337"/>
                <a:gd name="connsiteY84" fmla="*/ 2375230 h 6152920"/>
                <a:gd name="connsiteX85" fmla="*/ 3749822 w 6150337"/>
                <a:gd name="connsiteY85" fmla="*/ 2235900 h 6152920"/>
                <a:gd name="connsiteX86" fmla="*/ 3599034 w 6150337"/>
                <a:gd name="connsiteY86" fmla="*/ 2137012 h 6152920"/>
                <a:gd name="connsiteX87" fmla="*/ 3582567 w 6150337"/>
                <a:gd name="connsiteY87" fmla="*/ 2127461 h 6152920"/>
                <a:gd name="connsiteX88" fmla="*/ 3557355 w 6150337"/>
                <a:gd name="connsiteY88" fmla="*/ 2115228 h 6152920"/>
                <a:gd name="connsiteX89" fmla="*/ 3484282 w 6150337"/>
                <a:gd name="connsiteY89" fmla="*/ 2081547 h 6152920"/>
                <a:gd name="connsiteX90" fmla="*/ 3078294 w 6150337"/>
                <a:gd name="connsiteY90" fmla="*/ 2001870 h 6152920"/>
                <a:gd name="connsiteX91" fmla="*/ 2548599 w 6150337"/>
                <a:gd name="connsiteY91" fmla="*/ 2142257 h 6152920"/>
                <a:gd name="connsiteX92" fmla="*/ 2450877 w 6150337"/>
                <a:gd name="connsiteY92" fmla="*/ 2204088 h 6152920"/>
                <a:gd name="connsiteX93" fmla="*/ 2444504 w 6150337"/>
                <a:gd name="connsiteY93" fmla="*/ 2208462 h 6152920"/>
                <a:gd name="connsiteX94" fmla="*/ 2379787 w 6150337"/>
                <a:gd name="connsiteY94" fmla="*/ 2259260 h 6152920"/>
                <a:gd name="connsiteX95" fmla="*/ 2287599 w 6150337"/>
                <a:gd name="connsiteY95" fmla="*/ 2346446 h 6152920"/>
                <a:gd name="connsiteX96" fmla="*/ 2234931 w 6150337"/>
                <a:gd name="connsiteY96" fmla="*/ 2410765 h 6152920"/>
                <a:gd name="connsiteX97" fmla="*/ 2168497 w 6150337"/>
                <a:gd name="connsiteY97" fmla="*/ 2506852 h 6152920"/>
                <a:gd name="connsiteX98" fmla="*/ 2000397 w 6150337"/>
                <a:gd name="connsiteY98" fmla="*/ 3027761 h 6152920"/>
                <a:gd name="connsiteX99" fmla="*/ 2003783 w 6150337"/>
                <a:gd name="connsiteY99" fmla="*/ 3162640 h 6152920"/>
                <a:gd name="connsiteX100" fmla="*/ 2004123 w 6150337"/>
                <a:gd name="connsiteY100" fmla="*/ 3166768 h 6152920"/>
                <a:gd name="connsiteX101" fmla="*/ 2026303 w 6150337"/>
                <a:gd name="connsiteY101" fmla="*/ 3305226 h 6152920"/>
                <a:gd name="connsiteX102" fmla="*/ 2050576 w 6150337"/>
                <a:gd name="connsiteY102" fmla="*/ 3388220 h 6152920"/>
                <a:gd name="connsiteX103" fmla="*/ 2070667 w 6150337"/>
                <a:gd name="connsiteY103" fmla="*/ 3453821 h 6152920"/>
                <a:gd name="connsiteX104" fmla="*/ 2125416 w 6150337"/>
                <a:gd name="connsiteY104" fmla="*/ 3572499 h 6152920"/>
                <a:gd name="connsiteX105" fmla="*/ 2158147 w 6150337"/>
                <a:gd name="connsiteY105" fmla="*/ 3638210 h 6152920"/>
                <a:gd name="connsiteX106" fmla="*/ 2171627 w 6150337"/>
                <a:gd name="connsiteY106" fmla="*/ 3657120 h 6152920"/>
                <a:gd name="connsiteX107" fmla="*/ 2262345 w 6150337"/>
                <a:gd name="connsiteY107" fmla="*/ 3782475 h 6152920"/>
                <a:gd name="connsiteX108" fmla="*/ 2408098 w 6150337"/>
                <a:gd name="connsiteY108" fmla="*/ 3921805 h 6152920"/>
                <a:gd name="connsiteX109" fmla="*/ 2558886 w 6150337"/>
                <a:gd name="connsiteY109" fmla="*/ 4020693 h 6152920"/>
                <a:gd name="connsiteX110" fmla="*/ 2575354 w 6150337"/>
                <a:gd name="connsiteY110" fmla="*/ 4030244 h 6152920"/>
                <a:gd name="connsiteX111" fmla="*/ 2600565 w 6150337"/>
                <a:gd name="connsiteY111" fmla="*/ 4042475 h 6152920"/>
                <a:gd name="connsiteX112" fmla="*/ 2673638 w 6150337"/>
                <a:gd name="connsiteY112" fmla="*/ 4076158 h 6152920"/>
                <a:gd name="connsiteX113" fmla="*/ 3609321 w 6150337"/>
                <a:gd name="connsiteY113" fmla="*/ 4015447 h 6152920"/>
                <a:gd name="connsiteX114" fmla="*/ 3707044 w 6150337"/>
                <a:gd name="connsiteY114" fmla="*/ 3953616 h 6152920"/>
                <a:gd name="connsiteX115" fmla="*/ 3713415 w 6150337"/>
                <a:gd name="connsiteY115" fmla="*/ 3949242 h 6152920"/>
                <a:gd name="connsiteX116" fmla="*/ 3766005 w 6150337"/>
                <a:gd name="connsiteY116" fmla="*/ 3907963 h 6152920"/>
                <a:gd name="connsiteX117" fmla="*/ 3766005 w 6150337"/>
                <a:gd name="connsiteY117" fmla="*/ 4113493 h 6152920"/>
                <a:gd name="connsiteX118" fmla="*/ 3717775 w 6150337"/>
                <a:gd name="connsiteY118" fmla="*/ 4145656 h 6152920"/>
                <a:gd name="connsiteX119" fmla="*/ 3612468 w 6150337"/>
                <a:gd name="connsiteY119" fmla="*/ 4202401 h 6152920"/>
                <a:gd name="connsiteX120" fmla="*/ 3550253 w 6150337"/>
                <a:gd name="connsiteY120" fmla="*/ 4226510 h 6152920"/>
                <a:gd name="connsiteX121" fmla="*/ 3530451 w 6150337"/>
                <a:gd name="connsiteY121" fmla="*/ 4235249 h 6152920"/>
                <a:gd name="connsiteX122" fmla="*/ 3506797 w 6150337"/>
                <a:gd name="connsiteY122" fmla="*/ 4243351 h 6152920"/>
                <a:gd name="connsiteX123" fmla="*/ 3449890 w 6150337"/>
                <a:gd name="connsiteY123" fmla="*/ 4265405 h 6152920"/>
                <a:gd name="connsiteX124" fmla="*/ 3421267 w 6150337"/>
                <a:gd name="connsiteY124" fmla="*/ 4272080 h 6152920"/>
                <a:gd name="connsiteX125" fmla="*/ 3320899 w 6150337"/>
                <a:gd name="connsiteY125" fmla="*/ 4297230 h 6152920"/>
                <a:gd name="connsiteX126" fmla="*/ 3304961 w 6150337"/>
                <a:gd name="connsiteY126" fmla="*/ 4299206 h 6152920"/>
                <a:gd name="connsiteX127" fmla="*/ 3279346 w 6150337"/>
                <a:gd name="connsiteY127" fmla="*/ 4305181 h 6152920"/>
                <a:gd name="connsiteX128" fmla="*/ 3194823 w 6150337"/>
                <a:gd name="connsiteY128" fmla="*/ 4312866 h 6152920"/>
                <a:gd name="connsiteX129" fmla="*/ 3152297 w 6150337"/>
                <a:gd name="connsiteY129" fmla="*/ 4318140 h 6152920"/>
                <a:gd name="connsiteX130" fmla="*/ 3138401 w 6150337"/>
                <a:gd name="connsiteY130" fmla="*/ 4317996 h 6152920"/>
                <a:gd name="connsiteX131" fmla="*/ 3123134 w 6150337"/>
                <a:gd name="connsiteY131" fmla="*/ 4319384 h 6152920"/>
                <a:gd name="connsiteX132" fmla="*/ 3006325 w 6150337"/>
                <a:gd name="connsiteY132" fmla="*/ 4316627 h 6152920"/>
                <a:gd name="connsiteX133" fmla="*/ 2983058 w 6150337"/>
                <a:gd name="connsiteY133" fmla="*/ 4316386 h 6152920"/>
                <a:gd name="connsiteX134" fmla="*/ 2979372 w 6150337"/>
                <a:gd name="connsiteY134" fmla="*/ 4315990 h 6152920"/>
                <a:gd name="connsiteX135" fmla="*/ 2967479 w 6150337"/>
                <a:gd name="connsiteY135" fmla="*/ 4315710 h 6152920"/>
                <a:gd name="connsiteX136" fmla="*/ 2577701 w 6150337"/>
                <a:gd name="connsiteY136" fmla="*/ 4215937 h 6152920"/>
                <a:gd name="connsiteX137" fmla="*/ 2495470 w 6150337"/>
                <a:gd name="connsiteY137" fmla="*/ 4174286 h 6152920"/>
                <a:gd name="connsiteX138" fmla="*/ 2478845 w 6150337"/>
                <a:gd name="connsiteY138" fmla="*/ 4166403 h 6152920"/>
                <a:gd name="connsiteX139" fmla="*/ 2474400 w 6150337"/>
                <a:gd name="connsiteY139" fmla="*/ 4163613 h 6152920"/>
                <a:gd name="connsiteX140" fmla="*/ 2440553 w 6150337"/>
                <a:gd name="connsiteY140" fmla="*/ 4146470 h 6152920"/>
                <a:gd name="connsiteX141" fmla="*/ 2383870 w 6150337"/>
                <a:gd name="connsiteY141" fmla="*/ 4106804 h 6152920"/>
                <a:gd name="connsiteX142" fmla="*/ 2357202 w 6150337"/>
                <a:gd name="connsiteY142" fmla="*/ 4090070 h 6152920"/>
                <a:gd name="connsiteX143" fmla="*/ 2338930 w 6150337"/>
                <a:gd name="connsiteY143" fmla="*/ 4075356 h 6152920"/>
                <a:gd name="connsiteX144" fmla="*/ 2315553 w 6150337"/>
                <a:gd name="connsiteY144" fmla="*/ 4058996 h 6152920"/>
                <a:gd name="connsiteX145" fmla="*/ 2291264 w 6150337"/>
                <a:gd name="connsiteY145" fmla="*/ 4036973 h 6152920"/>
                <a:gd name="connsiteX146" fmla="*/ 2245525 w 6150337"/>
                <a:gd name="connsiteY146" fmla="*/ 4000143 h 6152920"/>
                <a:gd name="connsiteX147" fmla="*/ 2143703 w 6150337"/>
                <a:gd name="connsiteY147" fmla="*/ 3896908 h 6152920"/>
                <a:gd name="connsiteX148" fmla="*/ 2114001 w 6150337"/>
                <a:gd name="connsiteY148" fmla="*/ 3858955 h 6152920"/>
                <a:gd name="connsiteX149" fmla="*/ 2106682 w 6150337"/>
                <a:gd name="connsiteY149" fmla="*/ 3850948 h 6152920"/>
                <a:gd name="connsiteX150" fmla="*/ 2087847 w 6150337"/>
                <a:gd name="connsiteY150" fmla="*/ 3825537 h 6152920"/>
                <a:gd name="connsiteX151" fmla="*/ 2053454 w 6150337"/>
                <a:gd name="connsiteY151" fmla="*/ 3781592 h 6152920"/>
                <a:gd name="connsiteX152" fmla="*/ 2045411 w 6150337"/>
                <a:gd name="connsiteY152" fmla="*/ 3768288 h 6152920"/>
                <a:gd name="connsiteX153" fmla="*/ 2035262 w 6150337"/>
                <a:gd name="connsiteY153" fmla="*/ 3754597 h 6152920"/>
                <a:gd name="connsiteX154" fmla="*/ 1925880 w 6150337"/>
                <a:gd name="connsiteY154" fmla="*/ 3543188 h 6152920"/>
                <a:gd name="connsiteX155" fmla="*/ 1923207 w 6150337"/>
                <a:gd name="connsiteY155" fmla="*/ 3534951 h 6152920"/>
                <a:gd name="connsiteX156" fmla="*/ 1919032 w 6150337"/>
                <a:gd name="connsiteY156" fmla="*/ 3525690 h 6152920"/>
                <a:gd name="connsiteX157" fmla="*/ 1874733 w 6150337"/>
                <a:gd name="connsiteY157" fmla="*/ 3385702 h 6152920"/>
                <a:gd name="connsiteX158" fmla="*/ 1846122 w 6150337"/>
                <a:gd name="connsiteY158" fmla="*/ 3234895 h 6152920"/>
                <a:gd name="connsiteX159" fmla="*/ 1841870 w 6150337"/>
                <a:gd name="connsiteY159" fmla="*/ 3125774 h 6152920"/>
                <a:gd name="connsiteX160" fmla="*/ 1839931 w 6150337"/>
                <a:gd name="connsiteY160" fmla="*/ 3098666 h 6152920"/>
                <a:gd name="connsiteX161" fmla="*/ 1840170 w 6150337"/>
                <a:gd name="connsiteY161" fmla="*/ 3082142 h 6152920"/>
                <a:gd name="connsiteX162" fmla="*/ 1840043 w 6150337"/>
                <a:gd name="connsiteY162" fmla="*/ 3078893 h 6152920"/>
                <a:gd name="connsiteX163" fmla="*/ 1840334 w 6150337"/>
                <a:gd name="connsiteY163" fmla="*/ 3070705 h 6152920"/>
                <a:gd name="connsiteX164" fmla="*/ 1841640 w 6150337"/>
                <a:gd name="connsiteY164" fmla="*/ 2980150 h 6152920"/>
                <a:gd name="connsiteX165" fmla="*/ 1844163 w 6150337"/>
                <a:gd name="connsiteY165" fmla="*/ 2963146 h 6152920"/>
                <a:gd name="connsiteX166" fmla="*/ 1845367 w 6150337"/>
                <a:gd name="connsiteY166" fmla="*/ 2929320 h 6152920"/>
                <a:gd name="connsiteX167" fmla="*/ 1870254 w 6150337"/>
                <a:gd name="connsiteY167" fmla="*/ 2785255 h 6152920"/>
                <a:gd name="connsiteX168" fmla="*/ 1882254 w 6150337"/>
                <a:gd name="connsiteY168" fmla="*/ 2746273 h 6152920"/>
                <a:gd name="connsiteX169" fmla="*/ 1895830 w 6150337"/>
                <a:gd name="connsiteY169" fmla="*/ 2698153 h 6152920"/>
                <a:gd name="connsiteX170" fmla="*/ 1901907 w 6150337"/>
                <a:gd name="connsiteY170" fmla="*/ 2682432 h 6152920"/>
                <a:gd name="connsiteX171" fmla="*/ 1913081 w 6150337"/>
                <a:gd name="connsiteY171" fmla="*/ 2646134 h 6152920"/>
                <a:gd name="connsiteX172" fmla="*/ 1972222 w 6150337"/>
                <a:gd name="connsiteY172" fmla="*/ 2511395 h 6152920"/>
                <a:gd name="connsiteX173" fmla="*/ 2164191 w 6150337"/>
                <a:gd name="connsiteY173" fmla="*/ 2237818 h 6152920"/>
                <a:gd name="connsiteX174" fmla="*/ 2545452 w 6150337"/>
                <a:gd name="connsiteY174" fmla="*/ 1955304 h 6152920"/>
                <a:gd name="connsiteX175" fmla="*/ 2607667 w 6150337"/>
                <a:gd name="connsiteY175" fmla="*/ 1931195 h 6152920"/>
                <a:gd name="connsiteX176" fmla="*/ 2627469 w 6150337"/>
                <a:gd name="connsiteY176" fmla="*/ 1922455 h 6152920"/>
                <a:gd name="connsiteX177" fmla="*/ 2651124 w 6150337"/>
                <a:gd name="connsiteY177" fmla="*/ 1914354 h 6152920"/>
                <a:gd name="connsiteX178" fmla="*/ 2708031 w 6150337"/>
                <a:gd name="connsiteY178" fmla="*/ 1892300 h 6152920"/>
                <a:gd name="connsiteX179" fmla="*/ 2736654 w 6150337"/>
                <a:gd name="connsiteY179" fmla="*/ 1885625 h 6152920"/>
                <a:gd name="connsiteX180" fmla="*/ 2837022 w 6150337"/>
                <a:gd name="connsiteY180" fmla="*/ 1860475 h 6152920"/>
                <a:gd name="connsiteX181" fmla="*/ 2852959 w 6150337"/>
                <a:gd name="connsiteY181" fmla="*/ 1858499 h 6152920"/>
                <a:gd name="connsiteX182" fmla="*/ 2878575 w 6150337"/>
                <a:gd name="connsiteY182" fmla="*/ 1852525 h 6152920"/>
                <a:gd name="connsiteX183" fmla="*/ 2963098 w 6150337"/>
                <a:gd name="connsiteY183" fmla="*/ 1844840 h 6152920"/>
                <a:gd name="connsiteX184" fmla="*/ 3005624 w 6150337"/>
                <a:gd name="connsiteY184" fmla="*/ 1839566 h 6152920"/>
                <a:gd name="connsiteX185" fmla="*/ 3019519 w 6150337"/>
                <a:gd name="connsiteY185" fmla="*/ 1839709 h 6152920"/>
                <a:gd name="connsiteX186" fmla="*/ 3078232 w 6150337"/>
                <a:gd name="connsiteY186" fmla="*/ 1458039 h 6152920"/>
                <a:gd name="connsiteX187" fmla="*/ 3238576 w 6150337"/>
                <a:gd name="connsiteY187" fmla="*/ 1617455 h 6152920"/>
                <a:gd name="connsiteX188" fmla="*/ 3078232 w 6150337"/>
                <a:gd name="connsiteY188" fmla="*/ 1776871 h 6152920"/>
                <a:gd name="connsiteX189" fmla="*/ 2917888 w 6150337"/>
                <a:gd name="connsiteY189" fmla="*/ 1617455 h 6152920"/>
                <a:gd name="connsiteX190" fmla="*/ 3078232 w 6150337"/>
                <a:gd name="connsiteY190" fmla="*/ 1458039 h 6152920"/>
                <a:gd name="connsiteX191" fmla="*/ 3111790 w 6150337"/>
                <a:gd name="connsiteY191" fmla="*/ 1245237 h 6152920"/>
                <a:gd name="connsiteX192" fmla="*/ 3122948 w 6150337"/>
                <a:gd name="connsiteY192" fmla="*/ 1245985 h 6152920"/>
                <a:gd name="connsiteX193" fmla="*/ 3134444 w 6150337"/>
                <a:gd name="connsiteY193" fmla="*/ 1245552 h 6152920"/>
                <a:gd name="connsiteX194" fmla="*/ 3205187 w 6150337"/>
                <a:gd name="connsiteY194" fmla="*/ 1251494 h 6152920"/>
                <a:gd name="connsiteX195" fmla="*/ 3274906 w 6150337"/>
                <a:gd name="connsiteY195" fmla="*/ 1256166 h 6152920"/>
                <a:gd name="connsiteX196" fmla="*/ 3292599 w 6150337"/>
                <a:gd name="connsiteY196" fmla="*/ 1258838 h 6152920"/>
                <a:gd name="connsiteX197" fmla="*/ 3360755 w 6150337"/>
                <a:gd name="connsiteY197" fmla="*/ 1264564 h 6152920"/>
                <a:gd name="connsiteX198" fmla="*/ 3581606 w 6150337"/>
                <a:gd name="connsiteY198" fmla="*/ 1315514 h 6152920"/>
                <a:gd name="connsiteX199" fmla="*/ 3585158 w 6150337"/>
                <a:gd name="connsiteY199" fmla="*/ 1316785 h 6152920"/>
                <a:gd name="connsiteX200" fmla="*/ 3593465 w 6150337"/>
                <a:gd name="connsiteY200" fmla="*/ 1318805 h 6152920"/>
                <a:gd name="connsiteX201" fmla="*/ 3748458 w 6150337"/>
                <a:gd name="connsiteY201" fmla="*/ 1372110 h 6152920"/>
                <a:gd name="connsiteX202" fmla="*/ 3819586 w 6150337"/>
                <a:gd name="connsiteY202" fmla="*/ 1405730 h 6152920"/>
                <a:gd name="connsiteX203" fmla="*/ 3915725 w 6150337"/>
                <a:gd name="connsiteY203" fmla="*/ 1447178 h 6152920"/>
                <a:gd name="connsiteX204" fmla="*/ 3960092 w 6150337"/>
                <a:gd name="connsiteY204" fmla="*/ 1472141 h 6152920"/>
                <a:gd name="connsiteX205" fmla="*/ 3974204 w 6150337"/>
                <a:gd name="connsiteY205" fmla="*/ 1478811 h 6152920"/>
                <a:gd name="connsiteX206" fmla="*/ 3988410 w 6150337"/>
                <a:gd name="connsiteY206" fmla="*/ 1488074 h 6152920"/>
                <a:gd name="connsiteX207" fmla="*/ 4083202 w 6150337"/>
                <a:gd name="connsiteY207" fmla="*/ 1541410 h 6152920"/>
                <a:gd name="connsiteX208" fmla="*/ 4157873 w 6150337"/>
                <a:gd name="connsiteY208" fmla="*/ 1598577 h 6152920"/>
                <a:gd name="connsiteX209" fmla="*/ 4182860 w 6150337"/>
                <a:gd name="connsiteY209" fmla="*/ 1614870 h 6152920"/>
                <a:gd name="connsiteX210" fmla="*/ 4210692 w 6150337"/>
                <a:gd name="connsiteY210" fmla="*/ 1639013 h 6152920"/>
                <a:gd name="connsiteX211" fmla="*/ 4236294 w 6150337"/>
                <a:gd name="connsiteY211" fmla="*/ 1658613 h 6152920"/>
                <a:gd name="connsiteX212" fmla="*/ 4284737 w 6150337"/>
                <a:gd name="connsiteY212" fmla="*/ 1703244 h 6152920"/>
                <a:gd name="connsiteX213" fmla="*/ 4363314 w 6150337"/>
                <a:gd name="connsiteY213" fmla="*/ 1771409 h 6152920"/>
                <a:gd name="connsiteX214" fmla="*/ 4383565 w 6150337"/>
                <a:gd name="connsiteY214" fmla="*/ 1794298 h 6152920"/>
                <a:gd name="connsiteX215" fmla="*/ 4405239 w 6150337"/>
                <a:gd name="connsiteY215" fmla="*/ 1814266 h 6152920"/>
                <a:gd name="connsiteX216" fmla="*/ 4541389 w 6150337"/>
                <a:gd name="connsiteY216" fmla="*/ 1972028 h 6152920"/>
                <a:gd name="connsiteX217" fmla="*/ 4613101 w 6150337"/>
                <a:gd name="connsiteY217" fmla="*/ 2079703 h 6152920"/>
                <a:gd name="connsiteX218" fmla="*/ 4631301 w 6150337"/>
                <a:gd name="connsiteY218" fmla="*/ 2105469 h 6152920"/>
                <a:gd name="connsiteX219" fmla="*/ 4636847 w 6150337"/>
                <a:gd name="connsiteY219" fmla="*/ 2115359 h 6152920"/>
                <a:gd name="connsiteX220" fmla="*/ 4657004 w 6150337"/>
                <a:gd name="connsiteY220" fmla="*/ 2145624 h 6152920"/>
                <a:gd name="connsiteX221" fmla="*/ 4869504 w 6150337"/>
                <a:gd name="connsiteY221" fmla="*/ 2681835 h 6152920"/>
                <a:gd name="connsiteX222" fmla="*/ 4898380 w 6150337"/>
                <a:gd name="connsiteY222" fmla="*/ 2875891 h 6152920"/>
                <a:gd name="connsiteX223" fmla="*/ 4902234 w 6150337"/>
                <a:gd name="connsiteY223" fmla="*/ 2921191 h 6152920"/>
                <a:gd name="connsiteX224" fmla="*/ 4907833 w 6150337"/>
                <a:gd name="connsiteY224" fmla="*/ 2968403 h 6152920"/>
                <a:gd name="connsiteX225" fmla="*/ 4908051 w 6150337"/>
                <a:gd name="connsiteY225" fmla="*/ 2989540 h 6152920"/>
                <a:gd name="connsiteX226" fmla="*/ 4908846 w 6150337"/>
                <a:gd name="connsiteY226" fmla="*/ 2998887 h 6152920"/>
                <a:gd name="connsiteX227" fmla="*/ 4911639 w 6150337"/>
                <a:gd name="connsiteY227" fmla="*/ 3121915 h 6152920"/>
                <a:gd name="connsiteX228" fmla="*/ 4909647 w 6150337"/>
                <a:gd name="connsiteY228" fmla="*/ 3144631 h 6152920"/>
                <a:gd name="connsiteX229" fmla="*/ 4909871 w 6150337"/>
                <a:gd name="connsiteY229" fmla="*/ 3166397 h 6152920"/>
                <a:gd name="connsiteX230" fmla="*/ 4895285 w 6150337"/>
                <a:gd name="connsiteY230" fmla="*/ 3321212 h 6152920"/>
                <a:gd name="connsiteX231" fmla="*/ 4893025 w 6150337"/>
                <a:gd name="connsiteY231" fmla="*/ 3334206 h 6152920"/>
                <a:gd name="connsiteX232" fmla="*/ 4891255 w 6150337"/>
                <a:gd name="connsiteY232" fmla="*/ 3354391 h 6152920"/>
                <a:gd name="connsiteX233" fmla="*/ 4841478 w 6150337"/>
                <a:gd name="connsiteY233" fmla="*/ 3582873 h 6152920"/>
                <a:gd name="connsiteX234" fmla="*/ 4835578 w 6150337"/>
                <a:gd name="connsiteY234" fmla="*/ 3599941 h 6152920"/>
                <a:gd name="connsiteX235" fmla="*/ 4829438 w 6150337"/>
                <a:gd name="connsiteY235" fmla="*/ 3623316 h 6152920"/>
                <a:gd name="connsiteX236" fmla="*/ 4784765 w 6150337"/>
                <a:gd name="connsiteY236" fmla="*/ 3746966 h 6152920"/>
                <a:gd name="connsiteX237" fmla="*/ 4778801 w 6150337"/>
                <a:gd name="connsiteY237" fmla="*/ 3764224 h 6152920"/>
                <a:gd name="connsiteX238" fmla="*/ 4777591 w 6150337"/>
                <a:gd name="connsiteY238" fmla="*/ 3766824 h 6152920"/>
                <a:gd name="connsiteX239" fmla="*/ 4776430 w 6150337"/>
                <a:gd name="connsiteY239" fmla="*/ 3770037 h 6152920"/>
                <a:gd name="connsiteX240" fmla="*/ 4720515 w 6150337"/>
                <a:gd name="connsiteY240" fmla="*/ 3893312 h 6152920"/>
                <a:gd name="connsiteX241" fmla="*/ 4707829 w 6150337"/>
                <a:gd name="connsiteY241" fmla="*/ 3916742 h 6152920"/>
                <a:gd name="connsiteX242" fmla="*/ 4697945 w 6150337"/>
                <a:gd name="connsiteY242" fmla="*/ 3937985 h 6152920"/>
                <a:gd name="connsiteX243" fmla="*/ 4678578 w 6150337"/>
                <a:gd name="connsiteY243" fmla="*/ 3970772 h 6152920"/>
                <a:gd name="connsiteX244" fmla="*/ 4656454 w 6150337"/>
                <a:gd name="connsiteY244" fmla="*/ 4011633 h 6152920"/>
                <a:gd name="connsiteX245" fmla="*/ 4632383 w 6150337"/>
                <a:gd name="connsiteY245" fmla="*/ 4048969 h 6152920"/>
                <a:gd name="connsiteX246" fmla="*/ 4604325 w 6150337"/>
                <a:gd name="connsiteY246" fmla="*/ 4096466 h 6152920"/>
                <a:gd name="connsiteX247" fmla="*/ 4587750 w 6150337"/>
                <a:gd name="connsiteY247" fmla="*/ 4118201 h 6152920"/>
                <a:gd name="connsiteX248" fmla="*/ 4583578 w 6150337"/>
                <a:gd name="connsiteY248" fmla="*/ 4124671 h 6152920"/>
                <a:gd name="connsiteX249" fmla="*/ 4501224 w 6150337"/>
                <a:gd name="connsiteY249" fmla="*/ 4232098 h 6152920"/>
                <a:gd name="connsiteX250" fmla="*/ 4470564 w 6150337"/>
                <a:gd name="connsiteY250" fmla="*/ 4270771 h 6152920"/>
                <a:gd name="connsiteX251" fmla="*/ 4470564 w 6150337"/>
                <a:gd name="connsiteY251" fmla="*/ 3992977 h 6152920"/>
                <a:gd name="connsiteX252" fmla="*/ 4482602 w 6150337"/>
                <a:gd name="connsiteY252" fmla="*/ 3976498 h 6152920"/>
                <a:gd name="connsiteX253" fmla="*/ 4494877 w 6150337"/>
                <a:gd name="connsiteY253" fmla="*/ 3954556 h 6152920"/>
                <a:gd name="connsiteX254" fmla="*/ 4561937 w 6150337"/>
                <a:gd name="connsiteY254" fmla="*/ 3829274 h 6152920"/>
                <a:gd name="connsiteX255" fmla="*/ 4628174 w 6150337"/>
                <a:gd name="connsiteY255" fmla="*/ 3693792 h 6152920"/>
                <a:gd name="connsiteX256" fmla="*/ 4628590 w 6150337"/>
                <a:gd name="connsiteY256" fmla="*/ 3692825 h 6152920"/>
                <a:gd name="connsiteX257" fmla="*/ 4656616 w 6150337"/>
                <a:gd name="connsiteY257" fmla="*/ 3619557 h 6152920"/>
                <a:gd name="connsiteX258" fmla="*/ 4692542 w 6150337"/>
                <a:gd name="connsiteY258" fmla="*/ 3506719 h 6152920"/>
                <a:gd name="connsiteX259" fmla="*/ 4742823 w 6150337"/>
                <a:gd name="connsiteY259" fmla="*/ 3208547 h 6152920"/>
                <a:gd name="connsiteX260" fmla="*/ 4746424 w 6150337"/>
                <a:gd name="connsiteY260" fmla="*/ 3037246 h 6152920"/>
                <a:gd name="connsiteX261" fmla="*/ 4746697 w 6150337"/>
                <a:gd name="connsiteY261" fmla="*/ 3001715 h 6152920"/>
                <a:gd name="connsiteX262" fmla="*/ 4727415 w 6150337"/>
                <a:gd name="connsiteY262" fmla="*/ 2817079 h 6152920"/>
                <a:gd name="connsiteX263" fmla="*/ 4684483 w 6150337"/>
                <a:gd name="connsiteY263" fmla="*/ 2628714 h 6152920"/>
                <a:gd name="connsiteX264" fmla="*/ 4659274 w 6150337"/>
                <a:gd name="connsiteY264" fmla="*/ 2550084 h 6152920"/>
                <a:gd name="connsiteX265" fmla="*/ 4625650 w 6150337"/>
                <a:gd name="connsiteY265" fmla="*/ 2459877 h 6152920"/>
                <a:gd name="connsiteX266" fmla="*/ 4590879 w 6150337"/>
                <a:gd name="connsiteY266" fmla="*/ 2376227 h 6152920"/>
                <a:gd name="connsiteX267" fmla="*/ 4523746 w 6150337"/>
                <a:gd name="connsiteY267" fmla="*/ 2247275 h 6152920"/>
                <a:gd name="connsiteX268" fmla="*/ 4435655 w 6150337"/>
                <a:gd name="connsiteY268" fmla="*/ 2110312 h 6152920"/>
                <a:gd name="connsiteX269" fmla="*/ 4344115 w 6150337"/>
                <a:gd name="connsiteY269" fmla="*/ 1994417 h 6152920"/>
                <a:gd name="connsiteX270" fmla="*/ 4329368 w 6150337"/>
                <a:gd name="connsiteY270" fmla="*/ 1977165 h 6152920"/>
                <a:gd name="connsiteX271" fmla="*/ 4251098 w 6150337"/>
                <a:gd name="connsiteY271" fmla="*/ 1895557 h 6152920"/>
                <a:gd name="connsiteX272" fmla="*/ 4164670 w 6150337"/>
                <a:gd name="connsiteY272" fmla="*/ 1816057 h 6152920"/>
                <a:gd name="connsiteX273" fmla="*/ 4147329 w 6150337"/>
                <a:gd name="connsiteY273" fmla="*/ 1801067 h 6152920"/>
                <a:gd name="connsiteX274" fmla="*/ 4021089 w 6150337"/>
                <a:gd name="connsiteY274" fmla="*/ 1705863 h 6152920"/>
                <a:gd name="connsiteX275" fmla="*/ 3888771 w 6150337"/>
                <a:gd name="connsiteY275" fmla="*/ 1621475 h 6152920"/>
                <a:gd name="connsiteX276" fmla="*/ 3873956 w 6150337"/>
                <a:gd name="connsiteY276" fmla="*/ 1613060 h 6152920"/>
                <a:gd name="connsiteX277" fmla="*/ 3776671 w 6150337"/>
                <a:gd name="connsiteY277" fmla="*/ 1563987 h 6152920"/>
                <a:gd name="connsiteX278" fmla="*/ 3676539 w 6150337"/>
                <a:gd name="connsiteY278" fmla="*/ 1519931 h 6152920"/>
                <a:gd name="connsiteX279" fmla="*/ 3672976 w 6150337"/>
                <a:gd name="connsiteY279" fmla="*/ 1518632 h 6152920"/>
                <a:gd name="connsiteX280" fmla="*/ 3518203 w 6150337"/>
                <a:gd name="connsiteY280" fmla="*/ 1468535 h 6152920"/>
                <a:gd name="connsiteX281" fmla="*/ 3342557 w 6150337"/>
                <a:gd name="connsiteY281" fmla="*/ 1429756 h 6152920"/>
                <a:gd name="connsiteX282" fmla="*/ 3225930 w 6150337"/>
                <a:gd name="connsiteY282" fmla="*/ 1414906 h 6152920"/>
                <a:gd name="connsiteX283" fmla="*/ 3166985 w 6150337"/>
                <a:gd name="connsiteY283" fmla="*/ 1411940 h 6152920"/>
                <a:gd name="connsiteX284" fmla="*/ 3127276 w 6150337"/>
                <a:gd name="connsiteY284" fmla="*/ 1411111 h 6152920"/>
                <a:gd name="connsiteX285" fmla="*/ 3031630 w 6150337"/>
                <a:gd name="connsiteY285" fmla="*/ 1412924 h 6152920"/>
                <a:gd name="connsiteX286" fmla="*/ 2914260 w 6150337"/>
                <a:gd name="connsiteY286" fmla="*/ 1417192 h 6152920"/>
                <a:gd name="connsiteX287" fmla="*/ 2749958 w 6150337"/>
                <a:gd name="connsiteY287" fmla="*/ 1447206 h 6152920"/>
                <a:gd name="connsiteX288" fmla="*/ 2591686 w 6150337"/>
                <a:gd name="connsiteY288" fmla="*/ 1482716 h 6152920"/>
                <a:gd name="connsiteX289" fmla="*/ 2582105 w 6150337"/>
                <a:gd name="connsiteY289" fmla="*/ 1485634 h 6152920"/>
                <a:gd name="connsiteX290" fmla="*/ 2408069 w 6150337"/>
                <a:gd name="connsiteY290" fmla="*/ 1549563 h 6152920"/>
                <a:gd name="connsiteX291" fmla="*/ 2343741 w 6150337"/>
                <a:gd name="connsiteY291" fmla="*/ 1581177 h 6152920"/>
                <a:gd name="connsiteX292" fmla="*/ 2215770 w 6150337"/>
                <a:gd name="connsiteY292" fmla="*/ 1652532 h 6152920"/>
                <a:gd name="connsiteX293" fmla="*/ 2152579 w 6150337"/>
                <a:gd name="connsiteY293" fmla="*/ 1690826 h 6152920"/>
                <a:gd name="connsiteX294" fmla="*/ 1798362 w 6150337"/>
                <a:gd name="connsiteY294" fmla="*/ 2009162 h 6152920"/>
                <a:gd name="connsiteX295" fmla="*/ 1673126 w 6150337"/>
                <a:gd name="connsiteY295" fmla="*/ 2180599 h 6152920"/>
                <a:gd name="connsiteX296" fmla="*/ 1660850 w 6150337"/>
                <a:gd name="connsiteY296" fmla="*/ 2202544 h 6152920"/>
                <a:gd name="connsiteX297" fmla="*/ 1593791 w 6150337"/>
                <a:gd name="connsiteY297" fmla="*/ 2327823 h 6152920"/>
                <a:gd name="connsiteX298" fmla="*/ 1527553 w 6150337"/>
                <a:gd name="connsiteY298" fmla="*/ 2463305 h 6152920"/>
                <a:gd name="connsiteX299" fmla="*/ 1527138 w 6150337"/>
                <a:gd name="connsiteY299" fmla="*/ 2464272 h 6152920"/>
                <a:gd name="connsiteX300" fmla="*/ 1499111 w 6150337"/>
                <a:gd name="connsiteY300" fmla="*/ 2537540 h 6152920"/>
                <a:gd name="connsiteX301" fmla="*/ 1463185 w 6150337"/>
                <a:gd name="connsiteY301" fmla="*/ 2650379 h 6152920"/>
                <a:gd name="connsiteX302" fmla="*/ 1412905 w 6150337"/>
                <a:gd name="connsiteY302" fmla="*/ 2948550 h 6152920"/>
                <a:gd name="connsiteX303" fmla="*/ 1409304 w 6150337"/>
                <a:gd name="connsiteY303" fmla="*/ 3119850 h 6152920"/>
                <a:gd name="connsiteX304" fmla="*/ 1409031 w 6150337"/>
                <a:gd name="connsiteY304" fmla="*/ 3155382 h 6152920"/>
                <a:gd name="connsiteX305" fmla="*/ 1428313 w 6150337"/>
                <a:gd name="connsiteY305" fmla="*/ 3340018 h 6152920"/>
                <a:gd name="connsiteX306" fmla="*/ 1471244 w 6150337"/>
                <a:gd name="connsiteY306" fmla="*/ 3528383 h 6152920"/>
                <a:gd name="connsiteX307" fmla="*/ 1496453 w 6150337"/>
                <a:gd name="connsiteY307" fmla="*/ 3607013 h 6152920"/>
                <a:gd name="connsiteX308" fmla="*/ 1530078 w 6150337"/>
                <a:gd name="connsiteY308" fmla="*/ 3697220 h 6152920"/>
                <a:gd name="connsiteX309" fmla="*/ 1564849 w 6150337"/>
                <a:gd name="connsiteY309" fmla="*/ 3780871 h 6152920"/>
                <a:gd name="connsiteX310" fmla="*/ 1631982 w 6150337"/>
                <a:gd name="connsiteY310" fmla="*/ 3909822 h 6152920"/>
                <a:gd name="connsiteX311" fmla="*/ 1720074 w 6150337"/>
                <a:gd name="connsiteY311" fmla="*/ 4046786 h 6152920"/>
                <a:gd name="connsiteX312" fmla="*/ 1811612 w 6150337"/>
                <a:gd name="connsiteY312" fmla="*/ 4162681 h 6152920"/>
                <a:gd name="connsiteX313" fmla="*/ 1826359 w 6150337"/>
                <a:gd name="connsiteY313" fmla="*/ 4179933 h 6152920"/>
                <a:gd name="connsiteX314" fmla="*/ 1904630 w 6150337"/>
                <a:gd name="connsiteY314" fmla="*/ 4261542 h 6152920"/>
                <a:gd name="connsiteX315" fmla="*/ 1991058 w 6150337"/>
                <a:gd name="connsiteY315" fmla="*/ 4341041 h 6152920"/>
                <a:gd name="connsiteX316" fmla="*/ 2008399 w 6150337"/>
                <a:gd name="connsiteY316" fmla="*/ 4356031 h 6152920"/>
                <a:gd name="connsiteX317" fmla="*/ 2134639 w 6150337"/>
                <a:gd name="connsiteY317" fmla="*/ 4451234 h 6152920"/>
                <a:gd name="connsiteX318" fmla="*/ 2266956 w 6150337"/>
                <a:gd name="connsiteY318" fmla="*/ 4535623 h 6152920"/>
                <a:gd name="connsiteX319" fmla="*/ 2281770 w 6150337"/>
                <a:gd name="connsiteY319" fmla="*/ 4544037 h 6152920"/>
                <a:gd name="connsiteX320" fmla="*/ 2379055 w 6150337"/>
                <a:gd name="connsiteY320" fmla="*/ 4593111 h 6152920"/>
                <a:gd name="connsiteX321" fmla="*/ 2479189 w 6150337"/>
                <a:gd name="connsiteY321" fmla="*/ 4637166 h 6152920"/>
                <a:gd name="connsiteX322" fmla="*/ 2482751 w 6150337"/>
                <a:gd name="connsiteY322" fmla="*/ 4638466 h 6152920"/>
                <a:gd name="connsiteX323" fmla="*/ 2637525 w 6150337"/>
                <a:gd name="connsiteY323" fmla="*/ 4688564 h 6152920"/>
                <a:gd name="connsiteX324" fmla="*/ 2813170 w 6150337"/>
                <a:gd name="connsiteY324" fmla="*/ 4727342 h 6152920"/>
                <a:gd name="connsiteX325" fmla="*/ 2929796 w 6150337"/>
                <a:gd name="connsiteY325" fmla="*/ 4742192 h 6152920"/>
                <a:gd name="connsiteX326" fmla="*/ 2988741 w 6150337"/>
                <a:gd name="connsiteY326" fmla="*/ 4745157 h 6152920"/>
                <a:gd name="connsiteX327" fmla="*/ 3028452 w 6150337"/>
                <a:gd name="connsiteY327" fmla="*/ 4745986 h 6152920"/>
                <a:gd name="connsiteX328" fmla="*/ 3124097 w 6150337"/>
                <a:gd name="connsiteY328" fmla="*/ 4744174 h 6152920"/>
                <a:gd name="connsiteX329" fmla="*/ 3241468 w 6150337"/>
                <a:gd name="connsiteY329" fmla="*/ 4739906 h 6152920"/>
                <a:gd name="connsiteX330" fmla="*/ 3405769 w 6150337"/>
                <a:gd name="connsiteY330" fmla="*/ 4709891 h 6152920"/>
                <a:gd name="connsiteX331" fmla="*/ 3564041 w 6150337"/>
                <a:gd name="connsiteY331" fmla="*/ 4674382 h 6152920"/>
                <a:gd name="connsiteX332" fmla="*/ 3573621 w 6150337"/>
                <a:gd name="connsiteY332" fmla="*/ 4671464 h 6152920"/>
                <a:gd name="connsiteX333" fmla="*/ 3747657 w 6150337"/>
                <a:gd name="connsiteY333" fmla="*/ 4607535 h 6152920"/>
                <a:gd name="connsiteX334" fmla="*/ 3811987 w 6150337"/>
                <a:gd name="connsiteY334" fmla="*/ 4575921 h 6152920"/>
                <a:gd name="connsiteX335" fmla="*/ 3939957 w 6150337"/>
                <a:gd name="connsiteY335" fmla="*/ 4504566 h 6152920"/>
                <a:gd name="connsiteX336" fmla="*/ 4003149 w 6150337"/>
                <a:gd name="connsiteY336" fmla="*/ 4466272 h 6152920"/>
                <a:gd name="connsiteX337" fmla="*/ 4059567 w 6150337"/>
                <a:gd name="connsiteY337" fmla="*/ 4422461 h 6152920"/>
                <a:gd name="connsiteX338" fmla="*/ 4322610 w 6150337"/>
                <a:gd name="connsiteY338" fmla="*/ 4422461 h 6152920"/>
                <a:gd name="connsiteX339" fmla="*/ 4296782 w 6150337"/>
                <a:gd name="connsiteY339" fmla="*/ 4444518 h 6152920"/>
                <a:gd name="connsiteX340" fmla="*/ 4270591 w 6150337"/>
                <a:gd name="connsiteY340" fmla="*/ 4469741 h 6152920"/>
                <a:gd name="connsiteX341" fmla="*/ 4195324 w 6150337"/>
                <a:gd name="connsiteY341" fmla="*/ 4531161 h 6152920"/>
                <a:gd name="connsiteX342" fmla="*/ 4176700 w 6150337"/>
                <a:gd name="connsiteY342" fmla="*/ 4547066 h 6152920"/>
                <a:gd name="connsiteX343" fmla="*/ 4164702 w 6150337"/>
                <a:gd name="connsiteY343" fmla="*/ 4554907 h 6152920"/>
                <a:gd name="connsiteX344" fmla="*/ 4074135 w 6150337"/>
                <a:gd name="connsiteY344" fmla="*/ 4618193 h 6152920"/>
                <a:gd name="connsiteX345" fmla="*/ 4014845 w 6150337"/>
                <a:gd name="connsiteY345" fmla="*/ 4652839 h 6152920"/>
                <a:gd name="connsiteX346" fmla="*/ 3989395 w 6150337"/>
                <a:gd name="connsiteY346" fmla="*/ 4669471 h 6152920"/>
                <a:gd name="connsiteX347" fmla="*/ 3968315 w 6150337"/>
                <a:gd name="connsiteY347" fmla="*/ 4680029 h 6152920"/>
                <a:gd name="connsiteX348" fmla="*/ 3928907 w 6150337"/>
                <a:gd name="connsiteY348" fmla="*/ 4703056 h 6152920"/>
                <a:gd name="connsiteX349" fmla="*/ 3808657 w 6150337"/>
                <a:gd name="connsiteY349" fmla="*/ 4759995 h 6152920"/>
                <a:gd name="connsiteX350" fmla="*/ 3807409 w 6150337"/>
                <a:gd name="connsiteY350" fmla="*/ 4760620 h 6152920"/>
                <a:gd name="connsiteX351" fmla="*/ 3807087 w 6150337"/>
                <a:gd name="connsiteY351" fmla="*/ 4760738 h 6152920"/>
                <a:gd name="connsiteX352" fmla="*/ 3778241 w 6150337"/>
                <a:gd name="connsiteY352" fmla="*/ 4774397 h 6152920"/>
                <a:gd name="connsiteX353" fmla="*/ 3621523 w 6150337"/>
                <a:gd name="connsiteY353" fmla="*/ 4830683 h 6152920"/>
                <a:gd name="connsiteX354" fmla="*/ 3542755 w 6150337"/>
                <a:gd name="connsiteY354" fmla="*/ 4849820 h 6152920"/>
                <a:gd name="connsiteX355" fmla="*/ 3446393 w 6150337"/>
                <a:gd name="connsiteY355" fmla="*/ 4874799 h 6152920"/>
                <a:gd name="connsiteX356" fmla="*/ 3272748 w 6150337"/>
                <a:gd name="connsiteY356" fmla="*/ 4899097 h 6152920"/>
                <a:gd name="connsiteX357" fmla="*/ 3211659 w 6150337"/>
                <a:gd name="connsiteY357" fmla="*/ 4903880 h 6152920"/>
                <a:gd name="connsiteX358" fmla="*/ 3206553 w 6150337"/>
                <a:gd name="connsiteY358" fmla="*/ 4904574 h 6152920"/>
                <a:gd name="connsiteX359" fmla="*/ 3199316 w 6150337"/>
                <a:gd name="connsiteY359" fmla="*/ 4904846 h 6152920"/>
                <a:gd name="connsiteX360" fmla="*/ 3158278 w 6150337"/>
                <a:gd name="connsiteY360" fmla="*/ 4908059 h 6152920"/>
                <a:gd name="connsiteX361" fmla="*/ 3043937 w 6150337"/>
                <a:gd name="connsiteY361" fmla="*/ 4911861 h 6152920"/>
                <a:gd name="connsiteX362" fmla="*/ 3032779 w 6150337"/>
                <a:gd name="connsiteY362" fmla="*/ 4911113 h 6152920"/>
                <a:gd name="connsiteX363" fmla="*/ 3021284 w 6150337"/>
                <a:gd name="connsiteY363" fmla="*/ 4911546 h 6152920"/>
                <a:gd name="connsiteX364" fmla="*/ 2950540 w 6150337"/>
                <a:gd name="connsiteY364" fmla="*/ 4905603 h 6152920"/>
                <a:gd name="connsiteX365" fmla="*/ 2880821 w 6150337"/>
                <a:gd name="connsiteY365" fmla="*/ 4900931 h 6152920"/>
                <a:gd name="connsiteX366" fmla="*/ 2863129 w 6150337"/>
                <a:gd name="connsiteY366" fmla="*/ 4898260 h 6152920"/>
                <a:gd name="connsiteX367" fmla="*/ 2794973 w 6150337"/>
                <a:gd name="connsiteY367" fmla="*/ 4892535 h 6152920"/>
                <a:gd name="connsiteX368" fmla="*/ 2574122 w 6150337"/>
                <a:gd name="connsiteY368" fmla="*/ 4841584 h 6152920"/>
                <a:gd name="connsiteX369" fmla="*/ 2570570 w 6150337"/>
                <a:gd name="connsiteY369" fmla="*/ 4840312 h 6152920"/>
                <a:gd name="connsiteX370" fmla="*/ 2562261 w 6150337"/>
                <a:gd name="connsiteY370" fmla="*/ 4838293 h 6152920"/>
                <a:gd name="connsiteX371" fmla="*/ 2407269 w 6150337"/>
                <a:gd name="connsiteY371" fmla="*/ 4784988 h 6152920"/>
                <a:gd name="connsiteX372" fmla="*/ 2336140 w 6150337"/>
                <a:gd name="connsiteY372" fmla="*/ 4751368 h 6152920"/>
                <a:gd name="connsiteX373" fmla="*/ 2240003 w 6150337"/>
                <a:gd name="connsiteY373" fmla="*/ 4709920 h 6152920"/>
                <a:gd name="connsiteX374" fmla="*/ 2195636 w 6150337"/>
                <a:gd name="connsiteY374" fmla="*/ 4684956 h 6152920"/>
                <a:gd name="connsiteX375" fmla="*/ 2181523 w 6150337"/>
                <a:gd name="connsiteY375" fmla="*/ 4678286 h 6152920"/>
                <a:gd name="connsiteX376" fmla="*/ 2167319 w 6150337"/>
                <a:gd name="connsiteY376" fmla="*/ 4669024 h 6152920"/>
                <a:gd name="connsiteX377" fmla="*/ 2072525 w 6150337"/>
                <a:gd name="connsiteY377" fmla="*/ 4615687 h 6152920"/>
                <a:gd name="connsiteX378" fmla="*/ 1997855 w 6150337"/>
                <a:gd name="connsiteY378" fmla="*/ 4558522 h 6152920"/>
                <a:gd name="connsiteX379" fmla="*/ 1972868 w 6150337"/>
                <a:gd name="connsiteY379" fmla="*/ 4542229 h 6152920"/>
                <a:gd name="connsiteX380" fmla="*/ 1945036 w 6150337"/>
                <a:gd name="connsiteY380" fmla="*/ 4518085 h 6152920"/>
                <a:gd name="connsiteX381" fmla="*/ 1919434 w 6150337"/>
                <a:gd name="connsiteY381" fmla="*/ 4498485 h 6152920"/>
                <a:gd name="connsiteX382" fmla="*/ 1870991 w 6150337"/>
                <a:gd name="connsiteY382" fmla="*/ 4453853 h 6152920"/>
                <a:gd name="connsiteX383" fmla="*/ 1792414 w 6150337"/>
                <a:gd name="connsiteY383" fmla="*/ 4385689 h 6152920"/>
                <a:gd name="connsiteX384" fmla="*/ 1772162 w 6150337"/>
                <a:gd name="connsiteY384" fmla="*/ 4362800 h 6152920"/>
                <a:gd name="connsiteX385" fmla="*/ 1750490 w 6150337"/>
                <a:gd name="connsiteY385" fmla="*/ 4342832 h 6152920"/>
                <a:gd name="connsiteX386" fmla="*/ 1614338 w 6150337"/>
                <a:gd name="connsiteY386" fmla="*/ 4185069 h 6152920"/>
                <a:gd name="connsiteX387" fmla="*/ 1542628 w 6150337"/>
                <a:gd name="connsiteY387" fmla="*/ 4077395 h 6152920"/>
                <a:gd name="connsiteX388" fmla="*/ 1524427 w 6150337"/>
                <a:gd name="connsiteY388" fmla="*/ 4051628 h 6152920"/>
                <a:gd name="connsiteX389" fmla="*/ 1518881 w 6150337"/>
                <a:gd name="connsiteY389" fmla="*/ 4041738 h 6152920"/>
                <a:gd name="connsiteX390" fmla="*/ 1498724 w 6150337"/>
                <a:gd name="connsiteY390" fmla="*/ 4011473 h 6152920"/>
                <a:gd name="connsiteX391" fmla="*/ 1286225 w 6150337"/>
                <a:gd name="connsiteY391" fmla="*/ 3475263 h 6152920"/>
                <a:gd name="connsiteX392" fmla="*/ 1257348 w 6150337"/>
                <a:gd name="connsiteY392" fmla="*/ 3281206 h 6152920"/>
                <a:gd name="connsiteX393" fmla="*/ 1253493 w 6150337"/>
                <a:gd name="connsiteY393" fmla="*/ 3235906 h 6152920"/>
                <a:gd name="connsiteX394" fmla="*/ 1247895 w 6150337"/>
                <a:gd name="connsiteY394" fmla="*/ 3188693 h 6152920"/>
                <a:gd name="connsiteX395" fmla="*/ 1247677 w 6150337"/>
                <a:gd name="connsiteY395" fmla="*/ 3167558 h 6152920"/>
                <a:gd name="connsiteX396" fmla="*/ 1246881 w 6150337"/>
                <a:gd name="connsiteY396" fmla="*/ 3158210 h 6152920"/>
                <a:gd name="connsiteX397" fmla="*/ 1244089 w 6150337"/>
                <a:gd name="connsiteY397" fmla="*/ 3035182 h 6152920"/>
                <a:gd name="connsiteX398" fmla="*/ 1246080 w 6150337"/>
                <a:gd name="connsiteY398" fmla="*/ 3012466 h 6152920"/>
                <a:gd name="connsiteX399" fmla="*/ 1245857 w 6150337"/>
                <a:gd name="connsiteY399" fmla="*/ 2990700 h 6152920"/>
                <a:gd name="connsiteX400" fmla="*/ 1260442 w 6150337"/>
                <a:gd name="connsiteY400" fmla="*/ 2835885 h 6152920"/>
                <a:gd name="connsiteX401" fmla="*/ 1262703 w 6150337"/>
                <a:gd name="connsiteY401" fmla="*/ 2822890 h 6152920"/>
                <a:gd name="connsiteX402" fmla="*/ 1264474 w 6150337"/>
                <a:gd name="connsiteY402" fmla="*/ 2802705 h 6152920"/>
                <a:gd name="connsiteX403" fmla="*/ 1314250 w 6150337"/>
                <a:gd name="connsiteY403" fmla="*/ 2574224 h 6152920"/>
                <a:gd name="connsiteX404" fmla="*/ 1320149 w 6150337"/>
                <a:gd name="connsiteY404" fmla="*/ 2557155 h 6152920"/>
                <a:gd name="connsiteX405" fmla="*/ 1326291 w 6150337"/>
                <a:gd name="connsiteY405" fmla="*/ 2533780 h 6152920"/>
                <a:gd name="connsiteX406" fmla="*/ 1370962 w 6150337"/>
                <a:gd name="connsiteY406" fmla="*/ 2410131 h 6152920"/>
                <a:gd name="connsiteX407" fmla="*/ 1376927 w 6150337"/>
                <a:gd name="connsiteY407" fmla="*/ 2392874 h 6152920"/>
                <a:gd name="connsiteX408" fmla="*/ 1378137 w 6150337"/>
                <a:gd name="connsiteY408" fmla="*/ 2390273 h 6152920"/>
                <a:gd name="connsiteX409" fmla="*/ 1379298 w 6150337"/>
                <a:gd name="connsiteY409" fmla="*/ 2387060 h 6152920"/>
                <a:gd name="connsiteX410" fmla="*/ 1435212 w 6150337"/>
                <a:gd name="connsiteY410" fmla="*/ 2263786 h 6152920"/>
                <a:gd name="connsiteX411" fmla="*/ 1447898 w 6150337"/>
                <a:gd name="connsiteY411" fmla="*/ 2240356 h 6152920"/>
                <a:gd name="connsiteX412" fmla="*/ 1457783 w 6150337"/>
                <a:gd name="connsiteY412" fmla="*/ 2219112 h 6152920"/>
                <a:gd name="connsiteX413" fmla="*/ 1477151 w 6150337"/>
                <a:gd name="connsiteY413" fmla="*/ 2186326 h 6152920"/>
                <a:gd name="connsiteX414" fmla="*/ 1499275 w 6150337"/>
                <a:gd name="connsiteY414" fmla="*/ 2145463 h 6152920"/>
                <a:gd name="connsiteX415" fmla="*/ 1523344 w 6150337"/>
                <a:gd name="connsiteY415" fmla="*/ 2108129 h 6152920"/>
                <a:gd name="connsiteX416" fmla="*/ 1551402 w 6150337"/>
                <a:gd name="connsiteY416" fmla="*/ 2060631 h 6152920"/>
                <a:gd name="connsiteX417" fmla="*/ 1567978 w 6150337"/>
                <a:gd name="connsiteY417" fmla="*/ 2038897 h 6152920"/>
                <a:gd name="connsiteX418" fmla="*/ 1572150 w 6150337"/>
                <a:gd name="connsiteY418" fmla="*/ 2032426 h 6152920"/>
                <a:gd name="connsiteX419" fmla="*/ 1654504 w 6150337"/>
                <a:gd name="connsiteY419" fmla="*/ 1925000 h 6152920"/>
                <a:gd name="connsiteX420" fmla="*/ 1706570 w 6150337"/>
                <a:gd name="connsiteY420" fmla="*/ 1859327 h 6152920"/>
                <a:gd name="connsiteX421" fmla="*/ 1765918 w 6150337"/>
                <a:gd name="connsiteY421" fmla="*/ 1802172 h 6152920"/>
                <a:gd name="connsiteX422" fmla="*/ 1809022 w 6150337"/>
                <a:gd name="connsiteY422" fmla="*/ 1755214 h 6152920"/>
                <a:gd name="connsiteX423" fmla="*/ 1858946 w 6150337"/>
                <a:gd name="connsiteY423" fmla="*/ 1712580 h 6152920"/>
                <a:gd name="connsiteX424" fmla="*/ 1885136 w 6150337"/>
                <a:gd name="connsiteY424" fmla="*/ 1687357 h 6152920"/>
                <a:gd name="connsiteX425" fmla="*/ 1960404 w 6150337"/>
                <a:gd name="connsiteY425" fmla="*/ 1625937 h 6152920"/>
                <a:gd name="connsiteX426" fmla="*/ 1979028 w 6150337"/>
                <a:gd name="connsiteY426" fmla="*/ 1610032 h 6152920"/>
                <a:gd name="connsiteX427" fmla="*/ 1991026 w 6150337"/>
                <a:gd name="connsiteY427" fmla="*/ 1602191 h 6152920"/>
                <a:gd name="connsiteX428" fmla="*/ 2081593 w 6150337"/>
                <a:gd name="connsiteY428" fmla="*/ 1538905 h 6152920"/>
                <a:gd name="connsiteX429" fmla="*/ 2140883 w 6150337"/>
                <a:gd name="connsiteY429" fmla="*/ 1504260 h 6152920"/>
                <a:gd name="connsiteX430" fmla="*/ 2166333 w 6150337"/>
                <a:gd name="connsiteY430" fmla="*/ 1487627 h 6152920"/>
                <a:gd name="connsiteX431" fmla="*/ 2187413 w 6150337"/>
                <a:gd name="connsiteY431" fmla="*/ 1477070 h 6152920"/>
                <a:gd name="connsiteX432" fmla="*/ 2226820 w 6150337"/>
                <a:gd name="connsiteY432" fmla="*/ 1454042 h 6152920"/>
                <a:gd name="connsiteX433" fmla="*/ 2347072 w 6150337"/>
                <a:gd name="connsiteY433" fmla="*/ 1397102 h 6152920"/>
                <a:gd name="connsiteX434" fmla="*/ 2348319 w 6150337"/>
                <a:gd name="connsiteY434" fmla="*/ 1396478 h 6152920"/>
                <a:gd name="connsiteX435" fmla="*/ 2348639 w 6150337"/>
                <a:gd name="connsiteY435" fmla="*/ 1396360 h 6152920"/>
                <a:gd name="connsiteX436" fmla="*/ 2377487 w 6150337"/>
                <a:gd name="connsiteY436" fmla="*/ 1382700 h 6152920"/>
                <a:gd name="connsiteX437" fmla="*/ 2534205 w 6150337"/>
                <a:gd name="connsiteY437" fmla="*/ 1326415 h 6152920"/>
                <a:gd name="connsiteX438" fmla="*/ 2612971 w 6150337"/>
                <a:gd name="connsiteY438" fmla="*/ 1307277 h 6152920"/>
                <a:gd name="connsiteX439" fmla="*/ 2709335 w 6150337"/>
                <a:gd name="connsiteY439" fmla="*/ 1282298 h 6152920"/>
                <a:gd name="connsiteX440" fmla="*/ 2882979 w 6150337"/>
                <a:gd name="connsiteY440" fmla="*/ 1258001 h 6152920"/>
                <a:gd name="connsiteX441" fmla="*/ 2944068 w 6150337"/>
                <a:gd name="connsiteY441" fmla="*/ 1253219 h 6152920"/>
                <a:gd name="connsiteX442" fmla="*/ 2949175 w 6150337"/>
                <a:gd name="connsiteY442" fmla="*/ 1252524 h 6152920"/>
                <a:gd name="connsiteX443" fmla="*/ 2956410 w 6150337"/>
                <a:gd name="connsiteY443" fmla="*/ 1252252 h 6152920"/>
                <a:gd name="connsiteX444" fmla="*/ 2997450 w 6150337"/>
                <a:gd name="connsiteY444" fmla="*/ 1249039 h 6152920"/>
                <a:gd name="connsiteX445" fmla="*/ 3111790 w 6150337"/>
                <a:gd name="connsiteY445" fmla="*/ 1245237 h 6152920"/>
                <a:gd name="connsiteX446" fmla="*/ 3100273 w 6150337"/>
                <a:gd name="connsiteY446" fmla="*/ 506 h 6152920"/>
                <a:gd name="connsiteX447" fmla="*/ 3457608 w 6150337"/>
                <a:gd name="connsiteY447" fmla="*/ 27083 h 6152920"/>
                <a:gd name="connsiteX448" fmla="*/ 4112467 w 6150337"/>
                <a:gd name="connsiteY448" fmla="*/ 179471 h 6152920"/>
                <a:gd name="connsiteX449" fmla="*/ 4690335 w 6150337"/>
                <a:gd name="connsiteY449" fmla="*/ 459668 h 6152920"/>
                <a:gd name="connsiteX450" fmla="*/ 5052345 w 6150337"/>
                <a:gd name="connsiteY450" fmla="*/ 719518 h 6152920"/>
                <a:gd name="connsiteX451" fmla="*/ 5337007 w 6150337"/>
                <a:gd name="connsiteY451" fmla="*/ 989105 h 6152920"/>
                <a:gd name="connsiteX452" fmla="*/ 5727883 w 6150337"/>
                <a:gd name="connsiteY452" fmla="*/ 1511797 h 6152920"/>
                <a:gd name="connsiteX453" fmla="*/ 5986089 w 6150337"/>
                <a:gd name="connsiteY453" fmla="*/ 2070447 h 6152920"/>
                <a:gd name="connsiteX454" fmla="*/ 6108946 w 6150337"/>
                <a:gd name="connsiteY454" fmla="*/ 2538387 h 6152920"/>
                <a:gd name="connsiteX455" fmla="*/ 6136977 w 6150337"/>
                <a:gd name="connsiteY455" fmla="*/ 2767333 h 6152920"/>
                <a:gd name="connsiteX456" fmla="*/ 6150187 w 6150337"/>
                <a:gd name="connsiteY456" fmla="*/ 3217589 h 6152920"/>
                <a:gd name="connsiteX457" fmla="*/ 6123983 w 6150337"/>
                <a:gd name="connsiteY457" fmla="*/ 3498722 h 6152920"/>
                <a:gd name="connsiteX458" fmla="*/ 5981343 w 6150337"/>
                <a:gd name="connsiteY458" fmla="*/ 4097149 h 6152920"/>
                <a:gd name="connsiteX459" fmla="*/ 5775358 w 6150337"/>
                <a:gd name="connsiteY459" fmla="*/ 4556304 h 6152920"/>
                <a:gd name="connsiteX460" fmla="*/ 5758961 w 6150337"/>
                <a:gd name="connsiteY460" fmla="*/ 4542542 h 6152920"/>
                <a:gd name="connsiteX461" fmla="*/ 5584808 w 6150337"/>
                <a:gd name="connsiteY461" fmla="*/ 4393827 h 6152920"/>
                <a:gd name="connsiteX462" fmla="*/ 5521827 w 6150337"/>
                <a:gd name="connsiteY462" fmla="*/ 4363881 h 6152920"/>
                <a:gd name="connsiteX463" fmla="*/ 5680079 w 6150337"/>
                <a:gd name="connsiteY463" fmla="*/ 4001031 h 6152920"/>
                <a:gd name="connsiteX464" fmla="*/ 5805855 w 6150337"/>
                <a:gd name="connsiteY464" fmla="*/ 3502597 h 6152920"/>
                <a:gd name="connsiteX465" fmla="*/ 5838465 w 6150337"/>
                <a:gd name="connsiteY465" fmla="*/ 3216084 h 6152920"/>
                <a:gd name="connsiteX466" fmla="*/ 5825187 w 6150337"/>
                <a:gd name="connsiteY466" fmla="*/ 2814342 h 6152920"/>
                <a:gd name="connsiteX467" fmla="*/ 5784605 w 6150337"/>
                <a:gd name="connsiteY467" fmla="*/ 2529651 h 6152920"/>
                <a:gd name="connsiteX468" fmla="*/ 5589222 w 6150337"/>
                <a:gd name="connsiteY468" fmla="*/ 1926762 h 6152920"/>
                <a:gd name="connsiteX469" fmla="*/ 5196780 w 6150337"/>
                <a:gd name="connsiteY469" fmla="*/ 1309756 h 6152920"/>
                <a:gd name="connsiteX470" fmla="*/ 4896076 w 6150337"/>
                <a:gd name="connsiteY470" fmla="*/ 1001829 h 6152920"/>
                <a:gd name="connsiteX471" fmla="*/ 4555259 w 6150337"/>
                <a:gd name="connsiteY471" fmla="*/ 745471 h 6152920"/>
                <a:gd name="connsiteX472" fmla="*/ 4008872 w 6150337"/>
                <a:gd name="connsiteY472" fmla="*/ 477052 h 6152920"/>
                <a:gd name="connsiteX473" fmla="*/ 3470242 w 6150337"/>
                <a:gd name="connsiteY473" fmla="*/ 345211 h 6152920"/>
                <a:gd name="connsiteX474" fmla="*/ 3202955 w 6150337"/>
                <a:gd name="connsiteY474" fmla="*/ 319026 h 6152920"/>
                <a:gd name="connsiteX475" fmla="*/ 2797688 w 6150337"/>
                <a:gd name="connsiteY475" fmla="*/ 332198 h 6152920"/>
                <a:gd name="connsiteX476" fmla="*/ 2572288 w 6150337"/>
                <a:gd name="connsiteY476" fmla="*/ 360542 h 6152920"/>
                <a:gd name="connsiteX477" fmla="*/ 2113231 w 6150337"/>
                <a:gd name="connsiteY477" fmla="*/ 489974 h 6152920"/>
                <a:gd name="connsiteX478" fmla="*/ 1588135 w 6150337"/>
                <a:gd name="connsiteY478" fmla="*/ 754718 h 6152920"/>
                <a:gd name="connsiteX479" fmla="*/ 1275390 w 6150337"/>
                <a:gd name="connsiteY479" fmla="*/ 991800 h 6152920"/>
                <a:gd name="connsiteX480" fmla="*/ 1003600 w 6150337"/>
                <a:gd name="connsiteY480" fmla="*/ 1257845 h 6152920"/>
                <a:gd name="connsiteX481" fmla="*/ 734500 w 6150337"/>
                <a:gd name="connsiteY481" fmla="*/ 1621928 h 6152920"/>
                <a:gd name="connsiteX482" fmla="*/ 476571 w 6150337"/>
                <a:gd name="connsiteY482" fmla="*/ 2150168 h 6152920"/>
                <a:gd name="connsiteX483" fmla="*/ 365315 w 6150337"/>
                <a:gd name="connsiteY483" fmla="*/ 2569045 h 6152920"/>
                <a:gd name="connsiteX484" fmla="*/ 319812 w 6150337"/>
                <a:gd name="connsiteY484" fmla="*/ 2918233 h 6152920"/>
                <a:gd name="connsiteX485" fmla="*/ 332844 w 6150337"/>
                <a:gd name="connsiteY485" fmla="*/ 3354500 h 6152920"/>
                <a:gd name="connsiteX486" fmla="*/ 379988 w 6150337"/>
                <a:gd name="connsiteY486" fmla="*/ 3661784 h 6152920"/>
                <a:gd name="connsiteX487" fmla="*/ 569161 w 6150337"/>
                <a:gd name="connsiteY487" fmla="*/ 4231524 h 6152920"/>
                <a:gd name="connsiteX488" fmla="*/ 720344 w 6150337"/>
                <a:gd name="connsiteY488" fmla="*/ 4514027 h 6152920"/>
                <a:gd name="connsiteX489" fmla="*/ 1044318 w 6150337"/>
                <a:gd name="connsiteY489" fmla="*/ 4943634 h 6152920"/>
                <a:gd name="connsiteX490" fmla="*/ 1226334 w 6150337"/>
                <a:gd name="connsiteY490" fmla="*/ 5125347 h 6152920"/>
                <a:gd name="connsiteX491" fmla="*/ 1374552 w 6150337"/>
                <a:gd name="connsiteY491" fmla="*/ 5250850 h 6152920"/>
                <a:gd name="connsiteX492" fmla="*/ 1702397 w 6150337"/>
                <a:gd name="connsiteY492" fmla="*/ 5469997 h 6152920"/>
                <a:gd name="connsiteX493" fmla="*/ 2115406 w 6150337"/>
                <a:gd name="connsiteY493" fmla="*/ 5666869 h 6152920"/>
                <a:gd name="connsiteX494" fmla="*/ 2575544 w 6150337"/>
                <a:gd name="connsiteY494" fmla="*/ 5792294 h 6152920"/>
                <a:gd name="connsiteX495" fmla="*/ 2948966 w 6150337"/>
                <a:gd name="connsiteY495" fmla="*/ 5838514 h 6152920"/>
                <a:gd name="connsiteX496" fmla="*/ 3248302 w 6150337"/>
                <a:gd name="connsiteY496" fmla="*/ 5832153 h 6152920"/>
                <a:gd name="connsiteX497" fmla="*/ 3621407 w 6150337"/>
                <a:gd name="connsiteY497" fmla="*/ 5784288 h 6152920"/>
                <a:gd name="connsiteX498" fmla="*/ 4264062 w 6150337"/>
                <a:gd name="connsiteY498" fmla="*/ 5570858 h 6152920"/>
                <a:gd name="connsiteX499" fmla="*/ 4622417 w 6150337"/>
                <a:gd name="connsiteY499" fmla="*/ 5371716 h 6152920"/>
                <a:gd name="connsiteX500" fmla="*/ 4610798 w 6150337"/>
                <a:gd name="connsiteY500" fmla="*/ 5398868 h 6152920"/>
                <a:gd name="connsiteX501" fmla="*/ 4365314 w 6150337"/>
                <a:gd name="connsiteY501" fmla="*/ 5810146 h 6152920"/>
                <a:gd name="connsiteX502" fmla="*/ 4303633 w 6150337"/>
                <a:gd name="connsiteY502" fmla="*/ 5903548 h 6152920"/>
                <a:gd name="connsiteX503" fmla="*/ 4033090 w 6150337"/>
                <a:gd name="connsiteY503" fmla="*/ 6002885 h 6152920"/>
                <a:gd name="connsiteX504" fmla="*/ 3598979 w 6150337"/>
                <a:gd name="connsiteY504" fmla="*/ 6109636 h 6152920"/>
                <a:gd name="connsiteX505" fmla="*/ 3288380 w 6150337"/>
                <a:gd name="connsiteY505" fmla="*/ 6143705 h 6152920"/>
                <a:gd name="connsiteX506" fmla="*/ 2899007 w 6150337"/>
                <a:gd name="connsiteY506" fmla="*/ 6149929 h 6152920"/>
                <a:gd name="connsiteX507" fmla="*/ 2422962 w 6150337"/>
                <a:gd name="connsiteY507" fmla="*/ 6084077 h 6152920"/>
                <a:gd name="connsiteX508" fmla="*/ 1808080 w 6150337"/>
                <a:gd name="connsiteY508" fmla="*/ 5880437 h 6152920"/>
                <a:gd name="connsiteX509" fmla="*/ 1218563 w 6150337"/>
                <a:gd name="connsiteY509" fmla="*/ 5528026 h 6152920"/>
                <a:gd name="connsiteX510" fmla="*/ 825100 w 6150337"/>
                <a:gd name="connsiteY510" fmla="*/ 5172627 h 6152920"/>
                <a:gd name="connsiteX511" fmla="*/ 562563 w 6150337"/>
                <a:gd name="connsiteY511" fmla="*/ 4847916 h 6152920"/>
                <a:gd name="connsiteX512" fmla="*/ 282711 w 6150337"/>
                <a:gd name="connsiteY512" fmla="*/ 4363830 h 6152920"/>
                <a:gd name="connsiteX513" fmla="*/ 109984 w 6150337"/>
                <a:gd name="connsiteY513" fmla="*/ 3883908 h 6152920"/>
                <a:gd name="connsiteX514" fmla="*/ 35226 w 6150337"/>
                <a:gd name="connsiteY514" fmla="*/ 3541934 h 6152920"/>
                <a:gd name="connsiteX515" fmla="*/ 13199 w 6150337"/>
                <a:gd name="connsiteY515" fmla="*/ 3314881 h 6152920"/>
                <a:gd name="connsiteX516" fmla="*/ 449 w 6150337"/>
                <a:gd name="connsiteY516" fmla="*/ 3072232 h 6152920"/>
                <a:gd name="connsiteX517" fmla="*/ 27113 w 6150337"/>
                <a:gd name="connsiteY517" fmla="*/ 2701061 h 6152920"/>
                <a:gd name="connsiteX518" fmla="*/ 179088 w 6150337"/>
                <a:gd name="connsiteY518" fmla="*/ 2046067 h 6152920"/>
                <a:gd name="connsiteX519" fmla="*/ 419493 w 6150337"/>
                <a:gd name="connsiteY519" fmla="*/ 1534637 h 6152920"/>
                <a:gd name="connsiteX520" fmla="*/ 653585 w 6150337"/>
                <a:gd name="connsiteY520" fmla="*/ 1184317 h 6152920"/>
                <a:gd name="connsiteX521" fmla="*/ 1005420 w 6150337"/>
                <a:gd name="connsiteY521" fmla="*/ 804069 h 6152920"/>
                <a:gd name="connsiteX522" fmla="*/ 1436383 w 6150337"/>
                <a:gd name="connsiteY522" fmla="*/ 476258 h 6152920"/>
                <a:gd name="connsiteX523" fmla="*/ 1661894 w 6150337"/>
                <a:gd name="connsiteY523" fmla="*/ 347766 h 6152920"/>
                <a:gd name="connsiteX524" fmla="*/ 2174513 w 6150337"/>
                <a:gd name="connsiteY524" fmla="*/ 138049 h 6152920"/>
                <a:gd name="connsiteX525" fmla="*/ 2557609 w 6150337"/>
                <a:gd name="connsiteY525" fmla="*/ 48610 h 6152920"/>
                <a:gd name="connsiteX526" fmla="*/ 2840358 w 6150337"/>
                <a:gd name="connsiteY526" fmla="*/ 13593 h 6152920"/>
                <a:gd name="connsiteX527" fmla="*/ 3100273 w 6150337"/>
                <a:gd name="connsiteY527" fmla="*/ 506 h 615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Lst>
              <a:rect l="l" t="t" r="r" b="b"/>
              <a:pathLst>
                <a:path w="6150337" h="6152920">
                  <a:moveTo>
                    <a:pt x="3077767" y="4380040"/>
                  </a:moveTo>
                  <a:cubicBezTo>
                    <a:pt x="3166239" y="4380040"/>
                    <a:pt x="3237959" y="4451358"/>
                    <a:pt x="3237959" y="4539333"/>
                  </a:cubicBezTo>
                  <a:cubicBezTo>
                    <a:pt x="3237959" y="4627308"/>
                    <a:pt x="3166239" y="4698626"/>
                    <a:pt x="3077767" y="4698626"/>
                  </a:cubicBezTo>
                  <a:cubicBezTo>
                    <a:pt x="2989295" y="4698626"/>
                    <a:pt x="2917575" y="4627308"/>
                    <a:pt x="2917575" y="4539333"/>
                  </a:cubicBezTo>
                  <a:cubicBezTo>
                    <a:pt x="2917575" y="4451358"/>
                    <a:pt x="2989295" y="4380040"/>
                    <a:pt x="3077767" y="4380040"/>
                  </a:cubicBezTo>
                  <a:close/>
                  <a:moveTo>
                    <a:pt x="2045455" y="3950217"/>
                  </a:moveTo>
                  <a:cubicBezTo>
                    <a:pt x="2133803" y="3950217"/>
                    <a:pt x="2205423" y="4022064"/>
                    <a:pt x="2205423" y="4110692"/>
                  </a:cubicBezTo>
                  <a:cubicBezTo>
                    <a:pt x="2205423" y="4199320"/>
                    <a:pt x="2133803" y="4271167"/>
                    <a:pt x="2045455" y="4271167"/>
                  </a:cubicBezTo>
                  <a:cubicBezTo>
                    <a:pt x="1957107" y="4271167"/>
                    <a:pt x="1885487" y="4199320"/>
                    <a:pt x="1885487" y="4110692"/>
                  </a:cubicBezTo>
                  <a:cubicBezTo>
                    <a:pt x="1885487" y="4022064"/>
                    <a:pt x="1957107" y="3950217"/>
                    <a:pt x="2045455" y="3950217"/>
                  </a:cubicBezTo>
                  <a:close/>
                  <a:moveTo>
                    <a:pt x="4539875" y="2918366"/>
                  </a:moveTo>
                  <a:cubicBezTo>
                    <a:pt x="4628321" y="2918366"/>
                    <a:pt x="4700021" y="2989924"/>
                    <a:pt x="4700021" y="3078195"/>
                  </a:cubicBezTo>
                  <a:cubicBezTo>
                    <a:pt x="4700021" y="3166466"/>
                    <a:pt x="4628321" y="3238024"/>
                    <a:pt x="4539875" y="3238024"/>
                  </a:cubicBezTo>
                  <a:cubicBezTo>
                    <a:pt x="4451429" y="3238024"/>
                    <a:pt x="4379729" y="3166466"/>
                    <a:pt x="4379729" y="3078195"/>
                  </a:cubicBezTo>
                  <a:cubicBezTo>
                    <a:pt x="4379729" y="2989924"/>
                    <a:pt x="4451429" y="2918366"/>
                    <a:pt x="4539875" y="2918366"/>
                  </a:cubicBezTo>
                  <a:close/>
                  <a:moveTo>
                    <a:pt x="1617511" y="2916673"/>
                  </a:moveTo>
                  <a:cubicBezTo>
                    <a:pt x="1706065" y="2916673"/>
                    <a:pt x="1777853" y="2987373"/>
                    <a:pt x="1777853" y="3074586"/>
                  </a:cubicBezTo>
                  <a:cubicBezTo>
                    <a:pt x="1777853" y="3161799"/>
                    <a:pt x="1706065" y="3232499"/>
                    <a:pt x="1617511" y="3232499"/>
                  </a:cubicBezTo>
                  <a:cubicBezTo>
                    <a:pt x="1528957" y="3232499"/>
                    <a:pt x="1457169" y="3161799"/>
                    <a:pt x="1457169" y="3074586"/>
                  </a:cubicBezTo>
                  <a:cubicBezTo>
                    <a:pt x="1457169" y="2987373"/>
                    <a:pt x="1528957" y="2916673"/>
                    <a:pt x="1617511" y="2916673"/>
                  </a:cubicBezTo>
                  <a:close/>
                  <a:moveTo>
                    <a:pt x="4110697" y="1887870"/>
                  </a:moveTo>
                  <a:cubicBezTo>
                    <a:pt x="4198582" y="1887870"/>
                    <a:pt x="4269826" y="1958737"/>
                    <a:pt x="4269826" y="2046158"/>
                  </a:cubicBezTo>
                  <a:cubicBezTo>
                    <a:pt x="4269826" y="2133577"/>
                    <a:pt x="4198582" y="2204445"/>
                    <a:pt x="4110697" y="2204445"/>
                  </a:cubicBezTo>
                  <a:cubicBezTo>
                    <a:pt x="4022812" y="2204445"/>
                    <a:pt x="3951568" y="2133577"/>
                    <a:pt x="3951568" y="2046158"/>
                  </a:cubicBezTo>
                  <a:cubicBezTo>
                    <a:pt x="3951568" y="1958737"/>
                    <a:pt x="4022812" y="1887870"/>
                    <a:pt x="4110697" y="1887870"/>
                  </a:cubicBezTo>
                  <a:close/>
                  <a:moveTo>
                    <a:pt x="2045246" y="1887729"/>
                  </a:moveTo>
                  <a:cubicBezTo>
                    <a:pt x="2132637" y="1887729"/>
                    <a:pt x="2203481" y="1958718"/>
                    <a:pt x="2203481" y="2046287"/>
                  </a:cubicBezTo>
                  <a:cubicBezTo>
                    <a:pt x="2203481" y="2133856"/>
                    <a:pt x="2132637" y="2204845"/>
                    <a:pt x="2045246" y="2204845"/>
                  </a:cubicBezTo>
                  <a:cubicBezTo>
                    <a:pt x="1957855" y="2204845"/>
                    <a:pt x="1887011" y="2133856"/>
                    <a:pt x="1887011" y="2046287"/>
                  </a:cubicBezTo>
                  <a:cubicBezTo>
                    <a:pt x="1887011" y="1958718"/>
                    <a:pt x="1957855" y="1887729"/>
                    <a:pt x="2045246" y="1887729"/>
                  </a:cubicBezTo>
                  <a:close/>
                  <a:moveTo>
                    <a:pt x="3034786" y="1838321"/>
                  </a:moveTo>
                  <a:lnTo>
                    <a:pt x="3151592" y="1841079"/>
                  </a:lnTo>
                  <a:lnTo>
                    <a:pt x="3174863" y="1841319"/>
                  </a:lnTo>
                  <a:lnTo>
                    <a:pt x="3178549" y="1841714"/>
                  </a:lnTo>
                  <a:lnTo>
                    <a:pt x="3190442" y="1841995"/>
                  </a:lnTo>
                  <a:cubicBezTo>
                    <a:pt x="3325513" y="1849892"/>
                    <a:pt x="3455272" y="1887601"/>
                    <a:pt x="3580219" y="1941768"/>
                  </a:cubicBezTo>
                  <a:lnTo>
                    <a:pt x="3662448" y="1983419"/>
                  </a:lnTo>
                  <a:lnTo>
                    <a:pt x="3679075" y="1991302"/>
                  </a:lnTo>
                  <a:lnTo>
                    <a:pt x="3683520" y="1994092"/>
                  </a:lnTo>
                  <a:lnTo>
                    <a:pt x="3717366" y="2011235"/>
                  </a:lnTo>
                  <a:lnTo>
                    <a:pt x="3774050" y="2050901"/>
                  </a:lnTo>
                  <a:lnTo>
                    <a:pt x="3800718" y="2067635"/>
                  </a:lnTo>
                  <a:lnTo>
                    <a:pt x="3818990" y="2082349"/>
                  </a:lnTo>
                  <a:lnTo>
                    <a:pt x="3842368" y="2098708"/>
                  </a:lnTo>
                  <a:lnTo>
                    <a:pt x="3866657" y="2120732"/>
                  </a:lnTo>
                  <a:lnTo>
                    <a:pt x="3912396" y="2157562"/>
                  </a:lnTo>
                  <a:cubicBezTo>
                    <a:pt x="3947973" y="2189772"/>
                    <a:pt x="3981907" y="2224198"/>
                    <a:pt x="4014218" y="2260796"/>
                  </a:cubicBezTo>
                  <a:lnTo>
                    <a:pt x="4043920" y="2298748"/>
                  </a:lnTo>
                  <a:lnTo>
                    <a:pt x="4051239" y="2306757"/>
                  </a:lnTo>
                  <a:lnTo>
                    <a:pt x="4070074" y="2332168"/>
                  </a:lnTo>
                  <a:lnTo>
                    <a:pt x="4104466" y="2376112"/>
                  </a:lnTo>
                  <a:lnTo>
                    <a:pt x="4112510" y="2389415"/>
                  </a:lnTo>
                  <a:lnTo>
                    <a:pt x="4122659" y="2403107"/>
                  </a:lnTo>
                  <a:cubicBezTo>
                    <a:pt x="4166646" y="2469483"/>
                    <a:pt x="4203292" y="2540080"/>
                    <a:pt x="4232042" y="2614516"/>
                  </a:cubicBezTo>
                  <a:lnTo>
                    <a:pt x="4234713" y="2622754"/>
                  </a:lnTo>
                  <a:lnTo>
                    <a:pt x="4238890" y="2632013"/>
                  </a:lnTo>
                  <a:cubicBezTo>
                    <a:pt x="4256195" y="2677372"/>
                    <a:pt x="4270958" y="2724051"/>
                    <a:pt x="4283189" y="2772002"/>
                  </a:cubicBezTo>
                  <a:cubicBezTo>
                    <a:pt x="4295878" y="2821754"/>
                    <a:pt x="4305717" y="2871850"/>
                    <a:pt x="4311800" y="2922809"/>
                  </a:cubicBezTo>
                  <a:lnTo>
                    <a:pt x="4316051" y="3031930"/>
                  </a:lnTo>
                  <a:lnTo>
                    <a:pt x="4317989" y="3059037"/>
                  </a:lnTo>
                  <a:lnTo>
                    <a:pt x="4317752" y="3075562"/>
                  </a:lnTo>
                  <a:lnTo>
                    <a:pt x="4317878" y="3078811"/>
                  </a:lnTo>
                  <a:lnTo>
                    <a:pt x="4317586" y="3086998"/>
                  </a:lnTo>
                  <a:lnTo>
                    <a:pt x="4316281" y="3177554"/>
                  </a:lnTo>
                  <a:lnTo>
                    <a:pt x="4313757" y="3194558"/>
                  </a:lnTo>
                  <a:lnTo>
                    <a:pt x="4312554" y="3228384"/>
                  </a:lnTo>
                  <a:cubicBezTo>
                    <a:pt x="4307428" y="3277292"/>
                    <a:pt x="4299042" y="3325283"/>
                    <a:pt x="4287666" y="3372450"/>
                  </a:cubicBezTo>
                  <a:lnTo>
                    <a:pt x="4275667" y="3411430"/>
                  </a:lnTo>
                  <a:lnTo>
                    <a:pt x="4262090" y="3459551"/>
                  </a:lnTo>
                  <a:lnTo>
                    <a:pt x="4256014" y="3475272"/>
                  </a:lnTo>
                  <a:lnTo>
                    <a:pt x="4244840" y="3511570"/>
                  </a:lnTo>
                  <a:cubicBezTo>
                    <a:pt x="4227755" y="3557183"/>
                    <a:pt x="4207952" y="3602064"/>
                    <a:pt x="4185699" y="3646310"/>
                  </a:cubicBezTo>
                  <a:lnTo>
                    <a:pt x="4142488" y="3717902"/>
                  </a:lnTo>
                  <a:lnTo>
                    <a:pt x="3943066" y="3717902"/>
                  </a:lnTo>
                  <a:lnTo>
                    <a:pt x="3989423" y="3650852"/>
                  </a:lnTo>
                  <a:cubicBezTo>
                    <a:pt x="4092118" y="3484395"/>
                    <a:pt x="4149623" y="3311013"/>
                    <a:pt x="4157524" y="3129943"/>
                  </a:cubicBezTo>
                  <a:lnTo>
                    <a:pt x="4154139" y="2995064"/>
                  </a:lnTo>
                  <a:lnTo>
                    <a:pt x="4153798" y="2990935"/>
                  </a:lnTo>
                  <a:lnTo>
                    <a:pt x="4131617" y="2852478"/>
                  </a:lnTo>
                  <a:lnTo>
                    <a:pt x="4107345" y="2769485"/>
                  </a:lnTo>
                  <a:lnTo>
                    <a:pt x="4087254" y="2703883"/>
                  </a:lnTo>
                  <a:lnTo>
                    <a:pt x="4032505" y="2585205"/>
                  </a:lnTo>
                  <a:lnTo>
                    <a:pt x="3999775" y="2519494"/>
                  </a:lnTo>
                  <a:lnTo>
                    <a:pt x="3986297" y="2500587"/>
                  </a:lnTo>
                  <a:lnTo>
                    <a:pt x="3895576" y="2375230"/>
                  </a:lnTo>
                  <a:lnTo>
                    <a:pt x="3749822" y="2235900"/>
                  </a:lnTo>
                  <a:lnTo>
                    <a:pt x="3599034" y="2137012"/>
                  </a:lnTo>
                  <a:lnTo>
                    <a:pt x="3582567" y="2127461"/>
                  </a:lnTo>
                  <a:lnTo>
                    <a:pt x="3557355" y="2115228"/>
                  </a:lnTo>
                  <a:lnTo>
                    <a:pt x="3484282" y="2081547"/>
                  </a:lnTo>
                  <a:cubicBezTo>
                    <a:pt x="3357222" y="2030042"/>
                    <a:pt x="3219387" y="2001930"/>
                    <a:pt x="3078294" y="2001870"/>
                  </a:cubicBezTo>
                  <a:cubicBezTo>
                    <a:pt x="2901927" y="2001797"/>
                    <a:pt x="2720469" y="2045556"/>
                    <a:pt x="2548599" y="2142257"/>
                  </a:cubicBezTo>
                  <a:lnTo>
                    <a:pt x="2450877" y="2204088"/>
                  </a:lnTo>
                  <a:lnTo>
                    <a:pt x="2444504" y="2208462"/>
                  </a:lnTo>
                  <a:lnTo>
                    <a:pt x="2379787" y="2259260"/>
                  </a:lnTo>
                  <a:lnTo>
                    <a:pt x="2287599" y="2346446"/>
                  </a:lnTo>
                  <a:lnTo>
                    <a:pt x="2234931" y="2410765"/>
                  </a:lnTo>
                  <a:lnTo>
                    <a:pt x="2168497" y="2506852"/>
                  </a:lnTo>
                  <a:cubicBezTo>
                    <a:pt x="2065803" y="2673310"/>
                    <a:pt x="2008298" y="2846691"/>
                    <a:pt x="2000397" y="3027761"/>
                  </a:cubicBezTo>
                  <a:lnTo>
                    <a:pt x="2003783" y="3162640"/>
                  </a:lnTo>
                  <a:lnTo>
                    <a:pt x="2004123" y="3166768"/>
                  </a:lnTo>
                  <a:lnTo>
                    <a:pt x="2026303" y="3305226"/>
                  </a:lnTo>
                  <a:lnTo>
                    <a:pt x="2050576" y="3388220"/>
                  </a:lnTo>
                  <a:lnTo>
                    <a:pt x="2070667" y="3453821"/>
                  </a:lnTo>
                  <a:lnTo>
                    <a:pt x="2125416" y="3572499"/>
                  </a:lnTo>
                  <a:lnTo>
                    <a:pt x="2158147" y="3638210"/>
                  </a:lnTo>
                  <a:lnTo>
                    <a:pt x="2171627" y="3657120"/>
                  </a:lnTo>
                  <a:lnTo>
                    <a:pt x="2262345" y="3782475"/>
                  </a:lnTo>
                  <a:lnTo>
                    <a:pt x="2408098" y="3921805"/>
                  </a:lnTo>
                  <a:lnTo>
                    <a:pt x="2558886" y="4020693"/>
                  </a:lnTo>
                  <a:lnTo>
                    <a:pt x="2575354" y="4030244"/>
                  </a:lnTo>
                  <a:lnTo>
                    <a:pt x="2600565" y="4042475"/>
                  </a:lnTo>
                  <a:lnTo>
                    <a:pt x="2673638" y="4076158"/>
                  </a:lnTo>
                  <a:cubicBezTo>
                    <a:pt x="2959524" y="4192043"/>
                    <a:pt x="3299954" y="4189509"/>
                    <a:pt x="3609321" y="4015447"/>
                  </a:cubicBezTo>
                  <a:lnTo>
                    <a:pt x="3707044" y="3953616"/>
                  </a:lnTo>
                  <a:lnTo>
                    <a:pt x="3713415" y="3949242"/>
                  </a:lnTo>
                  <a:lnTo>
                    <a:pt x="3766005" y="3907963"/>
                  </a:lnTo>
                  <a:lnTo>
                    <a:pt x="3766005" y="4113493"/>
                  </a:lnTo>
                  <a:lnTo>
                    <a:pt x="3717775" y="4145656"/>
                  </a:lnTo>
                  <a:cubicBezTo>
                    <a:pt x="3683762" y="4166072"/>
                    <a:pt x="3648653" y="4184974"/>
                    <a:pt x="3612468" y="4202401"/>
                  </a:cubicBezTo>
                  <a:lnTo>
                    <a:pt x="3550253" y="4226510"/>
                  </a:lnTo>
                  <a:lnTo>
                    <a:pt x="3530451" y="4235249"/>
                  </a:lnTo>
                  <a:lnTo>
                    <a:pt x="3506797" y="4243351"/>
                  </a:lnTo>
                  <a:lnTo>
                    <a:pt x="3449890" y="4265405"/>
                  </a:lnTo>
                  <a:lnTo>
                    <a:pt x="3421267" y="4272080"/>
                  </a:lnTo>
                  <a:lnTo>
                    <a:pt x="3320899" y="4297230"/>
                  </a:lnTo>
                  <a:lnTo>
                    <a:pt x="3304961" y="4299206"/>
                  </a:lnTo>
                  <a:lnTo>
                    <a:pt x="3279346" y="4305181"/>
                  </a:lnTo>
                  <a:lnTo>
                    <a:pt x="3194823" y="4312866"/>
                  </a:lnTo>
                  <a:lnTo>
                    <a:pt x="3152297" y="4318140"/>
                  </a:lnTo>
                  <a:lnTo>
                    <a:pt x="3138401" y="4317996"/>
                  </a:lnTo>
                  <a:lnTo>
                    <a:pt x="3123134" y="4319384"/>
                  </a:lnTo>
                  <a:lnTo>
                    <a:pt x="3006325" y="4316627"/>
                  </a:lnTo>
                  <a:lnTo>
                    <a:pt x="2983058" y="4316386"/>
                  </a:lnTo>
                  <a:lnTo>
                    <a:pt x="2979372" y="4315990"/>
                  </a:lnTo>
                  <a:lnTo>
                    <a:pt x="2967479" y="4315710"/>
                  </a:lnTo>
                  <a:cubicBezTo>
                    <a:pt x="2832407" y="4307814"/>
                    <a:pt x="2702649" y="4270104"/>
                    <a:pt x="2577701" y="4215937"/>
                  </a:cubicBezTo>
                  <a:lnTo>
                    <a:pt x="2495470" y="4174286"/>
                  </a:lnTo>
                  <a:lnTo>
                    <a:pt x="2478845" y="4166403"/>
                  </a:lnTo>
                  <a:lnTo>
                    <a:pt x="2474400" y="4163613"/>
                  </a:lnTo>
                  <a:lnTo>
                    <a:pt x="2440553" y="4146470"/>
                  </a:lnTo>
                  <a:lnTo>
                    <a:pt x="2383870" y="4106804"/>
                  </a:lnTo>
                  <a:lnTo>
                    <a:pt x="2357202" y="4090070"/>
                  </a:lnTo>
                  <a:lnTo>
                    <a:pt x="2338930" y="4075356"/>
                  </a:lnTo>
                  <a:lnTo>
                    <a:pt x="2315553" y="4058996"/>
                  </a:lnTo>
                  <a:lnTo>
                    <a:pt x="2291264" y="4036973"/>
                  </a:lnTo>
                  <a:lnTo>
                    <a:pt x="2245525" y="4000143"/>
                  </a:lnTo>
                  <a:cubicBezTo>
                    <a:pt x="2209948" y="3967933"/>
                    <a:pt x="2176013" y="3933506"/>
                    <a:pt x="2143703" y="3896908"/>
                  </a:cubicBezTo>
                  <a:lnTo>
                    <a:pt x="2114001" y="3858955"/>
                  </a:lnTo>
                  <a:lnTo>
                    <a:pt x="2106682" y="3850948"/>
                  </a:lnTo>
                  <a:lnTo>
                    <a:pt x="2087847" y="3825537"/>
                  </a:lnTo>
                  <a:lnTo>
                    <a:pt x="2053454" y="3781592"/>
                  </a:lnTo>
                  <a:lnTo>
                    <a:pt x="2045411" y="3768288"/>
                  </a:lnTo>
                  <a:lnTo>
                    <a:pt x="2035262" y="3754597"/>
                  </a:lnTo>
                  <a:cubicBezTo>
                    <a:pt x="1991274" y="3688221"/>
                    <a:pt x="1954628" y="3617624"/>
                    <a:pt x="1925880" y="3543188"/>
                  </a:cubicBezTo>
                  <a:lnTo>
                    <a:pt x="1923207" y="3534951"/>
                  </a:lnTo>
                  <a:lnTo>
                    <a:pt x="1919032" y="3525690"/>
                  </a:lnTo>
                  <a:cubicBezTo>
                    <a:pt x="1901726" y="3480331"/>
                    <a:pt x="1886963" y="3433652"/>
                    <a:pt x="1874733" y="3385702"/>
                  </a:cubicBezTo>
                  <a:cubicBezTo>
                    <a:pt x="1862042" y="3335949"/>
                    <a:pt x="1852204" y="3285854"/>
                    <a:pt x="1846122" y="3234895"/>
                  </a:cubicBezTo>
                  <a:lnTo>
                    <a:pt x="1841870" y="3125774"/>
                  </a:lnTo>
                  <a:lnTo>
                    <a:pt x="1839931" y="3098666"/>
                  </a:lnTo>
                  <a:lnTo>
                    <a:pt x="1840170" y="3082142"/>
                  </a:lnTo>
                  <a:lnTo>
                    <a:pt x="1840043" y="3078893"/>
                  </a:lnTo>
                  <a:lnTo>
                    <a:pt x="1840334" y="3070705"/>
                  </a:lnTo>
                  <a:lnTo>
                    <a:pt x="1841640" y="2980150"/>
                  </a:lnTo>
                  <a:lnTo>
                    <a:pt x="1844163" y="2963146"/>
                  </a:lnTo>
                  <a:lnTo>
                    <a:pt x="1845367" y="2929320"/>
                  </a:lnTo>
                  <a:cubicBezTo>
                    <a:pt x="1850493" y="2880412"/>
                    <a:pt x="1858879" y="2832421"/>
                    <a:pt x="1870254" y="2785255"/>
                  </a:cubicBezTo>
                  <a:lnTo>
                    <a:pt x="1882254" y="2746273"/>
                  </a:lnTo>
                  <a:lnTo>
                    <a:pt x="1895830" y="2698153"/>
                  </a:lnTo>
                  <a:lnTo>
                    <a:pt x="1901907" y="2682432"/>
                  </a:lnTo>
                  <a:lnTo>
                    <a:pt x="1913081" y="2646134"/>
                  </a:lnTo>
                  <a:cubicBezTo>
                    <a:pt x="1930165" y="2600521"/>
                    <a:pt x="1949970" y="2555640"/>
                    <a:pt x="1972222" y="2511395"/>
                  </a:cubicBezTo>
                  <a:cubicBezTo>
                    <a:pt x="2022580" y="2411267"/>
                    <a:pt x="2088160" y="2321175"/>
                    <a:pt x="2164191" y="2237818"/>
                  </a:cubicBezTo>
                  <a:cubicBezTo>
                    <a:pt x="2273195" y="2118312"/>
                    <a:pt x="2400710" y="2025012"/>
                    <a:pt x="2545452" y="1955304"/>
                  </a:cubicBezTo>
                  <a:lnTo>
                    <a:pt x="2607667" y="1931195"/>
                  </a:lnTo>
                  <a:lnTo>
                    <a:pt x="2627469" y="1922455"/>
                  </a:lnTo>
                  <a:lnTo>
                    <a:pt x="2651124" y="1914354"/>
                  </a:lnTo>
                  <a:lnTo>
                    <a:pt x="2708031" y="1892300"/>
                  </a:lnTo>
                  <a:lnTo>
                    <a:pt x="2736654" y="1885625"/>
                  </a:lnTo>
                  <a:lnTo>
                    <a:pt x="2837022" y="1860475"/>
                  </a:lnTo>
                  <a:lnTo>
                    <a:pt x="2852959" y="1858499"/>
                  </a:lnTo>
                  <a:lnTo>
                    <a:pt x="2878575" y="1852525"/>
                  </a:lnTo>
                  <a:lnTo>
                    <a:pt x="2963098" y="1844840"/>
                  </a:lnTo>
                  <a:lnTo>
                    <a:pt x="3005624" y="1839566"/>
                  </a:lnTo>
                  <a:lnTo>
                    <a:pt x="3019519" y="1839709"/>
                  </a:lnTo>
                  <a:close/>
                  <a:moveTo>
                    <a:pt x="3078232" y="1458039"/>
                  </a:moveTo>
                  <a:cubicBezTo>
                    <a:pt x="3166788" y="1458039"/>
                    <a:pt x="3238576" y="1529412"/>
                    <a:pt x="3238576" y="1617455"/>
                  </a:cubicBezTo>
                  <a:cubicBezTo>
                    <a:pt x="3238576" y="1705498"/>
                    <a:pt x="3166788" y="1776871"/>
                    <a:pt x="3078232" y="1776871"/>
                  </a:cubicBezTo>
                  <a:cubicBezTo>
                    <a:pt x="2989676" y="1776871"/>
                    <a:pt x="2917888" y="1705498"/>
                    <a:pt x="2917888" y="1617455"/>
                  </a:cubicBezTo>
                  <a:cubicBezTo>
                    <a:pt x="2917888" y="1529412"/>
                    <a:pt x="2989676" y="1458039"/>
                    <a:pt x="3078232" y="1458039"/>
                  </a:cubicBezTo>
                  <a:close/>
                  <a:moveTo>
                    <a:pt x="3111790" y="1245237"/>
                  </a:moveTo>
                  <a:lnTo>
                    <a:pt x="3122948" y="1245985"/>
                  </a:lnTo>
                  <a:lnTo>
                    <a:pt x="3134444" y="1245552"/>
                  </a:lnTo>
                  <a:lnTo>
                    <a:pt x="3205187" y="1251494"/>
                  </a:lnTo>
                  <a:lnTo>
                    <a:pt x="3274906" y="1256166"/>
                  </a:lnTo>
                  <a:lnTo>
                    <a:pt x="3292599" y="1258838"/>
                  </a:lnTo>
                  <a:lnTo>
                    <a:pt x="3360755" y="1264564"/>
                  </a:lnTo>
                  <a:cubicBezTo>
                    <a:pt x="3435509" y="1275557"/>
                    <a:pt x="3509354" y="1291875"/>
                    <a:pt x="3581606" y="1315514"/>
                  </a:cubicBezTo>
                  <a:lnTo>
                    <a:pt x="3585158" y="1316785"/>
                  </a:lnTo>
                  <a:lnTo>
                    <a:pt x="3593465" y="1318805"/>
                  </a:lnTo>
                  <a:cubicBezTo>
                    <a:pt x="3645631" y="1334042"/>
                    <a:pt x="3697308" y="1351766"/>
                    <a:pt x="3748458" y="1372110"/>
                  </a:cubicBezTo>
                  <a:lnTo>
                    <a:pt x="3819586" y="1405730"/>
                  </a:lnTo>
                  <a:lnTo>
                    <a:pt x="3915725" y="1447178"/>
                  </a:lnTo>
                  <a:lnTo>
                    <a:pt x="3960092" y="1472141"/>
                  </a:lnTo>
                  <a:lnTo>
                    <a:pt x="3974204" y="1478811"/>
                  </a:lnTo>
                  <a:lnTo>
                    <a:pt x="3988410" y="1488074"/>
                  </a:lnTo>
                  <a:lnTo>
                    <a:pt x="4083202" y="1541410"/>
                  </a:lnTo>
                  <a:lnTo>
                    <a:pt x="4157873" y="1598577"/>
                  </a:lnTo>
                  <a:lnTo>
                    <a:pt x="4182860" y="1614870"/>
                  </a:lnTo>
                  <a:lnTo>
                    <a:pt x="4210692" y="1639013"/>
                  </a:lnTo>
                  <a:lnTo>
                    <a:pt x="4236294" y="1658613"/>
                  </a:lnTo>
                  <a:lnTo>
                    <a:pt x="4284737" y="1703244"/>
                  </a:lnTo>
                  <a:lnTo>
                    <a:pt x="4363314" y="1771409"/>
                  </a:lnTo>
                  <a:lnTo>
                    <a:pt x="4383565" y="1794298"/>
                  </a:lnTo>
                  <a:lnTo>
                    <a:pt x="4405239" y="1814266"/>
                  </a:lnTo>
                  <a:cubicBezTo>
                    <a:pt x="4454465" y="1863822"/>
                    <a:pt x="4499638" y="1916606"/>
                    <a:pt x="4541389" y="1972028"/>
                  </a:cubicBezTo>
                  <a:lnTo>
                    <a:pt x="4613101" y="2079703"/>
                  </a:lnTo>
                  <a:lnTo>
                    <a:pt x="4631301" y="2105469"/>
                  </a:lnTo>
                  <a:lnTo>
                    <a:pt x="4636847" y="2115359"/>
                  </a:lnTo>
                  <a:lnTo>
                    <a:pt x="4657004" y="2145624"/>
                  </a:lnTo>
                  <a:cubicBezTo>
                    <a:pt x="4756054" y="2313180"/>
                    <a:pt x="4826730" y="2492252"/>
                    <a:pt x="4869504" y="2681835"/>
                  </a:cubicBezTo>
                  <a:cubicBezTo>
                    <a:pt x="4883863" y="2745484"/>
                    <a:pt x="4892337" y="2810839"/>
                    <a:pt x="4898380" y="2875891"/>
                  </a:cubicBezTo>
                  <a:lnTo>
                    <a:pt x="4902234" y="2921191"/>
                  </a:lnTo>
                  <a:lnTo>
                    <a:pt x="4907833" y="2968403"/>
                  </a:lnTo>
                  <a:lnTo>
                    <a:pt x="4908051" y="2989540"/>
                  </a:lnTo>
                  <a:lnTo>
                    <a:pt x="4908846" y="2998887"/>
                  </a:lnTo>
                  <a:cubicBezTo>
                    <a:pt x="4911541" y="3039946"/>
                    <a:pt x="4912957" y="3081010"/>
                    <a:pt x="4911639" y="3121915"/>
                  </a:cubicBezTo>
                  <a:lnTo>
                    <a:pt x="4909647" y="3144631"/>
                  </a:lnTo>
                  <a:lnTo>
                    <a:pt x="4909871" y="3166397"/>
                  </a:lnTo>
                  <a:cubicBezTo>
                    <a:pt x="4906901" y="3218373"/>
                    <a:pt x="4902088" y="3269993"/>
                    <a:pt x="4895285" y="3321212"/>
                  </a:cubicBezTo>
                  <a:lnTo>
                    <a:pt x="4893025" y="3334206"/>
                  </a:lnTo>
                  <a:lnTo>
                    <a:pt x="4891255" y="3354391"/>
                  </a:lnTo>
                  <a:cubicBezTo>
                    <a:pt x="4879870" y="3431295"/>
                    <a:pt x="4863585" y="3507534"/>
                    <a:pt x="4841478" y="3582873"/>
                  </a:cubicBezTo>
                  <a:lnTo>
                    <a:pt x="4835578" y="3599941"/>
                  </a:lnTo>
                  <a:lnTo>
                    <a:pt x="4829438" y="3623316"/>
                  </a:lnTo>
                  <a:lnTo>
                    <a:pt x="4784765" y="3746966"/>
                  </a:lnTo>
                  <a:lnTo>
                    <a:pt x="4778801" y="3764224"/>
                  </a:lnTo>
                  <a:lnTo>
                    <a:pt x="4777591" y="3766824"/>
                  </a:lnTo>
                  <a:lnTo>
                    <a:pt x="4776430" y="3770037"/>
                  </a:lnTo>
                  <a:cubicBezTo>
                    <a:pt x="4759076" y="3811918"/>
                    <a:pt x="4740474" y="3853028"/>
                    <a:pt x="4720515" y="3893312"/>
                  </a:cubicBezTo>
                  <a:lnTo>
                    <a:pt x="4707829" y="3916742"/>
                  </a:lnTo>
                  <a:lnTo>
                    <a:pt x="4697945" y="3937985"/>
                  </a:lnTo>
                  <a:lnTo>
                    <a:pt x="4678578" y="3970772"/>
                  </a:lnTo>
                  <a:lnTo>
                    <a:pt x="4656454" y="4011633"/>
                  </a:lnTo>
                  <a:lnTo>
                    <a:pt x="4632383" y="4048969"/>
                  </a:lnTo>
                  <a:lnTo>
                    <a:pt x="4604325" y="4096466"/>
                  </a:lnTo>
                  <a:lnTo>
                    <a:pt x="4587750" y="4118201"/>
                  </a:lnTo>
                  <a:lnTo>
                    <a:pt x="4583578" y="4124671"/>
                  </a:lnTo>
                  <a:cubicBezTo>
                    <a:pt x="4557743" y="4161434"/>
                    <a:pt x="4530329" y="4197261"/>
                    <a:pt x="4501224" y="4232098"/>
                  </a:cubicBezTo>
                  <a:lnTo>
                    <a:pt x="4470564" y="4270771"/>
                  </a:lnTo>
                  <a:lnTo>
                    <a:pt x="4470564" y="3992977"/>
                  </a:lnTo>
                  <a:lnTo>
                    <a:pt x="4482602" y="3976498"/>
                  </a:lnTo>
                  <a:lnTo>
                    <a:pt x="4494877" y="3954556"/>
                  </a:lnTo>
                  <a:lnTo>
                    <a:pt x="4561937" y="3829274"/>
                  </a:lnTo>
                  <a:lnTo>
                    <a:pt x="4628174" y="3693792"/>
                  </a:lnTo>
                  <a:lnTo>
                    <a:pt x="4628590" y="3692825"/>
                  </a:lnTo>
                  <a:lnTo>
                    <a:pt x="4656616" y="3619557"/>
                  </a:lnTo>
                  <a:lnTo>
                    <a:pt x="4692542" y="3506719"/>
                  </a:lnTo>
                  <a:cubicBezTo>
                    <a:pt x="4718410" y="3409470"/>
                    <a:pt x="4734951" y="3309924"/>
                    <a:pt x="4742823" y="3208547"/>
                  </a:cubicBezTo>
                  <a:lnTo>
                    <a:pt x="4746424" y="3037246"/>
                  </a:lnTo>
                  <a:lnTo>
                    <a:pt x="4746697" y="3001715"/>
                  </a:lnTo>
                  <a:cubicBezTo>
                    <a:pt x="4743810" y="2940146"/>
                    <a:pt x="4737475" y="2878568"/>
                    <a:pt x="4727415" y="2817079"/>
                  </a:cubicBezTo>
                  <a:lnTo>
                    <a:pt x="4684483" y="2628714"/>
                  </a:lnTo>
                  <a:lnTo>
                    <a:pt x="4659274" y="2550084"/>
                  </a:lnTo>
                  <a:lnTo>
                    <a:pt x="4625650" y="2459877"/>
                  </a:lnTo>
                  <a:lnTo>
                    <a:pt x="4590879" y="2376227"/>
                  </a:lnTo>
                  <a:cubicBezTo>
                    <a:pt x="4570491" y="2332537"/>
                    <a:pt x="4548137" y="2289546"/>
                    <a:pt x="4523746" y="2247275"/>
                  </a:cubicBezTo>
                  <a:cubicBezTo>
                    <a:pt x="4496389" y="2199865"/>
                    <a:pt x="4467009" y="2154218"/>
                    <a:pt x="4435655" y="2110312"/>
                  </a:cubicBezTo>
                  <a:lnTo>
                    <a:pt x="4344115" y="1994417"/>
                  </a:lnTo>
                  <a:lnTo>
                    <a:pt x="4329368" y="1977165"/>
                  </a:lnTo>
                  <a:lnTo>
                    <a:pt x="4251098" y="1895557"/>
                  </a:lnTo>
                  <a:lnTo>
                    <a:pt x="4164670" y="1816057"/>
                  </a:lnTo>
                  <a:lnTo>
                    <a:pt x="4147329" y="1801067"/>
                  </a:lnTo>
                  <a:lnTo>
                    <a:pt x="4021089" y="1705863"/>
                  </a:lnTo>
                  <a:lnTo>
                    <a:pt x="3888771" y="1621475"/>
                  </a:lnTo>
                  <a:lnTo>
                    <a:pt x="3873956" y="1613060"/>
                  </a:lnTo>
                  <a:lnTo>
                    <a:pt x="3776671" y="1563987"/>
                  </a:lnTo>
                  <a:lnTo>
                    <a:pt x="3676539" y="1519931"/>
                  </a:lnTo>
                  <a:lnTo>
                    <a:pt x="3672976" y="1518632"/>
                  </a:lnTo>
                  <a:lnTo>
                    <a:pt x="3518203" y="1468535"/>
                  </a:lnTo>
                  <a:lnTo>
                    <a:pt x="3342557" y="1429756"/>
                  </a:lnTo>
                  <a:lnTo>
                    <a:pt x="3225930" y="1414906"/>
                  </a:lnTo>
                  <a:lnTo>
                    <a:pt x="3166985" y="1411940"/>
                  </a:lnTo>
                  <a:lnTo>
                    <a:pt x="3127276" y="1411111"/>
                  </a:lnTo>
                  <a:lnTo>
                    <a:pt x="3031630" y="1412924"/>
                  </a:lnTo>
                  <a:cubicBezTo>
                    <a:pt x="2993583" y="1414304"/>
                    <a:pt x="2954727" y="1416040"/>
                    <a:pt x="2914260" y="1417192"/>
                  </a:cubicBezTo>
                  <a:cubicBezTo>
                    <a:pt x="2859715" y="1427985"/>
                    <a:pt x="2804685" y="1437059"/>
                    <a:pt x="2749958" y="1447206"/>
                  </a:cubicBezTo>
                  <a:lnTo>
                    <a:pt x="2591686" y="1482716"/>
                  </a:lnTo>
                  <a:lnTo>
                    <a:pt x="2582105" y="1485634"/>
                  </a:lnTo>
                  <a:lnTo>
                    <a:pt x="2408069" y="1549563"/>
                  </a:lnTo>
                  <a:lnTo>
                    <a:pt x="2343741" y="1581177"/>
                  </a:lnTo>
                  <a:lnTo>
                    <a:pt x="2215770" y="1652532"/>
                  </a:lnTo>
                  <a:lnTo>
                    <a:pt x="2152579" y="1690826"/>
                  </a:lnTo>
                  <a:cubicBezTo>
                    <a:pt x="2020206" y="1779492"/>
                    <a:pt x="1902030" y="1885090"/>
                    <a:pt x="1798362" y="2009162"/>
                  </a:cubicBezTo>
                  <a:cubicBezTo>
                    <a:pt x="1752626" y="2063901"/>
                    <a:pt x="1711081" y="2121087"/>
                    <a:pt x="1673126" y="2180599"/>
                  </a:cubicBezTo>
                  <a:lnTo>
                    <a:pt x="1660850" y="2202544"/>
                  </a:lnTo>
                  <a:lnTo>
                    <a:pt x="1593791" y="2327823"/>
                  </a:lnTo>
                  <a:lnTo>
                    <a:pt x="1527553" y="2463305"/>
                  </a:lnTo>
                  <a:lnTo>
                    <a:pt x="1527138" y="2464272"/>
                  </a:lnTo>
                  <a:lnTo>
                    <a:pt x="1499111" y="2537540"/>
                  </a:lnTo>
                  <a:lnTo>
                    <a:pt x="1463185" y="2650379"/>
                  </a:lnTo>
                  <a:cubicBezTo>
                    <a:pt x="1437318" y="2747627"/>
                    <a:pt x="1420776" y="2847172"/>
                    <a:pt x="1412905" y="2948550"/>
                  </a:cubicBezTo>
                  <a:lnTo>
                    <a:pt x="1409304" y="3119850"/>
                  </a:lnTo>
                  <a:lnTo>
                    <a:pt x="1409031" y="3155382"/>
                  </a:lnTo>
                  <a:cubicBezTo>
                    <a:pt x="1411917" y="3216951"/>
                    <a:pt x="1418252" y="3278529"/>
                    <a:pt x="1428313" y="3340018"/>
                  </a:cubicBezTo>
                  <a:lnTo>
                    <a:pt x="1471244" y="3528383"/>
                  </a:lnTo>
                  <a:lnTo>
                    <a:pt x="1496453" y="3607013"/>
                  </a:lnTo>
                  <a:lnTo>
                    <a:pt x="1530078" y="3697220"/>
                  </a:lnTo>
                  <a:lnTo>
                    <a:pt x="1564849" y="3780871"/>
                  </a:lnTo>
                  <a:cubicBezTo>
                    <a:pt x="1585237" y="3824561"/>
                    <a:pt x="1607591" y="3867551"/>
                    <a:pt x="1631982" y="3909822"/>
                  </a:cubicBezTo>
                  <a:cubicBezTo>
                    <a:pt x="1659339" y="3957232"/>
                    <a:pt x="1688719" y="4002878"/>
                    <a:pt x="1720074" y="4046786"/>
                  </a:cubicBezTo>
                  <a:lnTo>
                    <a:pt x="1811612" y="4162681"/>
                  </a:lnTo>
                  <a:lnTo>
                    <a:pt x="1826359" y="4179933"/>
                  </a:lnTo>
                  <a:lnTo>
                    <a:pt x="1904630" y="4261542"/>
                  </a:lnTo>
                  <a:lnTo>
                    <a:pt x="1991058" y="4341041"/>
                  </a:lnTo>
                  <a:lnTo>
                    <a:pt x="2008399" y="4356031"/>
                  </a:lnTo>
                  <a:lnTo>
                    <a:pt x="2134639" y="4451234"/>
                  </a:lnTo>
                  <a:lnTo>
                    <a:pt x="2266956" y="4535623"/>
                  </a:lnTo>
                  <a:lnTo>
                    <a:pt x="2281770" y="4544037"/>
                  </a:lnTo>
                  <a:lnTo>
                    <a:pt x="2379055" y="4593111"/>
                  </a:lnTo>
                  <a:lnTo>
                    <a:pt x="2479189" y="4637166"/>
                  </a:lnTo>
                  <a:lnTo>
                    <a:pt x="2482751" y="4638466"/>
                  </a:lnTo>
                  <a:lnTo>
                    <a:pt x="2637525" y="4688564"/>
                  </a:lnTo>
                  <a:lnTo>
                    <a:pt x="2813170" y="4727342"/>
                  </a:lnTo>
                  <a:lnTo>
                    <a:pt x="2929796" y="4742192"/>
                  </a:lnTo>
                  <a:lnTo>
                    <a:pt x="2988741" y="4745157"/>
                  </a:lnTo>
                  <a:lnTo>
                    <a:pt x="3028452" y="4745986"/>
                  </a:lnTo>
                  <a:lnTo>
                    <a:pt x="3124097" y="4744174"/>
                  </a:lnTo>
                  <a:cubicBezTo>
                    <a:pt x="3162144" y="4742794"/>
                    <a:pt x="3201001" y="4741059"/>
                    <a:pt x="3241468" y="4739906"/>
                  </a:cubicBezTo>
                  <a:cubicBezTo>
                    <a:pt x="3296012" y="4729112"/>
                    <a:pt x="3351043" y="4720039"/>
                    <a:pt x="3405769" y="4709891"/>
                  </a:cubicBezTo>
                  <a:lnTo>
                    <a:pt x="3564041" y="4674382"/>
                  </a:lnTo>
                  <a:lnTo>
                    <a:pt x="3573621" y="4671464"/>
                  </a:lnTo>
                  <a:lnTo>
                    <a:pt x="3747657" y="4607535"/>
                  </a:lnTo>
                  <a:lnTo>
                    <a:pt x="3811987" y="4575921"/>
                  </a:lnTo>
                  <a:lnTo>
                    <a:pt x="3939957" y="4504566"/>
                  </a:lnTo>
                  <a:lnTo>
                    <a:pt x="4003149" y="4466272"/>
                  </a:lnTo>
                  <a:lnTo>
                    <a:pt x="4059567" y="4422461"/>
                  </a:lnTo>
                  <a:lnTo>
                    <a:pt x="4322610" y="4422461"/>
                  </a:lnTo>
                  <a:lnTo>
                    <a:pt x="4296782" y="4444518"/>
                  </a:lnTo>
                  <a:lnTo>
                    <a:pt x="4270591" y="4469741"/>
                  </a:lnTo>
                  <a:lnTo>
                    <a:pt x="4195324" y="4531161"/>
                  </a:lnTo>
                  <a:lnTo>
                    <a:pt x="4176700" y="4547066"/>
                  </a:lnTo>
                  <a:lnTo>
                    <a:pt x="4164702" y="4554907"/>
                  </a:lnTo>
                  <a:lnTo>
                    <a:pt x="4074135" y="4618193"/>
                  </a:lnTo>
                  <a:lnTo>
                    <a:pt x="4014845" y="4652839"/>
                  </a:lnTo>
                  <a:lnTo>
                    <a:pt x="3989395" y="4669471"/>
                  </a:lnTo>
                  <a:lnTo>
                    <a:pt x="3968315" y="4680029"/>
                  </a:lnTo>
                  <a:lnTo>
                    <a:pt x="3928907" y="4703056"/>
                  </a:lnTo>
                  <a:lnTo>
                    <a:pt x="3808657" y="4759995"/>
                  </a:lnTo>
                  <a:lnTo>
                    <a:pt x="3807409" y="4760620"/>
                  </a:lnTo>
                  <a:lnTo>
                    <a:pt x="3807087" y="4760738"/>
                  </a:lnTo>
                  <a:lnTo>
                    <a:pt x="3778241" y="4774397"/>
                  </a:lnTo>
                  <a:cubicBezTo>
                    <a:pt x="3727044" y="4795753"/>
                    <a:pt x="3674839" y="4814600"/>
                    <a:pt x="3621523" y="4830683"/>
                  </a:cubicBezTo>
                  <a:lnTo>
                    <a:pt x="3542755" y="4849820"/>
                  </a:lnTo>
                  <a:lnTo>
                    <a:pt x="3446393" y="4874799"/>
                  </a:lnTo>
                  <a:cubicBezTo>
                    <a:pt x="3389275" y="4886749"/>
                    <a:pt x="3331521" y="4895413"/>
                    <a:pt x="3272748" y="4899097"/>
                  </a:cubicBezTo>
                  <a:lnTo>
                    <a:pt x="3211659" y="4903880"/>
                  </a:lnTo>
                  <a:lnTo>
                    <a:pt x="3206553" y="4904574"/>
                  </a:lnTo>
                  <a:lnTo>
                    <a:pt x="3199316" y="4904846"/>
                  </a:lnTo>
                  <a:lnTo>
                    <a:pt x="3158278" y="4908059"/>
                  </a:lnTo>
                  <a:cubicBezTo>
                    <a:pt x="3120120" y="4910915"/>
                    <a:pt x="3081985" y="4912910"/>
                    <a:pt x="3043937" y="4911861"/>
                  </a:cubicBezTo>
                  <a:lnTo>
                    <a:pt x="3032779" y="4911113"/>
                  </a:lnTo>
                  <a:lnTo>
                    <a:pt x="3021284" y="4911546"/>
                  </a:lnTo>
                  <a:lnTo>
                    <a:pt x="2950540" y="4905603"/>
                  </a:lnTo>
                  <a:lnTo>
                    <a:pt x="2880821" y="4900931"/>
                  </a:lnTo>
                  <a:lnTo>
                    <a:pt x="2863129" y="4898260"/>
                  </a:lnTo>
                  <a:lnTo>
                    <a:pt x="2794973" y="4892535"/>
                  </a:lnTo>
                  <a:cubicBezTo>
                    <a:pt x="2720218" y="4881541"/>
                    <a:pt x="2646372" y="4865223"/>
                    <a:pt x="2574122" y="4841584"/>
                  </a:cubicBezTo>
                  <a:lnTo>
                    <a:pt x="2570570" y="4840312"/>
                  </a:lnTo>
                  <a:lnTo>
                    <a:pt x="2562261" y="4838293"/>
                  </a:lnTo>
                  <a:cubicBezTo>
                    <a:pt x="2510096" y="4823057"/>
                    <a:pt x="2458420" y="4805333"/>
                    <a:pt x="2407269" y="4784988"/>
                  </a:cubicBezTo>
                  <a:lnTo>
                    <a:pt x="2336140" y="4751368"/>
                  </a:lnTo>
                  <a:lnTo>
                    <a:pt x="2240003" y="4709920"/>
                  </a:lnTo>
                  <a:lnTo>
                    <a:pt x="2195636" y="4684956"/>
                  </a:lnTo>
                  <a:lnTo>
                    <a:pt x="2181523" y="4678286"/>
                  </a:lnTo>
                  <a:lnTo>
                    <a:pt x="2167319" y="4669024"/>
                  </a:lnTo>
                  <a:lnTo>
                    <a:pt x="2072525" y="4615687"/>
                  </a:lnTo>
                  <a:lnTo>
                    <a:pt x="1997855" y="4558522"/>
                  </a:lnTo>
                  <a:lnTo>
                    <a:pt x="1972868" y="4542229"/>
                  </a:lnTo>
                  <a:lnTo>
                    <a:pt x="1945036" y="4518085"/>
                  </a:lnTo>
                  <a:lnTo>
                    <a:pt x="1919434" y="4498485"/>
                  </a:lnTo>
                  <a:lnTo>
                    <a:pt x="1870991" y="4453853"/>
                  </a:lnTo>
                  <a:lnTo>
                    <a:pt x="1792414" y="4385689"/>
                  </a:lnTo>
                  <a:lnTo>
                    <a:pt x="1772162" y="4362800"/>
                  </a:lnTo>
                  <a:lnTo>
                    <a:pt x="1750490" y="4342832"/>
                  </a:lnTo>
                  <a:cubicBezTo>
                    <a:pt x="1701263" y="4293275"/>
                    <a:pt x="1656089" y="4240492"/>
                    <a:pt x="1614338" y="4185069"/>
                  </a:cubicBezTo>
                  <a:lnTo>
                    <a:pt x="1542628" y="4077395"/>
                  </a:lnTo>
                  <a:lnTo>
                    <a:pt x="1524427" y="4051628"/>
                  </a:lnTo>
                  <a:lnTo>
                    <a:pt x="1518881" y="4041738"/>
                  </a:lnTo>
                  <a:lnTo>
                    <a:pt x="1498724" y="4011473"/>
                  </a:lnTo>
                  <a:cubicBezTo>
                    <a:pt x="1399674" y="3843918"/>
                    <a:pt x="1328998" y="3664845"/>
                    <a:pt x="1286225" y="3475263"/>
                  </a:cubicBezTo>
                  <a:cubicBezTo>
                    <a:pt x="1271865" y="3411614"/>
                    <a:pt x="1263391" y="3346258"/>
                    <a:pt x="1257348" y="3281206"/>
                  </a:cubicBezTo>
                  <a:lnTo>
                    <a:pt x="1253493" y="3235906"/>
                  </a:lnTo>
                  <a:lnTo>
                    <a:pt x="1247895" y="3188693"/>
                  </a:lnTo>
                  <a:lnTo>
                    <a:pt x="1247677" y="3167558"/>
                  </a:lnTo>
                  <a:lnTo>
                    <a:pt x="1246881" y="3158210"/>
                  </a:lnTo>
                  <a:cubicBezTo>
                    <a:pt x="1244187" y="3117151"/>
                    <a:pt x="1242771" y="3076087"/>
                    <a:pt x="1244089" y="3035182"/>
                  </a:cubicBezTo>
                  <a:lnTo>
                    <a:pt x="1246080" y="3012466"/>
                  </a:lnTo>
                  <a:lnTo>
                    <a:pt x="1245857" y="2990700"/>
                  </a:lnTo>
                  <a:cubicBezTo>
                    <a:pt x="1248827" y="2938724"/>
                    <a:pt x="1253640" y="2887104"/>
                    <a:pt x="1260442" y="2835885"/>
                  </a:cubicBezTo>
                  <a:lnTo>
                    <a:pt x="1262703" y="2822890"/>
                  </a:lnTo>
                  <a:lnTo>
                    <a:pt x="1264474" y="2802705"/>
                  </a:lnTo>
                  <a:cubicBezTo>
                    <a:pt x="1275859" y="2725802"/>
                    <a:pt x="1292143" y="2649563"/>
                    <a:pt x="1314250" y="2574224"/>
                  </a:cubicBezTo>
                  <a:lnTo>
                    <a:pt x="1320149" y="2557155"/>
                  </a:lnTo>
                  <a:lnTo>
                    <a:pt x="1326291" y="2533780"/>
                  </a:lnTo>
                  <a:lnTo>
                    <a:pt x="1370962" y="2410131"/>
                  </a:lnTo>
                  <a:lnTo>
                    <a:pt x="1376927" y="2392874"/>
                  </a:lnTo>
                  <a:lnTo>
                    <a:pt x="1378137" y="2390273"/>
                  </a:lnTo>
                  <a:lnTo>
                    <a:pt x="1379298" y="2387060"/>
                  </a:lnTo>
                  <a:cubicBezTo>
                    <a:pt x="1396652" y="2345179"/>
                    <a:pt x="1415253" y="2304069"/>
                    <a:pt x="1435212" y="2263786"/>
                  </a:cubicBezTo>
                  <a:lnTo>
                    <a:pt x="1447898" y="2240356"/>
                  </a:lnTo>
                  <a:lnTo>
                    <a:pt x="1457783" y="2219112"/>
                  </a:lnTo>
                  <a:lnTo>
                    <a:pt x="1477151" y="2186326"/>
                  </a:lnTo>
                  <a:lnTo>
                    <a:pt x="1499275" y="2145463"/>
                  </a:lnTo>
                  <a:lnTo>
                    <a:pt x="1523344" y="2108129"/>
                  </a:lnTo>
                  <a:lnTo>
                    <a:pt x="1551402" y="2060631"/>
                  </a:lnTo>
                  <a:lnTo>
                    <a:pt x="1567978" y="2038897"/>
                  </a:lnTo>
                  <a:lnTo>
                    <a:pt x="1572150" y="2032426"/>
                  </a:lnTo>
                  <a:cubicBezTo>
                    <a:pt x="1597985" y="1995664"/>
                    <a:pt x="1625399" y="1959837"/>
                    <a:pt x="1654504" y="1925000"/>
                  </a:cubicBezTo>
                  <a:cubicBezTo>
                    <a:pt x="1671881" y="1904201"/>
                    <a:pt x="1688045" y="1882388"/>
                    <a:pt x="1706570" y="1859327"/>
                  </a:cubicBezTo>
                  <a:lnTo>
                    <a:pt x="1765918" y="1802172"/>
                  </a:lnTo>
                  <a:lnTo>
                    <a:pt x="1809022" y="1755214"/>
                  </a:lnTo>
                  <a:lnTo>
                    <a:pt x="1858946" y="1712580"/>
                  </a:lnTo>
                  <a:lnTo>
                    <a:pt x="1885136" y="1687357"/>
                  </a:lnTo>
                  <a:lnTo>
                    <a:pt x="1960404" y="1625937"/>
                  </a:lnTo>
                  <a:lnTo>
                    <a:pt x="1979028" y="1610032"/>
                  </a:lnTo>
                  <a:lnTo>
                    <a:pt x="1991026" y="1602191"/>
                  </a:lnTo>
                  <a:lnTo>
                    <a:pt x="2081593" y="1538905"/>
                  </a:lnTo>
                  <a:lnTo>
                    <a:pt x="2140883" y="1504260"/>
                  </a:lnTo>
                  <a:lnTo>
                    <a:pt x="2166333" y="1487627"/>
                  </a:lnTo>
                  <a:lnTo>
                    <a:pt x="2187413" y="1477070"/>
                  </a:lnTo>
                  <a:lnTo>
                    <a:pt x="2226820" y="1454042"/>
                  </a:lnTo>
                  <a:lnTo>
                    <a:pt x="2347072" y="1397102"/>
                  </a:lnTo>
                  <a:lnTo>
                    <a:pt x="2348319" y="1396478"/>
                  </a:lnTo>
                  <a:lnTo>
                    <a:pt x="2348639" y="1396360"/>
                  </a:lnTo>
                  <a:lnTo>
                    <a:pt x="2377487" y="1382700"/>
                  </a:lnTo>
                  <a:cubicBezTo>
                    <a:pt x="2428683" y="1361345"/>
                    <a:pt x="2480889" y="1342497"/>
                    <a:pt x="2534205" y="1326415"/>
                  </a:cubicBezTo>
                  <a:lnTo>
                    <a:pt x="2612971" y="1307277"/>
                  </a:lnTo>
                  <a:lnTo>
                    <a:pt x="2709335" y="1282298"/>
                  </a:lnTo>
                  <a:cubicBezTo>
                    <a:pt x="2766452" y="1270348"/>
                    <a:pt x="2824205" y="1261685"/>
                    <a:pt x="2882979" y="1258001"/>
                  </a:cubicBezTo>
                  <a:lnTo>
                    <a:pt x="2944068" y="1253219"/>
                  </a:lnTo>
                  <a:lnTo>
                    <a:pt x="2949175" y="1252524"/>
                  </a:lnTo>
                  <a:lnTo>
                    <a:pt x="2956410" y="1252252"/>
                  </a:lnTo>
                  <a:lnTo>
                    <a:pt x="2997450" y="1249039"/>
                  </a:lnTo>
                  <a:cubicBezTo>
                    <a:pt x="3035607" y="1246183"/>
                    <a:pt x="3073742" y="1244188"/>
                    <a:pt x="3111790" y="1245237"/>
                  </a:cubicBezTo>
                  <a:close/>
                  <a:moveTo>
                    <a:pt x="3100273" y="506"/>
                  </a:moveTo>
                  <a:cubicBezTo>
                    <a:pt x="3219551" y="4099"/>
                    <a:pt x="3338692" y="15833"/>
                    <a:pt x="3457608" y="27083"/>
                  </a:cubicBezTo>
                  <a:cubicBezTo>
                    <a:pt x="3682619" y="48370"/>
                    <a:pt x="3900170" y="103922"/>
                    <a:pt x="4112467" y="179471"/>
                  </a:cubicBezTo>
                  <a:cubicBezTo>
                    <a:pt x="4315160" y="251602"/>
                    <a:pt x="4510361" y="341253"/>
                    <a:pt x="4690335" y="459668"/>
                  </a:cubicBezTo>
                  <a:cubicBezTo>
                    <a:pt x="4814380" y="541284"/>
                    <a:pt x="4937233" y="626002"/>
                    <a:pt x="5052345" y="719518"/>
                  </a:cubicBezTo>
                  <a:cubicBezTo>
                    <a:pt x="5153533" y="801721"/>
                    <a:pt x="5247608" y="893956"/>
                    <a:pt x="5337007" y="989105"/>
                  </a:cubicBezTo>
                  <a:cubicBezTo>
                    <a:pt x="5486606" y="1148327"/>
                    <a:pt x="5617159" y="1323309"/>
                    <a:pt x="5727883" y="1511797"/>
                  </a:cubicBezTo>
                  <a:cubicBezTo>
                    <a:pt x="5832145" y="1689285"/>
                    <a:pt x="5918542" y="1875462"/>
                    <a:pt x="5986089" y="2070447"/>
                  </a:cubicBezTo>
                  <a:cubicBezTo>
                    <a:pt x="6039089" y="2223447"/>
                    <a:pt x="6078517" y="2379815"/>
                    <a:pt x="6108946" y="2538387"/>
                  </a:cubicBezTo>
                  <a:cubicBezTo>
                    <a:pt x="6123410" y="2613764"/>
                    <a:pt x="6132981" y="2690698"/>
                    <a:pt x="6136977" y="2767333"/>
                  </a:cubicBezTo>
                  <a:cubicBezTo>
                    <a:pt x="6144794" y="2917272"/>
                    <a:pt x="6151430" y="3067532"/>
                    <a:pt x="6150187" y="3217589"/>
                  </a:cubicBezTo>
                  <a:cubicBezTo>
                    <a:pt x="6149409" y="3311371"/>
                    <a:pt x="6134123" y="3405112"/>
                    <a:pt x="6123983" y="3498722"/>
                  </a:cubicBezTo>
                  <a:cubicBezTo>
                    <a:pt x="6101729" y="3704171"/>
                    <a:pt x="6049545" y="3902695"/>
                    <a:pt x="5981343" y="4097149"/>
                  </a:cubicBezTo>
                  <a:cubicBezTo>
                    <a:pt x="5925945" y="4255102"/>
                    <a:pt x="5858461" y="4407885"/>
                    <a:pt x="5775358" y="4556304"/>
                  </a:cubicBezTo>
                  <a:cubicBezTo>
                    <a:pt x="5768121" y="4552761"/>
                    <a:pt x="5762654" y="4548228"/>
                    <a:pt x="5758961" y="4542542"/>
                  </a:cubicBezTo>
                  <a:cubicBezTo>
                    <a:pt x="5715572" y="4475745"/>
                    <a:pt x="5660244" y="4423177"/>
                    <a:pt x="5584808" y="4393827"/>
                  </a:cubicBezTo>
                  <a:cubicBezTo>
                    <a:pt x="5563124" y="4385391"/>
                    <a:pt x="5542036" y="4375422"/>
                    <a:pt x="5521827" y="4363881"/>
                  </a:cubicBezTo>
                  <a:cubicBezTo>
                    <a:pt x="5575732" y="4241563"/>
                    <a:pt x="5633155" y="4123312"/>
                    <a:pt x="5680079" y="4001031"/>
                  </a:cubicBezTo>
                  <a:cubicBezTo>
                    <a:pt x="5741723" y="3840391"/>
                    <a:pt x="5784123" y="3673795"/>
                    <a:pt x="5805855" y="3502597"/>
                  </a:cubicBezTo>
                  <a:cubicBezTo>
                    <a:pt x="5817968" y="3407185"/>
                    <a:pt x="5836521" y="3311775"/>
                    <a:pt x="5838465" y="3216084"/>
                  </a:cubicBezTo>
                  <a:cubicBezTo>
                    <a:pt x="5841184" y="3082274"/>
                    <a:pt x="5835009" y="2947917"/>
                    <a:pt x="5825187" y="2814342"/>
                  </a:cubicBezTo>
                  <a:cubicBezTo>
                    <a:pt x="5818174" y="2718947"/>
                    <a:pt x="5801467" y="2623998"/>
                    <a:pt x="5784605" y="2529651"/>
                  </a:cubicBezTo>
                  <a:cubicBezTo>
                    <a:pt x="5747125" y="2319923"/>
                    <a:pt x="5678443" y="2119518"/>
                    <a:pt x="5589222" y="1926762"/>
                  </a:cubicBezTo>
                  <a:cubicBezTo>
                    <a:pt x="5486084" y="1703935"/>
                    <a:pt x="5355984" y="1497653"/>
                    <a:pt x="5196780" y="1309756"/>
                  </a:cubicBezTo>
                  <a:cubicBezTo>
                    <a:pt x="5103670" y="1199866"/>
                    <a:pt x="5004358" y="1096951"/>
                    <a:pt x="4896076" y="1001829"/>
                  </a:cubicBezTo>
                  <a:cubicBezTo>
                    <a:pt x="4788789" y="907583"/>
                    <a:pt x="4675563" y="821963"/>
                    <a:pt x="4555259" y="745471"/>
                  </a:cubicBezTo>
                  <a:cubicBezTo>
                    <a:pt x="4383013" y="635954"/>
                    <a:pt x="4201006" y="545688"/>
                    <a:pt x="4008872" y="477052"/>
                  </a:cubicBezTo>
                  <a:cubicBezTo>
                    <a:pt x="3834064" y="414605"/>
                    <a:pt x="3655240" y="366592"/>
                    <a:pt x="3470242" y="345211"/>
                  </a:cubicBezTo>
                  <a:cubicBezTo>
                    <a:pt x="3381271" y="334927"/>
                    <a:pt x="3292137" y="319939"/>
                    <a:pt x="3202955" y="319026"/>
                  </a:cubicBezTo>
                  <a:cubicBezTo>
                    <a:pt x="3067904" y="317640"/>
                    <a:pt x="2932613" y="324369"/>
                    <a:pt x="2797688" y="332198"/>
                  </a:cubicBezTo>
                  <a:cubicBezTo>
                    <a:pt x="2722213" y="336577"/>
                    <a:pt x="2646281" y="345334"/>
                    <a:pt x="2572288" y="360542"/>
                  </a:cubicBezTo>
                  <a:cubicBezTo>
                    <a:pt x="2416352" y="392593"/>
                    <a:pt x="2262725" y="433656"/>
                    <a:pt x="2113231" y="489974"/>
                  </a:cubicBezTo>
                  <a:cubicBezTo>
                    <a:pt x="1928557" y="559545"/>
                    <a:pt x="1751607" y="644778"/>
                    <a:pt x="1588135" y="754718"/>
                  </a:cubicBezTo>
                  <a:cubicBezTo>
                    <a:pt x="1479699" y="827643"/>
                    <a:pt x="1374583" y="906792"/>
                    <a:pt x="1275390" y="991800"/>
                  </a:cubicBezTo>
                  <a:cubicBezTo>
                    <a:pt x="1179240" y="1074202"/>
                    <a:pt x="1085284" y="1161485"/>
                    <a:pt x="1003600" y="1257845"/>
                  </a:cubicBezTo>
                  <a:cubicBezTo>
                    <a:pt x="906203" y="1372740"/>
                    <a:pt x="818761" y="1496795"/>
                    <a:pt x="734500" y="1621928"/>
                  </a:cubicBezTo>
                  <a:cubicBezTo>
                    <a:pt x="624332" y="1785537"/>
                    <a:pt x="542863" y="1964511"/>
                    <a:pt x="476571" y="2150168"/>
                  </a:cubicBezTo>
                  <a:cubicBezTo>
                    <a:pt x="427834" y="2286659"/>
                    <a:pt x="386702" y="2425372"/>
                    <a:pt x="365315" y="2569045"/>
                  </a:cubicBezTo>
                  <a:cubicBezTo>
                    <a:pt x="348021" y="2685213"/>
                    <a:pt x="324026" y="2801431"/>
                    <a:pt x="319812" y="2918233"/>
                  </a:cubicBezTo>
                  <a:cubicBezTo>
                    <a:pt x="314575" y="3063369"/>
                    <a:pt x="321888" y="3209489"/>
                    <a:pt x="332844" y="3354500"/>
                  </a:cubicBezTo>
                  <a:cubicBezTo>
                    <a:pt x="340631" y="3457545"/>
                    <a:pt x="361087" y="3559888"/>
                    <a:pt x="379988" y="3661784"/>
                  </a:cubicBezTo>
                  <a:cubicBezTo>
                    <a:pt x="416794" y="3860209"/>
                    <a:pt x="484282" y="4049213"/>
                    <a:pt x="569161" y="4231524"/>
                  </a:cubicBezTo>
                  <a:cubicBezTo>
                    <a:pt x="614185" y="4328230"/>
                    <a:pt x="665333" y="4422594"/>
                    <a:pt x="720344" y="4514027"/>
                  </a:cubicBezTo>
                  <a:cubicBezTo>
                    <a:pt x="813158" y="4668291"/>
                    <a:pt x="920541" y="4812490"/>
                    <a:pt x="1044318" y="4943634"/>
                  </a:cubicBezTo>
                  <a:cubicBezTo>
                    <a:pt x="1103146" y="5005962"/>
                    <a:pt x="1163911" y="5066624"/>
                    <a:pt x="1226334" y="5125347"/>
                  </a:cubicBezTo>
                  <a:cubicBezTo>
                    <a:pt x="1273457" y="5169677"/>
                    <a:pt x="1321823" y="5213675"/>
                    <a:pt x="1374552" y="5250850"/>
                  </a:cubicBezTo>
                  <a:cubicBezTo>
                    <a:pt x="1481960" y="5326575"/>
                    <a:pt x="1591348" y="5399708"/>
                    <a:pt x="1702397" y="5469997"/>
                  </a:cubicBezTo>
                  <a:cubicBezTo>
                    <a:pt x="1831943" y="5551994"/>
                    <a:pt x="1971706" y="5614415"/>
                    <a:pt x="2115406" y="5666869"/>
                  </a:cubicBezTo>
                  <a:cubicBezTo>
                    <a:pt x="2265088" y="5721506"/>
                    <a:pt x="2416853" y="5770418"/>
                    <a:pt x="2575544" y="5792294"/>
                  </a:cubicBezTo>
                  <a:cubicBezTo>
                    <a:pt x="2699823" y="5809427"/>
                    <a:pt x="2824015" y="5830095"/>
                    <a:pt x="2948966" y="5838514"/>
                  </a:cubicBezTo>
                  <a:cubicBezTo>
                    <a:pt x="3048217" y="5845200"/>
                    <a:pt x="3148994" y="5840761"/>
                    <a:pt x="3248302" y="5832153"/>
                  </a:cubicBezTo>
                  <a:cubicBezTo>
                    <a:pt x="3373138" y="5821331"/>
                    <a:pt x="3497812" y="5805049"/>
                    <a:pt x="3621407" y="5784288"/>
                  </a:cubicBezTo>
                  <a:cubicBezTo>
                    <a:pt x="3846309" y="5746508"/>
                    <a:pt x="4060270" y="5671490"/>
                    <a:pt x="4264062" y="5570858"/>
                  </a:cubicBezTo>
                  <a:cubicBezTo>
                    <a:pt x="4386710" y="5510294"/>
                    <a:pt x="4502990" y="5436833"/>
                    <a:pt x="4622417" y="5371716"/>
                  </a:cubicBezTo>
                  <a:cubicBezTo>
                    <a:pt x="4618763" y="5382483"/>
                    <a:pt x="4615441" y="5391068"/>
                    <a:pt x="4610798" y="5398868"/>
                  </a:cubicBezTo>
                  <a:cubicBezTo>
                    <a:pt x="4529136" y="5536060"/>
                    <a:pt x="4447595" y="5673325"/>
                    <a:pt x="4365314" y="5810146"/>
                  </a:cubicBezTo>
                  <a:cubicBezTo>
                    <a:pt x="4346103" y="5842091"/>
                    <a:pt x="4324263" y="5872455"/>
                    <a:pt x="4303633" y="5903548"/>
                  </a:cubicBezTo>
                  <a:cubicBezTo>
                    <a:pt x="4213511" y="5936836"/>
                    <a:pt x="4124154" y="5972412"/>
                    <a:pt x="4033090" y="6002885"/>
                  </a:cubicBezTo>
                  <a:cubicBezTo>
                    <a:pt x="3891434" y="6050291"/>
                    <a:pt x="3746987" y="6088363"/>
                    <a:pt x="3598979" y="6109636"/>
                  </a:cubicBezTo>
                  <a:cubicBezTo>
                    <a:pt x="3495909" y="6124449"/>
                    <a:pt x="3392241" y="6137959"/>
                    <a:pt x="3288380" y="6143705"/>
                  </a:cubicBezTo>
                  <a:cubicBezTo>
                    <a:pt x="3158805" y="6150875"/>
                    <a:pt x="3028379" y="6156678"/>
                    <a:pt x="2899007" y="6149929"/>
                  </a:cubicBezTo>
                  <a:cubicBezTo>
                    <a:pt x="2739037" y="6141584"/>
                    <a:pt x="2580217" y="6118915"/>
                    <a:pt x="2422962" y="6084077"/>
                  </a:cubicBezTo>
                  <a:cubicBezTo>
                    <a:pt x="2210719" y="6037054"/>
                    <a:pt x="2005890" y="5969975"/>
                    <a:pt x="1808080" y="5880437"/>
                  </a:cubicBezTo>
                  <a:cubicBezTo>
                    <a:pt x="1598136" y="5785407"/>
                    <a:pt x="1402303" y="5667439"/>
                    <a:pt x="1218563" y="5528026"/>
                  </a:cubicBezTo>
                  <a:cubicBezTo>
                    <a:pt x="1077015" y="5420627"/>
                    <a:pt x="943902" y="5303914"/>
                    <a:pt x="825100" y="5172627"/>
                  </a:cubicBezTo>
                  <a:cubicBezTo>
                    <a:pt x="731828" y="5069554"/>
                    <a:pt x="645544" y="4959583"/>
                    <a:pt x="562563" y="4847916"/>
                  </a:cubicBezTo>
                  <a:cubicBezTo>
                    <a:pt x="450911" y="4697666"/>
                    <a:pt x="360904" y="4533828"/>
                    <a:pt x="282711" y="4363830"/>
                  </a:cubicBezTo>
                  <a:cubicBezTo>
                    <a:pt x="211437" y="4208876"/>
                    <a:pt x="149495" y="4050249"/>
                    <a:pt x="109984" y="3883908"/>
                  </a:cubicBezTo>
                  <a:cubicBezTo>
                    <a:pt x="83018" y="3770380"/>
                    <a:pt x="55869" y="3656701"/>
                    <a:pt x="35226" y="3541934"/>
                  </a:cubicBezTo>
                  <a:cubicBezTo>
                    <a:pt x="21807" y="3467332"/>
                    <a:pt x="18804" y="3390736"/>
                    <a:pt x="13199" y="3314881"/>
                  </a:cubicBezTo>
                  <a:cubicBezTo>
                    <a:pt x="7228" y="3234077"/>
                    <a:pt x="-2168" y="3152904"/>
                    <a:pt x="449" y="3072232"/>
                  </a:cubicBezTo>
                  <a:cubicBezTo>
                    <a:pt x="4466" y="2948342"/>
                    <a:pt x="15394" y="2824545"/>
                    <a:pt x="27113" y="2701061"/>
                  </a:cubicBezTo>
                  <a:cubicBezTo>
                    <a:pt x="48464" y="2476109"/>
                    <a:pt x="103591" y="2258553"/>
                    <a:pt x="179088" y="2046067"/>
                  </a:cubicBezTo>
                  <a:cubicBezTo>
                    <a:pt x="242431" y="1867783"/>
                    <a:pt x="319724" y="1695491"/>
                    <a:pt x="419493" y="1534637"/>
                  </a:cubicBezTo>
                  <a:cubicBezTo>
                    <a:pt x="493498" y="1415321"/>
                    <a:pt x="570067" y="1297056"/>
                    <a:pt x="653585" y="1184317"/>
                  </a:cubicBezTo>
                  <a:cubicBezTo>
                    <a:pt x="756659" y="1045180"/>
                    <a:pt x="878150" y="921145"/>
                    <a:pt x="1005420" y="804069"/>
                  </a:cubicBezTo>
                  <a:cubicBezTo>
                    <a:pt x="1138561" y="681591"/>
                    <a:pt x="1282455" y="571789"/>
                    <a:pt x="1436383" y="476258"/>
                  </a:cubicBezTo>
                  <a:cubicBezTo>
                    <a:pt x="1509848" y="430665"/>
                    <a:pt x="1585680" y="388679"/>
                    <a:pt x="1661894" y="347766"/>
                  </a:cubicBezTo>
                  <a:cubicBezTo>
                    <a:pt x="1825365" y="260009"/>
                    <a:pt x="1995786" y="187686"/>
                    <a:pt x="2174513" y="138049"/>
                  </a:cubicBezTo>
                  <a:cubicBezTo>
                    <a:pt x="2300789" y="102979"/>
                    <a:pt x="2428925" y="73463"/>
                    <a:pt x="2557609" y="48610"/>
                  </a:cubicBezTo>
                  <a:cubicBezTo>
                    <a:pt x="2650666" y="30638"/>
                    <a:pt x="2745782" y="22111"/>
                    <a:pt x="2840358" y="13593"/>
                  </a:cubicBezTo>
                  <a:cubicBezTo>
                    <a:pt x="2926745" y="5813"/>
                    <a:pt x="3013817" y="-2098"/>
                    <a:pt x="3100273" y="50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506" name="Freeform: Shape 2505">
              <a:extLst>
                <a:ext uri="{FF2B5EF4-FFF2-40B4-BE49-F238E27FC236}">
                  <a16:creationId xmlns:a16="http://schemas.microsoft.com/office/drawing/2014/main" id="{14681DD9-D0C5-0C06-BC54-7C5D30725A33}"/>
                </a:ext>
                <a:ext uri="{C183D7F6-B498-43B3-948B-1728B52AA6E4}">
                  <adec:decorative xmlns:adec="http://schemas.microsoft.com/office/drawing/2017/decorative" val="1"/>
                </a:ext>
              </a:extLst>
            </p:cNvPr>
            <p:cNvSpPr/>
            <p:nvPr/>
          </p:nvSpPr>
          <p:spPr>
            <a:xfrm>
              <a:off x="6712899" y="5305255"/>
              <a:ext cx="198537" cy="201472"/>
            </a:xfrm>
            <a:custGeom>
              <a:avLst/>
              <a:gdLst>
                <a:gd name="connsiteX0" fmla="*/ 1397350 w 2978054"/>
                <a:gd name="connsiteY0" fmla="*/ 2177433 h 3022083"/>
                <a:gd name="connsiteX1" fmla="*/ 1711779 w 2978054"/>
                <a:gd name="connsiteY1" fmla="*/ 2177433 h 3022083"/>
                <a:gd name="connsiteX2" fmla="*/ 1711779 w 2978054"/>
                <a:gd name="connsiteY2" fmla="*/ 2493829 h 3022083"/>
                <a:gd name="connsiteX3" fmla="*/ 1397350 w 2978054"/>
                <a:gd name="connsiteY3" fmla="*/ 2493829 h 3022083"/>
                <a:gd name="connsiteX4" fmla="*/ 1395705 w 2978054"/>
                <a:gd name="connsiteY4" fmla="*/ 1266003 h 3022083"/>
                <a:gd name="connsiteX5" fmla="*/ 1712271 w 2978054"/>
                <a:gd name="connsiteY5" fmla="*/ 1266003 h 3022083"/>
                <a:gd name="connsiteX6" fmla="*/ 1712271 w 2978054"/>
                <a:gd name="connsiteY6" fmla="*/ 2008590 h 3022083"/>
                <a:gd name="connsiteX7" fmla="*/ 1395705 w 2978054"/>
                <a:gd name="connsiteY7" fmla="*/ 2008590 h 3022083"/>
                <a:gd name="connsiteX8" fmla="*/ 1555704 w 2978054"/>
                <a:gd name="connsiteY8" fmla="*/ 834137 h 3022083"/>
                <a:gd name="connsiteX9" fmla="*/ 1500299 w 2978054"/>
                <a:gd name="connsiteY9" fmla="*/ 866952 h 3022083"/>
                <a:gd name="connsiteX10" fmla="*/ 1374522 w 2978054"/>
                <a:gd name="connsiteY10" fmla="*/ 1079234 h 3022083"/>
                <a:gd name="connsiteX11" fmla="*/ 1081447 w 2978054"/>
                <a:gd name="connsiteY11" fmla="*/ 1574073 h 3022083"/>
                <a:gd name="connsiteX12" fmla="*/ 813835 w 2978054"/>
                <a:gd name="connsiteY12" fmla="*/ 2020869 h 3022083"/>
                <a:gd name="connsiteX13" fmla="*/ 478293 w 2978054"/>
                <a:gd name="connsiteY13" fmla="*/ 2580986 h 3022083"/>
                <a:gd name="connsiteX14" fmla="*/ 454703 w 2978054"/>
                <a:gd name="connsiteY14" fmla="*/ 2657241 h 3022083"/>
                <a:gd name="connsiteX15" fmla="*/ 548980 w 2978054"/>
                <a:gd name="connsiteY15" fmla="*/ 2717231 h 3022083"/>
                <a:gd name="connsiteX16" fmla="*/ 2568841 w 2978054"/>
                <a:gd name="connsiteY16" fmla="*/ 2717260 h 3022083"/>
                <a:gd name="connsiteX17" fmla="*/ 2586118 w 2978054"/>
                <a:gd name="connsiteY17" fmla="*/ 2717115 h 3022083"/>
                <a:gd name="connsiteX18" fmla="*/ 2646760 w 2978054"/>
                <a:gd name="connsiteY18" fmla="*/ 2595839 h 3022083"/>
                <a:gd name="connsiteX19" fmla="*/ 2474883 w 2978054"/>
                <a:gd name="connsiteY19" fmla="*/ 2306563 h 3022083"/>
                <a:gd name="connsiteX20" fmla="*/ 2334668 w 2978054"/>
                <a:gd name="connsiteY20" fmla="*/ 2075086 h 3022083"/>
                <a:gd name="connsiteX21" fmla="*/ 2043267 w 2978054"/>
                <a:gd name="connsiteY21" fmla="*/ 1583233 h 3022083"/>
                <a:gd name="connsiteX22" fmla="*/ 1811542 w 2978054"/>
                <a:gd name="connsiteY22" fmla="*/ 1197519 h 3022083"/>
                <a:gd name="connsiteX23" fmla="*/ 1612083 w 2978054"/>
                <a:gd name="connsiteY23" fmla="*/ 867603 h 3022083"/>
                <a:gd name="connsiteX24" fmla="*/ 1555704 w 2978054"/>
                <a:gd name="connsiteY24" fmla="*/ 834137 h 3022083"/>
                <a:gd name="connsiteX25" fmla="*/ 1542307 w 2978054"/>
                <a:gd name="connsiteY25" fmla="*/ 526374 h 3022083"/>
                <a:gd name="connsiteX26" fmla="*/ 1636656 w 2978054"/>
                <a:gd name="connsiteY26" fmla="*/ 530238 h 3022083"/>
                <a:gd name="connsiteX27" fmla="*/ 1700788 w 2978054"/>
                <a:gd name="connsiteY27" fmla="*/ 557911 h 3022083"/>
                <a:gd name="connsiteX28" fmla="*/ 1874941 w 2978054"/>
                <a:gd name="connsiteY28" fmla="*/ 706626 h 3022083"/>
                <a:gd name="connsiteX29" fmla="*/ 1890808 w 2978054"/>
                <a:gd name="connsiteY29" fmla="*/ 722910 h 3022083"/>
                <a:gd name="connsiteX30" fmla="*/ 2307132 w 2978054"/>
                <a:gd name="connsiteY30" fmla="*/ 1418411 h 3022083"/>
                <a:gd name="connsiteX31" fmla="*/ 2620739 w 2978054"/>
                <a:gd name="connsiteY31" fmla="*/ 1948354 h 3022083"/>
                <a:gd name="connsiteX32" fmla="*/ 2927516 w 2978054"/>
                <a:gd name="connsiteY32" fmla="*/ 2462557 h 3022083"/>
                <a:gd name="connsiteX33" fmla="*/ 2907746 w 2978054"/>
                <a:gd name="connsiteY33" fmla="*/ 2861199 h 3022083"/>
                <a:gd name="connsiteX34" fmla="*/ 2608078 w 2978054"/>
                <a:gd name="connsiteY34" fmla="*/ 3021383 h 3022083"/>
                <a:gd name="connsiteX35" fmla="*/ 494267 w 2978054"/>
                <a:gd name="connsiteY35" fmla="*/ 3021003 h 3022083"/>
                <a:gd name="connsiteX36" fmla="*/ 219777 w 2978054"/>
                <a:gd name="connsiteY36" fmla="*/ 2877794 h 3022083"/>
                <a:gd name="connsiteX37" fmla="*/ 143783 w 2978054"/>
                <a:gd name="connsiteY37" fmla="*/ 2595734 h 3022083"/>
                <a:gd name="connsiteX38" fmla="*/ 212527 w 2978054"/>
                <a:gd name="connsiteY38" fmla="*/ 2417513 h 3022083"/>
                <a:gd name="connsiteX39" fmla="*/ 408383 w 2978054"/>
                <a:gd name="connsiteY39" fmla="*/ 2089109 h 3022083"/>
                <a:gd name="connsiteX40" fmla="*/ 419645 w 2978054"/>
                <a:gd name="connsiteY40" fmla="*/ 2070082 h 3022083"/>
                <a:gd name="connsiteX41" fmla="*/ 481295 w 2978054"/>
                <a:gd name="connsiteY41" fmla="*/ 1974228 h 3022083"/>
                <a:gd name="connsiteX42" fmla="*/ 726779 w 2978054"/>
                <a:gd name="connsiteY42" fmla="*/ 1562951 h 3022083"/>
                <a:gd name="connsiteX43" fmla="*/ 738444 w 2978054"/>
                <a:gd name="connsiteY43" fmla="*/ 1536013 h 3022083"/>
                <a:gd name="connsiteX44" fmla="*/ 739605 w 2978054"/>
                <a:gd name="connsiteY44" fmla="*/ 1533481 h 3022083"/>
                <a:gd name="connsiteX45" fmla="*/ 745352 w 2978054"/>
                <a:gd name="connsiteY45" fmla="*/ 1524475 h 3022083"/>
                <a:gd name="connsiteX46" fmla="*/ 838086 w 2978054"/>
                <a:gd name="connsiteY46" fmla="*/ 1368536 h 3022083"/>
                <a:gd name="connsiteX47" fmla="*/ 1214808 w 2978054"/>
                <a:gd name="connsiteY47" fmla="*/ 738945 h 3022083"/>
                <a:gd name="connsiteX48" fmla="*/ 1448603 w 2978054"/>
                <a:gd name="connsiteY48" fmla="*/ 541563 h 3022083"/>
                <a:gd name="connsiteX49" fmla="*/ 1542307 w 2978054"/>
                <a:gd name="connsiteY49" fmla="*/ 526374 h 3022083"/>
                <a:gd name="connsiteX50" fmla="*/ 0 w 2978054"/>
                <a:gd name="connsiteY50" fmla="*/ 0 h 3022083"/>
                <a:gd name="connsiteX51" fmla="*/ 468532 w 2978054"/>
                <a:gd name="connsiteY51" fmla="*/ 0 h 3022083"/>
                <a:gd name="connsiteX52" fmla="*/ 468532 w 2978054"/>
                <a:gd name="connsiteY52" fmla="*/ 468532 h 3022083"/>
                <a:gd name="connsiteX53" fmla="*/ 0 w 2978054"/>
                <a:gd name="connsiteY53" fmla="*/ 468532 h 302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78054" h="3022083">
                  <a:moveTo>
                    <a:pt x="1397350" y="2177433"/>
                  </a:moveTo>
                  <a:lnTo>
                    <a:pt x="1711779" y="2177433"/>
                  </a:lnTo>
                  <a:lnTo>
                    <a:pt x="1711779" y="2493829"/>
                  </a:lnTo>
                  <a:lnTo>
                    <a:pt x="1397350" y="2493829"/>
                  </a:lnTo>
                  <a:close/>
                  <a:moveTo>
                    <a:pt x="1395705" y="1266003"/>
                  </a:moveTo>
                  <a:lnTo>
                    <a:pt x="1712271" y="1266003"/>
                  </a:lnTo>
                  <a:lnTo>
                    <a:pt x="1712271" y="2008590"/>
                  </a:lnTo>
                  <a:lnTo>
                    <a:pt x="1395705" y="2008590"/>
                  </a:lnTo>
                  <a:close/>
                  <a:moveTo>
                    <a:pt x="1555704" y="834137"/>
                  </a:moveTo>
                  <a:cubicBezTo>
                    <a:pt x="1534496" y="834111"/>
                    <a:pt x="1513451" y="845132"/>
                    <a:pt x="1500299" y="866952"/>
                  </a:cubicBezTo>
                  <a:cubicBezTo>
                    <a:pt x="1457843" y="937392"/>
                    <a:pt x="1416418" y="1008455"/>
                    <a:pt x="1374522" y="1079234"/>
                  </a:cubicBezTo>
                  <a:cubicBezTo>
                    <a:pt x="1276871" y="1244205"/>
                    <a:pt x="1179505" y="1409345"/>
                    <a:pt x="1081447" y="1574073"/>
                  </a:cubicBezTo>
                  <a:cubicBezTo>
                    <a:pt x="992648" y="1723245"/>
                    <a:pt x="903169" y="1872014"/>
                    <a:pt x="813835" y="2020869"/>
                  </a:cubicBezTo>
                  <a:cubicBezTo>
                    <a:pt x="701839" y="2207486"/>
                    <a:pt x="589156" y="2393697"/>
                    <a:pt x="478293" y="2580986"/>
                  </a:cubicBezTo>
                  <a:cubicBezTo>
                    <a:pt x="464888" y="2603632"/>
                    <a:pt x="451217" y="2633306"/>
                    <a:pt x="454703" y="2657241"/>
                  </a:cubicBezTo>
                  <a:cubicBezTo>
                    <a:pt x="461549" y="2704239"/>
                    <a:pt x="488298" y="2717226"/>
                    <a:pt x="548980" y="2717231"/>
                  </a:cubicBezTo>
                  <a:cubicBezTo>
                    <a:pt x="1222266" y="2717281"/>
                    <a:pt x="1895554" y="2717262"/>
                    <a:pt x="2568841" y="2717260"/>
                  </a:cubicBezTo>
                  <a:cubicBezTo>
                    <a:pt x="2574604" y="2717260"/>
                    <a:pt x="2580469" y="2717928"/>
                    <a:pt x="2586118" y="2717115"/>
                  </a:cubicBezTo>
                  <a:cubicBezTo>
                    <a:pt x="2657652" y="2706821"/>
                    <a:pt x="2683465" y="2657127"/>
                    <a:pt x="2646760" y="2595839"/>
                  </a:cubicBezTo>
                  <a:cubicBezTo>
                    <a:pt x="2589964" y="2501002"/>
                    <a:pt x="2532850" y="2406352"/>
                    <a:pt x="2474883" y="2306563"/>
                  </a:cubicBezTo>
                  <a:cubicBezTo>
                    <a:pt x="2428108" y="2229426"/>
                    <a:pt x="2380788" y="2152613"/>
                    <a:pt x="2334668" y="2075086"/>
                  </a:cubicBezTo>
                  <a:cubicBezTo>
                    <a:pt x="2237237" y="1911312"/>
                    <a:pt x="2140766" y="1746966"/>
                    <a:pt x="2043267" y="1583233"/>
                  </a:cubicBezTo>
                  <a:cubicBezTo>
                    <a:pt x="1966526" y="1454363"/>
                    <a:pt x="1888896" y="1326021"/>
                    <a:pt x="1811542" y="1197519"/>
                  </a:cubicBezTo>
                  <a:cubicBezTo>
                    <a:pt x="1745265" y="1087418"/>
                    <a:pt x="1679559" y="976964"/>
                    <a:pt x="1612083" y="867603"/>
                  </a:cubicBezTo>
                  <a:cubicBezTo>
                    <a:pt x="1598282" y="845235"/>
                    <a:pt x="1576912" y="834162"/>
                    <a:pt x="1555704" y="834137"/>
                  </a:cubicBezTo>
                  <a:close/>
                  <a:moveTo>
                    <a:pt x="1542307" y="526374"/>
                  </a:moveTo>
                  <a:cubicBezTo>
                    <a:pt x="1573598" y="524977"/>
                    <a:pt x="1604996" y="526756"/>
                    <a:pt x="1636656" y="530238"/>
                  </a:cubicBezTo>
                  <a:cubicBezTo>
                    <a:pt x="1658016" y="539506"/>
                    <a:pt x="1679105" y="549475"/>
                    <a:pt x="1700788" y="557911"/>
                  </a:cubicBezTo>
                  <a:cubicBezTo>
                    <a:pt x="1776225" y="587261"/>
                    <a:pt x="1831553" y="639829"/>
                    <a:pt x="1874941" y="706626"/>
                  </a:cubicBezTo>
                  <a:cubicBezTo>
                    <a:pt x="1878635" y="712311"/>
                    <a:pt x="1884102" y="716845"/>
                    <a:pt x="1890808" y="722910"/>
                  </a:cubicBezTo>
                  <a:cubicBezTo>
                    <a:pt x="2030987" y="955391"/>
                    <a:pt x="2169371" y="1186715"/>
                    <a:pt x="2307132" y="1418411"/>
                  </a:cubicBezTo>
                  <a:cubicBezTo>
                    <a:pt x="2412032" y="1594842"/>
                    <a:pt x="2515660" y="1772029"/>
                    <a:pt x="2620739" y="1948354"/>
                  </a:cubicBezTo>
                  <a:cubicBezTo>
                    <a:pt x="2722923" y="2119822"/>
                    <a:pt x="2830946" y="2288010"/>
                    <a:pt x="2927516" y="2462557"/>
                  </a:cubicBezTo>
                  <a:cubicBezTo>
                    <a:pt x="3000984" y="2595345"/>
                    <a:pt x="2994316" y="2733919"/>
                    <a:pt x="2907746" y="2861199"/>
                  </a:cubicBezTo>
                  <a:cubicBezTo>
                    <a:pt x="2836956" y="2965280"/>
                    <a:pt x="2735085" y="3021234"/>
                    <a:pt x="2608078" y="3021383"/>
                  </a:cubicBezTo>
                  <a:cubicBezTo>
                    <a:pt x="1903475" y="3022212"/>
                    <a:pt x="1198867" y="3022549"/>
                    <a:pt x="494267" y="3021003"/>
                  </a:cubicBezTo>
                  <a:cubicBezTo>
                    <a:pt x="380621" y="3020753"/>
                    <a:pt x="289657" y="2965682"/>
                    <a:pt x="219777" y="2877794"/>
                  </a:cubicBezTo>
                  <a:cubicBezTo>
                    <a:pt x="154177" y="2795290"/>
                    <a:pt x="133048" y="2698631"/>
                    <a:pt x="143783" y="2595734"/>
                  </a:cubicBezTo>
                  <a:cubicBezTo>
                    <a:pt x="150529" y="2531072"/>
                    <a:pt x="179148" y="2473045"/>
                    <a:pt x="212527" y="2417513"/>
                  </a:cubicBezTo>
                  <a:cubicBezTo>
                    <a:pt x="278190" y="2308273"/>
                    <a:pt x="343093" y="2198574"/>
                    <a:pt x="408383" y="2089109"/>
                  </a:cubicBezTo>
                  <a:cubicBezTo>
                    <a:pt x="411801" y="2083377"/>
                    <a:pt x="415897" y="2078048"/>
                    <a:pt x="419645" y="2070082"/>
                  </a:cubicBezTo>
                  <a:cubicBezTo>
                    <a:pt x="440243" y="2036539"/>
                    <a:pt x="462084" y="2006175"/>
                    <a:pt x="481295" y="1974228"/>
                  </a:cubicBezTo>
                  <a:cubicBezTo>
                    <a:pt x="563576" y="1837408"/>
                    <a:pt x="645117" y="1700143"/>
                    <a:pt x="726779" y="1562951"/>
                  </a:cubicBezTo>
                  <a:cubicBezTo>
                    <a:pt x="731421" y="1555152"/>
                    <a:pt x="734744" y="1546567"/>
                    <a:pt x="738444" y="1536013"/>
                  </a:cubicBezTo>
                  <a:cubicBezTo>
                    <a:pt x="738207" y="1533679"/>
                    <a:pt x="737773" y="1533744"/>
                    <a:pt x="739605" y="1533481"/>
                  </a:cubicBezTo>
                  <a:cubicBezTo>
                    <a:pt x="742405" y="1531041"/>
                    <a:pt x="743376" y="1528863"/>
                    <a:pt x="745352" y="1524475"/>
                  </a:cubicBezTo>
                  <a:cubicBezTo>
                    <a:pt x="776928" y="1471019"/>
                    <a:pt x="807401" y="1419714"/>
                    <a:pt x="838086" y="1368536"/>
                  </a:cubicBezTo>
                  <a:cubicBezTo>
                    <a:pt x="963853" y="1158786"/>
                    <a:pt x="1091194" y="949957"/>
                    <a:pt x="1214808" y="738945"/>
                  </a:cubicBezTo>
                  <a:cubicBezTo>
                    <a:pt x="1270221" y="644355"/>
                    <a:pt x="1340969" y="573339"/>
                    <a:pt x="1448603" y="541563"/>
                  </a:cubicBezTo>
                  <a:cubicBezTo>
                    <a:pt x="1479833" y="532343"/>
                    <a:pt x="1511016" y="527771"/>
                    <a:pt x="1542307" y="526374"/>
                  </a:cubicBezTo>
                  <a:close/>
                  <a:moveTo>
                    <a:pt x="0" y="0"/>
                  </a:moveTo>
                  <a:lnTo>
                    <a:pt x="468532" y="0"/>
                  </a:lnTo>
                  <a:lnTo>
                    <a:pt x="468532" y="468532"/>
                  </a:lnTo>
                  <a:lnTo>
                    <a:pt x="0" y="468532"/>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59" name="Group 2758">
            <a:extLst>
              <a:ext uri="{FF2B5EF4-FFF2-40B4-BE49-F238E27FC236}">
                <a16:creationId xmlns:a16="http://schemas.microsoft.com/office/drawing/2014/main" id="{665046DB-8EA9-E5D9-2552-5D8F55CF7647}"/>
              </a:ext>
              <a:ext uri="{C183D7F6-B498-43B3-948B-1728B52AA6E4}">
                <adec:decorative xmlns:adec="http://schemas.microsoft.com/office/drawing/2017/decorative" val="1"/>
              </a:ext>
            </a:extLst>
          </p:cNvPr>
          <p:cNvGrpSpPr>
            <a:grpSpLocks noChangeAspect="1"/>
          </p:cNvGrpSpPr>
          <p:nvPr/>
        </p:nvGrpSpPr>
        <p:grpSpPr>
          <a:xfrm>
            <a:off x="7036501" y="5049527"/>
            <a:ext cx="423468" cy="457200"/>
            <a:chOff x="7036501" y="5049527"/>
            <a:chExt cx="423468" cy="457200"/>
          </a:xfrm>
          <a:solidFill>
            <a:srgbClr val="FF0000"/>
          </a:solidFill>
        </p:grpSpPr>
        <p:sp>
          <p:nvSpPr>
            <p:cNvPr id="2516" name="Freeform: Shape 2515">
              <a:extLst>
                <a:ext uri="{FF2B5EF4-FFF2-40B4-BE49-F238E27FC236}">
                  <a16:creationId xmlns:a16="http://schemas.microsoft.com/office/drawing/2014/main" id="{65C6189F-9FE0-0F02-8241-86ADFEEA3F91}"/>
                </a:ext>
                <a:ext uri="{C183D7F6-B498-43B3-948B-1728B52AA6E4}">
                  <adec:decorative xmlns:adec="http://schemas.microsoft.com/office/drawing/2017/decorative" val="1"/>
                </a:ext>
              </a:extLst>
            </p:cNvPr>
            <p:cNvSpPr/>
            <p:nvPr/>
          </p:nvSpPr>
          <p:spPr>
            <a:xfrm>
              <a:off x="7036501" y="5049527"/>
              <a:ext cx="423468" cy="452274"/>
            </a:xfrm>
            <a:custGeom>
              <a:avLst/>
              <a:gdLst>
                <a:gd name="connsiteX0" fmla="*/ 3171005 w 6352017"/>
                <a:gd name="connsiteY0" fmla="*/ 5566705 h 6784113"/>
                <a:gd name="connsiteX1" fmla="*/ 3380405 w 6352017"/>
                <a:gd name="connsiteY1" fmla="*/ 5716570 h 6784113"/>
                <a:gd name="connsiteX2" fmla="*/ 3332121 w 6352017"/>
                <a:gd name="connsiteY2" fmla="*/ 5916049 h 6784113"/>
                <a:gd name="connsiteX3" fmla="*/ 3326133 w 6352017"/>
                <a:gd name="connsiteY3" fmla="*/ 5923978 h 6784113"/>
                <a:gd name="connsiteX4" fmla="*/ 3304229 w 6352017"/>
                <a:gd name="connsiteY4" fmla="*/ 5970349 h 6784113"/>
                <a:gd name="connsiteX5" fmla="*/ 3301143 w 6352017"/>
                <a:gd name="connsiteY5" fmla="*/ 6241900 h 6784113"/>
                <a:gd name="connsiteX6" fmla="*/ 3295719 w 6352017"/>
                <a:gd name="connsiteY6" fmla="*/ 6250929 h 6784113"/>
                <a:gd name="connsiteX7" fmla="*/ 3070181 w 6352017"/>
                <a:gd name="connsiteY7" fmla="*/ 6250140 h 6784113"/>
                <a:gd name="connsiteX8" fmla="*/ 3061152 w 6352017"/>
                <a:gd name="connsiteY8" fmla="*/ 6244716 h 6784113"/>
                <a:gd name="connsiteX9" fmla="*/ 3060870 w 6352017"/>
                <a:gd name="connsiteY9" fmla="*/ 6032500 h 6784113"/>
                <a:gd name="connsiteX10" fmla="*/ 3014998 w 6352017"/>
                <a:gd name="connsiteY10" fmla="*/ 5896685 h 6784113"/>
                <a:gd name="connsiteX11" fmla="*/ 2994094 w 6352017"/>
                <a:gd name="connsiteY11" fmla="*/ 5679759 h 6784113"/>
                <a:gd name="connsiteX12" fmla="*/ 3171005 w 6352017"/>
                <a:gd name="connsiteY12" fmla="*/ 5566705 h 6784113"/>
                <a:gd name="connsiteX13" fmla="*/ 3172089 w 6352017"/>
                <a:gd name="connsiteY13" fmla="*/ 4347913 h 6784113"/>
                <a:gd name="connsiteX14" fmla="*/ 3081645 w 6352017"/>
                <a:gd name="connsiteY14" fmla="*/ 4360180 h 6784113"/>
                <a:gd name="connsiteX15" fmla="*/ 2727289 w 6352017"/>
                <a:gd name="connsiteY15" fmla="*/ 4710811 h 6784113"/>
                <a:gd name="connsiteX16" fmla="*/ 2703331 w 6352017"/>
                <a:gd name="connsiteY16" fmla="*/ 5049131 h 6784113"/>
                <a:gd name="connsiteX17" fmla="*/ 3652867 w 6352017"/>
                <a:gd name="connsiteY17" fmla="*/ 5049131 h 6784113"/>
                <a:gd name="connsiteX18" fmla="*/ 3651525 w 6352017"/>
                <a:gd name="connsiteY18" fmla="*/ 4790308 h 6784113"/>
                <a:gd name="connsiteX19" fmla="*/ 3622171 w 6352017"/>
                <a:gd name="connsiteY19" fmla="*/ 4657435 h 6784113"/>
                <a:gd name="connsiteX20" fmla="*/ 3429036 w 6352017"/>
                <a:gd name="connsiteY20" fmla="*/ 4419216 h 6784113"/>
                <a:gd name="connsiteX21" fmla="*/ 3260579 w 6352017"/>
                <a:gd name="connsiteY21" fmla="*/ 4353636 h 6784113"/>
                <a:gd name="connsiteX22" fmla="*/ 3172089 w 6352017"/>
                <a:gd name="connsiteY22" fmla="*/ 4347913 h 6784113"/>
                <a:gd name="connsiteX23" fmla="*/ 3213513 w 6352017"/>
                <a:gd name="connsiteY23" fmla="*/ 4038422 h 6784113"/>
                <a:gd name="connsiteX24" fmla="*/ 3450546 w 6352017"/>
                <a:gd name="connsiteY24" fmla="*/ 4085828 h 6784113"/>
                <a:gd name="connsiteX25" fmla="*/ 3904382 w 6352017"/>
                <a:gd name="connsiteY25" fmla="*/ 4525897 h 6784113"/>
                <a:gd name="connsiteX26" fmla="*/ 3957536 w 6352017"/>
                <a:gd name="connsiteY26" fmla="*/ 4820503 h 6784113"/>
                <a:gd name="connsiteX27" fmla="*/ 3957101 w 6352017"/>
                <a:gd name="connsiteY27" fmla="*/ 5061506 h 6784113"/>
                <a:gd name="connsiteX28" fmla="*/ 4152835 w 6352017"/>
                <a:gd name="connsiteY28" fmla="*/ 5206625 h 6784113"/>
                <a:gd name="connsiteX29" fmla="*/ 4191109 w 6352017"/>
                <a:gd name="connsiteY29" fmla="*/ 5331897 h 6784113"/>
                <a:gd name="connsiteX30" fmla="*/ 4192016 w 6352017"/>
                <a:gd name="connsiteY30" fmla="*/ 6510203 h 6784113"/>
                <a:gd name="connsiteX31" fmla="*/ 3955224 w 6352017"/>
                <a:gd name="connsiteY31" fmla="*/ 6776370 h 6784113"/>
                <a:gd name="connsiteX32" fmla="*/ 3850691 w 6352017"/>
                <a:gd name="connsiteY32" fmla="*/ 6784113 h 6784113"/>
                <a:gd name="connsiteX33" fmla="*/ 2757863 w 6352017"/>
                <a:gd name="connsiteY33" fmla="*/ 6781551 h 6784113"/>
                <a:gd name="connsiteX34" fmla="*/ 2757863 w 6352017"/>
                <a:gd name="connsiteY34" fmla="*/ 6472592 h 6784113"/>
                <a:gd name="connsiteX35" fmla="*/ 3886411 w 6352017"/>
                <a:gd name="connsiteY35" fmla="*/ 6472671 h 6784113"/>
                <a:gd name="connsiteX36" fmla="*/ 3886411 w 6352017"/>
                <a:gd name="connsiteY36" fmla="*/ 5364762 h 6784113"/>
                <a:gd name="connsiteX37" fmla="*/ 2474618 w 6352017"/>
                <a:gd name="connsiteY37" fmla="*/ 5364762 h 6784113"/>
                <a:gd name="connsiteX38" fmla="*/ 2471899 w 6352017"/>
                <a:gd name="connsiteY38" fmla="*/ 6181939 h 6784113"/>
                <a:gd name="connsiteX39" fmla="*/ 2169663 w 6352017"/>
                <a:gd name="connsiteY39" fmla="*/ 6181939 h 6784113"/>
                <a:gd name="connsiteX40" fmla="*/ 2168357 w 6352017"/>
                <a:gd name="connsiteY40" fmla="*/ 5369544 h 6784113"/>
                <a:gd name="connsiteX41" fmla="*/ 2398376 w 6352017"/>
                <a:gd name="connsiteY41" fmla="*/ 5062847 h 6784113"/>
                <a:gd name="connsiteX42" fmla="*/ 2398312 w 6352017"/>
                <a:gd name="connsiteY42" fmla="*/ 4858593 h 6784113"/>
                <a:gd name="connsiteX43" fmla="*/ 2528551 w 6352017"/>
                <a:gd name="connsiteY43" fmla="*/ 4389348 h 6784113"/>
                <a:gd name="connsiteX44" fmla="*/ 3024387 w 6352017"/>
                <a:gd name="connsiteY44" fmla="*/ 4054347 h 6784113"/>
                <a:gd name="connsiteX45" fmla="*/ 3132902 w 6352017"/>
                <a:gd name="connsiteY45" fmla="*/ 4039795 h 6784113"/>
                <a:gd name="connsiteX46" fmla="*/ 3213513 w 6352017"/>
                <a:gd name="connsiteY46" fmla="*/ 4038422 h 6784113"/>
                <a:gd name="connsiteX47" fmla="*/ 3121079 w 6352017"/>
                <a:gd name="connsiteY47" fmla="*/ 2995494 h 6784113"/>
                <a:gd name="connsiteX48" fmla="*/ 3003730 w 6352017"/>
                <a:gd name="connsiteY48" fmla="*/ 3060223 h 6784113"/>
                <a:gd name="connsiteX49" fmla="*/ 3019367 w 6352017"/>
                <a:gd name="connsiteY49" fmla="*/ 3325672 h 6784113"/>
                <a:gd name="connsiteX50" fmla="*/ 3201092 w 6352017"/>
                <a:gd name="connsiteY50" fmla="*/ 3369691 h 6784113"/>
                <a:gd name="connsiteX51" fmla="*/ 3338069 w 6352017"/>
                <a:gd name="connsiteY51" fmla="*/ 3210140 h 6784113"/>
                <a:gd name="connsiteX52" fmla="*/ 3250365 w 6352017"/>
                <a:gd name="connsiteY52" fmla="*/ 3026501 h 6784113"/>
                <a:gd name="connsiteX53" fmla="*/ 3121079 w 6352017"/>
                <a:gd name="connsiteY53" fmla="*/ 2995494 h 6784113"/>
                <a:gd name="connsiteX54" fmla="*/ 5352008 w 6352017"/>
                <a:gd name="connsiteY54" fmla="*/ 2153648 h 6784113"/>
                <a:gd name="connsiteX55" fmla="*/ 5474241 w 6352017"/>
                <a:gd name="connsiteY55" fmla="*/ 2476558 h 6784113"/>
                <a:gd name="connsiteX56" fmla="*/ 5329623 w 6352017"/>
                <a:gd name="connsiteY56" fmla="*/ 2533970 h 6784113"/>
                <a:gd name="connsiteX57" fmla="*/ 4788590 w 6352017"/>
                <a:gd name="connsiteY57" fmla="*/ 2741206 h 6784113"/>
                <a:gd name="connsiteX58" fmla="*/ 4295618 w 6352017"/>
                <a:gd name="connsiteY58" fmla="*/ 2929403 h 6784113"/>
                <a:gd name="connsiteX59" fmla="*/ 3709500 w 6352017"/>
                <a:gd name="connsiteY59" fmla="*/ 3152886 h 6784113"/>
                <a:gd name="connsiteX60" fmla="*/ 3684536 w 6352017"/>
                <a:gd name="connsiteY60" fmla="*/ 3187393 h 6784113"/>
                <a:gd name="connsiteX61" fmla="*/ 3547001 w 6352017"/>
                <a:gd name="connsiteY61" fmla="*/ 3546653 h 6784113"/>
                <a:gd name="connsiteX62" fmla="*/ 3275315 w 6352017"/>
                <a:gd name="connsiteY62" fmla="*/ 3704541 h 6784113"/>
                <a:gd name="connsiteX63" fmla="*/ 2737034 w 6352017"/>
                <a:gd name="connsiteY63" fmla="*/ 3528741 h 6784113"/>
                <a:gd name="connsiteX64" fmla="*/ 2610244 w 6352017"/>
                <a:gd name="connsiteY64" fmla="*/ 3199312 h 6784113"/>
                <a:gd name="connsiteX65" fmla="*/ 2703402 w 6352017"/>
                <a:gd name="connsiteY65" fmla="*/ 2876177 h 6784113"/>
                <a:gd name="connsiteX66" fmla="*/ 3059657 w 6352017"/>
                <a:gd name="connsiteY66" fmla="*/ 2655373 h 6784113"/>
                <a:gd name="connsiteX67" fmla="*/ 3466834 w 6352017"/>
                <a:gd name="connsiteY67" fmla="*/ 2754245 h 6784113"/>
                <a:gd name="connsiteX68" fmla="*/ 3537385 w 6352017"/>
                <a:gd name="connsiteY68" fmla="*/ 2815961 h 6784113"/>
                <a:gd name="connsiteX69" fmla="*/ 3583657 w 6352017"/>
                <a:gd name="connsiteY69" fmla="*/ 2826283 h 6784113"/>
                <a:gd name="connsiteX70" fmla="*/ 4338284 w 6352017"/>
                <a:gd name="connsiteY70" fmla="*/ 2537298 h 6784113"/>
                <a:gd name="connsiteX71" fmla="*/ 4952130 w 6352017"/>
                <a:gd name="connsiteY71" fmla="*/ 2305743 h 6784113"/>
                <a:gd name="connsiteX72" fmla="*/ 5264678 w 6352017"/>
                <a:gd name="connsiteY72" fmla="*/ 2184765 h 6784113"/>
                <a:gd name="connsiteX73" fmla="*/ 5352008 w 6352017"/>
                <a:gd name="connsiteY73" fmla="*/ 2153648 h 6784113"/>
                <a:gd name="connsiteX74" fmla="*/ 3189214 w 6352017"/>
                <a:gd name="connsiteY74" fmla="*/ 172 h 6784113"/>
                <a:gd name="connsiteX75" fmla="*/ 3341798 w 6352017"/>
                <a:gd name="connsiteY75" fmla="*/ 4016 h 6784113"/>
                <a:gd name="connsiteX76" fmla="*/ 3715664 w 6352017"/>
                <a:gd name="connsiteY76" fmla="*/ 47802 h 6784113"/>
                <a:gd name="connsiteX77" fmla="*/ 4227244 w 6352017"/>
                <a:gd name="connsiteY77" fmla="*/ 178061 h 6784113"/>
                <a:gd name="connsiteX78" fmla="*/ 4517153 w 6352017"/>
                <a:gd name="connsiteY78" fmla="*/ 298482 h 6784113"/>
                <a:gd name="connsiteX79" fmla="*/ 5003417 w 6352017"/>
                <a:gd name="connsiteY79" fmla="*/ 580126 h 6784113"/>
                <a:gd name="connsiteX80" fmla="*/ 5240586 w 6352017"/>
                <a:gd name="connsiteY80" fmla="*/ 766197 h 6784113"/>
                <a:gd name="connsiteX81" fmla="*/ 5474274 w 6352017"/>
                <a:gd name="connsiteY81" fmla="*/ 985685 h 6784113"/>
                <a:gd name="connsiteX82" fmla="*/ 5762178 w 6352017"/>
                <a:gd name="connsiteY82" fmla="*/ 1333974 h 6784113"/>
                <a:gd name="connsiteX83" fmla="*/ 6058917 w 6352017"/>
                <a:gd name="connsiteY83" fmla="*/ 1842088 h 6784113"/>
                <a:gd name="connsiteX84" fmla="*/ 6275850 w 6352017"/>
                <a:gd name="connsiteY84" fmla="*/ 2492285 h 6784113"/>
                <a:gd name="connsiteX85" fmla="*/ 6336244 w 6352017"/>
                <a:gd name="connsiteY85" fmla="*/ 2843339 h 6784113"/>
                <a:gd name="connsiteX86" fmla="*/ 6344412 w 6352017"/>
                <a:gd name="connsiteY86" fmla="*/ 2970856 h 6784113"/>
                <a:gd name="connsiteX87" fmla="*/ 6350943 w 6352017"/>
                <a:gd name="connsiteY87" fmla="*/ 3242880 h 6784113"/>
                <a:gd name="connsiteX88" fmla="*/ 6321926 w 6352017"/>
                <a:gd name="connsiteY88" fmla="*/ 3593643 h 6784113"/>
                <a:gd name="connsiteX89" fmla="*/ 6314225 w 6352017"/>
                <a:gd name="connsiteY89" fmla="*/ 3660033 h 6784113"/>
                <a:gd name="connsiteX90" fmla="*/ 6214162 w 6352017"/>
                <a:gd name="connsiteY90" fmla="*/ 4103156 h 6784113"/>
                <a:gd name="connsiteX91" fmla="*/ 6002362 w 6352017"/>
                <a:gd name="connsiteY91" fmla="*/ 4630372 h 6784113"/>
                <a:gd name="connsiteX92" fmla="*/ 5689592 w 6352017"/>
                <a:gd name="connsiteY92" fmla="*/ 5115623 h 6784113"/>
                <a:gd name="connsiteX93" fmla="*/ 5385782 w 6352017"/>
                <a:gd name="connsiteY93" fmla="*/ 5458704 h 6784113"/>
                <a:gd name="connsiteX94" fmla="*/ 5337024 w 6352017"/>
                <a:gd name="connsiteY94" fmla="*/ 5461945 h 6784113"/>
                <a:gd name="connsiteX95" fmla="*/ 4667999 w 6352017"/>
                <a:gd name="connsiteY95" fmla="*/ 4771116 h 6784113"/>
                <a:gd name="connsiteX96" fmla="*/ 4789580 w 6352017"/>
                <a:gd name="connsiteY96" fmla="*/ 4655543 h 6784113"/>
                <a:gd name="connsiteX97" fmla="*/ 5204061 w 6352017"/>
                <a:gd name="connsiteY97" fmla="*/ 5069913 h 6784113"/>
                <a:gd name="connsiteX98" fmla="*/ 5273686 w 6352017"/>
                <a:gd name="connsiteY98" fmla="*/ 5068296 h 6784113"/>
                <a:gd name="connsiteX99" fmla="*/ 5606922 w 6352017"/>
                <a:gd name="connsiteY99" fmla="*/ 4617169 h 6784113"/>
                <a:gd name="connsiteX100" fmla="*/ 5881790 w 6352017"/>
                <a:gd name="connsiteY100" fmla="*/ 3988451 h 6784113"/>
                <a:gd name="connsiteX101" fmla="*/ 5963071 w 6352017"/>
                <a:gd name="connsiteY101" fmla="*/ 3620361 h 6784113"/>
                <a:gd name="connsiteX102" fmla="*/ 5995050 w 6352017"/>
                <a:gd name="connsiteY102" fmla="*/ 3319432 h 6784113"/>
                <a:gd name="connsiteX103" fmla="*/ 6003508 w 6352017"/>
                <a:gd name="connsiteY103" fmla="*/ 3280014 h 6784113"/>
                <a:gd name="connsiteX104" fmla="*/ 5350717 w 6352017"/>
                <a:gd name="connsiteY104" fmla="*/ 3280014 h 6784113"/>
                <a:gd name="connsiteX105" fmla="*/ 5350717 w 6352017"/>
                <a:gd name="connsiteY105" fmla="*/ 3105818 h 6784113"/>
                <a:gd name="connsiteX106" fmla="*/ 5998804 w 6352017"/>
                <a:gd name="connsiteY106" fmla="*/ 3105818 h 6784113"/>
                <a:gd name="connsiteX107" fmla="*/ 5240067 w 6352017"/>
                <a:gd name="connsiteY107" fmla="*/ 1247427 h 6784113"/>
                <a:gd name="connsiteX108" fmla="*/ 4793352 w 6352017"/>
                <a:gd name="connsiteY108" fmla="*/ 1694881 h 6784113"/>
                <a:gd name="connsiteX109" fmla="*/ 4672853 w 6352017"/>
                <a:gd name="connsiteY109" fmla="*/ 1576312 h 6784113"/>
                <a:gd name="connsiteX110" fmla="*/ 5120804 w 6352017"/>
                <a:gd name="connsiteY110" fmla="*/ 1128492 h 6784113"/>
                <a:gd name="connsiteX111" fmla="*/ 3258870 w 6352017"/>
                <a:gd name="connsiteY111" fmla="*/ 349829 h 6784113"/>
                <a:gd name="connsiteX112" fmla="*/ 3258870 w 6352017"/>
                <a:gd name="connsiteY112" fmla="*/ 1018096 h 6784113"/>
                <a:gd name="connsiteX113" fmla="*/ 3084246 w 6352017"/>
                <a:gd name="connsiteY113" fmla="*/ 1018096 h 6784113"/>
                <a:gd name="connsiteX114" fmla="*/ 3084246 w 6352017"/>
                <a:gd name="connsiteY114" fmla="*/ 350423 h 6784113"/>
                <a:gd name="connsiteX115" fmla="*/ 1230573 w 6352017"/>
                <a:gd name="connsiteY115" fmla="*/ 1128311 h 6784113"/>
                <a:gd name="connsiteX116" fmla="*/ 1681840 w 6352017"/>
                <a:gd name="connsiteY116" fmla="*/ 1568756 h 6784113"/>
                <a:gd name="connsiteX117" fmla="*/ 1557679 w 6352017"/>
                <a:gd name="connsiteY117" fmla="*/ 1695381 h 6784113"/>
                <a:gd name="connsiteX118" fmla="*/ 1112077 w 6352017"/>
                <a:gd name="connsiteY118" fmla="*/ 1249285 h 6784113"/>
                <a:gd name="connsiteX119" fmla="*/ 350232 w 6352017"/>
                <a:gd name="connsiteY119" fmla="*/ 3103298 h 6784113"/>
                <a:gd name="connsiteX120" fmla="*/ 987821 w 6352017"/>
                <a:gd name="connsiteY120" fmla="*/ 3103298 h 6784113"/>
                <a:gd name="connsiteX121" fmla="*/ 999634 w 6352017"/>
                <a:gd name="connsiteY121" fmla="*/ 3278856 h 6784113"/>
                <a:gd name="connsiteX122" fmla="*/ 351396 w 6352017"/>
                <a:gd name="connsiteY122" fmla="*/ 3278856 h 6784113"/>
                <a:gd name="connsiteX123" fmla="*/ 1110961 w 6352017"/>
                <a:gd name="connsiteY123" fmla="*/ 5102671 h 6784113"/>
                <a:gd name="connsiteX124" fmla="*/ 1567608 w 6352017"/>
                <a:gd name="connsiteY124" fmla="*/ 4646058 h 6784113"/>
                <a:gd name="connsiteX125" fmla="*/ 1670428 w 6352017"/>
                <a:gd name="connsiteY125" fmla="*/ 4736849 h 6784113"/>
                <a:gd name="connsiteX126" fmla="*/ 1671601 w 6352017"/>
                <a:gd name="connsiteY126" fmla="*/ 4801495 h 6784113"/>
                <a:gd name="connsiteX127" fmla="*/ 1246806 w 6352017"/>
                <a:gd name="connsiteY127" fmla="*/ 5226110 h 6784113"/>
                <a:gd name="connsiteX128" fmla="*/ 1004883 w 6352017"/>
                <a:gd name="connsiteY128" fmla="*/ 5485125 h 6784113"/>
                <a:gd name="connsiteX129" fmla="*/ 992191 w 6352017"/>
                <a:gd name="connsiteY129" fmla="*/ 5480538 h 6784113"/>
                <a:gd name="connsiteX130" fmla="*/ 586976 w 6352017"/>
                <a:gd name="connsiteY130" fmla="*/ 5017839 h 6784113"/>
                <a:gd name="connsiteX131" fmla="*/ 311908 w 6352017"/>
                <a:gd name="connsiteY131" fmla="*/ 4556802 h 6784113"/>
                <a:gd name="connsiteX132" fmla="*/ 96607 w 6352017"/>
                <a:gd name="connsiteY132" fmla="*/ 3964216 h 6784113"/>
                <a:gd name="connsiteX133" fmla="*/ 26101 w 6352017"/>
                <a:gd name="connsiteY133" fmla="*/ 3566191 h 6784113"/>
                <a:gd name="connsiteX134" fmla="*/ 5542 w 6352017"/>
                <a:gd name="connsiteY134" fmla="*/ 2989626 h 6784113"/>
                <a:gd name="connsiteX135" fmla="*/ 75919 w 6352017"/>
                <a:gd name="connsiteY135" fmla="*/ 2485283 h 6784113"/>
                <a:gd name="connsiteX136" fmla="*/ 232822 w 6352017"/>
                <a:gd name="connsiteY136" fmla="*/ 1985662 h 6784113"/>
                <a:gd name="connsiteX137" fmla="*/ 463943 w 6352017"/>
                <a:gd name="connsiteY137" fmla="*/ 1526582 h 6784113"/>
                <a:gd name="connsiteX138" fmla="*/ 725716 w 6352017"/>
                <a:gd name="connsiteY138" fmla="*/ 1157853 h 6784113"/>
                <a:gd name="connsiteX139" fmla="*/ 1072480 w 6352017"/>
                <a:gd name="connsiteY139" fmla="*/ 800647 h 6784113"/>
                <a:gd name="connsiteX140" fmla="*/ 1478052 w 6352017"/>
                <a:gd name="connsiteY140" fmla="*/ 492565 h 6784113"/>
                <a:gd name="connsiteX141" fmla="*/ 2046349 w 6352017"/>
                <a:gd name="connsiteY141" fmla="*/ 208214 h 6784113"/>
                <a:gd name="connsiteX142" fmla="*/ 2419698 w 6352017"/>
                <a:gd name="connsiteY142" fmla="*/ 92111 h 6784113"/>
                <a:gd name="connsiteX143" fmla="*/ 2732708 w 6352017"/>
                <a:gd name="connsiteY143" fmla="*/ 32630 h 6784113"/>
                <a:gd name="connsiteX144" fmla="*/ 3189214 w 6352017"/>
                <a:gd name="connsiteY144" fmla="*/ 172 h 678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352017" h="6784113">
                  <a:moveTo>
                    <a:pt x="3171005" y="5566705"/>
                  </a:moveTo>
                  <a:cubicBezTo>
                    <a:pt x="3268583" y="5559080"/>
                    <a:pt x="3362352" y="5632852"/>
                    <a:pt x="3380405" y="5716570"/>
                  </a:cubicBezTo>
                  <a:cubicBezTo>
                    <a:pt x="3396112" y="5789408"/>
                    <a:pt x="3390161" y="5856875"/>
                    <a:pt x="3332121" y="5916049"/>
                  </a:cubicBezTo>
                  <a:cubicBezTo>
                    <a:pt x="3328008" y="5920423"/>
                    <a:pt x="3326829" y="5922022"/>
                    <a:pt x="3326133" y="5923978"/>
                  </a:cubicBezTo>
                  <a:cubicBezTo>
                    <a:pt x="3318489" y="5939427"/>
                    <a:pt x="3304611" y="5954723"/>
                    <a:pt x="3304229" y="5970349"/>
                  </a:cubicBezTo>
                  <a:cubicBezTo>
                    <a:pt x="3302048" y="6059412"/>
                    <a:pt x="3303085" y="6148552"/>
                    <a:pt x="3301143" y="6241900"/>
                  </a:cubicBezTo>
                  <a:cubicBezTo>
                    <a:pt x="3297594" y="6247374"/>
                    <a:pt x="3296414" y="6248973"/>
                    <a:pt x="3295719" y="6250929"/>
                  </a:cubicBezTo>
                  <a:cubicBezTo>
                    <a:pt x="3221950" y="6251296"/>
                    <a:pt x="3148181" y="6251661"/>
                    <a:pt x="3070181" y="6250140"/>
                  </a:cubicBezTo>
                  <a:cubicBezTo>
                    <a:pt x="3064706" y="6246591"/>
                    <a:pt x="3063108" y="6245410"/>
                    <a:pt x="3061152" y="6244716"/>
                  </a:cubicBezTo>
                  <a:cubicBezTo>
                    <a:pt x="3060730" y="6173960"/>
                    <a:pt x="3057307" y="6103054"/>
                    <a:pt x="3060870" y="6032500"/>
                  </a:cubicBezTo>
                  <a:cubicBezTo>
                    <a:pt x="3063547" y="5979473"/>
                    <a:pt x="3052749" y="5938110"/>
                    <a:pt x="3014998" y="5896685"/>
                  </a:cubicBezTo>
                  <a:cubicBezTo>
                    <a:pt x="2956990" y="5833027"/>
                    <a:pt x="2961080" y="5752501"/>
                    <a:pt x="2994094" y="5679759"/>
                  </a:cubicBezTo>
                  <a:cubicBezTo>
                    <a:pt x="3026645" y="5608034"/>
                    <a:pt x="3089271" y="5573090"/>
                    <a:pt x="3171005" y="5566705"/>
                  </a:cubicBezTo>
                  <a:close/>
                  <a:moveTo>
                    <a:pt x="3172089" y="4347913"/>
                  </a:moveTo>
                  <a:cubicBezTo>
                    <a:pt x="3142229" y="4349006"/>
                    <a:pt x="3112044" y="4353097"/>
                    <a:pt x="3081645" y="4360180"/>
                  </a:cubicBezTo>
                  <a:cubicBezTo>
                    <a:pt x="2894019" y="4403922"/>
                    <a:pt x="2763958" y="4517589"/>
                    <a:pt x="2727289" y="4710811"/>
                  </a:cubicBezTo>
                  <a:cubicBezTo>
                    <a:pt x="2706478" y="4820453"/>
                    <a:pt x="2710582" y="4934835"/>
                    <a:pt x="2703331" y="5049131"/>
                  </a:cubicBezTo>
                  <a:cubicBezTo>
                    <a:pt x="3025628" y="5049131"/>
                    <a:pt x="3337613" y="5049131"/>
                    <a:pt x="3652867" y="5049131"/>
                  </a:cubicBezTo>
                  <a:cubicBezTo>
                    <a:pt x="3652867" y="4961726"/>
                    <a:pt x="3656135" y="4875806"/>
                    <a:pt x="3651525" y="4790308"/>
                  </a:cubicBezTo>
                  <a:cubicBezTo>
                    <a:pt x="3649113" y="4745560"/>
                    <a:pt x="3636188" y="4700470"/>
                    <a:pt x="3622171" y="4657435"/>
                  </a:cubicBezTo>
                  <a:cubicBezTo>
                    <a:pt x="3589085" y="4555843"/>
                    <a:pt x="3521771" y="4479779"/>
                    <a:pt x="3429036" y="4419216"/>
                  </a:cubicBezTo>
                  <a:cubicBezTo>
                    <a:pt x="3375224" y="4385302"/>
                    <a:pt x="3318779" y="4363463"/>
                    <a:pt x="3260579" y="4353636"/>
                  </a:cubicBezTo>
                  <a:cubicBezTo>
                    <a:pt x="3231482" y="4348726"/>
                    <a:pt x="3201948" y="4346820"/>
                    <a:pt x="3172089" y="4347913"/>
                  </a:cubicBezTo>
                  <a:close/>
                  <a:moveTo>
                    <a:pt x="3213513" y="4038422"/>
                  </a:moveTo>
                  <a:cubicBezTo>
                    <a:pt x="3293761" y="4041227"/>
                    <a:pt x="3372886" y="4056683"/>
                    <a:pt x="3450546" y="4085828"/>
                  </a:cubicBezTo>
                  <a:cubicBezTo>
                    <a:pt x="3664835" y="4166252"/>
                    <a:pt x="3816328" y="4313670"/>
                    <a:pt x="3904382" y="4525897"/>
                  </a:cubicBezTo>
                  <a:cubicBezTo>
                    <a:pt x="3943620" y="4620481"/>
                    <a:pt x="3960334" y="4718290"/>
                    <a:pt x="3957536" y="4820503"/>
                  </a:cubicBezTo>
                  <a:cubicBezTo>
                    <a:pt x="3955353" y="4900221"/>
                    <a:pt x="3957101" y="4980046"/>
                    <a:pt x="3957101" y="5061506"/>
                  </a:cubicBezTo>
                  <a:cubicBezTo>
                    <a:pt x="4043335" y="5081881"/>
                    <a:pt x="4112269" y="5128028"/>
                    <a:pt x="4152835" y="5206625"/>
                  </a:cubicBezTo>
                  <a:cubicBezTo>
                    <a:pt x="4172646" y="5245028"/>
                    <a:pt x="4190802" y="5289847"/>
                    <a:pt x="4191109" y="5331897"/>
                  </a:cubicBezTo>
                  <a:cubicBezTo>
                    <a:pt x="4193978" y="5724649"/>
                    <a:pt x="4194128" y="6117444"/>
                    <a:pt x="4192016" y="6510203"/>
                  </a:cubicBezTo>
                  <a:cubicBezTo>
                    <a:pt x="4191366" y="6630365"/>
                    <a:pt x="4081310" y="6755966"/>
                    <a:pt x="3955224" y="6776370"/>
                  </a:cubicBezTo>
                  <a:cubicBezTo>
                    <a:pt x="3920846" y="6781929"/>
                    <a:pt x="3885562" y="6784070"/>
                    <a:pt x="3850691" y="6784113"/>
                  </a:cubicBezTo>
                  <a:lnTo>
                    <a:pt x="2757863" y="6781551"/>
                  </a:lnTo>
                  <a:lnTo>
                    <a:pt x="2757863" y="6472592"/>
                  </a:lnTo>
                  <a:lnTo>
                    <a:pt x="3886411" y="6472671"/>
                  </a:lnTo>
                  <a:cubicBezTo>
                    <a:pt x="3886411" y="6100409"/>
                    <a:pt x="3886411" y="5732621"/>
                    <a:pt x="3886411" y="5364762"/>
                  </a:cubicBezTo>
                  <a:cubicBezTo>
                    <a:pt x="3415040" y="5364762"/>
                    <a:pt x="2945925" y="5364762"/>
                    <a:pt x="2474618" y="5364762"/>
                  </a:cubicBezTo>
                  <a:lnTo>
                    <a:pt x="2471899" y="6181939"/>
                  </a:lnTo>
                  <a:lnTo>
                    <a:pt x="2169663" y="6181939"/>
                  </a:lnTo>
                  <a:lnTo>
                    <a:pt x="2168357" y="5369544"/>
                  </a:lnTo>
                  <a:cubicBezTo>
                    <a:pt x="2166002" y="5225438"/>
                    <a:pt x="2264111" y="5095070"/>
                    <a:pt x="2398376" y="5062847"/>
                  </a:cubicBezTo>
                  <a:cubicBezTo>
                    <a:pt x="2398376" y="4995169"/>
                    <a:pt x="2398733" y="4926877"/>
                    <a:pt x="2398312" y="4858593"/>
                  </a:cubicBezTo>
                  <a:cubicBezTo>
                    <a:pt x="2397263" y="4689772"/>
                    <a:pt x="2432554" y="4529743"/>
                    <a:pt x="2528551" y="4389348"/>
                  </a:cubicBezTo>
                  <a:cubicBezTo>
                    <a:pt x="2648849" y="4213398"/>
                    <a:pt x="2811667" y="4096597"/>
                    <a:pt x="3024387" y="4054347"/>
                  </a:cubicBezTo>
                  <a:cubicBezTo>
                    <a:pt x="3060738" y="4047127"/>
                    <a:pt x="3096920" y="4042246"/>
                    <a:pt x="3132902" y="4039795"/>
                  </a:cubicBezTo>
                  <a:cubicBezTo>
                    <a:pt x="3159889" y="4037957"/>
                    <a:pt x="3186763" y="4037487"/>
                    <a:pt x="3213513" y="4038422"/>
                  </a:cubicBezTo>
                  <a:close/>
                  <a:moveTo>
                    <a:pt x="3121079" y="2995494"/>
                  </a:moveTo>
                  <a:cubicBezTo>
                    <a:pt x="3076873" y="3001258"/>
                    <a:pt x="3034656" y="3022979"/>
                    <a:pt x="3003730" y="3060223"/>
                  </a:cubicBezTo>
                  <a:cubicBezTo>
                    <a:pt x="2933233" y="3145122"/>
                    <a:pt x="2934264" y="3245245"/>
                    <a:pt x="3019367" y="3325672"/>
                  </a:cubicBezTo>
                  <a:cubicBezTo>
                    <a:pt x="3070932" y="3374404"/>
                    <a:pt x="3133082" y="3392567"/>
                    <a:pt x="3201092" y="3369691"/>
                  </a:cubicBezTo>
                  <a:cubicBezTo>
                    <a:pt x="3274326" y="3345058"/>
                    <a:pt x="3322574" y="3295042"/>
                    <a:pt x="3338069" y="3210140"/>
                  </a:cubicBezTo>
                  <a:cubicBezTo>
                    <a:pt x="3346336" y="3131024"/>
                    <a:pt x="3312861" y="3069225"/>
                    <a:pt x="3250365" y="3026501"/>
                  </a:cubicBezTo>
                  <a:cubicBezTo>
                    <a:pt x="3211482" y="2999920"/>
                    <a:pt x="3165286" y="2989729"/>
                    <a:pt x="3121079" y="2995494"/>
                  </a:cubicBezTo>
                  <a:close/>
                  <a:moveTo>
                    <a:pt x="5352008" y="2153648"/>
                  </a:moveTo>
                  <a:cubicBezTo>
                    <a:pt x="5392348" y="2260217"/>
                    <a:pt x="5432355" y="2365904"/>
                    <a:pt x="5474241" y="2476558"/>
                  </a:cubicBezTo>
                  <a:cubicBezTo>
                    <a:pt x="5424483" y="2496345"/>
                    <a:pt x="5377250" y="2515672"/>
                    <a:pt x="5329623" y="2533970"/>
                  </a:cubicBezTo>
                  <a:cubicBezTo>
                    <a:pt x="5149350" y="2603235"/>
                    <a:pt x="4968972" y="2672228"/>
                    <a:pt x="4788590" y="2741206"/>
                  </a:cubicBezTo>
                  <a:cubicBezTo>
                    <a:pt x="4624302" y="2804030"/>
                    <a:pt x="4460018" y="2866867"/>
                    <a:pt x="4295618" y="2929403"/>
                  </a:cubicBezTo>
                  <a:cubicBezTo>
                    <a:pt x="4100186" y="3003742"/>
                    <a:pt x="3904485" y="3077389"/>
                    <a:pt x="3709500" y="3152886"/>
                  </a:cubicBezTo>
                  <a:cubicBezTo>
                    <a:pt x="3698051" y="3157319"/>
                    <a:pt x="3684339" y="3175713"/>
                    <a:pt x="3684536" y="3187393"/>
                  </a:cubicBezTo>
                  <a:cubicBezTo>
                    <a:pt x="3686874" y="3325987"/>
                    <a:pt x="3637305" y="3445748"/>
                    <a:pt x="3547001" y="3546653"/>
                  </a:cubicBezTo>
                  <a:cubicBezTo>
                    <a:pt x="3474808" y="3627320"/>
                    <a:pt x="3382651" y="3682166"/>
                    <a:pt x="3275315" y="3704541"/>
                  </a:cubicBezTo>
                  <a:cubicBezTo>
                    <a:pt x="3062904" y="3748819"/>
                    <a:pt x="2879860" y="3693308"/>
                    <a:pt x="2737034" y="3528741"/>
                  </a:cubicBezTo>
                  <a:cubicBezTo>
                    <a:pt x="2656504" y="3435952"/>
                    <a:pt x="2613833" y="3325377"/>
                    <a:pt x="2610244" y="3199312"/>
                  </a:cubicBezTo>
                  <a:cubicBezTo>
                    <a:pt x="2606858" y="3080383"/>
                    <a:pt x="2636245" y="2972052"/>
                    <a:pt x="2703402" y="2876177"/>
                  </a:cubicBezTo>
                  <a:cubicBezTo>
                    <a:pt x="2789788" y="2752855"/>
                    <a:pt x="2909021" y="2678434"/>
                    <a:pt x="3059657" y="2655373"/>
                  </a:cubicBezTo>
                  <a:cubicBezTo>
                    <a:pt x="3209433" y="2632443"/>
                    <a:pt x="3345425" y="2663404"/>
                    <a:pt x="3466834" y="2754245"/>
                  </a:cubicBezTo>
                  <a:cubicBezTo>
                    <a:pt x="3491786" y="2772914"/>
                    <a:pt x="3512079" y="2797900"/>
                    <a:pt x="3537385" y="2815961"/>
                  </a:cubicBezTo>
                  <a:cubicBezTo>
                    <a:pt x="3549488" y="2824599"/>
                    <a:pt x="3571020" y="2831061"/>
                    <a:pt x="3583657" y="2826283"/>
                  </a:cubicBezTo>
                  <a:cubicBezTo>
                    <a:pt x="3835589" y="2730982"/>
                    <a:pt x="4086678" y="2633463"/>
                    <a:pt x="4338284" y="2537298"/>
                  </a:cubicBezTo>
                  <a:cubicBezTo>
                    <a:pt x="4541652" y="2459571"/>
                    <a:pt x="4745476" y="2383040"/>
                    <a:pt x="4952130" y="2305743"/>
                  </a:cubicBezTo>
                  <a:cubicBezTo>
                    <a:pt x="5058319" y="2265219"/>
                    <a:pt x="5161401" y="2224740"/>
                    <a:pt x="5264678" y="2184765"/>
                  </a:cubicBezTo>
                  <a:cubicBezTo>
                    <a:pt x="5293256" y="2173703"/>
                    <a:pt x="5322418" y="2164145"/>
                    <a:pt x="5352008" y="2153648"/>
                  </a:cubicBezTo>
                  <a:close/>
                  <a:moveTo>
                    <a:pt x="3189214" y="172"/>
                  </a:moveTo>
                  <a:cubicBezTo>
                    <a:pt x="3240088" y="645"/>
                    <a:pt x="3290965" y="2064"/>
                    <a:pt x="3341798" y="4016"/>
                  </a:cubicBezTo>
                  <a:cubicBezTo>
                    <a:pt x="3466808" y="8818"/>
                    <a:pt x="3591296" y="30893"/>
                    <a:pt x="3715664" y="47802"/>
                  </a:cubicBezTo>
                  <a:cubicBezTo>
                    <a:pt x="3891033" y="71645"/>
                    <a:pt x="4060944" y="119232"/>
                    <a:pt x="4227244" y="178061"/>
                  </a:cubicBezTo>
                  <a:cubicBezTo>
                    <a:pt x="4325759" y="212912"/>
                    <a:pt x="4421180" y="256752"/>
                    <a:pt x="4517153" y="298482"/>
                  </a:cubicBezTo>
                  <a:cubicBezTo>
                    <a:pt x="4689988" y="373632"/>
                    <a:pt x="4850981" y="469966"/>
                    <a:pt x="5003417" y="580126"/>
                  </a:cubicBezTo>
                  <a:cubicBezTo>
                    <a:pt x="5084818" y="638952"/>
                    <a:pt x="5164473" y="700721"/>
                    <a:pt x="5240586" y="766197"/>
                  </a:cubicBezTo>
                  <a:cubicBezTo>
                    <a:pt x="5321577" y="835872"/>
                    <a:pt x="5402802" y="906656"/>
                    <a:pt x="5474274" y="985685"/>
                  </a:cubicBezTo>
                  <a:cubicBezTo>
                    <a:pt x="5575234" y="1097318"/>
                    <a:pt x="5671540" y="1213793"/>
                    <a:pt x="5762178" y="1333974"/>
                  </a:cubicBezTo>
                  <a:cubicBezTo>
                    <a:pt x="5880777" y="1491230"/>
                    <a:pt x="5976568" y="1663249"/>
                    <a:pt x="6058917" y="1842088"/>
                  </a:cubicBezTo>
                  <a:cubicBezTo>
                    <a:pt x="6154976" y="2050704"/>
                    <a:pt x="6231853" y="2266276"/>
                    <a:pt x="6275850" y="2492285"/>
                  </a:cubicBezTo>
                  <a:cubicBezTo>
                    <a:pt x="6298536" y="2608814"/>
                    <a:pt x="6317882" y="2726038"/>
                    <a:pt x="6336244" y="2843339"/>
                  </a:cubicBezTo>
                  <a:cubicBezTo>
                    <a:pt x="6342804" y="2885251"/>
                    <a:pt x="6342934" y="2928281"/>
                    <a:pt x="6344412" y="2970856"/>
                  </a:cubicBezTo>
                  <a:cubicBezTo>
                    <a:pt x="6347560" y="3061528"/>
                    <a:pt x="6354722" y="3152450"/>
                    <a:pt x="6350943" y="3242880"/>
                  </a:cubicBezTo>
                  <a:cubicBezTo>
                    <a:pt x="6346048" y="3360002"/>
                    <a:pt x="6332202" y="3476756"/>
                    <a:pt x="6321926" y="3593643"/>
                  </a:cubicBezTo>
                  <a:cubicBezTo>
                    <a:pt x="6320074" y="3614697"/>
                    <a:pt x="6316850" y="3635629"/>
                    <a:pt x="6314225" y="3660033"/>
                  </a:cubicBezTo>
                  <a:cubicBezTo>
                    <a:pt x="6281262" y="3810129"/>
                    <a:pt x="6253250" y="3958135"/>
                    <a:pt x="6214162" y="4103156"/>
                  </a:cubicBezTo>
                  <a:cubicBezTo>
                    <a:pt x="6164664" y="4286794"/>
                    <a:pt x="6090543" y="4461876"/>
                    <a:pt x="6002362" y="4630372"/>
                  </a:cubicBezTo>
                  <a:cubicBezTo>
                    <a:pt x="5912836" y="4801442"/>
                    <a:pt x="5814752" y="4967754"/>
                    <a:pt x="5689592" y="5115623"/>
                  </a:cubicBezTo>
                  <a:cubicBezTo>
                    <a:pt x="5590929" y="5232189"/>
                    <a:pt x="5487066" y="5344349"/>
                    <a:pt x="5385782" y="5458704"/>
                  </a:cubicBezTo>
                  <a:cubicBezTo>
                    <a:pt x="5369998" y="5476524"/>
                    <a:pt x="5357601" y="5483285"/>
                    <a:pt x="5337024" y="5461945"/>
                  </a:cubicBezTo>
                  <a:cubicBezTo>
                    <a:pt x="5114241" y="5230908"/>
                    <a:pt x="4890594" y="5000705"/>
                    <a:pt x="4667999" y="4771116"/>
                  </a:cubicBezTo>
                  <a:cubicBezTo>
                    <a:pt x="4706722" y="4734307"/>
                    <a:pt x="4747619" y="4695429"/>
                    <a:pt x="4789580" y="4655543"/>
                  </a:cubicBezTo>
                  <a:cubicBezTo>
                    <a:pt x="4923014" y="4788941"/>
                    <a:pt x="5063537" y="4929426"/>
                    <a:pt x="5204061" y="5069913"/>
                  </a:cubicBezTo>
                  <a:cubicBezTo>
                    <a:pt x="5239341" y="5105182"/>
                    <a:pt x="5240477" y="5106184"/>
                    <a:pt x="5273686" y="5068296"/>
                  </a:cubicBezTo>
                  <a:cubicBezTo>
                    <a:pt x="5397320" y="4927246"/>
                    <a:pt x="5510814" y="4778508"/>
                    <a:pt x="5606922" y="4617169"/>
                  </a:cubicBezTo>
                  <a:cubicBezTo>
                    <a:pt x="5724862" y="4419180"/>
                    <a:pt x="5819366" y="4210240"/>
                    <a:pt x="5881790" y="3988451"/>
                  </a:cubicBezTo>
                  <a:cubicBezTo>
                    <a:pt x="5915792" y="3867647"/>
                    <a:pt x="5941767" y="3744098"/>
                    <a:pt x="5963071" y="3620361"/>
                  </a:cubicBezTo>
                  <a:cubicBezTo>
                    <a:pt x="5980150" y="3521161"/>
                    <a:pt x="5984594" y="3419793"/>
                    <a:pt x="5995050" y="3319432"/>
                  </a:cubicBezTo>
                  <a:cubicBezTo>
                    <a:pt x="5996312" y="3307332"/>
                    <a:pt x="6000112" y="3295498"/>
                    <a:pt x="6003508" y="3280014"/>
                  </a:cubicBezTo>
                  <a:cubicBezTo>
                    <a:pt x="5785172" y="3280014"/>
                    <a:pt x="5569022" y="3280014"/>
                    <a:pt x="5350717" y="3280014"/>
                  </a:cubicBezTo>
                  <a:cubicBezTo>
                    <a:pt x="5350717" y="3220619"/>
                    <a:pt x="5350717" y="3164390"/>
                    <a:pt x="5350717" y="3105818"/>
                  </a:cubicBezTo>
                  <a:cubicBezTo>
                    <a:pt x="5563938" y="3105818"/>
                    <a:pt x="5776403" y="3105818"/>
                    <a:pt x="5998804" y="3105818"/>
                  </a:cubicBezTo>
                  <a:cubicBezTo>
                    <a:pt x="5977620" y="2388974"/>
                    <a:pt x="5717094" y="1775418"/>
                    <a:pt x="5240067" y="1247427"/>
                  </a:cubicBezTo>
                  <a:cubicBezTo>
                    <a:pt x="5089158" y="1398586"/>
                    <a:pt x="4940559" y="1547430"/>
                    <a:pt x="4793352" y="1694881"/>
                  </a:cubicBezTo>
                  <a:cubicBezTo>
                    <a:pt x="4752460" y="1654645"/>
                    <a:pt x="4712440" y="1615263"/>
                    <a:pt x="4672853" y="1576312"/>
                  </a:cubicBezTo>
                  <a:cubicBezTo>
                    <a:pt x="4820445" y="1428764"/>
                    <a:pt x="4968078" y="1281174"/>
                    <a:pt x="5120804" y="1128492"/>
                  </a:cubicBezTo>
                  <a:cubicBezTo>
                    <a:pt x="4592521" y="639421"/>
                    <a:pt x="3975205" y="381719"/>
                    <a:pt x="3258870" y="349829"/>
                  </a:cubicBezTo>
                  <a:cubicBezTo>
                    <a:pt x="3258870" y="575056"/>
                    <a:pt x="3258870" y="795139"/>
                    <a:pt x="3258870" y="1018096"/>
                  </a:cubicBezTo>
                  <a:cubicBezTo>
                    <a:pt x="3200451" y="1018096"/>
                    <a:pt x="3144196" y="1018096"/>
                    <a:pt x="3084246" y="1018096"/>
                  </a:cubicBezTo>
                  <a:cubicBezTo>
                    <a:pt x="3084246" y="798491"/>
                    <a:pt x="3084246" y="577509"/>
                    <a:pt x="3084246" y="350423"/>
                  </a:cubicBezTo>
                  <a:cubicBezTo>
                    <a:pt x="2369992" y="383101"/>
                    <a:pt x="1756821" y="643556"/>
                    <a:pt x="1230573" y="1128311"/>
                  </a:cubicBezTo>
                  <a:cubicBezTo>
                    <a:pt x="1382214" y="1276316"/>
                    <a:pt x="1532943" y="1423430"/>
                    <a:pt x="1681840" y="1568756"/>
                  </a:cubicBezTo>
                  <a:cubicBezTo>
                    <a:pt x="1638967" y="1612480"/>
                    <a:pt x="1597461" y="1654810"/>
                    <a:pt x="1557679" y="1695381"/>
                  </a:cubicBezTo>
                  <a:cubicBezTo>
                    <a:pt x="1410268" y="1547806"/>
                    <a:pt x="1262832" y="1400206"/>
                    <a:pt x="1112077" y="1249285"/>
                  </a:cubicBezTo>
                  <a:cubicBezTo>
                    <a:pt x="629815" y="1778754"/>
                    <a:pt x="378989" y="2393168"/>
                    <a:pt x="350232" y="3103298"/>
                  </a:cubicBezTo>
                  <a:cubicBezTo>
                    <a:pt x="566234" y="3103298"/>
                    <a:pt x="776152" y="3103298"/>
                    <a:pt x="987821" y="3103298"/>
                  </a:cubicBezTo>
                  <a:cubicBezTo>
                    <a:pt x="1008868" y="3161011"/>
                    <a:pt x="995421" y="3218566"/>
                    <a:pt x="999634" y="3278856"/>
                  </a:cubicBezTo>
                  <a:cubicBezTo>
                    <a:pt x="783228" y="3278856"/>
                    <a:pt x="569834" y="3278856"/>
                    <a:pt x="351396" y="3278856"/>
                  </a:cubicBezTo>
                  <a:cubicBezTo>
                    <a:pt x="385002" y="3977723"/>
                    <a:pt x="634135" y="4581531"/>
                    <a:pt x="1110961" y="5102671"/>
                  </a:cubicBezTo>
                  <a:cubicBezTo>
                    <a:pt x="1264749" y="4948895"/>
                    <a:pt x="1415895" y="4797761"/>
                    <a:pt x="1567608" y="4646058"/>
                  </a:cubicBezTo>
                  <a:cubicBezTo>
                    <a:pt x="1603026" y="4677471"/>
                    <a:pt x="1636034" y="4707985"/>
                    <a:pt x="1670428" y="4736849"/>
                  </a:cubicBezTo>
                  <a:cubicBezTo>
                    <a:pt x="1696753" y="4758940"/>
                    <a:pt x="1696815" y="4776611"/>
                    <a:pt x="1671601" y="4801495"/>
                  </a:cubicBezTo>
                  <a:cubicBezTo>
                    <a:pt x="1529106" y="4942129"/>
                    <a:pt x="1386947" y="5083138"/>
                    <a:pt x="1246806" y="5226110"/>
                  </a:cubicBezTo>
                  <a:cubicBezTo>
                    <a:pt x="1164037" y="5310552"/>
                    <a:pt x="1085207" y="5398856"/>
                    <a:pt x="1004883" y="5485125"/>
                  </a:cubicBezTo>
                  <a:cubicBezTo>
                    <a:pt x="998829" y="5483023"/>
                    <a:pt x="994524" y="5482798"/>
                    <a:pt x="992191" y="5480538"/>
                  </a:cubicBezTo>
                  <a:cubicBezTo>
                    <a:pt x="844430" y="5337438"/>
                    <a:pt x="706098" y="5186608"/>
                    <a:pt x="586976" y="5017839"/>
                  </a:cubicBezTo>
                  <a:cubicBezTo>
                    <a:pt x="483275" y="4870918"/>
                    <a:pt x="390901" y="4717850"/>
                    <a:pt x="311908" y="4556802"/>
                  </a:cubicBezTo>
                  <a:cubicBezTo>
                    <a:pt x="218905" y="4367192"/>
                    <a:pt x="146606" y="4169023"/>
                    <a:pt x="96607" y="3964216"/>
                  </a:cubicBezTo>
                  <a:cubicBezTo>
                    <a:pt x="64715" y="3833587"/>
                    <a:pt x="48647" y="3699070"/>
                    <a:pt x="26101" y="3566191"/>
                  </a:cubicBezTo>
                  <a:cubicBezTo>
                    <a:pt x="-6342" y="3374989"/>
                    <a:pt x="-2390" y="3181671"/>
                    <a:pt x="5542" y="2989626"/>
                  </a:cubicBezTo>
                  <a:cubicBezTo>
                    <a:pt x="12539" y="2820190"/>
                    <a:pt x="38002" y="2651792"/>
                    <a:pt x="75919" y="2485283"/>
                  </a:cubicBezTo>
                  <a:cubicBezTo>
                    <a:pt x="114890" y="2314148"/>
                    <a:pt x="161916" y="2145530"/>
                    <a:pt x="232822" y="1985662"/>
                  </a:cubicBezTo>
                  <a:cubicBezTo>
                    <a:pt x="302242" y="1829143"/>
                    <a:pt x="377153" y="1673944"/>
                    <a:pt x="463943" y="1526582"/>
                  </a:cubicBezTo>
                  <a:cubicBezTo>
                    <a:pt x="540239" y="1397039"/>
                    <a:pt x="628575" y="1272595"/>
                    <a:pt x="725716" y="1157853"/>
                  </a:cubicBezTo>
                  <a:cubicBezTo>
                    <a:pt x="832708" y="1031473"/>
                    <a:pt x="953715" y="916584"/>
                    <a:pt x="1072480" y="800647"/>
                  </a:cubicBezTo>
                  <a:cubicBezTo>
                    <a:pt x="1194613" y="681422"/>
                    <a:pt x="1334492" y="584312"/>
                    <a:pt x="1478052" y="492565"/>
                  </a:cubicBezTo>
                  <a:cubicBezTo>
                    <a:pt x="1657554" y="377849"/>
                    <a:pt x="1845732" y="279847"/>
                    <a:pt x="2046349" y="208214"/>
                  </a:cubicBezTo>
                  <a:cubicBezTo>
                    <a:pt x="2169025" y="164412"/>
                    <a:pt x="2293666" y="124831"/>
                    <a:pt x="2419698" y="92111"/>
                  </a:cubicBezTo>
                  <a:cubicBezTo>
                    <a:pt x="2522273" y="65480"/>
                    <a:pt x="2628100" y="51146"/>
                    <a:pt x="2732708" y="32630"/>
                  </a:cubicBezTo>
                  <a:cubicBezTo>
                    <a:pt x="2884000" y="5851"/>
                    <a:pt x="3036593" y="-1248"/>
                    <a:pt x="3189214" y="172"/>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511" name="Rectangle 2510">
              <a:extLst>
                <a:ext uri="{FF2B5EF4-FFF2-40B4-BE49-F238E27FC236}">
                  <a16:creationId xmlns:a16="http://schemas.microsoft.com/office/drawing/2014/main" id="{CCB7D640-D3E0-7B67-83A3-7847E781895E}"/>
                </a:ext>
                <a:ext uri="{C183D7F6-B498-43B3-948B-1728B52AA6E4}">
                  <adec:decorative xmlns:adec="http://schemas.microsoft.com/office/drawing/2017/decorative" val="1"/>
                </a:ext>
              </a:extLst>
            </p:cNvPr>
            <p:cNvSpPr/>
            <p:nvPr/>
          </p:nvSpPr>
          <p:spPr>
            <a:xfrm>
              <a:off x="7175288" y="5475103"/>
              <a:ext cx="31624" cy="31624"/>
            </a:xfrm>
            <a:prstGeom prst="rect">
              <a:avLst/>
            </a:prstGeom>
            <a:solidFill>
              <a:schemeClr val="accent1"/>
            </a:solidFill>
            <a:ln w="6350" cap="flat">
              <a:noFill/>
              <a:prstDash val="solid"/>
              <a:miter/>
            </a:ln>
          </p:spPr>
          <p:txBody>
            <a:bodyPr rtlCol="0" anchor="ctr"/>
            <a:lstStyle/>
            <a:p>
              <a:endParaRPr lang="en-US"/>
            </a:p>
          </p:txBody>
        </p:sp>
      </p:grpSp>
      <p:grpSp>
        <p:nvGrpSpPr>
          <p:cNvPr id="2758" name="Group 2757">
            <a:extLst>
              <a:ext uri="{FF2B5EF4-FFF2-40B4-BE49-F238E27FC236}">
                <a16:creationId xmlns:a16="http://schemas.microsoft.com/office/drawing/2014/main" id="{4D3D1E6C-3570-5734-FA12-E69D08412C4F}"/>
              </a:ext>
              <a:ext uri="{C183D7F6-B498-43B3-948B-1728B52AA6E4}">
                <adec:decorative xmlns:adec="http://schemas.microsoft.com/office/drawing/2017/decorative" val="1"/>
              </a:ext>
            </a:extLst>
          </p:cNvPr>
          <p:cNvGrpSpPr>
            <a:grpSpLocks noChangeAspect="1"/>
          </p:cNvGrpSpPr>
          <p:nvPr/>
        </p:nvGrpSpPr>
        <p:grpSpPr>
          <a:xfrm>
            <a:off x="7585034" y="5049527"/>
            <a:ext cx="470611" cy="457200"/>
            <a:chOff x="7585034" y="5049527"/>
            <a:chExt cx="470611" cy="457200"/>
          </a:xfrm>
          <a:solidFill>
            <a:srgbClr val="FF0000"/>
          </a:solidFill>
        </p:grpSpPr>
        <p:sp>
          <p:nvSpPr>
            <p:cNvPr id="2526" name="Freeform: Shape 2525">
              <a:extLst>
                <a:ext uri="{FF2B5EF4-FFF2-40B4-BE49-F238E27FC236}">
                  <a16:creationId xmlns:a16="http://schemas.microsoft.com/office/drawing/2014/main" id="{29A1D8CB-4C89-A10D-45F7-85C1CEBF487F}"/>
                </a:ext>
                <a:ext uri="{C183D7F6-B498-43B3-948B-1728B52AA6E4}">
                  <adec:decorative xmlns:adec="http://schemas.microsoft.com/office/drawing/2017/decorative" val="1"/>
                </a:ext>
              </a:extLst>
            </p:cNvPr>
            <p:cNvSpPr/>
            <p:nvPr/>
          </p:nvSpPr>
          <p:spPr>
            <a:xfrm>
              <a:off x="7626486" y="5186752"/>
              <a:ext cx="288909" cy="319975"/>
            </a:xfrm>
            <a:custGeom>
              <a:avLst/>
              <a:gdLst>
                <a:gd name="connsiteX0" fmla="*/ 2673785 w 4333645"/>
                <a:gd name="connsiteY0" fmla="*/ 2023037 h 4799633"/>
                <a:gd name="connsiteX1" fmla="*/ 2413003 w 4333645"/>
                <a:gd name="connsiteY1" fmla="*/ 2283823 h 4799633"/>
                <a:gd name="connsiteX2" fmla="*/ 2536886 w 4333645"/>
                <a:gd name="connsiteY2" fmla="*/ 2407705 h 4799633"/>
                <a:gd name="connsiteX3" fmla="*/ 2797668 w 4333645"/>
                <a:gd name="connsiteY3" fmla="*/ 2146920 h 4799633"/>
                <a:gd name="connsiteX4" fmla="*/ 2423323 w 4333645"/>
                <a:gd name="connsiteY4" fmla="*/ 1772581 h 4799633"/>
                <a:gd name="connsiteX5" fmla="*/ 2162541 w 4333645"/>
                <a:gd name="connsiteY5" fmla="*/ 2033362 h 4799633"/>
                <a:gd name="connsiteX6" fmla="*/ 2286424 w 4333645"/>
                <a:gd name="connsiteY6" fmla="*/ 2157245 h 4799633"/>
                <a:gd name="connsiteX7" fmla="*/ 2547206 w 4333645"/>
                <a:gd name="connsiteY7" fmla="*/ 1896464 h 4799633"/>
                <a:gd name="connsiteX8" fmla="*/ 2165684 w 4333645"/>
                <a:gd name="connsiteY8" fmla="*/ 1514939 h 4799633"/>
                <a:gd name="connsiteX9" fmla="*/ 1904902 w 4333645"/>
                <a:gd name="connsiteY9" fmla="*/ 1775724 h 4799633"/>
                <a:gd name="connsiteX10" fmla="*/ 2028785 w 4333645"/>
                <a:gd name="connsiteY10" fmla="*/ 1899607 h 4799633"/>
                <a:gd name="connsiteX11" fmla="*/ 2289567 w 4333645"/>
                <a:gd name="connsiteY11" fmla="*/ 1638822 h 4799633"/>
                <a:gd name="connsiteX12" fmla="*/ 2163889 w 4333645"/>
                <a:gd name="connsiteY12" fmla="*/ 1260892 h 4799633"/>
                <a:gd name="connsiteX13" fmla="*/ 3051716 w 4333645"/>
                <a:gd name="connsiteY13" fmla="*/ 2148715 h 4799633"/>
                <a:gd name="connsiteX14" fmla="*/ 2542268 w 4333645"/>
                <a:gd name="connsiteY14" fmla="*/ 2658161 h 4799633"/>
                <a:gd name="connsiteX15" fmla="*/ 1654440 w 4333645"/>
                <a:gd name="connsiteY15" fmla="*/ 1770338 h 4799633"/>
                <a:gd name="connsiteX16" fmla="*/ 3076415 w 4333645"/>
                <a:gd name="connsiteY16" fmla="*/ 70 h 4799633"/>
                <a:gd name="connsiteX17" fmla="*/ 3366363 w 4333645"/>
                <a:gd name="connsiteY17" fmla="*/ 188588 h 4799633"/>
                <a:gd name="connsiteX18" fmla="*/ 3300390 w 4333645"/>
                <a:gd name="connsiteY18" fmla="*/ 528365 h 4799633"/>
                <a:gd name="connsiteX19" fmla="*/ 2830439 w 4333645"/>
                <a:gd name="connsiteY19" fmla="*/ 998764 h 4799633"/>
                <a:gd name="connsiteX20" fmla="*/ 3332255 w 4333645"/>
                <a:gd name="connsiteY20" fmla="*/ 1500581 h 4799633"/>
                <a:gd name="connsiteX21" fmla="*/ 3805342 w 4333645"/>
                <a:gd name="connsiteY21" fmla="*/ 1027485 h 4799633"/>
                <a:gd name="connsiteX22" fmla="*/ 4143778 w 4333645"/>
                <a:gd name="connsiteY22" fmla="*/ 961057 h 4799633"/>
                <a:gd name="connsiteX23" fmla="*/ 4333637 w 4333645"/>
                <a:gd name="connsiteY23" fmla="*/ 1248778 h 4799633"/>
                <a:gd name="connsiteX24" fmla="*/ 4333637 w 4333645"/>
                <a:gd name="connsiteY24" fmla="*/ 1269870 h 4799633"/>
                <a:gd name="connsiteX25" fmla="*/ 3931918 w 4333645"/>
                <a:gd name="connsiteY25" fmla="*/ 2885736 h 4799633"/>
                <a:gd name="connsiteX26" fmla="*/ 3680116 w 4333645"/>
                <a:gd name="connsiteY26" fmla="*/ 3161774 h 4799633"/>
                <a:gd name="connsiteX27" fmla="*/ 2264892 w 4333645"/>
                <a:gd name="connsiteY27" fmla="*/ 3425251 h 4799633"/>
                <a:gd name="connsiteX28" fmla="*/ 867616 w 4333645"/>
                <a:gd name="connsiteY28" fmla="*/ 4799633 h 4799633"/>
                <a:gd name="connsiteX29" fmla="*/ 522201 w 4333645"/>
                <a:gd name="connsiteY29" fmla="*/ 4454218 h 4799633"/>
                <a:gd name="connsiteX30" fmla="*/ 3867 w 4333645"/>
                <a:gd name="connsiteY30" fmla="*/ 3935883 h 4799633"/>
                <a:gd name="connsiteX31" fmla="*/ 257912 w 4333645"/>
                <a:gd name="connsiteY31" fmla="*/ 3681839 h 4799633"/>
                <a:gd name="connsiteX32" fmla="*/ 776253 w 4333645"/>
                <a:gd name="connsiteY32" fmla="*/ 4200173 h 4799633"/>
                <a:gd name="connsiteX33" fmla="*/ 776253 w 4333645"/>
                <a:gd name="connsiteY33" fmla="*/ 4200181 h 4799633"/>
                <a:gd name="connsiteX34" fmla="*/ 869859 w 4333645"/>
                <a:gd name="connsiteY34" fmla="*/ 4293787 h 4799633"/>
                <a:gd name="connsiteX35" fmla="*/ 2091186 w 4333645"/>
                <a:gd name="connsiteY35" fmla="*/ 3092202 h 4799633"/>
                <a:gd name="connsiteX36" fmla="*/ 3579125 w 4333645"/>
                <a:gd name="connsiteY36" fmla="*/ 2815262 h 4799633"/>
                <a:gd name="connsiteX37" fmla="*/ 3927880 w 4333645"/>
                <a:gd name="connsiteY37" fmla="*/ 1412606 h 4799633"/>
                <a:gd name="connsiteX38" fmla="*/ 3332255 w 4333645"/>
                <a:gd name="connsiteY38" fmla="*/ 2008231 h 4799633"/>
                <a:gd name="connsiteX39" fmla="*/ 2323236 w 4333645"/>
                <a:gd name="connsiteY39" fmla="*/ 999210 h 4799633"/>
                <a:gd name="connsiteX40" fmla="*/ 2913482 w 4333645"/>
                <a:gd name="connsiteY40" fmla="*/ 408070 h 4799633"/>
                <a:gd name="connsiteX41" fmla="*/ 1529668 w 4333645"/>
                <a:gd name="connsiteY41" fmla="*/ 765356 h 4799633"/>
                <a:gd name="connsiteX42" fmla="*/ 1225348 w 4333645"/>
                <a:gd name="connsiteY42" fmla="*/ 2230410 h 4799633"/>
                <a:gd name="connsiteX43" fmla="*/ 1126803 w 4333645"/>
                <a:gd name="connsiteY43" fmla="*/ 2328923 h 4799633"/>
                <a:gd name="connsiteX44" fmla="*/ 254077 w 4333645"/>
                <a:gd name="connsiteY44" fmla="*/ 3201309 h 4799633"/>
                <a:gd name="connsiteX45" fmla="*/ 0 w 4333645"/>
                <a:gd name="connsiteY45" fmla="*/ 2947224 h 4799633"/>
                <a:gd name="connsiteX46" fmla="*/ 872548 w 4333645"/>
                <a:gd name="connsiteY46" fmla="*/ 2074667 h 4799633"/>
                <a:gd name="connsiteX47" fmla="*/ 895443 w 4333645"/>
                <a:gd name="connsiteY47" fmla="*/ 2051771 h 4799633"/>
                <a:gd name="connsiteX48" fmla="*/ 1184505 w 4333645"/>
                <a:gd name="connsiteY48" fmla="*/ 661229 h 4799633"/>
                <a:gd name="connsiteX49" fmla="*/ 1457407 w 4333645"/>
                <a:gd name="connsiteY49" fmla="*/ 413010 h 4799633"/>
                <a:gd name="connsiteX50" fmla="*/ 3055315 w 4333645"/>
                <a:gd name="connsiteY50" fmla="*/ 517 h 479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33645" h="4799633">
                  <a:moveTo>
                    <a:pt x="2673785" y="2023037"/>
                  </a:moveTo>
                  <a:lnTo>
                    <a:pt x="2413003" y="2283823"/>
                  </a:lnTo>
                  <a:lnTo>
                    <a:pt x="2536886" y="2407705"/>
                  </a:lnTo>
                  <a:lnTo>
                    <a:pt x="2797668" y="2146920"/>
                  </a:lnTo>
                  <a:close/>
                  <a:moveTo>
                    <a:pt x="2423323" y="1772581"/>
                  </a:moveTo>
                  <a:lnTo>
                    <a:pt x="2162541" y="2033362"/>
                  </a:lnTo>
                  <a:lnTo>
                    <a:pt x="2286424" y="2157245"/>
                  </a:lnTo>
                  <a:lnTo>
                    <a:pt x="2547206" y="1896464"/>
                  </a:lnTo>
                  <a:close/>
                  <a:moveTo>
                    <a:pt x="2165684" y="1514939"/>
                  </a:moveTo>
                  <a:lnTo>
                    <a:pt x="1904902" y="1775724"/>
                  </a:lnTo>
                  <a:lnTo>
                    <a:pt x="2028785" y="1899607"/>
                  </a:lnTo>
                  <a:lnTo>
                    <a:pt x="2289567" y="1638822"/>
                  </a:lnTo>
                  <a:close/>
                  <a:moveTo>
                    <a:pt x="2163889" y="1260892"/>
                  </a:moveTo>
                  <a:lnTo>
                    <a:pt x="3051716" y="2148715"/>
                  </a:lnTo>
                  <a:lnTo>
                    <a:pt x="2542268" y="2658161"/>
                  </a:lnTo>
                  <a:lnTo>
                    <a:pt x="1654440" y="1770338"/>
                  </a:lnTo>
                  <a:close/>
                  <a:moveTo>
                    <a:pt x="3076415" y="70"/>
                  </a:moveTo>
                  <a:cubicBezTo>
                    <a:pt x="3203438" y="-2627"/>
                    <a:pt x="3316997" y="71885"/>
                    <a:pt x="3366363" y="188588"/>
                  </a:cubicBezTo>
                  <a:cubicBezTo>
                    <a:pt x="3415745" y="305284"/>
                    <a:pt x="3389705" y="438595"/>
                    <a:pt x="3300390" y="528365"/>
                  </a:cubicBezTo>
                  <a:lnTo>
                    <a:pt x="2830439" y="998764"/>
                  </a:lnTo>
                  <a:lnTo>
                    <a:pt x="3332255" y="1500581"/>
                  </a:lnTo>
                  <a:lnTo>
                    <a:pt x="3805342" y="1027485"/>
                  </a:lnTo>
                  <a:cubicBezTo>
                    <a:pt x="3894666" y="938169"/>
                    <a:pt x="4027530" y="912138"/>
                    <a:pt x="4143778" y="961057"/>
                  </a:cubicBezTo>
                  <a:cubicBezTo>
                    <a:pt x="4260027" y="1009984"/>
                    <a:pt x="4334539" y="1122642"/>
                    <a:pt x="4333637" y="1248778"/>
                  </a:cubicBezTo>
                  <a:lnTo>
                    <a:pt x="4333637" y="1269870"/>
                  </a:lnTo>
                  <a:lnTo>
                    <a:pt x="3931918" y="2885736"/>
                  </a:lnTo>
                  <a:cubicBezTo>
                    <a:pt x="3919349" y="3022630"/>
                    <a:pt x="3817009" y="3136644"/>
                    <a:pt x="3680116" y="3161774"/>
                  </a:cubicBezTo>
                  <a:lnTo>
                    <a:pt x="2264892" y="3425251"/>
                  </a:lnTo>
                  <a:lnTo>
                    <a:pt x="867616" y="4799633"/>
                  </a:lnTo>
                  <a:lnTo>
                    <a:pt x="522201" y="4454218"/>
                  </a:lnTo>
                  <a:lnTo>
                    <a:pt x="3867" y="3935883"/>
                  </a:lnTo>
                  <a:lnTo>
                    <a:pt x="257912" y="3681839"/>
                  </a:lnTo>
                  <a:lnTo>
                    <a:pt x="776253" y="4200173"/>
                  </a:lnTo>
                  <a:lnTo>
                    <a:pt x="776253" y="4200181"/>
                  </a:lnTo>
                  <a:lnTo>
                    <a:pt x="869859" y="4293787"/>
                  </a:lnTo>
                  <a:lnTo>
                    <a:pt x="2091186" y="3092202"/>
                  </a:lnTo>
                  <a:lnTo>
                    <a:pt x="3579125" y="2815262"/>
                  </a:lnTo>
                  <a:lnTo>
                    <a:pt x="3927880" y="1412606"/>
                  </a:lnTo>
                  <a:lnTo>
                    <a:pt x="3332255" y="2008231"/>
                  </a:lnTo>
                  <a:lnTo>
                    <a:pt x="2323236" y="999210"/>
                  </a:lnTo>
                  <a:lnTo>
                    <a:pt x="2913482" y="408070"/>
                  </a:lnTo>
                  <a:lnTo>
                    <a:pt x="1529668" y="765356"/>
                  </a:lnTo>
                  <a:lnTo>
                    <a:pt x="1225348" y="2230410"/>
                  </a:lnTo>
                  <a:lnTo>
                    <a:pt x="1126803" y="2328923"/>
                  </a:lnTo>
                  <a:lnTo>
                    <a:pt x="254077" y="3201309"/>
                  </a:lnTo>
                  <a:lnTo>
                    <a:pt x="0" y="2947224"/>
                  </a:lnTo>
                  <a:lnTo>
                    <a:pt x="872548" y="2074667"/>
                  </a:lnTo>
                  <a:lnTo>
                    <a:pt x="895443" y="2051771"/>
                  </a:lnTo>
                  <a:lnTo>
                    <a:pt x="1184505" y="661229"/>
                  </a:lnTo>
                  <a:cubicBezTo>
                    <a:pt x="1208741" y="529267"/>
                    <a:pt x="1321407" y="426928"/>
                    <a:pt x="1457407" y="413010"/>
                  </a:cubicBezTo>
                  <a:lnTo>
                    <a:pt x="3055315" y="517"/>
                  </a:lnTo>
                  <a:close/>
                </a:path>
              </a:pathLst>
            </a:custGeom>
            <a:solidFill>
              <a:schemeClr val="accent2"/>
            </a:solidFill>
            <a:ln w="9525" cap="flat">
              <a:noFill/>
              <a:prstDash val="solid"/>
              <a:miter/>
            </a:ln>
          </p:spPr>
          <p:txBody>
            <a:bodyPr wrap="square" rtlCol="0" anchor="ctr">
              <a:noAutofit/>
            </a:bodyPr>
            <a:lstStyle/>
            <a:p>
              <a:endParaRPr lang="en-US"/>
            </a:p>
          </p:txBody>
        </p:sp>
        <p:sp>
          <p:nvSpPr>
            <p:cNvPr id="2527" name="Freeform: Shape 2526">
              <a:extLst>
                <a:ext uri="{FF2B5EF4-FFF2-40B4-BE49-F238E27FC236}">
                  <a16:creationId xmlns:a16="http://schemas.microsoft.com/office/drawing/2014/main" id="{1E2A088D-CE60-58C9-AEEE-48BC2BAC0D60}"/>
                </a:ext>
                <a:ext uri="{C183D7F6-B498-43B3-948B-1728B52AA6E4}">
                  <adec:decorative xmlns:adec="http://schemas.microsoft.com/office/drawing/2017/decorative" val="1"/>
                </a:ext>
              </a:extLst>
            </p:cNvPr>
            <p:cNvSpPr/>
            <p:nvPr/>
          </p:nvSpPr>
          <p:spPr>
            <a:xfrm>
              <a:off x="7585034" y="5049527"/>
              <a:ext cx="470611" cy="392307"/>
            </a:xfrm>
            <a:custGeom>
              <a:avLst/>
              <a:gdLst>
                <a:gd name="connsiteX0" fmla="*/ 382765 w 7059173"/>
                <a:gd name="connsiteY0" fmla="*/ 5119073 h 5884602"/>
                <a:gd name="connsiteX1" fmla="*/ 765529 w 7059173"/>
                <a:gd name="connsiteY1" fmla="*/ 5501838 h 5884602"/>
                <a:gd name="connsiteX2" fmla="*/ 382765 w 7059173"/>
                <a:gd name="connsiteY2" fmla="*/ 5884602 h 5884602"/>
                <a:gd name="connsiteX3" fmla="*/ 0 w 7059173"/>
                <a:gd name="connsiteY3" fmla="*/ 5501838 h 5884602"/>
                <a:gd name="connsiteX4" fmla="*/ 5257936 w 7059173"/>
                <a:gd name="connsiteY4" fmla="*/ 1255436 h 5884602"/>
                <a:gd name="connsiteX5" fmla="*/ 5796557 w 7059173"/>
                <a:gd name="connsiteY5" fmla="*/ 1255436 h 5884602"/>
                <a:gd name="connsiteX6" fmla="*/ 5796557 w 7059173"/>
                <a:gd name="connsiteY6" fmla="*/ 1794057 h 5884602"/>
                <a:gd name="connsiteX7" fmla="*/ 5257936 w 7059173"/>
                <a:gd name="connsiteY7" fmla="*/ 1794057 h 5884602"/>
                <a:gd name="connsiteX8" fmla="*/ 5532632 w 7059173"/>
                <a:gd name="connsiteY8" fmla="*/ 791774 h 5884602"/>
                <a:gd name="connsiteX9" fmla="*/ 5014656 w 7059173"/>
                <a:gd name="connsiteY9" fmla="*/ 1005874 h 5884602"/>
                <a:gd name="connsiteX10" fmla="*/ 4800108 w 7059173"/>
                <a:gd name="connsiteY10" fmla="*/ 1523851 h 5884602"/>
                <a:gd name="connsiteX11" fmla="*/ 5014656 w 7059173"/>
                <a:gd name="connsiteY11" fmla="*/ 2041823 h 5884602"/>
                <a:gd name="connsiteX12" fmla="*/ 6050608 w 7059173"/>
                <a:gd name="connsiteY12" fmla="*/ 2041823 h 5884602"/>
                <a:gd name="connsiteX13" fmla="*/ 6050608 w 7059173"/>
                <a:gd name="connsiteY13" fmla="*/ 1005874 h 5884602"/>
                <a:gd name="connsiteX14" fmla="*/ 5532632 w 7059173"/>
                <a:gd name="connsiteY14" fmla="*/ 791774 h 5884602"/>
                <a:gd name="connsiteX15" fmla="*/ 5308655 w 7059173"/>
                <a:gd name="connsiteY15" fmla="*/ 0 h 5884602"/>
                <a:gd name="connsiteX16" fmla="*/ 5757505 w 7059173"/>
                <a:gd name="connsiteY16" fmla="*/ 0 h 5884602"/>
                <a:gd name="connsiteX17" fmla="*/ 5757505 w 7059173"/>
                <a:gd name="connsiteY17" fmla="*/ 364020 h 5884602"/>
                <a:gd name="connsiteX18" fmla="*/ 6196484 w 7059173"/>
                <a:gd name="connsiteY18" fmla="*/ 546251 h 5884602"/>
                <a:gd name="connsiteX19" fmla="*/ 6453674 w 7059173"/>
                <a:gd name="connsiteY19" fmla="*/ 289060 h 5884602"/>
                <a:gd name="connsiteX20" fmla="*/ 6771013 w 7059173"/>
                <a:gd name="connsiteY20" fmla="*/ 606399 h 5884602"/>
                <a:gd name="connsiteX21" fmla="*/ 6512922 w 7059173"/>
                <a:gd name="connsiteY21" fmla="*/ 864490 h 5884602"/>
                <a:gd name="connsiteX22" fmla="*/ 6692911 w 7059173"/>
                <a:gd name="connsiteY22" fmla="*/ 1303016 h 5884602"/>
                <a:gd name="connsiteX23" fmla="*/ 7059173 w 7059173"/>
                <a:gd name="connsiteY23" fmla="*/ 1303016 h 5884602"/>
                <a:gd name="connsiteX24" fmla="*/ 7059173 w 7059173"/>
                <a:gd name="connsiteY24" fmla="*/ 1751420 h 5884602"/>
                <a:gd name="connsiteX25" fmla="*/ 6692463 w 7059173"/>
                <a:gd name="connsiteY25" fmla="*/ 1751420 h 5884602"/>
                <a:gd name="connsiteX26" fmla="*/ 6511127 w 7059173"/>
                <a:gd name="connsiteY26" fmla="*/ 2187251 h 5884602"/>
                <a:gd name="connsiteX27" fmla="*/ 6771908 w 7059173"/>
                <a:gd name="connsiteY27" fmla="*/ 2448037 h 5884602"/>
                <a:gd name="connsiteX28" fmla="*/ 6454574 w 7059173"/>
                <a:gd name="connsiteY28" fmla="*/ 2765371 h 5884602"/>
                <a:gd name="connsiteX29" fmla="*/ 6192893 w 7059173"/>
                <a:gd name="connsiteY29" fmla="*/ 2503694 h 5884602"/>
                <a:gd name="connsiteX30" fmla="*/ 5757953 w 7059173"/>
                <a:gd name="connsiteY30" fmla="*/ 2682782 h 5884602"/>
                <a:gd name="connsiteX31" fmla="*/ 5757953 w 7059173"/>
                <a:gd name="connsiteY31" fmla="*/ 3053536 h 5884602"/>
                <a:gd name="connsiteX32" fmla="*/ 5309102 w 7059173"/>
                <a:gd name="connsiteY32" fmla="*/ 3053536 h 5884602"/>
                <a:gd name="connsiteX33" fmla="*/ 5309102 w 7059173"/>
                <a:gd name="connsiteY33" fmla="*/ 2682782 h 5884602"/>
                <a:gd name="connsiteX34" fmla="*/ 4874167 w 7059173"/>
                <a:gd name="connsiteY34" fmla="*/ 2503242 h 5884602"/>
                <a:gd name="connsiteX35" fmla="*/ 4612490 w 7059173"/>
                <a:gd name="connsiteY35" fmla="*/ 2764923 h 5884602"/>
                <a:gd name="connsiteX36" fmla="*/ 4295152 w 7059173"/>
                <a:gd name="connsiteY36" fmla="*/ 2447584 h 5884602"/>
                <a:gd name="connsiteX37" fmla="*/ 4555933 w 7059173"/>
                <a:gd name="connsiteY37" fmla="*/ 2186803 h 5884602"/>
                <a:gd name="connsiteX38" fmla="*/ 4374149 w 7059173"/>
                <a:gd name="connsiteY38" fmla="*/ 1751420 h 5884602"/>
                <a:gd name="connsiteX39" fmla="*/ 4006539 w 7059173"/>
                <a:gd name="connsiteY39" fmla="*/ 1751420 h 5884602"/>
                <a:gd name="connsiteX40" fmla="*/ 4006539 w 7059173"/>
                <a:gd name="connsiteY40" fmla="*/ 1302569 h 5884602"/>
                <a:gd name="connsiteX41" fmla="*/ 4372802 w 7059173"/>
                <a:gd name="connsiteY41" fmla="*/ 1302569 h 5884602"/>
                <a:gd name="connsiteX42" fmla="*/ 4552790 w 7059173"/>
                <a:gd name="connsiteY42" fmla="*/ 864037 h 5884602"/>
                <a:gd name="connsiteX43" fmla="*/ 4294699 w 7059173"/>
                <a:gd name="connsiteY43" fmla="*/ 605952 h 5884602"/>
                <a:gd name="connsiteX44" fmla="*/ 4612038 w 7059173"/>
                <a:gd name="connsiteY44" fmla="*/ 288613 h 5884602"/>
                <a:gd name="connsiteX45" fmla="*/ 4869681 w 7059173"/>
                <a:gd name="connsiteY45" fmla="*/ 546251 h 5884602"/>
                <a:gd name="connsiteX46" fmla="*/ 5308655 w 7059173"/>
                <a:gd name="connsiteY46" fmla="*/ 364020 h 5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059173" h="5884602">
                  <a:moveTo>
                    <a:pt x="382765" y="5119073"/>
                  </a:moveTo>
                  <a:lnTo>
                    <a:pt x="765529" y="5501838"/>
                  </a:lnTo>
                  <a:lnTo>
                    <a:pt x="382765" y="5884602"/>
                  </a:lnTo>
                  <a:lnTo>
                    <a:pt x="0" y="5501838"/>
                  </a:lnTo>
                  <a:close/>
                  <a:moveTo>
                    <a:pt x="5257936" y="1255436"/>
                  </a:moveTo>
                  <a:lnTo>
                    <a:pt x="5796557" y="1255436"/>
                  </a:lnTo>
                  <a:lnTo>
                    <a:pt x="5796557" y="1794057"/>
                  </a:lnTo>
                  <a:lnTo>
                    <a:pt x="5257936" y="1794057"/>
                  </a:lnTo>
                  <a:close/>
                  <a:moveTo>
                    <a:pt x="5532632" y="791774"/>
                  </a:moveTo>
                  <a:cubicBezTo>
                    <a:pt x="5345015" y="791774"/>
                    <a:pt x="5157393" y="863142"/>
                    <a:pt x="5014656" y="1005874"/>
                  </a:cubicBezTo>
                  <a:cubicBezTo>
                    <a:pt x="4876410" y="1144121"/>
                    <a:pt x="4800108" y="1328152"/>
                    <a:pt x="4800108" y="1523851"/>
                  </a:cubicBezTo>
                  <a:cubicBezTo>
                    <a:pt x="4800108" y="1719550"/>
                    <a:pt x="4876410" y="1903577"/>
                    <a:pt x="5014656" y="2041823"/>
                  </a:cubicBezTo>
                  <a:cubicBezTo>
                    <a:pt x="5300130" y="2327292"/>
                    <a:pt x="5765139" y="2327292"/>
                    <a:pt x="6050608" y="2041823"/>
                  </a:cubicBezTo>
                  <a:cubicBezTo>
                    <a:pt x="6336078" y="1756354"/>
                    <a:pt x="6336078" y="1291344"/>
                    <a:pt x="6050608" y="1005874"/>
                  </a:cubicBezTo>
                  <a:cubicBezTo>
                    <a:pt x="5907872" y="863142"/>
                    <a:pt x="5720254" y="791774"/>
                    <a:pt x="5532632" y="791774"/>
                  </a:cubicBezTo>
                  <a:close/>
                  <a:moveTo>
                    <a:pt x="5308655" y="0"/>
                  </a:moveTo>
                  <a:lnTo>
                    <a:pt x="5757505" y="0"/>
                  </a:lnTo>
                  <a:lnTo>
                    <a:pt x="5757505" y="364020"/>
                  </a:lnTo>
                  <a:cubicBezTo>
                    <a:pt x="5911910" y="393641"/>
                    <a:pt x="6061829" y="454685"/>
                    <a:pt x="6196484" y="546251"/>
                  </a:cubicBezTo>
                  <a:lnTo>
                    <a:pt x="6453674" y="289060"/>
                  </a:lnTo>
                  <a:lnTo>
                    <a:pt x="6771013" y="606399"/>
                  </a:lnTo>
                  <a:lnTo>
                    <a:pt x="6512922" y="864490"/>
                  </a:lnTo>
                  <a:cubicBezTo>
                    <a:pt x="6603588" y="999145"/>
                    <a:pt x="6663736" y="1148612"/>
                    <a:pt x="6692911" y="1303016"/>
                  </a:cubicBezTo>
                  <a:lnTo>
                    <a:pt x="7059173" y="1303016"/>
                  </a:lnTo>
                  <a:lnTo>
                    <a:pt x="7059173" y="1751420"/>
                  </a:lnTo>
                  <a:lnTo>
                    <a:pt x="6692463" y="1751420"/>
                  </a:lnTo>
                  <a:cubicBezTo>
                    <a:pt x="6662841" y="1904925"/>
                    <a:pt x="6602245" y="2053495"/>
                    <a:pt x="6511127" y="2187251"/>
                  </a:cubicBezTo>
                  <a:lnTo>
                    <a:pt x="6771908" y="2448037"/>
                  </a:lnTo>
                  <a:lnTo>
                    <a:pt x="6454574" y="2765371"/>
                  </a:lnTo>
                  <a:lnTo>
                    <a:pt x="6192893" y="2503694"/>
                  </a:lnTo>
                  <a:cubicBezTo>
                    <a:pt x="6059133" y="2593465"/>
                    <a:pt x="5911015" y="2653609"/>
                    <a:pt x="5757953" y="2682782"/>
                  </a:cubicBezTo>
                  <a:lnTo>
                    <a:pt x="5757953" y="3053536"/>
                  </a:lnTo>
                  <a:lnTo>
                    <a:pt x="5309102" y="3053536"/>
                  </a:lnTo>
                  <a:lnTo>
                    <a:pt x="5309102" y="2682782"/>
                  </a:lnTo>
                  <a:cubicBezTo>
                    <a:pt x="5156045" y="2653161"/>
                    <a:pt x="5007927" y="2593465"/>
                    <a:pt x="4874167" y="2503242"/>
                  </a:cubicBezTo>
                  <a:lnTo>
                    <a:pt x="4612490" y="2764923"/>
                  </a:lnTo>
                  <a:lnTo>
                    <a:pt x="4295152" y="2447584"/>
                  </a:lnTo>
                  <a:lnTo>
                    <a:pt x="4555933" y="2186803"/>
                  </a:lnTo>
                  <a:cubicBezTo>
                    <a:pt x="4466163" y="2055291"/>
                    <a:pt x="4404671" y="1907620"/>
                    <a:pt x="4374149" y="1751420"/>
                  </a:cubicBezTo>
                  <a:lnTo>
                    <a:pt x="4006539" y="1751420"/>
                  </a:lnTo>
                  <a:lnTo>
                    <a:pt x="4006539" y="1302569"/>
                  </a:lnTo>
                  <a:lnTo>
                    <a:pt x="4372802" y="1302569"/>
                  </a:lnTo>
                  <a:cubicBezTo>
                    <a:pt x="4402428" y="1145021"/>
                    <a:pt x="4463472" y="996450"/>
                    <a:pt x="4552790" y="864037"/>
                  </a:cubicBezTo>
                  <a:lnTo>
                    <a:pt x="4294699" y="605952"/>
                  </a:lnTo>
                  <a:lnTo>
                    <a:pt x="4612038" y="288613"/>
                  </a:lnTo>
                  <a:lnTo>
                    <a:pt x="4869681" y="546251"/>
                  </a:lnTo>
                  <a:cubicBezTo>
                    <a:pt x="5004784" y="454685"/>
                    <a:pt x="5154250" y="393641"/>
                    <a:pt x="5308655" y="364020"/>
                  </a:cubicBez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757" name="Group 2756">
            <a:extLst>
              <a:ext uri="{FF2B5EF4-FFF2-40B4-BE49-F238E27FC236}">
                <a16:creationId xmlns:a16="http://schemas.microsoft.com/office/drawing/2014/main" id="{67AD4000-FCC6-5249-A497-86A67E2B1B80}"/>
              </a:ext>
              <a:ext uri="{C183D7F6-B498-43B3-948B-1728B52AA6E4}">
                <adec:decorative xmlns:adec="http://schemas.microsoft.com/office/drawing/2017/decorative" val="1"/>
              </a:ext>
            </a:extLst>
          </p:cNvPr>
          <p:cNvGrpSpPr>
            <a:grpSpLocks noChangeAspect="1"/>
          </p:cNvGrpSpPr>
          <p:nvPr/>
        </p:nvGrpSpPr>
        <p:grpSpPr>
          <a:xfrm>
            <a:off x="8180710" y="5049527"/>
            <a:ext cx="471700" cy="457200"/>
            <a:chOff x="8180710" y="5049527"/>
            <a:chExt cx="471700" cy="457200"/>
          </a:xfrm>
          <a:solidFill>
            <a:srgbClr val="FF0000"/>
          </a:solidFill>
        </p:grpSpPr>
        <p:sp>
          <p:nvSpPr>
            <p:cNvPr id="2545" name="Freeform: Shape 2544">
              <a:extLst>
                <a:ext uri="{FF2B5EF4-FFF2-40B4-BE49-F238E27FC236}">
                  <a16:creationId xmlns:a16="http://schemas.microsoft.com/office/drawing/2014/main" id="{7316A93A-4D49-F807-A008-16457DB2F6EE}"/>
                </a:ext>
                <a:ext uri="{C183D7F6-B498-43B3-948B-1728B52AA6E4}">
                  <adec:decorative xmlns:adec="http://schemas.microsoft.com/office/drawing/2017/decorative" val="1"/>
                </a:ext>
              </a:extLst>
            </p:cNvPr>
            <p:cNvSpPr/>
            <p:nvPr/>
          </p:nvSpPr>
          <p:spPr>
            <a:xfrm>
              <a:off x="8180710" y="5172639"/>
              <a:ext cx="348281" cy="267717"/>
            </a:xfrm>
            <a:custGeom>
              <a:avLst/>
              <a:gdLst>
                <a:gd name="connsiteX0" fmla="*/ 394997 w 5224208"/>
                <a:gd name="connsiteY0" fmla="*/ 3225754 h 4015748"/>
                <a:gd name="connsiteX1" fmla="*/ 789994 w 5224208"/>
                <a:gd name="connsiteY1" fmla="*/ 3620751 h 4015748"/>
                <a:gd name="connsiteX2" fmla="*/ 394997 w 5224208"/>
                <a:gd name="connsiteY2" fmla="*/ 4015748 h 4015748"/>
                <a:gd name="connsiteX3" fmla="*/ 0 w 5224208"/>
                <a:gd name="connsiteY3" fmla="*/ 3620751 h 4015748"/>
                <a:gd name="connsiteX4" fmla="*/ 4485540 w 5224208"/>
                <a:gd name="connsiteY4" fmla="*/ 0 h 4015748"/>
                <a:gd name="connsiteX5" fmla="*/ 5224208 w 5224208"/>
                <a:gd name="connsiteY5" fmla="*/ 0 h 4015748"/>
                <a:gd name="connsiteX6" fmla="*/ 5224208 w 5224208"/>
                <a:gd name="connsiteY6" fmla="*/ 738668 h 4015748"/>
                <a:gd name="connsiteX7" fmla="*/ 4485540 w 5224208"/>
                <a:gd name="connsiteY7" fmla="*/ 738668 h 401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4208" h="4015748">
                  <a:moveTo>
                    <a:pt x="394997" y="3225754"/>
                  </a:moveTo>
                  <a:lnTo>
                    <a:pt x="789994" y="3620751"/>
                  </a:lnTo>
                  <a:lnTo>
                    <a:pt x="394997" y="4015748"/>
                  </a:lnTo>
                  <a:lnTo>
                    <a:pt x="0" y="3620751"/>
                  </a:lnTo>
                  <a:close/>
                  <a:moveTo>
                    <a:pt x="4485540" y="0"/>
                  </a:moveTo>
                  <a:lnTo>
                    <a:pt x="5224208" y="0"/>
                  </a:lnTo>
                  <a:lnTo>
                    <a:pt x="5224208" y="738668"/>
                  </a:lnTo>
                  <a:lnTo>
                    <a:pt x="4485540" y="738668"/>
                  </a:lnTo>
                  <a:close/>
                </a:path>
              </a:pathLst>
            </a:custGeom>
            <a:solidFill>
              <a:schemeClr val="accent1"/>
            </a:solidFill>
            <a:ln w="12601" cap="flat">
              <a:noFill/>
              <a:prstDash val="solid"/>
              <a:miter/>
            </a:ln>
          </p:spPr>
          <p:txBody>
            <a:bodyPr wrap="square" rtlCol="0" anchor="ctr">
              <a:noAutofit/>
            </a:bodyPr>
            <a:lstStyle/>
            <a:p>
              <a:endParaRPr lang="en-US"/>
            </a:p>
          </p:txBody>
        </p:sp>
        <p:sp>
          <p:nvSpPr>
            <p:cNvPr id="2546" name="Freeform: Shape 2545">
              <a:extLst>
                <a:ext uri="{FF2B5EF4-FFF2-40B4-BE49-F238E27FC236}">
                  <a16:creationId xmlns:a16="http://schemas.microsoft.com/office/drawing/2014/main" id="{46790AFD-C176-7CC1-BDD3-ACF3FD7ADE2E}"/>
                </a:ext>
                <a:ext uri="{C183D7F6-B498-43B3-948B-1728B52AA6E4}">
                  <adec:decorative xmlns:adec="http://schemas.microsoft.com/office/drawing/2017/decorative" val="1"/>
                </a:ext>
              </a:extLst>
            </p:cNvPr>
            <p:cNvSpPr/>
            <p:nvPr/>
          </p:nvSpPr>
          <p:spPr>
            <a:xfrm>
              <a:off x="8223304" y="5049527"/>
              <a:ext cx="429106" cy="457200"/>
            </a:xfrm>
            <a:custGeom>
              <a:avLst/>
              <a:gdLst>
                <a:gd name="connsiteX0" fmla="*/ 414584 w 6436583"/>
                <a:gd name="connsiteY0" fmla="*/ 4538939 h 6858000"/>
                <a:gd name="connsiteX1" fmla="*/ 675741 w 6436583"/>
                <a:gd name="connsiteY1" fmla="*/ 4800096 h 6858000"/>
                <a:gd name="connsiteX2" fmla="*/ 261149 w 6436583"/>
                <a:gd name="connsiteY2" fmla="*/ 5214680 h 6858000"/>
                <a:gd name="connsiteX3" fmla="*/ 0 w 6436583"/>
                <a:gd name="connsiteY3" fmla="*/ 4953531 h 6858000"/>
                <a:gd name="connsiteX4" fmla="*/ 2752472 w 6436583"/>
                <a:gd name="connsiteY4" fmla="*/ 4000275 h 6858000"/>
                <a:gd name="connsiteX5" fmla="*/ 2484707 w 6436583"/>
                <a:gd name="connsiteY5" fmla="*/ 4268043 h 6858000"/>
                <a:gd name="connsiteX6" fmla="*/ 2613972 w 6436583"/>
                <a:gd name="connsiteY6" fmla="*/ 4397311 h 6858000"/>
                <a:gd name="connsiteX7" fmla="*/ 2881740 w 6436583"/>
                <a:gd name="connsiteY7" fmla="*/ 4129542 h 6858000"/>
                <a:gd name="connsiteX8" fmla="*/ 2493940 w 6436583"/>
                <a:gd name="connsiteY8" fmla="*/ 3746359 h 6858000"/>
                <a:gd name="connsiteX9" fmla="*/ 2226172 w 6436583"/>
                <a:gd name="connsiteY9" fmla="*/ 4014128 h 6858000"/>
                <a:gd name="connsiteX10" fmla="*/ 2355440 w 6436583"/>
                <a:gd name="connsiteY10" fmla="*/ 4143392 h 6858000"/>
                <a:gd name="connsiteX11" fmla="*/ 2623205 w 6436583"/>
                <a:gd name="connsiteY11" fmla="*/ 3875627 h 6858000"/>
                <a:gd name="connsiteX12" fmla="*/ 2230788 w 6436583"/>
                <a:gd name="connsiteY12" fmla="*/ 3478590 h 6858000"/>
                <a:gd name="connsiteX13" fmla="*/ 1963020 w 6436583"/>
                <a:gd name="connsiteY13" fmla="*/ 3746359 h 6858000"/>
                <a:gd name="connsiteX14" fmla="*/ 2092288 w 6436583"/>
                <a:gd name="connsiteY14" fmla="*/ 3875627 h 6858000"/>
                <a:gd name="connsiteX15" fmla="*/ 2360056 w 6436583"/>
                <a:gd name="connsiteY15" fmla="*/ 3607858 h 6858000"/>
                <a:gd name="connsiteX16" fmla="*/ 2226172 w 6436583"/>
                <a:gd name="connsiteY16" fmla="*/ 3220058 h 6858000"/>
                <a:gd name="connsiteX17" fmla="*/ 3140272 w 6436583"/>
                <a:gd name="connsiteY17" fmla="*/ 4129542 h 6858000"/>
                <a:gd name="connsiteX18" fmla="*/ 2613972 w 6436583"/>
                <a:gd name="connsiteY18" fmla="*/ 4655843 h 6858000"/>
                <a:gd name="connsiteX19" fmla="*/ 1699871 w 6436583"/>
                <a:gd name="connsiteY19" fmla="*/ 3746359 h 6858000"/>
                <a:gd name="connsiteX20" fmla="*/ 3144890 w 6436583"/>
                <a:gd name="connsiteY20" fmla="*/ 1918151 h 6858000"/>
                <a:gd name="connsiteX21" fmla="*/ 3167973 w 6436583"/>
                <a:gd name="connsiteY21" fmla="*/ 1918151 h 6858000"/>
                <a:gd name="connsiteX22" fmla="*/ 3468054 w 6436583"/>
                <a:gd name="connsiteY22" fmla="*/ 2112055 h 6858000"/>
                <a:gd name="connsiteX23" fmla="*/ 3398803 w 6436583"/>
                <a:gd name="connsiteY23" fmla="*/ 2462920 h 6858000"/>
                <a:gd name="connsiteX24" fmla="*/ 2914052 w 6436583"/>
                <a:gd name="connsiteY24" fmla="*/ 2947670 h 6858000"/>
                <a:gd name="connsiteX25" fmla="*/ 3431120 w 6436583"/>
                <a:gd name="connsiteY25" fmla="*/ 3464738 h 6858000"/>
                <a:gd name="connsiteX26" fmla="*/ 3915870 w 6436583"/>
                <a:gd name="connsiteY26" fmla="*/ 2979987 h 6858000"/>
                <a:gd name="connsiteX27" fmla="*/ 4262127 w 6436583"/>
                <a:gd name="connsiteY27" fmla="*/ 2910736 h 6858000"/>
                <a:gd name="connsiteX28" fmla="*/ 4456022 w 6436583"/>
                <a:gd name="connsiteY28" fmla="*/ 3201591 h 6858000"/>
                <a:gd name="connsiteX29" fmla="*/ 4456022 w 6436583"/>
                <a:gd name="connsiteY29" fmla="*/ 3224675 h 6858000"/>
                <a:gd name="connsiteX30" fmla="*/ 4045140 w 6436583"/>
                <a:gd name="connsiteY30" fmla="*/ 4886681 h 6858000"/>
                <a:gd name="connsiteX31" fmla="*/ 3786601 w 6436583"/>
                <a:gd name="connsiteY31" fmla="*/ 5172911 h 6858000"/>
                <a:gd name="connsiteX32" fmla="*/ 2332358 w 6436583"/>
                <a:gd name="connsiteY32" fmla="*/ 5445299 h 6858000"/>
                <a:gd name="connsiteX33" fmla="*/ 891948 w 6436583"/>
                <a:gd name="connsiteY33" fmla="*/ 6858000 h 6858000"/>
                <a:gd name="connsiteX34" fmla="*/ 416431 w 6436583"/>
                <a:gd name="connsiteY34" fmla="*/ 6382483 h 6858000"/>
                <a:gd name="connsiteX35" fmla="*/ 417497 w 6436583"/>
                <a:gd name="connsiteY35" fmla="*/ 6381417 h 6858000"/>
                <a:gd name="connsiteX36" fmla="*/ 8688 w 6436583"/>
                <a:gd name="connsiteY36" fmla="*/ 5972616 h 6858000"/>
                <a:gd name="connsiteX37" fmla="*/ 269845 w 6436583"/>
                <a:gd name="connsiteY37" fmla="*/ 5711459 h 6858000"/>
                <a:gd name="connsiteX38" fmla="*/ 678646 w 6436583"/>
                <a:gd name="connsiteY38" fmla="*/ 6120268 h 6858000"/>
                <a:gd name="connsiteX39" fmla="*/ 679586 w 6436583"/>
                <a:gd name="connsiteY39" fmla="*/ 6119328 h 6858000"/>
                <a:gd name="connsiteX40" fmla="*/ 896565 w 6436583"/>
                <a:gd name="connsiteY40" fmla="*/ 6336316 h 6858000"/>
                <a:gd name="connsiteX41" fmla="*/ 2152305 w 6436583"/>
                <a:gd name="connsiteY41" fmla="*/ 5099051 h 6858000"/>
                <a:gd name="connsiteX42" fmla="*/ 3685041 w 6436583"/>
                <a:gd name="connsiteY42" fmla="*/ 4812813 h 6858000"/>
                <a:gd name="connsiteX43" fmla="*/ 4045140 w 6436583"/>
                <a:gd name="connsiteY43" fmla="*/ 3372403 h 6858000"/>
                <a:gd name="connsiteX44" fmla="*/ 3431120 w 6436583"/>
                <a:gd name="connsiteY44" fmla="*/ 3986431 h 6858000"/>
                <a:gd name="connsiteX45" fmla="*/ 2392376 w 6436583"/>
                <a:gd name="connsiteY45" fmla="*/ 2947670 h 6858000"/>
                <a:gd name="connsiteX46" fmla="*/ 2997154 w 6436583"/>
                <a:gd name="connsiteY46" fmla="*/ 2342892 h 6858000"/>
                <a:gd name="connsiteX47" fmla="*/ 1575219 w 6436583"/>
                <a:gd name="connsiteY47" fmla="*/ 2712224 h 6858000"/>
                <a:gd name="connsiteX48" fmla="*/ 1261280 w 6436583"/>
                <a:gd name="connsiteY48" fmla="*/ 4217260 h 6858000"/>
                <a:gd name="connsiteX49" fmla="*/ 679586 w 6436583"/>
                <a:gd name="connsiteY49" fmla="*/ 4798962 h 6858000"/>
                <a:gd name="connsiteX50" fmla="*/ 416431 w 6436583"/>
                <a:gd name="connsiteY50" fmla="*/ 4535808 h 6858000"/>
                <a:gd name="connsiteX51" fmla="*/ 924265 w 6436583"/>
                <a:gd name="connsiteY51" fmla="*/ 4027973 h 6858000"/>
                <a:gd name="connsiteX52" fmla="*/ 1219737 w 6436583"/>
                <a:gd name="connsiteY52" fmla="*/ 2596805 h 6858000"/>
                <a:gd name="connsiteX53" fmla="*/ 1501351 w 6436583"/>
                <a:gd name="connsiteY53" fmla="*/ 2342892 h 6858000"/>
                <a:gd name="connsiteX54" fmla="*/ 4769961 w 6436583"/>
                <a:gd name="connsiteY54" fmla="*/ 1846677 h 6858000"/>
                <a:gd name="connsiteX55" fmla="*/ 5508628 w 6436583"/>
                <a:gd name="connsiteY55" fmla="*/ 1846677 h 6858000"/>
                <a:gd name="connsiteX56" fmla="*/ 5508628 w 6436583"/>
                <a:gd name="connsiteY56" fmla="*/ 2585343 h 6858000"/>
                <a:gd name="connsiteX57" fmla="*/ 4769961 w 6436583"/>
                <a:gd name="connsiteY57" fmla="*/ 2585343 h 6858000"/>
                <a:gd name="connsiteX58" fmla="*/ 5693294 w 6436583"/>
                <a:gd name="connsiteY58" fmla="*/ 1846676 h 6858000"/>
                <a:gd name="connsiteX59" fmla="*/ 6431961 w 6436583"/>
                <a:gd name="connsiteY59" fmla="*/ 1846676 h 6858000"/>
                <a:gd name="connsiteX60" fmla="*/ 6431961 w 6436583"/>
                <a:gd name="connsiteY60" fmla="*/ 2580727 h 6858000"/>
                <a:gd name="connsiteX61" fmla="*/ 5693294 w 6436583"/>
                <a:gd name="connsiteY61" fmla="*/ 2580727 h 6858000"/>
                <a:gd name="connsiteX62" fmla="*/ 3846627 w 6436583"/>
                <a:gd name="connsiteY62" fmla="*/ 923343 h 6858000"/>
                <a:gd name="connsiteX63" fmla="*/ 4585294 w 6436583"/>
                <a:gd name="connsiteY63" fmla="*/ 923343 h 6858000"/>
                <a:gd name="connsiteX64" fmla="*/ 4585294 w 6436583"/>
                <a:gd name="connsiteY64" fmla="*/ 1662010 h 6858000"/>
                <a:gd name="connsiteX65" fmla="*/ 3846627 w 6436583"/>
                <a:gd name="connsiteY65" fmla="*/ 1662010 h 6858000"/>
                <a:gd name="connsiteX66" fmla="*/ 5693294 w 6436583"/>
                <a:gd name="connsiteY66" fmla="*/ 923342 h 6858000"/>
                <a:gd name="connsiteX67" fmla="*/ 6431961 w 6436583"/>
                <a:gd name="connsiteY67" fmla="*/ 923342 h 6858000"/>
                <a:gd name="connsiteX68" fmla="*/ 6431961 w 6436583"/>
                <a:gd name="connsiteY68" fmla="*/ 1662009 h 6858000"/>
                <a:gd name="connsiteX69" fmla="*/ 5693294 w 6436583"/>
                <a:gd name="connsiteY69" fmla="*/ 1662009 h 6858000"/>
                <a:gd name="connsiteX70" fmla="*/ 4769961 w 6436583"/>
                <a:gd name="connsiteY70" fmla="*/ 923342 h 6858000"/>
                <a:gd name="connsiteX71" fmla="*/ 5508628 w 6436583"/>
                <a:gd name="connsiteY71" fmla="*/ 923342 h 6858000"/>
                <a:gd name="connsiteX72" fmla="*/ 5508628 w 6436583"/>
                <a:gd name="connsiteY72" fmla="*/ 1657393 h 6858000"/>
                <a:gd name="connsiteX73" fmla="*/ 4769961 w 6436583"/>
                <a:gd name="connsiteY73" fmla="*/ 1657393 h 6858000"/>
                <a:gd name="connsiteX74" fmla="*/ 4769961 w 6436583"/>
                <a:gd name="connsiteY74" fmla="*/ 0 h 6858000"/>
                <a:gd name="connsiteX75" fmla="*/ 5508628 w 6436583"/>
                <a:gd name="connsiteY75" fmla="*/ 0 h 6858000"/>
                <a:gd name="connsiteX76" fmla="*/ 5508628 w 6436583"/>
                <a:gd name="connsiteY76" fmla="*/ 738667 h 6858000"/>
                <a:gd name="connsiteX77" fmla="*/ 4769961 w 6436583"/>
                <a:gd name="connsiteY77" fmla="*/ 738667 h 6858000"/>
                <a:gd name="connsiteX78" fmla="*/ 3846627 w 6436583"/>
                <a:gd name="connsiteY78" fmla="*/ 0 h 6858000"/>
                <a:gd name="connsiteX79" fmla="*/ 4589916 w 6436583"/>
                <a:gd name="connsiteY79" fmla="*/ 0 h 6858000"/>
                <a:gd name="connsiteX80" fmla="*/ 4589916 w 6436583"/>
                <a:gd name="connsiteY80" fmla="*/ 738667 h 6858000"/>
                <a:gd name="connsiteX81" fmla="*/ 3846627 w 6436583"/>
                <a:gd name="connsiteY81" fmla="*/ 738667 h 6858000"/>
                <a:gd name="connsiteX82" fmla="*/ 5693294 w 6436583"/>
                <a:gd name="connsiteY82" fmla="*/ 0 h 6858000"/>
                <a:gd name="connsiteX83" fmla="*/ 6436583 w 6436583"/>
                <a:gd name="connsiteY83" fmla="*/ 0 h 6858000"/>
                <a:gd name="connsiteX84" fmla="*/ 6436583 w 6436583"/>
                <a:gd name="connsiteY84" fmla="*/ 738667 h 6858000"/>
                <a:gd name="connsiteX85" fmla="*/ 5693294 w 6436583"/>
                <a:gd name="connsiteY85" fmla="*/ 73866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436583" h="6858000">
                  <a:moveTo>
                    <a:pt x="414584" y="4538939"/>
                  </a:moveTo>
                  <a:lnTo>
                    <a:pt x="675741" y="4800096"/>
                  </a:lnTo>
                  <a:lnTo>
                    <a:pt x="261149" y="5214680"/>
                  </a:lnTo>
                  <a:lnTo>
                    <a:pt x="0" y="4953531"/>
                  </a:lnTo>
                  <a:close/>
                  <a:moveTo>
                    <a:pt x="2752472" y="4000275"/>
                  </a:moveTo>
                  <a:lnTo>
                    <a:pt x="2484707" y="4268043"/>
                  </a:lnTo>
                  <a:lnTo>
                    <a:pt x="2613972" y="4397311"/>
                  </a:lnTo>
                  <a:lnTo>
                    <a:pt x="2881740" y="4129542"/>
                  </a:lnTo>
                  <a:close/>
                  <a:moveTo>
                    <a:pt x="2493940" y="3746359"/>
                  </a:moveTo>
                  <a:lnTo>
                    <a:pt x="2226172" y="4014128"/>
                  </a:lnTo>
                  <a:lnTo>
                    <a:pt x="2355440" y="4143392"/>
                  </a:lnTo>
                  <a:lnTo>
                    <a:pt x="2623205" y="3875627"/>
                  </a:lnTo>
                  <a:close/>
                  <a:moveTo>
                    <a:pt x="2230788" y="3478590"/>
                  </a:moveTo>
                  <a:lnTo>
                    <a:pt x="1963020" y="3746359"/>
                  </a:lnTo>
                  <a:lnTo>
                    <a:pt x="2092288" y="3875627"/>
                  </a:lnTo>
                  <a:lnTo>
                    <a:pt x="2360056" y="3607858"/>
                  </a:lnTo>
                  <a:close/>
                  <a:moveTo>
                    <a:pt x="2226172" y="3220058"/>
                  </a:moveTo>
                  <a:lnTo>
                    <a:pt x="3140272" y="4129542"/>
                  </a:lnTo>
                  <a:lnTo>
                    <a:pt x="2613972" y="4655843"/>
                  </a:lnTo>
                  <a:lnTo>
                    <a:pt x="1699871" y="3746359"/>
                  </a:lnTo>
                  <a:close/>
                  <a:moveTo>
                    <a:pt x="3144890" y="1918151"/>
                  </a:moveTo>
                  <a:lnTo>
                    <a:pt x="3167973" y="1918151"/>
                  </a:lnTo>
                  <a:cubicBezTo>
                    <a:pt x="3301859" y="1913534"/>
                    <a:pt x="3417270" y="1992019"/>
                    <a:pt x="3468054" y="2112055"/>
                  </a:cubicBezTo>
                  <a:cubicBezTo>
                    <a:pt x="3518838" y="2232082"/>
                    <a:pt x="3491138" y="2370584"/>
                    <a:pt x="3398803" y="2462920"/>
                  </a:cubicBezTo>
                  <a:lnTo>
                    <a:pt x="2914052" y="2947670"/>
                  </a:lnTo>
                  <a:lnTo>
                    <a:pt x="3431120" y="3464738"/>
                  </a:lnTo>
                  <a:lnTo>
                    <a:pt x="3915870" y="2979987"/>
                  </a:lnTo>
                  <a:cubicBezTo>
                    <a:pt x="4003589" y="2887652"/>
                    <a:pt x="4142091" y="2859960"/>
                    <a:pt x="4262127" y="2910736"/>
                  </a:cubicBezTo>
                  <a:cubicBezTo>
                    <a:pt x="4382154" y="2961520"/>
                    <a:pt x="4460639" y="3076939"/>
                    <a:pt x="4456022" y="3201591"/>
                  </a:cubicBezTo>
                  <a:lnTo>
                    <a:pt x="4456022" y="3224675"/>
                  </a:lnTo>
                  <a:lnTo>
                    <a:pt x="4045140" y="4886681"/>
                  </a:lnTo>
                  <a:cubicBezTo>
                    <a:pt x="4031289" y="5029800"/>
                    <a:pt x="3929721" y="5145210"/>
                    <a:pt x="3786601" y="5172911"/>
                  </a:cubicBezTo>
                  <a:lnTo>
                    <a:pt x="2332358" y="5445299"/>
                  </a:lnTo>
                  <a:lnTo>
                    <a:pt x="891948" y="6858000"/>
                  </a:lnTo>
                  <a:lnTo>
                    <a:pt x="416431" y="6382483"/>
                  </a:lnTo>
                  <a:lnTo>
                    <a:pt x="417497" y="6381417"/>
                  </a:lnTo>
                  <a:lnTo>
                    <a:pt x="8688" y="5972616"/>
                  </a:lnTo>
                  <a:lnTo>
                    <a:pt x="269845" y="5711459"/>
                  </a:lnTo>
                  <a:lnTo>
                    <a:pt x="678646" y="6120268"/>
                  </a:lnTo>
                  <a:lnTo>
                    <a:pt x="679586" y="6119328"/>
                  </a:lnTo>
                  <a:lnTo>
                    <a:pt x="896565" y="6336316"/>
                  </a:lnTo>
                  <a:lnTo>
                    <a:pt x="2152305" y="5099051"/>
                  </a:lnTo>
                  <a:lnTo>
                    <a:pt x="3685041" y="4812813"/>
                  </a:lnTo>
                  <a:lnTo>
                    <a:pt x="4045140" y="3372403"/>
                  </a:lnTo>
                  <a:lnTo>
                    <a:pt x="3431120" y="3986431"/>
                  </a:lnTo>
                  <a:lnTo>
                    <a:pt x="2392376" y="2947670"/>
                  </a:lnTo>
                  <a:lnTo>
                    <a:pt x="2997154" y="2342892"/>
                  </a:lnTo>
                  <a:lnTo>
                    <a:pt x="1575219" y="2712224"/>
                  </a:lnTo>
                  <a:lnTo>
                    <a:pt x="1261280" y="4217260"/>
                  </a:lnTo>
                  <a:lnTo>
                    <a:pt x="679586" y="4798962"/>
                  </a:lnTo>
                  <a:lnTo>
                    <a:pt x="416431" y="4535808"/>
                  </a:lnTo>
                  <a:lnTo>
                    <a:pt x="924265" y="4027973"/>
                  </a:lnTo>
                  <a:lnTo>
                    <a:pt x="1219737" y="2596805"/>
                  </a:lnTo>
                  <a:cubicBezTo>
                    <a:pt x="1247438" y="2462920"/>
                    <a:pt x="1362857" y="2356734"/>
                    <a:pt x="1501351" y="2342892"/>
                  </a:cubicBezTo>
                  <a:close/>
                  <a:moveTo>
                    <a:pt x="4769961" y="1846677"/>
                  </a:moveTo>
                  <a:lnTo>
                    <a:pt x="5508628" y="1846677"/>
                  </a:lnTo>
                  <a:lnTo>
                    <a:pt x="5508628" y="2585343"/>
                  </a:lnTo>
                  <a:lnTo>
                    <a:pt x="4769961" y="2585343"/>
                  </a:lnTo>
                  <a:close/>
                  <a:moveTo>
                    <a:pt x="5693294" y="1846676"/>
                  </a:moveTo>
                  <a:lnTo>
                    <a:pt x="6431961" y="1846676"/>
                  </a:lnTo>
                  <a:lnTo>
                    <a:pt x="6431961" y="2580727"/>
                  </a:lnTo>
                  <a:lnTo>
                    <a:pt x="5693294" y="2580727"/>
                  </a:lnTo>
                  <a:close/>
                  <a:moveTo>
                    <a:pt x="3846627" y="923343"/>
                  </a:moveTo>
                  <a:lnTo>
                    <a:pt x="4585294" y="923343"/>
                  </a:lnTo>
                  <a:lnTo>
                    <a:pt x="4585294" y="1662010"/>
                  </a:lnTo>
                  <a:lnTo>
                    <a:pt x="3846627" y="1662010"/>
                  </a:lnTo>
                  <a:close/>
                  <a:moveTo>
                    <a:pt x="5693294" y="923342"/>
                  </a:moveTo>
                  <a:lnTo>
                    <a:pt x="6431961" y="923342"/>
                  </a:lnTo>
                  <a:lnTo>
                    <a:pt x="6431961" y="1662009"/>
                  </a:lnTo>
                  <a:lnTo>
                    <a:pt x="5693294" y="1662009"/>
                  </a:lnTo>
                  <a:close/>
                  <a:moveTo>
                    <a:pt x="4769961" y="923342"/>
                  </a:moveTo>
                  <a:lnTo>
                    <a:pt x="5508628" y="923342"/>
                  </a:lnTo>
                  <a:lnTo>
                    <a:pt x="5508628" y="1657393"/>
                  </a:lnTo>
                  <a:lnTo>
                    <a:pt x="4769961" y="1657393"/>
                  </a:lnTo>
                  <a:close/>
                  <a:moveTo>
                    <a:pt x="4769961" y="0"/>
                  </a:moveTo>
                  <a:lnTo>
                    <a:pt x="5508628" y="0"/>
                  </a:lnTo>
                  <a:lnTo>
                    <a:pt x="5508628" y="738667"/>
                  </a:lnTo>
                  <a:lnTo>
                    <a:pt x="4769961" y="738667"/>
                  </a:lnTo>
                  <a:close/>
                  <a:moveTo>
                    <a:pt x="3846627" y="0"/>
                  </a:moveTo>
                  <a:lnTo>
                    <a:pt x="4589916" y="0"/>
                  </a:lnTo>
                  <a:lnTo>
                    <a:pt x="4589916" y="738667"/>
                  </a:lnTo>
                  <a:lnTo>
                    <a:pt x="3846627" y="738667"/>
                  </a:lnTo>
                  <a:close/>
                  <a:moveTo>
                    <a:pt x="5693294" y="0"/>
                  </a:moveTo>
                  <a:lnTo>
                    <a:pt x="6436583" y="0"/>
                  </a:lnTo>
                  <a:lnTo>
                    <a:pt x="6436583" y="738667"/>
                  </a:lnTo>
                  <a:lnTo>
                    <a:pt x="5693294" y="738667"/>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2756" name="Group 2755">
            <a:extLst>
              <a:ext uri="{FF2B5EF4-FFF2-40B4-BE49-F238E27FC236}">
                <a16:creationId xmlns:a16="http://schemas.microsoft.com/office/drawing/2014/main" id="{7BD6A61E-B386-F061-5AE2-601F7765661F}"/>
              </a:ext>
              <a:ext uri="{C183D7F6-B498-43B3-948B-1728B52AA6E4}">
                <adec:decorative xmlns:adec="http://schemas.microsoft.com/office/drawing/2017/decorative" val="1"/>
              </a:ext>
            </a:extLst>
          </p:cNvPr>
          <p:cNvGrpSpPr>
            <a:grpSpLocks noChangeAspect="1"/>
          </p:cNvGrpSpPr>
          <p:nvPr/>
        </p:nvGrpSpPr>
        <p:grpSpPr>
          <a:xfrm>
            <a:off x="8777475" y="5049527"/>
            <a:ext cx="458913" cy="457200"/>
            <a:chOff x="8777475" y="5049527"/>
            <a:chExt cx="458913" cy="457200"/>
          </a:xfrm>
          <a:solidFill>
            <a:srgbClr val="FF0000"/>
          </a:solidFill>
        </p:grpSpPr>
        <p:sp>
          <p:nvSpPr>
            <p:cNvPr id="2558" name="Freeform: Shape 2557">
              <a:extLst>
                <a:ext uri="{FF2B5EF4-FFF2-40B4-BE49-F238E27FC236}">
                  <a16:creationId xmlns:a16="http://schemas.microsoft.com/office/drawing/2014/main" id="{F3556093-F726-39E4-E90B-3F397B32AE39}"/>
                </a:ext>
                <a:ext uri="{C183D7F6-B498-43B3-948B-1728B52AA6E4}">
                  <adec:decorative xmlns:adec="http://schemas.microsoft.com/office/drawing/2017/decorative" val="1"/>
                </a:ext>
              </a:extLst>
            </p:cNvPr>
            <p:cNvSpPr/>
            <p:nvPr/>
          </p:nvSpPr>
          <p:spPr>
            <a:xfrm>
              <a:off x="8785148" y="5055487"/>
              <a:ext cx="451240" cy="451240"/>
            </a:xfrm>
            <a:custGeom>
              <a:avLst/>
              <a:gdLst>
                <a:gd name="connsiteX0" fmla="*/ 357595 w 6768602"/>
                <a:gd name="connsiteY0" fmla="*/ 3729046 h 6768602"/>
                <a:gd name="connsiteX1" fmla="*/ 357595 w 6768602"/>
                <a:gd name="connsiteY1" fmla="*/ 6411007 h 6768602"/>
                <a:gd name="connsiteX2" fmla="*/ 3039556 w 6768602"/>
                <a:gd name="connsiteY2" fmla="*/ 6411007 h 6768602"/>
                <a:gd name="connsiteX3" fmla="*/ 3039556 w 6768602"/>
                <a:gd name="connsiteY3" fmla="*/ 3729046 h 6768602"/>
                <a:gd name="connsiteX4" fmla="*/ 0 w 6768602"/>
                <a:gd name="connsiteY4" fmla="*/ 3371451 h 6768602"/>
                <a:gd name="connsiteX5" fmla="*/ 3039556 w 6768602"/>
                <a:gd name="connsiteY5" fmla="*/ 3371451 h 6768602"/>
                <a:gd name="connsiteX6" fmla="*/ 3397151 w 6768602"/>
                <a:gd name="connsiteY6" fmla="*/ 3729046 h 6768602"/>
                <a:gd name="connsiteX7" fmla="*/ 3397151 w 6768602"/>
                <a:gd name="connsiteY7" fmla="*/ 6411007 h 6768602"/>
                <a:gd name="connsiteX8" fmla="*/ 3397151 w 6768602"/>
                <a:gd name="connsiteY8" fmla="*/ 6768602 h 6768602"/>
                <a:gd name="connsiteX9" fmla="*/ 3039556 w 6768602"/>
                <a:gd name="connsiteY9" fmla="*/ 6768602 h 6768602"/>
                <a:gd name="connsiteX10" fmla="*/ 2324367 w 6768602"/>
                <a:gd name="connsiteY10" fmla="*/ 6768602 h 6768602"/>
                <a:gd name="connsiteX11" fmla="*/ 357595 w 6768602"/>
                <a:gd name="connsiteY11" fmla="*/ 6768602 h 6768602"/>
                <a:gd name="connsiteX12" fmla="*/ 0 w 6768602"/>
                <a:gd name="connsiteY12" fmla="*/ 6411007 h 6768602"/>
                <a:gd name="connsiteX13" fmla="*/ 0 w 6768602"/>
                <a:gd name="connsiteY13" fmla="*/ 3729046 h 6768602"/>
                <a:gd name="connsiteX14" fmla="*/ 6411007 w 6768602"/>
                <a:gd name="connsiteY14" fmla="*/ 1762274 h 6768602"/>
                <a:gd name="connsiteX15" fmla="*/ 6768602 w 6768602"/>
                <a:gd name="connsiteY15" fmla="*/ 1762274 h 6768602"/>
                <a:gd name="connsiteX16" fmla="*/ 6768602 w 6768602"/>
                <a:gd name="connsiteY16" fmla="*/ 6411007 h 6768602"/>
                <a:gd name="connsiteX17" fmla="*/ 6768602 w 6768602"/>
                <a:gd name="connsiteY17" fmla="*/ 6768602 h 6768602"/>
                <a:gd name="connsiteX18" fmla="*/ 6411007 w 6768602"/>
                <a:gd name="connsiteY18" fmla="*/ 6768602 h 6768602"/>
                <a:gd name="connsiteX19" fmla="*/ 5695817 w 6768602"/>
                <a:gd name="connsiteY19" fmla="*/ 6768602 h 6768602"/>
                <a:gd name="connsiteX20" fmla="*/ 3729044 w 6768602"/>
                <a:gd name="connsiteY20" fmla="*/ 6768602 h 6768602"/>
                <a:gd name="connsiteX21" fmla="*/ 3729044 w 6768602"/>
                <a:gd name="connsiteY21" fmla="*/ 6411007 h 6768602"/>
                <a:gd name="connsiteX22" fmla="*/ 6411007 w 6768602"/>
                <a:gd name="connsiteY22" fmla="*/ 6411007 h 6768602"/>
                <a:gd name="connsiteX23" fmla="*/ 0 w 6768602"/>
                <a:gd name="connsiteY23" fmla="*/ 685635 h 6768602"/>
                <a:gd name="connsiteX24" fmla="*/ 357593 w 6768602"/>
                <a:gd name="connsiteY24" fmla="*/ 685635 h 6768602"/>
                <a:gd name="connsiteX25" fmla="*/ 357593 w 6768602"/>
                <a:gd name="connsiteY25" fmla="*/ 3107108 h 6768602"/>
                <a:gd name="connsiteX26" fmla="*/ 0 w 6768602"/>
                <a:gd name="connsiteY26" fmla="*/ 3107108 h 6768602"/>
                <a:gd name="connsiteX27" fmla="*/ 682333 w 6768602"/>
                <a:gd name="connsiteY27" fmla="*/ 0 h 6768602"/>
                <a:gd name="connsiteX28" fmla="*/ 5070576 w 6768602"/>
                <a:gd name="connsiteY28" fmla="*/ 0 h 6768602"/>
                <a:gd name="connsiteX29" fmla="*/ 5070576 w 6768602"/>
                <a:gd name="connsiteY29" fmla="*/ 357593 h 6768602"/>
                <a:gd name="connsiteX30" fmla="*/ 682333 w 6768602"/>
                <a:gd name="connsiteY30" fmla="*/ 357593 h 676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768602" h="6768602">
                  <a:moveTo>
                    <a:pt x="357595" y="3729046"/>
                  </a:moveTo>
                  <a:lnTo>
                    <a:pt x="357595" y="6411007"/>
                  </a:lnTo>
                  <a:lnTo>
                    <a:pt x="3039556" y="6411007"/>
                  </a:lnTo>
                  <a:lnTo>
                    <a:pt x="3039556" y="3729046"/>
                  </a:lnTo>
                  <a:close/>
                  <a:moveTo>
                    <a:pt x="0" y="3371451"/>
                  </a:moveTo>
                  <a:lnTo>
                    <a:pt x="3039556" y="3371451"/>
                  </a:lnTo>
                  <a:cubicBezTo>
                    <a:pt x="3236233" y="3371451"/>
                    <a:pt x="3397151" y="3532369"/>
                    <a:pt x="3397151" y="3729046"/>
                  </a:cubicBezTo>
                  <a:lnTo>
                    <a:pt x="3397151" y="6411007"/>
                  </a:lnTo>
                  <a:lnTo>
                    <a:pt x="3397151" y="6768602"/>
                  </a:lnTo>
                  <a:lnTo>
                    <a:pt x="3039556" y="6768602"/>
                  </a:lnTo>
                  <a:lnTo>
                    <a:pt x="2324367" y="6768602"/>
                  </a:lnTo>
                  <a:lnTo>
                    <a:pt x="357595" y="6768602"/>
                  </a:lnTo>
                  <a:cubicBezTo>
                    <a:pt x="160918" y="6768602"/>
                    <a:pt x="0" y="6607684"/>
                    <a:pt x="0" y="6411007"/>
                  </a:cubicBezTo>
                  <a:lnTo>
                    <a:pt x="0" y="3729046"/>
                  </a:lnTo>
                  <a:close/>
                  <a:moveTo>
                    <a:pt x="6411007" y="1762274"/>
                  </a:moveTo>
                  <a:lnTo>
                    <a:pt x="6768602" y="1762274"/>
                  </a:lnTo>
                  <a:lnTo>
                    <a:pt x="6768602" y="6411007"/>
                  </a:lnTo>
                  <a:lnTo>
                    <a:pt x="6768602" y="6768602"/>
                  </a:lnTo>
                  <a:lnTo>
                    <a:pt x="6411007" y="6768602"/>
                  </a:lnTo>
                  <a:lnTo>
                    <a:pt x="5695817" y="6768602"/>
                  </a:lnTo>
                  <a:lnTo>
                    <a:pt x="3729044" y="6768602"/>
                  </a:lnTo>
                  <a:lnTo>
                    <a:pt x="3729044" y="6411007"/>
                  </a:lnTo>
                  <a:lnTo>
                    <a:pt x="6411007" y="6411007"/>
                  </a:lnTo>
                  <a:close/>
                  <a:moveTo>
                    <a:pt x="0" y="685635"/>
                  </a:moveTo>
                  <a:lnTo>
                    <a:pt x="357593" y="685635"/>
                  </a:lnTo>
                  <a:lnTo>
                    <a:pt x="357593" y="3107108"/>
                  </a:lnTo>
                  <a:lnTo>
                    <a:pt x="0" y="3107108"/>
                  </a:lnTo>
                  <a:close/>
                  <a:moveTo>
                    <a:pt x="682333" y="0"/>
                  </a:moveTo>
                  <a:lnTo>
                    <a:pt x="5070576" y="0"/>
                  </a:lnTo>
                  <a:lnTo>
                    <a:pt x="5070576" y="357593"/>
                  </a:lnTo>
                  <a:lnTo>
                    <a:pt x="682333" y="357593"/>
                  </a:lnTo>
                  <a:close/>
                </a:path>
              </a:pathLst>
            </a:custGeom>
            <a:solidFill>
              <a:schemeClr val="accent2"/>
            </a:solidFill>
            <a:ln w="9525" cap="flat">
              <a:noFill/>
              <a:prstDash val="solid"/>
              <a:miter/>
            </a:ln>
          </p:spPr>
          <p:txBody>
            <a:bodyPr wrap="square" rtlCol="0" anchor="ctr">
              <a:noAutofit/>
            </a:bodyPr>
            <a:lstStyle/>
            <a:p>
              <a:endParaRPr lang="en-US"/>
            </a:p>
          </p:txBody>
        </p:sp>
        <p:sp>
          <p:nvSpPr>
            <p:cNvPr id="2559" name="Freeform: Shape 2558">
              <a:extLst>
                <a:ext uri="{FF2B5EF4-FFF2-40B4-BE49-F238E27FC236}">
                  <a16:creationId xmlns:a16="http://schemas.microsoft.com/office/drawing/2014/main" id="{5DCECAF7-5D44-E18F-4EED-358634B844E4}"/>
                </a:ext>
                <a:ext uri="{C183D7F6-B498-43B3-948B-1728B52AA6E4}">
                  <adec:decorative xmlns:adec="http://schemas.microsoft.com/office/drawing/2017/decorative" val="1"/>
                </a:ext>
              </a:extLst>
            </p:cNvPr>
            <p:cNvSpPr/>
            <p:nvPr/>
          </p:nvSpPr>
          <p:spPr>
            <a:xfrm>
              <a:off x="8777475" y="5049527"/>
              <a:ext cx="458317" cy="232437"/>
            </a:xfrm>
            <a:custGeom>
              <a:avLst/>
              <a:gdLst>
                <a:gd name="connsiteX0" fmla="*/ 5439908 w 6874759"/>
                <a:gd name="connsiteY0" fmla="*/ 89398 h 3486549"/>
                <a:gd name="connsiteX1" fmla="*/ 6874759 w 6874759"/>
                <a:gd name="connsiteY1" fmla="*/ 93870 h 3486549"/>
                <a:gd name="connsiteX2" fmla="*/ 6874759 w 6874759"/>
                <a:gd name="connsiteY2" fmla="*/ 1519777 h 3486549"/>
                <a:gd name="connsiteX3" fmla="*/ 6512697 w 6874759"/>
                <a:gd name="connsiteY3" fmla="*/ 1519777 h 3486549"/>
                <a:gd name="connsiteX4" fmla="*/ 6512697 w 6874759"/>
                <a:gd name="connsiteY4" fmla="*/ 701782 h 3486549"/>
                <a:gd name="connsiteX5" fmla="*/ 3723458 w 6874759"/>
                <a:gd name="connsiteY5" fmla="*/ 3486549 h 3486549"/>
                <a:gd name="connsiteX6" fmla="*/ 3486549 w 6874759"/>
                <a:gd name="connsiteY6" fmla="*/ 3218353 h 3486549"/>
                <a:gd name="connsiteX7" fmla="*/ 6262380 w 6874759"/>
                <a:gd name="connsiteY7" fmla="*/ 446993 h 3486549"/>
                <a:gd name="connsiteX8" fmla="*/ 5439908 w 6874759"/>
                <a:gd name="connsiteY8" fmla="*/ 446993 h 3486549"/>
                <a:gd name="connsiteX9" fmla="*/ 0 w 6874759"/>
                <a:gd name="connsiteY9" fmla="*/ 0 h 3486549"/>
                <a:gd name="connsiteX10" fmla="*/ 536390 w 6874759"/>
                <a:gd name="connsiteY10" fmla="*/ 0 h 3486549"/>
                <a:gd name="connsiteX11" fmla="*/ 536390 w 6874759"/>
                <a:gd name="connsiteY11" fmla="*/ 536390 h 3486549"/>
                <a:gd name="connsiteX12" fmla="*/ 0 w 6874759"/>
                <a:gd name="connsiteY12" fmla="*/ 536390 h 348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74759" h="3486549">
                  <a:moveTo>
                    <a:pt x="5439908" y="89398"/>
                  </a:moveTo>
                  <a:lnTo>
                    <a:pt x="6874759" y="93870"/>
                  </a:lnTo>
                  <a:lnTo>
                    <a:pt x="6874759" y="1519777"/>
                  </a:lnTo>
                  <a:lnTo>
                    <a:pt x="6512697" y="1519777"/>
                  </a:lnTo>
                  <a:lnTo>
                    <a:pt x="6512697" y="701782"/>
                  </a:lnTo>
                  <a:lnTo>
                    <a:pt x="3723458" y="3486549"/>
                  </a:lnTo>
                  <a:lnTo>
                    <a:pt x="3486549" y="3218353"/>
                  </a:lnTo>
                  <a:lnTo>
                    <a:pt x="6262380" y="446993"/>
                  </a:lnTo>
                  <a:lnTo>
                    <a:pt x="5439908" y="446993"/>
                  </a:lnTo>
                  <a:close/>
                  <a:moveTo>
                    <a:pt x="0" y="0"/>
                  </a:moveTo>
                  <a:lnTo>
                    <a:pt x="536390" y="0"/>
                  </a:lnTo>
                  <a:lnTo>
                    <a:pt x="536390" y="536390"/>
                  </a:lnTo>
                  <a:lnTo>
                    <a:pt x="0" y="536390"/>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755" name="Group 2754">
            <a:extLst>
              <a:ext uri="{FF2B5EF4-FFF2-40B4-BE49-F238E27FC236}">
                <a16:creationId xmlns:a16="http://schemas.microsoft.com/office/drawing/2014/main" id="{2808F92D-BCBF-5B59-8D2D-03A6D30086B9}"/>
              </a:ext>
              <a:ext uri="{C183D7F6-B498-43B3-948B-1728B52AA6E4}">
                <adec:decorative xmlns:adec="http://schemas.microsoft.com/office/drawing/2017/decorative" val="1"/>
              </a:ext>
            </a:extLst>
          </p:cNvPr>
          <p:cNvGrpSpPr>
            <a:grpSpLocks noChangeAspect="1"/>
          </p:cNvGrpSpPr>
          <p:nvPr/>
        </p:nvGrpSpPr>
        <p:grpSpPr>
          <a:xfrm>
            <a:off x="9361453" y="5049527"/>
            <a:ext cx="457200" cy="457200"/>
            <a:chOff x="9361453" y="5049527"/>
            <a:chExt cx="457200" cy="457200"/>
          </a:xfrm>
          <a:solidFill>
            <a:srgbClr val="FF0000"/>
          </a:solidFill>
        </p:grpSpPr>
        <p:sp>
          <p:nvSpPr>
            <p:cNvPr id="2572" name="Freeform: Shape 2571">
              <a:extLst>
                <a:ext uri="{FF2B5EF4-FFF2-40B4-BE49-F238E27FC236}">
                  <a16:creationId xmlns:a16="http://schemas.microsoft.com/office/drawing/2014/main" id="{16C9621B-7D28-9399-0F4F-64046EA21D0F}"/>
                </a:ext>
                <a:ext uri="{C183D7F6-B498-43B3-948B-1728B52AA6E4}">
                  <adec:decorative xmlns:adec="http://schemas.microsoft.com/office/drawing/2017/decorative" val="1"/>
                </a:ext>
              </a:extLst>
            </p:cNvPr>
            <p:cNvSpPr/>
            <p:nvPr/>
          </p:nvSpPr>
          <p:spPr>
            <a:xfrm>
              <a:off x="9367391" y="5055465"/>
              <a:ext cx="451262" cy="451262"/>
            </a:xfrm>
            <a:custGeom>
              <a:avLst/>
              <a:gdLst>
                <a:gd name="connsiteX0" fmla="*/ 356260 w 6768931"/>
                <a:gd name="connsiteY0" fmla="*/ 3740721 h 6768931"/>
                <a:gd name="connsiteX1" fmla="*/ 356260 w 6768931"/>
                <a:gd name="connsiteY1" fmla="*/ 6412671 h 6768931"/>
                <a:gd name="connsiteX2" fmla="*/ 3028210 w 6768931"/>
                <a:gd name="connsiteY2" fmla="*/ 6412671 h 6768931"/>
                <a:gd name="connsiteX3" fmla="*/ 3028210 w 6768931"/>
                <a:gd name="connsiteY3" fmla="*/ 3740721 h 6768931"/>
                <a:gd name="connsiteX4" fmla="*/ 0 w 6768931"/>
                <a:gd name="connsiteY4" fmla="*/ 3384461 h 6768931"/>
                <a:gd name="connsiteX5" fmla="*/ 3028210 w 6768931"/>
                <a:gd name="connsiteY5" fmla="*/ 3384461 h 6768931"/>
                <a:gd name="connsiteX6" fmla="*/ 3384470 w 6768931"/>
                <a:gd name="connsiteY6" fmla="*/ 3740721 h 6768931"/>
                <a:gd name="connsiteX7" fmla="*/ 3384470 w 6768931"/>
                <a:gd name="connsiteY7" fmla="*/ 6412671 h 6768931"/>
                <a:gd name="connsiteX8" fmla="*/ 3384470 w 6768931"/>
                <a:gd name="connsiteY8" fmla="*/ 6768931 h 6768931"/>
                <a:gd name="connsiteX9" fmla="*/ 3028210 w 6768931"/>
                <a:gd name="connsiteY9" fmla="*/ 6768931 h 6768931"/>
                <a:gd name="connsiteX10" fmla="*/ 2315690 w 6768931"/>
                <a:gd name="connsiteY10" fmla="*/ 6768931 h 6768931"/>
                <a:gd name="connsiteX11" fmla="*/ 356260 w 6768931"/>
                <a:gd name="connsiteY11" fmla="*/ 6768931 h 6768931"/>
                <a:gd name="connsiteX12" fmla="*/ 0 w 6768931"/>
                <a:gd name="connsiteY12" fmla="*/ 6412671 h 6768931"/>
                <a:gd name="connsiteX13" fmla="*/ 0 w 6768931"/>
                <a:gd name="connsiteY13" fmla="*/ 3740721 h 6768931"/>
                <a:gd name="connsiteX14" fmla="*/ 6412671 w 6768931"/>
                <a:gd name="connsiteY14" fmla="*/ 1781292 h 6768931"/>
                <a:gd name="connsiteX15" fmla="*/ 6768931 w 6768931"/>
                <a:gd name="connsiteY15" fmla="*/ 1781292 h 6768931"/>
                <a:gd name="connsiteX16" fmla="*/ 6768931 w 6768931"/>
                <a:gd name="connsiteY16" fmla="*/ 6412671 h 6768931"/>
                <a:gd name="connsiteX17" fmla="*/ 6768931 w 6768931"/>
                <a:gd name="connsiteY17" fmla="*/ 6768931 h 6768931"/>
                <a:gd name="connsiteX18" fmla="*/ 6412671 w 6768931"/>
                <a:gd name="connsiteY18" fmla="*/ 6768931 h 6768931"/>
                <a:gd name="connsiteX19" fmla="*/ 5700152 w 6768931"/>
                <a:gd name="connsiteY19" fmla="*/ 6768931 h 6768931"/>
                <a:gd name="connsiteX20" fmla="*/ 3740723 w 6768931"/>
                <a:gd name="connsiteY20" fmla="*/ 6768931 h 6768931"/>
                <a:gd name="connsiteX21" fmla="*/ 3740723 w 6768931"/>
                <a:gd name="connsiteY21" fmla="*/ 6412671 h 6768931"/>
                <a:gd name="connsiteX22" fmla="*/ 6412671 w 6768931"/>
                <a:gd name="connsiteY22" fmla="*/ 6412671 h 6768931"/>
                <a:gd name="connsiteX23" fmla="*/ 0 w 6768931"/>
                <a:gd name="connsiteY23" fmla="*/ 681713 h 6768931"/>
                <a:gd name="connsiteX24" fmla="*/ 356262 w 6768931"/>
                <a:gd name="connsiteY24" fmla="*/ 681713 h 6768931"/>
                <a:gd name="connsiteX25" fmla="*/ 356262 w 6768931"/>
                <a:gd name="connsiteY25" fmla="*/ 3028216 h 6768931"/>
                <a:gd name="connsiteX26" fmla="*/ 0 w 6768931"/>
                <a:gd name="connsiteY26" fmla="*/ 3028216 h 6768931"/>
                <a:gd name="connsiteX27" fmla="*/ 681713 w 6768931"/>
                <a:gd name="connsiteY27" fmla="*/ 0 h 6768931"/>
                <a:gd name="connsiteX28" fmla="*/ 4987647 w 6768931"/>
                <a:gd name="connsiteY28" fmla="*/ 0 h 6768931"/>
                <a:gd name="connsiteX29" fmla="*/ 4987647 w 6768931"/>
                <a:gd name="connsiteY29" fmla="*/ 356262 h 6768931"/>
                <a:gd name="connsiteX30" fmla="*/ 681713 w 6768931"/>
                <a:gd name="connsiteY30" fmla="*/ 356262 h 67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768931" h="6768931">
                  <a:moveTo>
                    <a:pt x="356260" y="3740721"/>
                  </a:moveTo>
                  <a:lnTo>
                    <a:pt x="356260" y="6412671"/>
                  </a:lnTo>
                  <a:lnTo>
                    <a:pt x="3028210" y="6412671"/>
                  </a:lnTo>
                  <a:lnTo>
                    <a:pt x="3028210" y="3740721"/>
                  </a:lnTo>
                  <a:close/>
                  <a:moveTo>
                    <a:pt x="0" y="3384461"/>
                  </a:moveTo>
                  <a:lnTo>
                    <a:pt x="3028210" y="3384461"/>
                  </a:lnTo>
                  <a:cubicBezTo>
                    <a:pt x="3224153" y="3384461"/>
                    <a:pt x="3384470" y="3544778"/>
                    <a:pt x="3384470" y="3740721"/>
                  </a:cubicBezTo>
                  <a:lnTo>
                    <a:pt x="3384470" y="6412671"/>
                  </a:lnTo>
                  <a:lnTo>
                    <a:pt x="3384470" y="6768931"/>
                  </a:lnTo>
                  <a:lnTo>
                    <a:pt x="3028210" y="6768931"/>
                  </a:lnTo>
                  <a:lnTo>
                    <a:pt x="2315690" y="6768931"/>
                  </a:lnTo>
                  <a:lnTo>
                    <a:pt x="356260" y="6768931"/>
                  </a:lnTo>
                  <a:cubicBezTo>
                    <a:pt x="160317" y="6768931"/>
                    <a:pt x="0" y="6608614"/>
                    <a:pt x="0" y="6412671"/>
                  </a:cubicBezTo>
                  <a:lnTo>
                    <a:pt x="0" y="3740721"/>
                  </a:lnTo>
                  <a:close/>
                  <a:moveTo>
                    <a:pt x="6412671" y="1781292"/>
                  </a:moveTo>
                  <a:lnTo>
                    <a:pt x="6768931" y="1781292"/>
                  </a:lnTo>
                  <a:lnTo>
                    <a:pt x="6768931" y="6412671"/>
                  </a:lnTo>
                  <a:lnTo>
                    <a:pt x="6768931" y="6768931"/>
                  </a:lnTo>
                  <a:lnTo>
                    <a:pt x="6412671" y="6768931"/>
                  </a:lnTo>
                  <a:lnTo>
                    <a:pt x="5700152" y="6768931"/>
                  </a:lnTo>
                  <a:lnTo>
                    <a:pt x="3740723" y="6768931"/>
                  </a:lnTo>
                  <a:lnTo>
                    <a:pt x="3740723" y="6412671"/>
                  </a:lnTo>
                  <a:lnTo>
                    <a:pt x="6412671" y="6412671"/>
                  </a:lnTo>
                  <a:close/>
                  <a:moveTo>
                    <a:pt x="0" y="681713"/>
                  </a:moveTo>
                  <a:lnTo>
                    <a:pt x="356262" y="681713"/>
                  </a:lnTo>
                  <a:lnTo>
                    <a:pt x="356262" y="3028216"/>
                  </a:lnTo>
                  <a:lnTo>
                    <a:pt x="0" y="3028216"/>
                  </a:lnTo>
                  <a:close/>
                  <a:moveTo>
                    <a:pt x="681713" y="0"/>
                  </a:moveTo>
                  <a:lnTo>
                    <a:pt x="4987647" y="0"/>
                  </a:lnTo>
                  <a:lnTo>
                    <a:pt x="4987647" y="356262"/>
                  </a:lnTo>
                  <a:lnTo>
                    <a:pt x="681713" y="356262"/>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573" name="Freeform: Shape 2572">
              <a:extLst>
                <a:ext uri="{FF2B5EF4-FFF2-40B4-BE49-F238E27FC236}">
                  <a16:creationId xmlns:a16="http://schemas.microsoft.com/office/drawing/2014/main" id="{EA94486A-76D6-CC18-EE13-632D8ABB3FB7}"/>
                </a:ext>
                <a:ext uri="{C183D7F6-B498-43B3-948B-1728B52AA6E4}">
                  <adec:decorative xmlns:adec="http://schemas.microsoft.com/office/drawing/2017/decorative" val="1"/>
                </a:ext>
              </a:extLst>
            </p:cNvPr>
            <p:cNvSpPr/>
            <p:nvPr/>
          </p:nvSpPr>
          <p:spPr>
            <a:xfrm>
              <a:off x="9361453" y="5049527"/>
              <a:ext cx="456606" cy="404393"/>
            </a:xfrm>
            <a:custGeom>
              <a:avLst/>
              <a:gdLst>
                <a:gd name="connsiteX0" fmla="*/ 1781310 w 6849091"/>
                <a:gd name="connsiteY0" fmla="*/ 4803916 h 6065902"/>
                <a:gd name="connsiteX1" fmla="*/ 1687696 w 6849091"/>
                <a:gd name="connsiteY1" fmla="*/ 4816522 h 6065902"/>
                <a:gd name="connsiteX2" fmla="*/ 1468052 w 6849091"/>
                <a:gd name="connsiteY2" fmla="*/ 4985738 h 6065902"/>
                <a:gd name="connsiteX3" fmla="*/ 1430251 w 6849091"/>
                <a:gd name="connsiteY3" fmla="*/ 5261175 h 6065902"/>
                <a:gd name="connsiteX4" fmla="*/ 1599468 w 6849091"/>
                <a:gd name="connsiteY4" fmla="*/ 5480818 h 6065902"/>
                <a:gd name="connsiteX5" fmla="*/ 1874925 w 6849091"/>
                <a:gd name="connsiteY5" fmla="*/ 5516824 h 6065902"/>
                <a:gd name="connsiteX6" fmla="*/ 2094549 w 6849091"/>
                <a:gd name="connsiteY6" fmla="*/ 5347589 h 6065902"/>
                <a:gd name="connsiteX7" fmla="*/ 1961338 w 6849091"/>
                <a:gd name="connsiteY7" fmla="*/ 4852528 h 6065902"/>
                <a:gd name="connsiteX8" fmla="*/ 1781310 w 6849091"/>
                <a:gd name="connsiteY8" fmla="*/ 4803916 h 6065902"/>
                <a:gd name="connsiteX9" fmla="*/ 1601282 w 6849091"/>
                <a:gd name="connsiteY9" fmla="*/ 4265629 h 6065902"/>
                <a:gd name="connsiteX10" fmla="*/ 1961338 w 6849091"/>
                <a:gd name="connsiteY10" fmla="*/ 4265629 h 6065902"/>
                <a:gd name="connsiteX11" fmla="*/ 1961338 w 6849091"/>
                <a:gd name="connsiteY11" fmla="*/ 4472665 h 6065902"/>
                <a:gd name="connsiteX12" fmla="*/ 2141366 w 6849091"/>
                <a:gd name="connsiteY12" fmla="*/ 4542881 h 6065902"/>
                <a:gd name="connsiteX13" fmla="*/ 2292590 w 6849091"/>
                <a:gd name="connsiteY13" fmla="*/ 4661689 h 6065902"/>
                <a:gd name="connsiteX14" fmla="*/ 2470822 w 6849091"/>
                <a:gd name="connsiteY14" fmla="*/ 4559078 h 6065902"/>
                <a:gd name="connsiteX15" fmla="*/ 2650850 w 6849091"/>
                <a:gd name="connsiteY15" fmla="*/ 4870521 h 6065902"/>
                <a:gd name="connsiteX16" fmla="*/ 2474413 w 6849091"/>
                <a:gd name="connsiteY16" fmla="*/ 4973132 h 6065902"/>
                <a:gd name="connsiteX17" fmla="*/ 2472618 w 6849091"/>
                <a:gd name="connsiteY17" fmla="*/ 5356604 h 6065902"/>
                <a:gd name="connsiteX18" fmla="*/ 2650850 w 6849091"/>
                <a:gd name="connsiteY18" fmla="*/ 5459215 h 6065902"/>
                <a:gd name="connsiteX19" fmla="*/ 2470822 w 6849091"/>
                <a:gd name="connsiteY19" fmla="*/ 5770657 h 6065902"/>
                <a:gd name="connsiteX20" fmla="*/ 2294385 w 6849091"/>
                <a:gd name="connsiteY20" fmla="*/ 5669842 h 6065902"/>
                <a:gd name="connsiteX21" fmla="*/ 1961338 w 6849091"/>
                <a:gd name="connsiteY21" fmla="*/ 5862476 h 6065902"/>
                <a:gd name="connsiteX22" fmla="*/ 1961338 w 6849091"/>
                <a:gd name="connsiteY22" fmla="*/ 6065902 h 6065902"/>
                <a:gd name="connsiteX23" fmla="*/ 1601282 w 6849091"/>
                <a:gd name="connsiteY23" fmla="*/ 6065902 h 6065902"/>
                <a:gd name="connsiteX24" fmla="*/ 1601282 w 6849091"/>
                <a:gd name="connsiteY24" fmla="*/ 5862476 h 6065902"/>
                <a:gd name="connsiteX25" fmla="*/ 1421254 w 6849091"/>
                <a:gd name="connsiteY25" fmla="*/ 5788670 h 6065902"/>
                <a:gd name="connsiteX26" fmla="*/ 1270031 w 6849091"/>
                <a:gd name="connsiteY26" fmla="*/ 5668047 h 6065902"/>
                <a:gd name="connsiteX27" fmla="*/ 1091798 w 6849091"/>
                <a:gd name="connsiteY27" fmla="*/ 5770657 h 6065902"/>
                <a:gd name="connsiteX28" fmla="*/ 911770 w 6849091"/>
                <a:gd name="connsiteY28" fmla="*/ 5459215 h 6065902"/>
                <a:gd name="connsiteX29" fmla="*/ 1088188 w 6849091"/>
                <a:gd name="connsiteY29" fmla="*/ 5356604 h 6065902"/>
                <a:gd name="connsiteX30" fmla="*/ 1086393 w 6849091"/>
                <a:gd name="connsiteY30" fmla="*/ 5351199 h 6065902"/>
                <a:gd name="connsiteX31" fmla="*/ 1090003 w 6849091"/>
                <a:gd name="connsiteY31" fmla="*/ 4973132 h 6065902"/>
                <a:gd name="connsiteX32" fmla="*/ 911770 w 6849091"/>
                <a:gd name="connsiteY32" fmla="*/ 4870521 h 6065902"/>
                <a:gd name="connsiteX33" fmla="*/ 1091798 w 6849091"/>
                <a:gd name="connsiteY33" fmla="*/ 4559078 h 6065902"/>
                <a:gd name="connsiteX34" fmla="*/ 1270031 w 6849091"/>
                <a:gd name="connsiteY34" fmla="*/ 4663485 h 6065902"/>
                <a:gd name="connsiteX35" fmla="*/ 1601282 w 6849091"/>
                <a:gd name="connsiteY35" fmla="*/ 4470870 h 6065902"/>
                <a:gd name="connsiteX36" fmla="*/ 5419597 w 6849091"/>
                <a:gd name="connsiteY36" fmla="*/ 89069 h 6065902"/>
                <a:gd name="connsiteX37" fmla="*/ 6849091 w 6849091"/>
                <a:gd name="connsiteY37" fmla="*/ 93525 h 6065902"/>
                <a:gd name="connsiteX38" fmla="*/ 6849091 w 6849091"/>
                <a:gd name="connsiteY38" fmla="*/ 1514109 h 6065902"/>
                <a:gd name="connsiteX39" fmla="*/ 6488380 w 6849091"/>
                <a:gd name="connsiteY39" fmla="*/ 1514109 h 6065902"/>
                <a:gd name="connsiteX40" fmla="*/ 6488380 w 6849091"/>
                <a:gd name="connsiteY40" fmla="*/ 699167 h 6065902"/>
                <a:gd name="connsiteX41" fmla="*/ 3709555 w 6849091"/>
                <a:gd name="connsiteY41" fmla="*/ 3473538 h 6065902"/>
                <a:gd name="connsiteX42" fmla="*/ 3473530 w 6849091"/>
                <a:gd name="connsiteY42" fmla="*/ 3206343 h 6065902"/>
                <a:gd name="connsiteX43" fmla="*/ 6238999 w 6849091"/>
                <a:gd name="connsiteY43" fmla="*/ 445329 h 6065902"/>
                <a:gd name="connsiteX44" fmla="*/ 5419597 w 6849091"/>
                <a:gd name="connsiteY44" fmla="*/ 445329 h 6065902"/>
                <a:gd name="connsiteX45" fmla="*/ 0 w 6849091"/>
                <a:gd name="connsiteY45" fmla="*/ 0 h 6065902"/>
                <a:gd name="connsiteX46" fmla="*/ 534392 w 6849091"/>
                <a:gd name="connsiteY46" fmla="*/ 0 h 6065902"/>
                <a:gd name="connsiteX47" fmla="*/ 534392 w 6849091"/>
                <a:gd name="connsiteY47" fmla="*/ 534392 h 6065902"/>
                <a:gd name="connsiteX48" fmla="*/ 0 w 6849091"/>
                <a:gd name="connsiteY48" fmla="*/ 534392 h 606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849091" h="6065902">
                  <a:moveTo>
                    <a:pt x="1781310" y="4803916"/>
                  </a:moveTo>
                  <a:cubicBezTo>
                    <a:pt x="1750710" y="4803916"/>
                    <a:pt x="1718296" y="4807507"/>
                    <a:pt x="1687696" y="4816522"/>
                  </a:cubicBezTo>
                  <a:cubicBezTo>
                    <a:pt x="1594081" y="4841717"/>
                    <a:pt x="1516664" y="4901121"/>
                    <a:pt x="1468052" y="4985738"/>
                  </a:cubicBezTo>
                  <a:cubicBezTo>
                    <a:pt x="1419440" y="5068560"/>
                    <a:pt x="1406852" y="5165766"/>
                    <a:pt x="1430251" y="5261175"/>
                  </a:cubicBezTo>
                  <a:cubicBezTo>
                    <a:pt x="1455445" y="5354790"/>
                    <a:pt x="1514869" y="5432206"/>
                    <a:pt x="1599468" y="5480818"/>
                  </a:cubicBezTo>
                  <a:cubicBezTo>
                    <a:pt x="1684086" y="5529430"/>
                    <a:pt x="1781310" y="5542018"/>
                    <a:pt x="1874925" y="5516824"/>
                  </a:cubicBezTo>
                  <a:cubicBezTo>
                    <a:pt x="1968539" y="5491610"/>
                    <a:pt x="2045956" y="5432206"/>
                    <a:pt x="2094549" y="5347589"/>
                  </a:cubicBezTo>
                  <a:cubicBezTo>
                    <a:pt x="2195365" y="5174762"/>
                    <a:pt x="2135961" y="4953324"/>
                    <a:pt x="1961338" y="4852528"/>
                  </a:cubicBezTo>
                  <a:cubicBezTo>
                    <a:pt x="1905525" y="4820113"/>
                    <a:pt x="1844325" y="4803916"/>
                    <a:pt x="1781310" y="4803916"/>
                  </a:cubicBezTo>
                  <a:close/>
                  <a:moveTo>
                    <a:pt x="1601282" y="4265629"/>
                  </a:moveTo>
                  <a:lnTo>
                    <a:pt x="1961338" y="4265629"/>
                  </a:lnTo>
                  <a:lnTo>
                    <a:pt x="1961338" y="4472665"/>
                  </a:lnTo>
                  <a:cubicBezTo>
                    <a:pt x="2022538" y="4488863"/>
                    <a:pt x="2083757" y="4510466"/>
                    <a:pt x="2141366" y="4542881"/>
                  </a:cubicBezTo>
                  <a:cubicBezTo>
                    <a:pt x="2198975" y="4575276"/>
                    <a:pt x="2247587" y="4618483"/>
                    <a:pt x="2292590" y="4661689"/>
                  </a:cubicBezTo>
                  <a:lnTo>
                    <a:pt x="2470822" y="4559078"/>
                  </a:lnTo>
                  <a:lnTo>
                    <a:pt x="2650850" y="4870521"/>
                  </a:lnTo>
                  <a:lnTo>
                    <a:pt x="2474413" y="4973132"/>
                  </a:lnTo>
                  <a:cubicBezTo>
                    <a:pt x="2508623" y="5097365"/>
                    <a:pt x="2508623" y="5230576"/>
                    <a:pt x="2472618" y="5356604"/>
                  </a:cubicBezTo>
                  <a:lnTo>
                    <a:pt x="2650850" y="5459215"/>
                  </a:lnTo>
                  <a:lnTo>
                    <a:pt x="2470822" y="5770657"/>
                  </a:lnTo>
                  <a:lnTo>
                    <a:pt x="2294385" y="5669842"/>
                  </a:lnTo>
                  <a:cubicBezTo>
                    <a:pt x="2202566" y="5765252"/>
                    <a:pt x="2085553" y="5830062"/>
                    <a:pt x="1961338" y="5862476"/>
                  </a:cubicBezTo>
                  <a:lnTo>
                    <a:pt x="1961338" y="6065902"/>
                  </a:lnTo>
                  <a:lnTo>
                    <a:pt x="1601282" y="6065902"/>
                  </a:lnTo>
                  <a:lnTo>
                    <a:pt x="1601282" y="5862476"/>
                  </a:lnTo>
                  <a:cubicBezTo>
                    <a:pt x="1540063" y="5846278"/>
                    <a:pt x="1478863" y="5822861"/>
                    <a:pt x="1421254" y="5788670"/>
                  </a:cubicBezTo>
                  <a:cubicBezTo>
                    <a:pt x="1363645" y="5756255"/>
                    <a:pt x="1315033" y="5713049"/>
                    <a:pt x="1270031" y="5668047"/>
                  </a:cubicBezTo>
                  <a:lnTo>
                    <a:pt x="1091798" y="5770657"/>
                  </a:lnTo>
                  <a:lnTo>
                    <a:pt x="911770" y="5459215"/>
                  </a:lnTo>
                  <a:lnTo>
                    <a:pt x="1088188" y="5356604"/>
                  </a:lnTo>
                  <a:cubicBezTo>
                    <a:pt x="1088188" y="5354790"/>
                    <a:pt x="1086393" y="5352994"/>
                    <a:pt x="1086393" y="5351199"/>
                  </a:cubicBezTo>
                  <a:cubicBezTo>
                    <a:pt x="1052183" y="5225170"/>
                    <a:pt x="1055793" y="5095550"/>
                    <a:pt x="1090003" y="4973132"/>
                  </a:cubicBezTo>
                  <a:lnTo>
                    <a:pt x="911770" y="4870521"/>
                  </a:lnTo>
                  <a:lnTo>
                    <a:pt x="1091798" y="4559078"/>
                  </a:lnTo>
                  <a:lnTo>
                    <a:pt x="1270031" y="4663485"/>
                  </a:lnTo>
                  <a:cubicBezTo>
                    <a:pt x="1363645" y="4569871"/>
                    <a:pt x="1477068" y="4503265"/>
                    <a:pt x="1601282" y="4470870"/>
                  </a:cubicBezTo>
                  <a:close/>
                  <a:moveTo>
                    <a:pt x="5419597" y="89069"/>
                  </a:moveTo>
                  <a:lnTo>
                    <a:pt x="6849091" y="93525"/>
                  </a:lnTo>
                  <a:lnTo>
                    <a:pt x="6849091" y="1514109"/>
                  </a:lnTo>
                  <a:lnTo>
                    <a:pt x="6488380" y="1514109"/>
                  </a:lnTo>
                  <a:lnTo>
                    <a:pt x="6488380" y="699167"/>
                  </a:lnTo>
                  <a:lnTo>
                    <a:pt x="3709555" y="3473538"/>
                  </a:lnTo>
                  <a:lnTo>
                    <a:pt x="3473530" y="3206343"/>
                  </a:lnTo>
                  <a:lnTo>
                    <a:pt x="6238999" y="445329"/>
                  </a:lnTo>
                  <a:lnTo>
                    <a:pt x="5419597" y="445329"/>
                  </a:lnTo>
                  <a:close/>
                  <a:moveTo>
                    <a:pt x="0" y="0"/>
                  </a:moveTo>
                  <a:lnTo>
                    <a:pt x="534392" y="0"/>
                  </a:lnTo>
                  <a:lnTo>
                    <a:pt x="534392" y="534392"/>
                  </a:lnTo>
                  <a:lnTo>
                    <a:pt x="0" y="534392"/>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2754" name="Group 2753">
            <a:extLst>
              <a:ext uri="{FF2B5EF4-FFF2-40B4-BE49-F238E27FC236}">
                <a16:creationId xmlns:a16="http://schemas.microsoft.com/office/drawing/2014/main" id="{488A71A2-767D-C137-F3CB-D19B090E6276}"/>
              </a:ext>
              <a:ext uri="{C183D7F6-B498-43B3-948B-1728B52AA6E4}">
                <adec:decorative xmlns:adec="http://schemas.microsoft.com/office/drawing/2017/decorative" val="1"/>
              </a:ext>
            </a:extLst>
          </p:cNvPr>
          <p:cNvGrpSpPr>
            <a:grpSpLocks noChangeAspect="1"/>
          </p:cNvGrpSpPr>
          <p:nvPr/>
        </p:nvGrpSpPr>
        <p:grpSpPr>
          <a:xfrm>
            <a:off x="9943718" y="5049527"/>
            <a:ext cx="454237" cy="457200"/>
            <a:chOff x="9943718" y="5049527"/>
            <a:chExt cx="454237" cy="457200"/>
          </a:xfrm>
          <a:solidFill>
            <a:srgbClr val="FF0000"/>
          </a:solidFill>
        </p:grpSpPr>
        <p:sp>
          <p:nvSpPr>
            <p:cNvPr id="2594" name="Freeform 63">
              <a:extLst>
                <a:ext uri="{FF2B5EF4-FFF2-40B4-BE49-F238E27FC236}">
                  <a16:creationId xmlns:a16="http://schemas.microsoft.com/office/drawing/2014/main" id="{8A5B526B-1105-472C-EE23-ECDE172B6F68}"/>
                </a:ext>
                <a:ext uri="{C183D7F6-B498-43B3-948B-1728B52AA6E4}">
                  <adec:decorative xmlns:adec="http://schemas.microsoft.com/office/drawing/2017/decorative" val="1"/>
                </a:ext>
              </a:extLst>
            </p:cNvPr>
            <p:cNvSpPr>
              <a:spLocks/>
            </p:cNvSpPr>
            <p:nvPr/>
          </p:nvSpPr>
          <p:spPr bwMode="auto">
            <a:xfrm>
              <a:off x="9949751" y="5056089"/>
              <a:ext cx="448204" cy="450638"/>
            </a:xfrm>
            <a:custGeom>
              <a:avLst/>
              <a:gdLst>
                <a:gd name="T0" fmla="*/ 2953 w 8469"/>
                <a:gd name="T1" fmla="*/ 0 h 8516"/>
                <a:gd name="T2" fmla="*/ 8022 w 8469"/>
                <a:gd name="T3" fmla="*/ 0 h 8516"/>
                <a:gd name="T4" fmla="*/ 8022 w 8469"/>
                <a:gd name="T5" fmla="*/ 7 h 8516"/>
                <a:gd name="T6" fmla="*/ 8061 w 8469"/>
                <a:gd name="T7" fmla="*/ 12 h 8516"/>
                <a:gd name="T8" fmla="*/ 8061 w 8469"/>
                <a:gd name="T9" fmla="*/ 12 h 8516"/>
                <a:gd name="T10" fmla="*/ 8092 w 8469"/>
                <a:gd name="T11" fmla="*/ 21 h 8516"/>
                <a:gd name="T12" fmla="*/ 8123 w 8469"/>
                <a:gd name="T13" fmla="*/ 31 h 8516"/>
                <a:gd name="T14" fmla="*/ 8155 w 8469"/>
                <a:gd name="T15" fmla="*/ 43 h 8516"/>
                <a:gd name="T16" fmla="*/ 8183 w 8469"/>
                <a:gd name="T17" fmla="*/ 58 h 8516"/>
                <a:gd name="T18" fmla="*/ 8213 w 8469"/>
                <a:gd name="T19" fmla="*/ 74 h 8516"/>
                <a:gd name="T20" fmla="*/ 8239 w 8469"/>
                <a:gd name="T21" fmla="*/ 92 h 8516"/>
                <a:gd name="T22" fmla="*/ 8266 w 8469"/>
                <a:gd name="T23" fmla="*/ 111 h 8516"/>
                <a:gd name="T24" fmla="*/ 8290 w 8469"/>
                <a:gd name="T25" fmla="*/ 134 h 8516"/>
                <a:gd name="T26" fmla="*/ 8314 w 8469"/>
                <a:gd name="T27" fmla="*/ 156 h 8516"/>
                <a:gd name="T28" fmla="*/ 8336 w 8469"/>
                <a:gd name="T29" fmla="*/ 180 h 8516"/>
                <a:gd name="T30" fmla="*/ 8357 w 8469"/>
                <a:gd name="T31" fmla="*/ 207 h 8516"/>
                <a:gd name="T32" fmla="*/ 8377 w 8469"/>
                <a:gd name="T33" fmla="*/ 234 h 8516"/>
                <a:gd name="T34" fmla="*/ 8394 w 8469"/>
                <a:gd name="T35" fmla="*/ 262 h 8516"/>
                <a:gd name="T36" fmla="*/ 8411 w 8469"/>
                <a:gd name="T37" fmla="*/ 290 h 8516"/>
                <a:gd name="T38" fmla="*/ 8426 w 8469"/>
                <a:gd name="T39" fmla="*/ 322 h 8516"/>
                <a:gd name="T40" fmla="*/ 8438 w 8469"/>
                <a:gd name="T41" fmla="*/ 353 h 8516"/>
                <a:gd name="T42" fmla="*/ 8441 w 8469"/>
                <a:gd name="T43" fmla="*/ 362 h 8516"/>
                <a:gd name="T44" fmla="*/ 8462 w 8469"/>
                <a:gd name="T45" fmla="*/ 362 h 8516"/>
                <a:gd name="T46" fmla="*/ 8462 w 8469"/>
                <a:gd name="T47" fmla="*/ 453 h 8516"/>
                <a:gd name="T48" fmla="*/ 8469 w 8469"/>
                <a:gd name="T49" fmla="*/ 530 h 8516"/>
                <a:gd name="T50" fmla="*/ 8469 w 8469"/>
                <a:gd name="T51" fmla="*/ 8516 h 8516"/>
                <a:gd name="T52" fmla="*/ 8220 w 8469"/>
                <a:gd name="T53" fmla="*/ 8516 h 8516"/>
                <a:gd name="T54" fmla="*/ 8220 w 8469"/>
                <a:gd name="T55" fmla="*/ 8510 h 8516"/>
                <a:gd name="T56" fmla="*/ 500 w 8469"/>
                <a:gd name="T57" fmla="*/ 8510 h 8516"/>
                <a:gd name="T58" fmla="*/ 152 w 8469"/>
                <a:gd name="T59" fmla="*/ 8365 h 8516"/>
                <a:gd name="T60" fmla="*/ 152 w 8469"/>
                <a:gd name="T61" fmla="*/ 8365 h 8516"/>
                <a:gd name="T62" fmla="*/ 126 w 8469"/>
                <a:gd name="T63" fmla="*/ 8339 h 8516"/>
                <a:gd name="T64" fmla="*/ 103 w 8469"/>
                <a:gd name="T65" fmla="*/ 8310 h 8516"/>
                <a:gd name="T66" fmla="*/ 82 w 8469"/>
                <a:gd name="T67" fmla="*/ 8279 h 8516"/>
                <a:gd name="T68" fmla="*/ 62 w 8469"/>
                <a:gd name="T69" fmla="*/ 8248 h 8516"/>
                <a:gd name="T70" fmla="*/ 46 w 8469"/>
                <a:gd name="T71" fmla="*/ 8213 h 8516"/>
                <a:gd name="T72" fmla="*/ 31 w 8469"/>
                <a:gd name="T73" fmla="*/ 8179 h 8516"/>
                <a:gd name="T74" fmla="*/ 21 w 8469"/>
                <a:gd name="T75" fmla="*/ 8143 h 8516"/>
                <a:gd name="T76" fmla="*/ 10 w 8469"/>
                <a:gd name="T77" fmla="*/ 8106 h 8516"/>
                <a:gd name="T78" fmla="*/ 10 w 8469"/>
                <a:gd name="T79" fmla="*/ 8105 h 8516"/>
                <a:gd name="T80" fmla="*/ 0 w 8469"/>
                <a:gd name="T81" fmla="*/ 8105 h 8516"/>
                <a:gd name="T82" fmla="*/ 0 w 8469"/>
                <a:gd name="T83" fmla="*/ 8002 h 8516"/>
                <a:gd name="T84" fmla="*/ 0 w 8469"/>
                <a:gd name="T85" fmla="*/ 8002 h 8516"/>
                <a:gd name="T86" fmla="*/ 0 w 8469"/>
                <a:gd name="T87" fmla="*/ 6729 h 8516"/>
                <a:gd name="T88" fmla="*/ 0 w 8469"/>
                <a:gd name="T89" fmla="*/ 962 h 8516"/>
                <a:gd name="T90" fmla="*/ 490 w 8469"/>
                <a:gd name="T91" fmla="*/ 962 h 8516"/>
                <a:gd name="T92" fmla="*/ 490 w 8469"/>
                <a:gd name="T93" fmla="*/ 3514 h 8516"/>
                <a:gd name="T94" fmla="*/ 490 w 8469"/>
                <a:gd name="T95" fmla="*/ 3514 h 8516"/>
                <a:gd name="T96" fmla="*/ 490 w 8469"/>
                <a:gd name="T97" fmla="*/ 7985 h 8516"/>
                <a:gd name="T98" fmla="*/ 7971 w 8469"/>
                <a:gd name="T99" fmla="*/ 7985 h 8516"/>
                <a:gd name="T100" fmla="*/ 7971 w 8469"/>
                <a:gd name="T101" fmla="*/ 494 h 8516"/>
                <a:gd name="T102" fmla="*/ 6596 w 8469"/>
                <a:gd name="T103" fmla="*/ 494 h 8516"/>
                <a:gd name="T104" fmla="*/ 6596 w 8469"/>
                <a:gd name="T105" fmla="*/ 494 h 8516"/>
                <a:gd name="T106" fmla="*/ 1015 w 8469"/>
                <a:gd name="T107" fmla="*/ 494 h 8516"/>
                <a:gd name="T108" fmla="*/ 1015 w 8469"/>
                <a:gd name="T109" fmla="*/ 0 h 8516"/>
                <a:gd name="T110" fmla="*/ 2953 w 8469"/>
                <a:gd name="T111" fmla="*/ 0 h 8516"/>
                <a:gd name="T112" fmla="*/ 2953 w 8469"/>
                <a:gd name="T113" fmla="*/ 0 h 8516"/>
                <a:gd name="T114" fmla="*/ 2953 w 8469"/>
                <a:gd name="T115" fmla="*/ 0 h 8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69" h="8516">
                  <a:moveTo>
                    <a:pt x="2953" y="0"/>
                  </a:moveTo>
                  <a:lnTo>
                    <a:pt x="8022" y="0"/>
                  </a:lnTo>
                  <a:lnTo>
                    <a:pt x="8022" y="7"/>
                  </a:lnTo>
                  <a:lnTo>
                    <a:pt x="8061" y="12"/>
                  </a:lnTo>
                  <a:lnTo>
                    <a:pt x="8061" y="12"/>
                  </a:lnTo>
                  <a:lnTo>
                    <a:pt x="8092" y="21"/>
                  </a:lnTo>
                  <a:lnTo>
                    <a:pt x="8123" y="31"/>
                  </a:lnTo>
                  <a:lnTo>
                    <a:pt x="8155" y="43"/>
                  </a:lnTo>
                  <a:lnTo>
                    <a:pt x="8183" y="58"/>
                  </a:lnTo>
                  <a:lnTo>
                    <a:pt x="8213" y="74"/>
                  </a:lnTo>
                  <a:lnTo>
                    <a:pt x="8239" y="92"/>
                  </a:lnTo>
                  <a:lnTo>
                    <a:pt x="8266" y="111"/>
                  </a:lnTo>
                  <a:lnTo>
                    <a:pt x="8290" y="134"/>
                  </a:lnTo>
                  <a:lnTo>
                    <a:pt x="8314" y="156"/>
                  </a:lnTo>
                  <a:lnTo>
                    <a:pt x="8336" y="180"/>
                  </a:lnTo>
                  <a:lnTo>
                    <a:pt x="8357" y="207"/>
                  </a:lnTo>
                  <a:lnTo>
                    <a:pt x="8377" y="234"/>
                  </a:lnTo>
                  <a:lnTo>
                    <a:pt x="8394" y="262"/>
                  </a:lnTo>
                  <a:lnTo>
                    <a:pt x="8411" y="290"/>
                  </a:lnTo>
                  <a:lnTo>
                    <a:pt x="8426" y="322"/>
                  </a:lnTo>
                  <a:lnTo>
                    <a:pt x="8438" y="353"/>
                  </a:lnTo>
                  <a:lnTo>
                    <a:pt x="8441" y="362"/>
                  </a:lnTo>
                  <a:lnTo>
                    <a:pt x="8462" y="362"/>
                  </a:lnTo>
                  <a:lnTo>
                    <a:pt x="8462" y="453"/>
                  </a:lnTo>
                  <a:lnTo>
                    <a:pt x="8469" y="530"/>
                  </a:lnTo>
                  <a:lnTo>
                    <a:pt x="8469" y="8516"/>
                  </a:lnTo>
                  <a:lnTo>
                    <a:pt x="8220" y="8516"/>
                  </a:lnTo>
                  <a:lnTo>
                    <a:pt x="8220" y="8510"/>
                  </a:lnTo>
                  <a:lnTo>
                    <a:pt x="500" y="8510"/>
                  </a:lnTo>
                  <a:lnTo>
                    <a:pt x="152" y="8365"/>
                  </a:lnTo>
                  <a:lnTo>
                    <a:pt x="152" y="8365"/>
                  </a:lnTo>
                  <a:lnTo>
                    <a:pt x="126" y="8339"/>
                  </a:lnTo>
                  <a:lnTo>
                    <a:pt x="103" y="8310"/>
                  </a:lnTo>
                  <a:lnTo>
                    <a:pt x="82" y="8279"/>
                  </a:lnTo>
                  <a:lnTo>
                    <a:pt x="62" y="8248"/>
                  </a:lnTo>
                  <a:lnTo>
                    <a:pt x="46" y="8213"/>
                  </a:lnTo>
                  <a:lnTo>
                    <a:pt x="31" y="8179"/>
                  </a:lnTo>
                  <a:lnTo>
                    <a:pt x="21" y="8143"/>
                  </a:lnTo>
                  <a:lnTo>
                    <a:pt x="10" y="8106"/>
                  </a:lnTo>
                  <a:lnTo>
                    <a:pt x="10" y="8105"/>
                  </a:lnTo>
                  <a:lnTo>
                    <a:pt x="0" y="8105"/>
                  </a:lnTo>
                  <a:lnTo>
                    <a:pt x="0" y="8002"/>
                  </a:lnTo>
                  <a:lnTo>
                    <a:pt x="0" y="8002"/>
                  </a:lnTo>
                  <a:lnTo>
                    <a:pt x="0" y="6729"/>
                  </a:lnTo>
                  <a:lnTo>
                    <a:pt x="0" y="962"/>
                  </a:lnTo>
                  <a:lnTo>
                    <a:pt x="490" y="962"/>
                  </a:lnTo>
                  <a:lnTo>
                    <a:pt x="490" y="3514"/>
                  </a:lnTo>
                  <a:lnTo>
                    <a:pt x="490" y="3514"/>
                  </a:lnTo>
                  <a:lnTo>
                    <a:pt x="490" y="7985"/>
                  </a:lnTo>
                  <a:lnTo>
                    <a:pt x="7971" y="7985"/>
                  </a:lnTo>
                  <a:lnTo>
                    <a:pt x="7971" y="494"/>
                  </a:lnTo>
                  <a:lnTo>
                    <a:pt x="6596" y="494"/>
                  </a:lnTo>
                  <a:lnTo>
                    <a:pt x="6596" y="494"/>
                  </a:lnTo>
                  <a:lnTo>
                    <a:pt x="1015" y="494"/>
                  </a:lnTo>
                  <a:lnTo>
                    <a:pt x="1015" y="0"/>
                  </a:lnTo>
                  <a:lnTo>
                    <a:pt x="2953" y="0"/>
                  </a:lnTo>
                  <a:lnTo>
                    <a:pt x="2953" y="0"/>
                  </a:lnTo>
                  <a:lnTo>
                    <a:pt x="29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64">
              <a:extLst>
                <a:ext uri="{FF2B5EF4-FFF2-40B4-BE49-F238E27FC236}">
                  <a16:creationId xmlns:a16="http://schemas.microsoft.com/office/drawing/2014/main" id="{720106D6-2C4E-47E5-1A82-3A007D798F63}"/>
                </a:ext>
                <a:ext uri="{C183D7F6-B498-43B3-948B-1728B52AA6E4}">
                  <adec:decorative xmlns:adec="http://schemas.microsoft.com/office/drawing/2017/decorative" val="1"/>
                </a:ext>
              </a:extLst>
            </p:cNvPr>
            <p:cNvSpPr>
              <a:spLocks noEditPoints="1"/>
            </p:cNvSpPr>
            <p:nvPr/>
          </p:nvSpPr>
          <p:spPr bwMode="auto">
            <a:xfrm>
              <a:off x="9943718" y="5049527"/>
              <a:ext cx="426297" cy="430318"/>
            </a:xfrm>
            <a:custGeom>
              <a:avLst/>
              <a:gdLst>
                <a:gd name="T0" fmla="*/ 6463 w 8056"/>
                <a:gd name="T1" fmla="*/ 4895 h 8132"/>
                <a:gd name="T2" fmla="*/ 6511 w 8056"/>
                <a:gd name="T3" fmla="*/ 4487 h 8132"/>
                <a:gd name="T4" fmla="*/ 6480 w 8056"/>
                <a:gd name="T5" fmla="*/ 4053 h 8132"/>
                <a:gd name="T6" fmla="*/ 6341 w 8056"/>
                <a:gd name="T7" fmla="*/ 3587 h 8132"/>
                <a:gd name="T8" fmla="*/ 6107 w 8056"/>
                <a:gd name="T9" fmla="*/ 3171 h 8132"/>
                <a:gd name="T10" fmla="*/ 5787 w 8056"/>
                <a:gd name="T11" fmla="*/ 2816 h 8132"/>
                <a:gd name="T12" fmla="*/ 6763 w 8056"/>
                <a:gd name="T13" fmla="*/ 1793 h 8132"/>
                <a:gd name="T14" fmla="*/ 4486 w 8056"/>
                <a:gd name="T15" fmla="*/ 2253 h 8132"/>
                <a:gd name="T16" fmla="*/ 4031 w 8056"/>
                <a:gd name="T17" fmla="*/ 2261 h 8132"/>
                <a:gd name="T18" fmla="*/ 3547 w 8056"/>
                <a:gd name="T19" fmla="*/ 2371 h 8132"/>
                <a:gd name="T20" fmla="*/ 3109 w 8056"/>
                <a:gd name="T21" fmla="*/ 2581 h 8132"/>
                <a:gd name="T22" fmla="*/ 2730 w 8056"/>
                <a:gd name="T23" fmla="*/ 2879 h 8132"/>
                <a:gd name="T24" fmla="*/ 2347 w 8056"/>
                <a:gd name="T25" fmla="*/ 720 h 8132"/>
                <a:gd name="T26" fmla="*/ 2091 w 8056"/>
                <a:gd name="T27" fmla="*/ 4128 h 8132"/>
                <a:gd name="T28" fmla="*/ 2076 w 8056"/>
                <a:gd name="T29" fmla="*/ 4555 h 8132"/>
                <a:gd name="T30" fmla="*/ 2165 w 8056"/>
                <a:gd name="T31" fmla="*/ 5055 h 8132"/>
                <a:gd name="T32" fmla="*/ 2362 w 8056"/>
                <a:gd name="T33" fmla="*/ 5508 h 8132"/>
                <a:gd name="T34" fmla="*/ 2656 w 8056"/>
                <a:gd name="T35" fmla="*/ 5901 h 8132"/>
                <a:gd name="T36" fmla="*/ 1821 w 8056"/>
                <a:gd name="T37" fmla="*/ 5642 h 8132"/>
                <a:gd name="T38" fmla="*/ 3984 w 8056"/>
                <a:gd name="T39" fmla="*/ 6590 h 8132"/>
                <a:gd name="T40" fmla="*/ 4353 w 8056"/>
                <a:gd name="T41" fmla="*/ 6612 h 8132"/>
                <a:gd name="T42" fmla="*/ 4860 w 8056"/>
                <a:gd name="T43" fmla="*/ 6540 h 8132"/>
                <a:gd name="T44" fmla="*/ 5320 w 8056"/>
                <a:gd name="T45" fmla="*/ 6365 h 8132"/>
                <a:gd name="T46" fmla="*/ 5723 w 8056"/>
                <a:gd name="T47" fmla="*/ 6098 h 8132"/>
                <a:gd name="T48" fmla="*/ 6018 w 8056"/>
                <a:gd name="T49" fmla="*/ 7376 h 8132"/>
                <a:gd name="T50" fmla="*/ 4583 w 8056"/>
                <a:gd name="T51" fmla="*/ 2760 h 8132"/>
                <a:gd name="T52" fmla="*/ 4899 w 8056"/>
                <a:gd name="T53" fmla="*/ 2843 h 8132"/>
                <a:gd name="T54" fmla="*/ 5186 w 8056"/>
                <a:gd name="T55" fmla="*/ 2979 h 8132"/>
                <a:gd name="T56" fmla="*/ 5441 w 8056"/>
                <a:gd name="T57" fmla="*/ 3164 h 8132"/>
                <a:gd name="T58" fmla="*/ 5705 w 8056"/>
                <a:gd name="T59" fmla="*/ 3453 h 8132"/>
                <a:gd name="T60" fmla="*/ 5863 w 8056"/>
                <a:gd name="T61" fmla="*/ 3722 h 8132"/>
                <a:gd name="T62" fmla="*/ 5969 w 8056"/>
                <a:gd name="T63" fmla="*/ 4022 h 8132"/>
                <a:gd name="T64" fmla="*/ 6016 w 8056"/>
                <a:gd name="T65" fmla="*/ 4342 h 8132"/>
                <a:gd name="T66" fmla="*/ 6004 w 8056"/>
                <a:gd name="T67" fmla="*/ 4642 h 8132"/>
                <a:gd name="T68" fmla="*/ 5927 w 8056"/>
                <a:gd name="T69" fmla="*/ 4970 h 8132"/>
                <a:gd name="T70" fmla="*/ 5788 w 8056"/>
                <a:gd name="T71" fmla="*/ 5271 h 8132"/>
                <a:gd name="T72" fmla="*/ 5596 w 8056"/>
                <a:gd name="T73" fmla="*/ 5536 h 8132"/>
                <a:gd name="T74" fmla="*/ 5356 w 8056"/>
                <a:gd name="T75" fmla="*/ 5760 h 8132"/>
                <a:gd name="T76" fmla="*/ 5074 w 8056"/>
                <a:gd name="T77" fmla="*/ 5935 h 8132"/>
                <a:gd name="T78" fmla="*/ 4761 w 8056"/>
                <a:gd name="T79" fmla="*/ 6056 h 8132"/>
                <a:gd name="T80" fmla="*/ 4420 w 8056"/>
                <a:gd name="T81" fmla="*/ 6114 h 8132"/>
                <a:gd name="T82" fmla="*/ 4113 w 8056"/>
                <a:gd name="T83" fmla="*/ 6111 h 8132"/>
                <a:gd name="T84" fmla="*/ 3778 w 8056"/>
                <a:gd name="T85" fmla="*/ 6044 h 8132"/>
                <a:gd name="T86" fmla="*/ 3469 w 8056"/>
                <a:gd name="T87" fmla="*/ 5916 h 8132"/>
                <a:gd name="T88" fmla="*/ 3195 w 8056"/>
                <a:gd name="T89" fmla="*/ 5734 h 8132"/>
                <a:gd name="T90" fmla="*/ 2961 w 8056"/>
                <a:gd name="T91" fmla="*/ 5505 h 8132"/>
                <a:gd name="T92" fmla="*/ 2775 w 8056"/>
                <a:gd name="T93" fmla="*/ 5235 h 8132"/>
                <a:gd name="T94" fmla="*/ 2644 w 8056"/>
                <a:gd name="T95" fmla="*/ 4931 h 8132"/>
                <a:gd name="T96" fmla="*/ 2575 w 8056"/>
                <a:gd name="T97" fmla="*/ 4599 h 8132"/>
                <a:gd name="T98" fmla="*/ 2571 w 8056"/>
                <a:gd name="T99" fmla="*/ 4296 h 8132"/>
                <a:gd name="T100" fmla="*/ 2632 w 8056"/>
                <a:gd name="T101" fmla="*/ 3964 h 8132"/>
                <a:gd name="T102" fmla="*/ 2756 w 8056"/>
                <a:gd name="T103" fmla="*/ 3657 h 8132"/>
                <a:gd name="T104" fmla="*/ 2934 w 8056"/>
                <a:gd name="T105" fmla="*/ 3381 h 8132"/>
                <a:gd name="T106" fmla="*/ 3162 w 8056"/>
                <a:gd name="T107" fmla="*/ 3146 h 8132"/>
                <a:gd name="T108" fmla="*/ 3434 w 8056"/>
                <a:gd name="T109" fmla="*/ 2956 h 8132"/>
                <a:gd name="T110" fmla="*/ 3738 w 8056"/>
                <a:gd name="T111" fmla="*/ 2821 h 8132"/>
                <a:gd name="T112" fmla="*/ 4070 w 8056"/>
                <a:gd name="T113" fmla="*/ 2745 h 8132"/>
                <a:gd name="T114" fmla="*/ 4417 w 8056"/>
                <a:gd name="T115" fmla="*/ 2739 h 8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56" h="8132">
                  <a:moveTo>
                    <a:pt x="6018" y="7376"/>
                  </a:moveTo>
                  <a:lnTo>
                    <a:pt x="5501" y="6859"/>
                  </a:lnTo>
                  <a:lnTo>
                    <a:pt x="5501" y="7464"/>
                  </a:lnTo>
                  <a:lnTo>
                    <a:pt x="6237" y="8132"/>
                  </a:lnTo>
                  <a:lnTo>
                    <a:pt x="6973" y="7464"/>
                  </a:lnTo>
                  <a:lnTo>
                    <a:pt x="6973" y="6859"/>
                  </a:lnTo>
                  <a:lnTo>
                    <a:pt x="6463" y="7376"/>
                  </a:lnTo>
                  <a:lnTo>
                    <a:pt x="6463" y="4895"/>
                  </a:lnTo>
                  <a:lnTo>
                    <a:pt x="6463" y="4895"/>
                  </a:lnTo>
                  <a:lnTo>
                    <a:pt x="6474" y="4839"/>
                  </a:lnTo>
                  <a:lnTo>
                    <a:pt x="6484" y="4782"/>
                  </a:lnTo>
                  <a:lnTo>
                    <a:pt x="6493" y="4724"/>
                  </a:lnTo>
                  <a:lnTo>
                    <a:pt x="6499" y="4666"/>
                  </a:lnTo>
                  <a:lnTo>
                    <a:pt x="6505" y="4608"/>
                  </a:lnTo>
                  <a:lnTo>
                    <a:pt x="6508" y="4548"/>
                  </a:lnTo>
                  <a:lnTo>
                    <a:pt x="6511" y="4487"/>
                  </a:lnTo>
                  <a:lnTo>
                    <a:pt x="6511" y="4426"/>
                  </a:lnTo>
                  <a:lnTo>
                    <a:pt x="6511" y="4426"/>
                  </a:lnTo>
                  <a:lnTo>
                    <a:pt x="6511" y="4362"/>
                  </a:lnTo>
                  <a:lnTo>
                    <a:pt x="6508" y="4299"/>
                  </a:lnTo>
                  <a:lnTo>
                    <a:pt x="6504" y="4237"/>
                  </a:lnTo>
                  <a:lnTo>
                    <a:pt x="6498" y="4175"/>
                  </a:lnTo>
                  <a:lnTo>
                    <a:pt x="6489" y="4114"/>
                  </a:lnTo>
                  <a:lnTo>
                    <a:pt x="6480" y="4053"/>
                  </a:lnTo>
                  <a:lnTo>
                    <a:pt x="6468" y="3992"/>
                  </a:lnTo>
                  <a:lnTo>
                    <a:pt x="6454" y="3933"/>
                  </a:lnTo>
                  <a:lnTo>
                    <a:pt x="6439" y="3874"/>
                  </a:lnTo>
                  <a:lnTo>
                    <a:pt x="6423" y="3815"/>
                  </a:lnTo>
                  <a:lnTo>
                    <a:pt x="6405" y="3757"/>
                  </a:lnTo>
                  <a:lnTo>
                    <a:pt x="6386" y="3700"/>
                  </a:lnTo>
                  <a:lnTo>
                    <a:pt x="6363" y="3643"/>
                  </a:lnTo>
                  <a:lnTo>
                    <a:pt x="6341" y="3587"/>
                  </a:lnTo>
                  <a:lnTo>
                    <a:pt x="6317" y="3533"/>
                  </a:lnTo>
                  <a:lnTo>
                    <a:pt x="6290" y="3478"/>
                  </a:lnTo>
                  <a:lnTo>
                    <a:pt x="6264" y="3424"/>
                  </a:lnTo>
                  <a:lnTo>
                    <a:pt x="6235" y="3372"/>
                  </a:lnTo>
                  <a:lnTo>
                    <a:pt x="6206" y="3320"/>
                  </a:lnTo>
                  <a:lnTo>
                    <a:pt x="6174" y="3269"/>
                  </a:lnTo>
                  <a:lnTo>
                    <a:pt x="6140" y="3220"/>
                  </a:lnTo>
                  <a:lnTo>
                    <a:pt x="6107" y="3171"/>
                  </a:lnTo>
                  <a:lnTo>
                    <a:pt x="6071" y="3123"/>
                  </a:lnTo>
                  <a:lnTo>
                    <a:pt x="6034" y="3076"/>
                  </a:lnTo>
                  <a:lnTo>
                    <a:pt x="5995" y="3030"/>
                  </a:lnTo>
                  <a:lnTo>
                    <a:pt x="5957" y="2985"/>
                  </a:lnTo>
                  <a:lnTo>
                    <a:pt x="5916" y="2942"/>
                  </a:lnTo>
                  <a:lnTo>
                    <a:pt x="5873" y="2898"/>
                  </a:lnTo>
                  <a:lnTo>
                    <a:pt x="5831" y="2857"/>
                  </a:lnTo>
                  <a:lnTo>
                    <a:pt x="5787" y="2816"/>
                  </a:lnTo>
                  <a:lnTo>
                    <a:pt x="5742" y="2778"/>
                  </a:lnTo>
                  <a:lnTo>
                    <a:pt x="5694" y="2739"/>
                  </a:lnTo>
                  <a:lnTo>
                    <a:pt x="7296" y="2739"/>
                  </a:lnTo>
                  <a:lnTo>
                    <a:pt x="6763" y="3249"/>
                  </a:lnTo>
                  <a:lnTo>
                    <a:pt x="7377" y="3249"/>
                  </a:lnTo>
                  <a:lnTo>
                    <a:pt x="8056" y="2524"/>
                  </a:lnTo>
                  <a:lnTo>
                    <a:pt x="7384" y="1793"/>
                  </a:lnTo>
                  <a:lnTo>
                    <a:pt x="6763" y="1793"/>
                  </a:lnTo>
                  <a:lnTo>
                    <a:pt x="7287" y="2302"/>
                  </a:lnTo>
                  <a:lnTo>
                    <a:pt x="4806" y="2302"/>
                  </a:lnTo>
                  <a:lnTo>
                    <a:pt x="4806" y="2302"/>
                  </a:lnTo>
                  <a:lnTo>
                    <a:pt x="4742" y="2289"/>
                  </a:lnTo>
                  <a:lnTo>
                    <a:pt x="4678" y="2277"/>
                  </a:lnTo>
                  <a:lnTo>
                    <a:pt x="4614" y="2267"/>
                  </a:lnTo>
                  <a:lnTo>
                    <a:pt x="4550" y="2259"/>
                  </a:lnTo>
                  <a:lnTo>
                    <a:pt x="4486" y="2253"/>
                  </a:lnTo>
                  <a:lnTo>
                    <a:pt x="4420" y="2250"/>
                  </a:lnTo>
                  <a:lnTo>
                    <a:pt x="4355" y="2247"/>
                  </a:lnTo>
                  <a:lnTo>
                    <a:pt x="4288" y="2247"/>
                  </a:lnTo>
                  <a:lnTo>
                    <a:pt x="4288" y="2247"/>
                  </a:lnTo>
                  <a:lnTo>
                    <a:pt x="4223" y="2247"/>
                  </a:lnTo>
                  <a:lnTo>
                    <a:pt x="4158" y="2250"/>
                  </a:lnTo>
                  <a:lnTo>
                    <a:pt x="4095" y="2255"/>
                  </a:lnTo>
                  <a:lnTo>
                    <a:pt x="4031" y="2261"/>
                  </a:lnTo>
                  <a:lnTo>
                    <a:pt x="3969" y="2270"/>
                  </a:lnTo>
                  <a:lnTo>
                    <a:pt x="3906" y="2278"/>
                  </a:lnTo>
                  <a:lnTo>
                    <a:pt x="3845" y="2290"/>
                  </a:lnTo>
                  <a:lnTo>
                    <a:pt x="3784" y="2302"/>
                  </a:lnTo>
                  <a:lnTo>
                    <a:pt x="3723" y="2317"/>
                  </a:lnTo>
                  <a:lnTo>
                    <a:pt x="3663" y="2334"/>
                  </a:lnTo>
                  <a:lnTo>
                    <a:pt x="3605" y="2351"/>
                  </a:lnTo>
                  <a:lnTo>
                    <a:pt x="3547" y="2371"/>
                  </a:lnTo>
                  <a:lnTo>
                    <a:pt x="3489" y="2392"/>
                  </a:lnTo>
                  <a:lnTo>
                    <a:pt x="3432" y="2414"/>
                  </a:lnTo>
                  <a:lnTo>
                    <a:pt x="3375" y="2439"/>
                  </a:lnTo>
                  <a:lnTo>
                    <a:pt x="3320" y="2465"/>
                  </a:lnTo>
                  <a:lnTo>
                    <a:pt x="3267" y="2492"/>
                  </a:lnTo>
                  <a:lnTo>
                    <a:pt x="3213" y="2520"/>
                  </a:lnTo>
                  <a:lnTo>
                    <a:pt x="3161" y="2550"/>
                  </a:lnTo>
                  <a:lnTo>
                    <a:pt x="3109" y="2581"/>
                  </a:lnTo>
                  <a:lnTo>
                    <a:pt x="3058" y="2614"/>
                  </a:lnTo>
                  <a:lnTo>
                    <a:pt x="3007" y="2648"/>
                  </a:lnTo>
                  <a:lnTo>
                    <a:pt x="2958" y="2682"/>
                  </a:lnTo>
                  <a:lnTo>
                    <a:pt x="2911" y="2720"/>
                  </a:lnTo>
                  <a:lnTo>
                    <a:pt x="2864" y="2758"/>
                  </a:lnTo>
                  <a:lnTo>
                    <a:pt x="2818" y="2797"/>
                  </a:lnTo>
                  <a:lnTo>
                    <a:pt x="2773" y="2837"/>
                  </a:lnTo>
                  <a:lnTo>
                    <a:pt x="2730" y="2879"/>
                  </a:lnTo>
                  <a:lnTo>
                    <a:pt x="2687" y="2922"/>
                  </a:lnTo>
                  <a:lnTo>
                    <a:pt x="2645" y="2965"/>
                  </a:lnTo>
                  <a:lnTo>
                    <a:pt x="2605" y="3012"/>
                  </a:lnTo>
                  <a:lnTo>
                    <a:pt x="2566" y="3058"/>
                  </a:lnTo>
                  <a:lnTo>
                    <a:pt x="2566" y="1475"/>
                  </a:lnTo>
                  <a:lnTo>
                    <a:pt x="3091" y="1992"/>
                  </a:lnTo>
                  <a:lnTo>
                    <a:pt x="3091" y="1396"/>
                  </a:lnTo>
                  <a:lnTo>
                    <a:pt x="2347" y="720"/>
                  </a:lnTo>
                  <a:lnTo>
                    <a:pt x="1611" y="1387"/>
                  </a:lnTo>
                  <a:lnTo>
                    <a:pt x="1611" y="2000"/>
                  </a:lnTo>
                  <a:lnTo>
                    <a:pt x="2121" y="1483"/>
                  </a:lnTo>
                  <a:lnTo>
                    <a:pt x="2121" y="3949"/>
                  </a:lnTo>
                  <a:lnTo>
                    <a:pt x="2121" y="3949"/>
                  </a:lnTo>
                  <a:lnTo>
                    <a:pt x="2110" y="4009"/>
                  </a:lnTo>
                  <a:lnTo>
                    <a:pt x="2100" y="4068"/>
                  </a:lnTo>
                  <a:lnTo>
                    <a:pt x="2091" y="4128"/>
                  </a:lnTo>
                  <a:lnTo>
                    <a:pt x="2085" y="4187"/>
                  </a:lnTo>
                  <a:lnTo>
                    <a:pt x="2079" y="4247"/>
                  </a:lnTo>
                  <a:lnTo>
                    <a:pt x="2076" y="4307"/>
                  </a:lnTo>
                  <a:lnTo>
                    <a:pt x="2073" y="4366"/>
                  </a:lnTo>
                  <a:lnTo>
                    <a:pt x="2073" y="4426"/>
                  </a:lnTo>
                  <a:lnTo>
                    <a:pt x="2073" y="4426"/>
                  </a:lnTo>
                  <a:lnTo>
                    <a:pt x="2073" y="4491"/>
                  </a:lnTo>
                  <a:lnTo>
                    <a:pt x="2076" y="4555"/>
                  </a:lnTo>
                  <a:lnTo>
                    <a:pt x="2080" y="4620"/>
                  </a:lnTo>
                  <a:lnTo>
                    <a:pt x="2088" y="4684"/>
                  </a:lnTo>
                  <a:lnTo>
                    <a:pt x="2097" y="4748"/>
                  </a:lnTo>
                  <a:lnTo>
                    <a:pt x="2107" y="4810"/>
                  </a:lnTo>
                  <a:lnTo>
                    <a:pt x="2119" y="4871"/>
                  </a:lnTo>
                  <a:lnTo>
                    <a:pt x="2133" y="4934"/>
                  </a:lnTo>
                  <a:lnTo>
                    <a:pt x="2147" y="4994"/>
                  </a:lnTo>
                  <a:lnTo>
                    <a:pt x="2165" y="5055"/>
                  </a:lnTo>
                  <a:lnTo>
                    <a:pt x="2185" y="5114"/>
                  </a:lnTo>
                  <a:lnTo>
                    <a:pt x="2206" y="5172"/>
                  </a:lnTo>
                  <a:lnTo>
                    <a:pt x="2228" y="5230"/>
                  </a:lnTo>
                  <a:lnTo>
                    <a:pt x="2252" y="5287"/>
                  </a:lnTo>
                  <a:lnTo>
                    <a:pt x="2277" y="5344"/>
                  </a:lnTo>
                  <a:lnTo>
                    <a:pt x="2304" y="5399"/>
                  </a:lnTo>
                  <a:lnTo>
                    <a:pt x="2332" y="5454"/>
                  </a:lnTo>
                  <a:lnTo>
                    <a:pt x="2362" y="5508"/>
                  </a:lnTo>
                  <a:lnTo>
                    <a:pt x="2395" y="5560"/>
                  </a:lnTo>
                  <a:lnTo>
                    <a:pt x="2428" y="5612"/>
                  </a:lnTo>
                  <a:lnTo>
                    <a:pt x="2462" y="5663"/>
                  </a:lnTo>
                  <a:lnTo>
                    <a:pt x="2498" y="5712"/>
                  </a:lnTo>
                  <a:lnTo>
                    <a:pt x="2535" y="5761"/>
                  </a:lnTo>
                  <a:lnTo>
                    <a:pt x="2574" y="5809"/>
                  </a:lnTo>
                  <a:lnTo>
                    <a:pt x="2614" y="5856"/>
                  </a:lnTo>
                  <a:lnTo>
                    <a:pt x="2656" y="5901"/>
                  </a:lnTo>
                  <a:lnTo>
                    <a:pt x="2697" y="5946"/>
                  </a:lnTo>
                  <a:lnTo>
                    <a:pt x="2742" y="5989"/>
                  </a:lnTo>
                  <a:lnTo>
                    <a:pt x="2787" y="6032"/>
                  </a:lnTo>
                  <a:lnTo>
                    <a:pt x="2833" y="6072"/>
                  </a:lnTo>
                  <a:lnTo>
                    <a:pt x="2881" y="6113"/>
                  </a:lnTo>
                  <a:lnTo>
                    <a:pt x="2930" y="6151"/>
                  </a:lnTo>
                  <a:lnTo>
                    <a:pt x="1297" y="6151"/>
                  </a:lnTo>
                  <a:lnTo>
                    <a:pt x="1821" y="5642"/>
                  </a:lnTo>
                  <a:lnTo>
                    <a:pt x="1200" y="5642"/>
                  </a:lnTo>
                  <a:lnTo>
                    <a:pt x="528" y="6366"/>
                  </a:lnTo>
                  <a:lnTo>
                    <a:pt x="1207" y="7098"/>
                  </a:lnTo>
                  <a:lnTo>
                    <a:pt x="1814" y="7098"/>
                  </a:lnTo>
                  <a:lnTo>
                    <a:pt x="1288" y="6581"/>
                  </a:lnTo>
                  <a:lnTo>
                    <a:pt x="3940" y="6581"/>
                  </a:lnTo>
                  <a:lnTo>
                    <a:pt x="3940" y="6581"/>
                  </a:lnTo>
                  <a:lnTo>
                    <a:pt x="3984" y="6590"/>
                  </a:lnTo>
                  <a:lnTo>
                    <a:pt x="4027" y="6595"/>
                  </a:lnTo>
                  <a:lnTo>
                    <a:pt x="4070" y="6601"/>
                  </a:lnTo>
                  <a:lnTo>
                    <a:pt x="4115" y="6606"/>
                  </a:lnTo>
                  <a:lnTo>
                    <a:pt x="4158" y="6609"/>
                  </a:lnTo>
                  <a:lnTo>
                    <a:pt x="4201" y="6610"/>
                  </a:lnTo>
                  <a:lnTo>
                    <a:pt x="4288" y="6613"/>
                  </a:lnTo>
                  <a:lnTo>
                    <a:pt x="4288" y="6613"/>
                  </a:lnTo>
                  <a:lnTo>
                    <a:pt x="4353" y="6612"/>
                  </a:lnTo>
                  <a:lnTo>
                    <a:pt x="4419" y="6609"/>
                  </a:lnTo>
                  <a:lnTo>
                    <a:pt x="4484" y="6604"/>
                  </a:lnTo>
                  <a:lnTo>
                    <a:pt x="4548" y="6598"/>
                  </a:lnTo>
                  <a:lnTo>
                    <a:pt x="4611" y="6590"/>
                  </a:lnTo>
                  <a:lnTo>
                    <a:pt x="4674" y="6581"/>
                  </a:lnTo>
                  <a:lnTo>
                    <a:pt x="4736" y="6569"/>
                  </a:lnTo>
                  <a:lnTo>
                    <a:pt x="4799" y="6555"/>
                  </a:lnTo>
                  <a:lnTo>
                    <a:pt x="4860" y="6540"/>
                  </a:lnTo>
                  <a:lnTo>
                    <a:pt x="4919" y="6524"/>
                  </a:lnTo>
                  <a:lnTo>
                    <a:pt x="4979" y="6506"/>
                  </a:lnTo>
                  <a:lnTo>
                    <a:pt x="5039" y="6487"/>
                  </a:lnTo>
                  <a:lnTo>
                    <a:pt x="5097" y="6464"/>
                  </a:lnTo>
                  <a:lnTo>
                    <a:pt x="5153" y="6442"/>
                  </a:lnTo>
                  <a:lnTo>
                    <a:pt x="5210" y="6418"/>
                  </a:lnTo>
                  <a:lnTo>
                    <a:pt x="5265" y="6391"/>
                  </a:lnTo>
                  <a:lnTo>
                    <a:pt x="5320" y="6365"/>
                  </a:lnTo>
                  <a:lnTo>
                    <a:pt x="5374" y="6336"/>
                  </a:lnTo>
                  <a:lnTo>
                    <a:pt x="5426" y="6306"/>
                  </a:lnTo>
                  <a:lnTo>
                    <a:pt x="5478" y="6275"/>
                  </a:lnTo>
                  <a:lnTo>
                    <a:pt x="5529" y="6242"/>
                  </a:lnTo>
                  <a:lnTo>
                    <a:pt x="5580" y="6208"/>
                  </a:lnTo>
                  <a:lnTo>
                    <a:pt x="5629" y="6172"/>
                  </a:lnTo>
                  <a:lnTo>
                    <a:pt x="5676" y="6137"/>
                  </a:lnTo>
                  <a:lnTo>
                    <a:pt x="5723" y="6098"/>
                  </a:lnTo>
                  <a:lnTo>
                    <a:pt x="5769" y="6059"/>
                  </a:lnTo>
                  <a:lnTo>
                    <a:pt x="5814" y="6019"/>
                  </a:lnTo>
                  <a:lnTo>
                    <a:pt x="5857" y="5979"/>
                  </a:lnTo>
                  <a:lnTo>
                    <a:pt x="5899" y="5935"/>
                  </a:lnTo>
                  <a:lnTo>
                    <a:pt x="5940" y="5892"/>
                  </a:lnTo>
                  <a:lnTo>
                    <a:pt x="5980" y="5847"/>
                  </a:lnTo>
                  <a:lnTo>
                    <a:pt x="6018" y="5801"/>
                  </a:lnTo>
                  <a:lnTo>
                    <a:pt x="6018" y="7376"/>
                  </a:lnTo>
                  <a:lnTo>
                    <a:pt x="6018" y="7376"/>
                  </a:lnTo>
                  <a:lnTo>
                    <a:pt x="6018" y="7376"/>
                  </a:lnTo>
                  <a:close/>
                  <a:moveTo>
                    <a:pt x="4417" y="2739"/>
                  </a:moveTo>
                  <a:lnTo>
                    <a:pt x="4417" y="2739"/>
                  </a:lnTo>
                  <a:lnTo>
                    <a:pt x="4459" y="2743"/>
                  </a:lnTo>
                  <a:lnTo>
                    <a:pt x="4501" y="2748"/>
                  </a:lnTo>
                  <a:lnTo>
                    <a:pt x="4542" y="2752"/>
                  </a:lnTo>
                  <a:lnTo>
                    <a:pt x="4583" y="2760"/>
                  </a:lnTo>
                  <a:lnTo>
                    <a:pt x="4624" y="2767"/>
                  </a:lnTo>
                  <a:lnTo>
                    <a:pt x="4665" y="2775"/>
                  </a:lnTo>
                  <a:lnTo>
                    <a:pt x="4705" y="2784"/>
                  </a:lnTo>
                  <a:lnTo>
                    <a:pt x="4744" y="2794"/>
                  </a:lnTo>
                  <a:lnTo>
                    <a:pt x="4782" y="2804"/>
                  </a:lnTo>
                  <a:lnTo>
                    <a:pt x="4823" y="2816"/>
                  </a:lnTo>
                  <a:lnTo>
                    <a:pt x="4860" y="2828"/>
                  </a:lnTo>
                  <a:lnTo>
                    <a:pt x="4899" y="2843"/>
                  </a:lnTo>
                  <a:lnTo>
                    <a:pt x="4936" y="2857"/>
                  </a:lnTo>
                  <a:lnTo>
                    <a:pt x="4973" y="2872"/>
                  </a:lnTo>
                  <a:lnTo>
                    <a:pt x="5010" y="2888"/>
                  </a:lnTo>
                  <a:lnTo>
                    <a:pt x="5046" y="2904"/>
                  </a:lnTo>
                  <a:lnTo>
                    <a:pt x="5082" y="2922"/>
                  </a:lnTo>
                  <a:lnTo>
                    <a:pt x="5118" y="2940"/>
                  </a:lnTo>
                  <a:lnTo>
                    <a:pt x="5152" y="2959"/>
                  </a:lnTo>
                  <a:lnTo>
                    <a:pt x="5186" y="2979"/>
                  </a:lnTo>
                  <a:lnTo>
                    <a:pt x="5220" y="3000"/>
                  </a:lnTo>
                  <a:lnTo>
                    <a:pt x="5253" y="3022"/>
                  </a:lnTo>
                  <a:lnTo>
                    <a:pt x="5286" y="3043"/>
                  </a:lnTo>
                  <a:lnTo>
                    <a:pt x="5319" y="3067"/>
                  </a:lnTo>
                  <a:lnTo>
                    <a:pt x="5350" y="3089"/>
                  </a:lnTo>
                  <a:lnTo>
                    <a:pt x="5381" y="3114"/>
                  </a:lnTo>
                  <a:lnTo>
                    <a:pt x="5411" y="3138"/>
                  </a:lnTo>
                  <a:lnTo>
                    <a:pt x="5441" y="3164"/>
                  </a:lnTo>
                  <a:lnTo>
                    <a:pt x="5499" y="3217"/>
                  </a:lnTo>
                  <a:lnTo>
                    <a:pt x="5554" y="3272"/>
                  </a:lnTo>
                  <a:lnTo>
                    <a:pt x="5581" y="3301"/>
                  </a:lnTo>
                  <a:lnTo>
                    <a:pt x="5606" y="3331"/>
                  </a:lnTo>
                  <a:lnTo>
                    <a:pt x="5632" y="3360"/>
                  </a:lnTo>
                  <a:lnTo>
                    <a:pt x="5657" y="3390"/>
                  </a:lnTo>
                  <a:lnTo>
                    <a:pt x="5681" y="3421"/>
                  </a:lnTo>
                  <a:lnTo>
                    <a:pt x="5705" y="3453"/>
                  </a:lnTo>
                  <a:lnTo>
                    <a:pt x="5727" y="3486"/>
                  </a:lnTo>
                  <a:lnTo>
                    <a:pt x="5748" y="3517"/>
                  </a:lnTo>
                  <a:lnTo>
                    <a:pt x="5769" y="3551"/>
                  </a:lnTo>
                  <a:lnTo>
                    <a:pt x="5790" y="3584"/>
                  </a:lnTo>
                  <a:lnTo>
                    <a:pt x="5809" y="3618"/>
                  </a:lnTo>
                  <a:lnTo>
                    <a:pt x="5828" y="3652"/>
                  </a:lnTo>
                  <a:lnTo>
                    <a:pt x="5846" y="3688"/>
                  </a:lnTo>
                  <a:lnTo>
                    <a:pt x="5863" y="3722"/>
                  </a:lnTo>
                  <a:lnTo>
                    <a:pt x="5879" y="3760"/>
                  </a:lnTo>
                  <a:lnTo>
                    <a:pt x="5894" y="3795"/>
                  </a:lnTo>
                  <a:lnTo>
                    <a:pt x="5909" y="3833"/>
                  </a:lnTo>
                  <a:lnTo>
                    <a:pt x="5922" y="3870"/>
                  </a:lnTo>
                  <a:lnTo>
                    <a:pt x="5936" y="3907"/>
                  </a:lnTo>
                  <a:lnTo>
                    <a:pt x="5948" y="3944"/>
                  </a:lnTo>
                  <a:lnTo>
                    <a:pt x="5958" y="3983"/>
                  </a:lnTo>
                  <a:lnTo>
                    <a:pt x="5969" y="4022"/>
                  </a:lnTo>
                  <a:lnTo>
                    <a:pt x="5978" y="4061"/>
                  </a:lnTo>
                  <a:lnTo>
                    <a:pt x="5986" y="4099"/>
                  </a:lnTo>
                  <a:lnTo>
                    <a:pt x="5994" y="4140"/>
                  </a:lnTo>
                  <a:lnTo>
                    <a:pt x="6000" y="4180"/>
                  </a:lnTo>
                  <a:lnTo>
                    <a:pt x="6006" y="4220"/>
                  </a:lnTo>
                  <a:lnTo>
                    <a:pt x="6010" y="4260"/>
                  </a:lnTo>
                  <a:lnTo>
                    <a:pt x="6013" y="4302"/>
                  </a:lnTo>
                  <a:lnTo>
                    <a:pt x="6016" y="4342"/>
                  </a:lnTo>
                  <a:lnTo>
                    <a:pt x="6018" y="4384"/>
                  </a:lnTo>
                  <a:lnTo>
                    <a:pt x="6018" y="4426"/>
                  </a:lnTo>
                  <a:lnTo>
                    <a:pt x="6018" y="4426"/>
                  </a:lnTo>
                  <a:lnTo>
                    <a:pt x="6018" y="4469"/>
                  </a:lnTo>
                  <a:lnTo>
                    <a:pt x="6016" y="4514"/>
                  </a:lnTo>
                  <a:lnTo>
                    <a:pt x="6013" y="4557"/>
                  </a:lnTo>
                  <a:lnTo>
                    <a:pt x="6009" y="4599"/>
                  </a:lnTo>
                  <a:lnTo>
                    <a:pt x="6004" y="4642"/>
                  </a:lnTo>
                  <a:lnTo>
                    <a:pt x="5998" y="4684"/>
                  </a:lnTo>
                  <a:lnTo>
                    <a:pt x="5991" y="4727"/>
                  </a:lnTo>
                  <a:lnTo>
                    <a:pt x="5983" y="4769"/>
                  </a:lnTo>
                  <a:lnTo>
                    <a:pt x="5975" y="4809"/>
                  </a:lnTo>
                  <a:lnTo>
                    <a:pt x="5964" y="4851"/>
                  </a:lnTo>
                  <a:lnTo>
                    <a:pt x="5952" y="4891"/>
                  </a:lnTo>
                  <a:lnTo>
                    <a:pt x="5940" y="4931"/>
                  </a:lnTo>
                  <a:lnTo>
                    <a:pt x="5927" y="4970"/>
                  </a:lnTo>
                  <a:lnTo>
                    <a:pt x="5913" y="5010"/>
                  </a:lnTo>
                  <a:lnTo>
                    <a:pt x="5899" y="5047"/>
                  </a:lnTo>
                  <a:lnTo>
                    <a:pt x="5882" y="5086"/>
                  </a:lnTo>
                  <a:lnTo>
                    <a:pt x="5866" y="5125"/>
                  </a:lnTo>
                  <a:lnTo>
                    <a:pt x="5848" y="5162"/>
                  </a:lnTo>
                  <a:lnTo>
                    <a:pt x="5828" y="5198"/>
                  </a:lnTo>
                  <a:lnTo>
                    <a:pt x="5809" y="5235"/>
                  </a:lnTo>
                  <a:lnTo>
                    <a:pt x="5788" y="5271"/>
                  </a:lnTo>
                  <a:lnTo>
                    <a:pt x="5767" y="5305"/>
                  </a:lnTo>
                  <a:lnTo>
                    <a:pt x="5745" y="5339"/>
                  </a:lnTo>
                  <a:lnTo>
                    <a:pt x="5723" y="5374"/>
                  </a:lnTo>
                  <a:lnTo>
                    <a:pt x="5699" y="5408"/>
                  </a:lnTo>
                  <a:lnTo>
                    <a:pt x="5673" y="5441"/>
                  </a:lnTo>
                  <a:lnTo>
                    <a:pt x="5648" y="5473"/>
                  </a:lnTo>
                  <a:lnTo>
                    <a:pt x="5623" y="5505"/>
                  </a:lnTo>
                  <a:lnTo>
                    <a:pt x="5596" y="5536"/>
                  </a:lnTo>
                  <a:lnTo>
                    <a:pt x="5568" y="5566"/>
                  </a:lnTo>
                  <a:lnTo>
                    <a:pt x="5539" y="5596"/>
                  </a:lnTo>
                  <a:lnTo>
                    <a:pt x="5511" y="5624"/>
                  </a:lnTo>
                  <a:lnTo>
                    <a:pt x="5481" y="5652"/>
                  </a:lnTo>
                  <a:lnTo>
                    <a:pt x="5451" y="5681"/>
                  </a:lnTo>
                  <a:lnTo>
                    <a:pt x="5420" y="5707"/>
                  </a:lnTo>
                  <a:lnTo>
                    <a:pt x="5387" y="5734"/>
                  </a:lnTo>
                  <a:lnTo>
                    <a:pt x="5356" y="5760"/>
                  </a:lnTo>
                  <a:lnTo>
                    <a:pt x="5323" y="5783"/>
                  </a:lnTo>
                  <a:lnTo>
                    <a:pt x="5289" y="5807"/>
                  </a:lnTo>
                  <a:lnTo>
                    <a:pt x="5255" y="5831"/>
                  </a:lnTo>
                  <a:lnTo>
                    <a:pt x="5220" y="5853"/>
                  </a:lnTo>
                  <a:lnTo>
                    <a:pt x="5185" y="5876"/>
                  </a:lnTo>
                  <a:lnTo>
                    <a:pt x="5149" y="5895"/>
                  </a:lnTo>
                  <a:lnTo>
                    <a:pt x="5112" y="5916"/>
                  </a:lnTo>
                  <a:lnTo>
                    <a:pt x="5074" y="5935"/>
                  </a:lnTo>
                  <a:lnTo>
                    <a:pt x="5037" y="5953"/>
                  </a:lnTo>
                  <a:lnTo>
                    <a:pt x="5000" y="5971"/>
                  </a:lnTo>
                  <a:lnTo>
                    <a:pt x="4961" y="5987"/>
                  </a:lnTo>
                  <a:lnTo>
                    <a:pt x="4922" y="6002"/>
                  </a:lnTo>
                  <a:lnTo>
                    <a:pt x="4882" y="6017"/>
                  </a:lnTo>
                  <a:lnTo>
                    <a:pt x="4842" y="6031"/>
                  </a:lnTo>
                  <a:lnTo>
                    <a:pt x="4802" y="6044"/>
                  </a:lnTo>
                  <a:lnTo>
                    <a:pt x="4761" y="6056"/>
                  </a:lnTo>
                  <a:lnTo>
                    <a:pt x="4720" y="6066"/>
                  </a:lnTo>
                  <a:lnTo>
                    <a:pt x="4678" y="6077"/>
                  </a:lnTo>
                  <a:lnTo>
                    <a:pt x="4636" y="6086"/>
                  </a:lnTo>
                  <a:lnTo>
                    <a:pt x="4595" y="6093"/>
                  </a:lnTo>
                  <a:lnTo>
                    <a:pt x="4551" y="6101"/>
                  </a:lnTo>
                  <a:lnTo>
                    <a:pt x="4508" y="6107"/>
                  </a:lnTo>
                  <a:lnTo>
                    <a:pt x="4465" y="6111"/>
                  </a:lnTo>
                  <a:lnTo>
                    <a:pt x="4420" y="6114"/>
                  </a:lnTo>
                  <a:lnTo>
                    <a:pt x="4377" y="6117"/>
                  </a:lnTo>
                  <a:lnTo>
                    <a:pt x="4332" y="6119"/>
                  </a:lnTo>
                  <a:lnTo>
                    <a:pt x="4288" y="6120"/>
                  </a:lnTo>
                  <a:lnTo>
                    <a:pt x="4288" y="6120"/>
                  </a:lnTo>
                  <a:lnTo>
                    <a:pt x="4244" y="6119"/>
                  </a:lnTo>
                  <a:lnTo>
                    <a:pt x="4200" y="6117"/>
                  </a:lnTo>
                  <a:lnTo>
                    <a:pt x="4156" y="6114"/>
                  </a:lnTo>
                  <a:lnTo>
                    <a:pt x="4113" y="6111"/>
                  </a:lnTo>
                  <a:lnTo>
                    <a:pt x="4070" y="6107"/>
                  </a:lnTo>
                  <a:lnTo>
                    <a:pt x="4027" y="6101"/>
                  </a:lnTo>
                  <a:lnTo>
                    <a:pt x="3985" y="6093"/>
                  </a:lnTo>
                  <a:lnTo>
                    <a:pt x="3942" y="6086"/>
                  </a:lnTo>
                  <a:lnTo>
                    <a:pt x="3900" y="6077"/>
                  </a:lnTo>
                  <a:lnTo>
                    <a:pt x="3860" y="6066"/>
                  </a:lnTo>
                  <a:lnTo>
                    <a:pt x="3818" y="6056"/>
                  </a:lnTo>
                  <a:lnTo>
                    <a:pt x="3778" y="6044"/>
                  </a:lnTo>
                  <a:lnTo>
                    <a:pt x="3738" y="6031"/>
                  </a:lnTo>
                  <a:lnTo>
                    <a:pt x="3697" y="6017"/>
                  </a:lnTo>
                  <a:lnTo>
                    <a:pt x="3659" y="6002"/>
                  </a:lnTo>
                  <a:lnTo>
                    <a:pt x="3620" y="5987"/>
                  </a:lnTo>
                  <a:lnTo>
                    <a:pt x="3581" y="5971"/>
                  </a:lnTo>
                  <a:lnTo>
                    <a:pt x="3544" y="5953"/>
                  </a:lnTo>
                  <a:lnTo>
                    <a:pt x="3507" y="5935"/>
                  </a:lnTo>
                  <a:lnTo>
                    <a:pt x="3469" y="5916"/>
                  </a:lnTo>
                  <a:lnTo>
                    <a:pt x="3434" y="5895"/>
                  </a:lnTo>
                  <a:lnTo>
                    <a:pt x="3398" y="5876"/>
                  </a:lnTo>
                  <a:lnTo>
                    <a:pt x="3362" y="5853"/>
                  </a:lnTo>
                  <a:lnTo>
                    <a:pt x="3328" y="5831"/>
                  </a:lnTo>
                  <a:lnTo>
                    <a:pt x="3294" y="5807"/>
                  </a:lnTo>
                  <a:lnTo>
                    <a:pt x="3259" y="5783"/>
                  </a:lnTo>
                  <a:lnTo>
                    <a:pt x="3226" y="5760"/>
                  </a:lnTo>
                  <a:lnTo>
                    <a:pt x="3195" y="5734"/>
                  </a:lnTo>
                  <a:lnTo>
                    <a:pt x="3162" y="5707"/>
                  </a:lnTo>
                  <a:lnTo>
                    <a:pt x="3133" y="5681"/>
                  </a:lnTo>
                  <a:lnTo>
                    <a:pt x="3101" y="5652"/>
                  </a:lnTo>
                  <a:lnTo>
                    <a:pt x="3071" y="5624"/>
                  </a:lnTo>
                  <a:lnTo>
                    <a:pt x="3043" y="5596"/>
                  </a:lnTo>
                  <a:lnTo>
                    <a:pt x="3015" y="5566"/>
                  </a:lnTo>
                  <a:lnTo>
                    <a:pt x="2988" y="5536"/>
                  </a:lnTo>
                  <a:lnTo>
                    <a:pt x="2961" y="5505"/>
                  </a:lnTo>
                  <a:lnTo>
                    <a:pt x="2934" y="5473"/>
                  </a:lnTo>
                  <a:lnTo>
                    <a:pt x="2909" y="5441"/>
                  </a:lnTo>
                  <a:lnTo>
                    <a:pt x="2885" y="5408"/>
                  </a:lnTo>
                  <a:lnTo>
                    <a:pt x="2861" y="5374"/>
                  </a:lnTo>
                  <a:lnTo>
                    <a:pt x="2839" y="5339"/>
                  </a:lnTo>
                  <a:lnTo>
                    <a:pt x="2817" y="5305"/>
                  </a:lnTo>
                  <a:lnTo>
                    <a:pt x="2794" y="5271"/>
                  </a:lnTo>
                  <a:lnTo>
                    <a:pt x="2775" y="5235"/>
                  </a:lnTo>
                  <a:lnTo>
                    <a:pt x="2756" y="5198"/>
                  </a:lnTo>
                  <a:lnTo>
                    <a:pt x="2736" y="5162"/>
                  </a:lnTo>
                  <a:lnTo>
                    <a:pt x="2718" y="5125"/>
                  </a:lnTo>
                  <a:lnTo>
                    <a:pt x="2702" y="5086"/>
                  </a:lnTo>
                  <a:lnTo>
                    <a:pt x="2685" y="5047"/>
                  </a:lnTo>
                  <a:lnTo>
                    <a:pt x="2671" y="5010"/>
                  </a:lnTo>
                  <a:lnTo>
                    <a:pt x="2657" y="4970"/>
                  </a:lnTo>
                  <a:lnTo>
                    <a:pt x="2644" y="4931"/>
                  </a:lnTo>
                  <a:lnTo>
                    <a:pt x="2632" y="4891"/>
                  </a:lnTo>
                  <a:lnTo>
                    <a:pt x="2620" y="4851"/>
                  </a:lnTo>
                  <a:lnTo>
                    <a:pt x="2609" y="4809"/>
                  </a:lnTo>
                  <a:lnTo>
                    <a:pt x="2601" y="4769"/>
                  </a:lnTo>
                  <a:lnTo>
                    <a:pt x="2593" y="4727"/>
                  </a:lnTo>
                  <a:lnTo>
                    <a:pt x="2586" y="4684"/>
                  </a:lnTo>
                  <a:lnTo>
                    <a:pt x="2580" y="4642"/>
                  </a:lnTo>
                  <a:lnTo>
                    <a:pt x="2575" y="4599"/>
                  </a:lnTo>
                  <a:lnTo>
                    <a:pt x="2571" y="4557"/>
                  </a:lnTo>
                  <a:lnTo>
                    <a:pt x="2568" y="4514"/>
                  </a:lnTo>
                  <a:lnTo>
                    <a:pt x="2566" y="4469"/>
                  </a:lnTo>
                  <a:lnTo>
                    <a:pt x="2566" y="4426"/>
                  </a:lnTo>
                  <a:lnTo>
                    <a:pt x="2566" y="4426"/>
                  </a:lnTo>
                  <a:lnTo>
                    <a:pt x="2566" y="4383"/>
                  </a:lnTo>
                  <a:lnTo>
                    <a:pt x="2568" y="4339"/>
                  </a:lnTo>
                  <a:lnTo>
                    <a:pt x="2571" y="4296"/>
                  </a:lnTo>
                  <a:lnTo>
                    <a:pt x="2575" y="4253"/>
                  </a:lnTo>
                  <a:lnTo>
                    <a:pt x="2580" y="4211"/>
                  </a:lnTo>
                  <a:lnTo>
                    <a:pt x="2586" y="4169"/>
                  </a:lnTo>
                  <a:lnTo>
                    <a:pt x="2593" y="4128"/>
                  </a:lnTo>
                  <a:lnTo>
                    <a:pt x="2601" y="4086"/>
                  </a:lnTo>
                  <a:lnTo>
                    <a:pt x="2609" y="4044"/>
                  </a:lnTo>
                  <a:lnTo>
                    <a:pt x="2620" y="4004"/>
                  </a:lnTo>
                  <a:lnTo>
                    <a:pt x="2632" y="3964"/>
                  </a:lnTo>
                  <a:lnTo>
                    <a:pt x="2644" y="3924"/>
                  </a:lnTo>
                  <a:lnTo>
                    <a:pt x="2657" y="3885"/>
                  </a:lnTo>
                  <a:lnTo>
                    <a:pt x="2671" y="3845"/>
                  </a:lnTo>
                  <a:lnTo>
                    <a:pt x="2685" y="3806"/>
                  </a:lnTo>
                  <a:lnTo>
                    <a:pt x="2702" y="3769"/>
                  </a:lnTo>
                  <a:lnTo>
                    <a:pt x="2718" y="3731"/>
                  </a:lnTo>
                  <a:lnTo>
                    <a:pt x="2736" y="3694"/>
                  </a:lnTo>
                  <a:lnTo>
                    <a:pt x="2756" y="3657"/>
                  </a:lnTo>
                  <a:lnTo>
                    <a:pt x="2775" y="3621"/>
                  </a:lnTo>
                  <a:lnTo>
                    <a:pt x="2794" y="3585"/>
                  </a:lnTo>
                  <a:lnTo>
                    <a:pt x="2817" y="3550"/>
                  </a:lnTo>
                  <a:lnTo>
                    <a:pt x="2839" y="3515"/>
                  </a:lnTo>
                  <a:lnTo>
                    <a:pt x="2861" y="3481"/>
                  </a:lnTo>
                  <a:lnTo>
                    <a:pt x="2885" y="3447"/>
                  </a:lnTo>
                  <a:lnTo>
                    <a:pt x="2909" y="3414"/>
                  </a:lnTo>
                  <a:lnTo>
                    <a:pt x="2934" y="3381"/>
                  </a:lnTo>
                  <a:lnTo>
                    <a:pt x="2961" y="3350"/>
                  </a:lnTo>
                  <a:lnTo>
                    <a:pt x="2988" y="3319"/>
                  </a:lnTo>
                  <a:lnTo>
                    <a:pt x="3015" y="3289"/>
                  </a:lnTo>
                  <a:lnTo>
                    <a:pt x="3043" y="3259"/>
                  </a:lnTo>
                  <a:lnTo>
                    <a:pt x="3071" y="3229"/>
                  </a:lnTo>
                  <a:lnTo>
                    <a:pt x="3101" y="3201"/>
                  </a:lnTo>
                  <a:lnTo>
                    <a:pt x="3133" y="3174"/>
                  </a:lnTo>
                  <a:lnTo>
                    <a:pt x="3162" y="3146"/>
                  </a:lnTo>
                  <a:lnTo>
                    <a:pt x="3195" y="3120"/>
                  </a:lnTo>
                  <a:lnTo>
                    <a:pt x="3226" y="3095"/>
                  </a:lnTo>
                  <a:lnTo>
                    <a:pt x="3259" y="3070"/>
                  </a:lnTo>
                  <a:lnTo>
                    <a:pt x="3294" y="3046"/>
                  </a:lnTo>
                  <a:lnTo>
                    <a:pt x="3328" y="3022"/>
                  </a:lnTo>
                  <a:lnTo>
                    <a:pt x="3362" y="3000"/>
                  </a:lnTo>
                  <a:lnTo>
                    <a:pt x="3398" y="2977"/>
                  </a:lnTo>
                  <a:lnTo>
                    <a:pt x="3434" y="2956"/>
                  </a:lnTo>
                  <a:lnTo>
                    <a:pt x="3469" y="2937"/>
                  </a:lnTo>
                  <a:lnTo>
                    <a:pt x="3507" y="2918"/>
                  </a:lnTo>
                  <a:lnTo>
                    <a:pt x="3544" y="2900"/>
                  </a:lnTo>
                  <a:lnTo>
                    <a:pt x="3581" y="2882"/>
                  </a:lnTo>
                  <a:lnTo>
                    <a:pt x="3620" y="2866"/>
                  </a:lnTo>
                  <a:lnTo>
                    <a:pt x="3659" y="2849"/>
                  </a:lnTo>
                  <a:lnTo>
                    <a:pt x="3697" y="2834"/>
                  </a:lnTo>
                  <a:lnTo>
                    <a:pt x="3738" y="2821"/>
                  </a:lnTo>
                  <a:lnTo>
                    <a:pt x="3778" y="2809"/>
                  </a:lnTo>
                  <a:lnTo>
                    <a:pt x="3818" y="2796"/>
                  </a:lnTo>
                  <a:lnTo>
                    <a:pt x="3860" y="2785"/>
                  </a:lnTo>
                  <a:lnTo>
                    <a:pt x="3900" y="2775"/>
                  </a:lnTo>
                  <a:lnTo>
                    <a:pt x="3942" y="2766"/>
                  </a:lnTo>
                  <a:lnTo>
                    <a:pt x="3985" y="2758"/>
                  </a:lnTo>
                  <a:lnTo>
                    <a:pt x="4027" y="2751"/>
                  </a:lnTo>
                  <a:lnTo>
                    <a:pt x="4070" y="2745"/>
                  </a:lnTo>
                  <a:lnTo>
                    <a:pt x="4113" y="2740"/>
                  </a:lnTo>
                  <a:lnTo>
                    <a:pt x="4156" y="2736"/>
                  </a:lnTo>
                  <a:lnTo>
                    <a:pt x="4200" y="2734"/>
                  </a:lnTo>
                  <a:lnTo>
                    <a:pt x="4244" y="2731"/>
                  </a:lnTo>
                  <a:lnTo>
                    <a:pt x="4288" y="2731"/>
                  </a:lnTo>
                  <a:lnTo>
                    <a:pt x="4288" y="2739"/>
                  </a:lnTo>
                  <a:lnTo>
                    <a:pt x="4417" y="2739"/>
                  </a:lnTo>
                  <a:lnTo>
                    <a:pt x="4417" y="2739"/>
                  </a:lnTo>
                  <a:lnTo>
                    <a:pt x="4417" y="2739"/>
                  </a:lnTo>
                  <a:close/>
                  <a:moveTo>
                    <a:pt x="0" y="0"/>
                  </a:moveTo>
                  <a:lnTo>
                    <a:pt x="750" y="0"/>
                  </a:lnTo>
                  <a:lnTo>
                    <a:pt x="750" y="748"/>
                  </a:lnTo>
                  <a:lnTo>
                    <a:pt x="0" y="748"/>
                  </a:lnTo>
                  <a:lnTo>
                    <a:pt x="0" y="0"/>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53" name="Group 2752">
            <a:extLst>
              <a:ext uri="{FF2B5EF4-FFF2-40B4-BE49-F238E27FC236}">
                <a16:creationId xmlns:a16="http://schemas.microsoft.com/office/drawing/2014/main" id="{B364DDB7-F10F-CFAE-F559-3B245289C57A}"/>
              </a:ext>
              <a:ext uri="{C183D7F6-B498-43B3-948B-1728B52AA6E4}">
                <adec:decorative xmlns:adec="http://schemas.microsoft.com/office/drawing/2017/decorative" val="1"/>
              </a:ext>
            </a:extLst>
          </p:cNvPr>
          <p:cNvGrpSpPr>
            <a:grpSpLocks noChangeAspect="1"/>
          </p:cNvGrpSpPr>
          <p:nvPr/>
        </p:nvGrpSpPr>
        <p:grpSpPr>
          <a:xfrm>
            <a:off x="10523020" y="5049527"/>
            <a:ext cx="457948" cy="457200"/>
            <a:chOff x="10523020" y="5049527"/>
            <a:chExt cx="457948" cy="457200"/>
          </a:xfrm>
          <a:solidFill>
            <a:srgbClr val="FF0000"/>
          </a:solidFill>
        </p:grpSpPr>
        <p:sp>
          <p:nvSpPr>
            <p:cNvPr id="2612" name="Freeform: Shape 2611">
              <a:extLst>
                <a:ext uri="{FF2B5EF4-FFF2-40B4-BE49-F238E27FC236}">
                  <a16:creationId xmlns:a16="http://schemas.microsoft.com/office/drawing/2014/main" id="{E58DF1D6-11CB-0DBF-B190-F47F2D5352DF}"/>
                </a:ext>
                <a:ext uri="{C183D7F6-B498-43B3-948B-1728B52AA6E4}">
                  <adec:decorative xmlns:adec="http://schemas.microsoft.com/office/drawing/2017/decorative" val="1"/>
                </a:ext>
              </a:extLst>
            </p:cNvPr>
            <p:cNvSpPr/>
            <p:nvPr/>
          </p:nvSpPr>
          <p:spPr>
            <a:xfrm>
              <a:off x="10523020" y="5049527"/>
              <a:ext cx="457948" cy="457200"/>
            </a:xfrm>
            <a:custGeom>
              <a:avLst/>
              <a:gdLst>
                <a:gd name="connsiteX0" fmla="*/ 2999936 w 6869224"/>
                <a:gd name="connsiteY0" fmla="*/ 1694641 h 6857999"/>
                <a:gd name="connsiteX1" fmla="*/ 2999936 w 6869224"/>
                <a:gd name="connsiteY1" fmla="*/ 2068302 h 6857999"/>
                <a:gd name="connsiteX2" fmla="*/ 2870802 w 6869224"/>
                <a:gd name="connsiteY2" fmla="*/ 2094373 h 6857999"/>
                <a:gd name="connsiteX3" fmla="*/ 1990367 w 6869224"/>
                <a:gd name="connsiteY3" fmla="*/ 3317566 h 6857999"/>
                <a:gd name="connsiteX4" fmla="*/ 1986145 w 6869224"/>
                <a:gd name="connsiteY4" fmla="*/ 3428962 h 6857999"/>
                <a:gd name="connsiteX5" fmla="*/ 1986150 w 6869224"/>
                <a:gd name="connsiteY5" fmla="*/ 3428962 h 6857999"/>
                <a:gd name="connsiteX6" fmla="*/ 1986146 w 6869224"/>
                <a:gd name="connsiteY6" fmla="*/ 3429005 h 6857999"/>
                <a:gd name="connsiteX7" fmla="*/ 1986150 w 6869224"/>
                <a:gd name="connsiteY7" fmla="*/ 3429078 h 6857999"/>
                <a:gd name="connsiteX8" fmla="*/ 2002817 w 6869224"/>
                <a:gd name="connsiteY8" fmla="*/ 3594417 h 6857999"/>
                <a:gd name="connsiteX9" fmla="*/ 1996267 w 6869224"/>
                <a:gd name="connsiteY9" fmla="*/ 3594417 h 6857999"/>
                <a:gd name="connsiteX10" fmla="*/ 2015574 w 6869224"/>
                <a:gd name="connsiteY10" fmla="*/ 3720921 h 6857999"/>
                <a:gd name="connsiteX11" fmla="*/ 3434613 w 6869224"/>
                <a:gd name="connsiteY11" fmla="*/ 4877469 h 6857999"/>
                <a:gd name="connsiteX12" fmla="*/ 4853652 w 6869224"/>
                <a:gd name="connsiteY12" fmla="*/ 3720921 h 6857999"/>
                <a:gd name="connsiteX13" fmla="*/ 4872959 w 6869224"/>
                <a:gd name="connsiteY13" fmla="*/ 3594417 h 6857999"/>
                <a:gd name="connsiteX14" fmla="*/ 4866408 w 6869224"/>
                <a:gd name="connsiteY14" fmla="*/ 3594417 h 6857999"/>
                <a:gd name="connsiteX15" fmla="*/ 4883077 w 6869224"/>
                <a:gd name="connsiteY15" fmla="*/ 3429049 h 6857999"/>
                <a:gd name="connsiteX16" fmla="*/ 4883080 w 6869224"/>
                <a:gd name="connsiteY16" fmla="*/ 3429005 h 6857999"/>
                <a:gd name="connsiteX17" fmla="*/ 4883076 w 6869224"/>
                <a:gd name="connsiteY17" fmla="*/ 3428962 h 6857999"/>
                <a:gd name="connsiteX18" fmla="*/ 4883079 w 6869224"/>
                <a:gd name="connsiteY18" fmla="*/ 3428962 h 6857999"/>
                <a:gd name="connsiteX19" fmla="*/ 4878858 w 6869224"/>
                <a:gd name="connsiteY19" fmla="*/ 3317566 h 6857999"/>
                <a:gd name="connsiteX20" fmla="*/ 3998423 w 6869224"/>
                <a:gd name="connsiteY20" fmla="*/ 2094373 h 6857999"/>
                <a:gd name="connsiteX21" fmla="*/ 3869289 w 6869224"/>
                <a:gd name="connsiteY21" fmla="*/ 2068302 h 6857999"/>
                <a:gd name="connsiteX22" fmla="*/ 3869289 w 6869224"/>
                <a:gd name="connsiteY22" fmla="*/ 1694641 h 6857999"/>
                <a:gd name="connsiteX23" fmla="*/ 4132735 w 6869224"/>
                <a:gd name="connsiteY23" fmla="*/ 1776426 h 6857999"/>
                <a:gd name="connsiteX24" fmla="*/ 5222918 w 6869224"/>
                <a:gd name="connsiteY24" fmla="*/ 3291017 h 6857999"/>
                <a:gd name="connsiteX25" fmla="*/ 5228146 w 6869224"/>
                <a:gd name="connsiteY25" fmla="*/ 3428962 h 6857999"/>
                <a:gd name="connsiteX26" fmla="*/ 5228153 w 6869224"/>
                <a:gd name="connsiteY26" fmla="*/ 3428962 h 6857999"/>
                <a:gd name="connsiteX27" fmla="*/ 5228156 w 6869224"/>
                <a:gd name="connsiteY27" fmla="*/ 3429009 h 6857999"/>
                <a:gd name="connsiteX28" fmla="*/ 3434620 w 6869224"/>
                <a:gd name="connsiteY28" fmla="*/ 5222545 h 6857999"/>
                <a:gd name="connsiteX29" fmla="*/ 1650344 w 6869224"/>
                <a:gd name="connsiteY29" fmla="*/ 3612387 h 6857999"/>
                <a:gd name="connsiteX30" fmla="*/ 1641093 w 6869224"/>
                <a:gd name="connsiteY30" fmla="*/ 3429174 h 6857999"/>
                <a:gd name="connsiteX31" fmla="*/ 1641076 w 6869224"/>
                <a:gd name="connsiteY31" fmla="*/ 3429012 h 6857999"/>
                <a:gd name="connsiteX32" fmla="*/ 2736490 w 6869224"/>
                <a:gd name="connsiteY32" fmla="*/ 1776426 h 6857999"/>
                <a:gd name="connsiteX33" fmla="*/ 3454034 w 6869224"/>
                <a:gd name="connsiteY33" fmla="*/ 1073798 h 6857999"/>
                <a:gd name="connsiteX34" fmla="*/ 1079395 w 6869224"/>
                <a:gd name="connsiteY34" fmla="*/ 3448434 h 6857999"/>
                <a:gd name="connsiteX35" fmla="*/ 3454034 w 6869224"/>
                <a:gd name="connsiteY35" fmla="*/ 5823071 h 6857999"/>
                <a:gd name="connsiteX36" fmla="*/ 5828673 w 6869224"/>
                <a:gd name="connsiteY36" fmla="*/ 3448434 h 6857999"/>
                <a:gd name="connsiteX37" fmla="*/ 3454034 w 6869224"/>
                <a:gd name="connsiteY37" fmla="*/ 1073798 h 6857999"/>
                <a:gd name="connsiteX38" fmla="*/ 2908195 w 6869224"/>
                <a:gd name="connsiteY38" fmla="*/ 0 h 6857999"/>
                <a:gd name="connsiteX39" fmla="*/ 3999717 w 6869224"/>
                <a:gd name="connsiteY39" fmla="*/ 0 h 6857999"/>
                <a:gd name="connsiteX40" fmla="*/ 3999717 w 6869224"/>
                <a:gd name="connsiteY40" fmla="*/ 767521 h 6857999"/>
                <a:gd name="connsiteX41" fmla="*/ 4005360 w 6869224"/>
                <a:gd name="connsiteY41" fmla="*/ 768382 h 6857999"/>
                <a:gd name="connsiteX42" fmla="*/ 4884876 w 6869224"/>
                <a:gd name="connsiteY42" fmla="*/ 1116379 h 6857999"/>
                <a:gd name="connsiteX43" fmla="*/ 4951897 w 6869224"/>
                <a:gd name="connsiteY43" fmla="*/ 1160816 h 6857999"/>
                <a:gd name="connsiteX44" fmla="*/ 5494443 w 6869224"/>
                <a:gd name="connsiteY44" fmla="*/ 618271 h 6857999"/>
                <a:gd name="connsiteX45" fmla="*/ 6261271 w 6869224"/>
                <a:gd name="connsiteY45" fmla="*/ 1385099 h 6857999"/>
                <a:gd name="connsiteX46" fmla="*/ 5723557 w 6869224"/>
                <a:gd name="connsiteY46" fmla="*/ 1922813 h 6857999"/>
                <a:gd name="connsiteX47" fmla="*/ 5797894 w 6869224"/>
                <a:gd name="connsiteY47" fmla="*/ 2036968 h 6857999"/>
                <a:gd name="connsiteX48" fmla="*/ 6094912 w 6869224"/>
                <a:gd name="connsiteY48" fmla="*/ 2732060 h 6857999"/>
                <a:gd name="connsiteX49" fmla="*/ 6131099 w 6869224"/>
                <a:gd name="connsiteY49" fmla="*/ 2893510 h 6857999"/>
                <a:gd name="connsiteX50" fmla="*/ 6869224 w 6869224"/>
                <a:gd name="connsiteY50" fmla="*/ 2893510 h 6857999"/>
                <a:gd name="connsiteX51" fmla="*/ 6869224 w 6869224"/>
                <a:gd name="connsiteY51" fmla="*/ 4003350 h 6857999"/>
                <a:gd name="connsiteX52" fmla="*/ 6131101 w 6869224"/>
                <a:gd name="connsiteY52" fmla="*/ 4003350 h 6857999"/>
                <a:gd name="connsiteX53" fmla="*/ 6094912 w 6869224"/>
                <a:gd name="connsiteY53" fmla="*/ 4164809 h 6857999"/>
                <a:gd name="connsiteX54" fmla="*/ 5797894 w 6869224"/>
                <a:gd name="connsiteY54" fmla="*/ 4859901 h 6857999"/>
                <a:gd name="connsiteX55" fmla="*/ 5743001 w 6869224"/>
                <a:gd name="connsiteY55" fmla="*/ 4944197 h 6857999"/>
                <a:gd name="connsiteX56" fmla="*/ 6266478 w 6869224"/>
                <a:gd name="connsiteY56" fmla="*/ 5467673 h 6857999"/>
                <a:gd name="connsiteX57" fmla="*/ 5489204 w 6869224"/>
                <a:gd name="connsiteY57" fmla="*/ 6244947 h 6857999"/>
                <a:gd name="connsiteX58" fmla="*/ 4968982 w 6869224"/>
                <a:gd name="connsiteY58" fmla="*/ 5724725 h 6857999"/>
                <a:gd name="connsiteX59" fmla="*/ 4884876 w 6869224"/>
                <a:gd name="connsiteY59" fmla="*/ 5780490 h 6857999"/>
                <a:gd name="connsiteX60" fmla="*/ 4005360 w 6869224"/>
                <a:gd name="connsiteY60" fmla="*/ 6128487 h 6857999"/>
                <a:gd name="connsiteX61" fmla="*/ 3999717 w 6869224"/>
                <a:gd name="connsiteY61" fmla="*/ 6129348 h 6857999"/>
                <a:gd name="connsiteX62" fmla="*/ 3999717 w 6869224"/>
                <a:gd name="connsiteY62" fmla="*/ 6857999 h 6857999"/>
                <a:gd name="connsiteX63" fmla="*/ 2908195 w 6869224"/>
                <a:gd name="connsiteY63" fmla="*/ 6857999 h 6857999"/>
                <a:gd name="connsiteX64" fmla="*/ 2908195 w 6869224"/>
                <a:gd name="connsiteY64" fmla="*/ 6129324 h 6857999"/>
                <a:gd name="connsiteX65" fmla="*/ 2902709 w 6869224"/>
                <a:gd name="connsiteY65" fmla="*/ 6128487 h 6857999"/>
                <a:gd name="connsiteX66" fmla="*/ 2023193 w 6869224"/>
                <a:gd name="connsiteY66" fmla="*/ 5780490 h 6857999"/>
                <a:gd name="connsiteX67" fmla="*/ 1909441 w 6869224"/>
                <a:gd name="connsiteY67" fmla="*/ 5705069 h 6857999"/>
                <a:gd name="connsiteX68" fmla="*/ 1374782 w 6869224"/>
                <a:gd name="connsiteY68" fmla="*/ 6239728 h 6857999"/>
                <a:gd name="connsiteX69" fmla="*/ 607953 w 6869224"/>
                <a:gd name="connsiteY69" fmla="*/ 5472900 h 6857999"/>
                <a:gd name="connsiteX70" fmla="*/ 1153863 w 6869224"/>
                <a:gd name="connsiteY70" fmla="*/ 4926990 h 6857999"/>
                <a:gd name="connsiteX71" fmla="*/ 1110175 w 6869224"/>
                <a:gd name="connsiteY71" fmla="*/ 4859901 h 6857999"/>
                <a:gd name="connsiteX72" fmla="*/ 813157 w 6869224"/>
                <a:gd name="connsiteY72" fmla="*/ 4164809 h 6857999"/>
                <a:gd name="connsiteX73" fmla="*/ 776968 w 6869224"/>
                <a:gd name="connsiteY73" fmla="*/ 4003350 h 6857999"/>
                <a:gd name="connsiteX74" fmla="*/ 0 w 6869224"/>
                <a:gd name="connsiteY74" fmla="*/ 4003350 h 6857999"/>
                <a:gd name="connsiteX75" fmla="*/ 0 w 6869224"/>
                <a:gd name="connsiteY75" fmla="*/ 2893510 h 6857999"/>
                <a:gd name="connsiteX76" fmla="*/ 776969 w 6869224"/>
                <a:gd name="connsiteY76" fmla="*/ 2893510 h 6857999"/>
                <a:gd name="connsiteX77" fmla="*/ 813157 w 6869224"/>
                <a:gd name="connsiteY77" fmla="*/ 2732060 h 6857999"/>
                <a:gd name="connsiteX78" fmla="*/ 1110175 w 6869224"/>
                <a:gd name="connsiteY78" fmla="*/ 2036968 h 6857999"/>
                <a:gd name="connsiteX79" fmla="*/ 1170370 w 6869224"/>
                <a:gd name="connsiteY79" fmla="*/ 1944530 h 6857999"/>
                <a:gd name="connsiteX80" fmla="*/ 602738 w 6869224"/>
                <a:gd name="connsiteY80" fmla="*/ 1376898 h 6857999"/>
                <a:gd name="connsiteX81" fmla="*/ 1380013 w 6869224"/>
                <a:gd name="connsiteY81" fmla="*/ 599623 h 6857999"/>
                <a:gd name="connsiteX82" fmla="*/ 1947172 w 6869224"/>
                <a:gd name="connsiteY82" fmla="*/ 1166783 h 6857999"/>
                <a:gd name="connsiteX83" fmla="*/ 2023193 w 6869224"/>
                <a:gd name="connsiteY83" fmla="*/ 1116379 h 6857999"/>
                <a:gd name="connsiteX84" fmla="*/ 2902709 w 6869224"/>
                <a:gd name="connsiteY84" fmla="*/ 768382 h 6857999"/>
                <a:gd name="connsiteX85" fmla="*/ 2908195 w 6869224"/>
                <a:gd name="connsiteY85" fmla="*/ 76754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869224" h="6857999">
                  <a:moveTo>
                    <a:pt x="2999936" y="1694641"/>
                  </a:moveTo>
                  <a:lnTo>
                    <a:pt x="2999936" y="2068302"/>
                  </a:lnTo>
                  <a:lnTo>
                    <a:pt x="2870802" y="2094373"/>
                  </a:lnTo>
                  <a:cubicBezTo>
                    <a:pt x="2383424" y="2300521"/>
                    <a:pt x="2032348" y="2765842"/>
                    <a:pt x="1990367" y="3317566"/>
                  </a:cubicBezTo>
                  <a:lnTo>
                    <a:pt x="1986145" y="3428962"/>
                  </a:lnTo>
                  <a:lnTo>
                    <a:pt x="1986150" y="3428962"/>
                  </a:lnTo>
                  <a:lnTo>
                    <a:pt x="1986146" y="3429005"/>
                  </a:lnTo>
                  <a:lnTo>
                    <a:pt x="1986150" y="3429078"/>
                  </a:lnTo>
                  <a:lnTo>
                    <a:pt x="2002817" y="3594417"/>
                  </a:lnTo>
                  <a:lnTo>
                    <a:pt x="1996267" y="3594417"/>
                  </a:lnTo>
                  <a:lnTo>
                    <a:pt x="2015574" y="3720921"/>
                  </a:lnTo>
                  <a:cubicBezTo>
                    <a:pt x="2150638" y="4380961"/>
                    <a:pt x="2734644" y="4877469"/>
                    <a:pt x="3434613" y="4877469"/>
                  </a:cubicBezTo>
                  <a:cubicBezTo>
                    <a:pt x="4134583" y="4877469"/>
                    <a:pt x="4718588" y="4380961"/>
                    <a:pt x="4853652" y="3720921"/>
                  </a:cubicBezTo>
                  <a:lnTo>
                    <a:pt x="4872959" y="3594417"/>
                  </a:lnTo>
                  <a:lnTo>
                    <a:pt x="4866408" y="3594417"/>
                  </a:lnTo>
                  <a:lnTo>
                    <a:pt x="4883077" y="3429049"/>
                  </a:lnTo>
                  <a:lnTo>
                    <a:pt x="4883080" y="3429005"/>
                  </a:lnTo>
                  <a:lnTo>
                    <a:pt x="4883076" y="3428962"/>
                  </a:lnTo>
                  <a:lnTo>
                    <a:pt x="4883079" y="3428962"/>
                  </a:lnTo>
                  <a:lnTo>
                    <a:pt x="4878858" y="3317566"/>
                  </a:lnTo>
                  <a:cubicBezTo>
                    <a:pt x="4836877" y="2765842"/>
                    <a:pt x="4485801" y="2300521"/>
                    <a:pt x="3998423" y="2094373"/>
                  </a:cubicBezTo>
                  <a:lnTo>
                    <a:pt x="3869289" y="2068302"/>
                  </a:lnTo>
                  <a:lnTo>
                    <a:pt x="3869289" y="1694641"/>
                  </a:lnTo>
                  <a:lnTo>
                    <a:pt x="4132735" y="1776426"/>
                  </a:lnTo>
                  <a:cubicBezTo>
                    <a:pt x="4736229" y="2031679"/>
                    <a:pt x="5170937" y="2607856"/>
                    <a:pt x="5222918" y="3291017"/>
                  </a:cubicBezTo>
                  <a:lnTo>
                    <a:pt x="5228146" y="3428962"/>
                  </a:lnTo>
                  <a:lnTo>
                    <a:pt x="5228153" y="3428962"/>
                  </a:lnTo>
                  <a:lnTo>
                    <a:pt x="5228156" y="3429009"/>
                  </a:lnTo>
                  <a:cubicBezTo>
                    <a:pt x="5228156" y="4419551"/>
                    <a:pt x="4425164" y="5222545"/>
                    <a:pt x="3434620" y="5222545"/>
                  </a:cubicBezTo>
                  <a:cubicBezTo>
                    <a:pt x="2505989" y="5222545"/>
                    <a:pt x="1742191" y="4516789"/>
                    <a:pt x="1650344" y="3612387"/>
                  </a:cubicBezTo>
                  <a:lnTo>
                    <a:pt x="1641093" y="3429174"/>
                  </a:lnTo>
                  <a:lnTo>
                    <a:pt x="1641076" y="3429012"/>
                  </a:lnTo>
                  <a:cubicBezTo>
                    <a:pt x="1641076" y="2686106"/>
                    <a:pt x="2092762" y="2048696"/>
                    <a:pt x="2736490" y="1776426"/>
                  </a:cubicBezTo>
                  <a:close/>
                  <a:moveTo>
                    <a:pt x="3454034" y="1073798"/>
                  </a:moveTo>
                  <a:cubicBezTo>
                    <a:pt x="2142557" y="1073798"/>
                    <a:pt x="1079395" y="2136960"/>
                    <a:pt x="1079395" y="3448434"/>
                  </a:cubicBezTo>
                  <a:cubicBezTo>
                    <a:pt x="1079395" y="4759910"/>
                    <a:pt x="2142557" y="5823071"/>
                    <a:pt x="3454034" y="5823071"/>
                  </a:cubicBezTo>
                  <a:cubicBezTo>
                    <a:pt x="4765511" y="5823071"/>
                    <a:pt x="5828673" y="4759910"/>
                    <a:pt x="5828673" y="3448434"/>
                  </a:cubicBezTo>
                  <a:cubicBezTo>
                    <a:pt x="5828673" y="2136960"/>
                    <a:pt x="4765511" y="1073798"/>
                    <a:pt x="3454034" y="1073798"/>
                  </a:cubicBezTo>
                  <a:close/>
                  <a:moveTo>
                    <a:pt x="2908195" y="0"/>
                  </a:moveTo>
                  <a:lnTo>
                    <a:pt x="3999717" y="0"/>
                  </a:lnTo>
                  <a:lnTo>
                    <a:pt x="3999717" y="767521"/>
                  </a:lnTo>
                  <a:lnTo>
                    <a:pt x="4005360" y="768382"/>
                  </a:lnTo>
                  <a:cubicBezTo>
                    <a:pt x="4321875" y="833150"/>
                    <a:pt x="4618478" y="952581"/>
                    <a:pt x="4884876" y="1116379"/>
                  </a:cubicBezTo>
                  <a:lnTo>
                    <a:pt x="4951897" y="1160816"/>
                  </a:lnTo>
                  <a:lnTo>
                    <a:pt x="5494443" y="618271"/>
                  </a:lnTo>
                  <a:lnTo>
                    <a:pt x="6261271" y="1385099"/>
                  </a:lnTo>
                  <a:lnTo>
                    <a:pt x="5723557" y="1922813"/>
                  </a:lnTo>
                  <a:lnTo>
                    <a:pt x="5797894" y="2036968"/>
                  </a:lnTo>
                  <a:cubicBezTo>
                    <a:pt x="5927212" y="2251250"/>
                    <a:pt x="6027975" y="2484704"/>
                    <a:pt x="6094912" y="2732060"/>
                  </a:cubicBezTo>
                  <a:lnTo>
                    <a:pt x="6131099" y="2893510"/>
                  </a:lnTo>
                  <a:lnTo>
                    <a:pt x="6869224" y="2893510"/>
                  </a:lnTo>
                  <a:lnTo>
                    <a:pt x="6869224" y="4003350"/>
                  </a:lnTo>
                  <a:lnTo>
                    <a:pt x="6131101" y="4003350"/>
                  </a:lnTo>
                  <a:lnTo>
                    <a:pt x="6094912" y="4164809"/>
                  </a:lnTo>
                  <a:cubicBezTo>
                    <a:pt x="6027975" y="4412165"/>
                    <a:pt x="5927212" y="4645619"/>
                    <a:pt x="5797894" y="4859901"/>
                  </a:cubicBezTo>
                  <a:lnTo>
                    <a:pt x="5743001" y="4944197"/>
                  </a:lnTo>
                  <a:lnTo>
                    <a:pt x="6266478" y="5467673"/>
                  </a:lnTo>
                  <a:lnTo>
                    <a:pt x="5489204" y="6244947"/>
                  </a:lnTo>
                  <a:lnTo>
                    <a:pt x="4968982" y="5724725"/>
                  </a:lnTo>
                  <a:lnTo>
                    <a:pt x="4884876" y="5780490"/>
                  </a:lnTo>
                  <a:cubicBezTo>
                    <a:pt x="4618478" y="5944289"/>
                    <a:pt x="4321875" y="6063719"/>
                    <a:pt x="4005360" y="6128487"/>
                  </a:cubicBezTo>
                  <a:lnTo>
                    <a:pt x="3999717" y="6129348"/>
                  </a:lnTo>
                  <a:lnTo>
                    <a:pt x="3999717" y="6857999"/>
                  </a:lnTo>
                  <a:lnTo>
                    <a:pt x="2908195" y="6857999"/>
                  </a:lnTo>
                  <a:lnTo>
                    <a:pt x="2908195" y="6129324"/>
                  </a:lnTo>
                  <a:lnTo>
                    <a:pt x="2902709" y="6128487"/>
                  </a:lnTo>
                  <a:cubicBezTo>
                    <a:pt x="2586194" y="6063719"/>
                    <a:pt x="2289591" y="5944289"/>
                    <a:pt x="2023193" y="5780490"/>
                  </a:cubicBezTo>
                  <a:lnTo>
                    <a:pt x="1909441" y="5705069"/>
                  </a:lnTo>
                  <a:lnTo>
                    <a:pt x="1374782" y="6239728"/>
                  </a:lnTo>
                  <a:lnTo>
                    <a:pt x="607953" y="5472900"/>
                  </a:lnTo>
                  <a:lnTo>
                    <a:pt x="1153863" y="4926990"/>
                  </a:lnTo>
                  <a:lnTo>
                    <a:pt x="1110175" y="4859901"/>
                  </a:lnTo>
                  <a:cubicBezTo>
                    <a:pt x="980857" y="4645619"/>
                    <a:pt x="880094" y="4412165"/>
                    <a:pt x="813157" y="4164809"/>
                  </a:cubicBezTo>
                  <a:lnTo>
                    <a:pt x="776968" y="4003350"/>
                  </a:lnTo>
                  <a:lnTo>
                    <a:pt x="0" y="4003350"/>
                  </a:lnTo>
                  <a:lnTo>
                    <a:pt x="0" y="2893510"/>
                  </a:lnTo>
                  <a:lnTo>
                    <a:pt x="776969" y="2893510"/>
                  </a:lnTo>
                  <a:lnTo>
                    <a:pt x="813157" y="2732060"/>
                  </a:lnTo>
                  <a:cubicBezTo>
                    <a:pt x="880094" y="2484704"/>
                    <a:pt x="980857" y="2251250"/>
                    <a:pt x="1110175" y="2036968"/>
                  </a:cubicBezTo>
                  <a:lnTo>
                    <a:pt x="1170370" y="1944530"/>
                  </a:lnTo>
                  <a:lnTo>
                    <a:pt x="602738" y="1376898"/>
                  </a:lnTo>
                  <a:lnTo>
                    <a:pt x="1380013" y="599623"/>
                  </a:lnTo>
                  <a:lnTo>
                    <a:pt x="1947172" y="1166783"/>
                  </a:lnTo>
                  <a:lnTo>
                    <a:pt x="2023193" y="1116379"/>
                  </a:lnTo>
                  <a:cubicBezTo>
                    <a:pt x="2289591" y="952581"/>
                    <a:pt x="2586194" y="833151"/>
                    <a:pt x="2902709" y="768382"/>
                  </a:cubicBezTo>
                  <a:lnTo>
                    <a:pt x="2908195" y="767545"/>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sp>
          <p:nvSpPr>
            <p:cNvPr id="2599" name="Rectangle 2598">
              <a:extLst>
                <a:ext uri="{FF2B5EF4-FFF2-40B4-BE49-F238E27FC236}">
                  <a16:creationId xmlns:a16="http://schemas.microsoft.com/office/drawing/2014/main" id="{9E499BA8-4EDC-C4D0-927D-AD398C25DA64}"/>
                </a:ext>
                <a:ext uri="{C183D7F6-B498-43B3-948B-1728B52AA6E4}">
                  <adec:decorative xmlns:adec="http://schemas.microsoft.com/office/drawing/2017/decorative" val="1"/>
                </a:ext>
              </a:extLst>
            </p:cNvPr>
            <p:cNvSpPr/>
            <p:nvPr/>
          </p:nvSpPr>
          <p:spPr>
            <a:xfrm>
              <a:off x="10734033" y="5150928"/>
              <a:ext cx="35923" cy="35922"/>
            </a:xfrm>
            <a:prstGeom prst="rect">
              <a:avLst/>
            </a:pr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2752" name="Group 2751">
            <a:extLst>
              <a:ext uri="{FF2B5EF4-FFF2-40B4-BE49-F238E27FC236}">
                <a16:creationId xmlns:a16="http://schemas.microsoft.com/office/drawing/2014/main" id="{782D2471-873E-186B-0885-F7B6A4FCD13E}"/>
              </a:ext>
              <a:ext uri="{C183D7F6-B498-43B3-948B-1728B52AA6E4}">
                <adec:decorative xmlns:adec="http://schemas.microsoft.com/office/drawing/2017/decorative" val="1"/>
              </a:ext>
            </a:extLst>
          </p:cNvPr>
          <p:cNvGrpSpPr>
            <a:grpSpLocks noChangeAspect="1"/>
          </p:cNvGrpSpPr>
          <p:nvPr/>
        </p:nvGrpSpPr>
        <p:grpSpPr>
          <a:xfrm>
            <a:off x="11106038" y="5049527"/>
            <a:ext cx="446200" cy="457200"/>
            <a:chOff x="11106038" y="5049527"/>
            <a:chExt cx="446200" cy="457200"/>
          </a:xfrm>
          <a:solidFill>
            <a:srgbClr val="FF0000"/>
          </a:solidFill>
        </p:grpSpPr>
        <p:sp>
          <p:nvSpPr>
            <p:cNvPr id="2625" name="Freeform: Shape 2624">
              <a:extLst>
                <a:ext uri="{FF2B5EF4-FFF2-40B4-BE49-F238E27FC236}">
                  <a16:creationId xmlns:a16="http://schemas.microsoft.com/office/drawing/2014/main" id="{82626D4E-590F-7A1D-8006-5D4B06616014}"/>
                </a:ext>
                <a:ext uri="{C183D7F6-B498-43B3-948B-1728B52AA6E4}">
                  <adec:decorative xmlns:adec="http://schemas.microsoft.com/office/drawing/2017/decorative" val="1"/>
                </a:ext>
              </a:extLst>
            </p:cNvPr>
            <p:cNvSpPr/>
            <p:nvPr/>
          </p:nvSpPr>
          <p:spPr>
            <a:xfrm>
              <a:off x="11106038" y="5049527"/>
              <a:ext cx="446200" cy="444628"/>
            </a:xfrm>
            <a:custGeom>
              <a:avLst/>
              <a:gdLst>
                <a:gd name="connsiteX0" fmla="*/ 5471280 w 6693003"/>
                <a:gd name="connsiteY0" fmla="*/ 4159201 h 6669426"/>
                <a:gd name="connsiteX1" fmla="*/ 5913490 w 6693003"/>
                <a:gd name="connsiteY1" fmla="*/ 4268575 h 6669426"/>
                <a:gd name="connsiteX2" fmla="*/ 6338562 w 6693003"/>
                <a:gd name="connsiteY2" fmla="*/ 4571363 h 6669426"/>
                <a:gd name="connsiteX3" fmla="*/ 6587241 w 6693003"/>
                <a:gd name="connsiteY3" fmla="*/ 4954836 h 6669426"/>
                <a:gd name="connsiteX4" fmla="*/ 6683987 w 6693003"/>
                <a:gd name="connsiteY4" fmla="*/ 5311874 h 6669426"/>
                <a:gd name="connsiteX5" fmla="*/ 6671697 w 6693003"/>
                <a:gd name="connsiteY5" fmla="*/ 5694703 h 6669426"/>
                <a:gd name="connsiteX6" fmla="*/ 6533611 w 6693003"/>
                <a:gd name="connsiteY6" fmla="*/ 6092877 h 6669426"/>
                <a:gd name="connsiteX7" fmla="*/ 6364690 w 6693003"/>
                <a:gd name="connsiteY7" fmla="*/ 6332378 h 6669426"/>
                <a:gd name="connsiteX8" fmla="*/ 5927076 w 6693003"/>
                <a:gd name="connsiteY8" fmla="*/ 6660507 h 6669426"/>
                <a:gd name="connsiteX9" fmla="*/ 5898089 w 6693003"/>
                <a:gd name="connsiteY9" fmla="*/ 6669426 h 6669426"/>
                <a:gd name="connsiteX10" fmla="*/ 5898089 w 6693003"/>
                <a:gd name="connsiteY10" fmla="*/ 6250004 h 6669426"/>
                <a:gd name="connsiteX11" fmla="*/ 6168368 w 6693003"/>
                <a:gd name="connsiteY11" fmla="*/ 6005765 h 6669426"/>
                <a:gd name="connsiteX12" fmla="*/ 6323247 w 6693003"/>
                <a:gd name="connsiteY12" fmla="*/ 5317587 h 6669426"/>
                <a:gd name="connsiteX13" fmla="*/ 6128592 w 6693003"/>
                <a:gd name="connsiteY13" fmla="*/ 4876909 h 6669426"/>
                <a:gd name="connsiteX14" fmla="*/ 5681313 w 6693003"/>
                <a:gd name="connsiteY14" fmla="*/ 4559725 h 6669426"/>
                <a:gd name="connsiteX15" fmla="*/ 5155142 w 6693003"/>
                <a:gd name="connsiteY15" fmla="*/ 4537692 h 6669426"/>
                <a:gd name="connsiteX16" fmla="*/ 4654194 w 6693003"/>
                <a:gd name="connsiteY16" fmla="*/ 4848023 h 6669426"/>
                <a:gd name="connsiteX17" fmla="*/ 4425679 w 6693003"/>
                <a:gd name="connsiteY17" fmla="*/ 5385613 h 6669426"/>
                <a:gd name="connsiteX18" fmla="*/ 4467860 w 6693003"/>
                <a:gd name="connsiteY18" fmla="*/ 5756631 h 6669426"/>
                <a:gd name="connsiteX19" fmla="*/ 4738745 w 6693003"/>
                <a:gd name="connsiteY19" fmla="*/ 6174584 h 6669426"/>
                <a:gd name="connsiteX20" fmla="*/ 4864227 w 6693003"/>
                <a:gd name="connsiteY20" fmla="*/ 6246020 h 6669426"/>
                <a:gd name="connsiteX21" fmla="*/ 4864227 w 6693003"/>
                <a:gd name="connsiteY21" fmla="*/ 6663949 h 6669426"/>
                <a:gd name="connsiteX22" fmla="*/ 4397108 w 6693003"/>
                <a:gd name="connsiteY22" fmla="*/ 6340071 h 6669426"/>
                <a:gd name="connsiteX23" fmla="*/ 4099718 w 6693003"/>
                <a:gd name="connsiteY23" fmla="*/ 5761848 h 6669426"/>
                <a:gd name="connsiteX24" fmla="*/ 4070691 w 6693003"/>
                <a:gd name="connsiteY24" fmla="*/ 5363988 h 6669426"/>
                <a:gd name="connsiteX25" fmla="*/ 4346597 w 6693003"/>
                <a:gd name="connsiteY25" fmla="*/ 4657155 h 6669426"/>
                <a:gd name="connsiteX26" fmla="*/ 4833857 w 6693003"/>
                <a:gd name="connsiteY26" fmla="*/ 4273376 h 6669426"/>
                <a:gd name="connsiteX27" fmla="*/ 5181725 w 6693003"/>
                <a:gd name="connsiteY27" fmla="*/ 4173275 h 6669426"/>
                <a:gd name="connsiteX28" fmla="*/ 5471280 w 6693003"/>
                <a:gd name="connsiteY28" fmla="*/ 4159201 h 6669426"/>
                <a:gd name="connsiteX29" fmla="*/ 1453973 w 6693003"/>
                <a:gd name="connsiteY29" fmla="*/ 2261839 h 6669426"/>
                <a:gd name="connsiteX30" fmla="*/ 1514363 w 6693003"/>
                <a:gd name="connsiteY30" fmla="*/ 2318983 h 6669426"/>
                <a:gd name="connsiteX31" fmla="*/ 1482265 w 6693003"/>
                <a:gd name="connsiteY31" fmla="*/ 2340463 h 6669426"/>
                <a:gd name="connsiteX32" fmla="*/ 1453973 w 6693003"/>
                <a:gd name="connsiteY32" fmla="*/ 2261839 h 6669426"/>
                <a:gd name="connsiteX33" fmla="*/ 1272992 w 6693003"/>
                <a:gd name="connsiteY33" fmla="*/ 1804354 h 6669426"/>
                <a:gd name="connsiteX34" fmla="*/ 1245673 w 6693003"/>
                <a:gd name="connsiteY34" fmla="*/ 1814827 h 6669426"/>
                <a:gd name="connsiteX35" fmla="*/ 1272992 w 6693003"/>
                <a:gd name="connsiteY35" fmla="*/ 1804354 h 6669426"/>
                <a:gd name="connsiteX36" fmla="*/ 852068 w 6693003"/>
                <a:gd name="connsiteY36" fmla="*/ 1720512 h 6669426"/>
                <a:gd name="connsiteX37" fmla="*/ 1087375 w 6693003"/>
                <a:gd name="connsiteY37" fmla="*/ 1804320 h 6669426"/>
                <a:gd name="connsiteX38" fmla="*/ 1077190 w 6693003"/>
                <a:gd name="connsiteY38" fmla="*/ 1816043 h 6669426"/>
                <a:gd name="connsiteX39" fmla="*/ 857406 w 6693003"/>
                <a:gd name="connsiteY39" fmla="*/ 1733409 h 6669426"/>
                <a:gd name="connsiteX40" fmla="*/ 852068 w 6693003"/>
                <a:gd name="connsiteY40" fmla="*/ 1720512 h 6669426"/>
                <a:gd name="connsiteX41" fmla="*/ 1560365 w 6693003"/>
                <a:gd name="connsiteY41" fmla="*/ 1693276 h 6669426"/>
                <a:gd name="connsiteX42" fmla="*/ 1553385 w 6693003"/>
                <a:gd name="connsiteY42" fmla="*/ 1719910 h 6669426"/>
                <a:gd name="connsiteX43" fmla="*/ 1313519 w 6693003"/>
                <a:gd name="connsiteY43" fmla="*/ 1816338 h 6669426"/>
                <a:gd name="connsiteX44" fmla="*/ 1299908 w 6693003"/>
                <a:gd name="connsiteY44" fmla="*/ 1807302 h 6669426"/>
                <a:gd name="connsiteX45" fmla="*/ 1560365 w 6693003"/>
                <a:gd name="connsiteY45" fmla="*/ 1693276 h 6669426"/>
                <a:gd name="connsiteX46" fmla="*/ 2285373 w 6693003"/>
                <a:gd name="connsiteY46" fmla="*/ 1620941 h 6669426"/>
                <a:gd name="connsiteX47" fmla="*/ 2293609 w 6693003"/>
                <a:gd name="connsiteY47" fmla="*/ 1631415 h 6669426"/>
                <a:gd name="connsiteX48" fmla="*/ 2280339 w 6693003"/>
                <a:gd name="connsiteY48" fmla="*/ 1627619 h 6669426"/>
                <a:gd name="connsiteX49" fmla="*/ 2285373 w 6693003"/>
                <a:gd name="connsiteY49" fmla="*/ 1620941 h 6669426"/>
                <a:gd name="connsiteX50" fmla="*/ 1028778 w 6693003"/>
                <a:gd name="connsiteY50" fmla="*/ 1026263 h 6669426"/>
                <a:gd name="connsiteX51" fmla="*/ 1312251 w 6693003"/>
                <a:gd name="connsiteY51" fmla="*/ 1026263 h 6669426"/>
                <a:gd name="connsiteX52" fmla="*/ 1312251 w 6693003"/>
                <a:gd name="connsiteY52" fmla="*/ 1309775 h 6669426"/>
                <a:gd name="connsiteX53" fmla="*/ 1028778 w 6693003"/>
                <a:gd name="connsiteY53" fmla="*/ 1309775 h 6669426"/>
                <a:gd name="connsiteX54" fmla="*/ 920734 w 6693003"/>
                <a:gd name="connsiteY54" fmla="*/ 568891 h 6669426"/>
                <a:gd name="connsiteX55" fmla="*/ 951024 w 6693003"/>
                <a:gd name="connsiteY55" fmla="*/ 574955 h 6669426"/>
                <a:gd name="connsiteX56" fmla="*/ 854025 w 6693003"/>
                <a:gd name="connsiteY56" fmla="*/ 629110 h 6669426"/>
                <a:gd name="connsiteX57" fmla="*/ 860931 w 6693003"/>
                <a:gd name="connsiteY57" fmla="*/ 606850 h 6669426"/>
                <a:gd name="connsiteX58" fmla="*/ 873749 w 6693003"/>
                <a:gd name="connsiteY58" fmla="*/ 591321 h 6669426"/>
                <a:gd name="connsiteX59" fmla="*/ 878633 w 6693003"/>
                <a:gd name="connsiteY59" fmla="*/ 587207 h 6669426"/>
                <a:gd name="connsiteX60" fmla="*/ 1372936 w 6693003"/>
                <a:gd name="connsiteY60" fmla="*/ 542382 h 6669426"/>
                <a:gd name="connsiteX61" fmla="*/ 1378451 w 6693003"/>
                <a:gd name="connsiteY61" fmla="*/ 543016 h 6669426"/>
                <a:gd name="connsiteX62" fmla="*/ 1378137 w 6693003"/>
                <a:gd name="connsiteY62" fmla="*/ 542826 h 6669426"/>
                <a:gd name="connsiteX63" fmla="*/ 1213108 w 6693003"/>
                <a:gd name="connsiteY63" fmla="*/ 536256 h 6669426"/>
                <a:gd name="connsiteX64" fmla="*/ 1096458 w 6693003"/>
                <a:gd name="connsiteY64" fmla="*/ 543783 h 6669426"/>
                <a:gd name="connsiteX65" fmla="*/ 950127 w 6693003"/>
                <a:gd name="connsiteY65" fmla="*/ 572389 h 6669426"/>
                <a:gd name="connsiteX66" fmla="*/ 888854 w 6693003"/>
                <a:gd name="connsiteY66" fmla="*/ 578601 h 6669426"/>
                <a:gd name="connsiteX67" fmla="*/ 878633 w 6693003"/>
                <a:gd name="connsiteY67" fmla="*/ 587207 h 6669426"/>
                <a:gd name="connsiteX68" fmla="*/ 876311 w 6693003"/>
                <a:gd name="connsiteY68" fmla="*/ 588218 h 6669426"/>
                <a:gd name="connsiteX69" fmla="*/ 873749 w 6693003"/>
                <a:gd name="connsiteY69" fmla="*/ 591321 h 6669426"/>
                <a:gd name="connsiteX70" fmla="*/ 862361 w 6693003"/>
                <a:gd name="connsiteY70" fmla="*/ 600913 h 6669426"/>
                <a:gd name="connsiteX71" fmla="*/ 847188 w 6693003"/>
                <a:gd name="connsiteY71" fmla="*/ 631011 h 6669426"/>
                <a:gd name="connsiteX72" fmla="*/ 831334 w 6693003"/>
                <a:gd name="connsiteY72" fmla="*/ 638893 h 6669426"/>
                <a:gd name="connsiteX73" fmla="*/ 819059 w 6693003"/>
                <a:gd name="connsiteY73" fmla="*/ 651328 h 6669426"/>
                <a:gd name="connsiteX74" fmla="*/ 810970 w 6693003"/>
                <a:gd name="connsiteY74" fmla="*/ 659520 h 6669426"/>
                <a:gd name="connsiteX75" fmla="*/ 694594 w 6693003"/>
                <a:gd name="connsiteY75" fmla="*/ 769523 h 6669426"/>
                <a:gd name="connsiteX76" fmla="*/ 630076 w 6693003"/>
                <a:gd name="connsiteY76" fmla="*/ 854685 h 6669426"/>
                <a:gd name="connsiteX77" fmla="*/ 594819 w 6693003"/>
                <a:gd name="connsiteY77" fmla="*/ 876570 h 6669426"/>
                <a:gd name="connsiteX78" fmla="*/ 633089 w 6693003"/>
                <a:gd name="connsiteY78" fmla="*/ 854719 h 6669426"/>
                <a:gd name="connsiteX79" fmla="*/ 569250 w 6693003"/>
                <a:gd name="connsiteY79" fmla="*/ 1015362 h 6669426"/>
                <a:gd name="connsiteX80" fmla="*/ 553853 w 6693003"/>
                <a:gd name="connsiteY80" fmla="*/ 990653 h 6669426"/>
                <a:gd name="connsiteX81" fmla="*/ 565875 w 6693003"/>
                <a:gd name="connsiteY81" fmla="*/ 1022488 h 6669426"/>
                <a:gd name="connsiteX82" fmla="*/ 562077 w 6693003"/>
                <a:gd name="connsiteY82" fmla="*/ 1041529 h 6669426"/>
                <a:gd name="connsiteX83" fmla="*/ 553346 w 6693003"/>
                <a:gd name="connsiteY83" fmla="*/ 1048873 h 6669426"/>
                <a:gd name="connsiteX84" fmla="*/ 547966 w 6693003"/>
                <a:gd name="connsiteY84" fmla="*/ 1102367 h 6669426"/>
                <a:gd name="connsiteX85" fmla="*/ 598202 w 6693003"/>
                <a:gd name="connsiteY85" fmla="*/ 1427580 h 6669426"/>
                <a:gd name="connsiteX86" fmla="*/ 717943 w 6693003"/>
                <a:gd name="connsiteY86" fmla="*/ 1609305 h 6669426"/>
                <a:gd name="connsiteX87" fmla="*/ 852518 w 6693003"/>
                <a:gd name="connsiteY87" fmla="*/ 1723193 h 6669426"/>
                <a:gd name="connsiteX88" fmla="*/ 857406 w 6693003"/>
                <a:gd name="connsiteY88" fmla="*/ 1733409 h 6669426"/>
                <a:gd name="connsiteX89" fmla="*/ 1077190 w 6693003"/>
                <a:gd name="connsiteY89" fmla="*/ 1816044 h 6669426"/>
                <a:gd name="connsiteX90" fmla="*/ 1095776 w 6693003"/>
                <a:gd name="connsiteY90" fmla="*/ 1803765 h 6669426"/>
                <a:gd name="connsiteX91" fmla="*/ 1115058 w 6693003"/>
                <a:gd name="connsiteY91" fmla="*/ 1815038 h 6669426"/>
                <a:gd name="connsiteX92" fmla="*/ 1143911 w 6693003"/>
                <a:gd name="connsiteY92" fmla="*/ 1811477 h 6669426"/>
                <a:gd name="connsiteX93" fmla="*/ 1246494 w 6693003"/>
                <a:gd name="connsiteY93" fmla="*/ 1817050 h 6669426"/>
                <a:gd name="connsiteX94" fmla="*/ 1281455 w 6693003"/>
                <a:gd name="connsiteY94" fmla="*/ 1803762 h 6669426"/>
                <a:gd name="connsiteX95" fmla="*/ 1300946 w 6693003"/>
                <a:gd name="connsiteY95" fmla="*/ 1809716 h 6669426"/>
                <a:gd name="connsiteX96" fmla="*/ 1313519 w 6693003"/>
                <a:gd name="connsiteY96" fmla="*/ 1816338 h 6669426"/>
                <a:gd name="connsiteX97" fmla="*/ 1553385 w 6693003"/>
                <a:gd name="connsiteY97" fmla="*/ 1719911 h 6669426"/>
                <a:gd name="connsiteX98" fmla="*/ 1563151 w 6693003"/>
                <a:gd name="connsiteY98" fmla="*/ 1689632 h 6669426"/>
                <a:gd name="connsiteX99" fmla="*/ 1570701 w 6693003"/>
                <a:gd name="connsiteY99" fmla="*/ 1691475 h 6669426"/>
                <a:gd name="connsiteX100" fmla="*/ 1584093 w 6693003"/>
                <a:gd name="connsiteY100" fmla="*/ 1691589 h 6669426"/>
                <a:gd name="connsiteX101" fmla="*/ 1568041 w 6693003"/>
                <a:gd name="connsiteY101" fmla="*/ 1690257 h 6669426"/>
                <a:gd name="connsiteX102" fmla="*/ 1589394 w 6693003"/>
                <a:gd name="connsiteY102" fmla="*/ 1671949 h 6669426"/>
                <a:gd name="connsiteX103" fmla="*/ 1590720 w 6693003"/>
                <a:gd name="connsiteY103" fmla="*/ 1691646 h 6669426"/>
                <a:gd name="connsiteX104" fmla="*/ 1591626 w 6693003"/>
                <a:gd name="connsiteY104" fmla="*/ 1691653 h 6669426"/>
                <a:gd name="connsiteX105" fmla="*/ 1593716 w 6693003"/>
                <a:gd name="connsiteY105" fmla="*/ 1666821 h 6669426"/>
                <a:gd name="connsiteX106" fmla="*/ 1666665 w 6693003"/>
                <a:gd name="connsiteY106" fmla="*/ 1602701 h 6669426"/>
                <a:gd name="connsiteX107" fmla="*/ 1684382 w 6693003"/>
                <a:gd name="connsiteY107" fmla="*/ 1599859 h 6669426"/>
                <a:gd name="connsiteX108" fmla="*/ 1688425 w 6693003"/>
                <a:gd name="connsiteY108" fmla="*/ 1597590 h 6669426"/>
                <a:gd name="connsiteX109" fmla="*/ 1683101 w 6693003"/>
                <a:gd name="connsiteY109" fmla="*/ 1599936 h 6669426"/>
                <a:gd name="connsiteX110" fmla="*/ 1663675 w 6693003"/>
                <a:gd name="connsiteY110" fmla="*/ 1602668 h 6669426"/>
                <a:gd name="connsiteX111" fmla="*/ 1683720 w 6693003"/>
                <a:gd name="connsiteY111" fmla="*/ 1578143 h 6669426"/>
                <a:gd name="connsiteX112" fmla="*/ 1691841 w 6693003"/>
                <a:gd name="connsiteY112" fmla="*/ 1595673 h 6669426"/>
                <a:gd name="connsiteX113" fmla="*/ 1692536 w 6693003"/>
                <a:gd name="connsiteY113" fmla="*/ 1595283 h 6669426"/>
                <a:gd name="connsiteX114" fmla="*/ 1685022 w 6693003"/>
                <a:gd name="connsiteY114" fmla="*/ 1572261 h 6669426"/>
                <a:gd name="connsiteX115" fmla="*/ 1692554 w 6693003"/>
                <a:gd name="connsiteY115" fmla="*/ 1569484 h 6669426"/>
                <a:gd name="connsiteX116" fmla="*/ 1723898 w 6693003"/>
                <a:gd name="connsiteY116" fmla="*/ 1553969 h 6669426"/>
                <a:gd name="connsiteX117" fmla="*/ 1825210 w 6693003"/>
                <a:gd name="connsiteY117" fmla="*/ 1325089 h 6669426"/>
                <a:gd name="connsiteX118" fmla="*/ 1787183 w 6693003"/>
                <a:gd name="connsiteY118" fmla="*/ 1445151 h 6669426"/>
                <a:gd name="connsiteX119" fmla="*/ 1723898 w 6693003"/>
                <a:gd name="connsiteY119" fmla="*/ 1553969 h 6669426"/>
                <a:gd name="connsiteX120" fmla="*/ 1689460 w 6693003"/>
                <a:gd name="connsiteY120" fmla="*/ 1568607 h 6669426"/>
                <a:gd name="connsiteX121" fmla="*/ 1812375 w 6693003"/>
                <a:gd name="connsiteY121" fmla="*/ 1310908 h 6669426"/>
                <a:gd name="connsiteX122" fmla="*/ 1821435 w 6693003"/>
                <a:gd name="connsiteY122" fmla="*/ 1317765 h 6669426"/>
                <a:gd name="connsiteX123" fmla="*/ 1825207 w 6693003"/>
                <a:gd name="connsiteY123" fmla="*/ 1325084 h 6669426"/>
                <a:gd name="connsiteX124" fmla="*/ 1821862 w 6693003"/>
                <a:gd name="connsiteY124" fmla="*/ 1316751 h 6669426"/>
                <a:gd name="connsiteX125" fmla="*/ 1815794 w 6693003"/>
                <a:gd name="connsiteY125" fmla="*/ 1302795 h 6669426"/>
                <a:gd name="connsiteX126" fmla="*/ 1823050 w 6693003"/>
                <a:gd name="connsiteY126" fmla="*/ 1201937 h 6669426"/>
                <a:gd name="connsiteX127" fmla="*/ 1818495 w 6693003"/>
                <a:gd name="connsiteY127" fmla="*/ 1035891 h 6669426"/>
                <a:gd name="connsiteX128" fmla="*/ 1784218 w 6693003"/>
                <a:gd name="connsiteY128" fmla="*/ 942326 h 6669426"/>
                <a:gd name="connsiteX129" fmla="*/ 1779106 w 6693003"/>
                <a:gd name="connsiteY129" fmla="*/ 921460 h 6669426"/>
                <a:gd name="connsiteX130" fmla="*/ 1768520 w 6693003"/>
                <a:gd name="connsiteY130" fmla="*/ 903401 h 6669426"/>
                <a:gd name="connsiteX131" fmla="*/ 1413289 w 6693003"/>
                <a:gd name="connsiteY131" fmla="*/ 570159 h 6669426"/>
                <a:gd name="connsiteX132" fmla="*/ 1396601 w 6693003"/>
                <a:gd name="connsiteY132" fmla="*/ 554056 h 6669426"/>
                <a:gd name="connsiteX133" fmla="*/ 1385895 w 6693003"/>
                <a:gd name="connsiteY133" fmla="*/ 547543 h 6669426"/>
                <a:gd name="connsiteX134" fmla="*/ 1397033 w 6693003"/>
                <a:gd name="connsiteY134" fmla="*/ 555142 h 6669426"/>
                <a:gd name="connsiteX135" fmla="*/ 1413958 w 6693003"/>
                <a:gd name="connsiteY135" fmla="*/ 572744 h 6669426"/>
                <a:gd name="connsiteX136" fmla="*/ 1338760 w 6693003"/>
                <a:gd name="connsiteY136" fmla="*/ 552764 h 6669426"/>
                <a:gd name="connsiteX137" fmla="*/ 1359688 w 6693003"/>
                <a:gd name="connsiteY137" fmla="*/ 541251 h 6669426"/>
                <a:gd name="connsiteX138" fmla="*/ 1356217 w 6693003"/>
                <a:gd name="connsiteY138" fmla="*/ 540954 h 6669426"/>
                <a:gd name="connsiteX139" fmla="*/ 1329155 w 6693003"/>
                <a:gd name="connsiteY139" fmla="*/ 552928 h 6669426"/>
                <a:gd name="connsiteX140" fmla="*/ 1213108 w 6693003"/>
                <a:gd name="connsiteY140" fmla="*/ 536256 h 6669426"/>
                <a:gd name="connsiteX141" fmla="*/ 1322787 w 6693003"/>
                <a:gd name="connsiteY141" fmla="*/ 256494 h 6669426"/>
                <a:gd name="connsiteX142" fmla="*/ 1658375 w 6693003"/>
                <a:gd name="connsiteY142" fmla="*/ 367736 h 6669426"/>
                <a:gd name="connsiteX143" fmla="*/ 1663231 w 6693003"/>
                <a:gd name="connsiteY143" fmla="*/ 376990 h 6669426"/>
                <a:gd name="connsiteX144" fmla="*/ 1667293 w 6693003"/>
                <a:gd name="connsiteY144" fmla="*/ 391905 h 6669426"/>
                <a:gd name="connsiteX145" fmla="*/ 1600818 w 6693003"/>
                <a:gd name="connsiteY145" fmla="*/ 359731 h 6669426"/>
                <a:gd name="connsiteX146" fmla="*/ 1537701 w 6693003"/>
                <a:gd name="connsiteY146" fmla="*/ 332593 h 6669426"/>
                <a:gd name="connsiteX147" fmla="*/ 1351422 w 6693003"/>
                <a:gd name="connsiteY147" fmla="*/ 275256 h 6669426"/>
                <a:gd name="connsiteX148" fmla="*/ 1322787 w 6693003"/>
                <a:gd name="connsiteY148" fmla="*/ 256494 h 6669426"/>
                <a:gd name="connsiteX149" fmla="*/ 1027899 w 6693003"/>
                <a:gd name="connsiteY149" fmla="*/ 0 h 6669426"/>
                <a:gd name="connsiteX150" fmla="*/ 1316214 w 6693003"/>
                <a:gd name="connsiteY150" fmla="*/ 0 h 6669426"/>
                <a:gd name="connsiteX151" fmla="*/ 1319884 w 6693003"/>
                <a:gd name="connsiteY151" fmla="*/ 254664 h 6669426"/>
                <a:gd name="connsiteX152" fmla="*/ 1351422 w 6693003"/>
                <a:gd name="connsiteY152" fmla="*/ 275257 h 6669426"/>
                <a:gd name="connsiteX153" fmla="*/ 1537701 w 6693003"/>
                <a:gd name="connsiteY153" fmla="*/ 332594 h 6669426"/>
                <a:gd name="connsiteX154" fmla="*/ 1667293 w 6693003"/>
                <a:gd name="connsiteY154" fmla="*/ 391905 h 6669426"/>
                <a:gd name="connsiteX155" fmla="*/ 1663587 w 6693003"/>
                <a:gd name="connsiteY155" fmla="*/ 376949 h 6669426"/>
                <a:gd name="connsiteX156" fmla="*/ 1661220 w 6693003"/>
                <a:gd name="connsiteY156" fmla="*/ 367397 h 6669426"/>
                <a:gd name="connsiteX157" fmla="*/ 1723397 w 6693003"/>
                <a:gd name="connsiteY157" fmla="*/ 292095 h 6669426"/>
                <a:gd name="connsiteX158" fmla="*/ 1769086 w 6693003"/>
                <a:gd name="connsiteY158" fmla="*/ 237909 h 6669426"/>
                <a:gd name="connsiteX159" fmla="*/ 1791772 w 6693003"/>
                <a:gd name="connsiteY159" fmla="*/ 229345 h 6669426"/>
                <a:gd name="connsiteX160" fmla="*/ 1791840 w 6693003"/>
                <a:gd name="connsiteY160" fmla="*/ 229296 h 6669426"/>
                <a:gd name="connsiteX161" fmla="*/ 1771604 w 6693003"/>
                <a:gd name="connsiteY161" fmla="*/ 236782 h 6669426"/>
                <a:gd name="connsiteX162" fmla="*/ 1825025 w 6693003"/>
                <a:gd name="connsiteY162" fmla="*/ 167199 h 6669426"/>
                <a:gd name="connsiteX163" fmla="*/ 1869748 w 6693003"/>
                <a:gd name="connsiteY163" fmla="*/ 203449 h 6669426"/>
                <a:gd name="connsiteX164" fmla="*/ 1840806 w 6693003"/>
                <a:gd name="connsiteY164" fmla="*/ 200711 h 6669426"/>
                <a:gd name="connsiteX165" fmla="*/ 1803696 w 6693003"/>
                <a:gd name="connsiteY165" fmla="*/ 220401 h 6669426"/>
                <a:gd name="connsiteX166" fmla="*/ 1803531 w 6693003"/>
                <a:gd name="connsiteY166" fmla="*/ 220526 h 6669426"/>
                <a:gd name="connsiteX167" fmla="*/ 1803696 w 6693003"/>
                <a:gd name="connsiteY167" fmla="*/ 220402 h 6669426"/>
                <a:gd name="connsiteX168" fmla="*/ 1840807 w 6693003"/>
                <a:gd name="connsiteY168" fmla="*/ 200713 h 6669426"/>
                <a:gd name="connsiteX169" fmla="*/ 1870805 w 6693003"/>
                <a:gd name="connsiteY169" fmla="*/ 205876 h 6669426"/>
                <a:gd name="connsiteX170" fmla="*/ 1972602 w 6693003"/>
                <a:gd name="connsiteY170" fmla="*/ 291399 h 6669426"/>
                <a:gd name="connsiteX171" fmla="*/ 2049571 w 6693003"/>
                <a:gd name="connsiteY171" fmla="*/ 354142 h 6669426"/>
                <a:gd name="connsiteX172" fmla="*/ 1908624 w 6693003"/>
                <a:gd name="connsiteY172" fmla="*/ 524246 h 6669426"/>
                <a:gd name="connsiteX173" fmla="*/ 1907875 w 6693003"/>
                <a:gd name="connsiteY173" fmla="*/ 593846 h 6669426"/>
                <a:gd name="connsiteX174" fmla="*/ 2045411 w 6693003"/>
                <a:gd name="connsiteY174" fmla="*/ 825397 h 6669426"/>
                <a:gd name="connsiteX175" fmla="*/ 2068990 w 6693003"/>
                <a:gd name="connsiteY175" fmla="*/ 864474 h 6669426"/>
                <a:gd name="connsiteX176" fmla="*/ 2082912 w 6693003"/>
                <a:gd name="connsiteY176" fmla="*/ 862735 h 6669426"/>
                <a:gd name="connsiteX177" fmla="*/ 2174768 w 6693003"/>
                <a:gd name="connsiteY177" fmla="*/ 838956 h 6669426"/>
                <a:gd name="connsiteX178" fmla="*/ 2206361 w 6693003"/>
                <a:gd name="connsiteY178" fmla="*/ 832061 h 6669426"/>
                <a:gd name="connsiteX179" fmla="*/ 2204754 w 6693003"/>
                <a:gd name="connsiteY179" fmla="*/ 842020 h 6669426"/>
                <a:gd name="connsiteX180" fmla="*/ 2200212 w 6693003"/>
                <a:gd name="connsiteY180" fmla="*/ 848062 h 6669426"/>
                <a:gd name="connsiteX181" fmla="*/ 2205141 w 6693003"/>
                <a:gd name="connsiteY181" fmla="*/ 842084 h 6669426"/>
                <a:gd name="connsiteX182" fmla="*/ 2209468 w 6693003"/>
                <a:gd name="connsiteY182" fmla="*/ 832560 h 6669426"/>
                <a:gd name="connsiteX183" fmla="*/ 2223290 w 6693003"/>
                <a:gd name="connsiteY183" fmla="*/ 834323 h 6669426"/>
                <a:gd name="connsiteX184" fmla="*/ 2249593 w 6693003"/>
                <a:gd name="connsiteY184" fmla="*/ 829841 h 6669426"/>
                <a:gd name="connsiteX185" fmla="*/ 2278920 w 6693003"/>
                <a:gd name="connsiteY185" fmla="*/ 824843 h 6669426"/>
                <a:gd name="connsiteX186" fmla="*/ 2327791 w 6693003"/>
                <a:gd name="connsiteY186" fmla="*/ 820290 h 6669426"/>
                <a:gd name="connsiteX187" fmla="*/ 2382495 w 6693003"/>
                <a:gd name="connsiteY187" fmla="*/ 1097240 h 6669426"/>
                <a:gd name="connsiteX188" fmla="*/ 2122273 w 6693003"/>
                <a:gd name="connsiteY188" fmla="*/ 1143610 h 6669426"/>
                <a:gd name="connsiteX189" fmla="*/ 2099089 w 6693003"/>
                <a:gd name="connsiteY189" fmla="*/ 1318652 h 6669426"/>
                <a:gd name="connsiteX190" fmla="*/ 2092391 w 6693003"/>
                <a:gd name="connsiteY190" fmla="*/ 1368929 h 6669426"/>
                <a:gd name="connsiteX191" fmla="*/ 2078453 w 6693003"/>
                <a:gd name="connsiteY191" fmla="*/ 1398635 h 6669426"/>
                <a:gd name="connsiteX192" fmla="*/ 2071689 w 6693003"/>
                <a:gd name="connsiteY192" fmla="*/ 1418654 h 6669426"/>
                <a:gd name="connsiteX193" fmla="*/ 2062910 w 6693003"/>
                <a:gd name="connsiteY193" fmla="*/ 1455444 h 6669426"/>
                <a:gd name="connsiteX194" fmla="*/ 2070348 w 6693003"/>
                <a:gd name="connsiteY194" fmla="*/ 1501790 h 6669426"/>
                <a:gd name="connsiteX195" fmla="*/ 2106286 w 6693003"/>
                <a:gd name="connsiteY195" fmla="*/ 1523324 h 6669426"/>
                <a:gd name="connsiteX196" fmla="*/ 2282892 w 6693003"/>
                <a:gd name="connsiteY196" fmla="*/ 1619729 h 6669426"/>
                <a:gd name="connsiteX197" fmla="*/ 2278918 w 6693003"/>
                <a:gd name="connsiteY197" fmla="*/ 1626116 h 6669426"/>
                <a:gd name="connsiteX198" fmla="*/ 2224910 w 6693003"/>
                <a:gd name="connsiteY198" fmla="*/ 1594406 h 6669426"/>
                <a:gd name="connsiteX199" fmla="*/ 2280339 w 6693003"/>
                <a:gd name="connsiteY199" fmla="*/ 1627620 h 6669426"/>
                <a:gd name="connsiteX200" fmla="*/ 2293065 w 6693003"/>
                <a:gd name="connsiteY200" fmla="*/ 1633835 h 6669426"/>
                <a:gd name="connsiteX201" fmla="*/ 2285538 w 6693003"/>
                <a:gd name="connsiteY201" fmla="*/ 1649266 h 6669426"/>
                <a:gd name="connsiteX202" fmla="*/ 2253648 w 6693003"/>
                <a:gd name="connsiteY202" fmla="*/ 1659399 h 6669426"/>
                <a:gd name="connsiteX203" fmla="*/ 2253645 w 6693003"/>
                <a:gd name="connsiteY203" fmla="*/ 1659407 h 6669426"/>
                <a:gd name="connsiteX204" fmla="*/ 2283612 w 6693003"/>
                <a:gd name="connsiteY204" fmla="*/ 1649940 h 6669426"/>
                <a:gd name="connsiteX205" fmla="*/ 2227659 w 6693003"/>
                <a:gd name="connsiteY205" fmla="*/ 1733399 h 6669426"/>
                <a:gd name="connsiteX206" fmla="*/ 2240993 w 6693003"/>
                <a:gd name="connsiteY206" fmla="*/ 1686282 h 6669426"/>
                <a:gd name="connsiteX207" fmla="*/ 2224898 w 6693003"/>
                <a:gd name="connsiteY207" fmla="*/ 1732867 h 6669426"/>
                <a:gd name="connsiteX208" fmla="*/ 2217460 w 6693003"/>
                <a:gd name="connsiteY208" fmla="*/ 1771816 h 6669426"/>
                <a:gd name="connsiteX209" fmla="*/ 2184822 w 6693003"/>
                <a:gd name="connsiteY209" fmla="*/ 1781940 h 6669426"/>
                <a:gd name="connsiteX210" fmla="*/ 2184787 w 6693003"/>
                <a:gd name="connsiteY210" fmla="*/ 1782012 h 6669426"/>
                <a:gd name="connsiteX211" fmla="*/ 2215040 w 6693003"/>
                <a:gd name="connsiteY211" fmla="*/ 1773032 h 6669426"/>
                <a:gd name="connsiteX212" fmla="*/ 2158209 w 6693003"/>
                <a:gd name="connsiteY212" fmla="*/ 1856869 h 6669426"/>
                <a:gd name="connsiteX213" fmla="*/ 2171583 w 6693003"/>
                <a:gd name="connsiteY213" fmla="*/ 1809067 h 6669426"/>
                <a:gd name="connsiteX214" fmla="*/ 2171619 w 6693003"/>
                <a:gd name="connsiteY214" fmla="*/ 1808990 h 6669426"/>
                <a:gd name="connsiteX215" fmla="*/ 2171582 w 6693003"/>
                <a:gd name="connsiteY215" fmla="*/ 1809068 h 6669426"/>
                <a:gd name="connsiteX216" fmla="*/ 2155446 w 6693003"/>
                <a:gd name="connsiteY216" fmla="*/ 1856337 h 6669426"/>
                <a:gd name="connsiteX217" fmla="*/ 2080885 w 6693003"/>
                <a:gd name="connsiteY217" fmla="*/ 1839232 h 6669426"/>
                <a:gd name="connsiteX218" fmla="*/ 1950345 w 6693003"/>
                <a:gd name="connsiteY218" fmla="*/ 1765834 h 6669426"/>
                <a:gd name="connsiteX219" fmla="*/ 1891470 w 6693003"/>
                <a:gd name="connsiteY219" fmla="*/ 1778105 h 6669426"/>
                <a:gd name="connsiteX220" fmla="*/ 1696609 w 6693003"/>
                <a:gd name="connsiteY220" fmla="*/ 1949073 h 6669426"/>
                <a:gd name="connsiteX221" fmla="*/ 1649655 w 6693003"/>
                <a:gd name="connsiteY221" fmla="*/ 1964043 h 6669426"/>
                <a:gd name="connsiteX222" fmla="*/ 1745639 w 6693003"/>
                <a:gd name="connsiteY222" fmla="*/ 2235139 h 6669426"/>
                <a:gd name="connsiteX223" fmla="*/ 1517345 w 6693003"/>
                <a:gd name="connsiteY223" fmla="*/ 2318582 h 6669426"/>
                <a:gd name="connsiteX224" fmla="*/ 1454494 w 6693003"/>
                <a:gd name="connsiteY224" fmla="*/ 2258901 h 6669426"/>
                <a:gd name="connsiteX225" fmla="*/ 1446375 w 6693003"/>
                <a:gd name="connsiteY225" fmla="*/ 2237278 h 6669426"/>
                <a:gd name="connsiteX226" fmla="*/ 1443662 w 6693003"/>
                <a:gd name="connsiteY226" fmla="*/ 2230985 h 6669426"/>
                <a:gd name="connsiteX227" fmla="*/ 1439062 w 6693003"/>
                <a:gd name="connsiteY227" fmla="*/ 2220316 h 6669426"/>
                <a:gd name="connsiteX228" fmla="*/ 1431115 w 6693003"/>
                <a:gd name="connsiteY228" fmla="*/ 2198255 h 6669426"/>
                <a:gd name="connsiteX229" fmla="*/ 1426605 w 6693003"/>
                <a:gd name="connsiteY229" fmla="*/ 2186488 h 6669426"/>
                <a:gd name="connsiteX230" fmla="*/ 1415910 w 6693003"/>
                <a:gd name="connsiteY230" fmla="*/ 2158581 h 6669426"/>
                <a:gd name="connsiteX231" fmla="*/ 1407791 w 6693003"/>
                <a:gd name="connsiteY231" fmla="*/ 2136958 h 6669426"/>
                <a:gd name="connsiteX232" fmla="*/ 1405076 w 6693003"/>
                <a:gd name="connsiteY232" fmla="*/ 2130663 h 6669426"/>
                <a:gd name="connsiteX233" fmla="*/ 1400476 w 6693003"/>
                <a:gd name="connsiteY233" fmla="*/ 2119997 h 6669426"/>
                <a:gd name="connsiteX234" fmla="*/ 1380038 w 6693003"/>
                <a:gd name="connsiteY234" fmla="*/ 2083128 h 6669426"/>
                <a:gd name="connsiteX235" fmla="*/ 1046428 w 6693003"/>
                <a:gd name="connsiteY235" fmla="*/ 2086763 h 6669426"/>
                <a:gd name="connsiteX236" fmla="*/ 1024755 w 6693003"/>
                <a:gd name="connsiteY236" fmla="*/ 2066475 h 6669426"/>
                <a:gd name="connsiteX237" fmla="*/ 1024611 w 6693003"/>
                <a:gd name="connsiteY237" fmla="*/ 2066504 h 6669426"/>
                <a:gd name="connsiteX238" fmla="*/ 1043508 w 6693003"/>
                <a:gd name="connsiteY238" fmla="*/ 2085244 h 6669426"/>
                <a:gd name="connsiteX239" fmla="*/ 1029620 w 6693003"/>
                <a:gd name="connsiteY239" fmla="*/ 2096434 h 6669426"/>
                <a:gd name="connsiteX240" fmla="*/ 955074 w 6693003"/>
                <a:gd name="connsiteY240" fmla="*/ 2311822 h 6669426"/>
                <a:gd name="connsiteX241" fmla="*/ 940790 w 6693003"/>
                <a:gd name="connsiteY241" fmla="*/ 2283308 h 6669426"/>
                <a:gd name="connsiteX242" fmla="*/ 952516 w 6693003"/>
                <a:gd name="connsiteY242" fmla="*/ 2313228 h 6669426"/>
                <a:gd name="connsiteX243" fmla="*/ 922385 w 6693003"/>
                <a:gd name="connsiteY243" fmla="*/ 2333217 h 6669426"/>
                <a:gd name="connsiteX244" fmla="*/ 879433 w 6693003"/>
                <a:gd name="connsiteY244" fmla="*/ 2303714 h 6669426"/>
                <a:gd name="connsiteX245" fmla="*/ 920084 w 6693003"/>
                <a:gd name="connsiteY245" fmla="*/ 2332214 h 6669426"/>
                <a:gd name="connsiteX246" fmla="*/ 670160 w 6693003"/>
                <a:gd name="connsiteY246" fmla="*/ 2255197 h 6669426"/>
                <a:gd name="connsiteX247" fmla="*/ 751688 w 6693003"/>
                <a:gd name="connsiteY247" fmla="*/ 1999567 h 6669426"/>
                <a:gd name="connsiteX248" fmla="*/ 757463 w 6693003"/>
                <a:gd name="connsiteY248" fmla="*/ 2047127 h 6669426"/>
                <a:gd name="connsiteX249" fmla="*/ 752256 w 6693003"/>
                <a:gd name="connsiteY249" fmla="*/ 1996526 h 6669426"/>
                <a:gd name="connsiteX250" fmla="*/ 551174 w 6693003"/>
                <a:gd name="connsiteY250" fmla="*/ 1853361 h 6669426"/>
                <a:gd name="connsiteX251" fmla="*/ 508127 w 6693003"/>
                <a:gd name="connsiteY251" fmla="*/ 1803680 h 6669426"/>
                <a:gd name="connsiteX252" fmla="*/ 447545 w 6693003"/>
                <a:gd name="connsiteY252" fmla="*/ 1793215 h 6669426"/>
                <a:gd name="connsiteX253" fmla="*/ 361622 w 6693003"/>
                <a:gd name="connsiteY253" fmla="*/ 1835145 h 6669426"/>
                <a:gd name="connsiteX254" fmla="*/ 314504 w 6693003"/>
                <a:gd name="connsiteY254" fmla="*/ 1872896 h 6669426"/>
                <a:gd name="connsiteX255" fmla="*/ 305902 w 6693003"/>
                <a:gd name="connsiteY255" fmla="*/ 1879528 h 6669426"/>
                <a:gd name="connsiteX256" fmla="*/ 258237 w 6693003"/>
                <a:gd name="connsiteY256" fmla="*/ 1903996 h 6669426"/>
                <a:gd name="connsiteX257" fmla="*/ 248492 w 6693003"/>
                <a:gd name="connsiteY257" fmla="*/ 1904254 h 6669426"/>
                <a:gd name="connsiteX258" fmla="*/ 119799 w 6693003"/>
                <a:gd name="connsiteY258" fmla="*/ 1689300 h 6669426"/>
                <a:gd name="connsiteX259" fmla="*/ 195792 w 6693003"/>
                <a:gd name="connsiteY259" fmla="*/ 1632849 h 6669426"/>
                <a:gd name="connsiteX260" fmla="*/ 323872 w 6693003"/>
                <a:gd name="connsiteY260" fmla="*/ 1551355 h 6669426"/>
                <a:gd name="connsiteX261" fmla="*/ 323885 w 6693003"/>
                <a:gd name="connsiteY261" fmla="*/ 1551343 h 6669426"/>
                <a:gd name="connsiteX262" fmla="*/ 323873 w 6693003"/>
                <a:gd name="connsiteY262" fmla="*/ 1551354 h 6669426"/>
                <a:gd name="connsiteX263" fmla="*/ 195793 w 6693003"/>
                <a:gd name="connsiteY263" fmla="*/ 1632848 h 6669426"/>
                <a:gd name="connsiteX264" fmla="*/ 119398 w 6693003"/>
                <a:gd name="connsiteY264" fmla="*/ 1686515 h 6669426"/>
                <a:gd name="connsiteX265" fmla="*/ 102220 w 6693003"/>
                <a:gd name="connsiteY265" fmla="*/ 1665057 h 6669426"/>
                <a:gd name="connsiteX266" fmla="*/ 326669 w 6693003"/>
                <a:gd name="connsiteY266" fmla="*/ 1520554 h 6669426"/>
                <a:gd name="connsiteX267" fmla="*/ 339167 w 6693003"/>
                <a:gd name="connsiteY267" fmla="*/ 1529206 h 6669426"/>
                <a:gd name="connsiteX268" fmla="*/ 339699 w 6693003"/>
                <a:gd name="connsiteY268" fmla="*/ 1537248 h 6669426"/>
                <a:gd name="connsiteX269" fmla="*/ 339855 w 6693003"/>
                <a:gd name="connsiteY269" fmla="*/ 1537110 h 6669426"/>
                <a:gd name="connsiteX270" fmla="*/ 327826 w 6693003"/>
                <a:gd name="connsiteY270" fmla="*/ 1518084 h 6669426"/>
                <a:gd name="connsiteX271" fmla="*/ 319923 w 6693003"/>
                <a:gd name="connsiteY271" fmla="*/ 1495828 h 6669426"/>
                <a:gd name="connsiteX272" fmla="*/ 313285 w 6693003"/>
                <a:gd name="connsiteY272" fmla="*/ 1473930 h 6669426"/>
                <a:gd name="connsiteX273" fmla="*/ 289242 w 6693003"/>
                <a:gd name="connsiteY273" fmla="*/ 1394607 h 6669426"/>
                <a:gd name="connsiteX274" fmla="*/ 265172 w 6693003"/>
                <a:gd name="connsiteY274" fmla="*/ 1277756 h 6669426"/>
                <a:gd name="connsiteX275" fmla="*/ 255974 w 6693003"/>
                <a:gd name="connsiteY275" fmla="*/ 1199035 h 6669426"/>
                <a:gd name="connsiteX276" fmla="*/ 229073 w 6693003"/>
                <a:gd name="connsiteY276" fmla="*/ 1171966 h 6669426"/>
                <a:gd name="connsiteX277" fmla="*/ 0 w 6693003"/>
                <a:gd name="connsiteY277" fmla="*/ 1138587 h 6669426"/>
                <a:gd name="connsiteX278" fmla="*/ 43640 w 6693003"/>
                <a:gd name="connsiteY278" fmla="*/ 851734 h 6669426"/>
                <a:gd name="connsiteX279" fmla="*/ 194912 w 6693003"/>
                <a:gd name="connsiteY279" fmla="*/ 873585 h 6669426"/>
                <a:gd name="connsiteX280" fmla="*/ 269306 w 6693003"/>
                <a:gd name="connsiteY280" fmla="*/ 885188 h 6669426"/>
                <a:gd name="connsiteX281" fmla="*/ 315912 w 6693003"/>
                <a:gd name="connsiteY281" fmla="*/ 854787 h 6669426"/>
                <a:gd name="connsiteX282" fmla="*/ 460852 w 6693003"/>
                <a:gd name="connsiteY282" fmla="*/ 594418 h 6669426"/>
                <a:gd name="connsiteX283" fmla="*/ 456070 w 6693003"/>
                <a:gd name="connsiteY283" fmla="*/ 539337 h 6669426"/>
                <a:gd name="connsiteX284" fmla="*/ 328812 w 6693003"/>
                <a:gd name="connsiteY284" fmla="*/ 388818 h 6669426"/>
                <a:gd name="connsiteX285" fmla="*/ 324638 w 6693003"/>
                <a:gd name="connsiteY285" fmla="*/ 360289 h 6669426"/>
                <a:gd name="connsiteX286" fmla="*/ 533959 w 6693003"/>
                <a:gd name="connsiteY286" fmla="*/ 185471 h 6669426"/>
                <a:gd name="connsiteX287" fmla="*/ 639036 w 6693003"/>
                <a:gd name="connsiteY287" fmla="*/ 313702 h 6669426"/>
                <a:gd name="connsiteX288" fmla="*/ 702428 w 6693003"/>
                <a:gd name="connsiteY288" fmla="*/ 379000 h 6669426"/>
                <a:gd name="connsiteX289" fmla="*/ 717714 w 6693003"/>
                <a:gd name="connsiteY289" fmla="*/ 387334 h 6669426"/>
                <a:gd name="connsiteX290" fmla="*/ 718055 w 6693003"/>
                <a:gd name="connsiteY290" fmla="*/ 387402 h 6669426"/>
                <a:gd name="connsiteX291" fmla="*/ 705226 w 6693003"/>
                <a:gd name="connsiteY291" fmla="*/ 379598 h 6669426"/>
                <a:gd name="connsiteX292" fmla="*/ 999318 w 6693003"/>
                <a:gd name="connsiteY292" fmla="*/ 263280 h 6669426"/>
                <a:gd name="connsiteX293" fmla="*/ 1024733 w 6693003"/>
                <a:gd name="connsiteY293" fmla="*/ 260038 h 6669426"/>
                <a:gd name="connsiteX294" fmla="*/ 1027747 w 6693003"/>
                <a:gd name="connsiteY294" fmla="*/ 274497 h 6669426"/>
                <a:gd name="connsiteX295" fmla="*/ 1027899 w 6693003"/>
                <a:gd name="connsiteY295" fmla="*/ 259892 h 6669426"/>
                <a:gd name="connsiteX296" fmla="*/ 1027899 w 6693003"/>
                <a:gd name="connsiteY296" fmla="*/ 0 h 666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6693003" h="6669426">
                  <a:moveTo>
                    <a:pt x="5471280" y="4159201"/>
                  </a:moveTo>
                  <a:cubicBezTo>
                    <a:pt x="5624422" y="4167672"/>
                    <a:pt x="5772567" y="4204643"/>
                    <a:pt x="5913490" y="4268575"/>
                  </a:cubicBezTo>
                  <a:cubicBezTo>
                    <a:pt x="6075174" y="4341936"/>
                    <a:pt x="6217842" y="4441614"/>
                    <a:pt x="6338562" y="4571363"/>
                  </a:cubicBezTo>
                  <a:cubicBezTo>
                    <a:pt x="6443685" y="4684352"/>
                    <a:pt x="6525934" y="4812089"/>
                    <a:pt x="6587241" y="4954836"/>
                  </a:cubicBezTo>
                  <a:cubicBezTo>
                    <a:pt x="6636690" y="5069985"/>
                    <a:pt x="6668428" y="5189032"/>
                    <a:pt x="6683987" y="5311874"/>
                  </a:cubicBezTo>
                  <a:cubicBezTo>
                    <a:pt x="6700143" y="5439408"/>
                    <a:pt x="6693707" y="5566816"/>
                    <a:pt x="6671697" y="5694703"/>
                  </a:cubicBezTo>
                  <a:cubicBezTo>
                    <a:pt x="6647385" y="5835940"/>
                    <a:pt x="6604206" y="5969854"/>
                    <a:pt x="6533611" y="6092877"/>
                  </a:cubicBezTo>
                  <a:cubicBezTo>
                    <a:pt x="6485182" y="6177287"/>
                    <a:pt x="6425486" y="6256007"/>
                    <a:pt x="6364690" y="6332378"/>
                  </a:cubicBezTo>
                  <a:cubicBezTo>
                    <a:pt x="6247772" y="6479250"/>
                    <a:pt x="6096775" y="6584875"/>
                    <a:pt x="5927076" y="6660507"/>
                  </a:cubicBezTo>
                  <a:lnTo>
                    <a:pt x="5898089" y="6669426"/>
                  </a:lnTo>
                  <a:lnTo>
                    <a:pt x="5898089" y="6250004"/>
                  </a:lnTo>
                  <a:lnTo>
                    <a:pt x="6168368" y="6005765"/>
                  </a:lnTo>
                  <a:cubicBezTo>
                    <a:pt x="6308239" y="5796832"/>
                    <a:pt x="6365609" y="5568866"/>
                    <a:pt x="6323247" y="5317587"/>
                  </a:cubicBezTo>
                  <a:cubicBezTo>
                    <a:pt x="6295588" y="5153499"/>
                    <a:pt x="6232811" y="5007043"/>
                    <a:pt x="6128592" y="4876909"/>
                  </a:cubicBezTo>
                  <a:cubicBezTo>
                    <a:pt x="6009411" y="4728089"/>
                    <a:pt x="5860850" y="4620663"/>
                    <a:pt x="5681313" y="4559725"/>
                  </a:cubicBezTo>
                  <a:cubicBezTo>
                    <a:pt x="5509155" y="4501286"/>
                    <a:pt x="5331174" y="4491959"/>
                    <a:pt x="5155142" y="4537692"/>
                  </a:cubicBezTo>
                  <a:cubicBezTo>
                    <a:pt x="4957595" y="4589028"/>
                    <a:pt x="4788328" y="4689404"/>
                    <a:pt x="4654194" y="4848023"/>
                  </a:cubicBezTo>
                  <a:cubicBezTo>
                    <a:pt x="4521844" y="5004537"/>
                    <a:pt x="4445174" y="5183767"/>
                    <a:pt x="4425679" y="5385613"/>
                  </a:cubicBezTo>
                  <a:cubicBezTo>
                    <a:pt x="4413586" y="5510820"/>
                    <a:pt x="4427148" y="5635918"/>
                    <a:pt x="4467860" y="5756631"/>
                  </a:cubicBezTo>
                  <a:cubicBezTo>
                    <a:pt x="4522637" y="5919037"/>
                    <a:pt x="4610009" y="6059191"/>
                    <a:pt x="4738745" y="6174584"/>
                  </a:cubicBezTo>
                  <a:lnTo>
                    <a:pt x="4864227" y="6246020"/>
                  </a:lnTo>
                  <a:lnTo>
                    <a:pt x="4864227" y="6663949"/>
                  </a:lnTo>
                  <a:lnTo>
                    <a:pt x="4397108" y="6340071"/>
                  </a:lnTo>
                  <a:cubicBezTo>
                    <a:pt x="4249607" y="6173004"/>
                    <a:pt x="4149993" y="5980038"/>
                    <a:pt x="4099718" y="5761848"/>
                  </a:cubicBezTo>
                  <a:cubicBezTo>
                    <a:pt x="4069442" y="5630457"/>
                    <a:pt x="4059949" y="5496959"/>
                    <a:pt x="4070691" y="5363988"/>
                  </a:cubicBezTo>
                  <a:cubicBezTo>
                    <a:pt x="4091868" y="5101943"/>
                    <a:pt x="4182713" y="4863441"/>
                    <a:pt x="4346597" y="4657155"/>
                  </a:cubicBezTo>
                  <a:cubicBezTo>
                    <a:pt x="4478036" y="4491715"/>
                    <a:pt x="4639523" y="4360261"/>
                    <a:pt x="4833857" y="4273376"/>
                  </a:cubicBezTo>
                  <a:cubicBezTo>
                    <a:pt x="4944826" y="4223754"/>
                    <a:pt x="5059653" y="4183804"/>
                    <a:pt x="5181725" y="4173275"/>
                  </a:cubicBezTo>
                  <a:cubicBezTo>
                    <a:pt x="5278023" y="4164977"/>
                    <a:pt x="5375280" y="4153897"/>
                    <a:pt x="5471280" y="4159201"/>
                  </a:cubicBezTo>
                  <a:close/>
                  <a:moveTo>
                    <a:pt x="1453973" y="2261839"/>
                  </a:moveTo>
                  <a:cubicBezTo>
                    <a:pt x="1474155" y="2278074"/>
                    <a:pt x="1493814" y="2297250"/>
                    <a:pt x="1514363" y="2318983"/>
                  </a:cubicBezTo>
                  <a:cubicBezTo>
                    <a:pt x="1505043" y="2327398"/>
                    <a:pt x="1494834" y="2333254"/>
                    <a:pt x="1482265" y="2340463"/>
                  </a:cubicBezTo>
                  <a:cubicBezTo>
                    <a:pt x="1471594" y="2312437"/>
                    <a:pt x="1462522" y="2288608"/>
                    <a:pt x="1453973" y="2261839"/>
                  </a:cubicBezTo>
                  <a:close/>
                  <a:moveTo>
                    <a:pt x="1272992" y="1804354"/>
                  </a:moveTo>
                  <a:cubicBezTo>
                    <a:pt x="1270459" y="1819710"/>
                    <a:pt x="1265361" y="1834928"/>
                    <a:pt x="1245673" y="1814827"/>
                  </a:cubicBezTo>
                  <a:cubicBezTo>
                    <a:pt x="1253320" y="1809677"/>
                    <a:pt x="1261789" y="1806748"/>
                    <a:pt x="1272992" y="1804354"/>
                  </a:cubicBezTo>
                  <a:close/>
                  <a:moveTo>
                    <a:pt x="852068" y="1720512"/>
                  </a:moveTo>
                  <a:cubicBezTo>
                    <a:pt x="924723" y="1758471"/>
                    <a:pt x="1001659" y="1788746"/>
                    <a:pt x="1087375" y="1804320"/>
                  </a:cubicBezTo>
                  <a:cubicBezTo>
                    <a:pt x="1086049" y="1808797"/>
                    <a:pt x="1081069" y="1816559"/>
                    <a:pt x="1077190" y="1816043"/>
                  </a:cubicBezTo>
                  <a:cubicBezTo>
                    <a:pt x="997641" y="1805458"/>
                    <a:pt x="922839" y="1781636"/>
                    <a:pt x="857406" y="1733409"/>
                  </a:cubicBezTo>
                  <a:cubicBezTo>
                    <a:pt x="854724" y="1731431"/>
                    <a:pt x="854101" y="1726661"/>
                    <a:pt x="852068" y="1720512"/>
                  </a:cubicBezTo>
                  <a:close/>
                  <a:moveTo>
                    <a:pt x="1560365" y="1693276"/>
                  </a:moveTo>
                  <a:cubicBezTo>
                    <a:pt x="1559610" y="1701385"/>
                    <a:pt x="1559781" y="1714615"/>
                    <a:pt x="1553385" y="1719910"/>
                  </a:cubicBezTo>
                  <a:cubicBezTo>
                    <a:pt x="1483876" y="1777446"/>
                    <a:pt x="1400951" y="1802883"/>
                    <a:pt x="1313519" y="1816338"/>
                  </a:cubicBezTo>
                  <a:cubicBezTo>
                    <a:pt x="1309758" y="1816917"/>
                    <a:pt x="1305157" y="1812047"/>
                    <a:pt x="1299908" y="1807302"/>
                  </a:cubicBezTo>
                  <a:cubicBezTo>
                    <a:pt x="1391812" y="1783432"/>
                    <a:pt x="1478757" y="1747851"/>
                    <a:pt x="1560365" y="1693276"/>
                  </a:cubicBezTo>
                  <a:close/>
                  <a:moveTo>
                    <a:pt x="2285373" y="1620941"/>
                  </a:moveTo>
                  <a:cubicBezTo>
                    <a:pt x="2289027" y="1622788"/>
                    <a:pt x="2291590" y="1625892"/>
                    <a:pt x="2293609" y="1631415"/>
                  </a:cubicBezTo>
                  <a:cubicBezTo>
                    <a:pt x="2289297" y="1632264"/>
                    <a:pt x="2285528" y="1630694"/>
                    <a:pt x="2280339" y="1627619"/>
                  </a:cubicBezTo>
                  <a:cubicBezTo>
                    <a:pt x="2280899" y="1625074"/>
                    <a:pt x="2282687" y="1623769"/>
                    <a:pt x="2285373" y="1620941"/>
                  </a:cubicBezTo>
                  <a:close/>
                  <a:moveTo>
                    <a:pt x="1028778" y="1026263"/>
                  </a:moveTo>
                  <a:lnTo>
                    <a:pt x="1312251" y="1026263"/>
                  </a:lnTo>
                  <a:lnTo>
                    <a:pt x="1312251" y="1309775"/>
                  </a:lnTo>
                  <a:lnTo>
                    <a:pt x="1028778" y="1309775"/>
                  </a:lnTo>
                  <a:close/>
                  <a:moveTo>
                    <a:pt x="920734" y="568891"/>
                  </a:moveTo>
                  <a:cubicBezTo>
                    <a:pt x="931321" y="568036"/>
                    <a:pt x="941805" y="569826"/>
                    <a:pt x="951024" y="574955"/>
                  </a:cubicBezTo>
                  <a:cubicBezTo>
                    <a:pt x="920201" y="594638"/>
                    <a:pt x="888483" y="611755"/>
                    <a:pt x="854025" y="629110"/>
                  </a:cubicBezTo>
                  <a:cubicBezTo>
                    <a:pt x="854588" y="621282"/>
                    <a:pt x="857053" y="613764"/>
                    <a:pt x="860931" y="606850"/>
                  </a:cubicBezTo>
                  <a:lnTo>
                    <a:pt x="873749" y="591321"/>
                  </a:lnTo>
                  <a:lnTo>
                    <a:pt x="878633" y="587207"/>
                  </a:lnTo>
                  <a:close/>
                  <a:moveTo>
                    <a:pt x="1372936" y="542382"/>
                  </a:moveTo>
                  <a:lnTo>
                    <a:pt x="1378451" y="543016"/>
                  </a:lnTo>
                  <a:lnTo>
                    <a:pt x="1378137" y="542826"/>
                  </a:lnTo>
                  <a:close/>
                  <a:moveTo>
                    <a:pt x="1213108" y="536256"/>
                  </a:moveTo>
                  <a:cubicBezTo>
                    <a:pt x="1174250" y="535133"/>
                    <a:pt x="1135290" y="538044"/>
                    <a:pt x="1096458" y="543783"/>
                  </a:cubicBezTo>
                  <a:cubicBezTo>
                    <a:pt x="1047681" y="550995"/>
                    <a:pt x="1000058" y="566008"/>
                    <a:pt x="950127" y="572389"/>
                  </a:cubicBezTo>
                  <a:cubicBezTo>
                    <a:pt x="932137" y="563415"/>
                    <a:pt x="908862" y="567158"/>
                    <a:pt x="888854" y="578601"/>
                  </a:cubicBezTo>
                  <a:lnTo>
                    <a:pt x="878633" y="587207"/>
                  </a:lnTo>
                  <a:lnTo>
                    <a:pt x="876311" y="588218"/>
                  </a:lnTo>
                  <a:lnTo>
                    <a:pt x="873749" y="591321"/>
                  </a:lnTo>
                  <a:lnTo>
                    <a:pt x="862361" y="600913"/>
                  </a:lnTo>
                  <a:cubicBezTo>
                    <a:pt x="855061" y="609856"/>
                    <a:pt x="849647" y="620098"/>
                    <a:pt x="847188" y="631011"/>
                  </a:cubicBezTo>
                  <a:cubicBezTo>
                    <a:pt x="843705" y="633567"/>
                    <a:pt x="840222" y="636124"/>
                    <a:pt x="831334" y="638893"/>
                  </a:cubicBezTo>
                  <a:lnTo>
                    <a:pt x="819059" y="651328"/>
                  </a:lnTo>
                  <a:lnTo>
                    <a:pt x="810970" y="659520"/>
                  </a:lnTo>
                  <a:cubicBezTo>
                    <a:pt x="771931" y="695958"/>
                    <a:pt x="730842" y="730492"/>
                    <a:pt x="694594" y="769523"/>
                  </a:cubicBezTo>
                  <a:cubicBezTo>
                    <a:pt x="671398" y="794499"/>
                    <a:pt x="655351" y="826114"/>
                    <a:pt x="630076" y="854685"/>
                  </a:cubicBezTo>
                  <a:cubicBezTo>
                    <a:pt x="617944" y="861810"/>
                    <a:pt x="599516" y="866108"/>
                    <a:pt x="594819" y="876570"/>
                  </a:cubicBezTo>
                  <a:cubicBezTo>
                    <a:pt x="599517" y="866108"/>
                    <a:pt x="617945" y="861810"/>
                    <a:pt x="633089" y="854719"/>
                  </a:cubicBezTo>
                  <a:cubicBezTo>
                    <a:pt x="614668" y="907821"/>
                    <a:pt x="593237" y="960889"/>
                    <a:pt x="569250" y="1015362"/>
                  </a:cubicBezTo>
                  <a:cubicBezTo>
                    <a:pt x="562099" y="1007968"/>
                    <a:pt x="551806" y="997454"/>
                    <a:pt x="553853" y="990653"/>
                  </a:cubicBezTo>
                  <a:cubicBezTo>
                    <a:pt x="551805" y="997454"/>
                    <a:pt x="562099" y="1007968"/>
                    <a:pt x="565875" y="1022488"/>
                  </a:cubicBezTo>
                  <a:cubicBezTo>
                    <a:pt x="565409" y="1028230"/>
                    <a:pt x="564944" y="1033971"/>
                    <a:pt x="562077" y="1041529"/>
                  </a:cubicBezTo>
                  <a:cubicBezTo>
                    <a:pt x="560554" y="1042857"/>
                    <a:pt x="559239" y="1044369"/>
                    <a:pt x="553346" y="1048873"/>
                  </a:cubicBezTo>
                  <a:cubicBezTo>
                    <a:pt x="551425" y="1066710"/>
                    <a:pt x="547183" y="1084650"/>
                    <a:pt x="547966" y="1102367"/>
                  </a:cubicBezTo>
                  <a:cubicBezTo>
                    <a:pt x="552838" y="1212632"/>
                    <a:pt x="542281" y="1326311"/>
                    <a:pt x="598202" y="1427580"/>
                  </a:cubicBezTo>
                  <a:cubicBezTo>
                    <a:pt x="633235" y="1491021"/>
                    <a:pt x="671240" y="1554421"/>
                    <a:pt x="717943" y="1609305"/>
                  </a:cubicBezTo>
                  <a:cubicBezTo>
                    <a:pt x="754511" y="1652279"/>
                    <a:pt x="806486" y="1682144"/>
                    <a:pt x="852518" y="1723193"/>
                  </a:cubicBezTo>
                  <a:cubicBezTo>
                    <a:pt x="854101" y="1726661"/>
                    <a:pt x="854724" y="1731431"/>
                    <a:pt x="857406" y="1733409"/>
                  </a:cubicBezTo>
                  <a:cubicBezTo>
                    <a:pt x="922839" y="1781636"/>
                    <a:pt x="997640" y="1805458"/>
                    <a:pt x="1077190" y="1816044"/>
                  </a:cubicBezTo>
                  <a:cubicBezTo>
                    <a:pt x="1081069" y="1816560"/>
                    <a:pt x="1086049" y="1808798"/>
                    <a:pt x="1095776" y="1803765"/>
                  </a:cubicBezTo>
                  <a:cubicBezTo>
                    <a:pt x="1101848" y="1805989"/>
                    <a:pt x="1107919" y="1808212"/>
                    <a:pt x="1115058" y="1815038"/>
                  </a:cubicBezTo>
                  <a:cubicBezTo>
                    <a:pt x="1122311" y="1814228"/>
                    <a:pt x="1129564" y="1813418"/>
                    <a:pt x="1143911" y="1811477"/>
                  </a:cubicBezTo>
                  <a:cubicBezTo>
                    <a:pt x="1177558" y="1811854"/>
                    <a:pt x="1211204" y="1812230"/>
                    <a:pt x="1246494" y="1817050"/>
                  </a:cubicBezTo>
                  <a:cubicBezTo>
                    <a:pt x="1265361" y="1834929"/>
                    <a:pt x="1270459" y="1819712"/>
                    <a:pt x="1281455" y="1803762"/>
                  </a:cubicBezTo>
                  <a:cubicBezTo>
                    <a:pt x="1287260" y="1804139"/>
                    <a:pt x="1293064" y="1804515"/>
                    <a:pt x="1300946" y="1809716"/>
                  </a:cubicBezTo>
                  <a:cubicBezTo>
                    <a:pt x="1305156" y="1812048"/>
                    <a:pt x="1309757" y="1816918"/>
                    <a:pt x="1313519" y="1816338"/>
                  </a:cubicBezTo>
                  <a:cubicBezTo>
                    <a:pt x="1400951" y="1802883"/>
                    <a:pt x="1483876" y="1777447"/>
                    <a:pt x="1553385" y="1719911"/>
                  </a:cubicBezTo>
                  <a:cubicBezTo>
                    <a:pt x="1559781" y="1714616"/>
                    <a:pt x="1559610" y="1701385"/>
                    <a:pt x="1563151" y="1689632"/>
                  </a:cubicBezTo>
                  <a:cubicBezTo>
                    <a:pt x="1563151" y="1689632"/>
                    <a:pt x="1565380" y="1689042"/>
                    <a:pt x="1570701" y="1691475"/>
                  </a:cubicBezTo>
                  <a:lnTo>
                    <a:pt x="1584093" y="1691589"/>
                  </a:lnTo>
                  <a:lnTo>
                    <a:pt x="1568041" y="1690257"/>
                  </a:lnTo>
                  <a:cubicBezTo>
                    <a:pt x="1572593" y="1683476"/>
                    <a:pt x="1579806" y="1677911"/>
                    <a:pt x="1589394" y="1671949"/>
                  </a:cubicBezTo>
                  <a:lnTo>
                    <a:pt x="1590720" y="1691646"/>
                  </a:lnTo>
                  <a:lnTo>
                    <a:pt x="1591626" y="1691653"/>
                  </a:lnTo>
                  <a:cubicBezTo>
                    <a:pt x="1595979" y="1688375"/>
                    <a:pt x="1597193" y="1680927"/>
                    <a:pt x="1593716" y="1666821"/>
                  </a:cubicBezTo>
                  <a:cubicBezTo>
                    <a:pt x="1616038" y="1645426"/>
                    <a:pt x="1638361" y="1624031"/>
                    <a:pt x="1666665" y="1602701"/>
                  </a:cubicBezTo>
                  <a:cubicBezTo>
                    <a:pt x="1674300" y="1601801"/>
                    <a:pt x="1680138" y="1600974"/>
                    <a:pt x="1684382" y="1599859"/>
                  </a:cubicBezTo>
                  <a:lnTo>
                    <a:pt x="1688425" y="1597590"/>
                  </a:lnTo>
                  <a:lnTo>
                    <a:pt x="1683101" y="1599936"/>
                  </a:lnTo>
                  <a:cubicBezTo>
                    <a:pt x="1678456" y="1600955"/>
                    <a:pt x="1672058" y="1601776"/>
                    <a:pt x="1663675" y="1602668"/>
                  </a:cubicBezTo>
                  <a:cubicBezTo>
                    <a:pt x="1667728" y="1594870"/>
                    <a:pt x="1674772" y="1587105"/>
                    <a:pt x="1683720" y="1578143"/>
                  </a:cubicBezTo>
                  <a:lnTo>
                    <a:pt x="1691841" y="1595673"/>
                  </a:lnTo>
                  <a:lnTo>
                    <a:pt x="1692536" y="1595283"/>
                  </a:lnTo>
                  <a:cubicBezTo>
                    <a:pt x="1695054" y="1591174"/>
                    <a:pt x="1692009" y="1584465"/>
                    <a:pt x="1685022" y="1572261"/>
                  </a:cubicBezTo>
                  <a:cubicBezTo>
                    <a:pt x="1685470" y="1570751"/>
                    <a:pt x="1685919" y="1569241"/>
                    <a:pt x="1692554" y="1569484"/>
                  </a:cubicBezTo>
                  <a:cubicBezTo>
                    <a:pt x="1703212" y="1564464"/>
                    <a:pt x="1717872" y="1562329"/>
                    <a:pt x="1723898" y="1553969"/>
                  </a:cubicBezTo>
                  <a:cubicBezTo>
                    <a:pt x="1773662" y="1484946"/>
                    <a:pt x="1809124" y="1409106"/>
                    <a:pt x="1825210" y="1325089"/>
                  </a:cubicBezTo>
                  <a:lnTo>
                    <a:pt x="1787183" y="1445151"/>
                  </a:lnTo>
                  <a:cubicBezTo>
                    <a:pt x="1770087" y="1483241"/>
                    <a:pt x="1748781" y="1519457"/>
                    <a:pt x="1723898" y="1553969"/>
                  </a:cubicBezTo>
                  <a:cubicBezTo>
                    <a:pt x="1717872" y="1562328"/>
                    <a:pt x="1703212" y="1564464"/>
                    <a:pt x="1689460" y="1568607"/>
                  </a:cubicBezTo>
                  <a:cubicBezTo>
                    <a:pt x="1747772" y="1492411"/>
                    <a:pt x="1789775" y="1407714"/>
                    <a:pt x="1812375" y="1310908"/>
                  </a:cubicBezTo>
                  <a:cubicBezTo>
                    <a:pt x="1815477" y="1312799"/>
                    <a:pt x="1818896" y="1315243"/>
                    <a:pt x="1821435" y="1317765"/>
                  </a:cubicBezTo>
                  <a:lnTo>
                    <a:pt x="1825207" y="1325084"/>
                  </a:lnTo>
                  <a:lnTo>
                    <a:pt x="1821862" y="1316751"/>
                  </a:lnTo>
                  <a:cubicBezTo>
                    <a:pt x="1819751" y="1313215"/>
                    <a:pt x="1817185" y="1308743"/>
                    <a:pt x="1815794" y="1302795"/>
                  </a:cubicBezTo>
                  <a:cubicBezTo>
                    <a:pt x="1818403" y="1269173"/>
                    <a:pt x="1823511" y="1235517"/>
                    <a:pt x="1823050" y="1201937"/>
                  </a:cubicBezTo>
                  <a:cubicBezTo>
                    <a:pt x="1822310" y="1147920"/>
                    <a:pt x="1817892" y="1093954"/>
                    <a:pt x="1818495" y="1035891"/>
                  </a:cubicBezTo>
                  <a:cubicBezTo>
                    <a:pt x="1807771" y="1006269"/>
                    <a:pt x="1797046" y="976647"/>
                    <a:pt x="1784218" y="942326"/>
                  </a:cubicBezTo>
                  <a:cubicBezTo>
                    <a:pt x="1781627" y="936288"/>
                    <a:pt x="1779036" y="930250"/>
                    <a:pt x="1779106" y="921460"/>
                  </a:cubicBezTo>
                  <a:cubicBezTo>
                    <a:pt x="1776367" y="917120"/>
                    <a:pt x="1773628" y="912780"/>
                    <a:pt x="1768520" y="903401"/>
                  </a:cubicBezTo>
                  <a:cubicBezTo>
                    <a:pt x="1688455" y="753162"/>
                    <a:pt x="1572652" y="641472"/>
                    <a:pt x="1413289" y="570159"/>
                  </a:cubicBezTo>
                  <a:cubicBezTo>
                    <a:pt x="1407834" y="564478"/>
                    <a:pt x="1402366" y="558860"/>
                    <a:pt x="1396601" y="554056"/>
                  </a:cubicBezTo>
                  <a:lnTo>
                    <a:pt x="1385895" y="547543"/>
                  </a:lnTo>
                  <a:lnTo>
                    <a:pt x="1397033" y="555142"/>
                  </a:lnTo>
                  <a:cubicBezTo>
                    <a:pt x="1402742" y="560313"/>
                    <a:pt x="1408336" y="566416"/>
                    <a:pt x="1413958" y="572744"/>
                  </a:cubicBezTo>
                  <a:cubicBezTo>
                    <a:pt x="1390212" y="568003"/>
                    <a:pt x="1365797" y="560677"/>
                    <a:pt x="1338760" y="552764"/>
                  </a:cubicBezTo>
                  <a:lnTo>
                    <a:pt x="1359688" y="541251"/>
                  </a:lnTo>
                  <a:lnTo>
                    <a:pt x="1356217" y="540954"/>
                  </a:lnTo>
                  <a:cubicBezTo>
                    <a:pt x="1348147" y="542389"/>
                    <a:pt x="1339220" y="546131"/>
                    <a:pt x="1329155" y="552928"/>
                  </a:cubicBezTo>
                  <a:cubicBezTo>
                    <a:pt x="1290726" y="542536"/>
                    <a:pt x="1251968" y="537380"/>
                    <a:pt x="1213108" y="536256"/>
                  </a:cubicBezTo>
                  <a:close/>
                  <a:moveTo>
                    <a:pt x="1322787" y="256494"/>
                  </a:moveTo>
                  <a:cubicBezTo>
                    <a:pt x="1440528" y="270475"/>
                    <a:pt x="1550329" y="312562"/>
                    <a:pt x="1658375" y="367736"/>
                  </a:cubicBezTo>
                  <a:cubicBezTo>
                    <a:pt x="1660513" y="370449"/>
                    <a:pt x="1661938" y="373248"/>
                    <a:pt x="1663231" y="376990"/>
                  </a:cubicBezTo>
                  <a:lnTo>
                    <a:pt x="1667293" y="391905"/>
                  </a:lnTo>
                  <a:lnTo>
                    <a:pt x="1600818" y="359731"/>
                  </a:lnTo>
                  <a:cubicBezTo>
                    <a:pt x="1579619" y="349526"/>
                    <a:pt x="1558980" y="340161"/>
                    <a:pt x="1537701" y="332593"/>
                  </a:cubicBezTo>
                  <a:cubicBezTo>
                    <a:pt x="1476550" y="310844"/>
                    <a:pt x="1413436" y="294656"/>
                    <a:pt x="1351422" y="275256"/>
                  </a:cubicBezTo>
                  <a:cubicBezTo>
                    <a:pt x="1341435" y="272132"/>
                    <a:pt x="1332809" y="264660"/>
                    <a:pt x="1322787" y="256494"/>
                  </a:cubicBezTo>
                  <a:close/>
                  <a:moveTo>
                    <a:pt x="1027899" y="0"/>
                  </a:moveTo>
                  <a:cubicBezTo>
                    <a:pt x="1124319" y="0"/>
                    <a:pt x="1217403" y="0"/>
                    <a:pt x="1316214" y="0"/>
                  </a:cubicBezTo>
                  <a:cubicBezTo>
                    <a:pt x="1316214" y="83888"/>
                    <a:pt x="1316214" y="167009"/>
                    <a:pt x="1319884" y="254664"/>
                  </a:cubicBezTo>
                  <a:cubicBezTo>
                    <a:pt x="1332809" y="264661"/>
                    <a:pt x="1341435" y="272132"/>
                    <a:pt x="1351422" y="275257"/>
                  </a:cubicBezTo>
                  <a:cubicBezTo>
                    <a:pt x="1413436" y="294656"/>
                    <a:pt x="1476550" y="310846"/>
                    <a:pt x="1537701" y="332594"/>
                  </a:cubicBezTo>
                  <a:cubicBezTo>
                    <a:pt x="1580258" y="347730"/>
                    <a:pt x="1620257" y="370054"/>
                    <a:pt x="1667293" y="391905"/>
                  </a:cubicBezTo>
                  <a:lnTo>
                    <a:pt x="1663587" y="376949"/>
                  </a:lnTo>
                  <a:cubicBezTo>
                    <a:pt x="1662649" y="373163"/>
                    <a:pt x="1661934" y="370280"/>
                    <a:pt x="1661220" y="367397"/>
                  </a:cubicBezTo>
                  <a:cubicBezTo>
                    <a:pt x="1681978" y="342322"/>
                    <a:pt x="1703018" y="317474"/>
                    <a:pt x="1723397" y="292095"/>
                  </a:cubicBezTo>
                  <a:cubicBezTo>
                    <a:pt x="1737302" y="274780"/>
                    <a:pt x="1750286" y="256724"/>
                    <a:pt x="1769086" y="237909"/>
                  </a:cubicBezTo>
                  <a:cubicBezTo>
                    <a:pt x="1776884" y="234669"/>
                    <a:pt x="1785224" y="232038"/>
                    <a:pt x="1791772" y="229345"/>
                  </a:cubicBezTo>
                  <a:lnTo>
                    <a:pt x="1791840" y="229296"/>
                  </a:lnTo>
                  <a:lnTo>
                    <a:pt x="1771604" y="236782"/>
                  </a:lnTo>
                  <a:cubicBezTo>
                    <a:pt x="1786775" y="214441"/>
                    <a:pt x="1804831" y="192140"/>
                    <a:pt x="1825025" y="167199"/>
                  </a:cubicBezTo>
                  <a:cubicBezTo>
                    <a:pt x="1840575" y="179245"/>
                    <a:pt x="1854633" y="190134"/>
                    <a:pt x="1869748" y="203449"/>
                  </a:cubicBezTo>
                  <a:cubicBezTo>
                    <a:pt x="1860808" y="204136"/>
                    <a:pt x="1850845" y="202154"/>
                    <a:pt x="1840806" y="200711"/>
                  </a:cubicBezTo>
                  <a:cubicBezTo>
                    <a:pt x="1823949" y="198289"/>
                    <a:pt x="1808230" y="194978"/>
                    <a:pt x="1803696" y="220401"/>
                  </a:cubicBezTo>
                  <a:lnTo>
                    <a:pt x="1803531" y="220526"/>
                  </a:lnTo>
                  <a:lnTo>
                    <a:pt x="1803696" y="220402"/>
                  </a:lnTo>
                  <a:cubicBezTo>
                    <a:pt x="1808230" y="194979"/>
                    <a:pt x="1823949" y="198291"/>
                    <a:pt x="1840807" y="200713"/>
                  </a:cubicBezTo>
                  <a:cubicBezTo>
                    <a:pt x="1850847" y="202154"/>
                    <a:pt x="1860808" y="204137"/>
                    <a:pt x="1870805" y="205876"/>
                  </a:cubicBezTo>
                  <a:cubicBezTo>
                    <a:pt x="1904724" y="234400"/>
                    <a:pt x="1938523" y="263068"/>
                    <a:pt x="1972602" y="291399"/>
                  </a:cubicBezTo>
                  <a:cubicBezTo>
                    <a:pt x="1996993" y="311674"/>
                    <a:pt x="2021758" y="331499"/>
                    <a:pt x="2049571" y="354142"/>
                  </a:cubicBezTo>
                  <a:cubicBezTo>
                    <a:pt x="2003221" y="410846"/>
                    <a:pt x="1959069" y="470498"/>
                    <a:pt x="1908624" y="524246"/>
                  </a:cubicBezTo>
                  <a:cubicBezTo>
                    <a:pt x="1882645" y="551924"/>
                    <a:pt x="1891293" y="574438"/>
                    <a:pt x="1907875" y="593846"/>
                  </a:cubicBezTo>
                  <a:cubicBezTo>
                    <a:pt x="1967263" y="663344"/>
                    <a:pt x="2010278" y="741815"/>
                    <a:pt x="2045411" y="825397"/>
                  </a:cubicBezTo>
                  <a:cubicBezTo>
                    <a:pt x="2050659" y="837878"/>
                    <a:pt x="2058733" y="849170"/>
                    <a:pt x="2068990" y="864474"/>
                  </a:cubicBezTo>
                  <a:lnTo>
                    <a:pt x="2082912" y="862735"/>
                  </a:lnTo>
                  <a:lnTo>
                    <a:pt x="2174768" y="838956"/>
                  </a:lnTo>
                  <a:cubicBezTo>
                    <a:pt x="2184312" y="836694"/>
                    <a:pt x="2193762" y="834039"/>
                    <a:pt x="2206361" y="832061"/>
                  </a:cubicBezTo>
                  <a:cubicBezTo>
                    <a:pt x="2206388" y="835001"/>
                    <a:pt x="2205816" y="838837"/>
                    <a:pt x="2204754" y="842020"/>
                  </a:cubicBezTo>
                  <a:lnTo>
                    <a:pt x="2200212" y="848062"/>
                  </a:lnTo>
                  <a:lnTo>
                    <a:pt x="2205141" y="842084"/>
                  </a:lnTo>
                  <a:cubicBezTo>
                    <a:pt x="2206592" y="838960"/>
                    <a:pt x="2207941" y="835250"/>
                    <a:pt x="2209468" y="832560"/>
                  </a:cubicBezTo>
                  <a:cubicBezTo>
                    <a:pt x="2212910" y="832190"/>
                    <a:pt x="2216353" y="831820"/>
                    <a:pt x="2223290" y="834323"/>
                  </a:cubicBezTo>
                  <a:lnTo>
                    <a:pt x="2249593" y="829841"/>
                  </a:lnTo>
                  <a:lnTo>
                    <a:pt x="2278920" y="824843"/>
                  </a:lnTo>
                  <a:cubicBezTo>
                    <a:pt x="2292653" y="823563"/>
                    <a:pt x="2306387" y="822285"/>
                    <a:pt x="2327791" y="820290"/>
                  </a:cubicBezTo>
                  <a:cubicBezTo>
                    <a:pt x="2345535" y="910123"/>
                    <a:pt x="2363947" y="1003334"/>
                    <a:pt x="2382495" y="1097240"/>
                  </a:cubicBezTo>
                  <a:cubicBezTo>
                    <a:pt x="2289334" y="1113840"/>
                    <a:pt x="2201844" y="1129431"/>
                    <a:pt x="2122273" y="1143610"/>
                  </a:cubicBezTo>
                  <a:cubicBezTo>
                    <a:pt x="2114552" y="1201845"/>
                    <a:pt x="2106778" y="1260242"/>
                    <a:pt x="2099089" y="1318652"/>
                  </a:cubicBezTo>
                  <a:cubicBezTo>
                    <a:pt x="2096880" y="1335429"/>
                    <a:pt x="2096173" y="1352527"/>
                    <a:pt x="2092391" y="1368929"/>
                  </a:cubicBezTo>
                  <a:cubicBezTo>
                    <a:pt x="2089989" y="1379341"/>
                    <a:pt x="2082925" y="1388622"/>
                    <a:pt x="2078453" y="1398635"/>
                  </a:cubicBezTo>
                  <a:cubicBezTo>
                    <a:pt x="2075500" y="1405246"/>
                    <a:pt x="2069325" y="1414729"/>
                    <a:pt x="2071689" y="1418654"/>
                  </a:cubicBezTo>
                  <a:cubicBezTo>
                    <a:pt x="2081670" y="1435227"/>
                    <a:pt x="2077991" y="1443429"/>
                    <a:pt x="2062910" y="1455444"/>
                  </a:cubicBezTo>
                  <a:cubicBezTo>
                    <a:pt x="2057369" y="1459858"/>
                    <a:pt x="2066266" y="1482394"/>
                    <a:pt x="2070348" y="1501790"/>
                  </a:cubicBezTo>
                  <a:lnTo>
                    <a:pt x="2106286" y="1523324"/>
                  </a:lnTo>
                  <a:lnTo>
                    <a:pt x="2282892" y="1619729"/>
                  </a:lnTo>
                  <a:cubicBezTo>
                    <a:pt x="2282687" y="1623769"/>
                    <a:pt x="2280899" y="1625075"/>
                    <a:pt x="2278918" y="1626116"/>
                  </a:cubicBezTo>
                  <a:lnTo>
                    <a:pt x="2224910" y="1594406"/>
                  </a:lnTo>
                  <a:lnTo>
                    <a:pt x="2280339" y="1627620"/>
                  </a:lnTo>
                  <a:cubicBezTo>
                    <a:pt x="2285528" y="1630694"/>
                    <a:pt x="2289297" y="1632265"/>
                    <a:pt x="2293065" y="1633835"/>
                  </a:cubicBezTo>
                  <a:cubicBezTo>
                    <a:pt x="2292324" y="1638815"/>
                    <a:pt x="2291581" y="1643794"/>
                    <a:pt x="2285538" y="1649266"/>
                  </a:cubicBezTo>
                  <a:cubicBezTo>
                    <a:pt x="2270218" y="1649038"/>
                    <a:pt x="2260331" y="1652822"/>
                    <a:pt x="2253648" y="1659399"/>
                  </a:cubicBezTo>
                  <a:lnTo>
                    <a:pt x="2253645" y="1659407"/>
                  </a:lnTo>
                  <a:lnTo>
                    <a:pt x="2283612" y="1649940"/>
                  </a:lnTo>
                  <a:cubicBezTo>
                    <a:pt x="2268131" y="1678057"/>
                    <a:pt x="2249276" y="1705995"/>
                    <a:pt x="2227659" y="1733399"/>
                  </a:cubicBezTo>
                  <a:lnTo>
                    <a:pt x="2240993" y="1686282"/>
                  </a:lnTo>
                  <a:lnTo>
                    <a:pt x="2224898" y="1732867"/>
                  </a:lnTo>
                  <a:cubicBezTo>
                    <a:pt x="2224234" y="1745454"/>
                    <a:pt x="2223571" y="1758042"/>
                    <a:pt x="2217460" y="1771816"/>
                  </a:cubicBezTo>
                  <a:cubicBezTo>
                    <a:pt x="2201957" y="1771670"/>
                    <a:pt x="2191773" y="1775389"/>
                    <a:pt x="2184822" y="1781940"/>
                  </a:cubicBezTo>
                  <a:lnTo>
                    <a:pt x="2184787" y="1782012"/>
                  </a:lnTo>
                  <a:lnTo>
                    <a:pt x="2215040" y="1773032"/>
                  </a:lnTo>
                  <a:cubicBezTo>
                    <a:pt x="2199035" y="1801176"/>
                    <a:pt x="2180004" y="1829289"/>
                    <a:pt x="2158209" y="1856869"/>
                  </a:cubicBezTo>
                  <a:cubicBezTo>
                    <a:pt x="2160941" y="1840607"/>
                    <a:pt x="2167874" y="1825207"/>
                    <a:pt x="2171583" y="1809067"/>
                  </a:cubicBezTo>
                  <a:lnTo>
                    <a:pt x="2171619" y="1808990"/>
                  </a:lnTo>
                  <a:lnTo>
                    <a:pt x="2171582" y="1809068"/>
                  </a:lnTo>
                  <a:cubicBezTo>
                    <a:pt x="2167873" y="1825208"/>
                    <a:pt x="2160940" y="1840607"/>
                    <a:pt x="2155446" y="1856337"/>
                  </a:cubicBezTo>
                  <a:cubicBezTo>
                    <a:pt x="2125166" y="1875047"/>
                    <a:pt x="2103497" y="1850622"/>
                    <a:pt x="2080885" y="1839232"/>
                  </a:cubicBezTo>
                  <a:cubicBezTo>
                    <a:pt x="2036344" y="1816797"/>
                    <a:pt x="1993489" y="1790962"/>
                    <a:pt x="1950345" y="1765834"/>
                  </a:cubicBezTo>
                  <a:cubicBezTo>
                    <a:pt x="1926425" y="1751902"/>
                    <a:pt x="1907620" y="1755648"/>
                    <a:pt x="1891470" y="1778105"/>
                  </a:cubicBezTo>
                  <a:cubicBezTo>
                    <a:pt x="1839725" y="1850060"/>
                    <a:pt x="1768960" y="1900643"/>
                    <a:pt x="1696609" y="1949073"/>
                  </a:cubicBezTo>
                  <a:cubicBezTo>
                    <a:pt x="1685938" y="1956216"/>
                    <a:pt x="1671276" y="1957397"/>
                    <a:pt x="1649655" y="1964043"/>
                  </a:cubicBezTo>
                  <a:cubicBezTo>
                    <a:pt x="1681003" y="2052579"/>
                    <a:pt x="1713003" y="2142961"/>
                    <a:pt x="1745639" y="2235139"/>
                  </a:cubicBezTo>
                  <a:cubicBezTo>
                    <a:pt x="1669492" y="2264184"/>
                    <a:pt x="1595355" y="2292462"/>
                    <a:pt x="1517345" y="2318582"/>
                  </a:cubicBezTo>
                  <a:cubicBezTo>
                    <a:pt x="1493813" y="2297251"/>
                    <a:pt x="1474154" y="2278075"/>
                    <a:pt x="1454494" y="2258901"/>
                  </a:cubicBezTo>
                  <a:cubicBezTo>
                    <a:pt x="1451477" y="2253001"/>
                    <a:pt x="1448457" y="2247102"/>
                    <a:pt x="1446375" y="2237278"/>
                  </a:cubicBezTo>
                  <a:lnTo>
                    <a:pt x="1443662" y="2230985"/>
                  </a:lnTo>
                  <a:lnTo>
                    <a:pt x="1439062" y="2220316"/>
                  </a:lnTo>
                  <a:cubicBezTo>
                    <a:pt x="1436043" y="2214416"/>
                    <a:pt x="1433023" y="2208518"/>
                    <a:pt x="1431115" y="2198255"/>
                  </a:cubicBezTo>
                  <a:lnTo>
                    <a:pt x="1426605" y="2186488"/>
                  </a:lnTo>
                  <a:lnTo>
                    <a:pt x="1415910" y="2158581"/>
                  </a:lnTo>
                  <a:cubicBezTo>
                    <a:pt x="1412891" y="2152681"/>
                    <a:pt x="1409873" y="2146782"/>
                    <a:pt x="1407791" y="2136958"/>
                  </a:cubicBezTo>
                  <a:lnTo>
                    <a:pt x="1405076" y="2130663"/>
                  </a:lnTo>
                  <a:lnTo>
                    <a:pt x="1400476" y="2119997"/>
                  </a:lnTo>
                  <a:cubicBezTo>
                    <a:pt x="1393867" y="2108075"/>
                    <a:pt x="1387259" y="2096154"/>
                    <a:pt x="1380038" y="2083128"/>
                  </a:cubicBezTo>
                  <a:cubicBezTo>
                    <a:pt x="1271183" y="2103326"/>
                    <a:pt x="1160941" y="2112356"/>
                    <a:pt x="1046428" y="2086763"/>
                  </a:cubicBezTo>
                  <a:cubicBezTo>
                    <a:pt x="1039066" y="2075917"/>
                    <a:pt x="1031551" y="2068303"/>
                    <a:pt x="1024755" y="2066475"/>
                  </a:cubicBezTo>
                  <a:lnTo>
                    <a:pt x="1024611" y="2066504"/>
                  </a:lnTo>
                  <a:lnTo>
                    <a:pt x="1043508" y="2085244"/>
                  </a:lnTo>
                  <a:cubicBezTo>
                    <a:pt x="1039192" y="2090653"/>
                    <a:pt x="1031016" y="2092377"/>
                    <a:pt x="1029620" y="2096434"/>
                  </a:cubicBezTo>
                  <a:cubicBezTo>
                    <a:pt x="1005131" y="2167592"/>
                    <a:pt x="981472" y="2239035"/>
                    <a:pt x="955074" y="2311822"/>
                  </a:cubicBezTo>
                  <a:cubicBezTo>
                    <a:pt x="948306" y="2303162"/>
                    <a:pt x="938344" y="2291346"/>
                    <a:pt x="940790" y="2283308"/>
                  </a:cubicBezTo>
                  <a:cubicBezTo>
                    <a:pt x="938344" y="2291347"/>
                    <a:pt x="948305" y="2303163"/>
                    <a:pt x="952516" y="2313228"/>
                  </a:cubicBezTo>
                  <a:cubicBezTo>
                    <a:pt x="943459" y="2321082"/>
                    <a:pt x="934403" y="2328935"/>
                    <a:pt x="922385" y="2333217"/>
                  </a:cubicBezTo>
                  <a:cubicBezTo>
                    <a:pt x="906159" y="2320821"/>
                    <a:pt x="893980" y="2309032"/>
                    <a:pt x="879433" y="2303714"/>
                  </a:cubicBezTo>
                  <a:cubicBezTo>
                    <a:pt x="893980" y="2309032"/>
                    <a:pt x="906159" y="2320821"/>
                    <a:pt x="920084" y="2332214"/>
                  </a:cubicBezTo>
                  <a:cubicBezTo>
                    <a:pt x="839117" y="2308859"/>
                    <a:pt x="757490" y="2282934"/>
                    <a:pt x="670160" y="2255197"/>
                  </a:cubicBezTo>
                  <a:cubicBezTo>
                    <a:pt x="697438" y="2170092"/>
                    <a:pt x="724278" y="2086350"/>
                    <a:pt x="751688" y="1999567"/>
                  </a:cubicBezTo>
                  <a:cubicBezTo>
                    <a:pt x="754316" y="2013484"/>
                    <a:pt x="761756" y="2031967"/>
                    <a:pt x="757463" y="2047127"/>
                  </a:cubicBezTo>
                  <a:cubicBezTo>
                    <a:pt x="761756" y="2031967"/>
                    <a:pt x="754314" y="2013484"/>
                    <a:pt x="752256" y="1996526"/>
                  </a:cubicBezTo>
                  <a:cubicBezTo>
                    <a:pt x="685081" y="1949003"/>
                    <a:pt x="617255" y="1902358"/>
                    <a:pt x="551174" y="1853361"/>
                  </a:cubicBezTo>
                  <a:cubicBezTo>
                    <a:pt x="533978" y="1840610"/>
                    <a:pt x="521609" y="1820999"/>
                    <a:pt x="508127" y="1803680"/>
                  </a:cubicBezTo>
                  <a:cubicBezTo>
                    <a:pt x="490724" y="1781325"/>
                    <a:pt x="473836" y="1776169"/>
                    <a:pt x="447545" y="1793215"/>
                  </a:cubicBezTo>
                  <a:cubicBezTo>
                    <a:pt x="421012" y="1810419"/>
                    <a:pt x="389362" y="1819526"/>
                    <a:pt x="361622" y="1835145"/>
                  </a:cubicBezTo>
                  <a:cubicBezTo>
                    <a:pt x="344318" y="1844889"/>
                    <a:pt x="330111" y="1860132"/>
                    <a:pt x="314504" y="1872896"/>
                  </a:cubicBezTo>
                  <a:cubicBezTo>
                    <a:pt x="311608" y="1875265"/>
                    <a:pt x="307694" y="1880199"/>
                    <a:pt x="305902" y="1879528"/>
                  </a:cubicBezTo>
                  <a:cubicBezTo>
                    <a:pt x="281538" y="1870427"/>
                    <a:pt x="278164" y="1897240"/>
                    <a:pt x="258237" y="1903996"/>
                  </a:cubicBezTo>
                  <a:cubicBezTo>
                    <a:pt x="251651" y="1904146"/>
                    <a:pt x="250071" y="1904200"/>
                    <a:pt x="248492" y="1904254"/>
                  </a:cubicBezTo>
                  <a:cubicBezTo>
                    <a:pt x="205045" y="1834098"/>
                    <a:pt x="161598" y="1763942"/>
                    <a:pt x="119799" y="1689300"/>
                  </a:cubicBezTo>
                  <a:cubicBezTo>
                    <a:pt x="146193" y="1667437"/>
                    <a:pt x="170461" y="1649326"/>
                    <a:pt x="195792" y="1632849"/>
                  </a:cubicBezTo>
                  <a:cubicBezTo>
                    <a:pt x="238210" y="1605259"/>
                    <a:pt x="281689" y="1579288"/>
                    <a:pt x="323872" y="1551355"/>
                  </a:cubicBezTo>
                  <a:lnTo>
                    <a:pt x="323885" y="1551343"/>
                  </a:lnTo>
                  <a:lnTo>
                    <a:pt x="323873" y="1551354"/>
                  </a:lnTo>
                  <a:cubicBezTo>
                    <a:pt x="281689" y="1579288"/>
                    <a:pt x="238212" y="1605259"/>
                    <a:pt x="195793" y="1632848"/>
                  </a:cubicBezTo>
                  <a:cubicBezTo>
                    <a:pt x="170462" y="1649325"/>
                    <a:pt x="146194" y="1667436"/>
                    <a:pt x="119398" y="1686515"/>
                  </a:cubicBezTo>
                  <a:cubicBezTo>
                    <a:pt x="112109" y="1680197"/>
                    <a:pt x="106870" y="1672176"/>
                    <a:pt x="102220" y="1665057"/>
                  </a:cubicBezTo>
                  <a:cubicBezTo>
                    <a:pt x="177772" y="1617000"/>
                    <a:pt x="251643" y="1570013"/>
                    <a:pt x="326669" y="1520554"/>
                  </a:cubicBezTo>
                  <a:cubicBezTo>
                    <a:pt x="333353" y="1523480"/>
                    <a:pt x="337255" y="1526379"/>
                    <a:pt x="339167" y="1529206"/>
                  </a:cubicBezTo>
                  <a:lnTo>
                    <a:pt x="339699" y="1537248"/>
                  </a:lnTo>
                  <a:lnTo>
                    <a:pt x="339855" y="1537110"/>
                  </a:lnTo>
                  <a:cubicBezTo>
                    <a:pt x="342568" y="1531538"/>
                    <a:pt x="340614" y="1525169"/>
                    <a:pt x="327826" y="1518084"/>
                  </a:cubicBezTo>
                  <a:cubicBezTo>
                    <a:pt x="324808" y="1512182"/>
                    <a:pt x="321789" y="1506281"/>
                    <a:pt x="319923" y="1495828"/>
                  </a:cubicBezTo>
                  <a:lnTo>
                    <a:pt x="313285" y="1473930"/>
                  </a:lnTo>
                  <a:lnTo>
                    <a:pt x="289242" y="1394607"/>
                  </a:lnTo>
                  <a:cubicBezTo>
                    <a:pt x="281098" y="1355678"/>
                    <a:pt x="271923" y="1316925"/>
                    <a:pt x="265172" y="1277756"/>
                  </a:cubicBezTo>
                  <a:cubicBezTo>
                    <a:pt x="260687" y="1251736"/>
                    <a:pt x="262042" y="1224553"/>
                    <a:pt x="255974" y="1199035"/>
                  </a:cubicBezTo>
                  <a:cubicBezTo>
                    <a:pt x="253389" y="1188162"/>
                    <a:pt x="239616" y="1173740"/>
                    <a:pt x="229073" y="1171966"/>
                  </a:cubicBezTo>
                  <a:cubicBezTo>
                    <a:pt x="154897" y="1159498"/>
                    <a:pt x="80236" y="1149906"/>
                    <a:pt x="0" y="1138587"/>
                  </a:cubicBezTo>
                  <a:cubicBezTo>
                    <a:pt x="14396" y="1043958"/>
                    <a:pt x="28482" y="951370"/>
                    <a:pt x="43640" y="851734"/>
                  </a:cubicBezTo>
                  <a:cubicBezTo>
                    <a:pt x="94011" y="858995"/>
                    <a:pt x="144481" y="866160"/>
                    <a:pt x="194912" y="873585"/>
                  </a:cubicBezTo>
                  <a:cubicBezTo>
                    <a:pt x="219741" y="877239"/>
                    <a:pt x="244453" y="881711"/>
                    <a:pt x="269306" y="885188"/>
                  </a:cubicBezTo>
                  <a:cubicBezTo>
                    <a:pt x="293356" y="888552"/>
                    <a:pt x="307123" y="882808"/>
                    <a:pt x="315912" y="854787"/>
                  </a:cubicBezTo>
                  <a:cubicBezTo>
                    <a:pt x="346125" y="758460"/>
                    <a:pt x="399740" y="673839"/>
                    <a:pt x="460852" y="594418"/>
                  </a:cubicBezTo>
                  <a:cubicBezTo>
                    <a:pt x="478813" y="571078"/>
                    <a:pt x="473058" y="558324"/>
                    <a:pt x="456070" y="539337"/>
                  </a:cubicBezTo>
                  <a:cubicBezTo>
                    <a:pt x="412271" y="490382"/>
                    <a:pt x="370263" y="439790"/>
                    <a:pt x="328812" y="388818"/>
                  </a:cubicBezTo>
                  <a:cubicBezTo>
                    <a:pt x="323371" y="382128"/>
                    <a:pt x="320561" y="363790"/>
                    <a:pt x="324638" y="360289"/>
                  </a:cubicBezTo>
                  <a:cubicBezTo>
                    <a:pt x="391528" y="302869"/>
                    <a:pt x="459720" y="246965"/>
                    <a:pt x="533959" y="185471"/>
                  </a:cubicBezTo>
                  <a:cubicBezTo>
                    <a:pt x="570144" y="229811"/>
                    <a:pt x="603845" y="272391"/>
                    <a:pt x="639036" y="313702"/>
                  </a:cubicBezTo>
                  <a:cubicBezTo>
                    <a:pt x="657712" y="335626"/>
                    <a:pt x="678974" y="355349"/>
                    <a:pt x="702428" y="379000"/>
                  </a:cubicBezTo>
                  <a:cubicBezTo>
                    <a:pt x="707980" y="381851"/>
                    <a:pt x="713203" y="385101"/>
                    <a:pt x="717714" y="387334"/>
                  </a:cubicBezTo>
                  <a:lnTo>
                    <a:pt x="718055" y="387402"/>
                  </a:lnTo>
                  <a:lnTo>
                    <a:pt x="705226" y="379598"/>
                  </a:lnTo>
                  <a:cubicBezTo>
                    <a:pt x="797546" y="325468"/>
                    <a:pt x="894914" y="285255"/>
                    <a:pt x="999318" y="263280"/>
                  </a:cubicBezTo>
                  <a:cubicBezTo>
                    <a:pt x="1006628" y="261742"/>
                    <a:pt x="1014146" y="261192"/>
                    <a:pt x="1024733" y="260038"/>
                  </a:cubicBezTo>
                  <a:cubicBezTo>
                    <a:pt x="1027886" y="264963"/>
                    <a:pt x="1028647" y="274334"/>
                    <a:pt x="1027747" y="274497"/>
                  </a:cubicBezTo>
                  <a:cubicBezTo>
                    <a:pt x="1028647" y="274334"/>
                    <a:pt x="1027884" y="264963"/>
                    <a:pt x="1027899" y="259892"/>
                  </a:cubicBezTo>
                  <a:cubicBezTo>
                    <a:pt x="1027899" y="173972"/>
                    <a:pt x="1027899" y="88051"/>
                    <a:pt x="1027899"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26" name="Freeform: Shape 2625">
              <a:extLst>
                <a:ext uri="{FF2B5EF4-FFF2-40B4-BE49-F238E27FC236}">
                  <a16:creationId xmlns:a16="http://schemas.microsoft.com/office/drawing/2014/main" id="{C2A6B63D-3663-62FB-8512-6E3E836FAE2E}"/>
                </a:ext>
                <a:ext uri="{C183D7F6-B498-43B3-948B-1728B52AA6E4}">
                  <adec:decorative xmlns:adec="http://schemas.microsoft.com/office/drawing/2017/decorative" val="1"/>
                </a:ext>
              </a:extLst>
            </p:cNvPr>
            <p:cNvSpPr/>
            <p:nvPr/>
          </p:nvSpPr>
          <p:spPr>
            <a:xfrm>
              <a:off x="11191563" y="5162214"/>
              <a:ext cx="318415" cy="344513"/>
            </a:xfrm>
            <a:custGeom>
              <a:avLst/>
              <a:gdLst>
                <a:gd name="connsiteX0" fmla="*/ 3835700 w 4776227"/>
                <a:gd name="connsiteY0" fmla="*/ 4645408 h 5167690"/>
                <a:gd name="connsiteX1" fmla="*/ 4360874 w 4776227"/>
                <a:gd name="connsiteY1" fmla="*/ 4645408 h 5167690"/>
                <a:gd name="connsiteX2" fmla="*/ 4360874 w 4776227"/>
                <a:gd name="connsiteY2" fmla="*/ 5167690 h 5167690"/>
                <a:gd name="connsiteX3" fmla="*/ 3835700 w 4776227"/>
                <a:gd name="connsiteY3" fmla="*/ 5167690 h 5167690"/>
                <a:gd name="connsiteX4" fmla="*/ 4649669 w 4776227"/>
                <a:gd name="connsiteY4" fmla="*/ 3288326 h 5167690"/>
                <a:gd name="connsiteX5" fmla="*/ 4680355 w 4776227"/>
                <a:gd name="connsiteY5" fmla="*/ 3306478 h 5167690"/>
                <a:gd name="connsiteX6" fmla="*/ 4776227 w 4776227"/>
                <a:gd name="connsiteY6" fmla="*/ 3399499 h 5167690"/>
                <a:gd name="connsiteX7" fmla="*/ 3917484 w 4776227"/>
                <a:gd name="connsiteY7" fmla="*/ 4258202 h 5167690"/>
                <a:gd name="connsiteX8" fmla="*/ 3637156 w 4776227"/>
                <a:gd name="connsiteY8" fmla="*/ 3977538 h 5167690"/>
                <a:gd name="connsiteX9" fmla="*/ 3461775 w 4776227"/>
                <a:gd name="connsiteY9" fmla="*/ 3802940 h 5167690"/>
                <a:gd name="connsiteX10" fmla="*/ 3586590 w 4776227"/>
                <a:gd name="connsiteY10" fmla="*/ 3676758 h 5167690"/>
                <a:gd name="connsiteX11" fmla="*/ 3917105 w 4776227"/>
                <a:gd name="connsiteY11" fmla="*/ 4007845 h 5167690"/>
                <a:gd name="connsiteX12" fmla="*/ 3951404 w 4776227"/>
                <a:gd name="connsiteY12" fmla="*/ 3975754 h 5167690"/>
                <a:gd name="connsiteX13" fmla="*/ 4619030 w 4776227"/>
                <a:gd name="connsiteY13" fmla="*/ 3307288 h 5167690"/>
                <a:gd name="connsiteX14" fmla="*/ 4649669 w 4776227"/>
                <a:gd name="connsiteY14" fmla="*/ 3288326 h 5167690"/>
                <a:gd name="connsiteX15" fmla="*/ 3969959 w 4776227"/>
                <a:gd name="connsiteY15" fmla="*/ 2142844 h 5167690"/>
                <a:gd name="connsiteX16" fmla="*/ 3973488 w 4776227"/>
                <a:gd name="connsiteY16" fmla="*/ 2173714 h 5167690"/>
                <a:gd name="connsiteX17" fmla="*/ 3766128 w 4776227"/>
                <a:gd name="connsiteY17" fmla="*/ 2173712 h 5167690"/>
                <a:gd name="connsiteX18" fmla="*/ 3643558 w 4776227"/>
                <a:gd name="connsiteY18" fmla="*/ 2173945 h 5167690"/>
                <a:gd name="connsiteX19" fmla="*/ 3620627 w 4776227"/>
                <a:gd name="connsiteY19" fmla="*/ 2146129 h 5167690"/>
                <a:gd name="connsiteX20" fmla="*/ 3969959 w 4776227"/>
                <a:gd name="connsiteY20" fmla="*/ 2142844 h 5167690"/>
                <a:gd name="connsiteX21" fmla="*/ 2048700 w 4776227"/>
                <a:gd name="connsiteY21" fmla="*/ 1990976 h 5167690"/>
                <a:gd name="connsiteX22" fmla="*/ 2331073 w 4776227"/>
                <a:gd name="connsiteY22" fmla="*/ 1990976 h 5167690"/>
                <a:gd name="connsiteX23" fmla="*/ 2331073 w 4776227"/>
                <a:gd name="connsiteY23" fmla="*/ 2271557 h 5167690"/>
                <a:gd name="connsiteX24" fmla="*/ 2048700 w 4776227"/>
                <a:gd name="connsiteY24" fmla="*/ 2271557 h 5167690"/>
                <a:gd name="connsiteX25" fmla="*/ 3696232 w 4776227"/>
                <a:gd name="connsiteY25" fmla="*/ 595506 h 5167690"/>
                <a:gd name="connsiteX26" fmla="*/ 3702720 w 4776227"/>
                <a:gd name="connsiteY26" fmla="*/ 619484 h 5167690"/>
                <a:gd name="connsiteX27" fmla="*/ 3515961 w 4776227"/>
                <a:gd name="connsiteY27" fmla="*/ 845912 h 5167690"/>
                <a:gd name="connsiteX28" fmla="*/ 3460852 w 4776227"/>
                <a:gd name="connsiteY28" fmla="*/ 907355 h 5167690"/>
                <a:gd name="connsiteX29" fmla="*/ 3463342 w 4776227"/>
                <a:gd name="connsiteY29" fmla="*/ 871350 h 5167690"/>
                <a:gd name="connsiteX30" fmla="*/ 3696232 w 4776227"/>
                <a:gd name="connsiteY30" fmla="*/ 595506 h 5167690"/>
                <a:gd name="connsiteX31" fmla="*/ 1974815 w 4776227"/>
                <a:gd name="connsiteY31" fmla="*/ 0 h 5167690"/>
                <a:gd name="connsiteX32" fmla="*/ 2329394 w 4776227"/>
                <a:gd name="connsiteY32" fmla="*/ 0 h 5167690"/>
                <a:gd name="connsiteX33" fmla="*/ 2329394 w 4776227"/>
                <a:gd name="connsiteY33" fmla="*/ 384642 h 5167690"/>
                <a:gd name="connsiteX34" fmla="*/ 2516437 w 4776227"/>
                <a:gd name="connsiteY34" fmla="*/ 414086 h 5167690"/>
                <a:gd name="connsiteX35" fmla="*/ 2911483 w 4776227"/>
                <a:gd name="connsiteY35" fmla="*/ 536125 h 5167690"/>
                <a:gd name="connsiteX36" fmla="*/ 3152971 w 4776227"/>
                <a:gd name="connsiteY36" fmla="*/ 667002 h 5167690"/>
                <a:gd name="connsiteX37" fmla="*/ 3207046 w 4776227"/>
                <a:gd name="connsiteY37" fmla="*/ 656425 h 5167690"/>
                <a:gd name="connsiteX38" fmla="*/ 3441512 w 4776227"/>
                <a:gd name="connsiteY38" fmla="*/ 384268 h 5167690"/>
                <a:gd name="connsiteX39" fmla="*/ 3450888 w 4776227"/>
                <a:gd name="connsiteY39" fmla="*/ 383068 h 5167690"/>
                <a:gd name="connsiteX40" fmla="*/ 3694913 w 4776227"/>
                <a:gd name="connsiteY40" fmla="*/ 593075 h 5167690"/>
                <a:gd name="connsiteX41" fmla="*/ 3463342 w 4776227"/>
                <a:gd name="connsiteY41" fmla="*/ 871350 h 5167690"/>
                <a:gd name="connsiteX42" fmla="*/ 3458560 w 4776227"/>
                <a:gd name="connsiteY42" fmla="*/ 908523 h 5167690"/>
                <a:gd name="connsiteX43" fmla="*/ 3694308 w 4776227"/>
                <a:gd name="connsiteY43" fmla="*/ 1212362 h 5167690"/>
                <a:gd name="connsiteX44" fmla="*/ 3890642 w 4776227"/>
                <a:gd name="connsiteY44" fmla="*/ 1635801 h 5167690"/>
                <a:gd name="connsiteX45" fmla="*/ 3949526 w 4776227"/>
                <a:gd name="connsiteY45" fmla="*/ 1669871 h 5167690"/>
                <a:gd name="connsiteX46" fmla="*/ 4312205 w 4776227"/>
                <a:gd name="connsiteY46" fmla="*/ 1604665 h 5167690"/>
                <a:gd name="connsiteX47" fmla="*/ 4320750 w 4776227"/>
                <a:gd name="connsiteY47" fmla="*/ 1610163 h 5167690"/>
                <a:gd name="connsiteX48" fmla="*/ 4373478 w 4776227"/>
                <a:gd name="connsiteY48" fmla="*/ 1915772 h 5167690"/>
                <a:gd name="connsiteX49" fmla="*/ 4250408 w 4776227"/>
                <a:gd name="connsiteY49" fmla="*/ 1942312 h 5167690"/>
                <a:gd name="connsiteX50" fmla="*/ 4373828 w 4776227"/>
                <a:gd name="connsiteY50" fmla="*/ 1919033 h 5167690"/>
                <a:gd name="connsiteX51" fmla="*/ 4355817 w 4776227"/>
                <a:gd name="connsiteY51" fmla="*/ 1955278 h 5167690"/>
                <a:gd name="connsiteX52" fmla="*/ 4181565 w 4776227"/>
                <a:gd name="connsiteY52" fmla="*/ 1988372 h 5167690"/>
                <a:gd name="connsiteX53" fmla="*/ 3970955 w 4776227"/>
                <a:gd name="connsiteY53" fmla="*/ 2027310 h 5167690"/>
                <a:gd name="connsiteX54" fmla="*/ 3990876 w 4776227"/>
                <a:gd name="connsiteY54" fmla="*/ 1990593 h 5167690"/>
                <a:gd name="connsiteX55" fmla="*/ 3967839 w 4776227"/>
                <a:gd name="connsiteY55" fmla="*/ 2027509 h 5167690"/>
                <a:gd name="connsiteX56" fmla="*/ 3970428 w 4776227"/>
                <a:gd name="connsiteY56" fmla="*/ 2139384 h 5167690"/>
                <a:gd name="connsiteX57" fmla="*/ 3621080 w 4776227"/>
                <a:gd name="connsiteY57" fmla="*/ 2142842 h 5167690"/>
                <a:gd name="connsiteX58" fmla="*/ 3473478 w 4776227"/>
                <a:gd name="connsiteY58" fmla="*/ 1544109 h 5167690"/>
                <a:gd name="connsiteX59" fmla="*/ 3284155 w 4776227"/>
                <a:gd name="connsiteY59" fmla="*/ 1254392 h 5167690"/>
                <a:gd name="connsiteX60" fmla="*/ 2795615 w 4776227"/>
                <a:gd name="connsiteY60" fmla="*/ 874924 h 5167690"/>
                <a:gd name="connsiteX61" fmla="*/ 2384941 w 4776227"/>
                <a:gd name="connsiteY61" fmla="*/ 754342 h 5167690"/>
                <a:gd name="connsiteX62" fmla="*/ 2098282 w 4776227"/>
                <a:gd name="connsiteY62" fmla="*/ 740374 h 5167690"/>
                <a:gd name="connsiteX63" fmla="*/ 1644452 w 4776227"/>
                <a:gd name="connsiteY63" fmla="*/ 846193 h 5167690"/>
                <a:gd name="connsiteX64" fmla="*/ 1219740 w 4776227"/>
                <a:gd name="connsiteY64" fmla="*/ 1119174 h 5167690"/>
                <a:gd name="connsiteX65" fmla="*/ 781782 w 4776227"/>
                <a:gd name="connsiteY65" fmla="*/ 1896524 h 5167690"/>
                <a:gd name="connsiteX66" fmla="*/ 757851 w 4776227"/>
                <a:gd name="connsiteY66" fmla="*/ 2258894 h 5167690"/>
                <a:gd name="connsiteX67" fmla="*/ 940189 w 4776227"/>
                <a:gd name="connsiteY67" fmla="*/ 2866709 h 5167690"/>
                <a:gd name="connsiteX68" fmla="*/ 1242041 w 4776227"/>
                <a:gd name="connsiteY68" fmla="*/ 3240094 h 5167690"/>
                <a:gd name="connsiteX69" fmla="*/ 1909671 w 4776227"/>
                <a:gd name="connsiteY69" fmla="*/ 3571587 h 5167690"/>
                <a:gd name="connsiteX70" fmla="*/ 2409957 w 4776227"/>
                <a:gd name="connsiteY70" fmla="*/ 3598127 h 5167690"/>
                <a:gd name="connsiteX71" fmla="*/ 2463666 w 4776227"/>
                <a:gd name="connsiteY71" fmla="*/ 3653570 h 5167690"/>
                <a:gd name="connsiteX72" fmla="*/ 2500470 w 4776227"/>
                <a:gd name="connsiteY72" fmla="*/ 3928968 h 5167690"/>
                <a:gd name="connsiteX73" fmla="*/ 2498024 w 4776227"/>
                <a:gd name="connsiteY73" fmla="*/ 3948316 h 5167690"/>
                <a:gd name="connsiteX74" fmla="*/ 1787028 w 4776227"/>
                <a:gd name="connsiteY74" fmla="*/ 3911736 h 5167690"/>
                <a:gd name="connsiteX75" fmla="*/ 1667639 w 4776227"/>
                <a:gd name="connsiteY75" fmla="*/ 4238966 h 5167690"/>
                <a:gd name="connsiteX76" fmla="*/ 1551649 w 4776227"/>
                <a:gd name="connsiteY76" fmla="*/ 4296244 h 5167690"/>
                <a:gd name="connsiteX77" fmla="*/ 1300872 w 4776227"/>
                <a:gd name="connsiteY77" fmla="*/ 4204388 h 5167690"/>
                <a:gd name="connsiteX78" fmla="*/ 1349948 w 4776227"/>
                <a:gd name="connsiteY78" fmla="*/ 4067602 h 5167690"/>
                <a:gd name="connsiteX79" fmla="*/ 1437460 w 4776227"/>
                <a:gd name="connsiteY79" fmla="*/ 3824001 h 5167690"/>
                <a:gd name="connsiteX80" fmla="*/ 1420562 w 4776227"/>
                <a:gd name="connsiteY80" fmla="*/ 3782555 h 5167690"/>
                <a:gd name="connsiteX81" fmla="*/ 1045613 w 4776227"/>
                <a:gd name="connsiteY81" fmla="*/ 3543160 h 5167690"/>
                <a:gd name="connsiteX82" fmla="*/ 808791 w 4776227"/>
                <a:gd name="connsiteY82" fmla="*/ 3303718 h 5167690"/>
                <a:gd name="connsiteX83" fmla="*/ 772146 w 4776227"/>
                <a:gd name="connsiteY83" fmla="*/ 3269145 h 5167690"/>
                <a:gd name="connsiteX84" fmla="*/ 530338 w 4776227"/>
                <a:gd name="connsiteY84" fmla="*/ 3422642 h 5167690"/>
                <a:gd name="connsiteX85" fmla="*/ 435241 w 4776227"/>
                <a:gd name="connsiteY85" fmla="*/ 3478596 h 5167690"/>
                <a:gd name="connsiteX86" fmla="*/ 402658 w 4776227"/>
                <a:gd name="connsiteY86" fmla="*/ 3469173 h 5167690"/>
                <a:gd name="connsiteX87" fmla="*/ 241693 w 4776227"/>
                <a:gd name="connsiteY87" fmla="*/ 3214859 h 5167690"/>
                <a:gd name="connsiteX88" fmla="*/ 253150 w 4776227"/>
                <a:gd name="connsiteY88" fmla="*/ 3173752 h 5167690"/>
                <a:gd name="connsiteX89" fmla="*/ 552804 w 4776227"/>
                <a:gd name="connsiteY89" fmla="*/ 2984669 h 5167690"/>
                <a:gd name="connsiteX90" fmla="*/ 568434 w 4776227"/>
                <a:gd name="connsiteY90" fmla="*/ 2922344 h 5167690"/>
                <a:gd name="connsiteX91" fmla="*/ 427406 w 4776227"/>
                <a:gd name="connsiteY91" fmla="*/ 2477711 h 5167690"/>
                <a:gd name="connsiteX92" fmla="*/ 402497 w 4776227"/>
                <a:gd name="connsiteY92" fmla="*/ 2122976 h 5167690"/>
                <a:gd name="connsiteX93" fmla="*/ 365068 w 4776227"/>
                <a:gd name="connsiteY93" fmla="*/ 2079697 h 5167690"/>
                <a:gd name="connsiteX94" fmla="*/ 26826 w 4776227"/>
                <a:gd name="connsiteY94" fmla="*/ 2026592 h 5167690"/>
                <a:gd name="connsiteX95" fmla="*/ 820 w 4776227"/>
                <a:gd name="connsiteY95" fmla="*/ 1988105 h 5167690"/>
                <a:gd name="connsiteX96" fmla="*/ 47975 w 4776227"/>
                <a:gd name="connsiteY96" fmla="*/ 1702815 h 5167690"/>
                <a:gd name="connsiteX97" fmla="*/ 90036 w 4776227"/>
                <a:gd name="connsiteY97" fmla="*/ 1672258 h 5167690"/>
                <a:gd name="connsiteX98" fmla="*/ 448774 w 4776227"/>
                <a:gd name="connsiteY98" fmla="*/ 1733807 h 5167690"/>
                <a:gd name="connsiteX99" fmla="*/ 531949 w 4776227"/>
                <a:gd name="connsiteY99" fmla="*/ 1499335 h 5167690"/>
                <a:gd name="connsiteX100" fmla="*/ 647703 w 4776227"/>
                <a:gd name="connsiteY100" fmla="*/ 1263625 h 5167690"/>
                <a:gd name="connsiteX101" fmla="*/ 874865 w 4776227"/>
                <a:gd name="connsiteY101" fmla="*/ 956977 h 5167690"/>
                <a:gd name="connsiteX102" fmla="*/ 873267 w 4776227"/>
                <a:gd name="connsiteY102" fmla="*/ 904466 h 5167690"/>
                <a:gd name="connsiteX103" fmla="*/ 665681 w 4776227"/>
                <a:gd name="connsiteY103" fmla="*/ 673832 h 5167690"/>
                <a:gd name="connsiteX104" fmla="*/ 641344 w 4776227"/>
                <a:gd name="connsiteY104" fmla="*/ 638496 h 5167690"/>
                <a:gd name="connsiteX105" fmla="*/ 904509 w 4776227"/>
                <a:gd name="connsiteY105" fmla="*/ 401970 h 5167690"/>
                <a:gd name="connsiteX106" fmla="*/ 1019449 w 4776227"/>
                <a:gd name="connsiteY106" fmla="*/ 530908 h 5167690"/>
                <a:gd name="connsiteX107" fmla="*/ 1157467 w 4776227"/>
                <a:gd name="connsiteY107" fmla="*/ 684642 h 5167690"/>
                <a:gd name="connsiteX108" fmla="*/ 1196949 w 4776227"/>
                <a:gd name="connsiteY108" fmla="*/ 679917 h 5167690"/>
                <a:gd name="connsiteX109" fmla="*/ 1398907 w 4776227"/>
                <a:gd name="connsiteY109" fmla="*/ 564823 h 5167690"/>
                <a:gd name="connsiteX110" fmla="*/ 1901506 w 4776227"/>
                <a:gd name="connsiteY110" fmla="*/ 406187 h 5167690"/>
                <a:gd name="connsiteX111" fmla="*/ 1974815 w 4776227"/>
                <a:gd name="connsiteY111" fmla="*/ 394428 h 5167690"/>
                <a:gd name="connsiteX112" fmla="*/ 1974815 w 4776227"/>
                <a:gd name="connsiteY112" fmla="*/ 0 h 516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776227" h="5167690">
                  <a:moveTo>
                    <a:pt x="3835700" y="4645408"/>
                  </a:moveTo>
                  <a:lnTo>
                    <a:pt x="4360874" y="4645408"/>
                  </a:lnTo>
                  <a:lnTo>
                    <a:pt x="4360874" y="5167690"/>
                  </a:lnTo>
                  <a:lnTo>
                    <a:pt x="3835700" y="5167690"/>
                  </a:lnTo>
                  <a:close/>
                  <a:moveTo>
                    <a:pt x="4649669" y="3288326"/>
                  </a:moveTo>
                  <a:cubicBezTo>
                    <a:pt x="4659144" y="3287829"/>
                    <a:pt x="4668627" y="3293517"/>
                    <a:pt x="4680355" y="3306478"/>
                  </a:cubicBezTo>
                  <a:cubicBezTo>
                    <a:pt x="4711251" y="3340625"/>
                    <a:pt x="4746410" y="3370915"/>
                    <a:pt x="4776227" y="3399499"/>
                  </a:cubicBezTo>
                  <a:cubicBezTo>
                    <a:pt x="4488681" y="3687032"/>
                    <a:pt x="4204573" y="3971126"/>
                    <a:pt x="3917484" y="4258202"/>
                  </a:cubicBezTo>
                  <a:cubicBezTo>
                    <a:pt x="3828857" y="4169469"/>
                    <a:pt x="3733971" y="4074468"/>
                    <a:pt x="3637156" y="3977538"/>
                  </a:cubicBezTo>
                  <a:cubicBezTo>
                    <a:pt x="3576044" y="3916693"/>
                    <a:pt x="3516862" y="3857777"/>
                    <a:pt x="3461775" y="3802940"/>
                  </a:cubicBezTo>
                  <a:cubicBezTo>
                    <a:pt x="3504032" y="3760219"/>
                    <a:pt x="3544956" y="3718847"/>
                    <a:pt x="3586590" y="3676758"/>
                  </a:cubicBezTo>
                  <a:cubicBezTo>
                    <a:pt x="3692352" y="3782703"/>
                    <a:pt x="3803669" y="3894213"/>
                    <a:pt x="3917105" y="4007845"/>
                  </a:cubicBezTo>
                  <a:cubicBezTo>
                    <a:pt x="3931380" y="3994523"/>
                    <a:pt x="3941703" y="3985449"/>
                    <a:pt x="3951404" y="3975754"/>
                  </a:cubicBezTo>
                  <a:cubicBezTo>
                    <a:pt x="4174151" y="3753135"/>
                    <a:pt x="4397163" y="3530780"/>
                    <a:pt x="4619030" y="3307288"/>
                  </a:cubicBezTo>
                  <a:cubicBezTo>
                    <a:pt x="4630726" y="3295507"/>
                    <a:pt x="4640193" y="3288824"/>
                    <a:pt x="4649669" y="3288326"/>
                  </a:cubicBezTo>
                  <a:close/>
                  <a:moveTo>
                    <a:pt x="3969959" y="2142844"/>
                  </a:moveTo>
                  <a:cubicBezTo>
                    <a:pt x="3973488" y="2151655"/>
                    <a:pt x="3973488" y="2160469"/>
                    <a:pt x="3973488" y="2173714"/>
                  </a:cubicBezTo>
                  <a:cubicBezTo>
                    <a:pt x="3903491" y="2173714"/>
                    <a:pt x="3834809" y="2173720"/>
                    <a:pt x="3766128" y="2173712"/>
                  </a:cubicBezTo>
                  <a:cubicBezTo>
                    <a:pt x="3725269" y="2173706"/>
                    <a:pt x="3684397" y="2173046"/>
                    <a:pt x="3643558" y="2173945"/>
                  </a:cubicBezTo>
                  <a:cubicBezTo>
                    <a:pt x="3625178" y="2174350"/>
                    <a:pt x="3617481" y="2167610"/>
                    <a:pt x="3620627" y="2146129"/>
                  </a:cubicBezTo>
                  <a:cubicBezTo>
                    <a:pt x="3736196" y="2142843"/>
                    <a:pt x="3851311" y="2142845"/>
                    <a:pt x="3969959" y="2142844"/>
                  </a:cubicBezTo>
                  <a:close/>
                  <a:moveTo>
                    <a:pt x="2048700" y="1990976"/>
                  </a:moveTo>
                  <a:lnTo>
                    <a:pt x="2331073" y="1990976"/>
                  </a:lnTo>
                  <a:lnTo>
                    <a:pt x="2331073" y="2271557"/>
                  </a:lnTo>
                  <a:lnTo>
                    <a:pt x="2048700" y="2271557"/>
                  </a:lnTo>
                  <a:close/>
                  <a:moveTo>
                    <a:pt x="3696232" y="595506"/>
                  </a:moveTo>
                  <a:cubicBezTo>
                    <a:pt x="3700714" y="602465"/>
                    <a:pt x="3706485" y="614829"/>
                    <a:pt x="3702720" y="619484"/>
                  </a:cubicBezTo>
                  <a:cubicBezTo>
                    <a:pt x="3641207" y="695558"/>
                    <a:pt x="3578613" y="770762"/>
                    <a:pt x="3515961" y="845912"/>
                  </a:cubicBezTo>
                  <a:cubicBezTo>
                    <a:pt x="3498860" y="866424"/>
                    <a:pt x="3480776" y="886118"/>
                    <a:pt x="3460852" y="907355"/>
                  </a:cubicBezTo>
                  <a:cubicBezTo>
                    <a:pt x="3459916" y="895937"/>
                    <a:pt x="3456619" y="879526"/>
                    <a:pt x="3463342" y="871350"/>
                  </a:cubicBezTo>
                  <a:cubicBezTo>
                    <a:pt x="3539034" y="779278"/>
                    <a:pt x="3616267" y="688472"/>
                    <a:pt x="3696232" y="595506"/>
                  </a:cubicBezTo>
                  <a:close/>
                  <a:moveTo>
                    <a:pt x="1974815" y="0"/>
                  </a:moveTo>
                  <a:cubicBezTo>
                    <a:pt x="2095185" y="0"/>
                    <a:pt x="2210243" y="0"/>
                    <a:pt x="2329394" y="0"/>
                  </a:cubicBezTo>
                  <a:cubicBezTo>
                    <a:pt x="2329394" y="128605"/>
                    <a:pt x="2329394" y="256552"/>
                    <a:pt x="2329394" y="384642"/>
                  </a:cubicBezTo>
                  <a:cubicBezTo>
                    <a:pt x="2394368" y="394863"/>
                    <a:pt x="2455417" y="404386"/>
                    <a:pt x="2516437" y="414086"/>
                  </a:cubicBezTo>
                  <a:cubicBezTo>
                    <a:pt x="2653928" y="435942"/>
                    <a:pt x="2786005" y="476960"/>
                    <a:pt x="2911483" y="536125"/>
                  </a:cubicBezTo>
                  <a:cubicBezTo>
                    <a:pt x="2994166" y="575110"/>
                    <a:pt x="3072532" y="623229"/>
                    <a:pt x="3152971" y="667002"/>
                  </a:cubicBezTo>
                  <a:cubicBezTo>
                    <a:pt x="3173514" y="678181"/>
                    <a:pt x="3187518" y="680761"/>
                    <a:pt x="3207046" y="656425"/>
                  </a:cubicBezTo>
                  <a:cubicBezTo>
                    <a:pt x="3281149" y="564073"/>
                    <a:pt x="3359865" y="475425"/>
                    <a:pt x="3441512" y="384268"/>
                  </a:cubicBezTo>
                  <a:cubicBezTo>
                    <a:pt x="3447740" y="383119"/>
                    <a:pt x="3449314" y="383093"/>
                    <a:pt x="3450888" y="383068"/>
                  </a:cubicBezTo>
                  <a:cubicBezTo>
                    <a:pt x="3532839" y="451653"/>
                    <a:pt x="3614789" y="520240"/>
                    <a:pt x="3694913" y="593075"/>
                  </a:cubicBezTo>
                  <a:cubicBezTo>
                    <a:pt x="3616268" y="688471"/>
                    <a:pt x="3539036" y="779278"/>
                    <a:pt x="3463342" y="871350"/>
                  </a:cubicBezTo>
                  <a:cubicBezTo>
                    <a:pt x="3456620" y="879526"/>
                    <a:pt x="3459917" y="895937"/>
                    <a:pt x="3458560" y="908523"/>
                  </a:cubicBezTo>
                  <a:cubicBezTo>
                    <a:pt x="3537581" y="1009502"/>
                    <a:pt x="3621736" y="1106944"/>
                    <a:pt x="3694308" y="1212362"/>
                  </a:cubicBezTo>
                  <a:cubicBezTo>
                    <a:pt x="3783248" y="1341556"/>
                    <a:pt x="3848751" y="1483856"/>
                    <a:pt x="3890642" y="1635801"/>
                  </a:cubicBezTo>
                  <a:cubicBezTo>
                    <a:pt x="3899811" y="1669062"/>
                    <a:pt x="3916950" y="1676307"/>
                    <a:pt x="3949526" y="1669871"/>
                  </a:cubicBezTo>
                  <a:cubicBezTo>
                    <a:pt x="4068793" y="1646311"/>
                    <a:pt x="4188527" y="1625113"/>
                    <a:pt x="4312205" y="1604665"/>
                  </a:cubicBezTo>
                  <a:cubicBezTo>
                    <a:pt x="4317618" y="1607799"/>
                    <a:pt x="4319092" y="1609086"/>
                    <a:pt x="4320750" y="1610163"/>
                  </a:cubicBezTo>
                  <a:cubicBezTo>
                    <a:pt x="4339269" y="1710867"/>
                    <a:pt x="4357787" y="1811572"/>
                    <a:pt x="4373478" y="1915772"/>
                  </a:cubicBezTo>
                  <a:cubicBezTo>
                    <a:pt x="4330572" y="1926965"/>
                    <a:pt x="4290530" y="1934855"/>
                    <a:pt x="4250408" y="1942312"/>
                  </a:cubicBezTo>
                  <a:cubicBezTo>
                    <a:pt x="4290530" y="1934855"/>
                    <a:pt x="4330572" y="1926965"/>
                    <a:pt x="4373828" y="1919033"/>
                  </a:cubicBezTo>
                  <a:cubicBezTo>
                    <a:pt x="4397785" y="1946942"/>
                    <a:pt x="4372262" y="1951752"/>
                    <a:pt x="4355817" y="1955278"/>
                  </a:cubicBezTo>
                  <a:cubicBezTo>
                    <a:pt x="4298026" y="1967670"/>
                    <a:pt x="4239691" y="1977529"/>
                    <a:pt x="4181565" y="1988372"/>
                  </a:cubicBezTo>
                  <a:cubicBezTo>
                    <a:pt x="4112398" y="2001274"/>
                    <a:pt x="4043235" y="2014198"/>
                    <a:pt x="3970955" y="2027310"/>
                  </a:cubicBezTo>
                  <a:cubicBezTo>
                    <a:pt x="3949230" y="1998911"/>
                    <a:pt x="3972690" y="1994140"/>
                    <a:pt x="3990876" y="1990593"/>
                  </a:cubicBezTo>
                  <a:cubicBezTo>
                    <a:pt x="3972692" y="1994140"/>
                    <a:pt x="3949230" y="1998911"/>
                    <a:pt x="3967839" y="2027509"/>
                  </a:cubicBezTo>
                  <a:cubicBezTo>
                    <a:pt x="3970035" y="2063647"/>
                    <a:pt x="3972231" y="2099785"/>
                    <a:pt x="3970428" y="2139384"/>
                  </a:cubicBezTo>
                  <a:cubicBezTo>
                    <a:pt x="3851313" y="2142844"/>
                    <a:pt x="3736197" y="2142843"/>
                    <a:pt x="3621080" y="2142842"/>
                  </a:cubicBezTo>
                  <a:cubicBezTo>
                    <a:pt x="3609420" y="1934002"/>
                    <a:pt x="3567137" y="1732362"/>
                    <a:pt x="3473478" y="1544109"/>
                  </a:cubicBezTo>
                  <a:cubicBezTo>
                    <a:pt x="3421887" y="1440410"/>
                    <a:pt x="3359415" y="1343529"/>
                    <a:pt x="3284155" y="1254392"/>
                  </a:cubicBezTo>
                  <a:cubicBezTo>
                    <a:pt x="3147881" y="1092989"/>
                    <a:pt x="2986061" y="965344"/>
                    <a:pt x="2795615" y="874924"/>
                  </a:cubicBezTo>
                  <a:cubicBezTo>
                    <a:pt x="2665416" y="813108"/>
                    <a:pt x="2529129" y="768040"/>
                    <a:pt x="2384941" y="754342"/>
                  </a:cubicBezTo>
                  <a:cubicBezTo>
                    <a:pt x="2289705" y="745294"/>
                    <a:pt x="2193282" y="734859"/>
                    <a:pt x="2098282" y="740374"/>
                  </a:cubicBezTo>
                  <a:cubicBezTo>
                    <a:pt x="1941958" y="749449"/>
                    <a:pt x="1789662" y="784444"/>
                    <a:pt x="1644452" y="846193"/>
                  </a:cubicBezTo>
                  <a:cubicBezTo>
                    <a:pt x="1487246" y="913042"/>
                    <a:pt x="1346301" y="1003453"/>
                    <a:pt x="1219740" y="1119174"/>
                  </a:cubicBezTo>
                  <a:cubicBezTo>
                    <a:pt x="988125" y="1330953"/>
                    <a:pt x="846801" y="1592633"/>
                    <a:pt x="781782" y="1896524"/>
                  </a:cubicBezTo>
                  <a:cubicBezTo>
                    <a:pt x="756361" y="2015343"/>
                    <a:pt x="747523" y="2137617"/>
                    <a:pt x="757851" y="2258894"/>
                  </a:cubicBezTo>
                  <a:cubicBezTo>
                    <a:pt x="776141" y="2473618"/>
                    <a:pt x="831994" y="2677328"/>
                    <a:pt x="940189" y="2866709"/>
                  </a:cubicBezTo>
                  <a:cubicBezTo>
                    <a:pt x="1021063" y="3008266"/>
                    <a:pt x="1121144" y="3133081"/>
                    <a:pt x="1242041" y="3240094"/>
                  </a:cubicBezTo>
                  <a:cubicBezTo>
                    <a:pt x="1434106" y="3410104"/>
                    <a:pt x="1656906" y="3520435"/>
                    <a:pt x="1909671" y="3571587"/>
                  </a:cubicBezTo>
                  <a:cubicBezTo>
                    <a:pt x="2075620" y="3605170"/>
                    <a:pt x="2243059" y="3606924"/>
                    <a:pt x="2409957" y="3598127"/>
                  </a:cubicBezTo>
                  <a:cubicBezTo>
                    <a:pt x="2468546" y="3595039"/>
                    <a:pt x="2459666" y="3618557"/>
                    <a:pt x="2463666" y="3653570"/>
                  </a:cubicBezTo>
                  <a:cubicBezTo>
                    <a:pt x="2474170" y="3745569"/>
                    <a:pt x="2488142" y="3837172"/>
                    <a:pt x="2500470" y="3928968"/>
                  </a:cubicBezTo>
                  <a:cubicBezTo>
                    <a:pt x="2501110" y="3933735"/>
                    <a:pt x="2499304" y="3938829"/>
                    <a:pt x="2498024" y="3948316"/>
                  </a:cubicBezTo>
                  <a:cubicBezTo>
                    <a:pt x="2260312" y="3965339"/>
                    <a:pt x="2024214" y="3961979"/>
                    <a:pt x="1787028" y="3911736"/>
                  </a:cubicBezTo>
                  <a:cubicBezTo>
                    <a:pt x="1747284" y="4020301"/>
                    <a:pt x="1706158" y="4129176"/>
                    <a:pt x="1667639" y="4238966"/>
                  </a:cubicBezTo>
                  <a:cubicBezTo>
                    <a:pt x="1637252" y="4325582"/>
                    <a:pt x="1638405" y="4326850"/>
                    <a:pt x="1551649" y="4296244"/>
                  </a:cubicBezTo>
                  <a:cubicBezTo>
                    <a:pt x="1470346" y="4267563"/>
                    <a:pt x="1389703" y="4237016"/>
                    <a:pt x="1300872" y="4204388"/>
                  </a:cubicBezTo>
                  <a:cubicBezTo>
                    <a:pt x="1317149" y="4159035"/>
                    <a:pt x="1333633" y="4113348"/>
                    <a:pt x="1349948" y="4067602"/>
                  </a:cubicBezTo>
                  <a:cubicBezTo>
                    <a:pt x="1378933" y="3986329"/>
                    <a:pt x="1406687" y="3904589"/>
                    <a:pt x="1437460" y="3824001"/>
                  </a:cubicBezTo>
                  <a:cubicBezTo>
                    <a:pt x="1446216" y="3801066"/>
                    <a:pt x="1440235" y="3791571"/>
                    <a:pt x="1420562" y="3782555"/>
                  </a:cubicBezTo>
                  <a:cubicBezTo>
                    <a:pt x="1284476" y="3720190"/>
                    <a:pt x="1158140" y="3640752"/>
                    <a:pt x="1045613" y="3543160"/>
                  </a:cubicBezTo>
                  <a:cubicBezTo>
                    <a:pt x="961056" y="3469825"/>
                    <a:pt x="887428" y="3383898"/>
                    <a:pt x="808791" y="3303718"/>
                  </a:cubicBezTo>
                  <a:cubicBezTo>
                    <a:pt x="798042" y="3292757"/>
                    <a:pt x="786466" y="3282609"/>
                    <a:pt x="772146" y="3269145"/>
                  </a:cubicBezTo>
                  <a:cubicBezTo>
                    <a:pt x="692609" y="3319683"/>
                    <a:pt x="611637" y="3371423"/>
                    <a:pt x="530338" y="3422642"/>
                  </a:cubicBezTo>
                  <a:cubicBezTo>
                    <a:pt x="499202" y="3442259"/>
                    <a:pt x="468040" y="3462128"/>
                    <a:pt x="435241" y="3478596"/>
                  </a:cubicBezTo>
                  <a:cubicBezTo>
                    <a:pt x="427522" y="3482471"/>
                    <a:pt x="407513" y="3476671"/>
                    <a:pt x="402658" y="3469173"/>
                  </a:cubicBezTo>
                  <a:cubicBezTo>
                    <a:pt x="348133" y="3384964"/>
                    <a:pt x="296368" y="3298967"/>
                    <a:pt x="241693" y="3214859"/>
                  </a:cubicBezTo>
                  <a:cubicBezTo>
                    <a:pt x="227290" y="3192703"/>
                    <a:pt x="234268" y="3185518"/>
                    <a:pt x="253150" y="3173752"/>
                  </a:cubicBezTo>
                  <a:cubicBezTo>
                    <a:pt x="353384" y="3111282"/>
                    <a:pt x="452063" y="3046295"/>
                    <a:pt x="552804" y="2984669"/>
                  </a:cubicBezTo>
                  <a:cubicBezTo>
                    <a:pt x="582286" y="2966635"/>
                    <a:pt x="582359" y="2949924"/>
                    <a:pt x="568434" y="2922344"/>
                  </a:cubicBezTo>
                  <a:cubicBezTo>
                    <a:pt x="497497" y="2781842"/>
                    <a:pt x="451214" y="2632142"/>
                    <a:pt x="427406" y="2477711"/>
                  </a:cubicBezTo>
                  <a:cubicBezTo>
                    <a:pt x="409404" y="2360939"/>
                    <a:pt x="408821" y="2241393"/>
                    <a:pt x="402497" y="2122976"/>
                  </a:cubicBezTo>
                  <a:cubicBezTo>
                    <a:pt x="401043" y="2095748"/>
                    <a:pt x="396978" y="2083888"/>
                    <a:pt x="365068" y="2079697"/>
                  </a:cubicBezTo>
                  <a:cubicBezTo>
                    <a:pt x="251946" y="2064841"/>
                    <a:pt x="139524" y="2044680"/>
                    <a:pt x="26826" y="2026592"/>
                  </a:cubicBezTo>
                  <a:cubicBezTo>
                    <a:pt x="4331" y="2022983"/>
                    <a:pt x="-2585" y="2008909"/>
                    <a:pt x="820" y="1988105"/>
                  </a:cubicBezTo>
                  <a:cubicBezTo>
                    <a:pt x="16388" y="1892982"/>
                    <a:pt x="31742" y="1797824"/>
                    <a:pt x="47975" y="1702815"/>
                  </a:cubicBezTo>
                  <a:cubicBezTo>
                    <a:pt x="51796" y="1680451"/>
                    <a:pt x="63223" y="1667497"/>
                    <a:pt x="90036" y="1672258"/>
                  </a:cubicBezTo>
                  <a:cubicBezTo>
                    <a:pt x="209691" y="1693507"/>
                    <a:pt x="329571" y="1713477"/>
                    <a:pt x="448774" y="1733807"/>
                  </a:cubicBezTo>
                  <a:cubicBezTo>
                    <a:pt x="476631" y="1654183"/>
                    <a:pt x="500137" y="1575014"/>
                    <a:pt x="531949" y="1499335"/>
                  </a:cubicBezTo>
                  <a:cubicBezTo>
                    <a:pt x="565858" y="1418665"/>
                    <a:pt x="600244" y="1336492"/>
                    <a:pt x="647703" y="1263625"/>
                  </a:cubicBezTo>
                  <a:cubicBezTo>
                    <a:pt x="717011" y="1157211"/>
                    <a:pt x="797455" y="1057965"/>
                    <a:pt x="874865" y="956977"/>
                  </a:cubicBezTo>
                  <a:cubicBezTo>
                    <a:pt x="890872" y="936094"/>
                    <a:pt x="890472" y="923218"/>
                    <a:pt x="873267" y="904466"/>
                  </a:cubicBezTo>
                  <a:cubicBezTo>
                    <a:pt x="803348" y="828250"/>
                    <a:pt x="734527" y="751024"/>
                    <a:pt x="665681" y="673832"/>
                  </a:cubicBezTo>
                  <a:cubicBezTo>
                    <a:pt x="657288" y="664423"/>
                    <a:pt x="651197" y="652962"/>
                    <a:pt x="641344" y="638496"/>
                  </a:cubicBezTo>
                  <a:cubicBezTo>
                    <a:pt x="727144" y="561380"/>
                    <a:pt x="813403" y="483853"/>
                    <a:pt x="904509" y="401970"/>
                  </a:cubicBezTo>
                  <a:cubicBezTo>
                    <a:pt x="943780" y="446008"/>
                    <a:pt x="981705" y="488378"/>
                    <a:pt x="1019449" y="530908"/>
                  </a:cubicBezTo>
                  <a:cubicBezTo>
                    <a:pt x="1065172" y="582427"/>
                    <a:pt x="1109923" y="634866"/>
                    <a:pt x="1157467" y="684642"/>
                  </a:cubicBezTo>
                  <a:cubicBezTo>
                    <a:pt x="1163119" y="690559"/>
                    <a:pt x="1185793" y="686104"/>
                    <a:pt x="1196949" y="679917"/>
                  </a:cubicBezTo>
                  <a:cubicBezTo>
                    <a:pt x="1264719" y="642332"/>
                    <a:pt x="1329456" y="598803"/>
                    <a:pt x="1398907" y="564823"/>
                  </a:cubicBezTo>
                  <a:cubicBezTo>
                    <a:pt x="1558176" y="486898"/>
                    <a:pt x="1725125" y="431053"/>
                    <a:pt x="1901506" y="406187"/>
                  </a:cubicBezTo>
                  <a:cubicBezTo>
                    <a:pt x="1924147" y="402995"/>
                    <a:pt x="1946668" y="398967"/>
                    <a:pt x="1974815" y="394428"/>
                  </a:cubicBezTo>
                  <a:cubicBezTo>
                    <a:pt x="1974815" y="265373"/>
                    <a:pt x="1974815" y="133868"/>
                    <a:pt x="1974815"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3" name="Group 62">
            <a:extLst>
              <a:ext uri="{FF2B5EF4-FFF2-40B4-BE49-F238E27FC236}">
                <a16:creationId xmlns:a16="http://schemas.microsoft.com/office/drawing/2014/main" id="{8506DFBF-16C7-8737-B8D3-7F77BFE7D40F}"/>
              </a:ext>
              <a:ext uri="{C183D7F6-B498-43B3-948B-1728B52AA6E4}">
                <adec:decorative xmlns:adec="http://schemas.microsoft.com/office/drawing/2017/decorative" val="1"/>
              </a:ext>
            </a:extLst>
          </p:cNvPr>
          <p:cNvGrpSpPr>
            <a:grpSpLocks noChangeAspect="1"/>
          </p:cNvGrpSpPr>
          <p:nvPr/>
        </p:nvGrpSpPr>
        <p:grpSpPr>
          <a:xfrm>
            <a:off x="639763" y="5755986"/>
            <a:ext cx="457263" cy="457200"/>
            <a:chOff x="639763" y="5755986"/>
            <a:chExt cx="457263" cy="457200"/>
          </a:xfrm>
          <a:solidFill>
            <a:srgbClr val="FF0000"/>
          </a:solidFill>
        </p:grpSpPr>
        <p:sp>
          <p:nvSpPr>
            <p:cNvPr id="2641" name="Freeform: Shape 2640">
              <a:extLst>
                <a:ext uri="{FF2B5EF4-FFF2-40B4-BE49-F238E27FC236}">
                  <a16:creationId xmlns:a16="http://schemas.microsoft.com/office/drawing/2014/main" id="{F7E3F8DD-1E3E-D142-66ED-DD0AFF90E861}"/>
                </a:ext>
                <a:ext uri="{C183D7F6-B498-43B3-948B-1728B52AA6E4}">
                  <adec:decorative xmlns:adec="http://schemas.microsoft.com/office/drawing/2017/decorative" val="1"/>
                </a:ext>
              </a:extLst>
            </p:cNvPr>
            <p:cNvSpPr/>
            <p:nvPr/>
          </p:nvSpPr>
          <p:spPr>
            <a:xfrm>
              <a:off x="644825" y="5760914"/>
              <a:ext cx="452201" cy="452272"/>
            </a:xfrm>
            <a:custGeom>
              <a:avLst/>
              <a:gdLst>
                <a:gd name="connsiteX0" fmla="*/ 4009593 w 6783020"/>
                <a:gd name="connsiteY0" fmla="*/ 2349072 h 6784085"/>
                <a:gd name="connsiteX1" fmla="*/ 4357280 w 6783020"/>
                <a:gd name="connsiteY1" fmla="*/ 2349072 h 6784085"/>
                <a:gd name="connsiteX2" fmla="*/ 4357280 w 6783020"/>
                <a:gd name="connsiteY2" fmla="*/ 2566382 h 6784085"/>
                <a:gd name="connsiteX3" fmla="*/ 4654144 w 6783020"/>
                <a:gd name="connsiteY3" fmla="*/ 2671444 h 6784085"/>
                <a:gd name="connsiteX4" fmla="*/ 4796542 w 6783020"/>
                <a:gd name="connsiteY4" fmla="*/ 2498102 h 6784085"/>
                <a:gd name="connsiteX5" fmla="*/ 4839743 w 6783020"/>
                <a:gd name="connsiteY5" fmla="*/ 2531045 h 6784085"/>
                <a:gd name="connsiteX6" fmla="*/ 5067749 w 6783020"/>
                <a:gd name="connsiteY6" fmla="*/ 2716661 h 6784085"/>
                <a:gd name="connsiteX7" fmla="*/ 4924977 w 6783020"/>
                <a:gd name="connsiteY7" fmla="*/ 2893400 h 6784085"/>
                <a:gd name="connsiteX8" fmla="*/ 5082410 w 6783020"/>
                <a:gd name="connsiteY8" fmla="*/ 3158850 h 6784085"/>
                <a:gd name="connsiteX9" fmla="*/ 5287153 w 6783020"/>
                <a:gd name="connsiteY9" fmla="*/ 3122847 h 6784085"/>
                <a:gd name="connsiteX10" fmla="*/ 5317419 w 6783020"/>
                <a:gd name="connsiteY10" fmla="*/ 3146176 h 6784085"/>
                <a:gd name="connsiteX11" fmla="*/ 5368600 w 6783020"/>
                <a:gd name="connsiteY11" fmla="*/ 3431215 h 6784085"/>
                <a:gd name="connsiteX12" fmla="*/ 5346759 w 6783020"/>
                <a:gd name="connsiteY12" fmla="*/ 3464407 h 6784085"/>
                <a:gd name="connsiteX13" fmla="*/ 5145125 w 6783020"/>
                <a:gd name="connsiteY13" fmla="*/ 3502260 h 6784085"/>
                <a:gd name="connsiteX14" fmla="*/ 5098575 w 6783020"/>
                <a:gd name="connsiteY14" fmla="*/ 3805823 h 6784085"/>
                <a:gd name="connsiteX15" fmla="*/ 5303127 w 6783020"/>
                <a:gd name="connsiteY15" fmla="*/ 3921489 h 6784085"/>
                <a:gd name="connsiteX16" fmla="*/ 5132981 w 6783020"/>
                <a:gd name="connsiteY16" fmla="*/ 4224905 h 6784085"/>
                <a:gd name="connsiteX17" fmla="*/ 4928118 w 6783020"/>
                <a:gd name="connsiteY17" fmla="*/ 4111316 h 6784085"/>
                <a:gd name="connsiteX18" fmla="*/ 4725084 w 6783020"/>
                <a:gd name="connsiteY18" fmla="*/ 4264798 h 6784085"/>
                <a:gd name="connsiteX19" fmla="*/ 4691134 w 6783020"/>
                <a:gd name="connsiteY19" fmla="*/ 4104880 h 6784085"/>
                <a:gd name="connsiteX20" fmla="*/ 4654235 w 6783020"/>
                <a:gd name="connsiteY20" fmla="*/ 3919775 h 6784085"/>
                <a:gd name="connsiteX21" fmla="*/ 4666241 w 6783020"/>
                <a:gd name="connsiteY21" fmla="*/ 3866829 h 6784085"/>
                <a:gd name="connsiteX22" fmla="*/ 4787168 w 6783020"/>
                <a:gd name="connsiteY22" fmla="*/ 3567074 h 6784085"/>
                <a:gd name="connsiteX23" fmla="*/ 4738966 w 6783020"/>
                <a:gd name="connsiteY23" fmla="*/ 3266163 h 6784085"/>
                <a:gd name="connsiteX24" fmla="*/ 4575681 w 6783020"/>
                <a:gd name="connsiteY24" fmla="*/ 3048900 h 6784085"/>
                <a:gd name="connsiteX25" fmla="*/ 4311322 w 6783020"/>
                <a:gd name="connsiteY25" fmla="*/ 2921521 h 6784085"/>
                <a:gd name="connsiteX26" fmla="*/ 3977716 w 6783020"/>
                <a:gd name="connsiteY26" fmla="*/ 2955009 h 6784085"/>
                <a:gd name="connsiteX27" fmla="*/ 3786755 w 6783020"/>
                <a:gd name="connsiteY27" fmla="*/ 3075797 h 6784085"/>
                <a:gd name="connsiteX28" fmla="*/ 3695022 w 6783020"/>
                <a:gd name="connsiteY28" fmla="*/ 3190467 h 6784085"/>
                <a:gd name="connsiteX29" fmla="*/ 3642631 w 6783020"/>
                <a:gd name="connsiteY29" fmla="*/ 3213759 h 6784085"/>
                <a:gd name="connsiteX30" fmla="*/ 3325646 w 6783020"/>
                <a:gd name="connsiteY30" fmla="*/ 3117889 h 6784085"/>
                <a:gd name="connsiteX31" fmla="*/ 3458003 w 6783020"/>
                <a:gd name="connsiteY31" fmla="*/ 2907559 h 6784085"/>
                <a:gd name="connsiteX32" fmla="*/ 3334677 w 6783020"/>
                <a:gd name="connsiteY32" fmla="*/ 2761876 h 6784085"/>
                <a:gd name="connsiteX33" fmla="*/ 3336560 w 6783020"/>
                <a:gd name="connsiteY33" fmla="*/ 2720717 h 6784085"/>
                <a:gd name="connsiteX34" fmla="*/ 3579523 w 6783020"/>
                <a:gd name="connsiteY34" fmla="*/ 2511658 h 6784085"/>
                <a:gd name="connsiteX35" fmla="*/ 3724522 w 6783020"/>
                <a:gd name="connsiteY35" fmla="*/ 2679947 h 6784085"/>
                <a:gd name="connsiteX36" fmla="*/ 4009593 w 6783020"/>
                <a:gd name="connsiteY36" fmla="*/ 2572679 h 6784085"/>
                <a:gd name="connsiteX37" fmla="*/ 4009593 w 6783020"/>
                <a:gd name="connsiteY37" fmla="*/ 2349072 h 6784085"/>
                <a:gd name="connsiteX38" fmla="*/ 367056 w 6783020"/>
                <a:gd name="connsiteY38" fmla="*/ 1794525 h 6784085"/>
                <a:gd name="connsiteX39" fmla="*/ 367056 w 6783020"/>
                <a:gd name="connsiteY39" fmla="*/ 6417353 h 6784085"/>
                <a:gd name="connsiteX40" fmla="*/ 377069 w 6783020"/>
                <a:gd name="connsiteY40" fmla="*/ 6419402 h 6784085"/>
                <a:gd name="connsiteX41" fmla="*/ 5297257 w 6783020"/>
                <a:gd name="connsiteY41" fmla="*/ 6419677 h 6784085"/>
                <a:gd name="connsiteX42" fmla="*/ 6415977 w 6783020"/>
                <a:gd name="connsiteY42" fmla="*/ 6419677 h 6784085"/>
                <a:gd name="connsiteX43" fmla="*/ 6415977 w 6783020"/>
                <a:gd name="connsiteY43" fmla="*/ 1794525 h 6784085"/>
                <a:gd name="connsiteX44" fmla="*/ 367056 w 6783020"/>
                <a:gd name="connsiteY44" fmla="*/ 1794525 h 6784085"/>
                <a:gd name="connsiteX45" fmla="*/ 5705347 w 6783020"/>
                <a:gd name="connsiteY45" fmla="*/ 708863 h 6784085"/>
                <a:gd name="connsiteX46" fmla="*/ 6067396 w 6783020"/>
                <a:gd name="connsiteY46" fmla="*/ 708863 h 6784085"/>
                <a:gd name="connsiteX47" fmla="*/ 6067396 w 6783020"/>
                <a:gd name="connsiteY47" fmla="*/ 1068451 h 6784085"/>
                <a:gd name="connsiteX48" fmla="*/ 5705347 w 6783020"/>
                <a:gd name="connsiteY48" fmla="*/ 1068451 h 6784085"/>
                <a:gd name="connsiteX49" fmla="*/ 4638018 w 6783020"/>
                <a:gd name="connsiteY49" fmla="*/ 708823 h 6784085"/>
                <a:gd name="connsiteX50" fmla="*/ 4997694 w 6783020"/>
                <a:gd name="connsiteY50" fmla="*/ 708823 h 6784085"/>
                <a:gd name="connsiteX51" fmla="*/ 4997694 w 6783020"/>
                <a:gd name="connsiteY51" fmla="*/ 1070912 h 6784085"/>
                <a:gd name="connsiteX52" fmla="*/ 4638018 w 6783020"/>
                <a:gd name="connsiteY52" fmla="*/ 1070912 h 6784085"/>
                <a:gd name="connsiteX53" fmla="*/ 713184 w 6783020"/>
                <a:gd name="connsiteY53" fmla="*/ 708807 h 6784085"/>
                <a:gd name="connsiteX54" fmla="*/ 1075289 w 6783020"/>
                <a:gd name="connsiteY54" fmla="*/ 708807 h 6784085"/>
                <a:gd name="connsiteX55" fmla="*/ 1075289 w 6783020"/>
                <a:gd name="connsiteY55" fmla="*/ 1068516 h 6784085"/>
                <a:gd name="connsiteX56" fmla="*/ 713184 w 6783020"/>
                <a:gd name="connsiteY56" fmla="*/ 1068516 h 6784085"/>
                <a:gd name="connsiteX57" fmla="*/ 5176830 w 6783020"/>
                <a:gd name="connsiteY57" fmla="*/ 706410 h 6784085"/>
                <a:gd name="connsiteX58" fmla="*/ 5536539 w 6783020"/>
                <a:gd name="connsiteY58" fmla="*/ 706410 h 6784085"/>
                <a:gd name="connsiteX59" fmla="*/ 5536539 w 6783020"/>
                <a:gd name="connsiteY59" fmla="*/ 1068523 h 6784085"/>
                <a:gd name="connsiteX60" fmla="*/ 5176830 w 6783020"/>
                <a:gd name="connsiteY60" fmla="*/ 1068523 h 6784085"/>
                <a:gd name="connsiteX61" fmla="*/ 6588319 w 6783020"/>
                <a:gd name="connsiteY61" fmla="*/ 0 h 6784085"/>
                <a:gd name="connsiteX62" fmla="*/ 6781713 w 6783020"/>
                <a:gd name="connsiteY62" fmla="*/ 127940 h 6784085"/>
                <a:gd name="connsiteX63" fmla="*/ 6782963 w 6783020"/>
                <a:gd name="connsiteY63" fmla="*/ 175393 h 6784085"/>
                <a:gd name="connsiteX64" fmla="*/ 6783020 w 6783020"/>
                <a:gd name="connsiteY64" fmla="*/ 6732312 h 6784085"/>
                <a:gd name="connsiteX65" fmla="*/ 6783020 w 6783020"/>
                <a:gd name="connsiteY65" fmla="*/ 6781620 h 6784085"/>
                <a:gd name="connsiteX66" fmla="*/ 6750479 w 6783020"/>
                <a:gd name="connsiteY66" fmla="*/ 6784081 h 6784085"/>
                <a:gd name="connsiteX67" fmla="*/ 160655 w 6783020"/>
                <a:gd name="connsiteY67" fmla="*/ 6780813 h 6784085"/>
                <a:gd name="connsiteX68" fmla="*/ 415 w 6783020"/>
                <a:gd name="connsiteY68" fmla="*/ 6584168 h 6784085"/>
                <a:gd name="connsiteX69" fmla="*/ 5 w 6783020"/>
                <a:gd name="connsiteY69" fmla="*/ 1831319 h 6784085"/>
                <a:gd name="connsiteX70" fmla="*/ 2797 w 6783020"/>
                <a:gd name="connsiteY70" fmla="*/ 703336 h 6784085"/>
                <a:gd name="connsiteX71" fmla="*/ 364668 w 6783020"/>
                <a:gd name="connsiteY71" fmla="*/ 703336 h 6784085"/>
                <a:gd name="connsiteX72" fmla="*/ 364555 w 6783020"/>
                <a:gd name="connsiteY72" fmla="*/ 1425263 h 6784085"/>
                <a:gd name="connsiteX73" fmla="*/ 6416106 w 6783020"/>
                <a:gd name="connsiteY73" fmla="*/ 1425263 h 6784085"/>
                <a:gd name="connsiteX74" fmla="*/ 6416106 w 6783020"/>
                <a:gd name="connsiteY74" fmla="*/ 365672 h 6784085"/>
                <a:gd name="connsiteX75" fmla="*/ 6366725 w 6783020"/>
                <a:gd name="connsiteY75" fmla="*/ 365672 h 6784085"/>
                <a:gd name="connsiteX76" fmla="*/ 701323 w 6783020"/>
                <a:gd name="connsiteY76" fmla="*/ 365704 h 6784085"/>
                <a:gd name="connsiteX77" fmla="*/ 701323 w 6783020"/>
                <a:gd name="connsiteY77" fmla="*/ 662 h 6784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783020" h="6784085">
                  <a:moveTo>
                    <a:pt x="4009593" y="2349072"/>
                  </a:moveTo>
                  <a:cubicBezTo>
                    <a:pt x="4125775" y="2349072"/>
                    <a:pt x="4239828" y="2349072"/>
                    <a:pt x="4357280" y="2349072"/>
                  </a:cubicBezTo>
                  <a:cubicBezTo>
                    <a:pt x="4357280" y="2423802"/>
                    <a:pt x="4357280" y="2498468"/>
                    <a:pt x="4357280" y="2566382"/>
                  </a:cubicBezTo>
                  <a:cubicBezTo>
                    <a:pt x="4458395" y="2602168"/>
                    <a:pt x="4554414" y="2636149"/>
                    <a:pt x="4654144" y="2671444"/>
                  </a:cubicBezTo>
                  <a:cubicBezTo>
                    <a:pt x="4697319" y="2618887"/>
                    <a:pt x="4745787" y="2559887"/>
                    <a:pt x="4796542" y="2498102"/>
                  </a:cubicBezTo>
                  <a:cubicBezTo>
                    <a:pt x="4810333" y="2508447"/>
                    <a:pt x="4824041" y="2518730"/>
                    <a:pt x="4839743" y="2531045"/>
                  </a:cubicBezTo>
                  <a:cubicBezTo>
                    <a:pt x="4916103" y="2593483"/>
                    <a:pt x="4990471" y="2653890"/>
                    <a:pt x="5067749" y="2716661"/>
                  </a:cubicBezTo>
                  <a:cubicBezTo>
                    <a:pt x="5017369" y="2779026"/>
                    <a:pt x="4968805" y="2839144"/>
                    <a:pt x="4924977" y="2893400"/>
                  </a:cubicBezTo>
                  <a:cubicBezTo>
                    <a:pt x="4978520" y="2983680"/>
                    <a:pt x="5030026" y="3070525"/>
                    <a:pt x="5082410" y="3158850"/>
                  </a:cubicBezTo>
                  <a:cubicBezTo>
                    <a:pt x="5146018" y="3147775"/>
                    <a:pt x="5216724" y="3136050"/>
                    <a:pt x="5287153" y="3122847"/>
                  </a:cubicBezTo>
                  <a:cubicBezTo>
                    <a:pt x="5308233" y="3118894"/>
                    <a:pt x="5314168" y="3126868"/>
                    <a:pt x="5317419" y="3146176"/>
                  </a:cubicBezTo>
                  <a:cubicBezTo>
                    <a:pt x="5333451" y="3241376"/>
                    <a:pt x="5349422" y="3336629"/>
                    <a:pt x="5368600" y="3431215"/>
                  </a:cubicBezTo>
                  <a:cubicBezTo>
                    <a:pt x="5373433" y="3455049"/>
                    <a:pt x="5368613" y="3460635"/>
                    <a:pt x="5346759" y="3464407"/>
                  </a:cubicBezTo>
                  <a:cubicBezTo>
                    <a:pt x="5277052" y="3476432"/>
                    <a:pt x="5207678" y="3490378"/>
                    <a:pt x="5145125" y="3502260"/>
                  </a:cubicBezTo>
                  <a:cubicBezTo>
                    <a:pt x="5129424" y="3604645"/>
                    <a:pt x="5114272" y="3703450"/>
                    <a:pt x="5098575" y="3805823"/>
                  </a:cubicBezTo>
                  <a:cubicBezTo>
                    <a:pt x="5160508" y="3840843"/>
                    <a:pt x="5230735" y="3880555"/>
                    <a:pt x="5303127" y="3921489"/>
                  </a:cubicBezTo>
                  <a:cubicBezTo>
                    <a:pt x="5246287" y="4022850"/>
                    <a:pt x="5189900" y="4123402"/>
                    <a:pt x="5132981" y="4224905"/>
                  </a:cubicBezTo>
                  <a:cubicBezTo>
                    <a:pt x="5061770" y="4185422"/>
                    <a:pt x="4992627" y="4147084"/>
                    <a:pt x="4928118" y="4111316"/>
                  </a:cubicBezTo>
                  <a:cubicBezTo>
                    <a:pt x="4861840" y="4161417"/>
                    <a:pt x="4797082" y="4210372"/>
                    <a:pt x="4725084" y="4264798"/>
                  </a:cubicBezTo>
                  <a:cubicBezTo>
                    <a:pt x="4712632" y="4206230"/>
                    <a:pt x="4701685" y="4155596"/>
                    <a:pt x="4691134" y="4104880"/>
                  </a:cubicBezTo>
                  <a:cubicBezTo>
                    <a:pt x="4678317" y="4043270"/>
                    <a:pt x="4664274" y="3981843"/>
                    <a:pt x="4654235" y="3919775"/>
                  </a:cubicBezTo>
                  <a:cubicBezTo>
                    <a:pt x="4651515" y="3902953"/>
                    <a:pt x="4656102" y="3880109"/>
                    <a:pt x="4666241" y="3866829"/>
                  </a:cubicBezTo>
                  <a:cubicBezTo>
                    <a:pt x="4734286" y="3777712"/>
                    <a:pt x="4772642" y="3678439"/>
                    <a:pt x="4787168" y="3567074"/>
                  </a:cubicBezTo>
                  <a:cubicBezTo>
                    <a:pt x="4801027" y="3460821"/>
                    <a:pt x="4780658" y="3362394"/>
                    <a:pt x="4738966" y="3266163"/>
                  </a:cubicBezTo>
                  <a:cubicBezTo>
                    <a:pt x="4701907" y="3180624"/>
                    <a:pt x="4647856" y="3109418"/>
                    <a:pt x="4575681" y="3048900"/>
                  </a:cubicBezTo>
                  <a:cubicBezTo>
                    <a:pt x="4497431" y="2983288"/>
                    <a:pt x="4409429" y="2943022"/>
                    <a:pt x="4311322" y="2921521"/>
                  </a:cubicBezTo>
                  <a:cubicBezTo>
                    <a:pt x="4196564" y="2896371"/>
                    <a:pt x="4083220" y="2905116"/>
                    <a:pt x="3977716" y="2955009"/>
                  </a:cubicBezTo>
                  <a:cubicBezTo>
                    <a:pt x="3909990" y="2987036"/>
                    <a:pt x="3845605" y="3029254"/>
                    <a:pt x="3786755" y="3075797"/>
                  </a:cubicBezTo>
                  <a:cubicBezTo>
                    <a:pt x="3749280" y="3105436"/>
                    <a:pt x="3722952" y="3150156"/>
                    <a:pt x="3695022" y="3190467"/>
                  </a:cubicBezTo>
                  <a:cubicBezTo>
                    <a:pt x="3680800" y="3210996"/>
                    <a:pt x="3671267" y="3222969"/>
                    <a:pt x="3642631" y="3213759"/>
                  </a:cubicBezTo>
                  <a:cubicBezTo>
                    <a:pt x="3541561" y="3181255"/>
                    <a:pt x="3439448" y="3151999"/>
                    <a:pt x="3325646" y="3117889"/>
                  </a:cubicBezTo>
                  <a:cubicBezTo>
                    <a:pt x="3370835" y="3046079"/>
                    <a:pt x="3413357" y="2978507"/>
                    <a:pt x="3458003" y="2907559"/>
                  </a:cubicBezTo>
                  <a:cubicBezTo>
                    <a:pt x="3419960" y="2862406"/>
                    <a:pt x="3378073" y="2811481"/>
                    <a:pt x="3334677" y="2761876"/>
                  </a:cubicBezTo>
                  <a:cubicBezTo>
                    <a:pt x="3320533" y="2745710"/>
                    <a:pt x="3314583" y="2738688"/>
                    <a:pt x="3336560" y="2720717"/>
                  </a:cubicBezTo>
                  <a:cubicBezTo>
                    <a:pt x="3418112" y="2654024"/>
                    <a:pt x="3496586" y="2583568"/>
                    <a:pt x="3579523" y="2511658"/>
                  </a:cubicBezTo>
                  <a:cubicBezTo>
                    <a:pt x="3628904" y="2568970"/>
                    <a:pt x="3677831" y="2625756"/>
                    <a:pt x="3724522" y="2679947"/>
                  </a:cubicBezTo>
                  <a:cubicBezTo>
                    <a:pt x="3817800" y="2644847"/>
                    <a:pt x="3911512" y="2609584"/>
                    <a:pt x="4009593" y="2572679"/>
                  </a:cubicBezTo>
                  <a:cubicBezTo>
                    <a:pt x="4009593" y="2503929"/>
                    <a:pt x="4009593" y="2427672"/>
                    <a:pt x="4009593" y="2349072"/>
                  </a:cubicBezTo>
                  <a:close/>
                  <a:moveTo>
                    <a:pt x="367056" y="1794525"/>
                  </a:moveTo>
                  <a:cubicBezTo>
                    <a:pt x="367056" y="3337294"/>
                    <a:pt x="367056" y="4877561"/>
                    <a:pt x="367056" y="6417353"/>
                  </a:cubicBezTo>
                  <a:cubicBezTo>
                    <a:pt x="372083" y="6418410"/>
                    <a:pt x="374576" y="6419402"/>
                    <a:pt x="377069" y="6419402"/>
                  </a:cubicBezTo>
                  <a:cubicBezTo>
                    <a:pt x="2014493" y="6419531"/>
                    <a:pt x="3651909" y="6419604"/>
                    <a:pt x="5297257" y="6419677"/>
                  </a:cubicBezTo>
                  <a:cubicBezTo>
                    <a:pt x="5670377" y="6419677"/>
                    <a:pt x="6043495" y="6419677"/>
                    <a:pt x="6415977" y="6419677"/>
                  </a:cubicBezTo>
                  <a:cubicBezTo>
                    <a:pt x="6415977" y="4874406"/>
                    <a:pt x="6415977" y="3334140"/>
                    <a:pt x="6415977" y="1794525"/>
                  </a:cubicBezTo>
                  <a:cubicBezTo>
                    <a:pt x="4397768" y="1794525"/>
                    <a:pt x="2382101" y="1794525"/>
                    <a:pt x="367056" y="1794525"/>
                  </a:cubicBezTo>
                  <a:close/>
                  <a:moveTo>
                    <a:pt x="5705347" y="708863"/>
                  </a:moveTo>
                  <a:lnTo>
                    <a:pt x="6067396" y="708863"/>
                  </a:lnTo>
                  <a:lnTo>
                    <a:pt x="6067396" y="1068451"/>
                  </a:lnTo>
                  <a:lnTo>
                    <a:pt x="5705347" y="1068451"/>
                  </a:lnTo>
                  <a:close/>
                  <a:moveTo>
                    <a:pt x="4638018" y="708823"/>
                  </a:moveTo>
                  <a:lnTo>
                    <a:pt x="4997694" y="708823"/>
                  </a:lnTo>
                  <a:lnTo>
                    <a:pt x="4997694" y="1070912"/>
                  </a:lnTo>
                  <a:lnTo>
                    <a:pt x="4638018" y="1070912"/>
                  </a:lnTo>
                  <a:close/>
                  <a:moveTo>
                    <a:pt x="713184" y="708807"/>
                  </a:moveTo>
                  <a:lnTo>
                    <a:pt x="1075289" y="708807"/>
                  </a:lnTo>
                  <a:lnTo>
                    <a:pt x="1075289" y="1068516"/>
                  </a:lnTo>
                  <a:lnTo>
                    <a:pt x="713184" y="1068516"/>
                  </a:lnTo>
                  <a:close/>
                  <a:moveTo>
                    <a:pt x="5176830" y="706410"/>
                  </a:moveTo>
                  <a:lnTo>
                    <a:pt x="5536539" y="706410"/>
                  </a:lnTo>
                  <a:lnTo>
                    <a:pt x="5536539" y="1068523"/>
                  </a:lnTo>
                  <a:lnTo>
                    <a:pt x="5176830" y="1068523"/>
                  </a:lnTo>
                  <a:close/>
                  <a:moveTo>
                    <a:pt x="6588319" y="0"/>
                  </a:moveTo>
                  <a:cubicBezTo>
                    <a:pt x="6680231" y="-64"/>
                    <a:pt x="6746719" y="36423"/>
                    <a:pt x="6781713" y="127940"/>
                  </a:cubicBezTo>
                  <a:cubicBezTo>
                    <a:pt x="6782149" y="143755"/>
                    <a:pt x="6782963" y="159578"/>
                    <a:pt x="6782963" y="175393"/>
                  </a:cubicBezTo>
                  <a:cubicBezTo>
                    <a:pt x="6783028" y="2361038"/>
                    <a:pt x="6783020" y="4546675"/>
                    <a:pt x="6783020" y="6732312"/>
                  </a:cubicBezTo>
                  <a:cubicBezTo>
                    <a:pt x="6783020" y="6747957"/>
                    <a:pt x="6783020" y="6763594"/>
                    <a:pt x="6783020" y="6781620"/>
                  </a:cubicBezTo>
                  <a:cubicBezTo>
                    <a:pt x="6770651" y="6782589"/>
                    <a:pt x="6760565" y="6784081"/>
                    <a:pt x="6750479" y="6784081"/>
                  </a:cubicBezTo>
                  <a:cubicBezTo>
                    <a:pt x="4555594" y="6784114"/>
                    <a:pt x="2360710" y="6784041"/>
                    <a:pt x="160655" y="6780813"/>
                  </a:cubicBezTo>
                  <a:cubicBezTo>
                    <a:pt x="60392" y="6766160"/>
                    <a:pt x="457" y="6695445"/>
                    <a:pt x="415" y="6584168"/>
                  </a:cubicBezTo>
                  <a:cubicBezTo>
                    <a:pt x="-164" y="4999885"/>
                    <a:pt x="44" y="3415602"/>
                    <a:pt x="5" y="1831319"/>
                  </a:cubicBezTo>
                  <a:lnTo>
                    <a:pt x="2797" y="703336"/>
                  </a:lnTo>
                  <a:lnTo>
                    <a:pt x="364668" y="703336"/>
                  </a:lnTo>
                  <a:lnTo>
                    <a:pt x="364555" y="1425263"/>
                  </a:lnTo>
                  <a:cubicBezTo>
                    <a:pt x="2384852" y="1425263"/>
                    <a:pt x="4400447" y="1425263"/>
                    <a:pt x="6416106" y="1425263"/>
                  </a:cubicBezTo>
                  <a:cubicBezTo>
                    <a:pt x="6416106" y="1071275"/>
                    <a:pt x="6416106" y="719522"/>
                    <a:pt x="6416106" y="365672"/>
                  </a:cubicBezTo>
                  <a:cubicBezTo>
                    <a:pt x="6398048" y="365672"/>
                    <a:pt x="6382387" y="365672"/>
                    <a:pt x="6366725" y="365672"/>
                  </a:cubicBezTo>
                  <a:lnTo>
                    <a:pt x="701323" y="365704"/>
                  </a:lnTo>
                  <a:lnTo>
                    <a:pt x="701323" y="662"/>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42" name="Freeform: Shape 2641">
              <a:extLst>
                <a:ext uri="{FF2B5EF4-FFF2-40B4-BE49-F238E27FC236}">
                  <a16:creationId xmlns:a16="http://schemas.microsoft.com/office/drawing/2014/main" id="{F25C2DA6-C96A-C921-48B5-68E01838E076}"/>
                </a:ext>
                <a:ext uri="{C183D7F6-B498-43B3-948B-1728B52AA6E4}">
                  <adec:decorative xmlns:adec="http://schemas.microsoft.com/office/drawing/2017/decorative" val="1"/>
                </a:ext>
              </a:extLst>
            </p:cNvPr>
            <p:cNvSpPr/>
            <p:nvPr/>
          </p:nvSpPr>
          <p:spPr>
            <a:xfrm>
              <a:off x="639763" y="5755986"/>
              <a:ext cx="311544" cy="395440"/>
            </a:xfrm>
            <a:custGeom>
              <a:avLst/>
              <a:gdLst>
                <a:gd name="connsiteX0" fmla="*/ 2962997 w 4673170"/>
                <a:gd name="connsiteY0" fmla="*/ 4260433 h 5931609"/>
                <a:gd name="connsiteX1" fmla="*/ 3324755 w 4673170"/>
                <a:gd name="connsiteY1" fmla="*/ 4260433 h 5931609"/>
                <a:gd name="connsiteX2" fmla="*/ 3324755 w 4673170"/>
                <a:gd name="connsiteY2" fmla="*/ 4620424 h 5931609"/>
                <a:gd name="connsiteX3" fmla="*/ 2962997 w 4673170"/>
                <a:gd name="connsiteY3" fmla="*/ 4620424 h 5931609"/>
                <a:gd name="connsiteX4" fmla="*/ 3181814 w 4673170"/>
                <a:gd name="connsiteY4" fmla="*/ 3642377 h 5931609"/>
                <a:gd name="connsiteX5" fmla="*/ 2754035 w 4673170"/>
                <a:gd name="connsiteY5" fmla="*/ 3755949 h 5931609"/>
                <a:gd name="connsiteX6" fmla="*/ 2453850 w 4673170"/>
                <a:gd name="connsiteY6" fmla="*/ 4066569 h 5931609"/>
                <a:gd name="connsiteX7" fmla="*/ 2365701 w 4673170"/>
                <a:gd name="connsiteY7" fmla="*/ 4569641 h 5931609"/>
                <a:gd name="connsiteX8" fmla="*/ 2573744 w 4673170"/>
                <a:gd name="connsiteY8" fmla="*/ 5001431 h 5931609"/>
                <a:gd name="connsiteX9" fmla="*/ 2857384 w 4673170"/>
                <a:gd name="connsiteY9" fmla="*/ 5198343 h 5931609"/>
                <a:gd name="connsiteX10" fmla="*/ 3309826 w 4673170"/>
                <a:gd name="connsiteY10" fmla="*/ 5244958 h 5931609"/>
                <a:gd name="connsiteX11" fmla="*/ 3669426 w 4673170"/>
                <a:gd name="connsiteY11" fmla="*/ 5077416 h 5931609"/>
                <a:gd name="connsiteX12" fmla="*/ 3943840 w 4673170"/>
                <a:gd name="connsiteY12" fmla="*/ 4652746 h 5931609"/>
                <a:gd name="connsiteX13" fmla="*/ 3943692 w 4673170"/>
                <a:gd name="connsiteY13" fmla="*/ 4245138 h 5931609"/>
                <a:gd name="connsiteX14" fmla="*/ 3681387 w 4673170"/>
                <a:gd name="connsiteY14" fmla="*/ 3833981 h 5931609"/>
                <a:gd name="connsiteX15" fmla="*/ 3181814 w 4673170"/>
                <a:gd name="connsiteY15" fmla="*/ 3642377 h 5931609"/>
                <a:gd name="connsiteX16" fmla="*/ 2960300 w 4673170"/>
                <a:gd name="connsiteY16" fmla="*/ 2962738 h 5931609"/>
                <a:gd name="connsiteX17" fmla="*/ 3324065 w 4673170"/>
                <a:gd name="connsiteY17" fmla="*/ 2962738 h 5931609"/>
                <a:gd name="connsiteX18" fmla="*/ 3324065 w 4673170"/>
                <a:gd name="connsiteY18" fmla="*/ 3285222 h 5931609"/>
                <a:gd name="connsiteX19" fmla="*/ 3490771 w 4673170"/>
                <a:gd name="connsiteY19" fmla="*/ 3323929 h 5931609"/>
                <a:gd name="connsiteX20" fmla="*/ 3761534 w 4673170"/>
                <a:gd name="connsiteY20" fmla="*/ 3431282 h 5931609"/>
                <a:gd name="connsiteX21" fmla="*/ 3970584 w 4673170"/>
                <a:gd name="connsiteY21" fmla="*/ 3178312 h 5931609"/>
                <a:gd name="connsiteX22" fmla="*/ 4253984 w 4673170"/>
                <a:gd name="connsiteY22" fmla="*/ 3411625 h 5931609"/>
                <a:gd name="connsiteX23" fmla="*/ 4062691 w 4673170"/>
                <a:gd name="connsiteY23" fmla="*/ 3643001 h 5931609"/>
                <a:gd name="connsiteX24" fmla="*/ 4059954 w 4673170"/>
                <a:gd name="connsiteY24" fmla="*/ 3691885 h 5931609"/>
                <a:gd name="connsiteX25" fmla="*/ 4259571 w 4673170"/>
                <a:gd name="connsiteY25" fmla="*/ 4033743 h 5931609"/>
                <a:gd name="connsiteX26" fmla="*/ 4304396 w 4673170"/>
                <a:gd name="connsiteY26" fmla="*/ 4050452 h 5931609"/>
                <a:gd name="connsiteX27" fmla="*/ 4575342 w 4673170"/>
                <a:gd name="connsiteY27" fmla="*/ 3997871 h 5931609"/>
                <a:gd name="connsiteX28" fmla="*/ 4606236 w 4673170"/>
                <a:gd name="connsiteY28" fmla="*/ 3997647 h 5931609"/>
                <a:gd name="connsiteX29" fmla="*/ 4673170 w 4673170"/>
                <a:gd name="connsiteY29" fmla="*/ 4351792 h 5931609"/>
                <a:gd name="connsiteX30" fmla="*/ 4369016 w 4673170"/>
                <a:gd name="connsiteY30" fmla="*/ 4408719 h 5931609"/>
                <a:gd name="connsiteX31" fmla="*/ 4338534 w 4673170"/>
                <a:gd name="connsiteY31" fmla="*/ 4440050 h 5931609"/>
                <a:gd name="connsiteX32" fmla="*/ 4306231 w 4673170"/>
                <a:gd name="connsiteY32" fmla="*/ 4719165 h 5931609"/>
                <a:gd name="connsiteX33" fmla="*/ 4267090 w 4673170"/>
                <a:gd name="connsiteY33" fmla="*/ 4855623 h 5931609"/>
                <a:gd name="connsiteX34" fmla="*/ 4568479 w 4673170"/>
                <a:gd name="connsiteY34" fmla="*/ 5023846 h 5931609"/>
                <a:gd name="connsiteX35" fmla="*/ 4390773 w 4673170"/>
                <a:gd name="connsiteY35" fmla="*/ 5344191 h 5931609"/>
                <a:gd name="connsiteX36" fmla="*/ 4088621 w 4673170"/>
                <a:gd name="connsiteY36" fmla="*/ 5177114 h 5931609"/>
                <a:gd name="connsiteX37" fmla="*/ 3753027 w 4673170"/>
                <a:gd name="connsiteY37" fmla="*/ 5467873 h 5931609"/>
                <a:gd name="connsiteX38" fmla="*/ 3876247 w 4673170"/>
                <a:gd name="connsiteY38" fmla="*/ 5788802 h 5931609"/>
                <a:gd name="connsiteX39" fmla="*/ 3577841 w 4673170"/>
                <a:gd name="connsiteY39" fmla="*/ 5906549 h 5931609"/>
                <a:gd name="connsiteX40" fmla="*/ 3514887 w 4673170"/>
                <a:gd name="connsiteY40" fmla="*/ 5872393 h 5931609"/>
                <a:gd name="connsiteX41" fmla="*/ 3410394 w 4673170"/>
                <a:gd name="connsiteY41" fmla="*/ 5599921 h 5931609"/>
                <a:gd name="connsiteX42" fmla="*/ 2963603 w 4673170"/>
                <a:gd name="connsiteY42" fmla="*/ 5609134 h 5931609"/>
                <a:gd name="connsiteX43" fmla="*/ 2855176 w 4673170"/>
                <a:gd name="connsiteY43" fmla="*/ 5931609 h 5931609"/>
                <a:gd name="connsiteX44" fmla="*/ 2506770 w 4673170"/>
                <a:gd name="connsiteY44" fmla="*/ 5815410 h 5931609"/>
                <a:gd name="connsiteX45" fmla="*/ 2617259 w 4673170"/>
                <a:gd name="connsiteY45" fmla="*/ 5491901 h 5931609"/>
                <a:gd name="connsiteX46" fmla="*/ 2268402 w 4673170"/>
                <a:gd name="connsiteY46" fmla="*/ 5210779 h 5931609"/>
                <a:gd name="connsiteX47" fmla="*/ 1979607 w 4673170"/>
                <a:gd name="connsiteY47" fmla="*/ 5385632 h 5931609"/>
                <a:gd name="connsiteX48" fmla="*/ 1842091 w 4673170"/>
                <a:gd name="connsiteY48" fmla="*/ 5159105 h 5931609"/>
                <a:gd name="connsiteX49" fmla="*/ 1812754 w 4673170"/>
                <a:gd name="connsiteY49" fmla="*/ 5113098 h 5931609"/>
                <a:gd name="connsiteX50" fmla="*/ 1824901 w 4673170"/>
                <a:gd name="connsiteY50" fmla="*/ 5049104 h 5931609"/>
                <a:gd name="connsiteX51" fmla="*/ 2068402 w 4673170"/>
                <a:gd name="connsiteY51" fmla="*/ 4902493 h 5931609"/>
                <a:gd name="connsiteX52" fmla="*/ 1994832 w 4673170"/>
                <a:gd name="connsiteY52" fmla="*/ 4572712 h 5931609"/>
                <a:gd name="connsiteX53" fmla="*/ 1993986 w 4673170"/>
                <a:gd name="connsiteY53" fmla="*/ 4485761 h 5931609"/>
                <a:gd name="connsiteX54" fmla="*/ 1963831 w 4673170"/>
                <a:gd name="connsiteY54" fmla="*/ 4449256 h 5931609"/>
                <a:gd name="connsiteX55" fmla="*/ 1686282 w 4673170"/>
                <a:gd name="connsiteY55" fmla="*/ 4408660 h 5931609"/>
                <a:gd name="connsiteX56" fmla="*/ 1665209 w 4673170"/>
                <a:gd name="connsiteY56" fmla="*/ 4386913 h 5931609"/>
                <a:gd name="connsiteX57" fmla="*/ 1717554 w 4673170"/>
                <a:gd name="connsiteY57" fmla="*/ 4043550 h 5931609"/>
                <a:gd name="connsiteX58" fmla="*/ 2044055 w 4673170"/>
                <a:gd name="connsiteY58" fmla="*/ 4093724 h 5931609"/>
                <a:gd name="connsiteX59" fmla="*/ 2271375 w 4673170"/>
                <a:gd name="connsiteY59" fmla="*/ 3688756 h 5931609"/>
                <a:gd name="connsiteX60" fmla="*/ 2166896 w 4673170"/>
                <a:gd name="connsiteY60" fmla="*/ 3564709 h 5931609"/>
                <a:gd name="connsiteX61" fmla="*/ 2076313 w 4673170"/>
                <a:gd name="connsiteY61" fmla="*/ 3456720 h 5931609"/>
                <a:gd name="connsiteX62" fmla="*/ 2075973 w 4673170"/>
                <a:gd name="connsiteY62" fmla="*/ 3421625 h 5931609"/>
                <a:gd name="connsiteX63" fmla="*/ 2336206 w 4673170"/>
                <a:gd name="connsiteY63" fmla="*/ 3200275 h 5931609"/>
                <a:gd name="connsiteX64" fmla="*/ 2484369 w 4673170"/>
                <a:gd name="connsiteY64" fmla="*/ 3370118 h 5931609"/>
                <a:gd name="connsiteX65" fmla="*/ 2539164 w 4673170"/>
                <a:gd name="connsiteY65" fmla="*/ 3436121 h 5931609"/>
                <a:gd name="connsiteX66" fmla="*/ 2567845 w 4673170"/>
                <a:gd name="connsiteY66" fmla="*/ 3440873 h 5931609"/>
                <a:gd name="connsiteX67" fmla="*/ 2940529 w 4673170"/>
                <a:gd name="connsiteY67" fmla="*/ 3298446 h 5931609"/>
                <a:gd name="connsiteX68" fmla="*/ 2959438 w 4673170"/>
                <a:gd name="connsiteY68" fmla="*/ 3263026 h 5931609"/>
                <a:gd name="connsiteX69" fmla="*/ 2960300 w 4673170"/>
                <a:gd name="connsiteY69" fmla="*/ 2962738 h 5931609"/>
                <a:gd name="connsiteX70" fmla="*/ 0 w 4673170"/>
                <a:gd name="connsiteY70" fmla="*/ 0 h 5931609"/>
                <a:gd name="connsiteX71" fmla="*/ 536303 w 4673170"/>
                <a:gd name="connsiteY71" fmla="*/ 0 h 5931609"/>
                <a:gd name="connsiteX72" fmla="*/ 536303 w 4673170"/>
                <a:gd name="connsiteY72" fmla="*/ 536303 h 5931609"/>
                <a:gd name="connsiteX73" fmla="*/ 0 w 4673170"/>
                <a:gd name="connsiteY73" fmla="*/ 536303 h 593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673170" h="5931609">
                  <a:moveTo>
                    <a:pt x="2962997" y="4260433"/>
                  </a:moveTo>
                  <a:lnTo>
                    <a:pt x="3324755" y="4260433"/>
                  </a:lnTo>
                  <a:lnTo>
                    <a:pt x="3324755" y="4620424"/>
                  </a:lnTo>
                  <a:lnTo>
                    <a:pt x="2962997" y="4620424"/>
                  </a:lnTo>
                  <a:close/>
                  <a:moveTo>
                    <a:pt x="3181814" y="3642377"/>
                  </a:moveTo>
                  <a:cubicBezTo>
                    <a:pt x="3029643" y="3637050"/>
                    <a:pt x="2885758" y="3677053"/>
                    <a:pt x="2754035" y="3755949"/>
                  </a:cubicBezTo>
                  <a:cubicBezTo>
                    <a:pt x="2626102" y="3832574"/>
                    <a:pt x="2525426" y="3935714"/>
                    <a:pt x="2453850" y="4066569"/>
                  </a:cubicBezTo>
                  <a:cubicBezTo>
                    <a:pt x="2367657" y="4224147"/>
                    <a:pt x="2340245" y="4392089"/>
                    <a:pt x="2365701" y="4569641"/>
                  </a:cubicBezTo>
                  <a:cubicBezTo>
                    <a:pt x="2389524" y="4735788"/>
                    <a:pt x="2460542" y="4878768"/>
                    <a:pt x="2573744" y="5001431"/>
                  </a:cubicBezTo>
                  <a:cubicBezTo>
                    <a:pt x="2653619" y="5087982"/>
                    <a:pt x="2748493" y="5153006"/>
                    <a:pt x="2857384" y="5198343"/>
                  </a:cubicBezTo>
                  <a:cubicBezTo>
                    <a:pt x="3003736" y="5259275"/>
                    <a:pt x="3154672" y="5273383"/>
                    <a:pt x="3309826" y="5244958"/>
                  </a:cubicBezTo>
                  <a:cubicBezTo>
                    <a:pt x="3444044" y="5220369"/>
                    <a:pt x="3563418" y="5164532"/>
                    <a:pt x="3669426" y="5077416"/>
                  </a:cubicBezTo>
                  <a:cubicBezTo>
                    <a:pt x="3804771" y="4966190"/>
                    <a:pt x="3896776" y="4828084"/>
                    <a:pt x="3943840" y="4652746"/>
                  </a:cubicBezTo>
                  <a:cubicBezTo>
                    <a:pt x="3982878" y="4516863"/>
                    <a:pt x="3981299" y="4380924"/>
                    <a:pt x="3943692" y="4245138"/>
                  </a:cubicBezTo>
                  <a:cubicBezTo>
                    <a:pt x="3898323" y="4081326"/>
                    <a:pt x="3811912" y="3944632"/>
                    <a:pt x="3681387" y="3833981"/>
                  </a:cubicBezTo>
                  <a:cubicBezTo>
                    <a:pt x="3536488" y="3711148"/>
                    <a:pt x="3368509" y="3648912"/>
                    <a:pt x="3181814" y="3642377"/>
                  </a:cubicBezTo>
                  <a:close/>
                  <a:moveTo>
                    <a:pt x="2960300" y="2962738"/>
                  </a:moveTo>
                  <a:cubicBezTo>
                    <a:pt x="3080995" y="2962738"/>
                    <a:pt x="3200224" y="2962738"/>
                    <a:pt x="3324065" y="2962738"/>
                  </a:cubicBezTo>
                  <a:cubicBezTo>
                    <a:pt x="3324065" y="3070886"/>
                    <a:pt x="3324065" y="3179687"/>
                    <a:pt x="3324065" y="3285222"/>
                  </a:cubicBezTo>
                  <a:cubicBezTo>
                    <a:pt x="3381916" y="3298876"/>
                    <a:pt x="3434704" y="3311335"/>
                    <a:pt x="3490771" y="3323929"/>
                  </a:cubicBezTo>
                  <a:cubicBezTo>
                    <a:pt x="3580721" y="3358805"/>
                    <a:pt x="3667391" y="3393545"/>
                    <a:pt x="3761534" y="3431282"/>
                  </a:cubicBezTo>
                  <a:cubicBezTo>
                    <a:pt x="3827360" y="3351627"/>
                    <a:pt x="3898418" y="3265640"/>
                    <a:pt x="3970584" y="3178312"/>
                  </a:cubicBezTo>
                  <a:cubicBezTo>
                    <a:pt x="4066133" y="3256975"/>
                    <a:pt x="4158412" y="3332944"/>
                    <a:pt x="4253984" y="3411625"/>
                  </a:cubicBezTo>
                  <a:cubicBezTo>
                    <a:pt x="4190297" y="3489017"/>
                    <a:pt x="4127459" y="3566830"/>
                    <a:pt x="4062691" y="3643001"/>
                  </a:cubicBezTo>
                  <a:cubicBezTo>
                    <a:pt x="4047406" y="3660978"/>
                    <a:pt x="4042346" y="3670823"/>
                    <a:pt x="4059954" y="3691885"/>
                  </a:cubicBezTo>
                  <a:cubicBezTo>
                    <a:pt x="4145652" y="3794389"/>
                    <a:pt x="4213954" y="3907698"/>
                    <a:pt x="4259571" y="4033743"/>
                  </a:cubicBezTo>
                  <a:cubicBezTo>
                    <a:pt x="4268880" y="4059463"/>
                    <a:pt x="4286616" y="4053869"/>
                    <a:pt x="4304396" y="4050452"/>
                  </a:cubicBezTo>
                  <a:cubicBezTo>
                    <a:pt x="4394743" y="4033086"/>
                    <a:pt x="4484979" y="4015148"/>
                    <a:pt x="4575342" y="3997871"/>
                  </a:cubicBezTo>
                  <a:cubicBezTo>
                    <a:pt x="4584156" y="3996187"/>
                    <a:pt x="4593572" y="3997647"/>
                    <a:pt x="4606236" y="3997647"/>
                  </a:cubicBezTo>
                  <a:cubicBezTo>
                    <a:pt x="4628478" y="4115325"/>
                    <a:pt x="4650506" y="4231873"/>
                    <a:pt x="4673170" y="4351792"/>
                  </a:cubicBezTo>
                  <a:cubicBezTo>
                    <a:pt x="4569907" y="4371393"/>
                    <a:pt x="4469695" y="4391410"/>
                    <a:pt x="4369016" y="4408719"/>
                  </a:cubicBezTo>
                  <a:cubicBezTo>
                    <a:pt x="4347790" y="4412368"/>
                    <a:pt x="4340661" y="4418674"/>
                    <a:pt x="4338534" y="4440050"/>
                  </a:cubicBezTo>
                  <a:cubicBezTo>
                    <a:pt x="4329267" y="4533257"/>
                    <a:pt x="4320421" y="4626640"/>
                    <a:pt x="4306231" y="4719165"/>
                  </a:cubicBezTo>
                  <a:cubicBezTo>
                    <a:pt x="4299241" y="4764748"/>
                    <a:pt x="4280964" y="4808601"/>
                    <a:pt x="4267090" y="4855623"/>
                  </a:cubicBezTo>
                  <a:cubicBezTo>
                    <a:pt x="4366914" y="4911340"/>
                    <a:pt x="4466503" y="4966927"/>
                    <a:pt x="4568479" y="5023846"/>
                  </a:cubicBezTo>
                  <a:cubicBezTo>
                    <a:pt x="4509426" y="5130299"/>
                    <a:pt x="4450878" y="5235841"/>
                    <a:pt x="4390773" y="5344191"/>
                  </a:cubicBezTo>
                  <a:cubicBezTo>
                    <a:pt x="4291113" y="5289085"/>
                    <a:pt x="4192505" y="5234558"/>
                    <a:pt x="4088621" y="5177114"/>
                  </a:cubicBezTo>
                  <a:cubicBezTo>
                    <a:pt x="3995649" y="5293494"/>
                    <a:pt x="3881457" y="5389470"/>
                    <a:pt x="3753027" y="5467873"/>
                  </a:cubicBezTo>
                  <a:cubicBezTo>
                    <a:pt x="3794559" y="5576044"/>
                    <a:pt x="3835274" y="5682087"/>
                    <a:pt x="3876247" y="5788802"/>
                  </a:cubicBezTo>
                  <a:cubicBezTo>
                    <a:pt x="3772936" y="5829647"/>
                    <a:pt x="3675591" y="5868620"/>
                    <a:pt x="3577841" y="5906549"/>
                  </a:cubicBezTo>
                  <a:cubicBezTo>
                    <a:pt x="3536010" y="5922780"/>
                    <a:pt x="3532417" y="5919108"/>
                    <a:pt x="3514887" y="5872393"/>
                  </a:cubicBezTo>
                  <a:cubicBezTo>
                    <a:pt x="3480769" y="5781468"/>
                    <a:pt x="3445408" y="5691010"/>
                    <a:pt x="3410394" y="5599921"/>
                  </a:cubicBezTo>
                  <a:cubicBezTo>
                    <a:pt x="3260808" y="5628628"/>
                    <a:pt x="3113091" y="5629573"/>
                    <a:pt x="2963603" y="5609134"/>
                  </a:cubicBezTo>
                  <a:cubicBezTo>
                    <a:pt x="2927666" y="5716017"/>
                    <a:pt x="2891492" y="5823601"/>
                    <a:pt x="2855176" y="5931609"/>
                  </a:cubicBezTo>
                  <a:cubicBezTo>
                    <a:pt x="2737226" y="5892271"/>
                    <a:pt x="2624194" y="5854572"/>
                    <a:pt x="2506770" y="5815410"/>
                  </a:cubicBezTo>
                  <a:cubicBezTo>
                    <a:pt x="2543746" y="5707143"/>
                    <a:pt x="2580409" y="5599795"/>
                    <a:pt x="2617259" y="5491901"/>
                  </a:cubicBezTo>
                  <a:cubicBezTo>
                    <a:pt x="2485703" y="5418736"/>
                    <a:pt x="2366088" y="5331875"/>
                    <a:pt x="2268402" y="5210779"/>
                  </a:cubicBezTo>
                  <a:cubicBezTo>
                    <a:pt x="2173673" y="5268133"/>
                    <a:pt x="2078807" y="5325570"/>
                    <a:pt x="1979607" y="5385632"/>
                  </a:cubicBezTo>
                  <a:cubicBezTo>
                    <a:pt x="1933123" y="5309038"/>
                    <a:pt x="1887658" y="5234040"/>
                    <a:pt x="1842091" y="5159105"/>
                  </a:cubicBezTo>
                  <a:cubicBezTo>
                    <a:pt x="1832629" y="5143544"/>
                    <a:pt x="1824557" y="5126677"/>
                    <a:pt x="1812754" y="5113098"/>
                  </a:cubicBezTo>
                  <a:cubicBezTo>
                    <a:pt x="1788641" y="5085358"/>
                    <a:pt x="1793393" y="5067469"/>
                    <a:pt x="1824901" y="5049104"/>
                  </a:cubicBezTo>
                  <a:cubicBezTo>
                    <a:pt x="1909026" y="5000073"/>
                    <a:pt x="1991838" y="4948789"/>
                    <a:pt x="2068402" y="4902493"/>
                  </a:cubicBezTo>
                  <a:cubicBezTo>
                    <a:pt x="2043270" y="4791166"/>
                    <a:pt x="2017417" y="4682275"/>
                    <a:pt x="1994832" y="4572712"/>
                  </a:cubicBezTo>
                  <a:cubicBezTo>
                    <a:pt x="1989082" y="4544818"/>
                    <a:pt x="1992356" y="4514711"/>
                    <a:pt x="1993986" y="4485761"/>
                  </a:cubicBezTo>
                  <a:cubicBezTo>
                    <a:pt x="1995289" y="4462621"/>
                    <a:pt x="1985341" y="4452307"/>
                    <a:pt x="1963831" y="4449256"/>
                  </a:cubicBezTo>
                  <a:cubicBezTo>
                    <a:pt x="1871253" y="4436129"/>
                    <a:pt x="1778631" y="4423257"/>
                    <a:pt x="1686282" y="4408660"/>
                  </a:cubicBezTo>
                  <a:cubicBezTo>
                    <a:pt x="1677956" y="4407343"/>
                    <a:pt x="1664298" y="4393317"/>
                    <a:pt x="1665209" y="4386913"/>
                  </a:cubicBezTo>
                  <a:cubicBezTo>
                    <a:pt x="1681272" y="4274014"/>
                    <a:pt x="1699216" y="4161382"/>
                    <a:pt x="1717554" y="4043550"/>
                  </a:cubicBezTo>
                  <a:cubicBezTo>
                    <a:pt x="1827401" y="4060431"/>
                    <a:pt x="1934563" y="4076899"/>
                    <a:pt x="2044055" y="4093724"/>
                  </a:cubicBezTo>
                  <a:cubicBezTo>
                    <a:pt x="2094451" y="3944834"/>
                    <a:pt x="2165331" y="3808611"/>
                    <a:pt x="2271375" y="3688756"/>
                  </a:cubicBezTo>
                  <a:cubicBezTo>
                    <a:pt x="2237019" y="3647948"/>
                    <a:pt x="2202054" y="3606247"/>
                    <a:pt x="2166896" y="3564709"/>
                  </a:cubicBezTo>
                  <a:cubicBezTo>
                    <a:pt x="2136532" y="3528833"/>
                    <a:pt x="2104913" y="3493940"/>
                    <a:pt x="2076313" y="3456720"/>
                  </a:cubicBezTo>
                  <a:cubicBezTo>
                    <a:pt x="2070373" y="3448990"/>
                    <a:pt x="2069973" y="3426856"/>
                    <a:pt x="2075973" y="3421625"/>
                  </a:cubicBezTo>
                  <a:cubicBezTo>
                    <a:pt x="2160394" y="3347994"/>
                    <a:pt x="2246367" y="3276141"/>
                    <a:pt x="2336206" y="3200275"/>
                  </a:cubicBezTo>
                  <a:cubicBezTo>
                    <a:pt x="2386873" y="3258279"/>
                    <a:pt x="2435899" y="3313960"/>
                    <a:pt x="2484369" y="3370118"/>
                  </a:cubicBezTo>
                  <a:cubicBezTo>
                    <a:pt x="2503060" y="3391773"/>
                    <a:pt x="2519446" y="3415514"/>
                    <a:pt x="2539164" y="3436121"/>
                  </a:cubicBezTo>
                  <a:cubicBezTo>
                    <a:pt x="2544716" y="3441924"/>
                    <a:pt x="2561323" y="3444850"/>
                    <a:pt x="2567845" y="3440873"/>
                  </a:cubicBezTo>
                  <a:cubicBezTo>
                    <a:pt x="2683411" y="3370412"/>
                    <a:pt x="2807589" y="3323647"/>
                    <a:pt x="2940529" y="3298446"/>
                  </a:cubicBezTo>
                  <a:cubicBezTo>
                    <a:pt x="2949051" y="3296830"/>
                    <a:pt x="2959246" y="3275389"/>
                    <a:pt x="2959438" y="3263026"/>
                  </a:cubicBezTo>
                  <a:cubicBezTo>
                    <a:pt x="2960981" y="3164045"/>
                    <a:pt x="2960300" y="3065030"/>
                    <a:pt x="2960300" y="2962738"/>
                  </a:cubicBezTo>
                  <a:close/>
                  <a:moveTo>
                    <a:pt x="0" y="0"/>
                  </a:moveTo>
                  <a:lnTo>
                    <a:pt x="536303" y="0"/>
                  </a:lnTo>
                  <a:lnTo>
                    <a:pt x="536303" y="536303"/>
                  </a:lnTo>
                  <a:lnTo>
                    <a:pt x="0" y="536303"/>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2" name="Group 61">
            <a:extLst>
              <a:ext uri="{FF2B5EF4-FFF2-40B4-BE49-F238E27FC236}">
                <a16:creationId xmlns:a16="http://schemas.microsoft.com/office/drawing/2014/main" id="{3281B4A7-F81F-4B71-B2FC-3E0F0D589ED5}"/>
              </a:ext>
              <a:ext uri="{C183D7F6-B498-43B3-948B-1728B52AA6E4}">
                <adec:decorative xmlns:adec="http://schemas.microsoft.com/office/drawing/2017/decorative" val="1"/>
              </a:ext>
            </a:extLst>
          </p:cNvPr>
          <p:cNvGrpSpPr>
            <a:grpSpLocks noChangeAspect="1"/>
          </p:cNvGrpSpPr>
          <p:nvPr/>
        </p:nvGrpSpPr>
        <p:grpSpPr>
          <a:xfrm>
            <a:off x="1293433" y="5755986"/>
            <a:ext cx="386233" cy="457200"/>
            <a:chOff x="1293433" y="5755986"/>
            <a:chExt cx="386233" cy="457200"/>
          </a:xfrm>
          <a:solidFill>
            <a:srgbClr val="FF0000"/>
          </a:solidFill>
        </p:grpSpPr>
        <p:sp>
          <p:nvSpPr>
            <p:cNvPr id="2654" name="Freeform: Shape 2653">
              <a:extLst>
                <a:ext uri="{FF2B5EF4-FFF2-40B4-BE49-F238E27FC236}">
                  <a16:creationId xmlns:a16="http://schemas.microsoft.com/office/drawing/2014/main" id="{EFC6A030-8C47-FEEE-FE0D-8E048E1385C8}"/>
                </a:ext>
                <a:ext uri="{C183D7F6-B498-43B3-948B-1728B52AA6E4}">
                  <adec:decorative xmlns:adec="http://schemas.microsoft.com/office/drawing/2017/decorative" val="1"/>
                </a:ext>
              </a:extLst>
            </p:cNvPr>
            <p:cNvSpPr/>
            <p:nvPr/>
          </p:nvSpPr>
          <p:spPr>
            <a:xfrm>
              <a:off x="1443057" y="5848126"/>
              <a:ext cx="236609" cy="354562"/>
            </a:xfrm>
            <a:custGeom>
              <a:avLst/>
              <a:gdLst>
                <a:gd name="connsiteX0" fmla="*/ 1411365 w 3549125"/>
                <a:gd name="connsiteY0" fmla="*/ 969865 h 5318427"/>
                <a:gd name="connsiteX1" fmla="*/ 1507069 w 3549125"/>
                <a:gd name="connsiteY1" fmla="*/ 969959 h 5318427"/>
                <a:gd name="connsiteX2" fmla="*/ 1766724 w 3549125"/>
                <a:gd name="connsiteY2" fmla="*/ 1077953 h 5318427"/>
                <a:gd name="connsiteX3" fmla="*/ 1923357 w 3549125"/>
                <a:gd name="connsiteY3" fmla="*/ 1321722 h 5318427"/>
                <a:gd name="connsiteX4" fmla="*/ 1944421 w 3549125"/>
                <a:gd name="connsiteY4" fmla="*/ 1461082 h 5318427"/>
                <a:gd name="connsiteX5" fmla="*/ 1945409 w 3549125"/>
                <a:gd name="connsiteY5" fmla="*/ 2181467 h 5318427"/>
                <a:gd name="connsiteX6" fmla="*/ 1945409 w 3549125"/>
                <a:gd name="connsiteY6" fmla="*/ 2224293 h 5318427"/>
                <a:gd name="connsiteX7" fmla="*/ 2237595 w 3549125"/>
                <a:gd name="connsiteY7" fmla="*/ 2262675 h 5318427"/>
                <a:gd name="connsiteX8" fmla="*/ 2431148 w 3549125"/>
                <a:gd name="connsiteY8" fmla="*/ 2475170 h 5318427"/>
                <a:gd name="connsiteX9" fmla="*/ 2580902 w 3549125"/>
                <a:gd name="connsiteY9" fmla="*/ 2462715 h 5318427"/>
                <a:gd name="connsiteX10" fmla="*/ 2845145 w 3549125"/>
                <a:gd name="connsiteY10" fmla="*/ 2562912 h 5318427"/>
                <a:gd name="connsiteX11" fmla="*/ 2971430 w 3549125"/>
                <a:gd name="connsiteY11" fmla="*/ 2736288 h 5318427"/>
                <a:gd name="connsiteX12" fmla="*/ 2994509 w 3549125"/>
                <a:gd name="connsiteY12" fmla="*/ 2746154 h 5318427"/>
                <a:gd name="connsiteX13" fmla="*/ 3412275 w 3549125"/>
                <a:gd name="connsiteY13" fmla="*/ 2864986 h 5318427"/>
                <a:gd name="connsiteX14" fmla="*/ 3541678 w 3549125"/>
                <a:gd name="connsiteY14" fmla="*/ 3160144 h 5318427"/>
                <a:gd name="connsiteX15" fmla="*/ 3548602 w 3549125"/>
                <a:gd name="connsiteY15" fmla="*/ 4123962 h 5318427"/>
                <a:gd name="connsiteX16" fmla="*/ 3388921 w 3549125"/>
                <a:gd name="connsiteY16" fmla="*/ 4726686 h 5318427"/>
                <a:gd name="connsiteX17" fmla="*/ 3215598 w 3549125"/>
                <a:gd name="connsiteY17" fmla="*/ 4967599 h 5318427"/>
                <a:gd name="connsiteX18" fmla="*/ 2800466 w 3549125"/>
                <a:gd name="connsiteY18" fmla="*/ 5272837 h 5318427"/>
                <a:gd name="connsiteX19" fmla="*/ 2693629 w 3549125"/>
                <a:gd name="connsiteY19" fmla="*/ 5302962 h 5318427"/>
                <a:gd name="connsiteX20" fmla="*/ 2693629 w 3549125"/>
                <a:gd name="connsiteY20" fmla="*/ 4913858 h 5318427"/>
                <a:gd name="connsiteX21" fmla="*/ 2890667 w 3549125"/>
                <a:gd name="connsiteY21" fmla="*/ 4810253 h 5318427"/>
                <a:gd name="connsiteX22" fmla="*/ 3127465 w 3549125"/>
                <a:gd name="connsiteY22" fmla="*/ 4482082 h 5318427"/>
                <a:gd name="connsiteX23" fmla="*/ 3206713 w 3549125"/>
                <a:gd name="connsiteY23" fmla="*/ 4131277 h 5318427"/>
                <a:gd name="connsiteX24" fmla="*/ 3206797 w 3549125"/>
                <a:gd name="connsiteY24" fmla="*/ 3236343 h 5318427"/>
                <a:gd name="connsiteX25" fmla="*/ 3176465 w 3549125"/>
                <a:gd name="connsiteY25" fmla="*/ 3123232 h 5318427"/>
                <a:gd name="connsiteX26" fmla="*/ 3052745 w 3549125"/>
                <a:gd name="connsiteY26" fmla="*/ 3107162 h 5318427"/>
                <a:gd name="connsiteX27" fmla="*/ 3016485 w 3549125"/>
                <a:gd name="connsiteY27" fmla="*/ 3205995 h 5318427"/>
                <a:gd name="connsiteX28" fmla="*/ 3014999 w 3549125"/>
                <a:gd name="connsiteY28" fmla="*/ 3344605 h 5318427"/>
                <a:gd name="connsiteX29" fmla="*/ 2673323 w 3549125"/>
                <a:gd name="connsiteY29" fmla="*/ 3344605 h 5318427"/>
                <a:gd name="connsiteX30" fmla="*/ 2673323 w 3549125"/>
                <a:gd name="connsiteY30" fmla="*/ 3306965 h 5318427"/>
                <a:gd name="connsiteX31" fmla="*/ 2672887 w 3549125"/>
                <a:gd name="connsiteY31" fmla="*/ 2954183 h 5318427"/>
                <a:gd name="connsiteX32" fmla="*/ 2624018 w 3549125"/>
                <a:gd name="connsiteY32" fmla="*/ 2825462 h 5318427"/>
                <a:gd name="connsiteX33" fmla="*/ 2530555 w 3549125"/>
                <a:gd name="connsiteY33" fmla="*/ 2823823 h 5318427"/>
                <a:gd name="connsiteX34" fmla="*/ 2480415 w 3549125"/>
                <a:gd name="connsiteY34" fmla="*/ 2940174 h 5318427"/>
                <a:gd name="connsiteX35" fmla="*/ 2480200 w 3549125"/>
                <a:gd name="connsiteY35" fmla="*/ 3173143 h 5318427"/>
                <a:gd name="connsiteX36" fmla="*/ 2138525 w 3549125"/>
                <a:gd name="connsiteY36" fmla="*/ 3173143 h 5318427"/>
                <a:gd name="connsiteX37" fmla="*/ 2138525 w 3549125"/>
                <a:gd name="connsiteY37" fmla="*/ 3134362 h 5318427"/>
                <a:gd name="connsiteX38" fmla="*/ 2138326 w 3549125"/>
                <a:gd name="connsiteY38" fmla="*/ 2703597 h 5318427"/>
                <a:gd name="connsiteX39" fmla="*/ 2083084 w 3549125"/>
                <a:gd name="connsiteY39" fmla="*/ 2574746 h 5318427"/>
                <a:gd name="connsiteX40" fmla="*/ 2003064 w 3549125"/>
                <a:gd name="connsiteY40" fmla="*/ 2570372 h 5318427"/>
                <a:gd name="connsiteX41" fmla="*/ 1945961 w 3549125"/>
                <a:gd name="connsiteY41" fmla="*/ 2692812 h 5318427"/>
                <a:gd name="connsiteX42" fmla="*/ 1945317 w 3549125"/>
                <a:gd name="connsiteY42" fmla="*/ 2986170 h 5318427"/>
                <a:gd name="connsiteX43" fmla="*/ 1943540 w 3549125"/>
                <a:gd name="connsiteY43" fmla="*/ 3016648 h 5318427"/>
                <a:gd name="connsiteX44" fmla="*/ 1603734 w 3549125"/>
                <a:gd name="connsiteY44" fmla="*/ 3016648 h 5318427"/>
                <a:gd name="connsiteX45" fmla="*/ 1603734 w 3549125"/>
                <a:gd name="connsiteY45" fmla="*/ 2973218 h 5318427"/>
                <a:gd name="connsiteX46" fmla="*/ 1603420 w 3549125"/>
                <a:gd name="connsiteY46" fmla="*/ 1506366 h 5318427"/>
                <a:gd name="connsiteX47" fmla="*/ 1596151 w 3549125"/>
                <a:gd name="connsiteY47" fmla="*/ 1434036 h 5318427"/>
                <a:gd name="connsiteX48" fmla="*/ 1436623 w 3549125"/>
                <a:gd name="connsiteY48" fmla="*/ 1311014 h 5318427"/>
                <a:gd name="connsiteX49" fmla="*/ 1314053 w 3549125"/>
                <a:gd name="connsiteY49" fmla="*/ 1458769 h 5318427"/>
                <a:gd name="connsiteX50" fmla="*/ 1313655 w 3549125"/>
                <a:gd name="connsiteY50" fmla="*/ 3244983 h 5318427"/>
                <a:gd name="connsiteX51" fmla="*/ 1304042 w 3549125"/>
                <a:gd name="connsiteY51" fmla="*/ 3328113 h 5318427"/>
                <a:gd name="connsiteX52" fmla="*/ 1079123 w 3549125"/>
                <a:gd name="connsiteY52" fmla="*/ 3515285 h 5318427"/>
                <a:gd name="connsiteX53" fmla="*/ 845526 w 3549125"/>
                <a:gd name="connsiteY53" fmla="*/ 3402481 h 5318427"/>
                <a:gd name="connsiteX54" fmla="*/ 614916 w 3549125"/>
                <a:gd name="connsiteY54" fmla="*/ 3060729 h 5318427"/>
                <a:gd name="connsiteX55" fmla="*/ 452017 w 3549125"/>
                <a:gd name="connsiteY55" fmla="*/ 2990191 h 5318427"/>
                <a:gd name="connsiteX56" fmla="*/ 359779 w 3549125"/>
                <a:gd name="connsiteY56" fmla="*/ 3196788 h 5318427"/>
                <a:gd name="connsiteX57" fmla="*/ 467252 w 3549125"/>
                <a:gd name="connsiteY57" fmla="*/ 3359740 h 5318427"/>
                <a:gd name="connsiteX58" fmla="*/ 747283 w 3549125"/>
                <a:gd name="connsiteY58" fmla="*/ 3764386 h 5318427"/>
                <a:gd name="connsiteX59" fmla="*/ 1248800 w 3549125"/>
                <a:gd name="connsiteY59" fmla="*/ 4494981 h 5318427"/>
                <a:gd name="connsiteX60" fmla="*/ 1469299 w 3549125"/>
                <a:gd name="connsiteY60" fmla="*/ 4776758 h 5318427"/>
                <a:gd name="connsiteX61" fmla="*/ 1739954 w 3549125"/>
                <a:gd name="connsiteY61" fmla="*/ 4949951 h 5318427"/>
                <a:gd name="connsiteX62" fmla="*/ 1739954 w 3549125"/>
                <a:gd name="connsiteY62" fmla="*/ 5318427 h 5318427"/>
                <a:gd name="connsiteX63" fmla="*/ 1680829 w 3549125"/>
                <a:gd name="connsiteY63" fmla="*/ 5303422 h 5318427"/>
                <a:gd name="connsiteX64" fmla="*/ 1298994 w 3549125"/>
                <a:gd name="connsiteY64" fmla="*/ 5086829 h 5318427"/>
                <a:gd name="connsiteX65" fmla="*/ 1047174 w 3549125"/>
                <a:gd name="connsiteY65" fmla="*/ 4812138 h 5318427"/>
                <a:gd name="connsiteX66" fmla="*/ 621113 w 3549125"/>
                <a:gd name="connsiteY66" fmla="*/ 4188020 h 5318427"/>
                <a:gd name="connsiteX67" fmla="*/ 273968 w 3549125"/>
                <a:gd name="connsiteY67" fmla="*/ 3684756 h 5318427"/>
                <a:gd name="connsiteX68" fmla="*/ 47900 w 3549125"/>
                <a:gd name="connsiteY68" fmla="*/ 3336003 h 5318427"/>
                <a:gd name="connsiteX69" fmla="*/ 5167 w 3549125"/>
                <a:gd name="connsiteY69" fmla="*/ 3068642 h 5318427"/>
                <a:gd name="connsiteX70" fmla="*/ 147920 w 3549125"/>
                <a:gd name="connsiteY70" fmla="*/ 2779152 h 5318427"/>
                <a:gd name="connsiteX71" fmla="*/ 427575 w 3549125"/>
                <a:gd name="connsiteY71" fmla="*/ 2647421 h 5318427"/>
                <a:gd name="connsiteX72" fmla="*/ 851156 w 3549125"/>
                <a:gd name="connsiteY72" fmla="*/ 2807010 h 5318427"/>
                <a:gd name="connsiteX73" fmla="*/ 972378 w 3549125"/>
                <a:gd name="connsiteY73" fmla="*/ 2973984 h 5318427"/>
                <a:gd name="connsiteX74" fmla="*/ 972378 w 3549125"/>
                <a:gd name="connsiteY74" fmla="*/ 2930446 h 5318427"/>
                <a:gd name="connsiteX75" fmla="*/ 973672 w 3549125"/>
                <a:gd name="connsiteY75" fmla="*/ 1415392 h 5318427"/>
                <a:gd name="connsiteX76" fmla="*/ 1152709 w 3549125"/>
                <a:gd name="connsiteY76" fmla="*/ 1072836 h 5318427"/>
                <a:gd name="connsiteX77" fmla="*/ 1411365 w 3549125"/>
                <a:gd name="connsiteY77" fmla="*/ 969865 h 5318427"/>
                <a:gd name="connsiteX78" fmla="*/ 1444639 w 3549125"/>
                <a:gd name="connsiteY78" fmla="*/ 489507 h 5318427"/>
                <a:gd name="connsiteX79" fmla="*/ 1582351 w 3549125"/>
                <a:gd name="connsiteY79" fmla="*/ 495071 h 5318427"/>
                <a:gd name="connsiteX80" fmla="*/ 1928740 w 3549125"/>
                <a:gd name="connsiteY80" fmla="*/ 607248 h 5318427"/>
                <a:gd name="connsiteX81" fmla="*/ 2182982 w 3549125"/>
                <a:gd name="connsiteY81" fmla="*/ 815366 h 5318427"/>
                <a:gd name="connsiteX82" fmla="*/ 2369784 w 3549125"/>
                <a:gd name="connsiteY82" fmla="*/ 1150678 h 5318427"/>
                <a:gd name="connsiteX83" fmla="*/ 2412260 w 3549125"/>
                <a:gd name="connsiteY83" fmla="*/ 1500067 h 5318427"/>
                <a:gd name="connsiteX84" fmla="*/ 2287516 w 3549125"/>
                <a:gd name="connsiteY84" fmla="*/ 1910843 h 5318427"/>
                <a:gd name="connsiteX85" fmla="*/ 2166128 w 3549125"/>
                <a:gd name="connsiteY85" fmla="*/ 1941779 h 5318427"/>
                <a:gd name="connsiteX86" fmla="*/ 2134998 w 3549125"/>
                <a:gd name="connsiteY86" fmla="*/ 1823679 h 5318427"/>
                <a:gd name="connsiteX87" fmla="*/ 2236374 w 3549125"/>
                <a:gd name="connsiteY87" fmla="*/ 1499117 h 5318427"/>
                <a:gd name="connsiteX88" fmla="*/ 2151573 w 3549125"/>
                <a:gd name="connsiteY88" fmla="*/ 1079449 h 5318427"/>
                <a:gd name="connsiteX89" fmla="*/ 1602525 w 3549125"/>
                <a:gd name="connsiteY89" fmla="*/ 671731 h 5318427"/>
                <a:gd name="connsiteX90" fmla="*/ 1121784 w 3549125"/>
                <a:gd name="connsiteY90" fmla="*/ 736482 h 5318427"/>
                <a:gd name="connsiteX91" fmla="*/ 868608 w 3549125"/>
                <a:gd name="connsiteY91" fmla="*/ 933876 h 5318427"/>
                <a:gd name="connsiteX92" fmla="*/ 718749 w 3549125"/>
                <a:gd name="connsiteY92" fmla="*/ 1203632 h 5318427"/>
                <a:gd name="connsiteX93" fmla="*/ 743275 w 3549125"/>
                <a:gd name="connsiteY93" fmla="*/ 1735943 h 5318427"/>
                <a:gd name="connsiteX94" fmla="*/ 829148 w 3549125"/>
                <a:gd name="connsiteY94" fmla="*/ 1889689 h 5318427"/>
                <a:gd name="connsiteX95" fmla="*/ 807188 w 3549125"/>
                <a:gd name="connsiteY95" fmla="*/ 2021990 h 5318427"/>
                <a:gd name="connsiteX96" fmla="*/ 682746 w 3549125"/>
                <a:gd name="connsiteY96" fmla="*/ 1987933 h 5318427"/>
                <a:gd name="connsiteX97" fmla="*/ 528976 w 3549125"/>
                <a:gd name="connsiteY97" fmla="*/ 1640539 h 5318427"/>
                <a:gd name="connsiteX98" fmla="*/ 518273 w 3549125"/>
                <a:gd name="connsiteY98" fmla="*/ 1308188 h 5318427"/>
                <a:gd name="connsiteX99" fmla="*/ 661229 w 3549125"/>
                <a:gd name="connsiteY99" fmla="*/ 918286 h 5318427"/>
                <a:gd name="connsiteX100" fmla="*/ 992716 w 3549125"/>
                <a:gd name="connsiteY100" fmla="*/ 605944 h 5318427"/>
                <a:gd name="connsiteX101" fmla="*/ 1307627 w 3549125"/>
                <a:gd name="connsiteY101" fmla="*/ 496450 h 5318427"/>
                <a:gd name="connsiteX102" fmla="*/ 1444639 w 3549125"/>
                <a:gd name="connsiteY102" fmla="*/ 489507 h 5318427"/>
                <a:gd name="connsiteX103" fmla="*/ 1379935 w 3549125"/>
                <a:gd name="connsiteY103" fmla="*/ 1504 h 5318427"/>
                <a:gd name="connsiteX104" fmla="*/ 1582086 w 3549125"/>
                <a:gd name="connsiteY104" fmla="*/ 5379 h 5318427"/>
                <a:gd name="connsiteX105" fmla="*/ 2144453 w 3549125"/>
                <a:gd name="connsiteY105" fmla="*/ 177749 h 5318427"/>
                <a:gd name="connsiteX106" fmla="*/ 2409653 w 3549125"/>
                <a:gd name="connsiteY106" fmla="*/ 374194 h 5318427"/>
                <a:gd name="connsiteX107" fmla="*/ 2720737 w 3549125"/>
                <a:gd name="connsiteY107" fmla="*/ 797656 h 5318427"/>
                <a:gd name="connsiteX108" fmla="*/ 2836148 w 3549125"/>
                <a:gd name="connsiteY108" fmla="*/ 1194112 h 5318427"/>
                <a:gd name="connsiteX109" fmla="*/ 2849732 w 3549125"/>
                <a:gd name="connsiteY109" fmla="*/ 1480261 h 5318427"/>
                <a:gd name="connsiteX110" fmla="*/ 2732876 w 3549125"/>
                <a:gd name="connsiteY110" fmla="*/ 1954687 h 5318427"/>
                <a:gd name="connsiteX111" fmla="*/ 2643427 w 3549125"/>
                <a:gd name="connsiteY111" fmla="*/ 2127403 h 5318427"/>
                <a:gd name="connsiteX112" fmla="*/ 2546997 w 3549125"/>
                <a:gd name="connsiteY112" fmla="*/ 2179755 h 5318427"/>
                <a:gd name="connsiteX113" fmla="*/ 2474442 w 3549125"/>
                <a:gd name="connsiteY113" fmla="*/ 2098646 h 5318427"/>
                <a:gd name="connsiteX114" fmla="*/ 2493326 w 3549125"/>
                <a:gd name="connsiteY114" fmla="*/ 2038023 h 5318427"/>
                <a:gd name="connsiteX115" fmla="*/ 2664501 w 3549125"/>
                <a:gd name="connsiteY115" fmla="*/ 1581663 h 5318427"/>
                <a:gd name="connsiteX116" fmla="*/ 2679305 w 3549125"/>
                <a:gd name="connsiteY116" fmla="*/ 1347617 h 5318427"/>
                <a:gd name="connsiteX117" fmla="*/ 2464424 w 3549125"/>
                <a:gd name="connsiteY117" fmla="*/ 704420 h 5318427"/>
                <a:gd name="connsiteX118" fmla="*/ 2252469 w 3549125"/>
                <a:gd name="connsiteY118" fmla="*/ 469761 h 5318427"/>
                <a:gd name="connsiteX119" fmla="*/ 2061618 w 3549125"/>
                <a:gd name="connsiteY119" fmla="*/ 333670 h 5318427"/>
                <a:gd name="connsiteX120" fmla="*/ 1671018 w 3549125"/>
                <a:gd name="connsiteY120" fmla="*/ 191369 h 5318427"/>
                <a:gd name="connsiteX121" fmla="*/ 1345617 w 3549125"/>
                <a:gd name="connsiteY121" fmla="*/ 180278 h 5318427"/>
                <a:gd name="connsiteX122" fmla="*/ 1029689 w 3549125"/>
                <a:gd name="connsiteY122" fmla="*/ 253910 h 5318427"/>
                <a:gd name="connsiteX123" fmla="*/ 696544 w 3549125"/>
                <a:gd name="connsiteY123" fmla="*/ 446691 h 5318427"/>
                <a:gd name="connsiteX124" fmla="*/ 447108 w 3549125"/>
                <a:gd name="connsiteY124" fmla="*/ 718685 h 5318427"/>
                <a:gd name="connsiteX125" fmla="*/ 260287 w 3549125"/>
                <a:gd name="connsiteY125" fmla="*/ 1202492 h 5318427"/>
                <a:gd name="connsiteX126" fmla="*/ 246505 w 3549125"/>
                <a:gd name="connsiteY126" fmla="*/ 1481085 h 5318427"/>
                <a:gd name="connsiteX127" fmla="*/ 339393 w 3549125"/>
                <a:gd name="connsiteY127" fmla="*/ 1865461 h 5318427"/>
                <a:gd name="connsiteX128" fmla="*/ 498703 w 3549125"/>
                <a:gd name="connsiteY128" fmla="*/ 2139510 h 5318427"/>
                <a:gd name="connsiteX129" fmla="*/ 526581 w 3549125"/>
                <a:gd name="connsiteY129" fmla="*/ 2169186 h 5318427"/>
                <a:gd name="connsiteX130" fmla="*/ 517585 w 3549125"/>
                <a:gd name="connsiteY130" fmla="*/ 2296357 h 5318427"/>
                <a:gd name="connsiteX131" fmla="*/ 385632 w 3549125"/>
                <a:gd name="connsiteY131" fmla="*/ 2275988 h 5318427"/>
                <a:gd name="connsiteX132" fmla="*/ 216345 w 3549125"/>
                <a:gd name="connsiteY132" fmla="*/ 2015564 h 5318427"/>
                <a:gd name="connsiteX133" fmla="*/ 89526 w 3549125"/>
                <a:gd name="connsiteY133" fmla="*/ 1611939 h 5318427"/>
                <a:gd name="connsiteX134" fmla="*/ 75994 w 3549125"/>
                <a:gd name="connsiteY134" fmla="*/ 1262804 h 5318427"/>
                <a:gd name="connsiteX135" fmla="*/ 184937 w 3549125"/>
                <a:gd name="connsiteY135" fmla="*/ 834377 h 5318427"/>
                <a:gd name="connsiteX136" fmla="*/ 413741 w 3549125"/>
                <a:gd name="connsiteY136" fmla="*/ 475489 h 5318427"/>
                <a:gd name="connsiteX137" fmla="*/ 782398 w 3549125"/>
                <a:gd name="connsiteY137" fmla="*/ 175704 h 5318427"/>
                <a:gd name="connsiteX138" fmla="*/ 1179086 w 3549125"/>
                <a:gd name="connsiteY138" fmla="*/ 27360 h 5318427"/>
                <a:gd name="connsiteX139" fmla="*/ 1379935 w 3549125"/>
                <a:gd name="connsiteY139" fmla="*/ 1504 h 531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549125" h="5318427">
                  <a:moveTo>
                    <a:pt x="1411365" y="969865"/>
                  </a:moveTo>
                  <a:cubicBezTo>
                    <a:pt x="1442578" y="967301"/>
                    <a:pt x="1474514" y="967424"/>
                    <a:pt x="1507069" y="969959"/>
                  </a:cubicBezTo>
                  <a:cubicBezTo>
                    <a:pt x="1604500" y="977550"/>
                    <a:pt x="1692441" y="1015580"/>
                    <a:pt x="1766724" y="1077953"/>
                  </a:cubicBezTo>
                  <a:cubicBezTo>
                    <a:pt x="1843252" y="1142210"/>
                    <a:pt x="1902829" y="1220538"/>
                    <a:pt x="1923357" y="1321722"/>
                  </a:cubicBezTo>
                  <a:cubicBezTo>
                    <a:pt x="1932694" y="1367772"/>
                    <a:pt x="1944015" y="1414550"/>
                    <a:pt x="1944421" y="1461082"/>
                  </a:cubicBezTo>
                  <a:cubicBezTo>
                    <a:pt x="1946535" y="1701198"/>
                    <a:pt x="1945409" y="1941336"/>
                    <a:pt x="1945409" y="2181467"/>
                  </a:cubicBezTo>
                  <a:cubicBezTo>
                    <a:pt x="1945409" y="2194933"/>
                    <a:pt x="1945409" y="2208399"/>
                    <a:pt x="1945409" y="2224293"/>
                  </a:cubicBezTo>
                  <a:cubicBezTo>
                    <a:pt x="2049466" y="2200218"/>
                    <a:pt x="2146614" y="2213623"/>
                    <a:pt x="2237595" y="2262675"/>
                  </a:cubicBezTo>
                  <a:cubicBezTo>
                    <a:pt x="2328286" y="2311567"/>
                    <a:pt x="2389915" y="2388348"/>
                    <a:pt x="2431148" y="2475170"/>
                  </a:cubicBezTo>
                  <a:cubicBezTo>
                    <a:pt x="2483310" y="2470689"/>
                    <a:pt x="2532025" y="2464485"/>
                    <a:pt x="2580902" y="2462715"/>
                  </a:cubicBezTo>
                  <a:cubicBezTo>
                    <a:pt x="2682592" y="2459039"/>
                    <a:pt x="2768748" y="2497115"/>
                    <a:pt x="2845145" y="2562912"/>
                  </a:cubicBezTo>
                  <a:cubicBezTo>
                    <a:pt x="2901191" y="2611168"/>
                    <a:pt x="2943036" y="2668316"/>
                    <a:pt x="2971430" y="2736288"/>
                  </a:cubicBezTo>
                  <a:cubicBezTo>
                    <a:pt x="2973828" y="2742033"/>
                    <a:pt x="2987914" y="2747931"/>
                    <a:pt x="2994509" y="2746154"/>
                  </a:cubicBezTo>
                  <a:cubicBezTo>
                    <a:pt x="3157805" y="2702011"/>
                    <a:pt x="3297549" y="2746438"/>
                    <a:pt x="3412275" y="2864986"/>
                  </a:cubicBezTo>
                  <a:cubicBezTo>
                    <a:pt x="3490534" y="2945857"/>
                    <a:pt x="3540085" y="3045188"/>
                    <a:pt x="3541678" y="3160144"/>
                  </a:cubicBezTo>
                  <a:cubicBezTo>
                    <a:pt x="3546136" y="3481399"/>
                    <a:pt x="3550693" y="3802715"/>
                    <a:pt x="3548602" y="4123962"/>
                  </a:cubicBezTo>
                  <a:cubicBezTo>
                    <a:pt x="3547216" y="4337199"/>
                    <a:pt x="3496922" y="4541460"/>
                    <a:pt x="3388921" y="4726686"/>
                  </a:cubicBezTo>
                  <a:cubicBezTo>
                    <a:pt x="3339286" y="4811808"/>
                    <a:pt x="3278285" y="4891216"/>
                    <a:pt x="3215598" y="4967599"/>
                  </a:cubicBezTo>
                  <a:cubicBezTo>
                    <a:pt x="3103659" y="5103964"/>
                    <a:pt x="2960224" y="5200376"/>
                    <a:pt x="2800466" y="5272837"/>
                  </a:cubicBezTo>
                  <a:lnTo>
                    <a:pt x="2693629" y="5302962"/>
                  </a:lnTo>
                  <a:lnTo>
                    <a:pt x="2693629" y="4913858"/>
                  </a:lnTo>
                  <a:lnTo>
                    <a:pt x="2890667" y="4810253"/>
                  </a:lnTo>
                  <a:cubicBezTo>
                    <a:pt x="2993230" y="4718636"/>
                    <a:pt x="3071374" y="4608858"/>
                    <a:pt x="3127465" y="4482082"/>
                  </a:cubicBezTo>
                  <a:cubicBezTo>
                    <a:pt x="3177207" y="4369646"/>
                    <a:pt x="3204974" y="4252131"/>
                    <a:pt x="3206713" y="4131277"/>
                  </a:cubicBezTo>
                  <a:cubicBezTo>
                    <a:pt x="3211002" y="3833016"/>
                    <a:pt x="3209187" y="3534649"/>
                    <a:pt x="3206797" y="3236343"/>
                  </a:cubicBezTo>
                  <a:cubicBezTo>
                    <a:pt x="3206491" y="3198205"/>
                    <a:pt x="3196288" y="3155173"/>
                    <a:pt x="3176465" y="3123232"/>
                  </a:cubicBezTo>
                  <a:cubicBezTo>
                    <a:pt x="3138250" y="3061649"/>
                    <a:pt x="3096949" y="3053269"/>
                    <a:pt x="3052745" y="3107162"/>
                  </a:cubicBezTo>
                  <a:cubicBezTo>
                    <a:pt x="3031567" y="3132991"/>
                    <a:pt x="3021011" y="3171695"/>
                    <a:pt x="3016485" y="3205995"/>
                  </a:cubicBezTo>
                  <a:cubicBezTo>
                    <a:pt x="3010456" y="3251662"/>
                    <a:pt x="3014999" y="3298723"/>
                    <a:pt x="3014999" y="3344605"/>
                  </a:cubicBezTo>
                  <a:cubicBezTo>
                    <a:pt x="2898648" y="3344605"/>
                    <a:pt x="2787652" y="3344605"/>
                    <a:pt x="2673323" y="3344605"/>
                  </a:cubicBezTo>
                  <a:cubicBezTo>
                    <a:pt x="2673323" y="3331032"/>
                    <a:pt x="2673323" y="3318998"/>
                    <a:pt x="2673323" y="3306965"/>
                  </a:cubicBezTo>
                  <a:cubicBezTo>
                    <a:pt x="2673323" y="3189366"/>
                    <a:pt x="2674220" y="3071759"/>
                    <a:pt x="2672887" y="2954183"/>
                  </a:cubicBezTo>
                  <a:cubicBezTo>
                    <a:pt x="2672343" y="2906165"/>
                    <a:pt x="2660141" y="2860682"/>
                    <a:pt x="2624018" y="2825462"/>
                  </a:cubicBezTo>
                  <a:cubicBezTo>
                    <a:pt x="2593709" y="2795904"/>
                    <a:pt x="2561906" y="2796417"/>
                    <a:pt x="2530555" y="2823823"/>
                  </a:cubicBezTo>
                  <a:cubicBezTo>
                    <a:pt x="2494983" y="2854914"/>
                    <a:pt x="2480851" y="2894813"/>
                    <a:pt x="2480415" y="2940174"/>
                  </a:cubicBezTo>
                  <a:cubicBezTo>
                    <a:pt x="2479656" y="3017728"/>
                    <a:pt x="2480200" y="3095290"/>
                    <a:pt x="2480200" y="3173143"/>
                  </a:cubicBezTo>
                  <a:cubicBezTo>
                    <a:pt x="2364355" y="3173143"/>
                    <a:pt x="2252478" y="3173143"/>
                    <a:pt x="2138525" y="3173143"/>
                  </a:cubicBezTo>
                  <a:cubicBezTo>
                    <a:pt x="2138525" y="3158781"/>
                    <a:pt x="2138525" y="3146571"/>
                    <a:pt x="2138525" y="3134362"/>
                  </a:cubicBezTo>
                  <a:cubicBezTo>
                    <a:pt x="2138525" y="2990774"/>
                    <a:pt x="2138900" y="2847185"/>
                    <a:pt x="2138326" y="2703597"/>
                  </a:cubicBezTo>
                  <a:cubicBezTo>
                    <a:pt x="2138119" y="2653311"/>
                    <a:pt x="2123152" y="2607721"/>
                    <a:pt x="2083084" y="2574746"/>
                  </a:cubicBezTo>
                  <a:cubicBezTo>
                    <a:pt x="2058757" y="2554716"/>
                    <a:pt x="2032952" y="2547278"/>
                    <a:pt x="2003064" y="2570372"/>
                  </a:cubicBezTo>
                  <a:cubicBezTo>
                    <a:pt x="1962092" y="2602030"/>
                    <a:pt x="1946880" y="2644870"/>
                    <a:pt x="1945961" y="2692812"/>
                  </a:cubicBezTo>
                  <a:cubicBezTo>
                    <a:pt x="1944099" y="2790565"/>
                    <a:pt x="1945463" y="2888379"/>
                    <a:pt x="1945317" y="2986170"/>
                  </a:cubicBezTo>
                  <a:cubicBezTo>
                    <a:pt x="1945302" y="2996794"/>
                    <a:pt x="1944107" y="3007418"/>
                    <a:pt x="1943540" y="3016648"/>
                  </a:cubicBezTo>
                  <a:cubicBezTo>
                    <a:pt x="1828515" y="3016648"/>
                    <a:pt x="1716630" y="3016648"/>
                    <a:pt x="1603734" y="3016648"/>
                  </a:cubicBezTo>
                  <a:cubicBezTo>
                    <a:pt x="1603734" y="3000356"/>
                    <a:pt x="1603734" y="2986791"/>
                    <a:pt x="1603734" y="2973218"/>
                  </a:cubicBezTo>
                  <a:cubicBezTo>
                    <a:pt x="1603734" y="2484270"/>
                    <a:pt x="1603834" y="1995322"/>
                    <a:pt x="1603420" y="1506366"/>
                  </a:cubicBezTo>
                  <a:cubicBezTo>
                    <a:pt x="1603397" y="1482238"/>
                    <a:pt x="1600142" y="1457903"/>
                    <a:pt x="1596151" y="1434036"/>
                  </a:cubicBezTo>
                  <a:cubicBezTo>
                    <a:pt x="1582065" y="1349841"/>
                    <a:pt x="1523392" y="1305024"/>
                    <a:pt x="1436623" y="1311014"/>
                  </a:cubicBezTo>
                  <a:cubicBezTo>
                    <a:pt x="1371692" y="1315495"/>
                    <a:pt x="1314053" y="1384960"/>
                    <a:pt x="1314053" y="1458769"/>
                  </a:cubicBezTo>
                  <a:cubicBezTo>
                    <a:pt x="1314045" y="2054171"/>
                    <a:pt x="1314175" y="2649581"/>
                    <a:pt x="1313655" y="3244983"/>
                  </a:cubicBezTo>
                  <a:cubicBezTo>
                    <a:pt x="1313632" y="3272772"/>
                    <a:pt x="1312207" y="3301910"/>
                    <a:pt x="1304042" y="3328113"/>
                  </a:cubicBezTo>
                  <a:cubicBezTo>
                    <a:pt x="1269726" y="3438252"/>
                    <a:pt x="1192256" y="3503987"/>
                    <a:pt x="1079123" y="3515285"/>
                  </a:cubicBezTo>
                  <a:cubicBezTo>
                    <a:pt x="982473" y="3524929"/>
                    <a:pt x="901503" y="3485819"/>
                    <a:pt x="845526" y="3402481"/>
                  </a:cubicBezTo>
                  <a:cubicBezTo>
                    <a:pt x="768898" y="3288406"/>
                    <a:pt x="692034" y="3174483"/>
                    <a:pt x="614916" y="3060729"/>
                  </a:cubicBezTo>
                  <a:cubicBezTo>
                    <a:pt x="576564" y="3004155"/>
                    <a:pt x="515501" y="2970276"/>
                    <a:pt x="452017" y="2990191"/>
                  </a:cubicBezTo>
                  <a:cubicBezTo>
                    <a:pt x="358822" y="3019428"/>
                    <a:pt x="313500" y="3117097"/>
                    <a:pt x="359779" y="3196788"/>
                  </a:cubicBezTo>
                  <a:cubicBezTo>
                    <a:pt x="392410" y="3252964"/>
                    <a:pt x="430371" y="3306130"/>
                    <a:pt x="467252" y="3359740"/>
                  </a:cubicBezTo>
                  <a:cubicBezTo>
                    <a:pt x="560226" y="3494880"/>
                    <a:pt x="654279" y="3629269"/>
                    <a:pt x="747283" y="3764386"/>
                  </a:cubicBezTo>
                  <a:cubicBezTo>
                    <a:pt x="914762" y="4007703"/>
                    <a:pt x="1082210" y="4251051"/>
                    <a:pt x="1248800" y="4494981"/>
                  </a:cubicBezTo>
                  <a:cubicBezTo>
                    <a:pt x="1316236" y="4593722"/>
                    <a:pt x="1380141" y="4694232"/>
                    <a:pt x="1469299" y="4776758"/>
                  </a:cubicBezTo>
                  <a:lnTo>
                    <a:pt x="1739954" y="4949951"/>
                  </a:lnTo>
                  <a:lnTo>
                    <a:pt x="1739954" y="5318427"/>
                  </a:lnTo>
                  <a:lnTo>
                    <a:pt x="1680829" y="5303422"/>
                  </a:lnTo>
                  <a:cubicBezTo>
                    <a:pt x="1540802" y="5255572"/>
                    <a:pt x="1414801" y="5178569"/>
                    <a:pt x="1298994" y="5086829"/>
                  </a:cubicBezTo>
                  <a:cubicBezTo>
                    <a:pt x="1200743" y="5008984"/>
                    <a:pt x="1118026" y="4915566"/>
                    <a:pt x="1047174" y="4812138"/>
                  </a:cubicBezTo>
                  <a:cubicBezTo>
                    <a:pt x="904819" y="4604323"/>
                    <a:pt x="763575" y="4395758"/>
                    <a:pt x="621113" y="4188020"/>
                  </a:cubicBezTo>
                  <a:cubicBezTo>
                    <a:pt x="505849" y="4019959"/>
                    <a:pt x="388358" y="3853406"/>
                    <a:pt x="273968" y="3684756"/>
                  </a:cubicBezTo>
                  <a:cubicBezTo>
                    <a:pt x="196199" y="3570090"/>
                    <a:pt x="117580" y="3455570"/>
                    <a:pt x="47900" y="3336003"/>
                  </a:cubicBezTo>
                  <a:cubicBezTo>
                    <a:pt x="832" y="3255232"/>
                    <a:pt x="-7150" y="3163691"/>
                    <a:pt x="5167" y="3068642"/>
                  </a:cubicBezTo>
                  <a:cubicBezTo>
                    <a:pt x="19989" y="2954229"/>
                    <a:pt x="66429" y="2857664"/>
                    <a:pt x="147920" y="2779152"/>
                  </a:cubicBezTo>
                  <a:cubicBezTo>
                    <a:pt x="225406" y="2704493"/>
                    <a:pt x="318731" y="2660059"/>
                    <a:pt x="427575" y="2647421"/>
                  </a:cubicBezTo>
                  <a:cubicBezTo>
                    <a:pt x="597061" y="2627751"/>
                    <a:pt x="738627" y="2681415"/>
                    <a:pt x="851156" y="2807010"/>
                  </a:cubicBezTo>
                  <a:cubicBezTo>
                    <a:pt x="895574" y="2856584"/>
                    <a:pt x="930089" y="2915035"/>
                    <a:pt x="972378" y="2973984"/>
                  </a:cubicBezTo>
                  <a:cubicBezTo>
                    <a:pt x="972378" y="2956428"/>
                    <a:pt x="972378" y="2943437"/>
                    <a:pt x="972378" y="2930446"/>
                  </a:cubicBezTo>
                  <a:cubicBezTo>
                    <a:pt x="972378" y="2425420"/>
                    <a:pt x="970356" y="1920387"/>
                    <a:pt x="973672" y="1415392"/>
                  </a:cubicBezTo>
                  <a:cubicBezTo>
                    <a:pt x="974599" y="1274485"/>
                    <a:pt x="1043705" y="1161604"/>
                    <a:pt x="1152709" y="1072836"/>
                  </a:cubicBezTo>
                  <a:cubicBezTo>
                    <a:pt x="1230586" y="1009420"/>
                    <a:pt x="1317725" y="977555"/>
                    <a:pt x="1411365" y="969865"/>
                  </a:cubicBezTo>
                  <a:close/>
                  <a:moveTo>
                    <a:pt x="1444639" y="489507"/>
                  </a:moveTo>
                  <a:cubicBezTo>
                    <a:pt x="1490607" y="489807"/>
                    <a:pt x="1536693" y="492192"/>
                    <a:pt x="1582351" y="495071"/>
                  </a:cubicBezTo>
                  <a:cubicBezTo>
                    <a:pt x="1705410" y="502831"/>
                    <a:pt x="1819249" y="545659"/>
                    <a:pt x="1928740" y="607248"/>
                  </a:cubicBezTo>
                  <a:cubicBezTo>
                    <a:pt x="2026081" y="664132"/>
                    <a:pt x="2111255" y="730271"/>
                    <a:pt x="2182982" y="815366"/>
                  </a:cubicBezTo>
                  <a:cubicBezTo>
                    <a:pt x="2267457" y="915585"/>
                    <a:pt x="2329901" y="1026174"/>
                    <a:pt x="2369784" y="1150678"/>
                  </a:cubicBezTo>
                  <a:cubicBezTo>
                    <a:pt x="2406294" y="1264656"/>
                    <a:pt x="2420762" y="1381753"/>
                    <a:pt x="2412260" y="1500067"/>
                  </a:cubicBezTo>
                  <a:cubicBezTo>
                    <a:pt x="2401806" y="1645553"/>
                    <a:pt x="2364194" y="1784478"/>
                    <a:pt x="2287516" y="1910843"/>
                  </a:cubicBezTo>
                  <a:cubicBezTo>
                    <a:pt x="2261176" y="1954252"/>
                    <a:pt x="2210390" y="1968016"/>
                    <a:pt x="2166128" y="1941779"/>
                  </a:cubicBezTo>
                  <a:cubicBezTo>
                    <a:pt x="2127578" y="1918928"/>
                    <a:pt x="2112019" y="1862771"/>
                    <a:pt x="2134998" y="1823679"/>
                  </a:cubicBezTo>
                  <a:cubicBezTo>
                    <a:pt x="2194024" y="1723255"/>
                    <a:pt x="2224398" y="1615245"/>
                    <a:pt x="2236374" y="1499117"/>
                  </a:cubicBezTo>
                  <a:cubicBezTo>
                    <a:pt x="2251846" y="1349101"/>
                    <a:pt x="2220903" y="1208568"/>
                    <a:pt x="2151573" y="1079449"/>
                  </a:cubicBezTo>
                  <a:cubicBezTo>
                    <a:pt x="2033547" y="859644"/>
                    <a:pt x="1850561" y="721100"/>
                    <a:pt x="1602525" y="671731"/>
                  </a:cubicBezTo>
                  <a:cubicBezTo>
                    <a:pt x="1434207" y="638229"/>
                    <a:pt x="1273604" y="663686"/>
                    <a:pt x="1121784" y="736482"/>
                  </a:cubicBezTo>
                  <a:cubicBezTo>
                    <a:pt x="1024507" y="783125"/>
                    <a:pt x="938697" y="848137"/>
                    <a:pt x="868608" y="933876"/>
                  </a:cubicBezTo>
                  <a:cubicBezTo>
                    <a:pt x="801920" y="1015456"/>
                    <a:pt x="750273" y="1103605"/>
                    <a:pt x="718749" y="1203632"/>
                  </a:cubicBezTo>
                  <a:cubicBezTo>
                    <a:pt x="661923" y="1383943"/>
                    <a:pt x="669135" y="1562213"/>
                    <a:pt x="743275" y="1735943"/>
                  </a:cubicBezTo>
                  <a:cubicBezTo>
                    <a:pt x="766225" y="1789720"/>
                    <a:pt x="795658" y="1841763"/>
                    <a:pt x="829148" y="1889689"/>
                  </a:cubicBezTo>
                  <a:cubicBezTo>
                    <a:pt x="856737" y="1929169"/>
                    <a:pt x="851974" y="1992158"/>
                    <a:pt x="807188" y="2021990"/>
                  </a:cubicBezTo>
                  <a:cubicBezTo>
                    <a:pt x="769358" y="2047190"/>
                    <a:pt x="712733" y="2031216"/>
                    <a:pt x="682746" y="1987933"/>
                  </a:cubicBezTo>
                  <a:cubicBezTo>
                    <a:pt x="609284" y="1881895"/>
                    <a:pt x="555243" y="1766530"/>
                    <a:pt x="528976" y="1640539"/>
                  </a:cubicBezTo>
                  <a:cubicBezTo>
                    <a:pt x="506165" y="1531122"/>
                    <a:pt x="506560" y="1419935"/>
                    <a:pt x="518273" y="1308188"/>
                  </a:cubicBezTo>
                  <a:cubicBezTo>
                    <a:pt x="533224" y="1165528"/>
                    <a:pt x="586211" y="1037262"/>
                    <a:pt x="661229" y="918286"/>
                  </a:cubicBezTo>
                  <a:cubicBezTo>
                    <a:pt x="744330" y="786489"/>
                    <a:pt x="857115" y="683073"/>
                    <a:pt x="992716" y="605944"/>
                  </a:cubicBezTo>
                  <a:cubicBezTo>
                    <a:pt x="1090763" y="550176"/>
                    <a:pt x="1196446" y="509881"/>
                    <a:pt x="1307627" y="496450"/>
                  </a:cubicBezTo>
                  <a:cubicBezTo>
                    <a:pt x="1352818" y="490991"/>
                    <a:pt x="1398670" y="489207"/>
                    <a:pt x="1444639" y="489507"/>
                  </a:cubicBezTo>
                  <a:close/>
                  <a:moveTo>
                    <a:pt x="1379935" y="1504"/>
                  </a:moveTo>
                  <a:cubicBezTo>
                    <a:pt x="1447323" y="-1589"/>
                    <a:pt x="1514927" y="273"/>
                    <a:pt x="1582086" y="5379"/>
                  </a:cubicBezTo>
                  <a:cubicBezTo>
                    <a:pt x="1781309" y="20524"/>
                    <a:pt x="1969851" y="79323"/>
                    <a:pt x="2144453" y="177749"/>
                  </a:cubicBezTo>
                  <a:cubicBezTo>
                    <a:pt x="2240771" y="232045"/>
                    <a:pt x="2329008" y="297629"/>
                    <a:pt x="2409653" y="374194"/>
                  </a:cubicBezTo>
                  <a:cubicBezTo>
                    <a:pt x="2538966" y="496966"/>
                    <a:pt x="2646058" y="635400"/>
                    <a:pt x="2720737" y="797656"/>
                  </a:cubicBezTo>
                  <a:cubicBezTo>
                    <a:pt x="2778854" y="923931"/>
                    <a:pt x="2823970" y="1054738"/>
                    <a:pt x="2836148" y="1194112"/>
                  </a:cubicBezTo>
                  <a:cubicBezTo>
                    <a:pt x="2844461" y="1289254"/>
                    <a:pt x="2855032" y="1385397"/>
                    <a:pt x="2849732" y="1480261"/>
                  </a:cubicBezTo>
                  <a:cubicBezTo>
                    <a:pt x="2840546" y="1644678"/>
                    <a:pt x="2805456" y="1804979"/>
                    <a:pt x="2732876" y="1954687"/>
                  </a:cubicBezTo>
                  <a:cubicBezTo>
                    <a:pt x="2704599" y="2013010"/>
                    <a:pt x="2674171" y="2070327"/>
                    <a:pt x="2643427" y="2127403"/>
                  </a:cubicBezTo>
                  <a:cubicBezTo>
                    <a:pt x="2623509" y="2164382"/>
                    <a:pt x="2580253" y="2186613"/>
                    <a:pt x="2546997" y="2179755"/>
                  </a:cubicBezTo>
                  <a:cubicBezTo>
                    <a:pt x="2511958" y="2172530"/>
                    <a:pt x="2476657" y="2137559"/>
                    <a:pt x="2474442" y="2098646"/>
                  </a:cubicBezTo>
                  <a:cubicBezTo>
                    <a:pt x="2473308" y="2078718"/>
                    <a:pt x="2482260" y="2055523"/>
                    <a:pt x="2493326" y="2038023"/>
                  </a:cubicBezTo>
                  <a:cubicBezTo>
                    <a:pt x="2582105" y="1897627"/>
                    <a:pt x="2638276" y="1744622"/>
                    <a:pt x="2664501" y="1581663"/>
                  </a:cubicBezTo>
                  <a:cubicBezTo>
                    <a:pt x="2676879" y="1504742"/>
                    <a:pt x="2683468" y="1425235"/>
                    <a:pt x="2679305" y="1347617"/>
                  </a:cubicBezTo>
                  <a:cubicBezTo>
                    <a:pt x="2666794" y="1114334"/>
                    <a:pt x="2599845" y="897648"/>
                    <a:pt x="2464424" y="704420"/>
                  </a:cubicBezTo>
                  <a:cubicBezTo>
                    <a:pt x="2403912" y="618076"/>
                    <a:pt x="2336812" y="538001"/>
                    <a:pt x="2252469" y="469761"/>
                  </a:cubicBezTo>
                  <a:cubicBezTo>
                    <a:pt x="2187566" y="423085"/>
                    <a:pt x="2127398" y="373776"/>
                    <a:pt x="2061618" y="333670"/>
                  </a:cubicBezTo>
                  <a:cubicBezTo>
                    <a:pt x="1941460" y="260411"/>
                    <a:pt x="1809040" y="214381"/>
                    <a:pt x="1671018" y="191369"/>
                  </a:cubicBezTo>
                  <a:cubicBezTo>
                    <a:pt x="1564015" y="173528"/>
                    <a:pt x="1455459" y="168324"/>
                    <a:pt x="1345617" y="180278"/>
                  </a:cubicBezTo>
                  <a:cubicBezTo>
                    <a:pt x="1236589" y="192142"/>
                    <a:pt x="1132020" y="216485"/>
                    <a:pt x="1029689" y="253910"/>
                  </a:cubicBezTo>
                  <a:cubicBezTo>
                    <a:pt x="907326" y="298661"/>
                    <a:pt x="796752" y="363712"/>
                    <a:pt x="696544" y="446691"/>
                  </a:cubicBezTo>
                  <a:cubicBezTo>
                    <a:pt x="600903" y="525889"/>
                    <a:pt x="515654" y="614857"/>
                    <a:pt x="447108" y="718685"/>
                  </a:cubicBezTo>
                  <a:cubicBezTo>
                    <a:pt x="349700" y="866230"/>
                    <a:pt x="280964" y="1025943"/>
                    <a:pt x="260287" y="1202492"/>
                  </a:cubicBezTo>
                  <a:cubicBezTo>
                    <a:pt x="249482" y="1294750"/>
                    <a:pt x="240837" y="1388789"/>
                    <a:pt x="246505" y="1481085"/>
                  </a:cubicBezTo>
                  <a:cubicBezTo>
                    <a:pt x="254636" y="1613477"/>
                    <a:pt x="286965" y="1741915"/>
                    <a:pt x="339393" y="1865461"/>
                  </a:cubicBezTo>
                  <a:cubicBezTo>
                    <a:pt x="381211" y="1964003"/>
                    <a:pt x="438101" y="2052568"/>
                    <a:pt x="498703" y="2139510"/>
                  </a:cubicBezTo>
                  <a:cubicBezTo>
                    <a:pt x="506379" y="2150524"/>
                    <a:pt x="517910" y="2158766"/>
                    <a:pt x="526581" y="2169186"/>
                  </a:cubicBezTo>
                  <a:cubicBezTo>
                    <a:pt x="556752" y="2205435"/>
                    <a:pt x="551800" y="2272243"/>
                    <a:pt x="517585" y="2296357"/>
                  </a:cubicBezTo>
                  <a:cubicBezTo>
                    <a:pt x="474145" y="2326971"/>
                    <a:pt x="413679" y="2318179"/>
                    <a:pt x="385632" y="2275988"/>
                  </a:cubicBezTo>
                  <a:cubicBezTo>
                    <a:pt x="328284" y="2189720"/>
                    <a:pt x="264978" y="2106545"/>
                    <a:pt x="216345" y="2015564"/>
                  </a:cubicBezTo>
                  <a:cubicBezTo>
                    <a:pt x="149232" y="1890012"/>
                    <a:pt x="102604" y="1754736"/>
                    <a:pt x="89526" y="1611939"/>
                  </a:cubicBezTo>
                  <a:cubicBezTo>
                    <a:pt x="78908" y="1496002"/>
                    <a:pt x="69148" y="1378569"/>
                    <a:pt x="75994" y="1262804"/>
                  </a:cubicBezTo>
                  <a:cubicBezTo>
                    <a:pt x="84756" y="1114629"/>
                    <a:pt x="124047" y="971139"/>
                    <a:pt x="184937" y="834377"/>
                  </a:cubicBezTo>
                  <a:cubicBezTo>
                    <a:pt x="243356" y="703168"/>
                    <a:pt x="319551" y="584372"/>
                    <a:pt x="413741" y="475489"/>
                  </a:cubicBezTo>
                  <a:cubicBezTo>
                    <a:pt x="519383" y="353370"/>
                    <a:pt x="643487" y="256093"/>
                    <a:pt x="782398" y="175704"/>
                  </a:cubicBezTo>
                  <a:cubicBezTo>
                    <a:pt x="906410" y="103938"/>
                    <a:pt x="1040357" y="58155"/>
                    <a:pt x="1179086" y="27360"/>
                  </a:cubicBezTo>
                  <a:cubicBezTo>
                    <a:pt x="1245378" y="12644"/>
                    <a:pt x="1312548" y="4596"/>
                    <a:pt x="1379935" y="1504"/>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655" name="Freeform: Shape 2654">
              <a:extLst>
                <a:ext uri="{FF2B5EF4-FFF2-40B4-BE49-F238E27FC236}">
                  <a16:creationId xmlns:a16="http://schemas.microsoft.com/office/drawing/2014/main" id="{7E503AF4-B1A1-848F-1863-B2A1D46972BE}"/>
                </a:ext>
                <a:ext uri="{C183D7F6-B498-43B3-948B-1728B52AA6E4}">
                  <adec:decorative xmlns:adec="http://schemas.microsoft.com/office/drawing/2017/decorative" val="1"/>
                </a:ext>
              </a:extLst>
            </p:cNvPr>
            <p:cNvSpPr/>
            <p:nvPr/>
          </p:nvSpPr>
          <p:spPr>
            <a:xfrm>
              <a:off x="1293433" y="5755986"/>
              <a:ext cx="314523" cy="457200"/>
            </a:xfrm>
            <a:custGeom>
              <a:avLst/>
              <a:gdLst>
                <a:gd name="connsiteX0" fmla="*/ 4204457 w 4717847"/>
                <a:gd name="connsiteY0" fmla="*/ 6349497 h 6858000"/>
                <a:gd name="connsiteX1" fmla="*/ 4717847 w 4717847"/>
                <a:gd name="connsiteY1" fmla="*/ 6349497 h 6858000"/>
                <a:gd name="connsiteX2" fmla="*/ 4717847 w 4717847"/>
                <a:gd name="connsiteY2" fmla="*/ 6858000 h 6858000"/>
                <a:gd name="connsiteX3" fmla="*/ 4204457 w 4717847"/>
                <a:gd name="connsiteY3" fmla="*/ 6858000 h 6858000"/>
                <a:gd name="connsiteX4" fmla="*/ 1585392 w 4717847"/>
                <a:gd name="connsiteY4" fmla="*/ 1558737 h 6858000"/>
                <a:gd name="connsiteX5" fmla="*/ 1924310 w 4717847"/>
                <a:gd name="connsiteY5" fmla="*/ 1558737 h 6858000"/>
                <a:gd name="connsiteX6" fmla="*/ 1924310 w 4717847"/>
                <a:gd name="connsiteY6" fmla="*/ 1896215 h 6858000"/>
                <a:gd name="connsiteX7" fmla="*/ 1585392 w 4717847"/>
                <a:gd name="connsiteY7" fmla="*/ 1896215 h 6858000"/>
                <a:gd name="connsiteX8" fmla="*/ 1589777 w 4717847"/>
                <a:gd name="connsiteY8" fmla="*/ 0 h 6858000"/>
                <a:gd name="connsiteX9" fmla="*/ 1931743 w 4717847"/>
                <a:gd name="connsiteY9" fmla="*/ 0 h 6858000"/>
                <a:gd name="connsiteX10" fmla="*/ 1931743 w 4717847"/>
                <a:gd name="connsiteY10" fmla="*/ 39195 h 6858000"/>
                <a:gd name="connsiteX11" fmla="*/ 1931565 w 4717847"/>
                <a:gd name="connsiteY11" fmla="*/ 391984 h 6858000"/>
                <a:gd name="connsiteX12" fmla="*/ 1960426 w 4717847"/>
                <a:gd name="connsiteY12" fmla="*/ 428388 h 6858000"/>
                <a:gd name="connsiteX13" fmla="*/ 2338211 w 4717847"/>
                <a:gd name="connsiteY13" fmla="*/ 534543 h 6858000"/>
                <a:gd name="connsiteX14" fmla="*/ 2501792 w 4717847"/>
                <a:gd name="connsiteY14" fmla="*/ 618278 h 6858000"/>
                <a:gd name="connsiteX15" fmla="*/ 2758170 w 4717847"/>
                <a:gd name="connsiteY15" fmla="*/ 303207 h 6858000"/>
                <a:gd name="connsiteX16" fmla="*/ 2803584 w 4717847"/>
                <a:gd name="connsiteY16" fmla="*/ 299347 h 6858000"/>
                <a:gd name="connsiteX17" fmla="*/ 3043918 w 4717847"/>
                <a:gd name="connsiteY17" fmla="*/ 498600 h 6858000"/>
                <a:gd name="connsiteX18" fmla="*/ 2765222 w 4717847"/>
                <a:gd name="connsiteY18" fmla="*/ 840667 h 6858000"/>
                <a:gd name="connsiteX19" fmla="*/ 3022574 w 4717847"/>
                <a:gd name="connsiteY19" fmla="*/ 1226755 h 6858000"/>
                <a:gd name="connsiteX20" fmla="*/ 2995319 w 4717847"/>
                <a:gd name="connsiteY20" fmla="*/ 1300652 h 6858000"/>
                <a:gd name="connsiteX21" fmla="*/ 2740936 w 4717847"/>
                <a:gd name="connsiteY21" fmla="*/ 1447150 h 6858000"/>
                <a:gd name="connsiteX22" fmla="*/ 2061507 w 4717847"/>
                <a:gd name="connsiteY22" fmla="*/ 797785 h 6858000"/>
                <a:gd name="connsiteX23" fmla="*/ 1379346 w 4717847"/>
                <a:gd name="connsiteY23" fmla="*/ 842447 h 6858000"/>
                <a:gd name="connsiteX24" fmla="*/ 813659 w 4717847"/>
                <a:gd name="connsiteY24" fmla="*/ 2051377 h 6858000"/>
                <a:gd name="connsiteX25" fmla="*/ 1298319 w 4717847"/>
                <a:gd name="connsiteY25" fmla="*/ 2651211 h 6858000"/>
                <a:gd name="connsiteX26" fmla="*/ 2062148 w 4717847"/>
                <a:gd name="connsiteY26" fmla="*/ 2737636 h 6858000"/>
                <a:gd name="connsiteX27" fmla="*/ 2073052 w 4717847"/>
                <a:gd name="connsiteY27" fmla="*/ 2873910 h 6858000"/>
                <a:gd name="connsiteX28" fmla="*/ 2093267 w 4717847"/>
                <a:gd name="connsiteY28" fmla="*/ 3052069 h 6858000"/>
                <a:gd name="connsiteX29" fmla="*/ 2069811 w 4717847"/>
                <a:gd name="connsiteY29" fmla="*/ 3087615 h 6858000"/>
                <a:gd name="connsiteX30" fmla="*/ 1638361 w 4717847"/>
                <a:gd name="connsiteY30" fmla="*/ 3109348 h 6858000"/>
                <a:gd name="connsiteX31" fmla="*/ 1512768 w 4717847"/>
                <a:gd name="connsiteY31" fmla="*/ 3094610 h 6858000"/>
                <a:gd name="connsiteX32" fmla="*/ 1370467 w 4717847"/>
                <a:gd name="connsiteY32" fmla="*/ 3513900 h 6858000"/>
                <a:gd name="connsiteX33" fmla="*/ 1311539 w 4717847"/>
                <a:gd name="connsiteY33" fmla="*/ 3495252 h 6858000"/>
                <a:gd name="connsiteX34" fmla="*/ 1089955 w 4717847"/>
                <a:gd name="connsiteY34" fmla="*/ 3421225 h 6858000"/>
                <a:gd name="connsiteX35" fmla="*/ 1058708 w 4717847"/>
                <a:gd name="connsiteY35" fmla="*/ 3362123 h 6858000"/>
                <a:gd name="connsiteX36" fmla="*/ 1188351 w 4717847"/>
                <a:gd name="connsiteY36" fmla="*/ 2982518 h 6858000"/>
                <a:gd name="connsiteX37" fmla="*/ 724974 w 4717847"/>
                <a:gd name="connsiteY37" fmla="*/ 2611745 h 6858000"/>
                <a:gd name="connsiteX38" fmla="*/ 462439 w 4717847"/>
                <a:gd name="connsiteY38" fmla="*/ 2770496 h 6858000"/>
                <a:gd name="connsiteX39" fmla="*/ 375807 w 4717847"/>
                <a:gd name="connsiteY39" fmla="*/ 2825011 h 6858000"/>
                <a:gd name="connsiteX40" fmla="*/ 331675 w 4717847"/>
                <a:gd name="connsiteY40" fmla="*/ 2814709 h 6858000"/>
                <a:gd name="connsiteX41" fmla="*/ 168834 w 4717847"/>
                <a:gd name="connsiteY41" fmla="*/ 2548137 h 6858000"/>
                <a:gd name="connsiteX42" fmla="*/ 304018 w 4717847"/>
                <a:gd name="connsiteY42" fmla="*/ 2463282 h 6858000"/>
                <a:gd name="connsiteX43" fmla="*/ 525825 w 4717847"/>
                <a:gd name="connsiteY43" fmla="*/ 2328724 h 6858000"/>
                <a:gd name="connsiteX44" fmla="*/ 537106 w 4717847"/>
                <a:gd name="connsiteY44" fmla="*/ 2298001 h 6858000"/>
                <a:gd name="connsiteX45" fmla="*/ 449832 w 4717847"/>
                <a:gd name="connsiteY45" fmla="*/ 1997544 h 6858000"/>
                <a:gd name="connsiteX46" fmla="*/ 432250 w 4717847"/>
                <a:gd name="connsiteY46" fmla="*/ 1778017 h 6858000"/>
                <a:gd name="connsiteX47" fmla="*/ 388023 w 4717847"/>
                <a:gd name="connsiteY47" fmla="*/ 1725159 h 6858000"/>
                <a:gd name="connsiteX48" fmla="*/ 0 w 4717847"/>
                <a:gd name="connsiteY48" fmla="*/ 1664857 h 6858000"/>
                <a:gd name="connsiteX49" fmla="*/ 52207 w 4717847"/>
                <a:gd name="connsiteY49" fmla="*/ 1326742 h 6858000"/>
                <a:gd name="connsiteX50" fmla="*/ 355066 w 4717847"/>
                <a:gd name="connsiteY50" fmla="*/ 1373834 h 6858000"/>
                <a:gd name="connsiteX51" fmla="*/ 462858 w 4717847"/>
                <a:gd name="connsiteY51" fmla="*/ 1391531 h 6858000"/>
                <a:gd name="connsiteX52" fmla="*/ 489420 w 4717847"/>
                <a:gd name="connsiteY52" fmla="*/ 1369964 h 6858000"/>
                <a:gd name="connsiteX53" fmla="*/ 763413 w 4717847"/>
                <a:gd name="connsiteY53" fmla="*/ 878871 h 6858000"/>
                <a:gd name="connsiteX54" fmla="*/ 777984 w 4717847"/>
                <a:gd name="connsiteY54" fmla="*/ 856021 h 6858000"/>
                <a:gd name="connsiteX55" fmla="*/ 607480 w 4717847"/>
                <a:gd name="connsiteY55" fmla="*/ 653108 h 6858000"/>
                <a:gd name="connsiteX56" fmla="*/ 500478 w 4717847"/>
                <a:gd name="connsiteY56" fmla="*/ 530023 h 6858000"/>
                <a:gd name="connsiteX57" fmla="*/ 761496 w 4717847"/>
                <a:gd name="connsiteY57" fmla="*/ 305384 h 6858000"/>
                <a:gd name="connsiteX58" fmla="*/ 1042715 w 4717847"/>
                <a:gd name="connsiteY58" fmla="*/ 634388 h 6858000"/>
                <a:gd name="connsiteX59" fmla="*/ 1589777 w 4717847"/>
                <a:gd name="connsiteY59" fmla="*/ 427715 h 6858000"/>
                <a:gd name="connsiteX60" fmla="*/ 1589777 w 4717847"/>
                <a:gd name="connsiteY6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717847" h="6858000">
                  <a:moveTo>
                    <a:pt x="4204457" y="6349497"/>
                  </a:moveTo>
                  <a:lnTo>
                    <a:pt x="4717847" y="6349497"/>
                  </a:lnTo>
                  <a:lnTo>
                    <a:pt x="4717847" y="6858000"/>
                  </a:lnTo>
                  <a:lnTo>
                    <a:pt x="4204457" y="6858000"/>
                  </a:lnTo>
                  <a:close/>
                  <a:moveTo>
                    <a:pt x="1585392" y="1558737"/>
                  </a:moveTo>
                  <a:lnTo>
                    <a:pt x="1924310" y="1558737"/>
                  </a:lnTo>
                  <a:lnTo>
                    <a:pt x="1924310" y="1896215"/>
                  </a:lnTo>
                  <a:lnTo>
                    <a:pt x="1585392" y="1896215"/>
                  </a:lnTo>
                  <a:close/>
                  <a:moveTo>
                    <a:pt x="1589777" y="0"/>
                  </a:moveTo>
                  <a:cubicBezTo>
                    <a:pt x="1703356" y="0"/>
                    <a:pt x="1815067" y="0"/>
                    <a:pt x="1931743" y="0"/>
                  </a:cubicBezTo>
                  <a:cubicBezTo>
                    <a:pt x="1931743" y="12928"/>
                    <a:pt x="1931743" y="26062"/>
                    <a:pt x="1931743" y="39195"/>
                  </a:cubicBezTo>
                  <a:cubicBezTo>
                    <a:pt x="1931745" y="156792"/>
                    <a:pt x="1931943" y="274388"/>
                    <a:pt x="1931565" y="391984"/>
                  </a:cubicBezTo>
                  <a:cubicBezTo>
                    <a:pt x="1931499" y="412701"/>
                    <a:pt x="1933654" y="425479"/>
                    <a:pt x="1960426" y="428388"/>
                  </a:cubicBezTo>
                  <a:cubicBezTo>
                    <a:pt x="2092070" y="442693"/>
                    <a:pt x="2218147" y="478930"/>
                    <a:pt x="2338211" y="534543"/>
                  </a:cubicBezTo>
                  <a:cubicBezTo>
                    <a:pt x="2393381" y="560098"/>
                    <a:pt x="2446601" y="589863"/>
                    <a:pt x="2501792" y="618278"/>
                  </a:cubicBezTo>
                  <a:cubicBezTo>
                    <a:pt x="2587145" y="513381"/>
                    <a:pt x="2672650" y="408288"/>
                    <a:pt x="2758170" y="303207"/>
                  </a:cubicBezTo>
                  <a:cubicBezTo>
                    <a:pt x="2771957" y="286264"/>
                    <a:pt x="2783504" y="282110"/>
                    <a:pt x="2803584" y="299347"/>
                  </a:cubicBezTo>
                  <a:cubicBezTo>
                    <a:pt x="2880430" y="365316"/>
                    <a:pt x="2959357" y="428861"/>
                    <a:pt x="3043918" y="498600"/>
                  </a:cubicBezTo>
                  <a:cubicBezTo>
                    <a:pt x="2951239" y="612353"/>
                    <a:pt x="2858465" y="726222"/>
                    <a:pt x="2765222" y="840667"/>
                  </a:cubicBezTo>
                  <a:cubicBezTo>
                    <a:pt x="2876424" y="952978"/>
                    <a:pt x="2955961" y="1085559"/>
                    <a:pt x="3022574" y="1226755"/>
                  </a:cubicBezTo>
                  <a:cubicBezTo>
                    <a:pt x="3046643" y="1277771"/>
                    <a:pt x="3044583" y="1274376"/>
                    <a:pt x="2995319" y="1300652"/>
                  </a:cubicBezTo>
                  <a:cubicBezTo>
                    <a:pt x="2909417" y="1346470"/>
                    <a:pt x="2826342" y="1397588"/>
                    <a:pt x="2740936" y="1447150"/>
                  </a:cubicBezTo>
                  <a:cubicBezTo>
                    <a:pt x="2620219" y="1124021"/>
                    <a:pt x="2398189" y="900118"/>
                    <a:pt x="2061507" y="797785"/>
                  </a:cubicBezTo>
                  <a:cubicBezTo>
                    <a:pt x="1829121" y="727154"/>
                    <a:pt x="1600420" y="745328"/>
                    <a:pt x="1379346" y="842447"/>
                  </a:cubicBezTo>
                  <a:cubicBezTo>
                    <a:pt x="911064" y="1048166"/>
                    <a:pt x="667357" y="1565328"/>
                    <a:pt x="813659" y="2051377"/>
                  </a:cubicBezTo>
                  <a:cubicBezTo>
                    <a:pt x="892971" y="2314865"/>
                    <a:pt x="1054183" y="2517512"/>
                    <a:pt x="1298319" y="2651211"/>
                  </a:cubicBezTo>
                  <a:cubicBezTo>
                    <a:pt x="1540764" y="2783984"/>
                    <a:pt x="1795156" y="2807229"/>
                    <a:pt x="2062148" y="2737636"/>
                  </a:cubicBezTo>
                  <a:cubicBezTo>
                    <a:pt x="2065812" y="2784212"/>
                    <a:pt x="2068599" y="2829143"/>
                    <a:pt x="2073052" y="2873910"/>
                  </a:cubicBezTo>
                  <a:cubicBezTo>
                    <a:pt x="2078969" y="2933382"/>
                    <a:pt x="2085400" y="2992831"/>
                    <a:pt x="2093267" y="3052069"/>
                  </a:cubicBezTo>
                  <a:cubicBezTo>
                    <a:pt x="2096017" y="3072783"/>
                    <a:pt x="2093498" y="3082398"/>
                    <a:pt x="2069811" y="3087615"/>
                  </a:cubicBezTo>
                  <a:cubicBezTo>
                    <a:pt x="1927055" y="3119058"/>
                    <a:pt x="1783323" y="3125193"/>
                    <a:pt x="1638361" y="3109348"/>
                  </a:cubicBezTo>
                  <a:cubicBezTo>
                    <a:pt x="1597223" y="3104852"/>
                    <a:pt x="1556155" y="3099719"/>
                    <a:pt x="1512768" y="3094610"/>
                  </a:cubicBezTo>
                  <a:cubicBezTo>
                    <a:pt x="1466009" y="3232388"/>
                    <a:pt x="1419239" y="3370195"/>
                    <a:pt x="1370467" y="3513900"/>
                  </a:cubicBezTo>
                  <a:cubicBezTo>
                    <a:pt x="1349611" y="3507318"/>
                    <a:pt x="1330484" y="3501558"/>
                    <a:pt x="1311539" y="3495252"/>
                  </a:cubicBezTo>
                  <a:cubicBezTo>
                    <a:pt x="1237651" y="3470656"/>
                    <a:pt x="1163861" y="3445766"/>
                    <a:pt x="1089955" y="3421225"/>
                  </a:cubicBezTo>
                  <a:cubicBezTo>
                    <a:pt x="1043803" y="3405899"/>
                    <a:pt x="1043704" y="3406078"/>
                    <a:pt x="1058708" y="3362123"/>
                  </a:cubicBezTo>
                  <a:cubicBezTo>
                    <a:pt x="1101478" y="3236833"/>
                    <a:pt x="1144280" y="3111553"/>
                    <a:pt x="1188351" y="2982518"/>
                  </a:cubicBezTo>
                  <a:cubicBezTo>
                    <a:pt x="1005545" y="2894962"/>
                    <a:pt x="855967" y="2766809"/>
                    <a:pt x="724974" y="2611745"/>
                  </a:cubicBezTo>
                  <a:cubicBezTo>
                    <a:pt x="637007" y="2664900"/>
                    <a:pt x="549613" y="2717517"/>
                    <a:pt x="462439" y="2770496"/>
                  </a:cubicBezTo>
                  <a:cubicBezTo>
                    <a:pt x="433287" y="2788214"/>
                    <a:pt x="404818" y="2807055"/>
                    <a:pt x="375807" y="2825011"/>
                  </a:cubicBezTo>
                  <a:cubicBezTo>
                    <a:pt x="358031" y="2836014"/>
                    <a:pt x="345366" y="2838045"/>
                    <a:pt x="331675" y="2814709"/>
                  </a:cubicBezTo>
                  <a:cubicBezTo>
                    <a:pt x="279954" y="2726547"/>
                    <a:pt x="225341" y="2640080"/>
                    <a:pt x="168834" y="2548137"/>
                  </a:cubicBezTo>
                  <a:cubicBezTo>
                    <a:pt x="214266" y="2519564"/>
                    <a:pt x="258785" y="2490837"/>
                    <a:pt x="304018" y="2463282"/>
                  </a:cubicBezTo>
                  <a:cubicBezTo>
                    <a:pt x="377873" y="2418290"/>
                    <a:pt x="452520" y="2374584"/>
                    <a:pt x="525825" y="2328724"/>
                  </a:cubicBezTo>
                  <a:cubicBezTo>
                    <a:pt x="533372" y="2324003"/>
                    <a:pt x="539612" y="2306758"/>
                    <a:pt x="537106" y="2298001"/>
                  </a:cubicBezTo>
                  <a:cubicBezTo>
                    <a:pt x="508412" y="2197691"/>
                    <a:pt x="472188" y="2099160"/>
                    <a:pt x="449832" y="1997544"/>
                  </a:cubicBezTo>
                  <a:cubicBezTo>
                    <a:pt x="434195" y="1926464"/>
                    <a:pt x="434867" y="1851428"/>
                    <a:pt x="432250" y="1778017"/>
                  </a:cubicBezTo>
                  <a:cubicBezTo>
                    <a:pt x="431082" y="1745239"/>
                    <a:pt x="428431" y="1730112"/>
                    <a:pt x="388023" y="1725159"/>
                  </a:cubicBezTo>
                  <a:cubicBezTo>
                    <a:pt x="260069" y="1709471"/>
                    <a:pt x="133050" y="1686140"/>
                    <a:pt x="0" y="1664857"/>
                  </a:cubicBezTo>
                  <a:cubicBezTo>
                    <a:pt x="17290" y="1552879"/>
                    <a:pt x="34588" y="1440852"/>
                    <a:pt x="52207" y="1326742"/>
                  </a:cubicBezTo>
                  <a:cubicBezTo>
                    <a:pt x="156219" y="1342879"/>
                    <a:pt x="255681" y="1358108"/>
                    <a:pt x="355066" y="1373834"/>
                  </a:cubicBezTo>
                  <a:cubicBezTo>
                    <a:pt x="391054" y="1379530"/>
                    <a:pt x="426696" y="1388057"/>
                    <a:pt x="462858" y="1391531"/>
                  </a:cubicBezTo>
                  <a:cubicBezTo>
                    <a:pt x="471222" y="1392335"/>
                    <a:pt x="486547" y="1379396"/>
                    <a:pt x="489420" y="1369964"/>
                  </a:cubicBezTo>
                  <a:cubicBezTo>
                    <a:pt x="545340" y="1186372"/>
                    <a:pt x="635397" y="1022138"/>
                    <a:pt x="763413" y="878871"/>
                  </a:cubicBezTo>
                  <a:cubicBezTo>
                    <a:pt x="769666" y="871873"/>
                    <a:pt x="773684" y="862878"/>
                    <a:pt x="777984" y="856021"/>
                  </a:cubicBezTo>
                  <a:cubicBezTo>
                    <a:pt x="720881" y="788223"/>
                    <a:pt x="664916" y="721777"/>
                    <a:pt x="607480" y="653108"/>
                  </a:cubicBezTo>
                  <a:cubicBezTo>
                    <a:pt x="572228" y="612197"/>
                    <a:pt x="538447" y="573508"/>
                    <a:pt x="500478" y="530023"/>
                  </a:cubicBezTo>
                  <a:cubicBezTo>
                    <a:pt x="587440" y="455180"/>
                    <a:pt x="672364" y="382093"/>
                    <a:pt x="761496" y="305384"/>
                  </a:cubicBezTo>
                  <a:cubicBezTo>
                    <a:pt x="855079" y="414869"/>
                    <a:pt x="947905" y="523467"/>
                    <a:pt x="1042715" y="634388"/>
                  </a:cubicBezTo>
                  <a:cubicBezTo>
                    <a:pt x="1208831" y="523415"/>
                    <a:pt x="1392606" y="457869"/>
                    <a:pt x="1589777" y="427715"/>
                  </a:cubicBezTo>
                  <a:cubicBezTo>
                    <a:pt x="1589777" y="282596"/>
                    <a:pt x="1589777" y="142877"/>
                    <a:pt x="1589777"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1" name="Group 60">
            <a:extLst>
              <a:ext uri="{FF2B5EF4-FFF2-40B4-BE49-F238E27FC236}">
                <a16:creationId xmlns:a16="http://schemas.microsoft.com/office/drawing/2014/main" id="{FFA4604A-5331-BE9C-B668-5670F1A70800}"/>
              </a:ext>
              <a:ext uri="{C183D7F6-B498-43B3-948B-1728B52AA6E4}">
                <adec:decorative xmlns:adec="http://schemas.microsoft.com/office/drawing/2017/decorative" val="1"/>
              </a:ext>
            </a:extLst>
          </p:cNvPr>
          <p:cNvGrpSpPr>
            <a:grpSpLocks noChangeAspect="1"/>
          </p:cNvGrpSpPr>
          <p:nvPr/>
        </p:nvGrpSpPr>
        <p:grpSpPr>
          <a:xfrm>
            <a:off x="1876073" y="5755986"/>
            <a:ext cx="553294" cy="457200"/>
            <a:chOff x="1876073" y="5755986"/>
            <a:chExt cx="553294" cy="457200"/>
          </a:xfrm>
          <a:solidFill>
            <a:srgbClr val="FF0000"/>
          </a:solidFill>
        </p:grpSpPr>
        <p:sp>
          <p:nvSpPr>
            <p:cNvPr id="2665" name="Freeform: Shape 2664">
              <a:extLst>
                <a:ext uri="{FF2B5EF4-FFF2-40B4-BE49-F238E27FC236}">
                  <a16:creationId xmlns:a16="http://schemas.microsoft.com/office/drawing/2014/main" id="{1BFCF177-96CA-D536-B842-57F428F6723F}"/>
                </a:ext>
                <a:ext uri="{C183D7F6-B498-43B3-948B-1728B52AA6E4}">
                  <adec:decorative xmlns:adec="http://schemas.microsoft.com/office/drawing/2017/decorative" val="1"/>
                </a:ext>
              </a:extLst>
            </p:cNvPr>
            <p:cNvSpPr/>
            <p:nvPr/>
          </p:nvSpPr>
          <p:spPr>
            <a:xfrm>
              <a:off x="1876073" y="5880560"/>
              <a:ext cx="551008" cy="332626"/>
            </a:xfrm>
            <a:custGeom>
              <a:avLst/>
              <a:gdLst>
                <a:gd name="connsiteX0" fmla="*/ 2435289 w 8265117"/>
                <a:gd name="connsiteY0" fmla="*/ 455 h 4989392"/>
                <a:gd name="connsiteX1" fmla="*/ 2666690 w 8265117"/>
                <a:gd name="connsiteY1" fmla="*/ 4960 h 4989392"/>
                <a:gd name="connsiteX2" fmla="*/ 3086329 w 8265117"/>
                <a:gd name="connsiteY2" fmla="*/ 165921 h 4989392"/>
                <a:gd name="connsiteX3" fmla="*/ 3266064 w 8265117"/>
                <a:gd name="connsiteY3" fmla="*/ 317007 h 4989392"/>
                <a:gd name="connsiteX4" fmla="*/ 3617868 w 8265117"/>
                <a:gd name="connsiteY4" fmla="*/ 622871 h 4989392"/>
                <a:gd name="connsiteX5" fmla="*/ 3852416 w 8265117"/>
                <a:gd name="connsiteY5" fmla="*/ 829648 h 4989392"/>
                <a:gd name="connsiteX6" fmla="*/ 4217007 w 8265117"/>
                <a:gd name="connsiteY6" fmla="*/ 1148706 h 4989392"/>
                <a:gd name="connsiteX7" fmla="*/ 4480968 w 8265117"/>
                <a:gd name="connsiteY7" fmla="*/ 1384464 h 4989392"/>
                <a:gd name="connsiteX8" fmla="*/ 4822676 w 8265117"/>
                <a:gd name="connsiteY8" fmla="*/ 1680997 h 4989392"/>
                <a:gd name="connsiteX9" fmla="*/ 5090377 w 8265117"/>
                <a:gd name="connsiteY9" fmla="*/ 1919408 h 4989392"/>
                <a:gd name="connsiteX10" fmla="*/ 5311546 w 8265117"/>
                <a:gd name="connsiteY10" fmla="*/ 2168088 h 4989392"/>
                <a:gd name="connsiteX11" fmla="*/ 5427283 w 8265117"/>
                <a:gd name="connsiteY11" fmla="*/ 2488837 h 4989392"/>
                <a:gd name="connsiteX12" fmla="*/ 5380035 w 8265117"/>
                <a:gd name="connsiteY12" fmla="*/ 2940629 h 4989392"/>
                <a:gd name="connsiteX13" fmla="*/ 5244772 w 8265117"/>
                <a:gd name="connsiteY13" fmla="*/ 3194863 h 4989392"/>
                <a:gd name="connsiteX14" fmla="*/ 5104216 w 8265117"/>
                <a:gd name="connsiteY14" fmla="*/ 3170212 h 4989392"/>
                <a:gd name="connsiteX15" fmla="*/ 4966031 w 8265117"/>
                <a:gd name="connsiteY15" fmla="*/ 3148582 h 4989392"/>
                <a:gd name="connsiteX16" fmla="*/ 5104119 w 8265117"/>
                <a:gd name="connsiteY16" fmla="*/ 3170590 h 4989392"/>
                <a:gd name="connsiteX17" fmla="*/ 5244053 w 8265117"/>
                <a:gd name="connsiteY17" fmla="*/ 3197934 h 4989392"/>
                <a:gd name="connsiteX18" fmla="*/ 5899273 w 8265117"/>
                <a:gd name="connsiteY18" fmla="*/ 3333911 h 4989392"/>
                <a:gd name="connsiteX19" fmla="*/ 6411368 w 8265117"/>
                <a:gd name="connsiteY19" fmla="*/ 3437368 h 4989392"/>
                <a:gd name="connsiteX20" fmla="*/ 6980148 w 8265117"/>
                <a:gd name="connsiteY20" fmla="*/ 3552830 h 4989392"/>
                <a:gd name="connsiteX21" fmla="*/ 7496221 w 8265117"/>
                <a:gd name="connsiteY21" fmla="*/ 3658609 h 4989392"/>
                <a:gd name="connsiteX22" fmla="*/ 7855986 w 8265117"/>
                <a:gd name="connsiteY22" fmla="*/ 3755664 h 4989392"/>
                <a:gd name="connsiteX23" fmla="*/ 8256497 w 8265117"/>
                <a:gd name="connsiteY23" fmla="*/ 4297017 h 4989392"/>
                <a:gd name="connsiteX24" fmla="*/ 8127034 w 8265117"/>
                <a:gd name="connsiteY24" fmla="*/ 4783444 h 4989392"/>
                <a:gd name="connsiteX25" fmla="*/ 7734164 w 8265117"/>
                <a:gd name="connsiteY25" fmla="*/ 4984742 h 4989392"/>
                <a:gd name="connsiteX26" fmla="*/ 7704688 w 8265117"/>
                <a:gd name="connsiteY26" fmla="*/ 4989392 h 4989392"/>
                <a:gd name="connsiteX27" fmla="*/ 3538016 w 8265117"/>
                <a:gd name="connsiteY27" fmla="*/ 4985704 h 4989392"/>
                <a:gd name="connsiteX28" fmla="*/ 3116115 w 8265117"/>
                <a:gd name="connsiteY28" fmla="*/ 4696504 h 4989392"/>
                <a:gd name="connsiteX29" fmla="*/ 2442681 w 8265117"/>
                <a:gd name="connsiteY29" fmla="*/ 4241072 h 4989392"/>
                <a:gd name="connsiteX30" fmla="*/ 2026422 w 8265117"/>
                <a:gd name="connsiteY30" fmla="*/ 3954802 h 4989392"/>
                <a:gd name="connsiteX31" fmla="*/ 1218896 w 8265117"/>
                <a:gd name="connsiteY31" fmla="*/ 3410173 h 4989392"/>
                <a:gd name="connsiteX32" fmla="*/ 1157029 w 8265117"/>
                <a:gd name="connsiteY32" fmla="*/ 3392214 h 4989392"/>
                <a:gd name="connsiteX33" fmla="*/ 698 w 8265117"/>
                <a:gd name="connsiteY33" fmla="*/ 3391456 h 4989392"/>
                <a:gd name="connsiteX34" fmla="*/ 57 w 8265117"/>
                <a:gd name="connsiteY34" fmla="*/ 2908944 h 4989392"/>
                <a:gd name="connsiteX35" fmla="*/ 1231128 w 8265117"/>
                <a:gd name="connsiteY35" fmla="*/ 2902472 h 4989392"/>
                <a:gd name="connsiteX36" fmla="*/ 1447510 w 8265117"/>
                <a:gd name="connsiteY36" fmla="*/ 2971110 h 4989392"/>
                <a:gd name="connsiteX37" fmla="*/ 1867349 w 8265117"/>
                <a:gd name="connsiteY37" fmla="*/ 3260787 h 4989392"/>
                <a:gd name="connsiteX38" fmla="*/ 2740720 w 8265117"/>
                <a:gd name="connsiteY38" fmla="*/ 3852299 h 4989392"/>
                <a:gd name="connsiteX39" fmla="*/ 3398239 w 8265117"/>
                <a:gd name="connsiteY39" fmla="*/ 4300916 h 4989392"/>
                <a:gd name="connsiteX40" fmla="*/ 3652500 w 8265117"/>
                <a:gd name="connsiteY40" fmla="*/ 4476011 h 4989392"/>
                <a:gd name="connsiteX41" fmla="*/ 3734709 w 8265117"/>
                <a:gd name="connsiteY41" fmla="*/ 4501633 h 4989392"/>
                <a:gd name="connsiteX42" fmla="*/ 7168958 w 8265117"/>
                <a:gd name="connsiteY42" fmla="*/ 4502706 h 4989392"/>
                <a:gd name="connsiteX43" fmla="*/ 7660202 w 8265117"/>
                <a:gd name="connsiteY43" fmla="*/ 4503594 h 4989392"/>
                <a:gd name="connsiteX44" fmla="*/ 7770034 w 8265117"/>
                <a:gd name="connsiteY44" fmla="*/ 4331754 h 4989392"/>
                <a:gd name="connsiteX45" fmla="*/ 7550992 w 8265117"/>
                <a:gd name="connsiteY45" fmla="*/ 4162829 h 4989392"/>
                <a:gd name="connsiteX46" fmla="*/ 6938563 w 8265117"/>
                <a:gd name="connsiteY46" fmla="*/ 4036854 h 4989392"/>
                <a:gd name="connsiteX47" fmla="*/ 6426132 w 8265117"/>
                <a:gd name="connsiteY47" fmla="*/ 3933290 h 4989392"/>
                <a:gd name="connsiteX48" fmla="*/ 5949016 w 8265117"/>
                <a:gd name="connsiteY48" fmla="*/ 3836059 h 4989392"/>
                <a:gd name="connsiteX49" fmla="*/ 5480640 w 8265117"/>
                <a:gd name="connsiteY49" fmla="*/ 3740530 h 4989392"/>
                <a:gd name="connsiteX50" fmla="*/ 5007491 w 8265117"/>
                <a:gd name="connsiteY50" fmla="*/ 3645541 h 4989392"/>
                <a:gd name="connsiteX51" fmla="*/ 4680946 w 8265117"/>
                <a:gd name="connsiteY51" fmla="*/ 3573192 h 4989392"/>
                <a:gd name="connsiteX52" fmla="*/ 4569949 w 8265117"/>
                <a:gd name="connsiteY52" fmla="*/ 3502568 h 4989392"/>
                <a:gd name="connsiteX53" fmla="*/ 4021109 w 8265117"/>
                <a:gd name="connsiteY53" fmla="*/ 3073665 h 4989392"/>
                <a:gd name="connsiteX54" fmla="*/ 3446165 w 8265117"/>
                <a:gd name="connsiteY54" fmla="*/ 2618943 h 4989392"/>
                <a:gd name="connsiteX55" fmla="*/ 2966429 w 8265117"/>
                <a:gd name="connsiteY55" fmla="*/ 2248423 h 4989392"/>
                <a:gd name="connsiteX56" fmla="*/ 2852124 w 8265117"/>
                <a:gd name="connsiteY56" fmla="*/ 2153050 h 4989392"/>
                <a:gd name="connsiteX57" fmla="*/ 2843719 w 8265117"/>
                <a:gd name="connsiteY57" fmla="*/ 2123615 h 4989392"/>
                <a:gd name="connsiteX58" fmla="*/ 3131810 w 8265117"/>
                <a:gd name="connsiteY58" fmla="*/ 1755534 h 4989392"/>
                <a:gd name="connsiteX59" fmla="*/ 3452909 w 8265117"/>
                <a:gd name="connsiteY59" fmla="*/ 2009519 h 4989392"/>
                <a:gd name="connsiteX60" fmla="*/ 3782628 w 8265117"/>
                <a:gd name="connsiteY60" fmla="*/ 2266070 h 4989392"/>
                <a:gd name="connsiteX61" fmla="*/ 4278883 w 8265117"/>
                <a:gd name="connsiteY61" fmla="*/ 2652465 h 4989392"/>
                <a:gd name="connsiteX62" fmla="*/ 4726465 w 8265117"/>
                <a:gd name="connsiteY62" fmla="*/ 3007407 h 4989392"/>
                <a:gd name="connsiteX63" fmla="*/ 4770294 w 8265117"/>
                <a:gd name="connsiteY63" fmla="*/ 3035523 h 4989392"/>
                <a:gd name="connsiteX64" fmla="*/ 4787882 w 8265117"/>
                <a:gd name="connsiteY64" fmla="*/ 3066392 h 4989392"/>
                <a:gd name="connsiteX65" fmla="*/ 4787893 w 8265117"/>
                <a:gd name="connsiteY65" fmla="*/ 3066399 h 4989392"/>
                <a:gd name="connsiteX66" fmla="*/ 4779436 w 8265117"/>
                <a:gd name="connsiteY66" fmla="*/ 3053134 h 4989392"/>
                <a:gd name="connsiteX67" fmla="*/ 4773589 w 8265117"/>
                <a:gd name="connsiteY67" fmla="*/ 3035211 h 4989392"/>
                <a:gd name="connsiteX68" fmla="*/ 4944856 w 8265117"/>
                <a:gd name="connsiteY68" fmla="*/ 2711561 h 4989392"/>
                <a:gd name="connsiteX69" fmla="*/ 4854779 w 8265117"/>
                <a:gd name="connsiteY69" fmla="*/ 2368101 h 4989392"/>
                <a:gd name="connsiteX70" fmla="*/ 4462738 w 8265117"/>
                <a:gd name="connsiteY70" fmla="*/ 2018507 h 4989392"/>
                <a:gd name="connsiteX71" fmla="*/ 4303233 w 8265117"/>
                <a:gd name="connsiteY71" fmla="*/ 1877480 h 4989392"/>
                <a:gd name="connsiteX72" fmla="*/ 3935606 w 8265117"/>
                <a:gd name="connsiteY72" fmla="*/ 1555361 h 4989392"/>
                <a:gd name="connsiteX73" fmla="*/ 3671781 w 8265117"/>
                <a:gd name="connsiteY73" fmla="*/ 1319776 h 4989392"/>
                <a:gd name="connsiteX74" fmla="*/ 3258596 w 8265117"/>
                <a:gd name="connsiteY74" fmla="*/ 961036 h 4989392"/>
                <a:gd name="connsiteX75" fmla="*/ 3007410 w 8265117"/>
                <a:gd name="connsiteY75" fmla="*/ 738831 h 4989392"/>
                <a:gd name="connsiteX76" fmla="*/ 2736685 w 8265117"/>
                <a:gd name="connsiteY76" fmla="*/ 524056 h 4989392"/>
                <a:gd name="connsiteX77" fmla="*/ 2560394 w 8265117"/>
                <a:gd name="connsiteY77" fmla="*/ 482017 h 4989392"/>
                <a:gd name="connsiteX78" fmla="*/ 2207590 w 8265117"/>
                <a:gd name="connsiteY78" fmla="*/ 475068 h 4989392"/>
                <a:gd name="connsiteX79" fmla="*/ 2203345 w 8265117"/>
                <a:gd name="connsiteY79" fmla="*/ 4244 h 4989392"/>
                <a:gd name="connsiteX80" fmla="*/ 2203345 w 8265117"/>
                <a:gd name="connsiteY80" fmla="*/ 478166 h 4989392"/>
                <a:gd name="connsiteX81" fmla="*/ 1872708 w 8265117"/>
                <a:gd name="connsiteY81" fmla="*/ 478166 h 4989392"/>
                <a:gd name="connsiteX82" fmla="*/ 1872696 w 8265117"/>
                <a:gd name="connsiteY82" fmla="*/ 478166 h 4989392"/>
                <a:gd name="connsiteX83" fmla="*/ 1652292 w 8265117"/>
                <a:gd name="connsiteY83" fmla="*/ 478166 h 4989392"/>
                <a:gd name="connsiteX84" fmla="*/ 1477791 w 8265117"/>
                <a:gd name="connsiteY84" fmla="*/ 478166 h 4989392"/>
                <a:gd name="connsiteX85" fmla="*/ 1349205 w 8265117"/>
                <a:gd name="connsiteY85" fmla="*/ 478166 h 4989392"/>
                <a:gd name="connsiteX86" fmla="*/ 1257363 w 8265117"/>
                <a:gd name="connsiteY86" fmla="*/ 478166 h 4989392"/>
                <a:gd name="connsiteX87" fmla="*/ 1257363 w 8265117"/>
                <a:gd name="connsiteY87" fmla="*/ 478153 h 4989392"/>
                <a:gd name="connsiteX88" fmla="*/ 1221149 w 8265117"/>
                <a:gd name="connsiteY88" fmla="*/ 478153 h 4989392"/>
                <a:gd name="connsiteX89" fmla="*/ 1221149 w 8265117"/>
                <a:gd name="connsiteY89" fmla="*/ 3368 h 4989392"/>
                <a:gd name="connsiteX90" fmla="*/ 1257363 w 8265117"/>
                <a:gd name="connsiteY90" fmla="*/ 3368 h 4989392"/>
                <a:gd name="connsiteX91" fmla="*/ 1257375 w 8265117"/>
                <a:gd name="connsiteY91" fmla="*/ 3368 h 4989392"/>
                <a:gd name="connsiteX92" fmla="*/ 1349205 w 8265117"/>
                <a:gd name="connsiteY92" fmla="*/ 3368 h 4989392"/>
                <a:gd name="connsiteX93" fmla="*/ 1349217 w 8265117"/>
                <a:gd name="connsiteY93" fmla="*/ 3368 h 4989392"/>
                <a:gd name="connsiteX94" fmla="*/ 1477791 w 8265117"/>
                <a:gd name="connsiteY94" fmla="*/ 3368 h 4989392"/>
                <a:gd name="connsiteX95" fmla="*/ 1477791 w 8265117"/>
                <a:gd name="connsiteY95" fmla="*/ 3380 h 4989392"/>
                <a:gd name="connsiteX96" fmla="*/ 1652280 w 8265117"/>
                <a:gd name="connsiteY96" fmla="*/ 3380 h 4989392"/>
                <a:gd name="connsiteX97" fmla="*/ 1652280 w 8265117"/>
                <a:gd name="connsiteY97" fmla="*/ 3368 h 4989392"/>
                <a:gd name="connsiteX98" fmla="*/ 1872696 w 8265117"/>
                <a:gd name="connsiteY98" fmla="*/ 3368 h 4989392"/>
                <a:gd name="connsiteX99" fmla="*/ 1872696 w 8265117"/>
                <a:gd name="connsiteY99" fmla="*/ 3355 h 4989392"/>
                <a:gd name="connsiteX100" fmla="*/ 2203345 w 8265117"/>
                <a:gd name="connsiteY100" fmla="*/ 3355 h 4989392"/>
                <a:gd name="connsiteX101" fmla="*/ 2203345 w 8265117"/>
                <a:gd name="connsiteY101" fmla="*/ 4084 h 4989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265117" h="4989392">
                  <a:moveTo>
                    <a:pt x="2435289" y="455"/>
                  </a:moveTo>
                  <a:cubicBezTo>
                    <a:pt x="2512591" y="-557"/>
                    <a:pt x="2589795" y="-212"/>
                    <a:pt x="2666690" y="4960"/>
                  </a:cubicBezTo>
                  <a:cubicBezTo>
                    <a:pt x="2820208" y="15291"/>
                    <a:pt x="2961853" y="73844"/>
                    <a:pt x="3086329" y="165921"/>
                  </a:cubicBezTo>
                  <a:cubicBezTo>
                    <a:pt x="3149141" y="212379"/>
                    <a:pt x="3206843" y="265822"/>
                    <a:pt x="3266064" y="317007"/>
                  </a:cubicBezTo>
                  <a:cubicBezTo>
                    <a:pt x="3383640" y="418612"/>
                    <a:pt x="3500859" y="520625"/>
                    <a:pt x="3617868" y="622871"/>
                  </a:cubicBezTo>
                  <a:cubicBezTo>
                    <a:pt x="3696355" y="691460"/>
                    <a:pt x="3774052" y="760937"/>
                    <a:pt x="3852416" y="829648"/>
                  </a:cubicBezTo>
                  <a:cubicBezTo>
                    <a:pt x="3973844" y="936116"/>
                    <a:pt x="4095888" y="1041893"/>
                    <a:pt x="4217007" y="1148706"/>
                  </a:cubicBezTo>
                  <a:cubicBezTo>
                    <a:pt x="4305492" y="1226737"/>
                    <a:pt x="4392298" y="1306668"/>
                    <a:pt x="4480968" y="1384464"/>
                  </a:cubicBezTo>
                  <a:cubicBezTo>
                    <a:pt x="4594336" y="1483921"/>
                    <a:pt x="4709345" y="1581502"/>
                    <a:pt x="4822676" y="1680997"/>
                  </a:cubicBezTo>
                  <a:cubicBezTo>
                    <a:pt x="4912482" y="1759829"/>
                    <a:pt x="4998868" y="1842661"/>
                    <a:pt x="5090377" y="1919408"/>
                  </a:cubicBezTo>
                  <a:cubicBezTo>
                    <a:pt x="5176677" y="1991798"/>
                    <a:pt x="5252634" y="2071482"/>
                    <a:pt x="5311546" y="2168088"/>
                  </a:cubicBezTo>
                  <a:cubicBezTo>
                    <a:pt x="5372173" y="2267508"/>
                    <a:pt x="5411583" y="2373335"/>
                    <a:pt x="5427283" y="2488837"/>
                  </a:cubicBezTo>
                  <a:cubicBezTo>
                    <a:pt x="5448315" y="2643577"/>
                    <a:pt x="5443169" y="2796355"/>
                    <a:pt x="5380035" y="2940629"/>
                  </a:cubicBezTo>
                  <a:cubicBezTo>
                    <a:pt x="5342094" y="3027373"/>
                    <a:pt x="5290785" y="3108267"/>
                    <a:pt x="5244772" y="3194863"/>
                  </a:cubicBezTo>
                  <a:cubicBezTo>
                    <a:pt x="5197709" y="3187840"/>
                    <a:pt x="5150964" y="3178805"/>
                    <a:pt x="5104216" y="3170212"/>
                  </a:cubicBezTo>
                  <a:lnTo>
                    <a:pt x="4966031" y="3148582"/>
                  </a:lnTo>
                  <a:lnTo>
                    <a:pt x="5104119" y="3170590"/>
                  </a:lnTo>
                  <a:cubicBezTo>
                    <a:pt x="5150779" y="3179568"/>
                    <a:pt x="5197346" y="3189372"/>
                    <a:pt x="5244053" y="3197934"/>
                  </a:cubicBezTo>
                  <a:cubicBezTo>
                    <a:pt x="5462452" y="3243299"/>
                    <a:pt x="5680773" y="3289037"/>
                    <a:pt x="5899273" y="3333911"/>
                  </a:cubicBezTo>
                  <a:cubicBezTo>
                    <a:pt x="6069858" y="3368945"/>
                    <a:pt x="6240684" y="3402813"/>
                    <a:pt x="6411368" y="3437368"/>
                  </a:cubicBezTo>
                  <a:cubicBezTo>
                    <a:pt x="6600982" y="3475754"/>
                    <a:pt x="6790562" y="3514316"/>
                    <a:pt x="6980148" y="3552830"/>
                  </a:cubicBezTo>
                  <a:cubicBezTo>
                    <a:pt x="7152239" y="3587789"/>
                    <a:pt x="7324875" y="3620317"/>
                    <a:pt x="7496221" y="3658609"/>
                  </a:cubicBezTo>
                  <a:cubicBezTo>
                    <a:pt x="7617596" y="3685735"/>
                    <a:pt x="7745077" y="3703869"/>
                    <a:pt x="7855986" y="3755664"/>
                  </a:cubicBezTo>
                  <a:cubicBezTo>
                    <a:pt x="8082168" y="3861291"/>
                    <a:pt x="8218644" y="4044455"/>
                    <a:pt x="8256497" y="4297017"/>
                  </a:cubicBezTo>
                  <a:cubicBezTo>
                    <a:pt x="8283799" y="4479178"/>
                    <a:pt x="8247737" y="4641312"/>
                    <a:pt x="8127034" y="4783444"/>
                  </a:cubicBezTo>
                  <a:cubicBezTo>
                    <a:pt x="8024056" y="4904702"/>
                    <a:pt x="7895332" y="4972416"/>
                    <a:pt x="7734164" y="4984742"/>
                  </a:cubicBezTo>
                  <a:cubicBezTo>
                    <a:pt x="7722972" y="4988441"/>
                    <a:pt x="7713830" y="4989392"/>
                    <a:pt x="7704688" y="4989392"/>
                  </a:cubicBezTo>
                  <a:cubicBezTo>
                    <a:pt x="6317631" y="4989379"/>
                    <a:pt x="4930575" y="4989295"/>
                    <a:pt x="3538016" y="4985704"/>
                  </a:cubicBezTo>
                  <a:cubicBezTo>
                    <a:pt x="3393745" y="4886917"/>
                    <a:pt x="3255378" y="4791051"/>
                    <a:pt x="3116115" y="4696504"/>
                  </a:cubicBezTo>
                  <a:cubicBezTo>
                    <a:pt x="2891910" y="4544290"/>
                    <a:pt x="2666812" y="4393393"/>
                    <a:pt x="2442681" y="4241072"/>
                  </a:cubicBezTo>
                  <a:cubicBezTo>
                    <a:pt x="2303404" y="4146419"/>
                    <a:pt x="2165763" y="4049361"/>
                    <a:pt x="2026422" y="3954802"/>
                  </a:cubicBezTo>
                  <a:cubicBezTo>
                    <a:pt x="1757766" y="3772490"/>
                    <a:pt x="1488630" y="3590883"/>
                    <a:pt x="1218896" y="3410173"/>
                  </a:cubicBezTo>
                  <a:cubicBezTo>
                    <a:pt x="1201775" y="3398705"/>
                    <a:pt x="1177826" y="3392271"/>
                    <a:pt x="1157029" y="3392214"/>
                  </a:cubicBezTo>
                  <a:cubicBezTo>
                    <a:pt x="771588" y="3391170"/>
                    <a:pt x="386142" y="3391452"/>
                    <a:pt x="698" y="3391456"/>
                  </a:cubicBezTo>
                  <a:cubicBezTo>
                    <a:pt x="270" y="3232037"/>
                    <a:pt x="-159" y="3072618"/>
                    <a:pt x="57" y="2908944"/>
                  </a:cubicBezTo>
                  <a:cubicBezTo>
                    <a:pt x="410852" y="2904692"/>
                    <a:pt x="821036" y="2907389"/>
                    <a:pt x="1231128" y="2902472"/>
                  </a:cubicBezTo>
                  <a:cubicBezTo>
                    <a:pt x="1315279" y="2901463"/>
                    <a:pt x="1381970" y="2925089"/>
                    <a:pt x="1447510" y="2971110"/>
                  </a:cubicBezTo>
                  <a:cubicBezTo>
                    <a:pt x="1586653" y="3068814"/>
                    <a:pt x="1726720" y="3165228"/>
                    <a:pt x="1867349" y="3260787"/>
                  </a:cubicBezTo>
                  <a:cubicBezTo>
                    <a:pt x="2158169" y="3458402"/>
                    <a:pt x="2449814" y="3654806"/>
                    <a:pt x="2740720" y="3852299"/>
                  </a:cubicBezTo>
                  <a:cubicBezTo>
                    <a:pt x="2960239" y="4001330"/>
                    <a:pt x="3179271" y="4151078"/>
                    <a:pt x="3398239" y="4300916"/>
                  </a:cubicBezTo>
                  <a:cubicBezTo>
                    <a:pt x="3483171" y="4359036"/>
                    <a:pt x="3566341" y="4419803"/>
                    <a:pt x="3652500" y="4476011"/>
                  </a:cubicBezTo>
                  <a:cubicBezTo>
                    <a:pt x="3675795" y="4491207"/>
                    <a:pt x="3707079" y="4501603"/>
                    <a:pt x="3734709" y="4501633"/>
                  </a:cubicBezTo>
                  <a:cubicBezTo>
                    <a:pt x="4879457" y="4502887"/>
                    <a:pt x="6024209" y="4502706"/>
                    <a:pt x="7168958" y="4502706"/>
                  </a:cubicBezTo>
                  <a:cubicBezTo>
                    <a:pt x="7332714" y="4502706"/>
                    <a:pt x="7496520" y="4500170"/>
                    <a:pt x="7660202" y="4503594"/>
                  </a:cubicBezTo>
                  <a:cubicBezTo>
                    <a:pt x="7770268" y="4505897"/>
                    <a:pt x="7804446" y="4427903"/>
                    <a:pt x="7770034" y="4331754"/>
                  </a:cubicBezTo>
                  <a:cubicBezTo>
                    <a:pt x="7732832" y="4227814"/>
                    <a:pt x="7651902" y="4183407"/>
                    <a:pt x="7550992" y="4162829"/>
                  </a:cubicBezTo>
                  <a:cubicBezTo>
                    <a:pt x="7346778" y="4121184"/>
                    <a:pt x="7142763" y="4078569"/>
                    <a:pt x="6938563" y="4036854"/>
                  </a:cubicBezTo>
                  <a:cubicBezTo>
                    <a:pt x="6767826" y="4001975"/>
                    <a:pt x="6596920" y="3967926"/>
                    <a:pt x="6426132" y="3933290"/>
                  </a:cubicBezTo>
                  <a:cubicBezTo>
                    <a:pt x="6267063" y="3901031"/>
                    <a:pt x="6108049" y="3868498"/>
                    <a:pt x="5949016" y="3836059"/>
                  </a:cubicBezTo>
                  <a:cubicBezTo>
                    <a:pt x="5792892" y="3804213"/>
                    <a:pt x="5636820" y="3772098"/>
                    <a:pt x="5480640" y="3740530"/>
                  </a:cubicBezTo>
                  <a:cubicBezTo>
                    <a:pt x="5322965" y="3708659"/>
                    <a:pt x="5165064" y="3677904"/>
                    <a:pt x="5007491" y="3645541"/>
                  </a:cubicBezTo>
                  <a:cubicBezTo>
                    <a:pt x="4898248" y="3623104"/>
                    <a:pt x="4788267" y="3602855"/>
                    <a:pt x="4680946" y="3573192"/>
                  </a:cubicBezTo>
                  <a:cubicBezTo>
                    <a:pt x="4640467" y="3562003"/>
                    <a:pt x="4604685" y="3529479"/>
                    <a:pt x="4569949" y="3502568"/>
                  </a:cubicBezTo>
                  <a:cubicBezTo>
                    <a:pt x="4386411" y="3360364"/>
                    <a:pt x="4203537" y="3217294"/>
                    <a:pt x="4021109" y="3073665"/>
                  </a:cubicBezTo>
                  <a:cubicBezTo>
                    <a:pt x="3829128" y="2922514"/>
                    <a:pt x="3638536" y="2769593"/>
                    <a:pt x="3446165" y="2618943"/>
                  </a:cubicBezTo>
                  <a:cubicBezTo>
                    <a:pt x="3287089" y="2494368"/>
                    <a:pt x="3126106" y="2372231"/>
                    <a:pt x="2966429" y="2248423"/>
                  </a:cubicBezTo>
                  <a:cubicBezTo>
                    <a:pt x="2927224" y="2218023"/>
                    <a:pt x="2889227" y="2185974"/>
                    <a:pt x="2852124" y="2153050"/>
                  </a:cubicBezTo>
                  <a:cubicBezTo>
                    <a:pt x="2845414" y="2147097"/>
                    <a:pt x="2839853" y="2128622"/>
                    <a:pt x="2843719" y="2123615"/>
                  </a:cubicBezTo>
                  <a:cubicBezTo>
                    <a:pt x="2938997" y="2000208"/>
                    <a:pt x="3035620" y="1877840"/>
                    <a:pt x="3131810" y="1755534"/>
                  </a:cubicBezTo>
                  <a:cubicBezTo>
                    <a:pt x="3241193" y="1842111"/>
                    <a:pt x="3346722" y="1926233"/>
                    <a:pt x="3452909" y="2009519"/>
                  </a:cubicBezTo>
                  <a:cubicBezTo>
                    <a:pt x="3562484" y="2095460"/>
                    <a:pt x="3672712" y="2180565"/>
                    <a:pt x="3782628" y="2266070"/>
                  </a:cubicBezTo>
                  <a:cubicBezTo>
                    <a:pt x="3948104" y="2394795"/>
                    <a:pt x="4114017" y="2522964"/>
                    <a:pt x="4278883" y="2652465"/>
                  </a:cubicBezTo>
                  <a:cubicBezTo>
                    <a:pt x="4428623" y="2770085"/>
                    <a:pt x="4577126" y="2889276"/>
                    <a:pt x="4726465" y="3007407"/>
                  </a:cubicBezTo>
                  <a:cubicBezTo>
                    <a:pt x="4739087" y="3017391"/>
                    <a:pt x="4753903" y="3024600"/>
                    <a:pt x="4770294" y="3035523"/>
                  </a:cubicBezTo>
                  <a:cubicBezTo>
                    <a:pt x="4777758" y="3047591"/>
                    <a:pt x="4780222" y="3060212"/>
                    <a:pt x="4787882" y="3066392"/>
                  </a:cubicBezTo>
                  <a:lnTo>
                    <a:pt x="4787893" y="3066399"/>
                  </a:lnTo>
                  <a:lnTo>
                    <a:pt x="4779436" y="3053134"/>
                  </a:lnTo>
                  <a:cubicBezTo>
                    <a:pt x="4777341" y="3047658"/>
                    <a:pt x="4775681" y="3041407"/>
                    <a:pt x="4773589" y="3035211"/>
                  </a:cubicBezTo>
                  <a:cubicBezTo>
                    <a:pt x="4833945" y="2926965"/>
                    <a:pt x="4916332" y="2833235"/>
                    <a:pt x="4944856" y="2711561"/>
                  </a:cubicBezTo>
                  <a:cubicBezTo>
                    <a:pt x="4975294" y="2581728"/>
                    <a:pt x="4948337" y="2460375"/>
                    <a:pt x="4854779" y="2368101"/>
                  </a:cubicBezTo>
                  <a:cubicBezTo>
                    <a:pt x="4730266" y="2245316"/>
                    <a:pt x="4593966" y="2134491"/>
                    <a:pt x="4462738" y="2018507"/>
                  </a:cubicBezTo>
                  <a:cubicBezTo>
                    <a:pt x="4409566" y="1971506"/>
                    <a:pt x="4356591" y="1924271"/>
                    <a:pt x="4303233" y="1877480"/>
                  </a:cubicBezTo>
                  <a:cubicBezTo>
                    <a:pt x="4180757" y="1770037"/>
                    <a:pt x="4057774" y="1663162"/>
                    <a:pt x="3935606" y="1555361"/>
                  </a:cubicBezTo>
                  <a:cubicBezTo>
                    <a:pt x="3847207" y="1477355"/>
                    <a:pt x="3760475" y="1397436"/>
                    <a:pt x="3671781" y="1319776"/>
                  </a:cubicBezTo>
                  <a:cubicBezTo>
                    <a:pt x="3534567" y="1199608"/>
                    <a:pt x="3395971" y="1081032"/>
                    <a:pt x="3258596" y="961036"/>
                  </a:cubicBezTo>
                  <a:cubicBezTo>
                    <a:pt x="3174407" y="887486"/>
                    <a:pt x="3093142" y="810492"/>
                    <a:pt x="3007410" y="738831"/>
                  </a:cubicBezTo>
                  <a:cubicBezTo>
                    <a:pt x="2918950" y="664873"/>
                    <a:pt x="2845338" y="570255"/>
                    <a:pt x="2736685" y="524056"/>
                  </a:cubicBezTo>
                  <a:cubicBezTo>
                    <a:pt x="2681674" y="500667"/>
                    <a:pt x="2619960" y="485362"/>
                    <a:pt x="2560394" y="482017"/>
                  </a:cubicBezTo>
                  <a:cubicBezTo>
                    <a:pt x="2444546" y="475512"/>
                    <a:pt x="2328068" y="480017"/>
                    <a:pt x="2207590" y="475068"/>
                  </a:cubicBezTo>
                  <a:lnTo>
                    <a:pt x="2203345" y="4244"/>
                  </a:lnTo>
                  <a:lnTo>
                    <a:pt x="2203345" y="478166"/>
                  </a:lnTo>
                  <a:lnTo>
                    <a:pt x="1872708" y="478166"/>
                  </a:lnTo>
                  <a:lnTo>
                    <a:pt x="1872696" y="478166"/>
                  </a:lnTo>
                  <a:lnTo>
                    <a:pt x="1652292" y="478166"/>
                  </a:lnTo>
                  <a:lnTo>
                    <a:pt x="1477791" y="478166"/>
                  </a:lnTo>
                  <a:lnTo>
                    <a:pt x="1349205" y="478166"/>
                  </a:lnTo>
                  <a:lnTo>
                    <a:pt x="1257363" y="478166"/>
                  </a:lnTo>
                  <a:lnTo>
                    <a:pt x="1257363" y="478153"/>
                  </a:lnTo>
                  <a:lnTo>
                    <a:pt x="1221149" y="478153"/>
                  </a:lnTo>
                  <a:lnTo>
                    <a:pt x="1221149" y="3368"/>
                  </a:lnTo>
                  <a:lnTo>
                    <a:pt x="1257363" y="3368"/>
                  </a:lnTo>
                  <a:lnTo>
                    <a:pt x="1257375" y="3368"/>
                  </a:lnTo>
                  <a:lnTo>
                    <a:pt x="1349205" y="3368"/>
                  </a:lnTo>
                  <a:lnTo>
                    <a:pt x="1349217" y="3368"/>
                  </a:lnTo>
                  <a:lnTo>
                    <a:pt x="1477791" y="3368"/>
                  </a:lnTo>
                  <a:lnTo>
                    <a:pt x="1477791" y="3380"/>
                  </a:lnTo>
                  <a:lnTo>
                    <a:pt x="1652280" y="3380"/>
                  </a:lnTo>
                  <a:lnTo>
                    <a:pt x="1652280" y="3368"/>
                  </a:lnTo>
                  <a:lnTo>
                    <a:pt x="1872696" y="3368"/>
                  </a:lnTo>
                  <a:lnTo>
                    <a:pt x="1872696" y="3355"/>
                  </a:lnTo>
                  <a:lnTo>
                    <a:pt x="2203345" y="3355"/>
                  </a:lnTo>
                  <a:lnTo>
                    <a:pt x="2203345" y="4084"/>
                  </a:lnTo>
                  <a:close/>
                </a:path>
              </a:pathLst>
            </a:custGeom>
            <a:solidFill>
              <a:schemeClr val="accent2"/>
            </a:solidFill>
            <a:ln w="6350" cap="flat">
              <a:noFill/>
              <a:prstDash val="solid"/>
              <a:miter/>
            </a:ln>
          </p:spPr>
          <p:txBody>
            <a:bodyPr wrap="square" rtlCol="0" anchor="ctr">
              <a:noAutofit/>
            </a:bodyPr>
            <a:lstStyle/>
            <a:p>
              <a:endParaRPr lang="en-US"/>
            </a:p>
          </p:txBody>
        </p:sp>
        <p:sp>
          <p:nvSpPr>
            <p:cNvPr id="2664" name="Freeform: Shape 2663">
              <a:extLst>
                <a:ext uri="{FF2B5EF4-FFF2-40B4-BE49-F238E27FC236}">
                  <a16:creationId xmlns:a16="http://schemas.microsoft.com/office/drawing/2014/main" id="{1F5D2E19-6540-9E7D-8294-CFF9E71912FC}"/>
                </a:ext>
                <a:ext uri="{C183D7F6-B498-43B3-948B-1728B52AA6E4}">
                  <adec:decorative xmlns:adec="http://schemas.microsoft.com/office/drawing/2017/decorative" val="1"/>
                </a:ext>
              </a:extLst>
            </p:cNvPr>
            <p:cNvSpPr/>
            <p:nvPr/>
          </p:nvSpPr>
          <p:spPr>
            <a:xfrm>
              <a:off x="1876171" y="5755986"/>
              <a:ext cx="553196" cy="251345"/>
            </a:xfrm>
            <a:custGeom>
              <a:avLst/>
              <a:gdLst>
                <a:gd name="connsiteX0" fmla="*/ 0 w 8297937"/>
                <a:gd name="connsiteY0" fmla="*/ 1690528 h 3770183"/>
                <a:gd name="connsiteX1" fmla="*/ 820370 w 8297937"/>
                <a:gd name="connsiteY1" fmla="*/ 1690528 h 3770183"/>
                <a:gd name="connsiteX2" fmla="*/ 820370 w 8297937"/>
                <a:gd name="connsiteY2" fmla="*/ 2510897 h 3770183"/>
                <a:gd name="connsiteX3" fmla="*/ 0 w 8297937"/>
                <a:gd name="connsiteY3" fmla="*/ 2510897 h 3770183"/>
                <a:gd name="connsiteX4" fmla="*/ 6463989 w 8297937"/>
                <a:gd name="connsiteY4" fmla="*/ 984712 h 3770183"/>
                <a:gd name="connsiteX5" fmla="*/ 6367811 w 8297937"/>
                <a:gd name="connsiteY5" fmla="*/ 984874 h 3770183"/>
                <a:gd name="connsiteX6" fmla="*/ 6238941 w 8297937"/>
                <a:gd name="connsiteY6" fmla="*/ 1001999 h 3770183"/>
                <a:gd name="connsiteX7" fmla="*/ 5747926 w 8297937"/>
                <a:gd name="connsiteY7" fmla="*/ 1285725 h 3770183"/>
                <a:gd name="connsiteX8" fmla="*/ 5547337 w 8297937"/>
                <a:gd name="connsiteY8" fmla="*/ 1646338 h 3770183"/>
                <a:gd name="connsiteX9" fmla="*/ 5527426 w 8297937"/>
                <a:gd name="connsiteY9" fmla="*/ 2026131 h 3770183"/>
                <a:gd name="connsiteX10" fmla="*/ 5851812 w 8297937"/>
                <a:gd name="connsiteY10" fmla="*/ 2579060 h 3770183"/>
                <a:gd name="connsiteX11" fmla="*/ 6350902 w 8297937"/>
                <a:gd name="connsiteY11" fmla="*/ 2779179 h 3770183"/>
                <a:gd name="connsiteX12" fmla="*/ 6700877 w 8297937"/>
                <a:gd name="connsiteY12" fmla="*/ 2734399 h 3770183"/>
                <a:gd name="connsiteX13" fmla="*/ 7049527 w 8297937"/>
                <a:gd name="connsiteY13" fmla="*/ 2518222 h 3770183"/>
                <a:gd name="connsiteX14" fmla="*/ 7243885 w 8297937"/>
                <a:gd name="connsiteY14" fmla="*/ 2224337 h 3770183"/>
                <a:gd name="connsiteX15" fmla="*/ 7309906 w 8297937"/>
                <a:gd name="connsiteY15" fmla="*/ 1829534 h 3770183"/>
                <a:gd name="connsiteX16" fmla="*/ 7220942 w 8297937"/>
                <a:gd name="connsiteY16" fmla="*/ 1487865 h 3770183"/>
                <a:gd name="connsiteX17" fmla="*/ 6746864 w 8297937"/>
                <a:gd name="connsiteY17" fmla="*/ 1048783 h 3770183"/>
                <a:gd name="connsiteX18" fmla="*/ 6463989 w 8297937"/>
                <a:gd name="connsiteY18" fmla="*/ 984712 h 3770183"/>
                <a:gd name="connsiteX19" fmla="*/ 6132615 w 8297937"/>
                <a:gd name="connsiteY19" fmla="*/ 0 h 3770183"/>
                <a:gd name="connsiteX20" fmla="*/ 6692847 w 8297937"/>
                <a:gd name="connsiteY20" fmla="*/ 0 h 3770183"/>
                <a:gd name="connsiteX21" fmla="*/ 6694091 w 8297937"/>
                <a:gd name="connsiteY21" fmla="*/ 419785 h 3770183"/>
                <a:gd name="connsiteX22" fmla="*/ 6721846 w 8297937"/>
                <a:gd name="connsiteY22" fmla="*/ 455268 h 3770183"/>
                <a:gd name="connsiteX23" fmla="*/ 7191597 w 8297937"/>
                <a:gd name="connsiteY23" fmla="*/ 642785 h 3770183"/>
                <a:gd name="connsiteX24" fmla="*/ 7267069 w 8297937"/>
                <a:gd name="connsiteY24" fmla="*/ 631452 h 3770183"/>
                <a:gd name="connsiteX25" fmla="*/ 7547190 w 8297937"/>
                <a:gd name="connsiteY25" fmla="*/ 348543 h 3770183"/>
                <a:gd name="connsiteX26" fmla="*/ 7929388 w 8297937"/>
                <a:gd name="connsiteY26" fmla="*/ 732778 h 3770183"/>
                <a:gd name="connsiteX27" fmla="*/ 7921738 w 8297937"/>
                <a:gd name="connsiteY27" fmla="*/ 784861 h 3770183"/>
                <a:gd name="connsiteX28" fmla="*/ 7658702 w 8297937"/>
                <a:gd name="connsiteY28" fmla="*/ 1047446 h 3770183"/>
                <a:gd name="connsiteX29" fmla="*/ 7650565 w 8297937"/>
                <a:gd name="connsiteY29" fmla="*/ 1099931 h 3770183"/>
                <a:gd name="connsiteX30" fmla="*/ 7840794 w 8297937"/>
                <a:gd name="connsiteY30" fmla="*/ 1573090 h 3770183"/>
                <a:gd name="connsiteX31" fmla="*/ 7884079 w 8297937"/>
                <a:gd name="connsiteY31" fmla="*/ 1605430 h 3770183"/>
                <a:gd name="connsiteX32" fmla="*/ 8200717 w 8297937"/>
                <a:gd name="connsiteY32" fmla="*/ 1604838 h 3770183"/>
                <a:gd name="connsiteX33" fmla="*/ 8297123 w 8297937"/>
                <a:gd name="connsiteY33" fmla="*/ 1604838 h 3770183"/>
                <a:gd name="connsiteX34" fmla="*/ 8297937 w 8297937"/>
                <a:gd name="connsiteY34" fmla="*/ 2165062 h 3770183"/>
                <a:gd name="connsiteX35" fmla="*/ 7874528 w 8297937"/>
                <a:gd name="connsiteY35" fmla="*/ 2166257 h 3770183"/>
                <a:gd name="connsiteX36" fmla="*/ 7842262 w 8297937"/>
                <a:gd name="connsiteY36" fmla="*/ 2192866 h 3770183"/>
                <a:gd name="connsiteX37" fmla="*/ 7628144 w 8297937"/>
                <a:gd name="connsiteY37" fmla="*/ 2701320 h 3770183"/>
                <a:gd name="connsiteX38" fmla="*/ 7917234 w 8297937"/>
                <a:gd name="connsiteY38" fmla="*/ 2988863 h 3770183"/>
                <a:gd name="connsiteX39" fmla="*/ 7918358 w 8297937"/>
                <a:gd name="connsiteY39" fmla="*/ 3057905 h 3770183"/>
                <a:gd name="connsiteX40" fmla="*/ 7590557 w 8297937"/>
                <a:gd name="connsiteY40" fmla="*/ 3385808 h 3770183"/>
                <a:gd name="connsiteX41" fmla="*/ 7511583 w 8297937"/>
                <a:gd name="connsiteY41" fmla="*/ 3384674 h 3770183"/>
                <a:gd name="connsiteX42" fmla="*/ 7228893 w 8297937"/>
                <a:gd name="connsiteY42" fmla="*/ 3100527 h 3770183"/>
                <a:gd name="connsiteX43" fmla="*/ 6692209 w 8297937"/>
                <a:gd name="connsiteY43" fmla="*/ 3317353 h 3770183"/>
                <a:gd name="connsiteX44" fmla="*/ 6692209 w 8297937"/>
                <a:gd name="connsiteY44" fmla="*/ 3770183 h 3770183"/>
                <a:gd name="connsiteX45" fmla="*/ 6132476 w 8297937"/>
                <a:gd name="connsiteY45" fmla="*/ 3770183 h 3770183"/>
                <a:gd name="connsiteX46" fmla="*/ 6132476 w 8297937"/>
                <a:gd name="connsiteY46" fmla="*/ 3316237 h 3770183"/>
                <a:gd name="connsiteX47" fmla="*/ 5604617 w 8297937"/>
                <a:gd name="connsiteY47" fmla="*/ 3101531 h 3770183"/>
                <a:gd name="connsiteX48" fmla="*/ 5314713 w 8297937"/>
                <a:gd name="connsiteY48" fmla="*/ 3392698 h 3770183"/>
                <a:gd name="connsiteX49" fmla="*/ 5252310 w 8297937"/>
                <a:gd name="connsiteY49" fmla="*/ 3393676 h 3770183"/>
                <a:gd name="connsiteX50" fmla="*/ 5012657 w 8297937"/>
                <a:gd name="connsiteY50" fmla="*/ 3152899 h 3770183"/>
                <a:gd name="connsiteX51" fmla="*/ 4873548 w 8297937"/>
                <a:gd name="connsiteY51" fmla="*/ 3015411 h 3770183"/>
                <a:gd name="connsiteX52" fmla="*/ 5198178 w 8297937"/>
                <a:gd name="connsiteY52" fmla="*/ 2696383 h 3770183"/>
                <a:gd name="connsiteX53" fmla="*/ 4979922 w 8297937"/>
                <a:gd name="connsiteY53" fmla="*/ 2163904 h 3770183"/>
                <a:gd name="connsiteX54" fmla="*/ 4527797 w 8297937"/>
                <a:gd name="connsiteY54" fmla="*/ 2163904 h 3770183"/>
                <a:gd name="connsiteX55" fmla="*/ 4527797 w 8297937"/>
                <a:gd name="connsiteY55" fmla="*/ 1604085 h 3770183"/>
                <a:gd name="connsiteX56" fmla="*/ 4981327 w 8297937"/>
                <a:gd name="connsiteY56" fmla="*/ 1604085 h 3770183"/>
                <a:gd name="connsiteX57" fmla="*/ 5199753 w 8297937"/>
                <a:gd name="connsiteY57" fmla="*/ 1064936 h 3770183"/>
                <a:gd name="connsiteX58" fmla="*/ 4887648 w 8297937"/>
                <a:gd name="connsiteY58" fmla="*/ 754672 h 3770183"/>
                <a:gd name="connsiteX59" fmla="*/ 5288253 w 8297937"/>
                <a:gd name="connsiteY59" fmla="*/ 353805 h 3770183"/>
                <a:gd name="connsiteX60" fmla="*/ 5598447 w 8297937"/>
                <a:gd name="connsiteY60" fmla="*/ 666625 h 3770183"/>
                <a:gd name="connsiteX61" fmla="*/ 5738158 w 8297937"/>
                <a:gd name="connsiteY61" fmla="*/ 585726 h 3770183"/>
                <a:gd name="connsiteX62" fmla="*/ 6099232 w 8297937"/>
                <a:gd name="connsiteY62" fmla="*/ 457050 h 3770183"/>
                <a:gd name="connsiteX63" fmla="*/ 6133269 w 8297937"/>
                <a:gd name="connsiteY63" fmla="*/ 415288 h 3770183"/>
                <a:gd name="connsiteX64" fmla="*/ 6132615 w 8297937"/>
                <a:gd name="connsiteY64" fmla="*/ 139830 h 377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297937" h="3770183">
                  <a:moveTo>
                    <a:pt x="0" y="1690528"/>
                  </a:moveTo>
                  <a:lnTo>
                    <a:pt x="820370" y="1690528"/>
                  </a:lnTo>
                  <a:lnTo>
                    <a:pt x="820370" y="2510897"/>
                  </a:lnTo>
                  <a:lnTo>
                    <a:pt x="0" y="2510897"/>
                  </a:lnTo>
                  <a:close/>
                  <a:moveTo>
                    <a:pt x="6463989" y="984712"/>
                  </a:moveTo>
                  <a:cubicBezTo>
                    <a:pt x="6432038" y="982962"/>
                    <a:pt x="6399960" y="983012"/>
                    <a:pt x="6367811" y="984874"/>
                  </a:cubicBezTo>
                  <a:cubicBezTo>
                    <a:pt x="6324945" y="987355"/>
                    <a:pt x="6281948" y="993055"/>
                    <a:pt x="6238941" y="1001999"/>
                  </a:cubicBezTo>
                  <a:cubicBezTo>
                    <a:pt x="6046048" y="1042112"/>
                    <a:pt x="5880109" y="1134898"/>
                    <a:pt x="5747926" y="1285725"/>
                  </a:cubicBezTo>
                  <a:cubicBezTo>
                    <a:pt x="5654653" y="1392152"/>
                    <a:pt x="5583924" y="1510138"/>
                    <a:pt x="5547337" y="1646338"/>
                  </a:cubicBezTo>
                  <a:cubicBezTo>
                    <a:pt x="5513889" y="1770849"/>
                    <a:pt x="5503591" y="1898812"/>
                    <a:pt x="5527426" y="2026131"/>
                  </a:cubicBezTo>
                  <a:cubicBezTo>
                    <a:pt x="5569070" y="2248563"/>
                    <a:pt x="5674178" y="2434207"/>
                    <a:pt x="5851812" y="2579060"/>
                  </a:cubicBezTo>
                  <a:cubicBezTo>
                    <a:pt x="5998273" y="2698494"/>
                    <a:pt x="6166058" y="2761482"/>
                    <a:pt x="6350902" y="2779179"/>
                  </a:cubicBezTo>
                  <a:cubicBezTo>
                    <a:pt x="6469646" y="2790548"/>
                    <a:pt x="6587097" y="2772454"/>
                    <a:pt x="6700877" y="2734399"/>
                  </a:cubicBezTo>
                  <a:cubicBezTo>
                    <a:pt x="6834201" y="2689806"/>
                    <a:pt x="6950229" y="2615572"/>
                    <a:pt x="7049527" y="2518222"/>
                  </a:cubicBezTo>
                  <a:cubicBezTo>
                    <a:pt x="7132770" y="2436618"/>
                    <a:pt x="7196143" y="2338846"/>
                    <a:pt x="7243885" y="2224337"/>
                  </a:cubicBezTo>
                  <a:cubicBezTo>
                    <a:pt x="7295191" y="2097633"/>
                    <a:pt x="7317275" y="1967418"/>
                    <a:pt x="7309906" y="1829534"/>
                  </a:cubicBezTo>
                  <a:cubicBezTo>
                    <a:pt x="7303420" y="1708199"/>
                    <a:pt x="7273584" y="1594112"/>
                    <a:pt x="7220942" y="1487865"/>
                  </a:cubicBezTo>
                  <a:cubicBezTo>
                    <a:pt x="7119330" y="1282777"/>
                    <a:pt x="6959792" y="1135028"/>
                    <a:pt x="6746864" y="1048783"/>
                  </a:cubicBezTo>
                  <a:cubicBezTo>
                    <a:pt x="6654592" y="1011410"/>
                    <a:pt x="6559848" y="989960"/>
                    <a:pt x="6463989" y="984712"/>
                  </a:cubicBezTo>
                  <a:close/>
                  <a:moveTo>
                    <a:pt x="6132615" y="0"/>
                  </a:moveTo>
                  <a:lnTo>
                    <a:pt x="6692847" y="0"/>
                  </a:lnTo>
                  <a:cubicBezTo>
                    <a:pt x="6693262" y="139928"/>
                    <a:pt x="6693676" y="279857"/>
                    <a:pt x="6694091" y="419785"/>
                  </a:cubicBezTo>
                  <a:cubicBezTo>
                    <a:pt x="6694269" y="432197"/>
                    <a:pt x="6710588" y="453487"/>
                    <a:pt x="6721846" y="455268"/>
                  </a:cubicBezTo>
                  <a:cubicBezTo>
                    <a:pt x="6892772" y="482326"/>
                    <a:pt x="7045090" y="556764"/>
                    <a:pt x="7191597" y="642785"/>
                  </a:cubicBezTo>
                  <a:cubicBezTo>
                    <a:pt x="7228557" y="664485"/>
                    <a:pt x="7243502" y="655556"/>
                    <a:pt x="7267069" y="631452"/>
                  </a:cubicBezTo>
                  <a:cubicBezTo>
                    <a:pt x="7358718" y="537720"/>
                    <a:pt x="7451452" y="445047"/>
                    <a:pt x="7547190" y="348543"/>
                  </a:cubicBezTo>
                  <a:lnTo>
                    <a:pt x="7929388" y="732778"/>
                  </a:lnTo>
                  <a:cubicBezTo>
                    <a:pt x="7952649" y="755978"/>
                    <a:pt x="7937806" y="768882"/>
                    <a:pt x="7921738" y="784861"/>
                  </a:cubicBezTo>
                  <a:lnTo>
                    <a:pt x="7658702" y="1047446"/>
                  </a:lnTo>
                  <a:cubicBezTo>
                    <a:pt x="7642548" y="1063509"/>
                    <a:pt x="7634522" y="1073199"/>
                    <a:pt x="7650565" y="1099931"/>
                  </a:cubicBezTo>
                  <a:cubicBezTo>
                    <a:pt x="7738949" y="1247215"/>
                    <a:pt x="7813406" y="1400965"/>
                    <a:pt x="7840794" y="1573090"/>
                  </a:cubicBezTo>
                  <a:cubicBezTo>
                    <a:pt x="7844880" y="1598765"/>
                    <a:pt x="7858652" y="1605772"/>
                    <a:pt x="7884079" y="1605430"/>
                  </a:cubicBezTo>
                  <a:cubicBezTo>
                    <a:pt x="7989610" y="1604016"/>
                    <a:pt x="8095169" y="1604838"/>
                    <a:pt x="8200717" y="1604838"/>
                  </a:cubicBezTo>
                  <a:lnTo>
                    <a:pt x="8297123" y="1604838"/>
                  </a:lnTo>
                  <a:cubicBezTo>
                    <a:pt x="8297395" y="1791579"/>
                    <a:pt x="8297665" y="1978321"/>
                    <a:pt x="8297937" y="2165062"/>
                  </a:cubicBezTo>
                  <a:lnTo>
                    <a:pt x="7874528" y="2166257"/>
                  </a:lnTo>
                  <a:cubicBezTo>
                    <a:pt x="7863268" y="2166401"/>
                    <a:pt x="7844352" y="2181941"/>
                    <a:pt x="7842262" y="2192866"/>
                  </a:cubicBezTo>
                  <a:cubicBezTo>
                    <a:pt x="7807076" y="2376767"/>
                    <a:pt x="7730929" y="2543117"/>
                    <a:pt x="7628144" y="2701320"/>
                  </a:cubicBezTo>
                  <a:cubicBezTo>
                    <a:pt x="7724215" y="2797242"/>
                    <a:pt x="7819629" y="2894181"/>
                    <a:pt x="7917234" y="2988863"/>
                  </a:cubicBezTo>
                  <a:cubicBezTo>
                    <a:pt x="7943863" y="3014695"/>
                    <a:pt x="7946993" y="3030156"/>
                    <a:pt x="7918358" y="3057905"/>
                  </a:cubicBezTo>
                  <a:cubicBezTo>
                    <a:pt x="7807373" y="3165452"/>
                    <a:pt x="7697725" y="3274472"/>
                    <a:pt x="7590557" y="3385808"/>
                  </a:cubicBezTo>
                  <a:cubicBezTo>
                    <a:pt x="7558922" y="3418675"/>
                    <a:pt x="7541341" y="3415618"/>
                    <a:pt x="7511583" y="3384674"/>
                  </a:cubicBezTo>
                  <a:cubicBezTo>
                    <a:pt x="7418552" y="3287937"/>
                    <a:pt x="7322466" y="3194137"/>
                    <a:pt x="7228893" y="3100527"/>
                  </a:cubicBezTo>
                  <a:cubicBezTo>
                    <a:pt x="7060811" y="3204502"/>
                    <a:pt x="6886981" y="3282121"/>
                    <a:pt x="6692209" y="3317353"/>
                  </a:cubicBezTo>
                  <a:lnTo>
                    <a:pt x="6692209" y="3770183"/>
                  </a:lnTo>
                  <a:lnTo>
                    <a:pt x="6132476" y="3770183"/>
                  </a:lnTo>
                  <a:lnTo>
                    <a:pt x="6132476" y="3316237"/>
                  </a:lnTo>
                  <a:cubicBezTo>
                    <a:pt x="5940311" y="3279454"/>
                    <a:pt x="5766042" y="3207099"/>
                    <a:pt x="5604617" y="3101531"/>
                  </a:cubicBezTo>
                  <a:lnTo>
                    <a:pt x="5314713" y="3392698"/>
                  </a:lnTo>
                  <a:cubicBezTo>
                    <a:pt x="5291648" y="3416302"/>
                    <a:pt x="5276845" y="3419161"/>
                    <a:pt x="5252310" y="3393676"/>
                  </a:cubicBezTo>
                  <a:cubicBezTo>
                    <a:pt x="5173783" y="3312110"/>
                    <a:pt x="5092848" y="3232858"/>
                    <a:pt x="5012657" y="3152899"/>
                  </a:cubicBezTo>
                  <a:lnTo>
                    <a:pt x="4873548" y="3015411"/>
                  </a:lnTo>
                  <a:lnTo>
                    <a:pt x="5198178" y="2696383"/>
                  </a:lnTo>
                  <a:cubicBezTo>
                    <a:pt x="5091490" y="2532970"/>
                    <a:pt x="5017065" y="2357877"/>
                    <a:pt x="4979922" y="2163904"/>
                  </a:cubicBezTo>
                  <a:lnTo>
                    <a:pt x="4527797" y="2163904"/>
                  </a:lnTo>
                  <a:lnTo>
                    <a:pt x="4527797" y="1604085"/>
                  </a:lnTo>
                  <a:lnTo>
                    <a:pt x="4981327" y="1604085"/>
                  </a:lnTo>
                  <a:cubicBezTo>
                    <a:pt x="5014244" y="1408291"/>
                    <a:pt x="5093938" y="1235164"/>
                    <a:pt x="5199753" y="1064936"/>
                  </a:cubicBezTo>
                  <a:lnTo>
                    <a:pt x="4887648" y="754672"/>
                  </a:lnTo>
                  <a:lnTo>
                    <a:pt x="5288253" y="353805"/>
                  </a:lnTo>
                  <a:lnTo>
                    <a:pt x="5598447" y="666625"/>
                  </a:lnTo>
                  <a:cubicBezTo>
                    <a:pt x="5646170" y="638840"/>
                    <a:pt x="5691182" y="610411"/>
                    <a:pt x="5738158" y="585726"/>
                  </a:cubicBezTo>
                  <a:cubicBezTo>
                    <a:pt x="5852288" y="525751"/>
                    <a:pt x="5973266" y="484076"/>
                    <a:pt x="6099232" y="457050"/>
                  </a:cubicBezTo>
                  <a:cubicBezTo>
                    <a:pt x="6122941" y="451962"/>
                    <a:pt x="6133765" y="442013"/>
                    <a:pt x="6133269" y="415288"/>
                  </a:cubicBezTo>
                  <a:cubicBezTo>
                    <a:pt x="6131565" y="323496"/>
                    <a:pt x="6132615" y="231652"/>
                    <a:pt x="6132615" y="13983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60" name="Group 59">
            <a:extLst>
              <a:ext uri="{FF2B5EF4-FFF2-40B4-BE49-F238E27FC236}">
                <a16:creationId xmlns:a16="http://schemas.microsoft.com/office/drawing/2014/main" id="{3C686C53-9ED3-B6C5-EE3B-C2DF4565A66F}"/>
              </a:ext>
              <a:ext uri="{C183D7F6-B498-43B3-948B-1728B52AA6E4}">
                <adec:decorative xmlns:adec="http://schemas.microsoft.com/office/drawing/2017/decorative" val="1"/>
              </a:ext>
            </a:extLst>
          </p:cNvPr>
          <p:cNvGrpSpPr>
            <a:grpSpLocks noChangeAspect="1"/>
          </p:cNvGrpSpPr>
          <p:nvPr/>
        </p:nvGrpSpPr>
        <p:grpSpPr>
          <a:xfrm>
            <a:off x="2625774" y="5755986"/>
            <a:ext cx="584157" cy="457200"/>
            <a:chOff x="2625774" y="5755986"/>
            <a:chExt cx="584157" cy="457200"/>
          </a:xfrm>
          <a:solidFill>
            <a:srgbClr val="FF0000"/>
          </a:solidFill>
        </p:grpSpPr>
        <p:sp>
          <p:nvSpPr>
            <p:cNvPr id="2677" name="Freeform: Shape 2676">
              <a:extLst>
                <a:ext uri="{FF2B5EF4-FFF2-40B4-BE49-F238E27FC236}">
                  <a16:creationId xmlns:a16="http://schemas.microsoft.com/office/drawing/2014/main" id="{DC6117FE-6BCF-72F9-52C3-DF3AA3ACCDED}"/>
                </a:ext>
                <a:ext uri="{C183D7F6-B498-43B3-948B-1728B52AA6E4}">
                  <adec:decorative xmlns:adec="http://schemas.microsoft.com/office/drawing/2017/decorative" val="1"/>
                </a:ext>
              </a:extLst>
            </p:cNvPr>
            <p:cNvSpPr/>
            <p:nvPr/>
          </p:nvSpPr>
          <p:spPr>
            <a:xfrm>
              <a:off x="2929536" y="5755986"/>
              <a:ext cx="280395" cy="281563"/>
            </a:xfrm>
            <a:custGeom>
              <a:avLst/>
              <a:gdLst>
                <a:gd name="connsiteX0" fmla="*/ 29200 w 4205924"/>
                <a:gd name="connsiteY0" fmla="*/ 3522465 h 4223449"/>
                <a:gd name="connsiteX1" fmla="*/ 730185 w 4205924"/>
                <a:gd name="connsiteY1" fmla="*/ 3522465 h 4223449"/>
                <a:gd name="connsiteX2" fmla="*/ 730185 w 4205924"/>
                <a:gd name="connsiteY2" fmla="*/ 4223449 h 4223449"/>
                <a:gd name="connsiteX3" fmla="*/ 29200 w 4205924"/>
                <a:gd name="connsiteY3" fmla="*/ 4223449 h 4223449"/>
                <a:gd name="connsiteX4" fmla="*/ 0 w 4205924"/>
                <a:gd name="connsiteY4" fmla="*/ 1869297 h 4223449"/>
                <a:gd name="connsiteX5" fmla="*/ 2336625 w 4205924"/>
                <a:gd name="connsiteY5" fmla="*/ 4205919 h 4223449"/>
                <a:gd name="connsiteX6" fmla="*/ 1869300 w 4205924"/>
                <a:gd name="connsiteY6" fmla="*/ 4205919 h 4223449"/>
                <a:gd name="connsiteX7" fmla="*/ 0 w 4205924"/>
                <a:gd name="connsiteY7" fmla="*/ 2336621 h 4223449"/>
                <a:gd name="connsiteX8" fmla="*/ 0 w 4205924"/>
                <a:gd name="connsiteY8" fmla="*/ 934649 h 4223449"/>
                <a:gd name="connsiteX9" fmla="*/ 3271275 w 4205924"/>
                <a:gd name="connsiteY9" fmla="*/ 4205919 h 4223449"/>
                <a:gd name="connsiteX10" fmla="*/ 2803950 w 4205924"/>
                <a:gd name="connsiteY10" fmla="*/ 4205919 h 4223449"/>
                <a:gd name="connsiteX11" fmla="*/ 0 w 4205924"/>
                <a:gd name="connsiteY11" fmla="*/ 1401973 h 4223449"/>
                <a:gd name="connsiteX12" fmla="*/ 0 w 4205924"/>
                <a:gd name="connsiteY12" fmla="*/ 0 h 4223449"/>
                <a:gd name="connsiteX13" fmla="*/ 4205924 w 4205924"/>
                <a:gd name="connsiteY13" fmla="*/ 4205919 h 4223449"/>
                <a:gd name="connsiteX14" fmla="*/ 3738600 w 4205924"/>
                <a:gd name="connsiteY14" fmla="*/ 4205919 h 4223449"/>
                <a:gd name="connsiteX15" fmla="*/ 0 w 4205924"/>
                <a:gd name="connsiteY15" fmla="*/ 467324 h 422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05924" h="4223449">
                  <a:moveTo>
                    <a:pt x="29200" y="3522465"/>
                  </a:moveTo>
                  <a:lnTo>
                    <a:pt x="730185" y="3522465"/>
                  </a:lnTo>
                  <a:lnTo>
                    <a:pt x="730185" y="4223449"/>
                  </a:lnTo>
                  <a:lnTo>
                    <a:pt x="29200" y="4223449"/>
                  </a:lnTo>
                  <a:close/>
                  <a:moveTo>
                    <a:pt x="0" y="1869297"/>
                  </a:moveTo>
                  <a:cubicBezTo>
                    <a:pt x="1285145" y="1869297"/>
                    <a:pt x="2336625" y="2920775"/>
                    <a:pt x="2336625" y="4205919"/>
                  </a:cubicBezTo>
                  <a:lnTo>
                    <a:pt x="1869300" y="4205919"/>
                  </a:lnTo>
                  <a:cubicBezTo>
                    <a:pt x="1869300" y="3177805"/>
                    <a:pt x="1028115" y="2336621"/>
                    <a:pt x="0" y="2336621"/>
                  </a:cubicBezTo>
                  <a:close/>
                  <a:moveTo>
                    <a:pt x="0" y="934649"/>
                  </a:moveTo>
                  <a:cubicBezTo>
                    <a:pt x="1805041" y="934649"/>
                    <a:pt x="3271275" y="2400880"/>
                    <a:pt x="3271275" y="4205919"/>
                  </a:cubicBezTo>
                  <a:lnTo>
                    <a:pt x="2803950" y="4205919"/>
                  </a:lnTo>
                  <a:cubicBezTo>
                    <a:pt x="2803950" y="2657905"/>
                    <a:pt x="1548011" y="1401973"/>
                    <a:pt x="0" y="1401973"/>
                  </a:cubicBezTo>
                  <a:close/>
                  <a:moveTo>
                    <a:pt x="0" y="0"/>
                  </a:moveTo>
                  <a:cubicBezTo>
                    <a:pt x="2319101" y="0"/>
                    <a:pt x="4205924" y="1886821"/>
                    <a:pt x="4205924" y="4205919"/>
                  </a:cubicBezTo>
                  <a:lnTo>
                    <a:pt x="3738600" y="4205919"/>
                  </a:lnTo>
                  <a:cubicBezTo>
                    <a:pt x="3738600" y="2143850"/>
                    <a:pt x="2062071" y="467324"/>
                    <a:pt x="0" y="467324"/>
                  </a:cubicBezTo>
                  <a:close/>
                </a:path>
              </a:pathLst>
            </a:custGeom>
            <a:solidFill>
              <a:schemeClr val="accent1"/>
            </a:solidFill>
            <a:ln w="12601" cap="flat">
              <a:noFill/>
              <a:prstDash val="solid"/>
              <a:miter/>
            </a:ln>
          </p:spPr>
          <p:txBody>
            <a:bodyPr wrap="square" rtlCol="0" anchor="ctr">
              <a:noAutofit/>
            </a:bodyPr>
            <a:lstStyle/>
            <a:p>
              <a:endParaRPr lang="en-US"/>
            </a:p>
          </p:txBody>
        </p:sp>
        <p:sp>
          <p:nvSpPr>
            <p:cNvPr id="2676" name="Freeform: Shape 2675">
              <a:extLst>
                <a:ext uri="{FF2B5EF4-FFF2-40B4-BE49-F238E27FC236}">
                  <a16:creationId xmlns:a16="http://schemas.microsoft.com/office/drawing/2014/main" id="{A635CDFE-A11E-640D-A021-0A6B0D92C4CE}"/>
                </a:ext>
                <a:ext uri="{C183D7F6-B498-43B3-948B-1728B52AA6E4}">
                  <adec:decorative xmlns:adec="http://schemas.microsoft.com/office/drawing/2017/decorative" val="1"/>
                </a:ext>
              </a:extLst>
            </p:cNvPr>
            <p:cNvSpPr/>
            <p:nvPr/>
          </p:nvSpPr>
          <p:spPr>
            <a:xfrm>
              <a:off x="2625774" y="6004447"/>
              <a:ext cx="371517" cy="208739"/>
            </a:xfrm>
            <a:custGeom>
              <a:avLst/>
              <a:gdLst>
                <a:gd name="connsiteX0" fmla="*/ 4112641 w 5572755"/>
                <a:gd name="connsiteY0" fmla="*/ 2135 h 3131081"/>
                <a:gd name="connsiteX1" fmla="*/ 4112641 w 5572755"/>
                <a:gd name="connsiteY1" fmla="*/ 5273 h 3131081"/>
                <a:gd name="connsiteX2" fmla="*/ 4124307 w 5572755"/>
                <a:gd name="connsiteY2" fmla="*/ 4206 h 3131081"/>
                <a:gd name="connsiteX3" fmla="*/ 4351429 w 5572755"/>
                <a:gd name="connsiteY3" fmla="*/ 4206 h 3131081"/>
                <a:gd name="connsiteX4" fmla="*/ 4351429 w 5572755"/>
                <a:gd name="connsiteY4" fmla="*/ 483211 h 3131081"/>
                <a:gd name="connsiteX5" fmla="*/ 4112620 w 5572755"/>
                <a:gd name="connsiteY5" fmla="*/ 483211 h 3131081"/>
                <a:gd name="connsiteX6" fmla="*/ 4101211 w 5572755"/>
                <a:gd name="connsiteY6" fmla="*/ 484342 h 3131081"/>
                <a:gd name="connsiteX7" fmla="*/ 4101211 w 5572755"/>
                <a:gd name="connsiteY7" fmla="*/ 481279 h 3131081"/>
                <a:gd name="connsiteX8" fmla="*/ 3911656 w 5572755"/>
                <a:gd name="connsiteY8" fmla="*/ 500074 h 3131081"/>
                <a:gd name="connsiteX9" fmla="*/ 3084244 w 5572755"/>
                <a:gd name="connsiteY9" fmla="*/ 1565546 h 3131081"/>
                <a:gd name="connsiteX10" fmla="*/ 4088991 w 5572755"/>
                <a:gd name="connsiteY10" fmla="*/ 2657914 h 3131081"/>
                <a:gd name="connsiteX11" fmla="*/ 5041176 w 5572755"/>
                <a:gd name="connsiteY11" fmla="*/ 1892671 h 3131081"/>
                <a:gd name="connsiteX12" fmla="*/ 4013056 w 5572755"/>
                <a:gd name="connsiteY12" fmla="*/ 1892671 h 3131081"/>
                <a:gd name="connsiteX13" fmla="*/ 4013056 w 5572755"/>
                <a:gd name="connsiteY13" fmla="*/ 1437027 h 3131081"/>
                <a:gd name="connsiteX14" fmla="*/ 5555231 w 5572755"/>
                <a:gd name="connsiteY14" fmla="*/ 1437027 h 3131081"/>
                <a:gd name="connsiteX15" fmla="*/ 5572755 w 5572755"/>
                <a:gd name="connsiteY15" fmla="*/ 1664854 h 3131081"/>
                <a:gd name="connsiteX16" fmla="*/ 4077315 w 5572755"/>
                <a:gd name="connsiteY16" fmla="*/ 3131081 h 3131081"/>
                <a:gd name="connsiteX17" fmla="*/ 2535140 w 5572755"/>
                <a:gd name="connsiteY17" fmla="*/ 1571395 h 3131081"/>
                <a:gd name="connsiteX18" fmla="*/ 3806990 w 5572755"/>
                <a:gd name="connsiteY18" fmla="*/ 30161 h 3131081"/>
                <a:gd name="connsiteX19" fmla="*/ 210295 w 5572755"/>
                <a:gd name="connsiteY19" fmla="*/ 0 h 3131081"/>
                <a:gd name="connsiteX20" fmla="*/ 2091279 w 5572755"/>
                <a:gd name="connsiteY20" fmla="*/ 0 h 3131081"/>
                <a:gd name="connsiteX21" fmla="*/ 2091279 w 5572755"/>
                <a:gd name="connsiteY21" fmla="*/ 473166 h 3131081"/>
                <a:gd name="connsiteX22" fmla="*/ 660097 w 5572755"/>
                <a:gd name="connsiteY22" fmla="*/ 473166 h 3131081"/>
                <a:gd name="connsiteX23" fmla="*/ 601679 w 5572755"/>
                <a:gd name="connsiteY23" fmla="*/ 1226726 h 3131081"/>
                <a:gd name="connsiteX24" fmla="*/ 1267617 w 5572755"/>
                <a:gd name="connsiteY24" fmla="*/ 1033955 h 3131081"/>
                <a:gd name="connsiteX25" fmla="*/ 2295733 w 5572755"/>
                <a:gd name="connsiteY25" fmla="*/ 2015333 h 3131081"/>
                <a:gd name="connsiteX26" fmla="*/ 1121581 w 5572755"/>
                <a:gd name="connsiteY26" fmla="*/ 3066816 h 3131081"/>
                <a:gd name="connsiteX27" fmla="*/ 0 w 5572755"/>
                <a:gd name="connsiteY27" fmla="*/ 2435927 h 3131081"/>
                <a:gd name="connsiteX28" fmla="*/ 373860 w 5572755"/>
                <a:gd name="connsiteY28" fmla="*/ 2143850 h 3131081"/>
                <a:gd name="connsiteX29" fmla="*/ 1127422 w 5572755"/>
                <a:gd name="connsiteY29" fmla="*/ 2611174 h 3131081"/>
                <a:gd name="connsiteX30" fmla="*/ 1752471 w 5572755"/>
                <a:gd name="connsiteY30" fmla="*/ 2027016 h 3131081"/>
                <a:gd name="connsiteX31" fmla="*/ 1139105 w 5572755"/>
                <a:gd name="connsiteY31" fmla="*/ 1489596 h 3131081"/>
                <a:gd name="connsiteX32" fmla="*/ 467325 w 5572755"/>
                <a:gd name="connsiteY32" fmla="*/ 1781673 h 3131081"/>
                <a:gd name="connsiteX33" fmla="*/ 110989 w 5572755"/>
                <a:gd name="connsiteY33" fmla="*/ 1717415 h 3131081"/>
                <a:gd name="connsiteX34" fmla="*/ 99307 w 5572755"/>
                <a:gd name="connsiteY34" fmla="*/ 1694050 h 313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72755" h="3131081">
                  <a:moveTo>
                    <a:pt x="4112641" y="2135"/>
                  </a:moveTo>
                  <a:lnTo>
                    <a:pt x="4112641" y="5273"/>
                  </a:lnTo>
                  <a:lnTo>
                    <a:pt x="4124307" y="4206"/>
                  </a:lnTo>
                  <a:lnTo>
                    <a:pt x="4351429" y="4206"/>
                  </a:lnTo>
                  <a:lnTo>
                    <a:pt x="4351429" y="483211"/>
                  </a:lnTo>
                  <a:lnTo>
                    <a:pt x="4112620" y="483211"/>
                  </a:lnTo>
                  <a:lnTo>
                    <a:pt x="4101211" y="484342"/>
                  </a:lnTo>
                  <a:lnTo>
                    <a:pt x="4101211" y="481279"/>
                  </a:lnTo>
                  <a:lnTo>
                    <a:pt x="3911656" y="500074"/>
                  </a:lnTo>
                  <a:cubicBezTo>
                    <a:pt x="3433098" y="596948"/>
                    <a:pt x="3084244" y="1018632"/>
                    <a:pt x="3084244" y="1565546"/>
                  </a:cubicBezTo>
                  <a:cubicBezTo>
                    <a:pt x="3084244" y="2213957"/>
                    <a:pt x="3539888" y="2657914"/>
                    <a:pt x="4088991" y="2657914"/>
                  </a:cubicBezTo>
                  <a:cubicBezTo>
                    <a:pt x="4608894" y="2657914"/>
                    <a:pt x="4959392" y="2406735"/>
                    <a:pt x="5041176" y="1892671"/>
                  </a:cubicBezTo>
                  <a:lnTo>
                    <a:pt x="4013056" y="1892671"/>
                  </a:lnTo>
                  <a:lnTo>
                    <a:pt x="4013056" y="1437027"/>
                  </a:lnTo>
                  <a:lnTo>
                    <a:pt x="5555231" y="1437027"/>
                  </a:lnTo>
                  <a:cubicBezTo>
                    <a:pt x="5561069" y="1507135"/>
                    <a:pt x="5572755" y="1623957"/>
                    <a:pt x="5572755" y="1664854"/>
                  </a:cubicBezTo>
                  <a:cubicBezTo>
                    <a:pt x="5572755" y="2587827"/>
                    <a:pt x="4976916" y="3131081"/>
                    <a:pt x="4077315" y="3131081"/>
                  </a:cubicBezTo>
                  <a:cubicBezTo>
                    <a:pt x="3195238" y="3131081"/>
                    <a:pt x="2535140" y="2470984"/>
                    <a:pt x="2535140" y="1571395"/>
                  </a:cubicBezTo>
                  <a:cubicBezTo>
                    <a:pt x="2535140" y="774017"/>
                    <a:pt x="3067360" y="168958"/>
                    <a:pt x="3806990" y="30161"/>
                  </a:cubicBezTo>
                  <a:close/>
                  <a:moveTo>
                    <a:pt x="210295" y="0"/>
                  </a:moveTo>
                  <a:lnTo>
                    <a:pt x="2091279" y="0"/>
                  </a:lnTo>
                  <a:lnTo>
                    <a:pt x="2091279" y="473166"/>
                  </a:lnTo>
                  <a:lnTo>
                    <a:pt x="660097" y="473166"/>
                  </a:lnTo>
                  <a:lnTo>
                    <a:pt x="601679" y="1226726"/>
                  </a:lnTo>
                  <a:cubicBezTo>
                    <a:pt x="782768" y="1109896"/>
                    <a:pt x="1010592" y="1033955"/>
                    <a:pt x="1267617" y="1033955"/>
                  </a:cubicBezTo>
                  <a:cubicBezTo>
                    <a:pt x="1799201" y="1033955"/>
                    <a:pt x="2295733" y="1366920"/>
                    <a:pt x="2295733" y="2015333"/>
                  </a:cubicBezTo>
                  <a:cubicBezTo>
                    <a:pt x="2295733" y="2599492"/>
                    <a:pt x="1828408" y="3066816"/>
                    <a:pt x="1121581" y="3066816"/>
                  </a:cubicBezTo>
                  <a:cubicBezTo>
                    <a:pt x="607521" y="3066816"/>
                    <a:pt x="221978" y="2827310"/>
                    <a:pt x="0" y="2435927"/>
                  </a:cubicBezTo>
                  <a:lnTo>
                    <a:pt x="373860" y="2143850"/>
                  </a:lnTo>
                  <a:cubicBezTo>
                    <a:pt x="572473" y="2470975"/>
                    <a:pt x="841186" y="2611174"/>
                    <a:pt x="1127422" y="2611174"/>
                  </a:cubicBezTo>
                  <a:cubicBezTo>
                    <a:pt x="1501282" y="2611174"/>
                    <a:pt x="1752471" y="2365827"/>
                    <a:pt x="1752471" y="2027016"/>
                  </a:cubicBezTo>
                  <a:cubicBezTo>
                    <a:pt x="1752471" y="1682367"/>
                    <a:pt x="1477917" y="1489596"/>
                    <a:pt x="1139105" y="1489596"/>
                  </a:cubicBezTo>
                  <a:cubicBezTo>
                    <a:pt x="905444" y="1489596"/>
                    <a:pt x="683462" y="1588902"/>
                    <a:pt x="467325" y="1781673"/>
                  </a:cubicBezTo>
                  <a:lnTo>
                    <a:pt x="110989" y="1717415"/>
                  </a:lnTo>
                  <a:lnTo>
                    <a:pt x="99307" y="1694050"/>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59" name="Group 58">
            <a:extLst>
              <a:ext uri="{FF2B5EF4-FFF2-40B4-BE49-F238E27FC236}">
                <a16:creationId xmlns:a16="http://schemas.microsoft.com/office/drawing/2014/main" id="{D7AE27ED-BFC2-5CCB-66EF-B80BE1B4BD1D}"/>
              </a:ext>
              <a:ext uri="{C183D7F6-B498-43B3-948B-1728B52AA6E4}">
                <adec:decorative xmlns:adec="http://schemas.microsoft.com/office/drawing/2017/decorative" val="1"/>
              </a:ext>
            </a:extLst>
          </p:cNvPr>
          <p:cNvGrpSpPr>
            <a:grpSpLocks noChangeAspect="1"/>
          </p:cNvGrpSpPr>
          <p:nvPr/>
        </p:nvGrpSpPr>
        <p:grpSpPr>
          <a:xfrm>
            <a:off x="3406338" y="5755986"/>
            <a:ext cx="621379" cy="457200"/>
            <a:chOff x="3406338" y="5755986"/>
            <a:chExt cx="621379" cy="457200"/>
          </a:xfrm>
          <a:solidFill>
            <a:srgbClr val="FF0000"/>
          </a:solidFill>
        </p:grpSpPr>
        <p:sp>
          <p:nvSpPr>
            <p:cNvPr id="2686" name="Freeform: Shape 2685">
              <a:extLst>
                <a:ext uri="{FF2B5EF4-FFF2-40B4-BE49-F238E27FC236}">
                  <a16:creationId xmlns:a16="http://schemas.microsoft.com/office/drawing/2014/main" id="{629CF4EA-9CDC-34FB-2C5A-3A3DD8CCFF8C}"/>
                </a:ext>
                <a:ext uri="{C183D7F6-B498-43B3-948B-1728B52AA6E4}">
                  <adec:decorative xmlns:adec="http://schemas.microsoft.com/office/drawing/2017/decorative" val="1"/>
                </a:ext>
              </a:extLst>
            </p:cNvPr>
            <p:cNvSpPr/>
            <p:nvPr/>
          </p:nvSpPr>
          <p:spPr>
            <a:xfrm>
              <a:off x="3406338" y="5755986"/>
              <a:ext cx="621379" cy="374344"/>
            </a:xfrm>
            <a:custGeom>
              <a:avLst/>
              <a:gdLst>
                <a:gd name="connsiteX0" fmla="*/ 4631059 w 9320693"/>
                <a:gd name="connsiteY0" fmla="*/ 4661050 h 5615156"/>
                <a:gd name="connsiteX1" fmla="*/ 6021070 w 9320693"/>
                <a:gd name="connsiteY1" fmla="*/ 5205754 h 5615156"/>
                <a:gd name="connsiteX2" fmla="*/ 5642355 w 9320693"/>
                <a:gd name="connsiteY2" fmla="*/ 5615156 h 5615156"/>
                <a:gd name="connsiteX3" fmla="*/ 4631059 w 9320693"/>
                <a:gd name="connsiteY3" fmla="*/ 5219007 h 5615156"/>
                <a:gd name="connsiteX4" fmla="*/ 3669277 w 9320693"/>
                <a:gd name="connsiteY4" fmla="*/ 5571215 h 5615156"/>
                <a:gd name="connsiteX5" fmla="*/ 3309394 w 9320693"/>
                <a:gd name="connsiteY5" fmla="*/ 5145074 h 5615156"/>
                <a:gd name="connsiteX6" fmla="*/ 4631059 w 9320693"/>
                <a:gd name="connsiteY6" fmla="*/ 4661050 h 5615156"/>
                <a:gd name="connsiteX7" fmla="*/ 4630346 w 9320693"/>
                <a:gd name="connsiteY7" fmla="*/ 3107135 h 5615156"/>
                <a:gd name="connsiteX8" fmla="*/ 7123029 w 9320693"/>
                <a:gd name="connsiteY8" fmla="*/ 4109363 h 5615156"/>
                <a:gd name="connsiteX9" fmla="*/ 6737342 w 9320693"/>
                <a:gd name="connsiteY9" fmla="*/ 4512491 h 5615156"/>
                <a:gd name="connsiteX10" fmla="*/ 4630346 w 9320693"/>
                <a:gd name="connsiteY10" fmla="*/ 3665092 h 5615156"/>
                <a:gd name="connsiteX11" fmla="*/ 2575668 w 9320693"/>
                <a:gd name="connsiteY11" fmla="*/ 4462274 h 5615156"/>
                <a:gd name="connsiteX12" fmla="*/ 2199046 w 9320693"/>
                <a:gd name="connsiteY12" fmla="*/ 4050778 h 5615156"/>
                <a:gd name="connsiteX13" fmla="*/ 4630346 w 9320693"/>
                <a:gd name="connsiteY13" fmla="*/ 3107135 h 5615156"/>
                <a:gd name="connsiteX14" fmla="*/ 4631052 w 9320693"/>
                <a:gd name="connsiteY14" fmla="*/ 1553915 h 5615156"/>
                <a:gd name="connsiteX15" fmla="*/ 8222211 w 9320693"/>
                <a:gd name="connsiteY15" fmla="*/ 3014377 h 5615156"/>
                <a:gd name="connsiteX16" fmla="*/ 7833031 w 9320693"/>
                <a:gd name="connsiteY16" fmla="*/ 3414709 h 5615156"/>
                <a:gd name="connsiteX17" fmla="*/ 4631052 w 9320693"/>
                <a:gd name="connsiteY17" fmla="*/ 2111874 h 5615156"/>
                <a:gd name="connsiteX18" fmla="*/ 1482766 w 9320693"/>
                <a:gd name="connsiteY18" fmla="*/ 3363102 h 5615156"/>
                <a:gd name="connsiteX19" fmla="*/ 1100565 w 9320693"/>
                <a:gd name="connsiteY19" fmla="*/ 2956487 h 5615156"/>
                <a:gd name="connsiteX20" fmla="*/ 4631052 w 9320693"/>
                <a:gd name="connsiteY20" fmla="*/ 1553915 h 5615156"/>
                <a:gd name="connsiteX21" fmla="*/ 4631054 w 9320693"/>
                <a:gd name="connsiteY21" fmla="*/ 0 h 5615156"/>
                <a:gd name="connsiteX22" fmla="*/ 9320693 w 9320693"/>
                <a:gd name="connsiteY22" fmla="*/ 1915893 h 5615156"/>
                <a:gd name="connsiteX23" fmla="*/ 8930818 w 9320693"/>
                <a:gd name="connsiteY23" fmla="*/ 2315528 h 5615156"/>
                <a:gd name="connsiteX24" fmla="*/ 4631054 w 9320693"/>
                <a:gd name="connsiteY24" fmla="*/ 558654 h 5615156"/>
                <a:gd name="connsiteX25" fmla="*/ 384992 w 9320693"/>
                <a:gd name="connsiteY25" fmla="*/ 2262522 h 5615156"/>
                <a:gd name="connsiteX26" fmla="*/ 0 w 9320693"/>
                <a:gd name="connsiteY26" fmla="*/ 1858698 h 5615156"/>
                <a:gd name="connsiteX27" fmla="*/ 4631054 w 9320693"/>
                <a:gd name="connsiteY27" fmla="*/ 0 h 561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20693" h="5615156">
                  <a:moveTo>
                    <a:pt x="4631059" y="4661050"/>
                  </a:moveTo>
                  <a:cubicBezTo>
                    <a:pt x="5147170" y="4661050"/>
                    <a:pt x="5640963" y="4854241"/>
                    <a:pt x="6021070" y="5205754"/>
                  </a:cubicBezTo>
                  <a:lnTo>
                    <a:pt x="5642355" y="5615156"/>
                  </a:lnTo>
                  <a:cubicBezTo>
                    <a:pt x="5365470" y="5359192"/>
                    <a:pt x="5006282" y="5219007"/>
                    <a:pt x="4631059" y="5219007"/>
                  </a:cubicBezTo>
                  <a:cubicBezTo>
                    <a:pt x="4280241" y="5219007"/>
                    <a:pt x="3938488" y="5343852"/>
                    <a:pt x="3669277" y="5571215"/>
                  </a:cubicBezTo>
                  <a:lnTo>
                    <a:pt x="3309394" y="5145074"/>
                  </a:lnTo>
                  <a:cubicBezTo>
                    <a:pt x="3679038" y="4832618"/>
                    <a:pt x="4148426" y="4661050"/>
                    <a:pt x="4631059" y="4661050"/>
                  </a:cubicBezTo>
                  <a:close/>
                  <a:moveTo>
                    <a:pt x="4630346" y="3107135"/>
                  </a:moveTo>
                  <a:cubicBezTo>
                    <a:pt x="5563535" y="3107135"/>
                    <a:pt x="6448595" y="3462836"/>
                    <a:pt x="7123029" y="4109363"/>
                  </a:cubicBezTo>
                  <a:lnTo>
                    <a:pt x="6737342" y="4512491"/>
                  </a:lnTo>
                  <a:cubicBezTo>
                    <a:pt x="6167529" y="3966389"/>
                    <a:pt x="5419162" y="3665092"/>
                    <a:pt x="4630346" y="3665092"/>
                  </a:cubicBezTo>
                  <a:cubicBezTo>
                    <a:pt x="3868037" y="3665092"/>
                    <a:pt x="3138511" y="3948259"/>
                    <a:pt x="2575668" y="4462274"/>
                  </a:cubicBezTo>
                  <a:lnTo>
                    <a:pt x="2199046" y="4050778"/>
                  </a:lnTo>
                  <a:cubicBezTo>
                    <a:pt x="2864408" y="3442605"/>
                    <a:pt x="3727852" y="3107135"/>
                    <a:pt x="4630346" y="3107135"/>
                  </a:cubicBezTo>
                  <a:close/>
                  <a:moveTo>
                    <a:pt x="4631052" y="1553915"/>
                  </a:moveTo>
                  <a:cubicBezTo>
                    <a:pt x="5977123" y="1553915"/>
                    <a:pt x="7252755" y="2072817"/>
                    <a:pt x="8222211" y="3014377"/>
                  </a:cubicBezTo>
                  <a:lnTo>
                    <a:pt x="7833031" y="3414709"/>
                  </a:lnTo>
                  <a:cubicBezTo>
                    <a:pt x="6968195" y="2574981"/>
                    <a:pt x="5831358" y="2111874"/>
                    <a:pt x="4631052" y="2111874"/>
                  </a:cubicBezTo>
                  <a:cubicBezTo>
                    <a:pt x="3458635" y="2111874"/>
                    <a:pt x="2340624" y="2556148"/>
                    <a:pt x="1482766" y="3363102"/>
                  </a:cubicBezTo>
                  <a:lnTo>
                    <a:pt x="1100565" y="2956487"/>
                  </a:lnTo>
                  <a:cubicBezTo>
                    <a:pt x="2061645" y="2052593"/>
                    <a:pt x="3315660" y="1553915"/>
                    <a:pt x="4631052" y="1553915"/>
                  </a:cubicBezTo>
                  <a:close/>
                  <a:moveTo>
                    <a:pt x="4631054" y="0"/>
                  </a:moveTo>
                  <a:cubicBezTo>
                    <a:pt x="6392811" y="0"/>
                    <a:pt x="8058317" y="680014"/>
                    <a:pt x="9320693" y="1915893"/>
                  </a:cubicBezTo>
                  <a:lnTo>
                    <a:pt x="8930818" y="2315528"/>
                  </a:lnTo>
                  <a:cubicBezTo>
                    <a:pt x="7773055" y="1182873"/>
                    <a:pt x="6245648" y="558654"/>
                    <a:pt x="4631054" y="558654"/>
                  </a:cubicBezTo>
                  <a:cubicBezTo>
                    <a:pt x="3043663" y="558654"/>
                    <a:pt x="1535784" y="1164040"/>
                    <a:pt x="384992" y="2262522"/>
                  </a:cubicBezTo>
                  <a:lnTo>
                    <a:pt x="0" y="1858698"/>
                  </a:lnTo>
                  <a:cubicBezTo>
                    <a:pt x="1255407" y="660486"/>
                    <a:pt x="2899985" y="0"/>
                    <a:pt x="4631054"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2681" name="Freeform: Shape 2680">
              <a:extLst>
                <a:ext uri="{FF2B5EF4-FFF2-40B4-BE49-F238E27FC236}">
                  <a16:creationId xmlns:a16="http://schemas.microsoft.com/office/drawing/2014/main" id="{E8BC26EB-1B64-53DE-32FE-F421F68C1B66}"/>
                </a:ext>
                <a:ext uri="{C183D7F6-B498-43B3-948B-1728B52AA6E4}">
                  <adec:decorative xmlns:adec="http://schemas.microsoft.com/office/drawing/2017/decorative" val="1"/>
                </a:ext>
              </a:extLst>
            </p:cNvPr>
            <p:cNvSpPr/>
            <p:nvPr/>
          </p:nvSpPr>
          <p:spPr>
            <a:xfrm>
              <a:off x="3689037" y="6157390"/>
              <a:ext cx="55796" cy="55796"/>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a:p>
          </p:txBody>
        </p:sp>
      </p:grpSp>
      <p:grpSp>
        <p:nvGrpSpPr>
          <p:cNvPr id="58" name="Group 57">
            <a:extLst>
              <a:ext uri="{FF2B5EF4-FFF2-40B4-BE49-F238E27FC236}">
                <a16:creationId xmlns:a16="http://schemas.microsoft.com/office/drawing/2014/main" id="{14E8BE04-E5CE-82E9-E16A-F266ACE5644E}"/>
              </a:ext>
              <a:ext uri="{C183D7F6-B498-43B3-948B-1728B52AA6E4}">
                <adec:decorative xmlns:adec="http://schemas.microsoft.com/office/drawing/2017/decorative" val="1"/>
              </a:ext>
            </a:extLst>
          </p:cNvPr>
          <p:cNvGrpSpPr>
            <a:grpSpLocks noChangeAspect="1"/>
          </p:cNvGrpSpPr>
          <p:nvPr/>
        </p:nvGrpSpPr>
        <p:grpSpPr>
          <a:xfrm>
            <a:off x="4224124" y="5755986"/>
            <a:ext cx="553675" cy="457200"/>
            <a:chOff x="4224124" y="5755986"/>
            <a:chExt cx="553675" cy="457200"/>
          </a:xfrm>
          <a:solidFill>
            <a:srgbClr val="FF0000"/>
          </a:solidFill>
        </p:grpSpPr>
        <p:sp>
          <p:nvSpPr>
            <p:cNvPr id="2699" name="Freeform: Shape 2698">
              <a:extLst>
                <a:ext uri="{FF2B5EF4-FFF2-40B4-BE49-F238E27FC236}">
                  <a16:creationId xmlns:a16="http://schemas.microsoft.com/office/drawing/2014/main" id="{25EC7EBA-FEB8-0EB1-8376-D2B24C9604D2}"/>
                </a:ext>
                <a:ext uri="{C183D7F6-B498-43B3-948B-1728B52AA6E4}">
                  <adec:decorative xmlns:adec="http://schemas.microsoft.com/office/drawing/2017/decorative" val="1"/>
                </a:ext>
              </a:extLst>
            </p:cNvPr>
            <p:cNvSpPr/>
            <p:nvPr/>
          </p:nvSpPr>
          <p:spPr>
            <a:xfrm>
              <a:off x="4224124" y="5819872"/>
              <a:ext cx="553675" cy="319476"/>
            </a:xfrm>
            <a:custGeom>
              <a:avLst/>
              <a:gdLst>
                <a:gd name="connsiteX0" fmla="*/ 4166771 w 8305129"/>
                <a:gd name="connsiteY0" fmla="*/ 3941981 h 4792136"/>
                <a:gd name="connsiteX1" fmla="*/ 5364575 w 8305129"/>
                <a:gd name="connsiteY1" fmla="*/ 4427095 h 4792136"/>
                <a:gd name="connsiteX2" fmla="*/ 5027756 w 8305129"/>
                <a:gd name="connsiteY2" fmla="*/ 4792136 h 4792136"/>
                <a:gd name="connsiteX3" fmla="*/ 3269221 w 8305129"/>
                <a:gd name="connsiteY3" fmla="*/ 4752918 h 4792136"/>
                <a:gd name="connsiteX4" fmla="*/ 2948551 w 8305129"/>
                <a:gd name="connsiteY4" fmla="*/ 4373265 h 4792136"/>
                <a:gd name="connsiteX5" fmla="*/ 4166771 w 8305129"/>
                <a:gd name="connsiteY5" fmla="*/ 3941981 h 4792136"/>
                <a:gd name="connsiteX6" fmla="*/ 4164658 w 8305129"/>
                <a:gd name="connsiteY6" fmla="*/ 2557837 h 4792136"/>
                <a:gd name="connsiteX7" fmla="*/ 6347503 w 8305129"/>
                <a:gd name="connsiteY7" fmla="*/ 3451088 h 4792136"/>
                <a:gd name="connsiteX8" fmla="*/ 6003456 w 8305129"/>
                <a:gd name="connsiteY8" fmla="*/ 3809670 h 4792136"/>
                <a:gd name="connsiteX9" fmla="*/ 2295523 w 8305129"/>
                <a:gd name="connsiteY9" fmla="*/ 3765530 h 4792136"/>
                <a:gd name="connsiteX10" fmla="*/ 1960934 w 8305129"/>
                <a:gd name="connsiteY10" fmla="*/ 3398259 h 4792136"/>
                <a:gd name="connsiteX11" fmla="*/ 4164658 w 8305129"/>
                <a:gd name="connsiteY11" fmla="*/ 2557837 h 4792136"/>
                <a:gd name="connsiteX12" fmla="*/ 5278293 w 8305129"/>
                <a:gd name="connsiteY12" fmla="*/ 1319977 h 4792136"/>
                <a:gd name="connsiteX13" fmla="*/ 7328891 w 8305129"/>
                <a:gd name="connsiteY13" fmla="*/ 2474851 h 4792136"/>
                <a:gd name="connsiteX14" fmla="*/ 6978999 w 8305129"/>
                <a:gd name="connsiteY14" fmla="*/ 2831587 h 4792136"/>
                <a:gd name="connsiteX15" fmla="*/ 4632415 w 8305129"/>
                <a:gd name="connsiteY15" fmla="*/ 1703628 h 4792136"/>
                <a:gd name="connsiteX16" fmla="*/ 4770835 w 8305129"/>
                <a:gd name="connsiteY16" fmla="*/ 1653413 h 4792136"/>
                <a:gd name="connsiteX17" fmla="*/ 5278293 w 8305129"/>
                <a:gd name="connsiteY17" fmla="*/ 1319977 h 4792136"/>
                <a:gd name="connsiteX18" fmla="*/ 3017914 w 8305129"/>
                <a:gd name="connsiteY18" fmla="*/ 1310595 h 4792136"/>
                <a:gd name="connsiteX19" fmla="*/ 3659408 w 8305129"/>
                <a:gd name="connsiteY19" fmla="*/ 1699167 h 4792136"/>
                <a:gd name="connsiteX20" fmla="*/ 1324207 w 8305129"/>
                <a:gd name="connsiteY20" fmla="*/ 2785371 h 4792136"/>
                <a:gd name="connsiteX21" fmla="*/ 983696 w 8305129"/>
                <a:gd name="connsiteY21" fmla="*/ 2423944 h 4792136"/>
                <a:gd name="connsiteX22" fmla="*/ 3017914 w 8305129"/>
                <a:gd name="connsiteY22" fmla="*/ 1310595 h 4792136"/>
                <a:gd name="connsiteX23" fmla="*/ 5762222 w 8305129"/>
                <a:gd name="connsiteY23" fmla="*/ 15380 h 4792136"/>
                <a:gd name="connsiteX24" fmla="*/ 8305129 w 8305129"/>
                <a:gd name="connsiteY24" fmla="*/ 1494924 h 4792136"/>
                <a:gd name="connsiteX25" fmla="*/ 7957159 w 8305129"/>
                <a:gd name="connsiteY25" fmla="*/ 1850353 h 4792136"/>
                <a:gd name="connsiteX26" fmla="*/ 5727156 w 8305129"/>
                <a:gd name="connsiteY26" fmla="*/ 524531 h 4792136"/>
                <a:gd name="connsiteX27" fmla="*/ 5768682 w 8305129"/>
                <a:gd name="connsiteY27" fmla="*/ 160335 h 4792136"/>
                <a:gd name="connsiteX28" fmla="*/ 5762222 w 8305129"/>
                <a:gd name="connsiteY28" fmla="*/ 15380 h 4792136"/>
                <a:gd name="connsiteX29" fmla="*/ 2545367 w 8305129"/>
                <a:gd name="connsiteY29" fmla="*/ 0 h 4792136"/>
                <a:gd name="connsiteX30" fmla="*/ 2568437 w 8305129"/>
                <a:gd name="connsiteY30" fmla="*/ 475546 h 4792136"/>
                <a:gd name="connsiteX31" fmla="*/ 2575512 w 8305129"/>
                <a:gd name="connsiteY31" fmla="*/ 509151 h 4792136"/>
                <a:gd name="connsiteX32" fmla="*/ 343048 w 8305129"/>
                <a:gd name="connsiteY32" fmla="*/ 1803136 h 4792136"/>
                <a:gd name="connsiteX33" fmla="*/ 0 w 8305129"/>
                <a:gd name="connsiteY33" fmla="*/ 1443939 h 4792136"/>
                <a:gd name="connsiteX34" fmla="*/ 2545367 w 8305129"/>
                <a:gd name="connsiteY34" fmla="*/ 0 h 479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05129" h="4792136">
                  <a:moveTo>
                    <a:pt x="4166771" y="3941981"/>
                  </a:moveTo>
                  <a:cubicBezTo>
                    <a:pt x="4598408" y="3951599"/>
                    <a:pt x="5026641" y="4113948"/>
                    <a:pt x="5364575" y="4427095"/>
                  </a:cubicBezTo>
                  <a:lnTo>
                    <a:pt x="5027756" y="4792136"/>
                  </a:lnTo>
                  <a:cubicBezTo>
                    <a:pt x="4535955" y="4335953"/>
                    <a:pt x="3780870" y="4319113"/>
                    <a:pt x="3269221" y="4752918"/>
                  </a:cubicBezTo>
                  <a:lnTo>
                    <a:pt x="2948551" y="4373265"/>
                  </a:lnTo>
                  <a:cubicBezTo>
                    <a:pt x="3300096" y="4075480"/>
                    <a:pt x="3735135" y="3932365"/>
                    <a:pt x="4166771" y="3941981"/>
                  </a:cubicBezTo>
                  <a:close/>
                  <a:moveTo>
                    <a:pt x="4164658" y="2557837"/>
                  </a:moveTo>
                  <a:cubicBezTo>
                    <a:pt x="4952852" y="2567330"/>
                    <a:pt x="5737566" y="2865768"/>
                    <a:pt x="6347503" y="3451088"/>
                  </a:cubicBezTo>
                  <a:lnTo>
                    <a:pt x="6003456" y="3809670"/>
                  </a:lnTo>
                  <a:cubicBezTo>
                    <a:pt x="4972234" y="2820123"/>
                    <a:pt x="3350008" y="2800811"/>
                    <a:pt x="2295523" y="3765530"/>
                  </a:cubicBezTo>
                  <a:lnTo>
                    <a:pt x="1960934" y="3398259"/>
                  </a:lnTo>
                  <a:cubicBezTo>
                    <a:pt x="2584790" y="2827797"/>
                    <a:pt x="3376464" y="2548344"/>
                    <a:pt x="4164658" y="2557837"/>
                  </a:cubicBezTo>
                  <a:close/>
                  <a:moveTo>
                    <a:pt x="5278293" y="1319977"/>
                  </a:moveTo>
                  <a:cubicBezTo>
                    <a:pt x="6050696" y="1519886"/>
                    <a:pt x="6757531" y="1917969"/>
                    <a:pt x="7328891" y="2474851"/>
                  </a:cubicBezTo>
                  <a:lnTo>
                    <a:pt x="6978999" y="2831587"/>
                  </a:lnTo>
                  <a:cubicBezTo>
                    <a:pt x="6340729" y="2209778"/>
                    <a:pt x="5516681" y="1813673"/>
                    <a:pt x="4632415" y="1703628"/>
                  </a:cubicBezTo>
                  <a:cubicBezTo>
                    <a:pt x="4679324" y="1689016"/>
                    <a:pt x="4725464" y="1672278"/>
                    <a:pt x="4770835" y="1653413"/>
                  </a:cubicBezTo>
                  <a:cubicBezTo>
                    <a:pt x="4959549" y="1575354"/>
                    <a:pt x="5131746" y="1462209"/>
                    <a:pt x="5278293" y="1319977"/>
                  </a:cubicBezTo>
                  <a:close/>
                  <a:moveTo>
                    <a:pt x="3017914" y="1310595"/>
                  </a:moveTo>
                  <a:cubicBezTo>
                    <a:pt x="3198288" y="1488667"/>
                    <a:pt x="3418046" y="1621781"/>
                    <a:pt x="3659408" y="1699167"/>
                  </a:cubicBezTo>
                  <a:cubicBezTo>
                    <a:pt x="2784272" y="1800049"/>
                    <a:pt x="1965171" y="2181049"/>
                    <a:pt x="1324207" y="2785371"/>
                  </a:cubicBezTo>
                  <a:lnTo>
                    <a:pt x="983696" y="2423944"/>
                  </a:lnTo>
                  <a:cubicBezTo>
                    <a:pt x="1555118" y="1884585"/>
                    <a:pt x="2255613" y="1501196"/>
                    <a:pt x="3017914" y="1310595"/>
                  </a:cubicBezTo>
                  <a:close/>
                  <a:moveTo>
                    <a:pt x="5762222" y="15380"/>
                  </a:moveTo>
                  <a:cubicBezTo>
                    <a:pt x="6720091" y="288519"/>
                    <a:pt x="7594314" y="797170"/>
                    <a:pt x="8305129" y="1494924"/>
                  </a:cubicBezTo>
                  <a:lnTo>
                    <a:pt x="7957159" y="1850353"/>
                  </a:lnTo>
                  <a:cubicBezTo>
                    <a:pt x="7330863" y="1236026"/>
                    <a:pt x="6566031" y="781304"/>
                    <a:pt x="5727156" y="524531"/>
                  </a:cubicBezTo>
                  <a:cubicBezTo>
                    <a:pt x="5754750" y="405097"/>
                    <a:pt x="5768682" y="282915"/>
                    <a:pt x="5768682" y="160335"/>
                  </a:cubicBezTo>
                  <a:cubicBezTo>
                    <a:pt x="5768682" y="111735"/>
                    <a:pt x="5766529" y="63416"/>
                    <a:pt x="5762222" y="15380"/>
                  </a:cubicBezTo>
                  <a:close/>
                  <a:moveTo>
                    <a:pt x="2545367" y="0"/>
                  </a:moveTo>
                  <a:cubicBezTo>
                    <a:pt x="2529526" y="158785"/>
                    <a:pt x="2537300" y="319040"/>
                    <a:pt x="2568437" y="475546"/>
                  </a:cubicBezTo>
                  <a:cubicBezTo>
                    <a:pt x="2570667" y="486773"/>
                    <a:pt x="2572974" y="497924"/>
                    <a:pt x="2575512" y="509151"/>
                  </a:cubicBezTo>
                  <a:cubicBezTo>
                    <a:pt x="1738819" y="756284"/>
                    <a:pt x="973369" y="1199955"/>
                    <a:pt x="343048" y="1803136"/>
                  </a:cubicBezTo>
                  <a:lnTo>
                    <a:pt x="0" y="1443939"/>
                  </a:lnTo>
                  <a:cubicBezTo>
                    <a:pt x="715383" y="758721"/>
                    <a:pt x="1590168" y="262472"/>
                    <a:pt x="2545367"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2698" name="Freeform: Shape 2697">
              <a:extLst>
                <a:ext uri="{FF2B5EF4-FFF2-40B4-BE49-F238E27FC236}">
                  <a16:creationId xmlns:a16="http://schemas.microsoft.com/office/drawing/2014/main" id="{7E7CBA50-CF4F-22B3-8CB2-EB470DC4953E}"/>
                </a:ext>
                <a:ext uri="{C183D7F6-B498-43B3-948B-1728B52AA6E4}">
                  <adec:decorative xmlns:adec="http://schemas.microsoft.com/office/drawing/2017/decorative" val="1"/>
                </a:ext>
              </a:extLst>
            </p:cNvPr>
            <p:cNvSpPr/>
            <p:nvPr/>
          </p:nvSpPr>
          <p:spPr>
            <a:xfrm>
              <a:off x="4426420" y="5755986"/>
              <a:ext cx="149141" cy="457200"/>
            </a:xfrm>
            <a:custGeom>
              <a:avLst/>
              <a:gdLst>
                <a:gd name="connsiteX0" fmla="*/ 744768 w 2237119"/>
                <a:gd name="connsiteY0" fmla="*/ 6112080 h 6858000"/>
                <a:gd name="connsiteX1" fmla="*/ 1490689 w 2237119"/>
                <a:gd name="connsiteY1" fmla="*/ 6112080 h 6858000"/>
                <a:gd name="connsiteX2" fmla="*/ 1490689 w 2237119"/>
                <a:gd name="connsiteY2" fmla="*/ 6858000 h 6858000"/>
                <a:gd name="connsiteX3" fmla="*/ 744768 w 2237119"/>
                <a:gd name="connsiteY3" fmla="*/ 6858000 h 6858000"/>
                <a:gd name="connsiteX4" fmla="*/ 1152644 w 2237119"/>
                <a:gd name="connsiteY4" fmla="*/ 1068715 h 6858000"/>
                <a:gd name="connsiteX5" fmla="*/ 1288679 w 2237119"/>
                <a:gd name="connsiteY5" fmla="*/ 1115315 h 6858000"/>
                <a:gd name="connsiteX6" fmla="*/ 1335895 w 2237119"/>
                <a:gd name="connsiteY6" fmla="*/ 1265038 h 6858000"/>
                <a:gd name="connsiteX7" fmla="*/ 1287218 w 2237119"/>
                <a:gd name="connsiteY7" fmla="*/ 1425142 h 6858000"/>
                <a:gd name="connsiteX8" fmla="*/ 1148031 w 2237119"/>
                <a:gd name="connsiteY8" fmla="*/ 1481663 h 6858000"/>
                <a:gd name="connsiteX9" fmla="*/ 1008228 w 2237119"/>
                <a:gd name="connsiteY9" fmla="*/ 1427834 h 6858000"/>
                <a:gd name="connsiteX10" fmla="*/ 956628 w 2237119"/>
                <a:gd name="connsiteY10" fmla="*/ 1270652 h 6858000"/>
                <a:gd name="connsiteX11" fmla="*/ 1007843 w 2237119"/>
                <a:gd name="connsiteY11" fmla="*/ 1120237 h 6858000"/>
                <a:gd name="connsiteX12" fmla="*/ 1152644 w 2237119"/>
                <a:gd name="connsiteY12" fmla="*/ 1068715 h 6858000"/>
                <a:gd name="connsiteX13" fmla="*/ 1222162 w 2237119"/>
                <a:gd name="connsiteY13" fmla="*/ 447524 h 6858000"/>
                <a:gd name="connsiteX14" fmla="*/ 999154 w 2237119"/>
                <a:gd name="connsiteY14" fmla="*/ 492894 h 6858000"/>
                <a:gd name="connsiteX15" fmla="*/ 829514 w 2237119"/>
                <a:gd name="connsiteY15" fmla="*/ 617163 h 6858000"/>
                <a:gd name="connsiteX16" fmla="*/ 720702 w 2237119"/>
                <a:gd name="connsiteY16" fmla="*/ 817101 h 6858000"/>
                <a:gd name="connsiteX17" fmla="*/ 682791 w 2237119"/>
                <a:gd name="connsiteY17" fmla="*/ 1088632 h 6858000"/>
                <a:gd name="connsiteX18" fmla="*/ 715781 w 2237119"/>
                <a:gd name="connsiteY18" fmla="*/ 1337246 h 6858000"/>
                <a:gd name="connsiteX19" fmla="*/ 810521 w 2237119"/>
                <a:gd name="connsiteY19" fmla="*/ 1519804 h 6858000"/>
                <a:gd name="connsiteX20" fmla="*/ 958551 w 2237119"/>
                <a:gd name="connsiteY20" fmla="*/ 1632692 h 6858000"/>
                <a:gd name="connsiteX21" fmla="*/ 1153107 w 2237119"/>
                <a:gd name="connsiteY21" fmla="*/ 1671141 h 6858000"/>
                <a:gd name="connsiteX22" fmla="*/ 1329975 w 2237119"/>
                <a:gd name="connsiteY22" fmla="*/ 1640382 h 6858000"/>
                <a:gd name="connsiteX23" fmla="*/ 1464164 w 2237119"/>
                <a:gd name="connsiteY23" fmla="*/ 1553410 h 6858000"/>
                <a:gd name="connsiteX24" fmla="*/ 1548753 w 2237119"/>
                <a:gd name="connsiteY24" fmla="*/ 1415452 h 6858000"/>
                <a:gd name="connsiteX25" fmla="*/ 1578897 w 2237119"/>
                <a:gd name="connsiteY25" fmla="*/ 1235663 h 6858000"/>
                <a:gd name="connsiteX26" fmla="*/ 1553443 w 2237119"/>
                <a:gd name="connsiteY26" fmla="*/ 1084633 h 6858000"/>
                <a:gd name="connsiteX27" fmla="*/ 1481927 w 2237119"/>
                <a:gd name="connsiteY27" fmla="*/ 970284 h 6858000"/>
                <a:gd name="connsiteX28" fmla="*/ 1369500 w 2237119"/>
                <a:gd name="connsiteY28" fmla="*/ 899460 h 6858000"/>
                <a:gd name="connsiteX29" fmla="*/ 1224085 w 2237119"/>
                <a:gd name="connsiteY29" fmla="*/ 873929 h 6858000"/>
                <a:gd name="connsiteX30" fmla="*/ 1138342 w 2237119"/>
                <a:gd name="connsiteY30" fmla="*/ 882004 h 6858000"/>
                <a:gd name="connsiteX31" fmla="*/ 1052599 w 2237119"/>
                <a:gd name="connsiteY31" fmla="*/ 909380 h 6858000"/>
                <a:gd name="connsiteX32" fmla="*/ 977391 w 2237119"/>
                <a:gd name="connsiteY32" fmla="*/ 955980 h 6858000"/>
                <a:gd name="connsiteX33" fmla="*/ 919563 w 2237119"/>
                <a:gd name="connsiteY33" fmla="*/ 1025189 h 6858000"/>
                <a:gd name="connsiteX34" fmla="*/ 1010919 w 2237119"/>
                <a:gd name="connsiteY34" fmla="*/ 741201 h 6858000"/>
                <a:gd name="connsiteX35" fmla="*/ 1240232 w 2237119"/>
                <a:gd name="connsiteY35" fmla="*/ 648000 h 6858000"/>
                <a:gd name="connsiteX36" fmla="*/ 1454012 w 2237119"/>
                <a:gd name="connsiteY36" fmla="*/ 710134 h 6858000"/>
                <a:gd name="connsiteX37" fmla="*/ 1541063 w 2237119"/>
                <a:gd name="connsiteY37" fmla="*/ 538034 h 6858000"/>
                <a:gd name="connsiteX38" fmla="*/ 1397338 w 2237119"/>
                <a:gd name="connsiteY38" fmla="*/ 470594 h 6858000"/>
                <a:gd name="connsiteX39" fmla="*/ 1222162 w 2237119"/>
                <a:gd name="connsiteY39" fmla="*/ 447524 h 6858000"/>
                <a:gd name="connsiteX40" fmla="*/ 1113901 w 2237119"/>
                <a:gd name="connsiteY40" fmla="*/ 15 h 6858000"/>
                <a:gd name="connsiteX41" fmla="*/ 1740001 w 2237119"/>
                <a:gd name="connsiteY41" fmla="*/ 188605 h 6858000"/>
                <a:gd name="connsiteX42" fmla="*/ 2151950 w 2237119"/>
                <a:gd name="connsiteY42" fmla="*/ 690525 h 6858000"/>
                <a:gd name="connsiteX43" fmla="*/ 2048627 w 2237119"/>
                <a:gd name="connsiteY43" fmla="*/ 1739999 h 6858000"/>
                <a:gd name="connsiteX44" fmla="*/ 497232 w 2237119"/>
                <a:gd name="connsiteY44" fmla="*/ 2048624 h 6858000"/>
                <a:gd name="connsiteX45" fmla="*/ 188605 w 2237119"/>
                <a:gd name="connsiteY45" fmla="*/ 497231 h 6858000"/>
                <a:gd name="connsiteX46" fmla="*/ 1113901 w 2237119"/>
                <a:gd name="connsiteY46" fmla="*/ 1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37119" h="6858000">
                  <a:moveTo>
                    <a:pt x="744768" y="6112080"/>
                  </a:moveTo>
                  <a:lnTo>
                    <a:pt x="1490689" y="6112080"/>
                  </a:lnTo>
                  <a:lnTo>
                    <a:pt x="1490689" y="6858000"/>
                  </a:lnTo>
                  <a:lnTo>
                    <a:pt x="744768" y="6858000"/>
                  </a:lnTo>
                  <a:close/>
                  <a:moveTo>
                    <a:pt x="1152644" y="1068715"/>
                  </a:moveTo>
                  <a:cubicBezTo>
                    <a:pt x="1202488" y="1064725"/>
                    <a:pt x="1251752" y="1081601"/>
                    <a:pt x="1288679" y="1115315"/>
                  </a:cubicBezTo>
                  <a:cubicBezTo>
                    <a:pt x="1323131" y="1157269"/>
                    <a:pt x="1340047" y="1210910"/>
                    <a:pt x="1335895" y="1265038"/>
                  </a:cubicBezTo>
                  <a:cubicBezTo>
                    <a:pt x="1339791" y="1322562"/>
                    <a:pt x="1322474" y="1379521"/>
                    <a:pt x="1287218" y="1425142"/>
                  </a:cubicBezTo>
                  <a:cubicBezTo>
                    <a:pt x="1251704" y="1463985"/>
                    <a:pt x="1200571" y="1484749"/>
                    <a:pt x="1148031" y="1481663"/>
                  </a:cubicBezTo>
                  <a:cubicBezTo>
                    <a:pt x="1095951" y="1484068"/>
                    <a:pt x="1045246" y="1464545"/>
                    <a:pt x="1008228" y="1427834"/>
                  </a:cubicBezTo>
                  <a:cubicBezTo>
                    <a:pt x="970978" y="1384291"/>
                    <a:pt x="952433" y="1327800"/>
                    <a:pt x="956628" y="1270652"/>
                  </a:cubicBezTo>
                  <a:cubicBezTo>
                    <a:pt x="952564" y="1215638"/>
                    <a:pt x="971052" y="1161339"/>
                    <a:pt x="1007843" y="1120237"/>
                  </a:cubicBezTo>
                  <a:cubicBezTo>
                    <a:pt x="1047093" y="1084082"/>
                    <a:pt x="1099379" y="1065479"/>
                    <a:pt x="1152644" y="1068715"/>
                  </a:cubicBezTo>
                  <a:close/>
                  <a:moveTo>
                    <a:pt x="1222162" y="447524"/>
                  </a:moveTo>
                  <a:cubicBezTo>
                    <a:pt x="1145489" y="447067"/>
                    <a:pt x="1069553" y="462516"/>
                    <a:pt x="999154" y="492894"/>
                  </a:cubicBezTo>
                  <a:cubicBezTo>
                    <a:pt x="933856" y="520813"/>
                    <a:pt x="875825" y="563324"/>
                    <a:pt x="829514" y="617163"/>
                  </a:cubicBezTo>
                  <a:cubicBezTo>
                    <a:pt x="780136" y="675792"/>
                    <a:pt x="743123" y="743801"/>
                    <a:pt x="720702" y="817101"/>
                  </a:cubicBezTo>
                  <a:cubicBezTo>
                    <a:pt x="694070" y="905099"/>
                    <a:pt x="681279" y="996703"/>
                    <a:pt x="682791" y="1088632"/>
                  </a:cubicBezTo>
                  <a:cubicBezTo>
                    <a:pt x="681463" y="1172677"/>
                    <a:pt x="692580" y="1256456"/>
                    <a:pt x="715781" y="1337246"/>
                  </a:cubicBezTo>
                  <a:cubicBezTo>
                    <a:pt x="734582" y="1403922"/>
                    <a:pt x="766823" y="1466048"/>
                    <a:pt x="810521" y="1519804"/>
                  </a:cubicBezTo>
                  <a:cubicBezTo>
                    <a:pt x="850197" y="1568657"/>
                    <a:pt x="900942" y="1607354"/>
                    <a:pt x="958551" y="1632692"/>
                  </a:cubicBezTo>
                  <a:cubicBezTo>
                    <a:pt x="1020000" y="1658977"/>
                    <a:pt x="1086279" y="1672076"/>
                    <a:pt x="1153107" y="1671141"/>
                  </a:cubicBezTo>
                  <a:cubicBezTo>
                    <a:pt x="1213446" y="1671783"/>
                    <a:pt x="1273393" y="1661357"/>
                    <a:pt x="1329975" y="1640382"/>
                  </a:cubicBezTo>
                  <a:cubicBezTo>
                    <a:pt x="1380403" y="1621308"/>
                    <a:pt x="1426160" y="1591652"/>
                    <a:pt x="1464164" y="1553410"/>
                  </a:cubicBezTo>
                  <a:cubicBezTo>
                    <a:pt x="1501758" y="1513892"/>
                    <a:pt x="1530583" y="1466881"/>
                    <a:pt x="1548753" y="1415452"/>
                  </a:cubicBezTo>
                  <a:cubicBezTo>
                    <a:pt x="1569475" y="1357808"/>
                    <a:pt x="1579685" y="1296913"/>
                    <a:pt x="1578897" y="1235663"/>
                  </a:cubicBezTo>
                  <a:cubicBezTo>
                    <a:pt x="1579563" y="1184198"/>
                    <a:pt x="1570941" y="1133035"/>
                    <a:pt x="1553443" y="1084633"/>
                  </a:cubicBezTo>
                  <a:cubicBezTo>
                    <a:pt x="1538047" y="1041846"/>
                    <a:pt x="1513661" y="1002853"/>
                    <a:pt x="1481927" y="970284"/>
                  </a:cubicBezTo>
                  <a:cubicBezTo>
                    <a:pt x="1449605" y="939344"/>
                    <a:pt x="1411364" y="915254"/>
                    <a:pt x="1369500" y="899460"/>
                  </a:cubicBezTo>
                  <a:cubicBezTo>
                    <a:pt x="1323024" y="882032"/>
                    <a:pt x="1273718" y="873376"/>
                    <a:pt x="1224085" y="873929"/>
                  </a:cubicBezTo>
                  <a:cubicBezTo>
                    <a:pt x="1195314" y="873921"/>
                    <a:pt x="1166605" y="876625"/>
                    <a:pt x="1138342" y="882004"/>
                  </a:cubicBezTo>
                  <a:cubicBezTo>
                    <a:pt x="1108689" y="887348"/>
                    <a:pt x="1079863" y="896552"/>
                    <a:pt x="1052599" y="909380"/>
                  </a:cubicBezTo>
                  <a:cubicBezTo>
                    <a:pt x="1025464" y="921301"/>
                    <a:pt x="1000146" y="936989"/>
                    <a:pt x="977391" y="955980"/>
                  </a:cubicBezTo>
                  <a:cubicBezTo>
                    <a:pt x="953874" y="975147"/>
                    <a:pt x="934244" y="998640"/>
                    <a:pt x="919563" y="1025189"/>
                  </a:cubicBezTo>
                  <a:cubicBezTo>
                    <a:pt x="917971" y="923058"/>
                    <a:pt x="950078" y="823249"/>
                    <a:pt x="1010919" y="741201"/>
                  </a:cubicBezTo>
                  <a:cubicBezTo>
                    <a:pt x="1069406" y="677166"/>
                    <a:pt x="1153656" y="642924"/>
                    <a:pt x="1240232" y="648000"/>
                  </a:cubicBezTo>
                  <a:cubicBezTo>
                    <a:pt x="1316214" y="646018"/>
                    <a:pt x="1390930" y="667734"/>
                    <a:pt x="1454012" y="710134"/>
                  </a:cubicBezTo>
                  <a:lnTo>
                    <a:pt x="1541063" y="538034"/>
                  </a:lnTo>
                  <a:cubicBezTo>
                    <a:pt x="1497938" y="506520"/>
                    <a:pt x="1449137" y="483621"/>
                    <a:pt x="1397338" y="470594"/>
                  </a:cubicBezTo>
                  <a:cubicBezTo>
                    <a:pt x="1340280" y="454906"/>
                    <a:pt x="1281336" y="447143"/>
                    <a:pt x="1222162" y="447524"/>
                  </a:cubicBezTo>
                  <a:close/>
                  <a:moveTo>
                    <a:pt x="1113901" y="15"/>
                  </a:moveTo>
                  <a:cubicBezTo>
                    <a:pt x="1329331" y="-1090"/>
                    <a:pt x="1547389" y="59913"/>
                    <a:pt x="1740001" y="188605"/>
                  </a:cubicBezTo>
                  <a:cubicBezTo>
                    <a:pt x="1923944" y="311479"/>
                    <a:pt x="2067306" y="486152"/>
                    <a:pt x="2151950" y="690525"/>
                  </a:cubicBezTo>
                  <a:cubicBezTo>
                    <a:pt x="2294930" y="1035653"/>
                    <a:pt x="2256167" y="1429380"/>
                    <a:pt x="2048627" y="1739999"/>
                  </a:cubicBezTo>
                  <a:cubicBezTo>
                    <a:pt x="1705446" y="2253629"/>
                    <a:pt x="1010863" y="2391805"/>
                    <a:pt x="497232" y="2048624"/>
                  </a:cubicBezTo>
                  <a:cubicBezTo>
                    <a:pt x="-16399" y="1705444"/>
                    <a:pt x="-154576" y="1010861"/>
                    <a:pt x="188605" y="497231"/>
                  </a:cubicBezTo>
                  <a:cubicBezTo>
                    <a:pt x="403094" y="176212"/>
                    <a:pt x="754848" y="1855"/>
                    <a:pt x="1113901" y="15"/>
                  </a:cubicBez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57" name="Group 56">
            <a:extLst>
              <a:ext uri="{FF2B5EF4-FFF2-40B4-BE49-F238E27FC236}">
                <a16:creationId xmlns:a16="http://schemas.microsoft.com/office/drawing/2014/main" id="{E85361B4-4B75-6C11-66A1-8B22EEC52618}"/>
              </a:ext>
              <a:ext uri="{C183D7F6-B498-43B3-948B-1728B52AA6E4}">
                <adec:decorative xmlns:adec="http://schemas.microsoft.com/office/drawing/2017/decorative" val="1"/>
              </a:ext>
            </a:extLst>
          </p:cNvPr>
          <p:cNvGrpSpPr>
            <a:grpSpLocks noChangeAspect="1"/>
          </p:cNvGrpSpPr>
          <p:nvPr/>
        </p:nvGrpSpPr>
        <p:grpSpPr>
          <a:xfrm>
            <a:off x="4974206" y="5755986"/>
            <a:ext cx="279943" cy="457200"/>
            <a:chOff x="4974206" y="5755986"/>
            <a:chExt cx="279943" cy="457200"/>
          </a:xfrm>
          <a:solidFill>
            <a:srgbClr val="FF0000"/>
          </a:solidFill>
        </p:grpSpPr>
        <p:sp>
          <p:nvSpPr>
            <p:cNvPr id="2717" name="Freeform: Shape 2716">
              <a:extLst>
                <a:ext uri="{FF2B5EF4-FFF2-40B4-BE49-F238E27FC236}">
                  <a16:creationId xmlns:a16="http://schemas.microsoft.com/office/drawing/2014/main" id="{6358CC24-F9BF-33D6-7F3A-8270247ADB70}"/>
                </a:ext>
                <a:ext uri="{C183D7F6-B498-43B3-948B-1728B52AA6E4}">
                  <adec:decorative xmlns:adec="http://schemas.microsoft.com/office/drawing/2017/decorative" val="1"/>
                </a:ext>
              </a:extLst>
            </p:cNvPr>
            <p:cNvSpPr/>
            <p:nvPr/>
          </p:nvSpPr>
          <p:spPr>
            <a:xfrm>
              <a:off x="4974206" y="5755986"/>
              <a:ext cx="279943" cy="457200"/>
            </a:xfrm>
            <a:custGeom>
              <a:avLst/>
              <a:gdLst>
                <a:gd name="connsiteX0" fmla="*/ 994384 w 4199139"/>
                <a:gd name="connsiteY0" fmla="*/ 2485630 h 6857999"/>
                <a:gd name="connsiteX1" fmla="*/ 994384 w 4199139"/>
                <a:gd name="connsiteY1" fmla="*/ 2486264 h 6857999"/>
                <a:gd name="connsiteX2" fmla="*/ 994101 w 4199139"/>
                <a:gd name="connsiteY2" fmla="*/ 2485943 h 6857999"/>
                <a:gd name="connsiteX3" fmla="*/ 3286093 w 4199139"/>
                <a:gd name="connsiteY3" fmla="*/ 2484995 h 6857999"/>
                <a:gd name="connsiteX4" fmla="*/ 3286657 w 4199139"/>
                <a:gd name="connsiteY4" fmla="*/ 2485619 h 6857999"/>
                <a:gd name="connsiteX5" fmla="*/ 3286093 w 4199139"/>
                <a:gd name="connsiteY5" fmla="*/ 2486261 h 6857999"/>
                <a:gd name="connsiteX6" fmla="*/ 1702937 w 4199139"/>
                <a:gd name="connsiteY6" fmla="*/ 1787221 h 6857999"/>
                <a:gd name="connsiteX7" fmla="*/ 1702937 w 4199139"/>
                <a:gd name="connsiteY7" fmla="*/ 1787853 h 6857999"/>
                <a:gd name="connsiteX8" fmla="*/ 1702665 w 4199139"/>
                <a:gd name="connsiteY8" fmla="*/ 1787504 h 6857999"/>
                <a:gd name="connsiteX9" fmla="*/ 2577539 w 4199139"/>
                <a:gd name="connsiteY9" fmla="*/ 1787220 h 6857999"/>
                <a:gd name="connsiteX10" fmla="*/ 2577811 w 4199139"/>
                <a:gd name="connsiteY10" fmla="*/ 1787502 h 6857999"/>
                <a:gd name="connsiteX11" fmla="*/ 2577539 w 4199139"/>
                <a:gd name="connsiteY11" fmla="*/ 1787851 h 6857999"/>
                <a:gd name="connsiteX12" fmla="*/ 1861307 w 4199139"/>
                <a:gd name="connsiteY12" fmla="*/ 1740223 h 6857999"/>
                <a:gd name="connsiteX13" fmla="*/ 2148056 w 4199139"/>
                <a:gd name="connsiteY13" fmla="*/ 1740223 h 6857999"/>
                <a:gd name="connsiteX14" fmla="*/ 384702 w 4199139"/>
                <a:gd name="connsiteY14" fmla="*/ 6588645 h 6857999"/>
                <a:gd name="connsiteX15" fmla="*/ 3917326 w 4199139"/>
                <a:gd name="connsiteY15" fmla="*/ 6588645 h 6857999"/>
                <a:gd name="connsiteX16" fmla="*/ 2153979 w 4199139"/>
                <a:gd name="connsiteY16" fmla="*/ 1740223 h 6857999"/>
                <a:gd name="connsiteX17" fmla="*/ 2440695 w 4199139"/>
                <a:gd name="connsiteY17" fmla="*/ 1740223 h 6857999"/>
                <a:gd name="connsiteX18" fmla="*/ 4184780 w 4199139"/>
                <a:gd name="connsiteY18" fmla="*/ 6536044 h 6857999"/>
                <a:gd name="connsiteX19" fmla="*/ 4155624 w 4199139"/>
                <a:gd name="connsiteY19" fmla="*/ 6755332 h 6857999"/>
                <a:gd name="connsiteX20" fmla="*/ 3959161 w 4199139"/>
                <a:gd name="connsiteY20" fmla="*/ 6857359 h 6857999"/>
                <a:gd name="connsiteX21" fmla="*/ 3959161 w 4199139"/>
                <a:gd name="connsiteY21" fmla="*/ 6857999 h 6857999"/>
                <a:gd name="connsiteX22" fmla="*/ 0 w 4199139"/>
                <a:gd name="connsiteY22" fmla="*/ 6857999 h 6857999"/>
                <a:gd name="connsiteX23" fmla="*/ 1532452 w 4199139"/>
                <a:gd name="connsiteY23" fmla="*/ 711086 h 6857999"/>
                <a:gd name="connsiteX24" fmla="*/ 1702937 w 4199139"/>
                <a:gd name="connsiteY24" fmla="*/ 888539 h 6857999"/>
                <a:gd name="connsiteX25" fmla="*/ 1627032 w 4199139"/>
                <a:gd name="connsiteY25" fmla="*/ 1690464 h 6857999"/>
                <a:gd name="connsiteX26" fmla="*/ 1702665 w 4199139"/>
                <a:gd name="connsiteY26" fmla="*/ 1787504 h 6857999"/>
                <a:gd name="connsiteX27" fmla="*/ 1532452 w 4199139"/>
                <a:gd name="connsiteY27" fmla="*/ 1964674 h 6857999"/>
                <a:gd name="connsiteX28" fmla="*/ 1532452 w 4199139"/>
                <a:gd name="connsiteY28" fmla="*/ 711086 h 6857999"/>
                <a:gd name="connsiteX29" fmla="*/ 2748024 w 4199139"/>
                <a:gd name="connsiteY29" fmla="*/ 711084 h 6857999"/>
                <a:gd name="connsiteX30" fmla="*/ 2748024 w 4199139"/>
                <a:gd name="connsiteY30" fmla="*/ 1964673 h 6857999"/>
                <a:gd name="connsiteX31" fmla="*/ 2577811 w 4199139"/>
                <a:gd name="connsiteY31" fmla="*/ 1787502 h 6857999"/>
                <a:gd name="connsiteX32" fmla="*/ 2653444 w 4199139"/>
                <a:gd name="connsiteY32" fmla="*/ 1690462 h 6857999"/>
                <a:gd name="connsiteX33" fmla="*/ 2577539 w 4199139"/>
                <a:gd name="connsiteY33" fmla="*/ 888537 h 6857999"/>
                <a:gd name="connsiteX34" fmla="*/ 3117513 w 4199139"/>
                <a:gd name="connsiteY34" fmla="*/ 376456 h 6857999"/>
                <a:gd name="connsiteX35" fmla="*/ 3494603 w 4199139"/>
                <a:gd name="connsiteY35" fmla="*/ 1358792 h 6857999"/>
                <a:gd name="connsiteX36" fmla="*/ 3117513 w 4199139"/>
                <a:gd name="connsiteY36" fmla="*/ 2341131 h 6857999"/>
                <a:gd name="connsiteX37" fmla="*/ 2952732 w 4199139"/>
                <a:gd name="connsiteY37" fmla="*/ 2152267 h 6857999"/>
                <a:gd name="connsiteX38" fmla="*/ 3258842 w 4199139"/>
                <a:gd name="connsiteY38" fmla="*/ 1346119 h 6857999"/>
                <a:gd name="connsiteX39" fmla="*/ 2952732 w 4199139"/>
                <a:gd name="connsiteY39" fmla="*/ 552643 h 6857999"/>
                <a:gd name="connsiteX40" fmla="*/ 1191484 w 4199139"/>
                <a:gd name="connsiteY40" fmla="*/ 376456 h 6857999"/>
                <a:gd name="connsiteX41" fmla="*/ 1368942 w 4199139"/>
                <a:gd name="connsiteY41" fmla="*/ 552643 h 6857999"/>
                <a:gd name="connsiteX42" fmla="*/ 1039379 w 4199139"/>
                <a:gd name="connsiteY42" fmla="*/ 1346119 h 6857999"/>
                <a:gd name="connsiteX43" fmla="*/ 1368942 w 4199139"/>
                <a:gd name="connsiteY43" fmla="*/ 2152267 h 6857999"/>
                <a:gd name="connsiteX44" fmla="*/ 1191484 w 4199139"/>
                <a:gd name="connsiteY44" fmla="*/ 2341131 h 6857999"/>
                <a:gd name="connsiteX45" fmla="*/ 785873 w 4199139"/>
                <a:gd name="connsiteY45" fmla="*/ 1358792 h 6857999"/>
                <a:gd name="connsiteX46" fmla="*/ 1191484 w 4199139"/>
                <a:gd name="connsiteY46" fmla="*/ 376456 h 6857999"/>
                <a:gd name="connsiteX47" fmla="*/ 811226 w 4199139"/>
                <a:gd name="connsiteY47" fmla="*/ 634 h 6857999"/>
                <a:gd name="connsiteX48" fmla="*/ 994384 w 4199139"/>
                <a:gd name="connsiteY48" fmla="*/ 164779 h 6857999"/>
                <a:gd name="connsiteX49" fmla="*/ 530465 w 4199139"/>
                <a:gd name="connsiteY49" fmla="*/ 1325206 h 6857999"/>
                <a:gd name="connsiteX50" fmla="*/ 890202 w 4199139"/>
                <a:gd name="connsiteY50" fmla="*/ 2367516 h 6857999"/>
                <a:gd name="connsiteX51" fmla="*/ 994101 w 4199139"/>
                <a:gd name="connsiteY51" fmla="*/ 2485943 h 6857999"/>
                <a:gd name="connsiteX52" fmla="*/ 823268 w 4199139"/>
                <a:gd name="connsiteY52" fmla="*/ 2675125 h 6857999"/>
                <a:gd name="connsiteX53" fmla="*/ 285830 w 4199139"/>
                <a:gd name="connsiteY53" fmla="*/ 1337879 h 6857999"/>
                <a:gd name="connsiteX54" fmla="*/ 811226 w 4199139"/>
                <a:gd name="connsiteY54" fmla="*/ 634 h 6857999"/>
                <a:gd name="connsiteX55" fmla="*/ 3469254 w 4199139"/>
                <a:gd name="connsiteY55" fmla="*/ 0 h 6857999"/>
                <a:gd name="connsiteX56" fmla="*/ 3994647 w 4199139"/>
                <a:gd name="connsiteY56" fmla="*/ 1337245 h 6857999"/>
                <a:gd name="connsiteX57" fmla="*/ 3457213 w 4199139"/>
                <a:gd name="connsiteY57" fmla="*/ 2674490 h 6857999"/>
                <a:gd name="connsiteX58" fmla="*/ 3286657 w 4199139"/>
                <a:gd name="connsiteY58" fmla="*/ 2485619 h 6857999"/>
                <a:gd name="connsiteX59" fmla="*/ 3390275 w 4199139"/>
                <a:gd name="connsiteY59" fmla="*/ 2367513 h 6857999"/>
                <a:gd name="connsiteX60" fmla="*/ 3750012 w 4199139"/>
                <a:gd name="connsiteY60" fmla="*/ 1325203 h 6857999"/>
                <a:gd name="connsiteX61" fmla="*/ 3286093 w 4199139"/>
                <a:gd name="connsiteY61" fmla="*/ 16414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199139" h="6857999">
                  <a:moveTo>
                    <a:pt x="994384" y="2485630"/>
                  </a:moveTo>
                  <a:lnTo>
                    <a:pt x="994384" y="2486264"/>
                  </a:lnTo>
                  <a:lnTo>
                    <a:pt x="994101" y="2485943"/>
                  </a:lnTo>
                  <a:close/>
                  <a:moveTo>
                    <a:pt x="3286093" y="2484995"/>
                  </a:moveTo>
                  <a:lnTo>
                    <a:pt x="3286657" y="2485619"/>
                  </a:lnTo>
                  <a:lnTo>
                    <a:pt x="3286093" y="2486261"/>
                  </a:lnTo>
                  <a:close/>
                  <a:moveTo>
                    <a:pt x="1702937" y="1787221"/>
                  </a:moveTo>
                  <a:lnTo>
                    <a:pt x="1702937" y="1787853"/>
                  </a:lnTo>
                  <a:lnTo>
                    <a:pt x="1702665" y="1787504"/>
                  </a:lnTo>
                  <a:close/>
                  <a:moveTo>
                    <a:pt x="2577539" y="1787220"/>
                  </a:moveTo>
                  <a:lnTo>
                    <a:pt x="2577811" y="1787502"/>
                  </a:lnTo>
                  <a:lnTo>
                    <a:pt x="2577539" y="1787851"/>
                  </a:lnTo>
                  <a:close/>
                  <a:moveTo>
                    <a:pt x="1861307" y="1740223"/>
                  </a:moveTo>
                  <a:lnTo>
                    <a:pt x="2148056" y="1740223"/>
                  </a:lnTo>
                  <a:lnTo>
                    <a:pt x="384702" y="6588645"/>
                  </a:lnTo>
                  <a:lnTo>
                    <a:pt x="3917326" y="6588645"/>
                  </a:lnTo>
                  <a:lnTo>
                    <a:pt x="2153979" y="1740223"/>
                  </a:lnTo>
                  <a:lnTo>
                    <a:pt x="2440695" y="1740223"/>
                  </a:lnTo>
                  <a:lnTo>
                    <a:pt x="4184780" y="6536044"/>
                  </a:lnTo>
                  <a:cubicBezTo>
                    <a:pt x="4211400" y="6609562"/>
                    <a:pt x="4200628" y="6691946"/>
                    <a:pt x="4155624" y="6755332"/>
                  </a:cubicBezTo>
                  <a:cubicBezTo>
                    <a:pt x="4110621" y="6819333"/>
                    <a:pt x="4037109" y="6857359"/>
                    <a:pt x="3959161" y="6857359"/>
                  </a:cubicBezTo>
                  <a:lnTo>
                    <a:pt x="3959161" y="6857999"/>
                  </a:lnTo>
                  <a:lnTo>
                    <a:pt x="0" y="6857999"/>
                  </a:lnTo>
                  <a:close/>
                  <a:moveTo>
                    <a:pt x="1532452" y="711086"/>
                  </a:moveTo>
                  <a:lnTo>
                    <a:pt x="1702937" y="888539"/>
                  </a:lnTo>
                  <a:cubicBezTo>
                    <a:pt x="1500525" y="1110359"/>
                    <a:pt x="1475224" y="1448146"/>
                    <a:pt x="1627032" y="1690464"/>
                  </a:cubicBezTo>
                  <a:lnTo>
                    <a:pt x="1702665" y="1787504"/>
                  </a:lnTo>
                  <a:lnTo>
                    <a:pt x="1532452" y="1964674"/>
                  </a:lnTo>
                  <a:cubicBezTo>
                    <a:pt x="1204160" y="1623076"/>
                    <a:pt x="1204160" y="1053319"/>
                    <a:pt x="1532452" y="711086"/>
                  </a:cubicBezTo>
                  <a:close/>
                  <a:moveTo>
                    <a:pt x="2748024" y="711084"/>
                  </a:moveTo>
                  <a:cubicBezTo>
                    <a:pt x="3076316" y="1053317"/>
                    <a:pt x="3076316" y="1623074"/>
                    <a:pt x="2748024" y="1964673"/>
                  </a:cubicBezTo>
                  <a:lnTo>
                    <a:pt x="2577811" y="1787502"/>
                  </a:lnTo>
                  <a:lnTo>
                    <a:pt x="2653444" y="1690462"/>
                  </a:lnTo>
                  <a:cubicBezTo>
                    <a:pt x="2805252" y="1448145"/>
                    <a:pt x="2779951" y="1110357"/>
                    <a:pt x="2577539" y="888537"/>
                  </a:cubicBezTo>
                  <a:close/>
                  <a:moveTo>
                    <a:pt x="3117513" y="376456"/>
                  </a:moveTo>
                  <a:cubicBezTo>
                    <a:pt x="3364681" y="640737"/>
                    <a:pt x="3494603" y="981069"/>
                    <a:pt x="3494603" y="1358792"/>
                  </a:cubicBezTo>
                  <a:cubicBezTo>
                    <a:pt x="3494603" y="1736519"/>
                    <a:pt x="3365316" y="2076216"/>
                    <a:pt x="3117513" y="2341131"/>
                  </a:cubicBezTo>
                  <a:lnTo>
                    <a:pt x="2952732" y="2152267"/>
                  </a:lnTo>
                  <a:cubicBezTo>
                    <a:pt x="3153003" y="1938055"/>
                    <a:pt x="3258842" y="1661102"/>
                    <a:pt x="3258842" y="1346119"/>
                  </a:cubicBezTo>
                  <a:cubicBezTo>
                    <a:pt x="3258842" y="1031136"/>
                    <a:pt x="3153003" y="766856"/>
                    <a:pt x="2952732" y="552643"/>
                  </a:cubicBezTo>
                  <a:close/>
                  <a:moveTo>
                    <a:pt x="1191484" y="376456"/>
                  </a:moveTo>
                  <a:lnTo>
                    <a:pt x="1368942" y="552643"/>
                  </a:lnTo>
                  <a:cubicBezTo>
                    <a:pt x="1153458" y="766856"/>
                    <a:pt x="1039379" y="1031136"/>
                    <a:pt x="1039379" y="1346119"/>
                  </a:cubicBezTo>
                  <a:cubicBezTo>
                    <a:pt x="1039379" y="1661101"/>
                    <a:pt x="1153458" y="1938055"/>
                    <a:pt x="1368942" y="2152267"/>
                  </a:cubicBezTo>
                  <a:lnTo>
                    <a:pt x="1191484" y="2341131"/>
                  </a:lnTo>
                  <a:cubicBezTo>
                    <a:pt x="925301" y="2076215"/>
                    <a:pt x="785873" y="1736518"/>
                    <a:pt x="785873" y="1358792"/>
                  </a:cubicBezTo>
                  <a:cubicBezTo>
                    <a:pt x="785873" y="981068"/>
                    <a:pt x="925301" y="640736"/>
                    <a:pt x="1191484" y="376456"/>
                  </a:cubicBezTo>
                  <a:close/>
                  <a:moveTo>
                    <a:pt x="811226" y="634"/>
                  </a:moveTo>
                  <a:lnTo>
                    <a:pt x="994384" y="164779"/>
                  </a:lnTo>
                  <a:cubicBezTo>
                    <a:pt x="688908" y="479762"/>
                    <a:pt x="530465" y="883469"/>
                    <a:pt x="530465" y="1325206"/>
                  </a:cubicBezTo>
                  <a:cubicBezTo>
                    <a:pt x="530465" y="1711723"/>
                    <a:pt x="660993" y="2078831"/>
                    <a:pt x="890202" y="2367516"/>
                  </a:cubicBezTo>
                  <a:lnTo>
                    <a:pt x="994101" y="2485943"/>
                  </a:lnTo>
                  <a:lnTo>
                    <a:pt x="823268" y="2675125"/>
                  </a:lnTo>
                  <a:cubicBezTo>
                    <a:pt x="481032" y="2322119"/>
                    <a:pt x="285830" y="1855033"/>
                    <a:pt x="285830" y="1337879"/>
                  </a:cubicBezTo>
                  <a:cubicBezTo>
                    <a:pt x="285830" y="820726"/>
                    <a:pt x="468991" y="353643"/>
                    <a:pt x="811226" y="634"/>
                  </a:cubicBezTo>
                  <a:close/>
                  <a:moveTo>
                    <a:pt x="3469254" y="0"/>
                  </a:moveTo>
                  <a:cubicBezTo>
                    <a:pt x="3811490" y="353008"/>
                    <a:pt x="3994647" y="820091"/>
                    <a:pt x="3994647" y="1337245"/>
                  </a:cubicBezTo>
                  <a:cubicBezTo>
                    <a:pt x="3994647" y="1854398"/>
                    <a:pt x="3799448" y="2321485"/>
                    <a:pt x="3457213" y="2674490"/>
                  </a:cubicBezTo>
                  <a:lnTo>
                    <a:pt x="3286657" y="2485619"/>
                  </a:lnTo>
                  <a:lnTo>
                    <a:pt x="3390275" y="2367513"/>
                  </a:lnTo>
                  <a:cubicBezTo>
                    <a:pt x="3619485" y="2078831"/>
                    <a:pt x="3750012" y="1711723"/>
                    <a:pt x="3750012" y="1325203"/>
                  </a:cubicBezTo>
                  <a:cubicBezTo>
                    <a:pt x="3750012" y="883470"/>
                    <a:pt x="3590937" y="479759"/>
                    <a:pt x="3286093" y="164145"/>
                  </a:cubicBezTo>
                  <a:close/>
                </a:path>
              </a:pathLst>
            </a:custGeom>
            <a:solidFill>
              <a:schemeClr val="accent2"/>
            </a:solidFill>
            <a:ln w="18906"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25252"/>
                </a:solidFill>
                <a:effectLst/>
                <a:uLnTx/>
                <a:uFillTx/>
                <a:latin typeface="IntelOne Text Light"/>
              </a:endParaRPr>
            </a:p>
          </p:txBody>
        </p:sp>
        <p:sp>
          <p:nvSpPr>
            <p:cNvPr id="2718" name="Freeform: Shape 2717">
              <a:extLst>
                <a:ext uri="{FF2B5EF4-FFF2-40B4-BE49-F238E27FC236}">
                  <a16:creationId xmlns:a16="http://schemas.microsoft.com/office/drawing/2014/main" id="{05A1AC71-1D08-361D-CBEE-6A47EDB95ADC}"/>
                </a:ext>
                <a:ext uri="{C183D7F6-B498-43B3-948B-1728B52AA6E4}">
                  <adec:decorative xmlns:adec="http://schemas.microsoft.com/office/drawing/2017/decorative" val="1"/>
                </a:ext>
              </a:extLst>
            </p:cNvPr>
            <p:cNvSpPr/>
            <p:nvPr/>
          </p:nvSpPr>
          <p:spPr>
            <a:xfrm>
              <a:off x="5013753" y="5828489"/>
              <a:ext cx="207539" cy="357656"/>
            </a:xfrm>
            <a:custGeom>
              <a:avLst/>
              <a:gdLst>
                <a:gd name="connsiteX0" fmla="*/ 1557171 w 3113076"/>
                <a:gd name="connsiteY0" fmla="*/ 3228405 h 5364836"/>
                <a:gd name="connsiteX1" fmla="*/ 737710 w 3113076"/>
                <a:gd name="connsiteY1" fmla="*/ 3696128 h 5364836"/>
                <a:gd name="connsiteX2" fmla="*/ 1555905 w 3113076"/>
                <a:gd name="connsiteY2" fmla="*/ 4163847 h 5364836"/>
                <a:gd name="connsiteX3" fmla="*/ 1555905 w 3113076"/>
                <a:gd name="connsiteY3" fmla="*/ 4164482 h 5364836"/>
                <a:gd name="connsiteX4" fmla="*/ 2373469 w 3113076"/>
                <a:gd name="connsiteY4" fmla="*/ 3696128 h 5364836"/>
                <a:gd name="connsiteX5" fmla="*/ 1558441 w 3113076"/>
                <a:gd name="connsiteY5" fmla="*/ 2445067 h 5364836"/>
                <a:gd name="connsiteX6" fmla="*/ 1142686 w 3113076"/>
                <a:gd name="connsiteY6" fmla="*/ 2680197 h 5364836"/>
                <a:gd name="connsiteX7" fmla="*/ 1142054 w 3113076"/>
                <a:gd name="connsiteY7" fmla="*/ 2680197 h 5364836"/>
                <a:gd name="connsiteX8" fmla="*/ 1557171 w 3113076"/>
                <a:gd name="connsiteY8" fmla="*/ 2917859 h 5364836"/>
                <a:gd name="connsiteX9" fmla="*/ 1974193 w 3113076"/>
                <a:gd name="connsiteY9" fmla="*/ 2680197 h 5364836"/>
                <a:gd name="connsiteX10" fmla="*/ 1239654 w 3113076"/>
                <a:gd name="connsiteY10" fmla="*/ 1955166 h 5364836"/>
                <a:gd name="connsiteX11" fmla="*/ 1557806 w 3113076"/>
                <a:gd name="connsiteY11" fmla="*/ 2135156 h 5364836"/>
                <a:gd name="connsiteX12" fmla="*/ 1874057 w 3113076"/>
                <a:gd name="connsiteY12" fmla="*/ 1956432 h 5364836"/>
                <a:gd name="connsiteX13" fmla="*/ 1967223 w 3113076"/>
                <a:gd name="connsiteY13" fmla="*/ 2213109 h 5364836"/>
                <a:gd name="connsiteX14" fmla="*/ 1831594 w 3113076"/>
                <a:gd name="connsiteY14" fmla="*/ 2289796 h 5364836"/>
                <a:gd name="connsiteX15" fmla="*/ 2037569 w 3113076"/>
                <a:gd name="connsiteY15" fmla="*/ 2406410 h 5364836"/>
                <a:gd name="connsiteX16" fmla="*/ 2202350 w 3113076"/>
                <a:gd name="connsiteY16" fmla="*/ 2859552 h 5364836"/>
                <a:gd name="connsiteX17" fmla="*/ 1828426 w 3113076"/>
                <a:gd name="connsiteY17" fmla="*/ 3073134 h 5364836"/>
                <a:gd name="connsiteX18" fmla="*/ 2399453 w 3113076"/>
                <a:gd name="connsiteY18" fmla="*/ 3400156 h 5364836"/>
                <a:gd name="connsiteX19" fmla="*/ 2577543 w 3113076"/>
                <a:gd name="connsiteY19" fmla="*/ 3889425 h 5364836"/>
                <a:gd name="connsiteX20" fmla="*/ 1827157 w 3113076"/>
                <a:gd name="connsiteY20" fmla="*/ 4319122 h 5364836"/>
                <a:gd name="connsiteX21" fmla="*/ 1825890 w 3113076"/>
                <a:gd name="connsiteY21" fmla="*/ 4318487 h 5364836"/>
                <a:gd name="connsiteX22" fmla="*/ 2970481 w 3113076"/>
                <a:gd name="connsiteY22" fmla="*/ 4973169 h 5364836"/>
                <a:gd name="connsiteX23" fmla="*/ 3113076 w 3113076"/>
                <a:gd name="connsiteY23" fmla="*/ 5364836 h 5364836"/>
                <a:gd name="connsiteX24" fmla="*/ 1555270 w 3113076"/>
                <a:gd name="connsiteY24" fmla="*/ 4473759 h 5364836"/>
                <a:gd name="connsiteX25" fmla="*/ 0 w 3113076"/>
                <a:gd name="connsiteY25" fmla="*/ 5364205 h 5364836"/>
                <a:gd name="connsiteX26" fmla="*/ 142599 w 3113076"/>
                <a:gd name="connsiteY26" fmla="*/ 4972534 h 5364836"/>
                <a:gd name="connsiteX27" fmla="*/ 1284019 w 3113076"/>
                <a:gd name="connsiteY27" fmla="*/ 4319122 h 5364836"/>
                <a:gd name="connsiteX28" fmla="*/ 536169 w 3113076"/>
                <a:gd name="connsiteY28" fmla="*/ 3891327 h 5364836"/>
                <a:gd name="connsiteX29" fmla="*/ 715527 w 3113076"/>
                <a:gd name="connsiteY29" fmla="*/ 3397623 h 5364836"/>
                <a:gd name="connsiteX30" fmla="*/ 1285285 w 3113076"/>
                <a:gd name="connsiteY30" fmla="*/ 3072499 h 5364836"/>
                <a:gd name="connsiteX31" fmla="*/ 911362 w 3113076"/>
                <a:gd name="connsiteY31" fmla="*/ 2858285 h 5364836"/>
                <a:gd name="connsiteX32" fmla="*/ 1075508 w 3113076"/>
                <a:gd name="connsiteY32" fmla="*/ 2407676 h 5364836"/>
                <a:gd name="connsiteX33" fmla="*/ 1284019 w 3113076"/>
                <a:gd name="connsiteY33" fmla="*/ 2289796 h 5364836"/>
                <a:gd name="connsiteX34" fmla="*/ 1146488 w 3113076"/>
                <a:gd name="connsiteY34" fmla="*/ 2211843 h 5364836"/>
                <a:gd name="connsiteX35" fmla="*/ 1296695 w 3113076"/>
                <a:gd name="connsiteY35" fmla="*/ 0 h 5364836"/>
                <a:gd name="connsiteX36" fmla="*/ 1796738 w 3113076"/>
                <a:gd name="connsiteY36" fmla="*/ 0 h 5364836"/>
                <a:gd name="connsiteX37" fmla="*/ 1796738 w 3113076"/>
                <a:gd name="connsiteY37" fmla="*/ 501306 h 5364836"/>
                <a:gd name="connsiteX38" fmla="*/ 1296695 w 3113076"/>
                <a:gd name="connsiteY38" fmla="*/ 501306 h 536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13076" h="5364836">
                  <a:moveTo>
                    <a:pt x="1557171" y="3228405"/>
                  </a:moveTo>
                  <a:lnTo>
                    <a:pt x="737710" y="3696128"/>
                  </a:lnTo>
                  <a:lnTo>
                    <a:pt x="1555905" y="4163847"/>
                  </a:lnTo>
                  <a:lnTo>
                    <a:pt x="1555905" y="4164482"/>
                  </a:lnTo>
                  <a:lnTo>
                    <a:pt x="2373469" y="3696128"/>
                  </a:lnTo>
                  <a:close/>
                  <a:moveTo>
                    <a:pt x="1558441" y="2445067"/>
                  </a:moveTo>
                  <a:lnTo>
                    <a:pt x="1142686" y="2680197"/>
                  </a:lnTo>
                  <a:lnTo>
                    <a:pt x="1142054" y="2680197"/>
                  </a:lnTo>
                  <a:lnTo>
                    <a:pt x="1557171" y="2917859"/>
                  </a:lnTo>
                  <a:lnTo>
                    <a:pt x="1974193" y="2680197"/>
                  </a:lnTo>
                  <a:close/>
                  <a:moveTo>
                    <a:pt x="1239654" y="1955166"/>
                  </a:moveTo>
                  <a:lnTo>
                    <a:pt x="1557806" y="2135156"/>
                  </a:lnTo>
                  <a:lnTo>
                    <a:pt x="1874057" y="1956432"/>
                  </a:lnTo>
                  <a:lnTo>
                    <a:pt x="1967223" y="2213109"/>
                  </a:lnTo>
                  <a:lnTo>
                    <a:pt x="1831594" y="2289796"/>
                  </a:lnTo>
                  <a:lnTo>
                    <a:pt x="2037569" y="2406410"/>
                  </a:lnTo>
                  <a:lnTo>
                    <a:pt x="2202350" y="2859552"/>
                  </a:lnTo>
                  <a:lnTo>
                    <a:pt x="1828426" y="3073134"/>
                  </a:lnTo>
                  <a:lnTo>
                    <a:pt x="2399453" y="3400156"/>
                  </a:lnTo>
                  <a:lnTo>
                    <a:pt x="2577543" y="3889425"/>
                  </a:lnTo>
                  <a:lnTo>
                    <a:pt x="1827157" y="4319122"/>
                  </a:lnTo>
                  <a:lnTo>
                    <a:pt x="1825890" y="4318487"/>
                  </a:lnTo>
                  <a:lnTo>
                    <a:pt x="2970481" y="4973169"/>
                  </a:lnTo>
                  <a:lnTo>
                    <a:pt x="3113076" y="5364836"/>
                  </a:lnTo>
                  <a:lnTo>
                    <a:pt x="1555270" y="4473759"/>
                  </a:lnTo>
                  <a:lnTo>
                    <a:pt x="0" y="5364205"/>
                  </a:lnTo>
                  <a:lnTo>
                    <a:pt x="142599" y="4972534"/>
                  </a:lnTo>
                  <a:lnTo>
                    <a:pt x="1284019" y="4319122"/>
                  </a:lnTo>
                  <a:lnTo>
                    <a:pt x="536169" y="3891327"/>
                  </a:lnTo>
                  <a:lnTo>
                    <a:pt x="715527" y="3397623"/>
                  </a:lnTo>
                  <a:lnTo>
                    <a:pt x="1285285" y="3072499"/>
                  </a:lnTo>
                  <a:lnTo>
                    <a:pt x="911362" y="2858285"/>
                  </a:lnTo>
                  <a:lnTo>
                    <a:pt x="1075508" y="2407676"/>
                  </a:lnTo>
                  <a:lnTo>
                    <a:pt x="1284019" y="2289796"/>
                  </a:lnTo>
                  <a:lnTo>
                    <a:pt x="1146488" y="2211843"/>
                  </a:lnTo>
                  <a:close/>
                  <a:moveTo>
                    <a:pt x="1296695" y="0"/>
                  </a:moveTo>
                  <a:lnTo>
                    <a:pt x="1796738" y="0"/>
                  </a:lnTo>
                  <a:lnTo>
                    <a:pt x="1796738" y="501306"/>
                  </a:lnTo>
                  <a:lnTo>
                    <a:pt x="1296695" y="501306"/>
                  </a:lnTo>
                  <a:close/>
                </a:path>
              </a:pathLst>
            </a:custGeom>
            <a:solidFill>
              <a:schemeClr val="accent1"/>
            </a:solidFill>
            <a:ln w="18906"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25252"/>
                </a:solidFill>
                <a:effectLst/>
                <a:uLnTx/>
                <a:uFillTx/>
                <a:latin typeface="IntelOne Text Light"/>
              </a:endParaRPr>
            </a:p>
          </p:txBody>
        </p:sp>
      </p:grpSp>
      <p:grpSp>
        <p:nvGrpSpPr>
          <p:cNvPr id="56" name="Group 55">
            <a:extLst>
              <a:ext uri="{FF2B5EF4-FFF2-40B4-BE49-F238E27FC236}">
                <a16:creationId xmlns:a16="http://schemas.microsoft.com/office/drawing/2014/main" id="{5693B868-5CD0-AC6E-232D-0D39B03AC92F}"/>
              </a:ext>
              <a:ext uri="{C183D7F6-B498-43B3-948B-1728B52AA6E4}">
                <adec:decorative xmlns:adec="http://schemas.microsoft.com/office/drawing/2017/decorative" val="1"/>
              </a:ext>
            </a:extLst>
          </p:cNvPr>
          <p:cNvGrpSpPr>
            <a:grpSpLocks noChangeAspect="1"/>
          </p:cNvGrpSpPr>
          <p:nvPr/>
        </p:nvGrpSpPr>
        <p:grpSpPr>
          <a:xfrm>
            <a:off x="5450555" y="5755987"/>
            <a:ext cx="396109" cy="457200"/>
            <a:chOff x="5450555" y="5755987"/>
            <a:chExt cx="396109" cy="457200"/>
          </a:xfrm>
          <a:solidFill>
            <a:srgbClr val="FF0000"/>
          </a:solidFill>
        </p:grpSpPr>
        <p:sp>
          <p:nvSpPr>
            <p:cNvPr id="2735" name="Freeform: Shape 2734">
              <a:extLst>
                <a:ext uri="{FF2B5EF4-FFF2-40B4-BE49-F238E27FC236}">
                  <a16:creationId xmlns:a16="http://schemas.microsoft.com/office/drawing/2014/main" id="{B6089311-F2FC-AD1B-11A8-C9EF6849857D}"/>
                </a:ext>
                <a:ext uri="{C183D7F6-B498-43B3-948B-1728B52AA6E4}">
                  <adec:decorative xmlns:adec="http://schemas.microsoft.com/office/drawing/2017/decorative" val="1"/>
                </a:ext>
              </a:extLst>
            </p:cNvPr>
            <p:cNvSpPr/>
            <p:nvPr/>
          </p:nvSpPr>
          <p:spPr>
            <a:xfrm rot="16200000">
              <a:off x="5420010" y="5786532"/>
              <a:ext cx="457200" cy="396109"/>
            </a:xfrm>
            <a:custGeom>
              <a:avLst/>
              <a:gdLst>
                <a:gd name="connsiteX0" fmla="*/ 1789908 w 6856011"/>
                <a:gd name="connsiteY0" fmla="*/ 2087439 h 5939912"/>
                <a:gd name="connsiteX1" fmla="*/ 700249 w 6856011"/>
                <a:gd name="connsiteY1" fmla="*/ 1607287 h 5939912"/>
                <a:gd name="connsiteX2" fmla="*/ 1309408 w 6856011"/>
                <a:gd name="connsiteY2" fmla="*/ 3880688 h 5939912"/>
                <a:gd name="connsiteX3" fmla="*/ 2522471 w 6856011"/>
                <a:gd name="connsiteY3" fmla="*/ 3529478 h 5939912"/>
                <a:gd name="connsiteX4" fmla="*/ 2182420 w 6856011"/>
                <a:gd name="connsiteY4" fmla="*/ 2260396 h 5939912"/>
                <a:gd name="connsiteX5" fmla="*/ 2103830 w 6856011"/>
                <a:gd name="connsiteY5" fmla="*/ 2225766 h 5939912"/>
                <a:gd name="connsiteX6" fmla="*/ 1651687 w 6856011"/>
                <a:gd name="connsiteY6" fmla="*/ 3913184 h 5939912"/>
                <a:gd name="connsiteX7" fmla="*/ 3792475 w 6856011"/>
                <a:gd name="connsiteY7" fmla="*/ 2969860 h 5939912"/>
                <a:gd name="connsiteX8" fmla="*/ 2580398 w 6856011"/>
                <a:gd name="connsiteY8" fmla="*/ 2435763 h 5939912"/>
                <a:gd name="connsiteX9" fmla="*/ 2836392 w 6856011"/>
                <a:gd name="connsiteY9" fmla="*/ 3391150 h 5939912"/>
                <a:gd name="connsiteX10" fmla="*/ 4305905 w 6856011"/>
                <a:gd name="connsiteY10" fmla="*/ 3112263 h 5939912"/>
                <a:gd name="connsiteX11" fmla="*/ 139069 w 6856011"/>
                <a:gd name="connsiteY11" fmla="*/ 4948351 h 5939912"/>
                <a:gd name="connsiteX12" fmla="*/ 3040 w 6856011"/>
                <a:gd name="connsiteY12" fmla="*/ 4639648 h 5939912"/>
                <a:gd name="connsiteX13" fmla="*/ 1039417 w 6856011"/>
                <a:gd name="connsiteY13" fmla="*/ 4182975 h 5939912"/>
                <a:gd name="connsiteX14" fmla="*/ 302275 w 6856011"/>
                <a:gd name="connsiteY14" fmla="*/ 1431921 h 5939912"/>
                <a:gd name="connsiteX15" fmla="*/ 0 w 6856011"/>
                <a:gd name="connsiteY15" fmla="*/ 1298724 h 5939912"/>
                <a:gd name="connsiteX16" fmla="*/ 136025 w 6856011"/>
                <a:gd name="connsiteY16" fmla="*/ 990020 h 5939912"/>
                <a:gd name="connsiteX17" fmla="*/ 4284718 w 6856011"/>
                <a:gd name="connsiteY17" fmla="*/ 2818120 h 5939912"/>
                <a:gd name="connsiteX18" fmla="*/ 4300139 w 6856011"/>
                <a:gd name="connsiteY18" fmla="*/ 2818122 h 5939912"/>
                <a:gd name="connsiteX19" fmla="*/ 4300141 w 6856011"/>
                <a:gd name="connsiteY19" fmla="*/ 3099182 h 5939912"/>
                <a:gd name="connsiteX20" fmla="*/ 5513261 w 6856011"/>
                <a:gd name="connsiteY20" fmla="*/ 3756854 h 5939912"/>
                <a:gd name="connsiteX21" fmla="*/ 4709822 w 6856011"/>
                <a:gd name="connsiteY21" fmla="*/ 4051091 h 5939912"/>
                <a:gd name="connsiteX22" fmla="*/ 3864835 w 6856011"/>
                <a:gd name="connsiteY22" fmla="*/ 3719966 h 5939912"/>
                <a:gd name="connsiteX23" fmla="*/ 4095056 w 6856011"/>
                <a:gd name="connsiteY23" fmla="*/ 3471091 h 5939912"/>
                <a:gd name="connsiteX24" fmla="*/ 4709822 w 6856011"/>
                <a:gd name="connsiteY24" fmla="*/ 3711910 h 5939912"/>
                <a:gd name="connsiteX25" fmla="*/ 5294489 w 6856011"/>
                <a:gd name="connsiteY25" fmla="*/ 3497803 h 5939912"/>
                <a:gd name="connsiteX26" fmla="*/ 5517939 w 6856011"/>
                <a:gd name="connsiteY26" fmla="*/ 2219946 h 5939912"/>
                <a:gd name="connsiteX27" fmla="*/ 5287717 w 6856011"/>
                <a:gd name="connsiteY27" fmla="*/ 2468821 h 5939912"/>
                <a:gd name="connsiteX28" fmla="*/ 4672952 w 6856011"/>
                <a:gd name="connsiteY28" fmla="*/ 2228002 h 5939912"/>
                <a:gd name="connsiteX29" fmla="*/ 4088285 w 6856011"/>
                <a:gd name="connsiteY29" fmla="*/ 2442109 h 5939912"/>
                <a:gd name="connsiteX30" fmla="*/ 3869513 w 6856011"/>
                <a:gd name="connsiteY30" fmla="*/ 2183058 h 5939912"/>
                <a:gd name="connsiteX31" fmla="*/ 4672952 w 6856011"/>
                <a:gd name="connsiteY31" fmla="*/ 1888822 h 5939912"/>
                <a:gd name="connsiteX32" fmla="*/ 5517939 w 6856011"/>
                <a:gd name="connsiteY32" fmla="*/ 2219946 h 5939912"/>
                <a:gd name="connsiteX33" fmla="*/ 6187819 w 6856011"/>
                <a:gd name="connsiteY33" fmla="*/ 1553452 h 5939912"/>
                <a:gd name="connsiteX34" fmla="*/ 5953360 w 6856011"/>
                <a:gd name="connsiteY34" fmla="*/ 1798513 h 5939912"/>
                <a:gd name="connsiteX35" fmla="*/ 4672519 w 6856011"/>
                <a:gd name="connsiteY35" fmla="*/ 1283381 h 5939912"/>
                <a:gd name="connsiteX36" fmla="*/ 3423481 w 6856011"/>
                <a:gd name="connsiteY36" fmla="*/ 1767986 h 5939912"/>
                <a:gd name="connsiteX37" fmla="*/ 3194533 w 6856011"/>
                <a:gd name="connsiteY37" fmla="*/ 1517838 h 5939912"/>
                <a:gd name="connsiteX38" fmla="*/ 4672519 w 6856011"/>
                <a:gd name="connsiteY38" fmla="*/ 944200 h 5939912"/>
                <a:gd name="connsiteX39" fmla="*/ 6187819 w 6856011"/>
                <a:gd name="connsiteY39" fmla="*/ 1553452 h 5939912"/>
                <a:gd name="connsiteX40" fmla="*/ 6188241 w 6856011"/>
                <a:gd name="connsiteY40" fmla="*/ 4422074 h 5939912"/>
                <a:gd name="connsiteX41" fmla="*/ 4710255 w 6856011"/>
                <a:gd name="connsiteY41" fmla="*/ 4995712 h 5939912"/>
                <a:gd name="connsiteX42" fmla="*/ 3194955 w 6856011"/>
                <a:gd name="connsiteY42" fmla="*/ 4386460 h 5939912"/>
                <a:gd name="connsiteX43" fmla="*/ 3429414 w 6856011"/>
                <a:gd name="connsiteY43" fmla="*/ 4141399 h 5939912"/>
                <a:gd name="connsiteX44" fmla="*/ 4710255 w 6856011"/>
                <a:gd name="connsiteY44" fmla="*/ 4656532 h 5939912"/>
                <a:gd name="connsiteX45" fmla="*/ 5959292 w 6856011"/>
                <a:gd name="connsiteY45" fmla="*/ 4171926 h 5939912"/>
                <a:gd name="connsiteX46" fmla="*/ 6856007 w 6856011"/>
                <a:gd name="connsiteY46" fmla="*/ 5087291 h 5939912"/>
                <a:gd name="connsiteX47" fmla="*/ 4709826 w 6856011"/>
                <a:gd name="connsiteY47" fmla="*/ 5939912 h 5939912"/>
                <a:gd name="connsiteX48" fmla="*/ 2526761 w 6856011"/>
                <a:gd name="connsiteY48" fmla="*/ 5052100 h 5939912"/>
                <a:gd name="connsiteX49" fmla="*/ 2763344 w 6856011"/>
                <a:gd name="connsiteY49" fmla="*/ 4808739 h 5939912"/>
                <a:gd name="connsiteX50" fmla="*/ 4709826 w 6856011"/>
                <a:gd name="connsiteY50" fmla="*/ 5600730 h 5939912"/>
                <a:gd name="connsiteX51" fmla="*/ 6623667 w 6856011"/>
                <a:gd name="connsiteY51" fmla="*/ 4840111 h 5939912"/>
                <a:gd name="connsiteX52" fmla="*/ 6856011 w 6856011"/>
                <a:gd name="connsiteY52" fmla="*/ 887812 h 5939912"/>
                <a:gd name="connsiteX53" fmla="*/ 6619429 w 6856011"/>
                <a:gd name="connsiteY53" fmla="*/ 1131173 h 5939912"/>
                <a:gd name="connsiteX54" fmla="*/ 4672947 w 6856011"/>
                <a:gd name="connsiteY54" fmla="*/ 339182 h 5939912"/>
                <a:gd name="connsiteX55" fmla="*/ 2759106 w 6856011"/>
                <a:gd name="connsiteY55" fmla="*/ 1099801 h 5939912"/>
                <a:gd name="connsiteX56" fmla="*/ 2526766 w 6856011"/>
                <a:gd name="connsiteY56" fmla="*/ 852621 h 5939912"/>
                <a:gd name="connsiteX57" fmla="*/ 4672947 w 6856011"/>
                <a:gd name="connsiteY57" fmla="*/ 0 h 5939912"/>
                <a:gd name="connsiteX58" fmla="*/ 6856011 w 6856011"/>
                <a:gd name="connsiteY58" fmla="*/ 887812 h 5939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56011" h="5939912">
                  <a:moveTo>
                    <a:pt x="1789908" y="2087439"/>
                  </a:moveTo>
                  <a:lnTo>
                    <a:pt x="700249" y="1607287"/>
                  </a:lnTo>
                  <a:lnTo>
                    <a:pt x="1309408" y="3880688"/>
                  </a:lnTo>
                  <a:close/>
                  <a:moveTo>
                    <a:pt x="2522471" y="3529478"/>
                  </a:moveTo>
                  <a:lnTo>
                    <a:pt x="2182420" y="2260396"/>
                  </a:lnTo>
                  <a:lnTo>
                    <a:pt x="2103830" y="2225766"/>
                  </a:lnTo>
                  <a:lnTo>
                    <a:pt x="1651687" y="3913184"/>
                  </a:lnTo>
                  <a:close/>
                  <a:moveTo>
                    <a:pt x="3792475" y="2969860"/>
                  </a:moveTo>
                  <a:lnTo>
                    <a:pt x="2580398" y="2435763"/>
                  </a:lnTo>
                  <a:lnTo>
                    <a:pt x="2836392" y="3391150"/>
                  </a:lnTo>
                  <a:close/>
                  <a:moveTo>
                    <a:pt x="4305905" y="3112263"/>
                  </a:moveTo>
                  <a:lnTo>
                    <a:pt x="139069" y="4948351"/>
                  </a:lnTo>
                  <a:lnTo>
                    <a:pt x="3040" y="4639648"/>
                  </a:lnTo>
                  <a:lnTo>
                    <a:pt x="1039417" y="4182975"/>
                  </a:lnTo>
                  <a:lnTo>
                    <a:pt x="302275" y="1431921"/>
                  </a:lnTo>
                  <a:lnTo>
                    <a:pt x="0" y="1298724"/>
                  </a:lnTo>
                  <a:lnTo>
                    <a:pt x="136025" y="990020"/>
                  </a:lnTo>
                  <a:lnTo>
                    <a:pt x="4284718" y="2818120"/>
                  </a:lnTo>
                  <a:lnTo>
                    <a:pt x="4300139" y="2818122"/>
                  </a:lnTo>
                  <a:lnTo>
                    <a:pt x="4300141" y="3099182"/>
                  </a:lnTo>
                  <a:close/>
                  <a:moveTo>
                    <a:pt x="5513261" y="3756854"/>
                  </a:moveTo>
                  <a:cubicBezTo>
                    <a:pt x="5288555" y="3946795"/>
                    <a:pt x="5003215" y="4051091"/>
                    <a:pt x="4709822" y="4051091"/>
                  </a:cubicBezTo>
                  <a:cubicBezTo>
                    <a:pt x="4396078" y="4051091"/>
                    <a:pt x="4095902" y="3933650"/>
                    <a:pt x="3864835" y="3719966"/>
                  </a:cubicBezTo>
                  <a:lnTo>
                    <a:pt x="4095056" y="3471091"/>
                  </a:lnTo>
                  <a:cubicBezTo>
                    <a:pt x="4263374" y="3626692"/>
                    <a:pt x="4481724" y="3711910"/>
                    <a:pt x="4709822" y="3711910"/>
                  </a:cubicBezTo>
                  <a:cubicBezTo>
                    <a:pt x="4923084" y="3711910"/>
                    <a:pt x="5130835" y="3636017"/>
                    <a:pt x="5294489" y="3497803"/>
                  </a:cubicBezTo>
                  <a:close/>
                  <a:moveTo>
                    <a:pt x="5517939" y="2219946"/>
                  </a:moveTo>
                  <a:lnTo>
                    <a:pt x="5287717" y="2468821"/>
                  </a:lnTo>
                  <a:cubicBezTo>
                    <a:pt x="5119399" y="2313220"/>
                    <a:pt x="4901050" y="2228002"/>
                    <a:pt x="4672952" y="2228002"/>
                  </a:cubicBezTo>
                  <a:cubicBezTo>
                    <a:pt x="4459690" y="2228002"/>
                    <a:pt x="4251939" y="2303895"/>
                    <a:pt x="4088285" y="2442109"/>
                  </a:cubicBezTo>
                  <a:lnTo>
                    <a:pt x="3869513" y="2183058"/>
                  </a:lnTo>
                  <a:cubicBezTo>
                    <a:pt x="4094219" y="1993117"/>
                    <a:pt x="4379559" y="1888822"/>
                    <a:pt x="4672952" y="1888822"/>
                  </a:cubicBezTo>
                  <a:cubicBezTo>
                    <a:pt x="4986695" y="1888822"/>
                    <a:pt x="5286872" y="2006262"/>
                    <a:pt x="5517939" y="2219946"/>
                  </a:cubicBezTo>
                  <a:close/>
                  <a:moveTo>
                    <a:pt x="6187819" y="1553452"/>
                  </a:moveTo>
                  <a:lnTo>
                    <a:pt x="5953360" y="1798513"/>
                  </a:lnTo>
                  <a:cubicBezTo>
                    <a:pt x="5606971" y="1466538"/>
                    <a:pt x="5152039" y="1283381"/>
                    <a:pt x="4672519" y="1283381"/>
                  </a:cubicBezTo>
                  <a:cubicBezTo>
                    <a:pt x="4209112" y="1283380"/>
                    <a:pt x="3765633" y="1455517"/>
                    <a:pt x="3423481" y="1767986"/>
                  </a:cubicBezTo>
                  <a:lnTo>
                    <a:pt x="3194533" y="1517838"/>
                  </a:lnTo>
                  <a:cubicBezTo>
                    <a:pt x="3599006" y="1148131"/>
                    <a:pt x="4123893" y="944200"/>
                    <a:pt x="4672519" y="944200"/>
                  </a:cubicBezTo>
                  <a:cubicBezTo>
                    <a:pt x="5239803" y="944200"/>
                    <a:pt x="5777831" y="1160430"/>
                    <a:pt x="6187819" y="1553452"/>
                  </a:cubicBezTo>
                  <a:close/>
                  <a:moveTo>
                    <a:pt x="6188241" y="4422074"/>
                  </a:moveTo>
                  <a:cubicBezTo>
                    <a:pt x="5783768" y="4791781"/>
                    <a:pt x="5258880" y="4995712"/>
                    <a:pt x="4710255" y="4995712"/>
                  </a:cubicBezTo>
                  <a:cubicBezTo>
                    <a:pt x="4142970" y="4995712"/>
                    <a:pt x="3604943" y="4779482"/>
                    <a:pt x="3194955" y="4386460"/>
                  </a:cubicBezTo>
                  <a:lnTo>
                    <a:pt x="3429414" y="4141399"/>
                  </a:lnTo>
                  <a:cubicBezTo>
                    <a:pt x="3775803" y="4473374"/>
                    <a:pt x="4230735" y="4656532"/>
                    <a:pt x="4710255" y="4656532"/>
                  </a:cubicBezTo>
                  <a:cubicBezTo>
                    <a:pt x="5173662" y="4656532"/>
                    <a:pt x="5617141" y="4484395"/>
                    <a:pt x="5959292" y="4171926"/>
                  </a:cubicBezTo>
                  <a:close/>
                  <a:moveTo>
                    <a:pt x="6856007" y="5087291"/>
                  </a:moveTo>
                  <a:cubicBezTo>
                    <a:pt x="6271767" y="5636767"/>
                    <a:pt x="5509451" y="5939912"/>
                    <a:pt x="4709826" y="5939912"/>
                  </a:cubicBezTo>
                  <a:cubicBezTo>
                    <a:pt x="3891549" y="5939912"/>
                    <a:pt x="3116094" y="5624472"/>
                    <a:pt x="2526761" y="5052100"/>
                  </a:cubicBezTo>
                  <a:lnTo>
                    <a:pt x="2763344" y="4808739"/>
                  </a:lnTo>
                  <a:cubicBezTo>
                    <a:pt x="3289077" y="5319208"/>
                    <a:pt x="3980160" y="5600730"/>
                    <a:pt x="4709826" y="5600730"/>
                  </a:cubicBezTo>
                  <a:cubicBezTo>
                    <a:pt x="5422537" y="5600730"/>
                    <a:pt x="6102175" y="5330657"/>
                    <a:pt x="6623667" y="4840111"/>
                  </a:cubicBezTo>
                  <a:close/>
                  <a:moveTo>
                    <a:pt x="6856011" y="887812"/>
                  </a:moveTo>
                  <a:lnTo>
                    <a:pt x="6619429" y="1131173"/>
                  </a:lnTo>
                  <a:cubicBezTo>
                    <a:pt x="6093696" y="620704"/>
                    <a:pt x="5402613" y="339182"/>
                    <a:pt x="4672947" y="339182"/>
                  </a:cubicBezTo>
                  <a:cubicBezTo>
                    <a:pt x="3960236" y="339182"/>
                    <a:pt x="3280598" y="609255"/>
                    <a:pt x="2759106" y="1099801"/>
                  </a:cubicBezTo>
                  <a:lnTo>
                    <a:pt x="2526766" y="852621"/>
                  </a:lnTo>
                  <a:cubicBezTo>
                    <a:pt x="3111006" y="303145"/>
                    <a:pt x="3873321" y="0"/>
                    <a:pt x="4672947" y="0"/>
                  </a:cubicBezTo>
                  <a:cubicBezTo>
                    <a:pt x="5491223" y="0"/>
                    <a:pt x="6266679" y="315440"/>
                    <a:pt x="6856011" y="887812"/>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728" name="Freeform: Shape 2727">
              <a:extLst>
                <a:ext uri="{FF2B5EF4-FFF2-40B4-BE49-F238E27FC236}">
                  <a16:creationId xmlns:a16="http://schemas.microsoft.com/office/drawing/2014/main" id="{74EFC18D-9A5D-7F53-1B2D-4AE0468A9D47}"/>
                </a:ext>
                <a:ext uri="{C183D7F6-B498-43B3-948B-1728B52AA6E4}">
                  <adec:decorative xmlns:adec="http://schemas.microsoft.com/office/drawing/2017/decorative" val="1"/>
                </a:ext>
              </a:extLst>
            </p:cNvPr>
            <p:cNvSpPr/>
            <p:nvPr/>
          </p:nvSpPr>
          <p:spPr>
            <a:xfrm rot="5400000">
              <a:off x="5631646" y="5883274"/>
              <a:ext cx="33928" cy="33928"/>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dirty="0"/>
            </a:p>
          </p:txBody>
        </p:sp>
      </p:grpSp>
      <p:grpSp>
        <p:nvGrpSpPr>
          <p:cNvPr id="55" name="Group 54">
            <a:extLst>
              <a:ext uri="{FF2B5EF4-FFF2-40B4-BE49-F238E27FC236}">
                <a16:creationId xmlns:a16="http://schemas.microsoft.com/office/drawing/2014/main" id="{3E926DDD-396F-7028-FDCB-9F70DD84A1FC}"/>
              </a:ext>
              <a:ext uri="{C183D7F6-B498-43B3-948B-1728B52AA6E4}">
                <adec:decorative xmlns:adec="http://schemas.microsoft.com/office/drawing/2017/decorative" val="1"/>
              </a:ext>
            </a:extLst>
          </p:cNvPr>
          <p:cNvGrpSpPr>
            <a:grpSpLocks noChangeAspect="1"/>
          </p:cNvGrpSpPr>
          <p:nvPr/>
        </p:nvGrpSpPr>
        <p:grpSpPr>
          <a:xfrm>
            <a:off x="6043072" y="5755986"/>
            <a:ext cx="337267" cy="457200"/>
            <a:chOff x="6043072" y="5755986"/>
            <a:chExt cx="337267" cy="457200"/>
          </a:xfrm>
          <a:solidFill>
            <a:srgbClr val="FF0000"/>
          </a:solidFill>
        </p:grpSpPr>
        <p:sp>
          <p:nvSpPr>
            <p:cNvPr id="2744" name="Freeform: Shape 2743">
              <a:extLst>
                <a:ext uri="{FF2B5EF4-FFF2-40B4-BE49-F238E27FC236}">
                  <a16:creationId xmlns:a16="http://schemas.microsoft.com/office/drawing/2014/main" id="{22B022A0-3248-268D-C668-CAD18B67FC37}"/>
                </a:ext>
                <a:ext uri="{C183D7F6-B498-43B3-948B-1728B52AA6E4}">
                  <adec:decorative xmlns:adec="http://schemas.microsoft.com/office/drawing/2017/decorative" val="1"/>
                </a:ext>
              </a:extLst>
            </p:cNvPr>
            <p:cNvSpPr/>
            <p:nvPr/>
          </p:nvSpPr>
          <p:spPr>
            <a:xfrm>
              <a:off x="6099437" y="5863885"/>
              <a:ext cx="224536" cy="349301"/>
            </a:xfrm>
            <a:custGeom>
              <a:avLst/>
              <a:gdLst>
                <a:gd name="connsiteX0" fmla="*/ 205386 w 407502"/>
                <a:gd name="connsiteY0" fmla="*/ 27 h 633933"/>
                <a:gd name="connsiteX1" fmla="*/ 260666 w 407502"/>
                <a:gd name="connsiteY1" fmla="*/ 19282 h 633933"/>
                <a:gd name="connsiteX2" fmla="*/ 291451 w 407502"/>
                <a:gd name="connsiteY2" fmla="*/ 56031 h 633933"/>
                <a:gd name="connsiteX3" fmla="*/ 301051 w 407502"/>
                <a:gd name="connsiteY3" fmla="*/ 89860 h 633933"/>
                <a:gd name="connsiteX4" fmla="*/ 294792 w 407502"/>
                <a:gd name="connsiteY4" fmla="*/ 138317 h 633933"/>
                <a:gd name="connsiteX5" fmla="*/ 276016 w 407502"/>
                <a:gd name="connsiteY5" fmla="*/ 168778 h 633933"/>
                <a:gd name="connsiteX6" fmla="*/ 260195 w 407502"/>
                <a:gd name="connsiteY6" fmla="*/ 187691 h 633933"/>
                <a:gd name="connsiteX7" fmla="*/ 276145 w 407502"/>
                <a:gd name="connsiteY7" fmla="*/ 232598 h 633933"/>
                <a:gd name="connsiteX8" fmla="*/ 306672 w 407502"/>
                <a:gd name="connsiteY8" fmla="*/ 320500 h 633933"/>
                <a:gd name="connsiteX9" fmla="*/ 339675 w 407502"/>
                <a:gd name="connsiteY9" fmla="*/ 414999 h 633933"/>
                <a:gd name="connsiteX10" fmla="*/ 365381 w 407502"/>
                <a:gd name="connsiteY10" fmla="*/ 487665 h 633933"/>
                <a:gd name="connsiteX11" fmla="*/ 406550 w 407502"/>
                <a:gd name="connsiteY11" fmla="*/ 606202 h 633933"/>
                <a:gd name="connsiteX12" fmla="*/ 390037 w 407502"/>
                <a:gd name="connsiteY12" fmla="*/ 632903 h 633933"/>
                <a:gd name="connsiteX13" fmla="*/ 377688 w 407502"/>
                <a:gd name="connsiteY13" fmla="*/ 633864 h 633933"/>
                <a:gd name="connsiteX14" fmla="*/ 264758 w 407502"/>
                <a:gd name="connsiteY14" fmla="*/ 633907 h 633933"/>
                <a:gd name="connsiteX15" fmla="*/ 260390 w 407502"/>
                <a:gd name="connsiteY15" fmla="*/ 633907 h 633933"/>
                <a:gd name="connsiteX16" fmla="*/ 259356 w 407502"/>
                <a:gd name="connsiteY16" fmla="*/ 629701 h 633933"/>
                <a:gd name="connsiteX17" fmla="*/ 259356 w 407502"/>
                <a:gd name="connsiteY17" fmla="*/ 545104 h 633933"/>
                <a:gd name="connsiteX18" fmla="*/ 279056 w 407502"/>
                <a:gd name="connsiteY18" fmla="*/ 559179 h 633933"/>
                <a:gd name="connsiteX19" fmla="*/ 294888 w 407502"/>
                <a:gd name="connsiteY19" fmla="*/ 585887 h 633933"/>
                <a:gd name="connsiteX20" fmla="*/ 299982 w 407502"/>
                <a:gd name="connsiteY20" fmla="*/ 589367 h 633933"/>
                <a:gd name="connsiteX21" fmla="*/ 350869 w 407502"/>
                <a:gd name="connsiteY21" fmla="*/ 589297 h 633933"/>
                <a:gd name="connsiteX22" fmla="*/ 354359 w 407502"/>
                <a:gd name="connsiteY22" fmla="*/ 589023 h 633933"/>
                <a:gd name="connsiteX23" fmla="*/ 336762 w 407502"/>
                <a:gd name="connsiteY23" fmla="*/ 539981 h 633933"/>
                <a:gd name="connsiteX24" fmla="*/ 311535 w 407502"/>
                <a:gd name="connsiteY24" fmla="*/ 468159 h 633933"/>
                <a:gd name="connsiteX25" fmla="*/ 279521 w 407502"/>
                <a:gd name="connsiteY25" fmla="*/ 376807 h 633933"/>
                <a:gd name="connsiteX26" fmla="*/ 253370 w 407502"/>
                <a:gd name="connsiteY26" fmla="*/ 302318 h 633933"/>
                <a:gd name="connsiteX27" fmla="*/ 224888 w 407502"/>
                <a:gd name="connsiteY27" fmla="*/ 220186 h 633933"/>
                <a:gd name="connsiteX28" fmla="*/ 205782 w 407502"/>
                <a:gd name="connsiteY28" fmla="*/ 165141 h 633933"/>
                <a:gd name="connsiteX29" fmla="*/ 206695 w 407502"/>
                <a:gd name="connsiteY29" fmla="*/ 160032 h 633933"/>
                <a:gd name="connsiteX30" fmla="*/ 213984 w 407502"/>
                <a:gd name="connsiteY30" fmla="*/ 156908 h 633933"/>
                <a:gd name="connsiteX31" fmla="*/ 246841 w 407502"/>
                <a:gd name="connsiteY31" fmla="*/ 133844 h 633933"/>
                <a:gd name="connsiteX32" fmla="*/ 256941 w 407502"/>
                <a:gd name="connsiteY32" fmla="*/ 92814 h 633933"/>
                <a:gd name="connsiteX33" fmla="*/ 237006 w 407502"/>
                <a:gd name="connsiteY33" fmla="*/ 57746 h 633933"/>
                <a:gd name="connsiteX34" fmla="*/ 202368 w 407502"/>
                <a:gd name="connsiteY34" fmla="*/ 44676 h 633933"/>
                <a:gd name="connsiteX35" fmla="*/ 167350 w 407502"/>
                <a:gd name="connsiteY35" fmla="*/ 60284 h 633933"/>
                <a:gd name="connsiteX36" fmla="*/ 151646 w 407502"/>
                <a:gd name="connsiteY36" fmla="*/ 114846 h 633933"/>
                <a:gd name="connsiteX37" fmla="*/ 183314 w 407502"/>
                <a:gd name="connsiteY37" fmla="*/ 152406 h 633933"/>
                <a:gd name="connsiteX38" fmla="*/ 203423 w 407502"/>
                <a:gd name="connsiteY38" fmla="*/ 161392 h 633933"/>
                <a:gd name="connsiteX39" fmla="*/ 201050 w 407502"/>
                <a:gd name="connsiteY39" fmla="*/ 166351 h 633933"/>
                <a:gd name="connsiteX40" fmla="*/ 168919 w 407502"/>
                <a:gd name="connsiteY40" fmla="*/ 258653 h 633933"/>
                <a:gd name="connsiteX41" fmla="*/ 142861 w 407502"/>
                <a:gd name="connsiteY41" fmla="*/ 332183 h 633933"/>
                <a:gd name="connsiteX42" fmla="*/ 110790 w 407502"/>
                <a:gd name="connsiteY42" fmla="*/ 424011 h 633933"/>
                <a:gd name="connsiteX43" fmla="*/ 84688 w 407502"/>
                <a:gd name="connsiteY43" fmla="*/ 498022 h 633933"/>
                <a:gd name="connsiteX44" fmla="*/ 53078 w 407502"/>
                <a:gd name="connsiteY44" fmla="*/ 589306 h 633933"/>
                <a:gd name="connsiteX45" fmla="*/ 108277 w 407502"/>
                <a:gd name="connsiteY45" fmla="*/ 589227 h 633933"/>
                <a:gd name="connsiteX46" fmla="*/ 111617 w 407502"/>
                <a:gd name="connsiteY46" fmla="*/ 587408 h 633933"/>
                <a:gd name="connsiteX47" fmla="*/ 147785 w 407502"/>
                <a:gd name="connsiteY47" fmla="*/ 541412 h 633933"/>
                <a:gd name="connsiteX48" fmla="*/ 148146 w 407502"/>
                <a:gd name="connsiteY48" fmla="*/ 541235 h 633933"/>
                <a:gd name="connsiteX49" fmla="*/ 148146 w 407502"/>
                <a:gd name="connsiteY49" fmla="*/ 629930 h 633933"/>
                <a:gd name="connsiteX50" fmla="*/ 147432 w 407502"/>
                <a:gd name="connsiteY50" fmla="*/ 633907 h 633933"/>
                <a:gd name="connsiteX51" fmla="*/ 141969 w 407502"/>
                <a:gd name="connsiteY51" fmla="*/ 633907 h 633933"/>
                <a:gd name="connsiteX52" fmla="*/ 24192 w 407502"/>
                <a:gd name="connsiteY52" fmla="*/ 633933 h 633933"/>
                <a:gd name="connsiteX53" fmla="*/ 1654 w 407502"/>
                <a:gd name="connsiteY53" fmla="*/ 602119 h 633933"/>
                <a:gd name="connsiteX54" fmla="*/ 38635 w 407502"/>
                <a:gd name="connsiteY54" fmla="*/ 497073 h 633933"/>
                <a:gd name="connsiteX55" fmla="*/ 69144 w 407502"/>
                <a:gd name="connsiteY55" fmla="*/ 409165 h 633933"/>
                <a:gd name="connsiteX56" fmla="*/ 102091 w 407502"/>
                <a:gd name="connsiteY56" fmla="*/ 315141 h 633933"/>
                <a:gd name="connsiteX57" fmla="*/ 135099 w 407502"/>
                <a:gd name="connsiteY57" fmla="*/ 220644 h 633933"/>
                <a:gd name="connsiteX58" fmla="*/ 146799 w 407502"/>
                <a:gd name="connsiteY58" fmla="*/ 187893 h 633933"/>
                <a:gd name="connsiteX59" fmla="*/ 144717 w 407502"/>
                <a:gd name="connsiteY59" fmla="*/ 181374 h 633933"/>
                <a:gd name="connsiteX60" fmla="*/ 106944 w 407502"/>
                <a:gd name="connsiteY60" fmla="*/ 116768 h 633933"/>
                <a:gd name="connsiteX61" fmla="*/ 115576 w 407502"/>
                <a:gd name="connsiteY61" fmla="*/ 56540 h 633933"/>
                <a:gd name="connsiteX62" fmla="*/ 180449 w 407502"/>
                <a:gd name="connsiteY62" fmla="*/ 3019 h 633933"/>
                <a:gd name="connsiteX63" fmla="*/ 205386 w 407502"/>
                <a:gd name="connsiteY63" fmla="*/ 27 h 63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07502" h="633933">
                  <a:moveTo>
                    <a:pt x="205386" y="27"/>
                  </a:moveTo>
                  <a:cubicBezTo>
                    <a:pt x="225724" y="512"/>
                    <a:pt x="244157" y="7313"/>
                    <a:pt x="260666" y="19282"/>
                  </a:cubicBezTo>
                  <a:cubicBezTo>
                    <a:pt x="274018" y="28962"/>
                    <a:pt x="284267" y="41336"/>
                    <a:pt x="291451" y="56031"/>
                  </a:cubicBezTo>
                  <a:cubicBezTo>
                    <a:pt x="296636" y="66638"/>
                    <a:pt x="299570" y="77949"/>
                    <a:pt x="301051" y="89860"/>
                  </a:cubicBezTo>
                  <a:cubicBezTo>
                    <a:pt x="303149" y="106725"/>
                    <a:pt x="300649" y="122817"/>
                    <a:pt x="294792" y="138317"/>
                  </a:cubicBezTo>
                  <a:cubicBezTo>
                    <a:pt x="290563" y="149507"/>
                    <a:pt x="284594" y="159972"/>
                    <a:pt x="276016" y="168778"/>
                  </a:cubicBezTo>
                  <a:cubicBezTo>
                    <a:pt x="270717" y="174218"/>
                    <a:pt x="266212" y="180431"/>
                    <a:pt x="260195" y="187691"/>
                  </a:cubicBezTo>
                  <a:cubicBezTo>
                    <a:pt x="264757" y="200522"/>
                    <a:pt x="270534" y="216531"/>
                    <a:pt x="276145" y="232598"/>
                  </a:cubicBezTo>
                  <a:cubicBezTo>
                    <a:pt x="286371" y="261881"/>
                    <a:pt x="296474" y="291207"/>
                    <a:pt x="306672" y="320500"/>
                  </a:cubicBezTo>
                  <a:cubicBezTo>
                    <a:pt x="317643" y="352011"/>
                    <a:pt x="328622" y="383518"/>
                    <a:pt x="339675" y="414999"/>
                  </a:cubicBezTo>
                  <a:cubicBezTo>
                    <a:pt x="348187" y="439241"/>
                    <a:pt x="356904" y="463411"/>
                    <a:pt x="365381" y="487665"/>
                  </a:cubicBezTo>
                  <a:cubicBezTo>
                    <a:pt x="379181" y="527151"/>
                    <a:pt x="392923" y="566657"/>
                    <a:pt x="406550" y="606202"/>
                  </a:cubicBezTo>
                  <a:cubicBezTo>
                    <a:pt x="410456" y="617538"/>
                    <a:pt x="401832" y="631285"/>
                    <a:pt x="390037" y="632903"/>
                  </a:cubicBezTo>
                  <a:cubicBezTo>
                    <a:pt x="385952" y="633464"/>
                    <a:pt x="381807" y="633856"/>
                    <a:pt x="377688" y="633864"/>
                  </a:cubicBezTo>
                  <a:cubicBezTo>
                    <a:pt x="340045" y="633936"/>
                    <a:pt x="302401" y="633907"/>
                    <a:pt x="264758" y="633907"/>
                  </a:cubicBezTo>
                  <a:cubicBezTo>
                    <a:pt x="263015" y="633907"/>
                    <a:pt x="261272" y="633907"/>
                    <a:pt x="260390" y="633907"/>
                  </a:cubicBezTo>
                  <a:lnTo>
                    <a:pt x="259356" y="629701"/>
                  </a:lnTo>
                  <a:lnTo>
                    <a:pt x="259356" y="545104"/>
                  </a:lnTo>
                  <a:lnTo>
                    <a:pt x="279056" y="559179"/>
                  </a:lnTo>
                  <a:cubicBezTo>
                    <a:pt x="285775" y="567293"/>
                    <a:pt x="291022" y="576193"/>
                    <a:pt x="294888" y="585887"/>
                  </a:cubicBezTo>
                  <a:cubicBezTo>
                    <a:pt x="295985" y="588636"/>
                    <a:pt x="297206" y="589387"/>
                    <a:pt x="299982" y="589367"/>
                  </a:cubicBezTo>
                  <a:cubicBezTo>
                    <a:pt x="316944" y="589248"/>
                    <a:pt x="333907" y="589312"/>
                    <a:pt x="350869" y="589297"/>
                  </a:cubicBezTo>
                  <a:cubicBezTo>
                    <a:pt x="351909" y="589296"/>
                    <a:pt x="352949" y="589138"/>
                    <a:pt x="354359" y="589023"/>
                  </a:cubicBezTo>
                  <a:cubicBezTo>
                    <a:pt x="348384" y="572386"/>
                    <a:pt x="342502" y="556208"/>
                    <a:pt x="336762" y="539981"/>
                  </a:cubicBezTo>
                  <a:cubicBezTo>
                    <a:pt x="328300" y="516059"/>
                    <a:pt x="319932" y="492104"/>
                    <a:pt x="311535" y="468159"/>
                  </a:cubicBezTo>
                  <a:cubicBezTo>
                    <a:pt x="300858" y="437710"/>
                    <a:pt x="290201" y="407254"/>
                    <a:pt x="279521" y="376807"/>
                  </a:cubicBezTo>
                  <a:cubicBezTo>
                    <a:pt x="270811" y="351975"/>
                    <a:pt x="262035" y="327166"/>
                    <a:pt x="253370" y="302318"/>
                  </a:cubicBezTo>
                  <a:cubicBezTo>
                    <a:pt x="243829" y="274957"/>
                    <a:pt x="234399" y="247557"/>
                    <a:pt x="224888" y="220186"/>
                  </a:cubicBezTo>
                  <a:cubicBezTo>
                    <a:pt x="218513" y="201839"/>
                    <a:pt x="212025" y="183532"/>
                    <a:pt x="205782" y="165141"/>
                  </a:cubicBezTo>
                  <a:cubicBezTo>
                    <a:pt x="205274" y="163642"/>
                    <a:pt x="205652" y="160839"/>
                    <a:pt x="206695" y="160032"/>
                  </a:cubicBezTo>
                  <a:cubicBezTo>
                    <a:pt x="208719" y="158466"/>
                    <a:pt x="211490" y="157837"/>
                    <a:pt x="213984" y="156908"/>
                  </a:cubicBezTo>
                  <a:cubicBezTo>
                    <a:pt x="226944" y="152076"/>
                    <a:pt x="238663" y="145563"/>
                    <a:pt x="246841" y="133844"/>
                  </a:cubicBezTo>
                  <a:cubicBezTo>
                    <a:pt x="255507" y="121425"/>
                    <a:pt x="258969" y="107549"/>
                    <a:pt x="256941" y="92814"/>
                  </a:cubicBezTo>
                  <a:cubicBezTo>
                    <a:pt x="255008" y="78762"/>
                    <a:pt x="247958" y="66920"/>
                    <a:pt x="237006" y="57746"/>
                  </a:cubicBezTo>
                  <a:cubicBezTo>
                    <a:pt x="227030" y="49390"/>
                    <a:pt x="215272" y="44379"/>
                    <a:pt x="202368" y="44676"/>
                  </a:cubicBezTo>
                  <a:cubicBezTo>
                    <a:pt x="188916" y="44985"/>
                    <a:pt x="176869" y="50745"/>
                    <a:pt x="167350" y="60284"/>
                  </a:cubicBezTo>
                  <a:cubicBezTo>
                    <a:pt x="152228" y="75437"/>
                    <a:pt x="146070" y="93748"/>
                    <a:pt x="151646" y="114846"/>
                  </a:cubicBezTo>
                  <a:cubicBezTo>
                    <a:pt x="156221" y="132157"/>
                    <a:pt x="166561" y="145097"/>
                    <a:pt x="183314" y="152406"/>
                  </a:cubicBezTo>
                  <a:cubicBezTo>
                    <a:pt x="189900" y="155279"/>
                    <a:pt x="196437" y="158266"/>
                    <a:pt x="203423" y="161392"/>
                  </a:cubicBezTo>
                  <a:cubicBezTo>
                    <a:pt x="202515" y="163269"/>
                    <a:pt x="201609" y="164749"/>
                    <a:pt x="201050" y="166351"/>
                  </a:cubicBezTo>
                  <a:cubicBezTo>
                    <a:pt x="190322" y="197112"/>
                    <a:pt x="179696" y="227909"/>
                    <a:pt x="168919" y="258653"/>
                  </a:cubicBezTo>
                  <a:cubicBezTo>
                    <a:pt x="160317" y="283193"/>
                    <a:pt x="151480" y="307650"/>
                    <a:pt x="142861" y="332183"/>
                  </a:cubicBezTo>
                  <a:cubicBezTo>
                    <a:pt x="132114" y="362772"/>
                    <a:pt x="121518" y="393415"/>
                    <a:pt x="110790" y="424011"/>
                  </a:cubicBezTo>
                  <a:cubicBezTo>
                    <a:pt x="102135" y="448697"/>
                    <a:pt x="93307" y="473323"/>
                    <a:pt x="84688" y="498022"/>
                  </a:cubicBezTo>
                  <a:cubicBezTo>
                    <a:pt x="74111" y="528332"/>
                    <a:pt x="63673" y="558691"/>
                    <a:pt x="53078" y="589306"/>
                  </a:cubicBezTo>
                  <a:cubicBezTo>
                    <a:pt x="71546" y="589306"/>
                    <a:pt x="89912" y="589340"/>
                    <a:pt x="108277" y="589227"/>
                  </a:cubicBezTo>
                  <a:cubicBezTo>
                    <a:pt x="109428" y="589220"/>
                    <a:pt x="111259" y="588333"/>
                    <a:pt x="111617" y="587408"/>
                  </a:cubicBezTo>
                  <a:cubicBezTo>
                    <a:pt x="118991" y="568366"/>
                    <a:pt x="130916" y="552794"/>
                    <a:pt x="147785" y="541412"/>
                  </a:cubicBezTo>
                  <a:lnTo>
                    <a:pt x="148146" y="541235"/>
                  </a:lnTo>
                  <a:lnTo>
                    <a:pt x="148146" y="629930"/>
                  </a:lnTo>
                  <a:lnTo>
                    <a:pt x="147432" y="633907"/>
                  </a:lnTo>
                  <a:cubicBezTo>
                    <a:pt x="145482" y="633907"/>
                    <a:pt x="143726" y="633907"/>
                    <a:pt x="141969" y="633907"/>
                  </a:cubicBezTo>
                  <a:cubicBezTo>
                    <a:pt x="102710" y="633907"/>
                    <a:pt x="63451" y="633848"/>
                    <a:pt x="24192" y="633933"/>
                  </a:cubicBezTo>
                  <a:cubicBezTo>
                    <a:pt x="6668" y="633971"/>
                    <a:pt x="-4357" y="619454"/>
                    <a:pt x="1654" y="602119"/>
                  </a:cubicBezTo>
                  <a:cubicBezTo>
                    <a:pt x="13813" y="567045"/>
                    <a:pt x="26363" y="532108"/>
                    <a:pt x="38635" y="497073"/>
                  </a:cubicBezTo>
                  <a:cubicBezTo>
                    <a:pt x="48888" y="467799"/>
                    <a:pt x="58930" y="438452"/>
                    <a:pt x="69144" y="409165"/>
                  </a:cubicBezTo>
                  <a:cubicBezTo>
                    <a:pt x="80081" y="377808"/>
                    <a:pt x="91124" y="346488"/>
                    <a:pt x="102091" y="315141"/>
                  </a:cubicBezTo>
                  <a:cubicBezTo>
                    <a:pt x="113110" y="283648"/>
                    <a:pt x="124080" y="252137"/>
                    <a:pt x="135099" y="220644"/>
                  </a:cubicBezTo>
                  <a:cubicBezTo>
                    <a:pt x="138927" y="209701"/>
                    <a:pt x="142702" y="198735"/>
                    <a:pt x="146799" y="187893"/>
                  </a:cubicBezTo>
                  <a:cubicBezTo>
                    <a:pt x="147984" y="184757"/>
                    <a:pt x="147382" y="183487"/>
                    <a:pt x="144717" y="181374"/>
                  </a:cubicBezTo>
                  <a:cubicBezTo>
                    <a:pt x="123792" y="164783"/>
                    <a:pt x="110705" y="143418"/>
                    <a:pt x="106944" y="116768"/>
                  </a:cubicBezTo>
                  <a:cubicBezTo>
                    <a:pt x="103998" y="95895"/>
                    <a:pt x="106076" y="75657"/>
                    <a:pt x="115576" y="56540"/>
                  </a:cubicBezTo>
                  <a:cubicBezTo>
                    <a:pt x="129234" y="29057"/>
                    <a:pt x="151230" y="11415"/>
                    <a:pt x="180449" y="3019"/>
                  </a:cubicBezTo>
                  <a:cubicBezTo>
                    <a:pt x="188411" y="731"/>
                    <a:pt x="197082" y="-172"/>
                    <a:pt x="205386" y="27"/>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749" name="Freeform: Shape 2748">
              <a:extLst>
                <a:ext uri="{FF2B5EF4-FFF2-40B4-BE49-F238E27FC236}">
                  <a16:creationId xmlns:a16="http://schemas.microsoft.com/office/drawing/2014/main" id="{4451F89C-09A1-26EE-FFBF-2976A9CE06BF}"/>
                </a:ext>
                <a:ext uri="{C183D7F6-B498-43B3-948B-1728B52AA6E4}">
                  <adec:decorative xmlns:adec="http://schemas.microsoft.com/office/drawing/2017/decorative" val="1"/>
                </a:ext>
              </a:extLst>
            </p:cNvPr>
            <p:cNvSpPr/>
            <p:nvPr/>
          </p:nvSpPr>
          <p:spPr>
            <a:xfrm>
              <a:off x="6043072" y="5755986"/>
              <a:ext cx="337267" cy="428369"/>
            </a:xfrm>
            <a:custGeom>
              <a:avLst/>
              <a:gdLst>
                <a:gd name="connsiteX0" fmla="*/ 2252873 w 5059003"/>
                <a:gd name="connsiteY0" fmla="*/ 5872148 h 6425537"/>
                <a:gd name="connsiteX1" fmla="*/ 2806130 w 5059003"/>
                <a:gd name="connsiteY1" fmla="*/ 5872148 h 6425537"/>
                <a:gd name="connsiteX2" fmla="*/ 2806130 w 5059003"/>
                <a:gd name="connsiteY2" fmla="*/ 6425537 h 6425537"/>
                <a:gd name="connsiteX3" fmla="*/ 2252873 w 5059003"/>
                <a:gd name="connsiteY3" fmla="*/ 6425537 h 6425537"/>
                <a:gd name="connsiteX4" fmla="*/ 2546905 w 5059003"/>
                <a:gd name="connsiteY4" fmla="*/ 817365 h 6425537"/>
                <a:gd name="connsiteX5" fmla="*/ 3001871 w 5059003"/>
                <a:gd name="connsiteY5" fmla="*/ 887320 h 6425537"/>
                <a:gd name="connsiteX6" fmla="*/ 3451253 w 5059003"/>
                <a:gd name="connsiteY6" fmla="*/ 1103644 h 6425537"/>
                <a:gd name="connsiteX7" fmla="*/ 3963290 w 5059003"/>
                <a:gd name="connsiteY7" fmla="*/ 1671689 h 6425537"/>
                <a:gd name="connsiteX8" fmla="*/ 4141123 w 5059003"/>
                <a:gd name="connsiteY8" fmla="*/ 2194499 h 6425537"/>
                <a:gd name="connsiteX9" fmla="*/ 4153196 w 5059003"/>
                <a:gd name="connsiteY9" fmla="*/ 2586692 h 6425537"/>
                <a:gd name="connsiteX10" fmla="*/ 3957735 w 5059003"/>
                <a:gd name="connsiteY10" fmla="*/ 3234564 h 6425537"/>
                <a:gd name="connsiteX11" fmla="*/ 3764704 w 5059003"/>
                <a:gd name="connsiteY11" fmla="*/ 3512627 h 6425537"/>
                <a:gd name="connsiteX12" fmla="*/ 3634588 w 5059003"/>
                <a:gd name="connsiteY12" fmla="*/ 3652747 h 6425537"/>
                <a:gd name="connsiteX13" fmla="*/ 3588665 w 5059003"/>
                <a:gd name="connsiteY13" fmla="*/ 3654866 h 6425537"/>
                <a:gd name="connsiteX14" fmla="*/ 3374931 w 5059003"/>
                <a:gd name="connsiteY14" fmla="*/ 3414262 h 6425537"/>
                <a:gd name="connsiteX15" fmla="*/ 3386228 w 5059003"/>
                <a:gd name="connsiteY15" fmla="*/ 3373350 h 6425537"/>
                <a:gd name="connsiteX16" fmla="*/ 3606376 w 5059003"/>
                <a:gd name="connsiteY16" fmla="*/ 3103616 h 6425537"/>
                <a:gd name="connsiteX17" fmla="*/ 3774529 w 5059003"/>
                <a:gd name="connsiteY17" fmla="*/ 2636608 h 6425537"/>
                <a:gd name="connsiteX18" fmla="*/ 3790176 w 5059003"/>
                <a:gd name="connsiteY18" fmla="*/ 2443221 h 6425537"/>
                <a:gd name="connsiteX19" fmla="*/ 3698299 w 5059003"/>
                <a:gd name="connsiteY19" fmla="*/ 1977711 h 6425537"/>
                <a:gd name="connsiteX20" fmla="*/ 3447080 w 5059003"/>
                <a:gd name="connsiteY20" fmla="*/ 1588154 h 6425537"/>
                <a:gd name="connsiteX21" fmla="*/ 2773865 w 5059003"/>
                <a:gd name="connsiteY21" fmla="*/ 1211019 h 6425537"/>
                <a:gd name="connsiteX22" fmla="*/ 2490284 w 5059003"/>
                <a:gd name="connsiteY22" fmla="*/ 1186392 h 6425537"/>
                <a:gd name="connsiteX23" fmla="*/ 1908469 w 5059003"/>
                <a:gd name="connsiteY23" fmla="*/ 1351491 h 6425537"/>
                <a:gd name="connsiteX24" fmla="*/ 1612425 w 5059003"/>
                <a:gd name="connsiteY24" fmla="*/ 1581079 h 6425537"/>
                <a:gd name="connsiteX25" fmla="*/ 1289161 w 5059003"/>
                <a:gd name="connsiteY25" fmla="*/ 2207229 h 6425537"/>
                <a:gd name="connsiteX26" fmla="*/ 1268308 w 5059003"/>
                <a:gd name="connsiteY26" fmla="*/ 2547438 h 6425537"/>
                <a:gd name="connsiteX27" fmla="*/ 1515014 w 5059003"/>
                <a:gd name="connsiteY27" fmla="*/ 3198330 h 6425537"/>
                <a:gd name="connsiteX28" fmla="*/ 1672001 w 5059003"/>
                <a:gd name="connsiteY28" fmla="*/ 3375208 h 6425537"/>
                <a:gd name="connsiteX29" fmla="*/ 1671454 w 5059003"/>
                <a:gd name="connsiteY29" fmla="*/ 3410500 h 6425537"/>
                <a:gd name="connsiteX30" fmla="*/ 1545736 w 5059003"/>
                <a:gd name="connsiteY30" fmla="*/ 3553685 h 6425537"/>
                <a:gd name="connsiteX31" fmla="*/ 1442485 w 5059003"/>
                <a:gd name="connsiteY31" fmla="*/ 3669344 h 6425537"/>
                <a:gd name="connsiteX32" fmla="*/ 916282 w 5059003"/>
                <a:gd name="connsiteY32" fmla="*/ 2719090 h 6425537"/>
                <a:gd name="connsiteX33" fmla="*/ 899514 w 5059003"/>
                <a:gd name="connsiteY33" fmla="*/ 2374221 h 6425537"/>
                <a:gd name="connsiteX34" fmla="*/ 1024723 w 5059003"/>
                <a:gd name="connsiteY34" fmla="*/ 1812008 h 6425537"/>
                <a:gd name="connsiteX35" fmla="*/ 1221095 w 5059003"/>
                <a:gd name="connsiteY35" fmla="*/ 1471381 h 6425537"/>
                <a:gd name="connsiteX36" fmla="*/ 1476008 w 5059003"/>
                <a:gd name="connsiteY36" fmla="*/ 1204251 h 6425537"/>
                <a:gd name="connsiteX37" fmla="*/ 1796206 w 5059003"/>
                <a:gd name="connsiteY37" fmla="*/ 989345 h 6425537"/>
                <a:gd name="connsiteX38" fmla="*/ 2266871 w 5059003"/>
                <a:gd name="connsiteY38" fmla="*/ 840225 h 6425537"/>
                <a:gd name="connsiteX39" fmla="*/ 2546905 w 5059003"/>
                <a:gd name="connsiteY39" fmla="*/ 817365 h 6425537"/>
                <a:gd name="connsiteX40" fmla="*/ 2540259 w 5059003"/>
                <a:gd name="connsiteY40" fmla="*/ 166 h 6425537"/>
                <a:gd name="connsiteX41" fmla="*/ 3104479 w 5059003"/>
                <a:gd name="connsiteY41" fmla="*/ 66878 h 6425537"/>
                <a:gd name="connsiteX42" fmla="*/ 3683664 w 5059003"/>
                <a:gd name="connsiteY42" fmla="*/ 278762 h 6425537"/>
                <a:gd name="connsiteX43" fmla="*/ 4121247 w 5059003"/>
                <a:gd name="connsiteY43" fmla="*/ 566252 h 6425537"/>
                <a:gd name="connsiteX44" fmla="*/ 4308988 w 5059003"/>
                <a:gd name="connsiteY44" fmla="*/ 731045 h 6425537"/>
                <a:gd name="connsiteX45" fmla="*/ 4727783 w 5059003"/>
                <a:gd name="connsiteY45" fmla="*/ 1279645 h 6425537"/>
                <a:gd name="connsiteX46" fmla="*/ 4944566 w 5059003"/>
                <a:gd name="connsiteY46" fmla="*/ 1781869 h 6425537"/>
                <a:gd name="connsiteX47" fmla="*/ 5031764 w 5059003"/>
                <a:gd name="connsiteY47" fmla="*/ 2177090 h 6425537"/>
                <a:gd name="connsiteX48" fmla="*/ 5054594 w 5059003"/>
                <a:gd name="connsiteY48" fmla="*/ 2673432 h 6425537"/>
                <a:gd name="connsiteX49" fmla="*/ 4972323 w 5059003"/>
                <a:gd name="connsiteY49" fmla="*/ 3186486 h 6425537"/>
                <a:gd name="connsiteX50" fmla="*/ 4761060 w 5059003"/>
                <a:gd name="connsiteY50" fmla="*/ 3720680 h 6425537"/>
                <a:gd name="connsiteX51" fmla="*/ 4489725 w 5059003"/>
                <a:gd name="connsiteY51" fmla="*/ 4126593 h 6425537"/>
                <a:gd name="connsiteX52" fmla="*/ 4330776 w 5059003"/>
                <a:gd name="connsiteY52" fmla="*/ 4308916 h 6425537"/>
                <a:gd name="connsiteX53" fmla="*/ 4250701 w 5059003"/>
                <a:gd name="connsiteY53" fmla="*/ 4380125 h 6425537"/>
                <a:gd name="connsiteX54" fmla="*/ 4218350 w 5059003"/>
                <a:gd name="connsiteY54" fmla="*/ 4378800 h 6425537"/>
                <a:gd name="connsiteX55" fmla="*/ 3993185 w 5059003"/>
                <a:gd name="connsiteY55" fmla="*/ 4130069 h 6425537"/>
                <a:gd name="connsiteX56" fmla="*/ 4260953 w 5059003"/>
                <a:gd name="connsiteY56" fmla="*/ 3818586 h 6425537"/>
                <a:gd name="connsiteX57" fmla="*/ 4490507 w 5059003"/>
                <a:gd name="connsiteY57" fmla="*/ 3429047 h 6425537"/>
                <a:gd name="connsiteX58" fmla="*/ 4656779 w 5059003"/>
                <a:gd name="connsiteY58" fmla="*/ 2897087 h 6425537"/>
                <a:gd name="connsiteX59" fmla="*/ 4686006 w 5059003"/>
                <a:gd name="connsiteY59" fmla="*/ 2397965 h 6425537"/>
                <a:gd name="connsiteX60" fmla="*/ 4610658 w 5059003"/>
                <a:gd name="connsiteY60" fmla="*/ 1955953 h 6425537"/>
                <a:gd name="connsiteX61" fmla="*/ 4445588 w 5059003"/>
                <a:gd name="connsiteY61" fmla="*/ 1539209 h 6425537"/>
                <a:gd name="connsiteX62" fmla="*/ 4193117 w 5059003"/>
                <a:gd name="connsiteY62" fmla="*/ 1158951 h 6425537"/>
                <a:gd name="connsiteX63" fmla="*/ 4029442 w 5059003"/>
                <a:gd name="connsiteY63" fmla="*/ 979941 h 6425537"/>
                <a:gd name="connsiteX64" fmla="*/ 3587253 w 5059003"/>
                <a:gd name="connsiteY64" fmla="*/ 649646 h 6425537"/>
                <a:gd name="connsiteX65" fmla="*/ 3023988 w 5059003"/>
                <a:gd name="connsiteY65" fmla="*/ 429722 h 6425537"/>
                <a:gd name="connsiteX66" fmla="*/ 2744387 w 5059003"/>
                <a:gd name="connsiteY66" fmla="*/ 383633 h 6425537"/>
                <a:gd name="connsiteX67" fmla="*/ 2547012 w 5059003"/>
                <a:gd name="connsiteY67" fmla="*/ 368191 h 6425537"/>
                <a:gd name="connsiteX68" fmla="*/ 2037598 w 5059003"/>
                <a:gd name="connsiteY68" fmla="*/ 428351 h 6425537"/>
                <a:gd name="connsiteX69" fmla="*/ 1564809 w 5059003"/>
                <a:gd name="connsiteY69" fmla="*/ 599369 h 6425537"/>
                <a:gd name="connsiteX70" fmla="*/ 1135461 w 5059003"/>
                <a:gd name="connsiteY70" fmla="*/ 885012 h 6425537"/>
                <a:gd name="connsiteX71" fmla="*/ 713573 w 5059003"/>
                <a:gd name="connsiteY71" fmla="*/ 1364919 h 6425537"/>
                <a:gd name="connsiteX72" fmla="*/ 417229 w 5059003"/>
                <a:gd name="connsiteY72" fmla="*/ 2094163 h 6425537"/>
                <a:gd name="connsiteX73" fmla="*/ 377780 w 5059003"/>
                <a:gd name="connsiteY73" fmla="*/ 2411165 h 6425537"/>
                <a:gd name="connsiteX74" fmla="*/ 377903 w 5059003"/>
                <a:gd name="connsiteY74" fmla="*/ 2708630 h 6425537"/>
                <a:gd name="connsiteX75" fmla="*/ 535413 w 5059003"/>
                <a:gd name="connsiteY75" fmla="*/ 3352451 h 6425537"/>
                <a:gd name="connsiteX76" fmla="*/ 864712 w 5059003"/>
                <a:gd name="connsiteY76" fmla="*/ 3902571 h 6425537"/>
                <a:gd name="connsiteX77" fmla="*/ 1069773 w 5059003"/>
                <a:gd name="connsiteY77" fmla="*/ 4121119 h 6425537"/>
                <a:gd name="connsiteX78" fmla="*/ 1058175 w 5059003"/>
                <a:gd name="connsiteY78" fmla="*/ 4143997 h 6425537"/>
                <a:gd name="connsiteX79" fmla="*/ 847278 w 5059003"/>
                <a:gd name="connsiteY79" fmla="*/ 4372074 h 6425537"/>
                <a:gd name="connsiteX80" fmla="*/ 795304 w 5059003"/>
                <a:gd name="connsiteY80" fmla="*/ 4372668 h 6425537"/>
                <a:gd name="connsiteX81" fmla="*/ 319940 w 5059003"/>
                <a:gd name="connsiteY81" fmla="*/ 3757636 h 6425537"/>
                <a:gd name="connsiteX82" fmla="*/ 48437 w 5059003"/>
                <a:gd name="connsiteY82" fmla="*/ 3005185 h 6425537"/>
                <a:gd name="connsiteX83" fmla="*/ 8305 w 5059003"/>
                <a:gd name="connsiteY83" fmla="*/ 2660085 h 6425537"/>
                <a:gd name="connsiteX84" fmla="*/ 514 w 5059003"/>
                <a:gd name="connsiteY84" fmla="*/ 2485275 h 6425537"/>
                <a:gd name="connsiteX85" fmla="*/ 67540 w 5059003"/>
                <a:gd name="connsiteY85" fmla="*/ 1952963 h 6425537"/>
                <a:gd name="connsiteX86" fmla="*/ 315382 w 5059003"/>
                <a:gd name="connsiteY86" fmla="*/ 1307394 h 6425537"/>
                <a:gd name="connsiteX87" fmla="*/ 580577 w 5059003"/>
                <a:gd name="connsiteY87" fmla="*/ 920981 h 6425537"/>
                <a:gd name="connsiteX88" fmla="*/ 806588 w 5059003"/>
                <a:gd name="connsiteY88" fmla="*/ 679733 h 6425537"/>
                <a:gd name="connsiteX89" fmla="*/ 1279566 w 5059003"/>
                <a:gd name="connsiteY89" fmla="*/ 331978 h 6425537"/>
                <a:gd name="connsiteX90" fmla="*/ 1777692 w 5059003"/>
                <a:gd name="connsiteY90" fmla="*/ 115165 h 6425537"/>
                <a:gd name="connsiteX91" fmla="*/ 2220030 w 5059003"/>
                <a:gd name="connsiteY91" fmla="*/ 22424 h 6425537"/>
                <a:gd name="connsiteX92" fmla="*/ 2540259 w 5059003"/>
                <a:gd name="connsiteY92" fmla="*/ 166 h 642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059003" h="6425537">
                  <a:moveTo>
                    <a:pt x="2252873" y="5872148"/>
                  </a:moveTo>
                  <a:lnTo>
                    <a:pt x="2806130" y="5872148"/>
                  </a:lnTo>
                  <a:lnTo>
                    <a:pt x="2806130" y="6425537"/>
                  </a:lnTo>
                  <a:lnTo>
                    <a:pt x="2252873" y="6425537"/>
                  </a:lnTo>
                  <a:close/>
                  <a:moveTo>
                    <a:pt x="2546905" y="817365"/>
                  </a:moveTo>
                  <a:cubicBezTo>
                    <a:pt x="2701200" y="818743"/>
                    <a:pt x="2853315" y="841698"/>
                    <a:pt x="3001871" y="887320"/>
                  </a:cubicBezTo>
                  <a:cubicBezTo>
                    <a:pt x="3162922" y="936779"/>
                    <a:pt x="3312940" y="1008060"/>
                    <a:pt x="3451253" y="1103644"/>
                  </a:cubicBezTo>
                  <a:cubicBezTo>
                    <a:pt x="3666634" y="1252483"/>
                    <a:pt x="3837273" y="1441144"/>
                    <a:pt x="3963290" y="1671689"/>
                  </a:cubicBezTo>
                  <a:cubicBezTo>
                    <a:pt x="4053243" y="1836252"/>
                    <a:pt x="4111583" y="2011098"/>
                    <a:pt x="4141123" y="2194499"/>
                  </a:cubicBezTo>
                  <a:cubicBezTo>
                    <a:pt x="4161932" y="2323701"/>
                    <a:pt x="4164354" y="2454678"/>
                    <a:pt x="4153196" y="2586692"/>
                  </a:cubicBezTo>
                  <a:cubicBezTo>
                    <a:pt x="4133696" y="2817395"/>
                    <a:pt x="4072112" y="3034554"/>
                    <a:pt x="3957735" y="3234564"/>
                  </a:cubicBezTo>
                  <a:cubicBezTo>
                    <a:pt x="3901910" y="3332184"/>
                    <a:pt x="3832753" y="3422650"/>
                    <a:pt x="3764704" y="3512627"/>
                  </a:cubicBezTo>
                  <a:cubicBezTo>
                    <a:pt x="3726456" y="3563200"/>
                    <a:pt x="3677818" y="3605856"/>
                    <a:pt x="3634588" y="3652747"/>
                  </a:cubicBezTo>
                  <a:cubicBezTo>
                    <a:pt x="3619050" y="3669603"/>
                    <a:pt x="3605894" y="3674222"/>
                    <a:pt x="3588665" y="3654866"/>
                  </a:cubicBezTo>
                  <a:cubicBezTo>
                    <a:pt x="3517330" y="3574731"/>
                    <a:pt x="3444791" y="3495651"/>
                    <a:pt x="3374931" y="3414262"/>
                  </a:cubicBezTo>
                  <a:cubicBezTo>
                    <a:pt x="3369566" y="3408010"/>
                    <a:pt x="3377045" y="3382048"/>
                    <a:pt x="3386228" y="3373350"/>
                  </a:cubicBezTo>
                  <a:cubicBezTo>
                    <a:pt x="3471280" y="3292795"/>
                    <a:pt x="3545567" y="3203735"/>
                    <a:pt x="3606376" y="3103616"/>
                  </a:cubicBezTo>
                  <a:cubicBezTo>
                    <a:pt x="3693994" y="2959360"/>
                    <a:pt x="3753700" y="2804724"/>
                    <a:pt x="3774529" y="2636608"/>
                  </a:cubicBezTo>
                  <a:cubicBezTo>
                    <a:pt x="3782480" y="2572459"/>
                    <a:pt x="3789131" y="2507766"/>
                    <a:pt x="3790176" y="2443221"/>
                  </a:cubicBezTo>
                  <a:cubicBezTo>
                    <a:pt x="3792790" y="2281848"/>
                    <a:pt x="3759112" y="2126640"/>
                    <a:pt x="3698299" y="1977711"/>
                  </a:cubicBezTo>
                  <a:cubicBezTo>
                    <a:pt x="3638981" y="1832442"/>
                    <a:pt x="3554885" y="1703614"/>
                    <a:pt x="3447080" y="1588154"/>
                  </a:cubicBezTo>
                  <a:cubicBezTo>
                    <a:pt x="3262096" y="1390034"/>
                    <a:pt x="3036103" y="1266704"/>
                    <a:pt x="2773865" y="1211019"/>
                  </a:cubicBezTo>
                  <a:cubicBezTo>
                    <a:pt x="2681587" y="1191425"/>
                    <a:pt x="2584506" y="1182757"/>
                    <a:pt x="2490284" y="1186392"/>
                  </a:cubicBezTo>
                  <a:cubicBezTo>
                    <a:pt x="2284292" y="1194341"/>
                    <a:pt x="2089013" y="1246828"/>
                    <a:pt x="1908469" y="1351491"/>
                  </a:cubicBezTo>
                  <a:cubicBezTo>
                    <a:pt x="1798950" y="1414979"/>
                    <a:pt x="1697682" y="1488410"/>
                    <a:pt x="1612425" y="1581079"/>
                  </a:cubicBezTo>
                  <a:cubicBezTo>
                    <a:pt x="1447981" y="1759822"/>
                    <a:pt x="1337164" y="1966757"/>
                    <a:pt x="1289161" y="2207229"/>
                  </a:cubicBezTo>
                  <a:cubicBezTo>
                    <a:pt x="1266563" y="2320428"/>
                    <a:pt x="1259028" y="2434281"/>
                    <a:pt x="1268308" y="2547438"/>
                  </a:cubicBezTo>
                  <a:cubicBezTo>
                    <a:pt x="1287948" y="2786892"/>
                    <a:pt x="1367680" y="3006675"/>
                    <a:pt x="1515014" y="3198330"/>
                  </a:cubicBezTo>
                  <a:cubicBezTo>
                    <a:pt x="1562929" y="3260657"/>
                    <a:pt x="1620586" y="3315439"/>
                    <a:pt x="1672001" y="3375208"/>
                  </a:cubicBezTo>
                  <a:cubicBezTo>
                    <a:pt x="1677968" y="3382145"/>
                    <a:pt x="1677543" y="3403176"/>
                    <a:pt x="1671454" y="3410500"/>
                  </a:cubicBezTo>
                  <a:cubicBezTo>
                    <a:pt x="1630862" y="3459321"/>
                    <a:pt x="1587965" y="3506227"/>
                    <a:pt x="1545736" y="3553685"/>
                  </a:cubicBezTo>
                  <a:cubicBezTo>
                    <a:pt x="1512323" y="3591233"/>
                    <a:pt x="1478796" y="3628679"/>
                    <a:pt x="1442485" y="3669344"/>
                  </a:cubicBezTo>
                  <a:cubicBezTo>
                    <a:pt x="1158465" y="3414394"/>
                    <a:pt x="985478" y="3097799"/>
                    <a:pt x="916282" y="2719090"/>
                  </a:cubicBezTo>
                  <a:cubicBezTo>
                    <a:pt x="909293" y="2601944"/>
                    <a:pt x="897202" y="2487937"/>
                    <a:pt x="899514" y="2374221"/>
                  </a:cubicBezTo>
                  <a:cubicBezTo>
                    <a:pt x="903479" y="2179281"/>
                    <a:pt x="948098" y="1992126"/>
                    <a:pt x="1024723" y="1812008"/>
                  </a:cubicBezTo>
                  <a:cubicBezTo>
                    <a:pt x="1076583" y="1690103"/>
                    <a:pt x="1138141" y="1573269"/>
                    <a:pt x="1221095" y="1471381"/>
                  </a:cubicBezTo>
                  <a:cubicBezTo>
                    <a:pt x="1298585" y="1376207"/>
                    <a:pt x="1388046" y="1290356"/>
                    <a:pt x="1476008" y="1204251"/>
                  </a:cubicBezTo>
                  <a:cubicBezTo>
                    <a:pt x="1569020" y="1113204"/>
                    <a:pt x="1680931" y="1047127"/>
                    <a:pt x="1796206" y="989345"/>
                  </a:cubicBezTo>
                  <a:cubicBezTo>
                    <a:pt x="1944614" y="914955"/>
                    <a:pt x="2100793" y="859905"/>
                    <a:pt x="2266871" y="840225"/>
                  </a:cubicBezTo>
                  <a:cubicBezTo>
                    <a:pt x="2359882" y="829204"/>
                    <a:pt x="2453612" y="816532"/>
                    <a:pt x="2546905" y="817365"/>
                  </a:cubicBezTo>
                  <a:close/>
                  <a:moveTo>
                    <a:pt x="2540259" y="166"/>
                  </a:moveTo>
                  <a:cubicBezTo>
                    <a:pt x="2730006" y="3589"/>
                    <a:pt x="2918395" y="23105"/>
                    <a:pt x="3104479" y="66878"/>
                  </a:cubicBezTo>
                  <a:cubicBezTo>
                    <a:pt x="3306585" y="114420"/>
                    <a:pt x="3499266" y="185046"/>
                    <a:pt x="3683664" y="278762"/>
                  </a:cubicBezTo>
                  <a:cubicBezTo>
                    <a:pt x="3840019" y="358228"/>
                    <a:pt x="3986709" y="453345"/>
                    <a:pt x="4121247" y="566252"/>
                  </a:cubicBezTo>
                  <a:cubicBezTo>
                    <a:pt x="4185039" y="619788"/>
                    <a:pt x="4250638" y="671927"/>
                    <a:pt x="4308988" y="731045"/>
                  </a:cubicBezTo>
                  <a:cubicBezTo>
                    <a:pt x="4471709" y="895903"/>
                    <a:pt x="4614273" y="1076675"/>
                    <a:pt x="4727783" y="1279645"/>
                  </a:cubicBezTo>
                  <a:cubicBezTo>
                    <a:pt x="4817328" y="1439760"/>
                    <a:pt x="4896728" y="1604594"/>
                    <a:pt x="4944566" y="1781869"/>
                  </a:cubicBezTo>
                  <a:cubicBezTo>
                    <a:pt x="4979678" y="1911990"/>
                    <a:pt x="5005456" y="2044773"/>
                    <a:pt x="5031764" y="2177090"/>
                  </a:cubicBezTo>
                  <a:cubicBezTo>
                    <a:pt x="5064369" y="2341087"/>
                    <a:pt x="5061470" y="2507875"/>
                    <a:pt x="5054594" y="2673432"/>
                  </a:cubicBezTo>
                  <a:cubicBezTo>
                    <a:pt x="5047387" y="2846958"/>
                    <a:pt x="5019528" y="3018815"/>
                    <a:pt x="4972323" y="3186486"/>
                  </a:cubicBezTo>
                  <a:cubicBezTo>
                    <a:pt x="4920198" y="3371630"/>
                    <a:pt x="4853036" y="3551117"/>
                    <a:pt x="4761060" y="3720680"/>
                  </a:cubicBezTo>
                  <a:cubicBezTo>
                    <a:pt x="4683118" y="3864368"/>
                    <a:pt x="4595796" y="4001788"/>
                    <a:pt x="4489725" y="4126593"/>
                  </a:cubicBezTo>
                  <a:cubicBezTo>
                    <a:pt x="4437511" y="4188029"/>
                    <a:pt x="4385068" y="4249333"/>
                    <a:pt x="4330776" y="4308916"/>
                  </a:cubicBezTo>
                  <a:cubicBezTo>
                    <a:pt x="4306809" y="4335219"/>
                    <a:pt x="4278899" y="4358277"/>
                    <a:pt x="4250701" y="4380125"/>
                  </a:cubicBezTo>
                  <a:cubicBezTo>
                    <a:pt x="4243903" y="4385391"/>
                    <a:pt x="4223782" y="4384678"/>
                    <a:pt x="4218350" y="4378800"/>
                  </a:cubicBezTo>
                  <a:cubicBezTo>
                    <a:pt x="4141916" y="4296127"/>
                    <a:pt x="4066967" y="4212083"/>
                    <a:pt x="3993185" y="4130069"/>
                  </a:cubicBezTo>
                  <a:cubicBezTo>
                    <a:pt x="4081930" y="4026749"/>
                    <a:pt x="4170427" y="3923718"/>
                    <a:pt x="4260953" y="3818586"/>
                  </a:cubicBezTo>
                  <a:cubicBezTo>
                    <a:pt x="4351930" y="3695037"/>
                    <a:pt x="4427256" y="3565533"/>
                    <a:pt x="4490507" y="3429047"/>
                  </a:cubicBezTo>
                  <a:cubicBezTo>
                    <a:pt x="4569277" y="3259073"/>
                    <a:pt x="4622389" y="3081468"/>
                    <a:pt x="4656779" y="2897087"/>
                  </a:cubicBezTo>
                  <a:cubicBezTo>
                    <a:pt x="4687676" y="2731430"/>
                    <a:pt x="4693758" y="2564721"/>
                    <a:pt x="4686006" y="2397965"/>
                  </a:cubicBezTo>
                  <a:cubicBezTo>
                    <a:pt x="4679047" y="2248295"/>
                    <a:pt x="4657839" y="2098410"/>
                    <a:pt x="4610658" y="1955953"/>
                  </a:cubicBezTo>
                  <a:cubicBezTo>
                    <a:pt x="4563733" y="1814266"/>
                    <a:pt x="4509386" y="1674055"/>
                    <a:pt x="4445588" y="1539209"/>
                  </a:cubicBezTo>
                  <a:cubicBezTo>
                    <a:pt x="4380363" y="1401343"/>
                    <a:pt x="4294739" y="1274021"/>
                    <a:pt x="4193117" y="1158951"/>
                  </a:cubicBezTo>
                  <a:cubicBezTo>
                    <a:pt x="4139594" y="1098346"/>
                    <a:pt x="4086763" y="1036833"/>
                    <a:pt x="4029442" y="979941"/>
                  </a:cubicBezTo>
                  <a:cubicBezTo>
                    <a:pt x="3897744" y="849228"/>
                    <a:pt x="3748643" y="741133"/>
                    <a:pt x="3587253" y="649646"/>
                  </a:cubicBezTo>
                  <a:cubicBezTo>
                    <a:pt x="3410020" y="549177"/>
                    <a:pt x="3222896" y="473500"/>
                    <a:pt x="3023988" y="429722"/>
                  </a:cubicBezTo>
                  <a:cubicBezTo>
                    <a:pt x="2931850" y="409444"/>
                    <a:pt x="2837978" y="396282"/>
                    <a:pt x="2744387" y="383633"/>
                  </a:cubicBezTo>
                  <a:cubicBezTo>
                    <a:pt x="2679028" y="374801"/>
                    <a:pt x="2612623" y="366191"/>
                    <a:pt x="2547012" y="368191"/>
                  </a:cubicBezTo>
                  <a:cubicBezTo>
                    <a:pt x="2375727" y="373413"/>
                    <a:pt x="2205552" y="387324"/>
                    <a:pt x="2037598" y="428351"/>
                  </a:cubicBezTo>
                  <a:cubicBezTo>
                    <a:pt x="1873287" y="468489"/>
                    <a:pt x="1715443" y="523919"/>
                    <a:pt x="1564809" y="599369"/>
                  </a:cubicBezTo>
                  <a:cubicBezTo>
                    <a:pt x="1410204" y="676808"/>
                    <a:pt x="1267668" y="772763"/>
                    <a:pt x="1135461" y="885012"/>
                  </a:cubicBezTo>
                  <a:cubicBezTo>
                    <a:pt x="971078" y="1024580"/>
                    <a:pt x="830509" y="1184635"/>
                    <a:pt x="713573" y="1364919"/>
                  </a:cubicBezTo>
                  <a:cubicBezTo>
                    <a:pt x="568411" y="1588723"/>
                    <a:pt x="466814" y="1831640"/>
                    <a:pt x="417229" y="2094163"/>
                  </a:cubicBezTo>
                  <a:cubicBezTo>
                    <a:pt x="397496" y="2198644"/>
                    <a:pt x="384821" y="2305050"/>
                    <a:pt x="377780" y="2411165"/>
                  </a:cubicBezTo>
                  <a:cubicBezTo>
                    <a:pt x="371224" y="2509957"/>
                    <a:pt x="369249" y="2610160"/>
                    <a:pt x="377903" y="2708630"/>
                  </a:cubicBezTo>
                  <a:cubicBezTo>
                    <a:pt x="397423" y="2930721"/>
                    <a:pt x="448621" y="3146120"/>
                    <a:pt x="535413" y="3352451"/>
                  </a:cubicBezTo>
                  <a:cubicBezTo>
                    <a:pt x="619153" y="3551528"/>
                    <a:pt x="727419" y="3736187"/>
                    <a:pt x="864712" y="3902571"/>
                  </a:cubicBezTo>
                  <a:cubicBezTo>
                    <a:pt x="927253" y="3978364"/>
                    <a:pt x="999163" y="4046428"/>
                    <a:pt x="1069773" y="4121119"/>
                  </a:cubicBezTo>
                  <a:cubicBezTo>
                    <a:pt x="1066991" y="4126799"/>
                    <a:pt x="1064475" y="4137137"/>
                    <a:pt x="1058175" y="4143997"/>
                  </a:cubicBezTo>
                  <a:cubicBezTo>
                    <a:pt x="988123" y="4220251"/>
                    <a:pt x="917081" y="4295597"/>
                    <a:pt x="847278" y="4372074"/>
                  </a:cubicBezTo>
                  <a:cubicBezTo>
                    <a:pt x="828575" y="4392565"/>
                    <a:pt x="815658" y="4392387"/>
                    <a:pt x="795304" y="4372668"/>
                  </a:cubicBezTo>
                  <a:cubicBezTo>
                    <a:pt x="607220" y="4190450"/>
                    <a:pt x="446718" y="3987579"/>
                    <a:pt x="319940" y="3757636"/>
                  </a:cubicBezTo>
                  <a:cubicBezTo>
                    <a:pt x="189410" y="3520887"/>
                    <a:pt x="94556" y="3271508"/>
                    <a:pt x="48437" y="3005185"/>
                  </a:cubicBezTo>
                  <a:cubicBezTo>
                    <a:pt x="28705" y="2891238"/>
                    <a:pt x="19688" y="2775342"/>
                    <a:pt x="8305" y="2660085"/>
                  </a:cubicBezTo>
                  <a:cubicBezTo>
                    <a:pt x="2577" y="2602091"/>
                    <a:pt x="-1478" y="2543411"/>
                    <a:pt x="514" y="2485275"/>
                  </a:cubicBezTo>
                  <a:cubicBezTo>
                    <a:pt x="6654" y="2305943"/>
                    <a:pt x="27491" y="2128455"/>
                    <a:pt x="67540" y="1952963"/>
                  </a:cubicBezTo>
                  <a:cubicBezTo>
                    <a:pt x="119419" y="1725629"/>
                    <a:pt x="204476" y="1511379"/>
                    <a:pt x="315382" y="1307394"/>
                  </a:cubicBezTo>
                  <a:cubicBezTo>
                    <a:pt x="390235" y="1169718"/>
                    <a:pt x="476818" y="1038939"/>
                    <a:pt x="580577" y="920981"/>
                  </a:cubicBezTo>
                  <a:cubicBezTo>
                    <a:pt x="653343" y="838257"/>
                    <a:pt x="726840" y="755536"/>
                    <a:pt x="806588" y="679733"/>
                  </a:cubicBezTo>
                  <a:cubicBezTo>
                    <a:pt x="949239" y="544141"/>
                    <a:pt x="1107831" y="429056"/>
                    <a:pt x="1279566" y="331978"/>
                  </a:cubicBezTo>
                  <a:cubicBezTo>
                    <a:pt x="1438214" y="242299"/>
                    <a:pt x="1603320" y="168275"/>
                    <a:pt x="1777692" y="115165"/>
                  </a:cubicBezTo>
                  <a:cubicBezTo>
                    <a:pt x="1922374" y="71098"/>
                    <a:pt x="2068797" y="34934"/>
                    <a:pt x="2220030" y="22424"/>
                  </a:cubicBezTo>
                  <a:cubicBezTo>
                    <a:pt x="2326716" y="13599"/>
                    <a:pt x="2433679" y="-1758"/>
                    <a:pt x="2540259" y="166"/>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54" name="Group 53">
            <a:extLst>
              <a:ext uri="{FF2B5EF4-FFF2-40B4-BE49-F238E27FC236}">
                <a16:creationId xmlns:a16="http://schemas.microsoft.com/office/drawing/2014/main" id="{CBE2D5B9-4DB7-3ECA-7501-CE9E6DB3FDDD}"/>
              </a:ext>
              <a:ext uri="{C183D7F6-B498-43B3-948B-1728B52AA6E4}">
                <adec:decorative xmlns:adec="http://schemas.microsoft.com/office/drawing/2017/decorative" val="1"/>
              </a:ext>
            </a:extLst>
          </p:cNvPr>
          <p:cNvGrpSpPr>
            <a:grpSpLocks noChangeAspect="1"/>
          </p:cNvGrpSpPr>
          <p:nvPr/>
        </p:nvGrpSpPr>
        <p:grpSpPr>
          <a:xfrm>
            <a:off x="6576746" y="5755986"/>
            <a:ext cx="476355" cy="457200"/>
            <a:chOff x="6576746" y="5755986"/>
            <a:chExt cx="476355" cy="457200"/>
          </a:xfrm>
          <a:solidFill>
            <a:srgbClr val="FF0000"/>
          </a:solidFill>
        </p:grpSpPr>
        <p:sp>
          <p:nvSpPr>
            <p:cNvPr id="2769" name="Freeform: Shape 2768">
              <a:extLst>
                <a:ext uri="{FF2B5EF4-FFF2-40B4-BE49-F238E27FC236}">
                  <a16:creationId xmlns:a16="http://schemas.microsoft.com/office/drawing/2014/main" id="{F4006442-4F66-773F-873C-01107AEF04A3}"/>
                </a:ext>
                <a:ext uri="{C183D7F6-B498-43B3-948B-1728B52AA6E4}">
                  <adec:decorative xmlns:adec="http://schemas.microsoft.com/office/drawing/2017/decorative" val="1"/>
                </a:ext>
              </a:extLst>
            </p:cNvPr>
            <p:cNvSpPr/>
            <p:nvPr/>
          </p:nvSpPr>
          <p:spPr>
            <a:xfrm>
              <a:off x="6576746" y="5962200"/>
              <a:ext cx="476355" cy="250986"/>
            </a:xfrm>
            <a:custGeom>
              <a:avLst/>
              <a:gdLst>
                <a:gd name="connsiteX0" fmla="*/ 5813762 w 7145322"/>
                <a:gd name="connsiteY0" fmla="*/ 3404803 h 3764787"/>
                <a:gd name="connsiteX1" fmla="*/ 6282066 w 7145322"/>
                <a:gd name="connsiteY1" fmla="*/ 3404803 h 3764787"/>
                <a:gd name="connsiteX2" fmla="*/ 6282066 w 7145322"/>
                <a:gd name="connsiteY2" fmla="*/ 3764787 h 3764787"/>
                <a:gd name="connsiteX3" fmla="*/ 5813762 w 7145322"/>
                <a:gd name="connsiteY3" fmla="*/ 3764787 h 3764787"/>
                <a:gd name="connsiteX4" fmla="*/ 888495 w 7145322"/>
                <a:gd name="connsiteY4" fmla="*/ 3404803 h 3764787"/>
                <a:gd name="connsiteX5" fmla="*/ 1356799 w 7145322"/>
                <a:gd name="connsiteY5" fmla="*/ 3404803 h 3764787"/>
                <a:gd name="connsiteX6" fmla="*/ 1356799 w 7145322"/>
                <a:gd name="connsiteY6" fmla="*/ 3764787 h 3764787"/>
                <a:gd name="connsiteX7" fmla="*/ 888495 w 7145322"/>
                <a:gd name="connsiteY7" fmla="*/ 3764787 h 3764787"/>
                <a:gd name="connsiteX8" fmla="*/ 460261 w 7145322"/>
                <a:gd name="connsiteY8" fmla="*/ 1167422 h 3764787"/>
                <a:gd name="connsiteX9" fmla="*/ 460261 w 7145322"/>
                <a:gd name="connsiteY9" fmla="*/ 2944538 h 3764787"/>
                <a:gd name="connsiteX10" fmla="*/ 6685067 w 7145322"/>
                <a:gd name="connsiteY10" fmla="*/ 2944538 h 3764787"/>
                <a:gd name="connsiteX11" fmla="*/ 6685067 w 7145322"/>
                <a:gd name="connsiteY11" fmla="*/ 1167422 h 3764787"/>
                <a:gd name="connsiteX12" fmla="*/ 933840 w 7145322"/>
                <a:gd name="connsiteY12" fmla="*/ 0 h 3764787"/>
                <a:gd name="connsiteX13" fmla="*/ 1381196 w 7145322"/>
                <a:gd name="connsiteY13" fmla="*/ 0 h 3764787"/>
                <a:gd name="connsiteX14" fmla="*/ 1381196 w 7145322"/>
                <a:gd name="connsiteY14" fmla="*/ 707167 h 3764787"/>
                <a:gd name="connsiteX15" fmla="*/ 7145317 w 7145322"/>
                <a:gd name="connsiteY15" fmla="*/ 707167 h 3764787"/>
                <a:gd name="connsiteX16" fmla="*/ 7145317 w 7145322"/>
                <a:gd name="connsiteY16" fmla="*/ 707172 h 3764787"/>
                <a:gd name="connsiteX17" fmla="*/ 7145322 w 7145322"/>
                <a:gd name="connsiteY17" fmla="*/ 707172 h 3764787"/>
                <a:gd name="connsiteX18" fmla="*/ 7145322 w 7145322"/>
                <a:gd name="connsiteY18" fmla="*/ 2964865 h 3764787"/>
                <a:gd name="connsiteX19" fmla="*/ 7145317 w 7145322"/>
                <a:gd name="connsiteY19" fmla="*/ 2964865 h 3764787"/>
                <a:gd name="connsiteX20" fmla="*/ 7145318 w 7145322"/>
                <a:gd name="connsiteY20" fmla="*/ 3174665 h 3764787"/>
                <a:gd name="connsiteX21" fmla="*/ 6915190 w 7145322"/>
                <a:gd name="connsiteY21" fmla="*/ 3404793 h 3764787"/>
                <a:gd name="connsiteX22" fmla="*/ 460261 w 7145322"/>
                <a:gd name="connsiteY22" fmla="*/ 3404793 h 3764787"/>
                <a:gd name="connsiteX23" fmla="*/ 460261 w 7145322"/>
                <a:gd name="connsiteY23" fmla="*/ 3404798 h 3764787"/>
                <a:gd name="connsiteX24" fmla="*/ 6 w 7145322"/>
                <a:gd name="connsiteY24" fmla="*/ 3404798 h 3764787"/>
                <a:gd name="connsiteX25" fmla="*/ 6 w 7145322"/>
                <a:gd name="connsiteY25" fmla="*/ 3404793 h 3764787"/>
                <a:gd name="connsiteX26" fmla="*/ 1 w 7145322"/>
                <a:gd name="connsiteY26" fmla="*/ 3404793 h 3764787"/>
                <a:gd name="connsiteX27" fmla="*/ 1 w 7145322"/>
                <a:gd name="connsiteY27" fmla="*/ 2944538 h 3764787"/>
                <a:gd name="connsiteX28" fmla="*/ 6 w 7145322"/>
                <a:gd name="connsiteY28" fmla="*/ 2944538 h 3764787"/>
                <a:gd name="connsiteX29" fmla="*/ 6 w 7145322"/>
                <a:gd name="connsiteY29" fmla="*/ 1167422 h 3764787"/>
                <a:gd name="connsiteX30" fmla="*/ 2 w 7145322"/>
                <a:gd name="connsiteY30" fmla="*/ 1167422 h 3764787"/>
                <a:gd name="connsiteX31" fmla="*/ 0 w 7145322"/>
                <a:gd name="connsiteY31" fmla="*/ 937295 h 3764787"/>
                <a:gd name="connsiteX32" fmla="*/ 230128 w 7145322"/>
                <a:gd name="connsiteY32" fmla="*/ 707167 h 3764787"/>
                <a:gd name="connsiteX33" fmla="*/ 933840 w 7145322"/>
                <a:gd name="connsiteY33" fmla="*/ 707167 h 376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145322" h="3764787">
                  <a:moveTo>
                    <a:pt x="5813762" y="3404803"/>
                  </a:moveTo>
                  <a:lnTo>
                    <a:pt x="6282066" y="3404803"/>
                  </a:lnTo>
                  <a:lnTo>
                    <a:pt x="6282066" y="3764787"/>
                  </a:lnTo>
                  <a:lnTo>
                    <a:pt x="5813762" y="3764787"/>
                  </a:lnTo>
                  <a:close/>
                  <a:moveTo>
                    <a:pt x="888495" y="3404803"/>
                  </a:moveTo>
                  <a:lnTo>
                    <a:pt x="1356799" y="3404803"/>
                  </a:lnTo>
                  <a:lnTo>
                    <a:pt x="1356799" y="3764787"/>
                  </a:lnTo>
                  <a:lnTo>
                    <a:pt x="888495" y="3764787"/>
                  </a:lnTo>
                  <a:close/>
                  <a:moveTo>
                    <a:pt x="460261" y="1167422"/>
                  </a:moveTo>
                  <a:lnTo>
                    <a:pt x="460261" y="2944538"/>
                  </a:lnTo>
                  <a:lnTo>
                    <a:pt x="6685067" y="2944538"/>
                  </a:lnTo>
                  <a:lnTo>
                    <a:pt x="6685067" y="1167422"/>
                  </a:lnTo>
                  <a:close/>
                  <a:moveTo>
                    <a:pt x="933840" y="0"/>
                  </a:moveTo>
                  <a:lnTo>
                    <a:pt x="1381196" y="0"/>
                  </a:lnTo>
                  <a:lnTo>
                    <a:pt x="1381196" y="707167"/>
                  </a:lnTo>
                  <a:lnTo>
                    <a:pt x="7145317" y="707167"/>
                  </a:lnTo>
                  <a:lnTo>
                    <a:pt x="7145317" y="707172"/>
                  </a:lnTo>
                  <a:lnTo>
                    <a:pt x="7145322" y="707172"/>
                  </a:lnTo>
                  <a:lnTo>
                    <a:pt x="7145322" y="2964865"/>
                  </a:lnTo>
                  <a:lnTo>
                    <a:pt x="7145317" y="2964865"/>
                  </a:lnTo>
                  <a:lnTo>
                    <a:pt x="7145318" y="3174665"/>
                  </a:lnTo>
                  <a:cubicBezTo>
                    <a:pt x="7145318" y="3301761"/>
                    <a:pt x="7042286" y="3404793"/>
                    <a:pt x="6915190" y="3404793"/>
                  </a:cubicBezTo>
                  <a:lnTo>
                    <a:pt x="460261" y="3404793"/>
                  </a:lnTo>
                  <a:lnTo>
                    <a:pt x="460261" y="3404798"/>
                  </a:lnTo>
                  <a:lnTo>
                    <a:pt x="6" y="3404798"/>
                  </a:lnTo>
                  <a:lnTo>
                    <a:pt x="6" y="3404793"/>
                  </a:lnTo>
                  <a:lnTo>
                    <a:pt x="1" y="3404793"/>
                  </a:lnTo>
                  <a:lnTo>
                    <a:pt x="1" y="2944538"/>
                  </a:lnTo>
                  <a:lnTo>
                    <a:pt x="6" y="2944538"/>
                  </a:lnTo>
                  <a:lnTo>
                    <a:pt x="6" y="1167422"/>
                  </a:lnTo>
                  <a:lnTo>
                    <a:pt x="2" y="1167422"/>
                  </a:lnTo>
                  <a:cubicBezTo>
                    <a:pt x="2" y="1090713"/>
                    <a:pt x="0" y="1014004"/>
                    <a:pt x="0" y="937295"/>
                  </a:cubicBezTo>
                  <a:cubicBezTo>
                    <a:pt x="0" y="810199"/>
                    <a:pt x="103032" y="707167"/>
                    <a:pt x="230128" y="707167"/>
                  </a:cubicBezTo>
                  <a:lnTo>
                    <a:pt x="933840" y="7071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70" name="Freeform: Shape 2769">
              <a:extLst>
                <a:ext uri="{FF2B5EF4-FFF2-40B4-BE49-F238E27FC236}">
                  <a16:creationId xmlns:a16="http://schemas.microsoft.com/office/drawing/2014/main" id="{8CD46558-E83D-0E96-7178-9D6710502B08}"/>
                </a:ext>
                <a:ext uri="{C183D7F6-B498-43B3-948B-1728B52AA6E4}">
                  <adec:decorative xmlns:adec="http://schemas.microsoft.com/office/drawing/2017/decorative" val="1"/>
                </a:ext>
              </a:extLst>
            </p:cNvPr>
            <p:cNvSpPr/>
            <p:nvPr/>
          </p:nvSpPr>
          <p:spPr>
            <a:xfrm>
              <a:off x="6631919" y="5755986"/>
              <a:ext cx="363066" cy="372291"/>
            </a:xfrm>
            <a:custGeom>
              <a:avLst/>
              <a:gdLst>
                <a:gd name="connsiteX0" fmla="*/ 2757903 w 5445987"/>
                <a:gd name="connsiteY0" fmla="*/ 5031704 h 5584360"/>
                <a:gd name="connsiteX1" fmla="*/ 5445987 w 5445987"/>
                <a:gd name="connsiteY1" fmla="*/ 5031704 h 5584360"/>
                <a:gd name="connsiteX2" fmla="*/ 5445987 w 5445987"/>
                <a:gd name="connsiteY2" fmla="*/ 5240982 h 5584360"/>
                <a:gd name="connsiteX3" fmla="*/ 2757903 w 5445987"/>
                <a:gd name="connsiteY3" fmla="*/ 5240982 h 5584360"/>
                <a:gd name="connsiteX4" fmla="*/ 1423011 w 5445987"/>
                <a:gd name="connsiteY4" fmla="*/ 4688335 h 5584360"/>
                <a:gd name="connsiteX5" fmla="*/ 2319036 w 5445987"/>
                <a:gd name="connsiteY5" fmla="*/ 4688335 h 5584360"/>
                <a:gd name="connsiteX6" fmla="*/ 2319036 w 5445987"/>
                <a:gd name="connsiteY6" fmla="*/ 5584360 h 5584360"/>
                <a:gd name="connsiteX7" fmla="*/ 1423011 w 5445987"/>
                <a:gd name="connsiteY7" fmla="*/ 5584360 h 5584360"/>
                <a:gd name="connsiteX8" fmla="*/ 69819 w 5445987"/>
                <a:gd name="connsiteY8" fmla="*/ 4688335 h 5584360"/>
                <a:gd name="connsiteX9" fmla="*/ 965844 w 5445987"/>
                <a:gd name="connsiteY9" fmla="*/ 4688335 h 5584360"/>
                <a:gd name="connsiteX10" fmla="*/ 965844 w 5445987"/>
                <a:gd name="connsiteY10" fmla="*/ 5584360 h 5584360"/>
                <a:gd name="connsiteX11" fmla="*/ 69819 w 5445987"/>
                <a:gd name="connsiteY11" fmla="*/ 5584360 h 5584360"/>
                <a:gd name="connsiteX12" fmla="*/ 0 w 5445987"/>
                <a:gd name="connsiteY12" fmla="*/ 2102556 h 5584360"/>
                <a:gd name="connsiteX13" fmla="*/ 671024 w 5445987"/>
                <a:gd name="connsiteY13" fmla="*/ 2102556 h 5584360"/>
                <a:gd name="connsiteX14" fmla="*/ 671024 w 5445987"/>
                <a:gd name="connsiteY14" fmla="*/ 2773586 h 5584360"/>
                <a:gd name="connsiteX15" fmla="*/ 0 w 5445987"/>
                <a:gd name="connsiteY15" fmla="*/ 2773586 h 5584360"/>
                <a:gd name="connsiteX16" fmla="*/ 324330 w 5445987"/>
                <a:gd name="connsiteY16" fmla="*/ 1314098 h 5584360"/>
                <a:gd name="connsiteX17" fmla="*/ 1465079 w 5445987"/>
                <a:gd name="connsiteY17" fmla="*/ 2443663 h 5584360"/>
                <a:gd name="connsiteX18" fmla="*/ 1012131 w 5445987"/>
                <a:gd name="connsiteY18" fmla="*/ 2443663 h 5584360"/>
                <a:gd name="connsiteX19" fmla="*/ 324330 w 5445987"/>
                <a:gd name="connsiteY19" fmla="*/ 1767042 h 5584360"/>
                <a:gd name="connsiteX20" fmla="*/ 318738 w 5445987"/>
                <a:gd name="connsiteY20" fmla="*/ 654253 h 5584360"/>
                <a:gd name="connsiteX21" fmla="*/ 754905 w 5445987"/>
                <a:gd name="connsiteY21" fmla="*/ 738130 h 5584360"/>
                <a:gd name="connsiteX22" fmla="*/ 2113735 w 5445987"/>
                <a:gd name="connsiteY22" fmla="*/ 2443658 h 5584360"/>
                <a:gd name="connsiteX23" fmla="*/ 1671976 w 5445987"/>
                <a:gd name="connsiteY23" fmla="*/ 2443658 h 5584360"/>
                <a:gd name="connsiteX24" fmla="*/ 620700 w 5445987"/>
                <a:gd name="connsiteY24" fmla="*/ 1157525 h 5584360"/>
                <a:gd name="connsiteX25" fmla="*/ 318738 w 5445987"/>
                <a:gd name="connsiteY25" fmla="*/ 1096012 h 5584360"/>
                <a:gd name="connsiteX26" fmla="*/ 329922 w 5445987"/>
                <a:gd name="connsiteY26" fmla="*/ 0 h 5584360"/>
                <a:gd name="connsiteX27" fmla="*/ 335514 w 5445987"/>
                <a:gd name="connsiteY27" fmla="*/ 0 h 5584360"/>
                <a:gd name="connsiteX28" fmla="*/ 2784764 w 5445987"/>
                <a:gd name="connsiteY28" fmla="*/ 2432474 h 5584360"/>
                <a:gd name="connsiteX29" fmla="*/ 2784764 w 5445987"/>
                <a:gd name="connsiteY29" fmla="*/ 2449251 h 5584360"/>
                <a:gd name="connsiteX30" fmla="*/ 2343005 w 5445987"/>
                <a:gd name="connsiteY30" fmla="*/ 2449251 h 5584360"/>
                <a:gd name="connsiteX31" fmla="*/ 324330 w 5445987"/>
                <a:gd name="connsiteY31" fmla="*/ 441760 h 5584360"/>
                <a:gd name="connsiteX32" fmla="*/ 329922 w 5445987"/>
                <a:gd name="connsiteY32" fmla="*/ 441760 h 558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45987" h="5584360">
                  <a:moveTo>
                    <a:pt x="2757903" y="5031704"/>
                  </a:moveTo>
                  <a:lnTo>
                    <a:pt x="5445987" y="5031704"/>
                  </a:lnTo>
                  <a:lnTo>
                    <a:pt x="5445987" y="5240982"/>
                  </a:lnTo>
                  <a:lnTo>
                    <a:pt x="2757903" y="5240982"/>
                  </a:lnTo>
                  <a:close/>
                  <a:moveTo>
                    <a:pt x="1423011" y="4688335"/>
                  </a:moveTo>
                  <a:lnTo>
                    <a:pt x="2319036" y="4688335"/>
                  </a:lnTo>
                  <a:lnTo>
                    <a:pt x="2319036" y="5584360"/>
                  </a:lnTo>
                  <a:lnTo>
                    <a:pt x="1423011" y="5584360"/>
                  </a:lnTo>
                  <a:close/>
                  <a:moveTo>
                    <a:pt x="69819" y="4688335"/>
                  </a:moveTo>
                  <a:lnTo>
                    <a:pt x="965844" y="4688335"/>
                  </a:lnTo>
                  <a:lnTo>
                    <a:pt x="965844" y="5584360"/>
                  </a:lnTo>
                  <a:lnTo>
                    <a:pt x="69819" y="5584360"/>
                  </a:lnTo>
                  <a:close/>
                  <a:moveTo>
                    <a:pt x="0" y="2102556"/>
                  </a:moveTo>
                  <a:lnTo>
                    <a:pt x="671024" y="2102556"/>
                  </a:lnTo>
                  <a:lnTo>
                    <a:pt x="671024" y="2773586"/>
                  </a:lnTo>
                  <a:lnTo>
                    <a:pt x="0" y="2773586"/>
                  </a:lnTo>
                  <a:close/>
                  <a:moveTo>
                    <a:pt x="324330" y="1314098"/>
                  </a:moveTo>
                  <a:cubicBezTo>
                    <a:pt x="917070" y="1381203"/>
                    <a:pt x="1392382" y="1850918"/>
                    <a:pt x="1465079" y="2443663"/>
                  </a:cubicBezTo>
                  <a:lnTo>
                    <a:pt x="1012131" y="2443663"/>
                  </a:lnTo>
                  <a:cubicBezTo>
                    <a:pt x="945031" y="2102556"/>
                    <a:pt x="671029" y="1828554"/>
                    <a:pt x="324330" y="1767042"/>
                  </a:cubicBezTo>
                  <a:close/>
                  <a:moveTo>
                    <a:pt x="318738" y="654253"/>
                  </a:moveTo>
                  <a:cubicBezTo>
                    <a:pt x="469719" y="665437"/>
                    <a:pt x="615108" y="693398"/>
                    <a:pt x="754905" y="738130"/>
                  </a:cubicBezTo>
                  <a:cubicBezTo>
                    <a:pt x="1526587" y="978584"/>
                    <a:pt x="2057814" y="1655200"/>
                    <a:pt x="2113735" y="2443658"/>
                  </a:cubicBezTo>
                  <a:lnTo>
                    <a:pt x="1671976" y="2443658"/>
                  </a:lnTo>
                  <a:cubicBezTo>
                    <a:pt x="1610463" y="1845326"/>
                    <a:pt x="1207848" y="1342054"/>
                    <a:pt x="620700" y="1157525"/>
                  </a:cubicBezTo>
                  <a:cubicBezTo>
                    <a:pt x="525640" y="1123973"/>
                    <a:pt x="419391" y="1107196"/>
                    <a:pt x="318738" y="1096012"/>
                  </a:cubicBezTo>
                  <a:close/>
                  <a:moveTo>
                    <a:pt x="329922" y="0"/>
                  </a:moveTo>
                  <a:cubicBezTo>
                    <a:pt x="329922" y="0"/>
                    <a:pt x="335514" y="0"/>
                    <a:pt x="335514" y="0"/>
                  </a:cubicBezTo>
                  <a:cubicBezTo>
                    <a:pt x="1649607" y="78285"/>
                    <a:pt x="2700883" y="1123973"/>
                    <a:pt x="2784764" y="2432474"/>
                  </a:cubicBezTo>
                  <a:cubicBezTo>
                    <a:pt x="2784764" y="2438066"/>
                    <a:pt x="2784764" y="2443659"/>
                    <a:pt x="2784764" y="2449251"/>
                  </a:cubicBezTo>
                  <a:lnTo>
                    <a:pt x="2343005" y="2449251"/>
                  </a:lnTo>
                  <a:cubicBezTo>
                    <a:pt x="2264716" y="1370014"/>
                    <a:pt x="1397974" y="514456"/>
                    <a:pt x="324330" y="441760"/>
                  </a:cubicBezTo>
                  <a:lnTo>
                    <a:pt x="329922" y="441760"/>
                  </a:lnTo>
                  <a:close/>
                </a:path>
              </a:pathLst>
            </a:custGeom>
            <a:solidFill>
              <a:schemeClr val="accent1"/>
            </a:solidFill>
            <a:ln w="12535" cap="flat">
              <a:noFill/>
              <a:prstDash val="solid"/>
              <a:miter/>
            </a:ln>
          </p:spPr>
          <p:txBody>
            <a:bodyPr wrap="square" rtlCol="0" anchor="ctr">
              <a:noAutofit/>
            </a:bodyPr>
            <a:lstStyle/>
            <a:p>
              <a:endParaRPr lang="en-US"/>
            </a:p>
          </p:txBody>
        </p:sp>
      </p:grpSp>
      <p:grpSp>
        <p:nvGrpSpPr>
          <p:cNvPr id="53" name="Group 52">
            <a:extLst>
              <a:ext uri="{FF2B5EF4-FFF2-40B4-BE49-F238E27FC236}">
                <a16:creationId xmlns:a16="http://schemas.microsoft.com/office/drawing/2014/main" id="{C3C9745A-12F6-2646-1FFA-8A6823D089CF}"/>
              </a:ext>
              <a:ext uri="{C183D7F6-B498-43B3-948B-1728B52AA6E4}">
                <adec:decorative xmlns:adec="http://schemas.microsoft.com/office/drawing/2017/decorative" val="1"/>
              </a:ext>
            </a:extLst>
          </p:cNvPr>
          <p:cNvGrpSpPr>
            <a:grpSpLocks noChangeAspect="1"/>
          </p:cNvGrpSpPr>
          <p:nvPr/>
        </p:nvGrpSpPr>
        <p:grpSpPr>
          <a:xfrm>
            <a:off x="7249508" y="5755986"/>
            <a:ext cx="511957" cy="457200"/>
            <a:chOff x="7249508" y="5755986"/>
            <a:chExt cx="511957" cy="457200"/>
          </a:xfrm>
          <a:solidFill>
            <a:srgbClr val="FF0000"/>
          </a:solidFill>
        </p:grpSpPr>
        <p:sp>
          <p:nvSpPr>
            <p:cNvPr id="2773" name="Freeform: Shape 2772">
              <a:extLst>
                <a:ext uri="{FF2B5EF4-FFF2-40B4-BE49-F238E27FC236}">
                  <a16:creationId xmlns:a16="http://schemas.microsoft.com/office/drawing/2014/main" id="{0F8ABC5D-D567-BC2E-E985-9AD98EC40914}"/>
                </a:ext>
                <a:ext uri="{C183D7F6-B498-43B3-948B-1728B52AA6E4}">
                  <adec:decorative xmlns:adec="http://schemas.microsoft.com/office/drawing/2017/decorative" val="1"/>
                </a:ext>
              </a:extLst>
            </p:cNvPr>
            <p:cNvSpPr/>
            <p:nvPr/>
          </p:nvSpPr>
          <p:spPr>
            <a:xfrm>
              <a:off x="7492770" y="5966334"/>
              <a:ext cx="35906" cy="35906"/>
            </a:xfrm>
            <a:custGeom>
              <a:avLst/>
              <a:gdLst>
                <a:gd name="connsiteX0" fmla="*/ 0 w 151833"/>
                <a:gd name="connsiteY0" fmla="*/ 0 h 151833"/>
                <a:gd name="connsiteX1" fmla="*/ 151834 w 151833"/>
                <a:gd name="connsiteY1" fmla="*/ 0 h 151833"/>
                <a:gd name="connsiteX2" fmla="*/ 151834 w 151833"/>
                <a:gd name="connsiteY2" fmla="*/ 151834 h 151833"/>
                <a:gd name="connsiteX3" fmla="*/ 0 w 151833"/>
                <a:gd name="connsiteY3" fmla="*/ 151834 h 151833"/>
              </a:gdLst>
              <a:ahLst/>
              <a:cxnLst>
                <a:cxn ang="0">
                  <a:pos x="connsiteX0" y="connsiteY0"/>
                </a:cxn>
                <a:cxn ang="0">
                  <a:pos x="connsiteX1" y="connsiteY1"/>
                </a:cxn>
                <a:cxn ang="0">
                  <a:pos x="connsiteX2" y="connsiteY2"/>
                </a:cxn>
                <a:cxn ang="0">
                  <a:pos x="connsiteX3" y="connsiteY3"/>
                </a:cxn>
              </a:cxnLst>
              <a:rect l="l" t="t" r="r" b="b"/>
              <a:pathLst>
                <a:path w="151833" h="151833">
                  <a:moveTo>
                    <a:pt x="0" y="0"/>
                  </a:moveTo>
                  <a:lnTo>
                    <a:pt x="151834" y="0"/>
                  </a:lnTo>
                  <a:lnTo>
                    <a:pt x="151834" y="151834"/>
                  </a:lnTo>
                  <a:lnTo>
                    <a:pt x="0" y="151834"/>
                  </a:lnTo>
                  <a:close/>
                </a:path>
              </a:pathLst>
            </a:custGeom>
            <a:solidFill>
              <a:schemeClr val="accent1"/>
            </a:solidFill>
            <a:ln w="12650"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47899FB9-874A-0720-B943-F436F2EE0CA7}"/>
                </a:ext>
                <a:ext uri="{C183D7F6-B498-43B3-948B-1728B52AA6E4}">
                  <adec:decorative xmlns:adec="http://schemas.microsoft.com/office/drawing/2017/decorative" val="1"/>
                </a:ext>
              </a:extLst>
            </p:cNvPr>
            <p:cNvSpPr/>
            <p:nvPr/>
          </p:nvSpPr>
          <p:spPr>
            <a:xfrm>
              <a:off x="7249508" y="5755986"/>
              <a:ext cx="511957" cy="457200"/>
            </a:xfrm>
            <a:custGeom>
              <a:avLst/>
              <a:gdLst>
                <a:gd name="connsiteX0" fmla="*/ 1934424 w 7679352"/>
                <a:gd name="connsiteY0" fmla="*/ 5794294 h 6858004"/>
                <a:gd name="connsiteX1" fmla="*/ 1934424 w 7679352"/>
                <a:gd name="connsiteY1" fmla="*/ 6480992 h 6858004"/>
                <a:gd name="connsiteX2" fmla="*/ 2621123 w 7679352"/>
                <a:gd name="connsiteY2" fmla="*/ 6480992 h 6858004"/>
                <a:gd name="connsiteX3" fmla="*/ 2621123 w 7679352"/>
                <a:gd name="connsiteY3" fmla="*/ 5794294 h 6858004"/>
                <a:gd name="connsiteX4" fmla="*/ 5403824 w 7679352"/>
                <a:gd name="connsiteY4" fmla="*/ 5767364 h 6858004"/>
                <a:gd name="connsiteX5" fmla="*/ 5040277 w 7679352"/>
                <a:gd name="connsiteY5" fmla="*/ 6130910 h 6858004"/>
                <a:gd name="connsiteX6" fmla="*/ 5403824 w 7679352"/>
                <a:gd name="connsiteY6" fmla="*/ 6494457 h 6858004"/>
                <a:gd name="connsiteX7" fmla="*/ 5767371 w 7679352"/>
                <a:gd name="connsiteY7" fmla="*/ 6130910 h 6858004"/>
                <a:gd name="connsiteX8" fmla="*/ 5403824 w 7679352"/>
                <a:gd name="connsiteY8" fmla="*/ 5767364 h 6858004"/>
                <a:gd name="connsiteX9" fmla="*/ 2962230 w 7679352"/>
                <a:gd name="connsiteY9" fmla="*/ 3312300 h 6858004"/>
                <a:gd name="connsiteX10" fmla="*/ 3321291 w 7679352"/>
                <a:gd name="connsiteY10" fmla="*/ 3312300 h 6858004"/>
                <a:gd name="connsiteX11" fmla="*/ 4025944 w 7679352"/>
                <a:gd name="connsiteY11" fmla="*/ 4016952 h 6858004"/>
                <a:gd name="connsiteX12" fmla="*/ 4025944 w 7679352"/>
                <a:gd name="connsiteY12" fmla="*/ 4376012 h 6858004"/>
                <a:gd name="connsiteX13" fmla="*/ 2962230 w 7679352"/>
                <a:gd name="connsiteY13" fmla="*/ 3312300 h 6858004"/>
                <a:gd name="connsiteX14" fmla="*/ 2396717 w 7679352"/>
                <a:gd name="connsiteY14" fmla="*/ 3312300 h 6858004"/>
                <a:gd name="connsiteX15" fmla="*/ 2755773 w 7679352"/>
                <a:gd name="connsiteY15" fmla="*/ 3312300 h 6858004"/>
                <a:gd name="connsiteX16" fmla="*/ 4025940 w 7679352"/>
                <a:gd name="connsiteY16" fmla="*/ 4582466 h 6858004"/>
                <a:gd name="connsiteX17" fmla="*/ 4025940 w 7679352"/>
                <a:gd name="connsiteY17" fmla="*/ 4941521 h 6858004"/>
                <a:gd name="connsiteX18" fmla="*/ 2396717 w 7679352"/>
                <a:gd name="connsiteY18" fmla="*/ 3312300 h 6858004"/>
                <a:gd name="connsiteX19" fmla="*/ 1835691 w 7679352"/>
                <a:gd name="connsiteY19" fmla="*/ 3312300 h 6858004"/>
                <a:gd name="connsiteX20" fmla="*/ 2194750 w 7679352"/>
                <a:gd name="connsiteY20" fmla="*/ 3312300 h 6858004"/>
                <a:gd name="connsiteX21" fmla="*/ 4025940 w 7679352"/>
                <a:gd name="connsiteY21" fmla="*/ 5143492 h 6858004"/>
                <a:gd name="connsiteX22" fmla="*/ 4025940 w 7679352"/>
                <a:gd name="connsiteY22" fmla="*/ 5502547 h 6858004"/>
                <a:gd name="connsiteX23" fmla="*/ 1835691 w 7679352"/>
                <a:gd name="connsiteY23" fmla="*/ 3312300 h 6858004"/>
                <a:gd name="connsiteX24" fmla="*/ 6629106 w 7679352"/>
                <a:gd name="connsiteY24" fmla="*/ 3083408 h 6858004"/>
                <a:gd name="connsiteX25" fmla="*/ 6629106 w 7679352"/>
                <a:gd name="connsiteY25" fmla="*/ 3774596 h 6858004"/>
                <a:gd name="connsiteX26" fmla="*/ 7315808 w 7679352"/>
                <a:gd name="connsiteY26" fmla="*/ 3774596 h 6858004"/>
                <a:gd name="connsiteX27" fmla="*/ 7315808 w 7679352"/>
                <a:gd name="connsiteY27" fmla="*/ 3083408 h 6858004"/>
                <a:gd name="connsiteX28" fmla="*/ 722603 w 7679352"/>
                <a:gd name="connsiteY28" fmla="*/ 3065455 h 6858004"/>
                <a:gd name="connsiteX29" fmla="*/ 359056 w 7679352"/>
                <a:gd name="connsiteY29" fmla="*/ 3429002 h 6858004"/>
                <a:gd name="connsiteX30" fmla="*/ 722603 w 7679352"/>
                <a:gd name="connsiteY30" fmla="*/ 3792549 h 6858004"/>
                <a:gd name="connsiteX31" fmla="*/ 1086150 w 7679352"/>
                <a:gd name="connsiteY31" fmla="*/ 3429002 h 6858004"/>
                <a:gd name="connsiteX32" fmla="*/ 722603 w 7679352"/>
                <a:gd name="connsiteY32" fmla="*/ 3065455 h 6858004"/>
                <a:gd name="connsiteX33" fmla="*/ 3810508 w 7679352"/>
                <a:gd name="connsiteY33" fmla="*/ 2468517 h 6858004"/>
                <a:gd name="connsiteX34" fmla="*/ 4874222 w 7679352"/>
                <a:gd name="connsiteY34" fmla="*/ 3532229 h 6858004"/>
                <a:gd name="connsiteX35" fmla="*/ 4515161 w 7679352"/>
                <a:gd name="connsiteY35" fmla="*/ 3532229 h 6858004"/>
                <a:gd name="connsiteX36" fmla="*/ 3810508 w 7679352"/>
                <a:gd name="connsiteY36" fmla="*/ 2827577 h 6858004"/>
                <a:gd name="connsiteX37" fmla="*/ 3810508 w 7679352"/>
                <a:gd name="connsiteY37" fmla="*/ 1902997 h 6858004"/>
                <a:gd name="connsiteX38" fmla="*/ 5439731 w 7679352"/>
                <a:gd name="connsiteY38" fmla="*/ 3532218 h 6858004"/>
                <a:gd name="connsiteX39" fmla="*/ 5080675 w 7679352"/>
                <a:gd name="connsiteY39" fmla="*/ 3532218 h 6858004"/>
                <a:gd name="connsiteX40" fmla="*/ 3810508 w 7679352"/>
                <a:gd name="connsiteY40" fmla="*/ 2262056 h 6858004"/>
                <a:gd name="connsiteX41" fmla="*/ 3810508 w 7679352"/>
                <a:gd name="connsiteY41" fmla="*/ 1341970 h 6858004"/>
                <a:gd name="connsiteX42" fmla="*/ 6000757 w 7679352"/>
                <a:gd name="connsiteY42" fmla="*/ 3532217 h 6858004"/>
                <a:gd name="connsiteX43" fmla="*/ 5641702 w 7679352"/>
                <a:gd name="connsiteY43" fmla="*/ 3532217 h 6858004"/>
                <a:gd name="connsiteX44" fmla="*/ 3810508 w 7679352"/>
                <a:gd name="connsiteY44" fmla="*/ 1701029 h 6858004"/>
                <a:gd name="connsiteX45" fmla="*/ 2984670 w 7679352"/>
                <a:gd name="connsiteY45" fmla="*/ 722603 h 6858004"/>
                <a:gd name="connsiteX46" fmla="*/ 2984670 w 7679352"/>
                <a:gd name="connsiteY46" fmla="*/ 1095127 h 6858004"/>
                <a:gd name="connsiteX47" fmla="*/ 2984670 w 7679352"/>
                <a:gd name="connsiteY47" fmla="*/ 1454183 h 6858004"/>
                <a:gd name="connsiteX48" fmla="*/ 2625613 w 7679352"/>
                <a:gd name="connsiteY48" fmla="*/ 1454183 h 6858004"/>
                <a:gd name="connsiteX49" fmla="*/ 1938915 w 7679352"/>
                <a:gd name="connsiteY49" fmla="*/ 1454183 h 6858004"/>
                <a:gd name="connsiteX50" fmla="*/ 1867101 w 7679352"/>
                <a:gd name="connsiteY50" fmla="*/ 1454183 h 6858004"/>
                <a:gd name="connsiteX51" fmla="*/ 1086150 w 7679352"/>
                <a:gd name="connsiteY51" fmla="*/ 2805139 h 6858004"/>
                <a:gd name="connsiteX52" fmla="*/ 1445210 w 7679352"/>
                <a:gd name="connsiteY52" fmla="*/ 3429002 h 6858004"/>
                <a:gd name="connsiteX53" fmla="*/ 1086150 w 7679352"/>
                <a:gd name="connsiteY53" fmla="*/ 4052864 h 6858004"/>
                <a:gd name="connsiteX54" fmla="*/ 1885054 w 7679352"/>
                <a:gd name="connsiteY54" fmla="*/ 5435238 h 6858004"/>
                <a:gd name="connsiteX55" fmla="*/ 1934424 w 7679352"/>
                <a:gd name="connsiteY55" fmla="*/ 5435238 h 6858004"/>
                <a:gd name="connsiteX56" fmla="*/ 2621123 w 7679352"/>
                <a:gd name="connsiteY56" fmla="*/ 5435238 h 6858004"/>
                <a:gd name="connsiteX57" fmla="*/ 2980182 w 7679352"/>
                <a:gd name="connsiteY57" fmla="*/ 5435238 h 6858004"/>
                <a:gd name="connsiteX58" fmla="*/ 2980182 w 7679352"/>
                <a:gd name="connsiteY58" fmla="*/ 5794294 h 6858004"/>
                <a:gd name="connsiteX59" fmla="*/ 2980182 w 7679352"/>
                <a:gd name="connsiteY59" fmla="*/ 6135398 h 6858004"/>
                <a:gd name="connsiteX60" fmla="*/ 4690196 w 7679352"/>
                <a:gd name="connsiteY60" fmla="*/ 6135398 h 6858004"/>
                <a:gd name="connsiteX61" fmla="*/ 5412799 w 7679352"/>
                <a:gd name="connsiteY61" fmla="*/ 5412795 h 6858004"/>
                <a:gd name="connsiteX62" fmla="*/ 5776346 w 7679352"/>
                <a:gd name="connsiteY62" fmla="*/ 5511535 h 6858004"/>
                <a:gd name="connsiteX63" fmla="*/ 6575250 w 7679352"/>
                <a:gd name="connsiteY63" fmla="*/ 4129165 h 6858004"/>
                <a:gd name="connsiteX64" fmla="*/ 6279025 w 7679352"/>
                <a:gd name="connsiteY64" fmla="*/ 4129165 h 6858004"/>
                <a:gd name="connsiteX65" fmla="*/ 6279025 w 7679352"/>
                <a:gd name="connsiteY65" fmla="*/ 3770105 h 6858004"/>
                <a:gd name="connsiteX66" fmla="*/ 6279025 w 7679352"/>
                <a:gd name="connsiteY66" fmla="*/ 3083408 h 6858004"/>
                <a:gd name="connsiteX67" fmla="*/ 6279025 w 7679352"/>
                <a:gd name="connsiteY67" fmla="*/ 2724351 h 6858004"/>
                <a:gd name="connsiteX68" fmla="*/ 6579736 w 7679352"/>
                <a:gd name="connsiteY68" fmla="*/ 2724351 h 6858004"/>
                <a:gd name="connsiteX69" fmla="*/ 5794298 w 7679352"/>
                <a:gd name="connsiteY69" fmla="*/ 1350956 h 6858004"/>
                <a:gd name="connsiteX70" fmla="*/ 5439729 w 7679352"/>
                <a:gd name="connsiteY70" fmla="*/ 1445209 h 6858004"/>
                <a:gd name="connsiteX71" fmla="*/ 4717126 w 7679352"/>
                <a:gd name="connsiteY71" fmla="*/ 722603 h 6858004"/>
                <a:gd name="connsiteX72" fmla="*/ 1934424 w 7679352"/>
                <a:gd name="connsiteY72" fmla="*/ 412917 h 6858004"/>
                <a:gd name="connsiteX73" fmla="*/ 1934424 w 7679352"/>
                <a:gd name="connsiteY73" fmla="*/ 1099615 h 6858004"/>
                <a:gd name="connsiteX74" fmla="*/ 2621123 w 7679352"/>
                <a:gd name="connsiteY74" fmla="*/ 1099615 h 6858004"/>
                <a:gd name="connsiteX75" fmla="*/ 2621123 w 7679352"/>
                <a:gd name="connsiteY75" fmla="*/ 412917 h 6858004"/>
                <a:gd name="connsiteX76" fmla="*/ 5435242 w 7679352"/>
                <a:gd name="connsiteY76" fmla="*/ 363547 h 6858004"/>
                <a:gd name="connsiteX77" fmla="*/ 5071695 w 7679352"/>
                <a:gd name="connsiteY77" fmla="*/ 727094 h 6858004"/>
                <a:gd name="connsiteX78" fmla="*/ 5435242 w 7679352"/>
                <a:gd name="connsiteY78" fmla="*/ 1090637 h 6858004"/>
                <a:gd name="connsiteX79" fmla="*/ 5798785 w 7679352"/>
                <a:gd name="connsiteY79" fmla="*/ 727094 h 6858004"/>
                <a:gd name="connsiteX80" fmla="*/ 5435242 w 7679352"/>
                <a:gd name="connsiteY80" fmla="*/ 363547 h 6858004"/>
                <a:gd name="connsiteX81" fmla="*/ 5430751 w 7679352"/>
                <a:gd name="connsiteY81" fmla="*/ 0 h 6858004"/>
                <a:gd name="connsiteX82" fmla="*/ 6153358 w 7679352"/>
                <a:gd name="connsiteY82" fmla="*/ 722603 h 6858004"/>
                <a:gd name="connsiteX83" fmla="*/ 6045640 w 7679352"/>
                <a:gd name="connsiteY83" fmla="*/ 1099615 h 6858004"/>
                <a:gd name="connsiteX84" fmla="*/ 6974701 w 7679352"/>
                <a:gd name="connsiteY84" fmla="*/ 2724351 h 6858004"/>
                <a:gd name="connsiteX85" fmla="*/ 7315808 w 7679352"/>
                <a:gd name="connsiteY85" fmla="*/ 2724351 h 6858004"/>
                <a:gd name="connsiteX86" fmla="*/ 7679352 w 7679352"/>
                <a:gd name="connsiteY86" fmla="*/ 2724351 h 6858004"/>
                <a:gd name="connsiteX87" fmla="*/ 7679352 w 7679352"/>
                <a:gd name="connsiteY87" fmla="*/ 3083408 h 6858004"/>
                <a:gd name="connsiteX88" fmla="*/ 7679352 w 7679352"/>
                <a:gd name="connsiteY88" fmla="*/ 3774596 h 6858004"/>
                <a:gd name="connsiteX89" fmla="*/ 7679352 w 7679352"/>
                <a:gd name="connsiteY89" fmla="*/ 4133652 h 6858004"/>
                <a:gd name="connsiteX90" fmla="*/ 7320296 w 7679352"/>
                <a:gd name="connsiteY90" fmla="*/ 4133652 h 6858004"/>
                <a:gd name="connsiteX91" fmla="*/ 6974701 w 7679352"/>
                <a:gd name="connsiteY91" fmla="*/ 4133652 h 6858004"/>
                <a:gd name="connsiteX92" fmla="*/ 6027687 w 7679352"/>
                <a:gd name="connsiteY92" fmla="*/ 5771854 h 6858004"/>
                <a:gd name="connsiteX93" fmla="*/ 6126428 w 7679352"/>
                <a:gd name="connsiteY93" fmla="*/ 6135398 h 6858004"/>
                <a:gd name="connsiteX94" fmla="*/ 5403824 w 7679352"/>
                <a:gd name="connsiteY94" fmla="*/ 6858004 h 6858004"/>
                <a:gd name="connsiteX95" fmla="*/ 4775471 w 7679352"/>
                <a:gd name="connsiteY95" fmla="*/ 6485479 h 6858004"/>
                <a:gd name="connsiteX96" fmla="*/ 2984670 w 7679352"/>
                <a:gd name="connsiteY96" fmla="*/ 6485479 h 6858004"/>
                <a:gd name="connsiteX97" fmla="*/ 2984670 w 7679352"/>
                <a:gd name="connsiteY97" fmla="*/ 6840051 h 6858004"/>
                <a:gd name="connsiteX98" fmla="*/ 2625613 w 7679352"/>
                <a:gd name="connsiteY98" fmla="*/ 6840051 h 6858004"/>
                <a:gd name="connsiteX99" fmla="*/ 1938915 w 7679352"/>
                <a:gd name="connsiteY99" fmla="*/ 6840051 h 6858004"/>
                <a:gd name="connsiteX100" fmla="*/ 1579855 w 7679352"/>
                <a:gd name="connsiteY100" fmla="*/ 6840051 h 6858004"/>
                <a:gd name="connsiteX101" fmla="*/ 1579855 w 7679352"/>
                <a:gd name="connsiteY101" fmla="*/ 6480992 h 6858004"/>
                <a:gd name="connsiteX102" fmla="*/ 1579855 w 7679352"/>
                <a:gd name="connsiteY102" fmla="*/ 5794294 h 6858004"/>
                <a:gd name="connsiteX103" fmla="*/ 1579855 w 7679352"/>
                <a:gd name="connsiteY103" fmla="*/ 5601301 h 6858004"/>
                <a:gd name="connsiteX104" fmla="*/ 740556 w 7679352"/>
                <a:gd name="connsiteY104" fmla="*/ 4151605 h 6858004"/>
                <a:gd name="connsiteX105" fmla="*/ 722603 w 7679352"/>
                <a:gd name="connsiteY105" fmla="*/ 4151605 h 6858004"/>
                <a:gd name="connsiteX106" fmla="*/ 0 w 7679352"/>
                <a:gd name="connsiteY106" fmla="*/ 3429002 h 6858004"/>
                <a:gd name="connsiteX107" fmla="*/ 718116 w 7679352"/>
                <a:gd name="connsiteY107" fmla="*/ 2710886 h 6858004"/>
                <a:gd name="connsiteX108" fmla="*/ 736068 w 7679352"/>
                <a:gd name="connsiteY108" fmla="*/ 2710886 h 6858004"/>
                <a:gd name="connsiteX109" fmla="*/ 1575368 w 7679352"/>
                <a:gd name="connsiteY109" fmla="*/ 1252212 h 6858004"/>
                <a:gd name="connsiteX110" fmla="*/ 1575368 w 7679352"/>
                <a:gd name="connsiteY110" fmla="*/ 1095127 h 6858004"/>
                <a:gd name="connsiteX111" fmla="*/ 1575368 w 7679352"/>
                <a:gd name="connsiteY111" fmla="*/ 408430 h 6858004"/>
                <a:gd name="connsiteX112" fmla="*/ 1575368 w 7679352"/>
                <a:gd name="connsiteY112" fmla="*/ 49370 h 6858004"/>
                <a:gd name="connsiteX113" fmla="*/ 1934424 w 7679352"/>
                <a:gd name="connsiteY113" fmla="*/ 49370 h 6858004"/>
                <a:gd name="connsiteX114" fmla="*/ 2621123 w 7679352"/>
                <a:gd name="connsiteY114" fmla="*/ 49370 h 6858004"/>
                <a:gd name="connsiteX115" fmla="*/ 2980182 w 7679352"/>
                <a:gd name="connsiteY115" fmla="*/ 49370 h 6858004"/>
                <a:gd name="connsiteX116" fmla="*/ 2980182 w 7679352"/>
                <a:gd name="connsiteY116" fmla="*/ 372521 h 6858004"/>
                <a:gd name="connsiteX117" fmla="*/ 4802401 w 7679352"/>
                <a:gd name="connsiteY117" fmla="*/ 372521 h 6858004"/>
                <a:gd name="connsiteX118" fmla="*/ 5430751 w 7679352"/>
                <a:gd name="connsiteY118"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7679352" h="6858004">
                  <a:moveTo>
                    <a:pt x="1934424" y="5794294"/>
                  </a:moveTo>
                  <a:lnTo>
                    <a:pt x="1934424" y="6480992"/>
                  </a:lnTo>
                  <a:lnTo>
                    <a:pt x="2621123" y="6480992"/>
                  </a:lnTo>
                  <a:lnTo>
                    <a:pt x="2621123" y="5794294"/>
                  </a:lnTo>
                  <a:close/>
                  <a:moveTo>
                    <a:pt x="5403824" y="5767364"/>
                  </a:moveTo>
                  <a:cubicBezTo>
                    <a:pt x="5201853" y="5767364"/>
                    <a:pt x="5040277" y="5928943"/>
                    <a:pt x="5040277" y="6130910"/>
                  </a:cubicBezTo>
                  <a:cubicBezTo>
                    <a:pt x="5040277" y="6332882"/>
                    <a:pt x="5201853" y="6494457"/>
                    <a:pt x="5403824" y="6494457"/>
                  </a:cubicBezTo>
                  <a:cubicBezTo>
                    <a:pt x="5601305" y="6494457"/>
                    <a:pt x="5767371" y="6332882"/>
                    <a:pt x="5767371" y="6130910"/>
                  </a:cubicBezTo>
                  <a:cubicBezTo>
                    <a:pt x="5767371" y="5928943"/>
                    <a:pt x="5605792" y="5767364"/>
                    <a:pt x="5403824" y="5767364"/>
                  </a:cubicBezTo>
                  <a:close/>
                  <a:moveTo>
                    <a:pt x="2962230" y="3312300"/>
                  </a:moveTo>
                  <a:lnTo>
                    <a:pt x="3321291" y="3312300"/>
                  </a:lnTo>
                  <a:cubicBezTo>
                    <a:pt x="3321291" y="3702774"/>
                    <a:pt x="3635465" y="4021439"/>
                    <a:pt x="4025944" y="4016952"/>
                  </a:cubicBezTo>
                  <a:lnTo>
                    <a:pt x="4025944" y="4376012"/>
                  </a:lnTo>
                  <a:cubicBezTo>
                    <a:pt x="3437984" y="4376012"/>
                    <a:pt x="2962230" y="3900259"/>
                    <a:pt x="2962230" y="3312300"/>
                  </a:cubicBezTo>
                  <a:close/>
                  <a:moveTo>
                    <a:pt x="2396717" y="3312300"/>
                  </a:moveTo>
                  <a:lnTo>
                    <a:pt x="2755773" y="3312300"/>
                  </a:lnTo>
                  <a:cubicBezTo>
                    <a:pt x="2755773" y="4016949"/>
                    <a:pt x="3325778" y="4586953"/>
                    <a:pt x="4025940" y="4582466"/>
                  </a:cubicBezTo>
                  <a:lnTo>
                    <a:pt x="4025940" y="4941521"/>
                  </a:lnTo>
                  <a:cubicBezTo>
                    <a:pt x="3128297" y="4941521"/>
                    <a:pt x="2396717" y="4209942"/>
                    <a:pt x="2396717" y="3312300"/>
                  </a:cubicBezTo>
                  <a:close/>
                  <a:moveTo>
                    <a:pt x="1835691" y="3312300"/>
                  </a:moveTo>
                  <a:lnTo>
                    <a:pt x="2194750" y="3312300"/>
                  </a:lnTo>
                  <a:cubicBezTo>
                    <a:pt x="2194750" y="4326638"/>
                    <a:pt x="3016092" y="5147979"/>
                    <a:pt x="4025940" y="5143492"/>
                  </a:cubicBezTo>
                  <a:lnTo>
                    <a:pt x="4025940" y="5502547"/>
                  </a:lnTo>
                  <a:cubicBezTo>
                    <a:pt x="2818612" y="5502547"/>
                    <a:pt x="1835691" y="4519631"/>
                    <a:pt x="1835691" y="3312300"/>
                  </a:cubicBezTo>
                  <a:close/>
                  <a:moveTo>
                    <a:pt x="6629106" y="3083408"/>
                  </a:moveTo>
                  <a:lnTo>
                    <a:pt x="6629106" y="3774596"/>
                  </a:lnTo>
                  <a:lnTo>
                    <a:pt x="7315808" y="3774596"/>
                  </a:lnTo>
                  <a:lnTo>
                    <a:pt x="7315808" y="3083408"/>
                  </a:lnTo>
                  <a:close/>
                  <a:moveTo>
                    <a:pt x="722603" y="3065455"/>
                  </a:moveTo>
                  <a:cubicBezTo>
                    <a:pt x="520635" y="3065455"/>
                    <a:pt x="359056" y="3227030"/>
                    <a:pt x="359056" y="3429002"/>
                  </a:cubicBezTo>
                  <a:cubicBezTo>
                    <a:pt x="359056" y="3630973"/>
                    <a:pt x="520635" y="3792549"/>
                    <a:pt x="722603" y="3792549"/>
                  </a:cubicBezTo>
                  <a:cubicBezTo>
                    <a:pt x="924575" y="3792549"/>
                    <a:pt x="1086150" y="3630973"/>
                    <a:pt x="1086150" y="3429002"/>
                  </a:cubicBezTo>
                  <a:cubicBezTo>
                    <a:pt x="1086150" y="3227030"/>
                    <a:pt x="924575" y="3065455"/>
                    <a:pt x="722603" y="3065455"/>
                  </a:cubicBezTo>
                  <a:close/>
                  <a:moveTo>
                    <a:pt x="3810508" y="2468517"/>
                  </a:moveTo>
                  <a:cubicBezTo>
                    <a:pt x="4398468" y="2468517"/>
                    <a:pt x="4874222" y="2948757"/>
                    <a:pt x="4874222" y="3532229"/>
                  </a:cubicBezTo>
                  <a:lnTo>
                    <a:pt x="4515161" y="3532229"/>
                  </a:lnTo>
                  <a:cubicBezTo>
                    <a:pt x="4515161" y="3146242"/>
                    <a:pt x="4200987" y="2827577"/>
                    <a:pt x="3810508" y="2827577"/>
                  </a:cubicBezTo>
                  <a:close/>
                  <a:moveTo>
                    <a:pt x="3810508" y="1902997"/>
                  </a:moveTo>
                  <a:cubicBezTo>
                    <a:pt x="4708151" y="1902997"/>
                    <a:pt x="5439731" y="2634576"/>
                    <a:pt x="5439731" y="3532218"/>
                  </a:cubicBezTo>
                  <a:lnTo>
                    <a:pt x="5080675" y="3532218"/>
                  </a:lnTo>
                  <a:cubicBezTo>
                    <a:pt x="5080675" y="2832056"/>
                    <a:pt x="4510671" y="2262056"/>
                    <a:pt x="3810508" y="2262056"/>
                  </a:cubicBezTo>
                  <a:close/>
                  <a:moveTo>
                    <a:pt x="3810508" y="1341970"/>
                  </a:moveTo>
                  <a:cubicBezTo>
                    <a:pt x="5017840" y="1341970"/>
                    <a:pt x="6000757" y="2324890"/>
                    <a:pt x="6000757" y="3532217"/>
                  </a:cubicBezTo>
                  <a:lnTo>
                    <a:pt x="5641702" y="3532217"/>
                  </a:lnTo>
                  <a:cubicBezTo>
                    <a:pt x="5641702" y="2522370"/>
                    <a:pt x="4820356" y="1701029"/>
                    <a:pt x="3810508" y="1701029"/>
                  </a:cubicBezTo>
                  <a:close/>
                  <a:moveTo>
                    <a:pt x="2984670" y="722603"/>
                  </a:moveTo>
                  <a:lnTo>
                    <a:pt x="2984670" y="1095127"/>
                  </a:lnTo>
                  <a:lnTo>
                    <a:pt x="2984670" y="1454183"/>
                  </a:lnTo>
                  <a:lnTo>
                    <a:pt x="2625613" y="1454183"/>
                  </a:lnTo>
                  <a:lnTo>
                    <a:pt x="1938915" y="1454183"/>
                  </a:lnTo>
                  <a:lnTo>
                    <a:pt x="1867101" y="1454183"/>
                  </a:lnTo>
                  <a:lnTo>
                    <a:pt x="1086150" y="2805139"/>
                  </a:lnTo>
                  <a:cubicBezTo>
                    <a:pt x="1301587" y="2930810"/>
                    <a:pt x="1445210" y="3164195"/>
                    <a:pt x="1445210" y="3429002"/>
                  </a:cubicBezTo>
                  <a:cubicBezTo>
                    <a:pt x="1445210" y="3693805"/>
                    <a:pt x="1301587" y="3927194"/>
                    <a:pt x="1086150" y="4052864"/>
                  </a:cubicBezTo>
                  <a:lnTo>
                    <a:pt x="1885054" y="5435238"/>
                  </a:lnTo>
                  <a:lnTo>
                    <a:pt x="1934424" y="5435238"/>
                  </a:lnTo>
                  <a:lnTo>
                    <a:pt x="2621123" y="5435238"/>
                  </a:lnTo>
                  <a:lnTo>
                    <a:pt x="2980182" y="5435238"/>
                  </a:lnTo>
                  <a:lnTo>
                    <a:pt x="2980182" y="5794294"/>
                  </a:lnTo>
                  <a:lnTo>
                    <a:pt x="2980182" y="6135398"/>
                  </a:lnTo>
                  <a:lnTo>
                    <a:pt x="4690196" y="6135398"/>
                  </a:lnTo>
                  <a:cubicBezTo>
                    <a:pt x="4690196" y="5735946"/>
                    <a:pt x="5013347" y="5412795"/>
                    <a:pt x="5412799" y="5412795"/>
                  </a:cubicBezTo>
                  <a:cubicBezTo>
                    <a:pt x="5542957" y="5412795"/>
                    <a:pt x="5668628" y="5448703"/>
                    <a:pt x="5776346" y="5511535"/>
                  </a:cubicBezTo>
                  <a:lnTo>
                    <a:pt x="6575250" y="4129165"/>
                  </a:lnTo>
                  <a:lnTo>
                    <a:pt x="6279025" y="4129165"/>
                  </a:lnTo>
                  <a:lnTo>
                    <a:pt x="6279025" y="3770105"/>
                  </a:lnTo>
                  <a:lnTo>
                    <a:pt x="6279025" y="3083408"/>
                  </a:lnTo>
                  <a:lnTo>
                    <a:pt x="6279025" y="2724351"/>
                  </a:lnTo>
                  <a:lnTo>
                    <a:pt x="6579736" y="2724351"/>
                  </a:lnTo>
                  <a:lnTo>
                    <a:pt x="5794298" y="1350956"/>
                  </a:lnTo>
                  <a:cubicBezTo>
                    <a:pt x="5686580" y="1409301"/>
                    <a:pt x="5569887" y="1445209"/>
                    <a:pt x="5439729" y="1445209"/>
                  </a:cubicBezTo>
                  <a:cubicBezTo>
                    <a:pt x="5040277" y="1445209"/>
                    <a:pt x="4717126" y="1122054"/>
                    <a:pt x="4717126" y="722603"/>
                  </a:cubicBezTo>
                  <a:close/>
                  <a:moveTo>
                    <a:pt x="1934424" y="412917"/>
                  </a:moveTo>
                  <a:lnTo>
                    <a:pt x="1934424" y="1099615"/>
                  </a:lnTo>
                  <a:lnTo>
                    <a:pt x="2621123" y="1099615"/>
                  </a:lnTo>
                  <a:lnTo>
                    <a:pt x="2621123" y="412917"/>
                  </a:lnTo>
                  <a:close/>
                  <a:moveTo>
                    <a:pt x="5435242" y="363547"/>
                  </a:moveTo>
                  <a:cubicBezTo>
                    <a:pt x="5233271" y="363547"/>
                    <a:pt x="5071695" y="525122"/>
                    <a:pt x="5071695" y="727094"/>
                  </a:cubicBezTo>
                  <a:cubicBezTo>
                    <a:pt x="5071695" y="929061"/>
                    <a:pt x="5233271" y="1090637"/>
                    <a:pt x="5435242" y="1090637"/>
                  </a:cubicBezTo>
                  <a:cubicBezTo>
                    <a:pt x="5637210" y="1090637"/>
                    <a:pt x="5798785" y="929061"/>
                    <a:pt x="5798785" y="727094"/>
                  </a:cubicBezTo>
                  <a:cubicBezTo>
                    <a:pt x="5798785" y="525122"/>
                    <a:pt x="5637210" y="363547"/>
                    <a:pt x="5435242" y="363547"/>
                  </a:cubicBezTo>
                  <a:close/>
                  <a:moveTo>
                    <a:pt x="5430751" y="0"/>
                  </a:moveTo>
                  <a:cubicBezTo>
                    <a:pt x="5830203" y="0"/>
                    <a:pt x="6153358" y="323151"/>
                    <a:pt x="6153358" y="722603"/>
                  </a:cubicBezTo>
                  <a:cubicBezTo>
                    <a:pt x="6153358" y="861739"/>
                    <a:pt x="6112962" y="987409"/>
                    <a:pt x="6045640" y="1099615"/>
                  </a:cubicBezTo>
                  <a:lnTo>
                    <a:pt x="6974701" y="2724351"/>
                  </a:lnTo>
                  <a:lnTo>
                    <a:pt x="7315808" y="2724351"/>
                  </a:lnTo>
                  <a:lnTo>
                    <a:pt x="7679352" y="2724351"/>
                  </a:lnTo>
                  <a:lnTo>
                    <a:pt x="7679352" y="3083408"/>
                  </a:lnTo>
                  <a:lnTo>
                    <a:pt x="7679352" y="3774596"/>
                  </a:lnTo>
                  <a:lnTo>
                    <a:pt x="7679352" y="4133652"/>
                  </a:lnTo>
                  <a:lnTo>
                    <a:pt x="7320296" y="4133652"/>
                  </a:lnTo>
                  <a:lnTo>
                    <a:pt x="6974701" y="4133652"/>
                  </a:lnTo>
                  <a:lnTo>
                    <a:pt x="6027687" y="5771854"/>
                  </a:lnTo>
                  <a:cubicBezTo>
                    <a:pt x="6090523" y="5879569"/>
                    <a:pt x="6126428" y="6000752"/>
                    <a:pt x="6126428" y="6135398"/>
                  </a:cubicBezTo>
                  <a:cubicBezTo>
                    <a:pt x="6126428" y="6534853"/>
                    <a:pt x="5803276" y="6858004"/>
                    <a:pt x="5403824" y="6858004"/>
                  </a:cubicBezTo>
                  <a:cubicBezTo>
                    <a:pt x="5134530" y="6858004"/>
                    <a:pt x="4896654" y="6705403"/>
                    <a:pt x="4775471" y="6485479"/>
                  </a:cubicBezTo>
                  <a:lnTo>
                    <a:pt x="2984670" y="6485479"/>
                  </a:lnTo>
                  <a:lnTo>
                    <a:pt x="2984670" y="6840051"/>
                  </a:lnTo>
                  <a:lnTo>
                    <a:pt x="2625613" y="6840051"/>
                  </a:lnTo>
                  <a:lnTo>
                    <a:pt x="1938915" y="6840051"/>
                  </a:lnTo>
                  <a:lnTo>
                    <a:pt x="1579855" y="6840051"/>
                  </a:lnTo>
                  <a:lnTo>
                    <a:pt x="1579855" y="6480992"/>
                  </a:lnTo>
                  <a:lnTo>
                    <a:pt x="1579855" y="5794294"/>
                  </a:lnTo>
                  <a:lnTo>
                    <a:pt x="1579855" y="5601301"/>
                  </a:lnTo>
                  <a:lnTo>
                    <a:pt x="740556" y="4151605"/>
                  </a:lnTo>
                  <a:cubicBezTo>
                    <a:pt x="731581" y="4151605"/>
                    <a:pt x="727094" y="4151605"/>
                    <a:pt x="722603" y="4151605"/>
                  </a:cubicBezTo>
                  <a:cubicBezTo>
                    <a:pt x="323151" y="4151605"/>
                    <a:pt x="0" y="3828454"/>
                    <a:pt x="0" y="3429002"/>
                  </a:cubicBezTo>
                  <a:cubicBezTo>
                    <a:pt x="0" y="3034038"/>
                    <a:pt x="323151" y="2706399"/>
                    <a:pt x="718116" y="2710886"/>
                  </a:cubicBezTo>
                  <a:cubicBezTo>
                    <a:pt x="727094" y="2710886"/>
                    <a:pt x="731581" y="2710886"/>
                    <a:pt x="736068" y="2710886"/>
                  </a:cubicBezTo>
                  <a:lnTo>
                    <a:pt x="1575368" y="1252212"/>
                  </a:lnTo>
                  <a:lnTo>
                    <a:pt x="1575368" y="1095127"/>
                  </a:lnTo>
                  <a:lnTo>
                    <a:pt x="1575368" y="408430"/>
                  </a:lnTo>
                  <a:lnTo>
                    <a:pt x="1575368" y="49370"/>
                  </a:lnTo>
                  <a:lnTo>
                    <a:pt x="1934424" y="49370"/>
                  </a:lnTo>
                  <a:lnTo>
                    <a:pt x="2621123" y="49370"/>
                  </a:lnTo>
                  <a:lnTo>
                    <a:pt x="2980182" y="49370"/>
                  </a:lnTo>
                  <a:lnTo>
                    <a:pt x="2980182" y="372521"/>
                  </a:lnTo>
                  <a:lnTo>
                    <a:pt x="4802401" y="372521"/>
                  </a:lnTo>
                  <a:cubicBezTo>
                    <a:pt x="4923585" y="148110"/>
                    <a:pt x="5161461" y="0"/>
                    <a:pt x="5430751" y="0"/>
                  </a:cubicBezTo>
                  <a:close/>
                </a:path>
              </a:pathLst>
            </a:custGeom>
            <a:solidFill>
              <a:schemeClr val="accent2"/>
            </a:solidFill>
            <a:ln w="12650" cap="flat">
              <a:noFill/>
              <a:prstDash val="solid"/>
              <a:miter/>
            </a:ln>
          </p:spPr>
          <p:txBody>
            <a:bodyPr wrap="square" rtlCol="0" anchor="ctr">
              <a:noAutofit/>
            </a:bodyPr>
            <a:lstStyle/>
            <a:p>
              <a:endParaRPr lang="en-US"/>
            </a:p>
          </p:txBody>
        </p:sp>
      </p:grpSp>
      <p:grpSp>
        <p:nvGrpSpPr>
          <p:cNvPr id="52" name="Group 51">
            <a:extLst>
              <a:ext uri="{FF2B5EF4-FFF2-40B4-BE49-F238E27FC236}">
                <a16:creationId xmlns:a16="http://schemas.microsoft.com/office/drawing/2014/main" id="{AD2BC50A-9F89-799B-BBBD-0FEA5FD52A85}"/>
              </a:ext>
              <a:ext uri="{C183D7F6-B498-43B3-948B-1728B52AA6E4}">
                <adec:decorative xmlns:adec="http://schemas.microsoft.com/office/drawing/2017/decorative" val="1"/>
              </a:ext>
            </a:extLst>
          </p:cNvPr>
          <p:cNvGrpSpPr>
            <a:grpSpLocks noChangeAspect="1"/>
          </p:cNvGrpSpPr>
          <p:nvPr/>
        </p:nvGrpSpPr>
        <p:grpSpPr>
          <a:xfrm>
            <a:off x="7957872" y="5824566"/>
            <a:ext cx="580678" cy="320040"/>
            <a:chOff x="7957872" y="5824566"/>
            <a:chExt cx="580678" cy="320040"/>
          </a:xfrm>
          <a:solidFill>
            <a:srgbClr val="FF0000"/>
          </a:solidFill>
        </p:grpSpPr>
        <p:sp>
          <p:nvSpPr>
            <p:cNvPr id="2794" name="Freeform: Shape 2793">
              <a:extLst>
                <a:ext uri="{FF2B5EF4-FFF2-40B4-BE49-F238E27FC236}">
                  <a16:creationId xmlns:a16="http://schemas.microsoft.com/office/drawing/2014/main" id="{815CAA10-9BFA-0130-FDA8-9CA527EBA469}"/>
                </a:ext>
                <a:ext uri="{C183D7F6-B498-43B3-948B-1728B52AA6E4}">
                  <adec:decorative xmlns:adec="http://schemas.microsoft.com/office/drawing/2017/decorative" val="1"/>
                </a:ext>
              </a:extLst>
            </p:cNvPr>
            <p:cNvSpPr/>
            <p:nvPr/>
          </p:nvSpPr>
          <p:spPr>
            <a:xfrm>
              <a:off x="8064625" y="5864185"/>
              <a:ext cx="467233" cy="267444"/>
            </a:xfrm>
            <a:custGeom>
              <a:avLst/>
              <a:gdLst>
                <a:gd name="connsiteX0" fmla="*/ 573593 w 10012150"/>
                <a:gd name="connsiteY0" fmla="*/ 3158396 h 5730951"/>
                <a:gd name="connsiteX1" fmla="*/ 573593 w 10012150"/>
                <a:gd name="connsiteY1" fmla="*/ 3721218 h 5730951"/>
                <a:gd name="connsiteX2" fmla="*/ 3154233 w 10012150"/>
                <a:gd name="connsiteY2" fmla="*/ 3721218 h 5730951"/>
                <a:gd name="connsiteX3" fmla="*/ 3154233 w 10012150"/>
                <a:gd name="connsiteY3" fmla="*/ 3158396 h 5730951"/>
                <a:gd name="connsiteX4" fmla="*/ 573593 w 10012150"/>
                <a:gd name="connsiteY4" fmla="*/ 1439943 h 5730951"/>
                <a:gd name="connsiteX5" fmla="*/ 573593 w 10012150"/>
                <a:gd name="connsiteY5" fmla="*/ 2002765 h 5730951"/>
                <a:gd name="connsiteX6" fmla="*/ 3154233 w 10012150"/>
                <a:gd name="connsiteY6" fmla="*/ 2002765 h 5730951"/>
                <a:gd name="connsiteX7" fmla="*/ 3154233 w 10012150"/>
                <a:gd name="connsiteY7" fmla="*/ 1439943 h 5730951"/>
                <a:gd name="connsiteX8" fmla="*/ 0 w 10012150"/>
                <a:gd name="connsiteY8" fmla="*/ 0 h 5730951"/>
                <a:gd name="connsiteX9" fmla="*/ 4218098 w 10012150"/>
                <a:gd name="connsiteY9" fmla="*/ 0 h 5730951"/>
                <a:gd name="connsiteX10" fmla="*/ 4504889 w 10012150"/>
                <a:gd name="connsiteY10" fmla="*/ 286802 h 5730951"/>
                <a:gd name="connsiteX11" fmla="*/ 4504889 w 10012150"/>
                <a:gd name="connsiteY11" fmla="*/ 563445 h 5730951"/>
                <a:gd name="connsiteX12" fmla="*/ 9053874 w 10012150"/>
                <a:gd name="connsiteY12" fmla="*/ 563445 h 5730951"/>
                <a:gd name="connsiteX13" fmla="*/ 9053874 w 10012150"/>
                <a:gd name="connsiteY13" fmla="*/ 1147404 h 5730951"/>
                <a:gd name="connsiteX14" fmla="*/ 4002838 w 10012150"/>
                <a:gd name="connsiteY14" fmla="*/ 1147404 h 5730951"/>
                <a:gd name="connsiteX15" fmla="*/ 4002838 w 10012150"/>
                <a:gd name="connsiteY15" fmla="*/ 572878 h 5730951"/>
                <a:gd name="connsiteX16" fmla="*/ 3931295 w 10012150"/>
                <a:gd name="connsiteY16" fmla="*/ 573593 h 5730951"/>
                <a:gd name="connsiteX17" fmla="*/ 573593 w 10012150"/>
                <a:gd name="connsiteY17" fmla="*/ 573593 h 5730951"/>
                <a:gd name="connsiteX18" fmla="*/ 573593 w 10012150"/>
                <a:gd name="connsiteY18" fmla="*/ 1147399 h 5730951"/>
                <a:gd name="connsiteX19" fmla="*/ 3425387 w 10012150"/>
                <a:gd name="connsiteY19" fmla="*/ 1147399 h 5730951"/>
                <a:gd name="connsiteX20" fmla="*/ 3425387 w 10012150"/>
                <a:gd name="connsiteY20" fmla="*/ 2295315 h 5730951"/>
                <a:gd name="connsiteX21" fmla="*/ 573593 w 10012150"/>
                <a:gd name="connsiteY21" fmla="*/ 2295315 h 5730951"/>
                <a:gd name="connsiteX22" fmla="*/ 573593 w 10012150"/>
                <a:gd name="connsiteY22" fmla="*/ 2865851 h 5730951"/>
                <a:gd name="connsiteX23" fmla="*/ 3425387 w 10012150"/>
                <a:gd name="connsiteY23" fmla="*/ 2865851 h 5730951"/>
                <a:gd name="connsiteX24" fmla="*/ 3425387 w 10012150"/>
                <a:gd name="connsiteY24" fmla="*/ 4013768 h 5730951"/>
                <a:gd name="connsiteX25" fmla="*/ 573593 w 10012150"/>
                <a:gd name="connsiteY25" fmla="*/ 4013768 h 5730951"/>
                <a:gd name="connsiteX26" fmla="*/ 573593 w 10012150"/>
                <a:gd name="connsiteY26" fmla="*/ 5022563 h 5730951"/>
                <a:gd name="connsiteX27" fmla="*/ 2287935 w 10012150"/>
                <a:gd name="connsiteY27" fmla="*/ 5022563 h 5730951"/>
                <a:gd name="connsiteX28" fmla="*/ 2287935 w 10012150"/>
                <a:gd name="connsiteY28" fmla="*/ 4587336 h 5730951"/>
                <a:gd name="connsiteX29" fmla="*/ 4584473 w 10012150"/>
                <a:gd name="connsiteY29" fmla="*/ 4587336 h 5730951"/>
                <a:gd name="connsiteX30" fmla="*/ 4584473 w 10012150"/>
                <a:gd name="connsiteY30" fmla="*/ 5157359 h 5730951"/>
                <a:gd name="connsiteX31" fmla="*/ 7048469 w 10012150"/>
                <a:gd name="connsiteY31" fmla="*/ 5157359 h 5730951"/>
                <a:gd name="connsiteX32" fmla="*/ 7048469 w 10012150"/>
                <a:gd name="connsiteY32" fmla="*/ 5158509 h 5730951"/>
                <a:gd name="connsiteX33" fmla="*/ 8937167 w 10012150"/>
                <a:gd name="connsiteY33" fmla="*/ 5158509 h 5730951"/>
                <a:gd name="connsiteX34" fmla="*/ 8937167 w 10012150"/>
                <a:gd name="connsiteY34" fmla="*/ 5157359 h 5730951"/>
                <a:gd name="connsiteX35" fmla="*/ 9438540 w 10012150"/>
                <a:gd name="connsiteY35" fmla="*/ 5157359 h 5730951"/>
                <a:gd name="connsiteX36" fmla="*/ 9438540 w 10012150"/>
                <a:gd name="connsiteY36" fmla="*/ 1556040 h 5730951"/>
                <a:gd name="connsiteX37" fmla="*/ 10012127 w 10012150"/>
                <a:gd name="connsiteY37" fmla="*/ 1556040 h 5730951"/>
                <a:gd name="connsiteX38" fmla="*/ 10012127 w 10012150"/>
                <a:gd name="connsiteY38" fmla="*/ 5437206 h 5730951"/>
                <a:gd name="connsiteX39" fmla="*/ 9998264 w 10012150"/>
                <a:gd name="connsiteY39" fmla="*/ 5437206 h 5730951"/>
                <a:gd name="connsiteX40" fmla="*/ 10012150 w 10012150"/>
                <a:gd name="connsiteY40" fmla="*/ 5444149 h 5730951"/>
                <a:gd name="connsiteX41" fmla="*/ 9725348 w 10012150"/>
                <a:gd name="connsiteY41" fmla="*/ 5730951 h 5730951"/>
                <a:gd name="connsiteX42" fmla="*/ 9043001 w 10012150"/>
                <a:gd name="connsiteY42" fmla="*/ 5730951 h 5730951"/>
                <a:gd name="connsiteX43" fmla="*/ 8937167 w 10012150"/>
                <a:gd name="connsiteY43" fmla="*/ 5730951 h 5730951"/>
                <a:gd name="connsiteX44" fmla="*/ 7048469 w 10012150"/>
                <a:gd name="connsiteY44" fmla="*/ 5730951 h 5730951"/>
                <a:gd name="connsiteX45" fmla="*/ 7016774 w 10012150"/>
                <a:gd name="connsiteY45" fmla="*/ 5730951 h 5730951"/>
                <a:gd name="connsiteX46" fmla="*/ 4010880 w 10012150"/>
                <a:gd name="connsiteY46" fmla="*/ 5730951 h 5730951"/>
                <a:gd name="connsiteX47" fmla="*/ 4010880 w 10012150"/>
                <a:gd name="connsiteY47" fmla="*/ 5160946 h 5730951"/>
                <a:gd name="connsiteX48" fmla="*/ 2861528 w 10012150"/>
                <a:gd name="connsiteY48" fmla="*/ 5160946 h 5730951"/>
                <a:gd name="connsiteX49" fmla="*/ 2861528 w 10012150"/>
                <a:gd name="connsiteY49" fmla="*/ 5596155 h 5730951"/>
                <a:gd name="connsiteX50" fmla="*/ 0 w 10012150"/>
                <a:gd name="connsiteY50" fmla="*/ 5596155 h 573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12150" h="5730951">
                  <a:moveTo>
                    <a:pt x="573593" y="3158396"/>
                  </a:moveTo>
                  <a:lnTo>
                    <a:pt x="573593" y="3721218"/>
                  </a:lnTo>
                  <a:lnTo>
                    <a:pt x="3154233" y="3721218"/>
                  </a:lnTo>
                  <a:lnTo>
                    <a:pt x="3154233" y="3158396"/>
                  </a:lnTo>
                  <a:close/>
                  <a:moveTo>
                    <a:pt x="573593" y="1439943"/>
                  </a:moveTo>
                  <a:lnTo>
                    <a:pt x="573593" y="2002765"/>
                  </a:lnTo>
                  <a:lnTo>
                    <a:pt x="3154233" y="2002765"/>
                  </a:lnTo>
                  <a:lnTo>
                    <a:pt x="3154233" y="1439943"/>
                  </a:lnTo>
                  <a:close/>
                  <a:moveTo>
                    <a:pt x="0" y="0"/>
                  </a:moveTo>
                  <a:lnTo>
                    <a:pt x="4218098" y="0"/>
                  </a:lnTo>
                  <a:cubicBezTo>
                    <a:pt x="4376553" y="0"/>
                    <a:pt x="4504889" y="128348"/>
                    <a:pt x="4504889" y="286802"/>
                  </a:cubicBezTo>
                  <a:lnTo>
                    <a:pt x="4504889" y="563445"/>
                  </a:lnTo>
                  <a:lnTo>
                    <a:pt x="9053874" y="563445"/>
                  </a:lnTo>
                  <a:lnTo>
                    <a:pt x="9053874" y="1147404"/>
                  </a:lnTo>
                  <a:lnTo>
                    <a:pt x="4002838" y="1147404"/>
                  </a:lnTo>
                  <a:lnTo>
                    <a:pt x="4002838" y="572878"/>
                  </a:lnTo>
                  <a:lnTo>
                    <a:pt x="3931295" y="573593"/>
                  </a:lnTo>
                  <a:lnTo>
                    <a:pt x="573593" y="573593"/>
                  </a:lnTo>
                  <a:lnTo>
                    <a:pt x="573593" y="1147399"/>
                  </a:lnTo>
                  <a:lnTo>
                    <a:pt x="3425387" y="1147399"/>
                  </a:lnTo>
                  <a:lnTo>
                    <a:pt x="3425387" y="2295315"/>
                  </a:lnTo>
                  <a:lnTo>
                    <a:pt x="573593" y="2295315"/>
                  </a:lnTo>
                  <a:lnTo>
                    <a:pt x="573593" y="2865851"/>
                  </a:lnTo>
                  <a:lnTo>
                    <a:pt x="3425387" y="2865851"/>
                  </a:lnTo>
                  <a:lnTo>
                    <a:pt x="3425387" y="4013768"/>
                  </a:lnTo>
                  <a:lnTo>
                    <a:pt x="573593" y="4013768"/>
                  </a:lnTo>
                  <a:lnTo>
                    <a:pt x="573593" y="5022563"/>
                  </a:lnTo>
                  <a:lnTo>
                    <a:pt x="2287935" y="5022563"/>
                  </a:lnTo>
                  <a:lnTo>
                    <a:pt x="2287935" y="4587336"/>
                  </a:lnTo>
                  <a:lnTo>
                    <a:pt x="4584473" y="4587336"/>
                  </a:lnTo>
                  <a:lnTo>
                    <a:pt x="4584473" y="5157359"/>
                  </a:lnTo>
                  <a:lnTo>
                    <a:pt x="7048469" y="5157359"/>
                  </a:lnTo>
                  <a:lnTo>
                    <a:pt x="7048469" y="5158509"/>
                  </a:lnTo>
                  <a:lnTo>
                    <a:pt x="8937167" y="5158509"/>
                  </a:lnTo>
                  <a:lnTo>
                    <a:pt x="8937167" y="5157359"/>
                  </a:lnTo>
                  <a:lnTo>
                    <a:pt x="9438540" y="5157359"/>
                  </a:lnTo>
                  <a:lnTo>
                    <a:pt x="9438540" y="1556040"/>
                  </a:lnTo>
                  <a:lnTo>
                    <a:pt x="10012127" y="1556040"/>
                  </a:lnTo>
                  <a:lnTo>
                    <a:pt x="10012127" y="5437206"/>
                  </a:lnTo>
                  <a:lnTo>
                    <a:pt x="9998264" y="5437206"/>
                  </a:lnTo>
                  <a:lnTo>
                    <a:pt x="10012150" y="5444149"/>
                  </a:lnTo>
                  <a:cubicBezTo>
                    <a:pt x="10012150" y="5602610"/>
                    <a:pt x="9883808" y="5730951"/>
                    <a:pt x="9725348" y="5730951"/>
                  </a:cubicBezTo>
                  <a:lnTo>
                    <a:pt x="9043001" y="5730951"/>
                  </a:lnTo>
                  <a:lnTo>
                    <a:pt x="8937167" y="5730951"/>
                  </a:lnTo>
                  <a:lnTo>
                    <a:pt x="7048469" y="5730951"/>
                  </a:lnTo>
                  <a:lnTo>
                    <a:pt x="7016774" y="5730951"/>
                  </a:lnTo>
                  <a:lnTo>
                    <a:pt x="4010880" y="5730951"/>
                  </a:lnTo>
                  <a:lnTo>
                    <a:pt x="4010880" y="5160946"/>
                  </a:lnTo>
                  <a:lnTo>
                    <a:pt x="2861528" y="5160946"/>
                  </a:lnTo>
                  <a:lnTo>
                    <a:pt x="2861528" y="5596155"/>
                  </a:lnTo>
                  <a:lnTo>
                    <a:pt x="0" y="5596155"/>
                  </a:lnTo>
                  <a:close/>
                </a:path>
              </a:pathLst>
            </a:custGeom>
            <a:solidFill>
              <a:schemeClr val="accent2"/>
            </a:solidFill>
            <a:ln w="5457" cap="flat">
              <a:noFill/>
              <a:prstDash val="solid"/>
              <a:miter/>
            </a:ln>
          </p:spPr>
          <p:txBody>
            <a:bodyPr wrap="square" rtlCol="0" anchor="ctr">
              <a:noAutofit/>
            </a:bodyPr>
            <a:lstStyle/>
            <a:p>
              <a:endParaRPr lang="en-US" sz="2800" dirty="0"/>
            </a:p>
          </p:txBody>
        </p:sp>
        <p:sp>
          <p:nvSpPr>
            <p:cNvPr id="2795" name="Freeform: Shape 2794">
              <a:extLst>
                <a:ext uri="{FF2B5EF4-FFF2-40B4-BE49-F238E27FC236}">
                  <a16:creationId xmlns:a16="http://schemas.microsoft.com/office/drawing/2014/main" id="{7C0881AC-F4E0-5EF0-40FF-9DCE8E3D5236}"/>
                </a:ext>
                <a:ext uri="{C183D7F6-B498-43B3-948B-1728B52AA6E4}">
                  <adec:decorative xmlns:adec="http://schemas.microsoft.com/office/drawing/2017/decorative" val="1"/>
                </a:ext>
              </a:extLst>
            </p:cNvPr>
            <p:cNvSpPr/>
            <p:nvPr/>
          </p:nvSpPr>
          <p:spPr>
            <a:xfrm rot="16200000">
              <a:off x="8088191" y="5694247"/>
              <a:ext cx="320040" cy="580678"/>
            </a:xfrm>
            <a:custGeom>
              <a:avLst/>
              <a:gdLst>
                <a:gd name="connsiteX0" fmla="*/ 3723241 w 6858000"/>
                <a:gd name="connsiteY0" fmla="*/ 9170719 h 12443107"/>
                <a:gd name="connsiteX1" fmla="*/ 2288518 w 6858000"/>
                <a:gd name="connsiteY1" fmla="*/ 9170719 h 12443107"/>
                <a:gd name="connsiteX2" fmla="*/ 2288518 w 6858000"/>
                <a:gd name="connsiteY2" fmla="*/ 10594683 h 12443107"/>
                <a:gd name="connsiteX3" fmla="*/ 3723241 w 6858000"/>
                <a:gd name="connsiteY3" fmla="*/ 10594683 h 12443107"/>
                <a:gd name="connsiteX4" fmla="*/ 4293250 w 6858000"/>
                <a:gd name="connsiteY4" fmla="*/ 9160681 h 12443107"/>
                <a:gd name="connsiteX5" fmla="*/ 4293250 w 6858000"/>
                <a:gd name="connsiteY5" fmla="*/ 9449635 h 12443107"/>
                <a:gd name="connsiteX6" fmla="*/ 4010032 w 6858000"/>
                <a:gd name="connsiteY6" fmla="*/ 9449635 h 12443107"/>
                <a:gd name="connsiteX7" fmla="*/ 4010032 w 6858000"/>
                <a:gd name="connsiteY7" fmla="*/ 9732853 h 12443107"/>
                <a:gd name="connsiteX8" fmla="*/ 4293250 w 6858000"/>
                <a:gd name="connsiteY8" fmla="*/ 9732853 h 12443107"/>
                <a:gd name="connsiteX9" fmla="*/ 4293250 w 6858000"/>
                <a:gd name="connsiteY9" fmla="*/ 10025379 h 12443107"/>
                <a:gd name="connsiteX10" fmla="*/ 4010032 w 6858000"/>
                <a:gd name="connsiteY10" fmla="*/ 10025379 h 12443107"/>
                <a:gd name="connsiteX11" fmla="*/ 4010032 w 6858000"/>
                <a:gd name="connsiteY11" fmla="*/ 10310031 h 12443107"/>
                <a:gd name="connsiteX12" fmla="*/ 4293250 w 6858000"/>
                <a:gd name="connsiteY12" fmla="*/ 10310031 h 12443107"/>
                <a:gd name="connsiteX13" fmla="*/ 4293250 w 6858000"/>
                <a:gd name="connsiteY13" fmla="*/ 10595400 h 12443107"/>
                <a:gd name="connsiteX14" fmla="*/ 4010032 w 6858000"/>
                <a:gd name="connsiteY14" fmla="*/ 10595400 h 12443107"/>
                <a:gd name="connsiteX15" fmla="*/ 4010032 w 6858000"/>
                <a:gd name="connsiteY15" fmla="*/ 10849208 h 12443107"/>
                <a:gd name="connsiteX16" fmla="*/ 3974181 w 6858000"/>
                <a:gd name="connsiteY16" fmla="*/ 10881473 h 12443107"/>
                <a:gd name="connsiteX17" fmla="*/ 3723241 w 6858000"/>
                <a:gd name="connsiteY17" fmla="*/ 10881473 h 12443107"/>
                <a:gd name="connsiteX18" fmla="*/ 3723241 w 6858000"/>
                <a:gd name="connsiteY18" fmla="*/ 11168276 h 12443107"/>
                <a:gd name="connsiteX19" fmla="*/ 3437871 w 6858000"/>
                <a:gd name="connsiteY19" fmla="*/ 11168276 h 12443107"/>
                <a:gd name="connsiteX20" fmla="*/ 3437871 w 6858000"/>
                <a:gd name="connsiteY20" fmla="*/ 10881473 h 12443107"/>
                <a:gd name="connsiteX21" fmla="*/ 3150350 w 6858000"/>
                <a:gd name="connsiteY21" fmla="*/ 10881473 h 12443107"/>
                <a:gd name="connsiteX22" fmla="*/ 3150350 w 6858000"/>
                <a:gd name="connsiteY22" fmla="*/ 11168276 h 12443107"/>
                <a:gd name="connsiteX23" fmla="*/ 2863559 w 6858000"/>
                <a:gd name="connsiteY23" fmla="*/ 11168276 h 12443107"/>
                <a:gd name="connsiteX24" fmla="*/ 2863559 w 6858000"/>
                <a:gd name="connsiteY24" fmla="*/ 10881473 h 12443107"/>
                <a:gd name="connsiteX25" fmla="*/ 2576039 w 6858000"/>
                <a:gd name="connsiteY25" fmla="*/ 10881473 h 12443107"/>
                <a:gd name="connsiteX26" fmla="*/ 2576039 w 6858000"/>
                <a:gd name="connsiteY26" fmla="*/ 11168276 h 12443107"/>
                <a:gd name="connsiteX27" fmla="*/ 2289235 w 6858000"/>
                <a:gd name="connsiteY27" fmla="*/ 11168276 h 12443107"/>
                <a:gd name="connsiteX28" fmla="*/ 2289235 w 6858000"/>
                <a:gd name="connsiteY28" fmla="*/ 10881473 h 12443107"/>
                <a:gd name="connsiteX29" fmla="*/ 2038294 w 6858000"/>
                <a:gd name="connsiteY29" fmla="*/ 10881473 h 12443107"/>
                <a:gd name="connsiteX30" fmla="*/ 2002444 w 6858000"/>
                <a:gd name="connsiteY30" fmla="*/ 10849208 h 12443107"/>
                <a:gd name="connsiteX31" fmla="*/ 2002444 w 6858000"/>
                <a:gd name="connsiteY31" fmla="*/ 10595400 h 12443107"/>
                <a:gd name="connsiteX32" fmla="*/ 1715640 w 6858000"/>
                <a:gd name="connsiteY32" fmla="*/ 10595399 h 12443107"/>
                <a:gd name="connsiteX33" fmla="*/ 1715640 w 6858000"/>
                <a:gd name="connsiteY33" fmla="*/ 10310030 h 12443107"/>
                <a:gd name="connsiteX34" fmla="*/ 2002444 w 6858000"/>
                <a:gd name="connsiteY34" fmla="*/ 10310031 h 12443107"/>
                <a:gd name="connsiteX35" fmla="*/ 2002444 w 6858000"/>
                <a:gd name="connsiteY35" fmla="*/ 10024662 h 12443107"/>
                <a:gd name="connsiteX36" fmla="*/ 1715640 w 6858000"/>
                <a:gd name="connsiteY36" fmla="*/ 10024661 h 12443107"/>
                <a:gd name="connsiteX37" fmla="*/ 1715640 w 6858000"/>
                <a:gd name="connsiteY37" fmla="*/ 9732852 h 12443107"/>
                <a:gd name="connsiteX38" fmla="*/ 2002444 w 6858000"/>
                <a:gd name="connsiteY38" fmla="*/ 9732853 h 12443107"/>
                <a:gd name="connsiteX39" fmla="*/ 2002444 w 6858000"/>
                <a:gd name="connsiteY39" fmla="*/ 9447484 h 12443107"/>
                <a:gd name="connsiteX40" fmla="*/ 1715640 w 6858000"/>
                <a:gd name="connsiteY40" fmla="*/ 9447483 h 12443107"/>
                <a:gd name="connsiteX41" fmla="*/ 1715640 w 6858000"/>
                <a:gd name="connsiteY41" fmla="*/ 9159963 h 12443107"/>
                <a:gd name="connsiteX42" fmla="*/ 2002444 w 6858000"/>
                <a:gd name="connsiteY42" fmla="*/ 9159964 h 12443107"/>
                <a:gd name="connsiteX43" fmla="*/ 2002444 w 6858000"/>
                <a:gd name="connsiteY43" fmla="*/ 8927666 h 12443107"/>
                <a:gd name="connsiteX44" fmla="*/ 2038294 w 6858000"/>
                <a:gd name="connsiteY44" fmla="*/ 8884646 h 12443107"/>
                <a:gd name="connsiteX45" fmla="*/ 2289235 w 6858000"/>
                <a:gd name="connsiteY45" fmla="*/ 8884646 h 12443107"/>
                <a:gd name="connsiteX46" fmla="*/ 2289235 w 6858000"/>
                <a:gd name="connsiteY46" fmla="*/ 8597843 h 12443107"/>
                <a:gd name="connsiteX47" fmla="*/ 2576039 w 6858000"/>
                <a:gd name="connsiteY47" fmla="*/ 8597843 h 12443107"/>
                <a:gd name="connsiteX48" fmla="*/ 2576039 w 6858000"/>
                <a:gd name="connsiteY48" fmla="*/ 8884646 h 12443107"/>
                <a:gd name="connsiteX49" fmla="*/ 2854238 w 6858000"/>
                <a:gd name="connsiteY49" fmla="*/ 8884646 h 12443107"/>
                <a:gd name="connsiteX50" fmla="*/ 2854238 w 6858000"/>
                <a:gd name="connsiteY50" fmla="*/ 8597843 h 12443107"/>
                <a:gd name="connsiteX51" fmla="*/ 3158954 w 6858000"/>
                <a:gd name="connsiteY51" fmla="*/ 8597843 h 12443107"/>
                <a:gd name="connsiteX52" fmla="*/ 3158954 w 6858000"/>
                <a:gd name="connsiteY52" fmla="*/ 8884646 h 12443107"/>
                <a:gd name="connsiteX53" fmla="*/ 3418512 w 6858000"/>
                <a:gd name="connsiteY53" fmla="*/ 8884646 h 12443107"/>
                <a:gd name="connsiteX54" fmla="*/ 3418512 w 6858000"/>
                <a:gd name="connsiteY54" fmla="*/ 8597843 h 12443107"/>
                <a:gd name="connsiteX55" fmla="*/ 3723241 w 6858000"/>
                <a:gd name="connsiteY55" fmla="*/ 8597843 h 12443107"/>
                <a:gd name="connsiteX56" fmla="*/ 3723241 w 6858000"/>
                <a:gd name="connsiteY56" fmla="*/ 8884646 h 12443107"/>
                <a:gd name="connsiteX57" fmla="*/ 3974181 w 6858000"/>
                <a:gd name="connsiteY57" fmla="*/ 8884646 h 12443107"/>
                <a:gd name="connsiteX58" fmla="*/ 4010032 w 6858000"/>
                <a:gd name="connsiteY58" fmla="*/ 8927666 h 12443107"/>
                <a:gd name="connsiteX59" fmla="*/ 4010032 w 6858000"/>
                <a:gd name="connsiteY59" fmla="*/ 9160681 h 12443107"/>
                <a:gd name="connsiteX60" fmla="*/ 5583119 w 6858000"/>
                <a:gd name="connsiteY60" fmla="*/ 11582710 h 12443107"/>
                <a:gd name="connsiteX61" fmla="*/ 5583119 w 6858000"/>
                <a:gd name="connsiteY61" fmla="*/ 12443107 h 12443107"/>
                <a:gd name="connsiteX62" fmla="*/ 4722723 w 6858000"/>
                <a:gd name="connsiteY62" fmla="*/ 12443107 h 12443107"/>
                <a:gd name="connsiteX63" fmla="*/ 4722723 w 6858000"/>
                <a:gd name="connsiteY63" fmla="*/ 11582710 h 12443107"/>
                <a:gd name="connsiteX64" fmla="*/ 6858000 w 6858000"/>
                <a:gd name="connsiteY64" fmla="*/ 1433862 h 12443107"/>
                <a:gd name="connsiteX65" fmla="*/ 6858000 w 6858000"/>
                <a:gd name="connsiteY65" fmla="*/ 1997883 h 12443107"/>
                <a:gd name="connsiteX66" fmla="*/ 0 w 6858000"/>
                <a:gd name="connsiteY66" fmla="*/ 1997883 h 12443107"/>
                <a:gd name="connsiteX67" fmla="*/ 0 w 6858000"/>
                <a:gd name="connsiteY67" fmla="*/ 1433861 h 12443107"/>
                <a:gd name="connsiteX68" fmla="*/ 1995270 w 6858000"/>
                <a:gd name="connsiteY68" fmla="*/ 1433861 h 12443107"/>
                <a:gd name="connsiteX69" fmla="*/ 1995270 w 6858000"/>
                <a:gd name="connsiteY69" fmla="*/ 854205 h 12443107"/>
                <a:gd name="connsiteX70" fmla="*/ 3143191 w 6858000"/>
                <a:gd name="connsiteY70" fmla="*/ 854205 h 12443107"/>
                <a:gd name="connsiteX71" fmla="*/ 3143191 w 6858000"/>
                <a:gd name="connsiteY71" fmla="*/ 1433862 h 12443107"/>
                <a:gd name="connsiteX72" fmla="*/ 3715347 w 6858000"/>
                <a:gd name="connsiteY72" fmla="*/ 1433862 h 12443107"/>
                <a:gd name="connsiteX73" fmla="*/ 3715347 w 6858000"/>
                <a:gd name="connsiteY73" fmla="*/ 854205 h 12443107"/>
                <a:gd name="connsiteX74" fmla="*/ 4866129 w 6858000"/>
                <a:gd name="connsiteY74" fmla="*/ 854205 h 12443107"/>
                <a:gd name="connsiteX75" fmla="*/ 4866129 w 6858000"/>
                <a:gd name="connsiteY75" fmla="*/ 1433862 h 12443107"/>
                <a:gd name="connsiteX76" fmla="*/ 6293973 w 6858000"/>
                <a:gd name="connsiteY76" fmla="*/ 1433862 h 12443107"/>
                <a:gd name="connsiteX77" fmla="*/ 6293973 w 6858000"/>
                <a:gd name="connsiteY77" fmla="*/ 0 h 12443107"/>
                <a:gd name="connsiteX78" fmla="*/ 6857994 w 6858000"/>
                <a:gd name="connsiteY78" fmla="*/ 0 h 12443107"/>
                <a:gd name="connsiteX79" fmla="*/ 6857994 w 6858000"/>
                <a:gd name="connsiteY79" fmla="*/ 1433862 h 1244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6858000" h="12443107">
                  <a:moveTo>
                    <a:pt x="3723241" y="9170719"/>
                  </a:moveTo>
                  <a:lnTo>
                    <a:pt x="2288518" y="9170719"/>
                  </a:lnTo>
                  <a:lnTo>
                    <a:pt x="2288518" y="10594683"/>
                  </a:lnTo>
                  <a:lnTo>
                    <a:pt x="3723241" y="10594683"/>
                  </a:lnTo>
                  <a:close/>
                  <a:moveTo>
                    <a:pt x="4293250" y="9160681"/>
                  </a:moveTo>
                  <a:lnTo>
                    <a:pt x="4293250" y="9449635"/>
                  </a:lnTo>
                  <a:lnTo>
                    <a:pt x="4010032" y="9449635"/>
                  </a:lnTo>
                  <a:lnTo>
                    <a:pt x="4010032" y="9732853"/>
                  </a:lnTo>
                  <a:lnTo>
                    <a:pt x="4293250" y="9732853"/>
                  </a:lnTo>
                  <a:lnTo>
                    <a:pt x="4293250" y="10025379"/>
                  </a:lnTo>
                  <a:lnTo>
                    <a:pt x="4010032" y="10025379"/>
                  </a:lnTo>
                  <a:lnTo>
                    <a:pt x="4010032" y="10310031"/>
                  </a:lnTo>
                  <a:lnTo>
                    <a:pt x="4293250" y="10310031"/>
                  </a:lnTo>
                  <a:lnTo>
                    <a:pt x="4293250" y="10595400"/>
                  </a:lnTo>
                  <a:lnTo>
                    <a:pt x="4010032" y="10595400"/>
                  </a:lnTo>
                  <a:lnTo>
                    <a:pt x="4010032" y="10849208"/>
                  </a:lnTo>
                  <a:cubicBezTo>
                    <a:pt x="4010032" y="10870718"/>
                    <a:pt x="3992106" y="10881473"/>
                    <a:pt x="3974181" y="10881473"/>
                  </a:cubicBezTo>
                  <a:lnTo>
                    <a:pt x="3723241" y="10881473"/>
                  </a:lnTo>
                  <a:lnTo>
                    <a:pt x="3723241" y="11168276"/>
                  </a:lnTo>
                  <a:lnTo>
                    <a:pt x="3437871" y="11168276"/>
                  </a:lnTo>
                  <a:lnTo>
                    <a:pt x="3437871" y="10881473"/>
                  </a:lnTo>
                  <a:lnTo>
                    <a:pt x="3150350" y="10881473"/>
                  </a:lnTo>
                  <a:lnTo>
                    <a:pt x="3150350" y="11168276"/>
                  </a:lnTo>
                  <a:lnTo>
                    <a:pt x="2863559" y="11168276"/>
                  </a:lnTo>
                  <a:lnTo>
                    <a:pt x="2863559" y="10881473"/>
                  </a:lnTo>
                  <a:lnTo>
                    <a:pt x="2576039" y="10881473"/>
                  </a:lnTo>
                  <a:lnTo>
                    <a:pt x="2576039" y="11168276"/>
                  </a:lnTo>
                  <a:lnTo>
                    <a:pt x="2289235" y="11168276"/>
                  </a:lnTo>
                  <a:lnTo>
                    <a:pt x="2289235" y="10881473"/>
                  </a:lnTo>
                  <a:lnTo>
                    <a:pt x="2038294" y="10881473"/>
                  </a:lnTo>
                  <a:cubicBezTo>
                    <a:pt x="2020369" y="10881473"/>
                    <a:pt x="2002444" y="10870718"/>
                    <a:pt x="2002444" y="10849208"/>
                  </a:cubicBezTo>
                  <a:lnTo>
                    <a:pt x="2002444" y="10595400"/>
                  </a:lnTo>
                  <a:lnTo>
                    <a:pt x="1715640" y="10595399"/>
                  </a:lnTo>
                  <a:lnTo>
                    <a:pt x="1715640" y="10310030"/>
                  </a:lnTo>
                  <a:lnTo>
                    <a:pt x="2002444" y="10310031"/>
                  </a:lnTo>
                  <a:lnTo>
                    <a:pt x="2002444" y="10024662"/>
                  </a:lnTo>
                  <a:lnTo>
                    <a:pt x="1715640" y="10024661"/>
                  </a:lnTo>
                  <a:lnTo>
                    <a:pt x="1715640" y="9732852"/>
                  </a:lnTo>
                  <a:lnTo>
                    <a:pt x="2002444" y="9732853"/>
                  </a:lnTo>
                  <a:lnTo>
                    <a:pt x="2002444" y="9447484"/>
                  </a:lnTo>
                  <a:lnTo>
                    <a:pt x="1715640" y="9447483"/>
                  </a:lnTo>
                  <a:lnTo>
                    <a:pt x="1715640" y="9159963"/>
                  </a:lnTo>
                  <a:lnTo>
                    <a:pt x="2002444" y="9159964"/>
                  </a:lnTo>
                  <a:lnTo>
                    <a:pt x="2002444" y="8927666"/>
                  </a:lnTo>
                  <a:cubicBezTo>
                    <a:pt x="2002444" y="8906156"/>
                    <a:pt x="2020369" y="8884646"/>
                    <a:pt x="2038294" y="8884646"/>
                  </a:cubicBezTo>
                  <a:lnTo>
                    <a:pt x="2289235" y="8884646"/>
                  </a:lnTo>
                  <a:lnTo>
                    <a:pt x="2289235" y="8597843"/>
                  </a:lnTo>
                  <a:lnTo>
                    <a:pt x="2576039" y="8597843"/>
                  </a:lnTo>
                  <a:lnTo>
                    <a:pt x="2576039" y="8884646"/>
                  </a:lnTo>
                  <a:lnTo>
                    <a:pt x="2854238" y="8884646"/>
                  </a:lnTo>
                  <a:lnTo>
                    <a:pt x="2854238" y="8597843"/>
                  </a:lnTo>
                  <a:lnTo>
                    <a:pt x="3158954" y="8597843"/>
                  </a:lnTo>
                  <a:lnTo>
                    <a:pt x="3158954" y="8884646"/>
                  </a:lnTo>
                  <a:lnTo>
                    <a:pt x="3418512" y="8884646"/>
                  </a:lnTo>
                  <a:lnTo>
                    <a:pt x="3418512" y="8597843"/>
                  </a:lnTo>
                  <a:lnTo>
                    <a:pt x="3723241" y="8597843"/>
                  </a:lnTo>
                  <a:lnTo>
                    <a:pt x="3723241" y="8884646"/>
                  </a:lnTo>
                  <a:lnTo>
                    <a:pt x="3974181" y="8884646"/>
                  </a:lnTo>
                  <a:cubicBezTo>
                    <a:pt x="3992106" y="8884646"/>
                    <a:pt x="4010032" y="8906156"/>
                    <a:pt x="4010032" y="8927666"/>
                  </a:cubicBezTo>
                  <a:lnTo>
                    <a:pt x="4010032" y="9160681"/>
                  </a:lnTo>
                  <a:close/>
                  <a:moveTo>
                    <a:pt x="5583119" y="11582710"/>
                  </a:moveTo>
                  <a:lnTo>
                    <a:pt x="5583119" y="12443107"/>
                  </a:lnTo>
                  <a:lnTo>
                    <a:pt x="4722723" y="12443107"/>
                  </a:lnTo>
                  <a:lnTo>
                    <a:pt x="4722723" y="11582710"/>
                  </a:lnTo>
                  <a:close/>
                  <a:moveTo>
                    <a:pt x="6858000" y="1433862"/>
                  </a:moveTo>
                  <a:lnTo>
                    <a:pt x="6858000" y="1997883"/>
                  </a:lnTo>
                  <a:lnTo>
                    <a:pt x="0" y="1997883"/>
                  </a:lnTo>
                  <a:lnTo>
                    <a:pt x="0" y="1433861"/>
                  </a:lnTo>
                  <a:lnTo>
                    <a:pt x="1995270" y="1433861"/>
                  </a:lnTo>
                  <a:lnTo>
                    <a:pt x="1995270" y="854205"/>
                  </a:lnTo>
                  <a:lnTo>
                    <a:pt x="3143191" y="854205"/>
                  </a:lnTo>
                  <a:lnTo>
                    <a:pt x="3143191" y="1433862"/>
                  </a:lnTo>
                  <a:lnTo>
                    <a:pt x="3715347" y="1433862"/>
                  </a:lnTo>
                  <a:lnTo>
                    <a:pt x="3715347" y="854205"/>
                  </a:lnTo>
                  <a:lnTo>
                    <a:pt x="4866129" y="854205"/>
                  </a:lnTo>
                  <a:lnTo>
                    <a:pt x="4866129" y="1433862"/>
                  </a:lnTo>
                  <a:lnTo>
                    <a:pt x="6293973" y="1433862"/>
                  </a:lnTo>
                  <a:lnTo>
                    <a:pt x="6293973" y="0"/>
                  </a:lnTo>
                  <a:lnTo>
                    <a:pt x="6857994" y="0"/>
                  </a:lnTo>
                  <a:lnTo>
                    <a:pt x="6857994" y="143386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51" name="Group 50">
            <a:extLst>
              <a:ext uri="{FF2B5EF4-FFF2-40B4-BE49-F238E27FC236}">
                <a16:creationId xmlns:a16="http://schemas.microsoft.com/office/drawing/2014/main" id="{7417A664-8F2B-5BDC-8196-C649FD6561CC}"/>
              </a:ext>
              <a:ext uri="{C183D7F6-B498-43B3-948B-1728B52AA6E4}">
                <adec:decorative xmlns:adec="http://schemas.microsoft.com/office/drawing/2017/decorative" val="1"/>
              </a:ext>
            </a:extLst>
          </p:cNvPr>
          <p:cNvGrpSpPr>
            <a:grpSpLocks noChangeAspect="1"/>
          </p:cNvGrpSpPr>
          <p:nvPr/>
        </p:nvGrpSpPr>
        <p:grpSpPr>
          <a:xfrm>
            <a:off x="8734957" y="5824566"/>
            <a:ext cx="470280" cy="320040"/>
            <a:chOff x="8734957" y="5824566"/>
            <a:chExt cx="470280" cy="320040"/>
          </a:xfrm>
          <a:solidFill>
            <a:srgbClr val="FF0000"/>
          </a:solidFill>
        </p:grpSpPr>
        <p:sp>
          <p:nvSpPr>
            <p:cNvPr id="2798" name="Freeform: Shape 2797">
              <a:extLst>
                <a:ext uri="{FF2B5EF4-FFF2-40B4-BE49-F238E27FC236}">
                  <a16:creationId xmlns:a16="http://schemas.microsoft.com/office/drawing/2014/main" id="{CEE1F149-7432-901D-A8B2-F5B015D599AF}"/>
                </a:ext>
                <a:ext uri="{C183D7F6-B498-43B3-948B-1728B52AA6E4}">
                  <adec:decorative xmlns:adec="http://schemas.microsoft.com/office/drawing/2017/decorative" val="1"/>
                </a:ext>
              </a:extLst>
            </p:cNvPr>
            <p:cNvSpPr/>
            <p:nvPr/>
          </p:nvSpPr>
          <p:spPr>
            <a:xfrm>
              <a:off x="8734957" y="5829779"/>
              <a:ext cx="464022" cy="314827"/>
            </a:xfrm>
            <a:custGeom>
              <a:avLst/>
              <a:gdLst>
                <a:gd name="connsiteX0" fmla="*/ 26175 w 839697"/>
                <a:gd name="connsiteY0" fmla="*/ 0 h 569714"/>
                <a:gd name="connsiteX1" fmla="*/ 753679 w 839697"/>
                <a:gd name="connsiteY1" fmla="*/ 514 h 569714"/>
                <a:gd name="connsiteX2" fmla="*/ 753679 w 839697"/>
                <a:gd name="connsiteY2" fmla="*/ 45288 h 569714"/>
                <a:gd name="connsiteX3" fmla="*/ 45467 w 839697"/>
                <a:gd name="connsiteY3" fmla="*/ 45272 h 569714"/>
                <a:gd name="connsiteX4" fmla="*/ 45467 w 839697"/>
                <a:gd name="connsiteY4" fmla="*/ 376399 h 569714"/>
                <a:gd name="connsiteX5" fmla="*/ 192717 w 839697"/>
                <a:gd name="connsiteY5" fmla="*/ 376399 h 569714"/>
                <a:gd name="connsiteX6" fmla="*/ 192717 w 839697"/>
                <a:gd name="connsiteY6" fmla="*/ 443295 h 569714"/>
                <a:gd name="connsiteX7" fmla="*/ 255515 w 839697"/>
                <a:gd name="connsiteY7" fmla="*/ 443295 h 569714"/>
                <a:gd name="connsiteX8" fmla="*/ 255515 w 839697"/>
                <a:gd name="connsiteY8" fmla="*/ 524263 h 569714"/>
                <a:gd name="connsiteX9" fmla="*/ 585408 w 839697"/>
                <a:gd name="connsiteY9" fmla="*/ 524263 h 569714"/>
                <a:gd name="connsiteX10" fmla="*/ 585408 w 839697"/>
                <a:gd name="connsiteY10" fmla="*/ 442848 h 569714"/>
                <a:gd name="connsiteX11" fmla="*/ 647815 w 839697"/>
                <a:gd name="connsiteY11" fmla="*/ 442848 h 569714"/>
                <a:gd name="connsiteX12" fmla="*/ 647815 w 839697"/>
                <a:gd name="connsiteY12" fmla="*/ 376102 h 569714"/>
                <a:gd name="connsiteX13" fmla="*/ 794451 w 839697"/>
                <a:gd name="connsiteY13" fmla="*/ 376102 h 569714"/>
                <a:gd name="connsiteX14" fmla="*/ 794868 w 839697"/>
                <a:gd name="connsiteY14" fmla="*/ 88083 h 569714"/>
                <a:gd name="connsiteX15" fmla="*/ 839697 w 839697"/>
                <a:gd name="connsiteY15" fmla="*/ 88083 h 569714"/>
                <a:gd name="connsiteX16" fmla="*/ 839662 w 839697"/>
                <a:gd name="connsiteY16" fmla="*/ 414991 h 569714"/>
                <a:gd name="connsiteX17" fmla="*/ 839662 w 839697"/>
                <a:gd name="connsiteY17" fmla="*/ 421265 h 569714"/>
                <a:gd name="connsiteX18" fmla="*/ 693414 w 839697"/>
                <a:gd name="connsiteY18" fmla="*/ 421265 h 569714"/>
                <a:gd name="connsiteX19" fmla="*/ 693414 w 839697"/>
                <a:gd name="connsiteY19" fmla="*/ 488158 h 569714"/>
                <a:gd name="connsiteX20" fmla="*/ 630484 w 839697"/>
                <a:gd name="connsiteY20" fmla="*/ 488158 h 569714"/>
                <a:gd name="connsiteX21" fmla="*/ 630484 w 839697"/>
                <a:gd name="connsiteY21" fmla="*/ 526288 h 569714"/>
                <a:gd name="connsiteX22" fmla="*/ 630456 w 839697"/>
                <a:gd name="connsiteY22" fmla="*/ 547398 h 569714"/>
                <a:gd name="connsiteX23" fmla="*/ 608636 w 839697"/>
                <a:gd name="connsiteY23" fmla="*/ 569679 h 569714"/>
                <a:gd name="connsiteX24" fmla="*/ 606182 w 839697"/>
                <a:gd name="connsiteY24" fmla="*/ 569689 h 569714"/>
                <a:gd name="connsiteX25" fmla="*/ 215873 w 839697"/>
                <a:gd name="connsiteY25" fmla="*/ 569689 h 569714"/>
                <a:gd name="connsiteX26" fmla="*/ 210320 w 839697"/>
                <a:gd name="connsiteY26" fmla="*/ 569689 h 569714"/>
                <a:gd name="connsiteX27" fmla="*/ 210320 w 839697"/>
                <a:gd name="connsiteY27" fmla="*/ 488451 h 569714"/>
                <a:gd name="connsiteX28" fmla="*/ 147524 w 839697"/>
                <a:gd name="connsiteY28" fmla="*/ 488451 h 569714"/>
                <a:gd name="connsiteX29" fmla="*/ 147524 w 839697"/>
                <a:gd name="connsiteY29" fmla="*/ 421557 h 569714"/>
                <a:gd name="connsiteX30" fmla="*/ 1 w 839697"/>
                <a:gd name="connsiteY30" fmla="*/ 421557 h 569714"/>
                <a:gd name="connsiteX31" fmla="*/ 1 w 839697"/>
                <a:gd name="connsiteY31" fmla="*/ 415895 h 569714"/>
                <a:gd name="connsiteX32" fmla="*/ 7 w 839697"/>
                <a:gd name="connsiteY32" fmla="*/ 26076 h 569714"/>
                <a:gd name="connsiteX33" fmla="*/ 26175 w 839697"/>
                <a:gd name="connsiteY33" fmla="*/ 0 h 56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39697" h="569714">
                  <a:moveTo>
                    <a:pt x="26175" y="0"/>
                  </a:moveTo>
                  <a:lnTo>
                    <a:pt x="753679" y="514"/>
                  </a:lnTo>
                  <a:lnTo>
                    <a:pt x="753679" y="45288"/>
                  </a:lnTo>
                  <a:lnTo>
                    <a:pt x="45467" y="45272"/>
                  </a:lnTo>
                  <a:cubicBezTo>
                    <a:pt x="45467" y="155856"/>
                    <a:pt x="45467" y="265899"/>
                    <a:pt x="45467" y="376399"/>
                  </a:cubicBezTo>
                  <a:cubicBezTo>
                    <a:pt x="94590" y="376399"/>
                    <a:pt x="143425" y="376399"/>
                    <a:pt x="192717" y="376399"/>
                  </a:cubicBezTo>
                  <a:cubicBezTo>
                    <a:pt x="192717" y="398850"/>
                    <a:pt x="192717" y="420846"/>
                    <a:pt x="192717" y="443295"/>
                  </a:cubicBezTo>
                  <a:cubicBezTo>
                    <a:pt x="213864" y="443295"/>
                    <a:pt x="234551" y="443295"/>
                    <a:pt x="255515" y="443295"/>
                  </a:cubicBezTo>
                  <a:cubicBezTo>
                    <a:pt x="255515" y="470544"/>
                    <a:pt x="255515" y="497331"/>
                    <a:pt x="255515" y="524263"/>
                  </a:cubicBezTo>
                  <a:cubicBezTo>
                    <a:pt x="365518" y="524263"/>
                    <a:pt x="475232" y="524263"/>
                    <a:pt x="585408" y="524263"/>
                  </a:cubicBezTo>
                  <a:cubicBezTo>
                    <a:pt x="585408" y="497111"/>
                    <a:pt x="585408" y="470206"/>
                    <a:pt x="585408" y="442848"/>
                  </a:cubicBezTo>
                  <a:cubicBezTo>
                    <a:pt x="606227" y="442848"/>
                    <a:pt x="626589" y="442848"/>
                    <a:pt x="647815" y="442848"/>
                  </a:cubicBezTo>
                  <a:cubicBezTo>
                    <a:pt x="647815" y="420440"/>
                    <a:pt x="647815" y="398495"/>
                    <a:pt x="647815" y="376102"/>
                  </a:cubicBezTo>
                  <a:cubicBezTo>
                    <a:pt x="697192" y="376102"/>
                    <a:pt x="745699" y="376102"/>
                    <a:pt x="794451" y="376102"/>
                  </a:cubicBezTo>
                  <a:lnTo>
                    <a:pt x="794868" y="88083"/>
                  </a:lnTo>
                  <a:lnTo>
                    <a:pt x="839697" y="88083"/>
                  </a:lnTo>
                  <a:lnTo>
                    <a:pt x="839662" y="414991"/>
                  </a:lnTo>
                  <a:cubicBezTo>
                    <a:pt x="839662" y="416931"/>
                    <a:pt x="839662" y="418870"/>
                    <a:pt x="839662" y="421265"/>
                  </a:cubicBezTo>
                  <a:cubicBezTo>
                    <a:pt x="790885" y="421265"/>
                    <a:pt x="742379" y="421265"/>
                    <a:pt x="693414" y="421265"/>
                  </a:cubicBezTo>
                  <a:cubicBezTo>
                    <a:pt x="693414" y="443710"/>
                    <a:pt x="693414" y="465706"/>
                    <a:pt x="693414" y="488158"/>
                  </a:cubicBezTo>
                  <a:cubicBezTo>
                    <a:pt x="672272" y="488158"/>
                    <a:pt x="651586" y="488158"/>
                    <a:pt x="630484" y="488158"/>
                  </a:cubicBezTo>
                  <a:cubicBezTo>
                    <a:pt x="630484" y="501173"/>
                    <a:pt x="630484" y="513731"/>
                    <a:pt x="630484" y="526288"/>
                  </a:cubicBezTo>
                  <a:cubicBezTo>
                    <a:pt x="630484" y="533325"/>
                    <a:pt x="630612" y="540365"/>
                    <a:pt x="630456" y="547398"/>
                  </a:cubicBezTo>
                  <a:cubicBezTo>
                    <a:pt x="630165" y="560523"/>
                    <a:pt x="620729" y="568587"/>
                    <a:pt x="608636" y="569679"/>
                  </a:cubicBezTo>
                  <a:cubicBezTo>
                    <a:pt x="607824" y="569752"/>
                    <a:pt x="607000" y="569689"/>
                    <a:pt x="606182" y="569689"/>
                  </a:cubicBezTo>
                  <a:cubicBezTo>
                    <a:pt x="476079" y="569689"/>
                    <a:pt x="345976" y="569689"/>
                    <a:pt x="215873" y="569689"/>
                  </a:cubicBezTo>
                  <a:cubicBezTo>
                    <a:pt x="214110" y="569689"/>
                    <a:pt x="212347" y="569689"/>
                    <a:pt x="210320" y="569689"/>
                  </a:cubicBezTo>
                  <a:cubicBezTo>
                    <a:pt x="210320" y="542485"/>
                    <a:pt x="210320" y="515698"/>
                    <a:pt x="210320" y="488451"/>
                  </a:cubicBezTo>
                  <a:cubicBezTo>
                    <a:pt x="189356" y="488451"/>
                    <a:pt x="168670" y="488451"/>
                    <a:pt x="147524" y="488451"/>
                  </a:cubicBezTo>
                  <a:cubicBezTo>
                    <a:pt x="147524" y="466002"/>
                    <a:pt x="147524" y="444007"/>
                    <a:pt x="147524" y="421557"/>
                  </a:cubicBezTo>
                  <a:cubicBezTo>
                    <a:pt x="98233" y="421557"/>
                    <a:pt x="49400" y="421557"/>
                    <a:pt x="1" y="421557"/>
                  </a:cubicBezTo>
                  <a:cubicBezTo>
                    <a:pt x="1" y="419371"/>
                    <a:pt x="1" y="417633"/>
                    <a:pt x="1" y="415895"/>
                  </a:cubicBezTo>
                  <a:cubicBezTo>
                    <a:pt x="1" y="285955"/>
                    <a:pt x="-3" y="156016"/>
                    <a:pt x="7" y="26076"/>
                  </a:cubicBezTo>
                  <a:cubicBezTo>
                    <a:pt x="8" y="9666"/>
                    <a:pt x="9418" y="-9"/>
                    <a:pt x="26175"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806" name="Freeform: Shape 2805">
              <a:extLst>
                <a:ext uri="{FF2B5EF4-FFF2-40B4-BE49-F238E27FC236}">
                  <a16:creationId xmlns:a16="http://schemas.microsoft.com/office/drawing/2014/main" id="{67A60882-A89B-08EA-4EFC-0DF923835B9B}"/>
                </a:ext>
                <a:ext uri="{C183D7F6-B498-43B3-948B-1728B52AA6E4}">
                  <adec:decorative xmlns:adec="http://schemas.microsoft.com/office/drawing/2017/decorative" val="1"/>
                </a:ext>
              </a:extLst>
            </p:cNvPr>
            <p:cNvSpPr/>
            <p:nvPr/>
          </p:nvSpPr>
          <p:spPr>
            <a:xfrm>
              <a:off x="8796497" y="5824566"/>
              <a:ext cx="408740" cy="164816"/>
            </a:xfrm>
            <a:custGeom>
              <a:avLst/>
              <a:gdLst>
                <a:gd name="connsiteX0" fmla="*/ 1696828 w 8758715"/>
                <a:gd name="connsiteY0" fmla="*/ 1687421 h 3531767"/>
                <a:gd name="connsiteX1" fmla="*/ 2224547 w 8758715"/>
                <a:gd name="connsiteY1" fmla="*/ 1687421 h 3531767"/>
                <a:gd name="connsiteX2" fmla="*/ 2224547 w 8758715"/>
                <a:gd name="connsiteY2" fmla="*/ 3531767 h 3531767"/>
                <a:gd name="connsiteX3" fmla="*/ 1696828 w 8758715"/>
                <a:gd name="connsiteY3" fmla="*/ 3531767 h 3531767"/>
                <a:gd name="connsiteX4" fmla="*/ 5093618 w 8758715"/>
                <a:gd name="connsiteY4" fmla="*/ 1686439 h 3531767"/>
                <a:gd name="connsiteX5" fmla="*/ 5623872 w 8758715"/>
                <a:gd name="connsiteY5" fmla="*/ 1686439 h 3531767"/>
                <a:gd name="connsiteX6" fmla="*/ 5623872 w 8758715"/>
                <a:gd name="connsiteY6" fmla="*/ 3528061 h 3531767"/>
                <a:gd name="connsiteX7" fmla="*/ 5093618 w 8758715"/>
                <a:gd name="connsiteY7" fmla="*/ 3528061 h 3531767"/>
                <a:gd name="connsiteX8" fmla="*/ 6791462 w 8758715"/>
                <a:gd name="connsiteY8" fmla="*/ 1686427 h 3531767"/>
                <a:gd name="connsiteX9" fmla="*/ 7321728 w 8758715"/>
                <a:gd name="connsiteY9" fmla="*/ 1686427 h 3531767"/>
                <a:gd name="connsiteX10" fmla="*/ 7321728 w 8758715"/>
                <a:gd name="connsiteY10" fmla="*/ 3528073 h 3531767"/>
                <a:gd name="connsiteX11" fmla="*/ 6791462 w 8758715"/>
                <a:gd name="connsiteY11" fmla="*/ 3528073 h 3531767"/>
                <a:gd name="connsiteX12" fmla="*/ 3391072 w 8758715"/>
                <a:gd name="connsiteY12" fmla="*/ 1686415 h 3531767"/>
                <a:gd name="connsiteX13" fmla="*/ 3921361 w 8758715"/>
                <a:gd name="connsiteY13" fmla="*/ 1686415 h 3531767"/>
                <a:gd name="connsiteX14" fmla="*/ 3921361 w 8758715"/>
                <a:gd name="connsiteY14" fmla="*/ 3528096 h 3531767"/>
                <a:gd name="connsiteX15" fmla="*/ 3391072 w 8758715"/>
                <a:gd name="connsiteY15" fmla="*/ 3528096 h 3531767"/>
                <a:gd name="connsiteX16" fmla="*/ 0 w 8758715"/>
                <a:gd name="connsiteY16" fmla="*/ 1686391 h 3531767"/>
                <a:gd name="connsiteX17" fmla="*/ 530301 w 8758715"/>
                <a:gd name="connsiteY17" fmla="*/ 1686391 h 3531767"/>
                <a:gd name="connsiteX18" fmla="*/ 530301 w 8758715"/>
                <a:gd name="connsiteY18" fmla="*/ 3528108 h 3531767"/>
                <a:gd name="connsiteX19" fmla="*/ 0 w 8758715"/>
                <a:gd name="connsiteY19" fmla="*/ 3528108 h 3531767"/>
                <a:gd name="connsiteX20" fmla="*/ 7972565 w 8758715"/>
                <a:gd name="connsiteY20" fmla="*/ 0 h 3531767"/>
                <a:gd name="connsiteX21" fmla="*/ 8758715 w 8758715"/>
                <a:gd name="connsiteY21" fmla="*/ 0 h 3531767"/>
                <a:gd name="connsiteX22" fmla="*/ 8758715 w 8758715"/>
                <a:gd name="connsiteY22" fmla="*/ 787534 h 3531767"/>
                <a:gd name="connsiteX23" fmla="*/ 7972565 w 8758715"/>
                <a:gd name="connsiteY23" fmla="*/ 787534 h 353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758715" h="3531767">
                  <a:moveTo>
                    <a:pt x="1696828" y="1687421"/>
                  </a:moveTo>
                  <a:lnTo>
                    <a:pt x="2224547" y="1687421"/>
                  </a:lnTo>
                  <a:lnTo>
                    <a:pt x="2224547" y="3531767"/>
                  </a:lnTo>
                  <a:lnTo>
                    <a:pt x="1696828" y="3531767"/>
                  </a:lnTo>
                  <a:close/>
                  <a:moveTo>
                    <a:pt x="5093618" y="1686439"/>
                  </a:moveTo>
                  <a:lnTo>
                    <a:pt x="5623872" y="1686439"/>
                  </a:lnTo>
                  <a:lnTo>
                    <a:pt x="5623872" y="3528061"/>
                  </a:lnTo>
                  <a:lnTo>
                    <a:pt x="5093618" y="3528061"/>
                  </a:lnTo>
                  <a:close/>
                  <a:moveTo>
                    <a:pt x="6791462" y="1686427"/>
                  </a:moveTo>
                  <a:lnTo>
                    <a:pt x="7321728" y="1686427"/>
                  </a:lnTo>
                  <a:lnTo>
                    <a:pt x="7321728" y="3528073"/>
                  </a:lnTo>
                  <a:lnTo>
                    <a:pt x="6791462" y="3528073"/>
                  </a:lnTo>
                  <a:close/>
                  <a:moveTo>
                    <a:pt x="3391072" y="1686415"/>
                  </a:moveTo>
                  <a:lnTo>
                    <a:pt x="3921361" y="1686415"/>
                  </a:lnTo>
                  <a:lnTo>
                    <a:pt x="3921361" y="3528096"/>
                  </a:lnTo>
                  <a:lnTo>
                    <a:pt x="3391072" y="3528096"/>
                  </a:lnTo>
                  <a:close/>
                  <a:moveTo>
                    <a:pt x="0" y="1686391"/>
                  </a:moveTo>
                  <a:lnTo>
                    <a:pt x="530301" y="1686391"/>
                  </a:lnTo>
                  <a:lnTo>
                    <a:pt x="530301" y="3528108"/>
                  </a:lnTo>
                  <a:lnTo>
                    <a:pt x="0" y="3528108"/>
                  </a:lnTo>
                  <a:close/>
                  <a:moveTo>
                    <a:pt x="7972565" y="0"/>
                  </a:moveTo>
                  <a:lnTo>
                    <a:pt x="8758715" y="0"/>
                  </a:lnTo>
                  <a:lnTo>
                    <a:pt x="8758715" y="787534"/>
                  </a:lnTo>
                  <a:lnTo>
                    <a:pt x="7972565" y="787534"/>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50" name="Group 49">
            <a:extLst>
              <a:ext uri="{FF2B5EF4-FFF2-40B4-BE49-F238E27FC236}">
                <a16:creationId xmlns:a16="http://schemas.microsoft.com/office/drawing/2014/main" id="{B7C573BF-1F23-73FB-BF9A-51DE165907C1}"/>
              </a:ext>
              <a:ext uri="{C183D7F6-B498-43B3-948B-1728B52AA6E4}">
                <adec:decorative xmlns:adec="http://schemas.microsoft.com/office/drawing/2017/decorative" val="1"/>
              </a:ext>
            </a:extLst>
          </p:cNvPr>
          <p:cNvGrpSpPr>
            <a:grpSpLocks noChangeAspect="1"/>
          </p:cNvGrpSpPr>
          <p:nvPr/>
        </p:nvGrpSpPr>
        <p:grpSpPr>
          <a:xfrm>
            <a:off x="9401644" y="5755986"/>
            <a:ext cx="230414" cy="457200"/>
            <a:chOff x="9401644" y="5755986"/>
            <a:chExt cx="230414" cy="457200"/>
          </a:xfrm>
          <a:solidFill>
            <a:srgbClr val="FF0000"/>
          </a:solidFill>
        </p:grpSpPr>
        <p:sp>
          <p:nvSpPr>
            <p:cNvPr id="2828" name="Freeform: Shape 2827">
              <a:extLst>
                <a:ext uri="{FF2B5EF4-FFF2-40B4-BE49-F238E27FC236}">
                  <a16:creationId xmlns:a16="http://schemas.microsoft.com/office/drawing/2014/main" id="{5BECCF0A-1695-3E5E-F441-5138014B8A68}"/>
                </a:ext>
                <a:ext uri="{C183D7F6-B498-43B3-948B-1728B52AA6E4}">
                  <adec:decorative xmlns:adec="http://schemas.microsoft.com/office/drawing/2017/decorative" val="1"/>
                </a:ext>
              </a:extLst>
            </p:cNvPr>
            <p:cNvSpPr/>
            <p:nvPr/>
          </p:nvSpPr>
          <p:spPr>
            <a:xfrm>
              <a:off x="9401644" y="5755986"/>
              <a:ext cx="230414" cy="410658"/>
            </a:xfrm>
            <a:custGeom>
              <a:avLst/>
              <a:gdLst>
                <a:gd name="connsiteX0" fmla="*/ 1555282 w 3456216"/>
                <a:gd name="connsiteY0" fmla="*/ 14050 h 6159881"/>
                <a:gd name="connsiteX1" fmla="*/ 1900934 w 3456216"/>
                <a:gd name="connsiteY1" fmla="*/ 14050 h 6159881"/>
                <a:gd name="connsiteX2" fmla="*/ 1900934 w 3456216"/>
                <a:gd name="connsiteY2" fmla="*/ 702056 h 6159881"/>
                <a:gd name="connsiteX3" fmla="*/ 1555282 w 3456216"/>
                <a:gd name="connsiteY3" fmla="*/ 702056 h 6159881"/>
                <a:gd name="connsiteX4" fmla="*/ 1036855 w 3456216"/>
                <a:gd name="connsiteY4" fmla="*/ 14050 h 6159881"/>
                <a:gd name="connsiteX5" fmla="*/ 1382507 w 3456216"/>
                <a:gd name="connsiteY5" fmla="*/ 14050 h 6159881"/>
                <a:gd name="connsiteX6" fmla="*/ 1382507 w 3456216"/>
                <a:gd name="connsiteY6" fmla="*/ 702056 h 6159881"/>
                <a:gd name="connsiteX7" fmla="*/ 1036855 w 3456216"/>
                <a:gd name="connsiteY7" fmla="*/ 702056 h 6159881"/>
                <a:gd name="connsiteX8" fmla="*/ 518427 w 3456216"/>
                <a:gd name="connsiteY8" fmla="*/ 14050 h 6159881"/>
                <a:gd name="connsiteX9" fmla="*/ 864079 w 3456216"/>
                <a:gd name="connsiteY9" fmla="*/ 14050 h 6159881"/>
                <a:gd name="connsiteX10" fmla="*/ 864079 w 3456216"/>
                <a:gd name="connsiteY10" fmla="*/ 702056 h 6159881"/>
                <a:gd name="connsiteX11" fmla="*/ 518427 w 3456216"/>
                <a:gd name="connsiteY11" fmla="*/ 702056 h 6159881"/>
                <a:gd name="connsiteX12" fmla="*/ 2592136 w 3456216"/>
                <a:gd name="connsiteY12" fmla="*/ 14049 h 6159881"/>
                <a:gd name="connsiteX13" fmla="*/ 2937788 w 3456216"/>
                <a:gd name="connsiteY13" fmla="*/ 14049 h 6159881"/>
                <a:gd name="connsiteX14" fmla="*/ 2937788 w 3456216"/>
                <a:gd name="connsiteY14" fmla="*/ 702056 h 6159881"/>
                <a:gd name="connsiteX15" fmla="*/ 2592136 w 3456216"/>
                <a:gd name="connsiteY15" fmla="*/ 702056 h 6159881"/>
                <a:gd name="connsiteX16" fmla="*/ 2073709 w 3456216"/>
                <a:gd name="connsiteY16" fmla="*/ 14049 h 6159881"/>
                <a:gd name="connsiteX17" fmla="*/ 2419361 w 3456216"/>
                <a:gd name="connsiteY17" fmla="*/ 14049 h 6159881"/>
                <a:gd name="connsiteX18" fmla="*/ 2419361 w 3456216"/>
                <a:gd name="connsiteY18" fmla="*/ 702056 h 6159881"/>
                <a:gd name="connsiteX19" fmla="*/ 2073709 w 3456216"/>
                <a:gd name="connsiteY19" fmla="*/ 702056 h 6159881"/>
                <a:gd name="connsiteX20" fmla="*/ 3110564 w 3456216"/>
                <a:gd name="connsiteY20" fmla="*/ 0 h 6159881"/>
                <a:gd name="connsiteX21" fmla="*/ 3456216 w 3456216"/>
                <a:gd name="connsiteY21" fmla="*/ 0 h 6159881"/>
                <a:gd name="connsiteX22" fmla="*/ 3456216 w 3456216"/>
                <a:gd name="connsiteY22" fmla="*/ 1918814 h 6159881"/>
                <a:gd name="connsiteX23" fmla="*/ 3438543 w 3456216"/>
                <a:gd name="connsiteY23" fmla="*/ 1918814 h 6159881"/>
                <a:gd name="connsiteX24" fmla="*/ 3456215 w 3456216"/>
                <a:gd name="connsiteY24" fmla="*/ 1923549 h 6159881"/>
                <a:gd name="connsiteX25" fmla="*/ 2714512 w 3456216"/>
                <a:gd name="connsiteY25" fmla="*/ 4691622 h 6159881"/>
                <a:gd name="connsiteX26" fmla="*/ 2698767 w 3456216"/>
                <a:gd name="connsiteY26" fmla="*/ 4687403 h 6159881"/>
                <a:gd name="connsiteX27" fmla="*/ 2698767 w 3456216"/>
                <a:gd name="connsiteY27" fmla="*/ 4693087 h 6159881"/>
                <a:gd name="connsiteX28" fmla="*/ 1992882 w 3456216"/>
                <a:gd name="connsiteY28" fmla="*/ 4693087 h 6159881"/>
                <a:gd name="connsiteX29" fmla="*/ 1992882 w 3456216"/>
                <a:gd name="connsiteY29" fmla="*/ 5037935 h 6159881"/>
                <a:gd name="connsiteX30" fmla="*/ 2592147 w 3456216"/>
                <a:gd name="connsiteY30" fmla="*/ 5037935 h 6159881"/>
                <a:gd name="connsiteX31" fmla="*/ 2592147 w 3456216"/>
                <a:gd name="connsiteY31" fmla="*/ 5556513 h 6159881"/>
                <a:gd name="connsiteX32" fmla="*/ 1992882 w 3456216"/>
                <a:gd name="connsiteY32" fmla="*/ 5556513 h 6159881"/>
                <a:gd name="connsiteX33" fmla="*/ 1992882 w 3456216"/>
                <a:gd name="connsiteY33" fmla="*/ 6159881 h 6159881"/>
                <a:gd name="connsiteX34" fmla="*/ 1463338 w 3456216"/>
                <a:gd name="connsiteY34" fmla="*/ 6159881 h 6159881"/>
                <a:gd name="connsiteX35" fmla="*/ 1463338 w 3456216"/>
                <a:gd name="connsiteY35" fmla="*/ 5556513 h 6159881"/>
                <a:gd name="connsiteX36" fmla="*/ 864084 w 3456216"/>
                <a:gd name="connsiteY36" fmla="*/ 5556513 h 6159881"/>
                <a:gd name="connsiteX37" fmla="*/ 864084 w 3456216"/>
                <a:gd name="connsiteY37" fmla="*/ 5037935 h 6159881"/>
                <a:gd name="connsiteX38" fmla="*/ 1463338 w 3456216"/>
                <a:gd name="connsiteY38" fmla="*/ 5037935 h 6159881"/>
                <a:gd name="connsiteX39" fmla="*/ 1463338 w 3456216"/>
                <a:gd name="connsiteY39" fmla="*/ 4693087 h 6159881"/>
                <a:gd name="connsiteX40" fmla="*/ 757450 w 3456216"/>
                <a:gd name="connsiteY40" fmla="*/ 4693087 h 6159881"/>
                <a:gd name="connsiteX41" fmla="*/ 757450 w 3456216"/>
                <a:gd name="connsiteY41" fmla="*/ 4687403 h 6159881"/>
                <a:gd name="connsiteX42" fmla="*/ 741704 w 3456216"/>
                <a:gd name="connsiteY42" fmla="*/ 4691622 h 6159881"/>
                <a:gd name="connsiteX43" fmla="*/ 1 w 3456216"/>
                <a:gd name="connsiteY43" fmla="*/ 1923549 h 6159881"/>
                <a:gd name="connsiteX44" fmla="*/ 17672 w 3456216"/>
                <a:gd name="connsiteY44" fmla="*/ 1918814 h 6159881"/>
                <a:gd name="connsiteX45" fmla="*/ 0 w 3456216"/>
                <a:gd name="connsiteY45" fmla="*/ 1918814 h 6159881"/>
                <a:gd name="connsiteX46" fmla="*/ 0 w 3456216"/>
                <a:gd name="connsiteY46" fmla="*/ 1 h 6159881"/>
                <a:gd name="connsiteX47" fmla="*/ 345652 w 3456216"/>
                <a:gd name="connsiteY47" fmla="*/ 1 h 6159881"/>
                <a:gd name="connsiteX48" fmla="*/ 345652 w 3456216"/>
                <a:gd name="connsiteY48" fmla="*/ 1573165 h 6159881"/>
                <a:gd name="connsiteX49" fmla="*/ 1382076 w 3456216"/>
                <a:gd name="connsiteY49" fmla="*/ 1573165 h 6159881"/>
                <a:gd name="connsiteX50" fmla="*/ 1382076 w 3456216"/>
                <a:gd name="connsiteY50" fmla="*/ 1918817 h 6159881"/>
                <a:gd name="connsiteX51" fmla="*/ 356578 w 3456216"/>
                <a:gd name="connsiteY51" fmla="*/ 1918817 h 6159881"/>
                <a:gd name="connsiteX52" fmla="*/ 1007324 w 3456216"/>
                <a:gd name="connsiteY52" fmla="*/ 4347435 h 6159881"/>
                <a:gd name="connsiteX53" fmla="*/ 2448892 w 3456216"/>
                <a:gd name="connsiteY53" fmla="*/ 4347435 h 6159881"/>
                <a:gd name="connsiteX54" fmla="*/ 3099638 w 3456216"/>
                <a:gd name="connsiteY54" fmla="*/ 1918817 h 6159881"/>
                <a:gd name="connsiteX55" fmla="*/ 2074145 w 3456216"/>
                <a:gd name="connsiteY55" fmla="*/ 1918817 h 6159881"/>
                <a:gd name="connsiteX56" fmla="*/ 2074145 w 3456216"/>
                <a:gd name="connsiteY56" fmla="*/ 1573165 h 6159881"/>
                <a:gd name="connsiteX57" fmla="*/ 3110564 w 3456216"/>
                <a:gd name="connsiteY57" fmla="*/ 1573165 h 615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456216" h="6159881">
                  <a:moveTo>
                    <a:pt x="1555282" y="14050"/>
                  </a:moveTo>
                  <a:lnTo>
                    <a:pt x="1900934" y="14050"/>
                  </a:lnTo>
                  <a:lnTo>
                    <a:pt x="1900934" y="702056"/>
                  </a:lnTo>
                  <a:lnTo>
                    <a:pt x="1555282" y="702056"/>
                  </a:lnTo>
                  <a:close/>
                  <a:moveTo>
                    <a:pt x="1036855" y="14050"/>
                  </a:moveTo>
                  <a:lnTo>
                    <a:pt x="1382507" y="14050"/>
                  </a:lnTo>
                  <a:lnTo>
                    <a:pt x="1382507" y="702056"/>
                  </a:lnTo>
                  <a:lnTo>
                    <a:pt x="1036855" y="702056"/>
                  </a:lnTo>
                  <a:close/>
                  <a:moveTo>
                    <a:pt x="518427" y="14050"/>
                  </a:moveTo>
                  <a:lnTo>
                    <a:pt x="864079" y="14050"/>
                  </a:lnTo>
                  <a:lnTo>
                    <a:pt x="864079" y="702056"/>
                  </a:lnTo>
                  <a:lnTo>
                    <a:pt x="518427" y="702056"/>
                  </a:lnTo>
                  <a:close/>
                  <a:moveTo>
                    <a:pt x="2592136" y="14049"/>
                  </a:moveTo>
                  <a:lnTo>
                    <a:pt x="2937788" y="14049"/>
                  </a:lnTo>
                  <a:lnTo>
                    <a:pt x="2937788" y="702056"/>
                  </a:lnTo>
                  <a:lnTo>
                    <a:pt x="2592136" y="702056"/>
                  </a:lnTo>
                  <a:close/>
                  <a:moveTo>
                    <a:pt x="2073709" y="14049"/>
                  </a:moveTo>
                  <a:lnTo>
                    <a:pt x="2419361" y="14049"/>
                  </a:lnTo>
                  <a:lnTo>
                    <a:pt x="2419361" y="702056"/>
                  </a:lnTo>
                  <a:lnTo>
                    <a:pt x="2073709" y="702056"/>
                  </a:lnTo>
                  <a:close/>
                  <a:moveTo>
                    <a:pt x="3110564" y="0"/>
                  </a:moveTo>
                  <a:lnTo>
                    <a:pt x="3456216" y="0"/>
                  </a:lnTo>
                  <a:lnTo>
                    <a:pt x="3456216" y="1918814"/>
                  </a:lnTo>
                  <a:lnTo>
                    <a:pt x="3438543" y="1918814"/>
                  </a:lnTo>
                  <a:lnTo>
                    <a:pt x="3456215" y="1923549"/>
                  </a:lnTo>
                  <a:lnTo>
                    <a:pt x="2714512" y="4691622"/>
                  </a:lnTo>
                  <a:lnTo>
                    <a:pt x="2698767" y="4687403"/>
                  </a:lnTo>
                  <a:lnTo>
                    <a:pt x="2698767" y="4693087"/>
                  </a:lnTo>
                  <a:lnTo>
                    <a:pt x="1992882" y="4693087"/>
                  </a:lnTo>
                  <a:lnTo>
                    <a:pt x="1992882" y="5037935"/>
                  </a:lnTo>
                  <a:lnTo>
                    <a:pt x="2592147" y="5037935"/>
                  </a:lnTo>
                  <a:lnTo>
                    <a:pt x="2592147" y="5556513"/>
                  </a:lnTo>
                  <a:lnTo>
                    <a:pt x="1992882" y="5556513"/>
                  </a:lnTo>
                  <a:lnTo>
                    <a:pt x="1992882" y="6159881"/>
                  </a:lnTo>
                  <a:lnTo>
                    <a:pt x="1463338" y="6159881"/>
                  </a:lnTo>
                  <a:lnTo>
                    <a:pt x="1463338" y="5556513"/>
                  </a:lnTo>
                  <a:lnTo>
                    <a:pt x="864084" y="5556513"/>
                  </a:lnTo>
                  <a:lnTo>
                    <a:pt x="864084" y="5037935"/>
                  </a:lnTo>
                  <a:lnTo>
                    <a:pt x="1463338" y="5037935"/>
                  </a:lnTo>
                  <a:lnTo>
                    <a:pt x="1463338" y="4693087"/>
                  </a:lnTo>
                  <a:lnTo>
                    <a:pt x="757450" y="4693087"/>
                  </a:lnTo>
                  <a:lnTo>
                    <a:pt x="757450" y="4687403"/>
                  </a:lnTo>
                  <a:lnTo>
                    <a:pt x="741704" y="4691622"/>
                  </a:lnTo>
                  <a:lnTo>
                    <a:pt x="1" y="1923549"/>
                  </a:lnTo>
                  <a:lnTo>
                    <a:pt x="17672" y="1918814"/>
                  </a:lnTo>
                  <a:lnTo>
                    <a:pt x="0" y="1918814"/>
                  </a:lnTo>
                  <a:lnTo>
                    <a:pt x="0" y="1"/>
                  </a:lnTo>
                  <a:lnTo>
                    <a:pt x="345652" y="1"/>
                  </a:lnTo>
                  <a:lnTo>
                    <a:pt x="345652" y="1573165"/>
                  </a:lnTo>
                  <a:lnTo>
                    <a:pt x="1382076" y="1573165"/>
                  </a:lnTo>
                  <a:lnTo>
                    <a:pt x="1382076" y="1918817"/>
                  </a:lnTo>
                  <a:lnTo>
                    <a:pt x="356578" y="1918817"/>
                  </a:lnTo>
                  <a:lnTo>
                    <a:pt x="1007324" y="4347435"/>
                  </a:lnTo>
                  <a:lnTo>
                    <a:pt x="2448892" y="4347435"/>
                  </a:lnTo>
                  <a:lnTo>
                    <a:pt x="3099638" y="1918817"/>
                  </a:lnTo>
                  <a:lnTo>
                    <a:pt x="2074145" y="1918817"/>
                  </a:lnTo>
                  <a:lnTo>
                    <a:pt x="2074145" y="1573165"/>
                  </a:lnTo>
                  <a:lnTo>
                    <a:pt x="3110564" y="157316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829" name="Freeform: Shape 2828">
              <a:extLst>
                <a:ext uri="{FF2B5EF4-FFF2-40B4-BE49-F238E27FC236}">
                  <a16:creationId xmlns:a16="http://schemas.microsoft.com/office/drawing/2014/main" id="{67C14889-C154-469A-9478-2DAF8730EA41}"/>
                </a:ext>
                <a:ext uri="{C183D7F6-B498-43B3-948B-1728B52AA6E4}">
                  <adec:decorative xmlns:adec="http://schemas.microsoft.com/office/drawing/2017/decorative" val="1"/>
                </a:ext>
              </a:extLst>
            </p:cNvPr>
            <p:cNvSpPr/>
            <p:nvPr/>
          </p:nvSpPr>
          <p:spPr>
            <a:xfrm rot="16200000">
              <a:off x="9340543" y="6013809"/>
              <a:ext cx="352616" cy="46138"/>
            </a:xfrm>
            <a:custGeom>
              <a:avLst/>
              <a:gdLst>
                <a:gd name="connsiteX0" fmla="*/ 529547 w 5289238"/>
                <a:gd name="connsiteY0" fmla="*/ 81263 h 692069"/>
                <a:gd name="connsiteX1" fmla="*/ 529547 w 5289238"/>
                <a:gd name="connsiteY1" fmla="*/ 610807 h 692069"/>
                <a:gd name="connsiteX2" fmla="*/ 0 w 5289238"/>
                <a:gd name="connsiteY2" fmla="*/ 610807 h 692069"/>
                <a:gd name="connsiteX3" fmla="*/ 0 w 5289238"/>
                <a:gd name="connsiteY3" fmla="*/ 81263 h 692069"/>
                <a:gd name="connsiteX4" fmla="*/ 5289238 w 5289238"/>
                <a:gd name="connsiteY4" fmla="*/ 0 h 692069"/>
                <a:gd name="connsiteX5" fmla="*/ 5289238 w 5289238"/>
                <a:gd name="connsiteY5" fmla="*/ 692069 h 692069"/>
                <a:gd name="connsiteX6" fmla="*/ 3213922 w 5289238"/>
                <a:gd name="connsiteY6" fmla="*/ 692069 h 692069"/>
                <a:gd name="connsiteX7" fmla="*/ 3213922 w 5289238"/>
                <a:gd name="connsiteY7" fmla="*/ 0 h 69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89238" h="692069">
                  <a:moveTo>
                    <a:pt x="529547" y="81263"/>
                  </a:moveTo>
                  <a:lnTo>
                    <a:pt x="529547" y="610807"/>
                  </a:lnTo>
                  <a:lnTo>
                    <a:pt x="0" y="610807"/>
                  </a:lnTo>
                  <a:lnTo>
                    <a:pt x="0" y="81263"/>
                  </a:lnTo>
                  <a:close/>
                  <a:moveTo>
                    <a:pt x="5289238" y="0"/>
                  </a:moveTo>
                  <a:lnTo>
                    <a:pt x="5289238" y="692069"/>
                  </a:lnTo>
                  <a:lnTo>
                    <a:pt x="3213922" y="692069"/>
                  </a:lnTo>
                  <a:lnTo>
                    <a:pt x="3213922"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49" name="Group 48">
            <a:extLst>
              <a:ext uri="{FF2B5EF4-FFF2-40B4-BE49-F238E27FC236}">
                <a16:creationId xmlns:a16="http://schemas.microsoft.com/office/drawing/2014/main" id="{4C2C95C9-13E2-B760-FDA2-3E78336E8831}"/>
              </a:ext>
              <a:ext uri="{C183D7F6-B498-43B3-948B-1728B52AA6E4}">
                <adec:decorative xmlns:adec="http://schemas.microsoft.com/office/drawing/2017/decorative" val="1"/>
              </a:ext>
            </a:extLst>
          </p:cNvPr>
          <p:cNvGrpSpPr>
            <a:grpSpLocks noChangeAspect="1"/>
          </p:cNvGrpSpPr>
          <p:nvPr/>
        </p:nvGrpSpPr>
        <p:grpSpPr>
          <a:xfrm>
            <a:off x="9828465" y="5755986"/>
            <a:ext cx="404676" cy="457200"/>
            <a:chOff x="9828465" y="5755986"/>
            <a:chExt cx="404676" cy="457200"/>
          </a:xfrm>
          <a:solidFill>
            <a:srgbClr val="FF0000"/>
          </a:solidFill>
        </p:grpSpPr>
        <p:sp>
          <p:nvSpPr>
            <p:cNvPr id="2842" name="Freeform: Shape 2841">
              <a:extLst>
                <a:ext uri="{FF2B5EF4-FFF2-40B4-BE49-F238E27FC236}">
                  <a16:creationId xmlns:a16="http://schemas.microsoft.com/office/drawing/2014/main" id="{87F7A751-7F36-7FC2-34C1-EF179933E89C}"/>
                </a:ext>
                <a:ext uri="{C183D7F6-B498-43B3-948B-1728B52AA6E4}">
                  <adec:decorative xmlns:adec="http://schemas.microsoft.com/office/drawing/2017/decorative" val="1"/>
                </a:ext>
              </a:extLst>
            </p:cNvPr>
            <p:cNvSpPr/>
            <p:nvPr/>
          </p:nvSpPr>
          <p:spPr>
            <a:xfrm>
              <a:off x="9828465" y="5817985"/>
              <a:ext cx="366465" cy="395201"/>
            </a:xfrm>
            <a:custGeom>
              <a:avLst/>
              <a:gdLst>
                <a:gd name="connsiteX0" fmla="*/ 5080549 w 5496981"/>
                <a:gd name="connsiteY0" fmla="*/ 5344843 h 5928017"/>
                <a:gd name="connsiteX1" fmla="*/ 4913806 w 5496981"/>
                <a:gd name="connsiteY1" fmla="*/ 5511586 h 5928017"/>
                <a:gd name="connsiteX2" fmla="*/ 5080549 w 5496981"/>
                <a:gd name="connsiteY2" fmla="*/ 5678320 h 5928017"/>
                <a:gd name="connsiteX3" fmla="*/ 5247291 w 5496981"/>
                <a:gd name="connsiteY3" fmla="*/ 5511586 h 5928017"/>
                <a:gd name="connsiteX4" fmla="*/ 5080549 w 5496981"/>
                <a:gd name="connsiteY4" fmla="*/ 5344843 h 5928017"/>
                <a:gd name="connsiteX5" fmla="*/ 1971274 w 5496981"/>
                <a:gd name="connsiteY5" fmla="*/ 5344843 h 5928017"/>
                <a:gd name="connsiteX6" fmla="*/ 1804539 w 5496981"/>
                <a:gd name="connsiteY6" fmla="*/ 5511586 h 5928017"/>
                <a:gd name="connsiteX7" fmla="*/ 1971274 w 5496981"/>
                <a:gd name="connsiteY7" fmla="*/ 5678320 h 5928017"/>
                <a:gd name="connsiteX8" fmla="*/ 2138016 w 5496981"/>
                <a:gd name="connsiteY8" fmla="*/ 5511586 h 5928017"/>
                <a:gd name="connsiteX9" fmla="*/ 1971274 w 5496981"/>
                <a:gd name="connsiteY9" fmla="*/ 5344843 h 5928017"/>
                <a:gd name="connsiteX10" fmla="*/ 3358964 w 5496981"/>
                <a:gd name="connsiteY10" fmla="*/ 5324000 h 5928017"/>
                <a:gd name="connsiteX11" fmla="*/ 3358964 w 5496981"/>
                <a:gd name="connsiteY11" fmla="*/ 5657485 h 5928017"/>
                <a:gd name="connsiteX12" fmla="*/ 3692441 w 5496981"/>
                <a:gd name="connsiteY12" fmla="*/ 5657485 h 5928017"/>
                <a:gd name="connsiteX13" fmla="*/ 3692441 w 5496981"/>
                <a:gd name="connsiteY13" fmla="*/ 5324000 h 5928017"/>
                <a:gd name="connsiteX14" fmla="*/ 249697 w 5496981"/>
                <a:gd name="connsiteY14" fmla="*/ 5324000 h 5928017"/>
                <a:gd name="connsiteX15" fmla="*/ 249697 w 5496981"/>
                <a:gd name="connsiteY15" fmla="*/ 5657485 h 5928017"/>
                <a:gd name="connsiteX16" fmla="*/ 583174 w 5496981"/>
                <a:gd name="connsiteY16" fmla="*/ 5657485 h 5928017"/>
                <a:gd name="connsiteX17" fmla="*/ 583174 w 5496981"/>
                <a:gd name="connsiteY17" fmla="*/ 5324000 h 5928017"/>
                <a:gd name="connsiteX18" fmla="*/ 2574040 w 5496981"/>
                <a:gd name="connsiteY18" fmla="*/ 3495829 h 5928017"/>
                <a:gd name="connsiteX19" fmla="*/ 2906683 w 5496981"/>
                <a:gd name="connsiteY19" fmla="*/ 3495829 h 5928017"/>
                <a:gd name="connsiteX20" fmla="*/ 2906683 w 5496981"/>
                <a:gd name="connsiteY20" fmla="*/ 4344412 h 5928017"/>
                <a:gd name="connsiteX21" fmla="*/ 5247291 w 5496981"/>
                <a:gd name="connsiteY21" fmla="*/ 4344412 h 5928017"/>
                <a:gd name="connsiteX22" fmla="*/ 5247291 w 5496981"/>
                <a:gd name="connsiteY22" fmla="*/ 4677047 h 5928017"/>
                <a:gd name="connsiteX23" fmla="*/ 5246874 w 5496981"/>
                <a:gd name="connsiteY23" fmla="*/ 4677047 h 5928017"/>
                <a:gd name="connsiteX24" fmla="*/ 5246874 w 5496981"/>
                <a:gd name="connsiteY24" fmla="*/ 5129336 h 5928017"/>
                <a:gd name="connsiteX25" fmla="*/ 5496980 w 5496981"/>
                <a:gd name="connsiteY25" fmla="*/ 5511169 h 5928017"/>
                <a:gd name="connsiteX26" fmla="*/ 5080132 w 5496981"/>
                <a:gd name="connsiteY26" fmla="*/ 5928017 h 5928017"/>
                <a:gd name="connsiteX27" fmla="*/ 4663284 w 5496981"/>
                <a:gd name="connsiteY27" fmla="*/ 5511169 h 5928017"/>
                <a:gd name="connsiteX28" fmla="*/ 4913806 w 5496981"/>
                <a:gd name="connsiteY28" fmla="*/ 5129336 h 5928017"/>
                <a:gd name="connsiteX29" fmla="*/ 4913806 w 5496981"/>
                <a:gd name="connsiteY29" fmla="*/ 4677047 h 5928017"/>
                <a:gd name="connsiteX30" fmla="*/ 3692024 w 5496981"/>
                <a:gd name="connsiteY30" fmla="*/ 4677047 h 5928017"/>
                <a:gd name="connsiteX31" fmla="*/ 3692024 w 5496981"/>
                <a:gd name="connsiteY31" fmla="*/ 5073894 h 5928017"/>
                <a:gd name="connsiteX32" fmla="*/ 3692441 w 5496981"/>
                <a:gd name="connsiteY32" fmla="*/ 5073894 h 5928017"/>
                <a:gd name="connsiteX33" fmla="*/ 3942547 w 5496981"/>
                <a:gd name="connsiteY33" fmla="*/ 5073894 h 5928017"/>
                <a:gd name="connsiteX34" fmla="*/ 3942547 w 5496981"/>
                <a:gd name="connsiteY34" fmla="*/ 5324000 h 5928017"/>
                <a:gd name="connsiteX35" fmla="*/ 3942547 w 5496981"/>
                <a:gd name="connsiteY35" fmla="*/ 5657485 h 5928017"/>
                <a:gd name="connsiteX36" fmla="*/ 3942547 w 5496981"/>
                <a:gd name="connsiteY36" fmla="*/ 5907591 h 5928017"/>
                <a:gd name="connsiteX37" fmla="*/ 3692441 w 5496981"/>
                <a:gd name="connsiteY37" fmla="*/ 5907591 h 5928017"/>
                <a:gd name="connsiteX38" fmla="*/ 3358964 w 5496981"/>
                <a:gd name="connsiteY38" fmla="*/ 5907591 h 5928017"/>
                <a:gd name="connsiteX39" fmla="*/ 3108851 w 5496981"/>
                <a:gd name="connsiteY39" fmla="*/ 5907591 h 5928017"/>
                <a:gd name="connsiteX40" fmla="*/ 3108851 w 5496981"/>
                <a:gd name="connsiteY40" fmla="*/ 5657485 h 5928017"/>
                <a:gd name="connsiteX41" fmla="*/ 3108851 w 5496981"/>
                <a:gd name="connsiteY41" fmla="*/ 5324000 h 5928017"/>
                <a:gd name="connsiteX42" fmla="*/ 3108851 w 5496981"/>
                <a:gd name="connsiteY42" fmla="*/ 5073894 h 5928017"/>
                <a:gd name="connsiteX43" fmla="*/ 3358964 w 5496981"/>
                <a:gd name="connsiteY43" fmla="*/ 5073894 h 5928017"/>
                <a:gd name="connsiteX44" fmla="*/ 3359381 w 5496981"/>
                <a:gd name="connsiteY44" fmla="*/ 5073894 h 5928017"/>
                <a:gd name="connsiteX45" fmla="*/ 3359381 w 5496981"/>
                <a:gd name="connsiteY45" fmla="*/ 4677047 h 5928017"/>
                <a:gd name="connsiteX46" fmla="*/ 2137599 w 5496981"/>
                <a:gd name="connsiteY46" fmla="*/ 4677047 h 5928017"/>
                <a:gd name="connsiteX47" fmla="*/ 2137599 w 5496981"/>
                <a:gd name="connsiteY47" fmla="*/ 5129336 h 5928017"/>
                <a:gd name="connsiteX48" fmla="*/ 2388122 w 5496981"/>
                <a:gd name="connsiteY48" fmla="*/ 5511169 h 5928017"/>
                <a:gd name="connsiteX49" fmla="*/ 1971274 w 5496981"/>
                <a:gd name="connsiteY49" fmla="*/ 5928017 h 5928017"/>
                <a:gd name="connsiteX50" fmla="*/ 1554425 w 5496981"/>
                <a:gd name="connsiteY50" fmla="*/ 5511169 h 5928017"/>
                <a:gd name="connsiteX51" fmla="*/ 1804948 w 5496981"/>
                <a:gd name="connsiteY51" fmla="*/ 5129336 h 5928017"/>
                <a:gd name="connsiteX52" fmla="*/ 1804948 w 5496981"/>
                <a:gd name="connsiteY52" fmla="*/ 4677047 h 5928017"/>
                <a:gd name="connsiteX53" fmla="*/ 583174 w 5496981"/>
                <a:gd name="connsiteY53" fmla="*/ 4677047 h 5928017"/>
                <a:gd name="connsiteX54" fmla="*/ 583174 w 5496981"/>
                <a:gd name="connsiteY54" fmla="*/ 5073894 h 5928017"/>
                <a:gd name="connsiteX55" fmla="*/ 583591 w 5496981"/>
                <a:gd name="connsiteY55" fmla="*/ 5073894 h 5928017"/>
                <a:gd name="connsiteX56" fmla="*/ 833697 w 5496981"/>
                <a:gd name="connsiteY56" fmla="*/ 5073894 h 5928017"/>
                <a:gd name="connsiteX57" fmla="*/ 833697 w 5496981"/>
                <a:gd name="connsiteY57" fmla="*/ 5324000 h 5928017"/>
                <a:gd name="connsiteX58" fmla="*/ 833697 w 5496981"/>
                <a:gd name="connsiteY58" fmla="*/ 5657485 h 5928017"/>
                <a:gd name="connsiteX59" fmla="*/ 833697 w 5496981"/>
                <a:gd name="connsiteY59" fmla="*/ 5907591 h 5928017"/>
                <a:gd name="connsiteX60" fmla="*/ 583591 w 5496981"/>
                <a:gd name="connsiteY60" fmla="*/ 5907591 h 5928017"/>
                <a:gd name="connsiteX61" fmla="*/ 250106 w 5496981"/>
                <a:gd name="connsiteY61" fmla="*/ 5907591 h 5928017"/>
                <a:gd name="connsiteX62" fmla="*/ 0 w 5496981"/>
                <a:gd name="connsiteY62" fmla="*/ 5907591 h 5928017"/>
                <a:gd name="connsiteX63" fmla="*/ 0 w 5496981"/>
                <a:gd name="connsiteY63" fmla="*/ 5657485 h 5928017"/>
                <a:gd name="connsiteX64" fmla="*/ 0 w 5496981"/>
                <a:gd name="connsiteY64" fmla="*/ 5324000 h 5928017"/>
                <a:gd name="connsiteX65" fmla="*/ 0 w 5496981"/>
                <a:gd name="connsiteY65" fmla="*/ 5073894 h 5928017"/>
                <a:gd name="connsiteX66" fmla="*/ 250106 w 5496981"/>
                <a:gd name="connsiteY66" fmla="*/ 5073894 h 5928017"/>
                <a:gd name="connsiteX67" fmla="*/ 250523 w 5496981"/>
                <a:gd name="connsiteY67" fmla="*/ 5073894 h 5928017"/>
                <a:gd name="connsiteX68" fmla="*/ 250523 w 5496981"/>
                <a:gd name="connsiteY68" fmla="*/ 4677047 h 5928017"/>
                <a:gd name="connsiteX69" fmla="*/ 245104 w 5496981"/>
                <a:gd name="connsiteY69" fmla="*/ 4677047 h 5928017"/>
                <a:gd name="connsiteX70" fmla="*/ 245104 w 5496981"/>
                <a:gd name="connsiteY70" fmla="*/ 4344412 h 5928017"/>
                <a:gd name="connsiteX71" fmla="*/ 2574040 w 5496981"/>
                <a:gd name="connsiteY71" fmla="*/ 4344412 h 5928017"/>
                <a:gd name="connsiteX72" fmla="*/ 2762455 w 5496981"/>
                <a:gd name="connsiteY72" fmla="*/ 0 h 5928017"/>
                <a:gd name="connsiteX73" fmla="*/ 2765374 w 5496981"/>
                <a:gd name="connsiteY73" fmla="*/ 0 h 5928017"/>
                <a:gd name="connsiteX74" fmla="*/ 3122611 w 5496981"/>
                <a:gd name="connsiteY74" fmla="*/ 152984 h 5928017"/>
                <a:gd name="connsiteX75" fmla="*/ 4080110 w 5496981"/>
                <a:gd name="connsiteY75" fmla="*/ 1155504 h 5928017"/>
                <a:gd name="connsiteX76" fmla="*/ 4080110 w 5496981"/>
                <a:gd name="connsiteY76" fmla="*/ 742406 h 5928017"/>
                <a:gd name="connsiteX77" fmla="*/ 4413588 w 5496981"/>
                <a:gd name="connsiteY77" fmla="*/ 742406 h 5928017"/>
                <a:gd name="connsiteX78" fmla="*/ 4415676 w 5496981"/>
                <a:gd name="connsiteY78" fmla="*/ 1494821 h 5928017"/>
                <a:gd name="connsiteX79" fmla="*/ 4981337 w 5496981"/>
                <a:gd name="connsiteY79" fmla="*/ 2080908 h 5928017"/>
                <a:gd name="connsiteX80" fmla="*/ 5031775 w 5496981"/>
                <a:gd name="connsiteY80" fmla="*/ 2352693 h 5928017"/>
                <a:gd name="connsiteX81" fmla="*/ 4801675 w 5496981"/>
                <a:gd name="connsiteY81" fmla="*/ 2504842 h 5928017"/>
                <a:gd name="connsiteX82" fmla="*/ 4410253 w 5496981"/>
                <a:gd name="connsiteY82" fmla="*/ 2504842 h 5928017"/>
                <a:gd name="connsiteX83" fmla="*/ 4410253 w 5496981"/>
                <a:gd name="connsiteY83" fmla="*/ 4167655 h 5928017"/>
                <a:gd name="connsiteX84" fmla="*/ 4076775 w 5496981"/>
                <a:gd name="connsiteY84" fmla="*/ 4167655 h 5928017"/>
                <a:gd name="connsiteX85" fmla="*/ 4076775 w 5496981"/>
                <a:gd name="connsiteY85" fmla="*/ 2171783 h 5928017"/>
                <a:gd name="connsiteX86" fmla="*/ 4604922 w 5496981"/>
                <a:gd name="connsiteY86" fmla="*/ 2171783 h 5928017"/>
                <a:gd name="connsiteX87" fmla="*/ 2882091 w 5496981"/>
                <a:gd name="connsiteY87" fmla="*/ 383916 h 5928017"/>
                <a:gd name="connsiteX88" fmla="*/ 2763706 w 5496981"/>
                <a:gd name="connsiteY88" fmla="*/ 333479 h 5928017"/>
                <a:gd name="connsiteX89" fmla="*/ 2762875 w 5496981"/>
                <a:gd name="connsiteY89" fmla="*/ 333479 h 5928017"/>
                <a:gd name="connsiteX90" fmla="*/ 2644070 w 5496981"/>
                <a:gd name="connsiteY90" fmla="*/ 383085 h 5928017"/>
                <a:gd name="connsiteX91" fmla="*/ 878718 w 5496981"/>
                <a:gd name="connsiteY91" fmla="*/ 2171363 h 5928017"/>
                <a:gd name="connsiteX92" fmla="*/ 1411036 w 5496981"/>
                <a:gd name="connsiteY92" fmla="*/ 2171363 h 5928017"/>
                <a:gd name="connsiteX93" fmla="*/ 1411036 w 5496981"/>
                <a:gd name="connsiteY93" fmla="*/ 4167234 h 5928017"/>
                <a:gd name="connsiteX94" fmla="*/ 1077557 w 5496981"/>
                <a:gd name="connsiteY94" fmla="*/ 4167234 h 5928017"/>
                <a:gd name="connsiteX95" fmla="*/ 1077557 w 5496981"/>
                <a:gd name="connsiteY95" fmla="*/ 2504842 h 5928017"/>
                <a:gd name="connsiteX96" fmla="*/ 679467 w 5496981"/>
                <a:gd name="connsiteY96" fmla="*/ 2504842 h 5928017"/>
                <a:gd name="connsiteX97" fmla="*/ 448531 w 5496981"/>
                <a:gd name="connsiteY97" fmla="*/ 2351026 h 5928017"/>
                <a:gd name="connsiteX98" fmla="*/ 501471 w 5496981"/>
                <a:gd name="connsiteY98" fmla="*/ 2078825 h 5928017"/>
                <a:gd name="connsiteX99" fmla="*/ 2406469 w 5496981"/>
                <a:gd name="connsiteY99" fmla="*/ 148814 h 5928017"/>
                <a:gd name="connsiteX100" fmla="*/ 2762455 w 5496981"/>
                <a:gd name="connsiteY100" fmla="*/ 0 h 592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5496981" h="5928017">
                  <a:moveTo>
                    <a:pt x="5080549" y="5344843"/>
                  </a:moveTo>
                  <a:cubicBezTo>
                    <a:pt x="4988424" y="5344843"/>
                    <a:pt x="4913806" y="5419460"/>
                    <a:pt x="4913806" y="5511586"/>
                  </a:cubicBezTo>
                  <a:cubicBezTo>
                    <a:pt x="4913806" y="5603703"/>
                    <a:pt x="4988424" y="5678320"/>
                    <a:pt x="5080549" y="5678320"/>
                  </a:cubicBezTo>
                  <a:cubicBezTo>
                    <a:pt x="5172674" y="5678320"/>
                    <a:pt x="5247291" y="5603703"/>
                    <a:pt x="5247291" y="5511586"/>
                  </a:cubicBezTo>
                  <a:cubicBezTo>
                    <a:pt x="5247291" y="5419460"/>
                    <a:pt x="5172674" y="5344843"/>
                    <a:pt x="5080549" y="5344843"/>
                  </a:cubicBezTo>
                  <a:close/>
                  <a:moveTo>
                    <a:pt x="1971274" y="5344843"/>
                  </a:moveTo>
                  <a:cubicBezTo>
                    <a:pt x="1879156" y="5344843"/>
                    <a:pt x="1804539" y="5419460"/>
                    <a:pt x="1804539" y="5511586"/>
                  </a:cubicBezTo>
                  <a:cubicBezTo>
                    <a:pt x="1804539" y="5603703"/>
                    <a:pt x="1879156" y="5678320"/>
                    <a:pt x="1971274" y="5678320"/>
                  </a:cubicBezTo>
                  <a:cubicBezTo>
                    <a:pt x="2063399" y="5678320"/>
                    <a:pt x="2138016" y="5603703"/>
                    <a:pt x="2138016" y="5511586"/>
                  </a:cubicBezTo>
                  <a:cubicBezTo>
                    <a:pt x="2138016" y="5419460"/>
                    <a:pt x="2063399" y="5344843"/>
                    <a:pt x="1971274" y="5344843"/>
                  </a:cubicBezTo>
                  <a:close/>
                  <a:moveTo>
                    <a:pt x="3358964" y="5324000"/>
                  </a:moveTo>
                  <a:lnTo>
                    <a:pt x="3358964" y="5657485"/>
                  </a:lnTo>
                  <a:lnTo>
                    <a:pt x="3692441" y="5657485"/>
                  </a:lnTo>
                  <a:lnTo>
                    <a:pt x="3692441" y="5324000"/>
                  </a:lnTo>
                  <a:close/>
                  <a:moveTo>
                    <a:pt x="249697" y="5324000"/>
                  </a:moveTo>
                  <a:lnTo>
                    <a:pt x="249697" y="5657485"/>
                  </a:lnTo>
                  <a:lnTo>
                    <a:pt x="583174" y="5657485"/>
                  </a:lnTo>
                  <a:lnTo>
                    <a:pt x="583174" y="5324000"/>
                  </a:lnTo>
                  <a:close/>
                  <a:moveTo>
                    <a:pt x="2574040" y="3495829"/>
                  </a:moveTo>
                  <a:lnTo>
                    <a:pt x="2906683" y="3495829"/>
                  </a:lnTo>
                  <a:lnTo>
                    <a:pt x="2906683" y="4344412"/>
                  </a:lnTo>
                  <a:lnTo>
                    <a:pt x="5247291" y="4344412"/>
                  </a:lnTo>
                  <a:lnTo>
                    <a:pt x="5247291" y="4677047"/>
                  </a:lnTo>
                  <a:lnTo>
                    <a:pt x="5246874" y="4677047"/>
                  </a:lnTo>
                  <a:lnTo>
                    <a:pt x="5246874" y="5129336"/>
                  </a:lnTo>
                  <a:cubicBezTo>
                    <a:pt x="5394016" y="5193941"/>
                    <a:pt x="5497397" y="5340675"/>
                    <a:pt x="5496980" y="5511169"/>
                  </a:cubicBezTo>
                  <a:cubicBezTo>
                    <a:pt x="5496980" y="5740849"/>
                    <a:pt x="5309820" y="5928017"/>
                    <a:pt x="5080132" y="5928017"/>
                  </a:cubicBezTo>
                  <a:cubicBezTo>
                    <a:pt x="4850444" y="5928017"/>
                    <a:pt x="4663284" y="5740849"/>
                    <a:pt x="4663284" y="5511169"/>
                  </a:cubicBezTo>
                  <a:cubicBezTo>
                    <a:pt x="4663284" y="5340675"/>
                    <a:pt x="4766664" y="5193525"/>
                    <a:pt x="4913806" y="5129336"/>
                  </a:cubicBezTo>
                  <a:lnTo>
                    <a:pt x="4913806" y="4677047"/>
                  </a:lnTo>
                  <a:lnTo>
                    <a:pt x="3692024" y="4677047"/>
                  </a:lnTo>
                  <a:lnTo>
                    <a:pt x="3692024" y="5073894"/>
                  </a:lnTo>
                  <a:lnTo>
                    <a:pt x="3692441" y="5073894"/>
                  </a:lnTo>
                  <a:lnTo>
                    <a:pt x="3942547" y="5073894"/>
                  </a:lnTo>
                  <a:lnTo>
                    <a:pt x="3942547" y="5324000"/>
                  </a:lnTo>
                  <a:lnTo>
                    <a:pt x="3942547" y="5657485"/>
                  </a:lnTo>
                  <a:lnTo>
                    <a:pt x="3942547" y="5907591"/>
                  </a:lnTo>
                  <a:lnTo>
                    <a:pt x="3692441" y="5907591"/>
                  </a:lnTo>
                  <a:lnTo>
                    <a:pt x="3358964" y="5907591"/>
                  </a:lnTo>
                  <a:lnTo>
                    <a:pt x="3108851" y="5907591"/>
                  </a:lnTo>
                  <a:lnTo>
                    <a:pt x="3108851" y="5657485"/>
                  </a:lnTo>
                  <a:lnTo>
                    <a:pt x="3108851" y="5324000"/>
                  </a:lnTo>
                  <a:lnTo>
                    <a:pt x="3108851" y="5073894"/>
                  </a:lnTo>
                  <a:lnTo>
                    <a:pt x="3358964" y="5073894"/>
                  </a:lnTo>
                  <a:lnTo>
                    <a:pt x="3359381" y="5073894"/>
                  </a:lnTo>
                  <a:lnTo>
                    <a:pt x="3359381" y="4677047"/>
                  </a:lnTo>
                  <a:lnTo>
                    <a:pt x="2137599" y="4677047"/>
                  </a:lnTo>
                  <a:lnTo>
                    <a:pt x="2137599" y="5129336"/>
                  </a:lnTo>
                  <a:cubicBezTo>
                    <a:pt x="2284742" y="5193525"/>
                    <a:pt x="2388122" y="5340258"/>
                    <a:pt x="2388122" y="5511169"/>
                  </a:cubicBezTo>
                  <a:cubicBezTo>
                    <a:pt x="2388122" y="5740849"/>
                    <a:pt x="2200961" y="5928017"/>
                    <a:pt x="1971274" y="5928017"/>
                  </a:cubicBezTo>
                  <a:cubicBezTo>
                    <a:pt x="1741594" y="5928017"/>
                    <a:pt x="1554425" y="5740849"/>
                    <a:pt x="1554425" y="5511169"/>
                  </a:cubicBezTo>
                  <a:cubicBezTo>
                    <a:pt x="1554425" y="5340675"/>
                    <a:pt x="1657806" y="5193525"/>
                    <a:pt x="1804948" y="5129336"/>
                  </a:cubicBezTo>
                  <a:lnTo>
                    <a:pt x="1804948" y="4677047"/>
                  </a:lnTo>
                  <a:lnTo>
                    <a:pt x="583174" y="4677047"/>
                  </a:lnTo>
                  <a:lnTo>
                    <a:pt x="583174" y="5073894"/>
                  </a:lnTo>
                  <a:lnTo>
                    <a:pt x="583591" y="5073894"/>
                  </a:lnTo>
                  <a:lnTo>
                    <a:pt x="833697" y="5073894"/>
                  </a:lnTo>
                  <a:lnTo>
                    <a:pt x="833697" y="5324000"/>
                  </a:lnTo>
                  <a:lnTo>
                    <a:pt x="833697" y="5657485"/>
                  </a:lnTo>
                  <a:lnTo>
                    <a:pt x="833697" y="5907591"/>
                  </a:lnTo>
                  <a:lnTo>
                    <a:pt x="583591" y="5907591"/>
                  </a:lnTo>
                  <a:lnTo>
                    <a:pt x="250106" y="5907591"/>
                  </a:lnTo>
                  <a:lnTo>
                    <a:pt x="0" y="5907591"/>
                  </a:lnTo>
                  <a:lnTo>
                    <a:pt x="0" y="5657485"/>
                  </a:lnTo>
                  <a:lnTo>
                    <a:pt x="0" y="5324000"/>
                  </a:lnTo>
                  <a:lnTo>
                    <a:pt x="0" y="5073894"/>
                  </a:lnTo>
                  <a:lnTo>
                    <a:pt x="250106" y="5073894"/>
                  </a:lnTo>
                  <a:lnTo>
                    <a:pt x="250523" y="5073894"/>
                  </a:lnTo>
                  <a:lnTo>
                    <a:pt x="250523" y="4677047"/>
                  </a:lnTo>
                  <a:lnTo>
                    <a:pt x="245104" y="4677047"/>
                  </a:lnTo>
                  <a:lnTo>
                    <a:pt x="245104" y="4344412"/>
                  </a:lnTo>
                  <a:lnTo>
                    <a:pt x="2574040" y="4344412"/>
                  </a:lnTo>
                  <a:close/>
                  <a:moveTo>
                    <a:pt x="2762455" y="0"/>
                  </a:moveTo>
                  <a:cubicBezTo>
                    <a:pt x="2763290" y="0"/>
                    <a:pt x="2764542" y="0"/>
                    <a:pt x="2765374" y="0"/>
                  </a:cubicBezTo>
                  <a:cubicBezTo>
                    <a:pt x="2901264" y="836"/>
                    <a:pt x="3028406" y="55024"/>
                    <a:pt x="3122611" y="152984"/>
                  </a:cubicBezTo>
                  <a:lnTo>
                    <a:pt x="4080110" y="1155504"/>
                  </a:lnTo>
                  <a:lnTo>
                    <a:pt x="4080110" y="742406"/>
                  </a:lnTo>
                  <a:lnTo>
                    <a:pt x="4413588" y="742406"/>
                  </a:lnTo>
                  <a:lnTo>
                    <a:pt x="4415676" y="1494821"/>
                  </a:lnTo>
                  <a:lnTo>
                    <a:pt x="4981337" y="2080908"/>
                  </a:lnTo>
                  <a:cubicBezTo>
                    <a:pt x="5051368" y="2153442"/>
                    <a:pt x="5070961" y="2260155"/>
                    <a:pt x="5031775" y="2352693"/>
                  </a:cubicBezTo>
                  <a:cubicBezTo>
                    <a:pt x="4992593" y="2445236"/>
                    <a:pt x="4902134" y="2504842"/>
                    <a:pt x="4801675" y="2504842"/>
                  </a:cubicBezTo>
                  <a:lnTo>
                    <a:pt x="4410253" y="2504842"/>
                  </a:lnTo>
                  <a:lnTo>
                    <a:pt x="4410253" y="4167655"/>
                  </a:lnTo>
                  <a:lnTo>
                    <a:pt x="4076775" y="4167655"/>
                  </a:lnTo>
                  <a:lnTo>
                    <a:pt x="4076775" y="2171783"/>
                  </a:lnTo>
                  <a:lnTo>
                    <a:pt x="4604922" y="2171783"/>
                  </a:lnTo>
                  <a:lnTo>
                    <a:pt x="2882091" y="383916"/>
                  </a:lnTo>
                  <a:cubicBezTo>
                    <a:pt x="2851246" y="351820"/>
                    <a:pt x="2809142" y="333895"/>
                    <a:pt x="2763706" y="333479"/>
                  </a:cubicBezTo>
                  <a:cubicBezTo>
                    <a:pt x="2763706" y="333479"/>
                    <a:pt x="2763290" y="333479"/>
                    <a:pt x="2762875" y="333479"/>
                  </a:cubicBezTo>
                  <a:cubicBezTo>
                    <a:pt x="2717851" y="333479"/>
                    <a:pt x="2675750" y="350989"/>
                    <a:pt x="2644070" y="383085"/>
                  </a:cubicBezTo>
                  <a:lnTo>
                    <a:pt x="878718" y="2171363"/>
                  </a:lnTo>
                  <a:lnTo>
                    <a:pt x="1411036" y="2171363"/>
                  </a:lnTo>
                  <a:lnTo>
                    <a:pt x="1411036" y="4167234"/>
                  </a:lnTo>
                  <a:lnTo>
                    <a:pt x="1077557" y="4167234"/>
                  </a:lnTo>
                  <a:lnTo>
                    <a:pt x="1077557" y="2504842"/>
                  </a:lnTo>
                  <a:lnTo>
                    <a:pt x="679467" y="2504842"/>
                  </a:lnTo>
                  <a:cubicBezTo>
                    <a:pt x="578171" y="2504842"/>
                    <a:pt x="487301" y="2444400"/>
                    <a:pt x="448531" y="2351026"/>
                  </a:cubicBezTo>
                  <a:cubicBezTo>
                    <a:pt x="409765" y="2257652"/>
                    <a:pt x="430189" y="2150939"/>
                    <a:pt x="501471" y="2078825"/>
                  </a:cubicBezTo>
                  <a:lnTo>
                    <a:pt x="2406469" y="148814"/>
                  </a:lnTo>
                  <a:cubicBezTo>
                    <a:pt x="2501510" y="52941"/>
                    <a:pt x="2627816" y="0"/>
                    <a:pt x="2762455"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843" name="Freeform: Shape 2842">
              <a:extLst>
                <a:ext uri="{FF2B5EF4-FFF2-40B4-BE49-F238E27FC236}">
                  <a16:creationId xmlns:a16="http://schemas.microsoft.com/office/drawing/2014/main" id="{2759BCC0-DC95-62ED-9A9B-E83F1A9518AB}"/>
                </a:ext>
                <a:ext uri="{C183D7F6-B498-43B3-948B-1728B52AA6E4}">
                  <adec:decorative xmlns:adec="http://schemas.microsoft.com/office/drawing/2017/decorative" val="1"/>
                </a:ext>
              </a:extLst>
            </p:cNvPr>
            <p:cNvSpPr/>
            <p:nvPr/>
          </p:nvSpPr>
          <p:spPr>
            <a:xfrm>
              <a:off x="9994482" y="5755986"/>
              <a:ext cx="238659" cy="284930"/>
            </a:xfrm>
            <a:custGeom>
              <a:avLst/>
              <a:gdLst>
                <a:gd name="connsiteX0" fmla="*/ 0 w 3579894"/>
                <a:gd name="connsiteY0" fmla="*/ 3773728 h 4273948"/>
                <a:gd name="connsiteX1" fmla="*/ 500219 w 3579894"/>
                <a:gd name="connsiteY1" fmla="*/ 3773728 h 4273948"/>
                <a:gd name="connsiteX2" fmla="*/ 500219 w 3579894"/>
                <a:gd name="connsiteY2" fmla="*/ 4273948 h 4273948"/>
                <a:gd name="connsiteX3" fmla="*/ 0 w 3579894"/>
                <a:gd name="connsiteY3" fmla="*/ 4273948 h 4273948"/>
                <a:gd name="connsiteX4" fmla="*/ 1760351 w 3579894"/>
                <a:gd name="connsiteY4" fmla="*/ 985844 h 4273948"/>
                <a:gd name="connsiteX5" fmla="*/ 2605719 w 3579894"/>
                <a:gd name="connsiteY5" fmla="*/ 1834962 h 4273948"/>
                <a:gd name="connsiteX6" fmla="*/ 2270157 w 3579894"/>
                <a:gd name="connsiteY6" fmla="*/ 1834962 h 4273948"/>
                <a:gd name="connsiteX7" fmla="*/ 1760351 w 3579894"/>
                <a:gd name="connsiteY7" fmla="*/ 1325576 h 4273948"/>
                <a:gd name="connsiteX8" fmla="*/ 1759935 w 3579894"/>
                <a:gd name="connsiteY8" fmla="*/ 492296 h 4273948"/>
                <a:gd name="connsiteX9" fmla="*/ 2081326 w 3579894"/>
                <a:gd name="connsiteY9" fmla="*/ 553990 h 4273948"/>
                <a:gd name="connsiteX10" fmla="*/ 3093848 w 3579894"/>
                <a:gd name="connsiteY10" fmla="*/ 1834962 h 4273948"/>
                <a:gd name="connsiteX11" fmla="*/ 2764956 w 3579894"/>
                <a:gd name="connsiteY11" fmla="*/ 1834962 h 4273948"/>
                <a:gd name="connsiteX12" fmla="*/ 1984202 w 3579894"/>
                <a:gd name="connsiteY12" fmla="*/ 869958 h 4273948"/>
                <a:gd name="connsiteX13" fmla="*/ 1759935 w 3579894"/>
                <a:gd name="connsiteY13" fmla="*/ 824938 h 4273948"/>
                <a:gd name="connsiteX14" fmla="*/ 1759935 w 3579894"/>
                <a:gd name="connsiteY14" fmla="*/ 0 h 4273948"/>
                <a:gd name="connsiteX15" fmla="*/ 1766189 w 3579894"/>
                <a:gd name="connsiteY15" fmla="*/ 0 h 4273948"/>
                <a:gd name="connsiteX16" fmla="*/ 3579474 w 3579894"/>
                <a:gd name="connsiteY16" fmla="*/ 1823710 h 4273948"/>
                <a:gd name="connsiteX17" fmla="*/ 3579894 w 3579894"/>
                <a:gd name="connsiteY17" fmla="*/ 1834546 h 4273948"/>
                <a:gd name="connsiteX18" fmla="*/ 3254333 w 3579894"/>
                <a:gd name="connsiteY18" fmla="*/ 1834546 h 4273948"/>
                <a:gd name="connsiteX19" fmla="*/ 1760351 w 3579894"/>
                <a:gd name="connsiteY19" fmla="*/ 329728 h 4273948"/>
                <a:gd name="connsiteX20" fmla="*/ 1759935 w 3579894"/>
                <a:gd name="connsiteY20" fmla="*/ 329728 h 427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79894" h="4273948">
                  <a:moveTo>
                    <a:pt x="0" y="3773728"/>
                  </a:moveTo>
                  <a:lnTo>
                    <a:pt x="500219" y="3773728"/>
                  </a:lnTo>
                  <a:lnTo>
                    <a:pt x="500219" y="4273948"/>
                  </a:lnTo>
                  <a:lnTo>
                    <a:pt x="0" y="4273948"/>
                  </a:lnTo>
                  <a:close/>
                  <a:moveTo>
                    <a:pt x="1760351" y="985844"/>
                  </a:moveTo>
                  <a:cubicBezTo>
                    <a:pt x="2200958" y="1036702"/>
                    <a:pt x="2551946" y="1389769"/>
                    <a:pt x="2605719" y="1834962"/>
                  </a:cubicBezTo>
                  <a:lnTo>
                    <a:pt x="2270157" y="1834962"/>
                  </a:lnTo>
                  <a:cubicBezTo>
                    <a:pt x="2221803" y="1575269"/>
                    <a:pt x="2017965" y="1371427"/>
                    <a:pt x="1760351" y="1325576"/>
                  </a:cubicBezTo>
                  <a:close/>
                  <a:moveTo>
                    <a:pt x="1759935" y="492296"/>
                  </a:moveTo>
                  <a:cubicBezTo>
                    <a:pt x="1869567" y="500633"/>
                    <a:pt x="1977112" y="521057"/>
                    <a:pt x="2081326" y="553990"/>
                  </a:cubicBezTo>
                  <a:cubicBezTo>
                    <a:pt x="2652405" y="733652"/>
                    <a:pt x="3047577" y="1239703"/>
                    <a:pt x="3093848" y="1834962"/>
                  </a:cubicBezTo>
                  <a:lnTo>
                    <a:pt x="2764956" y="1834962"/>
                  </a:lnTo>
                  <a:cubicBezTo>
                    <a:pt x="2719101" y="1386018"/>
                    <a:pt x="2417303" y="1006268"/>
                    <a:pt x="1984202" y="869958"/>
                  </a:cubicBezTo>
                  <a:cubicBezTo>
                    <a:pt x="1911252" y="847035"/>
                    <a:pt x="1836219" y="832444"/>
                    <a:pt x="1759935" y="824938"/>
                  </a:cubicBezTo>
                  <a:close/>
                  <a:moveTo>
                    <a:pt x="1759935" y="0"/>
                  </a:moveTo>
                  <a:cubicBezTo>
                    <a:pt x="1762018" y="0"/>
                    <a:pt x="1764106" y="0"/>
                    <a:pt x="1766189" y="0"/>
                  </a:cubicBezTo>
                  <a:cubicBezTo>
                    <a:pt x="2736611" y="57943"/>
                    <a:pt x="3516113" y="842033"/>
                    <a:pt x="3579474" y="1823710"/>
                  </a:cubicBezTo>
                  <a:cubicBezTo>
                    <a:pt x="3579894" y="1827461"/>
                    <a:pt x="3579474" y="1830796"/>
                    <a:pt x="3579894" y="1834546"/>
                  </a:cubicBezTo>
                  <a:lnTo>
                    <a:pt x="3254333" y="1834546"/>
                  </a:lnTo>
                  <a:cubicBezTo>
                    <a:pt x="3197226" y="1027529"/>
                    <a:pt x="2557784" y="383916"/>
                    <a:pt x="1760351" y="329728"/>
                  </a:cubicBezTo>
                  <a:lnTo>
                    <a:pt x="1759935" y="329728"/>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48" name="Group 47">
            <a:extLst>
              <a:ext uri="{FF2B5EF4-FFF2-40B4-BE49-F238E27FC236}">
                <a16:creationId xmlns:a16="http://schemas.microsoft.com/office/drawing/2014/main" id="{3950780C-E6A5-0E09-D0DE-FB4377BBE5F0}"/>
              </a:ext>
              <a:ext uri="{C183D7F6-B498-43B3-948B-1728B52AA6E4}">
                <adec:decorative xmlns:adec="http://schemas.microsoft.com/office/drawing/2017/decorative" val="1"/>
              </a:ext>
            </a:extLst>
          </p:cNvPr>
          <p:cNvGrpSpPr>
            <a:grpSpLocks noChangeAspect="1"/>
          </p:cNvGrpSpPr>
          <p:nvPr/>
        </p:nvGrpSpPr>
        <p:grpSpPr>
          <a:xfrm>
            <a:off x="10429548" y="5755986"/>
            <a:ext cx="453981" cy="457200"/>
            <a:chOff x="10429548" y="5755986"/>
            <a:chExt cx="453981" cy="457200"/>
          </a:xfrm>
          <a:solidFill>
            <a:srgbClr val="FF0000"/>
          </a:solidFill>
        </p:grpSpPr>
        <p:sp>
          <p:nvSpPr>
            <p:cNvPr id="2857" name="Freeform: Shape 2856">
              <a:extLst>
                <a:ext uri="{FF2B5EF4-FFF2-40B4-BE49-F238E27FC236}">
                  <a16:creationId xmlns:a16="http://schemas.microsoft.com/office/drawing/2014/main" id="{A8A09F60-AB07-F541-72C8-FECDEFD16696}"/>
                </a:ext>
                <a:ext uri="{C183D7F6-B498-43B3-948B-1728B52AA6E4}">
                  <adec:decorative xmlns:adec="http://schemas.microsoft.com/office/drawing/2017/decorative" val="1"/>
                </a:ext>
              </a:extLst>
            </p:cNvPr>
            <p:cNvSpPr/>
            <p:nvPr/>
          </p:nvSpPr>
          <p:spPr>
            <a:xfrm>
              <a:off x="10429548" y="5755986"/>
              <a:ext cx="453981" cy="457200"/>
            </a:xfrm>
            <a:custGeom>
              <a:avLst/>
              <a:gdLst>
                <a:gd name="connsiteX0" fmla="*/ 2516114 w 6809718"/>
                <a:gd name="connsiteY0" fmla="*/ 5262380 h 6858001"/>
                <a:gd name="connsiteX1" fmla="*/ 2516114 w 6809718"/>
                <a:gd name="connsiteY1" fmla="*/ 6265504 h 6858001"/>
                <a:gd name="connsiteX2" fmla="*/ 6460466 w 6809718"/>
                <a:gd name="connsiteY2" fmla="*/ 6265504 h 6858001"/>
                <a:gd name="connsiteX3" fmla="*/ 6460466 w 6809718"/>
                <a:gd name="connsiteY3" fmla="*/ 5262380 h 6858001"/>
                <a:gd name="connsiteX4" fmla="*/ 2598693 w 6809718"/>
                <a:gd name="connsiteY4" fmla="*/ 5262380 h 6858001"/>
                <a:gd name="connsiteX5" fmla="*/ 2516114 w 6809718"/>
                <a:gd name="connsiteY5" fmla="*/ 5262380 h 6858001"/>
                <a:gd name="connsiteX6" fmla="*/ 5724036 w 6809718"/>
                <a:gd name="connsiteY6" fmla="*/ 3862219 h 6858001"/>
                <a:gd name="connsiteX7" fmla="*/ 5910115 w 6809718"/>
                <a:gd name="connsiteY7" fmla="*/ 3862219 h 6858001"/>
                <a:gd name="connsiteX8" fmla="*/ 5910115 w 6809718"/>
                <a:gd name="connsiteY8" fmla="*/ 4912435 h 6858001"/>
                <a:gd name="connsiteX9" fmla="*/ 6809718 w 6809718"/>
                <a:gd name="connsiteY9" fmla="*/ 4912435 h 6858001"/>
                <a:gd name="connsiteX10" fmla="*/ 6809718 w 6809718"/>
                <a:gd name="connsiteY10" fmla="*/ 6616397 h 6858001"/>
                <a:gd name="connsiteX11" fmla="*/ 5880688 w 6809718"/>
                <a:gd name="connsiteY11" fmla="*/ 6616397 h 6858001"/>
                <a:gd name="connsiteX12" fmla="*/ 5880688 w 6809718"/>
                <a:gd name="connsiteY12" fmla="*/ 6857098 h 6858001"/>
                <a:gd name="connsiteX13" fmla="*/ 5532276 w 6809718"/>
                <a:gd name="connsiteY13" fmla="*/ 6857098 h 6858001"/>
                <a:gd name="connsiteX14" fmla="*/ 5532276 w 6809718"/>
                <a:gd name="connsiteY14" fmla="*/ 6616866 h 6858001"/>
                <a:gd name="connsiteX15" fmla="*/ 4184143 w 6809718"/>
                <a:gd name="connsiteY15" fmla="*/ 6616866 h 6858001"/>
                <a:gd name="connsiteX16" fmla="*/ 3195676 w 6809718"/>
                <a:gd name="connsiteY16" fmla="*/ 6616866 h 6858001"/>
                <a:gd name="connsiteX17" fmla="*/ 3195676 w 6809718"/>
                <a:gd name="connsiteY17" fmla="*/ 6858001 h 6858001"/>
                <a:gd name="connsiteX18" fmla="*/ 2847263 w 6809718"/>
                <a:gd name="connsiteY18" fmla="*/ 6858001 h 6858001"/>
                <a:gd name="connsiteX19" fmla="*/ 2847263 w 6809718"/>
                <a:gd name="connsiteY19" fmla="*/ 6619173 h 6858001"/>
                <a:gd name="connsiteX20" fmla="*/ 2810532 w 6809718"/>
                <a:gd name="connsiteY20" fmla="*/ 6616961 h 6858001"/>
                <a:gd name="connsiteX21" fmla="*/ 2494306 w 6809718"/>
                <a:gd name="connsiteY21" fmla="*/ 6617281 h 6858001"/>
                <a:gd name="connsiteX22" fmla="*/ 2164632 w 6809718"/>
                <a:gd name="connsiteY22" fmla="*/ 6336951 h 6858001"/>
                <a:gd name="connsiteX23" fmla="*/ 2156813 w 6809718"/>
                <a:gd name="connsiteY23" fmla="*/ 6257836 h 6858001"/>
                <a:gd name="connsiteX24" fmla="*/ 2156471 w 6809718"/>
                <a:gd name="connsiteY24" fmla="*/ 4914939 h 6858001"/>
                <a:gd name="connsiteX25" fmla="*/ 5724036 w 6809718"/>
                <a:gd name="connsiteY25" fmla="*/ 4914939 h 6858001"/>
                <a:gd name="connsiteX26" fmla="*/ 5724036 w 6809718"/>
                <a:gd name="connsiteY26" fmla="*/ 3862219 h 6858001"/>
                <a:gd name="connsiteX27" fmla="*/ 2251420 w 6809718"/>
                <a:gd name="connsiteY27" fmla="*/ 856 h 6858001"/>
                <a:gd name="connsiteX28" fmla="*/ 2415700 w 6809718"/>
                <a:gd name="connsiteY28" fmla="*/ 6556 h 6858001"/>
                <a:gd name="connsiteX29" fmla="*/ 3509879 w 6809718"/>
                <a:gd name="connsiteY29" fmla="*/ 1108384 h 6858001"/>
                <a:gd name="connsiteX30" fmla="*/ 3801028 w 6809718"/>
                <a:gd name="connsiteY30" fmla="*/ 1175552 h 6858001"/>
                <a:gd name="connsiteX31" fmla="*/ 4196855 w 6809718"/>
                <a:gd name="connsiteY31" fmla="*/ 1457617 h 6858001"/>
                <a:gd name="connsiteX32" fmla="*/ 4366699 w 6809718"/>
                <a:gd name="connsiteY32" fmla="*/ 1809622 h 6858001"/>
                <a:gd name="connsiteX33" fmla="*/ 4373052 w 6809718"/>
                <a:gd name="connsiteY33" fmla="*/ 2146425 h 6858001"/>
                <a:gd name="connsiteX34" fmla="*/ 4105272 w 6809718"/>
                <a:gd name="connsiteY34" fmla="*/ 2643169 h 6858001"/>
                <a:gd name="connsiteX35" fmla="*/ 3657196 w 6809718"/>
                <a:gd name="connsiteY35" fmla="*/ 2860554 h 6858001"/>
                <a:gd name="connsiteX36" fmla="*/ 3389328 w 6809718"/>
                <a:gd name="connsiteY36" fmla="*/ 2877093 h 6858001"/>
                <a:gd name="connsiteX37" fmla="*/ 2860551 w 6809718"/>
                <a:gd name="connsiteY37" fmla="*/ 2875059 h 6858001"/>
                <a:gd name="connsiteX38" fmla="*/ 2860551 w 6809718"/>
                <a:gd name="connsiteY38" fmla="*/ 2504522 h 6858001"/>
                <a:gd name="connsiteX39" fmla="*/ 3519174 w 6809718"/>
                <a:gd name="connsiteY39" fmla="*/ 2504271 h 6858001"/>
                <a:gd name="connsiteX40" fmla="*/ 3614063 w 6809718"/>
                <a:gd name="connsiteY40" fmla="*/ 2493397 h 6858001"/>
                <a:gd name="connsiteX41" fmla="*/ 3897700 w 6809718"/>
                <a:gd name="connsiteY41" fmla="*/ 2317840 h 6858001"/>
                <a:gd name="connsiteX42" fmla="*/ 3926693 w 6809718"/>
                <a:gd name="connsiteY42" fmla="*/ 1718023 h 6858001"/>
                <a:gd name="connsiteX43" fmla="*/ 3480659 w 6809718"/>
                <a:gd name="connsiteY43" fmla="*/ 1491019 h 6858001"/>
                <a:gd name="connsiteX44" fmla="*/ 3121654 w 6809718"/>
                <a:gd name="connsiteY44" fmla="*/ 1490905 h 6858001"/>
                <a:gd name="connsiteX45" fmla="*/ 3121735 w 6809718"/>
                <a:gd name="connsiteY45" fmla="*/ 1423381 h 6858001"/>
                <a:gd name="connsiteX46" fmla="*/ 3128655 w 6809718"/>
                <a:gd name="connsiteY46" fmla="*/ 1149419 h 6858001"/>
                <a:gd name="connsiteX47" fmla="*/ 3108672 w 6809718"/>
                <a:gd name="connsiteY47" fmla="*/ 996057 h 6858001"/>
                <a:gd name="connsiteX48" fmla="*/ 2825164 w 6809718"/>
                <a:gd name="connsiteY48" fmla="*/ 549059 h 6858001"/>
                <a:gd name="connsiteX49" fmla="*/ 2200365 w 6809718"/>
                <a:gd name="connsiteY49" fmla="*/ 382740 h 6858001"/>
                <a:gd name="connsiteX50" fmla="*/ 1659677 w 6809718"/>
                <a:gd name="connsiteY50" fmla="*/ 767400 h 6858001"/>
                <a:gd name="connsiteX51" fmla="*/ 1549724 w 6809718"/>
                <a:gd name="connsiteY51" fmla="*/ 964050 h 6858001"/>
                <a:gd name="connsiteX52" fmla="*/ 1454892 w 6809718"/>
                <a:gd name="connsiteY52" fmla="*/ 937641 h 6858001"/>
                <a:gd name="connsiteX53" fmla="*/ 1070629 w 6809718"/>
                <a:gd name="connsiteY53" fmla="*/ 898049 h 6858001"/>
                <a:gd name="connsiteX54" fmla="*/ 531642 w 6809718"/>
                <a:gd name="connsiteY54" fmla="*/ 1216822 h 6858001"/>
                <a:gd name="connsiteX55" fmla="*/ 412703 w 6809718"/>
                <a:gd name="connsiteY55" fmla="*/ 1942369 h 6858001"/>
                <a:gd name="connsiteX56" fmla="*/ 664389 w 6809718"/>
                <a:gd name="connsiteY56" fmla="*/ 2315417 h 6858001"/>
                <a:gd name="connsiteX57" fmla="*/ 1145940 w 6809718"/>
                <a:gd name="connsiteY57" fmla="*/ 2502918 h 6858001"/>
                <a:gd name="connsiteX58" fmla="*/ 1827243 w 6809718"/>
                <a:gd name="connsiteY58" fmla="*/ 2506921 h 6858001"/>
                <a:gd name="connsiteX59" fmla="*/ 1827243 w 6809718"/>
                <a:gd name="connsiteY59" fmla="*/ 2877676 h 6858001"/>
                <a:gd name="connsiteX60" fmla="*/ 1170412 w 6809718"/>
                <a:gd name="connsiteY60" fmla="*/ 2876647 h 6858001"/>
                <a:gd name="connsiteX61" fmla="*/ 463761 w 6809718"/>
                <a:gd name="connsiteY61" fmla="*/ 2634158 h 6858001"/>
                <a:gd name="connsiteX62" fmla="*/ 125322 w 6809718"/>
                <a:gd name="connsiteY62" fmla="*/ 2227611 h 6858001"/>
                <a:gd name="connsiteX63" fmla="*/ 15394 w 6809718"/>
                <a:gd name="connsiteY63" fmla="*/ 1871417 h 6858001"/>
                <a:gd name="connsiteX64" fmla="*/ 418 w 6809718"/>
                <a:gd name="connsiteY64" fmla="*/ 1660231 h 6858001"/>
                <a:gd name="connsiteX65" fmla="*/ 94773 w 6809718"/>
                <a:gd name="connsiteY65" fmla="*/ 1233936 h 6858001"/>
                <a:gd name="connsiteX66" fmla="*/ 400086 w 6809718"/>
                <a:gd name="connsiteY66" fmla="*/ 811506 h 6858001"/>
                <a:gd name="connsiteX67" fmla="*/ 850059 w 6809718"/>
                <a:gd name="connsiteY67" fmla="*/ 564795 h 6858001"/>
                <a:gd name="connsiteX68" fmla="*/ 1248332 w 6809718"/>
                <a:gd name="connsiteY68" fmla="*/ 518088 h 6858001"/>
                <a:gd name="connsiteX69" fmla="*/ 1363107 w 6809718"/>
                <a:gd name="connsiteY69" fmla="*/ 530778 h 6858001"/>
                <a:gd name="connsiteX70" fmla="*/ 2251420 w 6809718"/>
                <a:gd name="connsiteY70" fmla="*/ 856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809718" h="6858001">
                  <a:moveTo>
                    <a:pt x="2516114" y="5262380"/>
                  </a:moveTo>
                  <a:cubicBezTo>
                    <a:pt x="2516114" y="5600535"/>
                    <a:pt x="2516114" y="5933495"/>
                    <a:pt x="2516114" y="6265504"/>
                  </a:cubicBezTo>
                  <a:cubicBezTo>
                    <a:pt x="3833005" y="6265504"/>
                    <a:pt x="5147121" y="6265504"/>
                    <a:pt x="6460466" y="6265504"/>
                  </a:cubicBezTo>
                  <a:cubicBezTo>
                    <a:pt x="6460466" y="5929938"/>
                    <a:pt x="6460466" y="5596979"/>
                    <a:pt x="6460466" y="5262380"/>
                  </a:cubicBezTo>
                  <a:cubicBezTo>
                    <a:pt x="5174046" y="5262380"/>
                    <a:pt x="3890403" y="5262380"/>
                    <a:pt x="2598693" y="5262380"/>
                  </a:cubicBezTo>
                  <a:cubicBezTo>
                    <a:pt x="2570848" y="5262380"/>
                    <a:pt x="2543004" y="5262380"/>
                    <a:pt x="2516114" y="5262380"/>
                  </a:cubicBezTo>
                  <a:close/>
                  <a:moveTo>
                    <a:pt x="5724036" y="3862219"/>
                  </a:moveTo>
                  <a:cubicBezTo>
                    <a:pt x="5786281" y="3862219"/>
                    <a:pt x="5846273" y="3862219"/>
                    <a:pt x="5910115" y="3862219"/>
                  </a:cubicBezTo>
                  <a:cubicBezTo>
                    <a:pt x="5910115" y="4210204"/>
                    <a:pt x="5910115" y="4559416"/>
                    <a:pt x="5910115" y="4912435"/>
                  </a:cubicBezTo>
                  <a:cubicBezTo>
                    <a:pt x="6211741" y="4912435"/>
                    <a:pt x="6509596" y="4912435"/>
                    <a:pt x="6809718" y="4912435"/>
                  </a:cubicBezTo>
                  <a:cubicBezTo>
                    <a:pt x="6809718" y="5481696"/>
                    <a:pt x="6809718" y="6047134"/>
                    <a:pt x="6809718" y="6616397"/>
                  </a:cubicBezTo>
                  <a:cubicBezTo>
                    <a:pt x="6500447" y="6616397"/>
                    <a:pt x="6191780" y="6616397"/>
                    <a:pt x="5880688" y="6616397"/>
                  </a:cubicBezTo>
                  <a:cubicBezTo>
                    <a:pt x="5880688" y="6698113"/>
                    <a:pt x="5880688" y="6776067"/>
                    <a:pt x="5880688" y="6857098"/>
                  </a:cubicBezTo>
                  <a:cubicBezTo>
                    <a:pt x="5764274" y="6857098"/>
                    <a:pt x="5650228" y="6857098"/>
                    <a:pt x="5532276" y="6857098"/>
                  </a:cubicBezTo>
                  <a:cubicBezTo>
                    <a:pt x="5532276" y="6779808"/>
                    <a:pt x="5532276" y="6700854"/>
                    <a:pt x="5532276" y="6616866"/>
                  </a:cubicBezTo>
                  <a:cubicBezTo>
                    <a:pt x="5081673" y="6616866"/>
                    <a:pt x="4634935" y="6616866"/>
                    <a:pt x="4184143" y="6616866"/>
                  </a:cubicBezTo>
                  <a:cubicBezTo>
                    <a:pt x="3853244" y="6616866"/>
                    <a:pt x="3526401" y="6616866"/>
                    <a:pt x="3195676" y="6616866"/>
                  </a:cubicBezTo>
                  <a:cubicBezTo>
                    <a:pt x="3195676" y="6697979"/>
                    <a:pt x="3195676" y="6776937"/>
                    <a:pt x="3195676" y="6858001"/>
                  </a:cubicBezTo>
                  <a:cubicBezTo>
                    <a:pt x="3077778" y="6858001"/>
                    <a:pt x="2963750" y="6858001"/>
                    <a:pt x="2847263" y="6858001"/>
                  </a:cubicBezTo>
                  <a:cubicBezTo>
                    <a:pt x="2847263" y="6778910"/>
                    <a:pt x="2847263" y="6700957"/>
                    <a:pt x="2847263" y="6619173"/>
                  </a:cubicBezTo>
                  <a:cubicBezTo>
                    <a:pt x="2833571" y="6618312"/>
                    <a:pt x="2822053" y="6616978"/>
                    <a:pt x="2810532" y="6616961"/>
                  </a:cubicBezTo>
                  <a:cubicBezTo>
                    <a:pt x="2705120" y="6616798"/>
                    <a:pt x="2599674" y="6615106"/>
                    <a:pt x="2494306" y="6617281"/>
                  </a:cubicBezTo>
                  <a:cubicBezTo>
                    <a:pt x="2339218" y="6620485"/>
                    <a:pt x="2187533" y="6496386"/>
                    <a:pt x="2164632" y="6336951"/>
                  </a:cubicBezTo>
                  <a:cubicBezTo>
                    <a:pt x="2160865" y="6310729"/>
                    <a:pt x="2156842" y="6284216"/>
                    <a:pt x="2156813" y="6257836"/>
                  </a:cubicBezTo>
                  <a:cubicBezTo>
                    <a:pt x="2156336" y="5811877"/>
                    <a:pt x="2156471" y="5365917"/>
                    <a:pt x="2156471" y="4914939"/>
                  </a:cubicBezTo>
                  <a:cubicBezTo>
                    <a:pt x="3345463" y="4914939"/>
                    <a:pt x="4533566" y="4914939"/>
                    <a:pt x="5724036" y="4914939"/>
                  </a:cubicBezTo>
                  <a:cubicBezTo>
                    <a:pt x="5724036" y="4561692"/>
                    <a:pt x="5724036" y="4213447"/>
                    <a:pt x="5724036" y="3862219"/>
                  </a:cubicBezTo>
                  <a:close/>
                  <a:moveTo>
                    <a:pt x="2251420" y="856"/>
                  </a:moveTo>
                  <a:cubicBezTo>
                    <a:pt x="2304465" y="-1269"/>
                    <a:pt x="2359203" y="541"/>
                    <a:pt x="2415700" y="6556"/>
                  </a:cubicBezTo>
                  <a:cubicBezTo>
                    <a:pt x="3070887" y="76300"/>
                    <a:pt x="3412203" y="477896"/>
                    <a:pt x="3509879" y="1108384"/>
                  </a:cubicBezTo>
                  <a:cubicBezTo>
                    <a:pt x="3604477" y="1129704"/>
                    <a:pt x="3704973" y="1145513"/>
                    <a:pt x="3801028" y="1175552"/>
                  </a:cubicBezTo>
                  <a:cubicBezTo>
                    <a:pt x="3962315" y="1225986"/>
                    <a:pt x="4089382" y="1327787"/>
                    <a:pt x="4196855" y="1457617"/>
                  </a:cubicBezTo>
                  <a:cubicBezTo>
                    <a:pt x="4283041" y="1561720"/>
                    <a:pt x="4337916" y="1680100"/>
                    <a:pt x="4366699" y="1809622"/>
                  </a:cubicBezTo>
                  <a:cubicBezTo>
                    <a:pt x="4391300" y="1920336"/>
                    <a:pt x="4392273" y="2032209"/>
                    <a:pt x="4373052" y="2146425"/>
                  </a:cubicBezTo>
                  <a:cubicBezTo>
                    <a:pt x="4339788" y="2344111"/>
                    <a:pt x="4248602" y="2507910"/>
                    <a:pt x="4105272" y="2643169"/>
                  </a:cubicBezTo>
                  <a:cubicBezTo>
                    <a:pt x="3979535" y="2761824"/>
                    <a:pt x="3829568" y="2837752"/>
                    <a:pt x="3657196" y="2860554"/>
                  </a:cubicBezTo>
                  <a:cubicBezTo>
                    <a:pt x="3568693" y="2872255"/>
                    <a:pt x="3478698" y="2876331"/>
                    <a:pt x="3389328" y="2877093"/>
                  </a:cubicBezTo>
                  <a:lnTo>
                    <a:pt x="2860551" y="2875059"/>
                  </a:lnTo>
                  <a:lnTo>
                    <a:pt x="2860551" y="2504522"/>
                  </a:lnTo>
                  <a:lnTo>
                    <a:pt x="3519174" y="2504271"/>
                  </a:lnTo>
                  <a:cubicBezTo>
                    <a:pt x="3550874" y="2504190"/>
                    <a:pt x="3583570" y="2501476"/>
                    <a:pt x="3614063" y="2493397"/>
                  </a:cubicBezTo>
                  <a:cubicBezTo>
                    <a:pt x="3725993" y="2463731"/>
                    <a:pt x="3822283" y="2409723"/>
                    <a:pt x="3897700" y="2317840"/>
                  </a:cubicBezTo>
                  <a:cubicBezTo>
                    <a:pt x="4040836" y="2143459"/>
                    <a:pt x="4056912" y="1902533"/>
                    <a:pt x="3926693" y="1718023"/>
                  </a:cubicBezTo>
                  <a:cubicBezTo>
                    <a:pt x="3819706" y="1566444"/>
                    <a:pt x="3667220" y="1491951"/>
                    <a:pt x="3480659" y="1491019"/>
                  </a:cubicBezTo>
                  <a:cubicBezTo>
                    <a:pt x="3362109" y="1490419"/>
                    <a:pt x="3243559" y="1490905"/>
                    <a:pt x="3121654" y="1490905"/>
                  </a:cubicBezTo>
                  <a:cubicBezTo>
                    <a:pt x="3121654" y="1465931"/>
                    <a:pt x="3121151" y="1444644"/>
                    <a:pt x="3121735" y="1423381"/>
                  </a:cubicBezTo>
                  <a:cubicBezTo>
                    <a:pt x="3124230" y="1332050"/>
                    <a:pt x="3129854" y="1240694"/>
                    <a:pt x="3128655" y="1149419"/>
                  </a:cubicBezTo>
                  <a:cubicBezTo>
                    <a:pt x="3127982" y="1098158"/>
                    <a:pt x="3120584" y="1046006"/>
                    <a:pt x="3108672" y="996057"/>
                  </a:cubicBezTo>
                  <a:cubicBezTo>
                    <a:pt x="3065522" y="815072"/>
                    <a:pt x="2971655" y="665680"/>
                    <a:pt x="2825164" y="549059"/>
                  </a:cubicBezTo>
                  <a:cubicBezTo>
                    <a:pt x="2640678" y="402188"/>
                    <a:pt x="2430018" y="338934"/>
                    <a:pt x="2200365" y="382740"/>
                  </a:cubicBezTo>
                  <a:cubicBezTo>
                    <a:pt x="1966319" y="427397"/>
                    <a:pt x="1786703" y="565160"/>
                    <a:pt x="1659677" y="767400"/>
                  </a:cubicBezTo>
                  <a:cubicBezTo>
                    <a:pt x="1619914" y="830695"/>
                    <a:pt x="1586440" y="897943"/>
                    <a:pt x="1549724" y="964050"/>
                  </a:cubicBezTo>
                  <a:cubicBezTo>
                    <a:pt x="1517935" y="955282"/>
                    <a:pt x="1485984" y="947778"/>
                    <a:pt x="1454892" y="937641"/>
                  </a:cubicBezTo>
                  <a:cubicBezTo>
                    <a:pt x="1329583" y="896793"/>
                    <a:pt x="1202881" y="879022"/>
                    <a:pt x="1070629" y="898049"/>
                  </a:cubicBezTo>
                  <a:cubicBezTo>
                    <a:pt x="846258" y="930324"/>
                    <a:pt x="663287" y="1036501"/>
                    <a:pt x="531642" y="1216822"/>
                  </a:cubicBezTo>
                  <a:cubicBezTo>
                    <a:pt x="372008" y="1435504"/>
                    <a:pt x="327635" y="1680967"/>
                    <a:pt x="412703" y="1942369"/>
                  </a:cubicBezTo>
                  <a:cubicBezTo>
                    <a:pt x="460698" y="2089856"/>
                    <a:pt x="542606" y="2215602"/>
                    <a:pt x="664389" y="2315417"/>
                  </a:cubicBezTo>
                  <a:cubicBezTo>
                    <a:pt x="805199" y="2430823"/>
                    <a:pt x="965854" y="2499069"/>
                    <a:pt x="1145940" y="2502918"/>
                  </a:cubicBezTo>
                  <a:lnTo>
                    <a:pt x="1827243" y="2506921"/>
                  </a:lnTo>
                  <a:lnTo>
                    <a:pt x="1827243" y="2877676"/>
                  </a:lnTo>
                  <a:lnTo>
                    <a:pt x="1170412" y="2876647"/>
                  </a:lnTo>
                  <a:cubicBezTo>
                    <a:pt x="910290" y="2872125"/>
                    <a:pt x="673384" y="2793200"/>
                    <a:pt x="463761" y="2634158"/>
                  </a:cubicBezTo>
                  <a:cubicBezTo>
                    <a:pt x="318868" y="2524229"/>
                    <a:pt x="206727" y="2387917"/>
                    <a:pt x="125322" y="2227611"/>
                  </a:cubicBezTo>
                  <a:cubicBezTo>
                    <a:pt x="68745" y="2116183"/>
                    <a:pt x="27111" y="1997698"/>
                    <a:pt x="15394" y="1871417"/>
                  </a:cubicBezTo>
                  <a:cubicBezTo>
                    <a:pt x="8862" y="1801105"/>
                    <a:pt x="-2296" y="1730340"/>
                    <a:pt x="418" y="1660231"/>
                  </a:cubicBezTo>
                  <a:cubicBezTo>
                    <a:pt x="6099" y="1513116"/>
                    <a:pt x="37710" y="1371205"/>
                    <a:pt x="94773" y="1233936"/>
                  </a:cubicBezTo>
                  <a:cubicBezTo>
                    <a:pt x="163650" y="1068233"/>
                    <a:pt x="267736" y="929141"/>
                    <a:pt x="400086" y="811506"/>
                  </a:cubicBezTo>
                  <a:cubicBezTo>
                    <a:pt x="530548" y="695549"/>
                    <a:pt x="680555" y="613236"/>
                    <a:pt x="850059" y="564795"/>
                  </a:cubicBezTo>
                  <a:cubicBezTo>
                    <a:pt x="981047" y="527358"/>
                    <a:pt x="1113357" y="513502"/>
                    <a:pt x="1248332" y="518088"/>
                  </a:cubicBezTo>
                  <a:cubicBezTo>
                    <a:pt x="1286450" y="519385"/>
                    <a:pt x="1324381" y="526346"/>
                    <a:pt x="1363107" y="530778"/>
                  </a:cubicBezTo>
                  <a:cubicBezTo>
                    <a:pt x="1591727" y="223356"/>
                    <a:pt x="1880105" y="15725"/>
                    <a:pt x="2251420" y="85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58" name="Freeform: Shape 2857">
              <a:extLst>
                <a:ext uri="{FF2B5EF4-FFF2-40B4-BE49-F238E27FC236}">
                  <a16:creationId xmlns:a16="http://schemas.microsoft.com/office/drawing/2014/main" id="{1EEDF8F9-A1DB-FF3B-E6EB-2FA541BF06EF}"/>
                </a:ext>
                <a:ext uri="{C183D7F6-B498-43B3-948B-1728B52AA6E4}">
                  <adec:decorative xmlns:adec="http://schemas.microsoft.com/office/drawing/2017/decorative" val="1"/>
                </a:ext>
              </a:extLst>
            </p:cNvPr>
            <p:cNvSpPr/>
            <p:nvPr/>
          </p:nvSpPr>
          <p:spPr>
            <a:xfrm>
              <a:off x="10545738" y="5918260"/>
              <a:ext cx="276112" cy="234530"/>
            </a:xfrm>
            <a:custGeom>
              <a:avLst/>
              <a:gdLst>
                <a:gd name="connsiteX0" fmla="*/ 1106188 w 4141675"/>
                <a:gd name="connsiteY0" fmla="*/ 3241916 h 3517953"/>
                <a:gd name="connsiteX1" fmla="*/ 1911649 w 4141675"/>
                <a:gd name="connsiteY1" fmla="*/ 3241916 h 3517953"/>
                <a:gd name="connsiteX2" fmla="*/ 1911649 w 4141675"/>
                <a:gd name="connsiteY2" fmla="*/ 3426418 h 3517953"/>
                <a:gd name="connsiteX3" fmla="*/ 1106188 w 4141675"/>
                <a:gd name="connsiteY3" fmla="*/ 3426418 h 3517953"/>
                <a:gd name="connsiteX4" fmla="*/ 3771519 w 4141675"/>
                <a:gd name="connsiteY4" fmla="*/ 3147830 h 3517953"/>
                <a:gd name="connsiteX5" fmla="*/ 4141675 w 4141675"/>
                <a:gd name="connsiteY5" fmla="*/ 3147830 h 3517953"/>
                <a:gd name="connsiteX6" fmla="*/ 4141675 w 4141675"/>
                <a:gd name="connsiteY6" fmla="*/ 3517953 h 3517953"/>
                <a:gd name="connsiteX7" fmla="*/ 3771519 w 4141675"/>
                <a:gd name="connsiteY7" fmla="*/ 3517953 h 3517953"/>
                <a:gd name="connsiteX8" fmla="*/ 2678637 w 4141675"/>
                <a:gd name="connsiteY8" fmla="*/ 3147789 h 3517953"/>
                <a:gd name="connsiteX9" fmla="*/ 3049595 w 4141675"/>
                <a:gd name="connsiteY9" fmla="*/ 3147789 h 3517953"/>
                <a:gd name="connsiteX10" fmla="*/ 3049595 w 4141675"/>
                <a:gd name="connsiteY10" fmla="*/ 3515181 h 3517953"/>
                <a:gd name="connsiteX11" fmla="*/ 2678637 w 4141675"/>
                <a:gd name="connsiteY11" fmla="*/ 3515181 h 3517953"/>
                <a:gd name="connsiteX12" fmla="*/ 3231204 w 4141675"/>
                <a:gd name="connsiteY12" fmla="*/ 3147392 h 3517953"/>
                <a:gd name="connsiteX13" fmla="*/ 3601117 w 4141675"/>
                <a:gd name="connsiteY13" fmla="*/ 3147392 h 3517953"/>
                <a:gd name="connsiteX14" fmla="*/ 3601117 w 4141675"/>
                <a:gd name="connsiteY14" fmla="*/ 3515554 h 3517953"/>
                <a:gd name="connsiteX15" fmla="*/ 3231204 w 4141675"/>
                <a:gd name="connsiteY15" fmla="*/ 3515554 h 3517953"/>
                <a:gd name="connsiteX16" fmla="*/ 510463 w 4141675"/>
                <a:gd name="connsiteY16" fmla="*/ 785957 h 3517953"/>
                <a:gd name="connsiteX17" fmla="*/ 695906 w 4141675"/>
                <a:gd name="connsiteY17" fmla="*/ 785957 h 3517953"/>
                <a:gd name="connsiteX18" fmla="*/ 695906 w 4141675"/>
                <a:gd name="connsiteY18" fmla="*/ 2003525 h 3517953"/>
                <a:gd name="connsiteX19" fmla="*/ 705784 w 4141675"/>
                <a:gd name="connsiteY19" fmla="*/ 2009716 h 3517953"/>
                <a:gd name="connsiteX20" fmla="*/ 744728 w 4141675"/>
                <a:gd name="connsiteY20" fmla="*/ 1966136 h 3517953"/>
                <a:gd name="connsiteX21" fmla="*/ 1071005 w 4141675"/>
                <a:gd name="connsiteY21" fmla="*/ 1638741 h 3517953"/>
                <a:gd name="connsiteX22" fmla="*/ 1126382 w 4141675"/>
                <a:gd name="connsiteY22" fmla="*/ 1638288 h 3517953"/>
                <a:gd name="connsiteX23" fmla="*/ 1198006 w 4141675"/>
                <a:gd name="connsiteY23" fmla="*/ 1709904 h 3517953"/>
                <a:gd name="connsiteX24" fmla="*/ 1197699 w 4141675"/>
                <a:gd name="connsiteY24" fmla="*/ 1765298 h 3517953"/>
                <a:gd name="connsiteX25" fmla="*/ 894176 w 4141675"/>
                <a:gd name="connsiteY25" fmla="*/ 2067905 h 3517953"/>
                <a:gd name="connsiteX26" fmla="*/ 614906 w 4141675"/>
                <a:gd name="connsiteY26" fmla="*/ 2347604 h 3517953"/>
                <a:gd name="connsiteX27" fmla="*/ 0 w 4141675"/>
                <a:gd name="connsiteY27" fmla="*/ 1732650 h 3517953"/>
                <a:gd name="connsiteX28" fmla="*/ 89136 w 4141675"/>
                <a:gd name="connsiteY28" fmla="*/ 1631789 h 3517953"/>
                <a:gd name="connsiteX29" fmla="*/ 135300 w 4141675"/>
                <a:gd name="connsiteY29" fmla="*/ 1637259 h 3517953"/>
                <a:gd name="connsiteX30" fmla="*/ 338707 w 4141675"/>
                <a:gd name="connsiteY30" fmla="*/ 1840966 h 3517953"/>
                <a:gd name="connsiteX31" fmla="*/ 510463 w 4141675"/>
                <a:gd name="connsiteY31" fmla="*/ 2013840 h 3517953"/>
                <a:gd name="connsiteX32" fmla="*/ 331754 w 4141675"/>
                <a:gd name="connsiteY32" fmla="*/ 0 h 3517953"/>
                <a:gd name="connsiteX33" fmla="*/ 870343 w 4141675"/>
                <a:gd name="connsiteY33" fmla="*/ 0 h 3517953"/>
                <a:gd name="connsiteX34" fmla="*/ 870343 w 4141675"/>
                <a:gd name="connsiteY34" fmla="*/ 538589 h 3517953"/>
                <a:gd name="connsiteX35" fmla="*/ 331754 w 4141675"/>
                <a:gd name="connsiteY35" fmla="*/ 538589 h 351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41675" h="3517953">
                  <a:moveTo>
                    <a:pt x="1106188" y="3241916"/>
                  </a:moveTo>
                  <a:lnTo>
                    <a:pt x="1911649" y="3241916"/>
                  </a:lnTo>
                  <a:lnTo>
                    <a:pt x="1911649" y="3426418"/>
                  </a:lnTo>
                  <a:lnTo>
                    <a:pt x="1106188" y="3426418"/>
                  </a:lnTo>
                  <a:close/>
                  <a:moveTo>
                    <a:pt x="3771519" y="3147830"/>
                  </a:moveTo>
                  <a:lnTo>
                    <a:pt x="4141675" y="3147830"/>
                  </a:lnTo>
                  <a:lnTo>
                    <a:pt x="4141675" y="3517953"/>
                  </a:lnTo>
                  <a:lnTo>
                    <a:pt x="3771519" y="3517953"/>
                  </a:lnTo>
                  <a:close/>
                  <a:moveTo>
                    <a:pt x="2678637" y="3147789"/>
                  </a:moveTo>
                  <a:lnTo>
                    <a:pt x="3049595" y="3147789"/>
                  </a:lnTo>
                  <a:lnTo>
                    <a:pt x="3049595" y="3515181"/>
                  </a:lnTo>
                  <a:lnTo>
                    <a:pt x="2678637" y="3515181"/>
                  </a:lnTo>
                  <a:close/>
                  <a:moveTo>
                    <a:pt x="3231204" y="3147392"/>
                  </a:moveTo>
                  <a:lnTo>
                    <a:pt x="3601117" y="3147392"/>
                  </a:lnTo>
                  <a:lnTo>
                    <a:pt x="3601117" y="3515554"/>
                  </a:lnTo>
                  <a:lnTo>
                    <a:pt x="3231204" y="3515554"/>
                  </a:lnTo>
                  <a:close/>
                  <a:moveTo>
                    <a:pt x="510463" y="785957"/>
                  </a:moveTo>
                  <a:lnTo>
                    <a:pt x="695906" y="785957"/>
                  </a:lnTo>
                  <a:lnTo>
                    <a:pt x="695906" y="2003525"/>
                  </a:lnTo>
                  <a:cubicBezTo>
                    <a:pt x="699196" y="2005591"/>
                    <a:pt x="702486" y="2007649"/>
                    <a:pt x="705784" y="2009716"/>
                  </a:cubicBezTo>
                  <a:cubicBezTo>
                    <a:pt x="718725" y="1995154"/>
                    <a:pt x="731001" y="1979920"/>
                    <a:pt x="744728" y="1966136"/>
                  </a:cubicBezTo>
                  <a:cubicBezTo>
                    <a:pt x="853465" y="1856986"/>
                    <a:pt x="962948" y="1748573"/>
                    <a:pt x="1071005" y="1638741"/>
                  </a:cubicBezTo>
                  <a:cubicBezTo>
                    <a:pt x="1091822" y="1617576"/>
                    <a:pt x="1106083" y="1614975"/>
                    <a:pt x="1126382" y="1638288"/>
                  </a:cubicBezTo>
                  <a:cubicBezTo>
                    <a:pt x="1148520" y="1663707"/>
                    <a:pt x="1172595" y="1687750"/>
                    <a:pt x="1198006" y="1709904"/>
                  </a:cubicBezTo>
                  <a:cubicBezTo>
                    <a:pt x="1221198" y="1730130"/>
                    <a:pt x="1218994" y="1744399"/>
                    <a:pt x="1197699" y="1765298"/>
                  </a:cubicBezTo>
                  <a:cubicBezTo>
                    <a:pt x="1096424" y="1864700"/>
                    <a:pt x="996568" y="1965545"/>
                    <a:pt x="894176" y="2067905"/>
                  </a:cubicBezTo>
                  <a:cubicBezTo>
                    <a:pt x="798679" y="2163547"/>
                    <a:pt x="705216" y="2257156"/>
                    <a:pt x="614906" y="2347604"/>
                  </a:cubicBezTo>
                  <a:cubicBezTo>
                    <a:pt x="408979" y="2141652"/>
                    <a:pt x="204834" y="1937491"/>
                    <a:pt x="0" y="1732650"/>
                  </a:cubicBezTo>
                  <a:cubicBezTo>
                    <a:pt x="26044" y="1703243"/>
                    <a:pt x="57914" y="1667792"/>
                    <a:pt x="89136" y="1631789"/>
                  </a:cubicBezTo>
                  <a:cubicBezTo>
                    <a:pt x="107879" y="1610178"/>
                    <a:pt x="120706" y="1622535"/>
                    <a:pt x="135300" y="1637259"/>
                  </a:cubicBezTo>
                  <a:cubicBezTo>
                    <a:pt x="202840" y="1705415"/>
                    <a:pt x="270948" y="1773020"/>
                    <a:pt x="338707" y="1840966"/>
                  </a:cubicBezTo>
                  <a:cubicBezTo>
                    <a:pt x="393793" y="1896197"/>
                    <a:pt x="448684" y="1951640"/>
                    <a:pt x="510463" y="2013840"/>
                  </a:cubicBezTo>
                  <a:close/>
                  <a:moveTo>
                    <a:pt x="331754" y="0"/>
                  </a:moveTo>
                  <a:lnTo>
                    <a:pt x="870343" y="0"/>
                  </a:lnTo>
                  <a:lnTo>
                    <a:pt x="870343" y="538589"/>
                  </a:lnTo>
                  <a:lnTo>
                    <a:pt x="331754" y="538589"/>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46" name="Group 45">
            <a:extLst>
              <a:ext uri="{FF2B5EF4-FFF2-40B4-BE49-F238E27FC236}">
                <a16:creationId xmlns:a16="http://schemas.microsoft.com/office/drawing/2014/main" id="{1B84B272-C732-F61F-B1FC-F46EC7A03CAF}"/>
              </a:ext>
              <a:ext uri="{C183D7F6-B498-43B3-948B-1728B52AA6E4}">
                <adec:decorative xmlns:adec="http://schemas.microsoft.com/office/drawing/2017/decorative" val="1"/>
              </a:ext>
            </a:extLst>
          </p:cNvPr>
          <p:cNvGrpSpPr>
            <a:grpSpLocks noChangeAspect="1"/>
          </p:cNvGrpSpPr>
          <p:nvPr/>
        </p:nvGrpSpPr>
        <p:grpSpPr>
          <a:xfrm>
            <a:off x="11079937" y="5755986"/>
            <a:ext cx="472301" cy="457200"/>
            <a:chOff x="11079937" y="5755986"/>
            <a:chExt cx="472301" cy="457200"/>
          </a:xfrm>
          <a:solidFill>
            <a:srgbClr val="FF0000"/>
          </a:solidFill>
        </p:grpSpPr>
        <p:sp>
          <p:nvSpPr>
            <p:cNvPr id="2874" name="Freeform: Shape 2873">
              <a:extLst>
                <a:ext uri="{FF2B5EF4-FFF2-40B4-BE49-F238E27FC236}">
                  <a16:creationId xmlns:a16="http://schemas.microsoft.com/office/drawing/2014/main" id="{38BD7905-95A9-C808-A0EF-58B0EB48F019}"/>
                </a:ext>
                <a:ext uri="{C183D7F6-B498-43B3-948B-1728B52AA6E4}">
                  <adec:decorative xmlns:adec="http://schemas.microsoft.com/office/drawing/2017/decorative" val="1"/>
                </a:ext>
              </a:extLst>
            </p:cNvPr>
            <p:cNvSpPr/>
            <p:nvPr/>
          </p:nvSpPr>
          <p:spPr>
            <a:xfrm>
              <a:off x="11079937" y="5755986"/>
              <a:ext cx="472301" cy="457200"/>
            </a:xfrm>
            <a:custGeom>
              <a:avLst/>
              <a:gdLst>
                <a:gd name="connsiteX0" fmla="*/ 5909439 w 7084521"/>
                <a:gd name="connsiteY0" fmla="*/ 3861825 h 6857999"/>
                <a:gd name="connsiteX1" fmla="*/ 6095637 w 7084521"/>
                <a:gd name="connsiteY1" fmla="*/ 3861825 h 6857999"/>
                <a:gd name="connsiteX2" fmla="*/ 6095637 w 7084521"/>
                <a:gd name="connsiteY2" fmla="*/ 4911560 h 6857999"/>
                <a:gd name="connsiteX3" fmla="*/ 6807804 w 7084521"/>
                <a:gd name="connsiteY3" fmla="*/ 4911560 h 6857999"/>
                <a:gd name="connsiteX4" fmla="*/ 6807804 w 7084521"/>
                <a:gd name="connsiteY4" fmla="*/ 6615511 h 6857999"/>
                <a:gd name="connsiteX5" fmla="*/ 6065184 w 7084521"/>
                <a:gd name="connsiteY5" fmla="*/ 6615511 h 6857999"/>
                <a:gd name="connsiteX6" fmla="*/ 6065184 w 7084521"/>
                <a:gd name="connsiteY6" fmla="*/ 6857999 h 6857999"/>
                <a:gd name="connsiteX7" fmla="*/ 5710093 w 7084521"/>
                <a:gd name="connsiteY7" fmla="*/ 6857999 h 6857999"/>
                <a:gd name="connsiteX8" fmla="*/ 5710093 w 7084521"/>
                <a:gd name="connsiteY8" fmla="*/ 6619514 h 6857999"/>
                <a:gd name="connsiteX9" fmla="*/ 3195259 w 7084521"/>
                <a:gd name="connsiteY9" fmla="*/ 6619514 h 6857999"/>
                <a:gd name="connsiteX10" fmla="*/ 3195259 w 7084521"/>
                <a:gd name="connsiteY10" fmla="*/ 6857667 h 6857999"/>
                <a:gd name="connsiteX11" fmla="*/ 2846844 w 7084521"/>
                <a:gd name="connsiteY11" fmla="*/ 6857667 h 6857999"/>
                <a:gd name="connsiteX12" fmla="*/ 2846844 w 7084521"/>
                <a:gd name="connsiteY12" fmla="*/ 6619011 h 6857999"/>
                <a:gd name="connsiteX13" fmla="*/ 2810160 w 7084521"/>
                <a:gd name="connsiteY13" fmla="*/ 6616792 h 6857999"/>
                <a:gd name="connsiteX14" fmla="*/ 2493940 w 7084521"/>
                <a:gd name="connsiteY14" fmla="*/ 6617116 h 6857999"/>
                <a:gd name="connsiteX15" fmla="*/ 2164183 w 7084521"/>
                <a:gd name="connsiteY15" fmla="*/ 6336907 h 6857999"/>
                <a:gd name="connsiteX16" fmla="*/ 2156373 w 7084521"/>
                <a:gd name="connsiteY16" fmla="*/ 6257795 h 6857999"/>
                <a:gd name="connsiteX17" fmla="*/ 2156114 w 7084521"/>
                <a:gd name="connsiteY17" fmla="*/ 5615553 h 6857999"/>
                <a:gd name="connsiteX18" fmla="*/ 2513530 w 7084521"/>
                <a:gd name="connsiteY18" fmla="*/ 5615553 h 6857999"/>
                <a:gd name="connsiteX19" fmla="*/ 2512817 w 7084521"/>
                <a:gd name="connsiteY19" fmla="*/ 6218859 h 6857999"/>
                <a:gd name="connsiteX20" fmla="*/ 2512817 w 7084521"/>
                <a:gd name="connsiteY20" fmla="*/ 6265459 h 6857999"/>
                <a:gd name="connsiteX21" fmla="*/ 6459551 w 7084521"/>
                <a:gd name="connsiteY21" fmla="*/ 6265459 h 6857999"/>
                <a:gd name="connsiteX22" fmla="*/ 6459551 w 7084521"/>
                <a:gd name="connsiteY22" fmla="*/ 5262487 h 6857999"/>
                <a:gd name="connsiteX23" fmla="*/ 6411606 w 7084521"/>
                <a:gd name="connsiteY23" fmla="*/ 5262487 h 6857999"/>
                <a:gd name="connsiteX24" fmla="*/ 2871367 w 7084521"/>
                <a:gd name="connsiteY24" fmla="*/ 5262422 h 6857999"/>
                <a:gd name="connsiteX25" fmla="*/ 2871367 w 7084521"/>
                <a:gd name="connsiteY25" fmla="*/ 4913853 h 6857999"/>
                <a:gd name="connsiteX26" fmla="*/ 5857525 w 7084521"/>
                <a:gd name="connsiteY26" fmla="*/ 4913804 h 6857999"/>
                <a:gd name="connsiteX27" fmla="*/ 5909439 w 7084521"/>
                <a:gd name="connsiteY27" fmla="*/ 4913804 h 6857999"/>
                <a:gd name="connsiteX28" fmla="*/ 5909439 w 7084521"/>
                <a:gd name="connsiteY28" fmla="*/ 3861825 h 6857999"/>
                <a:gd name="connsiteX29" fmla="*/ 6061451 w 7084521"/>
                <a:gd name="connsiteY29" fmla="*/ 3243587 h 6857999"/>
                <a:gd name="connsiteX30" fmla="*/ 6214760 w 7084521"/>
                <a:gd name="connsiteY30" fmla="*/ 3278515 h 6857999"/>
                <a:gd name="connsiteX31" fmla="*/ 6663689 w 7084521"/>
                <a:gd name="connsiteY31" fmla="*/ 3776085 h 6857999"/>
                <a:gd name="connsiteX32" fmla="*/ 6538602 w 7084521"/>
                <a:gd name="connsiteY32" fmla="*/ 4346033 h 6857999"/>
                <a:gd name="connsiteX33" fmla="*/ 6493157 w 7084521"/>
                <a:gd name="connsiteY33" fmla="*/ 4396422 h 6857999"/>
                <a:gd name="connsiteX34" fmla="*/ 6467133 w 7084521"/>
                <a:gd name="connsiteY34" fmla="*/ 4394631 h 6857999"/>
                <a:gd name="connsiteX35" fmla="*/ 6345311 w 7084521"/>
                <a:gd name="connsiteY35" fmla="*/ 4277585 h 6857999"/>
                <a:gd name="connsiteX36" fmla="*/ 6331167 w 7084521"/>
                <a:gd name="connsiteY36" fmla="*/ 3564525 h 6857999"/>
                <a:gd name="connsiteX37" fmla="*/ 5673353 w 7084521"/>
                <a:gd name="connsiteY37" fmla="*/ 3559183 h 6857999"/>
                <a:gd name="connsiteX38" fmla="*/ 5650519 w 7084521"/>
                <a:gd name="connsiteY38" fmla="*/ 4273169 h 6857999"/>
                <a:gd name="connsiteX39" fmla="*/ 5512332 w 7084521"/>
                <a:gd name="connsiteY39" fmla="*/ 4405910 h 6857999"/>
                <a:gd name="connsiteX40" fmla="*/ 5334459 w 7084521"/>
                <a:gd name="connsiteY40" fmla="*/ 4075391 h 6857999"/>
                <a:gd name="connsiteX41" fmla="*/ 5462954 w 7084521"/>
                <a:gd name="connsiteY41" fmla="*/ 3502799 h 6857999"/>
                <a:gd name="connsiteX42" fmla="*/ 5909604 w 7084521"/>
                <a:gd name="connsiteY42" fmla="*/ 3251767 h 6857999"/>
                <a:gd name="connsiteX43" fmla="*/ 6061451 w 7084521"/>
                <a:gd name="connsiteY43" fmla="*/ 3243587 h 6857999"/>
                <a:gd name="connsiteX44" fmla="*/ 6056900 w 7084521"/>
                <a:gd name="connsiteY44" fmla="*/ 2840080 h 6857999"/>
                <a:gd name="connsiteX45" fmla="*/ 6693671 w 7084521"/>
                <a:gd name="connsiteY45" fmla="*/ 3088658 h 6857999"/>
                <a:gd name="connsiteX46" fmla="*/ 6968114 w 7084521"/>
                <a:gd name="connsiteY46" fmla="*/ 3431132 h 6857999"/>
                <a:gd name="connsiteX47" fmla="*/ 7080112 w 7084521"/>
                <a:gd name="connsiteY47" fmla="*/ 3831882 h 6857999"/>
                <a:gd name="connsiteX48" fmla="*/ 7020828 w 7084521"/>
                <a:gd name="connsiteY48" fmla="*/ 4292877 h 6857999"/>
                <a:gd name="connsiteX49" fmla="*/ 6764134 w 7084521"/>
                <a:gd name="connsiteY49" fmla="*/ 4696730 h 6857999"/>
                <a:gd name="connsiteX50" fmla="*/ 6634363 w 7084521"/>
                <a:gd name="connsiteY50" fmla="*/ 4563440 h 6857999"/>
                <a:gd name="connsiteX51" fmla="*/ 6751181 w 7084521"/>
                <a:gd name="connsiteY51" fmla="*/ 4408800 h 6857999"/>
                <a:gd name="connsiteX52" fmla="*/ 6883931 w 7084521"/>
                <a:gd name="connsiteY52" fmla="*/ 4061846 h 6857999"/>
                <a:gd name="connsiteX53" fmla="*/ 6792953 w 7084521"/>
                <a:gd name="connsiteY53" fmla="*/ 3509917 h 6857999"/>
                <a:gd name="connsiteX54" fmla="*/ 6242265 w 7084521"/>
                <a:gd name="connsiteY54" fmla="*/ 3065599 h 6857999"/>
                <a:gd name="connsiteX55" fmla="*/ 6000677 w 7084521"/>
                <a:gd name="connsiteY55" fmla="*/ 3026778 h 6857999"/>
                <a:gd name="connsiteX56" fmla="*/ 5686556 w 7084521"/>
                <a:gd name="connsiteY56" fmla="*/ 3083569 h 6857999"/>
                <a:gd name="connsiteX57" fmla="*/ 5357237 w 7084521"/>
                <a:gd name="connsiteY57" fmla="*/ 3299401 h 6857999"/>
                <a:gd name="connsiteX58" fmla="*/ 5115460 w 7084521"/>
                <a:gd name="connsiteY58" fmla="*/ 3779327 h 6857999"/>
                <a:gd name="connsiteX59" fmla="*/ 5107705 w 7084521"/>
                <a:gd name="connsiteY59" fmla="*/ 4020989 h 6857999"/>
                <a:gd name="connsiteX60" fmla="*/ 5372464 w 7084521"/>
                <a:gd name="connsiteY60" fmla="*/ 4568263 h 6857999"/>
                <a:gd name="connsiteX61" fmla="*/ 5253594 w 7084521"/>
                <a:gd name="connsiteY61" fmla="*/ 4688860 h 6857999"/>
                <a:gd name="connsiteX62" fmla="*/ 5220981 w 7084521"/>
                <a:gd name="connsiteY62" fmla="*/ 4681137 h 6857999"/>
                <a:gd name="connsiteX63" fmla="*/ 5075794 w 7084521"/>
                <a:gd name="connsiteY63" fmla="*/ 4497319 h 6857999"/>
                <a:gd name="connsiteX64" fmla="*/ 4931027 w 7084521"/>
                <a:gd name="connsiteY64" fmla="*/ 4128955 h 6857999"/>
                <a:gd name="connsiteX65" fmla="*/ 4957143 w 7084521"/>
                <a:gd name="connsiteY65" fmla="*/ 3616167 h 6857999"/>
                <a:gd name="connsiteX66" fmla="*/ 5287535 w 7084521"/>
                <a:gd name="connsiteY66" fmla="*/ 3101490 h 6857999"/>
                <a:gd name="connsiteX67" fmla="*/ 5770935 w 7084521"/>
                <a:gd name="connsiteY67" fmla="*/ 2863791 h 6857999"/>
                <a:gd name="connsiteX68" fmla="*/ 6056900 w 7084521"/>
                <a:gd name="connsiteY68" fmla="*/ 2840080 h 6857999"/>
                <a:gd name="connsiteX69" fmla="*/ 2351450 w 7084521"/>
                <a:gd name="connsiteY69" fmla="*/ 369188 h 6857999"/>
                <a:gd name="connsiteX70" fmla="*/ 2196063 w 7084521"/>
                <a:gd name="connsiteY70" fmla="*/ 383774 h 6857999"/>
                <a:gd name="connsiteX71" fmla="*/ 1678484 w 7084521"/>
                <a:gd name="connsiteY71" fmla="*/ 738505 h 6857999"/>
                <a:gd name="connsiteX72" fmla="*/ 1548402 w 7084521"/>
                <a:gd name="connsiteY72" fmla="*/ 964788 h 6857999"/>
                <a:gd name="connsiteX73" fmla="*/ 1454659 w 7084521"/>
                <a:gd name="connsiteY73" fmla="*/ 938684 h 6857999"/>
                <a:gd name="connsiteX74" fmla="*/ 1070430 w 7084521"/>
                <a:gd name="connsiteY74" fmla="*/ 899055 h 6857999"/>
                <a:gd name="connsiteX75" fmla="*/ 531486 w 7084521"/>
                <a:gd name="connsiteY75" fmla="*/ 1217816 h 6857999"/>
                <a:gd name="connsiteX76" fmla="*/ 412698 w 7084521"/>
                <a:gd name="connsiteY76" fmla="*/ 1943327 h 6857999"/>
                <a:gd name="connsiteX77" fmla="*/ 661484 w 7084521"/>
                <a:gd name="connsiteY77" fmla="*/ 2313527 h 6857999"/>
                <a:gd name="connsiteX78" fmla="*/ 1174367 w 7084521"/>
                <a:gd name="connsiteY78" fmla="*/ 2504620 h 6857999"/>
                <a:gd name="connsiteX79" fmla="*/ 3497362 w 7084521"/>
                <a:gd name="connsiteY79" fmla="*/ 2505419 h 6857999"/>
                <a:gd name="connsiteX80" fmla="*/ 3893164 w 7084521"/>
                <a:gd name="connsiteY80" fmla="*/ 2321557 h 6857999"/>
                <a:gd name="connsiteX81" fmla="*/ 4005901 w 7084521"/>
                <a:gd name="connsiteY81" fmla="*/ 1918846 h 6857999"/>
                <a:gd name="connsiteX82" fmla="*/ 3492604 w 7084521"/>
                <a:gd name="connsiteY82" fmla="*/ 1491878 h 6857999"/>
                <a:gd name="connsiteX83" fmla="*/ 3156089 w 7084521"/>
                <a:gd name="connsiteY83" fmla="*/ 1491697 h 6857999"/>
                <a:gd name="connsiteX84" fmla="*/ 3121347 w 7084521"/>
                <a:gd name="connsiteY84" fmla="*/ 1489609 h 6857999"/>
                <a:gd name="connsiteX85" fmla="*/ 3121705 w 7084521"/>
                <a:gd name="connsiteY85" fmla="*/ 1404469 h 6857999"/>
                <a:gd name="connsiteX86" fmla="*/ 3113537 w 7084521"/>
                <a:gd name="connsiteY86" fmla="*/ 1028696 h 6857999"/>
                <a:gd name="connsiteX87" fmla="*/ 2780735 w 7084521"/>
                <a:gd name="connsiteY87" fmla="*/ 516289 h 6857999"/>
                <a:gd name="connsiteX88" fmla="*/ 2351450 w 7084521"/>
                <a:gd name="connsiteY88" fmla="*/ 369188 h 6857999"/>
                <a:gd name="connsiteX89" fmla="*/ 2307931 w 7084521"/>
                <a:gd name="connsiteY89" fmla="*/ 437 h 6857999"/>
                <a:gd name="connsiteX90" fmla="*/ 2397184 w 7084521"/>
                <a:gd name="connsiteY90" fmla="*/ 1537 h 6857999"/>
                <a:gd name="connsiteX91" fmla="*/ 2901360 w 7084521"/>
                <a:gd name="connsiteY91" fmla="*/ 150031 h 6857999"/>
                <a:gd name="connsiteX92" fmla="*/ 3236940 w 7084521"/>
                <a:gd name="connsiteY92" fmla="*/ 435456 h 6857999"/>
                <a:gd name="connsiteX93" fmla="*/ 3297564 w 7084521"/>
                <a:gd name="connsiteY93" fmla="*/ 512871 h 6857999"/>
                <a:gd name="connsiteX94" fmla="*/ 3499985 w 7084521"/>
                <a:gd name="connsiteY94" fmla="*/ 1107292 h 6857999"/>
                <a:gd name="connsiteX95" fmla="*/ 3800356 w 7084521"/>
                <a:gd name="connsiteY95" fmla="*/ 1176519 h 6857999"/>
                <a:gd name="connsiteX96" fmla="*/ 4196173 w 7084521"/>
                <a:gd name="connsiteY96" fmla="*/ 1458692 h 6857999"/>
                <a:gd name="connsiteX97" fmla="*/ 4365934 w 7084521"/>
                <a:gd name="connsiteY97" fmla="*/ 1810792 h 6857999"/>
                <a:gd name="connsiteX98" fmla="*/ 4372094 w 7084521"/>
                <a:gd name="connsiteY98" fmla="*/ 2147648 h 6857999"/>
                <a:gd name="connsiteX99" fmla="*/ 4103800 w 7084521"/>
                <a:gd name="connsiteY99" fmla="*/ 2644077 h 6857999"/>
                <a:gd name="connsiteX100" fmla="*/ 3655638 w 7084521"/>
                <a:gd name="connsiteY100" fmla="*/ 2861395 h 6857999"/>
                <a:gd name="connsiteX101" fmla="*/ 3407990 w 7084521"/>
                <a:gd name="connsiteY101" fmla="*/ 2877724 h 6857999"/>
                <a:gd name="connsiteX102" fmla="*/ 1170026 w 7084521"/>
                <a:gd name="connsiteY102" fmla="*/ 2877018 h 6857999"/>
                <a:gd name="connsiteX103" fmla="*/ 463399 w 7084521"/>
                <a:gd name="connsiteY103" fmla="*/ 2634571 h 6857999"/>
                <a:gd name="connsiteX104" fmla="*/ 125027 w 7084521"/>
                <a:gd name="connsiteY104" fmla="*/ 2227899 h 6857999"/>
                <a:gd name="connsiteX105" fmla="*/ 15387 w 7084521"/>
                <a:gd name="connsiteY105" fmla="*/ 1871593 h 6857999"/>
                <a:gd name="connsiteX106" fmla="*/ 420 w 7084521"/>
                <a:gd name="connsiteY106" fmla="*/ 1660386 h 6857999"/>
                <a:gd name="connsiteX107" fmla="*/ 94943 w 7084521"/>
                <a:gd name="connsiteY107" fmla="*/ 1234088 h 6857999"/>
                <a:gd name="connsiteX108" fmla="*/ 409543 w 7084521"/>
                <a:gd name="connsiteY108" fmla="*/ 803532 h 6857999"/>
                <a:gd name="connsiteX109" fmla="*/ 847040 w 7084521"/>
                <a:gd name="connsiteY109" fmla="*/ 566305 h 6857999"/>
                <a:gd name="connsiteX110" fmla="*/ 1241228 w 7084521"/>
                <a:gd name="connsiteY110" fmla="*/ 519145 h 6857999"/>
                <a:gd name="connsiteX111" fmla="*/ 1366539 w 7084521"/>
                <a:gd name="connsiteY111" fmla="*/ 531983 h 6857999"/>
                <a:gd name="connsiteX112" fmla="*/ 1897375 w 7084521"/>
                <a:gd name="connsiteY112" fmla="*/ 89234 h 6857999"/>
                <a:gd name="connsiteX113" fmla="*/ 2217039 w 7084521"/>
                <a:gd name="connsiteY113" fmla="*/ 6665 h 6857999"/>
                <a:gd name="connsiteX114" fmla="*/ 2307931 w 7084521"/>
                <a:gd name="connsiteY114" fmla="*/ 43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7084521" h="6857999">
                  <a:moveTo>
                    <a:pt x="5909439" y="3861825"/>
                  </a:moveTo>
                  <a:cubicBezTo>
                    <a:pt x="5973255" y="3861825"/>
                    <a:pt x="6033215" y="3861825"/>
                    <a:pt x="6095637" y="3861825"/>
                  </a:cubicBezTo>
                  <a:cubicBezTo>
                    <a:pt x="6095637" y="4211237"/>
                    <a:pt x="6095637" y="4559458"/>
                    <a:pt x="6095637" y="4911560"/>
                  </a:cubicBezTo>
                  <a:cubicBezTo>
                    <a:pt x="6333685" y="4911560"/>
                    <a:pt x="6569359" y="4911560"/>
                    <a:pt x="6807804" y="4911560"/>
                  </a:cubicBezTo>
                  <a:cubicBezTo>
                    <a:pt x="6807804" y="5480832"/>
                    <a:pt x="6807804" y="6046223"/>
                    <a:pt x="6807804" y="6615511"/>
                  </a:cubicBezTo>
                  <a:cubicBezTo>
                    <a:pt x="6562019" y="6615511"/>
                    <a:pt x="6315538" y="6615511"/>
                    <a:pt x="6065184" y="6615511"/>
                  </a:cubicBezTo>
                  <a:cubicBezTo>
                    <a:pt x="6065184" y="6698228"/>
                    <a:pt x="6065184" y="6777170"/>
                    <a:pt x="6065184" y="6857999"/>
                  </a:cubicBezTo>
                  <a:cubicBezTo>
                    <a:pt x="5945540" y="6857999"/>
                    <a:pt x="5829769" y="6857999"/>
                    <a:pt x="5710093" y="6857999"/>
                  </a:cubicBezTo>
                  <a:cubicBezTo>
                    <a:pt x="5710093" y="6780208"/>
                    <a:pt x="5710093" y="6701250"/>
                    <a:pt x="5710093" y="6619514"/>
                  </a:cubicBezTo>
                  <a:cubicBezTo>
                    <a:pt x="4870521" y="6619514"/>
                    <a:pt x="4034838" y="6619514"/>
                    <a:pt x="3195259" y="6619514"/>
                  </a:cubicBezTo>
                  <a:cubicBezTo>
                    <a:pt x="3195259" y="6697540"/>
                    <a:pt x="3195259" y="6776489"/>
                    <a:pt x="3195259" y="6857667"/>
                  </a:cubicBezTo>
                  <a:cubicBezTo>
                    <a:pt x="3077357" y="6857667"/>
                    <a:pt x="2963336" y="6857667"/>
                    <a:pt x="2846844" y="6857667"/>
                  </a:cubicBezTo>
                  <a:cubicBezTo>
                    <a:pt x="2846844" y="6778887"/>
                    <a:pt x="2846844" y="6700942"/>
                    <a:pt x="2846844" y="6619011"/>
                  </a:cubicBezTo>
                  <a:cubicBezTo>
                    <a:pt x="2833160" y="6618153"/>
                    <a:pt x="2821664" y="6616816"/>
                    <a:pt x="2810160" y="6616792"/>
                  </a:cubicBezTo>
                  <a:cubicBezTo>
                    <a:pt x="2704751" y="6616629"/>
                    <a:pt x="2599309" y="6614928"/>
                    <a:pt x="2493940" y="6617116"/>
                  </a:cubicBezTo>
                  <a:cubicBezTo>
                    <a:pt x="2338496" y="6620340"/>
                    <a:pt x="2187102" y="6496062"/>
                    <a:pt x="2164183" y="6336907"/>
                  </a:cubicBezTo>
                  <a:cubicBezTo>
                    <a:pt x="2160408" y="6310690"/>
                    <a:pt x="2156422" y="6284182"/>
                    <a:pt x="2156373" y="6257795"/>
                  </a:cubicBezTo>
                  <a:lnTo>
                    <a:pt x="2156114" y="5615553"/>
                  </a:lnTo>
                  <a:lnTo>
                    <a:pt x="2513530" y="5615553"/>
                  </a:lnTo>
                  <a:lnTo>
                    <a:pt x="2512817" y="6218859"/>
                  </a:lnTo>
                  <a:cubicBezTo>
                    <a:pt x="2512817" y="6233556"/>
                    <a:pt x="2512817" y="6248244"/>
                    <a:pt x="2512817" y="6265459"/>
                  </a:cubicBezTo>
                  <a:cubicBezTo>
                    <a:pt x="3829019" y="6265459"/>
                    <a:pt x="5143106" y="6265459"/>
                    <a:pt x="6459551" y="6265459"/>
                  </a:cubicBezTo>
                  <a:cubicBezTo>
                    <a:pt x="6459551" y="5932567"/>
                    <a:pt x="6459551" y="5599617"/>
                    <a:pt x="6459551" y="5262487"/>
                  </a:cubicBezTo>
                  <a:cubicBezTo>
                    <a:pt x="6443161" y="5262487"/>
                    <a:pt x="6427379" y="5262487"/>
                    <a:pt x="6411606" y="5262487"/>
                  </a:cubicBezTo>
                  <a:lnTo>
                    <a:pt x="2871367" y="5262422"/>
                  </a:lnTo>
                  <a:lnTo>
                    <a:pt x="2871367" y="4913853"/>
                  </a:lnTo>
                  <a:lnTo>
                    <a:pt x="5857525" y="4913804"/>
                  </a:lnTo>
                  <a:cubicBezTo>
                    <a:pt x="5873558" y="4913804"/>
                    <a:pt x="5889591" y="4913804"/>
                    <a:pt x="5909439" y="4913804"/>
                  </a:cubicBezTo>
                  <a:cubicBezTo>
                    <a:pt x="5909439" y="4562367"/>
                    <a:pt x="5909439" y="4213190"/>
                    <a:pt x="5909439" y="3861825"/>
                  </a:cubicBezTo>
                  <a:close/>
                  <a:moveTo>
                    <a:pt x="6061451" y="3243587"/>
                  </a:moveTo>
                  <a:cubicBezTo>
                    <a:pt x="6115164" y="3255078"/>
                    <a:pt x="6166889" y="3261407"/>
                    <a:pt x="6214760" y="3278515"/>
                  </a:cubicBezTo>
                  <a:cubicBezTo>
                    <a:pt x="6452935" y="3363635"/>
                    <a:pt x="6606149" y="3529306"/>
                    <a:pt x="6663689" y="3776085"/>
                  </a:cubicBezTo>
                  <a:cubicBezTo>
                    <a:pt x="6712199" y="3984139"/>
                    <a:pt x="6662201" y="4174138"/>
                    <a:pt x="6538602" y="4346033"/>
                  </a:cubicBezTo>
                  <a:cubicBezTo>
                    <a:pt x="6525436" y="4364342"/>
                    <a:pt x="6509877" y="4381336"/>
                    <a:pt x="6493157" y="4396422"/>
                  </a:cubicBezTo>
                  <a:cubicBezTo>
                    <a:pt x="6488482" y="4400640"/>
                    <a:pt x="6472359" y="4399454"/>
                    <a:pt x="6467133" y="4394631"/>
                  </a:cubicBezTo>
                  <a:cubicBezTo>
                    <a:pt x="6425672" y="4356366"/>
                    <a:pt x="6385574" y="4316627"/>
                    <a:pt x="6345311" y="4277585"/>
                  </a:cubicBezTo>
                  <a:cubicBezTo>
                    <a:pt x="6569304" y="4026168"/>
                    <a:pt x="6513713" y="3731226"/>
                    <a:pt x="6331167" y="3564525"/>
                  </a:cubicBezTo>
                  <a:cubicBezTo>
                    <a:pt x="6131968" y="3382615"/>
                    <a:pt x="5861986" y="3390607"/>
                    <a:pt x="5673353" y="3559183"/>
                  </a:cubicBezTo>
                  <a:cubicBezTo>
                    <a:pt x="5482337" y="3729890"/>
                    <a:pt x="5427448" y="4031526"/>
                    <a:pt x="5650519" y="4273169"/>
                  </a:cubicBezTo>
                  <a:cubicBezTo>
                    <a:pt x="5605013" y="4316882"/>
                    <a:pt x="5559480" y="4360621"/>
                    <a:pt x="5512332" y="4405910"/>
                  </a:cubicBezTo>
                  <a:cubicBezTo>
                    <a:pt x="5427678" y="4313794"/>
                    <a:pt x="5362172" y="4205379"/>
                    <a:pt x="5334459" y="4075391"/>
                  </a:cubicBezTo>
                  <a:cubicBezTo>
                    <a:pt x="5289497" y="3864511"/>
                    <a:pt x="5331197" y="3670994"/>
                    <a:pt x="5462954" y="3502799"/>
                  </a:cubicBezTo>
                  <a:cubicBezTo>
                    <a:pt x="5575195" y="3359517"/>
                    <a:pt x="5724696" y="3270797"/>
                    <a:pt x="5909604" y="3251767"/>
                  </a:cubicBezTo>
                  <a:cubicBezTo>
                    <a:pt x="5958732" y="3246711"/>
                    <a:pt x="6008315" y="3246066"/>
                    <a:pt x="6061451" y="3243587"/>
                  </a:cubicBezTo>
                  <a:close/>
                  <a:moveTo>
                    <a:pt x="6056900" y="2840080"/>
                  </a:moveTo>
                  <a:cubicBezTo>
                    <a:pt x="6294654" y="2853114"/>
                    <a:pt x="6508336" y="2934649"/>
                    <a:pt x="6693671" y="3088658"/>
                  </a:cubicBezTo>
                  <a:cubicBezTo>
                    <a:pt x="6809123" y="3184597"/>
                    <a:pt x="6901268" y="3298636"/>
                    <a:pt x="6968114" y="3431132"/>
                  </a:cubicBezTo>
                  <a:cubicBezTo>
                    <a:pt x="7031293" y="3556362"/>
                    <a:pt x="7067125" y="3690098"/>
                    <a:pt x="7080112" y="3831882"/>
                  </a:cubicBezTo>
                  <a:cubicBezTo>
                    <a:pt x="7094729" y="3991454"/>
                    <a:pt x="7072512" y="4143868"/>
                    <a:pt x="7020828" y="4292877"/>
                  </a:cubicBezTo>
                  <a:cubicBezTo>
                    <a:pt x="6967319" y="4447149"/>
                    <a:pt x="6881500" y="4581984"/>
                    <a:pt x="6764134" y="4696730"/>
                  </a:cubicBezTo>
                  <a:cubicBezTo>
                    <a:pt x="6719640" y="4651030"/>
                    <a:pt x="6677518" y="4607765"/>
                    <a:pt x="6634363" y="4563440"/>
                  </a:cubicBezTo>
                  <a:cubicBezTo>
                    <a:pt x="6671904" y="4514078"/>
                    <a:pt x="6714253" y="4463276"/>
                    <a:pt x="6751181" y="4408800"/>
                  </a:cubicBezTo>
                  <a:cubicBezTo>
                    <a:pt x="6822316" y="4303864"/>
                    <a:pt x="6864129" y="4187162"/>
                    <a:pt x="6883931" y="4061846"/>
                  </a:cubicBezTo>
                  <a:cubicBezTo>
                    <a:pt x="6914641" y="3867507"/>
                    <a:pt x="6885667" y="3681685"/>
                    <a:pt x="6792953" y="3509917"/>
                  </a:cubicBezTo>
                  <a:cubicBezTo>
                    <a:pt x="6672377" y="3286530"/>
                    <a:pt x="6492051" y="3130099"/>
                    <a:pt x="6242265" y="3065599"/>
                  </a:cubicBezTo>
                  <a:cubicBezTo>
                    <a:pt x="6163457" y="3045250"/>
                    <a:pt x="6081486" y="3028115"/>
                    <a:pt x="6000677" y="3026778"/>
                  </a:cubicBezTo>
                  <a:cubicBezTo>
                    <a:pt x="5893888" y="3025013"/>
                    <a:pt x="5787491" y="3044790"/>
                    <a:pt x="5686556" y="3083569"/>
                  </a:cubicBezTo>
                  <a:cubicBezTo>
                    <a:pt x="5561366" y="3131668"/>
                    <a:pt x="5449137" y="3202239"/>
                    <a:pt x="5357237" y="3299401"/>
                  </a:cubicBezTo>
                  <a:cubicBezTo>
                    <a:pt x="5229490" y="3434461"/>
                    <a:pt x="5143993" y="3592881"/>
                    <a:pt x="5115460" y="3779327"/>
                  </a:cubicBezTo>
                  <a:cubicBezTo>
                    <a:pt x="5103343" y="3858512"/>
                    <a:pt x="5093174" y="3937378"/>
                    <a:pt x="5107705" y="4020989"/>
                  </a:cubicBezTo>
                  <a:cubicBezTo>
                    <a:pt x="5132023" y="4218901"/>
                    <a:pt x="5207637" y="4389123"/>
                    <a:pt x="5372464" y="4568263"/>
                  </a:cubicBezTo>
                  <a:cubicBezTo>
                    <a:pt x="5333482" y="4608436"/>
                    <a:pt x="5294661" y="4649828"/>
                    <a:pt x="5253594" y="4688860"/>
                  </a:cubicBezTo>
                  <a:cubicBezTo>
                    <a:pt x="5248935" y="4693287"/>
                    <a:pt x="5226937" y="4688345"/>
                    <a:pt x="5220981" y="4681137"/>
                  </a:cubicBezTo>
                  <a:cubicBezTo>
                    <a:pt x="5171230" y="4620938"/>
                    <a:pt x="5119397" y="4561865"/>
                    <a:pt x="5075794" y="4497319"/>
                  </a:cubicBezTo>
                  <a:cubicBezTo>
                    <a:pt x="5000519" y="4385890"/>
                    <a:pt x="4955349" y="4260272"/>
                    <a:pt x="4931027" y="4128955"/>
                  </a:cubicBezTo>
                  <a:cubicBezTo>
                    <a:pt x="4899134" y="3956756"/>
                    <a:pt x="4908098" y="3785653"/>
                    <a:pt x="4957143" y="3616167"/>
                  </a:cubicBezTo>
                  <a:cubicBezTo>
                    <a:pt x="5016449" y="3411224"/>
                    <a:pt x="5128741" y="3240452"/>
                    <a:pt x="5287535" y="3101490"/>
                  </a:cubicBezTo>
                  <a:cubicBezTo>
                    <a:pt x="5426513" y="2979864"/>
                    <a:pt x="5588347" y="2896683"/>
                    <a:pt x="5770935" y="2863791"/>
                  </a:cubicBezTo>
                  <a:cubicBezTo>
                    <a:pt x="5864806" y="2846881"/>
                    <a:pt x="5962175" y="2834887"/>
                    <a:pt x="6056900" y="2840080"/>
                  </a:cubicBezTo>
                  <a:close/>
                  <a:moveTo>
                    <a:pt x="2351450" y="369188"/>
                  </a:moveTo>
                  <a:cubicBezTo>
                    <a:pt x="2300495" y="368409"/>
                    <a:pt x="2248639" y="373157"/>
                    <a:pt x="2196063" y="383774"/>
                  </a:cubicBezTo>
                  <a:cubicBezTo>
                    <a:pt x="1977360" y="427937"/>
                    <a:pt x="1804192" y="553567"/>
                    <a:pt x="1678484" y="738505"/>
                  </a:cubicBezTo>
                  <a:cubicBezTo>
                    <a:pt x="1629916" y="809958"/>
                    <a:pt x="1591810" y="888522"/>
                    <a:pt x="1548402" y="964788"/>
                  </a:cubicBezTo>
                  <a:cubicBezTo>
                    <a:pt x="1517710" y="956318"/>
                    <a:pt x="1485752" y="948827"/>
                    <a:pt x="1454659" y="938684"/>
                  </a:cubicBezTo>
                  <a:cubicBezTo>
                    <a:pt x="1329361" y="897805"/>
                    <a:pt x="1202675" y="880034"/>
                    <a:pt x="1070430" y="899055"/>
                  </a:cubicBezTo>
                  <a:cubicBezTo>
                    <a:pt x="846073" y="931325"/>
                    <a:pt x="663111" y="1037499"/>
                    <a:pt x="531486" y="1217816"/>
                  </a:cubicBezTo>
                  <a:cubicBezTo>
                    <a:pt x="371854" y="1436501"/>
                    <a:pt x="327481" y="1682022"/>
                    <a:pt x="412698" y="1943327"/>
                  </a:cubicBezTo>
                  <a:cubicBezTo>
                    <a:pt x="460301" y="2089288"/>
                    <a:pt x="540794" y="2214334"/>
                    <a:pt x="661484" y="2313527"/>
                  </a:cubicBezTo>
                  <a:cubicBezTo>
                    <a:pt x="811282" y="2436645"/>
                    <a:pt x="981643" y="2504136"/>
                    <a:pt x="1174367" y="2504620"/>
                  </a:cubicBezTo>
                  <a:cubicBezTo>
                    <a:pt x="1946049" y="2506556"/>
                    <a:pt x="2717739" y="2505419"/>
                    <a:pt x="3497362" y="2505419"/>
                  </a:cubicBezTo>
                  <a:cubicBezTo>
                    <a:pt x="3655536" y="2500628"/>
                    <a:pt x="3790469" y="2446767"/>
                    <a:pt x="3893164" y="2321557"/>
                  </a:cubicBezTo>
                  <a:cubicBezTo>
                    <a:pt x="3989999" y="2203491"/>
                    <a:pt x="4028596" y="2071540"/>
                    <a:pt x="4005901" y="1918846"/>
                  </a:cubicBezTo>
                  <a:cubicBezTo>
                    <a:pt x="3969203" y="1671938"/>
                    <a:pt x="3735967" y="1492960"/>
                    <a:pt x="3492604" y="1491878"/>
                  </a:cubicBezTo>
                  <a:cubicBezTo>
                    <a:pt x="3380435" y="1491379"/>
                    <a:pt x="3268261" y="1491854"/>
                    <a:pt x="3156089" y="1491697"/>
                  </a:cubicBezTo>
                  <a:cubicBezTo>
                    <a:pt x="3144604" y="1491681"/>
                    <a:pt x="3133122" y="1490349"/>
                    <a:pt x="3121347" y="1489609"/>
                  </a:cubicBezTo>
                  <a:cubicBezTo>
                    <a:pt x="3121347" y="1458460"/>
                    <a:pt x="3119246" y="1431256"/>
                    <a:pt x="3121705" y="1404469"/>
                  </a:cubicBezTo>
                  <a:cubicBezTo>
                    <a:pt x="3133232" y="1278842"/>
                    <a:pt x="3136650" y="1153730"/>
                    <a:pt x="3113537" y="1028696"/>
                  </a:cubicBezTo>
                  <a:cubicBezTo>
                    <a:pt x="3073399" y="811551"/>
                    <a:pt x="2959053" y="641781"/>
                    <a:pt x="2780735" y="516289"/>
                  </a:cubicBezTo>
                  <a:cubicBezTo>
                    <a:pt x="2649056" y="423621"/>
                    <a:pt x="2504313" y="371527"/>
                    <a:pt x="2351450" y="369188"/>
                  </a:cubicBezTo>
                  <a:close/>
                  <a:moveTo>
                    <a:pt x="2307931" y="437"/>
                  </a:moveTo>
                  <a:cubicBezTo>
                    <a:pt x="2337952" y="-406"/>
                    <a:pt x="2367700" y="-27"/>
                    <a:pt x="2397184" y="1537"/>
                  </a:cubicBezTo>
                  <a:cubicBezTo>
                    <a:pt x="2574089" y="10922"/>
                    <a:pt x="2741490" y="62990"/>
                    <a:pt x="2901360" y="150031"/>
                  </a:cubicBezTo>
                  <a:cubicBezTo>
                    <a:pt x="3032508" y="221435"/>
                    <a:pt x="3143110" y="319147"/>
                    <a:pt x="3236940" y="435456"/>
                  </a:cubicBezTo>
                  <a:cubicBezTo>
                    <a:pt x="3256892" y="460188"/>
                    <a:pt x="3275994" y="485603"/>
                    <a:pt x="3297564" y="512871"/>
                  </a:cubicBezTo>
                  <a:cubicBezTo>
                    <a:pt x="3419642" y="697018"/>
                    <a:pt x="3487430" y="896805"/>
                    <a:pt x="3499985" y="1107292"/>
                  </a:cubicBezTo>
                  <a:cubicBezTo>
                    <a:pt x="3603779" y="1130681"/>
                    <a:pt x="3704300" y="1146465"/>
                    <a:pt x="3800356" y="1176519"/>
                  </a:cubicBezTo>
                  <a:cubicBezTo>
                    <a:pt x="3961645" y="1226984"/>
                    <a:pt x="4088701" y="1328850"/>
                    <a:pt x="4196173" y="1458692"/>
                  </a:cubicBezTo>
                  <a:cubicBezTo>
                    <a:pt x="4282357" y="1562817"/>
                    <a:pt x="4337134" y="1681287"/>
                    <a:pt x="4365934" y="1810792"/>
                  </a:cubicBezTo>
                  <a:cubicBezTo>
                    <a:pt x="4390556" y="1921514"/>
                    <a:pt x="4391391" y="2033445"/>
                    <a:pt x="4372094" y="2147648"/>
                  </a:cubicBezTo>
                  <a:cubicBezTo>
                    <a:pt x="4338699" y="2345305"/>
                    <a:pt x="4248036" y="2509774"/>
                    <a:pt x="4103800" y="2644077"/>
                  </a:cubicBezTo>
                  <a:cubicBezTo>
                    <a:pt x="3977749" y="2761450"/>
                    <a:pt x="3828572" y="2839227"/>
                    <a:pt x="3655638" y="2861395"/>
                  </a:cubicBezTo>
                  <a:cubicBezTo>
                    <a:pt x="3573707" y="2871897"/>
                    <a:pt x="3490585" y="2877590"/>
                    <a:pt x="3407990" y="2877724"/>
                  </a:cubicBezTo>
                  <a:cubicBezTo>
                    <a:pt x="2662001" y="2878937"/>
                    <a:pt x="1915994" y="2881036"/>
                    <a:pt x="1170026" y="2877018"/>
                  </a:cubicBezTo>
                  <a:cubicBezTo>
                    <a:pt x="909941" y="2875617"/>
                    <a:pt x="673001" y="2793734"/>
                    <a:pt x="463399" y="2634571"/>
                  </a:cubicBezTo>
                  <a:cubicBezTo>
                    <a:pt x="318523" y="2524559"/>
                    <a:pt x="206393" y="2388265"/>
                    <a:pt x="125027" y="2227899"/>
                  </a:cubicBezTo>
                  <a:cubicBezTo>
                    <a:pt x="68471" y="2116432"/>
                    <a:pt x="27119" y="1997856"/>
                    <a:pt x="15387" y="1871593"/>
                  </a:cubicBezTo>
                  <a:cubicBezTo>
                    <a:pt x="8851" y="1801273"/>
                    <a:pt x="-2304" y="1730498"/>
                    <a:pt x="420" y="1660386"/>
                  </a:cubicBezTo>
                  <a:cubicBezTo>
                    <a:pt x="6135" y="1513259"/>
                    <a:pt x="37992" y="1371358"/>
                    <a:pt x="94943" y="1234088"/>
                  </a:cubicBezTo>
                  <a:cubicBezTo>
                    <a:pt x="165378" y="1064316"/>
                    <a:pt x="273275" y="922671"/>
                    <a:pt x="409543" y="803532"/>
                  </a:cubicBezTo>
                  <a:cubicBezTo>
                    <a:pt x="536614" y="692434"/>
                    <a:pt x="683265" y="613716"/>
                    <a:pt x="847040" y="566305"/>
                  </a:cubicBezTo>
                  <a:cubicBezTo>
                    <a:pt x="976474" y="528836"/>
                    <a:pt x="1107502" y="514213"/>
                    <a:pt x="1241228" y="519145"/>
                  </a:cubicBezTo>
                  <a:cubicBezTo>
                    <a:pt x="1282009" y="520649"/>
                    <a:pt x="1322600" y="527329"/>
                    <a:pt x="1366539" y="531983"/>
                  </a:cubicBezTo>
                  <a:cubicBezTo>
                    <a:pt x="1499760" y="335955"/>
                    <a:pt x="1676488" y="185568"/>
                    <a:pt x="1897375" y="89234"/>
                  </a:cubicBezTo>
                  <a:cubicBezTo>
                    <a:pt x="1999195" y="44829"/>
                    <a:pt x="2105628" y="18766"/>
                    <a:pt x="2217039" y="6665"/>
                  </a:cubicBezTo>
                  <a:cubicBezTo>
                    <a:pt x="2247616" y="3344"/>
                    <a:pt x="2277910" y="1280"/>
                    <a:pt x="2307931" y="437"/>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75" name="Freeform: Shape 2874">
              <a:extLst>
                <a:ext uri="{FF2B5EF4-FFF2-40B4-BE49-F238E27FC236}">
                  <a16:creationId xmlns:a16="http://schemas.microsoft.com/office/drawing/2014/main" id="{A2898118-E8EC-B519-7A8F-144DA7A7E40B}"/>
                </a:ext>
                <a:ext uri="{C183D7F6-B498-43B3-948B-1728B52AA6E4}">
                  <adec:decorative xmlns:adec="http://schemas.microsoft.com/office/drawing/2017/decorative" val="1"/>
                </a:ext>
              </a:extLst>
            </p:cNvPr>
            <p:cNvSpPr/>
            <p:nvPr/>
          </p:nvSpPr>
          <p:spPr>
            <a:xfrm>
              <a:off x="11196917" y="5957979"/>
              <a:ext cx="287865" cy="194791"/>
            </a:xfrm>
            <a:custGeom>
              <a:avLst/>
              <a:gdLst>
                <a:gd name="connsiteX0" fmla="*/ 1093288 w 4317979"/>
                <a:gd name="connsiteY0" fmla="*/ 2648431 h 2921859"/>
                <a:gd name="connsiteX1" fmla="*/ 1901693 w 4317979"/>
                <a:gd name="connsiteY1" fmla="*/ 2648431 h 2921859"/>
                <a:gd name="connsiteX2" fmla="*/ 1901693 w 4317979"/>
                <a:gd name="connsiteY2" fmla="*/ 2833487 h 2921859"/>
                <a:gd name="connsiteX3" fmla="*/ 1093288 w 4317979"/>
                <a:gd name="connsiteY3" fmla="*/ 2833487 h 2921859"/>
                <a:gd name="connsiteX4" fmla="*/ 3947050 w 4317979"/>
                <a:gd name="connsiteY4" fmla="*/ 2552007 h 2921859"/>
                <a:gd name="connsiteX5" fmla="*/ 4317979 w 4317979"/>
                <a:gd name="connsiteY5" fmla="*/ 2552007 h 2921859"/>
                <a:gd name="connsiteX6" fmla="*/ 4317979 w 4317979"/>
                <a:gd name="connsiteY6" fmla="*/ 2921859 h 2921859"/>
                <a:gd name="connsiteX7" fmla="*/ 3947050 w 4317979"/>
                <a:gd name="connsiteY7" fmla="*/ 2921859 h 2921859"/>
                <a:gd name="connsiteX8" fmla="*/ 3393552 w 4317979"/>
                <a:gd name="connsiteY8" fmla="*/ 2551294 h 2921859"/>
                <a:gd name="connsiteX9" fmla="*/ 3764473 w 4317979"/>
                <a:gd name="connsiteY9" fmla="*/ 2551294 h 2921859"/>
                <a:gd name="connsiteX10" fmla="*/ 3764473 w 4317979"/>
                <a:gd name="connsiteY10" fmla="*/ 2918692 h 2921859"/>
                <a:gd name="connsiteX11" fmla="*/ 3393552 w 4317979"/>
                <a:gd name="connsiteY11" fmla="*/ 2918692 h 2921859"/>
                <a:gd name="connsiteX12" fmla="*/ 2852693 w 4317979"/>
                <a:gd name="connsiteY12" fmla="*/ 2550929 h 2921859"/>
                <a:gd name="connsiteX13" fmla="*/ 3220106 w 4317979"/>
                <a:gd name="connsiteY13" fmla="*/ 2550929 h 2921859"/>
                <a:gd name="connsiteX14" fmla="*/ 3220106 w 4317979"/>
                <a:gd name="connsiteY14" fmla="*/ 2921859 h 2921859"/>
                <a:gd name="connsiteX15" fmla="*/ 2852693 w 4317979"/>
                <a:gd name="connsiteY15" fmla="*/ 2921859 h 2921859"/>
                <a:gd name="connsiteX16" fmla="*/ 339641 w 4317979"/>
                <a:gd name="connsiteY16" fmla="*/ 1808632 h 2921859"/>
                <a:gd name="connsiteX17" fmla="*/ 878118 w 4317979"/>
                <a:gd name="connsiteY17" fmla="*/ 1808632 h 2921859"/>
                <a:gd name="connsiteX18" fmla="*/ 878118 w 4317979"/>
                <a:gd name="connsiteY18" fmla="*/ 2347110 h 2921859"/>
                <a:gd name="connsiteX19" fmla="*/ 339641 w 4317979"/>
                <a:gd name="connsiteY19" fmla="*/ 2347110 h 2921859"/>
                <a:gd name="connsiteX20" fmla="*/ 614777 w 4317979"/>
                <a:gd name="connsiteY20" fmla="*/ 0 h 2921859"/>
                <a:gd name="connsiteX21" fmla="*/ 893989 w 4317979"/>
                <a:gd name="connsiteY21" fmla="*/ 279641 h 2921859"/>
                <a:gd name="connsiteX22" fmla="*/ 1197449 w 4317979"/>
                <a:gd name="connsiteY22" fmla="*/ 582186 h 2921859"/>
                <a:gd name="connsiteX23" fmla="*/ 1197757 w 4317979"/>
                <a:gd name="connsiteY23" fmla="*/ 637568 h 2921859"/>
                <a:gd name="connsiteX24" fmla="*/ 1126147 w 4317979"/>
                <a:gd name="connsiteY24" fmla="*/ 709170 h 2921859"/>
                <a:gd name="connsiteX25" fmla="*/ 1070781 w 4317979"/>
                <a:gd name="connsiteY25" fmla="*/ 708716 h 2921859"/>
                <a:gd name="connsiteX26" fmla="*/ 744572 w 4317979"/>
                <a:gd name="connsiteY26" fmla="*/ 381389 h 2921859"/>
                <a:gd name="connsiteX27" fmla="*/ 705636 w 4317979"/>
                <a:gd name="connsiteY27" fmla="*/ 337819 h 2921859"/>
                <a:gd name="connsiteX28" fmla="*/ 695760 w 4317979"/>
                <a:gd name="connsiteY28" fmla="*/ 344008 h 2921859"/>
                <a:gd name="connsiteX29" fmla="*/ 695760 w 4317979"/>
                <a:gd name="connsiteY29" fmla="*/ 1570082 h 2921859"/>
                <a:gd name="connsiteX30" fmla="*/ 510357 w 4317979"/>
                <a:gd name="connsiteY30" fmla="*/ 1570082 h 2921859"/>
                <a:gd name="connsiteX31" fmla="*/ 510357 w 4317979"/>
                <a:gd name="connsiteY31" fmla="*/ 333695 h 2921859"/>
                <a:gd name="connsiteX32" fmla="*/ 338636 w 4317979"/>
                <a:gd name="connsiteY32" fmla="*/ 506534 h 2921859"/>
                <a:gd name="connsiteX33" fmla="*/ 135271 w 4317979"/>
                <a:gd name="connsiteY33" fmla="*/ 710199 h 2921859"/>
                <a:gd name="connsiteX34" fmla="*/ 89117 w 4317979"/>
                <a:gd name="connsiteY34" fmla="*/ 715667 h 2921859"/>
                <a:gd name="connsiteX35" fmla="*/ 0 w 4317979"/>
                <a:gd name="connsiteY35" fmla="*/ 614827 h 2921859"/>
                <a:gd name="connsiteX36" fmla="*/ 614777 w 4317979"/>
                <a:gd name="connsiteY36" fmla="*/ 0 h 29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17979" h="2921859">
                  <a:moveTo>
                    <a:pt x="1093288" y="2648431"/>
                  </a:moveTo>
                  <a:lnTo>
                    <a:pt x="1901693" y="2648431"/>
                  </a:lnTo>
                  <a:lnTo>
                    <a:pt x="1901693" y="2833487"/>
                  </a:lnTo>
                  <a:lnTo>
                    <a:pt x="1093288" y="2833487"/>
                  </a:lnTo>
                  <a:close/>
                  <a:moveTo>
                    <a:pt x="3947050" y="2552007"/>
                  </a:moveTo>
                  <a:lnTo>
                    <a:pt x="4317979" y="2552007"/>
                  </a:lnTo>
                  <a:lnTo>
                    <a:pt x="4317979" y="2921859"/>
                  </a:lnTo>
                  <a:lnTo>
                    <a:pt x="3947050" y="2921859"/>
                  </a:lnTo>
                  <a:close/>
                  <a:moveTo>
                    <a:pt x="3393552" y="2551294"/>
                  </a:moveTo>
                  <a:lnTo>
                    <a:pt x="3764473" y="2551294"/>
                  </a:lnTo>
                  <a:lnTo>
                    <a:pt x="3764473" y="2918692"/>
                  </a:lnTo>
                  <a:lnTo>
                    <a:pt x="3393552" y="2918692"/>
                  </a:lnTo>
                  <a:close/>
                  <a:moveTo>
                    <a:pt x="2852693" y="2550929"/>
                  </a:moveTo>
                  <a:lnTo>
                    <a:pt x="3220106" y="2550929"/>
                  </a:lnTo>
                  <a:lnTo>
                    <a:pt x="3220106" y="2921859"/>
                  </a:lnTo>
                  <a:lnTo>
                    <a:pt x="2852693" y="2921859"/>
                  </a:lnTo>
                  <a:close/>
                  <a:moveTo>
                    <a:pt x="339641" y="1808632"/>
                  </a:moveTo>
                  <a:lnTo>
                    <a:pt x="878118" y="1808632"/>
                  </a:lnTo>
                  <a:lnTo>
                    <a:pt x="878118" y="2347110"/>
                  </a:lnTo>
                  <a:lnTo>
                    <a:pt x="339641" y="2347110"/>
                  </a:lnTo>
                  <a:close/>
                  <a:moveTo>
                    <a:pt x="614777" y="0"/>
                  </a:moveTo>
                  <a:cubicBezTo>
                    <a:pt x="705069" y="90429"/>
                    <a:pt x="798512" y="184019"/>
                    <a:pt x="893989" y="279641"/>
                  </a:cubicBezTo>
                  <a:cubicBezTo>
                    <a:pt x="996360" y="381980"/>
                    <a:pt x="1096196" y="482804"/>
                    <a:pt x="1197449" y="582186"/>
                  </a:cubicBezTo>
                  <a:cubicBezTo>
                    <a:pt x="1218740" y="603080"/>
                    <a:pt x="1220944" y="617347"/>
                    <a:pt x="1197757" y="637568"/>
                  </a:cubicBezTo>
                  <a:cubicBezTo>
                    <a:pt x="1172350" y="659718"/>
                    <a:pt x="1148281" y="683755"/>
                    <a:pt x="1126147" y="709170"/>
                  </a:cubicBezTo>
                  <a:cubicBezTo>
                    <a:pt x="1105853" y="732478"/>
                    <a:pt x="1091594" y="729877"/>
                    <a:pt x="1070781" y="708716"/>
                  </a:cubicBezTo>
                  <a:cubicBezTo>
                    <a:pt x="962747" y="598908"/>
                    <a:pt x="853287" y="490517"/>
                    <a:pt x="744572" y="381389"/>
                  </a:cubicBezTo>
                  <a:cubicBezTo>
                    <a:pt x="730848" y="367608"/>
                    <a:pt x="718574" y="352377"/>
                    <a:pt x="705636" y="337819"/>
                  </a:cubicBezTo>
                  <a:cubicBezTo>
                    <a:pt x="702339" y="339884"/>
                    <a:pt x="699050" y="341942"/>
                    <a:pt x="695760" y="344008"/>
                  </a:cubicBezTo>
                  <a:lnTo>
                    <a:pt x="695760" y="1570082"/>
                  </a:lnTo>
                  <a:lnTo>
                    <a:pt x="510357" y="1570082"/>
                  </a:lnTo>
                  <a:lnTo>
                    <a:pt x="510357" y="333695"/>
                  </a:lnTo>
                  <a:cubicBezTo>
                    <a:pt x="448590" y="395882"/>
                    <a:pt x="393711" y="451313"/>
                    <a:pt x="338636" y="506534"/>
                  </a:cubicBezTo>
                  <a:cubicBezTo>
                    <a:pt x="270891" y="574465"/>
                    <a:pt x="202798" y="642056"/>
                    <a:pt x="135271" y="710199"/>
                  </a:cubicBezTo>
                  <a:cubicBezTo>
                    <a:pt x="120680" y="724919"/>
                    <a:pt x="107856" y="737274"/>
                    <a:pt x="89117" y="715667"/>
                  </a:cubicBezTo>
                  <a:cubicBezTo>
                    <a:pt x="57901" y="679672"/>
                    <a:pt x="26038" y="644228"/>
                    <a:pt x="0" y="614827"/>
                  </a:cubicBezTo>
                  <a:cubicBezTo>
                    <a:pt x="204791" y="410028"/>
                    <a:pt x="408893" y="205909"/>
                    <a:pt x="614777"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8" name="Group 67">
            <a:extLst>
              <a:ext uri="{FF2B5EF4-FFF2-40B4-BE49-F238E27FC236}">
                <a16:creationId xmlns:a16="http://schemas.microsoft.com/office/drawing/2014/main" id="{6AD593B6-DAED-19F5-03B9-472C6209BF61}"/>
              </a:ext>
              <a:ext uri="{C183D7F6-B498-43B3-948B-1728B52AA6E4}">
                <adec:decorative xmlns:adec="http://schemas.microsoft.com/office/drawing/2017/decorative" val="1"/>
              </a:ext>
            </a:extLst>
          </p:cNvPr>
          <p:cNvGrpSpPr>
            <a:grpSpLocks noChangeAspect="1"/>
          </p:cNvGrpSpPr>
          <p:nvPr/>
        </p:nvGrpSpPr>
        <p:grpSpPr>
          <a:xfrm>
            <a:off x="639763" y="3640697"/>
            <a:ext cx="587827" cy="457200"/>
            <a:chOff x="639763" y="3636615"/>
            <a:chExt cx="587827" cy="457200"/>
          </a:xfrm>
          <a:solidFill>
            <a:srgbClr val="FF0000"/>
          </a:solidFill>
        </p:grpSpPr>
        <p:sp>
          <p:nvSpPr>
            <p:cNvPr id="1654" name="Freeform: Shape 1653">
              <a:extLst>
                <a:ext uri="{FF2B5EF4-FFF2-40B4-BE49-F238E27FC236}">
                  <a16:creationId xmlns:a16="http://schemas.microsoft.com/office/drawing/2014/main" id="{066C789F-6EC3-92E8-6600-16A5FA79E224}"/>
                </a:ext>
                <a:ext uri="{C183D7F6-B498-43B3-948B-1728B52AA6E4}">
                  <adec:decorative xmlns:adec="http://schemas.microsoft.com/office/drawing/2017/decorative" val="1"/>
                </a:ext>
              </a:extLst>
            </p:cNvPr>
            <p:cNvSpPr/>
            <p:nvPr/>
          </p:nvSpPr>
          <p:spPr>
            <a:xfrm>
              <a:off x="698546" y="3636615"/>
              <a:ext cx="529044" cy="457200"/>
            </a:xfrm>
            <a:custGeom>
              <a:avLst/>
              <a:gdLst>
                <a:gd name="connsiteX0" fmla="*/ 1686513 w 7935664"/>
                <a:gd name="connsiteY0" fmla="*/ 734784 h 6858000"/>
                <a:gd name="connsiteX1" fmla="*/ 3241810 w 7935664"/>
                <a:gd name="connsiteY1" fmla="*/ 734784 h 6858000"/>
                <a:gd name="connsiteX2" fmla="*/ 3241810 w 7935664"/>
                <a:gd name="connsiteY2" fmla="*/ 734784 h 6858000"/>
                <a:gd name="connsiteX3" fmla="*/ 7445808 w 7935664"/>
                <a:gd name="connsiteY3" fmla="*/ 734784 h 6858000"/>
                <a:gd name="connsiteX4" fmla="*/ 7935664 w 7935664"/>
                <a:gd name="connsiteY4" fmla="*/ 1224641 h 6858000"/>
                <a:gd name="connsiteX5" fmla="*/ 7935664 w 7935664"/>
                <a:gd name="connsiteY5" fmla="*/ 4488476 h 6858000"/>
                <a:gd name="connsiteX6" fmla="*/ 7580518 w 7935664"/>
                <a:gd name="connsiteY6" fmla="*/ 5351685 h 6858000"/>
                <a:gd name="connsiteX7" fmla="*/ 7317222 w 7935664"/>
                <a:gd name="connsiteY7" fmla="*/ 5614983 h 6858000"/>
                <a:gd name="connsiteX8" fmla="*/ 6447727 w 7935664"/>
                <a:gd name="connsiteY8" fmla="*/ 5976252 h 6858000"/>
                <a:gd name="connsiteX9" fmla="*/ 654445 w 7935664"/>
                <a:gd name="connsiteY9" fmla="*/ 5976252 h 6858000"/>
                <a:gd name="connsiteX10" fmla="*/ 654445 w 7935664"/>
                <a:gd name="connsiteY10" fmla="*/ 3289916 h 6858000"/>
                <a:gd name="connsiteX11" fmla="*/ 654445 w 7935664"/>
                <a:gd name="connsiteY11" fmla="*/ 2694212 h 6858000"/>
                <a:gd name="connsiteX12" fmla="*/ 654445 w 7935664"/>
                <a:gd name="connsiteY12" fmla="*/ 1740741 h 6858000"/>
                <a:gd name="connsiteX13" fmla="*/ 1144297 w 7935664"/>
                <a:gd name="connsiteY13" fmla="*/ 1740741 h 6858000"/>
                <a:gd name="connsiteX14" fmla="*/ 1144297 w 7935664"/>
                <a:gd name="connsiteY14" fmla="*/ 2694212 h 6858000"/>
                <a:gd name="connsiteX15" fmla="*/ 1144302 w 7935664"/>
                <a:gd name="connsiteY15" fmla="*/ 2694212 h 6858000"/>
                <a:gd name="connsiteX16" fmla="*/ 1144302 w 7935664"/>
                <a:gd name="connsiteY16" fmla="*/ 5486395 h 6858000"/>
                <a:gd name="connsiteX17" fmla="*/ 6447727 w 7935664"/>
                <a:gd name="connsiteY17" fmla="*/ 5486395 h 6858000"/>
                <a:gd name="connsiteX18" fmla="*/ 6968198 w 7935664"/>
                <a:gd name="connsiteY18" fmla="*/ 5272247 h 6858000"/>
                <a:gd name="connsiteX19" fmla="*/ 7231496 w 7935664"/>
                <a:gd name="connsiteY19" fmla="*/ 5008948 h 6858000"/>
                <a:gd name="connsiteX20" fmla="*/ 7445808 w 7935664"/>
                <a:gd name="connsiteY20" fmla="*/ 4494599 h 6858000"/>
                <a:gd name="connsiteX21" fmla="*/ 7445808 w 7935664"/>
                <a:gd name="connsiteY21" fmla="*/ 1224641 h 6858000"/>
                <a:gd name="connsiteX22" fmla="*/ 2779196 w 7935664"/>
                <a:gd name="connsiteY22" fmla="*/ 1224641 h 6858000"/>
                <a:gd name="connsiteX23" fmla="*/ 2779196 w 7935664"/>
                <a:gd name="connsiteY23" fmla="*/ 1224637 h 6858000"/>
                <a:gd name="connsiteX24" fmla="*/ 1686513 w 7935664"/>
                <a:gd name="connsiteY24" fmla="*/ 1224637 h 6858000"/>
                <a:gd name="connsiteX25" fmla="*/ 0 w 7935664"/>
                <a:gd name="connsiteY25" fmla="*/ 0 h 6858000"/>
                <a:gd name="connsiteX26" fmla="*/ 220434 w 7935664"/>
                <a:gd name="connsiteY26" fmla="*/ 0 h 6858000"/>
                <a:gd name="connsiteX27" fmla="*/ 220434 w 7935664"/>
                <a:gd name="connsiteY27" fmla="*/ 6858000 h 6858000"/>
                <a:gd name="connsiteX28" fmla="*/ 0 w 7935664"/>
                <a:gd name="connsiteY2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35664" h="6858000">
                  <a:moveTo>
                    <a:pt x="1686513" y="734784"/>
                  </a:moveTo>
                  <a:lnTo>
                    <a:pt x="3241810" y="734784"/>
                  </a:lnTo>
                  <a:lnTo>
                    <a:pt x="3241810" y="734784"/>
                  </a:lnTo>
                  <a:lnTo>
                    <a:pt x="7445808" y="734784"/>
                  </a:lnTo>
                  <a:cubicBezTo>
                    <a:pt x="7716013" y="735592"/>
                    <a:pt x="7934856" y="954436"/>
                    <a:pt x="7935664" y="1224641"/>
                  </a:cubicBezTo>
                  <a:lnTo>
                    <a:pt x="7935664" y="4488476"/>
                  </a:lnTo>
                  <a:cubicBezTo>
                    <a:pt x="7936048" y="4811847"/>
                    <a:pt x="7808356" y="5122211"/>
                    <a:pt x="7580518" y="5351685"/>
                  </a:cubicBezTo>
                  <a:lnTo>
                    <a:pt x="7317222" y="5614983"/>
                  </a:lnTo>
                  <a:cubicBezTo>
                    <a:pt x="7086878" y="5846112"/>
                    <a:pt x="6774038" y="5976095"/>
                    <a:pt x="6447727" y="5976252"/>
                  </a:cubicBezTo>
                  <a:lnTo>
                    <a:pt x="654445" y="5976252"/>
                  </a:lnTo>
                  <a:lnTo>
                    <a:pt x="654445" y="3289916"/>
                  </a:lnTo>
                  <a:lnTo>
                    <a:pt x="654445" y="2694212"/>
                  </a:lnTo>
                  <a:lnTo>
                    <a:pt x="654445" y="1740741"/>
                  </a:lnTo>
                  <a:lnTo>
                    <a:pt x="1144297" y="1740741"/>
                  </a:lnTo>
                  <a:lnTo>
                    <a:pt x="1144297" y="2694212"/>
                  </a:lnTo>
                  <a:lnTo>
                    <a:pt x="1144302" y="2694212"/>
                  </a:lnTo>
                  <a:lnTo>
                    <a:pt x="1144302" y="5486395"/>
                  </a:lnTo>
                  <a:lnTo>
                    <a:pt x="6447727" y="5486395"/>
                  </a:lnTo>
                  <a:cubicBezTo>
                    <a:pt x="6642940" y="5487828"/>
                    <a:pt x="6830520" y="5410649"/>
                    <a:pt x="6968198" y="5272247"/>
                  </a:cubicBezTo>
                  <a:lnTo>
                    <a:pt x="7231496" y="5008948"/>
                  </a:lnTo>
                  <a:cubicBezTo>
                    <a:pt x="7372330" y="4874238"/>
                    <a:pt x="7445808" y="4690541"/>
                    <a:pt x="7445808" y="4494599"/>
                  </a:cubicBezTo>
                  <a:lnTo>
                    <a:pt x="7445808" y="1224641"/>
                  </a:lnTo>
                  <a:lnTo>
                    <a:pt x="2779196" y="1224641"/>
                  </a:lnTo>
                  <a:lnTo>
                    <a:pt x="2779196" y="1224637"/>
                  </a:lnTo>
                  <a:lnTo>
                    <a:pt x="1686513" y="1224637"/>
                  </a:lnTo>
                  <a:close/>
                  <a:moveTo>
                    <a:pt x="0" y="0"/>
                  </a:moveTo>
                  <a:lnTo>
                    <a:pt x="220434" y="0"/>
                  </a:lnTo>
                  <a:lnTo>
                    <a:pt x="220434" y="6858000"/>
                  </a:lnTo>
                  <a:lnTo>
                    <a:pt x="0" y="6858000"/>
                  </a:lnTo>
                  <a:close/>
                </a:path>
              </a:pathLst>
            </a:custGeom>
            <a:solidFill>
              <a:schemeClr val="accent2"/>
            </a:solidFill>
            <a:ln w="6350" cap="flat">
              <a:noFill/>
              <a:prstDash val="solid"/>
              <a:miter/>
            </a:ln>
          </p:spPr>
          <p:txBody>
            <a:bodyPr wrap="square" rtlCol="0" anchor="ctr">
              <a:noAutofit/>
            </a:bodyPr>
            <a:lstStyle/>
            <a:p>
              <a:endParaRPr lang="en-US"/>
            </a:p>
          </p:txBody>
        </p:sp>
        <p:sp>
          <p:nvSpPr>
            <p:cNvPr id="1655" name="Freeform: Shape 1654">
              <a:extLst>
                <a:ext uri="{FF2B5EF4-FFF2-40B4-BE49-F238E27FC236}">
                  <a16:creationId xmlns:a16="http://schemas.microsoft.com/office/drawing/2014/main" id="{01EC82C9-634E-8146-18C4-8057C1FC4218}"/>
                </a:ext>
                <a:ext uri="{C183D7F6-B498-43B3-948B-1728B52AA6E4}">
                  <adec:decorative xmlns:adec="http://schemas.microsoft.com/office/drawing/2017/decorative" val="1"/>
                </a:ext>
              </a:extLst>
            </p:cNvPr>
            <p:cNvSpPr/>
            <p:nvPr/>
          </p:nvSpPr>
          <p:spPr>
            <a:xfrm>
              <a:off x="639763" y="3680000"/>
              <a:ext cx="488631" cy="413815"/>
            </a:xfrm>
            <a:custGeom>
              <a:avLst/>
              <a:gdLst>
                <a:gd name="connsiteX0" fmla="*/ 5614972 w 7329470"/>
                <a:gd name="connsiteY0" fmla="*/ 5766355 h 6207223"/>
                <a:gd name="connsiteX1" fmla="*/ 7329470 w 7329470"/>
                <a:gd name="connsiteY1" fmla="*/ 5766355 h 6207223"/>
                <a:gd name="connsiteX2" fmla="*/ 7329470 w 7329470"/>
                <a:gd name="connsiteY2" fmla="*/ 6207223 h 6207223"/>
                <a:gd name="connsiteX3" fmla="*/ 5614972 w 7329470"/>
                <a:gd name="connsiteY3" fmla="*/ 6207223 h 6207223"/>
                <a:gd name="connsiteX4" fmla="*/ 0 w 7329470"/>
                <a:gd name="connsiteY4" fmla="*/ 4002870 h 6207223"/>
                <a:gd name="connsiteX5" fmla="*/ 440868 w 7329470"/>
                <a:gd name="connsiteY5" fmla="*/ 4002870 h 6207223"/>
                <a:gd name="connsiteX6" fmla="*/ 440868 w 7329470"/>
                <a:gd name="connsiteY6" fmla="*/ 4737654 h 6207223"/>
                <a:gd name="connsiteX7" fmla="*/ 0 w 7329470"/>
                <a:gd name="connsiteY7" fmla="*/ 4737654 h 6207223"/>
                <a:gd name="connsiteX8" fmla="*/ 4909658 w 7329470"/>
                <a:gd name="connsiteY8" fmla="*/ 3128975 h 6207223"/>
                <a:gd name="connsiteX9" fmla="*/ 4874174 w 7329470"/>
                <a:gd name="connsiteY9" fmla="*/ 3171647 h 6207223"/>
                <a:gd name="connsiteX10" fmla="*/ 4589266 w 7329470"/>
                <a:gd name="connsiteY10" fmla="*/ 3324058 h 6207223"/>
                <a:gd name="connsiteX11" fmla="*/ 4477680 w 7329470"/>
                <a:gd name="connsiteY11" fmla="*/ 3335215 h 6207223"/>
                <a:gd name="connsiteX12" fmla="*/ 4582197 w 7329470"/>
                <a:gd name="connsiteY12" fmla="*/ 3325227 h 6207223"/>
                <a:gd name="connsiteX13" fmla="*/ 4072637 w 7329470"/>
                <a:gd name="connsiteY13" fmla="*/ 3978362 h 6207223"/>
                <a:gd name="connsiteX14" fmla="*/ 4014327 w 7329470"/>
                <a:gd name="connsiteY14" fmla="*/ 4006030 h 6207223"/>
                <a:gd name="connsiteX15" fmla="*/ 4021400 w 7329470"/>
                <a:gd name="connsiteY15" fmla="*/ 4008949 h 6207223"/>
                <a:gd name="connsiteX16" fmla="*/ 4475406 w 7329470"/>
                <a:gd name="connsiteY16" fmla="*/ 4088592 h 6207223"/>
                <a:gd name="connsiteX17" fmla="*/ 4959600 w 7329470"/>
                <a:gd name="connsiteY17" fmla="*/ 3997554 h 6207223"/>
                <a:gd name="connsiteX18" fmla="*/ 5069068 w 7329470"/>
                <a:gd name="connsiteY18" fmla="*/ 3948844 h 6207223"/>
                <a:gd name="connsiteX19" fmla="*/ 5069353 w 7329470"/>
                <a:gd name="connsiteY19" fmla="*/ 3947833 h 6207223"/>
                <a:gd name="connsiteX20" fmla="*/ 4987711 w 7329470"/>
                <a:gd name="connsiteY20" fmla="*/ 3290853 h 6207223"/>
                <a:gd name="connsiteX21" fmla="*/ 4890393 w 7329470"/>
                <a:gd name="connsiteY21" fmla="*/ 3154591 h 6207223"/>
                <a:gd name="connsiteX22" fmla="*/ 4972791 w 7329470"/>
                <a:gd name="connsiteY22" fmla="*/ 3034350 h 6207223"/>
                <a:gd name="connsiteX23" fmla="*/ 4951316 w 7329470"/>
                <a:gd name="connsiteY23" fmla="*/ 3073581 h 6207223"/>
                <a:gd name="connsiteX24" fmla="*/ 4959605 w 7329470"/>
                <a:gd name="connsiteY24" fmla="*/ 3062560 h 6207223"/>
                <a:gd name="connsiteX25" fmla="*/ 3972414 w 7329470"/>
                <a:gd name="connsiteY25" fmla="*/ 3024125 h 6207223"/>
                <a:gd name="connsiteX26" fmla="*/ 3983557 w 7329470"/>
                <a:gd name="connsiteY26" fmla="*/ 3049739 h 6207223"/>
                <a:gd name="connsiteX27" fmla="*/ 3995955 w 7329470"/>
                <a:gd name="connsiteY27" fmla="*/ 3067130 h 6207223"/>
                <a:gd name="connsiteX28" fmla="*/ 3172233 w 7329470"/>
                <a:gd name="connsiteY28" fmla="*/ 2993419 h 6207223"/>
                <a:gd name="connsiteX29" fmla="*/ 3179743 w 7329470"/>
                <a:gd name="connsiteY29" fmla="*/ 3041977 h 6207223"/>
                <a:gd name="connsiteX30" fmla="*/ 3723607 w 7329470"/>
                <a:gd name="connsiteY30" fmla="*/ 3855581 h 6207223"/>
                <a:gd name="connsiteX31" fmla="*/ 3745885 w 7329470"/>
                <a:gd name="connsiteY31" fmla="*/ 3869556 h 6207223"/>
                <a:gd name="connsiteX32" fmla="*/ 3753928 w 7329470"/>
                <a:gd name="connsiteY32" fmla="*/ 3867499 h 6207223"/>
                <a:gd name="connsiteX33" fmla="*/ 4289424 w 7329470"/>
                <a:gd name="connsiteY33" fmla="*/ 3466225 h 6207223"/>
                <a:gd name="connsiteX34" fmla="*/ 4355310 w 7329470"/>
                <a:gd name="connsiteY34" fmla="*/ 3322614 h 6207223"/>
                <a:gd name="connsiteX35" fmla="*/ 4357667 w 7329470"/>
                <a:gd name="connsiteY35" fmla="*/ 3322866 h 6207223"/>
                <a:gd name="connsiteX36" fmla="*/ 4255636 w 7329470"/>
                <a:gd name="connsiteY36" fmla="*/ 3291433 h 6207223"/>
                <a:gd name="connsiteX37" fmla="*/ 4076628 w 7329470"/>
                <a:gd name="connsiteY37" fmla="*/ 3171647 h 6207223"/>
                <a:gd name="connsiteX38" fmla="*/ 4033426 w 7329470"/>
                <a:gd name="connsiteY38" fmla="*/ 3119692 h 6207223"/>
                <a:gd name="connsiteX39" fmla="*/ 4050624 w 7329470"/>
                <a:gd name="connsiteY39" fmla="*/ 3143817 h 6207223"/>
                <a:gd name="connsiteX40" fmla="*/ 4050623 w 7329470"/>
                <a:gd name="connsiteY40" fmla="*/ 3144307 h 6207223"/>
                <a:gd name="connsiteX41" fmla="*/ 3225474 w 7329470"/>
                <a:gd name="connsiteY41" fmla="*/ 3029345 h 6207223"/>
                <a:gd name="connsiteX42" fmla="*/ 5008366 w 7329470"/>
                <a:gd name="connsiteY42" fmla="*/ 2958241 h 6207223"/>
                <a:gd name="connsiteX43" fmla="*/ 5008367 w 7329470"/>
                <a:gd name="connsiteY43" fmla="*/ 2958241 h 6207223"/>
                <a:gd name="connsiteX44" fmla="*/ 5008367 w 7329470"/>
                <a:gd name="connsiteY44" fmla="*/ 2958242 h 6207223"/>
                <a:gd name="connsiteX45" fmla="*/ 5173457 w 7329470"/>
                <a:gd name="connsiteY45" fmla="*/ 2590440 h 6207223"/>
                <a:gd name="connsiteX46" fmla="*/ 5010988 w 7329470"/>
                <a:gd name="connsiteY46" fmla="*/ 2605706 h 6207223"/>
                <a:gd name="connsiteX47" fmla="*/ 5007354 w 7329470"/>
                <a:gd name="connsiteY47" fmla="*/ 2597637 h 6207223"/>
                <a:gd name="connsiteX48" fmla="*/ 5013508 w 7329470"/>
                <a:gd name="connsiteY48" fmla="*/ 2613116 h 6207223"/>
                <a:gd name="connsiteX49" fmla="*/ 5038735 w 7329470"/>
                <a:gd name="connsiteY49" fmla="*/ 2778229 h 6207223"/>
                <a:gd name="connsiteX50" fmla="*/ 5027338 w 7329470"/>
                <a:gd name="connsiteY50" fmla="*/ 2890074 h 6207223"/>
                <a:gd name="connsiteX51" fmla="*/ 5001116 w 7329470"/>
                <a:gd name="connsiteY51" fmla="*/ 2973753 h 6207223"/>
                <a:gd name="connsiteX52" fmla="*/ 5008367 w 7329470"/>
                <a:gd name="connsiteY52" fmla="*/ 2958242 h 6207223"/>
                <a:gd name="connsiteX53" fmla="*/ 5099263 w 7329470"/>
                <a:gd name="connsiteY53" fmla="*/ 3062897 h 6207223"/>
                <a:gd name="connsiteX54" fmla="*/ 5175978 w 7329470"/>
                <a:gd name="connsiteY54" fmla="*/ 3178350 h 6207223"/>
                <a:gd name="connsiteX55" fmla="*/ 5320954 w 7329470"/>
                <a:gd name="connsiteY55" fmla="*/ 3687464 h 6207223"/>
                <a:gd name="connsiteX56" fmla="*/ 5317930 w 7329470"/>
                <a:gd name="connsiteY56" fmla="*/ 3785642 h 6207223"/>
                <a:gd name="connsiteX57" fmla="*/ 5363954 w 7329470"/>
                <a:gd name="connsiteY57" fmla="*/ 3747777 h 6207223"/>
                <a:gd name="connsiteX58" fmla="*/ 5791168 w 7329470"/>
                <a:gd name="connsiteY58" fmla="*/ 2912011 h 6207223"/>
                <a:gd name="connsiteX59" fmla="*/ 5794027 w 7329470"/>
                <a:gd name="connsiteY59" fmla="*/ 2856172 h 6207223"/>
                <a:gd name="connsiteX60" fmla="*/ 5790269 w 7329470"/>
                <a:gd name="connsiteY60" fmla="*/ 2852266 h 6207223"/>
                <a:gd name="connsiteX61" fmla="*/ 5173457 w 7329470"/>
                <a:gd name="connsiteY61" fmla="*/ 2590440 h 6207223"/>
                <a:gd name="connsiteX62" fmla="*/ 4956168 w 7329470"/>
                <a:gd name="connsiteY62" fmla="*/ 2490387 h 6207223"/>
                <a:gd name="connsiteX63" fmla="*/ 4969117 w 7329470"/>
                <a:gd name="connsiteY63" fmla="*/ 2512728 h 6207223"/>
                <a:gd name="connsiteX64" fmla="*/ 4963716 w 7329470"/>
                <a:gd name="connsiteY64" fmla="*/ 2500734 h 6207223"/>
                <a:gd name="connsiteX65" fmla="*/ 3998930 w 7329470"/>
                <a:gd name="connsiteY65" fmla="*/ 2483892 h 6207223"/>
                <a:gd name="connsiteX66" fmla="*/ 3991101 w 7329470"/>
                <a:gd name="connsiteY66" fmla="*/ 2494315 h 6207223"/>
                <a:gd name="connsiteX67" fmla="*/ 3978698 w 7329470"/>
                <a:gd name="connsiteY67" fmla="*/ 2520852 h 6207223"/>
                <a:gd name="connsiteX68" fmla="*/ 4475401 w 7329470"/>
                <a:gd name="connsiteY68" fmla="*/ 2465943 h 6207223"/>
                <a:gd name="connsiteX69" fmla="*/ 4156995 w 7329470"/>
                <a:gd name="connsiteY69" fmla="*/ 2778229 h 6207223"/>
                <a:gd name="connsiteX70" fmla="*/ 4475401 w 7329470"/>
                <a:gd name="connsiteY70" fmla="*/ 3090514 h 6207223"/>
                <a:gd name="connsiteX71" fmla="*/ 4793808 w 7329470"/>
                <a:gd name="connsiteY71" fmla="*/ 2778229 h 6207223"/>
                <a:gd name="connsiteX72" fmla="*/ 4475401 w 7329470"/>
                <a:gd name="connsiteY72" fmla="*/ 2465943 h 6207223"/>
                <a:gd name="connsiteX73" fmla="*/ 3632721 w 7329470"/>
                <a:gd name="connsiteY73" fmla="*/ 1769369 h 6207223"/>
                <a:gd name="connsiteX74" fmla="*/ 3540853 w 7329470"/>
                <a:gd name="connsiteY74" fmla="*/ 1852087 h 6207223"/>
                <a:gd name="connsiteX75" fmla="*/ 3159643 w 7329470"/>
                <a:gd name="connsiteY75" fmla="*/ 2644437 h 6207223"/>
                <a:gd name="connsiteX76" fmla="*/ 3156784 w 7329470"/>
                <a:gd name="connsiteY76" fmla="*/ 2700296 h 6207223"/>
                <a:gd name="connsiteX77" fmla="*/ 3286040 w 7329470"/>
                <a:gd name="connsiteY77" fmla="*/ 2810203 h 6207223"/>
                <a:gd name="connsiteX78" fmla="*/ 3771243 w 7329470"/>
                <a:gd name="connsiteY78" fmla="*/ 2960122 h 6207223"/>
                <a:gd name="connsiteX79" fmla="*/ 3937468 w 7329470"/>
                <a:gd name="connsiteY79" fmla="*/ 2943794 h 6207223"/>
                <a:gd name="connsiteX80" fmla="*/ 3947588 w 7329470"/>
                <a:gd name="connsiteY80" fmla="*/ 2967057 h 6207223"/>
                <a:gd name="connsiteX81" fmla="*/ 3923465 w 7329470"/>
                <a:gd name="connsiteY81" fmla="*/ 2890074 h 6207223"/>
                <a:gd name="connsiteX82" fmla="*/ 3912067 w 7329470"/>
                <a:gd name="connsiteY82" fmla="*/ 2778229 h 6207223"/>
                <a:gd name="connsiteX83" fmla="*/ 3923465 w 7329470"/>
                <a:gd name="connsiteY83" fmla="*/ 2666384 h 6207223"/>
                <a:gd name="connsiteX84" fmla="*/ 3949471 w 7329470"/>
                <a:gd name="connsiteY84" fmla="*/ 2583391 h 6207223"/>
                <a:gd name="connsiteX85" fmla="*/ 3942356 w 7329470"/>
                <a:gd name="connsiteY85" fmla="*/ 2598615 h 6207223"/>
                <a:gd name="connsiteX86" fmla="*/ 3774746 w 7329470"/>
                <a:gd name="connsiteY86" fmla="*/ 2378505 h 6207223"/>
                <a:gd name="connsiteX87" fmla="*/ 3629750 w 7329470"/>
                <a:gd name="connsiteY87" fmla="*/ 1864780 h 6207223"/>
                <a:gd name="connsiteX88" fmla="*/ 5205561 w 7329470"/>
                <a:gd name="connsiteY88" fmla="*/ 1686805 h 6207223"/>
                <a:gd name="connsiteX89" fmla="*/ 5197289 w 7329470"/>
                <a:gd name="connsiteY89" fmla="*/ 1688940 h 6207223"/>
                <a:gd name="connsiteX90" fmla="*/ 4661793 w 7329470"/>
                <a:gd name="connsiteY90" fmla="*/ 2090214 h 6207223"/>
                <a:gd name="connsiteX91" fmla="*/ 4595417 w 7329470"/>
                <a:gd name="connsiteY91" fmla="*/ 2233823 h 6207223"/>
                <a:gd name="connsiteX92" fmla="*/ 4593075 w 7329470"/>
                <a:gd name="connsiteY92" fmla="*/ 2233573 h 6207223"/>
                <a:gd name="connsiteX93" fmla="*/ 4695166 w 7329470"/>
                <a:gd name="connsiteY93" fmla="*/ 2265024 h 6207223"/>
                <a:gd name="connsiteX94" fmla="*/ 4892798 w 7329470"/>
                <a:gd name="connsiteY94" fmla="*/ 2404197 h 6207223"/>
                <a:gd name="connsiteX95" fmla="*/ 4899143 w 7329470"/>
                <a:gd name="connsiteY95" fmla="*/ 2412208 h 6207223"/>
                <a:gd name="connsiteX96" fmla="*/ 4895871 w 7329470"/>
                <a:gd name="connsiteY96" fmla="*/ 2407723 h 6207223"/>
                <a:gd name="connsiteX97" fmla="*/ 5173457 w 7329470"/>
                <a:gd name="connsiteY97" fmla="*/ 2372046 h 6207223"/>
                <a:gd name="connsiteX98" fmla="*/ 5690680 w 7329470"/>
                <a:gd name="connsiteY98" fmla="*/ 2502298 h 6207223"/>
                <a:gd name="connsiteX99" fmla="*/ 5776189 w 7329470"/>
                <a:gd name="connsiteY99" fmla="*/ 2553919 h 6207223"/>
                <a:gd name="connsiteX100" fmla="*/ 5756267 w 7329470"/>
                <a:gd name="connsiteY100" fmla="*/ 2451128 h 6207223"/>
                <a:gd name="connsiteX101" fmla="*/ 5214100 w 7329470"/>
                <a:gd name="connsiteY101" fmla="*/ 1691950 h 6207223"/>
                <a:gd name="connsiteX102" fmla="*/ 4475406 w 7329470"/>
                <a:gd name="connsiteY102" fmla="*/ 1467855 h 6207223"/>
                <a:gd name="connsiteX103" fmla="*/ 3961344 w 7329470"/>
                <a:gd name="connsiteY103" fmla="*/ 1570993 h 6207223"/>
                <a:gd name="connsiteX104" fmla="*/ 3881330 w 7329470"/>
                <a:gd name="connsiteY104" fmla="*/ 1609242 h 6207223"/>
                <a:gd name="connsiteX105" fmla="*/ 3851027 w 7329470"/>
                <a:gd name="connsiteY105" fmla="*/ 1779342 h 6207223"/>
                <a:gd name="connsiteX106" fmla="*/ 3963012 w 7329470"/>
                <a:gd name="connsiteY106" fmla="*/ 2266001 h 6207223"/>
                <a:gd name="connsiteX107" fmla="*/ 4060248 w 7329470"/>
                <a:gd name="connsiteY107" fmla="*/ 2402264 h 6207223"/>
                <a:gd name="connsiteX108" fmla="*/ 4042796 w 7329470"/>
                <a:gd name="connsiteY108" fmla="*/ 2425497 h 6207223"/>
                <a:gd name="connsiteX109" fmla="*/ 4076628 w 7329470"/>
                <a:gd name="connsiteY109" fmla="*/ 2384810 h 6207223"/>
                <a:gd name="connsiteX110" fmla="*/ 4475401 w 7329470"/>
                <a:gd name="connsiteY110" fmla="*/ 2221013 h 6207223"/>
                <a:gd name="connsiteX111" fmla="*/ 4476626 w 7329470"/>
                <a:gd name="connsiteY111" fmla="*/ 2221136 h 6207223"/>
                <a:gd name="connsiteX112" fmla="*/ 4475402 w 7329470"/>
                <a:gd name="connsiteY112" fmla="*/ 2221005 h 6207223"/>
                <a:gd name="connsiteX113" fmla="*/ 4368369 w 7329470"/>
                <a:gd name="connsiteY113" fmla="*/ 2231210 h 6207223"/>
                <a:gd name="connsiteX114" fmla="*/ 4878549 w 7329470"/>
                <a:gd name="connsiteY114" fmla="*/ 1577908 h 6207223"/>
                <a:gd name="connsiteX115" fmla="*/ 4934979 w 7329470"/>
                <a:gd name="connsiteY115" fmla="*/ 1551191 h 6207223"/>
                <a:gd name="connsiteX116" fmla="*/ 4868042 w 7329470"/>
                <a:gd name="connsiteY116" fmla="*/ 1526866 h 6207223"/>
                <a:gd name="connsiteX117" fmla="*/ 4475406 w 7329470"/>
                <a:gd name="connsiteY117" fmla="*/ 1467855 h 6207223"/>
                <a:gd name="connsiteX118" fmla="*/ 4475406 w 7329470"/>
                <a:gd name="connsiteY118" fmla="*/ 1173941 h 6207223"/>
                <a:gd name="connsiteX119" fmla="*/ 6091930 w 7329470"/>
                <a:gd name="connsiteY119" fmla="*/ 2778224 h 6207223"/>
                <a:gd name="connsiteX120" fmla="*/ 4475406 w 7329470"/>
                <a:gd name="connsiteY120" fmla="*/ 4382506 h 6207223"/>
                <a:gd name="connsiteX121" fmla="*/ 2858881 w 7329470"/>
                <a:gd name="connsiteY121" fmla="*/ 2778224 h 6207223"/>
                <a:gd name="connsiteX122" fmla="*/ 4475406 w 7329470"/>
                <a:gd name="connsiteY122" fmla="*/ 1173941 h 6207223"/>
                <a:gd name="connsiteX123" fmla="*/ 1 w 7329470"/>
                <a:gd name="connsiteY123" fmla="*/ 818792 h 6207223"/>
                <a:gd name="connsiteX124" fmla="*/ 440869 w 7329470"/>
                <a:gd name="connsiteY124" fmla="*/ 818792 h 6207223"/>
                <a:gd name="connsiteX125" fmla="*/ 440869 w 7329470"/>
                <a:gd name="connsiteY125" fmla="*/ 2533291 h 6207223"/>
                <a:gd name="connsiteX126" fmla="*/ 1 w 7329470"/>
                <a:gd name="connsiteY126" fmla="*/ 2533291 h 6207223"/>
                <a:gd name="connsiteX127" fmla="*/ 1412424 w 7329470"/>
                <a:gd name="connsiteY127" fmla="*/ 0 h 6207223"/>
                <a:gd name="connsiteX128" fmla="*/ 2147207 w 7329470"/>
                <a:gd name="connsiteY128" fmla="*/ 0 h 6207223"/>
                <a:gd name="connsiteX129" fmla="*/ 2147207 w 7329470"/>
                <a:gd name="connsiteY129" fmla="*/ 734785 h 6207223"/>
                <a:gd name="connsiteX130" fmla="*/ 1412424 w 7329470"/>
                <a:gd name="connsiteY130" fmla="*/ 734785 h 620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7329470" h="6207223">
                  <a:moveTo>
                    <a:pt x="5614972" y="5766355"/>
                  </a:moveTo>
                  <a:lnTo>
                    <a:pt x="7329470" y="5766355"/>
                  </a:lnTo>
                  <a:lnTo>
                    <a:pt x="7329470" y="6207223"/>
                  </a:lnTo>
                  <a:lnTo>
                    <a:pt x="5614972" y="6207223"/>
                  </a:lnTo>
                  <a:close/>
                  <a:moveTo>
                    <a:pt x="0" y="4002870"/>
                  </a:moveTo>
                  <a:lnTo>
                    <a:pt x="440868" y="4002870"/>
                  </a:lnTo>
                  <a:lnTo>
                    <a:pt x="440868" y="4737654"/>
                  </a:lnTo>
                  <a:lnTo>
                    <a:pt x="0" y="4737654"/>
                  </a:lnTo>
                  <a:close/>
                  <a:moveTo>
                    <a:pt x="4909658" y="3128975"/>
                  </a:moveTo>
                  <a:lnTo>
                    <a:pt x="4874174" y="3171647"/>
                  </a:lnTo>
                  <a:cubicBezTo>
                    <a:pt x="4797825" y="3247422"/>
                    <a:pt x="4699519" y="3301670"/>
                    <a:pt x="4589266" y="3324058"/>
                  </a:cubicBezTo>
                  <a:lnTo>
                    <a:pt x="4477680" y="3335215"/>
                  </a:lnTo>
                  <a:lnTo>
                    <a:pt x="4582197" y="3325227"/>
                  </a:lnTo>
                  <a:cubicBezTo>
                    <a:pt x="4506146" y="3606431"/>
                    <a:pt x="4320051" y="3840016"/>
                    <a:pt x="4072637" y="3978362"/>
                  </a:cubicBezTo>
                  <a:lnTo>
                    <a:pt x="4014327" y="4006030"/>
                  </a:lnTo>
                  <a:lnTo>
                    <a:pt x="4021400" y="4008949"/>
                  </a:lnTo>
                  <a:cubicBezTo>
                    <a:pt x="4163091" y="4060463"/>
                    <a:pt x="4316029" y="4088592"/>
                    <a:pt x="4475406" y="4088592"/>
                  </a:cubicBezTo>
                  <a:cubicBezTo>
                    <a:pt x="4646167" y="4088592"/>
                    <a:pt x="4809537" y="4056301"/>
                    <a:pt x="4959600" y="3997554"/>
                  </a:cubicBezTo>
                  <a:lnTo>
                    <a:pt x="5069068" y="3948844"/>
                  </a:lnTo>
                  <a:lnTo>
                    <a:pt x="5069353" y="3947833"/>
                  </a:lnTo>
                  <a:cubicBezTo>
                    <a:pt x="5132708" y="3721683"/>
                    <a:pt x="5103889" y="3488347"/>
                    <a:pt x="4987711" y="3290853"/>
                  </a:cubicBezTo>
                  <a:cubicBezTo>
                    <a:pt x="4959938" y="3242274"/>
                    <a:pt x="4927334" y="3196622"/>
                    <a:pt x="4890393" y="3154591"/>
                  </a:cubicBezTo>
                  <a:close/>
                  <a:moveTo>
                    <a:pt x="4972791" y="3034350"/>
                  </a:moveTo>
                  <a:lnTo>
                    <a:pt x="4951316" y="3073581"/>
                  </a:lnTo>
                  <a:lnTo>
                    <a:pt x="4959605" y="3062560"/>
                  </a:lnTo>
                  <a:close/>
                  <a:moveTo>
                    <a:pt x="3972414" y="3024125"/>
                  </a:moveTo>
                  <a:lnTo>
                    <a:pt x="3983557" y="3049739"/>
                  </a:lnTo>
                  <a:lnTo>
                    <a:pt x="3995955" y="3067130"/>
                  </a:lnTo>
                  <a:close/>
                  <a:moveTo>
                    <a:pt x="3172233" y="2993419"/>
                  </a:moveTo>
                  <a:lnTo>
                    <a:pt x="3179743" y="3041977"/>
                  </a:lnTo>
                  <a:cubicBezTo>
                    <a:pt x="3249303" y="3377541"/>
                    <a:pt x="3448853" y="3666751"/>
                    <a:pt x="3723607" y="3855581"/>
                  </a:cubicBezTo>
                  <a:lnTo>
                    <a:pt x="3745885" y="3869556"/>
                  </a:lnTo>
                  <a:lnTo>
                    <a:pt x="3753928" y="3867499"/>
                  </a:lnTo>
                  <a:cubicBezTo>
                    <a:pt x="3985304" y="3808226"/>
                    <a:pt x="4175125" y="3665678"/>
                    <a:pt x="4289424" y="3466225"/>
                  </a:cubicBezTo>
                  <a:cubicBezTo>
                    <a:pt x="4315647" y="3420426"/>
                    <a:pt x="4337698" y="3372362"/>
                    <a:pt x="4355310" y="3322614"/>
                  </a:cubicBezTo>
                  <a:lnTo>
                    <a:pt x="4357667" y="3322866"/>
                  </a:lnTo>
                  <a:lnTo>
                    <a:pt x="4255636" y="3291433"/>
                  </a:lnTo>
                  <a:cubicBezTo>
                    <a:pt x="4188185" y="3263113"/>
                    <a:pt x="4127527" y="3222164"/>
                    <a:pt x="4076628" y="3171647"/>
                  </a:cubicBezTo>
                  <a:lnTo>
                    <a:pt x="4033426" y="3119692"/>
                  </a:lnTo>
                  <a:lnTo>
                    <a:pt x="4050624" y="3143817"/>
                  </a:lnTo>
                  <a:lnTo>
                    <a:pt x="4050623" y="3144307"/>
                  </a:lnTo>
                  <a:cubicBezTo>
                    <a:pt x="3767518" y="3217015"/>
                    <a:pt x="3471425" y="3172874"/>
                    <a:pt x="3225474" y="3029345"/>
                  </a:cubicBezTo>
                  <a:close/>
                  <a:moveTo>
                    <a:pt x="5008366" y="2958241"/>
                  </a:moveTo>
                  <a:lnTo>
                    <a:pt x="5008367" y="2958241"/>
                  </a:lnTo>
                  <a:lnTo>
                    <a:pt x="5008367" y="2958242"/>
                  </a:lnTo>
                  <a:close/>
                  <a:moveTo>
                    <a:pt x="5173457" y="2590440"/>
                  </a:moveTo>
                  <a:cubicBezTo>
                    <a:pt x="5118940" y="2590393"/>
                    <a:pt x="5064542" y="2595504"/>
                    <a:pt x="5010988" y="2605706"/>
                  </a:cubicBezTo>
                  <a:lnTo>
                    <a:pt x="5007354" y="2597637"/>
                  </a:lnTo>
                  <a:lnTo>
                    <a:pt x="5013508" y="2613116"/>
                  </a:lnTo>
                  <a:cubicBezTo>
                    <a:pt x="5029909" y="2665356"/>
                    <a:pt x="5038735" y="2720823"/>
                    <a:pt x="5038735" y="2778229"/>
                  </a:cubicBezTo>
                  <a:cubicBezTo>
                    <a:pt x="5038735" y="2816499"/>
                    <a:pt x="5034813" y="2853908"/>
                    <a:pt x="5027338" y="2890074"/>
                  </a:cubicBezTo>
                  <a:lnTo>
                    <a:pt x="5001116" y="2973753"/>
                  </a:lnTo>
                  <a:lnTo>
                    <a:pt x="5008367" y="2958242"/>
                  </a:lnTo>
                  <a:lnTo>
                    <a:pt x="5099263" y="3062897"/>
                  </a:lnTo>
                  <a:cubicBezTo>
                    <a:pt x="5127256" y="3099658"/>
                    <a:pt x="5152886" y="3138218"/>
                    <a:pt x="5175978" y="3178350"/>
                  </a:cubicBezTo>
                  <a:cubicBezTo>
                    <a:pt x="5268489" y="3335359"/>
                    <a:pt x="5317372" y="3509462"/>
                    <a:pt x="5320954" y="3687464"/>
                  </a:cubicBezTo>
                  <a:lnTo>
                    <a:pt x="5317930" y="3785642"/>
                  </a:lnTo>
                  <a:lnTo>
                    <a:pt x="5363954" y="3747777"/>
                  </a:lnTo>
                  <a:cubicBezTo>
                    <a:pt x="5599023" y="3536123"/>
                    <a:pt x="5757203" y="3241978"/>
                    <a:pt x="5791168" y="2912011"/>
                  </a:cubicBezTo>
                  <a:lnTo>
                    <a:pt x="5794027" y="2856172"/>
                  </a:lnTo>
                  <a:lnTo>
                    <a:pt x="5790269" y="2852266"/>
                  </a:lnTo>
                  <a:cubicBezTo>
                    <a:pt x="5629166" y="2684251"/>
                    <a:pt x="5406231" y="2589618"/>
                    <a:pt x="5173457" y="2590440"/>
                  </a:cubicBezTo>
                  <a:close/>
                  <a:moveTo>
                    <a:pt x="4956168" y="2490387"/>
                  </a:moveTo>
                  <a:lnTo>
                    <a:pt x="4969117" y="2512728"/>
                  </a:lnTo>
                  <a:lnTo>
                    <a:pt x="4963716" y="2500734"/>
                  </a:lnTo>
                  <a:close/>
                  <a:moveTo>
                    <a:pt x="3998930" y="2483892"/>
                  </a:moveTo>
                  <a:lnTo>
                    <a:pt x="3991101" y="2494315"/>
                  </a:lnTo>
                  <a:lnTo>
                    <a:pt x="3978698" y="2520852"/>
                  </a:lnTo>
                  <a:close/>
                  <a:moveTo>
                    <a:pt x="4475401" y="2465943"/>
                  </a:moveTo>
                  <a:cubicBezTo>
                    <a:pt x="4297828" y="2465943"/>
                    <a:pt x="4156995" y="2606778"/>
                    <a:pt x="4156995" y="2778229"/>
                  </a:cubicBezTo>
                  <a:cubicBezTo>
                    <a:pt x="4156995" y="2949680"/>
                    <a:pt x="4297828" y="3090514"/>
                    <a:pt x="4475401" y="3090514"/>
                  </a:cubicBezTo>
                  <a:cubicBezTo>
                    <a:pt x="4652973" y="3090514"/>
                    <a:pt x="4793808" y="2949680"/>
                    <a:pt x="4793808" y="2778229"/>
                  </a:cubicBezTo>
                  <a:cubicBezTo>
                    <a:pt x="4793808" y="2606778"/>
                    <a:pt x="4652973" y="2465943"/>
                    <a:pt x="4475401" y="2465943"/>
                  </a:cubicBezTo>
                  <a:close/>
                  <a:moveTo>
                    <a:pt x="3632721" y="1769369"/>
                  </a:moveTo>
                  <a:lnTo>
                    <a:pt x="3540853" y="1852087"/>
                  </a:lnTo>
                  <a:cubicBezTo>
                    <a:pt x="3331229" y="2059702"/>
                    <a:pt x="3191340" y="2336467"/>
                    <a:pt x="3159643" y="2644437"/>
                  </a:cubicBezTo>
                  <a:lnTo>
                    <a:pt x="3156784" y="2700296"/>
                  </a:lnTo>
                  <a:lnTo>
                    <a:pt x="3286040" y="2810203"/>
                  </a:lnTo>
                  <a:cubicBezTo>
                    <a:pt x="3427617" y="2907661"/>
                    <a:pt x="3596663" y="2960738"/>
                    <a:pt x="3771243" y="2960122"/>
                  </a:cubicBezTo>
                  <a:cubicBezTo>
                    <a:pt x="3827048" y="2960065"/>
                    <a:pt x="3882717" y="2954595"/>
                    <a:pt x="3937468" y="2943794"/>
                  </a:cubicBezTo>
                  <a:lnTo>
                    <a:pt x="3947588" y="2967057"/>
                  </a:lnTo>
                  <a:lnTo>
                    <a:pt x="3923465" y="2890074"/>
                  </a:lnTo>
                  <a:cubicBezTo>
                    <a:pt x="3915990" y="2853908"/>
                    <a:pt x="3912067" y="2816499"/>
                    <a:pt x="3912067" y="2778229"/>
                  </a:cubicBezTo>
                  <a:cubicBezTo>
                    <a:pt x="3912067" y="2739959"/>
                    <a:pt x="3915990" y="2702549"/>
                    <a:pt x="3923465" y="2666384"/>
                  </a:cubicBezTo>
                  <a:lnTo>
                    <a:pt x="3949471" y="2583391"/>
                  </a:lnTo>
                  <a:lnTo>
                    <a:pt x="3942356" y="2598615"/>
                  </a:lnTo>
                  <a:cubicBezTo>
                    <a:pt x="3877261" y="2532752"/>
                    <a:pt x="3820927" y="2458772"/>
                    <a:pt x="3774746" y="2378505"/>
                  </a:cubicBezTo>
                  <a:cubicBezTo>
                    <a:pt x="3682185" y="2217515"/>
                    <a:pt x="3633314" y="2041855"/>
                    <a:pt x="3629750" y="1864780"/>
                  </a:cubicBezTo>
                  <a:close/>
                  <a:moveTo>
                    <a:pt x="5205561" y="1686805"/>
                  </a:moveTo>
                  <a:lnTo>
                    <a:pt x="5197289" y="1688940"/>
                  </a:lnTo>
                  <a:cubicBezTo>
                    <a:pt x="4965913" y="1748213"/>
                    <a:pt x="4776093" y="1890761"/>
                    <a:pt x="4661793" y="2090214"/>
                  </a:cubicBezTo>
                  <a:cubicBezTo>
                    <a:pt x="4635389" y="2135986"/>
                    <a:pt x="4613173" y="2184052"/>
                    <a:pt x="4595417" y="2233823"/>
                  </a:cubicBezTo>
                  <a:lnTo>
                    <a:pt x="4593075" y="2233573"/>
                  </a:lnTo>
                  <a:lnTo>
                    <a:pt x="4695166" y="2265024"/>
                  </a:lnTo>
                  <a:cubicBezTo>
                    <a:pt x="4771048" y="2296884"/>
                    <a:pt x="4838333" y="2344728"/>
                    <a:pt x="4892798" y="2404197"/>
                  </a:cubicBezTo>
                  <a:lnTo>
                    <a:pt x="4899143" y="2412208"/>
                  </a:lnTo>
                  <a:lnTo>
                    <a:pt x="4895871" y="2407723"/>
                  </a:lnTo>
                  <a:cubicBezTo>
                    <a:pt x="4986488" y="2383982"/>
                    <a:pt x="5079781" y="2371991"/>
                    <a:pt x="5173457" y="2372046"/>
                  </a:cubicBezTo>
                  <a:cubicBezTo>
                    <a:pt x="5356185" y="2372046"/>
                    <a:pt x="5532725" y="2417204"/>
                    <a:pt x="5690680" y="2502298"/>
                  </a:cubicBezTo>
                  <a:lnTo>
                    <a:pt x="5776189" y="2553919"/>
                  </a:lnTo>
                  <a:lnTo>
                    <a:pt x="5756267" y="2451128"/>
                  </a:lnTo>
                  <a:cubicBezTo>
                    <a:pt x="5674518" y="2137357"/>
                    <a:pt x="5478029" y="1868740"/>
                    <a:pt x="5214100" y="1691950"/>
                  </a:cubicBezTo>
                  <a:close/>
                  <a:moveTo>
                    <a:pt x="4475406" y="1467855"/>
                  </a:moveTo>
                  <a:cubicBezTo>
                    <a:pt x="4293241" y="1467855"/>
                    <a:pt x="4119495" y="1504595"/>
                    <a:pt x="3961344" y="1570993"/>
                  </a:cubicBezTo>
                  <a:lnTo>
                    <a:pt x="3881330" y="1609242"/>
                  </a:lnTo>
                  <a:lnTo>
                    <a:pt x="3851027" y="1779342"/>
                  </a:lnTo>
                  <a:cubicBezTo>
                    <a:pt x="3837840" y="1949645"/>
                    <a:pt x="3875879" y="2117881"/>
                    <a:pt x="3963012" y="2266001"/>
                  </a:cubicBezTo>
                  <a:cubicBezTo>
                    <a:pt x="3990804" y="2314548"/>
                    <a:pt x="4023378" y="2360196"/>
                    <a:pt x="4060248" y="2402264"/>
                  </a:cubicBezTo>
                  <a:lnTo>
                    <a:pt x="4042796" y="2425497"/>
                  </a:lnTo>
                  <a:lnTo>
                    <a:pt x="4076628" y="2384810"/>
                  </a:lnTo>
                  <a:cubicBezTo>
                    <a:pt x="4178427" y="2283777"/>
                    <a:pt x="4319260" y="2221013"/>
                    <a:pt x="4475401" y="2221013"/>
                  </a:cubicBezTo>
                  <a:lnTo>
                    <a:pt x="4476626" y="2221136"/>
                  </a:lnTo>
                  <a:lnTo>
                    <a:pt x="4475402" y="2221005"/>
                  </a:lnTo>
                  <a:cubicBezTo>
                    <a:pt x="4439483" y="2221026"/>
                    <a:pt x="4403645" y="2224442"/>
                    <a:pt x="4368369" y="2231210"/>
                  </a:cubicBezTo>
                  <a:cubicBezTo>
                    <a:pt x="4444512" y="1949817"/>
                    <a:pt x="4630862" y="1716150"/>
                    <a:pt x="4878549" y="1577908"/>
                  </a:cubicBezTo>
                  <a:lnTo>
                    <a:pt x="4934979" y="1551191"/>
                  </a:lnTo>
                  <a:lnTo>
                    <a:pt x="4868042" y="1526866"/>
                  </a:lnTo>
                  <a:cubicBezTo>
                    <a:pt x="4743918" y="1488521"/>
                    <a:pt x="4612030" y="1467855"/>
                    <a:pt x="4475406" y="1467855"/>
                  </a:cubicBezTo>
                  <a:close/>
                  <a:moveTo>
                    <a:pt x="4475406" y="1173941"/>
                  </a:moveTo>
                  <a:cubicBezTo>
                    <a:pt x="5369393" y="1173941"/>
                    <a:pt x="6091930" y="1896481"/>
                    <a:pt x="6091930" y="2778224"/>
                  </a:cubicBezTo>
                  <a:cubicBezTo>
                    <a:pt x="6091930" y="3659966"/>
                    <a:pt x="5363269" y="4382506"/>
                    <a:pt x="4475406" y="4382506"/>
                  </a:cubicBezTo>
                  <a:cubicBezTo>
                    <a:pt x="3581336" y="4382506"/>
                    <a:pt x="2858881" y="3659966"/>
                    <a:pt x="2858881" y="2778224"/>
                  </a:cubicBezTo>
                  <a:cubicBezTo>
                    <a:pt x="2858881" y="1896481"/>
                    <a:pt x="3581419" y="1173941"/>
                    <a:pt x="4475406" y="1173941"/>
                  </a:cubicBezTo>
                  <a:close/>
                  <a:moveTo>
                    <a:pt x="1" y="818792"/>
                  </a:moveTo>
                  <a:lnTo>
                    <a:pt x="440869" y="818792"/>
                  </a:lnTo>
                  <a:lnTo>
                    <a:pt x="440869" y="2533291"/>
                  </a:lnTo>
                  <a:lnTo>
                    <a:pt x="1" y="2533291"/>
                  </a:lnTo>
                  <a:close/>
                  <a:moveTo>
                    <a:pt x="1412424" y="0"/>
                  </a:moveTo>
                  <a:lnTo>
                    <a:pt x="2147207" y="0"/>
                  </a:lnTo>
                  <a:lnTo>
                    <a:pt x="2147207" y="734785"/>
                  </a:lnTo>
                  <a:lnTo>
                    <a:pt x="1412424" y="734785"/>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6" name="Group 65">
            <a:extLst>
              <a:ext uri="{FF2B5EF4-FFF2-40B4-BE49-F238E27FC236}">
                <a16:creationId xmlns:a16="http://schemas.microsoft.com/office/drawing/2014/main" id="{087E3D19-F3E3-79AA-8C5C-5FF8902ECE29}"/>
              </a:ext>
              <a:ext uri="{C183D7F6-B498-43B3-948B-1728B52AA6E4}">
                <adec:decorative xmlns:adec="http://schemas.microsoft.com/office/drawing/2017/decorative" val="1"/>
              </a:ext>
            </a:extLst>
          </p:cNvPr>
          <p:cNvGrpSpPr>
            <a:grpSpLocks noChangeAspect="1"/>
          </p:cNvGrpSpPr>
          <p:nvPr/>
        </p:nvGrpSpPr>
        <p:grpSpPr>
          <a:xfrm>
            <a:off x="1312584" y="3709277"/>
            <a:ext cx="438195" cy="320040"/>
            <a:chOff x="1312591" y="3705195"/>
            <a:chExt cx="438195" cy="320040"/>
          </a:xfrm>
          <a:solidFill>
            <a:srgbClr val="FF0000"/>
          </a:solidFill>
        </p:grpSpPr>
        <p:sp>
          <p:nvSpPr>
            <p:cNvPr id="1658" name="Freeform: Shape 1657">
              <a:extLst>
                <a:ext uri="{FF2B5EF4-FFF2-40B4-BE49-F238E27FC236}">
                  <a16:creationId xmlns:a16="http://schemas.microsoft.com/office/drawing/2014/main" id="{FBC7B41D-D353-38F5-CB65-6C03E8AEFC76}"/>
                </a:ext>
                <a:ext uri="{C183D7F6-B498-43B3-948B-1728B52AA6E4}">
                  <adec:decorative xmlns:adec="http://schemas.microsoft.com/office/drawing/2017/decorative" val="1"/>
                </a:ext>
              </a:extLst>
            </p:cNvPr>
            <p:cNvSpPr/>
            <p:nvPr/>
          </p:nvSpPr>
          <p:spPr>
            <a:xfrm>
              <a:off x="1317533" y="3709832"/>
              <a:ext cx="433253" cy="315403"/>
            </a:xfrm>
            <a:custGeom>
              <a:avLst/>
              <a:gdLst>
                <a:gd name="connsiteX0" fmla="*/ 397566 w 971032"/>
                <a:gd name="connsiteY0" fmla="*/ 618857 h 706899"/>
                <a:gd name="connsiteX1" fmla="*/ 397566 w 971032"/>
                <a:gd name="connsiteY1" fmla="*/ 706879 h 706899"/>
                <a:gd name="connsiteX2" fmla="*/ 639597 w 971032"/>
                <a:gd name="connsiteY2" fmla="*/ 706879 h 706899"/>
                <a:gd name="connsiteX3" fmla="*/ 639597 w 971032"/>
                <a:gd name="connsiteY3" fmla="*/ 618857 h 706899"/>
                <a:gd name="connsiteX4" fmla="*/ 445917 w 971032"/>
                <a:gd name="connsiteY4" fmla="*/ 618857 h 706899"/>
                <a:gd name="connsiteX5" fmla="*/ 684512 w 971032"/>
                <a:gd name="connsiteY5" fmla="*/ 530836 h 706899"/>
                <a:gd name="connsiteX6" fmla="*/ 684512 w 971032"/>
                <a:gd name="connsiteY6" fmla="*/ 661648 h 706899"/>
                <a:gd name="connsiteX7" fmla="*/ 728047 w 971032"/>
                <a:gd name="connsiteY7" fmla="*/ 661648 h 706899"/>
                <a:gd name="connsiteX8" fmla="*/ 728047 w 971032"/>
                <a:gd name="connsiteY8" fmla="*/ 581413 h 706899"/>
                <a:gd name="connsiteX9" fmla="*/ 728047 w 971032"/>
                <a:gd name="connsiteY9" fmla="*/ 530836 h 706899"/>
                <a:gd name="connsiteX10" fmla="*/ 221093 w 971032"/>
                <a:gd name="connsiteY10" fmla="*/ 530835 h 706899"/>
                <a:gd name="connsiteX11" fmla="*/ 221093 w 971032"/>
                <a:gd name="connsiteY11" fmla="*/ 661862 h 706899"/>
                <a:gd name="connsiteX12" fmla="*/ 293916 w 971032"/>
                <a:gd name="connsiteY12" fmla="*/ 661862 h 706899"/>
                <a:gd name="connsiteX13" fmla="*/ 352650 w 971032"/>
                <a:gd name="connsiteY13" fmla="*/ 661862 h 706899"/>
                <a:gd name="connsiteX14" fmla="*/ 352650 w 971032"/>
                <a:gd name="connsiteY14" fmla="*/ 530835 h 706899"/>
                <a:gd name="connsiteX15" fmla="*/ 84927 w 971032"/>
                <a:gd name="connsiteY15" fmla="*/ 0 h 706899"/>
                <a:gd name="connsiteX16" fmla="*/ 382245 w 971032"/>
                <a:gd name="connsiteY16" fmla="*/ 0 h 706899"/>
                <a:gd name="connsiteX17" fmla="*/ 971032 w 971032"/>
                <a:gd name="connsiteY17" fmla="*/ 0 h 706899"/>
                <a:gd name="connsiteX18" fmla="*/ 971032 w 971032"/>
                <a:gd name="connsiteY18" fmla="*/ 618857 h 706899"/>
                <a:gd name="connsiteX19" fmla="*/ 915268 w 971032"/>
                <a:gd name="connsiteY19" fmla="*/ 618857 h 706899"/>
                <a:gd name="connsiteX20" fmla="*/ 772747 w 971032"/>
                <a:gd name="connsiteY20" fmla="*/ 618857 h 706899"/>
                <a:gd name="connsiteX21" fmla="*/ 772747 w 971032"/>
                <a:gd name="connsiteY21" fmla="*/ 706881 h 706899"/>
                <a:gd name="connsiteX22" fmla="*/ 971032 w 971032"/>
                <a:gd name="connsiteY22" fmla="*/ 706881 h 706899"/>
                <a:gd name="connsiteX23" fmla="*/ 971032 w 971032"/>
                <a:gd name="connsiteY23" fmla="*/ 706899 h 706899"/>
                <a:gd name="connsiteX24" fmla="*/ 176197 w 971032"/>
                <a:gd name="connsiteY24" fmla="*/ 706899 h 706899"/>
                <a:gd name="connsiteX25" fmla="*/ 176197 w 971032"/>
                <a:gd name="connsiteY25" fmla="*/ 618857 h 706899"/>
                <a:gd name="connsiteX26" fmla="*/ 172357 w 971032"/>
                <a:gd name="connsiteY26" fmla="*/ 618857 h 706899"/>
                <a:gd name="connsiteX27" fmla="*/ 91908 w 971032"/>
                <a:gd name="connsiteY27" fmla="*/ 618903 h 706899"/>
                <a:gd name="connsiteX28" fmla="*/ 86148 w 971032"/>
                <a:gd name="connsiteY28" fmla="*/ 616555 h 706899"/>
                <a:gd name="connsiteX29" fmla="*/ 2264 w 971032"/>
                <a:gd name="connsiteY29" fmla="*/ 532671 h 706899"/>
                <a:gd name="connsiteX30" fmla="*/ 431 w 971032"/>
                <a:gd name="connsiteY30" fmla="*/ 530062 h 706899"/>
                <a:gd name="connsiteX31" fmla="*/ 0 w 971032"/>
                <a:gd name="connsiteY31" fmla="*/ 527638 h 706899"/>
                <a:gd name="connsiteX32" fmla="*/ 0 w 971032"/>
                <a:gd name="connsiteY32" fmla="*/ 85404 h 706899"/>
                <a:gd name="connsiteX33" fmla="*/ 44411 w 971032"/>
                <a:gd name="connsiteY33" fmla="*/ 85404 h 706899"/>
                <a:gd name="connsiteX34" fmla="*/ 44411 w 971032"/>
                <a:gd name="connsiteY34" fmla="*/ 268828 h 706899"/>
                <a:gd name="connsiteX35" fmla="*/ 44389 w 971032"/>
                <a:gd name="connsiteY35" fmla="*/ 268828 h 706899"/>
                <a:gd name="connsiteX36" fmla="*/ 44352 w 971032"/>
                <a:gd name="connsiteY36" fmla="*/ 503743 h 706899"/>
                <a:gd name="connsiteX37" fmla="*/ 46864 w 971032"/>
                <a:gd name="connsiteY37" fmla="*/ 509816 h 706899"/>
                <a:gd name="connsiteX38" fmla="*/ 108837 w 971032"/>
                <a:gd name="connsiteY38" fmla="*/ 571568 h 706899"/>
                <a:gd name="connsiteX39" fmla="*/ 113529 w 971032"/>
                <a:gd name="connsiteY39" fmla="*/ 573541 h 706899"/>
                <a:gd name="connsiteX40" fmla="*/ 173587 w 971032"/>
                <a:gd name="connsiteY40" fmla="*/ 573618 h 706899"/>
                <a:gd name="connsiteX41" fmla="*/ 176512 w 971032"/>
                <a:gd name="connsiteY41" fmla="*/ 573386 h 706899"/>
                <a:gd name="connsiteX42" fmla="*/ 176512 w 971032"/>
                <a:gd name="connsiteY42" fmla="*/ 485397 h 706899"/>
                <a:gd name="connsiteX43" fmla="*/ 220141 w 971032"/>
                <a:gd name="connsiteY43" fmla="*/ 485397 h 706899"/>
                <a:gd name="connsiteX44" fmla="*/ 220141 w 971032"/>
                <a:gd name="connsiteY44" fmla="*/ 441798 h 706899"/>
                <a:gd name="connsiteX45" fmla="*/ 265383 w 971032"/>
                <a:gd name="connsiteY45" fmla="*/ 441798 h 706899"/>
                <a:gd name="connsiteX46" fmla="*/ 265383 w 971032"/>
                <a:gd name="connsiteY46" fmla="*/ 485233 h 706899"/>
                <a:gd name="connsiteX47" fmla="*/ 308401 w 971032"/>
                <a:gd name="connsiteY47" fmla="*/ 485233 h 706899"/>
                <a:gd name="connsiteX48" fmla="*/ 308401 w 971032"/>
                <a:gd name="connsiteY48" fmla="*/ 441810 h 706899"/>
                <a:gd name="connsiteX49" fmla="*/ 353643 w 971032"/>
                <a:gd name="connsiteY49" fmla="*/ 441810 h 706899"/>
                <a:gd name="connsiteX50" fmla="*/ 353643 w 971032"/>
                <a:gd name="connsiteY50" fmla="*/ 485437 h 706899"/>
                <a:gd name="connsiteX51" fmla="*/ 397402 w 971032"/>
                <a:gd name="connsiteY51" fmla="*/ 485437 h 706899"/>
                <a:gd name="connsiteX52" fmla="*/ 397402 w 971032"/>
                <a:gd name="connsiteY52" fmla="*/ 573450 h 706899"/>
                <a:gd name="connsiteX53" fmla="*/ 639874 w 971032"/>
                <a:gd name="connsiteY53" fmla="*/ 573450 h 706899"/>
                <a:gd name="connsiteX54" fmla="*/ 639874 w 971032"/>
                <a:gd name="connsiteY54" fmla="*/ 485323 h 706899"/>
                <a:gd name="connsiteX55" fmla="*/ 683634 w 971032"/>
                <a:gd name="connsiteY55" fmla="*/ 485323 h 706899"/>
                <a:gd name="connsiteX56" fmla="*/ 683634 w 971032"/>
                <a:gd name="connsiteY56" fmla="*/ 441835 h 706899"/>
                <a:gd name="connsiteX57" fmla="*/ 728876 w 971032"/>
                <a:gd name="connsiteY57" fmla="*/ 441835 h 706899"/>
                <a:gd name="connsiteX58" fmla="*/ 728876 w 971032"/>
                <a:gd name="connsiteY58" fmla="*/ 485486 h 706899"/>
                <a:gd name="connsiteX59" fmla="*/ 772635 w 971032"/>
                <a:gd name="connsiteY59" fmla="*/ 485486 h 706899"/>
                <a:gd name="connsiteX60" fmla="*/ 772635 w 971032"/>
                <a:gd name="connsiteY60" fmla="*/ 573426 h 706899"/>
                <a:gd name="connsiteX61" fmla="*/ 926558 w 971032"/>
                <a:gd name="connsiteY61" fmla="*/ 573426 h 706899"/>
                <a:gd name="connsiteX62" fmla="*/ 926558 w 971032"/>
                <a:gd name="connsiteY62" fmla="*/ 44958 h 706899"/>
                <a:gd name="connsiteX63" fmla="*/ 921963 w 971032"/>
                <a:gd name="connsiteY63" fmla="*/ 44958 h 706899"/>
                <a:gd name="connsiteX64" fmla="*/ 382245 w 971032"/>
                <a:gd name="connsiteY64" fmla="*/ 44964 h 706899"/>
                <a:gd name="connsiteX65" fmla="*/ 382245 w 971032"/>
                <a:gd name="connsiteY65" fmla="*/ 44967 h 706899"/>
                <a:gd name="connsiteX66" fmla="*/ 84927 w 971032"/>
                <a:gd name="connsiteY66" fmla="*/ 44967 h 70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71032" h="706899">
                  <a:moveTo>
                    <a:pt x="397566" y="618857"/>
                  </a:moveTo>
                  <a:lnTo>
                    <a:pt x="397566" y="706879"/>
                  </a:lnTo>
                  <a:lnTo>
                    <a:pt x="639597" y="706879"/>
                  </a:lnTo>
                  <a:lnTo>
                    <a:pt x="639597" y="618857"/>
                  </a:lnTo>
                  <a:lnTo>
                    <a:pt x="445917" y="618857"/>
                  </a:lnTo>
                  <a:close/>
                  <a:moveTo>
                    <a:pt x="684512" y="530836"/>
                  </a:moveTo>
                  <a:lnTo>
                    <a:pt x="684512" y="661648"/>
                  </a:lnTo>
                  <a:lnTo>
                    <a:pt x="728047" y="661648"/>
                  </a:lnTo>
                  <a:lnTo>
                    <a:pt x="728047" y="581413"/>
                  </a:lnTo>
                  <a:lnTo>
                    <a:pt x="728047" y="530836"/>
                  </a:lnTo>
                  <a:close/>
                  <a:moveTo>
                    <a:pt x="221093" y="530835"/>
                  </a:moveTo>
                  <a:lnTo>
                    <a:pt x="221093" y="661862"/>
                  </a:lnTo>
                  <a:lnTo>
                    <a:pt x="293916" y="661862"/>
                  </a:lnTo>
                  <a:lnTo>
                    <a:pt x="352650" y="661862"/>
                  </a:lnTo>
                  <a:lnTo>
                    <a:pt x="352650" y="530835"/>
                  </a:lnTo>
                  <a:close/>
                  <a:moveTo>
                    <a:pt x="84927" y="0"/>
                  </a:moveTo>
                  <a:lnTo>
                    <a:pt x="382245" y="0"/>
                  </a:lnTo>
                  <a:lnTo>
                    <a:pt x="971032" y="0"/>
                  </a:lnTo>
                  <a:lnTo>
                    <a:pt x="971032" y="618857"/>
                  </a:lnTo>
                  <a:lnTo>
                    <a:pt x="915268" y="618857"/>
                  </a:lnTo>
                  <a:lnTo>
                    <a:pt x="772747" y="618857"/>
                  </a:lnTo>
                  <a:lnTo>
                    <a:pt x="772747" y="706881"/>
                  </a:lnTo>
                  <a:lnTo>
                    <a:pt x="971032" y="706881"/>
                  </a:lnTo>
                  <a:lnTo>
                    <a:pt x="971032" y="706899"/>
                  </a:lnTo>
                  <a:lnTo>
                    <a:pt x="176197" y="706899"/>
                  </a:lnTo>
                  <a:lnTo>
                    <a:pt x="176197" y="618857"/>
                  </a:lnTo>
                  <a:lnTo>
                    <a:pt x="172357" y="618857"/>
                  </a:lnTo>
                  <a:lnTo>
                    <a:pt x="91908" y="618903"/>
                  </a:lnTo>
                  <a:cubicBezTo>
                    <a:pt x="89537" y="618909"/>
                    <a:pt x="87857" y="618272"/>
                    <a:pt x="86148" y="616555"/>
                  </a:cubicBezTo>
                  <a:lnTo>
                    <a:pt x="2264" y="532671"/>
                  </a:lnTo>
                  <a:cubicBezTo>
                    <a:pt x="1414" y="531824"/>
                    <a:pt x="817" y="530987"/>
                    <a:pt x="431" y="530062"/>
                  </a:cubicBezTo>
                  <a:lnTo>
                    <a:pt x="0" y="527638"/>
                  </a:lnTo>
                  <a:lnTo>
                    <a:pt x="0" y="85404"/>
                  </a:lnTo>
                  <a:lnTo>
                    <a:pt x="44411" y="85404"/>
                  </a:lnTo>
                  <a:lnTo>
                    <a:pt x="44411" y="268828"/>
                  </a:lnTo>
                  <a:lnTo>
                    <a:pt x="44389" y="268828"/>
                  </a:lnTo>
                  <a:lnTo>
                    <a:pt x="44352" y="503743"/>
                  </a:lnTo>
                  <a:cubicBezTo>
                    <a:pt x="44351" y="506290"/>
                    <a:pt x="45068" y="508032"/>
                    <a:pt x="46864" y="509816"/>
                  </a:cubicBezTo>
                  <a:lnTo>
                    <a:pt x="108837" y="571568"/>
                  </a:lnTo>
                  <a:cubicBezTo>
                    <a:pt x="109969" y="572691"/>
                    <a:pt x="111942" y="573530"/>
                    <a:pt x="113529" y="573541"/>
                  </a:cubicBezTo>
                  <a:lnTo>
                    <a:pt x="173587" y="573618"/>
                  </a:lnTo>
                  <a:cubicBezTo>
                    <a:pt x="174516" y="573617"/>
                    <a:pt x="175445" y="573474"/>
                    <a:pt x="176512" y="573386"/>
                  </a:cubicBezTo>
                  <a:lnTo>
                    <a:pt x="176512" y="485397"/>
                  </a:lnTo>
                  <a:lnTo>
                    <a:pt x="220141" y="485397"/>
                  </a:lnTo>
                  <a:lnTo>
                    <a:pt x="220141" y="441798"/>
                  </a:lnTo>
                  <a:lnTo>
                    <a:pt x="265383" y="441798"/>
                  </a:lnTo>
                  <a:lnTo>
                    <a:pt x="265383" y="485233"/>
                  </a:lnTo>
                  <a:lnTo>
                    <a:pt x="308401" y="485233"/>
                  </a:lnTo>
                  <a:lnTo>
                    <a:pt x="308401" y="441810"/>
                  </a:lnTo>
                  <a:lnTo>
                    <a:pt x="353643" y="441810"/>
                  </a:lnTo>
                  <a:lnTo>
                    <a:pt x="353643" y="485437"/>
                  </a:lnTo>
                  <a:lnTo>
                    <a:pt x="397402" y="485437"/>
                  </a:lnTo>
                  <a:lnTo>
                    <a:pt x="397402" y="573450"/>
                  </a:lnTo>
                  <a:lnTo>
                    <a:pt x="639874" y="573450"/>
                  </a:lnTo>
                  <a:lnTo>
                    <a:pt x="639874" y="485323"/>
                  </a:lnTo>
                  <a:lnTo>
                    <a:pt x="683634" y="485323"/>
                  </a:lnTo>
                  <a:lnTo>
                    <a:pt x="683634" y="441835"/>
                  </a:lnTo>
                  <a:lnTo>
                    <a:pt x="728876" y="441835"/>
                  </a:lnTo>
                  <a:lnTo>
                    <a:pt x="728876" y="485486"/>
                  </a:lnTo>
                  <a:lnTo>
                    <a:pt x="772635" y="485486"/>
                  </a:lnTo>
                  <a:lnTo>
                    <a:pt x="772635" y="573426"/>
                  </a:lnTo>
                  <a:lnTo>
                    <a:pt x="926558" y="573426"/>
                  </a:lnTo>
                  <a:lnTo>
                    <a:pt x="926558" y="44958"/>
                  </a:lnTo>
                  <a:lnTo>
                    <a:pt x="921963" y="44958"/>
                  </a:lnTo>
                  <a:lnTo>
                    <a:pt x="382245" y="44964"/>
                  </a:lnTo>
                  <a:lnTo>
                    <a:pt x="382245" y="44967"/>
                  </a:lnTo>
                  <a:lnTo>
                    <a:pt x="84927" y="44967"/>
                  </a:lnTo>
                  <a:close/>
                </a:path>
              </a:pathLst>
            </a:custGeom>
            <a:solidFill>
              <a:schemeClr val="accent2"/>
            </a:solidFill>
            <a:ln w="6350" cap="flat">
              <a:noFill/>
              <a:prstDash val="solid"/>
              <a:miter/>
            </a:ln>
          </p:spPr>
          <p:txBody>
            <a:bodyPr wrap="square" rtlCol="0" anchor="ctr">
              <a:noAutofit/>
            </a:bodyPr>
            <a:lstStyle/>
            <a:p>
              <a:endParaRPr lang="en-US"/>
            </a:p>
          </p:txBody>
        </p:sp>
        <p:sp>
          <p:nvSpPr>
            <p:cNvPr id="1664" name="Freeform: Shape 1663">
              <a:extLst>
                <a:ext uri="{FF2B5EF4-FFF2-40B4-BE49-F238E27FC236}">
                  <a16:creationId xmlns:a16="http://schemas.microsoft.com/office/drawing/2014/main" id="{60CCC732-43A6-6CFF-F16E-451EFA2CD877}"/>
                </a:ext>
                <a:ext uri="{C183D7F6-B498-43B3-948B-1728B52AA6E4}">
                  <adec:decorative xmlns:adec="http://schemas.microsoft.com/office/drawing/2017/decorative" val="1"/>
                </a:ext>
              </a:extLst>
            </p:cNvPr>
            <p:cNvSpPr/>
            <p:nvPr/>
          </p:nvSpPr>
          <p:spPr>
            <a:xfrm>
              <a:off x="1312591" y="3705195"/>
              <a:ext cx="362542" cy="116336"/>
            </a:xfrm>
            <a:custGeom>
              <a:avLst/>
              <a:gdLst>
                <a:gd name="connsiteX0" fmla="*/ 7034839 w 7768752"/>
                <a:gd name="connsiteY0" fmla="*/ 1244679 h 2492916"/>
                <a:gd name="connsiteX1" fmla="*/ 6520938 w 7768752"/>
                <a:gd name="connsiteY1" fmla="*/ 1704273 h 2492916"/>
                <a:gd name="connsiteX2" fmla="*/ 6999309 w 7768752"/>
                <a:gd name="connsiteY2" fmla="*/ 2188073 h 2492916"/>
                <a:gd name="connsiteX3" fmla="*/ 7470404 w 7768752"/>
                <a:gd name="connsiteY3" fmla="*/ 1732605 h 2492916"/>
                <a:gd name="connsiteX4" fmla="*/ 7034839 w 7768752"/>
                <a:gd name="connsiteY4" fmla="*/ 1244679 h 2492916"/>
                <a:gd name="connsiteX5" fmla="*/ 2487179 w 7768752"/>
                <a:gd name="connsiteY5" fmla="*/ 1244492 h 2492916"/>
                <a:gd name="connsiteX6" fmla="*/ 2418158 w 7768752"/>
                <a:gd name="connsiteY6" fmla="*/ 1251230 h 2492916"/>
                <a:gd name="connsiteX7" fmla="*/ 2207646 w 7768752"/>
                <a:gd name="connsiteY7" fmla="*/ 1344097 h 2492916"/>
                <a:gd name="connsiteX8" fmla="*/ 2177508 w 7768752"/>
                <a:gd name="connsiteY8" fmla="*/ 1374030 h 2492916"/>
                <a:gd name="connsiteX9" fmla="*/ 2033203 w 7768752"/>
                <a:gd name="connsiteY9" fmla="*/ 1785057 h 2492916"/>
                <a:gd name="connsiteX10" fmla="*/ 2224014 w 7768752"/>
                <a:gd name="connsiteY10" fmla="*/ 2098991 h 2492916"/>
                <a:gd name="connsiteX11" fmla="*/ 2565442 w 7768752"/>
                <a:gd name="connsiteY11" fmla="*/ 2186611 h 2492916"/>
                <a:gd name="connsiteX12" fmla="*/ 2852062 w 7768752"/>
                <a:gd name="connsiteY12" fmla="*/ 2032304 h 2492916"/>
                <a:gd name="connsiteX13" fmla="*/ 2966408 w 7768752"/>
                <a:gd name="connsiteY13" fmla="*/ 1624792 h 2492916"/>
                <a:gd name="connsiteX14" fmla="*/ 2686775 w 7768752"/>
                <a:gd name="connsiteY14" fmla="*/ 1281176 h 2492916"/>
                <a:gd name="connsiteX15" fmla="*/ 2487179 w 7768752"/>
                <a:gd name="connsiteY15" fmla="*/ 1244492 h 2492916"/>
                <a:gd name="connsiteX16" fmla="*/ 2540344 w 7768752"/>
                <a:gd name="connsiteY16" fmla="*/ 942903 h 2492916"/>
                <a:gd name="connsiteX17" fmla="*/ 2855105 w 7768752"/>
                <a:gd name="connsiteY17" fmla="*/ 1025365 h 2492916"/>
                <a:gd name="connsiteX18" fmla="*/ 3043879 w 7768752"/>
                <a:gd name="connsiteY18" fmla="*/ 1163250 h 2492916"/>
                <a:gd name="connsiteX19" fmla="*/ 3267923 w 7768752"/>
                <a:gd name="connsiteY19" fmla="*/ 1615649 h 2492916"/>
                <a:gd name="connsiteX20" fmla="*/ 3104841 w 7768752"/>
                <a:gd name="connsiteY20" fmla="*/ 2203286 h 2492916"/>
                <a:gd name="connsiteX21" fmla="*/ 2635594 w 7768752"/>
                <a:gd name="connsiteY21" fmla="*/ 2479193 h 2492916"/>
                <a:gd name="connsiteX22" fmla="*/ 2154019 w 7768752"/>
                <a:gd name="connsiteY22" fmla="*/ 2410059 h 2492916"/>
                <a:gd name="connsiteX23" fmla="*/ 1784150 w 7768752"/>
                <a:gd name="connsiteY23" fmla="*/ 2009703 h 2492916"/>
                <a:gd name="connsiteX24" fmla="*/ 1729770 w 7768752"/>
                <a:gd name="connsiteY24" fmla="*/ 1648348 h 2492916"/>
                <a:gd name="connsiteX25" fmla="*/ 1881354 w 7768752"/>
                <a:gd name="connsiteY25" fmla="*/ 1251062 h 2492916"/>
                <a:gd name="connsiteX26" fmla="*/ 2152723 w 7768752"/>
                <a:gd name="connsiteY26" fmla="*/ 1023557 h 2492916"/>
                <a:gd name="connsiteX27" fmla="*/ 2429836 w 7768752"/>
                <a:gd name="connsiteY27" fmla="*/ 945977 h 2492916"/>
                <a:gd name="connsiteX28" fmla="*/ 2540344 w 7768752"/>
                <a:gd name="connsiteY28" fmla="*/ 942903 h 2492916"/>
                <a:gd name="connsiteX29" fmla="*/ 6955005 w 7768752"/>
                <a:gd name="connsiteY29" fmla="*/ 941267 h 2492916"/>
                <a:gd name="connsiteX30" fmla="*/ 7302034 w 7768752"/>
                <a:gd name="connsiteY30" fmla="*/ 1003916 h 2492916"/>
                <a:gd name="connsiteX31" fmla="*/ 7549162 w 7768752"/>
                <a:gd name="connsiteY31" fmla="*/ 1172635 h 2492916"/>
                <a:gd name="connsiteX32" fmla="*/ 7762114 w 7768752"/>
                <a:gd name="connsiteY32" fmla="*/ 1612266 h 2492916"/>
                <a:gd name="connsiteX33" fmla="*/ 7632096 w 7768752"/>
                <a:gd name="connsiteY33" fmla="*/ 2157960 h 2492916"/>
                <a:gd name="connsiteX34" fmla="*/ 7394728 w 7768752"/>
                <a:gd name="connsiteY34" fmla="*/ 2381725 h 2492916"/>
                <a:gd name="connsiteX35" fmla="*/ 7108506 w 7768752"/>
                <a:gd name="connsiteY35" fmla="*/ 2484538 h 2492916"/>
                <a:gd name="connsiteX36" fmla="*/ 6794543 w 7768752"/>
                <a:gd name="connsiteY36" fmla="*/ 2464879 h 2492916"/>
                <a:gd name="connsiteX37" fmla="*/ 6516065 w 7768752"/>
                <a:gd name="connsiteY37" fmla="*/ 2326694 h 2492916"/>
                <a:gd name="connsiteX38" fmla="*/ 6244252 w 7768752"/>
                <a:gd name="connsiteY38" fmla="*/ 1907041 h 2492916"/>
                <a:gd name="connsiteX39" fmla="*/ 6224191 w 7768752"/>
                <a:gd name="connsiteY39" fmla="*/ 1646435 h 2492916"/>
                <a:gd name="connsiteX40" fmla="*/ 6410389 w 7768752"/>
                <a:gd name="connsiteY40" fmla="*/ 1209343 h 2492916"/>
                <a:gd name="connsiteX41" fmla="*/ 6836524 w 7768752"/>
                <a:gd name="connsiteY41" fmla="*/ 957284 h 2492916"/>
                <a:gd name="connsiteX42" fmla="*/ 6955005 w 7768752"/>
                <a:gd name="connsiteY42" fmla="*/ 941267 h 2492916"/>
                <a:gd name="connsiteX43" fmla="*/ 0 w 7768752"/>
                <a:gd name="connsiteY43" fmla="*/ 0 h 2492916"/>
                <a:gd name="connsiteX44" fmla="*/ 636855 w 7768752"/>
                <a:gd name="connsiteY44" fmla="*/ 0 h 2492916"/>
                <a:gd name="connsiteX45" fmla="*/ 636855 w 7768752"/>
                <a:gd name="connsiteY45" fmla="*/ 635479 h 2492916"/>
                <a:gd name="connsiteX46" fmla="*/ 0 w 7768752"/>
                <a:gd name="connsiteY46" fmla="*/ 635479 h 249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768752" h="2492916">
                  <a:moveTo>
                    <a:pt x="7034839" y="1244679"/>
                  </a:moveTo>
                  <a:cubicBezTo>
                    <a:pt x="6731934" y="1222668"/>
                    <a:pt x="6525526" y="1470149"/>
                    <a:pt x="6520938" y="1704273"/>
                  </a:cubicBezTo>
                  <a:cubicBezTo>
                    <a:pt x="6515605" y="1976353"/>
                    <a:pt x="6746014" y="2195898"/>
                    <a:pt x="6999309" y="2188073"/>
                  </a:cubicBezTo>
                  <a:cubicBezTo>
                    <a:pt x="7253818" y="2194092"/>
                    <a:pt x="7464156" y="1974359"/>
                    <a:pt x="7470404" y="1732605"/>
                  </a:cubicBezTo>
                  <a:cubicBezTo>
                    <a:pt x="7477589" y="1454582"/>
                    <a:pt x="7253563" y="1260572"/>
                    <a:pt x="7034839" y="1244679"/>
                  </a:cubicBezTo>
                  <a:close/>
                  <a:moveTo>
                    <a:pt x="2487179" y="1244492"/>
                  </a:moveTo>
                  <a:cubicBezTo>
                    <a:pt x="2464353" y="1245392"/>
                    <a:pt x="2441337" y="1247717"/>
                    <a:pt x="2418158" y="1251230"/>
                  </a:cubicBezTo>
                  <a:cubicBezTo>
                    <a:pt x="2340807" y="1262953"/>
                    <a:pt x="2275368" y="1299519"/>
                    <a:pt x="2207646" y="1344097"/>
                  </a:cubicBezTo>
                  <a:cubicBezTo>
                    <a:pt x="2197606" y="1354081"/>
                    <a:pt x="2187681" y="1364182"/>
                    <a:pt x="2177508" y="1374030"/>
                  </a:cubicBezTo>
                  <a:cubicBezTo>
                    <a:pt x="2060826" y="1486971"/>
                    <a:pt x="2009755" y="1622611"/>
                    <a:pt x="2033203" y="1785057"/>
                  </a:cubicBezTo>
                  <a:cubicBezTo>
                    <a:pt x="2052266" y="1917133"/>
                    <a:pt x="2119044" y="2019427"/>
                    <a:pt x="2224014" y="2098991"/>
                  </a:cubicBezTo>
                  <a:cubicBezTo>
                    <a:pt x="2325607" y="2175996"/>
                    <a:pt x="2442302" y="2201814"/>
                    <a:pt x="2565442" y="2186611"/>
                  </a:cubicBezTo>
                  <a:cubicBezTo>
                    <a:pt x="2678709" y="2172628"/>
                    <a:pt x="2775223" y="2118509"/>
                    <a:pt x="2852062" y="2032304"/>
                  </a:cubicBezTo>
                  <a:cubicBezTo>
                    <a:pt x="2956551" y="1915078"/>
                    <a:pt x="2997644" y="1777705"/>
                    <a:pt x="2966408" y="1624792"/>
                  </a:cubicBezTo>
                  <a:cubicBezTo>
                    <a:pt x="2933561" y="1463989"/>
                    <a:pt x="2836410" y="1349252"/>
                    <a:pt x="2686775" y="1281176"/>
                  </a:cubicBezTo>
                  <a:cubicBezTo>
                    <a:pt x="2622427" y="1251902"/>
                    <a:pt x="2555657" y="1241790"/>
                    <a:pt x="2487179" y="1244492"/>
                  </a:cubicBezTo>
                  <a:close/>
                  <a:moveTo>
                    <a:pt x="2540344" y="942903"/>
                  </a:moveTo>
                  <a:cubicBezTo>
                    <a:pt x="2649033" y="948066"/>
                    <a:pt x="2752685" y="977344"/>
                    <a:pt x="2855105" y="1025365"/>
                  </a:cubicBezTo>
                  <a:cubicBezTo>
                    <a:pt x="2920286" y="1071125"/>
                    <a:pt x="2989798" y="1109434"/>
                    <a:pt x="3043879" y="1163250"/>
                  </a:cubicBezTo>
                  <a:cubicBezTo>
                    <a:pt x="3168654" y="1287414"/>
                    <a:pt x="3246437" y="1437050"/>
                    <a:pt x="3267923" y="1615649"/>
                  </a:cubicBezTo>
                  <a:cubicBezTo>
                    <a:pt x="3294342" y="1835248"/>
                    <a:pt x="3241577" y="2031827"/>
                    <a:pt x="3104841" y="2203286"/>
                  </a:cubicBezTo>
                  <a:cubicBezTo>
                    <a:pt x="2984712" y="2353919"/>
                    <a:pt x="2826318" y="2444512"/>
                    <a:pt x="2635594" y="2479193"/>
                  </a:cubicBezTo>
                  <a:cubicBezTo>
                    <a:pt x="2466804" y="2509888"/>
                    <a:pt x="2305514" y="2485236"/>
                    <a:pt x="2154019" y="2410059"/>
                  </a:cubicBezTo>
                  <a:cubicBezTo>
                    <a:pt x="1981317" y="2324358"/>
                    <a:pt x="1858763" y="2189334"/>
                    <a:pt x="1784150" y="2009703"/>
                  </a:cubicBezTo>
                  <a:cubicBezTo>
                    <a:pt x="1735640" y="1892914"/>
                    <a:pt x="1720133" y="1771811"/>
                    <a:pt x="1729770" y="1648348"/>
                  </a:cubicBezTo>
                  <a:cubicBezTo>
                    <a:pt x="1741168" y="1502298"/>
                    <a:pt x="1792590" y="1369533"/>
                    <a:pt x="1881354" y="1251062"/>
                  </a:cubicBezTo>
                  <a:cubicBezTo>
                    <a:pt x="1954406" y="1153563"/>
                    <a:pt x="2044844" y="1077821"/>
                    <a:pt x="2152723" y="1023557"/>
                  </a:cubicBezTo>
                  <a:cubicBezTo>
                    <a:pt x="2239569" y="979874"/>
                    <a:pt x="2331883" y="956003"/>
                    <a:pt x="2429836" y="945977"/>
                  </a:cubicBezTo>
                  <a:cubicBezTo>
                    <a:pt x="2467326" y="942140"/>
                    <a:pt x="2504115" y="941182"/>
                    <a:pt x="2540344" y="942903"/>
                  </a:cubicBezTo>
                  <a:close/>
                  <a:moveTo>
                    <a:pt x="6955005" y="941267"/>
                  </a:moveTo>
                  <a:cubicBezTo>
                    <a:pt x="7072914" y="934623"/>
                    <a:pt x="7188976" y="955949"/>
                    <a:pt x="7302034" y="1003916"/>
                  </a:cubicBezTo>
                  <a:cubicBezTo>
                    <a:pt x="7396079" y="1043817"/>
                    <a:pt x="7479654" y="1099458"/>
                    <a:pt x="7549162" y="1172635"/>
                  </a:cubicBezTo>
                  <a:cubicBezTo>
                    <a:pt x="7666167" y="1295816"/>
                    <a:pt x="7741573" y="1440365"/>
                    <a:pt x="7762114" y="1612266"/>
                  </a:cubicBezTo>
                  <a:cubicBezTo>
                    <a:pt x="7785737" y="1809988"/>
                    <a:pt x="7747207" y="1991443"/>
                    <a:pt x="7632096" y="2157960"/>
                  </a:cubicBezTo>
                  <a:cubicBezTo>
                    <a:pt x="7569917" y="2253069"/>
                    <a:pt x="7489077" y="2324449"/>
                    <a:pt x="7394728" y="2381725"/>
                  </a:cubicBezTo>
                  <a:cubicBezTo>
                    <a:pt x="7306229" y="2435453"/>
                    <a:pt x="7209740" y="2468742"/>
                    <a:pt x="7108506" y="2484538"/>
                  </a:cubicBezTo>
                  <a:cubicBezTo>
                    <a:pt x="7003252" y="2500962"/>
                    <a:pt x="6898086" y="2492629"/>
                    <a:pt x="6794543" y="2464879"/>
                  </a:cubicBezTo>
                  <a:cubicBezTo>
                    <a:pt x="6692223" y="2437455"/>
                    <a:pt x="6597763" y="2392684"/>
                    <a:pt x="6516065" y="2326694"/>
                  </a:cubicBezTo>
                  <a:cubicBezTo>
                    <a:pt x="6380445" y="2217151"/>
                    <a:pt x="6287573" y="2077720"/>
                    <a:pt x="6244252" y="1907041"/>
                  </a:cubicBezTo>
                  <a:cubicBezTo>
                    <a:pt x="6222461" y="1821193"/>
                    <a:pt x="6216363" y="1733502"/>
                    <a:pt x="6224191" y="1646435"/>
                  </a:cubicBezTo>
                  <a:cubicBezTo>
                    <a:pt x="6239011" y="1481627"/>
                    <a:pt x="6301890" y="1336220"/>
                    <a:pt x="6410389" y="1209343"/>
                  </a:cubicBezTo>
                  <a:cubicBezTo>
                    <a:pt x="6524354" y="1076074"/>
                    <a:pt x="6667764" y="993356"/>
                    <a:pt x="6836524" y="957284"/>
                  </a:cubicBezTo>
                  <a:cubicBezTo>
                    <a:pt x="6876195" y="948804"/>
                    <a:pt x="6915703" y="943482"/>
                    <a:pt x="6955005" y="941267"/>
                  </a:cubicBezTo>
                  <a:close/>
                  <a:moveTo>
                    <a:pt x="0" y="0"/>
                  </a:moveTo>
                  <a:lnTo>
                    <a:pt x="636855" y="0"/>
                  </a:lnTo>
                  <a:lnTo>
                    <a:pt x="636855" y="635479"/>
                  </a:lnTo>
                  <a:lnTo>
                    <a:pt x="0" y="635479"/>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5" name="Group 64">
            <a:extLst>
              <a:ext uri="{FF2B5EF4-FFF2-40B4-BE49-F238E27FC236}">
                <a16:creationId xmlns:a16="http://schemas.microsoft.com/office/drawing/2014/main" id="{3DA91A3D-3366-9966-2FCD-F3436844B26C}"/>
              </a:ext>
              <a:ext uri="{C183D7F6-B498-43B3-948B-1728B52AA6E4}">
                <adec:decorative xmlns:adec="http://schemas.microsoft.com/office/drawing/2017/decorative" val="1"/>
              </a:ext>
            </a:extLst>
          </p:cNvPr>
          <p:cNvGrpSpPr>
            <a:grpSpLocks noChangeAspect="1"/>
          </p:cNvGrpSpPr>
          <p:nvPr/>
        </p:nvGrpSpPr>
        <p:grpSpPr>
          <a:xfrm>
            <a:off x="1835773" y="3640697"/>
            <a:ext cx="450527" cy="457200"/>
            <a:chOff x="1835787" y="3636615"/>
            <a:chExt cx="450527" cy="457200"/>
          </a:xfrm>
          <a:solidFill>
            <a:srgbClr val="FF0000"/>
          </a:solidFill>
        </p:grpSpPr>
        <p:sp>
          <p:nvSpPr>
            <p:cNvPr id="1676" name="Freeform: Shape 1675">
              <a:extLst>
                <a:ext uri="{FF2B5EF4-FFF2-40B4-BE49-F238E27FC236}">
                  <a16:creationId xmlns:a16="http://schemas.microsoft.com/office/drawing/2014/main" id="{DD49E08C-FCC2-E452-F95C-180992949F89}"/>
                </a:ext>
                <a:ext uri="{C183D7F6-B498-43B3-948B-1728B52AA6E4}">
                  <adec:decorative xmlns:adec="http://schemas.microsoft.com/office/drawing/2017/decorative" val="1"/>
                </a:ext>
              </a:extLst>
            </p:cNvPr>
            <p:cNvSpPr/>
            <p:nvPr/>
          </p:nvSpPr>
          <p:spPr>
            <a:xfrm>
              <a:off x="1835787" y="3636615"/>
              <a:ext cx="450527" cy="450545"/>
            </a:xfrm>
            <a:custGeom>
              <a:avLst/>
              <a:gdLst>
                <a:gd name="connsiteX0" fmla="*/ 441452 w 6757909"/>
                <a:gd name="connsiteY0" fmla="*/ 1692318 h 6758176"/>
                <a:gd name="connsiteX1" fmla="*/ 441452 w 6757909"/>
                <a:gd name="connsiteY1" fmla="*/ 2182229 h 6758176"/>
                <a:gd name="connsiteX2" fmla="*/ 441891 w 6757909"/>
                <a:gd name="connsiteY2" fmla="*/ 3322128 h 6758176"/>
                <a:gd name="connsiteX3" fmla="*/ 647532 w 6757909"/>
                <a:gd name="connsiteY3" fmla="*/ 3706519 h 6758176"/>
                <a:gd name="connsiteX4" fmla="*/ 1106548 w 6757909"/>
                <a:gd name="connsiteY4" fmla="*/ 3777292 h 6758176"/>
                <a:gd name="connsiteX5" fmla="*/ 1474770 w 6757909"/>
                <a:gd name="connsiteY5" fmla="*/ 3295132 h 6758176"/>
                <a:gd name="connsiteX6" fmla="*/ 1473786 w 6757909"/>
                <a:gd name="connsiteY6" fmla="*/ 1742431 h 6758176"/>
                <a:gd name="connsiteX7" fmla="*/ 1473786 w 6757909"/>
                <a:gd name="connsiteY7" fmla="*/ 1692318 h 6758176"/>
                <a:gd name="connsiteX8" fmla="*/ 441452 w 6757909"/>
                <a:gd name="connsiteY8" fmla="*/ 1692318 h 6758176"/>
                <a:gd name="connsiteX9" fmla="*/ 9748 w 6757909"/>
                <a:gd name="connsiteY9" fmla="*/ 1260671 h 6758176"/>
                <a:gd name="connsiteX10" fmla="*/ 1905480 w 6757909"/>
                <a:gd name="connsiteY10" fmla="*/ 1260671 h 6758176"/>
                <a:gd name="connsiteX11" fmla="*/ 1905480 w 6757909"/>
                <a:gd name="connsiteY11" fmla="*/ 1315409 h 6758176"/>
                <a:gd name="connsiteX12" fmla="*/ 1904610 w 6757909"/>
                <a:gd name="connsiteY12" fmla="*/ 3332955 h 6758176"/>
                <a:gd name="connsiteX13" fmla="*/ 1700986 w 6757909"/>
                <a:gd name="connsiteY13" fmla="*/ 3889416 h 6758176"/>
                <a:gd name="connsiteX14" fmla="*/ 1173471 w 6757909"/>
                <a:gd name="connsiteY14" fmla="*/ 4210191 h 6758176"/>
                <a:gd name="connsiteX15" fmla="*/ 1173471 w 6757909"/>
                <a:gd name="connsiteY15" fmla="*/ 4420562 h 6758176"/>
                <a:gd name="connsiteX16" fmla="*/ 1174388 w 6757909"/>
                <a:gd name="connsiteY16" fmla="*/ 5509087 h 6758176"/>
                <a:gd name="connsiteX17" fmla="*/ 1358747 w 6757909"/>
                <a:gd name="connsiteY17" fmla="*/ 6010026 h 6758176"/>
                <a:gd name="connsiteX18" fmla="*/ 1747601 w 6757909"/>
                <a:gd name="connsiteY18" fmla="*/ 6282523 h 6758176"/>
                <a:gd name="connsiteX19" fmla="*/ 1981022 w 6757909"/>
                <a:gd name="connsiteY19" fmla="*/ 6323758 h 6758176"/>
                <a:gd name="connsiteX20" fmla="*/ 2765132 w 6757909"/>
                <a:gd name="connsiteY20" fmla="*/ 6328201 h 6758176"/>
                <a:gd name="connsiteX21" fmla="*/ 2765132 w 6757909"/>
                <a:gd name="connsiteY21" fmla="*/ 6757172 h 6758176"/>
                <a:gd name="connsiteX22" fmla="*/ 1933489 w 6757909"/>
                <a:gd name="connsiteY22" fmla="*/ 6755490 h 6758176"/>
                <a:gd name="connsiteX23" fmla="*/ 1378825 w 6757909"/>
                <a:gd name="connsiteY23" fmla="*/ 6589584 h 6758176"/>
                <a:gd name="connsiteX24" fmla="*/ 1122316 w 6757909"/>
                <a:gd name="connsiteY24" fmla="*/ 6397771 h 6758176"/>
                <a:gd name="connsiteX25" fmla="*/ 835991 w 6757909"/>
                <a:gd name="connsiteY25" fmla="*/ 5975136 h 6758176"/>
                <a:gd name="connsiteX26" fmla="*/ 740658 w 6757909"/>
                <a:gd name="connsiteY26" fmla="*/ 5426530 h 6758176"/>
                <a:gd name="connsiteX27" fmla="*/ 741767 w 6757909"/>
                <a:gd name="connsiteY27" fmla="*/ 4262932 h 6758176"/>
                <a:gd name="connsiteX28" fmla="*/ 741767 w 6757909"/>
                <a:gd name="connsiteY28" fmla="*/ 4208910 h 6758176"/>
                <a:gd name="connsiteX29" fmla="*/ 360223 w 6757909"/>
                <a:gd name="connsiteY29" fmla="*/ 4034872 h 6758176"/>
                <a:gd name="connsiteX30" fmla="*/ 48785 w 6757909"/>
                <a:gd name="connsiteY30" fmla="*/ 3580433 h 6758176"/>
                <a:gd name="connsiteX31" fmla="*/ 11401 w 6757909"/>
                <a:gd name="connsiteY31" fmla="*/ 3341374 h 6758176"/>
                <a:gd name="connsiteX32" fmla="*/ 9748 w 6757909"/>
                <a:gd name="connsiteY32" fmla="*/ 1319136 h 6758176"/>
                <a:gd name="connsiteX33" fmla="*/ 9748 w 6757909"/>
                <a:gd name="connsiteY33" fmla="*/ 1260671 h 6758176"/>
                <a:gd name="connsiteX34" fmla="*/ 5218108 w 6757909"/>
                <a:gd name="connsiteY34" fmla="*/ 433969 h 6758176"/>
                <a:gd name="connsiteX35" fmla="*/ 5218108 w 6757909"/>
                <a:gd name="connsiteY35" fmla="*/ 1268020 h 6758176"/>
                <a:gd name="connsiteX36" fmla="*/ 4919857 w 6757909"/>
                <a:gd name="connsiteY36" fmla="*/ 1268020 h 6758176"/>
                <a:gd name="connsiteX37" fmla="*/ 4918090 w 6757909"/>
                <a:gd name="connsiteY37" fmla="*/ 1290353 h 6758176"/>
                <a:gd name="connsiteX38" fmla="*/ 4920651 w 6757909"/>
                <a:gd name="connsiteY38" fmla="*/ 3110906 h 6758176"/>
                <a:gd name="connsiteX39" fmla="*/ 4979928 w 6757909"/>
                <a:gd name="connsiteY39" fmla="*/ 3357458 h 6758176"/>
                <a:gd name="connsiteX40" fmla="*/ 5401837 w 6757909"/>
                <a:gd name="connsiteY40" fmla="*/ 3744820 h 6758176"/>
                <a:gd name="connsiteX41" fmla="*/ 5764239 w 6757909"/>
                <a:gd name="connsiteY41" fmla="*/ 3767249 h 6758176"/>
                <a:gd name="connsiteX42" fmla="*/ 6176104 w 6757909"/>
                <a:gd name="connsiteY42" fmla="*/ 3494427 h 6758176"/>
                <a:gd name="connsiteX43" fmla="*/ 6325201 w 6757909"/>
                <a:gd name="connsiteY43" fmla="*/ 3060440 h 6758176"/>
                <a:gd name="connsiteX44" fmla="*/ 6325717 w 6757909"/>
                <a:gd name="connsiteY44" fmla="*/ 1319643 h 6758176"/>
                <a:gd name="connsiteX45" fmla="*/ 6325717 w 6757909"/>
                <a:gd name="connsiteY45" fmla="*/ 1265498 h 6758176"/>
                <a:gd name="connsiteX46" fmla="*/ 6013705 w 6757909"/>
                <a:gd name="connsiteY46" fmla="*/ 1265498 h 6758176"/>
                <a:gd name="connsiteX47" fmla="*/ 6013705 w 6757909"/>
                <a:gd name="connsiteY47" fmla="*/ 433969 h 6758176"/>
                <a:gd name="connsiteX48" fmla="*/ 5218108 w 6757909"/>
                <a:gd name="connsiteY48" fmla="*/ 433969 h 6758176"/>
                <a:gd name="connsiteX49" fmla="*/ 1115158 w 6757909"/>
                <a:gd name="connsiteY49" fmla="*/ 430648 h 6758176"/>
                <a:gd name="connsiteX50" fmla="*/ 763960 w 6757909"/>
                <a:gd name="connsiteY50" fmla="*/ 433234 h 6758176"/>
                <a:gd name="connsiteX51" fmla="*/ 617664 w 6757909"/>
                <a:gd name="connsiteY51" fmla="*/ 461421 h 6758176"/>
                <a:gd name="connsiteX52" fmla="*/ 460250 w 6757909"/>
                <a:gd name="connsiteY52" fmla="*/ 626708 h 6758176"/>
                <a:gd name="connsiteX53" fmla="*/ 1453083 w 6757909"/>
                <a:gd name="connsiteY53" fmla="*/ 626708 h 6758176"/>
                <a:gd name="connsiteX54" fmla="*/ 1435823 w 6757909"/>
                <a:gd name="connsiteY54" fmla="*/ 588769 h 6758176"/>
                <a:gd name="connsiteX55" fmla="*/ 1115158 w 6757909"/>
                <a:gd name="connsiteY55" fmla="*/ 430648 h 6758176"/>
                <a:gd name="connsiteX56" fmla="*/ 4786213 w 6757909"/>
                <a:gd name="connsiteY56" fmla="*/ 2380 h 6758176"/>
                <a:gd name="connsiteX57" fmla="*/ 6444998 w 6757909"/>
                <a:gd name="connsiteY57" fmla="*/ 2380 h 6758176"/>
                <a:gd name="connsiteX58" fmla="*/ 6444998 w 6757909"/>
                <a:gd name="connsiteY58" fmla="*/ 833344 h 6758176"/>
                <a:gd name="connsiteX59" fmla="*/ 6757421 w 6757909"/>
                <a:gd name="connsiteY59" fmla="*/ 833344 h 6758176"/>
                <a:gd name="connsiteX60" fmla="*/ 6757421 w 6757909"/>
                <a:gd name="connsiteY60" fmla="*/ 882578 h 6758176"/>
                <a:gd name="connsiteX61" fmla="*/ 6755815 w 6757909"/>
                <a:gd name="connsiteY61" fmla="*/ 3106434 h 6758176"/>
                <a:gd name="connsiteX62" fmla="*/ 6660903 w 6757909"/>
                <a:gd name="connsiteY62" fmla="*/ 3518174 h 6758176"/>
                <a:gd name="connsiteX63" fmla="*/ 6404298 w 6757909"/>
                <a:gd name="connsiteY63" fmla="*/ 3894825 h 6758176"/>
                <a:gd name="connsiteX64" fmla="*/ 5877958 w 6757909"/>
                <a:gd name="connsiteY64" fmla="*/ 4184685 h 6758176"/>
                <a:gd name="connsiteX65" fmla="*/ 5837172 w 6757909"/>
                <a:gd name="connsiteY65" fmla="*/ 4236719 h 6758176"/>
                <a:gd name="connsiteX66" fmla="*/ 5835662 w 6757909"/>
                <a:gd name="connsiteY66" fmla="*/ 5555052 h 6758176"/>
                <a:gd name="connsiteX67" fmla="*/ 5666564 w 6757909"/>
                <a:gd name="connsiteY67" fmla="*/ 6127558 h 6758176"/>
                <a:gd name="connsiteX68" fmla="*/ 5391077 w 6757909"/>
                <a:gd name="connsiteY68" fmla="*/ 6455949 h 6758176"/>
                <a:gd name="connsiteX69" fmla="*/ 5028073 w 6757909"/>
                <a:gd name="connsiteY69" fmla="*/ 6672943 h 6758176"/>
                <a:gd name="connsiteX70" fmla="*/ 4533163 w 6757909"/>
                <a:gd name="connsiteY70" fmla="*/ 6758089 h 6758176"/>
                <a:gd name="connsiteX71" fmla="*/ 3992795 w 6757909"/>
                <a:gd name="connsiteY71" fmla="*/ 6756188 h 6758176"/>
                <a:gd name="connsiteX72" fmla="*/ 3992795 w 6757909"/>
                <a:gd name="connsiteY72" fmla="*/ 6323996 h 6758176"/>
                <a:gd name="connsiteX73" fmla="*/ 4637040 w 6757909"/>
                <a:gd name="connsiteY73" fmla="*/ 6322678 h 6758176"/>
                <a:gd name="connsiteX74" fmla="*/ 5091335 w 6757909"/>
                <a:gd name="connsiteY74" fmla="*/ 6138796 h 6758176"/>
                <a:gd name="connsiteX75" fmla="*/ 5392472 w 6757909"/>
                <a:gd name="connsiteY75" fmla="*/ 5639071 h 6758176"/>
                <a:gd name="connsiteX76" fmla="*/ 5405440 w 6757909"/>
                <a:gd name="connsiteY76" fmla="*/ 5524721 h 6758176"/>
                <a:gd name="connsiteX77" fmla="*/ 5406787 w 6757909"/>
                <a:gd name="connsiteY77" fmla="*/ 4253270 h 6758176"/>
                <a:gd name="connsiteX78" fmla="*/ 5349851 w 6757909"/>
                <a:gd name="connsiteY78" fmla="*/ 4182602 h 6758176"/>
                <a:gd name="connsiteX79" fmla="*/ 4940738 w 6757909"/>
                <a:gd name="connsiteY79" fmla="*/ 3988925 h 6758176"/>
                <a:gd name="connsiteX80" fmla="*/ 4608132 w 6757909"/>
                <a:gd name="connsiteY80" fmla="*/ 3589980 h 6758176"/>
                <a:gd name="connsiteX81" fmla="*/ 4496792 w 6757909"/>
                <a:gd name="connsiteY81" fmla="*/ 3197906 h 6758176"/>
                <a:gd name="connsiteX82" fmla="*/ 4487179 w 6757909"/>
                <a:gd name="connsiteY82" fmla="*/ 844802 h 6758176"/>
                <a:gd name="connsiteX83" fmla="*/ 4491498 w 6757909"/>
                <a:gd name="connsiteY83" fmla="*/ 836469 h 6758176"/>
                <a:gd name="connsiteX84" fmla="*/ 4786213 w 6757909"/>
                <a:gd name="connsiteY84" fmla="*/ 836469 h 6758176"/>
                <a:gd name="connsiteX85" fmla="*/ 4786213 w 6757909"/>
                <a:gd name="connsiteY85" fmla="*/ 2380 h 6758176"/>
                <a:gd name="connsiteX86" fmla="*/ 1051449 w 6757909"/>
                <a:gd name="connsiteY86" fmla="*/ 254 h 6758176"/>
                <a:gd name="connsiteX87" fmla="*/ 1377796 w 6757909"/>
                <a:gd name="connsiteY87" fmla="*/ 27670 h 6758176"/>
                <a:gd name="connsiteX88" fmla="*/ 1623054 w 6757909"/>
                <a:gd name="connsiteY88" fmla="*/ 154453 h 6758176"/>
                <a:gd name="connsiteX89" fmla="*/ 1889944 w 6757909"/>
                <a:gd name="connsiteY89" fmla="*/ 580595 h 6758176"/>
                <a:gd name="connsiteX90" fmla="*/ 1904780 w 6757909"/>
                <a:gd name="connsiteY90" fmla="*/ 689533 h 6758176"/>
                <a:gd name="connsiteX91" fmla="*/ 1905468 w 6757909"/>
                <a:gd name="connsiteY91" fmla="*/ 1057784 h 6758176"/>
                <a:gd name="connsiteX92" fmla="*/ 348 w 6757909"/>
                <a:gd name="connsiteY92" fmla="*/ 1057784 h 6758176"/>
                <a:gd name="connsiteX93" fmla="*/ 507 w 6757909"/>
                <a:gd name="connsiteY93" fmla="*/ 745827 h 6758176"/>
                <a:gd name="connsiteX94" fmla="*/ 589523 w 6757909"/>
                <a:gd name="connsiteY94" fmla="*/ 11297 h 6758176"/>
                <a:gd name="connsiteX95" fmla="*/ 699621 w 6757909"/>
                <a:gd name="connsiteY95" fmla="*/ 730 h 6758176"/>
                <a:gd name="connsiteX96" fmla="*/ 1051449 w 6757909"/>
                <a:gd name="connsiteY96" fmla="*/ 254 h 6758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6757909" h="6758176">
                  <a:moveTo>
                    <a:pt x="441452" y="1692318"/>
                  </a:moveTo>
                  <a:cubicBezTo>
                    <a:pt x="441452" y="1854344"/>
                    <a:pt x="441452" y="2013590"/>
                    <a:pt x="441452" y="2182229"/>
                  </a:cubicBezTo>
                  <a:cubicBezTo>
                    <a:pt x="441452" y="2562195"/>
                    <a:pt x="440506" y="2942162"/>
                    <a:pt x="441891" y="3322128"/>
                  </a:cubicBezTo>
                  <a:cubicBezTo>
                    <a:pt x="442484" y="3485358"/>
                    <a:pt x="516937" y="3613097"/>
                    <a:pt x="647532" y="3706519"/>
                  </a:cubicBezTo>
                  <a:cubicBezTo>
                    <a:pt x="787398" y="3806573"/>
                    <a:pt x="946423" y="3811618"/>
                    <a:pt x="1106548" y="3777292"/>
                  </a:cubicBezTo>
                  <a:cubicBezTo>
                    <a:pt x="1315964" y="3732416"/>
                    <a:pt x="1476184" y="3527893"/>
                    <a:pt x="1474770" y="3295132"/>
                  </a:cubicBezTo>
                  <a:cubicBezTo>
                    <a:pt x="1471616" y="2777584"/>
                    <a:pt x="1473786" y="2259998"/>
                    <a:pt x="1473786" y="1742431"/>
                  </a:cubicBezTo>
                  <a:cubicBezTo>
                    <a:pt x="1473786" y="1725793"/>
                    <a:pt x="1473786" y="1709156"/>
                    <a:pt x="1473786" y="1692318"/>
                  </a:cubicBezTo>
                  <a:cubicBezTo>
                    <a:pt x="1127104" y="1692318"/>
                    <a:pt x="785611" y="1692318"/>
                    <a:pt x="441452" y="1692318"/>
                  </a:cubicBezTo>
                  <a:close/>
                  <a:moveTo>
                    <a:pt x="9748" y="1260671"/>
                  </a:moveTo>
                  <a:cubicBezTo>
                    <a:pt x="641627" y="1260671"/>
                    <a:pt x="1270954" y="1260671"/>
                    <a:pt x="1905480" y="1260671"/>
                  </a:cubicBezTo>
                  <a:cubicBezTo>
                    <a:pt x="1905480" y="1279000"/>
                    <a:pt x="1905480" y="1297205"/>
                    <a:pt x="1905480" y="1315409"/>
                  </a:cubicBezTo>
                  <a:cubicBezTo>
                    <a:pt x="1905480" y="1987921"/>
                    <a:pt x="1906942" y="2660443"/>
                    <a:pt x="1904610" y="3332955"/>
                  </a:cubicBezTo>
                  <a:cubicBezTo>
                    <a:pt x="1903894" y="3541195"/>
                    <a:pt x="1831600" y="3725880"/>
                    <a:pt x="1700986" y="3889416"/>
                  </a:cubicBezTo>
                  <a:cubicBezTo>
                    <a:pt x="1564169" y="4060702"/>
                    <a:pt x="1384855" y="4158644"/>
                    <a:pt x="1173471" y="4210191"/>
                  </a:cubicBezTo>
                  <a:cubicBezTo>
                    <a:pt x="1173471" y="4280095"/>
                    <a:pt x="1173471" y="4350324"/>
                    <a:pt x="1173471" y="4420562"/>
                  </a:cubicBezTo>
                  <a:cubicBezTo>
                    <a:pt x="1173471" y="4783404"/>
                    <a:pt x="1171225" y="5146264"/>
                    <a:pt x="1174388" y="5509087"/>
                  </a:cubicBezTo>
                  <a:cubicBezTo>
                    <a:pt x="1176032" y="5696399"/>
                    <a:pt x="1241817" y="5862458"/>
                    <a:pt x="1358747" y="6010026"/>
                  </a:cubicBezTo>
                  <a:cubicBezTo>
                    <a:pt x="1461926" y="6140239"/>
                    <a:pt x="1592474" y="6230785"/>
                    <a:pt x="1747601" y="6282523"/>
                  </a:cubicBezTo>
                  <a:cubicBezTo>
                    <a:pt x="1821920" y="6307311"/>
                    <a:pt x="1902852" y="6322821"/>
                    <a:pt x="1981022" y="6323758"/>
                  </a:cubicBezTo>
                  <a:lnTo>
                    <a:pt x="2765132" y="6328201"/>
                  </a:lnTo>
                  <a:lnTo>
                    <a:pt x="2765132" y="6757172"/>
                  </a:lnTo>
                  <a:lnTo>
                    <a:pt x="1933489" y="6755490"/>
                  </a:lnTo>
                  <a:cubicBezTo>
                    <a:pt x="1735684" y="6752069"/>
                    <a:pt x="1547952" y="6693298"/>
                    <a:pt x="1378825" y="6589584"/>
                  </a:cubicBezTo>
                  <a:cubicBezTo>
                    <a:pt x="1288060" y="6533919"/>
                    <a:pt x="1199320" y="6470838"/>
                    <a:pt x="1122316" y="6397771"/>
                  </a:cubicBezTo>
                  <a:cubicBezTo>
                    <a:pt x="997100" y="6278958"/>
                    <a:pt x="902254" y="6135528"/>
                    <a:pt x="835991" y="5975136"/>
                  </a:cubicBezTo>
                  <a:cubicBezTo>
                    <a:pt x="763459" y="5799568"/>
                    <a:pt x="738842" y="5616270"/>
                    <a:pt x="740658" y="5426530"/>
                  </a:cubicBezTo>
                  <a:cubicBezTo>
                    <a:pt x="744366" y="5038699"/>
                    <a:pt x="741767" y="4650801"/>
                    <a:pt x="741767" y="4262932"/>
                  </a:cubicBezTo>
                  <a:cubicBezTo>
                    <a:pt x="741767" y="4245807"/>
                    <a:pt x="741767" y="4228682"/>
                    <a:pt x="741767" y="4208910"/>
                  </a:cubicBezTo>
                  <a:cubicBezTo>
                    <a:pt x="601433" y="4178674"/>
                    <a:pt x="473236" y="4124012"/>
                    <a:pt x="360223" y="4034872"/>
                  </a:cubicBezTo>
                  <a:cubicBezTo>
                    <a:pt x="208862" y="3915495"/>
                    <a:pt x="99959" y="3766532"/>
                    <a:pt x="48785" y="3580433"/>
                  </a:cubicBezTo>
                  <a:cubicBezTo>
                    <a:pt x="27503" y="3503028"/>
                    <a:pt x="11745" y="3421245"/>
                    <a:pt x="11401" y="3341374"/>
                  </a:cubicBezTo>
                  <a:cubicBezTo>
                    <a:pt x="8496" y="2667305"/>
                    <a:pt x="9748" y="1993216"/>
                    <a:pt x="9748" y="1319136"/>
                  </a:cubicBezTo>
                  <a:cubicBezTo>
                    <a:pt x="9748" y="1300597"/>
                    <a:pt x="9748" y="1282049"/>
                    <a:pt x="9748" y="1260671"/>
                  </a:cubicBezTo>
                  <a:close/>
                  <a:moveTo>
                    <a:pt x="5218108" y="433969"/>
                  </a:moveTo>
                  <a:cubicBezTo>
                    <a:pt x="5218108" y="711837"/>
                    <a:pt x="5218108" y="987735"/>
                    <a:pt x="5218108" y="1268020"/>
                  </a:cubicBezTo>
                  <a:cubicBezTo>
                    <a:pt x="5116143" y="1268020"/>
                    <a:pt x="5018497" y="1268020"/>
                    <a:pt x="4919857" y="1268020"/>
                  </a:cubicBezTo>
                  <a:cubicBezTo>
                    <a:pt x="4919016" y="1278341"/>
                    <a:pt x="4918099" y="1284352"/>
                    <a:pt x="4918090" y="1290353"/>
                  </a:cubicBezTo>
                  <a:cubicBezTo>
                    <a:pt x="4918013" y="1897214"/>
                    <a:pt x="4915748" y="2504084"/>
                    <a:pt x="4920651" y="3110906"/>
                  </a:cubicBezTo>
                  <a:cubicBezTo>
                    <a:pt x="4921320" y="3193548"/>
                    <a:pt x="4947045" y="3280510"/>
                    <a:pt x="4979928" y="3357458"/>
                  </a:cubicBezTo>
                  <a:cubicBezTo>
                    <a:pt x="5060105" y="3545104"/>
                    <a:pt x="5202369" y="3672900"/>
                    <a:pt x="5401837" y="3744820"/>
                  </a:cubicBezTo>
                  <a:cubicBezTo>
                    <a:pt x="5520449" y="3787546"/>
                    <a:pt x="5641345" y="3795057"/>
                    <a:pt x="5764239" y="3767249"/>
                  </a:cubicBezTo>
                  <a:cubicBezTo>
                    <a:pt x="5935926" y="3728402"/>
                    <a:pt x="6072571" y="3634646"/>
                    <a:pt x="6176104" y="3494427"/>
                  </a:cubicBezTo>
                  <a:cubicBezTo>
                    <a:pt x="6270825" y="3366163"/>
                    <a:pt x="6324828" y="3220994"/>
                    <a:pt x="6325201" y="3060440"/>
                  </a:cubicBezTo>
                  <a:cubicBezTo>
                    <a:pt x="6326529" y="2480174"/>
                    <a:pt x="6325717" y="1899909"/>
                    <a:pt x="6325717" y="1319643"/>
                  </a:cubicBezTo>
                  <a:cubicBezTo>
                    <a:pt x="6325717" y="1303044"/>
                    <a:pt x="6325717" y="1286445"/>
                    <a:pt x="6325717" y="1265498"/>
                  </a:cubicBezTo>
                  <a:cubicBezTo>
                    <a:pt x="6219499" y="1265498"/>
                    <a:pt x="6118728" y="1265498"/>
                    <a:pt x="6013705" y="1265498"/>
                  </a:cubicBezTo>
                  <a:cubicBezTo>
                    <a:pt x="6013705" y="985184"/>
                    <a:pt x="6013705" y="709295"/>
                    <a:pt x="6013705" y="433969"/>
                  </a:cubicBezTo>
                  <a:cubicBezTo>
                    <a:pt x="5747018" y="433969"/>
                    <a:pt x="5484776" y="433969"/>
                    <a:pt x="5218108" y="433969"/>
                  </a:cubicBezTo>
                  <a:close/>
                  <a:moveTo>
                    <a:pt x="1115158" y="430648"/>
                  </a:moveTo>
                  <a:cubicBezTo>
                    <a:pt x="998402" y="437016"/>
                    <a:pt x="880929" y="429264"/>
                    <a:pt x="763960" y="433234"/>
                  </a:cubicBezTo>
                  <a:cubicBezTo>
                    <a:pt x="714771" y="434903"/>
                    <a:pt x="663701" y="444301"/>
                    <a:pt x="617664" y="461421"/>
                  </a:cubicBezTo>
                  <a:cubicBezTo>
                    <a:pt x="540828" y="489997"/>
                    <a:pt x="488577" y="546987"/>
                    <a:pt x="460250" y="626708"/>
                  </a:cubicBezTo>
                  <a:cubicBezTo>
                    <a:pt x="792880" y="626708"/>
                    <a:pt x="1121265" y="626708"/>
                    <a:pt x="1453083" y="626708"/>
                  </a:cubicBezTo>
                  <a:cubicBezTo>
                    <a:pt x="1446544" y="614238"/>
                    <a:pt x="1441697" y="604992"/>
                    <a:pt x="1435823" y="588769"/>
                  </a:cubicBezTo>
                  <a:cubicBezTo>
                    <a:pt x="1360022" y="472992"/>
                    <a:pt x="1254323" y="423057"/>
                    <a:pt x="1115158" y="430648"/>
                  </a:cubicBezTo>
                  <a:close/>
                  <a:moveTo>
                    <a:pt x="4786213" y="2380"/>
                  </a:moveTo>
                  <a:cubicBezTo>
                    <a:pt x="5340600" y="2380"/>
                    <a:pt x="5890601" y="2380"/>
                    <a:pt x="6444998" y="2380"/>
                  </a:cubicBezTo>
                  <a:cubicBezTo>
                    <a:pt x="6444998" y="277189"/>
                    <a:pt x="6444998" y="553059"/>
                    <a:pt x="6444998" y="833344"/>
                  </a:cubicBezTo>
                  <a:cubicBezTo>
                    <a:pt x="6549973" y="833344"/>
                    <a:pt x="6650735" y="833344"/>
                    <a:pt x="6757421" y="833344"/>
                  </a:cubicBezTo>
                  <a:cubicBezTo>
                    <a:pt x="6757421" y="852658"/>
                    <a:pt x="6757421" y="867613"/>
                    <a:pt x="6757421" y="882578"/>
                  </a:cubicBezTo>
                  <a:cubicBezTo>
                    <a:pt x="6757421" y="1623867"/>
                    <a:pt x="6759255" y="2365165"/>
                    <a:pt x="6755815" y="3106434"/>
                  </a:cubicBezTo>
                  <a:cubicBezTo>
                    <a:pt x="6755156" y="3248478"/>
                    <a:pt x="6717810" y="3386088"/>
                    <a:pt x="6660903" y="3518174"/>
                  </a:cubicBezTo>
                  <a:cubicBezTo>
                    <a:pt x="6599437" y="3660868"/>
                    <a:pt x="6514357" y="3786963"/>
                    <a:pt x="6404298" y="3894825"/>
                  </a:cubicBezTo>
                  <a:cubicBezTo>
                    <a:pt x="6256415" y="4039764"/>
                    <a:pt x="6079920" y="4137104"/>
                    <a:pt x="5877958" y="4184685"/>
                  </a:cubicBezTo>
                  <a:cubicBezTo>
                    <a:pt x="5844645" y="4192531"/>
                    <a:pt x="5837124" y="4205709"/>
                    <a:pt x="5837172" y="4236719"/>
                  </a:cubicBezTo>
                  <a:cubicBezTo>
                    <a:pt x="5837956" y="4676173"/>
                    <a:pt x="5842304" y="5115694"/>
                    <a:pt x="5835662" y="5555052"/>
                  </a:cubicBezTo>
                  <a:cubicBezTo>
                    <a:pt x="5832585" y="5758610"/>
                    <a:pt x="5769198" y="5949544"/>
                    <a:pt x="5666564" y="6127558"/>
                  </a:cubicBezTo>
                  <a:cubicBezTo>
                    <a:pt x="5593698" y="6253949"/>
                    <a:pt x="5497906" y="6360043"/>
                    <a:pt x="5391077" y="6455949"/>
                  </a:cubicBezTo>
                  <a:cubicBezTo>
                    <a:pt x="5284935" y="6551225"/>
                    <a:pt x="5161497" y="6621043"/>
                    <a:pt x="5028073" y="6672943"/>
                  </a:cubicBezTo>
                  <a:cubicBezTo>
                    <a:pt x="4868703" y="6734934"/>
                    <a:pt x="4703972" y="6759857"/>
                    <a:pt x="4533163" y="6758089"/>
                  </a:cubicBezTo>
                  <a:lnTo>
                    <a:pt x="3992795" y="6756188"/>
                  </a:lnTo>
                  <a:lnTo>
                    <a:pt x="3992795" y="6323996"/>
                  </a:lnTo>
                  <a:lnTo>
                    <a:pt x="4637040" y="6322678"/>
                  </a:lnTo>
                  <a:cubicBezTo>
                    <a:pt x="4805555" y="6317240"/>
                    <a:pt x="4957777" y="6245778"/>
                    <a:pt x="5091335" y="6138796"/>
                  </a:cubicBezTo>
                  <a:cubicBezTo>
                    <a:pt x="5253543" y="6008879"/>
                    <a:pt x="5347615" y="5838777"/>
                    <a:pt x="5392472" y="5639071"/>
                  </a:cubicBezTo>
                  <a:cubicBezTo>
                    <a:pt x="5400843" y="5601821"/>
                    <a:pt x="5405363" y="5562888"/>
                    <a:pt x="5405440" y="5524721"/>
                  </a:cubicBezTo>
                  <a:cubicBezTo>
                    <a:pt x="5406338" y="5100901"/>
                    <a:pt x="5405487" y="4677090"/>
                    <a:pt x="5406787" y="4253270"/>
                  </a:cubicBezTo>
                  <a:cubicBezTo>
                    <a:pt x="5406930" y="4209751"/>
                    <a:pt x="5398798" y="4194461"/>
                    <a:pt x="5349851" y="4182602"/>
                  </a:cubicBezTo>
                  <a:cubicBezTo>
                    <a:pt x="5201394" y="4146622"/>
                    <a:pt x="5064128" y="4082185"/>
                    <a:pt x="4940738" y="3988925"/>
                  </a:cubicBezTo>
                  <a:cubicBezTo>
                    <a:pt x="4798474" y="3881408"/>
                    <a:pt x="4688911" y="3747477"/>
                    <a:pt x="4608132" y="3589980"/>
                  </a:cubicBezTo>
                  <a:cubicBezTo>
                    <a:pt x="4545109" y="3467125"/>
                    <a:pt x="4497710" y="3336864"/>
                    <a:pt x="4496792" y="3197906"/>
                  </a:cubicBezTo>
                  <a:cubicBezTo>
                    <a:pt x="4491603" y="2413557"/>
                    <a:pt x="4489950" y="1629180"/>
                    <a:pt x="4487179" y="844802"/>
                  </a:cubicBezTo>
                  <a:cubicBezTo>
                    <a:pt x="4487179" y="843503"/>
                    <a:pt x="4488469" y="842203"/>
                    <a:pt x="4491498" y="836469"/>
                  </a:cubicBezTo>
                  <a:cubicBezTo>
                    <a:pt x="4586650" y="836469"/>
                    <a:pt x="4684277" y="836469"/>
                    <a:pt x="4786213" y="836469"/>
                  </a:cubicBezTo>
                  <a:cubicBezTo>
                    <a:pt x="4786213" y="556213"/>
                    <a:pt x="4786213" y="280343"/>
                    <a:pt x="4786213" y="2380"/>
                  </a:cubicBezTo>
                  <a:close/>
                  <a:moveTo>
                    <a:pt x="1051449" y="254"/>
                  </a:moveTo>
                  <a:cubicBezTo>
                    <a:pt x="1164019" y="1211"/>
                    <a:pt x="1272142" y="-6841"/>
                    <a:pt x="1377796" y="27670"/>
                  </a:cubicBezTo>
                  <a:cubicBezTo>
                    <a:pt x="1466898" y="56775"/>
                    <a:pt x="1549139" y="97417"/>
                    <a:pt x="1623054" y="154453"/>
                  </a:cubicBezTo>
                  <a:cubicBezTo>
                    <a:pt x="1764354" y="263490"/>
                    <a:pt x="1849001" y="408774"/>
                    <a:pt x="1889944" y="580595"/>
                  </a:cubicBezTo>
                  <a:cubicBezTo>
                    <a:pt x="1898410" y="616120"/>
                    <a:pt x="1904236" y="653117"/>
                    <a:pt x="1904780" y="689533"/>
                  </a:cubicBezTo>
                  <a:cubicBezTo>
                    <a:pt x="1906597" y="811280"/>
                    <a:pt x="1905468" y="933069"/>
                    <a:pt x="1905468" y="1057784"/>
                  </a:cubicBezTo>
                  <a:cubicBezTo>
                    <a:pt x="1270766" y="1057784"/>
                    <a:pt x="638391" y="1057784"/>
                    <a:pt x="348" y="1057784"/>
                  </a:cubicBezTo>
                  <a:cubicBezTo>
                    <a:pt x="348" y="954112"/>
                    <a:pt x="-532" y="849960"/>
                    <a:pt x="507" y="745827"/>
                  </a:cubicBezTo>
                  <a:cubicBezTo>
                    <a:pt x="4107" y="384664"/>
                    <a:pt x="239396" y="95875"/>
                    <a:pt x="589523" y="11297"/>
                  </a:cubicBezTo>
                  <a:cubicBezTo>
                    <a:pt x="625038" y="2718"/>
                    <a:pt x="662834" y="1140"/>
                    <a:pt x="699621" y="730"/>
                  </a:cubicBezTo>
                  <a:cubicBezTo>
                    <a:pt x="815320" y="-561"/>
                    <a:pt x="931042" y="254"/>
                    <a:pt x="1051449" y="254"/>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677" name="Freeform: Shape 1676">
              <a:extLst>
                <a:ext uri="{FF2B5EF4-FFF2-40B4-BE49-F238E27FC236}">
                  <a16:creationId xmlns:a16="http://schemas.microsoft.com/office/drawing/2014/main" id="{507633D4-5209-0AC6-E0C8-5C514D434D89}"/>
                </a:ext>
                <a:ext uri="{C183D7F6-B498-43B3-948B-1728B52AA6E4}">
                  <adec:decorative xmlns:adec="http://schemas.microsoft.com/office/drawing/2017/decorative" val="1"/>
                </a:ext>
              </a:extLst>
            </p:cNvPr>
            <p:cNvSpPr/>
            <p:nvPr/>
          </p:nvSpPr>
          <p:spPr>
            <a:xfrm>
              <a:off x="2039879" y="3678774"/>
              <a:ext cx="191806" cy="415041"/>
            </a:xfrm>
            <a:custGeom>
              <a:avLst/>
              <a:gdLst>
                <a:gd name="connsiteX0" fmla="*/ 0 w 2877093"/>
                <a:gd name="connsiteY0" fmla="*/ 5592790 h 6225615"/>
                <a:gd name="connsiteX1" fmla="*/ 635166 w 2877093"/>
                <a:gd name="connsiteY1" fmla="*/ 5592790 h 6225615"/>
                <a:gd name="connsiteX2" fmla="*/ 635166 w 2877093"/>
                <a:gd name="connsiteY2" fmla="*/ 6225615 h 6225615"/>
                <a:gd name="connsiteX3" fmla="*/ 0 w 2877093"/>
                <a:gd name="connsiteY3" fmla="*/ 6225615 h 6225615"/>
                <a:gd name="connsiteX4" fmla="*/ 2244373 w 2877093"/>
                <a:gd name="connsiteY4" fmla="*/ 440 h 6225615"/>
                <a:gd name="connsiteX5" fmla="*/ 2454295 w 2877093"/>
                <a:gd name="connsiteY5" fmla="*/ 440 h 6225615"/>
                <a:gd name="connsiteX6" fmla="*/ 2454295 w 2877093"/>
                <a:gd name="connsiteY6" fmla="*/ 212503 h 6225615"/>
                <a:gd name="connsiteX7" fmla="*/ 2244373 w 2877093"/>
                <a:gd name="connsiteY7" fmla="*/ 212503 h 6225615"/>
                <a:gd name="connsiteX8" fmla="*/ 2665603 w 2877093"/>
                <a:gd name="connsiteY8" fmla="*/ 0 h 6225615"/>
                <a:gd name="connsiteX9" fmla="*/ 2877093 w 2877093"/>
                <a:gd name="connsiteY9" fmla="*/ 0 h 6225615"/>
                <a:gd name="connsiteX10" fmla="*/ 2877093 w 2877093"/>
                <a:gd name="connsiteY10" fmla="*/ 210563 h 6225615"/>
                <a:gd name="connsiteX11" fmla="*/ 2665603 w 2877093"/>
                <a:gd name="connsiteY11" fmla="*/ 210563 h 622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77093" h="6225615">
                  <a:moveTo>
                    <a:pt x="0" y="5592790"/>
                  </a:moveTo>
                  <a:lnTo>
                    <a:pt x="635166" y="5592790"/>
                  </a:lnTo>
                  <a:lnTo>
                    <a:pt x="635166" y="6225615"/>
                  </a:lnTo>
                  <a:lnTo>
                    <a:pt x="0" y="6225615"/>
                  </a:lnTo>
                  <a:close/>
                  <a:moveTo>
                    <a:pt x="2244373" y="440"/>
                  </a:moveTo>
                  <a:lnTo>
                    <a:pt x="2454295" y="440"/>
                  </a:lnTo>
                  <a:lnTo>
                    <a:pt x="2454295" y="212503"/>
                  </a:lnTo>
                  <a:lnTo>
                    <a:pt x="2244373" y="212503"/>
                  </a:lnTo>
                  <a:close/>
                  <a:moveTo>
                    <a:pt x="2665603" y="0"/>
                  </a:moveTo>
                  <a:lnTo>
                    <a:pt x="2877093" y="0"/>
                  </a:lnTo>
                  <a:lnTo>
                    <a:pt x="2877093" y="210563"/>
                  </a:lnTo>
                  <a:lnTo>
                    <a:pt x="2665603" y="210563"/>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4" name="Group 63">
            <a:extLst>
              <a:ext uri="{FF2B5EF4-FFF2-40B4-BE49-F238E27FC236}">
                <a16:creationId xmlns:a16="http://schemas.microsoft.com/office/drawing/2014/main" id="{E44FB047-93D8-606B-A82A-F43652725517}"/>
              </a:ext>
              <a:ext uri="{C183D7F6-B498-43B3-948B-1728B52AA6E4}">
                <adec:decorative xmlns:adec="http://schemas.microsoft.com/office/drawing/2017/decorative" val="1"/>
              </a:ext>
            </a:extLst>
          </p:cNvPr>
          <p:cNvGrpSpPr>
            <a:grpSpLocks noChangeAspect="1"/>
          </p:cNvGrpSpPr>
          <p:nvPr/>
        </p:nvGrpSpPr>
        <p:grpSpPr>
          <a:xfrm>
            <a:off x="2371294" y="3640697"/>
            <a:ext cx="468584" cy="457200"/>
            <a:chOff x="2371315" y="3636615"/>
            <a:chExt cx="468584" cy="457200"/>
          </a:xfrm>
          <a:solidFill>
            <a:srgbClr val="FF0000"/>
          </a:solidFill>
        </p:grpSpPr>
        <p:sp>
          <p:nvSpPr>
            <p:cNvPr id="1696" name="Freeform: Shape 1695">
              <a:extLst>
                <a:ext uri="{FF2B5EF4-FFF2-40B4-BE49-F238E27FC236}">
                  <a16:creationId xmlns:a16="http://schemas.microsoft.com/office/drawing/2014/main" id="{A3759286-FC27-6540-3285-339746D9B100}"/>
                </a:ext>
                <a:ext uri="{C183D7F6-B498-43B3-948B-1728B52AA6E4}">
                  <adec:decorative xmlns:adec="http://schemas.microsoft.com/office/drawing/2017/decorative" val="1"/>
                </a:ext>
              </a:extLst>
            </p:cNvPr>
            <p:cNvSpPr/>
            <p:nvPr/>
          </p:nvSpPr>
          <p:spPr>
            <a:xfrm>
              <a:off x="2378525" y="3636615"/>
              <a:ext cx="461374" cy="457200"/>
            </a:xfrm>
            <a:custGeom>
              <a:avLst/>
              <a:gdLst>
                <a:gd name="connsiteX0" fmla="*/ 5173089 w 6920597"/>
                <a:gd name="connsiteY0" fmla="*/ 5767081 h 6858000"/>
                <a:gd name="connsiteX1" fmla="*/ 5350618 w 6920597"/>
                <a:gd name="connsiteY1" fmla="*/ 5767081 h 6858000"/>
                <a:gd name="connsiteX2" fmla="*/ 5350618 w 6920597"/>
                <a:gd name="connsiteY2" fmla="*/ 6201148 h 6858000"/>
                <a:gd name="connsiteX3" fmla="*/ 5173089 w 6920597"/>
                <a:gd name="connsiteY3" fmla="*/ 6201148 h 6858000"/>
                <a:gd name="connsiteX4" fmla="*/ 5650274 w 6920597"/>
                <a:gd name="connsiteY4" fmla="*/ 5159046 h 6858000"/>
                <a:gd name="connsiteX5" fmla="*/ 5827811 w 6920597"/>
                <a:gd name="connsiteY5" fmla="*/ 5159046 h 6858000"/>
                <a:gd name="connsiteX6" fmla="*/ 5827811 w 6920597"/>
                <a:gd name="connsiteY6" fmla="*/ 5593121 h 6858000"/>
                <a:gd name="connsiteX7" fmla="*/ 5650274 w 6920597"/>
                <a:gd name="connsiteY7" fmla="*/ 5593121 h 6858000"/>
                <a:gd name="connsiteX8" fmla="*/ 4826738 w 6920597"/>
                <a:gd name="connsiteY8" fmla="*/ 4551012 h 6858000"/>
                <a:gd name="connsiteX9" fmla="*/ 5004275 w 6920597"/>
                <a:gd name="connsiteY9" fmla="*/ 4551012 h 6858000"/>
                <a:gd name="connsiteX10" fmla="*/ 5004275 w 6920597"/>
                <a:gd name="connsiteY10" fmla="*/ 4985087 h 6858000"/>
                <a:gd name="connsiteX11" fmla="*/ 4826738 w 6920597"/>
                <a:gd name="connsiteY11" fmla="*/ 4985087 h 6858000"/>
                <a:gd name="connsiteX12" fmla="*/ 4059783 w 6920597"/>
                <a:gd name="connsiteY12" fmla="*/ 4263911 h 6858000"/>
                <a:gd name="connsiteX13" fmla="*/ 4059783 w 6920597"/>
                <a:gd name="connsiteY13" fmla="*/ 6492806 h 6858000"/>
                <a:gd name="connsiteX14" fmla="*/ 6548585 w 6920597"/>
                <a:gd name="connsiteY14" fmla="*/ 6492806 h 6858000"/>
                <a:gd name="connsiteX15" fmla="*/ 6548585 w 6920597"/>
                <a:gd name="connsiteY15" fmla="*/ 4263911 h 6858000"/>
                <a:gd name="connsiteX16" fmla="*/ 6462357 w 6920597"/>
                <a:gd name="connsiteY16" fmla="*/ 4263911 h 6858000"/>
                <a:gd name="connsiteX17" fmla="*/ 4059783 w 6920597"/>
                <a:gd name="connsiteY17" fmla="*/ 4263911 h 6858000"/>
                <a:gd name="connsiteX18" fmla="*/ 5270001 w 6920597"/>
                <a:gd name="connsiteY18" fmla="*/ 0 h 6858000"/>
                <a:gd name="connsiteX19" fmla="*/ 5326173 w 6920597"/>
                <a:gd name="connsiteY19" fmla="*/ 0 h 6858000"/>
                <a:gd name="connsiteX20" fmla="*/ 5326173 w 6920597"/>
                <a:gd name="connsiteY20" fmla="*/ 3893276 h 6858000"/>
                <a:gd name="connsiteX21" fmla="*/ 6920467 w 6920597"/>
                <a:gd name="connsiteY21" fmla="*/ 3893276 h 6858000"/>
                <a:gd name="connsiteX22" fmla="*/ 6920467 w 6920597"/>
                <a:gd name="connsiteY22" fmla="*/ 3939022 h 6858000"/>
                <a:gd name="connsiteX23" fmla="*/ 6920057 w 6920597"/>
                <a:gd name="connsiteY23" fmla="*/ 6570940 h 6858000"/>
                <a:gd name="connsiteX24" fmla="*/ 6635255 w 6920597"/>
                <a:gd name="connsiteY24" fmla="*/ 6858000 h 6858000"/>
                <a:gd name="connsiteX25" fmla="*/ 3749380 w 6920597"/>
                <a:gd name="connsiteY25" fmla="*/ 6857679 h 6858000"/>
                <a:gd name="connsiteX26" fmla="*/ 3696865 w 6920597"/>
                <a:gd name="connsiteY26" fmla="*/ 6857679 h 6858000"/>
                <a:gd name="connsiteX27" fmla="*/ 3696865 w 6920597"/>
                <a:gd name="connsiteY27" fmla="*/ 4856762 h 6858000"/>
                <a:gd name="connsiteX28" fmla="*/ 598099 w 6920597"/>
                <a:gd name="connsiteY28" fmla="*/ 4853554 h 6858000"/>
                <a:gd name="connsiteX29" fmla="*/ 598099 w 6920597"/>
                <a:gd name="connsiteY29" fmla="*/ 4505273 h 6858000"/>
                <a:gd name="connsiteX30" fmla="*/ 628260 w 6920597"/>
                <a:gd name="connsiteY30" fmla="*/ 4509357 h 6858000"/>
                <a:gd name="connsiteX31" fmla="*/ 673854 w 6920597"/>
                <a:gd name="connsiteY31" fmla="*/ 4510112 h 6858000"/>
                <a:gd name="connsiteX32" fmla="*/ 890200 w 6920597"/>
                <a:gd name="connsiteY32" fmla="*/ 4502371 h 6858000"/>
                <a:gd name="connsiteX33" fmla="*/ 3695594 w 6920597"/>
                <a:gd name="connsiteY33" fmla="*/ 4502476 h 6858000"/>
                <a:gd name="connsiteX34" fmla="*/ 3695594 w 6920597"/>
                <a:gd name="connsiteY34" fmla="*/ 4456247 h 6858000"/>
                <a:gd name="connsiteX35" fmla="*/ 3696053 w 6920597"/>
                <a:gd name="connsiteY35" fmla="*/ 4160111 h 6858000"/>
                <a:gd name="connsiteX36" fmla="*/ 3772394 w 6920597"/>
                <a:gd name="connsiteY36" fmla="*/ 3975517 h 6858000"/>
                <a:gd name="connsiteX37" fmla="*/ 3974512 w 6920597"/>
                <a:gd name="connsiteY37" fmla="*/ 3894779 h 6858000"/>
                <a:gd name="connsiteX38" fmla="*/ 4924461 w 6920597"/>
                <a:gd name="connsiteY38" fmla="*/ 3894489 h 6858000"/>
                <a:gd name="connsiteX39" fmla="*/ 4972523 w 6920597"/>
                <a:gd name="connsiteY39" fmla="*/ 3894489 h 6858000"/>
                <a:gd name="connsiteX40" fmla="*/ 4974661 w 6920597"/>
                <a:gd name="connsiteY40" fmla="*/ 3669534 h 6858000"/>
                <a:gd name="connsiteX41" fmla="*/ 4973093 w 6920597"/>
                <a:gd name="connsiteY41" fmla="*/ 3382643 h 6858000"/>
                <a:gd name="connsiteX42" fmla="*/ 4973190 w 6920597"/>
                <a:gd name="connsiteY42" fmla="*/ 356352 h 6858000"/>
                <a:gd name="connsiteX43" fmla="*/ 355508 w 6920597"/>
                <a:gd name="connsiteY43" fmla="*/ 356352 h 6858000"/>
                <a:gd name="connsiteX44" fmla="*/ 355266 w 6920597"/>
                <a:gd name="connsiteY44" fmla="*/ 939258 h 6858000"/>
                <a:gd name="connsiteX45" fmla="*/ 355266 w 6920597"/>
                <a:gd name="connsiteY45" fmla="*/ 3291833 h 6858000"/>
                <a:gd name="connsiteX46" fmla="*/ 355942 w 6920597"/>
                <a:gd name="connsiteY46" fmla="*/ 3294871 h 6858000"/>
                <a:gd name="connsiteX47" fmla="*/ 355266 w 6920597"/>
                <a:gd name="connsiteY47" fmla="*/ 3987446 h 6858000"/>
                <a:gd name="connsiteX48" fmla="*/ 355266 w 6920597"/>
                <a:gd name="connsiteY48" fmla="*/ 4235777 h 6858000"/>
                <a:gd name="connsiteX49" fmla="*/ 0 w 6920597"/>
                <a:gd name="connsiteY49" fmla="*/ 4235777 h 6858000"/>
                <a:gd name="connsiteX50" fmla="*/ 0 w 6920597"/>
                <a:gd name="connsiteY50" fmla="*/ 376745 h 6858000"/>
                <a:gd name="connsiteX51" fmla="*/ 8 w 6920597"/>
                <a:gd name="connsiteY51" fmla="*/ 376745 h 6858000"/>
                <a:gd name="connsiteX52" fmla="*/ 0 w 6920597"/>
                <a:gd name="connsiteY52" fmla="*/ 343048 h 6858000"/>
                <a:gd name="connsiteX53" fmla="*/ 265622 w 6920597"/>
                <a:gd name="connsiteY53" fmla="*/ 8473 h 6858000"/>
                <a:gd name="connsiteX54" fmla="*/ 340926 w 6920597"/>
                <a:gd name="connsiteY54" fmla="*/ 338 h 6858000"/>
                <a:gd name="connsiteX55" fmla="*/ 5270001 w 6920597"/>
                <a:gd name="connsiteY5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920597" h="6858000">
                  <a:moveTo>
                    <a:pt x="5173089" y="5767081"/>
                  </a:moveTo>
                  <a:lnTo>
                    <a:pt x="5350618" y="5767081"/>
                  </a:lnTo>
                  <a:lnTo>
                    <a:pt x="5350618" y="6201148"/>
                  </a:lnTo>
                  <a:lnTo>
                    <a:pt x="5173089" y="6201148"/>
                  </a:lnTo>
                  <a:close/>
                  <a:moveTo>
                    <a:pt x="5650274" y="5159046"/>
                  </a:moveTo>
                  <a:lnTo>
                    <a:pt x="5827811" y="5159046"/>
                  </a:lnTo>
                  <a:lnTo>
                    <a:pt x="5827811" y="5593121"/>
                  </a:lnTo>
                  <a:lnTo>
                    <a:pt x="5650274" y="5593121"/>
                  </a:lnTo>
                  <a:close/>
                  <a:moveTo>
                    <a:pt x="4826738" y="4551012"/>
                  </a:moveTo>
                  <a:lnTo>
                    <a:pt x="5004275" y="4551012"/>
                  </a:lnTo>
                  <a:lnTo>
                    <a:pt x="5004275" y="4985087"/>
                  </a:lnTo>
                  <a:lnTo>
                    <a:pt x="4826738" y="4985087"/>
                  </a:lnTo>
                  <a:close/>
                  <a:moveTo>
                    <a:pt x="4059783" y="4263911"/>
                  </a:moveTo>
                  <a:cubicBezTo>
                    <a:pt x="4059783" y="5010979"/>
                    <a:pt x="4059783" y="5751784"/>
                    <a:pt x="4059783" y="6492806"/>
                  </a:cubicBezTo>
                  <a:cubicBezTo>
                    <a:pt x="4891182" y="6492806"/>
                    <a:pt x="5720129" y="6492806"/>
                    <a:pt x="6548585" y="6492806"/>
                  </a:cubicBezTo>
                  <a:cubicBezTo>
                    <a:pt x="6548585" y="5748858"/>
                    <a:pt x="6548585" y="5008053"/>
                    <a:pt x="6548585" y="4263911"/>
                  </a:cubicBezTo>
                  <a:cubicBezTo>
                    <a:pt x="6520771" y="4263911"/>
                    <a:pt x="6495387" y="4263911"/>
                    <a:pt x="6462357" y="4263911"/>
                  </a:cubicBezTo>
                  <a:cubicBezTo>
                    <a:pt x="5661352" y="4263911"/>
                    <a:pt x="4860338" y="4263911"/>
                    <a:pt x="4059783" y="4263911"/>
                  </a:cubicBezTo>
                  <a:close/>
                  <a:moveTo>
                    <a:pt x="5270001" y="0"/>
                  </a:moveTo>
                  <a:cubicBezTo>
                    <a:pt x="5287629" y="0"/>
                    <a:pt x="5305257" y="0"/>
                    <a:pt x="5326173" y="0"/>
                  </a:cubicBezTo>
                  <a:cubicBezTo>
                    <a:pt x="5326173" y="1298697"/>
                    <a:pt x="5326173" y="2593583"/>
                    <a:pt x="5326173" y="3893276"/>
                  </a:cubicBezTo>
                  <a:cubicBezTo>
                    <a:pt x="5858245" y="3893276"/>
                    <a:pt x="6387029" y="3893276"/>
                    <a:pt x="6920467" y="3893276"/>
                  </a:cubicBezTo>
                  <a:cubicBezTo>
                    <a:pt x="6920467" y="3911684"/>
                    <a:pt x="6920467" y="3925357"/>
                    <a:pt x="6920467" y="3939022"/>
                  </a:cubicBezTo>
                  <a:cubicBezTo>
                    <a:pt x="6920467" y="4816328"/>
                    <a:pt x="6920949" y="5693634"/>
                    <a:pt x="6920057" y="6570940"/>
                  </a:cubicBezTo>
                  <a:cubicBezTo>
                    <a:pt x="6919879" y="6745422"/>
                    <a:pt x="6804480" y="6858121"/>
                    <a:pt x="6635255" y="6858000"/>
                  </a:cubicBezTo>
                  <a:cubicBezTo>
                    <a:pt x="5673297" y="6857333"/>
                    <a:pt x="4711338" y="6857679"/>
                    <a:pt x="3749380" y="6857679"/>
                  </a:cubicBezTo>
                  <a:cubicBezTo>
                    <a:pt x="3732997" y="6857679"/>
                    <a:pt x="3716623" y="6857679"/>
                    <a:pt x="3696865" y="6857679"/>
                  </a:cubicBezTo>
                  <a:cubicBezTo>
                    <a:pt x="3696865" y="6190296"/>
                    <a:pt x="3696865" y="5526475"/>
                    <a:pt x="3696865" y="4856762"/>
                  </a:cubicBezTo>
                  <a:lnTo>
                    <a:pt x="598099" y="4853554"/>
                  </a:lnTo>
                  <a:lnTo>
                    <a:pt x="598099" y="4505273"/>
                  </a:lnTo>
                  <a:lnTo>
                    <a:pt x="628260" y="4509357"/>
                  </a:lnTo>
                  <a:cubicBezTo>
                    <a:pt x="645848" y="4509895"/>
                    <a:pt x="659875" y="4510595"/>
                    <a:pt x="673854" y="4510112"/>
                  </a:cubicBezTo>
                  <a:cubicBezTo>
                    <a:pt x="744776" y="4507669"/>
                    <a:pt x="815691" y="4504920"/>
                    <a:pt x="890200" y="4502371"/>
                  </a:cubicBezTo>
                  <a:cubicBezTo>
                    <a:pt x="1826588" y="4502476"/>
                    <a:pt x="2759391" y="4502476"/>
                    <a:pt x="3695594" y="4502476"/>
                  </a:cubicBezTo>
                  <a:cubicBezTo>
                    <a:pt x="3695594" y="4483891"/>
                    <a:pt x="3695594" y="4470065"/>
                    <a:pt x="3695594" y="4456247"/>
                  </a:cubicBezTo>
                  <a:cubicBezTo>
                    <a:pt x="3695594" y="4357527"/>
                    <a:pt x="3694252" y="4258791"/>
                    <a:pt x="3696053" y="4160111"/>
                  </a:cubicBezTo>
                  <a:cubicBezTo>
                    <a:pt x="3697347" y="4089397"/>
                    <a:pt x="3722660" y="4026955"/>
                    <a:pt x="3772394" y="3975517"/>
                  </a:cubicBezTo>
                  <a:cubicBezTo>
                    <a:pt x="3827642" y="3918388"/>
                    <a:pt x="3897150" y="3894948"/>
                    <a:pt x="3974512" y="3894779"/>
                  </a:cubicBezTo>
                  <a:cubicBezTo>
                    <a:pt x="4291162" y="3894095"/>
                    <a:pt x="4607811" y="3894489"/>
                    <a:pt x="4924461" y="3894489"/>
                  </a:cubicBezTo>
                  <a:cubicBezTo>
                    <a:pt x="4939445" y="3894489"/>
                    <a:pt x="4954436" y="3894489"/>
                    <a:pt x="4972523" y="3894489"/>
                  </a:cubicBezTo>
                  <a:cubicBezTo>
                    <a:pt x="4972523" y="3817449"/>
                    <a:pt x="4972523" y="3744725"/>
                    <a:pt x="4974661" y="3669534"/>
                  </a:cubicBezTo>
                  <a:cubicBezTo>
                    <a:pt x="4975529" y="3573467"/>
                    <a:pt x="4974259" y="3479851"/>
                    <a:pt x="4973093" y="3382643"/>
                  </a:cubicBezTo>
                  <a:cubicBezTo>
                    <a:pt x="4973190" y="2371465"/>
                    <a:pt x="4973190" y="1363880"/>
                    <a:pt x="4973190" y="356352"/>
                  </a:cubicBezTo>
                  <a:cubicBezTo>
                    <a:pt x="3431130" y="356352"/>
                    <a:pt x="1895011" y="356352"/>
                    <a:pt x="355508" y="356352"/>
                  </a:cubicBezTo>
                  <a:lnTo>
                    <a:pt x="355266" y="939258"/>
                  </a:lnTo>
                  <a:lnTo>
                    <a:pt x="355266" y="3291833"/>
                  </a:lnTo>
                  <a:lnTo>
                    <a:pt x="355942" y="3294871"/>
                  </a:lnTo>
                  <a:lnTo>
                    <a:pt x="355266" y="3987446"/>
                  </a:lnTo>
                  <a:lnTo>
                    <a:pt x="355266" y="4235777"/>
                  </a:lnTo>
                  <a:lnTo>
                    <a:pt x="0" y="4235777"/>
                  </a:lnTo>
                  <a:lnTo>
                    <a:pt x="0" y="376745"/>
                  </a:lnTo>
                  <a:lnTo>
                    <a:pt x="8" y="376745"/>
                  </a:lnTo>
                  <a:lnTo>
                    <a:pt x="0" y="343048"/>
                  </a:lnTo>
                  <a:cubicBezTo>
                    <a:pt x="-273" y="181476"/>
                    <a:pt x="115713" y="42475"/>
                    <a:pt x="265622" y="8473"/>
                  </a:cubicBezTo>
                  <a:cubicBezTo>
                    <a:pt x="290107" y="2918"/>
                    <a:pt x="315798" y="346"/>
                    <a:pt x="340926" y="338"/>
                  </a:cubicBezTo>
                  <a:cubicBezTo>
                    <a:pt x="1983948" y="-32"/>
                    <a:pt x="3626978" y="0"/>
                    <a:pt x="5270001"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695" name="Freeform: Shape 1694">
              <a:extLst>
                <a:ext uri="{FF2B5EF4-FFF2-40B4-BE49-F238E27FC236}">
                  <a16:creationId xmlns:a16="http://schemas.microsoft.com/office/drawing/2014/main" id="{0E959B3E-47EB-D004-4E44-437F6F45CF2D}"/>
                </a:ext>
                <a:ext uri="{C183D7F6-B498-43B3-948B-1728B52AA6E4}">
                  <adec:decorative xmlns:adec="http://schemas.microsoft.com/office/drawing/2017/decorative" val="1"/>
                </a:ext>
              </a:extLst>
            </p:cNvPr>
            <p:cNvSpPr/>
            <p:nvPr/>
          </p:nvSpPr>
          <p:spPr>
            <a:xfrm>
              <a:off x="2371315" y="3697519"/>
              <a:ext cx="418647" cy="343956"/>
            </a:xfrm>
            <a:custGeom>
              <a:avLst/>
              <a:gdLst>
                <a:gd name="connsiteX0" fmla="*/ 4545015 w 6279707"/>
                <a:gd name="connsiteY0" fmla="*/ 4982007 h 5159335"/>
                <a:gd name="connsiteX1" fmla="*/ 5281262 w 6279707"/>
                <a:gd name="connsiteY1" fmla="*/ 4982007 h 5159335"/>
                <a:gd name="connsiteX2" fmla="*/ 5281262 w 6279707"/>
                <a:gd name="connsiteY2" fmla="*/ 5159335 h 5159335"/>
                <a:gd name="connsiteX3" fmla="*/ 4545015 w 6279707"/>
                <a:gd name="connsiteY3" fmla="*/ 5159335 h 5159335"/>
                <a:gd name="connsiteX4" fmla="*/ 5458759 w 6279707"/>
                <a:gd name="connsiteY4" fmla="*/ 4981766 h 5159335"/>
                <a:gd name="connsiteX5" fmla="*/ 6279675 w 6279707"/>
                <a:gd name="connsiteY5" fmla="*/ 4981766 h 5159335"/>
                <a:gd name="connsiteX6" fmla="*/ 6279675 w 6279707"/>
                <a:gd name="connsiteY6" fmla="*/ 5159094 h 5159335"/>
                <a:gd name="connsiteX7" fmla="*/ 5458759 w 6279707"/>
                <a:gd name="connsiteY7" fmla="*/ 5159094 h 5159335"/>
                <a:gd name="connsiteX8" fmla="*/ 5935879 w 6279707"/>
                <a:gd name="connsiteY8" fmla="*/ 4374471 h 5159335"/>
                <a:gd name="connsiteX9" fmla="*/ 6279707 w 6279707"/>
                <a:gd name="connsiteY9" fmla="*/ 4374471 h 5159335"/>
                <a:gd name="connsiteX10" fmla="*/ 6279707 w 6279707"/>
                <a:gd name="connsiteY10" fmla="*/ 4551188 h 5159335"/>
                <a:gd name="connsiteX11" fmla="*/ 5935879 w 6279707"/>
                <a:gd name="connsiteY11" fmla="*/ 4551188 h 5159335"/>
                <a:gd name="connsiteX12" fmla="*/ 4545023 w 6279707"/>
                <a:gd name="connsiteY12" fmla="*/ 4373981 h 5159335"/>
                <a:gd name="connsiteX13" fmla="*/ 5758448 w 6279707"/>
                <a:gd name="connsiteY13" fmla="*/ 4373981 h 5159335"/>
                <a:gd name="connsiteX14" fmla="*/ 5758448 w 6279707"/>
                <a:gd name="connsiteY14" fmla="*/ 4551309 h 5159335"/>
                <a:gd name="connsiteX15" fmla="*/ 4545023 w 6279707"/>
                <a:gd name="connsiteY15" fmla="*/ 4551309 h 5159335"/>
                <a:gd name="connsiteX16" fmla="*/ 4544991 w 6279707"/>
                <a:gd name="connsiteY16" fmla="*/ 3765825 h 5159335"/>
                <a:gd name="connsiteX17" fmla="*/ 4934991 w 6279707"/>
                <a:gd name="connsiteY17" fmla="*/ 3765825 h 5159335"/>
                <a:gd name="connsiteX18" fmla="*/ 4934991 w 6279707"/>
                <a:gd name="connsiteY18" fmla="*/ 3943273 h 5159335"/>
                <a:gd name="connsiteX19" fmla="*/ 4544991 w 6279707"/>
                <a:gd name="connsiteY19" fmla="*/ 3943273 h 5159335"/>
                <a:gd name="connsiteX20" fmla="*/ 5112415 w 6279707"/>
                <a:gd name="connsiteY20" fmla="*/ 3765697 h 5159335"/>
                <a:gd name="connsiteX21" fmla="*/ 6279675 w 6279707"/>
                <a:gd name="connsiteY21" fmla="*/ 3765697 h 5159335"/>
                <a:gd name="connsiteX22" fmla="*/ 6279675 w 6279707"/>
                <a:gd name="connsiteY22" fmla="*/ 3943025 h 5159335"/>
                <a:gd name="connsiteX23" fmla="*/ 5112415 w 6279707"/>
                <a:gd name="connsiteY23" fmla="*/ 3943025 h 5159335"/>
                <a:gd name="connsiteX24" fmla="*/ 0 w 6279707"/>
                <a:gd name="connsiteY24" fmla="*/ 3500284 h 5159335"/>
                <a:gd name="connsiteX25" fmla="*/ 529716 w 6279707"/>
                <a:gd name="connsiteY25" fmla="*/ 3500284 h 5159335"/>
                <a:gd name="connsiteX26" fmla="*/ 529716 w 6279707"/>
                <a:gd name="connsiteY26" fmla="*/ 4034566 h 5159335"/>
                <a:gd name="connsiteX27" fmla="*/ 0 w 6279707"/>
                <a:gd name="connsiteY27" fmla="*/ 4034566 h 5159335"/>
                <a:gd name="connsiteX28" fmla="*/ 1161111 w 6279707"/>
                <a:gd name="connsiteY28" fmla="*/ 3127334 h 5159335"/>
                <a:gd name="connsiteX29" fmla="*/ 1135470 w 6279707"/>
                <a:gd name="connsiteY29" fmla="*/ 3173855 h 5159335"/>
                <a:gd name="connsiteX30" fmla="*/ 760746 w 6279707"/>
                <a:gd name="connsiteY30" fmla="*/ 3550038 h 5159335"/>
                <a:gd name="connsiteX31" fmla="*/ 732984 w 6279707"/>
                <a:gd name="connsiteY31" fmla="*/ 3592732 h 5159335"/>
                <a:gd name="connsiteX32" fmla="*/ 702929 w 6279707"/>
                <a:gd name="connsiteY32" fmla="*/ 3590514 h 5159335"/>
                <a:gd name="connsiteX33" fmla="*/ 1161111 w 6279707"/>
                <a:gd name="connsiteY33" fmla="*/ 3127334 h 5159335"/>
                <a:gd name="connsiteX34" fmla="*/ 3455220 w 6279707"/>
                <a:gd name="connsiteY34" fmla="*/ 848504 h 5159335"/>
                <a:gd name="connsiteX35" fmla="*/ 3482900 w 6279707"/>
                <a:gd name="connsiteY35" fmla="*/ 878214 h 5159335"/>
                <a:gd name="connsiteX36" fmla="*/ 5050014 w 6279707"/>
                <a:gd name="connsiteY36" fmla="*/ 2445164 h 5159335"/>
                <a:gd name="connsiteX37" fmla="*/ 5081155 w 6279707"/>
                <a:gd name="connsiteY37" fmla="*/ 2472671 h 5159335"/>
                <a:gd name="connsiteX38" fmla="*/ 5080472 w 6279707"/>
                <a:gd name="connsiteY38" fmla="*/ 2754912 h 5159335"/>
                <a:gd name="connsiteX39" fmla="*/ 3458952 w 6279707"/>
                <a:gd name="connsiteY39" fmla="*/ 1139843 h 5159335"/>
                <a:gd name="connsiteX40" fmla="*/ 3185209 w 6279707"/>
                <a:gd name="connsiteY40" fmla="*/ 1402578 h 5159335"/>
                <a:gd name="connsiteX41" fmla="*/ 1607089 w 6279707"/>
                <a:gd name="connsiteY41" fmla="*/ 2972682 h 5159335"/>
                <a:gd name="connsiteX42" fmla="*/ 1016776 w 6279707"/>
                <a:gd name="connsiteY42" fmla="*/ 3562954 h 5159335"/>
                <a:gd name="connsiteX43" fmla="*/ 994764 w 6279707"/>
                <a:gd name="connsiteY43" fmla="*/ 3588714 h 5159335"/>
                <a:gd name="connsiteX44" fmla="*/ 782015 w 6279707"/>
                <a:gd name="connsiteY44" fmla="*/ 3596552 h 5159335"/>
                <a:gd name="connsiteX45" fmla="*/ 736572 w 6279707"/>
                <a:gd name="connsiteY45" fmla="*/ 3593118 h 5159335"/>
                <a:gd name="connsiteX46" fmla="*/ 760746 w 6279707"/>
                <a:gd name="connsiteY46" fmla="*/ 3550039 h 5159335"/>
                <a:gd name="connsiteX47" fmla="*/ 1135470 w 6279707"/>
                <a:gd name="connsiteY47" fmla="*/ 3173855 h 5159335"/>
                <a:gd name="connsiteX48" fmla="*/ 1163502 w 6279707"/>
                <a:gd name="connsiteY48" fmla="*/ 3126311 h 5159335"/>
                <a:gd name="connsiteX49" fmla="*/ 1554795 w 6279707"/>
                <a:gd name="connsiteY49" fmla="*/ 2732400 h 5159335"/>
                <a:gd name="connsiteX50" fmla="*/ 1677808 w 6279707"/>
                <a:gd name="connsiteY50" fmla="*/ 2611388 h 5159335"/>
                <a:gd name="connsiteX51" fmla="*/ 1681516 w 6279707"/>
                <a:gd name="connsiteY51" fmla="*/ 2608874 h 5159335"/>
                <a:gd name="connsiteX52" fmla="*/ 1687102 w 6279707"/>
                <a:gd name="connsiteY52" fmla="*/ 2605085 h 5159335"/>
                <a:gd name="connsiteX53" fmla="*/ 2056857 w 6279707"/>
                <a:gd name="connsiteY53" fmla="*/ 2225622 h 5159335"/>
                <a:gd name="connsiteX54" fmla="*/ 1345151 w 6279707"/>
                <a:gd name="connsiteY54" fmla="*/ 1514105 h 5159335"/>
                <a:gd name="connsiteX55" fmla="*/ 466469 w 6279707"/>
                <a:gd name="connsiteY55" fmla="*/ 2380236 h 5159335"/>
                <a:gd name="connsiteX56" fmla="*/ 456939 w 6279707"/>
                <a:gd name="connsiteY56" fmla="*/ 2348940 h 5159335"/>
                <a:gd name="connsiteX57" fmla="*/ 465075 w 6279707"/>
                <a:gd name="connsiteY57" fmla="*/ 2097993 h 5159335"/>
                <a:gd name="connsiteX58" fmla="*/ 1350480 w 6279707"/>
                <a:gd name="connsiteY58" fmla="*/ 1212267 h 5159335"/>
                <a:gd name="connsiteX59" fmla="*/ 2215308 w 6279707"/>
                <a:gd name="connsiteY59" fmla="*/ 2077138 h 5159335"/>
                <a:gd name="connsiteX60" fmla="*/ 3455220 w 6279707"/>
                <a:gd name="connsiteY60" fmla="*/ 848504 h 5159335"/>
                <a:gd name="connsiteX61" fmla="*/ 2251591 w 6279707"/>
                <a:gd name="connsiteY61" fmla="*/ 202354 h 5159335"/>
                <a:gd name="connsiteX62" fmla="*/ 1986683 w 6279707"/>
                <a:gd name="connsiteY62" fmla="*/ 514747 h 5159335"/>
                <a:gd name="connsiteX63" fmla="*/ 2293279 w 6279707"/>
                <a:gd name="connsiteY63" fmla="*/ 708143 h 5159335"/>
                <a:gd name="connsiteX64" fmla="*/ 2494907 w 6279707"/>
                <a:gd name="connsiteY64" fmla="*/ 439748 h 5159335"/>
                <a:gd name="connsiteX65" fmla="*/ 2487797 w 6279707"/>
                <a:gd name="connsiteY65" fmla="*/ 414641 h 5159335"/>
                <a:gd name="connsiteX66" fmla="*/ 2251591 w 6279707"/>
                <a:gd name="connsiteY66" fmla="*/ 202354 h 5159335"/>
                <a:gd name="connsiteX67" fmla="*/ 2263311 w 6279707"/>
                <a:gd name="connsiteY67" fmla="*/ 561 h 5159335"/>
                <a:gd name="connsiteX68" fmla="*/ 2679220 w 6279707"/>
                <a:gd name="connsiteY68" fmla="*/ 338023 h 5159335"/>
                <a:gd name="connsiteX69" fmla="*/ 2592723 w 6279707"/>
                <a:gd name="connsiteY69" fmla="*/ 747819 h 5159335"/>
                <a:gd name="connsiteX70" fmla="*/ 2295194 w 6279707"/>
                <a:gd name="connsiteY70" fmla="*/ 911105 h 5159335"/>
                <a:gd name="connsiteX71" fmla="*/ 2262612 w 6279707"/>
                <a:gd name="connsiteY71" fmla="*/ 918224 h 5159335"/>
                <a:gd name="connsiteX72" fmla="*/ 1908641 w 6279707"/>
                <a:gd name="connsiteY72" fmla="*/ 780667 h 5159335"/>
                <a:gd name="connsiteX73" fmla="*/ 1824811 w 6279707"/>
                <a:gd name="connsiteY73" fmla="*/ 258675 h 5159335"/>
                <a:gd name="connsiteX74" fmla="*/ 2173595 w 6279707"/>
                <a:gd name="connsiteY74" fmla="*/ 3973 h 5159335"/>
                <a:gd name="connsiteX75" fmla="*/ 2263311 w 6279707"/>
                <a:gd name="connsiteY75" fmla="*/ 561 h 51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279707" h="5159335">
                  <a:moveTo>
                    <a:pt x="4545015" y="4982007"/>
                  </a:moveTo>
                  <a:lnTo>
                    <a:pt x="5281262" y="4982007"/>
                  </a:lnTo>
                  <a:lnTo>
                    <a:pt x="5281262" y="5159335"/>
                  </a:lnTo>
                  <a:lnTo>
                    <a:pt x="4545015" y="5159335"/>
                  </a:lnTo>
                  <a:close/>
                  <a:moveTo>
                    <a:pt x="5458759" y="4981766"/>
                  </a:moveTo>
                  <a:lnTo>
                    <a:pt x="6279675" y="4981766"/>
                  </a:lnTo>
                  <a:lnTo>
                    <a:pt x="6279675" y="5159094"/>
                  </a:lnTo>
                  <a:lnTo>
                    <a:pt x="5458759" y="5159094"/>
                  </a:lnTo>
                  <a:close/>
                  <a:moveTo>
                    <a:pt x="5935879" y="4374471"/>
                  </a:moveTo>
                  <a:lnTo>
                    <a:pt x="6279707" y="4374471"/>
                  </a:lnTo>
                  <a:lnTo>
                    <a:pt x="6279707" y="4551188"/>
                  </a:lnTo>
                  <a:lnTo>
                    <a:pt x="5935879" y="4551188"/>
                  </a:lnTo>
                  <a:close/>
                  <a:moveTo>
                    <a:pt x="4545023" y="4373981"/>
                  </a:moveTo>
                  <a:lnTo>
                    <a:pt x="5758448" y="4373981"/>
                  </a:lnTo>
                  <a:lnTo>
                    <a:pt x="5758448" y="4551309"/>
                  </a:lnTo>
                  <a:lnTo>
                    <a:pt x="4545023" y="4551309"/>
                  </a:lnTo>
                  <a:close/>
                  <a:moveTo>
                    <a:pt x="4544991" y="3765825"/>
                  </a:moveTo>
                  <a:lnTo>
                    <a:pt x="4934991" y="3765825"/>
                  </a:lnTo>
                  <a:lnTo>
                    <a:pt x="4934991" y="3943273"/>
                  </a:lnTo>
                  <a:lnTo>
                    <a:pt x="4544991" y="3943273"/>
                  </a:lnTo>
                  <a:close/>
                  <a:moveTo>
                    <a:pt x="5112415" y="3765697"/>
                  </a:moveTo>
                  <a:lnTo>
                    <a:pt x="6279675" y="3765697"/>
                  </a:lnTo>
                  <a:lnTo>
                    <a:pt x="6279675" y="3943025"/>
                  </a:lnTo>
                  <a:lnTo>
                    <a:pt x="5112415" y="3943025"/>
                  </a:lnTo>
                  <a:close/>
                  <a:moveTo>
                    <a:pt x="0" y="3500284"/>
                  </a:moveTo>
                  <a:lnTo>
                    <a:pt x="529716" y="3500284"/>
                  </a:lnTo>
                  <a:lnTo>
                    <a:pt x="529716" y="4034566"/>
                  </a:lnTo>
                  <a:lnTo>
                    <a:pt x="0" y="4034566"/>
                  </a:lnTo>
                  <a:close/>
                  <a:moveTo>
                    <a:pt x="1161111" y="3127334"/>
                  </a:moveTo>
                  <a:cubicBezTo>
                    <a:pt x="1154307" y="3142307"/>
                    <a:pt x="1148010" y="3161166"/>
                    <a:pt x="1135470" y="3173855"/>
                  </a:cubicBezTo>
                  <a:cubicBezTo>
                    <a:pt x="1011059" y="3299740"/>
                    <a:pt x="885448" y="3424439"/>
                    <a:pt x="760746" y="3550038"/>
                  </a:cubicBezTo>
                  <a:cubicBezTo>
                    <a:pt x="749510" y="3561356"/>
                    <a:pt x="742249" y="3576621"/>
                    <a:pt x="732984" y="3592732"/>
                  </a:cubicBezTo>
                  <a:cubicBezTo>
                    <a:pt x="723455" y="3594526"/>
                    <a:pt x="714083" y="3593640"/>
                    <a:pt x="702929" y="3590514"/>
                  </a:cubicBezTo>
                  <a:cubicBezTo>
                    <a:pt x="853670" y="3434969"/>
                    <a:pt x="1006195" y="3281664"/>
                    <a:pt x="1161111" y="3127334"/>
                  </a:cubicBezTo>
                  <a:close/>
                  <a:moveTo>
                    <a:pt x="3455220" y="848504"/>
                  </a:moveTo>
                  <a:cubicBezTo>
                    <a:pt x="3465404" y="859465"/>
                    <a:pt x="3473840" y="869151"/>
                    <a:pt x="3482900" y="878214"/>
                  </a:cubicBezTo>
                  <a:cubicBezTo>
                    <a:pt x="4005212" y="1400589"/>
                    <a:pt x="4527566" y="1922923"/>
                    <a:pt x="5050014" y="2445164"/>
                  </a:cubicBezTo>
                  <a:cubicBezTo>
                    <a:pt x="5059790" y="2454936"/>
                    <a:pt x="5070748" y="2463529"/>
                    <a:pt x="5081155" y="2472671"/>
                  </a:cubicBezTo>
                  <a:cubicBezTo>
                    <a:pt x="5082424" y="2566288"/>
                    <a:pt x="5083693" y="2659904"/>
                    <a:pt x="5080472" y="2754912"/>
                  </a:cubicBezTo>
                  <a:cubicBezTo>
                    <a:pt x="4536730" y="2217241"/>
                    <a:pt x="3997478" y="1678178"/>
                    <a:pt x="3458952" y="1139843"/>
                  </a:cubicBezTo>
                  <a:cubicBezTo>
                    <a:pt x="3365696" y="1229198"/>
                    <a:pt x="3273973" y="1314399"/>
                    <a:pt x="3185209" y="1402578"/>
                  </a:cubicBezTo>
                  <a:cubicBezTo>
                    <a:pt x="2658767" y="1925542"/>
                    <a:pt x="2132887" y="2449071"/>
                    <a:pt x="1607089" y="2972682"/>
                  </a:cubicBezTo>
                  <a:cubicBezTo>
                    <a:pt x="1409916" y="3169036"/>
                    <a:pt x="1213448" y="3366097"/>
                    <a:pt x="1016776" y="3562954"/>
                  </a:cubicBezTo>
                  <a:cubicBezTo>
                    <a:pt x="1008818" y="3570921"/>
                    <a:pt x="1002074" y="3580100"/>
                    <a:pt x="994764" y="3588714"/>
                  </a:cubicBezTo>
                  <a:cubicBezTo>
                    <a:pt x="923848" y="3591357"/>
                    <a:pt x="852936" y="3594107"/>
                    <a:pt x="782015" y="3596552"/>
                  </a:cubicBezTo>
                  <a:cubicBezTo>
                    <a:pt x="768031" y="3597033"/>
                    <a:pt x="754006" y="3596336"/>
                    <a:pt x="736572" y="3593118"/>
                  </a:cubicBezTo>
                  <a:cubicBezTo>
                    <a:pt x="742249" y="3576621"/>
                    <a:pt x="749510" y="3561356"/>
                    <a:pt x="760746" y="3550039"/>
                  </a:cubicBezTo>
                  <a:cubicBezTo>
                    <a:pt x="885449" y="3424439"/>
                    <a:pt x="1011059" y="3299740"/>
                    <a:pt x="1135470" y="3173855"/>
                  </a:cubicBezTo>
                  <a:cubicBezTo>
                    <a:pt x="1148010" y="3161166"/>
                    <a:pt x="1154308" y="3142307"/>
                    <a:pt x="1163502" y="3126311"/>
                  </a:cubicBezTo>
                  <a:cubicBezTo>
                    <a:pt x="1293929" y="2995003"/>
                    <a:pt x="1424329" y="2863668"/>
                    <a:pt x="1554795" y="2732400"/>
                  </a:cubicBezTo>
                  <a:cubicBezTo>
                    <a:pt x="1594395" y="2692557"/>
                    <a:pt x="1634176" y="2652896"/>
                    <a:pt x="1677808" y="2611388"/>
                  </a:cubicBezTo>
                  <a:lnTo>
                    <a:pt x="1681516" y="2608874"/>
                  </a:lnTo>
                  <a:lnTo>
                    <a:pt x="1687102" y="2605085"/>
                  </a:lnTo>
                  <a:cubicBezTo>
                    <a:pt x="1810522" y="2478424"/>
                    <a:pt x="1933943" y="2351764"/>
                    <a:pt x="2056857" y="2225622"/>
                  </a:cubicBezTo>
                  <a:cubicBezTo>
                    <a:pt x="1823188" y="1992016"/>
                    <a:pt x="1583850" y="1752742"/>
                    <a:pt x="1345151" y="1514105"/>
                  </a:cubicBezTo>
                  <a:cubicBezTo>
                    <a:pt x="1053665" y="1801845"/>
                    <a:pt x="761252" y="2090501"/>
                    <a:pt x="466469" y="2380236"/>
                  </a:cubicBezTo>
                  <a:cubicBezTo>
                    <a:pt x="461592" y="2370521"/>
                    <a:pt x="456811" y="2359702"/>
                    <a:pt x="456939" y="2348940"/>
                  </a:cubicBezTo>
                  <a:cubicBezTo>
                    <a:pt x="457914" y="2266491"/>
                    <a:pt x="459846" y="2184052"/>
                    <a:pt x="465075" y="2097993"/>
                  </a:cubicBezTo>
                  <a:cubicBezTo>
                    <a:pt x="760461" y="1802487"/>
                    <a:pt x="1052250" y="1510598"/>
                    <a:pt x="1350480" y="1212267"/>
                  </a:cubicBezTo>
                  <a:cubicBezTo>
                    <a:pt x="1639655" y="1501455"/>
                    <a:pt x="1927626" y="1789441"/>
                    <a:pt x="2215308" y="2077138"/>
                  </a:cubicBezTo>
                  <a:cubicBezTo>
                    <a:pt x="2626473" y="1669713"/>
                    <a:pt x="3040133" y="1259816"/>
                    <a:pt x="3455220" y="848504"/>
                  </a:cubicBezTo>
                  <a:close/>
                  <a:moveTo>
                    <a:pt x="2251591" y="202354"/>
                  </a:moveTo>
                  <a:cubicBezTo>
                    <a:pt x="2091967" y="193542"/>
                    <a:pt x="1950088" y="346142"/>
                    <a:pt x="1986683" y="514747"/>
                  </a:cubicBezTo>
                  <a:cubicBezTo>
                    <a:pt x="2014540" y="643096"/>
                    <a:pt x="2168529" y="743764"/>
                    <a:pt x="2293279" y="708143"/>
                  </a:cubicBezTo>
                  <a:cubicBezTo>
                    <a:pt x="2421975" y="671395"/>
                    <a:pt x="2489553" y="574439"/>
                    <a:pt x="2494907" y="439748"/>
                  </a:cubicBezTo>
                  <a:cubicBezTo>
                    <a:pt x="2492482" y="431385"/>
                    <a:pt x="2488988" y="423173"/>
                    <a:pt x="2487797" y="414641"/>
                  </a:cubicBezTo>
                  <a:cubicBezTo>
                    <a:pt x="2472252" y="303261"/>
                    <a:pt x="2362129" y="208458"/>
                    <a:pt x="2251591" y="202354"/>
                  </a:cubicBezTo>
                  <a:close/>
                  <a:moveTo>
                    <a:pt x="2263311" y="561"/>
                  </a:moveTo>
                  <a:cubicBezTo>
                    <a:pt x="2466570" y="10059"/>
                    <a:pt x="2624521" y="139359"/>
                    <a:pt x="2679220" y="338023"/>
                  </a:cubicBezTo>
                  <a:cubicBezTo>
                    <a:pt x="2720378" y="487510"/>
                    <a:pt x="2690458" y="625623"/>
                    <a:pt x="2592723" y="747819"/>
                  </a:cubicBezTo>
                  <a:cubicBezTo>
                    <a:pt x="2516092" y="843629"/>
                    <a:pt x="2416397" y="896702"/>
                    <a:pt x="2295194" y="911105"/>
                  </a:cubicBezTo>
                  <a:cubicBezTo>
                    <a:pt x="2285383" y="912272"/>
                    <a:pt x="2275853" y="915793"/>
                    <a:pt x="2262612" y="918224"/>
                  </a:cubicBezTo>
                  <a:cubicBezTo>
                    <a:pt x="2123700" y="919556"/>
                    <a:pt x="2003886" y="877378"/>
                    <a:pt x="1908641" y="780667"/>
                  </a:cubicBezTo>
                  <a:cubicBezTo>
                    <a:pt x="1774772" y="644738"/>
                    <a:pt x="1738330" y="432056"/>
                    <a:pt x="1824811" y="258675"/>
                  </a:cubicBezTo>
                  <a:cubicBezTo>
                    <a:pt x="1897721" y="112504"/>
                    <a:pt x="2013905" y="23103"/>
                    <a:pt x="2173595" y="3973"/>
                  </a:cubicBezTo>
                  <a:cubicBezTo>
                    <a:pt x="2204313" y="293"/>
                    <a:pt x="2234274" y="-795"/>
                    <a:pt x="2263311" y="561"/>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13" name="Group 2812">
            <a:extLst>
              <a:ext uri="{FF2B5EF4-FFF2-40B4-BE49-F238E27FC236}">
                <a16:creationId xmlns:a16="http://schemas.microsoft.com/office/drawing/2014/main" id="{99EA179F-6960-82E9-5987-559F4D80D5C0}"/>
              </a:ext>
              <a:ext uri="{C183D7F6-B498-43B3-948B-1728B52AA6E4}">
                <adec:decorative xmlns:adec="http://schemas.microsoft.com/office/drawing/2017/decorative" val="1"/>
              </a:ext>
            </a:extLst>
          </p:cNvPr>
          <p:cNvGrpSpPr>
            <a:grpSpLocks noChangeAspect="1"/>
          </p:cNvGrpSpPr>
          <p:nvPr/>
        </p:nvGrpSpPr>
        <p:grpSpPr>
          <a:xfrm>
            <a:off x="4519226" y="3640697"/>
            <a:ext cx="437381" cy="457200"/>
            <a:chOff x="4519133" y="3636615"/>
            <a:chExt cx="437381" cy="457200"/>
          </a:xfrm>
          <a:solidFill>
            <a:srgbClr val="FF0000"/>
          </a:solidFill>
        </p:grpSpPr>
        <p:sp>
          <p:nvSpPr>
            <p:cNvPr id="1821" name="Freeform: Shape 1820">
              <a:extLst>
                <a:ext uri="{FF2B5EF4-FFF2-40B4-BE49-F238E27FC236}">
                  <a16:creationId xmlns:a16="http://schemas.microsoft.com/office/drawing/2014/main" id="{50DAC064-A7A1-9687-1735-A7EDCB970694}"/>
                </a:ext>
                <a:ext uri="{C183D7F6-B498-43B3-948B-1728B52AA6E4}">
                  <adec:decorative xmlns:adec="http://schemas.microsoft.com/office/drawing/2017/decorative" val="1"/>
                </a:ext>
              </a:extLst>
            </p:cNvPr>
            <p:cNvSpPr/>
            <p:nvPr/>
          </p:nvSpPr>
          <p:spPr>
            <a:xfrm>
              <a:off x="4519133" y="3699309"/>
              <a:ext cx="437381" cy="394506"/>
            </a:xfrm>
            <a:custGeom>
              <a:avLst/>
              <a:gdLst>
                <a:gd name="connsiteX0" fmla="*/ 0 w 6560712"/>
                <a:gd name="connsiteY0" fmla="*/ 3313808 h 5917595"/>
                <a:gd name="connsiteX1" fmla="*/ 399793 w 6560712"/>
                <a:gd name="connsiteY1" fmla="*/ 3313808 h 5917595"/>
                <a:gd name="connsiteX2" fmla="*/ 399793 w 6560712"/>
                <a:gd name="connsiteY2" fmla="*/ 5466545 h 5917595"/>
                <a:gd name="connsiteX3" fmla="*/ 451050 w 6560712"/>
                <a:gd name="connsiteY3" fmla="*/ 5517802 h 5917595"/>
                <a:gd name="connsiteX4" fmla="*/ 6140418 w 6560712"/>
                <a:gd name="connsiteY4" fmla="*/ 5517802 h 5917595"/>
                <a:gd name="connsiteX5" fmla="*/ 6160920 w 6560712"/>
                <a:gd name="connsiteY5" fmla="*/ 5497300 h 5917595"/>
                <a:gd name="connsiteX6" fmla="*/ 6160920 w 6560712"/>
                <a:gd name="connsiteY6" fmla="*/ 3313808 h 5917595"/>
                <a:gd name="connsiteX7" fmla="*/ 6560712 w 6560712"/>
                <a:gd name="connsiteY7" fmla="*/ 3313808 h 5917595"/>
                <a:gd name="connsiteX8" fmla="*/ 6560712 w 6560712"/>
                <a:gd name="connsiteY8" fmla="*/ 5497300 h 5917595"/>
                <a:gd name="connsiteX9" fmla="*/ 6140418 w 6560712"/>
                <a:gd name="connsiteY9" fmla="*/ 5917595 h 5917595"/>
                <a:gd name="connsiteX10" fmla="*/ 451050 w 6560712"/>
                <a:gd name="connsiteY10" fmla="*/ 5917595 h 5917595"/>
                <a:gd name="connsiteX11" fmla="*/ 0 w 6560712"/>
                <a:gd name="connsiteY11" fmla="*/ 5466545 h 5917595"/>
                <a:gd name="connsiteX12" fmla="*/ 3080462 w 6560712"/>
                <a:gd name="connsiteY12" fmla="*/ 0 h 5917595"/>
                <a:gd name="connsiteX13" fmla="*/ 3480255 w 6560712"/>
                <a:gd name="connsiteY13" fmla="*/ 0 h 5917595"/>
                <a:gd name="connsiteX14" fmla="*/ 3480255 w 6560712"/>
                <a:gd name="connsiteY14" fmla="*/ 653639 h 5917595"/>
                <a:gd name="connsiteX15" fmla="*/ 3480255 w 6560712"/>
                <a:gd name="connsiteY15" fmla="*/ 1199383 h 5917595"/>
                <a:gd name="connsiteX16" fmla="*/ 3480255 w 6560712"/>
                <a:gd name="connsiteY16" fmla="*/ 2714107 h 5917595"/>
                <a:gd name="connsiteX17" fmla="*/ 4525866 w 6560712"/>
                <a:gd name="connsiteY17" fmla="*/ 1668499 h 5917595"/>
                <a:gd name="connsiteX18" fmla="*/ 4807772 w 6560712"/>
                <a:gd name="connsiteY18" fmla="*/ 1950404 h 5917595"/>
                <a:gd name="connsiteX19" fmla="*/ 3280355 w 6560712"/>
                <a:gd name="connsiteY19" fmla="*/ 3477818 h 5917595"/>
                <a:gd name="connsiteX20" fmla="*/ 1752937 w 6560712"/>
                <a:gd name="connsiteY20" fmla="*/ 1950404 h 5917595"/>
                <a:gd name="connsiteX21" fmla="*/ 2034843 w 6560712"/>
                <a:gd name="connsiteY21" fmla="*/ 1668499 h 5917595"/>
                <a:gd name="connsiteX22" fmla="*/ 3080462 w 6560712"/>
                <a:gd name="connsiteY22" fmla="*/ 2714115 h 5917595"/>
                <a:gd name="connsiteX23" fmla="*/ 3080462 w 6560712"/>
                <a:gd name="connsiteY23" fmla="*/ 1199383 h 5917595"/>
                <a:gd name="connsiteX24" fmla="*/ 3080462 w 6560712"/>
                <a:gd name="connsiteY24" fmla="*/ 653639 h 591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60712" h="5917595">
                  <a:moveTo>
                    <a:pt x="0" y="3313808"/>
                  </a:moveTo>
                  <a:lnTo>
                    <a:pt x="399793" y="3313808"/>
                  </a:lnTo>
                  <a:lnTo>
                    <a:pt x="399793" y="5466545"/>
                  </a:lnTo>
                  <a:cubicBezTo>
                    <a:pt x="399793" y="5492175"/>
                    <a:pt x="420295" y="5517802"/>
                    <a:pt x="451050" y="5517802"/>
                  </a:cubicBezTo>
                  <a:lnTo>
                    <a:pt x="6140418" y="5517802"/>
                  </a:lnTo>
                  <a:cubicBezTo>
                    <a:pt x="6150666" y="5517802"/>
                    <a:pt x="6160920" y="5507549"/>
                    <a:pt x="6160920" y="5497300"/>
                  </a:cubicBezTo>
                  <a:lnTo>
                    <a:pt x="6160920" y="3313808"/>
                  </a:lnTo>
                  <a:lnTo>
                    <a:pt x="6560712" y="3313808"/>
                  </a:lnTo>
                  <a:lnTo>
                    <a:pt x="6560712" y="5497300"/>
                  </a:lnTo>
                  <a:cubicBezTo>
                    <a:pt x="6555588" y="5733074"/>
                    <a:pt x="6371066" y="5917595"/>
                    <a:pt x="6140418" y="5917595"/>
                  </a:cubicBezTo>
                  <a:lnTo>
                    <a:pt x="451050" y="5917595"/>
                  </a:lnTo>
                  <a:cubicBezTo>
                    <a:pt x="205023" y="5917595"/>
                    <a:pt x="0" y="5717700"/>
                    <a:pt x="0" y="5466545"/>
                  </a:cubicBezTo>
                  <a:close/>
                  <a:moveTo>
                    <a:pt x="3080462" y="0"/>
                  </a:moveTo>
                  <a:lnTo>
                    <a:pt x="3480255" y="0"/>
                  </a:lnTo>
                  <a:lnTo>
                    <a:pt x="3480255" y="653639"/>
                  </a:lnTo>
                  <a:lnTo>
                    <a:pt x="3480255" y="1199383"/>
                  </a:lnTo>
                  <a:lnTo>
                    <a:pt x="3480255" y="2714107"/>
                  </a:lnTo>
                  <a:lnTo>
                    <a:pt x="4525866" y="1668499"/>
                  </a:lnTo>
                  <a:lnTo>
                    <a:pt x="4807772" y="1950404"/>
                  </a:lnTo>
                  <a:lnTo>
                    <a:pt x="3280355" y="3477818"/>
                  </a:lnTo>
                  <a:lnTo>
                    <a:pt x="1752937" y="1950404"/>
                  </a:lnTo>
                  <a:lnTo>
                    <a:pt x="2034843" y="1668499"/>
                  </a:lnTo>
                  <a:lnTo>
                    <a:pt x="3080462" y="2714115"/>
                  </a:lnTo>
                  <a:lnTo>
                    <a:pt x="3080462" y="1199383"/>
                  </a:lnTo>
                  <a:lnTo>
                    <a:pt x="3080462" y="653639"/>
                  </a:lnTo>
                  <a:close/>
                </a:path>
              </a:pathLst>
            </a:custGeom>
            <a:solidFill>
              <a:schemeClr val="accent2"/>
            </a:solidFill>
            <a:ln w="12650" cap="flat">
              <a:noFill/>
              <a:prstDash val="solid"/>
              <a:miter/>
            </a:ln>
          </p:spPr>
          <p:txBody>
            <a:bodyPr wrap="square" rtlCol="0" anchor="ctr">
              <a:noAutofit/>
            </a:bodyPr>
            <a:lstStyle/>
            <a:p>
              <a:endParaRPr lang="en-US" dirty="0"/>
            </a:p>
          </p:txBody>
        </p:sp>
        <p:sp>
          <p:nvSpPr>
            <p:cNvPr id="1822" name="Freeform: Shape 1821">
              <a:extLst>
                <a:ext uri="{FF2B5EF4-FFF2-40B4-BE49-F238E27FC236}">
                  <a16:creationId xmlns:a16="http://schemas.microsoft.com/office/drawing/2014/main" id="{0008537A-42BB-97F5-3C2A-8C56E9AFEB3E}"/>
                </a:ext>
                <a:ext uri="{C183D7F6-B498-43B3-948B-1728B52AA6E4}">
                  <adec:decorative xmlns:adec="http://schemas.microsoft.com/office/drawing/2017/decorative" val="1"/>
                </a:ext>
              </a:extLst>
            </p:cNvPr>
            <p:cNvSpPr/>
            <p:nvPr/>
          </p:nvSpPr>
          <p:spPr>
            <a:xfrm>
              <a:off x="4574660" y="3636615"/>
              <a:ext cx="326328" cy="402527"/>
            </a:xfrm>
            <a:custGeom>
              <a:avLst/>
              <a:gdLst>
                <a:gd name="connsiteX0" fmla="*/ 0 w 4894912"/>
                <a:gd name="connsiteY0" fmla="*/ 5638112 h 6037905"/>
                <a:gd name="connsiteX1" fmla="*/ 4894912 w 4894912"/>
                <a:gd name="connsiteY1" fmla="*/ 5638112 h 6037905"/>
                <a:gd name="connsiteX2" fmla="*/ 4894912 w 4894912"/>
                <a:gd name="connsiteY2" fmla="*/ 6037905 h 6037905"/>
                <a:gd name="connsiteX3" fmla="*/ 0 w 4894912"/>
                <a:gd name="connsiteY3" fmla="*/ 6037905 h 6037905"/>
                <a:gd name="connsiteX4" fmla="*/ 0 w 4894912"/>
                <a:gd name="connsiteY4" fmla="*/ 4838526 h 6037905"/>
                <a:gd name="connsiteX5" fmla="*/ 4894912 w 4894912"/>
                <a:gd name="connsiteY5" fmla="*/ 4838526 h 6037905"/>
                <a:gd name="connsiteX6" fmla="*/ 4894912 w 4894912"/>
                <a:gd name="connsiteY6" fmla="*/ 5238319 h 6037905"/>
                <a:gd name="connsiteX7" fmla="*/ 0 w 4894912"/>
                <a:gd name="connsiteY7" fmla="*/ 5238319 h 6037905"/>
                <a:gd name="connsiteX8" fmla="*/ 2147612 w 4894912"/>
                <a:gd name="connsiteY8" fmla="*/ 0 h 6037905"/>
                <a:gd name="connsiteX9" fmla="*/ 2747301 w 4894912"/>
                <a:gd name="connsiteY9" fmla="*/ 0 h 6037905"/>
                <a:gd name="connsiteX10" fmla="*/ 2747301 w 4894912"/>
                <a:gd name="connsiteY10" fmla="*/ 599689 h 6037905"/>
                <a:gd name="connsiteX11" fmla="*/ 2147612 w 4894912"/>
                <a:gd name="connsiteY11" fmla="*/ 599689 h 60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94912" h="6037905">
                  <a:moveTo>
                    <a:pt x="0" y="5638112"/>
                  </a:moveTo>
                  <a:lnTo>
                    <a:pt x="4894912" y="5638112"/>
                  </a:lnTo>
                  <a:lnTo>
                    <a:pt x="4894912" y="6037905"/>
                  </a:lnTo>
                  <a:lnTo>
                    <a:pt x="0" y="6037905"/>
                  </a:lnTo>
                  <a:close/>
                  <a:moveTo>
                    <a:pt x="0" y="4838526"/>
                  </a:moveTo>
                  <a:lnTo>
                    <a:pt x="4894912" y="4838526"/>
                  </a:lnTo>
                  <a:lnTo>
                    <a:pt x="4894912" y="5238319"/>
                  </a:lnTo>
                  <a:lnTo>
                    <a:pt x="0" y="5238319"/>
                  </a:lnTo>
                  <a:close/>
                  <a:moveTo>
                    <a:pt x="2147612" y="0"/>
                  </a:moveTo>
                  <a:lnTo>
                    <a:pt x="2747301" y="0"/>
                  </a:lnTo>
                  <a:lnTo>
                    <a:pt x="2747301" y="599689"/>
                  </a:lnTo>
                  <a:lnTo>
                    <a:pt x="2147612" y="599689"/>
                  </a:lnTo>
                  <a:close/>
                </a:path>
              </a:pathLst>
            </a:custGeom>
            <a:solidFill>
              <a:schemeClr val="accent1"/>
            </a:solidFill>
            <a:ln w="12650" cap="flat">
              <a:noFill/>
              <a:prstDash val="solid"/>
              <a:miter/>
            </a:ln>
          </p:spPr>
          <p:txBody>
            <a:bodyPr wrap="square" rtlCol="0" anchor="ctr">
              <a:noAutofit/>
            </a:bodyPr>
            <a:lstStyle/>
            <a:p>
              <a:endParaRPr lang="en-US"/>
            </a:p>
          </p:txBody>
        </p:sp>
      </p:grpSp>
      <p:grpSp>
        <p:nvGrpSpPr>
          <p:cNvPr id="2812" name="Group 2811">
            <a:extLst>
              <a:ext uri="{FF2B5EF4-FFF2-40B4-BE49-F238E27FC236}">
                <a16:creationId xmlns:a16="http://schemas.microsoft.com/office/drawing/2014/main" id="{FDAA1409-B9E7-67F7-FEA0-5C02E9E069AD}"/>
              </a:ext>
              <a:ext uri="{C183D7F6-B498-43B3-948B-1728B52AA6E4}">
                <adec:decorative xmlns:adec="http://schemas.microsoft.com/office/drawing/2017/decorative" val="1"/>
              </a:ext>
            </a:extLst>
          </p:cNvPr>
          <p:cNvGrpSpPr>
            <a:grpSpLocks noChangeAspect="1"/>
          </p:cNvGrpSpPr>
          <p:nvPr/>
        </p:nvGrpSpPr>
        <p:grpSpPr>
          <a:xfrm>
            <a:off x="5041601" y="3640697"/>
            <a:ext cx="450338" cy="457200"/>
            <a:chOff x="5041515" y="3636615"/>
            <a:chExt cx="450338" cy="457200"/>
          </a:xfrm>
          <a:solidFill>
            <a:srgbClr val="FF0000"/>
          </a:solidFill>
        </p:grpSpPr>
        <p:sp>
          <p:nvSpPr>
            <p:cNvPr id="1825" name="Freeform: Shape 1824">
              <a:extLst>
                <a:ext uri="{FF2B5EF4-FFF2-40B4-BE49-F238E27FC236}">
                  <a16:creationId xmlns:a16="http://schemas.microsoft.com/office/drawing/2014/main" id="{1982EF8D-A242-8915-B08D-8F83240FB99D}"/>
                </a:ext>
                <a:ext uri="{C183D7F6-B498-43B3-948B-1728B52AA6E4}">
                  <adec:decorative xmlns:adec="http://schemas.microsoft.com/office/drawing/2017/decorative" val="1"/>
                </a:ext>
              </a:extLst>
            </p:cNvPr>
            <p:cNvSpPr/>
            <p:nvPr/>
          </p:nvSpPr>
          <p:spPr>
            <a:xfrm>
              <a:off x="5099057" y="3643267"/>
              <a:ext cx="336094" cy="368041"/>
            </a:xfrm>
            <a:custGeom>
              <a:avLst/>
              <a:gdLst>
                <a:gd name="connsiteX0" fmla="*/ 217052 w 528262"/>
                <a:gd name="connsiteY0" fmla="*/ 0 h 578476"/>
                <a:gd name="connsiteX1" fmla="*/ 335387 w 528262"/>
                <a:gd name="connsiteY1" fmla="*/ 87 h 578476"/>
                <a:gd name="connsiteX2" fmla="*/ 374172 w 528262"/>
                <a:gd name="connsiteY2" fmla="*/ 35 h 578476"/>
                <a:gd name="connsiteX3" fmla="*/ 396917 w 528262"/>
                <a:gd name="connsiteY3" fmla="*/ 22609 h 578476"/>
                <a:gd name="connsiteX4" fmla="*/ 396699 w 528262"/>
                <a:gd name="connsiteY4" fmla="*/ 236177 h 578476"/>
                <a:gd name="connsiteX5" fmla="*/ 396699 w 528262"/>
                <a:gd name="connsiteY5" fmla="*/ 242596 h 578476"/>
                <a:gd name="connsiteX6" fmla="*/ 528262 w 528262"/>
                <a:gd name="connsiteY6" fmla="*/ 242596 h 578476"/>
                <a:gd name="connsiteX7" fmla="*/ 264030 w 528262"/>
                <a:gd name="connsiteY7" fmla="*/ 578476 h 578476"/>
                <a:gd name="connsiteX8" fmla="*/ 0 w 528262"/>
                <a:gd name="connsiteY8" fmla="*/ 242798 h 578476"/>
                <a:gd name="connsiteX9" fmla="*/ 130557 w 528262"/>
                <a:gd name="connsiteY9" fmla="*/ 242798 h 578476"/>
                <a:gd name="connsiteX10" fmla="*/ 130931 w 528262"/>
                <a:gd name="connsiteY10" fmla="*/ 86669 h 578476"/>
                <a:gd name="connsiteX11" fmla="*/ 175754 w 528262"/>
                <a:gd name="connsiteY11" fmla="*/ 86669 h 578476"/>
                <a:gd name="connsiteX12" fmla="*/ 175741 w 528262"/>
                <a:gd name="connsiteY12" fmla="*/ 287999 h 578476"/>
                <a:gd name="connsiteX13" fmla="*/ 94694 w 528262"/>
                <a:gd name="connsiteY13" fmla="*/ 287999 h 578476"/>
                <a:gd name="connsiteX14" fmla="*/ 264030 w 528262"/>
                <a:gd name="connsiteY14" fmla="*/ 505624 h 578476"/>
                <a:gd name="connsiteX15" fmla="*/ 433690 w 528262"/>
                <a:gd name="connsiteY15" fmla="*/ 287654 h 578476"/>
                <a:gd name="connsiteX16" fmla="*/ 351476 w 528262"/>
                <a:gd name="connsiteY16" fmla="*/ 287654 h 578476"/>
                <a:gd name="connsiteX17" fmla="*/ 351476 w 528262"/>
                <a:gd name="connsiteY17" fmla="*/ 45601 h 578476"/>
                <a:gd name="connsiteX18" fmla="*/ 349646 w 528262"/>
                <a:gd name="connsiteY18" fmla="*/ 45283 h 578476"/>
                <a:gd name="connsiteX19" fmla="*/ 217052 w 528262"/>
                <a:gd name="connsiteY19" fmla="*/ 45124 h 57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28262" h="578476">
                  <a:moveTo>
                    <a:pt x="217052" y="0"/>
                  </a:moveTo>
                  <a:lnTo>
                    <a:pt x="335387" y="87"/>
                  </a:lnTo>
                  <a:cubicBezTo>
                    <a:pt x="348316" y="96"/>
                    <a:pt x="361248" y="269"/>
                    <a:pt x="374172" y="35"/>
                  </a:cubicBezTo>
                  <a:cubicBezTo>
                    <a:pt x="385927" y="-178"/>
                    <a:pt x="396997" y="9858"/>
                    <a:pt x="396917" y="22609"/>
                  </a:cubicBezTo>
                  <a:cubicBezTo>
                    <a:pt x="396465" y="93796"/>
                    <a:pt x="396699" y="164987"/>
                    <a:pt x="396699" y="236177"/>
                  </a:cubicBezTo>
                  <a:cubicBezTo>
                    <a:pt x="396699" y="238123"/>
                    <a:pt x="396699" y="240070"/>
                    <a:pt x="396699" y="242596"/>
                  </a:cubicBezTo>
                  <a:cubicBezTo>
                    <a:pt x="440296" y="242596"/>
                    <a:pt x="483676" y="242596"/>
                    <a:pt x="528262" y="242596"/>
                  </a:cubicBezTo>
                  <a:cubicBezTo>
                    <a:pt x="439897" y="354921"/>
                    <a:pt x="352277" y="466300"/>
                    <a:pt x="264030" y="578476"/>
                  </a:cubicBezTo>
                  <a:cubicBezTo>
                    <a:pt x="175999" y="466557"/>
                    <a:pt x="88324" y="355090"/>
                    <a:pt x="0" y="242798"/>
                  </a:cubicBezTo>
                  <a:cubicBezTo>
                    <a:pt x="44105" y="242798"/>
                    <a:pt x="87037" y="242798"/>
                    <a:pt x="130557" y="242798"/>
                  </a:cubicBezTo>
                  <a:lnTo>
                    <a:pt x="130931" y="86669"/>
                  </a:lnTo>
                  <a:lnTo>
                    <a:pt x="175754" y="86669"/>
                  </a:lnTo>
                  <a:lnTo>
                    <a:pt x="175741" y="287999"/>
                  </a:lnTo>
                  <a:cubicBezTo>
                    <a:pt x="148563" y="287999"/>
                    <a:pt x="121999" y="287999"/>
                    <a:pt x="94694" y="287999"/>
                  </a:cubicBezTo>
                  <a:cubicBezTo>
                    <a:pt x="151359" y="360822"/>
                    <a:pt x="207538" y="433022"/>
                    <a:pt x="264030" y="505624"/>
                  </a:cubicBezTo>
                  <a:cubicBezTo>
                    <a:pt x="320697" y="432821"/>
                    <a:pt x="376869" y="360655"/>
                    <a:pt x="433690" y="287654"/>
                  </a:cubicBezTo>
                  <a:cubicBezTo>
                    <a:pt x="405522" y="287654"/>
                    <a:pt x="378729" y="287654"/>
                    <a:pt x="351476" y="287654"/>
                  </a:cubicBezTo>
                  <a:cubicBezTo>
                    <a:pt x="351476" y="206793"/>
                    <a:pt x="351476" y="126203"/>
                    <a:pt x="351476" y="45601"/>
                  </a:cubicBezTo>
                  <a:cubicBezTo>
                    <a:pt x="350568" y="45438"/>
                    <a:pt x="350107" y="45283"/>
                    <a:pt x="349646" y="45283"/>
                  </a:cubicBezTo>
                  <a:lnTo>
                    <a:pt x="217052" y="45124"/>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829" name="Freeform: Shape 1828">
              <a:extLst>
                <a:ext uri="{FF2B5EF4-FFF2-40B4-BE49-F238E27FC236}">
                  <a16:creationId xmlns:a16="http://schemas.microsoft.com/office/drawing/2014/main" id="{426746C2-9D22-5915-B3D2-267971B87E7A}"/>
                </a:ext>
                <a:ext uri="{C183D7F6-B498-43B3-948B-1728B52AA6E4}">
                  <adec:decorative xmlns:adec="http://schemas.microsoft.com/office/drawing/2017/decorative" val="1"/>
                </a:ext>
              </a:extLst>
            </p:cNvPr>
            <p:cNvSpPr/>
            <p:nvPr/>
          </p:nvSpPr>
          <p:spPr>
            <a:xfrm>
              <a:off x="5041515" y="3636615"/>
              <a:ext cx="450338" cy="457200"/>
            </a:xfrm>
            <a:custGeom>
              <a:avLst/>
              <a:gdLst>
                <a:gd name="connsiteX0" fmla="*/ 2325 w 6755065"/>
                <a:gd name="connsiteY0" fmla="*/ 4958475 h 6858001"/>
                <a:gd name="connsiteX1" fmla="*/ 429570 w 6755065"/>
                <a:gd name="connsiteY1" fmla="*/ 4958475 h 6858001"/>
                <a:gd name="connsiteX2" fmla="*/ 429570 w 6755065"/>
                <a:gd name="connsiteY2" fmla="*/ 6423744 h 6858001"/>
                <a:gd name="connsiteX3" fmla="*/ 6325461 w 6755065"/>
                <a:gd name="connsiteY3" fmla="*/ 6423744 h 6858001"/>
                <a:gd name="connsiteX4" fmla="*/ 6325461 w 6755065"/>
                <a:gd name="connsiteY4" fmla="*/ 4958915 h 6858001"/>
                <a:gd name="connsiteX5" fmla="*/ 6755065 w 6755065"/>
                <a:gd name="connsiteY5" fmla="*/ 4958915 h 6858001"/>
                <a:gd name="connsiteX6" fmla="*/ 6755065 w 6755065"/>
                <a:gd name="connsiteY6" fmla="*/ 6857951 h 6858001"/>
                <a:gd name="connsiteX7" fmla="*/ 3814856 w 6755065"/>
                <a:gd name="connsiteY7" fmla="*/ 6857951 h 6858001"/>
                <a:gd name="connsiteX8" fmla="*/ 240154 w 6755065"/>
                <a:gd name="connsiteY8" fmla="*/ 6857665 h 6858001"/>
                <a:gd name="connsiteX9" fmla="*/ 1266 w 6755065"/>
                <a:gd name="connsiteY9" fmla="*/ 6623805 h 6858001"/>
                <a:gd name="connsiteX10" fmla="*/ 467 w 6755065"/>
                <a:gd name="connsiteY10" fmla="*/ 4993403 h 6858001"/>
                <a:gd name="connsiteX11" fmla="*/ 2325 w 6755065"/>
                <a:gd name="connsiteY11" fmla="*/ 4958475 h 6858001"/>
                <a:gd name="connsiteX12" fmla="*/ 2008863 w 6755065"/>
                <a:gd name="connsiteY12" fmla="*/ 0 h 6858001"/>
                <a:gd name="connsiteX13" fmla="*/ 2643173 w 6755065"/>
                <a:gd name="connsiteY13" fmla="*/ 0 h 6858001"/>
                <a:gd name="connsiteX14" fmla="*/ 2643173 w 6755065"/>
                <a:gd name="connsiteY14" fmla="*/ 635141 h 6858001"/>
                <a:gd name="connsiteX15" fmla="*/ 2008863 w 6755065"/>
                <a:gd name="connsiteY15" fmla="*/ 63514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55065" h="6858001">
                  <a:moveTo>
                    <a:pt x="2325" y="4958475"/>
                  </a:moveTo>
                  <a:cubicBezTo>
                    <a:pt x="144069" y="4958475"/>
                    <a:pt x="283905" y="4958475"/>
                    <a:pt x="429570" y="4958475"/>
                  </a:cubicBezTo>
                  <a:cubicBezTo>
                    <a:pt x="429570" y="5445327"/>
                    <a:pt x="429570" y="5933008"/>
                    <a:pt x="429570" y="6423744"/>
                  </a:cubicBezTo>
                  <a:cubicBezTo>
                    <a:pt x="2397354" y="6423744"/>
                    <a:pt x="4359331" y="6423744"/>
                    <a:pt x="6325461" y="6423744"/>
                  </a:cubicBezTo>
                  <a:cubicBezTo>
                    <a:pt x="6325461" y="5935537"/>
                    <a:pt x="6325461" y="5448976"/>
                    <a:pt x="6325461" y="4958915"/>
                  </a:cubicBezTo>
                  <a:cubicBezTo>
                    <a:pt x="6470516" y="4958915"/>
                    <a:pt x="6611453" y="4958915"/>
                    <a:pt x="6755065" y="4958915"/>
                  </a:cubicBezTo>
                  <a:cubicBezTo>
                    <a:pt x="6755065" y="5590368"/>
                    <a:pt x="6755065" y="6220600"/>
                    <a:pt x="6755065" y="6857951"/>
                  </a:cubicBezTo>
                  <a:cubicBezTo>
                    <a:pt x="5776379" y="6857951"/>
                    <a:pt x="4797962" y="6857951"/>
                    <a:pt x="3814856" y="6857951"/>
                  </a:cubicBezTo>
                  <a:cubicBezTo>
                    <a:pt x="2620164" y="6857951"/>
                    <a:pt x="1430160" y="6858179"/>
                    <a:pt x="240154" y="6857665"/>
                  </a:cubicBezTo>
                  <a:cubicBezTo>
                    <a:pt x="91359" y="6857602"/>
                    <a:pt x="1855" y="6769618"/>
                    <a:pt x="1266" y="6623805"/>
                  </a:cubicBezTo>
                  <a:cubicBezTo>
                    <a:pt x="-931" y="6080346"/>
                    <a:pt x="381" y="5536871"/>
                    <a:pt x="467" y="4993403"/>
                  </a:cubicBezTo>
                  <a:cubicBezTo>
                    <a:pt x="468" y="4982744"/>
                    <a:pt x="1572" y="4972085"/>
                    <a:pt x="2325" y="4958475"/>
                  </a:cubicBezTo>
                  <a:close/>
                  <a:moveTo>
                    <a:pt x="2008863" y="0"/>
                  </a:moveTo>
                  <a:lnTo>
                    <a:pt x="2643173" y="0"/>
                  </a:lnTo>
                  <a:lnTo>
                    <a:pt x="2643173" y="635141"/>
                  </a:lnTo>
                  <a:lnTo>
                    <a:pt x="2008863" y="635141"/>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11" name="Group 2810">
            <a:extLst>
              <a:ext uri="{FF2B5EF4-FFF2-40B4-BE49-F238E27FC236}">
                <a16:creationId xmlns:a16="http://schemas.microsoft.com/office/drawing/2014/main" id="{5A40440E-8CE5-9783-8D33-95658300C88F}"/>
              </a:ext>
              <a:ext uri="{C183D7F6-B498-43B3-948B-1728B52AA6E4}">
                <adec:decorative xmlns:adec="http://schemas.microsoft.com/office/drawing/2017/decorative" val="1"/>
              </a:ext>
            </a:extLst>
          </p:cNvPr>
          <p:cNvGrpSpPr>
            <a:grpSpLocks noChangeAspect="1"/>
          </p:cNvGrpSpPr>
          <p:nvPr/>
        </p:nvGrpSpPr>
        <p:grpSpPr>
          <a:xfrm>
            <a:off x="5576933" y="3640697"/>
            <a:ext cx="460971" cy="457200"/>
            <a:chOff x="5576854" y="3636615"/>
            <a:chExt cx="460971" cy="457200"/>
          </a:xfrm>
          <a:solidFill>
            <a:srgbClr val="FF0000"/>
          </a:solidFill>
        </p:grpSpPr>
        <p:sp>
          <p:nvSpPr>
            <p:cNvPr id="1843" name="Freeform: Shape 1842">
              <a:extLst>
                <a:ext uri="{FF2B5EF4-FFF2-40B4-BE49-F238E27FC236}">
                  <a16:creationId xmlns:a16="http://schemas.microsoft.com/office/drawing/2014/main" id="{708E6B42-C5F0-2CAC-E874-A67F9FEF0747}"/>
                </a:ext>
                <a:ext uri="{C183D7F6-B498-43B3-948B-1728B52AA6E4}">
                  <adec:decorative xmlns:adec="http://schemas.microsoft.com/office/drawing/2017/decorative" val="1"/>
                </a:ext>
              </a:extLst>
            </p:cNvPr>
            <p:cNvSpPr/>
            <p:nvPr/>
          </p:nvSpPr>
          <p:spPr>
            <a:xfrm>
              <a:off x="5576854" y="3636615"/>
              <a:ext cx="460971" cy="259988"/>
            </a:xfrm>
            <a:custGeom>
              <a:avLst/>
              <a:gdLst>
                <a:gd name="connsiteX0" fmla="*/ 1458620 w 6914574"/>
                <a:gd name="connsiteY0" fmla="*/ 3258562 h 3899829"/>
                <a:gd name="connsiteX1" fmla="*/ 2176717 w 6914574"/>
                <a:gd name="connsiteY1" fmla="*/ 3258562 h 3899829"/>
                <a:gd name="connsiteX2" fmla="*/ 2176717 w 6914574"/>
                <a:gd name="connsiteY2" fmla="*/ 3630217 h 3899829"/>
                <a:gd name="connsiteX3" fmla="*/ 1458620 w 6914574"/>
                <a:gd name="connsiteY3" fmla="*/ 3630217 h 3899829"/>
                <a:gd name="connsiteX4" fmla="*/ 0 w 6914574"/>
                <a:gd name="connsiteY4" fmla="*/ 3257641 h 3899829"/>
                <a:gd name="connsiteX5" fmla="*/ 1087080 w 6914574"/>
                <a:gd name="connsiteY5" fmla="*/ 3257641 h 3899829"/>
                <a:gd name="connsiteX6" fmla="*/ 1087080 w 6914574"/>
                <a:gd name="connsiteY6" fmla="*/ 3630233 h 3899829"/>
                <a:gd name="connsiteX7" fmla="*/ 0 w 6914574"/>
                <a:gd name="connsiteY7" fmla="*/ 3630233 h 3899829"/>
                <a:gd name="connsiteX8" fmla="*/ 6116514 w 6914574"/>
                <a:gd name="connsiteY8" fmla="*/ 2979496 h 3899829"/>
                <a:gd name="connsiteX9" fmla="*/ 6914574 w 6914574"/>
                <a:gd name="connsiteY9" fmla="*/ 3440448 h 3899829"/>
                <a:gd name="connsiteX10" fmla="*/ 6119362 w 6914574"/>
                <a:gd name="connsiteY10" fmla="*/ 3899829 h 3899829"/>
                <a:gd name="connsiteX11" fmla="*/ 6119362 w 6914574"/>
                <a:gd name="connsiteY11" fmla="*/ 3629519 h 3899829"/>
                <a:gd name="connsiteX12" fmla="*/ 5822413 w 6914574"/>
                <a:gd name="connsiteY12" fmla="*/ 3629636 h 3899829"/>
                <a:gd name="connsiteX13" fmla="*/ 5783921 w 6914574"/>
                <a:gd name="connsiteY13" fmla="*/ 3622623 h 3899829"/>
                <a:gd name="connsiteX14" fmla="*/ 5480215 w 6914574"/>
                <a:gd name="connsiteY14" fmla="*/ 3622531 h 3899829"/>
                <a:gd name="connsiteX15" fmla="*/ 5446112 w 6914574"/>
                <a:gd name="connsiteY15" fmla="*/ 3628466 h 3899829"/>
                <a:gd name="connsiteX16" fmla="*/ 4725584 w 6914574"/>
                <a:gd name="connsiteY16" fmla="*/ 3628589 h 3899829"/>
                <a:gd name="connsiteX17" fmla="*/ 4699253 w 6914574"/>
                <a:gd name="connsiteY17" fmla="*/ 3622647 h 3899829"/>
                <a:gd name="connsiteX18" fmla="*/ 4391571 w 6914574"/>
                <a:gd name="connsiteY18" fmla="*/ 3622652 h 3899829"/>
                <a:gd name="connsiteX19" fmla="*/ 4353060 w 6914574"/>
                <a:gd name="connsiteY19" fmla="*/ 3629622 h 3899829"/>
                <a:gd name="connsiteX20" fmla="*/ 3861036 w 6914574"/>
                <a:gd name="connsiteY20" fmla="*/ 3629476 h 3899829"/>
                <a:gd name="connsiteX21" fmla="*/ 2549012 w 6914574"/>
                <a:gd name="connsiteY21" fmla="*/ 3626436 h 3899829"/>
                <a:gd name="connsiteX22" fmla="*/ 2553055 w 6914574"/>
                <a:gd name="connsiteY22" fmla="*/ 3257664 h 3899829"/>
                <a:gd name="connsiteX23" fmla="*/ 4360627 w 6914574"/>
                <a:gd name="connsiteY23" fmla="*/ 3257913 h 3899829"/>
                <a:gd name="connsiteX24" fmla="*/ 4732536 w 6914574"/>
                <a:gd name="connsiteY24" fmla="*/ 3257933 h 3899829"/>
                <a:gd name="connsiteX25" fmla="*/ 5446696 w 6914574"/>
                <a:gd name="connsiteY25" fmla="*/ 3257829 h 3899829"/>
                <a:gd name="connsiteX26" fmla="*/ 5814857 w 6914574"/>
                <a:gd name="connsiteY26" fmla="*/ 3257922 h 3899829"/>
                <a:gd name="connsiteX27" fmla="*/ 6116514 w 6914574"/>
                <a:gd name="connsiteY27" fmla="*/ 3257830 h 3899829"/>
                <a:gd name="connsiteX28" fmla="*/ 6116514 w 6914574"/>
                <a:gd name="connsiteY28" fmla="*/ 2979496 h 3899829"/>
                <a:gd name="connsiteX29" fmla="*/ 1001109 w 6914574"/>
                <a:gd name="connsiteY29" fmla="*/ 0 h 3899829"/>
                <a:gd name="connsiteX30" fmla="*/ 1547822 w 6914574"/>
                <a:gd name="connsiteY30" fmla="*/ 0 h 3899829"/>
                <a:gd name="connsiteX31" fmla="*/ 1547822 w 6914574"/>
                <a:gd name="connsiteY31" fmla="*/ 546393 h 3899829"/>
                <a:gd name="connsiteX32" fmla="*/ 1001109 w 6914574"/>
                <a:gd name="connsiteY32" fmla="*/ 546393 h 389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914574" h="3899829">
                  <a:moveTo>
                    <a:pt x="1458620" y="3258562"/>
                  </a:moveTo>
                  <a:lnTo>
                    <a:pt x="2176717" y="3258562"/>
                  </a:lnTo>
                  <a:lnTo>
                    <a:pt x="2176717" y="3630217"/>
                  </a:lnTo>
                  <a:lnTo>
                    <a:pt x="1458620" y="3630217"/>
                  </a:lnTo>
                  <a:close/>
                  <a:moveTo>
                    <a:pt x="0" y="3257641"/>
                  </a:moveTo>
                  <a:lnTo>
                    <a:pt x="1087080" y="3257641"/>
                  </a:lnTo>
                  <a:lnTo>
                    <a:pt x="1087080" y="3630233"/>
                  </a:lnTo>
                  <a:lnTo>
                    <a:pt x="0" y="3630233"/>
                  </a:lnTo>
                  <a:close/>
                  <a:moveTo>
                    <a:pt x="6116514" y="2979496"/>
                  </a:moveTo>
                  <a:cubicBezTo>
                    <a:pt x="6383661" y="3133797"/>
                    <a:pt x="6644254" y="3284315"/>
                    <a:pt x="6914574" y="3440448"/>
                  </a:cubicBezTo>
                  <a:cubicBezTo>
                    <a:pt x="6647280" y="3594860"/>
                    <a:pt x="6386417" y="3745556"/>
                    <a:pt x="6119362" y="3899829"/>
                  </a:cubicBezTo>
                  <a:cubicBezTo>
                    <a:pt x="6119362" y="3807879"/>
                    <a:pt x="6119362" y="3721738"/>
                    <a:pt x="6119362" y="3629519"/>
                  </a:cubicBezTo>
                  <a:cubicBezTo>
                    <a:pt x="6018539" y="3629519"/>
                    <a:pt x="5922360" y="3629519"/>
                    <a:pt x="5822413" y="3629636"/>
                  </a:cubicBezTo>
                  <a:cubicBezTo>
                    <a:pt x="5807072" y="3627267"/>
                    <a:pt x="5795510" y="3622686"/>
                    <a:pt x="5783921" y="3622623"/>
                  </a:cubicBezTo>
                  <a:cubicBezTo>
                    <a:pt x="5682688" y="3622060"/>
                    <a:pt x="5581450" y="3622175"/>
                    <a:pt x="5480215" y="3622531"/>
                  </a:cubicBezTo>
                  <a:cubicBezTo>
                    <a:pt x="5471157" y="3622563"/>
                    <a:pt x="5462112" y="3625716"/>
                    <a:pt x="5446112" y="3628466"/>
                  </a:cubicBezTo>
                  <a:cubicBezTo>
                    <a:pt x="5202362" y="3629596"/>
                    <a:pt x="4965562" y="3629679"/>
                    <a:pt x="4725584" y="3628589"/>
                  </a:cubicBezTo>
                  <a:cubicBezTo>
                    <a:pt x="4714691" y="3625754"/>
                    <a:pt x="4706977" y="3622675"/>
                    <a:pt x="4699253" y="3622647"/>
                  </a:cubicBezTo>
                  <a:cubicBezTo>
                    <a:pt x="4596692" y="3622291"/>
                    <a:pt x="4494130" y="3622127"/>
                    <a:pt x="4391571" y="3622652"/>
                  </a:cubicBezTo>
                  <a:cubicBezTo>
                    <a:pt x="4379977" y="3622712"/>
                    <a:pt x="4368408" y="3627262"/>
                    <a:pt x="4353060" y="3629622"/>
                  </a:cubicBezTo>
                  <a:cubicBezTo>
                    <a:pt x="4186541" y="3629497"/>
                    <a:pt x="4023788" y="3629398"/>
                    <a:pt x="3861036" y="3629476"/>
                  </a:cubicBezTo>
                  <a:cubicBezTo>
                    <a:pt x="3423901" y="3629688"/>
                    <a:pt x="2986764" y="3629975"/>
                    <a:pt x="2549012" y="3626436"/>
                  </a:cubicBezTo>
                  <a:cubicBezTo>
                    <a:pt x="2548703" y="3500889"/>
                    <a:pt x="2549011" y="3379138"/>
                    <a:pt x="2553055" y="3257664"/>
                  </a:cubicBezTo>
                  <a:cubicBezTo>
                    <a:pt x="3156804" y="3257903"/>
                    <a:pt x="3756815" y="3257866"/>
                    <a:pt x="4360627" y="3257913"/>
                  </a:cubicBezTo>
                  <a:cubicBezTo>
                    <a:pt x="4485877" y="3257941"/>
                    <a:pt x="4607325" y="3257885"/>
                    <a:pt x="4732536" y="3257933"/>
                  </a:cubicBezTo>
                  <a:cubicBezTo>
                    <a:pt x="4973100" y="3257969"/>
                    <a:pt x="5209899" y="3257899"/>
                    <a:pt x="5446696" y="3257829"/>
                  </a:cubicBezTo>
                  <a:cubicBezTo>
                    <a:pt x="5568151" y="3257891"/>
                    <a:pt x="5689604" y="3257952"/>
                    <a:pt x="5814857" y="3257922"/>
                  </a:cubicBezTo>
                  <a:cubicBezTo>
                    <a:pt x="5916487" y="3257830"/>
                    <a:pt x="6014321" y="3257830"/>
                    <a:pt x="6116514" y="3257830"/>
                  </a:cubicBezTo>
                  <a:cubicBezTo>
                    <a:pt x="6116514" y="3165326"/>
                    <a:pt x="6116514" y="3076118"/>
                    <a:pt x="6116514" y="2979496"/>
                  </a:cubicBezTo>
                  <a:close/>
                  <a:moveTo>
                    <a:pt x="1001109" y="0"/>
                  </a:moveTo>
                  <a:lnTo>
                    <a:pt x="1547822" y="0"/>
                  </a:lnTo>
                  <a:lnTo>
                    <a:pt x="1547822" y="546393"/>
                  </a:lnTo>
                  <a:lnTo>
                    <a:pt x="1001109" y="546393"/>
                  </a:lnTo>
                  <a:close/>
                </a:path>
              </a:pathLst>
            </a:custGeom>
            <a:solidFill>
              <a:schemeClr val="accent1"/>
            </a:solidFill>
            <a:ln w="6350" cap="flat">
              <a:noFill/>
              <a:prstDash val="solid"/>
              <a:miter/>
            </a:ln>
          </p:spPr>
          <p:txBody>
            <a:bodyPr wrap="square" rtlCol="0" anchor="ctr">
              <a:noAutofit/>
            </a:bodyPr>
            <a:lstStyle/>
            <a:p>
              <a:endParaRPr lang="en-US"/>
            </a:p>
          </p:txBody>
        </p:sp>
        <p:sp>
          <p:nvSpPr>
            <p:cNvPr id="1844" name="Freeform: Shape 1843">
              <a:extLst>
                <a:ext uri="{FF2B5EF4-FFF2-40B4-BE49-F238E27FC236}">
                  <a16:creationId xmlns:a16="http://schemas.microsoft.com/office/drawing/2014/main" id="{4304DF1A-DDB6-C78C-DE7A-693AAEC29129}"/>
                </a:ext>
                <a:ext uri="{C183D7F6-B498-43B3-948B-1728B52AA6E4}">
                  <adec:decorative xmlns:adec="http://schemas.microsoft.com/office/drawing/2017/decorative" val="1"/>
                </a:ext>
              </a:extLst>
            </p:cNvPr>
            <p:cNvSpPr/>
            <p:nvPr/>
          </p:nvSpPr>
          <p:spPr>
            <a:xfrm>
              <a:off x="5649304" y="3643595"/>
              <a:ext cx="315460" cy="450220"/>
            </a:xfrm>
            <a:custGeom>
              <a:avLst/>
              <a:gdLst>
                <a:gd name="connsiteX0" fmla="*/ 1090622 w 4731905"/>
                <a:gd name="connsiteY0" fmla="*/ 1326671 h 6753298"/>
                <a:gd name="connsiteX1" fmla="*/ 3641772 w 4731905"/>
                <a:gd name="connsiteY1" fmla="*/ 2107997 h 6753298"/>
                <a:gd name="connsiteX2" fmla="*/ 3641899 w 4731905"/>
                <a:gd name="connsiteY2" fmla="*/ 3149374 h 6753298"/>
                <a:gd name="connsiteX3" fmla="*/ 3274010 w 4731905"/>
                <a:gd name="connsiteY3" fmla="*/ 3149458 h 6753298"/>
                <a:gd name="connsiteX4" fmla="*/ 3270371 w 4731905"/>
                <a:gd name="connsiteY4" fmla="*/ 2484175 h 6753298"/>
                <a:gd name="connsiteX5" fmla="*/ 3179586 w 4731905"/>
                <a:gd name="connsiteY5" fmla="*/ 2357176 h 6753298"/>
                <a:gd name="connsiteX6" fmla="*/ 2603341 w 4731905"/>
                <a:gd name="connsiteY6" fmla="*/ 2182329 h 6753298"/>
                <a:gd name="connsiteX7" fmla="*/ 1796059 w 4731905"/>
                <a:gd name="connsiteY7" fmla="*/ 1934221 h 6753298"/>
                <a:gd name="connsiteX8" fmla="*/ 1462575 w 4731905"/>
                <a:gd name="connsiteY8" fmla="*/ 1830736 h 6753298"/>
                <a:gd name="connsiteX9" fmla="*/ 1462577 w 4731905"/>
                <a:gd name="connsiteY9" fmla="*/ 3152685 h 6753298"/>
                <a:gd name="connsiteX10" fmla="*/ 1461873 w 4731905"/>
                <a:gd name="connsiteY10" fmla="*/ 3525460 h 6753298"/>
                <a:gd name="connsiteX11" fmla="*/ 1462095 w 4731905"/>
                <a:gd name="connsiteY11" fmla="*/ 4889385 h 6753298"/>
                <a:gd name="connsiteX12" fmla="*/ 1484996 w 4731905"/>
                <a:gd name="connsiteY12" fmla="*/ 4885951 h 6753298"/>
                <a:gd name="connsiteX13" fmla="*/ 3240797 w 4731905"/>
                <a:gd name="connsiteY13" fmla="*/ 4300531 h 6753298"/>
                <a:gd name="connsiteX14" fmla="*/ 3270931 w 4731905"/>
                <a:gd name="connsiteY14" fmla="*/ 4259231 h 6753298"/>
                <a:gd name="connsiteX15" fmla="*/ 3270082 w 4731905"/>
                <a:gd name="connsiteY15" fmla="*/ 3525029 h 6753298"/>
                <a:gd name="connsiteX16" fmla="*/ 3304825 w 4731905"/>
                <a:gd name="connsiteY16" fmla="*/ 3517951 h 6753298"/>
                <a:gd name="connsiteX17" fmla="*/ 3612508 w 4731905"/>
                <a:gd name="connsiteY17" fmla="*/ 3517947 h 6753298"/>
                <a:gd name="connsiteX18" fmla="*/ 3638840 w 4731905"/>
                <a:gd name="connsiteY18" fmla="*/ 3523888 h 6753298"/>
                <a:gd name="connsiteX19" fmla="*/ 3642686 w 4731905"/>
                <a:gd name="connsiteY19" fmla="*/ 4517957 h 6753298"/>
                <a:gd name="connsiteX20" fmla="*/ 3603091 w 4731905"/>
                <a:gd name="connsiteY20" fmla="*/ 4574273 h 6753298"/>
                <a:gd name="connsiteX21" fmla="*/ 1136429 w 4731905"/>
                <a:gd name="connsiteY21" fmla="*/ 5395209 h 6753298"/>
                <a:gd name="connsiteX22" fmla="*/ 1090516 w 4731905"/>
                <a:gd name="connsiteY22" fmla="*/ 5407906 h 6753298"/>
                <a:gd name="connsiteX23" fmla="*/ 1090122 w 4731905"/>
                <a:gd name="connsiteY23" fmla="*/ 3529242 h 6753298"/>
                <a:gd name="connsiteX24" fmla="*/ 1090388 w 4731905"/>
                <a:gd name="connsiteY24" fmla="*/ 3156455 h 6753298"/>
                <a:gd name="connsiteX25" fmla="*/ 1090621 w 4731905"/>
                <a:gd name="connsiteY25" fmla="*/ 1421969 h 6753298"/>
                <a:gd name="connsiteX26" fmla="*/ 1090622 w 4731905"/>
                <a:gd name="connsiteY26" fmla="*/ 1326671 h 6753298"/>
                <a:gd name="connsiteX27" fmla="*/ 4004 w 4731905"/>
                <a:gd name="connsiteY27" fmla="*/ 685667 h 6753298"/>
                <a:gd name="connsiteX28" fmla="*/ 372255 w 4731905"/>
                <a:gd name="connsiteY28" fmla="*/ 685667 h 6753298"/>
                <a:gd name="connsiteX29" fmla="*/ 372140 w 4731905"/>
                <a:gd name="connsiteY29" fmla="*/ 1836976 h 6753298"/>
                <a:gd name="connsiteX30" fmla="*/ 371902 w 4731905"/>
                <a:gd name="connsiteY30" fmla="*/ 3156454 h 6753298"/>
                <a:gd name="connsiteX31" fmla="*/ 372617 w 4731905"/>
                <a:gd name="connsiteY31" fmla="*/ 3529259 h 6753298"/>
                <a:gd name="connsiteX32" fmla="*/ 372222 w 4731905"/>
                <a:gd name="connsiteY32" fmla="*/ 6352333 h 6753298"/>
                <a:gd name="connsiteX33" fmla="*/ 4359963 w 4731905"/>
                <a:gd name="connsiteY33" fmla="*/ 5703741 h 6753298"/>
                <a:gd name="connsiteX34" fmla="*/ 4363144 w 4731905"/>
                <a:gd name="connsiteY34" fmla="*/ 3523883 h 6753298"/>
                <a:gd name="connsiteX35" fmla="*/ 4393478 w 4731905"/>
                <a:gd name="connsiteY35" fmla="*/ 3517841 h 6753298"/>
                <a:gd name="connsiteX36" fmla="*/ 4697181 w 4731905"/>
                <a:gd name="connsiteY36" fmla="*/ 3517931 h 6753298"/>
                <a:gd name="connsiteX37" fmla="*/ 4731905 w 4731905"/>
                <a:gd name="connsiteY37" fmla="*/ 3525058 h 6753298"/>
                <a:gd name="connsiteX38" fmla="*/ 4731626 w 4731905"/>
                <a:gd name="connsiteY38" fmla="*/ 5942287 h 6753298"/>
                <a:gd name="connsiteX39" fmla="*/ 4655256 w 4731905"/>
                <a:gd name="connsiteY39" fmla="*/ 6035296 h 6753298"/>
                <a:gd name="connsiteX40" fmla="*/ 4129283 w 4731905"/>
                <a:gd name="connsiteY40" fmla="*/ 6116770 h 6753298"/>
                <a:gd name="connsiteX41" fmla="*/ 3613085 w 4731905"/>
                <a:gd name="connsiteY41" fmla="*/ 6204616 h 6753298"/>
                <a:gd name="connsiteX42" fmla="*/ 3040608 w 4731905"/>
                <a:gd name="connsiteY42" fmla="*/ 6294279 h 6753298"/>
                <a:gd name="connsiteX43" fmla="*/ 2621545 w 4731905"/>
                <a:gd name="connsiteY43" fmla="*/ 6365995 h 6753298"/>
                <a:gd name="connsiteX44" fmla="*/ 2146203 w 4731905"/>
                <a:gd name="connsiteY44" fmla="*/ 6439554 h 6753298"/>
                <a:gd name="connsiteX45" fmla="*/ 1680594 w 4731905"/>
                <a:gd name="connsiteY45" fmla="*/ 6519203 h 6753298"/>
                <a:gd name="connsiteX46" fmla="*/ 1310452 w 4731905"/>
                <a:gd name="connsiteY46" fmla="*/ 6576666 h 6753298"/>
                <a:gd name="connsiteX47" fmla="*/ 988384 w 4731905"/>
                <a:gd name="connsiteY47" fmla="*/ 6631637 h 6753298"/>
                <a:gd name="connsiteX48" fmla="*/ 672991 w 4731905"/>
                <a:gd name="connsiteY48" fmla="*/ 6681487 h 6753298"/>
                <a:gd name="connsiteX49" fmla="*/ 342809 w 4731905"/>
                <a:gd name="connsiteY49" fmla="*/ 6736146 h 6753298"/>
                <a:gd name="connsiteX50" fmla="*/ 169205 w 4731905"/>
                <a:gd name="connsiteY50" fmla="*/ 6753245 h 6753298"/>
                <a:gd name="connsiteX51" fmla="*/ 814 w 4731905"/>
                <a:gd name="connsiteY51" fmla="*/ 6587829 h 6753298"/>
                <a:gd name="connsiteX52" fmla="*/ 748 w 4731905"/>
                <a:gd name="connsiteY52" fmla="*/ 6559583 h 6753298"/>
                <a:gd name="connsiteX53" fmla="*/ 691 w 4731905"/>
                <a:gd name="connsiteY53" fmla="*/ 3525453 h 6753298"/>
                <a:gd name="connsiteX54" fmla="*/ 0 w 4731905"/>
                <a:gd name="connsiteY54" fmla="*/ 3152655 h 6753298"/>
                <a:gd name="connsiteX55" fmla="*/ 715 w 4731905"/>
                <a:gd name="connsiteY55" fmla="*/ 2757169 h 6753298"/>
                <a:gd name="connsiteX56" fmla="*/ 705215 w 4731905"/>
                <a:gd name="connsiteY56" fmla="*/ 0 h 6753298"/>
                <a:gd name="connsiteX57" fmla="*/ 956824 w 4731905"/>
                <a:gd name="connsiteY57" fmla="*/ 43011 h 6753298"/>
                <a:gd name="connsiteX58" fmla="*/ 1221373 w 4731905"/>
                <a:gd name="connsiteY58" fmla="*/ 85684 h 6753298"/>
                <a:gd name="connsiteX59" fmla="*/ 1524229 w 4731905"/>
                <a:gd name="connsiteY59" fmla="*/ 136759 h 6753298"/>
                <a:gd name="connsiteX60" fmla="*/ 1792008 w 4731905"/>
                <a:gd name="connsiteY60" fmla="*/ 182457 h 6753298"/>
                <a:gd name="connsiteX61" fmla="*/ 2110336 w 4731905"/>
                <a:gd name="connsiteY61" fmla="*/ 236302 h 6753298"/>
                <a:gd name="connsiteX62" fmla="*/ 2370741 w 4731905"/>
                <a:gd name="connsiteY62" fmla="*/ 279346 h 6753298"/>
                <a:gd name="connsiteX63" fmla="*/ 2677749 w 4731905"/>
                <a:gd name="connsiteY63" fmla="*/ 330026 h 6753298"/>
                <a:gd name="connsiteX64" fmla="*/ 2949432 w 4731905"/>
                <a:gd name="connsiteY64" fmla="*/ 376177 h 6753298"/>
                <a:gd name="connsiteX65" fmla="*/ 3260329 w 4731905"/>
                <a:gd name="connsiteY65" fmla="*/ 427638 h 6753298"/>
                <a:gd name="connsiteX66" fmla="*/ 3528149 w 4731905"/>
                <a:gd name="connsiteY66" fmla="*/ 473147 h 6753298"/>
                <a:gd name="connsiteX67" fmla="*/ 3838330 w 4731905"/>
                <a:gd name="connsiteY67" fmla="*/ 527066 h 6753298"/>
                <a:gd name="connsiteX68" fmla="*/ 4098759 w 4731905"/>
                <a:gd name="connsiteY68" fmla="*/ 570036 h 6753298"/>
                <a:gd name="connsiteX69" fmla="*/ 4420885 w 4731905"/>
                <a:gd name="connsiteY69" fmla="*/ 624793 h 6753298"/>
                <a:gd name="connsiteX70" fmla="*/ 4568125 w 4731905"/>
                <a:gd name="connsiteY70" fmla="*/ 650524 h 6753298"/>
                <a:gd name="connsiteX71" fmla="*/ 4731625 w 4731905"/>
                <a:gd name="connsiteY71" fmla="*/ 853467 h 6753298"/>
                <a:gd name="connsiteX72" fmla="*/ 4727992 w 4731905"/>
                <a:gd name="connsiteY72" fmla="*/ 3149458 h 6753298"/>
                <a:gd name="connsiteX73" fmla="*/ 4360093 w 4731905"/>
                <a:gd name="connsiteY73" fmla="*/ 3149376 h 6753298"/>
                <a:gd name="connsiteX74" fmla="*/ 4360225 w 4731905"/>
                <a:gd name="connsiteY74" fmla="*/ 991689 h 6753298"/>
                <a:gd name="connsiteX75" fmla="*/ 4162346 w 4731905"/>
                <a:gd name="connsiteY75" fmla="*/ 957540 h 6753298"/>
                <a:gd name="connsiteX76" fmla="*/ 3901999 w 4731905"/>
                <a:gd name="connsiteY76" fmla="*/ 914151 h 6753298"/>
                <a:gd name="connsiteX77" fmla="*/ 3583539 w 4731905"/>
                <a:gd name="connsiteY77" fmla="*/ 860578 h 6753298"/>
                <a:gd name="connsiteX78" fmla="*/ 3315810 w 4731905"/>
                <a:gd name="connsiteY78" fmla="*/ 814567 h 6753298"/>
                <a:gd name="connsiteX79" fmla="*/ 3012822 w 4731905"/>
                <a:gd name="connsiteY79" fmla="*/ 763796 h 6753298"/>
                <a:gd name="connsiteX80" fmla="*/ 2748323 w 4731905"/>
                <a:gd name="connsiteY80" fmla="*/ 720778 h 6753298"/>
                <a:gd name="connsiteX81" fmla="*/ 2429970 w 4731905"/>
                <a:gd name="connsiteY81" fmla="*/ 666850 h 6753298"/>
                <a:gd name="connsiteX82" fmla="*/ 2162134 w 4731905"/>
                <a:gd name="connsiteY82" fmla="*/ 621242 h 6753298"/>
                <a:gd name="connsiteX83" fmla="*/ 1855216 w 4731905"/>
                <a:gd name="connsiteY83" fmla="*/ 570019 h 6753298"/>
                <a:gd name="connsiteX84" fmla="*/ 1594647 w 4731905"/>
                <a:gd name="connsiteY84" fmla="*/ 527428 h 6753298"/>
                <a:gd name="connsiteX85" fmla="*/ 1233851 w 4731905"/>
                <a:gd name="connsiteY85" fmla="*/ 465264 h 6753298"/>
                <a:gd name="connsiteX86" fmla="*/ 871741 w 4731905"/>
                <a:gd name="connsiteY86" fmla="*/ 407834 h 6753298"/>
                <a:gd name="connsiteX87" fmla="*/ 705215 w 4731905"/>
                <a:gd name="connsiteY87" fmla="*/ 377237 h 6753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731905" h="6753298">
                  <a:moveTo>
                    <a:pt x="1090622" y="1326671"/>
                  </a:moveTo>
                  <a:cubicBezTo>
                    <a:pt x="1942844" y="1587677"/>
                    <a:pt x="2790399" y="1847252"/>
                    <a:pt x="3641772" y="2107997"/>
                  </a:cubicBezTo>
                  <a:cubicBezTo>
                    <a:pt x="3641772" y="2452181"/>
                    <a:pt x="3641772" y="2798901"/>
                    <a:pt x="3641899" y="3149374"/>
                  </a:cubicBezTo>
                  <a:cubicBezTo>
                    <a:pt x="3520579" y="3153183"/>
                    <a:pt x="3399131" y="3153239"/>
                    <a:pt x="3274010" y="3149458"/>
                  </a:cubicBezTo>
                  <a:cubicBezTo>
                    <a:pt x="3270349" y="2925139"/>
                    <a:pt x="3270362" y="2704657"/>
                    <a:pt x="3270371" y="2484175"/>
                  </a:cubicBezTo>
                  <a:cubicBezTo>
                    <a:pt x="3270376" y="2386007"/>
                    <a:pt x="3270655" y="2385085"/>
                    <a:pt x="3179586" y="2357176"/>
                  </a:cubicBezTo>
                  <a:cubicBezTo>
                    <a:pt x="2987668" y="2298363"/>
                    <a:pt x="2795294" y="2241031"/>
                    <a:pt x="2603341" y="2182329"/>
                  </a:cubicBezTo>
                  <a:cubicBezTo>
                    <a:pt x="2334132" y="2100004"/>
                    <a:pt x="2065107" y="2017073"/>
                    <a:pt x="1796059" y="1934221"/>
                  </a:cubicBezTo>
                  <a:cubicBezTo>
                    <a:pt x="1685342" y="1900127"/>
                    <a:pt x="1574769" y="1865566"/>
                    <a:pt x="1462575" y="1830736"/>
                  </a:cubicBezTo>
                  <a:cubicBezTo>
                    <a:pt x="1462575" y="2273525"/>
                    <a:pt x="1462575" y="2713105"/>
                    <a:pt x="1462577" y="3152685"/>
                  </a:cubicBezTo>
                  <a:cubicBezTo>
                    <a:pt x="1462268" y="3274437"/>
                    <a:pt x="1461960" y="3396188"/>
                    <a:pt x="1461873" y="3525460"/>
                  </a:cubicBezTo>
                  <a:cubicBezTo>
                    <a:pt x="1462095" y="3984476"/>
                    <a:pt x="1462095" y="4435971"/>
                    <a:pt x="1462095" y="4889385"/>
                  </a:cubicBezTo>
                  <a:cubicBezTo>
                    <a:pt x="1472208" y="4887932"/>
                    <a:pt x="1478945" y="4887969"/>
                    <a:pt x="1484996" y="4885951"/>
                  </a:cubicBezTo>
                  <a:cubicBezTo>
                    <a:pt x="2070228" y="4690706"/>
                    <a:pt x="2655353" y="4495139"/>
                    <a:pt x="3240797" y="4300531"/>
                  </a:cubicBezTo>
                  <a:cubicBezTo>
                    <a:pt x="3263809" y="4292883"/>
                    <a:pt x="3271030" y="4283210"/>
                    <a:pt x="3270931" y="4259231"/>
                  </a:cubicBezTo>
                  <a:cubicBezTo>
                    <a:pt x="3269920" y="4014500"/>
                    <a:pt x="3270178" y="3769763"/>
                    <a:pt x="3270082" y="3525029"/>
                  </a:cubicBezTo>
                  <a:cubicBezTo>
                    <a:pt x="3281662" y="3522561"/>
                    <a:pt x="3293233" y="3518011"/>
                    <a:pt x="3304825" y="3517951"/>
                  </a:cubicBezTo>
                  <a:cubicBezTo>
                    <a:pt x="3407385" y="3517426"/>
                    <a:pt x="3509948" y="3517590"/>
                    <a:pt x="3612508" y="3517947"/>
                  </a:cubicBezTo>
                  <a:cubicBezTo>
                    <a:pt x="3620232" y="3517974"/>
                    <a:pt x="3627946" y="3521053"/>
                    <a:pt x="3638840" y="3523888"/>
                  </a:cubicBezTo>
                  <a:cubicBezTo>
                    <a:pt x="3641923" y="3856029"/>
                    <a:pt x="3641224" y="4186997"/>
                    <a:pt x="3642686" y="4517957"/>
                  </a:cubicBezTo>
                  <a:cubicBezTo>
                    <a:pt x="3642831" y="4550620"/>
                    <a:pt x="3632702" y="4564434"/>
                    <a:pt x="3603091" y="4574273"/>
                  </a:cubicBezTo>
                  <a:cubicBezTo>
                    <a:pt x="2780740" y="4847524"/>
                    <a:pt x="1958622" y="5121480"/>
                    <a:pt x="1136429" y="5395209"/>
                  </a:cubicBezTo>
                  <a:cubicBezTo>
                    <a:pt x="1122997" y="5399681"/>
                    <a:pt x="1109116" y="5402802"/>
                    <a:pt x="1090516" y="5407906"/>
                  </a:cubicBezTo>
                  <a:cubicBezTo>
                    <a:pt x="1090516" y="4780508"/>
                    <a:pt x="1090516" y="4156738"/>
                    <a:pt x="1090122" y="3529242"/>
                  </a:cubicBezTo>
                  <a:cubicBezTo>
                    <a:pt x="1090121" y="3403761"/>
                    <a:pt x="1090513" y="3282007"/>
                    <a:pt x="1090388" y="3156455"/>
                  </a:cubicBezTo>
                  <a:cubicBezTo>
                    <a:pt x="1090121" y="2575761"/>
                    <a:pt x="1090373" y="1998864"/>
                    <a:pt x="1090621" y="1421969"/>
                  </a:cubicBezTo>
                  <a:cubicBezTo>
                    <a:pt x="1090635" y="1391425"/>
                    <a:pt x="1090622" y="1360881"/>
                    <a:pt x="1090622" y="1326671"/>
                  </a:cubicBezTo>
                  <a:close/>
                  <a:moveTo>
                    <a:pt x="4004" y="685667"/>
                  </a:moveTo>
                  <a:lnTo>
                    <a:pt x="372255" y="685667"/>
                  </a:lnTo>
                  <a:lnTo>
                    <a:pt x="372140" y="1836976"/>
                  </a:lnTo>
                  <a:cubicBezTo>
                    <a:pt x="372231" y="2275546"/>
                    <a:pt x="372510" y="2714117"/>
                    <a:pt x="371902" y="3156454"/>
                  </a:cubicBezTo>
                  <a:cubicBezTo>
                    <a:pt x="371737" y="3281991"/>
                    <a:pt x="372370" y="3403771"/>
                    <a:pt x="372617" y="3529259"/>
                  </a:cubicBezTo>
                  <a:cubicBezTo>
                    <a:pt x="372222" y="4471739"/>
                    <a:pt x="372222" y="5410494"/>
                    <a:pt x="372222" y="6352333"/>
                  </a:cubicBezTo>
                  <a:cubicBezTo>
                    <a:pt x="1704212" y="6135694"/>
                    <a:pt x="3031376" y="5919837"/>
                    <a:pt x="4359963" y="5703741"/>
                  </a:cubicBezTo>
                  <a:cubicBezTo>
                    <a:pt x="4359963" y="4975138"/>
                    <a:pt x="4359963" y="4250086"/>
                    <a:pt x="4363144" y="3523883"/>
                  </a:cubicBezTo>
                  <a:cubicBezTo>
                    <a:pt x="4375376" y="3521022"/>
                    <a:pt x="4384419" y="3517874"/>
                    <a:pt x="4393478" y="3517841"/>
                  </a:cubicBezTo>
                  <a:cubicBezTo>
                    <a:pt x="4494715" y="3517479"/>
                    <a:pt x="4595952" y="3517364"/>
                    <a:pt x="4697181" y="3517931"/>
                  </a:cubicBezTo>
                  <a:cubicBezTo>
                    <a:pt x="4708772" y="3517997"/>
                    <a:pt x="4720330" y="3522576"/>
                    <a:pt x="4731905" y="3525058"/>
                  </a:cubicBezTo>
                  <a:cubicBezTo>
                    <a:pt x="4731814" y="4330804"/>
                    <a:pt x="4731716" y="5136550"/>
                    <a:pt x="4731626" y="5942287"/>
                  </a:cubicBezTo>
                  <a:cubicBezTo>
                    <a:pt x="4731609" y="6023170"/>
                    <a:pt x="4731666" y="6023441"/>
                    <a:pt x="4655256" y="6035296"/>
                  </a:cubicBezTo>
                  <a:cubicBezTo>
                    <a:pt x="4479935" y="6062506"/>
                    <a:pt x="4304391" y="6088294"/>
                    <a:pt x="4129283" y="6116770"/>
                  </a:cubicBezTo>
                  <a:cubicBezTo>
                    <a:pt x="3957012" y="6144795"/>
                    <a:pt x="3785348" y="6176576"/>
                    <a:pt x="3613085" y="6204616"/>
                  </a:cubicBezTo>
                  <a:cubicBezTo>
                    <a:pt x="3422448" y="6235641"/>
                    <a:pt x="3231277" y="6263435"/>
                    <a:pt x="3040608" y="6294279"/>
                  </a:cubicBezTo>
                  <a:cubicBezTo>
                    <a:pt x="2900709" y="6316910"/>
                    <a:pt x="2761435" y="6343339"/>
                    <a:pt x="2621545" y="6365995"/>
                  </a:cubicBezTo>
                  <a:cubicBezTo>
                    <a:pt x="2463273" y="6391619"/>
                    <a:pt x="2304450" y="6413798"/>
                    <a:pt x="2146203" y="6439554"/>
                  </a:cubicBezTo>
                  <a:cubicBezTo>
                    <a:pt x="1990792" y="6464840"/>
                    <a:pt x="1835948" y="6493571"/>
                    <a:pt x="1680594" y="6519203"/>
                  </a:cubicBezTo>
                  <a:cubicBezTo>
                    <a:pt x="1557408" y="6539525"/>
                    <a:pt x="1433704" y="6556722"/>
                    <a:pt x="1310452" y="6576666"/>
                  </a:cubicBezTo>
                  <a:cubicBezTo>
                    <a:pt x="1202942" y="6594061"/>
                    <a:pt x="1095844" y="6613946"/>
                    <a:pt x="988384" y="6631637"/>
                  </a:cubicBezTo>
                  <a:cubicBezTo>
                    <a:pt x="883365" y="6648933"/>
                    <a:pt x="778051" y="6664413"/>
                    <a:pt x="672991" y="6681487"/>
                  </a:cubicBezTo>
                  <a:cubicBezTo>
                    <a:pt x="562875" y="6699383"/>
                    <a:pt x="453105" y="6719466"/>
                    <a:pt x="342809" y="6736146"/>
                  </a:cubicBezTo>
                  <a:cubicBezTo>
                    <a:pt x="285363" y="6744835"/>
                    <a:pt x="227210" y="6751609"/>
                    <a:pt x="169205" y="6753245"/>
                  </a:cubicBezTo>
                  <a:cubicBezTo>
                    <a:pt x="81368" y="6755711"/>
                    <a:pt x="5006" y="6673209"/>
                    <a:pt x="814" y="6587829"/>
                  </a:cubicBezTo>
                  <a:cubicBezTo>
                    <a:pt x="354" y="6578433"/>
                    <a:pt x="748" y="6569004"/>
                    <a:pt x="748" y="6559583"/>
                  </a:cubicBezTo>
                  <a:cubicBezTo>
                    <a:pt x="715" y="5550714"/>
                    <a:pt x="682" y="4541844"/>
                    <a:pt x="691" y="3525453"/>
                  </a:cubicBezTo>
                  <a:cubicBezTo>
                    <a:pt x="493" y="3396175"/>
                    <a:pt x="247" y="3274420"/>
                    <a:pt x="0" y="3152655"/>
                  </a:cubicBezTo>
                  <a:cubicBezTo>
                    <a:pt x="255" y="3020830"/>
                    <a:pt x="707" y="2888995"/>
                    <a:pt x="715" y="2757169"/>
                  </a:cubicBezTo>
                  <a:close/>
                  <a:moveTo>
                    <a:pt x="705215" y="0"/>
                  </a:moveTo>
                  <a:lnTo>
                    <a:pt x="956824" y="43011"/>
                  </a:lnTo>
                  <a:cubicBezTo>
                    <a:pt x="1044933" y="57693"/>
                    <a:pt x="1133247" y="71125"/>
                    <a:pt x="1221373" y="85684"/>
                  </a:cubicBezTo>
                  <a:cubicBezTo>
                    <a:pt x="1322379" y="102372"/>
                    <a:pt x="1423296" y="119627"/>
                    <a:pt x="1524229" y="136759"/>
                  </a:cubicBezTo>
                  <a:cubicBezTo>
                    <a:pt x="1613497" y="151909"/>
                    <a:pt x="1702732" y="167290"/>
                    <a:pt x="1792008" y="182457"/>
                  </a:cubicBezTo>
                  <a:cubicBezTo>
                    <a:pt x="1898103" y="200485"/>
                    <a:pt x="2004199" y="218521"/>
                    <a:pt x="2110336" y="236302"/>
                  </a:cubicBezTo>
                  <a:cubicBezTo>
                    <a:pt x="2197104" y="250845"/>
                    <a:pt x="2283931" y="265017"/>
                    <a:pt x="2370741" y="279346"/>
                  </a:cubicBezTo>
                  <a:cubicBezTo>
                    <a:pt x="2473079" y="296231"/>
                    <a:pt x="2575451" y="312910"/>
                    <a:pt x="2677749" y="330026"/>
                  </a:cubicBezTo>
                  <a:cubicBezTo>
                    <a:pt x="2768348" y="345185"/>
                    <a:pt x="2858833" y="361009"/>
                    <a:pt x="2949432" y="376177"/>
                  </a:cubicBezTo>
                  <a:cubicBezTo>
                    <a:pt x="3053029" y="393530"/>
                    <a:pt x="3156724" y="410309"/>
                    <a:pt x="3260329" y="427638"/>
                  </a:cubicBezTo>
                  <a:cubicBezTo>
                    <a:pt x="3349638" y="442575"/>
                    <a:pt x="3438914" y="457766"/>
                    <a:pt x="3528149" y="473147"/>
                  </a:cubicBezTo>
                  <a:cubicBezTo>
                    <a:pt x="3631564" y="490978"/>
                    <a:pt x="3734873" y="509466"/>
                    <a:pt x="3838330" y="527066"/>
                  </a:cubicBezTo>
                  <a:cubicBezTo>
                    <a:pt x="3925066" y="541822"/>
                    <a:pt x="4011991" y="555477"/>
                    <a:pt x="4098759" y="570036"/>
                  </a:cubicBezTo>
                  <a:cubicBezTo>
                    <a:pt x="4206170" y="588063"/>
                    <a:pt x="4313524" y="606478"/>
                    <a:pt x="4420885" y="624793"/>
                  </a:cubicBezTo>
                  <a:cubicBezTo>
                    <a:pt x="4470003" y="633178"/>
                    <a:pt x="4519467" y="640010"/>
                    <a:pt x="4568125" y="650524"/>
                  </a:cubicBezTo>
                  <a:cubicBezTo>
                    <a:pt x="4685729" y="675942"/>
                    <a:pt x="4731625" y="733930"/>
                    <a:pt x="4731625" y="853467"/>
                  </a:cubicBezTo>
                  <a:cubicBezTo>
                    <a:pt x="4731642" y="1617509"/>
                    <a:pt x="4731650" y="2381552"/>
                    <a:pt x="4727992" y="3149458"/>
                  </a:cubicBezTo>
                  <a:cubicBezTo>
                    <a:pt x="4602874" y="3153256"/>
                    <a:pt x="4481422" y="3153190"/>
                    <a:pt x="4360093" y="3149376"/>
                  </a:cubicBezTo>
                  <a:cubicBezTo>
                    <a:pt x="4360225" y="2428672"/>
                    <a:pt x="4360225" y="1711734"/>
                    <a:pt x="4360225" y="991689"/>
                  </a:cubicBezTo>
                  <a:cubicBezTo>
                    <a:pt x="4293408" y="980138"/>
                    <a:pt x="4227914" y="968605"/>
                    <a:pt x="4162346" y="957540"/>
                  </a:cubicBezTo>
                  <a:cubicBezTo>
                    <a:pt x="4075594" y="942891"/>
                    <a:pt x="3988767" y="928677"/>
                    <a:pt x="3901999" y="914151"/>
                  </a:cubicBezTo>
                  <a:cubicBezTo>
                    <a:pt x="3795829" y="896370"/>
                    <a:pt x="3689660" y="878597"/>
                    <a:pt x="3583539" y="860578"/>
                  </a:cubicBezTo>
                  <a:cubicBezTo>
                    <a:pt x="3494263" y="845411"/>
                    <a:pt x="3405086" y="829717"/>
                    <a:pt x="3315810" y="814567"/>
                  </a:cubicBezTo>
                  <a:cubicBezTo>
                    <a:pt x="3214852" y="797443"/>
                    <a:pt x="3113853" y="780492"/>
                    <a:pt x="3012822" y="763796"/>
                  </a:cubicBezTo>
                  <a:cubicBezTo>
                    <a:pt x="2924688" y="749237"/>
                    <a:pt x="2836431" y="735443"/>
                    <a:pt x="2748323" y="720778"/>
                  </a:cubicBezTo>
                  <a:cubicBezTo>
                    <a:pt x="2642153" y="703095"/>
                    <a:pt x="2536074" y="684886"/>
                    <a:pt x="2429970" y="666850"/>
                  </a:cubicBezTo>
                  <a:cubicBezTo>
                    <a:pt x="2340686" y="651675"/>
                    <a:pt x="2251435" y="636286"/>
                    <a:pt x="2162134" y="621242"/>
                  </a:cubicBezTo>
                  <a:cubicBezTo>
                    <a:pt x="2059853" y="604011"/>
                    <a:pt x="1957555" y="586929"/>
                    <a:pt x="1855216" y="570019"/>
                  </a:cubicBezTo>
                  <a:cubicBezTo>
                    <a:pt x="1768390" y="555674"/>
                    <a:pt x="1681424" y="542135"/>
                    <a:pt x="1594647" y="527428"/>
                  </a:cubicBezTo>
                  <a:cubicBezTo>
                    <a:pt x="1474330" y="507033"/>
                    <a:pt x="1354251" y="485158"/>
                    <a:pt x="1233851" y="465264"/>
                  </a:cubicBezTo>
                  <a:cubicBezTo>
                    <a:pt x="1113271" y="445337"/>
                    <a:pt x="992272" y="427991"/>
                    <a:pt x="871741" y="407834"/>
                  </a:cubicBezTo>
                  <a:lnTo>
                    <a:pt x="705215" y="377237"/>
                  </a:ln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2810" name="Group 2809">
            <a:extLst>
              <a:ext uri="{FF2B5EF4-FFF2-40B4-BE49-F238E27FC236}">
                <a16:creationId xmlns:a16="http://schemas.microsoft.com/office/drawing/2014/main" id="{3AE4F873-0411-3E3A-19C8-FB415EB822FD}"/>
              </a:ext>
              <a:ext uri="{C183D7F6-B498-43B3-948B-1728B52AA6E4}">
                <adec:decorative xmlns:adec="http://schemas.microsoft.com/office/drawing/2017/decorative" val="1"/>
              </a:ext>
            </a:extLst>
          </p:cNvPr>
          <p:cNvGrpSpPr>
            <a:grpSpLocks noChangeAspect="1"/>
          </p:cNvGrpSpPr>
          <p:nvPr/>
        </p:nvGrpSpPr>
        <p:grpSpPr>
          <a:xfrm>
            <a:off x="6122898" y="3640697"/>
            <a:ext cx="373801" cy="457200"/>
            <a:chOff x="6122826" y="3636615"/>
            <a:chExt cx="373801" cy="457200"/>
          </a:xfrm>
          <a:solidFill>
            <a:srgbClr val="FF0000"/>
          </a:solidFill>
        </p:grpSpPr>
        <p:sp>
          <p:nvSpPr>
            <p:cNvPr id="1847" name="Freeform: Shape 1846">
              <a:extLst>
                <a:ext uri="{FF2B5EF4-FFF2-40B4-BE49-F238E27FC236}">
                  <a16:creationId xmlns:a16="http://schemas.microsoft.com/office/drawing/2014/main" id="{240BBBF6-96E9-9BAD-105A-AE23BAC61490}"/>
                </a:ext>
                <a:ext uri="{C183D7F6-B498-43B3-948B-1728B52AA6E4}">
                  <adec:decorative xmlns:adec="http://schemas.microsoft.com/office/drawing/2017/decorative" val="1"/>
                </a:ext>
              </a:extLst>
            </p:cNvPr>
            <p:cNvSpPr/>
            <p:nvPr/>
          </p:nvSpPr>
          <p:spPr>
            <a:xfrm>
              <a:off x="6200180" y="3719472"/>
              <a:ext cx="296447" cy="297011"/>
            </a:xfrm>
            <a:custGeom>
              <a:avLst/>
              <a:gdLst>
                <a:gd name="connsiteX0" fmla="*/ 83610 w 509392"/>
                <a:gd name="connsiteY0" fmla="*/ 0 h 510360"/>
                <a:gd name="connsiteX1" fmla="*/ 447298 w 509392"/>
                <a:gd name="connsiteY1" fmla="*/ 0 h 510360"/>
                <a:gd name="connsiteX2" fmla="*/ 447298 w 509392"/>
                <a:gd name="connsiteY2" fmla="*/ 345 h 510360"/>
                <a:gd name="connsiteX3" fmla="*/ 456266 w 509392"/>
                <a:gd name="connsiteY3" fmla="*/ 339 h 510360"/>
                <a:gd name="connsiteX4" fmla="*/ 488107 w 509392"/>
                <a:gd name="connsiteY4" fmla="*/ 7691 h 510360"/>
                <a:gd name="connsiteX5" fmla="*/ 508417 w 509392"/>
                <a:gd name="connsiteY5" fmla="*/ 40932 h 510360"/>
                <a:gd name="connsiteX6" fmla="*/ 508603 w 509392"/>
                <a:gd name="connsiteY6" fmla="*/ 53881 h 510360"/>
                <a:gd name="connsiteX7" fmla="*/ 508609 w 509392"/>
                <a:gd name="connsiteY7" fmla="*/ 406697 h 510360"/>
                <a:gd name="connsiteX8" fmla="*/ 509392 w 509392"/>
                <a:gd name="connsiteY8" fmla="*/ 413805 h 510360"/>
                <a:gd name="connsiteX9" fmla="*/ 509134 w 509392"/>
                <a:gd name="connsiteY9" fmla="*/ 427413 h 510360"/>
                <a:gd name="connsiteX10" fmla="*/ 509195 w 509392"/>
                <a:gd name="connsiteY10" fmla="*/ 455166 h 510360"/>
                <a:gd name="connsiteX11" fmla="*/ 509157 w 509392"/>
                <a:gd name="connsiteY11" fmla="*/ 481069 h 510360"/>
                <a:gd name="connsiteX12" fmla="*/ 508610 w 509392"/>
                <a:gd name="connsiteY12" fmla="*/ 494548 h 510360"/>
                <a:gd name="connsiteX13" fmla="*/ 508610 w 509392"/>
                <a:gd name="connsiteY13" fmla="*/ 507943 h 510360"/>
                <a:gd name="connsiteX14" fmla="*/ 508062 w 509392"/>
                <a:gd name="connsiteY14" fmla="*/ 508053 h 510360"/>
                <a:gd name="connsiteX15" fmla="*/ 508045 w 509392"/>
                <a:gd name="connsiteY15" fmla="*/ 508461 h 510360"/>
                <a:gd name="connsiteX16" fmla="*/ 497285 w 509392"/>
                <a:gd name="connsiteY16" fmla="*/ 510360 h 510360"/>
                <a:gd name="connsiteX17" fmla="*/ 491179 w 509392"/>
                <a:gd name="connsiteY17" fmla="*/ 510220 h 510360"/>
                <a:gd name="connsiteX18" fmla="*/ 480771 w 509392"/>
                <a:gd name="connsiteY18" fmla="*/ 510291 h 510360"/>
                <a:gd name="connsiteX19" fmla="*/ 66234 w 509392"/>
                <a:gd name="connsiteY19" fmla="*/ 510323 h 510360"/>
                <a:gd name="connsiteX20" fmla="*/ 59595 w 509392"/>
                <a:gd name="connsiteY20" fmla="*/ 510227 h 510360"/>
                <a:gd name="connsiteX21" fmla="*/ 52330 w 509392"/>
                <a:gd name="connsiteY21" fmla="*/ 510238 h 510360"/>
                <a:gd name="connsiteX22" fmla="*/ 51684 w 509392"/>
                <a:gd name="connsiteY22" fmla="*/ 510113 h 510360"/>
                <a:gd name="connsiteX23" fmla="*/ 43526 w 509392"/>
                <a:gd name="connsiteY23" fmla="*/ 509995 h 510360"/>
                <a:gd name="connsiteX24" fmla="*/ 23449 w 509392"/>
                <a:gd name="connsiteY24" fmla="*/ 506230 h 510360"/>
                <a:gd name="connsiteX25" fmla="*/ 5372 w 509392"/>
                <a:gd name="connsiteY25" fmla="*/ 488999 h 510360"/>
                <a:gd name="connsiteX26" fmla="*/ 2570 w 509392"/>
                <a:gd name="connsiteY26" fmla="*/ 474283 h 510360"/>
                <a:gd name="connsiteX27" fmla="*/ 2 w 509392"/>
                <a:gd name="connsiteY27" fmla="*/ 461406 h 510360"/>
                <a:gd name="connsiteX28" fmla="*/ 2 w 509392"/>
                <a:gd name="connsiteY28" fmla="*/ 460795 h 510360"/>
                <a:gd name="connsiteX29" fmla="*/ 0 w 509392"/>
                <a:gd name="connsiteY29" fmla="*/ 460783 h 510360"/>
                <a:gd name="connsiteX30" fmla="*/ 3 w 509392"/>
                <a:gd name="connsiteY30" fmla="*/ 460309 h 510360"/>
                <a:gd name="connsiteX31" fmla="*/ 125 w 509392"/>
                <a:gd name="connsiteY31" fmla="*/ 350390 h 510360"/>
                <a:gd name="connsiteX32" fmla="*/ 143 w 509392"/>
                <a:gd name="connsiteY32" fmla="*/ 85853 h 510360"/>
                <a:gd name="connsiteX33" fmla="*/ 44679 w 509392"/>
                <a:gd name="connsiteY33" fmla="*/ 85853 h 510360"/>
                <a:gd name="connsiteX34" fmla="*/ 44617 w 509392"/>
                <a:gd name="connsiteY34" fmla="*/ 174550 h 510360"/>
                <a:gd name="connsiteX35" fmla="*/ 45000 w 509392"/>
                <a:gd name="connsiteY35" fmla="*/ 456919 h 510360"/>
                <a:gd name="connsiteX36" fmla="*/ 46082 w 509392"/>
                <a:gd name="connsiteY36" fmla="*/ 461983 h 510360"/>
                <a:gd name="connsiteX37" fmla="*/ 46414 w 509392"/>
                <a:gd name="connsiteY37" fmla="*/ 462754 h 510360"/>
                <a:gd name="connsiteX38" fmla="*/ 47715 w 509392"/>
                <a:gd name="connsiteY38" fmla="*/ 463932 h 510360"/>
                <a:gd name="connsiteX39" fmla="*/ 49480 w 509392"/>
                <a:gd name="connsiteY39" fmla="*/ 464449 h 510360"/>
                <a:gd name="connsiteX40" fmla="*/ 60524 w 509392"/>
                <a:gd name="connsiteY40" fmla="*/ 465035 h 510360"/>
                <a:gd name="connsiteX41" fmla="*/ 458215 w 509392"/>
                <a:gd name="connsiteY41" fmla="*/ 464659 h 510360"/>
                <a:gd name="connsiteX42" fmla="*/ 458371 w 509392"/>
                <a:gd name="connsiteY42" fmla="*/ 464642 h 510360"/>
                <a:gd name="connsiteX43" fmla="*/ 462888 w 509392"/>
                <a:gd name="connsiteY43" fmla="*/ 463181 h 510360"/>
                <a:gd name="connsiteX44" fmla="*/ 464106 w 509392"/>
                <a:gd name="connsiteY44" fmla="*/ 439767 h 510360"/>
                <a:gd name="connsiteX45" fmla="*/ 464118 w 509392"/>
                <a:gd name="connsiteY45" fmla="*/ 134243 h 510360"/>
                <a:gd name="connsiteX46" fmla="*/ 464041 w 509392"/>
                <a:gd name="connsiteY46" fmla="*/ 58392 h 510360"/>
                <a:gd name="connsiteX47" fmla="*/ 462312 w 509392"/>
                <a:gd name="connsiteY47" fmla="*/ 45029 h 510360"/>
                <a:gd name="connsiteX48" fmla="*/ 447298 w 509392"/>
                <a:gd name="connsiteY48" fmla="*/ 45029 h 510360"/>
                <a:gd name="connsiteX49" fmla="*/ 447298 w 509392"/>
                <a:gd name="connsiteY49" fmla="*/ 46320 h 510360"/>
                <a:gd name="connsiteX50" fmla="*/ 83610 w 509392"/>
                <a:gd name="connsiteY50" fmla="*/ 46320 h 510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9392" h="510360">
                  <a:moveTo>
                    <a:pt x="83610" y="0"/>
                  </a:moveTo>
                  <a:lnTo>
                    <a:pt x="447298" y="0"/>
                  </a:lnTo>
                  <a:lnTo>
                    <a:pt x="447298" y="345"/>
                  </a:lnTo>
                  <a:lnTo>
                    <a:pt x="456266" y="339"/>
                  </a:lnTo>
                  <a:cubicBezTo>
                    <a:pt x="467543" y="322"/>
                    <a:pt x="478211" y="1366"/>
                    <a:pt x="488107" y="7691"/>
                  </a:cubicBezTo>
                  <a:cubicBezTo>
                    <a:pt x="500448" y="15579"/>
                    <a:pt x="507474" y="26327"/>
                    <a:pt x="508417" y="40932"/>
                  </a:cubicBezTo>
                  <a:cubicBezTo>
                    <a:pt x="508695" y="45234"/>
                    <a:pt x="508603" y="49564"/>
                    <a:pt x="508603" y="53881"/>
                  </a:cubicBezTo>
                  <a:lnTo>
                    <a:pt x="508609" y="406697"/>
                  </a:lnTo>
                  <a:lnTo>
                    <a:pt x="509392" y="413805"/>
                  </a:lnTo>
                  <a:cubicBezTo>
                    <a:pt x="509339" y="418321"/>
                    <a:pt x="508999" y="422891"/>
                    <a:pt x="509134" y="427413"/>
                  </a:cubicBezTo>
                  <a:cubicBezTo>
                    <a:pt x="509411" y="436656"/>
                    <a:pt x="509195" y="445914"/>
                    <a:pt x="509195" y="455166"/>
                  </a:cubicBezTo>
                  <a:cubicBezTo>
                    <a:pt x="509195" y="463800"/>
                    <a:pt x="509334" y="472437"/>
                    <a:pt x="509157" y="481069"/>
                  </a:cubicBezTo>
                  <a:lnTo>
                    <a:pt x="508610" y="494548"/>
                  </a:lnTo>
                  <a:lnTo>
                    <a:pt x="508610" y="507943"/>
                  </a:lnTo>
                  <a:lnTo>
                    <a:pt x="508062" y="508053"/>
                  </a:lnTo>
                  <a:lnTo>
                    <a:pt x="508045" y="508461"/>
                  </a:lnTo>
                  <a:cubicBezTo>
                    <a:pt x="504320" y="509884"/>
                    <a:pt x="500750" y="510299"/>
                    <a:pt x="497285" y="510360"/>
                  </a:cubicBezTo>
                  <a:lnTo>
                    <a:pt x="491179" y="510220"/>
                  </a:lnTo>
                  <a:lnTo>
                    <a:pt x="480771" y="510291"/>
                  </a:lnTo>
                  <a:cubicBezTo>
                    <a:pt x="342592" y="510292"/>
                    <a:pt x="204413" y="510269"/>
                    <a:pt x="66234" y="510323"/>
                  </a:cubicBezTo>
                  <a:lnTo>
                    <a:pt x="59595" y="510227"/>
                  </a:lnTo>
                  <a:lnTo>
                    <a:pt x="52330" y="510238"/>
                  </a:lnTo>
                  <a:lnTo>
                    <a:pt x="51684" y="510113"/>
                  </a:lnTo>
                  <a:lnTo>
                    <a:pt x="43526" y="509995"/>
                  </a:lnTo>
                  <a:cubicBezTo>
                    <a:pt x="36250" y="509543"/>
                    <a:pt x="29411" y="508518"/>
                    <a:pt x="23449" y="506230"/>
                  </a:cubicBezTo>
                  <a:cubicBezTo>
                    <a:pt x="16758" y="499852"/>
                    <a:pt x="11876" y="495198"/>
                    <a:pt x="5372" y="488999"/>
                  </a:cubicBezTo>
                  <a:lnTo>
                    <a:pt x="2570" y="474283"/>
                  </a:lnTo>
                  <a:lnTo>
                    <a:pt x="2" y="461406"/>
                  </a:lnTo>
                  <a:lnTo>
                    <a:pt x="2" y="460795"/>
                  </a:lnTo>
                  <a:lnTo>
                    <a:pt x="0" y="460783"/>
                  </a:lnTo>
                  <a:lnTo>
                    <a:pt x="3" y="460309"/>
                  </a:lnTo>
                  <a:lnTo>
                    <a:pt x="125" y="350390"/>
                  </a:lnTo>
                  <a:lnTo>
                    <a:pt x="143" y="85853"/>
                  </a:lnTo>
                  <a:lnTo>
                    <a:pt x="44679" y="85853"/>
                  </a:lnTo>
                  <a:lnTo>
                    <a:pt x="44617" y="174550"/>
                  </a:lnTo>
                  <a:lnTo>
                    <a:pt x="45000" y="456919"/>
                  </a:lnTo>
                  <a:lnTo>
                    <a:pt x="46082" y="461983"/>
                  </a:lnTo>
                  <a:lnTo>
                    <a:pt x="46414" y="462754"/>
                  </a:lnTo>
                  <a:cubicBezTo>
                    <a:pt x="46844" y="463156"/>
                    <a:pt x="47217" y="463657"/>
                    <a:pt x="47715" y="463932"/>
                  </a:cubicBezTo>
                  <a:cubicBezTo>
                    <a:pt x="48241" y="464223"/>
                    <a:pt x="48878" y="464412"/>
                    <a:pt x="49480" y="464449"/>
                  </a:cubicBezTo>
                  <a:cubicBezTo>
                    <a:pt x="53160" y="464684"/>
                    <a:pt x="56842" y="465038"/>
                    <a:pt x="60524" y="465035"/>
                  </a:cubicBezTo>
                  <a:lnTo>
                    <a:pt x="458215" y="464659"/>
                  </a:lnTo>
                  <a:lnTo>
                    <a:pt x="458371" y="464642"/>
                  </a:lnTo>
                  <a:lnTo>
                    <a:pt x="462888" y="463181"/>
                  </a:lnTo>
                  <a:lnTo>
                    <a:pt x="464106" y="439767"/>
                  </a:lnTo>
                  <a:lnTo>
                    <a:pt x="464118" y="134243"/>
                  </a:lnTo>
                  <a:cubicBezTo>
                    <a:pt x="464118" y="108959"/>
                    <a:pt x="464187" y="83675"/>
                    <a:pt x="464041" y="58392"/>
                  </a:cubicBezTo>
                  <a:cubicBezTo>
                    <a:pt x="464017" y="54335"/>
                    <a:pt x="463020" y="50285"/>
                    <a:pt x="462312" y="45029"/>
                  </a:cubicBezTo>
                  <a:lnTo>
                    <a:pt x="447298" y="45029"/>
                  </a:lnTo>
                  <a:lnTo>
                    <a:pt x="447298" y="46320"/>
                  </a:lnTo>
                  <a:lnTo>
                    <a:pt x="83610" y="46320"/>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853" name="Freeform: Shape 1852">
              <a:extLst>
                <a:ext uri="{FF2B5EF4-FFF2-40B4-BE49-F238E27FC236}">
                  <a16:creationId xmlns:a16="http://schemas.microsoft.com/office/drawing/2014/main" id="{C93D5C30-5DE1-6F74-98B2-48860BD81541}"/>
                </a:ext>
                <a:ext uri="{C183D7F6-B498-43B3-948B-1728B52AA6E4}">
                  <adec:decorative xmlns:adec="http://schemas.microsoft.com/office/drawing/2017/decorative" val="1"/>
                </a:ext>
              </a:extLst>
            </p:cNvPr>
            <p:cNvSpPr/>
            <p:nvPr/>
          </p:nvSpPr>
          <p:spPr>
            <a:xfrm>
              <a:off x="6122826" y="3636615"/>
              <a:ext cx="296451" cy="457200"/>
            </a:xfrm>
            <a:custGeom>
              <a:avLst/>
              <a:gdLst>
                <a:gd name="connsiteX0" fmla="*/ 561081 w 4446769"/>
                <a:gd name="connsiteY0" fmla="*/ 2402865 h 6858006"/>
                <a:gd name="connsiteX1" fmla="*/ 952012 w 4446769"/>
                <a:gd name="connsiteY1" fmla="*/ 2415438 h 6858006"/>
                <a:gd name="connsiteX2" fmla="*/ 963976 w 4446769"/>
                <a:gd name="connsiteY2" fmla="*/ 2784163 h 6858006"/>
                <a:gd name="connsiteX3" fmla="*/ 418547 w 4446769"/>
                <a:gd name="connsiteY3" fmla="*/ 2801571 h 6858006"/>
                <a:gd name="connsiteX4" fmla="*/ 390183 w 4446769"/>
                <a:gd name="connsiteY4" fmla="*/ 2925067 h 6858006"/>
                <a:gd name="connsiteX5" fmla="*/ 389490 w 4446769"/>
                <a:gd name="connsiteY5" fmla="*/ 3926496 h 6858006"/>
                <a:gd name="connsiteX6" fmla="*/ 392856 w 4446769"/>
                <a:gd name="connsiteY6" fmla="*/ 6413782 h 6858006"/>
                <a:gd name="connsiteX7" fmla="*/ 405177 w 4446769"/>
                <a:gd name="connsiteY7" fmla="*/ 6442363 h 6858006"/>
                <a:gd name="connsiteX8" fmla="*/ 416532 w 4446769"/>
                <a:gd name="connsiteY8" fmla="*/ 6452641 h 6858006"/>
                <a:gd name="connsiteX9" fmla="*/ 431938 w 4446769"/>
                <a:gd name="connsiteY9" fmla="*/ 6457161 h 6858006"/>
                <a:gd name="connsiteX10" fmla="*/ 528351 w 4446769"/>
                <a:gd name="connsiteY10" fmla="*/ 6462275 h 6858006"/>
                <a:gd name="connsiteX11" fmla="*/ 4000859 w 4446769"/>
                <a:gd name="connsiteY11" fmla="*/ 6458994 h 6858006"/>
                <a:gd name="connsiteX12" fmla="*/ 4040760 w 4446769"/>
                <a:gd name="connsiteY12" fmla="*/ 6446092 h 6858006"/>
                <a:gd name="connsiteX13" fmla="*/ 4060455 w 4446769"/>
                <a:gd name="connsiteY13" fmla="*/ 5909625 h 6858006"/>
                <a:gd name="connsiteX14" fmla="*/ 4433931 w 4446769"/>
                <a:gd name="connsiteY14" fmla="*/ 5899081 h 6858006"/>
                <a:gd name="connsiteX15" fmla="*/ 4444460 w 4446769"/>
                <a:gd name="connsiteY15" fmla="*/ 6133851 h 6858006"/>
                <a:gd name="connsiteX16" fmla="*/ 4444992 w 4446769"/>
                <a:gd name="connsiteY16" fmla="*/ 6376120 h 6858006"/>
                <a:gd name="connsiteX17" fmla="*/ 4444663 w 4446769"/>
                <a:gd name="connsiteY17" fmla="*/ 6602241 h 6858006"/>
                <a:gd name="connsiteX18" fmla="*/ 4434952 w 4446769"/>
                <a:gd name="connsiteY18" fmla="*/ 6841355 h 6858006"/>
                <a:gd name="connsiteX19" fmla="*/ 4252524 w 4446769"/>
                <a:gd name="connsiteY19" fmla="*/ 6855908 h 6858006"/>
                <a:gd name="connsiteX20" fmla="*/ 747545 w 4446769"/>
                <a:gd name="connsiteY20" fmla="*/ 6856461 h 6858006"/>
                <a:gd name="connsiteX21" fmla="*/ 456818 w 4446769"/>
                <a:gd name="connsiteY21" fmla="*/ 6856867 h 6858006"/>
                <a:gd name="connsiteX22" fmla="*/ 189963 w 4446769"/>
                <a:gd name="connsiteY22" fmla="*/ 6805477 h 6858006"/>
                <a:gd name="connsiteX23" fmla="*/ 46947 w 4446769"/>
                <a:gd name="connsiteY23" fmla="*/ 6665861 h 6858006"/>
                <a:gd name="connsiteX24" fmla="*/ 21 w 4446769"/>
                <a:gd name="connsiteY24" fmla="*/ 6430595 h 6858006"/>
                <a:gd name="connsiteX25" fmla="*/ 1099 w 4446769"/>
                <a:gd name="connsiteY25" fmla="*/ 5461482 h 6858006"/>
                <a:gd name="connsiteX26" fmla="*/ 1287 w 4446769"/>
                <a:gd name="connsiteY26" fmla="*/ 2602582 h 6858006"/>
                <a:gd name="connsiteX27" fmla="*/ 5345 w 4446769"/>
                <a:gd name="connsiteY27" fmla="*/ 2430110 h 6858006"/>
                <a:gd name="connsiteX28" fmla="*/ 561081 w 4446769"/>
                <a:gd name="connsiteY28" fmla="*/ 2402865 h 6858006"/>
                <a:gd name="connsiteX29" fmla="*/ 1057729 w 4446769"/>
                <a:gd name="connsiteY29" fmla="*/ 1159857 h 6858006"/>
                <a:gd name="connsiteX30" fmla="*/ 1637940 w 4446769"/>
                <a:gd name="connsiteY30" fmla="*/ 1159857 h 6858006"/>
                <a:gd name="connsiteX31" fmla="*/ 1637940 w 4446769"/>
                <a:gd name="connsiteY31" fmla="*/ 1740069 h 6858006"/>
                <a:gd name="connsiteX32" fmla="*/ 1057729 w 4446769"/>
                <a:gd name="connsiteY32" fmla="*/ 1740069 h 6858006"/>
                <a:gd name="connsiteX33" fmla="*/ 480372 w 4446769"/>
                <a:gd name="connsiteY33" fmla="*/ 569457 h 6858006"/>
                <a:gd name="connsiteX34" fmla="*/ 1060583 w 4446769"/>
                <a:gd name="connsiteY34" fmla="*/ 569457 h 6858006"/>
                <a:gd name="connsiteX35" fmla="*/ 1060583 w 4446769"/>
                <a:gd name="connsiteY35" fmla="*/ 1153562 h 6858006"/>
                <a:gd name="connsiteX36" fmla="*/ 480372 w 4446769"/>
                <a:gd name="connsiteY36" fmla="*/ 1153562 h 6858006"/>
                <a:gd name="connsiteX37" fmla="*/ 1829412 w 4446769"/>
                <a:gd name="connsiteY37" fmla="*/ 0 h 6858006"/>
                <a:gd name="connsiteX38" fmla="*/ 2409623 w 4446769"/>
                <a:gd name="connsiteY38" fmla="*/ 0 h 6858006"/>
                <a:gd name="connsiteX39" fmla="*/ 2409623 w 4446769"/>
                <a:gd name="connsiteY39" fmla="*/ 580212 h 6858006"/>
                <a:gd name="connsiteX40" fmla="*/ 1829412 w 4446769"/>
                <a:gd name="connsiteY40" fmla="*/ 580212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46769" h="6858006">
                  <a:moveTo>
                    <a:pt x="561081" y="2402865"/>
                  </a:moveTo>
                  <a:cubicBezTo>
                    <a:pt x="704751" y="2403182"/>
                    <a:pt x="847389" y="2407218"/>
                    <a:pt x="952012" y="2415438"/>
                  </a:cubicBezTo>
                  <a:cubicBezTo>
                    <a:pt x="984973" y="2533344"/>
                    <a:pt x="967097" y="2654139"/>
                    <a:pt x="963976" y="2784163"/>
                  </a:cubicBezTo>
                  <a:cubicBezTo>
                    <a:pt x="777854" y="2812730"/>
                    <a:pt x="595371" y="2783821"/>
                    <a:pt x="418547" y="2801571"/>
                  </a:cubicBezTo>
                  <a:cubicBezTo>
                    <a:pt x="376190" y="2838121"/>
                    <a:pt x="390330" y="2884116"/>
                    <a:pt x="390183" y="2925067"/>
                  </a:cubicBezTo>
                  <a:cubicBezTo>
                    <a:pt x="388980" y="3253491"/>
                    <a:pt x="389497" y="3581916"/>
                    <a:pt x="389490" y="3926496"/>
                  </a:cubicBezTo>
                  <a:cubicBezTo>
                    <a:pt x="390435" y="4766362"/>
                    <a:pt x="391338" y="5590072"/>
                    <a:pt x="392856" y="6413782"/>
                  </a:cubicBezTo>
                  <a:cubicBezTo>
                    <a:pt x="392870" y="6423319"/>
                    <a:pt x="400881" y="6432841"/>
                    <a:pt x="405177" y="6442363"/>
                  </a:cubicBezTo>
                  <a:cubicBezTo>
                    <a:pt x="408927" y="6445869"/>
                    <a:pt x="412180" y="6450241"/>
                    <a:pt x="416532" y="6452641"/>
                  </a:cubicBezTo>
                  <a:cubicBezTo>
                    <a:pt x="421122" y="6455181"/>
                    <a:pt x="426684" y="6456832"/>
                    <a:pt x="431938" y="6457161"/>
                  </a:cubicBezTo>
                  <a:cubicBezTo>
                    <a:pt x="464060" y="6459211"/>
                    <a:pt x="496209" y="6462296"/>
                    <a:pt x="528351" y="6462275"/>
                  </a:cubicBezTo>
                  <a:cubicBezTo>
                    <a:pt x="1685851" y="6461506"/>
                    <a:pt x="2843358" y="6460456"/>
                    <a:pt x="4000859" y="6458994"/>
                  </a:cubicBezTo>
                  <a:cubicBezTo>
                    <a:pt x="4010731" y="6458980"/>
                    <a:pt x="4020596" y="6452823"/>
                    <a:pt x="4040760" y="6446092"/>
                  </a:cubicBezTo>
                  <a:cubicBezTo>
                    <a:pt x="4073805" y="6271207"/>
                    <a:pt x="4038185" y="6088072"/>
                    <a:pt x="4060455" y="5909625"/>
                  </a:cubicBezTo>
                  <a:cubicBezTo>
                    <a:pt x="4168405" y="5876413"/>
                    <a:pt x="4255407" y="5873782"/>
                    <a:pt x="4433931" y="5899081"/>
                  </a:cubicBezTo>
                  <a:cubicBezTo>
                    <a:pt x="4456334" y="5974273"/>
                    <a:pt x="4442096" y="6054909"/>
                    <a:pt x="4444460" y="6133851"/>
                  </a:cubicBezTo>
                  <a:cubicBezTo>
                    <a:pt x="4446874" y="6214542"/>
                    <a:pt x="4444992" y="6295359"/>
                    <a:pt x="4444992" y="6376120"/>
                  </a:cubicBezTo>
                  <a:cubicBezTo>
                    <a:pt x="4444992" y="6451494"/>
                    <a:pt x="4446203" y="6526889"/>
                    <a:pt x="4444663" y="6602241"/>
                  </a:cubicBezTo>
                  <a:cubicBezTo>
                    <a:pt x="4443040" y="6681652"/>
                    <a:pt x="4452849" y="6762162"/>
                    <a:pt x="4434952" y="6841355"/>
                  </a:cubicBezTo>
                  <a:cubicBezTo>
                    <a:pt x="4369905" y="6866200"/>
                    <a:pt x="4310323" y="6855873"/>
                    <a:pt x="4252524" y="6855908"/>
                  </a:cubicBezTo>
                  <a:cubicBezTo>
                    <a:pt x="3084200" y="6856650"/>
                    <a:pt x="1915876" y="6856468"/>
                    <a:pt x="747545" y="6856461"/>
                  </a:cubicBezTo>
                  <a:cubicBezTo>
                    <a:pt x="650636" y="6856461"/>
                    <a:pt x="553692" y="6855027"/>
                    <a:pt x="456818" y="6856867"/>
                  </a:cubicBezTo>
                  <a:cubicBezTo>
                    <a:pt x="363827" y="6858630"/>
                    <a:pt x="277420" y="6838459"/>
                    <a:pt x="189963" y="6805477"/>
                  </a:cubicBezTo>
                  <a:cubicBezTo>
                    <a:pt x="117444" y="6778135"/>
                    <a:pt x="74017" y="6732804"/>
                    <a:pt x="46947" y="6665861"/>
                  </a:cubicBezTo>
                  <a:cubicBezTo>
                    <a:pt x="16519" y="6590613"/>
                    <a:pt x="-693" y="6513651"/>
                    <a:pt x="21" y="6430595"/>
                  </a:cubicBezTo>
                  <a:cubicBezTo>
                    <a:pt x="2792" y="6107579"/>
                    <a:pt x="1099" y="5784527"/>
                    <a:pt x="1099" y="5461482"/>
                  </a:cubicBezTo>
                  <a:cubicBezTo>
                    <a:pt x="1092" y="4508518"/>
                    <a:pt x="1022" y="3555546"/>
                    <a:pt x="1287" y="2602582"/>
                  </a:cubicBezTo>
                  <a:cubicBezTo>
                    <a:pt x="1301" y="2544252"/>
                    <a:pt x="3974" y="2485922"/>
                    <a:pt x="5345" y="2430110"/>
                  </a:cubicBezTo>
                  <a:cubicBezTo>
                    <a:pt x="79312" y="2412137"/>
                    <a:pt x="321630" y="2402336"/>
                    <a:pt x="561081" y="2402865"/>
                  </a:cubicBezTo>
                  <a:close/>
                  <a:moveTo>
                    <a:pt x="1057729" y="1159857"/>
                  </a:moveTo>
                  <a:lnTo>
                    <a:pt x="1637940" y="1159857"/>
                  </a:lnTo>
                  <a:lnTo>
                    <a:pt x="1637940" y="1740069"/>
                  </a:lnTo>
                  <a:lnTo>
                    <a:pt x="1057729" y="1740069"/>
                  </a:lnTo>
                  <a:close/>
                  <a:moveTo>
                    <a:pt x="480372" y="569457"/>
                  </a:moveTo>
                  <a:lnTo>
                    <a:pt x="1060583" y="569457"/>
                  </a:lnTo>
                  <a:lnTo>
                    <a:pt x="1060583" y="1153562"/>
                  </a:lnTo>
                  <a:lnTo>
                    <a:pt x="480372" y="1153562"/>
                  </a:lnTo>
                  <a:close/>
                  <a:moveTo>
                    <a:pt x="1829412" y="0"/>
                  </a:moveTo>
                  <a:lnTo>
                    <a:pt x="2409623" y="0"/>
                  </a:lnTo>
                  <a:lnTo>
                    <a:pt x="2409623" y="580212"/>
                  </a:lnTo>
                  <a:lnTo>
                    <a:pt x="1829412" y="580212"/>
                  </a:ln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2809" name="Group 2808">
            <a:extLst>
              <a:ext uri="{FF2B5EF4-FFF2-40B4-BE49-F238E27FC236}">
                <a16:creationId xmlns:a16="http://schemas.microsoft.com/office/drawing/2014/main" id="{32097BAA-728A-0A8C-03B8-4D8A1AD838A6}"/>
              </a:ext>
              <a:ext uri="{C183D7F6-B498-43B3-948B-1728B52AA6E4}">
                <adec:decorative xmlns:adec="http://schemas.microsoft.com/office/drawing/2017/decorative" val="1"/>
              </a:ext>
            </a:extLst>
          </p:cNvPr>
          <p:cNvGrpSpPr>
            <a:grpSpLocks noChangeAspect="1"/>
          </p:cNvGrpSpPr>
          <p:nvPr/>
        </p:nvGrpSpPr>
        <p:grpSpPr>
          <a:xfrm>
            <a:off x="6581693" y="3640697"/>
            <a:ext cx="456666" cy="457200"/>
            <a:chOff x="6581628" y="3636615"/>
            <a:chExt cx="456666" cy="457200"/>
          </a:xfrm>
          <a:solidFill>
            <a:srgbClr val="FF0000"/>
          </a:solidFill>
        </p:grpSpPr>
        <p:sp>
          <p:nvSpPr>
            <p:cNvPr id="1868" name="Freeform: Shape 1867">
              <a:extLst>
                <a:ext uri="{FF2B5EF4-FFF2-40B4-BE49-F238E27FC236}">
                  <a16:creationId xmlns:a16="http://schemas.microsoft.com/office/drawing/2014/main" id="{E4AA517A-5CA7-AFC1-1C3A-2D452A70204C}"/>
                </a:ext>
                <a:ext uri="{C183D7F6-B498-43B3-948B-1728B52AA6E4}">
                  <adec:decorative xmlns:adec="http://schemas.microsoft.com/office/drawing/2017/decorative" val="1"/>
                </a:ext>
              </a:extLst>
            </p:cNvPr>
            <p:cNvSpPr/>
            <p:nvPr/>
          </p:nvSpPr>
          <p:spPr>
            <a:xfrm>
              <a:off x="6581628" y="3636615"/>
              <a:ext cx="407273" cy="274902"/>
            </a:xfrm>
            <a:custGeom>
              <a:avLst/>
              <a:gdLst>
                <a:gd name="connsiteX0" fmla="*/ 5920950 w 6109111"/>
                <a:gd name="connsiteY0" fmla="*/ 2755143 h 4123540"/>
                <a:gd name="connsiteX1" fmla="*/ 6109111 w 6109111"/>
                <a:gd name="connsiteY1" fmla="*/ 2755143 h 4123540"/>
                <a:gd name="connsiteX2" fmla="*/ 6109111 w 6109111"/>
                <a:gd name="connsiteY2" fmla="*/ 4123540 h 4123540"/>
                <a:gd name="connsiteX3" fmla="*/ 5920950 w 6109111"/>
                <a:gd name="connsiteY3" fmla="*/ 4123540 h 4123540"/>
                <a:gd name="connsiteX4" fmla="*/ 4820687 w 6109111"/>
                <a:gd name="connsiteY4" fmla="*/ 2755143 h 4123540"/>
                <a:gd name="connsiteX5" fmla="*/ 5008848 w 6109111"/>
                <a:gd name="connsiteY5" fmla="*/ 2755143 h 4123540"/>
                <a:gd name="connsiteX6" fmla="*/ 5008848 w 6109111"/>
                <a:gd name="connsiteY6" fmla="*/ 4123540 h 4123540"/>
                <a:gd name="connsiteX7" fmla="*/ 4820687 w 6109111"/>
                <a:gd name="connsiteY7" fmla="*/ 4123540 h 4123540"/>
                <a:gd name="connsiteX8" fmla="*/ 0 w 6109111"/>
                <a:gd name="connsiteY8" fmla="*/ 0 h 4123540"/>
                <a:gd name="connsiteX9" fmla="*/ 564483 w 6109111"/>
                <a:gd name="connsiteY9" fmla="*/ 0 h 4123540"/>
                <a:gd name="connsiteX10" fmla="*/ 564483 w 6109111"/>
                <a:gd name="connsiteY10" fmla="*/ 564484 h 4123540"/>
                <a:gd name="connsiteX11" fmla="*/ 0 w 6109111"/>
                <a:gd name="connsiteY11" fmla="*/ 564484 h 412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09111" h="4123540">
                  <a:moveTo>
                    <a:pt x="5920950" y="2755143"/>
                  </a:moveTo>
                  <a:lnTo>
                    <a:pt x="6109111" y="2755143"/>
                  </a:lnTo>
                  <a:lnTo>
                    <a:pt x="6109111" y="4123540"/>
                  </a:lnTo>
                  <a:lnTo>
                    <a:pt x="5920950" y="4123540"/>
                  </a:lnTo>
                  <a:close/>
                  <a:moveTo>
                    <a:pt x="4820687" y="2755143"/>
                  </a:moveTo>
                  <a:lnTo>
                    <a:pt x="5008848" y="2755143"/>
                  </a:lnTo>
                  <a:lnTo>
                    <a:pt x="5008848" y="4123540"/>
                  </a:lnTo>
                  <a:lnTo>
                    <a:pt x="4820687" y="4123540"/>
                  </a:lnTo>
                  <a:close/>
                  <a:moveTo>
                    <a:pt x="0" y="0"/>
                  </a:moveTo>
                  <a:lnTo>
                    <a:pt x="564483" y="0"/>
                  </a:lnTo>
                  <a:lnTo>
                    <a:pt x="564483" y="564484"/>
                  </a:lnTo>
                  <a:lnTo>
                    <a:pt x="0" y="564484"/>
                  </a:lnTo>
                  <a:close/>
                </a:path>
              </a:pathLst>
            </a:custGeom>
            <a:solidFill>
              <a:schemeClr val="accent1"/>
            </a:solidFill>
            <a:ln w="9525" cap="flat">
              <a:noFill/>
              <a:prstDash val="solid"/>
              <a:miter/>
            </a:ln>
          </p:spPr>
          <p:txBody>
            <a:bodyPr wrap="square" rtlCol="0" anchor="ctr">
              <a:noAutofit/>
            </a:bodyPr>
            <a:lstStyle/>
            <a:p>
              <a:endParaRPr lang="en-US"/>
            </a:p>
          </p:txBody>
        </p:sp>
        <p:sp>
          <p:nvSpPr>
            <p:cNvPr id="1869" name="Freeform: Shape 1868">
              <a:extLst>
                <a:ext uri="{FF2B5EF4-FFF2-40B4-BE49-F238E27FC236}">
                  <a16:creationId xmlns:a16="http://schemas.microsoft.com/office/drawing/2014/main" id="{5FEDD961-CD45-D18E-8534-309AFCE81B23}"/>
                </a:ext>
                <a:ext uri="{C183D7F6-B498-43B3-948B-1728B52AA6E4}">
                  <adec:decorative xmlns:adec="http://schemas.microsoft.com/office/drawing/2017/decorative" val="1"/>
                </a:ext>
              </a:extLst>
            </p:cNvPr>
            <p:cNvSpPr/>
            <p:nvPr/>
          </p:nvSpPr>
          <p:spPr>
            <a:xfrm>
              <a:off x="6587491" y="3642196"/>
              <a:ext cx="450803" cy="451619"/>
            </a:xfrm>
            <a:custGeom>
              <a:avLst/>
              <a:gdLst>
                <a:gd name="connsiteX0" fmla="*/ 4303257 w 6762051"/>
                <a:gd name="connsiteY0" fmla="*/ 4315498 h 6774295"/>
                <a:gd name="connsiteX1" fmla="*/ 4303257 w 6762051"/>
                <a:gd name="connsiteY1" fmla="*/ 6397973 h 6774295"/>
                <a:gd name="connsiteX2" fmla="*/ 6385729 w 6762051"/>
                <a:gd name="connsiteY2" fmla="*/ 6397973 h 6774295"/>
                <a:gd name="connsiteX3" fmla="*/ 6385729 w 6762051"/>
                <a:gd name="connsiteY3" fmla="*/ 4315498 h 6774295"/>
                <a:gd name="connsiteX4" fmla="*/ 1511887 w 6762051"/>
                <a:gd name="connsiteY4" fmla="*/ 2835123 h 6774295"/>
                <a:gd name="connsiteX5" fmla="*/ 1511887 w 6762051"/>
                <a:gd name="connsiteY5" fmla="*/ 5262410 h 6774295"/>
                <a:gd name="connsiteX6" fmla="*/ 3926935 w 6762051"/>
                <a:gd name="connsiteY6" fmla="*/ 5262410 h 6774295"/>
                <a:gd name="connsiteX7" fmla="*/ 3926935 w 6762051"/>
                <a:gd name="connsiteY7" fmla="*/ 4585504 h 6774295"/>
                <a:gd name="connsiteX8" fmla="*/ 2174214 w 6762051"/>
                <a:gd name="connsiteY8" fmla="*/ 4585504 h 6774295"/>
                <a:gd name="connsiteX9" fmla="*/ 2174214 w 6762051"/>
                <a:gd name="connsiteY9" fmla="*/ 2835123 h 6774295"/>
                <a:gd name="connsiteX10" fmla="*/ 658572 w 6762051"/>
                <a:gd name="connsiteY10" fmla="*/ 2835123 h 6774295"/>
                <a:gd name="connsiteX11" fmla="*/ 658572 w 6762051"/>
                <a:gd name="connsiteY11" fmla="*/ 6105372 h 6774295"/>
                <a:gd name="connsiteX12" fmla="*/ 3926935 w 6762051"/>
                <a:gd name="connsiteY12" fmla="*/ 6105372 h 6774295"/>
                <a:gd name="connsiteX13" fmla="*/ 3926935 w 6762051"/>
                <a:gd name="connsiteY13" fmla="*/ 5450571 h 6774295"/>
                <a:gd name="connsiteX14" fmla="*/ 1323726 w 6762051"/>
                <a:gd name="connsiteY14" fmla="*/ 5450571 h 6774295"/>
                <a:gd name="connsiteX15" fmla="*/ 1323726 w 6762051"/>
                <a:gd name="connsiteY15" fmla="*/ 2835123 h 6774295"/>
                <a:gd name="connsiteX16" fmla="*/ 4303257 w 6762051"/>
                <a:gd name="connsiteY16" fmla="*/ 376339 h 6774295"/>
                <a:gd name="connsiteX17" fmla="*/ 4303257 w 6762051"/>
                <a:gd name="connsiteY17" fmla="*/ 2458814 h 6774295"/>
                <a:gd name="connsiteX18" fmla="*/ 6385729 w 6762051"/>
                <a:gd name="connsiteY18" fmla="*/ 2458814 h 6774295"/>
                <a:gd name="connsiteX19" fmla="*/ 6385729 w 6762051"/>
                <a:gd name="connsiteY19" fmla="*/ 376339 h 6774295"/>
                <a:gd name="connsiteX20" fmla="*/ 3926935 w 6762051"/>
                <a:gd name="connsiteY20" fmla="*/ 17 h 6774295"/>
                <a:gd name="connsiteX21" fmla="*/ 6573890 w 6762051"/>
                <a:gd name="connsiteY21" fmla="*/ 17 h 6774295"/>
                <a:gd name="connsiteX22" fmla="*/ 6762051 w 6762051"/>
                <a:gd name="connsiteY22" fmla="*/ 188178 h 6774295"/>
                <a:gd name="connsiteX23" fmla="*/ 6762051 w 6762051"/>
                <a:gd name="connsiteY23" fmla="*/ 2835136 h 6774295"/>
                <a:gd name="connsiteX24" fmla="*/ 4087810 w 6762051"/>
                <a:gd name="connsiteY24" fmla="*/ 2835136 h 6774295"/>
                <a:gd name="connsiteX25" fmla="*/ 3926935 w 6762051"/>
                <a:gd name="connsiteY25" fmla="*/ 2674256 h 6774295"/>
                <a:gd name="connsiteX26" fmla="*/ 2010261 w 6762051"/>
                <a:gd name="connsiteY26" fmla="*/ 0 h 6774295"/>
                <a:gd name="connsiteX27" fmla="*/ 2646958 w 6762051"/>
                <a:gd name="connsiteY27" fmla="*/ 0 h 6774295"/>
                <a:gd name="connsiteX28" fmla="*/ 2835119 w 6762051"/>
                <a:gd name="connsiteY28" fmla="*/ 188162 h 6774295"/>
                <a:gd name="connsiteX29" fmla="*/ 2835119 w 6762051"/>
                <a:gd name="connsiteY29" fmla="*/ 2835123 h 6774295"/>
                <a:gd name="connsiteX30" fmla="*/ 2362376 w 6762051"/>
                <a:gd name="connsiteY30" fmla="*/ 2835123 h 6774295"/>
                <a:gd name="connsiteX31" fmla="*/ 2362376 w 6762051"/>
                <a:gd name="connsiteY31" fmla="*/ 4397343 h 6774295"/>
                <a:gd name="connsiteX32" fmla="*/ 3926935 w 6762051"/>
                <a:gd name="connsiteY32" fmla="*/ 4397343 h 6774295"/>
                <a:gd name="connsiteX33" fmla="*/ 3926935 w 6762051"/>
                <a:gd name="connsiteY33" fmla="*/ 3939176 h 6774295"/>
                <a:gd name="connsiteX34" fmla="*/ 6573890 w 6762051"/>
                <a:gd name="connsiteY34" fmla="*/ 3939176 h 6774295"/>
                <a:gd name="connsiteX35" fmla="*/ 6762051 w 6762051"/>
                <a:gd name="connsiteY35" fmla="*/ 4127337 h 6774295"/>
                <a:gd name="connsiteX36" fmla="*/ 6762051 w 6762051"/>
                <a:gd name="connsiteY36" fmla="*/ 6774295 h 6774295"/>
                <a:gd name="connsiteX37" fmla="*/ 4087810 w 6762051"/>
                <a:gd name="connsiteY37" fmla="*/ 6774295 h 6774295"/>
                <a:gd name="connsiteX38" fmla="*/ 3926935 w 6762051"/>
                <a:gd name="connsiteY38" fmla="*/ 6613415 h 6774295"/>
                <a:gd name="connsiteX39" fmla="*/ 3926935 w 6762051"/>
                <a:gd name="connsiteY39" fmla="*/ 6293533 h 6774295"/>
                <a:gd name="connsiteX40" fmla="*/ 470411 w 6762051"/>
                <a:gd name="connsiteY40" fmla="*/ 6293533 h 6774295"/>
                <a:gd name="connsiteX41" fmla="*/ 470411 w 6762051"/>
                <a:gd name="connsiteY41" fmla="*/ 2835123 h 6774295"/>
                <a:gd name="connsiteX42" fmla="*/ 160879 w 6762051"/>
                <a:gd name="connsiteY42" fmla="*/ 2835123 h 6774295"/>
                <a:gd name="connsiteX43" fmla="*/ 0 w 6762051"/>
                <a:gd name="connsiteY43" fmla="*/ 2674243 h 6774295"/>
                <a:gd name="connsiteX44" fmla="*/ 0 w 6762051"/>
                <a:gd name="connsiteY44" fmla="*/ 2190659 h 6774295"/>
                <a:gd name="connsiteX45" fmla="*/ 8 w 6762051"/>
                <a:gd name="connsiteY45" fmla="*/ 2190659 h 6774295"/>
                <a:gd name="connsiteX46" fmla="*/ 8 w 6762051"/>
                <a:gd name="connsiteY46" fmla="*/ 665692 h 6774295"/>
                <a:gd name="connsiteX47" fmla="*/ 376330 w 6762051"/>
                <a:gd name="connsiteY47" fmla="*/ 665692 h 6774295"/>
                <a:gd name="connsiteX48" fmla="*/ 376330 w 6762051"/>
                <a:gd name="connsiteY48" fmla="*/ 2273560 h 6774295"/>
                <a:gd name="connsiteX49" fmla="*/ 376322 w 6762051"/>
                <a:gd name="connsiteY49" fmla="*/ 2273560 h 6774295"/>
                <a:gd name="connsiteX50" fmla="*/ 376322 w 6762051"/>
                <a:gd name="connsiteY50" fmla="*/ 2458800 h 6774295"/>
                <a:gd name="connsiteX51" fmla="*/ 2458797 w 6762051"/>
                <a:gd name="connsiteY51" fmla="*/ 2458800 h 6774295"/>
                <a:gd name="connsiteX52" fmla="*/ 2458797 w 6762051"/>
                <a:gd name="connsiteY52" fmla="*/ 376323 h 6774295"/>
                <a:gd name="connsiteX53" fmla="*/ 2363448 w 6762051"/>
                <a:gd name="connsiteY53" fmla="*/ 376323 h 6774295"/>
                <a:gd name="connsiteX54" fmla="*/ 2363448 w 6762051"/>
                <a:gd name="connsiteY54" fmla="*/ 376331 h 6774295"/>
                <a:gd name="connsiteX55" fmla="*/ 661459 w 6762051"/>
                <a:gd name="connsiteY55" fmla="*/ 376331 h 6774295"/>
                <a:gd name="connsiteX56" fmla="*/ 661459 w 6762051"/>
                <a:gd name="connsiteY56" fmla="*/ 9 h 6774295"/>
                <a:gd name="connsiteX57" fmla="*/ 2010261 w 6762051"/>
                <a:gd name="connsiteY57" fmla="*/ 9 h 677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762051" h="6774295">
                  <a:moveTo>
                    <a:pt x="4303257" y="4315498"/>
                  </a:moveTo>
                  <a:lnTo>
                    <a:pt x="4303257" y="6397973"/>
                  </a:lnTo>
                  <a:lnTo>
                    <a:pt x="6385729" y="6397973"/>
                  </a:lnTo>
                  <a:lnTo>
                    <a:pt x="6385729" y="4315498"/>
                  </a:lnTo>
                  <a:close/>
                  <a:moveTo>
                    <a:pt x="1511887" y="2835123"/>
                  </a:moveTo>
                  <a:lnTo>
                    <a:pt x="1511887" y="5262410"/>
                  </a:lnTo>
                  <a:lnTo>
                    <a:pt x="3926935" y="5262410"/>
                  </a:lnTo>
                  <a:lnTo>
                    <a:pt x="3926935" y="4585504"/>
                  </a:lnTo>
                  <a:lnTo>
                    <a:pt x="2174214" y="4585504"/>
                  </a:lnTo>
                  <a:lnTo>
                    <a:pt x="2174214" y="2835123"/>
                  </a:lnTo>
                  <a:close/>
                  <a:moveTo>
                    <a:pt x="658572" y="2835123"/>
                  </a:moveTo>
                  <a:lnTo>
                    <a:pt x="658572" y="6105372"/>
                  </a:lnTo>
                  <a:lnTo>
                    <a:pt x="3926935" y="6105372"/>
                  </a:lnTo>
                  <a:lnTo>
                    <a:pt x="3926935" y="5450571"/>
                  </a:lnTo>
                  <a:lnTo>
                    <a:pt x="1323726" y="5450571"/>
                  </a:lnTo>
                  <a:lnTo>
                    <a:pt x="1323726" y="2835123"/>
                  </a:lnTo>
                  <a:close/>
                  <a:moveTo>
                    <a:pt x="4303257" y="376339"/>
                  </a:moveTo>
                  <a:lnTo>
                    <a:pt x="4303257" y="2458814"/>
                  </a:lnTo>
                  <a:lnTo>
                    <a:pt x="6385729" y="2458814"/>
                  </a:lnTo>
                  <a:lnTo>
                    <a:pt x="6385729" y="376339"/>
                  </a:lnTo>
                  <a:close/>
                  <a:moveTo>
                    <a:pt x="3926935" y="17"/>
                  </a:moveTo>
                  <a:lnTo>
                    <a:pt x="6573890" y="17"/>
                  </a:lnTo>
                  <a:cubicBezTo>
                    <a:pt x="6677848" y="17"/>
                    <a:pt x="6762051" y="84221"/>
                    <a:pt x="6762051" y="188178"/>
                  </a:cubicBezTo>
                  <a:lnTo>
                    <a:pt x="6762051" y="2835136"/>
                  </a:lnTo>
                  <a:lnTo>
                    <a:pt x="4087810" y="2835136"/>
                  </a:lnTo>
                  <a:cubicBezTo>
                    <a:pt x="3998906" y="2835136"/>
                    <a:pt x="3926935" y="2763166"/>
                    <a:pt x="3926935" y="2674256"/>
                  </a:cubicBezTo>
                  <a:close/>
                  <a:moveTo>
                    <a:pt x="2010261" y="0"/>
                  </a:moveTo>
                  <a:lnTo>
                    <a:pt x="2646958" y="0"/>
                  </a:lnTo>
                  <a:cubicBezTo>
                    <a:pt x="2750916" y="0"/>
                    <a:pt x="2835119" y="84204"/>
                    <a:pt x="2835119" y="188162"/>
                  </a:cubicBezTo>
                  <a:lnTo>
                    <a:pt x="2835119" y="2835123"/>
                  </a:lnTo>
                  <a:lnTo>
                    <a:pt x="2362376" y="2835123"/>
                  </a:lnTo>
                  <a:lnTo>
                    <a:pt x="2362376" y="4397343"/>
                  </a:lnTo>
                  <a:lnTo>
                    <a:pt x="3926935" y="4397343"/>
                  </a:lnTo>
                  <a:lnTo>
                    <a:pt x="3926935" y="3939176"/>
                  </a:lnTo>
                  <a:lnTo>
                    <a:pt x="6573890" y="3939176"/>
                  </a:lnTo>
                  <a:cubicBezTo>
                    <a:pt x="6677848" y="3939176"/>
                    <a:pt x="6762051" y="4023379"/>
                    <a:pt x="6762051" y="4127337"/>
                  </a:cubicBezTo>
                  <a:lnTo>
                    <a:pt x="6762051" y="6774295"/>
                  </a:lnTo>
                  <a:lnTo>
                    <a:pt x="4087810" y="6774295"/>
                  </a:lnTo>
                  <a:cubicBezTo>
                    <a:pt x="3998906" y="6774295"/>
                    <a:pt x="3926935" y="6702325"/>
                    <a:pt x="3926935" y="6613415"/>
                  </a:cubicBezTo>
                  <a:lnTo>
                    <a:pt x="3926935" y="6293533"/>
                  </a:lnTo>
                  <a:lnTo>
                    <a:pt x="470411" y="6293533"/>
                  </a:lnTo>
                  <a:lnTo>
                    <a:pt x="470411" y="2835123"/>
                  </a:lnTo>
                  <a:lnTo>
                    <a:pt x="160879" y="2835123"/>
                  </a:lnTo>
                  <a:cubicBezTo>
                    <a:pt x="71967" y="2835123"/>
                    <a:pt x="0" y="2763147"/>
                    <a:pt x="0" y="2674243"/>
                  </a:cubicBezTo>
                  <a:lnTo>
                    <a:pt x="0" y="2190659"/>
                  </a:lnTo>
                  <a:lnTo>
                    <a:pt x="8" y="2190659"/>
                  </a:lnTo>
                  <a:lnTo>
                    <a:pt x="8" y="665692"/>
                  </a:lnTo>
                  <a:lnTo>
                    <a:pt x="376330" y="665692"/>
                  </a:lnTo>
                  <a:lnTo>
                    <a:pt x="376330" y="2273560"/>
                  </a:lnTo>
                  <a:lnTo>
                    <a:pt x="376322" y="2273560"/>
                  </a:lnTo>
                  <a:lnTo>
                    <a:pt x="376322" y="2458800"/>
                  </a:lnTo>
                  <a:lnTo>
                    <a:pt x="2458797" y="2458800"/>
                  </a:lnTo>
                  <a:lnTo>
                    <a:pt x="2458797" y="376323"/>
                  </a:lnTo>
                  <a:lnTo>
                    <a:pt x="2363448" y="376323"/>
                  </a:lnTo>
                  <a:lnTo>
                    <a:pt x="2363448" y="376331"/>
                  </a:lnTo>
                  <a:lnTo>
                    <a:pt x="661459" y="376331"/>
                  </a:lnTo>
                  <a:lnTo>
                    <a:pt x="661459" y="9"/>
                  </a:lnTo>
                  <a:lnTo>
                    <a:pt x="2010261" y="9"/>
                  </a:ln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2808" name="Group 2807">
            <a:extLst>
              <a:ext uri="{FF2B5EF4-FFF2-40B4-BE49-F238E27FC236}">
                <a16:creationId xmlns:a16="http://schemas.microsoft.com/office/drawing/2014/main" id="{AF85A6C2-4A62-CBAB-85FA-B5E2EB8E3C07}"/>
              </a:ext>
              <a:ext uri="{C183D7F6-B498-43B3-948B-1728B52AA6E4}">
                <adec:decorative xmlns:adec="http://schemas.microsoft.com/office/drawing/2017/decorative" val="1"/>
              </a:ext>
            </a:extLst>
          </p:cNvPr>
          <p:cNvGrpSpPr>
            <a:grpSpLocks noChangeAspect="1"/>
          </p:cNvGrpSpPr>
          <p:nvPr/>
        </p:nvGrpSpPr>
        <p:grpSpPr>
          <a:xfrm>
            <a:off x="7123353" y="3640697"/>
            <a:ext cx="283687" cy="457200"/>
            <a:chOff x="7123295" y="3636615"/>
            <a:chExt cx="283687" cy="457200"/>
          </a:xfrm>
          <a:solidFill>
            <a:srgbClr val="FF0000"/>
          </a:solidFill>
        </p:grpSpPr>
        <p:sp>
          <p:nvSpPr>
            <p:cNvPr id="1872" name="Freeform: Shape 1871">
              <a:extLst>
                <a:ext uri="{FF2B5EF4-FFF2-40B4-BE49-F238E27FC236}">
                  <a16:creationId xmlns:a16="http://schemas.microsoft.com/office/drawing/2014/main" id="{437206F1-998E-5185-3DA6-F2D712F38340}"/>
                </a:ext>
                <a:ext uri="{C183D7F6-B498-43B3-948B-1728B52AA6E4}">
                  <adec:decorative xmlns:adec="http://schemas.microsoft.com/office/drawing/2017/decorative" val="1"/>
                </a:ext>
              </a:extLst>
            </p:cNvPr>
            <p:cNvSpPr/>
            <p:nvPr/>
          </p:nvSpPr>
          <p:spPr>
            <a:xfrm>
              <a:off x="7129703" y="3641845"/>
              <a:ext cx="277279" cy="451970"/>
            </a:xfrm>
            <a:custGeom>
              <a:avLst/>
              <a:gdLst>
                <a:gd name="connsiteX0" fmla="*/ 44574 w 451948"/>
                <a:gd name="connsiteY0" fmla="*/ 564024 h 736679"/>
                <a:gd name="connsiteX1" fmla="*/ 44574 w 451948"/>
                <a:gd name="connsiteY1" fmla="*/ 691381 h 736679"/>
                <a:gd name="connsiteX2" fmla="*/ 129212 w 451948"/>
                <a:gd name="connsiteY2" fmla="*/ 691381 h 736679"/>
                <a:gd name="connsiteX3" fmla="*/ 172602 w 451948"/>
                <a:gd name="connsiteY3" fmla="*/ 691381 h 736679"/>
                <a:gd name="connsiteX4" fmla="*/ 172602 w 451948"/>
                <a:gd name="connsiteY4" fmla="*/ 564024 h 736679"/>
                <a:gd name="connsiteX5" fmla="*/ 44574 w 451948"/>
                <a:gd name="connsiteY5" fmla="*/ 564024 h 736679"/>
                <a:gd name="connsiteX6" fmla="*/ 279283 w 451948"/>
                <a:gd name="connsiteY6" fmla="*/ 304757 h 736679"/>
                <a:gd name="connsiteX7" fmla="*/ 279283 w 451948"/>
                <a:gd name="connsiteY7" fmla="*/ 431810 h 736679"/>
                <a:gd name="connsiteX8" fmla="*/ 406643 w 451948"/>
                <a:gd name="connsiteY8" fmla="*/ 431810 h 736679"/>
                <a:gd name="connsiteX9" fmla="*/ 406643 w 451948"/>
                <a:gd name="connsiteY9" fmla="*/ 359936 h 736679"/>
                <a:gd name="connsiteX10" fmla="*/ 406643 w 451948"/>
                <a:gd name="connsiteY10" fmla="*/ 304757 h 736679"/>
                <a:gd name="connsiteX11" fmla="*/ 279283 w 451948"/>
                <a:gd name="connsiteY11" fmla="*/ 304757 h 736679"/>
                <a:gd name="connsiteX12" fmla="*/ 84849 w 451948"/>
                <a:gd name="connsiteY12" fmla="*/ 0 h 736679"/>
                <a:gd name="connsiteX13" fmla="*/ 173499 w 451948"/>
                <a:gd name="connsiteY13" fmla="*/ 52 h 736679"/>
                <a:gd name="connsiteX14" fmla="*/ 217197 w 451948"/>
                <a:gd name="connsiteY14" fmla="*/ 43425 h 736679"/>
                <a:gd name="connsiteX15" fmla="*/ 217203 w 451948"/>
                <a:gd name="connsiteY15" fmla="*/ 175982 h 736679"/>
                <a:gd name="connsiteX16" fmla="*/ 189529 w 451948"/>
                <a:gd name="connsiteY16" fmla="*/ 214887 h 736679"/>
                <a:gd name="connsiteX17" fmla="*/ 171668 w 451948"/>
                <a:gd name="connsiteY17" fmla="*/ 217892 h 736679"/>
                <a:gd name="connsiteX18" fmla="*/ 120254 w 451948"/>
                <a:gd name="connsiteY18" fmla="*/ 218028 h 736679"/>
                <a:gd name="connsiteX19" fmla="*/ 120254 w 451948"/>
                <a:gd name="connsiteY19" fmla="*/ 363030 h 736679"/>
                <a:gd name="connsiteX20" fmla="*/ 233801 w 451948"/>
                <a:gd name="connsiteY20" fmla="*/ 363030 h 736679"/>
                <a:gd name="connsiteX21" fmla="*/ 233801 w 451948"/>
                <a:gd name="connsiteY21" fmla="*/ 358436 h 736679"/>
                <a:gd name="connsiteX22" fmla="*/ 233779 w 451948"/>
                <a:gd name="connsiteY22" fmla="*/ 308359 h 736679"/>
                <a:gd name="connsiteX23" fmla="*/ 245162 w 451948"/>
                <a:gd name="connsiteY23" fmla="*/ 274116 h 736679"/>
                <a:gd name="connsiteX24" fmla="*/ 269338 w 451948"/>
                <a:gd name="connsiteY24" fmla="*/ 260342 h 736679"/>
                <a:gd name="connsiteX25" fmla="*/ 282834 w 451948"/>
                <a:gd name="connsiteY25" fmla="*/ 259318 h 736679"/>
                <a:gd name="connsiteX26" fmla="*/ 405081 w 451948"/>
                <a:gd name="connsiteY26" fmla="*/ 259244 h 736679"/>
                <a:gd name="connsiteX27" fmla="*/ 446281 w 451948"/>
                <a:gd name="connsiteY27" fmla="*/ 282080 h 736679"/>
                <a:gd name="connsiteX28" fmla="*/ 451582 w 451948"/>
                <a:gd name="connsiteY28" fmla="*/ 300670 h 736679"/>
                <a:gd name="connsiteX29" fmla="*/ 451682 w 451948"/>
                <a:gd name="connsiteY29" fmla="*/ 435679 h 736679"/>
                <a:gd name="connsiteX30" fmla="*/ 422667 w 451948"/>
                <a:gd name="connsiteY30" fmla="*/ 474228 h 736679"/>
                <a:gd name="connsiteX31" fmla="*/ 405282 w 451948"/>
                <a:gd name="connsiteY31" fmla="*/ 477162 h 736679"/>
                <a:gd name="connsiteX32" fmla="*/ 281562 w 451948"/>
                <a:gd name="connsiteY32" fmla="*/ 477367 h 736679"/>
                <a:gd name="connsiteX33" fmla="*/ 248432 w 451948"/>
                <a:gd name="connsiteY33" fmla="*/ 465686 h 736679"/>
                <a:gd name="connsiteX34" fmla="*/ 234935 w 451948"/>
                <a:gd name="connsiteY34" fmla="*/ 439472 h 736679"/>
                <a:gd name="connsiteX35" fmla="*/ 234783 w 451948"/>
                <a:gd name="connsiteY35" fmla="*/ 386326 h 736679"/>
                <a:gd name="connsiteX36" fmla="*/ 120218 w 451948"/>
                <a:gd name="connsiteY36" fmla="*/ 386326 h 736679"/>
                <a:gd name="connsiteX37" fmla="*/ 120218 w 451948"/>
                <a:gd name="connsiteY37" fmla="*/ 518539 h 736679"/>
                <a:gd name="connsiteX38" fmla="*/ 127784 w 451948"/>
                <a:gd name="connsiteY38" fmla="*/ 518539 h 736679"/>
                <a:gd name="connsiteX39" fmla="*/ 172952 w 451948"/>
                <a:gd name="connsiteY39" fmla="*/ 518521 h 736679"/>
                <a:gd name="connsiteX40" fmla="*/ 217031 w 451948"/>
                <a:gd name="connsiteY40" fmla="*/ 554997 h 736679"/>
                <a:gd name="connsiteX41" fmla="*/ 217104 w 451948"/>
                <a:gd name="connsiteY41" fmla="*/ 559406 h 736679"/>
                <a:gd name="connsiteX42" fmla="*/ 217177 w 451948"/>
                <a:gd name="connsiteY42" fmla="*/ 693437 h 736679"/>
                <a:gd name="connsiteX43" fmla="*/ 188027 w 451948"/>
                <a:gd name="connsiteY43" fmla="*/ 733477 h 736679"/>
                <a:gd name="connsiteX44" fmla="*/ 170153 w 451948"/>
                <a:gd name="connsiteY44" fmla="*/ 736425 h 736679"/>
                <a:gd name="connsiteX45" fmla="*/ 44471 w 451948"/>
                <a:gd name="connsiteY45" fmla="*/ 736440 h 736679"/>
                <a:gd name="connsiteX46" fmla="*/ 153 w 451948"/>
                <a:gd name="connsiteY46" fmla="*/ 700212 h 736679"/>
                <a:gd name="connsiteX47" fmla="*/ 73 w 451948"/>
                <a:gd name="connsiteY47" fmla="*/ 696294 h 736679"/>
                <a:gd name="connsiteX48" fmla="*/ 157 w 451948"/>
                <a:gd name="connsiteY48" fmla="*/ 558827 h 736679"/>
                <a:gd name="connsiteX49" fmla="*/ 13296 w 451948"/>
                <a:gd name="connsiteY49" fmla="*/ 531128 h 736679"/>
                <a:gd name="connsiteX50" fmla="*/ 48445 w 451948"/>
                <a:gd name="connsiteY50" fmla="*/ 518468 h 736679"/>
                <a:gd name="connsiteX51" fmla="*/ 96920 w 451948"/>
                <a:gd name="connsiteY51" fmla="*/ 518539 h 736679"/>
                <a:gd name="connsiteX52" fmla="*/ 96920 w 451948"/>
                <a:gd name="connsiteY52" fmla="*/ 218028 h 736679"/>
                <a:gd name="connsiteX53" fmla="*/ 92474 w 451948"/>
                <a:gd name="connsiteY53" fmla="*/ 218028 h 736679"/>
                <a:gd name="connsiteX54" fmla="*/ 45834 w 451948"/>
                <a:gd name="connsiteY54" fmla="*/ 218082 h 736679"/>
                <a:gd name="connsiteX55" fmla="*/ 325 w 451948"/>
                <a:gd name="connsiteY55" fmla="*/ 182161 h 736679"/>
                <a:gd name="connsiteX56" fmla="*/ 80 w 451948"/>
                <a:gd name="connsiteY56" fmla="*/ 177292 h 736679"/>
                <a:gd name="connsiteX57" fmla="*/ 411 w 451948"/>
                <a:gd name="connsiteY57" fmla="*/ 86947 h 736679"/>
                <a:gd name="connsiteX58" fmla="*/ 44276 w 451948"/>
                <a:gd name="connsiteY58" fmla="*/ 86947 h 736679"/>
                <a:gd name="connsiteX59" fmla="*/ 44267 w 451948"/>
                <a:gd name="connsiteY59" fmla="*/ 172563 h 736679"/>
                <a:gd name="connsiteX60" fmla="*/ 172628 w 451948"/>
                <a:gd name="connsiteY60" fmla="*/ 172563 h 736679"/>
                <a:gd name="connsiteX61" fmla="*/ 172628 w 451948"/>
                <a:gd name="connsiteY61" fmla="*/ 45213 h 736679"/>
                <a:gd name="connsiteX62" fmla="*/ 84849 w 451948"/>
                <a:gd name="connsiteY62" fmla="*/ 44863 h 73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51948" h="736679">
                  <a:moveTo>
                    <a:pt x="44574" y="564024"/>
                  </a:moveTo>
                  <a:cubicBezTo>
                    <a:pt x="44574" y="606601"/>
                    <a:pt x="44574" y="648866"/>
                    <a:pt x="44574" y="691381"/>
                  </a:cubicBezTo>
                  <a:cubicBezTo>
                    <a:pt x="72666" y="691381"/>
                    <a:pt x="100448" y="691381"/>
                    <a:pt x="129212" y="691381"/>
                  </a:cubicBezTo>
                  <a:cubicBezTo>
                    <a:pt x="143698" y="691381"/>
                    <a:pt x="158184" y="691381"/>
                    <a:pt x="172602" y="691381"/>
                  </a:cubicBezTo>
                  <a:cubicBezTo>
                    <a:pt x="172602" y="648494"/>
                    <a:pt x="172602" y="606229"/>
                    <a:pt x="172602" y="564024"/>
                  </a:cubicBezTo>
                  <a:cubicBezTo>
                    <a:pt x="129698" y="564024"/>
                    <a:pt x="87106" y="564024"/>
                    <a:pt x="44574" y="564024"/>
                  </a:cubicBezTo>
                  <a:close/>
                  <a:moveTo>
                    <a:pt x="279283" y="304757"/>
                  </a:moveTo>
                  <a:cubicBezTo>
                    <a:pt x="279283" y="347330"/>
                    <a:pt x="279283" y="389595"/>
                    <a:pt x="279283" y="431810"/>
                  </a:cubicBezTo>
                  <a:cubicBezTo>
                    <a:pt x="321856" y="431810"/>
                    <a:pt x="364121" y="431810"/>
                    <a:pt x="406643" y="431810"/>
                  </a:cubicBezTo>
                  <a:cubicBezTo>
                    <a:pt x="406643" y="407975"/>
                    <a:pt x="406643" y="384447"/>
                    <a:pt x="406643" y="359936"/>
                  </a:cubicBezTo>
                  <a:cubicBezTo>
                    <a:pt x="406643" y="341525"/>
                    <a:pt x="406643" y="323113"/>
                    <a:pt x="406643" y="304757"/>
                  </a:cubicBezTo>
                  <a:cubicBezTo>
                    <a:pt x="363763" y="304757"/>
                    <a:pt x="321498" y="304757"/>
                    <a:pt x="279283" y="304757"/>
                  </a:cubicBezTo>
                  <a:close/>
                  <a:moveTo>
                    <a:pt x="84849" y="0"/>
                  </a:moveTo>
                  <a:lnTo>
                    <a:pt x="173499" y="52"/>
                  </a:lnTo>
                  <a:cubicBezTo>
                    <a:pt x="197122" y="149"/>
                    <a:pt x="217361" y="20188"/>
                    <a:pt x="217197" y="43425"/>
                  </a:cubicBezTo>
                  <a:cubicBezTo>
                    <a:pt x="216884" y="87609"/>
                    <a:pt x="216919" y="131798"/>
                    <a:pt x="217203" y="175982"/>
                  </a:cubicBezTo>
                  <a:cubicBezTo>
                    <a:pt x="217308" y="192358"/>
                    <a:pt x="204031" y="209767"/>
                    <a:pt x="189529" y="214887"/>
                  </a:cubicBezTo>
                  <a:cubicBezTo>
                    <a:pt x="183907" y="216871"/>
                    <a:pt x="177659" y="217754"/>
                    <a:pt x="171668" y="217892"/>
                  </a:cubicBezTo>
                  <a:cubicBezTo>
                    <a:pt x="154662" y="218282"/>
                    <a:pt x="137641" y="218028"/>
                    <a:pt x="120254" y="218028"/>
                  </a:cubicBezTo>
                  <a:cubicBezTo>
                    <a:pt x="120254" y="266333"/>
                    <a:pt x="120254" y="314509"/>
                    <a:pt x="120254" y="363030"/>
                  </a:cubicBezTo>
                  <a:cubicBezTo>
                    <a:pt x="157769" y="363030"/>
                    <a:pt x="195471" y="363030"/>
                    <a:pt x="233801" y="363030"/>
                  </a:cubicBezTo>
                  <a:cubicBezTo>
                    <a:pt x="233801" y="361568"/>
                    <a:pt x="233801" y="360002"/>
                    <a:pt x="233801" y="358436"/>
                  </a:cubicBezTo>
                  <a:cubicBezTo>
                    <a:pt x="233801" y="341743"/>
                    <a:pt x="233868" y="325051"/>
                    <a:pt x="233779" y="308359"/>
                  </a:cubicBezTo>
                  <a:cubicBezTo>
                    <a:pt x="233711" y="295625"/>
                    <a:pt x="236615" y="283782"/>
                    <a:pt x="245162" y="274116"/>
                  </a:cubicBezTo>
                  <a:cubicBezTo>
                    <a:pt x="251534" y="266910"/>
                    <a:pt x="259752" y="262108"/>
                    <a:pt x="269338" y="260342"/>
                  </a:cubicBezTo>
                  <a:cubicBezTo>
                    <a:pt x="273752" y="259529"/>
                    <a:pt x="278330" y="259326"/>
                    <a:pt x="282834" y="259318"/>
                  </a:cubicBezTo>
                  <a:cubicBezTo>
                    <a:pt x="323583" y="259244"/>
                    <a:pt x="364332" y="259343"/>
                    <a:pt x="405081" y="259244"/>
                  </a:cubicBezTo>
                  <a:cubicBezTo>
                    <a:pt x="423152" y="259200"/>
                    <a:pt x="437276" y="266530"/>
                    <a:pt x="446281" y="282080"/>
                  </a:cubicBezTo>
                  <a:cubicBezTo>
                    <a:pt x="449432" y="287520"/>
                    <a:pt x="451521" y="294415"/>
                    <a:pt x="451582" y="300670"/>
                  </a:cubicBezTo>
                  <a:cubicBezTo>
                    <a:pt x="452023" y="345670"/>
                    <a:pt x="452077" y="390678"/>
                    <a:pt x="451682" y="435679"/>
                  </a:cubicBezTo>
                  <a:cubicBezTo>
                    <a:pt x="451538" y="452118"/>
                    <a:pt x="440466" y="468490"/>
                    <a:pt x="422667" y="474228"/>
                  </a:cubicBezTo>
                  <a:cubicBezTo>
                    <a:pt x="417119" y="476016"/>
                    <a:pt x="411095" y="477127"/>
                    <a:pt x="405282" y="477162"/>
                  </a:cubicBezTo>
                  <a:cubicBezTo>
                    <a:pt x="364043" y="477407"/>
                    <a:pt x="322801" y="477168"/>
                    <a:pt x="281562" y="477367"/>
                  </a:cubicBezTo>
                  <a:cubicBezTo>
                    <a:pt x="268970" y="477428"/>
                    <a:pt x="257710" y="474004"/>
                    <a:pt x="248432" y="465686"/>
                  </a:cubicBezTo>
                  <a:cubicBezTo>
                    <a:pt x="240766" y="458814"/>
                    <a:pt x="235269" y="449998"/>
                    <a:pt x="234935" y="439472"/>
                  </a:cubicBezTo>
                  <a:cubicBezTo>
                    <a:pt x="234378" y="421895"/>
                    <a:pt x="234783" y="404288"/>
                    <a:pt x="234783" y="386326"/>
                  </a:cubicBezTo>
                  <a:cubicBezTo>
                    <a:pt x="195959" y="386326"/>
                    <a:pt x="158257" y="386326"/>
                    <a:pt x="120218" y="386326"/>
                  </a:cubicBezTo>
                  <a:cubicBezTo>
                    <a:pt x="120218" y="430082"/>
                    <a:pt x="120218" y="474004"/>
                    <a:pt x="120218" y="518539"/>
                  </a:cubicBezTo>
                  <a:cubicBezTo>
                    <a:pt x="122671" y="518539"/>
                    <a:pt x="125228" y="518539"/>
                    <a:pt x="127784" y="518539"/>
                  </a:cubicBezTo>
                  <a:cubicBezTo>
                    <a:pt x="142840" y="518539"/>
                    <a:pt x="157897" y="518615"/>
                    <a:pt x="172952" y="518521"/>
                  </a:cubicBezTo>
                  <a:cubicBezTo>
                    <a:pt x="195245" y="518381"/>
                    <a:pt x="212435" y="534419"/>
                    <a:pt x="217031" y="554997"/>
                  </a:cubicBezTo>
                  <a:cubicBezTo>
                    <a:pt x="217344" y="556403"/>
                    <a:pt x="217104" y="557934"/>
                    <a:pt x="217104" y="559406"/>
                  </a:cubicBezTo>
                  <a:cubicBezTo>
                    <a:pt x="217106" y="604083"/>
                    <a:pt x="216961" y="648761"/>
                    <a:pt x="217177" y="693437"/>
                  </a:cubicBezTo>
                  <a:cubicBezTo>
                    <a:pt x="217264" y="711550"/>
                    <a:pt x="204688" y="728124"/>
                    <a:pt x="188027" y="733477"/>
                  </a:cubicBezTo>
                  <a:cubicBezTo>
                    <a:pt x="182327" y="735308"/>
                    <a:pt x="176130" y="736390"/>
                    <a:pt x="170153" y="736425"/>
                  </a:cubicBezTo>
                  <a:cubicBezTo>
                    <a:pt x="128260" y="736673"/>
                    <a:pt x="86361" y="736838"/>
                    <a:pt x="44471" y="736440"/>
                  </a:cubicBezTo>
                  <a:cubicBezTo>
                    <a:pt x="22864" y="736235"/>
                    <a:pt x="5308" y="722544"/>
                    <a:pt x="153" y="700212"/>
                  </a:cubicBezTo>
                  <a:cubicBezTo>
                    <a:pt x="-136" y="698966"/>
                    <a:pt x="73" y="697603"/>
                    <a:pt x="73" y="696294"/>
                  </a:cubicBezTo>
                  <a:cubicBezTo>
                    <a:pt x="70" y="650472"/>
                    <a:pt x="-49" y="604649"/>
                    <a:pt x="157" y="558827"/>
                  </a:cubicBezTo>
                  <a:cubicBezTo>
                    <a:pt x="206" y="547786"/>
                    <a:pt x="5614" y="538849"/>
                    <a:pt x="13296" y="531128"/>
                  </a:cubicBezTo>
                  <a:cubicBezTo>
                    <a:pt x="23054" y="521321"/>
                    <a:pt x="35005" y="518214"/>
                    <a:pt x="48445" y="518468"/>
                  </a:cubicBezTo>
                  <a:cubicBezTo>
                    <a:pt x="64473" y="518770"/>
                    <a:pt x="80512" y="518539"/>
                    <a:pt x="96920" y="518539"/>
                  </a:cubicBezTo>
                  <a:cubicBezTo>
                    <a:pt x="96920" y="418523"/>
                    <a:pt x="96920" y="318631"/>
                    <a:pt x="96920" y="218028"/>
                  </a:cubicBezTo>
                  <a:cubicBezTo>
                    <a:pt x="95584" y="218028"/>
                    <a:pt x="94029" y="218028"/>
                    <a:pt x="92474" y="218028"/>
                  </a:cubicBezTo>
                  <a:cubicBezTo>
                    <a:pt x="76927" y="218028"/>
                    <a:pt x="61376" y="217802"/>
                    <a:pt x="45834" y="218082"/>
                  </a:cubicBezTo>
                  <a:cubicBezTo>
                    <a:pt x="22704" y="218498"/>
                    <a:pt x="5363" y="203268"/>
                    <a:pt x="325" y="182161"/>
                  </a:cubicBezTo>
                  <a:cubicBezTo>
                    <a:pt x="-46" y="180607"/>
                    <a:pt x="81" y="178918"/>
                    <a:pt x="80" y="177292"/>
                  </a:cubicBezTo>
                  <a:lnTo>
                    <a:pt x="411" y="86947"/>
                  </a:lnTo>
                  <a:lnTo>
                    <a:pt x="44276" y="86947"/>
                  </a:lnTo>
                  <a:lnTo>
                    <a:pt x="44267" y="172563"/>
                  </a:lnTo>
                  <a:cubicBezTo>
                    <a:pt x="87447" y="172563"/>
                    <a:pt x="130035" y="172563"/>
                    <a:pt x="172628" y="172563"/>
                  </a:cubicBezTo>
                  <a:cubicBezTo>
                    <a:pt x="172628" y="130011"/>
                    <a:pt x="172628" y="87750"/>
                    <a:pt x="172628" y="45213"/>
                  </a:cubicBezTo>
                  <a:lnTo>
                    <a:pt x="84849" y="44863"/>
                  </a:lnTo>
                  <a:close/>
                </a:path>
              </a:pathLst>
            </a:custGeom>
            <a:solidFill>
              <a:schemeClr val="accent2"/>
            </a:solidFill>
            <a:ln w="6350" cap="flat">
              <a:noFill/>
              <a:prstDash val="solid"/>
              <a:miter/>
            </a:ln>
          </p:spPr>
          <p:txBody>
            <a:bodyPr wrap="square" rtlCol="0" anchor="ctr">
              <a:noAutofit/>
            </a:bodyPr>
            <a:lstStyle/>
            <a:p>
              <a:endParaRPr lang="en-US"/>
            </a:p>
          </p:txBody>
        </p:sp>
        <p:sp>
          <p:nvSpPr>
            <p:cNvPr id="1873" name="Rectangle 1872">
              <a:extLst>
                <a:ext uri="{FF2B5EF4-FFF2-40B4-BE49-F238E27FC236}">
                  <a16:creationId xmlns:a16="http://schemas.microsoft.com/office/drawing/2014/main" id="{BF527F6F-2599-89F2-ED5D-1E0B507848BC}"/>
                </a:ext>
                <a:ext uri="{C183D7F6-B498-43B3-948B-1728B52AA6E4}">
                  <adec:decorative xmlns:adec="http://schemas.microsoft.com/office/drawing/2017/decorative" val="1"/>
                </a:ext>
              </a:extLst>
            </p:cNvPr>
            <p:cNvSpPr/>
            <p:nvPr/>
          </p:nvSpPr>
          <p:spPr>
            <a:xfrm>
              <a:off x="7123295" y="3636615"/>
              <a:ext cx="40778" cy="40855"/>
            </a:xfrm>
            <a:prstGeom prst="rect">
              <a:avLst/>
            </a:prstGeom>
            <a:solidFill>
              <a:schemeClr val="accent1"/>
            </a:solidFill>
            <a:ln w="6350" cap="flat">
              <a:noFill/>
              <a:prstDash val="solid"/>
              <a:miter/>
            </a:ln>
          </p:spPr>
          <p:txBody>
            <a:bodyPr rtlCol="0" anchor="ctr"/>
            <a:lstStyle/>
            <a:p>
              <a:endParaRPr lang="en-US"/>
            </a:p>
          </p:txBody>
        </p:sp>
      </p:grpSp>
      <p:grpSp>
        <p:nvGrpSpPr>
          <p:cNvPr id="2805" name="Group 2804">
            <a:extLst>
              <a:ext uri="{FF2B5EF4-FFF2-40B4-BE49-F238E27FC236}">
                <a16:creationId xmlns:a16="http://schemas.microsoft.com/office/drawing/2014/main" id="{E4831260-2410-C968-4979-D64E52CA2D1E}"/>
              </a:ext>
              <a:ext uri="{C183D7F6-B498-43B3-948B-1728B52AA6E4}">
                <adec:decorative xmlns:adec="http://schemas.microsoft.com/office/drawing/2017/decorative" val="1"/>
              </a:ext>
            </a:extLst>
          </p:cNvPr>
          <p:cNvGrpSpPr>
            <a:grpSpLocks noChangeAspect="1"/>
          </p:cNvGrpSpPr>
          <p:nvPr/>
        </p:nvGrpSpPr>
        <p:grpSpPr>
          <a:xfrm>
            <a:off x="7492034" y="3640697"/>
            <a:ext cx="350015" cy="457200"/>
            <a:chOff x="7491983" y="3636615"/>
            <a:chExt cx="350015" cy="457200"/>
          </a:xfrm>
          <a:solidFill>
            <a:srgbClr val="FF0000"/>
          </a:solidFill>
        </p:grpSpPr>
        <p:sp>
          <p:nvSpPr>
            <p:cNvPr id="1890" name="Freeform: Shape 1889">
              <a:extLst>
                <a:ext uri="{FF2B5EF4-FFF2-40B4-BE49-F238E27FC236}">
                  <a16:creationId xmlns:a16="http://schemas.microsoft.com/office/drawing/2014/main" id="{745722B8-2023-DB82-ED32-D4B8A2E6C8E2}"/>
                </a:ext>
                <a:ext uri="{C183D7F6-B498-43B3-948B-1728B52AA6E4}">
                  <adec:decorative xmlns:adec="http://schemas.microsoft.com/office/drawing/2017/decorative" val="1"/>
                </a:ext>
              </a:extLst>
            </p:cNvPr>
            <p:cNvSpPr/>
            <p:nvPr/>
          </p:nvSpPr>
          <p:spPr>
            <a:xfrm>
              <a:off x="7559127" y="3760271"/>
              <a:ext cx="282871" cy="333544"/>
            </a:xfrm>
            <a:custGeom>
              <a:avLst/>
              <a:gdLst>
                <a:gd name="connsiteX0" fmla="*/ 3726885 w 4243074"/>
                <a:gd name="connsiteY0" fmla="*/ 4486975 h 5003164"/>
                <a:gd name="connsiteX1" fmla="*/ 4243074 w 4243074"/>
                <a:gd name="connsiteY1" fmla="*/ 4486975 h 5003164"/>
                <a:gd name="connsiteX2" fmla="*/ 4243074 w 4243074"/>
                <a:gd name="connsiteY2" fmla="*/ 5003164 h 5003164"/>
                <a:gd name="connsiteX3" fmla="*/ 3726885 w 4243074"/>
                <a:gd name="connsiteY3" fmla="*/ 5003164 h 5003164"/>
                <a:gd name="connsiteX4" fmla="*/ 788914 w 4243074"/>
                <a:gd name="connsiteY4" fmla="*/ 3093264 h 5003164"/>
                <a:gd name="connsiteX5" fmla="*/ 910646 w 4243074"/>
                <a:gd name="connsiteY5" fmla="*/ 3214999 h 5003164"/>
                <a:gd name="connsiteX6" fmla="*/ 297241 w 4243074"/>
                <a:gd name="connsiteY6" fmla="*/ 3828398 h 5003164"/>
                <a:gd name="connsiteX7" fmla="*/ 0 w 4243074"/>
                <a:gd name="connsiteY7" fmla="*/ 3530730 h 5003164"/>
                <a:gd name="connsiteX8" fmla="*/ 121302 w 4243074"/>
                <a:gd name="connsiteY8" fmla="*/ 3409429 h 5003164"/>
                <a:gd name="connsiteX9" fmla="*/ 297241 w 4243074"/>
                <a:gd name="connsiteY9" fmla="*/ 3584932 h 5003164"/>
                <a:gd name="connsiteX10" fmla="*/ 788914 w 4243074"/>
                <a:gd name="connsiteY10" fmla="*/ 2056152 h 5003164"/>
                <a:gd name="connsiteX11" fmla="*/ 910646 w 4243074"/>
                <a:gd name="connsiteY11" fmla="*/ 2177887 h 5003164"/>
                <a:gd name="connsiteX12" fmla="*/ 297241 w 4243074"/>
                <a:gd name="connsiteY12" fmla="*/ 2790857 h 5003164"/>
                <a:gd name="connsiteX13" fmla="*/ 0 w 4243074"/>
                <a:gd name="connsiteY13" fmla="*/ 2493618 h 5003164"/>
                <a:gd name="connsiteX14" fmla="*/ 121302 w 4243074"/>
                <a:gd name="connsiteY14" fmla="*/ 2371888 h 5003164"/>
                <a:gd name="connsiteX15" fmla="*/ 297241 w 4243074"/>
                <a:gd name="connsiteY15" fmla="*/ 2547820 h 5003164"/>
                <a:gd name="connsiteX16" fmla="*/ 788914 w 4243074"/>
                <a:gd name="connsiteY16" fmla="*/ 1033670 h 5003164"/>
                <a:gd name="connsiteX17" fmla="*/ 910646 w 4243074"/>
                <a:gd name="connsiteY17" fmla="*/ 1155405 h 5003164"/>
                <a:gd name="connsiteX18" fmla="*/ 297241 w 4243074"/>
                <a:gd name="connsiteY18" fmla="*/ 1768804 h 5003164"/>
                <a:gd name="connsiteX19" fmla="*/ 0 w 4243074"/>
                <a:gd name="connsiteY19" fmla="*/ 1471137 h 5003164"/>
                <a:gd name="connsiteX20" fmla="*/ 121302 w 4243074"/>
                <a:gd name="connsiteY20" fmla="*/ 1349401 h 5003164"/>
                <a:gd name="connsiteX21" fmla="*/ 297241 w 4243074"/>
                <a:gd name="connsiteY21" fmla="*/ 1525338 h 5003164"/>
                <a:gd name="connsiteX22" fmla="*/ 800095 w 4243074"/>
                <a:gd name="connsiteY22" fmla="*/ 0 h 5003164"/>
                <a:gd name="connsiteX23" fmla="*/ 921827 w 4243074"/>
                <a:gd name="connsiteY23" fmla="*/ 121735 h 5003164"/>
                <a:gd name="connsiteX24" fmla="*/ 308422 w 4243074"/>
                <a:gd name="connsiteY24" fmla="*/ 735134 h 5003164"/>
                <a:gd name="connsiteX25" fmla="*/ 11181 w 4243074"/>
                <a:gd name="connsiteY25" fmla="*/ 437467 h 5003164"/>
                <a:gd name="connsiteX26" fmla="*/ 132917 w 4243074"/>
                <a:gd name="connsiteY26" fmla="*/ 315736 h 5003164"/>
                <a:gd name="connsiteX27" fmla="*/ 308422 w 4243074"/>
                <a:gd name="connsiteY27" fmla="*/ 491668 h 5003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43074" h="5003164">
                  <a:moveTo>
                    <a:pt x="3726885" y="4486975"/>
                  </a:moveTo>
                  <a:lnTo>
                    <a:pt x="4243074" y="4486975"/>
                  </a:lnTo>
                  <a:lnTo>
                    <a:pt x="4243074" y="5003164"/>
                  </a:lnTo>
                  <a:lnTo>
                    <a:pt x="3726885" y="5003164"/>
                  </a:lnTo>
                  <a:close/>
                  <a:moveTo>
                    <a:pt x="788914" y="3093264"/>
                  </a:moveTo>
                  <a:lnTo>
                    <a:pt x="910646" y="3214999"/>
                  </a:lnTo>
                  <a:lnTo>
                    <a:pt x="297241" y="3828398"/>
                  </a:lnTo>
                  <a:lnTo>
                    <a:pt x="0" y="3530730"/>
                  </a:lnTo>
                  <a:lnTo>
                    <a:pt x="121302" y="3409429"/>
                  </a:lnTo>
                  <a:lnTo>
                    <a:pt x="297241" y="3584932"/>
                  </a:lnTo>
                  <a:close/>
                  <a:moveTo>
                    <a:pt x="788914" y="2056152"/>
                  </a:moveTo>
                  <a:lnTo>
                    <a:pt x="910646" y="2177887"/>
                  </a:lnTo>
                  <a:lnTo>
                    <a:pt x="297241" y="2790857"/>
                  </a:lnTo>
                  <a:lnTo>
                    <a:pt x="0" y="2493618"/>
                  </a:lnTo>
                  <a:lnTo>
                    <a:pt x="121302" y="2371888"/>
                  </a:lnTo>
                  <a:lnTo>
                    <a:pt x="297241" y="2547820"/>
                  </a:lnTo>
                  <a:close/>
                  <a:moveTo>
                    <a:pt x="788914" y="1033670"/>
                  </a:moveTo>
                  <a:lnTo>
                    <a:pt x="910646" y="1155405"/>
                  </a:lnTo>
                  <a:lnTo>
                    <a:pt x="297241" y="1768804"/>
                  </a:lnTo>
                  <a:lnTo>
                    <a:pt x="0" y="1471137"/>
                  </a:lnTo>
                  <a:lnTo>
                    <a:pt x="121302" y="1349401"/>
                  </a:lnTo>
                  <a:lnTo>
                    <a:pt x="297241" y="1525338"/>
                  </a:lnTo>
                  <a:close/>
                  <a:moveTo>
                    <a:pt x="800095" y="0"/>
                  </a:moveTo>
                  <a:lnTo>
                    <a:pt x="921827" y="121735"/>
                  </a:lnTo>
                  <a:lnTo>
                    <a:pt x="308422" y="735134"/>
                  </a:lnTo>
                  <a:lnTo>
                    <a:pt x="11181" y="437467"/>
                  </a:lnTo>
                  <a:lnTo>
                    <a:pt x="132917" y="315736"/>
                  </a:lnTo>
                  <a:lnTo>
                    <a:pt x="308422" y="491668"/>
                  </a:lnTo>
                  <a:close/>
                </a:path>
              </a:pathLst>
            </a:custGeom>
            <a:solidFill>
              <a:schemeClr val="accent1"/>
            </a:solidFill>
            <a:ln w="9525" cap="flat">
              <a:noFill/>
              <a:prstDash val="solid"/>
              <a:miter/>
            </a:ln>
          </p:spPr>
          <p:txBody>
            <a:bodyPr wrap="square" rtlCol="0" anchor="ctr">
              <a:noAutofit/>
            </a:bodyPr>
            <a:lstStyle/>
            <a:p>
              <a:endParaRPr lang="en-US"/>
            </a:p>
          </p:txBody>
        </p:sp>
        <p:sp>
          <p:nvSpPr>
            <p:cNvPr id="1889" name="Freeform: Shape 1888">
              <a:extLst>
                <a:ext uri="{FF2B5EF4-FFF2-40B4-BE49-F238E27FC236}">
                  <a16:creationId xmlns:a16="http://schemas.microsoft.com/office/drawing/2014/main" id="{A3778490-4055-CBEF-25BB-AF62CF9573C8}"/>
                </a:ext>
                <a:ext uri="{C183D7F6-B498-43B3-948B-1728B52AA6E4}">
                  <adec:decorative xmlns:adec="http://schemas.microsoft.com/office/drawing/2017/decorative" val="1"/>
                </a:ext>
              </a:extLst>
            </p:cNvPr>
            <p:cNvSpPr/>
            <p:nvPr/>
          </p:nvSpPr>
          <p:spPr>
            <a:xfrm flipH="1">
              <a:off x="7491983" y="3636615"/>
              <a:ext cx="344136" cy="452009"/>
            </a:xfrm>
            <a:custGeom>
              <a:avLst/>
              <a:gdLst>
                <a:gd name="connsiteX0" fmla="*/ 2938828 w 5162043"/>
                <a:gd name="connsiteY0" fmla="*/ 5229411 h 6780135"/>
                <a:gd name="connsiteX1" fmla="*/ 1041405 w 5162043"/>
                <a:gd name="connsiteY1" fmla="*/ 5229411 h 6780135"/>
                <a:gd name="connsiteX2" fmla="*/ 1041405 w 5162043"/>
                <a:gd name="connsiteY2" fmla="*/ 5401902 h 6780135"/>
                <a:gd name="connsiteX3" fmla="*/ 2938828 w 5162043"/>
                <a:gd name="connsiteY3" fmla="*/ 5401902 h 6780135"/>
                <a:gd name="connsiteX4" fmla="*/ 2938828 w 5162043"/>
                <a:gd name="connsiteY4" fmla="*/ 4220268 h 6780135"/>
                <a:gd name="connsiteX5" fmla="*/ 1041405 w 5162043"/>
                <a:gd name="connsiteY5" fmla="*/ 4220268 h 6780135"/>
                <a:gd name="connsiteX6" fmla="*/ 1041405 w 5162043"/>
                <a:gd name="connsiteY6" fmla="*/ 4392759 h 6780135"/>
                <a:gd name="connsiteX7" fmla="*/ 2938828 w 5162043"/>
                <a:gd name="connsiteY7" fmla="*/ 4392759 h 6780135"/>
                <a:gd name="connsiteX8" fmla="*/ 2938828 w 5162043"/>
                <a:gd name="connsiteY8" fmla="*/ 3169826 h 6780135"/>
                <a:gd name="connsiteX9" fmla="*/ 1041405 w 5162043"/>
                <a:gd name="connsiteY9" fmla="*/ 3169826 h 6780135"/>
                <a:gd name="connsiteX10" fmla="*/ 1041405 w 5162043"/>
                <a:gd name="connsiteY10" fmla="*/ 3342317 h 6780135"/>
                <a:gd name="connsiteX11" fmla="*/ 2938828 w 5162043"/>
                <a:gd name="connsiteY11" fmla="*/ 3342317 h 6780135"/>
                <a:gd name="connsiteX12" fmla="*/ 2927647 w 5162043"/>
                <a:gd name="connsiteY12" fmla="*/ 2136156 h 6780135"/>
                <a:gd name="connsiteX13" fmla="*/ 1030224 w 5162043"/>
                <a:gd name="connsiteY13" fmla="*/ 2136156 h 6780135"/>
                <a:gd name="connsiteX14" fmla="*/ 1030224 w 5162043"/>
                <a:gd name="connsiteY14" fmla="*/ 2308648 h 6780135"/>
                <a:gd name="connsiteX15" fmla="*/ 2927647 w 5162043"/>
                <a:gd name="connsiteY15" fmla="*/ 2308648 h 6780135"/>
                <a:gd name="connsiteX16" fmla="*/ 2580945 w 5162043"/>
                <a:gd name="connsiteY16" fmla="*/ 344126 h 6780135"/>
                <a:gd name="connsiteX17" fmla="*/ 3016259 w 5162043"/>
                <a:gd name="connsiteY17" fmla="*/ 698989 h 6780135"/>
                <a:gd name="connsiteX18" fmla="*/ 3022212 w 5162043"/>
                <a:gd name="connsiteY18" fmla="*/ 757931 h 6780135"/>
                <a:gd name="connsiteX19" fmla="*/ 2139673 w 5162043"/>
                <a:gd name="connsiteY19" fmla="*/ 757931 h 6780135"/>
                <a:gd name="connsiteX20" fmla="*/ 2145625 w 5162043"/>
                <a:gd name="connsiteY20" fmla="*/ 698989 h 6780135"/>
                <a:gd name="connsiteX21" fmla="*/ 2580945 w 5162043"/>
                <a:gd name="connsiteY21" fmla="*/ 344126 h 6780135"/>
                <a:gd name="connsiteX22" fmla="*/ 2580945 w 5162043"/>
                <a:gd name="connsiteY22" fmla="*/ 0 h 6780135"/>
                <a:gd name="connsiteX23" fmla="*/ 1796540 w 5162043"/>
                <a:gd name="connsiteY23" fmla="*/ 708026 h 6780135"/>
                <a:gd name="connsiteX24" fmla="*/ 1794011 w 5162043"/>
                <a:gd name="connsiteY24" fmla="*/ 757931 h 6780135"/>
                <a:gd name="connsiteX25" fmla="*/ 327066 w 5162043"/>
                <a:gd name="connsiteY25" fmla="*/ 757931 h 6780135"/>
                <a:gd name="connsiteX26" fmla="*/ 148 w 5162043"/>
                <a:gd name="connsiteY26" fmla="*/ 757931 h 6780135"/>
                <a:gd name="connsiteX27" fmla="*/ 148 w 5162043"/>
                <a:gd name="connsiteY27" fmla="*/ 1095174 h 6780135"/>
                <a:gd name="connsiteX28" fmla="*/ 148 w 5162043"/>
                <a:gd name="connsiteY28" fmla="*/ 4014771 h 6780135"/>
                <a:gd name="connsiteX29" fmla="*/ 0 w 5162043"/>
                <a:gd name="connsiteY29" fmla="*/ 4014771 h 6780135"/>
                <a:gd name="connsiteX30" fmla="*/ 0 w 5162043"/>
                <a:gd name="connsiteY30" fmla="*/ 6076178 h 6780135"/>
                <a:gd name="connsiteX31" fmla="*/ 344126 w 5162043"/>
                <a:gd name="connsiteY31" fmla="*/ 6076178 h 6780135"/>
                <a:gd name="connsiteX32" fmla="*/ 344126 w 5162043"/>
                <a:gd name="connsiteY32" fmla="*/ 4840537 h 6780135"/>
                <a:gd name="connsiteX33" fmla="*/ 344274 w 5162043"/>
                <a:gd name="connsiteY33" fmla="*/ 4840537 h 6780135"/>
                <a:gd name="connsiteX34" fmla="*/ 344274 w 5162043"/>
                <a:gd name="connsiteY34" fmla="*/ 1102057 h 6780135"/>
                <a:gd name="connsiteX35" fmla="*/ 1720622 w 5162043"/>
                <a:gd name="connsiteY35" fmla="*/ 1102057 h 6780135"/>
                <a:gd name="connsiteX36" fmla="*/ 1720622 w 5162043"/>
                <a:gd name="connsiteY36" fmla="*/ 1281868 h 6780135"/>
                <a:gd name="connsiteX37" fmla="*/ 3441251 w 5162043"/>
                <a:gd name="connsiteY37" fmla="*/ 1281868 h 6780135"/>
                <a:gd name="connsiteX38" fmla="*/ 3441251 w 5162043"/>
                <a:gd name="connsiteY38" fmla="*/ 1102057 h 6780135"/>
                <a:gd name="connsiteX39" fmla="*/ 4817903 w 5162043"/>
                <a:gd name="connsiteY39" fmla="*/ 1102057 h 6780135"/>
                <a:gd name="connsiteX40" fmla="*/ 4817903 w 5162043"/>
                <a:gd name="connsiteY40" fmla="*/ 6436009 h 6780135"/>
                <a:gd name="connsiteX41" fmla="*/ 3676524 w 5162043"/>
                <a:gd name="connsiteY41" fmla="*/ 6436009 h 6780135"/>
                <a:gd name="connsiteX42" fmla="*/ 2187686 w 5162043"/>
                <a:gd name="connsiteY42" fmla="*/ 6436009 h 6780135"/>
                <a:gd name="connsiteX43" fmla="*/ 698180 w 5162043"/>
                <a:gd name="connsiteY43" fmla="*/ 6436009 h 6780135"/>
                <a:gd name="connsiteX44" fmla="*/ 698180 w 5162043"/>
                <a:gd name="connsiteY44" fmla="*/ 6780135 h 6780135"/>
                <a:gd name="connsiteX45" fmla="*/ 2187686 w 5162043"/>
                <a:gd name="connsiteY45" fmla="*/ 6780135 h 6780135"/>
                <a:gd name="connsiteX46" fmla="*/ 3676524 w 5162043"/>
                <a:gd name="connsiteY46" fmla="*/ 6780135 h 6780135"/>
                <a:gd name="connsiteX47" fmla="*/ 5162028 w 5162043"/>
                <a:gd name="connsiteY47" fmla="*/ 6780135 h 6780135"/>
                <a:gd name="connsiteX48" fmla="*/ 5162028 w 5162043"/>
                <a:gd name="connsiteY48" fmla="*/ 1101629 h 6780135"/>
                <a:gd name="connsiteX49" fmla="*/ 5069550 w 5162043"/>
                <a:gd name="connsiteY49" fmla="*/ 851282 h 6780135"/>
                <a:gd name="connsiteX50" fmla="*/ 4813176 w 5162043"/>
                <a:gd name="connsiteY50" fmla="*/ 757931 h 6780135"/>
                <a:gd name="connsiteX51" fmla="*/ 3367875 w 5162043"/>
                <a:gd name="connsiteY51" fmla="*/ 757931 h 6780135"/>
                <a:gd name="connsiteX52" fmla="*/ 3365345 w 5162043"/>
                <a:gd name="connsiteY52" fmla="*/ 707955 h 6780135"/>
                <a:gd name="connsiteX53" fmla="*/ 2580945 w 5162043"/>
                <a:gd name="connsiteY53" fmla="*/ 0 h 678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162043" h="6780135">
                  <a:moveTo>
                    <a:pt x="2938828" y="5229411"/>
                  </a:moveTo>
                  <a:lnTo>
                    <a:pt x="1041405" y="5229411"/>
                  </a:lnTo>
                  <a:lnTo>
                    <a:pt x="1041405" y="5401902"/>
                  </a:lnTo>
                  <a:lnTo>
                    <a:pt x="2938828" y="5401902"/>
                  </a:lnTo>
                  <a:close/>
                  <a:moveTo>
                    <a:pt x="2938828" y="4220268"/>
                  </a:moveTo>
                  <a:lnTo>
                    <a:pt x="1041405" y="4220268"/>
                  </a:lnTo>
                  <a:lnTo>
                    <a:pt x="1041405" y="4392759"/>
                  </a:lnTo>
                  <a:lnTo>
                    <a:pt x="2938828" y="4392759"/>
                  </a:lnTo>
                  <a:close/>
                  <a:moveTo>
                    <a:pt x="2938828" y="3169826"/>
                  </a:moveTo>
                  <a:lnTo>
                    <a:pt x="1041405" y="3169826"/>
                  </a:lnTo>
                  <a:lnTo>
                    <a:pt x="1041405" y="3342317"/>
                  </a:lnTo>
                  <a:lnTo>
                    <a:pt x="2938828" y="3342317"/>
                  </a:lnTo>
                  <a:close/>
                  <a:moveTo>
                    <a:pt x="2927647" y="2136156"/>
                  </a:moveTo>
                  <a:lnTo>
                    <a:pt x="1030224" y="2136156"/>
                  </a:lnTo>
                  <a:lnTo>
                    <a:pt x="1030224" y="2308648"/>
                  </a:lnTo>
                  <a:lnTo>
                    <a:pt x="2927647" y="2308648"/>
                  </a:lnTo>
                  <a:close/>
                  <a:moveTo>
                    <a:pt x="2580945" y="344126"/>
                  </a:moveTo>
                  <a:cubicBezTo>
                    <a:pt x="2795484" y="344126"/>
                    <a:pt x="2974786" y="496611"/>
                    <a:pt x="3016259" y="698989"/>
                  </a:cubicBezTo>
                  <a:lnTo>
                    <a:pt x="3022212" y="757931"/>
                  </a:lnTo>
                  <a:lnTo>
                    <a:pt x="2139673" y="757931"/>
                  </a:lnTo>
                  <a:lnTo>
                    <a:pt x="2145625" y="698989"/>
                  </a:lnTo>
                  <a:cubicBezTo>
                    <a:pt x="2187099" y="496611"/>
                    <a:pt x="2366402" y="344126"/>
                    <a:pt x="2580945" y="344126"/>
                  </a:cubicBezTo>
                  <a:close/>
                  <a:moveTo>
                    <a:pt x="2580945" y="0"/>
                  </a:moveTo>
                  <a:cubicBezTo>
                    <a:pt x="2173235" y="0"/>
                    <a:pt x="1836979" y="311151"/>
                    <a:pt x="1796540" y="708026"/>
                  </a:cubicBezTo>
                  <a:lnTo>
                    <a:pt x="1794011" y="757931"/>
                  </a:lnTo>
                  <a:lnTo>
                    <a:pt x="327066" y="757931"/>
                  </a:lnTo>
                  <a:lnTo>
                    <a:pt x="148" y="757931"/>
                  </a:lnTo>
                  <a:lnTo>
                    <a:pt x="148" y="1095174"/>
                  </a:lnTo>
                  <a:lnTo>
                    <a:pt x="148" y="4014771"/>
                  </a:lnTo>
                  <a:lnTo>
                    <a:pt x="0" y="4014771"/>
                  </a:lnTo>
                  <a:lnTo>
                    <a:pt x="0" y="6076178"/>
                  </a:lnTo>
                  <a:lnTo>
                    <a:pt x="344126" y="6076178"/>
                  </a:lnTo>
                  <a:lnTo>
                    <a:pt x="344126" y="4840537"/>
                  </a:lnTo>
                  <a:lnTo>
                    <a:pt x="344274" y="4840537"/>
                  </a:lnTo>
                  <a:lnTo>
                    <a:pt x="344274" y="1102057"/>
                  </a:lnTo>
                  <a:lnTo>
                    <a:pt x="1720622" y="1102057"/>
                  </a:lnTo>
                  <a:lnTo>
                    <a:pt x="1720622" y="1281868"/>
                  </a:lnTo>
                  <a:lnTo>
                    <a:pt x="3441251" y="1281868"/>
                  </a:lnTo>
                  <a:lnTo>
                    <a:pt x="3441251" y="1102057"/>
                  </a:lnTo>
                  <a:lnTo>
                    <a:pt x="4817903" y="1102057"/>
                  </a:lnTo>
                  <a:lnTo>
                    <a:pt x="4817903" y="6436009"/>
                  </a:lnTo>
                  <a:lnTo>
                    <a:pt x="3676524" y="6436009"/>
                  </a:lnTo>
                  <a:lnTo>
                    <a:pt x="2187686" y="6436009"/>
                  </a:lnTo>
                  <a:lnTo>
                    <a:pt x="698180" y="6436009"/>
                  </a:lnTo>
                  <a:lnTo>
                    <a:pt x="698180" y="6780135"/>
                  </a:lnTo>
                  <a:lnTo>
                    <a:pt x="2187686" y="6780135"/>
                  </a:lnTo>
                  <a:lnTo>
                    <a:pt x="3676524" y="6780135"/>
                  </a:lnTo>
                  <a:lnTo>
                    <a:pt x="5162028" y="6780135"/>
                  </a:lnTo>
                  <a:lnTo>
                    <a:pt x="5162028" y="1101629"/>
                  </a:lnTo>
                  <a:cubicBezTo>
                    <a:pt x="5162028" y="1101629"/>
                    <a:pt x="5165470" y="947638"/>
                    <a:pt x="5069550" y="851282"/>
                  </a:cubicBezTo>
                  <a:cubicBezTo>
                    <a:pt x="4973622" y="754926"/>
                    <a:pt x="4813176" y="757931"/>
                    <a:pt x="4813176" y="757931"/>
                  </a:cubicBezTo>
                  <a:lnTo>
                    <a:pt x="3367875" y="757931"/>
                  </a:lnTo>
                  <a:lnTo>
                    <a:pt x="3365345" y="707955"/>
                  </a:lnTo>
                  <a:cubicBezTo>
                    <a:pt x="3324906" y="310770"/>
                    <a:pt x="2988650" y="0"/>
                    <a:pt x="2580945" y="0"/>
                  </a:cubicBez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2804" name="Group 2803">
            <a:extLst>
              <a:ext uri="{FF2B5EF4-FFF2-40B4-BE49-F238E27FC236}">
                <a16:creationId xmlns:a16="http://schemas.microsoft.com/office/drawing/2014/main" id="{B6BF9E70-577F-5739-2E01-A97BC3300D90}"/>
              </a:ext>
              <a:ext uri="{C183D7F6-B498-43B3-948B-1728B52AA6E4}">
                <adec:decorative xmlns:adec="http://schemas.microsoft.com/office/drawing/2017/decorative" val="1"/>
              </a:ext>
            </a:extLst>
          </p:cNvPr>
          <p:cNvGrpSpPr>
            <a:grpSpLocks noChangeAspect="1"/>
          </p:cNvGrpSpPr>
          <p:nvPr/>
        </p:nvGrpSpPr>
        <p:grpSpPr>
          <a:xfrm>
            <a:off x="7927043" y="3640697"/>
            <a:ext cx="348089" cy="457200"/>
            <a:chOff x="7926999" y="3636615"/>
            <a:chExt cx="348089" cy="457200"/>
          </a:xfrm>
          <a:solidFill>
            <a:srgbClr val="FF0000"/>
          </a:solidFill>
        </p:grpSpPr>
        <p:sp>
          <p:nvSpPr>
            <p:cNvPr id="1906" name="Freeform: Shape 1905">
              <a:extLst>
                <a:ext uri="{FF2B5EF4-FFF2-40B4-BE49-F238E27FC236}">
                  <a16:creationId xmlns:a16="http://schemas.microsoft.com/office/drawing/2014/main" id="{0FA205B5-A045-196E-E361-86FBE9FD64B5}"/>
                </a:ext>
                <a:ext uri="{C183D7F6-B498-43B3-948B-1728B52AA6E4}">
                  <adec:decorative xmlns:adec="http://schemas.microsoft.com/office/drawing/2017/decorative" val="1"/>
                </a:ext>
              </a:extLst>
            </p:cNvPr>
            <p:cNvSpPr/>
            <p:nvPr/>
          </p:nvSpPr>
          <p:spPr>
            <a:xfrm>
              <a:off x="7926999" y="3636615"/>
              <a:ext cx="341702" cy="449713"/>
            </a:xfrm>
            <a:custGeom>
              <a:avLst/>
              <a:gdLst>
                <a:gd name="connsiteX0" fmla="*/ 13326 w 5125532"/>
                <a:gd name="connsiteY0" fmla="*/ 750559 h 6745696"/>
                <a:gd name="connsiteX1" fmla="*/ 404757 w 5125532"/>
                <a:gd name="connsiteY1" fmla="*/ 750952 h 6745696"/>
                <a:gd name="connsiteX2" fmla="*/ 800633 w 5125532"/>
                <a:gd name="connsiteY2" fmla="*/ 750952 h 6745696"/>
                <a:gd name="connsiteX3" fmla="*/ 800633 w 5125532"/>
                <a:gd name="connsiteY3" fmla="*/ 751353 h 6745696"/>
                <a:gd name="connsiteX4" fmla="*/ 4700719 w 5125532"/>
                <a:gd name="connsiteY4" fmla="*/ 755263 h 6745696"/>
                <a:gd name="connsiteX5" fmla="*/ 5125532 w 5125532"/>
                <a:gd name="connsiteY5" fmla="*/ 1129905 h 6745696"/>
                <a:gd name="connsiteX6" fmla="*/ 5125532 w 5125532"/>
                <a:gd name="connsiteY6" fmla="*/ 5977723 h 6745696"/>
                <a:gd name="connsiteX7" fmla="*/ 4701897 w 5125532"/>
                <a:gd name="connsiteY7" fmla="*/ 5977723 h 6745696"/>
                <a:gd name="connsiteX8" fmla="*/ 4701897 w 5125532"/>
                <a:gd name="connsiteY8" fmla="*/ 1125995 h 6745696"/>
                <a:gd name="connsiteX9" fmla="*/ 3626554 w 5125532"/>
                <a:gd name="connsiteY9" fmla="*/ 1125995 h 6745696"/>
                <a:gd name="connsiteX10" fmla="*/ 3626554 w 5125532"/>
                <a:gd name="connsiteY10" fmla="*/ 1368901 h 6745696"/>
                <a:gd name="connsiteX11" fmla="*/ 1592645 w 5125532"/>
                <a:gd name="connsiteY11" fmla="*/ 1368901 h 6745696"/>
                <a:gd name="connsiteX12" fmla="*/ 1592645 w 5125532"/>
                <a:gd name="connsiteY12" fmla="*/ 1125995 h 6745696"/>
                <a:gd name="connsiteX13" fmla="*/ 427161 w 5125532"/>
                <a:gd name="connsiteY13" fmla="*/ 1125995 h 6745696"/>
                <a:gd name="connsiteX14" fmla="*/ 427161 w 5125532"/>
                <a:gd name="connsiteY14" fmla="*/ 6367520 h 6745696"/>
                <a:gd name="connsiteX15" fmla="*/ 4341054 w 5125532"/>
                <a:gd name="connsiteY15" fmla="*/ 6369252 h 6745696"/>
                <a:gd name="connsiteX16" fmla="*/ 4341054 w 5125532"/>
                <a:gd name="connsiteY16" fmla="*/ 6745696 h 6745696"/>
                <a:gd name="connsiteX17" fmla="*/ 425197 w 5125532"/>
                <a:gd name="connsiteY17" fmla="*/ 6745696 h 6745696"/>
                <a:gd name="connsiteX18" fmla="*/ 0 w 5125532"/>
                <a:gd name="connsiteY18" fmla="*/ 6371055 h 6745696"/>
                <a:gd name="connsiteX19" fmla="*/ 0 w 5125532"/>
                <a:gd name="connsiteY19" fmla="*/ 930824 h 6745696"/>
                <a:gd name="connsiteX20" fmla="*/ 0 w 5125532"/>
                <a:gd name="connsiteY20" fmla="*/ 750952 h 6745696"/>
                <a:gd name="connsiteX21" fmla="*/ 13326 w 5125532"/>
                <a:gd name="connsiteY21" fmla="*/ 750952 h 6745696"/>
                <a:gd name="connsiteX22" fmla="*/ 2628996 w 5125532"/>
                <a:gd name="connsiteY22" fmla="*/ 0 h 6745696"/>
                <a:gd name="connsiteX23" fmla="*/ 3583903 w 5125532"/>
                <a:gd name="connsiteY23" fmla="*/ 634324 h 6745696"/>
                <a:gd name="connsiteX24" fmla="*/ 3607319 w 5125532"/>
                <a:gd name="connsiteY24" fmla="*/ 750568 h 6745696"/>
                <a:gd name="connsiteX25" fmla="*/ 3060135 w 5125532"/>
                <a:gd name="connsiteY25" fmla="*/ 750568 h 6745696"/>
                <a:gd name="connsiteX26" fmla="*/ 3002009 w 5125532"/>
                <a:gd name="connsiteY26" fmla="*/ 663997 h 6745696"/>
                <a:gd name="connsiteX27" fmla="*/ 2628996 w 5125532"/>
                <a:gd name="connsiteY27" fmla="*/ 508830 h 6745696"/>
                <a:gd name="connsiteX28" fmla="*/ 2255982 w 5125532"/>
                <a:gd name="connsiteY28" fmla="*/ 663997 h 6745696"/>
                <a:gd name="connsiteX29" fmla="*/ 2197857 w 5125532"/>
                <a:gd name="connsiteY29" fmla="*/ 750568 h 6745696"/>
                <a:gd name="connsiteX30" fmla="*/ 1650672 w 5125532"/>
                <a:gd name="connsiteY30" fmla="*/ 750568 h 6745696"/>
                <a:gd name="connsiteX31" fmla="*/ 1674088 w 5125532"/>
                <a:gd name="connsiteY31" fmla="*/ 634324 h 6745696"/>
                <a:gd name="connsiteX32" fmla="*/ 2628996 w 5125532"/>
                <a:gd name="connsiteY32" fmla="*/ 0 h 67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5532" h="6745696">
                  <a:moveTo>
                    <a:pt x="13326" y="750559"/>
                  </a:moveTo>
                  <a:lnTo>
                    <a:pt x="404757" y="750952"/>
                  </a:lnTo>
                  <a:lnTo>
                    <a:pt x="800633" y="750952"/>
                  </a:lnTo>
                  <a:lnTo>
                    <a:pt x="800633" y="751353"/>
                  </a:lnTo>
                  <a:lnTo>
                    <a:pt x="4700719" y="755263"/>
                  </a:lnTo>
                  <a:cubicBezTo>
                    <a:pt x="4935466" y="755656"/>
                    <a:pt x="5125532" y="923380"/>
                    <a:pt x="5125532" y="1129905"/>
                  </a:cubicBezTo>
                  <a:lnTo>
                    <a:pt x="5125532" y="5977723"/>
                  </a:lnTo>
                  <a:lnTo>
                    <a:pt x="4701897" y="5977723"/>
                  </a:lnTo>
                  <a:lnTo>
                    <a:pt x="4701897" y="1125995"/>
                  </a:lnTo>
                  <a:lnTo>
                    <a:pt x="3626554" y="1125995"/>
                  </a:lnTo>
                  <a:lnTo>
                    <a:pt x="3626554" y="1368901"/>
                  </a:lnTo>
                  <a:lnTo>
                    <a:pt x="1592645" y="1368901"/>
                  </a:lnTo>
                  <a:lnTo>
                    <a:pt x="1592645" y="1125995"/>
                  </a:lnTo>
                  <a:lnTo>
                    <a:pt x="427161" y="1125995"/>
                  </a:lnTo>
                  <a:lnTo>
                    <a:pt x="427161" y="6367520"/>
                  </a:lnTo>
                  <a:lnTo>
                    <a:pt x="4341054" y="6369252"/>
                  </a:lnTo>
                  <a:lnTo>
                    <a:pt x="4341054" y="6745696"/>
                  </a:lnTo>
                  <a:lnTo>
                    <a:pt x="425197" y="6745696"/>
                  </a:lnTo>
                  <a:cubicBezTo>
                    <a:pt x="190458" y="6745696"/>
                    <a:pt x="0" y="6577963"/>
                    <a:pt x="0" y="6371055"/>
                  </a:cubicBezTo>
                  <a:lnTo>
                    <a:pt x="0" y="930824"/>
                  </a:lnTo>
                  <a:lnTo>
                    <a:pt x="0" y="750952"/>
                  </a:lnTo>
                  <a:lnTo>
                    <a:pt x="13326" y="750952"/>
                  </a:lnTo>
                  <a:close/>
                  <a:moveTo>
                    <a:pt x="2628996" y="0"/>
                  </a:moveTo>
                  <a:cubicBezTo>
                    <a:pt x="3058269" y="0"/>
                    <a:pt x="3426580" y="261558"/>
                    <a:pt x="3583903" y="634324"/>
                  </a:cubicBezTo>
                  <a:lnTo>
                    <a:pt x="3607319" y="750568"/>
                  </a:lnTo>
                  <a:lnTo>
                    <a:pt x="3060135" y="750568"/>
                  </a:lnTo>
                  <a:lnTo>
                    <a:pt x="3002009" y="663997"/>
                  </a:lnTo>
                  <a:cubicBezTo>
                    <a:pt x="2906550" y="568126"/>
                    <a:pt x="2774671" y="508830"/>
                    <a:pt x="2628996" y="508830"/>
                  </a:cubicBezTo>
                  <a:cubicBezTo>
                    <a:pt x="2483327" y="508830"/>
                    <a:pt x="2351442" y="568126"/>
                    <a:pt x="2255982" y="663997"/>
                  </a:cubicBezTo>
                  <a:lnTo>
                    <a:pt x="2197857" y="750568"/>
                  </a:lnTo>
                  <a:lnTo>
                    <a:pt x="1650672" y="750568"/>
                  </a:lnTo>
                  <a:lnTo>
                    <a:pt x="1674088" y="634324"/>
                  </a:lnTo>
                  <a:cubicBezTo>
                    <a:pt x="1831412" y="261558"/>
                    <a:pt x="2199729" y="0"/>
                    <a:pt x="2628996" y="0"/>
                  </a:cubicBezTo>
                  <a:close/>
                </a:path>
              </a:pathLst>
            </a:custGeom>
            <a:solidFill>
              <a:schemeClr val="accent2"/>
            </a:solidFill>
            <a:ln w="33040" cap="flat">
              <a:noFill/>
              <a:prstDash val="solid"/>
              <a:miter/>
            </a:ln>
          </p:spPr>
          <p:txBody>
            <a:bodyPr wrap="square" rtlCol="0" anchor="ctr">
              <a:noAutofit/>
            </a:bodyPr>
            <a:lstStyle/>
            <a:p>
              <a:endParaRPr lang="en-US"/>
            </a:p>
          </p:txBody>
        </p:sp>
        <p:sp>
          <p:nvSpPr>
            <p:cNvPr id="1907" name="Freeform: Shape 1906">
              <a:extLst>
                <a:ext uri="{FF2B5EF4-FFF2-40B4-BE49-F238E27FC236}">
                  <a16:creationId xmlns:a16="http://schemas.microsoft.com/office/drawing/2014/main" id="{08E36543-84DF-6D55-6C80-49099BB2BCB2}"/>
                </a:ext>
                <a:ext uri="{C183D7F6-B498-43B3-948B-1728B52AA6E4}">
                  <adec:decorative xmlns:adec="http://schemas.microsoft.com/office/drawing/2017/decorative" val="1"/>
                </a:ext>
              </a:extLst>
            </p:cNvPr>
            <p:cNvSpPr/>
            <p:nvPr/>
          </p:nvSpPr>
          <p:spPr>
            <a:xfrm>
              <a:off x="7991086" y="3824467"/>
              <a:ext cx="284002" cy="269348"/>
            </a:xfrm>
            <a:custGeom>
              <a:avLst/>
              <a:gdLst>
                <a:gd name="connsiteX0" fmla="*/ 3666764 w 4260025"/>
                <a:gd name="connsiteY0" fmla="*/ 3446954 h 4040214"/>
                <a:gd name="connsiteX1" fmla="*/ 4260025 w 4260025"/>
                <a:gd name="connsiteY1" fmla="*/ 3446954 h 4040214"/>
                <a:gd name="connsiteX2" fmla="*/ 4260025 w 4260025"/>
                <a:gd name="connsiteY2" fmla="*/ 4040214 h 4040214"/>
                <a:gd name="connsiteX3" fmla="*/ 3666764 w 4260025"/>
                <a:gd name="connsiteY3" fmla="*/ 4040214 h 4040214"/>
                <a:gd name="connsiteX4" fmla="*/ 982077 w 4260025"/>
                <a:gd name="connsiteY4" fmla="*/ 1642413 h 4040214"/>
                <a:gd name="connsiteX5" fmla="*/ 2767911 w 4260025"/>
                <a:gd name="connsiteY5" fmla="*/ 1642413 h 4040214"/>
                <a:gd name="connsiteX6" fmla="*/ 2767911 w 4260025"/>
                <a:gd name="connsiteY6" fmla="*/ 1799167 h 4040214"/>
                <a:gd name="connsiteX7" fmla="*/ 982077 w 4260025"/>
                <a:gd name="connsiteY7" fmla="*/ 1799167 h 4040214"/>
                <a:gd name="connsiteX8" fmla="*/ 2972088 w 4260025"/>
                <a:gd name="connsiteY8" fmla="*/ 1618903 h 4040214"/>
                <a:gd name="connsiteX9" fmla="*/ 3176263 w 4260025"/>
                <a:gd name="connsiteY9" fmla="*/ 1618903 h 4040214"/>
                <a:gd name="connsiteX10" fmla="*/ 3176263 w 4260025"/>
                <a:gd name="connsiteY10" fmla="*/ 1823078 h 4040214"/>
                <a:gd name="connsiteX11" fmla="*/ 2972088 w 4260025"/>
                <a:gd name="connsiteY11" fmla="*/ 1823078 h 4040214"/>
                <a:gd name="connsiteX12" fmla="*/ 714417 w 4260025"/>
                <a:gd name="connsiteY12" fmla="*/ 1175676 h 4040214"/>
                <a:gd name="connsiteX13" fmla="*/ 825320 w 4260025"/>
                <a:gd name="connsiteY13" fmla="*/ 1286578 h 4040214"/>
                <a:gd name="connsiteX14" fmla="*/ 259429 w 4260025"/>
                <a:gd name="connsiteY14" fmla="*/ 1852078 h 4040214"/>
                <a:gd name="connsiteX15" fmla="*/ 0 w 4260025"/>
                <a:gd name="connsiteY15" fmla="*/ 1592648 h 4040214"/>
                <a:gd name="connsiteX16" fmla="*/ 110902 w 4260025"/>
                <a:gd name="connsiteY16" fmla="*/ 1481739 h 4040214"/>
                <a:gd name="connsiteX17" fmla="*/ 259429 w 4260025"/>
                <a:gd name="connsiteY17" fmla="*/ 1630656 h 4040214"/>
                <a:gd name="connsiteX18" fmla="*/ 982077 w 4260025"/>
                <a:gd name="connsiteY18" fmla="*/ 466746 h 4040214"/>
                <a:gd name="connsiteX19" fmla="*/ 2767911 w 4260025"/>
                <a:gd name="connsiteY19" fmla="*/ 466746 h 4040214"/>
                <a:gd name="connsiteX20" fmla="*/ 2767911 w 4260025"/>
                <a:gd name="connsiteY20" fmla="*/ 623500 h 4040214"/>
                <a:gd name="connsiteX21" fmla="*/ 982077 w 4260025"/>
                <a:gd name="connsiteY21" fmla="*/ 623500 h 4040214"/>
                <a:gd name="connsiteX22" fmla="*/ 2972088 w 4260025"/>
                <a:gd name="connsiteY22" fmla="*/ 443227 h 4040214"/>
                <a:gd name="connsiteX23" fmla="*/ 3176263 w 4260025"/>
                <a:gd name="connsiteY23" fmla="*/ 443227 h 4040214"/>
                <a:gd name="connsiteX24" fmla="*/ 3176263 w 4260025"/>
                <a:gd name="connsiteY24" fmla="*/ 647402 h 4040214"/>
                <a:gd name="connsiteX25" fmla="*/ 2972088 w 4260025"/>
                <a:gd name="connsiteY25" fmla="*/ 647402 h 4040214"/>
                <a:gd name="connsiteX26" fmla="*/ 714417 w 4260025"/>
                <a:gd name="connsiteY26" fmla="*/ 0 h 4040214"/>
                <a:gd name="connsiteX27" fmla="*/ 825320 w 4260025"/>
                <a:gd name="connsiteY27" fmla="*/ 110902 h 4040214"/>
                <a:gd name="connsiteX28" fmla="*/ 259429 w 4260025"/>
                <a:gd name="connsiteY28" fmla="*/ 676402 h 4040214"/>
                <a:gd name="connsiteX29" fmla="*/ 0 w 4260025"/>
                <a:gd name="connsiteY29" fmla="*/ 416972 h 4040214"/>
                <a:gd name="connsiteX30" fmla="*/ 110902 w 4260025"/>
                <a:gd name="connsiteY30" fmla="*/ 306063 h 4040214"/>
                <a:gd name="connsiteX31" fmla="*/ 259429 w 4260025"/>
                <a:gd name="connsiteY31" fmla="*/ 454980 h 404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60025" h="4040214">
                  <a:moveTo>
                    <a:pt x="3666764" y="3446954"/>
                  </a:moveTo>
                  <a:lnTo>
                    <a:pt x="4260025" y="3446954"/>
                  </a:lnTo>
                  <a:lnTo>
                    <a:pt x="4260025" y="4040214"/>
                  </a:lnTo>
                  <a:lnTo>
                    <a:pt x="3666764" y="4040214"/>
                  </a:lnTo>
                  <a:close/>
                  <a:moveTo>
                    <a:pt x="982077" y="1642413"/>
                  </a:moveTo>
                  <a:lnTo>
                    <a:pt x="2767911" y="1642413"/>
                  </a:lnTo>
                  <a:lnTo>
                    <a:pt x="2767911" y="1799167"/>
                  </a:lnTo>
                  <a:lnTo>
                    <a:pt x="982077" y="1799167"/>
                  </a:lnTo>
                  <a:close/>
                  <a:moveTo>
                    <a:pt x="2972088" y="1618903"/>
                  </a:moveTo>
                  <a:lnTo>
                    <a:pt x="3176263" y="1618903"/>
                  </a:lnTo>
                  <a:lnTo>
                    <a:pt x="3176263" y="1823078"/>
                  </a:lnTo>
                  <a:lnTo>
                    <a:pt x="2972088" y="1823078"/>
                  </a:lnTo>
                  <a:close/>
                  <a:moveTo>
                    <a:pt x="714417" y="1175676"/>
                  </a:moveTo>
                  <a:lnTo>
                    <a:pt x="825320" y="1286578"/>
                  </a:lnTo>
                  <a:lnTo>
                    <a:pt x="259429" y="1852078"/>
                  </a:lnTo>
                  <a:lnTo>
                    <a:pt x="0" y="1592648"/>
                  </a:lnTo>
                  <a:lnTo>
                    <a:pt x="110902" y="1481739"/>
                  </a:lnTo>
                  <a:lnTo>
                    <a:pt x="259429" y="1630656"/>
                  </a:lnTo>
                  <a:close/>
                  <a:moveTo>
                    <a:pt x="982077" y="466746"/>
                  </a:moveTo>
                  <a:lnTo>
                    <a:pt x="2767911" y="466746"/>
                  </a:lnTo>
                  <a:lnTo>
                    <a:pt x="2767911" y="623500"/>
                  </a:lnTo>
                  <a:lnTo>
                    <a:pt x="982077" y="623500"/>
                  </a:lnTo>
                  <a:close/>
                  <a:moveTo>
                    <a:pt x="2972088" y="443227"/>
                  </a:moveTo>
                  <a:lnTo>
                    <a:pt x="3176263" y="443227"/>
                  </a:lnTo>
                  <a:lnTo>
                    <a:pt x="3176263" y="647402"/>
                  </a:lnTo>
                  <a:lnTo>
                    <a:pt x="2972088" y="647402"/>
                  </a:lnTo>
                  <a:close/>
                  <a:moveTo>
                    <a:pt x="714417" y="0"/>
                  </a:moveTo>
                  <a:lnTo>
                    <a:pt x="825320" y="110902"/>
                  </a:lnTo>
                  <a:lnTo>
                    <a:pt x="259429" y="676402"/>
                  </a:lnTo>
                  <a:lnTo>
                    <a:pt x="0" y="416972"/>
                  </a:lnTo>
                  <a:lnTo>
                    <a:pt x="110902" y="306063"/>
                  </a:lnTo>
                  <a:lnTo>
                    <a:pt x="259429" y="454980"/>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2803" name="Group 2802">
            <a:extLst>
              <a:ext uri="{FF2B5EF4-FFF2-40B4-BE49-F238E27FC236}">
                <a16:creationId xmlns:a16="http://schemas.microsoft.com/office/drawing/2014/main" id="{894B0302-6E23-E1EC-D32C-1284E0DA903B}"/>
              </a:ext>
              <a:ext uri="{C183D7F6-B498-43B3-948B-1728B52AA6E4}">
                <adec:decorative xmlns:adec="http://schemas.microsoft.com/office/drawing/2017/decorative" val="1"/>
              </a:ext>
            </a:extLst>
          </p:cNvPr>
          <p:cNvGrpSpPr>
            <a:grpSpLocks noChangeAspect="1"/>
          </p:cNvGrpSpPr>
          <p:nvPr/>
        </p:nvGrpSpPr>
        <p:grpSpPr>
          <a:xfrm>
            <a:off x="8360126" y="3640697"/>
            <a:ext cx="493057" cy="457200"/>
            <a:chOff x="8360089" y="3636615"/>
            <a:chExt cx="493057" cy="457200"/>
          </a:xfrm>
          <a:solidFill>
            <a:srgbClr val="FF0000"/>
          </a:solidFill>
        </p:grpSpPr>
        <p:sp>
          <p:nvSpPr>
            <p:cNvPr id="1910" name="Freeform: Shape 1909">
              <a:extLst>
                <a:ext uri="{FF2B5EF4-FFF2-40B4-BE49-F238E27FC236}">
                  <a16:creationId xmlns:a16="http://schemas.microsoft.com/office/drawing/2014/main" id="{03BE544B-5571-704B-218A-B6CAFC75B6EA}"/>
                </a:ext>
                <a:ext uri="{C183D7F6-B498-43B3-948B-1728B52AA6E4}">
                  <adec:decorative xmlns:adec="http://schemas.microsoft.com/office/drawing/2017/decorative" val="1"/>
                </a:ext>
              </a:extLst>
            </p:cNvPr>
            <p:cNvSpPr/>
            <p:nvPr/>
          </p:nvSpPr>
          <p:spPr>
            <a:xfrm>
              <a:off x="8365754" y="3642193"/>
              <a:ext cx="452052" cy="451622"/>
            </a:xfrm>
            <a:custGeom>
              <a:avLst/>
              <a:gdLst>
                <a:gd name="connsiteX0" fmla="*/ 818051 w 841599"/>
                <a:gd name="connsiteY0" fmla="*/ 0 h 840798"/>
                <a:gd name="connsiteX1" fmla="*/ 841504 w 841599"/>
                <a:gd name="connsiteY1" fmla="*/ 23217 h 840798"/>
                <a:gd name="connsiteX2" fmla="*/ 841484 w 841599"/>
                <a:gd name="connsiteY2" fmla="*/ 256931 h 840798"/>
                <a:gd name="connsiteX3" fmla="*/ 839127 w 841599"/>
                <a:gd name="connsiteY3" fmla="*/ 261461 h 840798"/>
                <a:gd name="connsiteX4" fmla="*/ 796532 w 841599"/>
                <a:gd name="connsiteY4" fmla="*/ 292797 h 840798"/>
                <a:gd name="connsiteX5" fmla="*/ 796532 w 841599"/>
                <a:gd name="connsiteY5" fmla="*/ 222341 h 840798"/>
                <a:gd name="connsiteX6" fmla="*/ 45356 w 841599"/>
                <a:gd name="connsiteY6" fmla="*/ 222341 h 840798"/>
                <a:gd name="connsiteX7" fmla="*/ 45356 w 841599"/>
                <a:gd name="connsiteY7" fmla="*/ 795248 h 840798"/>
                <a:gd name="connsiteX8" fmla="*/ 796410 w 841599"/>
                <a:gd name="connsiteY8" fmla="*/ 795248 h 840798"/>
                <a:gd name="connsiteX9" fmla="*/ 796410 w 841599"/>
                <a:gd name="connsiteY9" fmla="*/ 789858 h 840798"/>
                <a:gd name="connsiteX10" fmla="*/ 796337 w 841599"/>
                <a:gd name="connsiteY10" fmla="*/ 509008 h 840798"/>
                <a:gd name="connsiteX11" fmla="*/ 800772 w 841599"/>
                <a:gd name="connsiteY11" fmla="*/ 499817 h 840798"/>
                <a:gd name="connsiteX12" fmla="*/ 839665 w 841599"/>
                <a:gd name="connsiteY12" fmla="*/ 469112 h 840798"/>
                <a:gd name="connsiteX13" fmla="*/ 841278 w 841599"/>
                <a:gd name="connsiteY13" fmla="*/ 468582 h 840798"/>
                <a:gd name="connsiteX14" fmla="*/ 841278 w 841599"/>
                <a:gd name="connsiteY14" fmla="*/ 840549 h 840798"/>
                <a:gd name="connsiteX15" fmla="*/ 837176 w 841599"/>
                <a:gd name="connsiteY15" fmla="*/ 840789 h 840798"/>
                <a:gd name="connsiteX16" fmla="*/ 24086 w 841599"/>
                <a:gd name="connsiteY16" fmla="*/ 840791 h 840798"/>
                <a:gd name="connsiteX17" fmla="*/ 915 w 841599"/>
                <a:gd name="connsiteY17" fmla="*/ 820838 h 840798"/>
                <a:gd name="connsiteX18" fmla="*/ 0 w 841599"/>
                <a:gd name="connsiteY18" fmla="*/ 808797 h 840798"/>
                <a:gd name="connsiteX19" fmla="*/ 181 w 841599"/>
                <a:gd name="connsiteY19" fmla="*/ 86608 h 840798"/>
                <a:gd name="connsiteX20" fmla="*/ 45147 w 841599"/>
                <a:gd name="connsiteY20" fmla="*/ 86608 h 840798"/>
                <a:gd name="connsiteX21" fmla="*/ 45137 w 841599"/>
                <a:gd name="connsiteY21" fmla="*/ 176635 h 840798"/>
                <a:gd name="connsiteX22" fmla="*/ 796094 w 841599"/>
                <a:gd name="connsiteY22" fmla="*/ 176635 h 840798"/>
                <a:gd name="connsiteX23" fmla="*/ 796094 w 841599"/>
                <a:gd name="connsiteY23" fmla="*/ 45330 h 840798"/>
                <a:gd name="connsiteX24" fmla="*/ 789943 w 841599"/>
                <a:gd name="connsiteY24" fmla="*/ 45330 h 840798"/>
                <a:gd name="connsiteX25" fmla="*/ 178708 w 841599"/>
                <a:gd name="connsiteY25" fmla="*/ 45332 h 840798"/>
                <a:gd name="connsiteX26" fmla="*/ 86447 w 841599"/>
                <a:gd name="connsiteY26" fmla="*/ 45192 h 840798"/>
                <a:gd name="connsiteX27" fmla="*/ 86447 w 841599"/>
                <a:gd name="connsiteY27" fmla="*/ 147 h 840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1599" h="840798">
                  <a:moveTo>
                    <a:pt x="818051" y="0"/>
                  </a:moveTo>
                  <a:cubicBezTo>
                    <a:pt x="831401" y="-11"/>
                    <a:pt x="841477" y="9919"/>
                    <a:pt x="841504" y="23217"/>
                  </a:cubicBezTo>
                  <a:cubicBezTo>
                    <a:pt x="841666" y="101121"/>
                    <a:pt x="841597" y="179026"/>
                    <a:pt x="841484" y="256931"/>
                  </a:cubicBezTo>
                  <a:cubicBezTo>
                    <a:pt x="841482" y="258469"/>
                    <a:pt x="840377" y="260527"/>
                    <a:pt x="839127" y="261461"/>
                  </a:cubicBezTo>
                  <a:cubicBezTo>
                    <a:pt x="825194" y="271867"/>
                    <a:pt x="811131" y="282099"/>
                    <a:pt x="796532" y="292797"/>
                  </a:cubicBezTo>
                  <a:cubicBezTo>
                    <a:pt x="796532" y="269061"/>
                    <a:pt x="796532" y="245817"/>
                    <a:pt x="796532" y="222341"/>
                  </a:cubicBezTo>
                  <a:cubicBezTo>
                    <a:pt x="545874" y="222341"/>
                    <a:pt x="295727" y="222341"/>
                    <a:pt x="45356" y="222341"/>
                  </a:cubicBezTo>
                  <a:cubicBezTo>
                    <a:pt x="45356" y="413303"/>
                    <a:pt x="45356" y="604086"/>
                    <a:pt x="45356" y="795248"/>
                  </a:cubicBezTo>
                  <a:cubicBezTo>
                    <a:pt x="295389" y="795248"/>
                    <a:pt x="545536" y="795248"/>
                    <a:pt x="796410" y="795248"/>
                  </a:cubicBezTo>
                  <a:cubicBezTo>
                    <a:pt x="796410" y="793619"/>
                    <a:pt x="796410" y="791739"/>
                    <a:pt x="796410" y="789858"/>
                  </a:cubicBezTo>
                  <a:cubicBezTo>
                    <a:pt x="796410" y="696241"/>
                    <a:pt x="796432" y="602625"/>
                    <a:pt x="796337" y="509008"/>
                  </a:cubicBezTo>
                  <a:cubicBezTo>
                    <a:pt x="796333" y="504971"/>
                    <a:pt x="797294" y="502438"/>
                    <a:pt x="800772" y="499817"/>
                  </a:cubicBezTo>
                  <a:cubicBezTo>
                    <a:pt x="813961" y="489880"/>
                    <a:pt x="826726" y="479381"/>
                    <a:pt x="839665" y="469112"/>
                  </a:cubicBezTo>
                  <a:cubicBezTo>
                    <a:pt x="839992" y="468853"/>
                    <a:pt x="840505" y="468827"/>
                    <a:pt x="841278" y="468582"/>
                  </a:cubicBezTo>
                  <a:cubicBezTo>
                    <a:pt x="841278" y="592598"/>
                    <a:pt x="841278" y="716375"/>
                    <a:pt x="841278" y="840549"/>
                  </a:cubicBezTo>
                  <a:cubicBezTo>
                    <a:pt x="839988" y="840628"/>
                    <a:pt x="838582" y="840789"/>
                    <a:pt x="837176" y="840789"/>
                  </a:cubicBezTo>
                  <a:cubicBezTo>
                    <a:pt x="566146" y="840800"/>
                    <a:pt x="295116" y="840802"/>
                    <a:pt x="24086" y="840791"/>
                  </a:cubicBezTo>
                  <a:cubicBezTo>
                    <a:pt x="12736" y="840791"/>
                    <a:pt x="1577" y="833337"/>
                    <a:pt x="915" y="820838"/>
                  </a:cubicBezTo>
                  <a:cubicBezTo>
                    <a:pt x="702" y="816819"/>
                    <a:pt x="0" y="812811"/>
                    <a:pt x="0" y="808797"/>
                  </a:cubicBezTo>
                  <a:lnTo>
                    <a:pt x="181" y="86608"/>
                  </a:lnTo>
                  <a:lnTo>
                    <a:pt x="45147" y="86608"/>
                  </a:lnTo>
                  <a:lnTo>
                    <a:pt x="45137" y="176635"/>
                  </a:lnTo>
                  <a:cubicBezTo>
                    <a:pt x="295865" y="176635"/>
                    <a:pt x="545996" y="176635"/>
                    <a:pt x="796094" y="176635"/>
                  </a:cubicBezTo>
                  <a:cubicBezTo>
                    <a:pt x="796094" y="132749"/>
                    <a:pt x="796094" y="89155"/>
                    <a:pt x="796094" y="45330"/>
                  </a:cubicBezTo>
                  <a:cubicBezTo>
                    <a:pt x="793834" y="45330"/>
                    <a:pt x="791889" y="45330"/>
                    <a:pt x="789943" y="45330"/>
                  </a:cubicBezTo>
                  <a:cubicBezTo>
                    <a:pt x="586198" y="45330"/>
                    <a:pt x="382453" y="45328"/>
                    <a:pt x="178708" y="45332"/>
                  </a:cubicBezTo>
                  <a:lnTo>
                    <a:pt x="86447" y="45192"/>
                  </a:lnTo>
                  <a:lnTo>
                    <a:pt x="86447" y="147"/>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24" name="Freeform: Shape 1923">
              <a:extLst>
                <a:ext uri="{FF2B5EF4-FFF2-40B4-BE49-F238E27FC236}">
                  <a16:creationId xmlns:a16="http://schemas.microsoft.com/office/drawing/2014/main" id="{94D0DF5C-921D-CA2D-144F-79A504825506}"/>
                </a:ext>
                <a:ext uri="{C183D7F6-B498-43B3-948B-1728B52AA6E4}">
                  <adec:decorative xmlns:adec="http://schemas.microsoft.com/office/drawing/2017/decorative" val="1"/>
                </a:ext>
              </a:extLst>
            </p:cNvPr>
            <p:cNvSpPr/>
            <p:nvPr/>
          </p:nvSpPr>
          <p:spPr>
            <a:xfrm>
              <a:off x="8360089" y="3636615"/>
              <a:ext cx="493057" cy="373644"/>
            </a:xfrm>
            <a:custGeom>
              <a:avLst/>
              <a:gdLst>
                <a:gd name="connsiteX0" fmla="*/ 981281 w 7395857"/>
                <a:gd name="connsiteY0" fmla="*/ 5425857 h 5604658"/>
                <a:gd name="connsiteX1" fmla="*/ 2400461 w 7395857"/>
                <a:gd name="connsiteY1" fmla="*/ 5425857 h 5604658"/>
                <a:gd name="connsiteX2" fmla="*/ 2400461 w 7395857"/>
                <a:gd name="connsiteY2" fmla="*/ 5604658 h 5604658"/>
                <a:gd name="connsiteX3" fmla="*/ 981281 w 7395857"/>
                <a:gd name="connsiteY3" fmla="*/ 5604658 h 5604658"/>
                <a:gd name="connsiteX4" fmla="*/ 980830 w 7395857"/>
                <a:gd name="connsiteY4" fmla="*/ 4879897 h 5604658"/>
                <a:gd name="connsiteX5" fmla="*/ 3494922 w 7395857"/>
                <a:gd name="connsiteY5" fmla="*/ 4879897 h 5604658"/>
                <a:gd name="connsiteX6" fmla="*/ 4083800 w 7395857"/>
                <a:gd name="connsiteY6" fmla="*/ 4879897 h 5604658"/>
                <a:gd name="connsiteX7" fmla="*/ 4036452 w 7395857"/>
                <a:gd name="connsiteY7" fmla="*/ 5009086 h 5604658"/>
                <a:gd name="connsiteX8" fmla="*/ 3955260 w 7395857"/>
                <a:gd name="connsiteY8" fmla="*/ 5062872 h 5604658"/>
                <a:gd name="connsiteX9" fmla="*/ 1033081 w 7395857"/>
                <a:gd name="connsiteY9" fmla="*/ 5061883 h 5604658"/>
                <a:gd name="connsiteX10" fmla="*/ 980830 w 7395857"/>
                <a:gd name="connsiteY10" fmla="*/ 5061883 h 5604658"/>
                <a:gd name="connsiteX11" fmla="*/ 980830 w 7395857"/>
                <a:gd name="connsiteY11" fmla="*/ 4879897 h 5604658"/>
                <a:gd name="connsiteX12" fmla="*/ 4680342 w 7395857"/>
                <a:gd name="connsiteY12" fmla="*/ 4369974 h 5604658"/>
                <a:gd name="connsiteX13" fmla="*/ 4489459 w 7395857"/>
                <a:gd name="connsiteY13" fmla="*/ 4841487 h 5604658"/>
                <a:gd name="connsiteX14" fmla="*/ 4846561 w 7395857"/>
                <a:gd name="connsiteY14" fmla="*/ 4777894 h 5604658"/>
                <a:gd name="connsiteX15" fmla="*/ 4980784 w 7395857"/>
                <a:gd name="connsiteY15" fmla="*/ 4758652 h 5604658"/>
                <a:gd name="connsiteX16" fmla="*/ 4680342 w 7395857"/>
                <a:gd name="connsiteY16" fmla="*/ 4369974 h 5604658"/>
                <a:gd name="connsiteX17" fmla="*/ 981265 w 7395857"/>
                <a:gd name="connsiteY17" fmla="*/ 4329191 h 5604658"/>
                <a:gd name="connsiteX18" fmla="*/ 3009741 w 7395857"/>
                <a:gd name="connsiteY18" fmla="*/ 4329191 h 5604658"/>
                <a:gd name="connsiteX19" fmla="*/ 3009741 w 7395857"/>
                <a:gd name="connsiteY19" fmla="*/ 4515921 h 5604658"/>
                <a:gd name="connsiteX20" fmla="*/ 981265 w 7395857"/>
                <a:gd name="connsiteY20" fmla="*/ 4515921 h 5604658"/>
                <a:gd name="connsiteX21" fmla="*/ 981241 w 7395857"/>
                <a:gd name="connsiteY21" fmla="*/ 3783207 h 5604658"/>
                <a:gd name="connsiteX22" fmla="*/ 2400502 w 7395857"/>
                <a:gd name="connsiteY22" fmla="*/ 3783207 h 5604658"/>
                <a:gd name="connsiteX23" fmla="*/ 2400502 w 7395857"/>
                <a:gd name="connsiteY23" fmla="*/ 3962049 h 5604658"/>
                <a:gd name="connsiteX24" fmla="*/ 981241 w 7395857"/>
                <a:gd name="connsiteY24" fmla="*/ 3962049 h 5604658"/>
                <a:gd name="connsiteX25" fmla="*/ 979081 w 7395857"/>
                <a:gd name="connsiteY25" fmla="*/ 3229142 h 5604658"/>
                <a:gd name="connsiteX26" fmla="*/ 4014895 w 7395857"/>
                <a:gd name="connsiteY26" fmla="*/ 3229142 h 5604658"/>
                <a:gd name="connsiteX27" fmla="*/ 4014895 w 7395857"/>
                <a:gd name="connsiteY27" fmla="*/ 3416081 h 5604658"/>
                <a:gd name="connsiteX28" fmla="*/ 979081 w 7395857"/>
                <a:gd name="connsiteY28" fmla="*/ 3416081 h 5604658"/>
                <a:gd name="connsiteX29" fmla="*/ 6504801 w 7395857"/>
                <a:gd name="connsiteY29" fmla="*/ 2945937 h 5604658"/>
                <a:gd name="connsiteX30" fmla="*/ 4821697 w 7395857"/>
                <a:gd name="connsiteY30" fmla="*/ 4243526 h 5604658"/>
                <a:gd name="connsiteX31" fmla="*/ 5110393 w 7395857"/>
                <a:gd name="connsiteY31" fmla="*/ 4617950 h 5604658"/>
                <a:gd name="connsiteX32" fmla="*/ 5168584 w 7395857"/>
                <a:gd name="connsiteY32" fmla="*/ 4628108 h 5604658"/>
                <a:gd name="connsiteX33" fmla="*/ 5491093 w 7395857"/>
                <a:gd name="connsiteY33" fmla="*/ 4376301 h 5604658"/>
                <a:gd name="connsiteX34" fmla="*/ 5892949 w 7395857"/>
                <a:gd name="connsiteY34" fmla="*/ 4068323 h 5604658"/>
                <a:gd name="connsiteX35" fmla="*/ 6263837 w 7395857"/>
                <a:gd name="connsiteY35" fmla="*/ 3783919 h 5604658"/>
                <a:gd name="connsiteX36" fmla="*/ 6525835 w 7395857"/>
                <a:gd name="connsiteY36" fmla="*/ 3578185 h 5604658"/>
                <a:gd name="connsiteX37" fmla="*/ 6820611 w 7395857"/>
                <a:gd name="connsiteY37" fmla="*/ 3354536 h 5604658"/>
                <a:gd name="connsiteX38" fmla="*/ 6504801 w 7395857"/>
                <a:gd name="connsiteY38" fmla="*/ 2945937 h 5604658"/>
                <a:gd name="connsiteX39" fmla="*/ 981249 w 7395857"/>
                <a:gd name="connsiteY39" fmla="*/ 2683375 h 5604658"/>
                <a:gd name="connsiteX40" fmla="*/ 3009750 w 7395857"/>
                <a:gd name="connsiteY40" fmla="*/ 2683375 h 5604658"/>
                <a:gd name="connsiteX41" fmla="*/ 3009750 w 7395857"/>
                <a:gd name="connsiteY41" fmla="*/ 2862209 h 5604658"/>
                <a:gd name="connsiteX42" fmla="*/ 981249 w 7395857"/>
                <a:gd name="connsiteY42" fmla="*/ 2862209 h 5604658"/>
                <a:gd name="connsiteX43" fmla="*/ 6967113 w 7395857"/>
                <a:gd name="connsiteY43" fmla="*/ 2671314 h 5604658"/>
                <a:gd name="connsiteX44" fmla="*/ 6844041 w 7395857"/>
                <a:gd name="connsiteY44" fmla="*/ 2696961 h 5604658"/>
                <a:gd name="connsiteX45" fmla="*/ 6652520 w 7395857"/>
                <a:gd name="connsiteY45" fmla="*/ 2826953 h 5604658"/>
                <a:gd name="connsiteX46" fmla="*/ 6803066 w 7395857"/>
                <a:gd name="connsiteY46" fmla="*/ 3023308 h 5604658"/>
                <a:gd name="connsiteX47" fmla="*/ 6956660 w 7395857"/>
                <a:gd name="connsiteY47" fmla="*/ 3219923 h 5604658"/>
                <a:gd name="connsiteX48" fmla="*/ 6990133 w 7395857"/>
                <a:gd name="connsiteY48" fmla="*/ 3224694 h 5604658"/>
                <a:gd name="connsiteX49" fmla="*/ 7086005 w 7395857"/>
                <a:gd name="connsiteY49" fmla="*/ 3151506 h 5604658"/>
                <a:gd name="connsiteX50" fmla="*/ 7206463 w 7395857"/>
                <a:gd name="connsiteY50" fmla="*/ 2919485 h 5604658"/>
                <a:gd name="connsiteX51" fmla="*/ 6967113 w 7395857"/>
                <a:gd name="connsiteY51" fmla="*/ 2671314 h 5604658"/>
                <a:gd name="connsiteX52" fmla="*/ 6988847 w 7395857"/>
                <a:gd name="connsiteY52" fmla="*/ 2485176 h 5604658"/>
                <a:gd name="connsiteX53" fmla="*/ 7385865 w 7395857"/>
                <a:gd name="connsiteY53" fmla="*/ 2836345 h 5604658"/>
                <a:gd name="connsiteX54" fmla="*/ 7210634 w 7395857"/>
                <a:gd name="connsiteY54" fmla="*/ 3291174 h 5604658"/>
                <a:gd name="connsiteX55" fmla="*/ 6776209 w 7395857"/>
                <a:gd name="connsiteY55" fmla="*/ 3627928 h 5604658"/>
                <a:gd name="connsiteX56" fmla="*/ 6423877 w 7395857"/>
                <a:gd name="connsiteY56" fmla="*/ 3898469 h 5604658"/>
                <a:gd name="connsiteX57" fmla="*/ 6016999 w 7395857"/>
                <a:gd name="connsiteY57" fmla="*/ 4213133 h 5604658"/>
                <a:gd name="connsiteX58" fmla="*/ 5766477 w 7395857"/>
                <a:gd name="connsiteY58" fmla="*/ 4405071 h 5604658"/>
                <a:gd name="connsiteX59" fmla="*/ 5731296 w 7395857"/>
                <a:gd name="connsiteY59" fmla="*/ 4434534 h 5604658"/>
                <a:gd name="connsiteX60" fmla="*/ 5361318 w 7395857"/>
                <a:gd name="connsiteY60" fmla="*/ 4718530 h 5604658"/>
                <a:gd name="connsiteX61" fmla="*/ 5107494 w 7395857"/>
                <a:gd name="connsiteY61" fmla="*/ 4912379 h 5604658"/>
                <a:gd name="connsiteX62" fmla="*/ 4962851 w 7395857"/>
                <a:gd name="connsiteY62" fmla="*/ 4950075 h 5604658"/>
                <a:gd name="connsiteX63" fmla="*/ 4606752 w 7395857"/>
                <a:gd name="connsiteY63" fmla="*/ 5012208 h 5604658"/>
                <a:gd name="connsiteX64" fmla="*/ 4257498 w 7395857"/>
                <a:gd name="connsiteY64" fmla="*/ 5069662 h 5604658"/>
                <a:gd name="connsiteX65" fmla="*/ 4188927 w 7395857"/>
                <a:gd name="connsiteY65" fmla="*/ 5078510 h 5604658"/>
                <a:gd name="connsiteX66" fmla="*/ 4373204 w 7395857"/>
                <a:gd name="connsiteY66" fmla="*/ 4626313 h 5604658"/>
                <a:gd name="connsiteX67" fmla="*/ 4515776 w 7395857"/>
                <a:gd name="connsiteY67" fmla="*/ 4268988 h 5604658"/>
                <a:gd name="connsiteX68" fmla="*/ 4599342 w 7395857"/>
                <a:gd name="connsiteY68" fmla="*/ 4175110 h 5604658"/>
                <a:gd name="connsiteX69" fmla="*/ 5100666 w 7395857"/>
                <a:gd name="connsiteY69" fmla="*/ 3791795 h 5604658"/>
                <a:gd name="connsiteX70" fmla="*/ 5707161 w 7395857"/>
                <a:gd name="connsiteY70" fmla="*/ 3320868 h 5604658"/>
                <a:gd name="connsiteX71" fmla="*/ 6137529 w 7395857"/>
                <a:gd name="connsiteY71" fmla="*/ 2992326 h 5604658"/>
                <a:gd name="connsiteX72" fmla="*/ 6568745 w 7395857"/>
                <a:gd name="connsiteY72" fmla="*/ 2657887 h 5604658"/>
                <a:gd name="connsiteX73" fmla="*/ 6810453 w 7395857"/>
                <a:gd name="connsiteY73" fmla="*/ 2504628 h 5604658"/>
                <a:gd name="connsiteX74" fmla="*/ 6906321 w 7395857"/>
                <a:gd name="connsiteY74" fmla="*/ 2485475 h 5604658"/>
                <a:gd name="connsiteX75" fmla="*/ 6988847 w 7395857"/>
                <a:gd name="connsiteY75" fmla="*/ 2485176 h 5604658"/>
                <a:gd name="connsiteX76" fmla="*/ 5251487 w 7395857"/>
                <a:gd name="connsiteY76" fmla="*/ 791610 h 5604658"/>
                <a:gd name="connsiteX77" fmla="*/ 5612297 w 7395857"/>
                <a:gd name="connsiteY77" fmla="*/ 791610 h 5604658"/>
                <a:gd name="connsiteX78" fmla="*/ 5612297 w 7395857"/>
                <a:gd name="connsiteY78" fmla="*/ 1150647 h 5604658"/>
                <a:gd name="connsiteX79" fmla="*/ 5251487 w 7395857"/>
                <a:gd name="connsiteY79" fmla="*/ 1150647 h 5604658"/>
                <a:gd name="connsiteX80" fmla="*/ 5789608 w 7395857"/>
                <a:gd name="connsiteY80" fmla="*/ 789266 h 5604658"/>
                <a:gd name="connsiteX81" fmla="*/ 6150925 w 7395857"/>
                <a:gd name="connsiteY81" fmla="*/ 789266 h 5604658"/>
                <a:gd name="connsiteX82" fmla="*/ 6150925 w 7395857"/>
                <a:gd name="connsiteY82" fmla="*/ 1149858 h 5604658"/>
                <a:gd name="connsiteX83" fmla="*/ 5789608 w 7395857"/>
                <a:gd name="connsiteY83" fmla="*/ 1149858 h 5604658"/>
                <a:gd name="connsiteX84" fmla="*/ 807209 w 7395857"/>
                <a:gd name="connsiteY84" fmla="*/ 789145 h 5604658"/>
                <a:gd name="connsiteX85" fmla="*/ 3476557 w 7395857"/>
                <a:gd name="connsiteY85" fmla="*/ 789145 h 5604658"/>
                <a:gd name="connsiteX86" fmla="*/ 3476557 w 7395857"/>
                <a:gd name="connsiteY86" fmla="*/ 1149930 h 5604658"/>
                <a:gd name="connsiteX87" fmla="*/ 807209 w 7395857"/>
                <a:gd name="connsiteY87" fmla="*/ 1149930 h 5604658"/>
                <a:gd name="connsiteX88" fmla="*/ 4723825 w 7395857"/>
                <a:gd name="connsiteY88" fmla="*/ 789145 h 5604658"/>
                <a:gd name="connsiteX89" fmla="*/ 5082846 w 7395857"/>
                <a:gd name="connsiteY89" fmla="*/ 789145 h 5604658"/>
                <a:gd name="connsiteX90" fmla="*/ 5082846 w 7395857"/>
                <a:gd name="connsiteY90" fmla="*/ 1149947 h 5604658"/>
                <a:gd name="connsiteX91" fmla="*/ 4723825 w 7395857"/>
                <a:gd name="connsiteY91" fmla="*/ 1149947 h 5604658"/>
                <a:gd name="connsiteX92" fmla="*/ 0 w 7395857"/>
                <a:gd name="connsiteY92" fmla="*/ 0 h 5604658"/>
                <a:gd name="connsiteX93" fmla="*/ 535518 w 7395857"/>
                <a:gd name="connsiteY93" fmla="*/ 0 h 5604658"/>
                <a:gd name="connsiteX94" fmla="*/ 535518 w 7395857"/>
                <a:gd name="connsiteY94" fmla="*/ 535518 h 5604658"/>
                <a:gd name="connsiteX95" fmla="*/ 0 w 7395857"/>
                <a:gd name="connsiteY95" fmla="*/ 535518 h 560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395857" h="5604658">
                  <a:moveTo>
                    <a:pt x="981281" y="5425857"/>
                  </a:moveTo>
                  <a:lnTo>
                    <a:pt x="2400461" y="5425857"/>
                  </a:lnTo>
                  <a:lnTo>
                    <a:pt x="2400461" y="5604658"/>
                  </a:lnTo>
                  <a:lnTo>
                    <a:pt x="981281" y="5604658"/>
                  </a:lnTo>
                  <a:close/>
                  <a:moveTo>
                    <a:pt x="980830" y="4879897"/>
                  </a:moveTo>
                  <a:cubicBezTo>
                    <a:pt x="1818141" y="4879897"/>
                    <a:pt x="2654554" y="4879897"/>
                    <a:pt x="3494922" y="4879897"/>
                  </a:cubicBezTo>
                  <a:cubicBezTo>
                    <a:pt x="3691203" y="4879897"/>
                    <a:pt x="3883526" y="4879897"/>
                    <a:pt x="4083800" y="4879897"/>
                  </a:cubicBezTo>
                  <a:cubicBezTo>
                    <a:pt x="4066531" y="4925939"/>
                    <a:pt x="4047246" y="4966438"/>
                    <a:pt x="4036452" y="5009086"/>
                  </a:cubicBezTo>
                  <a:cubicBezTo>
                    <a:pt x="4024792" y="5055168"/>
                    <a:pt x="3998845" y="5062930"/>
                    <a:pt x="3955260" y="5062872"/>
                  </a:cubicBezTo>
                  <a:cubicBezTo>
                    <a:pt x="2981201" y="5061581"/>
                    <a:pt x="2007141" y="5061883"/>
                    <a:pt x="1033081" y="5061883"/>
                  </a:cubicBezTo>
                  <a:cubicBezTo>
                    <a:pt x="1016333" y="5061883"/>
                    <a:pt x="999585" y="5061883"/>
                    <a:pt x="980830" y="5061883"/>
                  </a:cubicBezTo>
                  <a:cubicBezTo>
                    <a:pt x="980830" y="5000183"/>
                    <a:pt x="980830" y="4942800"/>
                    <a:pt x="980830" y="4879897"/>
                  </a:cubicBezTo>
                  <a:close/>
                  <a:moveTo>
                    <a:pt x="4680342" y="4369974"/>
                  </a:moveTo>
                  <a:cubicBezTo>
                    <a:pt x="4616172" y="4528484"/>
                    <a:pt x="4553973" y="4682128"/>
                    <a:pt x="4489459" y="4841487"/>
                  </a:cubicBezTo>
                  <a:cubicBezTo>
                    <a:pt x="4611236" y="4820422"/>
                    <a:pt x="4725748" y="4800615"/>
                    <a:pt x="4846561" y="4777894"/>
                  </a:cubicBezTo>
                  <a:cubicBezTo>
                    <a:pt x="4889896" y="4771681"/>
                    <a:pt x="4933232" y="4765470"/>
                    <a:pt x="4980784" y="4758652"/>
                  </a:cubicBezTo>
                  <a:cubicBezTo>
                    <a:pt x="4880131" y="4628439"/>
                    <a:pt x="4781487" y="4500824"/>
                    <a:pt x="4680342" y="4369974"/>
                  </a:cubicBezTo>
                  <a:close/>
                  <a:moveTo>
                    <a:pt x="981265" y="4329191"/>
                  </a:moveTo>
                  <a:lnTo>
                    <a:pt x="3009741" y="4329191"/>
                  </a:lnTo>
                  <a:lnTo>
                    <a:pt x="3009741" y="4515921"/>
                  </a:lnTo>
                  <a:lnTo>
                    <a:pt x="981265" y="4515921"/>
                  </a:lnTo>
                  <a:close/>
                  <a:moveTo>
                    <a:pt x="981241" y="3783207"/>
                  </a:moveTo>
                  <a:lnTo>
                    <a:pt x="2400502" y="3783207"/>
                  </a:lnTo>
                  <a:lnTo>
                    <a:pt x="2400502" y="3962049"/>
                  </a:lnTo>
                  <a:lnTo>
                    <a:pt x="981241" y="3962049"/>
                  </a:lnTo>
                  <a:close/>
                  <a:moveTo>
                    <a:pt x="979081" y="3229142"/>
                  </a:moveTo>
                  <a:lnTo>
                    <a:pt x="4014895" y="3229142"/>
                  </a:lnTo>
                  <a:lnTo>
                    <a:pt x="4014895" y="3416081"/>
                  </a:lnTo>
                  <a:lnTo>
                    <a:pt x="979081" y="3416081"/>
                  </a:lnTo>
                  <a:close/>
                  <a:moveTo>
                    <a:pt x="6504801" y="2945937"/>
                  </a:moveTo>
                  <a:cubicBezTo>
                    <a:pt x="5940143" y="3381260"/>
                    <a:pt x="5381096" y="3812256"/>
                    <a:pt x="4821697" y="4243526"/>
                  </a:cubicBezTo>
                  <a:cubicBezTo>
                    <a:pt x="4920466" y="4371000"/>
                    <a:pt x="5017002" y="4493296"/>
                    <a:pt x="5110393" y="4617950"/>
                  </a:cubicBezTo>
                  <a:cubicBezTo>
                    <a:pt x="5130449" y="4644721"/>
                    <a:pt x="5139690" y="4651472"/>
                    <a:pt x="5168584" y="4628108"/>
                  </a:cubicBezTo>
                  <a:cubicBezTo>
                    <a:pt x="5274621" y="4542357"/>
                    <a:pt x="5383050" y="4459549"/>
                    <a:pt x="5491093" y="4376301"/>
                  </a:cubicBezTo>
                  <a:cubicBezTo>
                    <a:pt x="5624778" y="4273294"/>
                    <a:pt x="5758982" y="4170964"/>
                    <a:pt x="5892949" y="4068323"/>
                  </a:cubicBezTo>
                  <a:cubicBezTo>
                    <a:pt x="6016617" y="3973573"/>
                    <a:pt x="6140528" y="3879136"/>
                    <a:pt x="6263837" y="3783919"/>
                  </a:cubicBezTo>
                  <a:cubicBezTo>
                    <a:pt x="6350222" y="3717212"/>
                    <a:pt x="6435775" y="3649427"/>
                    <a:pt x="6525835" y="3578185"/>
                  </a:cubicBezTo>
                  <a:cubicBezTo>
                    <a:pt x="6623728" y="3503912"/>
                    <a:pt x="6721622" y="3429640"/>
                    <a:pt x="6820611" y="3354536"/>
                  </a:cubicBezTo>
                  <a:cubicBezTo>
                    <a:pt x="6713544" y="3216012"/>
                    <a:pt x="6609219" y="3081035"/>
                    <a:pt x="6504801" y="2945937"/>
                  </a:cubicBezTo>
                  <a:close/>
                  <a:moveTo>
                    <a:pt x="981249" y="2683375"/>
                  </a:moveTo>
                  <a:lnTo>
                    <a:pt x="3009750" y="2683375"/>
                  </a:lnTo>
                  <a:lnTo>
                    <a:pt x="3009750" y="2862209"/>
                  </a:lnTo>
                  <a:lnTo>
                    <a:pt x="981249" y="2862209"/>
                  </a:lnTo>
                  <a:close/>
                  <a:moveTo>
                    <a:pt x="6967113" y="2671314"/>
                  </a:moveTo>
                  <a:cubicBezTo>
                    <a:pt x="6925909" y="2668345"/>
                    <a:pt x="6883622" y="2676065"/>
                    <a:pt x="6844041" y="2696961"/>
                  </a:cubicBezTo>
                  <a:cubicBezTo>
                    <a:pt x="6778195" y="2731723"/>
                    <a:pt x="6719829" y="2780655"/>
                    <a:pt x="6652520" y="2826953"/>
                  </a:cubicBezTo>
                  <a:cubicBezTo>
                    <a:pt x="6704597" y="2893596"/>
                    <a:pt x="6753120" y="2955693"/>
                    <a:pt x="6803066" y="3023308"/>
                  </a:cubicBezTo>
                  <a:cubicBezTo>
                    <a:pt x="6854485" y="3088681"/>
                    <a:pt x="6906849" y="3153347"/>
                    <a:pt x="6956660" y="3219923"/>
                  </a:cubicBezTo>
                  <a:cubicBezTo>
                    <a:pt x="6969143" y="3236607"/>
                    <a:pt x="6975879" y="3236073"/>
                    <a:pt x="6990133" y="3224694"/>
                  </a:cubicBezTo>
                  <a:cubicBezTo>
                    <a:pt x="7021545" y="3199614"/>
                    <a:pt x="7054285" y="3176209"/>
                    <a:pt x="7086005" y="3151506"/>
                  </a:cubicBezTo>
                  <a:cubicBezTo>
                    <a:pt x="7161566" y="3092664"/>
                    <a:pt x="7207861" y="3019930"/>
                    <a:pt x="7206463" y="2919485"/>
                  </a:cubicBezTo>
                  <a:cubicBezTo>
                    <a:pt x="7204595" y="2785331"/>
                    <a:pt x="7090725" y="2680222"/>
                    <a:pt x="6967113" y="2671314"/>
                  </a:cubicBezTo>
                  <a:close/>
                  <a:moveTo>
                    <a:pt x="6988847" y="2485176"/>
                  </a:moveTo>
                  <a:cubicBezTo>
                    <a:pt x="7178512" y="2501649"/>
                    <a:pt x="7343272" y="2635873"/>
                    <a:pt x="7385865" y="2836345"/>
                  </a:cubicBezTo>
                  <a:cubicBezTo>
                    <a:pt x="7422443" y="3008512"/>
                    <a:pt x="7357381" y="3180824"/>
                    <a:pt x="7210634" y="3291174"/>
                  </a:cubicBezTo>
                  <a:cubicBezTo>
                    <a:pt x="7064213" y="3401279"/>
                    <a:pt x="6921156" y="3515851"/>
                    <a:pt x="6776209" y="3627928"/>
                  </a:cubicBezTo>
                  <a:cubicBezTo>
                    <a:pt x="6659069" y="3718503"/>
                    <a:pt x="6541146" y="3808062"/>
                    <a:pt x="6423877" y="3898469"/>
                  </a:cubicBezTo>
                  <a:cubicBezTo>
                    <a:pt x="6288091" y="4003149"/>
                    <a:pt x="6152760" y="4108423"/>
                    <a:pt x="6016999" y="4213133"/>
                  </a:cubicBezTo>
                  <a:cubicBezTo>
                    <a:pt x="5933698" y="4277380"/>
                    <a:pt x="5849904" y="4340986"/>
                    <a:pt x="5766477" y="4405071"/>
                  </a:cubicBezTo>
                  <a:cubicBezTo>
                    <a:pt x="5755116" y="4413799"/>
                    <a:pt x="5744607" y="4423636"/>
                    <a:pt x="5731296" y="4434534"/>
                  </a:cubicBezTo>
                  <a:cubicBezTo>
                    <a:pt x="5606378" y="4530266"/>
                    <a:pt x="5483975" y="4624564"/>
                    <a:pt x="5361318" y="4718530"/>
                  </a:cubicBezTo>
                  <a:cubicBezTo>
                    <a:pt x="5276806" y="4783275"/>
                    <a:pt x="5191308" y="4846749"/>
                    <a:pt x="5107494" y="4912379"/>
                  </a:cubicBezTo>
                  <a:cubicBezTo>
                    <a:pt x="5064129" y="4946337"/>
                    <a:pt x="5011399" y="4940450"/>
                    <a:pt x="4962851" y="4950075"/>
                  </a:cubicBezTo>
                  <a:cubicBezTo>
                    <a:pt x="4844688" y="4973498"/>
                    <a:pt x="4725581" y="4992212"/>
                    <a:pt x="4606752" y="5012208"/>
                  </a:cubicBezTo>
                  <a:cubicBezTo>
                    <a:pt x="4490406" y="5031788"/>
                    <a:pt x="4373951" y="5050722"/>
                    <a:pt x="4257498" y="5069662"/>
                  </a:cubicBezTo>
                  <a:cubicBezTo>
                    <a:pt x="4236477" y="5073081"/>
                    <a:pt x="4215237" y="5075156"/>
                    <a:pt x="4188927" y="5078510"/>
                  </a:cubicBezTo>
                  <a:cubicBezTo>
                    <a:pt x="4252115" y="4923540"/>
                    <a:pt x="4312987" y="4775059"/>
                    <a:pt x="4373204" y="4626313"/>
                  </a:cubicBezTo>
                  <a:cubicBezTo>
                    <a:pt x="4421326" y="4507443"/>
                    <a:pt x="4469689" y="4388651"/>
                    <a:pt x="4515776" y="4268988"/>
                  </a:cubicBezTo>
                  <a:cubicBezTo>
                    <a:pt x="4532304" y="4226073"/>
                    <a:pt x="4565396" y="4201023"/>
                    <a:pt x="4599342" y="4175110"/>
                  </a:cubicBezTo>
                  <a:cubicBezTo>
                    <a:pt x="4766550" y="4047470"/>
                    <a:pt x="4934148" y="3920330"/>
                    <a:pt x="5100666" y="3791795"/>
                  </a:cubicBezTo>
                  <a:cubicBezTo>
                    <a:pt x="5303278" y="3635398"/>
                    <a:pt x="5504561" y="3477280"/>
                    <a:pt x="5707161" y="3320868"/>
                  </a:cubicBezTo>
                  <a:cubicBezTo>
                    <a:pt x="5850019" y="3210580"/>
                    <a:pt x="5994558" y="3102470"/>
                    <a:pt x="6137529" y="2992326"/>
                  </a:cubicBezTo>
                  <a:cubicBezTo>
                    <a:pt x="6281629" y="2881312"/>
                    <a:pt x="6423523" y="2767398"/>
                    <a:pt x="6568745" y="2657887"/>
                  </a:cubicBezTo>
                  <a:cubicBezTo>
                    <a:pt x="6644837" y="2600507"/>
                    <a:pt x="6714733" y="2534178"/>
                    <a:pt x="6810453" y="2504628"/>
                  </a:cubicBezTo>
                  <a:cubicBezTo>
                    <a:pt x="6842420" y="2494760"/>
                    <a:pt x="6874517" y="2488450"/>
                    <a:pt x="6906321" y="2485475"/>
                  </a:cubicBezTo>
                  <a:cubicBezTo>
                    <a:pt x="6934149" y="2482872"/>
                    <a:pt x="6961752" y="2482822"/>
                    <a:pt x="6988847" y="2485176"/>
                  </a:cubicBezTo>
                  <a:close/>
                  <a:moveTo>
                    <a:pt x="5251487" y="791610"/>
                  </a:moveTo>
                  <a:lnTo>
                    <a:pt x="5612297" y="791610"/>
                  </a:lnTo>
                  <a:lnTo>
                    <a:pt x="5612297" y="1150647"/>
                  </a:lnTo>
                  <a:lnTo>
                    <a:pt x="5251487" y="1150647"/>
                  </a:lnTo>
                  <a:close/>
                  <a:moveTo>
                    <a:pt x="5789608" y="789266"/>
                  </a:moveTo>
                  <a:lnTo>
                    <a:pt x="6150925" y="789266"/>
                  </a:lnTo>
                  <a:lnTo>
                    <a:pt x="6150925" y="1149858"/>
                  </a:lnTo>
                  <a:lnTo>
                    <a:pt x="5789608" y="1149858"/>
                  </a:lnTo>
                  <a:close/>
                  <a:moveTo>
                    <a:pt x="807209" y="789145"/>
                  </a:moveTo>
                  <a:lnTo>
                    <a:pt x="3476557" y="789145"/>
                  </a:lnTo>
                  <a:lnTo>
                    <a:pt x="3476557" y="1149930"/>
                  </a:lnTo>
                  <a:lnTo>
                    <a:pt x="807209" y="1149930"/>
                  </a:lnTo>
                  <a:close/>
                  <a:moveTo>
                    <a:pt x="4723825" y="789145"/>
                  </a:moveTo>
                  <a:lnTo>
                    <a:pt x="5082846" y="789145"/>
                  </a:lnTo>
                  <a:lnTo>
                    <a:pt x="5082846" y="1149947"/>
                  </a:lnTo>
                  <a:lnTo>
                    <a:pt x="4723825" y="1149947"/>
                  </a:lnTo>
                  <a:close/>
                  <a:moveTo>
                    <a:pt x="0" y="0"/>
                  </a:moveTo>
                  <a:lnTo>
                    <a:pt x="535518" y="0"/>
                  </a:lnTo>
                  <a:lnTo>
                    <a:pt x="535518" y="535518"/>
                  </a:lnTo>
                  <a:lnTo>
                    <a:pt x="0" y="535518"/>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802" name="Group 2801">
            <a:extLst>
              <a:ext uri="{FF2B5EF4-FFF2-40B4-BE49-F238E27FC236}">
                <a16:creationId xmlns:a16="http://schemas.microsoft.com/office/drawing/2014/main" id="{94FFC9EA-947D-A10B-64D6-254DB85C17B9}"/>
              </a:ext>
              <a:ext uri="{C183D7F6-B498-43B3-948B-1728B52AA6E4}">
                <adec:decorative xmlns:adec="http://schemas.microsoft.com/office/drawing/2017/decorative" val="1"/>
              </a:ext>
            </a:extLst>
          </p:cNvPr>
          <p:cNvGrpSpPr>
            <a:grpSpLocks noChangeAspect="1"/>
          </p:cNvGrpSpPr>
          <p:nvPr/>
        </p:nvGrpSpPr>
        <p:grpSpPr>
          <a:xfrm>
            <a:off x="8938177" y="3640697"/>
            <a:ext cx="512805" cy="457200"/>
            <a:chOff x="8938147" y="3636615"/>
            <a:chExt cx="512805" cy="457200"/>
          </a:xfrm>
          <a:solidFill>
            <a:srgbClr val="FF0000"/>
          </a:solidFill>
        </p:grpSpPr>
        <p:sp>
          <p:nvSpPr>
            <p:cNvPr id="1948" name="Freeform: Shape 1947">
              <a:extLst>
                <a:ext uri="{FF2B5EF4-FFF2-40B4-BE49-F238E27FC236}">
                  <a16:creationId xmlns:a16="http://schemas.microsoft.com/office/drawing/2014/main" id="{82D38AA2-7E75-010A-EAB8-95E1243C6F58}"/>
                </a:ext>
                <a:ext uri="{C183D7F6-B498-43B3-948B-1728B52AA6E4}">
                  <adec:decorative xmlns:adec="http://schemas.microsoft.com/office/drawing/2017/decorative" val="1"/>
                </a:ext>
              </a:extLst>
            </p:cNvPr>
            <p:cNvSpPr/>
            <p:nvPr/>
          </p:nvSpPr>
          <p:spPr>
            <a:xfrm>
              <a:off x="8944325" y="3636615"/>
              <a:ext cx="506627" cy="451022"/>
            </a:xfrm>
            <a:custGeom>
              <a:avLst/>
              <a:gdLst>
                <a:gd name="connsiteX0" fmla="*/ 572276 w 7599406"/>
                <a:gd name="connsiteY0" fmla="*/ 370703 h 6765324"/>
                <a:gd name="connsiteX1" fmla="*/ 371164 w 7599406"/>
                <a:gd name="connsiteY1" fmla="*/ 571806 h 6765324"/>
                <a:gd name="connsiteX2" fmla="*/ 371164 w 7599406"/>
                <a:gd name="connsiteY2" fmla="*/ 1575486 h 6765324"/>
                <a:gd name="connsiteX3" fmla="*/ 7228704 w 7599406"/>
                <a:gd name="connsiteY3" fmla="*/ 1575486 h 6765324"/>
                <a:gd name="connsiteX4" fmla="*/ 7228704 w 7599406"/>
                <a:gd name="connsiteY4" fmla="*/ 370703 h 6765324"/>
                <a:gd name="connsiteX5" fmla="*/ 571806 w 7599406"/>
                <a:gd name="connsiteY5" fmla="*/ 0 h 6765324"/>
                <a:gd name="connsiteX6" fmla="*/ 7599406 w 7599406"/>
                <a:gd name="connsiteY6" fmla="*/ 0 h 6765324"/>
                <a:gd name="connsiteX7" fmla="*/ 7599406 w 7599406"/>
                <a:gd name="connsiteY7" fmla="*/ 6193518 h 6765324"/>
                <a:gd name="connsiteX8" fmla="*/ 7027600 w 7599406"/>
                <a:gd name="connsiteY8" fmla="*/ 6765324 h 6765324"/>
                <a:gd name="connsiteX9" fmla="*/ 741406 w 7599406"/>
                <a:gd name="connsiteY9" fmla="*/ 6765324 h 6765324"/>
                <a:gd name="connsiteX10" fmla="*/ 741406 w 7599406"/>
                <a:gd name="connsiteY10" fmla="*/ 6394622 h 6765324"/>
                <a:gd name="connsiteX11" fmla="*/ 7027600 w 7599406"/>
                <a:gd name="connsiteY11" fmla="*/ 6394622 h 6765324"/>
                <a:gd name="connsiteX12" fmla="*/ 7228704 w 7599406"/>
                <a:gd name="connsiteY12" fmla="*/ 6193518 h 6765324"/>
                <a:gd name="connsiteX13" fmla="*/ 7228704 w 7599406"/>
                <a:gd name="connsiteY13" fmla="*/ 1946189 h 6765324"/>
                <a:gd name="connsiteX14" fmla="*/ 371164 w 7599406"/>
                <a:gd name="connsiteY14" fmla="*/ 1946189 h 6765324"/>
                <a:gd name="connsiteX15" fmla="*/ 371164 w 7599406"/>
                <a:gd name="connsiteY15" fmla="*/ 6023919 h 6765324"/>
                <a:gd name="connsiteX16" fmla="*/ 0 w 7599406"/>
                <a:gd name="connsiteY16" fmla="*/ 6023919 h 6765324"/>
                <a:gd name="connsiteX17" fmla="*/ 0 w 7599406"/>
                <a:gd name="connsiteY17" fmla="*/ 571806 h 6765324"/>
                <a:gd name="connsiteX18" fmla="*/ 571806 w 7599406"/>
                <a:gd name="connsiteY18" fmla="*/ 0 h 676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99406" h="6765324">
                  <a:moveTo>
                    <a:pt x="572276" y="370703"/>
                  </a:moveTo>
                  <a:cubicBezTo>
                    <a:pt x="461525" y="370703"/>
                    <a:pt x="371164" y="461063"/>
                    <a:pt x="371164" y="571806"/>
                  </a:cubicBezTo>
                  <a:lnTo>
                    <a:pt x="371164" y="1575486"/>
                  </a:lnTo>
                  <a:lnTo>
                    <a:pt x="7228704" y="1575486"/>
                  </a:lnTo>
                  <a:lnTo>
                    <a:pt x="7228704" y="370703"/>
                  </a:lnTo>
                  <a:close/>
                  <a:moveTo>
                    <a:pt x="571806" y="0"/>
                  </a:moveTo>
                  <a:lnTo>
                    <a:pt x="7599406" y="0"/>
                  </a:lnTo>
                  <a:lnTo>
                    <a:pt x="7599406" y="6193518"/>
                  </a:lnTo>
                  <a:cubicBezTo>
                    <a:pt x="7599406" y="6509080"/>
                    <a:pt x="7342692" y="6765324"/>
                    <a:pt x="7027600" y="6765324"/>
                  </a:cubicBezTo>
                  <a:lnTo>
                    <a:pt x="741406" y="6765324"/>
                  </a:lnTo>
                  <a:lnTo>
                    <a:pt x="741406" y="6394622"/>
                  </a:lnTo>
                  <a:lnTo>
                    <a:pt x="7027600" y="6394622"/>
                  </a:lnTo>
                  <a:cubicBezTo>
                    <a:pt x="7138343" y="6394622"/>
                    <a:pt x="7228704" y="6304261"/>
                    <a:pt x="7228704" y="6193518"/>
                  </a:cubicBezTo>
                  <a:lnTo>
                    <a:pt x="7228704" y="1946189"/>
                  </a:lnTo>
                  <a:lnTo>
                    <a:pt x="371164" y="1946189"/>
                  </a:lnTo>
                  <a:lnTo>
                    <a:pt x="371164" y="6023919"/>
                  </a:lnTo>
                  <a:lnTo>
                    <a:pt x="0" y="6023919"/>
                  </a:lnTo>
                  <a:lnTo>
                    <a:pt x="0" y="571806"/>
                  </a:lnTo>
                  <a:cubicBezTo>
                    <a:pt x="0" y="256244"/>
                    <a:pt x="256714" y="0"/>
                    <a:pt x="571806" y="0"/>
                  </a:cubicBezTo>
                  <a:close/>
                </a:path>
              </a:pathLst>
            </a:custGeom>
            <a:solidFill>
              <a:schemeClr val="accent2"/>
            </a:solidFill>
            <a:ln w="5507" cap="flat">
              <a:noFill/>
              <a:prstDash val="solid"/>
              <a:miter/>
            </a:ln>
          </p:spPr>
          <p:txBody>
            <a:bodyPr wrap="square" rtlCol="0" anchor="ctr">
              <a:noAutofit/>
            </a:bodyPr>
            <a:lstStyle/>
            <a:p>
              <a:endParaRPr lang="en-US" dirty="0"/>
            </a:p>
          </p:txBody>
        </p:sp>
        <p:sp>
          <p:nvSpPr>
            <p:cNvPr id="1949" name="Freeform: Shape 1948">
              <a:extLst>
                <a:ext uri="{FF2B5EF4-FFF2-40B4-BE49-F238E27FC236}">
                  <a16:creationId xmlns:a16="http://schemas.microsoft.com/office/drawing/2014/main" id="{AD29CBDC-0CD7-1D6C-5CB8-8321B645D703}"/>
                </a:ext>
                <a:ext uri="{C183D7F6-B498-43B3-948B-1728B52AA6E4}">
                  <adec:decorative xmlns:adec="http://schemas.microsoft.com/office/drawing/2017/decorative" val="1"/>
                </a:ext>
              </a:extLst>
            </p:cNvPr>
            <p:cNvSpPr/>
            <p:nvPr/>
          </p:nvSpPr>
          <p:spPr>
            <a:xfrm>
              <a:off x="8938147" y="3688946"/>
              <a:ext cx="457200" cy="404869"/>
            </a:xfrm>
            <a:custGeom>
              <a:avLst/>
              <a:gdLst>
                <a:gd name="connsiteX0" fmla="*/ 0 w 6858002"/>
                <a:gd name="connsiteY0" fmla="*/ 5516983 h 6073037"/>
                <a:gd name="connsiteX1" fmla="*/ 556054 w 6858002"/>
                <a:gd name="connsiteY1" fmla="*/ 5516983 h 6073037"/>
                <a:gd name="connsiteX2" fmla="*/ 556054 w 6858002"/>
                <a:gd name="connsiteY2" fmla="*/ 6073037 h 6073037"/>
                <a:gd name="connsiteX3" fmla="*/ 0 w 6858002"/>
                <a:gd name="connsiteY3" fmla="*/ 6073037 h 6073037"/>
                <a:gd name="connsiteX4" fmla="*/ 5467866 w 6858002"/>
                <a:gd name="connsiteY4" fmla="*/ 4265866 h 6073037"/>
                <a:gd name="connsiteX5" fmla="*/ 6209271 w 6858002"/>
                <a:gd name="connsiteY5" fmla="*/ 4265866 h 6073037"/>
                <a:gd name="connsiteX6" fmla="*/ 6301947 w 6858002"/>
                <a:gd name="connsiteY6" fmla="*/ 4358542 h 6073037"/>
                <a:gd name="connsiteX7" fmla="*/ 6301947 w 6858002"/>
                <a:gd name="connsiteY7" fmla="*/ 5099948 h 6073037"/>
                <a:gd name="connsiteX8" fmla="*/ 6209271 w 6858002"/>
                <a:gd name="connsiteY8" fmla="*/ 5192623 h 6073037"/>
                <a:gd name="connsiteX9" fmla="*/ 5467866 w 6858002"/>
                <a:gd name="connsiteY9" fmla="*/ 5192623 h 6073037"/>
                <a:gd name="connsiteX10" fmla="*/ 5375190 w 6858002"/>
                <a:gd name="connsiteY10" fmla="*/ 5099948 h 6073037"/>
                <a:gd name="connsiteX11" fmla="*/ 5375190 w 6858002"/>
                <a:gd name="connsiteY11" fmla="*/ 4358542 h 6073037"/>
                <a:gd name="connsiteX12" fmla="*/ 5467866 w 6858002"/>
                <a:gd name="connsiteY12" fmla="*/ 4265866 h 6073037"/>
                <a:gd name="connsiteX13" fmla="*/ 4170406 w 6858002"/>
                <a:gd name="connsiteY13" fmla="*/ 4265866 h 6073037"/>
                <a:gd name="connsiteX14" fmla="*/ 4911812 w 6858002"/>
                <a:gd name="connsiteY14" fmla="*/ 4265866 h 6073037"/>
                <a:gd name="connsiteX15" fmla="*/ 5004487 w 6858002"/>
                <a:gd name="connsiteY15" fmla="*/ 4358542 h 6073037"/>
                <a:gd name="connsiteX16" fmla="*/ 5004487 w 6858002"/>
                <a:gd name="connsiteY16" fmla="*/ 5099948 h 6073037"/>
                <a:gd name="connsiteX17" fmla="*/ 4911812 w 6858002"/>
                <a:gd name="connsiteY17" fmla="*/ 5192623 h 6073037"/>
                <a:gd name="connsiteX18" fmla="*/ 4170406 w 6858002"/>
                <a:gd name="connsiteY18" fmla="*/ 5192623 h 6073037"/>
                <a:gd name="connsiteX19" fmla="*/ 4077730 w 6858002"/>
                <a:gd name="connsiteY19" fmla="*/ 5099948 h 6073037"/>
                <a:gd name="connsiteX20" fmla="*/ 4077730 w 6858002"/>
                <a:gd name="connsiteY20" fmla="*/ 4358542 h 6073037"/>
                <a:gd name="connsiteX21" fmla="*/ 4170406 w 6858002"/>
                <a:gd name="connsiteY21" fmla="*/ 4265866 h 6073037"/>
                <a:gd name="connsiteX22" fmla="*/ 2872947 w 6858002"/>
                <a:gd name="connsiteY22" fmla="*/ 4265866 h 6073037"/>
                <a:gd name="connsiteX23" fmla="*/ 3614353 w 6858002"/>
                <a:gd name="connsiteY23" fmla="*/ 4265866 h 6073037"/>
                <a:gd name="connsiteX24" fmla="*/ 3707028 w 6858002"/>
                <a:gd name="connsiteY24" fmla="*/ 4358542 h 6073037"/>
                <a:gd name="connsiteX25" fmla="*/ 3707028 w 6858002"/>
                <a:gd name="connsiteY25" fmla="*/ 5099948 h 6073037"/>
                <a:gd name="connsiteX26" fmla="*/ 3614353 w 6858002"/>
                <a:gd name="connsiteY26" fmla="*/ 5192623 h 6073037"/>
                <a:gd name="connsiteX27" fmla="*/ 2872947 w 6858002"/>
                <a:gd name="connsiteY27" fmla="*/ 5192623 h 6073037"/>
                <a:gd name="connsiteX28" fmla="*/ 2780271 w 6858002"/>
                <a:gd name="connsiteY28" fmla="*/ 5099948 h 6073037"/>
                <a:gd name="connsiteX29" fmla="*/ 2780271 w 6858002"/>
                <a:gd name="connsiteY29" fmla="*/ 4358542 h 6073037"/>
                <a:gd name="connsiteX30" fmla="*/ 2872947 w 6858002"/>
                <a:gd name="connsiteY30" fmla="*/ 4265866 h 6073037"/>
                <a:gd name="connsiteX31" fmla="*/ 1575487 w 6858002"/>
                <a:gd name="connsiteY31" fmla="*/ 4265866 h 6073037"/>
                <a:gd name="connsiteX32" fmla="*/ 2316893 w 6858002"/>
                <a:gd name="connsiteY32" fmla="*/ 4265866 h 6073037"/>
                <a:gd name="connsiteX33" fmla="*/ 2409568 w 6858002"/>
                <a:gd name="connsiteY33" fmla="*/ 4358542 h 6073037"/>
                <a:gd name="connsiteX34" fmla="*/ 2409568 w 6858002"/>
                <a:gd name="connsiteY34" fmla="*/ 5099948 h 6073037"/>
                <a:gd name="connsiteX35" fmla="*/ 2316893 w 6858002"/>
                <a:gd name="connsiteY35" fmla="*/ 5192623 h 6073037"/>
                <a:gd name="connsiteX36" fmla="*/ 1575487 w 6858002"/>
                <a:gd name="connsiteY36" fmla="*/ 5192623 h 6073037"/>
                <a:gd name="connsiteX37" fmla="*/ 1482811 w 6858002"/>
                <a:gd name="connsiteY37" fmla="*/ 5099948 h 6073037"/>
                <a:gd name="connsiteX38" fmla="*/ 1482811 w 6858002"/>
                <a:gd name="connsiteY38" fmla="*/ 4358542 h 6073037"/>
                <a:gd name="connsiteX39" fmla="*/ 1575487 w 6858002"/>
                <a:gd name="connsiteY39" fmla="*/ 4265866 h 6073037"/>
                <a:gd name="connsiteX40" fmla="*/ 5467866 w 6858002"/>
                <a:gd name="connsiteY40" fmla="*/ 2968407 h 6073037"/>
                <a:gd name="connsiteX41" fmla="*/ 6209271 w 6858002"/>
                <a:gd name="connsiteY41" fmla="*/ 2968407 h 6073037"/>
                <a:gd name="connsiteX42" fmla="*/ 6301947 w 6858002"/>
                <a:gd name="connsiteY42" fmla="*/ 3061083 h 6073037"/>
                <a:gd name="connsiteX43" fmla="*/ 6301947 w 6858002"/>
                <a:gd name="connsiteY43" fmla="*/ 3802489 h 6073037"/>
                <a:gd name="connsiteX44" fmla="*/ 6209271 w 6858002"/>
                <a:gd name="connsiteY44" fmla="*/ 3895164 h 6073037"/>
                <a:gd name="connsiteX45" fmla="*/ 5467866 w 6858002"/>
                <a:gd name="connsiteY45" fmla="*/ 3895164 h 6073037"/>
                <a:gd name="connsiteX46" fmla="*/ 5375190 w 6858002"/>
                <a:gd name="connsiteY46" fmla="*/ 3802489 h 6073037"/>
                <a:gd name="connsiteX47" fmla="*/ 5375190 w 6858002"/>
                <a:gd name="connsiteY47" fmla="*/ 3061083 h 6073037"/>
                <a:gd name="connsiteX48" fmla="*/ 5467866 w 6858002"/>
                <a:gd name="connsiteY48" fmla="*/ 2968407 h 6073037"/>
                <a:gd name="connsiteX49" fmla="*/ 4170406 w 6858002"/>
                <a:gd name="connsiteY49" fmla="*/ 2968407 h 6073037"/>
                <a:gd name="connsiteX50" fmla="*/ 4911812 w 6858002"/>
                <a:gd name="connsiteY50" fmla="*/ 2968407 h 6073037"/>
                <a:gd name="connsiteX51" fmla="*/ 5004487 w 6858002"/>
                <a:gd name="connsiteY51" fmla="*/ 3061083 h 6073037"/>
                <a:gd name="connsiteX52" fmla="*/ 5004487 w 6858002"/>
                <a:gd name="connsiteY52" fmla="*/ 3802489 h 6073037"/>
                <a:gd name="connsiteX53" fmla="*/ 4911812 w 6858002"/>
                <a:gd name="connsiteY53" fmla="*/ 3895164 h 6073037"/>
                <a:gd name="connsiteX54" fmla="*/ 4170406 w 6858002"/>
                <a:gd name="connsiteY54" fmla="*/ 3895164 h 6073037"/>
                <a:gd name="connsiteX55" fmla="*/ 4077730 w 6858002"/>
                <a:gd name="connsiteY55" fmla="*/ 3802489 h 6073037"/>
                <a:gd name="connsiteX56" fmla="*/ 4077730 w 6858002"/>
                <a:gd name="connsiteY56" fmla="*/ 3061083 h 6073037"/>
                <a:gd name="connsiteX57" fmla="*/ 4170406 w 6858002"/>
                <a:gd name="connsiteY57" fmla="*/ 2968407 h 6073037"/>
                <a:gd name="connsiteX58" fmla="*/ 2872947 w 6858002"/>
                <a:gd name="connsiteY58" fmla="*/ 2968407 h 6073037"/>
                <a:gd name="connsiteX59" fmla="*/ 3614353 w 6858002"/>
                <a:gd name="connsiteY59" fmla="*/ 2968407 h 6073037"/>
                <a:gd name="connsiteX60" fmla="*/ 3707028 w 6858002"/>
                <a:gd name="connsiteY60" fmla="*/ 3061083 h 6073037"/>
                <a:gd name="connsiteX61" fmla="*/ 3707028 w 6858002"/>
                <a:gd name="connsiteY61" fmla="*/ 3802489 h 6073037"/>
                <a:gd name="connsiteX62" fmla="*/ 3614353 w 6858002"/>
                <a:gd name="connsiteY62" fmla="*/ 3895164 h 6073037"/>
                <a:gd name="connsiteX63" fmla="*/ 2872947 w 6858002"/>
                <a:gd name="connsiteY63" fmla="*/ 3895164 h 6073037"/>
                <a:gd name="connsiteX64" fmla="*/ 2780271 w 6858002"/>
                <a:gd name="connsiteY64" fmla="*/ 3802489 h 6073037"/>
                <a:gd name="connsiteX65" fmla="*/ 2780271 w 6858002"/>
                <a:gd name="connsiteY65" fmla="*/ 3061083 h 6073037"/>
                <a:gd name="connsiteX66" fmla="*/ 2872947 w 6858002"/>
                <a:gd name="connsiteY66" fmla="*/ 2968407 h 6073037"/>
                <a:gd name="connsiteX67" fmla="*/ 1575487 w 6858002"/>
                <a:gd name="connsiteY67" fmla="*/ 2968407 h 6073037"/>
                <a:gd name="connsiteX68" fmla="*/ 2316893 w 6858002"/>
                <a:gd name="connsiteY68" fmla="*/ 2968407 h 6073037"/>
                <a:gd name="connsiteX69" fmla="*/ 2409568 w 6858002"/>
                <a:gd name="connsiteY69" fmla="*/ 3061083 h 6073037"/>
                <a:gd name="connsiteX70" fmla="*/ 2409568 w 6858002"/>
                <a:gd name="connsiteY70" fmla="*/ 3802489 h 6073037"/>
                <a:gd name="connsiteX71" fmla="*/ 2316893 w 6858002"/>
                <a:gd name="connsiteY71" fmla="*/ 3895164 h 6073037"/>
                <a:gd name="connsiteX72" fmla="*/ 1575487 w 6858002"/>
                <a:gd name="connsiteY72" fmla="*/ 3895164 h 6073037"/>
                <a:gd name="connsiteX73" fmla="*/ 1482811 w 6858002"/>
                <a:gd name="connsiteY73" fmla="*/ 3802489 h 6073037"/>
                <a:gd name="connsiteX74" fmla="*/ 1482811 w 6858002"/>
                <a:gd name="connsiteY74" fmla="*/ 3061083 h 6073037"/>
                <a:gd name="connsiteX75" fmla="*/ 1575487 w 6858002"/>
                <a:gd name="connsiteY75" fmla="*/ 2968407 h 6073037"/>
                <a:gd name="connsiteX76" fmla="*/ 5467866 w 6858002"/>
                <a:gd name="connsiteY76" fmla="*/ 1670947 h 6073037"/>
                <a:gd name="connsiteX77" fmla="*/ 6209271 w 6858002"/>
                <a:gd name="connsiteY77" fmla="*/ 1670947 h 6073037"/>
                <a:gd name="connsiteX78" fmla="*/ 6301947 w 6858002"/>
                <a:gd name="connsiteY78" fmla="*/ 1763623 h 6073037"/>
                <a:gd name="connsiteX79" fmla="*/ 6301947 w 6858002"/>
                <a:gd name="connsiteY79" fmla="*/ 2505029 h 6073037"/>
                <a:gd name="connsiteX80" fmla="*/ 6209271 w 6858002"/>
                <a:gd name="connsiteY80" fmla="*/ 2597704 h 6073037"/>
                <a:gd name="connsiteX81" fmla="*/ 5467866 w 6858002"/>
                <a:gd name="connsiteY81" fmla="*/ 2597704 h 6073037"/>
                <a:gd name="connsiteX82" fmla="*/ 5375190 w 6858002"/>
                <a:gd name="connsiteY82" fmla="*/ 2505029 h 6073037"/>
                <a:gd name="connsiteX83" fmla="*/ 5375190 w 6858002"/>
                <a:gd name="connsiteY83" fmla="*/ 1763623 h 6073037"/>
                <a:gd name="connsiteX84" fmla="*/ 5467866 w 6858002"/>
                <a:gd name="connsiteY84" fmla="*/ 1670947 h 6073037"/>
                <a:gd name="connsiteX85" fmla="*/ 4170406 w 6858002"/>
                <a:gd name="connsiteY85" fmla="*/ 1670947 h 6073037"/>
                <a:gd name="connsiteX86" fmla="*/ 4911812 w 6858002"/>
                <a:gd name="connsiteY86" fmla="*/ 1670947 h 6073037"/>
                <a:gd name="connsiteX87" fmla="*/ 5004487 w 6858002"/>
                <a:gd name="connsiteY87" fmla="*/ 1763623 h 6073037"/>
                <a:gd name="connsiteX88" fmla="*/ 5004487 w 6858002"/>
                <a:gd name="connsiteY88" fmla="*/ 2505029 h 6073037"/>
                <a:gd name="connsiteX89" fmla="*/ 4911812 w 6858002"/>
                <a:gd name="connsiteY89" fmla="*/ 2597704 h 6073037"/>
                <a:gd name="connsiteX90" fmla="*/ 4170406 w 6858002"/>
                <a:gd name="connsiteY90" fmla="*/ 2597704 h 6073037"/>
                <a:gd name="connsiteX91" fmla="*/ 4077730 w 6858002"/>
                <a:gd name="connsiteY91" fmla="*/ 2505029 h 6073037"/>
                <a:gd name="connsiteX92" fmla="*/ 4077730 w 6858002"/>
                <a:gd name="connsiteY92" fmla="*/ 1763623 h 6073037"/>
                <a:gd name="connsiteX93" fmla="*/ 4170406 w 6858002"/>
                <a:gd name="connsiteY93" fmla="*/ 1670947 h 6073037"/>
                <a:gd name="connsiteX94" fmla="*/ 2872947 w 6858002"/>
                <a:gd name="connsiteY94" fmla="*/ 1670947 h 6073037"/>
                <a:gd name="connsiteX95" fmla="*/ 3614353 w 6858002"/>
                <a:gd name="connsiteY95" fmla="*/ 1670947 h 6073037"/>
                <a:gd name="connsiteX96" fmla="*/ 3707028 w 6858002"/>
                <a:gd name="connsiteY96" fmla="*/ 1763623 h 6073037"/>
                <a:gd name="connsiteX97" fmla="*/ 3707028 w 6858002"/>
                <a:gd name="connsiteY97" fmla="*/ 2505029 h 6073037"/>
                <a:gd name="connsiteX98" fmla="*/ 3614353 w 6858002"/>
                <a:gd name="connsiteY98" fmla="*/ 2597704 h 6073037"/>
                <a:gd name="connsiteX99" fmla="*/ 2872947 w 6858002"/>
                <a:gd name="connsiteY99" fmla="*/ 2597704 h 6073037"/>
                <a:gd name="connsiteX100" fmla="*/ 2780271 w 6858002"/>
                <a:gd name="connsiteY100" fmla="*/ 2505029 h 6073037"/>
                <a:gd name="connsiteX101" fmla="*/ 2780271 w 6858002"/>
                <a:gd name="connsiteY101" fmla="*/ 1763623 h 6073037"/>
                <a:gd name="connsiteX102" fmla="*/ 2872947 w 6858002"/>
                <a:gd name="connsiteY102" fmla="*/ 1670947 h 6073037"/>
                <a:gd name="connsiteX103" fmla="*/ 1575487 w 6858002"/>
                <a:gd name="connsiteY103" fmla="*/ 1670947 h 6073037"/>
                <a:gd name="connsiteX104" fmla="*/ 2316893 w 6858002"/>
                <a:gd name="connsiteY104" fmla="*/ 1670947 h 6073037"/>
                <a:gd name="connsiteX105" fmla="*/ 2409568 w 6858002"/>
                <a:gd name="connsiteY105" fmla="*/ 1763623 h 6073037"/>
                <a:gd name="connsiteX106" fmla="*/ 2409568 w 6858002"/>
                <a:gd name="connsiteY106" fmla="*/ 2505029 h 6073037"/>
                <a:gd name="connsiteX107" fmla="*/ 2316893 w 6858002"/>
                <a:gd name="connsiteY107" fmla="*/ 2597704 h 6073037"/>
                <a:gd name="connsiteX108" fmla="*/ 1575487 w 6858002"/>
                <a:gd name="connsiteY108" fmla="*/ 2597704 h 6073037"/>
                <a:gd name="connsiteX109" fmla="*/ 1482811 w 6858002"/>
                <a:gd name="connsiteY109" fmla="*/ 2505029 h 6073037"/>
                <a:gd name="connsiteX110" fmla="*/ 1482811 w 6858002"/>
                <a:gd name="connsiteY110" fmla="*/ 1763623 h 6073037"/>
                <a:gd name="connsiteX111" fmla="*/ 1575487 w 6858002"/>
                <a:gd name="connsiteY111" fmla="*/ 1670947 h 6073037"/>
                <a:gd name="connsiteX112" fmla="*/ 1112108 w 6858002"/>
                <a:gd name="connsiteY112" fmla="*/ 2784 h 6073037"/>
                <a:gd name="connsiteX113" fmla="*/ 1297460 w 6858002"/>
                <a:gd name="connsiteY113" fmla="*/ 188136 h 6073037"/>
                <a:gd name="connsiteX114" fmla="*/ 1112108 w 6858002"/>
                <a:gd name="connsiteY114" fmla="*/ 373487 h 6073037"/>
                <a:gd name="connsiteX115" fmla="*/ 926757 w 6858002"/>
                <a:gd name="connsiteY115" fmla="*/ 188136 h 6073037"/>
                <a:gd name="connsiteX116" fmla="*/ 1112108 w 6858002"/>
                <a:gd name="connsiteY116" fmla="*/ 2784 h 6073037"/>
                <a:gd name="connsiteX117" fmla="*/ 2687596 w 6858002"/>
                <a:gd name="connsiteY117" fmla="*/ 2784 h 6073037"/>
                <a:gd name="connsiteX118" fmla="*/ 6672650 w 6858002"/>
                <a:gd name="connsiteY118" fmla="*/ 2784 h 6073037"/>
                <a:gd name="connsiteX119" fmla="*/ 6858002 w 6858002"/>
                <a:gd name="connsiteY119" fmla="*/ 188136 h 6073037"/>
                <a:gd name="connsiteX120" fmla="*/ 6672650 w 6858002"/>
                <a:gd name="connsiteY120" fmla="*/ 373487 h 6073037"/>
                <a:gd name="connsiteX121" fmla="*/ 2687596 w 6858002"/>
                <a:gd name="connsiteY121" fmla="*/ 373487 h 6073037"/>
                <a:gd name="connsiteX122" fmla="*/ 2502244 w 6858002"/>
                <a:gd name="connsiteY122" fmla="*/ 188136 h 6073037"/>
                <a:gd name="connsiteX123" fmla="*/ 2687596 w 6858002"/>
                <a:gd name="connsiteY123" fmla="*/ 2784 h 6073037"/>
                <a:gd name="connsiteX124" fmla="*/ 2131542 w 6858002"/>
                <a:gd name="connsiteY124" fmla="*/ 2784 h 6073037"/>
                <a:gd name="connsiteX125" fmla="*/ 2316893 w 6858002"/>
                <a:gd name="connsiteY125" fmla="*/ 188136 h 6073037"/>
                <a:gd name="connsiteX126" fmla="*/ 2131542 w 6858002"/>
                <a:gd name="connsiteY126" fmla="*/ 373487 h 6073037"/>
                <a:gd name="connsiteX127" fmla="*/ 1946190 w 6858002"/>
                <a:gd name="connsiteY127" fmla="*/ 188136 h 6073037"/>
                <a:gd name="connsiteX128" fmla="*/ 2131542 w 6858002"/>
                <a:gd name="connsiteY128" fmla="*/ 2784 h 6073037"/>
                <a:gd name="connsiteX129" fmla="*/ 1624606 w 6858002"/>
                <a:gd name="connsiteY129" fmla="*/ 0 h 6073037"/>
                <a:gd name="connsiteX130" fmla="*/ 1809957 w 6858002"/>
                <a:gd name="connsiteY130" fmla="*/ 185352 h 6073037"/>
                <a:gd name="connsiteX131" fmla="*/ 1624606 w 6858002"/>
                <a:gd name="connsiteY131" fmla="*/ 370703 h 6073037"/>
                <a:gd name="connsiteX132" fmla="*/ 1439254 w 6858002"/>
                <a:gd name="connsiteY132" fmla="*/ 185352 h 6073037"/>
                <a:gd name="connsiteX133" fmla="*/ 1624606 w 6858002"/>
                <a:gd name="connsiteY133" fmla="*/ 0 h 607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8002" h="6073037">
                  <a:moveTo>
                    <a:pt x="0" y="5516983"/>
                  </a:moveTo>
                  <a:lnTo>
                    <a:pt x="556054" y="5516983"/>
                  </a:lnTo>
                  <a:lnTo>
                    <a:pt x="556054" y="6073037"/>
                  </a:lnTo>
                  <a:lnTo>
                    <a:pt x="0" y="6073037"/>
                  </a:lnTo>
                  <a:close/>
                  <a:moveTo>
                    <a:pt x="5467866" y="4265866"/>
                  </a:moveTo>
                  <a:lnTo>
                    <a:pt x="6209271" y="4265866"/>
                  </a:lnTo>
                  <a:cubicBezTo>
                    <a:pt x="6260453" y="4265866"/>
                    <a:pt x="6301947" y="4307360"/>
                    <a:pt x="6301947" y="4358542"/>
                  </a:cubicBezTo>
                  <a:lnTo>
                    <a:pt x="6301947" y="5099948"/>
                  </a:lnTo>
                  <a:cubicBezTo>
                    <a:pt x="6301947" y="5151129"/>
                    <a:pt x="6260453" y="5192623"/>
                    <a:pt x="6209271" y="5192623"/>
                  </a:cubicBezTo>
                  <a:lnTo>
                    <a:pt x="5467866" y="5192623"/>
                  </a:lnTo>
                  <a:cubicBezTo>
                    <a:pt x="5416684" y="5192623"/>
                    <a:pt x="5375190" y="5151129"/>
                    <a:pt x="5375190" y="5099948"/>
                  </a:cubicBezTo>
                  <a:lnTo>
                    <a:pt x="5375190" y="4358542"/>
                  </a:lnTo>
                  <a:cubicBezTo>
                    <a:pt x="5375190" y="4307360"/>
                    <a:pt x="5416684" y="4265866"/>
                    <a:pt x="5467866" y="4265866"/>
                  </a:cubicBezTo>
                  <a:close/>
                  <a:moveTo>
                    <a:pt x="4170406" y="4265866"/>
                  </a:moveTo>
                  <a:lnTo>
                    <a:pt x="4911812" y="4265866"/>
                  </a:lnTo>
                  <a:cubicBezTo>
                    <a:pt x="4962993" y="4265866"/>
                    <a:pt x="5004487" y="4307360"/>
                    <a:pt x="5004487" y="4358542"/>
                  </a:cubicBezTo>
                  <a:lnTo>
                    <a:pt x="5004487" y="5099948"/>
                  </a:lnTo>
                  <a:cubicBezTo>
                    <a:pt x="5004487" y="5151129"/>
                    <a:pt x="4962993" y="5192623"/>
                    <a:pt x="4911812" y="5192623"/>
                  </a:cubicBezTo>
                  <a:lnTo>
                    <a:pt x="4170406" y="5192623"/>
                  </a:lnTo>
                  <a:cubicBezTo>
                    <a:pt x="4119224" y="5192623"/>
                    <a:pt x="4077730" y="5151129"/>
                    <a:pt x="4077730" y="5099948"/>
                  </a:cubicBezTo>
                  <a:lnTo>
                    <a:pt x="4077730" y="4358542"/>
                  </a:lnTo>
                  <a:cubicBezTo>
                    <a:pt x="4077730" y="4307360"/>
                    <a:pt x="4119224" y="4265866"/>
                    <a:pt x="4170406" y="4265866"/>
                  </a:cubicBezTo>
                  <a:close/>
                  <a:moveTo>
                    <a:pt x="2872947" y="4265866"/>
                  </a:moveTo>
                  <a:lnTo>
                    <a:pt x="3614353" y="4265866"/>
                  </a:lnTo>
                  <a:cubicBezTo>
                    <a:pt x="3665534" y="4265866"/>
                    <a:pt x="3707028" y="4307360"/>
                    <a:pt x="3707028" y="4358542"/>
                  </a:cubicBezTo>
                  <a:lnTo>
                    <a:pt x="3707028" y="5099948"/>
                  </a:lnTo>
                  <a:cubicBezTo>
                    <a:pt x="3707028" y="5151129"/>
                    <a:pt x="3665534" y="5192623"/>
                    <a:pt x="3614353" y="5192623"/>
                  </a:cubicBezTo>
                  <a:lnTo>
                    <a:pt x="2872947" y="5192623"/>
                  </a:lnTo>
                  <a:cubicBezTo>
                    <a:pt x="2821765" y="5192623"/>
                    <a:pt x="2780271" y="5151129"/>
                    <a:pt x="2780271" y="5099948"/>
                  </a:cubicBezTo>
                  <a:lnTo>
                    <a:pt x="2780271" y="4358542"/>
                  </a:lnTo>
                  <a:cubicBezTo>
                    <a:pt x="2780271" y="4307360"/>
                    <a:pt x="2821765" y="4265866"/>
                    <a:pt x="2872947" y="4265866"/>
                  </a:cubicBezTo>
                  <a:close/>
                  <a:moveTo>
                    <a:pt x="1575487" y="4265866"/>
                  </a:moveTo>
                  <a:lnTo>
                    <a:pt x="2316893" y="4265866"/>
                  </a:lnTo>
                  <a:cubicBezTo>
                    <a:pt x="2368074" y="4265866"/>
                    <a:pt x="2409568" y="4307360"/>
                    <a:pt x="2409568" y="4358542"/>
                  </a:cubicBezTo>
                  <a:lnTo>
                    <a:pt x="2409568" y="5099948"/>
                  </a:lnTo>
                  <a:cubicBezTo>
                    <a:pt x="2409568" y="5151129"/>
                    <a:pt x="2368074" y="5192623"/>
                    <a:pt x="2316893" y="5192623"/>
                  </a:cubicBezTo>
                  <a:lnTo>
                    <a:pt x="1575487" y="5192623"/>
                  </a:lnTo>
                  <a:cubicBezTo>
                    <a:pt x="1524306" y="5192623"/>
                    <a:pt x="1482811" y="5151129"/>
                    <a:pt x="1482811" y="5099948"/>
                  </a:cubicBezTo>
                  <a:lnTo>
                    <a:pt x="1482811" y="4358542"/>
                  </a:lnTo>
                  <a:cubicBezTo>
                    <a:pt x="1482811" y="4307360"/>
                    <a:pt x="1524306" y="4265866"/>
                    <a:pt x="1575487" y="4265866"/>
                  </a:cubicBezTo>
                  <a:close/>
                  <a:moveTo>
                    <a:pt x="5467866" y="2968407"/>
                  </a:moveTo>
                  <a:lnTo>
                    <a:pt x="6209271" y="2968407"/>
                  </a:lnTo>
                  <a:cubicBezTo>
                    <a:pt x="6260453" y="2968407"/>
                    <a:pt x="6301947" y="3009901"/>
                    <a:pt x="6301947" y="3061083"/>
                  </a:cubicBezTo>
                  <a:lnTo>
                    <a:pt x="6301947" y="3802489"/>
                  </a:lnTo>
                  <a:cubicBezTo>
                    <a:pt x="6301947" y="3853670"/>
                    <a:pt x="6260453" y="3895164"/>
                    <a:pt x="6209271" y="3895164"/>
                  </a:cubicBezTo>
                  <a:lnTo>
                    <a:pt x="5467866" y="3895164"/>
                  </a:lnTo>
                  <a:cubicBezTo>
                    <a:pt x="5416684" y="3895164"/>
                    <a:pt x="5375190" y="3853670"/>
                    <a:pt x="5375190" y="3802489"/>
                  </a:cubicBezTo>
                  <a:lnTo>
                    <a:pt x="5375190" y="3061083"/>
                  </a:lnTo>
                  <a:cubicBezTo>
                    <a:pt x="5375190" y="3009901"/>
                    <a:pt x="5416684" y="2968407"/>
                    <a:pt x="5467866" y="2968407"/>
                  </a:cubicBezTo>
                  <a:close/>
                  <a:moveTo>
                    <a:pt x="4170406" y="2968407"/>
                  </a:moveTo>
                  <a:lnTo>
                    <a:pt x="4911812" y="2968407"/>
                  </a:lnTo>
                  <a:cubicBezTo>
                    <a:pt x="4962993" y="2968407"/>
                    <a:pt x="5004487" y="3009901"/>
                    <a:pt x="5004487" y="3061083"/>
                  </a:cubicBezTo>
                  <a:lnTo>
                    <a:pt x="5004487" y="3802489"/>
                  </a:lnTo>
                  <a:cubicBezTo>
                    <a:pt x="5004487" y="3853670"/>
                    <a:pt x="4962993" y="3895164"/>
                    <a:pt x="4911812" y="3895164"/>
                  </a:cubicBezTo>
                  <a:lnTo>
                    <a:pt x="4170406" y="3895164"/>
                  </a:lnTo>
                  <a:cubicBezTo>
                    <a:pt x="4119224" y="3895164"/>
                    <a:pt x="4077730" y="3853670"/>
                    <a:pt x="4077730" y="3802489"/>
                  </a:cubicBezTo>
                  <a:lnTo>
                    <a:pt x="4077730" y="3061083"/>
                  </a:lnTo>
                  <a:cubicBezTo>
                    <a:pt x="4077730" y="3009901"/>
                    <a:pt x="4119224" y="2968407"/>
                    <a:pt x="4170406" y="2968407"/>
                  </a:cubicBezTo>
                  <a:close/>
                  <a:moveTo>
                    <a:pt x="2872947" y="2968407"/>
                  </a:moveTo>
                  <a:lnTo>
                    <a:pt x="3614353" y="2968407"/>
                  </a:lnTo>
                  <a:cubicBezTo>
                    <a:pt x="3665534" y="2968407"/>
                    <a:pt x="3707028" y="3009901"/>
                    <a:pt x="3707028" y="3061083"/>
                  </a:cubicBezTo>
                  <a:lnTo>
                    <a:pt x="3707028" y="3802489"/>
                  </a:lnTo>
                  <a:cubicBezTo>
                    <a:pt x="3707028" y="3853670"/>
                    <a:pt x="3665534" y="3895164"/>
                    <a:pt x="3614353" y="3895164"/>
                  </a:cubicBezTo>
                  <a:lnTo>
                    <a:pt x="2872947" y="3895164"/>
                  </a:lnTo>
                  <a:cubicBezTo>
                    <a:pt x="2821765" y="3895164"/>
                    <a:pt x="2780271" y="3853670"/>
                    <a:pt x="2780271" y="3802489"/>
                  </a:cubicBezTo>
                  <a:lnTo>
                    <a:pt x="2780271" y="3061083"/>
                  </a:lnTo>
                  <a:cubicBezTo>
                    <a:pt x="2780271" y="3009901"/>
                    <a:pt x="2821765" y="2968407"/>
                    <a:pt x="2872947" y="2968407"/>
                  </a:cubicBezTo>
                  <a:close/>
                  <a:moveTo>
                    <a:pt x="1575487" y="2968407"/>
                  </a:moveTo>
                  <a:lnTo>
                    <a:pt x="2316893" y="2968407"/>
                  </a:lnTo>
                  <a:cubicBezTo>
                    <a:pt x="2368074" y="2968407"/>
                    <a:pt x="2409568" y="3009901"/>
                    <a:pt x="2409568" y="3061083"/>
                  </a:cubicBezTo>
                  <a:lnTo>
                    <a:pt x="2409568" y="3802489"/>
                  </a:lnTo>
                  <a:cubicBezTo>
                    <a:pt x="2409568" y="3853670"/>
                    <a:pt x="2368074" y="3895164"/>
                    <a:pt x="2316893" y="3895164"/>
                  </a:cubicBezTo>
                  <a:lnTo>
                    <a:pt x="1575487" y="3895164"/>
                  </a:lnTo>
                  <a:cubicBezTo>
                    <a:pt x="1524306" y="3895164"/>
                    <a:pt x="1482811" y="3853670"/>
                    <a:pt x="1482811" y="3802489"/>
                  </a:cubicBezTo>
                  <a:lnTo>
                    <a:pt x="1482811" y="3061083"/>
                  </a:lnTo>
                  <a:cubicBezTo>
                    <a:pt x="1482811" y="3009901"/>
                    <a:pt x="1524306" y="2968407"/>
                    <a:pt x="1575487" y="2968407"/>
                  </a:cubicBezTo>
                  <a:close/>
                  <a:moveTo>
                    <a:pt x="5467866" y="1670947"/>
                  </a:moveTo>
                  <a:lnTo>
                    <a:pt x="6209271" y="1670947"/>
                  </a:lnTo>
                  <a:cubicBezTo>
                    <a:pt x="6260453" y="1670947"/>
                    <a:pt x="6301947" y="1712441"/>
                    <a:pt x="6301947" y="1763623"/>
                  </a:cubicBezTo>
                  <a:lnTo>
                    <a:pt x="6301947" y="2505029"/>
                  </a:lnTo>
                  <a:cubicBezTo>
                    <a:pt x="6301947" y="2556210"/>
                    <a:pt x="6260453" y="2597704"/>
                    <a:pt x="6209271" y="2597704"/>
                  </a:cubicBezTo>
                  <a:lnTo>
                    <a:pt x="5467866" y="2597704"/>
                  </a:lnTo>
                  <a:cubicBezTo>
                    <a:pt x="5416684" y="2597704"/>
                    <a:pt x="5375190" y="2556210"/>
                    <a:pt x="5375190" y="2505029"/>
                  </a:cubicBezTo>
                  <a:lnTo>
                    <a:pt x="5375190" y="1763623"/>
                  </a:lnTo>
                  <a:cubicBezTo>
                    <a:pt x="5375190" y="1712441"/>
                    <a:pt x="5416684" y="1670947"/>
                    <a:pt x="5467866" y="1670947"/>
                  </a:cubicBezTo>
                  <a:close/>
                  <a:moveTo>
                    <a:pt x="4170406" y="1670947"/>
                  </a:moveTo>
                  <a:lnTo>
                    <a:pt x="4911812" y="1670947"/>
                  </a:lnTo>
                  <a:cubicBezTo>
                    <a:pt x="4962993" y="1670947"/>
                    <a:pt x="5004487" y="1712441"/>
                    <a:pt x="5004487" y="1763623"/>
                  </a:cubicBezTo>
                  <a:lnTo>
                    <a:pt x="5004487" y="2505029"/>
                  </a:lnTo>
                  <a:cubicBezTo>
                    <a:pt x="5004487" y="2556210"/>
                    <a:pt x="4962993" y="2597704"/>
                    <a:pt x="4911812" y="2597704"/>
                  </a:cubicBezTo>
                  <a:lnTo>
                    <a:pt x="4170406" y="2597704"/>
                  </a:lnTo>
                  <a:cubicBezTo>
                    <a:pt x="4119224" y="2597704"/>
                    <a:pt x="4077730" y="2556210"/>
                    <a:pt x="4077730" y="2505029"/>
                  </a:cubicBezTo>
                  <a:lnTo>
                    <a:pt x="4077730" y="1763623"/>
                  </a:lnTo>
                  <a:cubicBezTo>
                    <a:pt x="4077730" y="1712441"/>
                    <a:pt x="4119224" y="1670947"/>
                    <a:pt x="4170406" y="1670947"/>
                  </a:cubicBezTo>
                  <a:close/>
                  <a:moveTo>
                    <a:pt x="2872947" y="1670947"/>
                  </a:moveTo>
                  <a:lnTo>
                    <a:pt x="3614353" y="1670947"/>
                  </a:lnTo>
                  <a:cubicBezTo>
                    <a:pt x="3665534" y="1670947"/>
                    <a:pt x="3707028" y="1712441"/>
                    <a:pt x="3707028" y="1763623"/>
                  </a:cubicBezTo>
                  <a:lnTo>
                    <a:pt x="3707028" y="2505029"/>
                  </a:lnTo>
                  <a:cubicBezTo>
                    <a:pt x="3707028" y="2556210"/>
                    <a:pt x="3665534" y="2597704"/>
                    <a:pt x="3614353" y="2597704"/>
                  </a:cubicBezTo>
                  <a:lnTo>
                    <a:pt x="2872947" y="2597704"/>
                  </a:lnTo>
                  <a:cubicBezTo>
                    <a:pt x="2821765" y="2597704"/>
                    <a:pt x="2780271" y="2556210"/>
                    <a:pt x="2780271" y="2505029"/>
                  </a:cubicBezTo>
                  <a:lnTo>
                    <a:pt x="2780271" y="1763623"/>
                  </a:lnTo>
                  <a:cubicBezTo>
                    <a:pt x="2780271" y="1712441"/>
                    <a:pt x="2821765" y="1670947"/>
                    <a:pt x="2872947" y="1670947"/>
                  </a:cubicBezTo>
                  <a:close/>
                  <a:moveTo>
                    <a:pt x="1575487" y="1670947"/>
                  </a:moveTo>
                  <a:lnTo>
                    <a:pt x="2316893" y="1670947"/>
                  </a:lnTo>
                  <a:cubicBezTo>
                    <a:pt x="2368074" y="1670947"/>
                    <a:pt x="2409568" y="1712441"/>
                    <a:pt x="2409568" y="1763623"/>
                  </a:cubicBezTo>
                  <a:lnTo>
                    <a:pt x="2409568" y="2505029"/>
                  </a:lnTo>
                  <a:cubicBezTo>
                    <a:pt x="2409568" y="2556210"/>
                    <a:pt x="2368074" y="2597704"/>
                    <a:pt x="2316893" y="2597704"/>
                  </a:cubicBezTo>
                  <a:lnTo>
                    <a:pt x="1575487" y="2597704"/>
                  </a:lnTo>
                  <a:cubicBezTo>
                    <a:pt x="1524306" y="2597704"/>
                    <a:pt x="1482811" y="2556210"/>
                    <a:pt x="1482811" y="2505029"/>
                  </a:cubicBezTo>
                  <a:lnTo>
                    <a:pt x="1482811" y="1763623"/>
                  </a:lnTo>
                  <a:cubicBezTo>
                    <a:pt x="1482811" y="1712441"/>
                    <a:pt x="1524306" y="1670947"/>
                    <a:pt x="1575487" y="1670947"/>
                  </a:cubicBezTo>
                  <a:close/>
                  <a:moveTo>
                    <a:pt x="1112108" y="2784"/>
                  </a:moveTo>
                  <a:cubicBezTo>
                    <a:pt x="1214472" y="2784"/>
                    <a:pt x="1297460" y="85772"/>
                    <a:pt x="1297460" y="188136"/>
                  </a:cubicBezTo>
                  <a:cubicBezTo>
                    <a:pt x="1297460" y="290499"/>
                    <a:pt x="1214472" y="373487"/>
                    <a:pt x="1112108" y="373487"/>
                  </a:cubicBezTo>
                  <a:cubicBezTo>
                    <a:pt x="1009745" y="373487"/>
                    <a:pt x="926757" y="290499"/>
                    <a:pt x="926757" y="188136"/>
                  </a:cubicBezTo>
                  <a:cubicBezTo>
                    <a:pt x="926757" y="85772"/>
                    <a:pt x="1009745" y="2784"/>
                    <a:pt x="1112108" y="2784"/>
                  </a:cubicBezTo>
                  <a:close/>
                  <a:moveTo>
                    <a:pt x="2687596" y="2784"/>
                  </a:moveTo>
                  <a:lnTo>
                    <a:pt x="6672650" y="2784"/>
                  </a:lnTo>
                  <a:cubicBezTo>
                    <a:pt x="6775056" y="2784"/>
                    <a:pt x="6858002" y="85730"/>
                    <a:pt x="6858002" y="188136"/>
                  </a:cubicBezTo>
                  <a:cubicBezTo>
                    <a:pt x="6858002" y="290541"/>
                    <a:pt x="6775056" y="373487"/>
                    <a:pt x="6672650" y="373487"/>
                  </a:cubicBezTo>
                  <a:lnTo>
                    <a:pt x="2687596" y="373487"/>
                  </a:lnTo>
                  <a:cubicBezTo>
                    <a:pt x="2585190" y="373487"/>
                    <a:pt x="2502244" y="290541"/>
                    <a:pt x="2502244" y="188136"/>
                  </a:cubicBezTo>
                  <a:cubicBezTo>
                    <a:pt x="2502244" y="85730"/>
                    <a:pt x="2585190" y="2784"/>
                    <a:pt x="2687596" y="2784"/>
                  </a:cubicBezTo>
                  <a:close/>
                  <a:moveTo>
                    <a:pt x="2131542" y="2784"/>
                  </a:moveTo>
                  <a:cubicBezTo>
                    <a:pt x="2233905" y="2784"/>
                    <a:pt x="2316893" y="85772"/>
                    <a:pt x="2316893" y="188136"/>
                  </a:cubicBezTo>
                  <a:cubicBezTo>
                    <a:pt x="2316893" y="290499"/>
                    <a:pt x="2233905" y="373487"/>
                    <a:pt x="2131542" y="373487"/>
                  </a:cubicBezTo>
                  <a:cubicBezTo>
                    <a:pt x="2029178" y="373487"/>
                    <a:pt x="1946190" y="290499"/>
                    <a:pt x="1946190" y="188136"/>
                  </a:cubicBezTo>
                  <a:cubicBezTo>
                    <a:pt x="1946190" y="85772"/>
                    <a:pt x="2029178" y="2784"/>
                    <a:pt x="2131542" y="2784"/>
                  </a:cubicBezTo>
                  <a:close/>
                  <a:moveTo>
                    <a:pt x="1624606" y="0"/>
                  </a:moveTo>
                  <a:cubicBezTo>
                    <a:pt x="1726969" y="0"/>
                    <a:pt x="1809957" y="82988"/>
                    <a:pt x="1809957" y="185352"/>
                  </a:cubicBezTo>
                  <a:cubicBezTo>
                    <a:pt x="1809957" y="287715"/>
                    <a:pt x="1726969" y="370703"/>
                    <a:pt x="1624606" y="370703"/>
                  </a:cubicBezTo>
                  <a:cubicBezTo>
                    <a:pt x="1522242" y="370703"/>
                    <a:pt x="1439254" y="287715"/>
                    <a:pt x="1439254" y="185352"/>
                  </a:cubicBezTo>
                  <a:cubicBezTo>
                    <a:pt x="1439254" y="82988"/>
                    <a:pt x="1522242" y="0"/>
                    <a:pt x="1624606" y="0"/>
                  </a:cubicBez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2801" name="Group 2800">
            <a:extLst>
              <a:ext uri="{FF2B5EF4-FFF2-40B4-BE49-F238E27FC236}">
                <a16:creationId xmlns:a16="http://schemas.microsoft.com/office/drawing/2014/main" id="{8D17932B-7E55-FC81-FF47-F88C44D83CAB}"/>
              </a:ext>
              <a:ext uri="{C183D7F6-B498-43B3-948B-1728B52AA6E4}">
                <adec:decorative xmlns:adec="http://schemas.microsoft.com/office/drawing/2017/decorative" val="1"/>
              </a:ext>
            </a:extLst>
          </p:cNvPr>
          <p:cNvGrpSpPr>
            <a:grpSpLocks noChangeAspect="1"/>
          </p:cNvGrpSpPr>
          <p:nvPr/>
        </p:nvGrpSpPr>
        <p:grpSpPr>
          <a:xfrm>
            <a:off x="9535976" y="3640697"/>
            <a:ext cx="451437" cy="457200"/>
            <a:chOff x="9535953" y="3636615"/>
            <a:chExt cx="451437" cy="457200"/>
          </a:xfrm>
          <a:solidFill>
            <a:srgbClr val="FF0000"/>
          </a:solidFill>
        </p:grpSpPr>
        <p:sp>
          <p:nvSpPr>
            <p:cNvPr id="1952" name="Freeform: Shape 1951">
              <a:extLst>
                <a:ext uri="{FF2B5EF4-FFF2-40B4-BE49-F238E27FC236}">
                  <a16:creationId xmlns:a16="http://schemas.microsoft.com/office/drawing/2014/main" id="{E213FF88-D735-CA1E-38AE-D3CCB6BDE976}"/>
                </a:ext>
                <a:ext uri="{C183D7F6-B498-43B3-948B-1728B52AA6E4}">
                  <adec:decorative xmlns:adec="http://schemas.microsoft.com/office/drawing/2017/decorative" val="1"/>
                </a:ext>
              </a:extLst>
            </p:cNvPr>
            <p:cNvSpPr/>
            <p:nvPr/>
          </p:nvSpPr>
          <p:spPr>
            <a:xfrm>
              <a:off x="9871359" y="3636615"/>
              <a:ext cx="36593" cy="36593"/>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6F4D95A1-7EF0-80A2-BCED-058059B9E050}"/>
                </a:ext>
                <a:ext uri="{C183D7F6-B498-43B3-948B-1728B52AA6E4}">
                  <adec:decorative xmlns:adec="http://schemas.microsoft.com/office/drawing/2017/decorative" val="1"/>
                </a:ext>
              </a:extLst>
            </p:cNvPr>
            <p:cNvSpPr/>
            <p:nvPr/>
          </p:nvSpPr>
          <p:spPr>
            <a:xfrm>
              <a:off x="9535953" y="3642348"/>
              <a:ext cx="451437" cy="451467"/>
            </a:xfrm>
            <a:custGeom>
              <a:avLst/>
              <a:gdLst>
                <a:gd name="connsiteX0" fmla="*/ 5279228 w 6771549"/>
                <a:gd name="connsiteY0" fmla="*/ 3743326 h 6772007"/>
                <a:gd name="connsiteX1" fmla="*/ 5030632 w 6771549"/>
                <a:gd name="connsiteY1" fmla="*/ 4015182 h 6772007"/>
                <a:gd name="connsiteX2" fmla="*/ 5029715 w 6771549"/>
                <a:gd name="connsiteY2" fmla="*/ 4195400 h 6772007"/>
                <a:gd name="connsiteX3" fmla="*/ 5026973 w 6771549"/>
                <a:gd name="connsiteY3" fmla="*/ 4198147 h 6772007"/>
                <a:gd name="connsiteX4" fmla="*/ 4207289 w 6771549"/>
                <a:gd name="connsiteY4" fmla="*/ 4205004 h 6772007"/>
                <a:gd name="connsiteX5" fmla="*/ 4202256 w 6771549"/>
                <a:gd name="connsiteY5" fmla="*/ 4680258 h 6772007"/>
                <a:gd name="connsiteX6" fmla="*/ 4204086 w 6771549"/>
                <a:gd name="connsiteY6" fmla="*/ 4682544 h 6772007"/>
                <a:gd name="connsiteX7" fmla="*/ 4656927 w 6771549"/>
                <a:gd name="connsiteY7" fmla="*/ 5297763 h 6772007"/>
                <a:gd name="connsiteX8" fmla="*/ 4296071 w 6771549"/>
                <a:gd name="connsiteY8" fmla="*/ 5874201 h 6772007"/>
                <a:gd name="connsiteX9" fmla="*/ 4201060 w 6771549"/>
                <a:gd name="connsiteY9" fmla="*/ 5911091 h 6772007"/>
                <a:gd name="connsiteX10" fmla="*/ 4199170 w 6771549"/>
                <a:gd name="connsiteY10" fmla="*/ 5910985 h 6772007"/>
                <a:gd name="connsiteX11" fmla="*/ 4200888 w 6771549"/>
                <a:gd name="connsiteY11" fmla="*/ 5911158 h 6772007"/>
                <a:gd name="connsiteX12" fmla="*/ 4201060 w 6771549"/>
                <a:gd name="connsiteY12" fmla="*/ 5911091 h 6772007"/>
                <a:gd name="connsiteX13" fmla="*/ 4202256 w 6771549"/>
                <a:gd name="connsiteY13" fmla="*/ 5911158 h 6772007"/>
                <a:gd name="connsiteX14" fmla="*/ 4199970 w 6771549"/>
                <a:gd name="connsiteY14" fmla="*/ 6390527 h 6772007"/>
                <a:gd name="connsiteX15" fmla="*/ 4197223 w 6771549"/>
                <a:gd name="connsiteY15" fmla="*/ 6394642 h 6772007"/>
                <a:gd name="connsiteX16" fmla="*/ 6390520 w 6771549"/>
                <a:gd name="connsiteY16" fmla="*/ 6387324 h 6772007"/>
                <a:gd name="connsiteX17" fmla="*/ 6388234 w 6771549"/>
                <a:gd name="connsiteY17" fmla="*/ 4205461 h 6772007"/>
                <a:gd name="connsiteX18" fmla="*/ 5581358 w 6771549"/>
                <a:gd name="connsiteY18" fmla="*/ 4201345 h 6772007"/>
                <a:gd name="connsiteX19" fmla="*/ 5578611 w 6771549"/>
                <a:gd name="connsiteY19" fmla="*/ 4198603 h 6772007"/>
                <a:gd name="connsiteX20" fmla="*/ 5579528 w 6771549"/>
                <a:gd name="connsiteY20" fmla="*/ 4029819 h 6772007"/>
                <a:gd name="connsiteX21" fmla="*/ 5340300 w 6771549"/>
                <a:gd name="connsiteY21" fmla="*/ 3744393 h 6772007"/>
                <a:gd name="connsiteX22" fmla="*/ 5279228 w 6771549"/>
                <a:gd name="connsiteY22" fmla="*/ 3743326 h 6772007"/>
                <a:gd name="connsiteX23" fmla="*/ 5308283 w 6771549"/>
                <a:gd name="connsiteY23" fmla="*/ 3376633 h 6772007"/>
                <a:gd name="connsiteX24" fmla="*/ 5919387 w 6771549"/>
                <a:gd name="connsiteY24" fmla="*/ 3834958 h 6772007"/>
                <a:gd name="connsiteX25" fmla="*/ 5921673 w 6771549"/>
                <a:gd name="connsiteY25" fmla="*/ 3836788 h 6772007"/>
                <a:gd name="connsiteX26" fmla="*/ 6768802 w 6771549"/>
                <a:gd name="connsiteY26" fmla="*/ 3840904 h 6772007"/>
                <a:gd name="connsiteX27" fmla="*/ 6771549 w 6771549"/>
                <a:gd name="connsiteY27" fmla="*/ 3843650 h 6772007"/>
                <a:gd name="connsiteX28" fmla="*/ 6765599 w 6771549"/>
                <a:gd name="connsiteY28" fmla="*/ 6400131 h 6772007"/>
                <a:gd name="connsiteX29" fmla="*/ 6387778 w 6771549"/>
                <a:gd name="connsiteY29" fmla="*/ 6772007 h 6772007"/>
                <a:gd name="connsiteX30" fmla="*/ 3829468 w 6771549"/>
                <a:gd name="connsiteY30" fmla="*/ 6759200 h 6772007"/>
                <a:gd name="connsiteX31" fmla="*/ 3826721 w 6771549"/>
                <a:gd name="connsiteY31" fmla="*/ 6756457 h 6772007"/>
                <a:gd name="connsiteX32" fmla="*/ 3832210 w 6771549"/>
                <a:gd name="connsiteY32" fmla="*/ 5572211 h 6772007"/>
                <a:gd name="connsiteX33" fmla="*/ 3834957 w 6771549"/>
                <a:gd name="connsiteY33" fmla="*/ 5569469 h 6772007"/>
                <a:gd name="connsiteX34" fmla="*/ 4003741 w 6771549"/>
                <a:gd name="connsiteY34" fmla="*/ 5570386 h 6772007"/>
                <a:gd name="connsiteX35" fmla="*/ 4289167 w 6771549"/>
                <a:gd name="connsiteY35" fmla="*/ 5331158 h 6772007"/>
                <a:gd name="connsiteX36" fmla="*/ 4018379 w 6771549"/>
                <a:gd name="connsiteY36" fmla="*/ 5021491 h 6772007"/>
                <a:gd name="connsiteX37" fmla="*/ 3838155 w 6771549"/>
                <a:gd name="connsiteY37" fmla="*/ 5020573 h 6772007"/>
                <a:gd name="connsiteX38" fmla="*/ 3835413 w 6771549"/>
                <a:gd name="connsiteY38" fmla="*/ 5017831 h 6772007"/>
                <a:gd name="connsiteX39" fmla="*/ 3841358 w 6771549"/>
                <a:gd name="connsiteY39" fmla="*/ 3837700 h 6772007"/>
                <a:gd name="connsiteX40" fmla="*/ 4690773 w 6771549"/>
                <a:gd name="connsiteY40" fmla="*/ 3839530 h 6772007"/>
                <a:gd name="connsiteX41" fmla="*/ 4693064 w 6771549"/>
                <a:gd name="connsiteY41" fmla="*/ 3829469 h 6772007"/>
                <a:gd name="connsiteX42" fmla="*/ 5308283 w 6771549"/>
                <a:gd name="connsiteY42" fmla="*/ 3376633 h 6772007"/>
                <a:gd name="connsiteX43" fmla="*/ 366848 w 6771549"/>
                <a:gd name="connsiteY43" fmla="*/ 2932017 h 6772007"/>
                <a:gd name="connsiteX44" fmla="*/ 366848 w 6771549"/>
                <a:gd name="connsiteY44" fmla="*/ 5129893 h 6772007"/>
                <a:gd name="connsiteX45" fmla="*/ 2566545 w 6771549"/>
                <a:gd name="connsiteY45" fmla="*/ 5129893 h 6772007"/>
                <a:gd name="connsiteX46" fmla="*/ 2566545 w 6771549"/>
                <a:gd name="connsiteY46" fmla="*/ 4302890 h 6772007"/>
                <a:gd name="connsiteX47" fmla="*/ 2744021 w 6771549"/>
                <a:gd name="connsiteY47" fmla="*/ 4302890 h 6772007"/>
                <a:gd name="connsiteX48" fmla="*/ 3024414 w 6771549"/>
                <a:gd name="connsiteY48" fmla="*/ 4020662 h 6772007"/>
                <a:gd name="connsiteX49" fmla="*/ 2749510 w 6771549"/>
                <a:gd name="connsiteY49" fmla="*/ 3755823 h 6772007"/>
                <a:gd name="connsiteX50" fmla="*/ 2566545 w 6771549"/>
                <a:gd name="connsiteY50" fmla="*/ 3755823 h 6772007"/>
                <a:gd name="connsiteX51" fmla="*/ 2566545 w 6771549"/>
                <a:gd name="connsiteY51" fmla="*/ 2932017 h 6772007"/>
                <a:gd name="connsiteX52" fmla="*/ 2081231 w 6771549"/>
                <a:gd name="connsiteY52" fmla="*/ 2932017 h 6772007"/>
                <a:gd name="connsiteX53" fmla="*/ 2078940 w 6771549"/>
                <a:gd name="connsiteY53" fmla="*/ 2933847 h 6772007"/>
                <a:gd name="connsiteX54" fmla="*/ 1457320 w 6771549"/>
                <a:gd name="connsiteY54" fmla="*/ 3390804 h 6772007"/>
                <a:gd name="connsiteX55" fmla="*/ 851705 w 6771549"/>
                <a:gd name="connsiteY55" fmla="*/ 2933391 h 6772007"/>
                <a:gd name="connsiteX56" fmla="*/ 849876 w 6771549"/>
                <a:gd name="connsiteY56" fmla="*/ 2932017 h 6772007"/>
                <a:gd name="connsiteX57" fmla="*/ 369133 w 6771549"/>
                <a:gd name="connsiteY57" fmla="*/ 366386 h 6772007"/>
                <a:gd name="connsiteX58" fmla="*/ 366386 w 6771549"/>
                <a:gd name="connsiteY58" fmla="*/ 369133 h 6772007"/>
                <a:gd name="connsiteX59" fmla="*/ 365930 w 6771549"/>
                <a:gd name="connsiteY59" fmla="*/ 369133 h 6772007"/>
                <a:gd name="connsiteX60" fmla="*/ 365930 w 6771549"/>
                <a:gd name="connsiteY60" fmla="*/ 2562888 h 6772007"/>
                <a:gd name="connsiteX61" fmla="*/ 367760 w 6771549"/>
                <a:gd name="connsiteY61" fmla="*/ 2564718 h 6772007"/>
                <a:gd name="connsiteX62" fmla="*/ 1190186 w 6771549"/>
                <a:gd name="connsiteY62" fmla="*/ 2564718 h 6772007"/>
                <a:gd name="connsiteX63" fmla="*/ 1190186 w 6771549"/>
                <a:gd name="connsiteY63" fmla="*/ 2567460 h 6772007"/>
                <a:gd name="connsiteX64" fmla="*/ 1191103 w 6771549"/>
                <a:gd name="connsiteY64" fmla="*/ 2568377 h 6772007"/>
                <a:gd name="connsiteX65" fmla="*/ 1191103 w 6771549"/>
                <a:gd name="connsiteY65" fmla="*/ 2737162 h 6772007"/>
                <a:gd name="connsiteX66" fmla="*/ 1459605 w 6771549"/>
                <a:gd name="connsiteY66" fmla="*/ 3019385 h 6772007"/>
                <a:gd name="connsiteX67" fmla="*/ 1739086 w 6771549"/>
                <a:gd name="connsiteY67" fmla="*/ 2748139 h 6772007"/>
                <a:gd name="connsiteX68" fmla="*/ 1739086 w 6771549"/>
                <a:gd name="connsiteY68" fmla="*/ 2565174 h 6772007"/>
                <a:gd name="connsiteX69" fmla="*/ 2416057 w 6771549"/>
                <a:gd name="connsiteY69" fmla="*/ 2565174 h 6772007"/>
                <a:gd name="connsiteX70" fmla="*/ 2518072 w 6771549"/>
                <a:gd name="connsiteY70" fmla="*/ 2562277 h 6772007"/>
                <a:gd name="connsiteX71" fmla="*/ 2558317 w 6771549"/>
                <a:gd name="connsiteY71" fmla="*/ 2562405 h 6772007"/>
                <a:gd name="connsiteX72" fmla="*/ 2558317 w 6771549"/>
                <a:gd name="connsiteY72" fmla="*/ 2078940 h 6772007"/>
                <a:gd name="connsiteX73" fmla="*/ 2100904 w 6771549"/>
                <a:gd name="connsiteY73" fmla="*/ 1465098 h 6772007"/>
                <a:gd name="connsiteX74" fmla="*/ 2558317 w 6771549"/>
                <a:gd name="connsiteY74" fmla="*/ 851247 h 6772007"/>
                <a:gd name="connsiteX75" fmla="*/ 2558317 w 6771549"/>
                <a:gd name="connsiteY75" fmla="*/ 366386 h 6772007"/>
                <a:gd name="connsiteX76" fmla="*/ 2558317 w 6771549"/>
                <a:gd name="connsiteY76" fmla="*/ 0 h 6772007"/>
                <a:gd name="connsiteX77" fmla="*/ 3584687 w 6771549"/>
                <a:gd name="connsiteY77" fmla="*/ 0 h 6772007"/>
                <a:gd name="connsiteX78" fmla="*/ 3691628 w 6771549"/>
                <a:gd name="connsiteY78" fmla="*/ 0 h 6772007"/>
                <a:gd name="connsiteX79" fmla="*/ 4787292 w 6771549"/>
                <a:gd name="connsiteY79" fmla="*/ 0 h 6772007"/>
                <a:gd name="connsiteX80" fmla="*/ 4787292 w 6771549"/>
                <a:gd name="connsiteY80" fmla="*/ 365931 h 6772007"/>
                <a:gd name="connsiteX81" fmla="*/ 3691628 w 6771549"/>
                <a:gd name="connsiteY81" fmla="*/ 365931 h 6772007"/>
                <a:gd name="connsiteX82" fmla="*/ 3584687 w 6771549"/>
                <a:gd name="connsiteY82" fmla="*/ 365931 h 6772007"/>
                <a:gd name="connsiteX83" fmla="*/ 2930645 w 6771549"/>
                <a:gd name="connsiteY83" fmla="*/ 365931 h 6772007"/>
                <a:gd name="connsiteX84" fmla="*/ 2930645 w 6771549"/>
                <a:gd name="connsiteY84" fmla="*/ 1186988 h 6772007"/>
                <a:gd name="connsiteX85" fmla="*/ 2927898 w 6771549"/>
                <a:gd name="connsiteY85" fmla="*/ 1189730 h 6772007"/>
                <a:gd name="connsiteX86" fmla="*/ 2924247 w 6771549"/>
                <a:gd name="connsiteY86" fmla="*/ 1189730 h 6772007"/>
                <a:gd name="connsiteX87" fmla="*/ 2924247 w 6771549"/>
                <a:gd name="connsiteY87" fmla="*/ 1190650 h 6772007"/>
                <a:gd name="connsiteX88" fmla="*/ 2748790 w 6771549"/>
                <a:gd name="connsiteY88" fmla="*/ 1190650 h 6772007"/>
                <a:gd name="connsiteX89" fmla="*/ 2707285 w 6771549"/>
                <a:gd name="connsiteY89" fmla="*/ 1194347 h 6772007"/>
                <a:gd name="connsiteX90" fmla="*/ 2475062 w 6771549"/>
                <a:gd name="connsiteY90" fmla="*/ 1430332 h 6772007"/>
                <a:gd name="connsiteX91" fmla="*/ 2747680 w 6771549"/>
                <a:gd name="connsiteY91" fmla="*/ 1738627 h 6772007"/>
                <a:gd name="connsiteX92" fmla="*/ 2927898 w 6771549"/>
                <a:gd name="connsiteY92" fmla="*/ 1738627 h 6772007"/>
                <a:gd name="connsiteX93" fmla="*/ 2930645 w 6771549"/>
                <a:gd name="connsiteY93" fmla="*/ 1741373 h 6772007"/>
                <a:gd name="connsiteX94" fmla="*/ 2930645 w 6771549"/>
                <a:gd name="connsiteY94" fmla="*/ 2415598 h 6772007"/>
                <a:gd name="connsiteX95" fmla="*/ 2933618 w 6771549"/>
                <a:gd name="connsiteY95" fmla="*/ 2506222 h 6772007"/>
                <a:gd name="connsiteX96" fmla="*/ 2933488 w 6771549"/>
                <a:gd name="connsiteY96" fmla="*/ 2564265 h 6772007"/>
                <a:gd name="connsiteX97" fmla="*/ 3412312 w 6771549"/>
                <a:gd name="connsiteY97" fmla="*/ 2564265 h 6772007"/>
                <a:gd name="connsiteX98" fmla="*/ 4026154 w 6771549"/>
                <a:gd name="connsiteY98" fmla="*/ 2106851 h 6772007"/>
                <a:gd name="connsiteX99" fmla="*/ 4639549 w 6771549"/>
                <a:gd name="connsiteY99" fmla="*/ 2564265 h 6772007"/>
                <a:gd name="connsiteX100" fmla="*/ 5123490 w 6771549"/>
                <a:gd name="connsiteY100" fmla="*/ 2564265 h 6772007"/>
                <a:gd name="connsiteX101" fmla="*/ 5123490 w 6771549"/>
                <a:gd name="connsiteY101" fmla="*/ 1791046 h 6772007"/>
                <a:gd name="connsiteX102" fmla="*/ 5123498 w 6771549"/>
                <a:gd name="connsiteY102" fmla="*/ 1791046 h 6772007"/>
                <a:gd name="connsiteX103" fmla="*/ 5123498 w 6771549"/>
                <a:gd name="connsiteY103" fmla="*/ 683152 h 6772007"/>
                <a:gd name="connsiteX104" fmla="*/ 5489884 w 6771549"/>
                <a:gd name="connsiteY104" fmla="*/ 683152 h 6772007"/>
                <a:gd name="connsiteX105" fmla="*/ 5489884 w 6771549"/>
                <a:gd name="connsiteY105" fmla="*/ 2073915 h 6772007"/>
                <a:gd name="connsiteX106" fmla="*/ 5489876 w 6771549"/>
                <a:gd name="connsiteY106" fmla="*/ 2073915 h 6772007"/>
                <a:gd name="connsiteX107" fmla="*/ 5489876 w 6771549"/>
                <a:gd name="connsiteY107" fmla="*/ 2930651 h 6772007"/>
                <a:gd name="connsiteX108" fmla="*/ 4300602 w 6771549"/>
                <a:gd name="connsiteY108" fmla="*/ 2930651 h 6772007"/>
                <a:gd name="connsiteX109" fmla="*/ 4300602 w 6771549"/>
                <a:gd name="connsiteY109" fmla="*/ 2757290 h 6772007"/>
                <a:gd name="connsiteX110" fmla="*/ 4062295 w 6771549"/>
                <a:gd name="connsiteY110" fmla="*/ 2475523 h 6772007"/>
                <a:gd name="connsiteX111" fmla="*/ 3751706 w 6771549"/>
                <a:gd name="connsiteY111" fmla="*/ 2747686 h 6772007"/>
                <a:gd name="connsiteX112" fmla="*/ 3751706 w 6771549"/>
                <a:gd name="connsiteY112" fmla="*/ 2930651 h 6772007"/>
                <a:gd name="connsiteX113" fmla="*/ 3075195 w 6771549"/>
                <a:gd name="connsiteY113" fmla="*/ 2930651 h 6772007"/>
                <a:gd name="connsiteX114" fmla="*/ 2968618 w 6771549"/>
                <a:gd name="connsiteY114" fmla="*/ 2933392 h 6772007"/>
                <a:gd name="connsiteX115" fmla="*/ 2932475 w 6771549"/>
                <a:gd name="connsiteY115" fmla="*/ 2933207 h 6772007"/>
                <a:gd name="connsiteX116" fmla="*/ 2932475 w 6771549"/>
                <a:gd name="connsiteY116" fmla="*/ 3416420 h 6772007"/>
                <a:gd name="connsiteX117" fmla="*/ 3389888 w 6771549"/>
                <a:gd name="connsiteY117" fmla="*/ 4030271 h 6772007"/>
                <a:gd name="connsiteX118" fmla="*/ 2932475 w 6771549"/>
                <a:gd name="connsiteY118" fmla="*/ 4644118 h 6772007"/>
                <a:gd name="connsiteX119" fmla="*/ 2932475 w 6771549"/>
                <a:gd name="connsiteY119" fmla="*/ 5495824 h 6772007"/>
                <a:gd name="connsiteX120" fmla="*/ 917 w 6771549"/>
                <a:gd name="connsiteY120" fmla="*/ 5495824 h 6772007"/>
                <a:gd name="connsiteX121" fmla="*/ 917 w 6771549"/>
                <a:gd name="connsiteY121" fmla="*/ 2930188 h 6772007"/>
                <a:gd name="connsiteX122" fmla="*/ 0 w 6771549"/>
                <a:gd name="connsiteY122" fmla="*/ 2929275 h 6772007"/>
                <a:gd name="connsiteX123" fmla="*/ 0 w 6771549"/>
                <a:gd name="connsiteY123" fmla="*/ 359067 h 6772007"/>
                <a:gd name="connsiteX124" fmla="*/ 358612 w 6771549"/>
                <a:gd name="connsiteY124" fmla="*/ 455 h 6772007"/>
                <a:gd name="connsiteX125" fmla="*/ 2558317 w 6771549"/>
                <a:gd name="connsiteY125" fmla="*/ 455 h 677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771549" h="6772007">
                  <a:moveTo>
                    <a:pt x="5279228" y="3743326"/>
                  </a:moveTo>
                  <a:cubicBezTo>
                    <a:pt x="5140447" y="3756226"/>
                    <a:pt x="5031435" y="3873097"/>
                    <a:pt x="5030632" y="4015182"/>
                  </a:cubicBezTo>
                  <a:lnTo>
                    <a:pt x="5029715" y="4195400"/>
                  </a:lnTo>
                  <a:cubicBezTo>
                    <a:pt x="5029715" y="4196773"/>
                    <a:pt x="5028347" y="4198147"/>
                    <a:pt x="5026973" y="4198147"/>
                  </a:cubicBezTo>
                  <a:lnTo>
                    <a:pt x="4207289" y="4205004"/>
                  </a:lnTo>
                  <a:cubicBezTo>
                    <a:pt x="4205915" y="4205004"/>
                    <a:pt x="4202256" y="4680258"/>
                    <a:pt x="4202256" y="4680258"/>
                  </a:cubicBezTo>
                  <a:cubicBezTo>
                    <a:pt x="4202256" y="4681175"/>
                    <a:pt x="4203173" y="4682544"/>
                    <a:pt x="4204086" y="4682544"/>
                  </a:cubicBezTo>
                  <a:cubicBezTo>
                    <a:pt x="4467100" y="4763510"/>
                    <a:pt x="4658301" y="5009139"/>
                    <a:pt x="4656927" y="5297763"/>
                  </a:cubicBezTo>
                  <a:cubicBezTo>
                    <a:pt x="4655725" y="5550717"/>
                    <a:pt x="4509190" y="5770746"/>
                    <a:pt x="4296071" y="5874201"/>
                  </a:cubicBezTo>
                  <a:lnTo>
                    <a:pt x="4201060" y="5911091"/>
                  </a:lnTo>
                  <a:lnTo>
                    <a:pt x="4199170" y="5910985"/>
                  </a:lnTo>
                  <a:cubicBezTo>
                    <a:pt x="4199399" y="5911157"/>
                    <a:pt x="4200429" y="5911386"/>
                    <a:pt x="4200888" y="5911158"/>
                  </a:cubicBezTo>
                  <a:lnTo>
                    <a:pt x="4201060" y="5911091"/>
                  </a:lnTo>
                  <a:lnTo>
                    <a:pt x="4202256" y="5911158"/>
                  </a:lnTo>
                  <a:lnTo>
                    <a:pt x="4199970" y="6390527"/>
                  </a:lnTo>
                  <a:cubicBezTo>
                    <a:pt x="4194481" y="6393730"/>
                    <a:pt x="4195855" y="6394642"/>
                    <a:pt x="4197223" y="6394642"/>
                  </a:cubicBezTo>
                  <a:lnTo>
                    <a:pt x="6390520" y="6387324"/>
                  </a:lnTo>
                  <a:cubicBezTo>
                    <a:pt x="6391893" y="6387324"/>
                    <a:pt x="6389608" y="4205461"/>
                    <a:pt x="6388234" y="4205461"/>
                  </a:cubicBezTo>
                  <a:lnTo>
                    <a:pt x="5581358" y="4201345"/>
                  </a:lnTo>
                  <a:cubicBezTo>
                    <a:pt x="5579984" y="4201345"/>
                    <a:pt x="5578611" y="4199977"/>
                    <a:pt x="5578611" y="4198603"/>
                  </a:cubicBezTo>
                  <a:lnTo>
                    <a:pt x="5579528" y="4029819"/>
                  </a:lnTo>
                  <a:cubicBezTo>
                    <a:pt x="5579984" y="3888936"/>
                    <a:pt x="5479814" y="3762228"/>
                    <a:pt x="5340300" y="3744393"/>
                  </a:cubicBezTo>
                  <a:cubicBezTo>
                    <a:pt x="5319487" y="3741762"/>
                    <a:pt x="5299054" y="3741483"/>
                    <a:pt x="5279228" y="3743326"/>
                  </a:cubicBezTo>
                  <a:close/>
                  <a:moveTo>
                    <a:pt x="5308283" y="3376633"/>
                  </a:moveTo>
                  <a:cubicBezTo>
                    <a:pt x="5597368" y="3378001"/>
                    <a:pt x="5841168" y="3571488"/>
                    <a:pt x="5919387" y="3834958"/>
                  </a:cubicBezTo>
                  <a:cubicBezTo>
                    <a:pt x="5919843" y="3835876"/>
                    <a:pt x="5920761" y="3836788"/>
                    <a:pt x="5921673" y="3836788"/>
                  </a:cubicBezTo>
                  <a:lnTo>
                    <a:pt x="6768802" y="3840904"/>
                  </a:lnTo>
                  <a:cubicBezTo>
                    <a:pt x="6770175" y="3840904"/>
                    <a:pt x="6771549" y="3842277"/>
                    <a:pt x="6771549" y="3843650"/>
                  </a:cubicBezTo>
                  <a:lnTo>
                    <a:pt x="6765599" y="6400131"/>
                  </a:lnTo>
                  <a:cubicBezTo>
                    <a:pt x="6765143" y="6591328"/>
                    <a:pt x="6600474" y="6772007"/>
                    <a:pt x="6387778" y="6772007"/>
                  </a:cubicBezTo>
                  <a:lnTo>
                    <a:pt x="3829468" y="6759200"/>
                  </a:lnTo>
                  <a:cubicBezTo>
                    <a:pt x="3828095" y="6759200"/>
                    <a:pt x="3826721" y="6757826"/>
                    <a:pt x="3826721" y="6756457"/>
                  </a:cubicBezTo>
                  <a:lnTo>
                    <a:pt x="3832210" y="5572211"/>
                  </a:lnTo>
                  <a:cubicBezTo>
                    <a:pt x="3832210" y="5570843"/>
                    <a:pt x="3833584" y="5569469"/>
                    <a:pt x="3834957" y="5569469"/>
                  </a:cubicBezTo>
                  <a:lnTo>
                    <a:pt x="4003741" y="5570386"/>
                  </a:lnTo>
                  <a:cubicBezTo>
                    <a:pt x="4144625" y="5570843"/>
                    <a:pt x="4271327" y="5470668"/>
                    <a:pt x="4289167" y="5331158"/>
                  </a:cubicBezTo>
                  <a:cubicBezTo>
                    <a:pt x="4310206" y="5164660"/>
                    <a:pt x="4180761" y="5022403"/>
                    <a:pt x="4018379" y="5021491"/>
                  </a:cubicBezTo>
                  <a:lnTo>
                    <a:pt x="3838155" y="5020573"/>
                  </a:lnTo>
                  <a:cubicBezTo>
                    <a:pt x="3836787" y="5020573"/>
                    <a:pt x="3835413" y="5019200"/>
                    <a:pt x="3835413" y="5017831"/>
                  </a:cubicBezTo>
                  <a:lnTo>
                    <a:pt x="3841358" y="3837700"/>
                  </a:lnTo>
                  <a:lnTo>
                    <a:pt x="4690773" y="3839530"/>
                  </a:lnTo>
                  <a:cubicBezTo>
                    <a:pt x="4691691" y="3829013"/>
                    <a:pt x="4693064" y="3830387"/>
                    <a:pt x="4693064" y="3829469"/>
                  </a:cubicBezTo>
                  <a:cubicBezTo>
                    <a:pt x="4773569" y="3566456"/>
                    <a:pt x="5019654" y="3375259"/>
                    <a:pt x="5308283" y="3376633"/>
                  </a:cubicBezTo>
                  <a:close/>
                  <a:moveTo>
                    <a:pt x="366848" y="2932017"/>
                  </a:moveTo>
                  <a:lnTo>
                    <a:pt x="366848" y="5129893"/>
                  </a:lnTo>
                  <a:lnTo>
                    <a:pt x="2566545" y="5129893"/>
                  </a:lnTo>
                  <a:lnTo>
                    <a:pt x="2566545" y="4302890"/>
                  </a:lnTo>
                  <a:lnTo>
                    <a:pt x="2744021" y="4302890"/>
                  </a:lnTo>
                  <a:cubicBezTo>
                    <a:pt x="2883074" y="4302890"/>
                    <a:pt x="3024414" y="4191280"/>
                    <a:pt x="3024414" y="4020662"/>
                  </a:cubicBezTo>
                  <a:cubicBezTo>
                    <a:pt x="3024414" y="3875663"/>
                    <a:pt x="2895882" y="3755823"/>
                    <a:pt x="2749510" y="3755823"/>
                  </a:cubicBezTo>
                  <a:lnTo>
                    <a:pt x="2566545" y="3755823"/>
                  </a:lnTo>
                  <a:lnTo>
                    <a:pt x="2566545" y="2932017"/>
                  </a:lnTo>
                  <a:lnTo>
                    <a:pt x="2081231" y="2932017"/>
                  </a:lnTo>
                  <a:cubicBezTo>
                    <a:pt x="2080313" y="2932017"/>
                    <a:pt x="2079401" y="2932935"/>
                    <a:pt x="2078940" y="2933847"/>
                  </a:cubicBezTo>
                  <a:cubicBezTo>
                    <a:pt x="1999353" y="3197317"/>
                    <a:pt x="1746404" y="3390804"/>
                    <a:pt x="1457320" y="3390804"/>
                  </a:cubicBezTo>
                  <a:cubicBezTo>
                    <a:pt x="990758" y="3390804"/>
                    <a:pt x="881892" y="3030818"/>
                    <a:pt x="851705" y="2933391"/>
                  </a:cubicBezTo>
                  <a:cubicBezTo>
                    <a:pt x="851244" y="2932935"/>
                    <a:pt x="850788" y="2932017"/>
                    <a:pt x="849876" y="2932017"/>
                  </a:cubicBezTo>
                  <a:close/>
                  <a:moveTo>
                    <a:pt x="369133" y="366386"/>
                  </a:moveTo>
                  <a:cubicBezTo>
                    <a:pt x="367760" y="366386"/>
                    <a:pt x="366386" y="367760"/>
                    <a:pt x="366386" y="369133"/>
                  </a:cubicBezTo>
                  <a:lnTo>
                    <a:pt x="365930" y="369133"/>
                  </a:lnTo>
                  <a:lnTo>
                    <a:pt x="365930" y="2562888"/>
                  </a:lnTo>
                  <a:cubicBezTo>
                    <a:pt x="365930" y="2563800"/>
                    <a:pt x="366848" y="2564257"/>
                    <a:pt x="367760" y="2564718"/>
                  </a:cubicBezTo>
                  <a:lnTo>
                    <a:pt x="1190186" y="2564718"/>
                  </a:lnTo>
                  <a:lnTo>
                    <a:pt x="1190186" y="2567460"/>
                  </a:lnTo>
                  <a:cubicBezTo>
                    <a:pt x="1190647" y="2567916"/>
                    <a:pt x="1191103" y="2567916"/>
                    <a:pt x="1191103" y="2568377"/>
                  </a:cubicBezTo>
                  <a:lnTo>
                    <a:pt x="1191103" y="2737162"/>
                  </a:lnTo>
                  <a:cubicBezTo>
                    <a:pt x="1191103" y="2910522"/>
                    <a:pt x="1322382" y="3019385"/>
                    <a:pt x="1459605" y="3019385"/>
                  </a:cubicBezTo>
                  <a:cubicBezTo>
                    <a:pt x="1611010" y="3019385"/>
                    <a:pt x="1739086" y="2890396"/>
                    <a:pt x="1739086" y="2748139"/>
                  </a:cubicBezTo>
                  <a:lnTo>
                    <a:pt x="1739086" y="2565174"/>
                  </a:lnTo>
                  <a:lnTo>
                    <a:pt x="2416057" y="2565174"/>
                  </a:lnTo>
                  <a:cubicBezTo>
                    <a:pt x="2441441" y="2563114"/>
                    <a:pt x="2474546" y="2562342"/>
                    <a:pt x="2518072" y="2562277"/>
                  </a:cubicBezTo>
                  <a:lnTo>
                    <a:pt x="2558317" y="2562405"/>
                  </a:lnTo>
                  <a:lnTo>
                    <a:pt x="2558317" y="2078940"/>
                  </a:lnTo>
                  <a:cubicBezTo>
                    <a:pt x="2293937" y="1999811"/>
                    <a:pt x="2100904" y="1754640"/>
                    <a:pt x="2100904" y="1465098"/>
                  </a:cubicBezTo>
                  <a:cubicBezTo>
                    <a:pt x="2100904" y="1175556"/>
                    <a:pt x="2293937" y="930385"/>
                    <a:pt x="2558317" y="851247"/>
                  </a:cubicBezTo>
                  <a:lnTo>
                    <a:pt x="2558317" y="366386"/>
                  </a:lnTo>
                  <a:close/>
                  <a:moveTo>
                    <a:pt x="2558317" y="0"/>
                  </a:moveTo>
                  <a:lnTo>
                    <a:pt x="3584687" y="0"/>
                  </a:lnTo>
                  <a:lnTo>
                    <a:pt x="3691628" y="0"/>
                  </a:lnTo>
                  <a:lnTo>
                    <a:pt x="4787292" y="0"/>
                  </a:lnTo>
                  <a:lnTo>
                    <a:pt x="4787292" y="365931"/>
                  </a:lnTo>
                  <a:lnTo>
                    <a:pt x="3691628" y="365931"/>
                  </a:lnTo>
                  <a:lnTo>
                    <a:pt x="3584687" y="365931"/>
                  </a:lnTo>
                  <a:lnTo>
                    <a:pt x="2930645" y="365931"/>
                  </a:lnTo>
                  <a:lnTo>
                    <a:pt x="2930645" y="1186988"/>
                  </a:lnTo>
                  <a:cubicBezTo>
                    <a:pt x="2930645" y="1188357"/>
                    <a:pt x="2929272" y="1189730"/>
                    <a:pt x="2927898" y="1189730"/>
                  </a:cubicBezTo>
                  <a:lnTo>
                    <a:pt x="2924247" y="1189730"/>
                  </a:lnTo>
                  <a:lnTo>
                    <a:pt x="2924247" y="1190650"/>
                  </a:lnTo>
                  <a:lnTo>
                    <a:pt x="2748790" y="1190650"/>
                  </a:lnTo>
                  <a:lnTo>
                    <a:pt x="2707285" y="1194347"/>
                  </a:lnTo>
                  <a:cubicBezTo>
                    <a:pt x="2588727" y="1215603"/>
                    <a:pt x="2489869" y="1308257"/>
                    <a:pt x="2475062" y="1430332"/>
                  </a:cubicBezTo>
                  <a:cubicBezTo>
                    <a:pt x="2455392" y="1596831"/>
                    <a:pt x="2585297" y="1738627"/>
                    <a:pt x="2747680" y="1738627"/>
                  </a:cubicBezTo>
                  <a:lnTo>
                    <a:pt x="2927898" y="1738627"/>
                  </a:lnTo>
                  <a:cubicBezTo>
                    <a:pt x="2929272" y="1738627"/>
                    <a:pt x="2930645" y="1740000"/>
                    <a:pt x="2930645" y="1741373"/>
                  </a:cubicBezTo>
                  <a:lnTo>
                    <a:pt x="2930645" y="2415598"/>
                  </a:lnTo>
                  <a:cubicBezTo>
                    <a:pt x="2932475" y="2438925"/>
                    <a:pt x="2933389" y="2468314"/>
                    <a:pt x="2933618" y="2506222"/>
                  </a:cubicBezTo>
                  <a:lnTo>
                    <a:pt x="2933488" y="2564265"/>
                  </a:lnTo>
                  <a:lnTo>
                    <a:pt x="3412312" y="2564265"/>
                  </a:lnTo>
                  <a:cubicBezTo>
                    <a:pt x="3491441" y="2299877"/>
                    <a:pt x="3736612" y="2106851"/>
                    <a:pt x="4026154" y="2106851"/>
                  </a:cubicBezTo>
                  <a:cubicBezTo>
                    <a:pt x="4315696" y="2106851"/>
                    <a:pt x="4560875" y="2300332"/>
                    <a:pt x="4639549" y="2564265"/>
                  </a:cubicBezTo>
                  <a:lnTo>
                    <a:pt x="5123490" y="2564265"/>
                  </a:lnTo>
                  <a:lnTo>
                    <a:pt x="5123490" y="1791046"/>
                  </a:lnTo>
                  <a:lnTo>
                    <a:pt x="5123498" y="1791046"/>
                  </a:lnTo>
                  <a:lnTo>
                    <a:pt x="5123498" y="683152"/>
                  </a:lnTo>
                  <a:lnTo>
                    <a:pt x="5489884" y="683152"/>
                  </a:lnTo>
                  <a:lnTo>
                    <a:pt x="5489884" y="2073915"/>
                  </a:lnTo>
                  <a:lnTo>
                    <a:pt x="5489876" y="2073915"/>
                  </a:lnTo>
                  <a:lnTo>
                    <a:pt x="5489876" y="2930651"/>
                  </a:lnTo>
                  <a:lnTo>
                    <a:pt x="4300602" y="2930651"/>
                  </a:lnTo>
                  <a:lnTo>
                    <a:pt x="4300602" y="2757290"/>
                  </a:lnTo>
                  <a:cubicBezTo>
                    <a:pt x="4300602" y="2617777"/>
                    <a:pt x="4200434" y="2493366"/>
                    <a:pt x="4062295" y="2475523"/>
                  </a:cubicBezTo>
                  <a:cubicBezTo>
                    <a:pt x="3894879" y="2454021"/>
                    <a:pt x="3751706" y="2584393"/>
                    <a:pt x="3751706" y="2747686"/>
                  </a:cubicBezTo>
                  <a:lnTo>
                    <a:pt x="3751706" y="2930651"/>
                  </a:lnTo>
                  <a:lnTo>
                    <a:pt x="3075195" y="2930651"/>
                  </a:lnTo>
                  <a:cubicBezTo>
                    <a:pt x="3048667" y="2932481"/>
                    <a:pt x="3014355" y="2933392"/>
                    <a:pt x="2968618" y="2933392"/>
                  </a:cubicBezTo>
                  <a:lnTo>
                    <a:pt x="2932475" y="2933207"/>
                  </a:lnTo>
                  <a:lnTo>
                    <a:pt x="2932475" y="3416420"/>
                  </a:lnTo>
                  <a:cubicBezTo>
                    <a:pt x="3196857" y="3495551"/>
                    <a:pt x="3389888" y="3740725"/>
                    <a:pt x="3389888" y="4030271"/>
                  </a:cubicBezTo>
                  <a:cubicBezTo>
                    <a:pt x="3389888" y="4319813"/>
                    <a:pt x="3196857" y="4564986"/>
                    <a:pt x="2932475" y="4644118"/>
                  </a:cubicBezTo>
                  <a:lnTo>
                    <a:pt x="2932475" y="5495824"/>
                  </a:lnTo>
                  <a:lnTo>
                    <a:pt x="917" y="5495824"/>
                  </a:lnTo>
                  <a:lnTo>
                    <a:pt x="917" y="2930188"/>
                  </a:lnTo>
                  <a:cubicBezTo>
                    <a:pt x="456" y="2929732"/>
                    <a:pt x="0" y="2929732"/>
                    <a:pt x="0" y="2929275"/>
                  </a:cubicBezTo>
                  <a:lnTo>
                    <a:pt x="0" y="359067"/>
                  </a:lnTo>
                  <a:cubicBezTo>
                    <a:pt x="0" y="161008"/>
                    <a:pt x="160553" y="455"/>
                    <a:pt x="358612" y="455"/>
                  </a:cubicBezTo>
                  <a:lnTo>
                    <a:pt x="2558317" y="455"/>
                  </a:ln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2800" name="Group 2799">
            <a:extLst>
              <a:ext uri="{FF2B5EF4-FFF2-40B4-BE49-F238E27FC236}">
                <a16:creationId xmlns:a16="http://schemas.microsoft.com/office/drawing/2014/main" id="{997C68B5-6B31-1B69-840F-4954DE071246}"/>
              </a:ext>
              <a:ext uri="{C183D7F6-B498-43B3-948B-1728B52AA6E4}">
                <adec:decorative xmlns:adec="http://schemas.microsoft.com/office/drawing/2017/decorative" val="1"/>
              </a:ext>
            </a:extLst>
          </p:cNvPr>
          <p:cNvGrpSpPr>
            <a:grpSpLocks noChangeAspect="1"/>
          </p:cNvGrpSpPr>
          <p:nvPr/>
        </p:nvGrpSpPr>
        <p:grpSpPr>
          <a:xfrm>
            <a:off x="10072407" y="3640697"/>
            <a:ext cx="427887" cy="457200"/>
            <a:chOff x="10072391" y="3636615"/>
            <a:chExt cx="427887" cy="457200"/>
          </a:xfrm>
          <a:solidFill>
            <a:srgbClr val="FF0000"/>
          </a:solidFill>
        </p:grpSpPr>
        <p:sp>
          <p:nvSpPr>
            <p:cNvPr id="1960" name="Freeform: Shape 1959">
              <a:extLst>
                <a:ext uri="{FF2B5EF4-FFF2-40B4-BE49-F238E27FC236}">
                  <a16:creationId xmlns:a16="http://schemas.microsoft.com/office/drawing/2014/main" id="{AD8C9A16-9E2A-4D2A-FF44-E01EDF1F5B98}"/>
                </a:ext>
                <a:ext uri="{C183D7F6-B498-43B3-948B-1728B52AA6E4}">
                  <adec:decorative xmlns:adec="http://schemas.microsoft.com/office/drawing/2017/decorative" val="1"/>
                </a:ext>
              </a:extLst>
            </p:cNvPr>
            <p:cNvSpPr/>
            <p:nvPr/>
          </p:nvSpPr>
          <p:spPr>
            <a:xfrm>
              <a:off x="10072391" y="3731326"/>
              <a:ext cx="368695" cy="356919"/>
            </a:xfrm>
            <a:custGeom>
              <a:avLst/>
              <a:gdLst>
                <a:gd name="connsiteX0" fmla="*/ 259581 w 685503"/>
                <a:gd name="connsiteY0" fmla="*/ 355486 h 663607"/>
                <a:gd name="connsiteX1" fmla="*/ 181742 w 685503"/>
                <a:gd name="connsiteY1" fmla="*/ 446435 h 663607"/>
                <a:gd name="connsiteX2" fmla="*/ 118599 w 685503"/>
                <a:gd name="connsiteY2" fmla="*/ 426933 h 663607"/>
                <a:gd name="connsiteX3" fmla="*/ 87329 w 685503"/>
                <a:gd name="connsiteY3" fmla="*/ 355528 h 663607"/>
                <a:gd name="connsiteX4" fmla="*/ 45549 w 685503"/>
                <a:gd name="connsiteY4" fmla="*/ 355528 h 663607"/>
                <a:gd name="connsiteX5" fmla="*/ 45549 w 685503"/>
                <a:gd name="connsiteY5" fmla="*/ 618014 h 663607"/>
                <a:gd name="connsiteX6" fmla="*/ 316430 w 685503"/>
                <a:gd name="connsiteY6" fmla="*/ 618014 h 663607"/>
                <a:gd name="connsiteX7" fmla="*/ 316430 w 685503"/>
                <a:gd name="connsiteY7" fmla="*/ 528046 h 663607"/>
                <a:gd name="connsiteX8" fmla="*/ 368154 w 685503"/>
                <a:gd name="connsiteY8" fmla="*/ 528088 h 663607"/>
                <a:gd name="connsiteX9" fmla="*/ 402934 w 685503"/>
                <a:gd name="connsiteY9" fmla="*/ 513569 h 663607"/>
                <a:gd name="connsiteX10" fmla="*/ 411774 w 685503"/>
                <a:gd name="connsiteY10" fmla="*/ 476732 h 663607"/>
                <a:gd name="connsiteX11" fmla="*/ 370497 w 685503"/>
                <a:gd name="connsiteY11" fmla="*/ 446577 h 663607"/>
                <a:gd name="connsiteX12" fmla="*/ 317019 w 685503"/>
                <a:gd name="connsiteY12" fmla="*/ 446435 h 663607"/>
                <a:gd name="connsiteX13" fmla="*/ 316277 w 685503"/>
                <a:gd name="connsiteY13" fmla="*/ 441321 h 663607"/>
                <a:gd name="connsiteX14" fmla="*/ 316244 w 685503"/>
                <a:gd name="connsiteY14" fmla="*/ 360796 h 663607"/>
                <a:gd name="connsiteX15" fmla="*/ 316244 w 685503"/>
                <a:gd name="connsiteY15" fmla="*/ 355486 h 663607"/>
                <a:gd name="connsiteX16" fmla="*/ 259581 w 685503"/>
                <a:gd name="connsiteY16" fmla="*/ 355486 h 663607"/>
                <a:gd name="connsiteX17" fmla="*/ 45438 w 685503"/>
                <a:gd name="connsiteY17" fmla="*/ 45087 h 663607"/>
                <a:gd name="connsiteX18" fmla="*/ 45438 w 685503"/>
                <a:gd name="connsiteY18" fmla="*/ 310112 h 663607"/>
                <a:gd name="connsiteX19" fmla="*/ 132599 w 685503"/>
                <a:gd name="connsiteY19" fmla="*/ 310112 h 663607"/>
                <a:gd name="connsiteX20" fmla="*/ 132669 w 685503"/>
                <a:gd name="connsiteY20" fmla="*/ 357617 h 663607"/>
                <a:gd name="connsiteX21" fmla="*/ 149722 w 685503"/>
                <a:gd name="connsiteY21" fmla="*/ 393439 h 663607"/>
                <a:gd name="connsiteX22" fmla="*/ 178694 w 685503"/>
                <a:gd name="connsiteY22" fmla="*/ 401109 h 663607"/>
                <a:gd name="connsiteX23" fmla="*/ 212087 w 685503"/>
                <a:gd name="connsiteY23" fmla="*/ 371046 h 663607"/>
                <a:gd name="connsiteX24" fmla="*/ 214021 w 685503"/>
                <a:gd name="connsiteY24" fmla="*/ 359307 h 663607"/>
                <a:gd name="connsiteX25" fmla="*/ 214110 w 685503"/>
                <a:gd name="connsiteY25" fmla="*/ 309917 h 663607"/>
                <a:gd name="connsiteX26" fmla="*/ 316244 w 685503"/>
                <a:gd name="connsiteY26" fmla="*/ 309917 h 663607"/>
                <a:gd name="connsiteX27" fmla="*/ 316244 w 685503"/>
                <a:gd name="connsiteY27" fmla="*/ 287932 h 663607"/>
                <a:gd name="connsiteX28" fmla="*/ 316244 w 685503"/>
                <a:gd name="connsiteY28" fmla="*/ 257206 h 663607"/>
                <a:gd name="connsiteX29" fmla="*/ 219166 w 685503"/>
                <a:gd name="connsiteY29" fmla="*/ 179732 h 663607"/>
                <a:gd name="connsiteX30" fmla="*/ 239164 w 685503"/>
                <a:gd name="connsiteY30" fmla="*/ 115838 h 663607"/>
                <a:gd name="connsiteX31" fmla="*/ 315883 w 685503"/>
                <a:gd name="connsiteY31" fmla="*/ 86290 h 663607"/>
                <a:gd name="connsiteX32" fmla="*/ 315883 w 685503"/>
                <a:gd name="connsiteY32" fmla="*/ 45087 h 663607"/>
                <a:gd name="connsiteX33" fmla="*/ 45438 w 685503"/>
                <a:gd name="connsiteY33" fmla="*/ 45087 h 663607"/>
                <a:gd name="connsiteX34" fmla="*/ 21 w 685503"/>
                <a:gd name="connsiteY34" fmla="*/ 0 h 663607"/>
                <a:gd name="connsiteX35" fmla="*/ 361142 w 685503"/>
                <a:gd name="connsiteY35" fmla="*/ 0 h 663607"/>
                <a:gd name="connsiteX36" fmla="*/ 361142 w 685503"/>
                <a:gd name="connsiteY36" fmla="*/ 131293 h 663607"/>
                <a:gd name="connsiteX37" fmla="*/ 356304 w 685503"/>
                <a:gd name="connsiteY37" fmla="*/ 131293 h 663607"/>
                <a:gd name="connsiteX38" fmla="*/ 304258 w 685503"/>
                <a:gd name="connsiteY38" fmla="*/ 131322 h 663607"/>
                <a:gd name="connsiteX39" fmla="*/ 264329 w 685503"/>
                <a:gd name="connsiteY39" fmla="*/ 175390 h 663607"/>
                <a:gd name="connsiteX40" fmla="*/ 290519 w 685503"/>
                <a:gd name="connsiteY40" fmla="*/ 207984 h 663607"/>
                <a:gd name="connsiteX41" fmla="*/ 311606 w 685503"/>
                <a:gd name="connsiteY41" fmla="*/ 211657 h 663607"/>
                <a:gd name="connsiteX42" fmla="*/ 361149 w 685503"/>
                <a:gd name="connsiteY42" fmla="*/ 211822 h 663607"/>
                <a:gd name="connsiteX43" fmla="*/ 361149 w 685503"/>
                <a:gd name="connsiteY43" fmla="*/ 309693 h 663607"/>
                <a:gd name="connsiteX44" fmla="*/ 422477 w 685503"/>
                <a:gd name="connsiteY44" fmla="*/ 309693 h 663607"/>
                <a:gd name="connsiteX45" fmla="*/ 453792 w 685503"/>
                <a:gd name="connsiteY45" fmla="*/ 233122 h 663607"/>
                <a:gd name="connsiteX46" fmla="*/ 510274 w 685503"/>
                <a:gd name="connsiteY46" fmla="*/ 213048 h 663607"/>
                <a:gd name="connsiteX47" fmla="*/ 594341 w 685503"/>
                <a:gd name="connsiteY47" fmla="*/ 308854 h 663607"/>
                <a:gd name="connsiteX48" fmla="*/ 685503 w 685503"/>
                <a:gd name="connsiteY48" fmla="*/ 308854 h 663607"/>
                <a:gd name="connsiteX49" fmla="*/ 685103 w 685503"/>
                <a:gd name="connsiteY49" fmla="*/ 576869 h 663607"/>
                <a:gd name="connsiteX50" fmla="*/ 640269 w 685503"/>
                <a:gd name="connsiteY50" fmla="*/ 576869 h 663607"/>
                <a:gd name="connsiteX51" fmla="*/ 640311 w 685503"/>
                <a:gd name="connsiteY51" fmla="*/ 354712 h 663607"/>
                <a:gd name="connsiteX52" fmla="*/ 548992 w 685503"/>
                <a:gd name="connsiteY52" fmla="*/ 354712 h 663607"/>
                <a:gd name="connsiteX53" fmla="*/ 548942 w 685503"/>
                <a:gd name="connsiteY53" fmla="*/ 305656 h 663607"/>
                <a:gd name="connsiteX54" fmla="*/ 547815 w 685503"/>
                <a:gd name="connsiteY54" fmla="*/ 292159 h 663607"/>
                <a:gd name="connsiteX55" fmla="*/ 503469 w 685503"/>
                <a:gd name="connsiteY55" fmla="*/ 258879 h 663607"/>
                <a:gd name="connsiteX56" fmla="*/ 467513 w 685503"/>
                <a:gd name="connsiteY56" fmla="*/ 297857 h 663607"/>
                <a:gd name="connsiteX57" fmla="*/ 467481 w 685503"/>
                <a:gd name="connsiteY57" fmla="*/ 350392 h 663607"/>
                <a:gd name="connsiteX58" fmla="*/ 467481 w 685503"/>
                <a:gd name="connsiteY58" fmla="*/ 355203 h 663607"/>
                <a:gd name="connsiteX59" fmla="*/ 414263 w 685503"/>
                <a:gd name="connsiteY59" fmla="*/ 355203 h 663607"/>
                <a:gd name="connsiteX60" fmla="*/ 361660 w 685503"/>
                <a:gd name="connsiteY60" fmla="*/ 355203 h 663607"/>
                <a:gd name="connsiteX61" fmla="*/ 361660 w 685503"/>
                <a:gd name="connsiteY61" fmla="*/ 401467 h 663607"/>
                <a:gd name="connsiteX62" fmla="*/ 426813 w 685503"/>
                <a:gd name="connsiteY62" fmla="*/ 421321 h 663607"/>
                <a:gd name="connsiteX63" fmla="*/ 458535 w 685503"/>
                <a:gd name="connsiteY63" fmla="*/ 481243 h 663607"/>
                <a:gd name="connsiteX64" fmla="*/ 438060 w 685503"/>
                <a:gd name="connsiteY64" fmla="*/ 543019 h 663607"/>
                <a:gd name="connsiteX65" fmla="*/ 361703 w 685503"/>
                <a:gd name="connsiteY65" fmla="*/ 573130 h 663607"/>
                <a:gd name="connsiteX66" fmla="*/ 361703 w 685503"/>
                <a:gd name="connsiteY66" fmla="*/ 618357 h 663607"/>
                <a:gd name="connsiteX67" fmla="*/ 598853 w 685503"/>
                <a:gd name="connsiteY67" fmla="*/ 618766 h 663607"/>
                <a:gd name="connsiteX68" fmla="*/ 598853 w 685503"/>
                <a:gd name="connsiteY68" fmla="*/ 663604 h 663607"/>
                <a:gd name="connsiteX69" fmla="*/ 249453 w 685503"/>
                <a:gd name="connsiteY69" fmla="*/ 663571 h 663607"/>
                <a:gd name="connsiteX70" fmla="*/ 24574 w 685503"/>
                <a:gd name="connsiteY70" fmla="*/ 663607 h 663607"/>
                <a:gd name="connsiteX71" fmla="*/ 28 w 685503"/>
                <a:gd name="connsiteY71" fmla="*/ 639521 h 663607"/>
                <a:gd name="connsiteX72" fmla="*/ 21 w 685503"/>
                <a:gd name="connsiteY72" fmla="*/ 637066 h 663607"/>
                <a:gd name="connsiteX73" fmla="*/ 21 w 685503"/>
                <a:gd name="connsiteY73" fmla="*/ 5636 h 663607"/>
                <a:gd name="connsiteX74" fmla="*/ 21 w 685503"/>
                <a:gd name="connsiteY74" fmla="*/ 0 h 66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85503" h="663607">
                  <a:moveTo>
                    <a:pt x="259581" y="355486"/>
                  </a:moveTo>
                  <a:cubicBezTo>
                    <a:pt x="259557" y="411849"/>
                    <a:pt x="218561" y="443197"/>
                    <a:pt x="181742" y="446435"/>
                  </a:cubicBezTo>
                  <a:cubicBezTo>
                    <a:pt x="158231" y="448503"/>
                    <a:pt x="136766" y="442044"/>
                    <a:pt x="118599" y="426933"/>
                  </a:cubicBezTo>
                  <a:cubicBezTo>
                    <a:pt x="96426" y="408490"/>
                    <a:pt x="87335" y="383788"/>
                    <a:pt x="87329" y="355528"/>
                  </a:cubicBezTo>
                  <a:cubicBezTo>
                    <a:pt x="73025" y="355528"/>
                    <a:pt x="59214" y="355528"/>
                    <a:pt x="45549" y="355528"/>
                  </a:cubicBezTo>
                  <a:cubicBezTo>
                    <a:pt x="45549" y="443315"/>
                    <a:pt x="45549" y="530777"/>
                    <a:pt x="45549" y="618014"/>
                  </a:cubicBezTo>
                  <a:cubicBezTo>
                    <a:pt x="135982" y="618014"/>
                    <a:pt x="226061" y="618014"/>
                    <a:pt x="316430" y="618014"/>
                  </a:cubicBezTo>
                  <a:cubicBezTo>
                    <a:pt x="316430" y="587899"/>
                    <a:pt x="316430" y="558165"/>
                    <a:pt x="316430" y="528046"/>
                  </a:cubicBezTo>
                  <a:cubicBezTo>
                    <a:pt x="333863" y="528046"/>
                    <a:pt x="351010" y="527910"/>
                    <a:pt x="368154" y="528088"/>
                  </a:cubicBezTo>
                  <a:cubicBezTo>
                    <a:pt x="381905" y="528231"/>
                    <a:pt x="393635" y="524006"/>
                    <a:pt x="402934" y="513569"/>
                  </a:cubicBezTo>
                  <a:cubicBezTo>
                    <a:pt x="412499" y="502836"/>
                    <a:pt x="415836" y="490656"/>
                    <a:pt x="411774" y="476732"/>
                  </a:cubicBezTo>
                  <a:cubicBezTo>
                    <a:pt x="406383" y="458246"/>
                    <a:pt x="388127" y="446776"/>
                    <a:pt x="370497" y="446577"/>
                  </a:cubicBezTo>
                  <a:cubicBezTo>
                    <a:pt x="352987" y="446379"/>
                    <a:pt x="335473" y="446527"/>
                    <a:pt x="317019" y="446435"/>
                  </a:cubicBezTo>
                  <a:cubicBezTo>
                    <a:pt x="316760" y="444730"/>
                    <a:pt x="316280" y="443026"/>
                    <a:pt x="316277" y="441321"/>
                  </a:cubicBezTo>
                  <a:cubicBezTo>
                    <a:pt x="316230" y="414479"/>
                    <a:pt x="316244" y="387638"/>
                    <a:pt x="316244" y="360796"/>
                  </a:cubicBezTo>
                  <a:cubicBezTo>
                    <a:pt x="316244" y="359050"/>
                    <a:pt x="316244" y="357303"/>
                    <a:pt x="316244" y="355486"/>
                  </a:cubicBezTo>
                  <a:cubicBezTo>
                    <a:pt x="297020" y="355486"/>
                    <a:pt x="278299" y="355486"/>
                    <a:pt x="259581" y="355486"/>
                  </a:cubicBezTo>
                  <a:close/>
                  <a:moveTo>
                    <a:pt x="45438" y="45087"/>
                  </a:moveTo>
                  <a:cubicBezTo>
                    <a:pt x="45438" y="133417"/>
                    <a:pt x="45438" y="221533"/>
                    <a:pt x="45438" y="310112"/>
                  </a:cubicBezTo>
                  <a:cubicBezTo>
                    <a:pt x="74546" y="310112"/>
                    <a:pt x="103417" y="310112"/>
                    <a:pt x="132599" y="310112"/>
                  </a:cubicBezTo>
                  <a:cubicBezTo>
                    <a:pt x="132599" y="326255"/>
                    <a:pt x="132360" y="341942"/>
                    <a:pt x="132669" y="357617"/>
                  </a:cubicBezTo>
                  <a:cubicBezTo>
                    <a:pt x="132953" y="371999"/>
                    <a:pt x="137675" y="384517"/>
                    <a:pt x="149722" y="393439"/>
                  </a:cubicBezTo>
                  <a:cubicBezTo>
                    <a:pt x="158377" y="399849"/>
                    <a:pt x="168317" y="402991"/>
                    <a:pt x="178694" y="401109"/>
                  </a:cubicBezTo>
                  <a:cubicBezTo>
                    <a:pt x="195619" y="398041"/>
                    <a:pt x="206827" y="387486"/>
                    <a:pt x="212087" y="371046"/>
                  </a:cubicBezTo>
                  <a:cubicBezTo>
                    <a:pt x="213285" y="367301"/>
                    <a:pt x="213970" y="363236"/>
                    <a:pt x="214021" y="359307"/>
                  </a:cubicBezTo>
                  <a:cubicBezTo>
                    <a:pt x="214232" y="342999"/>
                    <a:pt x="214110" y="326686"/>
                    <a:pt x="214110" y="309917"/>
                  </a:cubicBezTo>
                  <a:cubicBezTo>
                    <a:pt x="248399" y="309917"/>
                    <a:pt x="282179" y="309917"/>
                    <a:pt x="316244" y="309917"/>
                  </a:cubicBezTo>
                  <a:cubicBezTo>
                    <a:pt x="316244" y="302610"/>
                    <a:pt x="316244" y="295762"/>
                    <a:pt x="316244" y="287932"/>
                  </a:cubicBezTo>
                  <a:cubicBezTo>
                    <a:pt x="316244" y="277691"/>
                    <a:pt x="316244" y="267451"/>
                    <a:pt x="316244" y="257206"/>
                  </a:cubicBezTo>
                  <a:cubicBezTo>
                    <a:pt x="252854" y="258913"/>
                    <a:pt x="222647" y="216023"/>
                    <a:pt x="219166" y="179732"/>
                  </a:cubicBezTo>
                  <a:cubicBezTo>
                    <a:pt x="216881" y="155905"/>
                    <a:pt x="223415" y="133987"/>
                    <a:pt x="239164" y="115838"/>
                  </a:cubicBezTo>
                  <a:cubicBezTo>
                    <a:pt x="259322" y="92612"/>
                    <a:pt x="285757" y="83814"/>
                    <a:pt x="315883" y="86290"/>
                  </a:cubicBezTo>
                  <a:cubicBezTo>
                    <a:pt x="315883" y="71974"/>
                    <a:pt x="315883" y="58490"/>
                    <a:pt x="315883" y="45087"/>
                  </a:cubicBezTo>
                  <a:cubicBezTo>
                    <a:pt x="225558" y="45087"/>
                    <a:pt x="135594" y="45087"/>
                    <a:pt x="45438" y="45087"/>
                  </a:cubicBezTo>
                  <a:close/>
                  <a:moveTo>
                    <a:pt x="21" y="0"/>
                  </a:moveTo>
                  <a:cubicBezTo>
                    <a:pt x="120474" y="0"/>
                    <a:pt x="240669" y="0"/>
                    <a:pt x="361142" y="0"/>
                  </a:cubicBezTo>
                  <a:cubicBezTo>
                    <a:pt x="361142" y="43604"/>
                    <a:pt x="361142" y="87201"/>
                    <a:pt x="361142" y="131293"/>
                  </a:cubicBezTo>
                  <a:cubicBezTo>
                    <a:pt x="359472" y="131293"/>
                    <a:pt x="357888" y="131293"/>
                    <a:pt x="356304" y="131293"/>
                  </a:cubicBezTo>
                  <a:cubicBezTo>
                    <a:pt x="338955" y="131293"/>
                    <a:pt x="321605" y="131178"/>
                    <a:pt x="304258" y="131322"/>
                  </a:cubicBezTo>
                  <a:cubicBezTo>
                    <a:pt x="281633" y="131510"/>
                    <a:pt x="261675" y="151343"/>
                    <a:pt x="264329" y="175390"/>
                  </a:cubicBezTo>
                  <a:cubicBezTo>
                    <a:pt x="266099" y="191431"/>
                    <a:pt x="275660" y="202417"/>
                    <a:pt x="290519" y="207984"/>
                  </a:cubicBezTo>
                  <a:cubicBezTo>
                    <a:pt x="297101" y="210450"/>
                    <a:pt x="304521" y="211432"/>
                    <a:pt x="311606" y="211657"/>
                  </a:cubicBezTo>
                  <a:cubicBezTo>
                    <a:pt x="327951" y="212177"/>
                    <a:pt x="344324" y="211822"/>
                    <a:pt x="361149" y="211822"/>
                  </a:cubicBezTo>
                  <a:cubicBezTo>
                    <a:pt x="361149" y="244417"/>
                    <a:pt x="361149" y="276888"/>
                    <a:pt x="361149" y="309693"/>
                  </a:cubicBezTo>
                  <a:cubicBezTo>
                    <a:pt x="381637" y="309693"/>
                    <a:pt x="401667" y="309693"/>
                    <a:pt x="422477" y="309693"/>
                  </a:cubicBezTo>
                  <a:cubicBezTo>
                    <a:pt x="419661" y="278890"/>
                    <a:pt x="430851" y="253283"/>
                    <a:pt x="453792" y="233122"/>
                  </a:cubicBezTo>
                  <a:cubicBezTo>
                    <a:pt x="469723" y="219121"/>
                    <a:pt x="489159" y="211826"/>
                    <a:pt x="510274" y="213048"/>
                  </a:cubicBezTo>
                  <a:cubicBezTo>
                    <a:pt x="557007" y="215751"/>
                    <a:pt x="594199" y="247790"/>
                    <a:pt x="594341" y="308854"/>
                  </a:cubicBezTo>
                  <a:cubicBezTo>
                    <a:pt x="624522" y="308854"/>
                    <a:pt x="654710" y="308854"/>
                    <a:pt x="685503" y="308854"/>
                  </a:cubicBezTo>
                  <a:lnTo>
                    <a:pt x="685103" y="576869"/>
                  </a:lnTo>
                  <a:lnTo>
                    <a:pt x="640269" y="576869"/>
                  </a:lnTo>
                  <a:lnTo>
                    <a:pt x="640311" y="354712"/>
                  </a:lnTo>
                  <a:cubicBezTo>
                    <a:pt x="609565" y="354712"/>
                    <a:pt x="579440" y="354712"/>
                    <a:pt x="548992" y="354712"/>
                  </a:cubicBezTo>
                  <a:cubicBezTo>
                    <a:pt x="548992" y="338327"/>
                    <a:pt x="549069" y="321991"/>
                    <a:pt x="548942" y="305656"/>
                  </a:cubicBezTo>
                  <a:cubicBezTo>
                    <a:pt x="548907" y="301149"/>
                    <a:pt x="548780" y="296532"/>
                    <a:pt x="547815" y="292159"/>
                  </a:cubicBezTo>
                  <a:cubicBezTo>
                    <a:pt x="542981" y="270276"/>
                    <a:pt x="525154" y="256796"/>
                    <a:pt x="503469" y="258879"/>
                  </a:cubicBezTo>
                  <a:cubicBezTo>
                    <a:pt x="484352" y="260715"/>
                    <a:pt x="467674" y="278776"/>
                    <a:pt x="467513" y="297857"/>
                  </a:cubicBezTo>
                  <a:cubicBezTo>
                    <a:pt x="467365" y="315368"/>
                    <a:pt x="467481" y="332881"/>
                    <a:pt x="467481" y="350392"/>
                  </a:cubicBezTo>
                  <a:cubicBezTo>
                    <a:pt x="467481" y="351947"/>
                    <a:pt x="467481" y="353501"/>
                    <a:pt x="467481" y="355203"/>
                  </a:cubicBezTo>
                  <a:cubicBezTo>
                    <a:pt x="449270" y="355203"/>
                    <a:pt x="431766" y="355203"/>
                    <a:pt x="414263" y="355203"/>
                  </a:cubicBezTo>
                  <a:cubicBezTo>
                    <a:pt x="396795" y="355203"/>
                    <a:pt x="379327" y="355203"/>
                    <a:pt x="361660" y="355203"/>
                  </a:cubicBezTo>
                  <a:cubicBezTo>
                    <a:pt x="361660" y="370742"/>
                    <a:pt x="361660" y="385861"/>
                    <a:pt x="361660" y="401467"/>
                  </a:cubicBezTo>
                  <a:cubicBezTo>
                    <a:pt x="385984" y="399965"/>
                    <a:pt x="408064" y="406112"/>
                    <a:pt x="426813" y="421321"/>
                  </a:cubicBezTo>
                  <a:cubicBezTo>
                    <a:pt x="445681" y="436625"/>
                    <a:pt x="456895" y="456729"/>
                    <a:pt x="458535" y="481243"/>
                  </a:cubicBezTo>
                  <a:cubicBezTo>
                    <a:pt x="460087" y="504441"/>
                    <a:pt x="453389" y="525488"/>
                    <a:pt x="438060" y="543019"/>
                  </a:cubicBezTo>
                  <a:cubicBezTo>
                    <a:pt x="417983" y="565981"/>
                    <a:pt x="391816" y="574937"/>
                    <a:pt x="361703" y="573130"/>
                  </a:cubicBezTo>
                  <a:cubicBezTo>
                    <a:pt x="361703" y="588519"/>
                    <a:pt x="361703" y="603310"/>
                    <a:pt x="361703" y="618357"/>
                  </a:cubicBezTo>
                  <a:lnTo>
                    <a:pt x="598853" y="618766"/>
                  </a:lnTo>
                  <a:lnTo>
                    <a:pt x="598853" y="663604"/>
                  </a:lnTo>
                  <a:lnTo>
                    <a:pt x="249453" y="663571"/>
                  </a:lnTo>
                  <a:cubicBezTo>
                    <a:pt x="174493" y="663566"/>
                    <a:pt x="99534" y="663523"/>
                    <a:pt x="24574" y="663607"/>
                  </a:cubicBezTo>
                  <a:cubicBezTo>
                    <a:pt x="7937" y="663625"/>
                    <a:pt x="1034" y="653431"/>
                    <a:pt x="28" y="639521"/>
                  </a:cubicBezTo>
                  <a:cubicBezTo>
                    <a:pt x="-31" y="638707"/>
                    <a:pt x="21" y="637885"/>
                    <a:pt x="21" y="637066"/>
                  </a:cubicBezTo>
                  <a:cubicBezTo>
                    <a:pt x="21" y="426590"/>
                    <a:pt x="21" y="216113"/>
                    <a:pt x="21" y="5636"/>
                  </a:cubicBezTo>
                  <a:cubicBezTo>
                    <a:pt x="21" y="3858"/>
                    <a:pt x="21" y="2080"/>
                    <a:pt x="21"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66" name="Freeform: Shape 1965">
              <a:extLst>
                <a:ext uri="{FF2B5EF4-FFF2-40B4-BE49-F238E27FC236}">
                  <a16:creationId xmlns:a16="http://schemas.microsoft.com/office/drawing/2014/main" id="{AF6DC23B-6D2A-D16E-A4C5-1DEC9D171608}"/>
                </a:ext>
                <a:ext uri="{C183D7F6-B498-43B3-948B-1728B52AA6E4}">
                  <adec:decorative xmlns:adec="http://schemas.microsoft.com/office/drawing/2017/decorative" val="1"/>
                </a:ext>
              </a:extLst>
            </p:cNvPr>
            <p:cNvSpPr/>
            <p:nvPr/>
          </p:nvSpPr>
          <p:spPr>
            <a:xfrm>
              <a:off x="10284652" y="3636615"/>
              <a:ext cx="215626" cy="457200"/>
            </a:xfrm>
            <a:custGeom>
              <a:avLst/>
              <a:gdLst>
                <a:gd name="connsiteX0" fmla="*/ 1894700 w 3234391"/>
                <a:gd name="connsiteY0" fmla="*/ 6321772 h 6858000"/>
                <a:gd name="connsiteX1" fmla="*/ 2431251 w 3234391"/>
                <a:gd name="connsiteY1" fmla="*/ 6321772 h 6858000"/>
                <a:gd name="connsiteX2" fmla="*/ 2431251 w 3234391"/>
                <a:gd name="connsiteY2" fmla="*/ 6858000 h 6858000"/>
                <a:gd name="connsiteX3" fmla="*/ 1894700 w 3234391"/>
                <a:gd name="connsiteY3" fmla="*/ 6858000 h 6858000"/>
                <a:gd name="connsiteX4" fmla="*/ 1045759 w 3234391"/>
                <a:gd name="connsiteY4" fmla="*/ 2543490 h 6858000"/>
                <a:gd name="connsiteX5" fmla="*/ 944449 w 3234391"/>
                <a:gd name="connsiteY5" fmla="*/ 2633975 h 6858000"/>
                <a:gd name="connsiteX6" fmla="*/ 1011298 w 3234391"/>
                <a:gd name="connsiteY6" fmla="*/ 2747332 h 6858000"/>
                <a:gd name="connsiteX7" fmla="*/ 1139340 w 3234391"/>
                <a:gd name="connsiteY7" fmla="*/ 2700365 h 6858000"/>
                <a:gd name="connsiteX8" fmla="*/ 1045759 w 3234391"/>
                <a:gd name="connsiteY8" fmla="*/ 2543490 h 6858000"/>
                <a:gd name="connsiteX9" fmla="*/ 2580019 w 3234391"/>
                <a:gd name="connsiteY9" fmla="*/ 2131001 h 6858000"/>
                <a:gd name="connsiteX10" fmla="*/ 2481014 w 3234391"/>
                <a:gd name="connsiteY10" fmla="*/ 2200581 h 6858000"/>
                <a:gd name="connsiteX11" fmla="*/ 2526130 w 3234391"/>
                <a:gd name="connsiteY11" fmla="*/ 2321846 h 6858000"/>
                <a:gd name="connsiteX12" fmla="*/ 2639166 w 3234391"/>
                <a:gd name="connsiteY12" fmla="*/ 2317540 h 6858000"/>
                <a:gd name="connsiteX13" fmla="*/ 2678380 w 3234391"/>
                <a:gd name="connsiteY13" fmla="*/ 2201215 h 6858000"/>
                <a:gd name="connsiteX14" fmla="*/ 2580019 w 3234391"/>
                <a:gd name="connsiteY14" fmla="*/ 2131001 h 6858000"/>
                <a:gd name="connsiteX15" fmla="*/ 281928 w 3234391"/>
                <a:gd name="connsiteY15" fmla="*/ 2042771 h 6858000"/>
                <a:gd name="connsiteX16" fmla="*/ 200269 w 3234391"/>
                <a:gd name="connsiteY16" fmla="*/ 2096750 h 6858000"/>
                <a:gd name="connsiteX17" fmla="*/ 214661 w 3234391"/>
                <a:gd name="connsiteY17" fmla="*/ 2214176 h 6858000"/>
                <a:gd name="connsiteX18" fmla="*/ 343390 w 3234391"/>
                <a:gd name="connsiteY18" fmla="*/ 2233848 h 6858000"/>
                <a:gd name="connsiteX19" fmla="*/ 396724 w 3234391"/>
                <a:gd name="connsiteY19" fmla="*/ 2139303 h 6858000"/>
                <a:gd name="connsiteX20" fmla="*/ 316522 w 3234391"/>
                <a:gd name="connsiteY20" fmla="*/ 2044577 h 6858000"/>
                <a:gd name="connsiteX21" fmla="*/ 281928 w 3234391"/>
                <a:gd name="connsiteY21" fmla="*/ 2042771 h 6858000"/>
                <a:gd name="connsiteX22" fmla="*/ 2050615 w 3234391"/>
                <a:gd name="connsiteY22" fmla="*/ 1592978 h 6858000"/>
                <a:gd name="connsiteX23" fmla="*/ 1990921 w 3234391"/>
                <a:gd name="connsiteY23" fmla="*/ 1611775 h 6858000"/>
                <a:gd name="connsiteX24" fmla="*/ 1943558 w 3234391"/>
                <a:gd name="connsiteY24" fmla="*/ 1721016 h 6858000"/>
                <a:gd name="connsiteX25" fmla="*/ 2032527 w 3234391"/>
                <a:gd name="connsiteY25" fmla="*/ 1798453 h 6858000"/>
                <a:gd name="connsiteX26" fmla="*/ 2143352 w 3234391"/>
                <a:gd name="connsiteY26" fmla="*/ 1743470 h 6858000"/>
                <a:gd name="connsiteX27" fmla="*/ 2116448 w 3234391"/>
                <a:gd name="connsiteY27" fmla="*/ 1619942 h 6858000"/>
                <a:gd name="connsiteX28" fmla="*/ 2050615 w 3234391"/>
                <a:gd name="connsiteY28" fmla="*/ 1592978 h 6858000"/>
                <a:gd name="connsiteX29" fmla="*/ 1056952 w 3234391"/>
                <a:gd name="connsiteY29" fmla="*/ 1537082 h 6858000"/>
                <a:gd name="connsiteX30" fmla="*/ 960075 w 3234391"/>
                <a:gd name="connsiteY30" fmla="*/ 1588713 h 6858000"/>
                <a:gd name="connsiteX31" fmla="*/ 971595 w 3234391"/>
                <a:gd name="connsiteY31" fmla="*/ 1710642 h 6858000"/>
                <a:gd name="connsiteX32" fmla="*/ 1085736 w 3234391"/>
                <a:gd name="connsiteY32" fmla="*/ 1735887 h 6858000"/>
                <a:gd name="connsiteX33" fmla="*/ 1150111 w 3234391"/>
                <a:gd name="connsiteY33" fmla="*/ 1644308 h 6858000"/>
                <a:gd name="connsiteX34" fmla="*/ 1056952 w 3234391"/>
                <a:gd name="connsiteY34" fmla="*/ 1537082 h 6858000"/>
                <a:gd name="connsiteX35" fmla="*/ 3051623 w 3234391"/>
                <a:gd name="connsiteY35" fmla="*/ 2428 h 6858000"/>
                <a:gd name="connsiteX36" fmla="*/ 3233851 w 3234391"/>
                <a:gd name="connsiteY36" fmla="*/ 2428 h 6858000"/>
                <a:gd name="connsiteX37" fmla="*/ 3233851 w 3234391"/>
                <a:gd name="connsiteY37" fmla="*/ 43896 h 6858000"/>
                <a:gd name="connsiteX38" fmla="*/ 3234391 w 3234391"/>
                <a:gd name="connsiteY38" fmla="*/ 1671753 h 6858000"/>
                <a:gd name="connsiteX39" fmla="*/ 3208447 w 3234391"/>
                <a:gd name="connsiteY39" fmla="*/ 1733588 h 6858000"/>
                <a:gd name="connsiteX40" fmla="*/ 2839456 w 3234391"/>
                <a:gd name="connsiteY40" fmla="*/ 2101123 h 6858000"/>
                <a:gd name="connsiteX41" fmla="*/ 2860060 w 3234391"/>
                <a:gd name="connsiteY41" fmla="*/ 2313991 h 6858000"/>
                <a:gd name="connsiteX42" fmla="*/ 2771831 w 3234391"/>
                <a:gd name="connsiteY42" fmla="*/ 2454641 h 6858000"/>
                <a:gd name="connsiteX43" fmla="*/ 2434456 w 3234391"/>
                <a:gd name="connsiteY43" fmla="*/ 2487979 h 6858000"/>
                <a:gd name="connsiteX44" fmla="*/ 2295573 w 3234391"/>
                <a:gd name="connsiteY44" fmla="*/ 2299491 h 6858000"/>
                <a:gd name="connsiteX45" fmla="*/ 2522615 w 3234391"/>
                <a:gd name="connsiteY45" fmla="*/ 1947841 h 6858000"/>
                <a:gd name="connsiteX46" fmla="*/ 2680131 w 3234391"/>
                <a:gd name="connsiteY46" fmla="*/ 1958638 h 6858000"/>
                <a:gd name="connsiteX47" fmla="*/ 2732289 w 3234391"/>
                <a:gd name="connsiteY47" fmla="*/ 1948034 h 6858000"/>
                <a:gd name="connsiteX48" fmla="*/ 3033689 w 3234391"/>
                <a:gd name="connsiteY48" fmla="*/ 1644557 h 6858000"/>
                <a:gd name="connsiteX49" fmla="*/ 3050902 w 3234391"/>
                <a:gd name="connsiteY49" fmla="*/ 1592170 h 6858000"/>
                <a:gd name="connsiteX50" fmla="*/ 3051623 w 3234391"/>
                <a:gd name="connsiteY50" fmla="*/ 51450 h 6858000"/>
                <a:gd name="connsiteX51" fmla="*/ 3051623 w 3234391"/>
                <a:gd name="connsiteY51" fmla="*/ 2428 h 6858000"/>
                <a:gd name="connsiteX52" fmla="*/ 1989945 w 3234391"/>
                <a:gd name="connsiteY52" fmla="*/ 2186 h 6858000"/>
                <a:gd name="connsiteX53" fmla="*/ 2178054 w 3234391"/>
                <a:gd name="connsiteY53" fmla="*/ 2186 h 6858000"/>
                <a:gd name="connsiteX54" fmla="*/ 2180009 w 3234391"/>
                <a:gd name="connsiteY54" fmla="*/ 40622 h 6858000"/>
                <a:gd name="connsiteX55" fmla="*/ 2180723 w 3234391"/>
                <a:gd name="connsiteY55" fmla="*/ 579254 h 6858000"/>
                <a:gd name="connsiteX56" fmla="*/ 2154054 w 3234391"/>
                <a:gd name="connsiteY56" fmla="*/ 640809 h 6858000"/>
                <a:gd name="connsiteX57" fmla="*/ 1713520 w 3234391"/>
                <a:gd name="connsiteY57" fmla="*/ 1079625 h 6858000"/>
                <a:gd name="connsiteX58" fmla="*/ 1680162 w 3234391"/>
                <a:gd name="connsiteY58" fmla="*/ 1158348 h 6858000"/>
                <a:gd name="connsiteX59" fmla="*/ 1680950 w 3234391"/>
                <a:gd name="connsiteY59" fmla="*/ 2683163 h 6858000"/>
                <a:gd name="connsiteX60" fmla="*/ 1680950 w 3234391"/>
                <a:gd name="connsiteY60" fmla="*/ 2741351 h 6858000"/>
                <a:gd name="connsiteX61" fmla="*/ 1634018 w 3234391"/>
                <a:gd name="connsiteY61" fmla="*/ 2741351 h 6858000"/>
                <a:gd name="connsiteX62" fmla="*/ 1356784 w 3234391"/>
                <a:gd name="connsiteY62" fmla="*/ 2740875 h 6858000"/>
                <a:gd name="connsiteX63" fmla="*/ 1315404 w 3234391"/>
                <a:gd name="connsiteY63" fmla="*/ 2766553 h 6858000"/>
                <a:gd name="connsiteX64" fmla="*/ 1003207 w 3234391"/>
                <a:gd name="connsiteY64" fmla="*/ 2937532 h 6858000"/>
                <a:gd name="connsiteX65" fmla="*/ 761352 w 3234391"/>
                <a:gd name="connsiteY65" fmla="*/ 2688692 h 6858000"/>
                <a:gd name="connsiteX66" fmla="*/ 847249 w 3234391"/>
                <a:gd name="connsiteY66" fmla="*/ 2438109 h 6858000"/>
                <a:gd name="connsiteX67" fmla="*/ 1246642 w 3234391"/>
                <a:gd name="connsiteY67" fmla="*/ 2439087 h 6858000"/>
                <a:gd name="connsiteX68" fmla="*/ 1317238 w 3234391"/>
                <a:gd name="connsiteY68" fmla="*/ 2536486 h 6858000"/>
                <a:gd name="connsiteX69" fmla="*/ 1344230 w 3234391"/>
                <a:gd name="connsiteY69" fmla="*/ 2558041 h 6858000"/>
                <a:gd name="connsiteX70" fmla="*/ 1498722 w 3234391"/>
                <a:gd name="connsiteY70" fmla="*/ 2559048 h 6858000"/>
                <a:gd name="connsiteX71" fmla="*/ 1498722 w 3234391"/>
                <a:gd name="connsiteY71" fmla="*/ 2398628 h 6858000"/>
                <a:gd name="connsiteX72" fmla="*/ 1498722 w 3234391"/>
                <a:gd name="connsiteY72" fmla="*/ 2234281 h 6858000"/>
                <a:gd name="connsiteX73" fmla="*/ 1454973 w 3234391"/>
                <a:gd name="connsiteY73" fmla="*/ 2234281 h 6858000"/>
                <a:gd name="connsiteX74" fmla="*/ 611380 w 3234391"/>
                <a:gd name="connsiteY74" fmla="*/ 2233478 h 6858000"/>
                <a:gd name="connsiteX75" fmla="*/ 552586 w 3234391"/>
                <a:gd name="connsiteY75" fmla="*/ 2271501 h 6858000"/>
                <a:gd name="connsiteX76" fmla="*/ 291515 w 3234391"/>
                <a:gd name="connsiteY76" fmla="*/ 2437275 h 6858000"/>
                <a:gd name="connsiteX77" fmla="*/ 499 w 3234391"/>
                <a:gd name="connsiteY77" fmla="*/ 2156002 h 6858000"/>
                <a:gd name="connsiteX78" fmla="*/ 318566 w 3234391"/>
                <a:gd name="connsiteY78" fmla="*/ 1854630 h 6858000"/>
                <a:gd name="connsiteX79" fmla="*/ 568516 w 3234391"/>
                <a:gd name="connsiteY79" fmla="*/ 2050495 h 6858000"/>
                <a:gd name="connsiteX80" fmla="*/ 1496030 w 3234391"/>
                <a:gd name="connsiteY80" fmla="*/ 2050495 h 6858000"/>
                <a:gd name="connsiteX81" fmla="*/ 1496030 w 3234391"/>
                <a:gd name="connsiteY81" fmla="*/ 1735133 h 6858000"/>
                <a:gd name="connsiteX82" fmla="*/ 1396287 w 3234391"/>
                <a:gd name="connsiteY82" fmla="*/ 1735133 h 6858000"/>
                <a:gd name="connsiteX83" fmla="*/ 1299679 w 3234391"/>
                <a:gd name="connsiteY83" fmla="*/ 1787467 h 6858000"/>
                <a:gd name="connsiteX84" fmla="*/ 862020 w 3234391"/>
                <a:gd name="connsiteY84" fmla="*/ 1864639 h 6858000"/>
                <a:gd name="connsiteX85" fmla="*/ 756422 w 3234391"/>
                <a:gd name="connsiteY85" fmla="*/ 1640142 h 6858000"/>
                <a:gd name="connsiteX86" fmla="*/ 1000461 w 3234391"/>
                <a:gd name="connsiteY86" fmla="*/ 1352908 h 6858000"/>
                <a:gd name="connsiteX87" fmla="*/ 1314705 w 3234391"/>
                <a:gd name="connsiteY87" fmla="*/ 1518020 h 6858000"/>
                <a:gd name="connsiteX88" fmla="*/ 1358901 w 3234391"/>
                <a:gd name="connsiteY88" fmla="*/ 1545482 h 6858000"/>
                <a:gd name="connsiteX89" fmla="*/ 1498722 w 3234391"/>
                <a:gd name="connsiteY89" fmla="*/ 1544978 h 6858000"/>
                <a:gd name="connsiteX90" fmla="*/ 1498722 w 3234391"/>
                <a:gd name="connsiteY90" fmla="*/ 1500490 h 6858000"/>
                <a:gd name="connsiteX91" fmla="*/ 1498170 w 3234391"/>
                <a:gd name="connsiteY91" fmla="*/ 1068793 h 6858000"/>
                <a:gd name="connsiteX92" fmla="*/ 1527333 w 3234391"/>
                <a:gd name="connsiteY92" fmla="*/ 996310 h 6858000"/>
                <a:gd name="connsiteX93" fmla="*/ 1965167 w 3234391"/>
                <a:gd name="connsiteY93" fmla="*/ 560402 h 6858000"/>
                <a:gd name="connsiteX94" fmla="*/ 1990458 w 3234391"/>
                <a:gd name="connsiteY94" fmla="*/ 498296 h 6858000"/>
                <a:gd name="connsiteX95" fmla="*/ 1989945 w 3234391"/>
                <a:gd name="connsiteY95" fmla="*/ 46796 h 6858000"/>
                <a:gd name="connsiteX96" fmla="*/ 1989945 w 3234391"/>
                <a:gd name="connsiteY96" fmla="*/ 2186 h 6858000"/>
                <a:gd name="connsiteX97" fmla="*/ 2520780 w 3234391"/>
                <a:gd name="connsiteY97" fmla="*/ 0 h 6858000"/>
                <a:gd name="connsiteX98" fmla="*/ 2631353 w 3234391"/>
                <a:gd name="connsiteY98" fmla="*/ 0 h 6858000"/>
                <a:gd name="connsiteX99" fmla="*/ 2700831 w 3234391"/>
                <a:gd name="connsiteY99" fmla="*/ 0 h 6858000"/>
                <a:gd name="connsiteX100" fmla="*/ 2702921 w 3234391"/>
                <a:gd name="connsiteY100" fmla="*/ 41313 h 6858000"/>
                <a:gd name="connsiteX101" fmla="*/ 2701983 w 3234391"/>
                <a:gd name="connsiteY101" fmla="*/ 1142340 h 6858000"/>
                <a:gd name="connsiteX102" fmla="*/ 2678199 w 3234391"/>
                <a:gd name="connsiteY102" fmla="*/ 1199773 h 6858000"/>
                <a:gd name="connsiteX103" fmla="*/ 2339628 w 3234391"/>
                <a:gd name="connsiteY103" fmla="*/ 1538887 h 6858000"/>
                <a:gd name="connsiteX104" fmla="*/ 2322953 w 3234391"/>
                <a:gd name="connsiteY104" fmla="*/ 1603529 h 6858000"/>
                <a:gd name="connsiteX105" fmla="*/ 2258929 w 3234391"/>
                <a:gd name="connsiteY105" fmla="*/ 1904238 h 6858000"/>
                <a:gd name="connsiteX106" fmla="*/ 1879350 w 3234391"/>
                <a:gd name="connsiteY106" fmla="*/ 1937040 h 6858000"/>
                <a:gd name="connsiteX107" fmla="*/ 1850786 w 3234391"/>
                <a:gd name="connsiteY107" fmla="*/ 1483029 h 6858000"/>
                <a:gd name="connsiteX108" fmla="*/ 2150560 w 3234391"/>
                <a:gd name="connsiteY108" fmla="*/ 1424936 h 6858000"/>
                <a:gd name="connsiteX109" fmla="*/ 2194210 w 3234391"/>
                <a:gd name="connsiteY109" fmla="*/ 1416743 h 6858000"/>
                <a:gd name="connsiteX110" fmla="*/ 2501212 w 3234391"/>
                <a:gd name="connsiteY110" fmla="*/ 1107675 h 6858000"/>
                <a:gd name="connsiteX111" fmla="*/ 2519977 w 3234391"/>
                <a:gd name="connsiteY111" fmla="*/ 1055899 h 6858000"/>
                <a:gd name="connsiteX112" fmla="*/ 2520780 w 3234391"/>
                <a:gd name="connsiteY112" fmla="*/ 53885 h 6858000"/>
                <a:gd name="connsiteX113" fmla="*/ 2520780 w 3234391"/>
                <a:gd name="connsiteY113"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234391" h="6858000">
                  <a:moveTo>
                    <a:pt x="1894700" y="6321772"/>
                  </a:moveTo>
                  <a:lnTo>
                    <a:pt x="2431251" y="6321772"/>
                  </a:lnTo>
                  <a:lnTo>
                    <a:pt x="2431251" y="6858000"/>
                  </a:lnTo>
                  <a:lnTo>
                    <a:pt x="1894700" y="6858000"/>
                  </a:lnTo>
                  <a:close/>
                  <a:moveTo>
                    <a:pt x="1045759" y="2543490"/>
                  </a:moveTo>
                  <a:cubicBezTo>
                    <a:pt x="1003516" y="2544672"/>
                    <a:pt x="952243" y="2590467"/>
                    <a:pt x="944449" y="2633975"/>
                  </a:cubicBezTo>
                  <a:cubicBezTo>
                    <a:pt x="936942" y="2675874"/>
                    <a:pt x="969070" y="2730351"/>
                    <a:pt x="1011298" y="2747332"/>
                  </a:cubicBezTo>
                  <a:cubicBezTo>
                    <a:pt x="1054807" y="2764827"/>
                    <a:pt x="1108293" y="2746705"/>
                    <a:pt x="1139340" y="2700365"/>
                  </a:cubicBezTo>
                  <a:cubicBezTo>
                    <a:pt x="1172622" y="2621561"/>
                    <a:pt x="1124732" y="2541279"/>
                    <a:pt x="1045759" y="2543490"/>
                  </a:cubicBezTo>
                  <a:close/>
                  <a:moveTo>
                    <a:pt x="2580019" y="2131001"/>
                  </a:moveTo>
                  <a:cubicBezTo>
                    <a:pt x="2531962" y="2129450"/>
                    <a:pt x="2502521" y="2154681"/>
                    <a:pt x="2481014" y="2200581"/>
                  </a:cubicBezTo>
                  <a:cubicBezTo>
                    <a:pt x="2457443" y="2249686"/>
                    <a:pt x="2489743" y="2292137"/>
                    <a:pt x="2526130" y="2321846"/>
                  </a:cubicBezTo>
                  <a:cubicBezTo>
                    <a:pt x="2554971" y="2345394"/>
                    <a:pt x="2604669" y="2342143"/>
                    <a:pt x="2639166" y="2317540"/>
                  </a:cubicBezTo>
                  <a:cubicBezTo>
                    <a:pt x="2676129" y="2291177"/>
                    <a:pt x="2691846" y="2244557"/>
                    <a:pt x="2678380" y="2201215"/>
                  </a:cubicBezTo>
                  <a:cubicBezTo>
                    <a:pt x="2666694" y="2163602"/>
                    <a:pt x="2621155" y="2132328"/>
                    <a:pt x="2580019" y="2131001"/>
                  </a:cubicBezTo>
                  <a:close/>
                  <a:moveTo>
                    <a:pt x="281928" y="2042771"/>
                  </a:moveTo>
                  <a:cubicBezTo>
                    <a:pt x="248382" y="2046368"/>
                    <a:pt x="218776" y="2065719"/>
                    <a:pt x="200269" y="2096750"/>
                  </a:cubicBezTo>
                  <a:cubicBezTo>
                    <a:pt x="175074" y="2138996"/>
                    <a:pt x="188902" y="2188118"/>
                    <a:pt x="214661" y="2214176"/>
                  </a:cubicBezTo>
                  <a:cubicBezTo>
                    <a:pt x="253725" y="2253694"/>
                    <a:pt x="289400" y="2260443"/>
                    <a:pt x="343390" y="2233848"/>
                  </a:cubicBezTo>
                  <a:cubicBezTo>
                    <a:pt x="377041" y="2211274"/>
                    <a:pt x="396796" y="2179586"/>
                    <a:pt x="396724" y="2139303"/>
                  </a:cubicBezTo>
                  <a:cubicBezTo>
                    <a:pt x="396650" y="2098235"/>
                    <a:pt x="355819" y="2052752"/>
                    <a:pt x="316522" y="2044577"/>
                  </a:cubicBezTo>
                  <a:cubicBezTo>
                    <a:pt x="304730" y="2042124"/>
                    <a:pt x="293110" y="2041572"/>
                    <a:pt x="281928" y="2042771"/>
                  </a:cubicBezTo>
                  <a:close/>
                  <a:moveTo>
                    <a:pt x="2050615" y="1592978"/>
                  </a:moveTo>
                  <a:cubicBezTo>
                    <a:pt x="2030261" y="1591654"/>
                    <a:pt x="2010929" y="1597956"/>
                    <a:pt x="1990921" y="1611775"/>
                  </a:cubicBezTo>
                  <a:cubicBezTo>
                    <a:pt x="1958254" y="1634335"/>
                    <a:pt x="1934762" y="1688516"/>
                    <a:pt x="1943558" y="1721016"/>
                  </a:cubicBezTo>
                  <a:cubicBezTo>
                    <a:pt x="1953637" y="1758261"/>
                    <a:pt x="1996206" y="1795312"/>
                    <a:pt x="2032527" y="1798453"/>
                  </a:cubicBezTo>
                  <a:cubicBezTo>
                    <a:pt x="2084432" y="1802941"/>
                    <a:pt x="2121976" y="1784314"/>
                    <a:pt x="2143352" y="1743470"/>
                  </a:cubicBezTo>
                  <a:cubicBezTo>
                    <a:pt x="2158527" y="1714477"/>
                    <a:pt x="2146823" y="1652807"/>
                    <a:pt x="2116448" y="1619942"/>
                  </a:cubicBezTo>
                  <a:cubicBezTo>
                    <a:pt x="2092347" y="1603254"/>
                    <a:pt x="2070969" y="1594302"/>
                    <a:pt x="2050615" y="1592978"/>
                  </a:cubicBezTo>
                  <a:close/>
                  <a:moveTo>
                    <a:pt x="1056952" y="1537082"/>
                  </a:moveTo>
                  <a:cubicBezTo>
                    <a:pt x="1013417" y="1533194"/>
                    <a:pt x="982394" y="1553156"/>
                    <a:pt x="960075" y="1588713"/>
                  </a:cubicBezTo>
                  <a:cubicBezTo>
                    <a:pt x="935228" y="1628298"/>
                    <a:pt x="939363" y="1669420"/>
                    <a:pt x="971595" y="1710642"/>
                  </a:cubicBezTo>
                  <a:cubicBezTo>
                    <a:pt x="995331" y="1740999"/>
                    <a:pt x="1041428" y="1751194"/>
                    <a:pt x="1085736" y="1735887"/>
                  </a:cubicBezTo>
                  <a:cubicBezTo>
                    <a:pt x="1126209" y="1721906"/>
                    <a:pt x="1149864" y="1688253"/>
                    <a:pt x="1150111" y="1644308"/>
                  </a:cubicBezTo>
                  <a:cubicBezTo>
                    <a:pt x="1150451" y="1583838"/>
                    <a:pt x="1131188" y="1560006"/>
                    <a:pt x="1056952" y="1537082"/>
                  </a:cubicBezTo>
                  <a:close/>
                  <a:moveTo>
                    <a:pt x="3051623" y="2428"/>
                  </a:moveTo>
                  <a:cubicBezTo>
                    <a:pt x="3112682" y="2428"/>
                    <a:pt x="3170164" y="2428"/>
                    <a:pt x="3233851" y="2428"/>
                  </a:cubicBezTo>
                  <a:cubicBezTo>
                    <a:pt x="3233851" y="16131"/>
                    <a:pt x="3233851" y="30013"/>
                    <a:pt x="3233851" y="43896"/>
                  </a:cubicBezTo>
                  <a:cubicBezTo>
                    <a:pt x="3233851" y="586515"/>
                    <a:pt x="3233676" y="1129134"/>
                    <a:pt x="3234391" y="1671753"/>
                  </a:cubicBezTo>
                  <a:cubicBezTo>
                    <a:pt x="3234426" y="1697627"/>
                    <a:pt x="3226716" y="1715568"/>
                    <a:pt x="3208447" y="1733588"/>
                  </a:cubicBezTo>
                  <a:cubicBezTo>
                    <a:pt x="3085356" y="1855002"/>
                    <a:pt x="2963324" y="1977492"/>
                    <a:pt x="2839456" y="2101123"/>
                  </a:cubicBezTo>
                  <a:cubicBezTo>
                    <a:pt x="2873388" y="2169783"/>
                    <a:pt x="2879433" y="2241699"/>
                    <a:pt x="2860060" y="2313991"/>
                  </a:cubicBezTo>
                  <a:cubicBezTo>
                    <a:pt x="2845338" y="2368925"/>
                    <a:pt x="2815785" y="2416794"/>
                    <a:pt x="2771831" y="2454641"/>
                  </a:cubicBezTo>
                  <a:cubicBezTo>
                    <a:pt x="2683808" y="2530434"/>
                    <a:pt x="2546192" y="2551775"/>
                    <a:pt x="2434456" y="2487979"/>
                  </a:cubicBezTo>
                  <a:cubicBezTo>
                    <a:pt x="2364165" y="2440678"/>
                    <a:pt x="2312181" y="2384183"/>
                    <a:pt x="2295573" y="2299491"/>
                  </a:cubicBezTo>
                  <a:cubicBezTo>
                    <a:pt x="2262537" y="2131033"/>
                    <a:pt x="2357384" y="1981793"/>
                    <a:pt x="2522615" y="1947841"/>
                  </a:cubicBezTo>
                  <a:cubicBezTo>
                    <a:pt x="2577638" y="1936535"/>
                    <a:pt x="2629130" y="1942541"/>
                    <a:pt x="2680131" y="1958638"/>
                  </a:cubicBezTo>
                  <a:cubicBezTo>
                    <a:pt x="2702260" y="1965622"/>
                    <a:pt x="2716040" y="1964457"/>
                    <a:pt x="2732289" y="1948034"/>
                  </a:cubicBezTo>
                  <a:cubicBezTo>
                    <a:pt x="2832571" y="1846689"/>
                    <a:pt x="2934266" y="1746731"/>
                    <a:pt x="3033689" y="1644557"/>
                  </a:cubicBezTo>
                  <a:cubicBezTo>
                    <a:pt x="3045323" y="1632600"/>
                    <a:pt x="3050872" y="1609902"/>
                    <a:pt x="3050902" y="1592170"/>
                  </a:cubicBezTo>
                  <a:cubicBezTo>
                    <a:pt x="3051794" y="1078597"/>
                    <a:pt x="3051623" y="565023"/>
                    <a:pt x="3051623" y="51450"/>
                  </a:cubicBezTo>
                  <a:cubicBezTo>
                    <a:pt x="3051623" y="35906"/>
                    <a:pt x="3051623" y="20363"/>
                    <a:pt x="3051623" y="2428"/>
                  </a:cubicBezTo>
                  <a:close/>
                  <a:moveTo>
                    <a:pt x="1989945" y="2186"/>
                  </a:moveTo>
                  <a:cubicBezTo>
                    <a:pt x="2054159" y="2186"/>
                    <a:pt x="2114271" y="2186"/>
                    <a:pt x="2178054" y="2186"/>
                  </a:cubicBezTo>
                  <a:cubicBezTo>
                    <a:pt x="2178748" y="15256"/>
                    <a:pt x="2179999" y="27938"/>
                    <a:pt x="2180009" y="40622"/>
                  </a:cubicBezTo>
                  <a:cubicBezTo>
                    <a:pt x="2180136" y="220167"/>
                    <a:pt x="2179529" y="399717"/>
                    <a:pt x="2180723" y="579254"/>
                  </a:cubicBezTo>
                  <a:cubicBezTo>
                    <a:pt x="2180897" y="605496"/>
                    <a:pt x="2172039" y="622970"/>
                    <a:pt x="2154054" y="640809"/>
                  </a:cubicBezTo>
                  <a:cubicBezTo>
                    <a:pt x="2006903" y="786772"/>
                    <a:pt x="1861072" y="934071"/>
                    <a:pt x="1713520" y="1079625"/>
                  </a:cubicBezTo>
                  <a:cubicBezTo>
                    <a:pt x="1690218" y="1102613"/>
                    <a:pt x="1680089" y="1125015"/>
                    <a:pt x="1680162" y="1158348"/>
                  </a:cubicBezTo>
                  <a:cubicBezTo>
                    <a:pt x="1681295" y="1666618"/>
                    <a:pt x="1680950" y="2174891"/>
                    <a:pt x="1680950" y="2683163"/>
                  </a:cubicBezTo>
                  <a:cubicBezTo>
                    <a:pt x="1680950" y="2700287"/>
                    <a:pt x="1680950" y="2717412"/>
                    <a:pt x="1680950" y="2741351"/>
                  </a:cubicBezTo>
                  <a:cubicBezTo>
                    <a:pt x="1664250" y="2741351"/>
                    <a:pt x="1649134" y="2741351"/>
                    <a:pt x="1634018" y="2741351"/>
                  </a:cubicBezTo>
                  <a:cubicBezTo>
                    <a:pt x="1541605" y="2741353"/>
                    <a:pt x="1449185" y="2741989"/>
                    <a:pt x="1356784" y="2740875"/>
                  </a:cubicBezTo>
                  <a:cubicBezTo>
                    <a:pt x="1335643" y="2740621"/>
                    <a:pt x="1325126" y="2746979"/>
                    <a:pt x="1315404" y="2766553"/>
                  </a:cubicBezTo>
                  <a:cubicBezTo>
                    <a:pt x="1241084" y="2916185"/>
                    <a:pt x="1134929" y="2953402"/>
                    <a:pt x="1003207" y="2937532"/>
                  </a:cubicBezTo>
                  <a:cubicBezTo>
                    <a:pt x="878193" y="2922470"/>
                    <a:pt x="777391" y="2825325"/>
                    <a:pt x="761352" y="2688692"/>
                  </a:cubicBezTo>
                  <a:cubicBezTo>
                    <a:pt x="749804" y="2590323"/>
                    <a:pt x="777175" y="2507416"/>
                    <a:pt x="847249" y="2438109"/>
                  </a:cubicBezTo>
                  <a:cubicBezTo>
                    <a:pt x="953831" y="2332693"/>
                    <a:pt x="1142660" y="2331897"/>
                    <a:pt x="1246642" y="2439087"/>
                  </a:cubicBezTo>
                  <a:cubicBezTo>
                    <a:pt x="1274263" y="2467561"/>
                    <a:pt x="1293156" y="2504382"/>
                    <a:pt x="1317238" y="2536486"/>
                  </a:cubicBezTo>
                  <a:cubicBezTo>
                    <a:pt x="1324082" y="2545610"/>
                    <a:pt x="1334830" y="2557637"/>
                    <a:pt x="1344230" y="2558041"/>
                  </a:cubicBezTo>
                  <a:cubicBezTo>
                    <a:pt x="1394027" y="2560185"/>
                    <a:pt x="1443967" y="2559048"/>
                    <a:pt x="1498722" y="2559048"/>
                  </a:cubicBezTo>
                  <a:cubicBezTo>
                    <a:pt x="1498722" y="2503322"/>
                    <a:pt x="1498722" y="2450975"/>
                    <a:pt x="1498722" y="2398628"/>
                  </a:cubicBezTo>
                  <a:cubicBezTo>
                    <a:pt x="1498722" y="2345933"/>
                    <a:pt x="1498722" y="2293239"/>
                    <a:pt x="1498722" y="2234281"/>
                  </a:cubicBezTo>
                  <a:cubicBezTo>
                    <a:pt x="1482708" y="2234281"/>
                    <a:pt x="1468841" y="2234281"/>
                    <a:pt x="1454973" y="2234281"/>
                  </a:cubicBezTo>
                  <a:cubicBezTo>
                    <a:pt x="1173774" y="2234281"/>
                    <a:pt x="892573" y="2234854"/>
                    <a:pt x="611380" y="2233478"/>
                  </a:cubicBezTo>
                  <a:cubicBezTo>
                    <a:pt x="579971" y="2233325"/>
                    <a:pt x="565160" y="2243617"/>
                    <a:pt x="552586" y="2271501"/>
                  </a:cubicBezTo>
                  <a:cubicBezTo>
                    <a:pt x="502213" y="2383206"/>
                    <a:pt x="407902" y="2439165"/>
                    <a:pt x="291515" y="2437275"/>
                  </a:cubicBezTo>
                  <a:cubicBezTo>
                    <a:pt x="143760" y="2434878"/>
                    <a:pt x="11638" y="2340138"/>
                    <a:pt x="499" y="2156002"/>
                  </a:cubicBezTo>
                  <a:cubicBezTo>
                    <a:pt x="-9937" y="1983494"/>
                    <a:pt x="144954" y="1836349"/>
                    <a:pt x="318566" y="1854630"/>
                  </a:cubicBezTo>
                  <a:cubicBezTo>
                    <a:pt x="440400" y="1867457"/>
                    <a:pt x="523344" y="1934935"/>
                    <a:pt x="568516" y="2050495"/>
                  </a:cubicBezTo>
                  <a:cubicBezTo>
                    <a:pt x="876232" y="2050495"/>
                    <a:pt x="1184786" y="2050495"/>
                    <a:pt x="1496030" y="2050495"/>
                  </a:cubicBezTo>
                  <a:cubicBezTo>
                    <a:pt x="1496030" y="1946619"/>
                    <a:pt x="1496030" y="1844245"/>
                    <a:pt x="1496030" y="1735133"/>
                  </a:cubicBezTo>
                  <a:cubicBezTo>
                    <a:pt x="1464780" y="1735133"/>
                    <a:pt x="1432456" y="1735133"/>
                    <a:pt x="1396287" y="1735133"/>
                  </a:cubicBezTo>
                  <a:cubicBezTo>
                    <a:pt x="1347150" y="1727274"/>
                    <a:pt x="1321993" y="1743882"/>
                    <a:pt x="1299679" y="1787467"/>
                  </a:cubicBezTo>
                  <a:cubicBezTo>
                    <a:pt x="1222809" y="1937613"/>
                    <a:pt x="1003876" y="1983194"/>
                    <a:pt x="862020" y="1864639"/>
                  </a:cubicBezTo>
                  <a:cubicBezTo>
                    <a:pt x="790096" y="1804529"/>
                    <a:pt x="756026" y="1726634"/>
                    <a:pt x="756422" y="1640142"/>
                  </a:cubicBezTo>
                  <a:cubicBezTo>
                    <a:pt x="757070" y="1499107"/>
                    <a:pt x="857770" y="1378760"/>
                    <a:pt x="1000461" y="1352908"/>
                  </a:cubicBezTo>
                  <a:cubicBezTo>
                    <a:pt x="1130931" y="1329270"/>
                    <a:pt x="1269310" y="1409858"/>
                    <a:pt x="1314705" y="1518020"/>
                  </a:cubicBezTo>
                  <a:cubicBezTo>
                    <a:pt x="1323754" y="1539582"/>
                    <a:pt x="1336271" y="1546350"/>
                    <a:pt x="1358901" y="1545482"/>
                  </a:cubicBezTo>
                  <a:cubicBezTo>
                    <a:pt x="1403540" y="1543773"/>
                    <a:pt x="1448290" y="1544978"/>
                    <a:pt x="1498722" y="1544978"/>
                  </a:cubicBezTo>
                  <a:cubicBezTo>
                    <a:pt x="1498722" y="1528370"/>
                    <a:pt x="1498722" y="1514431"/>
                    <a:pt x="1498722" y="1500490"/>
                  </a:cubicBezTo>
                  <a:cubicBezTo>
                    <a:pt x="1498722" y="1356590"/>
                    <a:pt x="1499390" y="1212683"/>
                    <a:pt x="1498170" y="1068793"/>
                  </a:cubicBezTo>
                  <a:cubicBezTo>
                    <a:pt x="1497919" y="1039203"/>
                    <a:pt x="1505561" y="1017769"/>
                    <a:pt x="1527333" y="996310"/>
                  </a:cubicBezTo>
                  <a:cubicBezTo>
                    <a:pt x="1673996" y="851737"/>
                    <a:pt x="1818798" y="705277"/>
                    <a:pt x="1965167" y="560402"/>
                  </a:cubicBezTo>
                  <a:cubicBezTo>
                    <a:pt x="1983626" y="542131"/>
                    <a:pt x="1990636" y="523869"/>
                    <a:pt x="1990458" y="498296"/>
                  </a:cubicBezTo>
                  <a:cubicBezTo>
                    <a:pt x="1989415" y="347802"/>
                    <a:pt x="1989945" y="197298"/>
                    <a:pt x="1989945" y="46796"/>
                  </a:cubicBezTo>
                  <a:cubicBezTo>
                    <a:pt x="1989945" y="32637"/>
                    <a:pt x="1989945" y="18476"/>
                    <a:pt x="1989945" y="2186"/>
                  </a:cubicBezTo>
                  <a:close/>
                  <a:moveTo>
                    <a:pt x="2520780" y="0"/>
                  </a:moveTo>
                  <a:cubicBezTo>
                    <a:pt x="2557455" y="0"/>
                    <a:pt x="2592460" y="0"/>
                    <a:pt x="2631353" y="0"/>
                  </a:cubicBezTo>
                  <a:cubicBezTo>
                    <a:pt x="2656128" y="0"/>
                    <a:pt x="2677018" y="0"/>
                    <a:pt x="2700831" y="0"/>
                  </a:cubicBezTo>
                  <a:cubicBezTo>
                    <a:pt x="2701665" y="15831"/>
                    <a:pt x="2702917" y="28573"/>
                    <a:pt x="2702921" y="41313"/>
                  </a:cubicBezTo>
                  <a:cubicBezTo>
                    <a:pt x="2703026" y="408323"/>
                    <a:pt x="2703373" y="775335"/>
                    <a:pt x="2701983" y="1142340"/>
                  </a:cubicBezTo>
                  <a:cubicBezTo>
                    <a:pt x="2701909" y="1161761"/>
                    <a:pt x="2691804" y="1185840"/>
                    <a:pt x="2678199" y="1199773"/>
                  </a:cubicBezTo>
                  <a:cubicBezTo>
                    <a:pt x="2566614" y="1314061"/>
                    <a:pt x="2453668" y="1427045"/>
                    <a:pt x="2339628" y="1538887"/>
                  </a:cubicBezTo>
                  <a:cubicBezTo>
                    <a:pt x="2319012" y="1559106"/>
                    <a:pt x="2313714" y="1575498"/>
                    <a:pt x="2322953" y="1603529"/>
                  </a:cubicBezTo>
                  <a:cubicBezTo>
                    <a:pt x="2359844" y="1715462"/>
                    <a:pt x="2340893" y="1819582"/>
                    <a:pt x="2258929" y="1904238"/>
                  </a:cubicBezTo>
                  <a:cubicBezTo>
                    <a:pt x="2157481" y="2009017"/>
                    <a:pt x="1992450" y="2018120"/>
                    <a:pt x="1879350" y="1937040"/>
                  </a:cubicBezTo>
                  <a:cubicBezTo>
                    <a:pt x="1721012" y="1823531"/>
                    <a:pt x="1724305" y="1596046"/>
                    <a:pt x="1850786" y="1483029"/>
                  </a:cubicBezTo>
                  <a:cubicBezTo>
                    <a:pt x="1937869" y="1405221"/>
                    <a:pt x="2040902" y="1391427"/>
                    <a:pt x="2150560" y="1424936"/>
                  </a:cubicBezTo>
                  <a:cubicBezTo>
                    <a:pt x="2169057" y="1430588"/>
                    <a:pt x="2179758" y="1431392"/>
                    <a:pt x="2194210" y="1416743"/>
                  </a:cubicBezTo>
                  <a:cubicBezTo>
                    <a:pt x="2296195" y="1313374"/>
                    <a:pt x="2399806" y="1211602"/>
                    <a:pt x="2501212" y="1107675"/>
                  </a:cubicBezTo>
                  <a:cubicBezTo>
                    <a:pt x="2513019" y="1095574"/>
                    <a:pt x="2519921" y="1073421"/>
                    <a:pt x="2519977" y="1055899"/>
                  </a:cubicBezTo>
                  <a:cubicBezTo>
                    <a:pt x="2521063" y="721898"/>
                    <a:pt x="2520780" y="387891"/>
                    <a:pt x="2520780" y="53885"/>
                  </a:cubicBezTo>
                  <a:cubicBezTo>
                    <a:pt x="2520780" y="38118"/>
                    <a:pt x="2520780" y="22349"/>
                    <a:pt x="2520780"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89" name="Group 2788">
            <a:extLst>
              <a:ext uri="{FF2B5EF4-FFF2-40B4-BE49-F238E27FC236}">
                <a16:creationId xmlns:a16="http://schemas.microsoft.com/office/drawing/2014/main" id="{45240E98-7907-F0CD-545B-EE9A2AE81769}"/>
              </a:ext>
              <a:ext uri="{C183D7F6-B498-43B3-948B-1728B52AA6E4}">
                <adec:decorative xmlns:adec="http://schemas.microsoft.com/office/drawing/2017/decorative" val="1"/>
              </a:ext>
            </a:extLst>
          </p:cNvPr>
          <p:cNvGrpSpPr>
            <a:grpSpLocks noChangeAspect="1"/>
          </p:cNvGrpSpPr>
          <p:nvPr/>
        </p:nvGrpSpPr>
        <p:grpSpPr>
          <a:xfrm>
            <a:off x="10585288" y="3640697"/>
            <a:ext cx="419420" cy="457200"/>
            <a:chOff x="10585279" y="3636615"/>
            <a:chExt cx="419420" cy="457200"/>
          </a:xfrm>
          <a:solidFill>
            <a:srgbClr val="FF0000"/>
          </a:solidFill>
        </p:grpSpPr>
        <p:sp>
          <p:nvSpPr>
            <p:cNvPr id="2061" name="Freeform: Shape 2060">
              <a:extLst>
                <a:ext uri="{FF2B5EF4-FFF2-40B4-BE49-F238E27FC236}">
                  <a16:creationId xmlns:a16="http://schemas.microsoft.com/office/drawing/2014/main" id="{6DB08E76-254E-2869-E42C-09C8DE79FF5A}"/>
                </a:ext>
                <a:ext uri="{C183D7F6-B498-43B3-948B-1728B52AA6E4}">
                  <adec:decorative xmlns:adec="http://schemas.microsoft.com/office/drawing/2017/decorative" val="1"/>
                </a:ext>
              </a:extLst>
            </p:cNvPr>
            <p:cNvSpPr/>
            <p:nvPr/>
          </p:nvSpPr>
          <p:spPr>
            <a:xfrm>
              <a:off x="10585279" y="3723720"/>
              <a:ext cx="375918" cy="364428"/>
            </a:xfrm>
            <a:custGeom>
              <a:avLst/>
              <a:gdLst>
                <a:gd name="connsiteX0" fmla="*/ 259661 w 684569"/>
                <a:gd name="connsiteY0" fmla="*/ 355462 h 663645"/>
                <a:gd name="connsiteX1" fmla="*/ 180676 w 684569"/>
                <a:gd name="connsiteY1" fmla="*/ 446450 h 663645"/>
                <a:gd name="connsiteX2" fmla="*/ 115850 w 684569"/>
                <a:gd name="connsiteY2" fmla="*/ 425091 h 663645"/>
                <a:gd name="connsiteX3" fmla="*/ 87413 w 684569"/>
                <a:gd name="connsiteY3" fmla="*/ 355519 h 663645"/>
                <a:gd name="connsiteX4" fmla="*/ 45559 w 684569"/>
                <a:gd name="connsiteY4" fmla="*/ 355519 h 663645"/>
                <a:gd name="connsiteX5" fmla="*/ 45559 w 684569"/>
                <a:gd name="connsiteY5" fmla="*/ 618396 h 663645"/>
                <a:gd name="connsiteX6" fmla="*/ 274555 w 684569"/>
                <a:gd name="connsiteY6" fmla="*/ 618396 h 663645"/>
                <a:gd name="connsiteX7" fmla="*/ 315527 w 684569"/>
                <a:gd name="connsiteY7" fmla="*/ 618396 h 663645"/>
                <a:gd name="connsiteX8" fmla="*/ 315527 w 684569"/>
                <a:gd name="connsiteY8" fmla="*/ 528047 h 663645"/>
                <a:gd name="connsiteX9" fmla="*/ 367969 w 684569"/>
                <a:gd name="connsiteY9" fmla="*/ 528114 h 663645"/>
                <a:gd name="connsiteX10" fmla="*/ 397163 w 684569"/>
                <a:gd name="connsiteY10" fmla="*/ 519157 h 663645"/>
                <a:gd name="connsiteX11" fmla="*/ 412316 w 684569"/>
                <a:gd name="connsiteY11" fmla="*/ 479636 h 663645"/>
                <a:gd name="connsiteX12" fmla="*/ 384485 w 684569"/>
                <a:gd name="connsiteY12" fmla="*/ 449639 h 663645"/>
                <a:gd name="connsiteX13" fmla="*/ 366648 w 684569"/>
                <a:gd name="connsiteY13" fmla="*/ 446671 h 663645"/>
                <a:gd name="connsiteX14" fmla="*/ 315311 w 684569"/>
                <a:gd name="connsiteY14" fmla="*/ 446536 h 663645"/>
                <a:gd name="connsiteX15" fmla="*/ 315311 w 684569"/>
                <a:gd name="connsiteY15" fmla="*/ 401084 h 663645"/>
                <a:gd name="connsiteX16" fmla="*/ 315311 w 684569"/>
                <a:gd name="connsiteY16" fmla="*/ 355462 h 663645"/>
                <a:gd name="connsiteX17" fmla="*/ 259661 w 684569"/>
                <a:gd name="connsiteY17" fmla="*/ 355462 h 663645"/>
                <a:gd name="connsiteX18" fmla="*/ 45244 w 684569"/>
                <a:gd name="connsiteY18" fmla="*/ 45160 h 663645"/>
                <a:gd name="connsiteX19" fmla="*/ 45244 w 684569"/>
                <a:gd name="connsiteY19" fmla="*/ 69915 h 663645"/>
                <a:gd name="connsiteX20" fmla="*/ 45244 w 684569"/>
                <a:gd name="connsiteY20" fmla="*/ 310254 h 663645"/>
                <a:gd name="connsiteX21" fmla="*/ 132648 w 684569"/>
                <a:gd name="connsiteY21" fmla="*/ 310254 h 663645"/>
                <a:gd name="connsiteX22" fmla="*/ 132584 w 684569"/>
                <a:gd name="connsiteY22" fmla="*/ 358309 h 663645"/>
                <a:gd name="connsiteX23" fmla="*/ 146309 w 684569"/>
                <a:gd name="connsiteY23" fmla="*/ 390912 h 663645"/>
                <a:gd name="connsiteX24" fmla="*/ 201060 w 684569"/>
                <a:gd name="connsiteY24" fmla="*/ 389223 h 663645"/>
                <a:gd name="connsiteX25" fmla="*/ 214146 w 684569"/>
                <a:gd name="connsiteY25" fmla="*/ 355239 h 663645"/>
                <a:gd name="connsiteX26" fmla="*/ 214170 w 684569"/>
                <a:gd name="connsiteY26" fmla="*/ 314486 h 663645"/>
                <a:gd name="connsiteX27" fmla="*/ 214439 w 684569"/>
                <a:gd name="connsiteY27" fmla="*/ 309819 h 663645"/>
                <a:gd name="connsiteX28" fmla="*/ 315925 w 684569"/>
                <a:gd name="connsiteY28" fmla="*/ 309819 h 663645"/>
                <a:gd name="connsiteX29" fmla="*/ 315925 w 684569"/>
                <a:gd name="connsiteY29" fmla="*/ 257111 h 663645"/>
                <a:gd name="connsiteX30" fmla="*/ 218242 w 684569"/>
                <a:gd name="connsiteY30" fmla="*/ 174612 h 663645"/>
                <a:gd name="connsiteX31" fmla="*/ 236990 w 684569"/>
                <a:gd name="connsiteY31" fmla="*/ 118018 h 663645"/>
                <a:gd name="connsiteX32" fmla="*/ 316032 w 684569"/>
                <a:gd name="connsiteY32" fmla="*/ 86363 h 663645"/>
                <a:gd name="connsiteX33" fmla="*/ 316032 w 684569"/>
                <a:gd name="connsiteY33" fmla="*/ 45160 h 663645"/>
                <a:gd name="connsiteX34" fmla="*/ 45244 w 684569"/>
                <a:gd name="connsiteY34" fmla="*/ 45160 h 663645"/>
                <a:gd name="connsiteX35" fmla="*/ 70 w 684569"/>
                <a:gd name="connsiteY35" fmla="*/ 0 h 663645"/>
                <a:gd name="connsiteX36" fmla="*/ 361192 w 684569"/>
                <a:gd name="connsiteY36" fmla="*/ 0 h 663645"/>
                <a:gd name="connsiteX37" fmla="*/ 361192 w 684569"/>
                <a:gd name="connsiteY37" fmla="*/ 131294 h 663645"/>
                <a:gd name="connsiteX38" fmla="*/ 333760 w 684569"/>
                <a:gd name="connsiteY38" fmla="*/ 131294 h 663645"/>
                <a:gd name="connsiteX39" fmla="*/ 303319 w 684569"/>
                <a:gd name="connsiteY39" fmla="*/ 131336 h 663645"/>
                <a:gd name="connsiteX40" fmla="*/ 264091 w 684569"/>
                <a:gd name="connsiteY40" fmla="*/ 166488 h 663645"/>
                <a:gd name="connsiteX41" fmla="*/ 299569 w 684569"/>
                <a:gd name="connsiteY41" fmla="*/ 210625 h 663645"/>
                <a:gd name="connsiteX42" fmla="*/ 355295 w 684569"/>
                <a:gd name="connsiteY42" fmla="*/ 211819 h 663645"/>
                <a:gd name="connsiteX43" fmla="*/ 361467 w 684569"/>
                <a:gd name="connsiteY43" fmla="*/ 211823 h 663645"/>
                <a:gd name="connsiteX44" fmla="*/ 361467 w 684569"/>
                <a:gd name="connsiteY44" fmla="*/ 260736 h 663645"/>
                <a:gd name="connsiteX45" fmla="*/ 361467 w 684569"/>
                <a:gd name="connsiteY45" fmla="*/ 309675 h 663645"/>
                <a:gd name="connsiteX46" fmla="*/ 421452 w 684569"/>
                <a:gd name="connsiteY46" fmla="*/ 309675 h 663645"/>
                <a:gd name="connsiteX47" fmla="*/ 449135 w 684569"/>
                <a:gd name="connsiteY47" fmla="*/ 236897 h 663645"/>
                <a:gd name="connsiteX48" fmla="*/ 508578 w 684569"/>
                <a:gd name="connsiteY48" fmla="*/ 213044 h 663645"/>
                <a:gd name="connsiteX49" fmla="*/ 593414 w 684569"/>
                <a:gd name="connsiteY49" fmla="*/ 308842 h 663645"/>
                <a:gd name="connsiteX50" fmla="*/ 684569 w 684569"/>
                <a:gd name="connsiteY50" fmla="*/ 308842 h 663645"/>
                <a:gd name="connsiteX51" fmla="*/ 684238 w 684569"/>
                <a:gd name="connsiteY51" fmla="*/ 579193 h 663645"/>
                <a:gd name="connsiteX52" fmla="*/ 639335 w 684569"/>
                <a:gd name="connsiteY52" fmla="*/ 579193 h 663645"/>
                <a:gd name="connsiteX53" fmla="*/ 639377 w 684569"/>
                <a:gd name="connsiteY53" fmla="*/ 354222 h 663645"/>
                <a:gd name="connsiteX54" fmla="*/ 593703 w 684569"/>
                <a:gd name="connsiteY54" fmla="*/ 354222 h 663645"/>
                <a:gd name="connsiteX55" fmla="*/ 548059 w 684569"/>
                <a:gd name="connsiteY55" fmla="*/ 354222 h 663645"/>
                <a:gd name="connsiteX56" fmla="*/ 548017 w 684569"/>
                <a:gd name="connsiteY56" fmla="*/ 301318 h 663645"/>
                <a:gd name="connsiteX57" fmla="*/ 547118 w 684569"/>
                <a:gd name="connsiteY57" fmla="*/ 293215 h 663645"/>
                <a:gd name="connsiteX58" fmla="*/ 503286 w 684569"/>
                <a:gd name="connsiteY58" fmla="*/ 258793 h 663645"/>
                <a:gd name="connsiteX59" fmla="*/ 467781 w 684569"/>
                <a:gd name="connsiteY59" fmla="*/ 291929 h 663645"/>
                <a:gd name="connsiteX60" fmla="*/ 466577 w 684569"/>
                <a:gd name="connsiteY60" fmla="*/ 328468 h 663645"/>
                <a:gd name="connsiteX61" fmla="*/ 466548 w 684569"/>
                <a:gd name="connsiteY61" fmla="*/ 355204 h 663645"/>
                <a:gd name="connsiteX62" fmla="*/ 413668 w 684569"/>
                <a:gd name="connsiteY62" fmla="*/ 355204 h 663645"/>
                <a:gd name="connsiteX63" fmla="*/ 360774 w 684569"/>
                <a:gd name="connsiteY63" fmla="*/ 355204 h 663645"/>
                <a:gd name="connsiteX64" fmla="*/ 360774 w 684569"/>
                <a:gd name="connsiteY64" fmla="*/ 401083 h 663645"/>
                <a:gd name="connsiteX65" fmla="*/ 457582 w 684569"/>
                <a:gd name="connsiteY65" fmla="*/ 476929 h 663645"/>
                <a:gd name="connsiteX66" fmla="*/ 434289 w 684569"/>
                <a:gd name="connsiteY66" fmla="*/ 546775 h 663645"/>
                <a:gd name="connsiteX67" fmla="*/ 360789 w 684569"/>
                <a:gd name="connsiteY67" fmla="*/ 573054 h 663645"/>
                <a:gd name="connsiteX68" fmla="*/ 360789 w 684569"/>
                <a:gd name="connsiteY68" fmla="*/ 618360 h 663645"/>
                <a:gd name="connsiteX69" fmla="*/ 600260 w 684569"/>
                <a:gd name="connsiteY69" fmla="*/ 618774 h 663645"/>
                <a:gd name="connsiteX70" fmla="*/ 600260 w 684569"/>
                <a:gd name="connsiteY70" fmla="*/ 663604 h 663645"/>
                <a:gd name="connsiteX71" fmla="*/ 205309 w 684569"/>
                <a:gd name="connsiteY71" fmla="*/ 663572 h 663645"/>
                <a:gd name="connsiteX72" fmla="*/ 22164 w 684569"/>
                <a:gd name="connsiteY72" fmla="*/ 663645 h 663645"/>
                <a:gd name="connsiteX73" fmla="*/ 0 w 684569"/>
                <a:gd name="connsiteY73" fmla="*/ 641487 h 663645"/>
                <a:gd name="connsiteX74" fmla="*/ 70 w 684569"/>
                <a:gd name="connsiteY74" fmla="*/ 5635 h 663645"/>
                <a:gd name="connsiteX75" fmla="*/ 70 w 684569"/>
                <a:gd name="connsiteY75" fmla="*/ 0 h 6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4569" h="663645">
                  <a:moveTo>
                    <a:pt x="259661" y="355462"/>
                  </a:moveTo>
                  <a:cubicBezTo>
                    <a:pt x="257794" y="412868"/>
                    <a:pt x="218054" y="443457"/>
                    <a:pt x="180676" y="446450"/>
                  </a:cubicBezTo>
                  <a:cubicBezTo>
                    <a:pt x="156237" y="448407"/>
                    <a:pt x="134128" y="441510"/>
                    <a:pt x="115850" y="425091"/>
                  </a:cubicBezTo>
                  <a:cubicBezTo>
                    <a:pt x="95347" y="406671"/>
                    <a:pt x="86288" y="382963"/>
                    <a:pt x="87413" y="355519"/>
                  </a:cubicBezTo>
                  <a:cubicBezTo>
                    <a:pt x="73088" y="355519"/>
                    <a:pt x="59281" y="355519"/>
                    <a:pt x="45559" y="355519"/>
                  </a:cubicBezTo>
                  <a:cubicBezTo>
                    <a:pt x="45559" y="443278"/>
                    <a:pt x="45559" y="530720"/>
                    <a:pt x="45559" y="618396"/>
                  </a:cubicBezTo>
                  <a:cubicBezTo>
                    <a:pt x="121774" y="618396"/>
                    <a:pt x="197674" y="618396"/>
                    <a:pt x="274555" y="618396"/>
                  </a:cubicBezTo>
                  <a:cubicBezTo>
                    <a:pt x="288065" y="618396"/>
                    <a:pt x="301574" y="618396"/>
                    <a:pt x="315527" y="618396"/>
                  </a:cubicBezTo>
                  <a:cubicBezTo>
                    <a:pt x="315527" y="587926"/>
                    <a:pt x="315527" y="558080"/>
                    <a:pt x="315527" y="528047"/>
                  </a:cubicBezTo>
                  <a:cubicBezTo>
                    <a:pt x="333311" y="528047"/>
                    <a:pt x="350643" y="527863"/>
                    <a:pt x="367969" y="528114"/>
                  </a:cubicBezTo>
                  <a:cubicBezTo>
                    <a:pt x="378766" y="528270"/>
                    <a:pt x="388362" y="525245"/>
                    <a:pt x="397163" y="519157"/>
                  </a:cubicBezTo>
                  <a:cubicBezTo>
                    <a:pt x="408186" y="511532"/>
                    <a:pt x="415780" y="492579"/>
                    <a:pt x="412316" y="479636"/>
                  </a:cubicBezTo>
                  <a:cubicBezTo>
                    <a:pt x="408364" y="464869"/>
                    <a:pt x="398954" y="454574"/>
                    <a:pt x="384485" y="449639"/>
                  </a:cubicBezTo>
                  <a:cubicBezTo>
                    <a:pt x="378844" y="447714"/>
                    <a:pt x="372629" y="446807"/>
                    <a:pt x="366648" y="446671"/>
                  </a:cubicBezTo>
                  <a:cubicBezTo>
                    <a:pt x="349686" y="446285"/>
                    <a:pt x="332710" y="446536"/>
                    <a:pt x="315311" y="446536"/>
                  </a:cubicBezTo>
                  <a:cubicBezTo>
                    <a:pt x="315311" y="431099"/>
                    <a:pt x="315311" y="416092"/>
                    <a:pt x="315311" y="401084"/>
                  </a:cubicBezTo>
                  <a:cubicBezTo>
                    <a:pt x="315311" y="385919"/>
                    <a:pt x="315311" y="370753"/>
                    <a:pt x="315311" y="355462"/>
                  </a:cubicBezTo>
                  <a:cubicBezTo>
                    <a:pt x="296440" y="355462"/>
                    <a:pt x="278046" y="355462"/>
                    <a:pt x="259661" y="355462"/>
                  </a:cubicBezTo>
                  <a:close/>
                  <a:moveTo>
                    <a:pt x="45244" y="45160"/>
                  </a:moveTo>
                  <a:cubicBezTo>
                    <a:pt x="45244" y="53274"/>
                    <a:pt x="45244" y="61103"/>
                    <a:pt x="45244" y="69915"/>
                  </a:cubicBezTo>
                  <a:cubicBezTo>
                    <a:pt x="45244" y="149874"/>
                    <a:pt x="45244" y="229834"/>
                    <a:pt x="45244" y="310254"/>
                  </a:cubicBezTo>
                  <a:cubicBezTo>
                    <a:pt x="74738" y="310254"/>
                    <a:pt x="103608" y="310254"/>
                    <a:pt x="132648" y="310254"/>
                  </a:cubicBezTo>
                  <a:cubicBezTo>
                    <a:pt x="132648" y="326581"/>
                    <a:pt x="132852" y="342449"/>
                    <a:pt x="132584" y="358309"/>
                  </a:cubicBezTo>
                  <a:cubicBezTo>
                    <a:pt x="132364" y="371313"/>
                    <a:pt x="136662" y="382267"/>
                    <a:pt x="146309" y="390912"/>
                  </a:cubicBezTo>
                  <a:cubicBezTo>
                    <a:pt x="163123" y="405981"/>
                    <a:pt x="185663" y="404850"/>
                    <a:pt x="201060" y="389223"/>
                  </a:cubicBezTo>
                  <a:cubicBezTo>
                    <a:pt x="210154" y="379994"/>
                    <a:pt x="214091" y="368208"/>
                    <a:pt x="214146" y="355239"/>
                  </a:cubicBezTo>
                  <a:cubicBezTo>
                    <a:pt x="214203" y="341655"/>
                    <a:pt x="214151" y="328070"/>
                    <a:pt x="214170" y="314486"/>
                  </a:cubicBezTo>
                  <a:cubicBezTo>
                    <a:pt x="214172" y="313076"/>
                    <a:pt x="214328" y="311666"/>
                    <a:pt x="214439" y="309819"/>
                  </a:cubicBezTo>
                  <a:cubicBezTo>
                    <a:pt x="248548" y="309819"/>
                    <a:pt x="282328" y="309819"/>
                    <a:pt x="315925" y="309819"/>
                  </a:cubicBezTo>
                  <a:cubicBezTo>
                    <a:pt x="315925" y="291942"/>
                    <a:pt x="315925" y="274530"/>
                    <a:pt x="315925" y="257111"/>
                  </a:cubicBezTo>
                  <a:cubicBezTo>
                    <a:pt x="255367" y="259504"/>
                    <a:pt x="220419" y="218403"/>
                    <a:pt x="218242" y="174612"/>
                  </a:cubicBezTo>
                  <a:cubicBezTo>
                    <a:pt x="217199" y="153635"/>
                    <a:pt x="223629" y="134258"/>
                    <a:pt x="236990" y="118018"/>
                  </a:cubicBezTo>
                  <a:cubicBezTo>
                    <a:pt x="257326" y="93298"/>
                    <a:pt x="284351" y="83687"/>
                    <a:pt x="316032" y="86363"/>
                  </a:cubicBezTo>
                  <a:cubicBezTo>
                    <a:pt x="316032" y="72178"/>
                    <a:pt x="316032" y="58696"/>
                    <a:pt x="316032" y="45160"/>
                  </a:cubicBezTo>
                  <a:cubicBezTo>
                    <a:pt x="225692" y="45160"/>
                    <a:pt x="135613" y="45160"/>
                    <a:pt x="45244" y="45160"/>
                  </a:cubicBezTo>
                  <a:close/>
                  <a:moveTo>
                    <a:pt x="70" y="0"/>
                  </a:moveTo>
                  <a:cubicBezTo>
                    <a:pt x="120525" y="0"/>
                    <a:pt x="240720" y="0"/>
                    <a:pt x="361192" y="0"/>
                  </a:cubicBezTo>
                  <a:cubicBezTo>
                    <a:pt x="361192" y="43608"/>
                    <a:pt x="361192" y="87206"/>
                    <a:pt x="361192" y="131294"/>
                  </a:cubicBezTo>
                  <a:cubicBezTo>
                    <a:pt x="351986" y="131294"/>
                    <a:pt x="342873" y="131294"/>
                    <a:pt x="333760" y="131294"/>
                  </a:cubicBezTo>
                  <a:cubicBezTo>
                    <a:pt x="323613" y="131294"/>
                    <a:pt x="313461" y="131097"/>
                    <a:pt x="303319" y="131336"/>
                  </a:cubicBezTo>
                  <a:cubicBezTo>
                    <a:pt x="283708" y="131797"/>
                    <a:pt x="266529" y="146927"/>
                    <a:pt x="264091" y="166488"/>
                  </a:cubicBezTo>
                  <a:cubicBezTo>
                    <a:pt x="261185" y="189797"/>
                    <a:pt x="279620" y="209157"/>
                    <a:pt x="299569" y="210625"/>
                  </a:cubicBezTo>
                  <a:cubicBezTo>
                    <a:pt x="318074" y="211987"/>
                    <a:pt x="336714" y="211500"/>
                    <a:pt x="355295" y="211819"/>
                  </a:cubicBezTo>
                  <a:cubicBezTo>
                    <a:pt x="357213" y="211851"/>
                    <a:pt x="359132" y="211823"/>
                    <a:pt x="361467" y="211823"/>
                  </a:cubicBezTo>
                  <a:cubicBezTo>
                    <a:pt x="361467" y="228419"/>
                    <a:pt x="361467" y="244577"/>
                    <a:pt x="361467" y="260736"/>
                  </a:cubicBezTo>
                  <a:cubicBezTo>
                    <a:pt x="361467" y="276931"/>
                    <a:pt x="361467" y="293126"/>
                    <a:pt x="361467" y="309675"/>
                  </a:cubicBezTo>
                  <a:cubicBezTo>
                    <a:pt x="381320" y="309675"/>
                    <a:pt x="401023" y="309675"/>
                    <a:pt x="421452" y="309675"/>
                  </a:cubicBezTo>
                  <a:cubicBezTo>
                    <a:pt x="419585" y="281369"/>
                    <a:pt x="428724" y="256649"/>
                    <a:pt x="449135" y="236897"/>
                  </a:cubicBezTo>
                  <a:cubicBezTo>
                    <a:pt x="465477" y="221082"/>
                    <a:pt x="485796" y="212279"/>
                    <a:pt x="508578" y="213044"/>
                  </a:cubicBezTo>
                  <a:cubicBezTo>
                    <a:pt x="556391" y="214651"/>
                    <a:pt x="595342" y="250325"/>
                    <a:pt x="593414" y="308842"/>
                  </a:cubicBezTo>
                  <a:cubicBezTo>
                    <a:pt x="623602" y="308842"/>
                    <a:pt x="653782" y="308842"/>
                    <a:pt x="684569" y="308842"/>
                  </a:cubicBezTo>
                  <a:lnTo>
                    <a:pt x="684238" y="579193"/>
                  </a:lnTo>
                  <a:lnTo>
                    <a:pt x="639335" y="579193"/>
                  </a:lnTo>
                  <a:lnTo>
                    <a:pt x="639377" y="354222"/>
                  </a:lnTo>
                  <a:cubicBezTo>
                    <a:pt x="623764" y="354222"/>
                    <a:pt x="608733" y="354222"/>
                    <a:pt x="593703" y="354222"/>
                  </a:cubicBezTo>
                  <a:cubicBezTo>
                    <a:pt x="578613" y="354222"/>
                    <a:pt x="563523" y="354222"/>
                    <a:pt x="548059" y="354222"/>
                  </a:cubicBezTo>
                  <a:cubicBezTo>
                    <a:pt x="548059" y="336915"/>
                    <a:pt x="548098" y="319116"/>
                    <a:pt x="548017" y="301318"/>
                  </a:cubicBezTo>
                  <a:cubicBezTo>
                    <a:pt x="548004" y="298616"/>
                    <a:pt x="547421" y="295917"/>
                    <a:pt x="547118" y="293215"/>
                  </a:cubicBezTo>
                  <a:cubicBezTo>
                    <a:pt x="544890" y="273336"/>
                    <a:pt x="525124" y="256553"/>
                    <a:pt x="503286" y="258793"/>
                  </a:cubicBezTo>
                  <a:cubicBezTo>
                    <a:pt x="485592" y="260608"/>
                    <a:pt x="470035" y="275207"/>
                    <a:pt x="467781" y="291929"/>
                  </a:cubicBezTo>
                  <a:cubicBezTo>
                    <a:pt x="466162" y="303946"/>
                    <a:pt x="466787" y="316275"/>
                    <a:pt x="466577" y="328468"/>
                  </a:cubicBezTo>
                  <a:cubicBezTo>
                    <a:pt x="466426" y="337251"/>
                    <a:pt x="466548" y="346038"/>
                    <a:pt x="466548" y="355204"/>
                  </a:cubicBezTo>
                  <a:cubicBezTo>
                    <a:pt x="448605" y="355204"/>
                    <a:pt x="431137" y="355204"/>
                    <a:pt x="413668" y="355204"/>
                  </a:cubicBezTo>
                  <a:cubicBezTo>
                    <a:pt x="396053" y="355204"/>
                    <a:pt x="378439" y="355204"/>
                    <a:pt x="360774" y="355204"/>
                  </a:cubicBezTo>
                  <a:cubicBezTo>
                    <a:pt x="360774" y="370843"/>
                    <a:pt x="360774" y="385960"/>
                    <a:pt x="360774" y="401083"/>
                  </a:cubicBezTo>
                  <a:cubicBezTo>
                    <a:pt x="423301" y="399161"/>
                    <a:pt x="454002" y="442795"/>
                    <a:pt x="457582" y="476929"/>
                  </a:cubicBezTo>
                  <a:cubicBezTo>
                    <a:pt x="460369" y="503493"/>
                    <a:pt x="453132" y="527532"/>
                    <a:pt x="434289" y="546775"/>
                  </a:cubicBezTo>
                  <a:cubicBezTo>
                    <a:pt x="414306" y="567181"/>
                    <a:pt x="389128" y="575194"/>
                    <a:pt x="360789" y="573054"/>
                  </a:cubicBezTo>
                  <a:cubicBezTo>
                    <a:pt x="360789" y="588563"/>
                    <a:pt x="360789" y="603353"/>
                    <a:pt x="360789" y="618360"/>
                  </a:cubicBezTo>
                  <a:lnTo>
                    <a:pt x="600260" y="618774"/>
                  </a:lnTo>
                  <a:lnTo>
                    <a:pt x="600260" y="663604"/>
                  </a:lnTo>
                  <a:lnTo>
                    <a:pt x="205309" y="663572"/>
                  </a:lnTo>
                  <a:cubicBezTo>
                    <a:pt x="144260" y="663568"/>
                    <a:pt x="83212" y="663484"/>
                    <a:pt x="22164" y="663645"/>
                  </a:cubicBezTo>
                  <a:cubicBezTo>
                    <a:pt x="10144" y="663677"/>
                    <a:pt x="-5" y="653493"/>
                    <a:pt x="0" y="641487"/>
                  </a:cubicBezTo>
                  <a:cubicBezTo>
                    <a:pt x="96" y="429537"/>
                    <a:pt x="70" y="217585"/>
                    <a:pt x="70" y="5635"/>
                  </a:cubicBezTo>
                  <a:cubicBezTo>
                    <a:pt x="70" y="3856"/>
                    <a:pt x="70" y="2078"/>
                    <a:pt x="70"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079" name="Freeform: Shape 2078">
              <a:extLst>
                <a:ext uri="{FF2B5EF4-FFF2-40B4-BE49-F238E27FC236}">
                  <a16:creationId xmlns:a16="http://schemas.microsoft.com/office/drawing/2014/main" id="{A85FE814-C63B-B0AC-942F-48DFBFCAD8A0}"/>
                </a:ext>
                <a:ext uri="{C183D7F6-B498-43B3-948B-1728B52AA6E4}">
                  <adec:decorative xmlns:adec="http://schemas.microsoft.com/office/drawing/2017/decorative" val="1"/>
                </a:ext>
              </a:extLst>
            </p:cNvPr>
            <p:cNvSpPr/>
            <p:nvPr/>
          </p:nvSpPr>
          <p:spPr>
            <a:xfrm>
              <a:off x="10844885" y="3636615"/>
              <a:ext cx="159814" cy="457200"/>
            </a:xfrm>
            <a:custGeom>
              <a:avLst/>
              <a:gdLst>
                <a:gd name="connsiteX0" fmla="*/ 1283394 w 2397214"/>
                <a:gd name="connsiteY0" fmla="*/ 6310520 h 6857998"/>
                <a:gd name="connsiteX1" fmla="*/ 1830872 w 2397214"/>
                <a:gd name="connsiteY1" fmla="*/ 6310520 h 6857998"/>
                <a:gd name="connsiteX2" fmla="*/ 1830872 w 2397214"/>
                <a:gd name="connsiteY2" fmla="*/ 6857998 h 6857998"/>
                <a:gd name="connsiteX3" fmla="*/ 1283394 w 2397214"/>
                <a:gd name="connsiteY3" fmla="*/ 6857998 h 6857998"/>
                <a:gd name="connsiteX4" fmla="*/ 1169669 w 2397214"/>
                <a:gd name="connsiteY4" fmla="*/ 2177238 h 6857998"/>
                <a:gd name="connsiteX5" fmla="*/ 1011393 w 2397214"/>
                <a:gd name="connsiteY5" fmla="*/ 2271751 h 6857998"/>
                <a:gd name="connsiteX6" fmla="*/ 1008054 w 2397214"/>
                <a:gd name="connsiteY6" fmla="*/ 2639995 h 6857998"/>
                <a:gd name="connsiteX7" fmla="*/ 1194815 w 2397214"/>
                <a:gd name="connsiteY7" fmla="*/ 2744177 h 6857998"/>
                <a:gd name="connsiteX8" fmla="*/ 1333170 w 2397214"/>
                <a:gd name="connsiteY8" fmla="*/ 2620983 h 6857998"/>
                <a:gd name="connsiteX9" fmla="*/ 1341428 w 2397214"/>
                <a:gd name="connsiteY9" fmla="*/ 2327434 h 6857998"/>
                <a:gd name="connsiteX10" fmla="*/ 1318353 w 2397214"/>
                <a:gd name="connsiteY10" fmla="*/ 2272556 h 6857998"/>
                <a:gd name="connsiteX11" fmla="*/ 1169669 w 2397214"/>
                <a:gd name="connsiteY11" fmla="*/ 2177238 h 6857998"/>
                <a:gd name="connsiteX12" fmla="*/ 583029 w 2397214"/>
                <a:gd name="connsiteY12" fmla="*/ 2107369 h 6857998"/>
                <a:gd name="connsiteX13" fmla="*/ 778872 w 2397214"/>
                <a:gd name="connsiteY13" fmla="*/ 2107369 h 6857998"/>
                <a:gd name="connsiteX14" fmla="*/ 778872 w 2397214"/>
                <a:gd name="connsiteY14" fmla="*/ 2814250 h 6857998"/>
                <a:gd name="connsiteX15" fmla="*/ 684977 w 2397214"/>
                <a:gd name="connsiteY15" fmla="*/ 2814250 h 6857998"/>
                <a:gd name="connsiteX16" fmla="*/ 684977 w 2397214"/>
                <a:gd name="connsiteY16" fmla="*/ 2404214 h 6857998"/>
                <a:gd name="connsiteX17" fmla="*/ 684977 w 2397214"/>
                <a:gd name="connsiteY17" fmla="*/ 2187212 h 6857998"/>
                <a:gd name="connsiteX18" fmla="*/ 583029 w 2397214"/>
                <a:gd name="connsiteY18" fmla="*/ 2187212 h 6857998"/>
                <a:gd name="connsiteX19" fmla="*/ 583029 w 2397214"/>
                <a:gd name="connsiteY19" fmla="*/ 2107369 h 6857998"/>
                <a:gd name="connsiteX20" fmla="*/ 1513288 w 2397214"/>
                <a:gd name="connsiteY20" fmla="*/ 2107368 h 6857998"/>
                <a:gd name="connsiteX21" fmla="*/ 1701033 w 2397214"/>
                <a:gd name="connsiteY21" fmla="*/ 2107368 h 6857998"/>
                <a:gd name="connsiteX22" fmla="*/ 1701033 w 2397214"/>
                <a:gd name="connsiteY22" fmla="*/ 2814250 h 6857998"/>
                <a:gd name="connsiteX23" fmla="*/ 1615230 w 2397214"/>
                <a:gd name="connsiteY23" fmla="*/ 2814250 h 6857998"/>
                <a:gd name="connsiteX24" fmla="*/ 1615230 w 2397214"/>
                <a:gd name="connsiteY24" fmla="*/ 2452746 h 6857998"/>
                <a:gd name="connsiteX25" fmla="*/ 1615230 w 2397214"/>
                <a:gd name="connsiteY25" fmla="*/ 2187220 h 6857998"/>
                <a:gd name="connsiteX26" fmla="*/ 1513288 w 2397214"/>
                <a:gd name="connsiteY26" fmla="*/ 2187220 h 6857998"/>
                <a:gd name="connsiteX27" fmla="*/ 1513288 w 2397214"/>
                <a:gd name="connsiteY27" fmla="*/ 2107368 h 6857998"/>
                <a:gd name="connsiteX28" fmla="*/ 0 w 2397214"/>
                <a:gd name="connsiteY28" fmla="*/ 2104914 h 6857998"/>
                <a:gd name="connsiteX29" fmla="*/ 118465 w 2397214"/>
                <a:gd name="connsiteY29" fmla="*/ 2104914 h 6857998"/>
                <a:gd name="connsiteX30" fmla="*/ 196996 w 2397214"/>
                <a:gd name="connsiteY30" fmla="*/ 2104914 h 6857998"/>
                <a:gd name="connsiteX31" fmla="*/ 196996 w 2397214"/>
                <a:gd name="connsiteY31" fmla="*/ 2813376 h 6857998"/>
                <a:gd name="connsiteX32" fmla="*/ 104190 w 2397214"/>
                <a:gd name="connsiteY32" fmla="*/ 2813376 h 6857998"/>
                <a:gd name="connsiteX33" fmla="*/ 104190 w 2397214"/>
                <a:gd name="connsiteY33" fmla="*/ 2187488 h 6857998"/>
                <a:gd name="connsiteX34" fmla="*/ 0 w 2397214"/>
                <a:gd name="connsiteY34" fmla="*/ 2187488 h 6857998"/>
                <a:gd name="connsiteX35" fmla="*/ 0 w 2397214"/>
                <a:gd name="connsiteY35" fmla="*/ 2104914 h 6857998"/>
                <a:gd name="connsiteX36" fmla="*/ 290856 w 2397214"/>
                <a:gd name="connsiteY36" fmla="*/ 2102163 h 6857998"/>
                <a:gd name="connsiteX37" fmla="*/ 489843 w 2397214"/>
                <a:gd name="connsiteY37" fmla="*/ 2115830 h 6857998"/>
                <a:gd name="connsiteX38" fmla="*/ 490487 w 2397214"/>
                <a:gd name="connsiteY38" fmla="*/ 2813681 h 6857998"/>
                <a:gd name="connsiteX39" fmla="*/ 394767 w 2397214"/>
                <a:gd name="connsiteY39" fmla="*/ 2813681 h 6857998"/>
                <a:gd name="connsiteX40" fmla="*/ 394767 w 2397214"/>
                <a:gd name="connsiteY40" fmla="*/ 2186809 h 6857998"/>
                <a:gd name="connsiteX41" fmla="*/ 290856 w 2397214"/>
                <a:gd name="connsiteY41" fmla="*/ 2186809 h 6857998"/>
                <a:gd name="connsiteX42" fmla="*/ 290856 w 2397214"/>
                <a:gd name="connsiteY42" fmla="*/ 2102163 h 6857998"/>
                <a:gd name="connsiteX43" fmla="*/ 1215344 w 2397214"/>
                <a:gd name="connsiteY43" fmla="*/ 2093452 h 6857998"/>
                <a:gd name="connsiteX44" fmla="*/ 1446726 w 2397214"/>
                <a:gd name="connsiteY44" fmla="*/ 2366192 h 6857998"/>
                <a:gd name="connsiteX45" fmla="*/ 1428648 w 2397214"/>
                <a:gd name="connsiteY45" fmla="*/ 2634687 h 6857998"/>
                <a:gd name="connsiteX46" fmla="*/ 1149489 w 2397214"/>
                <a:gd name="connsiteY46" fmla="*/ 2832522 h 6857998"/>
                <a:gd name="connsiteX47" fmla="*/ 1080062 w 2397214"/>
                <a:gd name="connsiteY47" fmla="*/ 2819921 h 6857998"/>
                <a:gd name="connsiteX48" fmla="*/ 889340 w 2397214"/>
                <a:gd name="connsiteY48" fmla="*/ 2590204 h 6857998"/>
                <a:gd name="connsiteX49" fmla="*/ 911416 w 2397214"/>
                <a:gd name="connsiteY49" fmla="*/ 2263168 h 6857998"/>
                <a:gd name="connsiteX50" fmla="*/ 1215344 w 2397214"/>
                <a:gd name="connsiteY50" fmla="*/ 2093452 h 6857998"/>
                <a:gd name="connsiteX51" fmla="*/ 1213514 w 2397214"/>
                <a:gd name="connsiteY51" fmla="*/ 1128699 h 6857998"/>
                <a:gd name="connsiteX52" fmla="*/ 1149964 w 2397214"/>
                <a:gd name="connsiteY52" fmla="*/ 1143344 h 6857998"/>
                <a:gd name="connsiteX53" fmla="*/ 1040982 w 2397214"/>
                <a:gd name="connsiteY53" fmla="*/ 1293998 h 6857998"/>
                <a:gd name="connsiteX54" fmla="*/ 1033242 w 2397214"/>
                <a:gd name="connsiteY54" fmla="*/ 1473956 h 6857998"/>
                <a:gd name="connsiteX55" fmla="*/ 1084423 w 2397214"/>
                <a:gd name="connsiteY55" fmla="*/ 1633827 h 6857998"/>
                <a:gd name="connsiteX56" fmla="*/ 1359332 w 2397214"/>
                <a:gd name="connsiteY56" fmla="*/ 1627562 h 6857998"/>
                <a:gd name="connsiteX57" fmla="*/ 1370539 w 2397214"/>
                <a:gd name="connsiteY57" fmla="*/ 1219726 h 6857998"/>
                <a:gd name="connsiteX58" fmla="*/ 1213514 w 2397214"/>
                <a:gd name="connsiteY58" fmla="*/ 1128699 h 6857998"/>
                <a:gd name="connsiteX59" fmla="*/ 308430 w 2397214"/>
                <a:gd name="connsiteY59" fmla="*/ 1128279 h 6857998"/>
                <a:gd name="connsiteX60" fmla="*/ 147087 w 2397214"/>
                <a:gd name="connsiteY60" fmla="*/ 1209638 h 6857998"/>
                <a:gd name="connsiteX61" fmla="*/ 156134 w 2397214"/>
                <a:gd name="connsiteY61" fmla="*/ 1632491 h 6857998"/>
                <a:gd name="connsiteX62" fmla="*/ 428691 w 2397214"/>
                <a:gd name="connsiteY62" fmla="*/ 1632023 h 6857998"/>
                <a:gd name="connsiteX63" fmla="*/ 482849 w 2397214"/>
                <a:gd name="connsiteY63" fmla="*/ 1387393 h 6857998"/>
                <a:gd name="connsiteX64" fmla="*/ 378973 w 2397214"/>
                <a:gd name="connsiteY64" fmla="*/ 1150805 h 6857998"/>
                <a:gd name="connsiteX65" fmla="*/ 308430 w 2397214"/>
                <a:gd name="connsiteY65" fmla="*/ 1128279 h 6857998"/>
                <a:gd name="connsiteX66" fmla="*/ 1855897 w 2397214"/>
                <a:gd name="connsiteY66" fmla="*/ 1126164 h 6857998"/>
                <a:gd name="connsiteX67" fmla="*/ 1689069 w 2397214"/>
                <a:gd name="connsiteY67" fmla="*/ 1257821 h 6857998"/>
                <a:gd name="connsiteX68" fmla="*/ 1671070 w 2397214"/>
                <a:gd name="connsiteY68" fmla="*/ 1359029 h 6857998"/>
                <a:gd name="connsiteX69" fmla="*/ 1707902 w 2397214"/>
                <a:gd name="connsiteY69" fmla="*/ 1609935 h 6857998"/>
                <a:gd name="connsiteX70" fmla="*/ 1975195 w 2397214"/>
                <a:gd name="connsiteY70" fmla="*/ 1652587 h 6857998"/>
                <a:gd name="connsiteX71" fmla="*/ 2051253 w 2397214"/>
                <a:gd name="connsiteY71" fmla="*/ 1466414 h 6857998"/>
                <a:gd name="connsiteX72" fmla="*/ 2025682 w 2397214"/>
                <a:gd name="connsiteY72" fmla="*/ 1258048 h 6857998"/>
                <a:gd name="connsiteX73" fmla="*/ 1855897 w 2397214"/>
                <a:gd name="connsiteY73" fmla="*/ 1126164 h 6857998"/>
                <a:gd name="connsiteX74" fmla="*/ 827436 w 2397214"/>
                <a:gd name="connsiteY74" fmla="*/ 1061471 h 6857998"/>
                <a:gd name="connsiteX75" fmla="*/ 827436 w 2397214"/>
                <a:gd name="connsiteY75" fmla="*/ 1762759 h 6857998"/>
                <a:gd name="connsiteX76" fmla="*/ 742704 w 2397214"/>
                <a:gd name="connsiteY76" fmla="*/ 1762759 h 6857998"/>
                <a:gd name="connsiteX77" fmla="*/ 742704 w 2397214"/>
                <a:gd name="connsiteY77" fmla="*/ 1143376 h 6857998"/>
                <a:gd name="connsiteX78" fmla="*/ 629864 w 2397214"/>
                <a:gd name="connsiteY78" fmla="*/ 1143376 h 6857998"/>
                <a:gd name="connsiteX79" fmla="*/ 655097 w 2397214"/>
                <a:gd name="connsiteY79" fmla="*/ 1061600 h 6857998"/>
                <a:gd name="connsiteX80" fmla="*/ 827436 w 2397214"/>
                <a:gd name="connsiteY80" fmla="*/ 1061471 h 6857998"/>
                <a:gd name="connsiteX81" fmla="*/ 2200308 w 2397214"/>
                <a:gd name="connsiteY81" fmla="*/ 1061405 h 6857998"/>
                <a:gd name="connsiteX82" fmla="*/ 2326687 w 2397214"/>
                <a:gd name="connsiteY82" fmla="*/ 1061405 h 6857998"/>
                <a:gd name="connsiteX83" fmla="*/ 2397214 w 2397214"/>
                <a:gd name="connsiteY83" fmla="*/ 1061405 h 6857998"/>
                <a:gd name="connsiteX84" fmla="*/ 2397214 w 2397214"/>
                <a:gd name="connsiteY84" fmla="*/ 1761728 h 6857998"/>
                <a:gd name="connsiteX85" fmla="*/ 2312638 w 2397214"/>
                <a:gd name="connsiteY85" fmla="*/ 1761728 h 6857998"/>
                <a:gd name="connsiteX86" fmla="*/ 2312638 w 2397214"/>
                <a:gd name="connsiteY86" fmla="*/ 1144066 h 6857998"/>
                <a:gd name="connsiteX87" fmla="*/ 2200308 w 2397214"/>
                <a:gd name="connsiteY87" fmla="*/ 1144066 h 6857998"/>
                <a:gd name="connsiteX88" fmla="*/ 2200308 w 2397214"/>
                <a:gd name="connsiteY88" fmla="*/ 1061405 h 6857998"/>
                <a:gd name="connsiteX89" fmla="*/ 1263692 w 2397214"/>
                <a:gd name="connsiteY89" fmla="*/ 1046124 h 6857998"/>
                <a:gd name="connsiteX90" fmla="*/ 1476495 w 2397214"/>
                <a:gd name="connsiteY90" fmla="*/ 1219515 h 6857998"/>
                <a:gd name="connsiteX91" fmla="*/ 1477322 w 2397214"/>
                <a:gd name="connsiteY91" fmla="*/ 1606194 h 6857998"/>
                <a:gd name="connsiteX92" fmla="*/ 1233496 w 2397214"/>
                <a:gd name="connsiteY92" fmla="*/ 1783346 h 6857998"/>
                <a:gd name="connsiteX93" fmla="*/ 989995 w 2397214"/>
                <a:gd name="connsiteY93" fmla="*/ 1661450 h 6857998"/>
                <a:gd name="connsiteX94" fmla="*/ 984225 w 2397214"/>
                <a:gd name="connsiteY94" fmla="*/ 1185429 h 6857998"/>
                <a:gd name="connsiteX95" fmla="*/ 1263692 w 2397214"/>
                <a:gd name="connsiteY95" fmla="*/ 1046124 h 6857998"/>
                <a:gd name="connsiteX96" fmla="*/ 284591 w 2397214"/>
                <a:gd name="connsiteY96" fmla="*/ 1043953 h 6857998"/>
                <a:gd name="connsiteX97" fmla="*/ 386295 w 2397214"/>
                <a:gd name="connsiteY97" fmla="*/ 1057875 h 6857998"/>
                <a:gd name="connsiteX98" fmla="*/ 422491 w 2397214"/>
                <a:gd name="connsiteY98" fmla="*/ 1071397 h 6857998"/>
                <a:gd name="connsiteX99" fmla="*/ 571034 w 2397214"/>
                <a:gd name="connsiteY99" fmla="*/ 1302490 h 6857998"/>
                <a:gd name="connsiteX100" fmla="*/ 555344 w 2397214"/>
                <a:gd name="connsiteY100" fmla="*/ 1586826 h 6857998"/>
                <a:gd name="connsiteX101" fmla="*/ 309346 w 2397214"/>
                <a:gd name="connsiteY101" fmla="*/ 1783023 h 6857998"/>
                <a:gd name="connsiteX102" fmla="*/ 59868 w 2397214"/>
                <a:gd name="connsiteY102" fmla="*/ 1658503 h 6857998"/>
                <a:gd name="connsiteX103" fmla="*/ 9349 w 2397214"/>
                <a:gd name="connsiteY103" fmla="*/ 1493383 h 6857998"/>
                <a:gd name="connsiteX104" fmla="*/ 43800 w 2397214"/>
                <a:gd name="connsiteY104" fmla="*/ 1203512 h 6857998"/>
                <a:gd name="connsiteX105" fmla="*/ 284591 w 2397214"/>
                <a:gd name="connsiteY105" fmla="*/ 1043953 h 6857998"/>
                <a:gd name="connsiteX106" fmla="*/ 1891010 w 2397214"/>
                <a:gd name="connsiteY106" fmla="*/ 1043634 h 6857998"/>
                <a:gd name="connsiteX107" fmla="*/ 2077827 w 2397214"/>
                <a:gd name="connsiteY107" fmla="*/ 1151204 h 6857998"/>
                <a:gd name="connsiteX108" fmla="*/ 2132159 w 2397214"/>
                <a:gd name="connsiteY108" fmla="*/ 1298205 h 6857998"/>
                <a:gd name="connsiteX109" fmla="*/ 2092043 w 2397214"/>
                <a:gd name="connsiteY109" fmla="*/ 1652102 h 6857998"/>
                <a:gd name="connsiteX110" fmla="*/ 1881940 w 2397214"/>
                <a:gd name="connsiteY110" fmla="*/ 1780610 h 6857998"/>
                <a:gd name="connsiteX111" fmla="*/ 1744844 w 2397214"/>
                <a:gd name="connsiteY111" fmla="*/ 1763277 h 6857998"/>
                <a:gd name="connsiteX112" fmla="*/ 1615092 w 2397214"/>
                <a:gd name="connsiteY112" fmla="*/ 1635187 h 6857998"/>
                <a:gd name="connsiteX113" fmla="*/ 1576507 w 2397214"/>
                <a:gd name="connsiteY113" fmla="*/ 1475565 h 6857998"/>
                <a:gd name="connsiteX114" fmla="*/ 1598559 w 2397214"/>
                <a:gd name="connsiteY114" fmla="*/ 1230194 h 6857998"/>
                <a:gd name="connsiteX115" fmla="*/ 1813714 w 2397214"/>
                <a:gd name="connsiteY115" fmla="*/ 1046442 h 6857998"/>
                <a:gd name="connsiteX116" fmla="*/ 1891010 w 2397214"/>
                <a:gd name="connsiteY116" fmla="*/ 1043634 h 6857998"/>
                <a:gd name="connsiteX117" fmla="*/ 832847 w 2397214"/>
                <a:gd name="connsiteY117" fmla="*/ 85029 h 6857998"/>
                <a:gd name="connsiteX118" fmla="*/ 702425 w 2397214"/>
                <a:gd name="connsiteY118" fmla="*/ 218110 h 6857998"/>
                <a:gd name="connsiteX119" fmla="*/ 697014 w 2397214"/>
                <a:gd name="connsiteY119" fmla="*/ 498711 h 6857998"/>
                <a:gd name="connsiteX120" fmla="*/ 872180 w 2397214"/>
                <a:gd name="connsiteY120" fmla="*/ 655243 h 6857998"/>
                <a:gd name="connsiteX121" fmla="*/ 1048449 w 2397214"/>
                <a:gd name="connsiteY121" fmla="*/ 509730 h 6857998"/>
                <a:gd name="connsiteX122" fmla="*/ 1057313 w 2397214"/>
                <a:gd name="connsiteY122" fmla="*/ 268493 h 6857998"/>
                <a:gd name="connsiteX123" fmla="*/ 832847 w 2397214"/>
                <a:gd name="connsiteY123" fmla="*/ 85029 h 6857998"/>
                <a:gd name="connsiteX124" fmla="*/ 1523307 w 2397214"/>
                <a:gd name="connsiteY124" fmla="*/ 83165 h 6857998"/>
                <a:gd name="connsiteX125" fmla="*/ 1353294 w 2397214"/>
                <a:gd name="connsiteY125" fmla="*/ 185515 h 6857998"/>
                <a:gd name="connsiteX126" fmla="*/ 1324241 w 2397214"/>
                <a:gd name="connsiteY126" fmla="*/ 409356 h 6857998"/>
                <a:gd name="connsiteX127" fmla="*/ 1507163 w 2397214"/>
                <a:gd name="connsiteY127" fmla="*/ 656743 h 6857998"/>
                <a:gd name="connsiteX128" fmla="*/ 1676782 w 2397214"/>
                <a:gd name="connsiteY128" fmla="*/ 538588 h 6857998"/>
                <a:gd name="connsiteX129" fmla="*/ 1676338 w 2397214"/>
                <a:gd name="connsiteY129" fmla="*/ 198383 h 6857998"/>
                <a:gd name="connsiteX130" fmla="*/ 1523307 w 2397214"/>
                <a:gd name="connsiteY130" fmla="*/ 83165 h 6857998"/>
                <a:gd name="connsiteX131" fmla="*/ 99 w 2397214"/>
                <a:gd name="connsiteY131" fmla="*/ 13178 h 6857998"/>
                <a:gd name="connsiteX132" fmla="*/ 196963 w 2397214"/>
                <a:gd name="connsiteY132" fmla="*/ 13178 h 6857998"/>
                <a:gd name="connsiteX133" fmla="*/ 196963 w 2397214"/>
                <a:gd name="connsiteY133" fmla="*/ 721657 h 6857998"/>
                <a:gd name="connsiteX134" fmla="*/ 143515 w 2397214"/>
                <a:gd name="connsiteY134" fmla="*/ 721656 h 6857998"/>
                <a:gd name="connsiteX135" fmla="*/ 104436 w 2397214"/>
                <a:gd name="connsiteY135" fmla="*/ 720003 h 6857998"/>
                <a:gd name="connsiteX136" fmla="*/ 104436 w 2397214"/>
                <a:gd name="connsiteY136" fmla="*/ 100671 h 6857998"/>
                <a:gd name="connsiteX137" fmla="*/ 99 w 2397214"/>
                <a:gd name="connsiteY137" fmla="*/ 100671 h 6857998"/>
                <a:gd name="connsiteX138" fmla="*/ 99 w 2397214"/>
                <a:gd name="connsiteY138" fmla="*/ 13178 h 6857998"/>
                <a:gd name="connsiteX139" fmla="*/ 1853029 w 2397214"/>
                <a:gd name="connsiteY139" fmla="*/ 12271 h 6857998"/>
                <a:gd name="connsiteX140" fmla="*/ 2048872 w 2397214"/>
                <a:gd name="connsiteY140" fmla="*/ 12271 h 6857998"/>
                <a:gd name="connsiteX141" fmla="*/ 2048872 w 2397214"/>
                <a:gd name="connsiteY141" fmla="*/ 719153 h 6857998"/>
                <a:gd name="connsiteX142" fmla="*/ 1963062 w 2397214"/>
                <a:gd name="connsiteY142" fmla="*/ 719153 h 6857998"/>
                <a:gd name="connsiteX143" fmla="*/ 1963062 w 2397214"/>
                <a:gd name="connsiteY143" fmla="*/ 341467 h 6857998"/>
                <a:gd name="connsiteX144" fmla="*/ 1963062 w 2397214"/>
                <a:gd name="connsiteY144" fmla="*/ 100201 h 6857998"/>
                <a:gd name="connsiteX145" fmla="*/ 1853029 w 2397214"/>
                <a:gd name="connsiteY145" fmla="*/ 100201 h 6857998"/>
                <a:gd name="connsiteX146" fmla="*/ 1853029 w 2397214"/>
                <a:gd name="connsiteY146" fmla="*/ 12271 h 6857998"/>
                <a:gd name="connsiteX147" fmla="*/ 291218 w 2397214"/>
                <a:gd name="connsiteY147" fmla="*/ 9809 h 6857998"/>
                <a:gd name="connsiteX148" fmla="*/ 409675 w 2397214"/>
                <a:gd name="connsiteY148" fmla="*/ 9809 h 6857998"/>
                <a:gd name="connsiteX149" fmla="*/ 488205 w 2397214"/>
                <a:gd name="connsiteY149" fmla="*/ 9809 h 6857998"/>
                <a:gd name="connsiteX150" fmla="*/ 488205 w 2397214"/>
                <a:gd name="connsiteY150" fmla="*/ 718271 h 6857998"/>
                <a:gd name="connsiteX151" fmla="*/ 395407 w 2397214"/>
                <a:gd name="connsiteY151" fmla="*/ 718271 h 6857998"/>
                <a:gd name="connsiteX152" fmla="*/ 395407 w 2397214"/>
                <a:gd name="connsiteY152" fmla="*/ 100479 h 6857998"/>
                <a:gd name="connsiteX153" fmla="*/ 291218 w 2397214"/>
                <a:gd name="connsiteY153" fmla="*/ 100479 h 6857998"/>
                <a:gd name="connsiteX154" fmla="*/ 291218 w 2397214"/>
                <a:gd name="connsiteY154" fmla="*/ 9809 h 6857998"/>
                <a:gd name="connsiteX155" fmla="*/ 832993 w 2397214"/>
                <a:gd name="connsiteY155" fmla="*/ 1721 h 6857998"/>
                <a:gd name="connsiteX156" fmla="*/ 1018957 w 2397214"/>
                <a:gd name="connsiteY156" fmla="*/ 32485 h 6857998"/>
                <a:gd name="connsiteX157" fmla="*/ 1152375 w 2397214"/>
                <a:gd name="connsiteY157" fmla="*/ 245411 h 6857998"/>
                <a:gd name="connsiteX158" fmla="*/ 1129586 w 2397214"/>
                <a:gd name="connsiteY158" fmla="*/ 564113 h 6857998"/>
                <a:gd name="connsiteX159" fmla="*/ 682623 w 2397214"/>
                <a:gd name="connsiteY159" fmla="*/ 665434 h 6857998"/>
                <a:gd name="connsiteX160" fmla="*/ 597187 w 2397214"/>
                <a:gd name="connsiteY160" fmla="*/ 493341 h 6857998"/>
                <a:gd name="connsiteX161" fmla="*/ 604383 w 2397214"/>
                <a:gd name="connsiteY161" fmla="*/ 215441 h 6857998"/>
                <a:gd name="connsiteX162" fmla="*/ 832993 w 2397214"/>
                <a:gd name="connsiteY162" fmla="*/ 1721 h 6857998"/>
                <a:gd name="connsiteX163" fmla="*/ 1491891 w 2397214"/>
                <a:gd name="connsiteY163" fmla="*/ 412 h 6857998"/>
                <a:gd name="connsiteX164" fmla="*/ 1714236 w 2397214"/>
                <a:gd name="connsiteY164" fmla="*/ 84005 h 6857998"/>
                <a:gd name="connsiteX165" fmla="*/ 1788618 w 2397214"/>
                <a:gd name="connsiteY165" fmla="*/ 247913 h 6857998"/>
                <a:gd name="connsiteX166" fmla="*/ 1775991 w 2397214"/>
                <a:gd name="connsiteY166" fmla="*/ 539346 h 6857998"/>
                <a:gd name="connsiteX167" fmla="*/ 1618263 w 2397214"/>
                <a:gd name="connsiteY167" fmla="*/ 718491 h 6857998"/>
                <a:gd name="connsiteX168" fmla="*/ 1465607 w 2397214"/>
                <a:gd name="connsiteY168" fmla="*/ 737464 h 6857998"/>
                <a:gd name="connsiteX169" fmla="*/ 1275612 w 2397214"/>
                <a:gd name="connsiteY169" fmla="*/ 602697 h 6857998"/>
                <a:gd name="connsiteX170" fmla="*/ 1231565 w 2397214"/>
                <a:gd name="connsiteY170" fmla="*/ 460503 h 6857998"/>
                <a:gd name="connsiteX171" fmla="*/ 1290861 w 2397214"/>
                <a:gd name="connsiteY171" fmla="*/ 110067 h 6857998"/>
                <a:gd name="connsiteX172" fmla="*/ 1491891 w 2397214"/>
                <a:gd name="connsiteY172" fmla="*/ 412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397214" h="6857998">
                  <a:moveTo>
                    <a:pt x="1283394" y="6310520"/>
                  </a:moveTo>
                  <a:lnTo>
                    <a:pt x="1830872" y="6310520"/>
                  </a:lnTo>
                  <a:lnTo>
                    <a:pt x="1830872" y="6857998"/>
                  </a:lnTo>
                  <a:lnTo>
                    <a:pt x="1283394" y="6857998"/>
                  </a:lnTo>
                  <a:close/>
                  <a:moveTo>
                    <a:pt x="1169669" y="2177238"/>
                  </a:moveTo>
                  <a:cubicBezTo>
                    <a:pt x="1095096" y="2174130"/>
                    <a:pt x="1039989" y="2208596"/>
                    <a:pt x="1011393" y="2271751"/>
                  </a:cubicBezTo>
                  <a:cubicBezTo>
                    <a:pt x="956821" y="2392278"/>
                    <a:pt x="956019" y="2519544"/>
                    <a:pt x="1008054" y="2639995"/>
                  </a:cubicBezTo>
                  <a:cubicBezTo>
                    <a:pt x="1043804" y="2722751"/>
                    <a:pt x="1092737" y="2751668"/>
                    <a:pt x="1194815" y="2744177"/>
                  </a:cubicBezTo>
                  <a:cubicBezTo>
                    <a:pt x="1250290" y="2740108"/>
                    <a:pt x="1309252" y="2687519"/>
                    <a:pt x="1333170" y="2620983"/>
                  </a:cubicBezTo>
                  <a:cubicBezTo>
                    <a:pt x="1367321" y="2525978"/>
                    <a:pt x="1360734" y="2429730"/>
                    <a:pt x="1341428" y="2327434"/>
                  </a:cubicBezTo>
                  <a:cubicBezTo>
                    <a:pt x="1333767" y="2309129"/>
                    <a:pt x="1326613" y="2290588"/>
                    <a:pt x="1318353" y="2272556"/>
                  </a:cubicBezTo>
                  <a:cubicBezTo>
                    <a:pt x="1289259" y="2209036"/>
                    <a:pt x="1238891" y="2180125"/>
                    <a:pt x="1169669" y="2177238"/>
                  </a:cubicBezTo>
                  <a:close/>
                  <a:moveTo>
                    <a:pt x="583029" y="2107369"/>
                  </a:moveTo>
                  <a:cubicBezTo>
                    <a:pt x="647479" y="2107369"/>
                    <a:pt x="711574" y="2107369"/>
                    <a:pt x="778872" y="2107369"/>
                  </a:cubicBezTo>
                  <a:cubicBezTo>
                    <a:pt x="778872" y="2342050"/>
                    <a:pt x="778872" y="2576887"/>
                    <a:pt x="778872" y="2814250"/>
                  </a:cubicBezTo>
                  <a:cubicBezTo>
                    <a:pt x="749467" y="2814250"/>
                    <a:pt x="720413" y="2814250"/>
                    <a:pt x="684977" y="2814250"/>
                  </a:cubicBezTo>
                  <a:cubicBezTo>
                    <a:pt x="684977" y="2679170"/>
                    <a:pt x="684977" y="2543714"/>
                    <a:pt x="684977" y="2404214"/>
                  </a:cubicBezTo>
                  <a:cubicBezTo>
                    <a:pt x="684977" y="2330383"/>
                    <a:pt x="684977" y="2260596"/>
                    <a:pt x="684977" y="2187212"/>
                  </a:cubicBezTo>
                  <a:cubicBezTo>
                    <a:pt x="649772" y="2187212"/>
                    <a:pt x="617971" y="2187212"/>
                    <a:pt x="583029" y="2187212"/>
                  </a:cubicBezTo>
                  <a:cubicBezTo>
                    <a:pt x="583029" y="2159061"/>
                    <a:pt x="583029" y="2134483"/>
                    <a:pt x="583029" y="2107369"/>
                  </a:cubicBezTo>
                  <a:close/>
                  <a:moveTo>
                    <a:pt x="1513288" y="2107368"/>
                  </a:moveTo>
                  <a:cubicBezTo>
                    <a:pt x="1575029" y="2107368"/>
                    <a:pt x="1636427" y="2107368"/>
                    <a:pt x="1701033" y="2107368"/>
                  </a:cubicBezTo>
                  <a:cubicBezTo>
                    <a:pt x="1701033" y="2342043"/>
                    <a:pt x="1701033" y="2576883"/>
                    <a:pt x="1701033" y="2814250"/>
                  </a:cubicBezTo>
                  <a:cubicBezTo>
                    <a:pt x="1674334" y="2814250"/>
                    <a:pt x="1647972" y="2814250"/>
                    <a:pt x="1615230" y="2814250"/>
                  </a:cubicBezTo>
                  <a:cubicBezTo>
                    <a:pt x="1615230" y="2695392"/>
                    <a:pt x="1615230" y="2576091"/>
                    <a:pt x="1615230" y="2452746"/>
                  </a:cubicBezTo>
                  <a:cubicBezTo>
                    <a:pt x="1615230" y="2362742"/>
                    <a:pt x="1615230" y="2276784"/>
                    <a:pt x="1615230" y="2187220"/>
                  </a:cubicBezTo>
                  <a:cubicBezTo>
                    <a:pt x="1580027" y="2187220"/>
                    <a:pt x="1548249" y="2187220"/>
                    <a:pt x="1513288" y="2187220"/>
                  </a:cubicBezTo>
                  <a:cubicBezTo>
                    <a:pt x="1513288" y="2159069"/>
                    <a:pt x="1513288" y="2134488"/>
                    <a:pt x="1513288" y="2107368"/>
                  </a:cubicBezTo>
                  <a:close/>
                  <a:moveTo>
                    <a:pt x="0" y="2104914"/>
                  </a:moveTo>
                  <a:cubicBezTo>
                    <a:pt x="37501" y="2104914"/>
                    <a:pt x="75992" y="2104914"/>
                    <a:pt x="118465" y="2104914"/>
                  </a:cubicBezTo>
                  <a:cubicBezTo>
                    <a:pt x="146436" y="2104914"/>
                    <a:pt x="170426" y="2104914"/>
                    <a:pt x="196996" y="2104914"/>
                  </a:cubicBezTo>
                  <a:cubicBezTo>
                    <a:pt x="196996" y="2342210"/>
                    <a:pt x="196996" y="2576098"/>
                    <a:pt x="196996" y="2813376"/>
                  </a:cubicBezTo>
                  <a:cubicBezTo>
                    <a:pt x="167796" y="2813376"/>
                    <a:pt x="137844" y="2813376"/>
                    <a:pt x="104190" y="2813376"/>
                  </a:cubicBezTo>
                  <a:cubicBezTo>
                    <a:pt x="104190" y="2606476"/>
                    <a:pt x="104190" y="2399511"/>
                    <a:pt x="104190" y="2187488"/>
                  </a:cubicBezTo>
                  <a:cubicBezTo>
                    <a:pt x="68040" y="2187488"/>
                    <a:pt x="35283" y="2187488"/>
                    <a:pt x="0" y="2187488"/>
                  </a:cubicBezTo>
                  <a:cubicBezTo>
                    <a:pt x="0" y="2158850"/>
                    <a:pt x="0" y="2135159"/>
                    <a:pt x="0" y="2104914"/>
                  </a:cubicBezTo>
                  <a:close/>
                  <a:moveTo>
                    <a:pt x="290856" y="2102163"/>
                  </a:moveTo>
                  <a:cubicBezTo>
                    <a:pt x="357360" y="2105477"/>
                    <a:pt x="423280" y="2108762"/>
                    <a:pt x="489843" y="2115830"/>
                  </a:cubicBezTo>
                  <a:cubicBezTo>
                    <a:pt x="490487" y="2349945"/>
                    <a:pt x="490487" y="2580277"/>
                    <a:pt x="490487" y="2813681"/>
                  </a:cubicBezTo>
                  <a:cubicBezTo>
                    <a:pt x="458387" y="2813681"/>
                    <a:pt x="428420" y="2813681"/>
                    <a:pt x="394767" y="2813681"/>
                  </a:cubicBezTo>
                  <a:cubicBezTo>
                    <a:pt x="394767" y="2605832"/>
                    <a:pt x="394767" y="2398842"/>
                    <a:pt x="394767" y="2186809"/>
                  </a:cubicBezTo>
                  <a:cubicBezTo>
                    <a:pt x="358557" y="2186809"/>
                    <a:pt x="325731" y="2186809"/>
                    <a:pt x="290856" y="2186809"/>
                  </a:cubicBezTo>
                  <a:cubicBezTo>
                    <a:pt x="290856" y="2158138"/>
                    <a:pt x="290856" y="2134467"/>
                    <a:pt x="290856" y="2102163"/>
                  </a:cubicBezTo>
                  <a:close/>
                  <a:moveTo>
                    <a:pt x="1215344" y="2093452"/>
                  </a:moveTo>
                  <a:cubicBezTo>
                    <a:pt x="1352974" y="2113387"/>
                    <a:pt x="1433374" y="2244602"/>
                    <a:pt x="1446726" y="2366192"/>
                  </a:cubicBezTo>
                  <a:cubicBezTo>
                    <a:pt x="1456781" y="2457770"/>
                    <a:pt x="1456824" y="2547236"/>
                    <a:pt x="1428648" y="2634687"/>
                  </a:cubicBezTo>
                  <a:cubicBezTo>
                    <a:pt x="1385919" y="2767311"/>
                    <a:pt x="1285429" y="2837466"/>
                    <a:pt x="1149489" y="2832522"/>
                  </a:cubicBezTo>
                  <a:cubicBezTo>
                    <a:pt x="1127151" y="2831710"/>
                    <a:pt x="1105007" y="2825551"/>
                    <a:pt x="1080062" y="2819921"/>
                  </a:cubicBezTo>
                  <a:cubicBezTo>
                    <a:pt x="965574" y="2782643"/>
                    <a:pt x="910338" y="2696946"/>
                    <a:pt x="889340" y="2590204"/>
                  </a:cubicBezTo>
                  <a:cubicBezTo>
                    <a:pt x="867803" y="2480721"/>
                    <a:pt x="871440" y="2369995"/>
                    <a:pt x="911416" y="2263168"/>
                  </a:cubicBezTo>
                  <a:cubicBezTo>
                    <a:pt x="956508" y="2142667"/>
                    <a:pt x="1080579" y="2073932"/>
                    <a:pt x="1215344" y="2093452"/>
                  </a:cubicBezTo>
                  <a:close/>
                  <a:moveTo>
                    <a:pt x="1213514" y="1128699"/>
                  </a:moveTo>
                  <a:cubicBezTo>
                    <a:pt x="1191940" y="1129571"/>
                    <a:pt x="1170315" y="1134366"/>
                    <a:pt x="1149964" y="1143344"/>
                  </a:cubicBezTo>
                  <a:cubicBezTo>
                    <a:pt x="1085622" y="1171728"/>
                    <a:pt x="1060523" y="1226333"/>
                    <a:pt x="1040982" y="1293998"/>
                  </a:cubicBezTo>
                  <a:cubicBezTo>
                    <a:pt x="1038257" y="1353982"/>
                    <a:pt x="1034008" y="1413947"/>
                    <a:pt x="1033242" y="1473956"/>
                  </a:cubicBezTo>
                  <a:cubicBezTo>
                    <a:pt x="1032497" y="1532374"/>
                    <a:pt x="1049866" y="1586314"/>
                    <a:pt x="1084423" y="1633827"/>
                  </a:cubicBezTo>
                  <a:cubicBezTo>
                    <a:pt x="1151379" y="1725889"/>
                    <a:pt x="1301344" y="1725295"/>
                    <a:pt x="1359332" y="1627562"/>
                  </a:cubicBezTo>
                  <a:cubicBezTo>
                    <a:pt x="1437574" y="1495693"/>
                    <a:pt x="1433521" y="1356645"/>
                    <a:pt x="1370539" y="1219726"/>
                  </a:cubicBezTo>
                  <a:cubicBezTo>
                    <a:pt x="1342500" y="1158770"/>
                    <a:pt x="1278236" y="1126082"/>
                    <a:pt x="1213514" y="1128699"/>
                  </a:cubicBezTo>
                  <a:close/>
                  <a:moveTo>
                    <a:pt x="308430" y="1128279"/>
                  </a:moveTo>
                  <a:cubicBezTo>
                    <a:pt x="238504" y="1120586"/>
                    <a:pt x="174002" y="1154969"/>
                    <a:pt x="147087" y="1209638"/>
                  </a:cubicBezTo>
                  <a:cubicBezTo>
                    <a:pt x="77726" y="1350530"/>
                    <a:pt x="74214" y="1497408"/>
                    <a:pt x="156134" y="1632491"/>
                  </a:cubicBezTo>
                  <a:cubicBezTo>
                    <a:pt x="215913" y="1731064"/>
                    <a:pt x="370232" y="1719178"/>
                    <a:pt x="428691" y="1632023"/>
                  </a:cubicBezTo>
                  <a:cubicBezTo>
                    <a:pt x="479632" y="1556069"/>
                    <a:pt x="483980" y="1473232"/>
                    <a:pt x="482849" y="1387393"/>
                  </a:cubicBezTo>
                  <a:cubicBezTo>
                    <a:pt x="481646" y="1295978"/>
                    <a:pt x="460388" y="1213338"/>
                    <a:pt x="378973" y="1150805"/>
                  </a:cubicBezTo>
                  <a:cubicBezTo>
                    <a:pt x="355650" y="1138083"/>
                    <a:pt x="331739" y="1130844"/>
                    <a:pt x="308430" y="1128279"/>
                  </a:cubicBezTo>
                  <a:close/>
                  <a:moveTo>
                    <a:pt x="1855897" y="1126164"/>
                  </a:moveTo>
                  <a:cubicBezTo>
                    <a:pt x="1781045" y="1127958"/>
                    <a:pt x="1714178" y="1178676"/>
                    <a:pt x="1689069" y="1257821"/>
                  </a:cubicBezTo>
                  <a:cubicBezTo>
                    <a:pt x="1678798" y="1290196"/>
                    <a:pt x="1677695" y="1325386"/>
                    <a:pt x="1671070" y="1359029"/>
                  </a:cubicBezTo>
                  <a:cubicBezTo>
                    <a:pt x="1653724" y="1447127"/>
                    <a:pt x="1668788" y="1531044"/>
                    <a:pt x="1707902" y="1609935"/>
                  </a:cubicBezTo>
                  <a:cubicBezTo>
                    <a:pt x="1758300" y="1711580"/>
                    <a:pt x="1893741" y="1730981"/>
                    <a:pt x="1975195" y="1652587"/>
                  </a:cubicBezTo>
                  <a:cubicBezTo>
                    <a:pt x="2026781" y="1602938"/>
                    <a:pt x="2040344" y="1539691"/>
                    <a:pt x="2051253" y="1466414"/>
                  </a:cubicBezTo>
                  <a:cubicBezTo>
                    <a:pt x="2043337" y="1396807"/>
                    <a:pt x="2042516" y="1325427"/>
                    <a:pt x="2025682" y="1258048"/>
                  </a:cubicBezTo>
                  <a:cubicBezTo>
                    <a:pt x="2005347" y="1176661"/>
                    <a:pt x="1929321" y="1124402"/>
                    <a:pt x="1855897" y="1126164"/>
                  </a:cubicBezTo>
                  <a:close/>
                  <a:moveTo>
                    <a:pt x="827436" y="1061471"/>
                  </a:moveTo>
                  <a:cubicBezTo>
                    <a:pt x="827436" y="1295959"/>
                    <a:pt x="827436" y="1528148"/>
                    <a:pt x="827436" y="1762759"/>
                  </a:cubicBezTo>
                  <a:cubicBezTo>
                    <a:pt x="800488" y="1762759"/>
                    <a:pt x="774126" y="1762759"/>
                    <a:pt x="742704" y="1762759"/>
                  </a:cubicBezTo>
                  <a:cubicBezTo>
                    <a:pt x="742704" y="1557571"/>
                    <a:pt x="742704" y="1352269"/>
                    <a:pt x="742704" y="1143376"/>
                  </a:cubicBezTo>
                  <a:cubicBezTo>
                    <a:pt x="706048" y="1143376"/>
                    <a:pt x="674246" y="1143376"/>
                    <a:pt x="629864" y="1143376"/>
                  </a:cubicBezTo>
                  <a:cubicBezTo>
                    <a:pt x="638065" y="1112124"/>
                    <a:pt x="644679" y="1086926"/>
                    <a:pt x="655097" y="1061600"/>
                  </a:cubicBezTo>
                  <a:cubicBezTo>
                    <a:pt x="714041" y="1061471"/>
                    <a:pt x="769178" y="1061471"/>
                    <a:pt x="827436" y="1061471"/>
                  </a:cubicBezTo>
                  <a:close/>
                  <a:moveTo>
                    <a:pt x="2200308" y="1061405"/>
                  </a:moveTo>
                  <a:cubicBezTo>
                    <a:pt x="2240348" y="1061405"/>
                    <a:pt x="2281530" y="1061405"/>
                    <a:pt x="2326687" y="1061405"/>
                  </a:cubicBezTo>
                  <a:cubicBezTo>
                    <a:pt x="2351991" y="1061405"/>
                    <a:pt x="2373318" y="1061405"/>
                    <a:pt x="2397214" y="1061405"/>
                  </a:cubicBezTo>
                  <a:cubicBezTo>
                    <a:pt x="2397214" y="1295908"/>
                    <a:pt x="2397214" y="1527097"/>
                    <a:pt x="2397214" y="1761728"/>
                  </a:cubicBezTo>
                  <a:cubicBezTo>
                    <a:pt x="2370833" y="1761728"/>
                    <a:pt x="2343566" y="1761728"/>
                    <a:pt x="2312638" y="1761728"/>
                  </a:cubicBezTo>
                  <a:cubicBezTo>
                    <a:pt x="2312638" y="1557688"/>
                    <a:pt x="2312638" y="1353409"/>
                    <a:pt x="2312638" y="1144066"/>
                  </a:cubicBezTo>
                  <a:cubicBezTo>
                    <a:pt x="2273800" y="1144066"/>
                    <a:pt x="2238346" y="1144066"/>
                    <a:pt x="2200308" y="1144066"/>
                  </a:cubicBezTo>
                  <a:cubicBezTo>
                    <a:pt x="2200308" y="1115427"/>
                    <a:pt x="2200308" y="1091735"/>
                    <a:pt x="2200308" y="1061405"/>
                  </a:cubicBezTo>
                  <a:close/>
                  <a:moveTo>
                    <a:pt x="1263692" y="1046124"/>
                  </a:moveTo>
                  <a:cubicBezTo>
                    <a:pt x="1370070" y="1057343"/>
                    <a:pt x="1441727" y="1121817"/>
                    <a:pt x="1476495" y="1219515"/>
                  </a:cubicBezTo>
                  <a:cubicBezTo>
                    <a:pt x="1521818" y="1346873"/>
                    <a:pt x="1522460" y="1477809"/>
                    <a:pt x="1477322" y="1606194"/>
                  </a:cubicBezTo>
                  <a:cubicBezTo>
                    <a:pt x="1441522" y="1708021"/>
                    <a:pt x="1348436" y="1782782"/>
                    <a:pt x="1233496" y="1783346"/>
                  </a:cubicBezTo>
                  <a:cubicBezTo>
                    <a:pt x="1128979" y="1783858"/>
                    <a:pt x="1049227" y="1750640"/>
                    <a:pt x="989995" y="1661450"/>
                  </a:cubicBezTo>
                  <a:cubicBezTo>
                    <a:pt x="914576" y="1501892"/>
                    <a:pt x="910445" y="1343121"/>
                    <a:pt x="984225" y="1185429"/>
                  </a:cubicBezTo>
                  <a:cubicBezTo>
                    <a:pt x="1033697" y="1079694"/>
                    <a:pt x="1129080" y="1031931"/>
                    <a:pt x="1263692" y="1046124"/>
                  </a:cubicBezTo>
                  <a:close/>
                  <a:moveTo>
                    <a:pt x="284591" y="1043953"/>
                  </a:moveTo>
                  <a:cubicBezTo>
                    <a:pt x="317832" y="1043468"/>
                    <a:pt x="352109" y="1048264"/>
                    <a:pt x="386295" y="1057875"/>
                  </a:cubicBezTo>
                  <a:cubicBezTo>
                    <a:pt x="397678" y="1061075"/>
                    <a:pt x="408602" y="1065899"/>
                    <a:pt x="422491" y="1071397"/>
                  </a:cubicBezTo>
                  <a:cubicBezTo>
                    <a:pt x="515440" y="1122948"/>
                    <a:pt x="554217" y="1206697"/>
                    <a:pt x="571034" y="1302490"/>
                  </a:cubicBezTo>
                  <a:cubicBezTo>
                    <a:pt x="587802" y="1398012"/>
                    <a:pt x="583700" y="1493557"/>
                    <a:pt x="555344" y="1586826"/>
                  </a:cubicBezTo>
                  <a:cubicBezTo>
                    <a:pt x="522618" y="1694476"/>
                    <a:pt x="435616" y="1779341"/>
                    <a:pt x="309346" y="1783023"/>
                  </a:cubicBezTo>
                  <a:cubicBezTo>
                    <a:pt x="200220" y="1786206"/>
                    <a:pt x="112817" y="1752882"/>
                    <a:pt x="59868" y="1658503"/>
                  </a:cubicBezTo>
                  <a:cubicBezTo>
                    <a:pt x="32229" y="1609238"/>
                    <a:pt x="15695" y="1549886"/>
                    <a:pt x="9349" y="1493383"/>
                  </a:cubicBezTo>
                  <a:cubicBezTo>
                    <a:pt x="-1653" y="1395441"/>
                    <a:pt x="440" y="1296891"/>
                    <a:pt x="43800" y="1203512"/>
                  </a:cubicBezTo>
                  <a:cubicBezTo>
                    <a:pt x="94468" y="1094396"/>
                    <a:pt x="184868" y="1045408"/>
                    <a:pt x="284591" y="1043953"/>
                  </a:cubicBezTo>
                  <a:close/>
                  <a:moveTo>
                    <a:pt x="1891010" y="1043634"/>
                  </a:moveTo>
                  <a:cubicBezTo>
                    <a:pt x="1965643" y="1049564"/>
                    <a:pt x="2031192" y="1082636"/>
                    <a:pt x="2077827" y="1151204"/>
                  </a:cubicBezTo>
                  <a:cubicBezTo>
                    <a:pt x="2106492" y="1193350"/>
                    <a:pt x="2124903" y="1247335"/>
                    <a:pt x="2132159" y="1298205"/>
                  </a:cubicBezTo>
                  <a:cubicBezTo>
                    <a:pt x="2149315" y="1418500"/>
                    <a:pt x="2158430" y="1540807"/>
                    <a:pt x="2092043" y="1652102"/>
                  </a:cubicBezTo>
                  <a:cubicBezTo>
                    <a:pt x="2045007" y="1730952"/>
                    <a:pt x="1978416" y="1783047"/>
                    <a:pt x="1881940" y="1780610"/>
                  </a:cubicBezTo>
                  <a:cubicBezTo>
                    <a:pt x="1835937" y="1779448"/>
                    <a:pt x="1787625" y="1777848"/>
                    <a:pt x="1744844" y="1763277"/>
                  </a:cubicBezTo>
                  <a:cubicBezTo>
                    <a:pt x="1684966" y="1742885"/>
                    <a:pt x="1644691" y="1694592"/>
                    <a:pt x="1615092" y="1635187"/>
                  </a:cubicBezTo>
                  <a:cubicBezTo>
                    <a:pt x="1601153" y="1580029"/>
                    <a:pt x="1580516" y="1528426"/>
                    <a:pt x="1576507" y="1475565"/>
                  </a:cubicBezTo>
                  <a:cubicBezTo>
                    <a:pt x="1570285" y="1393495"/>
                    <a:pt x="1568604" y="1310026"/>
                    <a:pt x="1598559" y="1230194"/>
                  </a:cubicBezTo>
                  <a:cubicBezTo>
                    <a:pt x="1636506" y="1129068"/>
                    <a:pt x="1705119" y="1061772"/>
                    <a:pt x="1813714" y="1046442"/>
                  </a:cubicBezTo>
                  <a:cubicBezTo>
                    <a:pt x="1840246" y="1042696"/>
                    <a:pt x="1866133" y="1041657"/>
                    <a:pt x="1891010" y="1043634"/>
                  </a:cubicBezTo>
                  <a:close/>
                  <a:moveTo>
                    <a:pt x="832847" y="85029"/>
                  </a:moveTo>
                  <a:cubicBezTo>
                    <a:pt x="764205" y="104717"/>
                    <a:pt x="722858" y="152007"/>
                    <a:pt x="702425" y="218110"/>
                  </a:cubicBezTo>
                  <a:cubicBezTo>
                    <a:pt x="673756" y="310860"/>
                    <a:pt x="673861" y="406915"/>
                    <a:pt x="697014" y="498711"/>
                  </a:cubicBezTo>
                  <a:cubicBezTo>
                    <a:pt x="723699" y="604522"/>
                    <a:pt x="782580" y="651034"/>
                    <a:pt x="872180" y="655243"/>
                  </a:cubicBezTo>
                  <a:cubicBezTo>
                    <a:pt x="945527" y="658688"/>
                    <a:pt x="1018155" y="613390"/>
                    <a:pt x="1048449" y="509730"/>
                  </a:cubicBezTo>
                  <a:cubicBezTo>
                    <a:pt x="1071671" y="430270"/>
                    <a:pt x="1070802" y="349622"/>
                    <a:pt x="1057313" y="268493"/>
                  </a:cubicBezTo>
                  <a:cubicBezTo>
                    <a:pt x="1037702" y="150549"/>
                    <a:pt x="970973" y="69331"/>
                    <a:pt x="832847" y="85029"/>
                  </a:cubicBezTo>
                  <a:close/>
                  <a:moveTo>
                    <a:pt x="1523307" y="83165"/>
                  </a:moveTo>
                  <a:cubicBezTo>
                    <a:pt x="1443928" y="77290"/>
                    <a:pt x="1390125" y="116409"/>
                    <a:pt x="1353294" y="185515"/>
                  </a:cubicBezTo>
                  <a:cubicBezTo>
                    <a:pt x="1315138" y="257107"/>
                    <a:pt x="1324664" y="333718"/>
                    <a:pt x="1324241" y="409356"/>
                  </a:cubicBezTo>
                  <a:cubicBezTo>
                    <a:pt x="1323471" y="546916"/>
                    <a:pt x="1373588" y="616263"/>
                    <a:pt x="1507163" y="656743"/>
                  </a:cubicBezTo>
                  <a:cubicBezTo>
                    <a:pt x="1588417" y="652777"/>
                    <a:pt x="1649531" y="612757"/>
                    <a:pt x="1676782" y="538588"/>
                  </a:cubicBezTo>
                  <a:cubicBezTo>
                    <a:pt x="1717840" y="426843"/>
                    <a:pt x="1718547" y="310766"/>
                    <a:pt x="1676338" y="198383"/>
                  </a:cubicBezTo>
                  <a:cubicBezTo>
                    <a:pt x="1650712" y="130158"/>
                    <a:pt x="1597631" y="88666"/>
                    <a:pt x="1523307" y="83165"/>
                  </a:cubicBezTo>
                  <a:close/>
                  <a:moveTo>
                    <a:pt x="99" y="13178"/>
                  </a:moveTo>
                  <a:cubicBezTo>
                    <a:pt x="64112" y="13178"/>
                    <a:pt x="129186" y="13178"/>
                    <a:pt x="196963" y="13178"/>
                  </a:cubicBezTo>
                  <a:cubicBezTo>
                    <a:pt x="196963" y="247071"/>
                    <a:pt x="196963" y="480988"/>
                    <a:pt x="196963" y="721657"/>
                  </a:cubicBezTo>
                  <a:cubicBezTo>
                    <a:pt x="180944" y="721657"/>
                    <a:pt x="164139" y="721657"/>
                    <a:pt x="143515" y="721656"/>
                  </a:cubicBezTo>
                  <a:cubicBezTo>
                    <a:pt x="129124" y="721159"/>
                    <a:pt x="118550" y="720665"/>
                    <a:pt x="104436" y="720003"/>
                  </a:cubicBezTo>
                  <a:cubicBezTo>
                    <a:pt x="104436" y="514326"/>
                    <a:pt x="104436" y="310033"/>
                    <a:pt x="104436" y="100671"/>
                  </a:cubicBezTo>
                  <a:cubicBezTo>
                    <a:pt x="68253" y="100671"/>
                    <a:pt x="35507" y="100671"/>
                    <a:pt x="99" y="100671"/>
                  </a:cubicBezTo>
                  <a:cubicBezTo>
                    <a:pt x="99" y="69346"/>
                    <a:pt x="99" y="42959"/>
                    <a:pt x="99" y="13178"/>
                  </a:cubicBezTo>
                  <a:close/>
                  <a:moveTo>
                    <a:pt x="1853029" y="12271"/>
                  </a:moveTo>
                  <a:cubicBezTo>
                    <a:pt x="1917513" y="12271"/>
                    <a:pt x="1981593" y="12271"/>
                    <a:pt x="2048872" y="12271"/>
                  </a:cubicBezTo>
                  <a:cubicBezTo>
                    <a:pt x="2048872" y="246960"/>
                    <a:pt x="2048872" y="481796"/>
                    <a:pt x="2048872" y="719153"/>
                  </a:cubicBezTo>
                  <a:cubicBezTo>
                    <a:pt x="2022163" y="719153"/>
                    <a:pt x="1995816" y="719153"/>
                    <a:pt x="1963062" y="719153"/>
                  </a:cubicBezTo>
                  <a:cubicBezTo>
                    <a:pt x="1963062" y="594891"/>
                    <a:pt x="1963062" y="470201"/>
                    <a:pt x="1963062" y="341467"/>
                  </a:cubicBezTo>
                  <a:cubicBezTo>
                    <a:pt x="1963062" y="259549"/>
                    <a:pt x="1963062" y="181677"/>
                    <a:pt x="1963062" y="100201"/>
                  </a:cubicBezTo>
                  <a:cubicBezTo>
                    <a:pt x="1925152" y="100201"/>
                    <a:pt x="1890676" y="100201"/>
                    <a:pt x="1853029" y="100201"/>
                  </a:cubicBezTo>
                  <a:cubicBezTo>
                    <a:pt x="1853029" y="69357"/>
                    <a:pt x="1853029" y="42097"/>
                    <a:pt x="1853029" y="12271"/>
                  </a:cubicBezTo>
                  <a:close/>
                  <a:moveTo>
                    <a:pt x="291218" y="9809"/>
                  </a:moveTo>
                  <a:cubicBezTo>
                    <a:pt x="328742" y="9809"/>
                    <a:pt x="367217" y="9809"/>
                    <a:pt x="409675" y="9809"/>
                  </a:cubicBezTo>
                  <a:cubicBezTo>
                    <a:pt x="437646" y="9809"/>
                    <a:pt x="461636" y="9809"/>
                    <a:pt x="488205" y="9809"/>
                  </a:cubicBezTo>
                  <a:cubicBezTo>
                    <a:pt x="488205" y="247103"/>
                    <a:pt x="488205" y="480989"/>
                    <a:pt x="488205" y="718271"/>
                  </a:cubicBezTo>
                  <a:cubicBezTo>
                    <a:pt x="459003" y="718271"/>
                    <a:pt x="429032" y="718271"/>
                    <a:pt x="395407" y="718271"/>
                  </a:cubicBezTo>
                  <a:cubicBezTo>
                    <a:pt x="395407" y="514077"/>
                    <a:pt x="395407" y="309806"/>
                    <a:pt x="395407" y="100479"/>
                  </a:cubicBezTo>
                  <a:cubicBezTo>
                    <a:pt x="359263" y="100479"/>
                    <a:pt x="326510" y="100479"/>
                    <a:pt x="291218" y="100479"/>
                  </a:cubicBezTo>
                  <a:cubicBezTo>
                    <a:pt x="291218" y="69175"/>
                    <a:pt x="291218" y="42809"/>
                    <a:pt x="291218" y="9809"/>
                  </a:cubicBezTo>
                  <a:close/>
                  <a:moveTo>
                    <a:pt x="832993" y="1721"/>
                  </a:moveTo>
                  <a:cubicBezTo>
                    <a:pt x="899294" y="1215"/>
                    <a:pt x="962478" y="-3863"/>
                    <a:pt x="1018957" y="32485"/>
                  </a:cubicBezTo>
                  <a:cubicBezTo>
                    <a:pt x="1096863" y="82622"/>
                    <a:pt x="1136742" y="158585"/>
                    <a:pt x="1152375" y="245411"/>
                  </a:cubicBezTo>
                  <a:cubicBezTo>
                    <a:pt x="1171664" y="352542"/>
                    <a:pt x="1169235" y="460534"/>
                    <a:pt x="1129586" y="564113"/>
                  </a:cubicBezTo>
                  <a:cubicBezTo>
                    <a:pt x="1052176" y="766342"/>
                    <a:pt x="807806" y="787129"/>
                    <a:pt x="682623" y="665434"/>
                  </a:cubicBezTo>
                  <a:cubicBezTo>
                    <a:pt x="635205" y="619337"/>
                    <a:pt x="608392" y="558346"/>
                    <a:pt x="597187" y="493341"/>
                  </a:cubicBezTo>
                  <a:cubicBezTo>
                    <a:pt x="581210" y="400661"/>
                    <a:pt x="582192" y="307571"/>
                    <a:pt x="604383" y="215441"/>
                  </a:cubicBezTo>
                  <a:cubicBezTo>
                    <a:pt x="632040" y="100607"/>
                    <a:pt x="728500" y="8869"/>
                    <a:pt x="832993" y="1721"/>
                  </a:cubicBezTo>
                  <a:close/>
                  <a:moveTo>
                    <a:pt x="1491891" y="412"/>
                  </a:moveTo>
                  <a:cubicBezTo>
                    <a:pt x="1579934" y="-2946"/>
                    <a:pt x="1660868" y="13268"/>
                    <a:pt x="1714236" y="84005"/>
                  </a:cubicBezTo>
                  <a:cubicBezTo>
                    <a:pt x="1749676" y="130978"/>
                    <a:pt x="1775327" y="190274"/>
                    <a:pt x="1788618" y="247913"/>
                  </a:cubicBezTo>
                  <a:cubicBezTo>
                    <a:pt x="1810876" y="344441"/>
                    <a:pt x="1806893" y="444328"/>
                    <a:pt x="1775991" y="539346"/>
                  </a:cubicBezTo>
                  <a:cubicBezTo>
                    <a:pt x="1749730" y="620098"/>
                    <a:pt x="1703223" y="690811"/>
                    <a:pt x="1618263" y="718491"/>
                  </a:cubicBezTo>
                  <a:cubicBezTo>
                    <a:pt x="1571462" y="733738"/>
                    <a:pt x="1519082" y="731862"/>
                    <a:pt x="1465607" y="737464"/>
                  </a:cubicBezTo>
                  <a:cubicBezTo>
                    <a:pt x="1379755" y="720181"/>
                    <a:pt x="1311985" y="680230"/>
                    <a:pt x="1275612" y="602697"/>
                  </a:cubicBezTo>
                  <a:cubicBezTo>
                    <a:pt x="1254657" y="558027"/>
                    <a:pt x="1236072" y="508985"/>
                    <a:pt x="1231565" y="460503"/>
                  </a:cubicBezTo>
                  <a:cubicBezTo>
                    <a:pt x="1220323" y="339524"/>
                    <a:pt x="1216035" y="217394"/>
                    <a:pt x="1290861" y="110067"/>
                  </a:cubicBezTo>
                  <a:cubicBezTo>
                    <a:pt x="1339587" y="40176"/>
                    <a:pt x="1404215" y="3756"/>
                    <a:pt x="1491891" y="412"/>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2788" name="Group 2787">
            <a:extLst>
              <a:ext uri="{FF2B5EF4-FFF2-40B4-BE49-F238E27FC236}">
                <a16:creationId xmlns:a16="http://schemas.microsoft.com/office/drawing/2014/main" id="{11D4988B-9B51-5857-7C8E-FD869CC49076}"/>
              </a:ext>
              <a:ext uri="{C183D7F6-B498-43B3-948B-1728B52AA6E4}">
                <adec:decorative xmlns:adec="http://schemas.microsoft.com/office/drawing/2017/decorative" val="1"/>
              </a:ext>
            </a:extLst>
          </p:cNvPr>
          <p:cNvGrpSpPr>
            <a:grpSpLocks noChangeAspect="1"/>
          </p:cNvGrpSpPr>
          <p:nvPr/>
        </p:nvGrpSpPr>
        <p:grpSpPr>
          <a:xfrm>
            <a:off x="11089694" y="3640697"/>
            <a:ext cx="462544" cy="457200"/>
            <a:chOff x="11089694" y="3636615"/>
            <a:chExt cx="462544" cy="457200"/>
          </a:xfrm>
          <a:solidFill>
            <a:srgbClr val="FF0000"/>
          </a:solidFill>
        </p:grpSpPr>
        <p:sp>
          <p:nvSpPr>
            <p:cNvPr id="2082" name="Freeform: Shape 2081">
              <a:extLst>
                <a:ext uri="{FF2B5EF4-FFF2-40B4-BE49-F238E27FC236}">
                  <a16:creationId xmlns:a16="http://schemas.microsoft.com/office/drawing/2014/main" id="{A1CA4E96-C3C9-0A50-50B2-05B83BC0DB02}"/>
                </a:ext>
                <a:ext uri="{C183D7F6-B498-43B3-948B-1728B52AA6E4}">
                  <adec:decorative xmlns:adec="http://schemas.microsoft.com/office/drawing/2017/decorative" val="1"/>
                </a:ext>
              </a:extLst>
            </p:cNvPr>
            <p:cNvSpPr/>
            <p:nvPr/>
          </p:nvSpPr>
          <p:spPr>
            <a:xfrm>
              <a:off x="11089694" y="3636615"/>
              <a:ext cx="455898" cy="450725"/>
            </a:xfrm>
            <a:custGeom>
              <a:avLst/>
              <a:gdLst>
                <a:gd name="connsiteX0" fmla="*/ 454032 w 719880"/>
                <a:gd name="connsiteY0" fmla="*/ 210 h 711713"/>
                <a:gd name="connsiteX1" fmla="*/ 515447 w 719880"/>
                <a:gd name="connsiteY1" fmla="*/ 28382 h 711713"/>
                <a:gd name="connsiteX2" fmla="*/ 515688 w 719880"/>
                <a:gd name="connsiteY2" fmla="*/ 158643 h 711713"/>
                <a:gd name="connsiteX3" fmla="*/ 521276 w 719880"/>
                <a:gd name="connsiteY3" fmla="*/ 158643 h 711713"/>
                <a:gd name="connsiteX4" fmla="*/ 698512 w 719880"/>
                <a:gd name="connsiteY4" fmla="*/ 158544 h 711713"/>
                <a:gd name="connsiteX5" fmla="*/ 718929 w 719880"/>
                <a:gd name="connsiteY5" fmla="*/ 177748 h 711713"/>
                <a:gd name="connsiteX6" fmla="*/ 719823 w 719880"/>
                <a:gd name="connsiteY6" fmla="*/ 204032 h 711713"/>
                <a:gd name="connsiteX7" fmla="*/ 719857 w 719880"/>
                <a:gd name="connsiteY7" fmla="*/ 386178 h 711713"/>
                <a:gd name="connsiteX8" fmla="*/ 687978 w 719880"/>
                <a:gd name="connsiteY8" fmla="*/ 423886 h 711713"/>
                <a:gd name="connsiteX9" fmla="*/ 651435 w 719880"/>
                <a:gd name="connsiteY9" fmla="*/ 416877 h 711713"/>
                <a:gd name="connsiteX10" fmla="*/ 640676 w 719880"/>
                <a:gd name="connsiteY10" fmla="*/ 405867 h 711713"/>
                <a:gd name="connsiteX11" fmla="*/ 614043 w 719880"/>
                <a:gd name="connsiteY11" fmla="*/ 389384 h 711713"/>
                <a:gd name="connsiteX12" fmla="*/ 576967 w 719880"/>
                <a:gd name="connsiteY12" fmla="*/ 396591 h 711713"/>
                <a:gd name="connsiteX13" fmla="*/ 556041 w 719880"/>
                <a:gd name="connsiteY13" fmla="*/ 437637 h 711713"/>
                <a:gd name="connsiteX14" fmla="*/ 597054 w 719880"/>
                <a:gd name="connsiteY14" fmla="*/ 483778 h 711713"/>
                <a:gd name="connsiteX15" fmla="*/ 644229 w 719880"/>
                <a:gd name="connsiteY15" fmla="*/ 462350 h 711713"/>
                <a:gd name="connsiteX16" fmla="*/ 670345 w 719880"/>
                <a:gd name="connsiteY16" fmla="*/ 448495 h 711713"/>
                <a:gd name="connsiteX17" fmla="*/ 693809 w 719880"/>
                <a:gd name="connsiteY17" fmla="*/ 450480 h 711713"/>
                <a:gd name="connsiteX18" fmla="*/ 718838 w 719880"/>
                <a:gd name="connsiteY18" fmla="*/ 479114 h 711713"/>
                <a:gd name="connsiteX19" fmla="*/ 719825 w 719880"/>
                <a:gd name="connsiteY19" fmla="*/ 489660 h 711713"/>
                <a:gd name="connsiteX20" fmla="*/ 719537 w 719880"/>
                <a:gd name="connsiteY20" fmla="*/ 627020 h 711713"/>
                <a:gd name="connsiteX21" fmla="*/ 674640 w 719880"/>
                <a:gd name="connsiteY21" fmla="*/ 627020 h 711713"/>
                <a:gd name="connsiteX22" fmla="*/ 674679 w 719880"/>
                <a:gd name="connsiteY22" fmla="*/ 497458 h 711713"/>
                <a:gd name="connsiteX23" fmla="*/ 540842 w 719880"/>
                <a:gd name="connsiteY23" fmla="*/ 505252 h 711713"/>
                <a:gd name="connsiteX24" fmla="*/ 528363 w 719880"/>
                <a:gd name="connsiteY24" fmla="*/ 381738 h 711713"/>
                <a:gd name="connsiteX25" fmla="*/ 584789 w 719880"/>
                <a:gd name="connsiteY25" fmla="*/ 344725 h 711713"/>
                <a:gd name="connsiteX26" fmla="*/ 673956 w 719880"/>
                <a:gd name="connsiteY26" fmla="*/ 374384 h 711713"/>
                <a:gd name="connsiteX27" fmla="*/ 673956 w 719880"/>
                <a:gd name="connsiteY27" fmla="*/ 203818 h 711713"/>
                <a:gd name="connsiteX28" fmla="*/ 667936 w 719880"/>
                <a:gd name="connsiteY28" fmla="*/ 203818 h 711713"/>
                <a:gd name="connsiteX29" fmla="*/ 523101 w 719880"/>
                <a:gd name="connsiteY29" fmla="*/ 203773 h 711713"/>
                <a:gd name="connsiteX30" fmla="*/ 495345 w 719880"/>
                <a:gd name="connsiteY30" fmla="*/ 202775 h 711713"/>
                <a:gd name="connsiteX31" fmla="*/ 459739 w 719880"/>
                <a:gd name="connsiteY31" fmla="*/ 165245 h 711713"/>
                <a:gd name="connsiteX32" fmla="*/ 475436 w 719880"/>
                <a:gd name="connsiteY32" fmla="*/ 133433 h 711713"/>
                <a:gd name="connsiteX33" fmla="*/ 482388 w 719880"/>
                <a:gd name="connsiteY33" fmla="*/ 127441 h 711713"/>
                <a:gd name="connsiteX34" fmla="*/ 495075 w 719880"/>
                <a:gd name="connsiteY34" fmla="*/ 84549 h 711713"/>
                <a:gd name="connsiteX35" fmla="*/ 437224 w 719880"/>
                <a:gd name="connsiteY35" fmla="*/ 46867 h 711713"/>
                <a:gd name="connsiteX36" fmla="*/ 400918 w 719880"/>
                <a:gd name="connsiteY36" fmla="*/ 88021 h 711713"/>
                <a:gd name="connsiteX37" fmla="*/ 422320 w 719880"/>
                <a:gd name="connsiteY37" fmla="*/ 134092 h 711713"/>
                <a:gd name="connsiteX38" fmla="*/ 432636 w 719880"/>
                <a:gd name="connsiteY38" fmla="*/ 182933 h 711713"/>
                <a:gd name="connsiteX39" fmla="*/ 395158 w 719880"/>
                <a:gd name="connsiteY39" fmla="*/ 203779 h 711713"/>
                <a:gd name="connsiteX40" fmla="*/ 216938 w 719880"/>
                <a:gd name="connsiteY40" fmla="*/ 203818 h 711713"/>
                <a:gd name="connsiteX41" fmla="*/ 212141 w 719880"/>
                <a:gd name="connsiteY41" fmla="*/ 203818 h 711713"/>
                <a:gd name="connsiteX42" fmla="*/ 212141 w 719880"/>
                <a:gd name="connsiteY42" fmla="*/ 238670 h 711713"/>
                <a:gd name="connsiteX43" fmla="*/ 212129 w 719880"/>
                <a:gd name="connsiteY43" fmla="*/ 387924 h 711713"/>
                <a:gd name="connsiteX44" fmla="*/ 187720 w 719880"/>
                <a:gd name="connsiteY44" fmla="*/ 421984 h 711713"/>
                <a:gd name="connsiteX45" fmla="*/ 159985 w 719880"/>
                <a:gd name="connsiteY45" fmla="*/ 424564 h 711713"/>
                <a:gd name="connsiteX46" fmla="*/ 135987 w 719880"/>
                <a:gd name="connsiteY46" fmla="*/ 412980 h 711713"/>
                <a:gd name="connsiteX47" fmla="*/ 123724 w 719880"/>
                <a:gd name="connsiteY47" fmla="*/ 399796 h 711713"/>
                <a:gd name="connsiteX48" fmla="*/ 83455 w 719880"/>
                <a:gd name="connsiteY48" fmla="*/ 389225 h 711713"/>
                <a:gd name="connsiteX49" fmla="*/ 46035 w 719880"/>
                <a:gd name="connsiteY49" fmla="*/ 429682 h 711713"/>
                <a:gd name="connsiteX50" fmla="*/ 57391 w 719880"/>
                <a:gd name="connsiteY50" fmla="*/ 467728 h 711713"/>
                <a:gd name="connsiteX51" fmla="*/ 100797 w 719880"/>
                <a:gd name="connsiteY51" fmla="*/ 483682 h 711713"/>
                <a:gd name="connsiteX52" fmla="*/ 129521 w 719880"/>
                <a:gd name="connsiteY52" fmla="*/ 466984 h 711713"/>
                <a:gd name="connsiteX53" fmla="*/ 155473 w 719880"/>
                <a:gd name="connsiteY53" fmla="*/ 448839 h 711713"/>
                <a:gd name="connsiteX54" fmla="*/ 176016 w 719880"/>
                <a:gd name="connsiteY54" fmla="*/ 448337 h 711713"/>
                <a:gd name="connsiteX55" fmla="*/ 212163 w 719880"/>
                <a:gd name="connsiteY55" fmla="*/ 484264 h 711713"/>
                <a:gd name="connsiteX56" fmla="*/ 212141 w 719880"/>
                <a:gd name="connsiteY56" fmla="*/ 660522 h 711713"/>
                <a:gd name="connsiteX57" fmla="*/ 212141 w 719880"/>
                <a:gd name="connsiteY57" fmla="*/ 665946 h 711713"/>
                <a:gd name="connsiteX58" fmla="*/ 389925 w 719880"/>
                <a:gd name="connsiteY58" fmla="*/ 665946 h 711713"/>
                <a:gd name="connsiteX59" fmla="*/ 382639 w 719880"/>
                <a:gd name="connsiteY59" fmla="*/ 527889 h 711713"/>
                <a:gd name="connsiteX60" fmla="*/ 514491 w 719880"/>
                <a:gd name="connsiteY60" fmla="*/ 526615 h 711713"/>
                <a:gd name="connsiteX61" fmla="*/ 541921 w 719880"/>
                <a:gd name="connsiteY61" fmla="*/ 583731 h 711713"/>
                <a:gd name="connsiteX62" fmla="*/ 507949 w 719880"/>
                <a:gd name="connsiteY62" fmla="*/ 666330 h 711713"/>
                <a:gd name="connsiteX63" fmla="*/ 635399 w 719880"/>
                <a:gd name="connsiteY63" fmla="*/ 666708 h 711713"/>
                <a:gd name="connsiteX64" fmla="*/ 635399 w 719880"/>
                <a:gd name="connsiteY64" fmla="*/ 711570 h 711713"/>
                <a:gd name="connsiteX65" fmla="*/ 497913 w 719880"/>
                <a:gd name="connsiteY65" fmla="*/ 711516 h 711713"/>
                <a:gd name="connsiteX66" fmla="*/ 461577 w 719880"/>
                <a:gd name="connsiteY66" fmla="*/ 680727 h 711713"/>
                <a:gd name="connsiteX67" fmla="*/ 468504 w 719880"/>
                <a:gd name="connsiteY67" fmla="*/ 641166 h 711713"/>
                <a:gd name="connsiteX68" fmla="*/ 478801 w 719880"/>
                <a:gd name="connsiteY68" fmla="*/ 631085 h 711713"/>
                <a:gd name="connsiteX69" fmla="*/ 496711 w 719880"/>
                <a:gd name="connsiteY69" fmla="*/ 588209 h 711713"/>
                <a:gd name="connsiteX70" fmla="*/ 459764 w 719880"/>
                <a:gd name="connsiteY70" fmla="*/ 546627 h 711713"/>
                <a:gd name="connsiteX71" fmla="*/ 402559 w 719880"/>
                <a:gd name="connsiteY71" fmla="*/ 584622 h 711713"/>
                <a:gd name="connsiteX72" fmla="*/ 422773 w 719880"/>
                <a:gd name="connsiteY72" fmla="*/ 633655 h 711713"/>
                <a:gd name="connsiteX73" fmla="*/ 436848 w 719880"/>
                <a:gd name="connsiteY73" fmla="*/ 655748 h 711713"/>
                <a:gd name="connsiteX74" fmla="*/ 435040 w 719880"/>
                <a:gd name="connsiteY74" fmla="*/ 687593 h 711713"/>
                <a:gd name="connsiteX75" fmla="*/ 401597 w 719880"/>
                <a:gd name="connsiteY75" fmla="*/ 711510 h 711713"/>
                <a:gd name="connsiteX76" fmla="*/ 189503 w 719880"/>
                <a:gd name="connsiteY76" fmla="*/ 711713 h 711713"/>
                <a:gd name="connsiteX77" fmla="*/ 166916 w 719880"/>
                <a:gd name="connsiteY77" fmla="*/ 689077 h 711713"/>
                <a:gd name="connsiteX78" fmla="*/ 166967 w 719880"/>
                <a:gd name="connsiteY78" fmla="*/ 501039 h 711713"/>
                <a:gd name="connsiteX79" fmla="*/ 166967 w 719880"/>
                <a:gd name="connsiteY79" fmla="*/ 494021 h 711713"/>
                <a:gd name="connsiteX80" fmla="*/ 62473 w 719880"/>
                <a:gd name="connsiteY80" fmla="*/ 524530 h 711713"/>
                <a:gd name="connsiteX81" fmla="*/ 12564 w 719880"/>
                <a:gd name="connsiteY81" fmla="*/ 483184 h 711713"/>
                <a:gd name="connsiteX82" fmla="*/ 42115 w 719880"/>
                <a:gd name="connsiteY82" fmla="*/ 357972 h 711713"/>
                <a:gd name="connsiteX83" fmla="*/ 166448 w 719880"/>
                <a:gd name="connsiteY83" fmla="*/ 378186 h 711713"/>
                <a:gd name="connsiteX84" fmla="*/ 166448 w 719880"/>
                <a:gd name="connsiteY84" fmla="*/ 158799 h 711713"/>
                <a:gd name="connsiteX85" fmla="*/ 381267 w 719880"/>
                <a:gd name="connsiteY85" fmla="*/ 158799 h 711713"/>
                <a:gd name="connsiteX86" fmla="*/ 355468 w 719880"/>
                <a:gd name="connsiteY86" fmla="*/ 91122 h 711713"/>
                <a:gd name="connsiteX87" fmla="*/ 384256 w 719880"/>
                <a:gd name="connsiteY87" fmla="*/ 25651 h 711713"/>
                <a:gd name="connsiteX88" fmla="*/ 454032 w 719880"/>
                <a:gd name="connsiteY88" fmla="*/ 210 h 71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19880" h="711713">
                  <a:moveTo>
                    <a:pt x="454032" y="210"/>
                  </a:moveTo>
                  <a:cubicBezTo>
                    <a:pt x="477786" y="1800"/>
                    <a:pt x="500145" y="12325"/>
                    <a:pt x="515447" y="28382"/>
                  </a:cubicBezTo>
                  <a:cubicBezTo>
                    <a:pt x="547190" y="61692"/>
                    <a:pt x="552605" y="117774"/>
                    <a:pt x="515688" y="158643"/>
                  </a:cubicBezTo>
                  <a:cubicBezTo>
                    <a:pt x="517829" y="158643"/>
                    <a:pt x="519552" y="158643"/>
                    <a:pt x="521276" y="158643"/>
                  </a:cubicBezTo>
                  <a:cubicBezTo>
                    <a:pt x="580355" y="158643"/>
                    <a:pt x="639434" y="158741"/>
                    <a:pt x="698512" y="158544"/>
                  </a:cubicBezTo>
                  <a:cubicBezTo>
                    <a:pt x="708080" y="158512"/>
                    <a:pt x="718793" y="167878"/>
                    <a:pt x="718929" y="177748"/>
                  </a:cubicBezTo>
                  <a:cubicBezTo>
                    <a:pt x="719050" y="186512"/>
                    <a:pt x="719811" y="195270"/>
                    <a:pt x="719823" y="204032"/>
                  </a:cubicBezTo>
                  <a:cubicBezTo>
                    <a:pt x="719906" y="264747"/>
                    <a:pt x="719883" y="325463"/>
                    <a:pt x="719857" y="386178"/>
                  </a:cubicBezTo>
                  <a:cubicBezTo>
                    <a:pt x="719849" y="404283"/>
                    <a:pt x="706082" y="421209"/>
                    <a:pt x="687978" y="423886"/>
                  </a:cubicBezTo>
                  <a:cubicBezTo>
                    <a:pt x="674858" y="425826"/>
                    <a:pt x="662308" y="425454"/>
                    <a:pt x="651435" y="416877"/>
                  </a:cubicBezTo>
                  <a:cubicBezTo>
                    <a:pt x="647435" y="413721"/>
                    <a:pt x="643877" y="409857"/>
                    <a:pt x="640676" y="405867"/>
                  </a:cubicBezTo>
                  <a:cubicBezTo>
                    <a:pt x="633696" y="397171"/>
                    <a:pt x="624938" y="391669"/>
                    <a:pt x="614043" y="389384"/>
                  </a:cubicBezTo>
                  <a:cubicBezTo>
                    <a:pt x="600645" y="386575"/>
                    <a:pt x="588078" y="388733"/>
                    <a:pt x="576967" y="396591"/>
                  </a:cubicBezTo>
                  <a:cubicBezTo>
                    <a:pt x="562954" y="406500"/>
                    <a:pt x="555526" y="420560"/>
                    <a:pt x="556041" y="437637"/>
                  </a:cubicBezTo>
                  <a:cubicBezTo>
                    <a:pt x="556723" y="460255"/>
                    <a:pt x="573776" y="480655"/>
                    <a:pt x="597054" y="483778"/>
                  </a:cubicBezTo>
                  <a:cubicBezTo>
                    <a:pt x="617430" y="486511"/>
                    <a:pt x="632309" y="477929"/>
                    <a:pt x="644229" y="462350"/>
                  </a:cubicBezTo>
                  <a:cubicBezTo>
                    <a:pt x="650792" y="453772"/>
                    <a:pt x="659522" y="448650"/>
                    <a:pt x="670345" y="448495"/>
                  </a:cubicBezTo>
                  <a:cubicBezTo>
                    <a:pt x="678178" y="448383"/>
                    <a:pt x="686342" y="448457"/>
                    <a:pt x="693809" y="450480"/>
                  </a:cubicBezTo>
                  <a:cubicBezTo>
                    <a:pt x="708052" y="454338"/>
                    <a:pt x="715965" y="464842"/>
                    <a:pt x="718838" y="479114"/>
                  </a:cubicBezTo>
                  <a:cubicBezTo>
                    <a:pt x="719532" y="482559"/>
                    <a:pt x="719821" y="486141"/>
                    <a:pt x="719825" y="489660"/>
                  </a:cubicBezTo>
                  <a:lnTo>
                    <a:pt x="719537" y="627020"/>
                  </a:lnTo>
                  <a:lnTo>
                    <a:pt x="674640" y="627020"/>
                  </a:lnTo>
                  <a:lnTo>
                    <a:pt x="674679" y="497458"/>
                  </a:lnTo>
                  <a:cubicBezTo>
                    <a:pt x="637292" y="537970"/>
                    <a:pt x="579758" y="540348"/>
                    <a:pt x="540842" y="505252"/>
                  </a:cubicBezTo>
                  <a:cubicBezTo>
                    <a:pt x="509310" y="476816"/>
                    <a:pt x="498006" y="424074"/>
                    <a:pt x="528363" y="381738"/>
                  </a:cubicBezTo>
                  <a:cubicBezTo>
                    <a:pt x="542385" y="362183"/>
                    <a:pt x="561142" y="348966"/>
                    <a:pt x="584789" y="344725"/>
                  </a:cubicBezTo>
                  <a:cubicBezTo>
                    <a:pt x="619299" y="338536"/>
                    <a:pt x="649572" y="347716"/>
                    <a:pt x="673956" y="374384"/>
                  </a:cubicBezTo>
                  <a:cubicBezTo>
                    <a:pt x="673956" y="317027"/>
                    <a:pt x="673956" y="260608"/>
                    <a:pt x="673956" y="203818"/>
                  </a:cubicBezTo>
                  <a:cubicBezTo>
                    <a:pt x="671463" y="203818"/>
                    <a:pt x="669700" y="203818"/>
                    <a:pt x="667936" y="203818"/>
                  </a:cubicBezTo>
                  <a:cubicBezTo>
                    <a:pt x="619658" y="203818"/>
                    <a:pt x="571379" y="203868"/>
                    <a:pt x="523101" y="203773"/>
                  </a:cubicBezTo>
                  <a:cubicBezTo>
                    <a:pt x="513847" y="203755"/>
                    <a:pt x="504572" y="203462"/>
                    <a:pt x="495345" y="202775"/>
                  </a:cubicBezTo>
                  <a:cubicBezTo>
                    <a:pt x="475533" y="201301"/>
                    <a:pt x="459803" y="185357"/>
                    <a:pt x="459739" y="165245"/>
                  </a:cubicBezTo>
                  <a:cubicBezTo>
                    <a:pt x="459699" y="152317"/>
                    <a:pt x="464469" y="141240"/>
                    <a:pt x="475436" y="133433"/>
                  </a:cubicBezTo>
                  <a:cubicBezTo>
                    <a:pt x="477922" y="131663"/>
                    <a:pt x="480391" y="129723"/>
                    <a:pt x="482388" y="127441"/>
                  </a:cubicBezTo>
                  <a:cubicBezTo>
                    <a:pt x="493167" y="115122"/>
                    <a:pt x="498187" y="101209"/>
                    <a:pt x="495075" y="84549"/>
                  </a:cubicBezTo>
                  <a:cubicBezTo>
                    <a:pt x="490215" y="58531"/>
                    <a:pt x="464545" y="39982"/>
                    <a:pt x="437224" y="46867"/>
                  </a:cubicBezTo>
                  <a:cubicBezTo>
                    <a:pt x="416428" y="52107"/>
                    <a:pt x="403068" y="67831"/>
                    <a:pt x="400918" y="88021"/>
                  </a:cubicBezTo>
                  <a:cubicBezTo>
                    <a:pt x="398883" y="107139"/>
                    <a:pt x="406566" y="122741"/>
                    <a:pt x="422320" y="134092"/>
                  </a:cubicBezTo>
                  <a:cubicBezTo>
                    <a:pt x="437813" y="145255"/>
                    <a:pt x="441050" y="167227"/>
                    <a:pt x="432636" y="182933"/>
                  </a:cubicBezTo>
                  <a:cubicBezTo>
                    <a:pt x="424791" y="197578"/>
                    <a:pt x="411378" y="203752"/>
                    <a:pt x="395158" y="203779"/>
                  </a:cubicBezTo>
                  <a:cubicBezTo>
                    <a:pt x="335752" y="203877"/>
                    <a:pt x="276345" y="203818"/>
                    <a:pt x="216938" y="203818"/>
                  </a:cubicBezTo>
                  <a:cubicBezTo>
                    <a:pt x="215056" y="203818"/>
                    <a:pt x="213175" y="203818"/>
                    <a:pt x="212141" y="203818"/>
                  </a:cubicBezTo>
                  <a:cubicBezTo>
                    <a:pt x="212141" y="215917"/>
                    <a:pt x="212141" y="227294"/>
                    <a:pt x="212141" y="238670"/>
                  </a:cubicBezTo>
                  <a:cubicBezTo>
                    <a:pt x="212141" y="288421"/>
                    <a:pt x="212162" y="338173"/>
                    <a:pt x="212129" y="387924"/>
                  </a:cubicBezTo>
                  <a:cubicBezTo>
                    <a:pt x="212119" y="402236"/>
                    <a:pt x="201523" y="416917"/>
                    <a:pt x="187720" y="421984"/>
                  </a:cubicBezTo>
                  <a:cubicBezTo>
                    <a:pt x="178570" y="425343"/>
                    <a:pt x="169223" y="425356"/>
                    <a:pt x="159985" y="424564"/>
                  </a:cubicBezTo>
                  <a:cubicBezTo>
                    <a:pt x="150838" y="423779"/>
                    <a:pt x="142403" y="420171"/>
                    <a:pt x="135987" y="412980"/>
                  </a:cubicBezTo>
                  <a:cubicBezTo>
                    <a:pt x="131991" y="408501"/>
                    <a:pt x="128093" y="403891"/>
                    <a:pt x="123724" y="399796"/>
                  </a:cubicBezTo>
                  <a:cubicBezTo>
                    <a:pt x="112272" y="389064"/>
                    <a:pt x="98155" y="385865"/>
                    <a:pt x="83455" y="389225"/>
                  </a:cubicBezTo>
                  <a:cubicBezTo>
                    <a:pt x="62291" y="394062"/>
                    <a:pt x="49796" y="407928"/>
                    <a:pt x="46035" y="429682"/>
                  </a:cubicBezTo>
                  <a:cubicBezTo>
                    <a:pt x="43485" y="444437"/>
                    <a:pt x="47943" y="456991"/>
                    <a:pt x="57391" y="467728"/>
                  </a:cubicBezTo>
                  <a:cubicBezTo>
                    <a:pt x="68802" y="480696"/>
                    <a:pt x="83261" y="486826"/>
                    <a:pt x="100797" y="483682"/>
                  </a:cubicBezTo>
                  <a:cubicBezTo>
                    <a:pt x="112363" y="481609"/>
                    <a:pt x="122550" y="476576"/>
                    <a:pt x="129521" y="466984"/>
                  </a:cubicBezTo>
                  <a:cubicBezTo>
                    <a:pt x="136204" y="457789"/>
                    <a:pt x="144254" y="450778"/>
                    <a:pt x="155473" y="448839"/>
                  </a:cubicBezTo>
                  <a:cubicBezTo>
                    <a:pt x="162150" y="447686"/>
                    <a:pt x="169160" y="448523"/>
                    <a:pt x="176016" y="448337"/>
                  </a:cubicBezTo>
                  <a:cubicBezTo>
                    <a:pt x="194057" y="447847"/>
                    <a:pt x="212181" y="465515"/>
                    <a:pt x="212163" y="484264"/>
                  </a:cubicBezTo>
                  <a:cubicBezTo>
                    <a:pt x="212105" y="543017"/>
                    <a:pt x="212141" y="601769"/>
                    <a:pt x="212141" y="660522"/>
                  </a:cubicBezTo>
                  <a:cubicBezTo>
                    <a:pt x="212141" y="662410"/>
                    <a:pt x="212141" y="664297"/>
                    <a:pt x="212141" y="665946"/>
                  </a:cubicBezTo>
                  <a:cubicBezTo>
                    <a:pt x="271687" y="665946"/>
                    <a:pt x="330562" y="665946"/>
                    <a:pt x="389925" y="665946"/>
                  </a:cubicBezTo>
                  <a:cubicBezTo>
                    <a:pt x="345059" y="627397"/>
                    <a:pt x="347414" y="564279"/>
                    <a:pt x="382639" y="527889"/>
                  </a:cubicBezTo>
                  <a:cubicBezTo>
                    <a:pt x="413545" y="495961"/>
                    <a:pt x="471167" y="485971"/>
                    <a:pt x="514491" y="526615"/>
                  </a:cubicBezTo>
                  <a:cubicBezTo>
                    <a:pt x="530676" y="541798"/>
                    <a:pt x="540067" y="561528"/>
                    <a:pt x="541921" y="583731"/>
                  </a:cubicBezTo>
                  <a:cubicBezTo>
                    <a:pt x="544636" y="616250"/>
                    <a:pt x="533833" y="643998"/>
                    <a:pt x="507949" y="666330"/>
                  </a:cubicBezTo>
                  <a:lnTo>
                    <a:pt x="635399" y="666708"/>
                  </a:lnTo>
                  <a:lnTo>
                    <a:pt x="635399" y="711570"/>
                  </a:lnTo>
                  <a:lnTo>
                    <a:pt x="497913" y="711516"/>
                  </a:lnTo>
                  <a:cubicBezTo>
                    <a:pt x="480860" y="711490"/>
                    <a:pt x="464381" y="698612"/>
                    <a:pt x="461577" y="680727"/>
                  </a:cubicBezTo>
                  <a:cubicBezTo>
                    <a:pt x="459384" y="666747"/>
                    <a:pt x="459343" y="653049"/>
                    <a:pt x="468504" y="641166"/>
                  </a:cubicBezTo>
                  <a:cubicBezTo>
                    <a:pt x="471411" y="637394"/>
                    <a:pt x="475090" y="634116"/>
                    <a:pt x="478801" y="631085"/>
                  </a:cubicBezTo>
                  <a:cubicBezTo>
                    <a:pt x="492447" y="619938"/>
                    <a:pt x="498587" y="605275"/>
                    <a:pt x="496711" y="588209"/>
                  </a:cubicBezTo>
                  <a:cubicBezTo>
                    <a:pt x="494517" y="568263"/>
                    <a:pt x="481355" y="551804"/>
                    <a:pt x="459764" y="546627"/>
                  </a:cubicBezTo>
                  <a:cubicBezTo>
                    <a:pt x="433167" y="540249"/>
                    <a:pt x="406881" y="558881"/>
                    <a:pt x="402559" y="584622"/>
                  </a:cubicBezTo>
                  <a:cubicBezTo>
                    <a:pt x="399078" y="605353"/>
                    <a:pt x="406363" y="621481"/>
                    <a:pt x="422773" y="633655"/>
                  </a:cubicBezTo>
                  <a:cubicBezTo>
                    <a:pt x="430474" y="639367"/>
                    <a:pt x="434949" y="646882"/>
                    <a:pt x="436848" y="655748"/>
                  </a:cubicBezTo>
                  <a:cubicBezTo>
                    <a:pt x="439127" y="666378"/>
                    <a:pt x="439057" y="677201"/>
                    <a:pt x="435040" y="687593"/>
                  </a:cubicBezTo>
                  <a:cubicBezTo>
                    <a:pt x="430083" y="700415"/>
                    <a:pt x="416294" y="711494"/>
                    <a:pt x="401597" y="711510"/>
                  </a:cubicBezTo>
                  <a:cubicBezTo>
                    <a:pt x="330899" y="711584"/>
                    <a:pt x="260199" y="711370"/>
                    <a:pt x="189503" y="711713"/>
                  </a:cubicBezTo>
                  <a:cubicBezTo>
                    <a:pt x="177644" y="711771"/>
                    <a:pt x="166896" y="700630"/>
                    <a:pt x="166916" y="689077"/>
                  </a:cubicBezTo>
                  <a:cubicBezTo>
                    <a:pt x="167023" y="626397"/>
                    <a:pt x="166967" y="563718"/>
                    <a:pt x="166967" y="501039"/>
                  </a:cubicBezTo>
                  <a:cubicBezTo>
                    <a:pt x="166967" y="499289"/>
                    <a:pt x="166967" y="497539"/>
                    <a:pt x="166967" y="494021"/>
                  </a:cubicBezTo>
                  <a:cubicBezTo>
                    <a:pt x="137720" y="526614"/>
                    <a:pt x="103016" y="537600"/>
                    <a:pt x="62473" y="524530"/>
                  </a:cubicBezTo>
                  <a:cubicBezTo>
                    <a:pt x="40810" y="517547"/>
                    <a:pt x="24138" y="503269"/>
                    <a:pt x="12564" y="483184"/>
                  </a:cubicBezTo>
                  <a:cubicBezTo>
                    <a:pt x="-12947" y="438913"/>
                    <a:pt x="2126" y="384384"/>
                    <a:pt x="42115" y="357972"/>
                  </a:cubicBezTo>
                  <a:cubicBezTo>
                    <a:pt x="82102" y="331562"/>
                    <a:pt x="136793" y="340951"/>
                    <a:pt x="166448" y="378186"/>
                  </a:cubicBezTo>
                  <a:cubicBezTo>
                    <a:pt x="166448" y="304713"/>
                    <a:pt x="166448" y="231890"/>
                    <a:pt x="166448" y="158799"/>
                  </a:cubicBezTo>
                  <a:cubicBezTo>
                    <a:pt x="237725" y="158799"/>
                    <a:pt x="309027" y="158799"/>
                    <a:pt x="381267" y="158799"/>
                  </a:cubicBezTo>
                  <a:cubicBezTo>
                    <a:pt x="363541" y="139196"/>
                    <a:pt x="354889" y="116943"/>
                    <a:pt x="355468" y="91122"/>
                  </a:cubicBezTo>
                  <a:cubicBezTo>
                    <a:pt x="356049" y="65247"/>
                    <a:pt x="365775" y="43077"/>
                    <a:pt x="384256" y="25651"/>
                  </a:cubicBezTo>
                  <a:cubicBezTo>
                    <a:pt x="405132" y="5966"/>
                    <a:pt x="430279" y="-1380"/>
                    <a:pt x="454032" y="21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099" name="Freeform: Shape 2098">
              <a:extLst>
                <a:ext uri="{FF2B5EF4-FFF2-40B4-BE49-F238E27FC236}">
                  <a16:creationId xmlns:a16="http://schemas.microsoft.com/office/drawing/2014/main" id="{6EC13C4D-88E2-8ED7-EA67-3DEC21DAB32C}"/>
                </a:ext>
                <a:ext uri="{C183D7F6-B498-43B3-948B-1728B52AA6E4}">
                  <adec:decorative xmlns:adec="http://schemas.microsoft.com/office/drawing/2017/decorative" val="1"/>
                </a:ext>
              </a:extLst>
            </p:cNvPr>
            <p:cNvSpPr/>
            <p:nvPr/>
          </p:nvSpPr>
          <p:spPr>
            <a:xfrm>
              <a:off x="11239524" y="3784454"/>
              <a:ext cx="312714" cy="309361"/>
            </a:xfrm>
            <a:custGeom>
              <a:avLst/>
              <a:gdLst>
                <a:gd name="connsiteX0" fmla="*/ 4058937 w 4690708"/>
                <a:gd name="connsiteY0" fmla="*/ 4009022 h 4640412"/>
                <a:gd name="connsiteX1" fmla="*/ 4690708 w 4690708"/>
                <a:gd name="connsiteY1" fmla="*/ 4009022 h 4640412"/>
                <a:gd name="connsiteX2" fmla="*/ 4690708 w 4690708"/>
                <a:gd name="connsiteY2" fmla="*/ 4640412 h 4640412"/>
                <a:gd name="connsiteX3" fmla="*/ 4058937 w 4690708"/>
                <a:gd name="connsiteY3" fmla="*/ 4640412 h 4640412"/>
                <a:gd name="connsiteX4" fmla="*/ 3364913 w 4690708"/>
                <a:gd name="connsiteY4" fmla="*/ 3140906 h 4640412"/>
                <a:gd name="connsiteX5" fmla="*/ 3186455 w 4690708"/>
                <a:gd name="connsiteY5" fmla="*/ 3270473 h 4640412"/>
                <a:gd name="connsiteX6" fmla="*/ 3165518 w 4690708"/>
                <a:gd name="connsiteY6" fmla="*/ 3517564 h 4640412"/>
                <a:gd name="connsiteX7" fmla="*/ 3199223 w 4690708"/>
                <a:gd name="connsiteY7" fmla="*/ 3630518 h 4640412"/>
                <a:gd name="connsiteX8" fmla="*/ 3495176 w 4690708"/>
                <a:gd name="connsiteY8" fmla="*/ 3674342 h 4640412"/>
                <a:gd name="connsiteX9" fmla="*/ 3557699 w 4690708"/>
                <a:gd name="connsiteY9" fmla="*/ 3505423 h 4640412"/>
                <a:gd name="connsiteX10" fmla="*/ 3490114 w 4690708"/>
                <a:gd name="connsiteY10" fmla="*/ 3193703 h 4640412"/>
                <a:gd name="connsiteX11" fmla="*/ 3364913 w 4690708"/>
                <a:gd name="connsiteY11" fmla="*/ 3140906 h 4640412"/>
                <a:gd name="connsiteX12" fmla="*/ 3717118 w 4690708"/>
                <a:gd name="connsiteY12" fmla="*/ 3071607 h 4640412"/>
                <a:gd name="connsiteX13" fmla="*/ 3925432 w 4690708"/>
                <a:gd name="connsiteY13" fmla="*/ 3071607 h 4640412"/>
                <a:gd name="connsiteX14" fmla="*/ 3925432 w 4690708"/>
                <a:gd name="connsiteY14" fmla="*/ 3804671 h 4640412"/>
                <a:gd name="connsiteX15" fmla="*/ 3873243 w 4690708"/>
                <a:gd name="connsiteY15" fmla="*/ 3804663 h 4640412"/>
                <a:gd name="connsiteX16" fmla="*/ 3835174 w 4690708"/>
                <a:gd name="connsiteY16" fmla="*/ 3761277 h 4640412"/>
                <a:gd name="connsiteX17" fmla="*/ 3835240 w 4690708"/>
                <a:gd name="connsiteY17" fmla="*/ 3196901 h 4640412"/>
                <a:gd name="connsiteX18" fmla="*/ 3835240 w 4690708"/>
                <a:gd name="connsiteY18" fmla="*/ 3153864 h 4640412"/>
                <a:gd name="connsiteX19" fmla="*/ 3717118 w 4690708"/>
                <a:gd name="connsiteY19" fmla="*/ 3153864 h 4640412"/>
                <a:gd name="connsiteX20" fmla="*/ 3717118 w 4690708"/>
                <a:gd name="connsiteY20" fmla="*/ 3071607 h 4640412"/>
                <a:gd name="connsiteX21" fmla="*/ 303270 w 4690708"/>
                <a:gd name="connsiteY21" fmla="*/ 3051896 h 4640412"/>
                <a:gd name="connsiteX22" fmla="*/ 510407 w 4690708"/>
                <a:gd name="connsiteY22" fmla="*/ 3051896 h 4640412"/>
                <a:gd name="connsiteX23" fmla="*/ 510407 w 4690708"/>
                <a:gd name="connsiteY23" fmla="*/ 3792425 h 4640412"/>
                <a:gd name="connsiteX24" fmla="*/ 411485 w 4690708"/>
                <a:gd name="connsiteY24" fmla="*/ 3792425 h 4640412"/>
                <a:gd name="connsiteX25" fmla="*/ 411485 w 4690708"/>
                <a:gd name="connsiteY25" fmla="*/ 3590112 h 4640412"/>
                <a:gd name="connsiteX26" fmla="*/ 411485 w 4690708"/>
                <a:gd name="connsiteY26" fmla="*/ 3144021 h 4640412"/>
                <a:gd name="connsiteX27" fmla="*/ 303270 w 4690708"/>
                <a:gd name="connsiteY27" fmla="*/ 3144021 h 4640412"/>
                <a:gd name="connsiteX28" fmla="*/ 303270 w 4690708"/>
                <a:gd name="connsiteY28" fmla="*/ 3051896 h 4640412"/>
                <a:gd name="connsiteX29" fmla="*/ 4721 w 4690708"/>
                <a:gd name="connsiteY29" fmla="*/ 3051877 h 4640412"/>
                <a:gd name="connsiteX30" fmla="*/ 202557 w 4690708"/>
                <a:gd name="connsiteY30" fmla="*/ 3051877 h 4640412"/>
                <a:gd name="connsiteX31" fmla="*/ 202557 w 4690708"/>
                <a:gd name="connsiteY31" fmla="*/ 3792445 h 4640412"/>
                <a:gd name="connsiteX32" fmla="*/ 112949 w 4690708"/>
                <a:gd name="connsiteY32" fmla="*/ 3792445 h 4640412"/>
                <a:gd name="connsiteX33" fmla="*/ 112949 w 4690708"/>
                <a:gd name="connsiteY33" fmla="*/ 3506147 h 4640412"/>
                <a:gd name="connsiteX34" fmla="*/ 112949 w 4690708"/>
                <a:gd name="connsiteY34" fmla="*/ 3143987 h 4640412"/>
                <a:gd name="connsiteX35" fmla="*/ 4721 w 4690708"/>
                <a:gd name="connsiteY35" fmla="*/ 3143987 h 4640412"/>
                <a:gd name="connsiteX36" fmla="*/ 4721 w 4690708"/>
                <a:gd name="connsiteY36" fmla="*/ 3051877 h 4640412"/>
                <a:gd name="connsiteX37" fmla="*/ 3393436 w 4690708"/>
                <a:gd name="connsiteY37" fmla="*/ 3050347 h 4640412"/>
                <a:gd name="connsiteX38" fmla="*/ 3620031 w 4690708"/>
                <a:gd name="connsiteY38" fmla="*/ 3212567 h 4640412"/>
                <a:gd name="connsiteX39" fmla="*/ 3628059 w 4690708"/>
                <a:gd name="connsiteY39" fmla="*/ 3644625 h 4640412"/>
                <a:gd name="connsiteX40" fmla="*/ 3417092 w 4690708"/>
                <a:gd name="connsiteY40" fmla="*/ 3821257 h 4640412"/>
                <a:gd name="connsiteX41" fmla="*/ 3138761 w 4690708"/>
                <a:gd name="connsiteY41" fmla="*/ 3719657 h 4640412"/>
                <a:gd name="connsiteX42" fmla="*/ 3109949 w 4690708"/>
                <a:gd name="connsiteY42" fmla="*/ 3679649 h 4640412"/>
                <a:gd name="connsiteX43" fmla="*/ 3136522 w 4690708"/>
                <a:gd name="connsiteY43" fmla="*/ 3161964 h 4640412"/>
                <a:gd name="connsiteX44" fmla="*/ 3393436 w 4690708"/>
                <a:gd name="connsiteY44" fmla="*/ 3050347 h 4640412"/>
                <a:gd name="connsiteX45" fmla="*/ 1572786 w 4690708"/>
                <a:gd name="connsiteY45" fmla="*/ 1652223 h 4640412"/>
                <a:gd name="connsiteX46" fmla="*/ 1417254 w 4690708"/>
                <a:gd name="connsiteY46" fmla="*/ 1740322 h 4640412"/>
                <a:gd name="connsiteX47" fmla="*/ 1391795 w 4690708"/>
                <a:gd name="connsiteY47" fmla="*/ 2102150 h 4640412"/>
                <a:gd name="connsiteX48" fmla="*/ 1684140 w 4690708"/>
                <a:gd name="connsiteY48" fmla="*/ 2209897 h 4640412"/>
                <a:gd name="connsiteX49" fmla="*/ 1717219 w 4690708"/>
                <a:gd name="connsiteY49" fmla="*/ 2171617 h 4640412"/>
                <a:gd name="connsiteX50" fmla="*/ 1736481 w 4690708"/>
                <a:gd name="connsiteY50" fmla="*/ 1765888 h 4640412"/>
                <a:gd name="connsiteX51" fmla="*/ 1572786 w 4690708"/>
                <a:gd name="connsiteY51" fmla="*/ 1652223 h 4640412"/>
                <a:gd name="connsiteX52" fmla="*/ 294858 w 4690708"/>
                <a:gd name="connsiteY52" fmla="*/ 1650186 h 4640412"/>
                <a:gd name="connsiteX53" fmla="*/ 128435 w 4690708"/>
                <a:gd name="connsiteY53" fmla="*/ 1769737 h 4640412"/>
                <a:gd name="connsiteX54" fmla="*/ 131673 w 4690708"/>
                <a:gd name="connsiteY54" fmla="*/ 2139933 h 4640412"/>
                <a:gd name="connsiteX55" fmla="*/ 297689 w 4690708"/>
                <a:gd name="connsiteY55" fmla="*/ 2247733 h 4640412"/>
                <a:gd name="connsiteX56" fmla="*/ 459819 w 4690708"/>
                <a:gd name="connsiteY56" fmla="*/ 2139939 h 4640412"/>
                <a:gd name="connsiteX57" fmla="*/ 495560 w 4690708"/>
                <a:gd name="connsiteY57" fmla="*/ 1920099 h 4640412"/>
                <a:gd name="connsiteX58" fmla="*/ 294858 w 4690708"/>
                <a:gd name="connsiteY58" fmla="*/ 1650186 h 4640412"/>
                <a:gd name="connsiteX59" fmla="*/ 657799 w 4690708"/>
                <a:gd name="connsiteY59" fmla="*/ 1587262 h 4640412"/>
                <a:gd name="connsiteX60" fmla="*/ 859274 w 4690708"/>
                <a:gd name="connsiteY60" fmla="*/ 1587262 h 4640412"/>
                <a:gd name="connsiteX61" fmla="*/ 859274 w 4690708"/>
                <a:gd name="connsiteY61" fmla="*/ 1724350 h 4640412"/>
                <a:gd name="connsiteX62" fmla="*/ 859274 w 4690708"/>
                <a:gd name="connsiteY62" fmla="*/ 2318416 h 4640412"/>
                <a:gd name="connsiteX63" fmla="*/ 767653 w 4690708"/>
                <a:gd name="connsiteY63" fmla="*/ 2318416 h 4640412"/>
                <a:gd name="connsiteX64" fmla="*/ 767653 w 4690708"/>
                <a:gd name="connsiteY64" fmla="*/ 1670062 h 4640412"/>
                <a:gd name="connsiteX65" fmla="*/ 657799 w 4690708"/>
                <a:gd name="connsiteY65" fmla="*/ 1670062 h 4640412"/>
                <a:gd name="connsiteX66" fmla="*/ 657799 w 4690708"/>
                <a:gd name="connsiteY66" fmla="*/ 1587262 h 4640412"/>
                <a:gd name="connsiteX67" fmla="*/ 1164339 w 4690708"/>
                <a:gd name="connsiteY67" fmla="*/ 1584678 h 4640412"/>
                <a:gd name="connsiteX68" fmla="*/ 1164339 w 4690708"/>
                <a:gd name="connsiteY68" fmla="*/ 2317789 h 4640412"/>
                <a:gd name="connsiteX69" fmla="*/ 1075001 w 4690708"/>
                <a:gd name="connsiteY69" fmla="*/ 2317789 h 4640412"/>
                <a:gd name="connsiteX70" fmla="*/ 1075001 w 4690708"/>
                <a:gd name="connsiteY70" fmla="*/ 1669469 h 4640412"/>
                <a:gd name="connsiteX71" fmla="*/ 952653 w 4690708"/>
                <a:gd name="connsiteY71" fmla="*/ 1669469 h 4640412"/>
                <a:gd name="connsiteX72" fmla="*/ 952826 w 4690708"/>
                <a:gd name="connsiteY72" fmla="*/ 1604849 h 4640412"/>
                <a:gd name="connsiteX73" fmla="*/ 971512 w 4690708"/>
                <a:gd name="connsiteY73" fmla="*/ 1585370 h 4640412"/>
                <a:gd name="connsiteX74" fmla="*/ 1164339 w 4690708"/>
                <a:gd name="connsiteY74" fmla="*/ 1584678 h 4640412"/>
                <a:gd name="connsiteX75" fmla="*/ 1550192 w 4690708"/>
                <a:gd name="connsiteY75" fmla="*/ 1566606 h 4640412"/>
                <a:gd name="connsiteX76" fmla="*/ 1693994 w 4690708"/>
                <a:gd name="connsiteY76" fmla="*/ 1586485 h 4640412"/>
                <a:gd name="connsiteX77" fmla="*/ 1865735 w 4690708"/>
                <a:gd name="connsiteY77" fmla="*/ 1879723 h 4640412"/>
                <a:gd name="connsiteX78" fmla="*/ 1856271 w 4690708"/>
                <a:gd name="connsiteY78" fmla="*/ 2087476 h 4640412"/>
                <a:gd name="connsiteX79" fmla="*/ 1446044 w 4690708"/>
                <a:gd name="connsiteY79" fmla="*/ 2314301 h 4640412"/>
                <a:gd name="connsiteX80" fmla="*/ 1280852 w 4690708"/>
                <a:gd name="connsiteY80" fmla="*/ 2084706 h 4640412"/>
                <a:gd name="connsiteX81" fmla="*/ 1306258 w 4690708"/>
                <a:gd name="connsiteY81" fmla="*/ 1739772 h 4640412"/>
                <a:gd name="connsiteX82" fmla="*/ 1550192 w 4690708"/>
                <a:gd name="connsiteY82" fmla="*/ 1566606 h 4640412"/>
                <a:gd name="connsiteX83" fmla="*/ 307021 w 4690708"/>
                <a:gd name="connsiteY83" fmla="*/ 1564866 h 4640412"/>
                <a:gd name="connsiteX84" fmla="*/ 563903 w 4690708"/>
                <a:gd name="connsiteY84" fmla="*/ 1749174 h 4640412"/>
                <a:gd name="connsiteX85" fmla="*/ 575923 w 4690708"/>
                <a:gd name="connsiteY85" fmla="*/ 2119712 h 4640412"/>
                <a:gd name="connsiteX86" fmla="*/ 324410 w 4690708"/>
                <a:gd name="connsiteY86" fmla="*/ 2339916 h 4640412"/>
                <a:gd name="connsiteX87" fmla="*/ 1601 w 4690708"/>
                <a:gd name="connsiteY87" fmla="*/ 2017158 h 4640412"/>
                <a:gd name="connsiteX88" fmla="*/ 28106 w 4690708"/>
                <a:gd name="connsiteY88" fmla="*/ 1748120 h 4640412"/>
                <a:gd name="connsiteX89" fmla="*/ 307021 w 4690708"/>
                <a:gd name="connsiteY89" fmla="*/ 1564866 h 4640412"/>
                <a:gd name="connsiteX90" fmla="*/ 3178304 w 4690708"/>
                <a:gd name="connsiteY90" fmla="*/ 102149 h 4640412"/>
                <a:gd name="connsiteX91" fmla="*/ 3004798 w 4690708"/>
                <a:gd name="connsiteY91" fmla="*/ 263694 h 4640412"/>
                <a:gd name="connsiteX92" fmla="*/ 3000234 w 4690708"/>
                <a:gd name="connsiteY92" fmla="*/ 574445 h 4640412"/>
                <a:gd name="connsiteX93" fmla="*/ 3128197 w 4690708"/>
                <a:gd name="connsiteY93" fmla="*/ 741526 h 4640412"/>
                <a:gd name="connsiteX94" fmla="*/ 3391793 w 4690708"/>
                <a:gd name="connsiteY94" fmla="*/ 624056 h 4640412"/>
                <a:gd name="connsiteX95" fmla="*/ 3393089 w 4690708"/>
                <a:gd name="connsiteY95" fmla="*/ 237125 h 4640412"/>
                <a:gd name="connsiteX96" fmla="*/ 3178304 w 4690708"/>
                <a:gd name="connsiteY96" fmla="*/ 102149 h 4640412"/>
                <a:gd name="connsiteX97" fmla="*/ 643545 w 4690708"/>
                <a:gd name="connsiteY97" fmla="*/ 100523 h 4640412"/>
                <a:gd name="connsiteX98" fmla="*/ 470710 w 4690708"/>
                <a:gd name="connsiteY98" fmla="*/ 263150 h 4640412"/>
                <a:gd name="connsiteX99" fmla="*/ 460470 w 4690708"/>
                <a:gd name="connsiteY99" fmla="*/ 550777 h 4640412"/>
                <a:gd name="connsiteX100" fmla="*/ 627229 w 4690708"/>
                <a:gd name="connsiteY100" fmla="*/ 753488 h 4640412"/>
                <a:gd name="connsiteX101" fmla="*/ 863343 w 4690708"/>
                <a:gd name="connsiteY101" fmla="*/ 612500 h 4640412"/>
                <a:gd name="connsiteX102" fmla="*/ 864192 w 4690708"/>
                <a:gd name="connsiteY102" fmla="*/ 244829 h 4640412"/>
                <a:gd name="connsiteX103" fmla="*/ 643545 w 4690708"/>
                <a:gd name="connsiteY103" fmla="*/ 100523 h 4640412"/>
                <a:gd name="connsiteX104" fmla="*/ 1405741 w 4690708"/>
                <a:gd name="connsiteY104" fmla="*/ 99498 h 4640412"/>
                <a:gd name="connsiteX105" fmla="*/ 1240697 w 4690708"/>
                <a:gd name="connsiteY105" fmla="*/ 189086 h 4640412"/>
                <a:gd name="connsiteX106" fmla="*/ 1222797 w 4690708"/>
                <a:gd name="connsiteY106" fmla="*/ 215663 h 4640412"/>
                <a:gd name="connsiteX107" fmla="*/ 1222853 w 4690708"/>
                <a:gd name="connsiteY107" fmla="*/ 636375 h 4640412"/>
                <a:gd name="connsiteX108" fmla="*/ 1398991 w 4690708"/>
                <a:gd name="connsiteY108" fmla="*/ 754335 h 4640412"/>
                <a:gd name="connsiteX109" fmla="*/ 1583144 w 4690708"/>
                <a:gd name="connsiteY109" fmla="*/ 642024 h 4640412"/>
                <a:gd name="connsiteX110" fmla="*/ 1620595 w 4690708"/>
                <a:gd name="connsiteY110" fmla="*/ 344469 h 4640412"/>
                <a:gd name="connsiteX111" fmla="*/ 1552490 w 4690708"/>
                <a:gd name="connsiteY111" fmla="*/ 168161 h 4640412"/>
                <a:gd name="connsiteX112" fmla="*/ 1405741 w 4690708"/>
                <a:gd name="connsiteY112" fmla="*/ 99498 h 4640412"/>
                <a:gd name="connsiteX113" fmla="*/ 2478862 w 4690708"/>
                <a:gd name="connsiteY113" fmla="*/ 98862 h 4640412"/>
                <a:gd name="connsiteX114" fmla="*/ 2312034 w 4690708"/>
                <a:gd name="connsiteY114" fmla="*/ 182974 h 4640412"/>
                <a:gd name="connsiteX115" fmla="*/ 2278022 w 4690708"/>
                <a:gd name="connsiteY115" fmla="*/ 615223 h 4640412"/>
                <a:gd name="connsiteX116" fmla="*/ 2290021 w 4690708"/>
                <a:gd name="connsiteY116" fmla="*/ 640086 h 4640412"/>
                <a:gd name="connsiteX117" fmla="*/ 2477629 w 4690708"/>
                <a:gd name="connsiteY117" fmla="*/ 754483 h 4640412"/>
                <a:gd name="connsiteX118" fmla="*/ 2654287 w 4690708"/>
                <a:gd name="connsiteY118" fmla="*/ 634944 h 4640412"/>
                <a:gd name="connsiteX119" fmla="*/ 2688009 w 4690708"/>
                <a:gd name="connsiteY119" fmla="*/ 372675 h 4640412"/>
                <a:gd name="connsiteX120" fmla="*/ 2641985 w 4690708"/>
                <a:gd name="connsiteY120" fmla="*/ 197634 h 4640412"/>
                <a:gd name="connsiteX121" fmla="*/ 2478862 w 4690708"/>
                <a:gd name="connsiteY121" fmla="*/ 98862 h 4640412"/>
                <a:gd name="connsiteX122" fmla="*/ 1805229 w 4690708"/>
                <a:gd name="connsiteY122" fmla="*/ 19949 h 4640412"/>
                <a:gd name="connsiteX123" fmla="*/ 2025407 w 4690708"/>
                <a:gd name="connsiteY123" fmla="*/ 19949 h 4640412"/>
                <a:gd name="connsiteX124" fmla="*/ 2025407 w 4690708"/>
                <a:gd name="connsiteY124" fmla="*/ 688749 h 4640412"/>
                <a:gd name="connsiteX125" fmla="*/ 2025407 w 4690708"/>
                <a:gd name="connsiteY125" fmla="*/ 835134 h 4640412"/>
                <a:gd name="connsiteX126" fmla="*/ 1924399 w 4690708"/>
                <a:gd name="connsiteY126" fmla="*/ 835134 h 4640412"/>
                <a:gd name="connsiteX127" fmla="*/ 1924399 w 4690708"/>
                <a:gd name="connsiteY127" fmla="*/ 121378 h 4640412"/>
                <a:gd name="connsiteX128" fmla="*/ 1805229 w 4690708"/>
                <a:gd name="connsiteY128" fmla="*/ 121378 h 4640412"/>
                <a:gd name="connsiteX129" fmla="*/ 1805229 w 4690708"/>
                <a:gd name="connsiteY129" fmla="*/ 19949 h 4640412"/>
                <a:gd name="connsiteX130" fmla="*/ 4294 w 4690708"/>
                <a:gd name="connsiteY130" fmla="*/ 17090 h 4640412"/>
                <a:gd name="connsiteX131" fmla="*/ 167795 w 4690708"/>
                <a:gd name="connsiteY131" fmla="*/ 17090 h 4640412"/>
                <a:gd name="connsiteX132" fmla="*/ 221557 w 4690708"/>
                <a:gd name="connsiteY132" fmla="*/ 17090 h 4640412"/>
                <a:gd name="connsiteX133" fmla="*/ 221557 w 4690708"/>
                <a:gd name="connsiteY133" fmla="*/ 835524 h 4640412"/>
                <a:gd name="connsiteX134" fmla="*/ 123102 w 4690708"/>
                <a:gd name="connsiteY134" fmla="*/ 835524 h 4640412"/>
                <a:gd name="connsiteX135" fmla="*/ 123102 w 4690708"/>
                <a:gd name="connsiteY135" fmla="*/ 120531 h 4640412"/>
                <a:gd name="connsiteX136" fmla="*/ 4294 w 4690708"/>
                <a:gd name="connsiteY136" fmla="*/ 120531 h 4640412"/>
                <a:gd name="connsiteX137" fmla="*/ 4294 w 4690708"/>
                <a:gd name="connsiteY137" fmla="*/ 17090 h 4640412"/>
                <a:gd name="connsiteX138" fmla="*/ 650904 w 4690708"/>
                <a:gd name="connsiteY138" fmla="*/ 1629 h 4640412"/>
                <a:gd name="connsiteX139" fmla="*/ 989698 w 4690708"/>
                <a:gd name="connsiteY139" fmla="*/ 290855 h 4640412"/>
                <a:gd name="connsiteX140" fmla="*/ 979915 w 4690708"/>
                <a:gd name="connsiteY140" fmla="*/ 606553 h 4640412"/>
                <a:gd name="connsiteX141" fmla="*/ 668356 w 4690708"/>
                <a:gd name="connsiteY141" fmla="*/ 854389 h 4640412"/>
                <a:gd name="connsiteX142" fmla="*/ 374358 w 4690708"/>
                <a:gd name="connsiteY142" fmla="*/ 641730 h 4640412"/>
                <a:gd name="connsiteX143" fmla="*/ 364759 w 4690708"/>
                <a:gd name="connsiteY143" fmla="*/ 242453 h 4640412"/>
                <a:gd name="connsiteX144" fmla="*/ 574893 w 4690708"/>
                <a:gd name="connsiteY144" fmla="*/ 15698 h 4640412"/>
                <a:gd name="connsiteX145" fmla="*/ 650904 w 4690708"/>
                <a:gd name="connsiteY145" fmla="*/ 1629 h 4640412"/>
                <a:gd name="connsiteX146" fmla="*/ 2458885 w 4690708"/>
                <a:gd name="connsiteY146" fmla="*/ 1348 h 4640412"/>
                <a:gd name="connsiteX147" fmla="*/ 2524715 w 4690708"/>
                <a:gd name="connsiteY147" fmla="*/ 5910 h 4640412"/>
                <a:gd name="connsiteX148" fmla="*/ 2763228 w 4690708"/>
                <a:gd name="connsiteY148" fmla="*/ 200326 h 4640412"/>
                <a:gd name="connsiteX149" fmla="*/ 2753614 w 4690708"/>
                <a:gd name="connsiteY149" fmla="*/ 675654 h 4640412"/>
                <a:gd name="connsiteX150" fmla="*/ 2614753 w 4690708"/>
                <a:gd name="connsiteY150" fmla="*/ 822831 h 4640412"/>
                <a:gd name="connsiteX151" fmla="*/ 2269824 w 4690708"/>
                <a:gd name="connsiteY151" fmla="*/ 786075 h 4640412"/>
                <a:gd name="connsiteX152" fmla="*/ 2149418 w 4690708"/>
                <a:gd name="connsiteY152" fmla="*/ 541297 h 4640412"/>
                <a:gd name="connsiteX153" fmla="*/ 2166978 w 4690708"/>
                <a:gd name="connsiteY153" fmla="*/ 247435 h 4640412"/>
                <a:gd name="connsiteX154" fmla="*/ 2458885 w 4690708"/>
                <a:gd name="connsiteY154" fmla="*/ 1348 h 4640412"/>
                <a:gd name="connsiteX155" fmla="*/ 1380643 w 4690708"/>
                <a:gd name="connsiteY155" fmla="*/ 994 h 4640412"/>
                <a:gd name="connsiteX156" fmla="*/ 1493797 w 4690708"/>
                <a:gd name="connsiteY156" fmla="*/ 13499 h 4640412"/>
                <a:gd name="connsiteX157" fmla="*/ 1602788 w 4690708"/>
                <a:gd name="connsiteY157" fmla="*/ 65668 h 4640412"/>
                <a:gd name="connsiteX158" fmla="*/ 1729704 w 4690708"/>
                <a:gd name="connsiteY158" fmla="*/ 350137 h 4640412"/>
                <a:gd name="connsiteX159" fmla="*/ 1677124 w 4690708"/>
                <a:gd name="connsiteY159" fmla="*/ 694371 h 4640412"/>
                <a:gd name="connsiteX160" fmla="*/ 1393127 w 4690708"/>
                <a:gd name="connsiteY160" fmla="*/ 856343 h 4640412"/>
                <a:gd name="connsiteX161" fmla="*/ 1110835 w 4690708"/>
                <a:gd name="connsiteY161" fmla="*/ 650493 h 4640412"/>
                <a:gd name="connsiteX162" fmla="*/ 1122578 w 4690708"/>
                <a:gd name="connsiteY162" fmla="*/ 179635 h 4640412"/>
                <a:gd name="connsiteX163" fmla="*/ 1380643 w 4690708"/>
                <a:gd name="connsiteY163" fmla="*/ 994 h 4640412"/>
                <a:gd name="connsiteX164" fmla="*/ 3194552 w 4690708"/>
                <a:gd name="connsiteY164" fmla="*/ 179 h 4640412"/>
                <a:gd name="connsiteX165" fmla="*/ 3475111 w 4690708"/>
                <a:gd name="connsiteY165" fmla="*/ 156434 h 4640412"/>
                <a:gd name="connsiteX166" fmla="*/ 3527715 w 4690708"/>
                <a:gd name="connsiteY166" fmla="*/ 494747 h 4640412"/>
                <a:gd name="connsiteX167" fmla="*/ 3490945 w 4690708"/>
                <a:gd name="connsiteY167" fmla="*/ 663662 h 4640412"/>
                <a:gd name="connsiteX168" fmla="*/ 3118221 w 4690708"/>
                <a:gd name="connsiteY168" fmla="*/ 843269 h 4640412"/>
                <a:gd name="connsiteX169" fmla="*/ 2887601 w 4690708"/>
                <a:gd name="connsiteY169" fmla="*/ 573660 h 4640412"/>
                <a:gd name="connsiteX170" fmla="*/ 2927388 w 4690708"/>
                <a:gd name="connsiteY170" fmla="*/ 164952 h 4640412"/>
                <a:gd name="connsiteX171" fmla="*/ 3194552 w 4690708"/>
                <a:gd name="connsiteY171" fmla="*/ 179 h 464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690708" h="4640412">
                  <a:moveTo>
                    <a:pt x="4058937" y="4009022"/>
                  </a:moveTo>
                  <a:lnTo>
                    <a:pt x="4690708" y="4009022"/>
                  </a:lnTo>
                  <a:lnTo>
                    <a:pt x="4690708" y="4640412"/>
                  </a:lnTo>
                  <a:lnTo>
                    <a:pt x="4058937" y="4640412"/>
                  </a:lnTo>
                  <a:close/>
                  <a:moveTo>
                    <a:pt x="3364913" y="3140906"/>
                  </a:moveTo>
                  <a:cubicBezTo>
                    <a:pt x="3289671" y="3140171"/>
                    <a:pt x="3214414" y="3185695"/>
                    <a:pt x="3186455" y="3270473"/>
                  </a:cubicBezTo>
                  <a:cubicBezTo>
                    <a:pt x="3159306" y="3352786"/>
                    <a:pt x="3161968" y="3434986"/>
                    <a:pt x="3165518" y="3517564"/>
                  </a:cubicBezTo>
                  <a:cubicBezTo>
                    <a:pt x="3167159" y="3555699"/>
                    <a:pt x="3183985" y="3594339"/>
                    <a:pt x="3199223" y="3630518"/>
                  </a:cubicBezTo>
                  <a:cubicBezTo>
                    <a:pt x="3247506" y="3745145"/>
                    <a:pt x="3408565" y="3777513"/>
                    <a:pt x="3495176" y="3674342"/>
                  </a:cubicBezTo>
                  <a:cubicBezTo>
                    <a:pt x="3536800" y="3624760"/>
                    <a:pt x="3548530" y="3567412"/>
                    <a:pt x="3557699" y="3505423"/>
                  </a:cubicBezTo>
                  <a:cubicBezTo>
                    <a:pt x="3574150" y="3394202"/>
                    <a:pt x="3558025" y="3292263"/>
                    <a:pt x="3490114" y="3193703"/>
                  </a:cubicBezTo>
                  <a:cubicBezTo>
                    <a:pt x="3455198" y="3158442"/>
                    <a:pt x="3410058" y="3141347"/>
                    <a:pt x="3364913" y="3140906"/>
                  </a:cubicBezTo>
                  <a:close/>
                  <a:moveTo>
                    <a:pt x="3717118" y="3071607"/>
                  </a:moveTo>
                  <a:cubicBezTo>
                    <a:pt x="3784634" y="3071607"/>
                    <a:pt x="3853453" y="3071607"/>
                    <a:pt x="3925432" y="3071607"/>
                  </a:cubicBezTo>
                  <a:cubicBezTo>
                    <a:pt x="3925432" y="3313267"/>
                    <a:pt x="3925432" y="3555076"/>
                    <a:pt x="3925432" y="3804671"/>
                  </a:cubicBezTo>
                  <a:cubicBezTo>
                    <a:pt x="3910056" y="3804671"/>
                    <a:pt x="3893806" y="3804671"/>
                    <a:pt x="3873243" y="3804663"/>
                  </a:cubicBezTo>
                  <a:cubicBezTo>
                    <a:pt x="3830796" y="3811091"/>
                    <a:pt x="3835160" y="3784859"/>
                    <a:pt x="3835174" y="3761277"/>
                  </a:cubicBezTo>
                  <a:cubicBezTo>
                    <a:pt x="3835296" y="3573152"/>
                    <a:pt x="3835240" y="3385026"/>
                    <a:pt x="3835240" y="3196901"/>
                  </a:cubicBezTo>
                  <a:cubicBezTo>
                    <a:pt x="3835240" y="3184513"/>
                    <a:pt x="3835240" y="3172127"/>
                    <a:pt x="3835240" y="3153864"/>
                  </a:cubicBezTo>
                  <a:cubicBezTo>
                    <a:pt x="3795749" y="3153864"/>
                    <a:pt x="3757981" y="3153864"/>
                    <a:pt x="3717118" y="3153864"/>
                  </a:cubicBezTo>
                  <a:cubicBezTo>
                    <a:pt x="3717118" y="3123964"/>
                    <a:pt x="3717118" y="3099769"/>
                    <a:pt x="3717118" y="3071607"/>
                  </a:cubicBezTo>
                  <a:close/>
                  <a:moveTo>
                    <a:pt x="303270" y="3051896"/>
                  </a:moveTo>
                  <a:cubicBezTo>
                    <a:pt x="371275" y="3051896"/>
                    <a:pt x="438973" y="3051896"/>
                    <a:pt x="510407" y="3051896"/>
                  </a:cubicBezTo>
                  <a:cubicBezTo>
                    <a:pt x="510407" y="3297563"/>
                    <a:pt x="510407" y="3543521"/>
                    <a:pt x="510407" y="3792425"/>
                  </a:cubicBezTo>
                  <a:cubicBezTo>
                    <a:pt x="479712" y="3792425"/>
                    <a:pt x="449308" y="3792425"/>
                    <a:pt x="411485" y="3792425"/>
                  </a:cubicBezTo>
                  <a:cubicBezTo>
                    <a:pt x="411485" y="3727021"/>
                    <a:pt x="411485" y="3660898"/>
                    <a:pt x="411485" y="3590112"/>
                  </a:cubicBezTo>
                  <a:cubicBezTo>
                    <a:pt x="411485" y="3439692"/>
                    <a:pt x="411485" y="3293937"/>
                    <a:pt x="411485" y="3144021"/>
                  </a:cubicBezTo>
                  <a:cubicBezTo>
                    <a:pt x="374052" y="3144021"/>
                    <a:pt x="340517" y="3144021"/>
                    <a:pt x="303270" y="3144021"/>
                  </a:cubicBezTo>
                  <a:cubicBezTo>
                    <a:pt x="303270" y="3111568"/>
                    <a:pt x="303270" y="3083212"/>
                    <a:pt x="303270" y="3051896"/>
                  </a:cubicBezTo>
                  <a:close/>
                  <a:moveTo>
                    <a:pt x="4721" y="3051877"/>
                  </a:moveTo>
                  <a:cubicBezTo>
                    <a:pt x="69659" y="3051877"/>
                    <a:pt x="134247" y="3051877"/>
                    <a:pt x="202557" y="3051877"/>
                  </a:cubicBezTo>
                  <a:cubicBezTo>
                    <a:pt x="202557" y="3297599"/>
                    <a:pt x="202557" y="3543564"/>
                    <a:pt x="202557" y="3792445"/>
                  </a:cubicBezTo>
                  <a:cubicBezTo>
                    <a:pt x="174911" y="3792445"/>
                    <a:pt x="147603" y="3792445"/>
                    <a:pt x="112949" y="3792445"/>
                  </a:cubicBezTo>
                  <a:cubicBezTo>
                    <a:pt x="112949" y="3699015"/>
                    <a:pt x="112949" y="3604914"/>
                    <a:pt x="112949" y="3506147"/>
                  </a:cubicBezTo>
                  <a:cubicBezTo>
                    <a:pt x="112949" y="3383700"/>
                    <a:pt x="112949" y="3265919"/>
                    <a:pt x="112949" y="3143987"/>
                  </a:cubicBezTo>
                  <a:cubicBezTo>
                    <a:pt x="75525" y="3143987"/>
                    <a:pt x="41939" y="3143987"/>
                    <a:pt x="4721" y="3143987"/>
                  </a:cubicBezTo>
                  <a:cubicBezTo>
                    <a:pt x="4721" y="3111533"/>
                    <a:pt x="4721" y="3083177"/>
                    <a:pt x="4721" y="3051877"/>
                  </a:cubicBezTo>
                  <a:close/>
                  <a:moveTo>
                    <a:pt x="3393436" y="3050347"/>
                  </a:moveTo>
                  <a:cubicBezTo>
                    <a:pt x="3497669" y="3060202"/>
                    <a:pt x="3578922" y="3113097"/>
                    <a:pt x="3620031" y="3212567"/>
                  </a:cubicBezTo>
                  <a:cubicBezTo>
                    <a:pt x="3678795" y="3354755"/>
                    <a:pt x="3675231" y="3501318"/>
                    <a:pt x="3628059" y="3644625"/>
                  </a:cubicBezTo>
                  <a:cubicBezTo>
                    <a:pt x="3595649" y="3743078"/>
                    <a:pt x="3520288" y="3807763"/>
                    <a:pt x="3417092" y="3821257"/>
                  </a:cubicBezTo>
                  <a:cubicBezTo>
                    <a:pt x="3310387" y="3835209"/>
                    <a:pt x="3207713" y="3818615"/>
                    <a:pt x="3138761" y="3719657"/>
                  </a:cubicBezTo>
                  <a:cubicBezTo>
                    <a:pt x="3130037" y="3707137"/>
                    <a:pt x="3120719" y="3695027"/>
                    <a:pt x="3109949" y="3679649"/>
                  </a:cubicBezTo>
                  <a:cubicBezTo>
                    <a:pt x="3039207" y="3500684"/>
                    <a:pt x="3032308" y="3326536"/>
                    <a:pt x="3136522" y="3161964"/>
                  </a:cubicBezTo>
                  <a:cubicBezTo>
                    <a:pt x="3194670" y="3070136"/>
                    <a:pt x="3289858" y="3040553"/>
                    <a:pt x="3393436" y="3050347"/>
                  </a:cubicBezTo>
                  <a:close/>
                  <a:moveTo>
                    <a:pt x="1572786" y="1652223"/>
                  </a:moveTo>
                  <a:cubicBezTo>
                    <a:pt x="1509255" y="1651212"/>
                    <a:pt x="1450409" y="1678140"/>
                    <a:pt x="1417254" y="1740322"/>
                  </a:cubicBezTo>
                  <a:cubicBezTo>
                    <a:pt x="1354992" y="1857096"/>
                    <a:pt x="1358850" y="1979591"/>
                    <a:pt x="1391795" y="2102150"/>
                  </a:cubicBezTo>
                  <a:cubicBezTo>
                    <a:pt x="1427248" y="2234036"/>
                    <a:pt x="1555493" y="2292129"/>
                    <a:pt x="1684140" y="2209897"/>
                  </a:cubicBezTo>
                  <a:cubicBezTo>
                    <a:pt x="1695298" y="2197213"/>
                    <a:pt x="1708993" y="2185980"/>
                    <a:pt x="1717219" y="2171617"/>
                  </a:cubicBezTo>
                  <a:cubicBezTo>
                    <a:pt x="1792656" y="2039886"/>
                    <a:pt x="1786994" y="1902972"/>
                    <a:pt x="1736481" y="1765888"/>
                  </a:cubicBezTo>
                  <a:cubicBezTo>
                    <a:pt x="1709389" y="1692363"/>
                    <a:pt x="1647353" y="1653407"/>
                    <a:pt x="1572786" y="1652223"/>
                  </a:cubicBezTo>
                  <a:close/>
                  <a:moveTo>
                    <a:pt x="294858" y="1650186"/>
                  </a:moveTo>
                  <a:cubicBezTo>
                    <a:pt x="218033" y="1660341"/>
                    <a:pt x="157752" y="1695789"/>
                    <a:pt x="128435" y="1769737"/>
                  </a:cubicBezTo>
                  <a:cubicBezTo>
                    <a:pt x="79570" y="1892992"/>
                    <a:pt x="78541" y="2018242"/>
                    <a:pt x="131673" y="2139933"/>
                  </a:cubicBezTo>
                  <a:cubicBezTo>
                    <a:pt x="161873" y="2209100"/>
                    <a:pt x="215222" y="2249703"/>
                    <a:pt x="297689" y="2247733"/>
                  </a:cubicBezTo>
                  <a:cubicBezTo>
                    <a:pt x="376915" y="2245841"/>
                    <a:pt x="424599" y="2206228"/>
                    <a:pt x="459819" y="2139939"/>
                  </a:cubicBezTo>
                  <a:cubicBezTo>
                    <a:pt x="496972" y="2070009"/>
                    <a:pt x="495797" y="1995419"/>
                    <a:pt x="495560" y="1920099"/>
                  </a:cubicBezTo>
                  <a:cubicBezTo>
                    <a:pt x="495080" y="1767932"/>
                    <a:pt x="442146" y="1693686"/>
                    <a:pt x="294858" y="1650186"/>
                  </a:cubicBezTo>
                  <a:close/>
                  <a:moveTo>
                    <a:pt x="657799" y="1587262"/>
                  </a:moveTo>
                  <a:cubicBezTo>
                    <a:pt x="722557" y="1587262"/>
                    <a:pt x="787162" y="1587262"/>
                    <a:pt x="859274" y="1587262"/>
                  </a:cubicBezTo>
                  <a:cubicBezTo>
                    <a:pt x="859274" y="1630992"/>
                    <a:pt x="859274" y="1675342"/>
                    <a:pt x="859274" y="1724350"/>
                  </a:cubicBezTo>
                  <a:cubicBezTo>
                    <a:pt x="859274" y="1924506"/>
                    <a:pt x="859274" y="2120004"/>
                    <a:pt x="859274" y="2318416"/>
                  </a:cubicBezTo>
                  <a:cubicBezTo>
                    <a:pt x="828032" y="2318416"/>
                    <a:pt x="800722" y="2318416"/>
                    <a:pt x="767653" y="2318416"/>
                  </a:cubicBezTo>
                  <a:cubicBezTo>
                    <a:pt x="767653" y="2104166"/>
                    <a:pt x="767653" y="1889187"/>
                    <a:pt x="767653" y="1670062"/>
                  </a:cubicBezTo>
                  <a:cubicBezTo>
                    <a:pt x="728593" y="1670062"/>
                    <a:pt x="695065" y="1670062"/>
                    <a:pt x="657799" y="1670062"/>
                  </a:cubicBezTo>
                  <a:cubicBezTo>
                    <a:pt x="657799" y="1640730"/>
                    <a:pt x="657799" y="1615494"/>
                    <a:pt x="657799" y="1587262"/>
                  </a:cubicBezTo>
                  <a:close/>
                  <a:moveTo>
                    <a:pt x="1164339" y="1584678"/>
                  </a:moveTo>
                  <a:cubicBezTo>
                    <a:pt x="1164339" y="1830591"/>
                    <a:pt x="1164339" y="2072399"/>
                    <a:pt x="1164339" y="2317789"/>
                  </a:cubicBezTo>
                  <a:cubicBezTo>
                    <a:pt x="1135966" y="2317789"/>
                    <a:pt x="1107625" y="2317789"/>
                    <a:pt x="1075001" y="2317789"/>
                  </a:cubicBezTo>
                  <a:cubicBezTo>
                    <a:pt x="1075001" y="2103039"/>
                    <a:pt x="1075001" y="1889160"/>
                    <a:pt x="1075001" y="1669469"/>
                  </a:cubicBezTo>
                  <a:cubicBezTo>
                    <a:pt x="1033206" y="1669469"/>
                    <a:pt x="995336" y="1669469"/>
                    <a:pt x="952653" y="1669469"/>
                  </a:cubicBezTo>
                  <a:cubicBezTo>
                    <a:pt x="952653" y="1645528"/>
                    <a:pt x="952653" y="1627351"/>
                    <a:pt x="952826" y="1604849"/>
                  </a:cubicBezTo>
                  <a:cubicBezTo>
                    <a:pt x="959165" y="1595241"/>
                    <a:pt x="965252" y="1585482"/>
                    <a:pt x="971512" y="1585370"/>
                  </a:cubicBezTo>
                  <a:cubicBezTo>
                    <a:pt x="1034860" y="1584236"/>
                    <a:pt x="1098236" y="1584678"/>
                    <a:pt x="1164339" y="1584678"/>
                  </a:cubicBezTo>
                  <a:close/>
                  <a:moveTo>
                    <a:pt x="1550192" y="1566606"/>
                  </a:moveTo>
                  <a:cubicBezTo>
                    <a:pt x="1597131" y="1567781"/>
                    <a:pt x="1643829" y="1578623"/>
                    <a:pt x="1693994" y="1586485"/>
                  </a:cubicBezTo>
                  <a:cubicBezTo>
                    <a:pt x="1813623" y="1650429"/>
                    <a:pt x="1860412" y="1754790"/>
                    <a:pt x="1865735" y="1879723"/>
                  </a:cubicBezTo>
                  <a:cubicBezTo>
                    <a:pt x="1868679" y="1948812"/>
                    <a:pt x="1868172" y="2019682"/>
                    <a:pt x="1856271" y="2087476"/>
                  </a:cubicBezTo>
                  <a:cubicBezTo>
                    <a:pt x="1816960" y="2311381"/>
                    <a:pt x="1619889" y="2387811"/>
                    <a:pt x="1446044" y="2314301"/>
                  </a:cubicBezTo>
                  <a:cubicBezTo>
                    <a:pt x="1348018" y="2272851"/>
                    <a:pt x="1298854" y="2185184"/>
                    <a:pt x="1280852" y="2084706"/>
                  </a:cubicBezTo>
                  <a:cubicBezTo>
                    <a:pt x="1260076" y="1968751"/>
                    <a:pt x="1263503" y="1852886"/>
                    <a:pt x="1306258" y="1739772"/>
                  </a:cubicBezTo>
                  <a:cubicBezTo>
                    <a:pt x="1342847" y="1642973"/>
                    <a:pt x="1446679" y="1564014"/>
                    <a:pt x="1550192" y="1566606"/>
                  </a:cubicBezTo>
                  <a:close/>
                  <a:moveTo>
                    <a:pt x="307021" y="1564866"/>
                  </a:moveTo>
                  <a:cubicBezTo>
                    <a:pt x="427405" y="1569113"/>
                    <a:pt x="523293" y="1635570"/>
                    <a:pt x="563903" y="1749174"/>
                  </a:cubicBezTo>
                  <a:cubicBezTo>
                    <a:pt x="607733" y="1871783"/>
                    <a:pt x="609775" y="1996715"/>
                    <a:pt x="575923" y="2119712"/>
                  </a:cubicBezTo>
                  <a:cubicBezTo>
                    <a:pt x="542030" y="2242861"/>
                    <a:pt x="461239" y="2322864"/>
                    <a:pt x="324410" y="2339916"/>
                  </a:cubicBezTo>
                  <a:cubicBezTo>
                    <a:pt x="112185" y="2350673"/>
                    <a:pt x="4231" y="2198824"/>
                    <a:pt x="1601" y="2017158"/>
                  </a:cubicBezTo>
                  <a:cubicBezTo>
                    <a:pt x="294" y="1926888"/>
                    <a:pt x="-7406" y="1836118"/>
                    <a:pt x="28106" y="1748120"/>
                  </a:cubicBezTo>
                  <a:cubicBezTo>
                    <a:pt x="66146" y="1653856"/>
                    <a:pt x="153882" y="1559461"/>
                    <a:pt x="307021" y="1564866"/>
                  </a:cubicBezTo>
                  <a:close/>
                  <a:moveTo>
                    <a:pt x="3178304" y="102149"/>
                  </a:moveTo>
                  <a:cubicBezTo>
                    <a:pt x="3083913" y="113022"/>
                    <a:pt x="3030511" y="174449"/>
                    <a:pt x="3004798" y="263694"/>
                  </a:cubicBezTo>
                  <a:cubicBezTo>
                    <a:pt x="2975006" y="367099"/>
                    <a:pt x="2978254" y="471464"/>
                    <a:pt x="3000234" y="574445"/>
                  </a:cubicBezTo>
                  <a:cubicBezTo>
                    <a:pt x="3015245" y="644785"/>
                    <a:pt x="3049647" y="706882"/>
                    <a:pt x="3128197" y="741526"/>
                  </a:cubicBezTo>
                  <a:cubicBezTo>
                    <a:pt x="3240822" y="778486"/>
                    <a:pt x="3348050" y="739375"/>
                    <a:pt x="3391793" y="624056"/>
                  </a:cubicBezTo>
                  <a:cubicBezTo>
                    <a:pt x="3440670" y="495206"/>
                    <a:pt x="3441476" y="363749"/>
                    <a:pt x="3393089" y="237125"/>
                  </a:cubicBezTo>
                  <a:cubicBezTo>
                    <a:pt x="3351933" y="129426"/>
                    <a:pt x="3283054" y="90083"/>
                    <a:pt x="3178304" y="102149"/>
                  </a:cubicBezTo>
                  <a:close/>
                  <a:moveTo>
                    <a:pt x="643545" y="100523"/>
                  </a:moveTo>
                  <a:cubicBezTo>
                    <a:pt x="567477" y="107606"/>
                    <a:pt x="495914" y="170081"/>
                    <a:pt x="470710" y="263150"/>
                  </a:cubicBezTo>
                  <a:cubicBezTo>
                    <a:pt x="445061" y="357870"/>
                    <a:pt x="438592" y="454902"/>
                    <a:pt x="460470" y="550777"/>
                  </a:cubicBezTo>
                  <a:cubicBezTo>
                    <a:pt x="481127" y="641294"/>
                    <a:pt x="521093" y="720618"/>
                    <a:pt x="627229" y="753488"/>
                  </a:cubicBezTo>
                  <a:cubicBezTo>
                    <a:pt x="757831" y="756090"/>
                    <a:pt x="826748" y="720390"/>
                    <a:pt x="863343" y="612500"/>
                  </a:cubicBezTo>
                  <a:cubicBezTo>
                    <a:pt x="904270" y="491839"/>
                    <a:pt x="903453" y="365722"/>
                    <a:pt x="864192" y="244829"/>
                  </a:cubicBezTo>
                  <a:cubicBezTo>
                    <a:pt x="834862" y="154514"/>
                    <a:pt x="759464" y="89731"/>
                    <a:pt x="643545" y="100523"/>
                  </a:cubicBezTo>
                  <a:close/>
                  <a:moveTo>
                    <a:pt x="1405741" y="99498"/>
                  </a:moveTo>
                  <a:cubicBezTo>
                    <a:pt x="1345134" y="100522"/>
                    <a:pt x="1281477" y="127921"/>
                    <a:pt x="1240697" y="189086"/>
                  </a:cubicBezTo>
                  <a:cubicBezTo>
                    <a:pt x="1234628" y="197906"/>
                    <a:pt x="1226514" y="205945"/>
                    <a:pt x="1222797" y="215663"/>
                  </a:cubicBezTo>
                  <a:cubicBezTo>
                    <a:pt x="1169203" y="355826"/>
                    <a:pt x="1165996" y="497553"/>
                    <a:pt x="1222853" y="636375"/>
                  </a:cubicBezTo>
                  <a:cubicBezTo>
                    <a:pt x="1253455" y="711091"/>
                    <a:pt x="1314174" y="753017"/>
                    <a:pt x="1398991" y="754335"/>
                  </a:cubicBezTo>
                  <a:cubicBezTo>
                    <a:pt x="1484641" y="755668"/>
                    <a:pt x="1544213" y="718823"/>
                    <a:pt x="1583144" y="642024"/>
                  </a:cubicBezTo>
                  <a:cubicBezTo>
                    <a:pt x="1631436" y="546757"/>
                    <a:pt x="1632656" y="444452"/>
                    <a:pt x="1620595" y="344469"/>
                  </a:cubicBezTo>
                  <a:cubicBezTo>
                    <a:pt x="1613241" y="283510"/>
                    <a:pt x="1586150" y="220370"/>
                    <a:pt x="1552490" y="168161"/>
                  </a:cubicBezTo>
                  <a:cubicBezTo>
                    <a:pt x="1523907" y="123825"/>
                    <a:pt x="1466348" y="98474"/>
                    <a:pt x="1405741" y="99498"/>
                  </a:cubicBezTo>
                  <a:close/>
                  <a:moveTo>
                    <a:pt x="2478862" y="98862"/>
                  </a:moveTo>
                  <a:cubicBezTo>
                    <a:pt x="2414598" y="95776"/>
                    <a:pt x="2349717" y="123172"/>
                    <a:pt x="2312034" y="182974"/>
                  </a:cubicBezTo>
                  <a:cubicBezTo>
                    <a:pt x="2227456" y="317202"/>
                    <a:pt x="2236754" y="461896"/>
                    <a:pt x="2278022" y="615223"/>
                  </a:cubicBezTo>
                  <a:cubicBezTo>
                    <a:pt x="2281999" y="623525"/>
                    <a:pt x="2285525" y="632078"/>
                    <a:pt x="2290021" y="640086"/>
                  </a:cubicBezTo>
                  <a:cubicBezTo>
                    <a:pt x="2331105" y="713294"/>
                    <a:pt x="2387905" y="759301"/>
                    <a:pt x="2477629" y="754483"/>
                  </a:cubicBezTo>
                  <a:cubicBezTo>
                    <a:pt x="2561451" y="749980"/>
                    <a:pt x="2615936" y="706990"/>
                    <a:pt x="2654287" y="634944"/>
                  </a:cubicBezTo>
                  <a:cubicBezTo>
                    <a:pt x="2698921" y="551099"/>
                    <a:pt x="2684832" y="461160"/>
                    <a:pt x="2688009" y="372675"/>
                  </a:cubicBezTo>
                  <a:cubicBezTo>
                    <a:pt x="2690281" y="309383"/>
                    <a:pt x="2672807" y="252007"/>
                    <a:pt x="2641985" y="197634"/>
                  </a:cubicBezTo>
                  <a:cubicBezTo>
                    <a:pt x="2606771" y="135513"/>
                    <a:pt x="2543125" y="101947"/>
                    <a:pt x="2478862" y="98862"/>
                  </a:cubicBezTo>
                  <a:close/>
                  <a:moveTo>
                    <a:pt x="1805229" y="19949"/>
                  </a:moveTo>
                  <a:cubicBezTo>
                    <a:pt x="1876432" y="19949"/>
                    <a:pt x="1947228" y="19949"/>
                    <a:pt x="2025407" y="19949"/>
                  </a:cubicBezTo>
                  <a:cubicBezTo>
                    <a:pt x="2025407" y="241144"/>
                    <a:pt x="2025407" y="462619"/>
                    <a:pt x="2025407" y="688749"/>
                  </a:cubicBezTo>
                  <a:cubicBezTo>
                    <a:pt x="2025407" y="739709"/>
                    <a:pt x="2025407" y="786012"/>
                    <a:pt x="2025407" y="835134"/>
                  </a:cubicBezTo>
                  <a:cubicBezTo>
                    <a:pt x="1990975" y="835134"/>
                    <a:pt x="1960571" y="835134"/>
                    <a:pt x="1924399" y="835134"/>
                  </a:cubicBezTo>
                  <a:cubicBezTo>
                    <a:pt x="1924399" y="598956"/>
                    <a:pt x="1924399" y="362242"/>
                    <a:pt x="1924399" y="121378"/>
                  </a:cubicBezTo>
                  <a:cubicBezTo>
                    <a:pt x="1882213" y="121378"/>
                    <a:pt x="1845565" y="121378"/>
                    <a:pt x="1805229" y="121378"/>
                  </a:cubicBezTo>
                  <a:cubicBezTo>
                    <a:pt x="1805229" y="85800"/>
                    <a:pt x="1805229" y="54349"/>
                    <a:pt x="1805229" y="19949"/>
                  </a:cubicBezTo>
                  <a:close/>
                  <a:moveTo>
                    <a:pt x="4294" y="17090"/>
                  </a:moveTo>
                  <a:cubicBezTo>
                    <a:pt x="58408" y="17090"/>
                    <a:pt x="110848" y="17090"/>
                    <a:pt x="167795" y="17090"/>
                  </a:cubicBezTo>
                  <a:cubicBezTo>
                    <a:pt x="187633" y="17090"/>
                    <a:pt x="202964" y="17090"/>
                    <a:pt x="221557" y="17090"/>
                  </a:cubicBezTo>
                  <a:cubicBezTo>
                    <a:pt x="221557" y="291274"/>
                    <a:pt x="221557" y="562135"/>
                    <a:pt x="221557" y="835524"/>
                  </a:cubicBezTo>
                  <a:cubicBezTo>
                    <a:pt x="189677" y="835524"/>
                    <a:pt x="159292" y="835524"/>
                    <a:pt x="123102" y="835524"/>
                  </a:cubicBezTo>
                  <a:cubicBezTo>
                    <a:pt x="123102" y="598140"/>
                    <a:pt x="123102" y="361399"/>
                    <a:pt x="123102" y="120531"/>
                  </a:cubicBezTo>
                  <a:cubicBezTo>
                    <a:pt x="80811" y="120531"/>
                    <a:pt x="44146" y="120531"/>
                    <a:pt x="4294" y="120531"/>
                  </a:cubicBezTo>
                  <a:cubicBezTo>
                    <a:pt x="4294" y="84922"/>
                    <a:pt x="4294" y="53472"/>
                    <a:pt x="4294" y="17090"/>
                  </a:cubicBezTo>
                  <a:close/>
                  <a:moveTo>
                    <a:pt x="650904" y="1629"/>
                  </a:moveTo>
                  <a:cubicBezTo>
                    <a:pt x="823498" y="-12576"/>
                    <a:pt x="959460" y="101113"/>
                    <a:pt x="989698" y="290855"/>
                  </a:cubicBezTo>
                  <a:cubicBezTo>
                    <a:pt x="1006533" y="396502"/>
                    <a:pt x="1009327" y="502806"/>
                    <a:pt x="979915" y="606553"/>
                  </a:cubicBezTo>
                  <a:cubicBezTo>
                    <a:pt x="933697" y="769570"/>
                    <a:pt x="827036" y="855554"/>
                    <a:pt x="668356" y="854389"/>
                  </a:cubicBezTo>
                  <a:cubicBezTo>
                    <a:pt x="530177" y="853373"/>
                    <a:pt x="426789" y="793555"/>
                    <a:pt x="374358" y="641730"/>
                  </a:cubicBezTo>
                  <a:cubicBezTo>
                    <a:pt x="329586" y="512080"/>
                    <a:pt x="336172" y="378921"/>
                    <a:pt x="364759" y="242453"/>
                  </a:cubicBezTo>
                  <a:cubicBezTo>
                    <a:pt x="401997" y="133280"/>
                    <a:pt x="460780" y="48242"/>
                    <a:pt x="574893" y="15698"/>
                  </a:cubicBezTo>
                  <a:cubicBezTo>
                    <a:pt x="600843" y="8298"/>
                    <a:pt x="626247" y="3658"/>
                    <a:pt x="650904" y="1629"/>
                  </a:cubicBezTo>
                  <a:close/>
                  <a:moveTo>
                    <a:pt x="2458885" y="1348"/>
                  </a:moveTo>
                  <a:cubicBezTo>
                    <a:pt x="2480246" y="767"/>
                    <a:pt x="2502250" y="2224"/>
                    <a:pt x="2524715" y="5910"/>
                  </a:cubicBezTo>
                  <a:cubicBezTo>
                    <a:pt x="2645288" y="25692"/>
                    <a:pt x="2723878" y="90343"/>
                    <a:pt x="2763228" y="200326"/>
                  </a:cubicBezTo>
                  <a:cubicBezTo>
                    <a:pt x="2819896" y="358715"/>
                    <a:pt x="2819298" y="518835"/>
                    <a:pt x="2753614" y="675654"/>
                  </a:cubicBezTo>
                  <a:cubicBezTo>
                    <a:pt x="2726610" y="740126"/>
                    <a:pt x="2678949" y="787305"/>
                    <a:pt x="2614753" y="822831"/>
                  </a:cubicBezTo>
                  <a:cubicBezTo>
                    <a:pt x="2490831" y="873630"/>
                    <a:pt x="2373611" y="866400"/>
                    <a:pt x="2269824" y="786075"/>
                  </a:cubicBezTo>
                  <a:cubicBezTo>
                    <a:pt x="2192243" y="726031"/>
                    <a:pt x="2154407" y="635869"/>
                    <a:pt x="2149418" y="541297"/>
                  </a:cubicBezTo>
                  <a:cubicBezTo>
                    <a:pt x="2144271" y="443770"/>
                    <a:pt x="2150021" y="343620"/>
                    <a:pt x="2166978" y="247435"/>
                  </a:cubicBezTo>
                  <a:cubicBezTo>
                    <a:pt x="2191327" y="109332"/>
                    <a:pt x="2309358" y="5416"/>
                    <a:pt x="2458885" y="1348"/>
                  </a:cubicBezTo>
                  <a:close/>
                  <a:moveTo>
                    <a:pt x="1380643" y="994"/>
                  </a:moveTo>
                  <a:cubicBezTo>
                    <a:pt x="1417678" y="-1241"/>
                    <a:pt x="1455922" y="2794"/>
                    <a:pt x="1493797" y="13499"/>
                  </a:cubicBezTo>
                  <a:cubicBezTo>
                    <a:pt x="1531029" y="24024"/>
                    <a:pt x="1564908" y="46420"/>
                    <a:pt x="1602788" y="65668"/>
                  </a:cubicBezTo>
                  <a:cubicBezTo>
                    <a:pt x="1687422" y="144175"/>
                    <a:pt x="1718004" y="240080"/>
                    <a:pt x="1729704" y="350137"/>
                  </a:cubicBezTo>
                  <a:cubicBezTo>
                    <a:pt x="1742611" y="471549"/>
                    <a:pt x="1729462" y="585643"/>
                    <a:pt x="1677124" y="694371"/>
                  </a:cubicBezTo>
                  <a:cubicBezTo>
                    <a:pt x="1629146" y="794046"/>
                    <a:pt x="1498520" y="866973"/>
                    <a:pt x="1393127" y="856343"/>
                  </a:cubicBezTo>
                  <a:cubicBezTo>
                    <a:pt x="1259322" y="842849"/>
                    <a:pt x="1156051" y="784238"/>
                    <a:pt x="1110835" y="650493"/>
                  </a:cubicBezTo>
                  <a:cubicBezTo>
                    <a:pt x="1057484" y="492686"/>
                    <a:pt x="1055768" y="335176"/>
                    <a:pt x="1122578" y="179635"/>
                  </a:cubicBezTo>
                  <a:cubicBezTo>
                    <a:pt x="1169310" y="70840"/>
                    <a:pt x="1269537" y="7699"/>
                    <a:pt x="1380643" y="994"/>
                  </a:cubicBezTo>
                  <a:close/>
                  <a:moveTo>
                    <a:pt x="3194552" y="179"/>
                  </a:moveTo>
                  <a:cubicBezTo>
                    <a:pt x="3311224" y="-2941"/>
                    <a:pt x="3410072" y="34043"/>
                    <a:pt x="3475111" y="156434"/>
                  </a:cubicBezTo>
                  <a:cubicBezTo>
                    <a:pt x="3531468" y="262488"/>
                    <a:pt x="3547771" y="376473"/>
                    <a:pt x="3527715" y="494747"/>
                  </a:cubicBezTo>
                  <a:cubicBezTo>
                    <a:pt x="3518076" y="551582"/>
                    <a:pt x="3510899" y="610202"/>
                    <a:pt x="3490945" y="663662"/>
                  </a:cubicBezTo>
                  <a:cubicBezTo>
                    <a:pt x="3434950" y="813681"/>
                    <a:pt x="3276520" y="883871"/>
                    <a:pt x="3118221" y="843269"/>
                  </a:cubicBezTo>
                  <a:cubicBezTo>
                    <a:pt x="2979347" y="807650"/>
                    <a:pt x="2913540" y="704915"/>
                    <a:pt x="2887601" y="573660"/>
                  </a:cubicBezTo>
                  <a:cubicBezTo>
                    <a:pt x="2860310" y="435552"/>
                    <a:pt x="2866844" y="298683"/>
                    <a:pt x="2927388" y="164952"/>
                  </a:cubicBezTo>
                  <a:cubicBezTo>
                    <a:pt x="2986199" y="56326"/>
                    <a:pt x="3078862" y="3275"/>
                    <a:pt x="3194552" y="179"/>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45" name="Group 44">
            <a:extLst>
              <a:ext uri="{FF2B5EF4-FFF2-40B4-BE49-F238E27FC236}">
                <a16:creationId xmlns:a16="http://schemas.microsoft.com/office/drawing/2014/main" id="{13EB9280-E2B8-B363-2914-E4E371226F54}"/>
              </a:ext>
              <a:ext uri="{C183D7F6-B498-43B3-948B-1728B52AA6E4}">
                <adec:decorative xmlns:adec="http://schemas.microsoft.com/office/drawing/2017/decorative" val="1"/>
              </a:ext>
            </a:extLst>
          </p:cNvPr>
          <p:cNvGrpSpPr>
            <a:grpSpLocks noChangeAspect="1"/>
          </p:cNvGrpSpPr>
          <p:nvPr/>
        </p:nvGrpSpPr>
        <p:grpSpPr>
          <a:xfrm>
            <a:off x="2924872" y="3640697"/>
            <a:ext cx="445411" cy="457200"/>
            <a:chOff x="2924900" y="3644779"/>
            <a:chExt cx="445411" cy="457200"/>
          </a:xfrm>
          <a:solidFill>
            <a:srgbClr val="FF0000"/>
          </a:solidFill>
        </p:grpSpPr>
        <p:sp>
          <p:nvSpPr>
            <p:cNvPr id="3028" name="Freeform: Shape 3027">
              <a:extLst>
                <a:ext uri="{FF2B5EF4-FFF2-40B4-BE49-F238E27FC236}">
                  <a16:creationId xmlns:a16="http://schemas.microsoft.com/office/drawing/2014/main" id="{403D8502-E0D2-415C-56C0-9C02372E0D05}"/>
                </a:ext>
                <a:ext uri="{C183D7F6-B498-43B3-948B-1728B52AA6E4}">
                  <adec:decorative xmlns:adec="http://schemas.microsoft.com/office/drawing/2017/decorative" val="1"/>
                </a:ext>
              </a:extLst>
            </p:cNvPr>
            <p:cNvSpPr/>
            <p:nvPr/>
          </p:nvSpPr>
          <p:spPr>
            <a:xfrm>
              <a:off x="2927855" y="3644779"/>
              <a:ext cx="442456" cy="457200"/>
            </a:xfrm>
            <a:custGeom>
              <a:avLst/>
              <a:gdLst>
                <a:gd name="connsiteX0" fmla="*/ 4640349 w 6636846"/>
                <a:gd name="connsiteY0" fmla="*/ 5664060 h 6858001"/>
                <a:gd name="connsiteX1" fmla="*/ 4427290 w 6636846"/>
                <a:gd name="connsiteY1" fmla="*/ 5745334 h 6858001"/>
                <a:gd name="connsiteX2" fmla="*/ 4395085 w 6636846"/>
                <a:gd name="connsiteY2" fmla="*/ 5790725 h 6858001"/>
                <a:gd name="connsiteX3" fmla="*/ 4422093 w 6636846"/>
                <a:gd name="connsiteY3" fmla="*/ 6107225 h 6858001"/>
                <a:gd name="connsiteX4" fmla="*/ 4758093 w 6636846"/>
                <a:gd name="connsiteY4" fmla="*/ 6167642 h 6858001"/>
                <a:gd name="connsiteX5" fmla="*/ 4873348 w 6636846"/>
                <a:gd name="connsiteY5" fmla="*/ 5850990 h 6858001"/>
                <a:gd name="connsiteX6" fmla="*/ 4640349 w 6636846"/>
                <a:gd name="connsiteY6" fmla="*/ 5664060 h 6858001"/>
                <a:gd name="connsiteX7" fmla="*/ 5705854 w 6636846"/>
                <a:gd name="connsiteY7" fmla="*/ 4741356 h 6858001"/>
                <a:gd name="connsiteX8" fmla="*/ 5647287 w 6636846"/>
                <a:gd name="connsiteY8" fmla="*/ 4750256 h 6858001"/>
                <a:gd name="connsiteX9" fmla="*/ 5393323 w 6636846"/>
                <a:gd name="connsiteY9" fmla="*/ 4994280 h 6858001"/>
                <a:gd name="connsiteX10" fmla="*/ 5495264 w 6636846"/>
                <a:gd name="connsiteY10" fmla="*/ 5316638 h 6858001"/>
                <a:gd name="connsiteX11" fmla="*/ 5932570 w 6636846"/>
                <a:gd name="connsiteY11" fmla="*/ 5339307 h 6858001"/>
                <a:gd name="connsiteX12" fmla="*/ 6019550 w 6636846"/>
                <a:gd name="connsiteY12" fmla="*/ 4941042 h 6858001"/>
                <a:gd name="connsiteX13" fmla="*/ 5705854 w 6636846"/>
                <a:gd name="connsiteY13" fmla="*/ 4741356 h 6858001"/>
                <a:gd name="connsiteX14" fmla="*/ 5934598 w 6636846"/>
                <a:gd name="connsiteY14" fmla="*/ 3130195 h 6858001"/>
                <a:gd name="connsiteX15" fmla="*/ 5707135 w 6636846"/>
                <a:gd name="connsiteY15" fmla="*/ 3259497 h 6858001"/>
                <a:gd name="connsiteX16" fmla="*/ 5732745 w 6636846"/>
                <a:gd name="connsiteY16" fmla="*/ 3714314 h 6858001"/>
                <a:gd name="connsiteX17" fmla="*/ 6133284 w 6636846"/>
                <a:gd name="connsiteY17" fmla="*/ 3748839 h 6858001"/>
                <a:gd name="connsiteX18" fmla="*/ 6289618 w 6636846"/>
                <a:gd name="connsiteY18" fmla="*/ 3552641 h 6858001"/>
                <a:gd name="connsiteX19" fmla="*/ 6200609 w 6636846"/>
                <a:gd name="connsiteY19" fmla="*/ 3239158 h 6858001"/>
                <a:gd name="connsiteX20" fmla="*/ 5934598 w 6636846"/>
                <a:gd name="connsiteY20" fmla="*/ 3130195 h 6858001"/>
                <a:gd name="connsiteX21" fmla="*/ 5723623 w 6636846"/>
                <a:gd name="connsiteY21" fmla="*/ 1488696 h 6858001"/>
                <a:gd name="connsiteX22" fmla="*/ 5627888 w 6636846"/>
                <a:gd name="connsiteY22" fmla="*/ 1499038 h 6858001"/>
                <a:gd name="connsiteX23" fmla="*/ 5448858 w 6636846"/>
                <a:gd name="connsiteY23" fmla="*/ 2009973 h 6858001"/>
                <a:gd name="connsiteX24" fmla="*/ 5731858 w 6636846"/>
                <a:gd name="connsiteY24" fmla="*/ 2159448 h 6858001"/>
                <a:gd name="connsiteX25" fmla="*/ 6018156 w 6636846"/>
                <a:gd name="connsiteY25" fmla="*/ 1958748 h 6858001"/>
                <a:gd name="connsiteX26" fmla="*/ 5984176 w 6636846"/>
                <a:gd name="connsiteY26" fmla="*/ 1624422 h 6858001"/>
                <a:gd name="connsiteX27" fmla="*/ 5723623 w 6636846"/>
                <a:gd name="connsiteY27" fmla="*/ 1488696 h 6858001"/>
                <a:gd name="connsiteX28" fmla="*/ 4637953 w 6636846"/>
                <a:gd name="connsiteY28" fmla="*/ 702095 h 6858001"/>
                <a:gd name="connsiteX29" fmla="*/ 4423740 w 6636846"/>
                <a:gd name="connsiteY29" fmla="*/ 820484 h 6858001"/>
                <a:gd name="connsiteX30" fmla="*/ 4365416 w 6636846"/>
                <a:gd name="connsiteY30" fmla="*/ 1001010 h 6858001"/>
                <a:gd name="connsiteX31" fmla="*/ 4563212 w 6636846"/>
                <a:gd name="connsiteY31" fmla="*/ 1224583 h 6858001"/>
                <a:gd name="connsiteX32" fmla="*/ 4677960 w 6636846"/>
                <a:gd name="connsiteY32" fmla="*/ 1223783 h 6858001"/>
                <a:gd name="connsiteX33" fmla="*/ 4883236 w 6636846"/>
                <a:gd name="connsiteY33" fmla="*/ 997002 h 6858001"/>
                <a:gd name="connsiteX34" fmla="*/ 4724366 w 6636846"/>
                <a:gd name="connsiteY34" fmla="*/ 720318 h 6858001"/>
                <a:gd name="connsiteX35" fmla="*/ 4637953 w 6636846"/>
                <a:gd name="connsiteY35" fmla="*/ 702095 h 6858001"/>
                <a:gd name="connsiteX36" fmla="*/ 2738987 w 6636846"/>
                <a:gd name="connsiteY36" fmla="*/ 1694 h 6858001"/>
                <a:gd name="connsiteX37" fmla="*/ 3223409 w 6636846"/>
                <a:gd name="connsiteY37" fmla="*/ 91668 h 6858001"/>
                <a:gd name="connsiteX38" fmla="*/ 3560260 w 6636846"/>
                <a:gd name="connsiteY38" fmla="*/ 359936 h 6858001"/>
                <a:gd name="connsiteX39" fmla="*/ 3767071 w 6636846"/>
                <a:gd name="connsiteY39" fmla="*/ 751369 h 6858001"/>
                <a:gd name="connsiteX40" fmla="*/ 3804360 w 6636846"/>
                <a:gd name="connsiteY40" fmla="*/ 984032 h 6858001"/>
                <a:gd name="connsiteX41" fmla="*/ 3806135 w 6636846"/>
                <a:gd name="connsiteY41" fmla="*/ 1528897 h 6858001"/>
                <a:gd name="connsiteX42" fmla="*/ 4089643 w 6636846"/>
                <a:gd name="connsiteY42" fmla="*/ 1403145 h 6858001"/>
                <a:gd name="connsiteX43" fmla="*/ 4147588 w 6636846"/>
                <a:gd name="connsiteY43" fmla="*/ 1330023 h 6858001"/>
                <a:gd name="connsiteX44" fmla="*/ 4044759 w 6636846"/>
                <a:gd name="connsiteY44" fmla="*/ 1037806 h 6858001"/>
                <a:gd name="connsiteX45" fmla="*/ 4143529 w 6636846"/>
                <a:gd name="connsiteY45" fmla="*/ 601804 h 6858001"/>
                <a:gd name="connsiteX46" fmla="*/ 4521245 w 6636846"/>
                <a:gd name="connsiteY46" fmla="*/ 360785 h 6858001"/>
                <a:gd name="connsiteX47" fmla="*/ 5013325 w 6636846"/>
                <a:gd name="connsiteY47" fmla="*/ 461711 h 6858001"/>
                <a:gd name="connsiteX48" fmla="*/ 5275660 w 6636846"/>
                <a:gd name="connsiteY48" fmla="*/ 1010520 h 6858001"/>
                <a:gd name="connsiteX49" fmla="*/ 5148232 w 6636846"/>
                <a:gd name="connsiteY49" fmla="*/ 1322619 h 6858001"/>
                <a:gd name="connsiteX50" fmla="*/ 4598334 w 6636846"/>
                <a:gd name="connsiteY50" fmla="*/ 1554002 h 6858001"/>
                <a:gd name="connsiteX51" fmla="*/ 4480543 w 6636846"/>
                <a:gd name="connsiteY51" fmla="*/ 1541271 h 6858001"/>
                <a:gd name="connsiteX52" fmla="*/ 4419429 w 6636846"/>
                <a:gd name="connsiteY52" fmla="*/ 1558377 h 6858001"/>
                <a:gd name="connsiteX53" fmla="*/ 4186640 w 6636846"/>
                <a:gd name="connsiteY53" fmla="*/ 1819327 h 6858001"/>
                <a:gd name="connsiteX54" fmla="*/ 3993409 w 6636846"/>
                <a:gd name="connsiteY54" fmla="*/ 1897393 h 6858001"/>
                <a:gd name="connsiteX55" fmla="*/ 3811207 w 6636846"/>
                <a:gd name="connsiteY55" fmla="*/ 1896784 h 6858001"/>
                <a:gd name="connsiteX56" fmla="*/ 3811207 w 6636846"/>
                <a:gd name="connsiteY56" fmla="*/ 2568657 h 6858001"/>
                <a:gd name="connsiteX57" fmla="*/ 4221254 w 6636846"/>
                <a:gd name="connsiteY57" fmla="*/ 2567491 h 6858001"/>
                <a:gd name="connsiteX58" fmla="*/ 4257770 w 6636846"/>
                <a:gd name="connsiteY58" fmla="*/ 2541585 h 6858001"/>
                <a:gd name="connsiteX59" fmla="*/ 4640557 w 6636846"/>
                <a:gd name="connsiteY59" fmla="*/ 1990674 h 6858001"/>
                <a:gd name="connsiteX60" fmla="*/ 4840001 w 6636846"/>
                <a:gd name="connsiteY60" fmla="*/ 1706899 h 6858001"/>
                <a:gd name="connsiteX61" fmla="*/ 4889196 w 6636846"/>
                <a:gd name="connsiteY61" fmla="*/ 1682391 h 6858001"/>
                <a:gd name="connsiteX62" fmla="*/ 5052251 w 6636846"/>
                <a:gd name="connsiteY62" fmla="*/ 1681251 h 6858001"/>
                <a:gd name="connsiteX63" fmla="*/ 5800834 w 6636846"/>
                <a:gd name="connsiteY63" fmla="*/ 1176388 h 6858001"/>
                <a:gd name="connsiteX64" fmla="*/ 6390165 w 6636846"/>
                <a:gd name="connsiteY64" fmla="*/ 1756945 h 6858001"/>
                <a:gd name="connsiteX65" fmla="*/ 5902142 w 6636846"/>
                <a:gd name="connsiteY65" fmla="*/ 2509750 h 6858001"/>
                <a:gd name="connsiteX66" fmla="*/ 5026639 w 6636846"/>
                <a:gd name="connsiteY66" fmla="*/ 2049252 h 6858001"/>
                <a:gd name="connsiteX67" fmla="*/ 4833535 w 6636846"/>
                <a:gd name="connsiteY67" fmla="*/ 2316504 h 6858001"/>
                <a:gd name="connsiteX68" fmla="*/ 4406750 w 6636846"/>
                <a:gd name="connsiteY68" fmla="*/ 2896732 h 6858001"/>
                <a:gd name="connsiteX69" fmla="*/ 4335367 w 6636846"/>
                <a:gd name="connsiteY69" fmla="*/ 2922647 h 6858001"/>
                <a:gd name="connsiteX70" fmla="*/ 3811081 w 6636846"/>
                <a:gd name="connsiteY70" fmla="*/ 2923801 h 6858001"/>
                <a:gd name="connsiteX71" fmla="*/ 3811081 w 6636846"/>
                <a:gd name="connsiteY71" fmla="*/ 3287669 h 6858001"/>
                <a:gd name="connsiteX72" fmla="*/ 5296961 w 6636846"/>
                <a:gd name="connsiteY72" fmla="*/ 3287669 h 6858001"/>
                <a:gd name="connsiteX73" fmla="*/ 5489432 w 6636846"/>
                <a:gd name="connsiteY73" fmla="*/ 2957426 h 6858001"/>
                <a:gd name="connsiteX74" fmla="*/ 5823149 w 6636846"/>
                <a:gd name="connsiteY74" fmla="*/ 2786169 h 6858001"/>
                <a:gd name="connsiteX75" fmla="*/ 6340208 w 6636846"/>
                <a:gd name="connsiteY75" fmla="*/ 2890835 h 6858001"/>
                <a:gd name="connsiteX76" fmla="*/ 6619912 w 6636846"/>
                <a:gd name="connsiteY76" fmla="*/ 3311482 h 6858001"/>
                <a:gd name="connsiteX77" fmla="*/ 6207712 w 6636846"/>
                <a:gd name="connsiteY77" fmla="*/ 4094131 h 6858001"/>
                <a:gd name="connsiteX78" fmla="*/ 5527088 w 6636846"/>
                <a:gd name="connsiteY78" fmla="*/ 3993840 h 6858001"/>
                <a:gd name="connsiteX79" fmla="*/ 5313062 w 6636846"/>
                <a:gd name="connsiteY79" fmla="*/ 3688472 h 6858001"/>
                <a:gd name="connsiteX80" fmla="*/ 5263108 w 6636846"/>
                <a:gd name="connsiteY80" fmla="*/ 3648318 h 6858001"/>
                <a:gd name="connsiteX81" fmla="*/ 3830352 w 6636846"/>
                <a:gd name="connsiteY81" fmla="*/ 3647176 h 6858001"/>
                <a:gd name="connsiteX82" fmla="*/ 3809685 w 6636846"/>
                <a:gd name="connsiteY82" fmla="*/ 3652489 h 6858001"/>
                <a:gd name="connsiteX83" fmla="*/ 3809685 w 6636846"/>
                <a:gd name="connsiteY83" fmla="*/ 3976176 h 6858001"/>
                <a:gd name="connsiteX84" fmla="*/ 3877265 w 6636846"/>
                <a:gd name="connsiteY84" fmla="*/ 3976176 h 6858001"/>
                <a:gd name="connsiteX85" fmla="*/ 4377969 w 6636846"/>
                <a:gd name="connsiteY85" fmla="*/ 3977888 h 6858001"/>
                <a:gd name="connsiteX86" fmla="*/ 4446056 w 6636846"/>
                <a:gd name="connsiteY86" fmla="*/ 4015394 h 6858001"/>
                <a:gd name="connsiteX87" fmla="*/ 5023089 w 6636846"/>
                <a:gd name="connsiteY87" fmla="*/ 4874626 h 6858001"/>
                <a:gd name="connsiteX88" fmla="*/ 5050983 w 6636846"/>
                <a:gd name="connsiteY88" fmla="*/ 4908505 h 6858001"/>
                <a:gd name="connsiteX89" fmla="*/ 5095487 w 6636846"/>
                <a:gd name="connsiteY89" fmla="*/ 4796067 h 6858001"/>
                <a:gd name="connsiteX90" fmla="*/ 5609250 w 6636846"/>
                <a:gd name="connsiteY90" fmla="*/ 4394553 h 6858001"/>
                <a:gd name="connsiteX91" fmla="*/ 6253229 w 6636846"/>
                <a:gd name="connsiteY91" fmla="*/ 4629879 h 6858001"/>
                <a:gd name="connsiteX92" fmla="*/ 6353014 w 6636846"/>
                <a:gd name="connsiteY92" fmla="*/ 4879243 h 6858001"/>
                <a:gd name="connsiteX93" fmla="*/ 6155599 w 6636846"/>
                <a:gd name="connsiteY93" fmla="*/ 5497328 h 6858001"/>
                <a:gd name="connsiteX94" fmla="*/ 5274645 w 6636846"/>
                <a:gd name="connsiteY94" fmla="*/ 5553751 h 6858001"/>
                <a:gd name="connsiteX95" fmla="*/ 5043629 w 6636846"/>
                <a:gd name="connsiteY95" fmla="*/ 5231889 h 6858001"/>
                <a:gd name="connsiteX96" fmla="*/ 4973386 w 6636846"/>
                <a:gd name="connsiteY96" fmla="*/ 5181096 h 6858001"/>
                <a:gd name="connsiteX97" fmla="*/ 4721577 w 6636846"/>
                <a:gd name="connsiteY97" fmla="*/ 5041549 h 6858001"/>
                <a:gd name="connsiteX98" fmla="*/ 4224550 w 6636846"/>
                <a:gd name="connsiteY98" fmla="*/ 4321357 h 6858001"/>
                <a:gd name="connsiteX99" fmla="*/ 4181567 w 6636846"/>
                <a:gd name="connsiteY99" fmla="*/ 4294463 h 6858001"/>
                <a:gd name="connsiteX100" fmla="*/ 3810572 w 6636846"/>
                <a:gd name="connsiteY100" fmla="*/ 4293247 h 6858001"/>
                <a:gd name="connsiteX101" fmla="*/ 3810572 w 6636846"/>
                <a:gd name="connsiteY101" fmla="*/ 5003194 h 6858001"/>
                <a:gd name="connsiteX102" fmla="*/ 3969444 w 6636846"/>
                <a:gd name="connsiteY102" fmla="*/ 5001608 h 6858001"/>
                <a:gd name="connsiteX103" fmla="*/ 4187906 w 6636846"/>
                <a:gd name="connsiteY103" fmla="*/ 5116825 h 6858001"/>
                <a:gd name="connsiteX104" fmla="*/ 4404975 w 6636846"/>
                <a:gd name="connsiteY104" fmla="*/ 5352811 h 6858001"/>
                <a:gd name="connsiteX105" fmla="*/ 4453158 w 6636846"/>
                <a:gd name="connsiteY105" fmla="*/ 5358757 h 6858001"/>
                <a:gd name="connsiteX106" fmla="*/ 4758472 w 6636846"/>
                <a:gd name="connsiteY106" fmla="*/ 5358771 h 6858001"/>
                <a:gd name="connsiteX107" fmla="*/ 5062648 w 6636846"/>
                <a:gd name="connsiteY107" fmla="*/ 5577880 h 6858001"/>
                <a:gd name="connsiteX108" fmla="*/ 5186016 w 6636846"/>
                <a:gd name="connsiteY108" fmla="*/ 6048824 h 6858001"/>
                <a:gd name="connsiteX109" fmla="*/ 4938266 w 6636846"/>
                <a:gd name="connsiteY109" fmla="*/ 6434436 h 6858001"/>
                <a:gd name="connsiteX110" fmla="*/ 4249527 w 6636846"/>
                <a:gd name="connsiteY110" fmla="*/ 6421619 h 6858001"/>
                <a:gd name="connsiteX111" fmla="*/ 4022697 w 6636846"/>
                <a:gd name="connsiteY111" fmla="*/ 6007338 h 6858001"/>
                <a:gd name="connsiteX112" fmla="*/ 4119059 w 6636846"/>
                <a:gd name="connsiteY112" fmla="*/ 5608576 h 6858001"/>
                <a:gd name="connsiteX113" fmla="*/ 4116269 w 6636846"/>
                <a:gd name="connsiteY113" fmla="*/ 5575116 h 6858001"/>
                <a:gd name="connsiteX114" fmla="*/ 3944339 w 6636846"/>
                <a:gd name="connsiteY114" fmla="*/ 5370600 h 6858001"/>
                <a:gd name="connsiteX115" fmla="*/ 3806135 w 6636846"/>
                <a:gd name="connsiteY115" fmla="*/ 5353446 h 6858001"/>
                <a:gd name="connsiteX116" fmla="*/ 3806007 w 6636846"/>
                <a:gd name="connsiteY116" fmla="*/ 5426883 h 6858001"/>
                <a:gd name="connsiteX117" fmla="*/ 3790579 w 6636846"/>
                <a:gd name="connsiteY117" fmla="*/ 5893161 h 6858001"/>
                <a:gd name="connsiteX118" fmla="*/ 3514906 w 6636846"/>
                <a:gd name="connsiteY118" fmla="*/ 6481058 h 6858001"/>
                <a:gd name="connsiteX119" fmla="*/ 2923648 w 6636846"/>
                <a:gd name="connsiteY119" fmla="*/ 6832083 h 6858001"/>
                <a:gd name="connsiteX120" fmla="*/ 2355732 w 6636846"/>
                <a:gd name="connsiteY120" fmla="*/ 6802236 h 6858001"/>
                <a:gd name="connsiteX121" fmla="*/ 1791937 w 6636846"/>
                <a:gd name="connsiteY121" fmla="*/ 6376988 h 6858001"/>
                <a:gd name="connsiteX122" fmla="*/ 1732674 w 6636846"/>
                <a:gd name="connsiteY122" fmla="*/ 6283783 h 6858001"/>
                <a:gd name="connsiteX123" fmla="*/ 1582651 w 6636846"/>
                <a:gd name="connsiteY123" fmla="*/ 6236351 h 6858001"/>
                <a:gd name="connsiteX124" fmla="*/ 995451 w 6636846"/>
                <a:gd name="connsiteY124" fmla="*/ 6003013 h 6858001"/>
                <a:gd name="connsiteX125" fmla="*/ 643856 w 6636846"/>
                <a:gd name="connsiteY125" fmla="*/ 5522435 h 6858001"/>
                <a:gd name="connsiteX126" fmla="*/ 577201 w 6636846"/>
                <a:gd name="connsiteY126" fmla="*/ 5176202 h 6858001"/>
                <a:gd name="connsiteX127" fmla="*/ 490525 w 6636846"/>
                <a:gd name="connsiteY127" fmla="*/ 5017394 h 6858001"/>
                <a:gd name="connsiteX128" fmla="*/ 4239 w 6636846"/>
                <a:gd name="connsiteY128" fmla="*/ 4265429 h 6858001"/>
                <a:gd name="connsiteX129" fmla="*/ 3033 w 6636846"/>
                <a:gd name="connsiteY129" fmla="*/ 4115660 h 6858001"/>
                <a:gd name="connsiteX130" fmla="*/ 102832 w 6636846"/>
                <a:gd name="connsiteY130" fmla="*/ 4115660 h 6858001"/>
                <a:gd name="connsiteX131" fmla="*/ 445171 w 6636846"/>
                <a:gd name="connsiteY131" fmla="*/ 4115306 h 6858001"/>
                <a:gd name="connsiteX132" fmla="*/ 498576 w 6636846"/>
                <a:gd name="connsiteY132" fmla="*/ 4165668 h 6858001"/>
                <a:gd name="connsiteX133" fmla="*/ 646302 w 6636846"/>
                <a:gd name="connsiteY133" fmla="*/ 4473887 h 6858001"/>
                <a:gd name="connsiteX134" fmla="*/ 1018832 w 6636846"/>
                <a:gd name="connsiteY134" fmla="*/ 4717646 h 6858001"/>
                <a:gd name="connsiteX135" fmla="*/ 1097697 w 6636846"/>
                <a:gd name="connsiteY135" fmla="*/ 4760082 h 6858001"/>
                <a:gd name="connsiteX136" fmla="*/ 1069322 w 6636846"/>
                <a:gd name="connsiteY136" fmla="*/ 5066210 h 6858001"/>
                <a:gd name="connsiteX137" fmla="*/ 1620869 w 6636846"/>
                <a:gd name="connsiteY137" fmla="*/ 5708957 h 6858001"/>
                <a:gd name="connsiteX138" fmla="*/ 1914037 w 6636846"/>
                <a:gd name="connsiteY138" fmla="*/ 5692310 h 6858001"/>
                <a:gd name="connsiteX139" fmla="*/ 2017525 w 6636846"/>
                <a:gd name="connsiteY139" fmla="*/ 5745449 h 6858001"/>
                <a:gd name="connsiteX140" fmla="*/ 2224247 w 6636846"/>
                <a:gd name="connsiteY140" fmla="*/ 6128298 h 6858001"/>
                <a:gd name="connsiteX141" fmla="*/ 3008637 w 6636846"/>
                <a:gd name="connsiteY141" fmla="*/ 6201039 h 6858001"/>
                <a:gd name="connsiteX142" fmla="*/ 3312088 w 6636846"/>
                <a:gd name="connsiteY142" fmla="*/ 5629661 h 6858001"/>
                <a:gd name="connsiteX143" fmla="*/ 3312519 w 6636846"/>
                <a:gd name="connsiteY143" fmla="*/ 1115922 h 6858001"/>
                <a:gd name="connsiteX144" fmla="*/ 2834817 w 6636846"/>
                <a:gd name="connsiteY144" fmla="*/ 601602 h 6858001"/>
                <a:gd name="connsiteX145" fmla="*/ 2476590 w 6636846"/>
                <a:gd name="connsiteY145" fmla="*/ 680631 h 6858001"/>
                <a:gd name="connsiteX146" fmla="*/ 2260080 w 6636846"/>
                <a:gd name="connsiteY146" fmla="*/ 975739 h 6858001"/>
                <a:gd name="connsiteX147" fmla="*/ 2206434 w 6636846"/>
                <a:gd name="connsiteY147" fmla="*/ 1140012 h 6858001"/>
                <a:gd name="connsiteX148" fmla="*/ 2151214 w 6636846"/>
                <a:gd name="connsiteY148" fmla="*/ 1172776 h 6858001"/>
                <a:gd name="connsiteX149" fmla="*/ 1853126 w 6636846"/>
                <a:gd name="connsiteY149" fmla="*/ 1201811 h 6858001"/>
                <a:gd name="connsiteX150" fmla="*/ 1449659 w 6636846"/>
                <a:gd name="connsiteY150" fmla="*/ 1751492 h 6858001"/>
                <a:gd name="connsiteX151" fmla="*/ 1499312 w 6636846"/>
                <a:gd name="connsiteY151" fmla="*/ 1923943 h 6858001"/>
                <a:gd name="connsiteX152" fmla="*/ 1453311 w 6636846"/>
                <a:gd name="connsiteY152" fmla="*/ 2029586 h 6858001"/>
                <a:gd name="connsiteX153" fmla="*/ 1146969 w 6636846"/>
                <a:gd name="connsiteY153" fmla="*/ 2203076 h 6858001"/>
                <a:gd name="connsiteX154" fmla="*/ 916230 w 6636846"/>
                <a:gd name="connsiteY154" fmla="*/ 2573359 h 6858001"/>
                <a:gd name="connsiteX155" fmla="*/ 895931 w 6636846"/>
                <a:gd name="connsiteY155" fmla="*/ 2743047 h 6858001"/>
                <a:gd name="connsiteX156" fmla="*/ 362401 w 6636846"/>
                <a:gd name="connsiteY156" fmla="*/ 2743047 h 6858001"/>
                <a:gd name="connsiteX157" fmla="*/ 414590 w 6636846"/>
                <a:gd name="connsiteY157" fmla="*/ 2431252 h 6858001"/>
                <a:gd name="connsiteX158" fmla="*/ 803501 w 6636846"/>
                <a:gd name="connsiteY158" fmla="*/ 1812772 h 6858001"/>
                <a:gd name="connsiteX159" fmla="*/ 962536 w 6636846"/>
                <a:gd name="connsiteY159" fmla="*/ 1693980 h 6858001"/>
                <a:gd name="connsiteX160" fmla="*/ 987539 w 6636846"/>
                <a:gd name="connsiteY160" fmla="*/ 1651923 h 6858001"/>
                <a:gd name="connsiteX161" fmla="*/ 1034363 w 6636846"/>
                <a:gd name="connsiteY161" fmla="*/ 1266778 h 6858001"/>
                <a:gd name="connsiteX162" fmla="*/ 1286021 w 6636846"/>
                <a:gd name="connsiteY162" fmla="*/ 886541 h 6858001"/>
                <a:gd name="connsiteX163" fmla="*/ 1785507 w 6636846"/>
                <a:gd name="connsiteY163" fmla="*/ 629381 h 6858001"/>
                <a:gd name="connsiteX164" fmla="*/ 1873920 w 6636846"/>
                <a:gd name="connsiteY164" fmla="*/ 565276 h 6858001"/>
                <a:gd name="connsiteX165" fmla="*/ 2267382 w 6636846"/>
                <a:gd name="connsiteY165" fmla="*/ 149246 h 6858001"/>
                <a:gd name="connsiteX166" fmla="*/ 2738987 w 6636846"/>
                <a:gd name="connsiteY166" fmla="*/ 1694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6636846" h="6858001">
                  <a:moveTo>
                    <a:pt x="4640349" y="5664060"/>
                  </a:moveTo>
                  <a:cubicBezTo>
                    <a:pt x="4573368" y="5661398"/>
                    <a:pt x="4499277" y="5685144"/>
                    <a:pt x="4427290" y="5745334"/>
                  </a:cubicBezTo>
                  <a:cubicBezTo>
                    <a:pt x="4416514" y="5760449"/>
                    <a:pt x="4405231" y="5775169"/>
                    <a:pt x="4395085" y="5790725"/>
                  </a:cubicBezTo>
                  <a:cubicBezTo>
                    <a:pt x="4335113" y="5883601"/>
                    <a:pt x="4347032" y="6025139"/>
                    <a:pt x="4422093" y="6107225"/>
                  </a:cubicBezTo>
                  <a:cubicBezTo>
                    <a:pt x="4513130" y="6206757"/>
                    <a:pt x="4656659" y="6219868"/>
                    <a:pt x="4758093" y="6167642"/>
                  </a:cubicBezTo>
                  <a:cubicBezTo>
                    <a:pt x="4884506" y="6102648"/>
                    <a:pt x="4909611" y="5979622"/>
                    <a:pt x="4873348" y="5850990"/>
                  </a:cubicBezTo>
                  <a:cubicBezTo>
                    <a:pt x="4843868" y="5746292"/>
                    <a:pt x="4751983" y="5668497"/>
                    <a:pt x="4640349" y="5664060"/>
                  </a:cubicBezTo>
                  <a:close/>
                  <a:moveTo>
                    <a:pt x="5705854" y="4741356"/>
                  </a:moveTo>
                  <a:cubicBezTo>
                    <a:pt x="5687003" y="4742792"/>
                    <a:pt x="5667495" y="4745763"/>
                    <a:pt x="5647287" y="4750256"/>
                  </a:cubicBezTo>
                  <a:cubicBezTo>
                    <a:pt x="5514409" y="4779812"/>
                    <a:pt x="5428571" y="4865955"/>
                    <a:pt x="5393323" y="4994280"/>
                  </a:cubicBezTo>
                  <a:cubicBezTo>
                    <a:pt x="5358835" y="5119831"/>
                    <a:pt x="5398015" y="5226438"/>
                    <a:pt x="5495264" y="5316638"/>
                  </a:cubicBezTo>
                  <a:cubicBezTo>
                    <a:pt x="5624846" y="5436861"/>
                    <a:pt x="5792340" y="5440387"/>
                    <a:pt x="5932570" y="5339307"/>
                  </a:cubicBezTo>
                  <a:cubicBezTo>
                    <a:pt x="6032229" y="5267556"/>
                    <a:pt x="6092202" y="5101065"/>
                    <a:pt x="6019550" y="4941042"/>
                  </a:cubicBezTo>
                  <a:cubicBezTo>
                    <a:pt x="5937563" y="4796438"/>
                    <a:pt x="5837811" y="4731300"/>
                    <a:pt x="5705854" y="4741356"/>
                  </a:cubicBezTo>
                  <a:close/>
                  <a:moveTo>
                    <a:pt x="5934598" y="3130195"/>
                  </a:moveTo>
                  <a:cubicBezTo>
                    <a:pt x="5843436" y="3140262"/>
                    <a:pt x="5770150" y="3190927"/>
                    <a:pt x="5707135" y="3259497"/>
                  </a:cubicBezTo>
                  <a:cubicBezTo>
                    <a:pt x="5592894" y="3383855"/>
                    <a:pt x="5602784" y="3613740"/>
                    <a:pt x="5732745" y="3714314"/>
                  </a:cubicBezTo>
                  <a:cubicBezTo>
                    <a:pt x="5854468" y="3808533"/>
                    <a:pt x="5984936" y="3833968"/>
                    <a:pt x="6133284" y="3748839"/>
                  </a:cubicBezTo>
                  <a:cubicBezTo>
                    <a:pt x="6214684" y="3706668"/>
                    <a:pt x="6277573" y="3645464"/>
                    <a:pt x="6289618" y="3552641"/>
                  </a:cubicBezTo>
                  <a:cubicBezTo>
                    <a:pt x="6304328" y="3437817"/>
                    <a:pt x="6283278" y="3327521"/>
                    <a:pt x="6200609" y="3239158"/>
                  </a:cubicBezTo>
                  <a:cubicBezTo>
                    <a:pt x="6129352" y="3162957"/>
                    <a:pt x="6039331" y="3118606"/>
                    <a:pt x="5934598" y="3130195"/>
                  </a:cubicBezTo>
                  <a:close/>
                  <a:moveTo>
                    <a:pt x="5723623" y="1488696"/>
                  </a:moveTo>
                  <a:cubicBezTo>
                    <a:pt x="5691213" y="1487615"/>
                    <a:pt x="5658889" y="1491097"/>
                    <a:pt x="5627888" y="1499038"/>
                  </a:cubicBezTo>
                  <a:cubicBezTo>
                    <a:pt x="5445182" y="1545887"/>
                    <a:pt x="5295946" y="1794563"/>
                    <a:pt x="5448858" y="2009973"/>
                  </a:cubicBezTo>
                  <a:cubicBezTo>
                    <a:pt x="5499829" y="2116819"/>
                    <a:pt x="5649190" y="2168501"/>
                    <a:pt x="5731858" y="2159448"/>
                  </a:cubicBezTo>
                  <a:cubicBezTo>
                    <a:pt x="5859538" y="2145448"/>
                    <a:pt x="5958817" y="2080493"/>
                    <a:pt x="6018156" y="1958748"/>
                  </a:cubicBezTo>
                  <a:cubicBezTo>
                    <a:pt x="6077114" y="1837978"/>
                    <a:pt x="6058604" y="1725005"/>
                    <a:pt x="5984176" y="1624422"/>
                  </a:cubicBezTo>
                  <a:cubicBezTo>
                    <a:pt x="5918846" y="1536241"/>
                    <a:pt x="5820851" y="1491937"/>
                    <a:pt x="5723623" y="1488696"/>
                  </a:cubicBezTo>
                  <a:close/>
                  <a:moveTo>
                    <a:pt x="4637953" y="702095"/>
                  </a:moveTo>
                  <a:cubicBezTo>
                    <a:pt x="4553283" y="698173"/>
                    <a:pt x="4475852" y="737275"/>
                    <a:pt x="4423740" y="820484"/>
                  </a:cubicBezTo>
                  <a:cubicBezTo>
                    <a:pt x="4390902" y="873038"/>
                    <a:pt x="4364783" y="940555"/>
                    <a:pt x="4365416" y="1001010"/>
                  </a:cubicBezTo>
                  <a:cubicBezTo>
                    <a:pt x="4366558" y="1118394"/>
                    <a:pt x="4448086" y="1184655"/>
                    <a:pt x="4563212" y="1224583"/>
                  </a:cubicBezTo>
                  <a:cubicBezTo>
                    <a:pt x="4601503" y="1224671"/>
                    <a:pt x="4640937" y="1230656"/>
                    <a:pt x="4677960" y="1223783"/>
                  </a:cubicBezTo>
                  <a:cubicBezTo>
                    <a:pt x="4805767" y="1200138"/>
                    <a:pt x="4875882" y="1095381"/>
                    <a:pt x="4883236" y="997002"/>
                  </a:cubicBezTo>
                  <a:cubicBezTo>
                    <a:pt x="4893254" y="863884"/>
                    <a:pt x="4831886" y="760230"/>
                    <a:pt x="4724366" y="720318"/>
                  </a:cubicBezTo>
                  <a:cubicBezTo>
                    <a:pt x="4695204" y="709489"/>
                    <a:pt x="4666176" y="703402"/>
                    <a:pt x="4637953" y="702095"/>
                  </a:cubicBezTo>
                  <a:close/>
                  <a:moveTo>
                    <a:pt x="2738987" y="1694"/>
                  </a:moveTo>
                  <a:cubicBezTo>
                    <a:pt x="2898869" y="-7759"/>
                    <a:pt x="3060887" y="22376"/>
                    <a:pt x="3223409" y="91668"/>
                  </a:cubicBezTo>
                  <a:cubicBezTo>
                    <a:pt x="3356276" y="148319"/>
                    <a:pt x="3466104" y="245011"/>
                    <a:pt x="3560260" y="359936"/>
                  </a:cubicBezTo>
                  <a:cubicBezTo>
                    <a:pt x="3656698" y="477661"/>
                    <a:pt x="3729209" y="605406"/>
                    <a:pt x="3767071" y="751369"/>
                  </a:cubicBezTo>
                  <a:cubicBezTo>
                    <a:pt x="3786735" y="827191"/>
                    <a:pt x="3802078" y="906081"/>
                    <a:pt x="3804360" y="984032"/>
                  </a:cubicBezTo>
                  <a:cubicBezTo>
                    <a:pt x="3809811" y="1167247"/>
                    <a:pt x="3806135" y="1350729"/>
                    <a:pt x="3806135" y="1528897"/>
                  </a:cubicBezTo>
                  <a:cubicBezTo>
                    <a:pt x="3951819" y="1591013"/>
                    <a:pt x="4016611" y="1487764"/>
                    <a:pt x="4089643" y="1403145"/>
                  </a:cubicBezTo>
                  <a:cubicBezTo>
                    <a:pt x="4113987" y="1374959"/>
                    <a:pt x="4136049" y="1344769"/>
                    <a:pt x="4147588" y="1330023"/>
                  </a:cubicBezTo>
                  <a:cubicBezTo>
                    <a:pt x="4110309" y="1226572"/>
                    <a:pt x="4066313" y="1134687"/>
                    <a:pt x="4044759" y="1037806"/>
                  </a:cubicBezTo>
                  <a:cubicBezTo>
                    <a:pt x="4009636" y="880228"/>
                    <a:pt x="4050970" y="733720"/>
                    <a:pt x="4143529" y="601804"/>
                  </a:cubicBezTo>
                  <a:cubicBezTo>
                    <a:pt x="4236343" y="469523"/>
                    <a:pt x="4363894" y="391582"/>
                    <a:pt x="4521245" y="360785"/>
                  </a:cubicBezTo>
                  <a:cubicBezTo>
                    <a:pt x="4699135" y="325942"/>
                    <a:pt x="4867009" y="351606"/>
                    <a:pt x="5013325" y="461711"/>
                  </a:cubicBezTo>
                  <a:cubicBezTo>
                    <a:pt x="5194512" y="597962"/>
                    <a:pt x="5289353" y="781190"/>
                    <a:pt x="5275660" y="1010520"/>
                  </a:cubicBezTo>
                  <a:cubicBezTo>
                    <a:pt x="5268685" y="1126750"/>
                    <a:pt x="5223803" y="1231139"/>
                    <a:pt x="5148232" y="1322619"/>
                  </a:cubicBezTo>
                  <a:cubicBezTo>
                    <a:pt x="5004705" y="1496348"/>
                    <a:pt x="4817560" y="1562979"/>
                    <a:pt x="4598334" y="1554002"/>
                  </a:cubicBezTo>
                  <a:cubicBezTo>
                    <a:pt x="4559029" y="1552392"/>
                    <a:pt x="4519977" y="1542247"/>
                    <a:pt x="4480543" y="1541271"/>
                  </a:cubicBezTo>
                  <a:cubicBezTo>
                    <a:pt x="4460003" y="1540763"/>
                    <a:pt x="4432236" y="1545012"/>
                    <a:pt x="4419429" y="1558377"/>
                  </a:cubicBezTo>
                  <a:cubicBezTo>
                    <a:pt x="4339045" y="1642920"/>
                    <a:pt x="4252317" y="1724043"/>
                    <a:pt x="4186640" y="1819327"/>
                  </a:cubicBezTo>
                  <a:cubicBezTo>
                    <a:pt x="4133639" y="1896087"/>
                    <a:pt x="4070750" y="1901462"/>
                    <a:pt x="3993409" y="1897393"/>
                  </a:cubicBezTo>
                  <a:cubicBezTo>
                    <a:pt x="3934575" y="1894298"/>
                    <a:pt x="3875364" y="1896784"/>
                    <a:pt x="3811207" y="1896784"/>
                  </a:cubicBezTo>
                  <a:cubicBezTo>
                    <a:pt x="3811207" y="2120230"/>
                    <a:pt x="3811207" y="2340531"/>
                    <a:pt x="3811207" y="2568657"/>
                  </a:cubicBezTo>
                  <a:cubicBezTo>
                    <a:pt x="3948143" y="2568657"/>
                    <a:pt x="4084697" y="2569342"/>
                    <a:pt x="4221254" y="2567491"/>
                  </a:cubicBezTo>
                  <a:cubicBezTo>
                    <a:pt x="4233805" y="2567325"/>
                    <a:pt x="4249527" y="2553352"/>
                    <a:pt x="4257770" y="2541585"/>
                  </a:cubicBezTo>
                  <a:cubicBezTo>
                    <a:pt x="4385956" y="2358346"/>
                    <a:pt x="4513004" y="2174345"/>
                    <a:pt x="4640557" y="1990674"/>
                  </a:cubicBezTo>
                  <a:cubicBezTo>
                    <a:pt x="4706489" y="1895694"/>
                    <a:pt x="4772040" y="1800398"/>
                    <a:pt x="4840001" y="1706899"/>
                  </a:cubicBezTo>
                  <a:cubicBezTo>
                    <a:pt x="4849765" y="1693537"/>
                    <a:pt x="4872078" y="1683368"/>
                    <a:pt x="4889196" y="1682391"/>
                  </a:cubicBezTo>
                  <a:cubicBezTo>
                    <a:pt x="4943717" y="1679310"/>
                    <a:pt x="4998491" y="1681251"/>
                    <a:pt x="5052251" y="1681251"/>
                  </a:cubicBezTo>
                  <a:cubicBezTo>
                    <a:pt x="5149754" y="1289234"/>
                    <a:pt x="5537613" y="1145705"/>
                    <a:pt x="5800834" y="1176388"/>
                  </a:cubicBezTo>
                  <a:cubicBezTo>
                    <a:pt x="6130114" y="1214770"/>
                    <a:pt x="6352127" y="1472449"/>
                    <a:pt x="6390165" y="1756945"/>
                  </a:cubicBezTo>
                  <a:cubicBezTo>
                    <a:pt x="6445067" y="2168373"/>
                    <a:pt x="6226477" y="2408873"/>
                    <a:pt x="5902142" y="2509750"/>
                  </a:cubicBezTo>
                  <a:cubicBezTo>
                    <a:pt x="5604431" y="2602332"/>
                    <a:pt x="5217968" y="2497284"/>
                    <a:pt x="5026639" y="2049252"/>
                  </a:cubicBezTo>
                  <a:cubicBezTo>
                    <a:pt x="4961214" y="2139922"/>
                    <a:pt x="4897690" y="2228510"/>
                    <a:pt x="4833535" y="2316504"/>
                  </a:cubicBezTo>
                  <a:cubicBezTo>
                    <a:pt x="4692033" y="2510446"/>
                    <a:pt x="4550914" y="2704756"/>
                    <a:pt x="4406750" y="2896732"/>
                  </a:cubicBezTo>
                  <a:cubicBezTo>
                    <a:pt x="4393817" y="2913911"/>
                    <a:pt x="4359839" y="2922343"/>
                    <a:pt x="4335367" y="2922647"/>
                  </a:cubicBezTo>
                  <a:cubicBezTo>
                    <a:pt x="4162294" y="2924815"/>
                    <a:pt x="3989223" y="2923801"/>
                    <a:pt x="3811081" y="2923801"/>
                  </a:cubicBezTo>
                  <a:cubicBezTo>
                    <a:pt x="3811081" y="3046003"/>
                    <a:pt x="3811081" y="3164884"/>
                    <a:pt x="3811081" y="3287669"/>
                  </a:cubicBezTo>
                  <a:cubicBezTo>
                    <a:pt x="4305444" y="3287669"/>
                    <a:pt x="4799048" y="3287669"/>
                    <a:pt x="5296961" y="3287669"/>
                  </a:cubicBezTo>
                  <a:cubicBezTo>
                    <a:pt x="5329801" y="3161030"/>
                    <a:pt x="5392944" y="3050276"/>
                    <a:pt x="5489432" y="2957426"/>
                  </a:cubicBezTo>
                  <a:cubicBezTo>
                    <a:pt x="5584145" y="2866226"/>
                    <a:pt x="5697371" y="2812326"/>
                    <a:pt x="5823149" y="2786169"/>
                  </a:cubicBezTo>
                  <a:cubicBezTo>
                    <a:pt x="6009280" y="2747510"/>
                    <a:pt x="6183240" y="2786384"/>
                    <a:pt x="6340208" y="2890835"/>
                  </a:cubicBezTo>
                  <a:cubicBezTo>
                    <a:pt x="6490838" y="2991167"/>
                    <a:pt x="6582508" y="3135608"/>
                    <a:pt x="6619912" y="3311482"/>
                  </a:cubicBezTo>
                  <a:cubicBezTo>
                    <a:pt x="6689395" y="3637831"/>
                    <a:pt x="6543712" y="3968633"/>
                    <a:pt x="6207712" y="4094131"/>
                  </a:cubicBezTo>
                  <a:cubicBezTo>
                    <a:pt x="5961606" y="4186081"/>
                    <a:pt x="5736551" y="4157947"/>
                    <a:pt x="5527088" y="3993840"/>
                  </a:cubicBezTo>
                  <a:cubicBezTo>
                    <a:pt x="5422992" y="3912349"/>
                    <a:pt x="5364921" y="3804246"/>
                    <a:pt x="5313062" y="3688472"/>
                  </a:cubicBezTo>
                  <a:cubicBezTo>
                    <a:pt x="5305075" y="3670633"/>
                    <a:pt x="5280224" y="3648394"/>
                    <a:pt x="5263108" y="3648318"/>
                  </a:cubicBezTo>
                  <a:cubicBezTo>
                    <a:pt x="4785480" y="3646289"/>
                    <a:pt x="4307980" y="3646834"/>
                    <a:pt x="3830352" y="3647176"/>
                  </a:cubicBezTo>
                  <a:cubicBezTo>
                    <a:pt x="3824521" y="3647190"/>
                    <a:pt x="3818687" y="3650093"/>
                    <a:pt x="3809685" y="3652489"/>
                  </a:cubicBezTo>
                  <a:cubicBezTo>
                    <a:pt x="3809685" y="3757599"/>
                    <a:pt x="3809685" y="3862293"/>
                    <a:pt x="3809685" y="3976176"/>
                  </a:cubicBezTo>
                  <a:cubicBezTo>
                    <a:pt x="3832636" y="3976176"/>
                    <a:pt x="3854949" y="3976176"/>
                    <a:pt x="3877265" y="3976176"/>
                  </a:cubicBezTo>
                  <a:cubicBezTo>
                    <a:pt x="4044126" y="3976176"/>
                    <a:pt x="4211110" y="3974693"/>
                    <a:pt x="4377969" y="3977888"/>
                  </a:cubicBezTo>
                  <a:cubicBezTo>
                    <a:pt x="4401299" y="3978333"/>
                    <a:pt x="4432871" y="3995918"/>
                    <a:pt x="4446056" y="4015394"/>
                  </a:cubicBezTo>
                  <a:cubicBezTo>
                    <a:pt x="4639797" y="4300855"/>
                    <a:pt x="4830998" y="4588000"/>
                    <a:pt x="5023089" y="4874626"/>
                  </a:cubicBezTo>
                  <a:cubicBezTo>
                    <a:pt x="5029555" y="4884326"/>
                    <a:pt x="5037925" y="4892783"/>
                    <a:pt x="5050983" y="4908505"/>
                  </a:cubicBezTo>
                  <a:cubicBezTo>
                    <a:pt x="5067592" y="4866334"/>
                    <a:pt x="5081286" y="4831088"/>
                    <a:pt x="5095487" y="4796067"/>
                  </a:cubicBezTo>
                  <a:cubicBezTo>
                    <a:pt x="5189822" y="4563947"/>
                    <a:pt x="5365682" y="4434771"/>
                    <a:pt x="5609250" y="4394553"/>
                  </a:cubicBezTo>
                  <a:cubicBezTo>
                    <a:pt x="5867398" y="4351913"/>
                    <a:pt x="6081172" y="4437726"/>
                    <a:pt x="6253229" y="4629879"/>
                  </a:cubicBezTo>
                  <a:cubicBezTo>
                    <a:pt x="6315485" y="4699399"/>
                    <a:pt x="6336784" y="4790474"/>
                    <a:pt x="6353014" y="4879243"/>
                  </a:cubicBezTo>
                  <a:cubicBezTo>
                    <a:pt x="6397012" y="5119234"/>
                    <a:pt x="6336658" y="5333526"/>
                    <a:pt x="6155599" y="5497328"/>
                  </a:cubicBezTo>
                  <a:cubicBezTo>
                    <a:pt x="5905564" y="5723411"/>
                    <a:pt x="5553714" y="5760650"/>
                    <a:pt x="5274645" y="5553751"/>
                  </a:cubicBezTo>
                  <a:cubicBezTo>
                    <a:pt x="5162054" y="5470322"/>
                    <a:pt x="5088388" y="5361319"/>
                    <a:pt x="5043629" y="5231889"/>
                  </a:cubicBezTo>
                  <a:cubicBezTo>
                    <a:pt x="5030317" y="5193408"/>
                    <a:pt x="5013453" y="5172360"/>
                    <a:pt x="4973386" y="5181096"/>
                  </a:cubicBezTo>
                  <a:cubicBezTo>
                    <a:pt x="4847483" y="5208547"/>
                    <a:pt x="4784845" y="5138077"/>
                    <a:pt x="4721577" y="5041549"/>
                  </a:cubicBezTo>
                  <a:cubicBezTo>
                    <a:pt x="4561818" y="4797650"/>
                    <a:pt x="4391663" y="4560449"/>
                    <a:pt x="4224550" y="4321357"/>
                  </a:cubicBezTo>
                  <a:cubicBezTo>
                    <a:pt x="4215549" y="4308334"/>
                    <a:pt x="4196277" y="4294731"/>
                    <a:pt x="4181567" y="4294463"/>
                  </a:cubicBezTo>
                  <a:cubicBezTo>
                    <a:pt x="4059339" y="4292321"/>
                    <a:pt x="3937113" y="4293247"/>
                    <a:pt x="3810572" y="4293247"/>
                  </a:cubicBezTo>
                  <a:cubicBezTo>
                    <a:pt x="3810572" y="4529168"/>
                    <a:pt x="3810572" y="4760653"/>
                    <a:pt x="3810572" y="5003194"/>
                  </a:cubicBezTo>
                  <a:cubicBezTo>
                    <a:pt x="3862050" y="5003194"/>
                    <a:pt x="3917205" y="5010801"/>
                    <a:pt x="3969444" y="5001608"/>
                  </a:cubicBezTo>
                  <a:cubicBezTo>
                    <a:pt x="4075442" y="4982933"/>
                    <a:pt x="4129456" y="5048384"/>
                    <a:pt x="4187906" y="5116825"/>
                  </a:cubicBezTo>
                  <a:cubicBezTo>
                    <a:pt x="4257263" y="5198100"/>
                    <a:pt x="4330930" y="5275759"/>
                    <a:pt x="4404975" y="5352811"/>
                  </a:cubicBezTo>
                  <a:cubicBezTo>
                    <a:pt x="4413725" y="5361914"/>
                    <a:pt x="4436801" y="5358771"/>
                    <a:pt x="4453158" y="5358757"/>
                  </a:cubicBezTo>
                  <a:cubicBezTo>
                    <a:pt x="4554971" y="5358669"/>
                    <a:pt x="4657166" y="5351581"/>
                    <a:pt x="4758472" y="5358771"/>
                  </a:cubicBezTo>
                  <a:cubicBezTo>
                    <a:pt x="4901750" y="5368964"/>
                    <a:pt x="4979726" y="5479970"/>
                    <a:pt x="5062648" y="5577880"/>
                  </a:cubicBezTo>
                  <a:cubicBezTo>
                    <a:pt x="5178409" y="5714434"/>
                    <a:pt x="5209600" y="5878238"/>
                    <a:pt x="5186016" y="6048824"/>
                  </a:cubicBezTo>
                  <a:cubicBezTo>
                    <a:pt x="5163449" y="6211538"/>
                    <a:pt x="5079513" y="6345911"/>
                    <a:pt x="4938266" y="6434436"/>
                  </a:cubicBezTo>
                  <a:cubicBezTo>
                    <a:pt x="4707502" y="6578981"/>
                    <a:pt x="4471161" y="6577498"/>
                    <a:pt x="4249527" y="6421619"/>
                  </a:cubicBezTo>
                  <a:cubicBezTo>
                    <a:pt x="4111831" y="6324724"/>
                    <a:pt x="4038419" y="6176757"/>
                    <a:pt x="4022697" y="6007338"/>
                  </a:cubicBezTo>
                  <a:cubicBezTo>
                    <a:pt x="4009384" y="5864798"/>
                    <a:pt x="4032712" y="5728649"/>
                    <a:pt x="4119059" y="5608576"/>
                  </a:cubicBezTo>
                  <a:cubicBezTo>
                    <a:pt x="4124131" y="5601437"/>
                    <a:pt x="4122230" y="5582648"/>
                    <a:pt x="4116269" y="5575116"/>
                  </a:cubicBezTo>
                  <a:cubicBezTo>
                    <a:pt x="4060862" y="5505165"/>
                    <a:pt x="4009510" y="5430166"/>
                    <a:pt x="3944339" y="5370600"/>
                  </a:cubicBezTo>
                  <a:cubicBezTo>
                    <a:pt x="3918599" y="5347118"/>
                    <a:pt x="3860656" y="5358859"/>
                    <a:pt x="3806135" y="5353446"/>
                  </a:cubicBezTo>
                  <a:cubicBezTo>
                    <a:pt x="3806135" y="5382772"/>
                    <a:pt x="3806642" y="5404845"/>
                    <a:pt x="3806007" y="5426883"/>
                  </a:cubicBezTo>
                  <a:cubicBezTo>
                    <a:pt x="3801950" y="5582432"/>
                    <a:pt x="3809685" y="5739477"/>
                    <a:pt x="3790579" y="5893161"/>
                  </a:cubicBezTo>
                  <a:cubicBezTo>
                    <a:pt x="3762810" y="6115936"/>
                    <a:pt x="3673598" y="6315330"/>
                    <a:pt x="3514906" y="6481058"/>
                  </a:cubicBezTo>
                  <a:cubicBezTo>
                    <a:pt x="3349772" y="6653509"/>
                    <a:pt x="3157896" y="6778882"/>
                    <a:pt x="2923648" y="6832083"/>
                  </a:cubicBezTo>
                  <a:cubicBezTo>
                    <a:pt x="2732191" y="6875573"/>
                    <a:pt x="2543041" y="6863477"/>
                    <a:pt x="2355732" y="6802236"/>
                  </a:cubicBezTo>
                  <a:cubicBezTo>
                    <a:pt x="2118502" y="6724691"/>
                    <a:pt x="1941727" y="6569002"/>
                    <a:pt x="1791937" y="6376988"/>
                  </a:cubicBezTo>
                  <a:cubicBezTo>
                    <a:pt x="1769380" y="6348066"/>
                    <a:pt x="1750209" y="6316090"/>
                    <a:pt x="1732674" y="6283783"/>
                  </a:cubicBezTo>
                  <a:cubicBezTo>
                    <a:pt x="1697869" y="6219728"/>
                    <a:pt x="1631403" y="6241345"/>
                    <a:pt x="1582651" y="6236351"/>
                  </a:cubicBezTo>
                  <a:cubicBezTo>
                    <a:pt x="1363454" y="6213896"/>
                    <a:pt x="1170692" y="6133102"/>
                    <a:pt x="995451" y="6003013"/>
                  </a:cubicBezTo>
                  <a:cubicBezTo>
                    <a:pt x="828338" y="5878975"/>
                    <a:pt x="715569" y="5712330"/>
                    <a:pt x="643856" y="5522435"/>
                  </a:cubicBezTo>
                  <a:cubicBezTo>
                    <a:pt x="602788" y="5413683"/>
                    <a:pt x="583465" y="5292839"/>
                    <a:pt x="577201" y="5176202"/>
                  </a:cubicBezTo>
                  <a:cubicBezTo>
                    <a:pt x="573130" y="5100444"/>
                    <a:pt x="549928" y="5056155"/>
                    <a:pt x="490525" y="5017394"/>
                  </a:cubicBezTo>
                  <a:cubicBezTo>
                    <a:pt x="217288" y="4839162"/>
                    <a:pt x="66076" y="4580267"/>
                    <a:pt x="4239" y="4265429"/>
                  </a:cubicBezTo>
                  <a:cubicBezTo>
                    <a:pt x="-4537" y="4220734"/>
                    <a:pt x="3033" y="4172818"/>
                    <a:pt x="3033" y="4115660"/>
                  </a:cubicBezTo>
                  <a:cubicBezTo>
                    <a:pt x="37421" y="4115660"/>
                    <a:pt x="70132" y="4115660"/>
                    <a:pt x="102832" y="4115660"/>
                  </a:cubicBezTo>
                  <a:cubicBezTo>
                    <a:pt x="216945" y="4115674"/>
                    <a:pt x="331072" y="4116333"/>
                    <a:pt x="445171" y="4115306"/>
                  </a:cubicBezTo>
                  <a:cubicBezTo>
                    <a:pt x="481346" y="4114989"/>
                    <a:pt x="493874" y="4126312"/>
                    <a:pt x="498576" y="4165668"/>
                  </a:cubicBezTo>
                  <a:cubicBezTo>
                    <a:pt x="512677" y="4283952"/>
                    <a:pt x="563164" y="4386173"/>
                    <a:pt x="646302" y="4473887"/>
                  </a:cubicBezTo>
                  <a:cubicBezTo>
                    <a:pt x="751694" y="4585071"/>
                    <a:pt x="876216" y="4664189"/>
                    <a:pt x="1018832" y="4717646"/>
                  </a:cubicBezTo>
                  <a:cubicBezTo>
                    <a:pt x="1047587" y="4728436"/>
                    <a:pt x="1073479" y="4746834"/>
                    <a:pt x="1097697" y="4760082"/>
                  </a:cubicBezTo>
                  <a:cubicBezTo>
                    <a:pt x="1087362" y="4864509"/>
                    <a:pt x="1066886" y="4965639"/>
                    <a:pt x="1069322" y="5066210"/>
                  </a:cubicBezTo>
                  <a:cubicBezTo>
                    <a:pt x="1077688" y="5410844"/>
                    <a:pt x="1286566" y="5644115"/>
                    <a:pt x="1620869" y="5708957"/>
                  </a:cubicBezTo>
                  <a:cubicBezTo>
                    <a:pt x="1714186" y="5727052"/>
                    <a:pt x="1816788" y="5704672"/>
                    <a:pt x="1914037" y="5692310"/>
                  </a:cubicBezTo>
                  <a:cubicBezTo>
                    <a:pt x="1966465" y="5685639"/>
                    <a:pt x="2001943" y="5684322"/>
                    <a:pt x="2017525" y="5745449"/>
                  </a:cubicBezTo>
                  <a:cubicBezTo>
                    <a:pt x="2053952" y="5888357"/>
                    <a:pt x="2124906" y="6013690"/>
                    <a:pt x="2224247" y="6128298"/>
                  </a:cubicBezTo>
                  <a:cubicBezTo>
                    <a:pt x="2426951" y="6325511"/>
                    <a:pt x="2775516" y="6353607"/>
                    <a:pt x="3008637" y="6201039"/>
                  </a:cubicBezTo>
                  <a:cubicBezTo>
                    <a:pt x="3216423" y="6065042"/>
                    <a:pt x="3312254" y="5875562"/>
                    <a:pt x="3312088" y="5629661"/>
                  </a:cubicBezTo>
                  <a:cubicBezTo>
                    <a:pt x="3311138" y="4125082"/>
                    <a:pt x="3310718" y="2620502"/>
                    <a:pt x="3312519" y="1115922"/>
                  </a:cubicBezTo>
                  <a:cubicBezTo>
                    <a:pt x="3312825" y="864797"/>
                    <a:pt x="3081897" y="615611"/>
                    <a:pt x="2834817" y="601602"/>
                  </a:cubicBezTo>
                  <a:cubicBezTo>
                    <a:pt x="2705425" y="594260"/>
                    <a:pt x="2583020" y="605342"/>
                    <a:pt x="2476590" y="680631"/>
                  </a:cubicBezTo>
                  <a:cubicBezTo>
                    <a:pt x="2373165" y="753791"/>
                    <a:pt x="2299891" y="853753"/>
                    <a:pt x="2260080" y="975739"/>
                  </a:cubicBezTo>
                  <a:cubicBezTo>
                    <a:pt x="2242176" y="1030551"/>
                    <a:pt x="2228686" y="1087101"/>
                    <a:pt x="2206434" y="1140012"/>
                  </a:cubicBezTo>
                  <a:cubicBezTo>
                    <a:pt x="2199625" y="1156216"/>
                    <a:pt x="2171210" y="1170506"/>
                    <a:pt x="2151214" y="1172776"/>
                  </a:cubicBezTo>
                  <a:cubicBezTo>
                    <a:pt x="2051937" y="1184034"/>
                    <a:pt x="1949273" y="1178860"/>
                    <a:pt x="1853126" y="1201811"/>
                  </a:cubicBezTo>
                  <a:cubicBezTo>
                    <a:pt x="1605398" y="1260960"/>
                    <a:pt x="1428436" y="1486333"/>
                    <a:pt x="1449659" y="1751492"/>
                  </a:cubicBezTo>
                  <a:cubicBezTo>
                    <a:pt x="1454337" y="1810072"/>
                    <a:pt x="1476641" y="1868788"/>
                    <a:pt x="1499312" y="1923943"/>
                  </a:cubicBezTo>
                  <a:cubicBezTo>
                    <a:pt x="1522464" y="1980265"/>
                    <a:pt x="1503191" y="2004100"/>
                    <a:pt x="1453311" y="2029586"/>
                  </a:cubicBezTo>
                  <a:cubicBezTo>
                    <a:pt x="1348872" y="2082979"/>
                    <a:pt x="1244916" y="2138794"/>
                    <a:pt x="1146969" y="2203076"/>
                  </a:cubicBezTo>
                  <a:cubicBezTo>
                    <a:pt x="1015041" y="2289662"/>
                    <a:pt x="949324" y="2423377"/>
                    <a:pt x="916230" y="2573359"/>
                  </a:cubicBezTo>
                  <a:cubicBezTo>
                    <a:pt x="904250" y="2627690"/>
                    <a:pt x="902638" y="2684315"/>
                    <a:pt x="895931" y="2743047"/>
                  </a:cubicBezTo>
                  <a:cubicBezTo>
                    <a:pt x="723444" y="2743047"/>
                    <a:pt x="551094" y="2743047"/>
                    <a:pt x="362401" y="2743047"/>
                  </a:cubicBezTo>
                  <a:cubicBezTo>
                    <a:pt x="379607" y="2636554"/>
                    <a:pt x="387520" y="2531316"/>
                    <a:pt x="414590" y="2431252"/>
                  </a:cubicBezTo>
                  <a:cubicBezTo>
                    <a:pt x="480749" y="2186683"/>
                    <a:pt x="617052" y="1982623"/>
                    <a:pt x="803501" y="1812772"/>
                  </a:cubicBezTo>
                  <a:cubicBezTo>
                    <a:pt x="852163" y="1768432"/>
                    <a:pt x="910386" y="1734732"/>
                    <a:pt x="962536" y="1693980"/>
                  </a:cubicBezTo>
                  <a:cubicBezTo>
                    <a:pt x="974872" y="1684344"/>
                    <a:pt x="990151" y="1663830"/>
                    <a:pt x="987539" y="1651923"/>
                  </a:cubicBezTo>
                  <a:cubicBezTo>
                    <a:pt x="958226" y="1517751"/>
                    <a:pt x="994398" y="1390148"/>
                    <a:pt x="1034363" y="1266778"/>
                  </a:cubicBezTo>
                  <a:cubicBezTo>
                    <a:pt x="1082279" y="1118927"/>
                    <a:pt x="1172035" y="991791"/>
                    <a:pt x="1286021" y="886541"/>
                  </a:cubicBezTo>
                  <a:cubicBezTo>
                    <a:pt x="1427839" y="755604"/>
                    <a:pt x="1591415" y="660825"/>
                    <a:pt x="1785507" y="629381"/>
                  </a:cubicBezTo>
                  <a:cubicBezTo>
                    <a:pt x="1827564" y="622574"/>
                    <a:pt x="1853797" y="604771"/>
                    <a:pt x="1873920" y="565276"/>
                  </a:cubicBezTo>
                  <a:cubicBezTo>
                    <a:pt x="1964019" y="388476"/>
                    <a:pt x="2096137" y="248283"/>
                    <a:pt x="2267382" y="149246"/>
                  </a:cubicBezTo>
                  <a:cubicBezTo>
                    <a:pt x="2421359" y="60187"/>
                    <a:pt x="2579105" y="11146"/>
                    <a:pt x="2738987" y="1694"/>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3026" name="Rectangle 3025">
              <a:extLst>
                <a:ext uri="{FF2B5EF4-FFF2-40B4-BE49-F238E27FC236}">
                  <a16:creationId xmlns:a16="http://schemas.microsoft.com/office/drawing/2014/main" id="{8AE21731-B064-52B9-EBDD-5F18762B6587}"/>
                </a:ext>
                <a:ext uri="{C183D7F6-B498-43B3-948B-1728B52AA6E4}">
                  <adec:decorative xmlns:adec="http://schemas.microsoft.com/office/drawing/2017/decorative" val="1"/>
                </a:ext>
              </a:extLst>
            </p:cNvPr>
            <p:cNvSpPr/>
            <p:nvPr/>
          </p:nvSpPr>
          <p:spPr>
            <a:xfrm>
              <a:off x="2924900" y="3857448"/>
              <a:ext cx="36501" cy="36501"/>
            </a:xfrm>
            <a:prstGeom prst="rect">
              <a:avLst/>
            </a:prstGeom>
            <a:solidFill>
              <a:schemeClr val="accent1"/>
            </a:solidFill>
            <a:ln w="6350" cap="flat">
              <a:noFill/>
              <a:prstDash val="solid"/>
              <a:miter/>
            </a:ln>
          </p:spPr>
          <p:txBody>
            <a:bodyPr rtlCol="0" anchor="ctr"/>
            <a:lstStyle/>
            <a:p>
              <a:endParaRPr lang="en-US" dirty="0"/>
            </a:p>
          </p:txBody>
        </p:sp>
      </p:grpSp>
      <p:grpSp>
        <p:nvGrpSpPr>
          <p:cNvPr id="12" name="Group 4">
            <a:extLst>
              <a:ext uri="{FF2B5EF4-FFF2-40B4-BE49-F238E27FC236}">
                <a16:creationId xmlns:a16="http://schemas.microsoft.com/office/drawing/2014/main" id="{FF244B0E-A343-438C-AC4B-1C9375817932}"/>
              </a:ext>
              <a:ext uri="{C183D7F6-B498-43B3-948B-1728B52AA6E4}">
                <adec:decorative xmlns:adec="http://schemas.microsoft.com/office/drawing/2017/decorative" val="1"/>
              </a:ext>
            </a:extLst>
          </p:cNvPr>
          <p:cNvGrpSpPr>
            <a:grpSpLocks noChangeAspect="1"/>
          </p:cNvGrpSpPr>
          <p:nvPr/>
        </p:nvGrpSpPr>
        <p:grpSpPr bwMode="auto">
          <a:xfrm>
            <a:off x="3455277" y="3640697"/>
            <a:ext cx="436761" cy="457200"/>
            <a:chOff x="1058" y="1008"/>
            <a:chExt cx="2201" cy="2304"/>
          </a:xfrm>
          <a:solidFill>
            <a:schemeClr val="tx2"/>
          </a:solidFill>
        </p:grpSpPr>
        <p:sp>
          <p:nvSpPr>
            <p:cNvPr id="14" name="Freeform 5">
              <a:extLst>
                <a:ext uri="{FF2B5EF4-FFF2-40B4-BE49-F238E27FC236}">
                  <a16:creationId xmlns:a16="http://schemas.microsoft.com/office/drawing/2014/main" id="{E4B645E1-FCC5-989B-062D-D3A3CC3A3CDB}"/>
                </a:ext>
                <a:ext uri="{C183D7F6-B498-43B3-948B-1728B52AA6E4}">
                  <adec:decorative xmlns:adec="http://schemas.microsoft.com/office/drawing/2017/decorative" val="1"/>
                </a:ext>
              </a:extLst>
            </p:cNvPr>
            <p:cNvSpPr>
              <a:spLocks noEditPoints="1"/>
            </p:cNvSpPr>
            <p:nvPr/>
          </p:nvSpPr>
          <p:spPr bwMode="auto">
            <a:xfrm>
              <a:off x="1058" y="1008"/>
              <a:ext cx="2201" cy="2304"/>
            </a:xfrm>
            <a:custGeom>
              <a:avLst/>
              <a:gdLst>
                <a:gd name="T0" fmla="*/ 15390 w 15407"/>
                <a:gd name="T1" fmla="*/ 8200 h 16128"/>
                <a:gd name="T2" fmla="*/ 14917 w 15407"/>
                <a:gd name="T3" fmla="*/ 8607 h 16128"/>
                <a:gd name="T4" fmla="*/ 14500 w 15407"/>
                <a:gd name="T5" fmla="*/ 10489 h 16128"/>
                <a:gd name="T6" fmla="*/ 14762 w 15407"/>
                <a:gd name="T7" fmla="*/ 13245 h 16128"/>
                <a:gd name="T8" fmla="*/ 14310 w 15407"/>
                <a:gd name="T9" fmla="*/ 13675 h 16128"/>
                <a:gd name="T10" fmla="*/ 13760 w 15407"/>
                <a:gd name="T11" fmla="*/ 13418 h 16128"/>
                <a:gd name="T12" fmla="*/ 13819 w 15407"/>
                <a:gd name="T13" fmla="*/ 12771 h 16128"/>
                <a:gd name="T14" fmla="*/ 12686 w 15407"/>
                <a:gd name="T15" fmla="*/ 12331 h 16128"/>
                <a:gd name="T16" fmla="*/ 12215 w 15407"/>
                <a:gd name="T17" fmla="*/ 12917 h 16128"/>
                <a:gd name="T18" fmla="*/ 11321 w 15407"/>
                <a:gd name="T19" fmla="*/ 13134 h 16128"/>
                <a:gd name="T20" fmla="*/ 12857 w 15407"/>
                <a:gd name="T21" fmla="*/ 14233 h 16128"/>
                <a:gd name="T22" fmla="*/ 13309 w 15407"/>
                <a:gd name="T23" fmla="*/ 14658 h 16128"/>
                <a:gd name="T24" fmla="*/ 13079 w 15407"/>
                <a:gd name="T25" fmla="*/ 15216 h 16128"/>
                <a:gd name="T26" fmla="*/ 12437 w 15407"/>
                <a:gd name="T27" fmla="*/ 15193 h 16128"/>
                <a:gd name="T28" fmla="*/ 8238 w 15407"/>
                <a:gd name="T29" fmla="*/ 15471 h 16128"/>
                <a:gd name="T30" fmla="*/ 8030 w 15407"/>
                <a:gd name="T31" fmla="*/ 16020 h 16128"/>
                <a:gd name="T32" fmla="*/ 7420 w 15407"/>
                <a:gd name="T33" fmla="*/ 16049 h 16128"/>
                <a:gd name="T34" fmla="*/ 7160 w 15407"/>
                <a:gd name="T35" fmla="*/ 15526 h 16128"/>
                <a:gd name="T36" fmla="*/ 3022 w 15407"/>
                <a:gd name="T37" fmla="*/ 15147 h 16128"/>
                <a:gd name="T38" fmla="*/ 2373 w 15407"/>
                <a:gd name="T39" fmla="*/ 15244 h 16128"/>
                <a:gd name="T40" fmla="*/ 2090 w 15407"/>
                <a:gd name="T41" fmla="*/ 14712 h 16128"/>
                <a:gd name="T42" fmla="*/ 2497 w 15407"/>
                <a:gd name="T43" fmla="*/ 14243 h 16128"/>
                <a:gd name="T44" fmla="*/ 5980 w 15407"/>
                <a:gd name="T45" fmla="*/ 13134 h 16128"/>
                <a:gd name="T46" fmla="*/ 11942 w 15407"/>
                <a:gd name="T47" fmla="*/ 12194 h 16128"/>
                <a:gd name="T48" fmla="*/ 3689 w 15407"/>
                <a:gd name="T49" fmla="*/ 3760 h 16128"/>
                <a:gd name="T50" fmla="*/ 3358 w 15407"/>
                <a:gd name="T51" fmla="*/ 7977 h 16128"/>
                <a:gd name="T52" fmla="*/ 1726 w 15407"/>
                <a:gd name="T53" fmla="*/ 13116 h 16128"/>
                <a:gd name="T54" fmla="*/ 1417 w 15407"/>
                <a:gd name="T55" fmla="*/ 13626 h 16128"/>
                <a:gd name="T56" fmla="*/ 813 w 15407"/>
                <a:gd name="T57" fmla="*/ 13538 h 16128"/>
                <a:gd name="T58" fmla="*/ 664 w 15407"/>
                <a:gd name="T59" fmla="*/ 12954 h 16128"/>
                <a:gd name="T60" fmla="*/ 822 w 15407"/>
                <a:gd name="T61" fmla="*/ 8535 h 16128"/>
                <a:gd name="T62" fmla="*/ 198 w 15407"/>
                <a:gd name="T63" fmla="*/ 8486 h 16128"/>
                <a:gd name="T64" fmla="*/ 24 w 15407"/>
                <a:gd name="T65" fmla="*/ 7901 h 16128"/>
                <a:gd name="T66" fmla="*/ 518 w 15407"/>
                <a:gd name="T67" fmla="*/ 7519 h 16128"/>
                <a:gd name="T68" fmla="*/ 907 w 15407"/>
                <a:gd name="T69" fmla="*/ 3467 h 16128"/>
                <a:gd name="T70" fmla="*/ 651 w 15407"/>
                <a:gd name="T71" fmla="*/ 2857 h 16128"/>
                <a:gd name="T72" fmla="*/ 1124 w 15407"/>
                <a:gd name="T73" fmla="*/ 2450 h 16128"/>
                <a:gd name="T74" fmla="*/ 1660 w 15407"/>
                <a:gd name="T75" fmla="*/ 2733 h 16128"/>
                <a:gd name="T76" fmla="*/ 1564 w 15407"/>
                <a:gd name="T77" fmla="*/ 3382 h 16128"/>
                <a:gd name="T78" fmla="*/ 2721 w 15407"/>
                <a:gd name="T79" fmla="*/ 3797 h 16128"/>
                <a:gd name="T80" fmla="*/ 3192 w 15407"/>
                <a:gd name="T81" fmla="*/ 3211 h 16128"/>
                <a:gd name="T82" fmla="*/ 5980 w 15407"/>
                <a:gd name="T83" fmla="*/ 2994 h 16128"/>
                <a:gd name="T84" fmla="*/ 2523 w 15407"/>
                <a:gd name="T85" fmla="*/ 1890 h 16128"/>
                <a:gd name="T86" fmla="*/ 2093 w 15407"/>
                <a:gd name="T87" fmla="*/ 1442 h 16128"/>
                <a:gd name="T88" fmla="*/ 2350 w 15407"/>
                <a:gd name="T89" fmla="*/ 898 h 16128"/>
                <a:gd name="T90" fmla="*/ 2996 w 15407"/>
                <a:gd name="T91" fmla="*/ 957 h 16128"/>
                <a:gd name="T92" fmla="*/ 7162 w 15407"/>
                <a:gd name="T93" fmla="*/ 621 h 16128"/>
                <a:gd name="T94" fmla="*/ 7398 w 15407"/>
                <a:gd name="T95" fmla="*/ 93 h 16128"/>
                <a:gd name="T96" fmla="*/ 8009 w 15407"/>
                <a:gd name="T97" fmla="*/ 93 h 16128"/>
                <a:gd name="T98" fmla="*/ 8245 w 15407"/>
                <a:gd name="T99" fmla="*/ 621 h 16128"/>
                <a:gd name="T100" fmla="*/ 12411 w 15407"/>
                <a:gd name="T101" fmla="*/ 957 h 16128"/>
                <a:gd name="T102" fmla="*/ 13057 w 15407"/>
                <a:gd name="T103" fmla="*/ 898 h 16128"/>
                <a:gd name="T104" fmla="*/ 13314 w 15407"/>
                <a:gd name="T105" fmla="*/ 1442 h 16128"/>
                <a:gd name="T106" fmla="*/ 12884 w 15407"/>
                <a:gd name="T107" fmla="*/ 1890 h 16128"/>
                <a:gd name="T108" fmla="*/ 12051 w 15407"/>
                <a:gd name="T109" fmla="*/ 2994 h 16128"/>
                <a:gd name="T110" fmla="*/ 13681 w 15407"/>
                <a:gd name="T111" fmla="*/ 2994 h 16128"/>
                <a:gd name="T112" fmla="*/ 14015 w 15407"/>
                <a:gd name="T113" fmla="*/ 2490 h 16128"/>
                <a:gd name="T114" fmla="*/ 14613 w 15407"/>
                <a:gd name="T115" fmla="*/ 2608 h 16128"/>
                <a:gd name="T116" fmla="*/ 14729 w 15407"/>
                <a:gd name="T117" fmla="*/ 3208 h 16128"/>
                <a:gd name="T118" fmla="*/ 14615 w 15407"/>
                <a:gd name="T119" fmla="*/ 7576 h 16128"/>
                <a:gd name="T120" fmla="*/ 15228 w 15407"/>
                <a:gd name="T121" fmla="*/ 7660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07" h="16128">
                  <a:moveTo>
                    <a:pt x="7735" y="8786"/>
                  </a:moveTo>
                  <a:lnTo>
                    <a:pt x="8004" y="9419"/>
                  </a:lnTo>
                  <a:lnTo>
                    <a:pt x="8493" y="9419"/>
                  </a:lnTo>
                  <a:lnTo>
                    <a:pt x="7398" y="6884"/>
                  </a:lnTo>
                  <a:lnTo>
                    <a:pt x="6917" y="6884"/>
                  </a:lnTo>
                  <a:lnTo>
                    <a:pt x="5822" y="9419"/>
                  </a:lnTo>
                  <a:lnTo>
                    <a:pt x="6300" y="9419"/>
                  </a:lnTo>
                  <a:lnTo>
                    <a:pt x="6565" y="8786"/>
                  </a:lnTo>
                  <a:lnTo>
                    <a:pt x="7735" y="8786"/>
                  </a:lnTo>
                  <a:close/>
                  <a:moveTo>
                    <a:pt x="7152" y="7392"/>
                  </a:moveTo>
                  <a:lnTo>
                    <a:pt x="7569" y="8387"/>
                  </a:lnTo>
                  <a:lnTo>
                    <a:pt x="6731" y="8387"/>
                  </a:lnTo>
                  <a:lnTo>
                    <a:pt x="7152" y="7392"/>
                  </a:lnTo>
                  <a:close/>
                  <a:moveTo>
                    <a:pt x="9142" y="6880"/>
                  </a:moveTo>
                  <a:lnTo>
                    <a:pt x="9142" y="9419"/>
                  </a:lnTo>
                  <a:lnTo>
                    <a:pt x="8703" y="9419"/>
                  </a:lnTo>
                  <a:lnTo>
                    <a:pt x="8703" y="6880"/>
                  </a:lnTo>
                  <a:lnTo>
                    <a:pt x="9142" y="6880"/>
                  </a:lnTo>
                  <a:close/>
                  <a:moveTo>
                    <a:pt x="15407" y="8064"/>
                  </a:moveTo>
                  <a:lnTo>
                    <a:pt x="15407" y="8064"/>
                  </a:lnTo>
                  <a:lnTo>
                    <a:pt x="15406" y="8092"/>
                  </a:lnTo>
                  <a:lnTo>
                    <a:pt x="15404" y="8120"/>
                  </a:lnTo>
                  <a:lnTo>
                    <a:pt x="15401" y="8147"/>
                  </a:lnTo>
                  <a:lnTo>
                    <a:pt x="15395" y="8174"/>
                  </a:lnTo>
                  <a:lnTo>
                    <a:pt x="15390" y="8200"/>
                  </a:lnTo>
                  <a:lnTo>
                    <a:pt x="15383" y="8227"/>
                  </a:lnTo>
                  <a:lnTo>
                    <a:pt x="15373" y="8252"/>
                  </a:lnTo>
                  <a:lnTo>
                    <a:pt x="15364" y="8277"/>
                  </a:lnTo>
                  <a:lnTo>
                    <a:pt x="15354" y="8301"/>
                  </a:lnTo>
                  <a:lnTo>
                    <a:pt x="15341" y="8324"/>
                  </a:lnTo>
                  <a:lnTo>
                    <a:pt x="15328" y="8347"/>
                  </a:lnTo>
                  <a:lnTo>
                    <a:pt x="15314" y="8369"/>
                  </a:lnTo>
                  <a:lnTo>
                    <a:pt x="15299" y="8390"/>
                  </a:lnTo>
                  <a:lnTo>
                    <a:pt x="15282" y="8411"/>
                  </a:lnTo>
                  <a:lnTo>
                    <a:pt x="15265" y="8431"/>
                  </a:lnTo>
                  <a:lnTo>
                    <a:pt x="15248" y="8450"/>
                  </a:lnTo>
                  <a:lnTo>
                    <a:pt x="15228" y="8468"/>
                  </a:lnTo>
                  <a:lnTo>
                    <a:pt x="15209" y="8486"/>
                  </a:lnTo>
                  <a:lnTo>
                    <a:pt x="15188" y="8501"/>
                  </a:lnTo>
                  <a:lnTo>
                    <a:pt x="15166" y="8517"/>
                  </a:lnTo>
                  <a:lnTo>
                    <a:pt x="15144" y="8531"/>
                  </a:lnTo>
                  <a:lnTo>
                    <a:pt x="15122" y="8544"/>
                  </a:lnTo>
                  <a:lnTo>
                    <a:pt x="15098" y="8556"/>
                  </a:lnTo>
                  <a:lnTo>
                    <a:pt x="15073" y="8567"/>
                  </a:lnTo>
                  <a:lnTo>
                    <a:pt x="15048" y="8577"/>
                  </a:lnTo>
                  <a:lnTo>
                    <a:pt x="15023" y="8585"/>
                  </a:lnTo>
                  <a:lnTo>
                    <a:pt x="14998" y="8593"/>
                  </a:lnTo>
                  <a:lnTo>
                    <a:pt x="14971" y="8599"/>
                  </a:lnTo>
                  <a:lnTo>
                    <a:pt x="14944" y="8604"/>
                  </a:lnTo>
                  <a:lnTo>
                    <a:pt x="14917" y="8607"/>
                  </a:lnTo>
                  <a:lnTo>
                    <a:pt x="14889" y="8609"/>
                  </a:lnTo>
                  <a:lnTo>
                    <a:pt x="14860" y="8610"/>
                  </a:lnTo>
                  <a:lnTo>
                    <a:pt x="14860" y="8610"/>
                  </a:lnTo>
                  <a:lnTo>
                    <a:pt x="14842" y="8609"/>
                  </a:lnTo>
                  <a:lnTo>
                    <a:pt x="14824" y="8608"/>
                  </a:lnTo>
                  <a:lnTo>
                    <a:pt x="14805" y="8607"/>
                  </a:lnTo>
                  <a:lnTo>
                    <a:pt x="14786" y="8605"/>
                  </a:lnTo>
                  <a:lnTo>
                    <a:pt x="14750" y="8599"/>
                  </a:lnTo>
                  <a:lnTo>
                    <a:pt x="14715" y="8591"/>
                  </a:lnTo>
                  <a:lnTo>
                    <a:pt x="14681" y="8580"/>
                  </a:lnTo>
                  <a:lnTo>
                    <a:pt x="14648" y="8566"/>
                  </a:lnTo>
                  <a:lnTo>
                    <a:pt x="14615" y="8552"/>
                  </a:lnTo>
                  <a:lnTo>
                    <a:pt x="14585" y="8535"/>
                  </a:lnTo>
                  <a:lnTo>
                    <a:pt x="14554" y="8516"/>
                  </a:lnTo>
                  <a:lnTo>
                    <a:pt x="14526" y="8495"/>
                  </a:lnTo>
                  <a:lnTo>
                    <a:pt x="14499" y="8473"/>
                  </a:lnTo>
                  <a:lnTo>
                    <a:pt x="14473" y="8449"/>
                  </a:lnTo>
                  <a:lnTo>
                    <a:pt x="14449" y="8423"/>
                  </a:lnTo>
                  <a:lnTo>
                    <a:pt x="14427" y="8395"/>
                  </a:lnTo>
                  <a:lnTo>
                    <a:pt x="14406" y="8367"/>
                  </a:lnTo>
                  <a:lnTo>
                    <a:pt x="14388" y="8337"/>
                  </a:lnTo>
                  <a:lnTo>
                    <a:pt x="12774" y="8337"/>
                  </a:lnTo>
                  <a:lnTo>
                    <a:pt x="12774" y="9244"/>
                  </a:lnTo>
                  <a:lnTo>
                    <a:pt x="13250" y="9244"/>
                  </a:lnTo>
                  <a:lnTo>
                    <a:pt x="14500" y="10489"/>
                  </a:lnTo>
                  <a:lnTo>
                    <a:pt x="14500" y="12661"/>
                  </a:lnTo>
                  <a:lnTo>
                    <a:pt x="14500" y="12661"/>
                  </a:lnTo>
                  <a:lnTo>
                    <a:pt x="14530" y="12680"/>
                  </a:lnTo>
                  <a:lnTo>
                    <a:pt x="14558" y="12701"/>
                  </a:lnTo>
                  <a:lnTo>
                    <a:pt x="14586" y="12723"/>
                  </a:lnTo>
                  <a:lnTo>
                    <a:pt x="14612" y="12747"/>
                  </a:lnTo>
                  <a:lnTo>
                    <a:pt x="14636" y="12773"/>
                  </a:lnTo>
                  <a:lnTo>
                    <a:pt x="14658" y="12800"/>
                  </a:lnTo>
                  <a:lnTo>
                    <a:pt x="14679" y="12828"/>
                  </a:lnTo>
                  <a:lnTo>
                    <a:pt x="14698" y="12858"/>
                  </a:lnTo>
                  <a:lnTo>
                    <a:pt x="14715" y="12889"/>
                  </a:lnTo>
                  <a:lnTo>
                    <a:pt x="14729" y="12920"/>
                  </a:lnTo>
                  <a:lnTo>
                    <a:pt x="14743" y="12954"/>
                  </a:lnTo>
                  <a:lnTo>
                    <a:pt x="14754" y="12989"/>
                  </a:lnTo>
                  <a:lnTo>
                    <a:pt x="14762" y="13024"/>
                  </a:lnTo>
                  <a:lnTo>
                    <a:pt x="14768" y="13060"/>
                  </a:lnTo>
                  <a:lnTo>
                    <a:pt x="14770" y="13079"/>
                  </a:lnTo>
                  <a:lnTo>
                    <a:pt x="14772" y="13097"/>
                  </a:lnTo>
                  <a:lnTo>
                    <a:pt x="14772" y="13116"/>
                  </a:lnTo>
                  <a:lnTo>
                    <a:pt x="14773" y="13134"/>
                  </a:lnTo>
                  <a:lnTo>
                    <a:pt x="14773" y="13134"/>
                  </a:lnTo>
                  <a:lnTo>
                    <a:pt x="14772" y="13163"/>
                  </a:lnTo>
                  <a:lnTo>
                    <a:pt x="14770" y="13190"/>
                  </a:lnTo>
                  <a:lnTo>
                    <a:pt x="14767" y="13217"/>
                  </a:lnTo>
                  <a:lnTo>
                    <a:pt x="14762" y="13245"/>
                  </a:lnTo>
                  <a:lnTo>
                    <a:pt x="14756" y="13271"/>
                  </a:lnTo>
                  <a:lnTo>
                    <a:pt x="14748" y="13297"/>
                  </a:lnTo>
                  <a:lnTo>
                    <a:pt x="14740" y="13322"/>
                  </a:lnTo>
                  <a:lnTo>
                    <a:pt x="14730" y="13347"/>
                  </a:lnTo>
                  <a:lnTo>
                    <a:pt x="14719" y="13371"/>
                  </a:lnTo>
                  <a:lnTo>
                    <a:pt x="14707" y="13395"/>
                  </a:lnTo>
                  <a:lnTo>
                    <a:pt x="14694" y="13418"/>
                  </a:lnTo>
                  <a:lnTo>
                    <a:pt x="14680" y="13440"/>
                  </a:lnTo>
                  <a:lnTo>
                    <a:pt x="14664" y="13461"/>
                  </a:lnTo>
                  <a:lnTo>
                    <a:pt x="14649" y="13482"/>
                  </a:lnTo>
                  <a:lnTo>
                    <a:pt x="14631" y="13502"/>
                  </a:lnTo>
                  <a:lnTo>
                    <a:pt x="14613" y="13520"/>
                  </a:lnTo>
                  <a:lnTo>
                    <a:pt x="14594" y="13538"/>
                  </a:lnTo>
                  <a:lnTo>
                    <a:pt x="14574" y="13556"/>
                  </a:lnTo>
                  <a:lnTo>
                    <a:pt x="14554" y="13572"/>
                  </a:lnTo>
                  <a:lnTo>
                    <a:pt x="14532" y="13588"/>
                  </a:lnTo>
                  <a:lnTo>
                    <a:pt x="14510" y="13601"/>
                  </a:lnTo>
                  <a:lnTo>
                    <a:pt x="14487" y="13615"/>
                  </a:lnTo>
                  <a:lnTo>
                    <a:pt x="14464" y="13626"/>
                  </a:lnTo>
                  <a:lnTo>
                    <a:pt x="14440" y="13638"/>
                  </a:lnTo>
                  <a:lnTo>
                    <a:pt x="14415" y="13647"/>
                  </a:lnTo>
                  <a:lnTo>
                    <a:pt x="14390" y="13656"/>
                  </a:lnTo>
                  <a:lnTo>
                    <a:pt x="14363" y="13663"/>
                  </a:lnTo>
                  <a:lnTo>
                    <a:pt x="14337" y="13669"/>
                  </a:lnTo>
                  <a:lnTo>
                    <a:pt x="14310" y="13675"/>
                  </a:lnTo>
                  <a:lnTo>
                    <a:pt x="14283" y="13678"/>
                  </a:lnTo>
                  <a:lnTo>
                    <a:pt x="14255" y="13680"/>
                  </a:lnTo>
                  <a:lnTo>
                    <a:pt x="14227" y="13681"/>
                  </a:lnTo>
                  <a:lnTo>
                    <a:pt x="14227" y="13681"/>
                  </a:lnTo>
                  <a:lnTo>
                    <a:pt x="14199" y="13680"/>
                  </a:lnTo>
                  <a:lnTo>
                    <a:pt x="14171" y="13678"/>
                  </a:lnTo>
                  <a:lnTo>
                    <a:pt x="14144" y="13675"/>
                  </a:lnTo>
                  <a:lnTo>
                    <a:pt x="14117" y="13669"/>
                  </a:lnTo>
                  <a:lnTo>
                    <a:pt x="14091" y="13663"/>
                  </a:lnTo>
                  <a:lnTo>
                    <a:pt x="14064" y="13656"/>
                  </a:lnTo>
                  <a:lnTo>
                    <a:pt x="14039" y="13647"/>
                  </a:lnTo>
                  <a:lnTo>
                    <a:pt x="14015" y="13638"/>
                  </a:lnTo>
                  <a:lnTo>
                    <a:pt x="13990" y="13626"/>
                  </a:lnTo>
                  <a:lnTo>
                    <a:pt x="13967" y="13615"/>
                  </a:lnTo>
                  <a:lnTo>
                    <a:pt x="13944" y="13601"/>
                  </a:lnTo>
                  <a:lnTo>
                    <a:pt x="13922" y="13588"/>
                  </a:lnTo>
                  <a:lnTo>
                    <a:pt x="13901" y="13572"/>
                  </a:lnTo>
                  <a:lnTo>
                    <a:pt x="13880" y="13556"/>
                  </a:lnTo>
                  <a:lnTo>
                    <a:pt x="13860" y="13538"/>
                  </a:lnTo>
                  <a:lnTo>
                    <a:pt x="13841" y="13520"/>
                  </a:lnTo>
                  <a:lnTo>
                    <a:pt x="13823" y="13502"/>
                  </a:lnTo>
                  <a:lnTo>
                    <a:pt x="13805" y="13482"/>
                  </a:lnTo>
                  <a:lnTo>
                    <a:pt x="13790" y="13461"/>
                  </a:lnTo>
                  <a:lnTo>
                    <a:pt x="13774" y="13440"/>
                  </a:lnTo>
                  <a:lnTo>
                    <a:pt x="13760" y="13418"/>
                  </a:lnTo>
                  <a:lnTo>
                    <a:pt x="13747" y="13395"/>
                  </a:lnTo>
                  <a:lnTo>
                    <a:pt x="13735" y="13371"/>
                  </a:lnTo>
                  <a:lnTo>
                    <a:pt x="13723" y="13347"/>
                  </a:lnTo>
                  <a:lnTo>
                    <a:pt x="13714" y="13322"/>
                  </a:lnTo>
                  <a:lnTo>
                    <a:pt x="13706" y="13297"/>
                  </a:lnTo>
                  <a:lnTo>
                    <a:pt x="13698" y="13271"/>
                  </a:lnTo>
                  <a:lnTo>
                    <a:pt x="13692" y="13245"/>
                  </a:lnTo>
                  <a:lnTo>
                    <a:pt x="13688" y="13217"/>
                  </a:lnTo>
                  <a:lnTo>
                    <a:pt x="13684" y="13190"/>
                  </a:lnTo>
                  <a:lnTo>
                    <a:pt x="13681" y="13163"/>
                  </a:lnTo>
                  <a:lnTo>
                    <a:pt x="13681" y="13134"/>
                  </a:lnTo>
                  <a:lnTo>
                    <a:pt x="13681" y="13134"/>
                  </a:lnTo>
                  <a:lnTo>
                    <a:pt x="13681" y="13116"/>
                  </a:lnTo>
                  <a:lnTo>
                    <a:pt x="13683" y="13097"/>
                  </a:lnTo>
                  <a:lnTo>
                    <a:pt x="13684" y="13078"/>
                  </a:lnTo>
                  <a:lnTo>
                    <a:pt x="13686" y="13060"/>
                  </a:lnTo>
                  <a:lnTo>
                    <a:pt x="13692" y="13023"/>
                  </a:lnTo>
                  <a:lnTo>
                    <a:pt x="13700" y="12989"/>
                  </a:lnTo>
                  <a:lnTo>
                    <a:pt x="13712" y="12954"/>
                  </a:lnTo>
                  <a:lnTo>
                    <a:pt x="13724" y="12920"/>
                  </a:lnTo>
                  <a:lnTo>
                    <a:pt x="13740" y="12888"/>
                  </a:lnTo>
                  <a:lnTo>
                    <a:pt x="13757" y="12856"/>
                  </a:lnTo>
                  <a:lnTo>
                    <a:pt x="13776" y="12827"/>
                  </a:lnTo>
                  <a:lnTo>
                    <a:pt x="13797" y="12799"/>
                  </a:lnTo>
                  <a:lnTo>
                    <a:pt x="13819" y="12771"/>
                  </a:lnTo>
                  <a:lnTo>
                    <a:pt x="13843" y="12746"/>
                  </a:lnTo>
                  <a:lnTo>
                    <a:pt x="13869" y="12722"/>
                  </a:lnTo>
                  <a:lnTo>
                    <a:pt x="13897" y="12700"/>
                  </a:lnTo>
                  <a:lnTo>
                    <a:pt x="13926" y="12679"/>
                  </a:lnTo>
                  <a:lnTo>
                    <a:pt x="13955" y="12660"/>
                  </a:lnTo>
                  <a:lnTo>
                    <a:pt x="13955" y="10714"/>
                  </a:lnTo>
                  <a:lnTo>
                    <a:pt x="13025" y="9787"/>
                  </a:lnTo>
                  <a:lnTo>
                    <a:pt x="12774" y="9787"/>
                  </a:lnTo>
                  <a:lnTo>
                    <a:pt x="12774" y="11867"/>
                  </a:lnTo>
                  <a:lnTo>
                    <a:pt x="12774" y="11867"/>
                  </a:lnTo>
                  <a:lnTo>
                    <a:pt x="12774" y="11900"/>
                  </a:lnTo>
                  <a:lnTo>
                    <a:pt x="12772" y="11932"/>
                  </a:lnTo>
                  <a:lnTo>
                    <a:pt x="12770" y="11964"/>
                  </a:lnTo>
                  <a:lnTo>
                    <a:pt x="12768" y="11996"/>
                  </a:lnTo>
                  <a:lnTo>
                    <a:pt x="12764" y="12028"/>
                  </a:lnTo>
                  <a:lnTo>
                    <a:pt x="12759" y="12059"/>
                  </a:lnTo>
                  <a:lnTo>
                    <a:pt x="12754" y="12091"/>
                  </a:lnTo>
                  <a:lnTo>
                    <a:pt x="12748" y="12122"/>
                  </a:lnTo>
                  <a:lnTo>
                    <a:pt x="12742" y="12153"/>
                  </a:lnTo>
                  <a:lnTo>
                    <a:pt x="12734" y="12183"/>
                  </a:lnTo>
                  <a:lnTo>
                    <a:pt x="12726" y="12213"/>
                  </a:lnTo>
                  <a:lnTo>
                    <a:pt x="12717" y="12244"/>
                  </a:lnTo>
                  <a:lnTo>
                    <a:pt x="12707" y="12273"/>
                  </a:lnTo>
                  <a:lnTo>
                    <a:pt x="12698" y="12303"/>
                  </a:lnTo>
                  <a:lnTo>
                    <a:pt x="12686" y="12331"/>
                  </a:lnTo>
                  <a:lnTo>
                    <a:pt x="12674" y="12360"/>
                  </a:lnTo>
                  <a:lnTo>
                    <a:pt x="12662" y="12389"/>
                  </a:lnTo>
                  <a:lnTo>
                    <a:pt x="12649" y="12416"/>
                  </a:lnTo>
                  <a:lnTo>
                    <a:pt x="12636" y="12443"/>
                  </a:lnTo>
                  <a:lnTo>
                    <a:pt x="12621" y="12470"/>
                  </a:lnTo>
                  <a:lnTo>
                    <a:pt x="12606" y="12498"/>
                  </a:lnTo>
                  <a:lnTo>
                    <a:pt x="12591" y="12524"/>
                  </a:lnTo>
                  <a:lnTo>
                    <a:pt x="12574" y="12550"/>
                  </a:lnTo>
                  <a:lnTo>
                    <a:pt x="12557" y="12575"/>
                  </a:lnTo>
                  <a:lnTo>
                    <a:pt x="12540" y="12601"/>
                  </a:lnTo>
                  <a:lnTo>
                    <a:pt x="12522" y="12625"/>
                  </a:lnTo>
                  <a:lnTo>
                    <a:pt x="12504" y="12649"/>
                  </a:lnTo>
                  <a:lnTo>
                    <a:pt x="12485" y="12673"/>
                  </a:lnTo>
                  <a:lnTo>
                    <a:pt x="12465" y="12696"/>
                  </a:lnTo>
                  <a:lnTo>
                    <a:pt x="12445" y="12719"/>
                  </a:lnTo>
                  <a:lnTo>
                    <a:pt x="12424" y="12741"/>
                  </a:lnTo>
                  <a:lnTo>
                    <a:pt x="12403" y="12763"/>
                  </a:lnTo>
                  <a:lnTo>
                    <a:pt x="12381" y="12784"/>
                  </a:lnTo>
                  <a:lnTo>
                    <a:pt x="12359" y="12805"/>
                  </a:lnTo>
                  <a:lnTo>
                    <a:pt x="12336" y="12825"/>
                  </a:lnTo>
                  <a:lnTo>
                    <a:pt x="12313" y="12845"/>
                  </a:lnTo>
                  <a:lnTo>
                    <a:pt x="12288" y="12864"/>
                  </a:lnTo>
                  <a:lnTo>
                    <a:pt x="12264" y="12883"/>
                  </a:lnTo>
                  <a:lnTo>
                    <a:pt x="12240" y="12901"/>
                  </a:lnTo>
                  <a:lnTo>
                    <a:pt x="12215" y="12917"/>
                  </a:lnTo>
                  <a:lnTo>
                    <a:pt x="12190" y="12934"/>
                  </a:lnTo>
                  <a:lnTo>
                    <a:pt x="12164" y="12951"/>
                  </a:lnTo>
                  <a:lnTo>
                    <a:pt x="12137" y="12967"/>
                  </a:lnTo>
                  <a:lnTo>
                    <a:pt x="12110" y="12981"/>
                  </a:lnTo>
                  <a:lnTo>
                    <a:pt x="12083" y="12996"/>
                  </a:lnTo>
                  <a:lnTo>
                    <a:pt x="12056" y="13010"/>
                  </a:lnTo>
                  <a:lnTo>
                    <a:pt x="12028" y="13022"/>
                  </a:lnTo>
                  <a:lnTo>
                    <a:pt x="12000" y="13035"/>
                  </a:lnTo>
                  <a:lnTo>
                    <a:pt x="11971" y="13046"/>
                  </a:lnTo>
                  <a:lnTo>
                    <a:pt x="11942" y="13058"/>
                  </a:lnTo>
                  <a:lnTo>
                    <a:pt x="11913" y="13067"/>
                  </a:lnTo>
                  <a:lnTo>
                    <a:pt x="11884" y="13078"/>
                  </a:lnTo>
                  <a:lnTo>
                    <a:pt x="11853" y="13086"/>
                  </a:lnTo>
                  <a:lnTo>
                    <a:pt x="11823" y="13095"/>
                  </a:lnTo>
                  <a:lnTo>
                    <a:pt x="11792" y="13102"/>
                  </a:lnTo>
                  <a:lnTo>
                    <a:pt x="11762" y="13108"/>
                  </a:lnTo>
                  <a:lnTo>
                    <a:pt x="11730" y="13114"/>
                  </a:lnTo>
                  <a:lnTo>
                    <a:pt x="11699" y="13120"/>
                  </a:lnTo>
                  <a:lnTo>
                    <a:pt x="11667" y="13124"/>
                  </a:lnTo>
                  <a:lnTo>
                    <a:pt x="11636" y="13128"/>
                  </a:lnTo>
                  <a:lnTo>
                    <a:pt x="11604" y="13130"/>
                  </a:lnTo>
                  <a:lnTo>
                    <a:pt x="11572" y="13132"/>
                  </a:lnTo>
                  <a:lnTo>
                    <a:pt x="11540" y="13134"/>
                  </a:lnTo>
                  <a:lnTo>
                    <a:pt x="11507" y="13134"/>
                  </a:lnTo>
                  <a:lnTo>
                    <a:pt x="11321" y="13134"/>
                  </a:lnTo>
                  <a:lnTo>
                    <a:pt x="9427" y="13134"/>
                  </a:lnTo>
                  <a:lnTo>
                    <a:pt x="9427" y="13566"/>
                  </a:lnTo>
                  <a:lnTo>
                    <a:pt x="10354" y="14492"/>
                  </a:lnTo>
                  <a:lnTo>
                    <a:pt x="12304" y="14492"/>
                  </a:lnTo>
                  <a:lnTo>
                    <a:pt x="12304" y="14492"/>
                  </a:lnTo>
                  <a:lnTo>
                    <a:pt x="12323" y="14463"/>
                  </a:lnTo>
                  <a:lnTo>
                    <a:pt x="12343" y="14435"/>
                  </a:lnTo>
                  <a:lnTo>
                    <a:pt x="12366" y="14409"/>
                  </a:lnTo>
                  <a:lnTo>
                    <a:pt x="12389" y="14384"/>
                  </a:lnTo>
                  <a:lnTo>
                    <a:pt x="12415" y="14361"/>
                  </a:lnTo>
                  <a:lnTo>
                    <a:pt x="12442" y="14339"/>
                  </a:lnTo>
                  <a:lnTo>
                    <a:pt x="12470" y="14318"/>
                  </a:lnTo>
                  <a:lnTo>
                    <a:pt x="12499" y="14300"/>
                  </a:lnTo>
                  <a:lnTo>
                    <a:pt x="12531" y="14283"/>
                  </a:lnTo>
                  <a:lnTo>
                    <a:pt x="12562" y="14268"/>
                  </a:lnTo>
                  <a:lnTo>
                    <a:pt x="12596" y="14256"/>
                  </a:lnTo>
                  <a:lnTo>
                    <a:pt x="12629" y="14245"/>
                  </a:lnTo>
                  <a:lnTo>
                    <a:pt x="12665" y="14238"/>
                  </a:lnTo>
                  <a:lnTo>
                    <a:pt x="12701" y="14232"/>
                  </a:lnTo>
                  <a:lnTo>
                    <a:pt x="12737" y="14227"/>
                  </a:lnTo>
                  <a:lnTo>
                    <a:pt x="12774" y="14226"/>
                  </a:lnTo>
                  <a:lnTo>
                    <a:pt x="12774" y="14226"/>
                  </a:lnTo>
                  <a:lnTo>
                    <a:pt x="12802" y="14227"/>
                  </a:lnTo>
                  <a:lnTo>
                    <a:pt x="12830" y="14229"/>
                  </a:lnTo>
                  <a:lnTo>
                    <a:pt x="12857" y="14233"/>
                  </a:lnTo>
                  <a:lnTo>
                    <a:pt x="12884" y="14238"/>
                  </a:lnTo>
                  <a:lnTo>
                    <a:pt x="12910" y="14243"/>
                  </a:lnTo>
                  <a:lnTo>
                    <a:pt x="12937" y="14250"/>
                  </a:lnTo>
                  <a:lnTo>
                    <a:pt x="12962" y="14259"/>
                  </a:lnTo>
                  <a:lnTo>
                    <a:pt x="12987" y="14269"/>
                  </a:lnTo>
                  <a:lnTo>
                    <a:pt x="13011" y="14280"/>
                  </a:lnTo>
                  <a:lnTo>
                    <a:pt x="13034" y="14291"/>
                  </a:lnTo>
                  <a:lnTo>
                    <a:pt x="13057" y="14305"/>
                  </a:lnTo>
                  <a:lnTo>
                    <a:pt x="13079" y="14319"/>
                  </a:lnTo>
                  <a:lnTo>
                    <a:pt x="13101" y="14334"/>
                  </a:lnTo>
                  <a:lnTo>
                    <a:pt x="13121" y="14350"/>
                  </a:lnTo>
                  <a:lnTo>
                    <a:pt x="13141" y="14367"/>
                  </a:lnTo>
                  <a:lnTo>
                    <a:pt x="13160" y="14385"/>
                  </a:lnTo>
                  <a:lnTo>
                    <a:pt x="13178" y="14404"/>
                  </a:lnTo>
                  <a:lnTo>
                    <a:pt x="13196" y="14424"/>
                  </a:lnTo>
                  <a:lnTo>
                    <a:pt x="13212" y="14443"/>
                  </a:lnTo>
                  <a:lnTo>
                    <a:pt x="13227" y="14465"/>
                  </a:lnTo>
                  <a:lnTo>
                    <a:pt x="13241" y="14488"/>
                  </a:lnTo>
                  <a:lnTo>
                    <a:pt x="13255" y="14510"/>
                  </a:lnTo>
                  <a:lnTo>
                    <a:pt x="13266" y="14533"/>
                  </a:lnTo>
                  <a:lnTo>
                    <a:pt x="13278" y="14557"/>
                  </a:lnTo>
                  <a:lnTo>
                    <a:pt x="13287" y="14582"/>
                  </a:lnTo>
                  <a:lnTo>
                    <a:pt x="13295" y="14607"/>
                  </a:lnTo>
                  <a:lnTo>
                    <a:pt x="13303" y="14632"/>
                  </a:lnTo>
                  <a:lnTo>
                    <a:pt x="13309" y="14658"/>
                  </a:lnTo>
                  <a:lnTo>
                    <a:pt x="13314" y="14686"/>
                  </a:lnTo>
                  <a:lnTo>
                    <a:pt x="13317" y="14712"/>
                  </a:lnTo>
                  <a:lnTo>
                    <a:pt x="13320" y="14740"/>
                  </a:lnTo>
                  <a:lnTo>
                    <a:pt x="13321" y="14768"/>
                  </a:lnTo>
                  <a:lnTo>
                    <a:pt x="13321" y="14768"/>
                  </a:lnTo>
                  <a:lnTo>
                    <a:pt x="13320" y="14796"/>
                  </a:lnTo>
                  <a:lnTo>
                    <a:pt x="13317" y="14823"/>
                  </a:lnTo>
                  <a:lnTo>
                    <a:pt x="13314" y="14850"/>
                  </a:lnTo>
                  <a:lnTo>
                    <a:pt x="13309" y="14877"/>
                  </a:lnTo>
                  <a:lnTo>
                    <a:pt x="13303" y="14903"/>
                  </a:lnTo>
                  <a:lnTo>
                    <a:pt x="13295" y="14929"/>
                  </a:lnTo>
                  <a:lnTo>
                    <a:pt x="13287" y="14954"/>
                  </a:lnTo>
                  <a:lnTo>
                    <a:pt x="13278" y="14978"/>
                  </a:lnTo>
                  <a:lnTo>
                    <a:pt x="13266" y="15003"/>
                  </a:lnTo>
                  <a:lnTo>
                    <a:pt x="13255" y="15026"/>
                  </a:lnTo>
                  <a:lnTo>
                    <a:pt x="13241" y="15049"/>
                  </a:lnTo>
                  <a:lnTo>
                    <a:pt x="13227" y="15071"/>
                  </a:lnTo>
                  <a:lnTo>
                    <a:pt x="13212" y="15092"/>
                  </a:lnTo>
                  <a:lnTo>
                    <a:pt x="13196" y="15112"/>
                  </a:lnTo>
                  <a:lnTo>
                    <a:pt x="13178" y="15132"/>
                  </a:lnTo>
                  <a:lnTo>
                    <a:pt x="13160" y="15150"/>
                  </a:lnTo>
                  <a:lnTo>
                    <a:pt x="13141" y="15168"/>
                  </a:lnTo>
                  <a:lnTo>
                    <a:pt x="13121" y="15185"/>
                  </a:lnTo>
                  <a:lnTo>
                    <a:pt x="13101" y="15202"/>
                  </a:lnTo>
                  <a:lnTo>
                    <a:pt x="13079" y="15216"/>
                  </a:lnTo>
                  <a:lnTo>
                    <a:pt x="13057" y="15230"/>
                  </a:lnTo>
                  <a:lnTo>
                    <a:pt x="13034" y="15244"/>
                  </a:lnTo>
                  <a:lnTo>
                    <a:pt x="13011" y="15255"/>
                  </a:lnTo>
                  <a:lnTo>
                    <a:pt x="12987" y="15267"/>
                  </a:lnTo>
                  <a:lnTo>
                    <a:pt x="12962" y="15276"/>
                  </a:lnTo>
                  <a:lnTo>
                    <a:pt x="12937" y="15285"/>
                  </a:lnTo>
                  <a:lnTo>
                    <a:pt x="12910" y="15292"/>
                  </a:lnTo>
                  <a:lnTo>
                    <a:pt x="12884" y="15298"/>
                  </a:lnTo>
                  <a:lnTo>
                    <a:pt x="12857" y="15303"/>
                  </a:lnTo>
                  <a:lnTo>
                    <a:pt x="12830" y="15306"/>
                  </a:lnTo>
                  <a:lnTo>
                    <a:pt x="12802" y="15308"/>
                  </a:lnTo>
                  <a:lnTo>
                    <a:pt x="12774" y="15309"/>
                  </a:lnTo>
                  <a:lnTo>
                    <a:pt x="12774" y="15309"/>
                  </a:lnTo>
                  <a:lnTo>
                    <a:pt x="12755" y="15309"/>
                  </a:lnTo>
                  <a:lnTo>
                    <a:pt x="12736" y="15308"/>
                  </a:lnTo>
                  <a:lnTo>
                    <a:pt x="12717" y="15306"/>
                  </a:lnTo>
                  <a:lnTo>
                    <a:pt x="12700" y="15304"/>
                  </a:lnTo>
                  <a:lnTo>
                    <a:pt x="12663" y="15297"/>
                  </a:lnTo>
                  <a:lnTo>
                    <a:pt x="12627" y="15289"/>
                  </a:lnTo>
                  <a:lnTo>
                    <a:pt x="12593" y="15278"/>
                  </a:lnTo>
                  <a:lnTo>
                    <a:pt x="12560" y="15266"/>
                  </a:lnTo>
                  <a:lnTo>
                    <a:pt x="12528" y="15250"/>
                  </a:lnTo>
                  <a:lnTo>
                    <a:pt x="12496" y="15233"/>
                  </a:lnTo>
                  <a:lnTo>
                    <a:pt x="12466" y="15214"/>
                  </a:lnTo>
                  <a:lnTo>
                    <a:pt x="12437" y="15193"/>
                  </a:lnTo>
                  <a:lnTo>
                    <a:pt x="12411" y="15171"/>
                  </a:lnTo>
                  <a:lnTo>
                    <a:pt x="12385" y="15147"/>
                  </a:lnTo>
                  <a:lnTo>
                    <a:pt x="12361" y="15122"/>
                  </a:lnTo>
                  <a:lnTo>
                    <a:pt x="12339" y="15095"/>
                  </a:lnTo>
                  <a:lnTo>
                    <a:pt x="12319" y="15065"/>
                  </a:lnTo>
                  <a:lnTo>
                    <a:pt x="12300" y="15036"/>
                  </a:lnTo>
                  <a:lnTo>
                    <a:pt x="10130" y="15036"/>
                  </a:lnTo>
                  <a:lnTo>
                    <a:pt x="8884" y="13790"/>
                  </a:lnTo>
                  <a:lnTo>
                    <a:pt x="8884" y="13134"/>
                  </a:lnTo>
                  <a:lnTo>
                    <a:pt x="7976" y="13134"/>
                  </a:lnTo>
                  <a:lnTo>
                    <a:pt x="7976" y="15110"/>
                  </a:lnTo>
                  <a:lnTo>
                    <a:pt x="7976" y="15110"/>
                  </a:lnTo>
                  <a:lnTo>
                    <a:pt x="8007" y="15127"/>
                  </a:lnTo>
                  <a:lnTo>
                    <a:pt x="8035" y="15148"/>
                  </a:lnTo>
                  <a:lnTo>
                    <a:pt x="8062" y="15170"/>
                  </a:lnTo>
                  <a:lnTo>
                    <a:pt x="8088" y="15194"/>
                  </a:lnTo>
                  <a:lnTo>
                    <a:pt x="8113" y="15220"/>
                  </a:lnTo>
                  <a:lnTo>
                    <a:pt x="8135" y="15247"/>
                  </a:lnTo>
                  <a:lnTo>
                    <a:pt x="8156" y="15275"/>
                  </a:lnTo>
                  <a:lnTo>
                    <a:pt x="8174" y="15305"/>
                  </a:lnTo>
                  <a:lnTo>
                    <a:pt x="8191" y="15336"/>
                  </a:lnTo>
                  <a:lnTo>
                    <a:pt x="8206" y="15369"/>
                  </a:lnTo>
                  <a:lnTo>
                    <a:pt x="8220" y="15402"/>
                  </a:lnTo>
                  <a:lnTo>
                    <a:pt x="8230" y="15436"/>
                  </a:lnTo>
                  <a:lnTo>
                    <a:pt x="8238" y="15471"/>
                  </a:lnTo>
                  <a:lnTo>
                    <a:pt x="8245" y="15507"/>
                  </a:lnTo>
                  <a:lnTo>
                    <a:pt x="8247" y="15526"/>
                  </a:lnTo>
                  <a:lnTo>
                    <a:pt x="8248" y="15545"/>
                  </a:lnTo>
                  <a:lnTo>
                    <a:pt x="8249" y="15563"/>
                  </a:lnTo>
                  <a:lnTo>
                    <a:pt x="8250" y="15582"/>
                  </a:lnTo>
                  <a:lnTo>
                    <a:pt x="8250" y="15582"/>
                  </a:lnTo>
                  <a:lnTo>
                    <a:pt x="8249" y="15610"/>
                  </a:lnTo>
                  <a:lnTo>
                    <a:pt x="8247" y="15638"/>
                  </a:lnTo>
                  <a:lnTo>
                    <a:pt x="8244" y="15665"/>
                  </a:lnTo>
                  <a:lnTo>
                    <a:pt x="8238" y="15692"/>
                  </a:lnTo>
                  <a:lnTo>
                    <a:pt x="8232" y="15718"/>
                  </a:lnTo>
                  <a:lnTo>
                    <a:pt x="8225" y="15744"/>
                  </a:lnTo>
                  <a:lnTo>
                    <a:pt x="8216" y="15769"/>
                  </a:lnTo>
                  <a:lnTo>
                    <a:pt x="8207" y="15794"/>
                  </a:lnTo>
                  <a:lnTo>
                    <a:pt x="8195" y="15819"/>
                  </a:lnTo>
                  <a:lnTo>
                    <a:pt x="8184" y="15843"/>
                  </a:lnTo>
                  <a:lnTo>
                    <a:pt x="8170" y="15865"/>
                  </a:lnTo>
                  <a:lnTo>
                    <a:pt x="8157" y="15887"/>
                  </a:lnTo>
                  <a:lnTo>
                    <a:pt x="8141" y="15909"/>
                  </a:lnTo>
                  <a:lnTo>
                    <a:pt x="8125" y="15930"/>
                  </a:lnTo>
                  <a:lnTo>
                    <a:pt x="8107" y="15949"/>
                  </a:lnTo>
                  <a:lnTo>
                    <a:pt x="8090" y="15968"/>
                  </a:lnTo>
                  <a:lnTo>
                    <a:pt x="8071" y="15986"/>
                  </a:lnTo>
                  <a:lnTo>
                    <a:pt x="8051" y="16003"/>
                  </a:lnTo>
                  <a:lnTo>
                    <a:pt x="8030" y="16020"/>
                  </a:lnTo>
                  <a:lnTo>
                    <a:pt x="8009" y="16035"/>
                  </a:lnTo>
                  <a:lnTo>
                    <a:pt x="7987" y="16049"/>
                  </a:lnTo>
                  <a:lnTo>
                    <a:pt x="7964" y="16062"/>
                  </a:lnTo>
                  <a:lnTo>
                    <a:pt x="7941" y="16075"/>
                  </a:lnTo>
                  <a:lnTo>
                    <a:pt x="7916" y="16085"/>
                  </a:lnTo>
                  <a:lnTo>
                    <a:pt x="7891" y="16094"/>
                  </a:lnTo>
                  <a:lnTo>
                    <a:pt x="7866" y="16104"/>
                  </a:lnTo>
                  <a:lnTo>
                    <a:pt x="7840" y="16111"/>
                  </a:lnTo>
                  <a:lnTo>
                    <a:pt x="7814" y="16116"/>
                  </a:lnTo>
                  <a:lnTo>
                    <a:pt x="7786" y="16122"/>
                  </a:lnTo>
                  <a:lnTo>
                    <a:pt x="7759" y="16125"/>
                  </a:lnTo>
                  <a:lnTo>
                    <a:pt x="7732" y="16127"/>
                  </a:lnTo>
                  <a:lnTo>
                    <a:pt x="7704" y="16128"/>
                  </a:lnTo>
                  <a:lnTo>
                    <a:pt x="7704" y="16128"/>
                  </a:lnTo>
                  <a:lnTo>
                    <a:pt x="7675" y="16127"/>
                  </a:lnTo>
                  <a:lnTo>
                    <a:pt x="7648" y="16125"/>
                  </a:lnTo>
                  <a:lnTo>
                    <a:pt x="7621" y="16122"/>
                  </a:lnTo>
                  <a:lnTo>
                    <a:pt x="7593" y="16116"/>
                  </a:lnTo>
                  <a:lnTo>
                    <a:pt x="7567" y="16111"/>
                  </a:lnTo>
                  <a:lnTo>
                    <a:pt x="7541" y="16104"/>
                  </a:lnTo>
                  <a:lnTo>
                    <a:pt x="7516" y="16094"/>
                  </a:lnTo>
                  <a:lnTo>
                    <a:pt x="7491" y="16085"/>
                  </a:lnTo>
                  <a:lnTo>
                    <a:pt x="7466" y="16075"/>
                  </a:lnTo>
                  <a:lnTo>
                    <a:pt x="7443" y="16062"/>
                  </a:lnTo>
                  <a:lnTo>
                    <a:pt x="7420" y="16049"/>
                  </a:lnTo>
                  <a:lnTo>
                    <a:pt x="7398" y="16035"/>
                  </a:lnTo>
                  <a:lnTo>
                    <a:pt x="7377" y="16020"/>
                  </a:lnTo>
                  <a:lnTo>
                    <a:pt x="7356" y="16003"/>
                  </a:lnTo>
                  <a:lnTo>
                    <a:pt x="7336" y="15986"/>
                  </a:lnTo>
                  <a:lnTo>
                    <a:pt x="7317" y="15968"/>
                  </a:lnTo>
                  <a:lnTo>
                    <a:pt x="7300" y="15949"/>
                  </a:lnTo>
                  <a:lnTo>
                    <a:pt x="7282" y="15930"/>
                  </a:lnTo>
                  <a:lnTo>
                    <a:pt x="7266" y="15909"/>
                  </a:lnTo>
                  <a:lnTo>
                    <a:pt x="7250" y="15887"/>
                  </a:lnTo>
                  <a:lnTo>
                    <a:pt x="7237" y="15865"/>
                  </a:lnTo>
                  <a:lnTo>
                    <a:pt x="7223" y="15843"/>
                  </a:lnTo>
                  <a:lnTo>
                    <a:pt x="7212" y="15819"/>
                  </a:lnTo>
                  <a:lnTo>
                    <a:pt x="7200" y="15794"/>
                  </a:lnTo>
                  <a:lnTo>
                    <a:pt x="7191" y="15769"/>
                  </a:lnTo>
                  <a:lnTo>
                    <a:pt x="7182" y="15744"/>
                  </a:lnTo>
                  <a:lnTo>
                    <a:pt x="7175" y="15718"/>
                  </a:lnTo>
                  <a:lnTo>
                    <a:pt x="7169" y="15692"/>
                  </a:lnTo>
                  <a:lnTo>
                    <a:pt x="7163" y="15665"/>
                  </a:lnTo>
                  <a:lnTo>
                    <a:pt x="7160" y="15638"/>
                  </a:lnTo>
                  <a:lnTo>
                    <a:pt x="7158" y="15610"/>
                  </a:lnTo>
                  <a:lnTo>
                    <a:pt x="7157" y="15582"/>
                  </a:lnTo>
                  <a:lnTo>
                    <a:pt x="7157" y="15582"/>
                  </a:lnTo>
                  <a:lnTo>
                    <a:pt x="7158" y="15563"/>
                  </a:lnTo>
                  <a:lnTo>
                    <a:pt x="7159" y="15545"/>
                  </a:lnTo>
                  <a:lnTo>
                    <a:pt x="7160" y="15526"/>
                  </a:lnTo>
                  <a:lnTo>
                    <a:pt x="7162" y="15507"/>
                  </a:lnTo>
                  <a:lnTo>
                    <a:pt x="7169" y="15471"/>
                  </a:lnTo>
                  <a:lnTo>
                    <a:pt x="7177" y="15436"/>
                  </a:lnTo>
                  <a:lnTo>
                    <a:pt x="7187" y="15402"/>
                  </a:lnTo>
                  <a:lnTo>
                    <a:pt x="7201" y="15369"/>
                  </a:lnTo>
                  <a:lnTo>
                    <a:pt x="7216" y="15336"/>
                  </a:lnTo>
                  <a:lnTo>
                    <a:pt x="7233" y="15305"/>
                  </a:lnTo>
                  <a:lnTo>
                    <a:pt x="7251" y="15275"/>
                  </a:lnTo>
                  <a:lnTo>
                    <a:pt x="7272" y="15247"/>
                  </a:lnTo>
                  <a:lnTo>
                    <a:pt x="7294" y="15220"/>
                  </a:lnTo>
                  <a:lnTo>
                    <a:pt x="7319" y="15194"/>
                  </a:lnTo>
                  <a:lnTo>
                    <a:pt x="7345" y="15170"/>
                  </a:lnTo>
                  <a:lnTo>
                    <a:pt x="7372" y="15148"/>
                  </a:lnTo>
                  <a:lnTo>
                    <a:pt x="7400" y="15127"/>
                  </a:lnTo>
                  <a:lnTo>
                    <a:pt x="7431" y="15110"/>
                  </a:lnTo>
                  <a:lnTo>
                    <a:pt x="7431" y="13134"/>
                  </a:lnTo>
                  <a:lnTo>
                    <a:pt x="6523" y="13134"/>
                  </a:lnTo>
                  <a:lnTo>
                    <a:pt x="6523" y="13790"/>
                  </a:lnTo>
                  <a:lnTo>
                    <a:pt x="5279" y="15036"/>
                  </a:lnTo>
                  <a:lnTo>
                    <a:pt x="3107" y="15036"/>
                  </a:lnTo>
                  <a:lnTo>
                    <a:pt x="3107" y="15036"/>
                  </a:lnTo>
                  <a:lnTo>
                    <a:pt x="3088" y="15065"/>
                  </a:lnTo>
                  <a:lnTo>
                    <a:pt x="3068" y="15095"/>
                  </a:lnTo>
                  <a:lnTo>
                    <a:pt x="3046" y="15122"/>
                  </a:lnTo>
                  <a:lnTo>
                    <a:pt x="3022" y="15147"/>
                  </a:lnTo>
                  <a:lnTo>
                    <a:pt x="2996" y="15171"/>
                  </a:lnTo>
                  <a:lnTo>
                    <a:pt x="2970" y="15193"/>
                  </a:lnTo>
                  <a:lnTo>
                    <a:pt x="2940" y="15214"/>
                  </a:lnTo>
                  <a:lnTo>
                    <a:pt x="2911" y="15233"/>
                  </a:lnTo>
                  <a:lnTo>
                    <a:pt x="2879" y="15250"/>
                  </a:lnTo>
                  <a:lnTo>
                    <a:pt x="2847" y="15266"/>
                  </a:lnTo>
                  <a:lnTo>
                    <a:pt x="2814" y="15278"/>
                  </a:lnTo>
                  <a:lnTo>
                    <a:pt x="2780" y="15289"/>
                  </a:lnTo>
                  <a:lnTo>
                    <a:pt x="2744" y="15297"/>
                  </a:lnTo>
                  <a:lnTo>
                    <a:pt x="2707" y="15304"/>
                  </a:lnTo>
                  <a:lnTo>
                    <a:pt x="2690" y="15306"/>
                  </a:lnTo>
                  <a:lnTo>
                    <a:pt x="2671" y="15308"/>
                  </a:lnTo>
                  <a:lnTo>
                    <a:pt x="2652" y="15309"/>
                  </a:lnTo>
                  <a:lnTo>
                    <a:pt x="2633" y="15309"/>
                  </a:lnTo>
                  <a:lnTo>
                    <a:pt x="2633" y="15309"/>
                  </a:lnTo>
                  <a:lnTo>
                    <a:pt x="2605" y="15308"/>
                  </a:lnTo>
                  <a:lnTo>
                    <a:pt x="2577" y="15306"/>
                  </a:lnTo>
                  <a:lnTo>
                    <a:pt x="2550" y="15303"/>
                  </a:lnTo>
                  <a:lnTo>
                    <a:pt x="2523" y="15298"/>
                  </a:lnTo>
                  <a:lnTo>
                    <a:pt x="2497" y="15292"/>
                  </a:lnTo>
                  <a:lnTo>
                    <a:pt x="2470" y="15285"/>
                  </a:lnTo>
                  <a:lnTo>
                    <a:pt x="2445" y="15276"/>
                  </a:lnTo>
                  <a:lnTo>
                    <a:pt x="2420" y="15267"/>
                  </a:lnTo>
                  <a:lnTo>
                    <a:pt x="2396" y="15255"/>
                  </a:lnTo>
                  <a:lnTo>
                    <a:pt x="2373" y="15244"/>
                  </a:lnTo>
                  <a:lnTo>
                    <a:pt x="2350" y="15230"/>
                  </a:lnTo>
                  <a:lnTo>
                    <a:pt x="2328" y="15216"/>
                  </a:lnTo>
                  <a:lnTo>
                    <a:pt x="2306" y="15202"/>
                  </a:lnTo>
                  <a:lnTo>
                    <a:pt x="2286" y="15185"/>
                  </a:lnTo>
                  <a:lnTo>
                    <a:pt x="2266" y="15168"/>
                  </a:lnTo>
                  <a:lnTo>
                    <a:pt x="2247" y="15150"/>
                  </a:lnTo>
                  <a:lnTo>
                    <a:pt x="2229" y="15132"/>
                  </a:lnTo>
                  <a:lnTo>
                    <a:pt x="2211" y="15112"/>
                  </a:lnTo>
                  <a:lnTo>
                    <a:pt x="2195" y="15092"/>
                  </a:lnTo>
                  <a:lnTo>
                    <a:pt x="2180" y="15071"/>
                  </a:lnTo>
                  <a:lnTo>
                    <a:pt x="2166" y="15049"/>
                  </a:lnTo>
                  <a:lnTo>
                    <a:pt x="2152" y="15026"/>
                  </a:lnTo>
                  <a:lnTo>
                    <a:pt x="2141" y="15003"/>
                  </a:lnTo>
                  <a:lnTo>
                    <a:pt x="2129" y="14978"/>
                  </a:lnTo>
                  <a:lnTo>
                    <a:pt x="2120" y="14954"/>
                  </a:lnTo>
                  <a:lnTo>
                    <a:pt x="2112" y="14929"/>
                  </a:lnTo>
                  <a:lnTo>
                    <a:pt x="2104" y="14903"/>
                  </a:lnTo>
                  <a:lnTo>
                    <a:pt x="2098" y="14877"/>
                  </a:lnTo>
                  <a:lnTo>
                    <a:pt x="2093" y="14850"/>
                  </a:lnTo>
                  <a:lnTo>
                    <a:pt x="2090" y="14823"/>
                  </a:lnTo>
                  <a:lnTo>
                    <a:pt x="2087" y="14796"/>
                  </a:lnTo>
                  <a:lnTo>
                    <a:pt x="2086" y="14768"/>
                  </a:lnTo>
                  <a:lnTo>
                    <a:pt x="2086" y="14768"/>
                  </a:lnTo>
                  <a:lnTo>
                    <a:pt x="2087" y="14740"/>
                  </a:lnTo>
                  <a:lnTo>
                    <a:pt x="2090" y="14712"/>
                  </a:lnTo>
                  <a:lnTo>
                    <a:pt x="2093" y="14686"/>
                  </a:lnTo>
                  <a:lnTo>
                    <a:pt x="2098" y="14658"/>
                  </a:lnTo>
                  <a:lnTo>
                    <a:pt x="2104" y="14632"/>
                  </a:lnTo>
                  <a:lnTo>
                    <a:pt x="2112" y="14607"/>
                  </a:lnTo>
                  <a:lnTo>
                    <a:pt x="2120" y="14582"/>
                  </a:lnTo>
                  <a:lnTo>
                    <a:pt x="2129" y="14557"/>
                  </a:lnTo>
                  <a:lnTo>
                    <a:pt x="2141" y="14533"/>
                  </a:lnTo>
                  <a:lnTo>
                    <a:pt x="2152" y="14510"/>
                  </a:lnTo>
                  <a:lnTo>
                    <a:pt x="2166" y="14488"/>
                  </a:lnTo>
                  <a:lnTo>
                    <a:pt x="2180" y="14465"/>
                  </a:lnTo>
                  <a:lnTo>
                    <a:pt x="2195" y="14443"/>
                  </a:lnTo>
                  <a:lnTo>
                    <a:pt x="2211" y="14424"/>
                  </a:lnTo>
                  <a:lnTo>
                    <a:pt x="2229" y="14404"/>
                  </a:lnTo>
                  <a:lnTo>
                    <a:pt x="2247" y="14385"/>
                  </a:lnTo>
                  <a:lnTo>
                    <a:pt x="2266" y="14367"/>
                  </a:lnTo>
                  <a:lnTo>
                    <a:pt x="2286" y="14350"/>
                  </a:lnTo>
                  <a:lnTo>
                    <a:pt x="2306" y="14334"/>
                  </a:lnTo>
                  <a:lnTo>
                    <a:pt x="2328" y="14319"/>
                  </a:lnTo>
                  <a:lnTo>
                    <a:pt x="2350" y="14305"/>
                  </a:lnTo>
                  <a:lnTo>
                    <a:pt x="2373" y="14291"/>
                  </a:lnTo>
                  <a:lnTo>
                    <a:pt x="2396" y="14280"/>
                  </a:lnTo>
                  <a:lnTo>
                    <a:pt x="2420" y="14269"/>
                  </a:lnTo>
                  <a:lnTo>
                    <a:pt x="2445" y="14259"/>
                  </a:lnTo>
                  <a:lnTo>
                    <a:pt x="2470" y="14250"/>
                  </a:lnTo>
                  <a:lnTo>
                    <a:pt x="2497" y="14243"/>
                  </a:lnTo>
                  <a:lnTo>
                    <a:pt x="2523" y="14238"/>
                  </a:lnTo>
                  <a:lnTo>
                    <a:pt x="2550" y="14233"/>
                  </a:lnTo>
                  <a:lnTo>
                    <a:pt x="2577" y="14229"/>
                  </a:lnTo>
                  <a:lnTo>
                    <a:pt x="2605" y="14227"/>
                  </a:lnTo>
                  <a:lnTo>
                    <a:pt x="2633" y="14226"/>
                  </a:lnTo>
                  <a:lnTo>
                    <a:pt x="2633" y="14226"/>
                  </a:lnTo>
                  <a:lnTo>
                    <a:pt x="2670" y="14227"/>
                  </a:lnTo>
                  <a:lnTo>
                    <a:pt x="2706" y="14232"/>
                  </a:lnTo>
                  <a:lnTo>
                    <a:pt x="2742" y="14238"/>
                  </a:lnTo>
                  <a:lnTo>
                    <a:pt x="2778" y="14245"/>
                  </a:lnTo>
                  <a:lnTo>
                    <a:pt x="2811" y="14256"/>
                  </a:lnTo>
                  <a:lnTo>
                    <a:pt x="2845" y="14268"/>
                  </a:lnTo>
                  <a:lnTo>
                    <a:pt x="2876" y="14283"/>
                  </a:lnTo>
                  <a:lnTo>
                    <a:pt x="2908" y="14300"/>
                  </a:lnTo>
                  <a:lnTo>
                    <a:pt x="2937" y="14318"/>
                  </a:lnTo>
                  <a:lnTo>
                    <a:pt x="2965" y="14339"/>
                  </a:lnTo>
                  <a:lnTo>
                    <a:pt x="2992" y="14361"/>
                  </a:lnTo>
                  <a:lnTo>
                    <a:pt x="3018" y="14384"/>
                  </a:lnTo>
                  <a:lnTo>
                    <a:pt x="3041" y="14409"/>
                  </a:lnTo>
                  <a:lnTo>
                    <a:pt x="3064" y="14435"/>
                  </a:lnTo>
                  <a:lnTo>
                    <a:pt x="3084" y="14463"/>
                  </a:lnTo>
                  <a:lnTo>
                    <a:pt x="3103" y="14492"/>
                  </a:lnTo>
                  <a:lnTo>
                    <a:pt x="5054" y="14492"/>
                  </a:lnTo>
                  <a:lnTo>
                    <a:pt x="5980" y="13566"/>
                  </a:lnTo>
                  <a:lnTo>
                    <a:pt x="5980" y="13134"/>
                  </a:lnTo>
                  <a:lnTo>
                    <a:pt x="4144" y="13134"/>
                  </a:lnTo>
                  <a:lnTo>
                    <a:pt x="4144" y="12413"/>
                  </a:lnTo>
                  <a:lnTo>
                    <a:pt x="7452" y="12413"/>
                  </a:lnTo>
                  <a:lnTo>
                    <a:pt x="7452" y="12412"/>
                  </a:lnTo>
                  <a:lnTo>
                    <a:pt x="11507" y="12412"/>
                  </a:lnTo>
                  <a:lnTo>
                    <a:pt x="11507" y="12412"/>
                  </a:lnTo>
                  <a:lnTo>
                    <a:pt x="11534" y="12411"/>
                  </a:lnTo>
                  <a:lnTo>
                    <a:pt x="11563" y="12409"/>
                  </a:lnTo>
                  <a:lnTo>
                    <a:pt x="11590" y="12405"/>
                  </a:lnTo>
                  <a:lnTo>
                    <a:pt x="11616" y="12400"/>
                  </a:lnTo>
                  <a:lnTo>
                    <a:pt x="11642" y="12394"/>
                  </a:lnTo>
                  <a:lnTo>
                    <a:pt x="11669" y="12387"/>
                  </a:lnTo>
                  <a:lnTo>
                    <a:pt x="11694" y="12378"/>
                  </a:lnTo>
                  <a:lnTo>
                    <a:pt x="11718" y="12369"/>
                  </a:lnTo>
                  <a:lnTo>
                    <a:pt x="11742" y="12358"/>
                  </a:lnTo>
                  <a:lnTo>
                    <a:pt x="11766" y="12346"/>
                  </a:lnTo>
                  <a:lnTo>
                    <a:pt x="11788" y="12333"/>
                  </a:lnTo>
                  <a:lnTo>
                    <a:pt x="11810" y="12318"/>
                  </a:lnTo>
                  <a:lnTo>
                    <a:pt x="11832" y="12304"/>
                  </a:lnTo>
                  <a:lnTo>
                    <a:pt x="11852" y="12287"/>
                  </a:lnTo>
                  <a:lnTo>
                    <a:pt x="11872" y="12270"/>
                  </a:lnTo>
                  <a:lnTo>
                    <a:pt x="11891" y="12252"/>
                  </a:lnTo>
                  <a:lnTo>
                    <a:pt x="11909" y="12233"/>
                  </a:lnTo>
                  <a:lnTo>
                    <a:pt x="11927" y="12213"/>
                  </a:lnTo>
                  <a:lnTo>
                    <a:pt x="11942" y="12194"/>
                  </a:lnTo>
                  <a:lnTo>
                    <a:pt x="11957" y="12172"/>
                  </a:lnTo>
                  <a:lnTo>
                    <a:pt x="11972" y="12149"/>
                  </a:lnTo>
                  <a:lnTo>
                    <a:pt x="11984" y="12127"/>
                  </a:lnTo>
                  <a:lnTo>
                    <a:pt x="11997" y="12103"/>
                  </a:lnTo>
                  <a:lnTo>
                    <a:pt x="12007" y="12079"/>
                  </a:lnTo>
                  <a:lnTo>
                    <a:pt x="12017" y="12055"/>
                  </a:lnTo>
                  <a:lnTo>
                    <a:pt x="12026" y="12030"/>
                  </a:lnTo>
                  <a:lnTo>
                    <a:pt x="12034" y="12004"/>
                  </a:lnTo>
                  <a:lnTo>
                    <a:pt x="12039" y="11977"/>
                  </a:lnTo>
                  <a:lnTo>
                    <a:pt x="12044" y="11950"/>
                  </a:lnTo>
                  <a:lnTo>
                    <a:pt x="12047" y="11923"/>
                  </a:lnTo>
                  <a:lnTo>
                    <a:pt x="12049" y="11896"/>
                  </a:lnTo>
                  <a:lnTo>
                    <a:pt x="12050" y="11867"/>
                  </a:lnTo>
                  <a:lnTo>
                    <a:pt x="12050" y="3718"/>
                  </a:lnTo>
                  <a:lnTo>
                    <a:pt x="12050" y="3717"/>
                  </a:lnTo>
                  <a:lnTo>
                    <a:pt x="3901" y="3717"/>
                  </a:lnTo>
                  <a:lnTo>
                    <a:pt x="3901" y="3717"/>
                  </a:lnTo>
                  <a:lnTo>
                    <a:pt x="3874" y="3718"/>
                  </a:lnTo>
                  <a:lnTo>
                    <a:pt x="3845" y="3720"/>
                  </a:lnTo>
                  <a:lnTo>
                    <a:pt x="3818" y="3724"/>
                  </a:lnTo>
                  <a:lnTo>
                    <a:pt x="3792" y="3729"/>
                  </a:lnTo>
                  <a:lnTo>
                    <a:pt x="3766" y="3734"/>
                  </a:lnTo>
                  <a:lnTo>
                    <a:pt x="3740" y="3741"/>
                  </a:lnTo>
                  <a:lnTo>
                    <a:pt x="3714" y="3751"/>
                  </a:lnTo>
                  <a:lnTo>
                    <a:pt x="3689" y="3760"/>
                  </a:lnTo>
                  <a:lnTo>
                    <a:pt x="3666" y="3771"/>
                  </a:lnTo>
                  <a:lnTo>
                    <a:pt x="3642" y="3783"/>
                  </a:lnTo>
                  <a:lnTo>
                    <a:pt x="3619" y="3796"/>
                  </a:lnTo>
                  <a:lnTo>
                    <a:pt x="3597" y="3811"/>
                  </a:lnTo>
                  <a:lnTo>
                    <a:pt x="3576" y="3825"/>
                  </a:lnTo>
                  <a:lnTo>
                    <a:pt x="3556" y="3841"/>
                  </a:lnTo>
                  <a:lnTo>
                    <a:pt x="3536" y="3859"/>
                  </a:lnTo>
                  <a:lnTo>
                    <a:pt x="3517" y="3877"/>
                  </a:lnTo>
                  <a:lnTo>
                    <a:pt x="3499" y="3896"/>
                  </a:lnTo>
                  <a:lnTo>
                    <a:pt x="3481" y="3916"/>
                  </a:lnTo>
                  <a:lnTo>
                    <a:pt x="3466" y="3936"/>
                  </a:lnTo>
                  <a:lnTo>
                    <a:pt x="3450" y="3958"/>
                  </a:lnTo>
                  <a:lnTo>
                    <a:pt x="3436" y="3980"/>
                  </a:lnTo>
                  <a:lnTo>
                    <a:pt x="3424" y="4002"/>
                  </a:lnTo>
                  <a:lnTo>
                    <a:pt x="3411" y="4026"/>
                  </a:lnTo>
                  <a:lnTo>
                    <a:pt x="3401" y="4050"/>
                  </a:lnTo>
                  <a:lnTo>
                    <a:pt x="3390" y="4074"/>
                  </a:lnTo>
                  <a:lnTo>
                    <a:pt x="3382" y="4099"/>
                  </a:lnTo>
                  <a:lnTo>
                    <a:pt x="3374" y="4125"/>
                  </a:lnTo>
                  <a:lnTo>
                    <a:pt x="3369" y="4152"/>
                  </a:lnTo>
                  <a:lnTo>
                    <a:pt x="3364" y="4178"/>
                  </a:lnTo>
                  <a:lnTo>
                    <a:pt x="3361" y="4205"/>
                  </a:lnTo>
                  <a:lnTo>
                    <a:pt x="3359" y="4233"/>
                  </a:lnTo>
                  <a:lnTo>
                    <a:pt x="3358" y="4261"/>
                  </a:lnTo>
                  <a:lnTo>
                    <a:pt x="3358" y="7977"/>
                  </a:lnTo>
                  <a:lnTo>
                    <a:pt x="3355" y="7977"/>
                  </a:lnTo>
                  <a:lnTo>
                    <a:pt x="3355" y="11652"/>
                  </a:lnTo>
                  <a:lnTo>
                    <a:pt x="2633" y="11652"/>
                  </a:lnTo>
                  <a:lnTo>
                    <a:pt x="2633" y="9787"/>
                  </a:lnTo>
                  <a:lnTo>
                    <a:pt x="2382" y="9787"/>
                  </a:lnTo>
                  <a:lnTo>
                    <a:pt x="1452" y="10714"/>
                  </a:lnTo>
                  <a:lnTo>
                    <a:pt x="1452" y="12660"/>
                  </a:lnTo>
                  <a:lnTo>
                    <a:pt x="1452" y="12660"/>
                  </a:lnTo>
                  <a:lnTo>
                    <a:pt x="1481" y="12679"/>
                  </a:lnTo>
                  <a:lnTo>
                    <a:pt x="1510" y="12700"/>
                  </a:lnTo>
                  <a:lnTo>
                    <a:pt x="1538" y="12722"/>
                  </a:lnTo>
                  <a:lnTo>
                    <a:pt x="1564" y="12746"/>
                  </a:lnTo>
                  <a:lnTo>
                    <a:pt x="1588" y="12771"/>
                  </a:lnTo>
                  <a:lnTo>
                    <a:pt x="1610" y="12799"/>
                  </a:lnTo>
                  <a:lnTo>
                    <a:pt x="1631" y="12827"/>
                  </a:lnTo>
                  <a:lnTo>
                    <a:pt x="1650" y="12856"/>
                  </a:lnTo>
                  <a:lnTo>
                    <a:pt x="1667" y="12888"/>
                  </a:lnTo>
                  <a:lnTo>
                    <a:pt x="1683" y="12920"/>
                  </a:lnTo>
                  <a:lnTo>
                    <a:pt x="1695" y="12954"/>
                  </a:lnTo>
                  <a:lnTo>
                    <a:pt x="1707" y="12989"/>
                  </a:lnTo>
                  <a:lnTo>
                    <a:pt x="1715" y="13023"/>
                  </a:lnTo>
                  <a:lnTo>
                    <a:pt x="1721" y="13060"/>
                  </a:lnTo>
                  <a:lnTo>
                    <a:pt x="1723" y="13078"/>
                  </a:lnTo>
                  <a:lnTo>
                    <a:pt x="1724" y="13097"/>
                  </a:lnTo>
                  <a:lnTo>
                    <a:pt x="1726" y="13116"/>
                  </a:lnTo>
                  <a:lnTo>
                    <a:pt x="1726" y="13134"/>
                  </a:lnTo>
                  <a:lnTo>
                    <a:pt x="1726" y="13134"/>
                  </a:lnTo>
                  <a:lnTo>
                    <a:pt x="1726" y="13163"/>
                  </a:lnTo>
                  <a:lnTo>
                    <a:pt x="1723" y="13190"/>
                  </a:lnTo>
                  <a:lnTo>
                    <a:pt x="1719" y="13217"/>
                  </a:lnTo>
                  <a:lnTo>
                    <a:pt x="1715" y="13245"/>
                  </a:lnTo>
                  <a:lnTo>
                    <a:pt x="1709" y="13271"/>
                  </a:lnTo>
                  <a:lnTo>
                    <a:pt x="1701" y="13297"/>
                  </a:lnTo>
                  <a:lnTo>
                    <a:pt x="1693" y="13322"/>
                  </a:lnTo>
                  <a:lnTo>
                    <a:pt x="1684" y="13347"/>
                  </a:lnTo>
                  <a:lnTo>
                    <a:pt x="1672" y="13371"/>
                  </a:lnTo>
                  <a:lnTo>
                    <a:pt x="1660" y="13395"/>
                  </a:lnTo>
                  <a:lnTo>
                    <a:pt x="1647" y="13418"/>
                  </a:lnTo>
                  <a:lnTo>
                    <a:pt x="1633" y="13440"/>
                  </a:lnTo>
                  <a:lnTo>
                    <a:pt x="1617" y="13461"/>
                  </a:lnTo>
                  <a:lnTo>
                    <a:pt x="1602" y="13482"/>
                  </a:lnTo>
                  <a:lnTo>
                    <a:pt x="1584" y="13502"/>
                  </a:lnTo>
                  <a:lnTo>
                    <a:pt x="1566" y="13520"/>
                  </a:lnTo>
                  <a:lnTo>
                    <a:pt x="1547" y="13538"/>
                  </a:lnTo>
                  <a:lnTo>
                    <a:pt x="1527" y="13556"/>
                  </a:lnTo>
                  <a:lnTo>
                    <a:pt x="1506" y="13572"/>
                  </a:lnTo>
                  <a:lnTo>
                    <a:pt x="1485" y="13588"/>
                  </a:lnTo>
                  <a:lnTo>
                    <a:pt x="1463" y="13601"/>
                  </a:lnTo>
                  <a:lnTo>
                    <a:pt x="1440" y="13615"/>
                  </a:lnTo>
                  <a:lnTo>
                    <a:pt x="1417" y="13626"/>
                  </a:lnTo>
                  <a:lnTo>
                    <a:pt x="1392" y="13638"/>
                  </a:lnTo>
                  <a:lnTo>
                    <a:pt x="1368" y="13647"/>
                  </a:lnTo>
                  <a:lnTo>
                    <a:pt x="1343" y="13656"/>
                  </a:lnTo>
                  <a:lnTo>
                    <a:pt x="1316" y="13663"/>
                  </a:lnTo>
                  <a:lnTo>
                    <a:pt x="1290" y="13669"/>
                  </a:lnTo>
                  <a:lnTo>
                    <a:pt x="1263" y="13675"/>
                  </a:lnTo>
                  <a:lnTo>
                    <a:pt x="1236" y="13678"/>
                  </a:lnTo>
                  <a:lnTo>
                    <a:pt x="1208" y="13680"/>
                  </a:lnTo>
                  <a:lnTo>
                    <a:pt x="1180" y="13681"/>
                  </a:lnTo>
                  <a:lnTo>
                    <a:pt x="1180" y="13681"/>
                  </a:lnTo>
                  <a:lnTo>
                    <a:pt x="1152" y="13680"/>
                  </a:lnTo>
                  <a:lnTo>
                    <a:pt x="1124" y="13678"/>
                  </a:lnTo>
                  <a:lnTo>
                    <a:pt x="1097" y="13675"/>
                  </a:lnTo>
                  <a:lnTo>
                    <a:pt x="1070" y="13669"/>
                  </a:lnTo>
                  <a:lnTo>
                    <a:pt x="1044" y="13663"/>
                  </a:lnTo>
                  <a:lnTo>
                    <a:pt x="1017" y="13656"/>
                  </a:lnTo>
                  <a:lnTo>
                    <a:pt x="992" y="13647"/>
                  </a:lnTo>
                  <a:lnTo>
                    <a:pt x="967" y="13638"/>
                  </a:lnTo>
                  <a:lnTo>
                    <a:pt x="943" y="13626"/>
                  </a:lnTo>
                  <a:lnTo>
                    <a:pt x="920" y="13615"/>
                  </a:lnTo>
                  <a:lnTo>
                    <a:pt x="897" y="13601"/>
                  </a:lnTo>
                  <a:lnTo>
                    <a:pt x="875" y="13588"/>
                  </a:lnTo>
                  <a:lnTo>
                    <a:pt x="853" y="13572"/>
                  </a:lnTo>
                  <a:lnTo>
                    <a:pt x="833" y="13556"/>
                  </a:lnTo>
                  <a:lnTo>
                    <a:pt x="813" y="13538"/>
                  </a:lnTo>
                  <a:lnTo>
                    <a:pt x="794" y="13520"/>
                  </a:lnTo>
                  <a:lnTo>
                    <a:pt x="775" y="13502"/>
                  </a:lnTo>
                  <a:lnTo>
                    <a:pt x="758" y="13482"/>
                  </a:lnTo>
                  <a:lnTo>
                    <a:pt x="743" y="13461"/>
                  </a:lnTo>
                  <a:lnTo>
                    <a:pt x="727" y="13440"/>
                  </a:lnTo>
                  <a:lnTo>
                    <a:pt x="713" y="13418"/>
                  </a:lnTo>
                  <a:lnTo>
                    <a:pt x="700" y="13395"/>
                  </a:lnTo>
                  <a:lnTo>
                    <a:pt x="688" y="13371"/>
                  </a:lnTo>
                  <a:lnTo>
                    <a:pt x="677" y="13347"/>
                  </a:lnTo>
                  <a:lnTo>
                    <a:pt x="667" y="13322"/>
                  </a:lnTo>
                  <a:lnTo>
                    <a:pt x="659" y="13297"/>
                  </a:lnTo>
                  <a:lnTo>
                    <a:pt x="651" y="13271"/>
                  </a:lnTo>
                  <a:lnTo>
                    <a:pt x="645" y="13245"/>
                  </a:lnTo>
                  <a:lnTo>
                    <a:pt x="640" y="13217"/>
                  </a:lnTo>
                  <a:lnTo>
                    <a:pt x="637" y="13190"/>
                  </a:lnTo>
                  <a:lnTo>
                    <a:pt x="635" y="13163"/>
                  </a:lnTo>
                  <a:lnTo>
                    <a:pt x="634" y="13134"/>
                  </a:lnTo>
                  <a:lnTo>
                    <a:pt x="634" y="13134"/>
                  </a:lnTo>
                  <a:lnTo>
                    <a:pt x="635" y="13116"/>
                  </a:lnTo>
                  <a:lnTo>
                    <a:pt x="635" y="13097"/>
                  </a:lnTo>
                  <a:lnTo>
                    <a:pt x="637" y="13079"/>
                  </a:lnTo>
                  <a:lnTo>
                    <a:pt x="639" y="13060"/>
                  </a:lnTo>
                  <a:lnTo>
                    <a:pt x="645" y="13024"/>
                  </a:lnTo>
                  <a:lnTo>
                    <a:pt x="653" y="12989"/>
                  </a:lnTo>
                  <a:lnTo>
                    <a:pt x="664" y="12954"/>
                  </a:lnTo>
                  <a:lnTo>
                    <a:pt x="678" y="12920"/>
                  </a:lnTo>
                  <a:lnTo>
                    <a:pt x="692" y="12889"/>
                  </a:lnTo>
                  <a:lnTo>
                    <a:pt x="709" y="12858"/>
                  </a:lnTo>
                  <a:lnTo>
                    <a:pt x="728" y="12828"/>
                  </a:lnTo>
                  <a:lnTo>
                    <a:pt x="749" y="12800"/>
                  </a:lnTo>
                  <a:lnTo>
                    <a:pt x="771" y="12773"/>
                  </a:lnTo>
                  <a:lnTo>
                    <a:pt x="795" y="12747"/>
                  </a:lnTo>
                  <a:lnTo>
                    <a:pt x="821" y="12723"/>
                  </a:lnTo>
                  <a:lnTo>
                    <a:pt x="849" y="12701"/>
                  </a:lnTo>
                  <a:lnTo>
                    <a:pt x="877" y="12680"/>
                  </a:lnTo>
                  <a:lnTo>
                    <a:pt x="907" y="12661"/>
                  </a:lnTo>
                  <a:lnTo>
                    <a:pt x="907" y="10488"/>
                  </a:lnTo>
                  <a:lnTo>
                    <a:pt x="2157" y="9244"/>
                  </a:lnTo>
                  <a:lnTo>
                    <a:pt x="2633" y="9244"/>
                  </a:lnTo>
                  <a:lnTo>
                    <a:pt x="2633" y="8337"/>
                  </a:lnTo>
                  <a:lnTo>
                    <a:pt x="1019" y="8337"/>
                  </a:lnTo>
                  <a:lnTo>
                    <a:pt x="1019" y="8337"/>
                  </a:lnTo>
                  <a:lnTo>
                    <a:pt x="1001" y="8367"/>
                  </a:lnTo>
                  <a:lnTo>
                    <a:pt x="980" y="8395"/>
                  </a:lnTo>
                  <a:lnTo>
                    <a:pt x="958" y="8423"/>
                  </a:lnTo>
                  <a:lnTo>
                    <a:pt x="934" y="8449"/>
                  </a:lnTo>
                  <a:lnTo>
                    <a:pt x="908" y="8473"/>
                  </a:lnTo>
                  <a:lnTo>
                    <a:pt x="881" y="8495"/>
                  </a:lnTo>
                  <a:lnTo>
                    <a:pt x="853" y="8516"/>
                  </a:lnTo>
                  <a:lnTo>
                    <a:pt x="822" y="8535"/>
                  </a:lnTo>
                  <a:lnTo>
                    <a:pt x="792" y="8552"/>
                  </a:lnTo>
                  <a:lnTo>
                    <a:pt x="759" y="8566"/>
                  </a:lnTo>
                  <a:lnTo>
                    <a:pt x="726" y="8580"/>
                  </a:lnTo>
                  <a:lnTo>
                    <a:pt x="692" y="8591"/>
                  </a:lnTo>
                  <a:lnTo>
                    <a:pt x="657" y="8599"/>
                  </a:lnTo>
                  <a:lnTo>
                    <a:pt x="621" y="8605"/>
                  </a:lnTo>
                  <a:lnTo>
                    <a:pt x="602" y="8607"/>
                  </a:lnTo>
                  <a:lnTo>
                    <a:pt x="583" y="8608"/>
                  </a:lnTo>
                  <a:lnTo>
                    <a:pt x="565" y="8609"/>
                  </a:lnTo>
                  <a:lnTo>
                    <a:pt x="547" y="8610"/>
                  </a:lnTo>
                  <a:lnTo>
                    <a:pt x="547" y="8610"/>
                  </a:lnTo>
                  <a:lnTo>
                    <a:pt x="518" y="8609"/>
                  </a:lnTo>
                  <a:lnTo>
                    <a:pt x="490" y="8607"/>
                  </a:lnTo>
                  <a:lnTo>
                    <a:pt x="463" y="8604"/>
                  </a:lnTo>
                  <a:lnTo>
                    <a:pt x="436" y="8599"/>
                  </a:lnTo>
                  <a:lnTo>
                    <a:pt x="409" y="8593"/>
                  </a:lnTo>
                  <a:lnTo>
                    <a:pt x="384" y="8585"/>
                  </a:lnTo>
                  <a:lnTo>
                    <a:pt x="359" y="8577"/>
                  </a:lnTo>
                  <a:lnTo>
                    <a:pt x="334" y="8567"/>
                  </a:lnTo>
                  <a:lnTo>
                    <a:pt x="309" y="8556"/>
                  </a:lnTo>
                  <a:lnTo>
                    <a:pt x="285" y="8544"/>
                  </a:lnTo>
                  <a:lnTo>
                    <a:pt x="263" y="8531"/>
                  </a:lnTo>
                  <a:lnTo>
                    <a:pt x="241" y="8517"/>
                  </a:lnTo>
                  <a:lnTo>
                    <a:pt x="219" y="8501"/>
                  </a:lnTo>
                  <a:lnTo>
                    <a:pt x="198" y="8486"/>
                  </a:lnTo>
                  <a:lnTo>
                    <a:pt x="179" y="8468"/>
                  </a:lnTo>
                  <a:lnTo>
                    <a:pt x="159" y="8450"/>
                  </a:lnTo>
                  <a:lnTo>
                    <a:pt x="142" y="8431"/>
                  </a:lnTo>
                  <a:lnTo>
                    <a:pt x="125" y="8411"/>
                  </a:lnTo>
                  <a:lnTo>
                    <a:pt x="108" y="8390"/>
                  </a:lnTo>
                  <a:lnTo>
                    <a:pt x="93" y="8369"/>
                  </a:lnTo>
                  <a:lnTo>
                    <a:pt x="79" y="8347"/>
                  </a:lnTo>
                  <a:lnTo>
                    <a:pt x="66" y="8324"/>
                  </a:lnTo>
                  <a:lnTo>
                    <a:pt x="53" y="8301"/>
                  </a:lnTo>
                  <a:lnTo>
                    <a:pt x="43" y="8277"/>
                  </a:lnTo>
                  <a:lnTo>
                    <a:pt x="34" y="8252"/>
                  </a:lnTo>
                  <a:lnTo>
                    <a:pt x="24" y="8227"/>
                  </a:lnTo>
                  <a:lnTo>
                    <a:pt x="17" y="8200"/>
                  </a:lnTo>
                  <a:lnTo>
                    <a:pt x="12" y="8174"/>
                  </a:lnTo>
                  <a:lnTo>
                    <a:pt x="6" y="8147"/>
                  </a:lnTo>
                  <a:lnTo>
                    <a:pt x="3" y="8120"/>
                  </a:lnTo>
                  <a:lnTo>
                    <a:pt x="1" y="8092"/>
                  </a:lnTo>
                  <a:lnTo>
                    <a:pt x="0" y="8064"/>
                  </a:lnTo>
                  <a:lnTo>
                    <a:pt x="0" y="8064"/>
                  </a:lnTo>
                  <a:lnTo>
                    <a:pt x="1" y="8036"/>
                  </a:lnTo>
                  <a:lnTo>
                    <a:pt x="3" y="8008"/>
                  </a:lnTo>
                  <a:lnTo>
                    <a:pt x="6" y="7981"/>
                  </a:lnTo>
                  <a:lnTo>
                    <a:pt x="12" y="7954"/>
                  </a:lnTo>
                  <a:lnTo>
                    <a:pt x="17" y="7928"/>
                  </a:lnTo>
                  <a:lnTo>
                    <a:pt x="24" y="7901"/>
                  </a:lnTo>
                  <a:lnTo>
                    <a:pt x="34" y="7876"/>
                  </a:lnTo>
                  <a:lnTo>
                    <a:pt x="43" y="7851"/>
                  </a:lnTo>
                  <a:lnTo>
                    <a:pt x="53" y="7827"/>
                  </a:lnTo>
                  <a:lnTo>
                    <a:pt x="66" y="7804"/>
                  </a:lnTo>
                  <a:lnTo>
                    <a:pt x="79" y="7781"/>
                  </a:lnTo>
                  <a:lnTo>
                    <a:pt x="93" y="7759"/>
                  </a:lnTo>
                  <a:lnTo>
                    <a:pt x="108" y="7738"/>
                  </a:lnTo>
                  <a:lnTo>
                    <a:pt x="125" y="7717"/>
                  </a:lnTo>
                  <a:lnTo>
                    <a:pt x="142" y="7697"/>
                  </a:lnTo>
                  <a:lnTo>
                    <a:pt x="159" y="7678"/>
                  </a:lnTo>
                  <a:lnTo>
                    <a:pt x="179" y="7660"/>
                  </a:lnTo>
                  <a:lnTo>
                    <a:pt x="198" y="7642"/>
                  </a:lnTo>
                  <a:lnTo>
                    <a:pt x="219" y="7627"/>
                  </a:lnTo>
                  <a:lnTo>
                    <a:pt x="241" y="7611"/>
                  </a:lnTo>
                  <a:lnTo>
                    <a:pt x="263" y="7597"/>
                  </a:lnTo>
                  <a:lnTo>
                    <a:pt x="285" y="7584"/>
                  </a:lnTo>
                  <a:lnTo>
                    <a:pt x="309" y="7572"/>
                  </a:lnTo>
                  <a:lnTo>
                    <a:pt x="334" y="7561"/>
                  </a:lnTo>
                  <a:lnTo>
                    <a:pt x="359" y="7551"/>
                  </a:lnTo>
                  <a:lnTo>
                    <a:pt x="384" y="7543"/>
                  </a:lnTo>
                  <a:lnTo>
                    <a:pt x="409" y="7535"/>
                  </a:lnTo>
                  <a:lnTo>
                    <a:pt x="436" y="7529"/>
                  </a:lnTo>
                  <a:lnTo>
                    <a:pt x="463" y="7524"/>
                  </a:lnTo>
                  <a:lnTo>
                    <a:pt x="490" y="7521"/>
                  </a:lnTo>
                  <a:lnTo>
                    <a:pt x="518" y="7519"/>
                  </a:lnTo>
                  <a:lnTo>
                    <a:pt x="547" y="7518"/>
                  </a:lnTo>
                  <a:lnTo>
                    <a:pt x="547" y="7518"/>
                  </a:lnTo>
                  <a:lnTo>
                    <a:pt x="565" y="7519"/>
                  </a:lnTo>
                  <a:lnTo>
                    <a:pt x="583" y="7520"/>
                  </a:lnTo>
                  <a:lnTo>
                    <a:pt x="602" y="7521"/>
                  </a:lnTo>
                  <a:lnTo>
                    <a:pt x="621" y="7523"/>
                  </a:lnTo>
                  <a:lnTo>
                    <a:pt x="657" y="7529"/>
                  </a:lnTo>
                  <a:lnTo>
                    <a:pt x="692" y="7537"/>
                  </a:lnTo>
                  <a:lnTo>
                    <a:pt x="726" y="7548"/>
                  </a:lnTo>
                  <a:lnTo>
                    <a:pt x="759" y="7562"/>
                  </a:lnTo>
                  <a:lnTo>
                    <a:pt x="792" y="7576"/>
                  </a:lnTo>
                  <a:lnTo>
                    <a:pt x="822" y="7593"/>
                  </a:lnTo>
                  <a:lnTo>
                    <a:pt x="853" y="7612"/>
                  </a:lnTo>
                  <a:lnTo>
                    <a:pt x="881" y="7633"/>
                  </a:lnTo>
                  <a:lnTo>
                    <a:pt x="908" y="7655"/>
                  </a:lnTo>
                  <a:lnTo>
                    <a:pt x="934" y="7679"/>
                  </a:lnTo>
                  <a:lnTo>
                    <a:pt x="958" y="7705"/>
                  </a:lnTo>
                  <a:lnTo>
                    <a:pt x="980" y="7733"/>
                  </a:lnTo>
                  <a:lnTo>
                    <a:pt x="1001" y="7761"/>
                  </a:lnTo>
                  <a:lnTo>
                    <a:pt x="1019" y="7791"/>
                  </a:lnTo>
                  <a:lnTo>
                    <a:pt x="2633" y="7791"/>
                  </a:lnTo>
                  <a:lnTo>
                    <a:pt x="2633" y="6884"/>
                  </a:lnTo>
                  <a:lnTo>
                    <a:pt x="2157" y="6884"/>
                  </a:lnTo>
                  <a:lnTo>
                    <a:pt x="907" y="5639"/>
                  </a:lnTo>
                  <a:lnTo>
                    <a:pt x="907" y="3467"/>
                  </a:lnTo>
                  <a:lnTo>
                    <a:pt x="907" y="3467"/>
                  </a:lnTo>
                  <a:lnTo>
                    <a:pt x="877" y="3448"/>
                  </a:lnTo>
                  <a:lnTo>
                    <a:pt x="849" y="3427"/>
                  </a:lnTo>
                  <a:lnTo>
                    <a:pt x="821" y="3405"/>
                  </a:lnTo>
                  <a:lnTo>
                    <a:pt x="795" y="3381"/>
                  </a:lnTo>
                  <a:lnTo>
                    <a:pt x="771" y="3355"/>
                  </a:lnTo>
                  <a:lnTo>
                    <a:pt x="749" y="3328"/>
                  </a:lnTo>
                  <a:lnTo>
                    <a:pt x="728" y="3300"/>
                  </a:lnTo>
                  <a:lnTo>
                    <a:pt x="709" y="3270"/>
                  </a:lnTo>
                  <a:lnTo>
                    <a:pt x="692" y="3239"/>
                  </a:lnTo>
                  <a:lnTo>
                    <a:pt x="678" y="3208"/>
                  </a:lnTo>
                  <a:lnTo>
                    <a:pt x="664" y="3174"/>
                  </a:lnTo>
                  <a:lnTo>
                    <a:pt x="653" y="3139"/>
                  </a:lnTo>
                  <a:lnTo>
                    <a:pt x="645" y="3104"/>
                  </a:lnTo>
                  <a:lnTo>
                    <a:pt x="639" y="3068"/>
                  </a:lnTo>
                  <a:lnTo>
                    <a:pt x="637" y="3049"/>
                  </a:lnTo>
                  <a:lnTo>
                    <a:pt x="635" y="3031"/>
                  </a:lnTo>
                  <a:lnTo>
                    <a:pt x="635" y="3012"/>
                  </a:lnTo>
                  <a:lnTo>
                    <a:pt x="634" y="2994"/>
                  </a:lnTo>
                  <a:lnTo>
                    <a:pt x="634" y="2994"/>
                  </a:lnTo>
                  <a:lnTo>
                    <a:pt x="635" y="2965"/>
                  </a:lnTo>
                  <a:lnTo>
                    <a:pt x="637" y="2938"/>
                  </a:lnTo>
                  <a:lnTo>
                    <a:pt x="640" y="2911"/>
                  </a:lnTo>
                  <a:lnTo>
                    <a:pt x="645" y="2883"/>
                  </a:lnTo>
                  <a:lnTo>
                    <a:pt x="651" y="2857"/>
                  </a:lnTo>
                  <a:lnTo>
                    <a:pt x="659" y="2831"/>
                  </a:lnTo>
                  <a:lnTo>
                    <a:pt x="667" y="2806"/>
                  </a:lnTo>
                  <a:lnTo>
                    <a:pt x="677" y="2781"/>
                  </a:lnTo>
                  <a:lnTo>
                    <a:pt x="688" y="2757"/>
                  </a:lnTo>
                  <a:lnTo>
                    <a:pt x="700" y="2733"/>
                  </a:lnTo>
                  <a:lnTo>
                    <a:pt x="713" y="2710"/>
                  </a:lnTo>
                  <a:lnTo>
                    <a:pt x="727" y="2688"/>
                  </a:lnTo>
                  <a:lnTo>
                    <a:pt x="743" y="2666"/>
                  </a:lnTo>
                  <a:lnTo>
                    <a:pt x="758" y="2646"/>
                  </a:lnTo>
                  <a:lnTo>
                    <a:pt x="775" y="2626"/>
                  </a:lnTo>
                  <a:lnTo>
                    <a:pt x="794" y="2608"/>
                  </a:lnTo>
                  <a:lnTo>
                    <a:pt x="813" y="2590"/>
                  </a:lnTo>
                  <a:lnTo>
                    <a:pt x="833" y="2572"/>
                  </a:lnTo>
                  <a:lnTo>
                    <a:pt x="853" y="2556"/>
                  </a:lnTo>
                  <a:lnTo>
                    <a:pt x="875" y="2540"/>
                  </a:lnTo>
                  <a:lnTo>
                    <a:pt x="897" y="2527"/>
                  </a:lnTo>
                  <a:lnTo>
                    <a:pt x="920" y="2513"/>
                  </a:lnTo>
                  <a:lnTo>
                    <a:pt x="943" y="2502"/>
                  </a:lnTo>
                  <a:lnTo>
                    <a:pt x="967" y="2490"/>
                  </a:lnTo>
                  <a:lnTo>
                    <a:pt x="992" y="2481"/>
                  </a:lnTo>
                  <a:lnTo>
                    <a:pt x="1017" y="2472"/>
                  </a:lnTo>
                  <a:lnTo>
                    <a:pt x="1044" y="2465"/>
                  </a:lnTo>
                  <a:lnTo>
                    <a:pt x="1070" y="2459"/>
                  </a:lnTo>
                  <a:lnTo>
                    <a:pt x="1097" y="2453"/>
                  </a:lnTo>
                  <a:lnTo>
                    <a:pt x="1124" y="2450"/>
                  </a:lnTo>
                  <a:lnTo>
                    <a:pt x="1152" y="2448"/>
                  </a:lnTo>
                  <a:lnTo>
                    <a:pt x="1180" y="2447"/>
                  </a:lnTo>
                  <a:lnTo>
                    <a:pt x="1180" y="2447"/>
                  </a:lnTo>
                  <a:lnTo>
                    <a:pt x="1208" y="2448"/>
                  </a:lnTo>
                  <a:lnTo>
                    <a:pt x="1236" y="2450"/>
                  </a:lnTo>
                  <a:lnTo>
                    <a:pt x="1263" y="2453"/>
                  </a:lnTo>
                  <a:lnTo>
                    <a:pt x="1290" y="2459"/>
                  </a:lnTo>
                  <a:lnTo>
                    <a:pt x="1316" y="2465"/>
                  </a:lnTo>
                  <a:lnTo>
                    <a:pt x="1343" y="2472"/>
                  </a:lnTo>
                  <a:lnTo>
                    <a:pt x="1368" y="2481"/>
                  </a:lnTo>
                  <a:lnTo>
                    <a:pt x="1392" y="2490"/>
                  </a:lnTo>
                  <a:lnTo>
                    <a:pt x="1417" y="2502"/>
                  </a:lnTo>
                  <a:lnTo>
                    <a:pt x="1440" y="2513"/>
                  </a:lnTo>
                  <a:lnTo>
                    <a:pt x="1463" y="2527"/>
                  </a:lnTo>
                  <a:lnTo>
                    <a:pt x="1485" y="2540"/>
                  </a:lnTo>
                  <a:lnTo>
                    <a:pt x="1506" y="2556"/>
                  </a:lnTo>
                  <a:lnTo>
                    <a:pt x="1527" y="2572"/>
                  </a:lnTo>
                  <a:lnTo>
                    <a:pt x="1547" y="2590"/>
                  </a:lnTo>
                  <a:lnTo>
                    <a:pt x="1566" y="2608"/>
                  </a:lnTo>
                  <a:lnTo>
                    <a:pt x="1584" y="2626"/>
                  </a:lnTo>
                  <a:lnTo>
                    <a:pt x="1602" y="2646"/>
                  </a:lnTo>
                  <a:lnTo>
                    <a:pt x="1617" y="2666"/>
                  </a:lnTo>
                  <a:lnTo>
                    <a:pt x="1633" y="2688"/>
                  </a:lnTo>
                  <a:lnTo>
                    <a:pt x="1647" y="2710"/>
                  </a:lnTo>
                  <a:lnTo>
                    <a:pt x="1660" y="2733"/>
                  </a:lnTo>
                  <a:lnTo>
                    <a:pt x="1672" y="2757"/>
                  </a:lnTo>
                  <a:lnTo>
                    <a:pt x="1684" y="2781"/>
                  </a:lnTo>
                  <a:lnTo>
                    <a:pt x="1693" y="2806"/>
                  </a:lnTo>
                  <a:lnTo>
                    <a:pt x="1701" y="2831"/>
                  </a:lnTo>
                  <a:lnTo>
                    <a:pt x="1709" y="2857"/>
                  </a:lnTo>
                  <a:lnTo>
                    <a:pt x="1715" y="2883"/>
                  </a:lnTo>
                  <a:lnTo>
                    <a:pt x="1719" y="2911"/>
                  </a:lnTo>
                  <a:lnTo>
                    <a:pt x="1723" y="2938"/>
                  </a:lnTo>
                  <a:lnTo>
                    <a:pt x="1726" y="2965"/>
                  </a:lnTo>
                  <a:lnTo>
                    <a:pt x="1726" y="2994"/>
                  </a:lnTo>
                  <a:lnTo>
                    <a:pt x="1726" y="2994"/>
                  </a:lnTo>
                  <a:lnTo>
                    <a:pt x="1726" y="3012"/>
                  </a:lnTo>
                  <a:lnTo>
                    <a:pt x="1724" y="3031"/>
                  </a:lnTo>
                  <a:lnTo>
                    <a:pt x="1723" y="3050"/>
                  </a:lnTo>
                  <a:lnTo>
                    <a:pt x="1721" y="3068"/>
                  </a:lnTo>
                  <a:lnTo>
                    <a:pt x="1715" y="3105"/>
                  </a:lnTo>
                  <a:lnTo>
                    <a:pt x="1707" y="3139"/>
                  </a:lnTo>
                  <a:lnTo>
                    <a:pt x="1695" y="3174"/>
                  </a:lnTo>
                  <a:lnTo>
                    <a:pt x="1683" y="3208"/>
                  </a:lnTo>
                  <a:lnTo>
                    <a:pt x="1667" y="3240"/>
                  </a:lnTo>
                  <a:lnTo>
                    <a:pt x="1650" y="3272"/>
                  </a:lnTo>
                  <a:lnTo>
                    <a:pt x="1631" y="3301"/>
                  </a:lnTo>
                  <a:lnTo>
                    <a:pt x="1610" y="3329"/>
                  </a:lnTo>
                  <a:lnTo>
                    <a:pt x="1588" y="3357"/>
                  </a:lnTo>
                  <a:lnTo>
                    <a:pt x="1564" y="3382"/>
                  </a:lnTo>
                  <a:lnTo>
                    <a:pt x="1538" y="3406"/>
                  </a:lnTo>
                  <a:lnTo>
                    <a:pt x="1510" y="3428"/>
                  </a:lnTo>
                  <a:lnTo>
                    <a:pt x="1481" y="3449"/>
                  </a:lnTo>
                  <a:lnTo>
                    <a:pt x="1452" y="3468"/>
                  </a:lnTo>
                  <a:lnTo>
                    <a:pt x="1452" y="5414"/>
                  </a:lnTo>
                  <a:lnTo>
                    <a:pt x="2382" y="6341"/>
                  </a:lnTo>
                  <a:lnTo>
                    <a:pt x="2633" y="6341"/>
                  </a:lnTo>
                  <a:lnTo>
                    <a:pt x="2633" y="5275"/>
                  </a:lnTo>
                  <a:lnTo>
                    <a:pt x="2633" y="4261"/>
                  </a:lnTo>
                  <a:lnTo>
                    <a:pt x="2633" y="4261"/>
                  </a:lnTo>
                  <a:lnTo>
                    <a:pt x="2633" y="4228"/>
                  </a:lnTo>
                  <a:lnTo>
                    <a:pt x="2635" y="4196"/>
                  </a:lnTo>
                  <a:lnTo>
                    <a:pt x="2637" y="4164"/>
                  </a:lnTo>
                  <a:lnTo>
                    <a:pt x="2639" y="4132"/>
                  </a:lnTo>
                  <a:lnTo>
                    <a:pt x="2643" y="4100"/>
                  </a:lnTo>
                  <a:lnTo>
                    <a:pt x="2648" y="4069"/>
                  </a:lnTo>
                  <a:lnTo>
                    <a:pt x="2653" y="4037"/>
                  </a:lnTo>
                  <a:lnTo>
                    <a:pt x="2659" y="4006"/>
                  </a:lnTo>
                  <a:lnTo>
                    <a:pt x="2665" y="3975"/>
                  </a:lnTo>
                  <a:lnTo>
                    <a:pt x="2673" y="3945"/>
                  </a:lnTo>
                  <a:lnTo>
                    <a:pt x="2681" y="3915"/>
                  </a:lnTo>
                  <a:lnTo>
                    <a:pt x="2690" y="3884"/>
                  </a:lnTo>
                  <a:lnTo>
                    <a:pt x="2700" y="3855"/>
                  </a:lnTo>
                  <a:lnTo>
                    <a:pt x="2709" y="3825"/>
                  </a:lnTo>
                  <a:lnTo>
                    <a:pt x="2721" y="3797"/>
                  </a:lnTo>
                  <a:lnTo>
                    <a:pt x="2733" y="3768"/>
                  </a:lnTo>
                  <a:lnTo>
                    <a:pt x="2745" y="3739"/>
                  </a:lnTo>
                  <a:lnTo>
                    <a:pt x="2758" y="3712"/>
                  </a:lnTo>
                  <a:lnTo>
                    <a:pt x="2771" y="3685"/>
                  </a:lnTo>
                  <a:lnTo>
                    <a:pt x="2786" y="3658"/>
                  </a:lnTo>
                  <a:lnTo>
                    <a:pt x="2801" y="3630"/>
                  </a:lnTo>
                  <a:lnTo>
                    <a:pt x="2816" y="3604"/>
                  </a:lnTo>
                  <a:lnTo>
                    <a:pt x="2833" y="3578"/>
                  </a:lnTo>
                  <a:lnTo>
                    <a:pt x="2850" y="3553"/>
                  </a:lnTo>
                  <a:lnTo>
                    <a:pt x="2867" y="3527"/>
                  </a:lnTo>
                  <a:lnTo>
                    <a:pt x="2885" y="3503"/>
                  </a:lnTo>
                  <a:lnTo>
                    <a:pt x="2903" y="3479"/>
                  </a:lnTo>
                  <a:lnTo>
                    <a:pt x="2922" y="3455"/>
                  </a:lnTo>
                  <a:lnTo>
                    <a:pt x="2942" y="3432"/>
                  </a:lnTo>
                  <a:lnTo>
                    <a:pt x="2962" y="3409"/>
                  </a:lnTo>
                  <a:lnTo>
                    <a:pt x="2983" y="3387"/>
                  </a:lnTo>
                  <a:lnTo>
                    <a:pt x="3004" y="3365"/>
                  </a:lnTo>
                  <a:lnTo>
                    <a:pt x="3026" y="3344"/>
                  </a:lnTo>
                  <a:lnTo>
                    <a:pt x="3048" y="3323"/>
                  </a:lnTo>
                  <a:lnTo>
                    <a:pt x="3071" y="3303"/>
                  </a:lnTo>
                  <a:lnTo>
                    <a:pt x="3094" y="3283"/>
                  </a:lnTo>
                  <a:lnTo>
                    <a:pt x="3119" y="3264"/>
                  </a:lnTo>
                  <a:lnTo>
                    <a:pt x="3143" y="3245"/>
                  </a:lnTo>
                  <a:lnTo>
                    <a:pt x="3167" y="3227"/>
                  </a:lnTo>
                  <a:lnTo>
                    <a:pt x="3192" y="3211"/>
                  </a:lnTo>
                  <a:lnTo>
                    <a:pt x="3217" y="3194"/>
                  </a:lnTo>
                  <a:lnTo>
                    <a:pt x="3243" y="3177"/>
                  </a:lnTo>
                  <a:lnTo>
                    <a:pt x="3270" y="3161"/>
                  </a:lnTo>
                  <a:lnTo>
                    <a:pt x="3297" y="3147"/>
                  </a:lnTo>
                  <a:lnTo>
                    <a:pt x="3324" y="3132"/>
                  </a:lnTo>
                  <a:lnTo>
                    <a:pt x="3351" y="3118"/>
                  </a:lnTo>
                  <a:lnTo>
                    <a:pt x="3379" y="3106"/>
                  </a:lnTo>
                  <a:lnTo>
                    <a:pt x="3407" y="3093"/>
                  </a:lnTo>
                  <a:lnTo>
                    <a:pt x="3436" y="3082"/>
                  </a:lnTo>
                  <a:lnTo>
                    <a:pt x="3465" y="3070"/>
                  </a:lnTo>
                  <a:lnTo>
                    <a:pt x="3494" y="3061"/>
                  </a:lnTo>
                  <a:lnTo>
                    <a:pt x="3523" y="3050"/>
                  </a:lnTo>
                  <a:lnTo>
                    <a:pt x="3554" y="3042"/>
                  </a:lnTo>
                  <a:lnTo>
                    <a:pt x="3584" y="3033"/>
                  </a:lnTo>
                  <a:lnTo>
                    <a:pt x="3615" y="3026"/>
                  </a:lnTo>
                  <a:lnTo>
                    <a:pt x="3645" y="3020"/>
                  </a:lnTo>
                  <a:lnTo>
                    <a:pt x="3677" y="3014"/>
                  </a:lnTo>
                  <a:lnTo>
                    <a:pt x="3708" y="3008"/>
                  </a:lnTo>
                  <a:lnTo>
                    <a:pt x="3740" y="3004"/>
                  </a:lnTo>
                  <a:lnTo>
                    <a:pt x="3771" y="3000"/>
                  </a:lnTo>
                  <a:lnTo>
                    <a:pt x="3803" y="2998"/>
                  </a:lnTo>
                  <a:lnTo>
                    <a:pt x="3835" y="2996"/>
                  </a:lnTo>
                  <a:lnTo>
                    <a:pt x="3867" y="2994"/>
                  </a:lnTo>
                  <a:lnTo>
                    <a:pt x="3900" y="2994"/>
                  </a:lnTo>
                  <a:lnTo>
                    <a:pt x="5980" y="2994"/>
                  </a:lnTo>
                  <a:lnTo>
                    <a:pt x="5980" y="2562"/>
                  </a:lnTo>
                  <a:lnTo>
                    <a:pt x="5054" y="1635"/>
                  </a:lnTo>
                  <a:lnTo>
                    <a:pt x="3104" y="1635"/>
                  </a:lnTo>
                  <a:lnTo>
                    <a:pt x="3104" y="1635"/>
                  </a:lnTo>
                  <a:lnTo>
                    <a:pt x="3085" y="1665"/>
                  </a:lnTo>
                  <a:lnTo>
                    <a:pt x="3064" y="1692"/>
                  </a:lnTo>
                  <a:lnTo>
                    <a:pt x="3042" y="1719"/>
                  </a:lnTo>
                  <a:lnTo>
                    <a:pt x="3018" y="1744"/>
                  </a:lnTo>
                  <a:lnTo>
                    <a:pt x="2993" y="1767"/>
                  </a:lnTo>
                  <a:lnTo>
                    <a:pt x="2965" y="1789"/>
                  </a:lnTo>
                  <a:lnTo>
                    <a:pt x="2937" y="1809"/>
                  </a:lnTo>
                  <a:lnTo>
                    <a:pt x="2908" y="1828"/>
                  </a:lnTo>
                  <a:lnTo>
                    <a:pt x="2877" y="1845"/>
                  </a:lnTo>
                  <a:lnTo>
                    <a:pt x="2845" y="1859"/>
                  </a:lnTo>
                  <a:lnTo>
                    <a:pt x="2811" y="1871"/>
                  </a:lnTo>
                  <a:lnTo>
                    <a:pt x="2778" y="1882"/>
                  </a:lnTo>
                  <a:lnTo>
                    <a:pt x="2743" y="1890"/>
                  </a:lnTo>
                  <a:lnTo>
                    <a:pt x="2706" y="1896"/>
                  </a:lnTo>
                  <a:lnTo>
                    <a:pt x="2671" y="1901"/>
                  </a:lnTo>
                  <a:lnTo>
                    <a:pt x="2633" y="1902"/>
                  </a:lnTo>
                  <a:lnTo>
                    <a:pt x="2633" y="1902"/>
                  </a:lnTo>
                  <a:lnTo>
                    <a:pt x="2605" y="1901"/>
                  </a:lnTo>
                  <a:lnTo>
                    <a:pt x="2577" y="1899"/>
                  </a:lnTo>
                  <a:lnTo>
                    <a:pt x="2550" y="1895"/>
                  </a:lnTo>
                  <a:lnTo>
                    <a:pt x="2523" y="1890"/>
                  </a:lnTo>
                  <a:lnTo>
                    <a:pt x="2497" y="1885"/>
                  </a:lnTo>
                  <a:lnTo>
                    <a:pt x="2470" y="1878"/>
                  </a:lnTo>
                  <a:lnTo>
                    <a:pt x="2445" y="1868"/>
                  </a:lnTo>
                  <a:lnTo>
                    <a:pt x="2420" y="1859"/>
                  </a:lnTo>
                  <a:lnTo>
                    <a:pt x="2396" y="1848"/>
                  </a:lnTo>
                  <a:lnTo>
                    <a:pt x="2373" y="1837"/>
                  </a:lnTo>
                  <a:lnTo>
                    <a:pt x="2350" y="1823"/>
                  </a:lnTo>
                  <a:lnTo>
                    <a:pt x="2328" y="1809"/>
                  </a:lnTo>
                  <a:lnTo>
                    <a:pt x="2306" y="1794"/>
                  </a:lnTo>
                  <a:lnTo>
                    <a:pt x="2286" y="1778"/>
                  </a:lnTo>
                  <a:lnTo>
                    <a:pt x="2266" y="1761"/>
                  </a:lnTo>
                  <a:lnTo>
                    <a:pt x="2247" y="1743"/>
                  </a:lnTo>
                  <a:lnTo>
                    <a:pt x="2229" y="1724"/>
                  </a:lnTo>
                  <a:lnTo>
                    <a:pt x="2211" y="1704"/>
                  </a:lnTo>
                  <a:lnTo>
                    <a:pt x="2195" y="1685"/>
                  </a:lnTo>
                  <a:lnTo>
                    <a:pt x="2180" y="1663"/>
                  </a:lnTo>
                  <a:lnTo>
                    <a:pt x="2166" y="1640"/>
                  </a:lnTo>
                  <a:lnTo>
                    <a:pt x="2152" y="1618"/>
                  </a:lnTo>
                  <a:lnTo>
                    <a:pt x="2141" y="1595"/>
                  </a:lnTo>
                  <a:lnTo>
                    <a:pt x="2129" y="1571"/>
                  </a:lnTo>
                  <a:lnTo>
                    <a:pt x="2120" y="1546"/>
                  </a:lnTo>
                  <a:lnTo>
                    <a:pt x="2112" y="1521"/>
                  </a:lnTo>
                  <a:lnTo>
                    <a:pt x="2104" y="1496"/>
                  </a:lnTo>
                  <a:lnTo>
                    <a:pt x="2098" y="1470"/>
                  </a:lnTo>
                  <a:lnTo>
                    <a:pt x="2093" y="1442"/>
                  </a:lnTo>
                  <a:lnTo>
                    <a:pt x="2090" y="1416"/>
                  </a:lnTo>
                  <a:lnTo>
                    <a:pt x="2087" y="1388"/>
                  </a:lnTo>
                  <a:lnTo>
                    <a:pt x="2086" y="1360"/>
                  </a:lnTo>
                  <a:lnTo>
                    <a:pt x="2086" y="1360"/>
                  </a:lnTo>
                  <a:lnTo>
                    <a:pt x="2087" y="1332"/>
                  </a:lnTo>
                  <a:lnTo>
                    <a:pt x="2090" y="1305"/>
                  </a:lnTo>
                  <a:lnTo>
                    <a:pt x="2093" y="1278"/>
                  </a:lnTo>
                  <a:lnTo>
                    <a:pt x="2098" y="1251"/>
                  </a:lnTo>
                  <a:lnTo>
                    <a:pt x="2104" y="1225"/>
                  </a:lnTo>
                  <a:lnTo>
                    <a:pt x="2112" y="1199"/>
                  </a:lnTo>
                  <a:lnTo>
                    <a:pt x="2120" y="1174"/>
                  </a:lnTo>
                  <a:lnTo>
                    <a:pt x="2129" y="1150"/>
                  </a:lnTo>
                  <a:lnTo>
                    <a:pt x="2141" y="1125"/>
                  </a:lnTo>
                  <a:lnTo>
                    <a:pt x="2152" y="1102"/>
                  </a:lnTo>
                  <a:lnTo>
                    <a:pt x="2166" y="1079"/>
                  </a:lnTo>
                  <a:lnTo>
                    <a:pt x="2180" y="1057"/>
                  </a:lnTo>
                  <a:lnTo>
                    <a:pt x="2195" y="1036"/>
                  </a:lnTo>
                  <a:lnTo>
                    <a:pt x="2211" y="1016"/>
                  </a:lnTo>
                  <a:lnTo>
                    <a:pt x="2229" y="996"/>
                  </a:lnTo>
                  <a:lnTo>
                    <a:pt x="2247" y="978"/>
                  </a:lnTo>
                  <a:lnTo>
                    <a:pt x="2266" y="960"/>
                  </a:lnTo>
                  <a:lnTo>
                    <a:pt x="2286" y="943"/>
                  </a:lnTo>
                  <a:lnTo>
                    <a:pt x="2306" y="926"/>
                  </a:lnTo>
                  <a:lnTo>
                    <a:pt x="2328" y="912"/>
                  </a:lnTo>
                  <a:lnTo>
                    <a:pt x="2350" y="898"/>
                  </a:lnTo>
                  <a:lnTo>
                    <a:pt x="2373" y="884"/>
                  </a:lnTo>
                  <a:lnTo>
                    <a:pt x="2396" y="873"/>
                  </a:lnTo>
                  <a:lnTo>
                    <a:pt x="2420" y="861"/>
                  </a:lnTo>
                  <a:lnTo>
                    <a:pt x="2445" y="852"/>
                  </a:lnTo>
                  <a:lnTo>
                    <a:pt x="2470" y="843"/>
                  </a:lnTo>
                  <a:lnTo>
                    <a:pt x="2497" y="836"/>
                  </a:lnTo>
                  <a:lnTo>
                    <a:pt x="2523" y="830"/>
                  </a:lnTo>
                  <a:lnTo>
                    <a:pt x="2550" y="825"/>
                  </a:lnTo>
                  <a:lnTo>
                    <a:pt x="2577" y="822"/>
                  </a:lnTo>
                  <a:lnTo>
                    <a:pt x="2605" y="820"/>
                  </a:lnTo>
                  <a:lnTo>
                    <a:pt x="2633" y="819"/>
                  </a:lnTo>
                  <a:lnTo>
                    <a:pt x="2633" y="819"/>
                  </a:lnTo>
                  <a:lnTo>
                    <a:pt x="2652" y="819"/>
                  </a:lnTo>
                  <a:lnTo>
                    <a:pt x="2671" y="820"/>
                  </a:lnTo>
                  <a:lnTo>
                    <a:pt x="2690" y="822"/>
                  </a:lnTo>
                  <a:lnTo>
                    <a:pt x="2707" y="824"/>
                  </a:lnTo>
                  <a:lnTo>
                    <a:pt x="2744" y="831"/>
                  </a:lnTo>
                  <a:lnTo>
                    <a:pt x="2780" y="839"/>
                  </a:lnTo>
                  <a:lnTo>
                    <a:pt x="2814" y="850"/>
                  </a:lnTo>
                  <a:lnTo>
                    <a:pt x="2847" y="862"/>
                  </a:lnTo>
                  <a:lnTo>
                    <a:pt x="2879" y="878"/>
                  </a:lnTo>
                  <a:lnTo>
                    <a:pt x="2911" y="895"/>
                  </a:lnTo>
                  <a:lnTo>
                    <a:pt x="2940" y="914"/>
                  </a:lnTo>
                  <a:lnTo>
                    <a:pt x="2970" y="935"/>
                  </a:lnTo>
                  <a:lnTo>
                    <a:pt x="2996" y="957"/>
                  </a:lnTo>
                  <a:lnTo>
                    <a:pt x="3022" y="981"/>
                  </a:lnTo>
                  <a:lnTo>
                    <a:pt x="3046" y="1006"/>
                  </a:lnTo>
                  <a:lnTo>
                    <a:pt x="3068" y="1033"/>
                  </a:lnTo>
                  <a:lnTo>
                    <a:pt x="3088" y="1063"/>
                  </a:lnTo>
                  <a:lnTo>
                    <a:pt x="3107" y="1092"/>
                  </a:lnTo>
                  <a:lnTo>
                    <a:pt x="5279" y="1092"/>
                  </a:lnTo>
                  <a:lnTo>
                    <a:pt x="6523" y="2338"/>
                  </a:lnTo>
                  <a:lnTo>
                    <a:pt x="6523" y="2994"/>
                  </a:lnTo>
                  <a:lnTo>
                    <a:pt x="7431" y="2994"/>
                  </a:lnTo>
                  <a:lnTo>
                    <a:pt x="7431" y="1018"/>
                  </a:lnTo>
                  <a:lnTo>
                    <a:pt x="7431" y="1018"/>
                  </a:lnTo>
                  <a:lnTo>
                    <a:pt x="7400" y="1001"/>
                  </a:lnTo>
                  <a:lnTo>
                    <a:pt x="7372" y="980"/>
                  </a:lnTo>
                  <a:lnTo>
                    <a:pt x="7345" y="958"/>
                  </a:lnTo>
                  <a:lnTo>
                    <a:pt x="7319" y="934"/>
                  </a:lnTo>
                  <a:lnTo>
                    <a:pt x="7294" y="908"/>
                  </a:lnTo>
                  <a:lnTo>
                    <a:pt x="7272" y="881"/>
                  </a:lnTo>
                  <a:lnTo>
                    <a:pt x="7251" y="853"/>
                  </a:lnTo>
                  <a:lnTo>
                    <a:pt x="7233" y="823"/>
                  </a:lnTo>
                  <a:lnTo>
                    <a:pt x="7216" y="792"/>
                  </a:lnTo>
                  <a:lnTo>
                    <a:pt x="7201" y="759"/>
                  </a:lnTo>
                  <a:lnTo>
                    <a:pt x="7187" y="726"/>
                  </a:lnTo>
                  <a:lnTo>
                    <a:pt x="7177" y="692"/>
                  </a:lnTo>
                  <a:lnTo>
                    <a:pt x="7169" y="657"/>
                  </a:lnTo>
                  <a:lnTo>
                    <a:pt x="7162" y="621"/>
                  </a:lnTo>
                  <a:lnTo>
                    <a:pt x="7160" y="602"/>
                  </a:lnTo>
                  <a:lnTo>
                    <a:pt x="7159" y="583"/>
                  </a:lnTo>
                  <a:lnTo>
                    <a:pt x="7158" y="565"/>
                  </a:lnTo>
                  <a:lnTo>
                    <a:pt x="7157" y="546"/>
                  </a:lnTo>
                  <a:lnTo>
                    <a:pt x="7157" y="546"/>
                  </a:lnTo>
                  <a:lnTo>
                    <a:pt x="7158" y="518"/>
                  </a:lnTo>
                  <a:lnTo>
                    <a:pt x="7160" y="490"/>
                  </a:lnTo>
                  <a:lnTo>
                    <a:pt x="7163" y="463"/>
                  </a:lnTo>
                  <a:lnTo>
                    <a:pt x="7169" y="436"/>
                  </a:lnTo>
                  <a:lnTo>
                    <a:pt x="7175" y="410"/>
                  </a:lnTo>
                  <a:lnTo>
                    <a:pt x="7182" y="384"/>
                  </a:lnTo>
                  <a:lnTo>
                    <a:pt x="7191" y="359"/>
                  </a:lnTo>
                  <a:lnTo>
                    <a:pt x="7200" y="334"/>
                  </a:lnTo>
                  <a:lnTo>
                    <a:pt x="7212" y="309"/>
                  </a:lnTo>
                  <a:lnTo>
                    <a:pt x="7223" y="285"/>
                  </a:lnTo>
                  <a:lnTo>
                    <a:pt x="7237" y="263"/>
                  </a:lnTo>
                  <a:lnTo>
                    <a:pt x="7250" y="241"/>
                  </a:lnTo>
                  <a:lnTo>
                    <a:pt x="7266" y="219"/>
                  </a:lnTo>
                  <a:lnTo>
                    <a:pt x="7282" y="198"/>
                  </a:lnTo>
                  <a:lnTo>
                    <a:pt x="7300" y="179"/>
                  </a:lnTo>
                  <a:lnTo>
                    <a:pt x="7317" y="160"/>
                  </a:lnTo>
                  <a:lnTo>
                    <a:pt x="7336" y="142"/>
                  </a:lnTo>
                  <a:lnTo>
                    <a:pt x="7356" y="125"/>
                  </a:lnTo>
                  <a:lnTo>
                    <a:pt x="7377" y="108"/>
                  </a:lnTo>
                  <a:lnTo>
                    <a:pt x="7398" y="93"/>
                  </a:lnTo>
                  <a:lnTo>
                    <a:pt x="7420" y="79"/>
                  </a:lnTo>
                  <a:lnTo>
                    <a:pt x="7443" y="66"/>
                  </a:lnTo>
                  <a:lnTo>
                    <a:pt x="7466" y="53"/>
                  </a:lnTo>
                  <a:lnTo>
                    <a:pt x="7491" y="43"/>
                  </a:lnTo>
                  <a:lnTo>
                    <a:pt x="7516" y="34"/>
                  </a:lnTo>
                  <a:lnTo>
                    <a:pt x="7541" y="24"/>
                  </a:lnTo>
                  <a:lnTo>
                    <a:pt x="7567" y="17"/>
                  </a:lnTo>
                  <a:lnTo>
                    <a:pt x="7593" y="12"/>
                  </a:lnTo>
                  <a:lnTo>
                    <a:pt x="7621" y="6"/>
                  </a:lnTo>
                  <a:lnTo>
                    <a:pt x="7648" y="3"/>
                  </a:lnTo>
                  <a:lnTo>
                    <a:pt x="7675" y="1"/>
                  </a:lnTo>
                  <a:lnTo>
                    <a:pt x="7704" y="0"/>
                  </a:lnTo>
                  <a:lnTo>
                    <a:pt x="7704" y="0"/>
                  </a:lnTo>
                  <a:lnTo>
                    <a:pt x="7732" y="1"/>
                  </a:lnTo>
                  <a:lnTo>
                    <a:pt x="7759" y="3"/>
                  </a:lnTo>
                  <a:lnTo>
                    <a:pt x="7786" y="6"/>
                  </a:lnTo>
                  <a:lnTo>
                    <a:pt x="7814" y="12"/>
                  </a:lnTo>
                  <a:lnTo>
                    <a:pt x="7840" y="17"/>
                  </a:lnTo>
                  <a:lnTo>
                    <a:pt x="7866" y="24"/>
                  </a:lnTo>
                  <a:lnTo>
                    <a:pt x="7891" y="34"/>
                  </a:lnTo>
                  <a:lnTo>
                    <a:pt x="7916" y="43"/>
                  </a:lnTo>
                  <a:lnTo>
                    <a:pt x="7941" y="53"/>
                  </a:lnTo>
                  <a:lnTo>
                    <a:pt x="7964" y="66"/>
                  </a:lnTo>
                  <a:lnTo>
                    <a:pt x="7987" y="79"/>
                  </a:lnTo>
                  <a:lnTo>
                    <a:pt x="8009" y="93"/>
                  </a:lnTo>
                  <a:lnTo>
                    <a:pt x="8030" y="108"/>
                  </a:lnTo>
                  <a:lnTo>
                    <a:pt x="8051" y="125"/>
                  </a:lnTo>
                  <a:lnTo>
                    <a:pt x="8071" y="142"/>
                  </a:lnTo>
                  <a:lnTo>
                    <a:pt x="8090" y="160"/>
                  </a:lnTo>
                  <a:lnTo>
                    <a:pt x="8107" y="179"/>
                  </a:lnTo>
                  <a:lnTo>
                    <a:pt x="8125" y="198"/>
                  </a:lnTo>
                  <a:lnTo>
                    <a:pt x="8141" y="219"/>
                  </a:lnTo>
                  <a:lnTo>
                    <a:pt x="8157" y="241"/>
                  </a:lnTo>
                  <a:lnTo>
                    <a:pt x="8170" y="263"/>
                  </a:lnTo>
                  <a:lnTo>
                    <a:pt x="8184" y="285"/>
                  </a:lnTo>
                  <a:lnTo>
                    <a:pt x="8195" y="309"/>
                  </a:lnTo>
                  <a:lnTo>
                    <a:pt x="8207" y="334"/>
                  </a:lnTo>
                  <a:lnTo>
                    <a:pt x="8216" y="359"/>
                  </a:lnTo>
                  <a:lnTo>
                    <a:pt x="8225" y="384"/>
                  </a:lnTo>
                  <a:lnTo>
                    <a:pt x="8232" y="410"/>
                  </a:lnTo>
                  <a:lnTo>
                    <a:pt x="8238" y="436"/>
                  </a:lnTo>
                  <a:lnTo>
                    <a:pt x="8244" y="463"/>
                  </a:lnTo>
                  <a:lnTo>
                    <a:pt x="8247" y="490"/>
                  </a:lnTo>
                  <a:lnTo>
                    <a:pt x="8249" y="518"/>
                  </a:lnTo>
                  <a:lnTo>
                    <a:pt x="8250" y="546"/>
                  </a:lnTo>
                  <a:lnTo>
                    <a:pt x="8250" y="546"/>
                  </a:lnTo>
                  <a:lnTo>
                    <a:pt x="8249" y="565"/>
                  </a:lnTo>
                  <a:lnTo>
                    <a:pt x="8248" y="583"/>
                  </a:lnTo>
                  <a:lnTo>
                    <a:pt x="8247" y="602"/>
                  </a:lnTo>
                  <a:lnTo>
                    <a:pt x="8245" y="621"/>
                  </a:lnTo>
                  <a:lnTo>
                    <a:pt x="8238" y="657"/>
                  </a:lnTo>
                  <a:lnTo>
                    <a:pt x="8230" y="692"/>
                  </a:lnTo>
                  <a:lnTo>
                    <a:pt x="8220" y="726"/>
                  </a:lnTo>
                  <a:lnTo>
                    <a:pt x="8206" y="759"/>
                  </a:lnTo>
                  <a:lnTo>
                    <a:pt x="8191" y="792"/>
                  </a:lnTo>
                  <a:lnTo>
                    <a:pt x="8174" y="823"/>
                  </a:lnTo>
                  <a:lnTo>
                    <a:pt x="8156" y="853"/>
                  </a:lnTo>
                  <a:lnTo>
                    <a:pt x="8135" y="881"/>
                  </a:lnTo>
                  <a:lnTo>
                    <a:pt x="8113" y="908"/>
                  </a:lnTo>
                  <a:lnTo>
                    <a:pt x="8088" y="934"/>
                  </a:lnTo>
                  <a:lnTo>
                    <a:pt x="8062" y="958"/>
                  </a:lnTo>
                  <a:lnTo>
                    <a:pt x="8035" y="980"/>
                  </a:lnTo>
                  <a:lnTo>
                    <a:pt x="8007" y="1001"/>
                  </a:lnTo>
                  <a:lnTo>
                    <a:pt x="7976" y="1018"/>
                  </a:lnTo>
                  <a:lnTo>
                    <a:pt x="7976" y="2994"/>
                  </a:lnTo>
                  <a:lnTo>
                    <a:pt x="8884" y="2994"/>
                  </a:lnTo>
                  <a:lnTo>
                    <a:pt x="8884" y="2338"/>
                  </a:lnTo>
                  <a:lnTo>
                    <a:pt x="10130" y="1092"/>
                  </a:lnTo>
                  <a:lnTo>
                    <a:pt x="12300" y="1092"/>
                  </a:lnTo>
                  <a:lnTo>
                    <a:pt x="12300" y="1092"/>
                  </a:lnTo>
                  <a:lnTo>
                    <a:pt x="12319" y="1063"/>
                  </a:lnTo>
                  <a:lnTo>
                    <a:pt x="12339" y="1033"/>
                  </a:lnTo>
                  <a:lnTo>
                    <a:pt x="12361" y="1006"/>
                  </a:lnTo>
                  <a:lnTo>
                    <a:pt x="12385" y="981"/>
                  </a:lnTo>
                  <a:lnTo>
                    <a:pt x="12411" y="957"/>
                  </a:lnTo>
                  <a:lnTo>
                    <a:pt x="12437" y="935"/>
                  </a:lnTo>
                  <a:lnTo>
                    <a:pt x="12466" y="914"/>
                  </a:lnTo>
                  <a:lnTo>
                    <a:pt x="12496" y="895"/>
                  </a:lnTo>
                  <a:lnTo>
                    <a:pt x="12528" y="878"/>
                  </a:lnTo>
                  <a:lnTo>
                    <a:pt x="12560" y="862"/>
                  </a:lnTo>
                  <a:lnTo>
                    <a:pt x="12593" y="850"/>
                  </a:lnTo>
                  <a:lnTo>
                    <a:pt x="12627" y="839"/>
                  </a:lnTo>
                  <a:lnTo>
                    <a:pt x="12663" y="831"/>
                  </a:lnTo>
                  <a:lnTo>
                    <a:pt x="12700" y="824"/>
                  </a:lnTo>
                  <a:lnTo>
                    <a:pt x="12717" y="822"/>
                  </a:lnTo>
                  <a:lnTo>
                    <a:pt x="12736" y="820"/>
                  </a:lnTo>
                  <a:lnTo>
                    <a:pt x="12755" y="819"/>
                  </a:lnTo>
                  <a:lnTo>
                    <a:pt x="12774" y="819"/>
                  </a:lnTo>
                  <a:lnTo>
                    <a:pt x="12774" y="819"/>
                  </a:lnTo>
                  <a:lnTo>
                    <a:pt x="12802" y="820"/>
                  </a:lnTo>
                  <a:lnTo>
                    <a:pt x="12830" y="822"/>
                  </a:lnTo>
                  <a:lnTo>
                    <a:pt x="12857" y="825"/>
                  </a:lnTo>
                  <a:lnTo>
                    <a:pt x="12884" y="830"/>
                  </a:lnTo>
                  <a:lnTo>
                    <a:pt x="12910" y="836"/>
                  </a:lnTo>
                  <a:lnTo>
                    <a:pt x="12937" y="843"/>
                  </a:lnTo>
                  <a:lnTo>
                    <a:pt x="12962" y="852"/>
                  </a:lnTo>
                  <a:lnTo>
                    <a:pt x="12987" y="861"/>
                  </a:lnTo>
                  <a:lnTo>
                    <a:pt x="13011" y="873"/>
                  </a:lnTo>
                  <a:lnTo>
                    <a:pt x="13034" y="884"/>
                  </a:lnTo>
                  <a:lnTo>
                    <a:pt x="13057" y="898"/>
                  </a:lnTo>
                  <a:lnTo>
                    <a:pt x="13079" y="912"/>
                  </a:lnTo>
                  <a:lnTo>
                    <a:pt x="13101" y="926"/>
                  </a:lnTo>
                  <a:lnTo>
                    <a:pt x="13121" y="943"/>
                  </a:lnTo>
                  <a:lnTo>
                    <a:pt x="13141" y="960"/>
                  </a:lnTo>
                  <a:lnTo>
                    <a:pt x="13160" y="978"/>
                  </a:lnTo>
                  <a:lnTo>
                    <a:pt x="13178" y="996"/>
                  </a:lnTo>
                  <a:lnTo>
                    <a:pt x="13196" y="1016"/>
                  </a:lnTo>
                  <a:lnTo>
                    <a:pt x="13212" y="1036"/>
                  </a:lnTo>
                  <a:lnTo>
                    <a:pt x="13227" y="1057"/>
                  </a:lnTo>
                  <a:lnTo>
                    <a:pt x="13241" y="1079"/>
                  </a:lnTo>
                  <a:lnTo>
                    <a:pt x="13255" y="1102"/>
                  </a:lnTo>
                  <a:lnTo>
                    <a:pt x="13266" y="1125"/>
                  </a:lnTo>
                  <a:lnTo>
                    <a:pt x="13278" y="1150"/>
                  </a:lnTo>
                  <a:lnTo>
                    <a:pt x="13287" y="1174"/>
                  </a:lnTo>
                  <a:lnTo>
                    <a:pt x="13295" y="1199"/>
                  </a:lnTo>
                  <a:lnTo>
                    <a:pt x="13303" y="1225"/>
                  </a:lnTo>
                  <a:lnTo>
                    <a:pt x="13309" y="1251"/>
                  </a:lnTo>
                  <a:lnTo>
                    <a:pt x="13314" y="1278"/>
                  </a:lnTo>
                  <a:lnTo>
                    <a:pt x="13317" y="1305"/>
                  </a:lnTo>
                  <a:lnTo>
                    <a:pt x="13320" y="1332"/>
                  </a:lnTo>
                  <a:lnTo>
                    <a:pt x="13321" y="1360"/>
                  </a:lnTo>
                  <a:lnTo>
                    <a:pt x="13321" y="1360"/>
                  </a:lnTo>
                  <a:lnTo>
                    <a:pt x="13320" y="1388"/>
                  </a:lnTo>
                  <a:lnTo>
                    <a:pt x="13317" y="1416"/>
                  </a:lnTo>
                  <a:lnTo>
                    <a:pt x="13314" y="1442"/>
                  </a:lnTo>
                  <a:lnTo>
                    <a:pt x="13309" y="1470"/>
                  </a:lnTo>
                  <a:lnTo>
                    <a:pt x="13303" y="1496"/>
                  </a:lnTo>
                  <a:lnTo>
                    <a:pt x="13295" y="1521"/>
                  </a:lnTo>
                  <a:lnTo>
                    <a:pt x="13287" y="1546"/>
                  </a:lnTo>
                  <a:lnTo>
                    <a:pt x="13278" y="1571"/>
                  </a:lnTo>
                  <a:lnTo>
                    <a:pt x="13266" y="1595"/>
                  </a:lnTo>
                  <a:lnTo>
                    <a:pt x="13255" y="1618"/>
                  </a:lnTo>
                  <a:lnTo>
                    <a:pt x="13241" y="1640"/>
                  </a:lnTo>
                  <a:lnTo>
                    <a:pt x="13227" y="1663"/>
                  </a:lnTo>
                  <a:lnTo>
                    <a:pt x="13212" y="1685"/>
                  </a:lnTo>
                  <a:lnTo>
                    <a:pt x="13196" y="1704"/>
                  </a:lnTo>
                  <a:lnTo>
                    <a:pt x="13178" y="1724"/>
                  </a:lnTo>
                  <a:lnTo>
                    <a:pt x="13160" y="1743"/>
                  </a:lnTo>
                  <a:lnTo>
                    <a:pt x="13141" y="1761"/>
                  </a:lnTo>
                  <a:lnTo>
                    <a:pt x="13121" y="1778"/>
                  </a:lnTo>
                  <a:lnTo>
                    <a:pt x="13101" y="1794"/>
                  </a:lnTo>
                  <a:lnTo>
                    <a:pt x="13079" y="1809"/>
                  </a:lnTo>
                  <a:lnTo>
                    <a:pt x="13057" y="1823"/>
                  </a:lnTo>
                  <a:lnTo>
                    <a:pt x="13034" y="1837"/>
                  </a:lnTo>
                  <a:lnTo>
                    <a:pt x="13011" y="1848"/>
                  </a:lnTo>
                  <a:lnTo>
                    <a:pt x="12987" y="1859"/>
                  </a:lnTo>
                  <a:lnTo>
                    <a:pt x="12962" y="1868"/>
                  </a:lnTo>
                  <a:lnTo>
                    <a:pt x="12937" y="1878"/>
                  </a:lnTo>
                  <a:lnTo>
                    <a:pt x="12910" y="1885"/>
                  </a:lnTo>
                  <a:lnTo>
                    <a:pt x="12884" y="1890"/>
                  </a:lnTo>
                  <a:lnTo>
                    <a:pt x="12857" y="1895"/>
                  </a:lnTo>
                  <a:lnTo>
                    <a:pt x="12830" y="1899"/>
                  </a:lnTo>
                  <a:lnTo>
                    <a:pt x="12802" y="1901"/>
                  </a:lnTo>
                  <a:lnTo>
                    <a:pt x="12774" y="1902"/>
                  </a:lnTo>
                  <a:lnTo>
                    <a:pt x="12774" y="1902"/>
                  </a:lnTo>
                  <a:lnTo>
                    <a:pt x="12736" y="1901"/>
                  </a:lnTo>
                  <a:lnTo>
                    <a:pt x="12701" y="1896"/>
                  </a:lnTo>
                  <a:lnTo>
                    <a:pt x="12664" y="1890"/>
                  </a:lnTo>
                  <a:lnTo>
                    <a:pt x="12629" y="1882"/>
                  </a:lnTo>
                  <a:lnTo>
                    <a:pt x="12596" y="1871"/>
                  </a:lnTo>
                  <a:lnTo>
                    <a:pt x="12562" y="1859"/>
                  </a:lnTo>
                  <a:lnTo>
                    <a:pt x="12530" y="1845"/>
                  </a:lnTo>
                  <a:lnTo>
                    <a:pt x="12499" y="1828"/>
                  </a:lnTo>
                  <a:lnTo>
                    <a:pt x="12470" y="1809"/>
                  </a:lnTo>
                  <a:lnTo>
                    <a:pt x="12442" y="1789"/>
                  </a:lnTo>
                  <a:lnTo>
                    <a:pt x="12414" y="1767"/>
                  </a:lnTo>
                  <a:lnTo>
                    <a:pt x="12389" y="1744"/>
                  </a:lnTo>
                  <a:lnTo>
                    <a:pt x="12365" y="1719"/>
                  </a:lnTo>
                  <a:lnTo>
                    <a:pt x="12343" y="1692"/>
                  </a:lnTo>
                  <a:lnTo>
                    <a:pt x="12322" y="1665"/>
                  </a:lnTo>
                  <a:lnTo>
                    <a:pt x="12303" y="1635"/>
                  </a:lnTo>
                  <a:lnTo>
                    <a:pt x="10354" y="1635"/>
                  </a:lnTo>
                  <a:lnTo>
                    <a:pt x="9427" y="2562"/>
                  </a:lnTo>
                  <a:lnTo>
                    <a:pt x="9427" y="2994"/>
                  </a:lnTo>
                  <a:lnTo>
                    <a:pt x="12051" y="2994"/>
                  </a:lnTo>
                  <a:lnTo>
                    <a:pt x="12774" y="2994"/>
                  </a:lnTo>
                  <a:lnTo>
                    <a:pt x="12774" y="3718"/>
                  </a:lnTo>
                  <a:lnTo>
                    <a:pt x="12774" y="6341"/>
                  </a:lnTo>
                  <a:lnTo>
                    <a:pt x="13025" y="6341"/>
                  </a:lnTo>
                  <a:lnTo>
                    <a:pt x="13955" y="5414"/>
                  </a:lnTo>
                  <a:lnTo>
                    <a:pt x="13955" y="3468"/>
                  </a:lnTo>
                  <a:lnTo>
                    <a:pt x="13955" y="3468"/>
                  </a:lnTo>
                  <a:lnTo>
                    <a:pt x="13926" y="3449"/>
                  </a:lnTo>
                  <a:lnTo>
                    <a:pt x="13897" y="3428"/>
                  </a:lnTo>
                  <a:lnTo>
                    <a:pt x="13869" y="3406"/>
                  </a:lnTo>
                  <a:lnTo>
                    <a:pt x="13843" y="3382"/>
                  </a:lnTo>
                  <a:lnTo>
                    <a:pt x="13819" y="3357"/>
                  </a:lnTo>
                  <a:lnTo>
                    <a:pt x="13797" y="3329"/>
                  </a:lnTo>
                  <a:lnTo>
                    <a:pt x="13776" y="3301"/>
                  </a:lnTo>
                  <a:lnTo>
                    <a:pt x="13757" y="3272"/>
                  </a:lnTo>
                  <a:lnTo>
                    <a:pt x="13740" y="3240"/>
                  </a:lnTo>
                  <a:lnTo>
                    <a:pt x="13724" y="3208"/>
                  </a:lnTo>
                  <a:lnTo>
                    <a:pt x="13712" y="3174"/>
                  </a:lnTo>
                  <a:lnTo>
                    <a:pt x="13700" y="3139"/>
                  </a:lnTo>
                  <a:lnTo>
                    <a:pt x="13692" y="3105"/>
                  </a:lnTo>
                  <a:lnTo>
                    <a:pt x="13686" y="3068"/>
                  </a:lnTo>
                  <a:lnTo>
                    <a:pt x="13684" y="3050"/>
                  </a:lnTo>
                  <a:lnTo>
                    <a:pt x="13683" y="3031"/>
                  </a:lnTo>
                  <a:lnTo>
                    <a:pt x="13681" y="3012"/>
                  </a:lnTo>
                  <a:lnTo>
                    <a:pt x="13681" y="2994"/>
                  </a:lnTo>
                  <a:lnTo>
                    <a:pt x="13681" y="2994"/>
                  </a:lnTo>
                  <a:lnTo>
                    <a:pt x="13681" y="2965"/>
                  </a:lnTo>
                  <a:lnTo>
                    <a:pt x="13684" y="2938"/>
                  </a:lnTo>
                  <a:lnTo>
                    <a:pt x="13688" y="2911"/>
                  </a:lnTo>
                  <a:lnTo>
                    <a:pt x="13692" y="2883"/>
                  </a:lnTo>
                  <a:lnTo>
                    <a:pt x="13698" y="2857"/>
                  </a:lnTo>
                  <a:lnTo>
                    <a:pt x="13706" y="2831"/>
                  </a:lnTo>
                  <a:lnTo>
                    <a:pt x="13714" y="2806"/>
                  </a:lnTo>
                  <a:lnTo>
                    <a:pt x="13723" y="2781"/>
                  </a:lnTo>
                  <a:lnTo>
                    <a:pt x="13735" y="2757"/>
                  </a:lnTo>
                  <a:lnTo>
                    <a:pt x="13747" y="2733"/>
                  </a:lnTo>
                  <a:lnTo>
                    <a:pt x="13760" y="2710"/>
                  </a:lnTo>
                  <a:lnTo>
                    <a:pt x="13774" y="2688"/>
                  </a:lnTo>
                  <a:lnTo>
                    <a:pt x="13790" y="2666"/>
                  </a:lnTo>
                  <a:lnTo>
                    <a:pt x="13805" y="2646"/>
                  </a:lnTo>
                  <a:lnTo>
                    <a:pt x="13823" y="2626"/>
                  </a:lnTo>
                  <a:lnTo>
                    <a:pt x="13841" y="2608"/>
                  </a:lnTo>
                  <a:lnTo>
                    <a:pt x="13860" y="2590"/>
                  </a:lnTo>
                  <a:lnTo>
                    <a:pt x="13880" y="2572"/>
                  </a:lnTo>
                  <a:lnTo>
                    <a:pt x="13901" y="2556"/>
                  </a:lnTo>
                  <a:lnTo>
                    <a:pt x="13922" y="2540"/>
                  </a:lnTo>
                  <a:lnTo>
                    <a:pt x="13944" y="2527"/>
                  </a:lnTo>
                  <a:lnTo>
                    <a:pt x="13967" y="2513"/>
                  </a:lnTo>
                  <a:lnTo>
                    <a:pt x="13990" y="2502"/>
                  </a:lnTo>
                  <a:lnTo>
                    <a:pt x="14015" y="2490"/>
                  </a:lnTo>
                  <a:lnTo>
                    <a:pt x="14039" y="2481"/>
                  </a:lnTo>
                  <a:lnTo>
                    <a:pt x="14064" y="2472"/>
                  </a:lnTo>
                  <a:lnTo>
                    <a:pt x="14091" y="2465"/>
                  </a:lnTo>
                  <a:lnTo>
                    <a:pt x="14117" y="2459"/>
                  </a:lnTo>
                  <a:lnTo>
                    <a:pt x="14144" y="2453"/>
                  </a:lnTo>
                  <a:lnTo>
                    <a:pt x="14171" y="2450"/>
                  </a:lnTo>
                  <a:lnTo>
                    <a:pt x="14199" y="2448"/>
                  </a:lnTo>
                  <a:lnTo>
                    <a:pt x="14227" y="2447"/>
                  </a:lnTo>
                  <a:lnTo>
                    <a:pt x="14227" y="2447"/>
                  </a:lnTo>
                  <a:lnTo>
                    <a:pt x="14255" y="2448"/>
                  </a:lnTo>
                  <a:lnTo>
                    <a:pt x="14283" y="2450"/>
                  </a:lnTo>
                  <a:lnTo>
                    <a:pt x="14310" y="2453"/>
                  </a:lnTo>
                  <a:lnTo>
                    <a:pt x="14337" y="2459"/>
                  </a:lnTo>
                  <a:lnTo>
                    <a:pt x="14363" y="2465"/>
                  </a:lnTo>
                  <a:lnTo>
                    <a:pt x="14390" y="2472"/>
                  </a:lnTo>
                  <a:lnTo>
                    <a:pt x="14415" y="2481"/>
                  </a:lnTo>
                  <a:lnTo>
                    <a:pt x="14440" y="2490"/>
                  </a:lnTo>
                  <a:lnTo>
                    <a:pt x="14464" y="2502"/>
                  </a:lnTo>
                  <a:lnTo>
                    <a:pt x="14487" y="2513"/>
                  </a:lnTo>
                  <a:lnTo>
                    <a:pt x="14510" y="2527"/>
                  </a:lnTo>
                  <a:lnTo>
                    <a:pt x="14532" y="2540"/>
                  </a:lnTo>
                  <a:lnTo>
                    <a:pt x="14554" y="2556"/>
                  </a:lnTo>
                  <a:lnTo>
                    <a:pt x="14574" y="2572"/>
                  </a:lnTo>
                  <a:lnTo>
                    <a:pt x="14594" y="2590"/>
                  </a:lnTo>
                  <a:lnTo>
                    <a:pt x="14613" y="2608"/>
                  </a:lnTo>
                  <a:lnTo>
                    <a:pt x="14631" y="2626"/>
                  </a:lnTo>
                  <a:lnTo>
                    <a:pt x="14649" y="2646"/>
                  </a:lnTo>
                  <a:lnTo>
                    <a:pt x="14664" y="2666"/>
                  </a:lnTo>
                  <a:lnTo>
                    <a:pt x="14680" y="2688"/>
                  </a:lnTo>
                  <a:lnTo>
                    <a:pt x="14694" y="2710"/>
                  </a:lnTo>
                  <a:lnTo>
                    <a:pt x="14707" y="2733"/>
                  </a:lnTo>
                  <a:lnTo>
                    <a:pt x="14719" y="2757"/>
                  </a:lnTo>
                  <a:lnTo>
                    <a:pt x="14730" y="2781"/>
                  </a:lnTo>
                  <a:lnTo>
                    <a:pt x="14740" y="2806"/>
                  </a:lnTo>
                  <a:lnTo>
                    <a:pt x="14748" y="2831"/>
                  </a:lnTo>
                  <a:lnTo>
                    <a:pt x="14756" y="2857"/>
                  </a:lnTo>
                  <a:lnTo>
                    <a:pt x="14762" y="2883"/>
                  </a:lnTo>
                  <a:lnTo>
                    <a:pt x="14767" y="2911"/>
                  </a:lnTo>
                  <a:lnTo>
                    <a:pt x="14770" y="2938"/>
                  </a:lnTo>
                  <a:lnTo>
                    <a:pt x="14772" y="2965"/>
                  </a:lnTo>
                  <a:lnTo>
                    <a:pt x="14773" y="2994"/>
                  </a:lnTo>
                  <a:lnTo>
                    <a:pt x="14773" y="2994"/>
                  </a:lnTo>
                  <a:lnTo>
                    <a:pt x="14772" y="3012"/>
                  </a:lnTo>
                  <a:lnTo>
                    <a:pt x="14772" y="3031"/>
                  </a:lnTo>
                  <a:lnTo>
                    <a:pt x="14770" y="3049"/>
                  </a:lnTo>
                  <a:lnTo>
                    <a:pt x="14768" y="3068"/>
                  </a:lnTo>
                  <a:lnTo>
                    <a:pt x="14762" y="3104"/>
                  </a:lnTo>
                  <a:lnTo>
                    <a:pt x="14754" y="3139"/>
                  </a:lnTo>
                  <a:lnTo>
                    <a:pt x="14743" y="3174"/>
                  </a:lnTo>
                  <a:lnTo>
                    <a:pt x="14729" y="3208"/>
                  </a:lnTo>
                  <a:lnTo>
                    <a:pt x="14715" y="3239"/>
                  </a:lnTo>
                  <a:lnTo>
                    <a:pt x="14698" y="3270"/>
                  </a:lnTo>
                  <a:lnTo>
                    <a:pt x="14679" y="3300"/>
                  </a:lnTo>
                  <a:lnTo>
                    <a:pt x="14658" y="3328"/>
                  </a:lnTo>
                  <a:lnTo>
                    <a:pt x="14636" y="3355"/>
                  </a:lnTo>
                  <a:lnTo>
                    <a:pt x="14612" y="3381"/>
                  </a:lnTo>
                  <a:lnTo>
                    <a:pt x="14586" y="3405"/>
                  </a:lnTo>
                  <a:lnTo>
                    <a:pt x="14558" y="3427"/>
                  </a:lnTo>
                  <a:lnTo>
                    <a:pt x="14530" y="3448"/>
                  </a:lnTo>
                  <a:lnTo>
                    <a:pt x="14500" y="3467"/>
                  </a:lnTo>
                  <a:lnTo>
                    <a:pt x="14500" y="5639"/>
                  </a:lnTo>
                  <a:lnTo>
                    <a:pt x="13250" y="6884"/>
                  </a:lnTo>
                  <a:lnTo>
                    <a:pt x="12774" y="6884"/>
                  </a:lnTo>
                  <a:lnTo>
                    <a:pt x="12774" y="7791"/>
                  </a:lnTo>
                  <a:lnTo>
                    <a:pt x="14388" y="7791"/>
                  </a:lnTo>
                  <a:lnTo>
                    <a:pt x="14388" y="7791"/>
                  </a:lnTo>
                  <a:lnTo>
                    <a:pt x="14406" y="7761"/>
                  </a:lnTo>
                  <a:lnTo>
                    <a:pt x="14427" y="7733"/>
                  </a:lnTo>
                  <a:lnTo>
                    <a:pt x="14449" y="7705"/>
                  </a:lnTo>
                  <a:lnTo>
                    <a:pt x="14473" y="7679"/>
                  </a:lnTo>
                  <a:lnTo>
                    <a:pt x="14499" y="7655"/>
                  </a:lnTo>
                  <a:lnTo>
                    <a:pt x="14526" y="7633"/>
                  </a:lnTo>
                  <a:lnTo>
                    <a:pt x="14554" y="7612"/>
                  </a:lnTo>
                  <a:lnTo>
                    <a:pt x="14585" y="7593"/>
                  </a:lnTo>
                  <a:lnTo>
                    <a:pt x="14615" y="7576"/>
                  </a:lnTo>
                  <a:lnTo>
                    <a:pt x="14648" y="7562"/>
                  </a:lnTo>
                  <a:lnTo>
                    <a:pt x="14681" y="7548"/>
                  </a:lnTo>
                  <a:lnTo>
                    <a:pt x="14715" y="7537"/>
                  </a:lnTo>
                  <a:lnTo>
                    <a:pt x="14750" y="7529"/>
                  </a:lnTo>
                  <a:lnTo>
                    <a:pt x="14786" y="7523"/>
                  </a:lnTo>
                  <a:lnTo>
                    <a:pt x="14805" y="7521"/>
                  </a:lnTo>
                  <a:lnTo>
                    <a:pt x="14824" y="7520"/>
                  </a:lnTo>
                  <a:lnTo>
                    <a:pt x="14842" y="7519"/>
                  </a:lnTo>
                  <a:lnTo>
                    <a:pt x="14860" y="7518"/>
                  </a:lnTo>
                  <a:lnTo>
                    <a:pt x="14860" y="7518"/>
                  </a:lnTo>
                  <a:lnTo>
                    <a:pt x="14889" y="7519"/>
                  </a:lnTo>
                  <a:lnTo>
                    <a:pt x="14917" y="7521"/>
                  </a:lnTo>
                  <a:lnTo>
                    <a:pt x="14944" y="7524"/>
                  </a:lnTo>
                  <a:lnTo>
                    <a:pt x="14971" y="7529"/>
                  </a:lnTo>
                  <a:lnTo>
                    <a:pt x="14998" y="7535"/>
                  </a:lnTo>
                  <a:lnTo>
                    <a:pt x="15023" y="7543"/>
                  </a:lnTo>
                  <a:lnTo>
                    <a:pt x="15048" y="7551"/>
                  </a:lnTo>
                  <a:lnTo>
                    <a:pt x="15073" y="7561"/>
                  </a:lnTo>
                  <a:lnTo>
                    <a:pt x="15098" y="7572"/>
                  </a:lnTo>
                  <a:lnTo>
                    <a:pt x="15122" y="7584"/>
                  </a:lnTo>
                  <a:lnTo>
                    <a:pt x="15144" y="7597"/>
                  </a:lnTo>
                  <a:lnTo>
                    <a:pt x="15166" y="7611"/>
                  </a:lnTo>
                  <a:lnTo>
                    <a:pt x="15188" y="7627"/>
                  </a:lnTo>
                  <a:lnTo>
                    <a:pt x="15209" y="7642"/>
                  </a:lnTo>
                  <a:lnTo>
                    <a:pt x="15228" y="7660"/>
                  </a:lnTo>
                  <a:lnTo>
                    <a:pt x="15248" y="7678"/>
                  </a:lnTo>
                  <a:lnTo>
                    <a:pt x="15265" y="7697"/>
                  </a:lnTo>
                  <a:lnTo>
                    <a:pt x="15282" y="7717"/>
                  </a:lnTo>
                  <a:lnTo>
                    <a:pt x="15299" y="7738"/>
                  </a:lnTo>
                  <a:lnTo>
                    <a:pt x="15314" y="7759"/>
                  </a:lnTo>
                  <a:lnTo>
                    <a:pt x="15328" y="7781"/>
                  </a:lnTo>
                  <a:lnTo>
                    <a:pt x="15341" y="7804"/>
                  </a:lnTo>
                  <a:lnTo>
                    <a:pt x="15354" y="7827"/>
                  </a:lnTo>
                  <a:lnTo>
                    <a:pt x="15364" y="7851"/>
                  </a:lnTo>
                  <a:lnTo>
                    <a:pt x="15373" y="7876"/>
                  </a:lnTo>
                  <a:lnTo>
                    <a:pt x="15383" y="7901"/>
                  </a:lnTo>
                  <a:lnTo>
                    <a:pt x="15390" y="7928"/>
                  </a:lnTo>
                  <a:lnTo>
                    <a:pt x="15395" y="7954"/>
                  </a:lnTo>
                  <a:lnTo>
                    <a:pt x="15401" y="7981"/>
                  </a:lnTo>
                  <a:lnTo>
                    <a:pt x="15404" y="8008"/>
                  </a:lnTo>
                  <a:lnTo>
                    <a:pt x="15406" y="8036"/>
                  </a:lnTo>
                  <a:lnTo>
                    <a:pt x="15407" y="8064"/>
                  </a:lnTo>
                  <a:lnTo>
                    <a:pt x="15407" y="80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9AF2AD03-45A5-71A0-AD42-1A92E70682FC}"/>
                </a:ext>
                <a:ext uri="{C183D7F6-B498-43B3-948B-1728B52AA6E4}">
                  <adec:decorative xmlns:adec="http://schemas.microsoft.com/office/drawing/2017/decorative" val="1"/>
                </a:ext>
              </a:extLst>
            </p:cNvPr>
            <p:cNvSpPr>
              <a:spLocks noEditPoints="1"/>
            </p:cNvSpPr>
            <p:nvPr/>
          </p:nvSpPr>
          <p:spPr bwMode="auto">
            <a:xfrm>
              <a:off x="1408" y="1604"/>
              <a:ext cx="1306" cy="1307"/>
            </a:xfrm>
            <a:custGeom>
              <a:avLst/>
              <a:gdLst>
                <a:gd name="T0" fmla="*/ 9147 w 9147"/>
                <a:gd name="T1" fmla="*/ 1443 h 9146"/>
                <a:gd name="T2" fmla="*/ 8513 w 9147"/>
                <a:gd name="T3" fmla="*/ 633 h 9146"/>
                <a:gd name="T4" fmla="*/ 7704 w 9147"/>
                <a:gd name="T5" fmla="*/ 0 h 9146"/>
                <a:gd name="T6" fmla="*/ 7158 w 9147"/>
                <a:gd name="T7" fmla="*/ 633 h 9146"/>
                <a:gd name="T8" fmla="*/ 6251 w 9147"/>
                <a:gd name="T9" fmla="*/ 0 h 9146"/>
                <a:gd name="T10" fmla="*/ 5705 w 9147"/>
                <a:gd name="T11" fmla="*/ 633 h 9146"/>
                <a:gd name="T12" fmla="*/ 4808 w 9147"/>
                <a:gd name="T13" fmla="*/ 0 h 9146"/>
                <a:gd name="T14" fmla="*/ 4262 w 9147"/>
                <a:gd name="T15" fmla="*/ 633 h 9146"/>
                <a:gd name="T16" fmla="*/ 3355 w 9147"/>
                <a:gd name="T17" fmla="*/ 0 h 9146"/>
                <a:gd name="T18" fmla="*/ 2809 w 9147"/>
                <a:gd name="T19" fmla="*/ 633 h 9146"/>
                <a:gd name="T20" fmla="*/ 2000 w 9147"/>
                <a:gd name="T21" fmla="*/ 1443 h 9146"/>
                <a:gd name="T22" fmla="*/ 1366 w 9147"/>
                <a:gd name="T23" fmla="*/ 1988 h 9146"/>
                <a:gd name="T24" fmla="*/ 2000 w 9147"/>
                <a:gd name="T25" fmla="*/ 2896 h 9146"/>
                <a:gd name="T26" fmla="*/ 1366 w 9147"/>
                <a:gd name="T27" fmla="*/ 3441 h 9146"/>
                <a:gd name="T28" fmla="*/ 2000 w 9147"/>
                <a:gd name="T29" fmla="*/ 4339 h 9146"/>
                <a:gd name="T30" fmla="*/ 1366 w 9147"/>
                <a:gd name="T31" fmla="*/ 4884 h 9146"/>
                <a:gd name="T32" fmla="*/ 2000 w 9147"/>
                <a:gd name="T33" fmla="*/ 5792 h 9146"/>
                <a:gd name="T34" fmla="*/ 1366 w 9147"/>
                <a:gd name="T35" fmla="*/ 6337 h 9146"/>
                <a:gd name="T36" fmla="*/ 2000 w 9147"/>
                <a:gd name="T37" fmla="*/ 7147 h 9146"/>
                <a:gd name="T38" fmla="*/ 2809 w 9147"/>
                <a:gd name="T39" fmla="*/ 7780 h 9146"/>
                <a:gd name="T40" fmla="*/ 3355 w 9147"/>
                <a:gd name="T41" fmla="*/ 7147 h 9146"/>
                <a:gd name="T42" fmla="*/ 4262 w 9147"/>
                <a:gd name="T43" fmla="*/ 7780 h 9146"/>
                <a:gd name="T44" fmla="*/ 4808 w 9147"/>
                <a:gd name="T45" fmla="*/ 7147 h 9146"/>
                <a:gd name="T46" fmla="*/ 5705 w 9147"/>
                <a:gd name="T47" fmla="*/ 7780 h 9146"/>
                <a:gd name="T48" fmla="*/ 6251 w 9147"/>
                <a:gd name="T49" fmla="*/ 7147 h 9146"/>
                <a:gd name="T50" fmla="*/ 7158 w 9147"/>
                <a:gd name="T51" fmla="*/ 7780 h 9146"/>
                <a:gd name="T52" fmla="*/ 7704 w 9147"/>
                <a:gd name="T53" fmla="*/ 7147 h 9146"/>
                <a:gd name="T54" fmla="*/ 8513 w 9147"/>
                <a:gd name="T55" fmla="*/ 6337 h 9146"/>
                <a:gd name="T56" fmla="*/ 9147 w 9147"/>
                <a:gd name="T57" fmla="*/ 5792 h 9146"/>
                <a:gd name="T58" fmla="*/ 8513 w 9147"/>
                <a:gd name="T59" fmla="*/ 4884 h 9146"/>
                <a:gd name="T60" fmla="*/ 9147 w 9147"/>
                <a:gd name="T61" fmla="*/ 4339 h 9146"/>
                <a:gd name="T62" fmla="*/ 8513 w 9147"/>
                <a:gd name="T63" fmla="*/ 3441 h 9146"/>
                <a:gd name="T64" fmla="*/ 9147 w 9147"/>
                <a:gd name="T65" fmla="*/ 2896 h 9146"/>
                <a:gd name="T66" fmla="*/ 8513 w 9147"/>
                <a:gd name="T67" fmla="*/ 1988 h 9146"/>
                <a:gd name="T68" fmla="*/ 7789 w 9147"/>
                <a:gd name="T69" fmla="*/ 6423 h 9146"/>
                <a:gd name="T70" fmla="*/ 2723 w 9147"/>
                <a:gd name="T71" fmla="*/ 1357 h 9146"/>
                <a:gd name="T72" fmla="*/ 7789 w 9147"/>
                <a:gd name="T73" fmla="*/ 6423 h 9146"/>
                <a:gd name="T74" fmla="*/ 1093 w 9147"/>
                <a:gd name="T75" fmla="*/ 8053 h 9146"/>
                <a:gd name="T76" fmla="*/ 0 w 9147"/>
                <a:gd name="T77" fmla="*/ 9146 h 9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47" h="9146">
                  <a:moveTo>
                    <a:pt x="9147" y="1988"/>
                  </a:moveTo>
                  <a:lnTo>
                    <a:pt x="9147" y="1443"/>
                  </a:lnTo>
                  <a:lnTo>
                    <a:pt x="8513" y="1443"/>
                  </a:lnTo>
                  <a:lnTo>
                    <a:pt x="8513" y="633"/>
                  </a:lnTo>
                  <a:lnTo>
                    <a:pt x="7704" y="633"/>
                  </a:lnTo>
                  <a:lnTo>
                    <a:pt x="7704" y="0"/>
                  </a:lnTo>
                  <a:lnTo>
                    <a:pt x="7158" y="0"/>
                  </a:lnTo>
                  <a:lnTo>
                    <a:pt x="7158" y="633"/>
                  </a:lnTo>
                  <a:lnTo>
                    <a:pt x="6251" y="633"/>
                  </a:lnTo>
                  <a:lnTo>
                    <a:pt x="6251" y="0"/>
                  </a:lnTo>
                  <a:lnTo>
                    <a:pt x="5705" y="0"/>
                  </a:lnTo>
                  <a:lnTo>
                    <a:pt x="5705" y="633"/>
                  </a:lnTo>
                  <a:lnTo>
                    <a:pt x="4808" y="633"/>
                  </a:lnTo>
                  <a:lnTo>
                    <a:pt x="4808" y="0"/>
                  </a:lnTo>
                  <a:lnTo>
                    <a:pt x="4262" y="0"/>
                  </a:lnTo>
                  <a:lnTo>
                    <a:pt x="4262" y="633"/>
                  </a:lnTo>
                  <a:lnTo>
                    <a:pt x="3355" y="633"/>
                  </a:lnTo>
                  <a:lnTo>
                    <a:pt x="3355" y="0"/>
                  </a:lnTo>
                  <a:lnTo>
                    <a:pt x="2809" y="0"/>
                  </a:lnTo>
                  <a:lnTo>
                    <a:pt x="2809" y="633"/>
                  </a:lnTo>
                  <a:lnTo>
                    <a:pt x="2000" y="633"/>
                  </a:lnTo>
                  <a:lnTo>
                    <a:pt x="2000" y="1443"/>
                  </a:lnTo>
                  <a:lnTo>
                    <a:pt x="1366" y="1443"/>
                  </a:lnTo>
                  <a:lnTo>
                    <a:pt x="1366" y="1988"/>
                  </a:lnTo>
                  <a:lnTo>
                    <a:pt x="2000" y="1988"/>
                  </a:lnTo>
                  <a:lnTo>
                    <a:pt x="2000" y="2896"/>
                  </a:lnTo>
                  <a:lnTo>
                    <a:pt x="1366" y="2896"/>
                  </a:lnTo>
                  <a:lnTo>
                    <a:pt x="1366" y="3441"/>
                  </a:lnTo>
                  <a:lnTo>
                    <a:pt x="2000" y="3441"/>
                  </a:lnTo>
                  <a:lnTo>
                    <a:pt x="2000" y="4339"/>
                  </a:lnTo>
                  <a:lnTo>
                    <a:pt x="1366" y="4339"/>
                  </a:lnTo>
                  <a:lnTo>
                    <a:pt x="1366" y="4884"/>
                  </a:lnTo>
                  <a:lnTo>
                    <a:pt x="2000" y="4884"/>
                  </a:lnTo>
                  <a:lnTo>
                    <a:pt x="2000" y="5792"/>
                  </a:lnTo>
                  <a:lnTo>
                    <a:pt x="1366" y="5792"/>
                  </a:lnTo>
                  <a:lnTo>
                    <a:pt x="1366" y="6337"/>
                  </a:lnTo>
                  <a:lnTo>
                    <a:pt x="2000" y="6337"/>
                  </a:lnTo>
                  <a:lnTo>
                    <a:pt x="2000" y="7147"/>
                  </a:lnTo>
                  <a:lnTo>
                    <a:pt x="2809" y="7147"/>
                  </a:lnTo>
                  <a:lnTo>
                    <a:pt x="2809" y="7780"/>
                  </a:lnTo>
                  <a:lnTo>
                    <a:pt x="3355" y="7780"/>
                  </a:lnTo>
                  <a:lnTo>
                    <a:pt x="3355" y="7147"/>
                  </a:lnTo>
                  <a:lnTo>
                    <a:pt x="4262" y="7147"/>
                  </a:lnTo>
                  <a:lnTo>
                    <a:pt x="4262" y="7780"/>
                  </a:lnTo>
                  <a:lnTo>
                    <a:pt x="4808" y="7780"/>
                  </a:lnTo>
                  <a:lnTo>
                    <a:pt x="4808" y="7147"/>
                  </a:lnTo>
                  <a:lnTo>
                    <a:pt x="5705" y="7147"/>
                  </a:lnTo>
                  <a:lnTo>
                    <a:pt x="5705" y="7780"/>
                  </a:lnTo>
                  <a:lnTo>
                    <a:pt x="6251" y="7780"/>
                  </a:lnTo>
                  <a:lnTo>
                    <a:pt x="6251" y="7147"/>
                  </a:lnTo>
                  <a:lnTo>
                    <a:pt x="7158" y="7147"/>
                  </a:lnTo>
                  <a:lnTo>
                    <a:pt x="7158" y="7780"/>
                  </a:lnTo>
                  <a:lnTo>
                    <a:pt x="7704" y="7780"/>
                  </a:lnTo>
                  <a:lnTo>
                    <a:pt x="7704" y="7147"/>
                  </a:lnTo>
                  <a:lnTo>
                    <a:pt x="8513" y="7147"/>
                  </a:lnTo>
                  <a:lnTo>
                    <a:pt x="8513" y="6337"/>
                  </a:lnTo>
                  <a:lnTo>
                    <a:pt x="9147" y="6337"/>
                  </a:lnTo>
                  <a:lnTo>
                    <a:pt x="9147" y="5792"/>
                  </a:lnTo>
                  <a:lnTo>
                    <a:pt x="8513" y="5792"/>
                  </a:lnTo>
                  <a:lnTo>
                    <a:pt x="8513" y="4884"/>
                  </a:lnTo>
                  <a:lnTo>
                    <a:pt x="9147" y="4884"/>
                  </a:lnTo>
                  <a:lnTo>
                    <a:pt x="9147" y="4339"/>
                  </a:lnTo>
                  <a:lnTo>
                    <a:pt x="8513" y="4339"/>
                  </a:lnTo>
                  <a:lnTo>
                    <a:pt x="8513" y="3441"/>
                  </a:lnTo>
                  <a:lnTo>
                    <a:pt x="9147" y="3441"/>
                  </a:lnTo>
                  <a:lnTo>
                    <a:pt x="9147" y="2896"/>
                  </a:lnTo>
                  <a:lnTo>
                    <a:pt x="8513" y="2896"/>
                  </a:lnTo>
                  <a:lnTo>
                    <a:pt x="8513" y="1988"/>
                  </a:lnTo>
                  <a:lnTo>
                    <a:pt x="9147" y="1988"/>
                  </a:lnTo>
                  <a:close/>
                  <a:moveTo>
                    <a:pt x="7789" y="6423"/>
                  </a:moveTo>
                  <a:lnTo>
                    <a:pt x="2723" y="6423"/>
                  </a:lnTo>
                  <a:lnTo>
                    <a:pt x="2723" y="1357"/>
                  </a:lnTo>
                  <a:lnTo>
                    <a:pt x="7789" y="1357"/>
                  </a:lnTo>
                  <a:lnTo>
                    <a:pt x="7789" y="6423"/>
                  </a:lnTo>
                  <a:close/>
                  <a:moveTo>
                    <a:pt x="0" y="8053"/>
                  </a:moveTo>
                  <a:lnTo>
                    <a:pt x="1093" y="8053"/>
                  </a:lnTo>
                  <a:lnTo>
                    <a:pt x="1093" y="9146"/>
                  </a:lnTo>
                  <a:lnTo>
                    <a:pt x="0" y="9146"/>
                  </a:lnTo>
                  <a:lnTo>
                    <a:pt x="0" y="805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9">
            <a:extLst>
              <a:ext uri="{FF2B5EF4-FFF2-40B4-BE49-F238E27FC236}">
                <a16:creationId xmlns:a16="http://schemas.microsoft.com/office/drawing/2014/main" id="{A47341BA-E9DC-8C4C-E82D-03CEDD156F94}"/>
              </a:ext>
              <a:ext uri="{C183D7F6-B498-43B3-948B-1728B52AA6E4}">
                <adec:decorative xmlns:adec="http://schemas.microsoft.com/office/drawing/2017/decorative" val="1"/>
              </a:ext>
            </a:extLst>
          </p:cNvPr>
          <p:cNvGrpSpPr>
            <a:grpSpLocks noChangeAspect="1"/>
          </p:cNvGrpSpPr>
          <p:nvPr/>
        </p:nvGrpSpPr>
        <p:grpSpPr bwMode="auto">
          <a:xfrm>
            <a:off x="3977032" y="3640697"/>
            <a:ext cx="457200" cy="457200"/>
            <a:chOff x="4318" y="1008"/>
            <a:chExt cx="2304" cy="2304"/>
          </a:xfrm>
          <a:solidFill>
            <a:schemeClr val="tx2"/>
          </a:solidFill>
        </p:grpSpPr>
        <p:sp>
          <p:nvSpPr>
            <p:cNvPr id="18" name="Freeform 10">
              <a:extLst>
                <a:ext uri="{FF2B5EF4-FFF2-40B4-BE49-F238E27FC236}">
                  <a16:creationId xmlns:a16="http://schemas.microsoft.com/office/drawing/2014/main" id="{B154EF0F-0BF3-043E-BC6F-733435FD0CDF}"/>
                </a:ext>
                <a:ext uri="{C183D7F6-B498-43B3-948B-1728B52AA6E4}">
                  <adec:decorative xmlns:adec="http://schemas.microsoft.com/office/drawing/2017/decorative" val="1"/>
                </a:ext>
              </a:extLst>
            </p:cNvPr>
            <p:cNvSpPr>
              <a:spLocks noEditPoints="1"/>
            </p:cNvSpPr>
            <p:nvPr/>
          </p:nvSpPr>
          <p:spPr bwMode="auto">
            <a:xfrm>
              <a:off x="4318" y="1008"/>
              <a:ext cx="2304" cy="2304"/>
            </a:xfrm>
            <a:custGeom>
              <a:avLst/>
              <a:gdLst>
                <a:gd name="T0" fmla="*/ 1794 w 13824"/>
                <a:gd name="T1" fmla="*/ 9213 h 13824"/>
                <a:gd name="T2" fmla="*/ 0 w 13824"/>
                <a:gd name="T3" fmla="*/ 7838 h 13824"/>
                <a:gd name="T4" fmla="*/ 0 w 13824"/>
                <a:gd name="T5" fmla="*/ 7341 h 13824"/>
                <a:gd name="T6" fmla="*/ 1794 w 13824"/>
                <a:gd name="T7" fmla="*/ 6463 h 13824"/>
                <a:gd name="T8" fmla="*/ 0 w 13824"/>
                <a:gd name="T9" fmla="*/ 6463 h 13824"/>
                <a:gd name="T10" fmla="*/ 1794 w 13824"/>
                <a:gd name="T11" fmla="*/ 4592 h 13824"/>
                <a:gd name="T12" fmla="*/ 12030 w 13824"/>
                <a:gd name="T13" fmla="*/ 9213 h 13824"/>
                <a:gd name="T14" fmla="*/ 12030 w 13824"/>
                <a:gd name="T15" fmla="*/ 8716 h 13824"/>
                <a:gd name="T16" fmla="*/ 13824 w 13824"/>
                <a:gd name="T17" fmla="*/ 7838 h 13824"/>
                <a:gd name="T18" fmla="*/ 12030 w 13824"/>
                <a:gd name="T19" fmla="*/ 7838 h 13824"/>
                <a:gd name="T20" fmla="*/ 13824 w 13824"/>
                <a:gd name="T21" fmla="*/ 5966 h 13824"/>
                <a:gd name="T22" fmla="*/ 12030 w 13824"/>
                <a:gd name="T23" fmla="*/ 4592 h 13824"/>
                <a:gd name="T24" fmla="*/ 13824 w 13824"/>
                <a:gd name="T25" fmla="*/ 4592 h 13824"/>
                <a:gd name="T26" fmla="*/ 9223 w 13824"/>
                <a:gd name="T27" fmla="*/ 13824 h 13824"/>
                <a:gd name="T28" fmla="*/ 8725 w 13824"/>
                <a:gd name="T29" fmla="*/ 13824 h 13824"/>
                <a:gd name="T30" fmla="*/ 7848 w 13824"/>
                <a:gd name="T31" fmla="*/ 12030 h 13824"/>
                <a:gd name="T32" fmla="*/ 5976 w 13824"/>
                <a:gd name="T33" fmla="*/ 13824 h 13824"/>
                <a:gd name="T34" fmla="*/ 5976 w 13824"/>
                <a:gd name="T35" fmla="*/ 12030 h 13824"/>
                <a:gd name="T36" fmla="*/ 5099 w 13824"/>
                <a:gd name="T37" fmla="*/ 13824 h 13824"/>
                <a:gd name="T38" fmla="*/ 4601 w 13824"/>
                <a:gd name="T39" fmla="*/ 13824 h 13824"/>
                <a:gd name="T40" fmla="*/ 8725 w 13824"/>
                <a:gd name="T41" fmla="*/ 1794 h 13824"/>
                <a:gd name="T42" fmla="*/ 7848 w 13824"/>
                <a:gd name="T43" fmla="*/ 0 h 13824"/>
                <a:gd name="T44" fmla="*/ 7848 w 13824"/>
                <a:gd name="T45" fmla="*/ 1794 h 13824"/>
                <a:gd name="T46" fmla="*/ 5976 w 13824"/>
                <a:gd name="T47" fmla="*/ 0 h 13824"/>
                <a:gd name="T48" fmla="*/ 6473 w 13824"/>
                <a:gd name="T49" fmla="*/ 0 h 13824"/>
                <a:gd name="T50" fmla="*/ 4601 w 13824"/>
                <a:gd name="T51" fmla="*/ 1794 h 13824"/>
                <a:gd name="T52" fmla="*/ 9915 w 13824"/>
                <a:gd name="T53" fmla="*/ 4621 h 13824"/>
                <a:gd name="T54" fmla="*/ 9915 w 13824"/>
                <a:gd name="T55" fmla="*/ 5118 h 13824"/>
                <a:gd name="T56" fmla="*/ 10490 w 13824"/>
                <a:gd name="T57" fmla="*/ 6435 h 13824"/>
                <a:gd name="T58" fmla="*/ 10490 w 13824"/>
                <a:gd name="T59" fmla="*/ 7262 h 13824"/>
                <a:gd name="T60" fmla="*/ 9915 w 13824"/>
                <a:gd name="T61" fmla="*/ 8579 h 13824"/>
                <a:gd name="T62" fmla="*/ 9915 w 13824"/>
                <a:gd name="T63" fmla="*/ 9076 h 13824"/>
                <a:gd name="T64" fmla="*/ 9173 w 13824"/>
                <a:gd name="T65" fmla="*/ 10392 h 13824"/>
                <a:gd name="T66" fmla="*/ 7848 w 13824"/>
                <a:gd name="T67" fmla="*/ 9817 h 13824"/>
                <a:gd name="T68" fmla="*/ 7351 w 13824"/>
                <a:gd name="T69" fmla="*/ 9817 h 13824"/>
                <a:gd name="T70" fmla="*/ 6035 w 13824"/>
                <a:gd name="T71" fmla="*/ 10392 h 13824"/>
                <a:gd name="T72" fmla="*/ 5216 w 13824"/>
                <a:gd name="T73" fmla="*/ 10392 h 13824"/>
                <a:gd name="T74" fmla="*/ 3977 w 13824"/>
                <a:gd name="T75" fmla="*/ 9817 h 13824"/>
                <a:gd name="T76" fmla="*/ 3402 w 13824"/>
                <a:gd name="T77" fmla="*/ 8579 h 13824"/>
                <a:gd name="T78" fmla="*/ 3402 w 13824"/>
                <a:gd name="T79" fmla="*/ 7761 h 13824"/>
                <a:gd name="T80" fmla="*/ 3977 w 13824"/>
                <a:gd name="T81" fmla="*/ 6435 h 13824"/>
                <a:gd name="T82" fmla="*/ 3977 w 13824"/>
                <a:gd name="T83" fmla="*/ 5947 h 13824"/>
                <a:gd name="T84" fmla="*/ 3402 w 13824"/>
                <a:gd name="T85" fmla="*/ 4621 h 13824"/>
                <a:gd name="T86" fmla="*/ 4719 w 13824"/>
                <a:gd name="T87" fmla="*/ 3880 h 13824"/>
                <a:gd name="T88" fmla="*/ 5216 w 13824"/>
                <a:gd name="T89" fmla="*/ 3880 h 13824"/>
                <a:gd name="T90" fmla="*/ 6532 w 13824"/>
                <a:gd name="T91" fmla="*/ 3305 h 13824"/>
                <a:gd name="T92" fmla="*/ 7351 w 13824"/>
                <a:gd name="T93" fmla="*/ 3305 h 13824"/>
                <a:gd name="T94" fmla="*/ 8676 w 13824"/>
                <a:gd name="T95" fmla="*/ 3880 h 13824"/>
                <a:gd name="T96" fmla="*/ 9173 w 13824"/>
                <a:gd name="T97" fmla="*/ 3880 h 13824"/>
                <a:gd name="T98" fmla="*/ 9255 w 13824"/>
                <a:gd name="T99" fmla="*/ 4539 h 13824"/>
                <a:gd name="T100" fmla="*/ 9255 w 13824"/>
                <a:gd name="T101" fmla="*/ 9158 h 13824"/>
                <a:gd name="T102" fmla="*/ 3149 w 13824"/>
                <a:gd name="T103" fmla="*/ 11631 h 13824"/>
                <a:gd name="T104" fmla="*/ 2164 w 13824"/>
                <a:gd name="T105" fmla="*/ 11631 h 13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824" h="13824">
                  <a:moveTo>
                    <a:pt x="0" y="8716"/>
                  </a:moveTo>
                  <a:lnTo>
                    <a:pt x="1794" y="8716"/>
                  </a:lnTo>
                  <a:lnTo>
                    <a:pt x="1794" y="9213"/>
                  </a:lnTo>
                  <a:lnTo>
                    <a:pt x="0" y="9213"/>
                  </a:lnTo>
                  <a:lnTo>
                    <a:pt x="0" y="8716"/>
                  </a:lnTo>
                  <a:close/>
                  <a:moveTo>
                    <a:pt x="0" y="7838"/>
                  </a:moveTo>
                  <a:lnTo>
                    <a:pt x="1794" y="7838"/>
                  </a:lnTo>
                  <a:lnTo>
                    <a:pt x="1794" y="7341"/>
                  </a:lnTo>
                  <a:lnTo>
                    <a:pt x="0" y="7341"/>
                  </a:lnTo>
                  <a:lnTo>
                    <a:pt x="0" y="7838"/>
                  </a:lnTo>
                  <a:close/>
                  <a:moveTo>
                    <a:pt x="0" y="6463"/>
                  </a:moveTo>
                  <a:lnTo>
                    <a:pt x="1794" y="6463"/>
                  </a:lnTo>
                  <a:lnTo>
                    <a:pt x="1794" y="5966"/>
                  </a:lnTo>
                  <a:lnTo>
                    <a:pt x="0" y="5966"/>
                  </a:lnTo>
                  <a:lnTo>
                    <a:pt x="0" y="6463"/>
                  </a:lnTo>
                  <a:close/>
                  <a:moveTo>
                    <a:pt x="0" y="5089"/>
                  </a:moveTo>
                  <a:lnTo>
                    <a:pt x="1794" y="5089"/>
                  </a:lnTo>
                  <a:lnTo>
                    <a:pt x="1794" y="4592"/>
                  </a:lnTo>
                  <a:lnTo>
                    <a:pt x="0" y="4592"/>
                  </a:lnTo>
                  <a:lnTo>
                    <a:pt x="0" y="5089"/>
                  </a:lnTo>
                  <a:close/>
                  <a:moveTo>
                    <a:pt x="12030" y="9213"/>
                  </a:moveTo>
                  <a:lnTo>
                    <a:pt x="13824" y="9213"/>
                  </a:lnTo>
                  <a:lnTo>
                    <a:pt x="13824" y="8716"/>
                  </a:lnTo>
                  <a:lnTo>
                    <a:pt x="12030" y="8716"/>
                  </a:lnTo>
                  <a:lnTo>
                    <a:pt x="12030" y="9213"/>
                  </a:lnTo>
                  <a:close/>
                  <a:moveTo>
                    <a:pt x="12030" y="7838"/>
                  </a:moveTo>
                  <a:lnTo>
                    <a:pt x="13824" y="7838"/>
                  </a:lnTo>
                  <a:lnTo>
                    <a:pt x="13824" y="7341"/>
                  </a:lnTo>
                  <a:lnTo>
                    <a:pt x="12030" y="7341"/>
                  </a:lnTo>
                  <a:lnTo>
                    <a:pt x="12030" y="7838"/>
                  </a:lnTo>
                  <a:close/>
                  <a:moveTo>
                    <a:pt x="12030" y="6463"/>
                  </a:moveTo>
                  <a:lnTo>
                    <a:pt x="13824" y="6463"/>
                  </a:lnTo>
                  <a:lnTo>
                    <a:pt x="13824" y="5966"/>
                  </a:lnTo>
                  <a:lnTo>
                    <a:pt x="12030" y="5966"/>
                  </a:lnTo>
                  <a:lnTo>
                    <a:pt x="12030" y="6463"/>
                  </a:lnTo>
                  <a:close/>
                  <a:moveTo>
                    <a:pt x="12030" y="4592"/>
                  </a:moveTo>
                  <a:lnTo>
                    <a:pt x="12030" y="5089"/>
                  </a:lnTo>
                  <a:lnTo>
                    <a:pt x="13824" y="5089"/>
                  </a:lnTo>
                  <a:lnTo>
                    <a:pt x="13824" y="4592"/>
                  </a:lnTo>
                  <a:lnTo>
                    <a:pt x="12030" y="4592"/>
                  </a:lnTo>
                  <a:close/>
                  <a:moveTo>
                    <a:pt x="8725" y="13824"/>
                  </a:moveTo>
                  <a:lnTo>
                    <a:pt x="9223" y="13824"/>
                  </a:lnTo>
                  <a:lnTo>
                    <a:pt x="9223" y="12030"/>
                  </a:lnTo>
                  <a:lnTo>
                    <a:pt x="8725" y="12030"/>
                  </a:lnTo>
                  <a:lnTo>
                    <a:pt x="8725" y="13824"/>
                  </a:lnTo>
                  <a:close/>
                  <a:moveTo>
                    <a:pt x="7351" y="13824"/>
                  </a:moveTo>
                  <a:lnTo>
                    <a:pt x="7848" y="13824"/>
                  </a:lnTo>
                  <a:lnTo>
                    <a:pt x="7848" y="12030"/>
                  </a:lnTo>
                  <a:lnTo>
                    <a:pt x="7351" y="12030"/>
                  </a:lnTo>
                  <a:lnTo>
                    <a:pt x="7351" y="13824"/>
                  </a:lnTo>
                  <a:close/>
                  <a:moveTo>
                    <a:pt x="5976" y="13824"/>
                  </a:moveTo>
                  <a:lnTo>
                    <a:pt x="6473" y="13824"/>
                  </a:lnTo>
                  <a:lnTo>
                    <a:pt x="6473" y="12030"/>
                  </a:lnTo>
                  <a:lnTo>
                    <a:pt x="5976" y="12030"/>
                  </a:lnTo>
                  <a:lnTo>
                    <a:pt x="5976" y="13824"/>
                  </a:lnTo>
                  <a:close/>
                  <a:moveTo>
                    <a:pt x="4601" y="13824"/>
                  </a:moveTo>
                  <a:lnTo>
                    <a:pt x="5099" y="13824"/>
                  </a:lnTo>
                  <a:lnTo>
                    <a:pt x="5099" y="12030"/>
                  </a:lnTo>
                  <a:lnTo>
                    <a:pt x="4601" y="12030"/>
                  </a:lnTo>
                  <a:lnTo>
                    <a:pt x="4601" y="13824"/>
                  </a:lnTo>
                  <a:close/>
                  <a:moveTo>
                    <a:pt x="9223" y="0"/>
                  </a:moveTo>
                  <a:lnTo>
                    <a:pt x="8725" y="0"/>
                  </a:lnTo>
                  <a:lnTo>
                    <a:pt x="8725" y="1794"/>
                  </a:lnTo>
                  <a:lnTo>
                    <a:pt x="9223" y="1794"/>
                  </a:lnTo>
                  <a:lnTo>
                    <a:pt x="9223" y="0"/>
                  </a:lnTo>
                  <a:close/>
                  <a:moveTo>
                    <a:pt x="7848" y="0"/>
                  </a:moveTo>
                  <a:lnTo>
                    <a:pt x="7351" y="0"/>
                  </a:lnTo>
                  <a:lnTo>
                    <a:pt x="7351" y="1794"/>
                  </a:lnTo>
                  <a:lnTo>
                    <a:pt x="7848" y="1794"/>
                  </a:lnTo>
                  <a:lnTo>
                    <a:pt x="7848" y="0"/>
                  </a:lnTo>
                  <a:close/>
                  <a:moveTo>
                    <a:pt x="6473" y="0"/>
                  </a:moveTo>
                  <a:lnTo>
                    <a:pt x="5976" y="0"/>
                  </a:lnTo>
                  <a:lnTo>
                    <a:pt x="5976" y="1794"/>
                  </a:lnTo>
                  <a:lnTo>
                    <a:pt x="6473" y="1794"/>
                  </a:lnTo>
                  <a:lnTo>
                    <a:pt x="6473" y="0"/>
                  </a:lnTo>
                  <a:close/>
                  <a:moveTo>
                    <a:pt x="5099" y="0"/>
                  </a:moveTo>
                  <a:lnTo>
                    <a:pt x="4601" y="0"/>
                  </a:lnTo>
                  <a:lnTo>
                    <a:pt x="4601" y="1794"/>
                  </a:lnTo>
                  <a:lnTo>
                    <a:pt x="5099" y="1794"/>
                  </a:lnTo>
                  <a:lnTo>
                    <a:pt x="5099" y="0"/>
                  </a:lnTo>
                  <a:close/>
                  <a:moveTo>
                    <a:pt x="9915" y="4621"/>
                  </a:moveTo>
                  <a:lnTo>
                    <a:pt x="10490" y="4621"/>
                  </a:lnTo>
                  <a:lnTo>
                    <a:pt x="10490" y="5118"/>
                  </a:lnTo>
                  <a:lnTo>
                    <a:pt x="9915" y="5118"/>
                  </a:lnTo>
                  <a:lnTo>
                    <a:pt x="9915" y="5947"/>
                  </a:lnTo>
                  <a:lnTo>
                    <a:pt x="10490" y="5947"/>
                  </a:lnTo>
                  <a:lnTo>
                    <a:pt x="10490" y="6435"/>
                  </a:lnTo>
                  <a:lnTo>
                    <a:pt x="9915" y="6435"/>
                  </a:lnTo>
                  <a:lnTo>
                    <a:pt x="9915" y="7262"/>
                  </a:lnTo>
                  <a:lnTo>
                    <a:pt x="10490" y="7262"/>
                  </a:lnTo>
                  <a:lnTo>
                    <a:pt x="10490" y="7761"/>
                  </a:lnTo>
                  <a:lnTo>
                    <a:pt x="9915" y="7761"/>
                  </a:lnTo>
                  <a:lnTo>
                    <a:pt x="9915" y="8579"/>
                  </a:lnTo>
                  <a:lnTo>
                    <a:pt x="10490" y="8579"/>
                  </a:lnTo>
                  <a:lnTo>
                    <a:pt x="10490" y="9076"/>
                  </a:lnTo>
                  <a:lnTo>
                    <a:pt x="9915" y="9076"/>
                  </a:lnTo>
                  <a:lnTo>
                    <a:pt x="9915" y="9817"/>
                  </a:lnTo>
                  <a:lnTo>
                    <a:pt x="9173" y="9817"/>
                  </a:lnTo>
                  <a:lnTo>
                    <a:pt x="9173" y="10392"/>
                  </a:lnTo>
                  <a:lnTo>
                    <a:pt x="8676" y="10392"/>
                  </a:lnTo>
                  <a:lnTo>
                    <a:pt x="8676" y="9817"/>
                  </a:lnTo>
                  <a:lnTo>
                    <a:pt x="7848" y="9817"/>
                  </a:lnTo>
                  <a:lnTo>
                    <a:pt x="7848" y="10392"/>
                  </a:lnTo>
                  <a:lnTo>
                    <a:pt x="7351" y="10392"/>
                  </a:lnTo>
                  <a:lnTo>
                    <a:pt x="7351" y="9817"/>
                  </a:lnTo>
                  <a:lnTo>
                    <a:pt x="6532" y="9817"/>
                  </a:lnTo>
                  <a:lnTo>
                    <a:pt x="6532" y="10392"/>
                  </a:lnTo>
                  <a:lnTo>
                    <a:pt x="6035" y="10392"/>
                  </a:lnTo>
                  <a:lnTo>
                    <a:pt x="6035" y="9817"/>
                  </a:lnTo>
                  <a:lnTo>
                    <a:pt x="5216" y="9817"/>
                  </a:lnTo>
                  <a:lnTo>
                    <a:pt x="5216" y="10392"/>
                  </a:lnTo>
                  <a:lnTo>
                    <a:pt x="4719" y="10392"/>
                  </a:lnTo>
                  <a:lnTo>
                    <a:pt x="4719" y="9817"/>
                  </a:lnTo>
                  <a:lnTo>
                    <a:pt x="3977" y="9817"/>
                  </a:lnTo>
                  <a:lnTo>
                    <a:pt x="3977" y="9076"/>
                  </a:lnTo>
                  <a:lnTo>
                    <a:pt x="3402" y="9076"/>
                  </a:lnTo>
                  <a:lnTo>
                    <a:pt x="3402" y="8579"/>
                  </a:lnTo>
                  <a:lnTo>
                    <a:pt x="3977" y="8579"/>
                  </a:lnTo>
                  <a:lnTo>
                    <a:pt x="3977" y="7761"/>
                  </a:lnTo>
                  <a:lnTo>
                    <a:pt x="3402" y="7761"/>
                  </a:lnTo>
                  <a:lnTo>
                    <a:pt x="3402" y="7262"/>
                  </a:lnTo>
                  <a:lnTo>
                    <a:pt x="3977" y="7262"/>
                  </a:lnTo>
                  <a:lnTo>
                    <a:pt x="3977" y="6435"/>
                  </a:lnTo>
                  <a:lnTo>
                    <a:pt x="3402" y="6435"/>
                  </a:lnTo>
                  <a:lnTo>
                    <a:pt x="3402" y="5947"/>
                  </a:lnTo>
                  <a:lnTo>
                    <a:pt x="3977" y="5947"/>
                  </a:lnTo>
                  <a:lnTo>
                    <a:pt x="3977" y="5118"/>
                  </a:lnTo>
                  <a:lnTo>
                    <a:pt x="3402" y="5118"/>
                  </a:lnTo>
                  <a:lnTo>
                    <a:pt x="3402" y="4621"/>
                  </a:lnTo>
                  <a:lnTo>
                    <a:pt x="3977" y="4621"/>
                  </a:lnTo>
                  <a:lnTo>
                    <a:pt x="3977" y="3880"/>
                  </a:lnTo>
                  <a:lnTo>
                    <a:pt x="4719" y="3880"/>
                  </a:lnTo>
                  <a:lnTo>
                    <a:pt x="4719" y="3305"/>
                  </a:lnTo>
                  <a:lnTo>
                    <a:pt x="5216" y="3305"/>
                  </a:lnTo>
                  <a:lnTo>
                    <a:pt x="5216" y="3880"/>
                  </a:lnTo>
                  <a:lnTo>
                    <a:pt x="6035" y="3880"/>
                  </a:lnTo>
                  <a:lnTo>
                    <a:pt x="6035" y="3305"/>
                  </a:lnTo>
                  <a:lnTo>
                    <a:pt x="6532" y="3305"/>
                  </a:lnTo>
                  <a:lnTo>
                    <a:pt x="6532" y="3880"/>
                  </a:lnTo>
                  <a:lnTo>
                    <a:pt x="7351" y="3880"/>
                  </a:lnTo>
                  <a:lnTo>
                    <a:pt x="7351" y="3305"/>
                  </a:lnTo>
                  <a:lnTo>
                    <a:pt x="7848" y="3305"/>
                  </a:lnTo>
                  <a:lnTo>
                    <a:pt x="7848" y="3880"/>
                  </a:lnTo>
                  <a:lnTo>
                    <a:pt x="8676" y="3880"/>
                  </a:lnTo>
                  <a:lnTo>
                    <a:pt x="8676" y="3305"/>
                  </a:lnTo>
                  <a:lnTo>
                    <a:pt x="9173" y="3305"/>
                  </a:lnTo>
                  <a:lnTo>
                    <a:pt x="9173" y="3880"/>
                  </a:lnTo>
                  <a:lnTo>
                    <a:pt x="9915" y="3880"/>
                  </a:lnTo>
                  <a:lnTo>
                    <a:pt x="9915" y="4621"/>
                  </a:lnTo>
                  <a:close/>
                  <a:moveTo>
                    <a:pt x="9255" y="4539"/>
                  </a:moveTo>
                  <a:lnTo>
                    <a:pt x="4637" y="4539"/>
                  </a:lnTo>
                  <a:lnTo>
                    <a:pt x="4637" y="9158"/>
                  </a:lnTo>
                  <a:lnTo>
                    <a:pt x="9255" y="9158"/>
                  </a:lnTo>
                  <a:lnTo>
                    <a:pt x="9255" y="4539"/>
                  </a:lnTo>
                  <a:close/>
                  <a:moveTo>
                    <a:pt x="2164" y="11631"/>
                  </a:moveTo>
                  <a:lnTo>
                    <a:pt x="3149" y="11631"/>
                  </a:lnTo>
                  <a:lnTo>
                    <a:pt x="3149" y="10646"/>
                  </a:lnTo>
                  <a:lnTo>
                    <a:pt x="2164" y="10646"/>
                  </a:lnTo>
                  <a:lnTo>
                    <a:pt x="2164" y="1163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1">
              <a:extLst>
                <a:ext uri="{FF2B5EF4-FFF2-40B4-BE49-F238E27FC236}">
                  <a16:creationId xmlns:a16="http://schemas.microsoft.com/office/drawing/2014/main" id="{F6933D8D-E47D-AB99-88BC-E2A5B0239EB2}"/>
                </a:ext>
                <a:ext uri="{C183D7F6-B498-43B3-948B-1728B52AA6E4}">
                  <adec:decorative xmlns:adec="http://schemas.microsoft.com/office/drawing/2017/decorative" val="1"/>
                </a:ext>
              </a:extLst>
            </p:cNvPr>
            <p:cNvSpPr>
              <a:spLocks noEditPoints="1"/>
            </p:cNvSpPr>
            <p:nvPr/>
          </p:nvSpPr>
          <p:spPr bwMode="auto">
            <a:xfrm>
              <a:off x="4706" y="1380"/>
              <a:ext cx="1539" cy="1539"/>
            </a:xfrm>
            <a:custGeom>
              <a:avLst/>
              <a:gdLst>
                <a:gd name="T0" fmla="*/ 4338 w 9233"/>
                <a:gd name="T1" fmla="*/ 3538 h 9232"/>
                <a:gd name="T2" fmla="*/ 3580 w 9233"/>
                <a:gd name="T3" fmla="*/ 5279 h 9232"/>
                <a:gd name="T4" fmla="*/ 3732 w 9233"/>
                <a:gd name="T5" fmla="*/ 4914 h 9232"/>
                <a:gd name="T6" fmla="*/ 5531 w 9233"/>
                <a:gd name="T7" fmla="*/ 5858 h 9232"/>
                <a:gd name="T8" fmla="*/ 9233 w 9233"/>
                <a:gd name="T9" fmla="*/ 660 h 9232"/>
                <a:gd name="T10" fmla="*/ 9230 w 9233"/>
                <a:gd name="T11" fmla="*/ 8137 h 9232"/>
                <a:gd name="T12" fmla="*/ 9219 w 9233"/>
                <a:gd name="T13" fmla="*/ 8253 h 9232"/>
                <a:gd name="T14" fmla="*/ 9196 w 9233"/>
                <a:gd name="T15" fmla="*/ 8366 h 9232"/>
                <a:gd name="T16" fmla="*/ 9162 w 9233"/>
                <a:gd name="T17" fmla="*/ 8474 h 9232"/>
                <a:gd name="T18" fmla="*/ 9118 w 9233"/>
                <a:gd name="T19" fmla="*/ 8578 h 9232"/>
                <a:gd name="T20" fmla="*/ 9065 w 9233"/>
                <a:gd name="T21" fmla="*/ 8676 h 9232"/>
                <a:gd name="T22" fmla="*/ 9002 w 9233"/>
                <a:gd name="T23" fmla="*/ 8768 h 9232"/>
                <a:gd name="T24" fmla="*/ 8894 w 9233"/>
                <a:gd name="T25" fmla="*/ 8893 h 9232"/>
                <a:gd name="T26" fmla="*/ 8769 w 9233"/>
                <a:gd name="T27" fmla="*/ 9002 h 9232"/>
                <a:gd name="T28" fmla="*/ 8676 w 9233"/>
                <a:gd name="T29" fmla="*/ 9064 h 9232"/>
                <a:gd name="T30" fmla="*/ 8578 w 9233"/>
                <a:gd name="T31" fmla="*/ 9118 h 9232"/>
                <a:gd name="T32" fmla="*/ 8474 w 9233"/>
                <a:gd name="T33" fmla="*/ 9162 h 9232"/>
                <a:gd name="T34" fmla="*/ 8366 w 9233"/>
                <a:gd name="T35" fmla="*/ 9195 h 9232"/>
                <a:gd name="T36" fmla="*/ 8254 w 9233"/>
                <a:gd name="T37" fmla="*/ 9218 h 9232"/>
                <a:gd name="T38" fmla="*/ 8137 w 9233"/>
                <a:gd name="T39" fmla="*/ 9230 h 9232"/>
                <a:gd name="T40" fmla="*/ 7877 w 9233"/>
                <a:gd name="T41" fmla="*/ 9232 h 9232"/>
                <a:gd name="T42" fmla="*/ 4387 w 9233"/>
                <a:gd name="T43" fmla="*/ 8574 h 9232"/>
                <a:gd name="T44" fmla="*/ 8128 w 9233"/>
                <a:gd name="T45" fmla="*/ 8571 h 9232"/>
                <a:gd name="T46" fmla="*/ 8225 w 9233"/>
                <a:gd name="T47" fmla="*/ 8552 h 9232"/>
                <a:gd name="T48" fmla="*/ 8315 w 9233"/>
                <a:gd name="T49" fmla="*/ 8514 h 9232"/>
                <a:gd name="T50" fmla="*/ 8393 w 9233"/>
                <a:gd name="T51" fmla="*/ 8460 h 9232"/>
                <a:gd name="T52" fmla="*/ 8460 w 9233"/>
                <a:gd name="T53" fmla="*/ 8394 h 9232"/>
                <a:gd name="T54" fmla="*/ 8513 w 9233"/>
                <a:gd name="T55" fmla="*/ 8315 h 9232"/>
                <a:gd name="T56" fmla="*/ 8550 w 9233"/>
                <a:gd name="T57" fmla="*/ 8225 h 9232"/>
                <a:gd name="T58" fmla="*/ 8570 w 9233"/>
                <a:gd name="T59" fmla="*/ 8129 h 9232"/>
                <a:gd name="T60" fmla="*/ 8574 w 9233"/>
                <a:gd name="T61" fmla="*/ 659 h 9232"/>
                <a:gd name="T62" fmla="*/ 1104 w 9233"/>
                <a:gd name="T63" fmla="*/ 661 h 9232"/>
                <a:gd name="T64" fmla="*/ 1008 w 9233"/>
                <a:gd name="T65" fmla="*/ 681 h 9232"/>
                <a:gd name="T66" fmla="*/ 919 w 9233"/>
                <a:gd name="T67" fmla="*/ 718 h 9232"/>
                <a:gd name="T68" fmla="*/ 839 w 9233"/>
                <a:gd name="T69" fmla="*/ 771 h 9232"/>
                <a:gd name="T70" fmla="*/ 773 w 9233"/>
                <a:gd name="T71" fmla="*/ 838 h 9232"/>
                <a:gd name="T72" fmla="*/ 719 w 9233"/>
                <a:gd name="T73" fmla="*/ 918 h 9232"/>
                <a:gd name="T74" fmla="*/ 682 w 9233"/>
                <a:gd name="T75" fmla="*/ 1006 h 9232"/>
                <a:gd name="T76" fmla="*/ 662 w 9233"/>
                <a:gd name="T77" fmla="*/ 1103 h 9232"/>
                <a:gd name="T78" fmla="*/ 653 w 9233"/>
                <a:gd name="T79" fmla="*/ 4536 h 9232"/>
                <a:gd name="T80" fmla="*/ 0 w 9233"/>
                <a:gd name="T81" fmla="*/ 2144 h 9232"/>
                <a:gd name="T82" fmla="*/ 2 w 9233"/>
                <a:gd name="T83" fmla="*/ 1094 h 9232"/>
                <a:gd name="T84" fmla="*/ 13 w 9233"/>
                <a:gd name="T85" fmla="*/ 978 h 9232"/>
                <a:gd name="T86" fmla="*/ 36 w 9233"/>
                <a:gd name="T87" fmla="*/ 865 h 9232"/>
                <a:gd name="T88" fmla="*/ 70 w 9233"/>
                <a:gd name="T89" fmla="*/ 757 h 9232"/>
                <a:gd name="T90" fmla="*/ 114 w 9233"/>
                <a:gd name="T91" fmla="*/ 653 h 9232"/>
                <a:gd name="T92" fmla="*/ 167 w 9233"/>
                <a:gd name="T93" fmla="*/ 555 h 9232"/>
                <a:gd name="T94" fmla="*/ 229 w 9233"/>
                <a:gd name="T95" fmla="*/ 464 h 9232"/>
                <a:gd name="T96" fmla="*/ 338 w 9233"/>
                <a:gd name="T97" fmla="*/ 338 h 9232"/>
                <a:gd name="T98" fmla="*/ 464 w 9233"/>
                <a:gd name="T99" fmla="*/ 229 h 9232"/>
                <a:gd name="T100" fmla="*/ 556 w 9233"/>
                <a:gd name="T101" fmla="*/ 167 h 9232"/>
                <a:gd name="T102" fmla="*/ 654 w 9233"/>
                <a:gd name="T103" fmla="*/ 113 h 9232"/>
                <a:gd name="T104" fmla="*/ 758 w 9233"/>
                <a:gd name="T105" fmla="*/ 69 h 9232"/>
                <a:gd name="T106" fmla="*/ 866 w 9233"/>
                <a:gd name="T107" fmla="*/ 36 h 9232"/>
                <a:gd name="T108" fmla="*/ 978 w 9233"/>
                <a:gd name="T109" fmla="*/ 13 h 9232"/>
                <a:gd name="T110" fmla="*/ 1095 w 9233"/>
                <a:gd name="T111" fmla="*/ 1 h 9232"/>
                <a:gd name="T112" fmla="*/ 9233 w 9233"/>
                <a:gd name="T113" fmla="*/ 0 h 9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33" h="9232">
                  <a:moveTo>
                    <a:pt x="4644" y="5279"/>
                  </a:moveTo>
                  <a:lnTo>
                    <a:pt x="4888" y="5858"/>
                  </a:lnTo>
                  <a:lnTo>
                    <a:pt x="5332" y="5858"/>
                  </a:lnTo>
                  <a:lnTo>
                    <a:pt x="4338" y="3538"/>
                  </a:lnTo>
                  <a:lnTo>
                    <a:pt x="3900" y="3538"/>
                  </a:lnTo>
                  <a:lnTo>
                    <a:pt x="2905" y="5858"/>
                  </a:lnTo>
                  <a:lnTo>
                    <a:pt x="3340" y="5858"/>
                  </a:lnTo>
                  <a:lnTo>
                    <a:pt x="3580" y="5279"/>
                  </a:lnTo>
                  <a:lnTo>
                    <a:pt x="4644" y="5279"/>
                  </a:lnTo>
                  <a:close/>
                  <a:moveTo>
                    <a:pt x="4114" y="4002"/>
                  </a:moveTo>
                  <a:lnTo>
                    <a:pt x="4493" y="4914"/>
                  </a:lnTo>
                  <a:lnTo>
                    <a:pt x="3732" y="4914"/>
                  </a:lnTo>
                  <a:lnTo>
                    <a:pt x="4114" y="4002"/>
                  </a:lnTo>
                  <a:close/>
                  <a:moveTo>
                    <a:pt x="5924" y="3537"/>
                  </a:moveTo>
                  <a:lnTo>
                    <a:pt x="5924" y="5858"/>
                  </a:lnTo>
                  <a:lnTo>
                    <a:pt x="5531" y="5858"/>
                  </a:lnTo>
                  <a:lnTo>
                    <a:pt x="5531" y="3537"/>
                  </a:lnTo>
                  <a:lnTo>
                    <a:pt x="5924" y="3537"/>
                  </a:lnTo>
                  <a:close/>
                  <a:moveTo>
                    <a:pt x="9233" y="0"/>
                  </a:moveTo>
                  <a:lnTo>
                    <a:pt x="9233" y="660"/>
                  </a:lnTo>
                  <a:lnTo>
                    <a:pt x="9233" y="8078"/>
                  </a:lnTo>
                  <a:lnTo>
                    <a:pt x="9233" y="8078"/>
                  </a:lnTo>
                  <a:lnTo>
                    <a:pt x="9232" y="8107"/>
                  </a:lnTo>
                  <a:lnTo>
                    <a:pt x="9230" y="8137"/>
                  </a:lnTo>
                  <a:lnTo>
                    <a:pt x="9229" y="8167"/>
                  </a:lnTo>
                  <a:lnTo>
                    <a:pt x="9226" y="8196"/>
                  </a:lnTo>
                  <a:lnTo>
                    <a:pt x="9223" y="8224"/>
                  </a:lnTo>
                  <a:lnTo>
                    <a:pt x="9219" y="8253"/>
                  </a:lnTo>
                  <a:lnTo>
                    <a:pt x="9214" y="8282"/>
                  </a:lnTo>
                  <a:lnTo>
                    <a:pt x="9208" y="8310"/>
                  </a:lnTo>
                  <a:lnTo>
                    <a:pt x="9203" y="8338"/>
                  </a:lnTo>
                  <a:lnTo>
                    <a:pt x="9196" y="8366"/>
                  </a:lnTo>
                  <a:lnTo>
                    <a:pt x="9189" y="8393"/>
                  </a:lnTo>
                  <a:lnTo>
                    <a:pt x="9181" y="8420"/>
                  </a:lnTo>
                  <a:lnTo>
                    <a:pt x="9172" y="8448"/>
                  </a:lnTo>
                  <a:lnTo>
                    <a:pt x="9162" y="8474"/>
                  </a:lnTo>
                  <a:lnTo>
                    <a:pt x="9152" y="8501"/>
                  </a:lnTo>
                  <a:lnTo>
                    <a:pt x="9141" y="8526"/>
                  </a:lnTo>
                  <a:lnTo>
                    <a:pt x="9130" y="8553"/>
                  </a:lnTo>
                  <a:lnTo>
                    <a:pt x="9118" y="8578"/>
                  </a:lnTo>
                  <a:lnTo>
                    <a:pt x="9106" y="8602"/>
                  </a:lnTo>
                  <a:lnTo>
                    <a:pt x="9093" y="8628"/>
                  </a:lnTo>
                  <a:lnTo>
                    <a:pt x="9079" y="8652"/>
                  </a:lnTo>
                  <a:lnTo>
                    <a:pt x="9065" y="8676"/>
                  </a:lnTo>
                  <a:lnTo>
                    <a:pt x="9051" y="8699"/>
                  </a:lnTo>
                  <a:lnTo>
                    <a:pt x="9035" y="8722"/>
                  </a:lnTo>
                  <a:lnTo>
                    <a:pt x="9019" y="8746"/>
                  </a:lnTo>
                  <a:lnTo>
                    <a:pt x="9002" y="8768"/>
                  </a:lnTo>
                  <a:lnTo>
                    <a:pt x="8986" y="8790"/>
                  </a:lnTo>
                  <a:lnTo>
                    <a:pt x="8968" y="8812"/>
                  </a:lnTo>
                  <a:lnTo>
                    <a:pt x="8932" y="8854"/>
                  </a:lnTo>
                  <a:lnTo>
                    <a:pt x="8894" y="8893"/>
                  </a:lnTo>
                  <a:lnTo>
                    <a:pt x="8854" y="8932"/>
                  </a:lnTo>
                  <a:lnTo>
                    <a:pt x="8812" y="8968"/>
                  </a:lnTo>
                  <a:lnTo>
                    <a:pt x="8791" y="8986"/>
                  </a:lnTo>
                  <a:lnTo>
                    <a:pt x="8769" y="9002"/>
                  </a:lnTo>
                  <a:lnTo>
                    <a:pt x="8746" y="9019"/>
                  </a:lnTo>
                  <a:lnTo>
                    <a:pt x="8723" y="9034"/>
                  </a:lnTo>
                  <a:lnTo>
                    <a:pt x="8700" y="9050"/>
                  </a:lnTo>
                  <a:lnTo>
                    <a:pt x="8676" y="9064"/>
                  </a:lnTo>
                  <a:lnTo>
                    <a:pt x="8652" y="9078"/>
                  </a:lnTo>
                  <a:lnTo>
                    <a:pt x="8628" y="9093"/>
                  </a:lnTo>
                  <a:lnTo>
                    <a:pt x="8603" y="9106"/>
                  </a:lnTo>
                  <a:lnTo>
                    <a:pt x="8578" y="9118"/>
                  </a:lnTo>
                  <a:lnTo>
                    <a:pt x="8553" y="9130"/>
                  </a:lnTo>
                  <a:lnTo>
                    <a:pt x="8527" y="9141"/>
                  </a:lnTo>
                  <a:lnTo>
                    <a:pt x="8501" y="9151"/>
                  </a:lnTo>
                  <a:lnTo>
                    <a:pt x="8474" y="9162"/>
                  </a:lnTo>
                  <a:lnTo>
                    <a:pt x="8448" y="9171"/>
                  </a:lnTo>
                  <a:lnTo>
                    <a:pt x="8422" y="9180"/>
                  </a:lnTo>
                  <a:lnTo>
                    <a:pt x="8394" y="9187"/>
                  </a:lnTo>
                  <a:lnTo>
                    <a:pt x="8366" y="9195"/>
                  </a:lnTo>
                  <a:lnTo>
                    <a:pt x="8339" y="9202"/>
                  </a:lnTo>
                  <a:lnTo>
                    <a:pt x="8310" y="9208"/>
                  </a:lnTo>
                  <a:lnTo>
                    <a:pt x="8283" y="9214"/>
                  </a:lnTo>
                  <a:lnTo>
                    <a:pt x="8254" y="9218"/>
                  </a:lnTo>
                  <a:lnTo>
                    <a:pt x="8225" y="9223"/>
                  </a:lnTo>
                  <a:lnTo>
                    <a:pt x="8196" y="9226"/>
                  </a:lnTo>
                  <a:lnTo>
                    <a:pt x="8167" y="9228"/>
                  </a:lnTo>
                  <a:lnTo>
                    <a:pt x="8137" y="9230"/>
                  </a:lnTo>
                  <a:lnTo>
                    <a:pt x="8107" y="9232"/>
                  </a:lnTo>
                  <a:lnTo>
                    <a:pt x="8078" y="9232"/>
                  </a:lnTo>
                  <a:lnTo>
                    <a:pt x="7877" y="9232"/>
                  </a:lnTo>
                  <a:lnTo>
                    <a:pt x="7877" y="9232"/>
                  </a:lnTo>
                  <a:lnTo>
                    <a:pt x="1335" y="9232"/>
                  </a:lnTo>
                  <a:lnTo>
                    <a:pt x="1335" y="8578"/>
                  </a:lnTo>
                  <a:lnTo>
                    <a:pt x="4387" y="8578"/>
                  </a:lnTo>
                  <a:lnTo>
                    <a:pt x="4387" y="8574"/>
                  </a:lnTo>
                  <a:lnTo>
                    <a:pt x="8078" y="8574"/>
                  </a:lnTo>
                  <a:lnTo>
                    <a:pt x="8078" y="8574"/>
                  </a:lnTo>
                  <a:lnTo>
                    <a:pt x="8104" y="8573"/>
                  </a:lnTo>
                  <a:lnTo>
                    <a:pt x="8128" y="8571"/>
                  </a:lnTo>
                  <a:lnTo>
                    <a:pt x="8154" y="8568"/>
                  </a:lnTo>
                  <a:lnTo>
                    <a:pt x="8178" y="8564"/>
                  </a:lnTo>
                  <a:lnTo>
                    <a:pt x="8202" y="8558"/>
                  </a:lnTo>
                  <a:lnTo>
                    <a:pt x="8225" y="8552"/>
                  </a:lnTo>
                  <a:lnTo>
                    <a:pt x="8248" y="8544"/>
                  </a:lnTo>
                  <a:lnTo>
                    <a:pt x="8271" y="8535"/>
                  </a:lnTo>
                  <a:lnTo>
                    <a:pt x="8293" y="8525"/>
                  </a:lnTo>
                  <a:lnTo>
                    <a:pt x="8315" y="8514"/>
                  </a:lnTo>
                  <a:lnTo>
                    <a:pt x="8334" y="8502"/>
                  </a:lnTo>
                  <a:lnTo>
                    <a:pt x="8355" y="8489"/>
                  </a:lnTo>
                  <a:lnTo>
                    <a:pt x="8374" y="8476"/>
                  </a:lnTo>
                  <a:lnTo>
                    <a:pt x="8393" y="8460"/>
                  </a:lnTo>
                  <a:lnTo>
                    <a:pt x="8412" y="8445"/>
                  </a:lnTo>
                  <a:lnTo>
                    <a:pt x="8428" y="8428"/>
                  </a:lnTo>
                  <a:lnTo>
                    <a:pt x="8445" y="8412"/>
                  </a:lnTo>
                  <a:lnTo>
                    <a:pt x="8460" y="8394"/>
                  </a:lnTo>
                  <a:lnTo>
                    <a:pt x="8474" y="8375"/>
                  </a:lnTo>
                  <a:lnTo>
                    <a:pt x="8489" y="8355"/>
                  </a:lnTo>
                  <a:lnTo>
                    <a:pt x="8502" y="8336"/>
                  </a:lnTo>
                  <a:lnTo>
                    <a:pt x="8513" y="8315"/>
                  </a:lnTo>
                  <a:lnTo>
                    <a:pt x="8524" y="8294"/>
                  </a:lnTo>
                  <a:lnTo>
                    <a:pt x="8534" y="8272"/>
                  </a:lnTo>
                  <a:lnTo>
                    <a:pt x="8543" y="8249"/>
                  </a:lnTo>
                  <a:lnTo>
                    <a:pt x="8550" y="8225"/>
                  </a:lnTo>
                  <a:lnTo>
                    <a:pt x="8557" y="8202"/>
                  </a:lnTo>
                  <a:lnTo>
                    <a:pt x="8563" y="8178"/>
                  </a:lnTo>
                  <a:lnTo>
                    <a:pt x="8567" y="8154"/>
                  </a:lnTo>
                  <a:lnTo>
                    <a:pt x="8570" y="8129"/>
                  </a:lnTo>
                  <a:lnTo>
                    <a:pt x="8572" y="8104"/>
                  </a:lnTo>
                  <a:lnTo>
                    <a:pt x="8574" y="8079"/>
                  </a:lnTo>
                  <a:lnTo>
                    <a:pt x="8574" y="660"/>
                  </a:lnTo>
                  <a:lnTo>
                    <a:pt x="8574" y="659"/>
                  </a:lnTo>
                  <a:lnTo>
                    <a:pt x="1155" y="659"/>
                  </a:lnTo>
                  <a:lnTo>
                    <a:pt x="1155" y="659"/>
                  </a:lnTo>
                  <a:lnTo>
                    <a:pt x="1129" y="659"/>
                  </a:lnTo>
                  <a:lnTo>
                    <a:pt x="1104" y="661"/>
                  </a:lnTo>
                  <a:lnTo>
                    <a:pt x="1080" y="664"/>
                  </a:lnTo>
                  <a:lnTo>
                    <a:pt x="1055" y="669"/>
                  </a:lnTo>
                  <a:lnTo>
                    <a:pt x="1031" y="674"/>
                  </a:lnTo>
                  <a:lnTo>
                    <a:pt x="1008" y="681"/>
                  </a:lnTo>
                  <a:lnTo>
                    <a:pt x="985" y="689"/>
                  </a:lnTo>
                  <a:lnTo>
                    <a:pt x="962" y="697"/>
                  </a:lnTo>
                  <a:lnTo>
                    <a:pt x="940" y="707"/>
                  </a:lnTo>
                  <a:lnTo>
                    <a:pt x="919" y="718"/>
                  </a:lnTo>
                  <a:lnTo>
                    <a:pt x="898" y="730"/>
                  </a:lnTo>
                  <a:lnTo>
                    <a:pt x="878" y="744"/>
                  </a:lnTo>
                  <a:lnTo>
                    <a:pt x="858" y="757"/>
                  </a:lnTo>
                  <a:lnTo>
                    <a:pt x="839" y="771"/>
                  </a:lnTo>
                  <a:lnTo>
                    <a:pt x="822" y="787"/>
                  </a:lnTo>
                  <a:lnTo>
                    <a:pt x="805" y="803"/>
                  </a:lnTo>
                  <a:lnTo>
                    <a:pt x="789" y="821"/>
                  </a:lnTo>
                  <a:lnTo>
                    <a:pt x="773" y="838"/>
                  </a:lnTo>
                  <a:lnTo>
                    <a:pt x="758" y="857"/>
                  </a:lnTo>
                  <a:lnTo>
                    <a:pt x="745" y="877"/>
                  </a:lnTo>
                  <a:lnTo>
                    <a:pt x="731" y="897"/>
                  </a:lnTo>
                  <a:lnTo>
                    <a:pt x="719" y="918"/>
                  </a:lnTo>
                  <a:lnTo>
                    <a:pt x="708" y="939"/>
                  </a:lnTo>
                  <a:lnTo>
                    <a:pt x="698" y="961"/>
                  </a:lnTo>
                  <a:lnTo>
                    <a:pt x="690" y="983"/>
                  </a:lnTo>
                  <a:lnTo>
                    <a:pt x="682" y="1006"/>
                  </a:lnTo>
                  <a:lnTo>
                    <a:pt x="675" y="1030"/>
                  </a:lnTo>
                  <a:lnTo>
                    <a:pt x="670" y="1053"/>
                  </a:lnTo>
                  <a:lnTo>
                    <a:pt x="665" y="1079"/>
                  </a:lnTo>
                  <a:lnTo>
                    <a:pt x="662" y="1103"/>
                  </a:lnTo>
                  <a:lnTo>
                    <a:pt x="661" y="1128"/>
                  </a:lnTo>
                  <a:lnTo>
                    <a:pt x="660" y="1154"/>
                  </a:lnTo>
                  <a:lnTo>
                    <a:pt x="660" y="4536"/>
                  </a:lnTo>
                  <a:lnTo>
                    <a:pt x="653" y="4536"/>
                  </a:lnTo>
                  <a:lnTo>
                    <a:pt x="653" y="7954"/>
                  </a:lnTo>
                  <a:lnTo>
                    <a:pt x="0" y="7954"/>
                  </a:lnTo>
                  <a:lnTo>
                    <a:pt x="0" y="4536"/>
                  </a:lnTo>
                  <a:lnTo>
                    <a:pt x="0" y="2144"/>
                  </a:lnTo>
                  <a:lnTo>
                    <a:pt x="0" y="1154"/>
                  </a:lnTo>
                  <a:lnTo>
                    <a:pt x="0" y="1154"/>
                  </a:lnTo>
                  <a:lnTo>
                    <a:pt x="1" y="1124"/>
                  </a:lnTo>
                  <a:lnTo>
                    <a:pt x="2" y="1094"/>
                  </a:lnTo>
                  <a:lnTo>
                    <a:pt x="3" y="1064"/>
                  </a:lnTo>
                  <a:lnTo>
                    <a:pt x="6" y="1036"/>
                  </a:lnTo>
                  <a:lnTo>
                    <a:pt x="10" y="1007"/>
                  </a:lnTo>
                  <a:lnTo>
                    <a:pt x="13" y="978"/>
                  </a:lnTo>
                  <a:lnTo>
                    <a:pt x="18" y="950"/>
                  </a:lnTo>
                  <a:lnTo>
                    <a:pt x="24" y="921"/>
                  </a:lnTo>
                  <a:lnTo>
                    <a:pt x="29" y="893"/>
                  </a:lnTo>
                  <a:lnTo>
                    <a:pt x="36" y="865"/>
                  </a:lnTo>
                  <a:lnTo>
                    <a:pt x="44" y="837"/>
                  </a:lnTo>
                  <a:lnTo>
                    <a:pt x="52" y="811"/>
                  </a:lnTo>
                  <a:lnTo>
                    <a:pt x="60" y="783"/>
                  </a:lnTo>
                  <a:lnTo>
                    <a:pt x="70" y="757"/>
                  </a:lnTo>
                  <a:lnTo>
                    <a:pt x="80" y="730"/>
                  </a:lnTo>
                  <a:lnTo>
                    <a:pt x="91" y="705"/>
                  </a:lnTo>
                  <a:lnTo>
                    <a:pt x="102" y="679"/>
                  </a:lnTo>
                  <a:lnTo>
                    <a:pt x="114" y="653"/>
                  </a:lnTo>
                  <a:lnTo>
                    <a:pt x="126" y="628"/>
                  </a:lnTo>
                  <a:lnTo>
                    <a:pt x="140" y="604"/>
                  </a:lnTo>
                  <a:lnTo>
                    <a:pt x="153" y="579"/>
                  </a:lnTo>
                  <a:lnTo>
                    <a:pt x="167" y="555"/>
                  </a:lnTo>
                  <a:lnTo>
                    <a:pt x="182" y="532"/>
                  </a:lnTo>
                  <a:lnTo>
                    <a:pt x="197" y="509"/>
                  </a:lnTo>
                  <a:lnTo>
                    <a:pt x="214" y="486"/>
                  </a:lnTo>
                  <a:lnTo>
                    <a:pt x="229" y="464"/>
                  </a:lnTo>
                  <a:lnTo>
                    <a:pt x="247" y="442"/>
                  </a:lnTo>
                  <a:lnTo>
                    <a:pt x="264" y="420"/>
                  </a:lnTo>
                  <a:lnTo>
                    <a:pt x="299" y="378"/>
                  </a:lnTo>
                  <a:lnTo>
                    <a:pt x="338" y="338"/>
                  </a:lnTo>
                  <a:lnTo>
                    <a:pt x="379" y="299"/>
                  </a:lnTo>
                  <a:lnTo>
                    <a:pt x="421" y="263"/>
                  </a:lnTo>
                  <a:lnTo>
                    <a:pt x="442" y="245"/>
                  </a:lnTo>
                  <a:lnTo>
                    <a:pt x="464" y="229"/>
                  </a:lnTo>
                  <a:lnTo>
                    <a:pt x="486" y="212"/>
                  </a:lnTo>
                  <a:lnTo>
                    <a:pt x="509" y="197"/>
                  </a:lnTo>
                  <a:lnTo>
                    <a:pt x="532" y="182"/>
                  </a:lnTo>
                  <a:lnTo>
                    <a:pt x="556" y="167"/>
                  </a:lnTo>
                  <a:lnTo>
                    <a:pt x="579" y="153"/>
                  </a:lnTo>
                  <a:lnTo>
                    <a:pt x="605" y="139"/>
                  </a:lnTo>
                  <a:lnTo>
                    <a:pt x="629" y="125"/>
                  </a:lnTo>
                  <a:lnTo>
                    <a:pt x="654" y="113"/>
                  </a:lnTo>
                  <a:lnTo>
                    <a:pt x="680" y="101"/>
                  </a:lnTo>
                  <a:lnTo>
                    <a:pt x="705" y="90"/>
                  </a:lnTo>
                  <a:lnTo>
                    <a:pt x="731" y="80"/>
                  </a:lnTo>
                  <a:lnTo>
                    <a:pt x="758" y="69"/>
                  </a:lnTo>
                  <a:lnTo>
                    <a:pt x="784" y="60"/>
                  </a:lnTo>
                  <a:lnTo>
                    <a:pt x="811" y="52"/>
                  </a:lnTo>
                  <a:lnTo>
                    <a:pt x="838" y="44"/>
                  </a:lnTo>
                  <a:lnTo>
                    <a:pt x="866" y="36"/>
                  </a:lnTo>
                  <a:lnTo>
                    <a:pt x="893" y="29"/>
                  </a:lnTo>
                  <a:lnTo>
                    <a:pt x="922" y="23"/>
                  </a:lnTo>
                  <a:lnTo>
                    <a:pt x="950" y="17"/>
                  </a:lnTo>
                  <a:lnTo>
                    <a:pt x="978" y="13"/>
                  </a:lnTo>
                  <a:lnTo>
                    <a:pt x="1007" y="9"/>
                  </a:lnTo>
                  <a:lnTo>
                    <a:pt x="1036" y="5"/>
                  </a:lnTo>
                  <a:lnTo>
                    <a:pt x="1065" y="3"/>
                  </a:lnTo>
                  <a:lnTo>
                    <a:pt x="1095" y="1"/>
                  </a:lnTo>
                  <a:lnTo>
                    <a:pt x="1124" y="0"/>
                  </a:lnTo>
                  <a:lnTo>
                    <a:pt x="1154" y="0"/>
                  </a:lnTo>
                  <a:lnTo>
                    <a:pt x="8574" y="0"/>
                  </a:lnTo>
                  <a:lnTo>
                    <a:pt x="923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96423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a:extLst>
              <a:ext uri="{FF2B5EF4-FFF2-40B4-BE49-F238E27FC236}">
                <a16:creationId xmlns:a16="http://schemas.microsoft.com/office/drawing/2014/main" id="{F8EBBDD6-9E32-473A-2DF4-EC0E7CDC4D0F}"/>
              </a:ext>
              <a:ext uri="{C183D7F6-B498-43B3-948B-1728B52AA6E4}">
                <adec:decorative xmlns:adec="http://schemas.microsoft.com/office/drawing/2017/decorative" val="1"/>
              </a:ext>
            </a:extLst>
          </p:cNvPr>
          <p:cNvGrpSpPr>
            <a:grpSpLocks noChangeAspect="1"/>
          </p:cNvGrpSpPr>
          <p:nvPr/>
        </p:nvGrpSpPr>
        <p:grpSpPr>
          <a:xfrm>
            <a:off x="639763" y="810791"/>
            <a:ext cx="556912" cy="457200"/>
            <a:chOff x="639763" y="810791"/>
            <a:chExt cx="556912" cy="457200"/>
          </a:xfrm>
          <a:solidFill>
            <a:srgbClr val="FF0000"/>
          </a:solidFill>
        </p:grpSpPr>
        <p:sp>
          <p:nvSpPr>
            <p:cNvPr id="2891" name="Freeform: Shape 2890">
              <a:extLst>
                <a:ext uri="{FF2B5EF4-FFF2-40B4-BE49-F238E27FC236}">
                  <a16:creationId xmlns:a16="http://schemas.microsoft.com/office/drawing/2014/main" id="{3EA8AA42-E458-A26E-D97F-DF442A9A470C}"/>
                </a:ext>
                <a:ext uri="{C183D7F6-B498-43B3-948B-1728B52AA6E4}">
                  <adec:decorative xmlns:adec="http://schemas.microsoft.com/office/drawing/2017/decorative" val="1"/>
                </a:ext>
              </a:extLst>
            </p:cNvPr>
            <p:cNvSpPr/>
            <p:nvPr/>
          </p:nvSpPr>
          <p:spPr>
            <a:xfrm>
              <a:off x="639763" y="810791"/>
              <a:ext cx="556912" cy="457200"/>
            </a:xfrm>
            <a:custGeom>
              <a:avLst/>
              <a:gdLst>
                <a:gd name="connsiteX0" fmla="*/ 2796570 w 8353678"/>
                <a:gd name="connsiteY0" fmla="*/ 3598387 h 6858000"/>
                <a:gd name="connsiteX1" fmla="*/ 3215958 w 8353678"/>
                <a:gd name="connsiteY1" fmla="*/ 3598387 h 6858000"/>
                <a:gd name="connsiteX2" fmla="*/ 3215958 w 8353678"/>
                <a:gd name="connsiteY2" fmla="*/ 4292434 h 6858000"/>
                <a:gd name="connsiteX3" fmla="*/ 2796570 w 8353678"/>
                <a:gd name="connsiteY3" fmla="*/ 4292434 h 6858000"/>
                <a:gd name="connsiteX4" fmla="*/ 6214603 w 8353678"/>
                <a:gd name="connsiteY4" fmla="*/ 3307835 h 6858000"/>
                <a:gd name="connsiteX5" fmla="*/ 6591950 w 8353678"/>
                <a:gd name="connsiteY5" fmla="*/ 3307835 h 6858000"/>
                <a:gd name="connsiteX6" fmla="*/ 7185685 w 8353678"/>
                <a:gd name="connsiteY6" fmla="*/ 3901574 h 6858000"/>
                <a:gd name="connsiteX7" fmla="*/ 7185685 w 8353678"/>
                <a:gd name="connsiteY7" fmla="*/ 4537740 h 6858000"/>
                <a:gd name="connsiteX8" fmla="*/ 7609773 w 8353678"/>
                <a:gd name="connsiteY8" fmla="*/ 4961896 h 6858000"/>
                <a:gd name="connsiteX9" fmla="*/ 8353678 w 8353678"/>
                <a:gd name="connsiteY9" fmla="*/ 4961896 h 6858000"/>
                <a:gd name="connsiteX10" fmla="*/ 8353678 w 8353678"/>
                <a:gd name="connsiteY10" fmla="*/ 5131315 h 6858000"/>
                <a:gd name="connsiteX11" fmla="*/ 7609773 w 8353678"/>
                <a:gd name="connsiteY11" fmla="*/ 5131315 h 6858000"/>
                <a:gd name="connsiteX12" fmla="*/ 7016038 w 8353678"/>
                <a:gd name="connsiteY12" fmla="*/ 4537505 h 6858000"/>
                <a:gd name="connsiteX13" fmla="*/ 7016038 w 8353678"/>
                <a:gd name="connsiteY13" fmla="*/ 3901338 h 6858000"/>
                <a:gd name="connsiteX14" fmla="*/ 6591950 w 8353678"/>
                <a:gd name="connsiteY14" fmla="*/ 3477253 h 6858000"/>
                <a:gd name="connsiteX15" fmla="*/ 6214603 w 8353678"/>
                <a:gd name="connsiteY15" fmla="*/ 3477253 h 6858000"/>
                <a:gd name="connsiteX16" fmla="*/ 0 w 8353678"/>
                <a:gd name="connsiteY16" fmla="*/ 827002 h 6858000"/>
                <a:gd name="connsiteX17" fmla="*/ 744140 w 8353678"/>
                <a:gd name="connsiteY17" fmla="*/ 827002 h 6858000"/>
                <a:gd name="connsiteX18" fmla="*/ 1337648 w 8353678"/>
                <a:gd name="connsiteY18" fmla="*/ 1420813 h 6858000"/>
                <a:gd name="connsiteX19" fmla="*/ 1337648 w 8353678"/>
                <a:gd name="connsiteY19" fmla="*/ 2057217 h 6858000"/>
                <a:gd name="connsiteX20" fmla="*/ 1761735 w 8353678"/>
                <a:gd name="connsiteY20" fmla="*/ 2481302 h 6858000"/>
                <a:gd name="connsiteX21" fmla="*/ 2139075 w 8353678"/>
                <a:gd name="connsiteY21" fmla="*/ 2481302 h 6858000"/>
                <a:gd name="connsiteX22" fmla="*/ 2139075 w 8353678"/>
                <a:gd name="connsiteY22" fmla="*/ 2650722 h 6858000"/>
                <a:gd name="connsiteX23" fmla="*/ 1761735 w 8353678"/>
                <a:gd name="connsiteY23" fmla="*/ 2650722 h 6858000"/>
                <a:gd name="connsiteX24" fmla="*/ 1167687 w 8353678"/>
                <a:gd name="connsiteY24" fmla="*/ 2056981 h 6858000"/>
                <a:gd name="connsiteX25" fmla="*/ 1167687 w 8353678"/>
                <a:gd name="connsiteY25" fmla="*/ 1420813 h 6858000"/>
                <a:gd name="connsiteX26" fmla="*/ 744140 w 8353678"/>
                <a:gd name="connsiteY26" fmla="*/ 996422 h 6858000"/>
                <a:gd name="connsiteX27" fmla="*/ 0 w 8353678"/>
                <a:gd name="connsiteY27" fmla="*/ 996422 h 6858000"/>
                <a:gd name="connsiteX28" fmla="*/ 3383766 w 8353678"/>
                <a:gd name="connsiteY28" fmla="*/ 0 h 6858000"/>
                <a:gd name="connsiteX29" fmla="*/ 5557261 w 8353678"/>
                <a:gd name="connsiteY29" fmla="*/ 0 h 6858000"/>
                <a:gd name="connsiteX30" fmla="*/ 5557261 w 8353678"/>
                <a:gd name="connsiteY30" fmla="*/ 4552668 h 6858000"/>
                <a:gd name="connsiteX31" fmla="*/ 4970065 w 8353678"/>
                <a:gd name="connsiteY31" fmla="*/ 5127157 h 6858000"/>
                <a:gd name="connsiteX32" fmla="*/ 4258508 w 8353678"/>
                <a:gd name="connsiteY32" fmla="*/ 5128976 h 6858000"/>
                <a:gd name="connsiteX33" fmla="*/ 4258508 w 8353678"/>
                <a:gd name="connsiteY33" fmla="*/ 6858000 h 6858000"/>
                <a:gd name="connsiteX34" fmla="*/ 4095091 w 8353678"/>
                <a:gd name="connsiteY34" fmla="*/ 6858000 h 6858000"/>
                <a:gd name="connsiteX35" fmla="*/ 4095091 w 8353678"/>
                <a:gd name="connsiteY35" fmla="*/ 5129393 h 6858000"/>
                <a:gd name="connsiteX36" fmla="*/ 3895581 w 8353678"/>
                <a:gd name="connsiteY36" fmla="*/ 5129903 h 6858000"/>
                <a:gd name="connsiteX37" fmla="*/ 3627741 w 8353678"/>
                <a:gd name="connsiteY37" fmla="*/ 5130585 h 6858000"/>
                <a:gd name="connsiteX38" fmla="*/ 3627741 w 8353678"/>
                <a:gd name="connsiteY38" fmla="*/ 4719601 h 6858000"/>
                <a:gd name="connsiteX39" fmla="*/ 4006304 w 8353678"/>
                <a:gd name="connsiteY39" fmla="*/ 4718631 h 6858000"/>
                <a:gd name="connsiteX40" fmla="*/ 4006304 w 8353678"/>
                <a:gd name="connsiteY40" fmla="*/ 5129231 h 6858000"/>
                <a:gd name="connsiteX41" fmla="*/ 4006457 w 8353678"/>
                <a:gd name="connsiteY41" fmla="*/ 5129231 h 6858000"/>
                <a:gd name="connsiteX42" fmla="*/ 4006457 w 8353678"/>
                <a:gd name="connsiteY42" fmla="*/ 4718621 h 6858000"/>
                <a:gd name="connsiteX43" fmla="*/ 4969921 w 8353678"/>
                <a:gd name="connsiteY43" fmla="*/ 4716162 h 6858000"/>
                <a:gd name="connsiteX44" fmla="*/ 5133637 w 8353678"/>
                <a:gd name="connsiteY44" fmla="*/ 4556912 h 6858000"/>
                <a:gd name="connsiteX45" fmla="*/ 5133637 w 8353678"/>
                <a:gd name="connsiteY45" fmla="*/ 415153 h 6858000"/>
                <a:gd name="connsiteX46" fmla="*/ 3379684 w 8353678"/>
                <a:gd name="connsiteY46" fmla="*/ 415153 h 6858000"/>
                <a:gd name="connsiteX47" fmla="*/ 3216122 w 8353678"/>
                <a:gd name="connsiteY47" fmla="*/ 574489 h 6858000"/>
                <a:gd name="connsiteX48" fmla="*/ 3216122 w 8353678"/>
                <a:gd name="connsiteY48" fmla="*/ 3598377 h 6858000"/>
                <a:gd name="connsiteX49" fmla="*/ 2796570 w 8353678"/>
                <a:gd name="connsiteY49" fmla="*/ 3598377 h 6858000"/>
                <a:gd name="connsiteX50" fmla="*/ 2796570 w 8353678"/>
                <a:gd name="connsiteY50" fmla="*/ 574489 h 6858000"/>
                <a:gd name="connsiteX51" fmla="*/ 3383766 w 8353678"/>
                <a:gd name="connsiteY51" fmla="*/ 0 h 6858000"/>
                <a:gd name="connsiteX52" fmla="*/ 7609773 w 8353678"/>
                <a:gd name="connsiteY52" fmla="*/ 0 h 6858000"/>
                <a:gd name="connsiteX53" fmla="*/ 8353678 w 8353678"/>
                <a:gd name="connsiteY53" fmla="*/ 0 h 6858000"/>
                <a:gd name="connsiteX54" fmla="*/ 8353678 w 8353678"/>
                <a:gd name="connsiteY54" fmla="*/ 169420 h 6858000"/>
                <a:gd name="connsiteX55" fmla="*/ 7609773 w 8353678"/>
                <a:gd name="connsiteY55" fmla="*/ 169420 h 6858000"/>
                <a:gd name="connsiteX56" fmla="*/ 7185685 w 8353678"/>
                <a:gd name="connsiteY56" fmla="*/ 593505 h 6858000"/>
                <a:gd name="connsiteX57" fmla="*/ 7185685 w 8353678"/>
                <a:gd name="connsiteY57" fmla="*/ 1229674 h 6858000"/>
                <a:gd name="connsiteX58" fmla="*/ 6591950 w 8353678"/>
                <a:gd name="connsiteY58" fmla="*/ 1823720 h 6858000"/>
                <a:gd name="connsiteX59" fmla="*/ 6214603 w 8353678"/>
                <a:gd name="connsiteY59" fmla="*/ 1823720 h 6858000"/>
                <a:gd name="connsiteX60" fmla="*/ 6214603 w 8353678"/>
                <a:gd name="connsiteY60" fmla="*/ 1654301 h 6858000"/>
                <a:gd name="connsiteX61" fmla="*/ 6591950 w 8353678"/>
                <a:gd name="connsiteY61" fmla="*/ 1654301 h 6858000"/>
                <a:gd name="connsiteX62" fmla="*/ 7016038 w 8353678"/>
                <a:gd name="connsiteY62" fmla="*/ 1230136 h 6858000"/>
                <a:gd name="connsiteX63" fmla="*/ 7016038 w 8353678"/>
                <a:gd name="connsiteY63" fmla="*/ 593733 h 6858000"/>
                <a:gd name="connsiteX64" fmla="*/ 7609773 w 8353678"/>
                <a:gd name="connsiteY6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353678" h="6858000">
                  <a:moveTo>
                    <a:pt x="2796570" y="3598387"/>
                  </a:moveTo>
                  <a:lnTo>
                    <a:pt x="3215958" y="3598387"/>
                  </a:lnTo>
                  <a:lnTo>
                    <a:pt x="3215958" y="4292434"/>
                  </a:lnTo>
                  <a:lnTo>
                    <a:pt x="2796570" y="4292434"/>
                  </a:lnTo>
                  <a:close/>
                  <a:moveTo>
                    <a:pt x="6214603" y="3307835"/>
                  </a:moveTo>
                  <a:lnTo>
                    <a:pt x="6591950" y="3307835"/>
                  </a:lnTo>
                  <a:cubicBezTo>
                    <a:pt x="6919452" y="3308807"/>
                    <a:pt x="7184713" y="3574065"/>
                    <a:pt x="7185685" y="3901574"/>
                  </a:cubicBezTo>
                  <a:lnTo>
                    <a:pt x="7185685" y="4537740"/>
                  </a:lnTo>
                  <a:cubicBezTo>
                    <a:pt x="7186407" y="4771667"/>
                    <a:pt x="7375845" y="4961135"/>
                    <a:pt x="7609773" y="4961896"/>
                  </a:cubicBezTo>
                  <a:lnTo>
                    <a:pt x="8353678" y="4961896"/>
                  </a:lnTo>
                  <a:lnTo>
                    <a:pt x="8353678" y="5131315"/>
                  </a:lnTo>
                  <a:lnTo>
                    <a:pt x="7609773" y="5131315"/>
                  </a:lnTo>
                  <a:cubicBezTo>
                    <a:pt x="7282255" y="5130304"/>
                    <a:pt x="7017010" y="4865029"/>
                    <a:pt x="7016038" y="4537505"/>
                  </a:cubicBezTo>
                  <a:lnTo>
                    <a:pt x="7016038" y="3901338"/>
                  </a:lnTo>
                  <a:cubicBezTo>
                    <a:pt x="7015355" y="3667404"/>
                    <a:pt x="6825886" y="3477928"/>
                    <a:pt x="6591950" y="3477253"/>
                  </a:cubicBezTo>
                  <a:lnTo>
                    <a:pt x="6214603" y="3477253"/>
                  </a:lnTo>
                  <a:close/>
                  <a:moveTo>
                    <a:pt x="0" y="827002"/>
                  </a:moveTo>
                  <a:lnTo>
                    <a:pt x="744140" y="827002"/>
                  </a:lnTo>
                  <a:cubicBezTo>
                    <a:pt x="1071572" y="828147"/>
                    <a:pt x="1336676" y="1093383"/>
                    <a:pt x="1337648" y="1420813"/>
                  </a:cubicBezTo>
                  <a:lnTo>
                    <a:pt x="1337648" y="2057217"/>
                  </a:lnTo>
                  <a:cubicBezTo>
                    <a:pt x="1338323" y="2291151"/>
                    <a:pt x="1527800" y="2480628"/>
                    <a:pt x="1761735" y="2481302"/>
                  </a:cubicBezTo>
                  <a:lnTo>
                    <a:pt x="2139075" y="2481302"/>
                  </a:lnTo>
                  <a:lnTo>
                    <a:pt x="2139075" y="2650722"/>
                  </a:lnTo>
                  <a:lnTo>
                    <a:pt x="1761735" y="2650722"/>
                  </a:lnTo>
                  <a:cubicBezTo>
                    <a:pt x="1434085" y="2649961"/>
                    <a:pt x="1168620" y="2384631"/>
                    <a:pt x="1167687" y="2056981"/>
                  </a:cubicBezTo>
                  <a:lnTo>
                    <a:pt x="1167687" y="1420813"/>
                  </a:lnTo>
                  <a:cubicBezTo>
                    <a:pt x="1167099" y="1187004"/>
                    <a:pt x="977951" y="997480"/>
                    <a:pt x="744140" y="996422"/>
                  </a:cubicBezTo>
                  <a:lnTo>
                    <a:pt x="0" y="996422"/>
                  </a:lnTo>
                  <a:close/>
                  <a:moveTo>
                    <a:pt x="3383766" y="0"/>
                  </a:moveTo>
                  <a:lnTo>
                    <a:pt x="5557261" y="0"/>
                  </a:lnTo>
                  <a:lnTo>
                    <a:pt x="5557261" y="4552668"/>
                  </a:lnTo>
                  <a:cubicBezTo>
                    <a:pt x="5557261" y="4869410"/>
                    <a:pt x="5293502" y="5127157"/>
                    <a:pt x="4970065" y="5127157"/>
                  </a:cubicBezTo>
                  <a:lnTo>
                    <a:pt x="4258508" y="5128976"/>
                  </a:lnTo>
                  <a:lnTo>
                    <a:pt x="4258508" y="6858000"/>
                  </a:lnTo>
                  <a:lnTo>
                    <a:pt x="4095091" y="6858000"/>
                  </a:lnTo>
                  <a:lnTo>
                    <a:pt x="4095091" y="5129393"/>
                  </a:lnTo>
                  <a:lnTo>
                    <a:pt x="3895581" y="5129903"/>
                  </a:lnTo>
                  <a:lnTo>
                    <a:pt x="3627741" y="5130585"/>
                  </a:lnTo>
                  <a:lnTo>
                    <a:pt x="3627741" y="4719601"/>
                  </a:lnTo>
                  <a:lnTo>
                    <a:pt x="4006304" y="4718631"/>
                  </a:lnTo>
                  <a:lnTo>
                    <a:pt x="4006304" y="5129231"/>
                  </a:lnTo>
                  <a:lnTo>
                    <a:pt x="4006457" y="5129231"/>
                  </a:lnTo>
                  <a:lnTo>
                    <a:pt x="4006457" y="4718621"/>
                  </a:lnTo>
                  <a:lnTo>
                    <a:pt x="4969921" y="4716162"/>
                  </a:lnTo>
                  <a:cubicBezTo>
                    <a:pt x="5060245" y="4716162"/>
                    <a:pt x="5133637" y="4644691"/>
                    <a:pt x="5133637" y="4556912"/>
                  </a:cubicBezTo>
                  <a:lnTo>
                    <a:pt x="5133637" y="415153"/>
                  </a:lnTo>
                  <a:lnTo>
                    <a:pt x="3379684" y="415153"/>
                  </a:lnTo>
                  <a:cubicBezTo>
                    <a:pt x="3289504" y="415153"/>
                    <a:pt x="3216122" y="486615"/>
                    <a:pt x="3216122" y="574489"/>
                  </a:cubicBezTo>
                  <a:lnTo>
                    <a:pt x="3216122" y="3598377"/>
                  </a:lnTo>
                  <a:lnTo>
                    <a:pt x="2796570" y="3598377"/>
                  </a:lnTo>
                  <a:lnTo>
                    <a:pt x="2796570" y="574489"/>
                  </a:lnTo>
                  <a:cubicBezTo>
                    <a:pt x="2796570" y="257670"/>
                    <a:pt x="3060329" y="0"/>
                    <a:pt x="3383766" y="0"/>
                  </a:cubicBezTo>
                  <a:close/>
                  <a:moveTo>
                    <a:pt x="7609773" y="0"/>
                  </a:moveTo>
                  <a:lnTo>
                    <a:pt x="8353678" y="0"/>
                  </a:lnTo>
                  <a:lnTo>
                    <a:pt x="8353678" y="169420"/>
                  </a:lnTo>
                  <a:lnTo>
                    <a:pt x="7609773" y="169420"/>
                  </a:lnTo>
                  <a:cubicBezTo>
                    <a:pt x="7375853" y="170141"/>
                    <a:pt x="7186407" y="359586"/>
                    <a:pt x="7185685" y="593505"/>
                  </a:cubicBezTo>
                  <a:lnTo>
                    <a:pt x="7185685" y="1229674"/>
                  </a:lnTo>
                  <a:cubicBezTo>
                    <a:pt x="7184838" y="1557284"/>
                    <a:pt x="6919554" y="1822701"/>
                    <a:pt x="6591950" y="1823720"/>
                  </a:cubicBezTo>
                  <a:lnTo>
                    <a:pt x="6214603" y="1823720"/>
                  </a:lnTo>
                  <a:lnTo>
                    <a:pt x="6214603" y="1654301"/>
                  </a:lnTo>
                  <a:lnTo>
                    <a:pt x="6591950" y="1654301"/>
                  </a:lnTo>
                  <a:cubicBezTo>
                    <a:pt x="6825910" y="1653626"/>
                    <a:pt x="7015403" y="1464102"/>
                    <a:pt x="7016038" y="1230136"/>
                  </a:cubicBezTo>
                  <a:lnTo>
                    <a:pt x="7016038" y="593733"/>
                  </a:lnTo>
                  <a:cubicBezTo>
                    <a:pt x="7017010" y="266232"/>
                    <a:pt x="7282263" y="972"/>
                    <a:pt x="7609773" y="0"/>
                  </a:cubicBezTo>
                  <a:close/>
                </a:path>
              </a:pathLst>
            </a:custGeom>
            <a:solidFill>
              <a:schemeClr val="accent2"/>
            </a:solidFill>
            <a:ln w="979" cap="flat">
              <a:noFill/>
              <a:prstDash val="solid"/>
              <a:miter/>
            </a:ln>
          </p:spPr>
          <p:txBody>
            <a:bodyPr wrap="square" rtlCol="0" anchor="ctr">
              <a:noAutofit/>
            </a:bodyPr>
            <a:lstStyle/>
            <a:p>
              <a:endParaRPr lang="en-US" dirty="0"/>
            </a:p>
          </p:txBody>
        </p:sp>
        <p:sp>
          <p:nvSpPr>
            <p:cNvPr id="2892" name="Freeform: Shape 2891">
              <a:extLst>
                <a:ext uri="{FF2B5EF4-FFF2-40B4-BE49-F238E27FC236}">
                  <a16:creationId xmlns:a16="http://schemas.microsoft.com/office/drawing/2014/main" id="{74AE3770-5968-90EA-A0CC-43B52A9D1164}"/>
                </a:ext>
                <a:ext uri="{C183D7F6-B498-43B3-948B-1728B52AA6E4}">
                  <adec:decorative xmlns:adec="http://schemas.microsoft.com/office/drawing/2017/decorative" val="1"/>
                </a:ext>
              </a:extLst>
            </p:cNvPr>
            <p:cNvSpPr/>
            <p:nvPr/>
          </p:nvSpPr>
          <p:spPr>
            <a:xfrm>
              <a:off x="769141" y="904657"/>
              <a:ext cx="297021" cy="254865"/>
            </a:xfrm>
            <a:custGeom>
              <a:avLst/>
              <a:gdLst>
                <a:gd name="connsiteX0" fmla="*/ 748549 w 4455311"/>
                <a:gd name="connsiteY0" fmla="*/ 3184636 h 3822972"/>
                <a:gd name="connsiteX1" fmla="*/ 1386876 w 4455311"/>
                <a:gd name="connsiteY1" fmla="*/ 3184636 h 3822972"/>
                <a:gd name="connsiteX2" fmla="*/ 1386876 w 4455311"/>
                <a:gd name="connsiteY2" fmla="*/ 3822972 h 3822972"/>
                <a:gd name="connsiteX3" fmla="*/ 748549 w 4455311"/>
                <a:gd name="connsiteY3" fmla="*/ 3822972 h 3822972"/>
                <a:gd name="connsiteX4" fmla="*/ 3816984 w 4455311"/>
                <a:gd name="connsiteY4" fmla="*/ 1661734 h 3822972"/>
                <a:gd name="connsiteX5" fmla="*/ 4455311 w 4455311"/>
                <a:gd name="connsiteY5" fmla="*/ 1661734 h 3822972"/>
                <a:gd name="connsiteX6" fmla="*/ 4455311 w 4455311"/>
                <a:gd name="connsiteY6" fmla="*/ 2300060 h 3822972"/>
                <a:gd name="connsiteX7" fmla="*/ 3816984 w 4455311"/>
                <a:gd name="connsiteY7" fmla="*/ 2300060 h 3822972"/>
                <a:gd name="connsiteX8" fmla="*/ 0 w 4455311"/>
                <a:gd name="connsiteY8" fmla="*/ 842694 h 3822972"/>
                <a:gd name="connsiteX9" fmla="*/ 638327 w 4455311"/>
                <a:gd name="connsiteY9" fmla="*/ 842694 h 3822972"/>
                <a:gd name="connsiteX10" fmla="*/ 638327 w 4455311"/>
                <a:gd name="connsiteY10" fmla="*/ 1481020 h 3822972"/>
                <a:gd name="connsiteX11" fmla="*/ 0 w 4455311"/>
                <a:gd name="connsiteY11" fmla="*/ 1481020 h 3822972"/>
                <a:gd name="connsiteX12" fmla="*/ 2647513 w 4455311"/>
                <a:gd name="connsiteY12" fmla="*/ 154669 h 3822972"/>
                <a:gd name="connsiteX13" fmla="*/ 2214952 w 4455311"/>
                <a:gd name="connsiteY13" fmla="*/ 939312 h 3822972"/>
                <a:gd name="connsiteX14" fmla="*/ 2660293 w 4455311"/>
                <a:gd name="connsiteY14" fmla="*/ 939312 h 3822972"/>
                <a:gd name="connsiteX15" fmla="*/ 2134324 w 4455311"/>
                <a:gd name="connsiteY15" fmla="*/ 1707160 h 3822972"/>
                <a:gd name="connsiteX16" fmla="*/ 2333703 w 4455311"/>
                <a:gd name="connsiteY16" fmla="*/ 1724104 h 3822972"/>
                <a:gd name="connsiteX17" fmla="*/ 1812046 w 4455311"/>
                <a:gd name="connsiteY17" fmla="*/ 2165204 h 3822972"/>
                <a:gd name="connsiteX18" fmla="*/ 1867184 w 4455311"/>
                <a:gd name="connsiteY18" fmla="*/ 1490609 h 3822972"/>
                <a:gd name="connsiteX19" fmla="*/ 1985934 w 4455311"/>
                <a:gd name="connsiteY19" fmla="*/ 1634851 h 3822972"/>
                <a:gd name="connsiteX20" fmla="*/ 2223428 w 4455311"/>
                <a:gd name="connsiteY20" fmla="*/ 1147081 h 3822972"/>
                <a:gd name="connsiteX21" fmla="*/ 1812046 w 4455311"/>
                <a:gd name="connsiteY21" fmla="*/ 1151316 h 3822972"/>
                <a:gd name="connsiteX22" fmla="*/ 2223428 w 4455311"/>
                <a:gd name="connsiteY22" fmla="*/ 158903 h 3822972"/>
                <a:gd name="connsiteX23" fmla="*/ 3816984 w 4455311"/>
                <a:gd name="connsiteY23" fmla="*/ 0 h 3822972"/>
                <a:gd name="connsiteX24" fmla="*/ 4455311 w 4455311"/>
                <a:gd name="connsiteY24" fmla="*/ 0 h 3822972"/>
                <a:gd name="connsiteX25" fmla="*/ 4455311 w 4455311"/>
                <a:gd name="connsiteY25" fmla="*/ 638326 h 3822972"/>
                <a:gd name="connsiteX26" fmla="*/ 3816984 w 4455311"/>
                <a:gd name="connsiteY26" fmla="*/ 638326 h 38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5311" h="3822972">
                  <a:moveTo>
                    <a:pt x="748549" y="3184636"/>
                  </a:moveTo>
                  <a:lnTo>
                    <a:pt x="1386876" y="3184636"/>
                  </a:lnTo>
                  <a:lnTo>
                    <a:pt x="1386876" y="3822972"/>
                  </a:lnTo>
                  <a:lnTo>
                    <a:pt x="748549" y="3822972"/>
                  </a:lnTo>
                  <a:close/>
                  <a:moveTo>
                    <a:pt x="3816984" y="1661734"/>
                  </a:moveTo>
                  <a:lnTo>
                    <a:pt x="4455311" y="1661734"/>
                  </a:lnTo>
                  <a:lnTo>
                    <a:pt x="4455311" y="2300060"/>
                  </a:lnTo>
                  <a:lnTo>
                    <a:pt x="3816984" y="2300060"/>
                  </a:lnTo>
                  <a:close/>
                  <a:moveTo>
                    <a:pt x="0" y="842694"/>
                  </a:moveTo>
                  <a:lnTo>
                    <a:pt x="638327" y="842694"/>
                  </a:lnTo>
                  <a:lnTo>
                    <a:pt x="638327" y="1481020"/>
                  </a:lnTo>
                  <a:lnTo>
                    <a:pt x="0" y="1481020"/>
                  </a:lnTo>
                  <a:close/>
                  <a:moveTo>
                    <a:pt x="2647513" y="154669"/>
                  </a:moveTo>
                  <a:lnTo>
                    <a:pt x="2214952" y="939312"/>
                  </a:lnTo>
                  <a:lnTo>
                    <a:pt x="2660293" y="939312"/>
                  </a:lnTo>
                  <a:lnTo>
                    <a:pt x="2134324" y="1707160"/>
                  </a:lnTo>
                  <a:lnTo>
                    <a:pt x="2333703" y="1724104"/>
                  </a:lnTo>
                  <a:lnTo>
                    <a:pt x="1812046" y="2165204"/>
                  </a:lnTo>
                  <a:lnTo>
                    <a:pt x="1867184" y="1490609"/>
                  </a:lnTo>
                  <a:lnTo>
                    <a:pt x="1985934" y="1634851"/>
                  </a:lnTo>
                  <a:lnTo>
                    <a:pt x="2223428" y="1147081"/>
                  </a:lnTo>
                  <a:lnTo>
                    <a:pt x="1812046" y="1151316"/>
                  </a:lnTo>
                  <a:lnTo>
                    <a:pt x="2223428" y="158903"/>
                  </a:lnTo>
                  <a:close/>
                  <a:moveTo>
                    <a:pt x="3816984" y="0"/>
                  </a:moveTo>
                  <a:lnTo>
                    <a:pt x="4455311" y="0"/>
                  </a:lnTo>
                  <a:lnTo>
                    <a:pt x="4455311" y="638326"/>
                  </a:lnTo>
                  <a:lnTo>
                    <a:pt x="3816984" y="638326"/>
                  </a:lnTo>
                  <a:close/>
                </a:path>
              </a:pathLst>
            </a:custGeom>
            <a:solidFill>
              <a:schemeClr val="accent1"/>
            </a:solidFill>
            <a:ln w="979" cap="flat">
              <a:noFill/>
              <a:prstDash val="solid"/>
              <a:miter/>
            </a:ln>
          </p:spPr>
          <p:txBody>
            <a:bodyPr wrap="square" rtlCol="0" anchor="ctr">
              <a:noAutofit/>
            </a:bodyPr>
            <a:lstStyle/>
            <a:p>
              <a:endParaRPr lang="en-US"/>
            </a:p>
          </p:txBody>
        </p:sp>
      </p:grpSp>
      <p:grpSp>
        <p:nvGrpSpPr>
          <p:cNvPr id="94" name="Group 93">
            <a:extLst>
              <a:ext uri="{FF2B5EF4-FFF2-40B4-BE49-F238E27FC236}">
                <a16:creationId xmlns:a16="http://schemas.microsoft.com/office/drawing/2014/main" id="{D16DFD2A-20C2-D4F9-92E7-A8B7B3D19ECD}"/>
              </a:ext>
              <a:ext uri="{C183D7F6-B498-43B3-948B-1728B52AA6E4}">
                <adec:decorative xmlns:adec="http://schemas.microsoft.com/office/drawing/2017/decorative" val="1"/>
              </a:ext>
            </a:extLst>
          </p:cNvPr>
          <p:cNvGrpSpPr>
            <a:grpSpLocks noChangeAspect="1"/>
          </p:cNvGrpSpPr>
          <p:nvPr/>
        </p:nvGrpSpPr>
        <p:grpSpPr>
          <a:xfrm>
            <a:off x="1339480" y="879371"/>
            <a:ext cx="485584" cy="320040"/>
            <a:chOff x="1339480" y="879371"/>
            <a:chExt cx="485584" cy="320040"/>
          </a:xfrm>
          <a:solidFill>
            <a:srgbClr val="FF0000"/>
          </a:solidFill>
        </p:grpSpPr>
        <p:sp>
          <p:nvSpPr>
            <p:cNvPr id="2895" name="Freeform: Shape 2894">
              <a:extLst>
                <a:ext uri="{FF2B5EF4-FFF2-40B4-BE49-F238E27FC236}">
                  <a16:creationId xmlns:a16="http://schemas.microsoft.com/office/drawing/2014/main" id="{53ED9542-A668-F1F4-6193-31B446A8B21E}"/>
                </a:ext>
                <a:ext uri="{C183D7F6-B498-43B3-948B-1728B52AA6E4}">
                  <adec:decorative xmlns:adec="http://schemas.microsoft.com/office/drawing/2017/decorative" val="1"/>
                </a:ext>
              </a:extLst>
            </p:cNvPr>
            <p:cNvSpPr/>
            <p:nvPr/>
          </p:nvSpPr>
          <p:spPr>
            <a:xfrm>
              <a:off x="1339480" y="879371"/>
              <a:ext cx="485584" cy="312225"/>
            </a:xfrm>
            <a:custGeom>
              <a:avLst/>
              <a:gdLst>
                <a:gd name="connsiteX0" fmla="*/ 440861 w 840820"/>
                <a:gd name="connsiteY0" fmla="*/ 343 h 540638"/>
                <a:gd name="connsiteX1" fmla="*/ 482764 w 840820"/>
                <a:gd name="connsiteY1" fmla="*/ 5835 h 540638"/>
                <a:gd name="connsiteX2" fmla="*/ 579598 w 840820"/>
                <a:gd name="connsiteY2" fmla="*/ 32507 h 540638"/>
                <a:gd name="connsiteX3" fmla="*/ 632447 w 840820"/>
                <a:gd name="connsiteY3" fmla="*/ 51478 h 540638"/>
                <a:gd name="connsiteX4" fmla="*/ 689506 w 840820"/>
                <a:gd name="connsiteY4" fmla="*/ 64889 h 540638"/>
                <a:gd name="connsiteX5" fmla="*/ 718787 w 840820"/>
                <a:gd name="connsiteY5" fmla="*/ 67793 h 540638"/>
                <a:gd name="connsiteX6" fmla="*/ 746055 w 840820"/>
                <a:gd name="connsiteY6" fmla="*/ 68722 h 540638"/>
                <a:gd name="connsiteX7" fmla="*/ 834687 w 840820"/>
                <a:gd name="connsiteY7" fmla="*/ 50212 h 540638"/>
                <a:gd name="connsiteX8" fmla="*/ 840389 w 840820"/>
                <a:gd name="connsiteY8" fmla="*/ 48121 h 540638"/>
                <a:gd name="connsiteX9" fmla="*/ 840389 w 840820"/>
                <a:gd name="connsiteY9" fmla="*/ 96977 h 540638"/>
                <a:gd name="connsiteX10" fmla="*/ 786638 w 840820"/>
                <a:gd name="connsiteY10" fmla="*/ 110191 h 540638"/>
                <a:gd name="connsiteX11" fmla="*/ 721246 w 840820"/>
                <a:gd name="connsiteY11" fmla="*/ 113749 h 540638"/>
                <a:gd name="connsiteX12" fmla="*/ 663634 w 840820"/>
                <a:gd name="connsiteY12" fmla="*/ 106130 h 540638"/>
                <a:gd name="connsiteX13" fmla="*/ 605798 w 840820"/>
                <a:gd name="connsiteY13" fmla="*/ 90311 h 540638"/>
                <a:gd name="connsiteX14" fmla="*/ 559196 w 840820"/>
                <a:gd name="connsiteY14" fmla="*/ 73407 h 540638"/>
                <a:gd name="connsiteX15" fmla="*/ 555430 w 840820"/>
                <a:gd name="connsiteY15" fmla="*/ 72903 h 540638"/>
                <a:gd name="connsiteX16" fmla="*/ 558184 w 840820"/>
                <a:gd name="connsiteY16" fmla="*/ 74393 h 540638"/>
                <a:gd name="connsiteX17" fmla="*/ 592225 w 840820"/>
                <a:gd name="connsiteY17" fmla="*/ 104647 h 540638"/>
                <a:gd name="connsiteX18" fmla="*/ 611035 w 840820"/>
                <a:gd name="connsiteY18" fmla="*/ 121466 h 540638"/>
                <a:gd name="connsiteX19" fmla="*/ 652450 w 840820"/>
                <a:gd name="connsiteY19" fmla="*/ 158020 h 540638"/>
                <a:gd name="connsiteX20" fmla="*/ 672662 w 840820"/>
                <a:gd name="connsiteY20" fmla="*/ 176212 h 540638"/>
                <a:gd name="connsiteX21" fmla="*/ 712337 w 840820"/>
                <a:gd name="connsiteY21" fmla="*/ 211036 h 540638"/>
                <a:gd name="connsiteX22" fmla="*/ 732189 w 840820"/>
                <a:gd name="connsiteY22" fmla="*/ 228896 h 540638"/>
                <a:gd name="connsiteX23" fmla="*/ 743749 w 840820"/>
                <a:gd name="connsiteY23" fmla="*/ 239292 h 540638"/>
                <a:gd name="connsiteX24" fmla="*/ 748094 w 840820"/>
                <a:gd name="connsiteY24" fmla="*/ 239367 h 540638"/>
                <a:gd name="connsiteX25" fmla="*/ 760005 w 840820"/>
                <a:gd name="connsiteY25" fmla="*/ 229565 h 540638"/>
                <a:gd name="connsiteX26" fmla="*/ 790655 w 840820"/>
                <a:gd name="connsiteY26" fmla="*/ 201915 h 540638"/>
                <a:gd name="connsiteX27" fmla="*/ 833142 w 840820"/>
                <a:gd name="connsiteY27" fmla="*/ 164352 h 540638"/>
                <a:gd name="connsiteX28" fmla="*/ 840732 w 840820"/>
                <a:gd name="connsiteY28" fmla="*/ 158271 h 540638"/>
                <a:gd name="connsiteX29" fmla="*/ 840732 w 840820"/>
                <a:gd name="connsiteY29" fmla="*/ 183995 h 540638"/>
                <a:gd name="connsiteX30" fmla="*/ 840816 w 840820"/>
                <a:gd name="connsiteY30" fmla="*/ 213941 h 540638"/>
                <a:gd name="connsiteX31" fmla="*/ 837433 w 840820"/>
                <a:gd name="connsiteY31" fmla="*/ 221984 h 540638"/>
                <a:gd name="connsiteX32" fmla="*/ 810568 w 840820"/>
                <a:gd name="connsiteY32" fmla="*/ 245781 h 540638"/>
                <a:gd name="connsiteX33" fmla="*/ 780555 w 840820"/>
                <a:gd name="connsiteY33" fmla="*/ 271820 h 540638"/>
                <a:gd name="connsiteX34" fmla="*/ 806219 w 840820"/>
                <a:gd name="connsiteY34" fmla="*/ 294129 h 540638"/>
                <a:gd name="connsiteX35" fmla="*/ 825032 w 840820"/>
                <a:gd name="connsiteY35" fmla="*/ 310943 h 540638"/>
                <a:gd name="connsiteX36" fmla="*/ 838917 w 840820"/>
                <a:gd name="connsiteY36" fmla="*/ 323886 h 540638"/>
                <a:gd name="connsiteX37" fmla="*/ 840656 w 840820"/>
                <a:gd name="connsiteY37" fmla="*/ 327201 h 540638"/>
                <a:gd name="connsiteX38" fmla="*/ 840732 w 840820"/>
                <a:gd name="connsiteY38" fmla="*/ 385890 h 540638"/>
                <a:gd name="connsiteX39" fmla="*/ 746507 w 840820"/>
                <a:gd name="connsiteY39" fmla="*/ 302435 h 540638"/>
                <a:gd name="connsiteX40" fmla="*/ 730149 w 840820"/>
                <a:gd name="connsiteY40" fmla="*/ 316446 h 540638"/>
                <a:gd name="connsiteX41" fmla="*/ 679315 w 840820"/>
                <a:gd name="connsiteY41" fmla="*/ 361394 h 540638"/>
                <a:gd name="connsiteX42" fmla="*/ 650046 w 840820"/>
                <a:gd name="connsiteY42" fmla="*/ 387650 h 540638"/>
                <a:gd name="connsiteX43" fmla="*/ 611759 w 840820"/>
                <a:gd name="connsiteY43" fmla="*/ 421085 h 540638"/>
                <a:gd name="connsiteX44" fmla="*/ 593999 w 840820"/>
                <a:gd name="connsiteY44" fmla="*/ 436872 h 540638"/>
                <a:gd name="connsiteX45" fmla="*/ 556042 w 840820"/>
                <a:gd name="connsiteY45" fmla="*/ 470858 h 540638"/>
                <a:gd name="connsiteX46" fmla="*/ 554249 w 840820"/>
                <a:gd name="connsiteY46" fmla="*/ 472734 h 540638"/>
                <a:gd name="connsiteX47" fmla="*/ 552210 w 840820"/>
                <a:gd name="connsiteY47" fmla="*/ 473837 h 540638"/>
                <a:gd name="connsiteX48" fmla="*/ 552467 w 840820"/>
                <a:gd name="connsiteY48" fmla="*/ 474582 h 540638"/>
                <a:gd name="connsiteX49" fmla="*/ 555025 w 840820"/>
                <a:gd name="connsiteY49" fmla="*/ 473526 h 540638"/>
                <a:gd name="connsiteX50" fmla="*/ 588339 w 840820"/>
                <a:gd name="connsiteY50" fmla="*/ 462186 h 540638"/>
                <a:gd name="connsiteX51" fmla="*/ 649090 w 840820"/>
                <a:gd name="connsiteY51" fmla="*/ 442871 h 540638"/>
                <a:gd name="connsiteX52" fmla="*/ 691434 w 840820"/>
                <a:gd name="connsiteY52" fmla="*/ 435143 h 540638"/>
                <a:gd name="connsiteX53" fmla="*/ 751151 w 840820"/>
                <a:gd name="connsiteY53" fmla="*/ 432455 h 540638"/>
                <a:gd name="connsiteX54" fmla="*/ 801667 w 840820"/>
                <a:gd name="connsiteY54" fmla="*/ 438917 h 540638"/>
                <a:gd name="connsiteX55" fmla="*/ 840544 w 840820"/>
                <a:gd name="connsiteY55" fmla="*/ 448514 h 540638"/>
                <a:gd name="connsiteX56" fmla="*/ 840544 w 840820"/>
                <a:gd name="connsiteY56" fmla="*/ 497778 h 540638"/>
                <a:gd name="connsiteX57" fmla="*/ 815488 w 840820"/>
                <a:gd name="connsiteY57" fmla="*/ 489011 h 540638"/>
                <a:gd name="connsiteX58" fmla="*/ 776881 w 840820"/>
                <a:gd name="connsiteY58" fmla="*/ 480357 h 540638"/>
                <a:gd name="connsiteX59" fmla="*/ 720118 w 840820"/>
                <a:gd name="connsiteY59" fmla="*/ 477585 h 540638"/>
                <a:gd name="connsiteX60" fmla="*/ 682440 w 840820"/>
                <a:gd name="connsiteY60" fmla="*/ 482266 h 540638"/>
                <a:gd name="connsiteX61" fmla="*/ 621170 w 840820"/>
                <a:gd name="connsiteY61" fmla="*/ 498297 h 540638"/>
                <a:gd name="connsiteX62" fmla="*/ 561525 w 840820"/>
                <a:gd name="connsiteY62" fmla="*/ 519468 h 540638"/>
                <a:gd name="connsiteX63" fmla="*/ 486196 w 840820"/>
                <a:gd name="connsiteY63" fmla="*/ 539992 h 540638"/>
                <a:gd name="connsiteX64" fmla="*/ 481078 w 840820"/>
                <a:gd name="connsiteY64" fmla="*/ 540638 h 540638"/>
                <a:gd name="connsiteX65" fmla="*/ 481078 w 840820"/>
                <a:gd name="connsiteY65" fmla="*/ 474195 h 540638"/>
                <a:gd name="connsiteX66" fmla="*/ 490960 w 840820"/>
                <a:gd name="connsiteY66" fmla="*/ 467425 h 540638"/>
                <a:gd name="connsiteX67" fmla="*/ 532288 w 840820"/>
                <a:gd name="connsiteY67" fmla="*/ 430783 h 540638"/>
                <a:gd name="connsiteX68" fmla="*/ 551807 w 840820"/>
                <a:gd name="connsiteY68" fmla="*/ 413288 h 540638"/>
                <a:gd name="connsiteX69" fmla="*/ 589039 w 840820"/>
                <a:gd name="connsiteY69" fmla="*/ 380883 h 540638"/>
                <a:gd name="connsiteX70" fmla="*/ 619356 w 840820"/>
                <a:gd name="connsiteY70" fmla="*/ 353598 h 540638"/>
                <a:gd name="connsiteX71" fmla="*/ 661468 w 840820"/>
                <a:gd name="connsiteY71" fmla="*/ 316357 h 540638"/>
                <a:gd name="connsiteX72" fmla="*/ 679958 w 840820"/>
                <a:gd name="connsiteY72" fmla="*/ 299921 h 540638"/>
                <a:gd name="connsiteX73" fmla="*/ 712041 w 840820"/>
                <a:gd name="connsiteY73" fmla="*/ 271980 h 540638"/>
                <a:gd name="connsiteX74" fmla="*/ 681023 w 840820"/>
                <a:gd name="connsiteY74" fmla="*/ 244483 h 540638"/>
                <a:gd name="connsiteX75" fmla="*/ 660117 w 840820"/>
                <a:gd name="connsiteY75" fmla="*/ 225599 h 540638"/>
                <a:gd name="connsiteX76" fmla="*/ 620795 w 840820"/>
                <a:gd name="connsiteY76" fmla="*/ 191119 h 540638"/>
                <a:gd name="connsiteX77" fmla="*/ 600230 w 840820"/>
                <a:gd name="connsiteY77" fmla="*/ 172590 h 540638"/>
                <a:gd name="connsiteX78" fmla="*/ 562649 w 840820"/>
                <a:gd name="connsiteY78" fmla="*/ 139839 h 540638"/>
                <a:gd name="connsiteX79" fmla="*/ 532684 w 840820"/>
                <a:gd name="connsiteY79" fmla="*/ 112896 h 540638"/>
                <a:gd name="connsiteX80" fmla="*/ 490885 w 840820"/>
                <a:gd name="connsiteY80" fmla="*/ 76041 h 540638"/>
                <a:gd name="connsiteX81" fmla="*/ 472097 w 840820"/>
                <a:gd name="connsiteY81" fmla="*/ 61052 h 540638"/>
                <a:gd name="connsiteX82" fmla="*/ 410545 w 840820"/>
                <a:gd name="connsiteY82" fmla="*/ 46146 h 540638"/>
                <a:gd name="connsiteX83" fmla="*/ 370204 w 840820"/>
                <a:gd name="connsiteY83" fmla="*/ 60798 h 540638"/>
                <a:gd name="connsiteX84" fmla="*/ 333202 w 840820"/>
                <a:gd name="connsiteY84" fmla="*/ 91782 h 540638"/>
                <a:gd name="connsiteX85" fmla="*/ 312625 w 840820"/>
                <a:gd name="connsiteY85" fmla="*/ 110298 h 540638"/>
                <a:gd name="connsiteX86" fmla="*/ 271907 w 840820"/>
                <a:gd name="connsiteY86" fmla="*/ 146157 h 540638"/>
                <a:gd name="connsiteX87" fmla="*/ 252743 w 840820"/>
                <a:gd name="connsiteY87" fmla="*/ 163313 h 540638"/>
                <a:gd name="connsiteX88" fmla="*/ 212021 w 840820"/>
                <a:gd name="connsiteY88" fmla="*/ 199168 h 540638"/>
                <a:gd name="connsiteX89" fmla="*/ 192857 w 840820"/>
                <a:gd name="connsiteY89" fmla="*/ 216324 h 540638"/>
                <a:gd name="connsiteX90" fmla="*/ 152128 w 840820"/>
                <a:gd name="connsiteY90" fmla="*/ 252170 h 540638"/>
                <a:gd name="connsiteX91" fmla="*/ 129804 w 840820"/>
                <a:gd name="connsiteY91" fmla="*/ 271750 h 540638"/>
                <a:gd name="connsiteX92" fmla="*/ 142999 w 840820"/>
                <a:gd name="connsiteY92" fmla="*/ 283884 h 540638"/>
                <a:gd name="connsiteX93" fmla="*/ 189986 w 840820"/>
                <a:gd name="connsiteY93" fmla="*/ 325040 h 540638"/>
                <a:gd name="connsiteX94" fmla="*/ 223410 w 840820"/>
                <a:gd name="connsiteY94" fmla="*/ 354541 h 540638"/>
                <a:gd name="connsiteX95" fmla="*/ 275298 w 840820"/>
                <a:gd name="connsiteY95" fmla="*/ 400512 h 540638"/>
                <a:gd name="connsiteX96" fmla="*/ 309066 w 840820"/>
                <a:gd name="connsiteY96" fmla="*/ 430364 h 540638"/>
                <a:gd name="connsiteX97" fmla="*/ 351459 w 840820"/>
                <a:gd name="connsiteY97" fmla="*/ 468022 h 540638"/>
                <a:gd name="connsiteX98" fmla="*/ 357778 w 840820"/>
                <a:gd name="connsiteY98" fmla="*/ 472377 h 540638"/>
                <a:gd name="connsiteX99" fmla="*/ 357778 w 840820"/>
                <a:gd name="connsiteY99" fmla="*/ 539519 h 540638"/>
                <a:gd name="connsiteX100" fmla="*/ 342024 w 840820"/>
                <a:gd name="connsiteY100" fmla="*/ 536994 h 540638"/>
                <a:gd name="connsiteX101" fmla="*/ 267464 w 840820"/>
                <a:gd name="connsiteY101" fmla="*/ 515498 h 540638"/>
                <a:gd name="connsiteX102" fmla="*/ 203742 w 840820"/>
                <a:gd name="connsiteY102" fmla="*/ 492961 h 540638"/>
                <a:gd name="connsiteX103" fmla="*/ 147465 w 840820"/>
                <a:gd name="connsiteY103" fmla="*/ 480187 h 540638"/>
                <a:gd name="connsiteX104" fmla="*/ 89688 w 840820"/>
                <a:gd name="connsiteY104" fmla="*/ 477622 h 540638"/>
                <a:gd name="connsiteX105" fmla="*/ 45527 w 840820"/>
                <a:gd name="connsiteY105" fmla="*/ 483931 h 540638"/>
                <a:gd name="connsiteX106" fmla="*/ 2092 w 840820"/>
                <a:gd name="connsiteY106" fmla="*/ 497926 h 540638"/>
                <a:gd name="connsiteX107" fmla="*/ 88 w 840820"/>
                <a:gd name="connsiteY107" fmla="*/ 497814 h 540638"/>
                <a:gd name="connsiteX108" fmla="*/ 88 w 840820"/>
                <a:gd name="connsiteY108" fmla="*/ 470541 h 540638"/>
                <a:gd name="connsiteX109" fmla="*/ 55 w 840820"/>
                <a:gd name="connsiteY109" fmla="*/ 453356 h 540638"/>
                <a:gd name="connsiteX110" fmla="*/ 3439 w 840820"/>
                <a:gd name="connsiteY110" fmla="*/ 448590 h 540638"/>
                <a:gd name="connsiteX111" fmla="*/ 54329 w 840820"/>
                <a:gd name="connsiteY111" fmla="*/ 436006 h 540638"/>
                <a:gd name="connsiteX112" fmla="*/ 123668 w 840820"/>
                <a:gd name="connsiteY112" fmla="*/ 432434 h 540638"/>
                <a:gd name="connsiteX113" fmla="*/ 168986 w 840820"/>
                <a:gd name="connsiteY113" fmla="*/ 438066 h 540638"/>
                <a:gd name="connsiteX114" fmla="*/ 239384 w 840820"/>
                <a:gd name="connsiteY114" fmla="*/ 456832 h 540638"/>
                <a:gd name="connsiteX115" fmla="*/ 286667 w 840820"/>
                <a:gd name="connsiteY115" fmla="*/ 474353 h 540638"/>
                <a:gd name="connsiteX116" fmla="*/ 289345 w 840820"/>
                <a:gd name="connsiteY116" fmla="*/ 474373 h 540638"/>
                <a:gd name="connsiteX117" fmla="*/ 274112 w 840820"/>
                <a:gd name="connsiteY117" fmla="*/ 460263 h 540638"/>
                <a:gd name="connsiteX118" fmla="*/ 251491 w 840820"/>
                <a:gd name="connsiteY118" fmla="*/ 440537 h 540638"/>
                <a:gd name="connsiteX119" fmla="*/ 212145 w 840820"/>
                <a:gd name="connsiteY119" fmla="*/ 406071 h 540638"/>
                <a:gd name="connsiteX120" fmla="*/ 191580 w 840820"/>
                <a:gd name="connsiteY120" fmla="*/ 387533 h 540638"/>
                <a:gd name="connsiteX121" fmla="*/ 152242 w 840820"/>
                <a:gd name="connsiteY121" fmla="*/ 353056 h 540638"/>
                <a:gd name="connsiteX122" fmla="*/ 133777 w 840820"/>
                <a:gd name="connsiteY122" fmla="*/ 336582 h 540638"/>
                <a:gd name="connsiteX123" fmla="*/ 95401 w 840820"/>
                <a:gd name="connsiteY123" fmla="*/ 302284 h 540638"/>
                <a:gd name="connsiteX124" fmla="*/ 458 w 840820"/>
                <a:gd name="connsiteY124" fmla="*/ 386250 h 540638"/>
                <a:gd name="connsiteX125" fmla="*/ 100 w 840820"/>
                <a:gd name="connsiteY125" fmla="*/ 380835 h 540638"/>
                <a:gd name="connsiteX126" fmla="*/ 3 w 840820"/>
                <a:gd name="connsiteY126" fmla="*/ 332226 h 540638"/>
                <a:gd name="connsiteX127" fmla="*/ 4762 w 840820"/>
                <a:gd name="connsiteY127" fmla="*/ 321678 h 540638"/>
                <a:gd name="connsiteX128" fmla="*/ 21931 w 840820"/>
                <a:gd name="connsiteY128" fmla="*/ 306734 h 540638"/>
                <a:gd name="connsiteX129" fmla="*/ 58158 w 840820"/>
                <a:gd name="connsiteY129" fmla="*/ 274472 h 540638"/>
                <a:gd name="connsiteX130" fmla="*/ 61321 w 840820"/>
                <a:gd name="connsiteY130" fmla="*/ 271996 h 540638"/>
                <a:gd name="connsiteX131" fmla="*/ 41028 w 840820"/>
                <a:gd name="connsiteY131" fmla="*/ 254579 h 540638"/>
                <a:gd name="connsiteX132" fmla="*/ 3169 w 840820"/>
                <a:gd name="connsiteY132" fmla="*/ 220471 h 540638"/>
                <a:gd name="connsiteX133" fmla="*/ 220 w 840820"/>
                <a:gd name="connsiteY133" fmla="*/ 213419 h 540638"/>
                <a:gd name="connsiteX134" fmla="*/ 88 w 840820"/>
                <a:gd name="connsiteY134" fmla="*/ 157516 h 540638"/>
                <a:gd name="connsiteX135" fmla="*/ 9458 w 840820"/>
                <a:gd name="connsiteY135" fmla="*/ 165169 h 540638"/>
                <a:gd name="connsiteX136" fmla="*/ 39786 w 840820"/>
                <a:gd name="connsiteY136" fmla="*/ 192454 h 540638"/>
                <a:gd name="connsiteX137" fmla="*/ 85725 w 840820"/>
                <a:gd name="connsiteY137" fmla="*/ 232594 h 540638"/>
                <a:gd name="connsiteX138" fmla="*/ 91642 w 840820"/>
                <a:gd name="connsiteY138" fmla="*/ 238476 h 540638"/>
                <a:gd name="connsiteX139" fmla="*/ 99048 w 840820"/>
                <a:gd name="connsiteY139" fmla="*/ 238520 h 540638"/>
                <a:gd name="connsiteX140" fmla="*/ 129328 w 840820"/>
                <a:gd name="connsiteY140" fmla="*/ 211184 h 540638"/>
                <a:gd name="connsiteX141" fmla="*/ 176308 w 840820"/>
                <a:gd name="connsiteY141" fmla="*/ 170002 h 540638"/>
                <a:gd name="connsiteX142" fmla="*/ 205587 w 840820"/>
                <a:gd name="connsiteY142" fmla="*/ 143751 h 540638"/>
                <a:gd name="connsiteX143" fmla="*/ 243878 w 840820"/>
                <a:gd name="connsiteY143" fmla="*/ 110309 h 540638"/>
                <a:gd name="connsiteX144" fmla="*/ 261634 w 840820"/>
                <a:gd name="connsiteY144" fmla="*/ 94514 h 540638"/>
                <a:gd name="connsiteX145" fmla="*/ 283612 w 840820"/>
                <a:gd name="connsiteY145" fmla="*/ 74456 h 540638"/>
                <a:gd name="connsiteX146" fmla="*/ 284519 w 840820"/>
                <a:gd name="connsiteY146" fmla="*/ 73019 h 540638"/>
                <a:gd name="connsiteX147" fmla="*/ 282849 w 840820"/>
                <a:gd name="connsiteY147" fmla="*/ 73669 h 540638"/>
                <a:gd name="connsiteX148" fmla="*/ 251418 w 840820"/>
                <a:gd name="connsiteY148" fmla="*/ 84621 h 540638"/>
                <a:gd name="connsiteX149" fmla="*/ 179436 w 840820"/>
                <a:gd name="connsiteY149" fmla="*/ 106240 h 540638"/>
                <a:gd name="connsiteX150" fmla="*/ 127011 w 840820"/>
                <a:gd name="connsiteY150" fmla="*/ 113033 h 540638"/>
                <a:gd name="connsiteX151" fmla="*/ 89435 w 840820"/>
                <a:gd name="connsiteY151" fmla="*/ 113831 h 540638"/>
                <a:gd name="connsiteX152" fmla="*/ 3609 w 840820"/>
                <a:gd name="connsiteY152" fmla="*/ 97480 h 540638"/>
                <a:gd name="connsiteX153" fmla="*/ 245 w 840820"/>
                <a:gd name="connsiteY153" fmla="*/ 94442 h 540638"/>
                <a:gd name="connsiteX154" fmla="*/ 95 w 840820"/>
                <a:gd name="connsiteY154" fmla="*/ 47894 h 540638"/>
                <a:gd name="connsiteX155" fmla="*/ 20203 w 840820"/>
                <a:gd name="connsiteY155" fmla="*/ 55230 h 540638"/>
                <a:gd name="connsiteX156" fmla="*/ 66127 w 840820"/>
                <a:gd name="connsiteY156" fmla="*/ 66070 h 540638"/>
                <a:gd name="connsiteX157" fmla="*/ 119487 w 840820"/>
                <a:gd name="connsiteY157" fmla="*/ 68671 h 540638"/>
                <a:gd name="connsiteX158" fmla="*/ 194931 w 840820"/>
                <a:gd name="connsiteY158" fmla="*/ 55766 h 540638"/>
                <a:gd name="connsiteX159" fmla="*/ 292267 w 840820"/>
                <a:gd name="connsiteY159" fmla="*/ 22744 h 540638"/>
                <a:gd name="connsiteX160" fmla="*/ 354888 w 840820"/>
                <a:gd name="connsiteY160" fmla="*/ 6254 h 540638"/>
                <a:gd name="connsiteX161" fmla="*/ 395445 w 840820"/>
                <a:gd name="connsiteY161" fmla="*/ 1228 h 540638"/>
                <a:gd name="connsiteX162" fmla="*/ 440861 w 840820"/>
                <a:gd name="connsiteY162" fmla="*/ 343 h 54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40820" h="540638">
                  <a:moveTo>
                    <a:pt x="440861" y="343"/>
                  </a:moveTo>
                  <a:cubicBezTo>
                    <a:pt x="454888" y="1067"/>
                    <a:pt x="468856" y="3580"/>
                    <a:pt x="482764" y="5835"/>
                  </a:cubicBezTo>
                  <a:cubicBezTo>
                    <a:pt x="515991" y="11219"/>
                    <a:pt x="547925" y="21442"/>
                    <a:pt x="579598" y="32507"/>
                  </a:cubicBezTo>
                  <a:cubicBezTo>
                    <a:pt x="597267" y="38680"/>
                    <a:pt x="614692" y="45573"/>
                    <a:pt x="632447" y="51478"/>
                  </a:cubicBezTo>
                  <a:cubicBezTo>
                    <a:pt x="651027" y="57658"/>
                    <a:pt x="669975" y="62632"/>
                    <a:pt x="689506" y="64889"/>
                  </a:cubicBezTo>
                  <a:cubicBezTo>
                    <a:pt x="699249" y="66015"/>
                    <a:pt x="709007" y="67106"/>
                    <a:pt x="718787" y="67793"/>
                  </a:cubicBezTo>
                  <a:cubicBezTo>
                    <a:pt x="727858" y="68431"/>
                    <a:pt x="736997" y="69145"/>
                    <a:pt x="746055" y="68722"/>
                  </a:cubicBezTo>
                  <a:cubicBezTo>
                    <a:pt x="776552" y="67296"/>
                    <a:pt x="806329" y="62061"/>
                    <a:pt x="834687" y="50212"/>
                  </a:cubicBezTo>
                  <a:cubicBezTo>
                    <a:pt x="836425" y="49486"/>
                    <a:pt x="838226" y="48910"/>
                    <a:pt x="840389" y="48121"/>
                  </a:cubicBezTo>
                  <a:cubicBezTo>
                    <a:pt x="840389" y="64479"/>
                    <a:pt x="840389" y="80555"/>
                    <a:pt x="840389" y="96977"/>
                  </a:cubicBezTo>
                  <a:cubicBezTo>
                    <a:pt x="822970" y="102701"/>
                    <a:pt x="805054" y="107288"/>
                    <a:pt x="786638" y="110191"/>
                  </a:cubicBezTo>
                  <a:cubicBezTo>
                    <a:pt x="764924" y="113613"/>
                    <a:pt x="743065" y="115193"/>
                    <a:pt x="721246" y="113749"/>
                  </a:cubicBezTo>
                  <a:cubicBezTo>
                    <a:pt x="701945" y="112473"/>
                    <a:pt x="682575" y="110010"/>
                    <a:pt x="663634" y="106130"/>
                  </a:cubicBezTo>
                  <a:cubicBezTo>
                    <a:pt x="644090" y="102126"/>
                    <a:pt x="624879" y="96251"/>
                    <a:pt x="605798" y="90311"/>
                  </a:cubicBezTo>
                  <a:cubicBezTo>
                    <a:pt x="590225" y="85463"/>
                    <a:pt x="575058" y="79312"/>
                    <a:pt x="559196" y="73407"/>
                  </a:cubicBezTo>
                  <a:cubicBezTo>
                    <a:pt x="557892" y="73033"/>
                    <a:pt x="557103" y="72991"/>
                    <a:pt x="555430" y="72903"/>
                  </a:cubicBezTo>
                  <a:cubicBezTo>
                    <a:pt x="556897" y="73696"/>
                    <a:pt x="557541" y="74045"/>
                    <a:pt x="558184" y="74393"/>
                  </a:cubicBezTo>
                  <a:cubicBezTo>
                    <a:pt x="569532" y="84476"/>
                    <a:pt x="580887" y="94553"/>
                    <a:pt x="592225" y="104647"/>
                  </a:cubicBezTo>
                  <a:cubicBezTo>
                    <a:pt x="598507" y="110240"/>
                    <a:pt x="604735" y="115894"/>
                    <a:pt x="611035" y="121466"/>
                  </a:cubicBezTo>
                  <a:cubicBezTo>
                    <a:pt x="624827" y="133666"/>
                    <a:pt x="638670" y="145807"/>
                    <a:pt x="652450" y="158020"/>
                  </a:cubicBezTo>
                  <a:cubicBezTo>
                    <a:pt x="659233" y="164033"/>
                    <a:pt x="665866" y="170214"/>
                    <a:pt x="672662" y="176212"/>
                  </a:cubicBezTo>
                  <a:cubicBezTo>
                    <a:pt x="685855" y="187856"/>
                    <a:pt x="699140" y="199396"/>
                    <a:pt x="712337" y="211036"/>
                  </a:cubicBezTo>
                  <a:cubicBezTo>
                    <a:pt x="719013" y="216923"/>
                    <a:pt x="725588" y="222924"/>
                    <a:pt x="732189" y="228896"/>
                  </a:cubicBezTo>
                  <a:cubicBezTo>
                    <a:pt x="736034" y="232374"/>
                    <a:pt x="739726" y="236037"/>
                    <a:pt x="743749" y="239292"/>
                  </a:cubicBezTo>
                  <a:cubicBezTo>
                    <a:pt x="744670" y="240038"/>
                    <a:pt x="747130" y="240075"/>
                    <a:pt x="748094" y="239367"/>
                  </a:cubicBezTo>
                  <a:cubicBezTo>
                    <a:pt x="752231" y="236325"/>
                    <a:pt x="756171" y="232991"/>
                    <a:pt x="760005" y="229565"/>
                  </a:cubicBezTo>
                  <a:cubicBezTo>
                    <a:pt x="770266" y="220398"/>
                    <a:pt x="780384" y="211070"/>
                    <a:pt x="790655" y="201915"/>
                  </a:cubicBezTo>
                  <a:cubicBezTo>
                    <a:pt x="804766" y="189337"/>
                    <a:pt x="818953" y="176843"/>
                    <a:pt x="833142" y="164352"/>
                  </a:cubicBezTo>
                  <a:cubicBezTo>
                    <a:pt x="835397" y="162367"/>
                    <a:pt x="837831" y="160585"/>
                    <a:pt x="840732" y="158271"/>
                  </a:cubicBezTo>
                  <a:cubicBezTo>
                    <a:pt x="840732" y="167155"/>
                    <a:pt x="840732" y="175575"/>
                    <a:pt x="840732" y="183995"/>
                  </a:cubicBezTo>
                  <a:cubicBezTo>
                    <a:pt x="840732" y="193978"/>
                    <a:pt x="840580" y="203964"/>
                    <a:pt x="840816" y="213941"/>
                  </a:cubicBezTo>
                  <a:cubicBezTo>
                    <a:pt x="840897" y="217338"/>
                    <a:pt x="839987" y="219761"/>
                    <a:pt x="837433" y="221984"/>
                  </a:cubicBezTo>
                  <a:cubicBezTo>
                    <a:pt x="828409" y="229837"/>
                    <a:pt x="819562" y="237893"/>
                    <a:pt x="810568" y="245781"/>
                  </a:cubicBezTo>
                  <a:cubicBezTo>
                    <a:pt x="800748" y="254394"/>
                    <a:pt x="790840" y="262905"/>
                    <a:pt x="780555" y="271820"/>
                  </a:cubicBezTo>
                  <a:cubicBezTo>
                    <a:pt x="789197" y="279326"/>
                    <a:pt x="797742" y="286688"/>
                    <a:pt x="806219" y="294129"/>
                  </a:cubicBezTo>
                  <a:cubicBezTo>
                    <a:pt x="812539" y="299678"/>
                    <a:pt x="818801" y="305294"/>
                    <a:pt x="825032" y="310943"/>
                  </a:cubicBezTo>
                  <a:cubicBezTo>
                    <a:pt x="829720" y="315192"/>
                    <a:pt x="834363" y="319495"/>
                    <a:pt x="838917" y="323886"/>
                  </a:cubicBezTo>
                  <a:cubicBezTo>
                    <a:pt x="839783" y="324720"/>
                    <a:pt x="840650" y="326079"/>
                    <a:pt x="840656" y="327201"/>
                  </a:cubicBezTo>
                  <a:cubicBezTo>
                    <a:pt x="840762" y="346343"/>
                    <a:pt x="840732" y="365486"/>
                    <a:pt x="840732" y="385890"/>
                  </a:cubicBezTo>
                  <a:cubicBezTo>
                    <a:pt x="808937" y="357729"/>
                    <a:pt x="777853" y="330199"/>
                    <a:pt x="746507" y="302435"/>
                  </a:cubicBezTo>
                  <a:cubicBezTo>
                    <a:pt x="741100" y="307059"/>
                    <a:pt x="735561" y="311680"/>
                    <a:pt x="730149" y="316446"/>
                  </a:cubicBezTo>
                  <a:cubicBezTo>
                    <a:pt x="713176" y="331396"/>
                    <a:pt x="696226" y="346373"/>
                    <a:pt x="679315" y="361394"/>
                  </a:cubicBezTo>
                  <a:cubicBezTo>
                    <a:pt x="669516" y="370098"/>
                    <a:pt x="659874" y="378979"/>
                    <a:pt x="650046" y="387650"/>
                  </a:cubicBezTo>
                  <a:cubicBezTo>
                    <a:pt x="637341" y="398860"/>
                    <a:pt x="624506" y="409922"/>
                    <a:pt x="611759" y="421085"/>
                  </a:cubicBezTo>
                  <a:cubicBezTo>
                    <a:pt x="605800" y="426302"/>
                    <a:pt x="599904" y="431592"/>
                    <a:pt x="593999" y="436872"/>
                  </a:cubicBezTo>
                  <a:cubicBezTo>
                    <a:pt x="581338" y="448191"/>
                    <a:pt x="568689" y="459523"/>
                    <a:pt x="556042" y="470858"/>
                  </a:cubicBezTo>
                  <a:cubicBezTo>
                    <a:pt x="555558" y="471292"/>
                    <a:pt x="555152" y="471810"/>
                    <a:pt x="554249" y="472734"/>
                  </a:cubicBezTo>
                  <a:cubicBezTo>
                    <a:pt x="553262" y="473399"/>
                    <a:pt x="552736" y="473618"/>
                    <a:pt x="552210" y="473837"/>
                  </a:cubicBezTo>
                  <a:cubicBezTo>
                    <a:pt x="552296" y="474086"/>
                    <a:pt x="552381" y="474334"/>
                    <a:pt x="552467" y="474582"/>
                  </a:cubicBezTo>
                  <a:cubicBezTo>
                    <a:pt x="553320" y="474230"/>
                    <a:pt x="554173" y="473878"/>
                    <a:pt x="555025" y="473526"/>
                  </a:cubicBezTo>
                  <a:cubicBezTo>
                    <a:pt x="566127" y="469737"/>
                    <a:pt x="577190" y="465830"/>
                    <a:pt x="588339" y="462186"/>
                  </a:cubicBezTo>
                  <a:cubicBezTo>
                    <a:pt x="608541" y="455585"/>
                    <a:pt x="628606" y="448453"/>
                    <a:pt x="649090" y="442871"/>
                  </a:cubicBezTo>
                  <a:cubicBezTo>
                    <a:pt x="662882" y="439112"/>
                    <a:pt x="677295" y="437628"/>
                    <a:pt x="691434" y="435143"/>
                  </a:cubicBezTo>
                  <a:cubicBezTo>
                    <a:pt x="711220" y="431666"/>
                    <a:pt x="731252" y="431347"/>
                    <a:pt x="751151" y="432455"/>
                  </a:cubicBezTo>
                  <a:cubicBezTo>
                    <a:pt x="768065" y="433396"/>
                    <a:pt x="784960" y="435962"/>
                    <a:pt x="801667" y="438917"/>
                  </a:cubicBezTo>
                  <a:cubicBezTo>
                    <a:pt x="814768" y="441234"/>
                    <a:pt x="827570" y="445246"/>
                    <a:pt x="840544" y="448514"/>
                  </a:cubicBezTo>
                  <a:cubicBezTo>
                    <a:pt x="840544" y="465276"/>
                    <a:pt x="840544" y="481445"/>
                    <a:pt x="840544" y="497778"/>
                  </a:cubicBezTo>
                  <a:cubicBezTo>
                    <a:pt x="832143" y="494790"/>
                    <a:pt x="823986" y="491259"/>
                    <a:pt x="815488" y="489011"/>
                  </a:cubicBezTo>
                  <a:cubicBezTo>
                    <a:pt x="802747" y="485640"/>
                    <a:pt x="789803" y="482993"/>
                    <a:pt x="776881" y="480357"/>
                  </a:cubicBezTo>
                  <a:cubicBezTo>
                    <a:pt x="758126" y="476531"/>
                    <a:pt x="739060" y="476812"/>
                    <a:pt x="720118" y="477585"/>
                  </a:cubicBezTo>
                  <a:cubicBezTo>
                    <a:pt x="707515" y="478100"/>
                    <a:pt x="694984" y="480546"/>
                    <a:pt x="682440" y="482266"/>
                  </a:cubicBezTo>
                  <a:cubicBezTo>
                    <a:pt x="661381" y="485152"/>
                    <a:pt x="641168" y="491396"/>
                    <a:pt x="621170" y="498297"/>
                  </a:cubicBezTo>
                  <a:cubicBezTo>
                    <a:pt x="601226" y="505179"/>
                    <a:pt x="581672" y="513276"/>
                    <a:pt x="561525" y="519468"/>
                  </a:cubicBezTo>
                  <a:cubicBezTo>
                    <a:pt x="536658" y="527112"/>
                    <a:pt x="511448" y="533709"/>
                    <a:pt x="486196" y="539992"/>
                  </a:cubicBezTo>
                  <a:lnTo>
                    <a:pt x="481078" y="540638"/>
                  </a:lnTo>
                  <a:lnTo>
                    <a:pt x="481078" y="474195"/>
                  </a:lnTo>
                  <a:lnTo>
                    <a:pt x="490960" y="467425"/>
                  </a:lnTo>
                  <a:cubicBezTo>
                    <a:pt x="504386" y="454838"/>
                    <a:pt x="518503" y="442988"/>
                    <a:pt x="532288" y="430783"/>
                  </a:cubicBezTo>
                  <a:cubicBezTo>
                    <a:pt x="538830" y="424991"/>
                    <a:pt x="545235" y="419044"/>
                    <a:pt x="551807" y="413288"/>
                  </a:cubicBezTo>
                  <a:cubicBezTo>
                    <a:pt x="564184" y="402448"/>
                    <a:pt x="576702" y="391769"/>
                    <a:pt x="589039" y="380883"/>
                  </a:cubicBezTo>
                  <a:cubicBezTo>
                    <a:pt x="599233" y="371888"/>
                    <a:pt x="609201" y="362638"/>
                    <a:pt x="619356" y="353598"/>
                  </a:cubicBezTo>
                  <a:cubicBezTo>
                    <a:pt x="633352" y="341137"/>
                    <a:pt x="647435" y="328775"/>
                    <a:pt x="661468" y="316357"/>
                  </a:cubicBezTo>
                  <a:cubicBezTo>
                    <a:pt x="667644" y="310892"/>
                    <a:pt x="673755" y="305354"/>
                    <a:pt x="679958" y="299921"/>
                  </a:cubicBezTo>
                  <a:cubicBezTo>
                    <a:pt x="690640" y="290566"/>
                    <a:pt x="701371" y="281268"/>
                    <a:pt x="712041" y="271980"/>
                  </a:cubicBezTo>
                  <a:cubicBezTo>
                    <a:pt x="701511" y="262651"/>
                    <a:pt x="691238" y="253600"/>
                    <a:pt x="681023" y="244483"/>
                  </a:cubicBezTo>
                  <a:cubicBezTo>
                    <a:pt x="674017" y="238230"/>
                    <a:pt x="667156" y="231813"/>
                    <a:pt x="660117" y="225599"/>
                  </a:cubicBezTo>
                  <a:cubicBezTo>
                    <a:pt x="647049" y="214061"/>
                    <a:pt x="633867" y="202653"/>
                    <a:pt x="620795" y="191119"/>
                  </a:cubicBezTo>
                  <a:cubicBezTo>
                    <a:pt x="613877" y="185014"/>
                    <a:pt x="607162" y="178679"/>
                    <a:pt x="600230" y="172590"/>
                  </a:cubicBezTo>
                  <a:cubicBezTo>
                    <a:pt x="587746" y="161623"/>
                    <a:pt x="575109" y="150832"/>
                    <a:pt x="562649" y="139839"/>
                  </a:cubicBezTo>
                  <a:cubicBezTo>
                    <a:pt x="552578" y="130952"/>
                    <a:pt x="542720" y="121823"/>
                    <a:pt x="532684" y="112896"/>
                  </a:cubicBezTo>
                  <a:cubicBezTo>
                    <a:pt x="518803" y="100551"/>
                    <a:pt x="504915" y="88214"/>
                    <a:pt x="490885" y="76041"/>
                  </a:cubicBezTo>
                  <a:cubicBezTo>
                    <a:pt x="484834" y="70790"/>
                    <a:pt x="478802" y="65364"/>
                    <a:pt x="472097" y="61052"/>
                  </a:cubicBezTo>
                  <a:cubicBezTo>
                    <a:pt x="453392" y="49023"/>
                    <a:pt x="433081" y="43240"/>
                    <a:pt x="410545" y="46146"/>
                  </a:cubicBezTo>
                  <a:cubicBezTo>
                    <a:pt x="395901" y="48034"/>
                    <a:pt x="381947" y="51876"/>
                    <a:pt x="370204" y="60798"/>
                  </a:cubicBezTo>
                  <a:cubicBezTo>
                    <a:pt x="357408" y="70519"/>
                    <a:pt x="345408" y="81300"/>
                    <a:pt x="333202" y="91782"/>
                  </a:cubicBezTo>
                  <a:cubicBezTo>
                    <a:pt x="326203" y="97791"/>
                    <a:pt x="319533" y="104182"/>
                    <a:pt x="312625" y="110298"/>
                  </a:cubicBezTo>
                  <a:cubicBezTo>
                    <a:pt x="299083" y="122286"/>
                    <a:pt x="285461" y="134183"/>
                    <a:pt x="271907" y="146157"/>
                  </a:cubicBezTo>
                  <a:cubicBezTo>
                    <a:pt x="265481" y="151833"/>
                    <a:pt x="259168" y="157637"/>
                    <a:pt x="252743" y="163313"/>
                  </a:cubicBezTo>
                  <a:cubicBezTo>
                    <a:pt x="239188" y="175286"/>
                    <a:pt x="225576" y="187195"/>
                    <a:pt x="212021" y="199168"/>
                  </a:cubicBezTo>
                  <a:cubicBezTo>
                    <a:pt x="205596" y="204844"/>
                    <a:pt x="199283" y="210647"/>
                    <a:pt x="192857" y="216324"/>
                  </a:cubicBezTo>
                  <a:cubicBezTo>
                    <a:pt x="179303" y="228297"/>
                    <a:pt x="165711" y="240229"/>
                    <a:pt x="152128" y="252170"/>
                  </a:cubicBezTo>
                  <a:cubicBezTo>
                    <a:pt x="144741" y="258664"/>
                    <a:pt x="137339" y="265142"/>
                    <a:pt x="129804" y="271750"/>
                  </a:cubicBezTo>
                  <a:cubicBezTo>
                    <a:pt x="134169" y="275773"/>
                    <a:pt x="138499" y="279925"/>
                    <a:pt x="142999" y="283884"/>
                  </a:cubicBezTo>
                  <a:cubicBezTo>
                    <a:pt x="158631" y="297636"/>
                    <a:pt x="174338" y="311305"/>
                    <a:pt x="189986" y="325040"/>
                  </a:cubicBezTo>
                  <a:cubicBezTo>
                    <a:pt x="201154" y="334844"/>
                    <a:pt x="212282" y="344692"/>
                    <a:pt x="223410" y="354541"/>
                  </a:cubicBezTo>
                  <a:cubicBezTo>
                    <a:pt x="240714" y="369856"/>
                    <a:pt x="257997" y="385193"/>
                    <a:pt x="275298" y="400512"/>
                  </a:cubicBezTo>
                  <a:cubicBezTo>
                    <a:pt x="286546" y="410471"/>
                    <a:pt x="297810" y="420413"/>
                    <a:pt x="309066" y="430364"/>
                  </a:cubicBezTo>
                  <a:cubicBezTo>
                    <a:pt x="323228" y="442883"/>
                    <a:pt x="337675" y="455099"/>
                    <a:pt x="351459" y="468022"/>
                  </a:cubicBezTo>
                  <a:lnTo>
                    <a:pt x="357778" y="472377"/>
                  </a:lnTo>
                  <a:lnTo>
                    <a:pt x="357778" y="539519"/>
                  </a:lnTo>
                  <a:lnTo>
                    <a:pt x="342024" y="536994"/>
                  </a:lnTo>
                  <a:cubicBezTo>
                    <a:pt x="316949" y="530698"/>
                    <a:pt x="292099" y="523364"/>
                    <a:pt x="267464" y="515498"/>
                  </a:cubicBezTo>
                  <a:cubicBezTo>
                    <a:pt x="246012" y="508647"/>
                    <a:pt x="225096" y="500137"/>
                    <a:pt x="203742" y="492961"/>
                  </a:cubicBezTo>
                  <a:cubicBezTo>
                    <a:pt x="185457" y="486816"/>
                    <a:pt x="166583" y="483032"/>
                    <a:pt x="147465" y="480187"/>
                  </a:cubicBezTo>
                  <a:cubicBezTo>
                    <a:pt x="128246" y="477328"/>
                    <a:pt x="108942" y="476519"/>
                    <a:pt x="89688" y="477622"/>
                  </a:cubicBezTo>
                  <a:cubicBezTo>
                    <a:pt x="74879" y="478471"/>
                    <a:pt x="59956" y="480530"/>
                    <a:pt x="45527" y="483931"/>
                  </a:cubicBezTo>
                  <a:cubicBezTo>
                    <a:pt x="30770" y="487410"/>
                    <a:pt x="16555" y="493185"/>
                    <a:pt x="2092" y="497926"/>
                  </a:cubicBezTo>
                  <a:cubicBezTo>
                    <a:pt x="1664" y="498066"/>
                    <a:pt x="1130" y="497884"/>
                    <a:pt x="88" y="497814"/>
                  </a:cubicBezTo>
                  <a:cubicBezTo>
                    <a:pt x="88" y="488724"/>
                    <a:pt x="88" y="479633"/>
                    <a:pt x="88" y="470541"/>
                  </a:cubicBezTo>
                  <a:cubicBezTo>
                    <a:pt x="88" y="464813"/>
                    <a:pt x="162" y="459083"/>
                    <a:pt x="55" y="453356"/>
                  </a:cubicBezTo>
                  <a:cubicBezTo>
                    <a:pt x="7" y="450797"/>
                    <a:pt x="611" y="449576"/>
                    <a:pt x="3439" y="448590"/>
                  </a:cubicBezTo>
                  <a:cubicBezTo>
                    <a:pt x="20028" y="442807"/>
                    <a:pt x="37005" y="438902"/>
                    <a:pt x="54329" y="436006"/>
                  </a:cubicBezTo>
                  <a:cubicBezTo>
                    <a:pt x="77347" y="432158"/>
                    <a:pt x="100515" y="431352"/>
                    <a:pt x="123668" y="432434"/>
                  </a:cubicBezTo>
                  <a:cubicBezTo>
                    <a:pt x="138829" y="433143"/>
                    <a:pt x="153900" y="435994"/>
                    <a:pt x="168986" y="438066"/>
                  </a:cubicBezTo>
                  <a:cubicBezTo>
                    <a:pt x="193221" y="441396"/>
                    <a:pt x="216400" y="448830"/>
                    <a:pt x="239384" y="456832"/>
                  </a:cubicBezTo>
                  <a:cubicBezTo>
                    <a:pt x="255254" y="462358"/>
                    <a:pt x="270907" y="468508"/>
                    <a:pt x="286667" y="474353"/>
                  </a:cubicBezTo>
                  <a:cubicBezTo>
                    <a:pt x="287093" y="474511"/>
                    <a:pt x="287629" y="474373"/>
                    <a:pt x="289345" y="474373"/>
                  </a:cubicBezTo>
                  <a:cubicBezTo>
                    <a:pt x="283814" y="469236"/>
                    <a:pt x="279050" y="464652"/>
                    <a:pt x="274112" y="460263"/>
                  </a:cubicBezTo>
                  <a:cubicBezTo>
                    <a:pt x="266634" y="453617"/>
                    <a:pt x="259024" y="447121"/>
                    <a:pt x="251491" y="440537"/>
                  </a:cubicBezTo>
                  <a:cubicBezTo>
                    <a:pt x="238363" y="429063"/>
                    <a:pt x="225219" y="417606"/>
                    <a:pt x="212145" y="406071"/>
                  </a:cubicBezTo>
                  <a:cubicBezTo>
                    <a:pt x="205225" y="399965"/>
                    <a:pt x="198499" y="393639"/>
                    <a:pt x="191580" y="387533"/>
                  </a:cubicBezTo>
                  <a:cubicBezTo>
                    <a:pt x="178505" y="375997"/>
                    <a:pt x="165338" y="364567"/>
                    <a:pt x="152242" y="353056"/>
                  </a:cubicBezTo>
                  <a:cubicBezTo>
                    <a:pt x="146048" y="347610"/>
                    <a:pt x="139928" y="342078"/>
                    <a:pt x="133777" y="336582"/>
                  </a:cubicBezTo>
                  <a:cubicBezTo>
                    <a:pt x="121111" y="325264"/>
                    <a:pt x="108448" y="313944"/>
                    <a:pt x="95401" y="302284"/>
                  </a:cubicBezTo>
                  <a:cubicBezTo>
                    <a:pt x="64049" y="330011"/>
                    <a:pt x="32687" y="357747"/>
                    <a:pt x="458" y="386250"/>
                  </a:cubicBezTo>
                  <a:cubicBezTo>
                    <a:pt x="275" y="383562"/>
                    <a:pt x="102" y="382199"/>
                    <a:pt x="100" y="380835"/>
                  </a:cubicBezTo>
                  <a:cubicBezTo>
                    <a:pt x="82" y="364632"/>
                    <a:pt x="219" y="348427"/>
                    <a:pt x="3" y="332226"/>
                  </a:cubicBezTo>
                  <a:cubicBezTo>
                    <a:pt x="-57" y="327736"/>
                    <a:pt x="665" y="324591"/>
                    <a:pt x="4762" y="321678"/>
                  </a:cubicBezTo>
                  <a:cubicBezTo>
                    <a:pt x="10916" y="317302"/>
                    <a:pt x="16258" y="311784"/>
                    <a:pt x="21931" y="306734"/>
                  </a:cubicBezTo>
                  <a:cubicBezTo>
                    <a:pt x="34009" y="295983"/>
                    <a:pt x="46073" y="285217"/>
                    <a:pt x="58158" y="274472"/>
                  </a:cubicBezTo>
                  <a:cubicBezTo>
                    <a:pt x="59138" y="273601"/>
                    <a:pt x="60225" y="272849"/>
                    <a:pt x="61321" y="271996"/>
                  </a:cubicBezTo>
                  <a:cubicBezTo>
                    <a:pt x="54213" y="265908"/>
                    <a:pt x="47530" y="260346"/>
                    <a:pt x="41028" y="254579"/>
                  </a:cubicBezTo>
                  <a:cubicBezTo>
                    <a:pt x="28321" y="243307"/>
                    <a:pt x="15628" y="232014"/>
                    <a:pt x="3169" y="220471"/>
                  </a:cubicBezTo>
                  <a:cubicBezTo>
                    <a:pt x="1445" y="218874"/>
                    <a:pt x="252" y="215818"/>
                    <a:pt x="220" y="213419"/>
                  </a:cubicBezTo>
                  <a:cubicBezTo>
                    <a:pt x="-21" y="195133"/>
                    <a:pt x="88" y="176842"/>
                    <a:pt x="88" y="157516"/>
                  </a:cubicBezTo>
                  <a:cubicBezTo>
                    <a:pt x="3681" y="160437"/>
                    <a:pt x="6676" y="162684"/>
                    <a:pt x="9458" y="165169"/>
                  </a:cubicBezTo>
                  <a:cubicBezTo>
                    <a:pt x="19599" y="174228"/>
                    <a:pt x="29588" y="183459"/>
                    <a:pt x="39786" y="192454"/>
                  </a:cubicBezTo>
                  <a:cubicBezTo>
                    <a:pt x="55037" y="205904"/>
                    <a:pt x="70430" y="219193"/>
                    <a:pt x="85725" y="232594"/>
                  </a:cubicBezTo>
                  <a:cubicBezTo>
                    <a:pt x="87813" y="234424"/>
                    <a:pt x="89692" y="236493"/>
                    <a:pt x="91642" y="238476"/>
                  </a:cubicBezTo>
                  <a:cubicBezTo>
                    <a:pt x="94109" y="240984"/>
                    <a:pt x="96429" y="240913"/>
                    <a:pt x="99048" y="238520"/>
                  </a:cubicBezTo>
                  <a:cubicBezTo>
                    <a:pt x="109087" y="229348"/>
                    <a:pt x="119139" y="220189"/>
                    <a:pt x="129328" y="211184"/>
                  </a:cubicBezTo>
                  <a:cubicBezTo>
                    <a:pt x="144931" y="197392"/>
                    <a:pt x="160692" y="183779"/>
                    <a:pt x="176308" y="170002"/>
                  </a:cubicBezTo>
                  <a:cubicBezTo>
                    <a:pt x="186136" y="161329"/>
                    <a:pt x="195759" y="152423"/>
                    <a:pt x="205587" y="143751"/>
                  </a:cubicBezTo>
                  <a:cubicBezTo>
                    <a:pt x="218294" y="132539"/>
                    <a:pt x="231129" y="121473"/>
                    <a:pt x="243878" y="110309"/>
                  </a:cubicBezTo>
                  <a:cubicBezTo>
                    <a:pt x="249837" y="105090"/>
                    <a:pt x="255753" y="99821"/>
                    <a:pt x="261634" y="94514"/>
                  </a:cubicBezTo>
                  <a:cubicBezTo>
                    <a:pt x="268846" y="88006"/>
                    <a:pt x="276000" y="81435"/>
                    <a:pt x="283612" y="74456"/>
                  </a:cubicBezTo>
                  <a:cubicBezTo>
                    <a:pt x="284203" y="73687"/>
                    <a:pt x="284361" y="73353"/>
                    <a:pt x="284519" y="73019"/>
                  </a:cubicBezTo>
                  <a:cubicBezTo>
                    <a:pt x="283962" y="73235"/>
                    <a:pt x="283405" y="73452"/>
                    <a:pt x="282849" y="73669"/>
                  </a:cubicBezTo>
                  <a:cubicBezTo>
                    <a:pt x="272365" y="77301"/>
                    <a:pt x="261778" y="80662"/>
                    <a:pt x="251418" y="84621"/>
                  </a:cubicBezTo>
                  <a:cubicBezTo>
                    <a:pt x="227944" y="93592"/>
                    <a:pt x="204150" y="101344"/>
                    <a:pt x="179436" y="106240"/>
                  </a:cubicBezTo>
                  <a:cubicBezTo>
                    <a:pt x="162090" y="109676"/>
                    <a:pt x="144719" y="112567"/>
                    <a:pt x="127011" y="113033"/>
                  </a:cubicBezTo>
                  <a:cubicBezTo>
                    <a:pt x="114482" y="113363"/>
                    <a:pt x="101899" y="114584"/>
                    <a:pt x="89435" y="113831"/>
                  </a:cubicBezTo>
                  <a:cubicBezTo>
                    <a:pt x="60182" y="112066"/>
                    <a:pt x="31317" y="107608"/>
                    <a:pt x="3609" y="97480"/>
                  </a:cubicBezTo>
                  <a:cubicBezTo>
                    <a:pt x="2249" y="96983"/>
                    <a:pt x="259" y="95493"/>
                    <a:pt x="245" y="94442"/>
                  </a:cubicBezTo>
                  <a:cubicBezTo>
                    <a:pt x="26" y="79107"/>
                    <a:pt x="95" y="63769"/>
                    <a:pt x="95" y="47894"/>
                  </a:cubicBezTo>
                  <a:cubicBezTo>
                    <a:pt x="7164" y="50479"/>
                    <a:pt x="13654" y="52939"/>
                    <a:pt x="20203" y="55230"/>
                  </a:cubicBezTo>
                  <a:cubicBezTo>
                    <a:pt x="35129" y="60451"/>
                    <a:pt x="50480" y="63661"/>
                    <a:pt x="66127" y="66070"/>
                  </a:cubicBezTo>
                  <a:cubicBezTo>
                    <a:pt x="83884" y="68803"/>
                    <a:pt x="101694" y="69546"/>
                    <a:pt x="119487" y="68671"/>
                  </a:cubicBezTo>
                  <a:cubicBezTo>
                    <a:pt x="145091" y="67413"/>
                    <a:pt x="170496" y="63631"/>
                    <a:pt x="194931" y="55766"/>
                  </a:cubicBezTo>
                  <a:cubicBezTo>
                    <a:pt x="227541" y="45270"/>
                    <a:pt x="259628" y="33144"/>
                    <a:pt x="292267" y="22744"/>
                  </a:cubicBezTo>
                  <a:cubicBezTo>
                    <a:pt x="312814" y="16197"/>
                    <a:pt x="333817" y="10883"/>
                    <a:pt x="354888" y="6254"/>
                  </a:cubicBezTo>
                  <a:cubicBezTo>
                    <a:pt x="368143" y="3342"/>
                    <a:pt x="381863" y="2136"/>
                    <a:pt x="395445" y="1228"/>
                  </a:cubicBezTo>
                  <a:cubicBezTo>
                    <a:pt x="410546" y="220"/>
                    <a:pt x="425772" y="-436"/>
                    <a:pt x="440861" y="34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96" name="Rectangle 2895">
              <a:extLst>
                <a:ext uri="{FF2B5EF4-FFF2-40B4-BE49-F238E27FC236}">
                  <a16:creationId xmlns:a16="http://schemas.microsoft.com/office/drawing/2014/main" id="{C993CF6D-D209-1C2B-2D16-8C4A168CC361}"/>
                </a:ext>
                <a:ext uri="{C183D7F6-B498-43B3-948B-1728B52AA6E4}">
                  <adec:decorative xmlns:adec="http://schemas.microsoft.com/office/drawing/2017/decorative" val="1"/>
                </a:ext>
              </a:extLst>
            </p:cNvPr>
            <p:cNvSpPr/>
            <p:nvPr/>
          </p:nvSpPr>
          <p:spPr>
            <a:xfrm>
              <a:off x="1562512" y="1161026"/>
              <a:ext cx="38385" cy="38385"/>
            </a:xfrm>
            <a:prstGeom prst="rect">
              <a:avLst/>
            </a:prstGeom>
            <a:solidFill>
              <a:schemeClr val="accent1"/>
            </a:solidFill>
            <a:ln w="6350" cap="flat">
              <a:noFill/>
              <a:prstDash val="solid"/>
              <a:miter/>
            </a:ln>
          </p:spPr>
          <p:txBody>
            <a:bodyPr rtlCol="0" anchor="ctr"/>
            <a:lstStyle/>
            <a:p>
              <a:endParaRPr lang="en-US"/>
            </a:p>
          </p:txBody>
        </p:sp>
      </p:grpSp>
      <p:grpSp>
        <p:nvGrpSpPr>
          <p:cNvPr id="89" name="Group 88">
            <a:extLst>
              <a:ext uri="{FF2B5EF4-FFF2-40B4-BE49-F238E27FC236}">
                <a16:creationId xmlns:a16="http://schemas.microsoft.com/office/drawing/2014/main" id="{D7D15C4E-DDE3-EA84-01B2-EBECF4897A20}"/>
              </a:ext>
              <a:ext uri="{C183D7F6-B498-43B3-948B-1728B52AA6E4}">
                <adec:decorative xmlns:adec="http://schemas.microsoft.com/office/drawing/2017/decorative" val="1"/>
              </a:ext>
            </a:extLst>
          </p:cNvPr>
          <p:cNvGrpSpPr>
            <a:grpSpLocks noChangeAspect="1"/>
          </p:cNvGrpSpPr>
          <p:nvPr/>
        </p:nvGrpSpPr>
        <p:grpSpPr>
          <a:xfrm>
            <a:off x="1967869" y="810791"/>
            <a:ext cx="427634" cy="457200"/>
            <a:chOff x="1967869" y="810791"/>
            <a:chExt cx="427634" cy="457200"/>
          </a:xfrm>
          <a:solidFill>
            <a:srgbClr val="FF0000"/>
          </a:solidFill>
        </p:grpSpPr>
        <p:sp>
          <p:nvSpPr>
            <p:cNvPr id="2899" name="Freeform: Shape 2898">
              <a:extLst>
                <a:ext uri="{FF2B5EF4-FFF2-40B4-BE49-F238E27FC236}">
                  <a16:creationId xmlns:a16="http://schemas.microsoft.com/office/drawing/2014/main" id="{39C86292-95F2-9FB7-F99E-A025AE2CDF0E}"/>
                </a:ext>
                <a:ext uri="{C183D7F6-B498-43B3-948B-1728B52AA6E4}">
                  <adec:decorative xmlns:adec="http://schemas.microsoft.com/office/drawing/2017/decorative" val="1"/>
                </a:ext>
              </a:extLst>
            </p:cNvPr>
            <p:cNvSpPr/>
            <p:nvPr/>
          </p:nvSpPr>
          <p:spPr>
            <a:xfrm>
              <a:off x="2165848" y="1126766"/>
              <a:ext cx="31676" cy="31676"/>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dirty="0"/>
            </a:p>
          </p:txBody>
        </p:sp>
        <p:sp>
          <p:nvSpPr>
            <p:cNvPr id="2903" name="Freeform: Shape 2902">
              <a:extLst>
                <a:ext uri="{FF2B5EF4-FFF2-40B4-BE49-F238E27FC236}">
                  <a16:creationId xmlns:a16="http://schemas.microsoft.com/office/drawing/2014/main" id="{2980B5F3-D1F8-C3C4-3F49-F2317CD92A4F}"/>
                </a:ext>
                <a:ext uri="{C183D7F6-B498-43B3-948B-1728B52AA6E4}">
                  <adec:decorative xmlns:adec="http://schemas.microsoft.com/office/drawing/2017/decorative" val="1"/>
                </a:ext>
              </a:extLst>
            </p:cNvPr>
            <p:cNvSpPr/>
            <p:nvPr/>
          </p:nvSpPr>
          <p:spPr>
            <a:xfrm>
              <a:off x="1967869" y="810791"/>
              <a:ext cx="427634" cy="457200"/>
            </a:xfrm>
            <a:custGeom>
              <a:avLst/>
              <a:gdLst>
                <a:gd name="connsiteX0" fmla="*/ 3207262 w 6414508"/>
                <a:gd name="connsiteY0" fmla="*/ 5986891 h 6858000"/>
                <a:gd name="connsiteX1" fmla="*/ 2930086 w 6414508"/>
                <a:gd name="connsiteY1" fmla="*/ 6264060 h 6858000"/>
                <a:gd name="connsiteX2" fmla="*/ 3207262 w 6414508"/>
                <a:gd name="connsiteY2" fmla="*/ 6541229 h 6858000"/>
                <a:gd name="connsiteX3" fmla="*/ 3484431 w 6414508"/>
                <a:gd name="connsiteY3" fmla="*/ 6264060 h 6858000"/>
                <a:gd name="connsiteX4" fmla="*/ 3207262 w 6414508"/>
                <a:gd name="connsiteY4" fmla="*/ 5986891 h 6858000"/>
                <a:gd name="connsiteX5" fmla="*/ 3048872 w 6414508"/>
                <a:gd name="connsiteY5" fmla="*/ 5411359 h 6858000"/>
                <a:gd name="connsiteX6" fmla="*/ 3365637 w 6414508"/>
                <a:gd name="connsiteY6" fmla="*/ 5411359 h 6858000"/>
                <a:gd name="connsiteX7" fmla="*/ 3365637 w 6414508"/>
                <a:gd name="connsiteY7" fmla="*/ 5692576 h 6858000"/>
                <a:gd name="connsiteX8" fmla="*/ 3676470 w 6414508"/>
                <a:gd name="connsiteY8" fmla="*/ 5901261 h 6858000"/>
                <a:gd name="connsiteX9" fmla="*/ 3801195 w 6414508"/>
                <a:gd name="connsiteY9" fmla="*/ 6264060 h 6858000"/>
                <a:gd name="connsiteX10" fmla="*/ 3207262 w 6414508"/>
                <a:gd name="connsiteY10" fmla="*/ 6858000 h 6858000"/>
                <a:gd name="connsiteX11" fmla="*/ 2613321 w 6414508"/>
                <a:gd name="connsiteY11" fmla="*/ 6264060 h 6858000"/>
                <a:gd name="connsiteX12" fmla="*/ 3044916 w 6414508"/>
                <a:gd name="connsiteY12" fmla="*/ 5693881 h 6858000"/>
                <a:gd name="connsiteX13" fmla="*/ 3048872 w 6414508"/>
                <a:gd name="connsiteY13" fmla="*/ 5693832 h 6858000"/>
                <a:gd name="connsiteX14" fmla="*/ 5381060 w 6414508"/>
                <a:gd name="connsiteY14" fmla="*/ 5123696 h 6858000"/>
                <a:gd name="connsiteX15" fmla="*/ 5103891 w 6414508"/>
                <a:gd name="connsiteY15" fmla="*/ 5396908 h 6858000"/>
                <a:gd name="connsiteX16" fmla="*/ 5381060 w 6414508"/>
                <a:gd name="connsiteY16" fmla="*/ 5670120 h 6858000"/>
                <a:gd name="connsiteX17" fmla="*/ 5658236 w 6414508"/>
                <a:gd name="connsiteY17" fmla="*/ 5396908 h 6858000"/>
                <a:gd name="connsiteX18" fmla="*/ 5381060 w 6414508"/>
                <a:gd name="connsiteY18" fmla="*/ 5123696 h 6858000"/>
                <a:gd name="connsiteX19" fmla="*/ 1021571 w 6414508"/>
                <a:gd name="connsiteY19" fmla="*/ 5123696 h 6858000"/>
                <a:gd name="connsiteX20" fmla="*/ 748359 w 6414508"/>
                <a:gd name="connsiteY20" fmla="*/ 5396908 h 6858000"/>
                <a:gd name="connsiteX21" fmla="*/ 1021571 w 6414508"/>
                <a:gd name="connsiteY21" fmla="*/ 5670120 h 6858000"/>
                <a:gd name="connsiteX22" fmla="*/ 1294783 w 6414508"/>
                <a:gd name="connsiteY22" fmla="*/ 5396908 h 6858000"/>
                <a:gd name="connsiteX23" fmla="*/ 1021571 w 6414508"/>
                <a:gd name="connsiteY23" fmla="*/ 5123696 h 6858000"/>
                <a:gd name="connsiteX24" fmla="*/ 5816618 w 6414508"/>
                <a:gd name="connsiteY24" fmla="*/ 3076597 h 6858000"/>
                <a:gd name="connsiteX25" fmla="*/ 5535486 w 6414508"/>
                <a:gd name="connsiteY25" fmla="*/ 3357723 h 6858000"/>
                <a:gd name="connsiteX26" fmla="*/ 5816618 w 6414508"/>
                <a:gd name="connsiteY26" fmla="*/ 3638855 h 6858000"/>
                <a:gd name="connsiteX27" fmla="*/ 6097744 w 6414508"/>
                <a:gd name="connsiteY27" fmla="*/ 3357723 h 6858000"/>
                <a:gd name="connsiteX28" fmla="*/ 5816618 w 6414508"/>
                <a:gd name="connsiteY28" fmla="*/ 3076597 h 6858000"/>
                <a:gd name="connsiteX29" fmla="*/ 593933 w 6414508"/>
                <a:gd name="connsiteY29" fmla="*/ 3076597 h 6858000"/>
                <a:gd name="connsiteX30" fmla="*/ 316764 w 6414508"/>
                <a:gd name="connsiteY30" fmla="*/ 3357723 h 6858000"/>
                <a:gd name="connsiteX31" fmla="*/ 593933 w 6414508"/>
                <a:gd name="connsiteY31" fmla="*/ 3638855 h 6858000"/>
                <a:gd name="connsiteX32" fmla="*/ 871109 w 6414508"/>
                <a:gd name="connsiteY32" fmla="*/ 3357723 h 6858000"/>
                <a:gd name="connsiteX33" fmla="*/ 593933 w 6414508"/>
                <a:gd name="connsiteY33" fmla="*/ 3076597 h 6858000"/>
                <a:gd name="connsiteX34" fmla="*/ 3207261 w 6414508"/>
                <a:gd name="connsiteY34" fmla="*/ 2565813 h 6858000"/>
                <a:gd name="connsiteX35" fmla="*/ 2854858 w 6414508"/>
                <a:gd name="connsiteY35" fmla="*/ 2918217 h 6858000"/>
                <a:gd name="connsiteX36" fmla="*/ 3207261 w 6414508"/>
                <a:gd name="connsiteY36" fmla="*/ 3270616 h 6858000"/>
                <a:gd name="connsiteX37" fmla="*/ 3559660 w 6414508"/>
                <a:gd name="connsiteY37" fmla="*/ 2918217 h 6858000"/>
                <a:gd name="connsiteX38" fmla="*/ 3207261 w 6414508"/>
                <a:gd name="connsiteY38" fmla="*/ 2565813 h 6858000"/>
                <a:gd name="connsiteX39" fmla="*/ 3207261 w 6414508"/>
                <a:gd name="connsiteY39" fmla="*/ 2249047 h 6858000"/>
                <a:gd name="connsiteX40" fmla="*/ 3876425 w 6414508"/>
                <a:gd name="connsiteY40" fmla="*/ 2918217 h 6858000"/>
                <a:gd name="connsiteX41" fmla="*/ 3207261 w 6414508"/>
                <a:gd name="connsiteY41" fmla="*/ 3587382 h 6858000"/>
                <a:gd name="connsiteX42" fmla="*/ 2538093 w 6414508"/>
                <a:gd name="connsiteY42" fmla="*/ 2918217 h 6858000"/>
                <a:gd name="connsiteX43" fmla="*/ 3207261 w 6414508"/>
                <a:gd name="connsiteY43" fmla="*/ 2249047 h 6858000"/>
                <a:gd name="connsiteX44" fmla="*/ 3199334 w 6414508"/>
                <a:gd name="connsiteY44" fmla="*/ 1924355 h 6858000"/>
                <a:gd name="connsiteX45" fmla="*/ 1762009 w 6414508"/>
                <a:gd name="connsiteY45" fmla="*/ 3365643 h 6858000"/>
                <a:gd name="connsiteX46" fmla="*/ 2161928 w 6414508"/>
                <a:gd name="connsiteY46" fmla="*/ 4363460 h 6858000"/>
                <a:gd name="connsiteX47" fmla="*/ 3199334 w 6414508"/>
                <a:gd name="connsiteY47" fmla="*/ 3710126 h 6858000"/>
                <a:gd name="connsiteX48" fmla="*/ 4236746 w 6414508"/>
                <a:gd name="connsiteY48" fmla="*/ 4363460 h 6858000"/>
                <a:gd name="connsiteX49" fmla="*/ 4636665 w 6414508"/>
                <a:gd name="connsiteY49" fmla="*/ 3365643 h 6858000"/>
                <a:gd name="connsiteX50" fmla="*/ 3199334 w 6414508"/>
                <a:gd name="connsiteY50" fmla="*/ 1924355 h 6858000"/>
                <a:gd name="connsiteX51" fmla="*/ 5381060 w 6414508"/>
                <a:gd name="connsiteY51" fmla="*/ 1045333 h 6858000"/>
                <a:gd name="connsiteX52" fmla="*/ 5103891 w 6414508"/>
                <a:gd name="connsiteY52" fmla="*/ 1326465 h 6858000"/>
                <a:gd name="connsiteX53" fmla="*/ 5381060 w 6414508"/>
                <a:gd name="connsiteY53" fmla="*/ 1607591 h 6858000"/>
                <a:gd name="connsiteX54" fmla="*/ 5658236 w 6414508"/>
                <a:gd name="connsiteY54" fmla="*/ 1326465 h 6858000"/>
                <a:gd name="connsiteX55" fmla="*/ 5381060 w 6414508"/>
                <a:gd name="connsiteY55" fmla="*/ 1045333 h 6858000"/>
                <a:gd name="connsiteX56" fmla="*/ 1021571 w 6414508"/>
                <a:gd name="connsiteY56" fmla="*/ 1045333 h 6858000"/>
                <a:gd name="connsiteX57" fmla="*/ 748359 w 6414508"/>
                <a:gd name="connsiteY57" fmla="*/ 1326465 h 6858000"/>
                <a:gd name="connsiteX58" fmla="*/ 1021571 w 6414508"/>
                <a:gd name="connsiteY58" fmla="*/ 1607591 h 6858000"/>
                <a:gd name="connsiteX59" fmla="*/ 1294783 w 6414508"/>
                <a:gd name="connsiteY59" fmla="*/ 1326465 h 6858000"/>
                <a:gd name="connsiteX60" fmla="*/ 1021571 w 6414508"/>
                <a:gd name="connsiteY60" fmla="*/ 1045333 h 6858000"/>
                <a:gd name="connsiteX61" fmla="*/ 3199334 w 6414508"/>
                <a:gd name="connsiteY61" fmla="*/ 324685 h 6858000"/>
                <a:gd name="connsiteX62" fmla="*/ 2922165 w 6414508"/>
                <a:gd name="connsiteY62" fmla="*/ 605818 h 6858000"/>
                <a:gd name="connsiteX63" fmla="*/ 3199334 w 6414508"/>
                <a:gd name="connsiteY63" fmla="*/ 886950 h 6858000"/>
                <a:gd name="connsiteX64" fmla="*/ 3476510 w 6414508"/>
                <a:gd name="connsiteY64" fmla="*/ 605818 h 6858000"/>
                <a:gd name="connsiteX65" fmla="*/ 3199334 w 6414508"/>
                <a:gd name="connsiteY65" fmla="*/ 324685 h 6858000"/>
                <a:gd name="connsiteX66" fmla="*/ 3199334 w 6414508"/>
                <a:gd name="connsiteY66" fmla="*/ 0 h 6858000"/>
                <a:gd name="connsiteX67" fmla="*/ 3793274 w 6414508"/>
                <a:gd name="connsiteY67" fmla="*/ 597897 h 6858000"/>
                <a:gd name="connsiteX68" fmla="*/ 3353759 w 6414508"/>
                <a:gd name="connsiteY68" fmla="*/ 1175997 h 6858000"/>
                <a:gd name="connsiteX69" fmla="*/ 3353759 w 6414508"/>
                <a:gd name="connsiteY69" fmla="*/ 1611555 h 6858000"/>
                <a:gd name="connsiteX70" fmla="*/ 4399092 w 6414508"/>
                <a:gd name="connsiteY70" fmla="*/ 2082737 h 6858000"/>
                <a:gd name="connsiteX71" fmla="*/ 4866318 w 6414508"/>
                <a:gd name="connsiteY71" fmla="*/ 1623432 h 6858000"/>
                <a:gd name="connsiteX72" fmla="*/ 4787127 w 6414508"/>
                <a:gd name="connsiteY72" fmla="*/ 1326465 h 6858000"/>
                <a:gd name="connsiteX73" fmla="*/ 5381060 w 6414508"/>
                <a:gd name="connsiteY73" fmla="*/ 728561 h 6858000"/>
                <a:gd name="connsiteX74" fmla="*/ 5975000 w 6414508"/>
                <a:gd name="connsiteY74" fmla="*/ 1326465 h 6858000"/>
                <a:gd name="connsiteX75" fmla="*/ 5381060 w 6414508"/>
                <a:gd name="connsiteY75" fmla="*/ 1924355 h 6858000"/>
                <a:gd name="connsiteX76" fmla="*/ 5092014 w 6414508"/>
                <a:gd name="connsiteY76" fmla="*/ 1849128 h 6858000"/>
                <a:gd name="connsiteX77" fmla="*/ 4612903 w 6414508"/>
                <a:gd name="connsiteY77" fmla="*/ 2320311 h 6858000"/>
                <a:gd name="connsiteX78" fmla="*/ 4949466 w 6414508"/>
                <a:gd name="connsiteY78" fmla="*/ 3199340 h 6858000"/>
                <a:gd name="connsiteX79" fmla="*/ 5242476 w 6414508"/>
                <a:gd name="connsiteY79" fmla="*/ 3199340 h 6858000"/>
                <a:gd name="connsiteX80" fmla="*/ 5816618 w 6414508"/>
                <a:gd name="connsiteY80" fmla="*/ 2759833 h 6858000"/>
                <a:gd name="connsiteX81" fmla="*/ 6414508 w 6414508"/>
                <a:gd name="connsiteY81" fmla="*/ 3357723 h 6858000"/>
                <a:gd name="connsiteX82" fmla="*/ 5816618 w 6414508"/>
                <a:gd name="connsiteY82" fmla="*/ 3955620 h 6858000"/>
                <a:gd name="connsiteX83" fmla="*/ 5242476 w 6414508"/>
                <a:gd name="connsiteY83" fmla="*/ 3516105 h 6858000"/>
                <a:gd name="connsiteX84" fmla="*/ 4945509 w 6414508"/>
                <a:gd name="connsiteY84" fmla="*/ 3516105 h 6858000"/>
                <a:gd name="connsiteX85" fmla="*/ 4608947 w 6414508"/>
                <a:gd name="connsiteY85" fmla="*/ 4407012 h 6858000"/>
                <a:gd name="connsiteX86" fmla="*/ 5088057 w 6414508"/>
                <a:gd name="connsiteY86" fmla="*/ 4882166 h 6858000"/>
                <a:gd name="connsiteX87" fmla="*/ 5377103 w 6414508"/>
                <a:gd name="connsiteY87" fmla="*/ 4806931 h 6858000"/>
                <a:gd name="connsiteX88" fmla="*/ 5971036 w 6414508"/>
                <a:gd name="connsiteY88" fmla="*/ 5396908 h 6858000"/>
                <a:gd name="connsiteX89" fmla="*/ 5377103 w 6414508"/>
                <a:gd name="connsiteY89" fmla="*/ 5986884 h 6858000"/>
                <a:gd name="connsiteX90" fmla="*/ 4783163 w 6414508"/>
                <a:gd name="connsiteY90" fmla="*/ 5396908 h 6858000"/>
                <a:gd name="connsiteX91" fmla="*/ 4862354 w 6414508"/>
                <a:gd name="connsiteY91" fmla="*/ 5103898 h 6858000"/>
                <a:gd name="connsiteX92" fmla="*/ 4399092 w 6414508"/>
                <a:gd name="connsiteY92" fmla="*/ 4644585 h 6858000"/>
                <a:gd name="connsiteX93" fmla="*/ 3943736 w 6414508"/>
                <a:gd name="connsiteY93" fmla="*/ 4954699 h 6858000"/>
                <a:gd name="connsiteX94" fmla="*/ 3943736 w 6414508"/>
                <a:gd name="connsiteY94" fmla="*/ 4961350 h 6858000"/>
                <a:gd name="connsiteX95" fmla="*/ 3641416 w 6414508"/>
                <a:gd name="connsiteY95" fmla="*/ 5059323 h 6858000"/>
                <a:gd name="connsiteX96" fmla="*/ 3641416 w 6414508"/>
                <a:gd name="connsiteY96" fmla="*/ 4724199 h 6858000"/>
                <a:gd name="connsiteX97" fmla="*/ 3939779 w 6414508"/>
                <a:gd name="connsiteY97" fmla="*/ 4602641 h 6858000"/>
                <a:gd name="connsiteX98" fmla="*/ 3939779 w 6414508"/>
                <a:gd name="connsiteY98" fmla="*/ 4597076 h 6858000"/>
                <a:gd name="connsiteX99" fmla="*/ 3979374 w 6414508"/>
                <a:gd name="connsiteY99" fmla="*/ 4573315 h 6858000"/>
                <a:gd name="connsiteX100" fmla="*/ 3195377 w 6414508"/>
                <a:gd name="connsiteY100" fmla="*/ 4026897 h 6858000"/>
                <a:gd name="connsiteX101" fmla="*/ 2411379 w 6414508"/>
                <a:gd name="connsiteY101" fmla="*/ 4573315 h 6858000"/>
                <a:gd name="connsiteX102" fmla="*/ 2450982 w 6414508"/>
                <a:gd name="connsiteY102" fmla="*/ 4597076 h 6858000"/>
                <a:gd name="connsiteX103" fmla="*/ 2450982 w 6414508"/>
                <a:gd name="connsiteY103" fmla="*/ 4602105 h 6858000"/>
                <a:gd name="connsiteX104" fmla="*/ 2773092 w 6414508"/>
                <a:gd name="connsiteY104" fmla="*/ 4733340 h 6858000"/>
                <a:gd name="connsiteX105" fmla="*/ 2773092 w 6414508"/>
                <a:gd name="connsiteY105" fmla="*/ 5066594 h 6858000"/>
                <a:gd name="connsiteX106" fmla="*/ 2448337 w 6414508"/>
                <a:gd name="connsiteY106" fmla="*/ 4961350 h 6858000"/>
                <a:gd name="connsiteX107" fmla="*/ 2448337 w 6414508"/>
                <a:gd name="connsiteY107" fmla="*/ 4955594 h 6858000"/>
                <a:gd name="connsiteX108" fmla="*/ 1991669 w 6414508"/>
                <a:gd name="connsiteY108" fmla="*/ 4644585 h 6858000"/>
                <a:gd name="connsiteX109" fmla="*/ 1532356 w 6414508"/>
                <a:gd name="connsiteY109" fmla="*/ 5107855 h 6858000"/>
                <a:gd name="connsiteX110" fmla="*/ 1607584 w 6414508"/>
                <a:gd name="connsiteY110" fmla="*/ 5396908 h 6858000"/>
                <a:gd name="connsiteX111" fmla="*/ 1017614 w 6414508"/>
                <a:gd name="connsiteY111" fmla="*/ 5986884 h 6858000"/>
                <a:gd name="connsiteX112" fmla="*/ 427638 w 6414508"/>
                <a:gd name="connsiteY112" fmla="*/ 5396908 h 6858000"/>
                <a:gd name="connsiteX113" fmla="*/ 1017614 w 6414508"/>
                <a:gd name="connsiteY113" fmla="*/ 4806931 h 6858000"/>
                <a:gd name="connsiteX114" fmla="*/ 1306660 w 6414508"/>
                <a:gd name="connsiteY114" fmla="*/ 4882166 h 6858000"/>
                <a:gd name="connsiteX115" fmla="*/ 1781807 w 6414508"/>
                <a:gd name="connsiteY115" fmla="*/ 4403055 h 6858000"/>
                <a:gd name="connsiteX116" fmla="*/ 1449201 w 6414508"/>
                <a:gd name="connsiteY116" fmla="*/ 3516105 h 6858000"/>
                <a:gd name="connsiteX117" fmla="*/ 1164112 w 6414508"/>
                <a:gd name="connsiteY117" fmla="*/ 3516105 h 6858000"/>
                <a:gd name="connsiteX118" fmla="*/ 593933 w 6414508"/>
                <a:gd name="connsiteY118" fmla="*/ 3955620 h 6858000"/>
                <a:gd name="connsiteX119" fmla="*/ 0 w 6414508"/>
                <a:gd name="connsiteY119" fmla="*/ 3357723 h 6858000"/>
                <a:gd name="connsiteX120" fmla="*/ 593933 w 6414508"/>
                <a:gd name="connsiteY120" fmla="*/ 2759833 h 6858000"/>
                <a:gd name="connsiteX121" fmla="*/ 1164112 w 6414508"/>
                <a:gd name="connsiteY121" fmla="*/ 3199340 h 6858000"/>
                <a:gd name="connsiteX122" fmla="*/ 1449201 w 6414508"/>
                <a:gd name="connsiteY122" fmla="*/ 3199340 h 6858000"/>
                <a:gd name="connsiteX123" fmla="*/ 1785771 w 6414508"/>
                <a:gd name="connsiteY123" fmla="*/ 2324275 h 6858000"/>
                <a:gd name="connsiteX124" fmla="*/ 1310624 w 6414508"/>
                <a:gd name="connsiteY124" fmla="*/ 1849128 h 6858000"/>
                <a:gd name="connsiteX125" fmla="*/ 1021571 w 6414508"/>
                <a:gd name="connsiteY125" fmla="*/ 1924355 h 6858000"/>
                <a:gd name="connsiteX126" fmla="*/ 431594 w 6414508"/>
                <a:gd name="connsiteY126" fmla="*/ 1326465 h 6858000"/>
                <a:gd name="connsiteX127" fmla="*/ 1021571 w 6414508"/>
                <a:gd name="connsiteY127" fmla="*/ 728561 h 6858000"/>
                <a:gd name="connsiteX128" fmla="*/ 1611547 w 6414508"/>
                <a:gd name="connsiteY128" fmla="*/ 1326465 h 6858000"/>
                <a:gd name="connsiteX129" fmla="*/ 1532356 w 6414508"/>
                <a:gd name="connsiteY129" fmla="*/ 1623432 h 6858000"/>
                <a:gd name="connsiteX130" fmla="*/ 1999589 w 6414508"/>
                <a:gd name="connsiteY130" fmla="*/ 2086701 h 6858000"/>
                <a:gd name="connsiteX131" fmla="*/ 3036995 w 6414508"/>
                <a:gd name="connsiteY131" fmla="*/ 1607591 h 6858000"/>
                <a:gd name="connsiteX132" fmla="*/ 3036995 w 6414508"/>
                <a:gd name="connsiteY132" fmla="*/ 1172040 h 6858000"/>
                <a:gd name="connsiteX133" fmla="*/ 2605400 w 6414508"/>
                <a:gd name="connsiteY133" fmla="*/ 597897 h 6858000"/>
                <a:gd name="connsiteX134" fmla="*/ 3199334 w 6414508"/>
                <a:gd name="connsiteY13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414508" h="6858000">
                  <a:moveTo>
                    <a:pt x="3207262" y="5986891"/>
                  </a:moveTo>
                  <a:cubicBezTo>
                    <a:pt x="3052836" y="5986891"/>
                    <a:pt x="2930086" y="6109635"/>
                    <a:pt x="2930086" y="6264060"/>
                  </a:cubicBezTo>
                  <a:cubicBezTo>
                    <a:pt x="2930086" y="6418485"/>
                    <a:pt x="3052836" y="6541229"/>
                    <a:pt x="3207262" y="6541229"/>
                  </a:cubicBezTo>
                  <a:cubicBezTo>
                    <a:pt x="3361680" y="6541229"/>
                    <a:pt x="3484431" y="6418485"/>
                    <a:pt x="3484431" y="6264060"/>
                  </a:cubicBezTo>
                  <a:cubicBezTo>
                    <a:pt x="3484431" y="6113591"/>
                    <a:pt x="3361680" y="5986891"/>
                    <a:pt x="3207262" y="5986891"/>
                  </a:cubicBezTo>
                  <a:close/>
                  <a:moveTo>
                    <a:pt x="3048872" y="5411359"/>
                  </a:moveTo>
                  <a:lnTo>
                    <a:pt x="3365637" y="5411359"/>
                  </a:lnTo>
                  <a:lnTo>
                    <a:pt x="3365637" y="5692576"/>
                  </a:lnTo>
                  <a:lnTo>
                    <a:pt x="3676470" y="5901261"/>
                  </a:lnTo>
                  <a:cubicBezTo>
                    <a:pt x="3754674" y="6001738"/>
                    <a:pt x="3801195" y="6127457"/>
                    <a:pt x="3801195" y="6264060"/>
                  </a:cubicBezTo>
                  <a:cubicBezTo>
                    <a:pt x="3801195" y="6592702"/>
                    <a:pt x="3535904" y="6858000"/>
                    <a:pt x="3207262" y="6858000"/>
                  </a:cubicBezTo>
                  <a:cubicBezTo>
                    <a:pt x="2878613" y="6858000"/>
                    <a:pt x="2613321" y="6592702"/>
                    <a:pt x="2613321" y="6264060"/>
                  </a:cubicBezTo>
                  <a:cubicBezTo>
                    <a:pt x="2613321" y="5994805"/>
                    <a:pt x="2795458" y="5765152"/>
                    <a:pt x="3044916" y="5693881"/>
                  </a:cubicBezTo>
                  <a:lnTo>
                    <a:pt x="3048872" y="5693832"/>
                  </a:lnTo>
                  <a:close/>
                  <a:moveTo>
                    <a:pt x="5381060" y="5123696"/>
                  </a:moveTo>
                  <a:cubicBezTo>
                    <a:pt x="5226635" y="5123696"/>
                    <a:pt x="5103891" y="5246446"/>
                    <a:pt x="5103891" y="5396908"/>
                  </a:cubicBezTo>
                  <a:cubicBezTo>
                    <a:pt x="5103891" y="5547369"/>
                    <a:pt x="5226635" y="5670120"/>
                    <a:pt x="5381060" y="5670120"/>
                  </a:cubicBezTo>
                  <a:cubicBezTo>
                    <a:pt x="5535486" y="5670120"/>
                    <a:pt x="5658236" y="5547369"/>
                    <a:pt x="5658236" y="5396908"/>
                  </a:cubicBezTo>
                  <a:cubicBezTo>
                    <a:pt x="5658236" y="5246446"/>
                    <a:pt x="5535486" y="5123696"/>
                    <a:pt x="5381060" y="5123696"/>
                  </a:cubicBezTo>
                  <a:close/>
                  <a:moveTo>
                    <a:pt x="1021571" y="5123696"/>
                  </a:moveTo>
                  <a:cubicBezTo>
                    <a:pt x="871109" y="5123696"/>
                    <a:pt x="748359" y="5246446"/>
                    <a:pt x="748359" y="5396908"/>
                  </a:cubicBezTo>
                  <a:cubicBezTo>
                    <a:pt x="748359" y="5547369"/>
                    <a:pt x="871109" y="5670120"/>
                    <a:pt x="1021571" y="5670120"/>
                  </a:cubicBezTo>
                  <a:cubicBezTo>
                    <a:pt x="1172032" y="5670120"/>
                    <a:pt x="1294783" y="5547369"/>
                    <a:pt x="1294783" y="5396908"/>
                  </a:cubicBezTo>
                  <a:cubicBezTo>
                    <a:pt x="1294783" y="5246446"/>
                    <a:pt x="1172032" y="5123696"/>
                    <a:pt x="1021571" y="5123696"/>
                  </a:cubicBezTo>
                  <a:close/>
                  <a:moveTo>
                    <a:pt x="5816618" y="3076597"/>
                  </a:moveTo>
                  <a:cubicBezTo>
                    <a:pt x="5662192" y="3076597"/>
                    <a:pt x="5535486" y="3203304"/>
                    <a:pt x="5535486" y="3357723"/>
                  </a:cubicBezTo>
                  <a:cubicBezTo>
                    <a:pt x="5535486" y="3512148"/>
                    <a:pt x="5662192" y="3638855"/>
                    <a:pt x="5816618" y="3638855"/>
                  </a:cubicBezTo>
                  <a:cubicBezTo>
                    <a:pt x="5971036" y="3638855"/>
                    <a:pt x="6097744" y="3512148"/>
                    <a:pt x="6097744" y="3357723"/>
                  </a:cubicBezTo>
                  <a:cubicBezTo>
                    <a:pt x="6097744" y="3203304"/>
                    <a:pt x="5971036" y="3076597"/>
                    <a:pt x="5816618" y="3076597"/>
                  </a:cubicBezTo>
                  <a:close/>
                  <a:moveTo>
                    <a:pt x="593933" y="3076597"/>
                  </a:moveTo>
                  <a:cubicBezTo>
                    <a:pt x="439515" y="3076597"/>
                    <a:pt x="316764" y="3203304"/>
                    <a:pt x="316764" y="3357723"/>
                  </a:cubicBezTo>
                  <a:cubicBezTo>
                    <a:pt x="316764" y="3512148"/>
                    <a:pt x="439515" y="3638855"/>
                    <a:pt x="593933" y="3638855"/>
                  </a:cubicBezTo>
                  <a:cubicBezTo>
                    <a:pt x="748359" y="3638855"/>
                    <a:pt x="871109" y="3512148"/>
                    <a:pt x="871109" y="3357723"/>
                  </a:cubicBezTo>
                  <a:cubicBezTo>
                    <a:pt x="871109" y="3203304"/>
                    <a:pt x="748359" y="3076597"/>
                    <a:pt x="593933" y="3076597"/>
                  </a:cubicBezTo>
                  <a:close/>
                  <a:moveTo>
                    <a:pt x="3207261" y="2565813"/>
                  </a:moveTo>
                  <a:cubicBezTo>
                    <a:pt x="3013241" y="2565813"/>
                    <a:pt x="2854858" y="2724196"/>
                    <a:pt x="2854858" y="2918217"/>
                  </a:cubicBezTo>
                  <a:cubicBezTo>
                    <a:pt x="2854858" y="3112234"/>
                    <a:pt x="3013241" y="3270616"/>
                    <a:pt x="3207261" y="3270616"/>
                  </a:cubicBezTo>
                  <a:cubicBezTo>
                    <a:pt x="3401278" y="3270616"/>
                    <a:pt x="3559660" y="3112234"/>
                    <a:pt x="3559660" y="2918217"/>
                  </a:cubicBezTo>
                  <a:cubicBezTo>
                    <a:pt x="3559660" y="2724196"/>
                    <a:pt x="3401278" y="2565813"/>
                    <a:pt x="3207261" y="2565813"/>
                  </a:cubicBezTo>
                  <a:close/>
                  <a:moveTo>
                    <a:pt x="3207261" y="2249047"/>
                  </a:moveTo>
                  <a:cubicBezTo>
                    <a:pt x="3575499" y="2249047"/>
                    <a:pt x="3876425" y="2549975"/>
                    <a:pt x="3876425" y="2918217"/>
                  </a:cubicBezTo>
                  <a:cubicBezTo>
                    <a:pt x="3876425" y="3286455"/>
                    <a:pt x="3575499" y="3587382"/>
                    <a:pt x="3207261" y="3587382"/>
                  </a:cubicBezTo>
                  <a:cubicBezTo>
                    <a:pt x="2839020" y="3587382"/>
                    <a:pt x="2538093" y="3286455"/>
                    <a:pt x="2538093" y="2918217"/>
                  </a:cubicBezTo>
                  <a:cubicBezTo>
                    <a:pt x="2538093" y="2549975"/>
                    <a:pt x="2839020" y="2249047"/>
                    <a:pt x="3207261" y="2249047"/>
                  </a:cubicBezTo>
                  <a:close/>
                  <a:moveTo>
                    <a:pt x="3199334" y="1924355"/>
                  </a:moveTo>
                  <a:cubicBezTo>
                    <a:pt x="2407422" y="1924355"/>
                    <a:pt x="1762009" y="2569768"/>
                    <a:pt x="1762009" y="3365643"/>
                  </a:cubicBezTo>
                  <a:cubicBezTo>
                    <a:pt x="1762009" y="3753678"/>
                    <a:pt x="1916435" y="4106088"/>
                    <a:pt x="2161928" y="4363460"/>
                  </a:cubicBezTo>
                  <a:cubicBezTo>
                    <a:pt x="2348029" y="3975417"/>
                    <a:pt x="2743985" y="3710126"/>
                    <a:pt x="3199334" y="3710126"/>
                  </a:cubicBezTo>
                  <a:cubicBezTo>
                    <a:pt x="3654690" y="3710126"/>
                    <a:pt x="4050645" y="3979381"/>
                    <a:pt x="4236746" y="4363460"/>
                  </a:cubicBezTo>
                  <a:cubicBezTo>
                    <a:pt x="4486196" y="4102125"/>
                    <a:pt x="4636665" y="3753678"/>
                    <a:pt x="4636665" y="3365643"/>
                  </a:cubicBezTo>
                  <a:cubicBezTo>
                    <a:pt x="4636665" y="2569768"/>
                    <a:pt x="3991252" y="1924355"/>
                    <a:pt x="3199334" y="1924355"/>
                  </a:cubicBezTo>
                  <a:close/>
                  <a:moveTo>
                    <a:pt x="5381060" y="1045333"/>
                  </a:moveTo>
                  <a:cubicBezTo>
                    <a:pt x="5226635" y="1045333"/>
                    <a:pt x="5103891" y="1172040"/>
                    <a:pt x="5103891" y="1326465"/>
                  </a:cubicBezTo>
                  <a:cubicBezTo>
                    <a:pt x="5103891" y="1480884"/>
                    <a:pt x="5226635" y="1607591"/>
                    <a:pt x="5381060" y="1607591"/>
                  </a:cubicBezTo>
                  <a:cubicBezTo>
                    <a:pt x="5535486" y="1607591"/>
                    <a:pt x="5658236" y="1480884"/>
                    <a:pt x="5658236" y="1326465"/>
                  </a:cubicBezTo>
                  <a:cubicBezTo>
                    <a:pt x="5658236" y="1172040"/>
                    <a:pt x="5535486" y="1045333"/>
                    <a:pt x="5381060" y="1045333"/>
                  </a:cubicBezTo>
                  <a:close/>
                  <a:moveTo>
                    <a:pt x="1021571" y="1045333"/>
                  </a:moveTo>
                  <a:cubicBezTo>
                    <a:pt x="871109" y="1045333"/>
                    <a:pt x="748359" y="1172040"/>
                    <a:pt x="748359" y="1326465"/>
                  </a:cubicBezTo>
                  <a:cubicBezTo>
                    <a:pt x="748359" y="1480884"/>
                    <a:pt x="871109" y="1607591"/>
                    <a:pt x="1021571" y="1607591"/>
                  </a:cubicBezTo>
                  <a:cubicBezTo>
                    <a:pt x="1172032" y="1607591"/>
                    <a:pt x="1294783" y="1480884"/>
                    <a:pt x="1294783" y="1326465"/>
                  </a:cubicBezTo>
                  <a:cubicBezTo>
                    <a:pt x="1294783" y="1172040"/>
                    <a:pt x="1172032" y="1045333"/>
                    <a:pt x="1021571" y="1045333"/>
                  </a:cubicBezTo>
                  <a:close/>
                  <a:moveTo>
                    <a:pt x="3199334" y="324685"/>
                  </a:moveTo>
                  <a:cubicBezTo>
                    <a:pt x="3044915" y="324685"/>
                    <a:pt x="2922165" y="451392"/>
                    <a:pt x="2922165" y="605818"/>
                  </a:cubicBezTo>
                  <a:cubicBezTo>
                    <a:pt x="2922165" y="760243"/>
                    <a:pt x="3044915" y="886950"/>
                    <a:pt x="3199334" y="886950"/>
                  </a:cubicBezTo>
                  <a:cubicBezTo>
                    <a:pt x="3353759" y="886950"/>
                    <a:pt x="3476510" y="760243"/>
                    <a:pt x="3476510" y="605818"/>
                  </a:cubicBezTo>
                  <a:cubicBezTo>
                    <a:pt x="3476510" y="451392"/>
                    <a:pt x="3353759" y="324685"/>
                    <a:pt x="3199334" y="324685"/>
                  </a:cubicBezTo>
                  <a:close/>
                  <a:moveTo>
                    <a:pt x="3199334" y="0"/>
                  </a:moveTo>
                  <a:cubicBezTo>
                    <a:pt x="3527982" y="0"/>
                    <a:pt x="3793274" y="269256"/>
                    <a:pt x="3793274" y="597897"/>
                  </a:cubicBezTo>
                  <a:cubicBezTo>
                    <a:pt x="3793274" y="875073"/>
                    <a:pt x="3607173" y="1108683"/>
                    <a:pt x="3353759" y="1175997"/>
                  </a:cubicBezTo>
                  <a:lnTo>
                    <a:pt x="3353759" y="1611555"/>
                  </a:lnTo>
                  <a:cubicBezTo>
                    <a:pt x="3757635" y="1647186"/>
                    <a:pt x="4121916" y="1821410"/>
                    <a:pt x="4399092" y="2082737"/>
                  </a:cubicBezTo>
                  <a:lnTo>
                    <a:pt x="4866318" y="1623432"/>
                  </a:lnTo>
                  <a:cubicBezTo>
                    <a:pt x="4814845" y="1536320"/>
                    <a:pt x="4787127" y="1437324"/>
                    <a:pt x="4787127" y="1326465"/>
                  </a:cubicBezTo>
                  <a:cubicBezTo>
                    <a:pt x="4787127" y="997817"/>
                    <a:pt x="5052418" y="728561"/>
                    <a:pt x="5381060" y="728561"/>
                  </a:cubicBezTo>
                  <a:cubicBezTo>
                    <a:pt x="5709708" y="728561"/>
                    <a:pt x="5975000" y="997817"/>
                    <a:pt x="5975000" y="1326465"/>
                  </a:cubicBezTo>
                  <a:cubicBezTo>
                    <a:pt x="5975000" y="1655107"/>
                    <a:pt x="5709708" y="1924355"/>
                    <a:pt x="5381060" y="1924355"/>
                  </a:cubicBezTo>
                  <a:cubicBezTo>
                    <a:pt x="5274151" y="1924355"/>
                    <a:pt x="5179126" y="1896644"/>
                    <a:pt x="5092014" y="1849128"/>
                  </a:cubicBezTo>
                  <a:lnTo>
                    <a:pt x="4612903" y="2320311"/>
                  </a:lnTo>
                  <a:cubicBezTo>
                    <a:pt x="4799004" y="2569768"/>
                    <a:pt x="4917791" y="2870699"/>
                    <a:pt x="4949466" y="3199340"/>
                  </a:cubicBezTo>
                  <a:lnTo>
                    <a:pt x="5242476" y="3199340"/>
                  </a:lnTo>
                  <a:cubicBezTo>
                    <a:pt x="5309789" y="2945926"/>
                    <a:pt x="5543406" y="2759833"/>
                    <a:pt x="5816618" y="2759833"/>
                  </a:cubicBezTo>
                  <a:cubicBezTo>
                    <a:pt x="6145260" y="2759833"/>
                    <a:pt x="6414508" y="3029081"/>
                    <a:pt x="6414508" y="3357723"/>
                  </a:cubicBezTo>
                  <a:cubicBezTo>
                    <a:pt x="6414508" y="3686371"/>
                    <a:pt x="6145260" y="3955620"/>
                    <a:pt x="5816618" y="3955620"/>
                  </a:cubicBezTo>
                  <a:cubicBezTo>
                    <a:pt x="5543406" y="3955620"/>
                    <a:pt x="5313746" y="3769519"/>
                    <a:pt x="5242476" y="3516105"/>
                  </a:cubicBezTo>
                  <a:lnTo>
                    <a:pt x="4945509" y="3516105"/>
                  </a:lnTo>
                  <a:cubicBezTo>
                    <a:pt x="4917791" y="3848710"/>
                    <a:pt x="4795047" y="4153597"/>
                    <a:pt x="4608947" y="4407012"/>
                  </a:cubicBezTo>
                  <a:lnTo>
                    <a:pt x="5088057" y="4882166"/>
                  </a:lnTo>
                  <a:cubicBezTo>
                    <a:pt x="5175162" y="4834649"/>
                    <a:pt x="5274151" y="4806931"/>
                    <a:pt x="5377103" y="4806931"/>
                  </a:cubicBezTo>
                  <a:cubicBezTo>
                    <a:pt x="5705745" y="4806931"/>
                    <a:pt x="5971036" y="5072223"/>
                    <a:pt x="5971036" y="5396908"/>
                  </a:cubicBezTo>
                  <a:cubicBezTo>
                    <a:pt x="5971036" y="5721593"/>
                    <a:pt x="5705745" y="5986884"/>
                    <a:pt x="5377103" y="5986884"/>
                  </a:cubicBezTo>
                  <a:cubicBezTo>
                    <a:pt x="5048462" y="5986884"/>
                    <a:pt x="4783163" y="5721593"/>
                    <a:pt x="4783163" y="5396908"/>
                  </a:cubicBezTo>
                  <a:cubicBezTo>
                    <a:pt x="4783163" y="5289998"/>
                    <a:pt x="4810881" y="5191009"/>
                    <a:pt x="4862354" y="5103898"/>
                  </a:cubicBezTo>
                  <a:lnTo>
                    <a:pt x="4399092" y="4644585"/>
                  </a:lnTo>
                  <a:lnTo>
                    <a:pt x="3943736" y="4954699"/>
                  </a:lnTo>
                  <a:lnTo>
                    <a:pt x="3943736" y="4961350"/>
                  </a:lnTo>
                  <a:lnTo>
                    <a:pt x="3641416" y="5059323"/>
                  </a:lnTo>
                  <a:lnTo>
                    <a:pt x="3641416" y="4724199"/>
                  </a:lnTo>
                  <a:lnTo>
                    <a:pt x="3939779" y="4602641"/>
                  </a:lnTo>
                  <a:lnTo>
                    <a:pt x="3939779" y="4597076"/>
                  </a:lnTo>
                  <a:cubicBezTo>
                    <a:pt x="3951656" y="4589156"/>
                    <a:pt x="3967490" y="4581235"/>
                    <a:pt x="3979374" y="4573315"/>
                  </a:cubicBezTo>
                  <a:cubicBezTo>
                    <a:pt x="3860588" y="4256550"/>
                    <a:pt x="3555701" y="4026897"/>
                    <a:pt x="3195377" y="4026897"/>
                  </a:cubicBezTo>
                  <a:cubicBezTo>
                    <a:pt x="2839017" y="4026897"/>
                    <a:pt x="2530173" y="4252586"/>
                    <a:pt x="2411379" y="4573315"/>
                  </a:cubicBezTo>
                  <a:cubicBezTo>
                    <a:pt x="2423256" y="4581235"/>
                    <a:pt x="2439097" y="4589156"/>
                    <a:pt x="2450982" y="4597076"/>
                  </a:cubicBezTo>
                  <a:lnTo>
                    <a:pt x="2450982" y="4602105"/>
                  </a:lnTo>
                  <a:lnTo>
                    <a:pt x="2773092" y="4733340"/>
                  </a:lnTo>
                  <a:lnTo>
                    <a:pt x="2773092" y="5066594"/>
                  </a:lnTo>
                  <a:lnTo>
                    <a:pt x="2448337" y="4961350"/>
                  </a:lnTo>
                  <a:lnTo>
                    <a:pt x="2448337" y="4955594"/>
                  </a:lnTo>
                  <a:lnTo>
                    <a:pt x="1991669" y="4644585"/>
                  </a:lnTo>
                  <a:lnTo>
                    <a:pt x="1532356" y="5107855"/>
                  </a:lnTo>
                  <a:cubicBezTo>
                    <a:pt x="1579872" y="5191009"/>
                    <a:pt x="1607584" y="5289998"/>
                    <a:pt x="1607584" y="5396908"/>
                  </a:cubicBezTo>
                  <a:cubicBezTo>
                    <a:pt x="1607584" y="5721593"/>
                    <a:pt x="1342299" y="5986884"/>
                    <a:pt x="1017614" y="5986884"/>
                  </a:cubicBezTo>
                  <a:cubicBezTo>
                    <a:pt x="692929" y="5986884"/>
                    <a:pt x="427638" y="5721593"/>
                    <a:pt x="427638" y="5396908"/>
                  </a:cubicBezTo>
                  <a:cubicBezTo>
                    <a:pt x="427638" y="5072223"/>
                    <a:pt x="692929" y="4806931"/>
                    <a:pt x="1017614" y="4806931"/>
                  </a:cubicBezTo>
                  <a:cubicBezTo>
                    <a:pt x="1124516" y="4806931"/>
                    <a:pt x="1219549" y="4834649"/>
                    <a:pt x="1306660" y="4882166"/>
                  </a:cubicBezTo>
                  <a:lnTo>
                    <a:pt x="1781807" y="4403055"/>
                  </a:lnTo>
                  <a:cubicBezTo>
                    <a:pt x="1595713" y="4149641"/>
                    <a:pt x="1476920" y="3848710"/>
                    <a:pt x="1449201" y="3516105"/>
                  </a:cubicBezTo>
                  <a:lnTo>
                    <a:pt x="1164112" y="3516105"/>
                  </a:lnTo>
                  <a:cubicBezTo>
                    <a:pt x="1096806" y="3769519"/>
                    <a:pt x="867152" y="3955620"/>
                    <a:pt x="593933" y="3955620"/>
                  </a:cubicBezTo>
                  <a:cubicBezTo>
                    <a:pt x="265292" y="3955620"/>
                    <a:pt x="0" y="3686371"/>
                    <a:pt x="0" y="3357723"/>
                  </a:cubicBezTo>
                  <a:cubicBezTo>
                    <a:pt x="0" y="3029081"/>
                    <a:pt x="265292" y="2759833"/>
                    <a:pt x="593933" y="2759833"/>
                  </a:cubicBezTo>
                  <a:cubicBezTo>
                    <a:pt x="867152" y="2759833"/>
                    <a:pt x="1096806" y="2945926"/>
                    <a:pt x="1164112" y="3199340"/>
                  </a:cubicBezTo>
                  <a:lnTo>
                    <a:pt x="1449201" y="3199340"/>
                  </a:lnTo>
                  <a:cubicBezTo>
                    <a:pt x="1480883" y="2874655"/>
                    <a:pt x="1599670" y="2573725"/>
                    <a:pt x="1785771" y="2324275"/>
                  </a:cubicBezTo>
                  <a:lnTo>
                    <a:pt x="1310624" y="1849128"/>
                  </a:lnTo>
                  <a:cubicBezTo>
                    <a:pt x="1223512" y="1896644"/>
                    <a:pt x="1128480" y="1924355"/>
                    <a:pt x="1021571" y="1924355"/>
                  </a:cubicBezTo>
                  <a:cubicBezTo>
                    <a:pt x="696886" y="1924355"/>
                    <a:pt x="431594" y="1655107"/>
                    <a:pt x="431594" y="1326465"/>
                  </a:cubicBezTo>
                  <a:cubicBezTo>
                    <a:pt x="431594" y="997817"/>
                    <a:pt x="696886" y="728561"/>
                    <a:pt x="1021571" y="728561"/>
                  </a:cubicBezTo>
                  <a:cubicBezTo>
                    <a:pt x="1346256" y="728561"/>
                    <a:pt x="1611547" y="997817"/>
                    <a:pt x="1611547" y="1326465"/>
                  </a:cubicBezTo>
                  <a:cubicBezTo>
                    <a:pt x="1611547" y="1433367"/>
                    <a:pt x="1579872" y="1536320"/>
                    <a:pt x="1532356" y="1623432"/>
                  </a:cubicBezTo>
                  <a:lnTo>
                    <a:pt x="1999589" y="2086701"/>
                  </a:lnTo>
                  <a:cubicBezTo>
                    <a:pt x="2276758" y="1825366"/>
                    <a:pt x="2637075" y="1651150"/>
                    <a:pt x="3036995" y="1607591"/>
                  </a:cubicBezTo>
                  <a:lnTo>
                    <a:pt x="3036995" y="1172040"/>
                  </a:lnTo>
                  <a:cubicBezTo>
                    <a:pt x="2787537" y="1100762"/>
                    <a:pt x="2605400" y="871109"/>
                    <a:pt x="2605400" y="597897"/>
                  </a:cubicBezTo>
                  <a:cubicBezTo>
                    <a:pt x="2605400" y="269256"/>
                    <a:pt x="2870692" y="0"/>
                    <a:pt x="3199334" y="0"/>
                  </a:cubicBez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86" name="Group 85">
            <a:extLst>
              <a:ext uri="{FF2B5EF4-FFF2-40B4-BE49-F238E27FC236}">
                <a16:creationId xmlns:a16="http://schemas.microsoft.com/office/drawing/2014/main" id="{B769DEC1-F46E-CFAD-EE3A-F37620E112E6}"/>
              </a:ext>
              <a:ext uri="{C183D7F6-B498-43B3-948B-1728B52AA6E4}">
                <adec:decorative xmlns:adec="http://schemas.microsoft.com/office/drawing/2017/decorative" val="1"/>
              </a:ext>
            </a:extLst>
          </p:cNvPr>
          <p:cNvGrpSpPr>
            <a:grpSpLocks noChangeAspect="1"/>
          </p:cNvGrpSpPr>
          <p:nvPr/>
        </p:nvGrpSpPr>
        <p:grpSpPr>
          <a:xfrm>
            <a:off x="2538308" y="810791"/>
            <a:ext cx="414903" cy="457200"/>
            <a:chOff x="2538308" y="810791"/>
            <a:chExt cx="414903" cy="457200"/>
          </a:xfrm>
          <a:solidFill>
            <a:srgbClr val="FF0000"/>
          </a:solidFill>
        </p:grpSpPr>
        <p:sp>
          <p:nvSpPr>
            <p:cNvPr id="2921" name="Freeform: Shape 2920">
              <a:extLst>
                <a:ext uri="{FF2B5EF4-FFF2-40B4-BE49-F238E27FC236}">
                  <a16:creationId xmlns:a16="http://schemas.microsoft.com/office/drawing/2014/main" id="{8DD8B58D-CFC3-9558-D616-9D2E853E130C}"/>
                </a:ext>
                <a:ext uri="{C183D7F6-B498-43B3-948B-1728B52AA6E4}">
                  <adec:decorative xmlns:adec="http://schemas.microsoft.com/office/drawing/2017/decorative" val="1"/>
                </a:ext>
              </a:extLst>
            </p:cNvPr>
            <p:cNvSpPr/>
            <p:nvPr/>
          </p:nvSpPr>
          <p:spPr>
            <a:xfrm>
              <a:off x="2538308" y="810791"/>
              <a:ext cx="414903" cy="457200"/>
            </a:xfrm>
            <a:custGeom>
              <a:avLst/>
              <a:gdLst>
                <a:gd name="connsiteX0" fmla="*/ 898877 w 6223554"/>
                <a:gd name="connsiteY0" fmla="*/ 5421240 h 6858004"/>
                <a:gd name="connsiteX1" fmla="*/ 360995 w 6223554"/>
                <a:gd name="connsiteY1" fmla="*/ 5959124 h 6858004"/>
                <a:gd name="connsiteX2" fmla="*/ 898877 w 6223554"/>
                <a:gd name="connsiteY2" fmla="*/ 6497008 h 6858004"/>
                <a:gd name="connsiteX3" fmla="*/ 1436760 w 6223554"/>
                <a:gd name="connsiteY3" fmla="*/ 5959124 h 6858004"/>
                <a:gd name="connsiteX4" fmla="*/ 898877 w 6223554"/>
                <a:gd name="connsiteY4" fmla="*/ 5421240 h 6858004"/>
                <a:gd name="connsiteX5" fmla="*/ 5324677 w 6223554"/>
                <a:gd name="connsiteY5" fmla="*/ 5049871 h 6858004"/>
                <a:gd name="connsiteX6" fmla="*/ 4786794 w 6223554"/>
                <a:gd name="connsiteY6" fmla="*/ 5587754 h 6858004"/>
                <a:gd name="connsiteX7" fmla="*/ 5324677 w 6223554"/>
                <a:gd name="connsiteY7" fmla="*/ 6125636 h 6858004"/>
                <a:gd name="connsiteX8" fmla="*/ 5862559 w 6223554"/>
                <a:gd name="connsiteY8" fmla="*/ 5587754 h 6858004"/>
                <a:gd name="connsiteX9" fmla="*/ 5324677 w 6223554"/>
                <a:gd name="connsiteY9" fmla="*/ 5049871 h 6858004"/>
                <a:gd name="connsiteX10" fmla="*/ 3203829 w 6223554"/>
                <a:gd name="connsiteY10" fmla="*/ 3155994 h 6858004"/>
                <a:gd name="connsiteX11" fmla="*/ 2443030 w 6223554"/>
                <a:gd name="connsiteY11" fmla="*/ 3916793 h 6858004"/>
                <a:gd name="connsiteX12" fmla="*/ 3203829 w 6223554"/>
                <a:gd name="connsiteY12" fmla="*/ 4677587 h 6858004"/>
                <a:gd name="connsiteX13" fmla="*/ 3964623 w 6223554"/>
                <a:gd name="connsiteY13" fmla="*/ 3916793 h 6858004"/>
                <a:gd name="connsiteX14" fmla="*/ 3203829 w 6223554"/>
                <a:gd name="connsiteY14" fmla="*/ 3155994 h 6858004"/>
                <a:gd name="connsiteX15" fmla="*/ 990480 w 6223554"/>
                <a:gd name="connsiteY15" fmla="*/ 2279229 h 6858004"/>
                <a:gd name="connsiteX16" fmla="*/ 607825 w 6223554"/>
                <a:gd name="connsiteY16" fmla="*/ 2661885 h 6858004"/>
                <a:gd name="connsiteX17" fmla="*/ 990480 w 6223554"/>
                <a:gd name="connsiteY17" fmla="*/ 3044540 h 6858004"/>
                <a:gd name="connsiteX18" fmla="*/ 1373134 w 6223554"/>
                <a:gd name="connsiteY18" fmla="*/ 2661885 h 6858004"/>
                <a:gd name="connsiteX19" fmla="*/ 990480 w 6223554"/>
                <a:gd name="connsiteY19" fmla="*/ 2279229 h 6858004"/>
                <a:gd name="connsiteX20" fmla="*/ 990480 w 6223554"/>
                <a:gd name="connsiteY20" fmla="*/ 1918233 h 6858004"/>
                <a:gd name="connsiteX21" fmla="*/ 1734130 w 6223554"/>
                <a:gd name="connsiteY21" fmla="*/ 2661885 h 6858004"/>
                <a:gd name="connsiteX22" fmla="*/ 1719000 w 6223554"/>
                <a:gd name="connsiteY22" fmla="*/ 2811495 h 6858004"/>
                <a:gd name="connsiteX23" fmla="*/ 1697246 w 6223554"/>
                <a:gd name="connsiteY23" fmla="*/ 2881448 h 6858004"/>
                <a:gd name="connsiteX24" fmla="*/ 2300437 w 6223554"/>
                <a:gd name="connsiteY24" fmla="*/ 3254454 h 6858004"/>
                <a:gd name="connsiteX25" fmla="*/ 2338487 w 6223554"/>
                <a:gd name="connsiteY25" fmla="*/ 3203599 h 6858004"/>
                <a:gd name="connsiteX26" fmla="*/ 3203829 w 6223554"/>
                <a:gd name="connsiteY26" fmla="*/ 2794999 h 6858004"/>
                <a:gd name="connsiteX27" fmla="*/ 4325618 w 6223554"/>
                <a:gd name="connsiteY27" fmla="*/ 3916793 h 6858004"/>
                <a:gd name="connsiteX28" fmla="*/ 4189953 w 6223554"/>
                <a:gd name="connsiteY28" fmla="*/ 4451108 h 6858004"/>
                <a:gd name="connsiteX29" fmla="*/ 4174066 w 6223554"/>
                <a:gd name="connsiteY29" fmla="*/ 4477221 h 6858004"/>
                <a:gd name="connsiteX30" fmla="*/ 4746865 w 6223554"/>
                <a:gd name="connsiteY30" fmla="*/ 4904660 h 6858004"/>
                <a:gd name="connsiteX31" fmla="*/ 4822533 w 6223554"/>
                <a:gd name="connsiteY31" fmla="*/ 4842196 h 6858004"/>
                <a:gd name="connsiteX32" fmla="*/ 5324677 w 6223554"/>
                <a:gd name="connsiteY32" fmla="*/ 4688426 h 6858004"/>
                <a:gd name="connsiteX33" fmla="*/ 6223554 w 6223554"/>
                <a:gd name="connsiteY33" fmla="*/ 5587304 h 6858004"/>
                <a:gd name="connsiteX34" fmla="*/ 5324677 w 6223554"/>
                <a:gd name="connsiteY34" fmla="*/ 6486181 h 6858004"/>
                <a:gd name="connsiteX35" fmla="*/ 4425799 w 6223554"/>
                <a:gd name="connsiteY35" fmla="*/ 5587304 h 6858004"/>
                <a:gd name="connsiteX36" fmla="*/ 4496574 w 6223554"/>
                <a:gd name="connsiteY36" fmla="*/ 5237829 h 6858004"/>
                <a:gd name="connsiteX37" fmla="*/ 4521277 w 6223554"/>
                <a:gd name="connsiteY37" fmla="*/ 5186643 h 6858004"/>
                <a:gd name="connsiteX38" fmla="*/ 3944953 w 6223554"/>
                <a:gd name="connsiteY38" fmla="*/ 4756574 h 6858004"/>
                <a:gd name="connsiteX39" fmla="*/ 3916832 w 6223554"/>
                <a:gd name="connsiteY39" fmla="*/ 4782131 h 6858004"/>
                <a:gd name="connsiteX40" fmla="*/ 3203829 w 6223554"/>
                <a:gd name="connsiteY40" fmla="*/ 5038582 h 6858004"/>
                <a:gd name="connsiteX41" fmla="*/ 2577016 w 6223554"/>
                <a:gd name="connsiteY41" fmla="*/ 4846762 h 6858004"/>
                <a:gd name="connsiteX42" fmla="*/ 2507275 w 6223554"/>
                <a:gd name="connsiteY42" fmla="*/ 4794581 h 6858004"/>
                <a:gd name="connsiteX43" fmla="*/ 1696274 w 6223554"/>
                <a:gd name="connsiteY43" fmla="*/ 5553165 h 6858004"/>
                <a:gd name="connsiteX44" fmla="*/ 1726980 w 6223554"/>
                <a:gd name="connsiteY44" fmla="*/ 5609650 h 6858004"/>
                <a:gd name="connsiteX45" fmla="*/ 1797755 w 6223554"/>
                <a:gd name="connsiteY45" fmla="*/ 5959124 h 6858004"/>
                <a:gd name="connsiteX46" fmla="*/ 898877 w 6223554"/>
                <a:gd name="connsiteY46" fmla="*/ 6858004 h 6858004"/>
                <a:gd name="connsiteX47" fmla="*/ 0 w 6223554"/>
                <a:gd name="connsiteY47" fmla="*/ 5959124 h 6858004"/>
                <a:gd name="connsiteX48" fmla="*/ 898877 w 6223554"/>
                <a:gd name="connsiteY48" fmla="*/ 5060244 h 6858004"/>
                <a:gd name="connsiteX49" fmla="*/ 1401023 w 6223554"/>
                <a:gd name="connsiteY49" fmla="*/ 5214015 h 6858004"/>
                <a:gd name="connsiteX50" fmla="*/ 1469582 w 6223554"/>
                <a:gd name="connsiteY50" fmla="*/ 5270612 h 6858004"/>
                <a:gd name="connsiteX51" fmla="*/ 2264056 w 6223554"/>
                <a:gd name="connsiteY51" fmla="*/ 4527487 h 6858004"/>
                <a:gd name="connsiteX52" fmla="*/ 2217609 w 6223554"/>
                <a:gd name="connsiteY52" fmla="*/ 4451108 h 6858004"/>
                <a:gd name="connsiteX53" fmla="*/ 2082035 w 6223554"/>
                <a:gd name="connsiteY53" fmla="*/ 3916793 h 6858004"/>
                <a:gd name="connsiteX54" fmla="*/ 2132545 w 6223554"/>
                <a:gd name="connsiteY54" fmla="*/ 3583538 h 6858004"/>
                <a:gd name="connsiteX55" fmla="*/ 2135211 w 6223554"/>
                <a:gd name="connsiteY55" fmla="*/ 3576267 h 6858004"/>
                <a:gd name="connsiteX56" fmla="*/ 1512076 w 6223554"/>
                <a:gd name="connsiteY56" fmla="*/ 3190929 h 6858004"/>
                <a:gd name="connsiteX57" fmla="*/ 1406030 w 6223554"/>
                <a:gd name="connsiteY57" fmla="*/ 3278583 h 6858004"/>
                <a:gd name="connsiteX58" fmla="*/ 990480 w 6223554"/>
                <a:gd name="connsiteY58" fmla="*/ 3405987 h 6858004"/>
                <a:gd name="connsiteX59" fmla="*/ 246830 w 6223554"/>
                <a:gd name="connsiteY59" fmla="*/ 2662335 h 6858004"/>
                <a:gd name="connsiteX60" fmla="*/ 990480 w 6223554"/>
                <a:gd name="connsiteY60" fmla="*/ 1918233 h 6858004"/>
                <a:gd name="connsiteX61" fmla="*/ 3199317 w 6223554"/>
                <a:gd name="connsiteY61" fmla="*/ 360545 h 6858004"/>
                <a:gd name="connsiteX62" fmla="*/ 2816662 w 6223554"/>
                <a:gd name="connsiteY62" fmla="*/ 743200 h 6858004"/>
                <a:gd name="connsiteX63" fmla="*/ 3199317 w 6223554"/>
                <a:gd name="connsiteY63" fmla="*/ 1125855 h 6858004"/>
                <a:gd name="connsiteX64" fmla="*/ 3581973 w 6223554"/>
                <a:gd name="connsiteY64" fmla="*/ 743200 h 6858004"/>
                <a:gd name="connsiteX65" fmla="*/ 3199317 w 6223554"/>
                <a:gd name="connsiteY65" fmla="*/ 360545 h 6858004"/>
                <a:gd name="connsiteX66" fmla="*/ 3199317 w 6223554"/>
                <a:gd name="connsiteY66" fmla="*/ 0 h 6858004"/>
                <a:gd name="connsiteX67" fmla="*/ 3942969 w 6223554"/>
                <a:gd name="connsiteY67" fmla="*/ 743650 h 6858004"/>
                <a:gd name="connsiteX68" fmla="*/ 3488621 w 6223554"/>
                <a:gd name="connsiteY68" fmla="*/ 1428786 h 6858004"/>
                <a:gd name="connsiteX69" fmla="*/ 3384324 w 6223554"/>
                <a:gd name="connsiteY69" fmla="*/ 1461207 h 6858004"/>
                <a:gd name="connsiteX70" fmla="*/ 3384324 w 6223554"/>
                <a:gd name="connsiteY70" fmla="*/ 1958999 h 6858004"/>
                <a:gd name="connsiteX71" fmla="*/ 3023329 w 6223554"/>
                <a:gd name="connsiteY71" fmla="*/ 1958999 h 6858004"/>
                <a:gd name="connsiteX72" fmla="*/ 3023329 w 6223554"/>
                <a:gd name="connsiteY72" fmla="*/ 1463975 h 6858004"/>
                <a:gd name="connsiteX73" fmla="*/ 2910077 w 6223554"/>
                <a:gd name="connsiteY73" fmla="*/ 1428723 h 6858004"/>
                <a:gd name="connsiteX74" fmla="*/ 2455666 w 6223554"/>
                <a:gd name="connsiteY74" fmla="*/ 743650 h 6858004"/>
                <a:gd name="connsiteX75" fmla="*/ 3199317 w 6223554"/>
                <a:gd name="connsiteY75"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223554" h="6858004">
                  <a:moveTo>
                    <a:pt x="898877" y="5421240"/>
                  </a:moveTo>
                  <a:cubicBezTo>
                    <a:pt x="602411" y="5421240"/>
                    <a:pt x="360995" y="5662657"/>
                    <a:pt x="360995" y="5959124"/>
                  </a:cubicBezTo>
                  <a:cubicBezTo>
                    <a:pt x="360995" y="6255591"/>
                    <a:pt x="602411" y="6497008"/>
                    <a:pt x="898877" y="6497008"/>
                  </a:cubicBezTo>
                  <a:cubicBezTo>
                    <a:pt x="1195343" y="6497008"/>
                    <a:pt x="1436760" y="6255591"/>
                    <a:pt x="1436760" y="5959124"/>
                  </a:cubicBezTo>
                  <a:cubicBezTo>
                    <a:pt x="1436760" y="5662657"/>
                    <a:pt x="1195343" y="5421240"/>
                    <a:pt x="898877" y="5421240"/>
                  </a:cubicBezTo>
                  <a:close/>
                  <a:moveTo>
                    <a:pt x="5324677" y="5049871"/>
                  </a:moveTo>
                  <a:cubicBezTo>
                    <a:pt x="5028211" y="5049871"/>
                    <a:pt x="4786794" y="5291288"/>
                    <a:pt x="4786794" y="5587754"/>
                  </a:cubicBezTo>
                  <a:cubicBezTo>
                    <a:pt x="4786794" y="5884220"/>
                    <a:pt x="5028211" y="6125636"/>
                    <a:pt x="5324677" y="6125636"/>
                  </a:cubicBezTo>
                  <a:cubicBezTo>
                    <a:pt x="5621142" y="6125636"/>
                    <a:pt x="5862559" y="5884220"/>
                    <a:pt x="5862559" y="5587754"/>
                  </a:cubicBezTo>
                  <a:cubicBezTo>
                    <a:pt x="5862559" y="5291288"/>
                    <a:pt x="5621142" y="5049871"/>
                    <a:pt x="5324677" y="5049871"/>
                  </a:cubicBezTo>
                  <a:close/>
                  <a:moveTo>
                    <a:pt x="3203829" y="3155994"/>
                  </a:moveTo>
                  <a:cubicBezTo>
                    <a:pt x="2784170" y="3155994"/>
                    <a:pt x="2443030" y="3497134"/>
                    <a:pt x="2443030" y="3916793"/>
                  </a:cubicBezTo>
                  <a:cubicBezTo>
                    <a:pt x="2443030" y="4336447"/>
                    <a:pt x="2784170" y="4677587"/>
                    <a:pt x="3203829" y="4677587"/>
                  </a:cubicBezTo>
                  <a:cubicBezTo>
                    <a:pt x="3623483" y="4677587"/>
                    <a:pt x="3964623" y="4336447"/>
                    <a:pt x="3964623" y="3916793"/>
                  </a:cubicBezTo>
                  <a:cubicBezTo>
                    <a:pt x="3964623" y="3497134"/>
                    <a:pt x="3623033" y="3155994"/>
                    <a:pt x="3203829" y="3155994"/>
                  </a:cubicBezTo>
                  <a:close/>
                  <a:moveTo>
                    <a:pt x="990480" y="2279229"/>
                  </a:moveTo>
                  <a:cubicBezTo>
                    <a:pt x="779298" y="2279229"/>
                    <a:pt x="607825" y="2451152"/>
                    <a:pt x="607825" y="2661885"/>
                  </a:cubicBezTo>
                  <a:cubicBezTo>
                    <a:pt x="607825" y="2872617"/>
                    <a:pt x="779748" y="3044540"/>
                    <a:pt x="990480" y="3044540"/>
                  </a:cubicBezTo>
                  <a:cubicBezTo>
                    <a:pt x="1201212" y="3044540"/>
                    <a:pt x="1373134" y="2872617"/>
                    <a:pt x="1373134" y="2661885"/>
                  </a:cubicBezTo>
                  <a:cubicBezTo>
                    <a:pt x="1373134" y="2451152"/>
                    <a:pt x="1201662" y="2279229"/>
                    <a:pt x="990480" y="2279229"/>
                  </a:cubicBezTo>
                  <a:close/>
                  <a:moveTo>
                    <a:pt x="990480" y="1918233"/>
                  </a:moveTo>
                  <a:cubicBezTo>
                    <a:pt x="1400209" y="1918233"/>
                    <a:pt x="1734130" y="2252155"/>
                    <a:pt x="1734130" y="2661885"/>
                  </a:cubicBezTo>
                  <a:cubicBezTo>
                    <a:pt x="1734130" y="2713101"/>
                    <a:pt x="1728919" y="2763140"/>
                    <a:pt x="1719000" y="2811495"/>
                  </a:cubicBezTo>
                  <a:lnTo>
                    <a:pt x="1697246" y="2881448"/>
                  </a:lnTo>
                  <a:lnTo>
                    <a:pt x="2300437" y="3254454"/>
                  </a:lnTo>
                  <a:lnTo>
                    <a:pt x="2338487" y="3203599"/>
                  </a:lnTo>
                  <a:cubicBezTo>
                    <a:pt x="2544391" y="2954195"/>
                    <a:pt x="2855835" y="2794999"/>
                    <a:pt x="3203829" y="2794999"/>
                  </a:cubicBezTo>
                  <a:cubicBezTo>
                    <a:pt x="3822480" y="2794999"/>
                    <a:pt x="4325618" y="3298137"/>
                    <a:pt x="4325618" y="3916793"/>
                  </a:cubicBezTo>
                  <a:cubicBezTo>
                    <a:pt x="4325618" y="4110121"/>
                    <a:pt x="4276440" y="4292169"/>
                    <a:pt x="4189953" y="4451108"/>
                  </a:cubicBezTo>
                  <a:lnTo>
                    <a:pt x="4174066" y="4477221"/>
                  </a:lnTo>
                  <a:lnTo>
                    <a:pt x="4746865" y="4904660"/>
                  </a:lnTo>
                  <a:lnTo>
                    <a:pt x="4822533" y="4842196"/>
                  </a:lnTo>
                  <a:cubicBezTo>
                    <a:pt x="4966024" y="4745156"/>
                    <a:pt x="5138878" y="4688426"/>
                    <a:pt x="5324677" y="4688426"/>
                  </a:cubicBezTo>
                  <a:cubicBezTo>
                    <a:pt x="5820144" y="4688426"/>
                    <a:pt x="6223554" y="5091836"/>
                    <a:pt x="6223554" y="5587304"/>
                  </a:cubicBezTo>
                  <a:cubicBezTo>
                    <a:pt x="6223554" y="6082772"/>
                    <a:pt x="5820144" y="6486181"/>
                    <a:pt x="5324677" y="6486181"/>
                  </a:cubicBezTo>
                  <a:cubicBezTo>
                    <a:pt x="4829213" y="6486181"/>
                    <a:pt x="4425799" y="6082772"/>
                    <a:pt x="4425799" y="5587304"/>
                  </a:cubicBezTo>
                  <a:cubicBezTo>
                    <a:pt x="4425799" y="5463437"/>
                    <a:pt x="4451013" y="5345323"/>
                    <a:pt x="4496574" y="5237829"/>
                  </a:cubicBezTo>
                  <a:lnTo>
                    <a:pt x="4521277" y="5186643"/>
                  </a:lnTo>
                  <a:lnTo>
                    <a:pt x="3944953" y="4756574"/>
                  </a:lnTo>
                  <a:lnTo>
                    <a:pt x="3916832" y="4782131"/>
                  </a:lnTo>
                  <a:cubicBezTo>
                    <a:pt x="3722817" y="4942279"/>
                    <a:pt x="3474292" y="5038582"/>
                    <a:pt x="3203829" y="5038582"/>
                  </a:cubicBezTo>
                  <a:cubicBezTo>
                    <a:pt x="2971833" y="5038582"/>
                    <a:pt x="2756081" y="4967828"/>
                    <a:pt x="2577016" y="4846762"/>
                  </a:cubicBezTo>
                  <a:lnTo>
                    <a:pt x="2507275" y="4794581"/>
                  </a:lnTo>
                  <a:lnTo>
                    <a:pt x="1696274" y="5553165"/>
                  </a:lnTo>
                  <a:lnTo>
                    <a:pt x="1726980" y="5609650"/>
                  </a:lnTo>
                  <a:cubicBezTo>
                    <a:pt x="1772542" y="5717145"/>
                    <a:pt x="1797755" y="5835258"/>
                    <a:pt x="1797755" y="5959124"/>
                  </a:cubicBezTo>
                  <a:cubicBezTo>
                    <a:pt x="1797755" y="6454589"/>
                    <a:pt x="1394795" y="6858004"/>
                    <a:pt x="898877" y="6858004"/>
                  </a:cubicBezTo>
                  <a:cubicBezTo>
                    <a:pt x="403414" y="6858004"/>
                    <a:pt x="0" y="6454589"/>
                    <a:pt x="0" y="5959124"/>
                  </a:cubicBezTo>
                  <a:cubicBezTo>
                    <a:pt x="0" y="5463660"/>
                    <a:pt x="403414" y="5060244"/>
                    <a:pt x="898877" y="5060244"/>
                  </a:cubicBezTo>
                  <a:cubicBezTo>
                    <a:pt x="1084678" y="5060244"/>
                    <a:pt x="1257533" y="5116975"/>
                    <a:pt x="1401023" y="5214015"/>
                  </a:cubicBezTo>
                  <a:lnTo>
                    <a:pt x="1469582" y="5270612"/>
                  </a:lnTo>
                  <a:lnTo>
                    <a:pt x="2264056" y="4527487"/>
                  </a:lnTo>
                  <a:lnTo>
                    <a:pt x="2217609" y="4451108"/>
                  </a:lnTo>
                  <a:cubicBezTo>
                    <a:pt x="2131169" y="4292169"/>
                    <a:pt x="2082035" y="4110121"/>
                    <a:pt x="2082035" y="3916793"/>
                  </a:cubicBezTo>
                  <a:cubicBezTo>
                    <a:pt x="2082035" y="3800795"/>
                    <a:pt x="2099723" y="3688858"/>
                    <a:pt x="2132545" y="3583538"/>
                  </a:cubicBezTo>
                  <a:lnTo>
                    <a:pt x="2135211" y="3576267"/>
                  </a:lnTo>
                  <a:lnTo>
                    <a:pt x="1512076" y="3190929"/>
                  </a:lnTo>
                  <a:lnTo>
                    <a:pt x="1406030" y="3278583"/>
                  </a:lnTo>
                  <a:cubicBezTo>
                    <a:pt x="1287327" y="3358966"/>
                    <a:pt x="1144297" y="3405987"/>
                    <a:pt x="990480" y="3405987"/>
                  </a:cubicBezTo>
                  <a:cubicBezTo>
                    <a:pt x="580300" y="3405987"/>
                    <a:pt x="246830" y="3072065"/>
                    <a:pt x="246830" y="2662335"/>
                  </a:cubicBezTo>
                  <a:cubicBezTo>
                    <a:pt x="246830" y="2252605"/>
                    <a:pt x="580750" y="1918233"/>
                    <a:pt x="990480" y="1918233"/>
                  </a:cubicBezTo>
                  <a:close/>
                  <a:moveTo>
                    <a:pt x="3199317" y="360545"/>
                  </a:moveTo>
                  <a:cubicBezTo>
                    <a:pt x="2988135" y="360545"/>
                    <a:pt x="2816662" y="532468"/>
                    <a:pt x="2816662" y="743200"/>
                  </a:cubicBezTo>
                  <a:cubicBezTo>
                    <a:pt x="2816662" y="954382"/>
                    <a:pt x="2988585" y="1125855"/>
                    <a:pt x="3199317" y="1125855"/>
                  </a:cubicBezTo>
                  <a:cubicBezTo>
                    <a:pt x="3410050" y="1125855"/>
                    <a:pt x="3581973" y="953932"/>
                    <a:pt x="3581973" y="743200"/>
                  </a:cubicBezTo>
                  <a:cubicBezTo>
                    <a:pt x="3582423" y="532468"/>
                    <a:pt x="3410500" y="360545"/>
                    <a:pt x="3199317" y="360545"/>
                  </a:cubicBezTo>
                  <a:close/>
                  <a:moveTo>
                    <a:pt x="3199317" y="0"/>
                  </a:moveTo>
                  <a:cubicBezTo>
                    <a:pt x="3609048" y="0"/>
                    <a:pt x="3942969" y="333920"/>
                    <a:pt x="3942969" y="743650"/>
                  </a:cubicBezTo>
                  <a:cubicBezTo>
                    <a:pt x="3943307" y="1051285"/>
                    <a:pt x="3755560" y="1315771"/>
                    <a:pt x="3488621" y="1428786"/>
                  </a:cubicBezTo>
                  <a:lnTo>
                    <a:pt x="3384324" y="1461207"/>
                  </a:lnTo>
                  <a:lnTo>
                    <a:pt x="3384324" y="1958999"/>
                  </a:lnTo>
                  <a:lnTo>
                    <a:pt x="3023329" y="1958999"/>
                  </a:lnTo>
                  <a:lnTo>
                    <a:pt x="3023329" y="1463975"/>
                  </a:lnTo>
                  <a:lnTo>
                    <a:pt x="2910077" y="1428723"/>
                  </a:lnTo>
                  <a:cubicBezTo>
                    <a:pt x="2643243" y="1315602"/>
                    <a:pt x="2455666" y="1050947"/>
                    <a:pt x="2455666" y="743650"/>
                  </a:cubicBezTo>
                  <a:cubicBezTo>
                    <a:pt x="2455666" y="333470"/>
                    <a:pt x="2789587" y="0"/>
                    <a:pt x="3199317"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922" name="Freeform: Shape 2921">
              <a:extLst>
                <a:ext uri="{FF2B5EF4-FFF2-40B4-BE49-F238E27FC236}">
                  <a16:creationId xmlns:a16="http://schemas.microsoft.com/office/drawing/2014/main" id="{7EBB8CEA-58F0-77A3-FE87-E1351311FB00}"/>
                </a:ext>
                <a:ext uri="{C183D7F6-B498-43B3-948B-1728B52AA6E4}">
                  <adec:decorative xmlns:adec="http://schemas.microsoft.com/office/drawing/2017/decorative" val="1"/>
                </a:ext>
              </a:extLst>
            </p:cNvPr>
            <p:cNvSpPr/>
            <p:nvPr/>
          </p:nvSpPr>
          <p:spPr>
            <a:xfrm>
              <a:off x="2714052" y="950947"/>
              <a:ext cx="55894" cy="138292"/>
            </a:xfrm>
            <a:custGeom>
              <a:avLst/>
              <a:gdLst>
                <a:gd name="connsiteX0" fmla="*/ 0 w 838409"/>
                <a:gd name="connsiteY0" fmla="*/ 1893876 h 2074374"/>
                <a:gd name="connsiteX1" fmla="*/ 180497 w 838409"/>
                <a:gd name="connsiteY1" fmla="*/ 1893876 h 2074374"/>
                <a:gd name="connsiteX2" fmla="*/ 180497 w 838409"/>
                <a:gd name="connsiteY2" fmla="*/ 2074374 h 2074374"/>
                <a:gd name="connsiteX3" fmla="*/ 0 w 838409"/>
                <a:gd name="connsiteY3" fmla="*/ 2074374 h 2074374"/>
                <a:gd name="connsiteX4" fmla="*/ 600155 w 838409"/>
                <a:gd name="connsiteY4" fmla="*/ 1187675 h 2074374"/>
                <a:gd name="connsiteX5" fmla="*/ 600155 w 838409"/>
                <a:gd name="connsiteY5" fmla="*/ 1368171 h 2074374"/>
                <a:gd name="connsiteX6" fmla="*/ 180499 w 838409"/>
                <a:gd name="connsiteY6" fmla="*/ 1787822 h 2074374"/>
                <a:gd name="connsiteX7" fmla="*/ 0 w 838409"/>
                <a:gd name="connsiteY7" fmla="*/ 1787822 h 2074374"/>
                <a:gd name="connsiteX8" fmla="*/ 600155 w 838409"/>
                <a:gd name="connsiteY8" fmla="*/ 1187675 h 2074374"/>
                <a:gd name="connsiteX9" fmla="*/ 296917 w 838409"/>
                <a:gd name="connsiteY9" fmla="*/ 0 h 2074374"/>
                <a:gd name="connsiteX10" fmla="*/ 838409 w 838409"/>
                <a:gd name="connsiteY10" fmla="*/ 0 h 2074374"/>
                <a:gd name="connsiteX11" fmla="*/ 838409 w 838409"/>
                <a:gd name="connsiteY11" fmla="*/ 541493 h 2074374"/>
                <a:gd name="connsiteX12" fmla="*/ 296917 w 838409"/>
                <a:gd name="connsiteY12" fmla="*/ 541493 h 2074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409" h="2074374">
                  <a:moveTo>
                    <a:pt x="0" y="1893876"/>
                  </a:moveTo>
                  <a:lnTo>
                    <a:pt x="180497" y="1893876"/>
                  </a:lnTo>
                  <a:lnTo>
                    <a:pt x="180497" y="2074374"/>
                  </a:lnTo>
                  <a:lnTo>
                    <a:pt x="0" y="2074374"/>
                  </a:lnTo>
                  <a:close/>
                  <a:moveTo>
                    <a:pt x="600155" y="1187675"/>
                  </a:moveTo>
                  <a:lnTo>
                    <a:pt x="600155" y="1368171"/>
                  </a:lnTo>
                  <a:cubicBezTo>
                    <a:pt x="368667" y="1368171"/>
                    <a:pt x="180499" y="1556337"/>
                    <a:pt x="180499" y="1787822"/>
                  </a:cubicBezTo>
                  <a:lnTo>
                    <a:pt x="0" y="1787822"/>
                  </a:lnTo>
                  <a:cubicBezTo>
                    <a:pt x="0" y="1457064"/>
                    <a:pt x="269393" y="1187675"/>
                    <a:pt x="600155" y="1187675"/>
                  </a:cubicBezTo>
                  <a:close/>
                  <a:moveTo>
                    <a:pt x="296917" y="0"/>
                  </a:moveTo>
                  <a:lnTo>
                    <a:pt x="838409" y="0"/>
                  </a:lnTo>
                  <a:lnTo>
                    <a:pt x="838409" y="541493"/>
                  </a:lnTo>
                  <a:lnTo>
                    <a:pt x="296917" y="541493"/>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84" name="Group 83">
            <a:extLst>
              <a:ext uri="{FF2B5EF4-FFF2-40B4-BE49-F238E27FC236}">
                <a16:creationId xmlns:a16="http://schemas.microsoft.com/office/drawing/2014/main" id="{87DE1E24-D07A-FC91-9DD5-3839361BB5C0}"/>
              </a:ext>
              <a:ext uri="{C183D7F6-B498-43B3-948B-1728B52AA6E4}">
                <adec:decorative xmlns:adec="http://schemas.microsoft.com/office/drawing/2017/decorative" val="1"/>
              </a:ext>
            </a:extLst>
          </p:cNvPr>
          <p:cNvGrpSpPr>
            <a:grpSpLocks noChangeAspect="1"/>
          </p:cNvGrpSpPr>
          <p:nvPr/>
        </p:nvGrpSpPr>
        <p:grpSpPr>
          <a:xfrm>
            <a:off x="3096016" y="810791"/>
            <a:ext cx="639906" cy="457200"/>
            <a:chOff x="3096016" y="810791"/>
            <a:chExt cx="639906" cy="457200"/>
          </a:xfrm>
          <a:solidFill>
            <a:srgbClr val="FF0000"/>
          </a:solidFill>
        </p:grpSpPr>
        <p:sp>
          <p:nvSpPr>
            <p:cNvPr id="2953" name="Freeform: Shape 2952">
              <a:extLst>
                <a:ext uri="{FF2B5EF4-FFF2-40B4-BE49-F238E27FC236}">
                  <a16:creationId xmlns:a16="http://schemas.microsoft.com/office/drawing/2014/main" id="{1CB77D36-80AD-51B0-9EBC-7DE0BAB5D8E7}"/>
                </a:ext>
                <a:ext uri="{C183D7F6-B498-43B3-948B-1728B52AA6E4}">
                  <adec:decorative xmlns:adec="http://schemas.microsoft.com/office/drawing/2017/decorative" val="1"/>
                </a:ext>
              </a:extLst>
            </p:cNvPr>
            <p:cNvSpPr/>
            <p:nvPr/>
          </p:nvSpPr>
          <p:spPr>
            <a:xfrm>
              <a:off x="3096016" y="862071"/>
              <a:ext cx="639556" cy="399232"/>
            </a:xfrm>
            <a:custGeom>
              <a:avLst/>
              <a:gdLst>
                <a:gd name="connsiteX0" fmla="*/ 5108719 w 9593345"/>
                <a:gd name="connsiteY0" fmla="*/ 0 h 5988490"/>
                <a:gd name="connsiteX1" fmla="*/ 7481772 w 9593345"/>
                <a:gd name="connsiteY1" fmla="*/ 2373047 h 5988490"/>
                <a:gd name="connsiteX2" fmla="*/ 7474136 w 9593345"/>
                <a:gd name="connsiteY2" fmla="*/ 2680511 h 5988490"/>
                <a:gd name="connsiteX3" fmla="*/ 7904258 w 9593345"/>
                <a:gd name="connsiteY3" fmla="*/ 2680511 h 5988490"/>
                <a:gd name="connsiteX4" fmla="*/ 9592600 w 9593345"/>
                <a:gd name="connsiteY4" fmla="*/ 4284348 h 5988490"/>
                <a:gd name="connsiteX5" fmla="*/ 7939151 w 9593345"/>
                <a:gd name="connsiteY5" fmla="*/ 5988490 h 5988490"/>
                <a:gd name="connsiteX6" fmla="*/ 6665149 w 9593345"/>
                <a:gd name="connsiteY6" fmla="*/ 5988490 h 5988490"/>
                <a:gd name="connsiteX7" fmla="*/ 5450036 w 9593345"/>
                <a:gd name="connsiteY7" fmla="*/ 5988490 h 5988490"/>
                <a:gd name="connsiteX8" fmla="*/ 4747410 w 9593345"/>
                <a:gd name="connsiteY8" fmla="*/ 5988490 h 5988490"/>
                <a:gd name="connsiteX9" fmla="*/ 4747410 w 9593345"/>
                <a:gd name="connsiteY9" fmla="*/ 5549102 h 5988490"/>
                <a:gd name="connsiteX10" fmla="*/ 6665149 w 9593345"/>
                <a:gd name="connsiteY10" fmla="*/ 5549102 h 5988490"/>
                <a:gd name="connsiteX11" fmla="*/ 6665149 w 9593345"/>
                <a:gd name="connsiteY11" fmla="*/ 5549103 h 5988490"/>
                <a:gd name="connsiteX12" fmla="*/ 7923886 w 9593345"/>
                <a:gd name="connsiteY12" fmla="*/ 5549103 h 5988490"/>
                <a:gd name="connsiteX13" fmla="*/ 9145576 w 9593345"/>
                <a:gd name="connsiteY13" fmla="*/ 4279990 h 5988490"/>
                <a:gd name="connsiteX14" fmla="*/ 7894992 w 9593345"/>
                <a:gd name="connsiteY14" fmla="*/ 3105730 h 5988490"/>
                <a:gd name="connsiteX15" fmla="*/ 7189568 w 9593345"/>
                <a:gd name="connsiteY15" fmla="*/ 3105730 h 5988490"/>
                <a:gd name="connsiteX16" fmla="*/ 7030385 w 9593345"/>
                <a:gd name="connsiteY16" fmla="*/ 2942732 h 5988490"/>
                <a:gd name="connsiteX17" fmla="*/ 7044014 w 9593345"/>
                <a:gd name="connsiteY17" fmla="*/ 2369777 h 5988490"/>
                <a:gd name="connsiteX18" fmla="*/ 5107086 w 9593345"/>
                <a:gd name="connsiteY18" fmla="*/ 438303 h 5988490"/>
                <a:gd name="connsiteX19" fmla="*/ 3346784 w 9593345"/>
                <a:gd name="connsiteY19" fmla="*/ 1688885 h 5988490"/>
                <a:gd name="connsiteX20" fmla="*/ 3326616 w 9593345"/>
                <a:gd name="connsiteY20" fmla="*/ 1735220 h 5988490"/>
                <a:gd name="connsiteX21" fmla="*/ 3123818 w 9593345"/>
                <a:gd name="connsiteY21" fmla="*/ 1819719 h 5988490"/>
                <a:gd name="connsiteX22" fmla="*/ 3076390 w 9593345"/>
                <a:gd name="connsiteY22" fmla="*/ 1801724 h 5988490"/>
                <a:gd name="connsiteX23" fmla="*/ 2387316 w 9593345"/>
                <a:gd name="connsiteY23" fmla="*/ 1674164 h 5988490"/>
                <a:gd name="connsiteX24" fmla="*/ 453663 w 9593345"/>
                <a:gd name="connsiteY24" fmla="*/ 3460078 h 5988490"/>
                <a:gd name="connsiteX25" fmla="*/ 2384590 w 9593345"/>
                <a:gd name="connsiteY25" fmla="*/ 5547466 h 5988490"/>
                <a:gd name="connsiteX26" fmla="*/ 2384590 w 9593345"/>
                <a:gd name="connsiteY26" fmla="*/ 5549102 h 5988490"/>
                <a:gd name="connsiteX27" fmla="*/ 3572883 w 9593345"/>
                <a:gd name="connsiteY27" fmla="*/ 5549102 h 5988490"/>
                <a:gd name="connsiteX28" fmla="*/ 3572883 w 9593345"/>
                <a:gd name="connsiteY28" fmla="*/ 5988490 h 5988490"/>
                <a:gd name="connsiteX29" fmla="*/ 2827943 w 9593345"/>
                <a:gd name="connsiteY29" fmla="*/ 5988490 h 5988490"/>
                <a:gd name="connsiteX30" fmla="*/ 2372600 w 9593345"/>
                <a:gd name="connsiteY30" fmla="*/ 5988490 h 5988490"/>
                <a:gd name="connsiteX31" fmla="*/ 2124649 w 9593345"/>
                <a:gd name="connsiteY31" fmla="*/ 5988490 h 5988490"/>
                <a:gd name="connsiteX32" fmla="*/ 2124649 w 9593345"/>
                <a:gd name="connsiteY32" fmla="*/ 5973687 h 5988490"/>
                <a:gd name="connsiteX33" fmla="*/ 2118695 w 9593345"/>
                <a:gd name="connsiteY33" fmla="*/ 5973370 h 5988490"/>
                <a:gd name="connsiteX34" fmla="*/ 7727 w 9593345"/>
                <a:gd name="connsiteY34" fmla="*/ 3420287 h 5988490"/>
                <a:gd name="connsiteX35" fmla="*/ 2147448 w 9593345"/>
                <a:gd name="connsiteY35" fmla="*/ 1251671 h 5988490"/>
                <a:gd name="connsiteX36" fmla="*/ 3034957 w 9593345"/>
                <a:gd name="connsiteY36" fmla="*/ 1335076 h 5988490"/>
                <a:gd name="connsiteX37" fmla="*/ 5108719 w 9593345"/>
                <a:gd name="connsiteY37" fmla="*/ 0 h 598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593345" h="5988490">
                  <a:moveTo>
                    <a:pt x="5108719" y="0"/>
                  </a:moveTo>
                  <a:cubicBezTo>
                    <a:pt x="6417085" y="0"/>
                    <a:pt x="7481772" y="1064682"/>
                    <a:pt x="7481772" y="2373047"/>
                  </a:cubicBezTo>
                  <a:lnTo>
                    <a:pt x="7474136" y="2680511"/>
                  </a:lnTo>
                  <a:lnTo>
                    <a:pt x="7904258" y="2680511"/>
                  </a:lnTo>
                  <a:cubicBezTo>
                    <a:pt x="8804306" y="2680511"/>
                    <a:pt x="9565884" y="3384845"/>
                    <a:pt x="9592600" y="4284348"/>
                  </a:cubicBezTo>
                  <a:cubicBezTo>
                    <a:pt x="9620401" y="5219285"/>
                    <a:pt x="8867544" y="5988490"/>
                    <a:pt x="7939151" y="5988490"/>
                  </a:cubicBezTo>
                  <a:lnTo>
                    <a:pt x="6665149" y="5988490"/>
                  </a:lnTo>
                  <a:lnTo>
                    <a:pt x="5450036" y="5988490"/>
                  </a:lnTo>
                  <a:lnTo>
                    <a:pt x="4747410" y="5988490"/>
                  </a:lnTo>
                  <a:lnTo>
                    <a:pt x="4747410" y="5549102"/>
                  </a:lnTo>
                  <a:lnTo>
                    <a:pt x="6665149" y="5549102"/>
                  </a:lnTo>
                  <a:lnTo>
                    <a:pt x="6665149" y="5549103"/>
                  </a:lnTo>
                  <a:lnTo>
                    <a:pt x="7923886" y="5549103"/>
                  </a:lnTo>
                  <a:cubicBezTo>
                    <a:pt x="8612960" y="5549103"/>
                    <a:pt x="9170650" y="4975603"/>
                    <a:pt x="9145576" y="4279990"/>
                  </a:cubicBezTo>
                  <a:cubicBezTo>
                    <a:pt x="9120496" y="3619266"/>
                    <a:pt x="8556261" y="3105730"/>
                    <a:pt x="7894992" y="3105730"/>
                  </a:cubicBezTo>
                  <a:lnTo>
                    <a:pt x="7189568" y="3105730"/>
                  </a:lnTo>
                  <a:cubicBezTo>
                    <a:pt x="7100163" y="3105730"/>
                    <a:pt x="7028204" y="3032138"/>
                    <a:pt x="7030385" y="2942732"/>
                  </a:cubicBezTo>
                  <a:lnTo>
                    <a:pt x="7044014" y="2369777"/>
                  </a:lnTo>
                  <a:cubicBezTo>
                    <a:pt x="7044014" y="1307276"/>
                    <a:pt x="6175035" y="438303"/>
                    <a:pt x="5107086" y="438303"/>
                  </a:cubicBezTo>
                  <a:cubicBezTo>
                    <a:pt x="4271912" y="438303"/>
                    <a:pt x="3620997" y="1066315"/>
                    <a:pt x="3346784" y="1688885"/>
                  </a:cubicBezTo>
                  <a:lnTo>
                    <a:pt x="3326616" y="1735220"/>
                  </a:lnTo>
                  <a:cubicBezTo>
                    <a:pt x="3292267" y="1812626"/>
                    <a:pt x="3202866" y="1850249"/>
                    <a:pt x="3123818" y="1819719"/>
                  </a:cubicBezTo>
                  <a:lnTo>
                    <a:pt x="3076390" y="1801724"/>
                  </a:lnTo>
                  <a:cubicBezTo>
                    <a:pt x="2855606" y="1717225"/>
                    <a:pt x="2623915" y="1674708"/>
                    <a:pt x="2387316" y="1674164"/>
                  </a:cubicBezTo>
                  <a:cubicBezTo>
                    <a:pt x="1382056" y="1673071"/>
                    <a:pt x="529436" y="2458090"/>
                    <a:pt x="453663" y="3460078"/>
                  </a:cubicBezTo>
                  <a:cubicBezTo>
                    <a:pt x="366983" y="4595631"/>
                    <a:pt x="1267032" y="5547466"/>
                    <a:pt x="2384590" y="5547466"/>
                  </a:cubicBezTo>
                  <a:lnTo>
                    <a:pt x="2384590" y="5549102"/>
                  </a:lnTo>
                  <a:lnTo>
                    <a:pt x="3572883" y="5549102"/>
                  </a:lnTo>
                  <a:lnTo>
                    <a:pt x="3572883" y="5988490"/>
                  </a:lnTo>
                  <a:lnTo>
                    <a:pt x="2827943" y="5988490"/>
                  </a:lnTo>
                  <a:lnTo>
                    <a:pt x="2372600" y="5988490"/>
                  </a:lnTo>
                  <a:lnTo>
                    <a:pt x="2124649" y="5988490"/>
                  </a:lnTo>
                  <a:lnTo>
                    <a:pt x="2124649" y="5973687"/>
                  </a:lnTo>
                  <a:lnTo>
                    <a:pt x="2118695" y="5973370"/>
                  </a:lnTo>
                  <a:cubicBezTo>
                    <a:pt x="867202" y="5839611"/>
                    <a:pt x="-96537" y="4728651"/>
                    <a:pt x="7727" y="3420287"/>
                  </a:cubicBezTo>
                  <a:cubicBezTo>
                    <a:pt x="98770" y="2280915"/>
                    <a:pt x="1009172" y="1357425"/>
                    <a:pt x="2147448" y="1251671"/>
                  </a:cubicBezTo>
                  <a:cubicBezTo>
                    <a:pt x="2450554" y="1223866"/>
                    <a:pt x="2749297" y="1252211"/>
                    <a:pt x="3034957" y="1335076"/>
                  </a:cubicBezTo>
                  <a:cubicBezTo>
                    <a:pt x="3462906" y="529346"/>
                    <a:pt x="4274638" y="0"/>
                    <a:pt x="5108719"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954" name="Freeform: Shape 2953">
              <a:extLst>
                <a:ext uri="{FF2B5EF4-FFF2-40B4-BE49-F238E27FC236}">
                  <a16:creationId xmlns:a16="http://schemas.microsoft.com/office/drawing/2014/main" id="{CC4D7A6C-BBD1-486B-5251-BDAE18B37DCE}"/>
                </a:ext>
                <a:ext uri="{C183D7F6-B498-43B3-948B-1728B52AA6E4}">
                  <adec:decorative xmlns:adec="http://schemas.microsoft.com/office/drawing/2017/decorative" val="1"/>
                </a:ext>
              </a:extLst>
            </p:cNvPr>
            <p:cNvSpPr/>
            <p:nvPr/>
          </p:nvSpPr>
          <p:spPr>
            <a:xfrm>
              <a:off x="3157698" y="810791"/>
              <a:ext cx="578224" cy="457200"/>
            </a:xfrm>
            <a:custGeom>
              <a:avLst/>
              <a:gdLst>
                <a:gd name="connsiteX0" fmla="*/ 2914921 w 8673375"/>
                <a:gd name="connsiteY0" fmla="*/ 6217998 h 6858006"/>
                <a:gd name="connsiteX1" fmla="*/ 3554924 w 8673375"/>
                <a:gd name="connsiteY1" fmla="*/ 6217998 h 6858006"/>
                <a:gd name="connsiteX2" fmla="*/ 3554924 w 8673375"/>
                <a:gd name="connsiteY2" fmla="*/ 6858006 h 6858006"/>
                <a:gd name="connsiteX3" fmla="*/ 2914921 w 8673375"/>
                <a:gd name="connsiteY3" fmla="*/ 6858006 h 6858006"/>
                <a:gd name="connsiteX4" fmla="*/ 1530790 w 8673375"/>
                <a:gd name="connsiteY4" fmla="*/ 2834237 h 6858006"/>
                <a:gd name="connsiteX5" fmla="*/ 1539512 w 8673375"/>
                <a:gd name="connsiteY5" fmla="*/ 3161328 h 6858006"/>
                <a:gd name="connsiteX6" fmla="*/ 325455 w 8673375"/>
                <a:gd name="connsiteY6" fmla="*/ 4304508 h 6858006"/>
                <a:gd name="connsiteX7" fmla="*/ 327092 w 8673375"/>
                <a:gd name="connsiteY7" fmla="*/ 4459331 h 6858006"/>
                <a:gd name="connsiteX8" fmla="*/ 0 w 8673375"/>
                <a:gd name="connsiteY8" fmla="*/ 4459331 h 6858006"/>
                <a:gd name="connsiteX9" fmla="*/ 0 w 8673375"/>
                <a:gd name="connsiteY9" fmla="*/ 4275617 h 6858006"/>
                <a:gd name="connsiteX10" fmla="*/ 1530790 w 8673375"/>
                <a:gd name="connsiteY10" fmla="*/ 2834237 h 6858006"/>
                <a:gd name="connsiteX11" fmla="*/ 7347023 w 8673375"/>
                <a:gd name="connsiteY11" fmla="*/ 1297461 h 6858006"/>
                <a:gd name="connsiteX12" fmla="*/ 8013744 w 8673375"/>
                <a:gd name="connsiteY12" fmla="*/ 1297461 h 6858006"/>
                <a:gd name="connsiteX13" fmla="*/ 8013744 w 8673375"/>
                <a:gd name="connsiteY13" fmla="*/ 1946745 h 6858006"/>
                <a:gd name="connsiteX14" fmla="*/ 7347023 w 8673375"/>
                <a:gd name="connsiteY14" fmla="*/ 1946745 h 6858006"/>
                <a:gd name="connsiteX15" fmla="*/ 8006654 w 8673375"/>
                <a:gd name="connsiteY15" fmla="*/ 646002 h 6858006"/>
                <a:gd name="connsiteX16" fmla="*/ 8673375 w 8673375"/>
                <a:gd name="connsiteY16" fmla="*/ 646002 h 6858006"/>
                <a:gd name="connsiteX17" fmla="*/ 8673375 w 8673375"/>
                <a:gd name="connsiteY17" fmla="*/ 1295286 h 6858006"/>
                <a:gd name="connsiteX18" fmla="*/ 8006654 w 8673375"/>
                <a:gd name="connsiteY18" fmla="*/ 1295286 h 6858006"/>
                <a:gd name="connsiteX19" fmla="*/ 6474779 w 8673375"/>
                <a:gd name="connsiteY19" fmla="*/ 0 h 6858006"/>
                <a:gd name="connsiteX20" fmla="*/ 7141500 w 8673375"/>
                <a:gd name="connsiteY20" fmla="*/ 0 h 6858006"/>
                <a:gd name="connsiteX21" fmla="*/ 7141500 w 8673375"/>
                <a:gd name="connsiteY21" fmla="*/ 649284 h 6858006"/>
                <a:gd name="connsiteX22" fmla="*/ 6474779 w 8673375"/>
                <a:gd name="connsiteY22" fmla="*/ 649284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73375" h="6858006">
                  <a:moveTo>
                    <a:pt x="2914921" y="6217998"/>
                  </a:moveTo>
                  <a:lnTo>
                    <a:pt x="3554924" y="6217998"/>
                  </a:lnTo>
                  <a:lnTo>
                    <a:pt x="3554924" y="6858006"/>
                  </a:lnTo>
                  <a:lnTo>
                    <a:pt x="2914921" y="6858006"/>
                  </a:lnTo>
                  <a:close/>
                  <a:moveTo>
                    <a:pt x="1530790" y="2834237"/>
                  </a:moveTo>
                  <a:lnTo>
                    <a:pt x="1539512" y="3161328"/>
                  </a:lnTo>
                  <a:cubicBezTo>
                    <a:pt x="903318" y="3178229"/>
                    <a:pt x="381608" y="3669952"/>
                    <a:pt x="325455" y="4304508"/>
                  </a:cubicBezTo>
                  <a:lnTo>
                    <a:pt x="327092" y="4459331"/>
                  </a:lnTo>
                  <a:lnTo>
                    <a:pt x="0" y="4459331"/>
                  </a:lnTo>
                  <a:lnTo>
                    <a:pt x="0" y="4275617"/>
                  </a:lnTo>
                  <a:cubicBezTo>
                    <a:pt x="70867" y="3475335"/>
                    <a:pt x="728868" y="2855500"/>
                    <a:pt x="1530790" y="2834237"/>
                  </a:cubicBezTo>
                  <a:close/>
                  <a:moveTo>
                    <a:pt x="7347023" y="1297461"/>
                  </a:moveTo>
                  <a:lnTo>
                    <a:pt x="8013744" y="1297461"/>
                  </a:lnTo>
                  <a:lnTo>
                    <a:pt x="8013744" y="1946745"/>
                  </a:lnTo>
                  <a:lnTo>
                    <a:pt x="7347023" y="1946745"/>
                  </a:lnTo>
                  <a:close/>
                  <a:moveTo>
                    <a:pt x="8006654" y="646002"/>
                  </a:moveTo>
                  <a:lnTo>
                    <a:pt x="8673375" y="646002"/>
                  </a:lnTo>
                  <a:lnTo>
                    <a:pt x="8673375" y="1295286"/>
                  </a:lnTo>
                  <a:lnTo>
                    <a:pt x="8006654" y="1295286"/>
                  </a:lnTo>
                  <a:close/>
                  <a:moveTo>
                    <a:pt x="6474779" y="0"/>
                  </a:moveTo>
                  <a:lnTo>
                    <a:pt x="7141500" y="0"/>
                  </a:lnTo>
                  <a:lnTo>
                    <a:pt x="7141500" y="649284"/>
                  </a:lnTo>
                  <a:lnTo>
                    <a:pt x="6474779" y="649284"/>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74" name="Group 73">
            <a:extLst>
              <a:ext uri="{FF2B5EF4-FFF2-40B4-BE49-F238E27FC236}">
                <a16:creationId xmlns:a16="http://schemas.microsoft.com/office/drawing/2014/main" id="{7543C9CA-58D9-28AD-6F03-36BF24A5889F}"/>
              </a:ext>
              <a:ext uri="{C183D7F6-B498-43B3-948B-1728B52AA6E4}">
                <adec:decorative xmlns:adec="http://schemas.microsoft.com/office/drawing/2017/decorative" val="1"/>
              </a:ext>
            </a:extLst>
          </p:cNvPr>
          <p:cNvGrpSpPr>
            <a:grpSpLocks noChangeAspect="1"/>
          </p:cNvGrpSpPr>
          <p:nvPr/>
        </p:nvGrpSpPr>
        <p:grpSpPr>
          <a:xfrm>
            <a:off x="3878727" y="810791"/>
            <a:ext cx="455838" cy="457200"/>
            <a:chOff x="3878727" y="810791"/>
            <a:chExt cx="455838" cy="457200"/>
          </a:xfrm>
          <a:solidFill>
            <a:srgbClr val="FF0000"/>
          </a:solidFill>
        </p:grpSpPr>
        <p:sp>
          <p:nvSpPr>
            <p:cNvPr id="2973" name="Freeform: Shape 2972">
              <a:extLst>
                <a:ext uri="{FF2B5EF4-FFF2-40B4-BE49-F238E27FC236}">
                  <a16:creationId xmlns:a16="http://schemas.microsoft.com/office/drawing/2014/main" id="{E046669F-AC3B-4F02-C733-FEA95727566B}"/>
                </a:ext>
                <a:ext uri="{C183D7F6-B498-43B3-948B-1728B52AA6E4}">
                  <adec:decorative xmlns:adec="http://schemas.microsoft.com/office/drawing/2017/decorative" val="1"/>
                </a:ext>
              </a:extLst>
            </p:cNvPr>
            <p:cNvSpPr/>
            <p:nvPr/>
          </p:nvSpPr>
          <p:spPr>
            <a:xfrm>
              <a:off x="3914734" y="907126"/>
              <a:ext cx="206031" cy="194329"/>
            </a:xfrm>
            <a:custGeom>
              <a:avLst/>
              <a:gdLst>
                <a:gd name="connsiteX0" fmla="*/ 2579829 w 3090472"/>
                <a:gd name="connsiteY0" fmla="*/ 2404292 h 2914942"/>
                <a:gd name="connsiteX1" fmla="*/ 3090472 w 3090472"/>
                <a:gd name="connsiteY1" fmla="*/ 2404292 h 2914942"/>
                <a:gd name="connsiteX2" fmla="*/ 3090472 w 3090472"/>
                <a:gd name="connsiteY2" fmla="*/ 2914942 h 2914942"/>
                <a:gd name="connsiteX3" fmla="*/ 2579829 w 3090472"/>
                <a:gd name="connsiteY3" fmla="*/ 2914942 h 2914942"/>
                <a:gd name="connsiteX4" fmla="*/ 1148953 w 3090472"/>
                <a:gd name="connsiteY4" fmla="*/ 0 h 2914942"/>
                <a:gd name="connsiteX5" fmla="*/ 1165974 w 3090472"/>
                <a:gd name="connsiteY5" fmla="*/ 0 h 2914942"/>
                <a:gd name="connsiteX6" fmla="*/ 1165974 w 3090472"/>
                <a:gd name="connsiteY6" fmla="*/ 255324 h 2914942"/>
                <a:gd name="connsiteX7" fmla="*/ 1148953 w 3090472"/>
                <a:gd name="connsiteY7" fmla="*/ 255324 h 2914942"/>
                <a:gd name="connsiteX8" fmla="*/ 255323 w 3090472"/>
                <a:gd name="connsiteY8" fmla="*/ 1131935 h 2914942"/>
                <a:gd name="connsiteX9" fmla="*/ 0 w 3090472"/>
                <a:gd name="connsiteY9" fmla="*/ 1131935 h 2914942"/>
                <a:gd name="connsiteX10" fmla="*/ 1148953 w 3090472"/>
                <a:gd name="connsiteY10" fmla="*/ 0 h 29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0472" h="2914942">
                  <a:moveTo>
                    <a:pt x="2579829" y="2404292"/>
                  </a:moveTo>
                  <a:lnTo>
                    <a:pt x="3090472" y="2404292"/>
                  </a:lnTo>
                  <a:lnTo>
                    <a:pt x="3090472" y="2914942"/>
                  </a:lnTo>
                  <a:lnTo>
                    <a:pt x="2579829" y="2914942"/>
                  </a:lnTo>
                  <a:close/>
                  <a:moveTo>
                    <a:pt x="1148953" y="0"/>
                  </a:moveTo>
                  <a:cubicBezTo>
                    <a:pt x="1153209" y="0"/>
                    <a:pt x="1157465" y="0"/>
                    <a:pt x="1165974" y="0"/>
                  </a:cubicBezTo>
                  <a:lnTo>
                    <a:pt x="1165974" y="255324"/>
                  </a:lnTo>
                  <a:cubicBezTo>
                    <a:pt x="1157465" y="255324"/>
                    <a:pt x="1153209" y="255324"/>
                    <a:pt x="1148953" y="255324"/>
                  </a:cubicBezTo>
                  <a:cubicBezTo>
                    <a:pt x="659583" y="255324"/>
                    <a:pt x="263835" y="646820"/>
                    <a:pt x="255323" y="1131935"/>
                  </a:cubicBezTo>
                  <a:lnTo>
                    <a:pt x="0" y="1131935"/>
                  </a:lnTo>
                  <a:cubicBezTo>
                    <a:pt x="8512" y="506392"/>
                    <a:pt x="523411" y="0"/>
                    <a:pt x="1148953" y="0"/>
                  </a:cubicBezTo>
                  <a:close/>
                </a:path>
              </a:pathLst>
            </a:custGeom>
            <a:solidFill>
              <a:schemeClr val="accent1"/>
            </a:solidFill>
            <a:ln w="12551" cap="flat">
              <a:noFill/>
              <a:prstDash val="solid"/>
              <a:miter/>
            </a:ln>
          </p:spPr>
          <p:txBody>
            <a:bodyPr wrap="square" rtlCol="0" anchor="ctr">
              <a:noAutofit/>
            </a:bodyPr>
            <a:lstStyle/>
            <a:p>
              <a:endParaRPr lang="en-US"/>
            </a:p>
          </p:txBody>
        </p:sp>
        <p:sp>
          <p:nvSpPr>
            <p:cNvPr id="2972" name="Freeform: Shape 2971">
              <a:extLst>
                <a:ext uri="{FF2B5EF4-FFF2-40B4-BE49-F238E27FC236}">
                  <a16:creationId xmlns:a16="http://schemas.microsoft.com/office/drawing/2014/main" id="{4B193FE0-166A-1FD3-673B-1A3604D5AF33}"/>
                </a:ext>
                <a:ext uri="{C183D7F6-B498-43B3-948B-1728B52AA6E4}">
                  <adec:decorative xmlns:adec="http://schemas.microsoft.com/office/drawing/2017/decorative" val="1"/>
                </a:ext>
              </a:extLst>
            </p:cNvPr>
            <p:cNvSpPr/>
            <p:nvPr/>
          </p:nvSpPr>
          <p:spPr>
            <a:xfrm>
              <a:off x="3878727" y="810791"/>
              <a:ext cx="455838" cy="457200"/>
            </a:xfrm>
            <a:custGeom>
              <a:avLst/>
              <a:gdLst>
                <a:gd name="connsiteX0" fmla="*/ 4775449 w 6837573"/>
                <a:gd name="connsiteY0" fmla="*/ 4754716 h 6858000"/>
                <a:gd name="connsiteX1" fmla="*/ 5507423 w 6837573"/>
                <a:gd name="connsiteY1" fmla="*/ 5486685 h 6858000"/>
                <a:gd name="connsiteX2" fmla="*/ 5267202 w 6837573"/>
                <a:gd name="connsiteY2" fmla="*/ 5726904 h 6858000"/>
                <a:gd name="connsiteX3" fmla="*/ 4945560 w 6837573"/>
                <a:gd name="connsiteY3" fmla="*/ 5405263 h 6858000"/>
                <a:gd name="connsiteX4" fmla="*/ 4945560 w 6837573"/>
                <a:gd name="connsiteY4" fmla="*/ 6005424 h 6858000"/>
                <a:gd name="connsiteX5" fmla="*/ 5809420 w 6837573"/>
                <a:gd name="connsiteY5" fmla="*/ 6005424 h 6858000"/>
                <a:gd name="connsiteX6" fmla="*/ 5809420 w 6837573"/>
                <a:gd name="connsiteY6" fmla="*/ 6345662 h 6858000"/>
                <a:gd name="connsiteX7" fmla="*/ 4605326 w 6837573"/>
                <a:gd name="connsiteY7" fmla="*/ 6345662 h 6858000"/>
                <a:gd name="connsiteX8" fmla="*/ 4605326 w 6837573"/>
                <a:gd name="connsiteY8" fmla="*/ 6345658 h 6858000"/>
                <a:gd name="connsiteX9" fmla="*/ 4605322 w 6837573"/>
                <a:gd name="connsiteY9" fmla="*/ 6345658 h 6858000"/>
                <a:gd name="connsiteX10" fmla="*/ 4605322 w 6837573"/>
                <a:gd name="connsiteY10" fmla="*/ 5405279 h 6858000"/>
                <a:gd name="connsiteX11" fmla="*/ 4283696 w 6837573"/>
                <a:gd name="connsiteY11" fmla="*/ 5726904 h 6858000"/>
                <a:gd name="connsiteX12" fmla="*/ 4043476 w 6837573"/>
                <a:gd name="connsiteY12" fmla="*/ 5486685 h 6858000"/>
                <a:gd name="connsiteX13" fmla="*/ 2024780 w 6837573"/>
                <a:gd name="connsiteY13" fmla="*/ 4754716 h 6858000"/>
                <a:gd name="connsiteX14" fmla="*/ 2756754 w 6837573"/>
                <a:gd name="connsiteY14" fmla="*/ 5486685 h 6858000"/>
                <a:gd name="connsiteX15" fmla="*/ 2516533 w 6837573"/>
                <a:gd name="connsiteY15" fmla="*/ 5726904 h 6858000"/>
                <a:gd name="connsiteX16" fmla="*/ 2194899 w 6837573"/>
                <a:gd name="connsiteY16" fmla="*/ 5405271 h 6858000"/>
                <a:gd name="connsiteX17" fmla="*/ 2194899 w 6837573"/>
                <a:gd name="connsiteY17" fmla="*/ 6345658 h 6858000"/>
                <a:gd name="connsiteX18" fmla="*/ 2194895 w 6837573"/>
                <a:gd name="connsiteY18" fmla="*/ 6345658 h 6858000"/>
                <a:gd name="connsiteX19" fmla="*/ 2194895 w 6837573"/>
                <a:gd name="connsiteY19" fmla="*/ 6345662 h 6858000"/>
                <a:gd name="connsiteX20" fmla="*/ 990801 w 6837573"/>
                <a:gd name="connsiteY20" fmla="*/ 6345662 h 6858000"/>
                <a:gd name="connsiteX21" fmla="*/ 990801 w 6837573"/>
                <a:gd name="connsiteY21" fmla="*/ 6005424 h 6858000"/>
                <a:gd name="connsiteX22" fmla="*/ 1854661 w 6837573"/>
                <a:gd name="connsiteY22" fmla="*/ 6005424 h 6858000"/>
                <a:gd name="connsiteX23" fmla="*/ 1854661 w 6837573"/>
                <a:gd name="connsiteY23" fmla="*/ 5405271 h 6858000"/>
                <a:gd name="connsiteX24" fmla="*/ 1533027 w 6837573"/>
                <a:gd name="connsiteY24" fmla="*/ 5726904 h 6858000"/>
                <a:gd name="connsiteX25" fmla="*/ 1292807 w 6837573"/>
                <a:gd name="connsiteY25" fmla="*/ 5486685 h 6858000"/>
                <a:gd name="connsiteX26" fmla="*/ 3218765 w 6837573"/>
                <a:gd name="connsiteY26" fmla="*/ 4596740 h 6858000"/>
                <a:gd name="connsiteX27" fmla="*/ 3559200 w 6837573"/>
                <a:gd name="connsiteY27" fmla="*/ 4596740 h 6858000"/>
                <a:gd name="connsiteX28" fmla="*/ 3559200 w 6837573"/>
                <a:gd name="connsiteY28" fmla="*/ 6207795 h 6858000"/>
                <a:gd name="connsiteX29" fmla="*/ 3881184 w 6837573"/>
                <a:gd name="connsiteY29" fmla="*/ 5885812 h 6858000"/>
                <a:gd name="connsiteX30" fmla="*/ 4121405 w 6837573"/>
                <a:gd name="connsiteY30" fmla="*/ 6126031 h 6858000"/>
                <a:gd name="connsiteX31" fmla="*/ 3389431 w 6837573"/>
                <a:gd name="connsiteY31" fmla="*/ 6858000 h 6858000"/>
                <a:gd name="connsiteX32" fmla="*/ 2657458 w 6837573"/>
                <a:gd name="connsiteY32" fmla="*/ 6126031 h 6858000"/>
                <a:gd name="connsiteX33" fmla="*/ 2897678 w 6837573"/>
                <a:gd name="connsiteY33" fmla="*/ 5885812 h 6858000"/>
                <a:gd name="connsiteX34" fmla="*/ 3218765 w 6837573"/>
                <a:gd name="connsiteY34" fmla="*/ 6206897 h 6858000"/>
                <a:gd name="connsiteX35" fmla="*/ 3627318 w 6837573"/>
                <a:gd name="connsiteY35" fmla="*/ 590 h 6858000"/>
                <a:gd name="connsiteX36" fmla="*/ 4250797 w 6837573"/>
                <a:gd name="connsiteY36" fmla="*/ 96069 h 6858000"/>
                <a:gd name="connsiteX37" fmla="*/ 5246557 w 6837573"/>
                <a:gd name="connsiteY37" fmla="*/ 1045022 h 6858000"/>
                <a:gd name="connsiteX38" fmla="*/ 5357199 w 6837573"/>
                <a:gd name="connsiteY38" fmla="*/ 1479072 h 6858000"/>
                <a:gd name="connsiteX39" fmla="*/ 5369964 w 6837573"/>
                <a:gd name="connsiteY39" fmla="*/ 1679073 h 6858000"/>
                <a:gd name="connsiteX40" fmla="*/ 5369964 w 6837573"/>
                <a:gd name="connsiteY40" fmla="*/ 1742904 h 6858000"/>
                <a:gd name="connsiteX41" fmla="*/ 5369964 w 6837573"/>
                <a:gd name="connsiteY41" fmla="*/ 1862055 h 6858000"/>
                <a:gd name="connsiteX42" fmla="*/ 5557200 w 6837573"/>
                <a:gd name="connsiteY42" fmla="*/ 1862055 h 6858000"/>
                <a:gd name="connsiteX43" fmla="*/ 6123165 w 6837573"/>
                <a:gd name="connsiteY43" fmla="*/ 1959929 h 6858000"/>
                <a:gd name="connsiteX44" fmla="*/ 6740199 w 6837573"/>
                <a:gd name="connsiteY44" fmla="*/ 2585471 h 6858000"/>
                <a:gd name="connsiteX45" fmla="*/ 6633813 w 6837573"/>
                <a:gd name="connsiteY45" fmla="*/ 3751445 h 6858000"/>
                <a:gd name="connsiteX46" fmla="*/ 5629544 w 6837573"/>
                <a:gd name="connsiteY46" fmla="*/ 4283369 h 6858000"/>
                <a:gd name="connsiteX47" fmla="*/ 5557200 w 6837573"/>
                <a:gd name="connsiteY47" fmla="*/ 4279113 h 6858000"/>
                <a:gd name="connsiteX48" fmla="*/ 5162328 w 6837573"/>
                <a:gd name="connsiteY48" fmla="*/ 4279113 h 6858000"/>
                <a:gd name="connsiteX49" fmla="*/ 5162328 w 6837573"/>
                <a:gd name="connsiteY49" fmla="*/ 4279114 h 6858000"/>
                <a:gd name="connsiteX50" fmla="*/ 3881456 w 6837573"/>
                <a:gd name="connsiteY50" fmla="*/ 4279114 h 6858000"/>
                <a:gd name="connsiteX51" fmla="*/ 3881456 w 6837573"/>
                <a:gd name="connsiteY51" fmla="*/ 3938679 h 6858000"/>
                <a:gd name="connsiteX52" fmla="*/ 5162328 w 6837573"/>
                <a:gd name="connsiteY52" fmla="*/ 3938679 h 6858000"/>
                <a:gd name="connsiteX53" fmla="*/ 5162328 w 6837573"/>
                <a:gd name="connsiteY53" fmla="*/ 3938684 h 6858000"/>
                <a:gd name="connsiteX54" fmla="*/ 5569968 w 6837573"/>
                <a:gd name="connsiteY54" fmla="*/ 3938684 h 6858000"/>
                <a:gd name="connsiteX55" fmla="*/ 5625288 w 6837573"/>
                <a:gd name="connsiteY55" fmla="*/ 3938684 h 6858000"/>
                <a:gd name="connsiteX56" fmla="*/ 6344447 w 6837573"/>
                <a:gd name="connsiteY56" fmla="*/ 3555697 h 6858000"/>
                <a:gd name="connsiteX57" fmla="*/ 6421043 w 6837573"/>
                <a:gd name="connsiteY57" fmla="*/ 2708879 h 6858000"/>
                <a:gd name="connsiteX58" fmla="*/ 5991249 w 6837573"/>
                <a:gd name="connsiteY58" fmla="*/ 2274827 h 6858000"/>
                <a:gd name="connsiteX59" fmla="*/ 5569968 w 6837573"/>
                <a:gd name="connsiteY59" fmla="*/ 2202488 h 6858000"/>
                <a:gd name="connsiteX60" fmla="*/ 5561456 w 6837573"/>
                <a:gd name="connsiteY60" fmla="*/ 2202488 h 6858000"/>
                <a:gd name="connsiteX61" fmla="*/ 5242304 w 6837573"/>
                <a:gd name="connsiteY61" fmla="*/ 2202488 h 6858000"/>
                <a:gd name="connsiteX62" fmla="*/ 5029532 w 6837573"/>
                <a:gd name="connsiteY62" fmla="*/ 1989715 h 6858000"/>
                <a:gd name="connsiteX63" fmla="*/ 5029532 w 6837573"/>
                <a:gd name="connsiteY63" fmla="*/ 1738648 h 6858000"/>
                <a:gd name="connsiteX64" fmla="*/ 5029532 w 6837573"/>
                <a:gd name="connsiteY64" fmla="*/ 1683329 h 6858000"/>
                <a:gd name="connsiteX65" fmla="*/ 5029532 w 6837573"/>
                <a:gd name="connsiteY65" fmla="*/ 1657795 h 6858000"/>
                <a:gd name="connsiteX66" fmla="*/ 4927405 w 6837573"/>
                <a:gd name="connsiteY66" fmla="*/ 1172682 h 6858000"/>
                <a:gd name="connsiteX67" fmla="*/ 4140158 w 6837573"/>
                <a:gd name="connsiteY67" fmla="*/ 423736 h 6858000"/>
                <a:gd name="connsiteX68" fmla="*/ 2408214 w 6837573"/>
                <a:gd name="connsiteY68" fmla="*/ 1159917 h 6858000"/>
                <a:gd name="connsiteX69" fmla="*/ 2144382 w 6837573"/>
                <a:gd name="connsiteY69" fmla="*/ 1274812 h 6858000"/>
                <a:gd name="connsiteX70" fmla="*/ 1191177 w 6837573"/>
                <a:gd name="connsiteY70" fmla="*/ 1296089 h 6858000"/>
                <a:gd name="connsiteX71" fmla="*/ 437972 w 6837573"/>
                <a:gd name="connsiteY71" fmla="*/ 2045038 h 6858000"/>
                <a:gd name="connsiteX72" fmla="*/ 586912 w 6837573"/>
                <a:gd name="connsiteY72" fmla="*/ 3351441 h 6858000"/>
                <a:gd name="connsiteX73" fmla="*/ 1710332 w 6837573"/>
                <a:gd name="connsiteY73" fmla="*/ 3938684 h 6858000"/>
                <a:gd name="connsiteX74" fmla="*/ 1786929 w 6837573"/>
                <a:gd name="connsiteY74" fmla="*/ 3934428 h 6858000"/>
                <a:gd name="connsiteX75" fmla="*/ 1791185 w 6837573"/>
                <a:gd name="connsiteY75" fmla="*/ 3934428 h 6858000"/>
                <a:gd name="connsiteX76" fmla="*/ 1936256 w 6837573"/>
                <a:gd name="connsiteY76" fmla="*/ 3934428 h 6858000"/>
                <a:gd name="connsiteX77" fmla="*/ 1936256 w 6837573"/>
                <a:gd name="connsiteY77" fmla="*/ 3933318 h 6858000"/>
                <a:gd name="connsiteX78" fmla="*/ 2876697 w 6837573"/>
                <a:gd name="connsiteY78" fmla="*/ 3933318 h 6858000"/>
                <a:gd name="connsiteX79" fmla="*/ 2876697 w 6837573"/>
                <a:gd name="connsiteY79" fmla="*/ 4273753 h 6858000"/>
                <a:gd name="connsiteX80" fmla="*/ 2403962 w 6837573"/>
                <a:gd name="connsiteY80" fmla="*/ 4273753 h 6858000"/>
                <a:gd name="connsiteX81" fmla="*/ 2403962 w 6837573"/>
                <a:gd name="connsiteY81" fmla="*/ 4274860 h 6858000"/>
                <a:gd name="connsiteX82" fmla="*/ 1799697 w 6837573"/>
                <a:gd name="connsiteY82" fmla="*/ 4274860 h 6858000"/>
                <a:gd name="connsiteX83" fmla="*/ 1710332 w 6837573"/>
                <a:gd name="connsiteY83" fmla="*/ 4279113 h 6858000"/>
                <a:gd name="connsiteX84" fmla="*/ 306056 w 6837573"/>
                <a:gd name="connsiteY84" fmla="*/ 3547188 h 6858000"/>
                <a:gd name="connsiteX85" fmla="*/ 118821 w 6837573"/>
                <a:gd name="connsiteY85" fmla="*/ 1930143 h 6858000"/>
                <a:gd name="connsiteX86" fmla="*/ 1076282 w 6837573"/>
                <a:gd name="connsiteY86" fmla="*/ 976934 h 6858000"/>
                <a:gd name="connsiteX87" fmla="*/ 2148638 w 6837573"/>
                <a:gd name="connsiteY87" fmla="*/ 917358 h 6858000"/>
                <a:gd name="connsiteX88" fmla="*/ 3627318 w 6837573"/>
                <a:gd name="connsiteY88" fmla="*/ 59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37573" h="6858000">
                  <a:moveTo>
                    <a:pt x="4775449" y="4754716"/>
                  </a:moveTo>
                  <a:lnTo>
                    <a:pt x="5507423" y="5486685"/>
                  </a:lnTo>
                  <a:lnTo>
                    <a:pt x="5267202" y="5726904"/>
                  </a:lnTo>
                  <a:lnTo>
                    <a:pt x="4945560" y="5405263"/>
                  </a:lnTo>
                  <a:lnTo>
                    <a:pt x="4945560" y="6005424"/>
                  </a:lnTo>
                  <a:lnTo>
                    <a:pt x="5809420" y="6005424"/>
                  </a:lnTo>
                  <a:lnTo>
                    <a:pt x="5809420" y="6345662"/>
                  </a:lnTo>
                  <a:lnTo>
                    <a:pt x="4605326" y="6345662"/>
                  </a:lnTo>
                  <a:lnTo>
                    <a:pt x="4605326" y="6345658"/>
                  </a:lnTo>
                  <a:lnTo>
                    <a:pt x="4605322" y="6345658"/>
                  </a:lnTo>
                  <a:lnTo>
                    <a:pt x="4605322" y="5405279"/>
                  </a:lnTo>
                  <a:lnTo>
                    <a:pt x="4283696" y="5726904"/>
                  </a:lnTo>
                  <a:lnTo>
                    <a:pt x="4043476" y="5486685"/>
                  </a:lnTo>
                  <a:close/>
                  <a:moveTo>
                    <a:pt x="2024780" y="4754716"/>
                  </a:moveTo>
                  <a:lnTo>
                    <a:pt x="2756754" y="5486685"/>
                  </a:lnTo>
                  <a:lnTo>
                    <a:pt x="2516533" y="5726904"/>
                  </a:lnTo>
                  <a:lnTo>
                    <a:pt x="2194899" y="5405271"/>
                  </a:lnTo>
                  <a:lnTo>
                    <a:pt x="2194899" y="6345658"/>
                  </a:lnTo>
                  <a:lnTo>
                    <a:pt x="2194895" y="6345658"/>
                  </a:lnTo>
                  <a:lnTo>
                    <a:pt x="2194895" y="6345662"/>
                  </a:lnTo>
                  <a:lnTo>
                    <a:pt x="990801" y="6345662"/>
                  </a:lnTo>
                  <a:lnTo>
                    <a:pt x="990801" y="6005424"/>
                  </a:lnTo>
                  <a:lnTo>
                    <a:pt x="1854661" y="6005424"/>
                  </a:lnTo>
                  <a:lnTo>
                    <a:pt x="1854661" y="5405271"/>
                  </a:lnTo>
                  <a:lnTo>
                    <a:pt x="1533027" y="5726904"/>
                  </a:lnTo>
                  <a:lnTo>
                    <a:pt x="1292807" y="5486685"/>
                  </a:lnTo>
                  <a:close/>
                  <a:moveTo>
                    <a:pt x="3218765" y="4596740"/>
                  </a:moveTo>
                  <a:lnTo>
                    <a:pt x="3559200" y="4596740"/>
                  </a:lnTo>
                  <a:lnTo>
                    <a:pt x="3559200" y="6207795"/>
                  </a:lnTo>
                  <a:lnTo>
                    <a:pt x="3881184" y="5885812"/>
                  </a:lnTo>
                  <a:lnTo>
                    <a:pt x="4121405" y="6126031"/>
                  </a:lnTo>
                  <a:lnTo>
                    <a:pt x="3389431" y="6858000"/>
                  </a:lnTo>
                  <a:lnTo>
                    <a:pt x="2657458" y="6126031"/>
                  </a:lnTo>
                  <a:lnTo>
                    <a:pt x="2897678" y="5885812"/>
                  </a:lnTo>
                  <a:lnTo>
                    <a:pt x="3218765" y="6206897"/>
                  </a:lnTo>
                  <a:close/>
                  <a:moveTo>
                    <a:pt x="3627318" y="590"/>
                  </a:moveTo>
                  <a:cubicBezTo>
                    <a:pt x="3832706" y="-4730"/>
                    <a:pt x="4043348" y="25855"/>
                    <a:pt x="4250797" y="96069"/>
                  </a:cubicBezTo>
                  <a:cubicBezTo>
                    <a:pt x="4710380" y="249262"/>
                    <a:pt x="5072087" y="598207"/>
                    <a:pt x="5246557" y="1045022"/>
                  </a:cubicBezTo>
                  <a:cubicBezTo>
                    <a:pt x="5301876" y="1189703"/>
                    <a:pt x="5335922" y="1334388"/>
                    <a:pt x="5357199" y="1479072"/>
                  </a:cubicBezTo>
                  <a:lnTo>
                    <a:pt x="5369964" y="1679073"/>
                  </a:lnTo>
                  <a:cubicBezTo>
                    <a:pt x="5369964" y="1700350"/>
                    <a:pt x="5369964" y="1721627"/>
                    <a:pt x="5369964" y="1742904"/>
                  </a:cubicBezTo>
                  <a:lnTo>
                    <a:pt x="5369964" y="1862055"/>
                  </a:lnTo>
                  <a:lnTo>
                    <a:pt x="5557200" y="1862055"/>
                  </a:lnTo>
                  <a:cubicBezTo>
                    <a:pt x="5744439" y="1853543"/>
                    <a:pt x="5935930" y="1883333"/>
                    <a:pt x="6123165" y="1959929"/>
                  </a:cubicBezTo>
                  <a:cubicBezTo>
                    <a:pt x="6369980" y="2062060"/>
                    <a:pt x="6642325" y="2334404"/>
                    <a:pt x="6740199" y="2585471"/>
                  </a:cubicBezTo>
                  <a:cubicBezTo>
                    <a:pt x="6901904" y="2985476"/>
                    <a:pt x="6859349" y="3406760"/>
                    <a:pt x="6633813" y="3751445"/>
                  </a:cubicBezTo>
                  <a:cubicBezTo>
                    <a:pt x="6408279" y="4083365"/>
                    <a:pt x="6029548" y="4283369"/>
                    <a:pt x="5629544" y="4283369"/>
                  </a:cubicBezTo>
                  <a:cubicBezTo>
                    <a:pt x="5604010" y="4283369"/>
                    <a:pt x="5582733" y="4279113"/>
                    <a:pt x="5557200" y="4279113"/>
                  </a:cubicBezTo>
                  <a:lnTo>
                    <a:pt x="5162328" y="4279113"/>
                  </a:lnTo>
                  <a:lnTo>
                    <a:pt x="5162328" y="4279114"/>
                  </a:lnTo>
                  <a:lnTo>
                    <a:pt x="3881456" y="4279114"/>
                  </a:lnTo>
                  <a:lnTo>
                    <a:pt x="3881456" y="3938679"/>
                  </a:lnTo>
                  <a:lnTo>
                    <a:pt x="5162328" y="3938679"/>
                  </a:lnTo>
                  <a:lnTo>
                    <a:pt x="5162328" y="3938684"/>
                  </a:lnTo>
                  <a:lnTo>
                    <a:pt x="5569968" y="3938684"/>
                  </a:lnTo>
                  <a:cubicBezTo>
                    <a:pt x="5586989" y="3938684"/>
                    <a:pt x="5608267" y="3938684"/>
                    <a:pt x="5625288" y="3938684"/>
                  </a:cubicBezTo>
                  <a:cubicBezTo>
                    <a:pt x="5914653" y="3938684"/>
                    <a:pt x="6182741" y="3794000"/>
                    <a:pt x="6344447" y="3555697"/>
                  </a:cubicBezTo>
                  <a:cubicBezTo>
                    <a:pt x="6510409" y="3313142"/>
                    <a:pt x="6535939" y="3002501"/>
                    <a:pt x="6421043" y="2708879"/>
                  </a:cubicBezTo>
                  <a:cubicBezTo>
                    <a:pt x="6357212" y="2542916"/>
                    <a:pt x="6152955" y="2342912"/>
                    <a:pt x="5991249" y="2274827"/>
                  </a:cubicBezTo>
                  <a:cubicBezTo>
                    <a:pt x="5850821" y="2219508"/>
                    <a:pt x="5710397" y="2193975"/>
                    <a:pt x="5569968" y="2202488"/>
                  </a:cubicBezTo>
                  <a:lnTo>
                    <a:pt x="5561456" y="2202488"/>
                  </a:lnTo>
                  <a:lnTo>
                    <a:pt x="5242304" y="2202488"/>
                  </a:lnTo>
                  <a:cubicBezTo>
                    <a:pt x="5123153" y="2202488"/>
                    <a:pt x="5029532" y="2108866"/>
                    <a:pt x="5029532" y="1989715"/>
                  </a:cubicBezTo>
                  <a:lnTo>
                    <a:pt x="5029532" y="1738648"/>
                  </a:lnTo>
                  <a:cubicBezTo>
                    <a:pt x="5029532" y="1717371"/>
                    <a:pt x="5029532" y="1700350"/>
                    <a:pt x="5029532" y="1683329"/>
                  </a:cubicBezTo>
                  <a:lnTo>
                    <a:pt x="5029532" y="1657795"/>
                  </a:lnTo>
                  <a:cubicBezTo>
                    <a:pt x="5025279" y="1496093"/>
                    <a:pt x="4991234" y="1334388"/>
                    <a:pt x="4927405" y="1172682"/>
                  </a:cubicBezTo>
                  <a:cubicBezTo>
                    <a:pt x="4791233" y="819484"/>
                    <a:pt x="4501864" y="547140"/>
                    <a:pt x="4140158" y="423736"/>
                  </a:cubicBezTo>
                  <a:cubicBezTo>
                    <a:pt x="3335890" y="151388"/>
                    <a:pt x="2659285" y="589694"/>
                    <a:pt x="2408214" y="1159917"/>
                  </a:cubicBezTo>
                  <a:cubicBezTo>
                    <a:pt x="2361407" y="1262047"/>
                    <a:pt x="2250768" y="1308854"/>
                    <a:pt x="2144382" y="1274812"/>
                  </a:cubicBezTo>
                  <a:cubicBezTo>
                    <a:pt x="1842248" y="1172682"/>
                    <a:pt x="1510328" y="1176938"/>
                    <a:pt x="1191177" y="1296089"/>
                  </a:cubicBezTo>
                  <a:cubicBezTo>
                    <a:pt x="842236" y="1423749"/>
                    <a:pt x="565635" y="1696094"/>
                    <a:pt x="437972" y="2045038"/>
                  </a:cubicBezTo>
                  <a:cubicBezTo>
                    <a:pt x="272014" y="2500362"/>
                    <a:pt x="327333" y="2976967"/>
                    <a:pt x="586912" y="3351441"/>
                  </a:cubicBezTo>
                  <a:cubicBezTo>
                    <a:pt x="842236" y="3717403"/>
                    <a:pt x="1263517" y="3938684"/>
                    <a:pt x="1710332" y="3938684"/>
                  </a:cubicBezTo>
                  <a:cubicBezTo>
                    <a:pt x="1735865" y="3938684"/>
                    <a:pt x="1761399" y="3934428"/>
                    <a:pt x="1786929" y="3934428"/>
                  </a:cubicBezTo>
                  <a:lnTo>
                    <a:pt x="1791185" y="3934428"/>
                  </a:lnTo>
                  <a:lnTo>
                    <a:pt x="1936256" y="3934428"/>
                  </a:lnTo>
                  <a:lnTo>
                    <a:pt x="1936256" y="3933318"/>
                  </a:lnTo>
                  <a:lnTo>
                    <a:pt x="2876697" y="3933318"/>
                  </a:lnTo>
                  <a:lnTo>
                    <a:pt x="2876697" y="4273753"/>
                  </a:lnTo>
                  <a:lnTo>
                    <a:pt x="2403962" y="4273753"/>
                  </a:lnTo>
                  <a:lnTo>
                    <a:pt x="2403962" y="4274860"/>
                  </a:lnTo>
                  <a:lnTo>
                    <a:pt x="1799697" y="4274860"/>
                  </a:lnTo>
                  <a:cubicBezTo>
                    <a:pt x="1769908" y="4279113"/>
                    <a:pt x="1740122" y="4279113"/>
                    <a:pt x="1710332" y="4279113"/>
                  </a:cubicBezTo>
                  <a:cubicBezTo>
                    <a:pt x="1148623" y="4279113"/>
                    <a:pt x="625211" y="4006768"/>
                    <a:pt x="306056" y="3547188"/>
                  </a:cubicBezTo>
                  <a:cubicBezTo>
                    <a:pt x="-21608" y="3079096"/>
                    <a:pt x="-89696" y="2487597"/>
                    <a:pt x="118821" y="1930143"/>
                  </a:cubicBezTo>
                  <a:cubicBezTo>
                    <a:pt x="284778" y="1487581"/>
                    <a:pt x="633720" y="1138640"/>
                    <a:pt x="1076282" y="976934"/>
                  </a:cubicBezTo>
                  <a:cubicBezTo>
                    <a:pt x="1433732" y="845018"/>
                    <a:pt x="1803950" y="823741"/>
                    <a:pt x="2148638" y="917358"/>
                  </a:cubicBezTo>
                  <a:cubicBezTo>
                    <a:pt x="2442260" y="355649"/>
                    <a:pt x="3011152" y="16548"/>
                    <a:pt x="3627318" y="590"/>
                  </a:cubicBezTo>
                  <a:close/>
                </a:path>
              </a:pathLst>
            </a:custGeom>
            <a:solidFill>
              <a:schemeClr val="accent2"/>
            </a:solidFill>
            <a:ln w="12551" cap="flat">
              <a:noFill/>
              <a:prstDash val="solid"/>
              <a:miter/>
            </a:ln>
          </p:spPr>
          <p:txBody>
            <a:bodyPr wrap="square" rtlCol="0" anchor="ctr">
              <a:noAutofit/>
            </a:bodyPr>
            <a:lstStyle/>
            <a:p>
              <a:endParaRPr lang="en-US" dirty="0"/>
            </a:p>
          </p:txBody>
        </p:sp>
      </p:grpSp>
      <p:grpSp>
        <p:nvGrpSpPr>
          <p:cNvPr id="73" name="Group 72">
            <a:extLst>
              <a:ext uri="{FF2B5EF4-FFF2-40B4-BE49-F238E27FC236}">
                <a16:creationId xmlns:a16="http://schemas.microsoft.com/office/drawing/2014/main" id="{56E843B6-CB2A-2FCF-C338-0E31A6800D9C}"/>
              </a:ext>
              <a:ext uri="{C183D7F6-B498-43B3-948B-1728B52AA6E4}">
                <adec:decorative xmlns:adec="http://schemas.microsoft.com/office/drawing/2017/decorative" val="1"/>
              </a:ext>
            </a:extLst>
          </p:cNvPr>
          <p:cNvGrpSpPr>
            <a:grpSpLocks noChangeAspect="1"/>
          </p:cNvGrpSpPr>
          <p:nvPr/>
        </p:nvGrpSpPr>
        <p:grpSpPr>
          <a:xfrm>
            <a:off x="4477370" y="810791"/>
            <a:ext cx="469841" cy="457200"/>
            <a:chOff x="4477370" y="810791"/>
            <a:chExt cx="469841" cy="457200"/>
          </a:xfrm>
          <a:solidFill>
            <a:srgbClr val="FF0000"/>
          </a:solidFill>
        </p:grpSpPr>
        <p:sp>
          <p:nvSpPr>
            <p:cNvPr id="2987" name="Freeform: Shape 2986">
              <a:extLst>
                <a:ext uri="{FF2B5EF4-FFF2-40B4-BE49-F238E27FC236}">
                  <a16:creationId xmlns:a16="http://schemas.microsoft.com/office/drawing/2014/main" id="{B67965B8-77F2-90A4-B4BD-92B332390190}"/>
                </a:ext>
                <a:ext uri="{C183D7F6-B498-43B3-948B-1728B52AA6E4}">
                  <adec:decorative xmlns:adec="http://schemas.microsoft.com/office/drawing/2017/decorative" val="1"/>
                </a:ext>
              </a:extLst>
            </p:cNvPr>
            <p:cNvSpPr/>
            <p:nvPr/>
          </p:nvSpPr>
          <p:spPr>
            <a:xfrm>
              <a:off x="4477370" y="810791"/>
              <a:ext cx="469841" cy="457200"/>
            </a:xfrm>
            <a:custGeom>
              <a:avLst/>
              <a:gdLst>
                <a:gd name="connsiteX0" fmla="*/ 5969140 w 7047610"/>
                <a:gd name="connsiteY0" fmla="*/ 5985167 h 6857999"/>
                <a:gd name="connsiteX1" fmla="*/ 5705977 w 7047610"/>
                <a:gd name="connsiteY1" fmla="*/ 6248333 h 6857999"/>
                <a:gd name="connsiteX2" fmla="*/ 5969140 w 7047610"/>
                <a:gd name="connsiteY2" fmla="*/ 6511500 h 6857999"/>
                <a:gd name="connsiteX3" fmla="*/ 6232306 w 7047610"/>
                <a:gd name="connsiteY3" fmla="*/ 6248333 h 6857999"/>
                <a:gd name="connsiteX4" fmla="*/ 5969140 w 7047610"/>
                <a:gd name="connsiteY4" fmla="*/ 5985167 h 6857999"/>
                <a:gd name="connsiteX5" fmla="*/ 3508539 w 7047610"/>
                <a:gd name="connsiteY5" fmla="*/ 5985167 h 6857999"/>
                <a:gd name="connsiteX6" fmla="*/ 3245373 w 7047610"/>
                <a:gd name="connsiteY6" fmla="*/ 6248333 h 6857999"/>
                <a:gd name="connsiteX7" fmla="*/ 3508539 w 7047610"/>
                <a:gd name="connsiteY7" fmla="*/ 6511500 h 6857999"/>
                <a:gd name="connsiteX8" fmla="*/ 3771706 w 7047610"/>
                <a:gd name="connsiteY8" fmla="*/ 6248333 h 6857999"/>
                <a:gd name="connsiteX9" fmla="*/ 3508539 w 7047610"/>
                <a:gd name="connsiteY9" fmla="*/ 5985167 h 6857999"/>
                <a:gd name="connsiteX10" fmla="*/ 1056706 w 7047610"/>
                <a:gd name="connsiteY10" fmla="*/ 5985167 h 6857999"/>
                <a:gd name="connsiteX11" fmla="*/ 793539 w 7047610"/>
                <a:gd name="connsiteY11" fmla="*/ 6248333 h 6857999"/>
                <a:gd name="connsiteX12" fmla="*/ 1056706 w 7047610"/>
                <a:gd name="connsiteY12" fmla="*/ 6511500 h 6857999"/>
                <a:gd name="connsiteX13" fmla="*/ 1319872 w 7047610"/>
                <a:gd name="connsiteY13" fmla="*/ 6248333 h 6857999"/>
                <a:gd name="connsiteX14" fmla="*/ 1056706 w 7047610"/>
                <a:gd name="connsiteY14" fmla="*/ 5985167 h 6857999"/>
                <a:gd name="connsiteX15" fmla="*/ 3317638 w 7047610"/>
                <a:gd name="connsiteY15" fmla="*/ 4723505 h 6857999"/>
                <a:gd name="connsiteX16" fmla="*/ 3668528 w 7047610"/>
                <a:gd name="connsiteY16" fmla="*/ 4723505 h 6857999"/>
                <a:gd name="connsiteX17" fmla="*/ 3668528 w 7047610"/>
                <a:gd name="connsiteY17" fmla="*/ 4928114 h 6857999"/>
                <a:gd name="connsiteX18" fmla="*/ 6122656 w 7047610"/>
                <a:gd name="connsiteY18" fmla="*/ 4928114 h 6857999"/>
                <a:gd name="connsiteX19" fmla="*/ 6122656 w 7047610"/>
                <a:gd name="connsiteY19" fmla="*/ 5279004 h 6857999"/>
                <a:gd name="connsiteX20" fmla="*/ 6122656 w 7047610"/>
                <a:gd name="connsiteY20" fmla="*/ 5647437 h 6857999"/>
                <a:gd name="connsiteX21" fmla="*/ 6570038 w 7047610"/>
                <a:gd name="connsiteY21" fmla="*/ 6239559 h 6857999"/>
                <a:gd name="connsiteX22" fmla="*/ 5955982 w 7047610"/>
                <a:gd name="connsiteY22" fmla="*/ 6853616 h 6857999"/>
                <a:gd name="connsiteX23" fmla="*/ 5341930 w 7047610"/>
                <a:gd name="connsiteY23" fmla="*/ 6239559 h 6857999"/>
                <a:gd name="connsiteX24" fmla="*/ 5776153 w 7047610"/>
                <a:gd name="connsiteY24" fmla="*/ 5651821 h 6857999"/>
                <a:gd name="connsiteX25" fmla="*/ 5776153 w 7047610"/>
                <a:gd name="connsiteY25" fmla="*/ 5283390 h 6857999"/>
                <a:gd name="connsiteX26" fmla="*/ 3670825 w 7047610"/>
                <a:gd name="connsiteY26" fmla="*/ 5283390 h 6857999"/>
                <a:gd name="connsiteX27" fmla="*/ 3670825 w 7047610"/>
                <a:gd name="connsiteY27" fmla="*/ 5651821 h 6857999"/>
                <a:gd name="connsiteX28" fmla="*/ 4113822 w 7047610"/>
                <a:gd name="connsiteY28" fmla="*/ 6239559 h 6857999"/>
                <a:gd name="connsiteX29" fmla="*/ 3499766 w 7047610"/>
                <a:gd name="connsiteY29" fmla="*/ 6853616 h 6857999"/>
                <a:gd name="connsiteX30" fmla="*/ 2885713 w 7047610"/>
                <a:gd name="connsiteY30" fmla="*/ 6239559 h 6857999"/>
                <a:gd name="connsiteX31" fmla="*/ 3324322 w 7047610"/>
                <a:gd name="connsiteY31" fmla="*/ 5651821 h 6857999"/>
                <a:gd name="connsiteX32" fmla="*/ 3324322 w 7047610"/>
                <a:gd name="connsiteY32" fmla="*/ 5613886 h 6857999"/>
                <a:gd name="connsiteX33" fmla="*/ 3317638 w 7047610"/>
                <a:gd name="connsiteY33" fmla="*/ 5613886 h 6857999"/>
                <a:gd name="connsiteX34" fmla="*/ 3317638 w 7047610"/>
                <a:gd name="connsiteY34" fmla="*/ 5283390 h 6857999"/>
                <a:gd name="connsiteX35" fmla="*/ 1218992 w 7047610"/>
                <a:gd name="connsiteY35" fmla="*/ 5283390 h 6857999"/>
                <a:gd name="connsiteX36" fmla="*/ 1218992 w 7047610"/>
                <a:gd name="connsiteY36" fmla="*/ 5651821 h 6857999"/>
                <a:gd name="connsiteX37" fmla="*/ 1666374 w 7047610"/>
                <a:gd name="connsiteY37" fmla="*/ 6243946 h 6857999"/>
                <a:gd name="connsiteX38" fmla="*/ 1052322 w 7047610"/>
                <a:gd name="connsiteY38" fmla="*/ 6857999 h 6857999"/>
                <a:gd name="connsiteX39" fmla="*/ 438266 w 7047610"/>
                <a:gd name="connsiteY39" fmla="*/ 6243946 h 6857999"/>
                <a:gd name="connsiteX40" fmla="*/ 872489 w 7047610"/>
                <a:gd name="connsiteY40" fmla="*/ 5656208 h 6857999"/>
                <a:gd name="connsiteX41" fmla="*/ 872489 w 7047610"/>
                <a:gd name="connsiteY41" fmla="*/ 5287777 h 6857999"/>
                <a:gd name="connsiteX42" fmla="*/ 872489 w 7047610"/>
                <a:gd name="connsiteY42" fmla="*/ 4958818 h 6857999"/>
                <a:gd name="connsiteX43" fmla="*/ 872489 w 7047610"/>
                <a:gd name="connsiteY43" fmla="*/ 4936888 h 6857999"/>
                <a:gd name="connsiteX44" fmla="*/ 3315548 w 7047610"/>
                <a:gd name="connsiteY44" fmla="*/ 4936888 h 6857999"/>
                <a:gd name="connsiteX45" fmla="*/ 3315548 w 7047610"/>
                <a:gd name="connsiteY45" fmla="*/ 4814076 h 6857999"/>
                <a:gd name="connsiteX46" fmla="*/ 3317638 w 7047610"/>
                <a:gd name="connsiteY46" fmla="*/ 4814076 h 6857999"/>
                <a:gd name="connsiteX47" fmla="*/ 1740936 w 7047610"/>
                <a:gd name="connsiteY47" fmla="*/ 1489415 h 6857999"/>
                <a:gd name="connsiteX48" fmla="*/ 1758480 w 7047610"/>
                <a:gd name="connsiteY48" fmla="*/ 1489415 h 6857999"/>
                <a:gd name="connsiteX49" fmla="*/ 1758480 w 7047610"/>
                <a:gd name="connsiteY49" fmla="*/ 1752582 h 6857999"/>
                <a:gd name="connsiteX50" fmla="*/ 1740936 w 7047610"/>
                <a:gd name="connsiteY50" fmla="*/ 1752582 h 6857999"/>
                <a:gd name="connsiteX51" fmla="*/ 819858 w 7047610"/>
                <a:gd name="connsiteY51" fmla="*/ 2656120 h 6857999"/>
                <a:gd name="connsiteX52" fmla="*/ 556692 w 7047610"/>
                <a:gd name="connsiteY52" fmla="*/ 2656120 h 6857999"/>
                <a:gd name="connsiteX53" fmla="*/ 1740936 w 7047610"/>
                <a:gd name="connsiteY53" fmla="*/ 1489415 h 6857999"/>
                <a:gd name="connsiteX54" fmla="*/ 3738741 w 7047610"/>
                <a:gd name="connsiteY54" fmla="*/ 607 h 6857999"/>
                <a:gd name="connsiteX55" fmla="*/ 4381373 w 7047610"/>
                <a:gd name="connsiteY55" fmla="*/ 99019 h 6857999"/>
                <a:gd name="connsiteX56" fmla="*/ 5407721 w 7047610"/>
                <a:gd name="connsiteY56" fmla="*/ 1077121 h 6857999"/>
                <a:gd name="connsiteX57" fmla="*/ 5521762 w 7047610"/>
                <a:gd name="connsiteY57" fmla="*/ 1524504 h 6857999"/>
                <a:gd name="connsiteX58" fmla="*/ 5534919 w 7047610"/>
                <a:gd name="connsiteY58" fmla="*/ 1730648 h 6857999"/>
                <a:gd name="connsiteX59" fmla="*/ 5534919 w 7047610"/>
                <a:gd name="connsiteY59" fmla="*/ 1796441 h 6857999"/>
                <a:gd name="connsiteX60" fmla="*/ 5534919 w 7047610"/>
                <a:gd name="connsiteY60" fmla="*/ 1919252 h 6857999"/>
                <a:gd name="connsiteX61" fmla="*/ 5727906 w 7047610"/>
                <a:gd name="connsiteY61" fmla="*/ 1919252 h 6857999"/>
                <a:gd name="connsiteX62" fmla="*/ 6311258 w 7047610"/>
                <a:gd name="connsiteY62" fmla="*/ 2020132 h 6857999"/>
                <a:gd name="connsiteX63" fmla="*/ 6947244 w 7047610"/>
                <a:gd name="connsiteY63" fmla="*/ 2664888 h 6857999"/>
                <a:gd name="connsiteX64" fmla="*/ 6837590 w 7047610"/>
                <a:gd name="connsiteY64" fmla="*/ 3866679 h 6857999"/>
                <a:gd name="connsiteX65" fmla="*/ 5802472 w 7047610"/>
                <a:gd name="connsiteY65" fmla="*/ 4414942 h 6857999"/>
                <a:gd name="connsiteX66" fmla="*/ 5727906 w 7047610"/>
                <a:gd name="connsiteY66" fmla="*/ 4410555 h 6857999"/>
                <a:gd name="connsiteX67" fmla="*/ 5377270 w 7047610"/>
                <a:gd name="connsiteY67" fmla="*/ 4410555 h 6857999"/>
                <a:gd name="connsiteX68" fmla="*/ 5377270 w 7047610"/>
                <a:gd name="connsiteY68" fmla="*/ 4410559 h 6857999"/>
                <a:gd name="connsiteX69" fmla="*/ 4057051 w 7047610"/>
                <a:gd name="connsiteY69" fmla="*/ 4410559 h 6857999"/>
                <a:gd name="connsiteX70" fmla="*/ 4057051 w 7047610"/>
                <a:gd name="connsiteY70" fmla="*/ 4059670 h 6857999"/>
                <a:gd name="connsiteX71" fmla="*/ 4534889 w 7047610"/>
                <a:gd name="connsiteY71" fmla="*/ 4059670 h 6857999"/>
                <a:gd name="connsiteX72" fmla="*/ 4534889 w 7047610"/>
                <a:gd name="connsiteY72" fmla="*/ 4059669 h 6857999"/>
                <a:gd name="connsiteX73" fmla="*/ 5741067 w 7047610"/>
                <a:gd name="connsiteY73" fmla="*/ 4059669 h 6857999"/>
                <a:gd name="connsiteX74" fmla="*/ 5798085 w 7047610"/>
                <a:gd name="connsiteY74" fmla="*/ 4059669 h 6857999"/>
                <a:gd name="connsiteX75" fmla="*/ 6539336 w 7047610"/>
                <a:gd name="connsiteY75" fmla="*/ 3664918 h 6857999"/>
                <a:gd name="connsiteX76" fmla="*/ 6618286 w 7047610"/>
                <a:gd name="connsiteY76" fmla="*/ 2792087 h 6857999"/>
                <a:gd name="connsiteX77" fmla="*/ 6175289 w 7047610"/>
                <a:gd name="connsiteY77" fmla="*/ 2344704 h 6857999"/>
                <a:gd name="connsiteX78" fmla="*/ 5741067 w 7047610"/>
                <a:gd name="connsiteY78" fmla="*/ 2270141 h 6857999"/>
                <a:gd name="connsiteX79" fmla="*/ 5732293 w 7047610"/>
                <a:gd name="connsiteY79" fmla="*/ 2270141 h 6857999"/>
                <a:gd name="connsiteX80" fmla="*/ 5403338 w 7047610"/>
                <a:gd name="connsiteY80" fmla="*/ 2270141 h 6857999"/>
                <a:gd name="connsiteX81" fmla="*/ 5184029 w 7047610"/>
                <a:gd name="connsiteY81" fmla="*/ 2050833 h 6857999"/>
                <a:gd name="connsiteX82" fmla="*/ 5184029 w 7047610"/>
                <a:gd name="connsiteY82" fmla="*/ 1792054 h 6857999"/>
                <a:gd name="connsiteX83" fmla="*/ 5184029 w 7047610"/>
                <a:gd name="connsiteY83" fmla="*/ 1735035 h 6857999"/>
                <a:gd name="connsiteX84" fmla="*/ 5184029 w 7047610"/>
                <a:gd name="connsiteY84" fmla="*/ 1708717 h 6857999"/>
                <a:gd name="connsiteX85" fmla="*/ 5078766 w 7047610"/>
                <a:gd name="connsiteY85" fmla="*/ 1208703 h 6857999"/>
                <a:gd name="connsiteX86" fmla="*/ 4267335 w 7047610"/>
                <a:gd name="connsiteY86" fmla="*/ 436751 h 6857999"/>
                <a:gd name="connsiteX87" fmla="*/ 2482189 w 7047610"/>
                <a:gd name="connsiteY87" fmla="*/ 1195546 h 6857999"/>
                <a:gd name="connsiteX88" fmla="*/ 2210252 w 7047610"/>
                <a:gd name="connsiteY88" fmla="*/ 1313970 h 6857999"/>
                <a:gd name="connsiteX89" fmla="*/ 1227766 w 7047610"/>
                <a:gd name="connsiteY89" fmla="*/ 1335901 h 6857999"/>
                <a:gd name="connsiteX90" fmla="*/ 451424 w 7047610"/>
                <a:gd name="connsiteY90" fmla="*/ 2107855 h 6857999"/>
                <a:gd name="connsiteX91" fmla="*/ 604940 w 7047610"/>
                <a:gd name="connsiteY91" fmla="*/ 3454387 h 6857999"/>
                <a:gd name="connsiteX92" fmla="*/ 1762869 w 7047610"/>
                <a:gd name="connsiteY92" fmla="*/ 4059669 h 6857999"/>
                <a:gd name="connsiteX93" fmla="*/ 1841819 w 7047610"/>
                <a:gd name="connsiteY93" fmla="*/ 4055282 h 6857999"/>
                <a:gd name="connsiteX94" fmla="*/ 1846206 w 7047610"/>
                <a:gd name="connsiteY94" fmla="*/ 4055282 h 6857999"/>
                <a:gd name="connsiteX95" fmla="*/ 1994584 w 7047610"/>
                <a:gd name="connsiteY95" fmla="*/ 4055282 h 6857999"/>
                <a:gd name="connsiteX96" fmla="*/ 1994584 w 7047610"/>
                <a:gd name="connsiteY96" fmla="*/ 4054136 h 6857999"/>
                <a:gd name="connsiteX97" fmla="*/ 2963916 w 7047610"/>
                <a:gd name="connsiteY97" fmla="*/ 4054136 h 6857999"/>
                <a:gd name="connsiteX98" fmla="*/ 2963916 w 7047610"/>
                <a:gd name="connsiteY98" fmla="*/ 4405025 h 6857999"/>
                <a:gd name="connsiteX99" fmla="*/ 2477806 w 7047610"/>
                <a:gd name="connsiteY99" fmla="*/ 4405025 h 6857999"/>
                <a:gd name="connsiteX100" fmla="*/ 2477806 w 7047610"/>
                <a:gd name="connsiteY100" fmla="*/ 4406172 h 6857999"/>
                <a:gd name="connsiteX101" fmla="*/ 1854979 w 7047610"/>
                <a:gd name="connsiteY101" fmla="*/ 4406172 h 6857999"/>
                <a:gd name="connsiteX102" fmla="*/ 1762869 w 7047610"/>
                <a:gd name="connsiteY102" fmla="*/ 4410555 h 6857999"/>
                <a:gd name="connsiteX103" fmla="*/ 315456 w 7047610"/>
                <a:gd name="connsiteY103" fmla="*/ 3656148 h 6857999"/>
                <a:gd name="connsiteX104" fmla="*/ 122469 w 7047610"/>
                <a:gd name="connsiteY104" fmla="*/ 1989431 h 6857999"/>
                <a:gd name="connsiteX105" fmla="*/ 1109342 w 7047610"/>
                <a:gd name="connsiteY105" fmla="*/ 1006942 h 6857999"/>
                <a:gd name="connsiteX106" fmla="*/ 2214639 w 7047610"/>
                <a:gd name="connsiteY106" fmla="*/ 945536 h 6857999"/>
                <a:gd name="connsiteX107" fmla="*/ 3738741 w 7047610"/>
                <a:gd name="connsiteY107" fmla="*/ 60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7047610" h="6857999">
                  <a:moveTo>
                    <a:pt x="5969140" y="5985167"/>
                  </a:moveTo>
                  <a:cubicBezTo>
                    <a:pt x="5824401" y="5985167"/>
                    <a:pt x="5705977" y="6103591"/>
                    <a:pt x="5705977" y="6248333"/>
                  </a:cubicBezTo>
                  <a:cubicBezTo>
                    <a:pt x="5705977" y="6393075"/>
                    <a:pt x="5824401" y="6511500"/>
                    <a:pt x="5969140" y="6511500"/>
                  </a:cubicBezTo>
                  <a:cubicBezTo>
                    <a:pt x="6113882" y="6511500"/>
                    <a:pt x="6232306" y="6393075"/>
                    <a:pt x="6232306" y="6248333"/>
                  </a:cubicBezTo>
                  <a:cubicBezTo>
                    <a:pt x="6232306" y="6099204"/>
                    <a:pt x="6113882" y="5985167"/>
                    <a:pt x="5969140" y="5985167"/>
                  </a:cubicBezTo>
                  <a:close/>
                  <a:moveTo>
                    <a:pt x="3508539" y="5985167"/>
                  </a:moveTo>
                  <a:cubicBezTo>
                    <a:pt x="3363797" y="5985167"/>
                    <a:pt x="3245373" y="6103591"/>
                    <a:pt x="3245373" y="6248333"/>
                  </a:cubicBezTo>
                  <a:cubicBezTo>
                    <a:pt x="3245373" y="6393075"/>
                    <a:pt x="3363797" y="6511500"/>
                    <a:pt x="3508539" y="6511500"/>
                  </a:cubicBezTo>
                  <a:cubicBezTo>
                    <a:pt x="3653278" y="6511500"/>
                    <a:pt x="3771706" y="6393075"/>
                    <a:pt x="3771706" y="6248333"/>
                  </a:cubicBezTo>
                  <a:cubicBezTo>
                    <a:pt x="3771706" y="6099204"/>
                    <a:pt x="3653278" y="5980780"/>
                    <a:pt x="3508539" y="5985167"/>
                  </a:cubicBezTo>
                  <a:close/>
                  <a:moveTo>
                    <a:pt x="1056706" y="5985167"/>
                  </a:moveTo>
                  <a:cubicBezTo>
                    <a:pt x="911967" y="5985167"/>
                    <a:pt x="793539" y="6103591"/>
                    <a:pt x="793539" y="6248333"/>
                  </a:cubicBezTo>
                  <a:cubicBezTo>
                    <a:pt x="793539" y="6393075"/>
                    <a:pt x="911967" y="6511500"/>
                    <a:pt x="1056706" y="6511500"/>
                  </a:cubicBezTo>
                  <a:cubicBezTo>
                    <a:pt x="1201447" y="6511500"/>
                    <a:pt x="1319872" y="6393075"/>
                    <a:pt x="1319872" y="6248333"/>
                  </a:cubicBezTo>
                  <a:cubicBezTo>
                    <a:pt x="1319872" y="6099204"/>
                    <a:pt x="1201447" y="5985167"/>
                    <a:pt x="1056706" y="5985167"/>
                  </a:cubicBezTo>
                  <a:close/>
                  <a:moveTo>
                    <a:pt x="3317638" y="4723505"/>
                  </a:moveTo>
                  <a:lnTo>
                    <a:pt x="3668528" y="4723505"/>
                  </a:lnTo>
                  <a:lnTo>
                    <a:pt x="3668528" y="4928114"/>
                  </a:lnTo>
                  <a:lnTo>
                    <a:pt x="6122656" y="4928114"/>
                  </a:lnTo>
                  <a:lnTo>
                    <a:pt x="6122656" y="5279004"/>
                  </a:lnTo>
                  <a:lnTo>
                    <a:pt x="6122656" y="5647437"/>
                  </a:lnTo>
                  <a:cubicBezTo>
                    <a:pt x="6381435" y="5722000"/>
                    <a:pt x="6570038" y="5958849"/>
                    <a:pt x="6570038" y="6239559"/>
                  </a:cubicBezTo>
                  <a:cubicBezTo>
                    <a:pt x="6570038" y="6577289"/>
                    <a:pt x="6293712" y="6853616"/>
                    <a:pt x="5955982" y="6853616"/>
                  </a:cubicBezTo>
                  <a:cubicBezTo>
                    <a:pt x="5618254" y="6853616"/>
                    <a:pt x="5341930" y="6577289"/>
                    <a:pt x="5341930" y="6239559"/>
                  </a:cubicBezTo>
                  <a:cubicBezTo>
                    <a:pt x="5341930" y="5963236"/>
                    <a:pt x="5526147" y="5730770"/>
                    <a:pt x="5776153" y="5651821"/>
                  </a:cubicBezTo>
                  <a:lnTo>
                    <a:pt x="5776153" y="5283390"/>
                  </a:lnTo>
                  <a:lnTo>
                    <a:pt x="3670825" y="5283390"/>
                  </a:lnTo>
                  <a:lnTo>
                    <a:pt x="3670825" y="5651821"/>
                  </a:lnTo>
                  <a:cubicBezTo>
                    <a:pt x="3925218" y="5726387"/>
                    <a:pt x="4113822" y="5958849"/>
                    <a:pt x="4113822" y="6239559"/>
                  </a:cubicBezTo>
                  <a:cubicBezTo>
                    <a:pt x="4113822" y="6577289"/>
                    <a:pt x="3837495" y="6853616"/>
                    <a:pt x="3499766" y="6853616"/>
                  </a:cubicBezTo>
                  <a:cubicBezTo>
                    <a:pt x="3162036" y="6853616"/>
                    <a:pt x="2885713" y="6577289"/>
                    <a:pt x="2885713" y="6239559"/>
                  </a:cubicBezTo>
                  <a:cubicBezTo>
                    <a:pt x="2885713" y="5963236"/>
                    <a:pt x="3069926" y="5726387"/>
                    <a:pt x="3324322" y="5651821"/>
                  </a:cubicBezTo>
                  <a:lnTo>
                    <a:pt x="3324322" y="5613886"/>
                  </a:lnTo>
                  <a:lnTo>
                    <a:pt x="3317638" y="5613886"/>
                  </a:lnTo>
                  <a:lnTo>
                    <a:pt x="3317638" y="5283390"/>
                  </a:lnTo>
                  <a:lnTo>
                    <a:pt x="1218992" y="5283390"/>
                  </a:lnTo>
                  <a:lnTo>
                    <a:pt x="1218992" y="5651821"/>
                  </a:lnTo>
                  <a:cubicBezTo>
                    <a:pt x="1477771" y="5726387"/>
                    <a:pt x="1666374" y="5963236"/>
                    <a:pt x="1666374" y="6243946"/>
                  </a:cubicBezTo>
                  <a:cubicBezTo>
                    <a:pt x="1666374" y="6581676"/>
                    <a:pt x="1390051" y="6857999"/>
                    <a:pt x="1052322" y="6857999"/>
                  </a:cubicBezTo>
                  <a:cubicBezTo>
                    <a:pt x="714590" y="6857999"/>
                    <a:pt x="438266" y="6581676"/>
                    <a:pt x="438266" y="6243946"/>
                  </a:cubicBezTo>
                  <a:cubicBezTo>
                    <a:pt x="438266" y="5967623"/>
                    <a:pt x="622483" y="5735157"/>
                    <a:pt x="872489" y="5656208"/>
                  </a:cubicBezTo>
                  <a:lnTo>
                    <a:pt x="872489" y="5287777"/>
                  </a:lnTo>
                  <a:lnTo>
                    <a:pt x="872489" y="4958818"/>
                  </a:lnTo>
                  <a:lnTo>
                    <a:pt x="872489" y="4936888"/>
                  </a:lnTo>
                  <a:lnTo>
                    <a:pt x="3315548" y="4936888"/>
                  </a:lnTo>
                  <a:lnTo>
                    <a:pt x="3315548" y="4814076"/>
                  </a:lnTo>
                  <a:lnTo>
                    <a:pt x="3317638" y="4814076"/>
                  </a:lnTo>
                  <a:close/>
                  <a:moveTo>
                    <a:pt x="1740936" y="1489415"/>
                  </a:moveTo>
                  <a:cubicBezTo>
                    <a:pt x="1745323" y="1489415"/>
                    <a:pt x="1749710" y="1489415"/>
                    <a:pt x="1758480" y="1489415"/>
                  </a:cubicBezTo>
                  <a:lnTo>
                    <a:pt x="1758480" y="1752582"/>
                  </a:lnTo>
                  <a:cubicBezTo>
                    <a:pt x="1749710" y="1752582"/>
                    <a:pt x="1745323" y="1752582"/>
                    <a:pt x="1740936" y="1752582"/>
                  </a:cubicBezTo>
                  <a:cubicBezTo>
                    <a:pt x="1236536" y="1752582"/>
                    <a:pt x="828631" y="2156104"/>
                    <a:pt x="819858" y="2656120"/>
                  </a:cubicBezTo>
                  <a:lnTo>
                    <a:pt x="556692" y="2656120"/>
                  </a:lnTo>
                  <a:cubicBezTo>
                    <a:pt x="565466" y="2011362"/>
                    <a:pt x="1096180" y="1489415"/>
                    <a:pt x="1740936" y="1489415"/>
                  </a:cubicBezTo>
                  <a:close/>
                  <a:moveTo>
                    <a:pt x="3738741" y="607"/>
                  </a:moveTo>
                  <a:cubicBezTo>
                    <a:pt x="3950439" y="-4876"/>
                    <a:pt x="4167551" y="26649"/>
                    <a:pt x="4381373" y="99019"/>
                  </a:cubicBezTo>
                  <a:cubicBezTo>
                    <a:pt x="4855074" y="256918"/>
                    <a:pt x="5227891" y="616581"/>
                    <a:pt x="5407721" y="1077121"/>
                  </a:cubicBezTo>
                  <a:cubicBezTo>
                    <a:pt x="5464740" y="1226246"/>
                    <a:pt x="5499831" y="1375375"/>
                    <a:pt x="5521762" y="1524504"/>
                  </a:cubicBezTo>
                  <a:lnTo>
                    <a:pt x="5534919" y="1730648"/>
                  </a:lnTo>
                  <a:cubicBezTo>
                    <a:pt x="5534919" y="1752579"/>
                    <a:pt x="5534919" y="1774510"/>
                    <a:pt x="5534919" y="1796441"/>
                  </a:cubicBezTo>
                  <a:lnTo>
                    <a:pt x="5534919" y="1919252"/>
                  </a:lnTo>
                  <a:lnTo>
                    <a:pt x="5727906" y="1919252"/>
                  </a:lnTo>
                  <a:cubicBezTo>
                    <a:pt x="5920896" y="1910478"/>
                    <a:pt x="6118270" y="1941183"/>
                    <a:pt x="6311258" y="2020132"/>
                  </a:cubicBezTo>
                  <a:cubicBezTo>
                    <a:pt x="6565654" y="2125399"/>
                    <a:pt x="6846364" y="2406109"/>
                    <a:pt x="6947244" y="2664888"/>
                  </a:cubicBezTo>
                  <a:cubicBezTo>
                    <a:pt x="7113917" y="3077180"/>
                    <a:pt x="7070056" y="3511406"/>
                    <a:pt x="6837590" y="3866679"/>
                  </a:cubicBezTo>
                  <a:cubicBezTo>
                    <a:pt x="6605128" y="4208794"/>
                    <a:pt x="6214764" y="4414942"/>
                    <a:pt x="5802472" y="4414942"/>
                  </a:cubicBezTo>
                  <a:cubicBezTo>
                    <a:pt x="5776155" y="4414942"/>
                    <a:pt x="5754224" y="4410555"/>
                    <a:pt x="5727906" y="4410555"/>
                  </a:cubicBezTo>
                  <a:lnTo>
                    <a:pt x="5377270" y="4410555"/>
                  </a:lnTo>
                  <a:lnTo>
                    <a:pt x="5377270" y="4410559"/>
                  </a:lnTo>
                  <a:lnTo>
                    <a:pt x="4057051" y="4410559"/>
                  </a:lnTo>
                  <a:lnTo>
                    <a:pt x="4057051" y="4059670"/>
                  </a:lnTo>
                  <a:lnTo>
                    <a:pt x="4534889" y="4059670"/>
                  </a:lnTo>
                  <a:lnTo>
                    <a:pt x="4534889" y="4059669"/>
                  </a:lnTo>
                  <a:lnTo>
                    <a:pt x="5741067" y="4059669"/>
                  </a:lnTo>
                  <a:cubicBezTo>
                    <a:pt x="5758611" y="4059669"/>
                    <a:pt x="5780541" y="4059669"/>
                    <a:pt x="5798085" y="4059669"/>
                  </a:cubicBezTo>
                  <a:cubicBezTo>
                    <a:pt x="6096340" y="4059669"/>
                    <a:pt x="6372663" y="3910540"/>
                    <a:pt x="6539336" y="3664918"/>
                  </a:cubicBezTo>
                  <a:cubicBezTo>
                    <a:pt x="6710396" y="3414913"/>
                    <a:pt x="6736710" y="3094728"/>
                    <a:pt x="6618286" y="2792087"/>
                  </a:cubicBezTo>
                  <a:cubicBezTo>
                    <a:pt x="6552493" y="2621028"/>
                    <a:pt x="6341962" y="2414880"/>
                    <a:pt x="6175289" y="2344704"/>
                  </a:cubicBezTo>
                  <a:cubicBezTo>
                    <a:pt x="6030547" y="2287685"/>
                    <a:pt x="5885808" y="2261367"/>
                    <a:pt x="5741067" y="2270141"/>
                  </a:cubicBezTo>
                  <a:lnTo>
                    <a:pt x="5732293" y="2270141"/>
                  </a:lnTo>
                  <a:lnTo>
                    <a:pt x="5403338" y="2270141"/>
                  </a:lnTo>
                  <a:cubicBezTo>
                    <a:pt x="5280526" y="2270141"/>
                    <a:pt x="5184029" y="2173644"/>
                    <a:pt x="5184029" y="2050833"/>
                  </a:cubicBezTo>
                  <a:lnTo>
                    <a:pt x="5184029" y="1792054"/>
                  </a:lnTo>
                  <a:cubicBezTo>
                    <a:pt x="5184029" y="1770123"/>
                    <a:pt x="5184029" y="1752579"/>
                    <a:pt x="5184029" y="1735035"/>
                  </a:cubicBezTo>
                  <a:lnTo>
                    <a:pt x="5184029" y="1708717"/>
                  </a:lnTo>
                  <a:cubicBezTo>
                    <a:pt x="5179646" y="1542048"/>
                    <a:pt x="5144555" y="1375375"/>
                    <a:pt x="5078766" y="1208703"/>
                  </a:cubicBezTo>
                  <a:cubicBezTo>
                    <a:pt x="4938410" y="844656"/>
                    <a:pt x="4640153" y="563946"/>
                    <a:pt x="4267335" y="436751"/>
                  </a:cubicBezTo>
                  <a:cubicBezTo>
                    <a:pt x="3438361" y="156038"/>
                    <a:pt x="2740972" y="607807"/>
                    <a:pt x="2482189" y="1195546"/>
                  </a:cubicBezTo>
                  <a:cubicBezTo>
                    <a:pt x="2433944" y="1300813"/>
                    <a:pt x="2319907" y="1349058"/>
                    <a:pt x="2210252" y="1313970"/>
                  </a:cubicBezTo>
                  <a:cubicBezTo>
                    <a:pt x="1898837" y="1208703"/>
                    <a:pt x="1556722" y="1213089"/>
                    <a:pt x="1227766" y="1335901"/>
                  </a:cubicBezTo>
                  <a:cubicBezTo>
                    <a:pt x="868106" y="1467482"/>
                    <a:pt x="583009" y="1748192"/>
                    <a:pt x="451424" y="2107855"/>
                  </a:cubicBezTo>
                  <a:cubicBezTo>
                    <a:pt x="280368" y="2577166"/>
                    <a:pt x="337387" y="3068410"/>
                    <a:pt x="604940" y="3454387"/>
                  </a:cubicBezTo>
                  <a:cubicBezTo>
                    <a:pt x="868106" y="3831591"/>
                    <a:pt x="1302329" y="4059669"/>
                    <a:pt x="1762869" y="4059669"/>
                  </a:cubicBezTo>
                  <a:cubicBezTo>
                    <a:pt x="1789187" y="4059669"/>
                    <a:pt x="1815504" y="4055282"/>
                    <a:pt x="1841819" y="4055282"/>
                  </a:cubicBezTo>
                  <a:lnTo>
                    <a:pt x="1846206" y="4055282"/>
                  </a:lnTo>
                  <a:lnTo>
                    <a:pt x="1994584" y="4055282"/>
                  </a:lnTo>
                  <a:lnTo>
                    <a:pt x="1994584" y="4054136"/>
                  </a:lnTo>
                  <a:lnTo>
                    <a:pt x="2963916" y="4054136"/>
                  </a:lnTo>
                  <a:lnTo>
                    <a:pt x="2963916" y="4405025"/>
                  </a:lnTo>
                  <a:lnTo>
                    <a:pt x="2477806" y="4405025"/>
                  </a:lnTo>
                  <a:lnTo>
                    <a:pt x="2477806" y="4406172"/>
                  </a:lnTo>
                  <a:lnTo>
                    <a:pt x="1854979" y="4406172"/>
                  </a:lnTo>
                  <a:cubicBezTo>
                    <a:pt x="1824275" y="4410555"/>
                    <a:pt x="1793574" y="4410555"/>
                    <a:pt x="1762869" y="4410555"/>
                  </a:cubicBezTo>
                  <a:cubicBezTo>
                    <a:pt x="1183905" y="4410555"/>
                    <a:pt x="644415" y="4129845"/>
                    <a:pt x="315456" y="3656148"/>
                  </a:cubicBezTo>
                  <a:cubicBezTo>
                    <a:pt x="-22273" y="3173677"/>
                    <a:pt x="-92452" y="2564009"/>
                    <a:pt x="122469" y="1989431"/>
                  </a:cubicBezTo>
                  <a:cubicBezTo>
                    <a:pt x="293525" y="1533274"/>
                    <a:pt x="653185" y="1173615"/>
                    <a:pt x="1109342" y="1006942"/>
                  </a:cubicBezTo>
                  <a:cubicBezTo>
                    <a:pt x="1477772" y="870974"/>
                    <a:pt x="1859363" y="849043"/>
                    <a:pt x="2214639" y="945536"/>
                  </a:cubicBezTo>
                  <a:cubicBezTo>
                    <a:pt x="2517280" y="366573"/>
                    <a:pt x="3103648" y="17056"/>
                    <a:pt x="3738741" y="607"/>
                  </a:cubicBezTo>
                  <a:close/>
                </a:path>
              </a:pathLst>
            </a:custGeom>
            <a:solidFill>
              <a:schemeClr val="accent2"/>
            </a:solidFill>
            <a:ln w="12551" cap="flat">
              <a:noFill/>
              <a:prstDash val="solid"/>
              <a:miter/>
            </a:ln>
          </p:spPr>
          <p:txBody>
            <a:bodyPr wrap="square" rtlCol="0" anchor="ctr">
              <a:noAutofit/>
            </a:bodyPr>
            <a:lstStyle/>
            <a:p>
              <a:endParaRPr lang="en-US" dirty="0"/>
            </a:p>
          </p:txBody>
        </p:sp>
        <p:sp>
          <p:nvSpPr>
            <p:cNvPr id="2988" name="Freeform: Shape 2987">
              <a:extLst>
                <a:ext uri="{FF2B5EF4-FFF2-40B4-BE49-F238E27FC236}">
                  <a16:creationId xmlns:a16="http://schemas.microsoft.com/office/drawing/2014/main" id="{337BD3B9-45EE-BCCF-7B4C-749C4F142B0D}"/>
                </a:ext>
                <a:ext uri="{C183D7F6-B498-43B3-948B-1728B52AA6E4}">
                  <adec:decorative xmlns:adec="http://schemas.microsoft.com/office/drawing/2017/decorative" val="1"/>
                </a:ext>
              </a:extLst>
            </p:cNvPr>
            <p:cNvSpPr/>
            <p:nvPr/>
          </p:nvSpPr>
          <p:spPr>
            <a:xfrm>
              <a:off x="4514483" y="910085"/>
              <a:ext cx="214042" cy="200299"/>
            </a:xfrm>
            <a:custGeom>
              <a:avLst/>
              <a:gdLst>
                <a:gd name="connsiteX0" fmla="*/ 2684291 w 3210628"/>
                <a:gd name="connsiteY0" fmla="*/ 2478147 h 3004483"/>
                <a:gd name="connsiteX1" fmla="*/ 3210628 w 3210628"/>
                <a:gd name="connsiteY1" fmla="*/ 2478147 h 3004483"/>
                <a:gd name="connsiteX2" fmla="*/ 3210628 w 3210628"/>
                <a:gd name="connsiteY2" fmla="*/ 3004483 h 3004483"/>
                <a:gd name="connsiteX3" fmla="*/ 2684291 w 3210628"/>
                <a:gd name="connsiteY3" fmla="*/ 3004483 h 3004483"/>
                <a:gd name="connsiteX4" fmla="*/ 1184244 w 3210628"/>
                <a:gd name="connsiteY4" fmla="*/ 0 h 3004483"/>
                <a:gd name="connsiteX5" fmla="*/ 1201788 w 3210628"/>
                <a:gd name="connsiteY5" fmla="*/ 0 h 3004483"/>
                <a:gd name="connsiteX6" fmla="*/ 1201788 w 3210628"/>
                <a:gd name="connsiteY6" fmla="*/ 263167 h 3004483"/>
                <a:gd name="connsiteX7" fmla="*/ 1184244 w 3210628"/>
                <a:gd name="connsiteY7" fmla="*/ 263167 h 3004483"/>
                <a:gd name="connsiteX8" fmla="*/ 263166 w 3210628"/>
                <a:gd name="connsiteY8" fmla="*/ 1166705 h 3004483"/>
                <a:gd name="connsiteX9" fmla="*/ 0 w 3210628"/>
                <a:gd name="connsiteY9" fmla="*/ 1166705 h 3004483"/>
                <a:gd name="connsiteX10" fmla="*/ 1184244 w 3210628"/>
                <a:gd name="connsiteY10" fmla="*/ 0 h 300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10628" h="3004483">
                  <a:moveTo>
                    <a:pt x="2684291" y="2478147"/>
                  </a:moveTo>
                  <a:lnTo>
                    <a:pt x="3210628" y="2478147"/>
                  </a:lnTo>
                  <a:lnTo>
                    <a:pt x="3210628" y="3004483"/>
                  </a:lnTo>
                  <a:lnTo>
                    <a:pt x="2684291" y="3004483"/>
                  </a:lnTo>
                  <a:close/>
                  <a:moveTo>
                    <a:pt x="1184244" y="0"/>
                  </a:moveTo>
                  <a:cubicBezTo>
                    <a:pt x="1188631" y="0"/>
                    <a:pt x="1193018" y="0"/>
                    <a:pt x="1201788" y="0"/>
                  </a:cubicBezTo>
                  <a:lnTo>
                    <a:pt x="1201788" y="263167"/>
                  </a:lnTo>
                  <a:cubicBezTo>
                    <a:pt x="1193018" y="263167"/>
                    <a:pt x="1188631" y="263167"/>
                    <a:pt x="1184244" y="263167"/>
                  </a:cubicBezTo>
                  <a:cubicBezTo>
                    <a:pt x="679844" y="263167"/>
                    <a:pt x="271940" y="666689"/>
                    <a:pt x="263166" y="1166705"/>
                  </a:cubicBezTo>
                  <a:lnTo>
                    <a:pt x="0" y="1166705"/>
                  </a:lnTo>
                  <a:cubicBezTo>
                    <a:pt x="8774" y="521947"/>
                    <a:pt x="539489" y="0"/>
                    <a:pt x="1184244" y="0"/>
                  </a:cubicBezTo>
                  <a:close/>
                </a:path>
              </a:pathLst>
            </a:custGeom>
            <a:solidFill>
              <a:schemeClr val="accent1"/>
            </a:solidFill>
            <a:ln w="12551" cap="flat">
              <a:noFill/>
              <a:prstDash val="solid"/>
              <a:miter/>
            </a:ln>
          </p:spPr>
          <p:txBody>
            <a:bodyPr wrap="square" rtlCol="0" anchor="ctr">
              <a:noAutofit/>
            </a:bodyPr>
            <a:lstStyle/>
            <a:p>
              <a:endParaRPr lang="en-US"/>
            </a:p>
          </p:txBody>
        </p:sp>
      </p:grpSp>
      <p:grpSp>
        <p:nvGrpSpPr>
          <p:cNvPr id="72" name="Group 71">
            <a:extLst>
              <a:ext uri="{FF2B5EF4-FFF2-40B4-BE49-F238E27FC236}">
                <a16:creationId xmlns:a16="http://schemas.microsoft.com/office/drawing/2014/main" id="{55210B37-343B-BD1B-63CE-BDEB515281BC}"/>
              </a:ext>
              <a:ext uri="{C183D7F6-B498-43B3-948B-1728B52AA6E4}">
                <adec:decorative xmlns:adec="http://schemas.microsoft.com/office/drawing/2017/decorative" val="1"/>
              </a:ext>
            </a:extLst>
          </p:cNvPr>
          <p:cNvGrpSpPr>
            <a:grpSpLocks noChangeAspect="1"/>
          </p:cNvGrpSpPr>
          <p:nvPr/>
        </p:nvGrpSpPr>
        <p:grpSpPr>
          <a:xfrm>
            <a:off x="5090016" y="810791"/>
            <a:ext cx="436135" cy="457200"/>
            <a:chOff x="5090016" y="810791"/>
            <a:chExt cx="436135" cy="457200"/>
          </a:xfrm>
          <a:solidFill>
            <a:srgbClr val="FF0000"/>
          </a:solidFill>
        </p:grpSpPr>
        <p:sp>
          <p:nvSpPr>
            <p:cNvPr id="3003" name="Freeform: Shape 3002">
              <a:extLst>
                <a:ext uri="{FF2B5EF4-FFF2-40B4-BE49-F238E27FC236}">
                  <a16:creationId xmlns:a16="http://schemas.microsoft.com/office/drawing/2014/main" id="{B43746F2-7CBF-589D-3256-8C35F03F6EB5}"/>
                </a:ext>
                <a:ext uri="{C183D7F6-B498-43B3-948B-1728B52AA6E4}">
                  <adec:decorative xmlns:adec="http://schemas.microsoft.com/office/drawing/2017/decorative" val="1"/>
                </a:ext>
              </a:extLst>
            </p:cNvPr>
            <p:cNvSpPr/>
            <p:nvPr/>
          </p:nvSpPr>
          <p:spPr>
            <a:xfrm>
              <a:off x="5308758" y="920481"/>
              <a:ext cx="217393" cy="347510"/>
            </a:xfrm>
            <a:custGeom>
              <a:avLst/>
              <a:gdLst>
                <a:gd name="connsiteX0" fmla="*/ 394926 w 440594"/>
                <a:gd name="connsiteY0" fmla="*/ 1 h 704304"/>
                <a:gd name="connsiteX1" fmla="*/ 439112 w 440594"/>
                <a:gd name="connsiteY1" fmla="*/ 32878 h 704304"/>
                <a:gd name="connsiteX2" fmla="*/ 440318 w 440594"/>
                <a:gd name="connsiteY2" fmla="*/ 48680 h 704304"/>
                <a:gd name="connsiteX3" fmla="*/ 440376 w 440594"/>
                <a:gd name="connsiteY3" fmla="*/ 336111 h 704304"/>
                <a:gd name="connsiteX4" fmla="*/ 440594 w 440594"/>
                <a:gd name="connsiteY4" fmla="*/ 345488 h 704304"/>
                <a:gd name="connsiteX5" fmla="*/ 440361 w 440594"/>
                <a:gd name="connsiteY5" fmla="*/ 355558 h 704304"/>
                <a:gd name="connsiteX6" fmla="*/ 440361 w 440594"/>
                <a:gd name="connsiteY6" fmla="*/ 651025 h 704304"/>
                <a:gd name="connsiteX7" fmla="*/ 440361 w 440594"/>
                <a:gd name="connsiteY7" fmla="*/ 660416 h 704304"/>
                <a:gd name="connsiteX8" fmla="*/ 352787 w 440594"/>
                <a:gd name="connsiteY8" fmla="*/ 660416 h 704304"/>
                <a:gd name="connsiteX9" fmla="*/ 352787 w 440594"/>
                <a:gd name="connsiteY9" fmla="*/ 703953 h 704304"/>
                <a:gd name="connsiteX10" fmla="*/ 308368 w 440594"/>
                <a:gd name="connsiteY10" fmla="*/ 703953 h 704304"/>
                <a:gd name="connsiteX11" fmla="*/ 308368 w 440594"/>
                <a:gd name="connsiteY11" fmla="*/ 661017 h 704304"/>
                <a:gd name="connsiteX12" fmla="*/ 132275 w 440594"/>
                <a:gd name="connsiteY12" fmla="*/ 661017 h 704304"/>
                <a:gd name="connsiteX13" fmla="*/ 132275 w 440594"/>
                <a:gd name="connsiteY13" fmla="*/ 704286 h 704304"/>
                <a:gd name="connsiteX14" fmla="*/ 90586 w 440594"/>
                <a:gd name="connsiteY14" fmla="*/ 704043 h 704304"/>
                <a:gd name="connsiteX15" fmla="*/ 87784 w 440594"/>
                <a:gd name="connsiteY15" fmla="*/ 698673 h 704304"/>
                <a:gd name="connsiteX16" fmla="*/ 87653 w 440594"/>
                <a:gd name="connsiteY16" fmla="*/ 661010 h 704304"/>
                <a:gd name="connsiteX17" fmla="*/ 79420 w 440594"/>
                <a:gd name="connsiteY17" fmla="*/ 660581 h 704304"/>
                <a:gd name="connsiteX18" fmla="*/ 38795 w 440594"/>
                <a:gd name="connsiteY18" fmla="*/ 659874 h 704304"/>
                <a:gd name="connsiteX19" fmla="*/ 0 w 440594"/>
                <a:gd name="connsiteY19" fmla="*/ 617595 h 704304"/>
                <a:gd name="connsiteX20" fmla="*/ 560 w 440594"/>
                <a:gd name="connsiteY20" fmla="*/ 439583 h 704304"/>
                <a:gd name="connsiteX21" fmla="*/ 155 w 440594"/>
                <a:gd name="connsiteY21" fmla="*/ 439583 h 704304"/>
                <a:gd name="connsiteX22" fmla="*/ 155 w 440594"/>
                <a:gd name="connsiteY22" fmla="*/ 327967 h 704304"/>
                <a:gd name="connsiteX23" fmla="*/ 43467 w 440594"/>
                <a:gd name="connsiteY23" fmla="*/ 327967 h 704304"/>
                <a:gd name="connsiteX24" fmla="*/ 43467 w 440594"/>
                <a:gd name="connsiteY24" fmla="*/ 410733 h 704304"/>
                <a:gd name="connsiteX25" fmla="*/ 43516 w 440594"/>
                <a:gd name="connsiteY25" fmla="*/ 410752 h 704304"/>
                <a:gd name="connsiteX26" fmla="*/ 43603 w 440594"/>
                <a:gd name="connsiteY26" fmla="*/ 615748 h 704304"/>
                <a:gd name="connsiteX27" fmla="*/ 396102 w 440594"/>
                <a:gd name="connsiteY27" fmla="*/ 615748 h 704304"/>
                <a:gd name="connsiteX28" fmla="*/ 396102 w 440594"/>
                <a:gd name="connsiteY28" fmla="*/ 43563 h 704304"/>
                <a:gd name="connsiteX29" fmla="*/ 333968 w 440594"/>
                <a:gd name="connsiteY29" fmla="*/ 43101 h 704304"/>
                <a:gd name="connsiteX30" fmla="*/ 333331 w 440594"/>
                <a:gd name="connsiteY30" fmla="*/ 42414 h 704304"/>
                <a:gd name="connsiteX31" fmla="*/ 321059 w 440594"/>
                <a:gd name="connsiteY31" fmla="*/ 43174 h 704304"/>
                <a:gd name="connsiteX32" fmla="*/ 129952 w 440594"/>
                <a:gd name="connsiteY32" fmla="*/ 42973 h 704304"/>
                <a:gd name="connsiteX33" fmla="*/ 133703 w 440594"/>
                <a:gd name="connsiteY33" fmla="*/ 40232 h 704304"/>
                <a:gd name="connsiteX34" fmla="*/ 128616 w 440594"/>
                <a:gd name="connsiteY34" fmla="*/ 43688 h 704304"/>
                <a:gd name="connsiteX35" fmla="*/ 93011 w 440594"/>
                <a:gd name="connsiteY35" fmla="*/ 43062 h 704304"/>
                <a:gd name="connsiteX36" fmla="*/ 105383 w 440594"/>
                <a:gd name="connsiteY36" fmla="*/ 32389 h 704304"/>
                <a:gd name="connsiteX37" fmla="*/ 92343 w 440594"/>
                <a:gd name="connsiteY37" fmla="*/ 43194 h 704304"/>
                <a:gd name="connsiteX38" fmla="*/ 43426 w 440594"/>
                <a:gd name="connsiteY38" fmla="*/ 43823 h 704304"/>
                <a:gd name="connsiteX39" fmla="*/ 42922 w 440594"/>
                <a:gd name="connsiteY39" fmla="*/ 112429 h 704304"/>
                <a:gd name="connsiteX40" fmla="*/ 41446 w 440594"/>
                <a:gd name="connsiteY40" fmla="*/ 113086 h 704304"/>
                <a:gd name="connsiteX41" fmla="*/ 43390 w 440594"/>
                <a:gd name="connsiteY41" fmla="*/ 113086 h 704304"/>
                <a:gd name="connsiteX42" fmla="*/ 43390 w 440594"/>
                <a:gd name="connsiteY42" fmla="*/ 197555 h 704304"/>
                <a:gd name="connsiteX43" fmla="*/ 77 w 440594"/>
                <a:gd name="connsiteY43" fmla="*/ 197555 h 704304"/>
                <a:gd name="connsiteX44" fmla="*/ 77 w 440594"/>
                <a:gd name="connsiteY44" fmla="*/ 113086 h 704304"/>
                <a:gd name="connsiteX45" fmla="*/ 211 w 440594"/>
                <a:gd name="connsiteY45" fmla="*/ 113086 h 704304"/>
                <a:gd name="connsiteX46" fmla="*/ 211 w 440594"/>
                <a:gd name="connsiteY46" fmla="*/ 223 h 704304"/>
                <a:gd name="connsiteX47" fmla="*/ 135891 w 440594"/>
                <a:gd name="connsiteY47" fmla="*/ 359 h 704304"/>
                <a:gd name="connsiteX48" fmla="*/ 134322 w 440594"/>
                <a:gd name="connsiteY48" fmla="*/ 4807 h 704304"/>
                <a:gd name="connsiteX49" fmla="*/ 136559 w 440594"/>
                <a:gd name="connsiteY49" fmla="*/ 496 h 704304"/>
                <a:gd name="connsiteX50" fmla="*/ 142338 w 440594"/>
                <a:gd name="connsiteY50" fmla="*/ 169 h 704304"/>
                <a:gd name="connsiteX51" fmla="*/ 394926 w 440594"/>
                <a:gd name="connsiteY51" fmla="*/ 1 h 70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40594" h="704304">
                  <a:moveTo>
                    <a:pt x="394926" y="1"/>
                  </a:moveTo>
                  <a:cubicBezTo>
                    <a:pt x="416286" y="-92"/>
                    <a:pt x="433885" y="12591"/>
                    <a:pt x="439112" y="32878"/>
                  </a:cubicBezTo>
                  <a:cubicBezTo>
                    <a:pt x="440419" y="37917"/>
                    <a:pt x="440318" y="43400"/>
                    <a:pt x="440318" y="48680"/>
                  </a:cubicBezTo>
                  <a:cubicBezTo>
                    <a:pt x="440390" y="144490"/>
                    <a:pt x="440361" y="240301"/>
                    <a:pt x="440376" y="336111"/>
                  </a:cubicBezTo>
                  <a:cubicBezTo>
                    <a:pt x="440376" y="339014"/>
                    <a:pt x="440419" y="341918"/>
                    <a:pt x="440594" y="345488"/>
                  </a:cubicBezTo>
                  <a:cubicBezTo>
                    <a:pt x="440608" y="349289"/>
                    <a:pt x="440361" y="352422"/>
                    <a:pt x="440361" y="355558"/>
                  </a:cubicBezTo>
                  <a:cubicBezTo>
                    <a:pt x="440347" y="454047"/>
                    <a:pt x="440347" y="552536"/>
                    <a:pt x="440361" y="651025"/>
                  </a:cubicBezTo>
                  <a:cubicBezTo>
                    <a:pt x="440361" y="653894"/>
                    <a:pt x="440361" y="656764"/>
                    <a:pt x="440361" y="660416"/>
                  </a:cubicBezTo>
                  <a:cubicBezTo>
                    <a:pt x="411073" y="660416"/>
                    <a:pt x="382380" y="660416"/>
                    <a:pt x="352787" y="660416"/>
                  </a:cubicBezTo>
                  <a:cubicBezTo>
                    <a:pt x="352787" y="675301"/>
                    <a:pt x="352787" y="689431"/>
                    <a:pt x="352787" y="703953"/>
                  </a:cubicBezTo>
                  <a:cubicBezTo>
                    <a:pt x="337714" y="703953"/>
                    <a:pt x="323557" y="703953"/>
                    <a:pt x="308368" y="703953"/>
                  </a:cubicBezTo>
                  <a:cubicBezTo>
                    <a:pt x="308368" y="689638"/>
                    <a:pt x="308368" y="675539"/>
                    <a:pt x="308368" y="661017"/>
                  </a:cubicBezTo>
                  <a:cubicBezTo>
                    <a:pt x="249196" y="661017"/>
                    <a:pt x="191041" y="661017"/>
                    <a:pt x="132275" y="661017"/>
                  </a:cubicBezTo>
                  <a:cubicBezTo>
                    <a:pt x="132275" y="675362"/>
                    <a:pt x="132275" y="689326"/>
                    <a:pt x="132275" y="704286"/>
                  </a:cubicBezTo>
                  <a:cubicBezTo>
                    <a:pt x="118001" y="704286"/>
                    <a:pt x="104294" y="704405"/>
                    <a:pt x="90586" y="704043"/>
                  </a:cubicBezTo>
                  <a:cubicBezTo>
                    <a:pt x="89570" y="704015"/>
                    <a:pt x="87813" y="700562"/>
                    <a:pt x="87784" y="698673"/>
                  </a:cubicBezTo>
                  <a:cubicBezTo>
                    <a:pt x="87522" y="686377"/>
                    <a:pt x="87653" y="674074"/>
                    <a:pt x="87653" y="661010"/>
                  </a:cubicBezTo>
                  <a:cubicBezTo>
                    <a:pt x="84516" y="660841"/>
                    <a:pt x="81961" y="660622"/>
                    <a:pt x="79420" y="660581"/>
                  </a:cubicBezTo>
                  <a:cubicBezTo>
                    <a:pt x="65872" y="660371"/>
                    <a:pt x="52281" y="660854"/>
                    <a:pt x="38795" y="659874"/>
                  </a:cubicBezTo>
                  <a:cubicBezTo>
                    <a:pt x="16843" y="658278"/>
                    <a:pt x="23" y="639666"/>
                    <a:pt x="0" y="617595"/>
                  </a:cubicBezTo>
                  <a:lnTo>
                    <a:pt x="560" y="439583"/>
                  </a:lnTo>
                  <a:lnTo>
                    <a:pt x="155" y="439583"/>
                  </a:lnTo>
                  <a:lnTo>
                    <a:pt x="155" y="327967"/>
                  </a:lnTo>
                  <a:lnTo>
                    <a:pt x="43467" y="327967"/>
                  </a:lnTo>
                  <a:lnTo>
                    <a:pt x="43467" y="410733"/>
                  </a:lnTo>
                  <a:lnTo>
                    <a:pt x="43516" y="410752"/>
                  </a:lnTo>
                  <a:cubicBezTo>
                    <a:pt x="43603" y="479546"/>
                    <a:pt x="43603" y="547667"/>
                    <a:pt x="43603" y="615748"/>
                  </a:cubicBezTo>
                  <a:cubicBezTo>
                    <a:pt x="161825" y="615748"/>
                    <a:pt x="278993" y="615748"/>
                    <a:pt x="396102" y="615748"/>
                  </a:cubicBezTo>
                  <a:cubicBezTo>
                    <a:pt x="396102" y="424952"/>
                    <a:pt x="396102" y="234690"/>
                    <a:pt x="396102" y="43563"/>
                  </a:cubicBezTo>
                  <a:cubicBezTo>
                    <a:pt x="375091" y="43563"/>
                    <a:pt x="354573" y="43563"/>
                    <a:pt x="333968" y="43101"/>
                  </a:cubicBezTo>
                  <a:lnTo>
                    <a:pt x="333331" y="42414"/>
                  </a:lnTo>
                  <a:lnTo>
                    <a:pt x="321059" y="43174"/>
                  </a:lnTo>
                  <a:cubicBezTo>
                    <a:pt x="257575" y="43169"/>
                    <a:pt x="194090" y="43136"/>
                    <a:pt x="129952" y="42973"/>
                  </a:cubicBezTo>
                  <a:lnTo>
                    <a:pt x="133703" y="40232"/>
                  </a:lnTo>
                  <a:lnTo>
                    <a:pt x="128616" y="43688"/>
                  </a:lnTo>
                  <a:cubicBezTo>
                    <a:pt x="116288" y="43730"/>
                    <a:pt x="104642" y="43644"/>
                    <a:pt x="93011" y="43062"/>
                  </a:cubicBezTo>
                  <a:cubicBezTo>
                    <a:pt x="97164" y="39188"/>
                    <a:pt x="101477" y="36013"/>
                    <a:pt x="105383" y="32389"/>
                  </a:cubicBezTo>
                  <a:cubicBezTo>
                    <a:pt x="101477" y="36013"/>
                    <a:pt x="97164" y="39188"/>
                    <a:pt x="92343" y="43194"/>
                  </a:cubicBezTo>
                  <a:cubicBezTo>
                    <a:pt x="75804" y="43823"/>
                    <a:pt x="59962" y="43823"/>
                    <a:pt x="43426" y="43823"/>
                  </a:cubicBezTo>
                  <a:cubicBezTo>
                    <a:pt x="43426" y="67439"/>
                    <a:pt x="43426" y="89894"/>
                    <a:pt x="42922" y="112429"/>
                  </a:cubicBezTo>
                  <a:lnTo>
                    <a:pt x="41446" y="113086"/>
                  </a:lnTo>
                  <a:lnTo>
                    <a:pt x="43390" y="113086"/>
                  </a:lnTo>
                  <a:lnTo>
                    <a:pt x="43390" y="197555"/>
                  </a:lnTo>
                  <a:lnTo>
                    <a:pt x="77" y="197555"/>
                  </a:lnTo>
                  <a:lnTo>
                    <a:pt x="77" y="113086"/>
                  </a:lnTo>
                  <a:lnTo>
                    <a:pt x="211" y="113086"/>
                  </a:lnTo>
                  <a:lnTo>
                    <a:pt x="211" y="223"/>
                  </a:lnTo>
                  <a:cubicBezTo>
                    <a:pt x="45527" y="223"/>
                    <a:pt x="90368" y="223"/>
                    <a:pt x="135891" y="359"/>
                  </a:cubicBezTo>
                  <a:cubicBezTo>
                    <a:pt x="135833" y="1949"/>
                    <a:pt x="135426" y="3738"/>
                    <a:pt x="134322" y="4807"/>
                  </a:cubicBezTo>
                  <a:cubicBezTo>
                    <a:pt x="135426" y="3738"/>
                    <a:pt x="135833" y="1949"/>
                    <a:pt x="136559" y="496"/>
                  </a:cubicBezTo>
                  <a:cubicBezTo>
                    <a:pt x="138490" y="382"/>
                    <a:pt x="140407" y="169"/>
                    <a:pt x="142338" y="169"/>
                  </a:cubicBezTo>
                  <a:cubicBezTo>
                    <a:pt x="226529" y="150"/>
                    <a:pt x="310735" y="362"/>
                    <a:pt x="394926" y="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22" name="Freeform: Shape 3021">
              <a:extLst>
                <a:ext uri="{FF2B5EF4-FFF2-40B4-BE49-F238E27FC236}">
                  <a16:creationId xmlns:a16="http://schemas.microsoft.com/office/drawing/2014/main" id="{3849342C-6727-FBCC-8B2F-85A3FD96CB3B}"/>
                </a:ext>
                <a:ext uri="{C183D7F6-B498-43B3-948B-1728B52AA6E4}">
                  <adec:decorative xmlns:adec="http://schemas.microsoft.com/office/drawing/2017/decorative" val="1"/>
                </a:ext>
              </a:extLst>
            </p:cNvPr>
            <p:cNvSpPr/>
            <p:nvPr/>
          </p:nvSpPr>
          <p:spPr>
            <a:xfrm>
              <a:off x="5090016" y="810791"/>
              <a:ext cx="392437" cy="424699"/>
            </a:xfrm>
            <a:custGeom>
              <a:avLst/>
              <a:gdLst>
                <a:gd name="connsiteX0" fmla="*/ 1624438 w 5886563"/>
                <a:gd name="connsiteY0" fmla="*/ 5883792 h 6370489"/>
                <a:gd name="connsiteX1" fmla="*/ 1481042 w 5886563"/>
                <a:gd name="connsiteY1" fmla="*/ 6068575 h 6370489"/>
                <a:gd name="connsiteX2" fmla="*/ 1662988 w 5886563"/>
                <a:gd name="connsiteY2" fmla="*/ 6205502 h 6370489"/>
                <a:gd name="connsiteX3" fmla="*/ 1805051 w 5886563"/>
                <a:gd name="connsiteY3" fmla="*/ 6037506 h 6370489"/>
                <a:gd name="connsiteX4" fmla="*/ 1624438 w 5886563"/>
                <a:gd name="connsiteY4" fmla="*/ 5883792 h 6370489"/>
                <a:gd name="connsiteX5" fmla="*/ 3934594 w 5886563"/>
                <a:gd name="connsiteY5" fmla="*/ 5724620 h 6370489"/>
                <a:gd name="connsiteX6" fmla="*/ 4255174 w 5886563"/>
                <a:gd name="connsiteY6" fmla="*/ 5724620 h 6370489"/>
                <a:gd name="connsiteX7" fmla="*/ 4255174 w 5886563"/>
                <a:gd name="connsiteY7" fmla="*/ 5882871 h 6370489"/>
                <a:gd name="connsiteX8" fmla="*/ 3934594 w 5886563"/>
                <a:gd name="connsiteY8" fmla="*/ 5882871 h 6370489"/>
                <a:gd name="connsiteX9" fmla="*/ 4424653 w 5886563"/>
                <a:gd name="connsiteY9" fmla="*/ 5721674 h 6370489"/>
                <a:gd name="connsiteX10" fmla="*/ 4744700 w 5886563"/>
                <a:gd name="connsiteY10" fmla="*/ 5721674 h 6370489"/>
                <a:gd name="connsiteX11" fmla="*/ 4744700 w 5886563"/>
                <a:gd name="connsiteY11" fmla="*/ 5876594 h 6370489"/>
                <a:gd name="connsiteX12" fmla="*/ 4424653 w 5886563"/>
                <a:gd name="connsiteY12" fmla="*/ 5876594 h 6370489"/>
                <a:gd name="connsiteX13" fmla="*/ 5568988 w 5886563"/>
                <a:gd name="connsiteY13" fmla="*/ 5560478 h 6370489"/>
                <a:gd name="connsiteX14" fmla="*/ 5886563 w 5886563"/>
                <a:gd name="connsiteY14" fmla="*/ 5560478 h 6370489"/>
                <a:gd name="connsiteX15" fmla="*/ 5886563 w 5886563"/>
                <a:gd name="connsiteY15" fmla="*/ 5880466 h 6370489"/>
                <a:gd name="connsiteX16" fmla="*/ 5568988 w 5886563"/>
                <a:gd name="connsiteY16" fmla="*/ 5880466 h 6370489"/>
                <a:gd name="connsiteX17" fmla="*/ 660027 w 5886563"/>
                <a:gd name="connsiteY17" fmla="*/ 5392860 h 6370489"/>
                <a:gd name="connsiteX18" fmla="*/ 540415 w 5886563"/>
                <a:gd name="connsiteY18" fmla="*/ 5448387 h 6370489"/>
                <a:gd name="connsiteX19" fmla="*/ 574096 w 5886563"/>
                <a:gd name="connsiteY19" fmla="*/ 5690925 h 6370489"/>
                <a:gd name="connsiteX20" fmla="*/ 802546 w 5886563"/>
                <a:gd name="connsiteY20" fmla="*/ 5636911 h 6370489"/>
                <a:gd name="connsiteX21" fmla="*/ 768629 w 5886563"/>
                <a:gd name="connsiteY21" fmla="*/ 5432331 h 6370489"/>
                <a:gd name="connsiteX22" fmla="*/ 660027 w 5886563"/>
                <a:gd name="connsiteY22" fmla="*/ 5392860 h 6370489"/>
                <a:gd name="connsiteX23" fmla="*/ 2629529 w 5886563"/>
                <a:gd name="connsiteY23" fmla="*/ 5391903 h 6370489"/>
                <a:gd name="connsiteX24" fmla="*/ 2571679 w 5886563"/>
                <a:gd name="connsiteY24" fmla="*/ 5401134 h 6370489"/>
                <a:gd name="connsiteX25" fmla="*/ 2461362 w 5886563"/>
                <a:gd name="connsiteY25" fmla="*/ 5533183 h 6370489"/>
                <a:gd name="connsiteX26" fmla="*/ 2527648 w 5886563"/>
                <a:gd name="connsiteY26" fmla="*/ 5686981 h 6370489"/>
                <a:gd name="connsiteX27" fmla="*/ 2699847 w 5886563"/>
                <a:gd name="connsiteY27" fmla="*/ 5697182 h 6370489"/>
                <a:gd name="connsiteX28" fmla="*/ 2783814 w 5886563"/>
                <a:gd name="connsiteY28" fmla="*/ 5535869 h 6370489"/>
                <a:gd name="connsiteX29" fmla="*/ 2629529 w 5886563"/>
                <a:gd name="connsiteY29" fmla="*/ 5391903 h 6370489"/>
                <a:gd name="connsiteX30" fmla="*/ 4917724 w 5886563"/>
                <a:gd name="connsiteY30" fmla="*/ 4740336 h 6370489"/>
                <a:gd name="connsiteX31" fmla="*/ 5885386 w 5886563"/>
                <a:gd name="connsiteY31" fmla="*/ 4740336 h 6370489"/>
                <a:gd name="connsiteX32" fmla="*/ 5885386 w 5886563"/>
                <a:gd name="connsiteY32" fmla="*/ 4898765 h 6370489"/>
                <a:gd name="connsiteX33" fmla="*/ 4917724 w 5886563"/>
                <a:gd name="connsiteY33" fmla="*/ 4898765 h 6370489"/>
                <a:gd name="connsiteX34" fmla="*/ 4917510 w 5886563"/>
                <a:gd name="connsiteY34" fmla="*/ 4411496 h 6370489"/>
                <a:gd name="connsiteX35" fmla="*/ 5885601 w 5886563"/>
                <a:gd name="connsiteY35" fmla="*/ 4411496 h 6370489"/>
                <a:gd name="connsiteX36" fmla="*/ 5885601 w 5886563"/>
                <a:gd name="connsiteY36" fmla="*/ 4569888 h 6370489"/>
                <a:gd name="connsiteX37" fmla="*/ 4917510 w 5886563"/>
                <a:gd name="connsiteY37" fmla="*/ 4569888 h 6370489"/>
                <a:gd name="connsiteX38" fmla="*/ 4917835 w 5886563"/>
                <a:gd name="connsiteY38" fmla="*/ 4091005 h 6370489"/>
                <a:gd name="connsiteX39" fmla="*/ 5885060 w 5886563"/>
                <a:gd name="connsiteY39" fmla="*/ 4091005 h 6370489"/>
                <a:gd name="connsiteX40" fmla="*/ 5885060 w 5886563"/>
                <a:gd name="connsiteY40" fmla="*/ 4249730 h 6370489"/>
                <a:gd name="connsiteX41" fmla="*/ 4917835 w 5886563"/>
                <a:gd name="connsiteY41" fmla="*/ 4249730 h 6370489"/>
                <a:gd name="connsiteX42" fmla="*/ 1558624 w 5886563"/>
                <a:gd name="connsiteY42" fmla="*/ 3928114 h 6370489"/>
                <a:gd name="connsiteX43" fmla="*/ 1724031 w 5886563"/>
                <a:gd name="connsiteY43" fmla="*/ 3928114 h 6370489"/>
                <a:gd name="connsiteX44" fmla="*/ 1724804 w 5886563"/>
                <a:gd name="connsiteY44" fmla="*/ 4202290 h 6370489"/>
                <a:gd name="connsiteX45" fmla="*/ 1723687 w 5886563"/>
                <a:gd name="connsiteY45" fmla="*/ 5006958 h 6370489"/>
                <a:gd name="connsiteX46" fmla="*/ 1722794 w 5886563"/>
                <a:gd name="connsiteY46" fmla="*/ 5677945 h 6370489"/>
                <a:gd name="connsiteX47" fmla="*/ 1766018 w 5886563"/>
                <a:gd name="connsiteY47" fmla="*/ 5743889 h 6370489"/>
                <a:gd name="connsiteX48" fmla="*/ 1956111 w 5886563"/>
                <a:gd name="connsiteY48" fmla="*/ 6135056 h 6370489"/>
                <a:gd name="connsiteX49" fmla="*/ 1585534 w 5886563"/>
                <a:gd name="connsiteY49" fmla="*/ 6366009 h 6370489"/>
                <a:gd name="connsiteX50" fmla="*/ 1316196 w 5886563"/>
                <a:gd name="connsiteY50" fmla="*/ 6028532 h 6370489"/>
                <a:gd name="connsiteX51" fmla="*/ 1518453 w 5886563"/>
                <a:gd name="connsiteY51" fmla="*/ 5743362 h 6370489"/>
                <a:gd name="connsiteX52" fmla="*/ 1561806 w 5886563"/>
                <a:gd name="connsiteY52" fmla="*/ 5682631 h 6370489"/>
                <a:gd name="connsiteX53" fmla="*/ 1559581 w 5886563"/>
                <a:gd name="connsiteY53" fmla="*/ 4212220 h 6370489"/>
                <a:gd name="connsiteX54" fmla="*/ 1558624 w 5886563"/>
                <a:gd name="connsiteY54" fmla="*/ 3928114 h 6370489"/>
                <a:gd name="connsiteX55" fmla="*/ 1229762 w 5886563"/>
                <a:gd name="connsiteY55" fmla="*/ 3927625 h 6370489"/>
                <a:gd name="connsiteX56" fmla="*/ 1399284 w 5886563"/>
                <a:gd name="connsiteY56" fmla="*/ 3927625 h 6370489"/>
                <a:gd name="connsiteX57" fmla="*/ 1400230 w 5886563"/>
                <a:gd name="connsiteY57" fmla="*/ 4202360 h 6370489"/>
                <a:gd name="connsiteX58" fmla="*/ 1399531 w 5886563"/>
                <a:gd name="connsiteY58" fmla="*/ 4883504 h 6370489"/>
                <a:gd name="connsiteX59" fmla="*/ 1363154 w 5886563"/>
                <a:gd name="connsiteY59" fmla="*/ 4972607 h 6370489"/>
                <a:gd name="connsiteX60" fmla="*/ 974809 w 5886563"/>
                <a:gd name="connsiteY60" fmla="*/ 5358616 h 6370489"/>
                <a:gd name="connsiteX61" fmla="*/ 959818 w 5886563"/>
                <a:gd name="connsiteY61" fmla="*/ 5422411 h 6370489"/>
                <a:gd name="connsiteX62" fmla="*/ 841203 w 5886563"/>
                <a:gd name="connsiteY62" fmla="*/ 5828400 h 6370489"/>
                <a:gd name="connsiteX63" fmla="*/ 428001 w 5886563"/>
                <a:gd name="connsiteY63" fmla="*/ 5782704 h 6370489"/>
                <a:gd name="connsiteX64" fmla="*/ 394223 w 5886563"/>
                <a:gd name="connsiteY64" fmla="*/ 5368570 h 6370489"/>
                <a:gd name="connsiteX65" fmla="*/ 804191 w 5886563"/>
                <a:gd name="connsiteY65" fmla="*/ 5261088 h 6370489"/>
                <a:gd name="connsiteX66" fmla="*/ 830779 w 5886563"/>
                <a:gd name="connsiteY66" fmla="*/ 5273265 h 6370489"/>
                <a:gd name="connsiteX67" fmla="*/ 1094252 w 5886563"/>
                <a:gd name="connsiteY67" fmla="*/ 5011103 h 6370489"/>
                <a:gd name="connsiteX68" fmla="*/ 1235576 w 5886563"/>
                <a:gd name="connsiteY68" fmla="*/ 4673250 h 6370489"/>
                <a:gd name="connsiteX69" fmla="*/ 1230932 w 5886563"/>
                <a:gd name="connsiteY69" fmla="*/ 4212302 h 6370489"/>
                <a:gd name="connsiteX70" fmla="*/ 1229762 w 5886563"/>
                <a:gd name="connsiteY70" fmla="*/ 3927625 h 6370489"/>
                <a:gd name="connsiteX71" fmla="*/ 1883464 w 5886563"/>
                <a:gd name="connsiteY71" fmla="*/ 3927507 h 6370489"/>
                <a:gd name="connsiteX72" fmla="*/ 2051332 w 5886563"/>
                <a:gd name="connsiteY72" fmla="*/ 3927507 h 6370489"/>
                <a:gd name="connsiteX73" fmla="*/ 2052547 w 5886563"/>
                <a:gd name="connsiteY73" fmla="*/ 4202556 h 6370489"/>
                <a:gd name="connsiteX74" fmla="*/ 2051504 w 5886563"/>
                <a:gd name="connsiteY74" fmla="*/ 4845988 h 6370489"/>
                <a:gd name="connsiteX75" fmla="*/ 2070483 w 5886563"/>
                <a:gd name="connsiteY75" fmla="*/ 4887719 h 6370489"/>
                <a:gd name="connsiteX76" fmla="*/ 2452333 w 5886563"/>
                <a:gd name="connsiteY76" fmla="*/ 5273847 h 6370489"/>
                <a:gd name="connsiteX77" fmla="*/ 2769897 w 5886563"/>
                <a:gd name="connsiteY77" fmla="*/ 5264540 h 6370489"/>
                <a:gd name="connsiteX78" fmla="*/ 2916442 w 5886563"/>
                <a:gd name="connsiteY78" fmla="*/ 5695408 h 6370489"/>
                <a:gd name="connsiteX79" fmla="*/ 2494268 w 5886563"/>
                <a:gd name="connsiteY79" fmla="*/ 5855269 h 6370489"/>
                <a:gd name="connsiteX80" fmla="*/ 2318491 w 5886563"/>
                <a:gd name="connsiteY80" fmla="*/ 5436277 h 6370489"/>
                <a:gd name="connsiteX81" fmla="*/ 2301909 w 5886563"/>
                <a:gd name="connsiteY81" fmla="*/ 5350161 h 6370489"/>
                <a:gd name="connsiteX82" fmla="*/ 1946957 w 5886563"/>
                <a:gd name="connsiteY82" fmla="*/ 4999100 h 6370489"/>
                <a:gd name="connsiteX83" fmla="*/ 1884054 w 5886563"/>
                <a:gd name="connsiteY83" fmla="*/ 4850695 h 6370489"/>
                <a:gd name="connsiteX84" fmla="*/ 1884400 w 5886563"/>
                <a:gd name="connsiteY84" fmla="*/ 4212270 h 6370489"/>
                <a:gd name="connsiteX85" fmla="*/ 1883464 w 5886563"/>
                <a:gd name="connsiteY85" fmla="*/ 3927507 h 6370489"/>
                <a:gd name="connsiteX86" fmla="*/ 4913853 w 5886563"/>
                <a:gd name="connsiteY86" fmla="*/ 3757392 h 6370489"/>
                <a:gd name="connsiteX87" fmla="*/ 5884734 w 5886563"/>
                <a:gd name="connsiteY87" fmla="*/ 3757392 h 6370489"/>
                <a:gd name="connsiteX88" fmla="*/ 5884734 w 5886563"/>
                <a:gd name="connsiteY88" fmla="*/ 3914696 h 6370489"/>
                <a:gd name="connsiteX89" fmla="*/ 4913853 w 5886563"/>
                <a:gd name="connsiteY89" fmla="*/ 3914696 h 6370489"/>
                <a:gd name="connsiteX90" fmla="*/ 4909235 w 5886563"/>
                <a:gd name="connsiteY90" fmla="*/ 3437093 h 6370489"/>
                <a:gd name="connsiteX91" fmla="*/ 5886245 w 5886563"/>
                <a:gd name="connsiteY91" fmla="*/ 3437093 h 6370489"/>
                <a:gd name="connsiteX92" fmla="*/ 5886245 w 5886563"/>
                <a:gd name="connsiteY92" fmla="*/ 3594596 h 6370489"/>
                <a:gd name="connsiteX93" fmla="*/ 4909235 w 5886563"/>
                <a:gd name="connsiteY93" fmla="*/ 3594596 h 6370489"/>
                <a:gd name="connsiteX94" fmla="*/ 380702 w 5886563"/>
                <a:gd name="connsiteY94" fmla="*/ 3424756 h 6370489"/>
                <a:gd name="connsiteX95" fmla="*/ 426173 w 5886563"/>
                <a:gd name="connsiteY95" fmla="*/ 3460865 h 6370489"/>
                <a:gd name="connsiteX96" fmla="*/ 380702 w 5886563"/>
                <a:gd name="connsiteY96" fmla="*/ 3424756 h 6370489"/>
                <a:gd name="connsiteX97" fmla="*/ 327451 w 5886563"/>
                <a:gd name="connsiteY97" fmla="*/ 3369000 h 6370489"/>
                <a:gd name="connsiteX98" fmla="*/ 370160 w 5886563"/>
                <a:gd name="connsiteY98" fmla="*/ 3407807 h 6370489"/>
                <a:gd name="connsiteX99" fmla="*/ 327451 w 5886563"/>
                <a:gd name="connsiteY99" fmla="*/ 3369000 h 6370489"/>
                <a:gd name="connsiteX100" fmla="*/ 3178863 w 5886563"/>
                <a:gd name="connsiteY100" fmla="*/ 3344120 h 6370489"/>
                <a:gd name="connsiteX101" fmla="*/ 3670787 w 5886563"/>
                <a:gd name="connsiteY101" fmla="*/ 3344120 h 6370489"/>
                <a:gd name="connsiteX102" fmla="*/ 3670787 w 5886563"/>
                <a:gd name="connsiteY102" fmla="*/ 3836044 h 6370489"/>
                <a:gd name="connsiteX103" fmla="*/ 3178863 w 5886563"/>
                <a:gd name="connsiteY103" fmla="*/ 3836044 h 6370489"/>
                <a:gd name="connsiteX104" fmla="*/ 4913580 w 5886563"/>
                <a:gd name="connsiteY104" fmla="*/ 3115047 h 6370489"/>
                <a:gd name="connsiteX105" fmla="*/ 5886460 w 5886563"/>
                <a:gd name="connsiteY105" fmla="*/ 3115047 h 6370489"/>
                <a:gd name="connsiteX106" fmla="*/ 5886460 w 5886563"/>
                <a:gd name="connsiteY106" fmla="*/ 3272351 h 6370489"/>
                <a:gd name="connsiteX107" fmla="*/ 4913580 w 5886563"/>
                <a:gd name="connsiteY107" fmla="*/ 3272351 h 6370489"/>
                <a:gd name="connsiteX108" fmla="*/ 694225 w 5886563"/>
                <a:gd name="connsiteY108" fmla="*/ 2459997 h 6370489"/>
                <a:gd name="connsiteX109" fmla="*/ 854656 w 5886563"/>
                <a:gd name="connsiteY109" fmla="*/ 2473839 h 6370489"/>
                <a:gd name="connsiteX110" fmla="*/ 955022 w 5886563"/>
                <a:gd name="connsiteY110" fmla="*/ 2821017 h 6370489"/>
                <a:gd name="connsiteX111" fmla="*/ 1289769 w 5886563"/>
                <a:gd name="connsiteY111" fmla="*/ 2952377 h 6370489"/>
                <a:gd name="connsiteX112" fmla="*/ 1289769 w 5886563"/>
                <a:gd name="connsiteY112" fmla="*/ 3112390 h 6370489"/>
                <a:gd name="connsiteX113" fmla="*/ 731894 w 5886563"/>
                <a:gd name="connsiteY113" fmla="*/ 2779794 h 6370489"/>
                <a:gd name="connsiteX114" fmla="*/ 694225 w 5886563"/>
                <a:gd name="connsiteY114" fmla="*/ 2459997 h 6370489"/>
                <a:gd name="connsiteX115" fmla="*/ 2762691 w 5886563"/>
                <a:gd name="connsiteY115" fmla="*/ 675982 h 6370489"/>
                <a:gd name="connsiteX116" fmla="*/ 2762691 w 5886563"/>
                <a:gd name="connsiteY116" fmla="*/ 832318 h 6370489"/>
                <a:gd name="connsiteX117" fmla="*/ 2524312 w 5886563"/>
                <a:gd name="connsiteY117" fmla="*/ 876758 h 6370489"/>
                <a:gd name="connsiteX118" fmla="*/ 2120569 w 5886563"/>
                <a:gd name="connsiteY118" fmla="*/ 1380931 h 6370489"/>
                <a:gd name="connsiteX119" fmla="*/ 2111994 w 5886563"/>
                <a:gd name="connsiteY119" fmla="*/ 1428132 h 6370489"/>
                <a:gd name="connsiteX120" fmla="*/ 2096175 w 5886563"/>
                <a:gd name="connsiteY120" fmla="*/ 1522255 h 6370489"/>
                <a:gd name="connsiteX121" fmla="*/ 1986921 w 5886563"/>
                <a:gd name="connsiteY121" fmla="*/ 1531369 h 6370489"/>
                <a:gd name="connsiteX122" fmla="*/ 1943524 w 5886563"/>
                <a:gd name="connsiteY122" fmla="*/ 1531444 h 6370489"/>
                <a:gd name="connsiteX123" fmla="*/ 1981343 w 5886563"/>
                <a:gd name="connsiteY123" fmla="*/ 1229764 h 6370489"/>
                <a:gd name="connsiteX124" fmla="*/ 2762691 w 5886563"/>
                <a:gd name="connsiteY124" fmla="*/ 675982 h 6370489"/>
                <a:gd name="connsiteX125" fmla="*/ 2736565 w 5886563"/>
                <a:gd name="connsiteY125" fmla="*/ 761 h 6370489"/>
                <a:gd name="connsiteX126" fmla="*/ 3494339 w 5886563"/>
                <a:gd name="connsiteY126" fmla="*/ 264348 h 6370489"/>
                <a:gd name="connsiteX127" fmla="*/ 3828194 w 5886563"/>
                <a:gd name="connsiteY127" fmla="*/ 615441 h 6370489"/>
                <a:gd name="connsiteX128" fmla="*/ 3854202 w 5886563"/>
                <a:gd name="connsiteY128" fmla="*/ 652625 h 6370489"/>
                <a:gd name="connsiteX129" fmla="*/ 4188325 w 5886563"/>
                <a:gd name="connsiteY129" fmla="*/ 397847 h 6370489"/>
                <a:gd name="connsiteX130" fmla="*/ 4490207 w 5886563"/>
                <a:gd name="connsiteY130" fmla="*/ 311926 h 6370489"/>
                <a:gd name="connsiteX131" fmla="*/ 5305581 w 5886563"/>
                <a:gd name="connsiteY131" fmla="*/ 485726 h 6370489"/>
                <a:gd name="connsiteX132" fmla="*/ 5710311 w 5886563"/>
                <a:gd name="connsiteY132" fmla="*/ 1131071 h 6370489"/>
                <a:gd name="connsiteX133" fmla="*/ 5726109 w 5886563"/>
                <a:gd name="connsiteY133" fmla="*/ 1289741 h 6370489"/>
                <a:gd name="connsiteX134" fmla="*/ 5694299 w 5886563"/>
                <a:gd name="connsiteY134" fmla="*/ 1323904 h 6370489"/>
                <a:gd name="connsiteX135" fmla="*/ 5404453 w 5886563"/>
                <a:gd name="connsiteY135" fmla="*/ 1325485 h 6370489"/>
                <a:gd name="connsiteX136" fmla="*/ 5385323 w 5886563"/>
                <a:gd name="connsiteY136" fmla="*/ 1162904 h 6370489"/>
                <a:gd name="connsiteX137" fmla="*/ 4754261 w 5886563"/>
                <a:gd name="connsiteY137" fmla="*/ 631197 h 6370489"/>
                <a:gd name="connsiteX138" fmla="*/ 4440341 w 5886563"/>
                <a:gd name="connsiteY138" fmla="*/ 656699 h 6370489"/>
                <a:gd name="connsiteX139" fmla="*/ 4000897 w 5886563"/>
                <a:gd name="connsiteY139" fmla="*/ 1042236 h 6370489"/>
                <a:gd name="connsiteX140" fmla="*/ 3986496 w 5886563"/>
                <a:gd name="connsiteY140" fmla="*/ 1076906 h 6370489"/>
                <a:gd name="connsiteX141" fmla="*/ 3829376 w 5886563"/>
                <a:gd name="connsiteY141" fmla="*/ 1176703 h 6370489"/>
                <a:gd name="connsiteX142" fmla="*/ 3680466 w 5886563"/>
                <a:gd name="connsiteY142" fmla="*/ 1065838 h 6370489"/>
                <a:gd name="connsiteX143" fmla="*/ 3343010 w 5886563"/>
                <a:gd name="connsiteY143" fmla="*/ 568284 h 6370489"/>
                <a:gd name="connsiteX144" fmla="*/ 2917377 w 5886563"/>
                <a:gd name="connsiteY144" fmla="*/ 359696 h 6370489"/>
                <a:gd name="connsiteX145" fmla="*/ 2631388 w 5886563"/>
                <a:gd name="connsiteY145" fmla="*/ 329045 h 6370489"/>
                <a:gd name="connsiteX146" fmla="*/ 1662021 w 5886563"/>
                <a:gd name="connsiteY146" fmla="*/ 1150179 h 6370489"/>
                <a:gd name="connsiteX147" fmla="*/ 1636712 w 5886563"/>
                <a:gd name="connsiteY147" fmla="*/ 1404583 h 6370489"/>
                <a:gd name="connsiteX148" fmla="*/ 1468941 w 5886563"/>
                <a:gd name="connsiteY148" fmla="*/ 1541606 h 6370489"/>
                <a:gd name="connsiteX149" fmla="*/ 1337334 w 5886563"/>
                <a:gd name="connsiteY149" fmla="*/ 1529838 h 6370489"/>
                <a:gd name="connsiteX150" fmla="*/ 701263 w 5886563"/>
                <a:gd name="connsiteY150" fmla="*/ 1741188 h 6370489"/>
                <a:gd name="connsiteX151" fmla="*/ 354791 w 5886563"/>
                <a:gd name="connsiteY151" fmla="*/ 2299313 h 6370489"/>
                <a:gd name="connsiteX152" fmla="*/ 1141846 w 5886563"/>
                <a:gd name="connsiteY152" fmla="*/ 3431537 h 6370489"/>
                <a:gd name="connsiteX153" fmla="*/ 1222319 w 5886563"/>
                <a:gd name="connsiteY153" fmla="*/ 3434052 h 6370489"/>
                <a:gd name="connsiteX154" fmla="*/ 2882396 w 5886563"/>
                <a:gd name="connsiteY154" fmla="*/ 3434578 h 6370489"/>
                <a:gd name="connsiteX155" fmla="*/ 2948155 w 5886563"/>
                <a:gd name="connsiteY155" fmla="*/ 3434590 h 6370489"/>
                <a:gd name="connsiteX156" fmla="*/ 2948155 w 5886563"/>
                <a:gd name="connsiteY156" fmla="*/ 3763866 h 6370489"/>
                <a:gd name="connsiteX157" fmla="*/ 2886038 w 5886563"/>
                <a:gd name="connsiteY157" fmla="*/ 3763866 h 6370489"/>
                <a:gd name="connsiteX158" fmla="*/ 1252808 w 5886563"/>
                <a:gd name="connsiteY158" fmla="*/ 3764177 h 6370489"/>
                <a:gd name="connsiteX159" fmla="*/ 429365 w 5886563"/>
                <a:gd name="connsiteY159" fmla="*/ 3462219 h 6370489"/>
                <a:gd name="connsiteX160" fmla="*/ 380907 w 5886563"/>
                <a:gd name="connsiteY160" fmla="*/ 3420382 h 6370489"/>
                <a:gd name="connsiteX161" fmla="*/ 372470 w 5886563"/>
                <a:gd name="connsiteY161" fmla="*/ 3408452 h 6370489"/>
                <a:gd name="connsiteX162" fmla="*/ 327837 w 5886563"/>
                <a:gd name="connsiteY162" fmla="*/ 3364572 h 6370489"/>
                <a:gd name="connsiteX163" fmla="*/ 146976 w 5886563"/>
                <a:gd name="connsiteY163" fmla="*/ 3100713 h 6370489"/>
                <a:gd name="connsiteX164" fmla="*/ 39850 w 5886563"/>
                <a:gd name="connsiteY164" fmla="*/ 2801915 h 6370489"/>
                <a:gd name="connsiteX165" fmla="*/ 5460 w 5886563"/>
                <a:gd name="connsiteY165" fmla="*/ 2387264 h 6370489"/>
                <a:gd name="connsiteX166" fmla="*/ 110039 w 5886563"/>
                <a:gd name="connsiteY166" fmla="*/ 1976095 h 6370489"/>
                <a:gd name="connsiteX167" fmla="*/ 397628 w 5886563"/>
                <a:gd name="connsiteY167" fmla="*/ 1563905 h 6370489"/>
                <a:gd name="connsiteX168" fmla="*/ 1166736 w 5886563"/>
                <a:gd name="connsiteY168" fmla="*/ 1208859 h 6370489"/>
                <a:gd name="connsiteX169" fmla="*/ 1289059 w 5886563"/>
                <a:gd name="connsiteY169" fmla="*/ 1197391 h 6370489"/>
                <a:gd name="connsiteX170" fmla="*/ 1326275 w 5886563"/>
                <a:gd name="connsiteY170" fmla="*/ 1164365 h 6370489"/>
                <a:gd name="connsiteX171" fmla="*/ 1605235 w 5886563"/>
                <a:gd name="connsiteY171" fmla="*/ 508326 h 6370489"/>
                <a:gd name="connsiteX172" fmla="*/ 2459587 w 5886563"/>
                <a:gd name="connsiteY172" fmla="*/ 16448 h 6370489"/>
                <a:gd name="connsiteX173" fmla="*/ 2736565 w 5886563"/>
                <a:gd name="connsiteY173" fmla="*/ 761 h 637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5886563" h="6370489">
                  <a:moveTo>
                    <a:pt x="1624438" y="5883792"/>
                  </a:moveTo>
                  <a:cubicBezTo>
                    <a:pt x="1526277" y="5901664"/>
                    <a:pt x="1464997" y="5980633"/>
                    <a:pt x="1481042" y="6068575"/>
                  </a:cubicBezTo>
                  <a:cubicBezTo>
                    <a:pt x="1497228" y="6157271"/>
                    <a:pt x="1575743" y="6216369"/>
                    <a:pt x="1662988" y="6205502"/>
                  </a:cubicBezTo>
                  <a:cubicBezTo>
                    <a:pt x="1744719" y="6195325"/>
                    <a:pt x="1809414" y="6118817"/>
                    <a:pt x="1805051" y="6037506"/>
                  </a:cubicBezTo>
                  <a:cubicBezTo>
                    <a:pt x="1800184" y="5946898"/>
                    <a:pt x="1731823" y="5885556"/>
                    <a:pt x="1624438" y="5883792"/>
                  </a:cubicBezTo>
                  <a:close/>
                  <a:moveTo>
                    <a:pt x="3934594" y="5724620"/>
                  </a:moveTo>
                  <a:lnTo>
                    <a:pt x="4255174" y="5724620"/>
                  </a:lnTo>
                  <a:lnTo>
                    <a:pt x="4255174" y="5882871"/>
                  </a:lnTo>
                  <a:lnTo>
                    <a:pt x="3934594" y="5882871"/>
                  </a:lnTo>
                  <a:close/>
                  <a:moveTo>
                    <a:pt x="4424653" y="5721674"/>
                  </a:moveTo>
                  <a:lnTo>
                    <a:pt x="4744700" y="5721674"/>
                  </a:lnTo>
                  <a:lnTo>
                    <a:pt x="4744700" y="5876594"/>
                  </a:lnTo>
                  <a:lnTo>
                    <a:pt x="4424653" y="5876594"/>
                  </a:lnTo>
                  <a:close/>
                  <a:moveTo>
                    <a:pt x="5568988" y="5560478"/>
                  </a:moveTo>
                  <a:lnTo>
                    <a:pt x="5886563" y="5560478"/>
                  </a:lnTo>
                  <a:lnTo>
                    <a:pt x="5886563" y="5880466"/>
                  </a:lnTo>
                  <a:lnTo>
                    <a:pt x="5568988" y="5880466"/>
                  </a:lnTo>
                  <a:close/>
                  <a:moveTo>
                    <a:pt x="660027" y="5392860"/>
                  </a:moveTo>
                  <a:cubicBezTo>
                    <a:pt x="621472" y="5395326"/>
                    <a:pt x="581082" y="5413626"/>
                    <a:pt x="540415" y="5448387"/>
                  </a:cubicBezTo>
                  <a:cubicBezTo>
                    <a:pt x="477460" y="5536705"/>
                    <a:pt x="491527" y="5637941"/>
                    <a:pt x="574096" y="5690925"/>
                  </a:cubicBezTo>
                  <a:cubicBezTo>
                    <a:pt x="652045" y="5740930"/>
                    <a:pt x="755807" y="5716406"/>
                    <a:pt x="802546" y="5636911"/>
                  </a:cubicBezTo>
                  <a:cubicBezTo>
                    <a:pt x="841460" y="5570719"/>
                    <a:pt x="826781" y="5482186"/>
                    <a:pt x="768629" y="5432331"/>
                  </a:cubicBezTo>
                  <a:cubicBezTo>
                    <a:pt x="735303" y="5403760"/>
                    <a:pt x="698583" y="5390393"/>
                    <a:pt x="660027" y="5392860"/>
                  </a:cubicBezTo>
                  <a:close/>
                  <a:moveTo>
                    <a:pt x="2629529" y="5391903"/>
                  </a:moveTo>
                  <a:cubicBezTo>
                    <a:pt x="2610187" y="5394804"/>
                    <a:pt x="2589862" y="5394846"/>
                    <a:pt x="2571679" y="5401134"/>
                  </a:cubicBezTo>
                  <a:cubicBezTo>
                    <a:pt x="2508992" y="5422788"/>
                    <a:pt x="2470582" y="5466658"/>
                    <a:pt x="2461362" y="5533183"/>
                  </a:cubicBezTo>
                  <a:cubicBezTo>
                    <a:pt x="2452463" y="5597385"/>
                    <a:pt x="2475450" y="5649937"/>
                    <a:pt x="2527648" y="5686981"/>
                  </a:cubicBezTo>
                  <a:cubicBezTo>
                    <a:pt x="2581845" y="5725467"/>
                    <a:pt x="2641062" y="5727864"/>
                    <a:pt x="2699847" y="5697182"/>
                  </a:cubicBezTo>
                  <a:cubicBezTo>
                    <a:pt x="2757850" y="5666895"/>
                    <a:pt x="2792819" y="5597438"/>
                    <a:pt x="2783814" y="5535869"/>
                  </a:cubicBezTo>
                  <a:cubicBezTo>
                    <a:pt x="2772755" y="5460306"/>
                    <a:pt x="2725609" y="5414020"/>
                    <a:pt x="2629529" y="5391903"/>
                  </a:cubicBezTo>
                  <a:close/>
                  <a:moveTo>
                    <a:pt x="4917724" y="4740336"/>
                  </a:moveTo>
                  <a:lnTo>
                    <a:pt x="5885386" y="4740336"/>
                  </a:lnTo>
                  <a:lnTo>
                    <a:pt x="5885386" y="4898765"/>
                  </a:lnTo>
                  <a:lnTo>
                    <a:pt x="4917724" y="4898765"/>
                  </a:lnTo>
                  <a:close/>
                  <a:moveTo>
                    <a:pt x="4917510" y="4411496"/>
                  </a:moveTo>
                  <a:lnTo>
                    <a:pt x="5885601" y="4411496"/>
                  </a:lnTo>
                  <a:lnTo>
                    <a:pt x="5885601" y="4569888"/>
                  </a:lnTo>
                  <a:lnTo>
                    <a:pt x="4917510" y="4569888"/>
                  </a:lnTo>
                  <a:close/>
                  <a:moveTo>
                    <a:pt x="4917835" y="4091005"/>
                  </a:moveTo>
                  <a:lnTo>
                    <a:pt x="5885060" y="4091005"/>
                  </a:lnTo>
                  <a:lnTo>
                    <a:pt x="5885060" y="4249730"/>
                  </a:lnTo>
                  <a:lnTo>
                    <a:pt x="4917835" y="4249730"/>
                  </a:lnTo>
                  <a:close/>
                  <a:moveTo>
                    <a:pt x="1558624" y="3928114"/>
                  </a:moveTo>
                  <a:cubicBezTo>
                    <a:pt x="1617206" y="3928114"/>
                    <a:pt x="1667942" y="3928114"/>
                    <a:pt x="1724031" y="3928114"/>
                  </a:cubicBezTo>
                  <a:cubicBezTo>
                    <a:pt x="1724031" y="4019604"/>
                    <a:pt x="1724031" y="4108458"/>
                    <a:pt x="1724804" y="4202290"/>
                  </a:cubicBezTo>
                  <a:cubicBezTo>
                    <a:pt x="1724923" y="4473835"/>
                    <a:pt x="1724051" y="4740392"/>
                    <a:pt x="1723687" y="5006958"/>
                  </a:cubicBezTo>
                  <a:cubicBezTo>
                    <a:pt x="1723374" y="5230624"/>
                    <a:pt x="1724449" y="5454291"/>
                    <a:pt x="1722794" y="5677945"/>
                  </a:cubicBezTo>
                  <a:cubicBezTo>
                    <a:pt x="1722536" y="5713184"/>
                    <a:pt x="1731511" y="5729896"/>
                    <a:pt x="1766018" y="5743889"/>
                  </a:cubicBezTo>
                  <a:cubicBezTo>
                    <a:pt x="1923074" y="5807543"/>
                    <a:pt x="2002483" y="5974562"/>
                    <a:pt x="1956111" y="6135056"/>
                  </a:cubicBezTo>
                  <a:cubicBezTo>
                    <a:pt x="1910232" y="6293864"/>
                    <a:pt x="1750780" y="6393242"/>
                    <a:pt x="1585534" y="6366009"/>
                  </a:cubicBezTo>
                  <a:cubicBezTo>
                    <a:pt x="1425943" y="6339710"/>
                    <a:pt x="1306544" y="6193433"/>
                    <a:pt x="1316196" y="6028532"/>
                  </a:cubicBezTo>
                  <a:cubicBezTo>
                    <a:pt x="1324116" y="5893390"/>
                    <a:pt x="1393626" y="5796677"/>
                    <a:pt x="1518453" y="5743362"/>
                  </a:cubicBezTo>
                  <a:cubicBezTo>
                    <a:pt x="1548416" y="5730562"/>
                    <a:pt x="1561913" y="5717945"/>
                    <a:pt x="1561806" y="5682631"/>
                  </a:cubicBezTo>
                  <a:cubicBezTo>
                    <a:pt x="1560322" y="5194150"/>
                    <a:pt x="1560655" y="4705668"/>
                    <a:pt x="1559581" y="4212220"/>
                  </a:cubicBezTo>
                  <a:cubicBezTo>
                    <a:pt x="1558624" y="4114950"/>
                    <a:pt x="1558624" y="4022645"/>
                    <a:pt x="1558624" y="3928114"/>
                  </a:cubicBezTo>
                  <a:close/>
                  <a:moveTo>
                    <a:pt x="1229762" y="3927625"/>
                  </a:moveTo>
                  <a:cubicBezTo>
                    <a:pt x="1289773" y="3927625"/>
                    <a:pt x="1342401" y="3927625"/>
                    <a:pt x="1399284" y="3927625"/>
                  </a:cubicBezTo>
                  <a:cubicBezTo>
                    <a:pt x="1399284" y="4019491"/>
                    <a:pt x="1399284" y="4108454"/>
                    <a:pt x="1400230" y="4202360"/>
                  </a:cubicBezTo>
                  <a:cubicBezTo>
                    <a:pt x="1400359" y="4432721"/>
                    <a:pt x="1398715" y="4658118"/>
                    <a:pt x="1399531" y="4883504"/>
                  </a:cubicBezTo>
                  <a:cubicBezTo>
                    <a:pt x="1399660" y="4920387"/>
                    <a:pt x="1389612" y="4946674"/>
                    <a:pt x="1363154" y="4972607"/>
                  </a:cubicBezTo>
                  <a:cubicBezTo>
                    <a:pt x="1232802" y="5100356"/>
                    <a:pt x="1104613" y="5230309"/>
                    <a:pt x="974809" y="5358616"/>
                  </a:cubicBezTo>
                  <a:cubicBezTo>
                    <a:pt x="955089" y="5378112"/>
                    <a:pt x="947232" y="5392685"/>
                    <a:pt x="959818" y="5422411"/>
                  </a:cubicBezTo>
                  <a:cubicBezTo>
                    <a:pt x="1024912" y="5576157"/>
                    <a:pt x="975337" y="5740919"/>
                    <a:pt x="841203" y="5828400"/>
                  </a:cubicBezTo>
                  <a:cubicBezTo>
                    <a:pt x="710551" y="5913612"/>
                    <a:pt x="535945" y="5894300"/>
                    <a:pt x="428001" y="5782704"/>
                  </a:cubicBezTo>
                  <a:cubicBezTo>
                    <a:pt x="319145" y="5670150"/>
                    <a:pt x="305013" y="5496963"/>
                    <a:pt x="394223" y="5368570"/>
                  </a:cubicBezTo>
                  <a:cubicBezTo>
                    <a:pt x="485220" y="5237595"/>
                    <a:pt x="651872" y="5193898"/>
                    <a:pt x="804191" y="5261088"/>
                  </a:cubicBezTo>
                  <a:cubicBezTo>
                    <a:pt x="810703" y="5263969"/>
                    <a:pt x="817152" y="5267022"/>
                    <a:pt x="830779" y="5273265"/>
                  </a:cubicBezTo>
                  <a:cubicBezTo>
                    <a:pt x="916862" y="5186430"/>
                    <a:pt x="998571" y="5090330"/>
                    <a:pt x="1094252" y="5011103"/>
                  </a:cubicBezTo>
                  <a:cubicBezTo>
                    <a:pt x="1204163" y="4920075"/>
                    <a:pt x="1248418" y="4816949"/>
                    <a:pt x="1235576" y="4673250"/>
                  </a:cubicBezTo>
                  <a:cubicBezTo>
                    <a:pt x="1222077" y="4522341"/>
                    <a:pt x="1232265" y="4369316"/>
                    <a:pt x="1230932" y="4212302"/>
                  </a:cubicBezTo>
                  <a:cubicBezTo>
                    <a:pt x="1229762" y="4115085"/>
                    <a:pt x="1229762" y="4022789"/>
                    <a:pt x="1229762" y="3927625"/>
                  </a:cubicBezTo>
                  <a:close/>
                  <a:moveTo>
                    <a:pt x="1883464" y="3927507"/>
                  </a:moveTo>
                  <a:cubicBezTo>
                    <a:pt x="1940294" y="3927507"/>
                    <a:pt x="1991418" y="3927507"/>
                    <a:pt x="2051332" y="3927507"/>
                  </a:cubicBezTo>
                  <a:cubicBezTo>
                    <a:pt x="2051332" y="4017685"/>
                    <a:pt x="2051332" y="4107659"/>
                    <a:pt x="2052547" y="4202556"/>
                  </a:cubicBezTo>
                  <a:cubicBezTo>
                    <a:pt x="2052730" y="4420322"/>
                    <a:pt x="2051332" y="4633154"/>
                    <a:pt x="2051504" y="4845988"/>
                  </a:cubicBezTo>
                  <a:cubicBezTo>
                    <a:pt x="2051514" y="4860066"/>
                    <a:pt x="2060295" y="4877315"/>
                    <a:pt x="2070483" y="4887719"/>
                  </a:cubicBezTo>
                  <a:cubicBezTo>
                    <a:pt x="2196868" y="5016693"/>
                    <a:pt x="2324263" y="5144668"/>
                    <a:pt x="2452333" y="5273847"/>
                  </a:cubicBezTo>
                  <a:cubicBezTo>
                    <a:pt x="2559686" y="5218360"/>
                    <a:pt x="2664930" y="5211653"/>
                    <a:pt x="2769897" y="5264540"/>
                  </a:cubicBezTo>
                  <a:cubicBezTo>
                    <a:pt x="2928275" y="5344325"/>
                    <a:pt x="2992767" y="5535782"/>
                    <a:pt x="2916442" y="5695408"/>
                  </a:cubicBezTo>
                  <a:cubicBezTo>
                    <a:pt x="2840945" y="5853292"/>
                    <a:pt x="2655194" y="5923632"/>
                    <a:pt x="2494268" y="5855269"/>
                  </a:cubicBezTo>
                  <a:cubicBezTo>
                    <a:pt x="2330807" y="5785843"/>
                    <a:pt x="2250904" y="5600125"/>
                    <a:pt x="2318491" y="5436277"/>
                  </a:cubicBezTo>
                  <a:cubicBezTo>
                    <a:pt x="2334064" y="5398534"/>
                    <a:pt x="2330978" y="5378286"/>
                    <a:pt x="2301909" y="5350161"/>
                  </a:cubicBezTo>
                  <a:cubicBezTo>
                    <a:pt x="2182316" y="5234459"/>
                    <a:pt x="2067301" y="5113984"/>
                    <a:pt x="1946957" y="4999100"/>
                  </a:cubicBezTo>
                  <a:cubicBezTo>
                    <a:pt x="1902411" y="4956574"/>
                    <a:pt x="1882809" y="4913727"/>
                    <a:pt x="1884054" y="4850695"/>
                  </a:cubicBezTo>
                  <a:cubicBezTo>
                    <a:pt x="1888203" y="4639614"/>
                    <a:pt x="1885442" y="4428391"/>
                    <a:pt x="1884400" y="4212270"/>
                  </a:cubicBezTo>
                  <a:cubicBezTo>
                    <a:pt x="1883464" y="4114924"/>
                    <a:pt x="1883464" y="4022543"/>
                    <a:pt x="1883464" y="3927507"/>
                  </a:cubicBezTo>
                  <a:close/>
                  <a:moveTo>
                    <a:pt x="4913853" y="3757392"/>
                  </a:moveTo>
                  <a:lnTo>
                    <a:pt x="5884734" y="3757392"/>
                  </a:lnTo>
                  <a:lnTo>
                    <a:pt x="5884734" y="3914696"/>
                  </a:lnTo>
                  <a:lnTo>
                    <a:pt x="4913853" y="3914696"/>
                  </a:lnTo>
                  <a:close/>
                  <a:moveTo>
                    <a:pt x="4909235" y="3437093"/>
                  </a:moveTo>
                  <a:lnTo>
                    <a:pt x="5886245" y="3437093"/>
                  </a:lnTo>
                  <a:lnTo>
                    <a:pt x="5886245" y="3594596"/>
                  </a:lnTo>
                  <a:lnTo>
                    <a:pt x="4909235" y="3594596"/>
                  </a:lnTo>
                  <a:close/>
                  <a:moveTo>
                    <a:pt x="380702" y="3424756"/>
                  </a:moveTo>
                  <a:cubicBezTo>
                    <a:pt x="395382" y="3432827"/>
                    <a:pt x="409859" y="3445271"/>
                    <a:pt x="426173" y="3460865"/>
                  </a:cubicBezTo>
                  <a:cubicBezTo>
                    <a:pt x="401077" y="3467496"/>
                    <a:pt x="380401" y="3462456"/>
                    <a:pt x="380702" y="3424756"/>
                  </a:cubicBezTo>
                  <a:close/>
                  <a:moveTo>
                    <a:pt x="327451" y="3369000"/>
                  </a:moveTo>
                  <a:cubicBezTo>
                    <a:pt x="341464" y="3377899"/>
                    <a:pt x="355092" y="3391215"/>
                    <a:pt x="370160" y="3407807"/>
                  </a:cubicBezTo>
                  <a:cubicBezTo>
                    <a:pt x="343925" y="3413707"/>
                    <a:pt x="325398" y="3405507"/>
                    <a:pt x="327451" y="3369000"/>
                  </a:cubicBezTo>
                  <a:close/>
                  <a:moveTo>
                    <a:pt x="3178863" y="3344120"/>
                  </a:moveTo>
                  <a:lnTo>
                    <a:pt x="3670787" y="3344120"/>
                  </a:lnTo>
                  <a:lnTo>
                    <a:pt x="3670787" y="3836044"/>
                  </a:lnTo>
                  <a:lnTo>
                    <a:pt x="3178863" y="3836044"/>
                  </a:lnTo>
                  <a:close/>
                  <a:moveTo>
                    <a:pt x="4913580" y="3115047"/>
                  </a:moveTo>
                  <a:lnTo>
                    <a:pt x="5886460" y="3115047"/>
                  </a:lnTo>
                  <a:lnTo>
                    <a:pt x="5886460" y="3272351"/>
                  </a:lnTo>
                  <a:lnTo>
                    <a:pt x="4913580" y="3272351"/>
                  </a:lnTo>
                  <a:close/>
                  <a:moveTo>
                    <a:pt x="694225" y="2459997"/>
                  </a:moveTo>
                  <a:cubicBezTo>
                    <a:pt x="750702" y="2464876"/>
                    <a:pt x="802932" y="2469378"/>
                    <a:pt x="854656" y="2473839"/>
                  </a:cubicBezTo>
                  <a:cubicBezTo>
                    <a:pt x="852455" y="2604693"/>
                    <a:pt x="866467" y="2724564"/>
                    <a:pt x="955022" y="2821017"/>
                  </a:cubicBezTo>
                  <a:cubicBezTo>
                    <a:pt x="1043792" y="2917697"/>
                    <a:pt x="1160580" y="2948294"/>
                    <a:pt x="1289769" y="2952377"/>
                  </a:cubicBezTo>
                  <a:cubicBezTo>
                    <a:pt x="1289769" y="3007112"/>
                    <a:pt x="1289769" y="3059868"/>
                    <a:pt x="1289769" y="3112390"/>
                  </a:cubicBezTo>
                  <a:cubicBezTo>
                    <a:pt x="1086125" y="3154495"/>
                    <a:pt x="847714" y="3012873"/>
                    <a:pt x="731894" y="2779794"/>
                  </a:cubicBezTo>
                  <a:cubicBezTo>
                    <a:pt x="693269" y="2674214"/>
                    <a:pt x="679449" y="2569927"/>
                    <a:pt x="694225" y="2459997"/>
                  </a:cubicBezTo>
                  <a:close/>
                  <a:moveTo>
                    <a:pt x="2762691" y="675982"/>
                  </a:moveTo>
                  <a:cubicBezTo>
                    <a:pt x="2762691" y="728729"/>
                    <a:pt x="2762691" y="781656"/>
                    <a:pt x="2762691" y="832318"/>
                  </a:cubicBezTo>
                  <a:cubicBezTo>
                    <a:pt x="2683100" y="846709"/>
                    <a:pt x="2601475" y="854113"/>
                    <a:pt x="2524312" y="876758"/>
                  </a:cubicBezTo>
                  <a:cubicBezTo>
                    <a:pt x="2279528" y="948590"/>
                    <a:pt x="2152961" y="1145110"/>
                    <a:pt x="2120569" y="1380931"/>
                  </a:cubicBezTo>
                  <a:cubicBezTo>
                    <a:pt x="2118400" y="1396763"/>
                    <a:pt x="2114294" y="1412323"/>
                    <a:pt x="2111994" y="1428132"/>
                  </a:cubicBezTo>
                  <a:cubicBezTo>
                    <a:pt x="2107233" y="1460825"/>
                    <a:pt x="2113993" y="1511250"/>
                    <a:pt x="2096175" y="1522255"/>
                  </a:cubicBezTo>
                  <a:cubicBezTo>
                    <a:pt x="2068447" y="1539385"/>
                    <a:pt x="2024192" y="1529885"/>
                    <a:pt x="1986921" y="1531369"/>
                  </a:cubicBezTo>
                  <a:cubicBezTo>
                    <a:pt x="1974487" y="1531863"/>
                    <a:pt x="1962020" y="1531444"/>
                    <a:pt x="1943524" y="1531444"/>
                  </a:cubicBezTo>
                  <a:cubicBezTo>
                    <a:pt x="1935936" y="1428208"/>
                    <a:pt x="1952294" y="1330529"/>
                    <a:pt x="1981343" y="1229764"/>
                  </a:cubicBezTo>
                  <a:cubicBezTo>
                    <a:pt x="2084536" y="854113"/>
                    <a:pt x="2408504" y="665030"/>
                    <a:pt x="2762691" y="675982"/>
                  </a:cubicBezTo>
                  <a:close/>
                  <a:moveTo>
                    <a:pt x="2736565" y="761"/>
                  </a:moveTo>
                  <a:cubicBezTo>
                    <a:pt x="3007961" y="9450"/>
                    <a:pt x="3262091" y="92777"/>
                    <a:pt x="3494339" y="264348"/>
                  </a:cubicBezTo>
                  <a:cubicBezTo>
                    <a:pt x="3626065" y="361651"/>
                    <a:pt x="3737381" y="478912"/>
                    <a:pt x="3828194" y="615441"/>
                  </a:cubicBezTo>
                  <a:cubicBezTo>
                    <a:pt x="3836039" y="627081"/>
                    <a:pt x="3844206" y="638387"/>
                    <a:pt x="3854202" y="652625"/>
                  </a:cubicBezTo>
                  <a:cubicBezTo>
                    <a:pt x="3945443" y="537731"/>
                    <a:pt x="4057856" y="452356"/>
                    <a:pt x="4188325" y="397847"/>
                  </a:cubicBezTo>
                  <a:cubicBezTo>
                    <a:pt x="4284404" y="357686"/>
                    <a:pt x="4387467" y="323006"/>
                    <a:pt x="4490207" y="311926"/>
                  </a:cubicBezTo>
                  <a:cubicBezTo>
                    <a:pt x="4778979" y="280814"/>
                    <a:pt x="5059153" y="305488"/>
                    <a:pt x="5305581" y="485726"/>
                  </a:cubicBezTo>
                  <a:cubicBezTo>
                    <a:pt x="5526968" y="647597"/>
                    <a:pt x="5665819" y="859570"/>
                    <a:pt x="5710311" y="1131071"/>
                  </a:cubicBezTo>
                  <a:cubicBezTo>
                    <a:pt x="5718909" y="1183494"/>
                    <a:pt x="5724283" y="1236715"/>
                    <a:pt x="5726109" y="1289741"/>
                  </a:cubicBezTo>
                  <a:cubicBezTo>
                    <a:pt x="5726541" y="1301261"/>
                    <a:pt x="5705798" y="1323571"/>
                    <a:pt x="5694299" y="1323904"/>
                  </a:cubicBezTo>
                  <a:cubicBezTo>
                    <a:pt x="5598113" y="1326676"/>
                    <a:pt x="5501712" y="1325485"/>
                    <a:pt x="5404453" y="1325485"/>
                  </a:cubicBezTo>
                  <a:cubicBezTo>
                    <a:pt x="5397898" y="1268375"/>
                    <a:pt x="5395532" y="1214865"/>
                    <a:pt x="5385323" y="1162904"/>
                  </a:cubicBezTo>
                  <a:cubicBezTo>
                    <a:pt x="5326538" y="863278"/>
                    <a:pt x="5060658" y="636645"/>
                    <a:pt x="4754261" y="631197"/>
                  </a:cubicBezTo>
                  <a:cubicBezTo>
                    <a:pt x="4649479" y="629337"/>
                    <a:pt x="4540826" y="631304"/>
                    <a:pt x="4440341" y="656699"/>
                  </a:cubicBezTo>
                  <a:cubicBezTo>
                    <a:pt x="4232279" y="709273"/>
                    <a:pt x="4086658" y="844438"/>
                    <a:pt x="4000897" y="1042236"/>
                  </a:cubicBezTo>
                  <a:cubicBezTo>
                    <a:pt x="3995845" y="1053703"/>
                    <a:pt x="3991762" y="1065526"/>
                    <a:pt x="3986496" y="1076906"/>
                  </a:cubicBezTo>
                  <a:cubicBezTo>
                    <a:pt x="3956190" y="1143419"/>
                    <a:pt x="3900306" y="1178788"/>
                    <a:pt x="3829376" y="1176703"/>
                  </a:cubicBezTo>
                  <a:cubicBezTo>
                    <a:pt x="3759629" y="1174662"/>
                    <a:pt x="3700627" y="1135972"/>
                    <a:pt x="3680466" y="1065838"/>
                  </a:cubicBezTo>
                  <a:cubicBezTo>
                    <a:pt x="3622087" y="862547"/>
                    <a:pt x="3502947" y="700364"/>
                    <a:pt x="3343010" y="568284"/>
                  </a:cubicBezTo>
                  <a:cubicBezTo>
                    <a:pt x="3218807" y="465714"/>
                    <a:pt x="3081590" y="382597"/>
                    <a:pt x="2917377" y="359696"/>
                  </a:cubicBezTo>
                  <a:cubicBezTo>
                    <a:pt x="2822341" y="346445"/>
                    <a:pt x="2726219" y="325477"/>
                    <a:pt x="2631388" y="329045"/>
                  </a:cubicBezTo>
                  <a:cubicBezTo>
                    <a:pt x="2155404" y="346949"/>
                    <a:pt x="1766675" y="668876"/>
                    <a:pt x="1662021" y="1150179"/>
                  </a:cubicBezTo>
                  <a:cubicBezTo>
                    <a:pt x="1644030" y="1232878"/>
                    <a:pt x="1648309" y="1320176"/>
                    <a:pt x="1636712" y="1404583"/>
                  </a:cubicBezTo>
                  <a:cubicBezTo>
                    <a:pt x="1624708" y="1491965"/>
                    <a:pt x="1557024" y="1545195"/>
                    <a:pt x="1468941" y="1541606"/>
                  </a:cubicBezTo>
                  <a:cubicBezTo>
                    <a:pt x="1424985" y="1539812"/>
                    <a:pt x="1381290" y="1531439"/>
                    <a:pt x="1337334" y="1529838"/>
                  </a:cubicBezTo>
                  <a:cubicBezTo>
                    <a:pt x="1099213" y="1521166"/>
                    <a:pt x="887433" y="1594503"/>
                    <a:pt x="701263" y="1741188"/>
                  </a:cubicBezTo>
                  <a:cubicBezTo>
                    <a:pt x="518725" y="1885015"/>
                    <a:pt x="399090" y="2069767"/>
                    <a:pt x="354791" y="2299313"/>
                  </a:cubicBezTo>
                  <a:cubicBezTo>
                    <a:pt x="257586" y="2802967"/>
                    <a:pt x="541736" y="3361887"/>
                    <a:pt x="1141846" y="3431537"/>
                  </a:cubicBezTo>
                  <a:cubicBezTo>
                    <a:pt x="1168413" y="3434622"/>
                    <a:pt x="1195484" y="3434042"/>
                    <a:pt x="1222319" y="3434052"/>
                  </a:cubicBezTo>
                  <a:cubicBezTo>
                    <a:pt x="1775682" y="3434331"/>
                    <a:pt x="2329043" y="3434438"/>
                    <a:pt x="2882396" y="3434578"/>
                  </a:cubicBezTo>
                  <a:cubicBezTo>
                    <a:pt x="2903448" y="3434590"/>
                    <a:pt x="2924502" y="3434590"/>
                    <a:pt x="2948155" y="3434590"/>
                  </a:cubicBezTo>
                  <a:cubicBezTo>
                    <a:pt x="2948155" y="3545154"/>
                    <a:pt x="2948155" y="3650121"/>
                    <a:pt x="2948155" y="3763866"/>
                  </a:cubicBezTo>
                  <a:cubicBezTo>
                    <a:pt x="2927091" y="3763866"/>
                    <a:pt x="2906565" y="3763866"/>
                    <a:pt x="2886038" y="3763866"/>
                  </a:cubicBezTo>
                  <a:cubicBezTo>
                    <a:pt x="2341628" y="3763866"/>
                    <a:pt x="1797218" y="3763071"/>
                    <a:pt x="1252808" y="3764177"/>
                  </a:cubicBezTo>
                  <a:cubicBezTo>
                    <a:pt x="943189" y="3764802"/>
                    <a:pt x="670000" y="3668208"/>
                    <a:pt x="429365" y="3462219"/>
                  </a:cubicBezTo>
                  <a:cubicBezTo>
                    <a:pt x="409859" y="3445273"/>
                    <a:pt x="395382" y="3432827"/>
                    <a:pt x="380907" y="3420382"/>
                  </a:cubicBezTo>
                  <a:cubicBezTo>
                    <a:pt x="380746" y="3416889"/>
                    <a:pt x="379187" y="3414224"/>
                    <a:pt x="372470" y="3408452"/>
                  </a:cubicBezTo>
                  <a:cubicBezTo>
                    <a:pt x="355092" y="3391215"/>
                    <a:pt x="341464" y="3377899"/>
                    <a:pt x="327837" y="3364572"/>
                  </a:cubicBezTo>
                  <a:cubicBezTo>
                    <a:pt x="266623" y="3277104"/>
                    <a:pt x="195520" y="3194728"/>
                    <a:pt x="146976" y="3100713"/>
                  </a:cubicBezTo>
                  <a:cubicBezTo>
                    <a:pt x="98788" y="3007375"/>
                    <a:pt x="65225" y="2904323"/>
                    <a:pt x="39850" y="2801915"/>
                  </a:cubicBezTo>
                  <a:cubicBezTo>
                    <a:pt x="6320" y="2666632"/>
                    <a:pt x="-9037" y="2526321"/>
                    <a:pt x="5460" y="2387264"/>
                  </a:cubicBezTo>
                  <a:cubicBezTo>
                    <a:pt x="20174" y="2246179"/>
                    <a:pt x="49856" y="2107865"/>
                    <a:pt x="110039" y="1976095"/>
                  </a:cubicBezTo>
                  <a:cubicBezTo>
                    <a:pt x="181216" y="1820244"/>
                    <a:pt x="274006" y="1680639"/>
                    <a:pt x="397628" y="1563905"/>
                  </a:cubicBezTo>
                  <a:cubicBezTo>
                    <a:pt x="613471" y="1360110"/>
                    <a:pt x="868165" y="1235737"/>
                    <a:pt x="1166736" y="1208859"/>
                  </a:cubicBezTo>
                  <a:cubicBezTo>
                    <a:pt x="1207564" y="1205183"/>
                    <a:pt x="1248939" y="1204785"/>
                    <a:pt x="1289059" y="1197391"/>
                  </a:cubicBezTo>
                  <a:cubicBezTo>
                    <a:pt x="1303482" y="1194736"/>
                    <a:pt x="1324813" y="1177090"/>
                    <a:pt x="1326275" y="1164365"/>
                  </a:cubicBezTo>
                  <a:cubicBezTo>
                    <a:pt x="1354475" y="917851"/>
                    <a:pt x="1454530" y="700386"/>
                    <a:pt x="1605235" y="508326"/>
                  </a:cubicBezTo>
                  <a:cubicBezTo>
                    <a:pt x="1822657" y="231247"/>
                    <a:pt x="2109644" y="65464"/>
                    <a:pt x="2459587" y="16448"/>
                  </a:cubicBezTo>
                  <a:cubicBezTo>
                    <a:pt x="2553717" y="3261"/>
                    <a:pt x="2646101" y="-2135"/>
                    <a:pt x="2736565" y="761"/>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71" name="Group 70">
            <a:extLst>
              <a:ext uri="{FF2B5EF4-FFF2-40B4-BE49-F238E27FC236}">
                <a16:creationId xmlns:a16="http://schemas.microsoft.com/office/drawing/2014/main" id="{36E3E99F-B4C1-C66D-225A-4942F5A5D2F9}"/>
              </a:ext>
              <a:ext uri="{C183D7F6-B498-43B3-948B-1728B52AA6E4}">
                <adec:decorative xmlns:adec="http://schemas.microsoft.com/office/drawing/2017/decorative" val="1"/>
              </a:ext>
            </a:extLst>
          </p:cNvPr>
          <p:cNvGrpSpPr>
            <a:grpSpLocks noChangeAspect="1"/>
          </p:cNvGrpSpPr>
          <p:nvPr/>
        </p:nvGrpSpPr>
        <p:grpSpPr>
          <a:xfrm>
            <a:off x="5668956" y="810791"/>
            <a:ext cx="396357" cy="457200"/>
            <a:chOff x="5668956" y="810791"/>
            <a:chExt cx="396357" cy="457200"/>
          </a:xfrm>
          <a:solidFill>
            <a:srgbClr val="FF0000"/>
          </a:solidFill>
        </p:grpSpPr>
        <p:sp>
          <p:nvSpPr>
            <p:cNvPr id="3047" name="Freeform: Shape 3046">
              <a:extLst>
                <a:ext uri="{FF2B5EF4-FFF2-40B4-BE49-F238E27FC236}">
                  <a16:creationId xmlns:a16="http://schemas.microsoft.com/office/drawing/2014/main" id="{F1B5E820-7657-2A28-8070-7D1807EDBEC9}"/>
                </a:ext>
                <a:ext uri="{C183D7F6-B498-43B3-948B-1728B52AA6E4}">
                  <adec:decorative xmlns:adec="http://schemas.microsoft.com/office/drawing/2017/decorative" val="1"/>
                </a:ext>
              </a:extLst>
            </p:cNvPr>
            <p:cNvSpPr/>
            <p:nvPr/>
          </p:nvSpPr>
          <p:spPr>
            <a:xfrm>
              <a:off x="5668956" y="810791"/>
              <a:ext cx="336084" cy="325640"/>
            </a:xfrm>
            <a:custGeom>
              <a:avLst/>
              <a:gdLst>
                <a:gd name="connsiteX0" fmla="*/ 3222263 w 5041267"/>
                <a:gd name="connsiteY0" fmla="*/ 4485873 h 4884602"/>
                <a:gd name="connsiteX1" fmla="*/ 3629748 w 5041267"/>
                <a:gd name="connsiteY1" fmla="*/ 4485873 h 4884602"/>
                <a:gd name="connsiteX2" fmla="*/ 3629748 w 5041267"/>
                <a:gd name="connsiteY2" fmla="*/ 4884602 h 4884602"/>
                <a:gd name="connsiteX3" fmla="*/ 3222263 w 5041267"/>
                <a:gd name="connsiteY3" fmla="*/ 4884602 h 4884602"/>
                <a:gd name="connsiteX4" fmla="*/ 1002241 w 5041267"/>
                <a:gd name="connsiteY4" fmla="*/ 3671887 h 4884602"/>
                <a:gd name="connsiteX5" fmla="*/ 1411547 w 5041267"/>
                <a:gd name="connsiteY5" fmla="*/ 3671887 h 4884602"/>
                <a:gd name="connsiteX6" fmla="*/ 1411547 w 5041267"/>
                <a:gd name="connsiteY6" fmla="*/ 4075547 h 4884602"/>
                <a:gd name="connsiteX7" fmla="*/ 1002241 w 5041267"/>
                <a:gd name="connsiteY7" fmla="*/ 4075547 h 4884602"/>
                <a:gd name="connsiteX8" fmla="*/ 3225430 w 5041267"/>
                <a:gd name="connsiteY8" fmla="*/ 2869260 h 4884602"/>
                <a:gd name="connsiteX9" fmla="*/ 3634450 w 5041267"/>
                <a:gd name="connsiteY9" fmla="*/ 2869260 h 4884602"/>
                <a:gd name="connsiteX10" fmla="*/ 3634450 w 5041267"/>
                <a:gd name="connsiteY10" fmla="*/ 3267855 h 4884602"/>
                <a:gd name="connsiteX11" fmla="*/ 3225430 w 5041267"/>
                <a:gd name="connsiteY11" fmla="*/ 3267855 h 4884602"/>
                <a:gd name="connsiteX12" fmla="*/ 4641278 w 5041267"/>
                <a:gd name="connsiteY12" fmla="*/ 2863767 h 4884602"/>
                <a:gd name="connsiteX13" fmla="*/ 5041267 w 5041267"/>
                <a:gd name="connsiteY13" fmla="*/ 2863767 h 4884602"/>
                <a:gd name="connsiteX14" fmla="*/ 5041267 w 5041267"/>
                <a:gd name="connsiteY14" fmla="*/ 3268619 h 4884602"/>
                <a:gd name="connsiteX15" fmla="*/ 4641278 w 5041267"/>
                <a:gd name="connsiteY15" fmla="*/ 3268619 h 4884602"/>
                <a:gd name="connsiteX16" fmla="*/ 1005121 w 5041267"/>
                <a:gd name="connsiteY16" fmla="*/ 2062141 h 4884602"/>
                <a:gd name="connsiteX17" fmla="*/ 1406798 w 5041267"/>
                <a:gd name="connsiteY17" fmla="*/ 2062141 h 4884602"/>
                <a:gd name="connsiteX18" fmla="*/ 1406798 w 5041267"/>
                <a:gd name="connsiteY18" fmla="*/ 2465314 h 4884602"/>
                <a:gd name="connsiteX19" fmla="*/ 1005121 w 5041267"/>
                <a:gd name="connsiteY19" fmla="*/ 2465314 h 4884602"/>
                <a:gd name="connsiteX20" fmla="*/ 3222006 w 5041267"/>
                <a:gd name="connsiteY20" fmla="*/ 1251731 h 4884602"/>
                <a:gd name="connsiteX21" fmla="*/ 3629805 w 5041267"/>
                <a:gd name="connsiteY21" fmla="*/ 1251731 h 4884602"/>
                <a:gd name="connsiteX22" fmla="*/ 3629805 w 5041267"/>
                <a:gd name="connsiteY22" fmla="*/ 1652110 h 4884602"/>
                <a:gd name="connsiteX23" fmla="*/ 3222006 w 5041267"/>
                <a:gd name="connsiteY23" fmla="*/ 1652110 h 4884602"/>
                <a:gd name="connsiteX24" fmla="*/ 0 w 5041267"/>
                <a:gd name="connsiteY24" fmla="*/ 0 h 4884602"/>
                <a:gd name="connsiteX25" fmla="*/ 633897 w 5041267"/>
                <a:gd name="connsiteY25" fmla="*/ 0 h 4884602"/>
                <a:gd name="connsiteX26" fmla="*/ 633897 w 5041267"/>
                <a:gd name="connsiteY26" fmla="*/ 633896 h 4884602"/>
                <a:gd name="connsiteX27" fmla="*/ 0 w 5041267"/>
                <a:gd name="connsiteY27" fmla="*/ 633896 h 4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1267" h="4884602">
                  <a:moveTo>
                    <a:pt x="3222263" y="4485873"/>
                  </a:moveTo>
                  <a:lnTo>
                    <a:pt x="3629748" y="4485873"/>
                  </a:lnTo>
                  <a:lnTo>
                    <a:pt x="3629748" y="4884602"/>
                  </a:lnTo>
                  <a:lnTo>
                    <a:pt x="3222263" y="4884602"/>
                  </a:lnTo>
                  <a:close/>
                  <a:moveTo>
                    <a:pt x="1002241" y="3671887"/>
                  </a:moveTo>
                  <a:lnTo>
                    <a:pt x="1411547" y="3671887"/>
                  </a:lnTo>
                  <a:lnTo>
                    <a:pt x="1411547" y="4075547"/>
                  </a:lnTo>
                  <a:lnTo>
                    <a:pt x="1002241" y="4075547"/>
                  </a:lnTo>
                  <a:close/>
                  <a:moveTo>
                    <a:pt x="3225430" y="2869260"/>
                  </a:moveTo>
                  <a:lnTo>
                    <a:pt x="3634450" y="2869260"/>
                  </a:lnTo>
                  <a:lnTo>
                    <a:pt x="3634450" y="3267855"/>
                  </a:lnTo>
                  <a:lnTo>
                    <a:pt x="3225430" y="3267855"/>
                  </a:lnTo>
                  <a:close/>
                  <a:moveTo>
                    <a:pt x="4641278" y="2863767"/>
                  </a:moveTo>
                  <a:lnTo>
                    <a:pt x="5041267" y="2863767"/>
                  </a:lnTo>
                  <a:lnTo>
                    <a:pt x="5041267" y="3268619"/>
                  </a:lnTo>
                  <a:lnTo>
                    <a:pt x="4641278" y="3268619"/>
                  </a:lnTo>
                  <a:close/>
                  <a:moveTo>
                    <a:pt x="1005121" y="2062141"/>
                  </a:moveTo>
                  <a:lnTo>
                    <a:pt x="1406798" y="2062141"/>
                  </a:lnTo>
                  <a:lnTo>
                    <a:pt x="1406798" y="2465314"/>
                  </a:lnTo>
                  <a:lnTo>
                    <a:pt x="1005121" y="2465314"/>
                  </a:lnTo>
                  <a:close/>
                  <a:moveTo>
                    <a:pt x="3222006" y="1251731"/>
                  </a:moveTo>
                  <a:lnTo>
                    <a:pt x="3629805" y="1251731"/>
                  </a:lnTo>
                  <a:lnTo>
                    <a:pt x="3629805" y="1652110"/>
                  </a:lnTo>
                  <a:lnTo>
                    <a:pt x="3222006" y="1652110"/>
                  </a:lnTo>
                  <a:close/>
                  <a:moveTo>
                    <a:pt x="0" y="0"/>
                  </a:moveTo>
                  <a:lnTo>
                    <a:pt x="633897" y="0"/>
                  </a:lnTo>
                  <a:lnTo>
                    <a:pt x="633897" y="633896"/>
                  </a:lnTo>
                  <a:lnTo>
                    <a:pt x="0" y="633896"/>
                  </a:lnTo>
                  <a:close/>
                </a:path>
              </a:pathLst>
            </a:custGeom>
            <a:solidFill>
              <a:schemeClr val="accent1"/>
            </a:solidFill>
            <a:ln w="6350" cap="flat">
              <a:noFill/>
              <a:prstDash val="solid"/>
              <a:miter/>
            </a:ln>
          </p:spPr>
          <p:txBody>
            <a:bodyPr wrap="square" rtlCol="0" anchor="ctr">
              <a:noAutofit/>
            </a:bodyPr>
            <a:lstStyle/>
            <a:p>
              <a:endParaRPr lang="en-US" dirty="0"/>
            </a:p>
          </p:txBody>
        </p:sp>
        <p:sp>
          <p:nvSpPr>
            <p:cNvPr id="3048" name="Freeform: Shape 3047">
              <a:extLst>
                <a:ext uri="{FF2B5EF4-FFF2-40B4-BE49-F238E27FC236}">
                  <a16:creationId xmlns:a16="http://schemas.microsoft.com/office/drawing/2014/main" id="{CCAC3AD7-C386-CD2B-DE51-AAA3703D67F5}"/>
                </a:ext>
                <a:ext uri="{C183D7F6-B498-43B3-948B-1728B52AA6E4}">
                  <adec:decorative xmlns:adec="http://schemas.microsoft.com/office/drawing/2017/decorative" val="1"/>
                </a:ext>
              </a:extLst>
            </p:cNvPr>
            <p:cNvSpPr/>
            <p:nvPr/>
          </p:nvSpPr>
          <p:spPr>
            <a:xfrm>
              <a:off x="5676245" y="818289"/>
              <a:ext cx="389068" cy="449702"/>
            </a:xfrm>
            <a:custGeom>
              <a:avLst/>
              <a:gdLst>
                <a:gd name="connsiteX0" fmla="*/ 2233629 w 5836021"/>
                <a:gd name="connsiteY0" fmla="*/ 3467787 h 6745527"/>
                <a:gd name="connsiteX1" fmla="*/ 1821989 w 5836021"/>
                <a:gd name="connsiteY1" fmla="*/ 3743129 h 6745527"/>
                <a:gd name="connsiteX2" fmla="*/ 2545989 w 5836021"/>
                <a:gd name="connsiteY2" fmla="*/ 4044181 h 6745527"/>
                <a:gd name="connsiteX3" fmla="*/ 2556789 w 5836021"/>
                <a:gd name="connsiteY3" fmla="*/ 4031753 h 6745527"/>
                <a:gd name="connsiteX4" fmla="*/ 2273462 w 5836021"/>
                <a:gd name="connsiteY4" fmla="*/ 3533573 h 6745527"/>
                <a:gd name="connsiteX5" fmla="*/ 2233629 w 5836021"/>
                <a:gd name="connsiteY5" fmla="*/ 3467787 h 6745527"/>
                <a:gd name="connsiteX6" fmla="*/ 4418937 w 5836021"/>
                <a:gd name="connsiteY6" fmla="*/ 3356601 h 6745527"/>
                <a:gd name="connsiteX7" fmla="*/ 4448463 w 5836021"/>
                <a:gd name="connsiteY7" fmla="*/ 3357554 h 6745527"/>
                <a:gd name="connsiteX8" fmla="*/ 4487248 w 5836021"/>
                <a:gd name="connsiteY8" fmla="*/ 3374907 h 6745527"/>
                <a:gd name="connsiteX9" fmla="*/ 4502078 w 5836021"/>
                <a:gd name="connsiteY9" fmla="*/ 3537719 h 6745527"/>
                <a:gd name="connsiteX10" fmla="*/ 4333275 w 5836021"/>
                <a:gd name="connsiteY10" fmla="*/ 3764821 h 6745527"/>
                <a:gd name="connsiteX11" fmla="*/ 3927292 w 5836021"/>
                <a:gd name="connsiteY11" fmla="*/ 4305770 h 6745527"/>
                <a:gd name="connsiteX12" fmla="*/ 3763583 w 5836021"/>
                <a:gd name="connsiteY12" fmla="*/ 4354574 h 6745527"/>
                <a:gd name="connsiteX13" fmla="*/ 3759919 w 5836021"/>
                <a:gd name="connsiteY13" fmla="*/ 4178865 h 6745527"/>
                <a:gd name="connsiteX14" fmla="*/ 4284399 w 5836021"/>
                <a:gd name="connsiteY14" fmla="*/ 3479039 h 6745527"/>
                <a:gd name="connsiteX15" fmla="*/ 4333255 w 5836021"/>
                <a:gd name="connsiteY15" fmla="*/ 3414609 h 6745527"/>
                <a:gd name="connsiteX16" fmla="*/ 4418937 w 5836021"/>
                <a:gd name="connsiteY16" fmla="*/ 3356601 h 6745527"/>
                <a:gd name="connsiteX17" fmla="*/ 2057481 w 5836021"/>
                <a:gd name="connsiteY17" fmla="*/ 3182342 h 6745527"/>
                <a:gd name="connsiteX18" fmla="*/ 1925202 w 5836021"/>
                <a:gd name="connsiteY18" fmla="*/ 3407972 h 6745527"/>
                <a:gd name="connsiteX19" fmla="*/ 1936832 w 5836021"/>
                <a:gd name="connsiteY19" fmla="*/ 3415626 h 6745527"/>
                <a:gd name="connsiteX20" fmla="*/ 2129712 w 5836021"/>
                <a:gd name="connsiteY20" fmla="*/ 3284302 h 6745527"/>
                <a:gd name="connsiteX21" fmla="*/ 2074623 w 5836021"/>
                <a:gd name="connsiteY21" fmla="*/ 3185525 h 6745527"/>
                <a:gd name="connsiteX22" fmla="*/ 2057481 w 5836021"/>
                <a:gd name="connsiteY22" fmla="*/ 3182342 h 6745527"/>
                <a:gd name="connsiteX23" fmla="*/ 4024209 w 5836021"/>
                <a:gd name="connsiteY23" fmla="*/ 2849657 h 6745527"/>
                <a:gd name="connsiteX24" fmla="*/ 4210965 w 5836021"/>
                <a:gd name="connsiteY24" fmla="*/ 2851466 h 6745527"/>
                <a:gd name="connsiteX25" fmla="*/ 4332998 w 5836021"/>
                <a:gd name="connsiteY25" fmla="*/ 2955155 h 6745527"/>
                <a:gd name="connsiteX26" fmla="*/ 4212657 w 5836021"/>
                <a:gd name="connsiteY26" fmla="*/ 3059086 h 6745527"/>
                <a:gd name="connsiteX27" fmla="*/ 3846213 w 5836021"/>
                <a:gd name="connsiteY27" fmla="*/ 3059130 h 6745527"/>
                <a:gd name="connsiteX28" fmla="*/ 3727620 w 5836021"/>
                <a:gd name="connsiteY28" fmla="*/ 2916135 h 6745527"/>
                <a:gd name="connsiteX29" fmla="*/ 3837763 w 5836021"/>
                <a:gd name="connsiteY29" fmla="*/ 2853990 h 6745527"/>
                <a:gd name="connsiteX30" fmla="*/ 4024209 w 5836021"/>
                <a:gd name="connsiteY30" fmla="*/ 2849657 h 6745527"/>
                <a:gd name="connsiteX31" fmla="*/ 2305620 w 5836021"/>
                <a:gd name="connsiteY31" fmla="*/ 2743645 h 6745527"/>
                <a:gd name="connsiteX32" fmla="*/ 2197116 w 5836021"/>
                <a:gd name="connsiteY32" fmla="*/ 2934605 h 6745527"/>
                <a:gd name="connsiteX33" fmla="*/ 2194275 w 5836021"/>
                <a:gd name="connsiteY33" fmla="*/ 2972703 h 6745527"/>
                <a:gd name="connsiteX34" fmla="*/ 2305578 w 5836021"/>
                <a:gd name="connsiteY34" fmla="*/ 3168003 h 6745527"/>
                <a:gd name="connsiteX35" fmla="*/ 2597928 w 5836021"/>
                <a:gd name="connsiteY35" fmla="*/ 2972867 h 6745527"/>
                <a:gd name="connsiteX36" fmla="*/ 2585214 w 5836021"/>
                <a:gd name="connsiteY36" fmla="*/ 2929899 h 6745527"/>
                <a:gd name="connsiteX37" fmla="*/ 2305620 w 5836021"/>
                <a:gd name="connsiteY37" fmla="*/ 2743645 h 6745527"/>
                <a:gd name="connsiteX38" fmla="*/ 1928993 w 5836021"/>
                <a:gd name="connsiteY38" fmla="*/ 2513861 h 6745527"/>
                <a:gd name="connsiteX39" fmla="*/ 2064503 w 5836021"/>
                <a:gd name="connsiteY39" fmla="*/ 2744622 h 6745527"/>
                <a:gd name="connsiteX40" fmla="*/ 2132265 w 5836021"/>
                <a:gd name="connsiteY40" fmla="*/ 2621610 h 6745527"/>
                <a:gd name="connsiteX41" fmla="*/ 1928993 w 5836021"/>
                <a:gd name="connsiteY41" fmla="*/ 2513861 h 6745527"/>
                <a:gd name="connsiteX42" fmla="*/ 2556309 w 5836021"/>
                <a:gd name="connsiteY42" fmla="*/ 1870166 h 6745527"/>
                <a:gd name="connsiteX43" fmla="*/ 2556302 w 5836021"/>
                <a:gd name="connsiteY43" fmla="*/ 1870167 h 6745527"/>
                <a:gd name="connsiteX44" fmla="*/ 2553704 w 5836021"/>
                <a:gd name="connsiteY44" fmla="*/ 1882137 h 6745527"/>
                <a:gd name="connsiteX45" fmla="*/ 2543504 w 5836021"/>
                <a:gd name="connsiteY45" fmla="*/ 1876276 h 6745527"/>
                <a:gd name="connsiteX46" fmla="*/ 2556301 w 5836021"/>
                <a:gd name="connsiteY46" fmla="*/ 1870168 h 6745527"/>
                <a:gd name="connsiteX47" fmla="*/ 2547555 w 5836021"/>
                <a:gd name="connsiteY47" fmla="*/ 1872089 h 6745527"/>
                <a:gd name="connsiteX48" fmla="*/ 2531226 w 5836021"/>
                <a:gd name="connsiteY48" fmla="*/ 1875354 h 6745527"/>
                <a:gd name="connsiteX49" fmla="*/ 1821782 w 5836021"/>
                <a:gd name="connsiteY49" fmla="*/ 2169210 h 6745527"/>
                <a:gd name="connsiteX50" fmla="*/ 2236853 w 5836021"/>
                <a:gd name="connsiteY50" fmla="*/ 2445693 h 6745527"/>
                <a:gd name="connsiteX51" fmla="*/ 2556865 w 5836021"/>
                <a:gd name="connsiteY51" fmla="*/ 1880307 h 6745527"/>
                <a:gd name="connsiteX52" fmla="*/ 2556309 w 5836021"/>
                <a:gd name="connsiteY52" fmla="*/ 1870166 h 6745527"/>
                <a:gd name="connsiteX53" fmla="*/ 3812570 w 5836021"/>
                <a:gd name="connsiteY53" fmla="*/ 1539818 h 6745527"/>
                <a:gd name="connsiteX54" fmla="*/ 3852857 w 5836021"/>
                <a:gd name="connsiteY54" fmla="*/ 1543104 h 6745527"/>
                <a:gd name="connsiteX55" fmla="*/ 3923520 w 5836021"/>
                <a:gd name="connsiteY55" fmla="*/ 1603235 h 6745527"/>
                <a:gd name="connsiteX56" fmla="*/ 4495839 w 5836021"/>
                <a:gd name="connsiteY56" fmla="*/ 2365234 h 6745527"/>
                <a:gd name="connsiteX57" fmla="*/ 4491333 w 5836021"/>
                <a:gd name="connsiteY57" fmla="*/ 2534846 h 6745527"/>
                <a:gd name="connsiteX58" fmla="*/ 4327953 w 5836021"/>
                <a:gd name="connsiteY58" fmla="*/ 2490224 h 6745527"/>
                <a:gd name="connsiteX59" fmla="*/ 3753728 w 5836021"/>
                <a:gd name="connsiteY59" fmla="*/ 1721092 h 6745527"/>
                <a:gd name="connsiteX60" fmla="*/ 3734910 w 5836021"/>
                <a:gd name="connsiteY60" fmla="*/ 1595374 h 6745527"/>
                <a:gd name="connsiteX61" fmla="*/ 3812570 w 5836021"/>
                <a:gd name="connsiteY61" fmla="*/ 1539818 h 6745527"/>
                <a:gd name="connsiteX62" fmla="*/ 2823711 w 5836021"/>
                <a:gd name="connsiteY62" fmla="*/ 1538238 h 6745527"/>
                <a:gd name="connsiteX63" fmla="*/ 2893593 w 5836021"/>
                <a:gd name="connsiteY63" fmla="*/ 1574269 h 6745527"/>
                <a:gd name="connsiteX64" fmla="*/ 2888616 w 5836021"/>
                <a:gd name="connsiteY64" fmla="*/ 1726660 h 6745527"/>
                <a:gd name="connsiteX65" fmla="*/ 2410121 w 5836021"/>
                <a:gd name="connsiteY65" fmla="*/ 2559947 h 6745527"/>
                <a:gd name="connsiteX66" fmla="*/ 2634208 w 5836021"/>
                <a:gd name="connsiteY66" fmla="*/ 2710984 h 6745527"/>
                <a:gd name="connsiteX67" fmla="*/ 2853446 w 5836021"/>
                <a:gd name="connsiteY67" fmla="*/ 2855864 h 6745527"/>
                <a:gd name="connsiteX68" fmla="*/ 2851791 w 5836021"/>
                <a:gd name="connsiteY68" fmla="*/ 3057331 h 6745527"/>
                <a:gd name="connsiteX69" fmla="*/ 2410187 w 5836021"/>
                <a:gd name="connsiteY69" fmla="*/ 3350818 h 6745527"/>
                <a:gd name="connsiteX70" fmla="*/ 2675103 w 5836021"/>
                <a:gd name="connsiteY70" fmla="*/ 3815756 h 6745527"/>
                <a:gd name="connsiteX71" fmla="*/ 2894687 w 5836021"/>
                <a:gd name="connsiteY71" fmla="*/ 4199788 h 6745527"/>
                <a:gd name="connsiteX72" fmla="*/ 2916440 w 5836021"/>
                <a:gd name="connsiteY72" fmla="*/ 4296012 h 6745527"/>
                <a:gd name="connsiteX73" fmla="*/ 2749880 w 5836021"/>
                <a:gd name="connsiteY73" fmla="*/ 4357878 h 6745527"/>
                <a:gd name="connsiteX74" fmla="*/ 1575586 w 5836021"/>
                <a:gd name="connsiteY74" fmla="*/ 3869892 h 6745527"/>
                <a:gd name="connsiteX75" fmla="*/ 1519350 w 5836021"/>
                <a:gd name="connsiteY75" fmla="*/ 3691938 h 6745527"/>
                <a:gd name="connsiteX76" fmla="*/ 1921036 w 5836021"/>
                <a:gd name="connsiteY76" fmla="*/ 2990159 h 6745527"/>
                <a:gd name="connsiteX77" fmla="*/ 1921751 w 5836021"/>
                <a:gd name="connsiteY77" fmla="*/ 2922990 h 6745527"/>
                <a:gd name="connsiteX78" fmla="*/ 1526967 w 5836021"/>
                <a:gd name="connsiteY78" fmla="*/ 2233106 h 6745527"/>
                <a:gd name="connsiteX79" fmla="*/ 1594606 w 5836021"/>
                <a:gd name="connsiteY79" fmla="*/ 2036154 h 6745527"/>
                <a:gd name="connsiteX80" fmla="*/ 2743065 w 5836021"/>
                <a:gd name="connsiteY80" fmla="*/ 1557487 h 6745527"/>
                <a:gd name="connsiteX81" fmla="*/ 2823711 w 5836021"/>
                <a:gd name="connsiteY81" fmla="*/ 1538238 h 6745527"/>
                <a:gd name="connsiteX82" fmla="*/ 5745129 w 5836021"/>
                <a:gd name="connsiteY82" fmla="*/ 0 h 6745527"/>
                <a:gd name="connsiteX83" fmla="*/ 5823686 w 5836021"/>
                <a:gd name="connsiteY83" fmla="*/ 0 h 6745527"/>
                <a:gd name="connsiteX84" fmla="*/ 5829104 w 5836021"/>
                <a:gd name="connsiteY84" fmla="*/ 44471 h 6745527"/>
                <a:gd name="connsiteX85" fmla="*/ 5823076 w 5836021"/>
                <a:gd name="connsiteY85" fmla="*/ 3580005 h 6745527"/>
                <a:gd name="connsiteX86" fmla="*/ 4621938 w 5836021"/>
                <a:gd name="connsiteY86" fmla="*/ 5689317 h 6745527"/>
                <a:gd name="connsiteX87" fmla="*/ 3013772 w 5836021"/>
                <a:gd name="connsiteY87" fmla="*/ 6704289 h 6745527"/>
                <a:gd name="connsiteX88" fmla="*/ 2950435 w 5836021"/>
                <a:gd name="connsiteY88" fmla="*/ 6745527 h 6745527"/>
                <a:gd name="connsiteX89" fmla="*/ 1243007 w 5836021"/>
                <a:gd name="connsiteY89" fmla="*/ 5695411 h 6745527"/>
                <a:gd name="connsiteX90" fmla="*/ 28812 w 5836021"/>
                <a:gd name="connsiteY90" fmla="*/ 3850584 h 6745527"/>
                <a:gd name="connsiteX91" fmla="*/ 0 w 5836021"/>
                <a:gd name="connsiteY91" fmla="*/ 3444502 h 6745527"/>
                <a:gd name="connsiteX92" fmla="*/ 7573 w 5836021"/>
                <a:gd name="connsiteY92" fmla="*/ 1397649 h 6745527"/>
                <a:gd name="connsiteX93" fmla="*/ 3424 w 5836021"/>
                <a:gd name="connsiteY93" fmla="*/ 1397649 h 6745527"/>
                <a:gd name="connsiteX94" fmla="*/ 3424 w 5836021"/>
                <a:gd name="connsiteY94" fmla="*/ 1148425 h 6745527"/>
                <a:gd name="connsiteX95" fmla="*/ 1841 w 5836021"/>
                <a:gd name="connsiteY95" fmla="*/ 1148425 h 6745527"/>
                <a:gd name="connsiteX96" fmla="*/ 1841 w 5836021"/>
                <a:gd name="connsiteY96" fmla="*/ 1037736 h 6745527"/>
                <a:gd name="connsiteX97" fmla="*/ 1240 w 5836021"/>
                <a:gd name="connsiteY97" fmla="*/ 1037736 h 6745527"/>
                <a:gd name="connsiteX98" fmla="*/ 1240 w 5836021"/>
                <a:gd name="connsiteY98" fmla="*/ 912981 h 6745527"/>
                <a:gd name="connsiteX99" fmla="*/ 582 w 5836021"/>
                <a:gd name="connsiteY99" fmla="*/ 912981 h 6745527"/>
                <a:gd name="connsiteX100" fmla="*/ 582 w 5836021"/>
                <a:gd name="connsiteY100" fmla="*/ 831667 h 6745527"/>
                <a:gd name="connsiteX101" fmla="*/ 427732 w 5836021"/>
                <a:gd name="connsiteY101" fmla="*/ 831667 h 6745527"/>
                <a:gd name="connsiteX102" fmla="*/ 427732 w 5836021"/>
                <a:gd name="connsiteY102" fmla="*/ 912981 h 6745527"/>
                <a:gd name="connsiteX103" fmla="*/ 426321 w 5836021"/>
                <a:gd name="connsiteY103" fmla="*/ 912981 h 6745527"/>
                <a:gd name="connsiteX104" fmla="*/ 426321 w 5836021"/>
                <a:gd name="connsiteY104" fmla="*/ 971205 h 6745527"/>
                <a:gd name="connsiteX105" fmla="*/ 426473 w 5836021"/>
                <a:gd name="connsiteY105" fmla="*/ 971205 h 6745527"/>
                <a:gd name="connsiteX106" fmla="*/ 426473 w 5836021"/>
                <a:gd name="connsiteY106" fmla="*/ 1099404 h 6745527"/>
                <a:gd name="connsiteX107" fmla="*/ 427275 w 5836021"/>
                <a:gd name="connsiteY107" fmla="*/ 1099404 h 6745527"/>
                <a:gd name="connsiteX108" fmla="*/ 427275 w 5836021"/>
                <a:gd name="connsiteY108" fmla="*/ 1397649 h 6745527"/>
                <a:gd name="connsiteX109" fmla="*/ 402678 w 5836021"/>
                <a:gd name="connsiteY109" fmla="*/ 1397649 h 6745527"/>
                <a:gd name="connsiteX110" fmla="*/ 428276 w 5836021"/>
                <a:gd name="connsiteY110" fmla="*/ 1404039 h 6745527"/>
                <a:gd name="connsiteX111" fmla="*/ 431080 w 5836021"/>
                <a:gd name="connsiteY111" fmla="*/ 3465464 h 6745527"/>
                <a:gd name="connsiteX112" fmla="*/ 443583 w 5836021"/>
                <a:gd name="connsiteY112" fmla="*/ 3699859 h 6745527"/>
                <a:gd name="connsiteX113" fmla="*/ 1456763 w 5836021"/>
                <a:gd name="connsiteY113" fmla="*/ 5318389 h 6745527"/>
                <a:gd name="connsiteX114" fmla="*/ 2880900 w 5836021"/>
                <a:gd name="connsiteY114" fmla="*/ 6197294 h 6745527"/>
                <a:gd name="connsiteX115" fmla="*/ 3015651 w 5836021"/>
                <a:gd name="connsiteY115" fmla="*/ 6193803 h 6745527"/>
                <a:gd name="connsiteX116" fmla="*/ 4377662 w 5836021"/>
                <a:gd name="connsiteY116" fmla="*/ 5332799 h 6745527"/>
                <a:gd name="connsiteX117" fmla="*/ 5396660 w 5836021"/>
                <a:gd name="connsiteY117" fmla="*/ 3492273 h 6745527"/>
                <a:gd name="connsiteX118" fmla="*/ 5399006 w 5836021"/>
                <a:gd name="connsiteY118" fmla="*/ 516980 h 6745527"/>
                <a:gd name="connsiteX119" fmla="*/ 5399006 w 5836021"/>
                <a:gd name="connsiteY119" fmla="*/ 430506 h 6745527"/>
                <a:gd name="connsiteX120" fmla="*/ 5315413 w 5836021"/>
                <a:gd name="connsiteY120" fmla="*/ 430506 h 6745527"/>
                <a:gd name="connsiteX121" fmla="*/ 1530524 w 5836021"/>
                <a:gd name="connsiteY121" fmla="*/ 430335 h 6745527"/>
                <a:gd name="connsiteX122" fmla="*/ 1455943 w 5836021"/>
                <a:gd name="connsiteY122" fmla="*/ 425719 h 6745527"/>
                <a:gd name="connsiteX123" fmla="*/ 1455943 w 5836021"/>
                <a:gd name="connsiteY123" fmla="*/ 428008 h 6745527"/>
                <a:gd name="connsiteX124" fmla="*/ 1205154 w 5836021"/>
                <a:gd name="connsiteY124" fmla="*/ 428008 h 6745527"/>
                <a:gd name="connsiteX125" fmla="*/ 1205154 w 5836021"/>
                <a:gd name="connsiteY125" fmla="*/ 427979 h 6745527"/>
                <a:gd name="connsiteX126" fmla="*/ 1065997 w 5836021"/>
                <a:gd name="connsiteY126" fmla="*/ 427979 h 6745527"/>
                <a:gd name="connsiteX127" fmla="*/ 1065997 w 5836021"/>
                <a:gd name="connsiteY127" fmla="*/ 428751 h 6745527"/>
                <a:gd name="connsiteX128" fmla="*/ 834807 w 5836021"/>
                <a:gd name="connsiteY128" fmla="*/ 428751 h 6745527"/>
                <a:gd name="connsiteX129" fmla="*/ 834807 w 5836021"/>
                <a:gd name="connsiteY129" fmla="*/ 1554 h 6745527"/>
                <a:gd name="connsiteX130" fmla="*/ 923388 w 5836021"/>
                <a:gd name="connsiteY130" fmla="*/ 1554 h 6745527"/>
                <a:gd name="connsiteX131" fmla="*/ 923388 w 5836021"/>
                <a:gd name="connsiteY131" fmla="*/ 1630 h 6745527"/>
                <a:gd name="connsiteX132" fmla="*/ 1065997 w 5836021"/>
                <a:gd name="connsiteY132" fmla="*/ 1630 h 6745527"/>
                <a:gd name="connsiteX133" fmla="*/ 1065997 w 5836021"/>
                <a:gd name="connsiteY133" fmla="*/ 1735 h 6745527"/>
                <a:gd name="connsiteX134" fmla="*/ 1219355 w 5836021"/>
                <a:gd name="connsiteY134" fmla="*/ 1735 h 6745527"/>
                <a:gd name="connsiteX135" fmla="*/ 1219355 w 5836021"/>
                <a:gd name="connsiteY135" fmla="*/ 2164 h 6745527"/>
                <a:gd name="connsiteX136" fmla="*/ 1452930 w 5836021"/>
                <a:gd name="connsiteY136" fmla="*/ 2164 h 6745527"/>
                <a:gd name="connsiteX137" fmla="*/ 1579802 w 5836021"/>
                <a:gd name="connsiteY137" fmla="*/ 295 h 6745527"/>
                <a:gd name="connsiteX138" fmla="*/ 5745129 w 5836021"/>
                <a:gd name="connsiteY138" fmla="*/ 0 h 674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836021" h="6745527">
                  <a:moveTo>
                    <a:pt x="2233629" y="3467787"/>
                  </a:moveTo>
                  <a:cubicBezTo>
                    <a:pt x="2094548" y="3560817"/>
                    <a:pt x="1962380" y="3649220"/>
                    <a:pt x="1821989" y="3743129"/>
                  </a:cubicBezTo>
                  <a:cubicBezTo>
                    <a:pt x="2071957" y="3847069"/>
                    <a:pt x="2308973" y="3945625"/>
                    <a:pt x="2545989" y="4044181"/>
                  </a:cubicBezTo>
                  <a:cubicBezTo>
                    <a:pt x="2549590" y="4040037"/>
                    <a:pt x="2553189" y="4035895"/>
                    <a:pt x="2556789" y="4031753"/>
                  </a:cubicBezTo>
                  <a:cubicBezTo>
                    <a:pt x="2463970" y="3868678"/>
                    <a:pt x="2371151" y="3705600"/>
                    <a:pt x="2273462" y="3533573"/>
                  </a:cubicBezTo>
                  <a:cubicBezTo>
                    <a:pt x="2260897" y="3512822"/>
                    <a:pt x="2248331" y="3492070"/>
                    <a:pt x="2233629" y="3467787"/>
                  </a:cubicBezTo>
                  <a:close/>
                  <a:moveTo>
                    <a:pt x="4418937" y="3356601"/>
                  </a:moveTo>
                  <a:cubicBezTo>
                    <a:pt x="4428779" y="3355209"/>
                    <a:pt x="4438647" y="3355521"/>
                    <a:pt x="4448463" y="3357554"/>
                  </a:cubicBezTo>
                  <a:cubicBezTo>
                    <a:pt x="4461550" y="3360264"/>
                    <a:pt x="4474542" y="3366034"/>
                    <a:pt x="4487248" y="3374907"/>
                  </a:cubicBezTo>
                  <a:cubicBezTo>
                    <a:pt x="4541419" y="3412737"/>
                    <a:pt x="4547900" y="3474638"/>
                    <a:pt x="4502078" y="3537719"/>
                  </a:cubicBezTo>
                  <a:cubicBezTo>
                    <a:pt x="4446647" y="3614025"/>
                    <a:pt x="4389842" y="3689342"/>
                    <a:pt x="4333275" y="3764821"/>
                  </a:cubicBezTo>
                  <a:cubicBezTo>
                    <a:pt x="4198070" y="3945227"/>
                    <a:pt x="4062713" y="4125525"/>
                    <a:pt x="3927292" y="4305770"/>
                  </a:cubicBezTo>
                  <a:cubicBezTo>
                    <a:pt x="3876103" y="4373900"/>
                    <a:pt x="3816032" y="4391632"/>
                    <a:pt x="3763583" y="4354574"/>
                  </a:cubicBezTo>
                  <a:cubicBezTo>
                    <a:pt x="3709549" y="4316395"/>
                    <a:pt x="3707694" y="4248695"/>
                    <a:pt x="3759919" y="4178865"/>
                  </a:cubicBezTo>
                  <a:cubicBezTo>
                    <a:pt x="3933529" y="3946736"/>
                    <a:pt x="4107471" y="3714855"/>
                    <a:pt x="4284399" y="3479039"/>
                  </a:cubicBezTo>
                  <a:cubicBezTo>
                    <a:pt x="4302741" y="3454990"/>
                    <a:pt x="4317662" y="3434535"/>
                    <a:pt x="4333255" y="3414609"/>
                  </a:cubicBezTo>
                  <a:cubicBezTo>
                    <a:pt x="4360128" y="3380274"/>
                    <a:pt x="4389411" y="3360774"/>
                    <a:pt x="4418937" y="3356601"/>
                  </a:cubicBezTo>
                  <a:close/>
                  <a:moveTo>
                    <a:pt x="2057481" y="3182342"/>
                  </a:moveTo>
                  <a:cubicBezTo>
                    <a:pt x="2012880" y="3257249"/>
                    <a:pt x="1969088" y="3332640"/>
                    <a:pt x="1925202" y="3407972"/>
                  </a:cubicBezTo>
                  <a:cubicBezTo>
                    <a:pt x="1929078" y="3410523"/>
                    <a:pt x="1932954" y="3413073"/>
                    <a:pt x="1936832" y="3415626"/>
                  </a:cubicBezTo>
                  <a:cubicBezTo>
                    <a:pt x="2000565" y="3372234"/>
                    <a:pt x="2064298" y="3328841"/>
                    <a:pt x="2129712" y="3284302"/>
                  </a:cubicBezTo>
                  <a:cubicBezTo>
                    <a:pt x="2110124" y="3249393"/>
                    <a:pt x="2094437" y="3221432"/>
                    <a:pt x="2074623" y="3185525"/>
                  </a:cubicBezTo>
                  <a:cubicBezTo>
                    <a:pt x="2068704" y="3184340"/>
                    <a:pt x="2058510" y="3180612"/>
                    <a:pt x="2057481" y="3182342"/>
                  </a:cubicBezTo>
                  <a:close/>
                  <a:moveTo>
                    <a:pt x="4024209" y="2849657"/>
                  </a:moveTo>
                  <a:cubicBezTo>
                    <a:pt x="4086449" y="2849809"/>
                    <a:pt x="4148741" y="2850984"/>
                    <a:pt x="4210965" y="2851466"/>
                  </a:cubicBezTo>
                  <a:cubicBezTo>
                    <a:pt x="4285094" y="2852041"/>
                    <a:pt x="4332510" y="2893640"/>
                    <a:pt x="4332998" y="2955155"/>
                  </a:cubicBezTo>
                  <a:cubicBezTo>
                    <a:pt x="4333486" y="3016790"/>
                    <a:pt x="4286243" y="3058624"/>
                    <a:pt x="4212657" y="3059086"/>
                  </a:cubicBezTo>
                  <a:cubicBezTo>
                    <a:pt x="4090513" y="3059856"/>
                    <a:pt x="3968359" y="3059705"/>
                    <a:pt x="3846213" y="3059130"/>
                  </a:cubicBezTo>
                  <a:cubicBezTo>
                    <a:pt x="3748446" y="3058670"/>
                    <a:pt x="3716596" y="3021767"/>
                    <a:pt x="3727620" y="2916135"/>
                  </a:cubicBezTo>
                  <a:cubicBezTo>
                    <a:pt x="3765746" y="2891028"/>
                    <a:pt x="3800801" y="2856142"/>
                    <a:pt x="3837763" y="2853990"/>
                  </a:cubicBezTo>
                  <a:cubicBezTo>
                    <a:pt x="3899780" y="2850378"/>
                    <a:pt x="3961968" y="2849506"/>
                    <a:pt x="4024209" y="2849657"/>
                  </a:cubicBezTo>
                  <a:close/>
                  <a:moveTo>
                    <a:pt x="2305620" y="2743645"/>
                  </a:moveTo>
                  <a:cubicBezTo>
                    <a:pt x="2266855" y="2811333"/>
                    <a:pt x="2230982" y="2872422"/>
                    <a:pt x="2197116" y="2934605"/>
                  </a:cubicBezTo>
                  <a:cubicBezTo>
                    <a:pt x="2191433" y="2945039"/>
                    <a:pt x="2189074" y="2963096"/>
                    <a:pt x="2194275" y="2972703"/>
                  </a:cubicBezTo>
                  <a:cubicBezTo>
                    <a:pt x="2228944" y="3036724"/>
                    <a:pt x="2266085" y="3099403"/>
                    <a:pt x="2305578" y="3168003"/>
                  </a:cubicBezTo>
                  <a:cubicBezTo>
                    <a:pt x="2407954" y="3100304"/>
                    <a:pt x="2503666" y="3037637"/>
                    <a:pt x="2597928" y="2972867"/>
                  </a:cubicBezTo>
                  <a:cubicBezTo>
                    <a:pt x="2602770" y="2969540"/>
                    <a:pt x="2595203" y="2948158"/>
                    <a:pt x="2585214" y="2929899"/>
                  </a:cubicBezTo>
                  <a:cubicBezTo>
                    <a:pt x="2493788" y="2868995"/>
                    <a:pt x="2402365" y="2808093"/>
                    <a:pt x="2305620" y="2743645"/>
                  </a:cubicBezTo>
                  <a:close/>
                  <a:moveTo>
                    <a:pt x="1928993" y="2513861"/>
                  </a:moveTo>
                  <a:cubicBezTo>
                    <a:pt x="1972334" y="2587666"/>
                    <a:pt x="2015673" y="2661468"/>
                    <a:pt x="2064503" y="2744622"/>
                  </a:cubicBezTo>
                  <a:cubicBezTo>
                    <a:pt x="2089144" y="2699888"/>
                    <a:pt x="2108352" y="2665019"/>
                    <a:pt x="2132265" y="2621610"/>
                  </a:cubicBezTo>
                  <a:cubicBezTo>
                    <a:pt x="2061078" y="2580967"/>
                    <a:pt x="1994426" y="2542912"/>
                    <a:pt x="1928993" y="2513861"/>
                  </a:cubicBezTo>
                  <a:close/>
                  <a:moveTo>
                    <a:pt x="2556309" y="1870166"/>
                  </a:moveTo>
                  <a:lnTo>
                    <a:pt x="2556302" y="1870167"/>
                  </a:lnTo>
                  <a:lnTo>
                    <a:pt x="2553704" y="1882137"/>
                  </a:lnTo>
                  <a:cubicBezTo>
                    <a:pt x="2548931" y="1882303"/>
                    <a:pt x="2547310" y="1880644"/>
                    <a:pt x="2543504" y="1876276"/>
                  </a:cubicBezTo>
                  <a:lnTo>
                    <a:pt x="2556301" y="1870168"/>
                  </a:lnTo>
                  <a:lnTo>
                    <a:pt x="2547555" y="1872089"/>
                  </a:lnTo>
                  <a:cubicBezTo>
                    <a:pt x="2543795" y="1872879"/>
                    <a:pt x="2538773" y="1873893"/>
                    <a:pt x="2531226" y="1875354"/>
                  </a:cubicBezTo>
                  <a:cubicBezTo>
                    <a:pt x="2299165" y="1971475"/>
                    <a:pt x="2067102" y="2067596"/>
                    <a:pt x="1821782" y="2169210"/>
                  </a:cubicBezTo>
                  <a:cubicBezTo>
                    <a:pt x="1968624" y="2267023"/>
                    <a:pt x="2099850" y="2354433"/>
                    <a:pt x="2236853" y="2445693"/>
                  </a:cubicBezTo>
                  <a:cubicBezTo>
                    <a:pt x="2344309" y="2253279"/>
                    <a:pt x="2447432" y="2068616"/>
                    <a:pt x="2556865" y="1880307"/>
                  </a:cubicBezTo>
                  <a:cubicBezTo>
                    <a:pt x="2556680" y="1876926"/>
                    <a:pt x="2556494" y="1873545"/>
                    <a:pt x="2556309" y="1870166"/>
                  </a:cubicBezTo>
                  <a:close/>
                  <a:moveTo>
                    <a:pt x="3812570" y="1539818"/>
                  </a:moveTo>
                  <a:cubicBezTo>
                    <a:pt x="3825284" y="1539274"/>
                    <a:pt x="3838875" y="1540428"/>
                    <a:pt x="3852857" y="1543104"/>
                  </a:cubicBezTo>
                  <a:cubicBezTo>
                    <a:pt x="3879933" y="1564134"/>
                    <a:pt x="3906187" y="1580312"/>
                    <a:pt x="3923520" y="1603235"/>
                  </a:cubicBezTo>
                  <a:cubicBezTo>
                    <a:pt x="4115132" y="1856599"/>
                    <a:pt x="4305533" y="2110881"/>
                    <a:pt x="4495839" y="2365234"/>
                  </a:cubicBezTo>
                  <a:cubicBezTo>
                    <a:pt x="4547126" y="2433777"/>
                    <a:pt x="4544796" y="2495600"/>
                    <a:pt x="4491333" y="2534846"/>
                  </a:cubicBezTo>
                  <a:cubicBezTo>
                    <a:pt x="4436861" y="2574830"/>
                    <a:pt x="4380159" y="2559679"/>
                    <a:pt x="4327953" y="2490224"/>
                  </a:cubicBezTo>
                  <a:cubicBezTo>
                    <a:pt x="4135700" y="2234464"/>
                    <a:pt x="3942011" y="1979746"/>
                    <a:pt x="3753728" y="1721092"/>
                  </a:cubicBezTo>
                  <a:cubicBezTo>
                    <a:pt x="3731110" y="1690019"/>
                    <a:pt x="3725237" y="1633995"/>
                    <a:pt x="3734910" y="1595374"/>
                  </a:cubicBezTo>
                  <a:cubicBezTo>
                    <a:pt x="3744179" y="1558370"/>
                    <a:pt x="3774429" y="1541451"/>
                    <a:pt x="3812570" y="1539818"/>
                  </a:cubicBezTo>
                  <a:close/>
                  <a:moveTo>
                    <a:pt x="2823711" y="1538238"/>
                  </a:moveTo>
                  <a:cubicBezTo>
                    <a:pt x="2848837" y="1539262"/>
                    <a:pt x="2872170" y="1549500"/>
                    <a:pt x="2893593" y="1574269"/>
                  </a:cubicBezTo>
                  <a:cubicBezTo>
                    <a:pt x="2936696" y="1624106"/>
                    <a:pt x="2919049" y="1674249"/>
                    <a:pt x="2888616" y="1726660"/>
                  </a:cubicBezTo>
                  <a:cubicBezTo>
                    <a:pt x="2729084" y="2001413"/>
                    <a:pt x="2571946" y="2277555"/>
                    <a:pt x="2410121" y="2559947"/>
                  </a:cubicBezTo>
                  <a:cubicBezTo>
                    <a:pt x="2486296" y="2611328"/>
                    <a:pt x="2560046" y="2661466"/>
                    <a:pt x="2634208" y="2710984"/>
                  </a:cubicBezTo>
                  <a:cubicBezTo>
                    <a:pt x="2707055" y="2759627"/>
                    <a:pt x="2780171" y="2807868"/>
                    <a:pt x="2853446" y="2855864"/>
                  </a:cubicBezTo>
                  <a:cubicBezTo>
                    <a:pt x="2945556" y="2916195"/>
                    <a:pt x="2944706" y="2995907"/>
                    <a:pt x="2851791" y="3057331"/>
                  </a:cubicBezTo>
                  <a:cubicBezTo>
                    <a:pt x="2705948" y="3153742"/>
                    <a:pt x="2560551" y="3250836"/>
                    <a:pt x="2410187" y="3350818"/>
                  </a:cubicBezTo>
                  <a:cubicBezTo>
                    <a:pt x="2500136" y="3508736"/>
                    <a:pt x="2587357" y="3662396"/>
                    <a:pt x="2675103" y="3815756"/>
                  </a:cubicBezTo>
                  <a:cubicBezTo>
                    <a:pt x="2748336" y="3943750"/>
                    <a:pt x="2823477" y="4070684"/>
                    <a:pt x="2894687" y="4199788"/>
                  </a:cubicBezTo>
                  <a:cubicBezTo>
                    <a:pt x="2909267" y="4226216"/>
                    <a:pt x="2910144" y="4260205"/>
                    <a:pt x="2916440" y="4296012"/>
                  </a:cubicBezTo>
                  <a:cubicBezTo>
                    <a:pt x="2869560" y="4377409"/>
                    <a:pt x="2828663" y="4390681"/>
                    <a:pt x="2749880" y="4357878"/>
                  </a:cubicBezTo>
                  <a:cubicBezTo>
                    <a:pt x="2358559" y="4194949"/>
                    <a:pt x="1967091" y="4032374"/>
                    <a:pt x="1575586" y="3869892"/>
                  </a:cubicBezTo>
                  <a:cubicBezTo>
                    <a:pt x="1492030" y="3835214"/>
                    <a:pt x="1473208" y="3771532"/>
                    <a:pt x="1519350" y="3691938"/>
                  </a:cubicBezTo>
                  <a:cubicBezTo>
                    <a:pt x="1654533" y="3458751"/>
                    <a:pt x="1788715" y="3224977"/>
                    <a:pt x="1921036" y="2990159"/>
                  </a:cubicBezTo>
                  <a:cubicBezTo>
                    <a:pt x="1930879" y="2972691"/>
                    <a:pt x="1931461" y="2940256"/>
                    <a:pt x="1921751" y="2922990"/>
                  </a:cubicBezTo>
                  <a:cubicBezTo>
                    <a:pt x="1791870" y="2692060"/>
                    <a:pt x="1660633" y="2461868"/>
                    <a:pt x="1526967" y="2233106"/>
                  </a:cubicBezTo>
                  <a:cubicBezTo>
                    <a:pt x="1469979" y="2135578"/>
                    <a:pt x="1489111" y="2079628"/>
                    <a:pt x="1594606" y="2036154"/>
                  </a:cubicBezTo>
                  <a:cubicBezTo>
                    <a:pt x="1978065" y="1878140"/>
                    <a:pt x="2361038" y="1718924"/>
                    <a:pt x="2743065" y="1557487"/>
                  </a:cubicBezTo>
                  <a:cubicBezTo>
                    <a:pt x="2771664" y="1545402"/>
                    <a:pt x="2798584" y="1537213"/>
                    <a:pt x="2823711" y="1538238"/>
                  </a:cubicBezTo>
                  <a:close/>
                  <a:moveTo>
                    <a:pt x="5745129" y="0"/>
                  </a:moveTo>
                  <a:cubicBezTo>
                    <a:pt x="5770088" y="0"/>
                    <a:pt x="5795046" y="0"/>
                    <a:pt x="5823686" y="0"/>
                  </a:cubicBezTo>
                  <a:cubicBezTo>
                    <a:pt x="5826004" y="18358"/>
                    <a:pt x="5829104" y="31415"/>
                    <a:pt x="5829104" y="44471"/>
                  </a:cubicBezTo>
                  <a:cubicBezTo>
                    <a:pt x="5829275" y="1223024"/>
                    <a:pt x="5848016" y="2401978"/>
                    <a:pt x="5823076" y="3580005"/>
                  </a:cubicBezTo>
                  <a:cubicBezTo>
                    <a:pt x="5803906" y="4485586"/>
                    <a:pt x="5381096" y="5193862"/>
                    <a:pt x="4621938" y="5689317"/>
                  </a:cubicBezTo>
                  <a:cubicBezTo>
                    <a:pt x="4091166" y="6035725"/>
                    <a:pt x="3550170" y="6366483"/>
                    <a:pt x="3013772" y="6704289"/>
                  </a:cubicBezTo>
                  <a:cubicBezTo>
                    <a:pt x="2992504" y="6717679"/>
                    <a:pt x="2971627" y="6731708"/>
                    <a:pt x="2950435" y="6745527"/>
                  </a:cubicBezTo>
                  <a:cubicBezTo>
                    <a:pt x="2380809" y="6395791"/>
                    <a:pt x="1808332" y="6051290"/>
                    <a:pt x="1243007" y="5695411"/>
                  </a:cubicBezTo>
                  <a:cubicBezTo>
                    <a:pt x="560680" y="5265868"/>
                    <a:pt x="156715" y="4646583"/>
                    <a:pt x="28812" y="3850584"/>
                  </a:cubicBezTo>
                  <a:cubicBezTo>
                    <a:pt x="7353" y="3717054"/>
                    <a:pt x="448" y="3579977"/>
                    <a:pt x="0" y="3444502"/>
                  </a:cubicBezTo>
                  <a:lnTo>
                    <a:pt x="7573" y="1397649"/>
                  </a:lnTo>
                  <a:lnTo>
                    <a:pt x="3424" y="1397649"/>
                  </a:lnTo>
                  <a:lnTo>
                    <a:pt x="3424" y="1148425"/>
                  </a:lnTo>
                  <a:lnTo>
                    <a:pt x="1841" y="1148425"/>
                  </a:lnTo>
                  <a:lnTo>
                    <a:pt x="1841" y="1037736"/>
                  </a:lnTo>
                  <a:lnTo>
                    <a:pt x="1240" y="1037736"/>
                  </a:lnTo>
                  <a:lnTo>
                    <a:pt x="1240" y="912981"/>
                  </a:lnTo>
                  <a:lnTo>
                    <a:pt x="582" y="912981"/>
                  </a:lnTo>
                  <a:lnTo>
                    <a:pt x="582" y="831667"/>
                  </a:lnTo>
                  <a:lnTo>
                    <a:pt x="427732" y="831667"/>
                  </a:lnTo>
                  <a:lnTo>
                    <a:pt x="427732" y="912981"/>
                  </a:lnTo>
                  <a:lnTo>
                    <a:pt x="426321" y="912981"/>
                  </a:lnTo>
                  <a:lnTo>
                    <a:pt x="426321" y="971205"/>
                  </a:lnTo>
                  <a:lnTo>
                    <a:pt x="426473" y="971205"/>
                  </a:lnTo>
                  <a:lnTo>
                    <a:pt x="426473" y="1099404"/>
                  </a:lnTo>
                  <a:lnTo>
                    <a:pt x="427275" y="1099404"/>
                  </a:lnTo>
                  <a:lnTo>
                    <a:pt x="427275" y="1397649"/>
                  </a:lnTo>
                  <a:lnTo>
                    <a:pt x="402678" y="1397649"/>
                  </a:lnTo>
                  <a:lnTo>
                    <a:pt x="428276" y="1404039"/>
                  </a:lnTo>
                  <a:cubicBezTo>
                    <a:pt x="429706" y="2095435"/>
                    <a:pt x="429735" y="2780450"/>
                    <a:pt x="431080" y="3465464"/>
                  </a:cubicBezTo>
                  <a:cubicBezTo>
                    <a:pt x="431232" y="3543631"/>
                    <a:pt x="433960" y="3622379"/>
                    <a:pt x="443583" y="3699859"/>
                  </a:cubicBezTo>
                  <a:cubicBezTo>
                    <a:pt x="530047" y="4396271"/>
                    <a:pt x="865536" y="4940994"/>
                    <a:pt x="1456763" y="5318389"/>
                  </a:cubicBezTo>
                  <a:cubicBezTo>
                    <a:pt x="1926907" y="5618494"/>
                    <a:pt x="2406932" y="5903102"/>
                    <a:pt x="2880900" y="6197294"/>
                  </a:cubicBezTo>
                  <a:cubicBezTo>
                    <a:pt x="2932343" y="6229224"/>
                    <a:pt x="2966544" y="6225018"/>
                    <a:pt x="3015651" y="6193803"/>
                  </a:cubicBezTo>
                  <a:cubicBezTo>
                    <a:pt x="3468876" y="5905572"/>
                    <a:pt x="3927413" y="5625571"/>
                    <a:pt x="4377662" y="5332799"/>
                  </a:cubicBezTo>
                  <a:cubicBezTo>
                    <a:pt x="5041344" y="4901253"/>
                    <a:pt x="5388888" y="4284066"/>
                    <a:pt x="5396660" y="3492273"/>
                  </a:cubicBezTo>
                  <a:cubicBezTo>
                    <a:pt x="5406398" y="2500592"/>
                    <a:pt x="5399006" y="1508748"/>
                    <a:pt x="5399006" y="516980"/>
                  </a:cubicBezTo>
                  <a:cubicBezTo>
                    <a:pt x="5399006" y="490180"/>
                    <a:pt x="5399006" y="463381"/>
                    <a:pt x="5399006" y="430506"/>
                  </a:cubicBezTo>
                  <a:cubicBezTo>
                    <a:pt x="5365168" y="430506"/>
                    <a:pt x="5340296" y="430506"/>
                    <a:pt x="5315413" y="430506"/>
                  </a:cubicBezTo>
                  <a:cubicBezTo>
                    <a:pt x="4053780" y="430487"/>
                    <a:pt x="2792157" y="430478"/>
                    <a:pt x="1530524" y="430335"/>
                  </a:cubicBezTo>
                  <a:lnTo>
                    <a:pt x="1455943" y="425719"/>
                  </a:lnTo>
                  <a:lnTo>
                    <a:pt x="1455943" y="428008"/>
                  </a:lnTo>
                  <a:lnTo>
                    <a:pt x="1205154" y="428008"/>
                  </a:lnTo>
                  <a:lnTo>
                    <a:pt x="1205154" y="427979"/>
                  </a:lnTo>
                  <a:lnTo>
                    <a:pt x="1065997" y="427979"/>
                  </a:lnTo>
                  <a:lnTo>
                    <a:pt x="1065997" y="428751"/>
                  </a:lnTo>
                  <a:lnTo>
                    <a:pt x="834807" y="428751"/>
                  </a:lnTo>
                  <a:lnTo>
                    <a:pt x="834807" y="1554"/>
                  </a:lnTo>
                  <a:lnTo>
                    <a:pt x="923388" y="1554"/>
                  </a:lnTo>
                  <a:lnTo>
                    <a:pt x="923388" y="1630"/>
                  </a:lnTo>
                  <a:lnTo>
                    <a:pt x="1065997" y="1630"/>
                  </a:lnTo>
                  <a:lnTo>
                    <a:pt x="1065997" y="1735"/>
                  </a:lnTo>
                  <a:lnTo>
                    <a:pt x="1219355" y="1735"/>
                  </a:lnTo>
                  <a:lnTo>
                    <a:pt x="1219355" y="2164"/>
                  </a:lnTo>
                  <a:lnTo>
                    <a:pt x="1452930" y="2164"/>
                  </a:lnTo>
                  <a:lnTo>
                    <a:pt x="1579802" y="295"/>
                  </a:lnTo>
                  <a:cubicBezTo>
                    <a:pt x="2968241" y="28"/>
                    <a:pt x="4356681" y="47"/>
                    <a:pt x="5745129" y="0"/>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70" name="Group 69">
            <a:extLst>
              <a:ext uri="{FF2B5EF4-FFF2-40B4-BE49-F238E27FC236}">
                <a16:creationId xmlns:a16="http://schemas.microsoft.com/office/drawing/2014/main" id="{48DBF1EC-A8D4-33FB-95C2-A11EB80EE1F4}"/>
              </a:ext>
              <a:ext uri="{C183D7F6-B498-43B3-948B-1728B52AA6E4}">
                <adec:decorative xmlns:adec="http://schemas.microsoft.com/office/drawing/2017/decorative" val="1"/>
              </a:ext>
            </a:extLst>
          </p:cNvPr>
          <p:cNvGrpSpPr>
            <a:grpSpLocks noChangeAspect="1"/>
          </p:cNvGrpSpPr>
          <p:nvPr/>
        </p:nvGrpSpPr>
        <p:grpSpPr>
          <a:xfrm>
            <a:off x="6208118" y="810791"/>
            <a:ext cx="596296" cy="457200"/>
            <a:chOff x="6208118" y="810791"/>
            <a:chExt cx="596296" cy="457200"/>
          </a:xfrm>
          <a:solidFill>
            <a:srgbClr val="FF0000"/>
          </a:solidFill>
        </p:grpSpPr>
        <p:sp>
          <p:nvSpPr>
            <p:cNvPr id="3051" name="Freeform: Shape 3050">
              <a:extLst>
                <a:ext uri="{FF2B5EF4-FFF2-40B4-BE49-F238E27FC236}">
                  <a16:creationId xmlns:a16="http://schemas.microsoft.com/office/drawing/2014/main" id="{D55D0C47-26CC-0478-0345-6978422649B6}"/>
                </a:ext>
                <a:ext uri="{C183D7F6-B498-43B3-948B-1728B52AA6E4}">
                  <adec:decorative xmlns:adec="http://schemas.microsoft.com/office/drawing/2017/decorative" val="1"/>
                </a:ext>
              </a:extLst>
            </p:cNvPr>
            <p:cNvSpPr/>
            <p:nvPr/>
          </p:nvSpPr>
          <p:spPr>
            <a:xfrm>
              <a:off x="6302246" y="810791"/>
              <a:ext cx="389332" cy="457200"/>
            </a:xfrm>
            <a:custGeom>
              <a:avLst/>
              <a:gdLst>
                <a:gd name="connsiteX0" fmla="*/ 527139 w 602136"/>
                <a:gd name="connsiteY0" fmla="*/ 610291 h 707100"/>
                <a:gd name="connsiteX1" fmla="*/ 533786 w 602136"/>
                <a:gd name="connsiteY1" fmla="*/ 611173 h 707100"/>
                <a:gd name="connsiteX2" fmla="*/ 533809 w 602136"/>
                <a:gd name="connsiteY2" fmla="*/ 611647 h 707100"/>
                <a:gd name="connsiteX3" fmla="*/ 489309 w 602136"/>
                <a:gd name="connsiteY3" fmla="*/ 611647 h 707100"/>
                <a:gd name="connsiteX4" fmla="*/ 489260 w 602136"/>
                <a:gd name="connsiteY4" fmla="*/ 610701 h 707100"/>
                <a:gd name="connsiteX5" fmla="*/ 527139 w 602136"/>
                <a:gd name="connsiteY5" fmla="*/ 610291 h 707100"/>
                <a:gd name="connsiteX6" fmla="*/ 534178 w 602136"/>
                <a:gd name="connsiteY6" fmla="*/ 598480 h 707100"/>
                <a:gd name="connsiteX7" fmla="*/ 533863 w 602136"/>
                <a:gd name="connsiteY7" fmla="*/ 610725 h 707100"/>
                <a:gd name="connsiteX8" fmla="*/ 527139 w 602136"/>
                <a:gd name="connsiteY8" fmla="*/ 610291 h 707100"/>
                <a:gd name="connsiteX9" fmla="*/ 489332 w 602136"/>
                <a:gd name="connsiteY9" fmla="*/ 610259 h 707100"/>
                <a:gd name="connsiteX10" fmla="*/ 489713 w 602136"/>
                <a:gd name="connsiteY10" fmla="*/ 598924 h 707100"/>
                <a:gd name="connsiteX11" fmla="*/ 534178 w 602136"/>
                <a:gd name="connsiteY11" fmla="*/ 598480 h 707100"/>
                <a:gd name="connsiteX12" fmla="*/ 534179 w 602136"/>
                <a:gd name="connsiteY12" fmla="*/ 586695 h 707100"/>
                <a:gd name="connsiteX13" fmla="*/ 534257 w 602136"/>
                <a:gd name="connsiteY13" fmla="*/ 598034 h 707100"/>
                <a:gd name="connsiteX14" fmla="*/ 489782 w 602136"/>
                <a:gd name="connsiteY14" fmla="*/ 598476 h 707100"/>
                <a:gd name="connsiteX15" fmla="*/ 489712 w 602136"/>
                <a:gd name="connsiteY15" fmla="*/ 587138 h 707100"/>
                <a:gd name="connsiteX16" fmla="*/ 534179 w 602136"/>
                <a:gd name="connsiteY16" fmla="*/ 586695 h 707100"/>
                <a:gd name="connsiteX17" fmla="*/ 534179 w 602136"/>
                <a:gd name="connsiteY17" fmla="*/ 575889 h 707100"/>
                <a:gd name="connsiteX18" fmla="*/ 534256 w 602136"/>
                <a:gd name="connsiteY18" fmla="*/ 586250 h 707100"/>
                <a:gd name="connsiteX19" fmla="*/ 489781 w 602136"/>
                <a:gd name="connsiteY19" fmla="*/ 586690 h 707100"/>
                <a:gd name="connsiteX20" fmla="*/ 488731 w 602136"/>
                <a:gd name="connsiteY20" fmla="*/ 576312 h 707100"/>
                <a:gd name="connsiteX21" fmla="*/ 534179 w 602136"/>
                <a:gd name="connsiteY21" fmla="*/ 575889 h 707100"/>
                <a:gd name="connsiteX22" fmla="*/ 534179 w 602136"/>
                <a:gd name="connsiteY22" fmla="*/ 568031 h 707100"/>
                <a:gd name="connsiteX23" fmla="*/ 534255 w 602136"/>
                <a:gd name="connsiteY23" fmla="*/ 575458 h 707100"/>
                <a:gd name="connsiteX24" fmla="*/ 488800 w 602136"/>
                <a:gd name="connsiteY24" fmla="*/ 575887 h 707100"/>
                <a:gd name="connsiteX25" fmla="*/ 488693 w 602136"/>
                <a:gd name="connsiteY25" fmla="*/ 568459 h 707100"/>
                <a:gd name="connsiteX26" fmla="*/ 534179 w 602136"/>
                <a:gd name="connsiteY26" fmla="*/ 568031 h 707100"/>
                <a:gd name="connsiteX27" fmla="*/ 488713 w 602136"/>
                <a:gd name="connsiteY27" fmla="*/ 560607 h 707100"/>
                <a:gd name="connsiteX28" fmla="*/ 534177 w 602136"/>
                <a:gd name="connsiteY28" fmla="*/ 561162 h 707100"/>
                <a:gd name="connsiteX29" fmla="*/ 534253 w 602136"/>
                <a:gd name="connsiteY29" fmla="*/ 567606 h 707100"/>
                <a:gd name="connsiteX30" fmla="*/ 488765 w 602136"/>
                <a:gd name="connsiteY30" fmla="*/ 568028 h 707100"/>
                <a:gd name="connsiteX31" fmla="*/ 488713 w 602136"/>
                <a:gd name="connsiteY31" fmla="*/ 560607 h 707100"/>
                <a:gd name="connsiteX32" fmla="*/ 532843 w 602136"/>
                <a:gd name="connsiteY32" fmla="*/ 544508 h 707100"/>
                <a:gd name="connsiteX33" fmla="*/ 532911 w 602136"/>
                <a:gd name="connsiteY33" fmla="*/ 551937 h 707100"/>
                <a:gd name="connsiteX34" fmla="*/ 513726 w 602136"/>
                <a:gd name="connsiteY34" fmla="*/ 555563 h 707100"/>
                <a:gd name="connsiteX35" fmla="*/ 494666 w 602136"/>
                <a:gd name="connsiteY35" fmla="*/ 554936 h 707100"/>
                <a:gd name="connsiteX36" fmla="*/ 513717 w 602136"/>
                <a:gd name="connsiteY36" fmla="*/ 555617 h 707100"/>
                <a:gd name="connsiteX37" fmla="*/ 532837 w 602136"/>
                <a:gd name="connsiteY37" fmla="*/ 552368 h 707100"/>
                <a:gd name="connsiteX38" fmla="*/ 534252 w 602136"/>
                <a:gd name="connsiteY38" fmla="*/ 560741 h 707100"/>
                <a:gd name="connsiteX39" fmla="*/ 488784 w 602136"/>
                <a:gd name="connsiteY39" fmla="*/ 560176 h 707100"/>
                <a:gd name="connsiteX40" fmla="*/ 488280 w 602136"/>
                <a:gd name="connsiteY40" fmla="*/ 554696 h 707100"/>
                <a:gd name="connsiteX41" fmla="*/ 494608 w 602136"/>
                <a:gd name="connsiteY41" fmla="*/ 554934 h 707100"/>
                <a:gd name="connsiteX42" fmla="*/ 488350 w 602136"/>
                <a:gd name="connsiteY42" fmla="*/ 554279 h 707100"/>
                <a:gd name="connsiteX43" fmla="*/ 488279 w 602136"/>
                <a:gd name="connsiteY43" fmla="*/ 548803 h 707100"/>
                <a:gd name="connsiteX44" fmla="*/ 503904 w 602136"/>
                <a:gd name="connsiteY44" fmla="*/ 549303 h 707100"/>
                <a:gd name="connsiteX45" fmla="*/ 532843 w 602136"/>
                <a:gd name="connsiteY45" fmla="*/ 544508 h 707100"/>
                <a:gd name="connsiteX46" fmla="*/ 339208 w 602136"/>
                <a:gd name="connsiteY46" fmla="*/ 83 h 707100"/>
                <a:gd name="connsiteX47" fmla="*/ 370255 w 602136"/>
                <a:gd name="connsiteY47" fmla="*/ 724 h 707100"/>
                <a:gd name="connsiteX48" fmla="*/ 455016 w 602136"/>
                <a:gd name="connsiteY48" fmla="*/ 23908 h 707100"/>
                <a:gd name="connsiteX49" fmla="*/ 519811 w 602136"/>
                <a:gd name="connsiteY49" fmla="*/ 64170 h 707100"/>
                <a:gd name="connsiteX50" fmla="*/ 575272 w 602136"/>
                <a:gd name="connsiteY50" fmla="*/ 131108 h 707100"/>
                <a:gd name="connsiteX51" fmla="*/ 597929 w 602136"/>
                <a:gd name="connsiteY51" fmla="*/ 193573 h 707100"/>
                <a:gd name="connsiteX52" fmla="*/ 601028 w 602136"/>
                <a:gd name="connsiteY52" fmla="*/ 219369 h 707100"/>
                <a:gd name="connsiteX53" fmla="*/ 601939 w 602136"/>
                <a:gd name="connsiteY53" fmla="*/ 254490 h 707100"/>
                <a:gd name="connsiteX54" fmla="*/ 593467 w 602136"/>
                <a:gd name="connsiteY54" fmla="*/ 308416 h 707100"/>
                <a:gd name="connsiteX55" fmla="*/ 563528 w 602136"/>
                <a:gd name="connsiteY55" fmla="*/ 381054 h 707100"/>
                <a:gd name="connsiteX56" fmla="*/ 543843 w 602136"/>
                <a:gd name="connsiteY56" fmla="*/ 417678 h 707100"/>
                <a:gd name="connsiteX57" fmla="*/ 534169 w 602136"/>
                <a:gd name="connsiteY57" fmla="*/ 457345 h 707100"/>
                <a:gd name="connsiteX58" fmla="*/ 532935 w 602136"/>
                <a:gd name="connsiteY58" fmla="*/ 507712 h 707100"/>
                <a:gd name="connsiteX59" fmla="*/ 529205 w 602136"/>
                <a:gd name="connsiteY59" fmla="*/ 511583 h 707100"/>
                <a:gd name="connsiteX60" fmla="*/ 520930 w 602136"/>
                <a:gd name="connsiteY60" fmla="*/ 524632 h 707100"/>
                <a:gd name="connsiteX61" fmla="*/ 519798 w 602136"/>
                <a:gd name="connsiteY61" fmla="*/ 526417 h 707100"/>
                <a:gd name="connsiteX62" fmla="*/ 519798 w 602136"/>
                <a:gd name="connsiteY62" fmla="*/ 526417 h 707100"/>
                <a:gd name="connsiteX63" fmla="*/ 520930 w 602136"/>
                <a:gd name="connsiteY63" fmla="*/ 524632 h 707100"/>
                <a:gd name="connsiteX64" fmla="*/ 529205 w 602136"/>
                <a:gd name="connsiteY64" fmla="*/ 511583 h 707100"/>
                <a:gd name="connsiteX65" fmla="*/ 532862 w 602136"/>
                <a:gd name="connsiteY65" fmla="*/ 508166 h 707100"/>
                <a:gd name="connsiteX66" fmla="*/ 532890 w 602136"/>
                <a:gd name="connsiteY66" fmla="*/ 533204 h 707100"/>
                <a:gd name="connsiteX67" fmla="*/ 530032 w 602136"/>
                <a:gd name="connsiteY67" fmla="*/ 533966 h 707100"/>
                <a:gd name="connsiteX68" fmla="*/ 532816 w 602136"/>
                <a:gd name="connsiteY68" fmla="*/ 533659 h 707100"/>
                <a:gd name="connsiteX69" fmla="*/ 532915 w 602136"/>
                <a:gd name="connsiteY69" fmla="*/ 544063 h 707100"/>
                <a:gd name="connsiteX70" fmla="*/ 503904 w 602136"/>
                <a:gd name="connsiteY70" fmla="*/ 549303 h 707100"/>
                <a:gd name="connsiteX71" fmla="*/ 488351 w 602136"/>
                <a:gd name="connsiteY71" fmla="*/ 548385 h 707100"/>
                <a:gd name="connsiteX72" fmla="*/ 488280 w 602136"/>
                <a:gd name="connsiteY72" fmla="*/ 539989 h 707100"/>
                <a:gd name="connsiteX73" fmla="*/ 497678 w 602136"/>
                <a:gd name="connsiteY73" fmla="*/ 539573 h 707100"/>
                <a:gd name="connsiteX74" fmla="*/ 488351 w 602136"/>
                <a:gd name="connsiteY74" fmla="*/ 539551 h 707100"/>
                <a:gd name="connsiteX75" fmla="*/ 488283 w 602136"/>
                <a:gd name="connsiteY75" fmla="*/ 509560 h 707100"/>
                <a:gd name="connsiteX76" fmla="*/ 491534 w 602136"/>
                <a:gd name="connsiteY76" fmla="*/ 511270 h 707100"/>
                <a:gd name="connsiteX77" fmla="*/ 494275 w 602136"/>
                <a:gd name="connsiteY77" fmla="*/ 513646 h 707100"/>
                <a:gd name="connsiteX78" fmla="*/ 491543 w 602136"/>
                <a:gd name="connsiteY78" fmla="*/ 511213 h 707100"/>
                <a:gd name="connsiteX79" fmla="*/ 488355 w 602136"/>
                <a:gd name="connsiteY79" fmla="*/ 509104 h 707100"/>
                <a:gd name="connsiteX80" fmla="*/ 489373 w 602136"/>
                <a:gd name="connsiteY80" fmla="*/ 443544 h 707100"/>
                <a:gd name="connsiteX81" fmla="*/ 502280 w 602136"/>
                <a:gd name="connsiteY81" fmla="*/ 399389 h 707100"/>
                <a:gd name="connsiteX82" fmla="*/ 531561 w 602136"/>
                <a:gd name="connsiteY82" fmla="*/ 343472 h 707100"/>
                <a:gd name="connsiteX83" fmla="*/ 552772 w 602136"/>
                <a:gd name="connsiteY83" fmla="*/ 284444 h 707100"/>
                <a:gd name="connsiteX84" fmla="*/ 556783 w 602136"/>
                <a:gd name="connsiteY84" fmla="*/ 226475 h 707100"/>
                <a:gd name="connsiteX85" fmla="*/ 534757 w 602136"/>
                <a:gd name="connsiteY85" fmla="*/ 151939 h 707100"/>
                <a:gd name="connsiteX86" fmla="*/ 509771 w 602136"/>
                <a:gd name="connsiteY86" fmla="*/ 118006 h 707100"/>
                <a:gd name="connsiteX87" fmla="*/ 437439 w 602136"/>
                <a:gd name="connsiteY87" fmla="*/ 65932 h 707100"/>
                <a:gd name="connsiteX88" fmla="*/ 379000 w 602136"/>
                <a:gd name="connsiteY88" fmla="*/ 47443 h 707100"/>
                <a:gd name="connsiteX89" fmla="*/ 323480 w 602136"/>
                <a:gd name="connsiteY89" fmla="*/ 45899 h 707100"/>
                <a:gd name="connsiteX90" fmla="*/ 251435 w 602136"/>
                <a:gd name="connsiteY90" fmla="*/ 60241 h 707100"/>
                <a:gd name="connsiteX91" fmla="*/ 182493 w 602136"/>
                <a:gd name="connsiteY91" fmla="*/ 98532 h 707100"/>
                <a:gd name="connsiteX92" fmla="*/ 154729 w 602136"/>
                <a:gd name="connsiteY92" fmla="*/ 124434 h 707100"/>
                <a:gd name="connsiteX93" fmla="*/ 120702 w 602136"/>
                <a:gd name="connsiteY93" fmla="*/ 171846 h 707100"/>
                <a:gd name="connsiteX94" fmla="*/ 109115 w 602136"/>
                <a:gd name="connsiteY94" fmla="*/ 193867 h 707100"/>
                <a:gd name="connsiteX95" fmla="*/ 101376 w 602136"/>
                <a:gd name="connsiteY95" fmla="*/ 223246 h 707100"/>
                <a:gd name="connsiteX96" fmla="*/ 97440 w 602136"/>
                <a:gd name="connsiteY96" fmla="*/ 264100 h 707100"/>
                <a:gd name="connsiteX97" fmla="*/ 96488 w 602136"/>
                <a:gd name="connsiteY97" fmla="*/ 307085 h 707100"/>
                <a:gd name="connsiteX98" fmla="*/ 88284 w 602136"/>
                <a:gd name="connsiteY98" fmla="*/ 342241 h 707100"/>
                <a:gd name="connsiteX99" fmla="*/ 63802 w 602136"/>
                <a:gd name="connsiteY99" fmla="*/ 386016 h 707100"/>
                <a:gd name="connsiteX100" fmla="*/ 47239 w 602136"/>
                <a:gd name="connsiteY100" fmla="*/ 416128 h 707100"/>
                <a:gd name="connsiteX101" fmla="*/ 58567 w 602136"/>
                <a:gd name="connsiteY101" fmla="*/ 417716 h 707100"/>
                <a:gd name="connsiteX102" fmla="*/ 89775 w 602136"/>
                <a:gd name="connsiteY102" fmla="*/ 418684 h 707100"/>
                <a:gd name="connsiteX103" fmla="*/ 108218 w 602136"/>
                <a:gd name="connsiteY103" fmla="*/ 417769 h 707100"/>
                <a:gd name="connsiteX104" fmla="*/ 129837 w 602136"/>
                <a:gd name="connsiteY104" fmla="*/ 439428 h 707100"/>
                <a:gd name="connsiteX105" fmla="*/ 129712 w 602136"/>
                <a:gd name="connsiteY105" fmla="*/ 476249 h 707100"/>
                <a:gd name="connsiteX106" fmla="*/ 128698 w 602136"/>
                <a:gd name="connsiteY106" fmla="*/ 546739 h 707100"/>
                <a:gd name="connsiteX107" fmla="*/ 152957 w 602136"/>
                <a:gd name="connsiteY107" fmla="*/ 574732 h 707100"/>
                <a:gd name="connsiteX108" fmla="*/ 178011 w 602136"/>
                <a:gd name="connsiteY108" fmla="*/ 576713 h 707100"/>
                <a:gd name="connsiteX109" fmla="*/ 232840 w 602136"/>
                <a:gd name="connsiteY109" fmla="*/ 573761 h 707100"/>
                <a:gd name="connsiteX110" fmla="*/ 277858 w 602136"/>
                <a:gd name="connsiteY110" fmla="*/ 590038 h 707100"/>
                <a:gd name="connsiteX111" fmla="*/ 292573 w 602136"/>
                <a:gd name="connsiteY111" fmla="*/ 620747 h 707100"/>
                <a:gd name="connsiteX112" fmla="*/ 297460 w 602136"/>
                <a:gd name="connsiteY112" fmla="*/ 654904 h 707100"/>
                <a:gd name="connsiteX113" fmla="*/ 297669 w 602136"/>
                <a:gd name="connsiteY113" fmla="*/ 707100 h 707100"/>
                <a:gd name="connsiteX114" fmla="*/ 253316 w 602136"/>
                <a:gd name="connsiteY114" fmla="*/ 707100 h 707100"/>
                <a:gd name="connsiteX115" fmla="*/ 254403 w 602136"/>
                <a:gd name="connsiteY115" fmla="*/ 696506 h 707100"/>
                <a:gd name="connsiteX116" fmla="*/ 254233 w 602136"/>
                <a:gd name="connsiteY116" fmla="*/ 650854 h 707100"/>
                <a:gd name="connsiteX117" fmla="*/ 249300 w 602136"/>
                <a:gd name="connsiteY117" fmla="*/ 625633 h 707100"/>
                <a:gd name="connsiteX118" fmla="*/ 239214 w 602136"/>
                <a:gd name="connsiteY118" fmla="*/ 619112 h 707100"/>
                <a:gd name="connsiteX119" fmla="*/ 188589 w 602136"/>
                <a:gd name="connsiteY119" fmla="*/ 621214 h 707100"/>
                <a:gd name="connsiteX120" fmla="*/ 129595 w 602136"/>
                <a:gd name="connsiteY120" fmla="*/ 615111 h 707100"/>
                <a:gd name="connsiteX121" fmla="*/ 84714 w 602136"/>
                <a:gd name="connsiteY121" fmla="*/ 564937 h 707100"/>
                <a:gd name="connsiteX122" fmla="*/ 83624 w 602136"/>
                <a:gd name="connsiteY122" fmla="*/ 548977 h 707100"/>
                <a:gd name="connsiteX123" fmla="*/ 83637 w 602136"/>
                <a:gd name="connsiteY123" fmla="*/ 481218 h 707100"/>
                <a:gd name="connsiteX124" fmla="*/ 84911 w 602136"/>
                <a:gd name="connsiteY124" fmla="*/ 463927 h 707100"/>
                <a:gd name="connsiteX125" fmla="*/ 71537 w 602136"/>
                <a:gd name="connsiteY125" fmla="*/ 463908 h 707100"/>
                <a:gd name="connsiteX126" fmla="*/ 20194 w 602136"/>
                <a:gd name="connsiteY126" fmla="*/ 455173 h 707100"/>
                <a:gd name="connsiteX127" fmla="*/ 40 w 602136"/>
                <a:gd name="connsiteY127" fmla="*/ 426771 h 707100"/>
                <a:gd name="connsiteX128" fmla="*/ 8186 w 602136"/>
                <a:gd name="connsiteY128" fmla="*/ 393097 h 707100"/>
                <a:gd name="connsiteX129" fmla="*/ 34429 w 602136"/>
                <a:gd name="connsiteY129" fmla="*/ 346486 h 707100"/>
                <a:gd name="connsiteX130" fmla="*/ 50204 w 602136"/>
                <a:gd name="connsiteY130" fmla="*/ 314405 h 707100"/>
                <a:gd name="connsiteX131" fmla="*/ 51128 w 602136"/>
                <a:gd name="connsiteY131" fmla="*/ 309294 h 707100"/>
                <a:gd name="connsiteX132" fmla="*/ 51252 w 602136"/>
                <a:gd name="connsiteY132" fmla="*/ 284749 h 707100"/>
                <a:gd name="connsiteX133" fmla="*/ 55243 w 602136"/>
                <a:gd name="connsiteY133" fmla="*/ 232600 h 707100"/>
                <a:gd name="connsiteX134" fmla="*/ 63114 w 602136"/>
                <a:gd name="connsiteY134" fmla="*/ 187901 h 707100"/>
                <a:gd name="connsiteX135" fmla="*/ 85899 w 602136"/>
                <a:gd name="connsiteY135" fmla="*/ 141324 h 707100"/>
                <a:gd name="connsiteX136" fmla="*/ 112656 w 602136"/>
                <a:gd name="connsiteY136" fmla="*/ 102895 h 707100"/>
                <a:gd name="connsiteX137" fmla="*/ 146587 w 602136"/>
                <a:gd name="connsiteY137" fmla="*/ 68600 h 707100"/>
                <a:gd name="connsiteX138" fmla="*/ 201583 w 602136"/>
                <a:gd name="connsiteY138" fmla="*/ 31383 h 707100"/>
                <a:gd name="connsiteX139" fmla="*/ 259184 w 602136"/>
                <a:gd name="connsiteY139" fmla="*/ 10337 h 707100"/>
                <a:gd name="connsiteX140" fmla="*/ 308160 w 602136"/>
                <a:gd name="connsiteY140" fmla="*/ 1714 h 707100"/>
                <a:gd name="connsiteX141" fmla="*/ 339208 w 602136"/>
                <a:gd name="connsiteY141" fmla="*/ 83 h 70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02136" h="707100">
                  <a:moveTo>
                    <a:pt x="527139" y="610291"/>
                  </a:moveTo>
                  <a:cubicBezTo>
                    <a:pt x="529224" y="610302"/>
                    <a:pt x="531307" y="610823"/>
                    <a:pt x="533786" y="611173"/>
                  </a:cubicBezTo>
                  <a:lnTo>
                    <a:pt x="533809" y="611647"/>
                  </a:lnTo>
                  <a:lnTo>
                    <a:pt x="489309" y="611647"/>
                  </a:lnTo>
                  <a:lnTo>
                    <a:pt x="489260" y="610701"/>
                  </a:lnTo>
                  <a:cubicBezTo>
                    <a:pt x="501934" y="610257"/>
                    <a:pt x="514537" y="610216"/>
                    <a:pt x="527139" y="610291"/>
                  </a:cubicBezTo>
                  <a:close/>
                  <a:moveTo>
                    <a:pt x="534178" y="598480"/>
                  </a:moveTo>
                  <a:cubicBezTo>
                    <a:pt x="534231" y="602433"/>
                    <a:pt x="534284" y="606387"/>
                    <a:pt x="533863" y="610725"/>
                  </a:cubicBezTo>
                  <a:cubicBezTo>
                    <a:pt x="531307" y="610823"/>
                    <a:pt x="529224" y="610302"/>
                    <a:pt x="527139" y="610291"/>
                  </a:cubicBezTo>
                  <a:cubicBezTo>
                    <a:pt x="514537" y="610216"/>
                    <a:pt x="501934" y="610257"/>
                    <a:pt x="489332" y="610259"/>
                  </a:cubicBezTo>
                  <a:cubicBezTo>
                    <a:pt x="489285" y="606631"/>
                    <a:pt x="489239" y="603003"/>
                    <a:pt x="489713" y="598924"/>
                  </a:cubicBezTo>
                  <a:cubicBezTo>
                    <a:pt x="504881" y="598475"/>
                    <a:pt x="519530" y="598477"/>
                    <a:pt x="534178" y="598480"/>
                  </a:cubicBezTo>
                  <a:close/>
                  <a:moveTo>
                    <a:pt x="534179" y="586695"/>
                  </a:moveTo>
                  <a:cubicBezTo>
                    <a:pt x="534231" y="590325"/>
                    <a:pt x="534283" y="593956"/>
                    <a:pt x="534257" y="598034"/>
                  </a:cubicBezTo>
                  <a:cubicBezTo>
                    <a:pt x="519530" y="598477"/>
                    <a:pt x="504881" y="598475"/>
                    <a:pt x="489782" y="598476"/>
                  </a:cubicBezTo>
                  <a:cubicBezTo>
                    <a:pt x="489285" y="594849"/>
                    <a:pt x="489238" y="591218"/>
                    <a:pt x="489712" y="587138"/>
                  </a:cubicBezTo>
                  <a:cubicBezTo>
                    <a:pt x="504881" y="586690"/>
                    <a:pt x="519530" y="586693"/>
                    <a:pt x="534179" y="586695"/>
                  </a:cubicBezTo>
                  <a:close/>
                  <a:moveTo>
                    <a:pt x="534179" y="575889"/>
                  </a:moveTo>
                  <a:cubicBezTo>
                    <a:pt x="534231" y="579194"/>
                    <a:pt x="534282" y="582499"/>
                    <a:pt x="534256" y="586250"/>
                  </a:cubicBezTo>
                  <a:cubicBezTo>
                    <a:pt x="519530" y="586693"/>
                    <a:pt x="504881" y="586690"/>
                    <a:pt x="489781" y="586690"/>
                  </a:cubicBezTo>
                  <a:cubicBezTo>
                    <a:pt x="488958" y="583375"/>
                    <a:pt x="488584" y="580058"/>
                    <a:pt x="488731" y="576312"/>
                  </a:cubicBezTo>
                  <a:cubicBezTo>
                    <a:pt x="504226" y="575886"/>
                    <a:pt x="519203" y="575887"/>
                    <a:pt x="534179" y="575889"/>
                  </a:cubicBezTo>
                  <a:close/>
                  <a:moveTo>
                    <a:pt x="534179" y="568031"/>
                  </a:moveTo>
                  <a:cubicBezTo>
                    <a:pt x="534229" y="570362"/>
                    <a:pt x="534280" y="572695"/>
                    <a:pt x="534255" y="575458"/>
                  </a:cubicBezTo>
                  <a:cubicBezTo>
                    <a:pt x="519203" y="575887"/>
                    <a:pt x="504226" y="575886"/>
                    <a:pt x="488800" y="575887"/>
                  </a:cubicBezTo>
                  <a:cubicBezTo>
                    <a:pt x="488302" y="573557"/>
                    <a:pt x="488254" y="571224"/>
                    <a:pt x="488693" y="568459"/>
                  </a:cubicBezTo>
                  <a:cubicBezTo>
                    <a:pt x="504179" y="568028"/>
                    <a:pt x="519179" y="568029"/>
                    <a:pt x="534179" y="568031"/>
                  </a:cubicBezTo>
                  <a:close/>
                  <a:moveTo>
                    <a:pt x="488713" y="560607"/>
                  </a:moveTo>
                  <a:cubicBezTo>
                    <a:pt x="504202" y="560504"/>
                    <a:pt x="519190" y="560833"/>
                    <a:pt x="534177" y="561162"/>
                  </a:cubicBezTo>
                  <a:cubicBezTo>
                    <a:pt x="534227" y="563169"/>
                    <a:pt x="534277" y="565175"/>
                    <a:pt x="534253" y="567606"/>
                  </a:cubicBezTo>
                  <a:cubicBezTo>
                    <a:pt x="519179" y="568029"/>
                    <a:pt x="504179" y="568028"/>
                    <a:pt x="488765" y="568028"/>
                  </a:cubicBezTo>
                  <a:cubicBezTo>
                    <a:pt x="488303" y="565699"/>
                    <a:pt x="488257" y="563370"/>
                    <a:pt x="488713" y="560607"/>
                  </a:cubicBezTo>
                  <a:close/>
                  <a:moveTo>
                    <a:pt x="532843" y="544508"/>
                  </a:moveTo>
                  <a:cubicBezTo>
                    <a:pt x="533245" y="546790"/>
                    <a:pt x="533294" y="549121"/>
                    <a:pt x="532911" y="551937"/>
                  </a:cubicBezTo>
                  <a:cubicBezTo>
                    <a:pt x="526507" y="554459"/>
                    <a:pt x="520111" y="555366"/>
                    <a:pt x="513726" y="555563"/>
                  </a:cubicBezTo>
                  <a:lnTo>
                    <a:pt x="494666" y="554936"/>
                  </a:lnTo>
                  <a:lnTo>
                    <a:pt x="513717" y="555617"/>
                  </a:lnTo>
                  <a:cubicBezTo>
                    <a:pt x="520092" y="555474"/>
                    <a:pt x="526470" y="554675"/>
                    <a:pt x="532837" y="552368"/>
                  </a:cubicBezTo>
                  <a:cubicBezTo>
                    <a:pt x="533573" y="554984"/>
                    <a:pt x="533949" y="557652"/>
                    <a:pt x="534252" y="560741"/>
                  </a:cubicBezTo>
                  <a:cubicBezTo>
                    <a:pt x="519190" y="560833"/>
                    <a:pt x="504202" y="560504"/>
                    <a:pt x="488784" y="560176"/>
                  </a:cubicBezTo>
                  <a:cubicBezTo>
                    <a:pt x="488304" y="558490"/>
                    <a:pt x="488256" y="556801"/>
                    <a:pt x="488280" y="554696"/>
                  </a:cubicBezTo>
                  <a:lnTo>
                    <a:pt x="494608" y="554934"/>
                  </a:lnTo>
                  <a:lnTo>
                    <a:pt x="488350" y="554279"/>
                  </a:lnTo>
                  <a:cubicBezTo>
                    <a:pt x="488303" y="552593"/>
                    <a:pt x="488255" y="550905"/>
                    <a:pt x="488279" y="548803"/>
                  </a:cubicBezTo>
                  <a:cubicBezTo>
                    <a:pt x="493535" y="548712"/>
                    <a:pt x="498722" y="549336"/>
                    <a:pt x="503904" y="549303"/>
                  </a:cubicBezTo>
                  <a:cubicBezTo>
                    <a:pt x="513656" y="549240"/>
                    <a:pt x="523431" y="548958"/>
                    <a:pt x="532843" y="544508"/>
                  </a:cubicBezTo>
                  <a:close/>
                  <a:moveTo>
                    <a:pt x="339208" y="83"/>
                  </a:moveTo>
                  <a:cubicBezTo>
                    <a:pt x="349580" y="-125"/>
                    <a:pt x="359953" y="47"/>
                    <a:pt x="370255" y="724"/>
                  </a:cubicBezTo>
                  <a:cubicBezTo>
                    <a:pt x="399867" y="2670"/>
                    <a:pt x="427933" y="11690"/>
                    <a:pt x="455016" y="23908"/>
                  </a:cubicBezTo>
                  <a:cubicBezTo>
                    <a:pt x="478444" y="34477"/>
                    <a:pt x="500160" y="47789"/>
                    <a:pt x="519811" y="64170"/>
                  </a:cubicBezTo>
                  <a:cubicBezTo>
                    <a:pt x="542368" y="82973"/>
                    <a:pt x="561179" y="105084"/>
                    <a:pt x="575272" y="131108"/>
                  </a:cubicBezTo>
                  <a:cubicBezTo>
                    <a:pt x="585961" y="150847"/>
                    <a:pt x="593313" y="171731"/>
                    <a:pt x="597929" y="193573"/>
                  </a:cubicBezTo>
                  <a:cubicBezTo>
                    <a:pt x="599714" y="202018"/>
                    <a:pt x="600498" y="210733"/>
                    <a:pt x="601028" y="219369"/>
                  </a:cubicBezTo>
                  <a:cubicBezTo>
                    <a:pt x="601746" y="231056"/>
                    <a:pt x="602506" y="242822"/>
                    <a:pt x="601939" y="254490"/>
                  </a:cubicBezTo>
                  <a:cubicBezTo>
                    <a:pt x="601056" y="272712"/>
                    <a:pt x="598149" y="290683"/>
                    <a:pt x="593467" y="308416"/>
                  </a:cubicBezTo>
                  <a:cubicBezTo>
                    <a:pt x="586711" y="334008"/>
                    <a:pt x="575631" y="357730"/>
                    <a:pt x="563528" y="381054"/>
                  </a:cubicBezTo>
                  <a:cubicBezTo>
                    <a:pt x="557146" y="393356"/>
                    <a:pt x="550064" y="405299"/>
                    <a:pt x="543843" y="417678"/>
                  </a:cubicBezTo>
                  <a:cubicBezTo>
                    <a:pt x="537612" y="430079"/>
                    <a:pt x="533846" y="443079"/>
                    <a:pt x="534169" y="457345"/>
                  </a:cubicBezTo>
                  <a:cubicBezTo>
                    <a:pt x="534546" y="473951"/>
                    <a:pt x="533671" y="490586"/>
                    <a:pt x="532935" y="507712"/>
                  </a:cubicBezTo>
                  <a:cubicBezTo>
                    <a:pt x="531410" y="509327"/>
                    <a:pt x="530059" y="510291"/>
                    <a:pt x="529205" y="511583"/>
                  </a:cubicBezTo>
                  <a:lnTo>
                    <a:pt x="520930" y="524632"/>
                  </a:lnTo>
                  <a:lnTo>
                    <a:pt x="519798" y="526417"/>
                  </a:lnTo>
                  <a:lnTo>
                    <a:pt x="519798" y="526417"/>
                  </a:lnTo>
                  <a:lnTo>
                    <a:pt x="520930" y="524632"/>
                  </a:lnTo>
                  <a:lnTo>
                    <a:pt x="529205" y="511583"/>
                  </a:lnTo>
                  <a:cubicBezTo>
                    <a:pt x="530060" y="510290"/>
                    <a:pt x="531410" y="509327"/>
                    <a:pt x="532862" y="508166"/>
                  </a:cubicBezTo>
                  <a:cubicBezTo>
                    <a:pt x="533243" y="516329"/>
                    <a:pt x="533294" y="524539"/>
                    <a:pt x="532890" y="533204"/>
                  </a:cubicBezTo>
                  <a:lnTo>
                    <a:pt x="530032" y="533966"/>
                  </a:lnTo>
                  <a:lnTo>
                    <a:pt x="532816" y="533659"/>
                  </a:lnTo>
                  <a:cubicBezTo>
                    <a:pt x="533245" y="536962"/>
                    <a:pt x="533293" y="540265"/>
                    <a:pt x="532915" y="544063"/>
                  </a:cubicBezTo>
                  <a:cubicBezTo>
                    <a:pt x="523431" y="548958"/>
                    <a:pt x="513656" y="549240"/>
                    <a:pt x="503904" y="549303"/>
                  </a:cubicBezTo>
                  <a:cubicBezTo>
                    <a:pt x="498722" y="549336"/>
                    <a:pt x="493535" y="548712"/>
                    <a:pt x="488351" y="548385"/>
                  </a:cubicBezTo>
                  <a:cubicBezTo>
                    <a:pt x="488303" y="545732"/>
                    <a:pt x="488256" y="543079"/>
                    <a:pt x="488280" y="539989"/>
                  </a:cubicBezTo>
                  <a:cubicBezTo>
                    <a:pt x="491460" y="539550"/>
                    <a:pt x="494577" y="539416"/>
                    <a:pt x="497678" y="539573"/>
                  </a:cubicBezTo>
                  <a:cubicBezTo>
                    <a:pt x="494577" y="539416"/>
                    <a:pt x="491460" y="539550"/>
                    <a:pt x="488351" y="539551"/>
                  </a:cubicBezTo>
                  <a:cubicBezTo>
                    <a:pt x="488303" y="529706"/>
                    <a:pt x="488257" y="519861"/>
                    <a:pt x="488283" y="509560"/>
                  </a:cubicBezTo>
                  <a:cubicBezTo>
                    <a:pt x="489324" y="510077"/>
                    <a:pt x="490471" y="510618"/>
                    <a:pt x="491534" y="511270"/>
                  </a:cubicBezTo>
                  <a:lnTo>
                    <a:pt x="494275" y="513646"/>
                  </a:lnTo>
                  <a:lnTo>
                    <a:pt x="491543" y="511213"/>
                  </a:lnTo>
                  <a:cubicBezTo>
                    <a:pt x="490489" y="510504"/>
                    <a:pt x="489360" y="509850"/>
                    <a:pt x="488355" y="509104"/>
                  </a:cubicBezTo>
                  <a:cubicBezTo>
                    <a:pt x="488630" y="487248"/>
                    <a:pt x="488337" y="465364"/>
                    <a:pt x="489373" y="443544"/>
                  </a:cubicBezTo>
                  <a:cubicBezTo>
                    <a:pt x="490111" y="427999"/>
                    <a:pt x="495121" y="413244"/>
                    <a:pt x="502280" y="399389"/>
                  </a:cubicBezTo>
                  <a:cubicBezTo>
                    <a:pt x="511940" y="380698"/>
                    <a:pt x="522020" y="362222"/>
                    <a:pt x="531561" y="343472"/>
                  </a:cubicBezTo>
                  <a:cubicBezTo>
                    <a:pt x="541105" y="324716"/>
                    <a:pt x="548436" y="305032"/>
                    <a:pt x="552772" y="284444"/>
                  </a:cubicBezTo>
                  <a:cubicBezTo>
                    <a:pt x="556787" y="265377"/>
                    <a:pt x="558162" y="245897"/>
                    <a:pt x="556783" y="226475"/>
                  </a:cubicBezTo>
                  <a:cubicBezTo>
                    <a:pt x="554913" y="200117"/>
                    <a:pt x="548356" y="174757"/>
                    <a:pt x="534757" y="151939"/>
                  </a:cubicBezTo>
                  <a:cubicBezTo>
                    <a:pt x="527594" y="139921"/>
                    <a:pt x="518992" y="128556"/>
                    <a:pt x="509771" y="118006"/>
                  </a:cubicBezTo>
                  <a:cubicBezTo>
                    <a:pt x="489776" y="95131"/>
                    <a:pt x="464977" y="78537"/>
                    <a:pt x="437439" y="65932"/>
                  </a:cubicBezTo>
                  <a:cubicBezTo>
                    <a:pt x="418718" y="57364"/>
                    <a:pt x="399335" y="51041"/>
                    <a:pt x="379000" y="47443"/>
                  </a:cubicBezTo>
                  <a:cubicBezTo>
                    <a:pt x="360527" y="44174"/>
                    <a:pt x="341900" y="44934"/>
                    <a:pt x="323480" y="45899"/>
                  </a:cubicBezTo>
                  <a:cubicBezTo>
                    <a:pt x="298937" y="47186"/>
                    <a:pt x="274764" y="51927"/>
                    <a:pt x="251435" y="60241"/>
                  </a:cubicBezTo>
                  <a:cubicBezTo>
                    <a:pt x="226316" y="69194"/>
                    <a:pt x="202958" y="81353"/>
                    <a:pt x="182493" y="98532"/>
                  </a:cubicBezTo>
                  <a:cubicBezTo>
                    <a:pt x="172807" y="106663"/>
                    <a:pt x="163303" y="115165"/>
                    <a:pt x="154729" y="124434"/>
                  </a:cubicBezTo>
                  <a:cubicBezTo>
                    <a:pt x="141465" y="138771"/>
                    <a:pt x="129889" y="154497"/>
                    <a:pt x="120702" y="171846"/>
                  </a:cubicBezTo>
                  <a:cubicBezTo>
                    <a:pt x="116821" y="179176"/>
                    <a:pt x="112963" y="186519"/>
                    <a:pt x="109115" y="193867"/>
                  </a:cubicBezTo>
                  <a:cubicBezTo>
                    <a:pt x="104298" y="203064"/>
                    <a:pt x="102691" y="213189"/>
                    <a:pt x="101376" y="223246"/>
                  </a:cubicBezTo>
                  <a:cubicBezTo>
                    <a:pt x="99602" y="236806"/>
                    <a:pt x="98232" y="250449"/>
                    <a:pt x="97440" y="264100"/>
                  </a:cubicBezTo>
                  <a:cubicBezTo>
                    <a:pt x="96612" y="278403"/>
                    <a:pt x="96196" y="292766"/>
                    <a:pt x="96488" y="307085"/>
                  </a:cubicBezTo>
                  <a:cubicBezTo>
                    <a:pt x="96744" y="319645"/>
                    <a:pt x="93756" y="331384"/>
                    <a:pt x="88284" y="342241"/>
                  </a:cubicBezTo>
                  <a:cubicBezTo>
                    <a:pt x="80765" y="357157"/>
                    <a:pt x="71969" y="371425"/>
                    <a:pt x="63802" y="386016"/>
                  </a:cubicBezTo>
                  <a:cubicBezTo>
                    <a:pt x="58304" y="395837"/>
                    <a:pt x="52948" y="405737"/>
                    <a:pt x="47239" y="416128"/>
                  </a:cubicBezTo>
                  <a:cubicBezTo>
                    <a:pt x="51728" y="416778"/>
                    <a:pt x="55133" y="417558"/>
                    <a:pt x="58567" y="417716"/>
                  </a:cubicBezTo>
                  <a:cubicBezTo>
                    <a:pt x="68963" y="418191"/>
                    <a:pt x="79370" y="418605"/>
                    <a:pt x="89775" y="418684"/>
                  </a:cubicBezTo>
                  <a:cubicBezTo>
                    <a:pt x="95919" y="418731"/>
                    <a:pt x="102070" y="418108"/>
                    <a:pt x="108218" y="417769"/>
                  </a:cubicBezTo>
                  <a:cubicBezTo>
                    <a:pt x="118853" y="417179"/>
                    <a:pt x="130265" y="427869"/>
                    <a:pt x="129837" y="439428"/>
                  </a:cubicBezTo>
                  <a:cubicBezTo>
                    <a:pt x="129383" y="451686"/>
                    <a:pt x="129842" y="463976"/>
                    <a:pt x="129712" y="476249"/>
                  </a:cubicBezTo>
                  <a:cubicBezTo>
                    <a:pt x="129463" y="499747"/>
                    <a:pt x="129248" y="523248"/>
                    <a:pt x="128698" y="546739"/>
                  </a:cubicBezTo>
                  <a:cubicBezTo>
                    <a:pt x="128273" y="564920"/>
                    <a:pt x="138341" y="572020"/>
                    <a:pt x="152957" y="574732"/>
                  </a:cubicBezTo>
                  <a:cubicBezTo>
                    <a:pt x="161158" y="576255"/>
                    <a:pt x="169672" y="576941"/>
                    <a:pt x="178011" y="576713"/>
                  </a:cubicBezTo>
                  <a:cubicBezTo>
                    <a:pt x="196303" y="576215"/>
                    <a:pt x="214623" y="575429"/>
                    <a:pt x="232840" y="573761"/>
                  </a:cubicBezTo>
                  <a:cubicBezTo>
                    <a:pt x="250664" y="572130"/>
                    <a:pt x="265813" y="576656"/>
                    <a:pt x="277858" y="590038"/>
                  </a:cubicBezTo>
                  <a:cubicBezTo>
                    <a:pt x="285722" y="598774"/>
                    <a:pt x="290118" y="609520"/>
                    <a:pt x="292573" y="620747"/>
                  </a:cubicBezTo>
                  <a:cubicBezTo>
                    <a:pt x="295027" y="631964"/>
                    <a:pt x="296925" y="643457"/>
                    <a:pt x="297460" y="654904"/>
                  </a:cubicBezTo>
                  <a:cubicBezTo>
                    <a:pt x="298264" y="672140"/>
                    <a:pt x="297669" y="689442"/>
                    <a:pt x="297669" y="707100"/>
                  </a:cubicBezTo>
                  <a:cubicBezTo>
                    <a:pt x="283765" y="707100"/>
                    <a:pt x="268972" y="707100"/>
                    <a:pt x="253316" y="707100"/>
                  </a:cubicBezTo>
                  <a:cubicBezTo>
                    <a:pt x="253687" y="703650"/>
                    <a:pt x="254374" y="700080"/>
                    <a:pt x="254403" y="696506"/>
                  </a:cubicBezTo>
                  <a:cubicBezTo>
                    <a:pt x="254526" y="681285"/>
                    <a:pt x="255021" y="666034"/>
                    <a:pt x="254233" y="650854"/>
                  </a:cubicBezTo>
                  <a:cubicBezTo>
                    <a:pt x="253793" y="642376"/>
                    <a:pt x="251443" y="633926"/>
                    <a:pt x="249300" y="625633"/>
                  </a:cubicBezTo>
                  <a:cubicBezTo>
                    <a:pt x="248094" y="620966"/>
                    <a:pt x="244033" y="618937"/>
                    <a:pt x="239214" y="619112"/>
                  </a:cubicBezTo>
                  <a:cubicBezTo>
                    <a:pt x="222333" y="619722"/>
                    <a:pt x="205407" y="619824"/>
                    <a:pt x="188589" y="621214"/>
                  </a:cubicBezTo>
                  <a:cubicBezTo>
                    <a:pt x="168443" y="622880"/>
                    <a:pt x="148766" y="621218"/>
                    <a:pt x="129595" y="615111"/>
                  </a:cubicBezTo>
                  <a:cubicBezTo>
                    <a:pt x="104936" y="607255"/>
                    <a:pt x="90376" y="589855"/>
                    <a:pt x="84714" y="564937"/>
                  </a:cubicBezTo>
                  <a:cubicBezTo>
                    <a:pt x="83545" y="559796"/>
                    <a:pt x="83649" y="554307"/>
                    <a:pt x="83624" y="548977"/>
                  </a:cubicBezTo>
                  <a:cubicBezTo>
                    <a:pt x="83514" y="526391"/>
                    <a:pt x="83493" y="503804"/>
                    <a:pt x="83637" y="481218"/>
                  </a:cubicBezTo>
                  <a:cubicBezTo>
                    <a:pt x="83672" y="475618"/>
                    <a:pt x="84441" y="470023"/>
                    <a:pt x="84911" y="463927"/>
                  </a:cubicBezTo>
                  <a:cubicBezTo>
                    <a:pt x="79958" y="463927"/>
                    <a:pt x="75743" y="464043"/>
                    <a:pt x="71537" y="463908"/>
                  </a:cubicBezTo>
                  <a:cubicBezTo>
                    <a:pt x="54030" y="463341"/>
                    <a:pt x="36743" y="461769"/>
                    <a:pt x="20194" y="455173"/>
                  </a:cubicBezTo>
                  <a:cubicBezTo>
                    <a:pt x="8698" y="450592"/>
                    <a:pt x="500" y="439305"/>
                    <a:pt x="40" y="426771"/>
                  </a:cubicBezTo>
                  <a:cubicBezTo>
                    <a:pt x="-403" y="414717"/>
                    <a:pt x="2895" y="403449"/>
                    <a:pt x="8186" y="393097"/>
                  </a:cubicBezTo>
                  <a:cubicBezTo>
                    <a:pt x="16293" y="377234"/>
                    <a:pt x="25910" y="362150"/>
                    <a:pt x="34429" y="346486"/>
                  </a:cubicBezTo>
                  <a:cubicBezTo>
                    <a:pt x="40118" y="336025"/>
                    <a:pt x="45063" y="325156"/>
                    <a:pt x="50204" y="314405"/>
                  </a:cubicBezTo>
                  <a:cubicBezTo>
                    <a:pt x="50927" y="312892"/>
                    <a:pt x="51109" y="311010"/>
                    <a:pt x="51128" y="309294"/>
                  </a:cubicBezTo>
                  <a:cubicBezTo>
                    <a:pt x="51220" y="301112"/>
                    <a:pt x="50768" y="292904"/>
                    <a:pt x="51252" y="284749"/>
                  </a:cubicBezTo>
                  <a:cubicBezTo>
                    <a:pt x="52285" y="267345"/>
                    <a:pt x="53244" y="249907"/>
                    <a:pt x="55243" y="232600"/>
                  </a:cubicBezTo>
                  <a:cubicBezTo>
                    <a:pt x="56981" y="217561"/>
                    <a:pt x="58255" y="202045"/>
                    <a:pt x="63114" y="187901"/>
                  </a:cubicBezTo>
                  <a:cubicBezTo>
                    <a:pt x="68691" y="171663"/>
                    <a:pt x="77215" y="156255"/>
                    <a:pt x="85899" y="141324"/>
                  </a:cubicBezTo>
                  <a:cubicBezTo>
                    <a:pt x="93729" y="127861"/>
                    <a:pt x="102651" y="114813"/>
                    <a:pt x="112656" y="102895"/>
                  </a:cubicBezTo>
                  <a:cubicBezTo>
                    <a:pt x="122963" y="90617"/>
                    <a:pt x="134923" y="79677"/>
                    <a:pt x="146587" y="68600"/>
                  </a:cubicBezTo>
                  <a:cubicBezTo>
                    <a:pt x="162823" y="53182"/>
                    <a:pt x="181752" y="41445"/>
                    <a:pt x="201583" y="31383"/>
                  </a:cubicBezTo>
                  <a:cubicBezTo>
                    <a:pt x="219876" y="22101"/>
                    <a:pt x="239079" y="14708"/>
                    <a:pt x="259184" y="10337"/>
                  </a:cubicBezTo>
                  <a:cubicBezTo>
                    <a:pt x="275383" y="6814"/>
                    <a:pt x="291705" y="3054"/>
                    <a:pt x="308160" y="1714"/>
                  </a:cubicBezTo>
                  <a:cubicBezTo>
                    <a:pt x="318462" y="876"/>
                    <a:pt x="328835" y="290"/>
                    <a:pt x="339208" y="8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61" name="Freeform: Shape 3060">
              <a:extLst>
                <a:ext uri="{FF2B5EF4-FFF2-40B4-BE49-F238E27FC236}">
                  <a16:creationId xmlns:a16="http://schemas.microsoft.com/office/drawing/2014/main" id="{F65384EE-B3C3-F64E-6E47-F452E91FA72A}"/>
                </a:ext>
                <a:ext uri="{C183D7F6-B498-43B3-948B-1728B52AA6E4}">
                  <adec:decorative xmlns:adec="http://schemas.microsoft.com/office/drawing/2017/decorative" val="1"/>
                </a:ext>
              </a:extLst>
            </p:cNvPr>
            <p:cNvSpPr/>
            <p:nvPr/>
          </p:nvSpPr>
          <p:spPr>
            <a:xfrm>
              <a:off x="6208118" y="817576"/>
              <a:ext cx="596296" cy="450415"/>
            </a:xfrm>
            <a:custGeom>
              <a:avLst/>
              <a:gdLst>
                <a:gd name="connsiteX0" fmla="*/ 6045751 w 8944438"/>
                <a:gd name="connsiteY0" fmla="*/ 6111593 h 6756231"/>
                <a:gd name="connsiteX1" fmla="*/ 6696198 w 8944438"/>
                <a:gd name="connsiteY1" fmla="*/ 6111593 h 6756231"/>
                <a:gd name="connsiteX2" fmla="*/ 6696198 w 8944438"/>
                <a:gd name="connsiteY2" fmla="*/ 6756231 h 6756231"/>
                <a:gd name="connsiteX3" fmla="*/ 6045751 w 8944438"/>
                <a:gd name="connsiteY3" fmla="*/ 6756231 h 6756231"/>
                <a:gd name="connsiteX4" fmla="*/ 7667067 w 8944438"/>
                <a:gd name="connsiteY4" fmla="*/ 3139735 h 6756231"/>
                <a:gd name="connsiteX5" fmla="*/ 7751727 w 8944438"/>
                <a:gd name="connsiteY5" fmla="*/ 3177592 h 6756231"/>
                <a:gd name="connsiteX6" fmla="*/ 8213355 w 8944438"/>
                <a:gd name="connsiteY6" fmla="*/ 3445200 h 6756231"/>
                <a:gd name="connsiteX7" fmla="*/ 8591268 w 8944438"/>
                <a:gd name="connsiteY7" fmla="*/ 3663136 h 6756231"/>
                <a:gd name="connsiteX8" fmla="*/ 8359607 w 8944438"/>
                <a:gd name="connsiteY8" fmla="*/ 4065356 h 6756231"/>
                <a:gd name="connsiteX9" fmla="*/ 8038651 w 8944438"/>
                <a:gd name="connsiteY9" fmla="*/ 3876624 h 6756231"/>
                <a:gd name="connsiteX10" fmla="*/ 7620972 w 8944438"/>
                <a:gd name="connsiteY10" fmla="*/ 3638161 h 6756231"/>
                <a:gd name="connsiteX11" fmla="*/ 7422761 w 8944438"/>
                <a:gd name="connsiteY11" fmla="*/ 3523656 h 6756231"/>
                <a:gd name="connsiteX12" fmla="*/ 7605141 w 8944438"/>
                <a:gd name="connsiteY12" fmla="*/ 3210758 h 6756231"/>
                <a:gd name="connsiteX13" fmla="*/ 7608303 w 8944438"/>
                <a:gd name="connsiteY13" fmla="*/ 3207224 h 6756231"/>
                <a:gd name="connsiteX14" fmla="*/ 7667067 w 8944438"/>
                <a:gd name="connsiteY14" fmla="*/ 3139735 h 6756231"/>
                <a:gd name="connsiteX15" fmla="*/ 935377 w 8944438"/>
                <a:gd name="connsiteY15" fmla="*/ 3123208 h 6756231"/>
                <a:gd name="connsiteX16" fmla="*/ 1167305 w 8944438"/>
                <a:gd name="connsiteY16" fmla="*/ 3523869 h 6756231"/>
                <a:gd name="connsiteX17" fmla="*/ 231043 w 8944438"/>
                <a:gd name="connsiteY17" fmla="*/ 4064047 h 6756231"/>
                <a:gd name="connsiteX18" fmla="*/ 115134 w 8944438"/>
                <a:gd name="connsiteY18" fmla="*/ 3866514 h 6756231"/>
                <a:gd name="connsiteX19" fmla="*/ 0 w 8944438"/>
                <a:gd name="connsiteY19" fmla="*/ 3662845 h 6756231"/>
                <a:gd name="connsiteX20" fmla="*/ 935377 w 8944438"/>
                <a:gd name="connsiteY20" fmla="*/ 3123208 h 6756231"/>
                <a:gd name="connsiteX21" fmla="*/ 7655027 w 8944438"/>
                <a:gd name="connsiteY21" fmla="*/ 1819315 h 6756231"/>
                <a:gd name="connsiteX22" fmla="*/ 8944438 w 8944438"/>
                <a:gd name="connsiteY22" fmla="*/ 1819315 h 6756231"/>
                <a:gd name="connsiteX23" fmla="*/ 8944438 w 8944438"/>
                <a:gd name="connsiteY23" fmla="*/ 2254683 h 6756231"/>
                <a:gd name="connsiteX24" fmla="*/ 7655027 w 8944438"/>
                <a:gd name="connsiteY24" fmla="*/ 2254683 h 6756231"/>
                <a:gd name="connsiteX25" fmla="*/ 150060 w 8944438"/>
                <a:gd name="connsiteY25" fmla="*/ 1816541 h 6756231"/>
                <a:gd name="connsiteX26" fmla="*/ 1438395 w 8944438"/>
                <a:gd name="connsiteY26" fmla="*/ 1816541 h 6756231"/>
                <a:gd name="connsiteX27" fmla="*/ 1438395 w 8944438"/>
                <a:gd name="connsiteY27" fmla="*/ 2252190 h 6756231"/>
                <a:gd name="connsiteX28" fmla="*/ 150060 w 8944438"/>
                <a:gd name="connsiteY28" fmla="*/ 2252190 h 6756231"/>
                <a:gd name="connsiteX29" fmla="*/ 4646016 w 8944438"/>
                <a:gd name="connsiteY29" fmla="*/ 1762269 h 6756231"/>
                <a:gd name="connsiteX30" fmla="*/ 4375675 w 8944438"/>
                <a:gd name="connsiteY30" fmla="*/ 1820837 h 6756231"/>
                <a:gd name="connsiteX31" fmla="*/ 4136632 w 8944438"/>
                <a:gd name="connsiteY31" fmla="*/ 1992845 h 6756231"/>
                <a:gd name="connsiteX32" fmla="*/ 3959576 w 8944438"/>
                <a:gd name="connsiteY32" fmla="*/ 2599801 h 6756231"/>
                <a:gd name="connsiteX33" fmla="*/ 4391733 w 8944438"/>
                <a:gd name="connsiteY33" fmla="*/ 3123786 h 6756231"/>
                <a:gd name="connsiteX34" fmla="*/ 4863458 w 8944438"/>
                <a:gd name="connsiteY34" fmla="*/ 3144427 h 6756231"/>
                <a:gd name="connsiteX35" fmla="*/ 5233933 w 8944438"/>
                <a:gd name="connsiteY35" fmla="*/ 2875486 h 6756231"/>
                <a:gd name="connsiteX36" fmla="*/ 5362850 w 8944438"/>
                <a:gd name="connsiteY36" fmla="*/ 2452310 h 6756231"/>
                <a:gd name="connsiteX37" fmla="*/ 5309121 w 8944438"/>
                <a:gd name="connsiteY37" fmla="*/ 2212333 h 6756231"/>
                <a:gd name="connsiteX38" fmla="*/ 4646016 w 8944438"/>
                <a:gd name="connsiteY38" fmla="*/ 1762269 h 6756231"/>
                <a:gd name="connsiteX39" fmla="*/ 4431281 w 8944438"/>
                <a:gd name="connsiteY39" fmla="*/ 981991 h 6756231"/>
                <a:gd name="connsiteX40" fmla="*/ 4878230 w 8944438"/>
                <a:gd name="connsiteY40" fmla="*/ 981991 h 6756231"/>
                <a:gd name="connsiteX41" fmla="*/ 4878230 w 8944438"/>
                <a:gd name="connsiteY41" fmla="*/ 1326160 h 6756231"/>
                <a:gd name="connsiteX42" fmla="*/ 5149620 w 8944438"/>
                <a:gd name="connsiteY42" fmla="*/ 1426502 h 6756231"/>
                <a:gd name="connsiteX43" fmla="*/ 5252345 w 8944438"/>
                <a:gd name="connsiteY43" fmla="*/ 1481490 h 6756231"/>
                <a:gd name="connsiteX44" fmla="*/ 5335467 w 8944438"/>
                <a:gd name="connsiteY44" fmla="*/ 1471783 h 6756231"/>
                <a:gd name="connsiteX45" fmla="*/ 5519590 w 8944438"/>
                <a:gd name="connsiteY45" fmla="*/ 1285641 h 6756231"/>
                <a:gd name="connsiteX46" fmla="*/ 5581368 w 8944438"/>
                <a:gd name="connsiteY46" fmla="*/ 1283583 h 6756231"/>
                <a:gd name="connsiteX47" fmla="*/ 5840547 w 8944438"/>
                <a:gd name="connsiteY47" fmla="*/ 1542809 h 6756231"/>
                <a:gd name="connsiteX48" fmla="*/ 5840433 w 8944438"/>
                <a:gd name="connsiteY48" fmla="*/ 1604615 h 6756231"/>
                <a:gd name="connsiteX49" fmla="*/ 5647507 w 8944438"/>
                <a:gd name="connsiteY49" fmla="*/ 1795415 h 6756231"/>
                <a:gd name="connsiteX50" fmla="*/ 5640031 w 8944438"/>
                <a:gd name="connsiteY50" fmla="*/ 1867794 h 6756231"/>
                <a:gd name="connsiteX51" fmla="*/ 5788217 w 8944438"/>
                <a:gd name="connsiteY51" fmla="*/ 2254329 h 6756231"/>
                <a:gd name="connsiteX52" fmla="*/ 6144273 w 8944438"/>
                <a:gd name="connsiteY52" fmla="*/ 2254329 h 6756231"/>
                <a:gd name="connsiteX53" fmla="*/ 6144273 w 8944438"/>
                <a:gd name="connsiteY53" fmla="*/ 2690239 h 6756231"/>
                <a:gd name="connsiteX54" fmla="*/ 5805732 w 8944438"/>
                <a:gd name="connsiteY54" fmla="*/ 2690239 h 6756231"/>
                <a:gd name="connsiteX55" fmla="*/ 5624315 w 8944438"/>
                <a:gd name="connsiteY55" fmla="*/ 3130473 h 6756231"/>
                <a:gd name="connsiteX56" fmla="*/ 5857796 w 8944438"/>
                <a:gd name="connsiteY56" fmla="*/ 3359142 h 6756231"/>
                <a:gd name="connsiteX57" fmla="*/ 5541488 w 8944438"/>
                <a:gd name="connsiteY57" fmla="*/ 3675423 h 6756231"/>
                <a:gd name="connsiteX58" fmla="*/ 5328380 w 8944438"/>
                <a:gd name="connsiteY58" fmla="*/ 3459754 h 6756231"/>
                <a:gd name="connsiteX59" fmla="*/ 5265555 w 8944438"/>
                <a:gd name="connsiteY59" fmla="*/ 3451143 h 6756231"/>
                <a:gd name="connsiteX60" fmla="*/ 4881174 w 8944438"/>
                <a:gd name="connsiteY60" fmla="*/ 3602253 h 6756231"/>
                <a:gd name="connsiteX61" fmla="*/ 4881174 w 8944438"/>
                <a:gd name="connsiteY61" fmla="*/ 3955927 h 6756231"/>
                <a:gd name="connsiteX62" fmla="*/ 4434071 w 8944438"/>
                <a:gd name="connsiteY62" fmla="*/ 3955927 h 6756231"/>
                <a:gd name="connsiteX63" fmla="*/ 4434071 w 8944438"/>
                <a:gd name="connsiteY63" fmla="*/ 3617484 h 6756231"/>
                <a:gd name="connsiteX64" fmla="*/ 4098410 w 8944438"/>
                <a:gd name="connsiteY64" fmla="*/ 3483222 h 6756231"/>
                <a:gd name="connsiteX65" fmla="*/ 4089960 w 8944438"/>
                <a:gd name="connsiteY65" fmla="*/ 3479031 h 6756231"/>
                <a:gd name="connsiteX66" fmla="*/ 3940432 w 8944438"/>
                <a:gd name="connsiteY66" fmla="*/ 3503778 h 6756231"/>
                <a:gd name="connsiteX67" fmla="*/ 3763070 w 8944438"/>
                <a:gd name="connsiteY67" fmla="*/ 3682005 h 6756231"/>
                <a:gd name="connsiteX68" fmla="*/ 3447944 w 8944438"/>
                <a:gd name="connsiteY68" fmla="*/ 3367364 h 6756231"/>
                <a:gd name="connsiteX69" fmla="*/ 3689920 w 8944438"/>
                <a:gd name="connsiteY69" fmla="*/ 3128921 h 6756231"/>
                <a:gd name="connsiteX70" fmla="*/ 3563527 w 8944438"/>
                <a:gd name="connsiteY70" fmla="*/ 2848321 h 6756231"/>
                <a:gd name="connsiteX71" fmla="*/ 3529104 w 8944438"/>
                <a:gd name="connsiteY71" fmla="*/ 2727318 h 6756231"/>
                <a:gd name="connsiteX72" fmla="*/ 3484566 w 8944438"/>
                <a:gd name="connsiteY72" fmla="*/ 2692553 h 6756231"/>
                <a:gd name="connsiteX73" fmla="*/ 3168420 w 8944438"/>
                <a:gd name="connsiteY73" fmla="*/ 2692829 h 6756231"/>
                <a:gd name="connsiteX74" fmla="*/ 3168420 w 8944438"/>
                <a:gd name="connsiteY74" fmla="*/ 2254681 h 6756231"/>
                <a:gd name="connsiteX75" fmla="*/ 3222111 w 8944438"/>
                <a:gd name="connsiteY75" fmla="*/ 2254681 h 6756231"/>
                <a:gd name="connsiteX76" fmla="*/ 3483966 w 8944438"/>
                <a:gd name="connsiteY76" fmla="*/ 2254728 h 6756231"/>
                <a:gd name="connsiteX77" fmla="*/ 3528104 w 8944438"/>
                <a:gd name="connsiteY77" fmla="*/ 2225411 h 6756231"/>
                <a:gd name="connsiteX78" fmla="*/ 3674748 w 8944438"/>
                <a:gd name="connsiteY78" fmla="*/ 1858099 h 6756231"/>
                <a:gd name="connsiteX79" fmla="*/ 3667518 w 8944438"/>
                <a:gd name="connsiteY79" fmla="*/ 1798930 h 6756231"/>
                <a:gd name="connsiteX80" fmla="*/ 3438304 w 8944438"/>
                <a:gd name="connsiteY80" fmla="*/ 1571393 h 6756231"/>
                <a:gd name="connsiteX81" fmla="*/ 3601235 w 8944438"/>
                <a:gd name="connsiteY81" fmla="*/ 1414120 h 6756231"/>
                <a:gd name="connsiteX82" fmla="*/ 3748822 w 8944438"/>
                <a:gd name="connsiteY82" fmla="*/ 1264829 h 6756231"/>
                <a:gd name="connsiteX83" fmla="*/ 3999361 w 8944438"/>
                <a:gd name="connsiteY83" fmla="*/ 1516416 h 6756231"/>
                <a:gd name="connsiteX84" fmla="*/ 4431281 w 8944438"/>
                <a:gd name="connsiteY84" fmla="*/ 1337217 h 6756231"/>
                <a:gd name="connsiteX85" fmla="*/ 4431281 w 8944438"/>
                <a:gd name="connsiteY85" fmla="*/ 981991 h 6756231"/>
                <a:gd name="connsiteX86" fmla="*/ 8354335 w 8944438"/>
                <a:gd name="connsiteY86" fmla="*/ 8823 h 6756231"/>
                <a:gd name="connsiteX87" fmla="*/ 8379682 w 8944438"/>
                <a:gd name="connsiteY87" fmla="*/ 32636 h 6756231"/>
                <a:gd name="connsiteX88" fmla="*/ 8576035 w 8944438"/>
                <a:gd name="connsiteY88" fmla="*/ 373233 h 6756231"/>
                <a:gd name="connsiteX89" fmla="*/ 8563738 w 8944438"/>
                <a:gd name="connsiteY89" fmla="*/ 417380 h 6756231"/>
                <a:gd name="connsiteX90" fmla="*/ 7922795 w 8944438"/>
                <a:gd name="connsiteY90" fmla="*/ 786485 h 6756231"/>
                <a:gd name="connsiteX91" fmla="*/ 7654844 w 8944438"/>
                <a:gd name="connsiteY91" fmla="*/ 941052 h 6756231"/>
                <a:gd name="connsiteX92" fmla="*/ 7423391 w 8944438"/>
                <a:gd name="connsiteY92" fmla="*/ 540488 h 6756231"/>
                <a:gd name="connsiteX93" fmla="*/ 8220293 w 8944438"/>
                <a:gd name="connsiteY93" fmla="*/ 80156 h 6756231"/>
                <a:gd name="connsiteX94" fmla="*/ 8323638 w 8944438"/>
                <a:gd name="connsiteY94" fmla="*/ 18055 h 6756231"/>
                <a:gd name="connsiteX95" fmla="*/ 8354335 w 8944438"/>
                <a:gd name="connsiteY95" fmla="*/ 8823 h 6756231"/>
                <a:gd name="connsiteX96" fmla="*/ 974555 w 8944438"/>
                <a:gd name="connsiteY96" fmla="*/ 0 h 6756231"/>
                <a:gd name="connsiteX97" fmla="*/ 1911152 w 8944438"/>
                <a:gd name="connsiteY97" fmla="*/ 540056 h 6756231"/>
                <a:gd name="connsiteX98" fmla="*/ 1679548 w 8944438"/>
                <a:gd name="connsiteY98" fmla="*/ 941983 h 6756231"/>
                <a:gd name="connsiteX99" fmla="*/ 803358 w 8944438"/>
                <a:gd name="connsiteY99" fmla="*/ 435465 h 6756231"/>
                <a:gd name="connsiteX100" fmla="*/ 743915 w 8944438"/>
                <a:gd name="connsiteY100" fmla="*/ 399451 h 6756231"/>
                <a:gd name="connsiteX101" fmla="*/ 974555 w 8944438"/>
                <a:gd name="connsiteY101" fmla="*/ 0 h 675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944438" h="6756231">
                  <a:moveTo>
                    <a:pt x="6045751" y="6111593"/>
                  </a:moveTo>
                  <a:lnTo>
                    <a:pt x="6696198" y="6111593"/>
                  </a:lnTo>
                  <a:lnTo>
                    <a:pt x="6696198" y="6756231"/>
                  </a:lnTo>
                  <a:lnTo>
                    <a:pt x="6045751" y="6756231"/>
                  </a:lnTo>
                  <a:close/>
                  <a:moveTo>
                    <a:pt x="7667067" y="3139735"/>
                  </a:moveTo>
                  <a:cubicBezTo>
                    <a:pt x="7684765" y="3136412"/>
                    <a:pt x="7706779" y="3150647"/>
                    <a:pt x="7751727" y="3177592"/>
                  </a:cubicBezTo>
                  <a:cubicBezTo>
                    <a:pt x="7904247" y="3269049"/>
                    <a:pt x="8059310" y="3356277"/>
                    <a:pt x="8213355" y="3445200"/>
                  </a:cubicBezTo>
                  <a:cubicBezTo>
                    <a:pt x="8337433" y="3516835"/>
                    <a:pt x="8461579" y="3588357"/>
                    <a:pt x="8591268" y="3663136"/>
                  </a:cubicBezTo>
                  <a:cubicBezTo>
                    <a:pt x="8513470" y="3798216"/>
                    <a:pt x="8437434" y="3930229"/>
                    <a:pt x="8359607" y="4065356"/>
                  </a:cubicBezTo>
                  <a:cubicBezTo>
                    <a:pt x="8253206" y="4002836"/>
                    <a:pt x="8147424" y="3940687"/>
                    <a:pt x="8038651" y="3876624"/>
                  </a:cubicBezTo>
                  <a:cubicBezTo>
                    <a:pt x="7897427" y="3795882"/>
                    <a:pt x="7759118" y="3717160"/>
                    <a:pt x="7620972" y="3638161"/>
                  </a:cubicBezTo>
                  <a:cubicBezTo>
                    <a:pt x="7555974" y="3600986"/>
                    <a:pt x="7491282" y="3563268"/>
                    <a:pt x="7422761" y="3523656"/>
                  </a:cubicBezTo>
                  <a:cubicBezTo>
                    <a:pt x="7483320" y="3419731"/>
                    <a:pt x="7544211" y="3315226"/>
                    <a:pt x="7605141" y="3210758"/>
                  </a:cubicBezTo>
                  <a:cubicBezTo>
                    <a:pt x="7605923" y="3209414"/>
                    <a:pt x="7607465" y="3208538"/>
                    <a:pt x="7608303" y="3207224"/>
                  </a:cubicBezTo>
                  <a:cubicBezTo>
                    <a:pt x="7635987" y="3163939"/>
                    <a:pt x="7649369" y="3143058"/>
                    <a:pt x="7667067" y="3139735"/>
                  </a:cubicBezTo>
                  <a:close/>
                  <a:moveTo>
                    <a:pt x="935377" y="3123208"/>
                  </a:moveTo>
                  <a:cubicBezTo>
                    <a:pt x="1014261" y="3259470"/>
                    <a:pt x="1089717" y="3389826"/>
                    <a:pt x="1167305" y="3523869"/>
                  </a:cubicBezTo>
                  <a:cubicBezTo>
                    <a:pt x="855626" y="3703688"/>
                    <a:pt x="545452" y="3882649"/>
                    <a:pt x="231043" y="4064047"/>
                  </a:cubicBezTo>
                  <a:cubicBezTo>
                    <a:pt x="192719" y="3998232"/>
                    <a:pt x="155128" y="3933673"/>
                    <a:pt x="115134" y="3866514"/>
                  </a:cubicBezTo>
                  <a:cubicBezTo>
                    <a:pt x="76179" y="3798715"/>
                    <a:pt x="39628" y="3733528"/>
                    <a:pt x="0" y="3662845"/>
                  </a:cubicBezTo>
                  <a:cubicBezTo>
                    <a:pt x="310761" y="3483560"/>
                    <a:pt x="620840" y="3304674"/>
                    <a:pt x="935377" y="3123208"/>
                  </a:cubicBezTo>
                  <a:close/>
                  <a:moveTo>
                    <a:pt x="7655027" y="1819315"/>
                  </a:moveTo>
                  <a:lnTo>
                    <a:pt x="8944438" y="1819315"/>
                  </a:lnTo>
                  <a:lnTo>
                    <a:pt x="8944438" y="2254683"/>
                  </a:lnTo>
                  <a:lnTo>
                    <a:pt x="7655027" y="2254683"/>
                  </a:lnTo>
                  <a:close/>
                  <a:moveTo>
                    <a:pt x="150060" y="1816541"/>
                  </a:moveTo>
                  <a:lnTo>
                    <a:pt x="1438395" y="1816541"/>
                  </a:lnTo>
                  <a:lnTo>
                    <a:pt x="1438395" y="2252190"/>
                  </a:lnTo>
                  <a:lnTo>
                    <a:pt x="150060" y="2252190"/>
                  </a:lnTo>
                  <a:close/>
                  <a:moveTo>
                    <a:pt x="4646016" y="1762269"/>
                  </a:moveTo>
                  <a:cubicBezTo>
                    <a:pt x="4557902" y="1762974"/>
                    <a:pt x="4470066" y="1797931"/>
                    <a:pt x="4375675" y="1820837"/>
                  </a:cubicBezTo>
                  <a:cubicBezTo>
                    <a:pt x="4283543" y="1860860"/>
                    <a:pt x="4204382" y="1918532"/>
                    <a:pt x="4136632" y="1992845"/>
                  </a:cubicBezTo>
                  <a:cubicBezTo>
                    <a:pt x="3978330" y="2166462"/>
                    <a:pt x="3915230" y="2371188"/>
                    <a:pt x="3959576" y="2599801"/>
                  </a:cubicBezTo>
                  <a:cubicBezTo>
                    <a:pt x="4007876" y="2848807"/>
                    <a:pt x="4157711" y="3024538"/>
                    <a:pt x="4391733" y="3123786"/>
                  </a:cubicBezTo>
                  <a:cubicBezTo>
                    <a:pt x="4545369" y="3188946"/>
                    <a:pt x="4702956" y="3195117"/>
                    <a:pt x="4863458" y="3144427"/>
                  </a:cubicBezTo>
                  <a:cubicBezTo>
                    <a:pt x="5017559" y="3095755"/>
                    <a:pt x="5140133" y="3004241"/>
                    <a:pt x="5233933" y="2875486"/>
                  </a:cubicBezTo>
                  <a:cubicBezTo>
                    <a:pt x="5325123" y="2750293"/>
                    <a:pt x="5367461" y="2605192"/>
                    <a:pt x="5362850" y="2452310"/>
                  </a:cubicBezTo>
                  <a:cubicBezTo>
                    <a:pt x="5360422" y="2371683"/>
                    <a:pt x="5337220" y="2288903"/>
                    <a:pt x="5309121" y="2212333"/>
                  </a:cubicBezTo>
                  <a:cubicBezTo>
                    <a:pt x="5205587" y="1930314"/>
                    <a:pt x="4935217" y="1759954"/>
                    <a:pt x="4646016" y="1762269"/>
                  </a:cubicBezTo>
                  <a:close/>
                  <a:moveTo>
                    <a:pt x="4431281" y="981991"/>
                  </a:moveTo>
                  <a:cubicBezTo>
                    <a:pt x="4581267" y="981991"/>
                    <a:pt x="4727710" y="981991"/>
                    <a:pt x="4878230" y="981991"/>
                  </a:cubicBezTo>
                  <a:cubicBezTo>
                    <a:pt x="4878230" y="1099108"/>
                    <a:pt x="4878230" y="1215891"/>
                    <a:pt x="4878230" y="1326160"/>
                  </a:cubicBezTo>
                  <a:cubicBezTo>
                    <a:pt x="4972593" y="1360781"/>
                    <a:pt x="5061773" y="1391937"/>
                    <a:pt x="5149620" y="1426502"/>
                  </a:cubicBezTo>
                  <a:cubicBezTo>
                    <a:pt x="5185633" y="1440665"/>
                    <a:pt x="5221884" y="1458125"/>
                    <a:pt x="5252345" y="1481490"/>
                  </a:cubicBezTo>
                  <a:cubicBezTo>
                    <a:pt x="5287033" y="1508102"/>
                    <a:pt x="5307893" y="1501205"/>
                    <a:pt x="5335467" y="1471783"/>
                  </a:cubicBezTo>
                  <a:cubicBezTo>
                    <a:pt x="5395120" y="1408120"/>
                    <a:pt x="5458975" y="1348428"/>
                    <a:pt x="5519590" y="1285641"/>
                  </a:cubicBezTo>
                  <a:cubicBezTo>
                    <a:pt x="5541488" y="1262952"/>
                    <a:pt x="5556870" y="1258352"/>
                    <a:pt x="5581368" y="1283583"/>
                  </a:cubicBezTo>
                  <a:cubicBezTo>
                    <a:pt x="5666480" y="1371250"/>
                    <a:pt x="5753013" y="1457562"/>
                    <a:pt x="5840547" y="1542809"/>
                  </a:cubicBezTo>
                  <a:cubicBezTo>
                    <a:pt x="5864520" y="1566155"/>
                    <a:pt x="5864424" y="1581574"/>
                    <a:pt x="5840433" y="1604615"/>
                  </a:cubicBezTo>
                  <a:cubicBezTo>
                    <a:pt x="5775207" y="1667260"/>
                    <a:pt x="5713267" y="1733362"/>
                    <a:pt x="5647507" y="1795415"/>
                  </a:cubicBezTo>
                  <a:cubicBezTo>
                    <a:pt x="5621277" y="1820162"/>
                    <a:pt x="5620781" y="1838982"/>
                    <a:pt x="5640031" y="1867794"/>
                  </a:cubicBezTo>
                  <a:cubicBezTo>
                    <a:pt x="5708838" y="1970813"/>
                    <a:pt x="5774635" y="2144356"/>
                    <a:pt x="5788217" y="2254329"/>
                  </a:cubicBezTo>
                  <a:cubicBezTo>
                    <a:pt x="5905591" y="2254329"/>
                    <a:pt x="6023766" y="2254329"/>
                    <a:pt x="6144273" y="2254329"/>
                  </a:cubicBezTo>
                  <a:cubicBezTo>
                    <a:pt x="6144273" y="2401743"/>
                    <a:pt x="6144273" y="2543890"/>
                    <a:pt x="6144273" y="2690239"/>
                  </a:cubicBezTo>
                  <a:cubicBezTo>
                    <a:pt x="6027098" y="2690239"/>
                    <a:pt x="5910391" y="2690239"/>
                    <a:pt x="5805732" y="2690239"/>
                  </a:cubicBezTo>
                  <a:cubicBezTo>
                    <a:pt x="5744270" y="2839386"/>
                    <a:pt x="5686026" y="2980724"/>
                    <a:pt x="5624315" y="3130473"/>
                  </a:cubicBezTo>
                  <a:cubicBezTo>
                    <a:pt x="5696979" y="3201633"/>
                    <a:pt x="5779617" y="3282574"/>
                    <a:pt x="5857796" y="3359142"/>
                  </a:cubicBezTo>
                  <a:cubicBezTo>
                    <a:pt x="5751443" y="3465478"/>
                    <a:pt x="5647594" y="3569326"/>
                    <a:pt x="5541488" y="3675423"/>
                  </a:cubicBezTo>
                  <a:cubicBezTo>
                    <a:pt x="5475472" y="3608768"/>
                    <a:pt x="5401387" y="3534779"/>
                    <a:pt x="5328380" y="3459754"/>
                  </a:cubicBezTo>
                  <a:cubicBezTo>
                    <a:pt x="5308464" y="3439284"/>
                    <a:pt x="5295520" y="3432065"/>
                    <a:pt x="5265555" y="3451143"/>
                  </a:cubicBezTo>
                  <a:cubicBezTo>
                    <a:pt x="5148810" y="3525446"/>
                    <a:pt x="5021054" y="3574870"/>
                    <a:pt x="4881174" y="3602253"/>
                  </a:cubicBezTo>
                  <a:cubicBezTo>
                    <a:pt x="4881174" y="3718361"/>
                    <a:pt x="4881174" y="3835315"/>
                    <a:pt x="4881174" y="3955927"/>
                  </a:cubicBezTo>
                  <a:cubicBezTo>
                    <a:pt x="4731073" y="3955927"/>
                    <a:pt x="4584629" y="3955927"/>
                    <a:pt x="4434071" y="3955927"/>
                  </a:cubicBezTo>
                  <a:cubicBezTo>
                    <a:pt x="4434071" y="3839000"/>
                    <a:pt x="4434071" y="3722246"/>
                    <a:pt x="4434071" y="3617484"/>
                  </a:cubicBezTo>
                  <a:cubicBezTo>
                    <a:pt x="4317050" y="3570679"/>
                    <a:pt x="4207715" y="3526970"/>
                    <a:pt x="4098410" y="3483222"/>
                  </a:cubicBezTo>
                  <a:cubicBezTo>
                    <a:pt x="4095495" y="3482051"/>
                    <a:pt x="4092752" y="3480489"/>
                    <a:pt x="4089960" y="3479031"/>
                  </a:cubicBezTo>
                  <a:cubicBezTo>
                    <a:pt x="4008104" y="3436076"/>
                    <a:pt x="4008047" y="3436008"/>
                    <a:pt x="3940432" y="3503778"/>
                  </a:cubicBezTo>
                  <a:cubicBezTo>
                    <a:pt x="3880130" y="3564211"/>
                    <a:pt x="3819982" y="3624799"/>
                    <a:pt x="3763070" y="3682005"/>
                  </a:cubicBezTo>
                  <a:cubicBezTo>
                    <a:pt x="3655832" y="3574936"/>
                    <a:pt x="3551793" y="3471059"/>
                    <a:pt x="3447944" y="3367364"/>
                  </a:cubicBezTo>
                  <a:cubicBezTo>
                    <a:pt x="3527361" y="3289099"/>
                    <a:pt x="3611646" y="3206052"/>
                    <a:pt x="3689920" y="3128921"/>
                  </a:cubicBezTo>
                  <a:cubicBezTo>
                    <a:pt x="3643802" y="3027262"/>
                    <a:pt x="3601655" y="2938636"/>
                    <a:pt x="3563527" y="2848321"/>
                  </a:cubicBezTo>
                  <a:cubicBezTo>
                    <a:pt x="3547296" y="2809879"/>
                    <a:pt x="3535629" y="2768504"/>
                    <a:pt x="3529104" y="2727318"/>
                  </a:cubicBezTo>
                  <a:cubicBezTo>
                    <a:pt x="3524257" y="2696792"/>
                    <a:pt x="3509864" y="2692400"/>
                    <a:pt x="3484566" y="2692553"/>
                  </a:cubicBezTo>
                  <a:cubicBezTo>
                    <a:pt x="3380157" y="2693201"/>
                    <a:pt x="3275735" y="2692829"/>
                    <a:pt x="3168420" y="2692829"/>
                  </a:cubicBezTo>
                  <a:cubicBezTo>
                    <a:pt x="3168420" y="2546757"/>
                    <a:pt x="3168420" y="2404601"/>
                    <a:pt x="3168420" y="2254681"/>
                  </a:cubicBezTo>
                  <a:cubicBezTo>
                    <a:pt x="3185679" y="2254681"/>
                    <a:pt x="3203900" y="2254681"/>
                    <a:pt x="3222111" y="2254681"/>
                  </a:cubicBezTo>
                  <a:cubicBezTo>
                    <a:pt x="3309396" y="2254681"/>
                    <a:pt x="3396682" y="2254594"/>
                    <a:pt x="3483966" y="2254728"/>
                  </a:cubicBezTo>
                  <a:cubicBezTo>
                    <a:pt x="3505350" y="2254767"/>
                    <a:pt x="3522446" y="2255157"/>
                    <a:pt x="3528104" y="2225411"/>
                  </a:cubicBezTo>
                  <a:cubicBezTo>
                    <a:pt x="3553155" y="2093731"/>
                    <a:pt x="3602093" y="1970519"/>
                    <a:pt x="3674748" y="1858099"/>
                  </a:cubicBezTo>
                  <a:cubicBezTo>
                    <a:pt x="3692615" y="1830448"/>
                    <a:pt x="3686986" y="1817961"/>
                    <a:pt x="3667518" y="1798930"/>
                  </a:cubicBezTo>
                  <a:cubicBezTo>
                    <a:pt x="3592673" y="1725713"/>
                    <a:pt x="3518809" y="1651486"/>
                    <a:pt x="3438304" y="1571393"/>
                  </a:cubicBezTo>
                  <a:cubicBezTo>
                    <a:pt x="3492729" y="1518893"/>
                    <a:pt x="3545792" y="1467697"/>
                    <a:pt x="3601235" y="1414120"/>
                  </a:cubicBezTo>
                  <a:cubicBezTo>
                    <a:pt x="3652631" y="1362154"/>
                    <a:pt x="3701645" y="1312558"/>
                    <a:pt x="3748822" y="1264829"/>
                  </a:cubicBezTo>
                  <a:cubicBezTo>
                    <a:pt x="3833536" y="1349895"/>
                    <a:pt x="3915915" y="1432627"/>
                    <a:pt x="3999361" y="1516416"/>
                  </a:cubicBezTo>
                  <a:cubicBezTo>
                    <a:pt x="4136603" y="1425293"/>
                    <a:pt x="4276436" y="1366812"/>
                    <a:pt x="4431281" y="1337217"/>
                  </a:cubicBezTo>
                  <a:cubicBezTo>
                    <a:pt x="4431281" y="1219567"/>
                    <a:pt x="4431281" y="1102566"/>
                    <a:pt x="4431281" y="981991"/>
                  </a:cubicBezTo>
                  <a:close/>
                  <a:moveTo>
                    <a:pt x="8354335" y="8823"/>
                  </a:moveTo>
                  <a:cubicBezTo>
                    <a:pt x="8363323" y="10506"/>
                    <a:pt x="8371419" y="17697"/>
                    <a:pt x="8379682" y="32636"/>
                  </a:cubicBezTo>
                  <a:cubicBezTo>
                    <a:pt x="8443078" y="147305"/>
                    <a:pt x="8509276" y="260469"/>
                    <a:pt x="8576035" y="373233"/>
                  </a:cubicBezTo>
                  <a:cubicBezTo>
                    <a:pt x="8589389" y="395797"/>
                    <a:pt x="8584874" y="405265"/>
                    <a:pt x="8563738" y="417380"/>
                  </a:cubicBezTo>
                  <a:cubicBezTo>
                    <a:pt x="8349811" y="539926"/>
                    <a:pt x="8136370" y="663320"/>
                    <a:pt x="7922795" y="786485"/>
                  </a:cubicBezTo>
                  <a:cubicBezTo>
                    <a:pt x="7834044" y="837672"/>
                    <a:pt x="7745301" y="888876"/>
                    <a:pt x="7654844" y="941052"/>
                  </a:cubicBezTo>
                  <a:cubicBezTo>
                    <a:pt x="7576922" y="806192"/>
                    <a:pt x="7501380" y="675464"/>
                    <a:pt x="7423391" y="540488"/>
                  </a:cubicBezTo>
                  <a:cubicBezTo>
                    <a:pt x="7688275" y="387568"/>
                    <a:pt x="7952808" y="234848"/>
                    <a:pt x="8220293" y="80156"/>
                  </a:cubicBezTo>
                  <a:cubicBezTo>
                    <a:pt x="8256707" y="58145"/>
                    <a:pt x="8290186" y="38123"/>
                    <a:pt x="8323638" y="18055"/>
                  </a:cubicBezTo>
                  <a:cubicBezTo>
                    <a:pt x="8335468" y="10963"/>
                    <a:pt x="8345347" y="7139"/>
                    <a:pt x="8354335" y="8823"/>
                  </a:cubicBezTo>
                  <a:close/>
                  <a:moveTo>
                    <a:pt x="974555" y="0"/>
                  </a:moveTo>
                  <a:cubicBezTo>
                    <a:pt x="1286472" y="179857"/>
                    <a:pt x="1596606" y="358685"/>
                    <a:pt x="1911152" y="540056"/>
                  </a:cubicBezTo>
                  <a:cubicBezTo>
                    <a:pt x="1832202" y="677071"/>
                    <a:pt x="1756271" y="808846"/>
                    <a:pt x="1679548" y="941983"/>
                  </a:cubicBezTo>
                  <a:cubicBezTo>
                    <a:pt x="1384815" y="771213"/>
                    <a:pt x="1095806" y="603767"/>
                    <a:pt x="803358" y="435465"/>
                  </a:cubicBezTo>
                  <a:cubicBezTo>
                    <a:pt x="782747" y="423825"/>
                    <a:pt x="765565" y="413044"/>
                    <a:pt x="743915" y="399451"/>
                  </a:cubicBezTo>
                  <a:cubicBezTo>
                    <a:pt x="819561" y="268447"/>
                    <a:pt x="894911" y="137948"/>
                    <a:pt x="974555"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69" name="Group 68">
            <a:extLst>
              <a:ext uri="{FF2B5EF4-FFF2-40B4-BE49-F238E27FC236}">
                <a16:creationId xmlns:a16="http://schemas.microsoft.com/office/drawing/2014/main" id="{053EB5B2-821C-5D51-6935-23057C017B48}"/>
              </a:ext>
              <a:ext uri="{C183D7F6-B498-43B3-948B-1728B52AA6E4}">
                <adec:decorative xmlns:adec="http://schemas.microsoft.com/office/drawing/2017/decorative" val="1"/>
              </a:ext>
            </a:extLst>
          </p:cNvPr>
          <p:cNvGrpSpPr>
            <a:grpSpLocks noChangeAspect="1"/>
          </p:cNvGrpSpPr>
          <p:nvPr/>
        </p:nvGrpSpPr>
        <p:grpSpPr>
          <a:xfrm>
            <a:off x="6947219" y="810791"/>
            <a:ext cx="507167" cy="457200"/>
            <a:chOff x="6947219" y="810791"/>
            <a:chExt cx="507167" cy="457200"/>
          </a:xfrm>
          <a:solidFill>
            <a:srgbClr val="FF0000"/>
          </a:solidFill>
        </p:grpSpPr>
        <p:sp>
          <p:nvSpPr>
            <p:cNvPr id="3094" name="Freeform: Shape 3093">
              <a:extLst>
                <a:ext uri="{FF2B5EF4-FFF2-40B4-BE49-F238E27FC236}">
                  <a16:creationId xmlns:a16="http://schemas.microsoft.com/office/drawing/2014/main" id="{DAA8CBC7-837B-71A6-6917-136534A4D147}"/>
                </a:ext>
                <a:ext uri="{C183D7F6-B498-43B3-948B-1728B52AA6E4}">
                  <adec:decorative xmlns:adec="http://schemas.microsoft.com/office/drawing/2017/decorative" val="1"/>
                </a:ext>
              </a:extLst>
            </p:cNvPr>
            <p:cNvSpPr/>
            <p:nvPr/>
          </p:nvSpPr>
          <p:spPr>
            <a:xfrm>
              <a:off x="6947219" y="810791"/>
              <a:ext cx="507167" cy="457200"/>
            </a:xfrm>
            <a:custGeom>
              <a:avLst/>
              <a:gdLst>
                <a:gd name="connsiteX0" fmla="*/ 5486505 w 7607505"/>
                <a:gd name="connsiteY0" fmla="*/ 5944352 h 6857998"/>
                <a:gd name="connsiteX1" fmla="*/ 5213402 w 7607505"/>
                <a:gd name="connsiteY1" fmla="*/ 6217454 h 6857998"/>
                <a:gd name="connsiteX2" fmla="*/ 5486505 w 7607505"/>
                <a:gd name="connsiteY2" fmla="*/ 6490556 h 6857998"/>
                <a:gd name="connsiteX3" fmla="*/ 5759608 w 7607505"/>
                <a:gd name="connsiteY3" fmla="*/ 6217454 h 6857998"/>
                <a:gd name="connsiteX4" fmla="*/ 5486505 w 7607505"/>
                <a:gd name="connsiteY4" fmla="*/ 5944352 h 6857998"/>
                <a:gd name="connsiteX5" fmla="*/ 1003639 w 7607505"/>
                <a:gd name="connsiteY5" fmla="*/ 5310261 h 6857998"/>
                <a:gd name="connsiteX6" fmla="*/ 730537 w 7607505"/>
                <a:gd name="connsiteY6" fmla="*/ 5583363 h 6857998"/>
                <a:gd name="connsiteX7" fmla="*/ 1003639 w 7607505"/>
                <a:gd name="connsiteY7" fmla="*/ 5856465 h 6857998"/>
                <a:gd name="connsiteX8" fmla="*/ 1276743 w 7607505"/>
                <a:gd name="connsiteY8" fmla="*/ 5583363 h 6857998"/>
                <a:gd name="connsiteX9" fmla="*/ 1003639 w 7607505"/>
                <a:gd name="connsiteY9" fmla="*/ 5310261 h 6857998"/>
                <a:gd name="connsiteX10" fmla="*/ 4830539 w 7607505"/>
                <a:gd name="connsiteY10" fmla="*/ 4486739 h 6857998"/>
                <a:gd name="connsiteX11" fmla="*/ 4827608 w 7607505"/>
                <a:gd name="connsiteY11" fmla="*/ 4505949 h 6857998"/>
                <a:gd name="connsiteX12" fmla="*/ 4702697 w 7607505"/>
                <a:gd name="connsiteY12" fmla="*/ 4824106 h 6857998"/>
                <a:gd name="connsiteX13" fmla="*/ 4609184 w 7607505"/>
                <a:gd name="connsiteY13" fmla="*/ 4952362 h 6857998"/>
                <a:gd name="connsiteX14" fmla="*/ 5224193 w 7607505"/>
                <a:gd name="connsiteY14" fmla="*/ 5634295 h 6857998"/>
                <a:gd name="connsiteX15" fmla="*/ 5237176 w 7607505"/>
                <a:gd name="connsiteY15" fmla="*/ 5627247 h 6857998"/>
                <a:gd name="connsiteX16" fmla="*/ 5486505 w 7607505"/>
                <a:gd name="connsiteY16" fmla="*/ 5576910 h 6857998"/>
                <a:gd name="connsiteX17" fmla="*/ 5615597 w 7607505"/>
                <a:gd name="connsiteY17" fmla="*/ 5589924 h 6857998"/>
                <a:gd name="connsiteX18" fmla="*/ 5663303 w 7607505"/>
                <a:gd name="connsiteY18" fmla="*/ 5604732 h 6857998"/>
                <a:gd name="connsiteX19" fmla="*/ 6209797 w 7607505"/>
                <a:gd name="connsiteY19" fmla="*/ 4732021 h 6857998"/>
                <a:gd name="connsiteX20" fmla="*/ 6189870 w 7607505"/>
                <a:gd name="connsiteY20" fmla="*/ 4711121 h 6857998"/>
                <a:gd name="connsiteX21" fmla="*/ 6093938 w 7607505"/>
                <a:gd name="connsiteY21" fmla="*/ 4553004 h 6857998"/>
                <a:gd name="connsiteX22" fmla="*/ 6073369 w 7607505"/>
                <a:gd name="connsiteY22" fmla="*/ 4486739 h 6857998"/>
                <a:gd name="connsiteX23" fmla="*/ 6684146 w 7607505"/>
                <a:gd name="connsiteY23" fmla="*/ 4030573 h 6857998"/>
                <a:gd name="connsiteX24" fmla="*/ 6411043 w 7607505"/>
                <a:gd name="connsiteY24" fmla="*/ 4303675 h 6857998"/>
                <a:gd name="connsiteX25" fmla="*/ 6684146 w 7607505"/>
                <a:gd name="connsiteY25" fmla="*/ 4576777 h 6857998"/>
                <a:gd name="connsiteX26" fmla="*/ 6957249 w 7607505"/>
                <a:gd name="connsiteY26" fmla="*/ 4303675 h 6857998"/>
                <a:gd name="connsiteX27" fmla="*/ 6684146 w 7607505"/>
                <a:gd name="connsiteY27" fmla="*/ 4030573 h 6857998"/>
                <a:gd name="connsiteX28" fmla="*/ 1694608 w 7607505"/>
                <a:gd name="connsiteY28" fmla="*/ 3018365 h 6857998"/>
                <a:gd name="connsiteX29" fmla="*/ 1660449 w 7607505"/>
                <a:gd name="connsiteY29" fmla="*/ 3053349 h 6857998"/>
                <a:gd name="connsiteX30" fmla="*/ 1205908 w 7607505"/>
                <a:gd name="connsiteY30" fmla="*/ 3277700 h 6857998"/>
                <a:gd name="connsiteX31" fmla="*/ 1186703 w 7607505"/>
                <a:gd name="connsiteY31" fmla="*/ 3280630 h 6857998"/>
                <a:gd name="connsiteX32" fmla="*/ 1186703 w 7607505"/>
                <a:gd name="connsiteY32" fmla="*/ 4972587 h 6857998"/>
                <a:gd name="connsiteX33" fmla="*/ 1252968 w 7607505"/>
                <a:gd name="connsiteY33" fmla="*/ 4993156 h 6857998"/>
                <a:gd name="connsiteX34" fmla="*/ 1477783 w 7607505"/>
                <a:gd name="connsiteY34" fmla="*/ 5152676 h 6857998"/>
                <a:gd name="connsiteX35" fmla="*/ 1498988 w 7607505"/>
                <a:gd name="connsiteY35" fmla="*/ 5179664 h 6857998"/>
                <a:gd name="connsiteX36" fmla="*/ 2874301 w 7607505"/>
                <a:gd name="connsiteY36" fmla="*/ 4557303 h 6857998"/>
                <a:gd name="connsiteX37" fmla="*/ 2861097 w 7607505"/>
                <a:gd name="connsiteY37" fmla="*/ 4505949 h 6857998"/>
                <a:gd name="connsiteX38" fmla="*/ 2840706 w 7607505"/>
                <a:gd name="connsiteY38" fmla="*/ 4303679 h 6857998"/>
                <a:gd name="connsiteX39" fmla="*/ 2840709 w 7607505"/>
                <a:gd name="connsiteY39" fmla="*/ 4303675 h 6857998"/>
                <a:gd name="connsiteX40" fmla="*/ 2840714 w 7607505"/>
                <a:gd name="connsiteY40" fmla="*/ 4303675 h 6857998"/>
                <a:gd name="connsiteX41" fmla="*/ 2919580 w 7607505"/>
                <a:gd name="connsiteY41" fmla="*/ 3913016 h 6857998"/>
                <a:gd name="connsiteX42" fmla="*/ 2922204 w 7607505"/>
                <a:gd name="connsiteY42" fmla="*/ 3907891 h 6857998"/>
                <a:gd name="connsiteX43" fmla="*/ 1003638 w 7607505"/>
                <a:gd name="connsiteY43" fmla="*/ 1659867 h 6857998"/>
                <a:gd name="connsiteX44" fmla="*/ 369058 w 7607505"/>
                <a:gd name="connsiteY44" fmla="*/ 2294448 h 6857998"/>
                <a:gd name="connsiteX45" fmla="*/ 1003638 w 7607505"/>
                <a:gd name="connsiteY45" fmla="*/ 2929030 h 6857998"/>
                <a:gd name="connsiteX46" fmla="*/ 1638221 w 7607505"/>
                <a:gd name="connsiteY46" fmla="*/ 2294448 h 6857998"/>
                <a:gd name="connsiteX47" fmla="*/ 1003638 w 7607505"/>
                <a:gd name="connsiteY47" fmla="*/ 1659867 h 6857998"/>
                <a:gd name="connsiteX48" fmla="*/ 6912350 w 7607505"/>
                <a:gd name="connsiteY48" fmla="*/ 1609804 h 6857998"/>
                <a:gd name="connsiteX49" fmla="*/ 6663034 w 7607505"/>
                <a:gd name="connsiteY49" fmla="*/ 1802394 h 6857998"/>
                <a:gd name="connsiteX50" fmla="*/ 6666019 w 7607505"/>
                <a:gd name="connsiteY50" fmla="*/ 1807893 h 6857998"/>
                <a:gd name="connsiteX51" fmla="*/ 6687079 w 7607505"/>
                <a:gd name="connsiteY51" fmla="*/ 1875738 h 6857998"/>
                <a:gd name="connsiteX52" fmla="*/ 6693363 w 7607505"/>
                <a:gd name="connsiteY52" fmla="*/ 1938070 h 6857998"/>
                <a:gd name="connsiteX53" fmla="*/ 7112307 w 7607505"/>
                <a:gd name="connsiteY53" fmla="*/ 2004171 h 6857998"/>
                <a:gd name="connsiteX54" fmla="*/ 7123169 w 7607505"/>
                <a:gd name="connsiteY54" fmla="*/ 1984160 h 6857998"/>
                <a:gd name="connsiteX55" fmla="*/ 7155501 w 7607505"/>
                <a:gd name="connsiteY55" fmla="*/ 1944974 h 6857998"/>
                <a:gd name="connsiteX56" fmla="*/ 7167337 w 7607505"/>
                <a:gd name="connsiteY56" fmla="*/ 1935208 h 6857998"/>
                <a:gd name="connsiteX57" fmla="*/ 7068107 w 7607505"/>
                <a:gd name="connsiteY57" fmla="*/ 1657661 h 6857998"/>
                <a:gd name="connsiteX58" fmla="*/ 7064079 w 7607505"/>
                <a:gd name="connsiteY58" fmla="*/ 1658067 h 6857998"/>
                <a:gd name="connsiteX59" fmla="*/ 6916039 w 7607505"/>
                <a:gd name="connsiteY59" fmla="*/ 1612847 h 6857998"/>
                <a:gd name="connsiteX60" fmla="*/ 5368411 w 7607505"/>
                <a:gd name="connsiteY60" fmla="*/ 1425085 h 6857998"/>
                <a:gd name="connsiteX61" fmla="*/ 5367369 w 7607505"/>
                <a:gd name="connsiteY61" fmla="*/ 1425944 h 6857998"/>
                <a:gd name="connsiteX62" fmla="*/ 5298066 w 7607505"/>
                <a:gd name="connsiteY62" fmla="*/ 1459260 h 6857998"/>
                <a:gd name="connsiteX63" fmla="*/ 5238332 w 7607505"/>
                <a:gd name="connsiteY63" fmla="*/ 1468291 h 6857998"/>
                <a:gd name="connsiteX64" fmla="*/ 5041195 w 7607505"/>
                <a:gd name="connsiteY64" fmla="*/ 2179076 h 6857998"/>
                <a:gd name="connsiteX65" fmla="*/ 5061413 w 7607505"/>
                <a:gd name="connsiteY65" fmla="*/ 2190050 h 6857998"/>
                <a:gd name="connsiteX66" fmla="*/ 5114904 w 7607505"/>
                <a:gd name="connsiteY66" fmla="*/ 2234184 h 6857998"/>
                <a:gd name="connsiteX67" fmla="*/ 5158052 w 7607505"/>
                <a:gd name="connsiteY67" fmla="*/ 2286478 h 6857998"/>
                <a:gd name="connsiteX68" fmla="*/ 5974242 w 7607505"/>
                <a:gd name="connsiteY68" fmla="*/ 1975245 h 6857998"/>
                <a:gd name="connsiteX69" fmla="*/ 5971554 w 7607505"/>
                <a:gd name="connsiteY69" fmla="*/ 1948579 h 6857998"/>
                <a:gd name="connsiteX70" fmla="*/ 5978897 w 7607505"/>
                <a:gd name="connsiteY70" fmla="*/ 1875738 h 6857998"/>
                <a:gd name="connsiteX71" fmla="*/ 5985968 w 7607505"/>
                <a:gd name="connsiteY71" fmla="*/ 1852961 h 6857998"/>
                <a:gd name="connsiteX72" fmla="*/ 1003639 w 7607505"/>
                <a:gd name="connsiteY72" fmla="*/ 1290806 h 6857998"/>
                <a:gd name="connsiteX73" fmla="*/ 2007281 w 7607505"/>
                <a:gd name="connsiteY73" fmla="*/ 2294448 h 6857998"/>
                <a:gd name="connsiteX74" fmla="*/ 1946380 w 7607505"/>
                <a:gd name="connsiteY74" fmla="*/ 2639533 h 6857998"/>
                <a:gd name="connsiteX75" fmla="*/ 1908333 w 7607505"/>
                <a:gd name="connsiteY75" fmla="*/ 2721088 h 6857998"/>
                <a:gd name="connsiteX76" fmla="*/ 3127691 w 7607505"/>
                <a:gd name="connsiteY76" fmla="*/ 3604644 h 6857998"/>
                <a:gd name="connsiteX77" fmla="*/ 3169526 w 7607505"/>
                <a:gd name="connsiteY77" fmla="*/ 3560763 h 6857998"/>
                <a:gd name="connsiteX78" fmla="*/ 3283208 w 7607505"/>
                <a:gd name="connsiteY78" fmla="*/ 3471442 h 6857998"/>
                <a:gd name="connsiteX79" fmla="*/ 3420676 w 7607505"/>
                <a:gd name="connsiteY79" fmla="*/ 3405360 h 6857998"/>
                <a:gd name="connsiteX80" fmla="*/ 3420676 w 7607505"/>
                <a:gd name="connsiteY80" fmla="*/ 3861116 h 6857998"/>
                <a:gd name="connsiteX81" fmla="*/ 3259639 w 7607505"/>
                <a:gd name="connsiteY81" fmla="*/ 4056673 h 6857998"/>
                <a:gd name="connsiteX82" fmla="*/ 3209776 w 7607505"/>
                <a:gd name="connsiteY82" fmla="*/ 4303675 h 6857998"/>
                <a:gd name="connsiteX83" fmla="*/ 3209770 w 7607505"/>
                <a:gd name="connsiteY83" fmla="*/ 4303675 h 6857998"/>
                <a:gd name="connsiteX84" fmla="*/ 3209766 w 7607505"/>
                <a:gd name="connsiteY84" fmla="*/ 4303679 h 6857998"/>
                <a:gd name="connsiteX85" fmla="*/ 3844352 w 7607505"/>
                <a:gd name="connsiteY85" fmla="*/ 4938265 h 6857998"/>
                <a:gd name="connsiteX86" fmla="*/ 4478938 w 7607505"/>
                <a:gd name="connsiteY86" fmla="*/ 4303679 h 6857998"/>
                <a:gd name="connsiteX87" fmla="*/ 4478938 w 7607505"/>
                <a:gd name="connsiteY87" fmla="*/ 4303675 h 6857998"/>
                <a:gd name="connsiteX88" fmla="*/ 4478935 w 7607505"/>
                <a:gd name="connsiteY88" fmla="*/ 4303675 h 6857998"/>
                <a:gd name="connsiteX89" fmla="*/ 4429072 w 7607505"/>
                <a:gd name="connsiteY89" fmla="*/ 4056673 h 6857998"/>
                <a:gd name="connsiteX90" fmla="*/ 4268036 w 7607505"/>
                <a:gd name="connsiteY90" fmla="*/ 3861116 h 6857998"/>
                <a:gd name="connsiteX91" fmla="*/ 4268036 w 7607505"/>
                <a:gd name="connsiteY91" fmla="*/ 3405360 h 6857998"/>
                <a:gd name="connsiteX92" fmla="*/ 4405504 w 7607505"/>
                <a:gd name="connsiteY92" fmla="*/ 3471442 h 6857998"/>
                <a:gd name="connsiteX93" fmla="*/ 4769123 w 7607505"/>
                <a:gd name="connsiteY93" fmla="*/ 3913016 h 6857998"/>
                <a:gd name="connsiteX94" fmla="*/ 4811036 w 7607505"/>
                <a:gd name="connsiteY94" fmla="*/ 4120610 h 6857998"/>
                <a:gd name="connsiteX95" fmla="*/ 6073369 w 7607505"/>
                <a:gd name="connsiteY95" fmla="*/ 4120610 h 6857998"/>
                <a:gd name="connsiteX96" fmla="*/ 6093938 w 7607505"/>
                <a:gd name="connsiteY96" fmla="*/ 4054346 h 6857998"/>
                <a:gd name="connsiteX97" fmla="*/ 6684146 w 7607505"/>
                <a:gd name="connsiteY97" fmla="*/ 3663131 h 6857998"/>
                <a:gd name="connsiteX98" fmla="*/ 7324691 w 7607505"/>
                <a:gd name="connsiteY98" fmla="*/ 4303675 h 6857998"/>
                <a:gd name="connsiteX99" fmla="*/ 6684146 w 7607505"/>
                <a:gd name="connsiteY99" fmla="*/ 4944219 h 6857998"/>
                <a:gd name="connsiteX100" fmla="*/ 6586597 w 7607505"/>
                <a:gd name="connsiteY100" fmla="*/ 4936839 h 6857998"/>
                <a:gd name="connsiteX101" fmla="*/ 6522745 w 7607505"/>
                <a:gd name="connsiteY101" fmla="*/ 4922123 h 6857998"/>
                <a:gd name="connsiteX102" fmla="*/ 5971159 w 7607505"/>
                <a:gd name="connsiteY102" fmla="*/ 5802966 h 6857998"/>
                <a:gd name="connsiteX103" fmla="*/ 6017655 w 7607505"/>
                <a:gd name="connsiteY103" fmla="*/ 5859320 h 6857998"/>
                <a:gd name="connsiteX104" fmla="*/ 6127050 w 7607505"/>
                <a:gd name="connsiteY104" fmla="*/ 6217454 h 6857998"/>
                <a:gd name="connsiteX105" fmla="*/ 5486505 w 7607505"/>
                <a:gd name="connsiteY105" fmla="*/ 6857998 h 6857998"/>
                <a:gd name="connsiteX106" fmla="*/ 4845960 w 7607505"/>
                <a:gd name="connsiteY106" fmla="*/ 6217454 h 6857998"/>
                <a:gd name="connsiteX107" fmla="*/ 4896298 w 7607505"/>
                <a:gd name="connsiteY107" fmla="*/ 5968125 h 6857998"/>
                <a:gd name="connsiteX108" fmla="*/ 4947370 w 7607505"/>
                <a:gd name="connsiteY108" fmla="*/ 5874032 h 6857998"/>
                <a:gd name="connsiteX109" fmla="*/ 4324521 w 7607505"/>
                <a:gd name="connsiteY109" fmla="*/ 5183406 h 6857998"/>
                <a:gd name="connsiteX110" fmla="*/ 4189440 w 7607505"/>
                <a:gd name="connsiteY110" fmla="*/ 5246424 h 6857998"/>
                <a:gd name="connsiteX111" fmla="*/ 3844352 w 7607505"/>
                <a:gd name="connsiteY111" fmla="*/ 5307325 h 6857998"/>
                <a:gd name="connsiteX112" fmla="*/ 3134667 w 7607505"/>
                <a:gd name="connsiteY112" fmla="*/ 5013364 h 6857998"/>
                <a:gd name="connsiteX113" fmla="*/ 3031328 w 7607505"/>
                <a:gd name="connsiteY113" fmla="*/ 4888116 h 6857998"/>
                <a:gd name="connsiteX114" fmla="*/ 1639245 w 7607505"/>
                <a:gd name="connsiteY114" fmla="*/ 5518066 h 6857998"/>
                <a:gd name="connsiteX115" fmla="*/ 1644185 w 7607505"/>
                <a:gd name="connsiteY115" fmla="*/ 5583363 h 6857998"/>
                <a:gd name="connsiteX116" fmla="*/ 1003639 w 7607505"/>
                <a:gd name="connsiteY116" fmla="*/ 6223907 h 6857998"/>
                <a:gd name="connsiteX117" fmla="*/ 363096 w 7607505"/>
                <a:gd name="connsiteY117" fmla="*/ 5583363 h 6857998"/>
                <a:gd name="connsiteX118" fmla="*/ 754311 w 7607505"/>
                <a:gd name="connsiteY118" fmla="*/ 4993156 h 6857998"/>
                <a:gd name="connsiteX119" fmla="*/ 820574 w 7607505"/>
                <a:gd name="connsiteY119" fmla="*/ 4972587 h 6857998"/>
                <a:gd name="connsiteX120" fmla="*/ 820574 w 7607505"/>
                <a:gd name="connsiteY120" fmla="*/ 3280630 h 6857998"/>
                <a:gd name="connsiteX121" fmla="*/ 801371 w 7607505"/>
                <a:gd name="connsiteY121" fmla="*/ 3277700 h 6857998"/>
                <a:gd name="connsiteX122" fmla="*/ 0 w 7607505"/>
                <a:gd name="connsiteY122" fmla="*/ 2294448 h 6857998"/>
                <a:gd name="connsiteX123" fmla="*/ 1003639 w 7607505"/>
                <a:gd name="connsiteY123" fmla="*/ 1290806 h 6857998"/>
                <a:gd name="connsiteX124" fmla="*/ 5219329 w 7607505"/>
                <a:gd name="connsiteY124" fmla="*/ 941608 h 6857998"/>
                <a:gd name="connsiteX125" fmla="*/ 5484107 w 7607505"/>
                <a:gd name="connsiteY125" fmla="*/ 1206386 h 6857998"/>
                <a:gd name="connsiteX126" fmla="*/ 5478728 w 7607505"/>
                <a:gd name="connsiteY126" fmla="*/ 1259748 h 6857998"/>
                <a:gd name="connsiteX127" fmla="*/ 5477220 w 7607505"/>
                <a:gd name="connsiteY127" fmla="*/ 1264605 h 6857998"/>
                <a:gd name="connsiteX128" fmla="*/ 6085687 w 7607505"/>
                <a:gd name="connsiteY128" fmla="*/ 1686183 h 6857998"/>
                <a:gd name="connsiteX129" fmla="*/ 6130907 w 7607505"/>
                <a:gd name="connsiteY129" fmla="*/ 1648873 h 6857998"/>
                <a:gd name="connsiteX130" fmla="*/ 6332988 w 7607505"/>
                <a:gd name="connsiteY130" fmla="*/ 1587146 h 6857998"/>
                <a:gd name="connsiteX131" fmla="*/ 6535069 w 7607505"/>
                <a:gd name="connsiteY131" fmla="*/ 1648873 h 6857998"/>
                <a:gd name="connsiteX132" fmla="*/ 6539689 w 7607505"/>
                <a:gd name="connsiteY132" fmla="*/ 1652685 h 6857998"/>
                <a:gd name="connsiteX133" fmla="*/ 6805015 w 7607505"/>
                <a:gd name="connsiteY133" fmla="*/ 1447728 h 6857998"/>
                <a:gd name="connsiteX134" fmla="*/ 6804680 w 7607505"/>
                <a:gd name="connsiteY134" fmla="*/ 1446651 h 6857998"/>
                <a:gd name="connsiteX135" fmla="*/ 6799301 w 7607505"/>
                <a:gd name="connsiteY135" fmla="*/ 1393289 h 6857998"/>
                <a:gd name="connsiteX136" fmla="*/ 7064079 w 7607505"/>
                <a:gd name="connsiteY136" fmla="*/ 1128511 h 6857998"/>
                <a:gd name="connsiteX137" fmla="*/ 7328857 w 7607505"/>
                <a:gd name="connsiteY137" fmla="*/ 1393289 h 6857998"/>
                <a:gd name="connsiteX138" fmla="*/ 7251305 w 7607505"/>
                <a:gd name="connsiteY138" fmla="*/ 1580515 h 6857998"/>
                <a:gd name="connsiteX139" fmla="*/ 7247537 w 7607505"/>
                <a:gd name="connsiteY139" fmla="*/ 1583625 h 6857998"/>
                <a:gd name="connsiteX140" fmla="*/ 7349235 w 7607505"/>
                <a:gd name="connsiteY140" fmla="*/ 1868078 h 6857998"/>
                <a:gd name="connsiteX141" fmla="*/ 7396089 w 7607505"/>
                <a:gd name="connsiteY141" fmla="*/ 1872801 h 6857998"/>
                <a:gd name="connsiteX142" fmla="*/ 7607505 w 7607505"/>
                <a:gd name="connsiteY142" fmla="*/ 2132199 h 6857998"/>
                <a:gd name="connsiteX143" fmla="*/ 7342727 w 7607505"/>
                <a:gd name="connsiteY143" fmla="*/ 2396978 h 6857998"/>
                <a:gd name="connsiteX144" fmla="*/ 7098757 w 7607505"/>
                <a:gd name="connsiteY144" fmla="*/ 2235263 h 6857998"/>
                <a:gd name="connsiteX145" fmla="*/ 7086695 w 7607505"/>
                <a:gd name="connsiteY145" fmla="*/ 2196409 h 6857998"/>
                <a:gd name="connsiteX146" fmla="*/ 6645636 w 7607505"/>
                <a:gd name="connsiteY146" fmla="*/ 2126818 h 6857998"/>
                <a:gd name="connsiteX147" fmla="*/ 6632695 w 7607505"/>
                <a:gd name="connsiteY147" fmla="*/ 2150659 h 6857998"/>
                <a:gd name="connsiteX148" fmla="*/ 6332988 w 7607505"/>
                <a:gd name="connsiteY148" fmla="*/ 2310011 h 6857998"/>
                <a:gd name="connsiteX149" fmla="*/ 6289436 w 7607505"/>
                <a:gd name="connsiteY149" fmla="*/ 2305621 h 6857998"/>
                <a:gd name="connsiteX150" fmla="*/ 6041100 w 7607505"/>
                <a:gd name="connsiteY150" fmla="*/ 3096038 h 6857998"/>
                <a:gd name="connsiteX151" fmla="*/ 6057181 w 7607505"/>
                <a:gd name="connsiteY151" fmla="*/ 3109306 h 6857998"/>
                <a:gd name="connsiteX152" fmla="*/ 6138016 w 7607505"/>
                <a:gd name="connsiteY152" fmla="*/ 3304459 h 6857998"/>
                <a:gd name="connsiteX153" fmla="*/ 5862027 w 7607505"/>
                <a:gd name="connsiteY153" fmla="*/ 3580446 h 6857998"/>
                <a:gd name="connsiteX154" fmla="*/ 5586038 w 7607505"/>
                <a:gd name="connsiteY154" fmla="*/ 3304459 h 6857998"/>
                <a:gd name="connsiteX155" fmla="*/ 5806406 w 7607505"/>
                <a:gd name="connsiteY155" fmla="*/ 3034078 h 6857998"/>
                <a:gd name="connsiteX156" fmla="*/ 5859010 w 7607505"/>
                <a:gd name="connsiteY156" fmla="*/ 3028775 h 6857998"/>
                <a:gd name="connsiteX157" fmla="*/ 6109718 w 7607505"/>
                <a:gd name="connsiteY157" fmla="*/ 2230802 h 6857998"/>
                <a:gd name="connsiteX158" fmla="*/ 6077416 w 7607505"/>
                <a:gd name="connsiteY158" fmla="*/ 2204151 h 6857998"/>
                <a:gd name="connsiteX159" fmla="*/ 6039288 w 7607505"/>
                <a:gd name="connsiteY159" fmla="*/ 2157939 h 6857998"/>
                <a:gd name="connsiteX160" fmla="*/ 5218854 w 7607505"/>
                <a:gd name="connsiteY160" fmla="*/ 2470791 h 6857998"/>
                <a:gd name="connsiteX161" fmla="*/ 5220766 w 7607505"/>
                <a:gd name="connsiteY161" fmla="*/ 2489757 h 6857998"/>
                <a:gd name="connsiteX162" fmla="*/ 4859332 w 7607505"/>
                <a:gd name="connsiteY162" fmla="*/ 2851189 h 6857998"/>
                <a:gd name="connsiteX163" fmla="*/ 4497898 w 7607505"/>
                <a:gd name="connsiteY163" fmla="*/ 2489757 h 6857998"/>
                <a:gd name="connsiteX164" fmla="*/ 4786491 w 7607505"/>
                <a:gd name="connsiteY164" fmla="*/ 2135666 h 6857998"/>
                <a:gd name="connsiteX165" fmla="*/ 4853921 w 7607505"/>
                <a:gd name="connsiteY165" fmla="*/ 2128868 h 6857998"/>
                <a:gd name="connsiteX166" fmla="*/ 5053052 w 7607505"/>
                <a:gd name="connsiteY166" fmla="*/ 1410897 h 6857998"/>
                <a:gd name="connsiteX167" fmla="*/ 5032103 w 7607505"/>
                <a:gd name="connsiteY167" fmla="*/ 1393613 h 6857998"/>
                <a:gd name="connsiteX168" fmla="*/ 4954551 w 7607505"/>
                <a:gd name="connsiteY168" fmla="*/ 1206386 h 6857998"/>
                <a:gd name="connsiteX169" fmla="*/ 5219329 w 7607505"/>
                <a:gd name="connsiteY169" fmla="*/ 941608 h 6857998"/>
                <a:gd name="connsiteX170" fmla="*/ 3844356 w 7607505"/>
                <a:gd name="connsiteY170" fmla="*/ 373945 h 6857998"/>
                <a:gd name="connsiteX171" fmla="*/ 3397707 w 7607505"/>
                <a:gd name="connsiteY171" fmla="*/ 820594 h 6857998"/>
                <a:gd name="connsiteX172" fmla="*/ 3844356 w 7607505"/>
                <a:gd name="connsiteY172" fmla="*/ 1267243 h 6857998"/>
                <a:gd name="connsiteX173" fmla="*/ 4291005 w 7607505"/>
                <a:gd name="connsiteY173" fmla="*/ 820594 h 6857998"/>
                <a:gd name="connsiteX174" fmla="*/ 3844356 w 7607505"/>
                <a:gd name="connsiteY174" fmla="*/ 373945 h 6857998"/>
                <a:gd name="connsiteX175" fmla="*/ 3844357 w 7607505"/>
                <a:gd name="connsiteY175" fmla="*/ 0 h 6857998"/>
                <a:gd name="connsiteX176" fmla="*/ 4664951 w 7607505"/>
                <a:gd name="connsiteY176" fmla="*/ 820594 h 6857998"/>
                <a:gd name="connsiteX177" fmla="*/ 4088377 w 7607505"/>
                <a:gd name="connsiteY177" fmla="*/ 1604296 h 6857998"/>
                <a:gd name="connsiteX178" fmla="*/ 4027412 w 7607505"/>
                <a:gd name="connsiteY178" fmla="*/ 1619972 h 6857998"/>
                <a:gd name="connsiteX179" fmla="*/ 4027412 w 7607505"/>
                <a:gd name="connsiteY179" fmla="*/ 3106333 h 6857998"/>
                <a:gd name="connsiteX180" fmla="*/ 3661283 w 7607505"/>
                <a:gd name="connsiteY180" fmla="*/ 3106333 h 6857998"/>
                <a:gd name="connsiteX181" fmla="*/ 3661283 w 7607505"/>
                <a:gd name="connsiteY181" fmla="*/ 1619967 h 6857998"/>
                <a:gd name="connsiteX182" fmla="*/ 3600338 w 7607505"/>
                <a:gd name="connsiteY182" fmla="*/ 1604296 h 6857998"/>
                <a:gd name="connsiteX183" fmla="*/ 3023763 w 7607505"/>
                <a:gd name="connsiteY183" fmla="*/ 820594 h 6857998"/>
                <a:gd name="connsiteX184" fmla="*/ 3844357 w 7607505"/>
                <a:gd name="connsiteY184"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607505" h="6857998">
                  <a:moveTo>
                    <a:pt x="5486505" y="5944352"/>
                  </a:moveTo>
                  <a:cubicBezTo>
                    <a:pt x="5335674" y="5944352"/>
                    <a:pt x="5213402" y="6066624"/>
                    <a:pt x="5213402" y="6217454"/>
                  </a:cubicBezTo>
                  <a:cubicBezTo>
                    <a:pt x="5213402" y="6368284"/>
                    <a:pt x="5335674" y="6490556"/>
                    <a:pt x="5486505" y="6490556"/>
                  </a:cubicBezTo>
                  <a:cubicBezTo>
                    <a:pt x="5637336" y="6490556"/>
                    <a:pt x="5759608" y="6368284"/>
                    <a:pt x="5759608" y="6217454"/>
                  </a:cubicBezTo>
                  <a:cubicBezTo>
                    <a:pt x="5759608" y="6066624"/>
                    <a:pt x="5637336" y="5944352"/>
                    <a:pt x="5486505" y="5944352"/>
                  </a:cubicBezTo>
                  <a:close/>
                  <a:moveTo>
                    <a:pt x="1003639" y="5310261"/>
                  </a:moveTo>
                  <a:cubicBezTo>
                    <a:pt x="852808" y="5310261"/>
                    <a:pt x="730537" y="5432533"/>
                    <a:pt x="730537" y="5583363"/>
                  </a:cubicBezTo>
                  <a:cubicBezTo>
                    <a:pt x="730537" y="5734193"/>
                    <a:pt x="852808" y="5856465"/>
                    <a:pt x="1003639" y="5856465"/>
                  </a:cubicBezTo>
                  <a:cubicBezTo>
                    <a:pt x="1154470" y="5856465"/>
                    <a:pt x="1276743" y="5734193"/>
                    <a:pt x="1276743" y="5583363"/>
                  </a:cubicBezTo>
                  <a:cubicBezTo>
                    <a:pt x="1276743" y="5432533"/>
                    <a:pt x="1154470" y="5310261"/>
                    <a:pt x="1003639" y="5310261"/>
                  </a:cubicBezTo>
                  <a:close/>
                  <a:moveTo>
                    <a:pt x="4830539" y="4486739"/>
                  </a:moveTo>
                  <a:lnTo>
                    <a:pt x="4827608" y="4505949"/>
                  </a:lnTo>
                  <a:cubicBezTo>
                    <a:pt x="4804211" y="4620285"/>
                    <a:pt x="4761373" y="4727539"/>
                    <a:pt x="4702697" y="4824106"/>
                  </a:cubicBezTo>
                  <a:lnTo>
                    <a:pt x="4609184" y="4952362"/>
                  </a:lnTo>
                  <a:lnTo>
                    <a:pt x="5224193" y="5634295"/>
                  </a:lnTo>
                  <a:lnTo>
                    <a:pt x="5237176" y="5627247"/>
                  </a:lnTo>
                  <a:cubicBezTo>
                    <a:pt x="5313810" y="5594834"/>
                    <a:pt x="5398065" y="5576910"/>
                    <a:pt x="5486505" y="5576910"/>
                  </a:cubicBezTo>
                  <a:cubicBezTo>
                    <a:pt x="5530726" y="5576910"/>
                    <a:pt x="5573899" y="5581391"/>
                    <a:pt x="5615597" y="5589924"/>
                  </a:cubicBezTo>
                  <a:lnTo>
                    <a:pt x="5663303" y="5604732"/>
                  </a:lnTo>
                  <a:lnTo>
                    <a:pt x="6209797" y="4732021"/>
                  </a:lnTo>
                  <a:lnTo>
                    <a:pt x="6189870" y="4711121"/>
                  </a:lnTo>
                  <a:cubicBezTo>
                    <a:pt x="6150708" y="4663668"/>
                    <a:pt x="6118248" y="4610479"/>
                    <a:pt x="6093938" y="4553004"/>
                  </a:cubicBezTo>
                  <a:lnTo>
                    <a:pt x="6073369" y="4486739"/>
                  </a:lnTo>
                  <a:close/>
                  <a:moveTo>
                    <a:pt x="6684146" y="4030573"/>
                  </a:moveTo>
                  <a:cubicBezTo>
                    <a:pt x="6533315" y="4030573"/>
                    <a:pt x="6411043" y="4152845"/>
                    <a:pt x="6411043" y="4303675"/>
                  </a:cubicBezTo>
                  <a:cubicBezTo>
                    <a:pt x="6411043" y="4454505"/>
                    <a:pt x="6533315" y="4576777"/>
                    <a:pt x="6684146" y="4576777"/>
                  </a:cubicBezTo>
                  <a:cubicBezTo>
                    <a:pt x="6834977" y="4576777"/>
                    <a:pt x="6957249" y="4454505"/>
                    <a:pt x="6957249" y="4303675"/>
                  </a:cubicBezTo>
                  <a:cubicBezTo>
                    <a:pt x="6957249" y="4152845"/>
                    <a:pt x="6834977" y="4030573"/>
                    <a:pt x="6684146" y="4030573"/>
                  </a:cubicBezTo>
                  <a:close/>
                  <a:moveTo>
                    <a:pt x="1694608" y="3018365"/>
                  </a:moveTo>
                  <a:lnTo>
                    <a:pt x="1660449" y="3053349"/>
                  </a:lnTo>
                  <a:cubicBezTo>
                    <a:pt x="1532981" y="3163766"/>
                    <a:pt x="1377412" y="3242605"/>
                    <a:pt x="1205908" y="3277700"/>
                  </a:cubicBezTo>
                  <a:lnTo>
                    <a:pt x="1186703" y="3280630"/>
                  </a:lnTo>
                  <a:lnTo>
                    <a:pt x="1186703" y="4972587"/>
                  </a:lnTo>
                  <a:lnTo>
                    <a:pt x="1252968" y="4993156"/>
                  </a:lnTo>
                  <a:cubicBezTo>
                    <a:pt x="1339181" y="5029621"/>
                    <a:pt x="1415749" y="5084424"/>
                    <a:pt x="1477783" y="5152676"/>
                  </a:cubicBezTo>
                  <a:lnTo>
                    <a:pt x="1498988" y="5179664"/>
                  </a:lnTo>
                  <a:lnTo>
                    <a:pt x="2874301" y="4557303"/>
                  </a:lnTo>
                  <a:lnTo>
                    <a:pt x="2861097" y="4505949"/>
                  </a:lnTo>
                  <a:cubicBezTo>
                    <a:pt x="2847727" y="4440614"/>
                    <a:pt x="2840706" y="4372966"/>
                    <a:pt x="2840706" y="4303679"/>
                  </a:cubicBezTo>
                  <a:lnTo>
                    <a:pt x="2840709" y="4303675"/>
                  </a:lnTo>
                  <a:lnTo>
                    <a:pt x="2840714" y="4303675"/>
                  </a:lnTo>
                  <a:lnTo>
                    <a:pt x="2919580" y="3913016"/>
                  </a:lnTo>
                  <a:lnTo>
                    <a:pt x="2922204" y="3907891"/>
                  </a:lnTo>
                  <a:close/>
                  <a:moveTo>
                    <a:pt x="1003638" y="1659867"/>
                  </a:moveTo>
                  <a:cubicBezTo>
                    <a:pt x="653169" y="1659867"/>
                    <a:pt x="369058" y="1943979"/>
                    <a:pt x="369058" y="2294448"/>
                  </a:cubicBezTo>
                  <a:cubicBezTo>
                    <a:pt x="369058" y="2644917"/>
                    <a:pt x="653169" y="2929030"/>
                    <a:pt x="1003638" y="2929030"/>
                  </a:cubicBezTo>
                  <a:cubicBezTo>
                    <a:pt x="1354109" y="2929030"/>
                    <a:pt x="1638221" y="2644917"/>
                    <a:pt x="1638221" y="2294448"/>
                  </a:cubicBezTo>
                  <a:cubicBezTo>
                    <a:pt x="1638221" y="1943979"/>
                    <a:pt x="1354109" y="1659867"/>
                    <a:pt x="1003638" y="1659867"/>
                  </a:cubicBezTo>
                  <a:close/>
                  <a:moveTo>
                    <a:pt x="6912350" y="1609804"/>
                  </a:moveTo>
                  <a:lnTo>
                    <a:pt x="6663034" y="1802394"/>
                  </a:lnTo>
                  <a:lnTo>
                    <a:pt x="6666019" y="1807893"/>
                  </a:lnTo>
                  <a:cubicBezTo>
                    <a:pt x="6675164" y="1829514"/>
                    <a:pt x="6682264" y="1852210"/>
                    <a:pt x="6687079" y="1875738"/>
                  </a:cubicBezTo>
                  <a:lnTo>
                    <a:pt x="6693363" y="1938070"/>
                  </a:lnTo>
                  <a:lnTo>
                    <a:pt x="7112307" y="2004171"/>
                  </a:lnTo>
                  <a:lnTo>
                    <a:pt x="7123169" y="1984160"/>
                  </a:lnTo>
                  <a:cubicBezTo>
                    <a:pt x="7132685" y="1970074"/>
                    <a:pt x="7143522" y="1956952"/>
                    <a:pt x="7155501" y="1944974"/>
                  </a:cubicBezTo>
                  <a:lnTo>
                    <a:pt x="7167337" y="1935208"/>
                  </a:lnTo>
                  <a:lnTo>
                    <a:pt x="7068107" y="1657661"/>
                  </a:lnTo>
                  <a:lnTo>
                    <a:pt x="7064079" y="1658067"/>
                  </a:lnTo>
                  <a:cubicBezTo>
                    <a:pt x="7009242" y="1658067"/>
                    <a:pt x="6958298" y="1641397"/>
                    <a:pt x="6916039" y="1612847"/>
                  </a:cubicBezTo>
                  <a:close/>
                  <a:moveTo>
                    <a:pt x="5368411" y="1425085"/>
                  </a:moveTo>
                  <a:lnTo>
                    <a:pt x="5367369" y="1425944"/>
                  </a:lnTo>
                  <a:cubicBezTo>
                    <a:pt x="5346240" y="1440219"/>
                    <a:pt x="5322939" y="1451524"/>
                    <a:pt x="5298066" y="1459260"/>
                  </a:cubicBezTo>
                  <a:lnTo>
                    <a:pt x="5238332" y="1468291"/>
                  </a:lnTo>
                  <a:lnTo>
                    <a:pt x="5041195" y="2179076"/>
                  </a:lnTo>
                  <a:lnTo>
                    <a:pt x="5061413" y="2190050"/>
                  </a:lnTo>
                  <a:cubicBezTo>
                    <a:pt x="5080641" y="2203040"/>
                    <a:pt x="5098553" y="2217832"/>
                    <a:pt x="5114904" y="2234184"/>
                  </a:cubicBezTo>
                  <a:lnTo>
                    <a:pt x="5158052" y="2286478"/>
                  </a:lnTo>
                  <a:lnTo>
                    <a:pt x="5974242" y="1975245"/>
                  </a:lnTo>
                  <a:lnTo>
                    <a:pt x="5971554" y="1948579"/>
                  </a:lnTo>
                  <a:cubicBezTo>
                    <a:pt x="5971554" y="1923628"/>
                    <a:pt x="5974083" y="1899266"/>
                    <a:pt x="5978897" y="1875738"/>
                  </a:cubicBezTo>
                  <a:lnTo>
                    <a:pt x="5985968" y="1852961"/>
                  </a:lnTo>
                  <a:close/>
                  <a:moveTo>
                    <a:pt x="1003639" y="1290806"/>
                  </a:moveTo>
                  <a:cubicBezTo>
                    <a:pt x="1557936" y="1290806"/>
                    <a:pt x="2007281" y="1740153"/>
                    <a:pt x="2007281" y="2294448"/>
                  </a:cubicBezTo>
                  <a:cubicBezTo>
                    <a:pt x="2007281" y="2415700"/>
                    <a:pt x="1985779" y="2531932"/>
                    <a:pt x="1946380" y="2639533"/>
                  </a:cubicBezTo>
                  <a:lnTo>
                    <a:pt x="1908333" y="2721088"/>
                  </a:lnTo>
                  <a:lnTo>
                    <a:pt x="3127691" y="3604644"/>
                  </a:lnTo>
                  <a:lnTo>
                    <a:pt x="3169526" y="3560763"/>
                  </a:lnTo>
                  <a:cubicBezTo>
                    <a:pt x="3205173" y="3528365"/>
                    <a:pt x="3243162" y="3498497"/>
                    <a:pt x="3283208" y="3471442"/>
                  </a:cubicBezTo>
                  <a:lnTo>
                    <a:pt x="3420676" y="3405360"/>
                  </a:lnTo>
                  <a:lnTo>
                    <a:pt x="3420676" y="3861116"/>
                  </a:lnTo>
                  <a:lnTo>
                    <a:pt x="3259639" y="4056673"/>
                  </a:lnTo>
                  <a:lnTo>
                    <a:pt x="3209776" y="4303675"/>
                  </a:lnTo>
                  <a:lnTo>
                    <a:pt x="3209770" y="4303675"/>
                  </a:lnTo>
                  <a:lnTo>
                    <a:pt x="3209766" y="4303679"/>
                  </a:lnTo>
                  <a:cubicBezTo>
                    <a:pt x="3209766" y="4654151"/>
                    <a:pt x="3493880" y="4938265"/>
                    <a:pt x="3844352" y="4938265"/>
                  </a:cubicBezTo>
                  <a:cubicBezTo>
                    <a:pt x="4194824" y="4938265"/>
                    <a:pt x="4478938" y="4654151"/>
                    <a:pt x="4478938" y="4303679"/>
                  </a:cubicBezTo>
                  <a:lnTo>
                    <a:pt x="4478938" y="4303675"/>
                  </a:lnTo>
                  <a:lnTo>
                    <a:pt x="4478935" y="4303675"/>
                  </a:lnTo>
                  <a:lnTo>
                    <a:pt x="4429072" y="4056673"/>
                  </a:lnTo>
                  <a:lnTo>
                    <a:pt x="4268036" y="3861116"/>
                  </a:lnTo>
                  <a:lnTo>
                    <a:pt x="4268036" y="3405360"/>
                  </a:lnTo>
                  <a:lnTo>
                    <a:pt x="4405504" y="3471442"/>
                  </a:lnTo>
                  <a:cubicBezTo>
                    <a:pt x="4565688" y="3579659"/>
                    <a:pt x="4692950" y="3732901"/>
                    <a:pt x="4769123" y="3913016"/>
                  </a:cubicBezTo>
                  <a:lnTo>
                    <a:pt x="4811036" y="4120610"/>
                  </a:lnTo>
                  <a:lnTo>
                    <a:pt x="6073369" y="4120610"/>
                  </a:lnTo>
                  <a:lnTo>
                    <a:pt x="6093938" y="4054346"/>
                  </a:lnTo>
                  <a:cubicBezTo>
                    <a:pt x="6191178" y="3824445"/>
                    <a:pt x="6418824" y="3663131"/>
                    <a:pt x="6684146" y="3663131"/>
                  </a:cubicBezTo>
                  <a:cubicBezTo>
                    <a:pt x="7037909" y="3663131"/>
                    <a:pt x="7324691" y="3949912"/>
                    <a:pt x="7324691" y="4303675"/>
                  </a:cubicBezTo>
                  <a:cubicBezTo>
                    <a:pt x="7324691" y="4657438"/>
                    <a:pt x="7037909" y="4944219"/>
                    <a:pt x="6684146" y="4944219"/>
                  </a:cubicBezTo>
                  <a:cubicBezTo>
                    <a:pt x="6650981" y="4944219"/>
                    <a:pt x="6618404" y="4941699"/>
                    <a:pt x="6586597" y="4936839"/>
                  </a:cubicBezTo>
                  <a:lnTo>
                    <a:pt x="6522745" y="4922123"/>
                  </a:lnTo>
                  <a:lnTo>
                    <a:pt x="5971159" y="5802966"/>
                  </a:lnTo>
                  <a:lnTo>
                    <a:pt x="6017655" y="5859320"/>
                  </a:lnTo>
                  <a:cubicBezTo>
                    <a:pt x="6086722" y="5961551"/>
                    <a:pt x="6127050" y="6084793"/>
                    <a:pt x="6127050" y="6217454"/>
                  </a:cubicBezTo>
                  <a:cubicBezTo>
                    <a:pt x="6127050" y="6571217"/>
                    <a:pt x="5840268" y="6857998"/>
                    <a:pt x="5486505" y="6857998"/>
                  </a:cubicBezTo>
                  <a:cubicBezTo>
                    <a:pt x="5132742" y="6857998"/>
                    <a:pt x="4845960" y="6571217"/>
                    <a:pt x="4845960" y="6217454"/>
                  </a:cubicBezTo>
                  <a:cubicBezTo>
                    <a:pt x="4845960" y="6129014"/>
                    <a:pt x="4863884" y="6044759"/>
                    <a:pt x="4896298" y="5968125"/>
                  </a:cubicBezTo>
                  <a:lnTo>
                    <a:pt x="4947370" y="5874032"/>
                  </a:lnTo>
                  <a:lnTo>
                    <a:pt x="4324521" y="5183406"/>
                  </a:lnTo>
                  <a:lnTo>
                    <a:pt x="4189440" y="5246424"/>
                  </a:lnTo>
                  <a:cubicBezTo>
                    <a:pt x="4081836" y="5285823"/>
                    <a:pt x="3965605" y="5307325"/>
                    <a:pt x="3844352" y="5307325"/>
                  </a:cubicBezTo>
                  <a:cubicBezTo>
                    <a:pt x="3567203" y="5307325"/>
                    <a:pt x="3316291" y="5194988"/>
                    <a:pt x="3134667" y="5013364"/>
                  </a:cubicBezTo>
                  <a:lnTo>
                    <a:pt x="3031328" y="4888116"/>
                  </a:lnTo>
                  <a:lnTo>
                    <a:pt x="1639245" y="5518066"/>
                  </a:lnTo>
                  <a:lnTo>
                    <a:pt x="1644185" y="5583363"/>
                  </a:lnTo>
                  <a:cubicBezTo>
                    <a:pt x="1644185" y="5937126"/>
                    <a:pt x="1357403" y="6223907"/>
                    <a:pt x="1003639" y="6223907"/>
                  </a:cubicBezTo>
                  <a:cubicBezTo>
                    <a:pt x="649876" y="6223907"/>
                    <a:pt x="363096" y="5937126"/>
                    <a:pt x="363096" y="5583363"/>
                  </a:cubicBezTo>
                  <a:cubicBezTo>
                    <a:pt x="363096" y="5318041"/>
                    <a:pt x="524410" y="5090396"/>
                    <a:pt x="754311" y="4993156"/>
                  </a:cubicBezTo>
                  <a:lnTo>
                    <a:pt x="820574" y="4972587"/>
                  </a:lnTo>
                  <a:lnTo>
                    <a:pt x="820574" y="3280630"/>
                  </a:lnTo>
                  <a:lnTo>
                    <a:pt x="801371" y="3277700"/>
                  </a:lnTo>
                  <a:cubicBezTo>
                    <a:pt x="344029" y="3184114"/>
                    <a:pt x="0" y="2779457"/>
                    <a:pt x="0" y="2294448"/>
                  </a:cubicBezTo>
                  <a:cubicBezTo>
                    <a:pt x="0" y="1740153"/>
                    <a:pt x="449345" y="1290806"/>
                    <a:pt x="1003639" y="1290806"/>
                  </a:cubicBezTo>
                  <a:close/>
                  <a:moveTo>
                    <a:pt x="5219329" y="941608"/>
                  </a:moveTo>
                  <a:cubicBezTo>
                    <a:pt x="5365562" y="941608"/>
                    <a:pt x="5484107" y="1060153"/>
                    <a:pt x="5484107" y="1206386"/>
                  </a:cubicBezTo>
                  <a:cubicBezTo>
                    <a:pt x="5484107" y="1224665"/>
                    <a:pt x="5482255" y="1242512"/>
                    <a:pt x="5478728" y="1259748"/>
                  </a:cubicBezTo>
                  <a:lnTo>
                    <a:pt x="5477220" y="1264605"/>
                  </a:lnTo>
                  <a:lnTo>
                    <a:pt x="6085687" y="1686183"/>
                  </a:lnTo>
                  <a:lnTo>
                    <a:pt x="6130907" y="1648873"/>
                  </a:lnTo>
                  <a:cubicBezTo>
                    <a:pt x="6188592" y="1609902"/>
                    <a:pt x="6258133" y="1587146"/>
                    <a:pt x="6332988" y="1587146"/>
                  </a:cubicBezTo>
                  <a:cubicBezTo>
                    <a:pt x="6407843" y="1587146"/>
                    <a:pt x="6477384" y="1609902"/>
                    <a:pt x="6535069" y="1648873"/>
                  </a:cubicBezTo>
                  <a:lnTo>
                    <a:pt x="6539689" y="1652685"/>
                  </a:lnTo>
                  <a:lnTo>
                    <a:pt x="6805015" y="1447728"/>
                  </a:lnTo>
                  <a:lnTo>
                    <a:pt x="6804680" y="1446651"/>
                  </a:lnTo>
                  <a:cubicBezTo>
                    <a:pt x="6801153" y="1429415"/>
                    <a:pt x="6799301" y="1411568"/>
                    <a:pt x="6799301" y="1393289"/>
                  </a:cubicBezTo>
                  <a:cubicBezTo>
                    <a:pt x="6799301" y="1247056"/>
                    <a:pt x="6917846" y="1128511"/>
                    <a:pt x="7064079" y="1128511"/>
                  </a:cubicBezTo>
                  <a:cubicBezTo>
                    <a:pt x="7210312" y="1128511"/>
                    <a:pt x="7328857" y="1247056"/>
                    <a:pt x="7328857" y="1393289"/>
                  </a:cubicBezTo>
                  <a:cubicBezTo>
                    <a:pt x="7328857" y="1466405"/>
                    <a:pt x="7299221" y="1532600"/>
                    <a:pt x="7251305" y="1580515"/>
                  </a:cubicBezTo>
                  <a:lnTo>
                    <a:pt x="7247537" y="1583625"/>
                  </a:lnTo>
                  <a:lnTo>
                    <a:pt x="7349235" y="1868078"/>
                  </a:lnTo>
                  <a:lnTo>
                    <a:pt x="7396089" y="1872801"/>
                  </a:lnTo>
                  <a:cubicBezTo>
                    <a:pt x="7516744" y="1897491"/>
                    <a:pt x="7607505" y="2004246"/>
                    <a:pt x="7607505" y="2132199"/>
                  </a:cubicBezTo>
                  <a:cubicBezTo>
                    <a:pt x="7607505" y="2278433"/>
                    <a:pt x="7488960" y="2396978"/>
                    <a:pt x="7342727" y="2396978"/>
                  </a:cubicBezTo>
                  <a:cubicBezTo>
                    <a:pt x="7233052" y="2396978"/>
                    <a:pt x="7138952" y="2330296"/>
                    <a:pt x="7098757" y="2235263"/>
                  </a:cubicBezTo>
                  <a:lnTo>
                    <a:pt x="7086695" y="2196409"/>
                  </a:lnTo>
                  <a:lnTo>
                    <a:pt x="6645636" y="2126818"/>
                  </a:lnTo>
                  <a:lnTo>
                    <a:pt x="6632695" y="2150659"/>
                  </a:lnTo>
                  <a:cubicBezTo>
                    <a:pt x="6567742" y="2246801"/>
                    <a:pt x="6457747" y="2310011"/>
                    <a:pt x="6332988" y="2310011"/>
                  </a:cubicBezTo>
                  <a:lnTo>
                    <a:pt x="6289436" y="2305621"/>
                  </a:lnTo>
                  <a:lnTo>
                    <a:pt x="6041100" y="3096038"/>
                  </a:lnTo>
                  <a:lnTo>
                    <a:pt x="6057181" y="3109306"/>
                  </a:lnTo>
                  <a:cubicBezTo>
                    <a:pt x="6107125" y="3159250"/>
                    <a:pt x="6138016" y="3228247"/>
                    <a:pt x="6138016" y="3304459"/>
                  </a:cubicBezTo>
                  <a:cubicBezTo>
                    <a:pt x="6138016" y="3456882"/>
                    <a:pt x="6014452" y="3580446"/>
                    <a:pt x="5862027" y="3580446"/>
                  </a:cubicBezTo>
                  <a:cubicBezTo>
                    <a:pt x="5709602" y="3580446"/>
                    <a:pt x="5586038" y="3456882"/>
                    <a:pt x="5586038" y="3304459"/>
                  </a:cubicBezTo>
                  <a:cubicBezTo>
                    <a:pt x="5586038" y="3171088"/>
                    <a:pt x="5680642" y="3059813"/>
                    <a:pt x="5806406" y="3034078"/>
                  </a:cubicBezTo>
                  <a:lnTo>
                    <a:pt x="5859010" y="3028775"/>
                  </a:lnTo>
                  <a:lnTo>
                    <a:pt x="6109718" y="2230802"/>
                  </a:lnTo>
                  <a:lnTo>
                    <a:pt x="6077416" y="2204151"/>
                  </a:lnTo>
                  <a:lnTo>
                    <a:pt x="6039288" y="2157939"/>
                  </a:lnTo>
                  <a:lnTo>
                    <a:pt x="5218854" y="2470791"/>
                  </a:lnTo>
                  <a:lnTo>
                    <a:pt x="5220766" y="2489757"/>
                  </a:lnTo>
                  <a:cubicBezTo>
                    <a:pt x="5220766" y="2689370"/>
                    <a:pt x="5058946" y="2851189"/>
                    <a:pt x="4859332" y="2851189"/>
                  </a:cubicBezTo>
                  <a:cubicBezTo>
                    <a:pt x="4659718" y="2851189"/>
                    <a:pt x="4497898" y="2689370"/>
                    <a:pt x="4497898" y="2489757"/>
                  </a:cubicBezTo>
                  <a:cubicBezTo>
                    <a:pt x="4497898" y="2315093"/>
                    <a:pt x="4621792" y="2169368"/>
                    <a:pt x="4786491" y="2135666"/>
                  </a:cubicBezTo>
                  <a:lnTo>
                    <a:pt x="4853921" y="2128868"/>
                  </a:lnTo>
                  <a:lnTo>
                    <a:pt x="5053052" y="1410897"/>
                  </a:lnTo>
                  <a:lnTo>
                    <a:pt x="5032103" y="1393613"/>
                  </a:lnTo>
                  <a:cubicBezTo>
                    <a:pt x="4984188" y="1345697"/>
                    <a:pt x="4954551" y="1279503"/>
                    <a:pt x="4954551" y="1206386"/>
                  </a:cubicBezTo>
                  <a:cubicBezTo>
                    <a:pt x="4954551" y="1060153"/>
                    <a:pt x="5073096" y="941608"/>
                    <a:pt x="5219329" y="941608"/>
                  </a:cubicBezTo>
                  <a:close/>
                  <a:moveTo>
                    <a:pt x="3844356" y="373945"/>
                  </a:moveTo>
                  <a:cubicBezTo>
                    <a:pt x="3597679" y="373945"/>
                    <a:pt x="3397707" y="573917"/>
                    <a:pt x="3397707" y="820594"/>
                  </a:cubicBezTo>
                  <a:cubicBezTo>
                    <a:pt x="3397707" y="1067271"/>
                    <a:pt x="3597679" y="1267243"/>
                    <a:pt x="3844356" y="1267243"/>
                  </a:cubicBezTo>
                  <a:cubicBezTo>
                    <a:pt x="4091033" y="1267243"/>
                    <a:pt x="4291005" y="1067271"/>
                    <a:pt x="4291005" y="820594"/>
                  </a:cubicBezTo>
                  <a:cubicBezTo>
                    <a:pt x="4291005" y="573917"/>
                    <a:pt x="4091033" y="373945"/>
                    <a:pt x="3844356" y="373945"/>
                  </a:cubicBezTo>
                  <a:close/>
                  <a:moveTo>
                    <a:pt x="3844357" y="0"/>
                  </a:moveTo>
                  <a:cubicBezTo>
                    <a:pt x="4297559" y="0"/>
                    <a:pt x="4664951" y="367392"/>
                    <a:pt x="4664951" y="820594"/>
                  </a:cubicBezTo>
                  <a:cubicBezTo>
                    <a:pt x="4664951" y="1188821"/>
                    <a:pt x="4422415" y="1500400"/>
                    <a:pt x="4088377" y="1604296"/>
                  </a:cubicBezTo>
                  <a:lnTo>
                    <a:pt x="4027412" y="1619972"/>
                  </a:lnTo>
                  <a:lnTo>
                    <a:pt x="4027412" y="3106333"/>
                  </a:lnTo>
                  <a:lnTo>
                    <a:pt x="3661283" y="3106333"/>
                  </a:lnTo>
                  <a:lnTo>
                    <a:pt x="3661283" y="1619967"/>
                  </a:lnTo>
                  <a:lnTo>
                    <a:pt x="3600338" y="1604296"/>
                  </a:lnTo>
                  <a:cubicBezTo>
                    <a:pt x="3266300" y="1500400"/>
                    <a:pt x="3023763" y="1188821"/>
                    <a:pt x="3023763" y="820594"/>
                  </a:cubicBezTo>
                  <a:cubicBezTo>
                    <a:pt x="3023763" y="367392"/>
                    <a:pt x="3391155" y="0"/>
                    <a:pt x="3844357"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3095" name="Rectangle 3094">
              <a:extLst>
                <a:ext uri="{FF2B5EF4-FFF2-40B4-BE49-F238E27FC236}">
                  <a16:creationId xmlns:a16="http://schemas.microsoft.com/office/drawing/2014/main" id="{177DFF97-827A-5A3F-C022-BBE8CE25BDD3}"/>
                </a:ext>
                <a:ext uri="{C183D7F6-B498-43B3-948B-1728B52AA6E4}">
                  <adec:decorative xmlns:adec="http://schemas.microsoft.com/office/drawing/2017/decorative" val="1"/>
                </a:ext>
              </a:extLst>
            </p:cNvPr>
            <p:cNvSpPr/>
            <p:nvPr/>
          </p:nvSpPr>
          <p:spPr>
            <a:xfrm>
              <a:off x="7185416" y="1027510"/>
              <a:ext cx="36186" cy="36186"/>
            </a:xfrm>
            <a:prstGeom prst="rect">
              <a:avLst/>
            </a:pr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956" name="Group 955">
            <a:extLst>
              <a:ext uri="{FF2B5EF4-FFF2-40B4-BE49-F238E27FC236}">
                <a16:creationId xmlns:a16="http://schemas.microsoft.com/office/drawing/2014/main" id="{28E58602-A7F1-3DC1-1E32-072298D18939}"/>
              </a:ext>
              <a:ext uri="{C183D7F6-B498-43B3-948B-1728B52AA6E4}">
                <adec:decorative xmlns:adec="http://schemas.microsoft.com/office/drawing/2017/decorative" val="1"/>
              </a:ext>
            </a:extLst>
          </p:cNvPr>
          <p:cNvGrpSpPr>
            <a:grpSpLocks noChangeAspect="1"/>
          </p:cNvGrpSpPr>
          <p:nvPr/>
        </p:nvGrpSpPr>
        <p:grpSpPr>
          <a:xfrm>
            <a:off x="7597191" y="810791"/>
            <a:ext cx="456346" cy="457200"/>
            <a:chOff x="7597191" y="810791"/>
            <a:chExt cx="456346" cy="457200"/>
          </a:xfrm>
          <a:solidFill>
            <a:srgbClr val="FF0000"/>
          </a:solidFill>
        </p:grpSpPr>
        <p:sp>
          <p:nvSpPr>
            <p:cNvPr id="15" name="Freeform: Shape 14">
              <a:extLst>
                <a:ext uri="{FF2B5EF4-FFF2-40B4-BE49-F238E27FC236}">
                  <a16:creationId xmlns:a16="http://schemas.microsoft.com/office/drawing/2014/main" id="{C93FEFF7-2E69-9687-265A-B234532FAB4C}"/>
                </a:ext>
                <a:ext uri="{C183D7F6-B498-43B3-948B-1728B52AA6E4}">
                  <adec:decorative xmlns:adec="http://schemas.microsoft.com/office/drawing/2017/decorative" val="1"/>
                </a:ext>
              </a:extLst>
            </p:cNvPr>
            <p:cNvSpPr/>
            <p:nvPr/>
          </p:nvSpPr>
          <p:spPr>
            <a:xfrm>
              <a:off x="7597191" y="810791"/>
              <a:ext cx="427281" cy="457200"/>
            </a:xfrm>
            <a:custGeom>
              <a:avLst/>
              <a:gdLst>
                <a:gd name="connsiteX0" fmla="*/ 4649770 w 6409211"/>
                <a:gd name="connsiteY0" fmla="*/ 4055139 h 6858001"/>
                <a:gd name="connsiteX1" fmla="*/ 4665936 w 6409211"/>
                <a:gd name="connsiteY1" fmla="*/ 4066908 h 6858001"/>
                <a:gd name="connsiteX2" fmla="*/ 4844982 w 6409211"/>
                <a:gd name="connsiteY2" fmla="*/ 4308018 h 6858001"/>
                <a:gd name="connsiteX3" fmla="*/ 4977138 w 6409211"/>
                <a:gd name="connsiteY3" fmla="*/ 4640956 h 6858001"/>
                <a:gd name="connsiteX4" fmla="*/ 5006213 w 6409211"/>
                <a:gd name="connsiteY4" fmla="*/ 5020485 h 6858001"/>
                <a:gd name="connsiteX5" fmla="*/ 4927719 w 6409211"/>
                <a:gd name="connsiteY5" fmla="*/ 5367843 h 6858001"/>
                <a:gd name="connsiteX6" fmla="*/ 4733509 w 6409211"/>
                <a:gd name="connsiteY6" fmla="*/ 5700466 h 6858001"/>
                <a:gd name="connsiteX7" fmla="*/ 4661266 w 6409211"/>
                <a:gd name="connsiteY7" fmla="*/ 5783985 h 6858001"/>
                <a:gd name="connsiteX8" fmla="*/ 4632517 w 6409211"/>
                <a:gd name="connsiteY8" fmla="*/ 5783796 h 6858001"/>
                <a:gd name="connsiteX9" fmla="*/ 4403028 w 6409211"/>
                <a:gd name="connsiteY9" fmla="*/ 5555393 h 6858001"/>
                <a:gd name="connsiteX10" fmla="*/ 4412811 w 6409211"/>
                <a:gd name="connsiteY10" fmla="*/ 5519317 h 6858001"/>
                <a:gd name="connsiteX11" fmla="*/ 4557154 w 6409211"/>
                <a:gd name="connsiteY11" fmla="*/ 5317295 h 6858001"/>
                <a:gd name="connsiteX12" fmla="*/ 4645242 w 6409211"/>
                <a:gd name="connsiteY12" fmla="*/ 5016462 h 6858001"/>
                <a:gd name="connsiteX13" fmla="*/ 4539456 w 6409211"/>
                <a:gd name="connsiteY13" fmla="*/ 4495637 h 6858001"/>
                <a:gd name="connsiteX14" fmla="*/ 4533502 w 6409211"/>
                <a:gd name="connsiteY14" fmla="*/ 4488817 h 6858001"/>
                <a:gd name="connsiteX15" fmla="*/ 4398009 w 6409211"/>
                <a:gd name="connsiteY15" fmla="*/ 4296149 h 6858001"/>
                <a:gd name="connsiteX16" fmla="*/ 4630805 w 6409211"/>
                <a:gd name="connsiteY16" fmla="*/ 4064253 h 6858001"/>
                <a:gd name="connsiteX17" fmla="*/ 4649770 w 6409211"/>
                <a:gd name="connsiteY17" fmla="*/ 4055139 h 6858001"/>
                <a:gd name="connsiteX18" fmla="*/ 5145282 w 6409211"/>
                <a:gd name="connsiteY18" fmla="*/ 3560599 h 6858001"/>
                <a:gd name="connsiteX19" fmla="*/ 5165352 w 6409211"/>
                <a:gd name="connsiteY19" fmla="*/ 3574284 h 6858001"/>
                <a:gd name="connsiteX20" fmla="*/ 5440951 w 6409211"/>
                <a:gd name="connsiteY20" fmla="*/ 3937203 h 6858001"/>
                <a:gd name="connsiteX21" fmla="*/ 5538097 w 6409211"/>
                <a:gd name="connsiteY21" fmla="*/ 4124958 h 6858001"/>
                <a:gd name="connsiteX22" fmla="*/ 5675753 w 6409211"/>
                <a:gd name="connsiteY22" fmla="*/ 4557653 h 6858001"/>
                <a:gd name="connsiteX23" fmla="*/ 5706951 w 6409211"/>
                <a:gd name="connsiteY23" fmla="*/ 5042538 h 6858001"/>
                <a:gd name="connsiteX24" fmla="*/ 5636251 w 6409211"/>
                <a:gd name="connsiteY24" fmla="*/ 5451874 h 6858001"/>
                <a:gd name="connsiteX25" fmla="*/ 5508064 w 6409211"/>
                <a:gd name="connsiteY25" fmla="*/ 5787028 h 6858001"/>
                <a:gd name="connsiteX26" fmla="*/ 5278534 w 6409211"/>
                <a:gd name="connsiteY26" fmla="*/ 6140349 h 6858001"/>
                <a:gd name="connsiteX27" fmla="*/ 5152173 w 6409211"/>
                <a:gd name="connsiteY27" fmla="*/ 6281269 h 6858001"/>
                <a:gd name="connsiteX28" fmla="*/ 5123072 w 6409211"/>
                <a:gd name="connsiteY28" fmla="*/ 6274445 h 6858001"/>
                <a:gd name="connsiteX29" fmla="*/ 4888096 w 6409211"/>
                <a:gd name="connsiteY29" fmla="*/ 6040340 h 6858001"/>
                <a:gd name="connsiteX30" fmla="*/ 5350959 w 6409211"/>
                <a:gd name="connsiteY30" fmla="*/ 4924405 h 6858001"/>
                <a:gd name="connsiteX31" fmla="*/ 4889266 w 6409211"/>
                <a:gd name="connsiteY31" fmla="*/ 3806240 h 6858001"/>
                <a:gd name="connsiteX32" fmla="*/ 5122858 w 6409211"/>
                <a:gd name="connsiteY32" fmla="*/ 3572048 h 6858001"/>
                <a:gd name="connsiteX33" fmla="*/ 5145282 w 6409211"/>
                <a:gd name="connsiteY33" fmla="*/ 3560599 h 6858001"/>
                <a:gd name="connsiteX34" fmla="*/ 5640456 w 6409211"/>
                <a:gd name="connsiteY34" fmla="*/ 3064841 h 6858001"/>
                <a:gd name="connsiteX35" fmla="*/ 5660805 w 6409211"/>
                <a:gd name="connsiteY35" fmla="*/ 3078223 h 6858001"/>
                <a:gd name="connsiteX36" fmla="*/ 5945783 w 6409211"/>
                <a:gd name="connsiteY36" fmla="*/ 3424084 h 6858001"/>
                <a:gd name="connsiteX37" fmla="*/ 6166483 w 6409211"/>
                <a:gd name="connsiteY37" fmla="*/ 3809196 h 6858001"/>
                <a:gd name="connsiteX38" fmla="*/ 6342527 w 6409211"/>
                <a:gd name="connsiteY38" fmla="*/ 4331044 h 6858001"/>
                <a:gd name="connsiteX39" fmla="*/ 6394136 w 6409211"/>
                <a:gd name="connsiteY39" fmla="*/ 4659214 h 6858001"/>
                <a:gd name="connsiteX40" fmla="*/ 6407092 w 6409211"/>
                <a:gd name="connsiteY40" fmla="*/ 5069114 h 6858001"/>
                <a:gd name="connsiteX41" fmla="*/ 6249149 w 6409211"/>
                <a:gd name="connsiteY41" fmla="*/ 5840049 h 6858001"/>
                <a:gd name="connsiteX42" fmla="*/ 6136075 w 6409211"/>
                <a:gd name="connsiteY42" fmla="*/ 6101807 h 6858001"/>
                <a:gd name="connsiteX43" fmla="*/ 5860507 w 6409211"/>
                <a:gd name="connsiteY43" fmla="*/ 6535645 h 6858001"/>
                <a:gd name="connsiteX44" fmla="*/ 5647728 w 6409211"/>
                <a:gd name="connsiteY44" fmla="*/ 6778275 h 6858001"/>
                <a:gd name="connsiteX45" fmla="*/ 5620310 w 6409211"/>
                <a:gd name="connsiteY45" fmla="*/ 6771657 h 6858001"/>
                <a:gd name="connsiteX46" fmla="*/ 5384073 w 6409211"/>
                <a:gd name="connsiteY46" fmla="*/ 6536286 h 6858001"/>
                <a:gd name="connsiteX47" fmla="*/ 6051394 w 6409211"/>
                <a:gd name="connsiteY47" fmla="*/ 4924092 h 6858001"/>
                <a:gd name="connsiteX48" fmla="*/ 5385492 w 6409211"/>
                <a:gd name="connsiteY48" fmla="*/ 3309842 h 6858001"/>
                <a:gd name="connsiteX49" fmla="*/ 5618298 w 6409211"/>
                <a:gd name="connsiteY49" fmla="*/ 3076607 h 6858001"/>
                <a:gd name="connsiteX50" fmla="*/ 5640456 w 6409211"/>
                <a:gd name="connsiteY50" fmla="*/ 3064841 h 6858001"/>
                <a:gd name="connsiteX51" fmla="*/ 39249 w 6409211"/>
                <a:gd name="connsiteY51" fmla="*/ 1493 h 6858001"/>
                <a:gd name="connsiteX52" fmla="*/ 156536 w 6409211"/>
                <a:gd name="connsiteY52" fmla="*/ 9863 h 6858001"/>
                <a:gd name="connsiteX53" fmla="*/ 526250 w 6409211"/>
                <a:gd name="connsiteY53" fmla="*/ 55755 h 6858001"/>
                <a:gd name="connsiteX54" fmla="*/ 1088490 w 6409211"/>
                <a:gd name="connsiteY54" fmla="*/ 201290 h 6858001"/>
                <a:gd name="connsiteX55" fmla="*/ 1707936 w 6409211"/>
                <a:gd name="connsiteY55" fmla="*/ 526123 h 6858001"/>
                <a:gd name="connsiteX56" fmla="*/ 2032774 w 6409211"/>
                <a:gd name="connsiteY56" fmla="*/ 807462 h 6858001"/>
                <a:gd name="connsiteX57" fmla="*/ 2283597 w 6409211"/>
                <a:gd name="connsiteY57" fmla="*/ 1113716 h 6858001"/>
                <a:gd name="connsiteX58" fmla="*/ 2528167 w 6409211"/>
                <a:gd name="connsiteY58" fmla="*/ 1541167 h 6858001"/>
                <a:gd name="connsiteX59" fmla="*/ 2621355 w 6409211"/>
                <a:gd name="connsiteY59" fmla="*/ 1867440 h 6858001"/>
                <a:gd name="connsiteX60" fmla="*/ 2660653 w 6409211"/>
                <a:gd name="connsiteY60" fmla="*/ 2199012 h 6858001"/>
                <a:gd name="connsiteX61" fmla="*/ 2680810 w 6409211"/>
                <a:gd name="connsiteY61" fmla="*/ 2468993 h 6858001"/>
                <a:gd name="connsiteX62" fmla="*/ 2693528 w 6409211"/>
                <a:gd name="connsiteY62" fmla="*/ 2687594 h 6858001"/>
                <a:gd name="connsiteX63" fmla="*/ 2687501 w 6409211"/>
                <a:gd name="connsiteY63" fmla="*/ 2791906 h 6858001"/>
                <a:gd name="connsiteX64" fmla="*/ 2754285 w 6409211"/>
                <a:gd name="connsiteY64" fmla="*/ 3068725 h 6858001"/>
                <a:gd name="connsiteX65" fmla="*/ 2946361 w 6409211"/>
                <a:gd name="connsiteY65" fmla="*/ 3483544 h 6858001"/>
                <a:gd name="connsiteX66" fmla="*/ 3086889 w 6409211"/>
                <a:gd name="connsiteY66" fmla="*/ 3848506 h 6858001"/>
                <a:gd name="connsiteX67" fmla="*/ 3095082 w 6409211"/>
                <a:gd name="connsiteY67" fmla="*/ 4077147 h 6858001"/>
                <a:gd name="connsiteX68" fmla="*/ 2910310 w 6409211"/>
                <a:gd name="connsiteY68" fmla="*/ 4264632 h 6858001"/>
                <a:gd name="connsiteX69" fmla="*/ 2690694 w 6409211"/>
                <a:gd name="connsiteY69" fmla="*/ 4311666 h 6858001"/>
                <a:gd name="connsiteX70" fmla="*/ 2508477 w 6409211"/>
                <a:gd name="connsiteY70" fmla="*/ 4327440 h 6858001"/>
                <a:gd name="connsiteX71" fmla="*/ 2535069 w 6409211"/>
                <a:gd name="connsiteY71" fmla="*/ 4609771 h 6858001"/>
                <a:gd name="connsiteX72" fmla="*/ 2386821 w 6409211"/>
                <a:gd name="connsiteY72" fmla="*/ 4805953 h 6858001"/>
                <a:gd name="connsiteX73" fmla="*/ 2238957 w 6409211"/>
                <a:gd name="connsiteY73" fmla="*/ 4837365 h 6858001"/>
                <a:gd name="connsiteX74" fmla="*/ 2091693 w 6409211"/>
                <a:gd name="connsiteY74" fmla="*/ 4862822 h 6858001"/>
                <a:gd name="connsiteX75" fmla="*/ 2343771 w 6409211"/>
                <a:gd name="connsiteY75" fmla="*/ 4974235 h 6858001"/>
                <a:gd name="connsiteX76" fmla="*/ 2458013 w 6409211"/>
                <a:gd name="connsiteY76" fmla="*/ 5097740 h 6858001"/>
                <a:gd name="connsiteX77" fmla="*/ 2462596 w 6409211"/>
                <a:gd name="connsiteY77" fmla="*/ 5129434 h 6858001"/>
                <a:gd name="connsiteX78" fmla="*/ 2462779 w 6409211"/>
                <a:gd name="connsiteY78" fmla="*/ 5611932 h 6858001"/>
                <a:gd name="connsiteX79" fmla="*/ 2347045 w 6409211"/>
                <a:gd name="connsiteY79" fmla="*/ 5977576 h 6858001"/>
                <a:gd name="connsiteX80" fmla="*/ 1986390 w 6409211"/>
                <a:gd name="connsiteY80" fmla="*/ 6209413 h 6858001"/>
                <a:gd name="connsiteX81" fmla="*/ 1711488 w 6409211"/>
                <a:gd name="connsiteY81" fmla="*/ 6249678 h 6858001"/>
                <a:gd name="connsiteX82" fmla="*/ 1498120 w 6409211"/>
                <a:gd name="connsiteY82" fmla="*/ 6255039 h 6858001"/>
                <a:gd name="connsiteX83" fmla="*/ 1195002 w 6409211"/>
                <a:gd name="connsiteY83" fmla="*/ 6236045 h 6858001"/>
                <a:gd name="connsiteX84" fmla="*/ 992942 w 6409211"/>
                <a:gd name="connsiteY84" fmla="*/ 6222910 h 6858001"/>
                <a:gd name="connsiteX85" fmla="*/ 810600 w 6409211"/>
                <a:gd name="connsiteY85" fmla="*/ 6330080 h 6858001"/>
                <a:gd name="connsiteX86" fmla="*/ 724807 w 6409211"/>
                <a:gd name="connsiteY86" fmla="*/ 6597779 h 6858001"/>
                <a:gd name="connsiteX87" fmla="*/ 705170 w 6409211"/>
                <a:gd name="connsiteY87" fmla="*/ 6857409 h 6858001"/>
                <a:gd name="connsiteX88" fmla="*/ 434576 w 6409211"/>
                <a:gd name="connsiteY88" fmla="*/ 6857409 h 6858001"/>
                <a:gd name="connsiteX89" fmla="*/ 406600 w 6409211"/>
                <a:gd name="connsiteY89" fmla="*/ 6834750 h 6858001"/>
                <a:gd name="connsiteX90" fmla="*/ 479192 w 6409211"/>
                <a:gd name="connsiteY90" fmla="*/ 6323229 h 6858001"/>
                <a:gd name="connsiteX91" fmla="*/ 699791 w 6409211"/>
                <a:gd name="connsiteY91" fmla="*/ 6006909 h 6858001"/>
                <a:gd name="connsiteX92" fmla="*/ 910402 w 6409211"/>
                <a:gd name="connsiteY92" fmla="*/ 5926358 h 6858001"/>
                <a:gd name="connsiteX93" fmla="*/ 1155291 w 6409211"/>
                <a:gd name="connsiteY93" fmla="*/ 5926086 h 6858001"/>
                <a:gd name="connsiteX94" fmla="*/ 1435289 w 6409211"/>
                <a:gd name="connsiteY94" fmla="*/ 5944830 h 6858001"/>
                <a:gd name="connsiteX95" fmla="*/ 1684942 w 6409211"/>
                <a:gd name="connsiteY95" fmla="*/ 5950518 h 6858001"/>
                <a:gd name="connsiteX96" fmla="*/ 2003209 w 6409211"/>
                <a:gd name="connsiteY96" fmla="*/ 5877673 h 6858001"/>
                <a:gd name="connsiteX97" fmla="*/ 2158553 w 6409211"/>
                <a:gd name="connsiteY97" fmla="*/ 5624252 h 6858001"/>
                <a:gd name="connsiteX98" fmla="*/ 2158957 w 6409211"/>
                <a:gd name="connsiteY98" fmla="*/ 5452410 h 6858001"/>
                <a:gd name="connsiteX99" fmla="*/ 2165441 w 6409211"/>
                <a:gd name="connsiteY99" fmla="*/ 5248928 h 6858001"/>
                <a:gd name="connsiteX100" fmla="*/ 2143570 w 6409211"/>
                <a:gd name="connsiteY100" fmla="*/ 5216209 h 6858001"/>
                <a:gd name="connsiteX101" fmla="*/ 1644109 w 6409211"/>
                <a:gd name="connsiteY101" fmla="*/ 5012870 h 6858001"/>
                <a:gd name="connsiteX102" fmla="*/ 1538682 w 6409211"/>
                <a:gd name="connsiteY102" fmla="*/ 4957365 h 6858001"/>
                <a:gd name="connsiteX103" fmla="*/ 1458912 w 6409211"/>
                <a:gd name="connsiteY103" fmla="*/ 4782151 h 6858001"/>
                <a:gd name="connsiteX104" fmla="*/ 1577856 w 6409211"/>
                <a:gd name="connsiteY104" fmla="*/ 4651203 h 6858001"/>
                <a:gd name="connsiteX105" fmla="*/ 1819214 w 6409211"/>
                <a:gd name="connsiteY105" fmla="*/ 4597270 h 6858001"/>
                <a:gd name="connsiteX106" fmla="*/ 2058057 w 6409211"/>
                <a:gd name="connsiteY106" fmla="*/ 4557796 h 6858001"/>
                <a:gd name="connsiteX107" fmla="*/ 2192304 w 6409211"/>
                <a:gd name="connsiteY107" fmla="*/ 4538720 h 6858001"/>
                <a:gd name="connsiteX108" fmla="*/ 2224358 w 6409211"/>
                <a:gd name="connsiteY108" fmla="*/ 4496705 h 6858001"/>
                <a:gd name="connsiteX109" fmla="*/ 2189180 w 6409211"/>
                <a:gd name="connsiteY109" fmla="*/ 4319910 h 6858001"/>
                <a:gd name="connsiteX110" fmla="*/ 2151364 w 6409211"/>
                <a:gd name="connsiteY110" fmla="*/ 4147406 h 6858001"/>
                <a:gd name="connsiteX111" fmla="*/ 2286017 w 6409211"/>
                <a:gd name="connsiteY111" fmla="*/ 4015417 h 6858001"/>
                <a:gd name="connsiteX112" fmla="*/ 2519194 w 6409211"/>
                <a:gd name="connsiteY112" fmla="*/ 4020552 h 6858001"/>
                <a:gd name="connsiteX113" fmla="*/ 2760976 w 6409211"/>
                <a:gd name="connsiteY113" fmla="*/ 3994675 h 6858001"/>
                <a:gd name="connsiteX114" fmla="*/ 2794972 w 6409211"/>
                <a:gd name="connsiteY114" fmla="*/ 3940769 h 6858001"/>
                <a:gd name="connsiteX115" fmla="*/ 2693026 w 6409211"/>
                <a:gd name="connsiteY115" fmla="*/ 3664245 h 6858001"/>
                <a:gd name="connsiteX116" fmla="*/ 2461979 w 6409211"/>
                <a:gd name="connsiteY116" fmla="*/ 3157843 h 6858001"/>
                <a:gd name="connsiteX117" fmla="*/ 2383556 w 6409211"/>
                <a:gd name="connsiteY117" fmla="*/ 2794392 h 6858001"/>
                <a:gd name="connsiteX118" fmla="*/ 2389502 w 6409211"/>
                <a:gd name="connsiteY118" fmla="*/ 2663628 h 6858001"/>
                <a:gd name="connsiteX119" fmla="*/ 2376471 w 6409211"/>
                <a:gd name="connsiteY119" fmla="*/ 2388863 h 6858001"/>
                <a:gd name="connsiteX120" fmla="*/ 2356241 w 6409211"/>
                <a:gd name="connsiteY120" fmla="*/ 2161902 h 6858001"/>
                <a:gd name="connsiteX121" fmla="*/ 2286705 w 6409211"/>
                <a:gd name="connsiteY121" fmla="*/ 1758258 h 6858001"/>
                <a:gd name="connsiteX122" fmla="*/ 2189314 w 6409211"/>
                <a:gd name="connsiteY122" fmla="*/ 1545017 h 6858001"/>
                <a:gd name="connsiteX123" fmla="*/ 1939381 w 6409211"/>
                <a:gd name="connsiteY123" fmla="*/ 1162370 h 6858001"/>
                <a:gd name="connsiteX124" fmla="*/ 1754863 w 6409211"/>
                <a:gd name="connsiteY124" fmla="*/ 959053 h 6858001"/>
                <a:gd name="connsiteX125" fmla="*/ 1320213 w 6409211"/>
                <a:gd name="connsiteY125" fmla="*/ 640674 h 6858001"/>
                <a:gd name="connsiteX126" fmla="*/ 880878 w 6409211"/>
                <a:gd name="connsiteY126" fmla="*/ 451840 h 6858001"/>
                <a:gd name="connsiteX127" fmla="*/ 468637 w 6409211"/>
                <a:gd name="connsiteY127" fmla="*/ 353245 h 6858001"/>
                <a:gd name="connsiteX128" fmla="*/ 160263 w 6409211"/>
                <a:gd name="connsiteY128" fmla="*/ 313821 h 6858001"/>
                <a:gd name="connsiteX129" fmla="*/ 0 w 6409211"/>
                <a:gd name="connsiteY129" fmla="*/ 298905 h 6858001"/>
                <a:gd name="connsiteX130" fmla="*/ 3786 w 6409211"/>
                <a:gd name="connsiteY130" fmla="*/ 252704 h 6858001"/>
                <a:gd name="connsiteX131" fmla="*/ 10242 w 6409211"/>
                <a:gd name="connsiteY131" fmla="*/ 22782 h 6858001"/>
                <a:gd name="connsiteX132" fmla="*/ 39249 w 6409211"/>
                <a:gd name="connsiteY132" fmla="*/ 1493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409211" h="6858001">
                  <a:moveTo>
                    <a:pt x="4649770" y="4055139"/>
                  </a:moveTo>
                  <a:cubicBezTo>
                    <a:pt x="4655501" y="4055854"/>
                    <a:pt x="4660765" y="4060051"/>
                    <a:pt x="4665936" y="4066908"/>
                  </a:cubicBezTo>
                  <a:cubicBezTo>
                    <a:pt x="4726231" y="4146881"/>
                    <a:pt x="4792179" y="4223355"/>
                    <a:pt x="4844982" y="4308018"/>
                  </a:cubicBezTo>
                  <a:cubicBezTo>
                    <a:pt x="4908575" y="4409985"/>
                    <a:pt x="4948694" y="4523480"/>
                    <a:pt x="4977138" y="4640956"/>
                  </a:cubicBezTo>
                  <a:cubicBezTo>
                    <a:pt x="5007451" y="4766156"/>
                    <a:pt x="5014411" y="4893360"/>
                    <a:pt x="5006213" y="5020485"/>
                  </a:cubicBezTo>
                  <a:cubicBezTo>
                    <a:pt x="4998537" y="5139552"/>
                    <a:pt x="4971721" y="5256407"/>
                    <a:pt x="4927719" y="5367843"/>
                  </a:cubicBezTo>
                  <a:cubicBezTo>
                    <a:pt x="4880125" y="5488381"/>
                    <a:pt x="4818132" y="5601202"/>
                    <a:pt x="4733509" y="5700466"/>
                  </a:cubicBezTo>
                  <a:cubicBezTo>
                    <a:pt x="4709616" y="5728494"/>
                    <a:pt x="4686695" y="5757438"/>
                    <a:pt x="4661266" y="5783985"/>
                  </a:cubicBezTo>
                  <a:cubicBezTo>
                    <a:pt x="4656502" y="5788957"/>
                    <a:pt x="4637702" y="5788862"/>
                    <a:pt x="4632517" y="5783796"/>
                  </a:cubicBezTo>
                  <a:cubicBezTo>
                    <a:pt x="4555312" y="5708387"/>
                    <a:pt x="4479304" y="5631752"/>
                    <a:pt x="4403028" y="5555393"/>
                  </a:cubicBezTo>
                  <a:cubicBezTo>
                    <a:pt x="4385529" y="5537877"/>
                    <a:pt x="4403151" y="5528408"/>
                    <a:pt x="4412811" y="5519317"/>
                  </a:cubicBezTo>
                  <a:cubicBezTo>
                    <a:pt x="4474304" y="5461448"/>
                    <a:pt x="4520188" y="5391701"/>
                    <a:pt x="4557154" y="5317295"/>
                  </a:cubicBezTo>
                  <a:cubicBezTo>
                    <a:pt x="4604082" y="5222835"/>
                    <a:pt x="4633573" y="5122782"/>
                    <a:pt x="4645242" y="5016462"/>
                  </a:cubicBezTo>
                  <a:cubicBezTo>
                    <a:pt x="4665635" y="4830638"/>
                    <a:pt x="4627573" y="4658496"/>
                    <a:pt x="4539456" y="4495637"/>
                  </a:cubicBezTo>
                  <a:cubicBezTo>
                    <a:pt x="4538447" y="4493772"/>
                    <a:pt x="4536446" y="4492443"/>
                    <a:pt x="4533502" y="4488817"/>
                  </a:cubicBezTo>
                  <a:cubicBezTo>
                    <a:pt x="4488137" y="4424281"/>
                    <a:pt x="4444182" y="4361791"/>
                    <a:pt x="4398009" y="4296149"/>
                  </a:cubicBezTo>
                  <a:cubicBezTo>
                    <a:pt x="4472060" y="4222500"/>
                    <a:pt x="4551718" y="4143662"/>
                    <a:pt x="4630805" y="4064253"/>
                  </a:cubicBezTo>
                  <a:cubicBezTo>
                    <a:pt x="4637842" y="4057188"/>
                    <a:pt x="4644039" y="4054423"/>
                    <a:pt x="4649770" y="4055139"/>
                  </a:cubicBezTo>
                  <a:close/>
                  <a:moveTo>
                    <a:pt x="5145282" y="3560599"/>
                  </a:moveTo>
                  <a:cubicBezTo>
                    <a:pt x="5151893" y="3561473"/>
                    <a:pt x="5158111" y="3566535"/>
                    <a:pt x="5165352" y="3574284"/>
                  </a:cubicBezTo>
                  <a:cubicBezTo>
                    <a:pt x="5269624" y="3685878"/>
                    <a:pt x="5365205" y="3804203"/>
                    <a:pt x="5440951" y="3937203"/>
                  </a:cubicBezTo>
                  <a:cubicBezTo>
                    <a:pt x="5475370" y="3997642"/>
                    <a:pt x="5505008" y="4060804"/>
                    <a:pt x="5538097" y="4124958"/>
                  </a:cubicBezTo>
                  <a:cubicBezTo>
                    <a:pt x="5604258" y="4264528"/>
                    <a:pt x="5645495" y="4409130"/>
                    <a:pt x="5675753" y="4557653"/>
                  </a:cubicBezTo>
                  <a:cubicBezTo>
                    <a:pt x="5708436" y="4718084"/>
                    <a:pt x="5714710" y="4880300"/>
                    <a:pt x="5706951" y="5042538"/>
                  </a:cubicBezTo>
                  <a:cubicBezTo>
                    <a:pt x="5700320" y="5181224"/>
                    <a:pt x="5680680" y="5319578"/>
                    <a:pt x="5636251" y="5451874"/>
                  </a:cubicBezTo>
                  <a:cubicBezTo>
                    <a:pt x="5598182" y="5565233"/>
                    <a:pt x="5558850" y="5679059"/>
                    <a:pt x="5508064" y="5787028"/>
                  </a:cubicBezTo>
                  <a:cubicBezTo>
                    <a:pt x="5448137" y="5914429"/>
                    <a:pt x="5372256" y="6033777"/>
                    <a:pt x="5278534" y="6140349"/>
                  </a:cubicBezTo>
                  <a:cubicBezTo>
                    <a:pt x="5236862" y="6187734"/>
                    <a:pt x="5195355" y="6235293"/>
                    <a:pt x="5152173" y="6281269"/>
                  </a:cubicBezTo>
                  <a:cubicBezTo>
                    <a:pt x="5148599" y="6285075"/>
                    <a:pt x="5129438" y="6280687"/>
                    <a:pt x="5123072" y="6274445"/>
                  </a:cubicBezTo>
                  <a:cubicBezTo>
                    <a:pt x="5045245" y="6198127"/>
                    <a:pt x="4968459" y="6120750"/>
                    <a:pt x="4888096" y="6040340"/>
                  </a:cubicBezTo>
                  <a:cubicBezTo>
                    <a:pt x="5189508" y="5729847"/>
                    <a:pt x="5350366" y="5359415"/>
                    <a:pt x="5350959" y="4924405"/>
                  </a:cubicBezTo>
                  <a:cubicBezTo>
                    <a:pt x="5351551" y="4488771"/>
                    <a:pt x="5189808" y="4118835"/>
                    <a:pt x="4889266" y="3806240"/>
                  </a:cubicBezTo>
                  <a:cubicBezTo>
                    <a:pt x="4967476" y="3728085"/>
                    <a:pt x="5045872" y="3650755"/>
                    <a:pt x="5122858" y="3572048"/>
                  </a:cubicBezTo>
                  <a:cubicBezTo>
                    <a:pt x="5131668" y="3563041"/>
                    <a:pt x="5138671" y="3559726"/>
                    <a:pt x="5145282" y="3560599"/>
                  </a:cubicBezTo>
                  <a:close/>
                  <a:moveTo>
                    <a:pt x="5640456" y="3064841"/>
                  </a:moveTo>
                  <a:cubicBezTo>
                    <a:pt x="5647077" y="3065451"/>
                    <a:pt x="5653396" y="3070250"/>
                    <a:pt x="5660805" y="3078223"/>
                  </a:cubicBezTo>
                  <a:cubicBezTo>
                    <a:pt x="5762690" y="3187855"/>
                    <a:pt x="5860574" y="3300693"/>
                    <a:pt x="5945783" y="3424084"/>
                  </a:cubicBezTo>
                  <a:cubicBezTo>
                    <a:pt x="6030172" y="3546289"/>
                    <a:pt x="6104392" y="3674419"/>
                    <a:pt x="6166483" y="3809196"/>
                  </a:cubicBezTo>
                  <a:cubicBezTo>
                    <a:pt x="6243678" y="3976755"/>
                    <a:pt x="6308253" y="4149105"/>
                    <a:pt x="6342527" y="4331044"/>
                  </a:cubicBezTo>
                  <a:cubicBezTo>
                    <a:pt x="6363028" y="4439872"/>
                    <a:pt x="6384890" y="4549137"/>
                    <a:pt x="6394136" y="4659214"/>
                  </a:cubicBezTo>
                  <a:cubicBezTo>
                    <a:pt x="6405569" y="4795328"/>
                    <a:pt x="6413100" y="4932863"/>
                    <a:pt x="6407092" y="5069114"/>
                  </a:cubicBezTo>
                  <a:cubicBezTo>
                    <a:pt x="6395424" y="5333673"/>
                    <a:pt x="6340324" y="5591245"/>
                    <a:pt x="6249149" y="5840049"/>
                  </a:cubicBezTo>
                  <a:cubicBezTo>
                    <a:pt x="6216776" y="5928387"/>
                    <a:pt x="6175007" y="6013280"/>
                    <a:pt x="6136075" y="6101807"/>
                  </a:cubicBezTo>
                  <a:cubicBezTo>
                    <a:pt x="6057109" y="6256598"/>
                    <a:pt x="5968633" y="6402666"/>
                    <a:pt x="5860507" y="6535645"/>
                  </a:cubicBezTo>
                  <a:cubicBezTo>
                    <a:pt x="5792680" y="6619063"/>
                    <a:pt x="5719635" y="6698263"/>
                    <a:pt x="5647728" y="6778275"/>
                  </a:cubicBezTo>
                  <a:cubicBezTo>
                    <a:pt x="5644593" y="6781763"/>
                    <a:pt x="5626328" y="6777567"/>
                    <a:pt x="5620310" y="6771657"/>
                  </a:cubicBezTo>
                  <a:cubicBezTo>
                    <a:pt x="5541760" y="6694502"/>
                    <a:pt x="5464151" y="6616390"/>
                    <a:pt x="5384073" y="6536286"/>
                  </a:cubicBezTo>
                  <a:cubicBezTo>
                    <a:pt x="5820119" y="6087418"/>
                    <a:pt x="6050995" y="5552259"/>
                    <a:pt x="6051394" y="4924092"/>
                  </a:cubicBezTo>
                  <a:cubicBezTo>
                    <a:pt x="6051792" y="4295570"/>
                    <a:pt x="5819125" y="3761333"/>
                    <a:pt x="5385492" y="3309842"/>
                  </a:cubicBezTo>
                  <a:cubicBezTo>
                    <a:pt x="5462847" y="3232592"/>
                    <a:pt x="5541246" y="3155259"/>
                    <a:pt x="5618298" y="3076607"/>
                  </a:cubicBezTo>
                  <a:cubicBezTo>
                    <a:pt x="5626913" y="3067815"/>
                    <a:pt x="5633835" y="3064232"/>
                    <a:pt x="5640456" y="3064841"/>
                  </a:cubicBezTo>
                  <a:close/>
                  <a:moveTo>
                    <a:pt x="39249" y="1493"/>
                  </a:moveTo>
                  <a:cubicBezTo>
                    <a:pt x="77633" y="8271"/>
                    <a:pt x="117617" y="5334"/>
                    <a:pt x="156536" y="9863"/>
                  </a:cubicBezTo>
                  <a:cubicBezTo>
                    <a:pt x="279886" y="24218"/>
                    <a:pt x="403239" y="38794"/>
                    <a:pt x="526250" y="55755"/>
                  </a:cubicBezTo>
                  <a:cubicBezTo>
                    <a:pt x="719216" y="82361"/>
                    <a:pt x="905893" y="134688"/>
                    <a:pt x="1088490" y="201290"/>
                  </a:cubicBezTo>
                  <a:cubicBezTo>
                    <a:pt x="1309334" y="281844"/>
                    <a:pt x="1516848" y="387909"/>
                    <a:pt x="1707936" y="526123"/>
                  </a:cubicBezTo>
                  <a:cubicBezTo>
                    <a:pt x="1824665" y="610554"/>
                    <a:pt x="1936762" y="700465"/>
                    <a:pt x="2032774" y="807462"/>
                  </a:cubicBezTo>
                  <a:cubicBezTo>
                    <a:pt x="2120827" y="905590"/>
                    <a:pt x="2203552" y="1008867"/>
                    <a:pt x="2283597" y="1113716"/>
                  </a:cubicBezTo>
                  <a:cubicBezTo>
                    <a:pt x="2383832" y="1245010"/>
                    <a:pt x="2456382" y="1393197"/>
                    <a:pt x="2528167" y="1541167"/>
                  </a:cubicBezTo>
                  <a:cubicBezTo>
                    <a:pt x="2578138" y="1644172"/>
                    <a:pt x="2607192" y="1753926"/>
                    <a:pt x="2621355" y="1867440"/>
                  </a:cubicBezTo>
                  <a:cubicBezTo>
                    <a:pt x="2635135" y="1977883"/>
                    <a:pt x="2649505" y="2088291"/>
                    <a:pt x="2660653" y="2199012"/>
                  </a:cubicBezTo>
                  <a:cubicBezTo>
                    <a:pt x="2669690" y="2288774"/>
                    <a:pt x="2674690" y="2378953"/>
                    <a:pt x="2680810" y="2468993"/>
                  </a:cubicBezTo>
                  <a:cubicBezTo>
                    <a:pt x="2685761" y="2541818"/>
                    <a:pt x="2691041" y="2614666"/>
                    <a:pt x="2693528" y="2687594"/>
                  </a:cubicBezTo>
                  <a:cubicBezTo>
                    <a:pt x="2694710" y="2722257"/>
                    <a:pt x="2689894" y="2757142"/>
                    <a:pt x="2687501" y="2791906"/>
                  </a:cubicBezTo>
                  <a:cubicBezTo>
                    <a:pt x="2680668" y="2891181"/>
                    <a:pt x="2715735" y="2981139"/>
                    <a:pt x="2754285" y="3068725"/>
                  </a:cubicBezTo>
                  <a:cubicBezTo>
                    <a:pt x="2815658" y="3208164"/>
                    <a:pt x="2882703" y="3345096"/>
                    <a:pt x="2946361" y="3483544"/>
                  </a:cubicBezTo>
                  <a:cubicBezTo>
                    <a:pt x="3000907" y="3602175"/>
                    <a:pt x="3056652" y="3720370"/>
                    <a:pt x="3086889" y="3848506"/>
                  </a:cubicBezTo>
                  <a:cubicBezTo>
                    <a:pt x="3104800" y="3924407"/>
                    <a:pt x="3115000" y="4001480"/>
                    <a:pt x="3095082" y="4077147"/>
                  </a:cubicBezTo>
                  <a:cubicBezTo>
                    <a:pt x="3069884" y="4172878"/>
                    <a:pt x="3001433" y="4234823"/>
                    <a:pt x="2910310" y="4264632"/>
                  </a:cubicBezTo>
                  <a:cubicBezTo>
                    <a:pt x="2839500" y="4287797"/>
                    <a:pt x="2764634" y="4300144"/>
                    <a:pt x="2690694" y="4311666"/>
                  </a:cubicBezTo>
                  <a:cubicBezTo>
                    <a:pt x="2628865" y="4321301"/>
                    <a:pt x="2565763" y="4322778"/>
                    <a:pt x="2508477" y="4327440"/>
                  </a:cubicBezTo>
                  <a:cubicBezTo>
                    <a:pt x="2517600" y="4422727"/>
                    <a:pt x="2528275" y="4516108"/>
                    <a:pt x="2535069" y="4609771"/>
                  </a:cubicBezTo>
                  <a:cubicBezTo>
                    <a:pt x="2543598" y="4727348"/>
                    <a:pt x="2482593" y="4775895"/>
                    <a:pt x="2386821" y="4805953"/>
                  </a:cubicBezTo>
                  <a:cubicBezTo>
                    <a:pt x="2338955" y="4820977"/>
                    <a:pt x="2288485" y="4827977"/>
                    <a:pt x="2238957" y="4837365"/>
                  </a:cubicBezTo>
                  <a:cubicBezTo>
                    <a:pt x="2189293" y="4846779"/>
                    <a:pt x="2139338" y="4854650"/>
                    <a:pt x="2091693" y="4862822"/>
                  </a:cubicBezTo>
                  <a:cubicBezTo>
                    <a:pt x="2174523" y="4899185"/>
                    <a:pt x="2260108" y="4934677"/>
                    <a:pt x="2343771" y="4974235"/>
                  </a:cubicBezTo>
                  <a:cubicBezTo>
                    <a:pt x="2397251" y="4999520"/>
                    <a:pt x="2442307" y="5036052"/>
                    <a:pt x="2458013" y="5097740"/>
                  </a:cubicBezTo>
                  <a:cubicBezTo>
                    <a:pt x="2460636" y="5108044"/>
                    <a:pt x="2462577" y="5118854"/>
                    <a:pt x="2462596" y="5129434"/>
                  </a:cubicBezTo>
                  <a:cubicBezTo>
                    <a:pt x="2462882" y="5290267"/>
                    <a:pt x="2462845" y="5451099"/>
                    <a:pt x="2462779" y="5611932"/>
                  </a:cubicBezTo>
                  <a:cubicBezTo>
                    <a:pt x="2462724" y="5745994"/>
                    <a:pt x="2428536" y="5870053"/>
                    <a:pt x="2347045" y="5977576"/>
                  </a:cubicBezTo>
                  <a:cubicBezTo>
                    <a:pt x="2255558" y="6098287"/>
                    <a:pt x="2130881" y="6170289"/>
                    <a:pt x="1986390" y="6209413"/>
                  </a:cubicBezTo>
                  <a:cubicBezTo>
                    <a:pt x="1896496" y="6233755"/>
                    <a:pt x="1805179" y="6249161"/>
                    <a:pt x="1711488" y="6249678"/>
                  </a:cubicBezTo>
                  <a:cubicBezTo>
                    <a:pt x="1640347" y="6250070"/>
                    <a:pt x="1569108" y="6257308"/>
                    <a:pt x="1498120" y="6255039"/>
                  </a:cubicBezTo>
                  <a:cubicBezTo>
                    <a:pt x="1396982" y="6251809"/>
                    <a:pt x="1296032" y="6242656"/>
                    <a:pt x="1195002" y="6236045"/>
                  </a:cubicBezTo>
                  <a:cubicBezTo>
                    <a:pt x="1127651" y="6231637"/>
                    <a:pt x="1060311" y="6227034"/>
                    <a:pt x="992942" y="6222910"/>
                  </a:cubicBezTo>
                  <a:cubicBezTo>
                    <a:pt x="908263" y="6217726"/>
                    <a:pt x="850979" y="6261843"/>
                    <a:pt x="810600" y="6330080"/>
                  </a:cubicBezTo>
                  <a:cubicBezTo>
                    <a:pt x="761881" y="6412410"/>
                    <a:pt x="734248" y="6502769"/>
                    <a:pt x="724807" y="6597779"/>
                  </a:cubicBezTo>
                  <a:cubicBezTo>
                    <a:pt x="716403" y="6682355"/>
                    <a:pt x="711827" y="6767312"/>
                    <a:pt x="705170" y="6857409"/>
                  </a:cubicBezTo>
                  <a:cubicBezTo>
                    <a:pt x="619467" y="6857409"/>
                    <a:pt x="528617" y="6857409"/>
                    <a:pt x="434576" y="6857409"/>
                  </a:cubicBezTo>
                  <a:cubicBezTo>
                    <a:pt x="413843" y="6859973"/>
                    <a:pt x="406955" y="6854533"/>
                    <a:pt x="406600" y="6834750"/>
                  </a:cubicBezTo>
                  <a:cubicBezTo>
                    <a:pt x="403471" y="6660283"/>
                    <a:pt x="421159" y="6489103"/>
                    <a:pt x="479192" y="6323229"/>
                  </a:cubicBezTo>
                  <a:cubicBezTo>
                    <a:pt x="523368" y="6196960"/>
                    <a:pt x="590773" y="6087021"/>
                    <a:pt x="699791" y="6006909"/>
                  </a:cubicBezTo>
                  <a:cubicBezTo>
                    <a:pt x="762077" y="5961137"/>
                    <a:pt x="832757" y="5930428"/>
                    <a:pt x="910402" y="5926358"/>
                  </a:cubicBezTo>
                  <a:cubicBezTo>
                    <a:pt x="991834" y="5922088"/>
                    <a:pt x="1073764" y="5922851"/>
                    <a:pt x="1155291" y="5926086"/>
                  </a:cubicBezTo>
                  <a:cubicBezTo>
                    <a:pt x="1248723" y="5929794"/>
                    <a:pt x="1341877" y="5940075"/>
                    <a:pt x="1435289" y="5944830"/>
                  </a:cubicBezTo>
                  <a:cubicBezTo>
                    <a:pt x="1518434" y="5949062"/>
                    <a:pt x="1602058" y="5955027"/>
                    <a:pt x="1684942" y="5950518"/>
                  </a:cubicBezTo>
                  <a:cubicBezTo>
                    <a:pt x="1794438" y="5944562"/>
                    <a:pt x="1904329" y="5931253"/>
                    <a:pt x="2003209" y="5877673"/>
                  </a:cubicBezTo>
                  <a:cubicBezTo>
                    <a:pt x="2102996" y="5823602"/>
                    <a:pt x="2156436" y="5738872"/>
                    <a:pt x="2158553" y="5624252"/>
                  </a:cubicBezTo>
                  <a:cubicBezTo>
                    <a:pt x="2159611" y="5566988"/>
                    <a:pt x="2157888" y="5509674"/>
                    <a:pt x="2158957" y="5452410"/>
                  </a:cubicBezTo>
                  <a:cubicBezTo>
                    <a:pt x="2160224" y="5384566"/>
                    <a:pt x="2163013" y="5316747"/>
                    <a:pt x="2165441" y="5248928"/>
                  </a:cubicBezTo>
                  <a:cubicBezTo>
                    <a:pt x="2166036" y="5232309"/>
                    <a:pt x="2162802" y="5223830"/>
                    <a:pt x="2143570" y="5216209"/>
                  </a:cubicBezTo>
                  <a:cubicBezTo>
                    <a:pt x="1976462" y="5149991"/>
                    <a:pt x="1810069" y="5081932"/>
                    <a:pt x="1644109" y="5012870"/>
                  </a:cubicBezTo>
                  <a:cubicBezTo>
                    <a:pt x="1607567" y="4997665"/>
                    <a:pt x="1572407" y="4978212"/>
                    <a:pt x="1538682" y="4957365"/>
                  </a:cubicBezTo>
                  <a:cubicBezTo>
                    <a:pt x="1473752" y="4917229"/>
                    <a:pt x="1448115" y="4855755"/>
                    <a:pt x="1458912" y="4782151"/>
                  </a:cubicBezTo>
                  <a:cubicBezTo>
                    <a:pt x="1468903" y="4714046"/>
                    <a:pt x="1514944" y="4669611"/>
                    <a:pt x="1577856" y="4651203"/>
                  </a:cubicBezTo>
                  <a:cubicBezTo>
                    <a:pt x="1656824" y="4628097"/>
                    <a:pt x="1738251" y="4612819"/>
                    <a:pt x="1819214" y="4597270"/>
                  </a:cubicBezTo>
                  <a:cubicBezTo>
                    <a:pt x="1898434" y="4582057"/>
                    <a:pt x="1978377" y="4570577"/>
                    <a:pt x="2058057" y="4557796"/>
                  </a:cubicBezTo>
                  <a:cubicBezTo>
                    <a:pt x="2102738" y="4550628"/>
                    <a:pt x="2147417" y="4539885"/>
                    <a:pt x="2192304" y="4538720"/>
                  </a:cubicBezTo>
                  <a:cubicBezTo>
                    <a:pt x="2227370" y="4537810"/>
                    <a:pt x="2228499" y="4519666"/>
                    <a:pt x="2224358" y="4496705"/>
                  </a:cubicBezTo>
                  <a:cubicBezTo>
                    <a:pt x="2213695" y="4437582"/>
                    <a:pt x="2200046" y="4379001"/>
                    <a:pt x="2189180" y="4319910"/>
                  </a:cubicBezTo>
                  <a:cubicBezTo>
                    <a:pt x="2178537" y="4262030"/>
                    <a:pt x="2147656" y="4209300"/>
                    <a:pt x="2151364" y="4147406"/>
                  </a:cubicBezTo>
                  <a:cubicBezTo>
                    <a:pt x="2155426" y="4079584"/>
                    <a:pt x="2217431" y="4014547"/>
                    <a:pt x="2286017" y="4015417"/>
                  </a:cubicBezTo>
                  <a:cubicBezTo>
                    <a:pt x="2363774" y="4016401"/>
                    <a:pt x="2441690" y="4023876"/>
                    <a:pt x="2519194" y="4020552"/>
                  </a:cubicBezTo>
                  <a:cubicBezTo>
                    <a:pt x="2600029" y="4017084"/>
                    <a:pt x="2680663" y="4005631"/>
                    <a:pt x="2760976" y="3994675"/>
                  </a:cubicBezTo>
                  <a:cubicBezTo>
                    <a:pt x="2803262" y="3988906"/>
                    <a:pt x="2808642" y="3980305"/>
                    <a:pt x="2794972" y="3940769"/>
                  </a:cubicBezTo>
                  <a:cubicBezTo>
                    <a:pt x="2762865" y="3847917"/>
                    <a:pt x="2732300" y="3754124"/>
                    <a:pt x="2693026" y="3664245"/>
                  </a:cubicBezTo>
                  <a:cubicBezTo>
                    <a:pt x="2618746" y="3494250"/>
                    <a:pt x="2536484" y="3327745"/>
                    <a:pt x="2461979" y="3157843"/>
                  </a:cubicBezTo>
                  <a:cubicBezTo>
                    <a:pt x="2411515" y="3042763"/>
                    <a:pt x="2378585" y="2922197"/>
                    <a:pt x="2383556" y="2794392"/>
                  </a:cubicBezTo>
                  <a:cubicBezTo>
                    <a:pt x="2385251" y="2750780"/>
                    <a:pt x="2390691" y="2707127"/>
                    <a:pt x="2389502" y="2663628"/>
                  </a:cubicBezTo>
                  <a:cubicBezTo>
                    <a:pt x="2386997" y="2571985"/>
                    <a:pt x="2382370" y="2480358"/>
                    <a:pt x="2376471" y="2388863"/>
                  </a:cubicBezTo>
                  <a:cubicBezTo>
                    <a:pt x="2371585" y="2313068"/>
                    <a:pt x="2367213" y="2236947"/>
                    <a:pt x="2356241" y="2161902"/>
                  </a:cubicBezTo>
                  <a:cubicBezTo>
                    <a:pt x="2336484" y="2026767"/>
                    <a:pt x="2318919" y="1890633"/>
                    <a:pt x="2286705" y="1758258"/>
                  </a:cubicBezTo>
                  <a:cubicBezTo>
                    <a:pt x="2268550" y="1683658"/>
                    <a:pt x="2224966" y="1614709"/>
                    <a:pt x="2189314" y="1545017"/>
                  </a:cubicBezTo>
                  <a:cubicBezTo>
                    <a:pt x="2119604" y="1408746"/>
                    <a:pt x="2038621" y="1279282"/>
                    <a:pt x="1939381" y="1162370"/>
                  </a:cubicBezTo>
                  <a:cubicBezTo>
                    <a:pt x="1880159" y="1092601"/>
                    <a:pt x="1821040" y="1021937"/>
                    <a:pt x="1754863" y="959053"/>
                  </a:cubicBezTo>
                  <a:cubicBezTo>
                    <a:pt x="1623923" y="834631"/>
                    <a:pt x="1479292" y="727925"/>
                    <a:pt x="1320213" y="640674"/>
                  </a:cubicBezTo>
                  <a:cubicBezTo>
                    <a:pt x="1179592" y="563548"/>
                    <a:pt x="1033424" y="500659"/>
                    <a:pt x="880878" y="451840"/>
                  </a:cubicBezTo>
                  <a:cubicBezTo>
                    <a:pt x="745908" y="408648"/>
                    <a:pt x="609151" y="372833"/>
                    <a:pt x="468637" y="353245"/>
                  </a:cubicBezTo>
                  <a:cubicBezTo>
                    <a:pt x="366007" y="338938"/>
                    <a:pt x="263161" y="326082"/>
                    <a:pt x="160263" y="313821"/>
                  </a:cubicBezTo>
                  <a:cubicBezTo>
                    <a:pt x="106550" y="307422"/>
                    <a:pt x="52520" y="303708"/>
                    <a:pt x="0" y="298905"/>
                  </a:cubicBezTo>
                  <a:cubicBezTo>
                    <a:pt x="1398" y="282337"/>
                    <a:pt x="3312" y="267544"/>
                    <a:pt x="3786" y="252704"/>
                  </a:cubicBezTo>
                  <a:cubicBezTo>
                    <a:pt x="6230" y="176071"/>
                    <a:pt x="8731" y="99436"/>
                    <a:pt x="10242" y="22782"/>
                  </a:cubicBezTo>
                  <a:cubicBezTo>
                    <a:pt x="10676" y="745"/>
                    <a:pt x="16272" y="-2565"/>
                    <a:pt x="39249" y="149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4" name="Freeform: Shape 13">
              <a:extLst>
                <a:ext uri="{FF2B5EF4-FFF2-40B4-BE49-F238E27FC236}">
                  <a16:creationId xmlns:a16="http://schemas.microsoft.com/office/drawing/2014/main" id="{0C3F3608-C410-1C05-9CEC-06DFE0D87433}"/>
                </a:ext>
                <a:ext uri="{C183D7F6-B498-43B3-948B-1728B52AA6E4}">
                  <adec:decorative xmlns:adec="http://schemas.microsoft.com/office/drawing/2017/decorative" val="1"/>
                </a:ext>
              </a:extLst>
            </p:cNvPr>
            <p:cNvSpPr/>
            <p:nvPr/>
          </p:nvSpPr>
          <p:spPr>
            <a:xfrm>
              <a:off x="7819986" y="1022062"/>
              <a:ext cx="233551" cy="234301"/>
            </a:xfrm>
            <a:custGeom>
              <a:avLst/>
              <a:gdLst>
                <a:gd name="connsiteX0" fmla="*/ 3349520 w 3503267"/>
                <a:gd name="connsiteY0" fmla="*/ 3049498 h 3514523"/>
                <a:gd name="connsiteX1" fmla="*/ 3503267 w 3503267"/>
                <a:gd name="connsiteY1" fmla="*/ 3049498 h 3514523"/>
                <a:gd name="connsiteX2" fmla="*/ 3503267 w 3503267"/>
                <a:gd name="connsiteY2" fmla="*/ 3087523 h 3514523"/>
                <a:gd name="connsiteX3" fmla="*/ 3503267 w 3503267"/>
                <a:gd name="connsiteY3" fmla="*/ 3514523 h 3514523"/>
                <a:gd name="connsiteX4" fmla="*/ 3029190 w 3503267"/>
                <a:gd name="connsiteY4" fmla="*/ 3514523 h 3514523"/>
                <a:gd name="connsiteX5" fmla="*/ 3029190 w 3503267"/>
                <a:gd name="connsiteY5" fmla="*/ 3365415 h 3514523"/>
                <a:gd name="connsiteX6" fmla="*/ 3349520 w 3503267"/>
                <a:gd name="connsiteY6" fmla="*/ 3365415 h 3514523"/>
                <a:gd name="connsiteX7" fmla="*/ 3349520 w 3503267"/>
                <a:gd name="connsiteY7" fmla="*/ 3049498 h 3514523"/>
                <a:gd name="connsiteX8" fmla="*/ 0 w 3503267"/>
                <a:gd name="connsiteY8" fmla="*/ 3049239 h 3514523"/>
                <a:gd name="connsiteX9" fmla="*/ 151783 w 3503267"/>
                <a:gd name="connsiteY9" fmla="*/ 3049239 h 3514523"/>
                <a:gd name="connsiteX10" fmla="*/ 151783 w 3503267"/>
                <a:gd name="connsiteY10" fmla="*/ 3363429 h 3514523"/>
                <a:gd name="connsiteX11" fmla="*/ 473354 w 3503267"/>
                <a:gd name="connsiteY11" fmla="*/ 3363429 h 3514523"/>
                <a:gd name="connsiteX12" fmla="*/ 473354 w 3503267"/>
                <a:gd name="connsiteY12" fmla="*/ 3514205 h 3514523"/>
                <a:gd name="connsiteX13" fmla="*/ 0 w 3503267"/>
                <a:gd name="connsiteY13" fmla="*/ 3514205 h 3514523"/>
                <a:gd name="connsiteX14" fmla="*/ 0 w 3503267"/>
                <a:gd name="connsiteY14" fmla="*/ 3232260 h 3514523"/>
                <a:gd name="connsiteX15" fmla="*/ 0 w 3503267"/>
                <a:gd name="connsiteY15" fmla="*/ 3049239 h 3514523"/>
                <a:gd name="connsiteX16" fmla="*/ 453375 w 3503267"/>
                <a:gd name="connsiteY16" fmla="*/ 1528599 h 3514523"/>
                <a:gd name="connsiteX17" fmla="*/ 900736 w 3503267"/>
                <a:gd name="connsiteY17" fmla="*/ 1528599 h 3514523"/>
                <a:gd name="connsiteX18" fmla="*/ 900736 w 3503267"/>
                <a:gd name="connsiteY18" fmla="*/ 1975960 h 3514523"/>
                <a:gd name="connsiteX19" fmla="*/ 453375 w 3503267"/>
                <a:gd name="connsiteY19" fmla="*/ 1975960 h 3514523"/>
                <a:gd name="connsiteX20" fmla="*/ 3029793 w 3503267"/>
                <a:gd name="connsiteY20" fmla="*/ 0 h 3514523"/>
                <a:gd name="connsiteX21" fmla="*/ 3331408 w 3503267"/>
                <a:gd name="connsiteY21" fmla="*/ 0 h 3514523"/>
                <a:gd name="connsiteX22" fmla="*/ 3501217 w 3503267"/>
                <a:gd name="connsiteY22" fmla="*/ 0 h 3514523"/>
                <a:gd name="connsiteX23" fmla="*/ 3501217 w 3503267"/>
                <a:gd name="connsiteY23" fmla="*/ 473976 h 3514523"/>
                <a:gd name="connsiteX24" fmla="*/ 3352412 w 3503267"/>
                <a:gd name="connsiteY24" fmla="*/ 473976 h 3514523"/>
                <a:gd name="connsiteX25" fmla="*/ 3352412 w 3503267"/>
                <a:gd name="connsiteY25" fmla="*/ 160594 h 3514523"/>
                <a:gd name="connsiteX26" fmla="*/ 3029793 w 3503267"/>
                <a:gd name="connsiteY26" fmla="*/ 160594 h 3514523"/>
                <a:gd name="connsiteX27" fmla="*/ 3029793 w 3503267"/>
                <a:gd name="connsiteY27" fmla="*/ 0 h 3514523"/>
                <a:gd name="connsiteX28" fmla="*/ 2319 w 3503267"/>
                <a:gd name="connsiteY28" fmla="*/ 0 h 3514523"/>
                <a:gd name="connsiteX29" fmla="*/ 218127 w 3503267"/>
                <a:gd name="connsiteY29" fmla="*/ 0 h 3514523"/>
                <a:gd name="connsiteX30" fmla="*/ 473819 w 3503267"/>
                <a:gd name="connsiteY30" fmla="*/ 0 h 3514523"/>
                <a:gd name="connsiteX31" fmla="*/ 473819 w 3503267"/>
                <a:gd name="connsiteY31" fmla="*/ 158309 h 3514523"/>
                <a:gd name="connsiteX32" fmla="*/ 153139 w 3503267"/>
                <a:gd name="connsiteY32" fmla="*/ 158309 h 3514523"/>
                <a:gd name="connsiteX33" fmla="*/ 153139 w 3503267"/>
                <a:gd name="connsiteY33" fmla="*/ 473315 h 3514523"/>
                <a:gd name="connsiteX34" fmla="*/ 2319 w 3503267"/>
                <a:gd name="connsiteY34" fmla="*/ 473315 h 3514523"/>
                <a:gd name="connsiteX35" fmla="*/ 2319 w 3503267"/>
                <a:gd name="connsiteY35" fmla="*/ 0 h 351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03267" h="3514523">
                  <a:moveTo>
                    <a:pt x="3349520" y="3049498"/>
                  </a:moveTo>
                  <a:cubicBezTo>
                    <a:pt x="3401570" y="3049498"/>
                    <a:pt x="3450373" y="3049498"/>
                    <a:pt x="3503267" y="3049498"/>
                  </a:cubicBezTo>
                  <a:cubicBezTo>
                    <a:pt x="3503267" y="3060965"/>
                    <a:pt x="3503267" y="3072636"/>
                    <a:pt x="3503267" y="3087523"/>
                  </a:cubicBezTo>
                  <a:cubicBezTo>
                    <a:pt x="3503267" y="3231347"/>
                    <a:pt x="3503267" y="3371959"/>
                    <a:pt x="3503267" y="3514523"/>
                  </a:cubicBezTo>
                  <a:cubicBezTo>
                    <a:pt x="3344317" y="3514523"/>
                    <a:pt x="3187672" y="3514523"/>
                    <a:pt x="3029190" y="3514523"/>
                  </a:cubicBezTo>
                  <a:cubicBezTo>
                    <a:pt x="3029190" y="3465154"/>
                    <a:pt x="3029190" y="3416363"/>
                    <a:pt x="3029190" y="3365415"/>
                  </a:cubicBezTo>
                  <a:cubicBezTo>
                    <a:pt x="3135696" y="3365415"/>
                    <a:pt x="3240956" y="3365415"/>
                    <a:pt x="3349520" y="3365415"/>
                  </a:cubicBezTo>
                  <a:cubicBezTo>
                    <a:pt x="3349520" y="3259504"/>
                    <a:pt x="3349520" y="3155644"/>
                    <a:pt x="3349520" y="3049498"/>
                  </a:cubicBezTo>
                  <a:close/>
                  <a:moveTo>
                    <a:pt x="0" y="3049239"/>
                  </a:moveTo>
                  <a:cubicBezTo>
                    <a:pt x="50871" y="3049239"/>
                    <a:pt x="99662" y="3049239"/>
                    <a:pt x="151783" y="3049239"/>
                  </a:cubicBezTo>
                  <a:cubicBezTo>
                    <a:pt x="151783" y="3153642"/>
                    <a:pt x="151783" y="3257497"/>
                    <a:pt x="151783" y="3363429"/>
                  </a:cubicBezTo>
                  <a:cubicBezTo>
                    <a:pt x="260302" y="3363429"/>
                    <a:pt x="365553" y="3363429"/>
                    <a:pt x="473354" y="3363429"/>
                  </a:cubicBezTo>
                  <a:cubicBezTo>
                    <a:pt x="473354" y="3414266"/>
                    <a:pt x="473354" y="3463078"/>
                    <a:pt x="473354" y="3514205"/>
                  </a:cubicBezTo>
                  <a:cubicBezTo>
                    <a:pt x="317632" y="3514205"/>
                    <a:pt x="160995" y="3514205"/>
                    <a:pt x="0" y="3514205"/>
                  </a:cubicBezTo>
                  <a:cubicBezTo>
                    <a:pt x="0" y="3421633"/>
                    <a:pt x="0" y="3328599"/>
                    <a:pt x="0" y="3232260"/>
                  </a:cubicBezTo>
                  <a:cubicBezTo>
                    <a:pt x="0" y="3169729"/>
                    <a:pt x="0" y="3110502"/>
                    <a:pt x="0" y="3049239"/>
                  </a:cubicBezTo>
                  <a:close/>
                  <a:moveTo>
                    <a:pt x="453375" y="1528599"/>
                  </a:moveTo>
                  <a:lnTo>
                    <a:pt x="900736" y="1528599"/>
                  </a:lnTo>
                  <a:lnTo>
                    <a:pt x="900736" y="1975960"/>
                  </a:lnTo>
                  <a:lnTo>
                    <a:pt x="453375" y="1975960"/>
                  </a:lnTo>
                  <a:close/>
                  <a:moveTo>
                    <a:pt x="3029793" y="0"/>
                  </a:moveTo>
                  <a:cubicBezTo>
                    <a:pt x="3128832" y="0"/>
                    <a:pt x="3228467" y="0"/>
                    <a:pt x="3331408" y="0"/>
                  </a:cubicBezTo>
                  <a:cubicBezTo>
                    <a:pt x="3389538" y="0"/>
                    <a:pt x="3444361" y="0"/>
                    <a:pt x="3501217" y="0"/>
                  </a:cubicBezTo>
                  <a:cubicBezTo>
                    <a:pt x="3501217" y="158755"/>
                    <a:pt x="3501217" y="315391"/>
                    <a:pt x="3501217" y="473976"/>
                  </a:cubicBezTo>
                  <a:cubicBezTo>
                    <a:pt x="3452148" y="473976"/>
                    <a:pt x="3403362" y="473976"/>
                    <a:pt x="3352412" y="473976"/>
                  </a:cubicBezTo>
                  <a:cubicBezTo>
                    <a:pt x="3352412" y="369992"/>
                    <a:pt x="3352412" y="266940"/>
                    <a:pt x="3352412" y="160594"/>
                  </a:cubicBezTo>
                  <a:cubicBezTo>
                    <a:pt x="3244320" y="160594"/>
                    <a:pt x="3138263" y="160594"/>
                    <a:pt x="3029793" y="160594"/>
                  </a:cubicBezTo>
                  <a:cubicBezTo>
                    <a:pt x="3029793" y="106371"/>
                    <a:pt x="3029793" y="55366"/>
                    <a:pt x="3029793" y="0"/>
                  </a:cubicBezTo>
                  <a:close/>
                  <a:moveTo>
                    <a:pt x="2319" y="0"/>
                  </a:moveTo>
                  <a:cubicBezTo>
                    <a:pt x="72757" y="0"/>
                    <a:pt x="143789" y="0"/>
                    <a:pt x="218127" y="0"/>
                  </a:cubicBezTo>
                  <a:cubicBezTo>
                    <a:pt x="304868" y="0"/>
                    <a:pt x="388304" y="0"/>
                    <a:pt x="473819" y="0"/>
                  </a:cubicBezTo>
                  <a:cubicBezTo>
                    <a:pt x="473819" y="52994"/>
                    <a:pt x="473819" y="103986"/>
                    <a:pt x="473819" y="158309"/>
                  </a:cubicBezTo>
                  <a:cubicBezTo>
                    <a:pt x="367334" y="158309"/>
                    <a:pt x="261278" y="158309"/>
                    <a:pt x="153139" y="158309"/>
                  </a:cubicBezTo>
                  <a:cubicBezTo>
                    <a:pt x="153139" y="264625"/>
                    <a:pt x="153139" y="367676"/>
                    <a:pt x="153139" y="473315"/>
                  </a:cubicBezTo>
                  <a:cubicBezTo>
                    <a:pt x="102303" y="473315"/>
                    <a:pt x="53487" y="473315"/>
                    <a:pt x="2319" y="473315"/>
                  </a:cubicBezTo>
                  <a:cubicBezTo>
                    <a:pt x="2319" y="317709"/>
                    <a:pt x="2319" y="161069"/>
                    <a:pt x="2319" y="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49" name="Group 948">
            <a:extLst>
              <a:ext uri="{FF2B5EF4-FFF2-40B4-BE49-F238E27FC236}">
                <a16:creationId xmlns:a16="http://schemas.microsoft.com/office/drawing/2014/main" id="{BCCCB020-5D54-F431-7D6C-56E7ED30962C}"/>
              </a:ext>
              <a:ext uri="{C183D7F6-B498-43B3-948B-1728B52AA6E4}">
                <adec:decorative xmlns:adec="http://schemas.microsoft.com/office/drawing/2017/decorative" val="1"/>
              </a:ext>
            </a:extLst>
          </p:cNvPr>
          <p:cNvGrpSpPr>
            <a:grpSpLocks noChangeAspect="1"/>
          </p:cNvGrpSpPr>
          <p:nvPr/>
        </p:nvGrpSpPr>
        <p:grpSpPr>
          <a:xfrm>
            <a:off x="8196342" y="810791"/>
            <a:ext cx="463965" cy="457200"/>
            <a:chOff x="8196342" y="810791"/>
            <a:chExt cx="463965" cy="457200"/>
          </a:xfrm>
          <a:solidFill>
            <a:srgbClr val="FF0000"/>
          </a:solidFill>
        </p:grpSpPr>
        <p:sp>
          <p:nvSpPr>
            <p:cNvPr id="36" name="Freeform: Shape 35">
              <a:extLst>
                <a:ext uri="{FF2B5EF4-FFF2-40B4-BE49-F238E27FC236}">
                  <a16:creationId xmlns:a16="http://schemas.microsoft.com/office/drawing/2014/main" id="{1998FF92-EF9F-8AFB-3F70-93FF5B40FFFC}"/>
                </a:ext>
                <a:ext uri="{C183D7F6-B498-43B3-948B-1728B52AA6E4}">
                  <adec:decorative xmlns:adec="http://schemas.microsoft.com/office/drawing/2017/decorative" val="1"/>
                </a:ext>
              </a:extLst>
            </p:cNvPr>
            <p:cNvSpPr/>
            <p:nvPr/>
          </p:nvSpPr>
          <p:spPr>
            <a:xfrm>
              <a:off x="8196342" y="810791"/>
              <a:ext cx="463965" cy="457200"/>
            </a:xfrm>
            <a:custGeom>
              <a:avLst/>
              <a:gdLst>
                <a:gd name="connsiteX0" fmla="*/ 2033302 w 6959477"/>
                <a:gd name="connsiteY0" fmla="*/ 6482151 h 6857999"/>
                <a:gd name="connsiteX1" fmla="*/ 2406889 w 6959477"/>
                <a:gd name="connsiteY1" fmla="*/ 6482151 h 6857999"/>
                <a:gd name="connsiteX2" fmla="*/ 2406889 w 6959477"/>
                <a:gd name="connsiteY2" fmla="*/ 6857999 h 6857999"/>
                <a:gd name="connsiteX3" fmla="*/ 2033302 w 6959477"/>
                <a:gd name="connsiteY3" fmla="*/ 6857999 h 6857999"/>
                <a:gd name="connsiteX4" fmla="*/ 82 w 6959477"/>
                <a:gd name="connsiteY4" fmla="*/ 5749600 h 6857999"/>
                <a:gd name="connsiteX5" fmla="*/ 373659 w 6959477"/>
                <a:gd name="connsiteY5" fmla="*/ 5749600 h 6857999"/>
                <a:gd name="connsiteX6" fmla="*/ 373659 w 6959477"/>
                <a:gd name="connsiteY6" fmla="*/ 6118310 h 6857999"/>
                <a:gd name="connsiteX7" fmla="*/ 82 w 6959477"/>
                <a:gd name="connsiteY7" fmla="*/ 6118310 h 6857999"/>
                <a:gd name="connsiteX8" fmla="*/ 1232902 w 6959477"/>
                <a:gd name="connsiteY8" fmla="*/ 5644740 h 6857999"/>
                <a:gd name="connsiteX9" fmla="*/ 827878 w 6959477"/>
                <a:gd name="connsiteY9" fmla="*/ 5914519 h 6857999"/>
                <a:gd name="connsiteX10" fmla="*/ 1092812 w 6959477"/>
                <a:gd name="connsiteY10" fmla="*/ 6025564 h 6857999"/>
                <a:gd name="connsiteX11" fmla="*/ 1562482 w 6959477"/>
                <a:gd name="connsiteY11" fmla="*/ 6221496 h 6857999"/>
                <a:gd name="connsiteX12" fmla="*/ 1396037 w 6959477"/>
                <a:gd name="connsiteY12" fmla="*/ 5931924 h 6857999"/>
                <a:gd name="connsiteX13" fmla="*/ 1232902 w 6959477"/>
                <a:gd name="connsiteY13" fmla="*/ 5644740 h 6857999"/>
                <a:gd name="connsiteX14" fmla="*/ 3223182 w 6959477"/>
                <a:gd name="connsiteY14" fmla="*/ 5576079 h 6857999"/>
                <a:gd name="connsiteX15" fmla="*/ 3249622 w 6959477"/>
                <a:gd name="connsiteY15" fmla="*/ 5576173 h 6857999"/>
                <a:gd name="connsiteX16" fmla="*/ 3284378 w 6959477"/>
                <a:gd name="connsiteY16" fmla="*/ 5589299 h 6857999"/>
                <a:gd name="connsiteX17" fmla="*/ 3303672 w 6959477"/>
                <a:gd name="connsiteY17" fmla="*/ 5705253 h 6857999"/>
                <a:gd name="connsiteX18" fmla="*/ 3252717 w 6959477"/>
                <a:gd name="connsiteY18" fmla="*/ 5770600 h 6857999"/>
                <a:gd name="connsiteX19" fmla="*/ 3042744 w 6959477"/>
                <a:gd name="connsiteY19" fmla="*/ 6051810 h 6857999"/>
                <a:gd name="connsiteX20" fmla="*/ 2751011 w 6959477"/>
                <a:gd name="connsiteY20" fmla="*/ 6442599 h 6857999"/>
                <a:gd name="connsiteX21" fmla="*/ 2630890 w 6959477"/>
                <a:gd name="connsiteY21" fmla="*/ 6464405 h 6857999"/>
                <a:gd name="connsiteX22" fmla="*/ 2611599 w 6959477"/>
                <a:gd name="connsiteY22" fmla="*/ 6347005 h 6857999"/>
                <a:gd name="connsiteX23" fmla="*/ 2819903 w 6959477"/>
                <a:gd name="connsiteY23" fmla="*/ 6067846 h 6857999"/>
                <a:gd name="connsiteX24" fmla="*/ 3151172 w 6959477"/>
                <a:gd name="connsiteY24" fmla="*/ 5623954 h 6857999"/>
                <a:gd name="connsiteX25" fmla="*/ 3223182 w 6959477"/>
                <a:gd name="connsiteY25" fmla="*/ 5576079 h 6857999"/>
                <a:gd name="connsiteX26" fmla="*/ 1071631 w 6959477"/>
                <a:gd name="connsiteY26" fmla="*/ 5363526 h 6857999"/>
                <a:gd name="connsiteX27" fmla="*/ 1000266 w 6959477"/>
                <a:gd name="connsiteY27" fmla="*/ 5490419 h 6857999"/>
                <a:gd name="connsiteX28" fmla="*/ 908945 w 6959477"/>
                <a:gd name="connsiteY28" fmla="*/ 5649877 h 6857999"/>
                <a:gd name="connsiteX29" fmla="*/ 915373 w 6959477"/>
                <a:gd name="connsiteY29" fmla="*/ 5654028 h 6857999"/>
                <a:gd name="connsiteX30" fmla="*/ 1148523 w 6959477"/>
                <a:gd name="connsiteY30" fmla="*/ 5498430 h 6857999"/>
                <a:gd name="connsiteX31" fmla="*/ 1071631 w 6959477"/>
                <a:gd name="connsiteY31" fmla="*/ 5363526 h 6857999"/>
                <a:gd name="connsiteX32" fmla="*/ 3048979 w 6959477"/>
                <a:gd name="connsiteY32" fmla="*/ 5112442 h 6857999"/>
                <a:gd name="connsiteX33" fmla="*/ 3129695 w 6959477"/>
                <a:gd name="connsiteY33" fmla="*/ 5194963 h 6857999"/>
                <a:gd name="connsiteX34" fmla="*/ 3049498 w 6959477"/>
                <a:gd name="connsiteY34" fmla="*/ 5276442 h 6857999"/>
                <a:gd name="connsiteX35" fmla="*/ 2700754 w 6959477"/>
                <a:gd name="connsiteY35" fmla="*/ 5276486 h 6857999"/>
                <a:gd name="connsiteX36" fmla="*/ 2613848 w 6959477"/>
                <a:gd name="connsiteY36" fmla="*/ 5139651 h 6857999"/>
                <a:gd name="connsiteX37" fmla="*/ 2689583 w 6959477"/>
                <a:gd name="connsiteY37" fmla="*/ 5113547 h 6857999"/>
                <a:gd name="connsiteX38" fmla="*/ 3048979 w 6959477"/>
                <a:gd name="connsiteY38" fmla="*/ 5112442 h 6857999"/>
                <a:gd name="connsiteX39" fmla="*/ 2033240 w 6959477"/>
                <a:gd name="connsiteY39" fmla="*/ 5007584 h 6857999"/>
                <a:gd name="connsiteX40" fmla="*/ 2406957 w 6959477"/>
                <a:gd name="connsiteY40" fmla="*/ 5007584 h 6857999"/>
                <a:gd name="connsiteX41" fmla="*/ 2406957 w 6959477"/>
                <a:gd name="connsiteY41" fmla="*/ 5383496 h 6857999"/>
                <a:gd name="connsiteX42" fmla="*/ 2033240 w 6959477"/>
                <a:gd name="connsiteY42" fmla="*/ 5383496 h 6857999"/>
                <a:gd name="connsiteX43" fmla="*/ 1289104 w 6959477"/>
                <a:gd name="connsiteY43" fmla="*/ 4984001 h 6857999"/>
                <a:gd name="connsiteX44" fmla="*/ 1190304 w 6959477"/>
                <a:gd name="connsiteY44" fmla="*/ 5156013 h 6857999"/>
                <a:gd name="connsiteX45" fmla="*/ 1195974 w 6959477"/>
                <a:gd name="connsiteY45" fmla="*/ 5238523 h 6857999"/>
                <a:gd name="connsiteX46" fmla="*/ 1288861 w 6959477"/>
                <a:gd name="connsiteY46" fmla="*/ 5405103 h 6857999"/>
                <a:gd name="connsiteX47" fmla="*/ 1604705 w 6959477"/>
                <a:gd name="connsiteY47" fmla="*/ 5194401 h 6857999"/>
                <a:gd name="connsiteX48" fmla="*/ 1289104 w 6959477"/>
                <a:gd name="connsiteY48" fmla="*/ 4984001 h 6857999"/>
                <a:gd name="connsiteX49" fmla="*/ 914721 w 6959477"/>
                <a:gd name="connsiteY49" fmla="*/ 4735026 h 6857999"/>
                <a:gd name="connsiteX50" fmla="*/ 910020 w 6959477"/>
                <a:gd name="connsiteY50" fmla="*/ 4740840 h 6857999"/>
                <a:gd name="connsiteX51" fmla="*/ 1010417 w 6959477"/>
                <a:gd name="connsiteY51" fmla="*/ 4916877 h 6857999"/>
                <a:gd name="connsiteX52" fmla="*/ 1071617 w 6959477"/>
                <a:gd name="connsiteY52" fmla="*/ 5024430 h 6857999"/>
                <a:gd name="connsiteX53" fmla="*/ 1147920 w 6959477"/>
                <a:gd name="connsiteY53" fmla="*/ 4889539 h 6857999"/>
                <a:gd name="connsiteX54" fmla="*/ 914721 w 6959477"/>
                <a:gd name="connsiteY54" fmla="*/ 4735026 h 6857999"/>
                <a:gd name="connsiteX55" fmla="*/ 0 w 6959477"/>
                <a:gd name="connsiteY55" fmla="*/ 4272756 h 6857999"/>
                <a:gd name="connsiteX56" fmla="*/ 375925 w 6959477"/>
                <a:gd name="connsiteY56" fmla="*/ 4272756 h 6857999"/>
                <a:gd name="connsiteX57" fmla="*/ 375925 w 6959477"/>
                <a:gd name="connsiteY57" fmla="*/ 4639369 h 6857999"/>
                <a:gd name="connsiteX58" fmla="*/ 0 w 6959477"/>
                <a:gd name="connsiteY58" fmla="*/ 4639369 h 6857999"/>
                <a:gd name="connsiteX59" fmla="*/ 1557441 w 6959477"/>
                <a:gd name="connsiteY59" fmla="*/ 4172478 h 6857999"/>
                <a:gd name="connsiteX60" fmla="*/ 1550735 w 6959477"/>
                <a:gd name="connsiteY60" fmla="*/ 4174927 h 6857999"/>
                <a:gd name="connsiteX61" fmla="*/ 1539907 w 6959477"/>
                <a:gd name="connsiteY61" fmla="*/ 4177763 h 6857999"/>
                <a:gd name="connsiteX62" fmla="*/ 1475412 w 6959477"/>
                <a:gd name="connsiteY62" fmla="*/ 4202362 h 6857999"/>
                <a:gd name="connsiteX63" fmla="*/ 1107802 w 6959477"/>
                <a:gd name="connsiteY63" fmla="*/ 4356087 h 6857999"/>
                <a:gd name="connsiteX64" fmla="*/ 825726 w 6959477"/>
                <a:gd name="connsiteY64" fmla="*/ 4472988 h 6857999"/>
                <a:gd name="connsiteX65" fmla="*/ 1230322 w 6959477"/>
                <a:gd name="connsiteY65" fmla="*/ 4742511 h 6857999"/>
                <a:gd name="connsiteX66" fmla="*/ 1252979 w 6959477"/>
                <a:gd name="connsiteY66" fmla="*/ 4707925 h 6857999"/>
                <a:gd name="connsiteX67" fmla="*/ 1349450 w 6959477"/>
                <a:gd name="connsiteY67" fmla="*/ 4535137 h 6857999"/>
                <a:gd name="connsiteX68" fmla="*/ 1554178 w 6959477"/>
                <a:gd name="connsiteY68" fmla="*/ 4179682 h 6857999"/>
                <a:gd name="connsiteX69" fmla="*/ 1557440 w 6959477"/>
                <a:gd name="connsiteY69" fmla="*/ 4172481 h 6857999"/>
                <a:gd name="connsiteX70" fmla="*/ 1552631 w 6959477"/>
                <a:gd name="connsiteY70" fmla="*/ 4181029 h 6857999"/>
                <a:gd name="connsiteX71" fmla="*/ 1546751 w 6959477"/>
                <a:gd name="connsiteY71" fmla="*/ 4178609 h 6857999"/>
                <a:gd name="connsiteX72" fmla="*/ 1783410 w 6959477"/>
                <a:gd name="connsiteY72" fmla="*/ 3916590 h 6857999"/>
                <a:gd name="connsiteX73" fmla="*/ 1826128 w 6959477"/>
                <a:gd name="connsiteY73" fmla="*/ 4043881 h 6857999"/>
                <a:gd name="connsiteX74" fmla="*/ 1708726 w 6959477"/>
                <a:gd name="connsiteY74" fmla="*/ 4252690 h 6857999"/>
                <a:gd name="connsiteX75" fmla="*/ 1552460 w 6959477"/>
                <a:gd name="connsiteY75" fmla="*/ 4523375 h 6857999"/>
                <a:gd name="connsiteX76" fmla="*/ 1382204 w 6959477"/>
                <a:gd name="connsiteY76" fmla="*/ 4818313 h 6857999"/>
                <a:gd name="connsiteX77" fmla="*/ 1373977 w 6959477"/>
                <a:gd name="connsiteY77" fmla="*/ 4837904 h 6857999"/>
                <a:gd name="connsiteX78" fmla="*/ 1794359 w 6959477"/>
                <a:gd name="connsiteY78" fmla="*/ 5118033 h 6857999"/>
                <a:gd name="connsiteX79" fmla="*/ 1794970 w 6959477"/>
                <a:gd name="connsiteY79" fmla="*/ 5270587 h 6857999"/>
                <a:gd name="connsiteX80" fmla="*/ 1373352 w 6959477"/>
                <a:gd name="connsiteY80" fmla="*/ 5551205 h 6857999"/>
                <a:gd name="connsiteX81" fmla="*/ 1471906 w 6959477"/>
                <a:gd name="connsiteY81" fmla="*/ 5726627 h 6857999"/>
                <a:gd name="connsiteX82" fmla="*/ 1631410 w 6959477"/>
                <a:gd name="connsiteY82" fmla="*/ 6003521 h 6857999"/>
                <a:gd name="connsiteX83" fmla="*/ 1820293 w 6959477"/>
                <a:gd name="connsiteY83" fmla="*/ 6331577 h 6857999"/>
                <a:gd name="connsiteX84" fmla="*/ 1811569 w 6959477"/>
                <a:gd name="connsiteY84" fmla="*/ 6456012 h 6857999"/>
                <a:gd name="connsiteX85" fmla="*/ 1725956 w 6959477"/>
                <a:gd name="connsiteY85" fmla="*/ 6471542 h 6857999"/>
                <a:gd name="connsiteX86" fmla="*/ 1386447 w 6959477"/>
                <a:gd name="connsiteY86" fmla="*/ 6331859 h 6857999"/>
                <a:gd name="connsiteX87" fmla="*/ 977202 w 6959477"/>
                <a:gd name="connsiteY87" fmla="*/ 6161010 h 6857999"/>
                <a:gd name="connsiteX88" fmla="*/ 615976 w 6959477"/>
                <a:gd name="connsiteY88" fmla="*/ 6010176 h 6857999"/>
                <a:gd name="connsiteX89" fmla="*/ 577817 w 6959477"/>
                <a:gd name="connsiteY89" fmla="*/ 5884296 h 6857999"/>
                <a:gd name="connsiteX90" fmla="*/ 764054 w 6959477"/>
                <a:gd name="connsiteY90" fmla="*/ 5562764 h 6857999"/>
                <a:gd name="connsiteX91" fmla="*/ 960000 w 6959477"/>
                <a:gd name="connsiteY91" fmla="*/ 5222573 h 6857999"/>
                <a:gd name="connsiteX92" fmla="*/ 974360 w 6959477"/>
                <a:gd name="connsiteY92" fmla="*/ 5191829 h 6857999"/>
                <a:gd name="connsiteX93" fmla="*/ 742965 w 6959477"/>
                <a:gd name="connsiteY93" fmla="*/ 4790502 h 6857999"/>
                <a:gd name="connsiteX94" fmla="*/ 580233 w 6959477"/>
                <a:gd name="connsiteY94" fmla="*/ 4499494 h 6857999"/>
                <a:gd name="connsiteX95" fmla="*/ 627940 w 6959477"/>
                <a:gd name="connsiteY95" fmla="*/ 4372424 h 6857999"/>
                <a:gd name="connsiteX96" fmla="*/ 1117198 w 6959477"/>
                <a:gd name="connsiteY96" fmla="*/ 4170469 h 6857999"/>
                <a:gd name="connsiteX97" fmla="*/ 1403989 w 6959477"/>
                <a:gd name="connsiteY97" fmla="*/ 4049709 h 6857999"/>
                <a:gd name="connsiteX98" fmla="*/ 1692139 w 6959477"/>
                <a:gd name="connsiteY98" fmla="*/ 3930600 h 6857999"/>
                <a:gd name="connsiteX99" fmla="*/ 1783410 w 6959477"/>
                <a:gd name="connsiteY99" fmla="*/ 3916590 h 6857999"/>
                <a:gd name="connsiteX100" fmla="*/ 2681602 w 6959477"/>
                <a:gd name="connsiteY100" fmla="*/ 3911619 h 6857999"/>
                <a:gd name="connsiteX101" fmla="*/ 2748795 w 6959477"/>
                <a:gd name="connsiteY101" fmla="*/ 3943575 h 6857999"/>
                <a:gd name="connsiteX102" fmla="*/ 2764098 w 6959477"/>
                <a:gd name="connsiteY102" fmla="*/ 3965648 h 6857999"/>
                <a:gd name="connsiteX103" fmla="*/ 2974119 w 6959477"/>
                <a:gd name="connsiteY103" fmla="*/ 4246809 h 6857999"/>
                <a:gd name="connsiteX104" fmla="*/ 3303556 w 6959477"/>
                <a:gd name="connsiteY104" fmla="*/ 4683765 h 6857999"/>
                <a:gd name="connsiteX105" fmla="*/ 3293643 w 6959477"/>
                <a:gd name="connsiteY105" fmla="*/ 4794896 h 6857999"/>
                <a:gd name="connsiteX106" fmla="*/ 3178645 w 6959477"/>
                <a:gd name="connsiteY106" fmla="*/ 4792733 h 6857999"/>
                <a:gd name="connsiteX107" fmla="*/ 3044676 w 6959477"/>
                <a:gd name="connsiteY107" fmla="*/ 4622588 h 6857999"/>
                <a:gd name="connsiteX108" fmla="*/ 2754919 w 6959477"/>
                <a:gd name="connsiteY108" fmla="*/ 4234778 h 6857999"/>
                <a:gd name="connsiteX109" fmla="*/ 2618437 w 6959477"/>
                <a:gd name="connsiteY109" fmla="*/ 4053836 h 6857999"/>
                <a:gd name="connsiteX110" fmla="*/ 2602816 w 6959477"/>
                <a:gd name="connsiteY110" fmla="*/ 3967691 h 6857999"/>
                <a:gd name="connsiteX111" fmla="*/ 2657084 w 6959477"/>
                <a:gd name="connsiteY111" fmla="*/ 3916122 h 6857999"/>
                <a:gd name="connsiteX112" fmla="*/ 2681602 w 6959477"/>
                <a:gd name="connsiteY112" fmla="*/ 3911619 h 6857999"/>
                <a:gd name="connsiteX113" fmla="*/ 2033211 w 6959477"/>
                <a:gd name="connsiteY113" fmla="*/ 3528627 h 6857999"/>
                <a:gd name="connsiteX114" fmla="*/ 2406980 w 6959477"/>
                <a:gd name="connsiteY114" fmla="*/ 3528627 h 6857999"/>
                <a:gd name="connsiteX115" fmla="*/ 2406980 w 6959477"/>
                <a:gd name="connsiteY115" fmla="*/ 3904566 h 6857999"/>
                <a:gd name="connsiteX116" fmla="*/ 2033211 w 6959477"/>
                <a:gd name="connsiteY116" fmla="*/ 3904566 h 6857999"/>
                <a:gd name="connsiteX117" fmla="*/ 6192513 w 6959477"/>
                <a:gd name="connsiteY117" fmla="*/ 3419307 h 6857999"/>
                <a:gd name="connsiteX118" fmla="*/ 6367418 w 6959477"/>
                <a:gd name="connsiteY118" fmla="*/ 3568029 h 6857999"/>
                <a:gd name="connsiteX119" fmla="*/ 6489732 w 6959477"/>
                <a:gd name="connsiteY119" fmla="*/ 3684405 h 6857999"/>
                <a:gd name="connsiteX120" fmla="*/ 6475738 w 6959477"/>
                <a:gd name="connsiteY120" fmla="*/ 3765366 h 6857999"/>
                <a:gd name="connsiteX121" fmla="*/ 6447763 w 6959477"/>
                <a:gd name="connsiteY121" fmla="*/ 3969444 h 6857999"/>
                <a:gd name="connsiteX122" fmla="*/ 6425462 w 6959477"/>
                <a:gd name="connsiteY122" fmla="*/ 4160741 h 6857999"/>
                <a:gd name="connsiteX123" fmla="*/ 6398129 w 6959477"/>
                <a:gd name="connsiteY123" fmla="*/ 4354242 h 6857999"/>
                <a:gd name="connsiteX124" fmla="*/ 6375569 w 6959477"/>
                <a:gd name="connsiteY124" fmla="*/ 4545478 h 6857999"/>
                <a:gd name="connsiteX125" fmla="*/ 6340650 w 6959477"/>
                <a:gd name="connsiteY125" fmla="*/ 4805059 h 6857999"/>
                <a:gd name="connsiteX126" fmla="*/ 6318474 w 6959477"/>
                <a:gd name="connsiteY126" fmla="*/ 4996381 h 6857999"/>
                <a:gd name="connsiteX127" fmla="*/ 6292259 w 6959477"/>
                <a:gd name="connsiteY127" fmla="*/ 5186609 h 6857999"/>
                <a:gd name="connsiteX128" fmla="*/ 6268408 w 6959477"/>
                <a:gd name="connsiteY128" fmla="*/ 5377514 h 6857999"/>
                <a:gd name="connsiteX129" fmla="*/ 6219330 w 6959477"/>
                <a:gd name="connsiteY129" fmla="*/ 5668947 h 6857999"/>
                <a:gd name="connsiteX130" fmla="*/ 5920715 w 6959477"/>
                <a:gd name="connsiteY130" fmla="*/ 5939104 h 6857999"/>
                <a:gd name="connsiteX131" fmla="*/ 5788705 w 6959477"/>
                <a:gd name="connsiteY131" fmla="*/ 5953617 h 6857999"/>
                <a:gd name="connsiteX132" fmla="*/ 3517037 w 6959477"/>
                <a:gd name="connsiteY132" fmla="*/ 5954227 h 6857999"/>
                <a:gd name="connsiteX133" fmla="*/ 3468881 w 6959477"/>
                <a:gd name="connsiteY133" fmla="*/ 5954227 h 6857999"/>
                <a:gd name="connsiteX134" fmla="*/ 3533112 w 6959477"/>
                <a:gd name="connsiteY134" fmla="*/ 5761262 h 6857999"/>
                <a:gd name="connsiteX135" fmla="*/ 3570084 w 6959477"/>
                <a:gd name="connsiteY135" fmla="*/ 5656923 h 6857999"/>
                <a:gd name="connsiteX136" fmla="*/ 3613753 w 6959477"/>
                <a:gd name="connsiteY136" fmla="*/ 5625614 h 6857999"/>
                <a:gd name="connsiteX137" fmla="*/ 5789134 w 6959477"/>
                <a:gd name="connsiteY137" fmla="*/ 5625903 h 6857999"/>
                <a:gd name="connsiteX138" fmla="*/ 5907020 w 6959477"/>
                <a:gd name="connsiteY138" fmla="*/ 5568450 h 6857999"/>
                <a:gd name="connsiteX139" fmla="*/ 5925898 w 6959477"/>
                <a:gd name="connsiteY139" fmla="*/ 5477184 h 6857999"/>
                <a:gd name="connsiteX140" fmla="*/ 5969421 w 6959477"/>
                <a:gd name="connsiteY140" fmla="*/ 5112336 h 6857999"/>
                <a:gd name="connsiteX141" fmla="*/ 6018560 w 6959477"/>
                <a:gd name="connsiteY141" fmla="*/ 4759632 h 6857999"/>
                <a:gd name="connsiteX142" fmla="*/ 6047827 w 6959477"/>
                <a:gd name="connsiteY142" fmla="*/ 4509294 h 6857999"/>
                <a:gd name="connsiteX143" fmla="*/ 6082617 w 6959477"/>
                <a:gd name="connsiteY143" fmla="*/ 4263962 h 6857999"/>
                <a:gd name="connsiteX144" fmla="*/ 6104729 w 6959477"/>
                <a:gd name="connsiteY144" fmla="*/ 4079766 h 6857999"/>
                <a:gd name="connsiteX145" fmla="*/ 6139841 w 6959477"/>
                <a:gd name="connsiteY145" fmla="*/ 3813068 h 6857999"/>
                <a:gd name="connsiteX146" fmla="*/ 6169003 w 6959477"/>
                <a:gd name="connsiteY146" fmla="*/ 3569835 h 6857999"/>
                <a:gd name="connsiteX147" fmla="*/ 6192513 w 6959477"/>
                <a:gd name="connsiteY147" fmla="*/ 3419307 h 6857999"/>
                <a:gd name="connsiteX148" fmla="*/ 4007059 w 6959477"/>
                <a:gd name="connsiteY148" fmla="*/ 961235 h 6857999"/>
                <a:gd name="connsiteX149" fmla="*/ 4148729 w 6959477"/>
                <a:gd name="connsiteY149" fmla="*/ 1004598 h 6857999"/>
                <a:gd name="connsiteX150" fmla="*/ 4299043 w 6959477"/>
                <a:gd name="connsiteY150" fmla="*/ 1314081 h 6857999"/>
                <a:gd name="connsiteX151" fmla="*/ 4185583 w 6959477"/>
                <a:gd name="connsiteY151" fmla="*/ 1227334 h 6857999"/>
                <a:gd name="connsiteX152" fmla="*/ 4119238 w 6959477"/>
                <a:gd name="connsiteY152" fmla="*/ 1168630 h 6857999"/>
                <a:gd name="connsiteX153" fmla="*/ 3934870 w 6959477"/>
                <a:gd name="connsiteY153" fmla="*/ 1170333 h 6857999"/>
                <a:gd name="connsiteX154" fmla="*/ 3871257 w 6959477"/>
                <a:gd name="connsiteY154" fmla="*/ 1341019 h 6857999"/>
                <a:gd name="connsiteX155" fmla="*/ 3955937 w 6959477"/>
                <a:gd name="connsiteY155" fmla="*/ 1452502 h 6857999"/>
                <a:gd name="connsiteX156" fmla="*/ 4085661 w 6959477"/>
                <a:gd name="connsiteY156" fmla="*/ 1570387 h 6857999"/>
                <a:gd name="connsiteX157" fmla="*/ 3900508 w 6959477"/>
                <a:gd name="connsiteY157" fmla="*/ 1575028 h 6857999"/>
                <a:gd name="connsiteX158" fmla="*/ 3680070 w 6959477"/>
                <a:gd name="connsiteY158" fmla="*/ 1343167 h 6857999"/>
                <a:gd name="connsiteX159" fmla="*/ 3773339 w 6959477"/>
                <a:gd name="connsiteY159" fmla="*/ 1040788 h 6857999"/>
                <a:gd name="connsiteX160" fmla="*/ 4007059 w 6959477"/>
                <a:gd name="connsiteY160" fmla="*/ 961235 h 6857999"/>
                <a:gd name="connsiteX161" fmla="*/ 840956 w 6959477"/>
                <a:gd name="connsiteY161" fmla="*/ 0 h 6857999"/>
                <a:gd name="connsiteX162" fmla="*/ 6959477 w 6959477"/>
                <a:gd name="connsiteY162" fmla="*/ 0 h 6857999"/>
                <a:gd name="connsiteX163" fmla="*/ 6945275 w 6959477"/>
                <a:gd name="connsiteY163" fmla="*/ 128021 h 6857999"/>
                <a:gd name="connsiteX164" fmla="*/ 6925091 w 6959477"/>
                <a:gd name="connsiteY164" fmla="*/ 269693 h 6857999"/>
                <a:gd name="connsiteX165" fmla="*/ 6897164 w 6959477"/>
                <a:gd name="connsiteY165" fmla="*/ 473823 h 6857999"/>
                <a:gd name="connsiteX166" fmla="*/ 6874905 w 6959477"/>
                <a:gd name="connsiteY166" fmla="*/ 665176 h 6857999"/>
                <a:gd name="connsiteX167" fmla="*/ 6847475 w 6959477"/>
                <a:gd name="connsiteY167" fmla="*/ 858702 h 6857999"/>
                <a:gd name="connsiteX168" fmla="*/ 6825048 w 6959477"/>
                <a:gd name="connsiteY168" fmla="*/ 1046445 h 6857999"/>
                <a:gd name="connsiteX169" fmla="*/ 6790068 w 6959477"/>
                <a:gd name="connsiteY169" fmla="*/ 1309650 h 6857999"/>
                <a:gd name="connsiteX170" fmla="*/ 6767914 w 6959477"/>
                <a:gd name="connsiteY170" fmla="*/ 1501021 h 6857999"/>
                <a:gd name="connsiteX171" fmla="*/ 6741531 w 6959477"/>
                <a:gd name="connsiteY171" fmla="*/ 1691250 h 6857999"/>
                <a:gd name="connsiteX172" fmla="*/ 6718055 w 6959477"/>
                <a:gd name="connsiteY172" fmla="*/ 1882279 h 6857999"/>
                <a:gd name="connsiteX173" fmla="*/ 6691791 w 6959477"/>
                <a:gd name="connsiteY173" fmla="*/ 2076107 h 6857999"/>
                <a:gd name="connsiteX174" fmla="*/ 6668097 w 6959477"/>
                <a:gd name="connsiteY174" fmla="*/ 2274245 h 6857999"/>
                <a:gd name="connsiteX175" fmla="*/ 6641967 w 6959477"/>
                <a:gd name="connsiteY175" fmla="*/ 2468124 h 6857999"/>
                <a:gd name="connsiteX176" fmla="*/ 6618233 w 6959477"/>
                <a:gd name="connsiteY176" fmla="*/ 2651936 h 6857999"/>
                <a:gd name="connsiteX177" fmla="*/ 6590597 w 6959477"/>
                <a:gd name="connsiteY177" fmla="*/ 2856143 h 6857999"/>
                <a:gd name="connsiteX178" fmla="*/ 6568450 w 6959477"/>
                <a:gd name="connsiteY178" fmla="*/ 3033200 h 6857999"/>
                <a:gd name="connsiteX179" fmla="*/ 6539947 w 6959477"/>
                <a:gd name="connsiteY179" fmla="*/ 3258673 h 6857999"/>
                <a:gd name="connsiteX180" fmla="*/ 6536749 w 6959477"/>
                <a:gd name="connsiteY180" fmla="*/ 3282913 h 6857999"/>
                <a:gd name="connsiteX181" fmla="*/ 6408076 w 6959477"/>
                <a:gd name="connsiteY181" fmla="*/ 3177436 h 6857999"/>
                <a:gd name="connsiteX182" fmla="*/ 6239249 w 6959477"/>
                <a:gd name="connsiteY182" fmla="*/ 3021801 h 6857999"/>
                <a:gd name="connsiteX183" fmla="*/ 6275398 w 6959477"/>
                <a:gd name="connsiteY183" fmla="*/ 2762492 h 6857999"/>
                <a:gd name="connsiteX184" fmla="*/ 6304649 w 6959477"/>
                <a:gd name="connsiteY184" fmla="*/ 2512089 h 6857999"/>
                <a:gd name="connsiteX185" fmla="*/ 6339429 w 6959477"/>
                <a:gd name="connsiteY185" fmla="*/ 2266697 h 6857999"/>
                <a:gd name="connsiteX186" fmla="*/ 6361553 w 6959477"/>
                <a:gd name="connsiteY186" fmla="*/ 2082456 h 6857999"/>
                <a:gd name="connsiteX187" fmla="*/ 6396657 w 6959477"/>
                <a:gd name="connsiteY187" fmla="*/ 1815694 h 6857999"/>
                <a:gd name="connsiteX188" fmla="*/ 6425871 w 6959477"/>
                <a:gd name="connsiteY188" fmla="*/ 1572408 h 6857999"/>
                <a:gd name="connsiteX189" fmla="*/ 6460736 w 6959477"/>
                <a:gd name="connsiteY189" fmla="*/ 1323461 h 6857999"/>
                <a:gd name="connsiteX190" fmla="*/ 6482989 w 6959477"/>
                <a:gd name="connsiteY190" fmla="*/ 1124965 h 6857999"/>
                <a:gd name="connsiteX191" fmla="*/ 6517719 w 6959477"/>
                <a:gd name="connsiteY191" fmla="*/ 876013 h 6857999"/>
                <a:gd name="connsiteX192" fmla="*/ 6540015 w 6959477"/>
                <a:gd name="connsiteY192" fmla="*/ 684655 h 6857999"/>
                <a:gd name="connsiteX193" fmla="*/ 6567455 w 6959477"/>
                <a:gd name="connsiteY193" fmla="*/ 491145 h 6857999"/>
                <a:gd name="connsiteX194" fmla="*/ 6584901 w 6959477"/>
                <a:gd name="connsiteY194" fmla="*/ 326826 h 6857999"/>
                <a:gd name="connsiteX195" fmla="*/ 1220287 w 6959477"/>
                <a:gd name="connsiteY195" fmla="*/ 326826 h 6857999"/>
                <a:gd name="connsiteX196" fmla="*/ 1246435 w 6959477"/>
                <a:gd name="connsiteY196" fmla="*/ 524928 h 6857999"/>
                <a:gd name="connsiteX197" fmla="*/ 1279819 w 6959477"/>
                <a:gd name="connsiteY197" fmla="*/ 749221 h 6857999"/>
                <a:gd name="connsiteX198" fmla="*/ 1303485 w 6959477"/>
                <a:gd name="connsiteY198" fmla="*/ 929477 h 6857999"/>
                <a:gd name="connsiteX199" fmla="*/ 1337663 w 6959477"/>
                <a:gd name="connsiteY199" fmla="*/ 1164286 h 6857999"/>
                <a:gd name="connsiteX200" fmla="*/ 1367666 w 6959477"/>
                <a:gd name="connsiteY200" fmla="*/ 1385920 h 6857999"/>
                <a:gd name="connsiteX201" fmla="*/ 1401779 w 6959477"/>
                <a:gd name="connsiteY201" fmla="*/ 1620746 h 6857999"/>
                <a:gd name="connsiteX202" fmla="*/ 1424762 w 6959477"/>
                <a:gd name="connsiteY202" fmla="*/ 1794036 h 6857999"/>
                <a:gd name="connsiteX203" fmla="*/ 1459425 w 6959477"/>
                <a:gd name="connsiteY203" fmla="*/ 2028705 h 6857999"/>
                <a:gd name="connsiteX204" fmla="*/ 1481859 w 6959477"/>
                <a:gd name="connsiteY204" fmla="*/ 2205706 h 6857999"/>
                <a:gd name="connsiteX205" fmla="*/ 1515621 w 6959477"/>
                <a:gd name="connsiteY205" fmla="*/ 2440616 h 6857999"/>
                <a:gd name="connsiteX206" fmla="*/ 1545971 w 6959477"/>
                <a:gd name="connsiteY206" fmla="*/ 2669301 h 6857999"/>
                <a:gd name="connsiteX207" fmla="*/ 1576497 w 6959477"/>
                <a:gd name="connsiteY207" fmla="*/ 2890789 h 6857999"/>
                <a:gd name="connsiteX208" fmla="*/ 1602998 w 6959477"/>
                <a:gd name="connsiteY208" fmla="*/ 3073852 h 6857999"/>
                <a:gd name="connsiteX209" fmla="*/ 1637604 w 6959477"/>
                <a:gd name="connsiteY209" fmla="*/ 3312135 h 6857999"/>
                <a:gd name="connsiteX210" fmla="*/ 1667073 w 6959477"/>
                <a:gd name="connsiteY210" fmla="*/ 3526741 h 6857999"/>
                <a:gd name="connsiteX211" fmla="*/ 1683168 w 6959477"/>
                <a:gd name="connsiteY211" fmla="*/ 3651423 h 6857999"/>
                <a:gd name="connsiteX212" fmla="*/ 1650352 w 6959477"/>
                <a:gd name="connsiteY212" fmla="*/ 3692110 h 6857999"/>
                <a:gd name="connsiteX213" fmla="*/ 1374473 w 6959477"/>
                <a:gd name="connsiteY213" fmla="*/ 3771676 h 6857999"/>
                <a:gd name="connsiteX214" fmla="*/ 840956 w 6959477"/>
                <a:gd name="connsiteY21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6959477" h="6857999">
                  <a:moveTo>
                    <a:pt x="2033302" y="6482151"/>
                  </a:moveTo>
                  <a:lnTo>
                    <a:pt x="2406889" y="6482151"/>
                  </a:lnTo>
                  <a:lnTo>
                    <a:pt x="2406889" y="6857999"/>
                  </a:lnTo>
                  <a:lnTo>
                    <a:pt x="2033302" y="6857999"/>
                  </a:lnTo>
                  <a:close/>
                  <a:moveTo>
                    <a:pt x="82" y="5749600"/>
                  </a:moveTo>
                  <a:lnTo>
                    <a:pt x="373659" y="5749600"/>
                  </a:lnTo>
                  <a:lnTo>
                    <a:pt x="373659" y="6118310"/>
                  </a:lnTo>
                  <a:lnTo>
                    <a:pt x="82" y="6118310"/>
                  </a:lnTo>
                  <a:close/>
                  <a:moveTo>
                    <a:pt x="1232902" y="5644740"/>
                  </a:moveTo>
                  <a:cubicBezTo>
                    <a:pt x="1097684" y="5734806"/>
                    <a:pt x="962599" y="5824784"/>
                    <a:pt x="827878" y="5914519"/>
                  </a:cubicBezTo>
                  <a:cubicBezTo>
                    <a:pt x="915299" y="5951800"/>
                    <a:pt x="1001257" y="5988459"/>
                    <a:pt x="1092812" y="6025564"/>
                  </a:cubicBezTo>
                  <a:cubicBezTo>
                    <a:pt x="1247444" y="6090072"/>
                    <a:pt x="1402077" y="6154580"/>
                    <a:pt x="1562482" y="6221496"/>
                  </a:cubicBezTo>
                  <a:cubicBezTo>
                    <a:pt x="1504386" y="6120469"/>
                    <a:pt x="1449982" y="6026328"/>
                    <a:pt x="1396037" y="5931924"/>
                  </a:cubicBezTo>
                  <a:cubicBezTo>
                    <a:pt x="1342105" y="5837539"/>
                    <a:pt x="1288631" y="5742891"/>
                    <a:pt x="1232902" y="5644740"/>
                  </a:cubicBezTo>
                  <a:close/>
                  <a:moveTo>
                    <a:pt x="3223182" y="5576079"/>
                  </a:moveTo>
                  <a:cubicBezTo>
                    <a:pt x="3231937" y="5574742"/>
                    <a:pt x="3240798" y="5574763"/>
                    <a:pt x="3249622" y="5576173"/>
                  </a:cubicBezTo>
                  <a:cubicBezTo>
                    <a:pt x="3261387" y="5578054"/>
                    <a:pt x="3273086" y="5582405"/>
                    <a:pt x="3284378" y="5589299"/>
                  </a:cubicBezTo>
                  <a:cubicBezTo>
                    <a:pt x="3319279" y="5610611"/>
                    <a:pt x="3323885" y="5679925"/>
                    <a:pt x="3303672" y="5705253"/>
                  </a:cubicBezTo>
                  <a:cubicBezTo>
                    <a:pt x="3286984" y="5726164"/>
                    <a:pt x="3270898" y="5747557"/>
                    <a:pt x="3252717" y="5770600"/>
                  </a:cubicBezTo>
                  <a:cubicBezTo>
                    <a:pt x="3181512" y="5865583"/>
                    <a:pt x="3112202" y="5958752"/>
                    <a:pt x="3042744" y="6051810"/>
                  </a:cubicBezTo>
                  <a:cubicBezTo>
                    <a:pt x="2945513" y="6182084"/>
                    <a:pt x="2847977" y="6312129"/>
                    <a:pt x="2751011" y="6442599"/>
                  </a:cubicBezTo>
                  <a:cubicBezTo>
                    <a:pt x="2726230" y="6475943"/>
                    <a:pt x="2663327" y="6488788"/>
                    <a:pt x="2630890" y="6464405"/>
                  </a:cubicBezTo>
                  <a:cubicBezTo>
                    <a:pt x="2604056" y="6444235"/>
                    <a:pt x="2577608" y="6392191"/>
                    <a:pt x="2611599" y="6347005"/>
                  </a:cubicBezTo>
                  <a:cubicBezTo>
                    <a:pt x="2681393" y="6254223"/>
                    <a:pt x="2750441" y="6160879"/>
                    <a:pt x="2819903" y="6067846"/>
                  </a:cubicBezTo>
                  <a:cubicBezTo>
                    <a:pt x="2930360" y="5919908"/>
                    <a:pt x="3041330" y="5772348"/>
                    <a:pt x="3151172" y="5623954"/>
                  </a:cubicBezTo>
                  <a:cubicBezTo>
                    <a:pt x="3171619" y="5596330"/>
                    <a:pt x="3196920" y="5580091"/>
                    <a:pt x="3223182" y="5576079"/>
                  </a:cubicBezTo>
                  <a:close/>
                  <a:moveTo>
                    <a:pt x="1071631" y="5363526"/>
                  </a:moveTo>
                  <a:cubicBezTo>
                    <a:pt x="1048328" y="5405297"/>
                    <a:pt x="1025821" y="5445645"/>
                    <a:pt x="1000266" y="5490419"/>
                  </a:cubicBezTo>
                  <a:cubicBezTo>
                    <a:pt x="969826" y="5543572"/>
                    <a:pt x="939385" y="5596725"/>
                    <a:pt x="908945" y="5649877"/>
                  </a:cubicBezTo>
                  <a:cubicBezTo>
                    <a:pt x="911087" y="5651261"/>
                    <a:pt x="913230" y="5652645"/>
                    <a:pt x="915373" y="5654028"/>
                  </a:cubicBezTo>
                  <a:cubicBezTo>
                    <a:pt x="992835" y="5602332"/>
                    <a:pt x="1070298" y="5550635"/>
                    <a:pt x="1148523" y="5498430"/>
                  </a:cubicBezTo>
                  <a:cubicBezTo>
                    <a:pt x="1121872" y="5451672"/>
                    <a:pt x="1096933" y="5407918"/>
                    <a:pt x="1071631" y="5363526"/>
                  </a:cubicBezTo>
                  <a:close/>
                  <a:moveTo>
                    <a:pt x="3048979" y="5112442"/>
                  </a:moveTo>
                  <a:cubicBezTo>
                    <a:pt x="3100865" y="5112497"/>
                    <a:pt x="3129754" y="5142247"/>
                    <a:pt x="3129695" y="5194963"/>
                  </a:cubicBezTo>
                  <a:cubicBezTo>
                    <a:pt x="3129639" y="5245131"/>
                    <a:pt x="3099106" y="5276385"/>
                    <a:pt x="3049498" y="5276442"/>
                  </a:cubicBezTo>
                  <a:cubicBezTo>
                    <a:pt x="2933250" y="5276578"/>
                    <a:pt x="2817002" y="5276486"/>
                    <a:pt x="2700754" y="5276486"/>
                  </a:cubicBezTo>
                  <a:cubicBezTo>
                    <a:pt x="2607494" y="5276486"/>
                    <a:pt x="2574518" y="5226467"/>
                    <a:pt x="2613848" y="5139651"/>
                  </a:cubicBezTo>
                  <a:cubicBezTo>
                    <a:pt x="2640424" y="5129257"/>
                    <a:pt x="2664848" y="5114072"/>
                    <a:pt x="2689583" y="5113547"/>
                  </a:cubicBezTo>
                  <a:cubicBezTo>
                    <a:pt x="2809335" y="5111006"/>
                    <a:pt x="2929172" y="5112315"/>
                    <a:pt x="3048979" y="5112442"/>
                  </a:cubicBezTo>
                  <a:close/>
                  <a:moveTo>
                    <a:pt x="2033240" y="5007584"/>
                  </a:moveTo>
                  <a:lnTo>
                    <a:pt x="2406957" y="5007584"/>
                  </a:lnTo>
                  <a:lnTo>
                    <a:pt x="2406957" y="5383496"/>
                  </a:lnTo>
                  <a:lnTo>
                    <a:pt x="2033240" y="5383496"/>
                  </a:lnTo>
                  <a:close/>
                  <a:moveTo>
                    <a:pt x="1289104" y="4984001"/>
                  </a:moveTo>
                  <a:cubicBezTo>
                    <a:pt x="1256168" y="5042127"/>
                    <a:pt x="1226171" y="5100983"/>
                    <a:pt x="1190304" y="5156013"/>
                  </a:cubicBezTo>
                  <a:cubicBezTo>
                    <a:pt x="1170777" y="5185973"/>
                    <a:pt x="1167198" y="5208835"/>
                    <a:pt x="1195974" y="5238523"/>
                  </a:cubicBezTo>
                  <a:cubicBezTo>
                    <a:pt x="1226877" y="5293943"/>
                    <a:pt x="1257780" y="5349363"/>
                    <a:pt x="1288861" y="5405103"/>
                  </a:cubicBezTo>
                  <a:cubicBezTo>
                    <a:pt x="1395406" y="5334026"/>
                    <a:pt x="1499054" y="5264882"/>
                    <a:pt x="1604705" y="5194401"/>
                  </a:cubicBezTo>
                  <a:cubicBezTo>
                    <a:pt x="1498831" y="5123818"/>
                    <a:pt x="1395199" y="5054730"/>
                    <a:pt x="1289104" y="4984001"/>
                  </a:cubicBezTo>
                  <a:close/>
                  <a:moveTo>
                    <a:pt x="914721" y="4735026"/>
                  </a:moveTo>
                  <a:cubicBezTo>
                    <a:pt x="913153" y="4736964"/>
                    <a:pt x="911587" y="4738902"/>
                    <a:pt x="910020" y="4740840"/>
                  </a:cubicBezTo>
                  <a:cubicBezTo>
                    <a:pt x="942415" y="4798082"/>
                    <a:pt x="974811" y="4855325"/>
                    <a:pt x="1010417" y="4916877"/>
                  </a:cubicBezTo>
                  <a:cubicBezTo>
                    <a:pt x="1030825" y="4952742"/>
                    <a:pt x="1051234" y="4988608"/>
                    <a:pt x="1071617" y="5024430"/>
                  </a:cubicBezTo>
                  <a:cubicBezTo>
                    <a:pt x="1097163" y="4979271"/>
                    <a:pt x="1122573" y="4934349"/>
                    <a:pt x="1147920" y="4889539"/>
                  </a:cubicBezTo>
                  <a:cubicBezTo>
                    <a:pt x="1068258" y="4836757"/>
                    <a:pt x="991489" y="4785891"/>
                    <a:pt x="914721" y="4735026"/>
                  </a:cubicBezTo>
                  <a:close/>
                  <a:moveTo>
                    <a:pt x="0" y="4272756"/>
                  </a:moveTo>
                  <a:lnTo>
                    <a:pt x="375925" y="4272756"/>
                  </a:lnTo>
                  <a:lnTo>
                    <a:pt x="375925" y="4639369"/>
                  </a:lnTo>
                  <a:lnTo>
                    <a:pt x="0" y="4639369"/>
                  </a:lnTo>
                  <a:close/>
                  <a:moveTo>
                    <a:pt x="1557441" y="4172478"/>
                  </a:moveTo>
                  <a:lnTo>
                    <a:pt x="1550735" y="4174927"/>
                  </a:lnTo>
                  <a:cubicBezTo>
                    <a:pt x="1548041" y="4175787"/>
                    <a:pt x="1544661" y="4176710"/>
                    <a:pt x="1539907" y="4177763"/>
                  </a:cubicBezTo>
                  <a:cubicBezTo>
                    <a:pt x="1518395" y="4185930"/>
                    <a:pt x="1496641" y="4193514"/>
                    <a:pt x="1475412" y="4202362"/>
                  </a:cubicBezTo>
                  <a:cubicBezTo>
                    <a:pt x="1352813" y="4253452"/>
                    <a:pt x="1230392" y="4304974"/>
                    <a:pt x="1107802" y="4356087"/>
                  </a:cubicBezTo>
                  <a:cubicBezTo>
                    <a:pt x="1014476" y="4395001"/>
                    <a:pt x="920988" y="4433525"/>
                    <a:pt x="825726" y="4472988"/>
                  </a:cubicBezTo>
                  <a:cubicBezTo>
                    <a:pt x="961456" y="4563406"/>
                    <a:pt x="1094998" y="4652364"/>
                    <a:pt x="1230322" y="4742511"/>
                  </a:cubicBezTo>
                  <a:cubicBezTo>
                    <a:pt x="1239102" y="4729200"/>
                    <a:pt x="1246768" y="4718972"/>
                    <a:pt x="1252979" y="4707925"/>
                  </a:cubicBezTo>
                  <a:cubicBezTo>
                    <a:pt x="1285311" y="4650427"/>
                    <a:pt x="1316847" y="4592478"/>
                    <a:pt x="1349450" y="4535137"/>
                  </a:cubicBezTo>
                  <a:cubicBezTo>
                    <a:pt x="1416396" y="4417398"/>
                    <a:pt x="1483843" y="4299945"/>
                    <a:pt x="1554178" y="4179682"/>
                  </a:cubicBezTo>
                  <a:lnTo>
                    <a:pt x="1557440" y="4172481"/>
                  </a:lnTo>
                  <a:lnTo>
                    <a:pt x="1552631" y="4181029"/>
                  </a:lnTo>
                  <a:cubicBezTo>
                    <a:pt x="1550090" y="4181574"/>
                    <a:pt x="1549095" y="4180772"/>
                    <a:pt x="1546751" y="4178609"/>
                  </a:cubicBezTo>
                  <a:close/>
                  <a:moveTo>
                    <a:pt x="1783410" y="3916590"/>
                  </a:moveTo>
                  <a:cubicBezTo>
                    <a:pt x="1835171" y="3924740"/>
                    <a:pt x="1855345" y="3990887"/>
                    <a:pt x="1826128" y="4043881"/>
                  </a:cubicBezTo>
                  <a:cubicBezTo>
                    <a:pt x="1787577" y="4113806"/>
                    <a:pt x="1748367" y="4183376"/>
                    <a:pt x="1708726" y="4252690"/>
                  </a:cubicBezTo>
                  <a:cubicBezTo>
                    <a:pt x="1657004" y="4343128"/>
                    <a:pt x="1604579" y="4433164"/>
                    <a:pt x="1552460" y="4523375"/>
                  </a:cubicBezTo>
                  <a:cubicBezTo>
                    <a:pt x="1495672" y="4621667"/>
                    <a:pt x="1438851" y="4719941"/>
                    <a:pt x="1382204" y="4818313"/>
                  </a:cubicBezTo>
                  <a:cubicBezTo>
                    <a:pt x="1378875" y="4824093"/>
                    <a:pt x="1376963" y="4830688"/>
                    <a:pt x="1373977" y="4837904"/>
                  </a:cubicBezTo>
                  <a:cubicBezTo>
                    <a:pt x="1514554" y="4932145"/>
                    <a:pt x="1652546" y="5028102"/>
                    <a:pt x="1794359" y="5118033"/>
                  </a:cubicBezTo>
                  <a:cubicBezTo>
                    <a:pt x="1851583" y="5154323"/>
                    <a:pt x="1852318" y="5234036"/>
                    <a:pt x="1794970" y="5270587"/>
                  </a:cubicBezTo>
                  <a:cubicBezTo>
                    <a:pt x="1653354" y="5360844"/>
                    <a:pt x="1515094" y="5456369"/>
                    <a:pt x="1373352" y="5551205"/>
                  </a:cubicBezTo>
                  <a:cubicBezTo>
                    <a:pt x="1406500" y="5610278"/>
                    <a:pt x="1438778" y="5668696"/>
                    <a:pt x="1471906" y="5726627"/>
                  </a:cubicBezTo>
                  <a:cubicBezTo>
                    <a:pt x="1524782" y="5819091"/>
                    <a:pt x="1578296" y="5911192"/>
                    <a:pt x="1631410" y="6003521"/>
                  </a:cubicBezTo>
                  <a:cubicBezTo>
                    <a:pt x="1694330" y="6112898"/>
                    <a:pt x="1756386" y="6222780"/>
                    <a:pt x="1820293" y="6331577"/>
                  </a:cubicBezTo>
                  <a:cubicBezTo>
                    <a:pt x="1847608" y="6378079"/>
                    <a:pt x="1845377" y="6422613"/>
                    <a:pt x="1811569" y="6456012"/>
                  </a:cubicBezTo>
                  <a:cubicBezTo>
                    <a:pt x="1785907" y="6481365"/>
                    <a:pt x="1753439" y="6482217"/>
                    <a:pt x="1725956" y="6471542"/>
                  </a:cubicBezTo>
                  <a:cubicBezTo>
                    <a:pt x="1611910" y="6427238"/>
                    <a:pt x="1499420" y="6378917"/>
                    <a:pt x="1386447" y="6331859"/>
                  </a:cubicBezTo>
                  <a:cubicBezTo>
                    <a:pt x="1249989" y="6275016"/>
                    <a:pt x="1113639" y="6217905"/>
                    <a:pt x="977202" y="6161010"/>
                  </a:cubicBezTo>
                  <a:cubicBezTo>
                    <a:pt x="856769" y="6110787"/>
                    <a:pt x="735966" y="6061433"/>
                    <a:pt x="615976" y="6010176"/>
                  </a:cubicBezTo>
                  <a:cubicBezTo>
                    <a:pt x="570428" y="5990718"/>
                    <a:pt x="553193" y="5926430"/>
                    <a:pt x="577817" y="5884296"/>
                  </a:cubicBezTo>
                  <a:cubicBezTo>
                    <a:pt x="640311" y="5777361"/>
                    <a:pt x="702118" y="5670024"/>
                    <a:pt x="764054" y="5562764"/>
                  </a:cubicBezTo>
                  <a:cubicBezTo>
                    <a:pt x="829492" y="5449438"/>
                    <a:pt x="894817" y="5336046"/>
                    <a:pt x="960000" y="5222573"/>
                  </a:cubicBezTo>
                  <a:cubicBezTo>
                    <a:pt x="965183" y="5213552"/>
                    <a:pt x="968877" y="5203676"/>
                    <a:pt x="974360" y="5191829"/>
                  </a:cubicBezTo>
                  <a:cubicBezTo>
                    <a:pt x="897885" y="5059310"/>
                    <a:pt x="819888" y="4925213"/>
                    <a:pt x="742965" y="4790502"/>
                  </a:cubicBezTo>
                  <a:cubicBezTo>
                    <a:pt x="687856" y="4693989"/>
                    <a:pt x="633256" y="4597161"/>
                    <a:pt x="580233" y="4499494"/>
                  </a:cubicBezTo>
                  <a:cubicBezTo>
                    <a:pt x="549729" y="4443305"/>
                    <a:pt x="568815" y="4396877"/>
                    <a:pt x="627940" y="4372424"/>
                  </a:cubicBezTo>
                  <a:cubicBezTo>
                    <a:pt x="790157" y="4305334"/>
                    <a:pt x="952254" y="4237956"/>
                    <a:pt x="1117198" y="4170469"/>
                  </a:cubicBezTo>
                  <a:cubicBezTo>
                    <a:pt x="1214650" y="4130043"/>
                    <a:pt x="1309199" y="4089590"/>
                    <a:pt x="1403989" y="4049709"/>
                  </a:cubicBezTo>
                  <a:cubicBezTo>
                    <a:pt x="1499793" y="4009401"/>
                    <a:pt x="1595259" y="3968168"/>
                    <a:pt x="1692139" y="3930600"/>
                  </a:cubicBezTo>
                  <a:cubicBezTo>
                    <a:pt x="1720430" y="3919629"/>
                    <a:pt x="1754275" y="3912002"/>
                    <a:pt x="1783410" y="3916590"/>
                  </a:cubicBezTo>
                  <a:close/>
                  <a:moveTo>
                    <a:pt x="2681602" y="3911619"/>
                  </a:moveTo>
                  <a:cubicBezTo>
                    <a:pt x="2706500" y="3909942"/>
                    <a:pt x="2731628" y="3917707"/>
                    <a:pt x="2748795" y="3943575"/>
                  </a:cubicBezTo>
                  <a:cubicBezTo>
                    <a:pt x="2753267" y="3950317"/>
                    <a:pt x="2757767" y="3957042"/>
                    <a:pt x="2764098" y="3965648"/>
                  </a:cubicBezTo>
                  <a:cubicBezTo>
                    <a:pt x="2835309" y="4060637"/>
                    <a:pt x="2904361" y="4153988"/>
                    <a:pt x="2974119" y="4246809"/>
                  </a:cubicBezTo>
                  <a:cubicBezTo>
                    <a:pt x="3083705" y="4392631"/>
                    <a:pt x="3193844" y="4538037"/>
                    <a:pt x="3303556" y="4683765"/>
                  </a:cubicBezTo>
                  <a:cubicBezTo>
                    <a:pt x="3323723" y="4710552"/>
                    <a:pt x="3317736" y="4772831"/>
                    <a:pt x="3293643" y="4794896"/>
                  </a:cubicBezTo>
                  <a:cubicBezTo>
                    <a:pt x="3265150" y="4820992"/>
                    <a:pt x="3204047" y="4822630"/>
                    <a:pt x="3178645" y="4792733"/>
                  </a:cubicBezTo>
                  <a:cubicBezTo>
                    <a:pt x="3131934" y="4737757"/>
                    <a:pt x="3088105" y="4680247"/>
                    <a:pt x="3044676" y="4622588"/>
                  </a:cubicBezTo>
                  <a:cubicBezTo>
                    <a:pt x="2947589" y="4493695"/>
                    <a:pt x="2851634" y="4363951"/>
                    <a:pt x="2754919" y="4234778"/>
                  </a:cubicBezTo>
                  <a:cubicBezTo>
                    <a:pt x="2709637" y="4174302"/>
                    <a:pt x="2662753" y="4115003"/>
                    <a:pt x="2618437" y="4053836"/>
                  </a:cubicBezTo>
                  <a:cubicBezTo>
                    <a:pt x="2600169" y="4028623"/>
                    <a:pt x="2583957" y="3998078"/>
                    <a:pt x="2602816" y="3967691"/>
                  </a:cubicBezTo>
                  <a:cubicBezTo>
                    <a:pt x="2615812" y="3946749"/>
                    <a:pt x="2635531" y="3922460"/>
                    <a:pt x="2657084" y="3916122"/>
                  </a:cubicBezTo>
                  <a:cubicBezTo>
                    <a:pt x="2665029" y="3913786"/>
                    <a:pt x="2673302" y="3912178"/>
                    <a:pt x="2681602" y="3911619"/>
                  </a:cubicBezTo>
                  <a:close/>
                  <a:moveTo>
                    <a:pt x="2033211" y="3528627"/>
                  </a:moveTo>
                  <a:lnTo>
                    <a:pt x="2406980" y="3528627"/>
                  </a:lnTo>
                  <a:lnTo>
                    <a:pt x="2406980" y="3904566"/>
                  </a:lnTo>
                  <a:lnTo>
                    <a:pt x="2033211" y="3904566"/>
                  </a:lnTo>
                  <a:close/>
                  <a:moveTo>
                    <a:pt x="6192513" y="3419307"/>
                  </a:moveTo>
                  <a:cubicBezTo>
                    <a:pt x="6252365" y="3467282"/>
                    <a:pt x="6310636" y="3516830"/>
                    <a:pt x="6367418" y="3568029"/>
                  </a:cubicBezTo>
                  <a:cubicBezTo>
                    <a:pt x="6409199" y="3605702"/>
                    <a:pt x="6449031" y="3645535"/>
                    <a:pt x="6489732" y="3684405"/>
                  </a:cubicBezTo>
                  <a:cubicBezTo>
                    <a:pt x="6485021" y="3711387"/>
                    <a:pt x="6479622" y="3738267"/>
                    <a:pt x="6475738" y="3765366"/>
                  </a:cubicBezTo>
                  <a:cubicBezTo>
                    <a:pt x="6465994" y="3833333"/>
                    <a:pt x="6456386" y="3901330"/>
                    <a:pt x="6447763" y="3969444"/>
                  </a:cubicBezTo>
                  <a:cubicBezTo>
                    <a:pt x="6439701" y="4033131"/>
                    <a:pt x="6433684" y="4097077"/>
                    <a:pt x="6425462" y="4160741"/>
                  </a:cubicBezTo>
                  <a:cubicBezTo>
                    <a:pt x="6417119" y="4225340"/>
                    <a:pt x="6406518" y="4289647"/>
                    <a:pt x="6398129" y="4354242"/>
                  </a:cubicBezTo>
                  <a:cubicBezTo>
                    <a:pt x="6389861" y="4417891"/>
                    <a:pt x="6383754" y="4481818"/>
                    <a:pt x="6375569" y="4545478"/>
                  </a:cubicBezTo>
                  <a:cubicBezTo>
                    <a:pt x="6364435" y="4632070"/>
                    <a:pt x="6351720" y="4718458"/>
                    <a:pt x="6340650" y="4805059"/>
                  </a:cubicBezTo>
                  <a:cubicBezTo>
                    <a:pt x="6332511" y="4868737"/>
                    <a:pt x="6326541" y="4932692"/>
                    <a:pt x="6318474" y="4996381"/>
                  </a:cubicBezTo>
                  <a:cubicBezTo>
                    <a:pt x="6310432" y="5059879"/>
                    <a:pt x="6300575" y="5123144"/>
                    <a:pt x="6292259" y="5186609"/>
                  </a:cubicBezTo>
                  <a:cubicBezTo>
                    <a:pt x="6283930" y="5250196"/>
                    <a:pt x="6277822" y="5314096"/>
                    <a:pt x="6268408" y="5377514"/>
                  </a:cubicBezTo>
                  <a:cubicBezTo>
                    <a:pt x="6253925" y="5475071"/>
                    <a:pt x="6248236" y="5575675"/>
                    <a:pt x="6219330" y="5668947"/>
                  </a:cubicBezTo>
                  <a:cubicBezTo>
                    <a:pt x="6174594" y="5813294"/>
                    <a:pt x="6068849" y="5903879"/>
                    <a:pt x="5920715" y="5939104"/>
                  </a:cubicBezTo>
                  <a:cubicBezTo>
                    <a:pt x="5877932" y="5949277"/>
                    <a:pt x="5832779" y="5953567"/>
                    <a:pt x="5788705" y="5953617"/>
                  </a:cubicBezTo>
                  <a:cubicBezTo>
                    <a:pt x="5031484" y="5954466"/>
                    <a:pt x="4274261" y="5954227"/>
                    <a:pt x="3517037" y="5954227"/>
                  </a:cubicBezTo>
                  <a:cubicBezTo>
                    <a:pt x="3502889" y="5954227"/>
                    <a:pt x="3488741" y="5954227"/>
                    <a:pt x="3468881" y="5954227"/>
                  </a:cubicBezTo>
                  <a:cubicBezTo>
                    <a:pt x="3491076" y="5887382"/>
                    <a:pt x="3511651" y="5824170"/>
                    <a:pt x="3533112" y="5761262"/>
                  </a:cubicBezTo>
                  <a:cubicBezTo>
                    <a:pt x="3545038" y="5726306"/>
                    <a:pt x="3561818" y="5692636"/>
                    <a:pt x="3570084" y="5656923"/>
                  </a:cubicBezTo>
                  <a:cubicBezTo>
                    <a:pt x="3576419" y="5629548"/>
                    <a:pt x="3589412" y="5625596"/>
                    <a:pt x="3613753" y="5625614"/>
                  </a:cubicBezTo>
                  <a:cubicBezTo>
                    <a:pt x="4338881" y="5626160"/>
                    <a:pt x="5064008" y="5626126"/>
                    <a:pt x="5789134" y="5625903"/>
                  </a:cubicBezTo>
                  <a:cubicBezTo>
                    <a:pt x="5837368" y="5625889"/>
                    <a:pt x="5884841" y="5617090"/>
                    <a:pt x="5907020" y="5568450"/>
                  </a:cubicBezTo>
                  <a:cubicBezTo>
                    <a:pt x="5919600" y="5540858"/>
                    <a:pt x="5922066" y="5508042"/>
                    <a:pt x="5925898" y="5477184"/>
                  </a:cubicBezTo>
                  <a:cubicBezTo>
                    <a:pt x="5940990" y="5355640"/>
                    <a:pt x="5953762" y="5233802"/>
                    <a:pt x="5969421" y="5112336"/>
                  </a:cubicBezTo>
                  <a:cubicBezTo>
                    <a:pt x="5984597" y="4994613"/>
                    <a:pt x="6003053" y="4877314"/>
                    <a:pt x="6018560" y="4759632"/>
                  </a:cubicBezTo>
                  <a:cubicBezTo>
                    <a:pt x="6029533" y="4676347"/>
                    <a:pt x="6037081" y="4592612"/>
                    <a:pt x="6047827" y="4509294"/>
                  </a:cubicBezTo>
                  <a:cubicBezTo>
                    <a:pt x="6058392" y="4427384"/>
                    <a:pt x="6071633" y="4345823"/>
                    <a:pt x="6082617" y="4263962"/>
                  </a:cubicBezTo>
                  <a:cubicBezTo>
                    <a:pt x="6090843" y="4202678"/>
                    <a:pt x="6096893" y="4141104"/>
                    <a:pt x="6104729" y="4079766"/>
                  </a:cubicBezTo>
                  <a:cubicBezTo>
                    <a:pt x="6116088" y="3990822"/>
                    <a:pt x="6128616" y="3902027"/>
                    <a:pt x="6139841" y="3813068"/>
                  </a:cubicBezTo>
                  <a:cubicBezTo>
                    <a:pt x="6150063" y="3732053"/>
                    <a:pt x="6158767" y="3650847"/>
                    <a:pt x="6169003" y="3569835"/>
                  </a:cubicBezTo>
                  <a:cubicBezTo>
                    <a:pt x="6175260" y="3520313"/>
                    <a:pt x="6183142" y="3470995"/>
                    <a:pt x="6192513" y="3419307"/>
                  </a:cubicBezTo>
                  <a:close/>
                  <a:moveTo>
                    <a:pt x="4007059" y="961235"/>
                  </a:moveTo>
                  <a:cubicBezTo>
                    <a:pt x="4058291" y="964083"/>
                    <a:pt x="4108028" y="978406"/>
                    <a:pt x="4148729" y="1004598"/>
                  </a:cubicBezTo>
                  <a:cubicBezTo>
                    <a:pt x="4261631" y="1077256"/>
                    <a:pt x="4306408" y="1180571"/>
                    <a:pt x="4299043" y="1314081"/>
                  </a:cubicBezTo>
                  <a:cubicBezTo>
                    <a:pt x="4260844" y="1287436"/>
                    <a:pt x="4222762" y="1257932"/>
                    <a:pt x="4185583" y="1227334"/>
                  </a:cubicBezTo>
                  <a:cubicBezTo>
                    <a:pt x="4162796" y="1208581"/>
                    <a:pt x="4141981" y="1187439"/>
                    <a:pt x="4119238" y="1168630"/>
                  </a:cubicBezTo>
                  <a:cubicBezTo>
                    <a:pt x="4078625" y="1135045"/>
                    <a:pt x="3983947" y="1136393"/>
                    <a:pt x="3934870" y="1170333"/>
                  </a:cubicBezTo>
                  <a:cubicBezTo>
                    <a:pt x="3877881" y="1209742"/>
                    <a:pt x="3852736" y="1280810"/>
                    <a:pt x="3871257" y="1341019"/>
                  </a:cubicBezTo>
                  <a:cubicBezTo>
                    <a:pt x="3886073" y="1389185"/>
                    <a:pt x="3920176" y="1420981"/>
                    <a:pt x="3955937" y="1452502"/>
                  </a:cubicBezTo>
                  <a:cubicBezTo>
                    <a:pt x="3999287" y="1490710"/>
                    <a:pt x="4042126" y="1529498"/>
                    <a:pt x="4085661" y="1570387"/>
                  </a:cubicBezTo>
                  <a:cubicBezTo>
                    <a:pt x="4024463" y="1588771"/>
                    <a:pt x="3963743" y="1593867"/>
                    <a:pt x="3900508" y="1575028"/>
                  </a:cubicBezTo>
                  <a:cubicBezTo>
                    <a:pt x="3781489" y="1539571"/>
                    <a:pt x="3707401" y="1461954"/>
                    <a:pt x="3680070" y="1343167"/>
                  </a:cubicBezTo>
                  <a:cubicBezTo>
                    <a:pt x="3653179" y="1226288"/>
                    <a:pt x="3687129" y="1124622"/>
                    <a:pt x="3773339" y="1040788"/>
                  </a:cubicBezTo>
                  <a:cubicBezTo>
                    <a:pt x="3832130" y="983615"/>
                    <a:pt x="3921672" y="956488"/>
                    <a:pt x="4007059" y="961235"/>
                  </a:cubicBezTo>
                  <a:close/>
                  <a:moveTo>
                    <a:pt x="840956" y="0"/>
                  </a:moveTo>
                  <a:cubicBezTo>
                    <a:pt x="2879770" y="0"/>
                    <a:pt x="4919030" y="0"/>
                    <a:pt x="6959477" y="0"/>
                  </a:cubicBezTo>
                  <a:cubicBezTo>
                    <a:pt x="6954772" y="42921"/>
                    <a:pt x="6950727" y="85561"/>
                    <a:pt x="6945275" y="128021"/>
                  </a:cubicBezTo>
                  <a:cubicBezTo>
                    <a:pt x="6939201" y="175330"/>
                    <a:pt x="6931689" y="222451"/>
                    <a:pt x="6925091" y="269693"/>
                  </a:cubicBezTo>
                  <a:cubicBezTo>
                    <a:pt x="6915591" y="337711"/>
                    <a:pt x="6905788" y="405693"/>
                    <a:pt x="6897164" y="473823"/>
                  </a:cubicBezTo>
                  <a:cubicBezTo>
                    <a:pt x="6889101" y="537527"/>
                    <a:pt x="6883133" y="601497"/>
                    <a:pt x="6874905" y="665176"/>
                  </a:cubicBezTo>
                  <a:cubicBezTo>
                    <a:pt x="6866556" y="729788"/>
                    <a:pt x="6855946" y="794105"/>
                    <a:pt x="6847475" y="858702"/>
                  </a:cubicBezTo>
                  <a:cubicBezTo>
                    <a:pt x="6839280" y="921189"/>
                    <a:pt x="6833066" y="983933"/>
                    <a:pt x="6825048" y="1046445"/>
                  </a:cubicBezTo>
                  <a:cubicBezTo>
                    <a:pt x="6813789" y="1134232"/>
                    <a:pt x="6801197" y="1221848"/>
                    <a:pt x="6790068" y="1309650"/>
                  </a:cubicBezTo>
                  <a:cubicBezTo>
                    <a:pt x="6781993" y="1373352"/>
                    <a:pt x="6776010" y="1437320"/>
                    <a:pt x="6767914" y="1501021"/>
                  </a:cubicBezTo>
                  <a:cubicBezTo>
                    <a:pt x="6759843" y="1564522"/>
                    <a:pt x="6749844" y="1627776"/>
                    <a:pt x="6741531" y="1691250"/>
                  </a:cubicBezTo>
                  <a:cubicBezTo>
                    <a:pt x="6733199" y="1754859"/>
                    <a:pt x="6726283" y="1818654"/>
                    <a:pt x="6718055" y="1882279"/>
                  </a:cubicBezTo>
                  <a:cubicBezTo>
                    <a:pt x="6709694" y="1946939"/>
                    <a:pt x="6700027" y="2011431"/>
                    <a:pt x="6691791" y="2076107"/>
                  </a:cubicBezTo>
                  <a:cubicBezTo>
                    <a:pt x="6683391" y="2142088"/>
                    <a:pt x="6676465" y="2208258"/>
                    <a:pt x="6668097" y="2274245"/>
                  </a:cubicBezTo>
                  <a:cubicBezTo>
                    <a:pt x="6659893" y="2338936"/>
                    <a:pt x="6650519" y="2403476"/>
                    <a:pt x="6641967" y="2468124"/>
                  </a:cubicBezTo>
                  <a:cubicBezTo>
                    <a:pt x="6633865" y="2529370"/>
                    <a:pt x="6626355" y="2590693"/>
                    <a:pt x="6618233" y="2651936"/>
                  </a:cubicBezTo>
                  <a:cubicBezTo>
                    <a:pt x="6609203" y="2720028"/>
                    <a:pt x="6599519" y="2788035"/>
                    <a:pt x="6590597" y="2856143"/>
                  </a:cubicBezTo>
                  <a:cubicBezTo>
                    <a:pt x="6582873" y="2915117"/>
                    <a:pt x="6575889" y="2974188"/>
                    <a:pt x="6568450" y="3033200"/>
                  </a:cubicBezTo>
                  <a:cubicBezTo>
                    <a:pt x="6558977" y="3108362"/>
                    <a:pt x="6549316" y="3183498"/>
                    <a:pt x="6539947" y="3258673"/>
                  </a:cubicBezTo>
                  <a:cubicBezTo>
                    <a:pt x="6539071" y="3265701"/>
                    <a:pt x="6539717" y="3272919"/>
                    <a:pt x="6536749" y="3282913"/>
                  </a:cubicBezTo>
                  <a:cubicBezTo>
                    <a:pt x="6491865" y="3249727"/>
                    <a:pt x="6449195" y="3214444"/>
                    <a:pt x="6408076" y="3177436"/>
                  </a:cubicBezTo>
                  <a:cubicBezTo>
                    <a:pt x="6351189" y="3126237"/>
                    <a:pt x="6295469" y="3073740"/>
                    <a:pt x="6239249" y="3021801"/>
                  </a:cubicBezTo>
                  <a:cubicBezTo>
                    <a:pt x="6251377" y="2935375"/>
                    <a:pt x="6264319" y="2849052"/>
                    <a:pt x="6275398" y="2762492"/>
                  </a:cubicBezTo>
                  <a:cubicBezTo>
                    <a:pt x="6286065" y="2679142"/>
                    <a:pt x="6293902" y="2595428"/>
                    <a:pt x="6304649" y="2512089"/>
                  </a:cubicBezTo>
                  <a:cubicBezTo>
                    <a:pt x="6315215" y="2430160"/>
                    <a:pt x="6328445" y="2348578"/>
                    <a:pt x="6339429" y="2266697"/>
                  </a:cubicBezTo>
                  <a:cubicBezTo>
                    <a:pt x="6347653" y="2205398"/>
                    <a:pt x="6353719" y="2143811"/>
                    <a:pt x="6361553" y="2082456"/>
                  </a:cubicBezTo>
                  <a:cubicBezTo>
                    <a:pt x="6372915" y="1993491"/>
                    <a:pt x="6385432" y="1904675"/>
                    <a:pt x="6396657" y="1815694"/>
                  </a:cubicBezTo>
                  <a:cubicBezTo>
                    <a:pt x="6406879" y="1734659"/>
                    <a:pt x="6415297" y="1653394"/>
                    <a:pt x="6425871" y="1572408"/>
                  </a:cubicBezTo>
                  <a:cubicBezTo>
                    <a:pt x="6436719" y="1489324"/>
                    <a:pt x="6450020" y="1406560"/>
                    <a:pt x="6460736" y="1323461"/>
                  </a:cubicBezTo>
                  <a:cubicBezTo>
                    <a:pt x="6469251" y="1257437"/>
                    <a:pt x="6474495" y="1190992"/>
                    <a:pt x="6482989" y="1124965"/>
                  </a:cubicBezTo>
                  <a:cubicBezTo>
                    <a:pt x="6493679" y="1041868"/>
                    <a:pt x="6506838" y="959088"/>
                    <a:pt x="6517719" y="876013"/>
                  </a:cubicBezTo>
                  <a:cubicBezTo>
                    <a:pt x="6526059" y="812347"/>
                    <a:pt x="6531773" y="748336"/>
                    <a:pt x="6540015" y="684655"/>
                  </a:cubicBezTo>
                  <a:cubicBezTo>
                    <a:pt x="6548377" y="620050"/>
                    <a:pt x="6559225" y="555765"/>
                    <a:pt x="6567455" y="491145"/>
                  </a:cubicBezTo>
                  <a:cubicBezTo>
                    <a:pt x="6574387" y="436730"/>
                    <a:pt x="6579125" y="382038"/>
                    <a:pt x="6584901" y="326826"/>
                  </a:cubicBezTo>
                  <a:cubicBezTo>
                    <a:pt x="4797907" y="326826"/>
                    <a:pt x="3008737" y="326826"/>
                    <a:pt x="1220287" y="326826"/>
                  </a:cubicBezTo>
                  <a:cubicBezTo>
                    <a:pt x="1229069" y="393732"/>
                    <a:pt x="1237146" y="459417"/>
                    <a:pt x="1246435" y="524928"/>
                  </a:cubicBezTo>
                  <a:cubicBezTo>
                    <a:pt x="1257047" y="599766"/>
                    <a:pt x="1269197" y="674385"/>
                    <a:pt x="1279819" y="749221"/>
                  </a:cubicBezTo>
                  <a:cubicBezTo>
                    <a:pt x="1288334" y="809217"/>
                    <a:pt x="1295077" y="869463"/>
                    <a:pt x="1303485" y="929477"/>
                  </a:cubicBezTo>
                  <a:cubicBezTo>
                    <a:pt x="1314457" y="1007805"/>
                    <a:pt x="1326634" y="1085965"/>
                    <a:pt x="1337663" y="1164286"/>
                  </a:cubicBezTo>
                  <a:cubicBezTo>
                    <a:pt x="1348058" y="1238107"/>
                    <a:pt x="1357286" y="1312095"/>
                    <a:pt x="1367666" y="1385920"/>
                  </a:cubicBezTo>
                  <a:cubicBezTo>
                    <a:pt x="1378680" y="1464246"/>
                    <a:pt x="1390761" y="1542421"/>
                    <a:pt x="1401779" y="1620746"/>
                  </a:cubicBezTo>
                  <a:cubicBezTo>
                    <a:pt x="1409895" y="1678445"/>
                    <a:pt x="1416542" y="1736352"/>
                    <a:pt x="1424762" y="1794036"/>
                  </a:cubicBezTo>
                  <a:cubicBezTo>
                    <a:pt x="1435916" y="1872316"/>
                    <a:pt x="1448467" y="1950399"/>
                    <a:pt x="1459425" y="2028705"/>
                  </a:cubicBezTo>
                  <a:cubicBezTo>
                    <a:pt x="1467667" y="2087599"/>
                    <a:pt x="1473767" y="2146789"/>
                    <a:pt x="1481859" y="2205706"/>
                  </a:cubicBezTo>
                  <a:cubicBezTo>
                    <a:pt x="1492620" y="2284076"/>
                    <a:pt x="1504762" y="2362257"/>
                    <a:pt x="1515621" y="2440616"/>
                  </a:cubicBezTo>
                  <a:cubicBezTo>
                    <a:pt x="1526175" y="2516783"/>
                    <a:pt x="1535694" y="2593095"/>
                    <a:pt x="1545971" y="2669301"/>
                  </a:cubicBezTo>
                  <a:cubicBezTo>
                    <a:pt x="1555930" y="2743159"/>
                    <a:pt x="1566106" y="2816990"/>
                    <a:pt x="1576497" y="2890789"/>
                  </a:cubicBezTo>
                  <a:cubicBezTo>
                    <a:pt x="1585095" y="2951843"/>
                    <a:pt x="1594131" y="3012836"/>
                    <a:pt x="1602998" y="3073852"/>
                  </a:cubicBezTo>
                  <a:cubicBezTo>
                    <a:pt x="1614541" y="3153279"/>
                    <a:pt x="1626326" y="3232672"/>
                    <a:pt x="1637604" y="3312135"/>
                  </a:cubicBezTo>
                  <a:cubicBezTo>
                    <a:pt x="1647750" y="3383626"/>
                    <a:pt x="1657678" y="3455149"/>
                    <a:pt x="1667073" y="3526741"/>
                  </a:cubicBezTo>
                  <a:cubicBezTo>
                    <a:pt x="1672537" y="3568384"/>
                    <a:pt x="1671063" y="3611936"/>
                    <a:pt x="1683168" y="3651423"/>
                  </a:cubicBezTo>
                  <a:cubicBezTo>
                    <a:pt x="1694965" y="3689908"/>
                    <a:pt x="1668379" y="3686735"/>
                    <a:pt x="1650352" y="3692110"/>
                  </a:cubicBezTo>
                  <a:cubicBezTo>
                    <a:pt x="1560801" y="3718808"/>
                    <a:pt x="1470817" y="3744052"/>
                    <a:pt x="1374473" y="3771676"/>
                  </a:cubicBezTo>
                  <a:cubicBezTo>
                    <a:pt x="1196725" y="2515088"/>
                    <a:pt x="1019027" y="1258866"/>
                    <a:pt x="840956"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7" name="Freeform: Shape 36">
              <a:extLst>
                <a:ext uri="{FF2B5EF4-FFF2-40B4-BE49-F238E27FC236}">
                  <a16:creationId xmlns:a16="http://schemas.microsoft.com/office/drawing/2014/main" id="{061D0C06-32FA-D146-800B-87BC8E3D0601}"/>
                </a:ext>
                <a:ext uri="{C183D7F6-B498-43B3-948B-1728B52AA6E4}">
                  <adec:decorative xmlns:adec="http://schemas.microsoft.com/office/drawing/2017/decorative" val="1"/>
                </a:ext>
              </a:extLst>
            </p:cNvPr>
            <p:cNvSpPr/>
            <p:nvPr/>
          </p:nvSpPr>
          <p:spPr>
            <a:xfrm>
              <a:off x="8414025" y="887067"/>
              <a:ext cx="234777" cy="286297"/>
            </a:xfrm>
            <a:custGeom>
              <a:avLst/>
              <a:gdLst>
                <a:gd name="connsiteX0" fmla="*/ 0 w 3521655"/>
                <a:gd name="connsiteY0" fmla="*/ 3807159 h 4294460"/>
                <a:gd name="connsiteX1" fmla="*/ 482838 w 3521655"/>
                <a:gd name="connsiteY1" fmla="*/ 3807159 h 4294460"/>
                <a:gd name="connsiteX2" fmla="*/ 482838 w 3521655"/>
                <a:gd name="connsiteY2" fmla="*/ 4294460 h 4294460"/>
                <a:gd name="connsiteX3" fmla="*/ 0 w 3521655"/>
                <a:gd name="connsiteY3" fmla="*/ 4294460 h 4294460"/>
                <a:gd name="connsiteX4" fmla="*/ 764983 w 3521655"/>
                <a:gd name="connsiteY4" fmla="*/ 12 h 4294460"/>
                <a:gd name="connsiteX5" fmla="*/ 853994 w 3521655"/>
                <a:gd name="connsiteY5" fmla="*/ 24483 h 4294460"/>
                <a:gd name="connsiteX6" fmla="*/ 920338 w 3521655"/>
                <a:gd name="connsiteY6" fmla="*/ 83186 h 4294460"/>
                <a:gd name="connsiteX7" fmla="*/ 1033301 w 3521655"/>
                <a:gd name="connsiteY7" fmla="*/ 173253 h 4294460"/>
                <a:gd name="connsiteX8" fmla="*/ 1236643 w 3521655"/>
                <a:gd name="connsiteY8" fmla="*/ 351740 h 4294460"/>
                <a:gd name="connsiteX9" fmla="*/ 1366467 w 3521655"/>
                <a:gd name="connsiteY9" fmla="*/ 465705 h 4294460"/>
                <a:gd name="connsiteX10" fmla="*/ 1650050 w 3521655"/>
                <a:gd name="connsiteY10" fmla="*/ 713895 h 4294460"/>
                <a:gd name="connsiteX11" fmla="*/ 1852795 w 3521655"/>
                <a:gd name="connsiteY11" fmla="*/ 894700 h 4294460"/>
                <a:gd name="connsiteX12" fmla="*/ 2118626 w 3521655"/>
                <a:gd name="connsiteY12" fmla="*/ 1125367 h 4294460"/>
                <a:gd name="connsiteX13" fmla="*/ 2301091 w 3521655"/>
                <a:gd name="connsiteY13" fmla="*/ 1286140 h 4294460"/>
                <a:gd name="connsiteX14" fmla="*/ 2584713 w 3521655"/>
                <a:gd name="connsiteY14" fmla="*/ 1534285 h 4294460"/>
                <a:gd name="connsiteX15" fmla="*/ 2706264 w 3521655"/>
                <a:gd name="connsiteY15" fmla="*/ 1641567 h 4294460"/>
                <a:gd name="connsiteX16" fmla="*/ 2971805 w 3521655"/>
                <a:gd name="connsiteY16" fmla="*/ 1876877 h 4294460"/>
                <a:gd name="connsiteX17" fmla="*/ 3142831 w 3521655"/>
                <a:gd name="connsiteY17" fmla="*/ 2033288 h 4294460"/>
                <a:gd name="connsiteX18" fmla="*/ 3271001 w 3521655"/>
                <a:gd name="connsiteY18" fmla="*/ 2141886 h 4294460"/>
                <a:gd name="connsiteX19" fmla="*/ 3416456 w 3521655"/>
                <a:gd name="connsiteY19" fmla="*/ 2265919 h 4294460"/>
                <a:gd name="connsiteX20" fmla="*/ 3461919 w 3521655"/>
                <a:gd name="connsiteY20" fmla="*/ 2304467 h 4294460"/>
                <a:gd name="connsiteX21" fmla="*/ 3483136 w 3521655"/>
                <a:gd name="connsiteY21" fmla="*/ 2541842 h 4294460"/>
                <a:gd name="connsiteX22" fmla="*/ 3256963 w 3521655"/>
                <a:gd name="connsiteY22" fmla="*/ 2563150 h 4294460"/>
                <a:gd name="connsiteX23" fmla="*/ 3226748 w 3521655"/>
                <a:gd name="connsiteY23" fmla="*/ 2541321 h 4294460"/>
                <a:gd name="connsiteX24" fmla="*/ 3102173 w 3521655"/>
                <a:gd name="connsiteY24" fmla="*/ 2423882 h 4294460"/>
                <a:gd name="connsiteX25" fmla="*/ 2927297 w 3521655"/>
                <a:gd name="connsiteY25" fmla="*/ 2272200 h 4294460"/>
                <a:gd name="connsiteX26" fmla="*/ 2676078 w 3521655"/>
                <a:gd name="connsiteY26" fmla="*/ 2053458 h 4294460"/>
                <a:gd name="connsiteX27" fmla="*/ 2321522 w 3521655"/>
                <a:gd name="connsiteY27" fmla="*/ 1741933 h 4294460"/>
                <a:gd name="connsiteX28" fmla="*/ 2093633 w 3521655"/>
                <a:gd name="connsiteY28" fmla="*/ 1542561 h 4294460"/>
                <a:gd name="connsiteX29" fmla="*/ 1774705 w 3521655"/>
                <a:gd name="connsiteY29" fmla="*/ 1265920 h 4294460"/>
                <a:gd name="connsiteX30" fmla="*/ 1571995 w 3521655"/>
                <a:gd name="connsiteY30" fmla="*/ 1085233 h 4294460"/>
                <a:gd name="connsiteX31" fmla="*/ 1306317 w 3521655"/>
                <a:gd name="connsiteY31" fmla="*/ 854588 h 4294460"/>
                <a:gd name="connsiteX32" fmla="*/ 1171963 w 3521655"/>
                <a:gd name="connsiteY32" fmla="*/ 735030 h 4294460"/>
                <a:gd name="connsiteX33" fmla="*/ 898605 w 3521655"/>
                <a:gd name="connsiteY33" fmla="*/ 496967 h 4294460"/>
                <a:gd name="connsiteX34" fmla="*/ 822556 w 3521655"/>
                <a:gd name="connsiteY34" fmla="*/ 427407 h 4294460"/>
                <a:gd name="connsiteX35" fmla="*/ 690692 w 3521655"/>
                <a:gd name="connsiteY35" fmla="*/ 308353 h 4294460"/>
                <a:gd name="connsiteX36" fmla="*/ 606012 w 3521655"/>
                <a:gd name="connsiteY36" fmla="*/ 196871 h 4294460"/>
                <a:gd name="connsiteX37" fmla="*/ 669625 w 3521655"/>
                <a:gd name="connsiteY37" fmla="*/ 26184 h 4294460"/>
                <a:gd name="connsiteX38" fmla="*/ 764983 w 3521655"/>
                <a:gd name="connsiteY38" fmla="*/ 12 h 429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521655" h="4294460">
                  <a:moveTo>
                    <a:pt x="0" y="3807159"/>
                  </a:moveTo>
                  <a:lnTo>
                    <a:pt x="482838" y="3807159"/>
                  </a:lnTo>
                  <a:lnTo>
                    <a:pt x="482838" y="4294460"/>
                  </a:lnTo>
                  <a:lnTo>
                    <a:pt x="0" y="4294460"/>
                  </a:lnTo>
                  <a:close/>
                  <a:moveTo>
                    <a:pt x="764983" y="12"/>
                  </a:moveTo>
                  <a:cubicBezTo>
                    <a:pt x="799864" y="-370"/>
                    <a:pt x="833687" y="7690"/>
                    <a:pt x="853994" y="24483"/>
                  </a:cubicBezTo>
                  <a:cubicBezTo>
                    <a:pt x="876736" y="43291"/>
                    <a:pt x="897551" y="64434"/>
                    <a:pt x="920338" y="83186"/>
                  </a:cubicBezTo>
                  <a:cubicBezTo>
                    <a:pt x="957517" y="113784"/>
                    <a:pt x="995599" y="143288"/>
                    <a:pt x="1033301" y="173253"/>
                  </a:cubicBezTo>
                  <a:cubicBezTo>
                    <a:pt x="1101082" y="232749"/>
                    <a:pt x="1168865" y="292242"/>
                    <a:pt x="1236643" y="351740"/>
                  </a:cubicBezTo>
                  <a:cubicBezTo>
                    <a:pt x="1279918" y="389729"/>
                    <a:pt x="1323137" y="427781"/>
                    <a:pt x="1366467" y="465705"/>
                  </a:cubicBezTo>
                  <a:cubicBezTo>
                    <a:pt x="1460993" y="548438"/>
                    <a:pt x="1555813" y="630836"/>
                    <a:pt x="1650050" y="713895"/>
                  </a:cubicBezTo>
                  <a:cubicBezTo>
                    <a:pt x="1717982" y="773767"/>
                    <a:pt x="1784715" y="835001"/>
                    <a:pt x="1852795" y="894700"/>
                  </a:cubicBezTo>
                  <a:cubicBezTo>
                    <a:pt x="1941002" y="972049"/>
                    <a:pt x="2030192" y="1048275"/>
                    <a:pt x="2118626" y="1125367"/>
                  </a:cubicBezTo>
                  <a:cubicBezTo>
                    <a:pt x="2179730" y="1178633"/>
                    <a:pt x="2240142" y="1232693"/>
                    <a:pt x="2301091" y="1286140"/>
                  </a:cubicBezTo>
                  <a:cubicBezTo>
                    <a:pt x="2395538" y="1368963"/>
                    <a:pt x="2490225" y="1451511"/>
                    <a:pt x="2584713" y="1534285"/>
                  </a:cubicBezTo>
                  <a:cubicBezTo>
                    <a:pt x="2625363" y="1569895"/>
                    <a:pt x="2665878" y="1605659"/>
                    <a:pt x="2706264" y="1641567"/>
                  </a:cubicBezTo>
                  <a:cubicBezTo>
                    <a:pt x="2794110" y="1719672"/>
                    <a:pt x="2881832" y="1797915"/>
                    <a:pt x="2971805" y="1876877"/>
                  </a:cubicBezTo>
                  <a:cubicBezTo>
                    <a:pt x="3030224" y="1929593"/>
                    <a:pt x="3085944" y="1982089"/>
                    <a:pt x="3142831" y="2033288"/>
                  </a:cubicBezTo>
                  <a:cubicBezTo>
                    <a:pt x="3183950" y="2070295"/>
                    <a:pt x="3226620" y="2105579"/>
                    <a:pt x="3271001" y="2141886"/>
                  </a:cubicBezTo>
                  <a:cubicBezTo>
                    <a:pt x="3321082" y="2183409"/>
                    <a:pt x="3368725" y="2224715"/>
                    <a:pt x="3416456" y="2265919"/>
                  </a:cubicBezTo>
                  <a:cubicBezTo>
                    <a:pt x="3431496" y="2278902"/>
                    <a:pt x="3446888" y="2291475"/>
                    <a:pt x="3461919" y="2304467"/>
                  </a:cubicBezTo>
                  <a:cubicBezTo>
                    <a:pt x="3528104" y="2361677"/>
                    <a:pt x="3545137" y="2467248"/>
                    <a:pt x="3483136" y="2541842"/>
                  </a:cubicBezTo>
                  <a:cubicBezTo>
                    <a:pt x="3433437" y="2601637"/>
                    <a:pt x="3330490" y="2624644"/>
                    <a:pt x="3256963" y="2563150"/>
                  </a:cubicBezTo>
                  <a:cubicBezTo>
                    <a:pt x="3248074" y="2555715"/>
                    <a:pt x="3238350" y="2549280"/>
                    <a:pt x="3226748" y="2541321"/>
                  </a:cubicBezTo>
                  <a:cubicBezTo>
                    <a:pt x="3183786" y="2501387"/>
                    <a:pt x="3143953" y="2461554"/>
                    <a:pt x="3102173" y="2423882"/>
                  </a:cubicBezTo>
                  <a:cubicBezTo>
                    <a:pt x="3045391" y="2372682"/>
                    <a:pt x="2987118" y="2323135"/>
                    <a:pt x="2927297" y="2272200"/>
                  </a:cubicBezTo>
                  <a:cubicBezTo>
                    <a:pt x="2842094" y="2198841"/>
                    <a:pt x="2759005" y="2126241"/>
                    <a:pt x="2676078" y="2053458"/>
                  </a:cubicBezTo>
                  <a:cubicBezTo>
                    <a:pt x="2557838" y="1949680"/>
                    <a:pt x="2439765" y="1845709"/>
                    <a:pt x="2321522" y="1741933"/>
                  </a:cubicBezTo>
                  <a:cubicBezTo>
                    <a:pt x="2245664" y="1675356"/>
                    <a:pt x="2169799" y="1608786"/>
                    <a:pt x="2093633" y="1542561"/>
                  </a:cubicBezTo>
                  <a:cubicBezTo>
                    <a:pt x="1987434" y="1450222"/>
                    <a:pt x="1880622" y="1358583"/>
                    <a:pt x="1774705" y="1265920"/>
                  </a:cubicBezTo>
                  <a:cubicBezTo>
                    <a:pt x="1706584" y="1206322"/>
                    <a:pt x="1640045" y="1144915"/>
                    <a:pt x="1571995" y="1085233"/>
                  </a:cubicBezTo>
                  <a:cubicBezTo>
                    <a:pt x="1483828" y="1007905"/>
                    <a:pt x="1394682" y="931692"/>
                    <a:pt x="1306317" y="854588"/>
                  </a:cubicBezTo>
                  <a:cubicBezTo>
                    <a:pt x="1261149" y="815175"/>
                    <a:pt x="1217080" y="774503"/>
                    <a:pt x="1171963" y="735030"/>
                  </a:cubicBezTo>
                  <a:cubicBezTo>
                    <a:pt x="1081025" y="655467"/>
                    <a:pt x="989634" y="576424"/>
                    <a:pt x="898605" y="496967"/>
                  </a:cubicBezTo>
                  <a:cubicBezTo>
                    <a:pt x="873806" y="475321"/>
                    <a:pt x="849632" y="452959"/>
                    <a:pt x="822556" y="427407"/>
                  </a:cubicBezTo>
                  <a:cubicBezTo>
                    <a:pt x="776881" y="385349"/>
                    <a:pt x="734042" y="346562"/>
                    <a:pt x="690692" y="308353"/>
                  </a:cubicBezTo>
                  <a:cubicBezTo>
                    <a:pt x="654930" y="276834"/>
                    <a:pt x="620829" y="245037"/>
                    <a:pt x="606012" y="196871"/>
                  </a:cubicBezTo>
                  <a:cubicBezTo>
                    <a:pt x="587491" y="136662"/>
                    <a:pt x="612636" y="65593"/>
                    <a:pt x="669625" y="26184"/>
                  </a:cubicBezTo>
                  <a:cubicBezTo>
                    <a:pt x="694163" y="9215"/>
                    <a:pt x="730102" y="393"/>
                    <a:pt x="764983" y="12"/>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46" name="Group 945">
            <a:extLst>
              <a:ext uri="{FF2B5EF4-FFF2-40B4-BE49-F238E27FC236}">
                <a16:creationId xmlns:a16="http://schemas.microsoft.com/office/drawing/2014/main" id="{943864BE-B399-8890-A37E-FE35548A3C05}"/>
              </a:ext>
              <a:ext uri="{C183D7F6-B498-43B3-948B-1728B52AA6E4}">
                <adec:decorative xmlns:adec="http://schemas.microsoft.com/office/drawing/2017/decorative" val="1"/>
              </a:ext>
            </a:extLst>
          </p:cNvPr>
          <p:cNvGrpSpPr>
            <a:grpSpLocks noChangeAspect="1"/>
          </p:cNvGrpSpPr>
          <p:nvPr/>
        </p:nvGrpSpPr>
        <p:grpSpPr>
          <a:xfrm>
            <a:off x="8803112" y="810791"/>
            <a:ext cx="413180" cy="457200"/>
            <a:chOff x="8803112" y="810791"/>
            <a:chExt cx="413180" cy="457200"/>
          </a:xfrm>
          <a:solidFill>
            <a:srgbClr val="FF0000"/>
          </a:solidFill>
        </p:grpSpPr>
        <p:sp>
          <p:nvSpPr>
            <p:cNvPr id="40" name="Freeform: Shape 39">
              <a:extLst>
                <a:ext uri="{FF2B5EF4-FFF2-40B4-BE49-F238E27FC236}">
                  <a16:creationId xmlns:a16="http://schemas.microsoft.com/office/drawing/2014/main" id="{91406E9D-AD17-8759-F973-8BB947747F19}"/>
                </a:ext>
                <a:ext uri="{C183D7F6-B498-43B3-948B-1728B52AA6E4}">
                  <adec:decorative xmlns:adec="http://schemas.microsoft.com/office/drawing/2017/decorative" val="1"/>
                </a:ext>
              </a:extLst>
            </p:cNvPr>
            <p:cNvSpPr/>
            <p:nvPr/>
          </p:nvSpPr>
          <p:spPr>
            <a:xfrm>
              <a:off x="8934025" y="817860"/>
              <a:ext cx="275340" cy="276145"/>
            </a:xfrm>
            <a:custGeom>
              <a:avLst/>
              <a:gdLst>
                <a:gd name="connsiteX0" fmla="*/ 0 w 412475"/>
                <a:gd name="connsiteY0" fmla="*/ 0 h 413681"/>
                <a:gd name="connsiteX1" fmla="*/ 326744 w 412475"/>
                <a:gd name="connsiteY1" fmla="*/ 0 h 413681"/>
                <a:gd name="connsiteX2" fmla="*/ 326744 w 412475"/>
                <a:gd name="connsiteY2" fmla="*/ 44061 h 413681"/>
                <a:gd name="connsiteX3" fmla="*/ 44061 w 412475"/>
                <a:gd name="connsiteY3" fmla="*/ 44061 h 413681"/>
                <a:gd name="connsiteX4" fmla="*/ 44061 w 412475"/>
                <a:gd name="connsiteY4" fmla="*/ 369620 h 413681"/>
                <a:gd name="connsiteX5" fmla="*/ 368414 w 412475"/>
                <a:gd name="connsiteY5" fmla="*/ 369620 h 413681"/>
                <a:gd name="connsiteX6" fmla="*/ 368414 w 412475"/>
                <a:gd name="connsiteY6" fmla="*/ 85743 h 413681"/>
                <a:gd name="connsiteX7" fmla="*/ 412475 w 412475"/>
                <a:gd name="connsiteY7" fmla="*/ 85743 h 413681"/>
                <a:gd name="connsiteX8" fmla="*/ 412475 w 412475"/>
                <a:gd name="connsiteY8" fmla="*/ 413681 h 413681"/>
                <a:gd name="connsiteX9" fmla="*/ 0 w 412475"/>
                <a:gd name="connsiteY9" fmla="*/ 413681 h 41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475" h="413681">
                  <a:moveTo>
                    <a:pt x="0" y="0"/>
                  </a:moveTo>
                  <a:lnTo>
                    <a:pt x="326744" y="0"/>
                  </a:lnTo>
                  <a:lnTo>
                    <a:pt x="326744" y="44061"/>
                  </a:lnTo>
                  <a:lnTo>
                    <a:pt x="44061" y="44061"/>
                  </a:lnTo>
                  <a:lnTo>
                    <a:pt x="44061" y="369620"/>
                  </a:lnTo>
                  <a:lnTo>
                    <a:pt x="368414" y="369620"/>
                  </a:lnTo>
                  <a:lnTo>
                    <a:pt x="368414" y="85743"/>
                  </a:lnTo>
                  <a:lnTo>
                    <a:pt x="412475" y="85743"/>
                  </a:lnTo>
                  <a:lnTo>
                    <a:pt x="412475" y="413681"/>
                  </a:lnTo>
                  <a:lnTo>
                    <a:pt x="0" y="413681"/>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46" name="Freeform: Shape 45">
              <a:extLst>
                <a:ext uri="{FF2B5EF4-FFF2-40B4-BE49-F238E27FC236}">
                  <a16:creationId xmlns:a16="http://schemas.microsoft.com/office/drawing/2014/main" id="{D4C9CF0E-6E13-BA46-6466-C02275273F54}"/>
                </a:ext>
                <a:ext uri="{C183D7F6-B498-43B3-948B-1728B52AA6E4}">
                  <adec:decorative xmlns:adec="http://schemas.microsoft.com/office/drawing/2017/decorative" val="1"/>
                </a:ext>
              </a:extLst>
            </p:cNvPr>
            <p:cNvSpPr/>
            <p:nvPr/>
          </p:nvSpPr>
          <p:spPr>
            <a:xfrm>
              <a:off x="8803112" y="810791"/>
              <a:ext cx="413180" cy="457200"/>
            </a:xfrm>
            <a:custGeom>
              <a:avLst/>
              <a:gdLst>
                <a:gd name="connsiteX0" fmla="*/ 4074447 w 6197705"/>
                <a:gd name="connsiteY0" fmla="*/ 5114752 h 6858005"/>
                <a:gd name="connsiteX1" fmla="*/ 3884921 w 6197705"/>
                <a:gd name="connsiteY1" fmla="*/ 5129905 h 6858005"/>
                <a:gd name="connsiteX2" fmla="*/ 3272596 w 6197705"/>
                <a:gd name="connsiteY2" fmla="*/ 5899005 h 6858005"/>
                <a:gd name="connsiteX3" fmla="*/ 3898769 w 6197705"/>
                <a:gd name="connsiteY3" fmla="*/ 6618821 h 6858005"/>
                <a:gd name="connsiteX4" fmla="*/ 4743850 w 6197705"/>
                <a:gd name="connsiteY4" fmla="*/ 6120206 h 6858005"/>
                <a:gd name="connsiteX5" fmla="*/ 4668169 w 6197705"/>
                <a:gd name="connsiteY5" fmla="*/ 5467835 h 6858005"/>
                <a:gd name="connsiteX6" fmla="*/ 4566503 w 6197705"/>
                <a:gd name="connsiteY6" fmla="*/ 5340687 h 6858005"/>
                <a:gd name="connsiteX7" fmla="*/ 4074447 w 6197705"/>
                <a:gd name="connsiteY7" fmla="*/ 5114752 h 6858005"/>
                <a:gd name="connsiteX8" fmla="*/ 3159562 w 6197705"/>
                <a:gd name="connsiteY8" fmla="*/ 4460971 h 6858005"/>
                <a:gd name="connsiteX9" fmla="*/ 3264501 w 6197705"/>
                <a:gd name="connsiteY9" fmla="*/ 4476651 h 6858005"/>
                <a:gd name="connsiteX10" fmla="*/ 3279587 w 6197705"/>
                <a:gd name="connsiteY10" fmla="*/ 5176258 h 6858005"/>
                <a:gd name="connsiteX11" fmla="*/ 3361983 w 6197705"/>
                <a:gd name="connsiteY11" fmla="*/ 5152620 h 6858005"/>
                <a:gd name="connsiteX12" fmla="*/ 4608087 w 6197705"/>
                <a:gd name="connsiteY12" fmla="*/ 5084601 h 6858005"/>
                <a:gd name="connsiteX13" fmla="*/ 4760630 w 6197705"/>
                <a:gd name="connsiteY13" fmla="*/ 5199194 h 6858005"/>
                <a:gd name="connsiteX14" fmla="*/ 4784362 w 6197705"/>
                <a:gd name="connsiteY14" fmla="*/ 4966816 h 6858005"/>
                <a:gd name="connsiteX15" fmla="*/ 4795491 w 6197705"/>
                <a:gd name="connsiteY15" fmla="*/ 4473979 h 6858005"/>
                <a:gd name="connsiteX16" fmla="*/ 4887621 w 6197705"/>
                <a:gd name="connsiteY16" fmla="*/ 4462543 h 6858005"/>
                <a:gd name="connsiteX17" fmla="*/ 4999305 w 6197705"/>
                <a:gd name="connsiteY17" fmla="*/ 4471867 h 6858005"/>
                <a:gd name="connsiteX18" fmla="*/ 5011593 w 6197705"/>
                <a:gd name="connsiteY18" fmla="*/ 4582905 h 6858005"/>
                <a:gd name="connsiteX19" fmla="*/ 5011530 w 6197705"/>
                <a:gd name="connsiteY19" fmla="*/ 5855104 h 6858005"/>
                <a:gd name="connsiteX20" fmla="*/ 4544000 w 6197705"/>
                <a:gd name="connsiteY20" fmla="*/ 6705701 h 6858005"/>
                <a:gd name="connsiteX21" fmla="*/ 3726119 w 6197705"/>
                <a:gd name="connsiteY21" fmla="*/ 6806083 h 6858005"/>
                <a:gd name="connsiteX22" fmla="*/ 3526522 w 6197705"/>
                <a:gd name="connsiteY22" fmla="*/ 6719936 h 6858005"/>
                <a:gd name="connsiteX23" fmla="*/ 3362613 w 6197705"/>
                <a:gd name="connsiteY23" fmla="*/ 6623243 h 6858005"/>
                <a:gd name="connsiteX24" fmla="*/ 3175784 w 6197705"/>
                <a:gd name="connsiteY24" fmla="*/ 6362948 h 6858005"/>
                <a:gd name="connsiteX25" fmla="*/ 3048313 w 6197705"/>
                <a:gd name="connsiteY25" fmla="*/ 5821504 h 6858005"/>
                <a:gd name="connsiteX26" fmla="*/ 3049550 w 6197705"/>
                <a:gd name="connsiteY26" fmla="*/ 4622006 h 6858005"/>
                <a:gd name="connsiteX27" fmla="*/ 3056644 w 6197705"/>
                <a:gd name="connsiteY27" fmla="*/ 4477218 h 6858005"/>
                <a:gd name="connsiteX28" fmla="*/ 3159562 w 6197705"/>
                <a:gd name="connsiteY28" fmla="*/ 4460971 h 6858005"/>
                <a:gd name="connsiteX29" fmla="*/ 4051195 w 6197705"/>
                <a:gd name="connsiteY29" fmla="*/ 1415296 h 6858005"/>
                <a:gd name="connsiteX30" fmla="*/ 3922258 w 6197705"/>
                <a:gd name="connsiteY30" fmla="*/ 1423568 h 6858005"/>
                <a:gd name="connsiteX31" fmla="*/ 3272472 w 6197705"/>
                <a:gd name="connsiteY31" fmla="*/ 2181191 h 6858005"/>
                <a:gd name="connsiteX32" fmla="*/ 3274316 w 6197705"/>
                <a:gd name="connsiteY32" fmla="*/ 2817064 h 6858005"/>
                <a:gd name="connsiteX33" fmla="*/ 3285500 w 6197705"/>
                <a:gd name="connsiteY33" fmla="*/ 2927850 h 6858005"/>
                <a:gd name="connsiteX34" fmla="*/ 4110741 w 6197705"/>
                <a:gd name="connsiteY34" fmla="*/ 2926029 h 6858005"/>
                <a:gd name="connsiteX35" fmla="*/ 4785134 w 6197705"/>
                <a:gd name="connsiteY35" fmla="*/ 2174420 h 6858005"/>
                <a:gd name="connsiteX36" fmla="*/ 4542053 w 6197705"/>
                <a:gd name="connsiteY36" fmla="*/ 1617490 h 6858005"/>
                <a:gd name="connsiteX37" fmla="*/ 4410948 w 6197705"/>
                <a:gd name="connsiteY37" fmla="*/ 1520600 h 6858005"/>
                <a:gd name="connsiteX38" fmla="*/ 4051195 w 6197705"/>
                <a:gd name="connsiteY38" fmla="*/ 1415296 h 6858005"/>
                <a:gd name="connsiteX39" fmla="*/ 3372138 w 6197705"/>
                <a:gd name="connsiteY39" fmla="*/ 1189471 h 6858005"/>
                <a:gd name="connsiteX40" fmla="*/ 4044456 w 6197705"/>
                <a:gd name="connsiteY40" fmla="*/ 1192326 h 6858005"/>
                <a:gd name="connsiteX41" fmla="*/ 4971237 w 6197705"/>
                <a:gd name="connsiteY41" fmla="*/ 1903746 h 6858005"/>
                <a:gd name="connsiteX42" fmla="*/ 5010575 w 6197705"/>
                <a:gd name="connsiteY42" fmla="*/ 2190475 h 6858005"/>
                <a:gd name="connsiteX43" fmla="*/ 5012191 w 6197705"/>
                <a:gd name="connsiteY43" fmla="*/ 2535569 h 6858005"/>
                <a:gd name="connsiteX44" fmla="*/ 5008786 w 6197705"/>
                <a:gd name="connsiteY44" fmla="*/ 3534806 h 6858005"/>
                <a:gd name="connsiteX45" fmla="*/ 4994260 w 6197705"/>
                <a:gd name="connsiteY45" fmla="*/ 3577391 h 6858005"/>
                <a:gd name="connsiteX46" fmla="*/ 4805540 w 6197705"/>
                <a:gd name="connsiteY46" fmla="*/ 3582892 h 6858005"/>
                <a:gd name="connsiteX47" fmla="*/ 4785086 w 6197705"/>
                <a:gd name="connsiteY47" fmla="*/ 3349159 h 6858005"/>
                <a:gd name="connsiteX48" fmla="*/ 4783959 w 6197705"/>
                <a:gd name="connsiteY48" fmla="*/ 3094785 h 6858005"/>
                <a:gd name="connsiteX49" fmla="*/ 4774399 w 6197705"/>
                <a:gd name="connsiteY49" fmla="*/ 2870573 h 6858005"/>
                <a:gd name="connsiteX50" fmla="*/ 4672906 w 6197705"/>
                <a:gd name="connsiteY50" fmla="*/ 2915334 h 6858005"/>
                <a:gd name="connsiteX51" fmla="*/ 4004858 w 6197705"/>
                <a:gd name="connsiteY51" fmla="*/ 3155876 h 6858005"/>
                <a:gd name="connsiteX52" fmla="*/ 3441535 w 6197705"/>
                <a:gd name="connsiteY52" fmla="*/ 3155514 h 6858005"/>
                <a:gd name="connsiteX53" fmla="*/ 3290978 w 6197705"/>
                <a:gd name="connsiteY53" fmla="*/ 3155514 h 6858005"/>
                <a:gd name="connsiteX54" fmla="*/ 3261012 w 6197705"/>
                <a:gd name="connsiteY54" fmla="*/ 3577682 h 6858005"/>
                <a:gd name="connsiteX55" fmla="*/ 3053123 w 6197705"/>
                <a:gd name="connsiteY55" fmla="*/ 3575373 h 6858005"/>
                <a:gd name="connsiteX56" fmla="*/ 3045281 w 6197705"/>
                <a:gd name="connsiteY56" fmla="*/ 3178008 h 6858005"/>
                <a:gd name="connsiteX57" fmla="*/ 2630190 w 6197705"/>
                <a:gd name="connsiteY57" fmla="*/ 3141523 h 6858005"/>
                <a:gd name="connsiteX58" fmla="*/ 2618115 w 6197705"/>
                <a:gd name="connsiteY58" fmla="*/ 3043853 h 6858005"/>
                <a:gd name="connsiteX59" fmla="*/ 2625492 w 6197705"/>
                <a:gd name="connsiteY59" fmla="*/ 2947475 h 6858005"/>
                <a:gd name="connsiteX60" fmla="*/ 3032339 w 6197705"/>
                <a:gd name="connsiteY60" fmla="*/ 2922979 h 6858005"/>
                <a:gd name="connsiteX61" fmla="*/ 3048276 w 6197705"/>
                <a:gd name="connsiteY61" fmla="*/ 2818917 h 6858005"/>
                <a:gd name="connsiteX62" fmla="*/ 3048244 w 6197705"/>
                <a:gd name="connsiteY62" fmla="*/ 2237450 h 6858005"/>
                <a:gd name="connsiteX63" fmla="*/ 3322387 w 6197705"/>
                <a:gd name="connsiteY63" fmla="*/ 1490973 h 6858005"/>
                <a:gd name="connsiteX64" fmla="*/ 3359526 w 6197705"/>
                <a:gd name="connsiteY64" fmla="*/ 1433980 h 6858005"/>
                <a:gd name="connsiteX65" fmla="*/ 3274899 w 6197705"/>
                <a:gd name="connsiteY65" fmla="*/ 1414354 h 6858005"/>
                <a:gd name="connsiteX66" fmla="*/ 2784270 w 6197705"/>
                <a:gd name="connsiteY66" fmla="*/ 1413369 h 6858005"/>
                <a:gd name="connsiteX67" fmla="*/ 2635218 w 6197705"/>
                <a:gd name="connsiteY67" fmla="*/ 1413369 h 6858005"/>
                <a:gd name="connsiteX68" fmla="*/ 2629961 w 6197705"/>
                <a:gd name="connsiteY68" fmla="*/ 1205709 h 6858005"/>
                <a:gd name="connsiteX69" fmla="*/ 2699762 w 6197705"/>
                <a:gd name="connsiteY69" fmla="*/ 1191877 h 6858005"/>
                <a:gd name="connsiteX70" fmla="*/ 3372138 w 6197705"/>
                <a:gd name="connsiteY70" fmla="*/ 1189471 h 6858005"/>
                <a:gd name="connsiteX71" fmla="*/ 1312131 w 6197705"/>
                <a:gd name="connsiteY71" fmla="*/ 1189425 h 6858005"/>
                <a:gd name="connsiteX72" fmla="*/ 1675429 w 6197705"/>
                <a:gd name="connsiteY72" fmla="*/ 1191242 h 6858005"/>
                <a:gd name="connsiteX73" fmla="*/ 1735504 w 6197705"/>
                <a:gd name="connsiteY73" fmla="*/ 1204893 h 6858005"/>
                <a:gd name="connsiteX74" fmla="*/ 1738381 w 6197705"/>
                <a:gd name="connsiteY74" fmla="*/ 1405278 h 6858005"/>
                <a:gd name="connsiteX75" fmla="*/ 1595154 w 6197705"/>
                <a:gd name="connsiteY75" fmla="*/ 1415831 h 6858005"/>
                <a:gd name="connsiteX76" fmla="*/ 1032074 w 6197705"/>
                <a:gd name="connsiteY76" fmla="*/ 1415910 h 6858005"/>
                <a:gd name="connsiteX77" fmla="*/ 510452 w 6197705"/>
                <a:gd name="connsiteY77" fmla="*/ 1580267 h 6858005"/>
                <a:gd name="connsiteX78" fmla="*/ 328849 w 6197705"/>
                <a:gd name="connsiteY78" fmla="*/ 1797156 h 6858005"/>
                <a:gd name="connsiteX79" fmla="*/ 958663 w 6197705"/>
                <a:gd name="connsiteY79" fmla="*/ 2930633 h 6858005"/>
                <a:gd name="connsiteX80" fmla="*/ 1539832 w 6197705"/>
                <a:gd name="connsiteY80" fmla="*/ 2932549 h 6858005"/>
                <a:gd name="connsiteX81" fmla="*/ 1719969 w 6197705"/>
                <a:gd name="connsiteY81" fmla="*/ 2932557 h 6858005"/>
                <a:gd name="connsiteX82" fmla="*/ 1741581 w 6197705"/>
                <a:gd name="connsiteY82" fmla="*/ 3139483 h 6858005"/>
                <a:gd name="connsiteX83" fmla="*/ 1636454 w 6197705"/>
                <a:gd name="connsiteY83" fmla="*/ 3155459 h 6858005"/>
                <a:gd name="connsiteX84" fmla="*/ 964409 w 6197705"/>
                <a:gd name="connsiteY84" fmla="*/ 3157256 h 6858005"/>
                <a:gd name="connsiteX85" fmla="*/ 541892 w 6197705"/>
                <a:gd name="connsiteY85" fmla="*/ 3066270 h 6858005"/>
                <a:gd name="connsiteX86" fmla="*/ 296124 w 6197705"/>
                <a:gd name="connsiteY86" fmla="*/ 2902125 h 6858005"/>
                <a:gd name="connsiteX87" fmla="*/ 90087 w 6197705"/>
                <a:gd name="connsiteY87" fmla="*/ 2591720 h 6858005"/>
                <a:gd name="connsiteX88" fmla="*/ 160850 w 6197705"/>
                <a:gd name="connsiteY88" fmla="*/ 1617122 h 6858005"/>
                <a:gd name="connsiteX89" fmla="*/ 699268 w 6197705"/>
                <a:gd name="connsiteY89" fmla="*/ 1233819 h 6858005"/>
                <a:gd name="connsiteX90" fmla="*/ 948922 w 6197705"/>
                <a:gd name="connsiteY90" fmla="*/ 1192266 h 6858005"/>
                <a:gd name="connsiteX91" fmla="*/ 1312131 w 6197705"/>
                <a:gd name="connsiteY91" fmla="*/ 1189425 h 6858005"/>
                <a:gd name="connsiteX92" fmla="*/ 5533174 w 6197705"/>
                <a:gd name="connsiteY92" fmla="*/ 0 h 6858005"/>
                <a:gd name="connsiteX93" fmla="*/ 6197705 w 6197705"/>
                <a:gd name="connsiteY93" fmla="*/ 0 h 6858005"/>
                <a:gd name="connsiteX94" fmla="*/ 6197705 w 6197705"/>
                <a:gd name="connsiteY94" fmla="*/ 666082 h 6858005"/>
                <a:gd name="connsiteX95" fmla="*/ 5533174 w 6197705"/>
                <a:gd name="connsiteY95" fmla="*/ 666082 h 685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197705" h="6858005">
                  <a:moveTo>
                    <a:pt x="4074447" y="5114752"/>
                  </a:moveTo>
                  <a:cubicBezTo>
                    <a:pt x="4013227" y="5112008"/>
                    <a:pt x="3949994" y="5116973"/>
                    <a:pt x="3884921" y="5129905"/>
                  </a:cubicBezTo>
                  <a:cubicBezTo>
                    <a:pt x="3469072" y="5212537"/>
                    <a:pt x="3259307" y="5581009"/>
                    <a:pt x="3272596" y="5899005"/>
                  </a:cubicBezTo>
                  <a:cubicBezTo>
                    <a:pt x="3287485" y="6255449"/>
                    <a:pt x="3545336" y="6558864"/>
                    <a:pt x="3898769" y="6618821"/>
                  </a:cubicBezTo>
                  <a:cubicBezTo>
                    <a:pt x="4270441" y="6681867"/>
                    <a:pt x="4623007" y="6476374"/>
                    <a:pt x="4743850" y="6120206"/>
                  </a:cubicBezTo>
                  <a:cubicBezTo>
                    <a:pt x="4817513" y="5903127"/>
                    <a:pt x="4797028" y="5691448"/>
                    <a:pt x="4668169" y="5467835"/>
                  </a:cubicBezTo>
                  <a:cubicBezTo>
                    <a:pt x="4634514" y="5425218"/>
                    <a:pt x="4604966" y="5378409"/>
                    <a:pt x="4566503" y="5340687"/>
                  </a:cubicBezTo>
                  <a:cubicBezTo>
                    <a:pt x="4423662" y="5200607"/>
                    <a:pt x="4258108" y="5122985"/>
                    <a:pt x="4074447" y="5114752"/>
                  </a:cubicBezTo>
                  <a:close/>
                  <a:moveTo>
                    <a:pt x="3159562" y="4460971"/>
                  </a:moveTo>
                  <a:cubicBezTo>
                    <a:pt x="3193516" y="4461144"/>
                    <a:pt x="3227808" y="4466637"/>
                    <a:pt x="3264501" y="4476651"/>
                  </a:cubicBezTo>
                  <a:cubicBezTo>
                    <a:pt x="3288557" y="4711818"/>
                    <a:pt x="3260836" y="4947025"/>
                    <a:pt x="3279587" y="5176258"/>
                  </a:cubicBezTo>
                  <a:cubicBezTo>
                    <a:pt x="3322038" y="5200549"/>
                    <a:pt x="3341254" y="5171986"/>
                    <a:pt x="3361983" y="5152620"/>
                  </a:cubicBezTo>
                  <a:cubicBezTo>
                    <a:pt x="3728129" y="4810577"/>
                    <a:pt x="4287962" y="4825607"/>
                    <a:pt x="4608087" y="5084601"/>
                  </a:cubicBezTo>
                  <a:cubicBezTo>
                    <a:pt x="4654077" y="5121811"/>
                    <a:pt x="4702668" y="5155797"/>
                    <a:pt x="4760630" y="5199194"/>
                  </a:cubicBezTo>
                  <a:cubicBezTo>
                    <a:pt x="4799195" y="5124372"/>
                    <a:pt x="4778041" y="5052042"/>
                    <a:pt x="4784362" y="4966816"/>
                  </a:cubicBezTo>
                  <a:cubicBezTo>
                    <a:pt x="4789123" y="4793442"/>
                    <a:pt x="4773611" y="4636390"/>
                    <a:pt x="4795491" y="4473979"/>
                  </a:cubicBezTo>
                  <a:cubicBezTo>
                    <a:pt x="4829934" y="4469415"/>
                    <a:pt x="4858773" y="4462566"/>
                    <a:pt x="4887621" y="4462543"/>
                  </a:cubicBezTo>
                  <a:cubicBezTo>
                    <a:pt x="4923049" y="4462511"/>
                    <a:pt x="4958478" y="4468178"/>
                    <a:pt x="4999305" y="4471867"/>
                  </a:cubicBezTo>
                  <a:cubicBezTo>
                    <a:pt x="5003963" y="4512213"/>
                    <a:pt x="5011530" y="4547555"/>
                    <a:pt x="5011593" y="4582905"/>
                  </a:cubicBezTo>
                  <a:cubicBezTo>
                    <a:pt x="5012436" y="5006974"/>
                    <a:pt x="5014280" y="5431051"/>
                    <a:pt x="5011530" y="5855104"/>
                  </a:cubicBezTo>
                  <a:cubicBezTo>
                    <a:pt x="5009149" y="6221534"/>
                    <a:pt x="4854218" y="6507948"/>
                    <a:pt x="4544000" y="6705701"/>
                  </a:cubicBezTo>
                  <a:cubicBezTo>
                    <a:pt x="4288159" y="6868782"/>
                    <a:pt x="4013464" y="6898654"/>
                    <a:pt x="3726119" y="6806083"/>
                  </a:cubicBezTo>
                  <a:cubicBezTo>
                    <a:pt x="3657422" y="6783951"/>
                    <a:pt x="3591357" y="6752180"/>
                    <a:pt x="3526522" y="6719936"/>
                  </a:cubicBezTo>
                  <a:cubicBezTo>
                    <a:pt x="3469774" y="6691711"/>
                    <a:pt x="3411851" y="6662360"/>
                    <a:pt x="3362613" y="6623243"/>
                  </a:cubicBezTo>
                  <a:cubicBezTo>
                    <a:pt x="3276765" y="6555034"/>
                    <a:pt x="3227946" y="6457072"/>
                    <a:pt x="3175784" y="6362948"/>
                  </a:cubicBezTo>
                  <a:cubicBezTo>
                    <a:pt x="3082402" y="6194444"/>
                    <a:pt x="3046839" y="6013480"/>
                    <a:pt x="3048313" y="5821504"/>
                  </a:cubicBezTo>
                  <a:cubicBezTo>
                    <a:pt x="3051363" y="5421695"/>
                    <a:pt x="3048983" y="5021839"/>
                    <a:pt x="3049550" y="4622006"/>
                  </a:cubicBezTo>
                  <a:cubicBezTo>
                    <a:pt x="3049614" y="4574148"/>
                    <a:pt x="3054130" y="4526298"/>
                    <a:pt x="3056644" y="4477218"/>
                  </a:cubicBezTo>
                  <a:cubicBezTo>
                    <a:pt x="3091990" y="4465948"/>
                    <a:pt x="3125607" y="4460799"/>
                    <a:pt x="3159562" y="4460971"/>
                  </a:cubicBezTo>
                  <a:close/>
                  <a:moveTo>
                    <a:pt x="4051195" y="1415296"/>
                  </a:moveTo>
                  <a:cubicBezTo>
                    <a:pt x="4009002" y="1414221"/>
                    <a:pt x="3966035" y="1416906"/>
                    <a:pt x="3922258" y="1423568"/>
                  </a:cubicBezTo>
                  <a:cubicBezTo>
                    <a:pt x="3503202" y="1487339"/>
                    <a:pt x="3260996" y="1855754"/>
                    <a:pt x="3272472" y="2181191"/>
                  </a:cubicBezTo>
                  <a:cubicBezTo>
                    <a:pt x="3279944" y="2392902"/>
                    <a:pt x="3273370" y="2605094"/>
                    <a:pt x="3274316" y="2817064"/>
                  </a:cubicBezTo>
                  <a:cubicBezTo>
                    <a:pt x="3274474" y="2851350"/>
                    <a:pt x="3281047" y="2885612"/>
                    <a:pt x="3285500" y="2927850"/>
                  </a:cubicBezTo>
                  <a:cubicBezTo>
                    <a:pt x="3568478" y="2937245"/>
                    <a:pt x="3841399" y="2951763"/>
                    <a:pt x="4110741" y="2926029"/>
                  </a:cubicBezTo>
                  <a:cubicBezTo>
                    <a:pt x="4541667" y="2884863"/>
                    <a:pt x="4792763" y="2509583"/>
                    <a:pt x="4785134" y="2174420"/>
                  </a:cubicBezTo>
                  <a:cubicBezTo>
                    <a:pt x="4780334" y="1963718"/>
                    <a:pt x="4709800" y="1784740"/>
                    <a:pt x="4542053" y="1617490"/>
                  </a:cubicBezTo>
                  <a:cubicBezTo>
                    <a:pt x="4498522" y="1584891"/>
                    <a:pt x="4457790" y="1547414"/>
                    <a:pt x="4410948" y="1520600"/>
                  </a:cubicBezTo>
                  <a:cubicBezTo>
                    <a:pt x="4297381" y="1455582"/>
                    <a:pt x="4177774" y="1418521"/>
                    <a:pt x="4051195" y="1415296"/>
                  </a:cubicBezTo>
                  <a:close/>
                  <a:moveTo>
                    <a:pt x="3372138" y="1189471"/>
                  </a:moveTo>
                  <a:cubicBezTo>
                    <a:pt x="3596263" y="1188935"/>
                    <a:pt x="3820378" y="1189276"/>
                    <a:pt x="4044456" y="1192326"/>
                  </a:cubicBezTo>
                  <a:cubicBezTo>
                    <a:pt x="4482909" y="1198300"/>
                    <a:pt x="4856314" y="1487268"/>
                    <a:pt x="4971237" y="1903746"/>
                  </a:cubicBezTo>
                  <a:cubicBezTo>
                    <a:pt x="4996695" y="1996025"/>
                    <a:pt x="5004758" y="2094326"/>
                    <a:pt x="5010575" y="2190475"/>
                  </a:cubicBezTo>
                  <a:cubicBezTo>
                    <a:pt x="5017148" y="2299109"/>
                    <a:pt x="5012159" y="2408444"/>
                    <a:pt x="5012191" y="2535569"/>
                  </a:cubicBezTo>
                  <a:cubicBezTo>
                    <a:pt x="5011213" y="2880717"/>
                    <a:pt x="5010370" y="3207761"/>
                    <a:pt x="5008786" y="3534806"/>
                  </a:cubicBezTo>
                  <a:cubicBezTo>
                    <a:pt x="5008731" y="3546061"/>
                    <a:pt x="5001353" y="3557284"/>
                    <a:pt x="4994260" y="3577391"/>
                  </a:cubicBezTo>
                  <a:cubicBezTo>
                    <a:pt x="4935817" y="3602045"/>
                    <a:pt x="4871896" y="3593383"/>
                    <a:pt x="4805540" y="3582892"/>
                  </a:cubicBezTo>
                  <a:cubicBezTo>
                    <a:pt x="4767589" y="3505793"/>
                    <a:pt x="4788003" y="3426093"/>
                    <a:pt x="4785086" y="3349159"/>
                  </a:cubicBezTo>
                  <a:cubicBezTo>
                    <a:pt x="4781879" y="3264478"/>
                    <a:pt x="4785701" y="3179553"/>
                    <a:pt x="4783959" y="3094785"/>
                  </a:cubicBezTo>
                  <a:cubicBezTo>
                    <a:pt x="4782399" y="3018766"/>
                    <a:pt x="4793370" y="2941225"/>
                    <a:pt x="4774399" y="2870573"/>
                  </a:cubicBezTo>
                  <a:cubicBezTo>
                    <a:pt x="4717816" y="2856607"/>
                    <a:pt x="4698064" y="2894014"/>
                    <a:pt x="4672906" y="2915334"/>
                  </a:cubicBezTo>
                  <a:cubicBezTo>
                    <a:pt x="4479866" y="3078895"/>
                    <a:pt x="4258051" y="3158887"/>
                    <a:pt x="4004858" y="3155876"/>
                  </a:cubicBezTo>
                  <a:cubicBezTo>
                    <a:pt x="3817107" y="3153646"/>
                    <a:pt x="3629309" y="3155490"/>
                    <a:pt x="3441535" y="3155514"/>
                  </a:cubicBezTo>
                  <a:cubicBezTo>
                    <a:pt x="3394111" y="3155521"/>
                    <a:pt x="3346686" y="3155514"/>
                    <a:pt x="3290978" y="3155514"/>
                  </a:cubicBezTo>
                  <a:cubicBezTo>
                    <a:pt x="3251254" y="3300056"/>
                    <a:pt x="3294880" y="3441431"/>
                    <a:pt x="3261012" y="3577682"/>
                  </a:cubicBezTo>
                  <a:cubicBezTo>
                    <a:pt x="3191968" y="3597946"/>
                    <a:pt x="3128291" y="3598553"/>
                    <a:pt x="3053123" y="3575373"/>
                  </a:cubicBezTo>
                  <a:cubicBezTo>
                    <a:pt x="3050522" y="3443425"/>
                    <a:pt x="3047913" y="3311493"/>
                    <a:pt x="3045281" y="3178008"/>
                  </a:cubicBezTo>
                  <a:cubicBezTo>
                    <a:pt x="2907571" y="3128968"/>
                    <a:pt x="2771840" y="3177456"/>
                    <a:pt x="2630190" y="3141523"/>
                  </a:cubicBezTo>
                  <a:cubicBezTo>
                    <a:pt x="2626241" y="3111455"/>
                    <a:pt x="2619368" y="3077760"/>
                    <a:pt x="2618115" y="3043853"/>
                  </a:cubicBezTo>
                  <a:cubicBezTo>
                    <a:pt x="2617035" y="3014502"/>
                    <a:pt x="2622339" y="2984914"/>
                    <a:pt x="2625492" y="2947475"/>
                  </a:cubicBezTo>
                  <a:cubicBezTo>
                    <a:pt x="2757818" y="2914687"/>
                    <a:pt x="2892454" y="2949083"/>
                    <a:pt x="3032339" y="2922979"/>
                  </a:cubicBezTo>
                  <a:cubicBezTo>
                    <a:pt x="3038179" y="2886502"/>
                    <a:pt x="3048000" y="2852745"/>
                    <a:pt x="3048276" y="2818917"/>
                  </a:cubicBezTo>
                  <a:cubicBezTo>
                    <a:pt x="3049844" y="2625097"/>
                    <a:pt x="3053257" y="2431152"/>
                    <a:pt x="3048244" y="2237450"/>
                  </a:cubicBezTo>
                  <a:cubicBezTo>
                    <a:pt x="3040836" y="1951123"/>
                    <a:pt x="3125809" y="1701296"/>
                    <a:pt x="3322387" y="1490973"/>
                  </a:cubicBezTo>
                  <a:cubicBezTo>
                    <a:pt x="3334272" y="1478252"/>
                    <a:pt x="3341831" y="1461495"/>
                    <a:pt x="3359526" y="1433980"/>
                  </a:cubicBezTo>
                  <a:cubicBezTo>
                    <a:pt x="3326414" y="1425972"/>
                    <a:pt x="3300712" y="1414622"/>
                    <a:pt x="3274899" y="1414354"/>
                  </a:cubicBezTo>
                  <a:cubicBezTo>
                    <a:pt x="3111369" y="1412660"/>
                    <a:pt x="2947815" y="1413417"/>
                    <a:pt x="2784270" y="1413369"/>
                  </a:cubicBezTo>
                  <a:cubicBezTo>
                    <a:pt x="2736672" y="1413361"/>
                    <a:pt x="2689074" y="1413369"/>
                    <a:pt x="2635218" y="1413369"/>
                  </a:cubicBezTo>
                  <a:cubicBezTo>
                    <a:pt x="2610982" y="1338714"/>
                    <a:pt x="2613338" y="1275833"/>
                    <a:pt x="2629961" y="1205709"/>
                  </a:cubicBezTo>
                  <a:cubicBezTo>
                    <a:pt x="2654174" y="1200705"/>
                    <a:pt x="2676960" y="1191924"/>
                    <a:pt x="2699762" y="1191877"/>
                  </a:cubicBezTo>
                  <a:cubicBezTo>
                    <a:pt x="2923879" y="1191420"/>
                    <a:pt x="3148014" y="1190007"/>
                    <a:pt x="3372138" y="1189471"/>
                  </a:cubicBezTo>
                  <a:close/>
                  <a:moveTo>
                    <a:pt x="1312131" y="1189425"/>
                  </a:moveTo>
                  <a:cubicBezTo>
                    <a:pt x="1433227" y="1189721"/>
                    <a:pt x="1554338" y="1190793"/>
                    <a:pt x="1675429" y="1191242"/>
                  </a:cubicBezTo>
                  <a:cubicBezTo>
                    <a:pt x="1692643" y="1191305"/>
                    <a:pt x="1709833" y="1198840"/>
                    <a:pt x="1735504" y="1204893"/>
                  </a:cubicBezTo>
                  <a:cubicBezTo>
                    <a:pt x="1756162" y="1267955"/>
                    <a:pt x="1751354" y="1331584"/>
                    <a:pt x="1738381" y="1405278"/>
                  </a:cubicBezTo>
                  <a:cubicBezTo>
                    <a:pt x="1688954" y="1409092"/>
                    <a:pt x="1642074" y="1415524"/>
                    <a:pt x="1595154" y="1415831"/>
                  </a:cubicBezTo>
                  <a:cubicBezTo>
                    <a:pt x="1407466" y="1417053"/>
                    <a:pt x="1219746" y="1418117"/>
                    <a:pt x="1032074" y="1415910"/>
                  </a:cubicBezTo>
                  <a:cubicBezTo>
                    <a:pt x="844583" y="1413695"/>
                    <a:pt x="672864" y="1458558"/>
                    <a:pt x="510452" y="1580267"/>
                  </a:cubicBezTo>
                  <a:cubicBezTo>
                    <a:pt x="441518" y="1656775"/>
                    <a:pt x="373129" y="1720042"/>
                    <a:pt x="328849" y="1797156"/>
                  </a:cubicBezTo>
                  <a:cubicBezTo>
                    <a:pt x="59703" y="2265945"/>
                    <a:pt x="343919" y="2898303"/>
                    <a:pt x="958663" y="2930633"/>
                  </a:cubicBezTo>
                  <a:cubicBezTo>
                    <a:pt x="1151884" y="2940801"/>
                    <a:pt x="1346083" y="2932446"/>
                    <a:pt x="1539832" y="2932549"/>
                  </a:cubicBezTo>
                  <a:cubicBezTo>
                    <a:pt x="1599843" y="2932588"/>
                    <a:pt x="1659863" y="2932557"/>
                    <a:pt x="1719969" y="2932557"/>
                  </a:cubicBezTo>
                  <a:cubicBezTo>
                    <a:pt x="1764532" y="3001561"/>
                    <a:pt x="1746680" y="3066293"/>
                    <a:pt x="1741581" y="3139483"/>
                  </a:cubicBezTo>
                  <a:cubicBezTo>
                    <a:pt x="1705017" y="3145292"/>
                    <a:pt x="1670763" y="3155254"/>
                    <a:pt x="1636454" y="3155459"/>
                  </a:cubicBezTo>
                  <a:cubicBezTo>
                    <a:pt x="1412439" y="3156823"/>
                    <a:pt x="1188330" y="3152535"/>
                    <a:pt x="964409" y="3157256"/>
                  </a:cubicBezTo>
                  <a:cubicBezTo>
                    <a:pt x="815286" y="3160401"/>
                    <a:pt x="677285" y="3111952"/>
                    <a:pt x="541892" y="3066270"/>
                  </a:cubicBezTo>
                  <a:cubicBezTo>
                    <a:pt x="451284" y="3035697"/>
                    <a:pt x="365988" y="2970247"/>
                    <a:pt x="296124" y="2902125"/>
                  </a:cubicBezTo>
                  <a:cubicBezTo>
                    <a:pt x="207139" y="2815363"/>
                    <a:pt x="140121" y="2706217"/>
                    <a:pt x="90087" y="2591720"/>
                  </a:cubicBezTo>
                  <a:cubicBezTo>
                    <a:pt x="-56718" y="2255754"/>
                    <a:pt x="-17751" y="1928158"/>
                    <a:pt x="160850" y="1617122"/>
                  </a:cubicBezTo>
                  <a:cubicBezTo>
                    <a:pt x="279580" y="1410361"/>
                    <a:pt x="478728" y="1301838"/>
                    <a:pt x="699268" y="1233819"/>
                  </a:cubicBezTo>
                  <a:cubicBezTo>
                    <a:pt x="779330" y="1209133"/>
                    <a:pt x="865273" y="1194095"/>
                    <a:pt x="948922" y="1192266"/>
                  </a:cubicBezTo>
                  <a:cubicBezTo>
                    <a:pt x="1069954" y="1189610"/>
                    <a:pt x="1191035" y="1189130"/>
                    <a:pt x="1312131" y="1189425"/>
                  </a:cubicBezTo>
                  <a:close/>
                  <a:moveTo>
                    <a:pt x="5533174" y="0"/>
                  </a:moveTo>
                  <a:lnTo>
                    <a:pt x="6197705" y="0"/>
                  </a:lnTo>
                  <a:lnTo>
                    <a:pt x="6197705" y="666082"/>
                  </a:lnTo>
                  <a:lnTo>
                    <a:pt x="5533174" y="666082"/>
                  </a:ln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942" name="Group 941">
            <a:extLst>
              <a:ext uri="{FF2B5EF4-FFF2-40B4-BE49-F238E27FC236}">
                <a16:creationId xmlns:a16="http://schemas.microsoft.com/office/drawing/2014/main" id="{15C3E23F-4E33-5D77-6AC6-61CB93022410}"/>
              </a:ext>
              <a:ext uri="{C183D7F6-B498-43B3-948B-1728B52AA6E4}">
                <adec:decorative xmlns:adec="http://schemas.microsoft.com/office/drawing/2017/decorative" val="1"/>
              </a:ext>
            </a:extLst>
          </p:cNvPr>
          <p:cNvGrpSpPr>
            <a:grpSpLocks noChangeAspect="1"/>
          </p:cNvGrpSpPr>
          <p:nvPr/>
        </p:nvGrpSpPr>
        <p:grpSpPr>
          <a:xfrm>
            <a:off x="9359097" y="810791"/>
            <a:ext cx="429980" cy="457200"/>
            <a:chOff x="9359097" y="810791"/>
            <a:chExt cx="429980" cy="457200"/>
          </a:xfrm>
          <a:solidFill>
            <a:srgbClr val="FF0000"/>
          </a:solidFill>
        </p:grpSpPr>
        <p:sp>
          <p:nvSpPr>
            <p:cNvPr id="60" name="Freeform: Shape 59">
              <a:extLst>
                <a:ext uri="{FF2B5EF4-FFF2-40B4-BE49-F238E27FC236}">
                  <a16:creationId xmlns:a16="http://schemas.microsoft.com/office/drawing/2014/main" id="{CF8E8ED5-CA83-9F28-4DA9-DAB850F144EC}"/>
                </a:ext>
                <a:ext uri="{C183D7F6-B498-43B3-948B-1728B52AA6E4}">
                  <adec:decorative xmlns:adec="http://schemas.microsoft.com/office/drawing/2017/decorative" val="1"/>
                </a:ext>
              </a:extLst>
            </p:cNvPr>
            <p:cNvSpPr/>
            <p:nvPr/>
          </p:nvSpPr>
          <p:spPr>
            <a:xfrm>
              <a:off x="9359097" y="810791"/>
              <a:ext cx="429980" cy="457200"/>
            </a:xfrm>
            <a:custGeom>
              <a:avLst/>
              <a:gdLst>
                <a:gd name="connsiteX0" fmla="*/ 6141039 w 6449701"/>
                <a:gd name="connsiteY0" fmla="*/ 5840240 h 6857999"/>
                <a:gd name="connsiteX1" fmla="*/ 6449600 w 6449701"/>
                <a:gd name="connsiteY1" fmla="*/ 5840240 h 6857999"/>
                <a:gd name="connsiteX2" fmla="*/ 6449600 w 6449701"/>
                <a:gd name="connsiteY2" fmla="*/ 6271035 h 6857999"/>
                <a:gd name="connsiteX3" fmla="*/ 6449695 w 6449701"/>
                <a:gd name="connsiteY3" fmla="*/ 6547549 h 6857999"/>
                <a:gd name="connsiteX4" fmla="*/ 6205621 w 6449701"/>
                <a:gd name="connsiteY4" fmla="*/ 6856108 h 6857999"/>
                <a:gd name="connsiteX5" fmla="*/ 6185838 w 6449701"/>
                <a:gd name="connsiteY5" fmla="*/ 6857443 h 6857999"/>
                <a:gd name="connsiteX6" fmla="*/ 5439586 w 6449701"/>
                <a:gd name="connsiteY6" fmla="*/ 6857420 h 6857999"/>
                <a:gd name="connsiteX7" fmla="*/ 5425113 w 6449701"/>
                <a:gd name="connsiteY7" fmla="*/ 6856190 h 6857999"/>
                <a:gd name="connsiteX8" fmla="*/ 5425113 w 6449701"/>
                <a:gd name="connsiteY8" fmla="*/ 6557601 h 6857999"/>
                <a:gd name="connsiteX9" fmla="*/ 5781455 w 6449701"/>
                <a:gd name="connsiteY9" fmla="*/ 6557601 h 6857999"/>
                <a:gd name="connsiteX10" fmla="*/ 6141039 w 6449701"/>
                <a:gd name="connsiteY10" fmla="*/ 6557601 h 6857999"/>
                <a:gd name="connsiteX11" fmla="*/ 6141039 w 6449701"/>
                <a:gd name="connsiteY11" fmla="*/ 5840240 h 6857999"/>
                <a:gd name="connsiteX12" fmla="*/ 3377269 w 6449701"/>
                <a:gd name="connsiteY12" fmla="*/ 5837863 h 6857999"/>
                <a:gd name="connsiteX13" fmla="*/ 3377269 w 6449701"/>
                <a:gd name="connsiteY13" fmla="*/ 6557584 h 6857999"/>
                <a:gd name="connsiteX14" fmla="*/ 4095622 w 6449701"/>
                <a:gd name="connsiteY14" fmla="*/ 6557584 h 6857999"/>
                <a:gd name="connsiteX15" fmla="*/ 4095622 w 6449701"/>
                <a:gd name="connsiteY15" fmla="*/ 6857491 h 6857999"/>
                <a:gd name="connsiteX16" fmla="*/ 4061315 w 6449701"/>
                <a:gd name="connsiteY16" fmla="*/ 6857491 h 6857999"/>
                <a:gd name="connsiteX17" fmla="*/ 3348841 w 6449701"/>
                <a:gd name="connsiteY17" fmla="*/ 6856668 h 6857999"/>
                <a:gd name="connsiteX18" fmla="*/ 3137654 w 6449701"/>
                <a:gd name="connsiteY18" fmla="*/ 6743894 h 6857999"/>
                <a:gd name="connsiteX19" fmla="*/ 3076563 w 6449701"/>
                <a:gd name="connsiteY19" fmla="*/ 6546022 h 6857999"/>
                <a:gd name="connsiteX20" fmla="*/ 3077952 w 6449701"/>
                <a:gd name="connsiteY20" fmla="*/ 5870173 h 6857999"/>
                <a:gd name="connsiteX21" fmla="*/ 3092311 w 6449701"/>
                <a:gd name="connsiteY21" fmla="*/ 5837901 h 6857999"/>
                <a:gd name="connsiteX22" fmla="*/ 3377269 w 6449701"/>
                <a:gd name="connsiteY22" fmla="*/ 5837863 h 6857999"/>
                <a:gd name="connsiteX23" fmla="*/ 3070691 w 6449701"/>
                <a:gd name="connsiteY23" fmla="*/ 4039772 h 6857999"/>
                <a:gd name="connsiteX24" fmla="*/ 3377522 w 6449701"/>
                <a:gd name="connsiteY24" fmla="*/ 4039772 h 6857999"/>
                <a:gd name="connsiteX25" fmla="*/ 3377522 w 6449701"/>
                <a:gd name="connsiteY25" fmla="*/ 4496311 h 6857999"/>
                <a:gd name="connsiteX26" fmla="*/ 3070691 w 6449701"/>
                <a:gd name="connsiteY26" fmla="*/ 4496311 h 6857999"/>
                <a:gd name="connsiteX27" fmla="*/ 3655014 w 6449701"/>
                <a:gd name="connsiteY27" fmla="*/ 3471838 h 6857999"/>
                <a:gd name="connsiteX28" fmla="*/ 4095083 w 6449701"/>
                <a:gd name="connsiteY28" fmla="*/ 3471838 h 6857999"/>
                <a:gd name="connsiteX29" fmla="*/ 4095083 w 6449701"/>
                <a:gd name="connsiteY29" fmla="*/ 3778682 h 6857999"/>
                <a:gd name="connsiteX30" fmla="*/ 3655014 w 6449701"/>
                <a:gd name="connsiteY30" fmla="*/ 3778682 h 6857999"/>
                <a:gd name="connsiteX31" fmla="*/ 6133792 w 6449701"/>
                <a:gd name="connsiteY31" fmla="*/ 3471456 h 6857999"/>
                <a:gd name="connsiteX32" fmla="*/ 6436727 w 6449701"/>
                <a:gd name="connsiteY32" fmla="*/ 3694894 h 6857999"/>
                <a:gd name="connsiteX33" fmla="*/ 6449046 w 6449701"/>
                <a:gd name="connsiteY33" fmla="*/ 3761532 h 6857999"/>
                <a:gd name="connsiteX34" fmla="*/ 6449501 w 6449701"/>
                <a:gd name="connsiteY34" fmla="*/ 4484121 h 6857999"/>
                <a:gd name="connsiteX35" fmla="*/ 6448231 w 6449701"/>
                <a:gd name="connsiteY35" fmla="*/ 4496062 h 6857999"/>
                <a:gd name="connsiteX36" fmla="*/ 6143041 w 6449701"/>
                <a:gd name="connsiteY36" fmla="*/ 4496062 h 6857999"/>
                <a:gd name="connsiteX37" fmla="*/ 6143041 w 6449701"/>
                <a:gd name="connsiteY37" fmla="*/ 4038485 h 6857999"/>
                <a:gd name="connsiteX38" fmla="*/ 6143041 w 6449701"/>
                <a:gd name="connsiteY38" fmla="*/ 3779555 h 6857999"/>
                <a:gd name="connsiteX39" fmla="*/ 5425227 w 6449701"/>
                <a:gd name="connsiteY39" fmla="*/ 3779555 h 6857999"/>
                <a:gd name="connsiteX40" fmla="*/ 5425227 w 6449701"/>
                <a:gd name="connsiteY40" fmla="*/ 3472020 h 6857999"/>
                <a:gd name="connsiteX41" fmla="*/ 5461152 w 6449701"/>
                <a:gd name="connsiteY41" fmla="*/ 3472020 h 6857999"/>
                <a:gd name="connsiteX42" fmla="*/ 6133792 w 6449701"/>
                <a:gd name="connsiteY42" fmla="*/ 3471456 h 6857999"/>
                <a:gd name="connsiteX43" fmla="*/ 1094227 w 6449701"/>
                <a:gd name="connsiteY43" fmla="*/ 2828738 h 6857999"/>
                <a:gd name="connsiteX44" fmla="*/ 634444 w 6449701"/>
                <a:gd name="connsiteY44" fmla="*/ 3625302 h 6857999"/>
                <a:gd name="connsiteX45" fmla="*/ 814924 w 6449701"/>
                <a:gd name="connsiteY45" fmla="*/ 3625302 h 6857999"/>
                <a:gd name="connsiteX46" fmla="*/ 1554209 w 6449701"/>
                <a:gd name="connsiteY46" fmla="*/ 3625302 h 6857999"/>
                <a:gd name="connsiteX47" fmla="*/ 1094227 w 6449701"/>
                <a:gd name="connsiteY47" fmla="*/ 2828738 h 6857999"/>
                <a:gd name="connsiteX48" fmla="*/ 1093979 w 6449701"/>
                <a:gd name="connsiteY48" fmla="*/ 2094591 h 6857999"/>
                <a:gd name="connsiteX49" fmla="*/ 1228824 w 6449701"/>
                <a:gd name="connsiteY49" fmla="*/ 2326739 h 6857999"/>
                <a:gd name="connsiteX50" fmla="*/ 1515533 w 6449701"/>
                <a:gd name="connsiteY50" fmla="*/ 2820535 h 6857999"/>
                <a:gd name="connsiteX51" fmla="*/ 1786324 w 6449701"/>
                <a:gd name="connsiteY51" fmla="*/ 3296373 h 6857999"/>
                <a:gd name="connsiteX52" fmla="*/ 1924226 w 6449701"/>
                <a:gd name="connsiteY52" fmla="*/ 3530614 h 6857999"/>
                <a:gd name="connsiteX53" fmla="*/ 2112309 w 6449701"/>
                <a:gd name="connsiteY53" fmla="*/ 3856519 h 6857999"/>
                <a:gd name="connsiteX54" fmla="*/ 2187282 w 6449701"/>
                <a:gd name="connsiteY54" fmla="*/ 3989478 h 6857999"/>
                <a:gd name="connsiteX55" fmla="*/ 0 w 6449701"/>
                <a:gd name="connsiteY55" fmla="*/ 3989478 h 6857999"/>
                <a:gd name="connsiteX56" fmla="*/ 1093979 w 6449701"/>
                <a:gd name="connsiteY56" fmla="*/ 2094591 h 6857999"/>
                <a:gd name="connsiteX57" fmla="*/ 5085580 w 6449701"/>
                <a:gd name="connsiteY57" fmla="*/ 359792 h 6857999"/>
                <a:gd name="connsiteX58" fmla="*/ 4375889 w 6449701"/>
                <a:gd name="connsiteY58" fmla="*/ 360573 h 6857999"/>
                <a:gd name="connsiteX59" fmla="*/ 4344710 w 6449701"/>
                <a:gd name="connsiteY59" fmla="*/ 378628 h 6857999"/>
                <a:gd name="connsiteX60" fmla="*/ 4189919 w 6449701"/>
                <a:gd name="connsiteY60" fmla="*/ 648696 h 6857999"/>
                <a:gd name="connsiteX61" fmla="*/ 4001846 w 6449701"/>
                <a:gd name="connsiteY61" fmla="*/ 970941 h 6857999"/>
                <a:gd name="connsiteX62" fmla="*/ 3999364 w 6449701"/>
                <a:gd name="connsiteY62" fmla="*/ 1018551 h 6857999"/>
                <a:gd name="connsiteX63" fmla="*/ 4145766 w 6449701"/>
                <a:gd name="connsiteY63" fmla="*/ 1271052 h 6857999"/>
                <a:gd name="connsiteX64" fmla="*/ 4353814 w 6449701"/>
                <a:gd name="connsiteY64" fmla="*/ 1632670 h 6857999"/>
                <a:gd name="connsiteX65" fmla="*/ 5068738 w 6449701"/>
                <a:gd name="connsiteY65" fmla="*/ 1633279 h 6857999"/>
                <a:gd name="connsiteX66" fmla="*/ 5103200 w 6449701"/>
                <a:gd name="connsiteY66" fmla="*/ 1605298 h 6857999"/>
                <a:gd name="connsiteX67" fmla="*/ 5310396 w 6449701"/>
                <a:gd name="connsiteY67" fmla="*/ 1243654 h 6857999"/>
                <a:gd name="connsiteX68" fmla="*/ 5437853 w 6449701"/>
                <a:gd name="connsiteY68" fmla="*/ 1025066 h 6857999"/>
                <a:gd name="connsiteX69" fmla="*/ 5441284 w 6449701"/>
                <a:gd name="connsiteY69" fmla="*/ 974761 h 6857999"/>
                <a:gd name="connsiteX70" fmla="*/ 5356726 w 6449701"/>
                <a:gd name="connsiteY70" fmla="*/ 832570 h 6857999"/>
                <a:gd name="connsiteX71" fmla="*/ 5085580 w 6449701"/>
                <a:gd name="connsiteY71" fmla="*/ 359792 h 6857999"/>
                <a:gd name="connsiteX72" fmla="*/ 4159531 w 6449701"/>
                <a:gd name="connsiteY72" fmla="*/ 563 h 6857999"/>
                <a:gd name="connsiteX73" fmla="*/ 5282257 w 6449701"/>
                <a:gd name="connsiteY73" fmla="*/ 916 h 6857999"/>
                <a:gd name="connsiteX74" fmla="*/ 5315532 w 6449701"/>
                <a:gd name="connsiteY74" fmla="*/ 24068 h 6857999"/>
                <a:gd name="connsiteX75" fmla="*/ 5578893 w 6449701"/>
                <a:gd name="connsiteY75" fmla="*/ 478846 h 6857999"/>
                <a:gd name="connsiteX76" fmla="*/ 5863588 w 6449701"/>
                <a:gd name="connsiteY76" fmla="*/ 973854 h 6857999"/>
                <a:gd name="connsiteX77" fmla="*/ 5861796 w 6449701"/>
                <a:gd name="connsiteY77" fmla="*/ 1025691 h 6857999"/>
                <a:gd name="connsiteX78" fmla="*/ 5705029 w 6449701"/>
                <a:gd name="connsiteY78" fmla="*/ 1294892 h 6857999"/>
                <a:gd name="connsiteX79" fmla="*/ 5513265 w 6449701"/>
                <a:gd name="connsiteY79" fmla="*/ 1626193 h 6857999"/>
                <a:gd name="connsiteX80" fmla="*/ 5353864 w 6449701"/>
                <a:gd name="connsiteY80" fmla="*/ 1905087 h 6857999"/>
                <a:gd name="connsiteX81" fmla="*/ 5299089 w 6449701"/>
                <a:gd name="connsiteY81" fmla="*/ 1999209 h 6857999"/>
                <a:gd name="connsiteX82" fmla="*/ 5270450 w 6449701"/>
                <a:gd name="connsiteY82" fmla="*/ 1999209 h 6857999"/>
                <a:gd name="connsiteX83" fmla="*/ 4171040 w 6449701"/>
                <a:gd name="connsiteY83" fmla="*/ 1999433 h 6857999"/>
                <a:gd name="connsiteX84" fmla="*/ 4127926 w 6449701"/>
                <a:gd name="connsiteY84" fmla="*/ 1976105 h 6857999"/>
                <a:gd name="connsiteX85" fmla="*/ 3905866 w 6449701"/>
                <a:gd name="connsiteY85" fmla="*/ 1590940 h 6857999"/>
                <a:gd name="connsiteX86" fmla="*/ 3646623 w 6449701"/>
                <a:gd name="connsiteY86" fmla="*/ 1144973 h 6857999"/>
                <a:gd name="connsiteX87" fmla="*/ 3564433 w 6449701"/>
                <a:gd name="connsiteY87" fmla="*/ 997276 h 6857999"/>
                <a:gd name="connsiteX88" fmla="*/ 3709324 w 6449701"/>
                <a:gd name="connsiteY88" fmla="*/ 744352 h 6857999"/>
                <a:gd name="connsiteX89" fmla="*/ 3870496 w 6449701"/>
                <a:gd name="connsiteY89" fmla="*/ 466505 h 6857999"/>
                <a:gd name="connsiteX90" fmla="*/ 4059253 w 6449701"/>
                <a:gd name="connsiteY90" fmla="*/ 140903 h 6857999"/>
                <a:gd name="connsiteX91" fmla="*/ 4129585 w 6449701"/>
                <a:gd name="connsiteY91" fmla="*/ 17382 h 6857999"/>
                <a:gd name="connsiteX92" fmla="*/ 4159531 w 6449701"/>
                <a:gd name="connsiteY92" fmla="*/ 563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6449701" h="6857999">
                  <a:moveTo>
                    <a:pt x="6141039" y="5840240"/>
                  </a:moveTo>
                  <a:cubicBezTo>
                    <a:pt x="6244517" y="5840240"/>
                    <a:pt x="6344886" y="5840240"/>
                    <a:pt x="6449600" y="5840240"/>
                  </a:cubicBezTo>
                  <a:cubicBezTo>
                    <a:pt x="6449600" y="5982178"/>
                    <a:pt x="6449600" y="6124940"/>
                    <a:pt x="6449600" y="6271035"/>
                  </a:cubicBezTo>
                  <a:cubicBezTo>
                    <a:pt x="6449600" y="6365428"/>
                    <a:pt x="6449177" y="6456491"/>
                    <a:pt x="6449695" y="6547549"/>
                  </a:cubicBezTo>
                  <a:cubicBezTo>
                    <a:pt x="6450592" y="6705157"/>
                    <a:pt x="6351674" y="6820596"/>
                    <a:pt x="6205621" y="6856108"/>
                  </a:cubicBezTo>
                  <a:cubicBezTo>
                    <a:pt x="6199288" y="6857646"/>
                    <a:pt x="6192443" y="6857442"/>
                    <a:pt x="6185838" y="6857443"/>
                  </a:cubicBezTo>
                  <a:cubicBezTo>
                    <a:pt x="5937087" y="6857494"/>
                    <a:pt x="5688336" y="6857483"/>
                    <a:pt x="5439586" y="6857420"/>
                  </a:cubicBezTo>
                  <a:cubicBezTo>
                    <a:pt x="5435331" y="6857419"/>
                    <a:pt x="5431078" y="6856715"/>
                    <a:pt x="5425113" y="6856190"/>
                  </a:cubicBezTo>
                  <a:cubicBezTo>
                    <a:pt x="5425113" y="6757077"/>
                    <a:pt x="5425113" y="6658938"/>
                    <a:pt x="5425113" y="6557601"/>
                  </a:cubicBezTo>
                  <a:cubicBezTo>
                    <a:pt x="5544486" y="6557601"/>
                    <a:pt x="5662972" y="6557601"/>
                    <a:pt x="5781455" y="6557601"/>
                  </a:cubicBezTo>
                  <a:cubicBezTo>
                    <a:pt x="5900265" y="6557601"/>
                    <a:pt x="6019073" y="6557601"/>
                    <a:pt x="6141039" y="6557601"/>
                  </a:cubicBezTo>
                  <a:cubicBezTo>
                    <a:pt x="6141039" y="6318789"/>
                    <a:pt x="6141039" y="6080703"/>
                    <a:pt x="6141039" y="5840240"/>
                  </a:cubicBezTo>
                  <a:close/>
                  <a:moveTo>
                    <a:pt x="3377269" y="5837863"/>
                  </a:moveTo>
                  <a:cubicBezTo>
                    <a:pt x="3377269" y="6078655"/>
                    <a:pt x="3377269" y="6316633"/>
                    <a:pt x="3377269" y="6557584"/>
                  </a:cubicBezTo>
                  <a:cubicBezTo>
                    <a:pt x="3618220" y="6557584"/>
                    <a:pt x="3856198" y="6557584"/>
                    <a:pt x="4095622" y="6557584"/>
                  </a:cubicBezTo>
                  <a:cubicBezTo>
                    <a:pt x="4095622" y="6657874"/>
                    <a:pt x="4095622" y="6755186"/>
                    <a:pt x="4095622" y="6857491"/>
                  </a:cubicBezTo>
                  <a:cubicBezTo>
                    <a:pt x="4084583" y="6857491"/>
                    <a:pt x="4072949" y="6857491"/>
                    <a:pt x="4061315" y="6857491"/>
                  </a:cubicBezTo>
                  <a:cubicBezTo>
                    <a:pt x="3823821" y="6857491"/>
                    <a:pt x="3586311" y="6859068"/>
                    <a:pt x="3348841" y="6856668"/>
                  </a:cubicBezTo>
                  <a:cubicBezTo>
                    <a:pt x="3261247" y="6855784"/>
                    <a:pt x="3191008" y="6812499"/>
                    <a:pt x="3137654" y="6743894"/>
                  </a:cubicBezTo>
                  <a:cubicBezTo>
                    <a:pt x="3092636" y="6686009"/>
                    <a:pt x="3075752" y="6620115"/>
                    <a:pt x="3076563" y="6546022"/>
                  </a:cubicBezTo>
                  <a:cubicBezTo>
                    <a:pt x="3079030" y="6320762"/>
                    <a:pt x="3077296" y="6095458"/>
                    <a:pt x="3077952" y="5870173"/>
                  </a:cubicBezTo>
                  <a:cubicBezTo>
                    <a:pt x="3077983" y="5859418"/>
                    <a:pt x="3085227" y="5848684"/>
                    <a:pt x="3092311" y="5837901"/>
                  </a:cubicBezTo>
                  <a:cubicBezTo>
                    <a:pt x="3188440" y="5837863"/>
                    <a:pt x="3281370" y="5837863"/>
                    <a:pt x="3377269" y="5837863"/>
                  </a:cubicBezTo>
                  <a:close/>
                  <a:moveTo>
                    <a:pt x="3070691" y="4039772"/>
                  </a:moveTo>
                  <a:lnTo>
                    <a:pt x="3377522" y="4039772"/>
                  </a:lnTo>
                  <a:lnTo>
                    <a:pt x="3377522" y="4496311"/>
                  </a:lnTo>
                  <a:lnTo>
                    <a:pt x="3070691" y="4496311"/>
                  </a:lnTo>
                  <a:close/>
                  <a:moveTo>
                    <a:pt x="3655014" y="3471838"/>
                  </a:moveTo>
                  <a:lnTo>
                    <a:pt x="4095083" y="3471838"/>
                  </a:lnTo>
                  <a:lnTo>
                    <a:pt x="4095083" y="3778682"/>
                  </a:lnTo>
                  <a:lnTo>
                    <a:pt x="3655014" y="3778682"/>
                  </a:lnTo>
                  <a:close/>
                  <a:moveTo>
                    <a:pt x="6133792" y="3471456"/>
                  </a:moveTo>
                  <a:cubicBezTo>
                    <a:pt x="6274634" y="3470129"/>
                    <a:pt x="6403327" y="3555669"/>
                    <a:pt x="6436727" y="3694894"/>
                  </a:cubicBezTo>
                  <a:cubicBezTo>
                    <a:pt x="6441999" y="3716871"/>
                    <a:pt x="6448966" y="3739293"/>
                    <a:pt x="6449046" y="3761532"/>
                  </a:cubicBezTo>
                  <a:cubicBezTo>
                    <a:pt x="6449915" y="4002392"/>
                    <a:pt x="6449568" y="4243258"/>
                    <a:pt x="6449501" y="4484121"/>
                  </a:cubicBezTo>
                  <a:cubicBezTo>
                    <a:pt x="6449500" y="4487359"/>
                    <a:pt x="6448833" y="4490596"/>
                    <a:pt x="6448231" y="4496062"/>
                  </a:cubicBezTo>
                  <a:cubicBezTo>
                    <a:pt x="6347898" y="4496062"/>
                    <a:pt x="6247564" y="4496062"/>
                    <a:pt x="6143041" y="4496062"/>
                  </a:cubicBezTo>
                  <a:cubicBezTo>
                    <a:pt x="6143041" y="4345007"/>
                    <a:pt x="6143041" y="4193413"/>
                    <a:pt x="6143041" y="4038485"/>
                  </a:cubicBezTo>
                  <a:cubicBezTo>
                    <a:pt x="6143041" y="3950963"/>
                    <a:pt x="6143041" y="3866772"/>
                    <a:pt x="6143041" y="3779555"/>
                  </a:cubicBezTo>
                  <a:cubicBezTo>
                    <a:pt x="5903157" y="3779555"/>
                    <a:pt x="5665150" y="3779555"/>
                    <a:pt x="5425227" y="3779555"/>
                  </a:cubicBezTo>
                  <a:cubicBezTo>
                    <a:pt x="5425227" y="3676206"/>
                    <a:pt x="5425227" y="3575878"/>
                    <a:pt x="5425227" y="3472020"/>
                  </a:cubicBezTo>
                  <a:cubicBezTo>
                    <a:pt x="5437480" y="3472020"/>
                    <a:pt x="5449315" y="3472020"/>
                    <a:pt x="5461152" y="3472020"/>
                  </a:cubicBezTo>
                  <a:cubicBezTo>
                    <a:pt x="5685367" y="3472020"/>
                    <a:pt x="5909596" y="3473568"/>
                    <a:pt x="6133792" y="3471456"/>
                  </a:cubicBezTo>
                  <a:close/>
                  <a:moveTo>
                    <a:pt x="1094227" y="2828738"/>
                  </a:moveTo>
                  <a:cubicBezTo>
                    <a:pt x="940538" y="3095002"/>
                    <a:pt x="788678" y="3358094"/>
                    <a:pt x="634444" y="3625302"/>
                  </a:cubicBezTo>
                  <a:cubicBezTo>
                    <a:pt x="697303" y="3625302"/>
                    <a:pt x="752782" y="3625302"/>
                    <a:pt x="814924" y="3625302"/>
                  </a:cubicBezTo>
                  <a:cubicBezTo>
                    <a:pt x="1059788" y="3625302"/>
                    <a:pt x="1304652" y="3625302"/>
                    <a:pt x="1554209" y="3625302"/>
                  </a:cubicBezTo>
                  <a:cubicBezTo>
                    <a:pt x="1399809" y="3357922"/>
                    <a:pt x="1248108" y="3095216"/>
                    <a:pt x="1094227" y="2828738"/>
                  </a:cubicBezTo>
                  <a:close/>
                  <a:moveTo>
                    <a:pt x="1093979" y="2094591"/>
                  </a:moveTo>
                  <a:cubicBezTo>
                    <a:pt x="1140914" y="2175395"/>
                    <a:pt x="1184859" y="2251073"/>
                    <a:pt x="1228824" y="2326739"/>
                  </a:cubicBezTo>
                  <a:cubicBezTo>
                    <a:pt x="1324444" y="2491308"/>
                    <a:pt x="1420671" y="2655530"/>
                    <a:pt x="1515533" y="2820535"/>
                  </a:cubicBezTo>
                  <a:cubicBezTo>
                    <a:pt x="1606075" y="2978027"/>
                    <a:pt x="1695200" y="3136334"/>
                    <a:pt x="1786324" y="3296373"/>
                  </a:cubicBezTo>
                  <a:cubicBezTo>
                    <a:pt x="1833236" y="3375829"/>
                    <a:pt x="1879120" y="3452995"/>
                    <a:pt x="1924226" y="3530614"/>
                  </a:cubicBezTo>
                  <a:cubicBezTo>
                    <a:pt x="1987245" y="3639060"/>
                    <a:pt x="2049806" y="3747773"/>
                    <a:pt x="2112309" y="3856519"/>
                  </a:cubicBezTo>
                  <a:cubicBezTo>
                    <a:pt x="2136983" y="3899448"/>
                    <a:pt x="2160973" y="3942771"/>
                    <a:pt x="2187282" y="3989478"/>
                  </a:cubicBezTo>
                  <a:cubicBezTo>
                    <a:pt x="1457778" y="3989478"/>
                    <a:pt x="732477" y="3989478"/>
                    <a:pt x="0" y="3989478"/>
                  </a:cubicBezTo>
                  <a:cubicBezTo>
                    <a:pt x="365013" y="3357238"/>
                    <a:pt x="728355" y="2727890"/>
                    <a:pt x="1093979" y="2094591"/>
                  </a:cubicBezTo>
                  <a:close/>
                  <a:moveTo>
                    <a:pt x="5085580" y="359792"/>
                  </a:moveTo>
                  <a:cubicBezTo>
                    <a:pt x="4848748" y="359792"/>
                    <a:pt x="4612316" y="359553"/>
                    <a:pt x="4375889" y="360573"/>
                  </a:cubicBezTo>
                  <a:cubicBezTo>
                    <a:pt x="4365237" y="360619"/>
                    <a:pt x="4350110" y="369421"/>
                    <a:pt x="4344710" y="378628"/>
                  </a:cubicBezTo>
                  <a:cubicBezTo>
                    <a:pt x="4292215" y="468124"/>
                    <a:pt x="4241763" y="558813"/>
                    <a:pt x="4189919" y="648696"/>
                  </a:cubicBezTo>
                  <a:cubicBezTo>
                    <a:pt x="4127778" y="756430"/>
                    <a:pt x="4065247" y="863946"/>
                    <a:pt x="4001846" y="970941"/>
                  </a:cubicBezTo>
                  <a:cubicBezTo>
                    <a:pt x="3991884" y="987755"/>
                    <a:pt x="3989067" y="1001035"/>
                    <a:pt x="3999364" y="1018551"/>
                  </a:cubicBezTo>
                  <a:cubicBezTo>
                    <a:pt x="4048667" y="1102423"/>
                    <a:pt x="4097182" y="1186759"/>
                    <a:pt x="4145766" y="1271052"/>
                  </a:cubicBezTo>
                  <a:cubicBezTo>
                    <a:pt x="4215297" y="1391685"/>
                    <a:pt x="4284644" y="1512423"/>
                    <a:pt x="4353814" y="1632670"/>
                  </a:cubicBezTo>
                  <a:cubicBezTo>
                    <a:pt x="4593638" y="1632670"/>
                    <a:pt x="4831191" y="1632298"/>
                    <a:pt x="5068738" y="1633279"/>
                  </a:cubicBezTo>
                  <a:cubicBezTo>
                    <a:pt x="5091093" y="1633371"/>
                    <a:pt x="5095680" y="1618204"/>
                    <a:pt x="5103200" y="1605298"/>
                  </a:cubicBezTo>
                  <a:cubicBezTo>
                    <a:pt x="5172361" y="1486607"/>
                    <a:pt x="5240898" y="1367552"/>
                    <a:pt x="5310396" y="1243654"/>
                  </a:cubicBezTo>
                  <a:cubicBezTo>
                    <a:pt x="5352573" y="1170599"/>
                    <a:pt x="5393375" y="1096690"/>
                    <a:pt x="5437853" y="1025066"/>
                  </a:cubicBezTo>
                  <a:cubicBezTo>
                    <a:pt x="5449618" y="1006120"/>
                    <a:pt x="5451973" y="992591"/>
                    <a:pt x="5441284" y="974761"/>
                  </a:cubicBezTo>
                  <a:cubicBezTo>
                    <a:pt x="5412930" y="927463"/>
                    <a:pt x="5384233" y="880358"/>
                    <a:pt x="5356726" y="832570"/>
                  </a:cubicBezTo>
                  <a:cubicBezTo>
                    <a:pt x="5266196" y="675304"/>
                    <a:pt x="5176134" y="517769"/>
                    <a:pt x="5085580" y="359792"/>
                  </a:cubicBezTo>
                  <a:close/>
                  <a:moveTo>
                    <a:pt x="4159531" y="563"/>
                  </a:moveTo>
                  <a:cubicBezTo>
                    <a:pt x="4533773" y="-195"/>
                    <a:pt x="4908017" y="-291"/>
                    <a:pt x="5282257" y="916"/>
                  </a:cubicBezTo>
                  <a:cubicBezTo>
                    <a:pt x="5293589" y="952"/>
                    <a:pt x="5309189" y="13238"/>
                    <a:pt x="5315532" y="24068"/>
                  </a:cubicBezTo>
                  <a:cubicBezTo>
                    <a:pt x="5404075" y="175218"/>
                    <a:pt x="5491494" y="327028"/>
                    <a:pt x="5578893" y="478846"/>
                  </a:cubicBezTo>
                  <a:cubicBezTo>
                    <a:pt x="5673859" y="643810"/>
                    <a:pt x="5768322" y="809065"/>
                    <a:pt x="5863588" y="973854"/>
                  </a:cubicBezTo>
                  <a:cubicBezTo>
                    <a:pt x="5874491" y="992714"/>
                    <a:pt x="5873881" y="1005831"/>
                    <a:pt x="5861796" y="1025691"/>
                  </a:cubicBezTo>
                  <a:cubicBezTo>
                    <a:pt x="5807826" y="1114381"/>
                    <a:pt x="5757038" y="1205007"/>
                    <a:pt x="5705029" y="1294892"/>
                  </a:cubicBezTo>
                  <a:cubicBezTo>
                    <a:pt x="5641124" y="1405335"/>
                    <a:pt x="5576928" y="1515612"/>
                    <a:pt x="5513265" y="1626193"/>
                  </a:cubicBezTo>
                  <a:cubicBezTo>
                    <a:pt x="5459840" y="1718990"/>
                    <a:pt x="5407065" y="1812161"/>
                    <a:pt x="5353864" y="1905087"/>
                  </a:cubicBezTo>
                  <a:cubicBezTo>
                    <a:pt x="5336131" y="1936063"/>
                    <a:pt x="5317969" y="1966795"/>
                    <a:pt x="5299089" y="1999209"/>
                  </a:cubicBezTo>
                  <a:cubicBezTo>
                    <a:pt x="5290339" y="1999209"/>
                    <a:pt x="5280394" y="1999209"/>
                    <a:pt x="5270450" y="1999209"/>
                  </a:cubicBezTo>
                  <a:cubicBezTo>
                    <a:pt x="4903980" y="1999209"/>
                    <a:pt x="4537511" y="1999128"/>
                    <a:pt x="4171040" y="1999433"/>
                  </a:cubicBezTo>
                  <a:cubicBezTo>
                    <a:pt x="4151582" y="1999449"/>
                    <a:pt x="4139609" y="1996994"/>
                    <a:pt x="4127926" y="1976105"/>
                  </a:cubicBezTo>
                  <a:cubicBezTo>
                    <a:pt x="4055595" y="1846772"/>
                    <a:pt x="3980316" y="1719085"/>
                    <a:pt x="3905866" y="1590940"/>
                  </a:cubicBezTo>
                  <a:cubicBezTo>
                    <a:pt x="3819488" y="1442263"/>
                    <a:pt x="3732730" y="1293807"/>
                    <a:pt x="3646623" y="1144973"/>
                  </a:cubicBezTo>
                  <a:cubicBezTo>
                    <a:pt x="3618996" y="1097218"/>
                    <a:pt x="3592917" y="1048569"/>
                    <a:pt x="3564433" y="997276"/>
                  </a:cubicBezTo>
                  <a:cubicBezTo>
                    <a:pt x="3611563" y="914962"/>
                    <a:pt x="3660204" y="829519"/>
                    <a:pt x="3709324" y="744352"/>
                  </a:cubicBezTo>
                  <a:cubicBezTo>
                    <a:pt x="3762818" y="651604"/>
                    <a:pt x="3816767" y="559119"/>
                    <a:pt x="3870496" y="466505"/>
                  </a:cubicBezTo>
                  <a:cubicBezTo>
                    <a:pt x="3933450" y="357991"/>
                    <a:pt x="3996511" y="249538"/>
                    <a:pt x="4059253" y="140903"/>
                  </a:cubicBezTo>
                  <a:cubicBezTo>
                    <a:pt x="4082510" y="100635"/>
                    <a:pt x="4105000" y="59923"/>
                    <a:pt x="4129585" y="17382"/>
                  </a:cubicBezTo>
                  <a:cubicBezTo>
                    <a:pt x="4140731" y="10207"/>
                    <a:pt x="4150122" y="582"/>
                    <a:pt x="4159531" y="56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61" name="Freeform: Shape 60">
              <a:extLst>
                <a:ext uri="{FF2B5EF4-FFF2-40B4-BE49-F238E27FC236}">
                  <a16:creationId xmlns:a16="http://schemas.microsoft.com/office/drawing/2014/main" id="{538E023A-1B45-BD90-FCFA-171226621BBB}"/>
                </a:ext>
                <a:ext uri="{C183D7F6-B498-43B3-948B-1728B52AA6E4}">
                  <adec:decorative xmlns:adec="http://schemas.microsoft.com/office/drawing/2017/decorative" val="1"/>
                </a:ext>
              </a:extLst>
            </p:cNvPr>
            <p:cNvSpPr/>
            <p:nvPr/>
          </p:nvSpPr>
          <p:spPr>
            <a:xfrm>
              <a:off x="9560165" y="1037510"/>
              <a:ext cx="177320" cy="183773"/>
            </a:xfrm>
            <a:custGeom>
              <a:avLst/>
              <a:gdLst>
                <a:gd name="connsiteX0" fmla="*/ 2146238 w 2659805"/>
                <a:gd name="connsiteY0" fmla="*/ 2633715 h 2756588"/>
                <a:gd name="connsiteX1" fmla="*/ 2167536 w 2659805"/>
                <a:gd name="connsiteY1" fmla="*/ 2633826 h 2756588"/>
                <a:gd name="connsiteX2" fmla="*/ 2109705 w 2659805"/>
                <a:gd name="connsiteY2" fmla="*/ 2668940 h 2756588"/>
                <a:gd name="connsiteX3" fmla="*/ 2111187 w 2659805"/>
                <a:gd name="connsiteY3" fmla="*/ 2650528 h 2756588"/>
                <a:gd name="connsiteX4" fmla="*/ 2111456 w 2659805"/>
                <a:gd name="connsiteY4" fmla="*/ 2649214 h 2756588"/>
                <a:gd name="connsiteX5" fmla="*/ 2116534 w 2659805"/>
                <a:gd name="connsiteY5" fmla="*/ 2642259 h 2756588"/>
                <a:gd name="connsiteX6" fmla="*/ 2122459 w 2659805"/>
                <a:gd name="connsiteY6" fmla="*/ 2638199 h 2756588"/>
                <a:gd name="connsiteX7" fmla="*/ 1785141 w 2659805"/>
                <a:gd name="connsiteY7" fmla="*/ 2384444 h 2756588"/>
                <a:gd name="connsiteX8" fmla="*/ 1761251 w 2659805"/>
                <a:gd name="connsiteY8" fmla="*/ 2393681 h 2756588"/>
                <a:gd name="connsiteX9" fmla="*/ 1785141 w 2659805"/>
                <a:gd name="connsiteY9" fmla="*/ 2384444 h 2756588"/>
                <a:gd name="connsiteX10" fmla="*/ 2071647 w 2659805"/>
                <a:gd name="connsiteY10" fmla="*/ 2264066 h 2756588"/>
                <a:gd name="connsiteX11" fmla="*/ 2047055 w 2659805"/>
                <a:gd name="connsiteY11" fmla="*/ 2286886 h 2756588"/>
                <a:gd name="connsiteX12" fmla="*/ 2071647 w 2659805"/>
                <a:gd name="connsiteY12" fmla="*/ 2264066 h 2756588"/>
                <a:gd name="connsiteX13" fmla="*/ 2621601 w 2659805"/>
                <a:gd name="connsiteY13" fmla="*/ 2055855 h 2756588"/>
                <a:gd name="connsiteX14" fmla="*/ 2523395 w 2659805"/>
                <a:gd name="connsiteY14" fmla="*/ 2296266 h 2756588"/>
                <a:gd name="connsiteX15" fmla="*/ 2521684 w 2659805"/>
                <a:gd name="connsiteY15" fmla="*/ 2274921 h 2756588"/>
                <a:gd name="connsiteX16" fmla="*/ 2536653 w 2659805"/>
                <a:gd name="connsiteY16" fmla="*/ 2212666 h 2756588"/>
                <a:gd name="connsiteX17" fmla="*/ 2597399 w 2659805"/>
                <a:gd name="connsiteY17" fmla="*/ 2077890 h 2756588"/>
                <a:gd name="connsiteX18" fmla="*/ 2621601 w 2659805"/>
                <a:gd name="connsiteY18" fmla="*/ 2055855 h 2756588"/>
                <a:gd name="connsiteX19" fmla="*/ 2650555 w 2659805"/>
                <a:gd name="connsiteY19" fmla="*/ 1937284 h 2756588"/>
                <a:gd name="connsiteX20" fmla="*/ 2649840 w 2659805"/>
                <a:gd name="connsiteY20" fmla="*/ 1949945 h 2756588"/>
                <a:gd name="connsiteX21" fmla="*/ 2636968 w 2659805"/>
                <a:gd name="connsiteY21" fmla="*/ 1942089 h 2756588"/>
                <a:gd name="connsiteX22" fmla="*/ 2650555 w 2659805"/>
                <a:gd name="connsiteY22" fmla="*/ 1937284 h 2756588"/>
                <a:gd name="connsiteX23" fmla="*/ 755184 w 2659805"/>
                <a:gd name="connsiteY23" fmla="*/ 1899469 h 2756588"/>
                <a:gd name="connsiteX24" fmla="*/ 765243 w 2659805"/>
                <a:gd name="connsiteY24" fmla="*/ 1903634 h 2756588"/>
                <a:gd name="connsiteX25" fmla="*/ 757502 w 2659805"/>
                <a:gd name="connsiteY25" fmla="*/ 1910284 h 2756588"/>
                <a:gd name="connsiteX26" fmla="*/ 755184 w 2659805"/>
                <a:gd name="connsiteY26" fmla="*/ 1899469 h 2756588"/>
                <a:gd name="connsiteX27" fmla="*/ 2657561 w 2659805"/>
                <a:gd name="connsiteY27" fmla="*/ 1878384 h 2756588"/>
                <a:gd name="connsiteX28" fmla="*/ 2656654 w 2659805"/>
                <a:gd name="connsiteY28" fmla="*/ 1896419 h 2756588"/>
                <a:gd name="connsiteX29" fmla="*/ 2643721 w 2659805"/>
                <a:gd name="connsiteY29" fmla="*/ 1892331 h 2756588"/>
                <a:gd name="connsiteX30" fmla="*/ 2657561 w 2659805"/>
                <a:gd name="connsiteY30" fmla="*/ 1878384 h 2756588"/>
                <a:gd name="connsiteX31" fmla="*/ 2294638 w 2659805"/>
                <a:gd name="connsiteY31" fmla="*/ 1726197 h 2756588"/>
                <a:gd name="connsiteX32" fmla="*/ 2304692 w 2659805"/>
                <a:gd name="connsiteY32" fmla="*/ 1730360 h 2756588"/>
                <a:gd name="connsiteX33" fmla="*/ 2296955 w 2659805"/>
                <a:gd name="connsiteY33" fmla="*/ 1737013 h 2756588"/>
                <a:gd name="connsiteX34" fmla="*/ 2294638 w 2659805"/>
                <a:gd name="connsiteY34" fmla="*/ 1726197 h 2756588"/>
                <a:gd name="connsiteX35" fmla="*/ 751706 w 2659805"/>
                <a:gd name="connsiteY35" fmla="*/ 1704850 h 2756588"/>
                <a:gd name="connsiteX36" fmla="*/ 765354 w 2659805"/>
                <a:gd name="connsiteY36" fmla="*/ 1711329 h 2756588"/>
                <a:gd name="connsiteX37" fmla="*/ 751120 w 2659805"/>
                <a:gd name="connsiteY37" fmla="*/ 1723705 h 2756588"/>
                <a:gd name="connsiteX38" fmla="*/ 751706 w 2659805"/>
                <a:gd name="connsiteY38" fmla="*/ 1704850 h 2756588"/>
                <a:gd name="connsiteX39" fmla="*/ 1117747 w 2659805"/>
                <a:gd name="connsiteY39" fmla="*/ 1697364 h 2756588"/>
                <a:gd name="connsiteX40" fmla="*/ 1117174 w 2659805"/>
                <a:gd name="connsiteY40" fmla="*/ 1716501 h 2756588"/>
                <a:gd name="connsiteX41" fmla="*/ 1103396 w 2659805"/>
                <a:gd name="connsiteY41" fmla="*/ 1704433 h 2756588"/>
                <a:gd name="connsiteX42" fmla="*/ 1117747 w 2659805"/>
                <a:gd name="connsiteY42" fmla="*/ 1697364 h 2756588"/>
                <a:gd name="connsiteX43" fmla="*/ 758370 w 2659805"/>
                <a:gd name="connsiteY43" fmla="*/ 1651535 h 2756588"/>
                <a:gd name="connsiteX44" fmla="*/ 772018 w 2659805"/>
                <a:gd name="connsiteY44" fmla="*/ 1658014 h 2756588"/>
                <a:gd name="connsiteX45" fmla="*/ 757784 w 2659805"/>
                <a:gd name="connsiteY45" fmla="*/ 1670391 h 2756588"/>
                <a:gd name="connsiteX46" fmla="*/ 758370 w 2659805"/>
                <a:gd name="connsiteY46" fmla="*/ 1651535 h 2756588"/>
                <a:gd name="connsiteX47" fmla="*/ 2606162 w 2659805"/>
                <a:gd name="connsiteY47" fmla="*/ 1485032 h 2756588"/>
                <a:gd name="connsiteX48" fmla="*/ 2633203 w 2659805"/>
                <a:gd name="connsiteY48" fmla="*/ 1568069 h 2756588"/>
                <a:gd name="connsiteX49" fmla="*/ 2606162 w 2659805"/>
                <a:gd name="connsiteY49" fmla="*/ 1485032 h 2756588"/>
                <a:gd name="connsiteX50" fmla="*/ 926945 w 2659805"/>
                <a:gd name="connsiteY50" fmla="*/ 1242730 h 2756588"/>
                <a:gd name="connsiteX51" fmla="*/ 937336 w 2659805"/>
                <a:gd name="connsiteY51" fmla="*/ 1255138 h 2756588"/>
                <a:gd name="connsiteX52" fmla="*/ 912744 w 2659805"/>
                <a:gd name="connsiteY52" fmla="*/ 1262489 h 2756588"/>
                <a:gd name="connsiteX53" fmla="*/ 926945 w 2659805"/>
                <a:gd name="connsiteY53" fmla="*/ 1242730 h 2756588"/>
                <a:gd name="connsiteX54" fmla="*/ 1734464 w 2659805"/>
                <a:gd name="connsiteY54" fmla="*/ 1206704 h 2756588"/>
                <a:gd name="connsiteX55" fmla="*/ 1677852 w 2659805"/>
                <a:gd name="connsiteY55" fmla="*/ 1207019 h 2756588"/>
                <a:gd name="connsiteX56" fmla="*/ 1485385 w 2659805"/>
                <a:gd name="connsiteY56" fmla="*/ 1241073 h 2756588"/>
                <a:gd name="connsiteX57" fmla="*/ 1470523 w 2659805"/>
                <a:gd name="connsiteY57" fmla="*/ 1240291 h 2756588"/>
                <a:gd name="connsiteX58" fmla="*/ 1469544 w 2659805"/>
                <a:gd name="connsiteY58" fmla="*/ 1240127 h 2756588"/>
                <a:gd name="connsiteX59" fmla="*/ 1468997 w 2659805"/>
                <a:gd name="connsiteY59" fmla="*/ 1240210 h 2756588"/>
                <a:gd name="connsiteX60" fmla="*/ 1461957 w 2659805"/>
                <a:gd name="connsiteY60" fmla="*/ 1239840 h 2756588"/>
                <a:gd name="connsiteX61" fmla="*/ 1450077 w 2659805"/>
                <a:gd name="connsiteY61" fmla="*/ 1243099 h 2756588"/>
                <a:gd name="connsiteX62" fmla="*/ 1447267 w 2659805"/>
                <a:gd name="connsiteY62" fmla="*/ 1243529 h 2756588"/>
                <a:gd name="connsiteX63" fmla="*/ 1445152 w 2659805"/>
                <a:gd name="connsiteY63" fmla="*/ 1244451 h 2756588"/>
                <a:gd name="connsiteX64" fmla="*/ 1431436 w 2659805"/>
                <a:gd name="connsiteY64" fmla="*/ 1248214 h 2756588"/>
                <a:gd name="connsiteX65" fmla="*/ 1389013 w 2659805"/>
                <a:gd name="connsiteY65" fmla="*/ 1278755 h 2756588"/>
                <a:gd name="connsiteX66" fmla="*/ 1389013 w 2659805"/>
                <a:gd name="connsiteY66" fmla="*/ 1278756 h 2756588"/>
                <a:gd name="connsiteX67" fmla="*/ 1403816 w 2659805"/>
                <a:gd name="connsiteY67" fmla="*/ 1262469 h 2756588"/>
                <a:gd name="connsiteX68" fmla="*/ 1445152 w 2659805"/>
                <a:gd name="connsiteY68" fmla="*/ 1244451 h 2756588"/>
                <a:gd name="connsiteX69" fmla="*/ 1450077 w 2659805"/>
                <a:gd name="connsiteY69" fmla="*/ 1243099 h 2756588"/>
                <a:gd name="connsiteX70" fmla="*/ 1468997 w 2659805"/>
                <a:gd name="connsiteY70" fmla="*/ 1240210 h 2756588"/>
                <a:gd name="connsiteX71" fmla="*/ 1470523 w 2659805"/>
                <a:gd name="connsiteY71" fmla="*/ 1240291 h 2756588"/>
                <a:gd name="connsiteX72" fmla="*/ 1486642 w 2659805"/>
                <a:gd name="connsiteY72" fmla="*/ 1242985 h 2756588"/>
                <a:gd name="connsiteX73" fmla="*/ 1394732 w 2659805"/>
                <a:gd name="connsiteY73" fmla="*/ 1292797 h 2756588"/>
                <a:gd name="connsiteX74" fmla="*/ 1389013 w 2659805"/>
                <a:gd name="connsiteY74" fmla="*/ 1278757 h 2756588"/>
                <a:gd name="connsiteX75" fmla="*/ 1391836 w 2659805"/>
                <a:gd name="connsiteY75" fmla="*/ 1295079 h 2756588"/>
                <a:gd name="connsiteX76" fmla="*/ 1385535 w 2659805"/>
                <a:gd name="connsiteY76" fmla="*/ 1292880 h 2756588"/>
                <a:gd name="connsiteX77" fmla="*/ 1371772 w 2659805"/>
                <a:gd name="connsiteY77" fmla="*/ 1308408 h 2756588"/>
                <a:gd name="connsiteX78" fmla="*/ 1365683 w 2659805"/>
                <a:gd name="connsiteY78" fmla="*/ 1306248 h 2756588"/>
                <a:gd name="connsiteX79" fmla="*/ 1351917 w 2659805"/>
                <a:gd name="connsiteY79" fmla="*/ 1322222 h 2756588"/>
                <a:gd name="connsiteX80" fmla="*/ 1347012 w 2659805"/>
                <a:gd name="connsiteY80" fmla="*/ 1327916 h 2756588"/>
                <a:gd name="connsiteX81" fmla="*/ 1336372 w 2659805"/>
                <a:gd name="connsiteY81" fmla="*/ 1330926 h 2756588"/>
                <a:gd name="connsiteX82" fmla="*/ 1322241 w 2659805"/>
                <a:gd name="connsiteY82" fmla="*/ 1345732 h 2756588"/>
                <a:gd name="connsiteX83" fmla="*/ 1312835 w 2659805"/>
                <a:gd name="connsiteY83" fmla="*/ 1355587 h 2756588"/>
                <a:gd name="connsiteX84" fmla="*/ 1210423 w 2659805"/>
                <a:gd name="connsiteY84" fmla="*/ 1464255 h 2756588"/>
                <a:gd name="connsiteX85" fmla="*/ 1181447 w 2659805"/>
                <a:gd name="connsiteY85" fmla="*/ 1491280 h 2756588"/>
                <a:gd name="connsiteX86" fmla="*/ 1157579 w 2659805"/>
                <a:gd name="connsiteY86" fmla="*/ 1520785 h 2756588"/>
                <a:gd name="connsiteX87" fmla="*/ 1181739 w 2659805"/>
                <a:gd name="connsiteY87" fmla="*/ 1491287 h 2756588"/>
                <a:gd name="connsiteX88" fmla="*/ 1212772 w 2659805"/>
                <a:gd name="connsiteY88" fmla="*/ 1464307 h 2756588"/>
                <a:gd name="connsiteX89" fmla="*/ 1128822 w 2659805"/>
                <a:gd name="connsiteY89" fmla="*/ 1651818 h 2756588"/>
                <a:gd name="connsiteX90" fmla="*/ 1119563 w 2659805"/>
                <a:gd name="connsiteY90" fmla="*/ 1628748 h 2756588"/>
                <a:gd name="connsiteX91" fmla="*/ 1127295 w 2659805"/>
                <a:gd name="connsiteY91" fmla="*/ 1656078 h 2756588"/>
                <a:gd name="connsiteX92" fmla="*/ 1121028 w 2659805"/>
                <a:gd name="connsiteY92" fmla="*/ 1658015 h 2756588"/>
                <a:gd name="connsiteX93" fmla="*/ 1104269 w 2659805"/>
                <a:gd name="connsiteY93" fmla="*/ 1663453 h 2756588"/>
                <a:gd name="connsiteX94" fmla="*/ 1104270 w 2659805"/>
                <a:gd name="connsiteY94" fmla="*/ 1663454 h 2756588"/>
                <a:gd name="connsiteX95" fmla="*/ 1123747 w 2659805"/>
                <a:gd name="connsiteY95" fmla="*/ 1658489 h 2756588"/>
                <a:gd name="connsiteX96" fmla="*/ 1123569 w 2659805"/>
                <a:gd name="connsiteY96" fmla="*/ 1676886 h 2756588"/>
                <a:gd name="connsiteX97" fmla="*/ 1104271 w 2659805"/>
                <a:gd name="connsiteY97" fmla="*/ 1663456 h 2756588"/>
                <a:gd name="connsiteX98" fmla="*/ 1121188 w 2659805"/>
                <a:gd name="connsiteY98" fmla="*/ 1682502 h 2756588"/>
                <a:gd name="connsiteX99" fmla="*/ 1115546 w 2659805"/>
                <a:gd name="connsiteY99" fmla="*/ 1697402 h 2756588"/>
                <a:gd name="connsiteX100" fmla="*/ 1103396 w 2659805"/>
                <a:gd name="connsiteY100" fmla="*/ 1704433 h 2756588"/>
                <a:gd name="connsiteX101" fmla="*/ 1114515 w 2659805"/>
                <a:gd name="connsiteY101" fmla="*/ 1723788 h 2756588"/>
                <a:gd name="connsiteX102" fmla="*/ 1118034 w 2659805"/>
                <a:gd name="connsiteY102" fmla="*/ 1919732 h 2756588"/>
                <a:gd name="connsiteX103" fmla="*/ 1115249 w 2659805"/>
                <a:gd name="connsiteY103" fmla="*/ 1942063 h 2756588"/>
                <a:gd name="connsiteX104" fmla="*/ 1116585 w 2659805"/>
                <a:gd name="connsiteY104" fmla="*/ 1962852 h 2756588"/>
                <a:gd name="connsiteX105" fmla="*/ 1115484 w 2659805"/>
                <a:gd name="connsiteY105" fmla="*/ 1941889 h 2756588"/>
                <a:gd name="connsiteX106" fmla="*/ 1119915 w 2659805"/>
                <a:gd name="connsiteY106" fmla="*/ 1918340 h 2756588"/>
                <a:gd name="connsiteX107" fmla="*/ 1147005 w 2659805"/>
                <a:gd name="connsiteY107" fmla="*/ 2001310 h 2756588"/>
                <a:gd name="connsiteX108" fmla="*/ 1129888 w 2659805"/>
                <a:gd name="connsiteY108" fmla="*/ 1983705 h 2756588"/>
                <a:gd name="connsiteX109" fmla="*/ 1116612 w 2659805"/>
                <a:gd name="connsiteY109" fmla="*/ 1962899 h 2756588"/>
                <a:gd name="connsiteX110" fmla="*/ 1130072 w 2659805"/>
                <a:gd name="connsiteY110" fmla="*/ 1984528 h 2756588"/>
                <a:gd name="connsiteX111" fmla="*/ 1148481 w 2659805"/>
                <a:gd name="connsiteY111" fmla="*/ 2007894 h 2756588"/>
                <a:gd name="connsiteX112" fmla="*/ 1151918 w 2659805"/>
                <a:gd name="connsiteY112" fmla="*/ 2025602 h 2756588"/>
                <a:gd name="connsiteX113" fmla="*/ 1162044 w 2659805"/>
                <a:gd name="connsiteY113" fmla="*/ 2041515 h 2756588"/>
                <a:gd name="connsiteX114" fmla="*/ 1381525 w 2659805"/>
                <a:gd name="connsiteY114" fmla="*/ 2301138 h 2756588"/>
                <a:gd name="connsiteX115" fmla="*/ 1390343 w 2659805"/>
                <a:gd name="connsiteY115" fmla="*/ 2314273 h 2756588"/>
                <a:gd name="connsiteX116" fmla="*/ 1381384 w 2659805"/>
                <a:gd name="connsiteY116" fmla="*/ 2298743 h 2756588"/>
                <a:gd name="connsiteX117" fmla="*/ 1555871 w 2659805"/>
                <a:gd name="connsiteY117" fmla="*/ 2370572 h 2756588"/>
                <a:gd name="connsiteX118" fmla="*/ 1611504 w 2659805"/>
                <a:gd name="connsiteY118" fmla="*/ 2384389 h 2756588"/>
                <a:gd name="connsiteX119" fmla="*/ 1600345 w 2659805"/>
                <a:gd name="connsiteY119" fmla="*/ 2396743 h 2756588"/>
                <a:gd name="connsiteX120" fmla="*/ 1587918 w 2659805"/>
                <a:gd name="connsiteY120" fmla="*/ 2397595 h 2756588"/>
                <a:gd name="connsiteX121" fmla="*/ 1587930 w 2659805"/>
                <a:gd name="connsiteY121" fmla="*/ 2397600 h 2756588"/>
                <a:gd name="connsiteX122" fmla="*/ 1618729 w 2659805"/>
                <a:gd name="connsiteY122" fmla="*/ 2383943 h 2756588"/>
                <a:gd name="connsiteX123" fmla="*/ 1634864 w 2659805"/>
                <a:gd name="connsiteY123" fmla="*/ 2394130 h 2756588"/>
                <a:gd name="connsiteX124" fmla="*/ 1660358 w 2659805"/>
                <a:gd name="connsiteY124" fmla="*/ 2390594 h 2756588"/>
                <a:gd name="connsiteX125" fmla="*/ 1761661 w 2659805"/>
                <a:gd name="connsiteY125" fmla="*/ 2395837 h 2756588"/>
                <a:gd name="connsiteX126" fmla="*/ 1791906 w 2659805"/>
                <a:gd name="connsiteY126" fmla="*/ 2383964 h 2756588"/>
                <a:gd name="connsiteX127" fmla="*/ 1801869 w 2659805"/>
                <a:gd name="connsiteY127" fmla="*/ 2389513 h 2756588"/>
                <a:gd name="connsiteX128" fmla="*/ 1805854 w 2659805"/>
                <a:gd name="connsiteY128" fmla="*/ 2394325 h 2756588"/>
                <a:gd name="connsiteX129" fmla="*/ 1801347 w 2659805"/>
                <a:gd name="connsiteY129" fmla="*/ 2387187 h 2756588"/>
                <a:gd name="connsiteX130" fmla="*/ 1947320 w 2659805"/>
                <a:gd name="connsiteY130" fmla="*/ 2336715 h 2756588"/>
                <a:gd name="connsiteX131" fmla="*/ 2040352 w 2659805"/>
                <a:gd name="connsiteY131" fmla="*/ 2288422 h 2756588"/>
                <a:gd name="connsiteX132" fmla="*/ 2041593 w 2659805"/>
                <a:gd name="connsiteY132" fmla="*/ 2307454 h 2756588"/>
                <a:gd name="connsiteX133" fmla="*/ 2043198 w 2659805"/>
                <a:gd name="connsiteY133" fmla="*/ 2286231 h 2756588"/>
                <a:gd name="connsiteX134" fmla="*/ 2049650 w 2659805"/>
                <a:gd name="connsiteY134" fmla="*/ 2288427 h 2756588"/>
                <a:gd name="connsiteX135" fmla="*/ 2073986 w 2659805"/>
                <a:gd name="connsiteY135" fmla="*/ 2263725 h 2756588"/>
                <a:gd name="connsiteX136" fmla="*/ 2079096 w 2659805"/>
                <a:gd name="connsiteY136" fmla="*/ 2263642 h 2756588"/>
                <a:gd name="connsiteX137" fmla="*/ 2091918 w 2659805"/>
                <a:gd name="connsiteY137" fmla="*/ 2261195 h 2756588"/>
                <a:gd name="connsiteX138" fmla="*/ 2076277 w 2659805"/>
                <a:gd name="connsiteY138" fmla="*/ 2263525 h 2756588"/>
                <a:gd name="connsiteX139" fmla="*/ 2105053 w 2659805"/>
                <a:gd name="connsiteY139" fmla="*/ 2237290 h 2756588"/>
                <a:gd name="connsiteX140" fmla="*/ 2101902 w 2659805"/>
                <a:gd name="connsiteY140" fmla="*/ 2259288 h 2756588"/>
                <a:gd name="connsiteX141" fmla="*/ 2102636 w 2659805"/>
                <a:gd name="connsiteY141" fmla="*/ 2259148 h 2756588"/>
                <a:gd name="connsiteX142" fmla="*/ 2108596 w 2659805"/>
                <a:gd name="connsiteY142" fmla="*/ 2232631 h 2756588"/>
                <a:gd name="connsiteX143" fmla="*/ 2131731 w 2659805"/>
                <a:gd name="connsiteY143" fmla="*/ 2217016 h 2756588"/>
                <a:gd name="connsiteX144" fmla="*/ 2171272 w 2659805"/>
                <a:gd name="connsiteY144" fmla="*/ 2181386 h 2756588"/>
                <a:gd name="connsiteX145" fmla="*/ 2184071 w 2659805"/>
                <a:gd name="connsiteY145" fmla="*/ 2169828 h 2756588"/>
                <a:gd name="connsiteX146" fmla="*/ 2171232 w 2659805"/>
                <a:gd name="connsiteY146" fmla="*/ 2181386 h 2756588"/>
                <a:gd name="connsiteX147" fmla="*/ 2129171 w 2659805"/>
                <a:gd name="connsiteY147" fmla="*/ 2216940 h 2756588"/>
                <a:gd name="connsiteX148" fmla="*/ 2173189 w 2659805"/>
                <a:gd name="connsiteY148" fmla="*/ 2162360 h 2756588"/>
                <a:gd name="connsiteX149" fmla="*/ 2184439 w 2659805"/>
                <a:gd name="connsiteY149" fmla="*/ 2169495 h 2756588"/>
                <a:gd name="connsiteX150" fmla="*/ 2184440 w 2659805"/>
                <a:gd name="connsiteY150" fmla="*/ 2169494 h 2756588"/>
                <a:gd name="connsiteX151" fmla="*/ 2174639 w 2659805"/>
                <a:gd name="connsiteY151" fmla="*/ 2157675 h 2756588"/>
                <a:gd name="connsiteX152" fmla="*/ 2181797 w 2659805"/>
                <a:gd name="connsiteY152" fmla="*/ 2156337 h 2756588"/>
                <a:gd name="connsiteX153" fmla="*/ 2195871 w 2659805"/>
                <a:gd name="connsiteY153" fmla="*/ 2151302 h 2756588"/>
                <a:gd name="connsiteX154" fmla="*/ 2206032 w 2659805"/>
                <a:gd name="connsiteY154" fmla="*/ 2144381 h 2756588"/>
                <a:gd name="connsiteX155" fmla="*/ 2195529 w 2659805"/>
                <a:gd name="connsiteY155" fmla="*/ 2151190 h 2756588"/>
                <a:gd name="connsiteX156" fmla="*/ 2179060 w 2659805"/>
                <a:gd name="connsiteY156" fmla="*/ 2155435 h 2756588"/>
                <a:gd name="connsiteX157" fmla="*/ 2277706 w 2659805"/>
                <a:gd name="connsiteY157" fmla="*/ 1951617 h 2756588"/>
                <a:gd name="connsiteX158" fmla="*/ 2286042 w 2659805"/>
                <a:gd name="connsiteY158" fmla="*/ 1958720 h 2756588"/>
                <a:gd name="connsiteX159" fmla="*/ 2289271 w 2659805"/>
                <a:gd name="connsiteY159" fmla="*/ 1965205 h 2756588"/>
                <a:gd name="connsiteX160" fmla="*/ 2286395 w 2659805"/>
                <a:gd name="connsiteY160" fmla="*/ 1958015 h 2756588"/>
                <a:gd name="connsiteX161" fmla="*/ 2280544 w 2659805"/>
                <a:gd name="connsiteY161" fmla="*/ 1945973 h 2756588"/>
                <a:gd name="connsiteX162" fmla="*/ 2286061 w 2659805"/>
                <a:gd name="connsiteY162" fmla="*/ 1936684 h 2756588"/>
                <a:gd name="connsiteX163" fmla="*/ 2298136 w 2659805"/>
                <a:gd name="connsiteY163" fmla="*/ 1924588 h 2756588"/>
                <a:gd name="connsiteX164" fmla="*/ 2283909 w 2659805"/>
                <a:gd name="connsiteY164" fmla="*/ 1936964 h 2756588"/>
                <a:gd name="connsiteX165" fmla="*/ 2284486 w 2659805"/>
                <a:gd name="connsiteY165" fmla="*/ 1918117 h 2756588"/>
                <a:gd name="connsiteX166" fmla="*/ 2298143 w 2659805"/>
                <a:gd name="connsiteY166" fmla="*/ 1924581 h 2756588"/>
                <a:gd name="connsiteX167" fmla="*/ 2298143 w 2659805"/>
                <a:gd name="connsiteY167" fmla="*/ 1924580 h 2756588"/>
                <a:gd name="connsiteX168" fmla="*/ 2287210 w 2659805"/>
                <a:gd name="connsiteY168" fmla="*/ 1912650 h 2756588"/>
                <a:gd name="connsiteX169" fmla="*/ 2292725 w 2659805"/>
                <a:gd name="connsiteY169" fmla="*/ 1903362 h 2756588"/>
                <a:gd name="connsiteX170" fmla="*/ 2304800 w 2659805"/>
                <a:gd name="connsiteY170" fmla="*/ 1891267 h 2756588"/>
                <a:gd name="connsiteX171" fmla="*/ 2290573 w 2659805"/>
                <a:gd name="connsiteY171" fmla="*/ 1903643 h 2756588"/>
                <a:gd name="connsiteX172" fmla="*/ 2291151 w 2659805"/>
                <a:gd name="connsiteY172" fmla="*/ 1884796 h 2756588"/>
                <a:gd name="connsiteX173" fmla="*/ 2304808 w 2659805"/>
                <a:gd name="connsiteY173" fmla="*/ 1891260 h 2756588"/>
                <a:gd name="connsiteX174" fmla="*/ 2304808 w 2659805"/>
                <a:gd name="connsiteY174" fmla="*/ 1891259 h 2756588"/>
                <a:gd name="connsiteX175" fmla="*/ 2293850 w 2659805"/>
                <a:gd name="connsiteY175" fmla="*/ 1877510 h 2756588"/>
                <a:gd name="connsiteX176" fmla="*/ 2298822 w 2659805"/>
                <a:gd name="connsiteY176" fmla="*/ 1736718 h 2756588"/>
                <a:gd name="connsiteX177" fmla="*/ 2304692 w 2659805"/>
                <a:gd name="connsiteY177" fmla="*/ 1730360 h 2756588"/>
                <a:gd name="connsiteX178" fmla="*/ 2292961 w 2659805"/>
                <a:gd name="connsiteY178" fmla="*/ 1719651 h 2756588"/>
                <a:gd name="connsiteX179" fmla="*/ 2292805 w 2659805"/>
                <a:gd name="connsiteY179" fmla="*/ 1696402 h 2756588"/>
                <a:gd name="connsiteX180" fmla="*/ 2266558 w 2659805"/>
                <a:gd name="connsiteY180" fmla="*/ 1606689 h 2756588"/>
                <a:gd name="connsiteX181" fmla="*/ 2263120 w 2659805"/>
                <a:gd name="connsiteY181" fmla="*/ 1588978 h 2756588"/>
                <a:gd name="connsiteX182" fmla="*/ 2252983 w 2659805"/>
                <a:gd name="connsiteY182" fmla="*/ 1573048 h 2756588"/>
                <a:gd name="connsiteX183" fmla="*/ 2247576 w 2659805"/>
                <a:gd name="connsiteY183" fmla="*/ 1564862 h 2756588"/>
                <a:gd name="connsiteX184" fmla="*/ 2057886 w 2659805"/>
                <a:gd name="connsiteY184" fmla="*/ 1326104 h 2756588"/>
                <a:gd name="connsiteX185" fmla="*/ 1913149 w 2659805"/>
                <a:gd name="connsiteY185" fmla="*/ 1238525 h 2756588"/>
                <a:gd name="connsiteX186" fmla="*/ 1855505 w 2659805"/>
                <a:gd name="connsiteY186" fmla="*/ 1224232 h 2756588"/>
                <a:gd name="connsiteX187" fmla="*/ 1791685 w 2659805"/>
                <a:gd name="connsiteY187" fmla="*/ 1212663 h 2756588"/>
                <a:gd name="connsiteX188" fmla="*/ 1734464 w 2659805"/>
                <a:gd name="connsiteY188" fmla="*/ 1206704 h 2756588"/>
                <a:gd name="connsiteX189" fmla="*/ 971607 w 2659805"/>
                <a:gd name="connsiteY189" fmla="*/ 1184831 h 2756588"/>
                <a:gd name="connsiteX190" fmla="*/ 984881 w 2659805"/>
                <a:gd name="connsiteY190" fmla="*/ 1189152 h 2756588"/>
                <a:gd name="connsiteX191" fmla="*/ 932781 w 2659805"/>
                <a:gd name="connsiteY191" fmla="*/ 1235762 h 2756588"/>
                <a:gd name="connsiteX192" fmla="*/ 971607 w 2659805"/>
                <a:gd name="connsiteY192" fmla="*/ 1184831 h 2756588"/>
                <a:gd name="connsiteX193" fmla="*/ 1605205 w 2659805"/>
                <a:gd name="connsiteY193" fmla="*/ 844988 h 2756588"/>
                <a:gd name="connsiteX194" fmla="*/ 1599293 w 2659805"/>
                <a:gd name="connsiteY194" fmla="*/ 862115 h 2756588"/>
                <a:gd name="connsiteX195" fmla="*/ 1607554 w 2659805"/>
                <a:gd name="connsiteY195" fmla="*/ 845407 h 2756588"/>
                <a:gd name="connsiteX196" fmla="*/ 1812948 w 2659805"/>
                <a:gd name="connsiteY196" fmla="*/ 850084 h 2756588"/>
                <a:gd name="connsiteX197" fmla="*/ 1830039 w 2659805"/>
                <a:gd name="connsiteY197" fmla="*/ 851687 h 2756588"/>
                <a:gd name="connsiteX198" fmla="*/ 1834133 w 2659805"/>
                <a:gd name="connsiteY198" fmla="*/ 852071 h 2756588"/>
                <a:gd name="connsiteX199" fmla="*/ 1859999 w 2659805"/>
                <a:gd name="connsiteY199" fmla="*/ 856976 h 2756588"/>
                <a:gd name="connsiteX200" fmla="*/ 1876399 w 2659805"/>
                <a:gd name="connsiteY200" fmla="*/ 858364 h 2756588"/>
                <a:gd name="connsiteX201" fmla="*/ 1880783 w 2659805"/>
                <a:gd name="connsiteY201" fmla="*/ 858736 h 2756588"/>
                <a:gd name="connsiteX202" fmla="*/ 1900282 w 2659805"/>
                <a:gd name="connsiteY202" fmla="*/ 864000 h 2756588"/>
                <a:gd name="connsiteX203" fmla="*/ 1901568 w 2659805"/>
                <a:gd name="connsiteY203" fmla="*/ 866062 h 2756588"/>
                <a:gd name="connsiteX204" fmla="*/ 1986022 w 2659805"/>
                <a:gd name="connsiteY204" fmla="*/ 886270 h 2756588"/>
                <a:gd name="connsiteX205" fmla="*/ 2069011 w 2659805"/>
                <a:gd name="connsiteY205" fmla="*/ 912986 h 2756588"/>
                <a:gd name="connsiteX206" fmla="*/ 2233627 w 2659805"/>
                <a:gd name="connsiteY206" fmla="*/ 1001736 h 2756588"/>
                <a:gd name="connsiteX207" fmla="*/ 2206213 w 2659805"/>
                <a:gd name="connsiteY207" fmla="*/ 996668 h 2756588"/>
                <a:gd name="connsiteX208" fmla="*/ 2234595 w 2659805"/>
                <a:gd name="connsiteY208" fmla="*/ 1003852 h 2756588"/>
                <a:gd name="connsiteX209" fmla="*/ 2234440 w 2659805"/>
                <a:gd name="connsiteY209" fmla="*/ 1006252 h 2756588"/>
                <a:gd name="connsiteX210" fmla="*/ 2254589 w 2659805"/>
                <a:gd name="connsiteY210" fmla="*/ 1017179 h 2756588"/>
                <a:gd name="connsiteX211" fmla="*/ 2254442 w 2659805"/>
                <a:gd name="connsiteY211" fmla="*/ 1019594 h 2756588"/>
                <a:gd name="connsiteX212" fmla="*/ 2274745 w 2659805"/>
                <a:gd name="connsiteY212" fmla="*/ 1030615 h 2756588"/>
                <a:gd name="connsiteX213" fmla="*/ 2436961 w 2659805"/>
                <a:gd name="connsiteY213" fmla="*/ 1179485 h 2756588"/>
                <a:gd name="connsiteX214" fmla="*/ 2585578 w 2659805"/>
                <a:gd name="connsiteY214" fmla="*/ 1428955 h 2756588"/>
                <a:gd name="connsiteX215" fmla="*/ 2576583 w 2659805"/>
                <a:gd name="connsiteY215" fmla="*/ 1444656 h 2756588"/>
                <a:gd name="connsiteX216" fmla="*/ 2576825 w 2659805"/>
                <a:gd name="connsiteY216" fmla="*/ 1445520 h 2756588"/>
                <a:gd name="connsiteX217" fmla="*/ 2585941 w 2659805"/>
                <a:gd name="connsiteY217" fmla="*/ 1431391 h 2756588"/>
                <a:gd name="connsiteX218" fmla="*/ 2599842 w 2659805"/>
                <a:gd name="connsiteY218" fmla="*/ 1461719 h 2756588"/>
                <a:gd name="connsiteX219" fmla="*/ 2579280 w 2659805"/>
                <a:gd name="connsiteY219" fmla="*/ 1453988 h 2756588"/>
                <a:gd name="connsiteX220" fmla="*/ 2578147 w 2659805"/>
                <a:gd name="connsiteY220" fmla="*/ 1450265 h 2756588"/>
                <a:gd name="connsiteX221" fmla="*/ 2579183 w 2659805"/>
                <a:gd name="connsiteY221" fmla="*/ 1453978 h 2756588"/>
                <a:gd name="connsiteX222" fmla="*/ 2599425 w 2659805"/>
                <a:gd name="connsiteY222" fmla="*/ 1464077 h 2756588"/>
                <a:gd name="connsiteX223" fmla="*/ 2605823 w 2659805"/>
                <a:gd name="connsiteY223" fmla="*/ 1482848 h 2756588"/>
                <a:gd name="connsiteX224" fmla="*/ 2632747 w 2659805"/>
                <a:gd name="connsiteY224" fmla="*/ 1570698 h 2756588"/>
                <a:gd name="connsiteX225" fmla="*/ 2636508 w 2659805"/>
                <a:gd name="connsiteY225" fmla="*/ 1582580 h 2756588"/>
                <a:gd name="connsiteX226" fmla="*/ 2624637 w 2659805"/>
                <a:gd name="connsiteY226" fmla="*/ 1590290 h 2756588"/>
                <a:gd name="connsiteX227" fmla="*/ 2624639 w 2659805"/>
                <a:gd name="connsiteY227" fmla="*/ 1590291 h 2756588"/>
                <a:gd name="connsiteX228" fmla="*/ 2636483 w 2659805"/>
                <a:gd name="connsiteY228" fmla="*/ 1585469 h 2756588"/>
                <a:gd name="connsiteX229" fmla="*/ 2639455 w 2659805"/>
                <a:gd name="connsiteY229" fmla="*/ 1593835 h 2756588"/>
                <a:gd name="connsiteX230" fmla="*/ 2624647 w 2659805"/>
                <a:gd name="connsiteY230" fmla="*/ 1590293 h 2756588"/>
                <a:gd name="connsiteX231" fmla="*/ 2639094 w 2659805"/>
                <a:gd name="connsiteY231" fmla="*/ 1595388 h 2756588"/>
                <a:gd name="connsiteX232" fmla="*/ 2658027 w 2659805"/>
                <a:gd name="connsiteY232" fmla="*/ 1875279 h 2756588"/>
                <a:gd name="connsiteX233" fmla="*/ 2643721 w 2659805"/>
                <a:gd name="connsiteY233" fmla="*/ 1892331 h 2756588"/>
                <a:gd name="connsiteX234" fmla="*/ 2654652 w 2659805"/>
                <a:gd name="connsiteY234" fmla="*/ 1897504 h 2756588"/>
                <a:gd name="connsiteX235" fmla="*/ 2651018 w 2659805"/>
                <a:gd name="connsiteY235" fmla="*/ 1934476 h 2756588"/>
                <a:gd name="connsiteX236" fmla="*/ 2636968 w 2659805"/>
                <a:gd name="connsiteY236" fmla="*/ 1942089 h 2756588"/>
                <a:gd name="connsiteX237" fmla="*/ 2647982 w 2659805"/>
                <a:gd name="connsiteY237" fmla="*/ 1950823 h 2756588"/>
                <a:gd name="connsiteX238" fmla="*/ 2643852 w 2659805"/>
                <a:gd name="connsiteY238" fmla="*/ 1974743 h 2756588"/>
                <a:gd name="connsiteX239" fmla="*/ 2632473 w 2659805"/>
                <a:gd name="connsiteY239" fmla="*/ 1997245 h 2756588"/>
                <a:gd name="connsiteX240" fmla="*/ 2633728 w 2659805"/>
                <a:gd name="connsiteY240" fmla="*/ 2001346 h 2756588"/>
                <a:gd name="connsiteX241" fmla="*/ 2625307 w 2659805"/>
                <a:gd name="connsiteY241" fmla="*/ 2024061 h 2756588"/>
                <a:gd name="connsiteX242" fmla="*/ 2627006 w 2659805"/>
                <a:gd name="connsiteY242" fmla="*/ 2027967 h 2756588"/>
                <a:gd name="connsiteX243" fmla="*/ 2618643 w 2659805"/>
                <a:gd name="connsiteY243" fmla="*/ 2050718 h 2756588"/>
                <a:gd name="connsiteX244" fmla="*/ 2621153 w 2659805"/>
                <a:gd name="connsiteY244" fmla="*/ 2054383 h 2756588"/>
                <a:gd name="connsiteX245" fmla="*/ 2597398 w 2659805"/>
                <a:gd name="connsiteY245" fmla="*/ 2077889 h 2756588"/>
                <a:gd name="connsiteX246" fmla="*/ 2536653 w 2659805"/>
                <a:gd name="connsiteY246" fmla="*/ 2212665 h 2756588"/>
                <a:gd name="connsiteX247" fmla="*/ 2521684 w 2659805"/>
                <a:gd name="connsiteY247" fmla="*/ 2274921 h 2756588"/>
                <a:gd name="connsiteX248" fmla="*/ 2521363 w 2659805"/>
                <a:gd name="connsiteY248" fmla="*/ 2297365 h 2756588"/>
                <a:gd name="connsiteX249" fmla="*/ 2444838 w 2659805"/>
                <a:gd name="connsiteY249" fmla="*/ 2408554 h 2756588"/>
                <a:gd name="connsiteX250" fmla="*/ 2360727 w 2659805"/>
                <a:gd name="connsiteY250" fmla="*/ 2496359 h 2756588"/>
                <a:gd name="connsiteX251" fmla="*/ 2347390 w 2659805"/>
                <a:gd name="connsiteY251" fmla="*/ 2507158 h 2756588"/>
                <a:gd name="connsiteX252" fmla="*/ 2334245 w 2659805"/>
                <a:gd name="connsiteY252" fmla="*/ 2517801 h 2756588"/>
                <a:gd name="connsiteX253" fmla="*/ 2313930 w 2659805"/>
                <a:gd name="connsiteY253" fmla="*/ 2536489 h 2756588"/>
                <a:gd name="connsiteX254" fmla="*/ 2300918 w 2659805"/>
                <a:gd name="connsiteY254" fmla="*/ 2546973 h 2756588"/>
                <a:gd name="connsiteX255" fmla="*/ 2287700 w 2659805"/>
                <a:gd name="connsiteY255" fmla="*/ 2557623 h 2756588"/>
                <a:gd name="connsiteX256" fmla="*/ 2284936 w 2659805"/>
                <a:gd name="connsiteY256" fmla="*/ 2557144 h 2756588"/>
                <a:gd name="connsiteX257" fmla="*/ 2265764 w 2659805"/>
                <a:gd name="connsiteY257" fmla="*/ 2573446 h 2756588"/>
                <a:gd name="connsiteX258" fmla="*/ 2261740 w 2659805"/>
                <a:gd name="connsiteY258" fmla="*/ 2573510 h 2756588"/>
                <a:gd name="connsiteX259" fmla="*/ 2259599 w 2659805"/>
                <a:gd name="connsiteY259" fmla="*/ 2575315 h 2756588"/>
                <a:gd name="connsiteX260" fmla="*/ 2241051 w 2659805"/>
                <a:gd name="connsiteY260" fmla="*/ 2590945 h 2756588"/>
                <a:gd name="connsiteX261" fmla="*/ 2238086 w 2659805"/>
                <a:gd name="connsiteY261" fmla="*/ 2590456 h 2756588"/>
                <a:gd name="connsiteX262" fmla="*/ 2222613 w 2659805"/>
                <a:gd name="connsiteY262" fmla="*/ 2590443 h 2756588"/>
                <a:gd name="connsiteX263" fmla="*/ 2238350 w 2659805"/>
                <a:gd name="connsiteY263" fmla="*/ 2590613 h 2756588"/>
                <a:gd name="connsiteX264" fmla="*/ 2207626 w 2659805"/>
                <a:gd name="connsiteY264" fmla="*/ 2612405 h 2756588"/>
                <a:gd name="connsiteX265" fmla="*/ 2204857 w 2659805"/>
                <a:gd name="connsiteY265" fmla="*/ 2595375 h 2756588"/>
                <a:gd name="connsiteX266" fmla="*/ 2212181 w 2659805"/>
                <a:gd name="connsiteY266" fmla="*/ 2590434 h 2756588"/>
                <a:gd name="connsiteX267" fmla="*/ 2212074 w 2659805"/>
                <a:gd name="connsiteY267" fmla="*/ 2590434 h 2756588"/>
                <a:gd name="connsiteX268" fmla="*/ 2205809 w 2659805"/>
                <a:gd name="connsiteY268" fmla="*/ 2613382 h 2756588"/>
                <a:gd name="connsiteX269" fmla="*/ 2201411 w 2659805"/>
                <a:gd name="connsiteY269" fmla="*/ 2613375 h 2756588"/>
                <a:gd name="connsiteX270" fmla="*/ 2179522 w 2659805"/>
                <a:gd name="connsiteY270" fmla="*/ 2611415 h 2756588"/>
                <a:gd name="connsiteX271" fmla="*/ 2200774 w 2659805"/>
                <a:gd name="connsiteY271" fmla="*/ 2613800 h 2756588"/>
                <a:gd name="connsiteX272" fmla="*/ 2174285 w 2659805"/>
                <a:gd name="connsiteY272" fmla="*/ 2632403 h 2756588"/>
                <a:gd name="connsiteX273" fmla="*/ 2170258 w 2659805"/>
                <a:gd name="connsiteY273" fmla="*/ 2616341 h 2756588"/>
                <a:gd name="connsiteX274" fmla="*/ 2175922 w 2659805"/>
                <a:gd name="connsiteY274" fmla="*/ 2611093 h 2756588"/>
                <a:gd name="connsiteX275" fmla="*/ 2175855 w 2659805"/>
                <a:gd name="connsiteY275" fmla="*/ 2611088 h 2756588"/>
                <a:gd name="connsiteX276" fmla="*/ 2172487 w 2659805"/>
                <a:gd name="connsiteY276" fmla="*/ 2633370 h 2756588"/>
                <a:gd name="connsiteX277" fmla="*/ 2168183 w 2659805"/>
                <a:gd name="connsiteY277" fmla="*/ 2633399 h 2756588"/>
                <a:gd name="connsiteX278" fmla="*/ 2126578 w 2659805"/>
                <a:gd name="connsiteY278" fmla="*/ 2635374 h 2756588"/>
                <a:gd name="connsiteX279" fmla="*/ 2122459 w 2659805"/>
                <a:gd name="connsiteY279" fmla="*/ 2638199 h 2756588"/>
                <a:gd name="connsiteX280" fmla="*/ 2119028 w 2659805"/>
                <a:gd name="connsiteY280" fmla="*/ 2638845 h 2756588"/>
                <a:gd name="connsiteX281" fmla="*/ 2116534 w 2659805"/>
                <a:gd name="connsiteY281" fmla="*/ 2642259 h 2756588"/>
                <a:gd name="connsiteX282" fmla="*/ 2112281 w 2659805"/>
                <a:gd name="connsiteY282" fmla="*/ 2645176 h 2756588"/>
                <a:gd name="connsiteX283" fmla="*/ 2111456 w 2659805"/>
                <a:gd name="connsiteY283" fmla="*/ 2649214 h 2756588"/>
                <a:gd name="connsiteX284" fmla="*/ 2111273 w 2659805"/>
                <a:gd name="connsiteY284" fmla="*/ 2649464 h 2756588"/>
                <a:gd name="connsiteX285" fmla="*/ 2111187 w 2659805"/>
                <a:gd name="connsiteY285" fmla="*/ 2650528 h 2756588"/>
                <a:gd name="connsiteX286" fmla="*/ 2107371 w 2659805"/>
                <a:gd name="connsiteY286" fmla="*/ 2669208 h 2756588"/>
                <a:gd name="connsiteX287" fmla="*/ 2095275 w 2659805"/>
                <a:gd name="connsiteY287" fmla="*/ 2668819 h 2756588"/>
                <a:gd name="connsiteX288" fmla="*/ 2075915 w 2659805"/>
                <a:gd name="connsiteY288" fmla="*/ 2659801 h 2756588"/>
                <a:gd name="connsiteX289" fmla="*/ 2075186 w 2659805"/>
                <a:gd name="connsiteY289" fmla="*/ 2660011 h 2756588"/>
                <a:gd name="connsiteX290" fmla="*/ 2093103 w 2659805"/>
                <a:gd name="connsiteY290" fmla="*/ 2669137 h 2756588"/>
                <a:gd name="connsiteX291" fmla="*/ 2062943 w 2659805"/>
                <a:gd name="connsiteY291" fmla="*/ 2689020 h 2756588"/>
                <a:gd name="connsiteX292" fmla="*/ 2065664 w 2659805"/>
                <a:gd name="connsiteY292" fmla="*/ 2662777 h 2756588"/>
                <a:gd name="connsiteX293" fmla="*/ 2066970 w 2659805"/>
                <a:gd name="connsiteY293" fmla="*/ 2662380 h 2756588"/>
                <a:gd name="connsiteX294" fmla="*/ 2065658 w 2659805"/>
                <a:gd name="connsiteY294" fmla="*/ 2662759 h 2756588"/>
                <a:gd name="connsiteX295" fmla="*/ 2060721 w 2659805"/>
                <a:gd name="connsiteY295" fmla="*/ 2689201 h 2756588"/>
                <a:gd name="connsiteX296" fmla="*/ 2048566 w 2659805"/>
                <a:gd name="connsiteY296" fmla="*/ 2688891 h 2756588"/>
                <a:gd name="connsiteX297" fmla="*/ 2038628 w 2659805"/>
                <a:gd name="connsiteY297" fmla="*/ 2695294 h 2756588"/>
                <a:gd name="connsiteX298" fmla="*/ 2027400 w 2659805"/>
                <a:gd name="connsiteY298" fmla="*/ 2702530 h 2756588"/>
                <a:gd name="connsiteX299" fmla="*/ 1436469 w 2659805"/>
                <a:gd name="connsiteY299" fmla="*/ 2715198 h 2756588"/>
                <a:gd name="connsiteX300" fmla="*/ 1430655 w 2659805"/>
                <a:gd name="connsiteY300" fmla="*/ 2713671 h 2756588"/>
                <a:gd name="connsiteX301" fmla="*/ 1420650 w 2659805"/>
                <a:gd name="connsiteY301" fmla="*/ 2711042 h 2756588"/>
                <a:gd name="connsiteX302" fmla="*/ 1376113 w 2659805"/>
                <a:gd name="connsiteY302" fmla="*/ 2694814 h 2756588"/>
                <a:gd name="connsiteX303" fmla="*/ 1367119 w 2659805"/>
                <a:gd name="connsiteY303" fmla="*/ 2692168 h 2756588"/>
                <a:gd name="connsiteX304" fmla="*/ 1340682 w 2659805"/>
                <a:gd name="connsiteY304" fmla="*/ 2684388 h 2756588"/>
                <a:gd name="connsiteX305" fmla="*/ 1309474 w 2659805"/>
                <a:gd name="connsiteY305" fmla="*/ 2668311 h 2756588"/>
                <a:gd name="connsiteX306" fmla="*/ 1304563 w 2659805"/>
                <a:gd name="connsiteY306" fmla="*/ 2667065 h 2756588"/>
                <a:gd name="connsiteX307" fmla="*/ 1294028 w 2659805"/>
                <a:gd name="connsiteY307" fmla="*/ 2664392 h 2756588"/>
                <a:gd name="connsiteX308" fmla="*/ 1091841 w 2659805"/>
                <a:gd name="connsiteY308" fmla="*/ 2535597 h 2756588"/>
                <a:gd name="connsiteX309" fmla="*/ 835730 w 2659805"/>
                <a:gd name="connsiteY309" fmla="*/ 2198886 h 2756588"/>
                <a:gd name="connsiteX310" fmla="*/ 832937 w 2659805"/>
                <a:gd name="connsiteY310" fmla="*/ 2192693 h 2756588"/>
                <a:gd name="connsiteX311" fmla="*/ 828941 w 2659805"/>
                <a:gd name="connsiteY311" fmla="*/ 2183830 h 2756588"/>
                <a:gd name="connsiteX312" fmla="*/ 822382 w 2659805"/>
                <a:gd name="connsiteY312" fmla="*/ 2165317 h 2756588"/>
                <a:gd name="connsiteX313" fmla="*/ 819798 w 2659805"/>
                <a:gd name="connsiteY313" fmla="*/ 2159663 h 2756588"/>
                <a:gd name="connsiteX314" fmla="*/ 815612 w 2659805"/>
                <a:gd name="connsiteY314" fmla="*/ 2150509 h 2756588"/>
                <a:gd name="connsiteX315" fmla="*/ 809260 w 2659805"/>
                <a:gd name="connsiteY315" fmla="*/ 2131625 h 2756588"/>
                <a:gd name="connsiteX316" fmla="*/ 808477 w 2659805"/>
                <a:gd name="connsiteY316" fmla="*/ 2128088 h 2756588"/>
                <a:gd name="connsiteX317" fmla="*/ 775170 w 2659805"/>
                <a:gd name="connsiteY317" fmla="*/ 2026550 h 2756588"/>
                <a:gd name="connsiteX318" fmla="*/ 796774 w 2659805"/>
                <a:gd name="connsiteY318" fmla="*/ 2075184 h 2756588"/>
                <a:gd name="connsiteX319" fmla="*/ 796793 w 2659805"/>
                <a:gd name="connsiteY319" fmla="*/ 2075272 h 2756588"/>
                <a:gd name="connsiteX320" fmla="*/ 796774 w 2659805"/>
                <a:gd name="connsiteY320" fmla="*/ 2075183 h 2756588"/>
                <a:gd name="connsiteX321" fmla="*/ 775626 w 2659805"/>
                <a:gd name="connsiteY321" fmla="*/ 2023889 h 2756588"/>
                <a:gd name="connsiteX322" fmla="*/ 770934 w 2659805"/>
                <a:gd name="connsiteY322" fmla="*/ 2007065 h 2756588"/>
                <a:gd name="connsiteX323" fmla="*/ 769947 w 2659805"/>
                <a:gd name="connsiteY323" fmla="*/ 1998814 h 2756588"/>
                <a:gd name="connsiteX324" fmla="*/ 768962 w 2659805"/>
                <a:gd name="connsiteY324" fmla="*/ 1990565 h 2756588"/>
                <a:gd name="connsiteX325" fmla="*/ 763706 w 2659805"/>
                <a:gd name="connsiteY325" fmla="*/ 1965974 h 2756588"/>
                <a:gd name="connsiteX326" fmla="*/ 771903 w 2659805"/>
                <a:gd name="connsiteY326" fmla="*/ 1956954 h 2756588"/>
                <a:gd name="connsiteX327" fmla="*/ 764166 w 2659805"/>
                <a:gd name="connsiteY327" fmla="*/ 1963599 h 2756588"/>
                <a:gd name="connsiteX328" fmla="*/ 761849 w 2659805"/>
                <a:gd name="connsiteY328" fmla="*/ 1952783 h 2756588"/>
                <a:gd name="connsiteX329" fmla="*/ 771906 w 2659805"/>
                <a:gd name="connsiteY329" fmla="*/ 1956950 h 2756588"/>
                <a:gd name="connsiteX330" fmla="*/ 771907 w 2659805"/>
                <a:gd name="connsiteY330" fmla="*/ 1956949 h 2756588"/>
                <a:gd name="connsiteX331" fmla="*/ 762298 w 2659805"/>
                <a:gd name="connsiteY331" fmla="*/ 1950579 h 2756588"/>
                <a:gd name="connsiteX332" fmla="*/ 757040 w 2659805"/>
                <a:gd name="connsiteY332" fmla="*/ 1912907 h 2756588"/>
                <a:gd name="connsiteX333" fmla="*/ 765243 w 2659805"/>
                <a:gd name="connsiteY333" fmla="*/ 1903634 h 2756588"/>
                <a:gd name="connsiteX334" fmla="*/ 755633 w 2659805"/>
                <a:gd name="connsiteY334" fmla="*/ 1897265 h 2756588"/>
                <a:gd name="connsiteX335" fmla="*/ 748209 w 2659805"/>
                <a:gd name="connsiteY335" fmla="*/ 1839732 h 2756588"/>
                <a:gd name="connsiteX336" fmla="*/ 750651 w 2659805"/>
                <a:gd name="connsiteY336" fmla="*/ 1726797 h 2756588"/>
                <a:gd name="connsiteX337" fmla="*/ 765355 w 2659805"/>
                <a:gd name="connsiteY337" fmla="*/ 1711329 h 2756588"/>
                <a:gd name="connsiteX338" fmla="*/ 753721 w 2659805"/>
                <a:gd name="connsiteY338" fmla="*/ 1703747 h 2756588"/>
                <a:gd name="connsiteX339" fmla="*/ 757320 w 2659805"/>
                <a:gd name="connsiteY339" fmla="*/ 1673118 h 2756588"/>
                <a:gd name="connsiteX340" fmla="*/ 772019 w 2659805"/>
                <a:gd name="connsiteY340" fmla="*/ 1658014 h 2756588"/>
                <a:gd name="connsiteX341" fmla="*/ 760386 w 2659805"/>
                <a:gd name="connsiteY341" fmla="*/ 1650432 h 2756588"/>
                <a:gd name="connsiteX342" fmla="*/ 763960 w 2659805"/>
                <a:gd name="connsiteY342" fmla="*/ 1632860 h 2756588"/>
                <a:gd name="connsiteX343" fmla="*/ 779049 w 2659805"/>
                <a:gd name="connsiteY343" fmla="*/ 1616865 h 2756588"/>
                <a:gd name="connsiteX344" fmla="*/ 764426 w 2659805"/>
                <a:gd name="connsiteY344" fmla="*/ 1630419 h 2756588"/>
                <a:gd name="connsiteX345" fmla="*/ 832857 w 2659805"/>
                <a:gd name="connsiteY345" fmla="*/ 1403928 h 2756588"/>
                <a:gd name="connsiteX346" fmla="*/ 906856 w 2659805"/>
                <a:gd name="connsiteY346" fmla="*/ 1269522 h 2756588"/>
                <a:gd name="connsiteX347" fmla="*/ 910724 w 2659805"/>
                <a:gd name="connsiteY347" fmla="*/ 1284071 h 2756588"/>
                <a:gd name="connsiteX348" fmla="*/ 909669 w 2659805"/>
                <a:gd name="connsiteY348" fmla="*/ 1297154 h 2756588"/>
                <a:gd name="connsiteX349" fmla="*/ 910943 w 2659805"/>
                <a:gd name="connsiteY349" fmla="*/ 1283922 h 2756588"/>
                <a:gd name="connsiteX350" fmla="*/ 908616 w 2659805"/>
                <a:gd name="connsiteY350" fmla="*/ 1268336 h 2756588"/>
                <a:gd name="connsiteX351" fmla="*/ 911994 w 2659805"/>
                <a:gd name="connsiteY351" fmla="*/ 1264088 h 2756588"/>
                <a:gd name="connsiteX352" fmla="*/ 937336 w 2659805"/>
                <a:gd name="connsiteY352" fmla="*/ 1255138 h 2756588"/>
                <a:gd name="connsiteX353" fmla="*/ 928627 w 2659805"/>
                <a:gd name="connsiteY353" fmla="*/ 1241636 h 2756588"/>
                <a:gd name="connsiteX354" fmla="*/ 931936 w 2659805"/>
                <a:gd name="connsiteY354" fmla="*/ 1237359 h 2756588"/>
                <a:gd name="connsiteX355" fmla="*/ 984881 w 2659805"/>
                <a:gd name="connsiteY355" fmla="*/ 1189152 h 2756588"/>
                <a:gd name="connsiteX356" fmla="*/ 973653 w 2659805"/>
                <a:gd name="connsiteY356" fmla="*/ 1183922 h 2756588"/>
                <a:gd name="connsiteX357" fmla="*/ 1061127 w 2659805"/>
                <a:gd name="connsiteY357" fmla="*/ 1091561 h 2756588"/>
                <a:gd name="connsiteX358" fmla="*/ 1088631 w 2659805"/>
                <a:gd name="connsiteY358" fmla="*/ 1086871 h 2756588"/>
                <a:gd name="connsiteX359" fmla="*/ 1063147 w 2659805"/>
                <a:gd name="connsiteY359" fmla="*/ 1090676 h 2756588"/>
                <a:gd name="connsiteX360" fmla="*/ 1092078 w 2659805"/>
                <a:gd name="connsiteY360" fmla="*/ 1064372 h 2756588"/>
                <a:gd name="connsiteX361" fmla="*/ 1088788 w 2659805"/>
                <a:gd name="connsiteY361" fmla="*/ 1086844 h 2756588"/>
                <a:gd name="connsiteX362" fmla="*/ 1088791 w 2659805"/>
                <a:gd name="connsiteY362" fmla="*/ 1086844 h 2756588"/>
                <a:gd name="connsiteX363" fmla="*/ 1094121 w 2659805"/>
                <a:gd name="connsiteY363" fmla="*/ 1063456 h 2756588"/>
                <a:gd name="connsiteX364" fmla="*/ 1101563 w 2659805"/>
                <a:gd name="connsiteY364" fmla="*/ 1057813 h 2756588"/>
                <a:gd name="connsiteX365" fmla="*/ 1129016 w 2659805"/>
                <a:gd name="connsiteY365" fmla="*/ 1052936 h 2756588"/>
                <a:gd name="connsiteX366" fmla="*/ 1103079 w 2659805"/>
                <a:gd name="connsiteY366" fmla="*/ 1057354 h 2756588"/>
                <a:gd name="connsiteX367" fmla="*/ 1147380 w 2659805"/>
                <a:gd name="connsiteY367" fmla="*/ 1022198 h 2756588"/>
                <a:gd name="connsiteX368" fmla="*/ 1146690 w 2659805"/>
                <a:gd name="connsiteY368" fmla="*/ 1041617 h 2756588"/>
                <a:gd name="connsiteX369" fmla="*/ 1137776 w 2659805"/>
                <a:gd name="connsiteY369" fmla="*/ 1050845 h 2756588"/>
                <a:gd name="connsiteX370" fmla="*/ 1147441 w 2659805"/>
                <a:gd name="connsiteY370" fmla="*/ 1041208 h 2756588"/>
                <a:gd name="connsiteX371" fmla="*/ 1149217 w 2659805"/>
                <a:gd name="connsiteY371" fmla="*/ 1021211 h 2756588"/>
                <a:gd name="connsiteX372" fmla="*/ 1153351 w 2659805"/>
                <a:gd name="connsiteY372" fmla="*/ 1021116 h 2756588"/>
                <a:gd name="connsiteX373" fmla="*/ 1180746 w 2659805"/>
                <a:gd name="connsiteY373" fmla="*/ 1017159 h 2756588"/>
                <a:gd name="connsiteX374" fmla="*/ 1298726 w 2659805"/>
                <a:gd name="connsiteY374" fmla="*/ 953433 h 2756588"/>
                <a:gd name="connsiteX375" fmla="*/ 1180745 w 2659805"/>
                <a:gd name="connsiteY375" fmla="*/ 1017159 h 2756588"/>
                <a:gd name="connsiteX376" fmla="*/ 1153988 w 2659805"/>
                <a:gd name="connsiteY376" fmla="*/ 1020673 h 2756588"/>
                <a:gd name="connsiteX377" fmla="*/ 1343265 w 2659805"/>
                <a:gd name="connsiteY377" fmla="*/ 912524 h 2756588"/>
                <a:gd name="connsiteX378" fmla="*/ 1518292 w 2659805"/>
                <a:gd name="connsiteY378" fmla="*/ 858347 h 2756588"/>
                <a:gd name="connsiteX379" fmla="*/ 1513046 w 2659805"/>
                <a:gd name="connsiteY379" fmla="*/ 868990 h 2756588"/>
                <a:gd name="connsiteX380" fmla="*/ 1504809 w 2659805"/>
                <a:gd name="connsiteY380" fmla="*/ 876637 h 2756588"/>
                <a:gd name="connsiteX381" fmla="*/ 1513373 w 2659805"/>
                <a:gd name="connsiteY381" fmla="*/ 869039 h 2756588"/>
                <a:gd name="connsiteX382" fmla="*/ 1520918 w 2659805"/>
                <a:gd name="connsiteY382" fmla="*/ 858736 h 2756588"/>
                <a:gd name="connsiteX383" fmla="*/ 1532456 w 2659805"/>
                <a:gd name="connsiteY383" fmla="*/ 860441 h 2756588"/>
                <a:gd name="connsiteX384" fmla="*/ 1544758 w 2659805"/>
                <a:gd name="connsiteY384" fmla="*/ 869401 h 2756588"/>
                <a:gd name="connsiteX385" fmla="*/ 1545372 w 2659805"/>
                <a:gd name="connsiteY385" fmla="*/ 869361 h 2756588"/>
                <a:gd name="connsiteX386" fmla="*/ 1534663 w 2659805"/>
                <a:gd name="connsiteY386" fmla="*/ 860890 h 2756588"/>
                <a:gd name="connsiteX387" fmla="*/ 1558555 w 2659805"/>
                <a:gd name="connsiteY387" fmla="*/ 851653 h 2756588"/>
                <a:gd name="connsiteX388" fmla="*/ 1552601 w 2659805"/>
                <a:gd name="connsiteY388" fmla="*/ 868902 h 2756588"/>
                <a:gd name="connsiteX389" fmla="*/ 1552618 w 2659805"/>
                <a:gd name="connsiteY389" fmla="*/ 868901 h 2756588"/>
                <a:gd name="connsiteX390" fmla="*/ 1560904 w 2659805"/>
                <a:gd name="connsiteY390" fmla="*/ 852071 h 2756588"/>
                <a:gd name="connsiteX391" fmla="*/ 1578834 w 2659805"/>
                <a:gd name="connsiteY391" fmla="*/ 853764 h 2756588"/>
                <a:gd name="connsiteX392" fmla="*/ 1591293 w 2659805"/>
                <a:gd name="connsiteY392" fmla="*/ 862730 h 2756588"/>
                <a:gd name="connsiteX393" fmla="*/ 1592009 w 2659805"/>
                <a:gd name="connsiteY393" fmla="*/ 862686 h 2756588"/>
                <a:gd name="connsiteX394" fmla="*/ 1581313 w 2659805"/>
                <a:gd name="connsiteY394" fmla="*/ 854226 h 2756588"/>
                <a:gd name="connsiteX395" fmla="*/ 1605205 w 2659805"/>
                <a:gd name="connsiteY395" fmla="*/ 844988 h 2756588"/>
                <a:gd name="connsiteX396" fmla="*/ 0 w 2659805"/>
                <a:gd name="connsiteY396" fmla="*/ 0 h 2756588"/>
                <a:gd name="connsiteX397" fmla="*/ 447556 w 2659805"/>
                <a:gd name="connsiteY397" fmla="*/ 0 h 2756588"/>
                <a:gd name="connsiteX398" fmla="*/ 447556 w 2659805"/>
                <a:gd name="connsiteY398" fmla="*/ 447557 h 2756588"/>
                <a:gd name="connsiteX399" fmla="*/ 0 w 2659805"/>
                <a:gd name="connsiteY399" fmla="*/ 447557 h 275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Lst>
              <a:rect l="l" t="t" r="r" b="b"/>
              <a:pathLst>
                <a:path w="2659805" h="2756588">
                  <a:moveTo>
                    <a:pt x="2146238" y="2633715"/>
                  </a:moveTo>
                  <a:cubicBezTo>
                    <a:pt x="2153255" y="2633798"/>
                    <a:pt x="2160580" y="2634180"/>
                    <a:pt x="2167536" y="2633826"/>
                  </a:cubicBezTo>
                  <a:cubicBezTo>
                    <a:pt x="2150808" y="2646497"/>
                    <a:pt x="2131424" y="2657585"/>
                    <a:pt x="2109705" y="2668940"/>
                  </a:cubicBezTo>
                  <a:lnTo>
                    <a:pt x="2111187" y="2650528"/>
                  </a:lnTo>
                  <a:lnTo>
                    <a:pt x="2111456" y="2649214"/>
                  </a:lnTo>
                  <a:lnTo>
                    <a:pt x="2116534" y="2642259"/>
                  </a:lnTo>
                  <a:lnTo>
                    <a:pt x="2122459" y="2638199"/>
                  </a:lnTo>
                  <a:close/>
                  <a:moveTo>
                    <a:pt x="1785141" y="2384444"/>
                  </a:moveTo>
                  <a:cubicBezTo>
                    <a:pt x="1783308" y="2398939"/>
                    <a:pt x="1779065" y="2412876"/>
                    <a:pt x="1761251" y="2393681"/>
                  </a:cubicBezTo>
                  <a:cubicBezTo>
                    <a:pt x="1768158" y="2389026"/>
                    <a:pt x="1775475" y="2386526"/>
                    <a:pt x="1785141" y="2384444"/>
                  </a:cubicBezTo>
                  <a:close/>
                  <a:moveTo>
                    <a:pt x="2071647" y="2264066"/>
                  </a:moveTo>
                  <a:cubicBezTo>
                    <a:pt x="2075105" y="2280600"/>
                    <a:pt x="2073373" y="2294980"/>
                    <a:pt x="2047055" y="2286886"/>
                  </a:cubicBezTo>
                  <a:cubicBezTo>
                    <a:pt x="2052849" y="2278541"/>
                    <a:pt x="2061238" y="2271737"/>
                    <a:pt x="2071647" y="2264066"/>
                  </a:cubicBezTo>
                  <a:close/>
                  <a:moveTo>
                    <a:pt x="2621601" y="2055855"/>
                  </a:moveTo>
                  <a:cubicBezTo>
                    <a:pt x="2607355" y="2142138"/>
                    <a:pt x="2568989" y="2219736"/>
                    <a:pt x="2523395" y="2296266"/>
                  </a:cubicBezTo>
                  <a:cubicBezTo>
                    <a:pt x="2506014" y="2284399"/>
                    <a:pt x="2506014" y="2284399"/>
                    <a:pt x="2521684" y="2274921"/>
                  </a:cubicBezTo>
                  <a:cubicBezTo>
                    <a:pt x="2527419" y="2250201"/>
                    <a:pt x="2529345" y="2230320"/>
                    <a:pt x="2536653" y="2212666"/>
                  </a:cubicBezTo>
                  <a:cubicBezTo>
                    <a:pt x="2555493" y="2167148"/>
                    <a:pt x="2576228" y="2122386"/>
                    <a:pt x="2597399" y="2077890"/>
                  </a:cubicBezTo>
                  <a:cubicBezTo>
                    <a:pt x="2601534" y="2069199"/>
                    <a:pt x="2611045" y="2063068"/>
                    <a:pt x="2621601" y="2055855"/>
                  </a:cubicBezTo>
                  <a:close/>
                  <a:moveTo>
                    <a:pt x="2650555" y="1937284"/>
                  </a:moveTo>
                  <a:cubicBezTo>
                    <a:pt x="2652393" y="1941183"/>
                    <a:pt x="2652045" y="1945126"/>
                    <a:pt x="2649840" y="1949945"/>
                  </a:cubicBezTo>
                  <a:cubicBezTo>
                    <a:pt x="2644311" y="1947911"/>
                    <a:pt x="2640639" y="1945000"/>
                    <a:pt x="2636968" y="1942089"/>
                  </a:cubicBezTo>
                  <a:cubicBezTo>
                    <a:pt x="2640768" y="1940501"/>
                    <a:pt x="2644567" y="1938914"/>
                    <a:pt x="2650555" y="1937284"/>
                  </a:cubicBezTo>
                  <a:close/>
                  <a:moveTo>
                    <a:pt x="755184" y="1899469"/>
                  </a:moveTo>
                  <a:cubicBezTo>
                    <a:pt x="758836" y="1899389"/>
                    <a:pt x="762040" y="1901512"/>
                    <a:pt x="765243" y="1903634"/>
                  </a:cubicBezTo>
                  <a:cubicBezTo>
                    <a:pt x="763284" y="1905753"/>
                    <a:pt x="761327" y="1907873"/>
                    <a:pt x="757502" y="1910284"/>
                  </a:cubicBezTo>
                  <a:cubicBezTo>
                    <a:pt x="755334" y="1907609"/>
                    <a:pt x="755034" y="1904641"/>
                    <a:pt x="755184" y="1899469"/>
                  </a:cubicBezTo>
                  <a:close/>
                  <a:moveTo>
                    <a:pt x="2657561" y="1878384"/>
                  </a:moveTo>
                  <a:cubicBezTo>
                    <a:pt x="2659156" y="1883420"/>
                    <a:pt x="2658908" y="1889377"/>
                    <a:pt x="2656654" y="1896419"/>
                  </a:cubicBezTo>
                  <a:cubicBezTo>
                    <a:pt x="2651008" y="1895780"/>
                    <a:pt x="2647365" y="1894055"/>
                    <a:pt x="2643721" y="1892331"/>
                  </a:cubicBezTo>
                  <a:cubicBezTo>
                    <a:pt x="2647719" y="1887989"/>
                    <a:pt x="2651718" y="1883648"/>
                    <a:pt x="2657561" y="1878384"/>
                  </a:cubicBezTo>
                  <a:close/>
                  <a:moveTo>
                    <a:pt x="2294638" y="1726197"/>
                  </a:moveTo>
                  <a:cubicBezTo>
                    <a:pt x="2298289" y="1726116"/>
                    <a:pt x="2301490" y="1728238"/>
                    <a:pt x="2304692" y="1730360"/>
                  </a:cubicBezTo>
                  <a:cubicBezTo>
                    <a:pt x="2302736" y="1732480"/>
                    <a:pt x="2300780" y="1734599"/>
                    <a:pt x="2296955" y="1737013"/>
                  </a:cubicBezTo>
                  <a:cubicBezTo>
                    <a:pt x="2294787" y="1734338"/>
                    <a:pt x="2294488" y="1731370"/>
                    <a:pt x="2294638" y="1726197"/>
                  </a:cubicBezTo>
                  <a:close/>
                  <a:moveTo>
                    <a:pt x="751706" y="1704850"/>
                  </a:moveTo>
                  <a:cubicBezTo>
                    <a:pt x="757599" y="1706274"/>
                    <a:pt x="761476" y="1708801"/>
                    <a:pt x="765354" y="1711329"/>
                  </a:cubicBezTo>
                  <a:cubicBezTo>
                    <a:pt x="761327" y="1715362"/>
                    <a:pt x="757298" y="1719395"/>
                    <a:pt x="751120" y="1723705"/>
                  </a:cubicBezTo>
                  <a:cubicBezTo>
                    <a:pt x="749209" y="1717973"/>
                    <a:pt x="749450" y="1711962"/>
                    <a:pt x="751706" y="1704850"/>
                  </a:cubicBezTo>
                  <a:close/>
                  <a:moveTo>
                    <a:pt x="1117747" y="1697364"/>
                  </a:moveTo>
                  <a:cubicBezTo>
                    <a:pt x="1119700" y="1703349"/>
                    <a:pt x="1119448" y="1709373"/>
                    <a:pt x="1117174" y="1716501"/>
                  </a:cubicBezTo>
                  <a:cubicBezTo>
                    <a:pt x="1111234" y="1713216"/>
                    <a:pt x="1107315" y="1708824"/>
                    <a:pt x="1103396" y="1704433"/>
                  </a:cubicBezTo>
                  <a:cubicBezTo>
                    <a:pt x="1107446" y="1702090"/>
                    <a:pt x="1111496" y="1699746"/>
                    <a:pt x="1117747" y="1697364"/>
                  </a:cubicBezTo>
                  <a:close/>
                  <a:moveTo>
                    <a:pt x="758370" y="1651535"/>
                  </a:moveTo>
                  <a:cubicBezTo>
                    <a:pt x="764263" y="1652960"/>
                    <a:pt x="768140" y="1655487"/>
                    <a:pt x="772018" y="1658014"/>
                  </a:cubicBezTo>
                  <a:cubicBezTo>
                    <a:pt x="767991" y="1662047"/>
                    <a:pt x="763962" y="1666079"/>
                    <a:pt x="757784" y="1670391"/>
                  </a:cubicBezTo>
                  <a:cubicBezTo>
                    <a:pt x="755874" y="1664658"/>
                    <a:pt x="756114" y="1658648"/>
                    <a:pt x="758370" y="1651535"/>
                  </a:cubicBezTo>
                  <a:close/>
                  <a:moveTo>
                    <a:pt x="2606162" y="1485032"/>
                  </a:moveTo>
                  <a:cubicBezTo>
                    <a:pt x="2616503" y="1510984"/>
                    <a:pt x="2625081" y="1538211"/>
                    <a:pt x="2633203" y="1568069"/>
                  </a:cubicBezTo>
                  <a:cubicBezTo>
                    <a:pt x="2609373" y="1547246"/>
                    <a:pt x="2598003" y="1519761"/>
                    <a:pt x="2606162" y="1485032"/>
                  </a:cubicBezTo>
                  <a:close/>
                  <a:moveTo>
                    <a:pt x="926945" y="1242730"/>
                  </a:moveTo>
                  <a:cubicBezTo>
                    <a:pt x="931530" y="1246138"/>
                    <a:pt x="934433" y="1250638"/>
                    <a:pt x="937336" y="1255138"/>
                  </a:cubicBezTo>
                  <a:cubicBezTo>
                    <a:pt x="930097" y="1257881"/>
                    <a:pt x="922860" y="1260624"/>
                    <a:pt x="912744" y="1262489"/>
                  </a:cubicBezTo>
                  <a:cubicBezTo>
                    <a:pt x="914998" y="1255682"/>
                    <a:pt x="920130" y="1249752"/>
                    <a:pt x="926945" y="1242730"/>
                  </a:cubicBezTo>
                  <a:close/>
                  <a:moveTo>
                    <a:pt x="1734464" y="1206704"/>
                  </a:moveTo>
                  <a:cubicBezTo>
                    <a:pt x="1715378" y="1205118"/>
                    <a:pt x="1696393" y="1204578"/>
                    <a:pt x="1677852" y="1207019"/>
                  </a:cubicBezTo>
                  <a:cubicBezTo>
                    <a:pt x="1613979" y="1215428"/>
                    <a:pt x="1551160" y="1231842"/>
                    <a:pt x="1485385" y="1241073"/>
                  </a:cubicBezTo>
                  <a:lnTo>
                    <a:pt x="1470523" y="1240291"/>
                  </a:lnTo>
                  <a:lnTo>
                    <a:pt x="1469544" y="1240127"/>
                  </a:lnTo>
                  <a:lnTo>
                    <a:pt x="1468997" y="1240210"/>
                  </a:lnTo>
                  <a:lnTo>
                    <a:pt x="1461957" y="1239840"/>
                  </a:lnTo>
                  <a:lnTo>
                    <a:pt x="1450077" y="1243099"/>
                  </a:lnTo>
                  <a:lnTo>
                    <a:pt x="1447267" y="1243529"/>
                  </a:lnTo>
                  <a:lnTo>
                    <a:pt x="1445152" y="1244451"/>
                  </a:lnTo>
                  <a:lnTo>
                    <a:pt x="1431436" y="1248214"/>
                  </a:lnTo>
                  <a:cubicBezTo>
                    <a:pt x="1410940" y="1256164"/>
                    <a:pt x="1392366" y="1268013"/>
                    <a:pt x="1389013" y="1278755"/>
                  </a:cubicBezTo>
                  <a:lnTo>
                    <a:pt x="1389013" y="1278756"/>
                  </a:lnTo>
                  <a:lnTo>
                    <a:pt x="1403816" y="1262469"/>
                  </a:lnTo>
                  <a:lnTo>
                    <a:pt x="1445152" y="1244451"/>
                  </a:lnTo>
                  <a:lnTo>
                    <a:pt x="1450077" y="1243099"/>
                  </a:lnTo>
                  <a:lnTo>
                    <a:pt x="1468997" y="1240210"/>
                  </a:lnTo>
                  <a:lnTo>
                    <a:pt x="1470523" y="1240291"/>
                  </a:lnTo>
                  <a:lnTo>
                    <a:pt x="1486642" y="1242985"/>
                  </a:lnTo>
                  <a:cubicBezTo>
                    <a:pt x="1457473" y="1260524"/>
                    <a:pt x="1427048" y="1276151"/>
                    <a:pt x="1394732" y="1292797"/>
                  </a:cubicBezTo>
                  <a:lnTo>
                    <a:pt x="1389013" y="1278757"/>
                  </a:lnTo>
                  <a:lnTo>
                    <a:pt x="1391836" y="1295079"/>
                  </a:lnTo>
                  <a:cubicBezTo>
                    <a:pt x="1391836" y="1295079"/>
                    <a:pt x="1390483" y="1295962"/>
                    <a:pt x="1385535" y="1292880"/>
                  </a:cubicBezTo>
                  <a:cubicBezTo>
                    <a:pt x="1381278" y="1297669"/>
                    <a:pt x="1377020" y="1302459"/>
                    <a:pt x="1371772" y="1308408"/>
                  </a:cubicBezTo>
                  <a:cubicBezTo>
                    <a:pt x="1371772" y="1308408"/>
                    <a:pt x="1370525" y="1309287"/>
                    <a:pt x="1365683" y="1306248"/>
                  </a:cubicBezTo>
                  <a:lnTo>
                    <a:pt x="1351917" y="1322222"/>
                  </a:lnTo>
                  <a:lnTo>
                    <a:pt x="1347012" y="1327916"/>
                  </a:lnTo>
                  <a:cubicBezTo>
                    <a:pt x="1345782" y="1329848"/>
                    <a:pt x="1344025" y="1330900"/>
                    <a:pt x="1336372" y="1330926"/>
                  </a:cubicBezTo>
                  <a:lnTo>
                    <a:pt x="1322241" y="1345732"/>
                  </a:lnTo>
                  <a:lnTo>
                    <a:pt x="1312835" y="1355587"/>
                  </a:lnTo>
                  <a:cubicBezTo>
                    <a:pt x="1280264" y="1391845"/>
                    <a:pt x="1247692" y="1428102"/>
                    <a:pt x="1210423" y="1464255"/>
                  </a:cubicBezTo>
                  <a:cubicBezTo>
                    <a:pt x="1201390" y="1473585"/>
                    <a:pt x="1191000" y="1482218"/>
                    <a:pt x="1181447" y="1491280"/>
                  </a:cubicBezTo>
                  <a:lnTo>
                    <a:pt x="1157579" y="1520785"/>
                  </a:lnTo>
                  <a:lnTo>
                    <a:pt x="1181739" y="1491287"/>
                  </a:lnTo>
                  <a:cubicBezTo>
                    <a:pt x="1191587" y="1482231"/>
                    <a:pt x="1202565" y="1473611"/>
                    <a:pt x="1212772" y="1464307"/>
                  </a:cubicBezTo>
                  <a:cubicBezTo>
                    <a:pt x="1186985" y="1526419"/>
                    <a:pt x="1158848" y="1588477"/>
                    <a:pt x="1128822" y="1651818"/>
                  </a:cubicBezTo>
                  <a:cubicBezTo>
                    <a:pt x="1124251" y="1644915"/>
                    <a:pt x="1117523" y="1635509"/>
                    <a:pt x="1119563" y="1628748"/>
                  </a:cubicBezTo>
                  <a:cubicBezTo>
                    <a:pt x="1117523" y="1635509"/>
                    <a:pt x="1124251" y="1644915"/>
                    <a:pt x="1127295" y="1656078"/>
                  </a:cubicBezTo>
                  <a:cubicBezTo>
                    <a:pt x="1127295" y="1656078"/>
                    <a:pt x="1126469" y="1658963"/>
                    <a:pt x="1121028" y="1658015"/>
                  </a:cubicBezTo>
                  <a:cubicBezTo>
                    <a:pt x="1115442" y="1659828"/>
                    <a:pt x="1109855" y="1661640"/>
                    <a:pt x="1104269" y="1663453"/>
                  </a:cubicBezTo>
                  <a:lnTo>
                    <a:pt x="1104270" y="1663454"/>
                  </a:lnTo>
                  <a:lnTo>
                    <a:pt x="1123747" y="1658489"/>
                  </a:lnTo>
                  <a:cubicBezTo>
                    <a:pt x="1126069" y="1664708"/>
                    <a:pt x="1125670" y="1670452"/>
                    <a:pt x="1123569" y="1676886"/>
                  </a:cubicBezTo>
                  <a:lnTo>
                    <a:pt x="1104271" y="1663456"/>
                  </a:lnTo>
                  <a:lnTo>
                    <a:pt x="1121188" y="1682502"/>
                  </a:lnTo>
                  <a:cubicBezTo>
                    <a:pt x="1120775" y="1687443"/>
                    <a:pt x="1120363" y="1692384"/>
                    <a:pt x="1115546" y="1697402"/>
                  </a:cubicBezTo>
                  <a:cubicBezTo>
                    <a:pt x="1111496" y="1699746"/>
                    <a:pt x="1107446" y="1702090"/>
                    <a:pt x="1103396" y="1704433"/>
                  </a:cubicBezTo>
                  <a:cubicBezTo>
                    <a:pt x="1107315" y="1708824"/>
                    <a:pt x="1111234" y="1713216"/>
                    <a:pt x="1114515" y="1723788"/>
                  </a:cubicBezTo>
                  <a:cubicBezTo>
                    <a:pt x="1116943" y="1788174"/>
                    <a:pt x="1119369" y="1852560"/>
                    <a:pt x="1118034" y="1919732"/>
                  </a:cubicBezTo>
                  <a:cubicBezTo>
                    <a:pt x="1117606" y="1926990"/>
                    <a:pt x="1116084" y="1934654"/>
                    <a:pt x="1115249" y="1942063"/>
                  </a:cubicBezTo>
                  <a:lnTo>
                    <a:pt x="1116585" y="1962852"/>
                  </a:lnTo>
                  <a:lnTo>
                    <a:pt x="1115484" y="1941889"/>
                  </a:lnTo>
                  <a:cubicBezTo>
                    <a:pt x="1116554" y="1934307"/>
                    <a:pt x="1118547" y="1926294"/>
                    <a:pt x="1119915" y="1918340"/>
                  </a:cubicBezTo>
                  <a:cubicBezTo>
                    <a:pt x="1130332" y="1944209"/>
                    <a:pt x="1138868" y="1971472"/>
                    <a:pt x="1147005" y="2001310"/>
                  </a:cubicBezTo>
                  <a:cubicBezTo>
                    <a:pt x="1141616" y="1995829"/>
                    <a:pt x="1135435" y="1990037"/>
                    <a:pt x="1129888" y="1983705"/>
                  </a:cubicBezTo>
                  <a:lnTo>
                    <a:pt x="1116612" y="1962899"/>
                  </a:lnTo>
                  <a:lnTo>
                    <a:pt x="1130072" y="1984528"/>
                  </a:lnTo>
                  <a:cubicBezTo>
                    <a:pt x="1135803" y="1991684"/>
                    <a:pt x="1142354" y="1999122"/>
                    <a:pt x="1148481" y="2007894"/>
                  </a:cubicBezTo>
                  <a:cubicBezTo>
                    <a:pt x="1150694" y="2013121"/>
                    <a:pt x="1152907" y="2018349"/>
                    <a:pt x="1151918" y="2025602"/>
                  </a:cubicBezTo>
                  <a:cubicBezTo>
                    <a:pt x="1154591" y="2029468"/>
                    <a:pt x="1157264" y="2033335"/>
                    <a:pt x="1162044" y="2041515"/>
                  </a:cubicBezTo>
                  <a:cubicBezTo>
                    <a:pt x="1213843" y="2144754"/>
                    <a:pt x="1285709" y="2230730"/>
                    <a:pt x="1381525" y="2301138"/>
                  </a:cubicBezTo>
                  <a:cubicBezTo>
                    <a:pt x="1384412" y="2305633"/>
                    <a:pt x="1386262" y="2312449"/>
                    <a:pt x="1390343" y="2314273"/>
                  </a:cubicBezTo>
                  <a:cubicBezTo>
                    <a:pt x="1386262" y="2312449"/>
                    <a:pt x="1384412" y="2305634"/>
                    <a:pt x="1381384" y="2298743"/>
                  </a:cubicBezTo>
                  <a:cubicBezTo>
                    <a:pt x="1439401" y="2321216"/>
                    <a:pt x="1497314" y="2346683"/>
                    <a:pt x="1555871" y="2370572"/>
                  </a:cubicBezTo>
                  <a:cubicBezTo>
                    <a:pt x="1572552" y="2377376"/>
                    <a:pt x="1591104" y="2379594"/>
                    <a:pt x="1611504" y="2384389"/>
                  </a:cubicBezTo>
                  <a:cubicBezTo>
                    <a:pt x="1608389" y="2391040"/>
                    <a:pt x="1604547" y="2394844"/>
                    <a:pt x="1600345" y="2396743"/>
                  </a:cubicBezTo>
                  <a:lnTo>
                    <a:pt x="1587918" y="2397595"/>
                  </a:lnTo>
                  <a:lnTo>
                    <a:pt x="1587930" y="2397600"/>
                  </a:lnTo>
                  <a:cubicBezTo>
                    <a:pt x="1597942" y="2399496"/>
                    <a:pt x="1608887" y="2397468"/>
                    <a:pt x="1618729" y="2383943"/>
                  </a:cubicBezTo>
                  <a:cubicBezTo>
                    <a:pt x="1623980" y="2385844"/>
                    <a:pt x="1629233" y="2387744"/>
                    <a:pt x="1634864" y="2394130"/>
                  </a:cubicBezTo>
                  <a:cubicBezTo>
                    <a:pt x="1641308" y="2393262"/>
                    <a:pt x="1647753" y="2392395"/>
                    <a:pt x="1660358" y="2390594"/>
                  </a:cubicBezTo>
                  <a:cubicBezTo>
                    <a:pt x="1693853" y="2390904"/>
                    <a:pt x="1727346" y="2391216"/>
                    <a:pt x="1761661" y="2395837"/>
                  </a:cubicBezTo>
                  <a:cubicBezTo>
                    <a:pt x="1779064" y="2412876"/>
                    <a:pt x="1783308" y="2398939"/>
                    <a:pt x="1791906" y="2383964"/>
                  </a:cubicBezTo>
                  <a:cubicBezTo>
                    <a:pt x="1794879" y="2384263"/>
                    <a:pt x="1797854" y="2384563"/>
                    <a:pt x="1801869" y="2389513"/>
                  </a:cubicBezTo>
                  <a:cubicBezTo>
                    <a:pt x="1803202" y="2391190"/>
                    <a:pt x="1804626" y="2394398"/>
                    <a:pt x="1805854" y="2394325"/>
                  </a:cubicBezTo>
                  <a:cubicBezTo>
                    <a:pt x="1804626" y="2394398"/>
                    <a:pt x="1803202" y="2391190"/>
                    <a:pt x="1801347" y="2387187"/>
                  </a:cubicBezTo>
                  <a:cubicBezTo>
                    <a:pt x="1849748" y="2369048"/>
                    <a:pt x="1899444" y="2355233"/>
                    <a:pt x="1947320" y="2336715"/>
                  </a:cubicBezTo>
                  <a:cubicBezTo>
                    <a:pt x="1979060" y="2324438"/>
                    <a:pt x="2008194" y="2305425"/>
                    <a:pt x="2040352" y="2288422"/>
                  </a:cubicBezTo>
                  <a:cubicBezTo>
                    <a:pt x="2042143" y="2294287"/>
                    <a:pt x="2044897" y="2305069"/>
                    <a:pt x="2041593" y="2307454"/>
                  </a:cubicBezTo>
                  <a:cubicBezTo>
                    <a:pt x="2044898" y="2305069"/>
                    <a:pt x="2042143" y="2294287"/>
                    <a:pt x="2043198" y="2286231"/>
                  </a:cubicBezTo>
                  <a:cubicBezTo>
                    <a:pt x="2043198" y="2286231"/>
                    <a:pt x="2044459" y="2285343"/>
                    <a:pt x="2049650" y="2288427"/>
                  </a:cubicBezTo>
                  <a:cubicBezTo>
                    <a:pt x="2073373" y="2294979"/>
                    <a:pt x="2075105" y="2280599"/>
                    <a:pt x="2073986" y="2263725"/>
                  </a:cubicBezTo>
                  <a:cubicBezTo>
                    <a:pt x="2073986" y="2263725"/>
                    <a:pt x="2073458" y="2263406"/>
                    <a:pt x="2079096" y="2263642"/>
                  </a:cubicBezTo>
                  <a:lnTo>
                    <a:pt x="2091918" y="2261195"/>
                  </a:lnTo>
                  <a:lnTo>
                    <a:pt x="2076277" y="2263525"/>
                  </a:lnTo>
                  <a:cubicBezTo>
                    <a:pt x="2083309" y="2255005"/>
                    <a:pt x="2093162" y="2246604"/>
                    <a:pt x="2105053" y="2237290"/>
                  </a:cubicBezTo>
                  <a:lnTo>
                    <a:pt x="2101902" y="2259288"/>
                  </a:lnTo>
                  <a:lnTo>
                    <a:pt x="2102636" y="2259148"/>
                  </a:lnTo>
                  <a:cubicBezTo>
                    <a:pt x="2107635" y="2254283"/>
                    <a:pt x="2109702" y="2245748"/>
                    <a:pt x="2108596" y="2232631"/>
                  </a:cubicBezTo>
                  <a:cubicBezTo>
                    <a:pt x="2114600" y="2227375"/>
                    <a:pt x="2120604" y="2222118"/>
                    <a:pt x="2131731" y="2217016"/>
                  </a:cubicBezTo>
                  <a:cubicBezTo>
                    <a:pt x="2156918" y="2218456"/>
                    <a:pt x="2161101" y="2196600"/>
                    <a:pt x="2171272" y="2181386"/>
                  </a:cubicBezTo>
                  <a:lnTo>
                    <a:pt x="2184071" y="2169828"/>
                  </a:lnTo>
                  <a:lnTo>
                    <a:pt x="2171232" y="2181386"/>
                  </a:lnTo>
                  <a:cubicBezTo>
                    <a:pt x="2160941" y="2196596"/>
                    <a:pt x="2156278" y="2218437"/>
                    <a:pt x="2129171" y="2216940"/>
                  </a:cubicBezTo>
                  <a:cubicBezTo>
                    <a:pt x="2141571" y="2199071"/>
                    <a:pt x="2156532" y="2181279"/>
                    <a:pt x="2173189" y="2162360"/>
                  </a:cubicBezTo>
                  <a:lnTo>
                    <a:pt x="2184439" y="2169495"/>
                  </a:lnTo>
                  <a:lnTo>
                    <a:pt x="2184440" y="2169494"/>
                  </a:lnTo>
                  <a:cubicBezTo>
                    <a:pt x="2181255" y="2166740"/>
                    <a:pt x="2178068" y="2163986"/>
                    <a:pt x="2174639" y="2157675"/>
                  </a:cubicBezTo>
                  <a:cubicBezTo>
                    <a:pt x="2175199" y="2156627"/>
                    <a:pt x="2175761" y="2155580"/>
                    <a:pt x="2181797" y="2156337"/>
                  </a:cubicBezTo>
                  <a:cubicBezTo>
                    <a:pt x="2185956" y="2154399"/>
                    <a:pt x="2191238" y="2153010"/>
                    <a:pt x="2195871" y="2151302"/>
                  </a:cubicBezTo>
                  <a:lnTo>
                    <a:pt x="2206032" y="2144381"/>
                  </a:lnTo>
                  <a:lnTo>
                    <a:pt x="2195529" y="2151190"/>
                  </a:lnTo>
                  <a:cubicBezTo>
                    <a:pt x="2190554" y="2152784"/>
                    <a:pt x="2184588" y="2153949"/>
                    <a:pt x="2179060" y="2155435"/>
                  </a:cubicBezTo>
                  <a:cubicBezTo>
                    <a:pt x="2223171" y="2094096"/>
                    <a:pt x="2255837" y="2026679"/>
                    <a:pt x="2277706" y="1951617"/>
                  </a:cubicBezTo>
                  <a:cubicBezTo>
                    <a:pt x="2280445" y="1953502"/>
                    <a:pt x="2283668" y="1956162"/>
                    <a:pt x="2286042" y="1958720"/>
                  </a:cubicBezTo>
                  <a:lnTo>
                    <a:pt x="2289271" y="1965205"/>
                  </a:lnTo>
                  <a:lnTo>
                    <a:pt x="2286395" y="1958015"/>
                  </a:lnTo>
                  <a:cubicBezTo>
                    <a:pt x="2284377" y="1954751"/>
                    <a:pt x="2281864" y="1950680"/>
                    <a:pt x="2280544" y="1945973"/>
                  </a:cubicBezTo>
                  <a:cubicBezTo>
                    <a:pt x="2280950" y="1943063"/>
                    <a:pt x="2281354" y="1940153"/>
                    <a:pt x="2286061" y="1936684"/>
                  </a:cubicBezTo>
                  <a:lnTo>
                    <a:pt x="2298136" y="1924588"/>
                  </a:lnTo>
                  <a:lnTo>
                    <a:pt x="2283909" y="1936964"/>
                  </a:lnTo>
                  <a:cubicBezTo>
                    <a:pt x="2281996" y="1931236"/>
                    <a:pt x="2282235" y="1925229"/>
                    <a:pt x="2284486" y="1918117"/>
                  </a:cubicBezTo>
                  <a:lnTo>
                    <a:pt x="2298143" y="1924581"/>
                  </a:lnTo>
                  <a:lnTo>
                    <a:pt x="2298143" y="1924580"/>
                  </a:lnTo>
                  <a:cubicBezTo>
                    <a:pt x="2294262" y="1922058"/>
                    <a:pt x="2290381" y="1919536"/>
                    <a:pt x="2287210" y="1912650"/>
                  </a:cubicBezTo>
                  <a:cubicBezTo>
                    <a:pt x="2287614" y="1909741"/>
                    <a:pt x="2288018" y="1906831"/>
                    <a:pt x="2292725" y="1903362"/>
                  </a:cubicBezTo>
                  <a:lnTo>
                    <a:pt x="2304800" y="1891267"/>
                  </a:lnTo>
                  <a:lnTo>
                    <a:pt x="2290573" y="1903643"/>
                  </a:lnTo>
                  <a:cubicBezTo>
                    <a:pt x="2288660" y="1897914"/>
                    <a:pt x="2288899" y="1891907"/>
                    <a:pt x="2291151" y="1884796"/>
                  </a:cubicBezTo>
                  <a:lnTo>
                    <a:pt x="2304808" y="1891260"/>
                  </a:lnTo>
                  <a:lnTo>
                    <a:pt x="2304808" y="1891259"/>
                  </a:lnTo>
                  <a:cubicBezTo>
                    <a:pt x="2300927" y="1888737"/>
                    <a:pt x="2297046" y="1886215"/>
                    <a:pt x="2293850" y="1877510"/>
                  </a:cubicBezTo>
                  <a:cubicBezTo>
                    <a:pt x="2294262" y="1830776"/>
                    <a:pt x="2294675" y="1784042"/>
                    <a:pt x="2298822" y="1736718"/>
                  </a:cubicBezTo>
                  <a:cubicBezTo>
                    <a:pt x="2300779" y="1734599"/>
                    <a:pt x="2302736" y="1732480"/>
                    <a:pt x="2304692" y="1730360"/>
                  </a:cubicBezTo>
                  <a:cubicBezTo>
                    <a:pt x="2301490" y="1728238"/>
                    <a:pt x="2298289" y="1726116"/>
                    <a:pt x="2292961" y="1719651"/>
                  </a:cubicBezTo>
                  <a:cubicBezTo>
                    <a:pt x="2291448" y="1712208"/>
                    <a:pt x="2289935" y="1704765"/>
                    <a:pt x="2292805" y="1696402"/>
                  </a:cubicBezTo>
                  <a:cubicBezTo>
                    <a:pt x="2284679" y="1667834"/>
                    <a:pt x="2276554" y="1639267"/>
                    <a:pt x="2266558" y="1606689"/>
                  </a:cubicBezTo>
                  <a:cubicBezTo>
                    <a:pt x="2264345" y="1601461"/>
                    <a:pt x="2262132" y="1596232"/>
                    <a:pt x="2263120" y="1588978"/>
                  </a:cubicBezTo>
                  <a:cubicBezTo>
                    <a:pt x="2260447" y="1585111"/>
                    <a:pt x="2257774" y="1581244"/>
                    <a:pt x="2252983" y="1573048"/>
                  </a:cubicBezTo>
                  <a:cubicBezTo>
                    <a:pt x="2251156" y="1570330"/>
                    <a:pt x="2248846" y="1567819"/>
                    <a:pt x="2247576" y="1564862"/>
                  </a:cubicBezTo>
                  <a:cubicBezTo>
                    <a:pt x="2205977" y="1468069"/>
                    <a:pt x="2143014" y="1387279"/>
                    <a:pt x="2057886" y="1326104"/>
                  </a:cubicBezTo>
                  <a:cubicBezTo>
                    <a:pt x="2013161" y="1293962"/>
                    <a:pt x="1962231" y="1270452"/>
                    <a:pt x="1913149" y="1238525"/>
                  </a:cubicBezTo>
                  <a:cubicBezTo>
                    <a:pt x="1895601" y="1233987"/>
                    <a:pt x="1878052" y="1229449"/>
                    <a:pt x="1855505" y="1224232"/>
                  </a:cubicBezTo>
                  <a:cubicBezTo>
                    <a:pt x="1834242" y="1220255"/>
                    <a:pt x="1813131" y="1214634"/>
                    <a:pt x="1791685" y="1212663"/>
                  </a:cubicBezTo>
                  <a:cubicBezTo>
                    <a:pt x="1772738" y="1210922"/>
                    <a:pt x="1753550" y="1208290"/>
                    <a:pt x="1734464" y="1206704"/>
                  </a:cubicBezTo>
                  <a:close/>
                  <a:moveTo>
                    <a:pt x="971607" y="1184831"/>
                  </a:moveTo>
                  <a:cubicBezTo>
                    <a:pt x="977396" y="1185666"/>
                    <a:pt x="981139" y="1187409"/>
                    <a:pt x="984881" y="1189152"/>
                  </a:cubicBezTo>
                  <a:cubicBezTo>
                    <a:pt x="961904" y="1198232"/>
                    <a:pt x="965692" y="1235139"/>
                    <a:pt x="932781" y="1235762"/>
                  </a:cubicBezTo>
                  <a:cubicBezTo>
                    <a:pt x="943250" y="1218472"/>
                    <a:pt x="956405" y="1202106"/>
                    <a:pt x="971607" y="1184831"/>
                  </a:cubicBezTo>
                  <a:close/>
                  <a:moveTo>
                    <a:pt x="1605205" y="844988"/>
                  </a:moveTo>
                  <a:lnTo>
                    <a:pt x="1599293" y="862115"/>
                  </a:lnTo>
                  <a:lnTo>
                    <a:pt x="1607554" y="845407"/>
                  </a:lnTo>
                  <a:cubicBezTo>
                    <a:pt x="1675402" y="845436"/>
                    <a:pt x="1743248" y="845466"/>
                    <a:pt x="1812948" y="850084"/>
                  </a:cubicBezTo>
                  <a:lnTo>
                    <a:pt x="1830039" y="851687"/>
                  </a:lnTo>
                  <a:lnTo>
                    <a:pt x="1834133" y="852071"/>
                  </a:lnTo>
                  <a:cubicBezTo>
                    <a:pt x="1842270" y="852253"/>
                    <a:pt x="1850409" y="852434"/>
                    <a:pt x="1859999" y="856976"/>
                  </a:cubicBezTo>
                  <a:lnTo>
                    <a:pt x="1876399" y="858364"/>
                  </a:lnTo>
                  <a:lnTo>
                    <a:pt x="1880783" y="858736"/>
                  </a:lnTo>
                  <a:cubicBezTo>
                    <a:pt x="1886804" y="858982"/>
                    <a:pt x="1892824" y="859230"/>
                    <a:pt x="1900282" y="864000"/>
                  </a:cubicBezTo>
                  <a:lnTo>
                    <a:pt x="1901568" y="866062"/>
                  </a:lnTo>
                  <a:lnTo>
                    <a:pt x="1986022" y="886270"/>
                  </a:lnTo>
                  <a:cubicBezTo>
                    <a:pt x="2014243" y="893547"/>
                    <a:pt x="2042191" y="901903"/>
                    <a:pt x="2069011" y="912986"/>
                  </a:cubicBezTo>
                  <a:cubicBezTo>
                    <a:pt x="2125796" y="936453"/>
                    <a:pt x="2178291" y="970304"/>
                    <a:pt x="2233627" y="1001736"/>
                  </a:cubicBezTo>
                  <a:cubicBezTo>
                    <a:pt x="2225070" y="1001567"/>
                    <a:pt x="2214279" y="1001426"/>
                    <a:pt x="2206213" y="996668"/>
                  </a:cubicBezTo>
                  <a:cubicBezTo>
                    <a:pt x="2214279" y="1001426"/>
                    <a:pt x="2225069" y="1001566"/>
                    <a:pt x="2234595" y="1003852"/>
                  </a:cubicBezTo>
                  <a:cubicBezTo>
                    <a:pt x="2234595" y="1003852"/>
                    <a:pt x="2234061" y="1004113"/>
                    <a:pt x="2234440" y="1006252"/>
                  </a:cubicBezTo>
                  <a:cubicBezTo>
                    <a:pt x="2241410" y="1011320"/>
                    <a:pt x="2248000" y="1014249"/>
                    <a:pt x="2254589" y="1017179"/>
                  </a:cubicBezTo>
                  <a:cubicBezTo>
                    <a:pt x="2254589" y="1017179"/>
                    <a:pt x="2254056" y="1017445"/>
                    <a:pt x="2254442" y="1019594"/>
                  </a:cubicBezTo>
                  <a:cubicBezTo>
                    <a:pt x="2261468" y="1024700"/>
                    <a:pt x="2268106" y="1027657"/>
                    <a:pt x="2274745" y="1030615"/>
                  </a:cubicBezTo>
                  <a:cubicBezTo>
                    <a:pt x="2329154" y="1079931"/>
                    <a:pt x="2387655" y="1125508"/>
                    <a:pt x="2436961" y="1179485"/>
                  </a:cubicBezTo>
                  <a:cubicBezTo>
                    <a:pt x="2502374" y="1251093"/>
                    <a:pt x="2547878" y="1336951"/>
                    <a:pt x="2585578" y="1428955"/>
                  </a:cubicBezTo>
                  <a:cubicBezTo>
                    <a:pt x="2580099" y="1435546"/>
                    <a:pt x="2577374" y="1440633"/>
                    <a:pt x="2576583" y="1444656"/>
                  </a:cubicBezTo>
                  <a:lnTo>
                    <a:pt x="2576825" y="1445520"/>
                  </a:lnTo>
                  <a:lnTo>
                    <a:pt x="2585941" y="1431391"/>
                  </a:lnTo>
                  <a:cubicBezTo>
                    <a:pt x="2592049" y="1440089"/>
                    <a:pt x="2596154" y="1449724"/>
                    <a:pt x="2599842" y="1461719"/>
                  </a:cubicBezTo>
                  <a:cubicBezTo>
                    <a:pt x="2592833" y="1459664"/>
                    <a:pt x="2583788" y="1458065"/>
                    <a:pt x="2579280" y="1453988"/>
                  </a:cubicBezTo>
                  <a:lnTo>
                    <a:pt x="2578147" y="1450265"/>
                  </a:lnTo>
                  <a:lnTo>
                    <a:pt x="2579183" y="1453978"/>
                  </a:lnTo>
                  <a:cubicBezTo>
                    <a:pt x="2583684" y="1458655"/>
                    <a:pt x="2592626" y="1460844"/>
                    <a:pt x="2599425" y="1464077"/>
                  </a:cubicBezTo>
                  <a:cubicBezTo>
                    <a:pt x="2602032" y="1469181"/>
                    <a:pt x="2604638" y="1474284"/>
                    <a:pt x="2605823" y="1482848"/>
                  </a:cubicBezTo>
                  <a:cubicBezTo>
                    <a:pt x="2598002" y="1519761"/>
                    <a:pt x="2609373" y="1547246"/>
                    <a:pt x="2632747" y="1570698"/>
                  </a:cubicBezTo>
                  <a:cubicBezTo>
                    <a:pt x="2634881" y="1573871"/>
                    <a:pt x="2637013" y="1577043"/>
                    <a:pt x="2636508" y="1582580"/>
                  </a:cubicBezTo>
                  <a:cubicBezTo>
                    <a:pt x="2630794" y="1586728"/>
                    <a:pt x="2627716" y="1588509"/>
                    <a:pt x="2624637" y="1590290"/>
                  </a:cubicBezTo>
                  <a:lnTo>
                    <a:pt x="2624639" y="1590291"/>
                  </a:lnTo>
                  <a:lnTo>
                    <a:pt x="2636483" y="1585469"/>
                  </a:lnTo>
                  <a:cubicBezTo>
                    <a:pt x="2639813" y="1588032"/>
                    <a:pt x="2640055" y="1590129"/>
                    <a:pt x="2639455" y="1593835"/>
                  </a:cubicBezTo>
                  <a:lnTo>
                    <a:pt x="2624647" y="1590293"/>
                  </a:lnTo>
                  <a:lnTo>
                    <a:pt x="2639094" y="1595388"/>
                  </a:lnTo>
                  <a:cubicBezTo>
                    <a:pt x="2662258" y="1686105"/>
                    <a:pt x="2661404" y="1778671"/>
                    <a:pt x="2658027" y="1875279"/>
                  </a:cubicBezTo>
                  <a:cubicBezTo>
                    <a:pt x="2651718" y="1883648"/>
                    <a:pt x="2647719" y="1887989"/>
                    <a:pt x="2643721" y="1892331"/>
                  </a:cubicBezTo>
                  <a:cubicBezTo>
                    <a:pt x="2647365" y="1894055"/>
                    <a:pt x="2651008" y="1895780"/>
                    <a:pt x="2654652" y="1897504"/>
                  </a:cubicBezTo>
                  <a:cubicBezTo>
                    <a:pt x="2654323" y="1908878"/>
                    <a:pt x="2653995" y="1920251"/>
                    <a:pt x="2651018" y="1934476"/>
                  </a:cubicBezTo>
                  <a:cubicBezTo>
                    <a:pt x="2644567" y="1938914"/>
                    <a:pt x="2640767" y="1940501"/>
                    <a:pt x="2636968" y="1942089"/>
                  </a:cubicBezTo>
                  <a:cubicBezTo>
                    <a:pt x="2640639" y="1945000"/>
                    <a:pt x="2644311" y="1947911"/>
                    <a:pt x="2647982" y="1950823"/>
                  </a:cubicBezTo>
                  <a:cubicBezTo>
                    <a:pt x="2647656" y="1957883"/>
                    <a:pt x="2647330" y="1964943"/>
                    <a:pt x="2643852" y="1974743"/>
                  </a:cubicBezTo>
                  <a:cubicBezTo>
                    <a:pt x="2637958" y="1984070"/>
                    <a:pt x="2635215" y="1990658"/>
                    <a:pt x="2632473" y="1997245"/>
                  </a:cubicBezTo>
                  <a:cubicBezTo>
                    <a:pt x="2633879" y="1998420"/>
                    <a:pt x="2635495" y="1999112"/>
                    <a:pt x="2633728" y="2001346"/>
                  </a:cubicBezTo>
                  <a:cubicBezTo>
                    <a:pt x="2628528" y="2010266"/>
                    <a:pt x="2626917" y="2017164"/>
                    <a:pt x="2625307" y="2024061"/>
                  </a:cubicBezTo>
                  <a:cubicBezTo>
                    <a:pt x="2626939" y="2024992"/>
                    <a:pt x="2628683" y="2025608"/>
                    <a:pt x="2627006" y="2027967"/>
                  </a:cubicBezTo>
                  <a:cubicBezTo>
                    <a:pt x="2621864" y="2036924"/>
                    <a:pt x="2620253" y="2043821"/>
                    <a:pt x="2618643" y="2050718"/>
                  </a:cubicBezTo>
                  <a:cubicBezTo>
                    <a:pt x="2620441" y="2051638"/>
                    <a:pt x="2622303" y="2052402"/>
                    <a:pt x="2621153" y="2054383"/>
                  </a:cubicBezTo>
                  <a:cubicBezTo>
                    <a:pt x="2611045" y="2063067"/>
                    <a:pt x="2601534" y="2069199"/>
                    <a:pt x="2597398" y="2077889"/>
                  </a:cubicBezTo>
                  <a:cubicBezTo>
                    <a:pt x="2576228" y="2122386"/>
                    <a:pt x="2555492" y="2167148"/>
                    <a:pt x="2536653" y="2212665"/>
                  </a:cubicBezTo>
                  <a:cubicBezTo>
                    <a:pt x="2529344" y="2230319"/>
                    <a:pt x="2527419" y="2250200"/>
                    <a:pt x="2521684" y="2274921"/>
                  </a:cubicBezTo>
                  <a:cubicBezTo>
                    <a:pt x="2506014" y="2284399"/>
                    <a:pt x="2506014" y="2284399"/>
                    <a:pt x="2521363" y="2297365"/>
                  </a:cubicBezTo>
                  <a:cubicBezTo>
                    <a:pt x="2496033" y="2334566"/>
                    <a:pt x="2472470" y="2373148"/>
                    <a:pt x="2444838" y="2408554"/>
                  </a:cubicBezTo>
                  <a:cubicBezTo>
                    <a:pt x="2420757" y="2439409"/>
                    <a:pt x="2392086" y="2466682"/>
                    <a:pt x="2360727" y="2496359"/>
                  </a:cubicBezTo>
                  <a:lnTo>
                    <a:pt x="2347390" y="2507158"/>
                  </a:lnTo>
                  <a:lnTo>
                    <a:pt x="2334245" y="2517801"/>
                  </a:lnTo>
                  <a:cubicBezTo>
                    <a:pt x="2328989" y="2523805"/>
                    <a:pt x="2323734" y="2529808"/>
                    <a:pt x="2313930" y="2536489"/>
                  </a:cubicBezTo>
                  <a:lnTo>
                    <a:pt x="2300918" y="2546973"/>
                  </a:lnTo>
                  <a:lnTo>
                    <a:pt x="2287700" y="2557623"/>
                  </a:lnTo>
                  <a:cubicBezTo>
                    <a:pt x="2287700" y="2557623"/>
                    <a:pt x="2287382" y="2557097"/>
                    <a:pt x="2284936" y="2557144"/>
                  </a:cubicBezTo>
                  <a:cubicBezTo>
                    <a:pt x="2276915" y="2562610"/>
                    <a:pt x="2271339" y="2568028"/>
                    <a:pt x="2265764" y="2573446"/>
                  </a:cubicBezTo>
                  <a:cubicBezTo>
                    <a:pt x="2265764" y="2573446"/>
                    <a:pt x="2264785" y="2574607"/>
                    <a:pt x="2261740" y="2573510"/>
                  </a:cubicBezTo>
                  <a:lnTo>
                    <a:pt x="2259599" y="2575315"/>
                  </a:lnTo>
                  <a:lnTo>
                    <a:pt x="2241051" y="2590945"/>
                  </a:lnTo>
                  <a:cubicBezTo>
                    <a:pt x="2241051" y="2590945"/>
                    <a:pt x="2240730" y="2590418"/>
                    <a:pt x="2238086" y="2590456"/>
                  </a:cubicBezTo>
                  <a:lnTo>
                    <a:pt x="2222613" y="2590443"/>
                  </a:lnTo>
                  <a:lnTo>
                    <a:pt x="2238350" y="2590613"/>
                  </a:lnTo>
                  <a:cubicBezTo>
                    <a:pt x="2230655" y="2597631"/>
                    <a:pt x="2220050" y="2604530"/>
                    <a:pt x="2207626" y="2612405"/>
                  </a:cubicBezTo>
                  <a:cubicBezTo>
                    <a:pt x="2204449" y="2604020"/>
                    <a:pt x="2203799" y="2598699"/>
                    <a:pt x="2204857" y="2595375"/>
                  </a:cubicBezTo>
                  <a:lnTo>
                    <a:pt x="2212181" y="2590434"/>
                  </a:lnTo>
                  <a:lnTo>
                    <a:pt x="2212074" y="2590434"/>
                  </a:lnTo>
                  <a:cubicBezTo>
                    <a:pt x="2204572" y="2591364"/>
                    <a:pt x="2200363" y="2596122"/>
                    <a:pt x="2205809" y="2613382"/>
                  </a:cubicBezTo>
                  <a:cubicBezTo>
                    <a:pt x="2205809" y="2613382"/>
                    <a:pt x="2204806" y="2614539"/>
                    <a:pt x="2201411" y="2613375"/>
                  </a:cubicBezTo>
                  <a:lnTo>
                    <a:pt x="2179522" y="2611415"/>
                  </a:lnTo>
                  <a:lnTo>
                    <a:pt x="2200774" y="2613800"/>
                  </a:lnTo>
                  <a:cubicBezTo>
                    <a:pt x="2194383" y="2620737"/>
                    <a:pt x="2185232" y="2626086"/>
                    <a:pt x="2174285" y="2632403"/>
                  </a:cubicBezTo>
                  <a:cubicBezTo>
                    <a:pt x="2170869" y="2624737"/>
                    <a:pt x="2169749" y="2619643"/>
                    <a:pt x="2170258" y="2616341"/>
                  </a:cubicBezTo>
                  <a:lnTo>
                    <a:pt x="2175922" y="2611093"/>
                  </a:lnTo>
                  <a:lnTo>
                    <a:pt x="2175855" y="2611088"/>
                  </a:lnTo>
                  <a:cubicBezTo>
                    <a:pt x="2169356" y="2612273"/>
                    <a:pt x="2166554" y="2617553"/>
                    <a:pt x="2172487" y="2633370"/>
                  </a:cubicBezTo>
                  <a:cubicBezTo>
                    <a:pt x="2172487" y="2633370"/>
                    <a:pt x="2171487" y="2634554"/>
                    <a:pt x="2168183" y="2633399"/>
                  </a:cubicBezTo>
                  <a:cubicBezTo>
                    <a:pt x="2153949" y="2634320"/>
                    <a:pt x="2138396" y="2632192"/>
                    <a:pt x="2126578" y="2635374"/>
                  </a:cubicBezTo>
                  <a:lnTo>
                    <a:pt x="2122459" y="2638199"/>
                  </a:lnTo>
                  <a:lnTo>
                    <a:pt x="2119028" y="2638845"/>
                  </a:lnTo>
                  <a:lnTo>
                    <a:pt x="2116534" y="2642259"/>
                  </a:lnTo>
                  <a:lnTo>
                    <a:pt x="2112281" y="2645176"/>
                  </a:lnTo>
                  <a:lnTo>
                    <a:pt x="2111456" y="2649214"/>
                  </a:lnTo>
                  <a:lnTo>
                    <a:pt x="2111273" y="2649464"/>
                  </a:lnTo>
                  <a:lnTo>
                    <a:pt x="2111187" y="2650528"/>
                  </a:lnTo>
                  <a:lnTo>
                    <a:pt x="2107371" y="2669208"/>
                  </a:lnTo>
                  <a:cubicBezTo>
                    <a:pt x="2104483" y="2669608"/>
                    <a:pt x="2101595" y="2670008"/>
                    <a:pt x="2095275" y="2668819"/>
                  </a:cubicBezTo>
                  <a:cubicBezTo>
                    <a:pt x="2086978" y="2663390"/>
                    <a:pt x="2080688" y="2660598"/>
                    <a:pt x="2075915" y="2659801"/>
                  </a:cubicBezTo>
                  <a:lnTo>
                    <a:pt x="2075186" y="2660011"/>
                  </a:lnTo>
                  <a:lnTo>
                    <a:pt x="2093103" y="2669137"/>
                  </a:lnTo>
                  <a:cubicBezTo>
                    <a:pt x="2084631" y="2676975"/>
                    <a:pt x="2074897" y="2682907"/>
                    <a:pt x="2062943" y="2689020"/>
                  </a:cubicBezTo>
                  <a:cubicBezTo>
                    <a:pt x="2061972" y="2678301"/>
                    <a:pt x="2061758" y="2667822"/>
                    <a:pt x="2065664" y="2662777"/>
                  </a:cubicBezTo>
                  <a:lnTo>
                    <a:pt x="2066970" y="2662380"/>
                  </a:lnTo>
                  <a:lnTo>
                    <a:pt x="2065658" y="2662759"/>
                  </a:lnTo>
                  <a:cubicBezTo>
                    <a:pt x="2061203" y="2667867"/>
                    <a:pt x="2060861" y="2678391"/>
                    <a:pt x="2060721" y="2689201"/>
                  </a:cubicBezTo>
                  <a:cubicBezTo>
                    <a:pt x="2057834" y="2689600"/>
                    <a:pt x="2054948" y="2690000"/>
                    <a:pt x="2048566" y="2688891"/>
                  </a:cubicBezTo>
                  <a:lnTo>
                    <a:pt x="2038628" y="2695294"/>
                  </a:lnTo>
                  <a:lnTo>
                    <a:pt x="2027400" y="2702530"/>
                  </a:lnTo>
                  <a:cubicBezTo>
                    <a:pt x="1832923" y="2766570"/>
                    <a:pt x="1637011" y="2777341"/>
                    <a:pt x="1436469" y="2715198"/>
                  </a:cubicBezTo>
                  <a:lnTo>
                    <a:pt x="1430655" y="2713671"/>
                  </a:lnTo>
                  <a:lnTo>
                    <a:pt x="1420650" y="2711042"/>
                  </a:lnTo>
                  <a:cubicBezTo>
                    <a:pt x="1406693" y="2706730"/>
                    <a:pt x="1392734" y="2702417"/>
                    <a:pt x="1376113" y="2694814"/>
                  </a:cubicBezTo>
                  <a:lnTo>
                    <a:pt x="1367119" y="2692168"/>
                  </a:lnTo>
                  <a:lnTo>
                    <a:pt x="1340682" y="2684388"/>
                  </a:lnTo>
                  <a:cubicBezTo>
                    <a:pt x="1331073" y="2680002"/>
                    <a:pt x="1321465" y="2675616"/>
                    <a:pt x="1309474" y="2668311"/>
                  </a:cubicBezTo>
                  <a:lnTo>
                    <a:pt x="1304563" y="2667065"/>
                  </a:lnTo>
                  <a:lnTo>
                    <a:pt x="1294028" y="2664392"/>
                  </a:lnTo>
                  <a:cubicBezTo>
                    <a:pt x="1226322" y="2621855"/>
                    <a:pt x="1154357" y="2584736"/>
                    <a:pt x="1091841" y="2535597"/>
                  </a:cubicBezTo>
                  <a:cubicBezTo>
                    <a:pt x="978910" y="2446829"/>
                    <a:pt x="895778" y="2332360"/>
                    <a:pt x="835730" y="2198886"/>
                  </a:cubicBezTo>
                  <a:lnTo>
                    <a:pt x="832937" y="2192693"/>
                  </a:lnTo>
                  <a:lnTo>
                    <a:pt x="828941" y="2183830"/>
                  </a:lnTo>
                  <a:cubicBezTo>
                    <a:pt x="826334" y="2178725"/>
                    <a:pt x="823728" y="2173622"/>
                    <a:pt x="822382" y="2165317"/>
                  </a:cubicBezTo>
                  <a:lnTo>
                    <a:pt x="819798" y="2159663"/>
                  </a:lnTo>
                  <a:lnTo>
                    <a:pt x="815612" y="2150509"/>
                  </a:lnTo>
                  <a:cubicBezTo>
                    <a:pt x="813005" y="2145404"/>
                    <a:pt x="810399" y="2140299"/>
                    <a:pt x="809260" y="2131625"/>
                  </a:cubicBezTo>
                  <a:lnTo>
                    <a:pt x="808477" y="2128088"/>
                  </a:lnTo>
                  <a:lnTo>
                    <a:pt x="775170" y="2026550"/>
                  </a:lnTo>
                  <a:cubicBezTo>
                    <a:pt x="782766" y="2040957"/>
                    <a:pt x="790872" y="2057698"/>
                    <a:pt x="796774" y="2075184"/>
                  </a:cubicBezTo>
                  <a:lnTo>
                    <a:pt x="796793" y="2075272"/>
                  </a:lnTo>
                  <a:lnTo>
                    <a:pt x="796774" y="2075183"/>
                  </a:lnTo>
                  <a:cubicBezTo>
                    <a:pt x="790872" y="2057697"/>
                    <a:pt x="782766" y="2040956"/>
                    <a:pt x="775626" y="2023889"/>
                  </a:cubicBezTo>
                  <a:cubicBezTo>
                    <a:pt x="773246" y="2019330"/>
                    <a:pt x="770866" y="2014772"/>
                    <a:pt x="770934" y="2007065"/>
                  </a:cubicBezTo>
                  <a:lnTo>
                    <a:pt x="769947" y="1998814"/>
                  </a:lnTo>
                  <a:lnTo>
                    <a:pt x="768962" y="1990565"/>
                  </a:lnTo>
                  <a:cubicBezTo>
                    <a:pt x="766434" y="1983258"/>
                    <a:pt x="763907" y="1975950"/>
                    <a:pt x="763706" y="1965974"/>
                  </a:cubicBezTo>
                  <a:lnTo>
                    <a:pt x="771903" y="1956954"/>
                  </a:lnTo>
                  <a:lnTo>
                    <a:pt x="764166" y="1963599"/>
                  </a:lnTo>
                  <a:cubicBezTo>
                    <a:pt x="761998" y="1960923"/>
                    <a:pt x="761698" y="1957955"/>
                    <a:pt x="761849" y="1952783"/>
                  </a:cubicBezTo>
                  <a:lnTo>
                    <a:pt x="771906" y="1956950"/>
                  </a:lnTo>
                  <a:lnTo>
                    <a:pt x="771907" y="1956949"/>
                  </a:lnTo>
                  <a:cubicBezTo>
                    <a:pt x="768704" y="1954826"/>
                    <a:pt x="765500" y="1952702"/>
                    <a:pt x="762298" y="1950579"/>
                  </a:cubicBezTo>
                  <a:cubicBezTo>
                    <a:pt x="759768" y="1938994"/>
                    <a:pt x="757239" y="1927407"/>
                    <a:pt x="757040" y="1912907"/>
                  </a:cubicBezTo>
                  <a:cubicBezTo>
                    <a:pt x="761327" y="1907872"/>
                    <a:pt x="763284" y="1905753"/>
                    <a:pt x="765243" y="1903634"/>
                  </a:cubicBezTo>
                  <a:cubicBezTo>
                    <a:pt x="762040" y="1901512"/>
                    <a:pt x="758835" y="1899388"/>
                    <a:pt x="755633" y="1897265"/>
                  </a:cubicBezTo>
                  <a:cubicBezTo>
                    <a:pt x="753042" y="1878092"/>
                    <a:pt x="748818" y="1858969"/>
                    <a:pt x="748209" y="1839732"/>
                  </a:cubicBezTo>
                  <a:cubicBezTo>
                    <a:pt x="747056" y="1803246"/>
                    <a:pt x="747975" y="1766693"/>
                    <a:pt x="750651" y="1726797"/>
                  </a:cubicBezTo>
                  <a:cubicBezTo>
                    <a:pt x="757298" y="1719395"/>
                    <a:pt x="761327" y="1715362"/>
                    <a:pt x="765355" y="1711329"/>
                  </a:cubicBezTo>
                  <a:cubicBezTo>
                    <a:pt x="761477" y="1708801"/>
                    <a:pt x="757599" y="1706274"/>
                    <a:pt x="753721" y="1703747"/>
                  </a:cubicBezTo>
                  <a:cubicBezTo>
                    <a:pt x="754049" y="1694539"/>
                    <a:pt x="754377" y="1685331"/>
                    <a:pt x="757320" y="1673118"/>
                  </a:cubicBezTo>
                  <a:cubicBezTo>
                    <a:pt x="763962" y="1666079"/>
                    <a:pt x="767991" y="1662047"/>
                    <a:pt x="772019" y="1658014"/>
                  </a:cubicBezTo>
                  <a:cubicBezTo>
                    <a:pt x="768141" y="1655487"/>
                    <a:pt x="764263" y="1652960"/>
                    <a:pt x="760386" y="1650432"/>
                  </a:cubicBezTo>
                  <a:cubicBezTo>
                    <a:pt x="760712" y="1645477"/>
                    <a:pt x="761039" y="1640522"/>
                    <a:pt x="763960" y="1632860"/>
                  </a:cubicBezTo>
                  <a:cubicBezTo>
                    <a:pt x="770856" y="1625752"/>
                    <a:pt x="777960" y="1621952"/>
                    <a:pt x="779049" y="1616865"/>
                  </a:cubicBezTo>
                  <a:cubicBezTo>
                    <a:pt x="777960" y="1621952"/>
                    <a:pt x="770857" y="1625752"/>
                    <a:pt x="764426" y="1630419"/>
                  </a:cubicBezTo>
                  <a:cubicBezTo>
                    <a:pt x="785391" y="1554938"/>
                    <a:pt x="804964" y="1477863"/>
                    <a:pt x="832857" y="1403928"/>
                  </a:cubicBezTo>
                  <a:cubicBezTo>
                    <a:pt x="850524" y="1357101"/>
                    <a:pt x="880590" y="1314953"/>
                    <a:pt x="906856" y="1269522"/>
                  </a:cubicBezTo>
                  <a:cubicBezTo>
                    <a:pt x="908015" y="1273810"/>
                    <a:pt x="909780" y="1279056"/>
                    <a:pt x="910724" y="1284071"/>
                  </a:cubicBezTo>
                  <a:lnTo>
                    <a:pt x="909669" y="1297154"/>
                  </a:lnTo>
                  <a:lnTo>
                    <a:pt x="910943" y="1283922"/>
                  </a:lnTo>
                  <a:cubicBezTo>
                    <a:pt x="910219" y="1278760"/>
                    <a:pt x="908895" y="1273217"/>
                    <a:pt x="908616" y="1268336"/>
                  </a:cubicBezTo>
                  <a:cubicBezTo>
                    <a:pt x="908532" y="1267160"/>
                    <a:pt x="908450" y="1265986"/>
                    <a:pt x="911994" y="1264088"/>
                  </a:cubicBezTo>
                  <a:cubicBezTo>
                    <a:pt x="922860" y="1260623"/>
                    <a:pt x="930097" y="1257881"/>
                    <a:pt x="937336" y="1255138"/>
                  </a:cubicBezTo>
                  <a:cubicBezTo>
                    <a:pt x="934433" y="1250638"/>
                    <a:pt x="931529" y="1246138"/>
                    <a:pt x="928627" y="1241636"/>
                  </a:cubicBezTo>
                  <a:cubicBezTo>
                    <a:pt x="928553" y="1240435"/>
                    <a:pt x="928478" y="1239233"/>
                    <a:pt x="931936" y="1237359"/>
                  </a:cubicBezTo>
                  <a:cubicBezTo>
                    <a:pt x="965692" y="1235139"/>
                    <a:pt x="961902" y="1198232"/>
                    <a:pt x="984881" y="1189152"/>
                  </a:cubicBezTo>
                  <a:cubicBezTo>
                    <a:pt x="981139" y="1187409"/>
                    <a:pt x="977396" y="1185666"/>
                    <a:pt x="973653" y="1183922"/>
                  </a:cubicBezTo>
                  <a:cubicBezTo>
                    <a:pt x="1001195" y="1153403"/>
                    <a:pt x="1028737" y="1122886"/>
                    <a:pt x="1061127" y="1091561"/>
                  </a:cubicBezTo>
                  <a:lnTo>
                    <a:pt x="1088631" y="1086871"/>
                  </a:lnTo>
                  <a:lnTo>
                    <a:pt x="1063147" y="1090676"/>
                  </a:lnTo>
                  <a:cubicBezTo>
                    <a:pt x="1070225" y="1082160"/>
                    <a:pt x="1080129" y="1073724"/>
                    <a:pt x="1092078" y="1064372"/>
                  </a:cubicBezTo>
                  <a:lnTo>
                    <a:pt x="1088788" y="1086844"/>
                  </a:lnTo>
                  <a:lnTo>
                    <a:pt x="1088791" y="1086844"/>
                  </a:lnTo>
                  <a:cubicBezTo>
                    <a:pt x="1094259" y="1082369"/>
                    <a:pt x="1096004" y="1074783"/>
                    <a:pt x="1094121" y="1063456"/>
                  </a:cubicBezTo>
                  <a:cubicBezTo>
                    <a:pt x="1094294" y="1061174"/>
                    <a:pt x="1095346" y="1059419"/>
                    <a:pt x="1101563" y="1057813"/>
                  </a:cubicBezTo>
                  <a:lnTo>
                    <a:pt x="1129016" y="1052936"/>
                  </a:lnTo>
                  <a:lnTo>
                    <a:pt x="1103079" y="1057354"/>
                  </a:lnTo>
                  <a:cubicBezTo>
                    <a:pt x="1115385" y="1045910"/>
                    <a:pt x="1130465" y="1034547"/>
                    <a:pt x="1147380" y="1022198"/>
                  </a:cubicBezTo>
                  <a:cubicBezTo>
                    <a:pt x="1148968" y="1030648"/>
                    <a:pt x="1148572" y="1036921"/>
                    <a:pt x="1146690" y="1041617"/>
                  </a:cubicBezTo>
                  <a:lnTo>
                    <a:pt x="1137776" y="1050845"/>
                  </a:lnTo>
                  <a:lnTo>
                    <a:pt x="1147441" y="1041208"/>
                  </a:lnTo>
                  <a:cubicBezTo>
                    <a:pt x="1149605" y="1036366"/>
                    <a:pt x="1150345" y="1029908"/>
                    <a:pt x="1149217" y="1021211"/>
                  </a:cubicBezTo>
                  <a:cubicBezTo>
                    <a:pt x="1149217" y="1021211"/>
                    <a:pt x="1150202" y="1020009"/>
                    <a:pt x="1153351" y="1021116"/>
                  </a:cubicBezTo>
                  <a:cubicBezTo>
                    <a:pt x="1164635" y="1020635"/>
                    <a:pt x="1173744" y="1020881"/>
                    <a:pt x="1180746" y="1017159"/>
                  </a:cubicBezTo>
                  <a:cubicBezTo>
                    <a:pt x="1220237" y="996167"/>
                    <a:pt x="1257693" y="970559"/>
                    <a:pt x="1298726" y="953433"/>
                  </a:cubicBezTo>
                  <a:cubicBezTo>
                    <a:pt x="1257693" y="970559"/>
                    <a:pt x="1220237" y="996167"/>
                    <a:pt x="1180745" y="1017159"/>
                  </a:cubicBezTo>
                  <a:cubicBezTo>
                    <a:pt x="1173743" y="1020881"/>
                    <a:pt x="1164634" y="1020635"/>
                    <a:pt x="1153988" y="1020673"/>
                  </a:cubicBezTo>
                  <a:cubicBezTo>
                    <a:pt x="1215194" y="983118"/>
                    <a:pt x="1276852" y="942566"/>
                    <a:pt x="1343265" y="912524"/>
                  </a:cubicBezTo>
                  <a:cubicBezTo>
                    <a:pt x="1397801" y="887856"/>
                    <a:pt x="1457986" y="875675"/>
                    <a:pt x="1518292" y="858347"/>
                  </a:cubicBezTo>
                  <a:cubicBezTo>
                    <a:pt x="1516950" y="861605"/>
                    <a:pt x="1515247" y="865547"/>
                    <a:pt x="1513046" y="868990"/>
                  </a:cubicBezTo>
                  <a:lnTo>
                    <a:pt x="1504809" y="876637"/>
                  </a:lnTo>
                  <a:lnTo>
                    <a:pt x="1513373" y="869039"/>
                  </a:lnTo>
                  <a:cubicBezTo>
                    <a:pt x="1515903" y="865644"/>
                    <a:pt x="1518263" y="861799"/>
                    <a:pt x="1520918" y="858736"/>
                  </a:cubicBezTo>
                  <a:cubicBezTo>
                    <a:pt x="1523892" y="858437"/>
                    <a:pt x="1526866" y="858136"/>
                    <a:pt x="1532456" y="860441"/>
                  </a:cubicBezTo>
                  <a:cubicBezTo>
                    <a:pt x="1537461" y="865352"/>
                    <a:pt x="1541480" y="868164"/>
                    <a:pt x="1544758" y="869401"/>
                  </a:cubicBezTo>
                  <a:lnTo>
                    <a:pt x="1545372" y="869361"/>
                  </a:lnTo>
                  <a:lnTo>
                    <a:pt x="1534663" y="860890"/>
                  </a:lnTo>
                  <a:cubicBezTo>
                    <a:pt x="1541572" y="856235"/>
                    <a:pt x="1548888" y="853735"/>
                    <a:pt x="1558555" y="851653"/>
                  </a:cubicBezTo>
                  <a:lnTo>
                    <a:pt x="1552601" y="868902"/>
                  </a:lnTo>
                  <a:lnTo>
                    <a:pt x="1552618" y="868901"/>
                  </a:lnTo>
                  <a:cubicBezTo>
                    <a:pt x="1556705" y="866114"/>
                    <a:pt x="1558811" y="859109"/>
                    <a:pt x="1560904" y="852071"/>
                  </a:cubicBezTo>
                  <a:cubicBezTo>
                    <a:pt x="1565918" y="851764"/>
                    <a:pt x="1570933" y="851455"/>
                    <a:pt x="1578834" y="853764"/>
                  </a:cubicBezTo>
                  <a:cubicBezTo>
                    <a:pt x="1583907" y="858678"/>
                    <a:pt x="1587976" y="861493"/>
                    <a:pt x="1591293" y="862730"/>
                  </a:cubicBezTo>
                  <a:lnTo>
                    <a:pt x="1592009" y="862686"/>
                  </a:lnTo>
                  <a:lnTo>
                    <a:pt x="1581313" y="854226"/>
                  </a:lnTo>
                  <a:cubicBezTo>
                    <a:pt x="1588222" y="849570"/>
                    <a:pt x="1595538" y="847070"/>
                    <a:pt x="1605205" y="844988"/>
                  </a:cubicBezTo>
                  <a:close/>
                  <a:moveTo>
                    <a:pt x="0" y="0"/>
                  </a:moveTo>
                  <a:lnTo>
                    <a:pt x="447556" y="0"/>
                  </a:lnTo>
                  <a:lnTo>
                    <a:pt x="447556" y="447557"/>
                  </a:lnTo>
                  <a:lnTo>
                    <a:pt x="0" y="447557"/>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41" name="Group 940">
            <a:extLst>
              <a:ext uri="{FF2B5EF4-FFF2-40B4-BE49-F238E27FC236}">
                <a16:creationId xmlns:a16="http://schemas.microsoft.com/office/drawing/2014/main" id="{96D11ABD-2A9A-1246-DE06-88EF55FCCBAE}"/>
              </a:ext>
              <a:ext uri="{C183D7F6-B498-43B3-948B-1728B52AA6E4}">
                <adec:decorative xmlns:adec="http://schemas.microsoft.com/office/drawing/2017/decorative" val="1"/>
              </a:ext>
            </a:extLst>
          </p:cNvPr>
          <p:cNvGrpSpPr>
            <a:grpSpLocks noChangeAspect="1"/>
          </p:cNvGrpSpPr>
          <p:nvPr/>
        </p:nvGrpSpPr>
        <p:grpSpPr>
          <a:xfrm>
            <a:off x="9931882" y="810791"/>
            <a:ext cx="430905" cy="457200"/>
            <a:chOff x="9931882" y="810791"/>
            <a:chExt cx="430905" cy="457200"/>
          </a:xfrm>
          <a:solidFill>
            <a:srgbClr val="FF0000"/>
          </a:solidFill>
        </p:grpSpPr>
        <p:sp>
          <p:nvSpPr>
            <p:cNvPr id="75" name="Freeform: Shape 74">
              <a:extLst>
                <a:ext uri="{FF2B5EF4-FFF2-40B4-BE49-F238E27FC236}">
                  <a16:creationId xmlns:a16="http://schemas.microsoft.com/office/drawing/2014/main" id="{54A6080E-B940-F110-5B3C-F8BCED3C011F}"/>
                </a:ext>
                <a:ext uri="{C183D7F6-B498-43B3-948B-1728B52AA6E4}">
                  <adec:decorative xmlns:adec="http://schemas.microsoft.com/office/drawing/2017/decorative" val="1"/>
                </a:ext>
              </a:extLst>
            </p:cNvPr>
            <p:cNvSpPr/>
            <p:nvPr/>
          </p:nvSpPr>
          <p:spPr>
            <a:xfrm>
              <a:off x="9931882" y="814451"/>
              <a:ext cx="430905" cy="453540"/>
            </a:xfrm>
            <a:custGeom>
              <a:avLst/>
              <a:gdLst>
                <a:gd name="connsiteX0" fmla="*/ 4735548 w 6463572"/>
                <a:gd name="connsiteY0" fmla="*/ 5246069 h 6803095"/>
                <a:gd name="connsiteX1" fmla="*/ 4427339 w 6463572"/>
                <a:gd name="connsiteY1" fmla="*/ 5330283 h 6803095"/>
                <a:gd name="connsiteX2" fmla="*/ 4173319 w 6463572"/>
                <a:gd name="connsiteY2" fmla="*/ 5629065 h 6803095"/>
                <a:gd name="connsiteX3" fmla="*/ 4142946 w 6463572"/>
                <a:gd name="connsiteY3" fmla="*/ 5948701 h 6803095"/>
                <a:gd name="connsiteX4" fmla="*/ 4197671 w 6463572"/>
                <a:gd name="connsiteY4" fmla="*/ 6110987 h 6803095"/>
                <a:gd name="connsiteX5" fmla="*/ 4345720 w 6463572"/>
                <a:gd name="connsiteY5" fmla="*/ 6296422 h 6803095"/>
                <a:gd name="connsiteX6" fmla="*/ 4542942 w 6463572"/>
                <a:gd name="connsiteY6" fmla="*/ 6405998 h 6803095"/>
                <a:gd name="connsiteX7" fmla="*/ 4617937 w 6463572"/>
                <a:gd name="connsiteY7" fmla="*/ 6426536 h 6803095"/>
                <a:gd name="connsiteX8" fmla="*/ 4921865 w 6463572"/>
                <a:gd name="connsiteY8" fmla="*/ 6402719 h 6803095"/>
                <a:gd name="connsiteX9" fmla="*/ 5186722 w 6463572"/>
                <a:gd name="connsiteY9" fmla="*/ 6217526 h 6803095"/>
                <a:gd name="connsiteX10" fmla="*/ 5317312 w 6463572"/>
                <a:gd name="connsiteY10" fmla="*/ 5910334 h 6803095"/>
                <a:gd name="connsiteX11" fmla="*/ 5279980 w 6463572"/>
                <a:gd name="connsiteY11" fmla="*/ 5625968 h 6803095"/>
                <a:gd name="connsiteX12" fmla="*/ 4735548 w 6463572"/>
                <a:gd name="connsiteY12" fmla="*/ 5246069 h 6803095"/>
                <a:gd name="connsiteX13" fmla="*/ 4725455 w 6463572"/>
                <a:gd name="connsiteY13" fmla="*/ 4882400 h 6803095"/>
                <a:gd name="connsiteX14" fmla="*/ 5078879 w 6463572"/>
                <a:gd name="connsiteY14" fmla="*/ 4945272 h 6803095"/>
                <a:gd name="connsiteX15" fmla="*/ 5471650 w 6463572"/>
                <a:gd name="connsiteY15" fmla="*/ 5233183 h 6803095"/>
                <a:gd name="connsiteX16" fmla="*/ 5671882 w 6463572"/>
                <a:gd name="connsiteY16" fmla="*/ 5658508 h 6803095"/>
                <a:gd name="connsiteX17" fmla="*/ 5681249 w 6463572"/>
                <a:gd name="connsiteY17" fmla="*/ 5951451 h 6803095"/>
                <a:gd name="connsiteX18" fmla="*/ 5572134 w 6463572"/>
                <a:gd name="connsiteY18" fmla="*/ 6300174 h 6803095"/>
                <a:gd name="connsiteX19" fmla="*/ 5448502 w 6463572"/>
                <a:gd name="connsiteY19" fmla="*/ 6476108 h 6803095"/>
                <a:gd name="connsiteX20" fmla="*/ 5152804 w 6463572"/>
                <a:gd name="connsiteY20" fmla="*/ 6704907 h 6803095"/>
                <a:gd name="connsiteX21" fmla="*/ 4816028 w 6463572"/>
                <a:gd name="connsiteY21" fmla="*/ 6798434 h 6803095"/>
                <a:gd name="connsiteX22" fmla="*/ 4375692 w 6463572"/>
                <a:gd name="connsiteY22" fmla="*/ 6737019 h 6803095"/>
                <a:gd name="connsiteX23" fmla="*/ 4090429 w 6463572"/>
                <a:gd name="connsiteY23" fmla="*/ 6563146 h 6803095"/>
                <a:gd name="connsiteX24" fmla="*/ 3866314 w 6463572"/>
                <a:gd name="connsiteY24" fmla="*/ 6271822 h 6803095"/>
                <a:gd name="connsiteX25" fmla="*/ 3773523 w 6463572"/>
                <a:gd name="connsiteY25" fmla="*/ 5948407 h 6803095"/>
                <a:gd name="connsiteX26" fmla="*/ 3767034 w 6463572"/>
                <a:gd name="connsiteY26" fmla="*/ 5829511 h 6803095"/>
                <a:gd name="connsiteX27" fmla="*/ 3909064 w 6463572"/>
                <a:gd name="connsiteY27" fmla="*/ 5334229 h 6803095"/>
                <a:gd name="connsiteX28" fmla="*/ 4110298 w 6463572"/>
                <a:gd name="connsiteY28" fmla="*/ 5106454 h 6803095"/>
                <a:gd name="connsiteX29" fmla="*/ 4291465 w 6463572"/>
                <a:gd name="connsiteY29" fmla="*/ 4985138 h 6803095"/>
                <a:gd name="connsiteX30" fmla="*/ 4603888 w 6463572"/>
                <a:gd name="connsiteY30" fmla="*/ 4889825 h 6803095"/>
                <a:gd name="connsiteX31" fmla="*/ 4725455 w 6463572"/>
                <a:gd name="connsiteY31" fmla="*/ 4882400 h 6803095"/>
                <a:gd name="connsiteX32" fmla="*/ 1085682 w 6463572"/>
                <a:gd name="connsiteY32" fmla="*/ 3501534 h 6803095"/>
                <a:gd name="connsiteX33" fmla="*/ 628420 w 6463572"/>
                <a:gd name="connsiteY33" fmla="*/ 4293940 h 6803095"/>
                <a:gd name="connsiteX34" fmla="*/ 1538569 w 6463572"/>
                <a:gd name="connsiteY34" fmla="*/ 4293940 h 6803095"/>
                <a:gd name="connsiteX35" fmla="*/ 1511307 w 6463572"/>
                <a:gd name="connsiteY35" fmla="*/ 4232552 h 6803095"/>
                <a:gd name="connsiteX36" fmla="*/ 1238315 w 6463572"/>
                <a:gd name="connsiteY36" fmla="*/ 3762337 h 6803095"/>
                <a:gd name="connsiteX37" fmla="*/ 1097945 w 6463572"/>
                <a:gd name="connsiteY37" fmla="*/ 3522286 h 6803095"/>
                <a:gd name="connsiteX38" fmla="*/ 1085682 w 6463572"/>
                <a:gd name="connsiteY38" fmla="*/ 3501534 h 6803095"/>
                <a:gd name="connsiteX39" fmla="*/ 1085408 w 6463572"/>
                <a:gd name="connsiteY39" fmla="*/ 2762541 h 6803095"/>
                <a:gd name="connsiteX40" fmla="*/ 1131515 w 6463572"/>
                <a:gd name="connsiteY40" fmla="*/ 2839838 h 6803095"/>
                <a:gd name="connsiteX41" fmla="*/ 1465995 w 6463572"/>
                <a:gd name="connsiteY41" fmla="*/ 3421228 h 6803095"/>
                <a:gd name="connsiteX42" fmla="*/ 1766364 w 6463572"/>
                <a:gd name="connsiteY42" fmla="*/ 3939730 h 6803095"/>
                <a:gd name="connsiteX43" fmla="*/ 2052843 w 6463572"/>
                <a:gd name="connsiteY43" fmla="*/ 4432310 h 6803095"/>
                <a:gd name="connsiteX44" fmla="*/ 2173786 w 6463572"/>
                <a:gd name="connsiteY44" fmla="*/ 4648992 h 6803095"/>
                <a:gd name="connsiteX45" fmla="*/ 2174535 w 6463572"/>
                <a:gd name="connsiteY45" fmla="*/ 4662011 h 6803095"/>
                <a:gd name="connsiteX46" fmla="*/ 2154565 w 6463572"/>
                <a:gd name="connsiteY46" fmla="*/ 4663075 h 6803095"/>
                <a:gd name="connsiteX47" fmla="*/ 3385 w 6463572"/>
                <a:gd name="connsiteY47" fmla="*/ 4660325 h 6803095"/>
                <a:gd name="connsiteX48" fmla="*/ 0 w 6463572"/>
                <a:gd name="connsiteY48" fmla="*/ 4648979 h 6803095"/>
                <a:gd name="connsiteX49" fmla="*/ 132442 w 6463572"/>
                <a:gd name="connsiteY49" fmla="*/ 4414146 h 6803095"/>
                <a:gd name="connsiteX50" fmla="*/ 294481 w 6463572"/>
                <a:gd name="connsiteY50" fmla="*/ 4135467 h 6803095"/>
                <a:gd name="connsiteX51" fmla="*/ 483494 w 6463572"/>
                <a:gd name="connsiteY51" fmla="*/ 3808532 h 6803095"/>
                <a:gd name="connsiteX52" fmla="*/ 645700 w 6463572"/>
                <a:gd name="connsiteY52" fmla="*/ 3526200 h 6803095"/>
                <a:gd name="connsiteX53" fmla="*/ 935277 w 6463572"/>
                <a:gd name="connsiteY53" fmla="*/ 3027874 h 6803095"/>
                <a:gd name="connsiteX54" fmla="*/ 1085408 w 6463572"/>
                <a:gd name="connsiteY54" fmla="*/ 2762541 h 6803095"/>
                <a:gd name="connsiteX55" fmla="*/ 3077694 w 6463572"/>
                <a:gd name="connsiteY55" fmla="*/ 2377529 h 6803095"/>
                <a:gd name="connsiteX56" fmla="*/ 3378745 w 6463572"/>
                <a:gd name="connsiteY56" fmla="*/ 2377529 h 6803095"/>
                <a:gd name="connsiteX57" fmla="*/ 3378745 w 6463572"/>
                <a:gd name="connsiteY57" fmla="*/ 2462171 h 6803095"/>
                <a:gd name="connsiteX58" fmla="*/ 3378745 w 6463572"/>
                <a:gd name="connsiteY58" fmla="*/ 3096847 h 6803095"/>
                <a:gd name="connsiteX59" fmla="*/ 4099460 w 6463572"/>
                <a:gd name="connsiteY59" fmla="*/ 3096847 h 6803095"/>
                <a:gd name="connsiteX60" fmla="*/ 4099460 w 6463572"/>
                <a:gd name="connsiteY60" fmla="*/ 3405398 h 6803095"/>
                <a:gd name="connsiteX61" fmla="*/ 4069423 w 6463572"/>
                <a:gd name="connsiteY61" fmla="*/ 3405398 h 6803095"/>
                <a:gd name="connsiteX62" fmla="*/ 3377139 w 6463572"/>
                <a:gd name="connsiteY62" fmla="*/ 3404903 h 6803095"/>
                <a:gd name="connsiteX63" fmla="*/ 3089301 w 6463572"/>
                <a:gd name="connsiteY63" fmla="*/ 3192702 h 6803095"/>
                <a:gd name="connsiteX64" fmla="*/ 3078182 w 6463572"/>
                <a:gd name="connsiteY64" fmla="*/ 3125480 h 6803095"/>
                <a:gd name="connsiteX65" fmla="*/ 3077694 w 6463572"/>
                <a:gd name="connsiteY65" fmla="*/ 2377529 h 6803095"/>
                <a:gd name="connsiteX66" fmla="*/ 6153559 w 6463572"/>
                <a:gd name="connsiteY66" fmla="*/ 2377355 h 6803095"/>
                <a:gd name="connsiteX67" fmla="*/ 6462839 w 6463572"/>
                <a:gd name="connsiteY67" fmla="*/ 2377355 h 6803095"/>
                <a:gd name="connsiteX68" fmla="*/ 6462839 w 6463572"/>
                <a:gd name="connsiteY68" fmla="*/ 3050739 h 6803095"/>
                <a:gd name="connsiteX69" fmla="*/ 6407713 w 6463572"/>
                <a:gd name="connsiteY69" fmla="*/ 3275463 h 6803095"/>
                <a:gd name="connsiteX70" fmla="*/ 6214639 w 6463572"/>
                <a:gd name="connsiteY70" fmla="*/ 3398146 h 6803095"/>
                <a:gd name="connsiteX71" fmla="*/ 6119373 w 6463572"/>
                <a:gd name="connsiteY71" fmla="*/ 3405096 h 6803095"/>
                <a:gd name="connsiteX72" fmla="*/ 5435116 w 6463572"/>
                <a:gd name="connsiteY72" fmla="*/ 3405397 h 6803095"/>
                <a:gd name="connsiteX73" fmla="*/ 5435116 w 6463572"/>
                <a:gd name="connsiteY73" fmla="*/ 3099308 h 6803095"/>
                <a:gd name="connsiteX74" fmla="*/ 6153559 w 6463572"/>
                <a:gd name="connsiteY74" fmla="*/ 3099308 h 6803095"/>
                <a:gd name="connsiteX75" fmla="*/ 6153559 w 6463572"/>
                <a:gd name="connsiteY75" fmla="*/ 2377355 h 6803095"/>
                <a:gd name="connsiteX76" fmla="*/ 3070897 w 6463572"/>
                <a:gd name="connsiteY76" fmla="*/ 599850 h 6803095"/>
                <a:gd name="connsiteX77" fmla="*/ 3378913 w 6463572"/>
                <a:gd name="connsiteY77" fmla="*/ 599850 h 6803095"/>
                <a:gd name="connsiteX78" fmla="*/ 3378913 w 6463572"/>
                <a:gd name="connsiteY78" fmla="*/ 1028423 h 6803095"/>
                <a:gd name="connsiteX79" fmla="*/ 3070897 w 6463572"/>
                <a:gd name="connsiteY79" fmla="*/ 1028423 h 6803095"/>
                <a:gd name="connsiteX80" fmla="*/ 5434849 w 6463572"/>
                <a:gd name="connsiteY80" fmla="*/ 180 h 6803095"/>
                <a:gd name="connsiteX81" fmla="*/ 6121243 w 6463572"/>
                <a:gd name="connsiteY81" fmla="*/ 180 h 6803095"/>
                <a:gd name="connsiteX82" fmla="*/ 6361147 w 6463572"/>
                <a:gd name="connsiteY82" fmla="*/ 77202 h 6803095"/>
                <a:gd name="connsiteX83" fmla="*/ 6454873 w 6463572"/>
                <a:gd name="connsiteY83" fmla="*/ 248072 h 6803095"/>
                <a:gd name="connsiteX84" fmla="*/ 6462566 w 6463572"/>
                <a:gd name="connsiteY84" fmla="*/ 597433 h 6803095"/>
                <a:gd name="connsiteX85" fmla="*/ 6462834 w 6463572"/>
                <a:gd name="connsiteY85" fmla="*/ 1027842 h 6803095"/>
                <a:gd name="connsiteX86" fmla="*/ 6156901 w 6463572"/>
                <a:gd name="connsiteY86" fmla="*/ 1027842 h 6803095"/>
                <a:gd name="connsiteX87" fmla="*/ 6156901 w 6463572"/>
                <a:gd name="connsiteY87" fmla="*/ 309620 h 6803095"/>
                <a:gd name="connsiteX88" fmla="*/ 5434849 w 6463572"/>
                <a:gd name="connsiteY88" fmla="*/ 309620 h 6803095"/>
                <a:gd name="connsiteX89" fmla="*/ 5434849 w 6463572"/>
                <a:gd name="connsiteY89" fmla="*/ 180 h 6803095"/>
                <a:gd name="connsiteX90" fmla="*/ 3670580 w 6463572"/>
                <a:gd name="connsiteY90" fmla="*/ 0 h 6803095"/>
                <a:gd name="connsiteX91" fmla="*/ 4099253 w 6463572"/>
                <a:gd name="connsiteY91" fmla="*/ 0 h 6803095"/>
                <a:gd name="connsiteX92" fmla="*/ 4099253 w 6463572"/>
                <a:gd name="connsiteY92" fmla="*/ 308029 h 6803095"/>
                <a:gd name="connsiteX93" fmla="*/ 3670580 w 6463572"/>
                <a:gd name="connsiteY93" fmla="*/ 308029 h 680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463572" h="6803095">
                  <a:moveTo>
                    <a:pt x="4735548" y="5246069"/>
                  </a:moveTo>
                  <a:cubicBezTo>
                    <a:pt x="4625698" y="5242764"/>
                    <a:pt x="4522137" y="5273765"/>
                    <a:pt x="4427339" y="5330283"/>
                  </a:cubicBezTo>
                  <a:cubicBezTo>
                    <a:pt x="4308925" y="5400922"/>
                    <a:pt x="4224631" y="5499834"/>
                    <a:pt x="4173319" y="5629065"/>
                  </a:cubicBezTo>
                  <a:cubicBezTo>
                    <a:pt x="4131840" y="5733610"/>
                    <a:pt x="4123880" y="5840530"/>
                    <a:pt x="4142946" y="5948701"/>
                  </a:cubicBezTo>
                  <a:cubicBezTo>
                    <a:pt x="4152780" y="6004436"/>
                    <a:pt x="4172181" y="6060370"/>
                    <a:pt x="4197671" y="6110987"/>
                  </a:cubicBezTo>
                  <a:cubicBezTo>
                    <a:pt x="4233529" y="6182156"/>
                    <a:pt x="4281363" y="6246079"/>
                    <a:pt x="4345720" y="6296422"/>
                  </a:cubicBezTo>
                  <a:cubicBezTo>
                    <a:pt x="4404459" y="6342423"/>
                    <a:pt x="4466141" y="6381933"/>
                    <a:pt x="4542942" y="6405998"/>
                  </a:cubicBezTo>
                  <a:cubicBezTo>
                    <a:pt x="4567895" y="6412954"/>
                    <a:pt x="4592582" y="6421785"/>
                    <a:pt x="4617937" y="6426536"/>
                  </a:cubicBezTo>
                  <a:cubicBezTo>
                    <a:pt x="4721232" y="6445869"/>
                    <a:pt x="4822986" y="6439047"/>
                    <a:pt x="4921865" y="6402719"/>
                  </a:cubicBezTo>
                  <a:cubicBezTo>
                    <a:pt x="5026296" y="6364379"/>
                    <a:pt x="5115809" y="6304911"/>
                    <a:pt x="5186722" y="6217526"/>
                  </a:cubicBezTo>
                  <a:cubicBezTo>
                    <a:pt x="5259978" y="6127251"/>
                    <a:pt x="5306474" y="6024813"/>
                    <a:pt x="5317312" y="5910334"/>
                  </a:cubicBezTo>
                  <a:cubicBezTo>
                    <a:pt x="5326409" y="5814218"/>
                    <a:pt x="5316977" y="5718926"/>
                    <a:pt x="5279980" y="5625968"/>
                  </a:cubicBezTo>
                  <a:cubicBezTo>
                    <a:pt x="5188930" y="5396976"/>
                    <a:pt x="4973176" y="5253206"/>
                    <a:pt x="4735548" y="5246069"/>
                  </a:cubicBezTo>
                  <a:close/>
                  <a:moveTo>
                    <a:pt x="4725455" y="4882400"/>
                  </a:moveTo>
                  <a:cubicBezTo>
                    <a:pt x="4846217" y="4881360"/>
                    <a:pt x="4964430" y="4900184"/>
                    <a:pt x="5078879" y="4945272"/>
                  </a:cubicBezTo>
                  <a:cubicBezTo>
                    <a:pt x="5234154" y="5006472"/>
                    <a:pt x="5364810" y="5103424"/>
                    <a:pt x="5471650" y="5233183"/>
                  </a:cubicBezTo>
                  <a:cubicBezTo>
                    <a:pt x="5574742" y="5358434"/>
                    <a:pt x="5640840" y="5500711"/>
                    <a:pt x="5671882" y="5658508"/>
                  </a:cubicBezTo>
                  <a:cubicBezTo>
                    <a:pt x="5690815" y="5754892"/>
                    <a:pt x="5691484" y="5852826"/>
                    <a:pt x="5681249" y="5951451"/>
                  </a:cubicBezTo>
                  <a:cubicBezTo>
                    <a:pt x="5668336" y="6075724"/>
                    <a:pt x="5633281" y="6192553"/>
                    <a:pt x="5572134" y="6300174"/>
                  </a:cubicBezTo>
                  <a:cubicBezTo>
                    <a:pt x="5536877" y="6362238"/>
                    <a:pt x="5492389" y="6419444"/>
                    <a:pt x="5448502" y="6476108"/>
                  </a:cubicBezTo>
                  <a:cubicBezTo>
                    <a:pt x="5369962" y="6577530"/>
                    <a:pt x="5265665" y="6648175"/>
                    <a:pt x="5152804" y="6704907"/>
                  </a:cubicBezTo>
                  <a:cubicBezTo>
                    <a:pt x="5047369" y="6757892"/>
                    <a:pt x="4934576" y="6786592"/>
                    <a:pt x="4816028" y="6798434"/>
                  </a:cubicBezTo>
                  <a:cubicBezTo>
                    <a:pt x="4663229" y="6813754"/>
                    <a:pt x="4517586" y="6790808"/>
                    <a:pt x="4375692" y="6737019"/>
                  </a:cubicBezTo>
                  <a:cubicBezTo>
                    <a:pt x="4269989" y="6696946"/>
                    <a:pt x="4175862" y="6637740"/>
                    <a:pt x="4090429" y="6563146"/>
                  </a:cubicBezTo>
                  <a:cubicBezTo>
                    <a:pt x="3995966" y="6480725"/>
                    <a:pt x="3922243" y="6383178"/>
                    <a:pt x="3866314" y="6271822"/>
                  </a:cubicBezTo>
                  <a:cubicBezTo>
                    <a:pt x="3815202" y="6169993"/>
                    <a:pt x="3781217" y="6062833"/>
                    <a:pt x="3773523" y="5948407"/>
                  </a:cubicBezTo>
                  <a:cubicBezTo>
                    <a:pt x="3770847" y="5908802"/>
                    <a:pt x="3767436" y="5869163"/>
                    <a:pt x="3767034" y="5829511"/>
                  </a:cubicBezTo>
                  <a:cubicBezTo>
                    <a:pt x="3765362" y="5651390"/>
                    <a:pt x="3818882" y="5488741"/>
                    <a:pt x="3909064" y="5334229"/>
                  </a:cubicBezTo>
                  <a:cubicBezTo>
                    <a:pt x="3965929" y="5247005"/>
                    <a:pt x="4028079" y="5167314"/>
                    <a:pt x="4110298" y="5106454"/>
                  </a:cubicBezTo>
                  <a:cubicBezTo>
                    <a:pt x="4168703" y="5063210"/>
                    <a:pt x="4227642" y="5019210"/>
                    <a:pt x="4291465" y="4985138"/>
                  </a:cubicBezTo>
                  <a:cubicBezTo>
                    <a:pt x="4388537" y="4933296"/>
                    <a:pt x="4493168" y="4902108"/>
                    <a:pt x="4603888" y="4889825"/>
                  </a:cubicBezTo>
                  <a:cubicBezTo>
                    <a:pt x="4644663" y="4885300"/>
                    <a:pt x="4685201" y="4882747"/>
                    <a:pt x="4725455" y="4882400"/>
                  </a:cubicBezTo>
                  <a:close/>
                  <a:moveTo>
                    <a:pt x="1085682" y="3501534"/>
                  </a:moveTo>
                  <a:cubicBezTo>
                    <a:pt x="932246" y="3767428"/>
                    <a:pt x="780966" y="4029591"/>
                    <a:pt x="628420" y="4293940"/>
                  </a:cubicBezTo>
                  <a:cubicBezTo>
                    <a:pt x="934888" y="4293940"/>
                    <a:pt x="1235103" y="4293940"/>
                    <a:pt x="1538569" y="4293940"/>
                  </a:cubicBezTo>
                  <a:cubicBezTo>
                    <a:pt x="1528915" y="4271923"/>
                    <a:pt x="1522031" y="4251130"/>
                    <a:pt x="1511307" y="4232552"/>
                  </a:cubicBezTo>
                  <a:cubicBezTo>
                    <a:pt x="1420704" y="4075590"/>
                    <a:pt x="1329379" y="3919038"/>
                    <a:pt x="1238315" y="3762337"/>
                  </a:cubicBezTo>
                  <a:cubicBezTo>
                    <a:pt x="1192541" y="3683583"/>
                    <a:pt x="1146862" y="3604774"/>
                    <a:pt x="1097945" y="3522286"/>
                  </a:cubicBezTo>
                  <a:cubicBezTo>
                    <a:pt x="1094813" y="3516981"/>
                    <a:pt x="1091682" y="3511676"/>
                    <a:pt x="1085682" y="3501534"/>
                  </a:cubicBezTo>
                  <a:close/>
                  <a:moveTo>
                    <a:pt x="1085408" y="2762541"/>
                  </a:moveTo>
                  <a:cubicBezTo>
                    <a:pt x="1102440" y="2791055"/>
                    <a:pt x="1117346" y="2815232"/>
                    <a:pt x="1131515" y="2839838"/>
                  </a:cubicBezTo>
                  <a:cubicBezTo>
                    <a:pt x="1243064" y="3033601"/>
                    <a:pt x="1354259" y="3227571"/>
                    <a:pt x="1465995" y="3421228"/>
                  </a:cubicBezTo>
                  <a:cubicBezTo>
                    <a:pt x="1565818" y="3594238"/>
                    <a:pt x="1666067" y="3766994"/>
                    <a:pt x="1766364" y="3939730"/>
                  </a:cubicBezTo>
                  <a:cubicBezTo>
                    <a:pt x="1861744" y="4103990"/>
                    <a:pt x="1957685" y="4267923"/>
                    <a:pt x="2052843" y="4432310"/>
                  </a:cubicBezTo>
                  <a:cubicBezTo>
                    <a:pt x="2093578" y="4502689"/>
                    <a:pt x="2132949" y="4573857"/>
                    <a:pt x="2173786" y="4648992"/>
                  </a:cubicBezTo>
                  <a:cubicBezTo>
                    <a:pt x="2174595" y="4656218"/>
                    <a:pt x="2174561" y="4659115"/>
                    <a:pt x="2174535" y="4662011"/>
                  </a:cubicBezTo>
                  <a:cubicBezTo>
                    <a:pt x="2167878" y="4662379"/>
                    <a:pt x="2161221" y="4663075"/>
                    <a:pt x="2154565" y="4663075"/>
                  </a:cubicBezTo>
                  <a:cubicBezTo>
                    <a:pt x="1438546" y="4663075"/>
                    <a:pt x="722521" y="4663029"/>
                    <a:pt x="3385" y="4660325"/>
                  </a:cubicBezTo>
                  <a:cubicBezTo>
                    <a:pt x="181" y="4654773"/>
                    <a:pt x="94" y="4651876"/>
                    <a:pt x="0" y="4648979"/>
                  </a:cubicBezTo>
                  <a:cubicBezTo>
                    <a:pt x="44100" y="4570679"/>
                    <a:pt x="87693" y="4492078"/>
                    <a:pt x="132442" y="4414146"/>
                  </a:cubicBezTo>
                  <a:cubicBezTo>
                    <a:pt x="185942" y="4320960"/>
                    <a:pt x="240573" y="4228424"/>
                    <a:pt x="294481" y="4135467"/>
                  </a:cubicBezTo>
                  <a:cubicBezTo>
                    <a:pt x="357628" y="4026573"/>
                    <a:pt x="420634" y="3917593"/>
                    <a:pt x="483494" y="3808532"/>
                  </a:cubicBezTo>
                  <a:cubicBezTo>
                    <a:pt x="537689" y="3714497"/>
                    <a:pt x="591270" y="3620101"/>
                    <a:pt x="645700" y="3526200"/>
                  </a:cubicBezTo>
                  <a:cubicBezTo>
                    <a:pt x="742042" y="3359986"/>
                    <a:pt x="839169" y="3194221"/>
                    <a:pt x="935277" y="3027874"/>
                  </a:cubicBezTo>
                  <a:cubicBezTo>
                    <a:pt x="984629" y="2942449"/>
                    <a:pt x="1032496" y="2856161"/>
                    <a:pt x="1085408" y="2762541"/>
                  </a:cubicBezTo>
                  <a:close/>
                  <a:moveTo>
                    <a:pt x="3077694" y="2377529"/>
                  </a:moveTo>
                  <a:cubicBezTo>
                    <a:pt x="3177334" y="2377529"/>
                    <a:pt x="3275859" y="2377529"/>
                    <a:pt x="3378745" y="2377529"/>
                  </a:cubicBezTo>
                  <a:cubicBezTo>
                    <a:pt x="3378745" y="2404028"/>
                    <a:pt x="3378745" y="2431431"/>
                    <a:pt x="3378745" y="2462171"/>
                  </a:cubicBezTo>
                  <a:cubicBezTo>
                    <a:pt x="3378745" y="2674901"/>
                    <a:pt x="3378745" y="2884292"/>
                    <a:pt x="3378745" y="3096847"/>
                  </a:cubicBezTo>
                  <a:cubicBezTo>
                    <a:pt x="3619719" y="3096847"/>
                    <a:pt x="3858687" y="3096847"/>
                    <a:pt x="4099460" y="3096847"/>
                  </a:cubicBezTo>
                  <a:cubicBezTo>
                    <a:pt x="4099460" y="3200750"/>
                    <a:pt x="4099460" y="3301495"/>
                    <a:pt x="4099460" y="3405398"/>
                  </a:cubicBezTo>
                  <a:cubicBezTo>
                    <a:pt x="4088824" y="3405398"/>
                    <a:pt x="4079123" y="3405398"/>
                    <a:pt x="4069423" y="3405398"/>
                  </a:cubicBezTo>
                  <a:cubicBezTo>
                    <a:pt x="3838617" y="3405398"/>
                    <a:pt x="3607878" y="3406695"/>
                    <a:pt x="3377139" y="3404903"/>
                  </a:cubicBezTo>
                  <a:cubicBezTo>
                    <a:pt x="3243499" y="3403859"/>
                    <a:pt x="3130210" y="3321090"/>
                    <a:pt x="3089301" y="3192702"/>
                  </a:cubicBezTo>
                  <a:cubicBezTo>
                    <a:pt x="3082463" y="3171247"/>
                    <a:pt x="3078249" y="3147946"/>
                    <a:pt x="3078182" y="3125480"/>
                  </a:cubicBezTo>
                  <a:cubicBezTo>
                    <a:pt x="3077405" y="2876959"/>
                    <a:pt x="3077694" y="2628438"/>
                    <a:pt x="3077694" y="2377529"/>
                  </a:cubicBezTo>
                  <a:close/>
                  <a:moveTo>
                    <a:pt x="6153559" y="2377355"/>
                  </a:moveTo>
                  <a:cubicBezTo>
                    <a:pt x="6257255" y="2377355"/>
                    <a:pt x="6358005" y="2377355"/>
                    <a:pt x="6462839" y="2377355"/>
                  </a:cubicBezTo>
                  <a:cubicBezTo>
                    <a:pt x="6462839" y="2600440"/>
                    <a:pt x="6462839" y="2823927"/>
                    <a:pt x="6462839" y="3050739"/>
                  </a:cubicBezTo>
                  <a:cubicBezTo>
                    <a:pt x="6466987" y="3133475"/>
                    <a:pt x="6454208" y="3208824"/>
                    <a:pt x="6407713" y="3275463"/>
                  </a:cubicBezTo>
                  <a:cubicBezTo>
                    <a:pt x="6360615" y="3343126"/>
                    <a:pt x="6295320" y="3383828"/>
                    <a:pt x="6214639" y="3398146"/>
                  </a:cubicBezTo>
                  <a:cubicBezTo>
                    <a:pt x="6183463" y="3403684"/>
                    <a:pt x="6151151" y="3405022"/>
                    <a:pt x="6119373" y="3405096"/>
                  </a:cubicBezTo>
                  <a:cubicBezTo>
                    <a:pt x="5892112" y="3405657"/>
                    <a:pt x="5664852" y="3405397"/>
                    <a:pt x="5435116" y="3405397"/>
                  </a:cubicBezTo>
                  <a:cubicBezTo>
                    <a:pt x="5435116" y="3303809"/>
                    <a:pt x="5435116" y="3203084"/>
                    <a:pt x="5435116" y="3099308"/>
                  </a:cubicBezTo>
                  <a:cubicBezTo>
                    <a:pt x="5672746" y="3099308"/>
                    <a:pt x="5911646" y="3099308"/>
                    <a:pt x="6153559" y="3099308"/>
                  </a:cubicBezTo>
                  <a:cubicBezTo>
                    <a:pt x="6153559" y="2857397"/>
                    <a:pt x="6153559" y="2618483"/>
                    <a:pt x="6153559" y="2377355"/>
                  </a:cubicBezTo>
                  <a:close/>
                  <a:moveTo>
                    <a:pt x="3070897" y="599850"/>
                  </a:moveTo>
                  <a:lnTo>
                    <a:pt x="3378913" y="599850"/>
                  </a:lnTo>
                  <a:lnTo>
                    <a:pt x="3378913" y="1028423"/>
                  </a:lnTo>
                  <a:lnTo>
                    <a:pt x="3070897" y="1028423"/>
                  </a:lnTo>
                  <a:close/>
                  <a:moveTo>
                    <a:pt x="5434849" y="180"/>
                  </a:moveTo>
                  <a:cubicBezTo>
                    <a:pt x="5662175" y="180"/>
                    <a:pt x="5890036" y="180"/>
                    <a:pt x="6121243" y="180"/>
                  </a:cubicBezTo>
                  <a:cubicBezTo>
                    <a:pt x="6212361" y="-1630"/>
                    <a:pt x="6294446" y="18018"/>
                    <a:pt x="6361147" y="77202"/>
                  </a:cubicBezTo>
                  <a:cubicBezTo>
                    <a:pt x="6411722" y="122111"/>
                    <a:pt x="6450859" y="179157"/>
                    <a:pt x="6454873" y="248072"/>
                  </a:cubicBezTo>
                  <a:cubicBezTo>
                    <a:pt x="6461696" y="364283"/>
                    <a:pt x="6461630" y="480947"/>
                    <a:pt x="6462566" y="597433"/>
                  </a:cubicBezTo>
                  <a:cubicBezTo>
                    <a:pt x="6463704" y="740031"/>
                    <a:pt x="6462834" y="882642"/>
                    <a:pt x="6462834" y="1027842"/>
                  </a:cubicBezTo>
                  <a:cubicBezTo>
                    <a:pt x="6361414" y="1027842"/>
                    <a:pt x="6260730" y="1027842"/>
                    <a:pt x="6156901" y="1027842"/>
                  </a:cubicBezTo>
                  <a:cubicBezTo>
                    <a:pt x="6156901" y="790480"/>
                    <a:pt x="6156901" y="551566"/>
                    <a:pt x="6156901" y="309620"/>
                  </a:cubicBezTo>
                  <a:cubicBezTo>
                    <a:pt x="5914991" y="309620"/>
                    <a:pt x="5676090" y="309620"/>
                    <a:pt x="5434849" y="309620"/>
                  </a:cubicBezTo>
                  <a:cubicBezTo>
                    <a:pt x="5434849" y="205907"/>
                    <a:pt x="5434849" y="105190"/>
                    <a:pt x="5434849" y="180"/>
                  </a:cubicBezTo>
                  <a:close/>
                  <a:moveTo>
                    <a:pt x="3670580" y="0"/>
                  </a:moveTo>
                  <a:lnTo>
                    <a:pt x="4099253" y="0"/>
                  </a:lnTo>
                  <a:lnTo>
                    <a:pt x="4099253" y="308029"/>
                  </a:lnTo>
                  <a:lnTo>
                    <a:pt x="3670580" y="308029"/>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76" name="Freeform: Shape 75">
              <a:extLst>
                <a:ext uri="{FF2B5EF4-FFF2-40B4-BE49-F238E27FC236}">
                  <a16:creationId xmlns:a16="http://schemas.microsoft.com/office/drawing/2014/main" id="{B0EAB0EE-BF72-4575-FB29-6D70BBDB19EA}"/>
                </a:ext>
                <a:ext uri="{C183D7F6-B498-43B3-948B-1728B52AA6E4}">
                  <adec:decorative xmlns:adec="http://schemas.microsoft.com/office/drawing/2017/decorative" val="1"/>
                </a:ext>
              </a:extLst>
            </p:cNvPr>
            <p:cNvSpPr/>
            <p:nvPr/>
          </p:nvSpPr>
          <p:spPr>
            <a:xfrm>
              <a:off x="10132937" y="810791"/>
              <a:ext cx="190956" cy="181788"/>
            </a:xfrm>
            <a:custGeom>
              <a:avLst/>
              <a:gdLst>
                <a:gd name="connsiteX0" fmla="*/ 1364214 w 2864333"/>
                <a:gd name="connsiteY0" fmla="*/ 2357116 h 2726820"/>
                <a:gd name="connsiteX1" fmla="*/ 1359999 w 2864333"/>
                <a:gd name="connsiteY1" fmla="*/ 2367212 h 2726820"/>
                <a:gd name="connsiteX2" fmla="*/ 1353376 w 2864333"/>
                <a:gd name="connsiteY2" fmla="*/ 2359445 h 2726820"/>
                <a:gd name="connsiteX3" fmla="*/ 1364214 w 2864333"/>
                <a:gd name="connsiteY3" fmla="*/ 2357116 h 2726820"/>
                <a:gd name="connsiteX4" fmla="*/ 2533359 w 2864333"/>
                <a:gd name="connsiteY4" fmla="*/ 2250959 h 2726820"/>
                <a:gd name="connsiteX5" fmla="*/ 2540784 w 2864333"/>
                <a:gd name="connsiteY5" fmla="*/ 2276770 h 2726820"/>
                <a:gd name="connsiteX6" fmla="*/ 2504458 w 2864333"/>
                <a:gd name="connsiteY6" fmla="*/ 2290344 h 2726820"/>
                <a:gd name="connsiteX7" fmla="*/ 2540785 w 2864333"/>
                <a:gd name="connsiteY7" fmla="*/ 2276770 h 2726820"/>
                <a:gd name="connsiteX8" fmla="*/ 2533359 w 2864333"/>
                <a:gd name="connsiteY8" fmla="*/ 2250959 h 2726820"/>
                <a:gd name="connsiteX9" fmla="*/ 2631568 w 2864333"/>
                <a:gd name="connsiteY9" fmla="*/ 2069312 h 2726820"/>
                <a:gd name="connsiteX10" fmla="*/ 2640532 w 2864333"/>
                <a:gd name="connsiteY10" fmla="*/ 2102576 h 2726820"/>
                <a:gd name="connsiteX11" fmla="*/ 2605210 w 2864333"/>
                <a:gd name="connsiteY11" fmla="*/ 2119273 h 2726820"/>
                <a:gd name="connsiteX12" fmla="*/ 2614708 w 2864333"/>
                <a:gd name="connsiteY12" fmla="*/ 2149037 h 2726820"/>
                <a:gd name="connsiteX13" fmla="*/ 2577513 w 2864333"/>
                <a:gd name="connsiteY13" fmla="*/ 2164023 h 2726820"/>
                <a:gd name="connsiteX14" fmla="*/ 2614709 w 2864333"/>
                <a:gd name="connsiteY14" fmla="*/ 2149037 h 2726820"/>
                <a:gd name="connsiteX15" fmla="*/ 2605210 w 2864333"/>
                <a:gd name="connsiteY15" fmla="*/ 2119273 h 2726820"/>
                <a:gd name="connsiteX16" fmla="*/ 2640533 w 2864333"/>
                <a:gd name="connsiteY16" fmla="*/ 2102576 h 2726820"/>
                <a:gd name="connsiteX17" fmla="*/ 2631568 w 2864333"/>
                <a:gd name="connsiteY17" fmla="*/ 2069312 h 2726820"/>
                <a:gd name="connsiteX18" fmla="*/ 2677729 w 2864333"/>
                <a:gd name="connsiteY18" fmla="*/ 1986483 h 2726820"/>
                <a:gd name="connsiteX19" fmla="*/ 2682470 w 2864333"/>
                <a:gd name="connsiteY19" fmla="*/ 2003468 h 2726820"/>
                <a:gd name="connsiteX20" fmla="*/ 2684162 w 2864333"/>
                <a:gd name="connsiteY20" fmla="*/ 2009505 h 2726820"/>
                <a:gd name="connsiteX21" fmla="*/ 2684954 w 2864333"/>
                <a:gd name="connsiteY21" fmla="*/ 2012334 h 2726820"/>
                <a:gd name="connsiteX22" fmla="*/ 2671114 w 2864333"/>
                <a:gd name="connsiteY22" fmla="*/ 2038232 h 2726820"/>
                <a:gd name="connsiteX23" fmla="*/ 2659733 w 2864333"/>
                <a:gd name="connsiteY23" fmla="*/ 2059585 h 2726820"/>
                <a:gd name="connsiteX24" fmla="*/ 2684954 w 2864333"/>
                <a:gd name="connsiteY24" fmla="*/ 2012334 h 2726820"/>
                <a:gd name="connsiteX25" fmla="*/ 2684954 w 2864333"/>
                <a:gd name="connsiteY25" fmla="*/ 2012334 h 2726820"/>
                <a:gd name="connsiteX26" fmla="*/ 2684954 w 2864333"/>
                <a:gd name="connsiteY26" fmla="*/ 2012333 h 2726820"/>
                <a:gd name="connsiteX27" fmla="*/ 2684162 w 2864333"/>
                <a:gd name="connsiteY27" fmla="*/ 2009505 h 2726820"/>
                <a:gd name="connsiteX28" fmla="*/ 2682471 w 2864333"/>
                <a:gd name="connsiteY28" fmla="*/ 2003468 h 2726820"/>
                <a:gd name="connsiteX29" fmla="*/ 2677729 w 2864333"/>
                <a:gd name="connsiteY29" fmla="*/ 1986483 h 2726820"/>
                <a:gd name="connsiteX30" fmla="*/ 2805708 w 2864333"/>
                <a:gd name="connsiteY30" fmla="*/ 1768717 h 2726820"/>
                <a:gd name="connsiteX31" fmla="*/ 2814472 w 2864333"/>
                <a:gd name="connsiteY31" fmla="*/ 1801993 h 2726820"/>
                <a:gd name="connsiteX32" fmla="*/ 2778414 w 2864333"/>
                <a:gd name="connsiteY32" fmla="*/ 1815734 h 2726820"/>
                <a:gd name="connsiteX33" fmla="*/ 2785772 w 2864333"/>
                <a:gd name="connsiteY33" fmla="*/ 1838688 h 2726820"/>
                <a:gd name="connsiteX34" fmla="*/ 2759481 w 2864333"/>
                <a:gd name="connsiteY34" fmla="*/ 1886073 h 2726820"/>
                <a:gd name="connsiteX35" fmla="*/ 2785774 w 2864333"/>
                <a:gd name="connsiteY35" fmla="*/ 1838688 h 2726820"/>
                <a:gd name="connsiteX36" fmla="*/ 2778414 w 2864333"/>
                <a:gd name="connsiteY36" fmla="*/ 1815734 h 2726820"/>
                <a:gd name="connsiteX37" fmla="*/ 2814473 w 2864333"/>
                <a:gd name="connsiteY37" fmla="*/ 1801993 h 2726820"/>
                <a:gd name="connsiteX38" fmla="*/ 2805708 w 2864333"/>
                <a:gd name="connsiteY38" fmla="*/ 1768717 h 2726820"/>
                <a:gd name="connsiteX39" fmla="*/ 999741 w 2864333"/>
                <a:gd name="connsiteY39" fmla="*/ 1652596 h 2726820"/>
                <a:gd name="connsiteX40" fmla="*/ 974788 w 2864333"/>
                <a:gd name="connsiteY40" fmla="*/ 1683332 h 2726820"/>
                <a:gd name="connsiteX41" fmla="*/ 974772 w 2864333"/>
                <a:gd name="connsiteY41" fmla="*/ 1683363 h 2726820"/>
                <a:gd name="connsiteX42" fmla="*/ 974789 w 2864333"/>
                <a:gd name="connsiteY42" fmla="*/ 1683332 h 2726820"/>
                <a:gd name="connsiteX43" fmla="*/ 1047057 w 2864333"/>
                <a:gd name="connsiteY43" fmla="*/ 1567497 h 2726820"/>
                <a:gd name="connsiteX44" fmla="*/ 1020548 w 2864333"/>
                <a:gd name="connsiteY44" fmla="*/ 1616793 h 2726820"/>
                <a:gd name="connsiteX45" fmla="*/ 1001359 w 2864333"/>
                <a:gd name="connsiteY45" fmla="*/ 1650602 h 2726820"/>
                <a:gd name="connsiteX46" fmla="*/ 1001356 w 2864333"/>
                <a:gd name="connsiteY46" fmla="*/ 1650606 h 2726820"/>
                <a:gd name="connsiteX47" fmla="*/ 1001356 w 2864333"/>
                <a:gd name="connsiteY47" fmla="*/ 1650607 h 2726820"/>
                <a:gd name="connsiteX48" fmla="*/ 1001359 w 2864333"/>
                <a:gd name="connsiteY48" fmla="*/ 1650602 h 2726820"/>
                <a:gd name="connsiteX49" fmla="*/ 1013389 w 2864333"/>
                <a:gd name="connsiteY49" fmla="*/ 1634210 h 2726820"/>
                <a:gd name="connsiteX50" fmla="*/ 1020549 w 2864333"/>
                <a:gd name="connsiteY50" fmla="*/ 1616792 h 2726820"/>
                <a:gd name="connsiteX51" fmla="*/ 1047057 w 2864333"/>
                <a:gd name="connsiteY51" fmla="*/ 1567497 h 2726820"/>
                <a:gd name="connsiteX52" fmla="*/ 1065144 w 2864333"/>
                <a:gd name="connsiteY52" fmla="*/ 1531239 h 2726820"/>
                <a:gd name="connsiteX53" fmla="*/ 1061886 w 2864333"/>
                <a:gd name="connsiteY53" fmla="*/ 1543581 h 2726820"/>
                <a:gd name="connsiteX54" fmla="*/ 1061887 w 2864333"/>
                <a:gd name="connsiteY54" fmla="*/ 1543581 h 2726820"/>
                <a:gd name="connsiteX55" fmla="*/ 1208592 w 2864333"/>
                <a:gd name="connsiteY55" fmla="*/ 1281051 h 2726820"/>
                <a:gd name="connsiteX56" fmla="*/ 1193418 w 2864333"/>
                <a:gd name="connsiteY56" fmla="*/ 1296843 h 2726820"/>
                <a:gd name="connsiteX57" fmla="*/ 1169267 w 2864333"/>
                <a:gd name="connsiteY57" fmla="*/ 1362801 h 2726820"/>
                <a:gd name="connsiteX58" fmla="*/ 1140902 w 2864333"/>
                <a:gd name="connsiteY58" fmla="*/ 1405269 h 2726820"/>
                <a:gd name="connsiteX59" fmla="*/ 1114074 w 2864333"/>
                <a:gd name="connsiteY59" fmla="*/ 1441589 h 2726820"/>
                <a:gd name="connsiteX60" fmla="*/ 1075135 w 2864333"/>
                <a:gd name="connsiteY60" fmla="*/ 1497088 h 2726820"/>
                <a:gd name="connsiteX61" fmla="*/ 1072063 w 2864333"/>
                <a:gd name="connsiteY61" fmla="*/ 1506731 h 2726820"/>
                <a:gd name="connsiteX62" fmla="*/ 1075136 w 2864333"/>
                <a:gd name="connsiteY62" fmla="*/ 1497087 h 2726820"/>
                <a:gd name="connsiteX63" fmla="*/ 1114075 w 2864333"/>
                <a:gd name="connsiteY63" fmla="*/ 1441588 h 2726820"/>
                <a:gd name="connsiteX64" fmla="*/ 1140903 w 2864333"/>
                <a:gd name="connsiteY64" fmla="*/ 1405268 h 2726820"/>
                <a:gd name="connsiteX65" fmla="*/ 1169268 w 2864333"/>
                <a:gd name="connsiteY65" fmla="*/ 1362800 h 2726820"/>
                <a:gd name="connsiteX66" fmla="*/ 1193419 w 2864333"/>
                <a:gd name="connsiteY66" fmla="*/ 1296843 h 2726820"/>
                <a:gd name="connsiteX67" fmla="*/ 1273766 w 2864333"/>
                <a:gd name="connsiteY67" fmla="*/ 1159765 h 2726820"/>
                <a:gd name="connsiteX68" fmla="*/ 1273765 w 2864333"/>
                <a:gd name="connsiteY68" fmla="*/ 1159766 h 2726820"/>
                <a:gd name="connsiteX69" fmla="*/ 1266539 w 2864333"/>
                <a:gd name="connsiteY69" fmla="*/ 1176497 h 2726820"/>
                <a:gd name="connsiteX70" fmla="*/ 1234294 w 2864333"/>
                <a:gd name="connsiteY70" fmla="*/ 1235028 h 2726820"/>
                <a:gd name="connsiteX71" fmla="*/ 1220579 w 2864333"/>
                <a:gd name="connsiteY71" fmla="*/ 1261246 h 2726820"/>
                <a:gd name="connsiteX72" fmla="*/ 1208671 w 2864333"/>
                <a:gd name="connsiteY72" fmla="*/ 1280969 h 2726820"/>
                <a:gd name="connsiteX73" fmla="*/ 1208672 w 2864333"/>
                <a:gd name="connsiteY73" fmla="*/ 1280968 h 2726820"/>
                <a:gd name="connsiteX74" fmla="*/ 1220580 w 2864333"/>
                <a:gd name="connsiteY74" fmla="*/ 1261245 h 2726820"/>
                <a:gd name="connsiteX75" fmla="*/ 1234294 w 2864333"/>
                <a:gd name="connsiteY75" fmla="*/ 1235028 h 2726820"/>
                <a:gd name="connsiteX76" fmla="*/ 1266540 w 2864333"/>
                <a:gd name="connsiteY76" fmla="*/ 1176496 h 2726820"/>
                <a:gd name="connsiteX77" fmla="*/ 1269702 w 2864333"/>
                <a:gd name="connsiteY77" fmla="*/ 1166874 h 2726820"/>
                <a:gd name="connsiteX78" fmla="*/ 1337320 w 2864333"/>
                <a:gd name="connsiteY78" fmla="*/ 1075993 h 2726820"/>
                <a:gd name="connsiteX79" fmla="*/ 1294772 w 2864333"/>
                <a:gd name="connsiteY79" fmla="*/ 1118214 h 2726820"/>
                <a:gd name="connsiteX80" fmla="*/ 1293433 w 2864333"/>
                <a:gd name="connsiteY80" fmla="*/ 1124542 h 2726820"/>
                <a:gd name="connsiteX81" fmla="*/ 1291802 w 2864333"/>
                <a:gd name="connsiteY81" fmla="*/ 1146542 h 2726820"/>
                <a:gd name="connsiteX82" fmla="*/ 1291803 w 2864333"/>
                <a:gd name="connsiteY82" fmla="*/ 1146540 h 2726820"/>
                <a:gd name="connsiteX83" fmla="*/ 1293434 w 2864333"/>
                <a:gd name="connsiteY83" fmla="*/ 1124541 h 2726820"/>
                <a:gd name="connsiteX84" fmla="*/ 1294773 w 2864333"/>
                <a:gd name="connsiteY84" fmla="*/ 1118213 h 2726820"/>
                <a:gd name="connsiteX85" fmla="*/ 1338658 w 2864333"/>
                <a:gd name="connsiteY85" fmla="*/ 1077685 h 2726820"/>
                <a:gd name="connsiteX86" fmla="*/ 1254766 w 2864333"/>
                <a:gd name="connsiteY86" fmla="*/ 1233516 h 2726820"/>
                <a:gd name="connsiteX87" fmla="*/ 1085843 w 2864333"/>
                <a:gd name="connsiteY87" fmla="*/ 1525260 h 2726820"/>
                <a:gd name="connsiteX88" fmla="*/ 977800 w 2864333"/>
                <a:gd name="connsiteY88" fmla="*/ 1718468 h 2726820"/>
                <a:gd name="connsiteX89" fmla="*/ 966486 w 2864333"/>
                <a:gd name="connsiteY89" fmla="*/ 1711113 h 2726820"/>
                <a:gd name="connsiteX90" fmla="*/ 967036 w 2864333"/>
                <a:gd name="connsiteY90" fmla="*/ 1713868 h 2726820"/>
                <a:gd name="connsiteX91" fmla="*/ 979405 w 2864333"/>
                <a:gd name="connsiteY91" fmla="*/ 1725192 h 2726820"/>
                <a:gd name="connsiteX92" fmla="*/ 1286007 w 2864333"/>
                <a:gd name="connsiteY92" fmla="*/ 2254024 h 2726820"/>
                <a:gd name="connsiteX93" fmla="*/ 1353643 w 2864333"/>
                <a:gd name="connsiteY93" fmla="*/ 2361318 h 2726820"/>
                <a:gd name="connsiteX94" fmla="*/ 1359999 w 2864333"/>
                <a:gd name="connsiteY94" fmla="*/ 2367213 h 2726820"/>
                <a:gd name="connsiteX95" fmla="*/ 1372643 w 2864333"/>
                <a:gd name="connsiteY95" fmla="*/ 2356629 h 2726820"/>
                <a:gd name="connsiteX96" fmla="*/ 2069876 w 2864333"/>
                <a:gd name="connsiteY96" fmla="*/ 2362094 h 2726820"/>
                <a:gd name="connsiteX97" fmla="*/ 2102724 w 2864333"/>
                <a:gd name="connsiteY97" fmla="*/ 2348755 h 2726820"/>
                <a:gd name="connsiteX98" fmla="*/ 2069407 w 2864333"/>
                <a:gd name="connsiteY98" fmla="*/ 2359833 h 2726820"/>
                <a:gd name="connsiteX99" fmla="*/ 2108276 w 2864333"/>
                <a:gd name="connsiteY99" fmla="*/ 2304808 h 2726820"/>
                <a:gd name="connsiteX100" fmla="*/ 2389724 w 2864333"/>
                <a:gd name="connsiteY100" fmla="*/ 1815754 h 2726820"/>
                <a:gd name="connsiteX101" fmla="*/ 2444114 w 2864333"/>
                <a:gd name="connsiteY101" fmla="*/ 1716648 h 2726820"/>
                <a:gd name="connsiteX102" fmla="*/ 2456451 w 2864333"/>
                <a:gd name="connsiteY102" fmla="*/ 1726087 h 2726820"/>
                <a:gd name="connsiteX103" fmla="*/ 2456299 w 2864333"/>
                <a:gd name="connsiteY103" fmla="*/ 1723638 h 2726820"/>
                <a:gd name="connsiteX104" fmla="*/ 2442509 w 2864333"/>
                <a:gd name="connsiteY104" fmla="*/ 1709892 h 2726820"/>
                <a:gd name="connsiteX105" fmla="*/ 2335134 w 2864333"/>
                <a:gd name="connsiteY105" fmla="*/ 1523120 h 2726820"/>
                <a:gd name="connsiteX106" fmla="*/ 2086064 w 2864333"/>
                <a:gd name="connsiteY106" fmla="*/ 1093555 h 2726820"/>
                <a:gd name="connsiteX107" fmla="*/ 2061245 w 2864333"/>
                <a:gd name="connsiteY107" fmla="*/ 1079278 h 2726820"/>
                <a:gd name="connsiteX108" fmla="*/ 1337320 w 2864333"/>
                <a:gd name="connsiteY108" fmla="*/ 1075993 h 2726820"/>
                <a:gd name="connsiteX109" fmla="*/ 2262547 w 2864333"/>
                <a:gd name="connsiteY109" fmla="*/ 710397 h 2726820"/>
                <a:gd name="connsiteX110" fmla="*/ 2305765 w 2864333"/>
                <a:gd name="connsiteY110" fmla="*/ 734435 h 2726820"/>
                <a:gd name="connsiteX111" fmla="*/ 2527940 w 2864333"/>
                <a:gd name="connsiteY111" fmla="*/ 1119926 h 2726820"/>
                <a:gd name="connsiteX112" fmla="*/ 2789519 w 2864333"/>
                <a:gd name="connsiteY112" fmla="*/ 1569488 h 2726820"/>
                <a:gd name="connsiteX113" fmla="*/ 2861437 w 2864333"/>
                <a:gd name="connsiteY113" fmla="*/ 1703275 h 2726820"/>
                <a:gd name="connsiteX114" fmla="*/ 2834618 w 2864333"/>
                <a:gd name="connsiteY114" fmla="*/ 1724511 h 2726820"/>
                <a:gd name="connsiteX115" fmla="*/ 2834667 w 2864333"/>
                <a:gd name="connsiteY115" fmla="*/ 1724741 h 2726820"/>
                <a:gd name="connsiteX116" fmla="*/ 2840875 w 2864333"/>
                <a:gd name="connsiteY116" fmla="*/ 1712760 h 2726820"/>
                <a:gd name="connsiteX117" fmla="*/ 2861437 w 2864333"/>
                <a:gd name="connsiteY117" fmla="*/ 1705864 h 2726820"/>
                <a:gd name="connsiteX118" fmla="*/ 2862172 w 2864333"/>
                <a:gd name="connsiteY118" fmla="*/ 1732785 h 2726820"/>
                <a:gd name="connsiteX119" fmla="*/ 2719943 w 2864333"/>
                <a:gd name="connsiteY119" fmla="*/ 1982811 h 2726820"/>
                <a:gd name="connsiteX120" fmla="*/ 2557376 w 2864333"/>
                <a:gd name="connsiteY120" fmla="*/ 2262547 h 2726820"/>
                <a:gd name="connsiteX121" fmla="*/ 2371595 w 2864333"/>
                <a:gd name="connsiteY121" fmla="*/ 2585521 h 2726820"/>
                <a:gd name="connsiteX122" fmla="*/ 2305833 w 2864333"/>
                <a:gd name="connsiteY122" fmla="*/ 2696855 h 2726820"/>
                <a:gd name="connsiteX123" fmla="*/ 2298606 w 2864333"/>
                <a:gd name="connsiteY123" fmla="*/ 2684158 h 2726820"/>
                <a:gd name="connsiteX124" fmla="*/ 2303758 w 2864333"/>
                <a:gd name="connsiteY124" fmla="*/ 2697953 h 2726820"/>
                <a:gd name="connsiteX125" fmla="*/ 2258600 w 2864333"/>
                <a:gd name="connsiteY125" fmla="*/ 2724519 h 2726820"/>
                <a:gd name="connsiteX126" fmla="*/ 1219375 w 2864333"/>
                <a:gd name="connsiteY126" fmla="*/ 2726786 h 2726820"/>
                <a:gd name="connsiteX127" fmla="*/ 1082697 w 2864333"/>
                <a:gd name="connsiteY127" fmla="*/ 2641382 h 2726820"/>
                <a:gd name="connsiteX128" fmla="*/ 894642 w 2864333"/>
                <a:gd name="connsiteY128" fmla="*/ 2315940 h 2726820"/>
                <a:gd name="connsiteX129" fmla="*/ 747194 w 2864333"/>
                <a:gd name="connsiteY129" fmla="*/ 2061338 h 2726820"/>
                <a:gd name="connsiteX130" fmla="*/ 558737 w 2864333"/>
                <a:gd name="connsiteY130" fmla="*/ 1732217 h 2726820"/>
                <a:gd name="connsiteX131" fmla="*/ 558938 w 2864333"/>
                <a:gd name="connsiteY131" fmla="*/ 1723292 h 2726820"/>
                <a:gd name="connsiteX132" fmla="*/ 575991 w 2864333"/>
                <a:gd name="connsiteY132" fmla="*/ 1708705 h 2726820"/>
                <a:gd name="connsiteX133" fmla="*/ 558536 w 2864333"/>
                <a:gd name="connsiteY133" fmla="*/ 1720863 h 2726820"/>
                <a:gd name="connsiteX134" fmla="*/ 551712 w 2864333"/>
                <a:gd name="connsiteY134" fmla="*/ 1710661 h 2726820"/>
                <a:gd name="connsiteX135" fmla="*/ 732879 w 2864333"/>
                <a:gd name="connsiteY135" fmla="*/ 1400926 h 2726820"/>
                <a:gd name="connsiteX136" fmla="*/ 917389 w 2864333"/>
                <a:gd name="connsiteY136" fmla="*/ 1081573 h 2726820"/>
                <a:gd name="connsiteX137" fmla="*/ 1108991 w 2864333"/>
                <a:gd name="connsiteY137" fmla="*/ 751406 h 2726820"/>
                <a:gd name="connsiteX138" fmla="*/ 1149732 w 2864333"/>
                <a:gd name="connsiteY138" fmla="*/ 711367 h 2726820"/>
                <a:gd name="connsiteX139" fmla="*/ 971739 w 2864333"/>
                <a:gd name="connsiteY139" fmla="*/ 1021901 h 2726820"/>
                <a:gd name="connsiteX140" fmla="*/ 1152341 w 2864333"/>
                <a:gd name="connsiteY140" fmla="*/ 711829 h 2726820"/>
                <a:gd name="connsiteX141" fmla="*/ 1366287 w 2864333"/>
                <a:gd name="connsiteY141" fmla="*/ 710765 h 2726820"/>
                <a:gd name="connsiteX142" fmla="*/ 2262547 w 2864333"/>
                <a:gd name="connsiteY142" fmla="*/ 710397 h 2726820"/>
                <a:gd name="connsiteX143" fmla="*/ 0 w 2864333"/>
                <a:gd name="connsiteY143" fmla="*/ 0 h 2726820"/>
                <a:gd name="connsiteX144" fmla="*/ 443859 w 2864333"/>
                <a:gd name="connsiteY144" fmla="*/ 0 h 2726820"/>
                <a:gd name="connsiteX145" fmla="*/ 443859 w 2864333"/>
                <a:gd name="connsiteY145" fmla="*/ 443859 h 2726820"/>
                <a:gd name="connsiteX146" fmla="*/ 0 w 2864333"/>
                <a:gd name="connsiteY146" fmla="*/ 443859 h 272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864333" h="2726820">
                  <a:moveTo>
                    <a:pt x="1364214" y="2357116"/>
                  </a:moveTo>
                  <a:cubicBezTo>
                    <a:pt x="1364281" y="2360783"/>
                    <a:pt x="1362139" y="2363994"/>
                    <a:pt x="1359999" y="2367212"/>
                  </a:cubicBezTo>
                  <a:cubicBezTo>
                    <a:pt x="1357925" y="2365245"/>
                    <a:pt x="1355785" y="2363285"/>
                    <a:pt x="1353376" y="2359445"/>
                  </a:cubicBezTo>
                  <a:cubicBezTo>
                    <a:pt x="1356051" y="2357270"/>
                    <a:pt x="1358996" y="2356969"/>
                    <a:pt x="1364214" y="2357116"/>
                  </a:cubicBezTo>
                  <a:close/>
                  <a:moveTo>
                    <a:pt x="2533359" y="2250959"/>
                  </a:moveTo>
                  <a:cubicBezTo>
                    <a:pt x="2534763" y="2255850"/>
                    <a:pt x="2537707" y="2265946"/>
                    <a:pt x="2540784" y="2276770"/>
                  </a:cubicBezTo>
                  <a:cubicBezTo>
                    <a:pt x="2527806" y="2281633"/>
                    <a:pt x="2516834" y="2285715"/>
                    <a:pt x="2504458" y="2290344"/>
                  </a:cubicBezTo>
                  <a:cubicBezTo>
                    <a:pt x="2516834" y="2285715"/>
                    <a:pt x="2527806" y="2281633"/>
                    <a:pt x="2540785" y="2276770"/>
                  </a:cubicBezTo>
                  <a:cubicBezTo>
                    <a:pt x="2537707" y="2265946"/>
                    <a:pt x="2534763" y="2255850"/>
                    <a:pt x="2533359" y="2250959"/>
                  </a:cubicBezTo>
                  <a:close/>
                  <a:moveTo>
                    <a:pt x="2631568" y="2069312"/>
                  </a:moveTo>
                  <a:cubicBezTo>
                    <a:pt x="2635113" y="2082364"/>
                    <a:pt x="2637857" y="2092513"/>
                    <a:pt x="2640532" y="2102576"/>
                  </a:cubicBezTo>
                  <a:cubicBezTo>
                    <a:pt x="2627754" y="2108617"/>
                    <a:pt x="2616984" y="2113721"/>
                    <a:pt x="2605210" y="2119273"/>
                  </a:cubicBezTo>
                  <a:cubicBezTo>
                    <a:pt x="2608555" y="2129824"/>
                    <a:pt x="2611498" y="2138949"/>
                    <a:pt x="2614708" y="2149037"/>
                  </a:cubicBezTo>
                  <a:cubicBezTo>
                    <a:pt x="2601262" y="2154443"/>
                    <a:pt x="2589755" y="2159092"/>
                    <a:pt x="2577513" y="2164023"/>
                  </a:cubicBezTo>
                  <a:cubicBezTo>
                    <a:pt x="2589755" y="2159092"/>
                    <a:pt x="2601262" y="2154443"/>
                    <a:pt x="2614709" y="2149037"/>
                  </a:cubicBezTo>
                  <a:cubicBezTo>
                    <a:pt x="2611498" y="2138949"/>
                    <a:pt x="2608555" y="2129824"/>
                    <a:pt x="2605210" y="2119273"/>
                  </a:cubicBezTo>
                  <a:cubicBezTo>
                    <a:pt x="2616984" y="2113721"/>
                    <a:pt x="2627756" y="2108617"/>
                    <a:pt x="2640533" y="2102576"/>
                  </a:cubicBezTo>
                  <a:cubicBezTo>
                    <a:pt x="2637857" y="2092513"/>
                    <a:pt x="2635113" y="2082364"/>
                    <a:pt x="2631568" y="2069312"/>
                  </a:cubicBezTo>
                  <a:close/>
                  <a:moveTo>
                    <a:pt x="2677729" y="1986483"/>
                  </a:moveTo>
                  <a:cubicBezTo>
                    <a:pt x="2679501" y="1992846"/>
                    <a:pt x="2681174" y="1998833"/>
                    <a:pt x="2682470" y="2003468"/>
                  </a:cubicBezTo>
                  <a:lnTo>
                    <a:pt x="2684162" y="2009505"/>
                  </a:lnTo>
                  <a:lnTo>
                    <a:pt x="2684954" y="2012334"/>
                  </a:lnTo>
                  <a:lnTo>
                    <a:pt x="2671114" y="2038232"/>
                  </a:lnTo>
                  <a:cubicBezTo>
                    <a:pt x="2667125" y="2045705"/>
                    <a:pt x="2663546" y="2052420"/>
                    <a:pt x="2659733" y="2059585"/>
                  </a:cubicBezTo>
                  <a:cubicBezTo>
                    <a:pt x="2667359" y="2045255"/>
                    <a:pt x="2674049" y="2032725"/>
                    <a:pt x="2684954" y="2012334"/>
                  </a:cubicBezTo>
                  <a:lnTo>
                    <a:pt x="2684954" y="2012334"/>
                  </a:lnTo>
                  <a:lnTo>
                    <a:pt x="2684954" y="2012333"/>
                  </a:lnTo>
                  <a:lnTo>
                    <a:pt x="2684162" y="2009505"/>
                  </a:lnTo>
                  <a:lnTo>
                    <a:pt x="2682471" y="2003468"/>
                  </a:lnTo>
                  <a:cubicBezTo>
                    <a:pt x="2681175" y="1998833"/>
                    <a:pt x="2679502" y="1992846"/>
                    <a:pt x="2677729" y="1986483"/>
                  </a:cubicBezTo>
                  <a:close/>
                  <a:moveTo>
                    <a:pt x="2805708" y="1768717"/>
                  </a:moveTo>
                  <a:cubicBezTo>
                    <a:pt x="2809054" y="1781388"/>
                    <a:pt x="2811730" y="1791550"/>
                    <a:pt x="2814472" y="1801993"/>
                  </a:cubicBezTo>
                  <a:cubicBezTo>
                    <a:pt x="2801561" y="1806924"/>
                    <a:pt x="2790656" y="1811071"/>
                    <a:pt x="2778414" y="1815734"/>
                  </a:cubicBezTo>
                  <a:cubicBezTo>
                    <a:pt x="2782160" y="1827409"/>
                    <a:pt x="2785104" y="1836593"/>
                    <a:pt x="2785772" y="1838688"/>
                  </a:cubicBezTo>
                  <a:cubicBezTo>
                    <a:pt x="2775202" y="1857774"/>
                    <a:pt x="2767777" y="1871141"/>
                    <a:pt x="2759481" y="1886073"/>
                  </a:cubicBezTo>
                  <a:cubicBezTo>
                    <a:pt x="2767777" y="1871141"/>
                    <a:pt x="2775202" y="1857774"/>
                    <a:pt x="2785774" y="1838688"/>
                  </a:cubicBezTo>
                  <a:cubicBezTo>
                    <a:pt x="2785104" y="1836593"/>
                    <a:pt x="2782160" y="1827409"/>
                    <a:pt x="2778414" y="1815734"/>
                  </a:cubicBezTo>
                  <a:cubicBezTo>
                    <a:pt x="2790656" y="1811071"/>
                    <a:pt x="2801561" y="1806924"/>
                    <a:pt x="2814473" y="1801993"/>
                  </a:cubicBezTo>
                  <a:cubicBezTo>
                    <a:pt x="2811730" y="1791550"/>
                    <a:pt x="2809054" y="1781388"/>
                    <a:pt x="2805708" y="1768717"/>
                  </a:cubicBezTo>
                  <a:close/>
                  <a:moveTo>
                    <a:pt x="999741" y="1652596"/>
                  </a:moveTo>
                  <a:lnTo>
                    <a:pt x="974788" y="1683332"/>
                  </a:lnTo>
                  <a:lnTo>
                    <a:pt x="974772" y="1683363"/>
                  </a:lnTo>
                  <a:lnTo>
                    <a:pt x="974789" y="1683332"/>
                  </a:lnTo>
                  <a:close/>
                  <a:moveTo>
                    <a:pt x="1047057" y="1567497"/>
                  </a:moveTo>
                  <a:cubicBezTo>
                    <a:pt x="1036136" y="1582732"/>
                    <a:pt x="1024528" y="1597422"/>
                    <a:pt x="1020548" y="1616793"/>
                  </a:cubicBezTo>
                  <a:lnTo>
                    <a:pt x="1001359" y="1650602"/>
                  </a:lnTo>
                  <a:lnTo>
                    <a:pt x="1001356" y="1650606"/>
                  </a:lnTo>
                  <a:lnTo>
                    <a:pt x="1001356" y="1650607"/>
                  </a:lnTo>
                  <a:lnTo>
                    <a:pt x="1001359" y="1650602"/>
                  </a:lnTo>
                  <a:lnTo>
                    <a:pt x="1013389" y="1634210"/>
                  </a:lnTo>
                  <a:cubicBezTo>
                    <a:pt x="1016756" y="1628616"/>
                    <a:pt x="1019311" y="1622852"/>
                    <a:pt x="1020549" y="1616792"/>
                  </a:cubicBezTo>
                  <a:cubicBezTo>
                    <a:pt x="1024529" y="1597422"/>
                    <a:pt x="1036136" y="1582732"/>
                    <a:pt x="1047057" y="1567497"/>
                  </a:cubicBezTo>
                  <a:close/>
                  <a:moveTo>
                    <a:pt x="1065144" y="1531239"/>
                  </a:moveTo>
                  <a:lnTo>
                    <a:pt x="1061886" y="1543581"/>
                  </a:lnTo>
                  <a:lnTo>
                    <a:pt x="1061887" y="1543581"/>
                  </a:lnTo>
                  <a:close/>
                  <a:moveTo>
                    <a:pt x="1208592" y="1281051"/>
                  </a:moveTo>
                  <a:lnTo>
                    <a:pt x="1193418" y="1296843"/>
                  </a:lnTo>
                  <a:cubicBezTo>
                    <a:pt x="1184587" y="1318519"/>
                    <a:pt x="1179035" y="1341606"/>
                    <a:pt x="1169267" y="1362801"/>
                  </a:cubicBezTo>
                  <a:cubicBezTo>
                    <a:pt x="1162242" y="1378088"/>
                    <a:pt x="1150735" y="1391346"/>
                    <a:pt x="1140902" y="1405269"/>
                  </a:cubicBezTo>
                  <a:cubicBezTo>
                    <a:pt x="1132205" y="1417551"/>
                    <a:pt x="1123039" y="1429493"/>
                    <a:pt x="1114074" y="1441589"/>
                  </a:cubicBezTo>
                  <a:cubicBezTo>
                    <a:pt x="1104190" y="1461730"/>
                    <a:pt x="1084785" y="1479370"/>
                    <a:pt x="1075135" y="1497088"/>
                  </a:cubicBezTo>
                  <a:lnTo>
                    <a:pt x="1072063" y="1506731"/>
                  </a:lnTo>
                  <a:lnTo>
                    <a:pt x="1075136" y="1497087"/>
                  </a:lnTo>
                  <a:cubicBezTo>
                    <a:pt x="1084786" y="1479370"/>
                    <a:pt x="1104191" y="1461729"/>
                    <a:pt x="1114075" y="1441588"/>
                  </a:cubicBezTo>
                  <a:cubicBezTo>
                    <a:pt x="1123040" y="1429492"/>
                    <a:pt x="1132205" y="1417551"/>
                    <a:pt x="1140903" y="1405268"/>
                  </a:cubicBezTo>
                  <a:cubicBezTo>
                    <a:pt x="1150736" y="1391346"/>
                    <a:pt x="1162243" y="1378087"/>
                    <a:pt x="1169268" y="1362800"/>
                  </a:cubicBezTo>
                  <a:cubicBezTo>
                    <a:pt x="1179035" y="1341605"/>
                    <a:pt x="1184588" y="1318519"/>
                    <a:pt x="1193419" y="1296843"/>
                  </a:cubicBezTo>
                  <a:close/>
                  <a:moveTo>
                    <a:pt x="1273766" y="1159765"/>
                  </a:moveTo>
                  <a:lnTo>
                    <a:pt x="1273765" y="1159766"/>
                  </a:lnTo>
                  <a:cubicBezTo>
                    <a:pt x="1269617" y="1161853"/>
                    <a:pt x="1269483" y="1171059"/>
                    <a:pt x="1266539" y="1176497"/>
                  </a:cubicBezTo>
                  <a:cubicBezTo>
                    <a:pt x="1255970" y="1196119"/>
                    <a:pt x="1244997" y="1215493"/>
                    <a:pt x="1234294" y="1235028"/>
                  </a:cubicBezTo>
                  <a:cubicBezTo>
                    <a:pt x="1229611" y="1243685"/>
                    <a:pt x="1225329" y="1252596"/>
                    <a:pt x="1220579" y="1261246"/>
                  </a:cubicBezTo>
                  <a:lnTo>
                    <a:pt x="1208671" y="1280969"/>
                  </a:lnTo>
                  <a:lnTo>
                    <a:pt x="1208672" y="1280968"/>
                  </a:lnTo>
                  <a:cubicBezTo>
                    <a:pt x="1213355" y="1274947"/>
                    <a:pt x="1216901" y="1267983"/>
                    <a:pt x="1220580" y="1261245"/>
                  </a:cubicBezTo>
                  <a:cubicBezTo>
                    <a:pt x="1225330" y="1252596"/>
                    <a:pt x="1229612" y="1243685"/>
                    <a:pt x="1234294" y="1235028"/>
                  </a:cubicBezTo>
                  <a:cubicBezTo>
                    <a:pt x="1244998" y="1215493"/>
                    <a:pt x="1255970" y="1196118"/>
                    <a:pt x="1266540" y="1176496"/>
                  </a:cubicBezTo>
                  <a:cubicBezTo>
                    <a:pt x="1268012" y="1173777"/>
                    <a:pt x="1268781" y="1170116"/>
                    <a:pt x="1269702" y="1166874"/>
                  </a:cubicBezTo>
                  <a:close/>
                  <a:moveTo>
                    <a:pt x="1337320" y="1075993"/>
                  </a:moveTo>
                  <a:cubicBezTo>
                    <a:pt x="1323070" y="1090028"/>
                    <a:pt x="1308821" y="1103997"/>
                    <a:pt x="1294772" y="1118214"/>
                  </a:cubicBezTo>
                  <a:cubicBezTo>
                    <a:pt x="1293433" y="1119538"/>
                    <a:pt x="1292765" y="1122757"/>
                    <a:pt x="1293433" y="1124542"/>
                  </a:cubicBezTo>
                  <a:lnTo>
                    <a:pt x="1291802" y="1146542"/>
                  </a:lnTo>
                  <a:lnTo>
                    <a:pt x="1291803" y="1146540"/>
                  </a:lnTo>
                  <a:cubicBezTo>
                    <a:pt x="1295658" y="1141107"/>
                    <a:pt x="1296779" y="1134212"/>
                    <a:pt x="1293434" y="1124541"/>
                  </a:cubicBezTo>
                  <a:cubicBezTo>
                    <a:pt x="1292765" y="1122756"/>
                    <a:pt x="1293434" y="1119538"/>
                    <a:pt x="1294773" y="1118213"/>
                  </a:cubicBezTo>
                  <a:cubicBezTo>
                    <a:pt x="1308821" y="1103997"/>
                    <a:pt x="1323071" y="1090028"/>
                    <a:pt x="1338658" y="1077685"/>
                  </a:cubicBezTo>
                  <a:cubicBezTo>
                    <a:pt x="1311632" y="1130777"/>
                    <a:pt x="1283935" y="1182578"/>
                    <a:pt x="1254766" y="1233516"/>
                  </a:cubicBezTo>
                  <a:cubicBezTo>
                    <a:pt x="1198837" y="1331003"/>
                    <a:pt x="1141839" y="1427834"/>
                    <a:pt x="1085843" y="1525260"/>
                  </a:cubicBezTo>
                  <a:cubicBezTo>
                    <a:pt x="1049516" y="1588561"/>
                    <a:pt x="1014126" y="1652431"/>
                    <a:pt x="977800" y="1718468"/>
                  </a:cubicBezTo>
                  <a:lnTo>
                    <a:pt x="966486" y="1711113"/>
                  </a:lnTo>
                  <a:lnTo>
                    <a:pt x="967036" y="1713868"/>
                  </a:lnTo>
                  <a:cubicBezTo>
                    <a:pt x="969236" y="1717592"/>
                    <a:pt x="973133" y="1721382"/>
                    <a:pt x="979405" y="1725192"/>
                  </a:cubicBezTo>
                  <a:cubicBezTo>
                    <a:pt x="1081494" y="1901514"/>
                    <a:pt x="1183316" y="2078016"/>
                    <a:pt x="1286007" y="2254024"/>
                  </a:cubicBezTo>
                  <a:cubicBezTo>
                    <a:pt x="1306746" y="2289501"/>
                    <a:pt x="1330630" y="2323105"/>
                    <a:pt x="1353643" y="2361318"/>
                  </a:cubicBezTo>
                  <a:cubicBezTo>
                    <a:pt x="1355785" y="2363285"/>
                    <a:pt x="1357925" y="2365246"/>
                    <a:pt x="1359999" y="2367213"/>
                  </a:cubicBezTo>
                  <a:cubicBezTo>
                    <a:pt x="1362139" y="2363994"/>
                    <a:pt x="1364280" y="2360783"/>
                    <a:pt x="1372643" y="2356629"/>
                  </a:cubicBezTo>
                  <a:cubicBezTo>
                    <a:pt x="1604719" y="2356943"/>
                    <a:pt x="1836796" y="2357258"/>
                    <a:pt x="2069876" y="2362094"/>
                  </a:cubicBezTo>
                  <a:cubicBezTo>
                    <a:pt x="2090615" y="2381689"/>
                    <a:pt x="2095297" y="2361526"/>
                    <a:pt x="2102724" y="2348755"/>
                  </a:cubicBezTo>
                  <a:cubicBezTo>
                    <a:pt x="2095297" y="2361526"/>
                    <a:pt x="2090615" y="2381689"/>
                    <a:pt x="2069407" y="2359833"/>
                  </a:cubicBezTo>
                  <a:cubicBezTo>
                    <a:pt x="2082118" y="2340044"/>
                    <a:pt x="2097371" y="2323674"/>
                    <a:pt x="2108276" y="2304808"/>
                  </a:cubicBezTo>
                  <a:cubicBezTo>
                    <a:pt x="2202538" y="2142053"/>
                    <a:pt x="2296132" y="1978889"/>
                    <a:pt x="2389724" y="1815754"/>
                  </a:cubicBezTo>
                  <a:cubicBezTo>
                    <a:pt x="2408055" y="1783749"/>
                    <a:pt x="2425650" y="1751309"/>
                    <a:pt x="2444114" y="1716648"/>
                  </a:cubicBezTo>
                  <a:lnTo>
                    <a:pt x="2456451" y="1726087"/>
                  </a:lnTo>
                  <a:lnTo>
                    <a:pt x="2456299" y="1723638"/>
                  </a:lnTo>
                  <a:cubicBezTo>
                    <a:pt x="2454208" y="1719215"/>
                    <a:pt x="2449951" y="1714621"/>
                    <a:pt x="2442509" y="1709892"/>
                  </a:cubicBezTo>
                  <a:cubicBezTo>
                    <a:pt x="2406717" y="1647628"/>
                    <a:pt x="2371060" y="1585303"/>
                    <a:pt x="2335134" y="1523120"/>
                  </a:cubicBezTo>
                  <a:cubicBezTo>
                    <a:pt x="2252379" y="1379787"/>
                    <a:pt x="2169689" y="1236419"/>
                    <a:pt x="2086064" y="1093555"/>
                  </a:cubicBezTo>
                  <a:cubicBezTo>
                    <a:pt x="2081784" y="1086249"/>
                    <a:pt x="2069674" y="1079298"/>
                    <a:pt x="2061245" y="1079278"/>
                  </a:cubicBezTo>
                  <a:cubicBezTo>
                    <a:pt x="1820806" y="1078749"/>
                    <a:pt x="1580435" y="1079138"/>
                    <a:pt x="1337320" y="1075993"/>
                  </a:cubicBezTo>
                  <a:close/>
                  <a:moveTo>
                    <a:pt x="2262547" y="710397"/>
                  </a:moveTo>
                  <a:cubicBezTo>
                    <a:pt x="2282684" y="710363"/>
                    <a:pt x="2294257" y="713963"/>
                    <a:pt x="2305765" y="734435"/>
                  </a:cubicBezTo>
                  <a:cubicBezTo>
                    <a:pt x="2378285" y="863786"/>
                    <a:pt x="2453480" y="991679"/>
                    <a:pt x="2527940" y="1119926"/>
                  </a:cubicBezTo>
                  <a:cubicBezTo>
                    <a:pt x="2615043" y="1269843"/>
                    <a:pt x="2702415" y="1419578"/>
                    <a:pt x="2789519" y="1569488"/>
                  </a:cubicBezTo>
                  <a:cubicBezTo>
                    <a:pt x="2814740" y="1612867"/>
                    <a:pt x="2839427" y="1656558"/>
                    <a:pt x="2861437" y="1703275"/>
                  </a:cubicBezTo>
                  <a:cubicBezTo>
                    <a:pt x="2841634" y="1706918"/>
                    <a:pt x="2835346" y="1714932"/>
                    <a:pt x="2834618" y="1724511"/>
                  </a:cubicBezTo>
                  <a:lnTo>
                    <a:pt x="2834667" y="1724741"/>
                  </a:lnTo>
                  <a:lnTo>
                    <a:pt x="2840875" y="1712760"/>
                  </a:lnTo>
                  <a:cubicBezTo>
                    <a:pt x="2845013" y="1709468"/>
                    <a:pt x="2851536" y="1707038"/>
                    <a:pt x="2861437" y="1705864"/>
                  </a:cubicBezTo>
                  <a:cubicBezTo>
                    <a:pt x="2863712" y="1714541"/>
                    <a:pt x="2866252" y="1725513"/>
                    <a:pt x="2862172" y="1732785"/>
                  </a:cubicBezTo>
                  <a:cubicBezTo>
                    <a:pt x="2815410" y="1816463"/>
                    <a:pt x="2767843" y="1899755"/>
                    <a:pt x="2719943" y="1982811"/>
                  </a:cubicBezTo>
                  <a:cubicBezTo>
                    <a:pt x="2666021" y="2076223"/>
                    <a:pt x="2611297" y="2169168"/>
                    <a:pt x="2557376" y="2262547"/>
                  </a:cubicBezTo>
                  <a:cubicBezTo>
                    <a:pt x="2495226" y="2370075"/>
                    <a:pt x="2433477" y="2477872"/>
                    <a:pt x="2371595" y="2585521"/>
                  </a:cubicBezTo>
                  <a:cubicBezTo>
                    <a:pt x="2350387" y="2622309"/>
                    <a:pt x="2329113" y="2659011"/>
                    <a:pt x="2305833" y="2696855"/>
                  </a:cubicBezTo>
                  <a:cubicBezTo>
                    <a:pt x="2301885" y="2693283"/>
                    <a:pt x="2297135" y="2687162"/>
                    <a:pt x="2298606" y="2684158"/>
                  </a:cubicBezTo>
                  <a:cubicBezTo>
                    <a:pt x="2297135" y="2687162"/>
                    <a:pt x="2301884" y="2693283"/>
                    <a:pt x="2303758" y="2697953"/>
                  </a:cubicBezTo>
                  <a:cubicBezTo>
                    <a:pt x="2299543" y="2725342"/>
                    <a:pt x="2279339" y="2724532"/>
                    <a:pt x="2258600" y="2724519"/>
                  </a:cubicBezTo>
                  <a:cubicBezTo>
                    <a:pt x="1912124" y="2724358"/>
                    <a:pt x="1565717" y="2721442"/>
                    <a:pt x="1219375" y="2726786"/>
                  </a:cubicBezTo>
                  <a:cubicBezTo>
                    <a:pt x="1145919" y="2727917"/>
                    <a:pt x="1113874" y="2700990"/>
                    <a:pt x="1082697" y="2641382"/>
                  </a:cubicBezTo>
                  <a:cubicBezTo>
                    <a:pt x="1024763" y="2530421"/>
                    <a:pt x="957662" y="2424244"/>
                    <a:pt x="894642" y="2315940"/>
                  </a:cubicBezTo>
                  <a:cubicBezTo>
                    <a:pt x="845270" y="2231184"/>
                    <a:pt x="796099" y="2146348"/>
                    <a:pt x="747194" y="2061338"/>
                  </a:cubicBezTo>
                  <a:cubicBezTo>
                    <a:pt x="684174" y="1951749"/>
                    <a:pt x="621490" y="1841959"/>
                    <a:pt x="558737" y="1732217"/>
                  </a:cubicBezTo>
                  <a:cubicBezTo>
                    <a:pt x="557667" y="1730396"/>
                    <a:pt x="557466" y="1728089"/>
                    <a:pt x="558938" y="1723292"/>
                  </a:cubicBezTo>
                  <a:lnTo>
                    <a:pt x="575991" y="1708705"/>
                  </a:lnTo>
                  <a:lnTo>
                    <a:pt x="558536" y="1720863"/>
                  </a:lnTo>
                  <a:cubicBezTo>
                    <a:pt x="554523" y="1717585"/>
                    <a:pt x="550576" y="1712634"/>
                    <a:pt x="551712" y="1710661"/>
                  </a:cubicBezTo>
                  <a:cubicBezTo>
                    <a:pt x="611856" y="1607274"/>
                    <a:pt x="672668" y="1504300"/>
                    <a:pt x="732879" y="1400926"/>
                  </a:cubicBezTo>
                  <a:cubicBezTo>
                    <a:pt x="794694" y="1294663"/>
                    <a:pt x="855907" y="1188030"/>
                    <a:pt x="917389" y="1081573"/>
                  </a:cubicBezTo>
                  <a:cubicBezTo>
                    <a:pt x="981078" y="971408"/>
                    <a:pt x="1044364" y="861002"/>
                    <a:pt x="1108991" y="751406"/>
                  </a:cubicBezTo>
                  <a:cubicBezTo>
                    <a:pt x="1118156" y="735813"/>
                    <a:pt x="1115948" y="706758"/>
                    <a:pt x="1149732" y="711367"/>
                  </a:cubicBezTo>
                  <a:lnTo>
                    <a:pt x="971739" y="1021901"/>
                  </a:lnTo>
                  <a:lnTo>
                    <a:pt x="1152341" y="711829"/>
                  </a:lnTo>
                  <a:cubicBezTo>
                    <a:pt x="1223656" y="711454"/>
                    <a:pt x="1294972" y="710792"/>
                    <a:pt x="1366287" y="710765"/>
                  </a:cubicBezTo>
                  <a:cubicBezTo>
                    <a:pt x="1665063" y="710645"/>
                    <a:pt x="1963772" y="710852"/>
                    <a:pt x="2262547" y="710397"/>
                  </a:cubicBezTo>
                  <a:close/>
                  <a:moveTo>
                    <a:pt x="0" y="0"/>
                  </a:moveTo>
                  <a:lnTo>
                    <a:pt x="443859" y="0"/>
                  </a:lnTo>
                  <a:lnTo>
                    <a:pt x="443859" y="443859"/>
                  </a:lnTo>
                  <a:lnTo>
                    <a:pt x="0" y="443859"/>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40" name="Group 939">
            <a:extLst>
              <a:ext uri="{FF2B5EF4-FFF2-40B4-BE49-F238E27FC236}">
                <a16:creationId xmlns:a16="http://schemas.microsoft.com/office/drawing/2014/main" id="{26DE8B11-C417-A9E0-D90E-121F7C626BCC}"/>
              </a:ext>
              <a:ext uri="{C183D7F6-B498-43B3-948B-1728B52AA6E4}">
                <adec:decorative xmlns:adec="http://schemas.microsoft.com/office/drawing/2017/decorative" val="1"/>
              </a:ext>
            </a:extLst>
          </p:cNvPr>
          <p:cNvGrpSpPr>
            <a:grpSpLocks noChangeAspect="1"/>
          </p:cNvGrpSpPr>
          <p:nvPr/>
        </p:nvGrpSpPr>
        <p:grpSpPr>
          <a:xfrm>
            <a:off x="10505592" y="810791"/>
            <a:ext cx="455190" cy="457200"/>
            <a:chOff x="10505592" y="810791"/>
            <a:chExt cx="455190" cy="457200"/>
          </a:xfrm>
          <a:solidFill>
            <a:srgbClr val="FF0000"/>
          </a:solidFill>
        </p:grpSpPr>
        <p:sp>
          <p:nvSpPr>
            <p:cNvPr id="90" name="Freeform: Shape 89">
              <a:extLst>
                <a:ext uri="{FF2B5EF4-FFF2-40B4-BE49-F238E27FC236}">
                  <a16:creationId xmlns:a16="http://schemas.microsoft.com/office/drawing/2014/main" id="{67E0EAEB-7566-7A08-06C5-51891B3A57A2}"/>
                </a:ext>
                <a:ext uri="{C183D7F6-B498-43B3-948B-1728B52AA6E4}">
                  <adec:decorative xmlns:adec="http://schemas.microsoft.com/office/drawing/2017/decorative" val="1"/>
                </a:ext>
              </a:extLst>
            </p:cNvPr>
            <p:cNvSpPr/>
            <p:nvPr/>
          </p:nvSpPr>
          <p:spPr>
            <a:xfrm>
              <a:off x="10512748" y="818507"/>
              <a:ext cx="448034" cy="449484"/>
            </a:xfrm>
            <a:custGeom>
              <a:avLst/>
              <a:gdLst>
                <a:gd name="connsiteX0" fmla="*/ 6229477 w 6720499"/>
                <a:gd name="connsiteY0" fmla="*/ 5084969 h 6742253"/>
                <a:gd name="connsiteX1" fmla="*/ 6719832 w 6720499"/>
                <a:gd name="connsiteY1" fmla="*/ 5084969 h 6742253"/>
                <a:gd name="connsiteX2" fmla="*/ 6719832 w 6720499"/>
                <a:gd name="connsiteY2" fmla="*/ 5139502 h 6742253"/>
                <a:gd name="connsiteX3" fmla="*/ 6717430 w 6720499"/>
                <a:gd name="connsiteY3" fmla="*/ 6284125 h 6742253"/>
                <a:gd name="connsiteX4" fmla="*/ 6665759 w 6720499"/>
                <a:gd name="connsiteY4" fmla="*/ 6490665 h 6742253"/>
                <a:gd name="connsiteX5" fmla="*/ 6331392 w 6720499"/>
                <a:gd name="connsiteY5" fmla="*/ 6734574 h 6742253"/>
                <a:gd name="connsiteX6" fmla="*/ 6289749 w 6720499"/>
                <a:gd name="connsiteY6" fmla="*/ 6741378 h 6742253"/>
                <a:gd name="connsiteX7" fmla="*/ 5085418 w 6720499"/>
                <a:gd name="connsiteY7" fmla="*/ 6741550 h 6742253"/>
                <a:gd name="connsiteX8" fmla="*/ 5061869 w 6720499"/>
                <a:gd name="connsiteY8" fmla="*/ 6739543 h 6742253"/>
                <a:gd name="connsiteX9" fmla="*/ 5061869 w 6720499"/>
                <a:gd name="connsiteY9" fmla="*/ 6253458 h 6742253"/>
                <a:gd name="connsiteX10" fmla="*/ 6229477 w 6720499"/>
                <a:gd name="connsiteY10" fmla="*/ 6253458 h 6742253"/>
                <a:gd name="connsiteX11" fmla="*/ 6229477 w 6720499"/>
                <a:gd name="connsiteY11" fmla="*/ 5084969 h 6742253"/>
                <a:gd name="connsiteX12" fmla="*/ 11021 w 6720499"/>
                <a:gd name="connsiteY12" fmla="*/ 5083941 h 6742253"/>
                <a:gd name="connsiteX13" fmla="*/ 499166 w 6720499"/>
                <a:gd name="connsiteY13" fmla="*/ 5083941 h 6742253"/>
                <a:gd name="connsiteX14" fmla="*/ 499166 w 6720499"/>
                <a:gd name="connsiteY14" fmla="*/ 6251668 h 6742253"/>
                <a:gd name="connsiteX15" fmla="*/ 1668006 w 6720499"/>
                <a:gd name="connsiteY15" fmla="*/ 6251668 h 6742253"/>
                <a:gd name="connsiteX16" fmla="*/ 1668006 w 6720499"/>
                <a:gd name="connsiteY16" fmla="*/ 6741686 h 6742253"/>
                <a:gd name="connsiteX17" fmla="*/ 1612150 w 6720499"/>
                <a:gd name="connsiteY17" fmla="*/ 6741686 h 6742253"/>
                <a:gd name="connsiteX18" fmla="*/ 466919 w 6720499"/>
                <a:gd name="connsiteY18" fmla="*/ 6741045 h 6742253"/>
                <a:gd name="connsiteX19" fmla="*/ 22632 w 6720499"/>
                <a:gd name="connsiteY19" fmla="*/ 6385886 h 6742253"/>
                <a:gd name="connsiteX20" fmla="*/ 11509 w 6720499"/>
                <a:gd name="connsiteY20" fmla="*/ 6285720 h 6742253"/>
                <a:gd name="connsiteX21" fmla="*/ 11021 w 6720499"/>
                <a:gd name="connsiteY21" fmla="*/ 5666969 h 6742253"/>
                <a:gd name="connsiteX22" fmla="*/ 11021 w 6720499"/>
                <a:gd name="connsiteY22" fmla="*/ 5083941 h 6742253"/>
                <a:gd name="connsiteX23" fmla="*/ 4580963 w 6720499"/>
                <a:gd name="connsiteY23" fmla="*/ 4021408 h 6742253"/>
                <a:gd name="connsiteX24" fmla="*/ 4455200 w 6720499"/>
                <a:gd name="connsiteY24" fmla="*/ 4032107 h 6742253"/>
                <a:gd name="connsiteX25" fmla="*/ 4064745 w 6720499"/>
                <a:gd name="connsiteY25" fmla="*/ 4265982 h 6742253"/>
                <a:gd name="connsiteX26" fmla="*/ 3933575 w 6720499"/>
                <a:gd name="connsiteY26" fmla="*/ 4755596 h 6742253"/>
                <a:gd name="connsiteX27" fmla="*/ 4183376 w 6720499"/>
                <a:gd name="connsiteY27" fmla="*/ 5166101 h 6742253"/>
                <a:gd name="connsiteX28" fmla="*/ 4562483 w 6720499"/>
                <a:gd name="connsiteY28" fmla="*/ 5294766 h 6742253"/>
                <a:gd name="connsiteX29" fmla="*/ 4797726 w 6720499"/>
                <a:gd name="connsiteY29" fmla="*/ 5242672 h 6742253"/>
                <a:gd name="connsiteX30" fmla="*/ 5198957 w 6720499"/>
                <a:gd name="connsiteY30" fmla="*/ 4679347 h 6742253"/>
                <a:gd name="connsiteX31" fmla="*/ 5108410 w 6720499"/>
                <a:gd name="connsiteY31" fmla="*/ 4332450 h 6742253"/>
                <a:gd name="connsiteX32" fmla="*/ 4924500 w 6720499"/>
                <a:gd name="connsiteY32" fmla="*/ 4141080 h 6742253"/>
                <a:gd name="connsiteX33" fmla="*/ 4580963 w 6720499"/>
                <a:gd name="connsiteY33" fmla="*/ 4021408 h 6742253"/>
                <a:gd name="connsiteX34" fmla="*/ 4594882 w 6720499"/>
                <a:gd name="connsiteY34" fmla="*/ 3769258 h 6742253"/>
                <a:gd name="connsiteX35" fmla="*/ 4966174 w 6720499"/>
                <a:gd name="connsiteY35" fmla="*/ 3865231 h 6742253"/>
                <a:gd name="connsiteX36" fmla="*/ 5400370 w 6720499"/>
                <a:gd name="connsiteY36" fmla="*/ 4363307 h 6742253"/>
                <a:gd name="connsiteX37" fmla="*/ 5304561 w 6720499"/>
                <a:gd name="connsiteY37" fmla="*/ 5150847 h 6742253"/>
                <a:gd name="connsiteX38" fmla="*/ 4717683 w 6720499"/>
                <a:gd name="connsiteY38" fmla="*/ 5534756 h 6742253"/>
                <a:gd name="connsiteX39" fmla="*/ 4008052 w 6720499"/>
                <a:gd name="connsiteY39" fmla="*/ 5355830 h 6742253"/>
                <a:gd name="connsiteX40" fmla="*/ 3690130 w 6720499"/>
                <a:gd name="connsiteY40" fmla="*/ 4829996 h 6742253"/>
                <a:gd name="connsiteX41" fmla="*/ 3833545 w 6720499"/>
                <a:gd name="connsiteY41" fmla="*/ 4150463 h 6742253"/>
                <a:gd name="connsiteX42" fmla="*/ 4019332 w 6720499"/>
                <a:gd name="connsiteY42" fmla="*/ 3954541 h 6742253"/>
                <a:gd name="connsiteX43" fmla="*/ 4462705 w 6720499"/>
                <a:gd name="connsiteY43" fmla="*/ 3776020 h 6742253"/>
                <a:gd name="connsiteX44" fmla="*/ 4594882 w 6720499"/>
                <a:gd name="connsiteY44" fmla="*/ 3769258 h 6742253"/>
                <a:gd name="connsiteX45" fmla="*/ 4149055 w 6720499"/>
                <a:gd name="connsiteY45" fmla="*/ 1237289 h 6742253"/>
                <a:gd name="connsiteX46" fmla="*/ 3449410 w 6720499"/>
                <a:gd name="connsiteY46" fmla="*/ 1239307 h 6742253"/>
                <a:gd name="connsiteX47" fmla="*/ 3392635 w 6720499"/>
                <a:gd name="connsiteY47" fmla="*/ 1272152 h 6742253"/>
                <a:gd name="connsiteX48" fmla="*/ 3076990 w 6720499"/>
                <a:gd name="connsiteY48" fmla="*/ 1809438 h 6742253"/>
                <a:gd name="connsiteX49" fmla="*/ 3076029 w 6720499"/>
                <a:gd name="connsiteY49" fmla="*/ 2016886 h 6742253"/>
                <a:gd name="connsiteX50" fmla="*/ 3088945 w 6720499"/>
                <a:gd name="connsiteY50" fmla="*/ 2030783 h 6742253"/>
                <a:gd name="connsiteX51" fmla="*/ 3398933 w 6720499"/>
                <a:gd name="connsiteY51" fmla="*/ 2571755 h 6742253"/>
                <a:gd name="connsiteX52" fmla="*/ 3440764 w 6720499"/>
                <a:gd name="connsiteY52" fmla="*/ 2593852 h 6742253"/>
                <a:gd name="connsiteX53" fmla="*/ 4156688 w 6720499"/>
                <a:gd name="connsiteY53" fmla="*/ 2593929 h 6742253"/>
                <a:gd name="connsiteX54" fmla="*/ 4199875 w 6720499"/>
                <a:gd name="connsiteY54" fmla="*/ 2573508 h 6742253"/>
                <a:gd name="connsiteX55" fmla="*/ 4565815 w 6720499"/>
                <a:gd name="connsiteY55" fmla="*/ 1942956 h 6742253"/>
                <a:gd name="connsiteX56" fmla="*/ 4562624 w 6720499"/>
                <a:gd name="connsiteY56" fmla="*/ 1882691 h 6742253"/>
                <a:gd name="connsiteX57" fmla="*/ 4472773 w 6720499"/>
                <a:gd name="connsiteY57" fmla="*/ 1727425 h 6742253"/>
                <a:gd name="connsiteX58" fmla="*/ 4208192 w 6720499"/>
                <a:gd name="connsiteY58" fmla="*/ 1270320 h 6742253"/>
                <a:gd name="connsiteX59" fmla="*/ 4149055 w 6720499"/>
                <a:gd name="connsiteY59" fmla="*/ 1237289 h 6742253"/>
                <a:gd name="connsiteX60" fmla="*/ 4300906 w 6720499"/>
                <a:gd name="connsiteY60" fmla="*/ 987621 h 6742253"/>
                <a:gd name="connsiteX61" fmla="*/ 4360117 w 6720499"/>
                <a:gd name="connsiteY61" fmla="*/ 1020575 h 6742253"/>
                <a:gd name="connsiteX62" fmla="*/ 4624882 w 6720499"/>
                <a:gd name="connsiteY62" fmla="*/ 1477910 h 6742253"/>
                <a:gd name="connsiteX63" fmla="*/ 4842501 w 6720499"/>
                <a:gd name="connsiteY63" fmla="*/ 1852758 h 6742253"/>
                <a:gd name="connsiteX64" fmla="*/ 4855838 w 6720499"/>
                <a:gd name="connsiteY64" fmla="*/ 1951078 h 6742253"/>
                <a:gd name="connsiteX65" fmla="*/ 4494650 w 6720499"/>
                <a:gd name="connsiteY65" fmla="*/ 2572375 h 6742253"/>
                <a:gd name="connsiteX66" fmla="*/ 4475804 w 6720499"/>
                <a:gd name="connsiteY66" fmla="*/ 2608870 h 6742253"/>
                <a:gd name="connsiteX67" fmla="*/ 4359617 w 6720499"/>
                <a:gd name="connsiteY67" fmla="*/ 2808520 h 6742253"/>
                <a:gd name="connsiteX68" fmla="*/ 4303693 w 6720499"/>
                <a:gd name="connsiteY68" fmla="*/ 2842996 h 6742253"/>
                <a:gd name="connsiteX69" fmla="*/ 3294319 w 6720499"/>
                <a:gd name="connsiteY69" fmla="*/ 2842952 h 6742253"/>
                <a:gd name="connsiteX70" fmla="*/ 3238791 w 6720499"/>
                <a:gd name="connsiteY70" fmla="*/ 2807607 h 6742253"/>
                <a:gd name="connsiteX71" fmla="*/ 2892818 w 6720499"/>
                <a:gd name="connsiteY71" fmla="*/ 2214194 h 6742253"/>
                <a:gd name="connsiteX72" fmla="*/ 2733330 w 6720499"/>
                <a:gd name="connsiteY72" fmla="*/ 1933983 h 6742253"/>
                <a:gd name="connsiteX73" fmla="*/ 2736247 w 6720499"/>
                <a:gd name="connsiteY73" fmla="*/ 1891356 h 6742253"/>
                <a:gd name="connsiteX74" fmla="*/ 3243738 w 6720499"/>
                <a:gd name="connsiteY74" fmla="*/ 1018739 h 6742253"/>
                <a:gd name="connsiteX75" fmla="*/ 3296946 w 6720499"/>
                <a:gd name="connsiteY75" fmla="*/ 989444 h 6742253"/>
                <a:gd name="connsiteX76" fmla="*/ 4300906 w 6720499"/>
                <a:gd name="connsiteY76" fmla="*/ 987621 h 6742253"/>
                <a:gd name="connsiteX77" fmla="*/ 0 w 6720499"/>
                <a:gd name="connsiteY77" fmla="*/ 952967 h 6742253"/>
                <a:gd name="connsiteX78" fmla="*/ 499807 w 6720499"/>
                <a:gd name="connsiteY78" fmla="*/ 952967 h 6742253"/>
                <a:gd name="connsiteX79" fmla="*/ 499807 w 6720499"/>
                <a:gd name="connsiteY79" fmla="*/ 1668792 h 6742253"/>
                <a:gd name="connsiteX80" fmla="*/ 0 w 6720499"/>
                <a:gd name="connsiteY80" fmla="*/ 1668792 h 6742253"/>
                <a:gd name="connsiteX81" fmla="*/ 5058917 w 6720499"/>
                <a:gd name="connsiteY81" fmla="*/ 300 h 6742253"/>
                <a:gd name="connsiteX82" fmla="*/ 5119639 w 6720499"/>
                <a:gd name="connsiteY82" fmla="*/ 300 h 6742253"/>
                <a:gd name="connsiteX83" fmla="*/ 6204741 w 6720499"/>
                <a:gd name="connsiteY83" fmla="*/ 830 h 6742253"/>
                <a:gd name="connsiteX84" fmla="*/ 6527969 w 6720499"/>
                <a:gd name="connsiteY84" fmla="*/ 100667 h 6742253"/>
                <a:gd name="connsiteX85" fmla="*/ 6719970 w 6720499"/>
                <a:gd name="connsiteY85" fmla="*/ 464443 h 6742253"/>
                <a:gd name="connsiteX86" fmla="*/ 6719838 w 6720499"/>
                <a:gd name="connsiteY86" fmla="*/ 1609228 h 6742253"/>
                <a:gd name="connsiteX87" fmla="*/ 6719838 w 6720499"/>
                <a:gd name="connsiteY87" fmla="*/ 1669700 h 6742253"/>
                <a:gd name="connsiteX88" fmla="*/ 6234212 w 6720499"/>
                <a:gd name="connsiteY88" fmla="*/ 1669700 h 6742253"/>
                <a:gd name="connsiteX89" fmla="*/ 6234212 w 6720499"/>
                <a:gd name="connsiteY89" fmla="*/ 502094 h 6742253"/>
                <a:gd name="connsiteX90" fmla="*/ 5058917 w 6720499"/>
                <a:gd name="connsiteY90" fmla="*/ 502094 h 6742253"/>
                <a:gd name="connsiteX91" fmla="*/ 5058917 w 6720499"/>
                <a:gd name="connsiteY91" fmla="*/ 347610 h 6742253"/>
                <a:gd name="connsiteX92" fmla="*/ 5058917 w 6720499"/>
                <a:gd name="connsiteY92" fmla="*/ 300 h 6742253"/>
                <a:gd name="connsiteX93" fmla="*/ 959343 w 6720499"/>
                <a:gd name="connsiteY93" fmla="*/ 0 h 6742253"/>
                <a:gd name="connsiteX94" fmla="*/ 1668656 w 6720499"/>
                <a:gd name="connsiteY94" fmla="*/ 0 h 6742253"/>
                <a:gd name="connsiteX95" fmla="*/ 1668656 w 6720499"/>
                <a:gd name="connsiteY95" fmla="*/ 499841 h 6742253"/>
                <a:gd name="connsiteX96" fmla="*/ 959343 w 6720499"/>
                <a:gd name="connsiteY96" fmla="*/ 499841 h 674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6720499" h="6742253">
                  <a:moveTo>
                    <a:pt x="6229477" y="5084969"/>
                  </a:moveTo>
                  <a:cubicBezTo>
                    <a:pt x="6392300" y="5084969"/>
                    <a:pt x="6552149" y="5084969"/>
                    <a:pt x="6719832" y="5084969"/>
                  </a:cubicBezTo>
                  <a:cubicBezTo>
                    <a:pt x="6719832" y="5101504"/>
                    <a:pt x="6719832" y="5120504"/>
                    <a:pt x="6719832" y="5139502"/>
                  </a:cubicBezTo>
                  <a:cubicBezTo>
                    <a:pt x="6719832" y="5521054"/>
                    <a:pt x="6722410" y="5902638"/>
                    <a:pt x="6717430" y="6284125"/>
                  </a:cubicBezTo>
                  <a:cubicBezTo>
                    <a:pt x="6716546" y="6351820"/>
                    <a:pt x="6684224" y="6419105"/>
                    <a:pt x="6665759" y="6490665"/>
                  </a:cubicBezTo>
                  <a:cubicBezTo>
                    <a:pt x="6587966" y="6622147"/>
                    <a:pt x="6480096" y="6706792"/>
                    <a:pt x="6331392" y="6734574"/>
                  </a:cubicBezTo>
                  <a:cubicBezTo>
                    <a:pt x="6317552" y="6737160"/>
                    <a:pt x="6303634" y="6741364"/>
                    <a:pt x="6289749" y="6741378"/>
                  </a:cubicBezTo>
                  <a:cubicBezTo>
                    <a:pt x="5888306" y="6741728"/>
                    <a:pt x="5486861" y="6741651"/>
                    <a:pt x="5085418" y="6741550"/>
                  </a:cubicBezTo>
                  <a:cubicBezTo>
                    <a:pt x="5078498" y="6741549"/>
                    <a:pt x="5071576" y="6740402"/>
                    <a:pt x="5061869" y="6739543"/>
                  </a:cubicBezTo>
                  <a:cubicBezTo>
                    <a:pt x="5061869" y="6578121"/>
                    <a:pt x="5061869" y="6418300"/>
                    <a:pt x="5061869" y="6253458"/>
                  </a:cubicBezTo>
                  <a:cubicBezTo>
                    <a:pt x="5450966" y="6253458"/>
                    <a:pt x="5838696" y="6253458"/>
                    <a:pt x="6229477" y="6253458"/>
                  </a:cubicBezTo>
                  <a:cubicBezTo>
                    <a:pt x="6229477" y="5862042"/>
                    <a:pt x="6229477" y="5475607"/>
                    <a:pt x="6229477" y="5084969"/>
                  </a:cubicBezTo>
                  <a:close/>
                  <a:moveTo>
                    <a:pt x="11021" y="5083941"/>
                  </a:moveTo>
                  <a:cubicBezTo>
                    <a:pt x="174169" y="5083941"/>
                    <a:pt x="334052" y="5083941"/>
                    <a:pt x="499166" y="5083941"/>
                  </a:cubicBezTo>
                  <a:cubicBezTo>
                    <a:pt x="499166" y="5472667"/>
                    <a:pt x="499166" y="5860541"/>
                    <a:pt x="499166" y="6251668"/>
                  </a:cubicBezTo>
                  <a:cubicBezTo>
                    <a:pt x="890930" y="6251668"/>
                    <a:pt x="1277504" y="6251668"/>
                    <a:pt x="1668006" y="6251668"/>
                  </a:cubicBezTo>
                  <a:cubicBezTo>
                    <a:pt x="1668006" y="6414776"/>
                    <a:pt x="1668006" y="6574673"/>
                    <a:pt x="1668006" y="6741686"/>
                  </a:cubicBezTo>
                  <a:cubicBezTo>
                    <a:pt x="1650367" y="6741686"/>
                    <a:pt x="1631257" y="6741686"/>
                    <a:pt x="1612150" y="6741686"/>
                  </a:cubicBezTo>
                  <a:cubicBezTo>
                    <a:pt x="1230405" y="6741686"/>
                    <a:pt x="848649" y="6743320"/>
                    <a:pt x="466919" y="6741045"/>
                  </a:cubicBezTo>
                  <a:cubicBezTo>
                    <a:pt x="252990" y="6739769"/>
                    <a:pt x="76203" y="6581847"/>
                    <a:pt x="22632" y="6385886"/>
                  </a:cubicBezTo>
                  <a:cubicBezTo>
                    <a:pt x="13871" y="6353837"/>
                    <a:pt x="11668" y="6319189"/>
                    <a:pt x="11509" y="6285720"/>
                  </a:cubicBezTo>
                  <a:cubicBezTo>
                    <a:pt x="10533" y="6081283"/>
                    <a:pt x="11021" y="5876838"/>
                    <a:pt x="11021" y="5666969"/>
                  </a:cubicBezTo>
                  <a:cubicBezTo>
                    <a:pt x="11021" y="5470061"/>
                    <a:pt x="11021" y="5278584"/>
                    <a:pt x="11021" y="5083941"/>
                  </a:cubicBezTo>
                  <a:close/>
                  <a:moveTo>
                    <a:pt x="4580963" y="4021408"/>
                  </a:moveTo>
                  <a:cubicBezTo>
                    <a:pt x="4539732" y="4020872"/>
                    <a:pt x="4497729" y="4024476"/>
                    <a:pt x="4455200" y="4032107"/>
                  </a:cubicBezTo>
                  <a:cubicBezTo>
                    <a:pt x="4297382" y="4060421"/>
                    <a:pt x="4166869" y="4138302"/>
                    <a:pt x="4064745" y="4265982"/>
                  </a:cubicBezTo>
                  <a:cubicBezTo>
                    <a:pt x="3948488" y="4411336"/>
                    <a:pt x="3907183" y="4578194"/>
                    <a:pt x="3933575" y="4755596"/>
                  </a:cubicBezTo>
                  <a:cubicBezTo>
                    <a:pt x="3958427" y="4922646"/>
                    <a:pt x="4042748" y="5063910"/>
                    <a:pt x="4183376" y="5166101"/>
                  </a:cubicBezTo>
                  <a:cubicBezTo>
                    <a:pt x="4296626" y="5248399"/>
                    <a:pt x="4424349" y="5296105"/>
                    <a:pt x="4562483" y="5294766"/>
                  </a:cubicBezTo>
                  <a:cubicBezTo>
                    <a:pt x="4641221" y="5294002"/>
                    <a:pt x="4722351" y="5269562"/>
                    <a:pt x="4797726" y="5242672"/>
                  </a:cubicBezTo>
                  <a:cubicBezTo>
                    <a:pt x="5033023" y="5158731"/>
                    <a:pt x="5187973" y="4922897"/>
                    <a:pt x="5198957" y="4679347"/>
                  </a:cubicBezTo>
                  <a:cubicBezTo>
                    <a:pt x="5204383" y="4559020"/>
                    <a:pt x="5170535" y="4445358"/>
                    <a:pt x="5108410" y="4332450"/>
                  </a:cubicBezTo>
                  <a:cubicBezTo>
                    <a:pt x="5047604" y="4268010"/>
                    <a:pt x="4993873" y="4194362"/>
                    <a:pt x="4924500" y="4141080"/>
                  </a:cubicBezTo>
                  <a:cubicBezTo>
                    <a:pt x="4821389" y="4061885"/>
                    <a:pt x="4704654" y="4023016"/>
                    <a:pt x="4580963" y="4021408"/>
                  </a:cubicBezTo>
                  <a:close/>
                  <a:moveTo>
                    <a:pt x="4594882" y="3769258"/>
                  </a:moveTo>
                  <a:cubicBezTo>
                    <a:pt x="4724824" y="3772535"/>
                    <a:pt x="4848193" y="3805574"/>
                    <a:pt x="4966174" y="3865231"/>
                  </a:cubicBezTo>
                  <a:cubicBezTo>
                    <a:pt x="5176739" y="3971706"/>
                    <a:pt x="5323859" y="4137659"/>
                    <a:pt x="5400370" y="4363307"/>
                  </a:cubicBezTo>
                  <a:cubicBezTo>
                    <a:pt x="5494625" y="4641284"/>
                    <a:pt x="5461205" y="4906880"/>
                    <a:pt x="5304561" y="5150847"/>
                  </a:cubicBezTo>
                  <a:cubicBezTo>
                    <a:pt x="5168304" y="5363060"/>
                    <a:pt x="4965147" y="5490839"/>
                    <a:pt x="4717683" y="5534756"/>
                  </a:cubicBezTo>
                  <a:cubicBezTo>
                    <a:pt x="4457151" y="5580995"/>
                    <a:pt x="4214247" y="5519555"/>
                    <a:pt x="4008052" y="5355830"/>
                  </a:cubicBezTo>
                  <a:cubicBezTo>
                    <a:pt x="3840371" y="5222686"/>
                    <a:pt x="3729322" y="5047165"/>
                    <a:pt x="3690130" y="4829996"/>
                  </a:cubicBezTo>
                  <a:cubicBezTo>
                    <a:pt x="3645502" y="4582702"/>
                    <a:pt x="3687605" y="4354423"/>
                    <a:pt x="3833545" y="4150463"/>
                  </a:cubicBezTo>
                  <a:cubicBezTo>
                    <a:pt x="3884663" y="4079023"/>
                    <a:pt x="3954965" y="4021306"/>
                    <a:pt x="4019332" y="3954541"/>
                  </a:cubicBezTo>
                  <a:cubicBezTo>
                    <a:pt x="4152189" y="3850965"/>
                    <a:pt x="4298575" y="3796666"/>
                    <a:pt x="4462705" y="3776020"/>
                  </a:cubicBezTo>
                  <a:cubicBezTo>
                    <a:pt x="4507523" y="3770381"/>
                    <a:pt x="4551568" y="3768166"/>
                    <a:pt x="4594882" y="3769258"/>
                  </a:cubicBezTo>
                  <a:close/>
                  <a:moveTo>
                    <a:pt x="4149055" y="1237289"/>
                  </a:moveTo>
                  <a:cubicBezTo>
                    <a:pt x="3915839" y="1238281"/>
                    <a:pt x="3682608" y="1237057"/>
                    <a:pt x="3449410" y="1239307"/>
                  </a:cubicBezTo>
                  <a:cubicBezTo>
                    <a:pt x="3429965" y="1239493"/>
                    <a:pt x="3402581" y="1255394"/>
                    <a:pt x="3392635" y="1272152"/>
                  </a:cubicBezTo>
                  <a:cubicBezTo>
                    <a:pt x="3286614" y="1450805"/>
                    <a:pt x="3188516" y="1634382"/>
                    <a:pt x="3076990" y="1809438"/>
                  </a:cubicBezTo>
                  <a:cubicBezTo>
                    <a:pt x="3028162" y="1886081"/>
                    <a:pt x="3016862" y="1947269"/>
                    <a:pt x="3076029" y="2016886"/>
                  </a:cubicBezTo>
                  <a:cubicBezTo>
                    <a:pt x="3078366" y="2019633"/>
                    <a:pt x="3080823" y="2022276"/>
                    <a:pt x="3088945" y="2030783"/>
                  </a:cubicBezTo>
                  <a:cubicBezTo>
                    <a:pt x="3191952" y="2211295"/>
                    <a:pt x="3294538" y="2392051"/>
                    <a:pt x="3398933" y="2571755"/>
                  </a:cubicBezTo>
                  <a:cubicBezTo>
                    <a:pt x="3405789" y="2583558"/>
                    <a:pt x="3426459" y="2593772"/>
                    <a:pt x="3440764" y="2593852"/>
                  </a:cubicBezTo>
                  <a:cubicBezTo>
                    <a:pt x="3679403" y="2595203"/>
                    <a:pt x="3918051" y="2595182"/>
                    <a:pt x="4156688" y="2593929"/>
                  </a:cubicBezTo>
                  <a:cubicBezTo>
                    <a:pt x="4171462" y="2593850"/>
                    <a:pt x="4193091" y="2585073"/>
                    <a:pt x="4199875" y="2573508"/>
                  </a:cubicBezTo>
                  <a:cubicBezTo>
                    <a:pt x="4322818" y="2363888"/>
                    <a:pt x="4443755" y="2153094"/>
                    <a:pt x="4565815" y="1942956"/>
                  </a:cubicBezTo>
                  <a:cubicBezTo>
                    <a:pt x="4578748" y="1920691"/>
                    <a:pt x="4578963" y="1906242"/>
                    <a:pt x="4562624" y="1882691"/>
                  </a:cubicBezTo>
                  <a:cubicBezTo>
                    <a:pt x="4528653" y="1833727"/>
                    <a:pt x="4502779" y="1779200"/>
                    <a:pt x="4472773" y="1727425"/>
                  </a:cubicBezTo>
                  <a:cubicBezTo>
                    <a:pt x="4384495" y="1575101"/>
                    <a:pt x="4294902" y="1423528"/>
                    <a:pt x="4208192" y="1270320"/>
                  </a:cubicBezTo>
                  <a:cubicBezTo>
                    <a:pt x="4193252" y="1243922"/>
                    <a:pt x="4177117" y="1237170"/>
                    <a:pt x="4149055" y="1237289"/>
                  </a:cubicBezTo>
                  <a:close/>
                  <a:moveTo>
                    <a:pt x="4300906" y="987621"/>
                  </a:moveTo>
                  <a:cubicBezTo>
                    <a:pt x="4328924" y="987551"/>
                    <a:pt x="4345144" y="994113"/>
                    <a:pt x="4360117" y="1020575"/>
                  </a:cubicBezTo>
                  <a:cubicBezTo>
                    <a:pt x="4446847" y="1173883"/>
                    <a:pt x="4536296" y="1325653"/>
                    <a:pt x="4624882" y="1477910"/>
                  </a:cubicBezTo>
                  <a:cubicBezTo>
                    <a:pt x="4697543" y="1602791"/>
                    <a:pt x="4770950" y="1727245"/>
                    <a:pt x="4842501" y="1852758"/>
                  </a:cubicBezTo>
                  <a:cubicBezTo>
                    <a:pt x="4859286" y="1882202"/>
                    <a:pt x="4884285" y="1904469"/>
                    <a:pt x="4855838" y="1951078"/>
                  </a:cubicBezTo>
                  <a:cubicBezTo>
                    <a:pt x="4731071" y="2155512"/>
                    <a:pt x="4614225" y="2364777"/>
                    <a:pt x="4494650" y="2572375"/>
                  </a:cubicBezTo>
                  <a:cubicBezTo>
                    <a:pt x="4488499" y="2583052"/>
                    <a:pt x="4483675" y="2594496"/>
                    <a:pt x="4475804" y="2608870"/>
                  </a:cubicBezTo>
                  <a:cubicBezTo>
                    <a:pt x="4435870" y="2677877"/>
                    <a:pt x="4400228" y="2744780"/>
                    <a:pt x="4359617" y="2808520"/>
                  </a:cubicBezTo>
                  <a:cubicBezTo>
                    <a:pt x="4348801" y="2825496"/>
                    <a:pt x="4322818" y="2842879"/>
                    <a:pt x="4303693" y="2842996"/>
                  </a:cubicBezTo>
                  <a:cubicBezTo>
                    <a:pt x="3967240" y="2845074"/>
                    <a:pt x="3630769" y="2845086"/>
                    <a:pt x="3294319" y="2842952"/>
                  </a:cubicBezTo>
                  <a:cubicBezTo>
                    <a:pt x="3275353" y="2842832"/>
                    <a:pt x="3248999" y="2824824"/>
                    <a:pt x="3238791" y="2807607"/>
                  </a:cubicBezTo>
                  <a:cubicBezTo>
                    <a:pt x="3122016" y="2610662"/>
                    <a:pt x="3007553" y="2412344"/>
                    <a:pt x="2892818" y="2214194"/>
                  </a:cubicBezTo>
                  <a:cubicBezTo>
                    <a:pt x="2838960" y="2121185"/>
                    <a:pt x="2785161" y="2028120"/>
                    <a:pt x="2733330" y="1933983"/>
                  </a:cubicBezTo>
                  <a:cubicBezTo>
                    <a:pt x="2727443" y="1923288"/>
                    <a:pt x="2729703" y="1902704"/>
                    <a:pt x="2736247" y="1891356"/>
                  </a:cubicBezTo>
                  <a:cubicBezTo>
                    <a:pt x="2904366" y="1599876"/>
                    <a:pt x="3073138" y="1308770"/>
                    <a:pt x="3243738" y="1018739"/>
                  </a:cubicBezTo>
                  <a:cubicBezTo>
                    <a:pt x="3252749" y="1003418"/>
                    <a:pt x="3278770" y="989538"/>
                    <a:pt x="3296946" y="989444"/>
                  </a:cubicBezTo>
                  <a:cubicBezTo>
                    <a:pt x="3631593" y="987703"/>
                    <a:pt x="3966252" y="988471"/>
                    <a:pt x="4300906" y="987621"/>
                  </a:cubicBezTo>
                  <a:close/>
                  <a:moveTo>
                    <a:pt x="0" y="952967"/>
                  </a:moveTo>
                  <a:lnTo>
                    <a:pt x="499807" y="952967"/>
                  </a:lnTo>
                  <a:lnTo>
                    <a:pt x="499807" y="1668792"/>
                  </a:lnTo>
                  <a:lnTo>
                    <a:pt x="0" y="1668792"/>
                  </a:lnTo>
                  <a:close/>
                  <a:moveTo>
                    <a:pt x="5058917" y="300"/>
                  </a:moveTo>
                  <a:cubicBezTo>
                    <a:pt x="5081256" y="300"/>
                    <a:pt x="5100448" y="300"/>
                    <a:pt x="5119639" y="300"/>
                  </a:cubicBezTo>
                  <a:cubicBezTo>
                    <a:pt x="5481340" y="300"/>
                    <a:pt x="5843047" y="-623"/>
                    <a:pt x="6204741" y="830"/>
                  </a:cubicBezTo>
                  <a:cubicBezTo>
                    <a:pt x="6321757" y="1300"/>
                    <a:pt x="6435612" y="26721"/>
                    <a:pt x="6527969" y="100667"/>
                  </a:cubicBezTo>
                  <a:cubicBezTo>
                    <a:pt x="6642631" y="192468"/>
                    <a:pt x="6720134" y="309001"/>
                    <a:pt x="6719970" y="464443"/>
                  </a:cubicBezTo>
                  <a:cubicBezTo>
                    <a:pt x="6719570" y="846038"/>
                    <a:pt x="6719838" y="1227633"/>
                    <a:pt x="6719838" y="1609228"/>
                  </a:cubicBezTo>
                  <a:cubicBezTo>
                    <a:pt x="6719838" y="1628621"/>
                    <a:pt x="6719838" y="1648014"/>
                    <a:pt x="6719838" y="1669700"/>
                  </a:cubicBezTo>
                  <a:cubicBezTo>
                    <a:pt x="6556398" y="1669700"/>
                    <a:pt x="6397836" y="1669700"/>
                    <a:pt x="6234212" y="1669700"/>
                  </a:cubicBezTo>
                  <a:cubicBezTo>
                    <a:pt x="6234212" y="1282655"/>
                    <a:pt x="6234212" y="894892"/>
                    <a:pt x="6234212" y="502094"/>
                  </a:cubicBezTo>
                  <a:cubicBezTo>
                    <a:pt x="5841460" y="502094"/>
                    <a:pt x="5453697" y="502094"/>
                    <a:pt x="5058917" y="502094"/>
                  </a:cubicBezTo>
                  <a:cubicBezTo>
                    <a:pt x="5058917" y="449141"/>
                    <a:pt x="5058917" y="401080"/>
                    <a:pt x="5058917" y="347610"/>
                  </a:cubicBezTo>
                  <a:cubicBezTo>
                    <a:pt x="5058917" y="230362"/>
                    <a:pt x="5058917" y="118525"/>
                    <a:pt x="5058917" y="300"/>
                  </a:cubicBezTo>
                  <a:close/>
                  <a:moveTo>
                    <a:pt x="959343" y="0"/>
                  </a:moveTo>
                  <a:lnTo>
                    <a:pt x="1668656" y="0"/>
                  </a:lnTo>
                  <a:lnTo>
                    <a:pt x="1668656" y="499841"/>
                  </a:lnTo>
                  <a:lnTo>
                    <a:pt x="959343" y="499841"/>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1" name="Freeform: Shape 90">
              <a:extLst>
                <a:ext uri="{FF2B5EF4-FFF2-40B4-BE49-F238E27FC236}">
                  <a16:creationId xmlns:a16="http://schemas.microsoft.com/office/drawing/2014/main" id="{8A6B5C7F-3CA8-E485-DAB0-FF2DA46112A4}"/>
                </a:ext>
                <a:ext uri="{C183D7F6-B498-43B3-948B-1728B52AA6E4}">
                  <adec:decorative xmlns:adec="http://schemas.microsoft.com/office/drawing/2017/decorative" val="1"/>
                </a:ext>
              </a:extLst>
            </p:cNvPr>
            <p:cNvSpPr/>
            <p:nvPr/>
          </p:nvSpPr>
          <p:spPr>
            <a:xfrm>
              <a:off x="10505592" y="810791"/>
              <a:ext cx="228366" cy="313705"/>
            </a:xfrm>
            <a:custGeom>
              <a:avLst/>
              <a:gdLst>
                <a:gd name="connsiteX0" fmla="*/ 2233243 w 3425490"/>
                <a:gd name="connsiteY0" fmla="*/ 3661775 h 4705573"/>
                <a:gd name="connsiteX1" fmla="*/ 2213990 w 3425490"/>
                <a:gd name="connsiteY1" fmla="*/ 3663479 h 4705573"/>
                <a:gd name="connsiteX2" fmla="*/ 1900989 w 3425490"/>
                <a:gd name="connsiteY2" fmla="*/ 4208639 h 4705573"/>
                <a:gd name="connsiteX3" fmla="*/ 2230739 w 3425490"/>
                <a:gd name="connsiteY3" fmla="*/ 4208639 h 4705573"/>
                <a:gd name="connsiteX4" fmla="*/ 2560209 w 3425490"/>
                <a:gd name="connsiteY4" fmla="*/ 4208639 h 4705573"/>
                <a:gd name="connsiteX5" fmla="*/ 2441298 w 3425490"/>
                <a:gd name="connsiteY5" fmla="*/ 4001763 h 4705573"/>
                <a:gd name="connsiteX6" fmla="*/ 2245662 w 3425490"/>
                <a:gd name="connsiteY6" fmla="*/ 3667744 h 4705573"/>
                <a:gd name="connsiteX7" fmla="*/ 2233243 w 3425490"/>
                <a:gd name="connsiteY7" fmla="*/ 3661775 h 4705573"/>
                <a:gd name="connsiteX8" fmla="*/ 2230708 w 3425490"/>
                <a:gd name="connsiteY8" fmla="*/ 2636449 h 4705573"/>
                <a:gd name="connsiteX9" fmla="*/ 3425490 w 3425490"/>
                <a:gd name="connsiteY9" fmla="*/ 4705573 h 4705573"/>
                <a:gd name="connsiteX10" fmla="*/ 1037119 w 3425490"/>
                <a:gd name="connsiteY10" fmla="*/ 4705573 h 4705573"/>
                <a:gd name="connsiteX11" fmla="*/ 1424028 w 3425490"/>
                <a:gd name="connsiteY11" fmla="*/ 4027936 h 4705573"/>
                <a:gd name="connsiteX12" fmla="*/ 1616224 w 3425490"/>
                <a:gd name="connsiteY12" fmla="*/ 3699031 h 4705573"/>
                <a:gd name="connsiteX13" fmla="*/ 1918095 w 3425490"/>
                <a:gd name="connsiteY13" fmla="*/ 3174519 h 4705573"/>
                <a:gd name="connsiteX14" fmla="*/ 2180203 w 3425490"/>
                <a:gd name="connsiteY14" fmla="*/ 2725032 h 4705573"/>
                <a:gd name="connsiteX15" fmla="*/ 2230708 w 3425490"/>
                <a:gd name="connsiteY15" fmla="*/ 2636449 h 4705573"/>
                <a:gd name="connsiteX16" fmla="*/ 0 w 3425490"/>
                <a:gd name="connsiteY16" fmla="*/ 0 h 4705573"/>
                <a:gd name="connsiteX17" fmla="*/ 734715 w 3425490"/>
                <a:gd name="connsiteY17" fmla="*/ 0 h 4705573"/>
                <a:gd name="connsiteX18" fmla="*/ 734715 w 3425490"/>
                <a:gd name="connsiteY18" fmla="*/ 736098 h 4705573"/>
                <a:gd name="connsiteX19" fmla="*/ 0 w 3425490"/>
                <a:gd name="connsiteY19" fmla="*/ 736098 h 470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25490" h="4705573">
                  <a:moveTo>
                    <a:pt x="2233243" y="3661775"/>
                  </a:moveTo>
                  <a:cubicBezTo>
                    <a:pt x="2227487" y="3661148"/>
                    <a:pt x="2220593" y="3661800"/>
                    <a:pt x="2213990" y="3663479"/>
                  </a:cubicBezTo>
                  <a:cubicBezTo>
                    <a:pt x="2110444" y="3843827"/>
                    <a:pt x="2006899" y="4024174"/>
                    <a:pt x="1900989" y="4208639"/>
                  </a:cubicBezTo>
                  <a:cubicBezTo>
                    <a:pt x="2014512" y="4208639"/>
                    <a:pt x="2122625" y="4208639"/>
                    <a:pt x="2230739" y="4208639"/>
                  </a:cubicBezTo>
                  <a:cubicBezTo>
                    <a:pt x="2338434" y="4208639"/>
                    <a:pt x="2446128" y="4208639"/>
                    <a:pt x="2560209" y="4208639"/>
                  </a:cubicBezTo>
                  <a:cubicBezTo>
                    <a:pt x="2518401" y="4135857"/>
                    <a:pt x="2480129" y="4068648"/>
                    <a:pt x="2441298" y="4001763"/>
                  </a:cubicBezTo>
                  <a:cubicBezTo>
                    <a:pt x="2376513" y="3890173"/>
                    <a:pt x="2311664" y="3778614"/>
                    <a:pt x="2245662" y="3667744"/>
                  </a:cubicBezTo>
                  <a:cubicBezTo>
                    <a:pt x="2243615" y="3664308"/>
                    <a:pt x="2238999" y="3662402"/>
                    <a:pt x="2233243" y="3661775"/>
                  </a:cubicBezTo>
                  <a:close/>
                  <a:moveTo>
                    <a:pt x="2230708" y="2636449"/>
                  </a:moveTo>
                  <a:cubicBezTo>
                    <a:pt x="2630899" y="3329499"/>
                    <a:pt x="3026335" y="4014316"/>
                    <a:pt x="3425490" y="4705573"/>
                  </a:cubicBezTo>
                  <a:cubicBezTo>
                    <a:pt x="2625085" y="4705573"/>
                    <a:pt x="1835342" y="4705573"/>
                    <a:pt x="1037119" y="4705573"/>
                  </a:cubicBezTo>
                  <a:cubicBezTo>
                    <a:pt x="1166796" y="4478279"/>
                    <a:pt x="1294292" y="4254805"/>
                    <a:pt x="1424028" y="4027936"/>
                  </a:cubicBezTo>
                  <a:cubicBezTo>
                    <a:pt x="1489619" y="3916058"/>
                    <a:pt x="1553384" y="3807810"/>
                    <a:pt x="1616224" y="3699031"/>
                  </a:cubicBezTo>
                  <a:cubicBezTo>
                    <a:pt x="1717131" y="3524357"/>
                    <a:pt x="1817056" y="3349115"/>
                    <a:pt x="1918095" y="3174519"/>
                  </a:cubicBezTo>
                  <a:cubicBezTo>
                    <a:pt x="2004968" y="3024403"/>
                    <a:pt x="2092858" y="2874876"/>
                    <a:pt x="2180203" y="2725032"/>
                  </a:cubicBezTo>
                  <a:cubicBezTo>
                    <a:pt x="2195243" y="2699231"/>
                    <a:pt x="2209804" y="2673150"/>
                    <a:pt x="2230708" y="2636449"/>
                  </a:cubicBezTo>
                  <a:close/>
                  <a:moveTo>
                    <a:pt x="0" y="0"/>
                  </a:moveTo>
                  <a:lnTo>
                    <a:pt x="734715" y="0"/>
                  </a:lnTo>
                  <a:lnTo>
                    <a:pt x="734715" y="736098"/>
                  </a:lnTo>
                  <a:lnTo>
                    <a:pt x="0" y="736098"/>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39" name="Group 938">
            <a:extLst>
              <a:ext uri="{FF2B5EF4-FFF2-40B4-BE49-F238E27FC236}">
                <a16:creationId xmlns:a16="http://schemas.microsoft.com/office/drawing/2014/main" id="{E410D6FE-95B5-09AA-E5E1-DE29373D8EFE}"/>
              </a:ext>
              <a:ext uri="{C183D7F6-B498-43B3-948B-1728B52AA6E4}">
                <adec:decorative xmlns:adec="http://schemas.microsoft.com/office/drawing/2017/decorative" val="1"/>
              </a:ext>
            </a:extLst>
          </p:cNvPr>
          <p:cNvGrpSpPr>
            <a:grpSpLocks noChangeAspect="1"/>
          </p:cNvGrpSpPr>
          <p:nvPr/>
        </p:nvGrpSpPr>
        <p:grpSpPr>
          <a:xfrm>
            <a:off x="11103595" y="810791"/>
            <a:ext cx="448643" cy="457200"/>
            <a:chOff x="11103595" y="810791"/>
            <a:chExt cx="448643" cy="457200"/>
          </a:xfrm>
          <a:solidFill>
            <a:srgbClr val="FF0000"/>
          </a:solidFill>
        </p:grpSpPr>
        <p:sp>
          <p:nvSpPr>
            <p:cNvPr id="104" name="Freeform: Shape 103">
              <a:extLst>
                <a:ext uri="{FF2B5EF4-FFF2-40B4-BE49-F238E27FC236}">
                  <a16:creationId xmlns:a16="http://schemas.microsoft.com/office/drawing/2014/main" id="{AEAEFB75-DEE5-16B0-50CD-4022F7B4E694}"/>
                </a:ext>
                <a:ext uri="{C183D7F6-B498-43B3-948B-1728B52AA6E4}">
                  <adec:decorative xmlns:adec="http://schemas.microsoft.com/office/drawing/2017/decorative" val="1"/>
                </a:ext>
              </a:extLst>
            </p:cNvPr>
            <p:cNvSpPr/>
            <p:nvPr/>
          </p:nvSpPr>
          <p:spPr>
            <a:xfrm>
              <a:off x="11103595" y="810791"/>
              <a:ext cx="448643" cy="457200"/>
            </a:xfrm>
            <a:custGeom>
              <a:avLst/>
              <a:gdLst>
                <a:gd name="connsiteX0" fmla="*/ 1006877 w 6729648"/>
                <a:gd name="connsiteY0" fmla="*/ 4551326 h 6858000"/>
                <a:gd name="connsiteX1" fmla="*/ 917579 w 6729648"/>
                <a:gd name="connsiteY1" fmla="*/ 4602902 h 6858000"/>
                <a:gd name="connsiteX2" fmla="*/ 887099 w 6729648"/>
                <a:gd name="connsiteY2" fmla="*/ 4659341 h 6858000"/>
                <a:gd name="connsiteX3" fmla="*/ 540787 w 6729648"/>
                <a:gd name="connsiteY3" fmla="*/ 5255935 h 6858000"/>
                <a:gd name="connsiteX4" fmla="*/ 411198 w 6729648"/>
                <a:gd name="connsiteY4" fmla="*/ 5480252 h 6858000"/>
                <a:gd name="connsiteX5" fmla="*/ 397515 w 6729648"/>
                <a:gd name="connsiteY5" fmla="*/ 5569826 h 6858000"/>
                <a:gd name="connsiteX6" fmla="*/ 552915 w 6729648"/>
                <a:gd name="connsiteY6" fmla="*/ 5835058 h 6858000"/>
                <a:gd name="connsiteX7" fmla="*/ 778486 w 6729648"/>
                <a:gd name="connsiteY7" fmla="*/ 6224887 h 6858000"/>
                <a:gd name="connsiteX8" fmla="*/ 930858 w 6729648"/>
                <a:gd name="connsiteY8" fmla="*/ 6491823 h 6858000"/>
                <a:gd name="connsiteX9" fmla="*/ 978944 w 6729648"/>
                <a:gd name="connsiteY9" fmla="*/ 6520500 h 6858000"/>
                <a:gd name="connsiteX10" fmla="*/ 2054189 w 6729648"/>
                <a:gd name="connsiteY10" fmla="*/ 6520239 h 6858000"/>
                <a:gd name="connsiteX11" fmla="*/ 2100766 w 6729648"/>
                <a:gd name="connsiteY11" fmla="*/ 6490909 h 6858000"/>
                <a:gd name="connsiteX12" fmla="*/ 2252927 w 6729648"/>
                <a:gd name="connsiteY12" fmla="*/ 6223795 h 6858000"/>
                <a:gd name="connsiteX13" fmla="*/ 2460104 w 6729648"/>
                <a:gd name="connsiteY13" fmla="*/ 5864760 h 6858000"/>
                <a:gd name="connsiteX14" fmla="*/ 2634526 w 6729648"/>
                <a:gd name="connsiteY14" fmla="*/ 5565096 h 6858000"/>
                <a:gd name="connsiteX15" fmla="*/ 2635711 w 6729648"/>
                <a:gd name="connsiteY15" fmla="*/ 5504541 h 6858000"/>
                <a:gd name="connsiteX16" fmla="*/ 2430330 w 6729648"/>
                <a:gd name="connsiteY16" fmla="*/ 5152605 h 6858000"/>
                <a:gd name="connsiteX17" fmla="*/ 2101685 w 6729648"/>
                <a:gd name="connsiteY17" fmla="*/ 4582787 h 6858000"/>
                <a:gd name="connsiteX18" fmla="*/ 2045426 w 6729648"/>
                <a:gd name="connsiteY18" fmla="*/ 4551816 h 6858000"/>
                <a:gd name="connsiteX19" fmla="*/ 1006877 w 6729648"/>
                <a:gd name="connsiteY19" fmla="*/ 4551326 h 6858000"/>
                <a:gd name="connsiteX20" fmla="*/ 784348 w 6729648"/>
                <a:gd name="connsiteY20" fmla="*/ 4214143 h 6858000"/>
                <a:gd name="connsiteX21" fmla="*/ 2149677 w 6729648"/>
                <a:gd name="connsiteY21" fmla="*/ 4214490 h 6858000"/>
                <a:gd name="connsiteX22" fmla="*/ 2279882 w 6729648"/>
                <a:gd name="connsiteY22" fmla="*/ 4214490 h 6858000"/>
                <a:gd name="connsiteX23" fmla="*/ 2591785 w 6729648"/>
                <a:gd name="connsiteY23" fmla="*/ 4755944 h 6858000"/>
                <a:gd name="connsiteX24" fmla="*/ 2862042 w 6729648"/>
                <a:gd name="connsiteY24" fmla="*/ 5223178 h 6858000"/>
                <a:gd name="connsiteX25" fmla="*/ 2865581 w 6729648"/>
                <a:gd name="connsiteY25" fmla="*/ 5232336 h 6858000"/>
                <a:gd name="connsiteX26" fmla="*/ 2995499 w 6729648"/>
                <a:gd name="connsiteY26" fmla="*/ 5453609 h 6858000"/>
                <a:gd name="connsiteX27" fmla="*/ 3000152 w 6729648"/>
                <a:gd name="connsiteY27" fmla="*/ 5463230 h 6858000"/>
                <a:gd name="connsiteX28" fmla="*/ 2998131 w 6729648"/>
                <a:gd name="connsiteY28" fmla="*/ 5613873 h 6858000"/>
                <a:gd name="connsiteX29" fmla="*/ 2680920 w 6729648"/>
                <a:gd name="connsiteY29" fmla="*/ 6157117 h 6858000"/>
                <a:gd name="connsiteX30" fmla="*/ 2364612 w 6729648"/>
                <a:gd name="connsiteY30" fmla="*/ 6709149 h 6858000"/>
                <a:gd name="connsiteX31" fmla="*/ 2279059 w 6729648"/>
                <a:gd name="connsiteY31" fmla="*/ 6857329 h 6858000"/>
                <a:gd name="connsiteX32" fmla="*/ 2237649 w 6729648"/>
                <a:gd name="connsiteY32" fmla="*/ 6857329 h 6858000"/>
                <a:gd name="connsiteX33" fmla="*/ 795247 w 6729648"/>
                <a:gd name="connsiteY33" fmla="*/ 6858000 h 6858000"/>
                <a:gd name="connsiteX34" fmla="*/ 728376 w 6729648"/>
                <a:gd name="connsiteY34" fmla="*/ 6819278 h 6858000"/>
                <a:gd name="connsiteX35" fmla="*/ 524481 w 6729648"/>
                <a:gd name="connsiteY35" fmla="*/ 6466560 h 6858000"/>
                <a:gd name="connsiteX36" fmla="*/ 352555 w 6729648"/>
                <a:gd name="connsiteY36" fmla="*/ 6165540 h 6858000"/>
                <a:gd name="connsiteX37" fmla="*/ 30760 w 6729648"/>
                <a:gd name="connsiteY37" fmla="*/ 5612330 h 6858000"/>
                <a:gd name="connsiteX38" fmla="*/ 2111 w 6729648"/>
                <a:gd name="connsiteY38" fmla="*/ 5559120 h 6858000"/>
                <a:gd name="connsiteX39" fmla="*/ 7901 w 6729648"/>
                <a:gd name="connsiteY39" fmla="*/ 5503685 h 6858000"/>
                <a:gd name="connsiteX40" fmla="*/ 141685 w 6729648"/>
                <a:gd name="connsiteY40" fmla="*/ 5267459 h 6858000"/>
                <a:gd name="connsiteX41" fmla="*/ 326826 w 6729648"/>
                <a:gd name="connsiteY41" fmla="*/ 4949167 h 6858000"/>
                <a:gd name="connsiteX42" fmla="*/ 622891 w 6729648"/>
                <a:gd name="connsiteY42" fmla="*/ 4438979 h 6858000"/>
                <a:gd name="connsiteX43" fmla="*/ 733666 w 6729648"/>
                <a:gd name="connsiteY43" fmla="*/ 4242987 h 6858000"/>
                <a:gd name="connsiteX44" fmla="*/ 784348 w 6729648"/>
                <a:gd name="connsiteY44" fmla="*/ 4214143 h 6858000"/>
                <a:gd name="connsiteX45" fmla="*/ 4324349 w 6729648"/>
                <a:gd name="connsiteY45" fmla="*/ 2107217 h 6858000"/>
                <a:gd name="connsiteX46" fmla="*/ 6729648 w 6729648"/>
                <a:gd name="connsiteY46" fmla="*/ 3495892 h 6858000"/>
                <a:gd name="connsiteX47" fmla="*/ 4324521 w 6729648"/>
                <a:gd name="connsiteY47" fmla="*/ 4884492 h 6858000"/>
                <a:gd name="connsiteX48" fmla="*/ 4327526 w 6729648"/>
                <a:gd name="connsiteY48" fmla="*/ 3909352 h 6858000"/>
                <a:gd name="connsiteX49" fmla="*/ 4662331 w 6729648"/>
                <a:gd name="connsiteY49" fmla="*/ 3909352 h 6858000"/>
                <a:gd name="connsiteX50" fmla="*/ 4662264 w 6729648"/>
                <a:gd name="connsiteY50" fmla="*/ 4296491 h 6858000"/>
                <a:gd name="connsiteX51" fmla="*/ 6048780 w 6729648"/>
                <a:gd name="connsiteY51" fmla="*/ 3495870 h 6858000"/>
                <a:gd name="connsiteX52" fmla="*/ 4662436 w 6729648"/>
                <a:gd name="connsiteY52" fmla="*/ 2695480 h 6858000"/>
                <a:gd name="connsiteX53" fmla="*/ 4659640 w 6729648"/>
                <a:gd name="connsiteY53" fmla="*/ 3082357 h 6858000"/>
                <a:gd name="connsiteX54" fmla="*/ 4324349 w 6729648"/>
                <a:gd name="connsiteY54" fmla="*/ 3082357 h 6858000"/>
                <a:gd name="connsiteX55" fmla="*/ 1459991 w 6729648"/>
                <a:gd name="connsiteY55" fmla="*/ 336950 h 6858000"/>
                <a:gd name="connsiteX56" fmla="*/ 1049254 w 6729648"/>
                <a:gd name="connsiteY56" fmla="*/ 463070 h 6858000"/>
                <a:gd name="connsiteX57" fmla="*/ 696146 w 6729648"/>
                <a:gd name="connsiteY57" fmla="*/ 834596 h 6858000"/>
                <a:gd name="connsiteX58" fmla="*/ 595620 w 6729648"/>
                <a:gd name="connsiteY58" fmla="*/ 1152459 h 6858000"/>
                <a:gd name="connsiteX59" fmla="*/ 596024 w 6729648"/>
                <a:gd name="connsiteY59" fmla="*/ 1306621 h 6858000"/>
                <a:gd name="connsiteX60" fmla="*/ 620482 w 6729648"/>
                <a:gd name="connsiteY60" fmla="*/ 1487997 h 6858000"/>
                <a:gd name="connsiteX61" fmla="*/ 934734 w 6729648"/>
                <a:gd name="connsiteY61" fmla="*/ 1974512 h 6858000"/>
                <a:gd name="connsiteX62" fmla="*/ 1432903 w 6729648"/>
                <a:gd name="connsiteY62" fmla="*/ 2179550 h 6858000"/>
                <a:gd name="connsiteX63" fmla="*/ 1793499 w 6729648"/>
                <a:gd name="connsiteY63" fmla="*/ 2139520 h 6858000"/>
                <a:gd name="connsiteX64" fmla="*/ 2220194 w 6729648"/>
                <a:gd name="connsiteY64" fmla="*/ 1852906 h 6858000"/>
                <a:gd name="connsiteX65" fmla="*/ 2436517 w 6729648"/>
                <a:gd name="connsiteY65" fmla="*/ 1332880 h 6858000"/>
                <a:gd name="connsiteX66" fmla="*/ 2395043 w 6729648"/>
                <a:gd name="connsiteY66" fmla="*/ 980015 h 6858000"/>
                <a:gd name="connsiteX67" fmla="*/ 2096979 w 6729648"/>
                <a:gd name="connsiteY67" fmla="*/ 543687 h 6858000"/>
                <a:gd name="connsiteX68" fmla="*/ 1605770 w 6729648"/>
                <a:gd name="connsiteY68" fmla="*/ 339915 h 6858000"/>
                <a:gd name="connsiteX69" fmla="*/ 1459991 w 6729648"/>
                <a:gd name="connsiteY69" fmla="*/ 336950 h 6858000"/>
                <a:gd name="connsiteX70" fmla="*/ 1494685 w 6729648"/>
                <a:gd name="connsiteY70" fmla="*/ 1361 h 6858000"/>
                <a:gd name="connsiteX71" fmla="*/ 1609232 w 6729648"/>
                <a:gd name="connsiteY71" fmla="*/ 2104 h 6858000"/>
                <a:gd name="connsiteX72" fmla="*/ 2020542 w 6729648"/>
                <a:gd name="connsiteY72" fmla="*/ 102947 h 6858000"/>
                <a:gd name="connsiteX73" fmla="*/ 2469820 w 6729648"/>
                <a:gd name="connsiteY73" fmla="*/ 434333 h 6858000"/>
                <a:gd name="connsiteX74" fmla="*/ 2747095 w 6729648"/>
                <a:gd name="connsiteY74" fmla="*/ 995768 h 6858000"/>
                <a:gd name="connsiteX75" fmla="*/ 2774767 w 6729648"/>
                <a:gd name="connsiteY75" fmla="*/ 1319541 h 6858000"/>
                <a:gd name="connsiteX76" fmla="*/ 2679219 w 6729648"/>
                <a:gd name="connsiteY76" fmla="*/ 1739572 h 6858000"/>
                <a:gd name="connsiteX77" fmla="*/ 2537247 w 6729648"/>
                <a:gd name="connsiteY77" fmla="*/ 1995201 h 6858000"/>
                <a:gd name="connsiteX78" fmla="*/ 2292716 w 6729648"/>
                <a:gd name="connsiteY78" fmla="*/ 2250499 h 6858000"/>
                <a:gd name="connsiteX79" fmla="*/ 1869020 w 6729648"/>
                <a:gd name="connsiteY79" fmla="*/ 2467252 h 6858000"/>
                <a:gd name="connsiteX80" fmla="*/ 1637245 w 6729648"/>
                <a:gd name="connsiteY80" fmla="*/ 2510326 h 6858000"/>
                <a:gd name="connsiteX81" fmla="*/ 1462831 w 6729648"/>
                <a:gd name="connsiteY81" fmla="*/ 2517895 h 6858000"/>
                <a:gd name="connsiteX82" fmla="*/ 1008435 w 6729648"/>
                <a:gd name="connsiteY82" fmla="*/ 2413536 h 6858000"/>
                <a:gd name="connsiteX83" fmla="*/ 652205 w 6729648"/>
                <a:gd name="connsiteY83" fmla="*/ 2175645 h 6858000"/>
                <a:gd name="connsiteX84" fmla="*/ 563845 w 6729648"/>
                <a:gd name="connsiteY84" fmla="*/ 2087227 h 6858000"/>
                <a:gd name="connsiteX85" fmla="*/ 286328 w 6729648"/>
                <a:gd name="connsiteY85" fmla="*/ 1542248 h 6858000"/>
                <a:gd name="connsiteX86" fmla="*/ 259001 w 6729648"/>
                <a:gd name="connsiteY86" fmla="*/ 1156247 h 6858000"/>
                <a:gd name="connsiteX87" fmla="*/ 471779 w 6729648"/>
                <a:gd name="connsiteY87" fmla="*/ 548970 h 6858000"/>
                <a:gd name="connsiteX88" fmla="*/ 994916 w 6729648"/>
                <a:gd name="connsiteY88" fmla="*/ 110450 h 6858000"/>
                <a:gd name="connsiteX89" fmla="*/ 1379753 w 6729648"/>
                <a:gd name="connsiteY89" fmla="*/ 8302 h 6858000"/>
                <a:gd name="connsiteX90" fmla="*/ 1494685 w 6729648"/>
                <a:gd name="connsiteY90" fmla="*/ 13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729648" h="6858000">
                  <a:moveTo>
                    <a:pt x="1006877" y="4551326"/>
                  </a:moveTo>
                  <a:cubicBezTo>
                    <a:pt x="963824" y="4551134"/>
                    <a:pt x="931909" y="4556317"/>
                    <a:pt x="917579" y="4602902"/>
                  </a:cubicBezTo>
                  <a:cubicBezTo>
                    <a:pt x="911413" y="4622949"/>
                    <a:pt x="897847" y="4640806"/>
                    <a:pt x="887099" y="4659341"/>
                  </a:cubicBezTo>
                  <a:cubicBezTo>
                    <a:pt x="771744" y="4858254"/>
                    <a:pt x="656397" y="5057171"/>
                    <a:pt x="540787" y="5255935"/>
                  </a:cubicBezTo>
                  <a:cubicBezTo>
                    <a:pt x="498238" y="5329090"/>
                    <a:pt x="454997" y="5401847"/>
                    <a:pt x="411198" y="5480252"/>
                  </a:cubicBezTo>
                  <a:cubicBezTo>
                    <a:pt x="395255" y="5508246"/>
                    <a:pt x="373894" y="5532068"/>
                    <a:pt x="397515" y="5569826"/>
                  </a:cubicBezTo>
                  <a:cubicBezTo>
                    <a:pt x="451834" y="5656660"/>
                    <a:pt x="501519" y="5746399"/>
                    <a:pt x="552915" y="5835058"/>
                  </a:cubicBezTo>
                  <a:cubicBezTo>
                    <a:pt x="628208" y="5964942"/>
                    <a:pt x="703558" y="6094793"/>
                    <a:pt x="778486" y="6224887"/>
                  </a:cubicBezTo>
                  <a:cubicBezTo>
                    <a:pt x="829620" y="6313667"/>
                    <a:pt x="880050" y="6402854"/>
                    <a:pt x="930858" y="6491823"/>
                  </a:cubicBezTo>
                  <a:cubicBezTo>
                    <a:pt x="941440" y="6510351"/>
                    <a:pt x="953647" y="6520590"/>
                    <a:pt x="978944" y="6520500"/>
                  </a:cubicBezTo>
                  <a:cubicBezTo>
                    <a:pt x="1337356" y="6519226"/>
                    <a:pt x="1695775" y="6519357"/>
                    <a:pt x="2054189" y="6520239"/>
                  </a:cubicBezTo>
                  <a:cubicBezTo>
                    <a:pt x="2078629" y="6520298"/>
                    <a:pt x="2089411" y="6511570"/>
                    <a:pt x="2100766" y="6490909"/>
                  </a:cubicBezTo>
                  <a:cubicBezTo>
                    <a:pt x="2150115" y="6401118"/>
                    <a:pt x="2201808" y="6312609"/>
                    <a:pt x="2252927" y="6223795"/>
                  </a:cubicBezTo>
                  <a:cubicBezTo>
                    <a:pt x="2321853" y="6104041"/>
                    <a:pt x="2391048" y="5984440"/>
                    <a:pt x="2460104" y="5864760"/>
                  </a:cubicBezTo>
                  <a:cubicBezTo>
                    <a:pt x="2517872" y="5764642"/>
                    <a:pt x="2573975" y="5663501"/>
                    <a:pt x="2634526" y="5565096"/>
                  </a:cubicBezTo>
                  <a:cubicBezTo>
                    <a:pt x="2649251" y="5541166"/>
                    <a:pt x="2647606" y="5524926"/>
                    <a:pt x="2635711" y="5504541"/>
                  </a:cubicBezTo>
                  <a:cubicBezTo>
                    <a:pt x="2567258" y="5387224"/>
                    <a:pt x="2498541" y="5270061"/>
                    <a:pt x="2430330" y="5152605"/>
                  </a:cubicBezTo>
                  <a:cubicBezTo>
                    <a:pt x="2320213" y="4962989"/>
                    <a:pt x="2209380" y="4773772"/>
                    <a:pt x="2101685" y="4582787"/>
                  </a:cubicBezTo>
                  <a:cubicBezTo>
                    <a:pt x="2086662" y="4556146"/>
                    <a:pt x="2071327" y="4551776"/>
                    <a:pt x="2045426" y="4551816"/>
                  </a:cubicBezTo>
                  <a:cubicBezTo>
                    <a:pt x="1699243" y="4552369"/>
                    <a:pt x="1353054" y="4552864"/>
                    <a:pt x="1006877" y="4551326"/>
                  </a:cubicBezTo>
                  <a:close/>
                  <a:moveTo>
                    <a:pt x="784348" y="4214143"/>
                  </a:moveTo>
                  <a:cubicBezTo>
                    <a:pt x="1239457" y="4214611"/>
                    <a:pt x="1694567" y="4214490"/>
                    <a:pt x="2149677" y="4214490"/>
                  </a:cubicBezTo>
                  <a:cubicBezTo>
                    <a:pt x="2192467" y="4214490"/>
                    <a:pt x="2235255" y="4214490"/>
                    <a:pt x="2279882" y="4214490"/>
                  </a:cubicBezTo>
                  <a:cubicBezTo>
                    <a:pt x="2383810" y="4394934"/>
                    <a:pt x="2487653" y="4575521"/>
                    <a:pt x="2591785" y="4755944"/>
                  </a:cubicBezTo>
                  <a:cubicBezTo>
                    <a:pt x="2681722" y="4911773"/>
                    <a:pt x="2771991" y="5067412"/>
                    <a:pt x="2862042" y="5223178"/>
                  </a:cubicBezTo>
                  <a:cubicBezTo>
                    <a:pt x="2863201" y="5225182"/>
                    <a:pt x="2863401" y="5227738"/>
                    <a:pt x="2865581" y="5232336"/>
                  </a:cubicBezTo>
                  <a:cubicBezTo>
                    <a:pt x="2909921" y="5307618"/>
                    <a:pt x="2952740" y="5380597"/>
                    <a:pt x="2995499" y="5453609"/>
                  </a:cubicBezTo>
                  <a:cubicBezTo>
                    <a:pt x="2997300" y="5456683"/>
                    <a:pt x="2997812" y="5460780"/>
                    <a:pt x="3000152" y="5463230"/>
                  </a:cubicBezTo>
                  <a:cubicBezTo>
                    <a:pt x="3049002" y="5514367"/>
                    <a:pt x="3031213" y="5559489"/>
                    <a:pt x="2998131" y="5613873"/>
                  </a:cubicBezTo>
                  <a:cubicBezTo>
                    <a:pt x="2889172" y="5792996"/>
                    <a:pt x="2785678" y="5975456"/>
                    <a:pt x="2680920" y="6157117"/>
                  </a:cubicBezTo>
                  <a:cubicBezTo>
                    <a:pt x="2574975" y="6340835"/>
                    <a:pt x="2470062" y="6525146"/>
                    <a:pt x="2364612" y="6709149"/>
                  </a:cubicBezTo>
                  <a:cubicBezTo>
                    <a:pt x="2336742" y="6757784"/>
                    <a:pt x="2308565" y="6806243"/>
                    <a:pt x="2279059" y="6857329"/>
                  </a:cubicBezTo>
                  <a:cubicBezTo>
                    <a:pt x="2266719" y="6857329"/>
                    <a:pt x="2252185" y="6857329"/>
                    <a:pt x="2237649" y="6857329"/>
                  </a:cubicBezTo>
                  <a:cubicBezTo>
                    <a:pt x="1756848" y="6857329"/>
                    <a:pt x="1276047" y="6857025"/>
                    <a:pt x="795247" y="6858000"/>
                  </a:cubicBezTo>
                  <a:cubicBezTo>
                    <a:pt x="762673" y="6858066"/>
                    <a:pt x="745140" y="6849669"/>
                    <a:pt x="728376" y="6819278"/>
                  </a:cubicBezTo>
                  <a:cubicBezTo>
                    <a:pt x="662795" y="6700392"/>
                    <a:pt x="592387" y="6584177"/>
                    <a:pt x="524481" y="6466560"/>
                  </a:cubicBezTo>
                  <a:cubicBezTo>
                    <a:pt x="466706" y="6366488"/>
                    <a:pt x="410457" y="6265536"/>
                    <a:pt x="352555" y="6165540"/>
                  </a:cubicBezTo>
                  <a:cubicBezTo>
                    <a:pt x="245658" y="5980924"/>
                    <a:pt x="138026" y="5796733"/>
                    <a:pt x="30760" y="5612330"/>
                  </a:cubicBezTo>
                  <a:cubicBezTo>
                    <a:pt x="20571" y="5594815"/>
                    <a:pt x="6444" y="5578055"/>
                    <a:pt x="2111" y="5559120"/>
                  </a:cubicBezTo>
                  <a:cubicBezTo>
                    <a:pt x="-1860" y="5541763"/>
                    <a:pt x="-391" y="5519062"/>
                    <a:pt x="7901" y="5503685"/>
                  </a:cubicBezTo>
                  <a:cubicBezTo>
                    <a:pt x="50841" y="5424050"/>
                    <a:pt x="96401" y="5345815"/>
                    <a:pt x="141685" y="5267459"/>
                  </a:cubicBezTo>
                  <a:cubicBezTo>
                    <a:pt x="203102" y="5161190"/>
                    <a:pt x="265172" y="5055299"/>
                    <a:pt x="326826" y="4949167"/>
                  </a:cubicBezTo>
                  <a:cubicBezTo>
                    <a:pt x="425592" y="4779149"/>
                    <a:pt x="524356" y="4609131"/>
                    <a:pt x="622891" y="4438979"/>
                  </a:cubicBezTo>
                  <a:cubicBezTo>
                    <a:pt x="660507" y="4374023"/>
                    <a:pt x="699573" y="4309764"/>
                    <a:pt x="733666" y="4242987"/>
                  </a:cubicBezTo>
                  <a:cubicBezTo>
                    <a:pt x="746211" y="4218413"/>
                    <a:pt x="760552" y="4214119"/>
                    <a:pt x="784348" y="4214143"/>
                  </a:cubicBezTo>
                  <a:close/>
                  <a:moveTo>
                    <a:pt x="4324349" y="2107217"/>
                  </a:moveTo>
                  <a:cubicBezTo>
                    <a:pt x="5128822" y="2571666"/>
                    <a:pt x="5927067" y="3032527"/>
                    <a:pt x="6729648" y="3495892"/>
                  </a:cubicBezTo>
                  <a:cubicBezTo>
                    <a:pt x="5926895" y="3959354"/>
                    <a:pt x="5127827" y="4420701"/>
                    <a:pt x="4324521" y="4884492"/>
                  </a:cubicBezTo>
                  <a:lnTo>
                    <a:pt x="4327526" y="3909352"/>
                  </a:lnTo>
                  <a:lnTo>
                    <a:pt x="4662331" y="3909352"/>
                  </a:lnTo>
                  <a:lnTo>
                    <a:pt x="4662264" y="4296491"/>
                  </a:lnTo>
                  <a:cubicBezTo>
                    <a:pt x="5125615" y="4028935"/>
                    <a:pt x="5585295" y="3763501"/>
                    <a:pt x="6048780" y="3495870"/>
                  </a:cubicBezTo>
                  <a:cubicBezTo>
                    <a:pt x="5582948" y="3226930"/>
                    <a:pt x="5124389" y="2962184"/>
                    <a:pt x="4662436" y="2695480"/>
                  </a:cubicBezTo>
                  <a:lnTo>
                    <a:pt x="4659640" y="3082357"/>
                  </a:lnTo>
                  <a:lnTo>
                    <a:pt x="4324349" y="3082357"/>
                  </a:lnTo>
                  <a:close/>
                  <a:moveTo>
                    <a:pt x="1459991" y="336950"/>
                  </a:moveTo>
                  <a:cubicBezTo>
                    <a:pt x="1316087" y="344693"/>
                    <a:pt x="1178149" y="385105"/>
                    <a:pt x="1049254" y="463070"/>
                  </a:cubicBezTo>
                  <a:cubicBezTo>
                    <a:pt x="897474" y="554878"/>
                    <a:pt x="779771" y="678089"/>
                    <a:pt x="696146" y="834596"/>
                  </a:cubicBezTo>
                  <a:cubicBezTo>
                    <a:pt x="643819" y="932529"/>
                    <a:pt x="613215" y="1036829"/>
                    <a:pt x="595620" y="1152459"/>
                  </a:cubicBezTo>
                  <a:cubicBezTo>
                    <a:pt x="595482" y="1203868"/>
                    <a:pt x="592183" y="1255513"/>
                    <a:pt x="596024" y="1306621"/>
                  </a:cubicBezTo>
                  <a:cubicBezTo>
                    <a:pt x="600594" y="1367421"/>
                    <a:pt x="605046" y="1429406"/>
                    <a:pt x="620482" y="1487997"/>
                  </a:cubicBezTo>
                  <a:cubicBezTo>
                    <a:pt x="672032" y="1683663"/>
                    <a:pt x="777419" y="1845477"/>
                    <a:pt x="934734" y="1974512"/>
                  </a:cubicBezTo>
                  <a:cubicBezTo>
                    <a:pt x="1080475" y="2094053"/>
                    <a:pt x="1247486" y="2161648"/>
                    <a:pt x="1432903" y="2179550"/>
                  </a:cubicBezTo>
                  <a:cubicBezTo>
                    <a:pt x="1554522" y="2191293"/>
                    <a:pt x="1676242" y="2179191"/>
                    <a:pt x="1793499" y="2139520"/>
                  </a:cubicBezTo>
                  <a:cubicBezTo>
                    <a:pt x="1961667" y="2082628"/>
                    <a:pt x="2104596" y="1989752"/>
                    <a:pt x="2220194" y="1852906"/>
                  </a:cubicBezTo>
                  <a:cubicBezTo>
                    <a:pt x="2347922" y="1701700"/>
                    <a:pt x="2419157" y="1527672"/>
                    <a:pt x="2436517" y="1332880"/>
                  </a:cubicBezTo>
                  <a:cubicBezTo>
                    <a:pt x="2447138" y="1213712"/>
                    <a:pt x="2433487" y="1095168"/>
                    <a:pt x="2395043" y="980015"/>
                  </a:cubicBezTo>
                  <a:cubicBezTo>
                    <a:pt x="2336925" y="805923"/>
                    <a:pt x="2238639" y="660806"/>
                    <a:pt x="2096979" y="543687"/>
                  </a:cubicBezTo>
                  <a:cubicBezTo>
                    <a:pt x="1953677" y="425213"/>
                    <a:pt x="1788697" y="356644"/>
                    <a:pt x="1605770" y="339915"/>
                  </a:cubicBezTo>
                  <a:cubicBezTo>
                    <a:pt x="1556590" y="335417"/>
                    <a:pt x="1507959" y="334369"/>
                    <a:pt x="1459991" y="336950"/>
                  </a:cubicBezTo>
                  <a:close/>
                  <a:moveTo>
                    <a:pt x="1494685" y="1361"/>
                  </a:moveTo>
                  <a:cubicBezTo>
                    <a:pt x="1533014" y="-357"/>
                    <a:pt x="1571278" y="-795"/>
                    <a:pt x="1609232" y="2104"/>
                  </a:cubicBezTo>
                  <a:cubicBezTo>
                    <a:pt x="1751201" y="12947"/>
                    <a:pt x="1888755" y="45693"/>
                    <a:pt x="2020542" y="102947"/>
                  </a:cubicBezTo>
                  <a:cubicBezTo>
                    <a:pt x="2196115" y="179224"/>
                    <a:pt x="2345362" y="291414"/>
                    <a:pt x="2469820" y="434333"/>
                  </a:cubicBezTo>
                  <a:cubicBezTo>
                    <a:pt x="2610801" y="596225"/>
                    <a:pt x="2703428" y="783959"/>
                    <a:pt x="2747095" y="995768"/>
                  </a:cubicBezTo>
                  <a:cubicBezTo>
                    <a:pt x="2769209" y="1103037"/>
                    <a:pt x="2781291" y="1210780"/>
                    <a:pt x="2774767" y="1319541"/>
                  </a:cubicBezTo>
                  <a:cubicBezTo>
                    <a:pt x="2766077" y="1464402"/>
                    <a:pt x="2742455" y="1607507"/>
                    <a:pt x="2679219" y="1739572"/>
                  </a:cubicBezTo>
                  <a:cubicBezTo>
                    <a:pt x="2637174" y="1827380"/>
                    <a:pt x="2590481" y="1913798"/>
                    <a:pt x="2537247" y="1995201"/>
                  </a:cubicBezTo>
                  <a:cubicBezTo>
                    <a:pt x="2472176" y="2094705"/>
                    <a:pt x="2386841" y="2176786"/>
                    <a:pt x="2292716" y="2250499"/>
                  </a:cubicBezTo>
                  <a:cubicBezTo>
                    <a:pt x="2165084" y="2350454"/>
                    <a:pt x="2025483" y="2426029"/>
                    <a:pt x="1869020" y="2467252"/>
                  </a:cubicBezTo>
                  <a:cubicBezTo>
                    <a:pt x="1793198" y="2487229"/>
                    <a:pt x="1715082" y="2500031"/>
                    <a:pt x="1637245" y="2510326"/>
                  </a:cubicBezTo>
                  <a:cubicBezTo>
                    <a:pt x="1579733" y="2517933"/>
                    <a:pt x="1520824" y="2520293"/>
                    <a:pt x="1462831" y="2517895"/>
                  </a:cubicBezTo>
                  <a:cubicBezTo>
                    <a:pt x="1305206" y="2511376"/>
                    <a:pt x="1153011" y="2477961"/>
                    <a:pt x="1008435" y="2413536"/>
                  </a:cubicBezTo>
                  <a:cubicBezTo>
                    <a:pt x="876183" y="2354603"/>
                    <a:pt x="754482" y="2279631"/>
                    <a:pt x="652205" y="2175645"/>
                  </a:cubicBezTo>
                  <a:cubicBezTo>
                    <a:pt x="623602" y="2146564"/>
                    <a:pt x="594568" y="2117909"/>
                    <a:pt x="563845" y="2087227"/>
                  </a:cubicBezTo>
                  <a:cubicBezTo>
                    <a:pt x="426438" y="1926493"/>
                    <a:pt x="334595" y="1745874"/>
                    <a:pt x="286328" y="1542248"/>
                  </a:cubicBezTo>
                  <a:cubicBezTo>
                    <a:pt x="256089" y="1414676"/>
                    <a:pt x="249617" y="1285164"/>
                    <a:pt x="259001" y="1156247"/>
                  </a:cubicBezTo>
                  <a:cubicBezTo>
                    <a:pt x="275048" y="935803"/>
                    <a:pt x="346820" y="731461"/>
                    <a:pt x="471779" y="548970"/>
                  </a:cubicBezTo>
                  <a:cubicBezTo>
                    <a:pt x="604722" y="354818"/>
                    <a:pt x="778973" y="206759"/>
                    <a:pt x="994916" y="110450"/>
                  </a:cubicBezTo>
                  <a:cubicBezTo>
                    <a:pt x="1117542" y="55761"/>
                    <a:pt x="1244745" y="16159"/>
                    <a:pt x="1379753" y="8302"/>
                  </a:cubicBezTo>
                  <a:cubicBezTo>
                    <a:pt x="1417963" y="6078"/>
                    <a:pt x="1456356" y="3080"/>
                    <a:pt x="1494685" y="136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05" name="Freeform: Shape 104">
              <a:extLst>
                <a:ext uri="{FF2B5EF4-FFF2-40B4-BE49-F238E27FC236}">
                  <a16:creationId xmlns:a16="http://schemas.microsoft.com/office/drawing/2014/main" id="{91BEDD34-419A-22E0-A454-A8DECB4CEEAB}"/>
                </a:ext>
                <a:ext uri="{C183D7F6-B498-43B3-948B-1728B52AA6E4}">
                  <adec:decorative xmlns:adec="http://schemas.microsoft.com/office/drawing/2017/decorative" val="1"/>
                </a:ext>
              </a:extLst>
            </p:cNvPr>
            <p:cNvSpPr/>
            <p:nvPr/>
          </p:nvSpPr>
          <p:spPr>
            <a:xfrm>
              <a:off x="11284226" y="977345"/>
              <a:ext cx="135778" cy="130922"/>
            </a:xfrm>
            <a:custGeom>
              <a:avLst/>
              <a:gdLst>
                <a:gd name="connsiteX0" fmla="*/ 316804 w 2036668"/>
                <a:gd name="connsiteY0" fmla="*/ 1752895 h 1963835"/>
                <a:gd name="connsiteX1" fmla="*/ 1226005 w 2036668"/>
                <a:gd name="connsiteY1" fmla="*/ 1752895 h 1963835"/>
                <a:gd name="connsiteX2" fmla="*/ 1377919 w 2036668"/>
                <a:gd name="connsiteY2" fmla="*/ 1752895 h 1963835"/>
                <a:gd name="connsiteX3" fmla="*/ 1377919 w 2036668"/>
                <a:gd name="connsiteY3" fmla="*/ 1963835 h 1963835"/>
                <a:gd name="connsiteX4" fmla="*/ 356096 w 2036668"/>
                <a:gd name="connsiteY4" fmla="*/ 1963835 h 1963835"/>
                <a:gd name="connsiteX5" fmla="*/ 316804 w 2036668"/>
                <a:gd name="connsiteY5" fmla="*/ 1752895 h 1963835"/>
                <a:gd name="connsiteX6" fmla="*/ 836837 w 2036668"/>
                <a:gd name="connsiteY6" fmla="*/ 880966 h 1963835"/>
                <a:gd name="connsiteX7" fmla="*/ 961590 w 2036668"/>
                <a:gd name="connsiteY7" fmla="*/ 880966 h 1963835"/>
                <a:gd name="connsiteX8" fmla="*/ 961590 w 2036668"/>
                <a:gd name="connsiteY8" fmla="*/ 1091534 h 1963835"/>
                <a:gd name="connsiteX9" fmla="*/ 836837 w 2036668"/>
                <a:gd name="connsiteY9" fmla="*/ 1091534 h 1963835"/>
                <a:gd name="connsiteX10" fmla="*/ 961630 w 2036668"/>
                <a:gd name="connsiteY10" fmla="*/ 880961 h 1963835"/>
                <a:gd name="connsiteX11" fmla="*/ 1042353 w 2036668"/>
                <a:gd name="connsiteY11" fmla="*/ 880961 h 1963835"/>
                <a:gd name="connsiteX12" fmla="*/ 1042353 w 2036668"/>
                <a:gd name="connsiteY12" fmla="*/ 1091522 h 1963835"/>
                <a:gd name="connsiteX13" fmla="*/ 961630 w 2036668"/>
                <a:gd name="connsiteY13" fmla="*/ 1091522 h 1963835"/>
                <a:gd name="connsiteX14" fmla="*/ 638656 w 2036668"/>
                <a:gd name="connsiteY14" fmla="*/ 880959 h 1963835"/>
                <a:gd name="connsiteX15" fmla="*/ 836800 w 2036668"/>
                <a:gd name="connsiteY15" fmla="*/ 880959 h 1963835"/>
                <a:gd name="connsiteX16" fmla="*/ 836800 w 2036668"/>
                <a:gd name="connsiteY16" fmla="*/ 1091527 h 1963835"/>
                <a:gd name="connsiteX17" fmla="*/ 638656 w 2036668"/>
                <a:gd name="connsiteY17" fmla="*/ 1091527 h 1963835"/>
                <a:gd name="connsiteX18" fmla="*/ 1042390 w 2036668"/>
                <a:gd name="connsiteY18" fmla="*/ 880943 h 1963835"/>
                <a:gd name="connsiteX19" fmla="*/ 1101068 w 2036668"/>
                <a:gd name="connsiteY19" fmla="*/ 880943 h 1963835"/>
                <a:gd name="connsiteX20" fmla="*/ 1101068 w 2036668"/>
                <a:gd name="connsiteY20" fmla="*/ 1091523 h 1963835"/>
                <a:gd name="connsiteX21" fmla="*/ 1042390 w 2036668"/>
                <a:gd name="connsiteY21" fmla="*/ 1091523 h 1963835"/>
                <a:gd name="connsiteX22" fmla="*/ 1101112 w 2036668"/>
                <a:gd name="connsiteY22" fmla="*/ 880918 h 1963835"/>
                <a:gd name="connsiteX23" fmla="*/ 1159775 w 2036668"/>
                <a:gd name="connsiteY23" fmla="*/ 880918 h 1963835"/>
                <a:gd name="connsiteX24" fmla="*/ 1159775 w 2036668"/>
                <a:gd name="connsiteY24" fmla="*/ 1091559 h 1963835"/>
                <a:gd name="connsiteX25" fmla="*/ 1101112 w 2036668"/>
                <a:gd name="connsiteY25" fmla="*/ 1091559 h 1963835"/>
                <a:gd name="connsiteX26" fmla="*/ 1159824 w 2036668"/>
                <a:gd name="connsiteY26" fmla="*/ 880885 h 1963835"/>
                <a:gd name="connsiteX27" fmla="*/ 1211159 w 2036668"/>
                <a:gd name="connsiteY27" fmla="*/ 880885 h 1963835"/>
                <a:gd name="connsiteX28" fmla="*/ 1211159 w 2036668"/>
                <a:gd name="connsiteY28" fmla="*/ 1091586 h 1963835"/>
                <a:gd name="connsiteX29" fmla="*/ 1159824 w 2036668"/>
                <a:gd name="connsiteY29" fmla="*/ 1091586 h 1963835"/>
                <a:gd name="connsiteX30" fmla="*/ 1211210 w 2036668"/>
                <a:gd name="connsiteY30" fmla="*/ 880802 h 1963835"/>
                <a:gd name="connsiteX31" fmla="*/ 1247912 w 2036668"/>
                <a:gd name="connsiteY31" fmla="*/ 880802 h 1963835"/>
                <a:gd name="connsiteX32" fmla="*/ 1247912 w 2036668"/>
                <a:gd name="connsiteY32" fmla="*/ 1091646 h 1963835"/>
                <a:gd name="connsiteX33" fmla="*/ 1211210 w 2036668"/>
                <a:gd name="connsiteY33" fmla="*/ 1091646 h 1963835"/>
                <a:gd name="connsiteX34" fmla="*/ 1247952 w 2036668"/>
                <a:gd name="connsiteY34" fmla="*/ 880724 h 1963835"/>
                <a:gd name="connsiteX35" fmla="*/ 1269978 w 2036668"/>
                <a:gd name="connsiteY35" fmla="*/ 880724 h 1963835"/>
                <a:gd name="connsiteX36" fmla="*/ 1269978 w 2036668"/>
                <a:gd name="connsiteY36" fmla="*/ 1091683 h 1963835"/>
                <a:gd name="connsiteX37" fmla="*/ 1247952 w 2036668"/>
                <a:gd name="connsiteY37" fmla="*/ 1091683 h 1963835"/>
                <a:gd name="connsiteX38" fmla="*/ 1284676 w 2036668"/>
                <a:gd name="connsiteY38" fmla="*/ 879706 h 1963835"/>
                <a:gd name="connsiteX39" fmla="*/ 1314008 w 2036668"/>
                <a:gd name="connsiteY39" fmla="*/ 879706 h 1963835"/>
                <a:gd name="connsiteX40" fmla="*/ 1314008 w 2036668"/>
                <a:gd name="connsiteY40" fmla="*/ 879864 h 1963835"/>
                <a:gd name="connsiteX41" fmla="*/ 1343322 w 2036668"/>
                <a:gd name="connsiteY41" fmla="*/ 879864 h 1963835"/>
                <a:gd name="connsiteX42" fmla="*/ 1343322 w 2036668"/>
                <a:gd name="connsiteY42" fmla="*/ 1091765 h 1963835"/>
                <a:gd name="connsiteX43" fmla="*/ 1313960 w 2036668"/>
                <a:gd name="connsiteY43" fmla="*/ 1091765 h 1963835"/>
                <a:gd name="connsiteX44" fmla="*/ 1313960 w 2036668"/>
                <a:gd name="connsiteY44" fmla="*/ 1090876 h 1963835"/>
                <a:gd name="connsiteX45" fmla="*/ 1284696 w 2036668"/>
                <a:gd name="connsiteY45" fmla="*/ 1090876 h 1963835"/>
                <a:gd name="connsiteX46" fmla="*/ 1284696 w 2036668"/>
                <a:gd name="connsiteY46" fmla="*/ 1091683 h 1963835"/>
                <a:gd name="connsiteX47" fmla="*/ 1270004 w 2036668"/>
                <a:gd name="connsiteY47" fmla="*/ 1091683 h 1963835"/>
                <a:gd name="connsiteX48" fmla="*/ 1270004 w 2036668"/>
                <a:gd name="connsiteY48" fmla="*/ 879724 h 1963835"/>
                <a:gd name="connsiteX49" fmla="*/ 1284676 w 2036668"/>
                <a:gd name="connsiteY49" fmla="*/ 879724 h 1963835"/>
                <a:gd name="connsiteX50" fmla="*/ 162988 w 2036668"/>
                <a:gd name="connsiteY50" fmla="*/ 879597 h 1963835"/>
                <a:gd name="connsiteX51" fmla="*/ 635247 w 2036668"/>
                <a:gd name="connsiteY51" fmla="*/ 883403 h 1963835"/>
                <a:gd name="connsiteX52" fmla="*/ 638631 w 2036668"/>
                <a:gd name="connsiteY52" fmla="*/ 1090969 h 1963835"/>
                <a:gd name="connsiteX53" fmla="*/ 220259 w 2036668"/>
                <a:gd name="connsiteY53" fmla="*/ 1091511 h 1963835"/>
                <a:gd name="connsiteX54" fmla="*/ 192594 w 2036668"/>
                <a:gd name="connsiteY54" fmla="*/ 1076160 h 1963835"/>
                <a:gd name="connsiteX55" fmla="*/ 161725 w 2036668"/>
                <a:gd name="connsiteY55" fmla="*/ 902246 h 1963835"/>
                <a:gd name="connsiteX56" fmla="*/ 162988 w 2036668"/>
                <a:gd name="connsiteY56" fmla="*/ 879597 h 1963835"/>
                <a:gd name="connsiteX57" fmla="*/ 1343368 w 2036668"/>
                <a:gd name="connsiteY57" fmla="*/ 879442 h 1963835"/>
                <a:gd name="connsiteX58" fmla="*/ 1372760 w 2036668"/>
                <a:gd name="connsiteY58" fmla="*/ 879442 h 1963835"/>
                <a:gd name="connsiteX59" fmla="*/ 1372760 w 2036668"/>
                <a:gd name="connsiteY59" fmla="*/ 879493 h 1963835"/>
                <a:gd name="connsiteX60" fmla="*/ 1377307 w 2036668"/>
                <a:gd name="connsiteY60" fmla="*/ 879493 h 1963835"/>
                <a:gd name="connsiteX61" fmla="*/ 1377307 w 2036668"/>
                <a:gd name="connsiteY61" fmla="*/ 1092100 h 1963835"/>
                <a:gd name="connsiteX62" fmla="*/ 1372712 w 2036668"/>
                <a:gd name="connsiteY62" fmla="*/ 1092100 h 1963835"/>
                <a:gd name="connsiteX63" fmla="*/ 1372712 w 2036668"/>
                <a:gd name="connsiteY63" fmla="*/ 1091943 h 1963835"/>
                <a:gd name="connsiteX64" fmla="*/ 1343368 w 2036668"/>
                <a:gd name="connsiteY64" fmla="*/ 1091943 h 1963835"/>
                <a:gd name="connsiteX65" fmla="*/ 1539813 w 2036668"/>
                <a:gd name="connsiteY65" fmla="*/ 749124 h 1963835"/>
                <a:gd name="connsiteX66" fmla="*/ 2036668 w 2036668"/>
                <a:gd name="connsiteY66" fmla="*/ 749124 h 1963835"/>
                <a:gd name="connsiteX67" fmla="*/ 2036668 w 2036668"/>
                <a:gd name="connsiteY67" fmla="*/ 1245979 h 1963835"/>
                <a:gd name="connsiteX68" fmla="*/ 1539813 w 2036668"/>
                <a:gd name="connsiteY68" fmla="*/ 1245979 h 1963835"/>
                <a:gd name="connsiteX69" fmla="*/ 0 w 2036668"/>
                <a:gd name="connsiteY69" fmla="*/ 0 h 1963835"/>
                <a:gd name="connsiteX70" fmla="*/ 1377308 w 2036668"/>
                <a:gd name="connsiteY70" fmla="*/ 0 h 1963835"/>
                <a:gd name="connsiteX71" fmla="*/ 1377308 w 2036668"/>
                <a:gd name="connsiteY71" fmla="*/ 211240 h 1963835"/>
                <a:gd name="connsiteX72" fmla="*/ 822235 w 2036668"/>
                <a:gd name="connsiteY72" fmla="*/ 211240 h 1963835"/>
                <a:gd name="connsiteX73" fmla="*/ 70084 w 2036668"/>
                <a:gd name="connsiteY73" fmla="*/ 211686 h 1963835"/>
                <a:gd name="connsiteX74" fmla="*/ 27822 w 2036668"/>
                <a:gd name="connsiteY74" fmla="*/ 174158 h 1963835"/>
                <a:gd name="connsiteX75" fmla="*/ 2856 w 2036668"/>
                <a:gd name="connsiteY75" fmla="*/ 40439 h 1963835"/>
                <a:gd name="connsiteX76" fmla="*/ 0 w 2036668"/>
                <a:gd name="connsiteY76" fmla="*/ 0 h 19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036668" h="1963835">
                  <a:moveTo>
                    <a:pt x="316804" y="1752895"/>
                  </a:moveTo>
                  <a:cubicBezTo>
                    <a:pt x="619225" y="1752895"/>
                    <a:pt x="920779" y="1752895"/>
                    <a:pt x="1226005" y="1752895"/>
                  </a:cubicBezTo>
                  <a:cubicBezTo>
                    <a:pt x="1278349" y="1752895"/>
                    <a:pt x="1327022" y="1752895"/>
                    <a:pt x="1377919" y="1752895"/>
                  </a:cubicBezTo>
                  <a:cubicBezTo>
                    <a:pt x="1377919" y="1824145"/>
                    <a:pt x="1377919" y="1893002"/>
                    <a:pt x="1377919" y="1963835"/>
                  </a:cubicBezTo>
                  <a:cubicBezTo>
                    <a:pt x="1036895" y="1963835"/>
                    <a:pt x="696633" y="1963835"/>
                    <a:pt x="356096" y="1963835"/>
                  </a:cubicBezTo>
                  <a:cubicBezTo>
                    <a:pt x="343113" y="1894134"/>
                    <a:pt x="330263" y="1825148"/>
                    <a:pt x="316804" y="1752895"/>
                  </a:cubicBezTo>
                  <a:close/>
                  <a:moveTo>
                    <a:pt x="836837" y="880966"/>
                  </a:moveTo>
                  <a:lnTo>
                    <a:pt x="961590" y="880966"/>
                  </a:lnTo>
                  <a:lnTo>
                    <a:pt x="961590" y="1091534"/>
                  </a:lnTo>
                  <a:lnTo>
                    <a:pt x="836837" y="1091534"/>
                  </a:lnTo>
                  <a:close/>
                  <a:moveTo>
                    <a:pt x="961630" y="880961"/>
                  </a:moveTo>
                  <a:lnTo>
                    <a:pt x="1042353" y="880961"/>
                  </a:lnTo>
                  <a:lnTo>
                    <a:pt x="1042353" y="1091522"/>
                  </a:lnTo>
                  <a:lnTo>
                    <a:pt x="961630" y="1091522"/>
                  </a:lnTo>
                  <a:close/>
                  <a:moveTo>
                    <a:pt x="638656" y="880959"/>
                  </a:moveTo>
                  <a:lnTo>
                    <a:pt x="836800" y="880959"/>
                  </a:lnTo>
                  <a:lnTo>
                    <a:pt x="836800" y="1091527"/>
                  </a:lnTo>
                  <a:lnTo>
                    <a:pt x="638656" y="1091527"/>
                  </a:lnTo>
                  <a:close/>
                  <a:moveTo>
                    <a:pt x="1042390" y="880943"/>
                  </a:moveTo>
                  <a:lnTo>
                    <a:pt x="1101068" y="880943"/>
                  </a:lnTo>
                  <a:lnTo>
                    <a:pt x="1101068" y="1091523"/>
                  </a:lnTo>
                  <a:lnTo>
                    <a:pt x="1042390" y="1091523"/>
                  </a:lnTo>
                  <a:close/>
                  <a:moveTo>
                    <a:pt x="1101112" y="880918"/>
                  </a:moveTo>
                  <a:lnTo>
                    <a:pt x="1159775" y="880918"/>
                  </a:lnTo>
                  <a:lnTo>
                    <a:pt x="1159775" y="1091559"/>
                  </a:lnTo>
                  <a:lnTo>
                    <a:pt x="1101112" y="1091559"/>
                  </a:lnTo>
                  <a:close/>
                  <a:moveTo>
                    <a:pt x="1159824" y="880885"/>
                  </a:moveTo>
                  <a:lnTo>
                    <a:pt x="1211159" y="880885"/>
                  </a:lnTo>
                  <a:lnTo>
                    <a:pt x="1211159" y="1091586"/>
                  </a:lnTo>
                  <a:lnTo>
                    <a:pt x="1159824" y="1091586"/>
                  </a:lnTo>
                  <a:close/>
                  <a:moveTo>
                    <a:pt x="1211210" y="880802"/>
                  </a:moveTo>
                  <a:lnTo>
                    <a:pt x="1247912" y="880802"/>
                  </a:lnTo>
                  <a:lnTo>
                    <a:pt x="1247912" y="1091646"/>
                  </a:lnTo>
                  <a:lnTo>
                    <a:pt x="1211210" y="1091646"/>
                  </a:lnTo>
                  <a:close/>
                  <a:moveTo>
                    <a:pt x="1247952" y="880724"/>
                  </a:moveTo>
                  <a:lnTo>
                    <a:pt x="1269978" y="880724"/>
                  </a:lnTo>
                  <a:lnTo>
                    <a:pt x="1269978" y="1091683"/>
                  </a:lnTo>
                  <a:lnTo>
                    <a:pt x="1247952" y="1091683"/>
                  </a:lnTo>
                  <a:close/>
                  <a:moveTo>
                    <a:pt x="1284676" y="879706"/>
                  </a:moveTo>
                  <a:lnTo>
                    <a:pt x="1314008" y="879706"/>
                  </a:lnTo>
                  <a:lnTo>
                    <a:pt x="1314008" y="879864"/>
                  </a:lnTo>
                  <a:lnTo>
                    <a:pt x="1343322" y="879864"/>
                  </a:lnTo>
                  <a:lnTo>
                    <a:pt x="1343322" y="1091765"/>
                  </a:lnTo>
                  <a:lnTo>
                    <a:pt x="1313960" y="1091765"/>
                  </a:lnTo>
                  <a:lnTo>
                    <a:pt x="1313960" y="1090876"/>
                  </a:lnTo>
                  <a:lnTo>
                    <a:pt x="1284696" y="1090876"/>
                  </a:lnTo>
                  <a:lnTo>
                    <a:pt x="1284696" y="1091683"/>
                  </a:lnTo>
                  <a:lnTo>
                    <a:pt x="1270004" y="1091683"/>
                  </a:lnTo>
                  <a:lnTo>
                    <a:pt x="1270004" y="879724"/>
                  </a:lnTo>
                  <a:lnTo>
                    <a:pt x="1284676" y="879724"/>
                  </a:lnTo>
                  <a:close/>
                  <a:moveTo>
                    <a:pt x="162988" y="879597"/>
                  </a:moveTo>
                  <a:cubicBezTo>
                    <a:pt x="319475" y="879597"/>
                    <a:pt x="475644" y="879597"/>
                    <a:pt x="635247" y="883403"/>
                  </a:cubicBezTo>
                  <a:cubicBezTo>
                    <a:pt x="638665" y="955130"/>
                    <a:pt x="638648" y="1023050"/>
                    <a:pt x="638631" y="1090969"/>
                  </a:cubicBezTo>
                  <a:cubicBezTo>
                    <a:pt x="499173" y="1091378"/>
                    <a:pt x="359713" y="1092099"/>
                    <a:pt x="220259" y="1091511"/>
                  </a:cubicBezTo>
                  <a:cubicBezTo>
                    <a:pt x="210646" y="1091470"/>
                    <a:pt x="194035" y="1083116"/>
                    <a:pt x="192594" y="1076160"/>
                  </a:cubicBezTo>
                  <a:cubicBezTo>
                    <a:pt x="180653" y="1018528"/>
                    <a:pt x="171406" y="960335"/>
                    <a:pt x="161725" y="902246"/>
                  </a:cubicBezTo>
                  <a:cubicBezTo>
                    <a:pt x="160753" y="896419"/>
                    <a:pt x="162314" y="890172"/>
                    <a:pt x="162988" y="879597"/>
                  </a:cubicBezTo>
                  <a:close/>
                  <a:moveTo>
                    <a:pt x="1343368" y="879442"/>
                  </a:moveTo>
                  <a:lnTo>
                    <a:pt x="1372760" y="879442"/>
                  </a:lnTo>
                  <a:lnTo>
                    <a:pt x="1372760" y="879493"/>
                  </a:lnTo>
                  <a:lnTo>
                    <a:pt x="1377307" y="879493"/>
                  </a:lnTo>
                  <a:lnTo>
                    <a:pt x="1377307" y="1092100"/>
                  </a:lnTo>
                  <a:lnTo>
                    <a:pt x="1372712" y="1092100"/>
                  </a:lnTo>
                  <a:lnTo>
                    <a:pt x="1372712" y="1091943"/>
                  </a:lnTo>
                  <a:lnTo>
                    <a:pt x="1343368" y="1091943"/>
                  </a:lnTo>
                  <a:close/>
                  <a:moveTo>
                    <a:pt x="1539813" y="749124"/>
                  </a:moveTo>
                  <a:lnTo>
                    <a:pt x="2036668" y="749124"/>
                  </a:lnTo>
                  <a:lnTo>
                    <a:pt x="2036668" y="1245979"/>
                  </a:lnTo>
                  <a:lnTo>
                    <a:pt x="1539813" y="1245979"/>
                  </a:lnTo>
                  <a:close/>
                  <a:moveTo>
                    <a:pt x="0" y="0"/>
                  </a:moveTo>
                  <a:cubicBezTo>
                    <a:pt x="460288" y="0"/>
                    <a:pt x="917367" y="0"/>
                    <a:pt x="1377308" y="0"/>
                  </a:cubicBezTo>
                  <a:cubicBezTo>
                    <a:pt x="1377308" y="68369"/>
                    <a:pt x="1377308" y="137294"/>
                    <a:pt x="1377308" y="211240"/>
                  </a:cubicBezTo>
                  <a:cubicBezTo>
                    <a:pt x="1194154" y="211240"/>
                    <a:pt x="1010030" y="211240"/>
                    <a:pt x="822235" y="211240"/>
                  </a:cubicBezTo>
                  <a:cubicBezTo>
                    <a:pt x="569071" y="211238"/>
                    <a:pt x="319576" y="210918"/>
                    <a:pt x="70084" y="211686"/>
                  </a:cubicBezTo>
                  <a:cubicBezTo>
                    <a:pt x="42090" y="211771"/>
                    <a:pt x="29957" y="206978"/>
                    <a:pt x="27822" y="174158"/>
                  </a:cubicBezTo>
                  <a:cubicBezTo>
                    <a:pt x="24901" y="129243"/>
                    <a:pt x="11161" y="85075"/>
                    <a:pt x="2856" y="40439"/>
                  </a:cubicBezTo>
                  <a:cubicBezTo>
                    <a:pt x="510" y="27825"/>
                    <a:pt x="954" y="14693"/>
                    <a:pt x="0" y="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38" name="Group 937">
            <a:extLst>
              <a:ext uri="{FF2B5EF4-FFF2-40B4-BE49-F238E27FC236}">
                <a16:creationId xmlns:a16="http://schemas.microsoft.com/office/drawing/2014/main" id="{61F06383-46F8-9FD7-14D5-6EC3A84BDF85}"/>
              </a:ext>
              <a:ext uri="{C183D7F6-B498-43B3-948B-1728B52AA6E4}">
                <adec:decorative xmlns:adec="http://schemas.microsoft.com/office/drawing/2017/decorative" val="1"/>
              </a:ext>
            </a:extLst>
          </p:cNvPr>
          <p:cNvGrpSpPr>
            <a:grpSpLocks noChangeAspect="1"/>
          </p:cNvGrpSpPr>
          <p:nvPr/>
        </p:nvGrpSpPr>
        <p:grpSpPr>
          <a:xfrm>
            <a:off x="639763" y="1517247"/>
            <a:ext cx="463985" cy="457200"/>
            <a:chOff x="639763" y="1517247"/>
            <a:chExt cx="463985" cy="457200"/>
          </a:xfrm>
          <a:solidFill>
            <a:srgbClr val="FF0000"/>
          </a:solidFill>
        </p:grpSpPr>
        <p:sp>
          <p:nvSpPr>
            <p:cNvPr id="118" name="Freeform: Shape 117">
              <a:extLst>
                <a:ext uri="{FF2B5EF4-FFF2-40B4-BE49-F238E27FC236}">
                  <a16:creationId xmlns:a16="http://schemas.microsoft.com/office/drawing/2014/main" id="{1234C258-1A6C-6E61-DE83-40FC2A98B4BD}"/>
                </a:ext>
                <a:ext uri="{C183D7F6-B498-43B3-948B-1728B52AA6E4}">
                  <adec:decorative xmlns:adec="http://schemas.microsoft.com/office/drawing/2017/decorative" val="1"/>
                </a:ext>
              </a:extLst>
            </p:cNvPr>
            <p:cNvSpPr/>
            <p:nvPr/>
          </p:nvSpPr>
          <p:spPr>
            <a:xfrm>
              <a:off x="644881" y="1517247"/>
              <a:ext cx="458867" cy="457200"/>
            </a:xfrm>
            <a:custGeom>
              <a:avLst/>
              <a:gdLst>
                <a:gd name="connsiteX0" fmla="*/ 1908648 w 6883012"/>
                <a:gd name="connsiteY0" fmla="*/ 4746621 h 6858004"/>
                <a:gd name="connsiteX1" fmla="*/ 1803371 w 6883012"/>
                <a:gd name="connsiteY1" fmla="*/ 4753779 h 6858004"/>
                <a:gd name="connsiteX2" fmla="*/ 1463598 w 6883012"/>
                <a:gd name="connsiteY2" fmla="*/ 4870421 h 6858004"/>
                <a:gd name="connsiteX3" fmla="*/ 1329208 w 6883012"/>
                <a:gd name="connsiteY3" fmla="*/ 4957887 h 6858004"/>
                <a:gd name="connsiteX4" fmla="*/ 1280486 w 6883012"/>
                <a:gd name="connsiteY4" fmla="*/ 5005538 h 6858004"/>
                <a:gd name="connsiteX5" fmla="*/ 1203373 w 6883012"/>
                <a:gd name="connsiteY5" fmla="*/ 5106329 h 6858004"/>
                <a:gd name="connsiteX6" fmla="*/ 1038132 w 6883012"/>
                <a:gd name="connsiteY6" fmla="*/ 5528956 h 6858004"/>
                <a:gd name="connsiteX7" fmla="*/ 1092858 w 6883012"/>
                <a:gd name="connsiteY7" fmla="*/ 5935413 h 6858004"/>
                <a:gd name="connsiteX8" fmla="*/ 1237071 w 6883012"/>
                <a:gd name="connsiteY8" fmla="*/ 6175689 h 6858004"/>
                <a:gd name="connsiteX9" fmla="*/ 1375330 w 6883012"/>
                <a:gd name="connsiteY9" fmla="*/ 6310896 h 6858004"/>
                <a:gd name="connsiteX10" fmla="*/ 1469790 w 6883012"/>
                <a:gd name="connsiteY10" fmla="*/ 6372893 h 6858004"/>
                <a:gd name="connsiteX11" fmla="*/ 2017948 w 6883012"/>
                <a:gd name="connsiteY11" fmla="*/ 6482427 h 6858004"/>
                <a:gd name="connsiteX12" fmla="*/ 2454406 w 6883012"/>
                <a:gd name="connsiteY12" fmla="*/ 6295209 h 6858004"/>
                <a:gd name="connsiteX13" fmla="*/ 2592043 w 6883012"/>
                <a:gd name="connsiteY13" fmla="*/ 6151372 h 6858004"/>
                <a:gd name="connsiteX14" fmla="*/ 2664346 w 6883012"/>
                <a:gd name="connsiteY14" fmla="*/ 6044939 h 6858004"/>
                <a:gd name="connsiteX15" fmla="*/ 2773397 w 6883012"/>
                <a:gd name="connsiteY15" fmla="*/ 5693722 h 6858004"/>
                <a:gd name="connsiteX16" fmla="*/ 2743470 w 6883012"/>
                <a:gd name="connsiteY16" fmla="*/ 5383303 h 6858004"/>
                <a:gd name="connsiteX17" fmla="*/ 2568643 w 6883012"/>
                <a:gd name="connsiteY17" fmla="*/ 5055569 h 6858004"/>
                <a:gd name="connsiteX18" fmla="*/ 2544351 w 6883012"/>
                <a:gd name="connsiteY18" fmla="*/ 5024587 h 6858004"/>
                <a:gd name="connsiteX19" fmla="*/ 2432323 w 6883012"/>
                <a:gd name="connsiteY19" fmla="*/ 4926177 h 6858004"/>
                <a:gd name="connsiteX20" fmla="*/ 2211628 w 6883012"/>
                <a:gd name="connsiteY20" fmla="*/ 4805046 h 6858004"/>
                <a:gd name="connsiteX21" fmla="*/ 1908648 w 6883012"/>
                <a:gd name="connsiteY21" fmla="*/ 4746621 h 6858004"/>
                <a:gd name="connsiteX22" fmla="*/ 4712807 w 6883012"/>
                <a:gd name="connsiteY22" fmla="*/ 1174564 h 6858004"/>
                <a:gd name="connsiteX23" fmla="*/ 4712807 w 6883012"/>
                <a:gd name="connsiteY23" fmla="*/ 2805327 h 6858004"/>
                <a:gd name="connsiteX24" fmla="*/ 5421871 w 6883012"/>
                <a:gd name="connsiteY24" fmla="*/ 2398162 h 6858004"/>
                <a:gd name="connsiteX25" fmla="*/ 6134589 w 6883012"/>
                <a:gd name="connsiteY25" fmla="*/ 1997635 h 6858004"/>
                <a:gd name="connsiteX26" fmla="*/ 5258522 w 6883012"/>
                <a:gd name="connsiteY26" fmla="*/ 1493526 h 6858004"/>
                <a:gd name="connsiteX27" fmla="*/ 5229157 w 6883012"/>
                <a:gd name="connsiteY27" fmla="*/ 1473911 h 6858004"/>
                <a:gd name="connsiteX28" fmla="*/ 4899053 w 6883012"/>
                <a:gd name="connsiteY28" fmla="*/ 1280667 h 6858004"/>
                <a:gd name="connsiteX29" fmla="*/ 4712807 w 6883012"/>
                <a:gd name="connsiteY29" fmla="*/ 1174564 h 6858004"/>
                <a:gd name="connsiteX30" fmla="*/ 176757 w 6883012"/>
                <a:gd name="connsiteY30" fmla="*/ 0 h 6858004"/>
                <a:gd name="connsiteX31" fmla="*/ 3803751 w 6883012"/>
                <a:gd name="connsiteY31" fmla="*/ 4392 h 6858004"/>
                <a:gd name="connsiteX32" fmla="*/ 3807514 w 6883012"/>
                <a:gd name="connsiteY32" fmla="*/ 927822 h 6858004"/>
                <a:gd name="connsiteX33" fmla="*/ 3805215 w 6883012"/>
                <a:gd name="connsiteY33" fmla="*/ 1808178 h 6858004"/>
                <a:gd name="connsiteX34" fmla="*/ 3805217 w 6883012"/>
                <a:gd name="connsiteY34" fmla="*/ 1808178 h 6858004"/>
                <a:gd name="connsiteX35" fmla="*/ 4328342 w 6883012"/>
                <a:gd name="connsiteY35" fmla="*/ 1806829 h 6858004"/>
                <a:gd name="connsiteX36" fmla="*/ 4328342 w 6883012"/>
                <a:gd name="connsiteY36" fmla="*/ 527008 h 6858004"/>
                <a:gd name="connsiteX37" fmla="*/ 4515154 w 6883012"/>
                <a:gd name="connsiteY37" fmla="*/ 631613 h 6858004"/>
                <a:gd name="connsiteX38" fmla="*/ 4848939 w 6883012"/>
                <a:gd name="connsiteY38" fmla="*/ 826785 h 6858004"/>
                <a:gd name="connsiteX39" fmla="*/ 5244378 w 6883012"/>
                <a:gd name="connsiteY39" fmla="*/ 1055247 h 6858004"/>
                <a:gd name="connsiteX40" fmla="*/ 5569043 w 6883012"/>
                <a:gd name="connsiteY40" fmla="*/ 1242730 h 6858004"/>
                <a:gd name="connsiteX41" fmla="*/ 6025307 w 6883012"/>
                <a:gd name="connsiteY41" fmla="*/ 1506558 h 6858004"/>
                <a:gd name="connsiteX42" fmla="*/ 6364225 w 6883012"/>
                <a:gd name="connsiteY42" fmla="*/ 1700606 h 6858004"/>
                <a:gd name="connsiteX43" fmla="*/ 6780277 w 6883012"/>
                <a:gd name="connsiteY43" fmla="*/ 1940401 h 6858004"/>
                <a:gd name="connsiteX44" fmla="*/ 6880014 w 6883012"/>
                <a:gd name="connsiteY44" fmla="*/ 1998887 h 6858004"/>
                <a:gd name="connsiteX45" fmla="*/ 6882981 w 6883012"/>
                <a:gd name="connsiteY45" fmla="*/ 2006013 h 6858004"/>
                <a:gd name="connsiteX46" fmla="*/ 6707165 w 6883012"/>
                <a:gd name="connsiteY46" fmla="*/ 2100828 h 6858004"/>
                <a:gd name="connsiteX47" fmla="*/ 6418736 w 6883012"/>
                <a:gd name="connsiteY47" fmla="*/ 2264916 h 6858004"/>
                <a:gd name="connsiteX48" fmla="*/ 5943365 w 6883012"/>
                <a:gd name="connsiteY48" fmla="*/ 2534514 h 6858004"/>
                <a:gd name="connsiteX49" fmla="*/ 5592321 w 6883012"/>
                <a:gd name="connsiteY49" fmla="*/ 2730853 h 6858004"/>
                <a:gd name="connsiteX50" fmla="*/ 5165529 w 6883012"/>
                <a:gd name="connsiteY50" fmla="*/ 2975149 h 6858004"/>
                <a:gd name="connsiteX51" fmla="*/ 4802153 w 6883012"/>
                <a:gd name="connsiteY51" fmla="*/ 3181038 h 6858004"/>
                <a:gd name="connsiteX52" fmla="*/ 4379059 w 6883012"/>
                <a:gd name="connsiteY52" fmla="*/ 3424202 h 6858004"/>
                <a:gd name="connsiteX53" fmla="*/ 4330402 w 6883012"/>
                <a:gd name="connsiteY53" fmla="*/ 3448544 h 6858004"/>
                <a:gd name="connsiteX54" fmla="*/ 4330402 w 6883012"/>
                <a:gd name="connsiteY54" fmla="*/ 2176798 h 6858004"/>
                <a:gd name="connsiteX55" fmla="*/ 3811578 w 6883012"/>
                <a:gd name="connsiteY55" fmla="*/ 2177188 h 6858004"/>
                <a:gd name="connsiteX56" fmla="*/ 3770872 w 6883012"/>
                <a:gd name="connsiteY56" fmla="*/ 2161413 h 6858004"/>
                <a:gd name="connsiteX57" fmla="*/ 3666847 w 6883012"/>
                <a:gd name="connsiteY57" fmla="*/ 2160875 h 6858004"/>
                <a:gd name="connsiteX58" fmla="*/ 3630522 w 6883012"/>
                <a:gd name="connsiteY58" fmla="*/ 2125982 h 6858004"/>
                <a:gd name="connsiteX59" fmla="*/ 3630523 w 6883012"/>
                <a:gd name="connsiteY59" fmla="*/ 1849762 h 6858004"/>
                <a:gd name="connsiteX60" fmla="*/ 3639293 w 6883012"/>
                <a:gd name="connsiteY60" fmla="*/ 1822530 h 6858004"/>
                <a:gd name="connsiteX61" fmla="*/ 3648490 w 6883012"/>
                <a:gd name="connsiteY61" fmla="*/ 1819976 h 6858004"/>
                <a:gd name="connsiteX62" fmla="*/ 3639290 w 6883012"/>
                <a:gd name="connsiteY62" fmla="*/ 1822530 h 6858004"/>
                <a:gd name="connsiteX63" fmla="*/ 3630519 w 6883012"/>
                <a:gd name="connsiteY63" fmla="*/ 1849763 h 6858004"/>
                <a:gd name="connsiteX64" fmla="*/ 3630519 w 6883012"/>
                <a:gd name="connsiteY64" fmla="*/ 2125985 h 6858004"/>
                <a:gd name="connsiteX65" fmla="*/ 3666842 w 6883012"/>
                <a:gd name="connsiteY65" fmla="*/ 2160877 h 6858004"/>
                <a:gd name="connsiteX66" fmla="*/ 3770863 w 6883012"/>
                <a:gd name="connsiteY66" fmla="*/ 2161417 h 6858004"/>
                <a:gd name="connsiteX67" fmla="*/ 3807849 w 6883012"/>
                <a:gd name="connsiteY67" fmla="*/ 2177579 h 6858004"/>
                <a:gd name="connsiteX68" fmla="*/ 3808127 w 6883012"/>
                <a:gd name="connsiteY68" fmla="*/ 3607111 h 6858004"/>
                <a:gd name="connsiteX69" fmla="*/ 3605344 w 6883012"/>
                <a:gd name="connsiteY69" fmla="*/ 3807064 h 6858004"/>
                <a:gd name="connsiteX70" fmla="*/ 2288241 w 6883012"/>
                <a:gd name="connsiteY70" fmla="*/ 3807252 h 6858004"/>
                <a:gd name="connsiteX71" fmla="*/ 2128742 w 6883012"/>
                <a:gd name="connsiteY71" fmla="*/ 3807252 h 6858004"/>
                <a:gd name="connsiteX72" fmla="*/ 2128742 w 6883012"/>
                <a:gd name="connsiteY72" fmla="*/ 3841211 h 6858004"/>
                <a:gd name="connsiteX73" fmla="*/ 2128472 w 6883012"/>
                <a:gd name="connsiteY73" fmla="*/ 4359214 h 6858004"/>
                <a:gd name="connsiteX74" fmla="*/ 2162832 w 6883012"/>
                <a:gd name="connsiteY74" fmla="*/ 4403381 h 6858004"/>
                <a:gd name="connsiteX75" fmla="*/ 2555123 w 6883012"/>
                <a:gd name="connsiteY75" fmla="*/ 4560893 h 6858004"/>
                <a:gd name="connsiteX76" fmla="*/ 2788790 w 6883012"/>
                <a:gd name="connsiteY76" fmla="*/ 4746909 h 6858004"/>
                <a:gd name="connsiteX77" fmla="*/ 3116843 w 6883012"/>
                <a:gd name="connsiteY77" fmla="*/ 5342286 h 6858004"/>
                <a:gd name="connsiteX78" fmla="*/ 3147809 w 6883012"/>
                <a:gd name="connsiteY78" fmla="*/ 5676097 h 6858004"/>
                <a:gd name="connsiteX79" fmla="*/ 2960738 w 6883012"/>
                <a:gd name="connsiteY79" fmla="*/ 6274066 h 6858004"/>
                <a:gd name="connsiteX80" fmla="*/ 2390479 w 6883012"/>
                <a:gd name="connsiteY80" fmla="*/ 6763254 h 6858004"/>
                <a:gd name="connsiteX81" fmla="*/ 2026144 w 6883012"/>
                <a:gd name="connsiteY81" fmla="*/ 6855399 h 6858004"/>
                <a:gd name="connsiteX82" fmla="*/ 1785230 w 6883012"/>
                <a:gd name="connsiteY82" fmla="*/ 6855964 h 6858004"/>
                <a:gd name="connsiteX83" fmla="*/ 1659150 w 6883012"/>
                <a:gd name="connsiteY83" fmla="*/ 6835352 h 6858004"/>
                <a:gd name="connsiteX84" fmla="*/ 1042876 w 6883012"/>
                <a:gd name="connsiteY84" fmla="*/ 6515315 h 6858004"/>
                <a:gd name="connsiteX85" fmla="*/ 787428 w 6883012"/>
                <a:gd name="connsiteY85" fmla="*/ 6163755 h 6858004"/>
                <a:gd name="connsiteX86" fmla="*/ 668873 w 6883012"/>
                <a:gd name="connsiteY86" fmla="*/ 5741406 h 6858004"/>
                <a:gd name="connsiteX87" fmla="*/ 675449 w 6883012"/>
                <a:gd name="connsiteY87" fmla="*/ 5462395 h 6858004"/>
                <a:gd name="connsiteX88" fmla="*/ 776395 w 6883012"/>
                <a:gd name="connsiteY88" fmla="*/ 5099622 h 6858004"/>
                <a:gd name="connsiteX89" fmla="*/ 1072182 w 6883012"/>
                <a:gd name="connsiteY89" fmla="*/ 4697696 h 6858004"/>
                <a:gd name="connsiteX90" fmla="*/ 1335228 w 6883012"/>
                <a:gd name="connsiteY90" fmla="*/ 4514035 h 6858004"/>
                <a:gd name="connsiteX91" fmla="*/ 1756841 w 6883012"/>
                <a:gd name="connsiteY91" fmla="*/ 4384103 h 6858004"/>
                <a:gd name="connsiteX92" fmla="*/ 1756841 w 6883012"/>
                <a:gd name="connsiteY92" fmla="*/ 3807653 h 6858004"/>
                <a:gd name="connsiteX93" fmla="*/ 700387 w 6883012"/>
                <a:gd name="connsiteY93" fmla="*/ 3805101 h 6858004"/>
                <a:gd name="connsiteX94" fmla="*/ 700387 w 6883012"/>
                <a:gd name="connsiteY94" fmla="*/ 3437330 h 6858004"/>
                <a:gd name="connsiteX95" fmla="*/ 3435531 w 6883012"/>
                <a:gd name="connsiteY95" fmla="*/ 3437674 h 6858004"/>
                <a:gd name="connsiteX96" fmla="*/ 3435531 w 6883012"/>
                <a:gd name="connsiteY96" fmla="*/ 371925 h 6858004"/>
                <a:gd name="connsiteX97" fmla="*/ 369660 w 6883012"/>
                <a:gd name="connsiteY97" fmla="*/ 371925 h 6858004"/>
                <a:gd name="connsiteX98" fmla="*/ 369660 w 6883012"/>
                <a:gd name="connsiteY98" fmla="*/ 393976 h 6858004"/>
                <a:gd name="connsiteX99" fmla="*/ 367067 w 6883012"/>
                <a:gd name="connsiteY99" fmla="*/ 3099700 h 6858004"/>
                <a:gd name="connsiteX100" fmla="*/ 0 w 6883012"/>
                <a:gd name="connsiteY100" fmla="*/ 3099700 h 6858004"/>
                <a:gd name="connsiteX101" fmla="*/ 630 w 6883012"/>
                <a:gd name="connsiteY101" fmla="*/ 216393 h 6858004"/>
                <a:gd name="connsiteX102" fmla="*/ 152768 w 6883012"/>
                <a:gd name="connsiteY102" fmla="*/ 1268 h 6858004"/>
                <a:gd name="connsiteX103" fmla="*/ 176757 w 6883012"/>
                <a:gd name="connsiteY103"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883012" h="6858004">
                  <a:moveTo>
                    <a:pt x="1908648" y="4746621"/>
                  </a:moveTo>
                  <a:cubicBezTo>
                    <a:pt x="1873897" y="4746779"/>
                    <a:pt x="1838799" y="4749162"/>
                    <a:pt x="1803371" y="4753779"/>
                  </a:cubicBezTo>
                  <a:cubicBezTo>
                    <a:pt x="1681119" y="4769704"/>
                    <a:pt x="1567938" y="4806109"/>
                    <a:pt x="1463598" y="4870421"/>
                  </a:cubicBezTo>
                  <a:cubicBezTo>
                    <a:pt x="1419562" y="4897559"/>
                    <a:pt x="1377456" y="4927837"/>
                    <a:pt x="1329208" y="4957887"/>
                  </a:cubicBezTo>
                  <a:cubicBezTo>
                    <a:pt x="1312850" y="4973673"/>
                    <a:pt x="1294987" y="4988191"/>
                    <a:pt x="1280486" y="5005538"/>
                  </a:cubicBezTo>
                  <a:cubicBezTo>
                    <a:pt x="1254534" y="5036586"/>
                    <a:pt x="1230618" y="5069335"/>
                    <a:pt x="1203373" y="5106329"/>
                  </a:cubicBezTo>
                  <a:cubicBezTo>
                    <a:pt x="1107008" y="5231059"/>
                    <a:pt x="1053493" y="5374478"/>
                    <a:pt x="1038132" y="5528956"/>
                  </a:cubicBezTo>
                  <a:cubicBezTo>
                    <a:pt x="1024408" y="5667026"/>
                    <a:pt x="1038312" y="5804851"/>
                    <a:pt x="1092858" y="5935413"/>
                  </a:cubicBezTo>
                  <a:cubicBezTo>
                    <a:pt x="1128633" y="6021031"/>
                    <a:pt x="1170919" y="6102699"/>
                    <a:pt x="1237071" y="6175689"/>
                  </a:cubicBezTo>
                  <a:cubicBezTo>
                    <a:pt x="1271857" y="6230415"/>
                    <a:pt x="1313046" y="6278385"/>
                    <a:pt x="1375330" y="6310896"/>
                  </a:cubicBezTo>
                  <a:cubicBezTo>
                    <a:pt x="1406745" y="6331679"/>
                    <a:pt x="1436992" y="6354564"/>
                    <a:pt x="1469790" y="6372893"/>
                  </a:cubicBezTo>
                  <a:cubicBezTo>
                    <a:pt x="1640535" y="6468359"/>
                    <a:pt x="1821954" y="6509990"/>
                    <a:pt x="2017948" y="6482427"/>
                  </a:cubicBezTo>
                  <a:cubicBezTo>
                    <a:pt x="2179116" y="6459763"/>
                    <a:pt x="2324131" y="6401921"/>
                    <a:pt x="2454406" y="6295209"/>
                  </a:cubicBezTo>
                  <a:cubicBezTo>
                    <a:pt x="2498614" y="6248106"/>
                    <a:pt x="2542830" y="6200995"/>
                    <a:pt x="2592043" y="6151372"/>
                  </a:cubicBezTo>
                  <a:cubicBezTo>
                    <a:pt x="2616351" y="6116006"/>
                    <a:pt x="2643890" y="6082407"/>
                    <a:pt x="2664346" y="6044939"/>
                  </a:cubicBezTo>
                  <a:cubicBezTo>
                    <a:pt x="2724110" y="5935454"/>
                    <a:pt x="2760523" y="5819557"/>
                    <a:pt x="2773397" y="5693722"/>
                  </a:cubicBezTo>
                  <a:cubicBezTo>
                    <a:pt x="2784365" y="5586626"/>
                    <a:pt x="2771082" y="5484544"/>
                    <a:pt x="2743470" y="5383303"/>
                  </a:cubicBezTo>
                  <a:cubicBezTo>
                    <a:pt x="2710696" y="5263080"/>
                    <a:pt x="2654065" y="5154372"/>
                    <a:pt x="2568643" y="5055569"/>
                  </a:cubicBezTo>
                  <a:cubicBezTo>
                    <a:pt x="2560627" y="5045141"/>
                    <a:pt x="2554076" y="5033044"/>
                    <a:pt x="2544351" y="5024587"/>
                  </a:cubicBezTo>
                  <a:cubicBezTo>
                    <a:pt x="2507995" y="4992951"/>
                    <a:pt x="2470609" y="4962508"/>
                    <a:pt x="2432323" y="4926177"/>
                  </a:cubicBezTo>
                  <a:cubicBezTo>
                    <a:pt x="2358998" y="4885200"/>
                    <a:pt x="2288912" y="4836200"/>
                    <a:pt x="2211628" y="4805046"/>
                  </a:cubicBezTo>
                  <a:cubicBezTo>
                    <a:pt x="2114044" y="4765700"/>
                    <a:pt x="2012903" y="4746147"/>
                    <a:pt x="1908648" y="4746621"/>
                  </a:cubicBezTo>
                  <a:close/>
                  <a:moveTo>
                    <a:pt x="4712807" y="1174564"/>
                  </a:moveTo>
                  <a:cubicBezTo>
                    <a:pt x="4712807" y="1722704"/>
                    <a:pt x="4712807" y="2262336"/>
                    <a:pt x="4712807" y="2805327"/>
                  </a:cubicBezTo>
                  <a:cubicBezTo>
                    <a:pt x="4950508" y="2668717"/>
                    <a:pt x="5185591" y="2532385"/>
                    <a:pt x="5421871" y="2398162"/>
                  </a:cubicBezTo>
                  <a:cubicBezTo>
                    <a:pt x="5658984" y="2263467"/>
                    <a:pt x="5897290" y="2130876"/>
                    <a:pt x="6134589" y="1997635"/>
                  </a:cubicBezTo>
                  <a:cubicBezTo>
                    <a:pt x="5843424" y="1829238"/>
                    <a:pt x="5553953" y="1661821"/>
                    <a:pt x="5258522" y="1493526"/>
                  </a:cubicBezTo>
                  <a:cubicBezTo>
                    <a:pt x="5248750" y="1486960"/>
                    <a:pt x="5239291" y="1479859"/>
                    <a:pt x="5229157" y="1473911"/>
                  </a:cubicBezTo>
                  <a:cubicBezTo>
                    <a:pt x="5119203" y="1409360"/>
                    <a:pt x="5009283" y="1344747"/>
                    <a:pt x="4899053" y="1280667"/>
                  </a:cubicBezTo>
                  <a:cubicBezTo>
                    <a:pt x="4839904" y="1246282"/>
                    <a:pt x="4780174" y="1212895"/>
                    <a:pt x="4712807" y="1174564"/>
                  </a:cubicBezTo>
                  <a:close/>
                  <a:moveTo>
                    <a:pt x="176757" y="0"/>
                  </a:moveTo>
                  <a:cubicBezTo>
                    <a:pt x="1384515" y="16"/>
                    <a:pt x="2592272" y="82"/>
                    <a:pt x="3803751" y="4392"/>
                  </a:cubicBezTo>
                  <a:cubicBezTo>
                    <a:pt x="3807481" y="315024"/>
                    <a:pt x="3807366" y="621419"/>
                    <a:pt x="3807514" y="927822"/>
                  </a:cubicBezTo>
                  <a:lnTo>
                    <a:pt x="3805215" y="1808178"/>
                  </a:lnTo>
                  <a:lnTo>
                    <a:pt x="3805217" y="1808178"/>
                  </a:lnTo>
                  <a:cubicBezTo>
                    <a:pt x="3980720" y="1806829"/>
                    <a:pt x="4153078" y="1806829"/>
                    <a:pt x="4328342" y="1806829"/>
                  </a:cubicBezTo>
                  <a:cubicBezTo>
                    <a:pt x="4328342" y="1380646"/>
                    <a:pt x="4328342" y="956917"/>
                    <a:pt x="4328342" y="527008"/>
                  </a:cubicBezTo>
                  <a:cubicBezTo>
                    <a:pt x="4393844" y="563610"/>
                    <a:pt x="4454980" y="596779"/>
                    <a:pt x="4515154" y="631613"/>
                  </a:cubicBezTo>
                  <a:cubicBezTo>
                    <a:pt x="4626697" y="696183"/>
                    <a:pt x="4737496" y="762039"/>
                    <a:pt x="4848939" y="826785"/>
                  </a:cubicBezTo>
                  <a:cubicBezTo>
                    <a:pt x="4980568" y="903257"/>
                    <a:pt x="5112548" y="979121"/>
                    <a:pt x="5244378" y="1055247"/>
                  </a:cubicBezTo>
                  <a:cubicBezTo>
                    <a:pt x="5352600" y="1117740"/>
                    <a:pt x="5460850" y="1180184"/>
                    <a:pt x="5569043" y="1242730"/>
                  </a:cubicBezTo>
                  <a:cubicBezTo>
                    <a:pt x="5721140" y="1330656"/>
                    <a:pt x="5873081" y="1418857"/>
                    <a:pt x="6025307" y="1506558"/>
                  </a:cubicBezTo>
                  <a:cubicBezTo>
                    <a:pt x="6138107" y="1571543"/>
                    <a:pt x="6251353" y="1635748"/>
                    <a:pt x="6364225" y="1700606"/>
                  </a:cubicBezTo>
                  <a:cubicBezTo>
                    <a:pt x="6503015" y="1780356"/>
                    <a:pt x="6641658" y="1860356"/>
                    <a:pt x="6780277" y="1940401"/>
                  </a:cubicBezTo>
                  <a:cubicBezTo>
                    <a:pt x="6812867" y="1959219"/>
                    <a:pt x="6845102" y="1978651"/>
                    <a:pt x="6880014" y="1998887"/>
                  </a:cubicBezTo>
                  <a:cubicBezTo>
                    <a:pt x="6882830" y="2001317"/>
                    <a:pt x="6883133" y="2002658"/>
                    <a:pt x="6882981" y="2006013"/>
                  </a:cubicBezTo>
                  <a:cubicBezTo>
                    <a:pt x="6824026" y="2038877"/>
                    <a:pt x="6764909" y="2068622"/>
                    <a:pt x="6707165" y="2100828"/>
                  </a:cubicBezTo>
                  <a:cubicBezTo>
                    <a:pt x="6610566" y="2154706"/>
                    <a:pt x="6514910" y="2210272"/>
                    <a:pt x="6418736" y="2264916"/>
                  </a:cubicBezTo>
                  <a:cubicBezTo>
                    <a:pt x="6260349" y="2354904"/>
                    <a:pt x="6102033" y="2445021"/>
                    <a:pt x="5943365" y="2534514"/>
                  </a:cubicBezTo>
                  <a:cubicBezTo>
                    <a:pt x="5826587" y="2600380"/>
                    <a:pt x="5708947" y="2664723"/>
                    <a:pt x="5592321" y="2730853"/>
                  </a:cubicBezTo>
                  <a:cubicBezTo>
                    <a:pt x="5449728" y="2811705"/>
                    <a:pt x="5307937" y="2893969"/>
                    <a:pt x="5165529" y="2975149"/>
                  </a:cubicBezTo>
                  <a:cubicBezTo>
                    <a:pt x="5044584" y="3044095"/>
                    <a:pt x="4923032" y="3111977"/>
                    <a:pt x="4802153" y="3181038"/>
                  </a:cubicBezTo>
                  <a:cubicBezTo>
                    <a:pt x="4660915" y="3261731"/>
                    <a:pt x="4520157" y="3343264"/>
                    <a:pt x="4379059" y="3424202"/>
                  </a:cubicBezTo>
                  <a:cubicBezTo>
                    <a:pt x="4364744" y="3432414"/>
                    <a:pt x="4349517" y="3439039"/>
                    <a:pt x="4330402" y="3448544"/>
                  </a:cubicBezTo>
                  <a:cubicBezTo>
                    <a:pt x="4330402" y="3022898"/>
                    <a:pt x="4330402" y="2602195"/>
                    <a:pt x="4330402" y="2176798"/>
                  </a:cubicBezTo>
                  <a:cubicBezTo>
                    <a:pt x="4156714" y="2176798"/>
                    <a:pt x="3986008" y="2176798"/>
                    <a:pt x="3811578" y="2177188"/>
                  </a:cubicBezTo>
                  <a:cubicBezTo>
                    <a:pt x="3795545" y="2171931"/>
                    <a:pt x="3783499" y="2162239"/>
                    <a:pt x="3770872" y="2161413"/>
                  </a:cubicBezTo>
                  <a:cubicBezTo>
                    <a:pt x="3736326" y="2159150"/>
                    <a:pt x="3701510" y="2159834"/>
                    <a:pt x="3666847" y="2160875"/>
                  </a:cubicBezTo>
                  <a:cubicBezTo>
                    <a:pt x="3641686" y="2161629"/>
                    <a:pt x="3630314" y="2152181"/>
                    <a:pt x="3630522" y="2125982"/>
                  </a:cubicBezTo>
                  <a:cubicBezTo>
                    <a:pt x="3631252" y="2033913"/>
                    <a:pt x="3631252" y="1941831"/>
                    <a:pt x="3630523" y="1849762"/>
                  </a:cubicBezTo>
                  <a:cubicBezTo>
                    <a:pt x="3630419" y="1836612"/>
                    <a:pt x="3633281" y="1827942"/>
                    <a:pt x="3639293" y="1822530"/>
                  </a:cubicBezTo>
                  <a:lnTo>
                    <a:pt x="3648490" y="1819976"/>
                  </a:lnTo>
                  <a:lnTo>
                    <a:pt x="3639290" y="1822530"/>
                  </a:lnTo>
                  <a:cubicBezTo>
                    <a:pt x="3633278" y="1827941"/>
                    <a:pt x="3630417" y="1836611"/>
                    <a:pt x="3630519" y="1849763"/>
                  </a:cubicBezTo>
                  <a:cubicBezTo>
                    <a:pt x="3631247" y="1941834"/>
                    <a:pt x="3631247" y="2033914"/>
                    <a:pt x="3630519" y="2125985"/>
                  </a:cubicBezTo>
                  <a:cubicBezTo>
                    <a:pt x="3630306" y="2152183"/>
                    <a:pt x="3641684" y="2161630"/>
                    <a:pt x="3666842" y="2160877"/>
                  </a:cubicBezTo>
                  <a:cubicBezTo>
                    <a:pt x="3701505" y="2159839"/>
                    <a:pt x="3736323" y="2159151"/>
                    <a:pt x="3770863" y="2161417"/>
                  </a:cubicBezTo>
                  <a:cubicBezTo>
                    <a:pt x="3783492" y="2162243"/>
                    <a:pt x="3795540" y="2171936"/>
                    <a:pt x="3807849" y="2177579"/>
                  </a:cubicBezTo>
                  <a:cubicBezTo>
                    <a:pt x="3807726" y="2654090"/>
                    <a:pt x="3806639" y="3130600"/>
                    <a:pt x="3808127" y="3607111"/>
                  </a:cubicBezTo>
                  <a:cubicBezTo>
                    <a:pt x="3808512" y="3731898"/>
                    <a:pt x="3722599" y="3806933"/>
                    <a:pt x="3605344" y="3807064"/>
                  </a:cubicBezTo>
                  <a:cubicBezTo>
                    <a:pt x="3166310" y="3807530"/>
                    <a:pt x="2727275" y="3807252"/>
                    <a:pt x="2288241" y="3807252"/>
                  </a:cubicBezTo>
                  <a:cubicBezTo>
                    <a:pt x="2236353" y="3807252"/>
                    <a:pt x="2184457" y="3807252"/>
                    <a:pt x="2128742" y="3807252"/>
                  </a:cubicBezTo>
                  <a:cubicBezTo>
                    <a:pt x="2128742" y="3820625"/>
                    <a:pt x="2128742" y="3830914"/>
                    <a:pt x="2128742" y="3841211"/>
                  </a:cubicBezTo>
                  <a:cubicBezTo>
                    <a:pt x="2128742" y="4013879"/>
                    <a:pt x="2128979" y="4186547"/>
                    <a:pt x="2128472" y="4359214"/>
                  </a:cubicBezTo>
                  <a:cubicBezTo>
                    <a:pt x="2128398" y="4384308"/>
                    <a:pt x="2130655" y="4396519"/>
                    <a:pt x="2162832" y="4403381"/>
                  </a:cubicBezTo>
                  <a:cubicBezTo>
                    <a:pt x="2302227" y="4433104"/>
                    <a:pt x="2436805" y="4480035"/>
                    <a:pt x="2555123" y="4560893"/>
                  </a:cubicBezTo>
                  <a:cubicBezTo>
                    <a:pt x="2637191" y="4616977"/>
                    <a:pt x="2718188" y="4677395"/>
                    <a:pt x="2788790" y="4746909"/>
                  </a:cubicBezTo>
                  <a:cubicBezTo>
                    <a:pt x="2956354" y="4911880"/>
                    <a:pt x="3065078" y="5111997"/>
                    <a:pt x="3116843" y="5342286"/>
                  </a:cubicBezTo>
                  <a:cubicBezTo>
                    <a:pt x="3141576" y="5452302"/>
                    <a:pt x="3155096" y="5564019"/>
                    <a:pt x="3147809" y="5676097"/>
                  </a:cubicBezTo>
                  <a:cubicBezTo>
                    <a:pt x="3133904" y="5889848"/>
                    <a:pt x="3075825" y="6090095"/>
                    <a:pt x="2960738" y="6274066"/>
                  </a:cubicBezTo>
                  <a:cubicBezTo>
                    <a:pt x="2820974" y="6497468"/>
                    <a:pt x="2630362" y="6658734"/>
                    <a:pt x="2390479" y="6763254"/>
                  </a:cubicBezTo>
                  <a:cubicBezTo>
                    <a:pt x="2275048" y="6813555"/>
                    <a:pt x="2154276" y="6845077"/>
                    <a:pt x="2026144" y="6855399"/>
                  </a:cubicBezTo>
                  <a:cubicBezTo>
                    <a:pt x="1946480" y="6858573"/>
                    <a:pt x="1868624" y="6858949"/>
                    <a:pt x="1785230" y="6855964"/>
                  </a:cubicBezTo>
                  <a:cubicBezTo>
                    <a:pt x="1739501" y="6846926"/>
                    <a:pt x="1699056" y="6842624"/>
                    <a:pt x="1659150" y="6835352"/>
                  </a:cubicBezTo>
                  <a:cubicBezTo>
                    <a:pt x="1420993" y="6791914"/>
                    <a:pt x="1217360" y="6679836"/>
                    <a:pt x="1042876" y="6515315"/>
                  </a:cubicBezTo>
                  <a:cubicBezTo>
                    <a:pt x="936254" y="6414786"/>
                    <a:pt x="853008" y="6295446"/>
                    <a:pt x="787428" y="6163755"/>
                  </a:cubicBezTo>
                  <a:cubicBezTo>
                    <a:pt x="720949" y="6030274"/>
                    <a:pt x="681763" y="5888441"/>
                    <a:pt x="668873" y="5741406"/>
                  </a:cubicBezTo>
                  <a:cubicBezTo>
                    <a:pt x="660785" y="5649278"/>
                    <a:pt x="669577" y="5555268"/>
                    <a:pt x="675449" y="5462395"/>
                  </a:cubicBezTo>
                  <a:cubicBezTo>
                    <a:pt x="683522" y="5334810"/>
                    <a:pt x="722397" y="5214537"/>
                    <a:pt x="776395" y="5099622"/>
                  </a:cubicBezTo>
                  <a:cubicBezTo>
                    <a:pt x="848379" y="4946453"/>
                    <a:pt x="944254" y="4810861"/>
                    <a:pt x="1072182" y="4697696"/>
                  </a:cubicBezTo>
                  <a:cubicBezTo>
                    <a:pt x="1153187" y="4626031"/>
                    <a:pt x="1239508" y="4563527"/>
                    <a:pt x="1335228" y="4514035"/>
                  </a:cubicBezTo>
                  <a:cubicBezTo>
                    <a:pt x="1467941" y="4445413"/>
                    <a:pt x="1609544" y="4404240"/>
                    <a:pt x="1756841" y="4384103"/>
                  </a:cubicBezTo>
                  <a:cubicBezTo>
                    <a:pt x="1756841" y="4190783"/>
                    <a:pt x="1756841" y="4000130"/>
                    <a:pt x="1756841" y="3807653"/>
                  </a:cubicBezTo>
                  <a:lnTo>
                    <a:pt x="700387" y="3805101"/>
                  </a:lnTo>
                  <a:lnTo>
                    <a:pt x="700387" y="3437330"/>
                  </a:lnTo>
                  <a:lnTo>
                    <a:pt x="3435531" y="3437674"/>
                  </a:lnTo>
                  <a:cubicBezTo>
                    <a:pt x="3435531" y="2412424"/>
                    <a:pt x="3435531" y="1391958"/>
                    <a:pt x="3435531" y="371925"/>
                  </a:cubicBezTo>
                  <a:cubicBezTo>
                    <a:pt x="2412595" y="371925"/>
                    <a:pt x="1392129" y="371925"/>
                    <a:pt x="369660" y="371925"/>
                  </a:cubicBezTo>
                  <a:cubicBezTo>
                    <a:pt x="369660" y="380939"/>
                    <a:pt x="369660" y="387457"/>
                    <a:pt x="369660" y="393976"/>
                  </a:cubicBezTo>
                  <a:lnTo>
                    <a:pt x="367067" y="3099700"/>
                  </a:lnTo>
                  <a:lnTo>
                    <a:pt x="0" y="3099700"/>
                  </a:lnTo>
                  <a:lnTo>
                    <a:pt x="630" y="216393"/>
                  </a:lnTo>
                  <a:cubicBezTo>
                    <a:pt x="720" y="96349"/>
                    <a:pt x="42703" y="34982"/>
                    <a:pt x="152768" y="1268"/>
                  </a:cubicBezTo>
                  <a:cubicBezTo>
                    <a:pt x="160767" y="826"/>
                    <a:pt x="168766" y="0"/>
                    <a:pt x="176757"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19" name="Freeform: Shape 118">
              <a:extLst>
                <a:ext uri="{FF2B5EF4-FFF2-40B4-BE49-F238E27FC236}">
                  <a16:creationId xmlns:a16="http://schemas.microsoft.com/office/drawing/2014/main" id="{36FD453D-B044-5BF8-3BF9-0696481751BF}"/>
                </a:ext>
                <a:ext uri="{C183D7F6-B498-43B3-948B-1728B52AA6E4}">
                  <adec:decorative xmlns:adec="http://schemas.microsoft.com/office/drawing/2017/decorative" val="1"/>
                </a:ext>
              </a:extLst>
            </p:cNvPr>
            <p:cNvSpPr/>
            <p:nvPr/>
          </p:nvSpPr>
          <p:spPr>
            <a:xfrm>
              <a:off x="639763" y="1559612"/>
              <a:ext cx="194796" cy="377998"/>
            </a:xfrm>
            <a:custGeom>
              <a:avLst/>
              <a:gdLst>
                <a:gd name="connsiteX0" fmla="*/ 2510379 w 2921946"/>
                <a:gd name="connsiteY0" fmla="*/ 4296136 h 5669969"/>
                <a:gd name="connsiteX1" fmla="*/ 2621122 w 2921946"/>
                <a:gd name="connsiteY1" fmla="*/ 4389101 h 5669969"/>
                <a:gd name="connsiteX2" fmla="*/ 2645471 w 2921946"/>
                <a:gd name="connsiteY2" fmla="*/ 4425129 h 5669969"/>
                <a:gd name="connsiteX3" fmla="*/ 2107331 w 2921946"/>
                <a:gd name="connsiteY3" fmla="*/ 4992915 h 5669969"/>
                <a:gd name="connsiteX4" fmla="*/ 2247088 w 2921946"/>
                <a:gd name="connsiteY4" fmla="*/ 5121388 h 5669969"/>
                <a:gd name="connsiteX5" fmla="*/ 2551533 w 2921946"/>
                <a:gd name="connsiteY5" fmla="*/ 5417051 h 5669969"/>
                <a:gd name="connsiteX6" fmla="*/ 2663814 w 2921946"/>
                <a:gd name="connsiteY6" fmla="*/ 5518398 h 5669969"/>
                <a:gd name="connsiteX7" fmla="*/ 2527818 w 2921946"/>
                <a:gd name="connsiteY7" fmla="*/ 5657821 h 5669969"/>
                <a:gd name="connsiteX8" fmla="*/ 2171828 w 2921946"/>
                <a:gd name="connsiteY8" fmla="*/ 5318866 h 5669969"/>
                <a:gd name="connsiteX9" fmla="*/ 1975225 w 2921946"/>
                <a:gd name="connsiteY9" fmla="*/ 5130934 h 5669969"/>
                <a:gd name="connsiteX10" fmla="*/ 1663172 w 2921946"/>
                <a:gd name="connsiteY10" fmla="*/ 5452995 h 5669969"/>
                <a:gd name="connsiteX11" fmla="*/ 1450812 w 2921946"/>
                <a:gd name="connsiteY11" fmla="*/ 5669969 h 5669969"/>
                <a:gd name="connsiteX12" fmla="*/ 1316169 w 2921946"/>
                <a:gd name="connsiteY12" fmla="*/ 5536216 h 5669969"/>
                <a:gd name="connsiteX13" fmla="*/ 1507075 w 2921946"/>
                <a:gd name="connsiteY13" fmla="*/ 5336242 h 5669969"/>
                <a:gd name="connsiteX14" fmla="*/ 1811671 w 2921946"/>
                <a:gd name="connsiteY14" fmla="*/ 5023470 h 5669969"/>
                <a:gd name="connsiteX15" fmla="*/ 1837082 w 2921946"/>
                <a:gd name="connsiteY15" fmla="*/ 4996383 h 5669969"/>
                <a:gd name="connsiteX16" fmla="*/ 1622564 w 2921946"/>
                <a:gd name="connsiteY16" fmla="*/ 4793389 h 5669969"/>
                <a:gd name="connsiteX17" fmla="*/ 1295555 w 2921946"/>
                <a:gd name="connsiteY17" fmla="*/ 4474686 h 5669969"/>
                <a:gd name="connsiteX18" fmla="*/ 1282620 w 2921946"/>
                <a:gd name="connsiteY18" fmla="*/ 4465882 h 5669969"/>
                <a:gd name="connsiteX19" fmla="*/ 1357261 w 2921946"/>
                <a:gd name="connsiteY19" fmla="*/ 4370050 h 5669969"/>
                <a:gd name="connsiteX20" fmla="*/ 1409573 w 2921946"/>
                <a:gd name="connsiteY20" fmla="*/ 4324263 h 5669969"/>
                <a:gd name="connsiteX21" fmla="*/ 1438510 w 2921946"/>
                <a:gd name="connsiteY21" fmla="*/ 4344798 h 5669969"/>
                <a:gd name="connsiteX22" fmla="*/ 1794177 w 2921946"/>
                <a:gd name="connsiteY22" fmla="*/ 4691856 h 5669969"/>
                <a:gd name="connsiteX23" fmla="*/ 1951735 w 2921946"/>
                <a:gd name="connsiteY23" fmla="*/ 4839147 h 5669969"/>
                <a:gd name="connsiteX24" fmla="*/ 2260062 w 2921946"/>
                <a:gd name="connsiteY24" fmla="*/ 4558920 h 5669969"/>
                <a:gd name="connsiteX25" fmla="*/ 2265633 w 2921946"/>
                <a:gd name="connsiteY25" fmla="*/ 4553135 h 5669969"/>
                <a:gd name="connsiteX26" fmla="*/ 2510379 w 2921946"/>
                <a:gd name="connsiteY26" fmla="*/ 4296136 h 5669969"/>
                <a:gd name="connsiteX27" fmla="*/ 0 w 2921946"/>
                <a:gd name="connsiteY27" fmla="*/ 2697748 h 5669969"/>
                <a:gd name="connsiteX28" fmla="*/ 543628 w 2921946"/>
                <a:gd name="connsiteY28" fmla="*/ 2697748 h 5669969"/>
                <a:gd name="connsiteX29" fmla="*/ 543628 w 2921946"/>
                <a:gd name="connsiteY29" fmla="*/ 3241376 h 5669969"/>
                <a:gd name="connsiteX30" fmla="*/ 0 w 2921946"/>
                <a:gd name="connsiteY30" fmla="*/ 3241376 h 5669969"/>
                <a:gd name="connsiteX31" fmla="*/ 1589190 w 2921946"/>
                <a:gd name="connsiteY31" fmla="*/ 1810764 h 5669969"/>
                <a:gd name="connsiteX32" fmla="*/ 1873424 w 2921946"/>
                <a:gd name="connsiteY32" fmla="*/ 1904353 h 5669969"/>
                <a:gd name="connsiteX33" fmla="*/ 2076546 w 2921946"/>
                <a:gd name="connsiteY33" fmla="*/ 2140429 h 5669969"/>
                <a:gd name="connsiteX34" fmla="*/ 2334195 w 2921946"/>
                <a:gd name="connsiteY34" fmla="*/ 2340430 h 5669969"/>
                <a:gd name="connsiteX35" fmla="*/ 2528849 w 2921946"/>
                <a:gd name="connsiteY35" fmla="*/ 2306931 h 5669969"/>
                <a:gd name="connsiteX36" fmla="*/ 2785840 w 2921946"/>
                <a:gd name="connsiteY36" fmla="*/ 2142369 h 5669969"/>
                <a:gd name="connsiteX37" fmla="*/ 2921946 w 2921946"/>
                <a:gd name="connsiteY37" fmla="*/ 2266556 h 5669969"/>
                <a:gd name="connsiteX38" fmla="*/ 2737959 w 2921946"/>
                <a:gd name="connsiteY38" fmla="*/ 2409513 h 5669969"/>
                <a:gd name="connsiteX39" fmla="*/ 2308708 w 2921946"/>
                <a:gd name="connsiteY39" fmla="*/ 2528019 h 5669969"/>
                <a:gd name="connsiteX40" fmla="*/ 2069900 w 2921946"/>
                <a:gd name="connsiteY40" fmla="*/ 2423148 h 5669969"/>
                <a:gd name="connsiteX41" fmla="*/ 1850620 w 2921946"/>
                <a:gd name="connsiteY41" fmla="*/ 2150193 h 5669969"/>
                <a:gd name="connsiteX42" fmla="*/ 1560745 w 2921946"/>
                <a:gd name="connsiteY42" fmla="*/ 1999634 h 5669969"/>
                <a:gd name="connsiteX43" fmla="*/ 1302935 w 2921946"/>
                <a:gd name="connsiteY43" fmla="*/ 2111437 h 5669969"/>
                <a:gd name="connsiteX44" fmla="*/ 1187202 w 2921946"/>
                <a:gd name="connsiteY44" fmla="*/ 2207516 h 5669969"/>
                <a:gd name="connsiteX45" fmla="*/ 1049984 w 2921946"/>
                <a:gd name="connsiteY45" fmla="*/ 2085449 h 5669969"/>
                <a:gd name="connsiteX46" fmla="*/ 1258857 w 2921946"/>
                <a:gd name="connsiteY46" fmla="*/ 1911423 h 5669969"/>
                <a:gd name="connsiteX47" fmla="*/ 1485021 w 2921946"/>
                <a:gd name="connsiteY47" fmla="*/ 1820487 h 5669969"/>
                <a:gd name="connsiteX48" fmla="*/ 1589190 w 2921946"/>
                <a:gd name="connsiteY48" fmla="*/ 1810764 h 5669969"/>
                <a:gd name="connsiteX49" fmla="*/ 1628450 w 2921946"/>
                <a:gd name="connsiteY49" fmla="*/ 905431 h 5669969"/>
                <a:gd name="connsiteX50" fmla="*/ 1898996 w 2921946"/>
                <a:gd name="connsiteY50" fmla="*/ 1022072 h 5669969"/>
                <a:gd name="connsiteX51" fmla="*/ 2000936 w 2921946"/>
                <a:gd name="connsiteY51" fmla="*/ 1116274 h 5669969"/>
                <a:gd name="connsiteX52" fmla="*/ 2135534 w 2921946"/>
                <a:gd name="connsiteY52" fmla="*/ 990871 h 5669969"/>
                <a:gd name="connsiteX53" fmla="*/ 2288689 w 2921946"/>
                <a:gd name="connsiteY53" fmla="*/ 1110761 h 5669969"/>
                <a:gd name="connsiteX54" fmla="*/ 2108374 w 2921946"/>
                <a:gd name="connsiteY54" fmla="*/ 1279773 h 5669969"/>
                <a:gd name="connsiteX55" fmla="*/ 2539767 w 2921946"/>
                <a:gd name="connsiteY55" fmla="*/ 1396877 h 5669969"/>
                <a:gd name="connsiteX56" fmla="*/ 2661507 w 2921946"/>
                <a:gd name="connsiteY56" fmla="*/ 1324038 h 5669969"/>
                <a:gd name="connsiteX57" fmla="*/ 2776454 w 2921946"/>
                <a:gd name="connsiteY57" fmla="*/ 1229579 h 5669969"/>
                <a:gd name="connsiteX58" fmla="*/ 2914985 w 2921946"/>
                <a:gd name="connsiteY58" fmla="*/ 1354870 h 5669969"/>
                <a:gd name="connsiteX59" fmla="*/ 2705213 w 2921946"/>
                <a:gd name="connsiteY59" fmla="*/ 1526614 h 5669969"/>
                <a:gd name="connsiteX60" fmla="*/ 2369198 w 2921946"/>
                <a:gd name="connsiteY60" fmla="*/ 1629558 h 5669969"/>
                <a:gd name="connsiteX61" fmla="*/ 2046934 w 2921946"/>
                <a:gd name="connsiteY61" fmla="*/ 1499217 h 5669969"/>
                <a:gd name="connsiteX62" fmla="*/ 1958138 w 2921946"/>
                <a:gd name="connsiteY62" fmla="*/ 1422786 h 5669969"/>
                <a:gd name="connsiteX63" fmla="*/ 1810957 w 2921946"/>
                <a:gd name="connsiteY63" fmla="*/ 1559021 h 5669969"/>
                <a:gd name="connsiteX64" fmla="*/ 1680547 w 2921946"/>
                <a:gd name="connsiteY64" fmla="*/ 1419283 h 5669969"/>
                <a:gd name="connsiteX65" fmla="*/ 1853889 w 2921946"/>
                <a:gd name="connsiteY65" fmla="*/ 1255907 h 5669969"/>
                <a:gd name="connsiteX66" fmla="*/ 1701076 w 2921946"/>
                <a:gd name="connsiteY66" fmla="*/ 1120656 h 5669969"/>
                <a:gd name="connsiteX67" fmla="*/ 1457976 w 2921946"/>
                <a:gd name="connsiteY67" fmla="*/ 1120868 h 5669969"/>
                <a:gd name="connsiteX68" fmla="*/ 1218739 w 2921946"/>
                <a:gd name="connsiteY68" fmla="*/ 1279817 h 5669969"/>
                <a:gd name="connsiteX69" fmla="*/ 1160631 w 2921946"/>
                <a:gd name="connsiteY69" fmla="*/ 1280783 h 5669969"/>
                <a:gd name="connsiteX70" fmla="*/ 1047874 w 2921946"/>
                <a:gd name="connsiteY70" fmla="*/ 1177054 h 5669969"/>
                <a:gd name="connsiteX71" fmla="*/ 1527296 w 2921946"/>
                <a:gd name="connsiteY71" fmla="*/ 908697 h 5669969"/>
                <a:gd name="connsiteX72" fmla="*/ 1628450 w 2921946"/>
                <a:gd name="connsiteY72" fmla="*/ 905431 h 5669969"/>
                <a:gd name="connsiteX73" fmla="*/ 1563730 w 2921946"/>
                <a:gd name="connsiteY73" fmla="*/ 777 h 5669969"/>
                <a:gd name="connsiteX74" fmla="*/ 1908344 w 2921946"/>
                <a:gd name="connsiteY74" fmla="*/ 124083 h 5669969"/>
                <a:gd name="connsiteX75" fmla="*/ 1997587 w 2921946"/>
                <a:gd name="connsiteY75" fmla="*/ 215341 h 5669969"/>
                <a:gd name="connsiteX76" fmla="*/ 2119242 w 2921946"/>
                <a:gd name="connsiteY76" fmla="*/ 88649 h 5669969"/>
                <a:gd name="connsiteX77" fmla="*/ 2171182 w 2921946"/>
                <a:gd name="connsiteY77" fmla="*/ 88730 h 5669969"/>
                <a:gd name="connsiteX78" fmla="*/ 2279373 w 2921946"/>
                <a:gd name="connsiteY78" fmla="*/ 207999 h 5669969"/>
                <a:gd name="connsiteX79" fmla="*/ 2243537 w 2921946"/>
                <a:gd name="connsiteY79" fmla="*/ 238089 h 5669969"/>
                <a:gd name="connsiteX80" fmla="*/ 2095706 w 2921946"/>
                <a:gd name="connsiteY80" fmla="*/ 378216 h 5669969"/>
                <a:gd name="connsiteX81" fmla="*/ 2240219 w 2921946"/>
                <a:gd name="connsiteY81" fmla="*/ 496478 h 5669969"/>
                <a:gd name="connsiteX82" fmla="*/ 2540842 w 2921946"/>
                <a:gd name="connsiteY82" fmla="*/ 492061 h 5669969"/>
                <a:gd name="connsiteX83" fmla="*/ 2784573 w 2921946"/>
                <a:gd name="connsiteY83" fmla="*/ 333410 h 5669969"/>
                <a:gd name="connsiteX84" fmla="*/ 2918510 w 2921946"/>
                <a:gd name="connsiteY84" fmla="*/ 455850 h 5669969"/>
                <a:gd name="connsiteX85" fmla="*/ 2789715 w 2921946"/>
                <a:gd name="connsiteY85" fmla="*/ 565792 h 5669969"/>
                <a:gd name="connsiteX86" fmla="*/ 2458551 w 2921946"/>
                <a:gd name="connsiteY86" fmla="*/ 715756 h 5669969"/>
                <a:gd name="connsiteX87" fmla="*/ 2190354 w 2921946"/>
                <a:gd name="connsiteY87" fmla="*/ 687167 h 5669969"/>
                <a:gd name="connsiteX88" fmla="*/ 1962446 w 2921946"/>
                <a:gd name="connsiteY88" fmla="*/ 505641 h 5669969"/>
                <a:gd name="connsiteX89" fmla="*/ 1805716 w 2921946"/>
                <a:gd name="connsiteY89" fmla="*/ 649354 h 5669969"/>
                <a:gd name="connsiteX90" fmla="*/ 1675161 w 2921946"/>
                <a:gd name="connsiteY90" fmla="*/ 510974 h 5669969"/>
                <a:gd name="connsiteX91" fmla="*/ 1852314 w 2921946"/>
                <a:gd name="connsiteY91" fmla="*/ 342291 h 5669969"/>
                <a:gd name="connsiteX92" fmla="*/ 1688048 w 2921946"/>
                <a:gd name="connsiteY92" fmla="*/ 210025 h 5669969"/>
                <a:gd name="connsiteX93" fmla="*/ 1435617 w 2921946"/>
                <a:gd name="connsiteY93" fmla="*/ 228810 h 5669969"/>
                <a:gd name="connsiteX94" fmla="*/ 1178859 w 2921946"/>
                <a:gd name="connsiteY94" fmla="*/ 391045 h 5669969"/>
                <a:gd name="connsiteX95" fmla="*/ 1041535 w 2921946"/>
                <a:gd name="connsiteY95" fmla="*/ 268586 h 5669969"/>
                <a:gd name="connsiteX96" fmla="*/ 1223681 w 2921946"/>
                <a:gd name="connsiteY96" fmla="*/ 126259 h 5669969"/>
                <a:gd name="connsiteX97" fmla="*/ 1563730 w 2921946"/>
                <a:gd name="connsiteY97" fmla="*/ 777 h 566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921946" h="5669969">
                  <a:moveTo>
                    <a:pt x="2510379" y="4296136"/>
                  </a:moveTo>
                  <a:cubicBezTo>
                    <a:pt x="2547379" y="4327025"/>
                    <a:pt x="2584769" y="4357468"/>
                    <a:pt x="2621122" y="4389101"/>
                  </a:cubicBezTo>
                  <a:cubicBezTo>
                    <a:pt x="2630844" y="4397562"/>
                    <a:pt x="2637401" y="4409658"/>
                    <a:pt x="2645471" y="4425129"/>
                  </a:cubicBezTo>
                  <a:cubicBezTo>
                    <a:pt x="2467012" y="4616831"/>
                    <a:pt x="2288493" y="4803491"/>
                    <a:pt x="2107331" y="4992915"/>
                  </a:cubicBezTo>
                  <a:cubicBezTo>
                    <a:pt x="2155128" y="5036734"/>
                    <a:pt x="2202070" y="5078060"/>
                    <a:pt x="2247088" y="5121388"/>
                  </a:cubicBezTo>
                  <a:cubicBezTo>
                    <a:pt x="2349011" y="5219484"/>
                    <a:pt x="2449628" y="5318937"/>
                    <a:pt x="2551533" y="5417051"/>
                  </a:cubicBezTo>
                  <a:cubicBezTo>
                    <a:pt x="2587835" y="5452002"/>
                    <a:pt x="2626323" y="5484683"/>
                    <a:pt x="2663814" y="5518398"/>
                  </a:cubicBezTo>
                  <a:cubicBezTo>
                    <a:pt x="2619601" y="5565506"/>
                    <a:pt x="2575388" y="5612615"/>
                    <a:pt x="2527818" y="5657821"/>
                  </a:cubicBezTo>
                  <a:cubicBezTo>
                    <a:pt x="2406918" y="5543566"/>
                    <a:pt x="2289373" y="5431217"/>
                    <a:pt x="2171828" y="5318866"/>
                  </a:cubicBezTo>
                  <a:cubicBezTo>
                    <a:pt x="2106835" y="5256743"/>
                    <a:pt x="2041845" y="5194614"/>
                    <a:pt x="1975225" y="5130934"/>
                  </a:cubicBezTo>
                  <a:cubicBezTo>
                    <a:pt x="1869425" y="5240161"/>
                    <a:pt x="1766467" y="5346742"/>
                    <a:pt x="1663172" y="5452995"/>
                  </a:cubicBezTo>
                  <a:cubicBezTo>
                    <a:pt x="1592629" y="5525556"/>
                    <a:pt x="1521615" y="5597661"/>
                    <a:pt x="1450812" y="5669969"/>
                  </a:cubicBezTo>
                  <a:cubicBezTo>
                    <a:pt x="1389823" y="5642896"/>
                    <a:pt x="1348629" y="5594930"/>
                    <a:pt x="1316169" y="5536216"/>
                  </a:cubicBezTo>
                  <a:cubicBezTo>
                    <a:pt x="1381338" y="5466884"/>
                    <a:pt x="1443938" y="5401302"/>
                    <a:pt x="1507075" y="5336242"/>
                  </a:cubicBezTo>
                  <a:cubicBezTo>
                    <a:pt x="1608426" y="5231808"/>
                    <a:pt x="1710145" y="5127734"/>
                    <a:pt x="1811671" y="5023470"/>
                  </a:cubicBezTo>
                  <a:cubicBezTo>
                    <a:pt x="1819525" y="5015406"/>
                    <a:pt x="1827085" y="5007056"/>
                    <a:pt x="1837082" y="4996383"/>
                  </a:cubicBezTo>
                  <a:cubicBezTo>
                    <a:pt x="1763901" y="4927228"/>
                    <a:pt x="1692551" y="4861014"/>
                    <a:pt x="1622564" y="4793389"/>
                  </a:cubicBezTo>
                  <a:cubicBezTo>
                    <a:pt x="1513105" y="4687628"/>
                    <a:pt x="1404587" y="4580892"/>
                    <a:pt x="1295555" y="4474686"/>
                  </a:cubicBezTo>
                  <a:cubicBezTo>
                    <a:pt x="1291876" y="4471102"/>
                    <a:pt x="1286960" y="4468787"/>
                    <a:pt x="1282620" y="4465882"/>
                  </a:cubicBezTo>
                  <a:cubicBezTo>
                    <a:pt x="1307389" y="4433845"/>
                    <a:pt x="1331308" y="4401097"/>
                    <a:pt x="1357261" y="4370050"/>
                  </a:cubicBezTo>
                  <a:cubicBezTo>
                    <a:pt x="1371756" y="4352709"/>
                    <a:pt x="1389627" y="4338190"/>
                    <a:pt x="1409573" y="4324263"/>
                  </a:cubicBezTo>
                  <a:cubicBezTo>
                    <a:pt x="1421662" y="4332304"/>
                    <a:pt x="1431066" y="4337545"/>
                    <a:pt x="1438510" y="4344798"/>
                  </a:cubicBezTo>
                  <a:cubicBezTo>
                    <a:pt x="1557155" y="4460392"/>
                    <a:pt x="1675140" y="4576668"/>
                    <a:pt x="1794177" y="4691856"/>
                  </a:cubicBezTo>
                  <a:cubicBezTo>
                    <a:pt x="1851612" y="4747435"/>
                    <a:pt x="1910918" y="4801080"/>
                    <a:pt x="1951735" y="4839147"/>
                  </a:cubicBezTo>
                  <a:cubicBezTo>
                    <a:pt x="2054384" y="4745864"/>
                    <a:pt x="2157232" y="4652403"/>
                    <a:pt x="2260062" y="4558920"/>
                  </a:cubicBezTo>
                  <a:cubicBezTo>
                    <a:pt x="2262038" y="4557124"/>
                    <a:pt x="2263786" y="4555075"/>
                    <a:pt x="2265633" y="4553135"/>
                  </a:cubicBezTo>
                  <a:cubicBezTo>
                    <a:pt x="2347216" y="4467469"/>
                    <a:pt x="2428797" y="4381803"/>
                    <a:pt x="2510379" y="4296136"/>
                  </a:cubicBezTo>
                  <a:close/>
                  <a:moveTo>
                    <a:pt x="0" y="2697748"/>
                  </a:moveTo>
                  <a:lnTo>
                    <a:pt x="543628" y="2697748"/>
                  </a:lnTo>
                  <a:lnTo>
                    <a:pt x="543628" y="3241376"/>
                  </a:lnTo>
                  <a:lnTo>
                    <a:pt x="0" y="3241376"/>
                  </a:lnTo>
                  <a:close/>
                  <a:moveTo>
                    <a:pt x="1589190" y="1810764"/>
                  </a:moveTo>
                  <a:cubicBezTo>
                    <a:pt x="1691027" y="1810780"/>
                    <a:pt x="1785843" y="1840507"/>
                    <a:pt x="1873424" y="1904353"/>
                  </a:cubicBezTo>
                  <a:cubicBezTo>
                    <a:pt x="1959377" y="1967013"/>
                    <a:pt x="2021275" y="2050752"/>
                    <a:pt x="2076546" y="2140429"/>
                  </a:cubicBezTo>
                  <a:cubicBezTo>
                    <a:pt x="2137221" y="2238872"/>
                    <a:pt x="2215491" y="2316474"/>
                    <a:pt x="2334195" y="2340430"/>
                  </a:cubicBezTo>
                  <a:cubicBezTo>
                    <a:pt x="2401893" y="2354092"/>
                    <a:pt x="2464445" y="2332544"/>
                    <a:pt x="2528849" y="2306931"/>
                  </a:cubicBezTo>
                  <a:cubicBezTo>
                    <a:pt x="2614271" y="2252137"/>
                    <a:pt x="2697144" y="2199117"/>
                    <a:pt x="2785840" y="2142369"/>
                  </a:cubicBezTo>
                  <a:cubicBezTo>
                    <a:pt x="2822330" y="2175664"/>
                    <a:pt x="2868087" y="2217414"/>
                    <a:pt x="2921946" y="2266556"/>
                  </a:cubicBezTo>
                  <a:cubicBezTo>
                    <a:pt x="2857858" y="2316595"/>
                    <a:pt x="2799606" y="2365429"/>
                    <a:pt x="2737959" y="2409513"/>
                  </a:cubicBezTo>
                  <a:cubicBezTo>
                    <a:pt x="2609780" y="2501176"/>
                    <a:pt x="2466227" y="2545505"/>
                    <a:pt x="2308708" y="2528019"/>
                  </a:cubicBezTo>
                  <a:cubicBezTo>
                    <a:pt x="2219952" y="2518167"/>
                    <a:pt x="2141408" y="2479327"/>
                    <a:pt x="2069900" y="2423148"/>
                  </a:cubicBezTo>
                  <a:cubicBezTo>
                    <a:pt x="1974974" y="2348569"/>
                    <a:pt x="1922530" y="2242105"/>
                    <a:pt x="1850620" y="2150193"/>
                  </a:cubicBezTo>
                  <a:cubicBezTo>
                    <a:pt x="1778124" y="2057531"/>
                    <a:pt x="1688642" y="1987215"/>
                    <a:pt x="1560745" y="1999634"/>
                  </a:cubicBezTo>
                  <a:cubicBezTo>
                    <a:pt x="1463585" y="2009069"/>
                    <a:pt x="1380516" y="2055735"/>
                    <a:pt x="1302935" y="2111437"/>
                  </a:cubicBezTo>
                  <a:cubicBezTo>
                    <a:pt x="1264373" y="2139125"/>
                    <a:pt x="1229570" y="2172051"/>
                    <a:pt x="1187202" y="2207516"/>
                  </a:cubicBezTo>
                  <a:cubicBezTo>
                    <a:pt x="1142999" y="2168194"/>
                    <a:pt x="1097426" y="2127652"/>
                    <a:pt x="1049984" y="2085449"/>
                  </a:cubicBezTo>
                  <a:cubicBezTo>
                    <a:pt x="1109342" y="2013568"/>
                    <a:pt x="1179992" y="1956581"/>
                    <a:pt x="1258857" y="1911423"/>
                  </a:cubicBezTo>
                  <a:cubicBezTo>
                    <a:pt x="1329510" y="1870966"/>
                    <a:pt x="1402648" y="1835416"/>
                    <a:pt x="1485021" y="1820487"/>
                  </a:cubicBezTo>
                  <a:cubicBezTo>
                    <a:pt x="1520518" y="1814054"/>
                    <a:pt x="1555244" y="1810758"/>
                    <a:pt x="1589190" y="1810764"/>
                  </a:cubicBezTo>
                  <a:close/>
                  <a:moveTo>
                    <a:pt x="1628450" y="905431"/>
                  </a:moveTo>
                  <a:cubicBezTo>
                    <a:pt x="1727384" y="912607"/>
                    <a:pt x="1819137" y="951204"/>
                    <a:pt x="1898996" y="1022072"/>
                  </a:cubicBezTo>
                  <a:cubicBezTo>
                    <a:pt x="1932298" y="1051623"/>
                    <a:pt x="1964444" y="1082479"/>
                    <a:pt x="2000936" y="1116274"/>
                  </a:cubicBezTo>
                  <a:cubicBezTo>
                    <a:pt x="2048419" y="1072035"/>
                    <a:pt x="2097770" y="1026055"/>
                    <a:pt x="2135534" y="990871"/>
                  </a:cubicBezTo>
                  <a:cubicBezTo>
                    <a:pt x="2185846" y="1030256"/>
                    <a:pt x="2235654" y="1069245"/>
                    <a:pt x="2288689" y="1110761"/>
                  </a:cubicBezTo>
                  <a:cubicBezTo>
                    <a:pt x="2222244" y="1173040"/>
                    <a:pt x="2165165" y="1226541"/>
                    <a:pt x="2108374" y="1279773"/>
                  </a:cubicBezTo>
                  <a:cubicBezTo>
                    <a:pt x="2220395" y="1432277"/>
                    <a:pt x="2367366" y="1482421"/>
                    <a:pt x="2539767" y="1396877"/>
                  </a:cubicBezTo>
                  <a:cubicBezTo>
                    <a:pt x="2582035" y="1375903"/>
                    <a:pt x="2622993" y="1351287"/>
                    <a:pt x="2661507" y="1324038"/>
                  </a:cubicBezTo>
                  <a:cubicBezTo>
                    <a:pt x="2700285" y="1296602"/>
                    <a:pt x="2735268" y="1263802"/>
                    <a:pt x="2776454" y="1229579"/>
                  </a:cubicBezTo>
                  <a:cubicBezTo>
                    <a:pt x="2820426" y="1269350"/>
                    <a:pt x="2866932" y="1311409"/>
                    <a:pt x="2914985" y="1354870"/>
                  </a:cubicBezTo>
                  <a:cubicBezTo>
                    <a:pt x="2854384" y="1427135"/>
                    <a:pt x="2782639" y="1480858"/>
                    <a:pt x="2705213" y="1526614"/>
                  </a:cubicBezTo>
                  <a:cubicBezTo>
                    <a:pt x="2601827" y="1587711"/>
                    <a:pt x="2492165" y="1631128"/>
                    <a:pt x="2369198" y="1629558"/>
                  </a:cubicBezTo>
                  <a:cubicBezTo>
                    <a:pt x="2244865" y="1627972"/>
                    <a:pt x="2139114" y="1580481"/>
                    <a:pt x="2046934" y="1499217"/>
                  </a:cubicBezTo>
                  <a:cubicBezTo>
                    <a:pt x="2018137" y="1473831"/>
                    <a:pt x="1988758" y="1449110"/>
                    <a:pt x="1958138" y="1422786"/>
                  </a:cubicBezTo>
                  <a:cubicBezTo>
                    <a:pt x="1916028" y="1461764"/>
                    <a:pt x="1865270" y="1508747"/>
                    <a:pt x="1810957" y="1559021"/>
                  </a:cubicBezTo>
                  <a:cubicBezTo>
                    <a:pt x="1769231" y="1514309"/>
                    <a:pt x="1727036" y="1469096"/>
                    <a:pt x="1680547" y="1419283"/>
                  </a:cubicBezTo>
                  <a:cubicBezTo>
                    <a:pt x="1737887" y="1365239"/>
                    <a:pt x="1795470" y="1310967"/>
                    <a:pt x="1853889" y="1255907"/>
                  </a:cubicBezTo>
                  <a:cubicBezTo>
                    <a:pt x="1817617" y="1192971"/>
                    <a:pt x="1765237" y="1152570"/>
                    <a:pt x="1701076" y="1120656"/>
                  </a:cubicBezTo>
                  <a:cubicBezTo>
                    <a:pt x="1618072" y="1083736"/>
                    <a:pt x="1536670" y="1088549"/>
                    <a:pt x="1457976" y="1120868"/>
                  </a:cubicBezTo>
                  <a:cubicBezTo>
                    <a:pt x="1368200" y="1157738"/>
                    <a:pt x="1285774" y="1208213"/>
                    <a:pt x="1218739" y="1279817"/>
                  </a:cubicBezTo>
                  <a:cubicBezTo>
                    <a:pt x="1197351" y="1302662"/>
                    <a:pt x="1183310" y="1304281"/>
                    <a:pt x="1160631" y="1280783"/>
                  </a:cubicBezTo>
                  <a:cubicBezTo>
                    <a:pt x="1125664" y="1244556"/>
                    <a:pt x="1086601" y="1212281"/>
                    <a:pt x="1047874" y="1177054"/>
                  </a:cubicBezTo>
                  <a:cubicBezTo>
                    <a:pt x="1182405" y="1037957"/>
                    <a:pt x="1335260" y="934147"/>
                    <a:pt x="1527296" y="908697"/>
                  </a:cubicBezTo>
                  <a:cubicBezTo>
                    <a:pt x="1561695" y="904138"/>
                    <a:pt x="1595472" y="903039"/>
                    <a:pt x="1628450" y="905431"/>
                  </a:cubicBezTo>
                  <a:close/>
                  <a:moveTo>
                    <a:pt x="1563730" y="777"/>
                  </a:moveTo>
                  <a:cubicBezTo>
                    <a:pt x="1693222" y="-6368"/>
                    <a:pt x="1810666" y="35803"/>
                    <a:pt x="1908344" y="124083"/>
                  </a:cubicBezTo>
                  <a:cubicBezTo>
                    <a:pt x="1937944" y="150838"/>
                    <a:pt x="1964343" y="181134"/>
                    <a:pt x="1997587" y="215341"/>
                  </a:cubicBezTo>
                  <a:cubicBezTo>
                    <a:pt x="2040234" y="171159"/>
                    <a:pt x="2080699" y="130781"/>
                    <a:pt x="2119242" y="88649"/>
                  </a:cubicBezTo>
                  <a:cubicBezTo>
                    <a:pt x="2138295" y="67823"/>
                    <a:pt x="2152616" y="67374"/>
                    <a:pt x="2171182" y="88730"/>
                  </a:cubicBezTo>
                  <a:cubicBezTo>
                    <a:pt x="2205181" y="127840"/>
                    <a:pt x="2240742" y="165594"/>
                    <a:pt x="2279373" y="207999"/>
                  </a:cubicBezTo>
                  <a:cubicBezTo>
                    <a:pt x="2268220" y="217264"/>
                    <a:pt x="2256879" y="226687"/>
                    <a:pt x="2243537" y="238089"/>
                  </a:cubicBezTo>
                  <a:cubicBezTo>
                    <a:pt x="2195177" y="283985"/>
                    <a:pt x="2148820" y="327900"/>
                    <a:pt x="2095706" y="378216"/>
                  </a:cubicBezTo>
                  <a:cubicBezTo>
                    <a:pt x="2144857" y="418969"/>
                    <a:pt x="2189104" y="462961"/>
                    <a:pt x="2240219" y="496478"/>
                  </a:cubicBezTo>
                  <a:cubicBezTo>
                    <a:pt x="2339462" y="561553"/>
                    <a:pt x="2444482" y="542970"/>
                    <a:pt x="2540842" y="492061"/>
                  </a:cubicBezTo>
                  <a:cubicBezTo>
                    <a:pt x="2624124" y="448062"/>
                    <a:pt x="2699689" y="389458"/>
                    <a:pt x="2784573" y="333410"/>
                  </a:cubicBezTo>
                  <a:cubicBezTo>
                    <a:pt x="2822294" y="367892"/>
                    <a:pt x="2868048" y="409719"/>
                    <a:pt x="2918510" y="455850"/>
                  </a:cubicBezTo>
                  <a:cubicBezTo>
                    <a:pt x="2873486" y="494567"/>
                    <a:pt x="2833608" y="532856"/>
                    <a:pt x="2789715" y="565792"/>
                  </a:cubicBezTo>
                  <a:cubicBezTo>
                    <a:pt x="2690710" y="640086"/>
                    <a:pt x="2583269" y="697194"/>
                    <a:pt x="2458551" y="715756"/>
                  </a:cubicBezTo>
                  <a:cubicBezTo>
                    <a:pt x="2366557" y="729449"/>
                    <a:pt x="2277588" y="724142"/>
                    <a:pt x="2190354" y="687167"/>
                  </a:cubicBezTo>
                  <a:cubicBezTo>
                    <a:pt x="2097355" y="647749"/>
                    <a:pt x="2028690" y="579322"/>
                    <a:pt x="1962446" y="505641"/>
                  </a:cubicBezTo>
                  <a:cubicBezTo>
                    <a:pt x="1910124" y="553618"/>
                    <a:pt x="1859339" y="600184"/>
                    <a:pt x="1805716" y="649354"/>
                  </a:cubicBezTo>
                  <a:cubicBezTo>
                    <a:pt x="1762400" y="603442"/>
                    <a:pt x="1718838" y="557269"/>
                    <a:pt x="1675161" y="510974"/>
                  </a:cubicBezTo>
                  <a:cubicBezTo>
                    <a:pt x="1735371" y="453643"/>
                    <a:pt x="1793235" y="398545"/>
                    <a:pt x="1852314" y="342291"/>
                  </a:cubicBezTo>
                  <a:cubicBezTo>
                    <a:pt x="1802590" y="289003"/>
                    <a:pt x="1755785" y="236698"/>
                    <a:pt x="1688048" y="210025"/>
                  </a:cubicBezTo>
                  <a:cubicBezTo>
                    <a:pt x="1600882" y="175700"/>
                    <a:pt x="1514487" y="185437"/>
                    <a:pt x="1435617" y="228810"/>
                  </a:cubicBezTo>
                  <a:cubicBezTo>
                    <a:pt x="1349456" y="276194"/>
                    <a:pt x="1268808" y="333601"/>
                    <a:pt x="1178859" y="391045"/>
                  </a:cubicBezTo>
                  <a:cubicBezTo>
                    <a:pt x="1142327" y="358467"/>
                    <a:pt x="1095616" y="316812"/>
                    <a:pt x="1041535" y="268586"/>
                  </a:cubicBezTo>
                  <a:cubicBezTo>
                    <a:pt x="1103869" y="219651"/>
                    <a:pt x="1162264" y="170874"/>
                    <a:pt x="1223681" y="126259"/>
                  </a:cubicBezTo>
                  <a:cubicBezTo>
                    <a:pt x="1324898" y="52730"/>
                    <a:pt x="1439568" y="7628"/>
                    <a:pt x="1563730" y="777"/>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31" name="Group 930">
            <a:extLst>
              <a:ext uri="{FF2B5EF4-FFF2-40B4-BE49-F238E27FC236}">
                <a16:creationId xmlns:a16="http://schemas.microsoft.com/office/drawing/2014/main" id="{51233A92-EE95-2E0C-1018-7E583638B9F9}"/>
              </a:ext>
              <a:ext uri="{C183D7F6-B498-43B3-948B-1728B52AA6E4}">
                <adec:decorative xmlns:adec="http://schemas.microsoft.com/office/drawing/2017/decorative" val="1"/>
              </a:ext>
            </a:extLst>
          </p:cNvPr>
          <p:cNvGrpSpPr>
            <a:grpSpLocks noChangeAspect="1"/>
          </p:cNvGrpSpPr>
          <p:nvPr/>
        </p:nvGrpSpPr>
        <p:grpSpPr>
          <a:xfrm>
            <a:off x="1289391" y="1517247"/>
            <a:ext cx="457172" cy="457200"/>
            <a:chOff x="1289391" y="1517247"/>
            <a:chExt cx="457172" cy="457200"/>
          </a:xfrm>
          <a:solidFill>
            <a:srgbClr val="FF0000"/>
          </a:solidFill>
        </p:grpSpPr>
        <p:sp>
          <p:nvSpPr>
            <p:cNvPr id="137" name="Freeform: Shape 136">
              <a:extLst>
                <a:ext uri="{FF2B5EF4-FFF2-40B4-BE49-F238E27FC236}">
                  <a16:creationId xmlns:a16="http://schemas.microsoft.com/office/drawing/2014/main" id="{73F26D36-90DB-2AFC-5401-048C5F5E10C6}"/>
                </a:ext>
                <a:ext uri="{C183D7F6-B498-43B3-948B-1728B52AA6E4}">
                  <adec:decorative xmlns:adec="http://schemas.microsoft.com/office/drawing/2017/decorative" val="1"/>
                </a:ext>
              </a:extLst>
            </p:cNvPr>
            <p:cNvSpPr/>
            <p:nvPr/>
          </p:nvSpPr>
          <p:spPr>
            <a:xfrm>
              <a:off x="1329294" y="1535586"/>
              <a:ext cx="417269" cy="438861"/>
            </a:xfrm>
            <a:custGeom>
              <a:avLst/>
              <a:gdLst>
                <a:gd name="connsiteX0" fmla="*/ 3043211 w 6259044"/>
                <a:gd name="connsiteY0" fmla="*/ 5625394 h 6582914"/>
                <a:gd name="connsiteX1" fmla="*/ 3334471 w 6259044"/>
                <a:gd name="connsiteY1" fmla="*/ 5625394 h 6582914"/>
                <a:gd name="connsiteX2" fmla="*/ 3334471 w 6259044"/>
                <a:gd name="connsiteY2" fmla="*/ 6315003 h 6582914"/>
                <a:gd name="connsiteX3" fmla="*/ 4021934 w 6259044"/>
                <a:gd name="connsiteY3" fmla="*/ 6315003 h 6582914"/>
                <a:gd name="connsiteX4" fmla="*/ 4021934 w 6259044"/>
                <a:gd name="connsiteY4" fmla="*/ 6579936 h 6582914"/>
                <a:gd name="connsiteX5" fmla="*/ 3205073 w 6259044"/>
                <a:gd name="connsiteY5" fmla="*/ 6582914 h 6582914"/>
                <a:gd name="connsiteX6" fmla="*/ 3143140 w 6259044"/>
                <a:gd name="connsiteY6" fmla="*/ 6533551 h 6582914"/>
                <a:gd name="connsiteX7" fmla="*/ 3043407 w 6259044"/>
                <a:gd name="connsiteY7" fmla="*/ 6316256 h 6582914"/>
                <a:gd name="connsiteX8" fmla="*/ 3043211 w 6259044"/>
                <a:gd name="connsiteY8" fmla="*/ 5662153 h 6582914"/>
                <a:gd name="connsiteX9" fmla="*/ 3043211 w 6259044"/>
                <a:gd name="connsiteY9" fmla="*/ 5625394 h 6582914"/>
                <a:gd name="connsiteX10" fmla="*/ 5966096 w 6259044"/>
                <a:gd name="connsiteY10" fmla="*/ 5624891 h 6582914"/>
                <a:gd name="connsiteX11" fmla="*/ 6259016 w 6259044"/>
                <a:gd name="connsiteY11" fmla="*/ 5624891 h 6582914"/>
                <a:gd name="connsiteX12" fmla="*/ 6259016 w 6259044"/>
                <a:gd name="connsiteY12" fmla="*/ 5660029 h 6582914"/>
                <a:gd name="connsiteX13" fmla="*/ 6258990 w 6259044"/>
                <a:gd name="connsiteY13" fmla="*/ 6314353 h 6582914"/>
                <a:gd name="connsiteX14" fmla="*/ 6107777 w 6259044"/>
                <a:gd name="connsiteY14" fmla="*/ 6570179 h 6582914"/>
                <a:gd name="connsiteX15" fmla="*/ 6100172 w 6259044"/>
                <a:gd name="connsiteY15" fmla="*/ 6580555 h 6582914"/>
                <a:gd name="connsiteX16" fmla="*/ 5283272 w 6259044"/>
                <a:gd name="connsiteY16" fmla="*/ 6582913 h 6582914"/>
                <a:gd name="connsiteX17" fmla="*/ 5280293 w 6259044"/>
                <a:gd name="connsiteY17" fmla="*/ 6316825 h 6582914"/>
                <a:gd name="connsiteX18" fmla="*/ 5966096 w 6259044"/>
                <a:gd name="connsiteY18" fmla="*/ 6316825 h 6582914"/>
                <a:gd name="connsiteX19" fmla="*/ 5966096 w 6259044"/>
                <a:gd name="connsiteY19" fmla="*/ 5624891 h 6582914"/>
                <a:gd name="connsiteX20" fmla="*/ 4304082 w 6259044"/>
                <a:gd name="connsiteY20" fmla="*/ 4338546 h 6582914"/>
                <a:gd name="connsiteX21" fmla="*/ 4244066 w 6259044"/>
                <a:gd name="connsiteY21" fmla="*/ 4379500 h 6582914"/>
                <a:gd name="connsiteX22" fmla="*/ 4206502 w 6259044"/>
                <a:gd name="connsiteY22" fmla="*/ 4440115 h 6582914"/>
                <a:gd name="connsiteX23" fmla="*/ 4070254 w 6259044"/>
                <a:gd name="connsiteY23" fmla="*/ 4675716 h 6582914"/>
                <a:gd name="connsiteX24" fmla="*/ 3922275 w 6259044"/>
                <a:gd name="connsiteY24" fmla="*/ 4933252 h 6582914"/>
                <a:gd name="connsiteX25" fmla="*/ 3921161 w 6259044"/>
                <a:gd name="connsiteY25" fmla="*/ 4963615 h 6582914"/>
                <a:gd name="connsiteX26" fmla="*/ 4042500 w 6259044"/>
                <a:gd name="connsiteY26" fmla="*/ 5175764 h 6582914"/>
                <a:gd name="connsiteX27" fmla="*/ 4250544 w 6259044"/>
                <a:gd name="connsiteY27" fmla="*/ 5530846 h 6582914"/>
                <a:gd name="connsiteX28" fmla="*/ 4286260 w 6259044"/>
                <a:gd name="connsiteY28" fmla="*/ 5552405 h 6582914"/>
                <a:gd name="connsiteX29" fmla="*/ 4940548 w 6259044"/>
                <a:gd name="connsiteY29" fmla="*/ 5552554 h 6582914"/>
                <a:gd name="connsiteX30" fmla="*/ 4971074 w 6259044"/>
                <a:gd name="connsiteY30" fmla="*/ 5534270 h 6582914"/>
                <a:gd name="connsiteX31" fmla="*/ 5092167 w 6259044"/>
                <a:gd name="connsiteY31" fmla="*/ 5325602 h 6582914"/>
                <a:gd name="connsiteX32" fmla="*/ 5296188 w 6259044"/>
                <a:gd name="connsiteY32" fmla="*/ 4975538 h 6582914"/>
                <a:gd name="connsiteX33" fmla="*/ 5296153 w 6259044"/>
                <a:gd name="connsiteY33" fmla="*/ 4923528 h 6582914"/>
                <a:gd name="connsiteX34" fmla="*/ 5220876 w 6259044"/>
                <a:gd name="connsiteY34" fmla="*/ 4792058 h 6582914"/>
                <a:gd name="connsiteX35" fmla="*/ 4974649 w 6259044"/>
                <a:gd name="connsiteY35" fmla="*/ 4362712 h 6582914"/>
                <a:gd name="connsiteX36" fmla="*/ 4932956 w 6259044"/>
                <a:gd name="connsiteY36" fmla="*/ 4338651 h 6582914"/>
                <a:gd name="connsiteX37" fmla="*/ 4304082 w 6259044"/>
                <a:gd name="connsiteY37" fmla="*/ 4338546 h 6582914"/>
                <a:gd name="connsiteX38" fmla="*/ 5147287 w 6259044"/>
                <a:gd name="connsiteY38" fmla="*/ 3996964 h 6582914"/>
                <a:gd name="connsiteX39" fmla="*/ 5173057 w 6259044"/>
                <a:gd name="connsiteY39" fmla="*/ 4012752 h 6582914"/>
                <a:gd name="connsiteX40" fmla="*/ 5305980 w 6259044"/>
                <a:gd name="connsiteY40" fmla="*/ 4239564 h 6582914"/>
                <a:gd name="connsiteX41" fmla="*/ 5584611 w 6259044"/>
                <a:gd name="connsiteY41" fmla="*/ 4718246 h 6582914"/>
                <a:gd name="connsiteX42" fmla="*/ 5705298 w 6259044"/>
                <a:gd name="connsiteY42" fmla="*/ 4930714 h 6582914"/>
                <a:gd name="connsiteX43" fmla="*/ 5703927 w 6259044"/>
                <a:gd name="connsiteY43" fmla="*/ 4966690 h 6582914"/>
                <a:gd name="connsiteX44" fmla="*/ 5498009 w 6259044"/>
                <a:gd name="connsiteY44" fmla="*/ 5326528 h 6582914"/>
                <a:gd name="connsiteX45" fmla="*/ 5294724 w 6259044"/>
                <a:gd name="connsiteY45" fmla="*/ 5676161 h 6582914"/>
                <a:gd name="connsiteX46" fmla="*/ 5171218 w 6259044"/>
                <a:gd name="connsiteY46" fmla="*/ 5889732 h 6582914"/>
                <a:gd name="connsiteX47" fmla="*/ 5137094 w 6259044"/>
                <a:gd name="connsiteY47" fmla="*/ 5902356 h 6582914"/>
                <a:gd name="connsiteX48" fmla="*/ 4393848 w 6259044"/>
                <a:gd name="connsiteY48" fmla="*/ 5902892 h 6582914"/>
                <a:gd name="connsiteX49" fmla="*/ 4088933 w 6259044"/>
                <a:gd name="connsiteY49" fmla="*/ 5903412 h 6582914"/>
                <a:gd name="connsiteX50" fmla="*/ 4046380 w 6259044"/>
                <a:gd name="connsiteY50" fmla="*/ 5880301 h 6582914"/>
                <a:gd name="connsiteX51" fmla="*/ 3920083 w 6259044"/>
                <a:gd name="connsiteY51" fmla="*/ 5660351 h 6582914"/>
                <a:gd name="connsiteX52" fmla="*/ 3743849 w 6259044"/>
                <a:gd name="connsiteY52" fmla="*/ 5354830 h 6582914"/>
                <a:gd name="connsiteX53" fmla="*/ 3591022 w 6259044"/>
                <a:gd name="connsiteY53" fmla="*/ 5092955 h 6582914"/>
                <a:gd name="connsiteX54" fmla="*/ 3522845 w 6259044"/>
                <a:gd name="connsiteY54" fmla="*/ 4975241 h 6582914"/>
                <a:gd name="connsiteX55" fmla="*/ 3525243 w 6259044"/>
                <a:gd name="connsiteY55" fmla="*/ 4920783 h 6582914"/>
                <a:gd name="connsiteX56" fmla="*/ 3702838 w 6259044"/>
                <a:gd name="connsiteY56" fmla="*/ 4616158 h 6582914"/>
                <a:gd name="connsiteX57" fmla="*/ 3853059 w 6259044"/>
                <a:gd name="connsiteY57" fmla="*/ 4352909 h 6582914"/>
                <a:gd name="connsiteX58" fmla="*/ 4048169 w 6259044"/>
                <a:gd name="connsiteY58" fmla="*/ 4015425 h 6582914"/>
                <a:gd name="connsiteX59" fmla="*/ 4080065 w 6259044"/>
                <a:gd name="connsiteY59" fmla="*/ 3997073 h 6582914"/>
                <a:gd name="connsiteX60" fmla="*/ 5147287 w 6259044"/>
                <a:gd name="connsiteY60" fmla="*/ 3996964 h 6582914"/>
                <a:gd name="connsiteX61" fmla="*/ 4019487 w 6259044"/>
                <a:gd name="connsiteY61" fmla="*/ 3373463 h 6582914"/>
                <a:gd name="connsiteX62" fmla="*/ 4019487 w 6259044"/>
                <a:gd name="connsiteY62" fmla="*/ 3664405 h 6582914"/>
                <a:gd name="connsiteX63" fmla="*/ 3335556 w 6259044"/>
                <a:gd name="connsiteY63" fmla="*/ 3664405 h 6582914"/>
                <a:gd name="connsiteX64" fmla="*/ 3335556 w 6259044"/>
                <a:gd name="connsiteY64" fmla="*/ 3729556 h 6582914"/>
                <a:gd name="connsiteX65" fmla="*/ 3335556 w 6259044"/>
                <a:gd name="connsiteY65" fmla="*/ 4350364 h 6582914"/>
                <a:gd name="connsiteX66" fmla="*/ 3043210 w 6259044"/>
                <a:gd name="connsiteY66" fmla="*/ 4350364 h 6582914"/>
                <a:gd name="connsiteX67" fmla="*/ 3043210 w 6259044"/>
                <a:gd name="connsiteY67" fmla="*/ 4315835 h 6582914"/>
                <a:gd name="connsiteX68" fmla="*/ 3042607 w 6259044"/>
                <a:gd name="connsiteY68" fmla="*/ 3670831 h 6582914"/>
                <a:gd name="connsiteX69" fmla="*/ 3182782 w 6259044"/>
                <a:gd name="connsiteY69" fmla="*/ 3411586 h 6582914"/>
                <a:gd name="connsiteX70" fmla="*/ 3305384 w 6259044"/>
                <a:gd name="connsiteY70" fmla="*/ 3375104 h 6582914"/>
                <a:gd name="connsiteX71" fmla="*/ 4019487 w 6259044"/>
                <a:gd name="connsiteY71" fmla="*/ 3373463 h 6582914"/>
                <a:gd name="connsiteX72" fmla="*/ 5977740 w 6259044"/>
                <a:gd name="connsiteY72" fmla="*/ 3373205 h 6582914"/>
                <a:gd name="connsiteX73" fmla="*/ 6252245 w 6259044"/>
                <a:gd name="connsiteY73" fmla="*/ 3593392 h 6582914"/>
                <a:gd name="connsiteX74" fmla="*/ 6258736 w 6259044"/>
                <a:gd name="connsiteY74" fmla="*/ 3655246 h 6582914"/>
                <a:gd name="connsiteX75" fmla="*/ 6259015 w 6259044"/>
                <a:gd name="connsiteY75" fmla="*/ 4349909 h 6582914"/>
                <a:gd name="connsiteX76" fmla="*/ 5966669 w 6259044"/>
                <a:gd name="connsiteY76" fmla="*/ 4349909 h 6582914"/>
                <a:gd name="connsiteX77" fmla="*/ 5966669 w 6259044"/>
                <a:gd name="connsiteY77" fmla="*/ 4008996 h 6582914"/>
                <a:gd name="connsiteX78" fmla="*/ 5966669 w 6259044"/>
                <a:gd name="connsiteY78" fmla="*/ 3666570 h 6582914"/>
                <a:gd name="connsiteX79" fmla="*/ 5281997 w 6259044"/>
                <a:gd name="connsiteY79" fmla="*/ 3666570 h 6582914"/>
                <a:gd name="connsiteX80" fmla="*/ 5281997 w 6259044"/>
                <a:gd name="connsiteY80" fmla="*/ 3373461 h 6582914"/>
                <a:gd name="connsiteX81" fmla="*/ 5316931 w 6259044"/>
                <a:gd name="connsiteY81" fmla="*/ 3373461 h 6582914"/>
                <a:gd name="connsiteX82" fmla="*/ 5977740 w 6259044"/>
                <a:gd name="connsiteY82" fmla="*/ 3373205 h 6582914"/>
                <a:gd name="connsiteX83" fmla="*/ 5823615 w 6259044"/>
                <a:gd name="connsiteY83" fmla="*/ 0 h 6582914"/>
                <a:gd name="connsiteX84" fmla="*/ 5853739 w 6259044"/>
                <a:gd name="connsiteY84" fmla="*/ 22469 h 6582914"/>
                <a:gd name="connsiteX85" fmla="*/ 6033559 w 6259044"/>
                <a:gd name="connsiteY85" fmla="*/ 201984 h 6582914"/>
                <a:gd name="connsiteX86" fmla="*/ 410510 w 6259044"/>
                <a:gd name="connsiteY86" fmla="*/ 5825039 h 6582914"/>
                <a:gd name="connsiteX87" fmla="*/ 247184 w 6259044"/>
                <a:gd name="connsiteY87" fmla="*/ 5988391 h 6582914"/>
                <a:gd name="connsiteX88" fmla="*/ 238165 w 6259044"/>
                <a:gd name="connsiteY88" fmla="*/ 5997342 h 6582914"/>
                <a:gd name="connsiteX89" fmla="*/ 160306 w 6259044"/>
                <a:gd name="connsiteY89" fmla="*/ 5997471 h 6582914"/>
                <a:gd name="connsiteX90" fmla="*/ 14052 w 6259044"/>
                <a:gd name="connsiteY90" fmla="*/ 5851686 h 6582914"/>
                <a:gd name="connsiteX91" fmla="*/ 11008 w 6259044"/>
                <a:gd name="connsiteY91" fmla="*/ 5810681 h 6582914"/>
                <a:gd name="connsiteX92" fmla="*/ 57001 w 6259044"/>
                <a:gd name="connsiteY92" fmla="*/ 5759364 h 6582914"/>
                <a:gd name="connsiteX93" fmla="*/ 2404514 w 6259044"/>
                <a:gd name="connsiteY93" fmla="*/ 3411603 h 6582914"/>
                <a:gd name="connsiteX94" fmla="*/ 5793175 w 6259044"/>
                <a:gd name="connsiteY94" fmla="*/ 22926 h 6582914"/>
                <a:gd name="connsiteX95" fmla="*/ 5823615 w 6259044"/>
                <a:gd name="connsiteY95" fmla="*/ 0 h 658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259044" h="6582914">
                  <a:moveTo>
                    <a:pt x="3043211" y="5625394"/>
                  </a:moveTo>
                  <a:cubicBezTo>
                    <a:pt x="3140227" y="5625394"/>
                    <a:pt x="3235903" y="5625394"/>
                    <a:pt x="3334471" y="5625394"/>
                  </a:cubicBezTo>
                  <a:cubicBezTo>
                    <a:pt x="3334471" y="5853990"/>
                    <a:pt x="3334471" y="6083064"/>
                    <a:pt x="3334471" y="6315003"/>
                  </a:cubicBezTo>
                  <a:cubicBezTo>
                    <a:pt x="3564272" y="6315003"/>
                    <a:pt x="3791229" y="6315003"/>
                    <a:pt x="4021934" y="6315003"/>
                  </a:cubicBezTo>
                  <a:cubicBezTo>
                    <a:pt x="4021934" y="6404204"/>
                    <a:pt x="4021934" y="6490580"/>
                    <a:pt x="4021934" y="6579936"/>
                  </a:cubicBezTo>
                  <a:cubicBezTo>
                    <a:pt x="3750640" y="6582914"/>
                    <a:pt x="3479346" y="6582914"/>
                    <a:pt x="3205073" y="6582914"/>
                  </a:cubicBezTo>
                  <a:cubicBezTo>
                    <a:pt x="3182447" y="6566454"/>
                    <a:pt x="3162869" y="6549909"/>
                    <a:pt x="3143140" y="6533551"/>
                  </a:cubicBezTo>
                  <a:cubicBezTo>
                    <a:pt x="3075057" y="6477092"/>
                    <a:pt x="3043643" y="6403352"/>
                    <a:pt x="3043407" y="6316256"/>
                  </a:cubicBezTo>
                  <a:cubicBezTo>
                    <a:pt x="3042814" y="6098223"/>
                    <a:pt x="3043211" y="5880188"/>
                    <a:pt x="3043211" y="5662153"/>
                  </a:cubicBezTo>
                  <a:cubicBezTo>
                    <a:pt x="3043211" y="5650610"/>
                    <a:pt x="3043211" y="5639068"/>
                    <a:pt x="3043211" y="5625394"/>
                  </a:cubicBezTo>
                  <a:close/>
                  <a:moveTo>
                    <a:pt x="5966096" y="5624891"/>
                  </a:moveTo>
                  <a:cubicBezTo>
                    <a:pt x="6064741" y="5624891"/>
                    <a:pt x="6160432" y="5624891"/>
                    <a:pt x="6259016" y="5624891"/>
                  </a:cubicBezTo>
                  <a:cubicBezTo>
                    <a:pt x="6259016" y="5637326"/>
                    <a:pt x="6259016" y="5648677"/>
                    <a:pt x="6259016" y="5660029"/>
                  </a:cubicBezTo>
                  <a:cubicBezTo>
                    <a:pt x="6259016" y="5878137"/>
                    <a:pt x="6259076" y="6096246"/>
                    <a:pt x="6258990" y="6314353"/>
                  </a:cubicBezTo>
                  <a:cubicBezTo>
                    <a:pt x="6258945" y="6429323"/>
                    <a:pt x="6208151" y="6514394"/>
                    <a:pt x="6107777" y="6570179"/>
                  </a:cubicBezTo>
                  <a:cubicBezTo>
                    <a:pt x="6104715" y="6571880"/>
                    <a:pt x="6102711" y="6575482"/>
                    <a:pt x="6100172" y="6580555"/>
                  </a:cubicBezTo>
                  <a:cubicBezTo>
                    <a:pt x="5828838" y="6582913"/>
                    <a:pt x="5557544" y="6582913"/>
                    <a:pt x="5283272" y="6582913"/>
                  </a:cubicBezTo>
                  <a:cubicBezTo>
                    <a:pt x="5280293" y="6495200"/>
                    <a:pt x="5280293" y="6407487"/>
                    <a:pt x="5280293" y="6316825"/>
                  </a:cubicBezTo>
                  <a:cubicBezTo>
                    <a:pt x="5509132" y="6316825"/>
                    <a:pt x="5736144" y="6316825"/>
                    <a:pt x="5966096" y="6316825"/>
                  </a:cubicBezTo>
                  <a:cubicBezTo>
                    <a:pt x="5966096" y="6084765"/>
                    <a:pt x="5966096" y="5855635"/>
                    <a:pt x="5966096" y="5624891"/>
                  </a:cubicBezTo>
                  <a:close/>
                  <a:moveTo>
                    <a:pt x="4304082" y="4338546"/>
                  </a:moveTo>
                  <a:cubicBezTo>
                    <a:pt x="4273172" y="4338283"/>
                    <a:pt x="4254637" y="4346206"/>
                    <a:pt x="4244066" y="4379500"/>
                  </a:cubicBezTo>
                  <a:cubicBezTo>
                    <a:pt x="4231514" y="4399687"/>
                    <a:pt x="4218448" y="4419576"/>
                    <a:pt x="4206502" y="4440115"/>
                  </a:cubicBezTo>
                  <a:cubicBezTo>
                    <a:pt x="4160889" y="4518534"/>
                    <a:pt x="4115629" y="4597158"/>
                    <a:pt x="4070254" y="4675716"/>
                  </a:cubicBezTo>
                  <a:cubicBezTo>
                    <a:pt x="4020735" y="4761452"/>
                    <a:pt x="3970903" y="4847013"/>
                    <a:pt x="3922275" y="4933252"/>
                  </a:cubicBezTo>
                  <a:cubicBezTo>
                    <a:pt x="3917754" y="4941269"/>
                    <a:pt x="3916865" y="4955881"/>
                    <a:pt x="3921161" y="4963615"/>
                  </a:cubicBezTo>
                  <a:cubicBezTo>
                    <a:pt x="3960727" y="5034821"/>
                    <a:pt x="4001572" y="5105323"/>
                    <a:pt x="4042500" y="5175764"/>
                  </a:cubicBezTo>
                  <a:cubicBezTo>
                    <a:pt x="4111419" y="5294378"/>
                    <a:pt x="4180216" y="5413070"/>
                    <a:pt x="4250544" y="5530846"/>
                  </a:cubicBezTo>
                  <a:cubicBezTo>
                    <a:pt x="4256974" y="5541614"/>
                    <a:pt x="4274060" y="5552333"/>
                    <a:pt x="4286260" y="5552405"/>
                  </a:cubicBezTo>
                  <a:cubicBezTo>
                    <a:pt x="4504351" y="5553700"/>
                    <a:pt x="4722455" y="5553604"/>
                    <a:pt x="4940548" y="5552554"/>
                  </a:cubicBezTo>
                  <a:cubicBezTo>
                    <a:pt x="4950976" y="5552503"/>
                    <a:pt x="4965577" y="5543434"/>
                    <a:pt x="4971074" y="5534270"/>
                  </a:cubicBezTo>
                  <a:cubicBezTo>
                    <a:pt x="5012435" y="5465312"/>
                    <a:pt x="5051804" y="5395163"/>
                    <a:pt x="5092167" y="5325602"/>
                  </a:cubicBezTo>
                  <a:cubicBezTo>
                    <a:pt x="5159950" y="5208783"/>
                    <a:pt x="5227775" y="5091987"/>
                    <a:pt x="5296188" y="4975538"/>
                  </a:cubicBezTo>
                  <a:cubicBezTo>
                    <a:pt x="5306918" y="4957276"/>
                    <a:pt x="5306978" y="4941709"/>
                    <a:pt x="5296153" y="4923528"/>
                  </a:cubicBezTo>
                  <a:cubicBezTo>
                    <a:pt x="5270324" y="4880145"/>
                    <a:pt x="5245971" y="4835882"/>
                    <a:pt x="5220876" y="4792058"/>
                  </a:cubicBezTo>
                  <a:cubicBezTo>
                    <a:pt x="5138892" y="4648891"/>
                    <a:pt x="5056959" y="4505693"/>
                    <a:pt x="4974649" y="4362712"/>
                  </a:cubicBezTo>
                  <a:cubicBezTo>
                    <a:pt x="4965791" y="4347327"/>
                    <a:pt x="4954682" y="4338509"/>
                    <a:pt x="4932956" y="4338651"/>
                  </a:cubicBezTo>
                  <a:cubicBezTo>
                    <a:pt x="4723336" y="4340025"/>
                    <a:pt x="4513696" y="4340325"/>
                    <a:pt x="4304082" y="4338546"/>
                  </a:cubicBezTo>
                  <a:close/>
                  <a:moveTo>
                    <a:pt x="5147287" y="3996964"/>
                  </a:moveTo>
                  <a:cubicBezTo>
                    <a:pt x="5156072" y="3996983"/>
                    <a:pt x="5168368" y="4004927"/>
                    <a:pt x="5173057" y="4012752"/>
                  </a:cubicBezTo>
                  <a:cubicBezTo>
                    <a:pt x="5218100" y="4087915"/>
                    <a:pt x="5261876" y="4163838"/>
                    <a:pt x="5305980" y="4239564"/>
                  </a:cubicBezTo>
                  <a:cubicBezTo>
                    <a:pt x="5398894" y="4399104"/>
                    <a:pt x="5491940" y="4558567"/>
                    <a:pt x="5584611" y="4718246"/>
                  </a:cubicBezTo>
                  <a:cubicBezTo>
                    <a:pt x="5625496" y="4788697"/>
                    <a:pt x="5666216" y="4859264"/>
                    <a:pt x="5705298" y="4930714"/>
                  </a:cubicBezTo>
                  <a:cubicBezTo>
                    <a:pt x="5710342" y="4939935"/>
                    <a:pt x="5709288" y="4957180"/>
                    <a:pt x="5703927" y="4966690"/>
                  </a:cubicBezTo>
                  <a:cubicBezTo>
                    <a:pt x="5636070" y="5087078"/>
                    <a:pt x="5567133" y="5206859"/>
                    <a:pt x="5498009" y="5326528"/>
                  </a:cubicBezTo>
                  <a:cubicBezTo>
                    <a:pt x="5430977" y="5442576"/>
                    <a:pt x="5363411" y="5558314"/>
                    <a:pt x="5294724" y="5676161"/>
                  </a:cubicBezTo>
                  <a:cubicBezTo>
                    <a:pt x="5252957" y="5748850"/>
                    <a:pt x="5213230" y="5819978"/>
                    <a:pt x="5171218" y="5889732"/>
                  </a:cubicBezTo>
                  <a:cubicBezTo>
                    <a:pt x="5166252" y="5897978"/>
                    <a:pt x="5148784" y="5902323"/>
                    <a:pt x="5137094" y="5902356"/>
                  </a:cubicBezTo>
                  <a:cubicBezTo>
                    <a:pt x="4889347" y="5903064"/>
                    <a:pt x="4641598" y="5902892"/>
                    <a:pt x="4393848" y="5902892"/>
                  </a:cubicBezTo>
                  <a:cubicBezTo>
                    <a:pt x="4292208" y="5902892"/>
                    <a:pt x="4190561" y="5902275"/>
                    <a:pt x="4088933" y="5903412"/>
                  </a:cubicBezTo>
                  <a:cubicBezTo>
                    <a:pt x="4068653" y="5903638"/>
                    <a:pt x="4056490" y="5898324"/>
                    <a:pt x="4046380" y="5880301"/>
                  </a:cubicBezTo>
                  <a:cubicBezTo>
                    <a:pt x="4005022" y="5806569"/>
                    <a:pt x="3962310" y="5733596"/>
                    <a:pt x="3920083" y="5660351"/>
                  </a:cubicBezTo>
                  <a:cubicBezTo>
                    <a:pt x="3861364" y="5558496"/>
                    <a:pt x="3802822" y="5456538"/>
                    <a:pt x="3743849" y="5354830"/>
                  </a:cubicBezTo>
                  <a:cubicBezTo>
                    <a:pt x="3693152" y="5267396"/>
                    <a:pt x="3641882" y="5180293"/>
                    <a:pt x="3591022" y="5092955"/>
                  </a:cubicBezTo>
                  <a:cubicBezTo>
                    <a:pt x="3568201" y="5053769"/>
                    <a:pt x="3546471" y="5013928"/>
                    <a:pt x="3522845" y="4975241"/>
                  </a:cubicBezTo>
                  <a:cubicBezTo>
                    <a:pt x="3510801" y="4955517"/>
                    <a:pt x="3513954" y="4939827"/>
                    <a:pt x="3525243" y="4920783"/>
                  </a:cubicBezTo>
                  <a:cubicBezTo>
                    <a:pt x="3585184" y="4819680"/>
                    <a:pt x="3644128" y="4717984"/>
                    <a:pt x="3702838" y="4616158"/>
                  </a:cubicBezTo>
                  <a:cubicBezTo>
                    <a:pt x="3753303" y="4528634"/>
                    <a:pt x="3802808" y="4440557"/>
                    <a:pt x="3853059" y="4352909"/>
                  </a:cubicBezTo>
                  <a:cubicBezTo>
                    <a:pt x="3917691" y="4240179"/>
                    <a:pt x="3982258" y="4127405"/>
                    <a:pt x="4048169" y="4015425"/>
                  </a:cubicBezTo>
                  <a:cubicBezTo>
                    <a:pt x="4053693" y="4006040"/>
                    <a:pt x="4069181" y="3997103"/>
                    <a:pt x="4080065" y="3997073"/>
                  </a:cubicBezTo>
                  <a:cubicBezTo>
                    <a:pt x="4435804" y="3996122"/>
                    <a:pt x="4791547" y="3996173"/>
                    <a:pt x="5147287" y="3996964"/>
                  </a:cubicBezTo>
                  <a:close/>
                  <a:moveTo>
                    <a:pt x="4019487" y="3373463"/>
                  </a:moveTo>
                  <a:cubicBezTo>
                    <a:pt x="4019487" y="3469892"/>
                    <a:pt x="4019487" y="3565621"/>
                    <a:pt x="4019487" y="3664405"/>
                  </a:cubicBezTo>
                  <a:cubicBezTo>
                    <a:pt x="3793694" y="3664405"/>
                    <a:pt x="3566627" y="3664405"/>
                    <a:pt x="3335556" y="3664405"/>
                  </a:cubicBezTo>
                  <a:cubicBezTo>
                    <a:pt x="3335556" y="3686974"/>
                    <a:pt x="3335556" y="3706695"/>
                    <a:pt x="3335556" y="3729556"/>
                  </a:cubicBezTo>
                  <a:cubicBezTo>
                    <a:pt x="3335556" y="3937982"/>
                    <a:pt x="3335556" y="4143264"/>
                    <a:pt x="3335556" y="4350364"/>
                  </a:cubicBezTo>
                  <a:cubicBezTo>
                    <a:pt x="3237846" y="4350364"/>
                    <a:pt x="3142130" y="4350364"/>
                    <a:pt x="3043210" y="4350364"/>
                  </a:cubicBezTo>
                  <a:cubicBezTo>
                    <a:pt x="3043210" y="4338466"/>
                    <a:pt x="3043210" y="4327150"/>
                    <a:pt x="3043210" y="4315835"/>
                  </a:cubicBezTo>
                  <a:cubicBezTo>
                    <a:pt x="3043210" y="4100832"/>
                    <a:pt x="3044699" y="3885814"/>
                    <a:pt x="3042607" y="3670831"/>
                  </a:cubicBezTo>
                  <a:cubicBezTo>
                    <a:pt x="3041499" y="3556926"/>
                    <a:pt x="3090950" y="3471100"/>
                    <a:pt x="3182782" y="3411586"/>
                  </a:cubicBezTo>
                  <a:cubicBezTo>
                    <a:pt x="3217356" y="3389179"/>
                    <a:pt x="3264001" y="3375691"/>
                    <a:pt x="3305384" y="3375104"/>
                  </a:cubicBezTo>
                  <a:cubicBezTo>
                    <a:pt x="3542563" y="3371732"/>
                    <a:pt x="3779815" y="3373463"/>
                    <a:pt x="4019487" y="3373463"/>
                  </a:cubicBezTo>
                  <a:close/>
                  <a:moveTo>
                    <a:pt x="5977740" y="3373205"/>
                  </a:moveTo>
                  <a:cubicBezTo>
                    <a:pt x="6106692" y="3372662"/>
                    <a:pt x="6223659" y="3468391"/>
                    <a:pt x="6252245" y="3593392"/>
                  </a:cubicBezTo>
                  <a:cubicBezTo>
                    <a:pt x="6256837" y="3613476"/>
                    <a:pt x="6258697" y="3634599"/>
                    <a:pt x="6258736" y="3655246"/>
                  </a:cubicBezTo>
                  <a:cubicBezTo>
                    <a:pt x="6259178" y="3886041"/>
                    <a:pt x="6259015" y="4116838"/>
                    <a:pt x="6259015" y="4349909"/>
                  </a:cubicBezTo>
                  <a:cubicBezTo>
                    <a:pt x="6162247" y="4349909"/>
                    <a:pt x="6066532" y="4349909"/>
                    <a:pt x="5966669" y="4349909"/>
                  </a:cubicBezTo>
                  <a:cubicBezTo>
                    <a:pt x="5966669" y="4237864"/>
                    <a:pt x="5966669" y="4125020"/>
                    <a:pt x="5966669" y="4008996"/>
                  </a:cubicBezTo>
                  <a:cubicBezTo>
                    <a:pt x="5966669" y="3893735"/>
                    <a:pt x="5966669" y="3781652"/>
                    <a:pt x="5966669" y="3666570"/>
                  </a:cubicBezTo>
                  <a:cubicBezTo>
                    <a:pt x="5737772" y="3666570"/>
                    <a:pt x="5510727" y="3666570"/>
                    <a:pt x="5281997" y="3666570"/>
                  </a:cubicBezTo>
                  <a:cubicBezTo>
                    <a:pt x="5281997" y="3567866"/>
                    <a:pt x="5281997" y="3472160"/>
                    <a:pt x="5281997" y="3373461"/>
                  </a:cubicBezTo>
                  <a:cubicBezTo>
                    <a:pt x="5294247" y="3373461"/>
                    <a:pt x="5305590" y="3373461"/>
                    <a:pt x="5316931" y="3373461"/>
                  </a:cubicBezTo>
                  <a:cubicBezTo>
                    <a:pt x="5537201" y="3373461"/>
                    <a:pt x="5757474" y="3374133"/>
                    <a:pt x="5977740" y="3373205"/>
                  </a:cubicBezTo>
                  <a:close/>
                  <a:moveTo>
                    <a:pt x="5823615" y="0"/>
                  </a:moveTo>
                  <a:cubicBezTo>
                    <a:pt x="5831185" y="-56"/>
                    <a:pt x="5838701" y="7454"/>
                    <a:pt x="5853739" y="22469"/>
                  </a:cubicBezTo>
                  <a:cubicBezTo>
                    <a:pt x="5912852" y="81492"/>
                    <a:pt x="5971973" y="140505"/>
                    <a:pt x="6033559" y="201984"/>
                  </a:cubicBezTo>
                  <a:cubicBezTo>
                    <a:pt x="4158846" y="2076699"/>
                    <a:pt x="2285472" y="3950074"/>
                    <a:pt x="410510" y="5825039"/>
                  </a:cubicBezTo>
                  <a:cubicBezTo>
                    <a:pt x="355009" y="5880549"/>
                    <a:pt x="301098" y="5934471"/>
                    <a:pt x="247184" y="5988391"/>
                  </a:cubicBezTo>
                  <a:cubicBezTo>
                    <a:pt x="244189" y="5991387"/>
                    <a:pt x="241211" y="5994398"/>
                    <a:pt x="238165" y="5997342"/>
                  </a:cubicBezTo>
                  <a:cubicBezTo>
                    <a:pt x="199742" y="6034469"/>
                    <a:pt x="197312" y="6034462"/>
                    <a:pt x="160306" y="5997471"/>
                  </a:cubicBezTo>
                  <a:cubicBezTo>
                    <a:pt x="111623" y="5948807"/>
                    <a:pt x="63221" y="5899855"/>
                    <a:pt x="14052" y="5851686"/>
                  </a:cubicBezTo>
                  <a:cubicBezTo>
                    <a:pt x="66" y="5837985"/>
                    <a:pt x="-7573" y="5827478"/>
                    <a:pt x="11008" y="5810681"/>
                  </a:cubicBezTo>
                  <a:cubicBezTo>
                    <a:pt x="27951" y="5795364"/>
                    <a:pt x="40779" y="5775593"/>
                    <a:pt x="57001" y="5759364"/>
                  </a:cubicBezTo>
                  <a:cubicBezTo>
                    <a:pt x="839398" y="4976669"/>
                    <a:pt x="1621968" y="4194149"/>
                    <a:pt x="2404514" y="3411603"/>
                  </a:cubicBezTo>
                  <a:cubicBezTo>
                    <a:pt x="3534069" y="2282047"/>
                    <a:pt x="4663621" y="1152484"/>
                    <a:pt x="5793175" y="22926"/>
                  </a:cubicBezTo>
                  <a:cubicBezTo>
                    <a:pt x="5808424" y="7677"/>
                    <a:pt x="5816046" y="56"/>
                    <a:pt x="582361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36" name="Freeform: Shape 135">
              <a:extLst>
                <a:ext uri="{FF2B5EF4-FFF2-40B4-BE49-F238E27FC236}">
                  <a16:creationId xmlns:a16="http://schemas.microsoft.com/office/drawing/2014/main" id="{7A6F96D1-00DD-3C96-DE52-941E84190774}"/>
                </a:ext>
                <a:ext uri="{C183D7F6-B498-43B3-948B-1728B52AA6E4}">
                  <adec:decorative xmlns:adec="http://schemas.microsoft.com/office/drawing/2017/decorative" val="1"/>
                </a:ext>
              </a:extLst>
            </p:cNvPr>
            <p:cNvSpPr/>
            <p:nvPr/>
          </p:nvSpPr>
          <p:spPr>
            <a:xfrm>
              <a:off x="1289391" y="1517247"/>
              <a:ext cx="214430" cy="450577"/>
            </a:xfrm>
            <a:custGeom>
              <a:avLst/>
              <a:gdLst>
                <a:gd name="connsiteX0" fmla="*/ 427153 w 3216454"/>
                <a:gd name="connsiteY0" fmla="*/ 6150354 h 6758650"/>
                <a:gd name="connsiteX1" fmla="*/ 731301 w 3216454"/>
                <a:gd name="connsiteY1" fmla="*/ 6454502 h 6758650"/>
                <a:gd name="connsiteX2" fmla="*/ 427153 w 3216454"/>
                <a:gd name="connsiteY2" fmla="*/ 6758650 h 6758650"/>
                <a:gd name="connsiteX3" fmla="*/ 123005 w 3216454"/>
                <a:gd name="connsiteY3" fmla="*/ 6454502 h 6758650"/>
                <a:gd name="connsiteX4" fmla="*/ 621 w 3216454"/>
                <a:gd name="connsiteY4" fmla="*/ 2252375 h 6758650"/>
                <a:gd name="connsiteX5" fmla="*/ 291881 w 3216454"/>
                <a:gd name="connsiteY5" fmla="*/ 2252375 h 6758650"/>
                <a:gd name="connsiteX6" fmla="*/ 291881 w 3216454"/>
                <a:gd name="connsiteY6" fmla="*/ 2941984 h 6758650"/>
                <a:gd name="connsiteX7" fmla="*/ 979344 w 3216454"/>
                <a:gd name="connsiteY7" fmla="*/ 2941984 h 6758650"/>
                <a:gd name="connsiteX8" fmla="*/ 979344 w 3216454"/>
                <a:gd name="connsiteY8" fmla="*/ 3206917 h 6758650"/>
                <a:gd name="connsiteX9" fmla="*/ 162483 w 3216454"/>
                <a:gd name="connsiteY9" fmla="*/ 3209895 h 6758650"/>
                <a:gd name="connsiteX10" fmla="*/ 100550 w 3216454"/>
                <a:gd name="connsiteY10" fmla="*/ 3160532 h 6758650"/>
                <a:gd name="connsiteX11" fmla="*/ 817 w 3216454"/>
                <a:gd name="connsiteY11" fmla="*/ 2943237 h 6758650"/>
                <a:gd name="connsiteX12" fmla="*/ 621 w 3216454"/>
                <a:gd name="connsiteY12" fmla="*/ 2289134 h 6758650"/>
                <a:gd name="connsiteX13" fmla="*/ 621 w 3216454"/>
                <a:gd name="connsiteY13" fmla="*/ 2252375 h 6758650"/>
                <a:gd name="connsiteX14" fmla="*/ 2923506 w 3216454"/>
                <a:gd name="connsiteY14" fmla="*/ 2251871 h 6758650"/>
                <a:gd name="connsiteX15" fmla="*/ 3216426 w 3216454"/>
                <a:gd name="connsiteY15" fmla="*/ 2251871 h 6758650"/>
                <a:gd name="connsiteX16" fmla="*/ 3216426 w 3216454"/>
                <a:gd name="connsiteY16" fmla="*/ 2287009 h 6758650"/>
                <a:gd name="connsiteX17" fmla="*/ 3216400 w 3216454"/>
                <a:gd name="connsiteY17" fmla="*/ 2941333 h 6758650"/>
                <a:gd name="connsiteX18" fmla="*/ 3065187 w 3216454"/>
                <a:gd name="connsiteY18" fmla="*/ 3197159 h 6758650"/>
                <a:gd name="connsiteX19" fmla="*/ 3057583 w 3216454"/>
                <a:gd name="connsiteY19" fmla="*/ 3207535 h 6758650"/>
                <a:gd name="connsiteX20" fmla="*/ 2240682 w 3216454"/>
                <a:gd name="connsiteY20" fmla="*/ 3209893 h 6758650"/>
                <a:gd name="connsiteX21" fmla="*/ 2237703 w 3216454"/>
                <a:gd name="connsiteY21" fmla="*/ 2943805 h 6758650"/>
                <a:gd name="connsiteX22" fmla="*/ 2923506 w 3216454"/>
                <a:gd name="connsiteY22" fmla="*/ 2943805 h 6758650"/>
                <a:gd name="connsiteX23" fmla="*/ 2923506 w 3216454"/>
                <a:gd name="connsiteY23" fmla="*/ 2251871 h 6758650"/>
                <a:gd name="connsiteX24" fmla="*/ 2341229 w 3216454"/>
                <a:gd name="connsiteY24" fmla="*/ 2202515 h 6758650"/>
                <a:gd name="connsiteX25" fmla="*/ 2200588 w 3216454"/>
                <a:gd name="connsiteY25" fmla="*/ 2444941 h 6758650"/>
                <a:gd name="connsiteX26" fmla="*/ 2156028 w 3216454"/>
                <a:gd name="connsiteY26" fmla="*/ 2514235 h 6758650"/>
                <a:gd name="connsiteX27" fmla="*/ 2156029 w 3216454"/>
                <a:gd name="connsiteY27" fmla="*/ 2514236 h 6758650"/>
                <a:gd name="connsiteX28" fmla="*/ 2200588 w 3216454"/>
                <a:gd name="connsiteY28" fmla="*/ 2444942 h 6758650"/>
                <a:gd name="connsiteX29" fmla="*/ 2341229 w 3216454"/>
                <a:gd name="connsiteY29" fmla="*/ 2202516 h 6758650"/>
                <a:gd name="connsiteX30" fmla="*/ 2348196 w 3216454"/>
                <a:gd name="connsiteY30" fmla="*/ 2205363 h 6758650"/>
                <a:gd name="connsiteX31" fmla="*/ 2348196 w 3216454"/>
                <a:gd name="connsiteY31" fmla="*/ 2205362 h 6758650"/>
                <a:gd name="connsiteX32" fmla="*/ 2374483 w 3216454"/>
                <a:gd name="connsiteY32" fmla="*/ 2161742 h 6758650"/>
                <a:gd name="connsiteX33" fmla="*/ 2349401 w 3216454"/>
                <a:gd name="connsiteY33" fmla="*/ 2171108 h 6758650"/>
                <a:gd name="connsiteX34" fmla="*/ 2374483 w 3216454"/>
                <a:gd name="connsiteY34" fmla="*/ 2161743 h 6758650"/>
                <a:gd name="connsiteX35" fmla="*/ 2469466 w 3216454"/>
                <a:gd name="connsiteY35" fmla="*/ 1996676 h 6758650"/>
                <a:gd name="connsiteX36" fmla="*/ 2435018 w 3216454"/>
                <a:gd name="connsiteY36" fmla="*/ 2009555 h 6758650"/>
                <a:gd name="connsiteX37" fmla="*/ 2435018 w 3216454"/>
                <a:gd name="connsiteY37" fmla="*/ 2009556 h 6758650"/>
                <a:gd name="connsiteX38" fmla="*/ 2513727 w 3216454"/>
                <a:gd name="connsiteY38" fmla="*/ 1917543 h 6758650"/>
                <a:gd name="connsiteX39" fmla="*/ 2462482 w 3216454"/>
                <a:gd name="connsiteY39" fmla="*/ 1972216 h 6758650"/>
                <a:gd name="connsiteX40" fmla="*/ 2462482 w 3216454"/>
                <a:gd name="connsiteY40" fmla="*/ 1972217 h 6758650"/>
                <a:gd name="connsiteX41" fmla="*/ 2574549 w 3216454"/>
                <a:gd name="connsiteY41" fmla="*/ 1792908 h 6758650"/>
                <a:gd name="connsiteX42" fmla="*/ 2570464 w 3216454"/>
                <a:gd name="connsiteY42" fmla="*/ 1794491 h 6758650"/>
                <a:gd name="connsiteX43" fmla="*/ 2556340 w 3216454"/>
                <a:gd name="connsiteY43" fmla="*/ 1799964 h 6758650"/>
                <a:gd name="connsiteX44" fmla="*/ 2556340 w 3216454"/>
                <a:gd name="connsiteY44" fmla="*/ 1799965 h 6758650"/>
                <a:gd name="connsiteX45" fmla="*/ 2570464 w 3216454"/>
                <a:gd name="connsiteY45" fmla="*/ 1794492 h 6758650"/>
                <a:gd name="connsiteX46" fmla="*/ 1268326 w 3216454"/>
                <a:gd name="connsiteY46" fmla="*/ 1005274 h 6758650"/>
                <a:gd name="connsiteX47" fmla="*/ 1235223 w 3216454"/>
                <a:gd name="connsiteY47" fmla="*/ 1017658 h 6758650"/>
                <a:gd name="connsiteX48" fmla="*/ 1222304 w 3216454"/>
                <a:gd name="connsiteY48" fmla="*/ 1024310 h 6758650"/>
                <a:gd name="connsiteX49" fmla="*/ 1237692 w 3216454"/>
                <a:gd name="connsiteY49" fmla="*/ 1017681 h 6758650"/>
                <a:gd name="connsiteX50" fmla="*/ 953774 w 3216454"/>
                <a:gd name="connsiteY50" fmla="*/ 1512072 h 6758650"/>
                <a:gd name="connsiteX51" fmla="*/ 917980 w 3216454"/>
                <a:gd name="connsiteY51" fmla="*/ 1575922 h 6758650"/>
                <a:gd name="connsiteX52" fmla="*/ 907122 w 3216454"/>
                <a:gd name="connsiteY52" fmla="*/ 1552737 h 6758650"/>
                <a:gd name="connsiteX53" fmla="*/ 964075 w 3216454"/>
                <a:gd name="connsiteY53" fmla="*/ 1470425 h 6758650"/>
                <a:gd name="connsiteX54" fmla="*/ 907122 w 3216454"/>
                <a:gd name="connsiteY54" fmla="*/ 1552737 h 6758650"/>
                <a:gd name="connsiteX55" fmla="*/ 915347 w 3216454"/>
                <a:gd name="connsiteY55" fmla="*/ 1581352 h 6758650"/>
                <a:gd name="connsiteX56" fmla="*/ 917792 w 3216454"/>
                <a:gd name="connsiteY56" fmla="*/ 1645608 h 6758650"/>
                <a:gd name="connsiteX57" fmla="*/ 1078923 w 3216454"/>
                <a:gd name="connsiteY57" fmla="*/ 1922162 h 6758650"/>
                <a:gd name="connsiteX58" fmla="*/ 1252713 w 3216454"/>
                <a:gd name="connsiteY58" fmla="*/ 2223216 h 6758650"/>
                <a:gd name="connsiteX59" fmla="*/ 1258772 w 3216454"/>
                <a:gd name="connsiteY59" fmla="*/ 2228809 h 6758650"/>
                <a:gd name="connsiteX60" fmla="*/ 1252432 w 3216454"/>
                <a:gd name="connsiteY60" fmla="*/ 2221435 h 6758650"/>
                <a:gd name="connsiteX61" fmla="*/ 1262747 w 3216454"/>
                <a:gd name="connsiteY61" fmla="*/ 2219225 h 6758650"/>
                <a:gd name="connsiteX62" fmla="*/ 1258777 w 3216454"/>
                <a:gd name="connsiteY62" fmla="*/ 2228812 h 6758650"/>
                <a:gd name="connsiteX63" fmla="*/ 1262549 w 3216454"/>
                <a:gd name="connsiteY63" fmla="*/ 2224123 h 6758650"/>
                <a:gd name="connsiteX64" fmla="*/ 1270747 w 3216454"/>
                <a:gd name="connsiteY64" fmla="*/ 2218763 h 6758650"/>
                <a:gd name="connsiteX65" fmla="*/ 1933140 w 3216454"/>
                <a:gd name="connsiteY65" fmla="*/ 2223965 h 6758650"/>
                <a:gd name="connsiteX66" fmla="*/ 1966524 w 3216454"/>
                <a:gd name="connsiteY66" fmla="*/ 2213933 h 6758650"/>
                <a:gd name="connsiteX67" fmla="*/ 1932657 w 3216454"/>
                <a:gd name="connsiteY67" fmla="*/ 2221810 h 6758650"/>
                <a:gd name="connsiteX68" fmla="*/ 1984609 w 3216454"/>
                <a:gd name="connsiteY68" fmla="*/ 2150079 h 6758650"/>
                <a:gd name="connsiteX69" fmla="*/ 2241853 w 3216454"/>
                <a:gd name="connsiteY69" fmla="*/ 1707712 h 6758650"/>
                <a:gd name="connsiteX70" fmla="*/ 2294988 w 3216454"/>
                <a:gd name="connsiteY70" fmla="*/ 1610768 h 6758650"/>
                <a:gd name="connsiteX71" fmla="*/ 2300166 w 3216454"/>
                <a:gd name="connsiteY71" fmla="*/ 1622930 h 6758650"/>
                <a:gd name="connsiteX72" fmla="*/ 2300130 w 3216454"/>
                <a:gd name="connsiteY72" fmla="*/ 1622491 h 6758650"/>
                <a:gd name="connsiteX73" fmla="*/ 2293483 w 3216454"/>
                <a:gd name="connsiteY73" fmla="*/ 1604390 h 6758650"/>
                <a:gd name="connsiteX74" fmla="*/ 2165085 w 3216454"/>
                <a:gd name="connsiteY74" fmla="*/ 1381253 h 6758650"/>
                <a:gd name="connsiteX75" fmla="*/ 1956337 w 3216454"/>
                <a:gd name="connsiteY75" fmla="*/ 1021649 h 6758650"/>
                <a:gd name="connsiteX76" fmla="*/ 1928114 w 3216454"/>
                <a:gd name="connsiteY76" fmla="*/ 1005427 h 6758650"/>
                <a:gd name="connsiteX77" fmla="*/ 1268326 w 3216454"/>
                <a:gd name="connsiteY77" fmla="*/ 1005274 h 6758650"/>
                <a:gd name="connsiteX78" fmla="*/ 2118158 w 3216454"/>
                <a:gd name="connsiteY78" fmla="*/ 654720 h 6758650"/>
                <a:gd name="connsiteX79" fmla="*/ 2165508 w 3216454"/>
                <a:gd name="connsiteY79" fmla="*/ 681563 h 6758650"/>
                <a:gd name="connsiteX80" fmla="*/ 2348590 w 3216454"/>
                <a:gd name="connsiteY80" fmla="*/ 998779 h 6758650"/>
                <a:gd name="connsiteX81" fmla="*/ 2492243 w 3216454"/>
                <a:gd name="connsiteY81" fmla="*/ 1249139 h 6758650"/>
                <a:gd name="connsiteX82" fmla="*/ 2682059 w 3216454"/>
                <a:gd name="connsiteY82" fmla="*/ 1576907 h 6758650"/>
                <a:gd name="connsiteX83" fmla="*/ 2686623 w 3216454"/>
                <a:gd name="connsiteY83" fmla="*/ 1593492 h 6758650"/>
                <a:gd name="connsiteX84" fmla="*/ 2670263 w 3216454"/>
                <a:gd name="connsiteY84" fmla="*/ 1636078 h 6758650"/>
                <a:gd name="connsiteX85" fmla="*/ 2686990 w 3216454"/>
                <a:gd name="connsiteY85" fmla="*/ 1595789 h 6758650"/>
                <a:gd name="connsiteX86" fmla="*/ 2676842 w 3216454"/>
                <a:gd name="connsiteY86" fmla="*/ 1651410 h 6758650"/>
                <a:gd name="connsiteX87" fmla="*/ 2509649 w 3216454"/>
                <a:gd name="connsiteY87" fmla="*/ 1941789 h 6758650"/>
                <a:gd name="connsiteX88" fmla="*/ 2231726 w 3216454"/>
                <a:gd name="connsiteY88" fmla="*/ 2419477 h 6758650"/>
                <a:gd name="connsiteX89" fmla="*/ 2169976 w 3216454"/>
                <a:gd name="connsiteY89" fmla="*/ 2529231 h 6758650"/>
                <a:gd name="connsiteX90" fmla="*/ 2160202 w 3216454"/>
                <a:gd name="connsiteY90" fmla="*/ 2520825 h 6758650"/>
                <a:gd name="connsiteX91" fmla="*/ 2156036 w 3216454"/>
                <a:gd name="connsiteY91" fmla="*/ 2514248 h 6758650"/>
                <a:gd name="connsiteX92" fmla="*/ 2159959 w 3216454"/>
                <a:gd name="connsiteY92" fmla="*/ 2520958 h 6758650"/>
                <a:gd name="connsiteX93" fmla="*/ 2168028 w 3216454"/>
                <a:gd name="connsiteY93" fmla="*/ 2530288 h 6758650"/>
                <a:gd name="connsiteX94" fmla="*/ 2153332 w 3216454"/>
                <a:gd name="connsiteY94" fmla="*/ 2554186 h 6758650"/>
                <a:gd name="connsiteX95" fmla="*/ 2148366 w 3216454"/>
                <a:gd name="connsiteY95" fmla="*/ 2560725 h 6758650"/>
                <a:gd name="connsiteX96" fmla="*/ 1964359 w 3216454"/>
                <a:gd name="connsiteY96" fmla="*/ 2561736 h 6758650"/>
                <a:gd name="connsiteX97" fmla="*/ 1072545 w 3216454"/>
                <a:gd name="connsiteY97" fmla="*/ 2562098 h 6758650"/>
                <a:gd name="connsiteX98" fmla="*/ 1028794 w 3216454"/>
                <a:gd name="connsiteY98" fmla="*/ 2536834 h 6758650"/>
                <a:gd name="connsiteX99" fmla="*/ 712510 w 3216454"/>
                <a:gd name="connsiteY99" fmla="*/ 1991615 h 6758650"/>
                <a:gd name="connsiteX100" fmla="*/ 509360 w 3216454"/>
                <a:gd name="connsiteY100" fmla="*/ 1628386 h 6758650"/>
                <a:gd name="connsiteX101" fmla="*/ 529262 w 3216454"/>
                <a:gd name="connsiteY101" fmla="*/ 1584440 h 6758650"/>
                <a:gd name="connsiteX102" fmla="*/ 509161 w 3216454"/>
                <a:gd name="connsiteY102" fmla="*/ 1626088 h 6758650"/>
                <a:gd name="connsiteX103" fmla="*/ 507785 w 3216454"/>
                <a:gd name="connsiteY103" fmla="*/ 1586385 h 6758650"/>
                <a:gd name="connsiteX104" fmla="*/ 624780 w 3216454"/>
                <a:gd name="connsiteY104" fmla="*/ 1381946 h 6758650"/>
                <a:gd name="connsiteX105" fmla="*/ 785321 w 3216454"/>
                <a:gd name="connsiteY105" fmla="*/ 1105815 h 6758650"/>
                <a:gd name="connsiteX106" fmla="*/ 1030951 w 3216454"/>
                <a:gd name="connsiteY106" fmla="*/ 678406 h 6758650"/>
                <a:gd name="connsiteX107" fmla="*/ 1065373 w 3216454"/>
                <a:gd name="connsiteY107" fmla="*/ 655799 h 6758650"/>
                <a:gd name="connsiteX108" fmla="*/ 929080 w 3216454"/>
                <a:gd name="connsiteY108" fmla="*/ 892319 h 6758650"/>
                <a:gd name="connsiteX109" fmla="*/ 1067840 w 3216454"/>
                <a:gd name="connsiteY109" fmla="*/ 656239 h 6758650"/>
                <a:gd name="connsiteX110" fmla="*/ 1477137 w 3216454"/>
                <a:gd name="connsiteY110" fmla="*/ 655225 h 6758650"/>
                <a:gd name="connsiteX111" fmla="*/ 2118158 w 3216454"/>
                <a:gd name="connsiteY111" fmla="*/ 654720 h 6758650"/>
                <a:gd name="connsiteX112" fmla="*/ 2935151 w 3216454"/>
                <a:gd name="connsiteY112" fmla="*/ 186 h 6758650"/>
                <a:gd name="connsiteX113" fmla="*/ 3209656 w 3216454"/>
                <a:gd name="connsiteY113" fmla="*/ 220373 h 6758650"/>
                <a:gd name="connsiteX114" fmla="*/ 3216146 w 3216454"/>
                <a:gd name="connsiteY114" fmla="*/ 282228 h 6758650"/>
                <a:gd name="connsiteX115" fmla="*/ 3216425 w 3216454"/>
                <a:gd name="connsiteY115" fmla="*/ 976890 h 6758650"/>
                <a:gd name="connsiteX116" fmla="*/ 2924080 w 3216454"/>
                <a:gd name="connsiteY116" fmla="*/ 976890 h 6758650"/>
                <a:gd name="connsiteX117" fmla="*/ 2924080 w 3216454"/>
                <a:gd name="connsiteY117" fmla="*/ 635977 h 6758650"/>
                <a:gd name="connsiteX118" fmla="*/ 2924080 w 3216454"/>
                <a:gd name="connsiteY118" fmla="*/ 293551 h 6758650"/>
                <a:gd name="connsiteX119" fmla="*/ 2239408 w 3216454"/>
                <a:gd name="connsiteY119" fmla="*/ 293551 h 6758650"/>
                <a:gd name="connsiteX120" fmla="*/ 2239408 w 3216454"/>
                <a:gd name="connsiteY120" fmla="*/ 442 h 6758650"/>
                <a:gd name="connsiteX121" fmla="*/ 2274343 w 3216454"/>
                <a:gd name="connsiteY121" fmla="*/ 442 h 6758650"/>
                <a:gd name="connsiteX122" fmla="*/ 2935151 w 3216454"/>
                <a:gd name="connsiteY122" fmla="*/ 186 h 6758650"/>
                <a:gd name="connsiteX123" fmla="*/ 618912 w 3216454"/>
                <a:gd name="connsiteY123" fmla="*/ 0 h 6758650"/>
                <a:gd name="connsiteX124" fmla="*/ 976898 w 3216454"/>
                <a:gd name="connsiteY124" fmla="*/ 445 h 6758650"/>
                <a:gd name="connsiteX125" fmla="*/ 976898 w 3216454"/>
                <a:gd name="connsiteY125" fmla="*/ 291387 h 6758650"/>
                <a:gd name="connsiteX126" fmla="*/ 292967 w 3216454"/>
                <a:gd name="connsiteY126" fmla="*/ 291387 h 6758650"/>
                <a:gd name="connsiteX127" fmla="*/ 292967 w 3216454"/>
                <a:gd name="connsiteY127" fmla="*/ 356537 h 6758650"/>
                <a:gd name="connsiteX128" fmla="*/ 292967 w 3216454"/>
                <a:gd name="connsiteY128" fmla="*/ 977345 h 6758650"/>
                <a:gd name="connsiteX129" fmla="*/ 622 w 3216454"/>
                <a:gd name="connsiteY129" fmla="*/ 977345 h 6758650"/>
                <a:gd name="connsiteX130" fmla="*/ 622 w 3216454"/>
                <a:gd name="connsiteY130" fmla="*/ 942816 h 6758650"/>
                <a:gd name="connsiteX131" fmla="*/ 18 w 3216454"/>
                <a:gd name="connsiteY131" fmla="*/ 297812 h 6758650"/>
                <a:gd name="connsiteX132" fmla="*/ 140193 w 3216454"/>
                <a:gd name="connsiteY132" fmla="*/ 38568 h 6758650"/>
                <a:gd name="connsiteX133" fmla="*/ 262795 w 3216454"/>
                <a:gd name="connsiteY133" fmla="*/ 2085 h 6758650"/>
                <a:gd name="connsiteX134" fmla="*/ 618912 w 3216454"/>
                <a:gd name="connsiteY134" fmla="*/ 0 h 675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216454" h="6758650">
                  <a:moveTo>
                    <a:pt x="427153" y="6150354"/>
                  </a:moveTo>
                  <a:lnTo>
                    <a:pt x="731301" y="6454502"/>
                  </a:lnTo>
                  <a:lnTo>
                    <a:pt x="427153" y="6758650"/>
                  </a:lnTo>
                  <a:lnTo>
                    <a:pt x="123005" y="6454502"/>
                  </a:lnTo>
                  <a:close/>
                  <a:moveTo>
                    <a:pt x="621" y="2252375"/>
                  </a:moveTo>
                  <a:cubicBezTo>
                    <a:pt x="97638" y="2252375"/>
                    <a:pt x="193313" y="2252375"/>
                    <a:pt x="291881" y="2252375"/>
                  </a:cubicBezTo>
                  <a:cubicBezTo>
                    <a:pt x="291881" y="2480971"/>
                    <a:pt x="291881" y="2710045"/>
                    <a:pt x="291881" y="2941984"/>
                  </a:cubicBezTo>
                  <a:cubicBezTo>
                    <a:pt x="521682" y="2941984"/>
                    <a:pt x="748639" y="2941984"/>
                    <a:pt x="979344" y="2941984"/>
                  </a:cubicBezTo>
                  <a:cubicBezTo>
                    <a:pt x="979344" y="3031185"/>
                    <a:pt x="979344" y="3117562"/>
                    <a:pt x="979344" y="3206917"/>
                  </a:cubicBezTo>
                  <a:cubicBezTo>
                    <a:pt x="708050" y="3209895"/>
                    <a:pt x="436756" y="3209895"/>
                    <a:pt x="162483" y="3209895"/>
                  </a:cubicBezTo>
                  <a:cubicBezTo>
                    <a:pt x="139857" y="3193435"/>
                    <a:pt x="120280" y="3176890"/>
                    <a:pt x="100550" y="3160532"/>
                  </a:cubicBezTo>
                  <a:cubicBezTo>
                    <a:pt x="32467" y="3104073"/>
                    <a:pt x="1054" y="3030333"/>
                    <a:pt x="817" y="2943237"/>
                  </a:cubicBezTo>
                  <a:cubicBezTo>
                    <a:pt x="224" y="2725204"/>
                    <a:pt x="621" y="2507169"/>
                    <a:pt x="621" y="2289134"/>
                  </a:cubicBezTo>
                  <a:cubicBezTo>
                    <a:pt x="621" y="2277592"/>
                    <a:pt x="621" y="2266049"/>
                    <a:pt x="621" y="2252375"/>
                  </a:cubicBezTo>
                  <a:close/>
                  <a:moveTo>
                    <a:pt x="2923506" y="2251871"/>
                  </a:moveTo>
                  <a:cubicBezTo>
                    <a:pt x="3022151" y="2251871"/>
                    <a:pt x="3117842" y="2251871"/>
                    <a:pt x="3216426" y="2251871"/>
                  </a:cubicBezTo>
                  <a:cubicBezTo>
                    <a:pt x="3216426" y="2264306"/>
                    <a:pt x="3216426" y="2275657"/>
                    <a:pt x="3216426" y="2287009"/>
                  </a:cubicBezTo>
                  <a:cubicBezTo>
                    <a:pt x="3216426" y="2505117"/>
                    <a:pt x="3216486" y="2723226"/>
                    <a:pt x="3216400" y="2941333"/>
                  </a:cubicBezTo>
                  <a:cubicBezTo>
                    <a:pt x="3216355" y="3056303"/>
                    <a:pt x="3165561" y="3141374"/>
                    <a:pt x="3065187" y="3197159"/>
                  </a:cubicBezTo>
                  <a:cubicBezTo>
                    <a:pt x="3062125" y="3198860"/>
                    <a:pt x="3060121" y="3202462"/>
                    <a:pt x="3057583" y="3207535"/>
                  </a:cubicBezTo>
                  <a:cubicBezTo>
                    <a:pt x="2786248" y="3209893"/>
                    <a:pt x="2514954" y="3209893"/>
                    <a:pt x="2240682" y="3209893"/>
                  </a:cubicBezTo>
                  <a:cubicBezTo>
                    <a:pt x="2237703" y="3122180"/>
                    <a:pt x="2237703" y="3034467"/>
                    <a:pt x="2237703" y="2943805"/>
                  </a:cubicBezTo>
                  <a:cubicBezTo>
                    <a:pt x="2466543" y="2943805"/>
                    <a:pt x="2693555" y="2943805"/>
                    <a:pt x="2923506" y="2943805"/>
                  </a:cubicBezTo>
                  <a:cubicBezTo>
                    <a:pt x="2923506" y="2711745"/>
                    <a:pt x="2923506" y="2482615"/>
                    <a:pt x="2923506" y="2251871"/>
                  </a:cubicBezTo>
                  <a:close/>
                  <a:moveTo>
                    <a:pt x="2341229" y="2202515"/>
                  </a:moveTo>
                  <a:cubicBezTo>
                    <a:pt x="2294349" y="2283324"/>
                    <a:pt x="2247468" y="2364133"/>
                    <a:pt x="2200588" y="2444941"/>
                  </a:cubicBezTo>
                  <a:cubicBezTo>
                    <a:pt x="2187024" y="2468506"/>
                    <a:pt x="2170745" y="2490878"/>
                    <a:pt x="2156028" y="2514235"/>
                  </a:cubicBezTo>
                  <a:lnTo>
                    <a:pt x="2156029" y="2514236"/>
                  </a:lnTo>
                  <a:lnTo>
                    <a:pt x="2200588" y="2444942"/>
                  </a:lnTo>
                  <a:cubicBezTo>
                    <a:pt x="2247468" y="2364134"/>
                    <a:pt x="2294349" y="2283324"/>
                    <a:pt x="2341229" y="2202516"/>
                  </a:cubicBezTo>
                  <a:cubicBezTo>
                    <a:pt x="2343551" y="2203465"/>
                    <a:pt x="2345873" y="2204414"/>
                    <a:pt x="2348196" y="2205363"/>
                  </a:cubicBezTo>
                  <a:lnTo>
                    <a:pt x="2348196" y="2205362"/>
                  </a:lnTo>
                  <a:close/>
                  <a:moveTo>
                    <a:pt x="2374483" y="2161742"/>
                  </a:moveTo>
                  <a:lnTo>
                    <a:pt x="2349401" y="2171108"/>
                  </a:lnTo>
                  <a:lnTo>
                    <a:pt x="2374483" y="2161743"/>
                  </a:lnTo>
                  <a:close/>
                  <a:moveTo>
                    <a:pt x="2469466" y="1996676"/>
                  </a:moveTo>
                  <a:cubicBezTo>
                    <a:pt x="2457195" y="2001263"/>
                    <a:pt x="2446829" y="2005139"/>
                    <a:pt x="2435018" y="2009555"/>
                  </a:cubicBezTo>
                  <a:lnTo>
                    <a:pt x="2435018" y="2009556"/>
                  </a:lnTo>
                  <a:close/>
                  <a:moveTo>
                    <a:pt x="2513727" y="1917543"/>
                  </a:moveTo>
                  <a:cubicBezTo>
                    <a:pt x="2496595" y="1935822"/>
                    <a:pt x="2481047" y="1952409"/>
                    <a:pt x="2462482" y="1972216"/>
                  </a:cubicBezTo>
                  <a:lnTo>
                    <a:pt x="2462482" y="1972217"/>
                  </a:lnTo>
                  <a:close/>
                  <a:moveTo>
                    <a:pt x="2574549" y="1792908"/>
                  </a:moveTo>
                  <a:lnTo>
                    <a:pt x="2570464" y="1794491"/>
                  </a:lnTo>
                  <a:cubicBezTo>
                    <a:pt x="2566228" y="1796132"/>
                    <a:pt x="2561232" y="1798069"/>
                    <a:pt x="2556340" y="1799964"/>
                  </a:cubicBezTo>
                  <a:lnTo>
                    <a:pt x="2556340" y="1799965"/>
                  </a:lnTo>
                  <a:lnTo>
                    <a:pt x="2570464" y="1794492"/>
                  </a:lnTo>
                  <a:close/>
                  <a:moveTo>
                    <a:pt x="1268326" y="1005274"/>
                  </a:moveTo>
                  <a:cubicBezTo>
                    <a:pt x="1258925" y="1005304"/>
                    <a:pt x="1249549" y="1013377"/>
                    <a:pt x="1235223" y="1017658"/>
                  </a:cubicBezTo>
                  <a:lnTo>
                    <a:pt x="1222304" y="1024310"/>
                  </a:lnTo>
                  <a:lnTo>
                    <a:pt x="1237692" y="1017681"/>
                  </a:lnTo>
                  <a:cubicBezTo>
                    <a:pt x="1144670" y="1182477"/>
                    <a:pt x="1049108" y="1347208"/>
                    <a:pt x="953774" y="1512072"/>
                  </a:cubicBezTo>
                  <a:cubicBezTo>
                    <a:pt x="941877" y="1532647"/>
                    <a:pt x="931180" y="1553916"/>
                    <a:pt x="917980" y="1575922"/>
                  </a:cubicBezTo>
                  <a:cubicBezTo>
                    <a:pt x="912876" y="1568572"/>
                    <a:pt x="905876" y="1553450"/>
                    <a:pt x="907122" y="1552737"/>
                  </a:cubicBezTo>
                  <a:cubicBezTo>
                    <a:pt x="939413" y="1534258"/>
                    <a:pt x="946488" y="1498520"/>
                    <a:pt x="964075" y="1470425"/>
                  </a:cubicBezTo>
                  <a:cubicBezTo>
                    <a:pt x="946488" y="1498519"/>
                    <a:pt x="939413" y="1534258"/>
                    <a:pt x="907122" y="1552737"/>
                  </a:cubicBezTo>
                  <a:cubicBezTo>
                    <a:pt x="905876" y="1553450"/>
                    <a:pt x="912876" y="1568572"/>
                    <a:pt x="915347" y="1581352"/>
                  </a:cubicBezTo>
                  <a:cubicBezTo>
                    <a:pt x="890587" y="1603760"/>
                    <a:pt x="905390" y="1624396"/>
                    <a:pt x="917792" y="1645608"/>
                  </a:cubicBezTo>
                  <a:cubicBezTo>
                    <a:pt x="971643" y="1737711"/>
                    <a:pt x="1025236" y="1829964"/>
                    <a:pt x="1078923" y="1922162"/>
                  </a:cubicBezTo>
                  <a:cubicBezTo>
                    <a:pt x="1136666" y="2021326"/>
                    <a:pt x="1194409" y="2120490"/>
                    <a:pt x="1252713" y="2223216"/>
                  </a:cubicBezTo>
                  <a:lnTo>
                    <a:pt x="1258772" y="2228809"/>
                  </a:lnTo>
                  <a:lnTo>
                    <a:pt x="1252432" y="2221435"/>
                  </a:lnTo>
                  <a:cubicBezTo>
                    <a:pt x="1254983" y="2219369"/>
                    <a:pt x="1257814" y="2219082"/>
                    <a:pt x="1262747" y="2219225"/>
                  </a:cubicBezTo>
                  <a:lnTo>
                    <a:pt x="1258777" y="2228812"/>
                  </a:lnTo>
                  <a:lnTo>
                    <a:pt x="1262549" y="2224123"/>
                  </a:lnTo>
                  <a:cubicBezTo>
                    <a:pt x="1264298" y="2222484"/>
                    <a:pt x="1266785" y="2220736"/>
                    <a:pt x="1270747" y="2218763"/>
                  </a:cubicBezTo>
                  <a:cubicBezTo>
                    <a:pt x="1491222" y="2219060"/>
                    <a:pt x="1711700" y="2219358"/>
                    <a:pt x="1933140" y="2223965"/>
                  </a:cubicBezTo>
                  <a:cubicBezTo>
                    <a:pt x="1950306" y="2240773"/>
                    <a:pt x="1958714" y="2227227"/>
                    <a:pt x="1966524" y="2213933"/>
                  </a:cubicBezTo>
                  <a:cubicBezTo>
                    <a:pt x="1958714" y="2227227"/>
                    <a:pt x="1950306" y="2240773"/>
                    <a:pt x="1932657" y="2221810"/>
                  </a:cubicBezTo>
                  <a:cubicBezTo>
                    <a:pt x="1949794" y="2196545"/>
                    <a:pt x="1969980" y="2174946"/>
                    <a:pt x="1984609" y="2150079"/>
                  </a:cubicBezTo>
                  <a:cubicBezTo>
                    <a:pt x="2071101" y="2003060"/>
                    <a:pt x="2156403" y="1855341"/>
                    <a:pt x="2241853" y="1707712"/>
                  </a:cubicBezTo>
                  <a:cubicBezTo>
                    <a:pt x="2259939" y="1676467"/>
                    <a:pt x="2276977" y="1644617"/>
                    <a:pt x="2294988" y="1610768"/>
                  </a:cubicBezTo>
                  <a:lnTo>
                    <a:pt x="2300166" y="1622930"/>
                  </a:lnTo>
                  <a:lnTo>
                    <a:pt x="2300130" y="1622491"/>
                  </a:lnTo>
                  <a:cubicBezTo>
                    <a:pt x="2298306" y="1617175"/>
                    <a:pt x="2295546" y="1610954"/>
                    <a:pt x="2293483" y="1604390"/>
                  </a:cubicBezTo>
                  <a:cubicBezTo>
                    <a:pt x="2250690" y="1530007"/>
                    <a:pt x="2207993" y="1455570"/>
                    <a:pt x="2165085" y="1381253"/>
                  </a:cubicBezTo>
                  <a:cubicBezTo>
                    <a:pt x="2095782" y="1261222"/>
                    <a:pt x="2026625" y="1141103"/>
                    <a:pt x="1956337" y="1021649"/>
                  </a:cubicBezTo>
                  <a:cubicBezTo>
                    <a:pt x="1951452" y="1013347"/>
                    <a:pt x="1937750" y="1005466"/>
                    <a:pt x="1928114" y="1005427"/>
                  </a:cubicBezTo>
                  <a:cubicBezTo>
                    <a:pt x="1708187" y="1004515"/>
                    <a:pt x="1488255" y="1004564"/>
                    <a:pt x="1268326" y="1005274"/>
                  </a:cubicBezTo>
                  <a:close/>
                  <a:moveTo>
                    <a:pt x="2118158" y="654720"/>
                  </a:moveTo>
                  <a:cubicBezTo>
                    <a:pt x="2140834" y="654638"/>
                    <a:pt x="2153998" y="661222"/>
                    <a:pt x="2165508" y="681563"/>
                  </a:cubicBezTo>
                  <a:cubicBezTo>
                    <a:pt x="2225625" y="787816"/>
                    <a:pt x="2287572" y="893034"/>
                    <a:pt x="2348590" y="998779"/>
                  </a:cubicBezTo>
                  <a:cubicBezTo>
                    <a:pt x="2396678" y="1082115"/>
                    <a:pt x="2444148" y="1165807"/>
                    <a:pt x="2492243" y="1249139"/>
                  </a:cubicBezTo>
                  <a:cubicBezTo>
                    <a:pt x="2555354" y="1358488"/>
                    <a:pt x="2618824" y="1467630"/>
                    <a:pt x="2682059" y="1576907"/>
                  </a:cubicBezTo>
                  <a:cubicBezTo>
                    <a:pt x="2684624" y="1581338"/>
                    <a:pt x="2686357" y="1586248"/>
                    <a:pt x="2686623" y="1593492"/>
                  </a:cubicBezTo>
                  <a:lnTo>
                    <a:pt x="2670263" y="1636078"/>
                  </a:lnTo>
                  <a:lnTo>
                    <a:pt x="2686990" y="1595789"/>
                  </a:lnTo>
                  <a:cubicBezTo>
                    <a:pt x="2696785" y="1616820"/>
                    <a:pt x="2687797" y="1632885"/>
                    <a:pt x="2676842" y="1651410"/>
                  </a:cubicBezTo>
                  <a:cubicBezTo>
                    <a:pt x="2619993" y="1747541"/>
                    <a:pt x="2565651" y="1845151"/>
                    <a:pt x="2509649" y="1941789"/>
                  </a:cubicBezTo>
                  <a:cubicBezTo>
                    <a:pt x="2417284" y="2101178"/>
                    <a:pt x="2324153" y="2260123"/>
                    <a:pt x="2231726" y="2419477"/>
                  </a:cubicBezTo>
                  <a:cubicBezTo>
                    <a:pt x="2210983" y="2455239"/>
                    <a:pt x="2191816" y="2491916"/>
                    <a:pt x="2169976" y="2529231"/>
                  </a:cubicBezTo>
                  <a:cubicBezTo>
                    <a:pt x="2166880" y="2527008"/>
                    <a:pt x="2163074" y="2523765"/>
                    <a:pt x="2160202" y="2520825"/>
                  </a:cubicBezTo>
                  <a:lnTo>
                    <a:pt x="2156036" y="2514248"/>
                  </a:lnTo>
                  <a:lnTo>
                    <a:pt x="2159959" y="2520958"/>
                  </a:lnTo>
                  <a:cubicBezTo>
                    <a:pt x="2162588" y="2524029"/>
                    <a:pt x="2165907" y="2527536"/>
                    <a:pt x="2168028" y="2530288"/>
                  </a:cubicBezTo>
                  <a:cubicBezTo>
                    <a:pt x="2163801" y="2537407"/>
                    <a:pt x="2159574" y="2544526"/>
                    <a:pt x="2153332" y="2554186"/>
                  </a:cubicBezTo>
                  <a:cubicBezTo>
                    <a:pt x="2149928" y="2557761"/>
                    <a:pt x="2148944" y="2559094"/>
                    <a:pt x="2148366" y="2560725"/>
                  </a:cubicBezTo>
                  <a:cubicBezTo>
                    <a:pt x="2087030" y="2561078"/>
                    <a:pt x="2025695" y="2561714"/>
                    <a:pt x="1964359" y="2561736"/>
                  </a:cubicBezTo>
                  <a:cubicBezTo>
                    <a:pt x="1667087" y="2561843"/>
                    <a:pt x="1369816" y="2561639"/>
                    <a:pt x="1072545" y="2562098"/>
                  </a:cubicBezTo>
                  <a:cubicBezTo>
                    <a:pt x="1051771" y="2562129"/>
                    <a:pt x="1040449" y="2557233"/>
                    <a:pt x="1028794" y="2536834"/>
                  </a:cubicBezTo>
                  <a:cubicBezTo>
                    <a:pt x="924569" y="2354407"/>
                    <a:pt x="817634" y="2173532"/>
                    <a:pt x="712510" y="1991615"/>
                  </a:cubicBezTo>
                  <a:cubicBezTo>
                    <a:pt x="643686" y="1872515"/>
                    <a:pt x="576539" y="1752445"/>
                    <a:pt x="509360" y="1628386"/>
                  </a:cubicBezTo>
                  <a:lnTo>
                    <a:pt x="529262" y="1584440"/>
                  </a:lnTo>
                  <a:lnTo>
                    <a:pt x="509161" y="1626088"/>
                  </a:lnTo>
                  <a:cubicBezTo>
                    <a:pt x="484456" y="1614583"/>
                    <a:pt x="500135" y="1599884"/>
                    <a:pt x="507785" y="1586385"/>
                  </a:cubicBezTo>
                  <a:cubicBezTo>
                    <a:pt x="546497" y="1518076"/>
                    <a:pt x="585455" y="1449904"/>
                    <a:pt x="624780" y="1381946"/>
                  </a:cubicBezTo>
                  <a:cubicBezTo>
                    <a:pt x="678106" y="1289794"/>
                    <a:pt x="732215" y="1198094"/>
                    <a:pt x="785321" y="1105815"/>
                  </a:cubicBezTo>
                  <a:cubicBezTo>
                    <a:pt x="867283" y="963394"/>
                    <a:pt x="948373" y="820469"/>
                    <a:pt x="1030951" y="678406"/>
                  </a:cubicBezTo>
                  <a:cubicBezTo>
                    <a:pt x="1036978" y="668037"/>
                    <a:pt x="1052043" y="662919"/>
                    <a:pt x="1065373" y="655799"/>
                  </a:cubicBezTo>
                  <a:lnTo>
                    <a:pt x="929080" y="892319"/>
                  </a:lnTo>
                  <a:lnTo>
                    <a:pt x="1067840" y="656239"/>
                  </a:lnTo>
                  <a:cubicBezTo>
                    <a:pt x="1204272" y="655885"/>
                    <a:pt x="1340705" y="655334"/>
                    <a:pt x="1477137" y="655225"/>
                  </a:cubicBezTo>
                  <a:cubicBezTo>
                    <a:pt x="1690811" y="655053"/>
                    <a:pt x="1904487" y="655492"/>
                    <a:pt x="2118158" y="654720"/>
                  </a:cubicBezTo>
                  <a:close/>
                  <a:moveTo>
                    <a:pt x="2935151" y="186"/>
                  </a:moveTo>
                  <a:cubicBezTo>
                    <a:pt x="3064102" y="-356"/>
                    <a:pt x="3181069" y="95372"/>
                    <a:pt x="3209656" y="220373"/>
                  </a:cubicBezTo>
                  <a:cubicBezTo>
                    <a:pt x="3214247" y="240458"/>
                    <a:pt x="3216107" y="261580"/>
                    <a:pt x="3216146" y="282228"/>
                  </a:cubicBezTo>
                  <a:cubicBezTo>
                    <a:pt x="3216588" y="513023"/>
                    <a:pt x="3216425" y="743819"/>
                    <a:pt x="3216425" y="976890"/>
                  </a:cubicBezTo>
                  <a:cubicBezTo>
                    <a:pt x="3119657" y="976890"/>
                    <a:pt x="3023942" y="976890"/>
                    <a:pt x="2924080" y="976890"/>
                  </a:cubicBezTo>
                  <a:cubicBezTo>
                    <a:pt x="2924080" y="864846"/>
                    <a:pt x="2924080" y="752001"/>
                    <a:pt x="2924080" y="635977"/>
                  </a:cubicBezTo>
                  <a:cubicBezTo>
                    <a:pt x="2924080" y="520716"/>
                    <a:pt x="2924080" y="408633"/>
                    <a:pt x="2924080" y="293551"/>
                  </a:cubicBezTo>
                  <a:cubicBezTo>
                    <a:pt x="2695183" y="293551"/>
                    <a:pt x="2468138" y="293551"/>
                    <a:pt x="2239408" y="293551"/>
                  </a:cubicBezTo>
                  <a:cubicBezTo>
                    <a:pt x="2239408" y="194847"/>
                    <a:pt x="2239408" y="99142"/>
                    <a:pt x="2239408" y="442"/>
                  </a:cubicBezTo>
                  <a:cubicBezTo>
                    <a:pt x="2251659" y="442"/>
                    <a:pt x="2263001" y="442"/>
                    <a:pt x="2274343" y="442"/>
                  </a:cubicBezTo>
                  <a:cubicBezTo>
                    <a:pt x="2494612" y="442"/>
                    <a:pt x="2714885" y="1114"/>
                    <a:pt x="2935151" y="186"/>
                  </a:cubicBezTo>
                  <a:close/>
                  <a:moveTo>
                    <a:pt x="618912" y="0"/>
                  </a:moveTo>
                  <a:cubicBezTo>
                    <a:pt x="737831" y="12"/>
                    <a:pt x="857062" y="445"/>
                    <a:pt x="976898" y="445"/>
                  </a:cubicBezTo>
                  <a:cubicBezTo>
                    <a:pt x="976898" y="96874"/>
                    <a:pt x="976898" y="192602"/>
                    <a:pt x="976898" y="291387"/>
                  </a:cubicBezTo>
                  <a:cubicBezTo>
                    <a:pt x="751105" y="291387"/>
                    <a:pt x="524039" y="291387"/>
                    <a:pt x="292967" y="291387"/>
                  </a:cubicBezTo>
                  <a:cubicBezTo>
                    <a:pt x="292967" y="313956"/>
                    <a:pt x="292967" y="333676"/>
                    <a:pt x="292967" y="356537"/>
                  </a:cubicBezTo>
                  <a:cubicBezTo>
                    <a:pt x="292967" y="564963"/>
                    <a:pt x="292967" y="770246"/>
                    <a:pt x="292967" y="977345"/>
                  </a:cubicBezTo>
                  <a:cubicBezTo>
                    <a:pt x="195257" y="977345"/>
                    <a:pt x="99542" y="977345"/>
                    <a:pt x="622" y="977345"/>
                  </a:cubicBezTo>
                  <a:cubicBezTo>
                    <a:pt x="622" y="965447"/>
                    <a:pt x="622" y="954132"/>
                    <a:pt x="622" y="942816"/>
                  </a:cubicBezTo>
                  <a:cubicBezTo>
                    <a:pt x="622" y="727813"/>
                    <a:pt x="2110" y="512795"/>
                    <a:pt x="18" y="297812"/>
                  </a:cubicBezTo>
                  <a:cubicBezTo>
                    <a:pt x="-1090" y="183907"/>
                    <a:pt x="48362" y="98082"/>
                    <a:pt x="140193" y="38568"/>
                  </a:cubicBezTo>
                  <a:cubicBezTo>
                    <a:pt x="174767" y="16161"/>
                    <a:pt x="221412" y="2672"/>
                    <a:pt x="262795" y="2085"/>
                  </a:cubicBezTo>
                  <a:cubicBezTo>
                    <a:pt x="381385" y="399"/>
                    <a:pt x="499993" y="-11"/>
                    <a:pt x="618912"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30" name="Group 929">
            <a:extLst>
              <a:ext uri="{FF2B5EF4-FFF2-40B4-BE49-F238E27FC236}">
                <a16:creationId xmlns:a16="http://schemas.microsoft.com/office/drawing/2014/main" id="{C2B5C846-65BC-7799-45E0-E3CF2DBF6039}"/>
              </a:ext>
              <a:ext uri="{C183D7F6-B498-43B3-948B-1728B52AA6E4}">
                <adec:decorative xmlns:adec="http://schemas.microsoft.com/office/drawing/2017/decorative" val="1"/>
              </a:ext>
            </a:extLst>
          </p:cNvPr>
          <p:cNvGrpSpPr>
            <a:grpSpLocks noChangeAspect="1"/>
          </p:cNvGrpSpPr>
          <p:nvPr/>
        </p:nvGrpSpPr>
        <p:grpSpPr>
          <a:xfrm>
            <a:off x="1932206" y="1517247"/>
            <a:ext cx="458996" cy="457200"/>
            <a:chOff x="1932206" y="1517247"/>
            <a:chExt cx="458996" cy="457200"/>
          </a:xfrm>
          <a:solidFill>
            <a:srgbClr val="FF0000"/>
          </a:solidFill>
        </p:grpSpPr>
        <p:sp>
          <p:nvSpPr>
            <p:cNvPr id="159" name="Freeform: Shape 158">
              <a:extLst>
                <a:ext uri="{FF2B5EF4-FFF2-40B4-BE49-F238E27FC236}">
                  <a16:creationId xmlns:a16="http://schemas.microsoft.com/office/drawing/2014/main" id="{55D4300E-1A00-5FD8-2738-282C56DB1082}"/>
                </a:ext>
                <a:ext uri="{C183D7F6-B498-43B3-948B-1728B52AA6E4}">
                  <adec:decorative xmlns:adec="http://schemas.microsoft.com/office/drawing/2017/decorative" val="1"/>
                </a:ext>
              </a:extLst>
            </p:cNvPr>
            <p:cNvSpPr/>
            <p:nvPr/>
          </p:nvSpPr>
          <p:spPr>
            <a:xfrm>
              <a:off x="2004758" y="1588393"/>
              <a:ext cx="386444" cy="386054"/>
            </a:xfrm>
            <a:custGeom>
              <a:avLst/>
              <a:gdLst>
                <a:gd name="connsiteX0" fmla="*/ 3865512 w 5796665"/>
                <a:gd name="connsiteY0" fmla="*/ 3713039 h 5790815"/>
                <a:gd name="connsiteX1" fmla="*/ 3723039 w 5796665"/>
                <a:gd name="connsiteY1" fmla="*/ 3861898 h 5790815"/>
                <a:gd name="connsiteX2" fmla="*/ 3739247 w 5796665"/>
                <a:gd name="connsiteY2" fmla="*/ 3879403 h 5790815"/>
                <a:gd name="connsiteX3" fmla="*/ 5303227 w 5796665"/>
                <a:gd name="connsiteY3" fmla="*/ 5443445 h 5790815"/>
                <a:gd name="connsiteX4" fmla="*/ 5452555 w 5796665"/>
                <a:gd name="connsiteY4" fmla="*/ 5444369 h 5790815"/>
                <a:gd name="connsiteX5" fmla="*/ 5449921 w 5796665"/>
                <a:gd name="connsiteY5" fmla="*/ 5297434 h 5790815"/>
                <a:gd name="connsiteX6" fmla="*/ 5266059 w 5796665"/>
                <a:gd name="connsiteY6" fmla="*/ 5113572 h 5790815"/>
                <a:gd name="connsiteX7" fmla="*/ 1069069 w 5796665"/>
                <a:gd name="connsiteY7" fmla="*/ 1010269 h 5790815"/>
                <a:gd name="connsiteX8" fmla="*/ 1197648 w 5796665"/>
                <a:gd name="connsiteY8" fmla="*/ 1115886 h 5790815"/>
                <a:gd name="connsiteX9" fmla="*/ 689468 w 5796665"/>
                <a:gd name="connsiteY9" fmla="*/ 2239632 h 5790815"/>
                <a:gd name="connsiteX10" fmla="*/ 531791 w 5796665"/>
                <a:gd name="connsiteY10" fmla="*/ 2239632 h 5790815"/>
                <a:gd name="connsiteX11" fmla="*/ 531791 w 5796665"/>
                <a:gd name="connsiteY11" fmla="*/ 2166847 h 5790815"/>
                <a:gd name="connsiteX12" fmla="*/ 639310 w 5796665"/>
                <a:gd name="connsiteY12" fmla="*/ 1652014 h 5790815"/>
                <a:gd name="connsiteX13" fmla="*/ 811971 w 5796665"/>
                <a:gd name="connsiteY13" fmla="*/ 1313347 h 5790815"/>
                <a:gd name="connsiteX14" fmla="*/ 917697 w 5796665"/>
                <a:gd name="connsiteY14" fmla="*/ 1172214 h 5790815"/>
                <a:gd name="connsiteX15" fmla="*/ 1069069 w 5796665"/>
                <a:gd name="connsiteY15" fmla="*/ 1010269 h 5790815"/>
                <a:gd name="connsiteX16" fmla="*/ 1614443 w 5796665"/>
                <a:gd name="connsiteY16" fmla="*/ 677384 h 5790815"/>
                <a:gd name="connsiteX17" fmla="*/ 1627939 w 5796665"/>
                <a:gd name="connsiteY17" fmla="*/ 697979 h 5790815"/>
                <a:gd name="connsiteX18" fmla="*/ 1675271 w 5796665"/>
                <a:gd name="connsiteY18" fmla="*/ 821258 h 5790815"/>
                <a:gd name="connsiteX19" fmla="*/ 1316350 w 5796665"/>
                <a:gd name="connsiteY19" fmla="*/ 1017456 h 5790815"/>
                <a:gd name="connsiteX20" fmla="*/ 1283486 w 5796665"/>
                <a:gd name="connsiteY20" fmla="*/ 1039893 h 5790815"/>
                <a:gd name="connsiteX21" fmla="*/ 1189365 w 5796665"/>
                <a:gd name="connsiteY21" fmla="*/ 908670 h 5790815"/>
                <a:gd name="connsiteX22" fmla="*/ 1341453 w 5796665"/>
                <a:gd name="connsiteY22" fmla="*/ 805855 h 5790815"/>
                <a:gd name="connsiteX23" fmla="*/ 1589377 w 5796665"/>
                <a:gd name="connsiteY23" fmla="*/ 681318 h 5790815"/>
                <a:gd name="connsiteX24" fmla="*/ 1614443 w 5796665"/>
                <a:gd name="connsiteY24" fmla="*/ 677384 h 5790815"/>
                <a:gd name="connsiteX25" fmla="*/ 2305401 w 5796665"/>
                <a:gd name="connsiteY25" fmla="*/ 462 h 5790815"/>
                <a:gd name="connsiteX26" fmla="*/ 2532252 w 5796665"/>
                <a:gd name="connsiteY26" fmla="*/ 22195 h 5790815"/>
                <a:gd name="connsiteX27" fmla="*/ 2849393 w 5796665"/>
                <a:gd name="connsiteY27" fmla="*/ 89752 h 5790815"/>
                <a:gd name="connsiteX28" fmla="*/ 3322974 w 5796665"/>
                <a:gd name="connsiteY28" fmla="*/ 289305 h 5790815"/>
                <a:gd name="connsiteX29" fmla="*/ 3337306 w 5796665"/>
                <a:gd name="connsiteY29" fmla="*/ 301602 h 5790815"/>
                <a:gd name="connsiteX30" fmla="*/ 3598029 w 5796665"/>
                <a:gd name="connsiteY30" fmla="*/ 479933 h 5790815"/>
                <a:gd name="connsiteX31" fmla="*/ 3636239 w 5796665"/>
                <a:gd name="connsiteY31" fmla="*/ 504597 h 5790815"/>
                <a:gd name="connsiteX32" fmla="*/ 3793072 w 5796665"/>
                <a:gd name="connsiteY32" fmla="*/ 646745 h 5790815"/>
                <a:gd name="connsiteX33" fmla="*/ 4058581 w 5796665"/>
                <a:gd name="connsiteY33" fmla="*/ 968487 h 5790815"/>
                <a:gd name="connsiteX34" fmla="*/ 4337713 w 5796665"/>
                <a:gd name="connsiteY34" fmla="*/ 1536454 h 5790815"/>
                <a:gd name="connsiteX35" fmla="*/ 4401387 w 5796665"/>
                <a:gd name="connsiteY35" fmla="*/ 1813958 h 5790815"/>
                <a:gd name="connsiteX36" fmla="*/ 4080307 w 5796665"/>
                <a:gd name="connsiteY36" fmla="*/ 1813958 h 5790815"/>
                <a:gd name="connsiteX37" fmla="*/ 4050988 w 5796665"/>
                <a:gd name="connsiteY37" fmla="*/ 1679079 h 5790815"/>
                <a:gd name="connsiteX38" fmla="*/ 3868408 w 5796665"/>
                <a:gd name="connsiteY38" fmla="*/ 1257778 h 5790815"/>
                <a:gd name="connsiteX39" fmla="*/ 3604375 w 5796665"/>
                <a:gd name="connsiteY39" fmla="*/ 907145 h 5790815"/>
                <a:gd name="connsiteX40" fmla="*/ 3440804 w 5796665"/>
                <a:gd name="connsiteY40" fmla="*/ 756340 h 5790815"/>
                <a:gd name="connsiteX41" fmla="*/ 3081873 w 5796665"/>
                <a:gd name="connsiteY41" fmla="*/ 518163 h 5790815"/>
                <a:gd name="connsiteX42" fmla="*/ 2721349 w 5796665"/>
                <a:gd name="connsiteY42" fmla="*/ 379829 h 5790815"/>
                <a:gd name="connsiteX43" fmla="*/ 2348287 w 5796665"/>
                <a:gd name="connsiteY43" fmla="*/ 317403 h 5790815"/>
                <a:gd name="connsiteX44" fmla="*/ 1994412 w 5796665"/>
                <a:gd name="connsiteY44" fmla="*/ 330260 h 5790815"/>
                <a:gd name="connsiteX45" fmla="*/ 1673457 w 5796665"/>
                <a:gd name="connsiteY45" fmla="*/ 395575 h 5790815"/>
                <a:gd name="connsiteX46" fmla="*/ 1290366 w 5796665"/>
                <a:gd name="connsiteY46" fmla="*/ 557939 h 5790815"/>
                <a:gd name="connsiteX47" fmla="*/ 932924 w 5796665"/>
                <a:gd name="connsiteY47" fmla="*/ 817151 h 5790815"/>
                <a:gd name="connsiteX48" fmla="*/ 748366 w 5796665"/>
                <a:gd name="connsiteY48" fmla="*/ 1014256 h 5790815"/>
                <a:gd name="connsiteX49" fmla="*/ 525018 w 5796665"/>
                <a:gd name="connsiteY49" fmla="*/ 1351157 h 5790815"/>
                <a:gd name="connsiteX50" fmla="*/ 386545 w 5796665"/>
                <a:gd name="connsiteY50" fmla="*/ 1701177 h 5790815"/>
                <a:gd name="connsiteX51" fmla="*/ 315092 w 5796665"/>
                <a:gd name="connsiteY51" fmla="*/ 2160680 h 5790815"/>
                <a:gd name="connsiteX52" fmla="*/ 327906 w 5796665"/>
                <a:gd name="connsiteY52" fmla="*/ 2433301 h 5790815"/>
                <a:gd name="connsiteX53" fmla="*/ 400008 w 5796665"/>
                <a:gd name="connsiteY53" fmla="*/ 2786845 h 5790815"/>
                <a:gd name="connsiteX54" fmla="*/ 563572 w 5796665"/>
                <a:gd name="connsiteY54" fmla="*/ 3162521 h 5790815"/>
                <a:gd name="connsiteX55" fmla="*/ 800025 w 5796665"/>
                <a:gd name="connsiteY55" fmla="*/ 3491270 h 5790815"/>
                <a:gd name="connsiteX56" fmla="*/ 1088329 w 5796665"/>
                <a:gd name="connsiteY56" fmla="*/ 3754890 h 5790815"/>
                <a:gd name="connsiteX57" fmla="*/ 1533508 w 5796665"/>
                <a:gd name="connsiteY57" fmla="*/ 4001281 h 5790815"/>
                <a:gd name="connsiteX58" fmla="*/ 2246555 w 5796665"/>
                <a:gd name="connsiteY58" fmla="*/ 4133029 h 5790815"/>
                <a:gd name="connsiteX59" fmla="*/ 2323354 w 5796665"/>
                <a:gd name="connsiteY59" fmla="*/ 4126594 h 5790815"/>
                <a:gd name="connsiteX60" fmla="*/ 2497160 w 5796665"/>
                <a:gd name="connsiteY60" fmla="*/ 4111896 h 5790815"/>
                <a:gd name="connsiteX61" fmla="*/ 2899356 w 5796665"/>
                <a:gd name="connsiteY61" fmla="*/ 4005240 h 5790815"/>
                <a:gd name="connsiteX62" fmla="*/ 3499449 w 5796665"/>
                <a:gd name="connsiteY62" fmla="*/ 3638219 h 5790815"/>
                <a:gd name="connsiteX63" fmla="*/ 3703230 w 5796665"/>
                <a:gd name="connsiteY63" fmla="*/ 3421879 h 5790815"/>
                <a:gd name="connsiteX64" fmla="*/ 3928123 w 5796665"/>
                <a:gd name="connsiteY64" fmla="*/ 3078067 h 5790815"/>
                <a:gd name="connsiteX65" fmla="*/ 4068796 w 5796665"/>
                <a:gd name="connsiteY65" fmla="*/ 2707922 h 5790815"/>
                <a:gd name="connsiteX66" fmla="*/ 4072003 w 5796665"/>
                <a:gd name="connsiteY66" fmla="*/ 2692631 h 5790815"/>
                <a:gd name="connsiteX67" fmla="*/ 4393820 w 5796665"/>
                <a:gd name="connsiteY67" fmla="*/ 2692631 h 5790815"/>
                <a:gd name="connsiteX68" fmla="*/ 4282791 w 5796665"/>
                <a:gd name="connsiteY68" fmla="*/ 3054603 h 5790815"/>
                <a:gd name="connsiteX69" fmla="*/ 4145498 w 5796665"/>
                <a:gd name="connsiteY69" fmla="*/ 3337714 h 5790815"/>
                <a:gd name="connsiteX70" fmla="*/ 4065458 w 5796665"/>
                <a:gd name="connsiteY70" fmla="*/ 3467096 h 5790815"/>
                <a:gd name="connsiteX71" fmla="*/ 4092184 w 5796665"/>
                <a:gd name="connsiteY71" fmla="*/ 3490608 h 5790815"/>
                <a:gd name="connsiteX72" fmla="*/ 5662992 w 5796665"/>
                <a:gd name="connsiteY72" fmla="*/ 5061354 h 5790815"/>
                <a:gd name="connsiteX73" fmla="*/ 5791650 w 5796665"/>
                <a:gd name="connsiteY73" fmla="*/ 5429320 h 5790815"/>
                <a:gd name="connsiteX74" fmla="*/ 5492793 w 5796665"/>
                <a:gd name="connsiteY74" fmla="*/ 5772325 h 5790815"/>
                <a:gd name="connsiteX75" fmla="*/ 5094273 w 5796665"/>
                <a:gd name="connsiteY75" fmla="*/ 5675828 h 5790815"/>
                <a:gd name="connsiteX76" fmla="*/ 3637722 w 5796665"/>
                <a:gd name="connsiteY76" fmla="*/ 4220663 h 5790815"/>
                <a:gd name="connsiteX77" fmla="*/ 3488862 w 5796665"/>
                <a:gd name="connsiteY77" fmla="*/ 4071535 h 5790815"/>
                <a:gd name="connsiteX78" fmla="*/ 3461178 w 5796665"/>
                <a:gd name="connsiteY78" fmla="*/ 4065189 h 5790815"/>
                <a:gd name="connsiteX79" fmla="*/ 3319808 w 5796665"/>
                <a:gd name="connsiteY79" fmla="*/ 4154838 h 5790815"/>
                <a:gd name="connsiteX80" fmla="*/ 3275046 w 5796665"/>
                <a:gd name="connsiteY80" fmla="*/ 4180764 h 5790815"/>
                <a:gd name="connsiteX81" fmla="*/ 3009323 w 5796665"/>
                <a:gd name="connsiteY81" fmla="*/ 4299573 h 5790815"/>
                <a:gd name="connsiteX82" fmla="*/ 2390780 w 5796665"/>
                <a:gd name="connsiteY82" fmla="*/ 4438549 h 5790815"/>
                <a:gd name="connsiteX83" fmla="*/ 2131994 w 5796665"/>
                <a:gd name="connsiteY83" fmla="*/ 4439776 h 5790815"/>
                <a:gd name="connsiteX84" fmla="*/ 1748366 w 5796665"/>
                <a:gd name="connsiteY84" fmla="*/ 4392531 h 5790815"/>
                <a:gd name="connsiteX85" fmla="*/ 1183681 w 5796665"/>
                <a:gd name="connsiteY85" fmla="*/ 4184964 h 5790815"/>
                <a:gd name="connsiteX86" fmla="*/ 961940 w 5796665"/>
                <a:gd name="connsiteY86" fmla="*/ 4048471 h 5790815"/>
                <a:gd name="connsiteX87" fmla="*/ 925641 w 5796665"/>
                <a:gd name="connsiteY87" fmla="*/ 4028283 h 5790815"/>
                <a:gd name="connsiteX88" fmla="*/ 737475 w 5796665"/>
                <a:gd name="connsiteY88" fmla="*/ 3871057 h 5790815"/>
                <a:gd name="connsiteX89" fmla="*/ 490898 w 5796665"/>
                <a:gd name="connsiteY89" fmla="*/ 3612638 h 5790815"/>
                <a:gd name="connsiteX90" fmla="*/ 436170 w 5796665"/>
                <a:gd name="connsiteY90" fmla="*/ 3538157 h 5790815"/>
                <a:gd name="connsiteX91" fmla="*/ 367447 w 5796665"/>
                <a:gd name="connsiteY91" fmla="*/ 3449633 h 5790815"/>
                <a:gd name="connsiteX92" fmla="*/ 346384 w 5796665"/>
                <a:gd name="connsiteY92" fmla="*/ 3413589 h 5790815"/>
                <a:gd name="connsiteX93" fmla="*/ 155659 w 5796665"/>
                <a:gd name="connsiteY93" fmla="*/ 3035167 h 5790815"/>
                <a:gd name="connsiteX94" fmla="*/ 143499 w 5796665"/>
                <a:gd name="connsiteY94" fmla="*/ 3001392 h 5790815"/>
                <a:gd name="connsiteX95" fmla="*/ 96047 w 5796665"/>
                <a:gd name="connsiteY95" fmla="*/ 2877334 h 5790815"/>
                <a:gd name="connsiteX96" fmla="*/ 80191 w 5796665"/>
                <a:gd name="connsiteY96" fmla="*/ 2814192 h 5790815"/>
                <a:gd name="connsiteX97" fmla="*/ 13910 w 5796665"/>
                <a:gd name="connsiteY97" fmla="*/ 2463013 h 5790815"/>
                <a:gd name="connsiteX98" fmla="*/ 426 w 5796665"/>
                <a:gd name="connsiteY98" fmla="*/ 2298753 h 5790815"/>
                <a:gd name="connsiteX99" fmla="*/ 1833 w 5796665"/>
                <a:gd name="connsiteY99" fmla="*/ 2092923 h 5790815"/>
                <a:gd name="connsiteX100" fmla="*/ 23187 w 5796665"/>
                <a:gd name="connsiteY100" fmla="*/ 1886198 h 5790815"/>
                <a:gd name="connsiteX101" fmla="*/ 54858 w 5796665"/>
                <a:gd name="connsiteY101" fmla="*/ 1727413 h 5790815"/>
                <a:gd name="connsiteX102" fmla="*/ 193020 w 5796665"/>
                <a:gd name="connsiteY102" fmla="*/ 1314506 h 5790815"/>
                <a:gd name="connsiteX103" fmla="*/ 272537 w 5796665"/>
                <a:gd name="connsiteY103" fmla="*/ 1156129 h 5790815"/>
                <a:gd name="connsiteX104" fmla="*/ 280599 w 5796665"/>
                <a:gd name="connsiteY104" fmla="*/ 1135506 h 5790815"/>
                <a:gd name="connsiteX105" fmla="*/ 567945 w 5796665"/>
                <a:gd name="connsiteY105" fmla="*/ 736918 h 5790815"/>
                <a:gd name="connsiteX106" fmla="*/ 725364 w 5796665"/>
                <a:gd name="connsiteY106" fmla="*/ 580127 h 5790815"/>
                <a:gd name="connsiteX107" fmla="*/ 875279 w 5796665"/>
                <a:gd name="connsiteY107" fmla="*/ 452896 h 5790815"/>
                <a:gd name="connsiteX108" fmla="*/ 1301456 w 5796665"/>
                <a:gd name="connsiteY108" fmla="*/ 198684 h 5790815"/>
                <a:gd name="connsiteX109" fmla="*/ 1371530 w 5796665"/>
                <a:gd name="connsiteY109" fmla="*/ 165357 h 5790815"/>
                <a:gd name="connsiteX110" fmla="*/ 1416003 w 5796665"/>
                <a:gd name="connsiteY110" fmla="*/ 152584 h 5790815"/>
                <a:gd name="connsiteX111" fmla="*/ 1717280 w 5796665"/>
                <a:gd name="connsiteY111" fmla="*/ 59674 h 5790815"/>
                <a:gd name="connsiteX112" fmla="*/ 1842504 w 5796665"/>
                <a:gd name="connsiteY112" fmla="*/ 28650 h 5790815"/>
                <a:gd name="connsiteX113" fmla="*/ 1872630 w 5796665"/>
                <a:gd name="connsiteY113" fmla="*/ 28244 h 5790815"/>
                <a:gd name="connsiteX114" fmla="*/ 2077521 w 5796665"/>
                <a:gd name="connsiteY114" fmla="*/ 2835 h 5790815"/>
                <a:gd name="connsiteX115" fmla="*/ 2305401 w 5796665"/>
                <a:gd name="connsiteY115" fmla="*/ 462 h 5790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5796665" h="5790815">
                  <a:moveTo>
                    <a:pt x="3865512" y="3713039"/>
                  </a:moveTo>
                  <a:lnTo>
                    <a:pt x="3723039" y="3861898"/>
                  </a:lnTo>
                  <a:cubicBezTo>
                    <a:pt x="3728777" y="3868112"/>
                    <a:pt x="3733812" y="3873961"/>
                    <a:pt x="3739247" y="3879403"/>
                  </a:cubicBezTo>
                  <a:lnTo>
                    <a:pt x="5303227" y="5443445"/>
                  </a:lnTo>
                  <a:cubicBezTo>
                    <a:pt x="5346644" y="5486855"/>
                    <a:pt x="5410717" y="5486952"/>
                    <a:pt x="5452555" y="5444369"/>
                  </a:cubicBezTo>
                  <a:cubicBezTo>
                    <a:pt x="5492924" y="5403283"/>
                    <a:pt x="5491993" y="5339727"/>
                    <a:pt x="5449921" y="5297434"/>
                  </a:cubicBezTo>
                  <a:lnTo>
                    <a:pt x="5266059" y="5113572"/>
                  </a:lnTo>
                  <a:close/>
                  <a:moveTo>
                    <a:pt x="1069069" y="1010269"/>
                  </a:moveTo>
                  <a:cubicBezTo>
                    <a:pt x="1112680" y="1046091"/>
                    <a:pt x="1153412" y="1079550"/>
                    <a:pt x="1197648" y="1115886"/>
                  </a:cubicBezTo>
                  <a:cubicBezTo>
                    <a:pt x="865931" y="1426175"/>
                    <a:pt x="702246" y="1799337"/>
                    <a:pt x="689468" y="2239632"/>
                  </a:cubicBezTo>
                  <a:cubicBezTo>
                    <a:pt x="635908" y="2239632"/>
                    <a:pt x="586298" y="2239632"/>
                    <a:pt x="531791" y="2239632"/>
                  </a:cubicBezTo>
                  <a:cubicBezTo>
                    <a:pt x="531791" y="2216692"/>
                    <a:pt x="531791" y="2193410"/>
                    <a:pt x="531791" y="2166847"/>
                  </a:cubicBezTo>
                  <a:cubicBezTo>
                    <a:pt x="542948" y="1987862"/>
                    <a:pt x="577491" y="1817343"/>
                    <a:pt x="639310" y="1652014"/>
                  </a:cubicBezTo>
                  <a:cubicBezTo>
                    <a:pt x="684070" y="1532309"/>
                    <a:pt x="743543" y="1420473"/>
                    <a:pt x="811971" y="1313347"/>
                  </a:cubicBezTo>
                  <a:cubicBezTo>
                    <a:pt x="843547" y="1263916"/>
                    <a:pt x="879391" y="1216664"/>
                    <a:pt x="917697" y="1172214"/>
                  </a:cubicBezTo>
                  <a:cubicBezTo>
                    <a:pt x="966924" y="1115092"/>
                    <a:pt x="1020570" y="1061778"/>
                    <a:pt x="1069069" y="1010269"/>
                  </a:cubicBezTo>
                  <a:close/>
                  <a:moveTo>
                    <a:pt x="1614443" y="677384"/>
                  </a:moveTo>
                  <a:cubicBezTo>
                    <a:pt x="1620280" y="680402"/>
                    <a:pt x="1624189" y="687509"/>
                    <a:pt x="1627939" y="697979"/>
                  </a:cubicBezTo>
                  <a:cubicBezTo>
                    <a:pt x="1642742" y="739304"/>
                    <a:pt x="1659313" y="779995"/>
                    <a:pt x="1675271" y="821258"/>
                  </a:cubicBezTo>
                  <a:cubicBezTo>
                    <a:pt x="1548057" y="871876"/>
                    <a:pt x="1429313" y="936859"/>
                    <a:pt x="1316350" y="1017456"/>
                  </a:cubicBezTo>
                  <a:cubicBezTo>
                    <a:pt x="1305490" y="1025254"/>
                    <a:pt x="1296410" y="1031295"/>
                    <a:pt x="1283486" y="1039893"/>
                  </a:cubicBezTo>
                  <a:cubicBezTo>
                    <a:pt x="1252312" y="996431"/>
                    <a:pt x="1222161" y="954394"/>
                    <a:pt x="1189365" y="908670"/>
                  </a:cubicBezTo>
                  <a:cubicBezTo>
                    <a:pt x="1241102" y="873247"/>
                    <a:pt x="1288744" y="834963"/>
                    <a:pt x="1341453" y="805855"/>
                  </a:cubicBezTo>
                  <a:cubicBezTo>
                    <a:pt x="1422343" y="761183"/>
                    <a:pt x="1507090" y="723545"/>
                    <a:pt x="1589377" y="681318"/>
                  </a:cubicBezTo>
                  <a:cubicBezTo>
                    <a:pt x="1600842" y="675435"/>
                    <a:pt x="1608607" y="674365"/>
                    <a:pt x="1614443" y="677384"/>
                  </a:cubicBezTo>
                  <a:close/>
                  <a:moveTo>
                    <a:pt x="2305401" y="462"/>
                  </a:moveTo>
                  <a:cubicBezTo>
                    <a:pt x="2381310" y="1959"/>
                    <a:pt x="2457053" y="7477"/>
                    <a:pt x="2532252" y="22195"/>
                  </a:cubicBezTo>
                  <a:cubicBezTo>
                    <a:pt x="2638329" y="42955"/>
                    <a:pt x="2744786" y="62915"/>
                    <a:pt x="2849393" y="89752"/>
                  </a:cubicBezTo>
                  <a:cubicBezTo>
                    <a:pt x="3016103" y="132527"/>
                    <a:pt x="3170121" y="207637"/>
                    <a:pt x="3322974" y="289305"/>
                  </a:cubicBezTo>
                  <a:cubicBezTo>
                    <a:pt x="3328464" y="294816"/>
                    <a:pt x="3332713" y="298457"/>
                    <a:pt x="3337306" y="301602"/>
                  </a:cubicBezTo>
                  <a:lnTo>
                    <a:pt x="3598029" y="479933"/>
                  </a:lnTo>
                  <a:cubicBezTo>
                    <a:pt x="3610547" y="488471"/>
                    <a:pt x="3623493" y="496389"/>
                    <a:pt x="3636239" y="504597"/>
                  </a:cubicBezTo>
                  <a:cubicBezTo>
                    <a:pt x="3688726" y="551773"/>
                    <a:pt x="3744206" y="596073"/>
                    <a:pt x="3793072" y="646745"/>
                  </a:cubicBezTo>
                  <a:cubicBezTo>
                    <a:pt x="3889748" y="746995"/>
                    <a:pt x="3979762" y="852858"/>
                    <a:pt x="4058581" y="968487"/>
                  </a:cubicBezTo>
                  <a:cubicBezTo>
                    <a:pt x="4178797" y="1144831"/>
                    <a:pt x="4272563" y="1333535"/>
                    <a:pt x="4337713" y="1536454"/>
                  </a:cubicBezTo>
                  <a:lnTo>
                    <a:pt x="4401387" y="1813958"/>
                  </a:lnTo>
                  <a:lnTo>
                    <a:pt x="4080307" y="1813958"/>
                  </a:lnTo>
                  <a:lnTo>
                    <a:pt x="4050988" y="1679079"/>
                  </a:lnTo>
                  <a:cubicBezTo>
                    <a:pt x="4011778" y="1529674"/>
                    <a:pt x="3945745" y="1391077"/>
                    <a:pt x="3868408" y="1257778"/>
                  </a:cubicBezTo>
                  <a:cubicBezTo>
                    <a:pt x="3794451" y="1130313"/>
                    <a:pt x="3706768" y="1012863"/>
                    <a:pt x="3604375" y="907145"/>
                  </a:cubicBezTo>
                  <a:cubicBezTo>
                    <a:pt x="3552853" y="853954"/>
                    <a:pt x="3496187" y="805668"/>
                    <a:pt x="3440804" y="756340"/>
                  </a:cubicBezTo>
                  <a:cubicBezTo>
                    <a:pt x="3332554" y="659905"/>
                    <a:pt x="3210241" y="584596"/>
                    <a:pt x="3081873" y="518163"/>
                  </a:cubicBezTo>
                  <a:cubicBezTo>
                    <a:pt x="2966733" y="458573"/>
                    <a:pt x="2846869" y="409417"/>
                    <a:pt x="2721349" y="379829"/>
                  </a:cubicBezTo>
                  <a:cubicBezTo>
                    <a:pt x="2598754" y="350923"/>
                    <a:pt x="2473579" y="326342"/>
                    <a:pt x="2348287" y="317403"/>
                  </a:cubicBezTo>
                  <a:cubicBezTo>
                    <a:pt x="2231105" y="309044"/>
                    <a:pt x="2111476" y="316741"/>
                    <a:pt x="1994412" y="330260"/>
                  </a:cubicBezTo>
                  <a:cubicBezTo>
                    <a:pt x="1886293" y="342743"/>
                    <a:pt x="1778864" y="367490"/>
                    <a:pt x="1673457" y="395575"/>
                  </a:cubicBezTo>
                  <a:cubicBezTo>
                    <a:pt x="1538708" y="431467"/>
                    <a:pt x="1412368" y="489416"/>
                    <a:pt x="1290366" y="557939"/>
                  </a:cubicBezTo>
                  <a:cubicBezTo>
                    <a:pt x="1160859" y="630668"/>
                    <a:pt x="1041319" y="716696"/>
                    <a:pt x="932924" y="817151"/>
                  </a:cubicBezTo>
                  <a:cubicBezTo>
                    <a:pt x="867064" y="878191"/>
                    <a:pt x="807846" y="946706"/>
                    <a:pt x="748366" y="1014256"/>
                  </a:cubicBezTo>
                  <a:cubicBezTo>
                    <a:pt x="658635" y="1116174"/>
                    <a:pt x="587381" y="1231003"/>
                    <a:pt x="525018" y="1351157"/>
                  </a:cubicBezTo>
                  <a:cubicBezTo>
                    <a:pt x="466979" y="1462979"/>
                    <a:pt x="420906" y="1579754"/>
                    <a:pt x="386545" y="1701177"/>
                  </a:cubicBezTo>
                  <a:cubicBezTo>
                    <a:pt x="344004" y="1851512"/>
                    <a:pt x="317892" y="2004710"/>
                    <a:pt x="315092" y="2160680"/>
                  </a:cubicBezTo>
                  <a:cubicBezTo>
                    <a:pt x="313457" y="2251460"/>
                    <a:pt x="321589" y="2342535"/>
                    <a:pt x="327906" y="2433301"/>
                  </a:cubicBezTo>
                  <a:cubicBezTo>
                    <a:pt x="336321" y="2554172"/>
                    <a:pt x="363957" y="2671512"/>
                    <a:pt x="400008" y="2786845"/>
                  </a:cubicBezTo>
                  <a:cubicBezTo>
                    <a:pt x="440970" y="2917910"/>
                    <a:pt x="495353" y="3043016"/>
                    <a:pt x="563572" y="3162521"/>
                  </a:cubicBezTo>
                  <a:cubicBezTo>
                    <a:pt x="630971" y="3280592"/>
                    <a:pt x="708307" y="3391628"/>
                    <a:pt x="800025" y="3491270"/>
                  </a:cubicBezTo>
                  <a:cubicBezTo>
                    <a:pt x="888266" y="3587133"/>
                    <a:pt x="982501" y="3677222"/>
                    <a:pt x="1088329" y="3754890"/>
                  </a:cubicBezTo>
                  <a:cubicBezTo>
                    <a:pt x="1226416" y="3856229"/>
                    <a:pt x="1374344" y="3938663"/>
                    <a:pt x="1533508" y="4001281"/>
                  </a:cubicBezTo>
                  <a:cubicBezTo>
                    <a:pt x="1762615" y="4091405"/>
                    <a:pt x="2001233" y="4130787"/>
                    <a:pt x="2246555" y="4133029"/>
                  </a:cubicBezTo>
                  <a:cubicBezTo>
                    <a:pt x="2272129" y="4133263"/>
                    <a:pt x="2297738" y="4128677"/>
                    <a:pt x="2323354" y="4126594"/>
                  </a:cubicBezTo>
                  <a:cubicBezTo>
                    <a:pt x="2381331" y="4121876"/>
                    <a:pt x="2439983" y="4121352"/>
                    <a:pt x="2497160" y="4111896"/>
                  </a:cubicBezTo>
                  <a:cubicBezTo>
                    <a:pt x="2634426" y="4089184"/>
                    <a:pt x="2768698" y="4055271"/>
                    <a:pt x="2899356" y="4005240"/>
                  </a:cubicBezTo>
                  <a:cubicBezTo>
                    <a:pt x="3122490" y="3919792"/>
                    <a:pt x="3323188" y="3798259"/>
                    <a:pt x="3499449" y="3638219"/>
                  </a:cubicBezTo>
                  <a:cubicBezTo>
                    <a:pt x="3572586" y="3571814"/>
                    <a:pt x="3637784" y="3496236"/>
                    <a:pt x="3703230" y="3421879"/>
                  </a:cubicBezTo>
                  <a:cubicBezTo>
                    <a:pt x="3794437" y="3318243"/>
                    <a:pt x="3865401" y="3200490"/>
                    <a:pt x="3928123" y="3078067"/>
                  </a:cubicBezTo>
                  <a:cubicBezTo>
                    <a:pt x="3988597" y="2960030"/>
                    <a:pt x="4036276" y="2836476"/>
                    <a:pt x="4068796" y="2707922"/>
                  </a:cubicBezTo>
                  <a:lnTo>
                    <a:pt x="4072003" y="2692631"/>
                  </a:lnTo>
                  <a:lnTo>
                    <a:pt x="4393820" y="2692631"/>
                  </a:lnTo>
                  <a:lnTo>
                    <a:pt x="4282791" y="3054603"/>
                  </a:lnTo>
                  <a:cubicBezTo>
                    <a:pt x="4239485" y="3150100"/>
                    <a:pt x="4193309" y="3244383"/>
                    <a:pt x="4145498" y="3337714"/>
                  </a:cubicBezTo>
                  <a:cubicBezTo>
                    <a:pt x="4123000" y="3381614"/>
                    <a:pt x="4093653" y="3421996"/>
                    <a:pt x="4065458" y="3467096"/>
                  </a:cubicBezTo>
                  <a:cubicBezTo>
                    <a:pt x="4073479" y="3474117"/>
                    <a:pt x="4083383" y="3481814"/>
                    <a:pt x="4092184" y="3490608"/>
                  </a:cubicBezTo>
                  <a:lnTo>
                    <a:pt x="5662992" y="5061354"/>
                  </a:lnTo>
                  <a:cubicBezTo>
                    <a:pt x="5764855" y="5163252"/>
                    <a:pt x="5813113" y="5288075"/>
                    <a:pt x="5791650" y="5429320"/>
                  </a:cubicBezTo>
                  <a:cubicBezTo>
                    <a:pt x="5765275" y="5602878"/>
                    <a:pt x="5664005" y="5723990"/>
                    <a:pt x="5492793" y="5772325"/>
                  </a:cubicBezTo>
                  <a:cubicBezTo>
                    <a:pt x="5344941" y="5814066"/>
                    <a:pt x="5205516" y="5786485"/>
                    <a:pt x="5094273" y="5675828"/>
                  </a:cubicBezTo>
                  <a:lnTo>
                    <a:pt x="3637722" y="4220663"/>
                  </a:lnTo>
                  <a:cubicBezTo>
                    <a:pt x="3586180" y="4168908"/>
                    <a:pt x="3538135" y="4119587"/>
                    <a:pt x="3488862" y="4071535"/>
                  </a:cubicBezTo>
                  <a:cubicBezTo>
                    <a:pt x="3482862" y="4065679"/>
                    <a:pt x="3467185" y="4061555"/>
                    <a:pt x="3461178" y="4065189"/>
                  </a:cubicBezTo>
                  <a:cubicBezTo>
                    <a:pt x="3414098" y="4093674"/>
                    <a:pt x="3368281" y="4124256"/>
                    <a:pt x="3319808" y="4154838"/>
                  </a:cubicBezTo>
                  <a:cubicBezTo>
                    <a:pt x="3303414" y="4163990"/>
                    <a:pt x="3289958" y="4173977"/>
                    <a:pt x="3275046" y="4180764"/>
                  </a:cubicBezTo>
                  <a:cubicBezTo>
                    <a:pt x="3186729" y="4220946"/>
                    <a:pt x="3099061" y="4262804"/>
                    <a:pt x="3009323" y="4299573"/>
                  </a:cubicBezTo>
                  <a:cubicBezTo>
                    <a:pt x="2811211" y="4380751"/>
                    <a:pt x="2603154" y="4421513"/>
                    <a:pt x="2390780" y="4438549"/>
                  </a:cubicBezTo>
                  <a:cubicBezTo>
                    <a:pt x="2305042" y="4445425"/>
                    <a:pt x="2218284" y="4439307"/>
                    <a:pt x="2131994" y="4439776"/>
                  </a:cubicBezTo>
                  <a:cubicBezTo>
                    <a:pt x="2002047" y="4440487"/>
                    <a:pt x="1874982" y="4419396"/>
                    <a:pt x="1748366" y="4392531"/>
                  </a:cubicBezTo>
                  <a:cubicBezTo>
                    <a:pt x="1550744" y="4350611"/>
                    <a:pt x="1362916" y="4282599"/>
                    <a:pt x="1183681" y="4184964"/>
                  </a:cubicBezTo>
                  <a:lnTo>
                    <a:pt x="961940" y="4048471"/>
                  </a:lnTo>
                  <a:cubicBezTo>
                    <a:pt x="950636" y="4041594"/>
                    <a:pt x="938283" y="4036429"/>
                    <a:pt x="925641" y="4028283"/>
                  </a:cubicBezTo>
                  <a:cubicBezTo>
                    <a:pt x="862112" y="3974720"/>
                    <a:pt x="795652" y="3927186"/>
                    <a:pt x="737475" y="3871057"/>
                  </a:cubicBezTo>
                  <a:cubicBezTo>
                    <a:pt x="652310" y="3788900"/>
                    <a:pt x="573090" y="3700583"/>
                    <a:pt x="490898" y="3612638"/>
                  </a:cubicBezTo>
                  <a:cubicBezTo>
                    <a:pt x="472379" y="3586284"/>
                    <a:pt x="454578" y="3561986"/>
                    <a:pt x="436170" y="3538157"/>
                  </a:cubicBezTo>
                  <a:cubicBezTo>
                    <a:pt x="413796" y="3509189"/>
                    <a:pt x="390911" y="3480607"/>
                    <a:pt x="367447" y="3449633"/>
                  </a:cubicBezTo>
                  <a:cubicBezTo>
                    <a:pt x="359902" y="3436128"/>
                    <a:pt x="353350" y="3424727"/>
                    <a:pt x="346384" y="3413589"/>
                  </a:cubicBezTo>
                  <a:cubicBezTo>
                    <a:pt x="271592" y="3294000"/>
                    <a:pt x="203869" y="3170839"/>
                    <a:pt x="155659" y="3035167"/>
                  </a:cubicBezTo>
                  <a:cubicBezTo>
                    <a:pt x="151231" y="3022331"/>
                    <a:pt x="147555" y="3011786"/>
                    <a:pt x="143499" y="3001392"/>
                  </a:cubicBezTo>
                  <a:cubicBezTo>
                    <a:pt x="127726" y="2960920"/>
                    <a:pt x="111828" y="2920496"/>
                    <a:pt x="96047" y="2877334"/>
                  </a:cubicBezTo>
                  <a:cubicBezTo>
                    <a:pt x="90737" y="2854484"/>
                    <a:pt x="84150" y="2834593"/>
                    <a:pt x="80191" y="2814192"/>
                  </a:cubicBezTo>
                  <a:cubicBezTo>
                    <a:pt x="57638" y="2698169"/>
                    <a:pt x="35712" y="2582022"/>
                    <a:pt x="13910" y="2463013"/>
                  </a:cubicBezTo>
                  <a:cubicBezTo>
                    <a:pt x="9531" y="2407368"/>
                    <a:pt x="4813" y="2354640"/>
                    <a:pt x="426" y="2298753"/>
                  </a:cubicBezTo>
                  <a:cubicBezTo>
                    <a:pt x="875" y="2228030"/>
                    <a:pt x="-1553" y="2160335"/>
                    <a:pt x="1833" y="2092923"/>
                  </a:cubicBezTo>
                  <a:cubicBezTo>
                    <a:pt x="5275" y="2024429"/>
                    <a:pt x="14448" y="1956224"/>
                    <a:pt x="23187" y="1886198"/>
                  </a:cubicBezTo>
                  <a:cubicBezTo>
                    <a:pt x="35015" y="1833063"/>
                    <a:pt x="44761" y="1781610"/>
                    <a:pt x="54858" y="1727413"/>
                  </a:cubicBezTo>
                  <a:cubicBezTo>
                    <a:pt x="86626" y="1583802"/>
                    <a:pt x="134754" y="1448489"/>
                    <a:pt x="193020" y="1314506"/>
                  </a:cubicBezTo>
                  <a:cubicBezTo>
                    <a:pt x="220643" y="1261599"/>
                    <a:pt x="246335" y="1210091"/>
                    <a:pt x="272537" y="1156129"/>
                  </a:cubicBezTo>
                  <a:cubicBezTo>
                    <a:pt x="275530" y="1147597"/>
                    <a:pt x="277289" y="1141093"/>
                    <a:pt x="280599" y="1135506"/>
                  </a:cubicBezTo>
                  <a:cubicBezTo>
                    <a:pt x="364144" y="994620"/>
                    <a:pt x="457951" y="861065"/>
                    <a:pt x="567945" y="736918"/>
                  </a:cubicBezTo>
                  <a:cubicBezTo>
                    <a:pt x="621294" y="684680"/>
                    <a:pt x="672353" y="632993"/>
                    <a:pt x="725364" y="580127"/>
                  </a:cubicBezTo>
                  <a:cubicBezTo>
                    <a:pt x="776492" y="536737"/>
                    <a:pt x="823433" y="491520"/>
                    <a:pt x="875279" y="452896"/>
                  </a:cubicBezTo>
                  <a:cubicBezTo>
                    <a:pt x="1008489" y="353682"/>
                    <a:pt x="1148548" y="265282"/>
                    <a:pt x="1301456" y="198684"/>
                  </a:cubicBezTo>
                  <a:cubicBezTo>
                    <a:pt x="1324368" y="188704"/>
                    <a:pt x="1346418" y="176731"/>
                    <a:pt x="1371530" y="165357"/>
                  </a:cubicBezTo>
                  <a:cubicBezTo>
                    <a:pt x="1388132" y="160895"/>
                    <a:pt x="1402112" y="156874"/>
                    <a:pt x="1416003" y="152584"/>
                  </a:cubicBezTo>
                  <a:lnTo>
                    <a:pt x="1717280" y="59674"/>
                  </a:lnTo>
                  <a:cubicBezTo>
                    <a:pt x="1757532" y="47611"/>
                    <a:pt x="1798769" y="38851"/>
                    <a:pt x="1842504" y="28650"/>
                  </a:cubicBezTo>
                  <a:cubicBezTo>
                    <a:pt x="1854512" y="28609"/>
                    <a:pt x="1863692" y="29382"/>
                    <a:pt x="1872630" y="28244"/>
                  </a:cubicBezTo>
                  <a:cubicBezTo>
                    <a:pt x="1940946" y="19546"/>
                    <a:pt x="2009103" y="4049"/>
                    <a:pt x="2077521" y="2835"/>
                  </a:cubicBezTo>
                  <a:cubicBezTo>
                    <a:pt x="2153403" y="1483"/>
                    <a:pt x="2229485" y="-1041"/>
                    <a:pt x="2305401" y="462"/>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60" name="Freeform: Shape 159">
              <a:extLst>
                <a:ext uri="{FF2B5EF4-FFF2-40B4-BE49-F238E27FC236}">
                  <a16:creationId xmlns:a16="http://schemas.microsoft.com/office/drawing/2014/main" id="{689661B0-E4C3-614E-E073-1EF022F6F560}"/>
                </a:ext>
                <a:ext uri="{C183D7F6-B498-43B3-948B-1728B52AA6E4}">
                  <adec:decorative xmlns:adec="http://schemas.microsoft.com/office/drawing/2017/decorative" val="1"/>
                </a:ext>
              </a:extLst>
            </p:cNvPr>
            <p:cNvSpPr/>
            <p:nvPr/>
          </p:nvSpPr>
          <p:spPr>
            <a:xfrm>
              <a:off x="1932206" y="1517247"/>
              <a:ext cx="373766" cy="412505"/>
            </a:xfrm>
            <a:custGeom>
              <a:avLst/>
              <a:gdLst>
                <a:gd name="connsiteX0" fmla="*/ 2011516 w 5606492"/>
                <a:gd name="connsiteY0" fmla="*/ 5098004 h 6187576"/>
                <a:gd name="connsiteX1" fmla="*/ 2050219 w 5606492"/>
                <a:gd name="connsiteY1" fmla="*/ 5115665 h 6187576"/>
                <a:gd name="connsiteX2" fmla="*/ 2271958 w 5606492"/>
                <a:gd name="connsiteY2" fmla="*/ 5252162 h 6187576"/>
                <a:gd name="connsiteX3" fmla="*/ 2236087 w 5606492"/>
                <a:gd name="connsiteY3" fmla="*/ 5254975 h 6187576"/>
                <a:gd name="connsiteX4" fmla="*/ 810935 w 5606492"/>
                <a:gd name="connsiteY4" fmla="*/ 5255023 h 6187576"/>
                <a:gd name="connsiteX5" fmla="*/ 771541 w 5606492"/>
                <a:gd name="connsiteY5" fmla="*/ 5255023 h 6187576"/>
                <a:gd name="connsiteX6" fmla="*/ 771541 w 5606492"/>
                <a:gd name="connsiteY6" fmla="*/ 5098343 h 6187576"/>
                <a:gd name="connsiteX7" fmla="*/ 2011516 w 5606492"/>
                <a:gd name="connsiteY7" fmla="*/ 5098004 h 6187576"/>
                <a:gd name="connsiteX8" fmla="*/ 1453347 w 5606492"/>
                <a:gd name="connsiteY8" fmla="*/ 4519395 h 6187576"/>
                <a:gd name="connsiteX9" fmla="*/ 1524443 w 5606492"/>
                <a:gd name="connsiteY9" fmla="*/ 4605347 h 6187576"/>
                <a:gd name="connsiteX10" fmla="*/ 1579167 w 5606492"/>
                <a:gd name="connsiteY10" fmla="*/ 4679825 h 6187576"/>
                <a:gd name="connsiteX11" fmla="*/ 771610 w 5606492"/>
                <a:gd name="connsiteY11" fmla="*/ 4682084 h 6187576"/>
                <a:gd name="connsiteX12" fmla="*/ 771610 w 5606492"/>
                <a:gd name="connsiteY12" fmla="*/ 4519741 h 6187576"/>
                <a:gd name="connsiteX13" fmla="*/ 1453347 w 5606492"/>
                <a:gd name="connsiteY13" fmla="*/ 4519395 h 6187576"/>
                <a:gd name="connsiteX14" fmla="*/ 1181076 w 5606492"/>
                <a:gd name="connsiteY14" fmla="*/ 3947600 h 6187576"/>
                <a:gd name="connsiteX15" fmla="*/ 1231774 w 5606492"/>
                <a:gd name="connsiteY15" fmla="*/ 4068582 h 6187576"/>
                <a:gd name="connsiteX16" fmla="*/ 1243930 w 5606492"/>
                <a:gd name="connsiteY16" fmla="*/ 4102360 h 6187576"/>
                <a:gd name="connsiteX17" fmla="*/ 1002683 w 5606492"/>
                <a:gd name="connsiteY17" fmla="*/ 4104715 h 6187576"/>
                <a:gd name="connsiteX18" fmla="*/ 1002683 w 5606492"/>
                <a:gd name="connsiteY18" fmla="*/ 3947951 h 6187576"/>
                <a:gd name="connsiteX19" fmla="*/ 1181076 w 5606492"/>
                <a:gd name="connsiteY19" fmla="*/ 3947600 h 6187576"/>
                <a:gd name="connsiteX20" fmla="*/ 2303463 w 5606492"/>
                <a:gd name="connsiteY20" fmla="*/ 3791513 h 6187576"/>
                <a:gd name="connsiteX21" fmla="*/ 4456488 w 5606492"/>
                <a:gd name="connsiteY21" fmla="*/ 3791513 h 6187576"/>
                <a:gd name="connsiteX22" fmla="*/ 4456488 w 5606492"/>
                <a:gd name="connsiteY22" fmla="*/ 4102888 h 6187576"/>
                <a:gd name="connsiteX23" fmla="*/ 2303463 w 5606492"/>
                <a:gd name="connsiteY23" fmla="*/ 4102888 h 6187576"/>
                <a:gd name="connsiteX24" fmla="*/ 1085247 w 5606492"/>
                <a:gd name="connsiteY24" fmla="*/ 3369253 h 6187576"/>
                <a:gd name="connsiteX25" fmla="*/ 1102180 w 5606492"/>
                <a:gd name="connsiteY25" fmla="*/ 3530198 h 6187576"/>
                <a:gd name="connsiteX26" fmla="*/ 771362 w 5606492"/>
                <a:gd name="connsiteY26" fmla="*/ 3533108 h 6187576"/>
                <a:gd name="connsiteX27" fmla="*/ 771362 w 5606492"/>
                <a:gd name="connsiteY27" fmla="*/ 3369409 h 6187576"/>
                <a:gd name="connsiteX28" fmla="*/ 1085247 w 5606492"/>
                <a:gd name="connsiteY28" fmla="*/ 3369253 h 6187576"/>
                <a:gd name="connsiteX29" fmla="*/ 2303491 w 5606492"/>
                <a:gd name="connsiteY29" fmla="*/ 3178880 h 6187576"/>
                <a:gd name="connsiteX30" fmla="*/ 4456460 w 5606492"/>
                <a:gd name="connsiteY30" fmla="*/ 3178880 h 6187576"/>
                <a:gd name="connsiteX31" fmla="*/ 4456460 w 5606492"/>
                <a:gd name="connsiteY31" fmla="*/ 3490228 h 6187576"/>
                <a:gd name="connsiteX32" fmla="*/ 2303491 w 5606492"/>
                <a:gd name="connsiteY32" fmla="*/ 3490228 h 6187576"/>
                <a:gd name="connsiteX33" fmla="*/ 5148071 w 5606492"/>
                <a:gd name="connsiteY33" fmla="*/ 3091274 h 6187576"/>
                <a:gd name="connsiteX34" fmla="*/ 5606492 w 5606492"/>
                <a:gd name="connsiteY34" fmla="*/ 3091274 h 6187576"/>
                <a:gd name="connsiteX35" fmla="*/ 5606492 w 5606492"/>
                <a:gd name="connsiteY35" fmla="*/ 3549695 h 6187576"/>
                <a:gd name="connsiteX36" fmla="*/ 5148071 w 5606492"/>
                <a:gd name="connsiteY36" fmla="*/ 3549695 h 6187576"/>
                <a:gd name="connsiteX37" fmla="*/ 1139658 w 5606492"/>
                <a:gd name="connsiteY37" fmla="*/ 2797486 h 6187576"/>
                <a:gd name="connsiteX38" fmla="*/ 1111456 w 5606492"/>
                <a:gd name="connsiteY38" fmla="*/ 2953392 h 6187576"/>
                <a:gd name="connsiteX39" fmla="*/ 771506 w 5606492"/>
                <a:gd name="connsiteY39" fmla="*/ 2955079 h 6187576"/>
                <a:gd name="connsiteX40" fmla="*/ 771506 w 5606492"/>
                <a:gd name="connsiteY40" fmla="*/ 2797626 h 6187576"/>
                <a:gd name="connsiteX41" fmla="*/ 1139658 w 5606492"/>
                <a:gd name="connsiteY41" fmla="*/ 2797486 h 6187576"/>
                <a:gd name="connsiteX42" fmla="*/ 2684644 w 5606492"/>
                <a:gd name="connsiteY42" fmla="*/ 2566248 h 6187576"/>
                <a:gd name="connsiteX43" fmla="*/ 4456502 w 5606492"/>
                <a:gd name="connsiteY43" fmla="*/ 2566248 h 6187576"/>
                <a:gd name="connsiteX44" fmla="*/ 4456502 w 5606492"/>
                <a:gd name="connsiteY44" fmla="*/ 2877637 h 6187576"/>
                <a:gd name="connsiteX45" fmla="*/ 2684644 w 5606492"/>
                <a:gd name="connsiteY45" fmla="*/ 2877637 h 6187576"/>
                <a:gd name="connsiteX46" fmla="*/ 1357199 w 5606492"/>
                <a:gd name="connsiteY46" fmla="*/ 2225816 h 6187576"/>
                <a:gd name="connsiteX47" fmla="*/ 1281292 w 5606492"/>
                <a:gd name="connsiteY47" fmla="*/ 2381699 h 6187576"/>
                <a:gd name="connsiteX48" fmla="*/ 771513 w 5606492"/>
                <a:gd name="connsiteY48" fmla="*/ 2383098 h 6187576"/>
                <a:gd name="connsiteX49" fmla="*/ 771513 w 5606492"/>
                <a:gd name="connsiteY49" fmla="*/ 2225855 h 6187576"/>
                <a:gd name="connsiteX50" fmla="*/ 1357199 w 5606492"/>
                <a:gd name="connsiteY50" fmla="*/ 2225816 h 6187576"/>
                <a:gd name="connsiteX51" fmla="*/ 771300 w 5606492"/>
                <a:gd name="connsiteY51" fmla="*/ 1647510 h 6187576"/>
                <a:gd name="connsiteX52" fmla="*/ 1808421 w 5606492"/>
                <a:gd name="connsiteY52" fmla="*/ 1648003 h 6187576"/>
                <a:gd name="connsiteX53" fmla="*/ 1656213 w 5606492"/>
                <a:gd name="connsiteY53" fmla="*/ 1804108 h 6187576"/>
                <a:gd name="connsiteX54" fmla="*/ 813667 w 5606492"/>
                <a:gd name="connsiteY54" fmla="*/ 1803868 h 6187576"/>
                <a:gd name="connsiteX55" fmla="*/ 771300 w 5606492"/>
                <a:gd name="connsiteY55" fmla="*/ 1803865 h 6187576"/>
                <a:gd name="connsiteX56" fmla="*/ 771300 w 5606492"/>
                <a:gd name="connsiteY56" fmla="*/ 1647510 h 6187576"/>
                <a:gd name="connsiteX57" fmla="*/ 2911694 w 5606492"/>
                <a:gd name="connsiteY57" fmla="*/ 1073277 h 6187576"/>
                <a:gd name="connsiteX58" fmla="*/ 2927463 w 5606492"/>
                <a:gd name="connsiteY58" fmla="*/ 1092813 h 6187576"/>
                <a:gd name="connsiteX59" fmla="*/ 2805560 w 5606492"/>
                <a:gd name="connsiteY59" fmla="*/ 1126869 h 6187576"/>
                <a:gd name="connsiteX60" fmla="*/ 2504279 w 5606492"/>
                <a:gd name="connsiteY60" fmla="*/ 1219779 h 6187576"/>
                <a:gd name="connsiteX61" fmla="*/ 2459808 w 5606492"/>
                <a:gd name="connsiteY61" fmla="*/ 1232557 h 6187576"/>
                <a:gd name="connsiteX62" fmla="*/ 1759848 w 5606492"/>
                <a:gd name="connsiteY62" fmla="*/ 1232113 h 6187576"/>
                <a:gd name="connsiteX63" fmla="*/ 1042101 w 5606492"/>
                <a:gd name="connsiteY63" fmla="*/ 1232084 h 6187576"/>
                <a:gd name="connsiteX64" fmla="*/ 1002883 w 5606492"/>
                <a:gd name="connsiteY64" fmla="*/ 1232084 h 6187576"/>
                <a:gd name="connsiteX65" fmla="*/ 1002883 w 5606492"/>
                <a:gd name="connsiteY65" fmla="*/ 1075522 h 6187576"/>
                <a:gd name="connsiteX66" fmla="*/ 1039412 w 5606492"/>
                <a:gd name="connsiteY66" fmla="*/ 1075522 h 6187576"/>
                <a:gd name="connsiteX67" fmla="*/ 2889904 w 5606492"/>
                <a:gd name="connsiteY67" fmla="*/ 1076165 h 6187576"/>
                <a:gd name="connsiteX68" fmla="*/ 2911694 w 5606492"/>
                <a:gd name="connsiteY68" fmla="*/ 1073277 h 6187576"/>
                <a:gd name="connsiteX69" fmla="*/ 1 w 5606492"/>
                <a:gd name="connsiteY69" fmla="*/ 11 h 6187576"/>
                <a:gd name="connsiteX70" fmla="*/ 38396 w 5606492"/>
                <a:gd name="connsiteY70" fmla="*/ 11 h 6187576"/>
                <a:gd name="connsiteX71" fmla="*/ 4428749 w 5606492"/>
                <a:gd name="connsiteY71" fmla="*/ 103 h 6187576"/>
                <a:gd name="connsiteX72" fmla="*/ 4717160 w 5606492"/>
                <a:gd name="connsiteY72" fmla="*/ 246536 h 6187576"/>
                <a:gd name="connsiteX73" fmla="*/ 4723771 w 5606492"/>
                <a:gd name="connsiteY73" fmla="*/ 319880 h 6187576"/>
                <a:gd name="connsiteX74" fmla="*/ 4724325 w 5606492"/>
                <a:gd name="connsiteY74" fmla="*/ 1568650 h 6187576"/>
                <a:gd name="connsiteX75" fmla="*/ 4686307 w 5606492"/>
                <a:gd name="connsiteY75" fmla="*/ 1547122 h 6187576"/>
                <a:gd name="connsiteX76" fmla="*/ 4425585 w 5606492"/>
                <a:gd name="connsiteY76" fmla="*/ 1368795 h 6187576"/>
                <a:gd name="connsiteX77" fmla="*/ 4411575 w 5606492"/>
                <a:gd name="connsiteY77" fmla="*/ 1353318 h 6187576"/>
                <a:gd name="connsiteX78" fmla="*/ 4410826 w 5606492"/>
                <a:gd name="connsiteY78" fmla="*/ 315699 h 6187576"/>
                <a:gd name="connsiteX79" fmla="*/ 314740 w 5606492"/>
                <a:gd name="connsiteY79" fmla="*/ 315699 h 6187576"/>
                <a:gd name="connsiteX80" fmla="*/ 314740 w 5606492"/>
                <a:gd name="connsiteY80" fmla="*/ 5872553 h 6187576"/>
                <a:gd name="connsiteX81" fmla="*/ 4410349 w 5606492"/>
                <a:gd name="connsiteY81" fmla="*/ 5872553 h 6187576"/>
                <a:gd name="connsiteX82" fmla="*/ 4410349 w 5606492"/>
                <a:gd name="connsiteY82" fmla="*/ 5221382 h 6187576"/>
                <a:gd name="connsiteX83" fmla="*/ 4549454 w 5606492"/>
                <a:gd name="connsiteY83" fmla="*/ 5132382 h 6187576"/>
                <a:gd name="connsiteX84" fmla="*/ 4577142 w 5606492"/>
                <a:gd name="connsiteY84" fmla="*/ 5138724 h 6187576"/>
                <a:gd name="connsiteX85" fmla="*/ 4723875 w 5606492"/>
                <a:gd name="connsiteY85" fmla="*/ 5287125 h 6187576"/>
                <a:gd name="connsiteX86" fmla="*/ 4724059 w 5606492"/>
                <a:gd name="connsiteY86" fmla="*/ 6143421 h 6187576"/>
                <a:gd name="connsiteX87" fmla="*/ 4724057 w 5606492"/>
                <a:gd name="connsiteY87" fmla="*/ 6187576 h 6187576"/>
                <a:gd name="connsiteX88" fmla="*/ 4682083 w 5606492"/>
                <a:gd name="connsiteY88" fmla="*/ 6187576 h 6187576"/>
                <a:gd name="connsiteX89" fmla="*/ 291730 w 5606492"/>
                <a:gd name="connsiteY89" fmla="*/ 6187571 h 6187576"/>
                <a:gd name="connsiteX90" fmla="*/ 7156 w 5606492"/>
                <a:gd name="connsiteY90" fmla="*/ 5940858 h 6187576"/>
                <a:gd name="connsiteX91" fmla="*/ 285 w 5606492"/>
                <a:gd name="connsiteY91" fmla="*/ 5847103 h 6187576"/>
                <a:gd name="connsiteX92" fmla="*/ 1 w 5606492"/>
                <a:gd name="connsiteY92" fmla="*/ 47747 h 6187576"/>
                <a:gd name="connsiteX93" fmla="*/ 1 w 5606492"/>
                <a:gd name="connsiteY93" fmla="*/ 11 h 618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606492" h="6187576">
                  <a:moveTo>
                    <a:pt x="2011516" y="5098004"/>
                  </a:moveTo>
                  <a:cubicBezTo>
                    <a:pt x="2026562" y="5103623"/>
                    <a:pt x="2038910" y="5108790"/>
                    <a:pt x="2050219" y="5115665"/>
                  </a:cubicBezTo>
                  <a:cubicBezTo>
                    <a:pt x="2123770" y="5160378"/>
                    <a:pt x="2197094" y="5205463"/>
                    <a:pt x="2271958" y="5252162"/>
                  </a:cubicBezTo>
                  <a:cubicBezTo>
                    <a:pt x="2260978" y="5254273"/>
                    <a:pt x="2248532" y="5254974"/>
                    <a:pt x="2236087" y="5254975"/>
                  </a:cubicBezTo>
                  <a:cubicBezTo>
                    <a:pt x="1761036" y="5255032"/>
                    <a:pt x="1285986" y="5255023"/>
                    <a:pt x="810935" y="5255023"/>
                  </a:cubicBezTo>
                  <a:cubicBezTo>
                    <a:pt x="798584" y="5255023"/>
                    <a:pt x="786232" y="5255023"/>
                    <a:pt x="771541" y="5255023"/>
                  </a:cubicBezTo>
                  <a:cubicBezTo>
                    <a:pt x="771541" y="5203084"/>
                    <a:pt x="771541" y="5152803"/>
                    <a:pt x="771541" y="5098343"/>
                  </a:cubicBezTo>
                  <a:cubicBezTo>
                    <a:pt x="1183827" y="5098343"/>
                    <a:pt x="1596083" y="5098343"/>
                    <a:pt x="2011516" y="5098004"/>
                  </a:cubicBezTo>
                  <a:close/>
                  <a:moveTo>
                    <a:pt x="1453347" y="4519395"/>
                  </a:moveTo>
                  <a:cubicBezTo>
                    <a:pt x="1479187" y="4547798"/>
                    <a:pt x="1502068" y="4576376"/>
                    <a:pt x="1524443" y="4605347"/>
                  </a:cubicBezTo>
                  <a:cubicBezTo>
                    <a:pt x="1542849" y="4629179"/>
                    <a:pt x="1560655" y="4653476"/>
                    <a:pt x="1579167" y="4679825"/>
                  </a:cubicBezTo>
                  <a:cubicBezTo>
                    <a:pt x="1311081" y="4682084"/>
                    <a:pt x="1042554" y="4682084"/>
                    <a:pt x="771610" y="4682084"/>
                  </a:cubicBezTo>
                  <a:cubicBezTo>
                    <a:pt x="771610" y="4629171"/>
                    <a:pt x="771610" y="4576625"/>
                    <a:pt x="771610" y="4519741"/>
                  </a:cubicBezTo>
                  <a:cubicBezTo>
                    <a:pt x="997656" y="4519741"/>
                    <a:pt x="1223913" y="4519741"/>
                    <a:pt x="1453347" y="4519395"/>
                  </a:cubicBezTo>
                  <a:close/>
                  <a:moveTo>
                    <a:pt x="1181076" y="3947600"/>
                  </a:moveTo>
                  <a:cubicBezTo>
                    <a:pt x="1200103" y="3987689"/>
                    <a:pt x="1215999" y="4028112"/>
                    <a:pt x="1231774" y="4068582"/>
                  </a:cubicBezTo>
                  <a:cubicBezTo>
                    <a:pt x="1235827" y="4078981"/>
                    <a:pt x="1239502" y="4089526"/>
                    <a:pt x="1243930" y="4102360"/>
                  </a:cubicBezTo>
                  <a:cubicBezTo>
                    <a:pt x="1164579" y="4104715"/>
                    <a:pt x="1084647" y="4104715"/>
                    <a:pt x="1002683" y="4104715"/>
                  </a:cubicBezTo>
                  <a:cubicBezTo>
                    <a:pt x="1002683" y="4052244"/>
                    <a:pt x="1002683" y="4002133"/>
                    <a:pt x="1002683" y="3947951"/>
                  </a:cubicBezTo>
                  <a:cubicBezTo>
                    <a:pt x="1061332" y="3947951"/>
                    <a:pt x="1119615" y="3947951"/>
                    <a:pt x="1181076" y="3947600"/>
                  </a:cubicBezTo>
                  <a:close/>
                  <a:moveTo>
                    <a:pt x="2303463" y="3791513"/>
                  </a:moveTo>
                  <a:lnTo>
                    <a:pt x="4456488" y="3791513"/>
                  </a:lnTo>
                  <a:lnTo>
                    <a:pt x="4456488" y="4102888"/>
                  </a:lnTo>
                  <a:lnTo>
                    <a:pt x="2303463" y="4102888"/>
                  </a:lnTo>
                  <a:close/>
                  <a:moveTo>
                    <a:pt x="1085247" y="3369253"/>
                  </a:moveTo>
                  <a:cubicBezTo>
                    <a:pt x="1093088" y="3421828"/>
                    <a:pt x="1097802" y="3474558"/>
                    <a:pt x="1102180" y="3530198"/>
                  </a:cubicBezTo>
                  <a:cubicBezTo>
                    <a:pt x="992403" y="3533108"/>
                    <a:pt x="882962" y="3533108"/>
                    <a:pt x="771362" y="3533108"/>
                  </a:cubicBezTo>
                  <a:cubicBezTo>
                    <a:pt x="771362" y="3478388"/>
                    <a:pt x="771362" y="3425966"/>
                    <a:pt x="771362" y="3369409"/>
                  </a:cubicBezTo>
                  <a:cubicBezTo>
                    <a:pt x="875053" y="3369409"/>
                    <a:pt x="978588" y="3369409"/>
                    <a:pt x="1085247" y="3369253"/>
                  </a:cubicBezTo>
                  <a:close/>
                  <a:moveTo>
                    <a:pt x="2303491" y="3178880"/>
                  </a:moveTo>
                  <a:lnTo>
                    <a:pt x="4456460" y="3178880"/>
                  </a:lnTo>
                  <a:lnTo>
                    <a:pt x="4456460" y="3490228"/>
                  </a:lnTo>
                  <a:lnTo>
                    <a:pt x="2303491" y="3490228"/>
                  </a:lnTo>
                  <a:close/>
                  <a:moveTo>
                    <a:pt x="5148071" y="3091274"/>
                  </a:moveTo>
                  <a:lnTo>
                    <a:pt x="5606492" y="3091274"/>
                  </a:lnTo>
                  <a:lnTo>
                    <a:pt x="5606492" y="3549695"/>
                  </a:lnTo>
                  <a:lnTo>
                    <a:pt x="5148071" y="3549695"/>
                  </a:lnTo>
                  <a:close/>
                  <a:moveTo>
                    <a:pt x="1139658" y="2797486"/>
                  </a:moveTo>
                  <a:cubicBezTo>
                    <a:pt x="1133031" y="2848800"/>
                    <a:pt x="1123283" y="2900253"/>
                    <a:pt x="1111456" y="2953392"/>
                  </a:cubicBezTo>
                  <a:cubicBezTo>
                    <a:pt x="997523" y="2955079"/>
                    <a:pt x="885668" y="2955079"/>
                    <a:pt x="771506" y="2955079"/>
                  </a:cubicBezTo>
                  <a:cubicBezTo>
                    <a:pt x="771506" y="2902331"/>
                    <a:pt x="771506" y="2852126"/>
                    <a:pt x="771506" y="2797626"/>
                  </a:cubicBezTo>
                  <a:cubicBezTo>
                    <a:pt x="893083" y="2797626"/>
                    <a:pt x="1014809" y="2797626"/>
                    <a:pt x="1139658" y="2797486"/>
                  </a:cubicBezTo>
                  <a:close/>
                  <a:moveTo>
                    <a:pt x="2684644" y="2566248"/>
                  </a:moveTo>
                  <a:lnTo>
                    <a:pt x="4456502" y="2566248"/>
                  </a:lnTo>
                  <a:lnTo>
                    <a:pt x="4456502" y="2877637"/>
                  </a:lnTo>
                  <a:lnTo>
                    <a:pt x="2684644" y="2877637"/>
                  </a:lnTo>
                  <a:close/>
                  <a:moveTo>
                    <a:pt x="1357199" y="2225816"/>
                  </a:moveTo>
                  <a:cubicBezTo>
                    <a:pt x="1334602" y="2277284"/>
                    <a:pt x="1308914" y="2328791"/>
                    <a:pt x="1281292" y="2381699"/>
                  </a:cubicBezTo>
                  <a:cubicBezTo>
                    <a:pt x="1110849" y="2383098"/>
                    <a:pt x="942338" y="2383098"/>
                    <a:pt x="771513" y="2383098"/>
                  </a:cubicBezTo>
                  <a:cubicBezTo>
                    <a:pt x="771513" y="2330531"/>
                    <a:pt x="771513" y="2280312"/>
                    <a:pt x="771513" y="2225855"/>
                  </a:cubicBezTo>
                  <a:cubicBezTo>
                    <a:pt x="965650" y="2225855"/>
                    <a:pt x="1159878" y="2225855"/>
                    <a:pt x="1357199" y="2225816"/>
                  </a:cubicBezTo>
                  <a:close/>
                  <a:moveTo>
                    <a:pt x="771300" y="1647510"/>
                  </a:moveTo>
                  <a:cubicBezTo>
                    <a:pt x="1116433" y="1647510"/>
                    <a:pt x="1460797" y="1647510"/>
                    <a:pt x="1808421" y="1648003"/>
                  </a:cubicBezTo>
                  <a:cubicBezTo>
                    <a:pt x="1760625" y="1700183"/>
                    <a:pt x="1709566" y="1751869"/>
                    <a:pt x="1656213" y="1804108"/>
                  </a:cubicBezTo>
                  <a:cubicBezTo>
                    <a:pt x="1373834" y="1804396"/>
                    <a:pt x="1093751" y="1804130"/>
                    <a:pt x="813667" y="1803868"/>
                  </a:cubicBezTo>
                  <a:cubicBezTo>
                    <a:pt x="800227" y="1803855"/>
                    <a:pt x="786787" y="1803865"/>
                    <a:pt x="771300" y="1803865"/>
                  </a:cubicBezTo>
                  <a:cubicBezTo>
                    <a:pt x="771300" y="1751418"/>
                    <a:pt x="771300" y="1701137"/>
                    <a:pt x="771300" y="1647510"/>
                  </a:cubicBezTo>
                  <a:close/>
                  <a:moveTo>
                    <a:pt x="2911694" y="1073277"/>
                  </a:moveTo>
                  <a:cubicBezTo>
                    <a:pt x="2919023" y="1073699"/>
                    <a:pt x="2925349" y="1077857"/>
                    <a:pt x="2927463" y="1092813"/>
                  </a:cubicBezTo>
                  <a:cubicBezTo>
                    <a:pt x="2887049" y="1106043"/>
                    <a:pt x="2845809" y="1114803"/>
                    <a:pt x="2805560" y="1126869"/>
                  </a:cubicBezTo>
                  <a:cubicBezTo>
                    <a:pt x="2704896" y="1157047"/>
                    <a:pt x="2604686" y="1188742"/>
                    <a:pt x="2504279" y="1219779"/>
                  </a:cubicBezTo>
                  <a:cubicBezTo>
                    <a:pt x="2490385" y="1224073"/>
                    <a:pt x="2476407" y="1228092"/>
                    <a:pt x="2459808" y="1232557"/>
                  </a:cubicBezTo>
                  <a:cubicBezTo>
                    <a:pt x="2224714" y="1232612"/>
                    <a:pt x="1992282" y="1232242"/>
                    <a:pt x="1759848" y="1232113"/>
                  </a:cubicBezTo>
                  <a:cubicBezTo>
                    <a:pt x="1520600" y="1231980"/>
                    <a:pt x="1281350" y="1232084"/>
                    <a:pt x="1042101" y="1232084"/>
                  </a:cubicBezTo>
                  <a:cubicBezTo>
                    <a:pt x="1029775" y="1232084"/>
                    <a:pt x="1017448" y="1232084"/>
                    <a:pt x="1002883" y="1232084"/>
                  </a:cubicBezTo>
                  <a:cubicBezTo>
                    <a:pt x="1002883" y="1179936"/>
                    <a:pt x="1002883" y="1129653"/>
                    <a:pt x="1002883" y="1075522"/>
                  </a:cubicBezTo>
                  <a:cubicBezTo>
                    <a:pt x="1015250" y="1075522"/>
                    <a:pt x="1027330" y="1075522"/>
                    <a:pt x="1039412" y="1075522"/>
                  </a:cubicBezTo>
                  <a:cubicBezTo>
                    <a:pt x="1656242" y="1075522"/>
                    <a:pt x="2273074" y="1075432"/>
                    <a:pt x="2889904" y="1076165"/>
                  </a:cubicBezTo>
                  <a:cubicBezTo>
                    <a:pt x="2896032" y="1076172"/>
                    <a:pt x="2904365" y="1072856"/>
                    <a:pt x="2911694" y="1073277"/>
                  </a:cubicBezTo>
                  <a:close/>
                  <a:moveTo>
                    <a:pt x="1" y="11"/>
                  </a:moveTo>
                  <a:cubicBezTo>
                    <a:pt x="14300" y="11"/>
                    <a:pt x="26348" y="11"/>
                    <a:pt x="38396" y="11"/>
                  </a:cubicBezTo>
                  <a:cubicBezTo>
                    <a:pt x="1501847" y="11"/>
                    <a:pt x="2965298" y="-46"/>
                    <a:pt x="4428749" y="103"/>
                  </a:cubicBezTo>
                  <a:cubicBezTo>
                    <a:pt x="4568472" y="117"/>
                    <a:pt x="4698473" y="116876"/>
                    <a:pt x="4717160" y="246536"/>
                  </a:cubicBezTo>
                  <a:cubicBezTo>
                    <a:pt x="4720658" y="270812"/>
                    <a:pt x="4723745" y="295422"/>
                    <a:pt x="4723771" y="319880"/>
                  </a:cubicBezTo>
                  <a:cubicBezTo>
                    <a:pt x="4724196" y="735091"/>
                    <a:pt x="4724108" y="1150304"/>
                    <a:pt x="4724325" y="1568650"/>
                  </a:cubicBezTo>
                  <a:cubicBezTo>
                    <a:pt x="4711769" y="1563580"/>
                    <a:pt x="4698823" y="1555665"/>
                    <a:pt x="4686307" y="1547122"/>
                  </a:cubicBezTo>
                  <a:cubicBezTo>
                    <a:pt x="4599341" y="1487765"/>
                    <a:pt x="4512458" y="1428289"/>
                    <a:pt x="4425585" y="1368795"/>
                  </a:cubicBezTo>
                  <a:cubicBezTo>
                    <a:pt x="4420991" y="1365650"/>
                    <a:pt x="4416738" y="1362009"/>
                    <a:pt x="4411575" y="1353318"/>
                  </a:cubicBezTo>
                  <a:cubicBezTo>
                    <a:pt x="4410826" y="1003681"/>
                    <a:pt x="4410826" y="659326"/>
                    <a:pt x="4410826" y="315699"/>
                  </a:cubicBezTo>
                  <a:cubicBezTo>
                    <a:pt x="3042382" y="315699"/>
                    <a:pt x="1678394" y="315699"/>
                    <a:pt x="314740" y="315699"/>
                  </a:cubicBezTo>
                  <a:cubicBezTo>
                    <a:pt x="314740" y="2169266"/>
                    <a:pt x="314740" y="4020268"/>
                    <a:pt x="314740" y="5872553"/>
                  </a:cubicBezTo>
                  <a:cubicBezTo>
                    <a:pt x="1680344" y="5872553"/>
                    <a:pt x="3044331" y="5872553"/>
                    <a:pt x="4410349" y="5872553"/>
                  </a:cubicBezTo>
                  <a:cubicBezTo>
                    <a:pt x="4410349" y="5654234"/>
                    <a:pt x="4410349" y="5437807"/>
                    <a:pt x="4410349" y="5221382"/>
                  </a:cubicBezTo>
                  <a:cubicBezTo>
                    <a:pt x="4456555" y="5191448"/>
                    <a:pt x="4502372" y="5160870"/>
                    <a:pt x="4549454" y="5132382"/>
                  </a:cubicBezTo>
                  <a:cubicBezTo>
                    <a:pt x="4555464" y="5128746"/>
                    <a:pt x="4571139" y="5132869"/>
                    <a:pt x="4577142" y="5138724"/>
                  </a:cubicBezTo>
                  <a:cubicBezTo>
                    <a:pt x="4626414" y="5186782"/>
                    <a:pt x="4674454" y="5236103"/>
                    <a:pt x="4723875" y="5287125"/>
                  </a:cubicBezTo>
                  <a:cubicBezTo>
                    <a:pt x="4724607" y="5573948"/>
                    <a:pt x="4724331" y="5858684"/>
                    <a:pt x="4724059" y="6143421"/>
                  </a:cubicBezTo>
                  <a:cubicBezTo>
                    <a:pt x="4724045" y="6156820"/>
                    <a:pt x="4724057" y="6170221"/>
                    <a:pt x="4724057" y="6187576"/>
                  </a:cubicBezTo>
                  <a:cubicBezTo>
                    <a:pt x="4708485" y="6187576"/>
                    <a:pt x="4695284" y="6187576"/>
                    <a:pt x="4682083" y="6187576"/>
                  </a:cubicBezTo>
                  <a:cubicBezTo>
                    <a:pt x="3218632" y="6187576"/>
                    <a:pt x="1755181" y="6187579"/>
                    <a:pt x="291730" y="6187571"/>
                  </a:cubicBezTo>
                  <a:cubicBezTo>
                    <a:pt x="159024" y="6187570"/>
                    <a:pt x="26321" y="6073085"/>
                    <a:pt x="7156" y="5940858"/>
                  </a:cubicBezTo>
                  <a:cubicBezTo>
                    <a:pt x="2669" y="5909911"/>
                    <a:pt x="290" y="5878370"/>
                    <a:pt x="285" y="5847103"/>
                  </a:cubicBezTo>
                  <a:cubicBezTo>
                    <a:pt x="-31" y="3913983"/>
                    <a:pt x="1" y="1980865"/>
                    <a:pt x="1" y="47747"/>
                  </a:cubicBezTo>
                  <a:cubicBezTo>
                    <a:pt x="1" y="33195"/>
                    <a:pt x="1" y="18644"/>
                    <a:pt x="1" y="11"/>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29" name="Group 928">
            <a:extLst>
              <a:ext uri="{FF2B5EF4-FFF2-40B4-BE49-F238E27FC236}">
                <a16:creationId xmlns:a16="http://schemas.microsoft.com/office/drawing/2014/main" id="{1E7C1BFE-7A6D-A644-C15C-6FAADFA76436}"/>
              </a:ext>
              <a:ext uri="{C183D7F6-B498-43B3-948B-1728B52AA6E4}">
                <adec:decorative xmlns:adec="http://schemas.microsoft.com/office/drawing/2017/decorative" val="1"/>
              </a:ext>
            </a:extLst>
          </p:cNvPr>
          <p:cNvGrpSpPr>
            <a:grpSpLocks noChangeAspect="1"/>
          </p:cNvGrpSpPr>
          <p:nvPr/>
        </p:nvGrpSpPr>
        <p:grpSpPr>
          <a:xfrm>
            <a:off x="2576845" y="1517247"/>
            <a:ext cx="458912" cy="457200"/>
            <a:chOff x="2576845" y="1517247"/>
            <a:chExt cx="458912" cy="457200"/>
          </a:xfrm>
          <a:solidFill>
            <a:srgbClr val="FF0000"/>
          </a:solidFill>
        </p:grpSpPr>
        <p:sp>
          <p:nvSpPr>
            <p:cNvPr id="164" name="Freeform: Shape 163">
              <a:extLst>
                <a:ext uri="{FF2B5EF4-FFF2-40B4-BE49-F238E27FC236}">
                  <a16:creationId xmlns:a16="http://schemas.microsoft.com/office/drawing/2014/main" id="{D51F31AD-AEEA-6E05-C8BD-657DE1EE18C5}"/>
                </a:ext>
                <a:ext uri="{C183D7F6-B498-43B3-948B-1728B52AA6E4}">
                  <adec:decorative xmlns:adec="http://schemas.microsoft.com/office/drawing/2017/decorative" val="1"/>
                </a:ext>
              </a:extLst>
            </p:cNvPr>
            <p:cNvSpPr/>
            <p:nvPr/>
          </p:nvSpPr>
          <p:spPr>
            <a:xfrm>
              <a:off x="2649000" y="1588515"/>
              <a:ext cx="386757" cy="385932"/>
            </a:xfrm>
            <a:custGeom>
              <a:avLst/>
              <a:gdLst>
                <a:gd name="connsiteX0" fmla="*/ 3879576 w 5801363"/>
                <a:gd name="connsiteY0" fmla="*/ 3719206 h 5788985"/>
                <a:gd name="connsiteX1" fmla="*/ 3727516 w 5801363"/>
                <a:gd name="connsiteY1" fmla="*/ 3869024 h 5788985"/>
                <a:gd name="connsiteX2" fmla="*/ 3746597 w 5801363"/>
                <a:gd name="connsiteY2" fmla="*/ 3886036 h 5788985"/>
                <a:gd name="connsiteX3" fmla="*/ 5294561 w 5801363"/>
                <a:gd name="connsiteY3" fmla="*/ 5433835 h 5788985"/>
                <a:gd name="connsiteX4" fmla="*/ 5309111 w 5801363"/>
                <a:gd name="connsiteY4" fmla="*/ 5448137 h 5788985"/>
                <a:gd name="connsiteX5" fmla="*/ 5417383 w 5801363"/>
                <a:gd name="connsiteY5" fmla="*/ 5470059 h 5788985"/>
                <a:gd name="connsiteX6" fmla="*/ 5450413 w 5801363"/>
                <a:gd name="connsiteY6" fmla="*/ 5289327 h 5788985"/>
                <a:gd name="connsiteX7" fmla="*/ 4726871 w 5801363"/>
                <a:gd name="connsiteY7" fmla="*/ 4566515 h 5788985"/>
                <a:gd name="connsiteX8" fmla="*/ 1079856 w 5801363"/>
                <a:gd name="connsiteY8" fmla="*/ 1014637 h 5788985"/>
                <a:gd name="connsiteX9" fmla="*/ 1096302 w 5801363"/>
                <a:gd name="connsiteY9" fmla="*/ 1019149 h 5788985"/>
                <a:gd name="connsiteX10" fmla="*/ 1166651 w 5801363"/>
                <a:gd name="connsiteY10" fmla="*/ 1094835 h 5788985"/>
                <a:gd name="connsiteX11" fmla="*/ 1193595 w 5801363"/>
                <a:gd name="connsiteY11" fmla="*/ 1119223 h 5788985"/>
                <a:gd name="connsiteX12" fmla="*/ 693121 w 5801363"/>
                <a:gd name="connsiteY12" fmla="*/ 2238815 h 5788985"/>
                <a:gd name="connsiteX13" fmla="*/ 538869 w 5801363"/>
                <a:gd name="connsiteY13" fmla="*/ 2238815 h 5788985"/>
                <a:gd name="connsiteX14" fmla="*/ 539893 w 5801363"/>
                <a:gd name="connsiteY14" fmla="*/ 2091665 h 5788985"/>
                <a:gd name="connsiteX15" fmla="*/ 573630 w 5801363"/>
                <a:gd name="connsiteY15" fmla="*/ 1895502 h 5788985"/>
                <a:gd name="connsiteX16" fmla="*/ 670448 w 5801363"/>
                <a:gd name="connsiteY16" fmla="*/ 1583745 h 5788985"/>
                <a:gd name="connsiteX17" fmla="*/ 873631 w 5801363"/>
                <a:gd name="connsiteY17" fmla="*/ 1231714 h 5788985"/>
                <a:gd name="connsiteX18" fmla="*/ 1064139 w 5801363"/>
                <a:gd name="connsiteY18" fmla="*/ 1018531 h 5788985"/>
                <a:gd name="connsiteX19" fmla="*/ 1079856 w 5801363"/>
                <a:gd name="connsiteY19" fmla="*/ 1014637 h 5788985"/>
                <a:gd name="connsiteX20" fmla="*/ 1619918 w 5801363"/>
                <a:gd name="connsiteY20" fmla="*/ 678074 h 5788985"/>
                <a:gd name="connsiteX21" fmla="*/ 1631607 w 5801363"/>
                <a:gd name="connsiteY21" fmla="*/ 695019 h 5788985"/>
                <a:gd name="connsiteX22" fmla="*/ 1660246 w 5801363"/>
                <a:gd name="connsiteY22" fmla="*/ 771854 h 5788985"/>
                <a:gd name="connsiteX23" fmla="*/ 1677578 w 5801363"/>
                <a:gd name="connsiteY23" fmla="*/ 819440 h 5788985"/>
                <a:gd name="connsiteX24" fmla="*/ 1559665 w 5801363"/>
                <a:gd name="connsiteY24" fmla="*/ 872726 h 5788985"/>
                <a:gd name="connsiteX25" fmla="*/ 1322308 w 5801363"/>
                <a:gd name="connsiteY25" fmla="*/ 1018410 h 5788985"/>
                <a:gd name="connsiteX26" fmla="*/ 1263608 w 5801363"/>
                <a:gd name="connsiteY26" fmla="*/ 1007705 h 5788985"/>
                <a:gd name="connsiteX27" fmla="*/ 1206404 w 5801363"/>
                <a:gd name="connsiteY27" fmla="*/ 922213 h 5788985"/>
                <a:gd name="connsiteX28" fmla="*/ 1210699 w 5801363"/>
                <a:gd name="connsiteY28" fmla="*/ 898034 h 5788985"/>
                <a:gd name="connsiteX29" fmla="*/ 1596414 w 5801363"/>
                <a:gd name="connsiteY29" fmla="*/ 679680 h 5788985"/>
                <a:gd name="connsiteX30" fmla="*/ 1619918 w 5801363"/>
                <a:gd name="connsiteY30" fmla="*/ 678074 h 5788985"/>
                <a:gd name="connsiteX31" fmla="*/ 2251667 w 5801363"/>
                <a:gd name="connsiteY31" fmla="*/ 777 h 5788985"/>
                <a:gd name="connsiteX32" fmla="*/ 2417643 w 5801363"/>
                <a:gd name="connsiteY32" fmla="*/ 8198 h 5788985"/>
                <a:gd name="connsiteX33" fmla="*/ 2668547 w 5801363"/>
                <a:gd name="connsiteY33" fmla="*/ 41781 h 5788985"/>
                <a:gd name="connsiteX34" fmla="*/ 3212082 w 5801363"/>
                <a:gd name="connsiteY34" fmla="*/ 226382 h 5788985"/>
                <a:gd name="connsiteX35" fmla="*/ 3330456 w 5801363"/>
                <a:gd name="connsiteY35" fmla="*/ 288437 h 5788985"/>
                <a:gd name="connsiteX36" fmla="*/ 3342516 w 5801363"/>
                <a:gd name="connsiteY36" fmla="*/ 301856 h 5788985"/>
                <a:gd name="connsiteX37" fmla="*/ 3505878 w 5801363"/>
                <a:gd name="connsiteY37" fmla="*/ 408376 h 5788985"/>
                <a:gd name="connsiteX38" fmla="*/ 3642905 w 5801363"/>
                <a:gd name="connsiteY38" fmla="*/ 504241 h 5788985"/>
                <a:gd name="connsiteX39" fmla="*/ 3834112 w 5801363"/>
                <a:gd name="connsiteY39" fmla="*/ 684794 h 5788985"/>
                <a:gd name="connsiteX40" fmla="*/ 4133976 w 5801363"/>
                <a:gd name="connsiteY40" fmla="*/ 1075925 h 5788985"/>
                <a:gd name="connsiteX41" fmla="*/ 4353022 w 5801363"/>
                <a:gd name="connsiteY41" fmla="*/ 1571223 h 5788985"/>
                <a:gd name="connsiteX42" fmla="*/ 4405961 w 5801363"/>
                <a:gd name="connsiteY42" fmla="*/ 1812204 h 5788985"/>
                <a:gd name="connsiteX43" fmla="*/ 4090160 w 5801363"/>
                <a:gd name="connsiteY43" fmla="*/ 1812204 h 5788985"/>
                <a:gd name="connsiteX44" fmla="*/ 3997246 w 5801363"/>
                <a:gd name="connsiteY44" fmla="*/ 1502251 h 5788985"/>
                <a:gd name="connsiteX45" fmla="*/ 3842683 w 5801363"/>
                <a:gd name="connsiteY45" fmla="*/ 1204594 h 5788985"/>
                <a:gd name="connsiteX46" fmla="*/ 3461897 w 5801363"/>
                <a:gd name="connsiteY46" fmla="*/ 766910 h 5788985"/>
                <a:gd name="connsiteX47" fmla="*/ 3077607 w 5801363"/>
                <a:gd name="connsiteY47" fmla="*/ 512558 h 5788985"/>
                <a:gd name="connsiteX48" fmla="*/ 2726183 w 5801363"/>
                <a:gd name="connsiteY48" fmla="*/ 378234 h 5788985"/>
                <a:gd name="connsiteX49" fmla="*/ 2359726 w 5801363"/>
                <a:gd name="connsiteY49" fmla="*/ 315799 h 5788985"/>
                <a:gd name="connsiteX50" fmla="*/ 2055124 w 5801363"/>
                <a:gd name="connsiteY50" fmla="*/ 321489 h 5788985"/>
                <a:gd name="connsiteX51" fmla="*/ 1808157 w 5801363"/>
                <a:gd name="connsiteY51" fmla="*/ 357333 h 5788985"/>
                <a:gd name="connsiteX52" fmla="*/ 1320762 w 5801363"/>
                <a:gd name="connsiteY52" fmla="*/ 541389 h 5788985"/>
                <a:gd name="connsiteX53" fmla="*/ 890187 w 5801363"/>
                <a:gd name="connsiteY53" fmla="*/ 859189 h 5788985"/>
                <a:gd name="connsiteX54" fmla="*/ 704710 w 5801363"/>
                <a:gd name="connsiteY54" fmla="*/ 1071532 h 5788985"/>
                <a:gd name="connsiteX55" fmla="*/ 435905 w 5801363"/>
                <a:gd name="connsiteY55" fmla="*/ 1560652 h 5788985"/>
                <a:gd name="connsiteX56" fmla="*/ 334116 w 5801363"/>
                <a:gd name="connsiteY56" fmla="*/ 1984999 h 5788985"/>
                <a:gd name="connsiteX57" fmla="*/ 314980 w 5801363"/>
                <a:gd name="connsiteY57" fmla="*/ 2222257 h 5788985"/>
                <a:gd name="connsiteX58" fmla="*/ 327109 w 5801363"/>
                <a:gd name="connsiteY58" fmla="*/ 2399713 h 5788985"/>
                <a:gd name="connsiteX59" fmla="*/ 391709 w 5801363"/>
                <a:gd name="connsiteY59" fmla="*/ 2748827 h 5788985"/>
                <a:gd name="connsiteX60" fmla="*/ 659667 w 5801363"/>
                <a:gd name="connsiteY60" fmla="*/ 3308085 h 5788985"/>
                <a:gd name="connsiteX61" fmla="*/ 1027786 w 5801363"/>
                <a:gd name="connsiteY61" fmla="*/ 3705793 h 5788985"/>
                <a:gd name="connsiteX62" fmla="*/ 1506073 w 5801363"/>
                <a:gd name="connsiteY62" fmla="*/ 3988308 h 5788985"/>
                <a:gd name="connsiteX63" fmla="*/ 2282313 w 5801363"/>
                <a:gd name="connsiteY63" fmla="*/ 4126665 h 5788985"/>
                <a:gd name="connsiteX64" fmla="*/ 2558704 w 5801363"/>
                <a:gd name="connsiteY64" fmla="*/ 4099372 h 5788985"/>
                <a:gd name="connsiteX65" fmla="*/ 3046052 w 5801363"/>
                <a:gd name="connsiteY65" fmla="*/ 3945368 h 5788985"/>
                <a:gd name="connsiteX66" fmla="*/ 3418887 w 5801363"/>
                <a:gd name="connsiteY66" fmla="*/ 3710138 h 5788985"/>
                <a:gd name="connsiteX67" fmla="*/ 3735067 w 5801363"/>
                <a:gd name="connsiteY67" fmla="*/ 3390876 h 5788985"/>
                <a:gd name="connsiteX68" fmla="*/ 3965491 w 5801363"/>
                <a:gd name="connsiteY68" fmla="*/ 3008262 h 5788985"/>
                <a:gd name="connsiteX69" fmla="*/ 4073300 w 5801363"/>
                <a:gd name="connsiteY69" fmla="*/ 2693627 h 5788985"/>
                <a:gd name="connsiteX70" fmla="*/ 4398341 w 5801363"/>
                <a:gd name="connsiteY70" fmla="*/ 2693627 h 5788985"/>
                <a:gd name="connsiteX71" fmla="*/ 4395079 w 5801363"/>
                <a:gd name="connsiteY71" fmla="*/ 2712431 h 5788985"/>
                <a:gd name="connsiteX72" fmla="*/ 4181909 w 5801363"/>
                <a:gd name="connsiteY72" fmla="*/ 3280991 h 5788985"/>
                <a:gd name="connsiteX73" fmla="*/ 4088684 w 5801363"/>
                <a:gd name="connsiteY73" fmla="*/ 3433712 h 5788985"/>
                <a:gd name="connsiteX74" fmla="*/ 4094125 w 5801363"/>
                <a:gd name="connsiteY74" fmla="*/ 3492327 h 5788985"/>
                <a:gd name="connsiteX75" fmla="*/ 5286265 w 5801363"/>
                <a:gd name="connsiteY75" fmla="*/ 4683254 h 5788985"/>
                <a:gd name="connsiteX76" fmla="*/ 5683423 w 5801363"/>
                <a:gd name="connsiteY76" fmla="*/ 5080453 h 5788985"/>
                <a:gd name="connsiteX77" fmla="*/ 5796811 w 5801363"/>
                <a:gd name="connsiteY77" fmla="*/ 5318579 h 5788985"/>
                <a:gd name="connsiteX78" fmla="*/ 5672638 w 5801363"/>
                <a:gd name="connsiteY78" fmla="*/ 5675306 h 5788985"/>
                <a:gd name="connsiteX79" fmla="*/ 5319973 w 5801363"/>
                <a:gd name="connsiteY79" fmla="*/ 5783839 h 5788985"/>
                <a:gd name="connsiteX80" fmla="*/ 5064351 w 5801363"/>
                <a:gd name="connsiteY80" fmla="*/ 5646543 h 5788985"/>
                <a:gd name="connsiteX81" fmla="*/ 3645932 w 5801363"/>
                <a:gd name="connsiteY81" fmla="*/ 4228206 h 5788985"/>
                <a:gd name="connsiteX82" fmla="*/ 3490314 w 5801363"/>
                <a:gd name="connsiteY82" fmla="*/ 4066851 h 5788985"/>
                <a:gd name="connsiteX83" fmla="*/ 3469627 w 5801363"/>
                <a:gd name="connsiteY83" fmla="*/ 4062369 h 5788985"/>
                <a:gd name="connsiteX84" fmla="*/ 3327532 w 5801363"/>
                <a:gd name="connsiteY84" fmla="*/ 4154649 h 5788985"/>
                <a:gd name="connsiteX85" fmla="*/ 3299507 w 5801363"/>
                <a:gd name="connsiteY85" fmla="*/ 4169192 h 5788985"/>
                <a:gd name="connsiteX86" fmla="*/ 2892165 w 5801363"/>
                <a:gd name="connsiteY86" fmla="*/ 4343925 h 5788985"/>
                <a:gd name="connsiteX87" fmla="*/ 2235504 w 5801363"/>
                <a:gd name="connsiteY87" fmla="*/ 4446348 h 5788985"/>
                <a:gd name="connsiteX88" fmla="*/ 2030864 w 5801363"/>
                <a:gd name="connsiteY88" fmla="*/ 4433177 h 5788985"/>
                <a:gd name="connsiteX89" fmla="*/ 1790077 w 5801363"/>
                <a:gd name="connsiteY89" fmla="*/ 4399519 h 5788985"/>
                <a:gd name="connsiteX90" fmla="*/ 1202050 w 5801363"/>
                <a:gd name="connsiteY90" fmla="*/ 4194438 h 5788985"/>
                <a:gd name="connsiteX91" fmla="*/ 745864 w 5801363"/>
                <a:gd name="connsiteY91" fmla="*/ 3879899 h 5788985"/>
                <a:gd name="connsiteX92" fmla="*/ 387937 w 5801363"/>
                <a:gd name="connsiteY92" fmla="*/ 3470529 h 5788985"/>
                <a:gd name="connsiteX93" fmla="*/ 307008 w 5801363"/>
                <a:gd name="connsiteY93" fmla="*/ 3347287 h 5788985"/>
                <a:gd name="connsiteX94" fmla="*/ 198144 w 5801363"/>
                <a:gd name="connsiteY94" fmla="*/ 3131076 h 5788985"/>
                <a:gd name="connsiteX95" fmla="*/ 123607 w 5801363"/>
                <a:gd name="connsiteY95" fmla="*/ 2941876 h 5788985"/>
                <a:gd name="connsiteX96" fmla="*/ 48691 w 5801363"/>
                <a:gd name="connsiteY96" fmla="*/ 2680738 h 5788985"/>
                <a:gd name="connsiteX97" fmla="*/ 47788 w 5801363"/>
                <a:gd name="connsiteY97" fmla="*/ 2660899 h 5788985"/>
                <a:gd name="connsiteX98" fmla="*/ 0 w 5801363"/>
                <a:gd name="connsiteY98" fmla="*/ 2210375 h 5788985"/>
                <a:gd name="connsiteX99" fmla="*/ 6972 w 5801363"/>
                <a:gd name="connsiteY99" fmla="*/ 2154636 h 5788985"/>
                <a:gd name="connsiteX100" fmla="*/ 40899 w 5801363"/>
                <a:gd name="connsiteY100" fmla="*/ 1814969 h 5788985"/>
                <a:gd name="connsiteX101" fmla="*/ 197579 w 5801363"/>
                <a:gd name="connsiteY101" fmla="*/ 1310941 h 5788985"/>
                <a:gd name="connsiteX102" fmla="*/ 575586 w 5801363"/>
                <a:gd name="connsiteY102" fmla="*/ 730755 h 5788985"/>
                <a:gd name="connsiteX103" fmla="*/ 956256 w 5801363"/>
                <a:gd name="connsiteY103" fmla="*/ 395515 h 5788985"/>
                <a:gd name="connsiteX104" fmla="*/ 1457526 w 5801363"/>
                <a:gd name="connsiteY104" fmla="*/ 133812 h 5788985"/>
                <a:gd name="connsiteX105" fmla="*/ 1834389 w 5801363"/>
                <a:gd name="connsiteY105" fmla="*/ 33540 h 5788985"/>
                <a:gd name="connsiteX106" fmla="*/ 2085638 w 5801363"/>
                <a:gd name="connsiteY106" fmla="*/ 1792 h 5788985"/>
                <a:gd name="connsiteX107" fmla="*/ 2251667 w 5801363"/>
                <a:gd name="connsiteY107" fmla="*/ 777 h 5788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801363" h="5788985">
                  <a:moveTo>
                    <a:pt x="3879576" y="3719206"/>
                  </a:moveTo>
                  <a:lnTo>
                    <a:pt x="3727516" y="3869024"/>
                  </a:lnTo>
                  <a:cubicBezTo>
                    <a:pt x="3733047" y="3873934"/>
                    <a:pt x="3740184" y="3879623"/>
                    <a:pt x="3746597" y="3886036"/>
                  </a:cubicBezTo>
                  <a:lnTo>
                    <a:pt x="5294561" y="5433835"/>
                  </a:lnTo>
                  <a:cubicBezTo>
                    <a:pt x="5299375" y="5438649"/>
                    <a:pt x="5303829" y="5443903"/>
                    <a:pt x="5309111" y="5448137"/>
                  </a:cubicBezTo>
                  <a:cubicBezTo>
                    <a:pt x="5341377" y="5474003"/>
                    <a:pt x="5376911" y="5484809"/>
                    <a:pt x="5417383" y="5470059"/>
                  </a:cubicBezTo>
                  <a:cubicBezTo>
                    <a:pt x="5481479" y="5446710"/>
                    <a:pt x="5523716" y="5362015"/>
                    <a:pt x="5450413" y="5289327"/>
                  </a:cubicBezTo>
                  <a:lnTo>
                    <a:pt x="4726871" y="4566515"/>
                  </a:lnTo>
                  <a:close/>
                  <a:moveTo>
                    <a:pt x="1079856" y="1014637"/>
                  </a:moveTo>
                  <a:cubicBezTo>
                    <a:pt x="1086498" y="1014769"/>
                    <a:pt x="1093261" y="1016301"/>
                    <a:pt x="1096302" y="1019149"/>
                  </a:cubicBezTo>
                  <a:cubicBezTo>
                    <a:pt x="1120801" y="1042093"/>
                    <a:pt x="1142347" y="1068191"/>
                    <a:pt x="1166651" y="1094835"/>
                  </a:cubicBezTo>
                  <a:cubicBezTo>
                    <a:pt x="1176597" y="1103973"/>
                    <a:pt x="1184874" y="1111400"/>
                    <a:pt x="1193595" y="1119223"/>
                  </a:cubicBezTo>
                  <a:cubicBezTo>
                    <a:pt x="871877" y="1424749"/>
                    <a:pt x="704988" y="1796215"/>
                    <a:pt x="693121" y="2238815"/>
                  </a:cubicBezTo>
                  <a:cubicBezTo>
                    <a:pt x="640503" y="2238815"/>
                    <a:pt x="587866" y="2238815"/>
                    <a:pt x="538869" y="2238815"/>
                  </a:cubicBezTo>
                  <a:cubicBezTo>
                    <a:pt x="538869" y="2189350"/>
                    <a:pt x="534670" y="2139998"/>
                    <a:pt x="539893" y="2091665"/>
                  </a:cubicBezTo>
                  <a:cubicBezTo>
                    <a:pt x="547012" y="2025773"/>
                    <a:pt x="556483" y="1959360"/>
                    <a:pt x="573630" y="1895502"/>
                  </a:cubicBezTo>
                  <a:cubicBezTo>
                    <a:pt x="601838" y="1790448"/>
                    <a:pt x="632252" y="1685479"/>
                    <a:pt x="670448" y="1583745"/>
                  </a:cubicBezTo>
                  <a:cubicBezTo>
                    <a:pt x="718454" y="1455879"/>
                    <a:pt x="790581" y="1339553"/>
                    <a:pt x="873631" y="1231714"/>
                  </a:cubicBezTo>
                  <a:cubicBezTo>
                    <a:pt x="931646" y="1156384"/>
                    <a:pt x="999318" y="1088427"/>
                    <a:pt x="1064139" y="1018531"/>
                  </a:cubicBezTo>
                  <a:cubicBezTo>
                    <a:pt x="1066695" y="1015776"/>
                    <a:pt x="1073215" y="1014506"/>
                    <a:pt x="1079856" y="1014637"/>
                  </a:cubicBezTo>
                  <a:close/>
                  <a:moveTo>
                    <a:pt x="1619918" y="678074"/>
                  </a:moveTo>
                  <a:cubicBezTo>
                    <a:pt x="1625178" y="680971"/>
                    <a:pt x="1628468" y="686959"/>
                    <a:pt x="1631607" y="695019"/>
                  </a:cubicBezTo>
                  <a:cubicBezTo>
                    <a:pt x="1641207" y="719667"/>
                    <a:pt x="1649709" y="744742"/>
                    <a:pt x="1660246" y="771854"/>
                  </a:cubicBezTo>
                  <a:cubicBezTo>
                    <a:pt x="1666853" y="788573"/>
                    <a:pt x="1671892" y="803074"/>
                    <a:pt x="1677578" y="819440"/>
                  </a:cubicBezTo>
                  <a:cubicBezTo>
                    <a:pt x="1637287" y="837363"/>
                    <a:pt x="1596404" y="851464"/>
                    <a:pt x="1559665" y="872726"/>
                  </a:cubicBezTo>
                  <a:cubicBezTo>
                    <a:pt x="1479337" y="919215"/>
                    <a:pt x="1400513" y="968398"/>
                    <a:pt x="1322308" y="1018410"/>
                  </a:cubicBezTo>
                  <a:cubicBezTo>
                    <a:pt x="1287432" y="1040714"/>
                    <a:pt x="1287150" y="1042495"/>
                    <a:pt x="1263608" y="1007705"/>
                  </a:cubicBezTo>
                  <a:cubicBezTo>
                    <a:pt x="1244384" y="979297"/>
                    <a:pt x="1224245" y="951458"/>
                    <a:pt x="1206404" y="922213"/>
                  </a:cubicBezTo>
                  <a:cubicBezTo>
                    <a:pt x="1203082" y="916768"/>
                    <a:pt x="1205691" y="901880"/>
                    <a:pt x="1210699" y="898034"/>
                  </a:cubicBezTo>
                  <a:cubicBezTo>
                    <a:pt x="1328965" y="807177"/>
                    <a:pt x="1457253" y="734089"/>
                    <a:pt x="1596414" y="679680"/>
                  </a:cubicBezTo>
                  <a:cubicBezTo>
                    <a:pt x="1607430" y="675373"/>
                    <a:pt x="1614659" y="675178"/>
                    <a:pt x="1619918" y="678074"/>
                  </a:cubicBezTo>
                  <a:close/>
                  <a:moveTo>
                    <a:pt x="2251667" y="777"/>
                  </a:moveTo>
                  <a:cubicBezTo>
                    <a:pt x="2307059" y="2014"/>
                    <a:pt x="2362443" y="4657"/>
                    <a:pt x="2417643" y="8198"/>
                  </a:cubicBezTo>
                  <a:cubicBezTo>
                    <a:pt x="2501683" y="13591"/>
                    <a:pt x="2585729" y="26045"/>
                    <a:pt x="2668547" y="41781"/>
                  </a:cubicBezTo>
                  <a:cubicBezTo>
                    <a:pt x="2858106" y="77811"/>
                    <a:pt x="3039156" y="140591"/>
                    <a:pt x="3212082" y="226382"/>
                  </a:cubicBezTo>
                  <a:cubicBezTo>
                    <a:pt x="3251540" y="245952"/>
                    <a:pt x="3290681" y="266150"/>
                    <a:pt x="3330456" y="288437"/>
                  </a:cubicBezTo>
                  <a:cubicBezTo>
                    <a:pt x="3334779" y="294533"/>
                    <a:pt x="3338124" y="298988"/>
                    <a:pt x="3342516" y="301856"/>
                  </a:cubicBezTo>
                  <a:lnTo>
                    <a:pt x="3505878" y="408376"/>
                  </a:lnTo>
                  <a:cubicBezTo>
                    <a:pt x="3552149" y="439448"/>
                    <a:pt x="3597275" y="472217"/>
                    <a:pt x="3642905" y="504241"/>
                  </a:cubicBezTo>
                  <a:cubicBezTo>
                    <a:pt x="3706767" y="564297"/>
                    <a:pt x="3772387" y="622615"/>
                    <a:pt x="3834112" y="684794"/>
                  </a:cubicBezTo>
                  <a:cubicBezTo>
                    <a:pt x="3950658" y="802209"/>
                    <a:pt x="4048689" y="934505"/>
                    <a:pt x="4133976" y="1075925"/>
                  </a:cubicBezTo>
                  <a:cubicBezTo>
                    <a:pt x="4227863" y="1231618"/>
                    <a:pt x="4305020" y="1395635"/>
                    <a:pt x="4353022" y="1571223"/>
                  </a:cubicBezTo>
                  <a:lnTo>
                    <a:pt x="4405961" y="1812204"/>
                  </a:lnTo>
                  <a:lnTo>
                    <a:pt x="4090160" y="1812204"/>
                  </a:lnTo>
                  <a:lnTo>
                    <a:pt x="3997246" y="1502251"/>
                  </a:lnTo>
                  <a:cubicBezTo>
                    <a:pt x="3954899" y="1399166"/>
                    <a:pt x="3902863" y="1300080"/>
                    <a:pt x="3842683" y="1204594"/>
                  </a:cubicBezTo>
                  <a:cubicBezTo>
                    <a:pt x="3738639" y="1039501"/>
                    <a:pt x="3611556" y="893620"/>
                    <a:pt x="3461897" y="766910"/>
                  </a:cubicBezTo>
                  <a:cubicBezTo>
                    <a:pt x="3343509" y="666672"/>
                    <a:pt x="3217323" y="578061"/>
                    <a:pt x="3077607" y="512558"/>
                  </a:cubicBezTo>
                  <a:cubicBezTo>
                    <a:pt x="2964226" y="459398"/>
                    <a:pt x="2846632" y="411396"/>
                    <a:pt x="2726183" y="378234"/>
                  </a:cubicBezTo>
                  <a:cubicBezTo>
                    <a:pt x="2607182" y="345472"/>
                    <a:pt x="2482919" y="326860"/>
                    <a:pt x="2359726" y="315799"/>
                  </a:cubicBezTo>
                  <a:cubicBezTo>
                    <a:pt x="2259109" y="306773"/>
                    <a:pt x="2156382" y="314131"/>
                    <a:pt x="2055124" y="321489"/>
                  </a:cubicBezTo>
                  <a:cubicBezTo>
                    <a:pt x="1972312" y="327509"/>
                    <a:pt x="1889066" y="338921"/>
                    <a:pt x="1808157" y="357333"/>
                  </a:cubicBezTo>
                  <a:cubicBezTo>
                    <a:pt x="1637624" y="396143"/>
                    <a:pt x="1475041" y="457184"/>
                    <a:pt x="1320762" y="541389"/>
                  </a:cubicBezTo>
                  <a:cubicBezTo>
                    <a:pt x="1162358" y="627842"/>
                    <a:pt x="1018152" y="733031"/>
                    <a:pt x="890187" y="859189"/>
                  </a:cubicBezTo>
                  <a:cubicBezTo>
                    <a:pt x="823415" y="925017"/>
                    <a:pt x="761966" y="997161"/>
                    <a:pt x="704710" y="1071532"/>
                  </a:cubicBezTo>
                  <a:cubicBezTo>
                    <a:pt x="590129" y="1220364"/>
                    <a:pt x="499456" y="1383223"/>
                    <a:pt x="435905" y="1560652"/>
                  </a:cubicBezTo>
                  <a:cubicBezTo>
                    <a:pt x="386544" y="1698458"/>
                    <a:pt x="346763" y="1838443"/>
                    <a:pt x="334116" y="1984999"/>
                  </a:cubicBezTo>
                  <a:cubicBezTo>
                    <a:pt x="327289" y="2064067"/>
                    <a:pt x="316966" y="2143058"/>
                    <a:pt x="314980" y="2222257"/>
                  </a:cubicBezTo>
                  <a:cubicBezTo>
                    <a:pt x="313497" y="2281264"/>
                    <a:pt x="324186" y="2340478"/>
                    <a:pt x="327109" y="2399713"/>
                  </a:cubicBezTo>
                  <a:cubicBezTo>
                    <a:pt x="333019" y="2519066"/>
                    <a:pt x="358285" y="2635247"/>
                    <a:pt x="391709" y="2748827"/>
                  </a:cubicBezTo>
                  <a:cubicBezTo>
                    <a:pt x="450676" y="2949199"/>
                    <a:pt x="538859" y="3136007"/>
                    <a:pt x="659667" y="3308085"/>
                  </a:cubicBezTo>
                  <a:cubicBezTo>
                    <a:pt x="764773" y="3457793"/>
                    <a:pt x="885663" y="3592026"/>
                    <a:pt x="1027786" y="3705793"/>
                  </a:cubicBezTo>
                  <a:cubicBezTo>
                    <a:pt x="1173349" y="3822319"/>
                    <a:pt x="1331684" y="3919033"/>
                    <a:pt x="1506073" y="3988308"/>
                  </a:cubicBezTo>
                  <a:cubicBezTo>
                    <a:pt x="1755591" y="4087435"/>
                    <a:pt x="2012880" y="4142181"/>
                    <a:pt x="2282313" y="4126665"/>
                  </a:cubicBezTo>
                  <a:cubicBezTo>
                    <a:pt x="2374683" y="4121342"/>
                    <a:pt x="2467114" y="4112384"/>
                    <a:pt x="2558704" y="4099372"/>
                  </a:cubicBezTo>
                  <a:cubicBezTo>
                    <a:pt x="2729362" y="4075119"/>
                    <a:pt x="2890841" y="4019008"/>
                    <a:pt x="3046052" y="3945368"/>
                  </a:cubicBezTo>
                  <a:cubicBezTo>
                    <a:pt x="3179596" y="3882009"/>
                    <a:pt x="3302617" y="3801914"/>
                    <a:pt x="3418887" y="3710138"/>
                  </a:cubicBezTo>
                  <a:cubicBezTo>
                    <a:pt x="3537654" y="3616396"/>
                    <a:pt x="3643236" y="3509877"/>
                    <a:pt x="3735067" y="3390876"/>
                  </a:cubicBezTo>
                  <a:cubicBezTo>
                    <a:pt x="3826278" y="3272681"/>
                    <a:pt x="3904201" y="3145599"/>
                    <a:pt x="3965491" y="3008262"/>
                  </a:cubicBezTo>
                  <a:lnTo>
                    <a:pt x="4073300" y="2693627"/>
                  </a:lnTo>
                  <a:lnTo>
                    <a:pt x="4398341" y="2693627"/>
                  </a:lnTo>
                  <a:lnTo>
                    <a:pt x="4395079" y="2712431"/>
                  </a:lnTo>
                  <a:cubicBezTo>
                    <a:pt x="4353456" y="2912824"/>
                    <a:pt x="4279823" y="3101665"/>
                    <a:pt x="4181909" y="3280991"/>
                  </a:cubicBezTo>
                  <a:cubicBezTo>
                    <a:pt x="4153360" y="3333289"/>
                    <a:pt x="4121219" y="3383738"/>
                    <a:pt x="4088684" y="3433712"/>
                  </a:cubicBezTo>
                  <a:cubicBezTo>
                    <a:pt x="4073782" y="3456586"/>
                    <a:pt x="4072369" y="3470667"/>
                    <a:pt x="4094125" y="3492327"/>
                  </a:cubicBezTo>
                  <a:lnTo>
                    <a:pt x="5286265" y="4683254"/>
                  </a:lnTo>
                  <a:lnTo>
                    <a:pt x="5683423" y="5080453"/>
                  </a:lnTo>
                  <a:cubicBezTo>
                    <a:pt x="5749271" y="5146404"/>
                    <a:pt x="5784012" y="5226237"/>
                    <a:pt x="5796811" y="5318579"/>
                  </a:cubicBezTo>
                  <a:cubicBezTo>
                    <a:pt x="5816381" y="5459750"/>
                    <a:pt x="5772461" y="5579626"/>
                    <a:pt x="5672638" y="5675306"/>
                  </a:cubicBezTo>
                  <a:cubicBezTo>
                    <a:pt x="5575497" y="5768413"/>
                    <a:pt x="5456455" y="5803140"/>
                    <a:pt x="5319973" y="5783839"/>
                  </a:cubicBezTo>
                  <a:cubicBezTo>
                    <a:pt x="5215997" y="5769130"/>
                    <a:pt x="5135957" y="5718218"/>
                    <a:pt x="5064351" y="5646543"/>
                  </a:cubicBezTo>
                  <a:lnTo>
                    <a:pt x="3645932" y="4228206"/>
                  </a:lnTo>
                  <a:lnTo>
                    <a:pt x="3490314" y="4066851"/>
                  </a:lnTo>
                  <a:cubicBezTo>
                    <a:pt x="3486032" y="4062479"/>
                    <a:pt x="3473992" y="4059583"/>
                    <a:pt x="3469627" y="4062369"/>
                  </a:cubicBezTo>
                  <a:cubicBezTo>
                    <a:pt x="3422604" y="4092400"/>
                    <a:pt x="3376395" y="4123714"/>
                    <a:pt x="3327532" y="4154649"/>
                  </a:cubicBezTo>
                  <a:cubicBezTo>
                    <a:pt x="3316567" y="4159483"/>
                    <a:pt x="3308141" y="4164537"/>
                    <a:pt x="3299507" y="4169192"/>
                  </a:cubicBezTo>
                  <a:cubicBezTo>
                    <a:pt x="3168928" y="4239557"/>
                    <a:pt x="3033639" y="4298599"/>
                    <a:pt x="2892165" y="4343925"/>
                  </a:cubicBezTo>
                  <a:cubicBezTo>
                    <a:pt x="2678477" y="4412387"/>
                    <a:pt x="2458508" y="4440301"/>
                    <a:pt x="2235504" y="4446348"/>
                  </a:cubicBezTo>
                  <a:cubicBezTo>
                    <a:pt x="2167436" y="4448196"/>
                    <a:pt x="2098795" y="4440577"/>
                    <a:pt x="2030864" y="4433177"/>
                  </a:cubicBezTo>
                  <a:cubicBezTo>
                    <a:pt x="1950328" y="4424413"/>
                    <a:pt x="1869930" y="4413207"/>
                    <a:pt x="1790077" y="4399519"/>
                  </a:cubicBezTo>
                  <a:cubicBezTo>
                    <a:pt x="1582782" y="4363978"/>
                    <a:pt x="1388727" y="4289972"/>
                    <a:pt x="1202050" y="4194438"/>
                  </a:cubicBezTo>
                  <a:cubicBezTo>
                    <a:pt x="1036081" y="4109502"/>
                    <a:pt x="883256" y="4004858"/>
                    <a:pt x="745864" y="3879899"/>
                  </a:cubicBezTo>
                  <a:cubicBezTo>
                    <a:pt x="611320" y="3757533"/>
                    <a:pt x="487720" y="3624078"/>
                    <a:pt x="387937" y="3470529"/>
                  </a:cubicBezTo>
                  <a:cubicBezTo>
                    <a:pt x="361540" y="3429906"/>
                    <a:pt x="334054" y="3389993"/>
                    <a:pt x="307008" y="3347287"/>
                  </a:cubicBezTo>
                  <a:cubicBezTo>
                    <a:pt x="271005" y="3274357"/>
                    <a:pt x="235071" y="3203896"/>
                    <a:pt x="198144" y="3131076"/>
                  </a:cubicBezTo>
                  <a:cubicBezTo>
                    <a:pt x="172374" y="3066524"/>
                    <a:pt x="144357" y="3005386"/>
                    <a:pt x="123607" y="2941876"/>
                  </a:cubicBezTo>
                  <a:cubicBezTo>
                    <a:pt x="95790" y="2856768"/>
                    <a:pt x="73592" y="2769811"/>
                    <a:pt x="48691" y="2680738"/>
                  </a:cubicBezTo>
                  <a:cubicBezTo>
                    <a:pt x="48236" y="2672174"/>
                    <a:pt x="49008" y="2666312"/>
                    <a:pt x="47788" y="2660899"/>
                  </a:cubicBezTo>
                  <a:cubicBezTo>
                    <a:pt x="14571" y="2513542"/>
                    <a:pt x="9413" y="2363179"/>
                    <a:pt x="0" y="2210375"/>
                  </a:cubicBezTo>
                  <a:cubicBezTo>
                    <a:pt x="2710" y="2189832"/>
                    <a:pt x="7234" y="2172200"/>
                    <a:pt x="6972" y="2154636"/>
                  </a:cubicBezTo>
                  <a:cubicBezTo>
                    <a:pt x="5289" y="2040062"/>
                    <a:pt x="21184" y="1927481"/>
                    <a:pt x="40899" y="1814969"/>
                  </a:cubicBezTo>
                  <a:cubicBezTo>
                    <a:pt x="71544" y="1640092"/>
                    <a:pt x="125283" y="1472661"/>
                    <a:pt x="197579" y="1310941"/>
                  </a:cubicBezTo>
                  <a:cubicBezTo>
                    <a:pt x="292941" y="1097633"/>
                    <a:pt x="418045" y="902930"/>
                    <a:pt x="575586" y="730755"/>
                  </a:cubicBezTo>
                  <a:cubicBezTo>
                    <a:pt x="690043" y="605665"/>
                    <a:pt x="815574" y="492001"/>
                    <a:pt x="956256" y="395515"/>
                  </a:cubicBezTo>
                  <a:cubicBezTo>
                    <a:pt x="1113032" y="287982"/>
                    <a:pt x="1278959" y="198591"/>
                    <a:pt x="1457526" y="133812"/>
                  </a:cubicBezTo>
                  <a:cubicBezTo>
                    <a:pt x="1580009" y="89376"/>
                    <a:pt x="1704293" y="50221"/>
                    <a:pt x="1834389" y="33540"/>
                  </a:cubicBezTo>
                  <a:cubicBezTo>
                    <a:pt x="1918166" y="22797"/>
                    <a:pt x="2001612" y="4964"/>
                    <a:pt x="2085638" y="1792"/>
                  </a:cubicBezTo>
                  <a:cubicBezTo>
                    <a:pt x="2140873" y="-291"/>
                    <a:pt x="2196274" y="-460"/>
                    <a:pt x="2251667" y="777"/>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63" name="Freeform: Shape 162">
              <a:extLst>
                <a:ext uri="{FF2B5EF4-FFF2-40B4-BE49-F238E27FC236}">
                  <a16:creationId xmlns:a16="http://schemas.microsoft.com/office/drawing/2014/main" id="{1277F1D6-42E4-FB78-3AA1-5F02615FFAFF}"/>
                </a:ext>
                <a:ext uri="{C183D7F6-B498-43B3-948B-1728B52AA6E4}">
                  <adec:decorative xmlns:adec="http://schemas.microsoft.com/office/drawing/2017/decorative" val="1"/>
                </a:ext>
              </a:extLst>
            </p:cNvPr>
            <p:cNvSpPr/>
            <p:nvPr/>
          </p:nvSpPr>
          <p:spPr>
            <a:xfrm>
              <a:off x="2576845" y="1517247"/>
              <a:ext cx="373965" cy="412708"/>
            </a:xfrm>
            <a:custGeom>
              <a:avLst/>
              <a:gdLst>
                <a:gd name="connsiteX0" fmla="*/ 1280961 w 5609479"/>
                <a:gd name="connsiteY0" fmla="*/ 4205562 h 6190618"/>
                <a:gd name="connsiteX1" fmla="*/ 1389321 w 5609479"/>
                <a:gd name="connsiteY1" fmla="*/ 4416306 h 6190618"/>
                <a:gd name="connsiteX2" fmla="*/ 1280483 w 5609479"/>
                <a:gd name="connsiteY2" fmla="*/ 4418775 h 6190618"/>
                <a:gd name="connsiteX3" fmla="*/ 1280961 w 5609479"/>
                <a:gd name="connsiteY3" fmla="*/ 4205562 h 6190618"/>
                <a:gd name="connsiteX4" fmla="*/ 667411 w 5609479"/>
                <a:gd name="connsiteY4" fmla="*/ 3720510 h 6190618"/>
                <a:gd name="connsiteX5" fmla="*/ 822318 w 5609479"/>
                <a:gd name="connsiteY5" fmla="*/ 3720510 h 6190618"/>
                <a:gd name="connsiteX6" fmla="*/ 822318 w 5609479"/>
                <a:gd name="connsiteY6" fmla="*/ 4417221 h 6190618"/>
                <a:gd name="connsiteX7" fmla="*/ 667411 w 5609479"/>
                <a:gd name="connsiteY7" fmla="*/ 4417221 h 6190618"/>
                <a:gd name="connsiteX8" fmla="*/ 1078809 w 5609479"/>
                <a:gd name="connsiteY8" fmla="*/ 3282433 h 6190618"/>
                <a:gd name="connsiteX9" fmla="*/ 1130101 w 5609479"/>
                <a:gd name="connsiteY9" fmla="*/ 3729915 h 6190618"/>
                <a:gd name="connsiteX10" fmla="*/ 1131005 w 5609479"/>
                <a:gd name="connsiteY10" fmla="*/ 3749759 h 6190618"/>
                <a:gd name="connsiteX11" fmla="*/ 1131299 w 5609479"/>
                <a:gd name="connsiteY11" fmla="*/ 4417905 h 6190618"/>
                <a:gd name="connsiteX12" fmla="*/ 975502 w 5609479"/>
                <a:gd name="connsiteY12" fmla="*/ 4417905 h 6190618"/>
                <a:gd name="connsiteX13" fmla="*/ 975502 w 5609479"/>
                <a:gd name="connsiteY13" fmla="*/ 3282530 h 6190618"/>
                <a:gd name="connsiteX14" fmla="*/ 1078809 w 5609479"/>
                <a:gd name="connsiteY14" fmla="*/ 3282433 h 6190618"/>
                <a:gd name="connsiteX15" fmla="*/ 2567482 w 5609479"/>
                <a:gd name="connsiteY15" fmla="*/ 3141552 h 6190618"/>
                <a:gd name="connsiteX16" fmla="*/ 2879111 w 5609479"/>
                <a:gd name="connsiteY16" fmla="*/ 3141552 h 6190618"/>
                <a:gd name="connsiteX17" fmla="*/ 2879111 w 5609479"/>
                <a:gd name="connsiteY17" fmla="*/ 4417325 h 6190618"/>
                <a:gd name="connsiteX18" fmla="*/ 2567482 w 5609479"/>
                <a:gd name="connsiteY18" fmla="*/ 4417325 h 6190618"/>
                <a:gd name="connsiteX19" fmla="*/ 5150522 w 5609479"/>
                <a:gd name="connsiteY19" fmla="*/ 3092764 h 6190618"/>
                <a:gd name="connsiteX20" fmla="*/ 5609479 w 5609479"/>
                <a:gd name="connsiteY20" fmla="*/ 3092764 h 6190618"/>
                <a:gd name="connsiteX21" fmla="*/ 5609479 w 5609479"/>
                <a:gd name="connsiteY21" fmla="*/ 3551101 h 6190618"/>
                <a:gd name="connsiteX22" fmla="*/ 5150522 w 5609479"/>
                <a:gd name="connsiteY22" fmla="*/ 3551101 h 6190618"/>
                <a:gd name="connsiteX23" fmla="*/ 3795088 w 5609479"/>
                <a:gd name="connsiteY23" fmla="*/ 2645109 h 6190618"/>
                <a:gd name="connsiteX24" fmla="*/ 4106613 w 5609479"/>
                <a:gd name="connsiteY24" fmla="*/ 2645109 h 6190618"/>
                <a:gd name="connsiteX25" fmla="*/ 4106613 w 5609479"/>
                <a:gd name="connsiteY25" fmla="*/ 4417794 h 6190618"/>
                <a:gd name="connsiteX26" fmla="*/ 3795088 w 5609479"/>
                <a:gd name="connsiteY26" fmla="*/ 4417794 h 6190618"/>
                <a:gd name="connsiteX27" fmla="*/ 3181975 w 5609479"/>
                <a:gd name="connsiteY27" fmla="*/ 2261033 h 6190618"/>
                <a:gd name="connsiteX28" fmla="*/ 3491487 w 5609479"/>
                <a:gd name="connsiteY28" fmla="*/ 2261033 h 6190618"/>
                <a:gd name="connsiteX29" fmla="*/ 3491487 w 5609479"/>
                <a:gd name="connsiteY29" fmla="*/ 4417973 h 6190618"/>
                <a:gd name="connsiteX30" fmla="*/ 3181975 w 5609479"/>
                <a:gd name="connsiteY30" fmla="*/ 4417973 h 6190618"/>
                <a:gd name="connsiteX31" fmla="*/ 0 w 5609479"/>
                <a:gd name="connsiteY31" fmla="*/ 13 h 6190618"/>
                <a:gd name="connsiteX32" fmla="*/ 41367 w 5609479"/>
                <a:gd name="connsiteY32" fmla="*/ 13 h 6190618"/>
                <a:gd name="connsiteX33" fmla="*/ 4426603 w 5609479"/>
                <a:gd name="connsiteY33" fmla="*/ 111 h 6190618"/>
                <a:gd name="connsiteX34" fmla="*/ 4719387 w 5609479"/>
                <a:gd name="connsiteY34" fmla="*/ 274572 h 6190618"/>
                <a:gd name="connsiteX35" fmla="*/ 4726039 w 5609479"/>
                <a:gd name="connsiteY35" fmla="*/ 484255 h 6190618"/>
                <a:gd name="connsiteX36" fmla="*/ 4725696 w 5609479"/>
                <a:gd name="connsiteY36" fmla="*/ 1570095 h 6190618"/>
                <a:gd name="connsiteX37" fmla="*/ 4588197 w 5609479"/>
                <a:gd name="connsiteY37" fmla="*/ 1477392 h 6190618"/>
                <a:gd name="connsiteX38" fmla="*/ 4424830 w 5609479"/>
                <a:gd name="connsiteY38" fmla="*/ 1370870 h 6190618"/>
                <a:gd name="connsiteX39" fmla="*/ 4413110 w 5609479"/>
                <a:gd name="connsiteY39" fmla="*/ 1354278 h 6190618"/>
                <a:gd name="connsiteX40" fmla="*/ 4412960 w 5609479"/>
                <a:gd name="connsiteY40" fmla="*/ 315875 h 6190618"/>
                <a:gd name="connsiteX41" fmla="*/ 314946 w 5609479"/>
                <a:gd name="connsiteY41" fmla="*/ 315875 h 6190618"/>
                <a:gd name="connsiteX42" fmla="*/ 314946 w 5609479"/>
                <a:gd name="connsiteY42" fmla="*/ 5875321 h 6190618"/>
                <a:gd name="connsiteX43" fmla="*/ 4412282 w 5609479"/>
                <a:gd name="connsiteY43" fmla="*/ 5875321 h 6190618"/>
                <a:gd name="connsiteX44" fmla="*/ 4412282 w 5609479"/>
                <a:gd name="connsiteY44" fmla="*/ 5223698 h 6190618"/>
                <a:gd name="connsiteX45" fmla="*/ 4551943 w 5609479"/>
                <a:gd name="connsiteY45" fmla="*/ 5131385 h 6190618"/>
                <a:gd name="connsiteX46" fmla="*/ 4572629 w 5609479"/>
                <a:gd name="connsiteY46" fmla="*/ 5135865 h 6190618"/>
                <a:gd name="connsiteX47" fmla="*/ 4726125 w 5609479"/>
                <a:gd name="connsiteY47" fmla="*/ 5296492 h 6190618"/>
                <a:gd name="connsiteX48" fmla="*/ 4726349 w 5609479"/>
                <a:gd name="connsiteY48" fmla="*/ 6146311 h 6190618"/>
                <a:gd name="connsiteX49" fmla="*/ 4726348 w 5609479"/>
                <a:gd name="connsiteY49" fmla="*/ 6190575 h 6190618"/>
                <a:gd name="connsiteX50" fmla="*/ 4681044 w 5609479"/>
                <a:gd name="connsiteY50" fmla="*/ 6190575 h 6190618"/>
                <a:gd name="connsiteX51" fmla="*/ 295808 w 5609479"/>
                <a:gd name="connsiteY51" fmla="*/ 6190203 h 6190618"/>
                <a:gd name="connsiteX52" fmla="*/ 7260 w 5609479"/>
                <a:gd name="connsiteY52" fmla="*/ 5960453 h 6190618"/>
                <a:gd name="connsiteX53" fmla="*/ 284 w 5609479"/>
                <a:gd name="connsiteY53" fmla="*/ 5897465 h 6190618"/>
                <a:gd name="connsiteX54" fmla="*/ 0 w 5609479"/>
                <a:gd name="connsiteY54" fmla="*/ 48214 h 6190618"/>
                <a:gd name="connsiteX55" fmla="*/ 0 w 5609479"/>
                <a:gd name="connsiteY55" fmla="*/ 13 h 619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609479" h="6190618">
                  <a:moveTo>
                    <a:pt x="1280961" y="4205562"/>
                  </a:moveTo>
                  <a:cubicBezTo>
                    <a:pt x="1317381" y="4272914"/>
                    <a:pt x="1353320" y="4343376"/>
                    <a:pt x="1389321" y="4416306"/>
                  </a:cubicBezTo>
                  <a:cubicBezTo>
                    <a:pt x="1354473" y="4418775"/>
                    <a:pt x="1319564" y="4418775"/>
                    <a:pt x="1280483" y="4418775"/>
                  </a:cubicBezTo>
                  <a:cubicBezTo>
                    <a:pt x="1280483" y="4348167"/>
                    <a:pt x="1280483" y="4278419"/>
                    <a:pt x="1280961" y="4205562"/>
                  </a:cubicBezTo>
                  <a:close/>
                  <a:moveTo>
                    <a:pt x="667411" y="3720510"/>
                  </a:moveTo>
                  <a:lnTo>
                    <a:pt x="822318" y="3720510"/>
                  </a:lnTo>
                  <a:lnTo>
                    <a:pt x="822318" y="4417221"/>
                  </a:lnTo>
                  <a:lnTo>
                    <a:pt x="667411" y="4417221"/>
                  </a:lnTo>
                  <a:close/>
                  <a:moveTo>
                    <a:pt x="1078809" y="3282433"/>
                  </a:moveTo>
                  <a:cubicBezTo>
                    <a:pt x="1091730" y="3432199"/>
                    <a:pt x="1096885" y="3582559"/>
                    <a:pt x="1130101" y="3729915"/>
                  </a:cubicBezTo>
                  <a:cubicBezTo>
                    <a:pt x="1131322" y="3735330"/>
                    <a:pt x="1130553" y="3741193"/>
                    <a:pt x="1131005" y="3749759"/>
                  </a:cubicBezTo>
                  <a:cubicBezTo>
                    <a:pt x="1131299" y="3973755"/>
                    <a:pt x="1131299" y="4194837"/>
                    <a:pt x="1131299" y="4417905"/>
                  </a:cubicBezTo>
                  <a:cubicBezTo>
                    <a:pt x="1077774" y="4417905"/>
                    <a:pt x="1027458" y="4417905"/>
                    <a:pt x="975502" y="4417905"/>
                  </a:cubicBezTo>
                  <a:cubicBezTo>
                    <a:pt x="975502" y="4040354"/>
                    <a:pt x="975502" y="3663971"/>
                    <a:pt x="975502" y="3282530"/>
                  </a:cubicBezTo>
                  <a:cubicBezTo>
                    <a:pt x="1008651" y="3282530"/>
                    <a:pt x="1042177" y="3282530"/>
                    <a:pt x="1078809" y="3282433"/>
                  </a:cubicBezTo>
                  <a:close/>
                  <a:moveTo>
                    <a:pt x="2567482" y="3141552"/>
                  </a:moveTo>
                  <a:lnTo>
                    <a:pt x="2879111" y="3141552"/>
                  </a:lnTo>
                  <a:lnTo>
                    <a:pt x="2879111" y="4417325"/>
                  </a:lnTo>
                  <a:lnTo>
                    <a:pt x="2567482" y="4417325"/>
                  </a:lnTo>
                  <a:close/>
                  <a:moveTo>
                    <a:pt x="5150522" y="3092764"/>
                  </a:moveTo>
                  <a:lnTo>
                    <a:pt x="5609479" y="3092764"/>
                  </a:lnTo>
                  <a:lnTo>
                    <a:pt x="5609479" y="3551101"/>
                  </a:lnTo>
                  <a:lnTo>
                    <a:pt x="5150522" y="3551101"/>
                  </a:lnTo>
                  <a:close/>
                  <a:moveTo>
                    <a:pt x="3795088" y="2645109"/>
                  </a:moveTo>
                  <a:lnTo>
                    <a:pt x="4106613" y="2645109"/>
                  </a:lnTo>
                  <a:lnTo>
                    <a:pt x="4106613" y="4417794"/>
                  </a:lnTo>
                  <a:lnTo>
                    <a:pt x="3795088" y="4417794"/>
                  </a:lnTo>
                  <a:close/>
                  <a:moveTo>
                    <a:pt x="3181975" y="2261033"/>
                  </a:moveTo>
                  <a:lnTo>
                    <a:pt x="3491487" y="2261033"/>
                  </a:lnTo>
                  <a:lnTo>
                    <a:pt x="3491487" y="4417973"/>
                  </a:lnTo>
                  <a:lnTo>
                    <a:pt x="3181975" y="4417973"/>
                  </a:lnTo>
                  <a:close/>
                  <a:moveTo>
                    <a:pt x="0" y="13"/>
                  </a:moveTo>
                  <a:cubicBezTo>
                    <a:pt x="15075" y="13"/>
                    <a:pt x="28221" y="13"/>
                    <a:pt x="41367" y="13"/>
                  </a:cubicBezTo>
                  <a:cubicBezTo>
                    <a:pt x="1503112" y="13"/>
                    <a:pt x="2964858" y="-51"/>
                    <a:pt x="4426603" y="111"/>
                  </a:cubicBezTo>
                  <a:cubicBezTo>
                    <a:pt x="4573821" y="127"/>
                    <a:pt x="4712457" y="124400"/>
                    <a:pt x="4719387" y="274572"/>
                  </a:cubicBezTo>
                  <a:cubicBezTo>
                    <a:pt x="4722610" y="344424"/>
                    <a:pt x="4725922" y="414354"/>
                    <a:pt x="4726039" y="484255"/>
                  </a:cubicBezTo>
                  <a:cubicBezTo>
                    <a:pt x="4726645" y="845148"/>
                    <a:pt x="4726229" y="1206042"/>
                    <a:pt x="4725696" y="1570095"/>
                  </a:cubicBezTo>
                  <a:cubicBezTo>
                    <a:pt x="4679590" y="1541236"/>
                    <a:pt x="4634463" y="1508467"/>
                    <a:pt x="4588197" y="1477392"/>
                  </a:cubicBezTo>
                  <a:cubicBezTo>
                    <a:pt x="4534237" y="1441149"/>
                    <a:pt x="4479242" y="1406447"/>
                    <a:pt x="4424830" y="1370870"/>
                  </a:cubicBezTo>
                  <a:cubicBezTo>
                    <a:pt x="4420443" y="1368002"/>
                    <a:pt x="4417092" y="1363549"/>
                    <a:pt x="4413110" y="1354278"/>
                  </a:cubicBezTo>
                  <a:cubicBezTo>
                    <a:pt x="4412960" y="1004191"/>
                    <a:pt x="4412960" y="659661"/>
                    <a:pt x="4412960" y="315875"/>
                  </a:cubicBezTo>
                  <a:cubicBezTo>
                    <a:pt x="3043847" y="315875"/>
                    <a:pt x="1679182" y="315875"/>
                    <a:pt x="314946" y="315875"/>
                  </a:cubicBezTo>
                  <a:cubicBezTo>
                    <a:pt x="314946" y="2170383"/>
                    <a:pt x="314946" y="4022302"/>
                    <a:pt x="314946" y="5875321"/>
                  </a:cubicBezTo>
                  <a:cubicBezTo>
                    <a:pt x="1681283" y="5875321"/>
                    <a:pt x="3045947" y="5875321"/>
                    <a:pt x="4412282" y="5875321"/>
                  </a:cubicBezTo>
                  <a:cubicBezTo>
                    <a:pt x="4412282" y="5656798"/>
                    <a:pt x="4412282" y="5440248"/>
                    <a:pt x="4412282" y="5223698"/>
                  </a:cubicBezTo>
                  <a:cubicBezTo>
                    <a:pt x="4458712" y="5192734"/>
                    <a:pt x="4504919" y="5161420"/>
                    <a:pt x="4551943" y="5131385"/>
                  </a:cubicBezTo>
                  <a:cubicBezTo>
                    <a:pt x="4556310" y="5128597"/>
                    <a:pt x="4568351" y="5131496"/>
                    <a:pt x="4572629" y="5135865"/>
                  </a:cubicBezTo>
                  <a:cubicBezTo>
                    <a:pt x="4623905" y="5188260"/>
                    <a:pt x="4674386" y="5241432"/>
                    <a:pt x="4726125" y="5296492"/>
                  </a:cubicBezTo>
                  <a:cubicBezTo>
                    <a:pt x="4726898" y="5581160"/>
                    <a:pt x="4726623" y="5863736"/>
                    <a:pt x="4726349" y="6146311"/>
                  </a:cubicBezTo>
                  <a:cubicBezTo>
                    <a:pt x="4726336" y="6159724"/>
                    <a:pt x="4726348" y="6173138"/>
                    <a:pt x="4726348" y="6190575"/>
                  </a:cubicBezTo>
                  <a:cubicBezTo>
                    <a:pt x="4709711" y="6190575"/>
                    <a:pt x="4695377" y="6190575"/>
                    <a:pt x="4681044" y="6190575"/>
                  </a:cubicBezTo>
                  <a:cubicBezTo>
                    <a:pt x="3219299" y="6190575"/>
                    <a:pt x="1757554" y="6190805"/>
                    <a:pt x="295808" y="6190203"/>
                  </a:cubicBezTo>
                  <a:cubicBezTo>
                    <a:pt x="156793" y="6190145"/>
                    <a:pt x="42098" y="6093505"/>
                    <a:pt x="7260" y="5960453"/>
                  </a:cubicBezTo>
                  <a:cubicBezTo>
                    <a:pt x="1960" y="5940212"/>
                    <a:pt x="288" y="5918499"/>
                    <a:pt x="284" y="5897465"/>
                  </a:cubicBezTo>
                  <a:cubicBezTo>
                    <a:pt x="-22" y="3947715"/>
                    <a:pt x="0" y="1997965"/>
                    <a:pt x="0" y="48214"/>
                  </a:cubicBezTo>
                  <a:cubicBezTo>
                    <a:pt x="0" y="33617"/>
                    <a:pt x="0" y="19019"/>
                    <a:pt x="0" y="13"/>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28" name="Group 927">
            <a:extLst>
              <a:ext uri="{FF2B5EF4-FFF2-40B4-BE49-F238E27FC236}">
                <a16:creationId xmlns:a16="http://schemas.microsoft.com/office/drawing/2014/main" id="{46B7E9EA-C1C8-4597-A6E2-2E315BD67B56}"/>
              </a:ext>
              <a:ext uri="{C183D7F6-B498-43B3-948B-1728B52AA6E4}">
                <adec:decorative xmlns:adec="http://schemas.microsoft.com/office/drawing/2017/decorative" val="1"/>
              </a:ext>
            </a:extLst>
          </p:cNvPr>
          <p:cNvGrpSpPr>
            <a:grpSpLocks noChangeAspect="1"/>
          </p:cNvGrpSpPr>
          <p:nvPr/>
        </p:nvGrpSpPr>
        <p:grpSpPr>
          <a:xfrm>
            <a:off x="3221400" y="1517247"/>
            <a:ext cx="456767" cy="457200"/>
            <a:chOff x="3221400" y="1517247"/>
            <a:chExt cx="456767" cy="457200"/>
          </a:xfrm>
          <a:solidFill>
            <a:srgbClr val="FF0000"/>
          </a:solidFill>
        </p:grpSpPr>
        <p:sp>
          <p:nvSpPr>
            <p:cNvPr id="179" name="Freeform: Shape 178">
              <a:extLst>
                <a:ext uri="{FF2B5EF4-FFF2-40B4-BE49-F238E27FC236}">
                  <a16:creationId xmlns:a16="http://schemas.microsoft.com/office/drawing/2014/main" id="{370467FF-4970-358D-0CCD-A17166208BE8}"/>
                </a:ext>
                <a:ext uri="{C183D7F6-B498-43B3-948B-1728B52AA6E4}">
                  <adec:decorative xmlns:adec="http://schemas.microsoft.com/office/drawing/2017/decorative" val="1"/>
                </a:ext>
              </a:extLst>
            </p:cNvPr>
            <p:cNvSpPr/>
            <p:nvPr/>
          </p:nvSpPr>
          <p:spPr>
            <a:xfrm>
              <a:off x="3283173" y="1571774"/>
              <a:ext cx="322423" cy="337481"/>
            </a:xfrm>
            <a:custGeom>
              <a:avLst/>
              <a:gdLst>
                <a:gd name="connsiteX0" fmla="*/ 1482679 w 4836345"/>
                <a:gd name="connsiteY0" fmla="*/ 4713395 h 5062222"/>
                <a:gd name="connsiteX1" fmla="*/ 1520868 w 4836345"/>
                <a:gd name="connsiteY1" fmla="*/ 4724661 h 5062222"/>
                <a:gd name="connsiteX2" fmla="*/ 1482680 w 4836345"/>
                <a:gd name="connsiteY2" fmla="*/ 4713395 h 5062222"/>
                <a:gd name="connsiteX3" fmla="*/ 1385612 w 4836345"/>
                <a:gd name="connsiteY3" fmla="*/ 4674092 h 5062222"/>
                <a:gd name="connsiteX4" fmla="*/ 1479611 w 4836345"/>
                <a:gd name="connsiteY4" fmla="*/ 4712152 h 5062222"/>
                <a:gd name="connsiteX5" fmla="*/ 1385613 w 4836345"/>
                <a:gd name="connsiteY5" fmla="*/ 4674092 h 5062222"/>
                <a:gd name="connsiteX6" fmla="*/ 215759 w 4836345"/>
                <a:gd name="connsiteY6" fmla="*/ 3880630 h 5062222"/>
                <a:gd name="connsiteX7" fmla="*/ 192217 w 4836345"/>
                <a:gd name="connsiteY7" fmla="*/ 3889381 h 5062222"/>
                <a:gd name="connsiteX8" fmla="*/ 215759 w 4836345"/>
                <a:gd name="connsiteY8" fmla="*/ 3880630 h 5062222"/>
                <a:gd name="connsiteX9" fmla="*/ 749787 w 4836345"/>
                <a:gd name="connsiteY9" fmla="*/ 3875147 h 5062222"/>
                <a:gd name="connsiteX10" fmla="*/ 788829 w 4836345"/>
                <a:gd name="connsiteY10" fmla="*/ 4000058 h 5062222"/>
                <a:gd name="connsiteX11" fmla="*/ 752424 w 4836345"/>
                <a:gd name="connsiteY11" fmla="*/ 3912620 h 5062222"/>
                <a:gd name="connsiteX12" fmla="*/ 749787 w 4836345"/>
                <a:gd name="connsiteY12" fmla="*/ 3875147 h 5062222"/>
                <a:gd name="connsiteX13" fmla="*/ 950322 w 4836345"/>
                <a:gd name="connsiteY13" fmla="*/ 3837640 h 5062222"/>
                <a:gd name="connsiteX14" fmla="*/ 986935 w 4836345"/>
                <a:gd name="connsiteY14" fmla="*/ 3842029 h 5062222"/>
                <a:gd name="connsiteX15" fmla="*/ 971496 w 4836345"/>
                <a:gd name="connsiteY15" fmla="*/ 3862452 h 5062222"/>
                <a:gd name="connsiteX16" fmla="*/ 950322 w 4836345"/>
                <a:gd name="connsiteY16" fmla="*/ 3837640 h 5062222"/>
                <a:gd name="connsiteX17" fmla="*/ 9498 w 4836345"/>
                <a:gd name="connsiteY17" fmla="*/ 3713598 h 5062222"/>
                <a:gd name="connsiteX18" fmla="*/ 11626 w 4836345"/>
                <a:gd name="connsiteY18" fmla="*/ 3737070 h 5062222"/>
                <a:gd name="connsiteX19" fmla="*/ 9498 w 4836345"/>
                <a:gd name="connsiteY19" fmla="*/ 3713598 h 5062222"/>
                <a:gd name="connsiteX20" fmla="*/ 28505 w 4836345"/>
                <a:gd name="connsiteY20" fmla="*/ 3694542 h 5062222"/>
                <a:gd name="connsiteX21" fmla="*/ 40696 w 4836345"/>
                <a:gd name="connsiteY21" fmla="*/ 3704677 h 5062222"/>
                <a:gd name="connsiteX22" fmla="*/ 13709 w 4836345"/>
                <a:gd name="connsiteY22" fmla="*/ 3713059 h 5062222"/>
                <a:gd name="connsiteX23" fmla="*/ 28505 w 4836345"/>
                <a:gd name="connsiteY23" fmla="*/ 3694542 h 5062222"/>
                <a:gd name="connsiteX24" fmla="*/ 1143207 w 4836345"/>
                <a:gd name="connsiteY24" fmla="*/ 3657461 h 5062222"/>
                <a:gd name="connsiteX25" fmla="*/ 1145232 w 4836345"/>
                <a:gd name="connsiteY25" fmla="*/ 3681045 h 5062222"/>
                <a:gd name="connsiteX26" fmla="*/ 1143207 w 4836345"/>
                <a:gd name="connsiteY26" fmla="*/ 3657461 h 5062222"/>
                <a:gd name="connsiteX27" fmla="*/ 60634 w 4836345"/>
                <a:gd name="connsiteY27" fmla="*/ 3655985 h 5062222"/>
                <a:gd name="connsiteX28" fmla="*/ 73383 w 4836345"/>
                <a:gd name="connsiteY28" fmla="*/ 3663230 h 5062222"/>
                <a:gd name="connsiteX29" fmla="*/ 45695 w 4836345"/>
                <a:gd name="connsiteY29" fmla="*/ 3674564 h 5062222"/>
                <a:gd name="connsiteX30" fmla="*/ 60634 w 4836345"/>
                <a:gd name="connsiteY30" fmla="*/ 3655985 h 5062222"/>
                <a:gd name="connsiteX31" fmla="*/ 92770 w 4836345"/>
                <a:gd name="connsiteY31" fmla="*/ 3617422 h 5062222"/>
                <a:gd name="connsiteX32" fmla="*/ 105520 w 4836345"/>
                <a:gd name="connsiteY32" fmla="*/ 3624667 h 5062222"/>
                <a:gd name="connsiteX33" fmla="*/ 77832 w 4836345"/>
                <a:gd name="connsiteY33" fmla="*/ 3636000 h 5062222"/>
                <a:gd name="connsiteX34" fmla="*/ 92770 w 4836345"/>
                <a:gd name="connsiteY34" fmla="*/ 3617422 h 5062222"/>
                <a:gd name="connsiteX35" fmla="*/ 124907 w 4836345"/>
                <a:gd name="connsiteY35" fmla="*/ 3578858 h 5062222"/>
                <a:gd name="connsiteX36" fmla="*/ 137656 w 4836345"/>
                <a:gd name="connsiteY36" fmla="*/ 3586103 h 5062222"/>
                <a:gd name="connsiteX37" fmla="*/ 109968 w 4836345"/>
                <a:gd name="connsiteY37" fmla="*/ 3597437 h 5062222"/>
                <a:gd name="connsiteX38" fmla="*/ 124907 w 4836345"/>
                <a:gd name="connsiteY38" fmla="*/ 3578858 h 5062222"/>
                <a:gd name="connsiteX39" fmla="*/ 157043 w 4836345"/>
                <a:gd name="connsiteY39" fmla="*/ 3540295 h 5062222"/>
                <a:gd name="connsiteX40" fmla="*/ 169792 w 4836345"/>
                <a:gd name="connsiteY40" fmla="*/ 3547540 h 5062222"/>
                <a:gd name="connsiteX41" fmla="*/ 142104 w 4836345"/>
                <a:gd name="connsiteY41" fmla="*/ 3558873 h 5062222"/>
                <a:gd name="connsiteX42" fmla="*/ 157043 w 4836345"/>
                <a:gd name="connsiteY42" fmla="*/ 3540295 h 5062222"/>
                <a:gd name="connsiteX43" fmla="*/ 189179 w 4836345"/>
                <a:gd name="connsiteY43" fmla="*/ 3501731 h 5062222"/>
                <a:gd name="connsiteX44" fmla="*/ 201928 w 4836345"/>
                <a:gd name="connsiteY44" fmla="*/ 3508976 h 5062222"/>
                <a:gd name="connsiteX45" fmla="*/ 174241 w 4836345"/>
                <a:gd name="connsiteY45" fmla="*/ 3520310 h 5062222"/>
                <a:gd name="connsiteX46" fmla="*/ 189179 w 4836345"/>
                <a:gd name="connsiteY46" fmla="*/ 3501731 h 5062222"/>
                <a:gd name="connsiteX47" fmla="*/ 227743 w 4836345"/>
                <a:gd name="connsiteY47" fmla="*/ 3456740 h 5062222"/>
                <a:gd name="connsiteX48" fmla="*/ 240492 w 4836345"/>
                <a:gd name="connsiteY48" fmla="*/ 3463986 h 5062222"/>
                <a:gd name="connsiteX49" fmla="*/ 212804 w 4836345"/>
                <a:gd name="connsiteY49" fmla="*/ 3475319 h 5062222"/>
                <a:gd name="connsiteX50" fmla="*/ 227743 w 4836345"/>
                <a:gd name="connsiteY50" fmla="*/ 3456740 h 5062222"/>
                <a:gd name="connsiteX51" fmla="*/ 259879 w 4836345"/>
                <a:gd name="connsiteY51" fmla="*/ 3418177 h 5062222"/>
                <a:gd name="connsiteX52" fmla="*/ 272628 w 4836345"/>
                <a:gd name="connsiteY52" fmla="*/ 3425422 h 5062222"/>
                <a:gd name="connsiteX53" fmla="*/ 244940 w 4836345"/>
                <a:gd name="connsiteY53" fmla="*/ 3436755 h 5062222"/>
                <a:gd name="connsiteX54" fmla="*/ 259879 w 4836345"/>
                <a:gd name="connsiteY54" fmla="*/ 3418177 h 5062222"/>
                <a:gd name="connsiteX55" fmla="*/ 292015 w 4836345"/>
                <a:gd name="connsiteY55" fmla="*/ 3379613 h 5062222"/>
                <a:gd name="connsiteX56" fmla="*/ 304764 w 4836345"/>
                <a:gd name="connsiteY56" fmla="*/ 3386858 h 5062222"/>
                <a:gd name="connsiteX57" fmla="*/ 277077 w 4836345"/>
                <a:gd name="connsiteY57" fmla="*/ 3398192 h 5062222"/>
                <a:gd name="connsiteX58" fmla="*/ 292015 w 4836345"/>
                <a:gd name="connsiteY58" fmla="*/ 3379613 h 5062222"/>
                <a:gd name="connsiteX59" fmla="*/ 324152 w 4836345"/>
                <a:gd name="connsiteY59" fmla="*/ 3341050 h 5062222"/>
                <a:gd name="connsiteX60" fmla="*/ 336901 w 4836345"/>
                <a:gd name="connsiteY60" fmla="*/ 3348295 h 5062222"/>
                <a:gd name="connsiteX61" fmla="*/ 309213 w 4836345"/>
                <a:gd name="connsiteY61" fmla="*/ 3359628 h 5062222"/>
                <a:gd name="connsiteX62" fmla="*/ 324152 w 4836345"/>
                <a:gd name="connsiteY62" fmla="*/ 3341050 h 5062222"/>
                <a:gd name="connsiteX63" fmla="*/ 356288 w 4836345"/>
                <a:gd name="connsiteY63" fmla="*/ 3302486 h 5062222"/>
                <a:gd name="connsiteX64" fmla="*/ 369037 w 4836345"/>
                <a:gd name="connsiteY64" fmla="*/ 3309731 h 5062222"/>
                <a:gd name="connsiteX65" fmla="*/ 341349 w 4836345"/>
                <a:gd name="connsiteY65" fmla="*/ 3321065 h 5062222"/>
                <a:gd name="connsiteX66" fmla="*/ 356288 w 4836345"/>
                <a:gd name="connsiteY66" fmla="*/ 3302486 h 5062222"/>
                <a:gd name="connsiteX67" fmla="*/ 388424 w 4836345"/>
                <a:gd name="connsiteY67" fmla="*/ 3263923 h 5062222"/>
                <a:gd name="connsiteX68" fmla="*/ 401173 w 4836345"/>
                <a:gd name="connsiteY68" fmla="*/ 3271168 h 5062222"/>
                <a:gd name="connsiteX69" fmla="*/ 373486 w 4836345"/>
                <a:gd name="connsiteY69" fmla="*/ 3282501 h 5062222"/>
                <a:gd name="connsiteX70" fmla="*/ 388424 w 4836345"/>
                <a:gd name="connsiteY70" fmla="*/ 3263923 h 5062222"/>
                <a:gd name="connsiteX71" fmla="*/ 420560 w 4836345"/>
                <a:gd name="connsiteY71" fmla="*/ 3225359 h 5062222"/>
                <a:gd name="connsiteX72" fmla="*/ 433310 w 4836345"/>
                <a:gd name="connsiteY72" fmla="*/ 3232604 h 5062222"/>
                <a:gd name="connsiteX73" fmla="*/ 405622 w 4836345"/>
                <a:gd name="connsiteY73" fmla="*/ 3243937 h 5062222"/>
                <a:gd name="connsiteX74" fmla="*/ 420560 w 4836345"/>
                <a:gd name="connsiteY74" fmla="*/ 3225359 h 5062222"/>
                <a:gd name="connsiteX75" fmla="*/ 452697 w 4836345"/>
                <a:gd name="connsiteY75" fmla="*/ 3186796 h 5062222"/>
                <a:gd name="connsiteX76" fmla="*/ 465446 w 4836345"/>
                <a:gd name="connsiteY76" fmla="*/ 3194041 h 5062222"/>
                <a:gd name="connsiteX77" fmla="*/ 437758 w 4836345"/>
                <a:gd name="connsiteY77" fmla="*/ 3205374 h 5062222"/>
                <a:gd name="connsiteX78" fmla="*/ 452697 w 4836345"/>
                <a:gd name="connsiteY78" fmla="*/ 3186796 h 5062222"/>
                <a:gd name="connsiteX79" fmla="*/ 484833 w 4836345"/>
                <a:gd name="connsiteY79" fmla="*/ 3148232 h 5062222"/>
                <a:gd name="connsiteX80" fmla="*/ 497582 w 4836345"/>
                <a:gd name="connsiteY80" fmla="*/ 3155477 h 5062222"/>
                <a:gd name="connsiteX81" fmla="*/ 469894 w 4836345"/>
                <a:gd name="connsiteY81" fmla="*/ 3166810 h 5062222"/>
                <a:gd name="connsiteX82" fmla="*/ 484833 w 4836345"/>
                <a:gd name="connsiteY82" fmla="*/ 3148232 h 5062222"/>
                <a:gd name="connsiteX83" fmla="*/ 542669 w 4836345"/>
                <a:gd name="connsiteY83" fmla="*/ 3086681 h 5062222"/>
                <a:gd name="connsiteX84" fmla="*/ 557929 w 4836345"/>
                <a:gd name="connsiteY84" fmla="*/ 3087592 h 5062222"/>
                <a:gd name="connsiteX85" fmla="*/ 536464 w 4836345"/>
                <a:gd name="connsiteY85" fmla="*/ 3103888 h 5062222"/>
                <a:gd name="connsiteX86" fmla="*/ 558870 w 4836345"/>
                <a:gd name="connsiteY86" fmla="*/ 3089609 h 5062222"/>
                <a:gd name="connsiteX87" fmla="*/ 664239 w 4836345"/>
                <a:gd name="connsiteY87" fmla="*/ 3186681 h 5062222"/>
                <a:gd name="connsiteX88" fmla="*/ 959820 w 4836345"/>
                <a:gd name="connsiteY88" fmla="*/ 3475392 h 5062222"/>
                <a:gd name="connsiteX89" fmla="*/ 1142353 w 4836345"/>
                <a:gd name="connsiteY89" fmla="*/ 3655513 h 5062222"/>
                <a:gd name="connsiteX90" fmla="*/ 1143288 w 4836345"/>
                <a:gd name="connsiteY90" fmla="*/ 3681924 h 5062222"/>
                <a:gd name="connsiteX91" fmla="*/ 988923 w 4836345"/>
                <a:gd name="connsiteY91" fmla="*/ 3841136 h 5062222"/>
                <a:gd name="connsiteX92" fmla="*/ 949462 w 4836345"/>
                <a:gd name="connsiteY92" fmla="*/ 3835716 h 5062222"/>
                <a:gd name="connsiteX93" fmla="*/ 722852 w 4836345"/>
                <a:gd name="connsiteY93" fmla="*/ 3622243 h 5062222"/>
                <a:gd name="connsiteX94" fmla="*/ 734307 w 4836345"/>
                <a:gd name="connsiteY94" fmla="*/ 3762948 h 5062222"/>
                <a:gd name="connsiteX95" fmla="*/ 749495 w 4836345"/>
                <a:gd name="connsiteY95" fmla="*/ 3872420 h 5062222"/>
                <a:gd name="connsiteX96" fmla="*/ 752424 w 4836345"/>
                <a:gd name="connsiteY96" fmla="*/ 3912620 h 5062222"/>
                <a:gd name="connsiteX97" fmla="*/ 788446 w 4836345"/>
                <a:gd name="connsiteY97" fmla="*/ 4002544 h 5062222"/>
                <a:gd name="connsiteX98" fmla="*/ 792692 w 4836345"/>
                <a:gd name="connsiteY98" fmla="*/ 4017583 h 5062222"/>
                <a:gd name="connsiteX99" fmla="*/ 797247 w 4836345"/>
                <a:gd name="connsiteY99" fmla="*/ 4026631 h 5062222"/>
                <a:gd name="connsiteX100" fmla="*/ 801300 w 4836345"/>
                <a:gd name="connsiteY100" fmla="*/ 4034680 h 5062222"/>
                <a:gd name="connsiteX101" fmla="*/ 805546 w 4836345"/>
                <a:gd name="connsiteY101" fmla="*/ 4049719 h 5062222"/>
                <a:gd name="connsiteX102" fmla="*/ 810102 w 4836345"/>
                <a:gd name="connsiteY102" fmla="*/ 4058768 h 5062222"/>
                <a:gd name="connsiteX103" fmla="*/ 814155 w 4836345"/>
                <a:gd name="connsiteY103" fmla="*/ 4066816 h 5062222"/>
                <a:gd name="connsiteX104" fmla="*/ 935616 w 4836345"/>
                <a:gd name="connsiteY104" fmla="*/ 4278827 h 5062222"/>
                <a:gd name="connsiteX105" fmla="*/ 1213317 w 4836345"/>
                <a:gd name="connsiteY105" fmla="*/ 4561297 h 5062222"/>
                <a:gd name="connsiteX106" fmla="*/ 1223542 w 4836345"/>
                <a:gd name="connsiteY106" fmla="*/ 4567810 h 5062222"/>
                <a:gd name="connsiteX107" fmla="*/ 1233574 w 4836345"/>
                <a:gd name="connsiteY107" fmla="*/ 4574202 h 5062222"/>
                <a:gd name="connsiteX108" fmla="*/ 1233423 w 4836345"/>
                <a:gd name="connsiteY108" fmla="*/ 4576519 h 5062222"/>
                <a:gd name="connsiteX109" fmla="*/ 1252855 w 4836345"/>
                <a:gd name="connsiteY109" fmla="*/ 4587057 h 5062222"/>
                <a:gd name="connsiteX110" fmla="*/ 1252705 w 4836345"/>
                <a:gd name="connsiteY110" fmla="*/ 4589374 h 5062222"/>
                <a:gd name="connsiteX111" fmla="*/ 1272137 w 4836345"/>
                <a:gd name="connsiteY111" fmla="*/ 4599911 h 5062222"/>
                <a:gd name="connsiteX112" fmla="*/ 1271948 w 4836345"/>
                <a:gd name="connsiteY112" fmla="*/ 4602164 h 5062222"/>
                <a:gd name="connsiteX113" fmla="*/ 1292769 w 4836345"/>
                <a:gd name="connsiteY113" fmla="*/ 4623149 h 5062222"/>
                <a:gd name="connsiteX114" fmla="*/ 1272093 w 4836345"/>
                <a:gd name="connsiteY114" fmla="*/ 4601915 h 5062222"/>
                <a:gd name="connsiteX115" fmla="*/ 1389778 w 4836345"/>
                <a:gd name="connsiteY115" fmla="*/ 4658681 h 5062222"/>
                <a:gd name="connsiteX116" fmla="*/ 1669577 w 4836345"/>
                <a:gd name="connsiteY116" fmla="*/ 4748215 h 5062222"/>
                <a:gd name="connsiteX117" fmla="*/ 1699553 w 4836345"/>
                <a:gd name="connsiteY117" fmla="*/ 4755153 h 5062222"/>
                <a:gd name="connsiteX118" fmla="*/ 1693727 w 4836345"/>
                <a:gd name="connsiteY118" fmla="*/ 4761839 h 5062222"/>
                <a:gd name="connsiteX119" fmla="*/ 1686494 w 4836345"/>
                <a:gd name="connsiteY119" fmla="*/ 4765073 h 5062222"/>
                <a:gd name="connsiteX120" fmla="*/ 1686495 w 4836345"/>
                <a:gd name="connsiteY120" fmla="*/ 4765073 h 5062222"/>
                <a:gd name="connsiteX121" fmla="*/ 1702179 w 4836345"/>
                <a:gd name="connsiteY121" fmla="*/ 4755612 h 5062222"/>
                <a:gd name="connsiteX122" fmla="*/ 1727127 w 4836345"/>
                <a:gd name="connsiteY122" fmla="*/ 4760343 h 5062222"/>
                <a:gd name="connsiteX123" fmla="*/ 1742942 w 4836345"/>
                <a:gd name="connsiteY123" fmla="*/ 4761681 h 5062222"/>
                <a:gd name="connsiteX124" fmla="*/ 1747170 w 4836345"/>
                <a:gd name="connsiteY124" fmla="*/ 4762039 h 5062222"/>
                <a:gd name="connsiteX125" fmla="*/ 1791169 w 4836345"/>
                <a:gd name="connsiteY125" fmla="*/ 4766634 h 5062222"/>
                <a:gd name="connsiteX126" fmla="*/ 1807395 w 4836345"/>
                <a:gd name="connsiteY126" fmla="*/ 4768100 h 5062222"/>
                <a:gd name="connsiteX127" fmla="*/ 1811442 w 4836345"/>
                <a:gd name="connsiteY127" fmla="*/ 4768465 h 5062222"/>
                <a:gd name="connsiteX128" fmla="*/ 1867145 w 4836345"/>
                <a:gd name="connsiteY128" fmla="*/ 4769145 h 5062222"/>
                <a:gd name="connsiteX129" fmla="*/ 1874652 w 4836345"/>
                <a:gd name="connsiteY129" fmla="*/ 4773704 h 5062222"/>
                <a:gd name="connsiteX130" fmla="*/ 1873975 w 4836345"/>
                <a:gd name="connsiteY130" fmla="*/ 5054355 h 5062222"/>
                <a:gd name="connsiteX131" fmla="*/ 1869414 w 4836345"/>
                <a:gd name="connsiteY131" fmla="*/ 5061978 h 5062222"/>
                <a:gd name="connsiteX132" fmla="*/ 1491845 w 4836345"/>
                <a:gd name="connsiteY132" fmla="*/ 5009439 h 5062222"/>
                <a:gd name="connsiteX133" fmla="*/ 1486665 w 4836345"/>
                <a:gd name="connsiteY133" fmla="*/ 5007474 h 5062222"/>
                <a:gd name="connsiteX134" fmla="*/ 1472699 w 4836345"/>
                <a:gd name="connsiteY134" fmla="*/ 5002177 h 5062222"/>
                <a:gd name="connsiteX135" fmla="*/ 1446862 w 4836345"/>
                <a:gd name="connsiteY135" fmla="*/ 4996588 h 5062222"/>
                <a:gd name="connsiteX136" fmla="*/ 1432272 w 4836345"/>
                <a:gd name="connsiteY136" fmla="*/ 4991486 h 5062222"/>
                <a:gd name="connsiteX137" fmla="*/ 1369913 w 4836345"/>
                <a:gd name="connsiteY137" fmla="*/ 4969680 h 5062222"/>
                <a:gd name="connsiteX138" fmla="*/ 1356494 w 4836345"/>
                <a:gd name="connsiteY138" fmla="*/ 4964094 h 5062222"/>
                <a:gd name="connsiteX139" fmla="*/ 1351795 w 4836345"/>
                <a:gd name="connsiteY139" fmla="*/ 4962412 h 5062222"/>
                <a:gd name="connsiteX140" fmla="*/ 1318483 w 4836345"/>
                <a:gd name="connsiteY140" fmla="*/ 4950495 h 5062222"/>
                <a:gd name="connsiteX141" fmla="*/ 1292240 w 4836345"/>
                <a:gd name="connsiteY141" fmla="*/ 4938510 h 5062222"/>
                <a:gd name="connsiteX142" fmla="*/ 1288128 w 4836345"/>
                <a:gd name="connsiteY142" fmla="*/ 4936971 h 5062222"/>
                <a:gd name="connsiteX143" fmla="*/ 1273454 w 4836345"/>
                <a:gd name="connsiteY143" fmla="*/ 4931478 h 5062222"/>
                <a:gd name="connsiteX144" fmla="*/ 1110198 w 4836345"/>
                <a:gd name="connsiteY144" fmla="*/ 4846166 h 5062222"/>
                <a:gd name="connsiteX145" fmla="*/ 800128 w 4836345"/>
                <a:gd name="connsiteY145" fmla="*/ 4586048 h 5062222"/>
                <a:gd name="connsiteX146" fmla="*/ 621682 w 4836345"/>
                <a:gd name="connsiteY146" fmla="*/ 4338893 h 5062222"/>
                <a:gd name="connsiteX147" fmla="*/ 559325 w 4836345"/>
                <a:gd name="connsiteY147" fmla="*/ 4216327 h 5062222"/>
                <a:gd name="connsiteX148" fmla="*/ 556630 w 4836345"/>
                <a:gd name="connsiteY148" fmla="*/ 4210348 h 5062222"/>
                <a:gd name="connsiteX149" fmla="*/ 552778 w 4836345"/>
                <a:gd name="connsiteY149" fmla="*/ 4201803 h 5062222"/>
                <a:gd name="connsiteX150" fmla="*/ 540176 w 4836345"/>
                <a:gd name="connsiteY150" fmla="*/ 4170967 h 5062222"/>
                <a:gd name="connsiteX151" fmla="*/ 535962 w 4836345"/>
                <a:gd name="connsiteY151" fmla="*/ 4160216 h 5062222"/>
                <a:gd name="connsiteX152" fmla="*/ 527069 w 4836345"/>
                <a:gd name="connsiteY152" fmla="*/ 4137531 h 5062222"/>
                <a:gd name="connsiteX153" fmla="*/ 520941 w 4836345"/>
                <a:gd name="connsiteY153" fmla="*/ 4119323 h 5062222"/>
                <a:gd name="connsiteX154" fmla="*/ 519256 w 4836345"/>
                <a:gd name="connsiteY154" fmla="*/ 4112935 h 5062222"/>
                <a:gd name="connsiteX155" fmla="*/ 468783 w 4836345"/>
                <a:gd name="connsiteY155" fmla="*/ 3953713 h 5062222"/>
                <a:gd name="connsiteX156" fmla="*/ 489667 w 4836345"/>
                <a:gd name="connsiteY156" fmla="*/ 4000800 h 5062222"/>
                <a:gd name="connsiteX157" fmla="*/ 469223 w 4836345"/>
                <a:gd name="connsiteY157" fmla="*/ 3951143 h 5062222"/>
                <a:gd name="connsiteX158" fmla="*/ 464698 w 4836345"/>
                <a:gd name="connsiteY158" fmla="*/ 3934918 h 5062222"/>
                <a:gd name="connsiteX159" fmla="*/ 463745 w 4836345"/>
                <a:gd name="connsiteY159" fmla="*/ 3926951 h 5062222"/>
                <a:gd name="connsiteX160" fmla="*/ 462796 w 4836345"/>
                <a:gd name="connsiteY160" fmla="*/ 3919005 h 5062222"/>
                <a:gd name="connsiteX161" fmla="*/ 458271 w 4836345"/>
                <a:gd name="connsiteY161" fmla="*/ 3902782 h 5062222"/>
                <a:gd name="connsiteX162" fmla="*/ 457318 w 4836345"/>
                <a:gd name="connsiteY162" fmla="*/ 3894815 h 5062222"/>
                <a:gd name="connsiteX163" fmla="*/ 456369 w 4836345"/>
                <a:gd name="connsiteY163" fmla="*/ 3886869 h 5062222"/>
                <a:gd name="connsiteX164" fmla="*/ 451301 w 4836345"/>
                <a:gd name="connsiteY164" fmla="*/ 3863151 h 5062222"/>
                <a:gd name="connsiteX165" fmla="*/ 459208 w 4836345"/>
                <a:gd name="connsiteY165" fmla="*/ 3854448 h 5062222"/>
                <a:gd name="connsiteX166" fmla="*/ 459207 w 4836345"/>
                <a:gd name="connsiteY166" fmla="*/ 3854447 h 5062222"/>
                <a:gd name="connsiteX167" fmla="*/ 451744 w 4836345"/>
                <a:gd name="connsiteY167" fmla="*/ 3860860 h 5062222"/>
                <a:gd name="connsiteX168" fmla="*/ 449508 w 4836345"/>
                <a:gd name="connsiteY168" fmla="*/ 3850430 h 5062222"/>
                <a:gd name="connsiteX169" fmla="*/ 459204 w 4836345"/>
                <a:gd name="connsiteY169" fmla="*/ 3854445 h 5062222"/>
                <a:gd name="connsiteX170" fmla="*/ 449942 w 4836345"/>
                <a:gd name="connsiteY170" fmla="*/ 3848305 h 5062222"/>
                <a:gd name="connsiteX171" fmla="*/ 444871 w 4836345"/>
                <a:gd name="connsiteY171" fmla="*/ 3811971 h 5062222"/>
                <a:gd name="connsiteX172" fmla="*/ 452781 w 4836345"/>
                <a:gd name="connsiteY172" fmla="*/ 3803030 h 5062222"/>
                <a:gd name="connsiteX173" fmla="*/ 452780 w 4836345"/>
                <a:gd name="connsiteY173" fmla="*/ 3803029 h 5062222"/>
                <a:gd name="connsiteX174" fmla="*/ 445317 w 4836345"/>
                <a:gd name="connsiteY174" fmla="*/ 3809442 h 5062222"/>
                <a:gd name="connsiteX175" fmla="*/ 443081 w 4836345"/>
                <a:gd name="connsiteY175" fmla="*/ 3799011 h 5062222"/>
                <a:gd name="connsiteX176" fmla="*/ 452777 w 4836345"/>
                <a:gd name="connsiteY176" fmla="*/ 3803027 h 5062222"/>
                <a:gd name="connsiteX177" fmla="*/ 443514 w 4836345"/>
                <a:gd name="connsiteY177" fmla="*/ 3796887 h 5062222"/>
                <a:gd name="connsiteX178" fmla="*/ 438443 w 4836345"/>
                <a:gd name="connsiteY178" fmla="*/ 3741497 h 5062222"/>
                <a:gd name="connsiteX179" fmla="*/ 446353 w 4836345"/>
                <a:gd name="connsiteY179" fmla="*/ 3732330 h 5062222"/>
                <a:gd name="connsiteX180" fmla="*/ 446352 w 4836345"/>
                <a:gd name="connsiteY180" fmla="*/ 3732329 h 5062222"/>
                <a:gd name="connsiteX181" fmla="*/ 438889 w 4836345"/>
                <a:gd name="connsiteY181" fmla="*/ 3738742 h 5062222"/>
                <a:gd name="connsiteX182" fmla="*/ 436654 w 4836345"/>
                <a:gd name="connsiteY182" fmla="*/ 3728312 h 5062222"/>
                <a:gd name="connsiteX183" fmla="*/ 446349 w 4836345"/>
                <a:gd name="connsiteY183" fmla="*/ 3732327 h 5062222"/>
                <a:gd name="connsiteX184" fmla="*/ 437087 w 4836345"/>
                <a:gd name="connsiteY184" fmla="*/ 3726187 h 5062222"/>
                <a:gd name="connsiteX185" fmla="*/ 432015 w 4836345"/>
                <a:gd name="connsiteY185" fmla="*/ 3658041 h 5062222"/>
                <a:gd name="connsiteX186" fmla="*/ 439926 w 4836345"/>
                <a:gd name="connsiteY186" fmla="*/ 3648776 h 5062222"/>
                <a:gd name="connsiteX187" fmla="*/ 439925 w 4836345"/>
                <a:gd name="connsiteY187" fmla="*/ 3648775 h 5062222"/>
                <a:gd name="connsiteX188" fmla="*/ 432462 w 4836345"/>
                <a:gd name="connsiteY188" fmla="*/ 3655188 h 5062222"/>
                <a:gd name="connsiteX189" fmla="*/ 430227 w 4836345"/>
                <a:gd name="connsiteY189" fmla="*/ 3644757 h 5062222"/>
                <a:gd name="connsiteX190" fmla="*/ 439922 w 4836345"/>
                <a:gd name="connsiteY190" fmla="*/ 3648773 h 5062222"/>
                <a:gd name="connsiteX191" fmla="*/ 430660 w 4836345"/>
                <a:gd name="connsiteY191" fmla="*/ 3642633 h 5062222"/>
                <a:gd name="connsiteX192" fmla="*/ 407816 w 4836345"/>
                <a:gd name="connsiteY192" fmla="*/ 3655356 h 5062222"/>
                <a:gd name="connsiteX193" fmla="*/ 217766 w 4836345"/>
                <a:gd name="connsiteY193" fmla="*/ 3879713 h 5062222"/>
                <a:gd name="connsiteX194" fmla="*/ 191477 w 4836345"/>
                <a:gd name="connsiteY194" fmla="*/ 3887561 h 5062222"/>
                <a:gd name="connsiteX195" fmla="*/ 122679 w 4836345"/>
                <a:gd name="connsiteY195" fmla="*/ 3833680 h 5062222"/>
                <a:gd name="connsiteX196" fmla="*/ 12525 w 4836345"/>
                <a:gd name="connsiteY196" fmla="*/ 3739061 h 5062222"/>
                <a:gd name="connsiteX197" fmla="*/ 11443 w 4836345"/>
                <a:gd name="connsiteY197" fmla="*/ 3712749 h 5062222"/>
                <a:gd name="connsiteX198" fmla="*/ 13962 w 4836345"/>
                <a:gd name="connsiteY198" fmla="*/ 3713212 h 5062222"/>
                <a:gd name="connsiteX199" fmla="*/ 40697 w 4836345"/>
                <a:gd name="connsiteY199" fmla="*/ 3704677 h 5062222"/>
                <a:gd name="connsiteX200" fmla="*/ 30335 w 4836345"/>
                <a:gd name="connsiteY200" fmla="*/ 3693798 h 5062222"/>
                <a:gd name="connsiteX201" fmla="*/ 43790 w 4836345"/>
                <a:gd name="connsiteY201" fmla="*/ 3675381 h 5062222"/>
                <a:gd name="connsiteX202" fmla="*/ 73383 w 4836345"/>
                <a:gd name="connsiteY202" fmla="*/ 3663230 h 5062222"/>
                <a:gd name="connsiteX203" fmla="*/ 62471 w 4836345"/>
                <a:gd name="connsiteY203" fmla="*/ 3655234 h 5062222"/>
                <a:gd name="connsiteX204" fmla="*/ 75927 w 4836345"/>
                <a:gd name="connsiteY204" fmla="*/ 3636818 h 5062222"/>
                <a:gd name="connsiteX205" fmla="*/ 105520 w 4836345"/>
                <a:gd name="connsiteY205" fmla="*/ 3624667 h 5062222"/>
                <a:gd name="connsiteX206" fmla="*/ 94608 w 4836345"/>
                <a:gd name="connsiteY206" fmla="*/ 3616671 h 5062222"/>
                <a:gd name="connsiteX207" fmla="*/ 108063 w 4836345"/>
                <a:gd name="connsiteY207" fmla="*/ 3598254 h 5062222"/>
                <a:gd name="connsiteX208" fmla="*/ 137656 w 4836345"/>
                <a:gd name="connsiteY208" fmla="*/ 3586103 h 5062222"/>
                <a:gd name="connsiteX209" fmla="*/ 126744 w 4836345"/>
                <a:gd name="connsiteY209" fmla="*/ 3578107 h 5062222"/>
                <a:gd name="connsiteX210" fmla="*/ 140199 w 4836345"/>
                <a:gd name="connsiteY210" fmla="*/ 3559691 h 5062222"/>
                <a:gd name="connsiteX211" fmla="*/ 169792 w 4836345"/>
                <a:gd name="connsiteY211" fmla="*/ 3547540 h 5062222"/>
                <a:gd name="connsiteX212" fmla="*/ 158880 w 4836345"/>
                <a:gd name="connsiteY212" fmla="*/ 3539544 h 5062222"/>
                <a:gd name="connsiteX213" fmla="*/ 172336 w 4836345"/>
                <a:gd name="connsiteY213" fmla="*/ 3521127 h 5062222"/>
                <a:gd name="connsiteX214" fmla="*/ 201928 w 4836345"/>
                <a:gd name="connsiteY214" fmla="*/ 3508976 h 5062222"/>
                <a:gd name="connsiteX215" fmla="*/ 191016 w 4836345"/>
                <a:gd name="connsiteY215" fmla="*/ 3500980 h 5062222"/>
                <a:gd name="connsiteX216" fmla="*/ 210866 w 4836345"/>
                <a:gd name="connsiteY216" fmla="*/ 3476165 h 5062222"/>
                <a:gd name="connsiteX217" fmla="*/ 240492 w 4836345"/>
                <a:gd name="connsiteY217" fmla="*/ 3463986 h 5062222"/>
                <a:gd name="connsiteX218" fmla="*/ 229580 w 4836345"/>
                <a:gd name="connsiteY218" fmla="*/ 3455989 h 5062222"/>
                <a:gd name="connsiteX219" fmla="*/ 243035 w 4836345"/>
                <a:gd name="connsiteY219" fmla="*/ 3437573 h 5062222"/>
                <a:gd name="connsiteX220" fmla="*/ 272628 w 4836345"/>
                <a:gd name="connsiteY220" fmla="*/ 3425422 h 5062222"/>
                <a:gd name="connsiteX221" fmla="*/ 261716 w 4836345"/>
                <a:gd name="connsiteY221" fmla="*/ 3417426 h 5062222"/>
                <a:gd name="connsiteX222" fmla="*/ 275172 w 4836345"/>
                <a:gd name="connsiteY222" fmla="*/ 3399010 h 5062222"/>
                <a:gd name="connsiteX223" fmla="*/ 304764 w 4836345"/>
                <a:gd name="connsiteY223" fmla="*/ 3386858 h 5062222"/>
                <a:gd name="connsiteX224" fmla="*/ 293852 w 4836345"/>
                <a:gd name="connsiteY224" fmla="*/ 3378862 h 5062222"/>
                <a:gd name="connsiteX225" fmla="*/ 307308 w 4836345"/>
                <a:gd name="connsiteY225" fmla="*/ 3360446 h 5062222"/>
                <a:gd name="connsiteX226" fmla="*/ 336901 w 4836345"/>
                <a:gd name="connsiteY226" fmla="*/ 3348295 h 5062222"/>
                <a:gd name="connsiteX227" fmla="*/ 325990 w 4836345"/>
                <a:gd name="connsiteY227" fmla="*/ 3340299 h 5062222"/>
                <a:gd name="connsiteX228" fmla="*/ 339444 w 4836345"/>
                <a:gd name="connsiteY228" fmla="*/ 3321882 h 5062222"/>
                <a:gd name="connsiteX229" fmla="*/ 369037 w 4836345"/>
                <a:gd name="connsiteY229" fmla="*/ 3309731 h 5062222"/>
                <a:gd name="connsiteX230" fmla="*/ 358125 w 4836345"/>
                <a:gd name="connsiteY230" fmla="*/ 3301735 h 5062222"/>
                <a:gd name="connsiteX231" fmla="*/ 371581 w 4836345"/>
                <a:gd name="connsiteY231" fmla="*/ 3283319 h 5062222"/>
                <a:gd name="connsiteX232" fmla="*/ 401173 w 4836345"/>
                <a:gd name="connsiteY232" fmla="*/ 3271168 h 5062222"/>
                <a:gd name="connsiteX233" fmla="*/ 390261 w 4836345"/>
                <a:gd name="connsiteY233" fmla="*/ 3263172 h 5062222"/>
                <a:gd name="connsiteX234" fmla="*/ 403717 w 4836345"/>
                <a:gd name="connsiteY234" fmla="*/ 3244755 h 5062222"/>
                <a:gd name="connsiteX235" fmla="*/ 433310 w 4836345"/>
                <a:gd name="connsiteY235" fmla="*/ 3232604 h 5062222"/>
                <a:gd name="connsiteX236" fmla="*/ 422397 w 4836345"/>
                <a:gd name="connsiteY236" fmla="*/ 3224608 h 5062222"/>
                <a:gd name="connsiteX237" fmla="*/ 435853 w 4836345"/>
                <a:gd name="connsiteY237" fmla="*/ 3206192 h 5062222"/>
                <a:gd name="connsiteX238" fmla="*/ 465446 w 4836345"/>
                <a:gd name="connsiteY238" fmla="*/ 3194041 h 5062222"/>
                <a:gd name="connsiteX239" fmla="*/ 454534 w 4836345"/>
                <a:gd name="connsiteY239" fmla="*/ 3186045 h 5062222"/>
                <a:gd name="connsiteX240" fmla="*/ 467990 w 4836345"/>
                <a:gd name="connsiteY240" fmla="*/ 3167628 h 5062222"/>
                <a:gd name="connsiteX241" fmla="*/ 497582 w 4836345"/>
                <a:gd name="connsiteY241" fmla="*/ 3155477 h 5062222"/>
                <a:gd name="connsiteX242" fmla="*/ 486670 w 4836345"/>
                <a:gd name="connsiteY242" fmla="*/ 3147481 h 5062222"/>
                <a:gd name="connsiteX243" fmla="*/ 506512 w 4836345"/>
                <a:gd name="connsiteY243" fmla="*/ 3122666 h 5062222"/>
                <a:gd name="connsiteX244" fmla="*/ 508902 w 4836345"/>
                <a:gd name="connsiteY244" fmla="*/ 3121167 h 5062222"/>
                <a:gd name="connsiteX245" fmla="*/ 530416 w 4836345"/>
                <a:gd name="connsiteY245" fmla="*/ 3090054 h 5062222"/>
                <a:gd name="connsiteX246" fmla="*/ 542669 w 4836345"/>
                <a:gd name="connsiteY246" fmla="*/ 3086681 h 5062222"/>
                <a:gd name="connsiteX247" fmla="*/ 1948290 w 4836345"/>
                <a:gd name="connsiteY247" fmla="*/ 2044304 h 5062222"/>
                <a:gd name="connsiteX248" fmla="*/ 2387192 w 4836345"/>
                <a:gd name="connsiteY248" fmla="*/ 2044304 h 5062222"/>
                <a:gd name="connsiteX249" fmla="*/ 2387192 w 4836345"/>
                <a:gd name="connsiteY249" fmla="*/ 2483206 h 5062222"/>
                <a:gd name="connsiteX250" fmla="*/ 1948290 w 4836345"/>
                <a:gd name="connsiteY250" fmla="*/ 2483206 h 5062222"/>
                <a:gd name="connsiteX251" fmla="*/ 2969528 w 4836345"/>
                <a:gd name="connsiteY251" fmla="*/ 0 h 5062222"/>
                <a:gd name="connsiteX252" fmla="*/ 3982304 w 4836345"/>
                <a:gd name="connsiteY252" fmla="*/ 417954 h 5062222"/>
                <a:gd name="connsiteX253" fmla="*/ 4411427 w 4836345"/>
                <a:gd name="connsiteY253" fmla="*/ 1430971 h 5062222"/>
                <a:gd name="connsiteX254" fmla="*/ 4470594 w 4836345"/>
                <a:gd name="connsiteY254" fmla="*/ 1364869 h 5062222"/>
                <a:gd name="connsiteX255" fmla="*/ 4614934 w 4836345"/>
                <a:gd name="connsiteY255" fmla="*/ 1188880 h 5062222"/>
                <a:gd name="connsiteX256" fmla="*/ 4668560 w 4836345"/>
                <a:gd name="connsiteY256" fmla="*/ 1186730 h 5062222"/>
                <a:gd name="connsiteX257" fmla="*/ 4819029 w 4836345"/>
                <a:gd name="connsiteY257" fmla="*/ 1312564 h 5062222"/>
                <a:gd name="connsiteX258" fmla="*/ 4824242 w 4836345"/>
                <a:gd name="connsiteY258" fmla="*/ 1360992 h 5062222"/>
                <a:gd name="connsiteX259" fmla="*/ 4644056 w 4836345"/>
                <a:gd name="connsiteY259" fmla="*/ 1577164 h 5062222"/>
                <a:gd name="connsiteX260" fmla="*/ 4496651 w 4836345"/>
                <a:gd name="connsiteY260" fmla="*/ 1751341 h 5062222"/>
                <a:gd name="connsiteX261" fmla="*/ 4317400 w 4836345"/>
                <a:gd name="connsiteY261" fmla="*/ 1968307 h 5062222"/>
                <a:gd name="connsiteX262" fmla="*/ 4276520 w 4836345"/>
                <a:gd name="connsiteY262" fmla="*/ 1972361 h 5062222"/>
                <a:gd name="connsiteX263" fmla="*/ 4081239 w 4836345"/>
                <a:gd name="connsiteY263" fmla="*/ 1782801 h 5062222"/>
                <a:gd name="connsiteX264" fmla="*/ 3794562 w 4836345"/>
                <a:gd name="connsiteY264" fmla="*/ 1502878 h 5062222"/>
                <a:gd name="connsiteX265" fmla="*/ 3699703 w 4836345"/>
                <a:gd name="connsiteY265" fmla="*/ 1412842 h 5062222"/>
                <a:gd name="connsiteX266" fmla="*/ 3697135 w 4836345"/>
                <a:gd name="connsiteY266" fmla="*/ 1382483 h 5062222"/>
                <a:gd name="connsiteX267" fmla="*/ 3885592 w 4836345"/>
                <a:gd name="connsiteY267" fmla="*/ 1215909 h 5062222"/>
                <a:gd name="connsiteX268" fmla="*/ 4106365 w 4836345"/>
                <a:gd name="connsiteY268" fmla="*/ 1434416 h 5062222"/>
                <a:gd name="connsiteX269" fmla="*/ 4106203 w 4836345"/>
                <a:gd name="connsiteY269" fmla="*/ 1313292 h 5062222"/>
                <a:gd name="connsiteX270" fmla="*/ 4042396 w 4836345"/>
                <a:gd name="connsiteY270" fmla="*/ 1042527 h 5062222"/>
                <a:gd name="connsiteX271" fmla="*/ 3880380 w 4836345"/>
                <a:gd name="connsiteY271" fmla="*/ 749186 h 5062222"/>
                <a:gd name="connsiteX272" fmla="*/ 3542679 w 4836345"/>
                <a:gd name="connsiteY272" fmla="*/ 452368 h 5062222"/>
                <a:gd name="connsiteX273" fmla="*/ 3213554 w 4836345"/>
                <a:gd name="connsiteY273" fmla="*/ 324415 h 5062222"/>
                <a:gd name="connsiteX274" fmla="*/ 3025861 w 4836345"/>
                <a:gd name="connsiteY274" fmla="*/ 300475 h 5062222"/>
                <a:gd name="connsiteX275" fmla="*/ 2969528 w 4836345"/>
                <a:gd name="connsiteY275" fmla="*/ 294132 h 5062222"/>
                <a:gd name="connsiteX276" fmla="*/ 2969528 w 4836345"/>
                <a:gd name="connsiteY276" fmla="*/ 0 h 506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4836345" h="5062222">
                  <a:moveTo>
                    <a:pt x="1482679" y="4713395"/>
                  </a:moveTo>
                  <a:lnTo>
                    <a:pt x="1520868" y="4724661"/>
                  </a:lnTo>
                  <a:lnTo>
                    <a:pt x="1482680" y="4713395"/>
                  </a:lnTo>
                  <a:close/>
                  <a:moveTo>
                    <a:pt x="1385612" y="4674092"/>
                  </a:moveTo>
                  <a:lnTo>
                    <a:pt x="1479611" y="4712152"/>
                  </a:lnTo>
                  <a:lnTo>
                    <a:pt x="1385613" y="4674092"/>
                  </a:lnTo>
                  <a:close/>
                  <a:moveTo>
                    <a:pt x="215759" y="3880630"/>
                  </a:moveTo>
                  <a:cubicBezTo>
                    <a:pt x="210415" y="3885677"/>
                    <a:pt x="209521" y="3907304"/>
                    <a:pt x="192217" y="3889381"/>
                  </a:cubicBezTo>
                  <a:cubicBezTo>
                    <a:pt x="198748" y="3885225"/>
                    <a:pt x="206020" y="3882890"/>
                    <a:pt x="215759" y="3880630"/>
                  </a:cubicBezTo>
                  <a:close/>
                  <a:moveTo>
                    <a:pt x="749787" y="3875147"/>
                  </a:moveTo>
                  <a:cubicBezTo>
                    <a:pt x="764169" y="3914990"/>
                    <a:pt x="776691" y="3956280"/>
                    <a:pt x="788829" y="4000058"/>
                  </a:cubicBezTo>
                  <a:cubicBezTo>
                    <a:pt x="776297" y="3972620"/>
                    <a:pt x="763339" y="3942987"/>
                    <a:pt x="752424" y="3912620"/>
                  </a:cubicBezTo>
                  <a:cubicBezTo>
                    <a:pt x="748430" y="3901508"/>
                    <a:pt x="749284" y="3888654"/>
                    <a:pt x="749787" y="3875147"/>
                  </a:cubicBezTo>
                  <a:close/>
                  <a:moveTo>
                    <a:pt x="950322" y="3837640"/>
                  </a:moveTo>
                  <a:cubicBezTo>
                    <a:pt x="961099" y="3837782"/>
                    <a:pt x="972736" y="3839848"/>
                    <a:pt x="986935" y="3842029"/>
                  </a:cubicBezTo>
                  <a:cubicBezTo>
                    <a:pt x="984050" y="3848289"/>
                    <a:pt x="978602" y="3854435"/>
                    <a:pt x="971496" y="3862452"/>
                  </a:cubicBezTo>
                  <a:cubicBezTo>
                    <a:pt x="963927" y="3853925"/>
                    <a:pt x="957555" y="3846744"/>
                    <a:pt x="950322" y="3837640"/>
                  </a:cubicBezTo>
                  <a:close/>
                  <a:moveTo>
                    <a:pt x="9498" y="3713598"/>
                  </a:moveTo>
                  <a:cubicBezTo>
                    <a:pt x="11530" y="3719955"/>
                    <a:pt x="11618" y="3727162"/>
                    <a:pt x="11626" y="3737070"/>
                  </a:cubicBezTo>
                  <a:cubicBezTo>
                    <a:pt x="-772" y="3733063"/>
                    <a:pt x="-5815" y="3725206"/>
                    <a:pt x="9498" y="3713598"/>
                  </a:cubicBezTo>
                  <a:close/>
                  <a:moveTo>
                    <a:pt x="28505" y="3694542"/>
                  </a:moveTo>
                  <a:cubicBezTo>
                    <a:pt x="33788" y="3697423"/>
                    <a:pt x="37243" y="3701050"/>
                    <a:pt x="40696" y="3704677"/>
                  </a:cubicBezTo>
                  <a:cubicBezTo>
                    <a:pt x="32524" y="3707507"/>
                    <a:pt x="24352" y="3710338"/>
                    <a:pt x="13709" y="3713059"/>
                  </a:cubicBezTo>
                  <a:cubicBezTo>
                    <a:pt x="16384" y="3707063"/>
                    <a:pt x="21530" y="3701174"/>
                    <a:pt x="28505" y="3694542"/>
                  </a:cubicBezTo>
                  <a:close/>
                  <a:moveTo>
                    <a:pt x="1143207" y="3657461"/>
                  </a:moveTo>
                  <a:cubicBezTo>
                    <a:pt x="1155761" y="3661507"/>
                    <a:pt x="1160551" y="3669445"/>
                    <a:pt x="1145232" y="3681045"/>
                  </a:cubicBezTo>
                  <a:cubicBezTo>
                    <a:pt x="1143233" y="3674676"/>
                    <a:pt x="1143181" y="3667427"/>
                    <a:pt x="1143207" y="3657461"/>
                  </a:cubicBezTo>
                  <a:close/>
                  <a:moveTo>
                    <a:pt x="60634" y="3655985"/>
                  </a:moveTo>
                  <a:cubicBezTo>
                    <a:pt x="66108" y="3657899"/>
                    <a:pt x="69745" y="3660564"/>
                    <a:pt x="73383" y="3663230"/>
                  </a:cubicBezTo>
                  <a:cubicBezTo>
                    <a:pt x="64980" y="3667032"/>
                    <a:pt x="56577" y="3670835"/>
                    <a:pt x="45695" y="3674564"/>
                  </a:cubicBezTo>
                  <a:cubicBezTo>
                    <a:pt x="48411" y="3668573"/>
                    <a:pt x="53603" y="3662655"/>
                    <a:pt x="60634" y="3655985"/>
                  </a:cubicBezTo>
                  <a:close/>
                  <a:moveTo>
                    <a:pt x="92770" y="3617422"/>
                  </a:moveTo>
                  <a:cubicBezTo>
                    <a:pt x="98244" y="3619336"/>
                    <a:pt x="101882" y="3622002"/>
                    <a:pt x="105520" y="3624667"/>
                  </a:cubicBezTo>
                  <a:cubicBezTo>
                    <a:pt x="97115" y="3628469"/>
                    <a:pt x="88712" y="3632270"/>
                    <a:pt x="77832" y="3636000"/>
                  </a:cubicBezTo>
                  <a:cubicBezTo>
                    <a:pt x="80546" y="3630009"/>
                    <a:pt x="85740" y="3624092"/>
                    <a:pt x="92770" y="3617422"/>
                  </a:cubicBezTo>
                  <a:close/>
                  <a:moveTo>
                    <a:pt x="124907" y="3578858"/>
                  </a:moveTo>
                  <a:cubicBezTo>
                    <a:pt x="130380" y="3580772"/>
                    <a:pt x="134018" y="3583437"/>
                    <a:pt x="137656" y="3586103"/>
                  </a:cubicBezTo>
                  <a:cubicBezTo>
                    <a:pt x="129253" y="3589905"/>
                    <a:pt x="120849" y="3593707"/>
                    <a:pt x="109968" y="3597437"/>
                  </a:cubicBezTo>
                  <a:cubicBezTo>
                    <a:pt x="112684" y="3591446"/>
                    <a:pt x="117876" y="3585528"/>
                    <a:pt x="124907" y="3578858"/>
                  </a:cubicBezTo>
                  <a:close/>
                  <a:moveTo>
                    <a:pt x="157043" y="3540295"/>
                  </a:moveTo>
                  <a:cubicBezTo>
                    <a:pt x="162517" y="3542209"/>
                    <a:pt x="166154" y="3544875"/>
                    <a:pt x="169792" y="3547540"/>
                  </a:cubicBezTo>
                  <a:cubicBezTo>
                    <a:pt x="161389" y="3551342"/>
                    <a:pt x="152985" y="3555143"/>
                    <a:pt x="142104" y="3558873"/>
                  </a:cubicBezTo>
                  <a:cubicBezTo>
                    <a:pt x="144820" y="3552882"/>
                    <a:pt x="150012" y="3546965"/>
                    <a:pt x="157043" y="3540295"/>
                  </a:cubicBezTo>
                  <a:close/>
                  <a:moveTo>
                    <a:pt x="189179" y="3501731"/>
                  </a:moveTo>
                  <a:cubicBezTo>
                    <a:pt x="194654" y="3503645"/>
                    <a:pt x="198291" y="3506310"/>
                    <a:pt x="201928" y="3508976"/>
                  </a:cubicBezTo>
                  <a:cubicBezTo>
                    <a:pt x="193525" y="3512778"/>
                    <a:pt x="185121" y="3516580"/>
                    <a:pt x="174241" y="3520310"/>
                  </a:cubicBezTo>
                  <a:cubicBezTo>
                    <a:pt x="176955" y="3514319"/>
                    <a:pt x="182149" y="3508401"/>
                    <a:pt x="189179" y="3501731"/>
                  </a:cubicBezTo>
                  <a:close/>
                  <a:moveTo>
                    <a:pt x="227743" y="3456740"/>
                  </a:moveTo>
                  <a:cubicBezTo>
                    <a:pt x="233216" y="3458654"/>
                    <a:pt x="236854" y="3461319"/>
                    <a:pt x="240492" y="3463986"/>
                  </a:cubicBezTo>
                  <a:cubicBezTo>
                    <a:pt x="232088" y="3467787"/>
                    <a:pt x="223685" y="3471589"/>
                    <a:pt x="212804" y="3475319"/>
                  </a:cubicBezTo>
                  <a:cubicBezTo>
                    <a:pt x="215519" y="3469328"/>
                    <a:pt x="220712" y="3463411"/>
                    <a:pt x="227743" y="3456740"/>
                  </a:cubicBezTo>
                  <a:close/>
                  <a:moveTo>
                    <a:pt x="259879" y="3418177"/>
                  </a:moveTo>
                  <a:cubicBezTo>
                    <a:pt x="265354" y="3420091"/>
                    <a:pt x="268991" y="3422756"/>
                    <a:pt x="272628" y="3425422"/>
                  </a:cubicBezTo>
                  <a:cubicBezTo>
                    <a:pt x="264225" y="3429224"/>
                    <a:pt x="255822" y="3433026"/>
                    <a:pt x="244940" y="3436755"/>
                  </a:cubicBezTo>
                  <a:cubicBezTo>
                    <a:pt x="247656" y="3430764"/>
                    <a:pt x="252848" y="3424847"/>
                    <a:pt x="259879" y="3418177"/>
                  </a:cubicBezTo>
                  <a:close/>
                  <a:moveTo>
                    <a:pt x="292015" y="3379613"/>
                  </a:moveTo>
                  <a:cubicBezTo>
                    <a:pt x="297489" y="3381527"/>
                    <a:pt x="301127" y="3384193"/>
                    <a:pt x="304764" y="3386858"/>
                  </a:cubicBezTo>
                  <a:cubicBezTo>
                    <a:pt x="296361" y="3390660"/>
                    <a:pt x="287957" y="3394463"/>
                    <a:pt x="277077" y="3398192"/>
                  </a:cubicBezTo>
                  <a:cubicBezTo>
                    <a:pt x="279791" y="3392201"/>
                    <a:pt x="284985" y="3386284"/>
                    <a:pt x="292015" y="3379613"/>
                  </a:cubicBezTo>
                  <a:close/>
                  <a:moveTo>
                    <a:pt x="324152" y="3341050"/>
                  </a:moveTo>
                  <a:cubicBezTo>
                    <a:pt x="329625" y="3342964"/>
                    <a:pt x="333263" y="3345629"/>
                    <a:pt x="336901" y="3348295"/>
                  </a:cubicBezTo>
                  <a:cubicBezTo>
                    <a:pt x="328498" y="3352097"/>
                    <a:pt x="320094" y="3355899"/>
                    <a:pt x="309213" y="3359628"/>
                  </a:cubicBezTo>
                  <a:cubicBezTo>
                    <a:pt x="311928" y="3353637"/>
                    <a:pt x="317121" y="3347720"/>
                    <a:pt x="324152" y="3341050"/>
                  </a:cubicBezTo>
                  <a:close/>
                  <a:moveTo>
                    <a:pt x="356288" y="3302486"/>
                  </a:moveTo>
                  <a:cubicBezTo>
                    <a:pt x="361763" y="3304400"/>
                    <a:pt x="365400" y="3307065"/>
                    <a:pt x="369037" y="3309731"/>
                  </a:cubicBezTo>
                  <a:cubicBezTo>
                    <a:pt x="360634" y="3313533"/>
                    <a:pt x="352231" y="3317336"/>
                    <a:pt x="341349" y="3321065"/>
                  </a:cubicBezTo>
                  <a:cubicBezTo>
                    <a:pt x="344065" y="3315073"/>
                    <a:pt x="349257" y="3309156"/>
                    <a:pt x="356288" y="3302486"/>
                  </a:cubicBezTo>
                  <a:close/>
                  <a:moveTo>
                    <a:pt x="388424" y="3263923"/>
                  </a:moveTo>
                  <a:cubicBezTo>
                    <a:pt x="393899" y="3265837"/>
                    <a:pt x="397536" y="3268502"/>
                    <a:pt x="401173" y="3271168"/>
                  </a:cubicBezTo>
                  <a:cubicBezTo>
                    <a:pt x="392770" y="3274969"/>
                    <a:pt x="384366" y="3278772"/>
                    <a:pt x="373486" y="3282501"/>
                  </a:cubicBezTo>
                  <a:cubicBezTo>
                    <a:pt x="376200" y="3276510"/>
                    <a:pt x="381394" y="3270593"/>
                    <a:pt x="388424" y="3263923"/>
                  </a:cubicBezTo>
                  <a:close/>
                  <a:moveTo>
                    <a:pt x="420560" y="3225359"/>
                  </a:moveTo>
                  <a:cubicBezTo>
                    <a:pt x="426034" y="3227273"/>
                    <a:pt x="429672" y="3229938"/>
                    <a:pt x="433310" y="3232604"/>
                  </a:cubicBezTo>
                  <a:cubicBezTo>
                    <a:pt x="424906" y="3236406"/>
                    <a:pt x="416503" y="3240208"/>
                    <a:pt x="405622" y="3243937"/>
                  </a:cubicBezTo>
                  <a:cubicBezTo>
                    <a:pt x="408336" y="3237946"/>
                    <a:pt x="413530" y="3232029"/>
                    <a:pt x="420560" y="3225359"/>
                  </a:cubicBezTo>
                  <a:close/>
                  <a:moveTo>
                    <a:pt x="452697" y="3186796"/>
                  </a:moveTo>
                  <a:cubicBezTo>
                    <a:pt x="458171" y="3188710"/>
                    <a:pt x="461809" y="3191375"/>
                    <a:pt x="465446" y="3194041"/>
                  </a:cubicBezTo>
                  <a:cubicBezTo>
                    <a:pt x="457043" y="3197842"/>
                    <a:pt x="448640" y="3201645"/>
                    <a:pt x="437758" y="3205374"/>
                  </a:cubicBezTo>
                  <a:cubicBezTo>
                    <a:pt x="440474" y="3199383"/>
                    <a:pt x="445666" y="3193466"/>
                    <a:pt x="452697" y="3186796"/>
                  </a:cubicBezTo>
                  <a:close/>
                  <a:moveTo>
                    <a:pt x="484833" y="3148232"/>
                  </a:moveTo>
                  <a:cubicBezTo>
                    <a:pt x="490308" y="3150146"/>
                    <a:pt x="493944" y="3152811"/>
                    <a:pt x="497582" y="3155477"/>
                  </a:cubicBezTo>
                  <a:cubicBezTo>
                    <a:pt x="489179" y="3159279"/>
                    <a:pt x="480775" y="3163082"/>
                    <a:pt x="469894" y="3166810"/>
                  </a:cubicBezTo>
                  <a:cubicBezTo>
                    <a:pt x="472610" y="3160819"/>
                    <a:pt x="477802" y="3154902"/>
                    <a:pt x="484833" y="3148232"/>
                  </a:cubicBezTo>
                  <a:close/>
                  <a:moveTo>
                    <a:pt x="542669" y="3086681"/>
                  </a:moveTo>
                  <a:cubicBezTo>
                    <a:pt x="547552" y="3086592"/>
                    <a:pt x="552936" y="3087218"/>
                    <a:pt x="557929" y="3087592"/>
                  </a:cubicBezTo>
                  <a:lnTo>
                    <a:pt x="536464" y="3103888"/>
                  </a:lnTo>
                  <a:lnTo>
                    <a:pt x="558870" y="3089609"/>
                  </a:lnTo>
                  <a:cubicBezTo>
                    <a:pt x="594041" y="3121917"/>
                    <a:pt x="629969" y="3153445"/>
                    <a:pt x="664239" y="3186681"/>
                  </a:cubicBezTo>
                  <a:cubicBezTo>
                    <a:pt x="763106" y="3282567"/>
                    <a:pt x="861164" y="3379286"/>
                    <a:pt x="959820" y="3475392"/>
                  </a:cubicBezTo>
                  <a:cubicBezTo>
                    <a:pt x="1020138" y="3534151"/>
                    <a:pt x="1080973" y="3592380"/>
                    <a:pt x="1142353" y="3655513"/>
                  </a:cubicBezTo>
                  <a:cubicBezTo>
                    <a:pt x="1143182" y="3667428"/>
                    <a:pt x="1143234" y="3674676"/>
                    <a:pt x="1143288" y="3681924"/>
                  </a:cubicBezTo>
                  <a:cubicBezTo>
                    <a:pt x="1093349" y="3734735"/>
                    <a:pt x="1043411" y="3787546"/>
                    <a:pt x="988923" y="3841136"/>
                  </a:cubicBezTo>
                  <a:cubicBezTo>
                    <a:pt x="972736" y="3839848"/>
                    <a:pt x="961099" y="3837782"/>
                    <a:pt x="949462" y="3835716"/>
                  </a:cubicBezTo>
                  <a:cubicBezTo>
                    <a:pt x="875923" y="3766440"/>
                    <a:pt x="802384" y="3697164"/>
                    <a:pt x="722852" y="3622243"/>
                  </a:cubicBezTo>
                  <a:cubicBezTo>
                    <a:pt x="726798" y="3672273"/>
                    <a:pt x="729269" y="3717754"/>
                    <a:pt x="734307" y="3762948"/>
                  </a:cubicBezTo>
                  <a:cubicBezTo>
                    <a:pt x="738240" y="3798231"/>
                    <a:pt x="745361" y="3833160"/>
                    <a:pt x="749495" y="3872420"/>
                  </a:cubicBezTo>
                  <a:cubicBezTo>
                    <a:pt x="749284" y="3888654"/>
                    <a:pt x="748430" y="3901508"/>
                    <a:pt x="752424" y="3912620"/>
                  </a:cubicBezTo>
                  <a:cubicBezTo>
                    <a:pt x="763338" y="3942988"/>
                    <a:pt x="776297" y="3972620"/>
                    <a:pt x="788446" y="4002544"/>
                  </a:cubicBezTo>
                  <a:cubicBezTo>
                    <a:pt x="790454" y="4006152"/>
                    <a:pt x="792462" y="4009760"/>
                    <a:pt x="792692" y="4017583"/>
                  </a:cubicBezTo>
                  <a:lnTo>
                    <a:pt x="797247" y="4026631"/>
                  </a:lnTo>
                  <a:lnTo>
                    <a:pt x="801300" y="4034680"/>
                  </a:lnTo>
                  <a:cubicBezTo>
                    <a:pt x="803308" y="4038289"/>
                    <a:pt x="805316" y="4041896"/>
                    <a:pt x="805546" y="4049719"/>
                  </a:cubicBezTo>
                  <a:lnTo>
                    <a:pt x="810102" y="4058768"/>
                  </a:lnTo>
                  <a:lnTo>
                    <a:pt x="814155" y="4066816"/>
                  </a:lnTo>
                  <a:cubicBezTo>
                    <a:pt x="854348" y="4137682"/>
                    <a:pt x="890646" y="4211135"/>
                    <a:pt x="935616" y="4278827"/>
                  </a:cubicBezTo>
                  <a:cubicBezTo>
                    <a:pt x="1009020" y="4389321"/>
                    <a:pt x="1103570" y="4480572"/>
                    <a:pt x="1213317" y="4561297"/>
                  </a:cubicBezTo>
                  <a:lnTo>
                    <a:pt x="1223542" y="4567810"/>
                  </a:lnTo>
                  <a:lnTo>
                    <a:pt x="1233574" y="4574202"/>
                  </a:lnTo>
                  <a:cubicBezTo>
                    <a:pt x="1233574" y="4574202"/>
                    <a:pt x="1233060" y="4574457"/>
                    <a:pt x="1233423" y="4576519"/>
                  </a:cubicBezTo>
                  <a:cubicBezTo>
                    <a:pt x="1240144" y="4581406"/>
                    <a:pt x="1246499" y="4584231"/>
                    <a:pt x="1252855" y="4587057"/>
                  </a:cubicBezTo>
                  <a:cubicBezTo>
                    <a:pt x="1252855" y="4587057"/>
                    <a:pt x="1252341" y="4587313"/>
                    <a:pt x="1252705" y="4589374"/>
                  </a:cubicBezTo>
                  <a:cubicBezTo>
                    <a:pt x="1259426" y="4594260"/>
                    <a:pt x="1265781" y="4597085"/>
                    <a:pt x="1272137" y="4599911"/>
                  </a:cubicBezTo>
                  <a:cubicBezTo>
                    <a:pt x="1272137" y="4599911"/>
                    <a:pt x="1271621" y="4600167"/>
                    <a:pt x="1271948" y="4602164"/>
                  </a:cubicBezTo>
                  <a:cubicBezTo>
                    <a:pt x="1279066" y="4610554"/>
                    <a:pt x="1285036" y="4618241"/>
                    <a:pt x="1292769" y="4623149"/>
                  </a:cubicBezTo>
                  <a:cubicBezTo>
                    <a:pt x="1285036" y="4618240"/>
                    <a:pt x="1279066" y="4610554"/>
                    <a:pt x="1272093" y="4601915"/>
                  </a:cubicBezTo>
                  <a:cubicBezTo>
                    <a:pt x="1311205" y="4619331"/>
                    <a:pt x="1350571" y="4638846"/>
                    <a:pt x="1389778" y="4658681"/>
                  </a:cubicBezTo>
                  <a:cubicBezTo>
                    <a:pt x="1478282" y="4703453"/>
                    <a:pt x="1572347" y="4730726"/>
                    <a:pt x="1669577" y="4748215"/>
                  </a:cubicBezTo>
                  <a:cubicBezTo>
                    <a:pt x="1678785" y="4749871"/>
                    <a:pt x="1687815" y="4752512"/>
                    <a:pt x="1699553" y="4755153"/>
                  </a:cubicBezTo>
                  <a:cubicBezTo>
                    <a:pt x="1698235" y="4757046"/>
                    <a:pt x="1696099" y="4759730"/>
                    <a:pt x="1693727" y="4761839"/>
                  </a:cubicBezTo>
                  <a:lnTo>
                    <a:pt x="1686494" y="4765073"/>
                  </a:lnTo>
                  <a:lnTo>
                    <a:pt x="1686495" y="4765073"/>
                  </a:lnTo>
                  <a:cubicBezTo>
                    <a:pt x="1691006" y="4765888"/>
                    <a:pt x="1696920" y="4758941"/>
                    <a:pt x="1702179" y="4755612"/>
                  </a:cubicBezTo>
                  <a:cubicBezTo>
                    <a:pt x="1710028" y="4755787"/>
                    <a:pt x="1717878" y="4755962"/>
                    <a:pt x="1727127" y="4760343"/>
                  </a:cubicBezTo>
                  <a:lnTo>
                    <a:pt x="1742942" y="4761681"/>
                  </a:lnTo>
                  <a:lnTo>
                    <a:pt x="1747170" y="4762039"/>
                  </a:lnTo>
                  <a:cubicBezTo>
                    <a:pt x="1761292" y="4762124"/>
                    <a:pt x="1775415" y="4762209"/>
                    <a:pt x="1791169" y="4766634"/>
                  </a:cubicBezTo>
                  <a:lnTo>
                    <a:pt x="1807395" y="4768100"/>
                  </a:lnTo>
                  <a:lnTo>
                    <a:pt x="1811442" y="4768465"/>
                  </a:lnTo>
                  <a:cubicBezTo>
                    <a:pt x="1828857" y="4768168"/>
                    <a:pt x="1846270" y="4767868"/>
                    <a:pt x="1867145" y="4769145"/>
                  </a:cubicBezTo>
                  <a:cubicBezTo>
                    <a:pt x="1871653" y="4772124"/>
                    <a:pt x="1873001" y="4773119"/>
                    <a:pt x="1874652" y="4773704"/>
                  </a:cubicBezTo>
                  <a:cubicBezTo>
                    <a:pt x="1874952" y="4866061"/>
                    <a:pt x="1875252" y="4958418"/>
                    <a:pt x="1873975" y="5054355"/>
                  </a:cubicBezTo>
                  <a:cubicBezTo>
                    <a:pt x="1870994" y="5058979"/>
                    <a:pt x="1869999" y="5060327"/>
                    <a:pt x="1869414" y="5061978"/>
                  </a:cubicBezTo>
                  <a:cubicBezTo>
                    <a:pt x="1742061" y="5064518"/>
                    <a:pt x="1617298" y="5047289"/>
                    <a:pt x="1491845" y="5009439"/>
                  </a:cubicBezTo>
                  <a:lnTo>
                    <a:pt x="1486665" y="5007474"/>
                  </a:lnTo>
                  <a:lnTo>
                    <a:pt x="1472699" y="5002177"/>
                  </a:lnTo>
                  <a:cubicBezTo>
                    <a:pt x="1464996" y="5001420"/>
                    <a:pt x="1457293" y="5000662"/>
                    <a:pt x="1446862" y="4996588"/>
                  </a:cubicBezTo>
                  <a:lnTo>
                    <a:pt x="1432272" y="4991486"/>
                  </a:lnTo>
                  <a:lnTo>
                    <a:pt x="1369913" y="4969680"/>
                  </a:lnTo>
                  <a:cubicBezTo>
                    <a:pt x="1366248" y="4968849"/>
                    <a:pt x="1362583" y="4968018"/>
                    <a:pt x="1356494" y="4964094"/>
                  </a:cubicBezTo>
                  <a:lnTo>
                    <a:pt x="1351795" y="4962412"/>
                  </a:lnTo>
                  <a:lnTo>
                    <a:pt x="1318483" y="4950495"/>
                  </a:lnTo>
                  <a:cubicBezTo>
                    <a:pt x="1310594" y="4947582"/>
                    <a:pt x="1302705" y="4944669"/>
                    <a:pt x="1292240" y="4938510"/>
                  </a:cubicBezTo>
                  <a:lnTo>
                    <a:pt x="1288128" y="4936971"/>
                  </a:lnTo>
                  <a:lnTo>
                    <a:pt x="1273454" y="4931478"/>
                  </a:lnTo>
                  <a:cubicBezTo>
                    <a:pt x="1218937" y="4903206"/>
                    <a:pt x="1162973" y="4877382"/>
                    <a:pt x="1110198" y="4846166"/>
                  </a:cubicBezTo>
                  <a:cubicBezTo>
                    <a:pt x="992708" y="4776669"/>
                    <a:pt x="888385" y="4689258"/>
                    <a:pt x="800128" y="4586048"/>
                  </a:cubicBezTo>
                  <a:cubicBezTo>
                    <a:pt x="734291" y="4509056"/>
                    <a:pt x="678729" y="4423006"/>
                    <a:pt x="621682" y="4338893"/>
                  </a:cubicBezTo>
                  <a:cubicBezTo>
                    <a:pt x="596544" y="4301828"/>
                    <a:pt x="579077" y="4259562"/>
                    <a:pt x="559325" y="4216327"/>
                  </a:cubicBezTo>
                  <a:lnTo>
                    <a:pt x="556630" y="4210348"/>
                  </a:lnTo>
                  <a:lnTo>
                    <a:pt x="552778" y="4201803"/>
                  </a:lnTo>
                  <a:cubicBezTo>
                    <a:pt x="548127" y="4192678"/>
                    <a:pt x="543476" y="4183553"/>
                    <a:pt x="540176" y="4170967"/>
                  </a:cubicBezTo>
                  <a:lnTo>
                    <a:pt x="535962" y="4160216"/>
                  </a:lnTo>
                  <a:lnTo>
                    <a:pt x="527069" y="4137531"/>
                  </a:lnTo>
                  <a:cubicBezTo>
                    <a:pt x="524555" y="4132608"/>
                    <a:pt x="522042" y="4127685"/>
                    <a:pt x="520941" y="4119323"/>
                  </a:cubicBezTo>
                  <a:lnTo>
                    <a:pt x="519256" y="4112935"/>
                  </a:lnTo>
                  <a:lnTo>
                    <a:pt x="468783" y="3953713"/>
                  </a:lnTo>
                  <a:cubicBezTo>
                    <a:pt x="476132" y="3967666"/>
                    <a:pt x="484434" y="3983761"/>
                    <a:pt x="489667" y="4000800"/>
                  </a:cubicBezTo>
                  <a:cubicBezTo>
                    <a:pt x="484434" y="3983762"/>
                    <a:pt x="476132" y="3967667"/>
                    <a:pt x="469223" y="3951143"/>
                  </a:cubicBezTo>
                  <a:cubicBezTo>
                    <a:pt x="466928" y="3946746"/>
                    <a:pt x="464632" y="3942350"/>
                    <a:pt x="464698" y="3934918"/>
                  </a:cubicBezTo>
                  <a:lnTo>
                    <a:pt x="463745" y="3926951"/>
                  </a:lnTo>
                  <a:lnTo>
                    <a:pt x="462796" y="3919005"/>
                  </a:lnTo>
                  <a:cubicBezTo>
                    <a:pt x="460500" y="3914608"/>
                    <a:pt x="458205" y="3910213"/>
                    <a:pt x="458271" y="3902782"/>
                  </a:cubicBezTo>
                  <a:lnTo>
                    <a:pt x="457318" y="3894815"/>
                  </a:lnTo>
                  <a:lnTo>
                    <a:pt x="456369" y="3886869"/>
                  </a:lnTo>
                  <a:cubicBezTo>
                    <a:pt x="453932" y="3879821"/>
                    <a:pt x="451493" y="3872773"/>
                    <a:pt x="451301" y="3863151"/>
                  </a:cubicBezTo>
                  <a:cubicBezTo>
                    <a:pt x="455433" y="3858535"/>
                    <a:pt x="457320" y="3856491"/>
                    <a:pt x="459208" y="3854448"/>
                  </a:cubicBezTo>
                  <a:lnTo>
                    <a:pt x="459207" y="3854447"/>
                  </a:lnTo>
                  <a:lnTo>
                    <a:pt x="451744" y="3860860"/>
                  </a:lnTo>
                  <a:cubicBezTo>
                    <a:pt x="449653" y="3858279"/>
                    <a:pt x="449364" y="3855416"/>
                    <a:pt x="449508" y="3850430"/>
                  </a:cubicBezTo>
                  <a:lnTo>
                    <a:pt x="459204" y="3854445"/>
                  </a:lnTo>
                  <a:lnTo>
                    <a:pt x="449942" y="3848305"/>
                  </a:lnTo>
                  <a:cubicBezTo>
                    <a:pt x="447502" y="3837131"/>
                    <a:pt x="445063" y="3825956"/>
                    <a:pt x="444871" y="3811971"/>
                  </a:cubicBezTo>
                  <a:cubicBezTo>
                    <a:pt x="449005" y="3807117"/>
                    <a:pt x="450893" y="3805072"/>
                    <a:pt x="452781" y="3803030"/>
                  </a:cubicBezTo>
                  <a:lnTo>
                    <a:pt x="452780" y="3803029"/>
                  </a:lnTo>
                  <a:lnTo>
                    <a:pt x="445317" y="3809442"/>
                  </a:lnTo>
                  <a:cubicBezTo>
                    <a:pt x="443226" y="3806862"/>
                    <a:pt x="442936" y="3803999"/>
                    <a:pt x="443081" y="3799011"/>
                  </a:cubicBezTo>
                  <a:lnTo>
                    <a:pt x="452777" y="3803027"/>
                  </a:lnTo>
                  <a:lnTo>
                    <a:pt x="443514" y="3796887"/>
                  </a:lnTo>
                  <a:cubicBezTo>
                    <a:pt x="441075" y="3779436"/>
                    <a:pt x="438636" y="3761984"/>
                    <a:pt x="438443" y="3741497"/>
                  </a:cubicBezTo>
                  <a:cubicBezTo>
                    <a:pt x="442578" y="3736417"/>
                    <a:pt x="444466" y="3734374"/>
                    <a:pt x="446353" y="3732330"/>
                  </a:cubicBezTo>
                  <a:lnTo>
                    <a:pt x="446352" y="3732329"/>
                  </a:lnTo>
                  <a:lnTo>
                    <a:pt x="438889" y="3738742"/>
                  </a:lnTo>
                  <a:cubicBezTo>
                    <a:pt x="436799" y="3736162"/>
                    <a:pt x="436509" y="3733300"/>
                    <a:pt x="436654" y="3728312"/>
                  </a:cubicBezTo>
                  <a:lnTo>
                    <a:pt x="446349" y="3732327"/>
                  </a:lnTo>
                  <a:lnTo>
                    <a:pt x="437087" y="3726187"/>
                  </a:lnTo>
                  <a:cubicBezTo>
                    <a:pt x="434647" y="3704517"/>
                    <a:pt x="432206" y="3682846"/>
                    <a:pt x="432015" y="3658041"/>
                  </a:cubicBezTo>
                  <a:cubicBezTo>
                    <a:pt x="436151" y="3652863"/>
                    <a:pt x="438038" y="3650818"/>
                    <a:pt x="439926" y="3648776"/>
                  </a:cubicBezTo>
                  <a:lnTo>
                    <a:pt x="439925" y="3648775"/>
                  </a:lnTo>
                  <a:lnTo>
                    <a:pt x="432462" y="3655188"/>
                  </a:lnTo>
                  <a:cubicBezTo>
                    <a:pt x="430371" y="3652608"/>
                    <a:pt x="430082" y="3649745"/>
                    <a:pt x="430227" y="3644757"/>
                  </a:cubicBezTo>
                  <a:lnTo>
                    <a:pt x="439922" y="3648773"/>
                  </a:lnTo>
                  <a:lnTo>
                    <a:pt x="430660" y="3642633"/>
                  </a:lnTo>
                  <a:cubicBezTo>
                    <a:pt x="422936" y="3646782"/>
                    <a:pt x="413052" y="3649118"/>
                    <a:pt x="407816" y="3655356"/>
                  </a:cubicBezTo>
                  <a:cubicBezTo>
                    <a:pt x="345557" y="3729524"/>
                    <a:pt x="283991" y="3804274"/>
                    <a:pt x="217766" y="3879713"/>
                  </a:cubicBezTo>
                  <a:cubicBezTo>
                    <a:pt x="206019" y="3882890"/>
                    <a:pt x="198748" y="3885225"/>
                    <a:pt x="191477" y="3887561"/>
                  </a:cubicBezTo>
                  <a:cubicBezTo>
                    <a:pt x="168524" y="3869626"/>
                    <a:pt x="145302" y="3852024"/>
                    <a:pt x="122679" y="3833680"/>
                  </a:cubicBezTo>
                  <a:cubicBezTo>
                    <a:pt x="86027" y="3803960"/>
                    <a:pt x="49769" y="3773754"/>
                    <a:pt x="12525" y="3739061"/>
                  </a:cubicBezTo>
                  <a:cubicBezTo>
                    <a:pt x="11617" y="3727163"/>
                    <a:pt x="11530" y="3719955"/>
                    <a:pt x="11443" y="3712749"/>
                  </a:cubicBezTo>
                  <a:cubicBezTo>
                    <a:pt x="11443" y="3712749"/>
                    <a:pt x="11744" y="3713258"/>
                    <a:pt x="13962" y="3713212"/>
                  </a:cubicBezTo>
                  <a:cubicBezTo>
                    <a:pt x="24353" y="3710338"/>
                    <a:pt x="32525" y="3707508"/>
                    <a:pt x="40697" y="3704677"/>
                  </a:cubicBezTo>
                  <a:cubicBezTo>
                    <a:pt x="37243" y="3701050"/>
                    <a:pt x="33789" y="3697423"/>
                    <a:pt x="30335" y="3693798"/>
                  </a:cubicBezTo>
                  <a:cubicBezTo>
                    <a:pt x="33359" y="3687907"/>
                    <a:pt x="36383" y="3682017"/>
                    <a:pt x="43790" y="3675381"/>
                  </a:cubicBezTo>
                  <a:cubicBezTo>
                    <a:pt x="56577" y="3670835"/>
                    <a:pt x="64980" y="3667033"/>
                    <a:pt x="73383" y="3663230"/>
                  </a:cubicBezTo>
                  <a:cubicBezTo>
                    <a:pt x="69747" y="3660564"/>
                    <a:pt x="66109" y="3657899"/>
                    <a:pt x="62471" y="3655234"/>
                  </a:cubicBezTo>
                  <a:cubicBezTo>
                    <a:pt x="65495" y="3649344"/>
                    <a:pt x="68520" y="3643454"/>
                    <a:pt x="75927" y="3636818"/>
                  </a:cubicBezTo>
                  <a:cubicBezTo>
                    <a:pt x="88712" y="3632271"/>
                    <a:pt x="97116" y="3628469"/>
                    <a:pt x="105520" y="3624667"/>
                  </a:cubicBezTo>
                  <a:cubicBezTo>
                    <a:pt x="101882" y="3622002"/>
                    <a:pt x="98245" y="3619336"/>
                    <a:pt x="94608" y="3616671"/>
                  </a:cubicBezTo>
                  <a:cubicBezTo>
                    <a:pt x="97632" y="3610781"/>
                    <a:pt x="100656" y="3604890"/>
                    <a:pt x="108063" y="3598254"/>
                  </a:cubicBezTo>
                  <a:cubicBezTo>
                    <a:pt x="120849" y="3593708"/>
                    <a:pt x="129253" y="3589905"/>
                    <a:pt x="137656" y="3586103"/>
                  </a:cubicBezTo>
                  <a:cubicBezTo>
                    <a:pt x="134019" y="3583437"/>
                    <a:pt x="130381" y="3580772"/>
                    <a:pt x="126744" y="3578107"/>
                  </a:cubicBezTo>
                  <a:cubicBezTo>
                    <a:pt x="129768" y="3572216"/>
                    <a:pt x="132792" y="3566327"/>
                    <a:pt x="140199" y="3559691"/>
                  </a:cubicBezTo>
                  <a:cubicBezTo>
                    <a:pt x="152985" y="3555144"/>
                    <a:pt x="161389" y="3551342"/>
                    <a:pt x="169792" y="3547540"/>
                  </a:cubicBezTo>
                  <a:cubicBezTo>
                    <a:pt x="166154" y="3544875"/>
                    <a:pt x="162518" y="3542209"/>
                    <a:pt x="158880" y="3539544"/>
                  </a:cubicBezTo>
                  <a:cubicBezTo>
                    <a:pt x="161904" y="3533653"/>
                    <a:pt x="164929" y="3527763"/>
                    <a:pt x="172336" y="3521127"/>
                  </a:cubicBezTo>
                  <a:cubicBezTo>
                    <a:pt x="185121" y="3516581"/>
                    <a:pt x="193525" y="3512778"/>
                    <a:pt x="201928" y="3508976"/>
                  </a:cubicBezTo>
                  <a:cubicBezTo>
                    <a:pt x="198292" y="3506310"/>
                    <a:pt x="194654" y="3503645"/>
                    <a:pt x="191016" y="3500980"/>
                  </a:cubicBezTo>
                  <a:cubicBezTo>
                    <a:pt x="196160" y="3492966"/>
                    <a:pt x="201305" y="3484953"/>
                    <a:pt x="210866" y="3476165"/>
                  </a:cubicBezTo>
                  <a:cubicBezTo>
                    <a:pt x="223685" y="3471590"/>
                    <a:pt x="232089" y="3467787"/>
                    <a:pt x="240492" y="3463986"/>
                  </a:cubicBezTo>
                  <a:cubicBezTo>
                    <a:pt x="236855" y="3461319"/>
                    <a:pt x="233217" y="3458654"/>
                    <a:pt x="229580" y="3455989"/>
                  </a:cubicBezTo>
                  <a:cubicBezTo>
                    <a:pt x="232604" y="3450099"/>
                    <a:pt x="235628" y="3444209"/>
                    <a:pt x="243035" y="3437573"/>
                  </a:cubicBezTo>
                  <a:cubicBezTo>
                    <a:pt x="255821" y="3433026"/>
                    <a:pt x="264225" y="3429224"/>
                    <a:pt x="272628" y="3425422"/>
                  </a:cubicBezTo>
                  <a:cubicBezTo>
                    <a:pt x="268991" y="3422756"/>
                    <a:pt x="265354" y="3420091"/>
                    <a:pt x="261716" y="3417426"/>
                  </a:cubicBezTo>
                  <a:cubicBezTo>
                    <a:pt x="264740" y="3411535"/>
                    <a:pt x="267765" y="3405645"/>
                    <a:pt x="275172" y="3399010"/>
                  </a:cubicBezTo>
                  <a:cubicBezTo>
                    <a:pt x="287957" y="3394463"/>
                    <a:pt x="296361" y="3390660"/>
                    <a:pt x="304764" y="3386858"/>
                  </a:cubicBezTo>
                  <a:cubicBezTo>
                    <a:pt x="301127" y="3384193"/>
                    <a:pt x="297490" y="3381527"/>
                    <a:pt x="293852" y="3378862"/>
                  </a:cubicBezTo>
                  <a:cubicBezTo>
                    <a:pt x="296877" y="3372971"/>
                    <a:pt x="299901" y="3367082"/>
                    <a:pt x="307308" y="3360446"/>
                  </a:cubicBezTo>
                  <a:cubicBezTo>
                    <a:pt x="320094" y="3355899"/>
                    <a:pt x="328498" y="3352097"/>
                    <a:pt x="336901" y="3348295"/>
                  </a:cubicBezTo>
                  <a:cubicBezTo>
                    <a:pt x="333264" y="3345629"/>
                    <a:pt x="329626" y="3342964"/>
                    <a:pt x="325990" y="3340299"/>
                  </a:cubicBezTo>
                  <a:cubicBezTo>
                    <a:pt x="329013" y="3334409"/>
                    <a:pt x="332037" y="3328518"/>
                    <a:pt x="339444" y="3321882"/>
                  </a:cubicBezTo>
                  <a:cubicBezTo>
                    <a:pt x="352230" y="3317336"/>
                    <a:pt x="360634" y="3313533"/>
                    <a:pt x="369037" y="3309731"/>
                  </a:cubicBezTo>
                  <a:cubicBezTo>
                    <a:pt x="365400" y="3307065"/>
                    <a:pt x="361763" y="3304400"/>
                    <a:pt x="358125" y="3301735"/>
                  </a:cubicBezTo>
                  <a:cubicBezTo>
                    <a:pt x="361149" y="3295844"/>
                    <a:pt x="364174" y="3289955"/>
                    <a:pt x="371581" y="3283319"/>
                  </a:cubicBezTo>
                  <a:cubicBezTo>
                    <a:pt x="384366" y="3278772"/>
                    <a:pt x="392770" y="3274969"/>
                    <a:pt x="401173" y="3271168"/>
                  </a:cubicBezTo>
                  <a:cubicBezTo>
                    <a:pt x="397537" y="3268502"/>
                    <a:pt x="393899" y="3265837"/>
                    <a:pt x="390261" y="3263172"/>
                  </a:cubicBezTo>
                  <a:cubicBezTo>
                    <a:pt x="393286" y="3257281"/>
                    <a:pt x="396310" y="3251391"/>
                    <a:pt x="403717" y="3244755"/>
                  </a:cubicBezTo>
                  <a:cubicBezTo>
                    <a:pt x="416503" y="3240209"/>
                    <a:pt x="424907" y="3236406"/>
                    <a:pt x="433310" y="3232604"/>
                  </a:cubicBezTo>
                  <a:cubicBezTo>
                    <a:pt x="429673" y="3229938"/>
                    <a:pt x="426035" y="3227273"/>
                    <a:pt x="422397" y="3224608"/>
                  </a:cubicBezTo>
                  <a:cubicBezTo>
                    <a:pt x="425422" y="3218717"/>
                    <a:pt x="428446" y="3212827"/>
                    <a:pt x="435853" y="3206192"/>
                  </a:cubicBezTo>
                  <a:cubicBezTo>
                    <a:pt x="448639" y="3201645"/>
                    <a:pt x="457043" y="3197842"/>
                    <a:pt x="465446" y="3194041"/>
                  </a:cubicBezTo>
                  <a:cubicBezTo>
                    <a:pt x="461809" y="3191375"/>
                    <a:pt x="458171" y="3188710"/>
                    <a:pt x="454534" y="3186045"/>
                  </a:cubicBezTo>
                  <a:cubicBezTo>
                    <a:pt x="457558" y="3180155"/>
                    <a:pt x="460582" y="3174264"/>
                    <a:pt x="467990" y="3167628"/>
                  </a:cubicBezTo>
                  <a:cubicBezTo>
                    <a:pt x="480775" y="3163082"/>
                    <a:pt x="489179" y="3159280"/>
                    <a:pt x="497582" y="3155477"/>
                  </a:cubicBezTo>
                  <a:cubicBezTo>
                    <a:pt x="493946" y="3152811"/>
                    <a:pt x="490308" y="3150146"/>
                    <a:pt x="486670" y="3147481"/>
                  </a:cubicBezTo>
                  <a:cubicBezTo>
                    <a:pt x="491814" y="3139467"/>
                    <a:pt x="496959" y="3131453"/>
                    <a:pt x="506512" y="3122666"/>
                  </a:cubicBezTo>
                  <a:lnTo>
                    <a:pt x="508902" y="3121167"/>
                  </a:lnTo>
                  <a:lnTo>
                    <a:pt x="530416" y="3090054"/>
                  </a:lnTo>
                  <a:cubicBezTo>
                    <a:pt x="533405" y="3087573"/>
                    <a:pt x="537787" y="3086770"/>
                    <a:pt x="542669" y="3086681"/>
                  </a:cubicBezTo>
                  <a:close/>
                  <a:moveTo>
                    <a:pt x="1948290" y="2044304"/>
                  </a:moveTo>
                  <a:lnTo>
                    <a:pt x="2387192" y="2044304"/>
                  </a:lnTo>
                  <a:lnTo>
                    <a:pt x="2387192" y="2483206"/>
                  </a:lnTo>
                  <a:lnTo>
                    <a:pt x="1948290" y="2483206"/>
                  </a:lnTo>
                  <a:close/>
                  <a:moveTo>
                    <a:pt x="2969528" y="0"/>
                  </a:moveTo>
                  <a:cubicBezTo>
                    <a:pt x="3362155" y="8048"/>
                    <a:pt x="3702110" y="140649"/>
                    <a:pt x="3982304" y="417954"/>
                  </a:cubicBezTo>
                  <a:cubicBezTo>
                    <a:pt x="4261814" y="694580"/>
                    <a:pt x="4401169" y="1031428"/>
                    <a:pt x="4411427" y="1430971"/>
                  </a:cubicBezTo>
                  <a:cubicBezTo>
                    <a:pt x="4433741" y="1406136"/>
                    <a:pt x="4452903" y="1386116"/>
                    <a:pt x="4470594" y="1364869"/>
                  </a:cubicBezTo>
                  <a:cubicBezTo>
                    <a:pt x="4519143" y="1306564"/>
                    <a:pt x="4567700" y="1248246"/>
                    <a:pt x="4614934" y="1188880"/>
                  </a:cubicBezTo>
                  <a:cubicBezTo>
                    <a:pt x="4633587" y="1165435"/>
                    <a:pt x="4647531" y="1168109"/>
                    <a:pt x="4668560" y="1186730"/>
                  </a:cubicBezTo>
                  <a:cubicBezTo>
                    <a:pt x="4717491" y="1230060"/>
                    <a:pt x="4768695" y="1270822"/>
                    <a:pt x="4819029" y="1312564"/>
                  </a:cubicBezTo>
                  <a:cubicBezTo>
                    <a:pt x="4836519" y="1327069"/>
                    <a:pt x="4844815" y="1337741"/>
                    <a:pt x="4824242" y="1360992"/>
                  </a:cubicBezTo>
                  <a:cubicBezTo>
                    <a:pt x="4762105" y="1431212"/>
                    <a:pt x="4704182" y="1505146"/>
                    <a:pt x="4644056" y="1577164"/>
                  </a:cubicBezTo>
                  <a:cubicBezTo>
                    <a:pt x="4595312" y="1635550"/>
                    <a:pt x="4545409" y="1692967"/>
                    <a:pt x="4496651" y="1751341"/>
                  </a:cubicBezTo>
                  <a:cubicBezTo>
                    <a:pt x="4436513" y="1823340"/>
                    <a:pt x="4376852" y="1895740"/>
                    <a:pt x="4317400" y="1968307"/>
                  </a:cubicBezTo>
                  <a:cubicBezTo>
                    <a:pt x="4304438" y="1984130"/>
                    <a:pt x="4294413" y="1990168"/>
                    <a:pt x="4276520" y="1972361"/>
                  </a:cubicBezTo>
                  <a:cubicBezTo>
                    <a:pt x="4212227" y="1908371"/>
                    <a:pt x="4146234" y="1846092"/>
                    <a:pt x="4081239" y="1782801"/>
                  </a:cubicBezTo>
                  <a:cubicBezTo>
                    <a:pt x="3985552" y="1689624"/>
                    <a:pt x="3890341" y="1595960"/>
                    <a:pt x="3794562" y="1502878"/>
                  </a:cubicBezTo>
                  <a:cubicBezTo>
                    <a:pt x="3763295" y="1472491"/>
                    <a:pt x="3730106" y="1444039"/>
                    <a:pt x="3699703" y="1412842"/>
                  </a:cubicBezTo>
                  <a:cubicBezTo>
                    <a:pt x="3693970" y="1406959"/>
                    <a:pt x="3692324" y="1386879"/>
                    <a:pt x="3697135" y="1382483"/>
                  </a:cubicBezTo>
                  <a:cubicBezTo>
                    <a:pt x="3757065" y="1327722"/>
                    <a:pt x="3818539" y="1274650"/>
                    <a:pt x="3885592" y="1215909"/>
                  </a:cubicBezTo>
                  <a:cubicBezTo>
                    <a:pt x="3947989" y="1277666"/>
                    <a:pt x="4024696" y="1353586"/>
                    <a:pt x="4106365" y="1434416"/>
                  </a:cubicBezTo>
                  <a:cubicBezTo>
                    <a:pt x="4106365" y="1390458"/>
                    <a:pt x="4106365" y="1353294"/>
                    <a:pt x="4106203" y="1313292"/>
                  </a:cubicBezTo>
                  <a:cubicBezTo>
                    <a:pt x="4100112" y="1217515"/>
                    <a:pt x="4074090" y="1129332"/>
                    <a:pt x="4042396" y="1042527"/>
                  </a:cubicBezTo>
                  <a:cubicBezTo>
                    <a:pt x="4003629" y="936350"/>
                    <a:pt x="3948955" y="838566"/>
                    <a:pt x="3880380" y="749186"/>
                  </a:cubicBezTo>
                  <a:cubicBezTo>
                    <a:pt x="3787576" y="628226"/>
                    <a:pt x="3674946" y="529463"/>
                    <a:pt x="3542679" y="452368"/>
                  </a:cubicBezTo>
                  <a:cubicBezTo>
                    <a:pt x="3439387" y="392161"/>
                    <a:pt x="3330114" y="348272"/>
                    <a:pt x="3213554" y="324415"/>
                  </a:cubicBezTo>
                  <a:cubicBezTo>
                    <a:pt x="3151938" y="311804"/>
                    <a:pt x="3088492" y="308103"/>
                    <a:pt x="3025861" y="300475"/>
                  </a:cubicBezTo>
                  <a:cubicBezTo>
                    <a:pt x="3007361" y="298222"/>
                    <a:pt x="2988822" y="296296"/>
                    <a:pt x="2969528" y="294132"/>
                  </a:cubicBezTo>
                  <a:cubicBezTo>
                    <a:pt x="2969528" y="194775"/>
                    <a:pt x="2969528" y="98683"/>
                    <a:pt x="2969528" y="0"/>
                  </a:cubicBezTo>
                  <a:close/>
                </a:path>
              </a:pathLst>
            </a:custGeom>
            <a:solidFill>
              <a:schemeClr val="accent1"/>
            </a:solidFill>
            <a:ln w="6350" cap="flat">
              <a:noFill/>
              <a:prstDash val="solid"/>
              <a:miter/>
            </a:ln>
          </p:spPr>
          <p:txBody>
            <a:bodyPr wrap="square" rtlCol="0" anchor="ctr">
              <a:noAutofit/>
            </a:bodyPr>
            <a:lstStyle/>
            <a:p>
              <a:endParaRPr lang="en-US" dirty="0"/>
            </a:p>
          </p:txBody>
        </p:sp>
        <p:sp>
          <p:nvSpPr>
            <p:cNvPr id="180" name="Freeform: Shape 179">
              <a:extLst>
                <a:ext uri="{FF2B5EF4-FFF2-40B4-BE49-F238E27FC236}">
                  <a16:creationId xmlns:a16="http://schemas.microsoft.com/office/drawing/2014/main" id="{98504141-B176-4422-2769-96C11F08A479}"/>
                </a:ext>
                <a:ext uri="{C183D7F6-B498-43B3-948B-1728B52AA6E4}">
                  <adec:decorative xmlns:adec="http://schemas.microsoft.com/office/drawing/2017/decorative" val="1"/>
                </a:ext>
              </a:extLst>
            </p:cNvPr>
            <p:cNvSpPr/>
            <p:nvPr/>
          </p:nvSpPr>
          <p:spPr>
            <a:xfrm>
              <a:off x="3221400" y="1517247"/>
              <a:ext cx="456767" cy="457200"/>
            </a:xfrm>
            <a:custGeom>
              <a:avLst/>
              <a:gdLst>
                <a:gd name="connsiteX0" fmla="*/ 5496614 w 6851505"/>
                <a:gd name="connsiteY0" fmla="*/ 4629394 h 6858002"/>
                <a:gd name="connsiteX1" fmla="*/ 5461744 w 6851505"/>
                <a:gd name="connsiteY1" fmla="*/ 4864103 h 6858002"/>
                <a:gd name="connsiteX2" fmla="*/ 5396084 w 6851505"/>
                <a:gd name="connsiteY2" fmla="*/ 5090400 h 6858002"/>
                <a:gd name="connsiteX3" fmla="*/ 5533800 w 6851505"/>
                <a:gd name="connsiteY3" fmla="*/ 5090400 h 6858002"/>
                <a:gd name="connsiteX4" fmla="*/ 5672689 w 6851505"/>
                <a:gd name="connsiteY4" fmla="*/ 5090400 h 6858002"/>
                <a:gd name="connsiteX5" fmla="*/ 5675036 w 6851505"/>
                <a:gd name="connsiteY5" fmla="*/ 5080422 h 6858002"/>
                <a:gd name="connsiteX6" fmla="*/ 5675308 w 6851505"/>
                <a:gd name="connsiteY6" fmla="*/ 4862232 h 6858002"/>
                <a:gd name="connsiteX7" fmla="*/ 5675308 w 6851505"/>
                <a:gd name="connsiteY7" fmla="*/ 4629394 h 6858002"/>
                <a:gd name="connsiteX8" fmla="*/ 5496614 w 6851505"/>
                <a:gd name="connsiteY8" fmla="*/ 4629394 h 6858002"/>
                <a:gd name="connsiteX9" fmla="*/ 5299280 w 6851505"/>
                <a:gd name="connsiteY9" fmla="*/ 4462248 h 6858002"/>
                <a:gd name="connsiteX10" fmla="*/ 5893499 w 6851505"/>
                <a:gd name="connsiteY10" fmla="*/ 4462248 h 6858002"/>
                <a:gd name="connsiteX11" fmla="*/ 5893499 w 6851505"/>
                <a:gd name="connsiteY11" fmla="*/ 5089212 h 6858002"/>
                <a:gd name="connsiteX12" fmla="*/ 6022371 w 6851505"/>
                <a:gd name="connsiteY12" fmla="*/ 5089212 h 6858002"/>
                <a:gd name="connsiteX13" fmla="*/ 6022335 w 6851505"/>
                <a:gd name="connsiteY13" fmla="*/ 5493846 h 6858002"/>
                <a:gd name="connsiteX14" fmla="*/ 6004050 w 6851505"/>
                <a:gd name="connsiteY14" fmla="*/ 5507671 h 6858002"/>
                <a:gd name="connsiteX15" fmla="*/ 5824627 w 6851505"/>
                <a:gd name="connsiteY15" fmla="*/ 5508163 h 6858002"/>
                <a:gd name="connsiteX16" fmla="*/ 5824627 w 6851505"/>
                <a:gd name="connsiteY16" fmla="*/ 5266023 h 6858002"/>
                <a:gd name="connsiteX17" fmla="*/ 5290606 w 6851505"/>
                <a:gd name="connsiteY17" fmla="*/ 5266023 h 6858002"/>
                <a:gd name="connsiteX18" fmla="*/ 5290606 w 6851505"/>
                <a:gd name="connsiteY18" fmla="*/ 5506362 h 6858002"/>
                <a:gd name="connsiteX19" fmla="*/ 5092049 w 6851505"/>
                <a:gd name="connsiteY19" fmla="*/ 5506362 h 6858002"/>
                <a:gd name="connsiteX20" fmla="*/ 5092049 w 6851505"/>
                <a:gd name="connsiteY20" fmla="*/ 5090400 h 6858002"/>
                <a:gd name="connsiteX21" fmla="*/ 5137051 w 6851505"/>
                <a:gd name="connsiteY21" fmla="*/ 5090861 h 6858002"/>
                <a:gd name="connsiteX22" fmla="*/ 5195771 w 6851505"/>
                <a:gd name="connsiteY22" fmla="*/ 5052028 h 6858002"/>
                <a:gd name="connsiteX23" fmla="*/ 5262329 w 6851505"/>
                <a:gd name="connsiteY23" fmla="*/ 4821954 h 6858002"/>
                <a:gd name="connsiteX24" fmla="*/ 5289631 w 6851505"/>
                <a:gd name="connsiteY24" fmla="*/ 4567885 h 6858002"/>
                <a:gd name="connsiteX25" fmla="*/ 5299280 w 6851505"/>
                <a:gd name="connsiteY25" fmla="*/ 4462248 h 6858002"/>
                <a:gd name="connsiteX26" fmla="*/ 4524831 w 6851505"/>
                <a:gd name="connsiteY26" fmla="*/ 4338428 h 6858002"/>
                <a:gd name="connsiteX27" fmla="*/ 4277535 w 6851505"/>
                <a:gd name="connsiteY27" fmla="*/ 4339472 h 6858002"/>
                <a:gd name="connsiteX28" fmla="*/ 4255856 w 6851505"/>
                <a:gd name="connsiteY28" fmla="*/ 4362481 h 6858002"/>
                <a:gd name="connsiteX29" fmla="*/ 4234989 w 6851505"/>
                <a:gd name="connsiteY29" fmla="*/ 4573175 h 6858002"/>
                <a:gd name="connsiteX30" fmla="*/ 4192617 w 6851505"/>
                <a:gd name="connsiteY30" fmla="*/ 4820158 h 6858002"/>
                <a:gd name="connsiteX31" fmla="*/ 4111380 w 6851505"/>
                <a:gd name="connsiteY31" fmla="*/ 5082045 h 6858002"/>
                <a:gd name="connsiteX32" fmla="*/ 4524831 w 6851505"/>
                <a:gd name="connsiteY32" fmla="*/ 5082045 h 6858002"/>
                <a:gd name="connsiteX33" fmla="*/ 4524831 w 6851505"/>
                <a:gd name="connsiteY33" fmla="*/ 4932932 h 6858002"/>
                <a:gd name="connsiteX34" fmla="*/ 4524831 w 6851505"/>
                <a:gd name="connsiteY34" fmla="*/ 4338428 h 6858002"/>
                <a:gd name="connsiteX35" fmla="*/ 4050921 w 6851505"/>
                <a:gd name="connsiteY35" fmla="*/ 4166402 h 6858002"/>
                <a:gd name="connsiteX36" fmla="*/ 4748773 w 6851505"/>
                <a:gd name="connsiteY36" fmla="*/ 4166402 h 6858002"/>
                <a:gd name="connsiteX37" fmla="*/ 4748773 w 6851505"/>
                <a:gd name="connsiteY37" fmla="*/ 5082121 h 6858002"/>
                <a:gd name="connsiteX38" fmla="*/ 4882511 w 6851505"/>
                <a:gd name="connsiteY38" fmla="*/ 5082121 h 6858002"/>
                <a:gd name="connsiteX39" fmla="*/ 4882511 w 6851505"/>
                <a:gd name="connsiteY39" fmla="*/ 5521026 h 6858002"/>
                <a:gd name="connsiteX40" fmla="*/ 4794738 w 6851505"/>
                <a:gd name="connsiteY40" fmla="*/ 5521026 h 6858002"/>
                <a:gd name="connsiteX41" fmla="*/ 4673384 w 6851505"/>
                <a:gd name="connsiteY41" fmla="*/ 5521026 h 6858002"/>
                <a:gd name="connsiteX42" fmla="*/ 4673384 w 6851505"/>
                <a:gd name="connsiteY42" fmla="*/ 5265631 h 6858002"/>
                <a:gd name="connsiteX43" fmla="*/ 3986154 w 6851505"/>
                <a:gd name="connsiteY43" fmla="*/ 5265631 h 6858002"/>
                <a:gd name="connsiteX44" fmla="*/ 3986154 w 6851505"/>
                <a:gd name="connsiteY44" fmla="*/ 5518505 h 6858002"/>
                <a:gd name="connsiteX45" fmla="*/ 3768726 w 6851505"/>
                <a:gd name="connsiteY45" fmla="*/ 5518505 h 6858002"/>
                <a:gd name="connsiteX46" fmla="*/ 3768726 w 6851505"/>
                <a:gd name="connsiteY46" fmla="*/ 5083972 h 6858002"/>
                <a:gd name="connsiteX47" fmla="*/ 3836926 w 6851505"/>
                <a:gd name="connsiteY47" fmla="*/ 5084494 h 6858002"/>
                <a:gd name="connsiteX48" fmla="*/ 3881935 w 6851505"/>
                <a:gd name="connsiteY48" fmla="*/ 5059793 h 6858002"/>
                <a:gd name="connsiteX49" fmla="*/ 3991083 w 6851505"/>
                <a:gd name="connsiteY49" fmla="*/ 4745139 h 6858002"/>
                <a:gd name="connsiteX50" fmla="*/ 4029048 w 6851505"/>
                <a:gd name="connsiteY50" fmla="*/ 4516184 h 6858002"/>
                <a:gd name="connsiteX51" fmla="*/ 4042616 w 6851505"/>
                <a:gd name="connsiteY51" fmla="*/ 4339163 h 6858002"/>
                <a:gd name="connsiteX52" fmla="*/ 4050921 w 6851505"/>
                <a:gd name="connsiteY52" fmla="*/ 4166402 h 6858002"/>
                <a:gd name="connsiteX53" fmla="*/ 3471770 w 6851505"/>
                <a:gd name="connsiteY53" fmla="*/ 2930627 h 6858002"/>
                <a:gd name="connsiteX54" fmla="*/ 6571973 w 6851505"/>
                <a:gd name="connsiteY54" fmla="*/ 2930851 h 6858002"/>
                <a:gd name="connsiteX55" fmla="*/ 6844859 w 6851505"/>
                <a:gd name="connsiteY55" fmla="*/ 3175019 h 6858002"/>
                <a:gd name="connsiteX56" fmla="*/ 6851231 w 6851505"/>
                <a:gd name="connsiteY56" fmla="*/ 3273106 h 6858002"/>
                <a:gd name="connsiteX57" fmla="*/ 6851502 w 6851505"/>
                <a:gd name="connsiteY57" fmla="*/ 6817058 h 6858002"/>
                <a:gd name="connsiteX58" fmla="*/ 6851502 w 6851505"/>
                <a:gd name="connsiteY58" fmla="*/ 6857900 h 6858002"/>
                <a:gd name="connsiteX59" fmla="*/ 6814563 w 6851505"/>
                <a:gd name="connsiteY59" fmla="*/ 6857900 h 6858002"/>
                <a:gd name="connsiteX60" fmla="*/ 3228844 w 6851505"/>
                <a:gd name="connsiteY60" fmla="*/ 6857299 h 6858002"/>
                <a:gd name="connsiteX61" fmla="*/ 2938400 w 6851505"/>
                <a:gd name="connsiteY61" fmla="*/ 6627646 h 6858002"/>
                <a:gd name="connsiteX62" fmla="*/ 2931162 w 6851505"/>
                <a:gd name="connsiteY62" fmla="*/ 6552195 h 6858002"/>
                <a:gd name="connsiteX63" fmla="*/ 2933632 w 6851505"/>
                <a:gd name="connsiteY63" fmla="*/ 3459091 h 6858002"/>
                <a:gd name="connsiteX64" fmla="*/ 3226724 w 6851505"/>
                <a:gd name="connsiteY64" fmla="*/ 3459091 h 6858002"/>
                <a:gd name="connsiteX65" fmla="*/ 3226572 w 6851505"/>
                <a:gd name="connsiteY65" fmla="*/ 6560364 h 6858002"/>
                <a:gd name="connsiteX66" fmla="*/ 6553979 w 6851505"/>
                <a:gd name="connsiteY66" fmla="*/ 6560364 h 6858002"/>
                <a:gd name="connsiteX67" fmla="*/ 6553979 w 6851505"/>
                <a:gd name="connsiteY67" fmla="*/ 3226499 h 6858002"/>
                <a:gd name="connsiteX68" fmla="*/ 6533383 w 6851505"/>
                <a:gd name="connsiteY68" fmla="*/ 3226499 h 6858002"/>
                <a:gd name="connsiteX69" fmla="*/ 3471770 w 6851505"/>
                <a:gd name="connsiteY69" fmla="*/ 3223825 h 6858002"/>
                <a:gd name="connsiteX70" fmla="*/ 2410891 w 6851505"/>
                <a:gd name="connsiteY70" fmla="*/ 1733720 h 6858002"/>
                <a:gd name="connsiteX71" fmla="*/ 2275911 w 6851505"/>
                <a:gd name="connsiteY71" fmla="*/ 1831699 h 6858002"/>
                <a:gd name="connsiteX72" fmla="*/ 2275067 w 6851505"/>
                <a:gd name="connsiteY72" fmla="*/ 2123204 h 6858002"/>
                <a:gd name="connsiteX73" fmla="*/ 2380503 w 6851505"/>
                <a:gd name="connsiteY73" fmla="*/ 2215861 h 6858002"/>
                <a:gd name="connsiteX74" fmla="*/ 2548324 w 6851505"/>
                <a:gd name="connsiteY74" fmla="*/ 2159646 h 6858002"/>
                <a:gd name="connsiteX75" fmla="*/ 2583127 w 6851505"/>
                <a:gd name="connsiteY75" fmla="*/ 2097468 h 6858002"/>
                <a:gd name="connsiteX76" fmla="*/ 2597497 w 6851505"/>
                <a:gd name="connsiteY76" fmla="*/ 1911240 h 6858002"/>
                <a:gd name="connsiteX77" fmla="*/ 2410891 w 6851505"/>
                <a:gd name="connsiteY77" fmla="*/ 1733720 h 6858002"/>
                <a:gd name="connsiteX78" fmla="*/ 1152164 w 6851505"/>
                <a:gd name="connsiteY78" fmla="*/ 1464776 h 6858002"/>
                <a:gd name="connsiteX79" fmla="*/ 1152164 w 6851505"/>
                <a:gd name="connsiteY79" fmla="*/ 2185090 h 6858002"/>
                <a:gd name="connsiteX80" fmla="*/ 1353739 w 6851505"/>
                <a:gd name="connsiteY80" fmla="*/ 2183497 h 6858002"/>
                <a:gd name="connsiteX81" fmla="*/ 1509577 w 6851505"/>
                <a:gd name="connsiteY81" fmla="*/ 2111371 h 6858002"/>
                <a:gd name="connsiteX82" fmla="*/ 1586440 w 6851505"/>
                <a:gd name="connsiteY82" fmla="*/ 1907162 h 6858002"/>
                <a:gd name="connsiteX83" fmla="*/ 1579745 w 6851505"/>
                <a:gd name="connsiteY83" fmla="*/ 1706667 h 6858002"/>
                <a:gd name="connsiteX84" fmla="*/ 1474628 w 6851505"/>
                <a:gd name="connsiteY84" fmla="*/ 1516534 h 6858002"/>
                <a:gd name="connsiteX85" fmla="*/ 1152164 w 6851505"/>
                <a:gd name="connsiteY85" fmla="*/ 1464776 h 6858002"/>
                <a:gd name="connsiteX86" fmla="*/ 907335 w 6851505"/>
                <a:gd name="connsiteY86" fmla="*/ 1279033 h 6858002"/>
                <a:gd name="connsiteX87" fmla="*/ 941841 w 6851505"/>
                <a:gd name="connsiteY87" fmla="*/ 1279033 h 6858002"/>
                <a:gd name="connsiteX88" fmla="*/ 1340253 w 6851505"/>
                <a:gd name="connsiteY88" fmla="*/ 1279204 h 6858002"/>
                <a:gd name="connsiteX89" fmla="*/ 1648928 w 6851505"/>
                <a:gd name="connsiteY89" fmla="*/ 1377838 h 6858002"/>
                <a:gd name="connsiteX90" fmla="*/ 1823868 w 6851505"/>
                <a:gd name="connsiteY90" fmla="*/ 1672441 h 6858002"/>
                <a:gd name="connsiteX91" fmla="*/ 1836366 w 6851505"/>
                <a:gd name="connsiteY91" fmla="*/ 1903684 h 6858002"/>
                <a:gd name="connsiteX92" fmla="*/ 1710666 w 6851505"/>
                <a:gd name="connsiteY92" fmla="*/ 2220837 h 6858002"/>
                <a:gd name="connsiteX93" fmla="*/ 1413087 w 6851505"/>
                <a:gd name="connsiteY93" fmla="*/ 2369680 h 6858002"/>
                <a:gd name="connsiteX94" fmla="*/ 939216 w 6851505"/>
                <a:gd name="connsiteY94" fmla="*/ 2378093 h 6858002"/>
                <a:gd name="connsiteX95" fmla="*/ 907335 w 6851505"/>
                <a:gd name="connsiteY95" fmla="*/ 2376581 h 6858002"/>
                <a:gd name="connsiteX96" fmla="*/ 907335 w 6851505"/>
                <a:gd name="connsiteY96" fmla="*/ 1279033 h 6858002"/>
                <a:gd name="connsiteX97" fmla="*/ 2594499 w 6851505"/>
                <a:gd name="connsiteY97" fmla="*/ 1235887 h 6858002"/>
                <a:gd name="connsiteX98" fmla="*/ 2826393 w 6851505"/>
                <a:gd name="connsiteY98" fmla="*/ 1235887 h 6858002"/>
                <a:gd name="connsiteX99" fmla="*/ 2826393 w 6851505"/>
                <a:gd name="connsiteY99" fmla="*/ 2378033 h 6858002"/>
                <a:gd name="connsiteX100" fmla="*/ 2659389 w 6851505"/>
                <a:gd name="connsiteY100" fmla="*/ 2377555 h 6858002"/>
                <a:gd name="connsiteX101" fmla="*/ 2609615 w 6851505"/>
                <a:gd name="connsiteY101" fmla="*/ 2317050 h 6858002"/>
                <a:gd name="connsiteX102" fmla="*/ 2609513 w 6851505"/>
                <a:gd name="connsiteY102" fmla="*/ 2285359 h 6858002"/>
                <a:gd name="connsiteX103" fmla="*/ 2523529 w 6851505"/>
                <a:gd name="connsiteY103" fmla="*/ 2357119 h 6858002"/>
                <a:gd name="connsiteX104" fmla="*/ 2393927 w 6851505"/>
                <a:gd name="connsiteY104" fmla="*/ 2396819 h 6858002"/>
                <a:gd name="connsiteX105" fmla="*/ 2243488 w 6851505"/>
                <a:gd name="connsiteY105" fmla="*/ 2382570 h 6858002"/>
                <a:gd name="connsiteX106" fmla="*/ 2050587 w 6851505"/>
                <a:gd name="connsiteY106" fmla="*/ 2196727 h 6858002"/>
                <a:gd name="connsiteX107" fmla="*/ 2012759 w 6851505"/>
                <a:gd name="connsiteY107" fmla="*/ 1910964 h 6858002"/>
                <a:gd name="connsiteX108" fmla="*/ 2104580 w 6851505"/>
                <a:gd name="connsiteY108" fmla="*/ 1662968 h 6858002"/>
                <a:gd name="connsiteX109" fmla="*/ 2304744 w 6851505"/>
                <a:gd name="connsiteY109" fmla="*/ 1556675 h 6858002"/>
                <a:gd name="connsiteX110" fmla="*/ 2489157 w 6851505"/>
                <a:gd name="connsiteY110" fmla="*/ 1574754 h 6858002"/>
                <a:gd name="connsiteX111" fmla="*/ 2537087 w 6851505"/>
                <a:gd name="connsiteY111" fmla="*/ 1601866 h 6858002"/>
                <a:gd name="connsiteX112" fmla="*/ 2594499 w 6851505"/>
                <a:gd name="connsiteY112" fmla="*/ 1648399 h 6858002"/>
                <a:gd name="connsiteX113" fmla="*/ 2594499 w 6851505"/>
                <a:gd name="connsiteY113" fmla="*/ 1235887 h 6858002"/>
                <a:gd name="connsiteX114" fmla="*/ 32 w 6851505"/>
                <a:gd name="connsiteY114" fmla="*/ 7 h 6858002"/>
                <a:gd name="connsiteX115" fmla="*/ 39884 w 6851505"/>
                <a:gd name="connsiteY115" fmla="*/ 7 h 6858002"/>
                <a:gd name="connsiteX116" fmla="*/ 3439623 w 6851505"/>
                <a:gd name="connsiteY116" fmla="*/ 559 h 6858002"/>
                <a:gd name="connsiteX117" fmla="*/ 3544771 w 6851505"/>
                <a:gd name="connsiteY117" fmla="*/ 14254 h 6858002"/>
                <a:gd name="connsiteX118" fmla="*/ 3723395 w 6851505"/>
                <a:gd name="connsiteY118" fmla="*/ 198655 h 6858002"/>
                <a:gd name="connsiteX119" fmla="*/ 3739999 w 6851505"/>
                <a:gd name="connsiteY119" fmla="*/ 297311 h 6858002"/>
                <a:gd name="connsiteX120" fmla="*/ 3740696 w 6851505"/>
                <a:gd name="connsiteY120" fmla="*/ 2768386 h 6858002"/>
                <a:gd name="connsiteX121" fmla="*/ 3740696 w 6851505"/>
                <a:gd name="connsiteY121" fmla="*/ 2786931 h 6858002"/>
                <a:gd name="connsiteX122" fmla="*/ 3446582 w 6851505"/>
                <a:gd name="connsiteY122" fmla="*/ 2786931 h 6858002"/>
                <a:gd name="connsiteX123" fmla="*/ 3446582 w 6851505"/>
                <a:gd name="connsiteY123" fmla="*/ 297777 h 6858002"/>
                <a:gd name="connsiteX124" fmla="*/ 297659 w 6851505"/>
                <a:gd name="connsiteY124" fmla="*/ 297777 h 6858002"/>
                <a:gd name="connsiteX125" fmla="*/ 297659 w 6851505"/>
                <a:gd name="connsiteY125" fmla="*/ 3450811 h 6858002"/>
                <a:gd name="connsiteX126" fmla="*/ 2800652 w 6851505"/>
                <a:gd name="connsiteY126" fmla="*/ 3450811 h 6858002"/>
                <a:gd name="connsiteX127" fmla="*/ 2800652 w 6851505"/>
                <a:gd name="connsiteY127" fmla="*/ 3747104 h 6858002"/>
                <a:gd name="connsiteX128" fmla="*/ 2761844 w 6851505"/>
                <a:gd name="connsiteY128" fmla="*/ 3747104 h 6858002"/>
                <a:gd name="connsiteX129" fmla="*/ 310048 w 6851505"/>
                <a:gd name="connsiteY129" fmla="*/ 3746945 h 6858002"/>
                <a:gd name="connsiteX130" fmla="*/ 35027 w 6851505"/>
                <a:gd name="connsiteY130" fmla="*/ 3588731 h 6858002"/>
                <a:gd name="connsiteX131" fmla="*/ 1439 w 6851505"/>
                <a:gd name="connsiteY131" fmla="*/ 3456962 h 6858002"/>
                <a:gd name="connsiteX132" fmla="*/ 32 w 6851505"/>
                <a:gd name="connsiteY132" fmla="*/ 25091 h 6858002"/>
                <a:gd name="connsiteX133" fmla="*/ 32 w 6851505"/>
                <a:gd name="connsiteY133" fmla="*/ 7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1505" h="6858002">
                  <a:moveTo>
                    <a:pt x="5496614" y="4629394"/>
                  </a:moveTo>
                  <a:cubicBezTo>
                    <a:pt x="5485228" y="4708897"/>
                    <a:pt x="5478427" y="4787576"/>
                    <a:pt x="5461744" y="4864103"/>
                  </a:cubicBezTo>
                  <a:cubicBezTo>
                    <a:pt x="5445148" y="4940240"/>
                    <a:pt x="5418627" y="5014214"/>
                    <a:pt x="5396084" y="5090400"/>
                  </a:cubicBezTo>
                  <a:cubicBezTo>
                    <a:pt x="5441931" y="5090400"/>
                    <a:pt x="5487865" y="5090400"/>
                    <a:pt x="5533800" y="5090400"/>
                  </a:cubicBezTo>
                  <a:cubicBezTo>
                    <a:pt x="5580432" y="5090400"/>
                    <a:pt x="5627062" y="5090400"/>
                    <a:pt x="5672689" y="5090400"/>
                  </a:cubicBezTo>
                  <a:cubicBezTo>
                    <a:pt x="5674133" y="5084417"/>
                    <a:pt x="5675032" y="5082420"/>
                    <a:pt x="5675036" y="5080422"/>
                  </a:cubicBezTo>
                  <a:cubicBezTo>
                    <a:pt x="5675179" y="5009834"/>
                    <a:pt x="5675237" y="4939247"/>
                    <a:pt x="5675308" y="4862232"/>
                  </a:cubicBezTo>
                  <a:cubicBezTo>
                    <a:pt x="5675308" y="4784594"/>
                    <a:pt x="5675308" y="4706955"/>
                    <a:pt x="5675308" y="4629394"/>
                  </a:cubicBezTo>
                  <a:cubicBezTo>
                    <a:pt x="5612966" y="4629394"/>
                    <a:pt x="5554611" y="4629394"/>
                    <a:pt x="5496614" y="4629394"/>
                  </a:cubicBezTo>
                  <a:close/>
                  <a:moveTo>
                    <a:pt x="5299280" y="4462248"/>
                  </a:moveTo>
                  <a:cubicBezTo>
                    <a:pt x="5495754" y="4462248"/>
                    <a:pt x="5693156" y="4462248"/>
                    <a:pt x="5893499" y="4462248"/>
                  </a:cubicBezTo>
                  <a:cubicBezTo>
                    <a:pt x="5893499" y="4671067"/>
                    <a:pt x="5893499" y="4879186"/>
                    <a:pt x="5893499" y="5089212"/>
                  </a:cubicBezTo>
                  <a:cubicBezTo>
                    <a:pt x="5936714" y="5089212"/>
                    <a:pt x="5977063" y="5089212"/>
                    <a:pt x="6022371" y="5089212"/>
                  </a:cubicBezTo>
                  <a:cubicBezTo>
                    <a:pt x="6022371" y="5224307"/>
                    <a:pt x="6022371" y="5357535"/>
                    <a:pt x="6022335" y="5493846"/>
                  </a:cubicBezTo>
                  <a:cubicBezTo>
                    <a:pt x="6016216" y="5500673"/>
                    <a:pt x="6010180" y="5507584"/>
                    <a:pt x="6004050" y="5507671"/>
                  </a:cubicBezTo>
                  <a:cubicBezTo>
                    <a:pt x="5945261" y="5508493"/>
                    <a:pt x="5886456" y="5508163"/>
                    <a:pt x="5824627" y="5508163"/>
                  </a:cubicBezTo>
                  <a:cubicBezTo>
                    <a:pt x="5824627" y="5427415"/>
                    <a:pt x="5824627" y="5347745"/>
                    <a:pt x="5824627" y="5266023"/>
                  </a:cubicBezTo>
                  <a:cubicBezTo>
                    <a:pt x="5645623" y="5266023"/>
                    <a:pt x="5469637" y="5266023"/>
                    <a:pt x="5290606" y="5266023"/>
                  </a:cubicBezTo>
                  <a:cubicBezTo>
                    <a:pt x="5290606" y="5345263"/>
                    <a:pt x="5290606" y="5424931"/>
                    <a:pt x="5290606" y="5506362"/>
                  </a:cubicBezTo>
                  <a:cubicBezTo>
                    <a:pt x="5222956" y="5506362"/>
                    <a:pt x="5158320" y="5506362"/>
                    <a:pt x="5092049" y="5506362"/>
                  </a:cubicBezTo>
                  <a:cubicBezTo>
                    <a:pt x="5092049" y="5368255"/>
                    <a:pt x="5092049" y="5230812"/>
                    <a:pt x="5092049" y="5090400"/>
                  </a:cubicBezTo>
                  <a:cubicBezTo>
                    <a:pt x="5107783" y="5090400"/>
                    <a:pt x="5122912" y="5088096"/>
                    <a:pt x="5137051" y="5090861"/>
                  </a:cubicBezTo>
                  <a:cubicBezTo>
                    <a:pt x="5170419" y="5097388"/>
                    <a:pt x="5187448" y="5078432"/>
                    <a:pt x="5195771" y="5052028"/>
                  </a:cubicBezTo>
                  <a:cubicBezTo>
                    <a:pt x="5219786" y="4975845"/>
                    <a:pt x="5247460" y="4900060"/>
                    <a:pt x="5262329" y="4821954"/>
                  </a:cubicBezTo>
                  <a:cubicBezTo>
                    <a:pt x="5278208" y="4738554"/>
                    <a:pt x="5281210" y="4652693"/>
                    <a:pt x="5289631" y="4567885"/>
                  </a:cubicBezTo>
                  <a:cubicBezTo>
                    <a:pt x="5293066" y="4533299"/>
                    <a:pt x="5295972" y="4498661"/>
                    <a:pt x="5299280" y="4462248"/>
                  </a:cubicBezTo>
                  <a:close/>
                  <a:moveTo>
                    <a:pt x="4524831" y="4338428"/>
                  </a:moveTo>
                  <a:cubicBezTo>
                    <a:pt x="4439847" y="4338428"/>
                    <a:pt x="4358667" y="4337786"/>
                    <a:pt x="4277535" y="4339472"/>
                  </a:cubicBezTo>
                  <a:cubicBezTo>
                    <a:pt x="4269857" y="4339632"/>
                    <a:pt x="4256857" y="4353750"/>
                    <a:pt x="4255856" y="4362481"/>
                  </a:cubicBezTo>
                  <a:cubicBezTo>
                    <a:pt x="4247815" y="4432592"/>
                    <a:pt x="4244479" y="4503294"/>
                    <a:pt x="4234989" y="4573175"/>
                  </a:cubicBezTo>
                  <a:cubicBezTo>
                    <a:pt x="4223749" y="4655942"/>
                    <a:pt x="4212624" y="4739263"/>
                    <a:pt x="4192617" y="4820158"/>
                  </a:cubicBezTo>
                  <a:cubicBezTo>
                    <a:pt x="4170521" y="4909494"/>
                    <a:pt x="4138416" y="4996353"/>
                    <a:pt x="4111380" y="5082045"/>
                  </a:cubicBezTo>
                  <a:cubicBezTo>
                    <a:pt x="4244012" y="5082045"/>
                    <a:pt x="4383500" y="5082045"/>
                    <a:pt x="4524831" y="5082045"/>
                  </a:cubicBezTo>
                  <a:cubicBezTo>
                    <a:pt x="4524831" y="5033213"/>
                    <a:pt x="4524831" y="4986286"/>
                    <a:pt x="4524831" y="4932932"/>
                  </a:cubicBezTo>
                  <a:cubicBezTo>
                    <a:pt x="4524831" y="4735379"/>
                    <a:pt x="4524831" y="4537826"/>
                    <a:pt x="4524831" y="4338428"/>
                  </a:cubicBezTo>
                  <a:close/>
                  <a:moveTo>
                    <a:pt x="4050921" y="4166402"/>
                  </a:moveTo>
                  <a:cubicBezTo>
                    <a:pt x="4283567" y="4166402"/>
                    <a:pt x="4515266" y="4166402"/>
                    <a:pt x="4748773" y="4166402"/>
                  </a:cubicBezTo>
                  <a:cubicBezTo>
                    <a:pt x="4748773" y="4471525"/>
                    <a:pt x="4748773" y="4775288"/>
                    <a:pt x="4748773" y="5082121"/>
                  </a:cubicBezTo>
                  <a:cubicBezTo>
                    <a:pt x="4793696" y="5082121"/>
                    <a:pt x="4836996" y="5082121"/>
                    <a:pt x="4882511" y="5082121"/>
                  </a:cubicBezTo>
                  <a:cubicBezTo>
                    <a:pt x="4882511" y="5229059"/>
                    <a:pt x="4882511" y="5372953"/>
                    <a:pt x="4882511" y="5521026"/>
                  </a:cubicBezTo>
                  <a:cubicBezTo>
                    <a:pt x="4854848" y="5521026"/>
                    <a:pt x="4826393" y="5521026"/>
                    <a:pt x="4794738" y="5521026"/>
                  </a:cubicBezTo>
                  <a:cubicBezTo>
                    <a:pt x="4753160" y="5521026"/>
                    <a:pt x="4714785" y="5521026"/>
                    <a:pt x="4673384" y="5521026"/>
                  </a:cubicBezTo>
                  <a:cubicBezTo>
                    <a:pt x="4673384" y="5435205"/>
                    <a:pt x="4673384" y="5351240"/>
                    <a:pt x="4673384" y="5265631"/>
                  </a:cubicBezTo>
                  <a:cubicBezTo>
                    <a:pt x="4442919" y="5265631"/>
                    <a:pt x="4215504" y="5265631"/>
                    <a:pt x="3986154" y="5265631"/>
                  </a:cubicBezTo>
                  <a:cubicBezTo>
                    <a:pt x="3986154" y="5349642"/>
                    <a:pt x="3986154" y="5432816"/>
                    <a:pt x="3986154" y="5518505"/>
                  </a:cubicBezTo>
                  <a:cubicBezTo>
                    <a:pt x="3913230" y="5518505"/>
                    <a:pt x="3842145" y="5518505"/>
                    <a:pt x="3768726" y="5518505"/>
                  </a:cubicBezTo>
                  <a:cubicBezTo>
                    <a:pt x="3768726" y="5376075"/>
                    <a:pt x="3768726" y="5232180"/>
                    <a:pt x="3768726" y="5083972"/>
                  </a:cubicBezTo>
                  <a:cubicBezTo>
                    <a:pt x="3790793" y="5083972"/>
                    <a:pt x="3814073" y="5082149"/>
                    <a:pt x="3836926" y="5084494"/>
                  </a:cubicBezTo>
                  <a:cubicBezTo>
                    <a:pt x="3859016" y="5086760"/>
                    <a:pt x="3871960" y="5078130"/>
                    <a:pt x="3881935" y="5059793"/>
                  </a:cubicBezTo>
                  <a:cubicBezTo>
                    <a:pt x="3935729" y="4960916"/>
                    <a:pt x="3970332" y="4855291"/>
                    <a:pt x="3991083" y="4745139"/>
                  </a:cubicBezTo>
                  <a:cubicBezTo>
                    <a:pt x="4005402" y="4669121"/>
                    <a:pt x="4018979" y="4592848"/>
                    <a:pt x="4029048" y="4516184"/>
                  </a:cubicBezTo>
                  <a:cubicBezTo>
                    <a:pt x="4036745" y="4457590"/>
                    <a:pt x="4039020" y="4398241"/>
                    <a:pt x="4042616" y="4339163"/>
                  </a:cubicBezTo>
                  <a:cubicBezTo>
                    <a:pt x="4046088" y="4282107"/>
                    <a:pt x="4048163" y="4224966"/>
                    <a:pt x="4050921" y="4166402"/>
                  </a:cubicBezTo>
                  <a:close/>
                  <a:moveTo>
                    <a:pt x="3471770" y="2930627"/>
                  </a:moveTo>
                  <a:lnTo>
                    <a:pt x="6571973" y="2930851"/>
                  </a:lnTo>
                  <a:cubicBezTo>
                    <a:pt x="6707356" y="2930864"/>
                    <a:pt x="6829149" y="3042304"/>
                    <a:pt x="6844859" y="3175019"/>
                  </a:cubicBezTo>
                  <a:cubicBezTo>
                    <a:pt x="6848709" y="3207521"/>
                    <a:pt x="6851225" y="3240399"/>
                    <a:pt x="6851231" y="3273106"/>
                  </a:cubicBezTo>
                  <a:cubicBezTo>
                    <a:pt x="6851555" y="4454423"/>
                    <a:pt x="6851502" y="5635740"/>
                    <a:pt x="6851502" y="6817058"/>
                  </a:cubicBezTo>
                  <a:cubicBezTo>
                    <a:pt x="6851502" y="6829677"/>
                    <a:pt x="6851502" y="6842296"/>
                    <a:pt x="6851502" y="6857900"/>
                  </a:cubicBezTo>
                  <a:cubicBezTo>
                    <a:pt x="6837483" y="6857900"/>
                    <a:pt x="6826019" y="6857900"/>
                    <a:pt x="6814563" y="6857900"/>
                  </a:cubicBezTo>
                  <a:cubicBezTo>
                    <a:pt x="5619319" y="6857900"/>
                    <a:pt x="4424081" y="6858369"/>
                    <a:pt x="3228844" y="6857299"/>
                  </a:cubicBezTo>
                  <a:cubicBezTo>
                    <a:pt x="3081674" y="6857167"/>
                    <a:pt x="2972856" y="6767248"/>
                    <a:pt x="2938400" y="6627646"/>
                  </a:cubicBezTo>
                  <a:cubicBezTo>
                    <a:pt x="2932404" y="6603358"/>
                    <a:pt x="2931169" y="6577394"/>
                    <a:pt x="2931162" y="6552195"/>
                  </a:cubicBezTo>
                  <a:lnTo>
                    <a:pt x="2933632" y="3459091"/>
                  </a:lnTo>
                  <a:lnTo>
                    <a:pt x="3226724" y="3459091"/>
                  </a:lnTo>
                  <a:lnTo>
                    <a:pt x="3226572" y="6560364"/>
                  </a:lnTo>
                  <a:cubicBezTo>
                    <a:pt x="4338171" y="6560364"/>
                    <a:pt x="5446032" y="6560364"/>
                    <a:pt x="6553979" y="6560364"/>
                  </a:cubicBezTo>
                  <a:cubicBezTo>
                    <a:pt x="6553979" y="5448481"/>
                    <a:pt x="6553979" y="4338474"/>
                    <a:pt x="6553979" y="3226499"/>
                  </a:cubicBezTo>
                  <a:cubicBezTo>
                    <a:pt x="6545929" y="3226499"/>
                    <a:pt x="6539656" y="3226499"/>
                    <a:pt x="6533383" y="3226499"/>
                  </a:cubicBezTo>
                  <a:lnTo>
                    <a:pt x="3471770" y="3223825"/>
                  </a:lnTo>
                  <a:close/>
                  <a:moveTo>
                    <a:pt x="2410891" y="1733720"/>
                  </a:moveTo>
                  <a:cubicBezTo>
                    <a:pt x="2357132" y="1737550"/>
                    <a:pt x="2295745" y="1779998"/>
                    <a:pt x="2275911" y="1831699"/>
                  </a:cubicBezTo>
                  <a:cubicBezTo>
                    <a:pt x="2238835" y="1928349"/>
                    <a:pt x="2238387" y="2025777"/>
                    <a:pt x="2275067" y="2123204"/>
                  </a:cubicBezTo>
                  <a:cubicBezTo>
                    <a:pt x="2293913" y="2173261"/>
                    <a:pt x="2329309" y="2208205"/>
                    <a:pt x="2380503" y="2215861"/>
                  </a:cubicBezTo>
                  <a:cubicBezTo>
                    <a:pt x="2441522" y="2224987"/>
                    <a:pt x="2503058" y="2220470"/>
                    <a:pt x="2548324" y="2159646"/>
                  </a:cubicBezTo>
                  <a:cubicBezTo>
                    <a:pt x="2560158" y="2138998"/>
                    <a:pt x="2575633" y="2119586"/>
                    <a:pt x="2583127" y="2097468"/>
                  </a:cubicBezTo>
                  <a:cubicBezTo>
                    <a:pt x="2603611" y="2037020"/>
                    <a:pt x="2607101" y="1975281"/>
                    <a:pt x="2597497" y="1911240"/>
                  </a:cubicBezTo>
                  <a:cubicBezTo>
                    <a:pt x="2582896" y="1813870"/>
                    <a:pt x="2530624" y="1725189"/>
                    <a:pt x="2410891" y="1733720"/>
                  </a:cubicBezTo>
                  <a:close/>
                  <a:moveTo>
                    <a:pt x="1152164" y="1464776"/>
                  </a:moveTo>
                  <a:cubicBezTo>
                    <a:pt x="1152164" y="1709044"/>
                    <a:pt x="1152164" y="1949172"/>
                    <a:pt x="1152164" y="2185090"/>
                  </a:cubicBezTo>
                  <a:cubicBezTo>
                    <a:pt x="1220520" y="2185090"/>
                    <a:pt x="1287767" y="2190394"/>
                    <a:pt x="1353739" y="2183497"/>
                  </a:cubicBezTo>
                  <a:cubicBezTo>
                    <a:pt x="1411625" y="2177445"/>
                    <a:pt x="1469001" y="2157618"/>
                    <a:pt x="1509577" y="2111371"/>
                  </a:cubicBezTo>
                  <a:cubicBezTo>
                    <a:pt x="1560346" y="2053507"/>
                    <a:pt x="1582848" y="1982167"/>
                    <a:pt x="1586440" y="1907162"/>
                  </a:cubicBezTo>
                  <a:cubicBezTo>
                    <a:pt x="1589632" y="1840508"/>
                    <a:pt x="1588433" y="1772717"/>
                    <a:pt x="1579745" y="1706667"/>
                  </a:cubicBezTo>
                  <a:cubicBezTo>
                    <a:pt x="1570102" y="1633349"/>
                    <a:pt x="1542804" y="1565282"/>
                    <a:pt x="1474628" y="1516534"/>
                  </a:cubicBezTo>
                  <a:cubicBezTo>
                    <a:pt x="1373907" y="1456216"/>
                    <a:pt x="1262304" y="1469452"/>
                    <a:pt x="1152164" y="1464776"/>
                  </a:cubicBezTo>
                  <a:close/>
                  <a:moveTo>
                    <a:pt x="907335" y="1279033"/>
                  </a:moveTo>
                  <a:cubicBezTo>
                    <a:pt x="919185" y="1279033"/>
                    <a:pt x="930514" y="1279033"/>
                    <a:pt x="941841" y="1279033"/>
                  </a:cubicBezTo>
                  <a:cubicBezTo>
                    <a:pt x="1074646" y="1279033"/>
                    <a:pt x="1207453" y="1278476"/>
                    <a:pt x="1340253" y="1279204"/>
                  </a:cubicBezTo>
                  <a:cubicBezTo>
                    <a:pt x="1453241" y="1279822"/>
                    <a:pt x="1558335" y="1310648"/>
                    <a:pt x="1648928" y="1377838"/>
                  </a:cubicBezTo>
                  <a:cubicBezTo>
                    <a:pt x="1747167" y="1450698"/>
                    <a:pt x="1804642" y="1553020"/>
                    <a:pt x="1823868" y="1672441"/>
                  </a:cubicBezTo>
                  <a:cubicBezTo>
                    <a:pt x="1836091" y="1748369"/>
                    <a:pt x="1841900" y="1827189"/>
                    <a:pt x="1836366" y="1903684"/>
                  </a:cubicBezTo>
                  <a:cubicBezTo>
                    <a:pt x="1827900" y="2020698"/>
                    <a:pt x="1792699" y="2129942"/>
                    <a:pt x="1710666" y="2220837"/>
                  </a:cubicBezTo>
                  <a:cubicBezTo>
                    <a:pt x="1630070" y="2310141"/>
                    <a:pt x="1529414" y="2362119"/>
                    <a:pt x="1413087" y="2369680"/>
                  </a:cubicBezTo>
                  <a:cubicBezTo>
                    <a:pt x="1256651" y="2379848"/>
                    <a:pt x="1099301" y="2375953"/>
                    <a:pt x="939216" y="2378093"/>
                  </a:cubicBezTo>
                  <a:cubicBezTo>
                    <a:pt x="926812" y="2377604"/>
                    <a:pt x="917534" y="2377117"/>
                    <a:pt x="907335" y="2376581"/>
                  </a:cubicBezTo>
                  <a:cubicBezTo>
                    <a:pt x="907335" y="2010699"/>
                    <a:pt x="907335" y="1646903"/>
                    <a:pt x="907335" y="1279033"/>
                  </a:cubicBezTo>
                  <a:close/>
                  <a:moveTo>
                    <a:pt x="2594499" y="1235887"/>
                  </a:moveTo>
                  <a:cubicBezTo>
                    <a:pt x="2674018" y="1235887"/>
                    <a:pt x="2749380" y="1235887"/>
                    <a:pt x="2826393" y="1235887"/>
                  </a:cubicBezTo>
                  <a:cubicBezTo>
                    <a:pt x="2826393" y="1615986"/>
                    <a:pt x="2826393" y="1995491"/>
                    <a:pt x="2826393" y="2378033"/>
                  </a:cubicBezTo>
                  <a:cubicBezTo>
                    <a:pt x="2770098" y="2378033"/>
                    <a:pt x="2714706" y="2379124"/>
                    <a:pt x="2659389" y="2377555"/>
                  </a:cubicBezTo>
                  <a:cubicBezTo>
                    <a:pt x="2633193" y="2376812"/>
                    <a:pt x="2611536" y="2348177"/>
                    <a:pt x="2609615" y="2317050"/>
                  </a:cubicBezTo>
                  <a:cubicBezTo>
                    <a:pt x="2608968" y="2306569"/>
                    <a:pt x="2609513" y="2296015"/>
                    <a:pt x="2609513" y="2285359"/>
                  </a:cubicBezTo>
                  <a:cubicBezTo>
                    <a:pt x="2580371" y="2309964"/>
                    <a:pt x="2553618" y="2335906"/>
                    <a:pt x="2523529" y="2357119"/>
                  </a:cubicBezTo>
                  <a:cubicBezTo>
                    <a:pt x="2485265" y="2384095"/>
                    <a:pt x="2440956" y="2398598"/>
                    <a:pt x="2393927" y="2396819"/>
                  </a:cubicBezTo>
                  <a:cubicBezTo>
                    <a:pt x="2343527" y="2394915"/>
                    <a:pt x="2290915" y="2396644"/>
                    <a:pt x="2243488" y="2382570"/>
                  </a:cubicBezTo>
                  <a:cubicBezTo>
                    <a:pt x="2149500" y="2354678"/>
                    <a:pt x="2088840" y="2285522"/>
                    <a:pt x="2050587" y="2196727"/>
                  </a:cubicBezTo>
                  <a:cubicBezTo>
                    <a:pt x="2011147" y="2105179"/>
                    <a:pt x="2006176" y="2008020"/>
                    <a:pt x="2012759" y="1910964"/>
                  </a:cubicBezTo>
                  <a:cubicBezTo>
                    <a:pt x="2018905" y="1820352"/>
                    <a:pt x="2045925" y="1732522"/>
                    <a:pt x="2104580" y="1662968"/>
                  </a:cubicBezTo>
                  <a:cubicBezTo>
                    <a:pt x="2154851" y="1603354"/>
                    <a:pt x="2224392" y="1562736"/>
                    <a:pt x="2304744" y="1556675"/>
                  </a:cubicBezTo>
                  <a:cubicBezTo>
                    <a:pt x="2366283" y="1552034"/>
                    <a:pt x="2430020" y="1546754"/>
                    <a:pt x="2489157" y="1574754"/>
                  </a:cubicBezTo>
                  <a:cubicBezTo>
                    <a:pt x="2505023" y="1582266"/>
                    <a:pt x="2519983" y="1591688"/>
                    <a:pt x="2537087" y="1601866"/>
                  </a:cubicBezTo>
                  <a:cubicBezTo>
                    <a:pt x="2555936" y="1617303"/>
                    <a:pt x="2573058" y="1631110"/>
                    <a:pt x="2594499" y="1648399"/>
                  </a:cubicBezTo>
                  <a:cubicBezTo>
                    <a:pt x="2594499" y="1509142"/>
                    <a:pt x="2594499" y="1373418"/>
                    <a:pt x="2594499" y="1235887"/>
                  </a:cubicBezTo>
                  <a:close/>
                  <a:moveTo>
                    <a:pt x="32" y="7"/>
                  </a:moveTo>
                  <a:cubicBezTo>
                    <a:pt x="14877" y="7"/>
                    <a:pt x="27380" y="7"/>
                    <a:pt x="39884" y="7"/>
                  </a:cubicBezTo>
                  <a:cubicBezTo>
                    <a:pt x="1173130" y="7"/>
                    <a:pt x="2306377" y="-108"/>
                    <a:pt x="3439623" y="559"/>
                  </a:cubicBezTo>
                  <a:cubicBezTo>
                    <a:pt x="3473882" y="579"/>
                    <a:pt x="3508136" y="8775"/>
                    <a:pt x="3544771" y="14254"/>
                  </a:cubicBezTo>
                  <a:cubicBezTo>
                    <a:pt x="3633220" y="50197"/>
                    <a:pt x="3695333" y="109042"/>
                    <a:pt x="3723395" y="198655"/>
                  </a:cubicBezTo>
                  <a:cubicBezTo>
                    <a:pt x="3733289" y="230247"/>
                    <a:pt x="3739963" y="264346"/>
                    <a:pt x="3739999" y="297311"/>
                  </a:cubicBezTo>
                  <a:cubicBezTo>
                    <a:pt x="3740891" y="1121002"/>
                    <a:pt x="3740698" y="1944694"/>
                    <a:pt x="3740696" y="2768386"/>
                  </a:cubicBezTo>
                  <a:cubicBezTo>
                    <a:pt x="3740696" y="2773729"/>
                    <a:pt x="3740696" y="2779073"/>
                    <a:pt x="3740696" y="2786931"/>
                  </a:cubicBezTo>
                  <a:cubicBezTo>
                    <a:pt x="3643237" y="2786931"/>
                    <a:pt x="3546429" y="2786931"/>
                    <a:pt x="3446582" y="2786931"/>
                  </a:cubicBezTo>
                  <a:cubicBezTo>
                    <a:pt x="3446582" y="1958824"/>
                    <a:pt x="3446582" y="1129357"/>
                    <a:pt x="3446582" y="297777"/>
                  </a:cubicBezTo>
                  <a:cubicBezTo>
                    <a:pt x="2395586" y="297777"/>
                    <a:pt x="1347609" y="297777"/>
                    <a:pt x="297659" y="297777"/>
                  </a:cubicBezTo>
                  <a:cubicBezTo>
                    <a:pt x="297659" y="1347551"/>
                    <a:pt x="297659" y="2397669"/>
                    <a:pt x="297659" y="3450811"/>
                  </a:cubicBezTo>
                  <a:cubicBezTo>
                    <a:pt x="1131488" y="3450811"/>
                    <a:pt x="1965239" y="3450811"/>
                    <a:pt x="2800652" y="3450811"/>
                  </a:cubicBezTo>
                  <a:cubicBezTo>
                    <a:pt x="2800652" y="3550626"/>
                    <a:pt x="2800652" y="3647422"/>
                    <a:pt x="2800652" y="3747104"/>
                  </a:cubicBezTo>
                  <a:cubicBezTo>
                    <a:pt x="2786967" y="3747104"/>
                    <a:pt x="2774406" y="3747104"/>
                    <a:pt x="2761844" y="3747104"/>
                  </a:cubicBezTo>
                  <a:cubicBezTo>
                    <a:pt x="1944580" y="3747104"/>
                    <a:pt x="1127314" y="3747249"/>
                    <a:pt x="310048" y="3746945"/>
                  </a:cubicBezTo>
                  <a:cubicBezTo>
                    <a:pt x="188628" y="3746899"/>
                    <a:pt x="93648" y="3694508"/>
                    <a:pt x="35027" y="3588731"/>
                  </a:cubicBezTo>
                  <a:cubicBezTo>
                    <a:pt x="13664" y="3550183"/>
                    <a:pt x="1508" y="3501206"/>
                    <a:pt x="1439" y="3456962"/>
                  </a:cubicBezTo>
                  <a:cubicBezTo>
                    <a:pt x="-340" y="2313007"/>
                    <a:pt x="32" y="1169049"/>
                    <a:pt x="32" y="25091"/>
                  </a:cubicBezTo>
                  <a:cubicBezTo>
                    <a:pt x="32" y="17829"/>
                    <a:pt x="32" y="10567"/>
                    <a:pt x="32" y="7"/>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927" name="Group 926">
            <a:extLst>
              <a:ext uri="{FF2B5EF4-FFF2-40B4-BE49-F238E27FC236}">
                <a16:creationId xmlns:a16="http://schemas.microsoft.com/office/drawing/2014/main" id="{A9E51A57-6EBA-EAD0-E9FE-5180CD898EAC}"/>
              </a:ext>
              <a:ext uri="{C183D7F6-B498-43B3-948B-1728B52AA6E4}">
                <adec:decorative xmlns:adec="http://schemas.microsoft.com/office/drawing/2017/decorative" val="1"/>
              </a:ext>
            </a:extLst>
          </p:cNvPr>
          <p:cNvGrpSpPr>
            <a:grpSpLocks noChangeAspect="1"/>
          </p:cNvGrpSpPr>
          <p:nvPr/>
        </p:nvGrpSpPr>
        <p:grpSpPr>
          <a:xfrm>
            <a:off x="3863810" y="1517247"/>
            <a:ext cx="460818" cy="457200"/>
            <a:chOff x="3863810" y="1517247"/>
            <a:chExt cx="460818" cy="457200"/>
          </a:xfrm>
          <a:solidFill>
            <a:srgbClr val="FF0000"/>
          </a:solidFill>
        </p:grpSpPr>
        <p:sp>
          <p:nvSpPr>
            <p:cNvPr id="932" name="Freeform: Shape 931">
              <a:extLst>
                <a:ext uri="{FF2B5EF4-FFF2-40B4-BE49-F238E27FC236}">
                  <a16:creationId xmlns:a16="http://schemas.microsoft.com/office/drawing/2014/main" id="{D39371A3-5F5A-20B7-775C-80D10482FD0F}"/>
                </a:ext>
                <a:ext uri="{C183D7F6-B498-43B3-948B-1728B52AA6E4}">
                  <adec:decorative xmlns:adec="http://schemas.microsoft.com/office/drawing/2017/decorative" val="1"/>
                </a:ext>
              </a:extLst>
            </p:cNvPr>
            <p:cNvSpPr/>
            <p:nvPr/>
          </p:nvSpPr>
          <p:spPr>
            <a:xfrm>
              <a:off x="3863810" y="1553880"/>
              <a:ext cx="460818" cy="420567"/>
            </a:xfrm>
            <a:custGeom>
              <a:avLst/>
              <a:gdLst>
                <a:gd name="connsiteX0" fmla="*/ 672969 w 6912276"/>
                <a:gd name="connsiteY0" fmla="*/ 4604551 h 6308511"/>
                <a:gd name="connsiteX1" fmla="*/ 1643175 w 6912276"/>
                <a:gd name="connsiteY1" fmla="*/ 4604551 h 6308511"/>
                <a:gd name="connsiteX2" fmla="*/ 1643175 w 6912276"/>
                <a:gd name="connsiteY2" fmla="*/ 4784559 h 6308511"/>
                <a:gd name="connsiteX3" fmla="*/ 1523426 w 6912276"/>
                <a:gd name="connsiteY3" fmla="*/ 4784559 h 6308511"/>
                <a:gd name="connsiteX4" fmla="*/ 1523426 w 6912276"/>
                <a:gd name="connsiteY4" fmla="*/ 5010104 h 6308511"/>
                <a:gd name="connsiteX5" fmla="*/ 1523681 w 6912276"/>
                <a:gd name="connsiteY5" fmla="*/ 5175924 h 6308511"/>
                <a:gd name="connsiteX6" fmla="*/ 1604974 w 6912276"/>
                <a:gd name="connsiteY6" fmla="*/ 5258839 h 6308511"/>
                <a:gd name="connsiteX7" fmla="*/ 1645927 w 6912276"/>
                <a:gd name="connsiteY7" fmla="*/ 5298234 h 6308511"/>
                <a:gd name="connsiteX8" fmla="*/ 1644539 w 6912276"/>
                <a:gd name="connsiteY8" fmla="*/ 5426765 h 6308511"/>
                <a:gd name="connsiteX9" fmla="*/ 1629110 w 6912276"/>
                <a:gd name="connsiteY9" fmla="*/ 5453768 h 6308511"/>
                <a:gd name="connsiteX10" fmla="*/ 1422119 w 6912276"/>
                <a:gd name="connsiteY10" fmla="*/ 5443184 h 6308511"/>
                <a:gd name="connsiteX11" fmla="*/ 1288071 w 6912276"/>
                <a:gd name="connsiteY11" fmla="*/ 5285415 h 6308511"/>
                <a:gd name="connsiteX12" fmla="*/ 1279979 w 6912276"/>
                <a:gd name="connsiteY12" fmla="*/ 5060492 h 6308511"/>
                <a:gd name="connsiteX13" fmla="*/ 1279551 w 6912276"/>
                <a:gd name="connsiteY13" fmla="*/ 4796529 h 6308511"/>
                <a:gd name="connsiteX14" fmla="*/ 1278250 w 6912276"/>
                <a:gd name="connsiteY14" fmla="*/ 4787493 h 6308511"/>
                <a:gd name="connsiteX15" fmla="*/ 1049546 w 6912276"/>
                <a:gd name="connsiteY15" fmla="*/ 4787493 h 6308511"/>
                <a:gd name="connsiteX16" fmla="*/ 1049546 w 6912276"/>
                <a:gd name="connsiteY16" fmla="*/ 4994904 h 6308511"/>
                <a:gd name="connsiteX17" fmla="*/ 1049546 w 6912276"/>
                <a:gd name="connsiteY17" fmla="*/ 5446465 h 6308511"/>
                <a:gd name="connsiteX18" fmla="*/ 806171 w 6912276"/>
                <a:gd name="connsiteY18" fmla="*/ 5446465 h 6308511"/>
                <a:gd name="connsiteX19" fmla="*/ 806171 w 6912276"/>
                <a:gd name="connsiteY19" fmla="*/ 4786130 h 6308511"/>
                <a:gd name="connsiteX20" fmla="*/ 672969 w 6912276"/>
                <a:gd name="connsiteY20" fmla="*/ 4786130 h 6308511"/>
                <a:gd name="connsiteX21" fmla="*/ 672969 w 6912276"/>
                <a:gd name="connsiteY21" fmla="*/ 4604551 h 6308511"/>
                <a:gd name="connsiteX22" fmla="*/ 4662574 w 6912276"/>
                <a:gd name="connsiteY22" fmla="*/ 4603079 h 6308511"/>
                <a:gd name="connsiteX23" fmla="*/ 4922839 w 6912276"/>
                <a:gd name="connsiteY23" fmla="*/ 4603079 h 6308511"/>
                <a:gd name="connsiteX24" fmla="*/ 4838546 w 6912276"/>
                <a:gd name="connsiteY24" fmla="*/ 4722656 h 6308511"/>
                <a:gd name="connsiteX25" fmla="*/ 4646489 w 6912276"/>
                <a:gd name="connsiteY25" fmla="*/ 4991403 h 6308511"/>
                <a:gd name="connsiteX26" fmla="*/ 4649201 w 6912276"/>
                <a:gd name="connsiteY26" fmla="*/ 5024223 h 6308511"/>
                <a:gd name="connsiteX27" fmla="*/ 4927784 w 6912276"/>
                <a:gd name="connsiteY27" fmla="*/ 5424213 h 6308511"/>
                <a:gd name="connsiteX28" fmla="*/ 4941170 w 6912276"/>
                <a:gd name="connsiteY28" fmla="*/ 5448469 h 6308511"/>
                <a:gd name="connsiteX29" fmla="*/ 4691126 w 6912276"/>
                <a:gd name="connsiteY29" fmla="*/ 5447711 h 6308511"/>
                <a:gd name="connsiteX30" fmla="*/ 4663665 w 6912276"/>
                <a:gd name="connsiteY30" fmla="*/ 5430888 h 6308511"/>
                <a:gd name="connsiteX31" fmla="*/ 4514172 w 6912276"/>
                <a:gd name="connsiteY31" fmla="*/ 5194156 h 6308511"/>
                <a:gd name="connsiteX32" fmla="*/ 4501633 w 6912276"/>
                <a:gd name="connsiteY32" fmla="*/ 5178511 h 6308511"/>
                <a:gd name="connsiteX33" fmla="*/ 4440882 w 6912276"/>
                <a:gd name="connsiteY33" fmla="*/ 5274402 h 6308511"/>
                <a:gd name="connsiteX34" fmla="*/ 4339783 w 6912276"/>
                <a:gd name="connsiteY34" fmla="*/ 5432857 h 6308511"/>
                <a:gd name="connsiteX35" fmla="*/ 4317765 w 6912276"/>
                <a:gd name="connsiteY35" fmla="*/ 5447790 h 6308511"/>
                <a:gd name="connsiteX36" fmla="*/ 4070389 w 6912276"/>
                <a:gd name="connsiteY36" fmla="*/ 5448457 h 6308511"/>
                <a:gd name="connsiteX37" fmla="*/ 4163993 w 6912276"/>
                <a:gd name="connsiteY37" fmla="*/ 5316107 h 6308511"/>
                <a:gd name="connsiteX38" fmla="*/ 4362168 w 6912276"/>
                <a:gd name="connsiteY38" fmla="*/ 5035827 h 6308511"/>
                <a:gd name="connsiteX39" fmla="*/ 4364644 w 6912276"/>
                <a:gd name="connsiteY39" fmla="*/ 4998892 h 6308511"/>
                <a:gd name="connsiteX40" fmla="*/ 4090442 w 6912276"/>
                <a:gd name="connsiteY40" fmla="*/ 4604028 h 6308511"/>
                <a:gd name="connsiteX41" fmla="*/ 4362976 w 6912276"/>
                <a:gd name="connsiteY41" fmla="*/ 4604028 h 6308511"/>
                <a:gd name="connsiteX42" fmla="*/ 4515345 w 6912276"/>
                <a:gd name="connsiteY42" fmla="*/ 4857586 h 6308511"/>
                <a:gd name="connsiteX43" fmla="*/ 4662574 w 6912276"/>
                <a:gd name="connsiteY43" fmla="*/ 4603079 h 6308511"/>
                <a:gd name="connsiteX44" fmla="*/ 1985111 w 6912276"/>
                <a:gd name="connsiteY44" fmla="*/ 4292417 h 6308511"/>
                <a:gd name="connsiteX45" fmla="*/ 2167862 w 6912276"/>
                <a:gd name="connsiteY45" fmla="*/ 4292417 h 6308511"/>
                <a:gd name="connsiteX46" fmla="*/ 2159773 w 6912276"/>
                <a:gd name="connsiteY46" fmla="*/ 4378215 h 6308511"/>
                <a:gd name="connsiteX47" fmla="*/ 2145343 w 6912276"/>
                <a:gd name="connsiteY47" fmla="*/ 4479380 h 6308511"/>
                <a:gd name="connsiteX48" fmla="*/ 2281032 w 6912276"/>
                <a:gd name="connsiteY48" fmla="*/ 4408829 h 6308511"/>
                <a:gd name="connsiteX49" fmla="*/ 2327735 w 6912276"/>
                <a:gd name="connsiteY49" fmla="*/ 4428686 h 6308511"/>
                <a:gd name="connsiteX50" fmla="*/ 2376802 w 6912276"/>
                <a:gd name="connsiteY50" fmla="*/ 4560174 h 6308511"/>
                <a:gd name="connsiteX51" fmla="*/ 2194010 w 6912276"/>
                <a:gd name="connsiteY51" fmla="*/ 4611807 h 6308511"/>
                <a:gd name="connsiteX52" fmla="*/ 2320830 w 6912276"/>
                <a:gd name="connsiteY52" fmla="*/ 4745769 h 6308511"/>
                <a:gd name="connsiteX53" fmla="*/ 2319379 w 6912276"/>
                <a:gd name="connsiteY53" fmla="*/ 4785660 h 6308511"/>
                <a:gd name="connsiteX54" fmla="*/ 2213162 w 6912276"/>
                <a:gd name="connsiteY54" fmla="*/ 4864264 h 6308511"/>
                <a:gd name="connsiteX55" fmla="*/ 2179460 w 6912276"/>
                <a:gd name="connsiteY55" fmla="*/ 4858462 h 6308511"/>
                <a:gd name="connsiteX56" fmla="*/ 2077841 w 6912276"/>
                <a:gd name="connsiteY56" fmla="*/ 4693729 h 6308511"/>
                <a:gd name="connsiteX57" fmla="*/ 2003814 w 6912276"/>
                <a:gd name="connsiteY57" fmla="*/ 4812661 h 6308511"/>
                <a:gd name="connsiteX58" fmla="*/ 1898215 w 6912276"/>
                <a:gd name="connsiteY58" fmla="*/ 4831366 h 6308511"/>
                <a:gd name="connsiteX59" fmla="*/ 1814247 w 6912276"/>
                <a:gd name="connsiteY59" fmla="*/ 4770005 h 6308511"/>
                <a:gd name="connsiteX60" fmla="*/ 1957000 w 6912276"/>
                <a:gd name="connsiteY60" fmla="*/ 4611633 h 6308511"/>
                <a:gd name="connsiteX61" fmla="*/ 1778981 w 6912276"/>
                <a:gd name="connsiteY61" fmla="*/ 4560695 h 6308511"/>
                <a:gd name="connsiteX62" fmla="*/ 1840560 w 6912276"/>
                <a:gd name="connsiteY62" fmla="*/ 4394260 h 6308511"/>
                <a:gd name="connsiteX63" fmla="*/ 2004081 w 6912276"/>
                <a:gd name="connsiteY63" fmla="*/ 4478369 h 6308511"/>
                <a:gd name="connsiteX64" fmla="*/ 1985111 w 6912276"/>
                <a:gd name="connsiteY64" fmla="*/ 4292417 h 6308511"/>
                <a:gd name="connsiteX65" fmla="*/ 3274400 w 6912276"/>
                <a:gd name="connsiteY65" fmla="*/ 4242984 h 6308511"/>
                <a:gd name="connsiteX66" fmla="*/ 3497332 w 6912276"/>
                <a:gd name="connsiteY66" fmla="*/ 4243466 h 6308511"/>
                <a:gd name="connsiteX67" fmla="*/ 3403071 w 6912276"/>
                <a:gd name="connsiteY67" fmla="*/ 4512412 h 6308511"/>
                <a:gd name="connsiteX68" fmla="*/ 3276963 w 6912276"/>
                <a:gd name="connsiteY68" fmla="*/ 4861642 h 6308511"/>
                <a:gd name="connsiteX69" fmla="*/ 3078532 w 6912276"/>
                <a:gd name="connsiteY69" fmla="*/ 5418846 h 6308511"/>
                <a:gd name="connsiteX70" fmla="*/ 3035547 w 6912276"/>
                <a:gd name="connsiteY70" fmla="*/ 5449407 h 6308511"/>
                <a:gd name="connsiteX71" fmla="*/ 2824535 w 6912276"/>
                <a:gd name="connsiteY71" fmla="*/ 5448475 h 6308511"/>
                <a:gd name="connsiteX72" fmla="*/ 2687766 w 6912276"/>
                <a:gd name="connsiteY72" fmla="*/ 5105496 h 6308511"/>
                <a:gd name="connsiteX73" fmla="*/ 2686070 w 6912276"/>
                <a:gd name="connsiteY73" fmla="*/ 5099126 h 6308511"/>
                <a:gd name="connsiteX74" fmla="*/ 2641224 w 6912276"/>
                <a:gd name="connsiteY74" fmla="*/ 5006432 h 6308511"/>
                <a:gd name="connsiteX75" fmla="*/ 2542200 w 6912276"/>
                <a:gd name="connsiteY75" fmla="*/ 5001700 h 6308511"/>
                <a:gd name="connsiteX76" fmla="*/ 2500222 w 6912276"/>
                <a:gd name="connsiteY76" fmla="*/ 5001674 h 6308511"/>
                <a:gd name="connsiteX77" fmla="*/ 2500222 w 6912276"/>
                <a:gd name="connsiteY77" fmla="*/ 4832431 h 6308511"/>
                <a:gd name="connsiteX78" fmla="*/ 2777278 w 6912276"/>
                <a:gd name="connsiteY78" fmla="*/ 4832431 h 6308511"/>
                <a:gd name="connsiteX79" fmla="*/ 2863640 w 6912276"/>
                <a:gd name="connsiteY79" fmla="*/ 4895218 h 6308511"/>
                <a:gd name="connsiteX80" fmla="*/ 2945180 w 6912276"/>
                <a:gd name="connsiteY80" fmla="*/ 5161471 h 6308511"/>
                <a:gd name="connsiteX81" fmla="*/ 2948879 w 6912276"/>
                <a:gd name="connsiteY81" fmla="*/ 5168209 h 6308511"/>
                <a:gd name="connsiteX82" fmla="*/ 2958889 w 6912276"/>
                <a:gd name="connsiteY82" fmla="*/ 5148817 h 6308511"/>
                <a:gd name="connsiteX83" fmla="*/ 3107598 w 6912276"/>
                <a:gd name="connsiteY83" fmla="*/ 4685793 h 6308511"/>
                <a:gd name="connsiteX84" fmla="*/ 3239710 w 6912276"/>
                <a:gd name="connsiteY84" fmla="*/ 4269089 h 6308511"/>
                <a:gd name="connsiteX85" fmla="*/ 3274400 w 6912276"/>
                <a:gd name="connsiteY85" fmla="*/ 4242984 h 6308511"/>
                <a:gd name="connsiteX86" fmla="*/ 5002475 w 6912276"/>
                <a:gd name="connsiteY86" fmla="*/ 4223169 h 6308511"/>
                <a:gd name="connsiteX87" fmla="*/ 5224880 w 6912276"/>
                <a:gd name="connsiteY87" fmla="*/ 4223696 h 6308511"/>
                <a:gd name="connsiteX88" fmla="*/ 5245905 w 6912276"/>
                <a:gd name="connsiteY88" fmla="*/ 4235540 h 6308511"/>
                <a:gd name="connsiteX89" fmla="*/ 5423685 w 6912276"/>
                <a:gd name="connsiteY89" fmla="*/ 4679423 h 6308511"/>
                <a:gd name="connsiteX90" fmla="*/ 5448378 w 6912276"/>
                <a:gd name="connsiteY90" fmla="*/ 5082965 h 6308511"/>
                <a:gd name="connsiteX91" fmla="*/ 5257476 w 6912276"/>
                <a:gd name="connsiteY91" fmla="*/ 5694044 h 6308511"/>
                <a:gd name="connsiteX92" fmla="*/ 5197494 w 6912276"/>
                <a:gd name="connsiteY92" fmla="*/ 5726467 h 6308511"/>
                <a:gd name="connsiteX93" fmla="*/ 5006436 w 6912276"/>
                <a:gd name="connsiteY93" fmla="*/ 5726032 h 6308511"/>
                <a:gd name="connsiteX94" fmla="*/ 5125821 w 6912276"/>
                <a:gd name="connsiteY94" fmla="*/ 5429907 h 6308511"/>
                <a:gd name="connsiteX95" fmla="*/ 5185577 w 6912276"/>
                <a:gd name="connsiteY95" fmla="*/ 5139796 h 6308511"/>
                <a:gd name="connsiteX96" fmla="*/ 5191035 w 6912276"/>
                <a:gd name="connsiteY96" fmla="*/ 4846906 h 6308511"/>
                <a:gd name="connsiteX97" fmla="*/ 5086162 w 6912276"/>
                <a:gd name="connsiteY97" fmla="*/ 4410332 h 6308511"/>
                <a:gd name="connsiteX98" fmla="*/ 5002475 w 6912276"/>
                <a:gd name="connsiteY98" fmla="*/ 4223169 h 6308511"/>
                <a:gd name="connsiteX99" fmla="*/ 4018036 w 6912276"/>
                <a:gd name="connsiteY99" fmla="*/ 4223155 h 6308511"/>
                <a:gd name="connsiteX100" fmla="*/ 3951783 w 6912276"/>
                <a:gd name="connsiteY100" fmla="*/ 5585889 h 6308511"/>
                <a:gd name="connsiteX101" fmla="*/ 4017453 w 6912276"/>
                <a:gd name="connsiteY101" fmla="*/ 5726027 h 6308511"/>
                <a:gd name="connsiteX102" fmla="*/ 3798054 w 6912276"/>
                <a:gd name="connsiteY102" fmla="*/ 5725364 h 6308511"/>
                <a:gd name="connsiteX103" fmla="*/ 3772977 w 6912276"/>
                <a:gd name="connsiteY103" fmla="*/ 5710646 h 6308511"/>
                <a:gd name="connsiteX104" fmla="*/ 3622427 w 6912276"/>
                <a:gd name="connsiteY104" fmla="*/ 5382837 h 6308511"/>
                <a:gd name="connsiteX105" fmla="*/ 3568764 w 6912276"/>
                <a:gd name="connsiteY105" fmla="*/ 4888035 h 6308511"/>
                <a:gd name="connsiteX106" fmla="*/ 3659911 w 6912276"/>
                <a:gd name="connsiteY106" fmla="*/ 4460560 h 6308511"/>
                <a:gd name="connsiteX107" fmla="*/ 3769415 w 6912276"/>
                <a:gd name="connsiteY107" fmla="*/ 4243343 h 6308511"/>
                <a:gd name="connsiteX108" fmla="*/ 3805452 w 6912276"/>
                <a:gd name="connsiteY108" fmla="*/ 4224042 h 6308511"/>
                <a:gd name="connsiteX109" fmla="*/ 4018036 w 6912276"/>
                <a:gd name="connsiteY109" fmla="*/ 4223155 h 6308511"/>
                <a:gd name="connsiteX110" fmla="*/ 5872125 w 6912276"/>
                <a:gd name="connsiteY110" fmla="*/ 4141836 h 6308511"/>
                <a:gd name="connsiteX111" fmla="*/ 6033583 w 6912276"/>
                <a:gd name="connsiteY111" fmla="*/ 4158912 h 6308511"/>
                <a:gd name="connsiteX112" fmla="*/ 6149838 w 6912276"/>
                <a:gd name="connsiteY112" fmla="*/ 4380304 h 6308511"/>
                <a:gd name="connsiteX113" fmla="*/ 6025189 w 6912276"/>
                <a:gd name="connsiteY113" fmla="*/ 4548398 h 6308511"/>
                <a:gd name="connsiteX114" fmla="*/ 5877073 w 6912276"/>
                <a:gd name="connsiteY114" fmla="*/ 4659482 h 6308511"/>
                <a:gd name="connsiteX115" fmla="*/ 5857560 w 6912276"/>
                <a:gd name="connsiteY115" fmla="*/ 4681962 h 6308511"/>
                <a:gd name="connsiteX116" fmla="*/ 6145495 w 6912276"/>
                <a:gd name="connsiteY116" fmla="*/ 4681962 h 6308511"/>
                <a:gd name="connsiteX117" fmla="*/ 6145495 w 6912276"/>
                <a:gd name="connsiteY117" fmla="*/ 4816249 h 6308511"/>
                <a:gd name="connsiteX118" fmla="*/ 5660428 w 6912276"/>
                <a:gd name="connsiteY118" fmla="*/ 4816249 h 6308511"/>
                <a:gd name="connsiteX119" fmla="*/ 5720816 w 6912276"/>
                <a:gd name="connsiteY119" fmla="*/ 4606682 h 6308511"/>
                <a:gd name="connsiteX120" fmla="*/ 5878559 w 6912276"/>
                <a:gd name="connsiteY120" fmla="*/ 4475484 h 6308511"/>
                <a:gd name="connsiteX121" fmla="*/ 5958477 w 6912276"/>
                <a:gd name="connsiteY121" fmla="*/ 4384478 h 6308511"/>
                <a:gd name="connsiteX122" fmla="*/ 5892377 w 6912276"/>
                <a:gd name="connsiteY122" fmla="*/ 4290513 h 6308511"/>
                <a:gd name="connsiteX123" fmla="*/ 5733749 w 6912276"/>
                <a:gd name="connsiteY123" fmla="*/ 4327076 h 6308511"/>
                <a:gd name="connsiteX124" fmla="*/ 5707998 w 6912276"/>
                <a:gd name="connsiteY124" fmla="*/ 4318345 h 6308511"/>
                <a:gd name="connsiteX125" fmla="*/ 5657497 w 6912276"/>
                <a:gd name="connsiteY125" fmla="*/ 4229741 h 6308511"/>
                <a:gd name="connsiteX126" fmla="*/ 5665881 w 6912276"/>
                <a:gd name="connsiteY126" fmla="*/ 4203804 h 6308511"/>
                <a:gd name="connsiteX127" fmla="*/ 5872125 w 6912276"/>
                <a:gd name="connsiteY127" fmla="*/ 4141836 h 6308511"/>
                <a:gd name="connsiteX128" fmla="*/ 3908635 w 6912276"/>
                <a:gd name="connsiteY128" fmla="*/ 3512155 h 6308511"/>
                <a:gd name="connsiteX129" fmla="*/ 6912127 w 6912276"/>
                <a:gd name="connsiteY129" fmla="*/ 3512155 h 6308511"/>
                <a:gd name="connsiteX130" fmla="*/ 6912127 w 6912276"/>
                <a:gd name="connsiteY130" fmla="*/ 3554086 h 6308511"/>
                <a:gd name="connsiteX131" fmla="*/ 6911615 w 6912276"/>
                <a:gd name="connsiteY131" fmla="*/ 5997691 h 6308511"/>
                <a:gd name="connsiteX132" fmla="*/ 6662606 w 6912276"/>
                <a:gd name="connsiteY132" fmla="*/ 6307322 h 6308511"/>
                <a:gd name="connsiteX133" fmla="*/ 6635661 w 6912276"/>
                <a:gd name="connsiteY133" fmla="*/ 6308203 h 6308511"/>
                <a:gd name="connsiteX134" fmla="*/ 32506 w 6912276"/>
                <a:gd name="connsiteY134" fmla="*/ 6308232 h 6308511"/>
                <a:gd name="connsiteX135" fmla="*/ 236 w 6912276"/>
                <a:gd name="connsiteY135" fmla="*/ 6308232 h 6308511"/>
                <a:gd name="connsiteX136" fmla="*/ 236 w 6912276"/>
                <a:gd name="connsiteY136" fmla="*/ 6275493 h 6308511"/>
                <a:gd name="connsiteX137" fmla="*/ 1033 w 6912276"/>
                <a:gd name="connsiteY137" fmla="*/ 3821736 h 6308511"/>
                <a:gd name="connsiteX138" fmla="*/ 250873 w 6912276"/>
                <a:gd name="connsiteY138" fmla="*/ 3512944 h 6308511"/>
                <a:gd name="connsiteX139" fmla="*/ 284636 w 6912276"/>
                <a:gd name="connsiteY139" fmla="*/ 3512347 h 6308511"/>
                <a:gd name="connsiteX140" fmla="*/ 3003643 w 6912276"/>
                <a:gd name="connsiteY140" fmla="*/ 3515169 h 6308511"/>
                <a:gd name="connsiteX141" fmla="*/ 3003643 w 6912276"/>
                <a:gd name="connsiteY141" fmla="*/ 3823840 h 6308511"/>
                <a:gd name="connsiteX142" fmla="*/ 313991 w 6912276"/>
                <a:gd name="connsiteY142" fmla="*/ 3823769 h 6308511"/>
                <a:gd name="connsiteX143" fmla="*/ 313991 w 6912276"/>
                <a:gd name="connsiteY143" fmla="*/ 5994485 h 6308511"/>
                <a:gd name="connsiteX144" fmla="*/ 6598223 w 6912276"/>
                <a:gd name="connsiteY144" fmla="*/ 5994485 h 6308511"/>
                <a:gd name="connsiteX145" fmla="*/ 6598223 w 6912276"/>
                <a:gd name="connsiteY145" fmla="*/ 3823741 h 6308511"/>
                <a:gd name="connsiteX146" fmla="*/ 6555260 w 6912276"/>
                <a:gd name="connsiteY146" fmla="*/ 3823741 h 6308511"/>
                <a:gd name="connsiteX147" fmla="*/ 3908635 w 6912276"/>
                <a:gd name="connsiteY147" fmla="*/ 3823485 h 6308511"/>
                <a:gd name="connsiteX148" fmla="*/ 4677680 w 6912276"/>
                <a:gd name="connsiteY148" fmla="*/ 508191 h 6308511"/>
                <a:gd name="connsiteX149" fmla="*/ 4838017 w 6912276"/>
                <a:gd name="connsiteY149" fmla="*/ 508191 h 6308511"/>
                <a:gd name="connsiteX150" fmla="*/ 4838017 w 6912276"/>
                <a:gd name="connsiteY150" fmla="*/ 660865 h 6308511"/>
                <a:gd name="connsiteX151" fmla="*/ 4726453 w 6912276"/>
                <a:gd name="connsiteY151" fmla="*/ 660865 h 6308511"/>
                <a:gd name="connsiteX152" fmla="*/ 4726453 w 6912276"/>
                <a:gd name="connsiteY152" fmla="*/ 817513 h 6308511"/>
                <a:gd name="connsiteX153" fmla="*/ 4612045 w 6912276"/>
                <a:gd name="connsiteY153" fmla="*/ 817513 h 6308511"/>
                <a:gd name="connsiteX154" fmla="*/ 4612045 w 6912276"/>
                <a:gd name="connsiteY154" fmla="*/ 958228 h 6308511"/>
                <a:gd name="connsiteX155" fmla="*/ 4724050 w 6912276"/>
                <a:gd name="connsiteY155" fmla="*/ 958228 h 6308511"/>
                <a:gd name="connsiteX156" fmla="*/ 4724050 w 6912276"/>
                <a:gd name="connsiteY156" fmla="*/ 1114876 h 6308511"/>
                <a:gd name="connsiteX157" fmla="*/ 4838709 w 6912276"/>
                <a:gd name="connsiteY157" fmla="*/ 1114876 h 6308511"/>
                <a:gd name="connsiteX158" fmla="*/ 4838709 w 6912276"/>
                <a:gd name="connsiteY158" fmla="*/ 1269920 h 6308511"/>
                <a:gd name="connsiteX159" fmla="*/ 4680084 w 6912276"/>
                <a:gd name="connsiteY159" fmla="*/ 1269920 h 6308511"/>
                <a:gd name="connsiteX160" fmla="*/ 4680084 w 6912276"/>
                <a:gd name="connsiteY160" fmla="*/ 1124130 h 6308511"/>
                <a:gd name="connsiteX161" fmla="*/ 4564051 w 6912276"/>
                <a:gd name="connsiteY161" fmla="*/ 1124130 h 6308511"/>
                <a:gd name="connsiteX162" fmla="*/ 4564051 w 6912276"/>
                <a:gd name="connsiteY162" fmla="*/ 968822 h 6308511"/>
                <a:gd name="connsiteX163" fmla="*/ 4496617 w 6912276"/>
                <a:gd name="connsiteY163" fmla="*/ 968822 h 6308511"/>
                <a:gd name="connsiteX164" fmla="*/ 4496617 w 6912276"/>
                <a:gd name="connsiteY164" fmla="*/ 1120596 h 6308511"/>
                <a:gd name="connsiteX165" fmla="*/ 4381803 w 6912276"/>
                <a:gd name="connsiteY165" fmla="*/ 1120596 h 6308511"/>
                <a:gd name="connsiteX166" fmla="*/ 4381803 w 6912276"/>
                <a:gd name="connsiteY166" fmla="*/ 1269398 h 6308511"/>
                <a:gd name="connsiteX167" fmla="*/ 4226478 w 6912276"/>
                <a:gd name="connsiteY167" fmla="*/ 1269398 h 6308511"/>
                <a:gd name="connsiteX168" fmla="*/ 4226478 w 6912276"/>
                <a:gd name="connsiteY168" fmla="*/ 1116011 h 6308511"/>
                <a:gd name="connsiteX169" fmla="*/ 4331988 w 6912276"/>
                <a:gd name="connsiteY169" fmla="*/ 1116011 h 6308511"/>
                <a:gd name="connsiteX170" fmla="*/ 4331988 w 6912276"/>
                <a:gd name="connsiteY170" fmla="*/ 961757 h 6308511"/>
                <a:gd name="connsiteX171" fmla="*/ 4445760 w 6912276"/>
                <a:gd name="connsiteY171" fmla="*/ 961757 h 6308511"/>
                <a:gd name="connsiteX172" fmla="*/ 4445760 w 6912276"/>
                <a:gd name="connsiteY172" fmla="*/ 818646 h 6308511"/>
                <a:gd name="connsiteX173" fmla="*/ 4333042 w 6912276"/>
                <a:gd name="connsiteY173" fmla="*/ 818646 h 6308511"/>
                <a:gd name="connsiteX174" fmla="*/ 4333042 w 6912276"/>
                <a:gd name="connsiteY174" fmla="*/ 663197 h 6308511"/>
                <a:gd name="connsiteX175" fmla="*/ 4226980 w 6912276"/>
                <a:gd name="connsiteY175" fmla="*/ 663197 h 6308511"/>
                <a:gd name="connsiteX176" fmla="*/ 4226980 w 6912276"/>
                <a:gd name="connsiteY176" fmla="*/ 508789 h 6308511"/>
                <a:gd name="connsiteX177" fmla="*/ 4379553 w 6912276"/>
                <a:gd name="connsiteY177" fmla="*/ 508789 h 6308511"/>
                <a:gd name="connsiteX178" fmla="*/ 4379553 w 6912276"/>
                <a:gd name="connsiteY178" fmla="*/ 655296 h 6308511"/>
                <a:gd name="connsiteX179" fmla="*/ 4494409 w 6912276"/>
                <a:gd name="connsiteY179" fmla="*/ 655296 h 6308511"/>
                <a:gd name="connsiteX180" fmla="*/ 4494409 w 6912276"/>
                <a:gd name="connsiteY180" fmla="*/ 808751 h 6308511"/>
                <a:gd name="connsiteX181" fmla="*/ 4561838 w 6912276"/>
                <a:gd name="connsiteY181" fmla="*/ 808751 h 6308511"/>
                <a:gd name="connsiteX182" fmla="*/ 4561838 w 6912276"/>
                <a:gd name="connsiteY182" fmla="*/ 655519 h 6308511"/>
                <a:gd name="connsiteX183" fmla="*/ 4604169 w 6912276"/>
                <a:gd name="connsiteY183" fmla="*/ 655519 h 6308511"/>
                <a:gd name="connsiteX184" fmla="*/ 4677680 w 6912276"/>
                <a:gd name="connsiteY184" fmla="*/ 655519 h 6308511"/>
                <a:gd name="connsiteX185" fmla="*/ 4677680 w 6912276"/>
                <a:gd name="connsiteY185" fmla="*/ 508191 h 6308511"/>
                <a:gd name="connsiteX186" fmla="*/ 700099 w 6912276"/>
                <a:gd name="connsiteY186" fmla="*/ 481843 h 6308511"/>
                <a:gd name="connsiteX187" fmla="*/ 1616095 w 6912276"/>
                <a:gd name="connsiteY187" fmla="*/ 481843 h 6308511"/>
                <a:gd name="connsiteX188" fmla="*/ 1616095 w 6912276"/>
                <a:gd name="connsiteY188" fmla="*/ 641527 h 6308511"/>
                <a:gd name="connsiteX189" fmla="*/ 1470875 w 6912276"/>
                <a:gd name="connsiteY189" fmla="*/ 641527 h 6308511"/>
                <a:gd name="connsiteX190" fmla="*/ 1470875 w 6912276"/>
                <a:gd name="connsiteY190" fmla="*/ 1086853 h 6308511"/>
                <a:gd name="connsiteX191" fmla="*/ 1542347 w 6912276"/>
                <a:gd name="connsiteY191" fmla="*/ 1086853 h 6308511"/>
                <a:gd name="connsiteX192" fmla="*/ 1542347 w 6912276"/>
                <a:gd name="connsiteY192" fmla="*/ 1243567 h 6308511"/>
                <a:gd name="connsiteX193" fmla="*/ 1656976 w 6912276"/>
                <a:gd name="connsiteY193" fmla="*/ 1243567 h 6308511"/>
                <a:gd name="connsiteX194" fmla="*/ 1656976 w 6912276"/>
                <a:gd name="connsiteY194" fmla="*/ 1398594 h 6308511"/>
                <a:gd name="connsiteX195" fmla="*/ 1504944 w 6912276"/>
                <a:gd name="connsiteY195" fmla="*/ 1398594 h 6308511"/>
                <a:gd name="connsiteX196" fmla="*/ 1504944 w 6912276"/>
                <a:gd name="connsiteY196" fmla="*/ 1251255 h 6308511"/>
                <a:gd name="connsiteX197" fmla="*/ 1435723 w 6912276"/>
                <a:gd name="connsiteY197" fmla="*/ 1251255 h 6308511"/>
                <a:gd name="connsiteX198" fmla="*/ 1389021 w 6912276"/>
                <a:gd name="connsiteY198" fmla="*/ 1251255 h 6308511"/>
                <a:gd name="connsiteX199" fmla="*/ 1389021 w 6912276"/>
                <a:gd name="connsiteY199" fmla="*/ 1096067 h 6308511"/>
                <a:gd name="connsiteX200" fmla="*/ 1308008 w 6912276"/>
                <a:gd name="connsiteY200" fmla="*/ 1096067 h 6308511"/>
                <a:gd name="connsiteX201" fmla="*/ 1308008 w 6912276"/>
                <a:gd name="connsiteY201" fmla="*/ 644576 h 6308511"/>
                <a:gd name="connsiteX202" fmla="*/ 1010378 w 6912276"/>
                <a:gd name="connsiteY202" fmla="*/ 644576 h 6308511"/>
                <a:gd name="connsiteX203" fmla="*/ 1010378 w 6912276"/>
                <a:gd name="connsiteY203" fmla="*/ 1398074 h 6308511"/>
                <a:gd name="connsiteX204" fmla="*/ 853710 w 6912276"/>
                <a:gd name="connsiteY204" fmla="*/ 1398074 h 6308511"/>
                <a:gd name="connsiteX205" fmla="*/ 853710 w 6912276"/>
                <a:gd name="connsiteY205" fmla="*/ 643184 h 6308511"/>
                <a:gd name="connsiteX206" fmla="*/ 700099 w 6912276"/>
                <a:gd name="connsiteY206" fmla="*/ 643184 h 6308511"/>
                <a:gd name="connsiteX207" fmla="*/ 700099 w 6912276"/>
                <a:gd name="connsiteY207" fmla="*/ 481843 h 6308511"/>
                <a:gd name="connsiteX208" fmla="*/ 1715337 w 6912276"/>
                <a:gd name="connsiteY208" fmla="*/ 143227 h 6308511"/>
                <a:gd name="connsiteX209" fmla="*/ 1868680 w 6912276"/>
                <a:gd name="connsiteY209" fmla="*/ 143227 h 6308511"/>
                <a:gd name="connsiteX210" fmla="*/ 1868680 w 6912276"/>
                <a:gd name="connsiteY210" fmla="*/ 195522 h 6308511"/>
                <a:gd name="connsiteX211" fmla="*/ 1868680 w 6912276"/>
                <a:gd name="connsiteY211" fmla="*/ 289245 h 6308511"/>
                <a:gd name="connsiteX212" fmla="*/ 2022602 w 6912276"/>
                <a:gd name="connsiteY212" fmla="*/ 289245 h 6308511"/>
                <a:gd name="connsiteX213" fmla="*/ 2022602 w 6912276"/>
                <a:gd name="connsiteY213" fmla="*/ 450796 h 6308511"/>
                <a:gd name="connsiteX214" fmla="*/ 1862901 w 6912276"/>
                <a:gd name="connsiteY214" fmla="*/ 450796 h 6308511"/>
                <a:gd name="connsiteX215" fmla="*/ 1862901 w 6912276"/>
                <a:gd name="connsiteY215" fmla="*/ 298594 h 6308511"/>
                <a:gd name="connsiteX216" fmla="*/ 1715337 w 6912276"/>
                <a:gd name="connsiteY216" fmla="*/ 298594 h 6308511"/>
                <a:gd name="connsiteX217" fmla="*/ 1715337 w 6912276"/>
                <a:gd name="connsiteY217" fmla="*/ 143227 h 6308511"/>
                <a:gd name="connsiteX218" fmla="*/ 2355597 w 6912276"/>
                <a:gd name="connsiteY218" fmla="*/ 142701 h 6308511"/>
                <a:gd name="connsiteX219" fmla="*/ 2517044 w 6912276"/>
                <a:gd name="connsiteY219" fmla="*/ 142701 h 6308511"/>
                <a:gd name="connsiteX220" fmla="*/ 2517044 w 6912276"/>
                <a:gd name="connsiteY220" fmla="*/ 294745 h 6308511"/>
                <a:gd name="connsiteX221" fmla="*/ 2364546 w 6912276"/>
                <a:gd name="connsiteY221" fmla="*/ 294745 h 6308511"/>
                <a:gd name="connsiteX222" fmla="*/ 2364546 w 6912276"/>
                <a:gd name="connsiteY222" fmla="*/ 450165 h 6308511"/>
                <a:gd name="connsiteX223" fmla="*/ 2207170 w 6912276"/>
                <a:gd name="connsiteY223" fmla="*/ 450165 h 6308511"/>
                <a:gd name="connsiteX224" fmla="*/ 2207170 w 6912276"/>
                <a:gd name="connsiteY224" fmla="*/ 384571 h 6308511"/>
                <a:gd name="connsiteX225" fmla="*/ 2207170 w 6912276"/>
                <a:gd name="connsiteY225" fmla="*/ 290777 h 6308511"/>
                <a:gd name="connsiteX226" fmla="*/ 2355597 w 6912276"/>
                <a:gd name="connsiteY226" fmla="*/ 290777 h 6308511"/>
                <a:gd name="connsiteX227" fmla="*/ 2355597 w 6912276"/>
                <a:gd name="connsiteY227" fmla="*/ 142701 h 6308511"/>
                <a:gd name="connsiteX228" fmla="*/ 3479877 w 6912276"/>
                <a:gd name="connsiteY228" fmla="*/ 95544 h 6308511"/>
                <a:gd name="connsiteX229" fmla="*/ 3640679 w 6912276"/>
                <a:gd name="connsiteY229" fmla="*/ 95544 h 6308511"/>
                <a:gd name="connsiteX230" fmla="*/ 3640679 w 6912276"/>
                <a:gd name="connsiteY230" fmla="*/ 255280 h 6308511"/>
                <a:gd name="connsiteX231" fmla="*/ 3569378 w 6912276"/>
                <a:gd name="connsiteY231" fmla="*/ 255280 h 6308511"/>
                <a:gd name="connsiteX232" fmla="*/ 3569378 w 6912276"/>
                <a:gd name="connsiteY232" fmla="*/ 403978 h 6308511"/>
                <a:gd name="connsiteX233" fmla="*/ 3487195 w 6912276"/>
                <a:gd name="connsiteY233" fmla="*/ 403978 h 6308511"/>
                <a:gd name="connsiteX234" fmla="*/ 3487195 w 6912276"/>
                <a:gd name="connsiteY234" fmla="*/ 559470 h 6308511"/>
                <a:gd name="connsiteX235" fmla="*/ 3414154 w 6912276"/>
                <a:gd name="connsiteY235" fmla="*/ 559470 h 6308511"/>
                <a:gd name="connsiteX236" fmla="*/ 3414154 w 6912276"/>
                <a:gd name="connsiteY236" fmla="*/ 714883 h 6308511"/>
                <a:gd name="connsiteX237" fmla="*/ 3338739 w 6912276"/>
                <a:gd name="connsiteY237" fmla="*/ 714883 h 6308511"/>
                <a:gd name="connsiteX238" fmla="*/ 3338739 w 6912276"/>
                <a:gd name="connsiteY238" fmla="*/ 864787 h 6308511"/>
                <a:gd name="connsiteX239" fmla="*/ 3264520 w 6912276"/>
                <a:gd name="connsiteY239" fmla="*/ 864787 h 6308511"/>
                <a:gd name="connsiteX240" fmla="*/ 3264520 w 6912276"/>
                <a:gd name="connsiteY240" fmla="*/ 1019038 h 6308511"/>
                <a:gd name="connsiteX241" fmla="*/ 3183508 w 6912276"/>
                <a:gd name="connsiteY241" fmla="*/ 1019038 h 6308511"/>
                <a:gd name="connsiteX242" fmla="*/ 3183508 w 6912276"/>
                <a:gd name="connsiteY242" fmla="*/ 1168939 h 6308511"/>
                <a:gd name="connsiteX243" fmla="*/ 3108103 w 6912276"/>
                <a:gd name="connsiteY243" fmla="*/ 1168939 h 6308511"/>
                <a:gd name="connsiteX244" fmla="*/ 3108103 w 6912276"/>
                <a:gd name="connsiteY244" fmla="*/ 1324045 h 6308511"/>
                <a:gd name="connsiteX245" fmla="*/ 2953820 w 6912276"/>
                <a:gd name="connsiteY245" fmla="*/ 1324045 h 6308511"/>
                <a:gd name="connsiteX246" fmla="*/ 2953820 w 6912276"/>
                <a:gd name="connsiteY246" fmla="*/ 1171542 h 6308511"/>
                <a:gd name="connsiteX247" fmla="*/ 2871607 w 6912276"/>
                <a:gd name="connsiteY247" fmla="*/ 1171542 h 6308511"/>
                <a:gd name="connsiteX248" fmla="*/ 2871607 w 6912276"/>
                <a:gd name="connsiteY248" fmla="*/ 1021638 h 6308511"/>
                <a:gd name="connsiteX249" fmla="*/ 2797393 w 6912276"/>
                <a:gd name="connsiteY249" fmla="*/ 1021638 h 6308511"/>
                <a:gd name="connsiteX250" fmla="*/ 2797393 w 6912276"/>
                <a:gd name="connsiteY250" fmla="*/ 867353 h 6308511"/>
                <a:gd name="connsiteX251" fmla="*/ 2568338 w 6912276"/>
                <a:gd name="connsiteY251" fmla="*/ 867353 h 6308511"/>
                <a:gd name="connsiteX252" fmla="*/ 2568338 w 6912276"/>
                <a:gd name="connsiteY252" fmla="*/ 711801 h 6308511"/>
                <a:gd name="connsiteX253" fmla="*/ 2876851 w 6912276"/>
                <a:gd name="connsiteY253" fmla="*/ 711801 h 6308511"/>
                <a:gd name="connsiteX254" fmla="*/ 2876851 w 6912276"/>
                <a:gd name="connsiteY254" fmla="*/ 857361 h 6308511"/>
                <a:gd name="connsiteX255" fmla="*/ 2949898 w 6912276"/>
                <a:gd name="connsiteY255" fmla="*/ 857361 h 6308511"/>
                <a:gd name="connsiteX256" fmla="*/ 2949898 w 6912276"/>
                <a:gd name="connsiteY256" fmla="*/ 1011946 h 6308511"/>
                <a:gd name="connsiteX257" fmla="*/ 3099793 w 6912276"/>
                <a:gd name="connsiteY257" fmla="*/ 1011946 h 6308511"/>
                <a:gd name="connsiteX258" fmla="*/ 3099793 w 6912276"/>
                <a:gd name="connsiteY258" fmla="*/ 859124 h 6308511"/>
                <a:gd name="connsiteX259" fmla="*/ 3174033 w 6912276"/>
                <a:gd name="connsiteY259" fmla="*/ 859124 h 6308511"/>
                <a:gd name="connsiteX260" fmla="*/ 3174033 w 6912276"/>
                <a:gd name="connsiteY260" fmla="*/ 711642 h 6308511"/>
                <a:gd name="connsiteX261" fmla="*/ 3255045 w 6912276"/>
                <a:gd name="connsiteY261" fmla="*/ 711642 h 6308511"/>
                <a:gd name="connsiteX262" fmla="*/ 3255045 w 6912276"/>
                <a:gd name="connsiteY262" fmla="*/ 554972 h 6308511"/>
                <a:gd name="connsiteX263" fmla="*/ 3330447 w 6912276"/>
                <a:gd name="connsiteY263" fmla="*/ 554972 h 6308511"/>
                <a:gd name="connsiteX264" fmla="*/ 3330447 w 6912276"/>
                <a:gd name="connsiteY264" fmla="*/ 399505 h 6308511"/>
                <a:gd name="connsiteX265" fmla="*/ 3403496 w 6912276"/>
                <a:gd name="connsiteY265" fmla="*/ 399505 h 6308511"/>
                <a:gd name="connsiteX266" fmla="*/ 3403496 w 6912276"/>
                <a:gd name="connsiteY266" fmla="*/ 250839 h 6308511"/>
                <a:gd name="connsiteX267" fmla="*/ 3479877 w 6912276"/>
                <a:gd name="connsiteY267" fmla="*/ 250839 h 6308511"/>
                <a:gd name="connsiteX268" fmla="*/ 3479877 w 6912276"/>
                <a:gd name="connsiteY268" fmla="*/ 188171 h 6308511"/>
                <a:gd name="connsiteX269" fmla="*/ 3479877 w 6912276"/>
                <a:gd name="connsiteY269" fmla="*/ 95544 h 6308511"/>
                <a:gd name="connsiteX270" fmla="*/ 5119895 w 6912276"/>
                <a:gd name="connsiteY270" fmla="*/ 95260 h 6308511"/>
                <a:gd name="connsiteX271" fmla="*/ 5271977 w 6912276"/>
                <a:gd name="connsiteY271" fmla="*/ 95260 h 6308511"/>
                <a:gd name="connsiteX272" fmla="*/ 5271977 w 6912276"/>
                <a:gd name="connsiteY272" fmla="*/ 246764 h 6308511"/>
                <a:gd name="connsiteX273" fmla="*/ 5313470 w 6912276"/>
                <a:gd name="connsiteY273" fmla="*/ 251028 h 6308511"/>
                <a:gd name="connsiteX274" fmla="*/ 5313470 w 6912276"/>
                <a:gd name="connsiteY274" fmla="*/ 397583 h 6308511"/>
                <a:gd name="connsiteX275" fmla="*/ 5388694 w 6912276"/>
                <a:gd name="connsiteY275" fmla="*/ 397583 h 6308511"/>
                <a:gd name="connsiteX276" fmla="*/ 5388694 w 6912276"/>
                <a:gd name="connsiteY276" fmla="*/ 552588 h 6308511"/>
                <a:gd name="connsiteX277" fmla="*/ 5427905 w 6912276"/>
                <a:gd name="connsiteY277" fmla="*/ 555032 h 6308511"/>
                <a:gd name="connsiteX278" fmla="*/ 5427905 w 6912276"/>
                <a:gd name="connsiteY278" fmla="*/ 707130 h 6308511"/>
                <a:gd name="connsiteX279" fmla="*/ 5461398 w 6912276"/>
                <a:gd name="connsiteY279" fmla="*/ 711190 h 6308511"/>
                <a:gd name="connsiteX280" fmla="*/ 5461398 w 6912276"/>
                <a:gd name="connsiteY280" fmla="*/ 1019842 h 6308511"/>
                <a:gd name="connsiteX281" fmla="*/ 5429909 w 6912276"/>
                <a:gd name="connsiteY281" fmla="*/ 1022385 h 6308511"/>
                <a:gd name="connsiteX282" fmla="*/ 5429909 w 6912276"/>
                <a:gd name="connsiteY282" fmla="*/ 1168798 h 6308511"/>
                <a:gd name="connsiteX283" fmla="*/ 5390895 w 6912276"/>
                <a:gd name="connsiteY283" fmla="*/ 1170954 h 6308511"/>
                <a:gd name="connsiteX284" fmla="*/ 5390895 w 6912276"/>
                <a:gd name="connsiteY284" fmla="*/ 1324128 h 6308511"/>
                <a:gd name="connsiteX285" fmla="*/ 5315544 w 6912276"/>
                <a:gd name="connsiteY285" fmla="*/ 1324128 h 6308511"/>
                <a:gd name="connsiteX286" fmla="*/ 5315544 w 6912276"/>
                <a:gd name="connsiteY286" fmla="*/ 1473353 h 6308511"/>
                <a:gd name="connsiteX287" fmla="*/ 5276792 w 6912276"/>
                <a:gd name="connsiteY287" fmla="*/ 1475638 h 6308511"/>
                <a:gd name="connsiteX288" fmla="*/ 5265252 w 6912276"/>
                <a:gd name="connsiteY288" fmla="*/ 1629950 h 6308511"/>
                <a:gd name="connsiteX289" fmla="*/ 5120746 w 6912276"/>
                <a:gd name="connsiteY289" fmla="*/ 1630269 h 6308511"/>
                <a:gd name="connsiteX290" fmla="*/ 5120746 w 6912276"/>
                <a:gd name="connsiteY290" fmla="*/ 1470006 h 6308511"/>
                <a:gd name="connsiteX291" fmla="*/ 5150933 w 6912276"/>
                <a:gd name="connsiteY291" fmla="*/ 1466193 h 6308511"/>
                <a:gd name="connsiteX292" fmla="*/ 5150933 w 6912276"/>
                <a:gd name="connsiteY292" fmla="*/ 1319740 h 6308511"/>
                <a:gd name="connsiteX293" fmla="*/ 5231862 w 6912276"/>
                <a:gd name="connsiteY293" fmla="*/ 1319740 h 6308511"/>
                <a:gd name="connsiteX294" fmla="*/ 5231862 w 6912276"/>
                <a:gd name="connsiteY294" fmla="*/ 1166842 h 6308511"/>
                <a:gd name="connsiteX295" fmla="*/ 5266393 w 6912276"/>
                <a:gd name="connsiteY295" fmla="*/ 1160599 h 6308511"/>
                <a:gd name="connsiteX296" fmla="*/ 5266393 w 6912276"/>
                <a:gd name="connsiteY296" fmla="*/ 1016727 h 6308511"/>
                <a:gd name="connsiteX297" fmla="*/ 5305612 w 6912276"/>
                <a:gd name="connsiteY297" fmla="*/ 1012740 h 6308511"/>
                <a:gd name="connsiteX298" fmla="*/ 5305612 w 6912276"/>
                <a:gd name="connsiteY298" fmla="*/ 717676 h 6308511"/>
                <a:gd name="connsiteX299" fmla="*/ 5268489 w 6912276"/>
                <a:gd name="connsiteY299" fmla="*/ 715260 h 6308511"/>
                <a:gd name="connsiteX300" fmla="*/ 5268489 w 6912276"/>
                <a:gd name="connsiteY300" fmla="*/ 564389 h 6308511"/>
                <a:gd name="connsiteX301" fmla="*/ 5234082 w 6912276"/>
                <a:gd name="connsiteY301" fmla="*/ 558045 h 6308511"/>
                <a:gd name="connsiteX302" fmla="*/ 5234082 w 6912276"/>
                <a:gd name="connsiteY302" fmla="*/ 406708 h 6308511"/>
                <a:gd name="connsiteX303" fmla="*/ 5153153 w 6912276"/>
                <a:gd name="connsiteY303" fmla="*/ 406708 h 6308511"/>
                <a:gd name="connsiteX304" fmla="*/ 5153153 w 6912276"/>
                <a:gd name="connsiteY304" fmla="*/ 257687 h 6308511"/>
                <a:gd name="connsiteX305" fmla="*/ 5119895 w 6912276"/>
                <a:gd name="connsiteY305" fmla="*/ 254844 h 6308511"/>
                <a:gd name="connsiteX306" fmla="*/ 5119895 w 6912276"/>
                <a:gd name="connsiteY306" fmla="*/ 95260 h 6308511"/>
                <a:gd name="connsiteX307" fmla="*/ 3818104 w 6912276"/>
                <a:gd name="connsiteY307" fmla="*/ 95203 h 6308511"/>
                <a:gd name="connsiteX308" fmla="*/ 3978300 w 6912276"/>
                <a:gd name="connsiteY308" fmla="*/ 95203 h 6308511"/>
                <a:gd name="connsiteX309" fmla="*/ 3978300 w 6912276"/>
                <a:gd name="connsiteY309" fmla="*/ 253993 h 6308511"/>
                <a:gd name="connsiteX310" fmla="*/ 3941128 w 6912276"/>
                <a:gd name="connsiteY310" fmla="*/ 257849 h 6308511"/>
                <a:gd name="connsiteX311" fmla="*/ 3941128 w 6912276"/>
                <a:gd name="connsiteY311" fmla="*/ 404451 h 6308511"/>
                <a:gd name="connsiteX312" fmla="*/ 3865908 w 6912276"/>
                <a:gd name="connsiteY312" fmla="*/ 404451 h 6308511"/>
                <a:gd name="connsiteX313" fmla="*/ 3865908 w 6912276"/>
                <a:gd name="connsiteY313" fmla="*/ 559297 h 6308511"/>
                <a:gd name="connsiteX314" fmla="*/ 3826680 w 6912276"/>
                <a:gd name="connsiteY314" fmla="*/ 561834 h 6308511"/>
                <a:gd name="connsiteX315" fmla="*/ 3826680 w 6912276"/>
                <a:gd name="connsiteY315" fmla="*/ 713918 h 6308511"/>
                <a:gd name="connsiteX316" fmla="*/ 3793255 w 6912276"/>
                <a:gd name="connsiteY316" fmla="*/ 718098 h 6308511"/>
                <a:gd name="connsiteX317" fmla="*/ 3793255 w 6912276"/>
                <a:gd name="connsiteY317" fmla="*/ 1013210 h 6308511"/>
                <a:gd name="connsiteX318" fmla="*/ 3824869 w 6912276"/>
                <a:gd name="connsiteY318" fmla="*/ 1015456 h 6308511"/>
                <a:gd name="connsiteX319" fmla="*/ 3824869 w 6912276"/>
                <a:gd name="connsiteY319" fmla="*/ 1161942 h 6308511"/>
                <a:gd name="connsiteX320" fmla="*/ 3863913 w 6912276"/>
                <a:gd name="connsiteY320" fmla="*/ 1164244 h 6308511"/>
                <a:gd name="connsiteX321" fmla="*/ 3863913 w 6912276"/>
                <a:gd name="connsiteY321" fmla="*/ 1317451 h 6308511"/>
                <a:gd name="connsiteX322" fmla="*/ 3939236 w 6912276"/>
                <a:gd name="connsiteY322" fmla="*/ 1317451 h 6308511"/>
                <a:gd name="connsiteX323" fmla="*/ 3939236 w 6912276"/>
                <a:gd name="connsiteY323" fmla="*/ 1466626 h 6308511"/>
                <a:gd name="connsiteX324" fmla="*/ 3979183 w 6912276"/>
                <a:gd name="connsiteY324" fmla="*/ 1468895 h 6308511"/>
                <a:gd name="connsiteX325" fmla="*/ 3979183 w 6912276"/>
                <a:gd name="connsiteY325" fmla="*/ 1628862 h 6308511"/>
                <a:gd name="connsiteX326" fmla="*/ 3818365 w 6912276"/>
                <a:gd name="connsiteY326" fmla="*/ 1628862 h 6308511"/>
                <a:gd name="connsiteX327" fmla="*/ 3818365 w 6912276"/>
                <a:gd name="connsiteY327" fmla="*/ 1516058 h 6308511"/>
                <a:gd name="connsiteX328" fmla="*/ 3818365 w 6912276"/>
                <a:gd name="connsiteY328" fmla="*/ 1477017 h 6308511"/>
                <a:gd name="connsiteX329" fmla="*/ 3785473 w 6912276"/>
                <a:gd name="connsiteY329" fmla="*/ 1473010 h 6308511"/>
                <a:gd name="connsiteX330" fmla="*/ 3785473 w 6912276"/>
                <a:gd name="connsiteY330" fmla="*/ 1326384 h 6308511"/>
                <a:gd name="connsiteX331" fmla="*/ 3704546 w 6912276"/>
                <a:gd name="connsiteY331" fmla="*/ 1326384 h 6308511"/>
                <a:gd name="connsiteX332" fmla="*/ 3704546 w 6912276"/>
                <a:gd name="connsiteY332" fmla="*/ 1173505 h 6308511"/>
                <a:gd name="connsiteX333" fmla="*/ 3670021 w 6912276"/>
                <a:gd name="connsiteY333" fmla="*/ 1167451 h 6308511"/>
                <a:gd name="connsiteX334" fmla="*/ 3670021 w 6912276"/>
                <a:gd name="connsiteY334" fmla="*/ 1023564 h 6308511"/>
                <a:gd name="connsiteX335" fmla="*/ 3630854 w 6912276"/>
                <a:gd name="connsiteY335" fmla="*/ 1019450 h 6308511"/>
                <a:gd name="connsiteX336" fmla="*/ 3630854 w 6912276"/>
                <a:gd name="connsiteY336" fmla="*/ 710798 h 6308511"/>
                <a:gd name="connsiteX337" fmla="*/ 3668125 w 6912276"/>
                <a:gd name="connsiteY337" fmla="*/ 708585 h 6308511"/>
                <a:gd name="connsiteX338" fmla="*/ 3668125 w 6912276"/>
                <a:gd name="connsiteY338" fmla="*/ 557551 h 6308511"/>
                <a:gd name="connsiteX339" fmla="*/ 3702536 w 6912276"/>
                <a:gd name="connsiteY339" fmla="*/ 551333 h 6308511"/>
                <a:gd name="connsiteX340" fmla="*/ 3702536 w 6912276"/>
                <a:gd name="connsiteY340" fmla="*/ 399825 h 6308511"/>
                <a:gd name="connsiteX341" fmla="*/ 3783462 w 6912276"/>
                <a:gd name="connsiteY341" fmla="*/ 399825 h 6308511"/>
                <a:gd name="connsiteX342" fmla="*/ 3783462 w 6912276"/>
                <a:gd name="connsiteY342" fmla="*/ 250706 h 6308511"/>
                <a:gd name="connsiteX343" fmla="*/ 3818104 w 6912276"/>
                <a:gd name="connsiteY343" fmla="*/ 248135 h 6308511"/>
                <a:gd name="connsiteX344" fmla="*/ 3818104 w 6912276"/>
                <a:gd name="connsiteY344" fmla="*/ 95203 h 6308511"/>
                <a:gd name="connsiteX345" fmla="*/ 2037921 w 6912276"/>
                <a:gd name="connsiteY345" fmla="*/ 34687 h 6308511"/>
                <a:gd name="connsiteX346" fmla="*/ 2193398 w 6912276"/>
                <a:gd name="connsiteY346" fmla="*/ 34687 h 6308511"/>
                <a:gd name="connsiteX347" fmla="*/ 2193398 w 6912276"/>
                <a:gd name="connsiteY347" fmla="*/ 478562 h 6308511"/>
                <a:gd name="connsiteX348" fmla="*/ 2286766 w 6912276"/>
                <a:gd name="connsiteY348" fmla="*/ 478562 h 6308511"/>
                <a:gd name="connsiteX349" fmla="*/ 2286766 w 6912276"/>
                <a:gd name="connsiteY349" fmla="*/ 634059 h 6308511"/>
                <a:gd name="connsiteX350" fmla="*/ 2442146 w 6912276"/>
                <a:gd name="connsiteY350" fmla="*/ 634059 h 6308511"/>
                <a:gd name="connsiteX351" fmla="*/ 2442146 w 6912276"/>
                <a:gd name="connsiteY351" fmla="*/ 789200 h 6308511"/>
                <a:gd name="connsiteX352" fmla="*/ 2282498 w 6912276"/>
                <a:gd name="connsiteY352" fmla="*/ 789200 h 6308511"/>
                <a:gd name="connsiteX353" fmla="*/ 2282498 w 6912276"/>
                <a:gd name="connsiteY353" fmla="*/ 643548 h 6308511"/>
                <a:gd name="connsiteX354" fmla="*/ 2133775 w 6912276"/>
                <a:gd name="connsiteY354" fmla="*/ 643548 h 6308511"/>
                <a:gd name="connsiteX355" fmla="*/ 2133775 w 6912276"/>
                <a:gd name="connsiteY355" fmla="*/ 501719 h 6308511"/>
                <a:gd name="connsiteX356" fmla="*/ 2099085 w 6912276"/>
                <a:gd name="connsiteY356" fmla="*/ 501719 h 6308511"/>
                <a:gd name="connsiteX357" fmla="*/ 2099085 w 6912276"/>
                <a:gd name="connsiteY357" fmla="*/ 640931 h 6308511"/>
                <a:gd name="connsiteX358" fmla="*/ 1944896 w 6912276"/>
                <a:gd name="connsiteY358" fmla="*/ 640931 h 6308511"/>
                <a:gd name="connsiteX359" fmla="*/ 1944896 w 6912276"/>
                <a:gd name="connsiteY359" fmla="*/ 788653 h 6308511"/>
                <a:gd name="connsiteX360" fmla="*/ 1789454 w 6912276"/>
                <a:gd name="connsiteY360" fmla="*/ 788653 h 6308511"/>
                <a:gd name="connsiteX361" fmla="*/ 1789454 w 6912276"/>
                <a:gd name="connsiteY361" fmla="*/ 635478 h 6308511"/>
                <a:gd name="connsiteX362" fmla="*/ 1935403 w 6912276"/>
                <a:gd name="connsiteY362" fmla="*/ 635478 h 6308511"/>
                <a:gd name="connsiteX363" fmla="*/ 1935403 w 6912276"/>
                <a:gd name="connsiteY363" fmla="*/ 481192 h 6308511"/>
                <a:gd name="connsiteX364" fmla="*/ 2037921 w 6912276"/>
                <a:gd name="connsiteY364" fmla="*/ 481192 h 6308511"/>
                <a:gd name="connsiteX365" fmla="*/ 2037921 w 6912276"/>
                <a:gd name="connsiteY365" fmla="*/ 154563 h 6308511"/>
                <a:gd name="connsiteX366" fmla="*/ 2037921 w 6912276"/>
                <a:gd name="connsiteY366" fmla="*/ 34687 h 6308511"/>
                <a:gd name="connsiteX367" fmla="*/ 5824331 w 6912276"/>
                <a:gd name="connsiteY367" fmla="*/ 0 h 6308511"/>
                <a:gd name="connsiteX368" fmla="*/ 5982570 w 6912276"/>
                <a:gd name="connsiteY368" fmla="*/ 0 h 6308511"/>
                <a:gd name="connsiteX369" fmla="*/ 5986619 w 6912276"/>
                <a:gd name="connsiteY369" fmla="*/ 31992 h 6308511"/>
                <a:gd name="connsiteX370" fmla="*/ 6133141 w 6912276"/>
                <a:gd name="connsiteY370" fmla="*/ 31992 h 6308511"/>
                <a:gd name="connsiteX371" fmla="*/ 6133141 w 6912276"/>
                <a:gd name="connsiteY371" fmla="*/ 187220 h 6308511"/>
                <a:gd name="connsiteX372" fmla="*/ 6171608 w 6912276"/>
                <a:gd name="connsiteY372" fmla="*/ 189280 h 6308511"/>
                <a:gd name="connsiteX373" fmla="*/ 6171608 w 6912276"/>
                <a:gd name="connsiteY373" fmla="*/ 342434 h 6308511"/>
                <a:gd name="connsiteX374" fmla="*/ 6060395 w 6912276"/>
                <a:gd name="connsiteY374" fmla="*/ 342434 h 6308511"/>
                <a:gd name="connsiteX375" fmla="*/ 6060395 w 6912276"/>
                <a:gd name="connsiteY375" fmla="*/ 498972 h 6308511"/>
                <a:gd name="connsiteX376" fmla="*/ 5912030 w 6912276"/>
                <a:gd name="connsiteY376" fmla="*/ 498972 h 6308511"/>
                <a:gd name="connsiteX377" fmla="*/ 5912030 w 6912276"/>
                <a:gd name="connsiteY377" fmla="*/ 606905 h 6308511"/>
                <a:gd name="connsiteX378" fmla="*/ 6212201 w 6912276"/>
                <a:gd name="connsiteY378" fmla="*/ 606905 h 6308511"/>
                <a:gd name="connsiteX379" fmla="*/ 6212201 w 6912276"/>
                <a:gd name="connsiteY379" fmla="*/ 763835 h 6308511"/>
                <a:gd name="connsiteX380" fmla="*/ 5775873 w 6912276"/>
                <a:gd name="connsiteY380" fmla="*/ 763835 h 6308511"/>
                <a:gd name="connsiteX381" fmla="*/ 5747281 w 6912276"/>
                <a:gd name="connsiteY381" fmla="*/ 744030 h 6308511"/>
                <a:gd name="connsiteX382" fmla="*/ 5747743 w 6912276"/>
                <a:gd name="connsiteY382" fmla="*/ 453698 h 6308511"/>
                <a:gd name="connsiteX383" fmla="*/ 5902587 w 6912276"/>
                <a:gd name="connsiteY383" fmla="*/ 453698 h 6308511"/>
                <a:gd name="connsiteX384" fmla="*/ 5902587 w 6912276"/>
                <a:gd name="connsiteY384" fmla="*/ 337760 h 6308511"/>
                <a:gd name="connsiteX385" fmla="*/ 6016916 w 6912276"/>
                <a:gd name="connsiteY385" fmla="*/ 337760 h 6308511"/>
                <a:gd name="connsiteX386" fmla="*/ 6016916 w 6912276"/>
                <a:gd name="connsiteY386" fmla="*/ 196457 h 6308511"/>
                <a:gd name="connsiteX387" fmla="*/ 5979953 w 6912276"/>
                <a:gd name="connsiteY387" fmla="*/ 194166 h 6308511"/>
                <a:gd name="connsiteX388" fmla="*/ 5976465 w 6912276"/>
                <a:gd name="connsiteY388" fmla="*/ 156653 h 6308511"/>
                <a:gd name="connsiteX389" fmla="*/ 5830357 w 6912276"/>
                <a:gd name="connsiteY389" fmla="*/ 156653 h 6308511"/>
                <a:gd name="connsiteX390" fmla="*/ 5827712 w 6912276"/>
                <a:gd name="connsiteY390" fmla="*/ 193381 h 6308511"/>
                <a:gd name="connsiteX391" fmla="*/ 5674945 w 6912276"/>
                <a:gd name="connsiteY391" fmla="*/ 193381 h 6308511"/>
                <a:gd name="connsiteX392" fmla="*/ 5674945 w 6912276"/>
                <a:gd name="connsiteY392" fmla="*/ 33548 h 6308511"/>
                <a:gd name="connsiteX393" fmla="*/ 5819345 w 6912276"/>
                <a:gd name="connsiteY393" fmla="*/ 33548 h 6308511"/>
                <a:gd name="connsiteX394" fmla="*/ 5824331 w 6912276"/>
                <a:gd name="connsiteY394" fmla="*/ 0 h 630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6912276" h="6308511">
                  <a:moveTo>
                    <a:pt x="672969" y="4604551"/>
                  </a:moveTo>
                  <a:cubicBezTo>
                    <a:pt x="994936" y="4604551"/>
                    <a:pt x="1318000" y="4604551"/>
                    <a:pt x="1643175" y="4604551"/>
                  </a:cubicBezTo>
                  <a:cubicBezTo>
                    <a:pt x="1643175" y="4663114"/>
                    <a:pt x="1643175" y="4722199"/>
                    <a:pt x="1643175" y="4784559"/>
                  </a:cubicBezTo>
                  <a:cubicBezTo>
                    <a:pt x="1604293" y="4784559"/>
                    <a:pt x="1565425" y="4784559"/>
                    <a:pt x="1523426" y="4784559"/>
                  </a:cubicBezTo>
                  <a:cubicBezTo>
                    <a:pt x="1523426" y="4861879"/>
                    <a:pt x="1523426" y="4935992"/>
                    <a:pt x="1523426" y="5010104"/>
                  </a:cubicBezTo>
                  <a:cubicBezTo>
                    <a:pt x="1523426" y="5065379"/>
                    <a:pt x="1522527" y="5120674"/>
                    <a:pt x="1523681" y="5175924"/>
                  </a:cubicBezTo>
                  <a:cubicBezTo>
                    <a:pt x="1524802" y="5229576"/>
                    <a:pt x="1543174" y="5263162"/>
                    <a:pt x="1604974" y="5258839"/>
                  </a:cubicBezTo>
                  <a:cubicBezTo>
                    <a:pt x="1633632" y="5256835"/>
                    <a:pt x="1647934" y="5265749"/>
                    <a:pt x="1645927" y="5298234"/>
                  </a:cubicBezTo>
                  <a:cubicBezTo>
                    <a:pt x="1643289" y="5340938"/>
                    <a:pt x="1646239" y="5383966"/>
                    <a:pt x="1644539" y="5426765"/>
                  </a:cubicBezTo>
                  <a:cubicBezTo>
                    <a:pt x="1644159" y="5436372"/>
                    <a:pt x="1634310" y="5453876"/>
                    <a:pt x="1629110" y="5453768"/>
                  </a:cubicBezTo>
                  <a:cubicBezTo>
                    <a:pt x="1559962" y="5452336"/>
                    <a:pt x="1489451" y="5455898"/>
                    <a:pt x="1422119" y="5443184"/>
                  </a:cubicBezTo>
                  <a:cubicBezTo>
                    <a:pt x="1340534" y="5427779"/>
                    <a:pt x="1298081" y="5363296"/>
                    <a:pt x="1288071" y="5285415"/>
                  </a:cubicBezTo>
                  <a:cubicBezTo>
                    <a:pt x="1278547" y="5211308"/>
                    <a:pt x="1280971" y="5135548"/>
                    <a:pt x="1279979" y="5060492"/>
                  </a:cubicBezTo>
                  <a:cubicBezTo>
                    <a:pt x="1278814" y="4972518"/>
                    <a:pt x="1279640" y="4884518"/>
                    <a:pt x="1279551" y="4796529"/>
                  </a:cubicBezTo>
                  <a:cubicBezTo>
                    <a:pt x="1279549" y="4794331"/>
                    <a:pt x="1278940" y="4792136"/>
                    <a:pt x="1278250" y="4787493"/>
                  </a:cubicBezTo>
                  <a:cubicBezTo>
                    <a:pt x="1203775" y="4787493"/>
                    <a:pt x="1128888" y="4787493"/>
                    <a:pt x="1049546" y="4787493"/>
                  </a:cubicBezTo>
                  <a:cubicBezTo>
                    <a:pt x="1049546" y="4854867"/>
                    <a:pt x="1049546" y="4923194"/>
                    <a:pt x="1049546" y="4994904"/>
                  </a:cubicBezTo>
                  <a:cubicBezTo>
                    <a:pt x="1049546" y="5147014"/>
                    <a:pt x="1049546" y="5295740"/>
                    <a:pt x="1049546" y="5446465"/>
                  </a:cubicBezTo>
                  <a:cubicBezTo>
                    <a:pt x="968180" y="5446465"/>
                    <a:pt x="888791" y="5446465"/>
                    <a:pt x="806171" y="5446465"/>
                  </a:cubicBezTo>
                  <a:cubicBezTo>
                    <a:pt x="806171" y="5226744"/>
                    <a:pt x="806171" y="5007451"/>
                    <a:pt x="806171" y="4786130"/>
                  </a:cubicBezTo>
                  <a:cubicBezTo>
                    <a:pt x="760518" y="4786130"/>
                    <a:pt x="717996" y="4786130"/>
                    <a:pt x="672969" y="4786130"/>
                  </a:cubicBezTo>
                  <a:cubicBezTo>
                    <a:pt x="672969" y="4725076"/>
                    <a:pt x="672969" y="4665973"/>
                    <a:pt x="672969" y="4604551"/>
                  </a:cubicBezTo>
                  <a:close/>
                  <a:moveTo>
                    <a:pt x="4662574" y="4603079"/>
                  </a:moveTo>
                  <a:cubicBezTo>
                    <a:pt x="4745855" y="4603079"/>
                    <a:pt x="4831479" y="4603079"/>
                    <a:pt x="4922839" y="4603079"/>
                  </a:cubicBezTo>
                  <a:cubicBezTo>
                    <a:pt x="4893601" y="4644594"/>
                    <a:pt x="4866353" y="4683825"/>
                    <a:pt x="4838546" y="4722656"/>
                  </a:cubicBezTo>
                  <a:cubicBezTo>
                    <a:pt x="4774438" y="4812178"/>
                    <a:pt x="4709714" y="4901265"/>
                    <a:pt x="4646489" y="4991403"/>
                  </a:cubicBezTo>
                  <a:cubicBezTo>
                    <a:pt x="4641807" y="4998078"/>
                    <a:pt x="4647102" y="5011752"/>
                    <a:pt x="4649201" y="5024223"/>
                  </a:cubicBezTo>
                  <a:cubicBezTo>
                    <a:pt x="4743056" y="5158899"/>
                    <a:pt x="4835500" y="5291500"/>
                    <a:pt x="4927784" y="5424213"/>
                  </a:cubicBezTo>
                  <a:cubicBezTo>
                    <a:pt x="4932543" y="5431059"/>
                    <a:pt x="4935922" y="5438865"/>
                    <a:pt x="4941170" y="5448469"/>
                  </a:cubicBezTo>
                  <a:cubicBezTo>
                    <a:pt x="4855492" y="5448469"/>
                    <a:pt x="4773293" y="5449023"/>
                    <a:pt x="4691126" y="5447711"/>
                  </a:cubicBezTo>
                  <a:cubicBezTo>
                    <a:pt x="4681708" y="5447561"/>
                    <a:pt x="4669015" y="5439196"/>
                    <a:pt x="4663665" y="5430888"/>
                  </a:cubicBezTo>
                  <a:cubicBezTo>
                    <a:pt x="4613131" y="5352431"/>
                    <a:pt x="4563879" y="5273146"/>
                    <a:pt x="4514172" y="5194156"/>
                  </a:cubicBezTo>
                  <a:cubicBezTo>
                    <a:pt x="4511811" y="5190403"/>
                    <a:pt x="4508621" y="5187172"/>
                    <a:pt x="4501633" y="5178511"/>
                  </a:cubicBezTo>
                  <a:cubicBezTo>
                    <a:pt x="4480003" y="5212654"/>
                    <a:pt x="4460457" y="5243537"/>
                    <a:pt x="4440882" y="5274402"/>
                  </a:cubicBezTo>
                  <a:cubicBezTo>
                    <a:pt x="4407323" y="5327313"/>
                    <a:pt x="4374079" y="5380431"/>
                    <a:pt x="4339783" y="5432857"/>
                  </a:cubicBezTo>
                  <a:cubicBezTo>
                    <a:pt x="4335201" y="5439860"/>
                    <a:pt x="4325302" y="5447689"/>
                    <a:pt x="4317765" y="5447790"/>
                  </a:cubicBezTo>
                  <a:cubicBezTo>
                    <a:pt x="4237899" y="5448868"/>
                    <a:pt x="4158015" y="5448457"/>
                    <a:pt x="4070389" y="5448457"/>
                  </a:cubicBezTo>
                  <a:cubicBezTo>
                    <a:pt x="4103877" y="5401096"/>
                    <a:pt x="4133855" y="5358545"/>
                    <a:pt x="4163993" y="5316107"/>
                  </a:cubicBezTo>
                  <a:cubicBezTo>
                    <a:pt x="4230246" y="5222813"/>
                    <a:pt x="4297022" y="5129885"/>
                    <a:pt x="4362168" y="5035827"/>
                  </a:cubicBezTo>
                  <a:cubicBezTo>
                    <a:pt x="4368379" y="5026859"/>
                    <a:pt x="4370271" y="5007116"/>
                    <a:pt x="4364644" y="4998892"/>
                  </a:cubicBezTo>
                  <a:cubicBezTo>
                    <a:pt x="4274713" y="4867434"/>
                    <a:pt x="4183228" y="4737039"/>
                    <a:pt x="4090442" y="4604028"/>
                  </a:cubicBezTo>
                  <a:cubicBezTo>
                    <a:pt x="4182406" y="4604028"/>
                    <a:pt x="4271883" y="4604028"/>
                    <a:pt x="4362976" y="4604028"/>
                  </a:cubicBezTo>
                  <a:cubicBezTo>
                    <a:pt x="4412277" y="4686071"/>
                    <a:pt x="4462410" y="4769497"/>
                    <a:pt x="4515345" y="4857586"/>
                  </a:cubicBezTo>
                  <a:cubicBezTo>
                    <a:pt x="4565499" y="4770887"/>
                    <a:pt x="4613564" y="4687800"/>
                    <a:pt x="4662574" y="4603079"/>
                  </a:cubicBezTo>
                  <a:close/>
                  <a:moveTo>
                    <a:pt x="1985111" y="4292417"/>
                  </a:moveTo>
                  <a:cubicBezTo>
                    <a:pt x="2044533" y="4292417"/>
                    <a:pt x="2103805" y="4292417"/>
                    <a:pt x="2167862" y="4292417"/>
                  </a:cubicBezTo>
                  <a:cubicBezTo>
                    <a:pt x="2165079" y="4320885"/>
                    <a:pt x="2162428" y="4348007"/>
                    <a:pt x="2159773" y="4378215"/>
                  </a:cubicBezTo>
                  <a:cubicBezTo>
                    <a:pt x="2155138" y="4412791"/>
                    <a:pt x="2150506" y="4444282"/>
                    <a:pt x="2145343" y="4479380"/>
                  </a:cubicBezTo>
                  <a:cubicBezTo>
                    <a:pt x="2192606" y="4455080"/>
                    <a:pt x="2237998" y="4433974"/>
                    <a:pt x="2281032" y="4408829"/>
                  </a:cubicBezTo>
                  <a:cubicBezTo>
                    <a:pt x="2309281" y="4392322"/>
                    <a:pt x="2318886" y="4402200"/>
                    <a:pt x="2327735" y="4428686"/>
                  </a:cubicBezTo>
                  <a:cubicBezTo>
                    <a:pt x="2341932" y="4471183"/>
                    <a:pt x="2358926" y="4512743"/>
                    <a:pt x="2376802" y="4560174"/>
                  </a:cubicBezTo>
                  <a:cubicBezTo>
                    <a:pt x="2317267" y="4576991"/>
                    <a:pt x="2257059" y="4593998"/>
                    <a:pt x="2194010" y="4611807"/>
                  </a:cubicBezTo>
                  <a:cubicBezTo>
                    <a:pt x="2236485" y="4656879"/>
                    <a:pt x="2277955" y="4702012"/>
                    <a:pt x="2320830" y="4745769"/>
                  </a:cubicBezTo>
                  <a:cubicBezTo>
                    <a:pt x="2336035" y="4761287"/>
                    <a:pt x="2342589" y="4770465"/>
                    <a:pt x="2319379" y="4785660"/>
                  </a:cubicBezTo>
                  <a:cubicBezTo>
                    <a:pt x="2282580" y="4809751"/>
                    <a:pt x="2247842" y="4837103"/>
                    <a:pt x="2213162" y="4864264"/>
                  </a:cubicBezTo>
                  <a:cubicBezTo>
                    <a:pt x="2198204" y="4875981"/>
                    <a:pt x="2190010" y="4876287"/>
                    <a:pt x="2179460" y="4858462"/>
                  </a:cubicBezTo>
                  <a:cubicBezTo>
                    <a:pt x="2147599" y="4804631"/>
                    <a:pt x="2113909" y="4751884"/>
                    <a:pt x="2077841" y="4693729"/>
                  </a:cubicBezTo>
                  <a:cubicBezTo>
                    <a:pt x="2052645" y="4734339"/>
                    <a:pt x="2029118" y="4774082"/>
                    <a:pt x="2003814" y="4812661"/>
                  </a:cubicBezTo>
                  <a:cubicBezTo>
                    <a:pt x="1951690" y="4892133"/>
                    <a:pt x="1979289" y="4887664"/>
                    <a:pt x="1898215" y="4831366"/>
                  </a:cubicBezTo>
                  <a:cubicBezTo>
                    <a:pt x="1870196" y="4811908"/>
                    <a:pt x="1843088" y="4791140"/>
                    <a:pt x="1814247" y="4770005"/>
                  </a:cubicBezTo>
                  <a:cubicBezTo>
                    <a:pt x="1862213" y="4716790"/>
                    <a:pt x="1908884" y="4665013"/>
                    <a:pt x="1957000" y="4611633"/>
                  </a:cubicBezTo>
                  <a:cubicBezTo>
                    <a:pt x="1896598" y="4594350"/>
                    <a:pt x="1839205" y="4577927"/>
                    <a:pt x="1778981" y="4560695"/>
                  </a:cubicBezTo>
                  <a:cubicBezTo>
                    <a:pt x="1799288" y="4505811"/>
                    <a:pt x="1818493" y="4453904"/>
                    <a:pt x="1840560" y="4394260"/>
                  </a:cubicBezTo>
                  <a:cubicBezTo>
                    <a:pt x="1894503" y="4422007"/>
                    <a:pt x="1948199" y="4449626"/>
                    <a:pt x="2004081" y="4478369"/>
                  </a:cubicBezTo>
                  <a:cubicBezTo>
                    <a:pt x="1997708" y="4415897"/>
                    <a:pt x="1991488" y="4354932"/>
                    <a:pt x="1985111" y="4292417"/>
                  </a:cubicBezTo>
                  <a:close/>
                  <a:moveTo>
                    <a:pt x="3274400" y="4242984"/>
                  </a:moveTo>
                  <a:cubicBezTo>
                    <a:pt x="3347702" y="4244221"/>
                    <a:pt x="3421039" y="4243466"/>
                    <a:pt x="3497332" y="4243466"/>
                  </a:cubicBezTo>
                  <a:cubicBezTo>
                    <a:pt x="3465613" y="4334090"/>
                    <a:pt x="3434857" y="4423435"/>
                    <a:pt x="3403071" y="4512412"/>
                  </a:cubicBezTo>
                  <a:cubicBezTo>
                    <a:pt x="3361433" y="4628964"/>
                    <a:pt x="3318634" y="4745101"/>
                    <a:pt x="3276963" y="4861642"/>
                  </a:cubicBezTo>
                  <a:cubicBezTo>
                    <a:pt x="3210581" y="5047291"/>
                    <a:pt x="3144794" y="5233153"/>
                    <a:pt x="3078532" y="5418846"/>
                  </a:cubicBezTo>
                  <a:cubicBezTo>
                    <a:pt x="3071516" y="5438505"/>
                    <a:pt x="3061567" y="5450428"/>
                    <a:pt x="3035547" y="5449407"/>
                  </a:cubicBezTo>
                  <a:cubicBezTo>
                    <a:pt x="2965770" y="5446672"/>
                    <a:pt x="2895817" y="5448475"/>
                    <a:pt x="2824535" y="5448475"/>
                  </a:cubicBezTo>
                  <a:cubicBezTo>
                    <a:pt x="2778676" y="5333505"/>
                    <a:pt x="2733200" y="5219508"/>
                    <a:pt x="2687766" y="5105496"/>
                  </a:cubicBezTo>
                  <a:cubicBezTo>
                    <a:pt x="2686958" y="5103468"/>
                    <a:pt x="2686947" y="5101112"/>
                    <a:pt x="2686070" y="5099126"/>
                  </a:cubicBezTo>
                  <a:cubicBezTo>
                    <a:pt x="2671949" y="5067098"/>
                    <a:pt x="2665770" y="5023711"/>
                    <a:pt x="2641224" y="5006432"/>
                  </a:cubicBezTo>
                  <a:cubicBezTo>
                    <a:pt x="2618406" y="4990370"/>
                    <a:pt x="2575989" y="5002099"/>
                    <a:pt x="2542200" y="5001700"/>
                  </a:cubicBezTo>
                  <a:cubicBezTo>
                    <a:pt x="2528855" y="5001542"/>
                    <a:pt x="2515504" y="5001674"/>
                    <a:pt x="2500222" y="5001674"/>
                  </a:cubicBezTo>
                  <a:cubicBezTo>
                    <a:pt x="2500222" y="4945017"/>
                    <a:pt x="2500222" y="4890443"/>
                    <a:pt x="2500222" y="4832431"/>
                  </a:cubicBezTo>
                  <a:cubicBezTo>
                    <a:pt x="2592979" y="4832431"/>
                    <a:pt x="2685129" y="4832431"/>
                    <a:pt x="2777278" y="4832431"/>
                  </a:cubicBezTo>
                  <a:cubicBezTo>
                    <a:pt x="2843747" y="4832431"/>
                    <a:pt x="2844035" y="4832342"/>
                    <a:pt x="2863640" y="4895218"/>
                  </a:cubicBezTo>
                  <a:cubicBezTo>
                    <a:pt x="2891013" y="4983011"/>
                    <a:pt x="2917902" y="5070955"/>
                    <a:pt x="2945180" y="5161471"/>
                  </a:cubicBezTo>
                  <a:cubicBezTo>
                    <a:pt x="2946532" y="5165474"/>
                    <a:pt x="2947705" y="5166842"/>
                    <a:pt x="2948879" y="5168209"/>
                  </a:cubicBezTo>
                  <a:cubicBezTo>
                    <a:pt x="2952266" y="5161761"/>
                    <a:pt x="2956688" y="5155647"/>
                    <a:pt x="2958889" y="5148817"/>
                  </a:cubicBezTo>
                  <a:cubicBezTo>
                    <a:pt x="3008618" y="4994527"/>
                    <a:pt x="3058220" y="4840196"/>
                    <a:pt x="3107598" y="4685793"/>
                  </a:cubicBezTo>
                  <a:cubicBezTo>
                    <a:pt x="3151984" y="4547001"/>
                    <a:pt x="3196586" y="4408275"/>
                    <a:pt x="3239710" y="4269089"/>
                  </a:cubicBezTo>
                  <a:cubicBezTo>
                    <a:pt x="3245837" y="4249312"/>
                    <a:pt x="3253810" y="4242636"/>
                    <a:pt x="3274400" y="4242984"/>
                  </a:cubicBezTo>
                  <a:close/>
                  <a:moveTo>
                    <a:pt x="5002475" y="4223169"/>
                  </a:moveTo>
                  <a:cubicBezTo>
                    <a:pt x="5075094" y="4223169"/>
                    <a:pt x="5149993" y="4222840"/>
                    <a:pt x="5224880" y="4223696"/>
                  </a:cubicBezTo>
                  <a:cubicBezTo>
                    <a:pt x="5232075" y="4223779"/>
                    <a:pt x="5242119" y="4229422"/>
                    <a:pt x="5245905" y="4235540"/>
                  </a:cubicBezTo>
                  <a:cubicBezTo>
                    <a:pt x="5331070" y="4373064"/>
                    <a:pt x="5390705" y="4520378"/>
                    <a:pt x="5423685" y="4679423"/>
                  </a:cubicBezTo>
                  <a:cubicBezTo>
                    <a:pt x="5451428" y="4813219"/>
                    <a:pt x="5456786" y="4948353"/>
                    <a:pt x="5448378" y="5082965"/>
                  </a:cubicBezTo>
                  <a:cubicBezTo>
                    <a:pt x="5434751" y="5301114"/>
                    <a:pt x="5374612" y="5506581"/>
                    <a:pt x="5257476" y="5694044"/>
                  </a:cubicBezTo>
                  <a:cubicBezTo>
                    <a:pt x="5240689" y="5720911"/>
                    <a:pt x="5225001" y="5727036"/>
                    <a:pt x="5197494" y="5726467"/>
                  </a:cubicBezTo>
                  <a:cubicBezTo>
                    <a:pt x="5132091" y="5725113"/>
                    <a:pt x="5066643" y="5726032"/>
                    <a:pt x="5006436" y="5726032"/>
                  </a:cubicBezTo>
                  <a:cubicBezTo>
                    <a:pt x="5046250" y="5628304"/>
                    <a:pt x="5090322" y="5530617"/>
                    <a:pt x="5125821" y="5429907"/>
                  </a:cubicBezTo>
                  <a:cubicBezTo>
                    <a:pt x="5158734" y="5336536"/>
                    <a:pt x="5181886" y="5239642"/>
                    <a:pt x="5185577" y="5139796"/>
                  </a:cubicBezTo>
                  <a:cubicBezTo>
                    <a:pt x="5189185" y="5042179"/>
                    <a:pt x="5197195" y="4944040"/>
                    <a:pt x="5191035" y="4846906"/>
                  </a:cubicBezTo>
                  <a:cubicBezTo>
                    <a:pt x="5181534" y="4697073"/>
                    <a:pt x="5146759" y="4551492"/>
                    <a:pt x="5086162" y="4410332"/>
                  </a:cubicBezTo>
                  <a:cubicBezTo>
                    <a:pt x="5057614" y="4347077"/>
                    <a:pt x="5030478" y="4286094"/>
                    <a:pt x="5002475" y="4223169"/>
                  </a:cubicBezTo>
                  <a:close/>
                  <a:moveTo>
                    <a:pt x="4018036" y="4223155"/>
                  </a:moveTo>
                  <a:cubicBezTo>
                    <a:pt x="3784527" y="4667012"/>
                    <a:pt x="3754262" y="5119973"/>
                    <a:pt x="3951783" y="5585889"/>
                  </a:cubicBezTo>
                  <a:cubicBezTo>
                    <a:pt x="3974485" y="5633560"/>
                    <a:pt x="3995641" y="5679087"/>
                    <a:pt x="4017453" y="5726027"/>
                  </a:cubicBezTo>
                  <a:cubicBezTo>
                    <a:pt x="3944163" y="5726027"/>
                    <a:pt x="3871095" y="5726524"/>
                    <a:pt x="3798054" y="5725364"/>
                  </a:cubicBezTo>
                  <a:cubicBezTo>
                    <a:pt x="3789474" y="5725227"/>
                    <a:pt x="3778113" y="5718017"/>
                    <a:pt x="3772977" y="5710646"/>
                  </a:cubicBezTo>
                  <a:cubicBezTo>
                    <a:pt x="3703174" y="5610479"/>
                    <a:pt x="3657533" y="5498795"/>
                    <a:pt x="3622427" y="5382837"/>
                  </a:cubicBezTo>
                  <a:cubicBezTo>
                    <a:pt x="3573581" y="5221492"/>
                    <a:pt x="3560240" y="5055320"/>
                    <a:pt x="3568764" y="4888035"/>
                  </a:cubicBezTo>
                  <a:cubicBezTo>
                    <a:pt x="3576244" y="4741238"/>
                    <a:pt x="3600932" y="4596472"/>
                    <a:pt x="3659911" y="4460560"/>
                  </a:cubicBezTo>
                  <a:cubicBezTo>
                    <a:pt x="3692148" y="4386272"/>
                    <a:pt x="3731186" y="4314850"/>
                    <a:pt x="3769415" y="4243343"/>
                  </a:cubicBezTo>
                  <a:cubicBezTo>
                    <a:pt x="3774881" y="4233119"/>
                    <a:pt x="3792967" y="4224370"/>
                    <a:pt x="3805452" y="4224042"/>
                  </a:cubicBezTo>
                  <a:cubicBezTo>
                    <a:pt x="3875334" y="4222201"/>
                    <a:pt x="3945289" y="4223155"/>
                    <a:pt x="4018036" y="4223155"/>
                  </a:cubicBezTo>
                  <a:close/>
                  <a:moveTo>
                    <a:pt x="5872125" y="4141836"/>
                  </a:moveTo>
                  <a:cubicBezTo>
                    <a:pt x="5926412" y="4143030"/>
                    <a:pt x="5980260" y="4139307"/>
                    <a:pt x="6033583" y="4158912"/>
                  </a:cubicBezTo>
                  <a:cubicBezTo>
                    <a:pt x="6132240" y="4195182"/>
                    <a:pt x="6168213" y="4286764"/>
                    <a:pt x="6149838" y="4380304"/>
                  </a:cubicBezTo>
                  <a:cubicBezTo>
                    <a:pt x="6134816" y="4456773"/>
                    <a:pt x="6085138" y="4505611"/>
                    <a:pt x="6025189" y="4548398"/>
                  </a:cubicBezTo>
                  <a:cubicBezTo>
                    <a:pt x="5974968" y="4584240"/>
                    <a:pt x="5926199" y="4622125"/>
                    <a:pt x="5877073" y="4659482"/>
                  </a:cubicBezTo>
                  <a:cubicBezTo>
                    <a:pt x="5871195" y="4663951"/>
                    <a:pt x="5867120" y="4670788"/>
                    <a:pt x="5857560" y="4681962"/>
                  </a:cubicBezTo>
                  <a:cubicBezTo>
                    <a:pt x="5956992" y="4681962"/>
                    <a:pt x="6050459" y="4681962"/>
                    <a:pt x="6145495" y="4681962"/>
                  </a:cubicBezTo>
                  <a:cubicBezTo>
                    <a:pt x="6145495" y="4728638"/>
                    <a:pt x="6145495" y="4771115"/>
                    <a:pt x="6145495" y="4816249"/>
                  </a:cubicBezTo>
                  <a:cubicBezTo>
                    <a:pt x="5985913" y="4816249"/>
                    <a:pt x="5825391" y="4816249"/>
                    <a:pt x="5660428" y="4816249"/>
                  </a:cubicBezTo>
                  <a:cubicBezTo>
                    <a:pt x="5660158" y="4741256"/>
                    <a:pt x="5659163" y="4664133"/>
                    <a:pt x="5720816" y="4606682"/>
                  </a:cubicBezTo>
                  <a:cubicBezTo>
                    <a:pt x="5770168" y="4560693"/>
                    <a:pt x="5824442" y="4519985"/>
                    <a:pt x="5878559" y="4475484"/>
                  </a:cubicBezTo>
                  <a:cubicBezTo>
                    <a:pt x="5916063" y="4452487"/>
                    <a:pt x="5946445" y="4427588"/>
                    <a:pt x="5958477" y="4384478"/>
                  </a:cubicBezTo>
                  <a:cubicBezTo>
                    <a:pt x="5972115" y="4335610"/>
                    <a:pt x="5942523" y="4293039"/>
                    <a:pt x="5892377" y="4290513"/>
                  </a:cubicBezTo>
                  <a:cubicBezTo>
                    <a:pt x="5835704" y="4287659"/>
                    <a:pt x="5782298" y="4294538"/>
                    <a:pt x="5733749" y="4327076"/>
                  </a:cubicBezTo>
                  <a:cubicBezTo>
                    <a:pt x="5728933" y="4330303"/>
                    <a:pt x="5712066" y="4324594"/>
                    <a:pt x="5707998" y="4318345"/>
                  </a:cubicBezTo>
                  <a:cubicBezTo>
                    <a:pt x="5689468" y="4289868"/>
                    <a:pt x="5672495" y="4260217"/>
                    <a:pt x="5657497" y="4229741"/>
                  </a:cubicBezTo>
                  <a:cubicBezTo>
                    <a:pt x="5654487" y="4223626"/>
                    <a:pt x="5659823" y="4207068"/>
                    <a:pt x="5665881" y="4203804"/>
                  </a:cubicBezTo>
                  <a:cubicBezTo>
                    <a:pt x="5730233" y="4169124"/>
                    <a:pt x="5796615" y="4140174"/>
                    <a:pt x="5872125" y="4141836"/>
                  </a:cubicBezTo>
                  <a:close/>
                  <a:moveTo>
                    <a:pt x="3908635" y="3512155"/>
                  </a:moveTo>
                  <a:lnTo>
                    <a:pt x="6912127" y="3512155"/>
                  </a:lnTo>
                  <a:cubicBezTo>
                    <a:pt x="6912127" y="3527795"/>
                    <a:pt x="6912127" y="3540941"/>
                    <a:pt x="6912127" y="3554086"/>
                  </a:cubicBezTo>
                  <a:cubicBezTo>
                    <a:pt x="6912127" y="4368624"/>
                    <a:pt x="6912695" y="5183161"/>
                    <a:pt x="6911615" y="5997691"/>
                  </a:cubicBezTo>
                  <a:cubicBezTo>
                    <a:pt x="6911416" y="6148618"/>
                    <a:pt x="6816533" y="6271682"/>
                    <a:pt x="6662606" y="6307322"/>
                  </a:cubicBezTo>
                  <a:cubicBezTo>
                    <a:pt x="6654017" y="6309312"/>
                    <a:pt x="6644661" y="6308203"/>
                    <a:pt x="6635661" y="6308203"/>
                  </a:cubicBezTo>
                  <a:cubicBezTo>
                    <a:pt x="4434607" y="6308232"/>
                    <a:pt x="2233560" y="6308232"/>
                    <a:pt x="32506" y="6308232"/>
                  </a:cubicBezTo>
                  <a:cubicBezTo>
                    <a:pt x="23499" y="6308232"/>
                    <a:pt x="14484" y="6308232"/>
                    <a:pt x="236" y="6308232"/>
                  </a:cubicBezTo>
                  <a:cubicBezTo>
                    <a:pt x="236" y="6296828"/>
                    <a:pt x="236" y="6286157"/>
                    <a:pt x="236" y="6275493"/>
                  </a:cubicBezTo>
                  <a:cubicBezTo>
                    <a:pt x="236" y="5457572"/>
                    <a:pt x="-659" y="4639650"/>
                    <a:pt x="1033" y="3821736"/>
                  </a:cubicBezTo>
                  <a:cubicBezTo>
                    <a:pt x="1353" y="3668598"/>
                    <a:pt x="95837" y="3549159"/>
                    <a:pt x="250873" y="3512944"/>
                  </a:cubicBezTo>
                  <a:cubicBezTo>
                    <a:pt x="261587" y="3510434"/>
                    <a:pt x="273354" y="3512347"/>
                    <a:pt x="284636" y="3512347"/>
                  </a:cubicBezTo>
                  <a:lnTo>
                    <a:pt x="3003643" y="3515169"/>
                  </a:lnTo>
                  <a:lnTo>
                    <a:pt x="3003643" y="3823840"/>
                  </a:lnTo>
                  <a:lnTo>
                    <a:pt x="313991" y="3823769"/>
                  </a:lnTo>
                  <a:cubicBezTo>
                    <a:pt x="313991" y="4550576"/>
                    <a:pt x="313991" y="5273039"/>
                    <a:pt x="313991" y="5994485"/>
                  </a:cubicBezTo>
                  <a:cubicBezTo>
                    <a:pt x="2410686" y="5994485"/>
                    <a:pt x="4505034" y="5994485"/>
                    <a:pt x="6598223" y="5994485"/>
                  </a:cubicBezTo>
                  <a:cubicBezTo>
                    <a:pt x="6598223" y="5269690"/>
                    <a:pt x="6598223" y="4547227"/>
                    <a:pt x="6598223" y="3823741"/>
                  </a:cubicBezTo>
                  <a:cubicBezTo>
                    <a:pt x="6582247" y="3823741"/>
                    <a:pt x="6568754" y="3823741"/>
                    <a:pt x="6555260" y="3823741"/>
                  </a:cubicBezTo>
                  <a:lnTo>
                    <a:pt x="3908635" y="3823485"/>
                  </a:lnTo>
                  <a:close/>
                  <a:moveTo>
                    <a:pt x="4677680" y="508191"/>
                  </a:moveTo>
                  <a:cubicBezTo>
                    <a:pt x="4732400" y="508191"/>
                    <a:pt x="4783918" y="508191"/>
                    <a:pt x="4838017" y="508191"/>
                  </a:cubicBezTo>
                  <a:cubicBezTo>
                    <a:pt x="4838017" y="557427"/>
                    <a:pt x="4838017" y="607506"/>
                    <a:pt x="4838017" y="660865"/>
                  </a:cubicBezTo>
                  <a:cubicBezTo>
                    <a:pt x="4802792" y="660865"/>
                    <a:pt x="4766223" y="660865"/>
                    <a:pt x="4726453" y="660865"/>
                  </a:cubicBezTo>
                  <a:cubicBezTo>
                    <a:pt x="4726453" y="714094"/>
                    <a:pt x="4726453" y="764218"/>
                    <a:pt x="4726453" y="817513"/>
                  </a:cubicBezTo>
                  <a:cubicBezTo>
                    <a:pt x="4686769" y="817513"/>
                    <a:pt x="4650155" y="817513"/>
                    <a:pt x="4612045" y="817513"/>
                  </a:cubicBezTo>
                  <a:cubicBezTo>
                    <a:pt x="4612045" y="865459"/>
                    <a:pt x="4612045" y="910212"/>
                    <a:pt x="4612045" y="958228"/>
                  </a:cubicBezTo>
                  <a:cubicBezTo>
                    <a:pt x="4647656" y="958228"/>
                    <a:pt x="4684249" y="958228"/>
                    <a:pt x="4724050" y="958228"/>
                  </a:cubicBezTo>
                  <a:cubicBezTo>
                    <a:pt x="4724050" y="1011430"/>
                    <a:pt x="4724050" y="1061561"/>
                    <a:pt x="4724050" y="1114876"/>
                  </a:cubicBezTo>
                  <a:cubicBezTo>
                    <a:pt x="4763732" y="1114876"/>
                    <a:pt x="4800319" y="1114876"/>
                    <a:pt x="4838709" y="1114876"/>
                  </a:cubicBezTo>
                  <a:cubicBezTo>
                    <a:pt x="4838709" y="1168153"/>
                    <a:pt x="4838709" y="1218207"/>
                    <a:pt x="4838709" y="1269920"/>
                  </a:cubicBezTo>
                  <a:cubicBezTo>
                    <a:pt x="4786382" y="1269920"/>
                    <a:pt x="4734863" y="1269920"/>
                    <a:pt x="4680084" y="1269920"/>
                  </a:cubicBezTo>
                  <a:cubicBezTo>
                    <a:pt x="4680084" y="1223087"/>
                    <a:pt x="4680084" y="1175209"/>
                    <a:pt x="4680084" y="1124130"/>
                  </a:cubicBezTo>
                  <a:cubicBezTo>
                    <a:pt x="4640410" y="1124130"/>
                    <a:pt x="4603825" y="1124130"/>
                    <a:pt x="4564051" y="1124130"/>
                  </a:cubicBezTo>
                  <a:cubicBezTo>
                    <a:pt x="4564051" y="1070901"/>
                    <a:pt x="4564051" y="1020772"/>
                    <a:pt x="4564051" y="968822"/>
                  </a:cubicBezTo>
                  <a:cubicBezTo>
                    <a:pt x="4540133" y="968822"/>
                    <a:pt x="4519417" y="968822"/>
                    <a:pt x="4496617" y="968822"/>
                  </a:cubicBezTo>
                  <a:cubicBezTo>
                    <a:pt x="4496617" y="1018768"/>
                    <a:pt x="4496617" y="1068063"/>
                    <a:pt x="4496617" y="1120596"/>
                  </a:cubicBezTo>
                  <a:cubicBezTo>
                    <a:pt x="4458171" y="1120596"/>
                    <a:pt x="4421600" y="1120596"/>
                    <a:pt x="4381803" y="1120596"/>
                  </a:cubicBezTo>
                  <a:cubicBezTo>
                    <a:pt x="4381803" y="1171537"/>
                    <a:pt x="4381803" y="1219415"/>
                    <a:pt x="4381803" y="1269398"/>
                  </a:cubicBezTo>
                  <a:cubicBezTo>
                    <a:pt x="4328557" y="1269398"/>
                    <a:pt x="4278498" y="1269398"/>
                    <a:pt x="4226478" y="1269398"/>
                  </a:cubicBezTo>
                  <a:cubicBezTo>
                    <a:pt x="4226478" y="1219383"/>
                    <a:pt x="4226478" y="1169328"/>
                    <a:pt x="4226478" y="1116011"/>
                  </a:cubicBezTo>
                  <a:cubicBezTo>
                    <a:pt x="4261395" y="1116011"/>
                    <a:pt x="4295734" y="1116011"/>
                    <a:pt x="4331988" y="1116011"/>
                  </a:cubicBezTo>
                  <a:cubicBezTo>
                    <a:pt x="4331988" y="1063548"/>
                    <a:pt x="4331988" y="1014263"/>
                    <a:pt x="4331988" y="961757"/>
                  </a:cubicBezTo>
                  <a:cubicBezTo>
                    <a:pt x="4370450" y="961757"/>
                    <a:pt x="4407035" y="961757"/>
                    <a:pt x="4445760" y="961757"/>
                  </a:cubicBezTo>
                  <a:cubicBezTo>
                    <a:pt x="4445760" y="913023"/>
                    <a:pt x="4445760" y="867472"/>
                    <a:pt x="4445760" y="818646"/>
                  </a:cubicBezTo>
                  <a:cubicBezTo>
                    <a:pt x="4409377" y="818646"/>
                    <a:pt x="4372775" y="818646"/>
                    <a:pt x="4333042" y="818646"/>
                  </a:cubicBezTo>
                  <a:cubicBezTo>
                    <a:pt x="4333042" y="765391"/>
                    <a:pt x="4333042" y="715262"/>
                    <a:pt x="4333042" y="663197"/>
                  </a:cubicBezTo>
                  <a:cubicBezTo>
                    <a:pt x="4296390" y="663197"/>
                    <a:pt x="4262890" y="663197"/>
                    <a:pt x="4226980" y="663197"/>
                  </a:cubicBezTo>
                  <a:cubicBezTo>
                    <a:pt x="4226980" y="611176"/>
                    <a:pt x="4226980" y="561102"/>
                    <a:pt x="4226980" y="508789"/>
                  </a:cubicBezTo>
                  <a:cubicBezTo>
                    <a:pt x="4276158" y="508789"/>
                    <a:pt x="4326217" y="508789"/>
                    <a:pt x="4379553" y="508789"/>
                  </a:cubicBezTo>
                  <a:cubicBezTo>
                    <a:pt x="4379553" y="556416"/>
                    <a:pt x="4379553" y="604268"/>
                    <a:pt x="4379553" y="655296"/>
                  </a:cubicBezTo>
                  <a:cubicBezTo>
                    <a:pt x="4419277" y="655296"/>
                    <a:pt x="4455869" y="655296"/>
                    <a:pt x="4494409" y="655296"/>
                  </a:cubicBezTo>
                  <a:cubicBezTo>
                    <a:pt x="4494409" y="707749"/>
                    <a:pt x="4494409" y="757026"/>
                    <a:pt x="4494409" y="808751"/>
                  </a:cubicBezTo>
                  <a:cubicBezTo>
                    <a:pt x="4517093" y="808751"/>
                    <a:pt x="4537807" y="808751"/>
                    <a:pt x="4561838" y="808751"/>
                  </a:cubicBezTo>
                  <a:cubicBezTo>
                    <a:pt x="4561838" y="759757"/>
                    <a:pt x="4561838" y="709607"/>
                    <a:pt x="4561838" y="655519"/>
                  </a:cubicBezTo>
                  <a:cubicBezTo>
                    <a:pt x="4576957" y="655519"/>
                    <a:pt x="4588926" y="655519"/>
                    <a:pt x="4604169" y="655519"/>
                  </a:cubicBezTo>
                  <a:cubicBezTo>
                    <a:pt x="4629784" y="655519"/>
                    <a:pt x="4652124" y="655519"/>
                    <a:pt x="4677680" y="655519"/>
                  </a:cubicBezTo>
                  <a:cubicBezTo>
                    <a:pt x="4677680" y="605444"/>
                    <a:pt x="4677680" y="557571"/>
                    <a:pt x="4677680" y="508191"/>
                  </a:cubicBezTo>
                  <a:close/>
                  <a:moveTo>
                    <a:pt x="700099" y="481843"/>
                  </a:moveTo>
                  <a:cubicBezTo>
                    <a:pt x="1003898" y="481843"/>
                    <a:pt x="1308942" y="481843"/>
                    <a:pt x="1616095" y="481843"/>
                  </a:cubicBezTo>
                  <a:cubicBezTo>
                    <a:pt x="1616095" y="533599"/>
                    <a:pt x="1616095" y="585921"/>
                    <a:pt x="1616095" y="641527"/>
                  </a:cubicBezTo>
                  <a:cubicBezTo>
                    <a:pt x="1568142" y="641527"/>
                    <a:pt x="1520264" y="641527"/>
                    <a:pt x="1470875" y="641527"/>
                  </a:cubicBezTo>
                  <a:cubicBezTo>
                    <a:pt x="1470875" y="791054"/>
                    <a:pt x="1470875" y="937337"/>
                    <a:pt x="1470875" y="1086853"/>
                  </a:cubicBezTo>
                  <a:cubicBezTo>
                    <a:pt x="1493060" y="1086853"/>
                    <a:pt x="1516078" y="1086853"/>
                    <a:pt x="1542347" y="1086853"/>
                  </a:cubicBezTo>
                  <a:cubicBezTo>
                    <a:pt x="1542347" y="1140062"/>
                    <a:pt x="1542347" y="1190220"/>
                    <a:pt x="1542347" y="1243567"/>
                  </a:cubicBezTo>
                  <a:cubicBezTo>
                    <a:pt x="1582040" y="1243567"/>
                    <a:pt x="1618633" y="1243567"/>
                    <a:pt x="1656976" y="1243567"/>
                  </a:cubicBezTo>
                  <a:cubicBezTo>
                    <a:pt x="1656976" y="1296866"/>
                    <a:pt x="1656976" y="1346927"/>
                    <a:pt x="1656976" y="1398594"/>
                  </a:cubicBezTo>
                  <a:cubicBezTo>
                    <a:pt x="1606759" y="1398594"/>
                    <a:pt x="1557488" y="1398594"/>
                    <a:pt x="1504944" y="1398594"/>
                  </a:cubicBezTo>
                  <a:cubicBezTo>
                    <a:pt x="1504944" y="1351570"/>
                    <a:pt x="1504944" y="1303688"/>
                    <a:pt x="1504944" y="1251255"/>
                  </a:cubicBezTo>
                  <a:cubicBezTo>
                    <a:pt x="1480907" y="1251255"/>
                    <a:pt x="1459956" y="1251255"/>
                    <a:pt x="1435723" y="1251255"/>
                  </a:cubicBezTo>
                  <a:cubicBezTo>
                    <a:pt x="1419039" y="1251255"/>
                    <a:pt x="1405637" y="1251255"/>
                    <a:pt x="1389021" y="1251255"/>
                  </a:cubicBezTo>
                  <a:cubicBezTo>
                    <a:pt x="1389021" y="1199496"/>
                    <a:pt x="1389021" y="1149361"/>
                    <a:pt x="1389021" y="1096067"/>
                  </a:cubicBezTo>
                  <a:cubicBezTo>
                    <a:pt x="1360617" y="1096067"/>
                    <a:pt x="1335263" y="1096067"/>
                    <a:pt x="1308008" y="1096067"/>
                  </a:cubicBezTo>
                  <a:cubicBezTo>
                    <a:pt x="1308008" y="944295"/>
                    <a:pt x="1308008" y="795729"/>
                    <a:pt x="1308008" y="644576"/>
                  </a:cubicBezTo>
                  <a:cubicBezTo>
                    <a:pt x="1208566" y="644576"/>
                    <a:pt x="1111104" y="644576"/>
                    <a:pt x="1010378" y="644576"/>
                  </a:cubicBezTo>
                  <a:cubicBezTo>
                    <a:pt x="1010378" y="894166"/>
                    <a:pt x="1010378" y="1145070"/>
                    <a:pt x="1010378" y="1398074"/>
                  </a:cubicBezTo>
                  <a:cubicBezTo>
                    <a:pt x="957113" y="1398074"/>
                    <a:pt x="907048" y="1398074"/>
                    <a:pt x="853710" y="1398074"/>
                  </a:cubicBezTo>
                  <a:cubicBezTo>
                    <a:pt x="853710" y="1147031"/>
                    <a:pt x="853710" y="896126"/>
                    <a:pt x="853710" y="643184"/>
                  </a:cubicBezTo>
                  <a:cubicBezTo>
                    <a:pt x="801247" y="643184"/>
                    <a:pt x="751956" y="643184"/>
                    <a:pt x="700099" y="643184"/>
                  </a:cubicBezTo>
                  <a:cubicBezTo>
                    <a:pt x="700099" y="588899"/>
                    <a:pt x="700099" y="536554"/>
                    <a:pt x="700099" y="481843"/>
                  </a:cubicBezTo>
                  <a:close/>
                  <a:moveTo>
                    <a:pt x="1715337" y="143227"/>
                  </a:moveTo>
                  <a:cubicBezTo>
                    <a:pt x="1764530" y="143227"/>
                    <a:pt x="1814540" y="143227"/>
                    <a:pt x="1868680" y="143227"/>
                  </a:cubicBezTo>
                  <a:cubicBezTo>
                    <a:pt x="1868680" y="159313"/>
                    <a:pt x="1868680" y="175761"/>
                    <a:pt x="1868680" y="195522"/>
                  </a:cubicBezTo>
                  <a:cubicBezTo>
                    <a:pt x="1868680" y="227923"/>
                    <a:pt x="1868680" y="257012"/>
                    <a:pt x="1868680" y="289245"/>
                  </a:cubicBezTo>
                  <a:cubicBezTo>
                    <a:pt x="1920781" y="289245"/>
                    <a:pt x="1970828" y="289245"/>
                    <a:pt x="2022602" y="289245"/>
                  </a:cubicBezTo>
                  <a:cubicBezTo>
                    <a:pt x="2022602" y="344649"/>
                    <a:pt x="2022602" y="396901"/>
                    <a:pt x="2022602" y="450796"/>
                  </a:cubicBezTo>
                  <a:cubicBezTo>
                    <a:pt x="1969378" y="450796"/>
                    <a:pt x="1917127" y="450796"/>
                    <a:pt x="1862901" y="450796"/>
                  </a:cubicBezTo>
                  <a:cubicBezTo>
                    <a:pt x="1862901" y="400205"/>
                    <a:pt x="1862901" y="350976"/>
                    <a:pt x="1862901" y="298594"/>
                  </a:cubicBezTo>
                  <a:cubicBezTo>
                    <a:pt x="1813302" y="298594"/>
                    <a:pt x="1765475" y="298594"/>
                    <a:pt x="1715337" y="298594"/>
                  </a:cubicBezTo>
                  <a:cubicBezTo>
                    <a:pt x="1715337" y="245497"/>
                    <a:pt x="1715337" y="195479"/>
                    <a:pt x="1715337" y="143227"/>
                  </a:cubicBezTo>
                  <a:close/>
                  <a:moveTo>
                    <a:pt x="2355597" y="142701"/>
                  </a:moveTo>
                  <a:cubicBezTo>
                    <a:pt x="2411009" y="142701"/>
                    <a:pt x="2463258" y="142701"/>
                    <a:pt x="2517044" y="142701"/>
                  </a:cubicBezTo>
                  <a:cubicBezTo>
                    <a:pt x="2517044" y="193147"/>
                    <a:pt x="2517044" y="242358"/>
                    <a:pt x="2517044" y="294745"/>
                  </a:cubicBezTo>
                  <a:cubicBezTo>
                    <a:pt x="2467814" y="294745"/>
                    <a:pt x="2417747" y="294745"/>
                    <a:pt x="2364546" y="294745"/>
                  </a:cubicBezTo>
                  <a:cubicBezTo>
                    <a:pt x="2364546" y="347802"/>
                    <a:pt x="2364546" y="397876"/>
                    <a:pt x="2364546" y="450165"/>
                  </a:cubicBezTo>
                  <a:cubicBezTo>
                    <a:pt x="2311446" y="450165"/>
                    <a:pt x="2261437" y="450165"/>
                    <a:pt x="2207170" y="450165"/>
                  </a:cubicBezTo>
                  <a:cubicBezTo>
                    <a:pt x="2207170" y="429862"/>
                    <a:pt x="2207170" y="408884"/>
                    <a:pt x="2207170" y="384571"/>
                  </a:cubicBezTo>
                  <a:cubicBezTo>
                    <a:pt x="2207170" y="352133"/>
                    <a:pt x="2207170" y="323029"/>
                    <a:pt x="2207170" y="290777"/>
                  </a:cubicBezTo>
                  <a:cubicBezTo>
                    <a:pt x="2256899" y="290777"/>
                    <a:pt x="2304691" y="290777"/>
                    <a:pt x="2355597" y="290777"/>
                  </a:cubicBezTo>
                  <a:cubicBezTo>
                    <a:pt x="2355597" y="239923"/>
                    <a:pt x="2355597" y="192105"/>
                    <a:pt x="2355597" y="142701"/>
                  </a:cubicBezTo>
                  <a:close/>
                  <a:moveTo>
                    <a:pt x="3479877" y="95544"/>
                  </a:moveTo>
                  <a:cubicBezTo>
                    <a:pt x="3534361" y="95544"/>
                    <a:pt x="3586675" y="95544"/>
                    <a:pt x="3640679" y="95544"/>
                  </a:cubicBezTo>
                  <a:cubicBezTo>
                    <a:pt x="3640679" y="148632"/>
                    <a:pt x="3640679" y="200953"/>
                    <a:pt x="3640679" y="255280"/>
                  </a:cubicBezTo>
                  <a:cubicBezTo>
                    <a:pt x="3617034" y="255280"/>
                    <a:pt x="3594821" y="255280"/>
                    <a:pt x="3569378" y="255280"/>
                  </a:cubicBezTo>
                  <a:cubicBezTo>
                    <a:pt x="3569378" y="305001"/>
                    <a:pt x="3569378" y="352904"/>
                    <a:pt x="3569378" y="403978"/>
                  </a:cubicBezTo>
                  <a:cubicBezTo>
                    <a:pt x="3541019" y="403978"/>
                    <a:pt x="3515669" y="403978"/>
                    <a:pt x="3487195" y="403978"/>
                  </a:cubicBezTo>
                  <a:cubicBezTo>
                    <a:pt x="3487195" y="457241"/>
                    <a:pt x="3487195" y="507371"/>
                    <a:pt x="3487195" y="559470"/>
                  </a:cubicBezTo>
                  <a:cubicBezTo>
                    <a:pt x="3461859" y="559470"/>
                    <a:pt x="3439630" y="559470"/>
                    <a:pt x="3414154" y="559470"/>
                  </a:cubicBezTo>
                  <a:cubicBezTo>
                    <a:pt x="3414154" y="611445"/>
                    <a:pt x="3414154" y="661573"/>
                    <a:pt x="3414154" y="714883"/>
                  </a:cubicBezTo>
                  <a:cubicBezTo>
                    <a:pt x="3388021" y="714883"/>
                    <a:pt x="3364993" y="714883"/>
                    <a:pt x="3338739" y="714883"/>
                  </a:cubicBezTo>
                  <a:cubicBezTo>
                    <a:pt x="3338739" y="765845"/>
                    <a:pt x="3338739" y="813744"/>
                    <a:pt x="3338739" y="864787"/>
                  </a:cubicBezTo>
                  <a:cubicBezTo>
                    <a:pt x="3312616" y="864787"/>
                    <a:pt x="3289534" y="864787"/>
                    <a:pt x="3264520" y="864787"/>
                  </a:cubicBezTo>
                  <a:cubicBezTo>
                    <a:pt x="3264520" y="917234"/>
                    <a:pt x="3264520" y="966522"/>
                    <a:pt x="3264520" y="1019038"/>
                  </a:cubicBezTo>
                  <a:cubicBezTo>
                    <a:pt x="3237319" y="1019038"/>
                    <a:pt x="3212040" y="1019038"/>
                    <a:pt x="3183508" y="1019038"/>
                  </a:cubicBezTo>
                  <a:cubicBezTo>
                    <a:pt x="3183508" y="1069987"/>
                    <a:pt x="3183508" y="1117881"/>
                    <a:pt x="3183508" y="1168939"/>
                  </a:cubicBezTo>
                  <a:cubicBezTo>
                    <a:pt x="3157387" y="1168939"/>
                    <a:pt x="3134329" y="1168939"/>
                    <a:pt x="3108103" y="1168939"/>
                  </a:cubicBezTo>
                  <a:cubicBezTo>
                    <a:pt x="3108103" y="1222198"/>
                    <a:pt x="3108103" y="1272328"/>
                    <a:pt x="3108103" y="1324045"/>
                  </a:cubicBezTo>
                  <a:cubicBezTo>
                    <a:pt x="3055642" y="1324045"/>
                    <a:pt x="3006371" y="1324045"/>
                    <a:pt x="2953820" y="1324045"/>
                  </a:cubicBezTo>
                  <a:cubicBezTo>
                    <a:pt x="2953820" y="1274999"/>
                    <a:pt x="2953820" y="1224867"/>
                    <a:pt x="2953820" y="1171542"/>
                  </a:cubicBezTo>
                  <a:cubicBezTo>
                    <a:pt x="2925415" y="1171542"/>
                    <a:pt x="2900120" y="1171542"/>
                    <a:pt x="2871607" y="1171542"/>
                  </a:cubicBezTo>
                  <a:cubicBezTo>
                    <a:pt x="2871607" y="1120571"/>
                    <a:pt x="2871607" y="1072676"/>
                    <a:pt x="2871607" y="1021638"/>
                  </a:cubicBezTo>
                  <a:cubicBezTo>
                    <a:pt x="2845474" y="1021638"/>
                    <a:pt x="2822391" y="1021638"/>
                    <a:pt x="2797393" y="1021638"/>
                  </a:cubicBezTo>
                  <a:cubicBezTo>
                    <a:pt x="2797393" y="969186"/>
                    <a:pt x="2797393" y="919893"/>
                    <a:pt x="2797393" y="867353"/>
                  </a:cubicBezTo>
                  <a:cubicBezTo>
                    <a:pt x="2720543" y="867353"/>
                    <a:pt x="2645613" y="867353"/>
                    <a:pt x="2568338" y="867353"/>
                  </a:cubicBezTo>
                  <a:cubicBezTo>
                    <a:pt x="2568338" y="814111"/>
                    <a:pt x="2568338" y="764034"/>
                    <a:pt x="2568338" y="711801"/>
                  </a:cubicBezTo>
                  <a:cubicBezTo>
                    <a:pt x="2669663" y="711801"/>
                    <a:pt x="2771623" y="711801"/>
                    <a:pt x="2876851" y="711801"/>
                  </a:cubicBezTo>
                  <a:cubicBezTo>
                    <a:pt x="2876851" y="759690"/>
                    <a:pt x="2876851" y="807559"/>
                    <a:pt x="2876851" y="857361"/>
                  </a:cubicBezTo>
                  <a:cubicBezTo>
                    <a:pt x="2902211" y="857361"/>
                    <a:pt x="2924438" y="857361"/>
                    <a:pt x="2949898" y="857361"/>
                  </a:cubicBezTo>
                  <a:cubicBezTo>
                    <a:pt x="2949898" y="909334"/>
                    <a:pt x="2949898" y="959479"/>
                    <a:pt x="2949898" y="1011946"/>
                  </a:cubicBezTo>
                  <a:cubicBezTo>
                    <a:pt x="3000863" y="1011946"/>
                    <a:pt x="3048683" y="1011946"/>
                    <a:pt x="3099793" y="1011946"/>
                  </a:cubicBezTo>
                  <a:cubicBezTo>
                    <a:pt x="3099793" y="962540"/>
                    <a:pt x="3099793" y="912405"/>
                    <a:pt x="3099793" y="859124"/>
                  </a:cubicBezTo>
                  <a:cubicBezTo>
                    <a:pt x="3125942" y="859124"/>
                    <a:pt x="3149027" y="859124"/>
                    <a:pt x="3174033" y="859124"/>
                  </a:cubicBezTo>
                  <a:cubicBezTo>
                    <a:pt x="3174033" y="808933"/>
                    <a:pt x="3174033" y="761902"/>
                    <a:pt x="3174033" y="711642"/>
                  </a:cubicBezTo>
                  <a:cubicBezTo>
                    <a:pt x="3201235" y="711642"/>
                    <a:pt x="3226518" y="711642"/>
                    <a:pt x="3255045" y="711642"/>
                  </a:cubicBezTo>
                  <a:cubicBezTo>
                    <a:pt x="3255045" y="658435"/>
                    <a:pt x="3255045" y="608284"/>
                    <a:pt x="3255045" y="554972"/>
                  </a:cubicBezTo>
                  <a:cubicBezTo>
                    <a:pt x="3281154" y="554972"/>
                    <a:pt x="3304244" y="554972"/>
                    <a:pt x="3330447" y="554972"/>
                  </a:cubicBezTo>
                  <a:cubicBezTo>
                    <a:pt x="3330447" y="501720"/>
                    <a:pt x="3330447" y="451580"/>
                    <a:pt x="3330447" y="399505"/>
                  </a:cubicBezTo>
                  <a:cubicBezTo>
                    <a:pt x="3355789" y="399505"/>
                    <a:pt x="3378025" y="399505"/>
                    <a:pt x="3403496" y="399505"/>
                  </a:cubicBezTo>
                  <a:cubicBezTo>
                    <a:pt x="3403496" y="349795"/>
                    <a:pt x="3403496" y="301908"/>
                    <a:pt x="3403496" y="250839"/>
                  </a:cubicBezTo>
                  <a:cubicBezTo>
                    <a:pt x="3429623" y="250839"/>
                    <a:pt x="3452653" y="250839"/>
                    <a:pt x="3479877" y="250839"/>
                  </a:cubicBezTo>
                  <a:cubicBezTo>
                    <a:pt x="3479877" y="229014"/>
                    <a:pt x="3479877" y="210262"/>
                    <a:pt x="3479877" y="188171"/>
                  </a:cubicBezTo>
                  <a:cubicBezTo>
                    <a:pt x="3479877" y="155691"/>
                    <a:pt x="3479877" y="126552"/>
                    <a:pt x="3479877" y="95544"/>
                  </a:cubicBezTo>
                  <a:close/>
                  <a:moveTo>
                    <a:pt x="5119895" y="95260"/>
                  </a:moveTo>
                  <a:cubicBezTo>
                    <a:pt x="5170137" y="95260"/>
                    <a:pt x="5219399" y="95260"/>
                    <a:pt x="5271977" y="95260"/>
                  </a:cubicBezTo>
                  <a:cubicBezTo>
                    <a:pt x="5271977" y="144396"/>
                    <a:pt x="5271977" y="194515"/>
                    <a:pt x="5271977" y="246764"/>
                  </a:cubicBezTo>
                  <a:cubicBezTo>
                    <a:pt x="5286727" y="248280"/>
                    <a:pt x="5298527" y="249493"/>
                    <a:pt x="5313470" y="251028"/>
                  </a:cubicBezTo>
                  <a:cubicBezTo>
                    <a:pt x="5313470" y="298514"/>
                    <a:pt x="5313470" y="346470"/>
                    <a:pt x="5313470" y="397583"/>
                  </a:cubicBezTo>
                  <a:cubicBezTo>
                    <a:pt x="5339473" y="397583"/>
                    <a:pt x="5362546" y="397583"/>
                    <a:pt x="5388694" y="397583"/>
                  </a:cubicBezTo>
                  <a:cubicBezTo>
                    <a:pt x="5388694" y="450868"/>
                    <a:pt x="5388694" y="501051"/>
                    <a:pt x="5388694" y="552588"/>
                  </a:cubicBezTo>
                  <a:cubicBezTo>
                    <a:pt x="5402737" y="553463"/>
                    <a:pt x="5413713" y="554148"/>
                    <a:pt x="5427905" y="555032"/>
                  </a:cubicBezTo>
                  <a:cubicBezTo>
                    <a:pt x="5427905" y="604817"/>
                    <a:pt x="5427905" y="654969"/>
                    <a:pt x="5427905" y="707130"/>
                  </a:cubicBezTo>
                  <a:cubicBezTo>
                    <a:pt x="5440320" y="708634"/>
                    <a:pt x="5449851" y="709790"/>
                    <a:pt x="5461398" y="711190"/>
                  </a:cubicBezTo>
                  <a:cubicBezTo>
                    <a:pt x="5461398" y="813061"/>
                    <a:pt x="5461398" y="915139"/>
                    <a:pt x="5461398" y="1019842"/>
                  </a:cubicBezTo>
                  <a:cubicBezTo>
                    <a:pt x="5452009" y="1020600"/>
                    <a:pt x="5442461" y="1021370"/>
                    <a:pt x="5429909" y="1022385"/>
                  </a:cubicBezTo>
                  <a:cubicBezTo>
                    <a:pt x="5429909" y="1071064"/>
                    <a:pt x="5429909" y="1119033"/>
                    <a:pt x="5429909" y="1168798"/>
                  </a:cubicBezTo>
                  <a:cubicBezTo>
                    <a:pt x="5416002" y="1169566"/>
                    <a:pt x="5405056" y="1170171"/>
                    <a:pt x="5390895" y="1170954"/>
                  </a:cubicBezTo>
                  <a:cubicBezTo>
                    <a:pt x="5390895" y="1220756"/>
                    <a:pt x="5390895" y="1270852"/>
                    <a:pt x="5390895" y="1324128"/>
                  </a:cubicBezTo>
                  <a:cubicBezTo>
                    <a:pt x="5364815" y="1324128"/>
                    <a:pt x="5341791" y="1324128"/>
                    <a:pt x="5315544" y="1324128"/>
                  </a:cubicBezTo>
                  <a:cubicBezTo>
                    <a:pt x="5315544" y="1375090"/>
                    <a:pt x="5315544" y="1422999"/>
                    <a:pt x="5315544" y="1473353"/>
                  </a:cubicBezTo>
                  <a:cubicBezTo>
                    <a:pt x="5300740" y="1474226"/>
                    <a:pt x="5288949" y="1474921"/>
                    <a:pt x="5276792" y="1475638"/>
                  </a:cubicBezTo>
                  <a:cubicBezTo>
                    <a:pt x="5273979" y="1527816"/>
                    <a:pt x="5271235" y="1578724"/>
                    <a:pt x="5265252" y="1629950"/>
                  </a:cubicBezTo>
                  <a:cubicBezTo>
                    <a:pt x="5215790" y="1630269"/>
                    <a:pt x="5169565" y="1630269"/>
                    <a:pt x="5120746" y="1630269"/>
                  </a:cubicBezTo>
                  <a:cubicBezTo>
                    <a:pt x="5120746" y="1577326"/>
                    <a:pt x="5120746" y="1525008"/>
                    <a:pt x="5120746" y="1470006"/>
                  </a:cubicBezTo>
                  <a:cubicBezTo>
                    <a:pt x="5128771" y="1468993"/>
                    <a:pt x="5138298" y="1467789"/>
                    <a:pt x="5150933" y="1466193"/>
                  </a:cubicBezTo>
                  <a:cubicBezTo>
                    <a:pt x="5150933" y="1418879"/>
                    <a:pt x="5150933" y="1370890"/>
                    <a:pt x="5150933" y="1319740"/>
                  </a:cubicBezTo>
                  <a:cubicBezTo>
                    <a:pt x="5179126" y="1319740"/>
                    <a:pt x="5204476" y="1319740"/>
                    <a:pt x="5231862" y="1319740"/>
                  </a:cubicBezTo>
                  <a:cubicBezTo>
                    <a:pt x="5231862" y="1267349"/>
                    <a:pt x="5231862" y="1218106"/>
                    <a:pt x="5231862" y="1166842"/>
                  </a:cubicBezTo>
                  <a:cubicBezTo>
                    <a:pt x="5243881" y="1164670"/>
                    <a:pt x="5254178" y="1162808"/>
                    <a:pt x="5266393" y="1160599"/>
                  </a:cubicBezTo>
                  <a:cubicBezTo>
                    <a:pt x="5266393" y="1113233"/>
                    <a:pt x="5266393" y="1066168"/>
                    <a:pt x="5266393" y="1016727"/>
                  </a:cubicBezTo>
                  <a:cubicBezTo>
                    <a:pt x="5279919" y="1015352"/>
                    <a:pt x="5291697" y="1014154"/>
                    <a:pt x="5305612" y="1012740"/>
                  </a:cubicBezTo>
                  <a:cubicBezTo>
                    <a:pt x="5305612" y="915511"/>
                    <a:pt x="5305612" y="817967"/>
                    <a:pt x="5305612" y="717676"/>
                  </a:cubicBezTo>
                  <a:cubicBezTo>
                    <a:pt x="5294095" y="716927"/>
                    <a:pt x="5282303" y="716159"/>
                    <a:pt x="5268489" y="715260"/>
                  </a:cubicBezTo>
                  <a:cubicBezTo>
                    <a:pt x="5268489" y="665072"/>
                    <a:pt x="5268489" y="615780"/>
                    <a:pt x="5268489" y="564389"/>
                  </a:cubicBezTo>
                  <a:cubicBezTo>
                    <a:pt x="5256558" y="562189"/>
                    <a:pt x="5246264" y="560292"/>
                    <a:pt x="5234082" y="558045"/>
                  </a:cubicBezTo>
                  <a:cubicBezTo>
                    <a:pt x="5234082" y="508580"/>
                    <a:pt x="5234082" y="459245"/>
                    <a:pt x="5234082" y="406708"/>
                  </a:cubicBezTo>
                  <a:cubicBezTo>
                    <a:pt x="5206945" y="406708"/>
                    <a:pt x="5181663" y="406708"/>
                    <a:pt x="5153153" y="406708"/>
                  </a:cubicBezTo>
                  <a:cubicBezTo>
                    <a:pt x="5153153" y="355746"/>
                    <a:pt x="5153153" y="307838"/>
                    <a:pt x="5153153" y="257687"/>
                  </a:cubicBezTo>
                  <a:cubicBezTo>
                    <a:pt x="5140643" y="256618"/>
                    <a:pt x="5131103" y="255802"/>
                    <a:pt x="5119895" y="254844"/>
                  </a:cubicBezTo>
                  <a:cubicBezTo>
                    <a:pt x="5119895" y="201688"/>
                    <a:pt x="5119895" y="149294"/>
                    <a:pt x="5119895" y="95260"/>
                  </a:cubicBezTo>
                  <a:close/>
                  <a:moveTo>
                    <a:pt x="3818104" y="95203"/>
                  </a:moveTo>
                  <a:cubicBezTo>
                    <a:pt x="3872715" y="95203"/>
                    <a:pt x="3924231" y="95203"/>
                    <a:pt x="3978300" y="95203"/>
                  </a:cubicBezTo>
                  <a:cubicBezTo>
                    <a:pt x="3978300" y="146787"/>
                    <a:pt x="3978300" y="199110"/>
                    <a:pt x="3978300" y="253993"/>
                  </a:cubicBezTo>
                  <a:cubicBezTo>
                    <a:pt x="3967827" y="255079"/>
                    <a:pt x="3956046" y="256302"/>
                    <a:pt x="3941128" y="257849"/>
                  </a:cubicBezTo>
                  <a:cubicBezTo>
                    <a:pt x="3941128" y="305390"/>
                    <a:pt x="3941128" y="353348"/>
                    <a:pt x="3941128" y="404451"/>
                  </a:cubicBezTo>
                  <a:cubicBezTo>
                    <a:pt x="3915115" y="404451"/>
                    <a:pt x="3892039" y="404451"/>
                    <a:pt x="3865908" y="404451"/>
                  </a:cubicBezTo>
                  <a:cubicBezTo>
                    <a:pt x="3865908" y="457739"/>
                    <a:pt x="3865908" y="507922"/>
                    <a:pt x="3865908" y="559297"/>
                  </a:cubicBezTo>
                  <a:cubicBezTo>
                    <a:pt x="3851846" y="560207"/>
                    <a:pt x="3840857" y="560917"/>
                    <a:pt x="3826680" y="561834"/>
                  </a:cubicBezTo>
                  <a:cubicBezTo>
                    <a:pt x="3826680" y="611640"/>
                    <a:pt x="3826680" y="661820"/>
                    <a:pt x="3826680" y="713918"/>
                  </a:cubicBezTo>
                  <a:cubicBezTo>
                    <a:pt x="3814303" y="715466"/>
                    <a:pt x="3804792" y="716655"/>
                    <a:pt x="3793255" y="718098"/>
                  </a:cubicBezTo>
                  <a:cubicBezTo>
                    <a:pt x="3793255" y="815427"/>
                    <a:pt x="3793255" y="912990"/>
                    <a:pt x="3793255" y="1013210"/>
                  </a:cubicBezTo>
                  <a:cubicBezTo>
                    <a:pt x="3802785" y="1013887"/>
                    <a:pt x="3812322" y="1014565"/>
                    <a:pt x="3824869" y="1015456"/>
                  </a:cubicBezTo>
                  <a:cubicBezTo>
                    <a:pt x="3824869" y="1064399"/>
                    <a:pt x="3824869" y="1112368"/>
                    <a:pt x="3824869" y="1161942"/>
                  </a:cubicBezTo>
                  <a:cubicBezTo>
                    <a:pt x="3838789" y="1162763"/>
                    <a:pt x="3849736" y="1163409"/>
                    <a:pt x="3863913" y="1164244"/>
                  </a:cubicBezTo>
                  <a:cubicBezTo>
                    <a:pt x="3863913" y="1214030"/>
                    <a:pt x="3863913" y="1264155"/>
                    <a:pt x="3863913" y="1317451"/>
                  </a:cubicBezTo>
                  <a:cubicBezTo>
                    <a:pt x="3889932" y="1317451"/>
                    <a:pt x="3913002" y="1317451"/>
                    <a:pt x="3939236" y="1317451"/>
                  </a:cubicBezTo>
                  <a:cubicBezTo>
                    <a:pt x="3939236" y="1368421"/>
                    <a:pt x="3939236" y="1416329"/>
                    <a:pt x="3939236" y="1466626"/>
                  </a:cubicBezTo>
                  <a:cubicBezTo>
                    <a:pt x="3954043" y="1467467"/>
                    <a:pt x="3965833" y="1468138"/>
                    <a:pt x="3979183" y="1468895"/>
                  </a:cubicBezTo>
                  <a:cubicBezTo>
                    <a:pt x="3979183" y="1522632"/>
                    <a:pt x="3979183" y="1574998"/>
                    <a:pt x="3979183" y="1628862"/>
                  </a:cubicBezTo>
                  <a:cubicBezTo>
                    <a:pt x="3926317" y="1628862"/>
                    <a:pt x="3874804" y="1628862"/>
                    <a:pt x="3818365" y="1628862"/>
                  </a:cubicBezTo>
                  <a:cubicBezTo>
                    <a:pt x="3818365" y="1592740"/>
                    <a:pt x="3818365" y="1556036"/>
                    <a:pt x="3818365" y="1516058"/>
                  </a:cubicBezTo>
                  <a:cubicBezTo>
                    <a:pt x="3818365" y="1501616"/>
                    <a:pt x="3818365" y="1490449"/>
                    <a:pt x="3818365" y="1477017"/>
                  </a:cubicBezTo>
                  <a:cubicBezTo>
                    <a:pt x="3807637" y="1475711"/>
                    <a:pt x="3798132" y="1474553"/>
                    <a:pt x="3785473" y="1473010"/>
                  </a:cubicBezTo>
                  <a:cubicBezTo>
                    <a:pt x="3785473" y="1425500"/>
                    <a:pt x="3785473" y="1377526"/>
                    <a:pt x="3785473" y="1326384"/>
                  </a:cubicBezTo>
                  <a:cubicBezTo>
                    <a:pt x="3757263" y="1326384"/>
                    <a:pt x="3731912" y="1326384"/>
                    <a:pt x="3704546" y="1326384"/>
                  </a:cubicBezTo>
                  <a:cubicBezTo>
                    <a:pt x="3704546" y="1273990"/>
                    <a:pt x="3704546" y="1224740"/>
                    <a:pt x="3704546" y="1173505"/>
                  </a:cubicBezTo>
                  <a:cubicBezTo>
                    <a:pt x="3692510" y="1171395"/>
                    <a:pt x="3682149" y="1169577"/>
                    <a:pt x="3670021" y="1167451"/>
                  </a:cubicBezTo>
                  <a:cubicBezTo>
                    <a:pt x="3670021" y="1119866"/>
                    <a:pt x="3670021" y="1072801"/>
                    <a:pt x="3670021" y="1023564"/>
                  </a:cubicBezTo>
                  <a:cubicBezTo>
                    <a:pt x="3656466" y="1022140"/>
                    <a:pt x="3644686" y="1020904"/>
                    <a:pt x="3630854" y="1019450"/>
                  </a:cubicBezTo>
                  <a:cubicBezTo>
                    <a:pt x="3630854" y="917633"/>
                    <a:pt x="3630854" y="815580"/>
                    <a:pt x="3630854" y="710798"/>
                  </a:cubicBezTo>
                  <a:cubicBezTo>
                    <a:pt x="3642534" y="710105"/>
                    <a:pt x="3654324" y="709405"/>
                    <a:pt x="3668125" y="708585"/>
                  </a:cubicBezTo>
                  <a:cubicBezTo>
                    <a:pt x="3668125" y="658169"/>
                    <a:pt x="3668125" y="608879"/>
                    <a:pt x="3668125" y="557551"/>
                  </a:cubicBezTo>
                  <a:cubicBezTo>
                    <a:pt x="3680078" y="555390"/>
                    <a:pt x="3690376" y="553530"/>
                    <a:pt x="3702536" y="551333"/>
                  </a:cubicBezTo>
                  <a:cubicBezTo>
                    <a:pt x="3702536" y="501687"/>
                    <a:pt x="3702536" y="452356"/>
                    <a:pt x="3702536" y="399825"/>
                  </a:cubicBezTo>
                  <a:cubicBezTo>
                    <a:pt x="3729678" y="399825"/>
                    <a:pt x="3754967" y="399825"/>
                    <a:pt x="3783462" y="399825"/>
                  </a:cubicBezTo>
                  <a:cubicBezTo>
                    <a:pt x="3783462" y="348853"/>
                    <a:pt x="3783462" y="300944"/>
                    <a:pt x="3783462" y="250706"/>
                  </a:cubicBezTo>
                  <a:cubicBezTo>
                    <a:pt x="3795983" y="249776"/>
                    <a:pt x="3805519" y="249068"/>
                    <a:pt x="3818104" y="248135"/>
                  </a:cubicBezTo>
                  <a:cubicBezTo>
                    <a:pt x="3818104" y="197069"/>
                    <a:pt x="3818104" y="146887"/>
                    <a:pt x="3818104" y="95203"/>
                  </a:cubicBezTo>
                  <a:close/>
                  <a:moveTo>
                    <a:pt x="2037921" y="34687"/>
                  </a:moveTo>
                  <a:cubicBezTo>
                    <a:pt x="2090004" y="34687"/>
                    <a:pt x="2140067" y="34687"/>
                    <a:pt x="2193398" y="34687"/>
                  </a:cubicBezTo>
                  <a:cubicBezTo>
                    <a:pt x="2193398" y="182319"/>
                    <a:pt x="2193398" y="329440"/>
                    <a:pt x="2193398" y="478562"/>
                  </a:cubicBezTo>
                  <a:cubicBezTo>
                    <a:pt x="2225557" y="478562"/>
                    <a:pt x="2254545" y="478562"/>
                    <a:pt x="2286766" y="478562"/>
                  </a:cubicBezTo>
                  <a:cubicBezTo>
                    <a:pt x="2286766" y="530566"/>
                    <a:pt x="2286766" y="580712"/>
                    <a:pt x="2286766" y="634059"/>
                  </a:cubicBezTo>
                  <a:cubicBezTo>
                    <a:pt x="2340006" y="634059"/>
                    <a:pt x="2390128" y="634059"/>
                    <a:pt x="2442146" y="634059"/>
                  </a:cubicBezTo>
                  <a:cubicBezTo>
                    <a:pt x="2442146" y="687346"/>
                    <a:pt x="2442146" y="737406"/>
                    <a:pt x="2442146" y="789200"/>
                  </a:cubicBezTo>
                  <a:cubicBezTo>
                    <a:pt x="2389192" y="789200"/>
                    <a:pt x="2336879" y="789200"/>
                    <a:pt x="2282498" y="789200"/>
                  </a:cubicBezTo>
                  <a:cubicBezTo>
                    <a:pt x="2282498" y="740851"/>
                    <a:pt x="2282498" y="693815"/>
                    <a:pt x="2282498" y="643548"/>
                  </a:cubicBezTo>
                  <a:cubicBezTo>
                    <a:pt x="2232740" y="643548"/>
                    <a:pt x="2184856" y="643548"/>
                    <a:pt x="2133775" y="643548"/>
                  </a:cubicBezTo>
                  <a:cubicBezTo>
                    <a:pt x="2133775" y="594796"/>
                    <a:pt x="2133775" y="549155"/>
                    <a:pt x="2133775" y="501719"/>
                  </a:cubicBezTo>
                  <a:cubicBezTo>
                    <a:pt x="2121125" y="501719"/>
                    <a:pt x="2111694" y="501719"/>
                    <a:pt x="2099085" y="501719"/>
                  </a:cubicBezTo>
                  <a:cubicBezTo>
                    <a:pt x="2099085" y="547580"/>
                    <a:pt x="2099085" y="593265"/>
                    <a:pt x="2099085" y="640931"/>
                  </a:cubicBezTo>
                  <a:cubicBezTo>
                    <a:pt x="2046715" y="640931"/>
                    <a:pt x="1997424" y="640931"/>
                    <a:pt x="1944896" y="640931"/>
                  </a:cubicBezTo>
                  <a:cubicBezTo>
                    <a:pt x="1944896" y="690681"/>
                    <a:pt x="1944896" y="738565"/>
                    <a:pt x="1944896" y="788653"/>
                  </a:cubicBezTo>
                  <a:cubicBezTo>
                    <a:pt x="1891637" y="788653"/>
                    <a:pt x="1841567" y="788653"/>
                    <a:pt x="1789454" y="788653"/>
                  </a:cubicBezTo>
                  <a:cubicBezTo>
                    <a:pt x="1789454" y="738886"/>
                    <a:pt x="1789454" y="688824"/>
                    <a:pt x="1789454" y="635478"/>
                  </a:cubicBezTo>
                  <a:cubicBezTo>
                    <a:pt x="1837687" y="635478"/>
                    <a:pt x="1885568" y="635478"/>
                    <a:pt x="1935403" y="635478"/>
                  </a:cubicBezTo>
                  <a:cubicBezTo>
                    <a:pt x="1935403" y="582999"/>
                    <a:pt x="1935403" y="533711"/>
                    <a:pt x="1935403" y="481192"/>
                  </a:cubicBezTo>
                  <a:cubicBezTo>
                    <a:pt x="1969393" y="481192"/>
                    <a:pt x="2001448" y="481192"/>
                    <a:pt x="2037921" y="481192"/>
                  </a:cubicBezTo>
                  <a:cubicBezTo>
                    <a:pt x="2037921" y="371315"/>
                    <a:pt x="2037921" y="264630"/>
                    <a:pt x="2037921" y="154563"/>
                  </a:cubicBezTo>
                  <a:cubicBezTo>
                    <a:pt x="2037921" y="113001"/>
                    <a:pt x="2037921" y="74821"/>
                    <a:pt x="2037921" y="34687"/>
                  </a:cubicBezTo>
                  <a:close/>
                  <a:moveTo>
                    <a:pt x="5824331" y="0"/>
                  </a:moveTo>
                  <a:cubicBezTo>
                    <a:pt x="5877344" y="0"/>
                    <a:pt x="5928863" y="0"/>
                    <a:pt x="5982570" y="0"/>
                  </a:cubicBezTo>
                  <a:cubicBezTo>
                    <a:pt x="5983818" y="9866"/>
                    <a:pt x="5985024" y="19392"/>
                    <a:pt x="5986619" y="31992"/>
                  </a:cubicBezTo>
                  <a:cubicBezTo>
                    <a:pt x="6034139" y="31992"/>
                    <a:pt x="6082085" y="31992"/>
                    <a:pt x="6133141" y="31992"/>
                  </a:cubicBezTo>
                  <a:cubicBezTo>
                    <a:pt x="6133141" y="85090"/>
                    <a:pt x="6133141" y="135226"/>
                    <a:pt x="6133141" y="187220"/>
                  </a:cubicBezTo>
                  <a:cubicBezTo>
                    <a:pt x="6147118" y="187968"/>
                    <a:pt x="6158051" y="188554"/>
                    <a:pt x="6171608" y="189280"/>
                  </a:cubicBezTo>
                  <a:cubicBezTo>
                    <a:pt x="6171608" y="239127"/>
                    <a:pt x="6171608" y="289151"/>
                    <a:pt x="6171608" y="342434"/>
                  </a:cubicBezTo>
                  <a:cubicBezTo>
                    <a:pt x="6136715" y="342434"/>
                    <a:pt x="6100140" y="342434"/>
                    <a:pt x="6060395" y="342434"/>
                  </a:cubicBezTo>
                  <a:cubicBezTo>
                    <a:pt x="6060395" y="395613"/>
                    <a:pt x="6060395" y="445713"/>
                    <a:pt x="6060395" y="498972"/>
                  </a:cubicBezTo>
                  <a:cubicBezTo>
                    <a:pt x="6009452" y="498972"/>
                    <a:pt x="5961625" y="498972"/>
                    <a:pt x="5912030" y="498972"/>
                  </a:cubicBezTo>
                  <a:cubicBezTo>
                    <a:pt x="5912030" y="536412"/>
                    <a:pt x="5912030" y="570656"/>
                    <a:pt x="5912030" y="606905"/>
                  </a:cubicBezTo>
                  <a:cubicBezTo>
                    <a:pt x="6011837" y="606905"/>
                    <a:pt x="6110701" y="606905"/>
                    <a:pt x="6212201" y="606905"/>
                  </a:cubicBezTo>
                  <a:cubicBezTo>
                    <a:pt x="6212201" y="658816"/>
                    <a:pt x="6212201" y="708874"/>
                    <a:pt x="6212201" y="763835"/>
                  </a:cubicBezTo>
                  <a:cubicBezTo>
                    <a:pt x="6068878" y="763835"/>
                    <a:pt x="5924010" y="763835"/>
                    <a:pt x="5775873" y="763835"/>
                  </a:cubicBezTo>
                  <a:cubicBezTo>
                    <a:pt x="5758323" y="764761"/>
                    <a:pt x="5747045" y="765308"/>
                    <a:pt x="5747281" y="744030"/>
                  </a:cubicBezTo>
                  <a:cubicBezTo>
                    <a:pt x="5748338" y="648332"/>
                    <a:pt x="5747743" y="552616"/>
                    <a:pt x="5747743" y="453698"/>
                  </a:cubicBezTo>
                  <a:cubicBezTo>
                    <a:pt x="5799221" y="453698"/>
                    <a:pt x="5849320" y="453698"/>
                    <a:pt x="5902587" y="453698"/>
                  </a:cubicBezTo>
                  <a:cubicBezTo>
                    <a:pt x="5902587" y="414069"/>
                    <a:pt x="5902587" y="377478"/>
                    <a:pt x="5902587" y="337760"/>
                  </a:cubicBezTo>
                  <a:cubicBezTo>
                    <a:pt x="5942239" y="337760"/>
                    <a:pt x="5978841" y="337760"/>
                    <a:pt x="6016916" y="337760"/>
                  </a:cubicBezTo>
                  <a:cubicBezTo>
                    <a:pt x="6016916" y="288953"/>
                    <a:pt x="6016916" y="243367"/>
                    <a:pt x="6016916" y="196457"/>
                  </a:cubicBezTo>
                  <a:cubicBezTo>
                    <a:pt x="6004574" y="195692"/>
                    <a:pt x="5993599" y="195011"/>
                    <a:pt x="5979953" y="194166"/>
                  </a:cubicBezTo>
                  <a:cubicBezTo>
                    <a:pt x="5978871" y="182523"/>
                    <a:pt x="5977766" y="170645"/>
                    <a:pt x="5976465" y="156653"/>
                  </a:cubicBezTo>
                  <a:cubicBezTo>
                    <a:pt x="5928881" y="156653"/>
                    <a:pt x="5880970" y="156653"/>
                    <a:pt x="5830357" y="156653"/>
                  </a:cubicBezTo>
                  <a:cubicBezTo>
                    <a:pt x="5829534" y="168078"/>
                    <a:pt x="5828685" y="179865"/>
                    <a:pt x="5827712" y="193381"/>
                  </a:cubicBezTo>
                  <a:cubicBezTo>
                    <a:pt x="5776847" y="193381"/>
                    <a:pt x="5726742" y="193381"/>
                    <a:pt x="5674945" y="193381"/>
                  </a:cubicBezTo>
                  <a:cubicBezTo>
                    <a:pt x="5674945" y="140228"/>
                    <a:pt x="5674945" y="87943"/>
                    <a:pt x="5674945" y="33548"/>
                  </a:cubicBezTo>
                  <a:cubicBezTo>
                    <a:pt x="5723251" y="33548"/>
                    <a:pt x="5770241" y="33548"/>
                    <a:pt x="5819345" y="33548"/>
                  </a:cubicBezTo>
                  <a:cubicBezTo>
                    <a:pt x="5821140" y="21463"/>
                    <a:pt x="5822683" y="11086"/>
                    <a:pt x="5824331"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33" name="Freeform: Shape 932">
              <a:extLst>
                <a:ext uri="{FF2B5EF4-FFF2-40B4-BE49-F238E27FC236}">
                  <a16:creationId xmlns:a16="http://schemas.microsoft.com/office/drawing/2014/main" id="{BCCC7618-8188-99DF-D473-8C9C8CD3642B}"/>
                </a:ext>
                <a:ext uri="{C183D7F6-B498-43B3-948B-1728B52AA6E4}">
                  <adec:decorative xmlns:adec="http://schemas.microsoft.com/office/drawing/2017/decorative" val="1"/>
                </a:ext>
              </a:extLst>
            </p:cNvPr>
            <p:cNvSpPr/>
            <p:nvPr/>
          </p:nvSpPr>
          <p:spPr>
            <a:xfrm>
              <a:off x="3863937" y="1517247"/>
              <a:ext cx="460526" cy="297010"/>
            </a:xfrm>
            <a:custGeom>
              <a:avLst/>
              <a:gdLst>
                <a:gd name="connsiteX0" fmla="*/ 3217963 w 6907902"/>
                <a:gd name="connsiteY0" fmla="*/ 3982615 h 4455152"/>
                <a:gd name="connsiteX1" fmla="*/ 3690501 w 6907902"/>
                <a:gd name="connsiteY1" fmla="*/ 3982615 h 4455152"/>
                <a:gd name="connsiteX2" fmla="*/ 3690501 w 6907902"/>
                <a:gd name="connsiteY2" fmla="*/ 4455152 h 4455152"/>
                <a:gd name="connsiteX3" fmla="*/ 3217963 w 6907902"/>
                <a:gd name="connsiteY3" fmla="*/ 4455152 h 4455152"/>
                <a:gd name="connsiteX4" fmla="*/ 3044926 w 6907902"/>
                <a:gd name="connsiteY4" fmla="*/ 3810893 h 4455152"/>
                <a:gd name="connsiteX5" fmla="*/ 3120014 w 6907902"/>
                <a:gd name="connsiteY5" fmla="*/ 3836333 h 4455152"/>
                <a:gd name="connsiteX6" fmla="*/ 3142409 w 6907902"/>
                <a:gd name="connsiteY6" fmla="*/ 3850363 h 4455152"/>
                <a:gd name="connsiteX7" fmla="*/ 3166437 w 6907902"/>
                <a:gd name="connsiteY7" fmla="*/ 3926482 h 4455152"/>
                <a:gd name="connsiteX8" fmla="*/ 3120166 w 6907902"/>
                <a:gd name="connsiteY8" fmla="*/ 4018461 h 4455152"/>
                <a:gd name="connsiteX9" fmla="*/ 2993729 w 6907902"/>
                <a:gd name="connsiteY9" fmla="*/ 3950967 h 4455152"/>
                <a:gd name="connsiteX10" fmla="*/ 2990184 w 6907902"/>
                <a:gd name="connsiteY10" fmla="*/ 3923507 h 4455152"/>
                <a:gd name="connsiteX11" fmla="*/ 3044926 w 6907902"/>
                <a:gd name="connsiteY11" fmla="*/ 3810893 h 4455152"/>
                <a:gd name="connsiteX12" fmla="*/ 3857262 w 6907902"/>
                <a:gd name="connsiteY12" fmla="*/ 3798274 h 4455152"/>
                <a:gd name="connsiteX13" fmla="*/ 3919694 w 6907902"/>
                <a:gd name="connsiteY13" fmla="*/ 3925202 h 4455152"/>
                <a:gd name="connsiteX14" fmla="*/ 3915859 w 6907902"/>
                <a:gd name="connsiteY14" fmla="*/ 3950296 h 4455152"/>
                <a:gd name="connsiteX15" fmla="*/ 3787621 w 6907902"/>
                <a:gd name="connsiteY15" fmla="*/ 4018887 h 4455152"/>
                <a:gd name="connsiteX16" fmla="*/ 3722017 w 6907902"/>
                <a:gd name="connsiteY16" fmla="*/ 3880040 h 4455152"/>
                <a:gd name="connsiteX17" fmla="*/ 3857262 w 6907902"/>
                <a:gd name="connsiteY17" fmla="*/ 3798274 h 4455152"/>
                <a:gd name="connsiteX18" fmla="*/ 2779459 w 6907902"/>
                <a:gd name="connsiteY18" fmla="*/ 3667275 h 4455152"/>
                <a:gd name="connsiteX19" fmla="*/ 2872745 w 6907902"/>
                <a:gd name="connsiteY19" fmla="*/ 3705118 h 4455152"/>
                <a:gd name="connsiteX20" fmla="*/ 2920902 w 6907902"/>
                <a:gd name="connsiteY20" fmla="*/ 3734554 h 4455152"/>
                <a:gd name="connsiteX21" fmla="*/ 2861933 w 6907902"/>
                <a:gd name="connsiteY21" fmla="*/ 3848704 h 4455152"/>
                <a:gd name="connsiteX22" fmla="*/ 2835330 w 6907902"/>
                <a:gd name="connsiteY22" fmla="*/ 3861226 h 4455152"/>
                <a:gd name="connsiteX23" fmla="*/ 2707845 w 6907902"/>
                <a:gd name="connsiteY23" fmla="*/ 3798289 h 4455152"/>
                <a:gd name="connsiteX24" fmla="*/ 2779459 w 6907902"/>
                <a:gd name="connsiteY24" fmla="*/ 3667275 h 4455152"/>
                <a:gd name="connsiteX25" fmla="*/ 4121223 w 6907902"/>
                <a:gd name="connsiteY25" fmla="*/ 3664574 h 4455152"/>
                <a:gd name="connsiteX26" fmla="*/ 4140748 w 6907902"/>
                <a:gd name="connsiteY26" fmla="*/ 3685693 h 4455152"/>
                <a:gd name="connsiteX27" fmla="*/ 4200684 w 6907902"/>
                <a:gd name="connsiteY27" fmla="*/ 3798333 h 4455152"/>
                <a:gd name="connsiteX28" fmla="*/ 4073532 w 6907902"/>
                <a:gd name="connsiteY28" fmla="*/ 3861015 h 4455152"/>
                <a:gd name="connsiteX29" fmla="*/ 4046806 w 6907902"/>
                <a:gd name="connsiteY29" fmla="*/ 3848968 h 4455152"/>
                <a:gd name="connsiteX30" fmla="*/ 3986489 w 6907902"/>
                <a:gd name="connsiteY30" fmla="*/ 3733779 h 4455152"/>
                <a:gd name="connsiteX31" fmla="*/ 4015008 w 6907902"/>
                <a:gd name="connsiteY31" fmla="*/ 3718416 h 4455152"/>
                <a:gd name="connsiteX32" fmla="*/ 4094194 w 6907902"/>
                <a:gd name="connsiteY32" fmla="*/ 3672054 h 4455152"/>
                <a:gd name="connsiteX33" fmla="*/ 4121223 w 6907902"/>
                <a:gd name="connsiteY33" fmla="*/ 3664574 h 4455152"/>
                <a:gd name="connsiteX34" fmla="*/ 4392682 w 6907902"/>
                <a:gd name="connsiteY34" fmla="*/ 3521406 h 4455152"/>
                <a:gd name="connsiteX35" fmla="*/ 4405994 w 6907902"/>
                <a:gd name="connsiteY35" fmla="*/ 3535018 h 4455152"/>
                <a:gd name="connsiteX36" fmla="*/ 4467906 w 6907902"/>
                <a:gd name="connsiteY36" fmla="*/ 3648188 h 4455152"/>
                <a:gd name="connsiteX37" fmla="*/ 4458505 w 6907902"/>
                <a:gd name="connsiteY37" fmla="*/ 3662614 h 4455152"/>
                <a:gd name="connsiteX38" fmla="*/ 4349189 w 6907902"/>
                <a:gd name="connsiteY38" fmla="*/ 3716168 h 4455152"/>
                <a:gd name="connsiteX39" fmla="*/ 4319109 w 6907902"/>
                <a:gd name="connsiteY39" fmla="*/ 3712211 h 4455152"/>
                <a:gd name="connsiteX40" fmla="*/ 4263191 w 6907902"/>
                <a:gd name="connsiteY40" fmla="*/ 3611178 h 4455152"/>
                <a:gd name="connsiteX41" fmla="*/ 4269313 w 6907902"/>
                <a:gd name="connsiteY41" fmla="*/ 3582383 h 4455152"/>
                <a:gd name="connsiteX42" fmla="*/ 4374258 w 6907902"/>
                <a:gd name="connsiteY42" fmla="*/ 3526140 h 4455152"/>
                <a:gd name="connsiteX43" fmla="*/ 4392682 w 6907902"/>
                <a:gd name="connsiteY43" fmla="*/ 3521406 h 4455152"/>
                <a:gd name="connsiteX44" fmla="*/ 2516461 w 6907902"/>
                <a:gd name="connsiteY44" fmla="*/ 3521216 h 4455152"/>
                <a:gd name="connsiteX45" fmla="*/ 2536041 w 6907902"/>
                <a:gd name="connsiteY45" fmla="*/ 3526651 h 4455152"/>
                <a:gd name="connsiteX46" fmla="*/ 2637779 w 6907902"/>
                <a:gd name="connsiteY46" fmla="*/ 3581996 h 4455152"/>
                <a:gd name="connsiteX47" fmla="*/ 2646227 w 6907902"/>
                <a:gd name="connsiteY47" fmla="*/ 3609928 h 4455152"/>
                <a:gd name="connsiteX48" fmla="*/ 2588374 w 6907902"/>
                <a:gd name="connsiteY48" fmla="*/ 3713700 h 4455152"/>
                <a:gd name="connsiteX49" fmla="*/ 2560777 w 6907902"/>
                <a:gd name="connsiteY49" fmla="*/ 3716724 h 4455152"/>
                <a:gd name="connsiteX50" fmla="*/ 2437358 w 6907902"/>
                <a:gd name="connsiteY50" fmla="*/ 3656879 h 4455152"/>
                <a:gd name="connsiteX51" fmla="*/ 2457770 w 6907902"/>
                <a:gd name="connsiteY51" fmla="*/ 3616935 h 4455152"/>
                <a:gd name="connsiteX52" fmla="*/ 2501918 w 6907902"/>
                <a:gd name="connsiteY52" fmla="*/ 3536364 h 4455152"/>
                <a:gd name="connsiteX53" fmla="*/ 2516461 w 6907902"/>
                <a:gd name="connsiteY53" fmla="*/ 3521216 h 4455152"/>
                <a:gd name="connsiteX54" fmla="*/ 4664692 w 6907902"/>
                <a:gd name="connsiteY54" fmla="*/ 3374799 h 4455152"/>
                <a:gd name="connsiteX55" fmla="*/ 4724822 w 6907902"/>
                <a:gd name="connsiteY55" fmla="*/ 3496088 h 4455152"/>
                <a:gd name="connsiteX56" fmla="*/ 4712368 w 6907902"/>
                <a:gd name="connsiteY56" fmla="*/ 3529144 h 4455152"/>
                <a:gd name="connsiteX57" fmla="*/ 4620085 w 6907902"/>
                <a:gd name="connsiteY57" fmla="*/ 3573838 h 4455152"/>
                <a:gd name="connsiteX58" fmla="*/ 4589146 w 6907902"/>
                <a:gd name="connsiteY58" fmla="*/ 3566992 h 4455152"/>
                <a:gd name="connsiteX59" fmla="*/ 4535208 w 6907902"/>
                <a:gd name="connsiteY59" fmla="*/ 3476298 h 4455152"/>
                <a:gd name="connsiteX60" fmla="*/ 4547870 w 6907902"/>
                <a:gd name="connsiteY60" fmla="*/ 3435000 h 4455152"/>
                <a:gd name="connsiteX61" fmla="*/ 4593457 w 6907902"/>
                <a:gd name="connsiteY61" fmla="*/ 3410151 h 4455152"/>
                <a:gd name="connsiteX62" fmla="*/ 4664692 w 6907902"/>
                <a:gd name="connsiteY62" fmla="*/ 3374799 h 4455152"/>
                <a:gd name="connsiteX63" fmla="*/ 2245605 w 6907902"/>
                <a:gd name="connsiteY63" fmla="*/ 3371778 h 4455152"/>
                <a:gd name="connsiteX64" fmla="*/ 2380938 w 6907902"/>
                <a:gd name="connsiteY64" fmla="*/ 3453517 h 4455152"/>
                <a:gd name="connsiteX65" fmla="*/ 2326539 w 6907902"/>
                <a:gd name="connsiteY65" fmla="*/ 3565848 h 4455152"/>
                <a:gd name="connsiteX66" fmla="*/ 2299202 w 6907902"/>
                <a:gd name="connsiteY66" fmla="*/ 3576010 h 4455152"/>
                <a:gd name="connsiteX67" fmla="*/ 2174585 w 6907902"/>
                <a:gd name="connsiteY67" fmla="*/ 3514971 h 4455152"/>
                <a:gd name="connsiteX68" fmla="*/ 2245605 w 6907902"/>
                <a:gd name="connsiteY68" fmla="*/ 3371778 h 4455152"/>
                <a:gd name="connsiteX69" fmla="*/ 1973384 w 6907902"/>
                <a:gd name="connsiteY69" fmla="*/ 3232496 h 4455152"/>
                <a:gd name="connsiteX70" fmla="*/ 2114078 w 6907902"/>
                <a:gd name="connsiteY70" fmla="*/ 3301681 h 4455152"/>
                <a:gd name="connsiteX71" fmla="*/ 2044305 w 6907902"/>
                <a:gd name="connsiteY71" fmla="*/ 3442993 h 4455152"/>
                <a:gd name="connsiteX72" fmla="*/ 1927424 w 6907902"/>
                <a:gd name="connsiteY72" fmla="*/ 3384802 h 4455152"/>
                <a:gd name="connsiteX73" fmla="*/ 1913507 w 6907902"/>
                <a:gd name="connsiteY73" fmla="*/ 3351618 h 4455152"/>
                <a:gd name="connsiteX74" fmla="*/ 1973384 w 6907902"/>
                <a:gd name="connsiteY74" fmla="*/ 3232496 h 4455152"/>
                <a:gd name="connsiteX75" fmla="*/ 4934808 w 6907902"/>
                <a:gd name="connsiteY75" fmla="*/ 3232070 h 4455152"/>
                <a:gd name="connsiteX76" fmla="*/ 5005781 w 6907902"/>
                <a:gd name="connsiteY76" fmla="*/ 3374817 h 4455152"/>
                <a:gd name="connsiteX77" fmla="*/ 4861898 w 6907902"/>
                <a:gd name="connsiteY77" fmla="*/ 3436780 h 4455152"/>
                <a:gd name="connsiteX78" fmla="*/ 4794195 w 6907902"/>
                <a:gd name="connsiteY78" fmla="*/ 3302437 h 4455152"/>
                <a:gd name="connsiteX79" fmla="*/ 4934808 w 6907902"/>
                <a:gd name="connsiteY79" fmla="*/ 3232070 h 4455152"/>
                <a:gd name="connsiteX80" fmla="*/ 1711039 w 6907902"/>
                <a:gd name="connsiteY80" fmla="*/ 3095708 h 4455152"/>
                <a:gd name="connsiteX81" fmla="*/ 1734945 w 6907902"/>
                <a:gd name="connsiteY81" fmla="*/ 3101558 h 4455152"/>
                <a:gd name="connsiteX82" fmla="*/ 1811987 w 6907902"/>
                <a:gd name="connsiteY82" fmla="*/ 3140351 h 4455152"/>
                <a:gd name="connsiteX83" fmla="*/ 1826196 w 6907902"/>
                <a:gd name="connsiteY83" fmla="*/ 3195101 h 4455152"/>
                <a:gd name="connsiteX84" fmla="*/ 1772399 w 6907902"/>
                <a:gd name="connsiteY84" fmla="*/ 3301438 h 4455152"/>
                <a:gd name="connsiteX85" fmla="*/ 1630029 w 6907902"/>
                <a:gd name="connsiteY85" fmla="*/ 3223772 h 4455152"/>
                <a:gd name="connsiteX86" fmla="*/ 1693198 w 6907902"/>
                <a:gd name="connsiteY86" fmla="*/ 3114245 h 4455152"/>
                <a:gd name="connsiteX87" fmla="*/ 1711039 w 6907902"/>
                <a:gd name="connsiteY87" fmla="*/ 3095708 h 4455152"/>
                <a:gd name="connsiteX88" fmla="*/ 5198343 w 6907902"/>
                <a:gd name="connsiteY88" fmla="*/ 3095473 h 4455152"/>
                <a:gd name="connsiteX89" fmla="*/ 5213669 w 6907902"/>
                <a:gd name="connsiteY89" fmla="*/ 3111879 h 4455152"/>
                <a:gd name="connsiteX90" fmla="*/ 5278556 w 6907902"/>
                <a:gd name="connsiteY90" fmla="*/ 3223931 h 4455152"/>
                <a:gd name="connsiteX91" fmla="*/ 5135366 w 6907902"/>
                <a:gd name="connsiteY91" fmla="*/ 3301693 h 4455152"/>
                <a:gd name="connsiteX92" fmla="*/ 5073511 w 6907902"/>
                <a:gd name="connsiteY92" fmla="*/ 3176777 h 4455152"/>
                <a:gd name="connsiteX93" fmla="*/ 5085913 w 6907902"/>
                <a:gd name="connsiteY93" fmla="*/ 3147733 h 4455152"/>
                <a:gd name="connsiteX94" fmla="*/ 5177174 w 6907902"/>
                <a:gd name="connsiteY94" fmla="*/ 3100260 h 4455152"/>
                <a:gd name="connsiteX95" fmla="*/ 5198343 w 6907902"/>
                <a:gd name="connsiteY95" fmla="*/ 3095473 h 4455152"/>
                <a:gd name="connsiteX96" fmla="*/ 1440429 w 6907902"/>
                <a:gd name="connsiteY96" fmla="*/ 2958849 h 4455152"/>
                <a:gd name="connsiteX97" fmla="*/ 1501518 w 6907902"/>
                <a:gd name="connsiteY97" fmla="*/ 2978753 h 4455152"/>
                <a:gd name="connsiteX98" fmla="*/ 1579674 w 6907902"/>
                <a:gd name="connsiteY98" fmla="*/ 3018175 h 4455152"/>
                <a:gd name="connsiteX99" fmla="*/ 1511234 w 6907902"/>
                <a:gd name="connsiteY99" fmla="*/ 3146602 h 4455152"/>
                <a:gd name="connsiteX100" fmla="*/ 1491436 w 6907902"/>
                <a:gd name="connsiteY100" fmla="*/ 3152757 h 4455152"/>
                <a:gd name="connsiteX101" fmla="*/ 1357772 w 6907902"/>
                <a:gd name="connsiteY101" fmla="*/ 3081103 h 4455152"/>
                <a:gd name="connsiteX102" fmla="*/ 1399682 w 6907902"/>
                <a:gd name="connsiteY102" fmla="*/ 3012477 h 4455152"/>
                <a:gd name="connsiteX103" fmla="*/ 1440429 w 6907902"/>
                <a:gd name="connsiteY103" fmla="*/ 2958849 h 4455152"/>
                <a:gd name="connsiteX104" fmla="*/ 5470807 w 6907902"/>
                <a:gd name="connsiteY104" fmla="*/ 2953872 h 4455152"/>
                <a:gd name="connsiteX105" fmla="*/ 5484967 w 6907902"/>
                <a:gd name="connsiteY105" fmla="*/ 2970758 h 4455152"/>
                <a:gd name="connsiteX106" fmla="*/ 5549327 w 6907902"/>
                <a:gd name="connsiteY106" fmla="*/ 3081849 h 4455152"/>
                <a:gd name="connsiteX107" fmla="*/ 5418004 w 6907902"/>
                <a:gd name="connsiteY107" fmla="*/ 3151968 h 4455152"/>
                <a:gd name="connsiteX108" fmla="*/ 5394688 w 6907902"/>
                <a:gd name="connsiteY108" fmla="*/ 3141772 h 4455152"/>
                <a:gd name="connsiteX109" fmla="*/ 5337479 w 6907902"/>
                <a:gd name="connsiteY109" fmla="*/ 3034502 h 4455152"/>
                <a:gd name="connsiteX110" fmla="*/ 5348571 w 6907902"/>
                <a:gd name="connsiteY110" fmla="*/ 3008546 h 4455152"/>
                <a:gd name="connsiteX111" fmla="*/ 5449076 w 6907902"/>
                <a:gd name="connsiteY111" fmla="*/ 2957700 h 4455152"/>
                <a:gd name="connsiteX112" fmla="*/ 5470807 w 6907902"/>
                <a:gd name="connsiteY112" fmla="*/ 2953872 h 4455152"/>
                <a:gd name="connsiteX113" fmla="*/ 5742334 w 6907902"/>
                <a:gd name="connsiteY113" fmla="*/ 2811329 h 4455152"/>
                <a:gd name="connsiteX114" fmla="*/ 5754115 w 6907902"/>
                <a:gd name="connsiteY114" fmla="*/ 2826351 h 4455152"/>
                <a:gd name="connsiteX115" fmla="*/ 5812000 w 6907902"/>
                <a:gd name="connsiteY115" fmla="*/ 2939622 h 4455152"/>
                <a:gd name="connsiteX116" fmla="*/ 5691204 w 6907902"/>
                <a:gd name="connsiteY116" fmla="*/ 3005829 h 4455152"/>
                <a:gd name="connsiteX117" fmla="*/ 5665200 w 6907902"/>
                <a:gd name="connsiteY117" fmla="*/ 3004057 h 4455152"/>
                <a:gd name="connsiteX118" fmla="*/ 5599256 w 6907902"/>
                <a:gd name="connsiteY118" fmla="*/ 2876013 h 4455152"/>
                <a:gd name="connsiteX119" fmla="*/ 5723449 w 6907902"/>
                <a:gd name="connsiteY119" fmla="*/ 2813961 h 4455152"/>
                <a:gd name="connsiteX120" fmla="*/ 5742334 w 6907902"/>
                <a:gd name="connsiteY120" fmla="*/ 2811329 h 4455152"/>
                <a:gd name="connsiteX121" fmla="*/ 1167657 w 6907902"/>
                <a:gd name="connsiteY121" fmla="*/ 2811206 h 4455152"/>
                <a:gd name="connsiteX122" fmla="*/ 1189280 w 6907902"/>
                <a:gd name="connsiteY122" fmla="*/ 2815737 h 4455152"/>
                <a:gd name="connsiteX123" fmla="*/ 1280169 w 6907902"/>
                <a:gd name="connsiteY123" fmla="*/ 2861751 h 4455152"/>
                <a:gd name="connsiteX124" fmla="*/ 1298375 w 6907902"/>
                <a:gd name="connsiteY124" fmla="*/ 2898355 h 4455152"/>
                <a:gd name="connsiteX125" fmla="*/ 1237938 w 6907902"/>
                <a:gd name="connsiteY125" fmla="*/ 3017067 h 4455152"/>
                <a:gd name="connsiteX126" fmla="*/ 1096343 w 6907902"/>
                <a:gd name="connsiteY126" fmla="*/ 2940379 h 4455152"/>
                <a:gd name="connsiteX127" fmla="*/ 1153242 w 6907902"/>
                <a:gd name="connsiteY127" fmla="*/ 2828055 h 4455152"/>
                <a:gd name="connsiteX128" fmla="*/ 1167657 w 6907902"/>
                <a:gd name="connsiteY128" fmla="*/ 2811206 h 4455152"/>
                <a:gd name="connsiteX129" fmla="*/ 900269 w 6907902"/>
                <a:gd name="connsiteY129" fmla="*/ 2657804 h 4455152"/>
                <a:gd name="connsiteX130" fmla="*/ 1024216 w 6907902"/>
                <a:gd name="connsiteY130" fmla="*/ 2723825 h 4455152"/>
                <a:gd name="connsiteX131" fmla="*/ 1029707 w 6907902"/>
                <a:gd name="connsiteY131" fmla="*/ 2748812 h 4455152"/>
                <a:gd name="connsiteX132" fmla="*/ 1011880 w 6907902"/>
                <a:gd name="connsiteY132" fmla="*/ 2786942 h 4455152"/>
                <a:gd name="connsiteX133" fmla="*/ 967383 w 6907902"/>
                <a:gd name="connsiteY133" fmla="*/ 2874358 h 4455152"/>
                <a:gd name="connsiteX134" fmla="*/ 840892 w 6907902"/>
                <a:gd name="connsiteY134" fmla="*/ 2805919 h 4455152"/>
                <a:gd name="connsiteX135" fmla="*/ 839345 w 6907902"/>
                <a:gd name="connsiteY135" fmla="*/ 2762213 h 4455152"/>
                <a:gd name="connsiteX136" fmla="*/ 900269 w 6907902"/>
                <a:gd name="connsiteY136" fmla="*/ 2657804 h 4455152"/>
                <a:gd name="connsiteX137" fmla="*/ 6010638 w 6907902"/>
                <a:gd name="connsiteY137" fmla="*/ 2656446 h 4455152"/>
                <a:gd name="connsiteX138" fmla="*/ 6074966 w 6907902"/>
                <a:gd name="connsiteY138" fmla="*/ 2785121 h 4455152"/>
                <a:gd name="connsiteX139" fmla="*/ 6067667 w 6907902"/>
                <a:gd name="connsiteY139" fmla="*/ 2807208 h 4455152"/>
                <a:gd name="connsiteX140" fmla="*/ 5940671 w 6907902"/>
                <a:gd name="connsiteY140" fmla="*/ 2874621 h 4455152"/>
                <a:gd name="connsiteX141" fmla="*/ 5879113 w 6907902"/>
                <a:gd name="connsiteY141" fmla="*/ 2750279 h 4455152"/>
                <a:gd name="connsiteX142" fmla="*/ 5885116 w 6907902"/>
                <a:gd name="connsiteY142" fmla="*/ 2723194 h 4455152"/>
                <a:gd name="connsiteX143" fmla="*/ 6010638 w 6907902"/>
                <a:gd name="connsiteY143" fmla="*/ 2656446 h 4455152"/>
                <a:gd name="connsiteX144" fmla="*/ 6262995 w 6907902"/>
                <a:gd name="connsiteY144" fmla="*/ 2520101 h 4455152"/>
                <a:gd name="connsiteX145" fmla="*/ 6292650 w 6907902"/>
                <a:gd name="connsiteY145" fmla="*/ 2542433 h 4455152"/>
                <a:gd name="connsiteX146" fmla="*/ 6354267 w 6907902"/>
                <a:gd name="connsiteY146" fmla="*/ 2655790 h 4455152"/>
                <a:gd name="connsiteX147" fmla="*/ 6212072 w 6907902"/>
                <a:gd name="connsiteY147" fmla="*/ 2732796 h 4455152"/>
                <a:gd name="connsiteX148" fmla="*/ 6140236 w 6907902"/>
                <a:gd name="connsiteY148" fmla="*/ 2589650 h 4455152"/>
                <a:gd name="connsiteX149" fmla="*/ 6262995 w 6907902"/>
                <a:gd name="connsiteY149" fmla="*/ 2520101 h 4455152"/>
                <a:gd name="connsiteX150" fmla="*/ 633414 w 6907902"/>
                <a:gd name="connsiteY150" fmla="*/ 2519994 h 4455152"/>
                <a:gd name="connsiteX151" fmla="*/ 654708 w 6907902"/>
                <a:gd name="connsiteY151" fmla="*/ 2524808 h 4455152"/>
                <a:gd name="connsiteX152" fmla="*/ 753822 w 6907902"/>
                <a:gd name="connsiteY152" fmla="*/ 2577966 h 4455152"/>
                <a:gd name="connsiteX153" fmla="*/ 763771 w 6907902"/>
                <a:gd name="connsiteY153" fmla="*/ 2611979 h 4455152"/>
                <a:gd name="connsiteX154" fmla="*/ 706992 w 6907902"/>
                <a:gd name="connsiteY154" fmla="*/ 2719442 h 4455152"/>
                <a:gd name="connsiteX155" fmla="*/ 687657 w 6907902"/>
                <a:gd name="connsiteY155" fmla="*/ 2727154 h 4455152"/>
                <a:gd name="connsiteX156" fmla="*/ 554005 w 6907902"/>
                <a:gd name="connsiteY156" fmla="*/ 2655684 h 4455152"/>
                <a:gd name="connsiteX157" fmla="*/ 618467 w 6907902"/>
                <a:gd name="connsiteY157" fmla="*/ 2536696 h 4455152"/>
                <a:gd name="connsiteX158" fmla="*/ 633414 w 6907902"/>
                <a:gd name="connsiteY158" fmla="*/ 2519994 h 4455152"/>
                <a:gd name="connsiteX159" fmla="*/ 6746735 w 6907902"/>
                <a:gd name="connsiteY159" fmla="*/ 2162140 h 4455152"/>
                <a:gd name="connsiteX160" fmla="*/ 6907902 w 6907902"/>
                <a:gd name="connsiteY160" fmla="*/ 2162140 h 4455152"/>
                <a:gd name="connsiteX161" fmla="*/ 6907902 w 6907902"/>
                <a:gd name="connsiteY161" fmla="*/ 2646956 h 4455152"/>
                <a:gd name="connsiteX162" fmla="*/ 6578506 w 6907902"/>
                <a:gd name="connsiteY162" fmla="*/ 2646956 h 4455152"/>
                <a:gd name="connsiteX163" fmla="*/ 6424892 w 6907902"/>
                <a:gd name="connsiteY163" fmla="*/ 2646956 h 4455152"/>
                <a:gd name="connsiteX164" fmla="*/ 6424892 w 6907902"/>
                <a:gd name="connsiteY164" fmla="*/ 2491465 h 4455152"/>
                <a:gd name="connsiteX165" fmla="*/ 6746735 w 6907902"/>
                <a:gd name="connsiteY165" fmla="*/ 2491465 h 4455152"/>
                <a:gd name="connsiteX166" fmla="*/ 6746735 w 6907902"/>
                <a:gd name="connsiteY166" fmla="*/ 2162140 h 4455152"/>
                <a:gd name="connsiteX167" fmla="*/ 0 w 6907902"/>
                <a:gd name="connsiteY167" fmla="*/ 2161080 h 4455152"/>
                <a:gd name="connsiteX168" fmla="*/ 159288 w 6907902"/>
                <a:gd name="connsiteY168" fmla="*/ 2161080 h 4455152"/>
                <a:gd name="connsiteX169" fmla="*/ 159288 w 6907902"/>
                <a:gd name="connsiteY169" fmla="*/ 2491248 h 4455152"/>
                <a:gd name="connsiteX170" fmla="*/ 228718 w 6907902"/>
                <a:gd name="connsiteY170" fmla="*/ 2491248 h 4455152"/>
                <a:gd name="connsiteX171" fmla="*/ 483678 w 6907902"/>
                <a:gd name="connsiteY171" fmla="*/ 2491248 h 4455152"/>
                <a:gd name="connsiteX172" fmla="*/ 483678 w 6907902"/>
                <a:gd name="connsiteY172" fmla="*/ 2645163 h 4455152"/>
                <a:gd name="connsiteX173" fmla="*/ 0 w 6907902"/>
                <a:gd name="connsiteY173" fmla="*/ 2645163 h 4455152"/>
                <a:gd name="connsiteX174" fmla="*/ 0 w 6907902"/>
                <a:gd name="connsiteY174" fmla="*/ 2161080 h 4455152"/>
                <a:gd name="connsiteX175" fmla="*/ 505 w 6907902"/>
                <a:gd name="connsiteY175" fmla="*/ 2032 h 4455152"/>
                <a:gd name="connsiteX176" fmla="*/ 483856 w 6907902"/>
                <a:gd name="connsiteY176" fmla="*/ 2032 h 4455152"/>
                <a:gd name="connsiteX177" fmla="*/ 483856 w 6907902"/>
                <a:gd name="connsiteY177" fmla="*/ 154701 h 4455152"/>
                <a:gd name="connsiteX178" fmla="*/ 160807 w 6907902"/>
                <a:gd name="connsiteY178" fmla="*/ 154701 h 4455152"/>
                <a:gd name="connsiteX179" fmla="*/ 160807 w 6907902"/>
                <a:gd name="connsiteY179" fmla="*/ 452452 h 4455152"/>
                <a:gd name="connsiteX180" fmla="*/ 140752 w 6907902"/>
                <a:gd name="connsiteY180" fmla="*/ 481064 h 4455152"/>
                <a:gd name="connsiteX181" fmla="*/ 505 w 6907902"/>
                <a:gd name="connsiteY181" fmla="*/ 480636 h 4455152"/>
                <a:gd name="connsiteX182" fmla="*/ 505 w 6907902"/>
                <a:gd name="connsiteY182" fmla="*/ 2032 h 4455152"/>
                <a:gd name="connsiteX183" fmla="*/ 6907704 w 6907902"/>
                <a:gd name="connsiteY183" fmla="*/ 13 h 4455152"/>
                <a:gd name="connsiteX184" fmla="*/ 6907704 w 6907902"/>
                <a:gd name="connsiteY184" fmla="*/ 478274 h 4455152"/>
                <a:gd name="connsiteX185" fmla="*/ 6748501 w 6907902"/>
                <a:gd name="connsiteY185" fmla="*/ 478274 h 4455152"/>
                <a:gd name="connsiteX186" fmla="*/ 6748501 w 6907902"/>
                <a:gd name="connsiteY186" fmla="*/ 156024 h 4455152"/>
                <a:gd name="connsiteX187" fmla="*/ 6422816 w 6907902"/>
                <a:gd name="connsiteY187" fmla="*/ 156024 h 4455152"/>
                <a:gd name="connsiteX188" fmla="*/ 6422873 w 6907902"/>
                <a:gd name="connsiteY188" fmla="*/ 15192 h 4455152"/>
                <a:gd name="connsiteX189" fmla="*/ 6442297 w 6907902"/>
                <a:gd name="connsiteY189" fmla="*/ 519 h 4455152"/>
                <a:gd name="connsiteX190" fmla="*/ 6907704 w 6907902"/>
                <a:gd name="connsiteY190" fmla="*/ 13 h 44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907902" h="4455152">
                  <a:moveTo>
                    <a:pt x="3217963" y="3982615"/>
                  </a:moveTo>
                  <a:lnTo>
                    <a:pt x="3690501" y="3982615"/>
                  </a:lnTo>
                  <a:lnTo>
                    <a:pt x="3690501" y="4455152"/>
                  </a:lnTo>
                  <a:lnTo>
                    <a:pt x="3217963" y="4455152"/>
                  </a:lnTo>
                  <a:close/>
                  <a:moveTo>
                    <a:pt x="3044926" y="3810893"/>
                  </a:moveTo>
                  <a:cubicBezTo>
                    <a:pt x="3070393" y="3817604"/>
                    <a:pt x="3095427" y="3826416"/>
                    <a:pt x="3120014" y="3836333"/>
                  </a:cubicBezTo>
                  <a:cubicBezTo>
                    <a:pt x="3128055" y="3839577"/>
                    <a:pt x="3134531" y="3846521"/>
                    <a:pt x="3142409" y="3850363"/>
                  </a:cubicBezTo>
                  <a:cubicBezTo>
                    <a:pt x="3201340" y="3879107"/>
                    <a:pt x="3193807" y="3869389"/>
                    <a:pt x="3166437" y="3926482"/>
                  </a:cubicBezTo>
                  <a:cubicBezTo>
                    <a:pt x="3152207" y="3956166"/>
                    <a:pt x="3136883" y="3985325"/>
                    <a:pt x="3120166" y="4018461"/>
                  </a:cubicBezTo>
                  <a:cubicBezTo>
                    <a:pt x="3076676" y="3995652"/>
                    <a:pt x="3034531" y="3974473"/>
                    <a:pt x="2993729" y="3950967"/>
                  </a:cubicBezTo>
                  <a:cubicBezTo>
                    <a:pt x="2988673" y="3948054"/>
                    <a:pt x="2986808" y="3930985"/>
                    <a:pt x="2990184" y="3923507"/>
                  </a:cubicBezTo>
                  <a:cubicBezTo>
                    <a:pt x="3006994" y="3886256"/>
                    <a:pt x="3026051" y="3850018"/>
                    <a:pt x="3044926" y="3810893"/>
                  </a:cubicBezTo>
                  <a:close/>
                  <a:moveTo>
                    <a:pt x="3857262" y="3798274"/>
                  </a:moveTo>
                  <a:cubicBezTo>
                    <a:pt x="3880185" y="3844317"/>
                    <a:pt x="3900873" y="3884331"/>
                    <a:pt x="3919694" y="3925202"/>
                  </a:cubicBezTo>
                  <a:cubicBezTo>
                    <a:pt x="3922779" y="3931901"/>
                    <a:pt x="3920624" y="3947571"/>
                    <a:pt x="3915859" y="3950296"/>
                  </a:cubicBezTo>
                  <a:cubicBezTo>
                    <a:pt x="3874919" y="3973701"/>
                    <a:pt x="3832824" y="3995084"/>
                    <a:pt x="3787621" y="4018887"/>
                  </a:cubicBezTo>
                  <a:cubicBezTo>
                    <a:pt x="3764654" y="3971312"/>
                    <a:pt x="3743249" y="3926972"/>
                    <a:pt x="3722017" y="3880040"/>
                  </a:cubicBezTo>
                  <a:cubicBezTo>
                    <a:pt x="3766409" y="3851528"/>
                    <a:pt x="3810626" y="3825609"/>
                    <a:pt x="3857262" y="3798274"/>
                  </a:cubicBezTo>
                  <a:close/>
                  <a:moveTo>
                    <a:pt x="2779459" y="3667275"/>
                  </a:moveTo>
                  <a:cubicBezTo>
                    <a:pt x="2811811" y="3678540"/>
                    <a:pt x="2842765" y="3690811"/>
                    <a:pt x="2872745" y="3705118"/>
                  </a:cubicBezTo>
                  <a:cubicBezTo>
                    <a:pt x="2889543" y="3713134"/>
                    <a:pt x="2904730" y="3724524"/>
                    <a:pt x="2920902" y="3734554"/>
                  </a:cubicBezTo>
                  <a:cubicBezTo>
                    <a:pt x="2901787" y="3772164"/>
                    <a:pt x="2883088" y="3811125"/>
                    <a:pt x="2861933" y="3848704"/>
                  </a:cubicBezTo>
                  <a:cubicBezTo>
                    <a:pt x="2857840" y="3855975"/>
                    <a:pt x="2841394" y="3863959"/>
                    <a:pt x="2835330" y="3861226"/>
                  </a:cubicBezTo>
                  <a:cubicBezTo>
                    <a:pt x="2792155" y="3841760"/>
                    <a:pt x="2750195" y="3819596"/>
                    <a:pt x="2707845" y="3798289"/>
                  </a:cubicBezTo>
                  <a:cubicBezTo>
                    <a:pt x="2731864" y="3753851"/>
                    <a:pt x="2754759" y="3711491"/>
                    <a:pt x="2779459" y="3667275"/>
                  </a:cubicBezTo>
                  <a:close/>
                  <a:moveTo>
                    <a:pt x="4121223" y="3664574"/>
                  </a:moveTo>
                  <a:cubicBezTo>
                    <a:pt x="4128701" y="3666615"/>
                    <a:pt x="4134930" y="3673422"/>
                    <a:pt x="4140748" y="3685693"/>
                  </a:cubicBezTo>
                  <a:cubicBezTo>
                    <a:pt x="4158578" y="3723299"/>
                    <a:pt x="4179716" y="3759335"/>
                    <a:pt x="4200684" y="3798333"/>
                  </a:cubicBezTo>
                  <a:cubicBezTo>
                    <a:pt x="4158774" y="3819383"/>
                    <a:pt x="4116757" y="3841538"/>
                    <a:pt x="4073532" y="3861015"/>
                  </a:cubicBezTo>
                  <a:cubicBezTo>
                    <a:pt x="4067370" y="3863791"/>
                    <a:pt x="4050900" y="3856137"/>
                    <a:pt x="4046806" y="3848968"/>
                  </a:cubicBezTo>
                  <a:cubicBezTo>
                    <a:pt x="4025508" y="3811662"/>
                    <a:pt x="4006672" y="3772950"/>
                    <a:pt x="3986489" y="3733779"/>
                  </a:cubicBezTo>
                  <a:cubicBezTo>
                    <a:pt x="3995844" y="3728837"/>
                    <a:pt x="4004389" y="3724322"/>
                    <a:pt x="4015008" y="3718416"/>
                  </a:cubicBezTo>
                  <a:cubicBezTo>
                    <a:pt x="4042829" y="3702103"/>
                    <a:pt x="4069009" y="3687869"/>
                    <a:pt x="4094194" y="3672054"/>
                  </a:cubicBezTo>
                  <a:cubicBezTo>
                    <a:pt x="4105014" y="3665260"/>
                    <a:pt x="4113744" y="3662534"/>
                    <a:pt x="4121223" y="3664574"/>
                  </a:cubicBezTo>
                  <a:close/>
                  <a:moveTo>
                    <a:pt x="4392682" y="3521406"/>
                  </a:moveTo>
                  <a:cubicBezTo>
                    <a:pt x="4397672" y="3522687"/>
                    <a:pt x="4401810" y="3527025"/>
                    <a:pt x="4405994" y="3535018"/>
                  </a:cubicBezTo>
                  <a:cubicBezTo>
                    <a:pt x="4425935" y="3573105"/>
                    <a:pt x="4447743" y="3610212"/>
                    <a:pt x="4467906" y="3648188"/>
                  </a:cubicBezTo>
                  <a:cubicBezTo>
                    <a:pt x="4469321" y="3650852"/>
                    <a:pt x="4463432" y="3657393"/>
                    <a:pt x="4458505" y="3662614"/>
                  </a:cubicBezTo>
                  <a:cubicBezTo>
                    <a:pt x="4420554" y="3681033"/>
                    <a:pt x="4385472" y="3699942"/>
                    <a:pt x="4349189" y="3716168"/>
                  </a:cubicBezTo>
                  <a:cubicBezTo>
                    <a:pt x="4340980" y="3719840"/>
                    <a:pt x="4322724" y="3717912"/>
                    <a:pt x="4319109" y="3712211"/>
                  </a:cubicBezTo>
                  <a:cubicBezTo>
                    <a:pt x="4298516" y="3679730"/>
                    <a:pt x="4279938" y="3645819"/>
                    <a:pt x="4263191" y="3611178"/>
                  </a:cubicBezTo>
                  <a:cubicBezTo>
                    <a:pt x="4259662" y="3603877"/>
                    <a:pt x="4263330" y="3585933"/>
                    <a:pt x="4269313" y="3582383"/>
                  </a:cubicBezTo>
                  <a:cubicBezTo>
                    <a:pt x="4303411" y="3562152"/>
                    <a:pt x="4339600" y="3545486"/>
                    <a:pt x="4374258" y="3526140"/>
                  </a:cubicBezTo>
                  <a:cubicBezTo>
                    <a:pt x="4381850" y="3521902"/>
                    <a:pt x="4387692" y="3520125"/>
                    <a:pt x="4392682" y="3521406"/>
                  </a:cubicBezTo>
                  <a:close/>
                  <a:moveTo>
                    <a:pt x="2516461" y="3521216"/>
                  </a:moveTo>
                  <a:cubicBezTo>
                    <a:pt x="2521961" y="3520080"/>
                    <a:pt x="2528300" y="3522375"/>
                    <a:pt x="2536041" y="3526651"/>
                  </a:cubicBezTo>
                  <a:cubicBezTo>
                    <a:pt x="2569844" y="3545325"/>
                    <a:pt x="2604763" y="3562068"/>
                    <a:pt x="2637779" y="3581996"/>
                  </a:cubicBezTo>
                  <a:cubicBezTo>
                    <a:pt x="2644244" y="3585898"/>
                    <a:pt x="2649502" y="3603233"/>
                    <a:pt x="2646227" y="3609928"/>
                  </a:cubicBezTo>
                  <a:cubicBezTo>
                    <a:pt x="2628838" y="3645487"/>
                    <a:pt x="2609385" y="3680150"/>
                    <a:pt x="2588374" y="3713700"/>
                  </a:cubicBezTo>
                  <a:cubicBezTo>
                    <a:pt x="2585207" y="3718757"/>
                    <a:pt x="2568359" y="3720146"/>
                    <a:pt x="2560777" y="3716724"/>
                  </a:cubicBezTo>
                  <a:cubicBezTo>
                    <a:pt x="2519588" y="3698129"/>
                    <a:pt x="2479322" y="3677491"/>
                    <a:pt x="2437358" y="3656879"/>
                  </a:cubicBezTo>
                  <a:cubicBezTo>
                    <a:pt x="2444205" y="3643166"/>
                    <a:pt x="2450246" y="3631071"/>
                    <a:pt x="2457770" y="3616935"/>
                  </a:cubicBezTo>
                  <a:cubicBezTo>
                    <a:pt x="2473635" y="3588792"/>
                    <a:pt x="2489406" y="3563335"/>
                    <a:pt x="2501918" y="3536364"/>
                  </a:cubicBezTo>
                  <a:cubicBezTo>
                    <a:pt x="2506301" y="3526918"/>
                    <a:pt x="2510961" y="3522352"/>
                    <a:pt x="2516461" y="3521216"/>
                  </a:cubicBezTo>
                  <a:close/>
                  <a:moveTo>
                    <a:pt x="4664692" y="3374799"/>
                  </a:moveTo>
                  <a:cubicBezTo>
                    <a:pt x="4685601" y="3417389"/>
                    <a:pt x="4703910" y="3457442"/>
                    <a:pt x="4724822" y="3496088"/>
                  </a:cubicBezTo>
                  <a:cubicBezTo>
                    <a:pt x="4734852" y="3514624"/>
                    <a:pt x="4728326" y="3521666"/>
                    <a:pt x="4712368" y="3529144"/>
                  </a:cubicBezTo>
                  <a:cubicBezTo>
                    <a:pt x="4681407" y="3543650"/>
                    <a:pt x="4651596" y="3560758"/>
                    <a:pt x="4620085" y="3573838"/>
                  </a:cubicBezTo>
                  <a:cubicBezTo>
                    <a:pt x="4611760" y="3577293"/>
                    <a:pt x="4593657" y="3573606"/>
                    <a:pt x="4589146" y="3566992"/>
                  </a:cubicBezTo>
                  <a:cubicBezTo>
                    <a:pt x="4569366" y="3537991"/>
                    <a:pt x="4553108" y="3506604"/>
                    <a:pt x="4535208" y="3476298"/>
                  </a:cubicBezTo>
                  <a:cubicBezTo>
                    <a:pt x="4524149" y="3457574"/>
                    <a:pt x="4524704" y="3443957"/>
                    <a:pt x="4547870" y="3435000"/>
                  </a:cubicBezTo>
                  <a:cubicBezTo>
                    <a:pt x="4563144" y="3429094"/>
                    <a:pt x="4577081" y="3419732"/>
                    <a:pt x="4593457" y="3410151"/>
                  </a:cubicBezTo>
                  <a:cubicBezTo>
                    <a:pt x="4617876" y="3397458"/>
                    <a:pt x="4640455" y="3386529"/>
                    <a:pt x="4664692" y="3374799"/>
                  </a:cubicBezTo>
                  <a:close/>
                  <a:moveTo>
                    <a:pt x="2245605" y="3371778"/>
                  </a:moveTo>
                  <a:cubicBezTo>
                    <a:pt x="2292241" y="3399086"/>
                    <a:pt x="2336500" y="3425002"/>
                    <a:pt x="2380938" y="3453517"/>
                  </a:cubicBezTo>
                  <a:cubicBezTo>
                    <a:pt x="2363201" y="3492845"/>
                    <a:pt x="2346225" y="3530092"/>
                    <a:pt x="2326539" y="3565848"/>
                  </a:cubicBezTo>
                  <a:cubicBezTo>
                    <a:pt x="2322829" y="3572588"/>
                    <a:pt x="2305838" y="3578963"/>
                    <a:pt x="2299202" y="3576010"/>
                  </a:cubicBezTo>
                  <a:cubicBezTo>
                    <a:pt x="2258045" y="3557695"/>
                    <a:pt x="2218094" y="3536670"/>
                    <a:pt x="2174585" y="3514971"/>
                  </a:cubicBezTo>
                  <a:cubicBezTo>
                    <a:pt x="2197968" y="3467826"/>
                    <a:pt x="2220336" y="3422727"/>
                    <a:pt x="2245605" y="3371778"/>
                  </a:cubicBezTo>
                  <a:close/>
                  <a:moveTo>
                    <a:pt x="1973384" y="3232496"/>
                  </a:moveTo>
                  <a:cubicBezTo>
                    <a:pt x="2019459" y="3255153"/>
                    <a:pt x="2064468" y="3277286"/>
                    <a:pt x="2114078" y="3301681"/>
                  </a:cubicBezTo>
                  <a:cubicBezTo>
                    <a:pt x="2090972" y="3348477"/>
                    <a:pt x="2068434" y="3394123"/>
                    <a:pt x="2044305" y="3442993"/>
                  </a:cubicBezTo>
                  <a:cubicBezTo>
                    <a:pt x="2004410" y="3422863"/>
                    <a:pt x="1967187" y="3404081"/>
                    <a:pt x="1927424" y="3384802"/>
                  </a:cubicBezTo>
                  <a:cubicBezTo>
                    <a:pt x="1909141" y="3377567"/>
                    <a:pt x="1903600" y="3369531"/>
                    <a:pt x="1913507" y="3351618"/>
                  </a:cubicBezTo>
                  <a:cubicBezTo>
                    <a:pt x="1934252" y="3314106"/>
                    <a:pt x="1952216" y="3275058"/>
                    <a:pt x="1973384" y="3232496"/>
                  </a:cubicBezTo>
                  <a:close/>
                  <a:moveTo>
                    <a:pt x="4934808" y="3232070"/>
                  </a:moveTo>
                  <a:cubicBezTo>
                    <a:pt x="4958745" y="3280215"/>
                    <a:pt x="4981433" y="3325845"/>
                    <a:pt x="5005781" y="3374817"/>
                  </a:cubicBezTo>
                  <a:cubicBezTo>
                    <a:pt x="4955866" y="3397180"/>
                    <a:pt x="4909918" y="3417766"/>
                    <a:pt x="4861898" y="3436780"/>
                  </a:cubicBezTo>
                  <a:cubicBezTo>
                    <a:pt x="4838476" y="3392012"/>
                    <a:pt x="4817123" y="3348817"/>
                    <a:pt x="4794195" y="3302437"/>
                  </a:cubicBezTo>
                  <a:cubicBezTo>
                    <a:pt x="4841680" y="3278674"/>
                    <a:pt x="4886460" y="3256265"/>
                    <a:pt x="4934808" y="3232070"/>
                  </a:cubicBezTo>
                  <a:close/>
                  <a:moveTo>
                    <a:pt x="1711039" y="3095708"/>
                  </a:moveTo>
                  <a:cubicBezTo>
                    <a:pt x="1717708" y="3093974"/>
                    <a:pt x="1725388" y="3096306"/>
                    <a:pt x="1734945" y="3101558"/>
                  </a:cubicBezTo>
                  <a:cubicBezTo>
                    <a:pt x="1760156" y="3115408"/>
                    <a:pt x="1785209" y="3130318"/>
                    <a:pt x="1811987" y="3140351"/>
                  </a:cubicBezTo>
                  <a:cubicBezTo>
                    <a:pt x="1843635" y="3152210"/>
                    <a:pt x="1845048" y="3168617"/>
                    <a:pt x="1826196" y="3195101"/>
                  </a:cubicBezTo>
                  <a:cubicBezTo>
                    <a:pt x="1808651" y="3230839"/>
                    <a:pt x="1791599" y="3264047"/>
                    <a:pt x="1772399" y="3301438"/>
                  </a:cubicBezTo>
                  <a:cubicBezTo>
                    <a:pt x="1723436" y="3274728"/>
                    <a:pt x="1676435" y="3249087"/>
                    <a:pt x="1630029" y="3223772"/>
                  </a:cubicBezTo>
                  <a:cubicBezTo>
                    <a:pt x="1652816" y="3184769"/>
                    <a:pt x="1675028" y="3150519"/>
                    <a:pt x="1693198" y="3114245"/>
                  </a:cubicBezTo>
                  <a:cubicBezTo>
                    <a:pt x="1698712" y="3103238"/>
                    <a:pt x="1704370" y="3097441"/>
                    <a:pt x="1711039" y="3095708"/>
                  </a:cubicBezTo>
                  <a:close/>
                  <a:moveTo>
                    <a:pt x="5198343" y="3095473"/>
                  </a:moveTo>
                  <a:cubicBezTo>
                    <a:pt x="5204061" y="3097231"/>
                    <a:pt x="5208806" y="3102522"/>
                    <a:pt x="5213669" y="3111879"/>
                  </a:cubicBezTo>
                  <a:cubicBezTo>
                    <a:pt x="5232861" y="3148817"/>
                    <a:pt x="5255236" y="3184101"/>
                    <a:pt x="5278556" y="3223931"/>
                  </a:cubicBezTo>
                  <a:cubicBezTo>
                    <a:pt x="5231756" y="3249346"/>
                    <a:pt x="5184720" y="3274891"/>
                    <a:pt x="5135366" y="3301693"/>
                  </a:cubicBezTo>
                  <a:cubicBezTo>
                    <a:pt x="5113838" y="3257840"/>
                    <a:pt x="5094451" y="3218348"/>
                    <a:pt x="5073511" y="3176777"/>
                  </a:cubicBezTo>
                  <a:cubicBezTo>
                    <a:pt x="5076468" y="3165464"/>
                    <a:pt x="5078529" y="3152046"/>
                    <a:pt x="5085913" y="3147733"/>
                  </a:cubicBezTo>
                  <a:cubicBezTo>
                    <a:pt x="5115482" y="3130458"/>
                    <a:pt x="5147063" y="3116668"/>
                    <a:pt x="5177174" y="3100260"/>
                  </a:cubicBezTo>
                  <a:cubicBezTo>
                    <a:pt x="5185932" y="3095488"/>
                    <a:pt x="5192624" y="3093714"/>
                    <a:pt x="5198343" y="3095473"/>
                  </a:cubicBezTo>
                  <a:close/>
                  <a:moveTo>
                    <a:pt x="1440429" y="2958849"/>
                  </a:moveTo>
                  <a:cubicBezTo>
                    <a:pt x="1453161" y="2954629"/>
                    <a:pt x="1469283" y="2962664"/>
                    <a:pt x="1501518" y="2978753"/>
                  </a:cubicBezTo>
                  <a:cubicBezTo>
                    <a:pt x="1526137" y="2991039"/>
                    <a:pt x="1550653" y="3003528"/>
                    <a:pt x="1579674" y="3018175"/>
                  </a:cubicBezTo>
                  <a:cubicBezTo>
                    <a:pt x="1556672" y="3061823"/>
                    <a:pt x="1534656" y="3104605"/>
                    <a:pt x="1511234" y="3146602"/>
                  </a:cubicBezTo>
                  <a:cubicBezTo>
                    <a:pt x="1508685" y="3151171"/>
                    <a:pt x="1496029" y="3155111"/>
                    <a:pt x="1491436" y="3152757"/>
                  </a:cubicBezTo>
                  <a:cubicBezTo>
                    <a:pt x="1447406" y="3130191"/>
                    <a:pt x="1404103" y="3106208"/>
                    <a:pt x="1357772" y="3081103"/>
                  </a:cubicBezTo>
                  <a:cubicBezTo>
                    <a:pt x="1372947" y="3056877"/>
                    <a:pt x="1386076" y="3035916"/>
                    <a:pt x="1399682" y="3012477"/>
                  </a:cubicBezTo>
                  <a:cubicBezTo>
                    <a:pt x="1418356" y="2979545"/>
                    <a:pt x="1427697" y="2963069"/>
                    <a:pt x="1440429" y="2958849"/>
                  </a:cubicBezTo>
                  <a:close/>
                  <a:moveTo>
                    <a:pt x="5470807" y="2953872"/>
                  </a:moveTo>
                  <a:cubicBezTo>
                    <a:pt x="5476240" y="2956321"/>
                    <a:pt x="5480412" y="2962222"/>
                    <a:pt x="5484967" y="2970758"/>
                  </a:cubicBezTo>
                  <a:cubicBezTo>
                    <a:pt x="5504456" y="3007279"/>
                    <a:pt x="5526342" y="3042522"/>
                    <a:pt x="5549327" y="3081849"/>
                  </a:cubicBezTo>
                  <a:cubicBezTo>
                    <a:pt x="5505371" y="3105670"/>
                    <a:pt x="5462197" y="3129836"/>
                    <a:pt x="5418004" y="3151968"/>
                  </a:cubicBezTo>
                  <a:cubicBezTo>
                    <a:pt x="5412927" y="3154511"/>
                    <a:pt x="5398221" y="3147949"/>
                    <a:pt x="5394688" y="3141772"/>
                  </a:cubicBezTo>
                  <a:cubicBezTo>
                    <a:pt x="5375004" y="3107357"/>
                    <a:pt x="5357386" y="3071759"/>
                    <a:pt x="5337479" y="3034502"/>
                  </a:cubicBezTo>
                  <a:cubicBezTo>
                    <a:pt x="5340002" y="3024254"/>
                    <a:pt x="5341965" y="3012166"/>
                    <a:pt x="5348571" y="3008546"/>
                  </a:cubicBezTo>
                  <a:cubicBezTo>
                    <a:pt x="5381477" y="2990510"/>
                    <a:pt x="5416186" y="2975760"/>
                    <a:pt x="5449076" y="2957700"/>
                  </a:cubicBezTo>
                  <a:cubicBezTo>
                    <a:pt x="5458679" y="2952427"/>
                    <a:pt x="5465374" y="2951423"/>
                    <a:pt x="5470807" y="2953872"/>
                  </a:cubicBezTo>
                  <a:close/>
                  <a:moveTo>
                    <a:pt x="5742334" y="2811329"/>
                  </a:moveTo>
                  <a:cubicBezTo>
                    <a:pt x="5747022" y="2813654"/>
                    <a:pt x="5750527" y="2818921"/>
                    <a:pt x="5754115" y="2826351"/>
                  </a:cubicBezTo>
                  <a:cubicBezTo>
                    <a:pt x="5771856" y="2863078"/>
                    <a:pt x="5791138" y="2899061"/>
                    <a:pt x="5812000" y="2939622"/>
                  </a:cubicBezTo>
                  <a:cubicBezTo>
                    <a:pt x="5774091" y="2960688"/>
                    <a:pt x="5733925" y="2983008"/>
                    <a:pt x="5691204" y="3005829"/>
                  </a:cubicBezTo>
                  <a:cubicBezTo>
                    <a:pt x="5680569" y="3005718"/>
                    <a:pt x="5667317" y="3007931"/>
                    <a:pt x="5665200" y="3004057"/>
                  </a:cubicBezTo>
                  <a:cubicBezTo>
                    <a:pt x="5642637" y="2962785"/>
                    <a:pt x="5621838" y="2920547"/>
                    <a:pt x="5599256" y="2876013"/>
                  </a:cubicBezTo>
                  <a:cubicBezTo>
                    <a:pt x="5643125" y="2854204"/>
                    <a:pt x="5683622" y="2834724"/>
                    <a:pt x="5723449" y="2813961"/>
                  </a:cubicBezTo>
                  <a:cubicBezTo>
                    <a:pt x="5731774" y="2809621"/>
                    <a:pt x="5737646" y="2809004"/>
                    <a:pt x="5742334" y="2811329"/>
                  </a:cubicBezTo>
                  <a:close/>
                  <a:moveTo>
                    <a:pt x="1167657" y="2811206"/>
                  </a:moveTo>
                  <a:cubicBezTo>
                    <a:pt x="1173304" y="2809167"/>
                    <a:pt x="1180152" y="2810691"/>
                    <a:pt x="1189280" y="2815737"/>
                  </a:cubicBezTo>
                  <a:cubicBezTo>
                    <a:pt x="1218222" y="2831735"/>
                    <a:pt x="1248346" y="2845594"/>
                    <a:pt x="1280169" y="2861751"/>
                  </a:cubicBezTo>
                  <a:cubicBezTo>
                    <a:pt x="1302184" y="2868289"/>
                    <a:pt x="1310310" y="2876826"/>
                    <a:pt x="1298375" y="2898355"/>
                  </a:cubicBezTo>
                  <a:cubicBezTo>
                    <a:pt x="1277632" y="2935769"/>
                    <a:pt x="1259389" y="2974569"/>
                    <a:pt x="1237938" y="3017067"/>
                  </a:cubicBezTo>
                  <a:cubicBezTo>
                    <a:pt x="1189154" y="2990646"/>
                    <a:pt x="1142203" y="2965217"/>
                    <a:pt x="1096343" y="2940379"/>
                  </a:cubicBezTo>
                  <a:cubicBezTo>
                    <a:pt x="1116795" y="2900317"/>
                    <a:pt x="1136056" y="2864672"/>
                    <a:pt x="1153242" y="2828055"/>
                  </a:cubicBezTo>
                  <a:cubicBezTo>
                    <a:pt x="1157564" y="2818847"/>
                    <a:pt x="1162010" y="2813245"/>
                    <a:pt x="1167657" y="2811206"/>
                  </a:cubicBezTo>
                  <a:close/>
                  <a:moveTo>
                    <a:pt x="900269" y="2657804"/>
                  </a:moveTo>
                  <a:cubicBezTo>
                    <a:pt x="941244" y="2679294"/>
                    <a:pt x="983306" y="2700547"/>
                    <a:pt x="1024216" y="2723825"/>
                  </a:cubicBezTo>
                  <a:cubicBezTo>
                    <a:pt x="1029380" y="2726764"/>
                    <a:pt x="1031601" y="2741101"/>
                    <a:pt x="1029707" y="2748812"/>
                  </a:cubicBezTo>
                  <a:cubicBezTo>
                    <a:pt x="1026616" y="2761393"/>
                    <a:pt x="1019013" y="2772865"/>
                    <a:pt x="1011880" y="2786942"/>
                  </a:cubicBezTo>
                  <a:cubicBezTo>
                    <a:pt x="996654" y="2816389"/>
                    <a:pt x="982863" y="2843700"/>
                    <a:pt x="967383" y="2874358"/>
                  </a:cubicBezTo>
                  <a:cubicBezTo>
                    <a:pt x="923376" y="2851251"/>
                    <a:pt x="880598" y="2831016"/>
                    <a:pt x="840892" y="2805919"/>
                  </a:cubicBezTo>
                  <a:cubicBezTo>
                    <a:pt x="833624" y="2801325"/>
                    <a:pt x="833437" y="2774306"/>
                    <a:pt x="839345" y="2762213"/>
                  </a:cubicBezTo>
                  <a:cubicBezTo>
                    <a:pt x="856374" y="2727356"/>
                    <a:pt x="878190" y="2694837"/>
                    <a:pt x="900269" y="2657804"/>
                  </a:cubicBezTo>
                  <a:close/>
                  <a:moveTo>
                    <a:pt x="6010638" y="2656446"/>
                  </a:moveTo>
                  <a:cubicBezTo>
                    <a:pt x="6033212" y="2701011"/>
                    <a:pt x="6054979" y="2742648"/>
                    <a:pt x="6074966" y="2785121"/>
                  </a:cubicBezTo>
                  <a:cubicBezTo>
                    <a:pt x="6077468" y="2790436"/>
                    <a:pt x="6072880" y="2804283"/>
                    <a:pt x="6067667" y="2807208"/>
                  </a:cubicBezTo>
                  <a:cubicBezTo>
                    <a:pt x="6026589" y="2830258"/>
                    <a:pt x="5984561" y="2851614"/>
                    <a:pt x="5940671" y="2874621"/>
                  </a:cubicBezTo>
                  <a:cubicBezTo>
                    <a:pt x="5919414" y="2831309"/>
                    <a:pt x="5900040" y="2791834"/>
                    <a:pt x="5879113" y="2750279"/>
                  </a:cubicBezTo>
                  <a:cubicBezTo>
                    <a:pt x="5879938" y="2739614"/>
                    <a:pt x="5879631" y="2726316"/>
                    <a:pt x="5885116" y="2723194"/>
                  </a:cubicBezTo>
                  <a:cubicBezTo>
                    <a:pt x="5925179" y="2700386"/>
                    <a:pt x="5966404" y="2679623"/>
                    <a:pt x="6010638" y="2656446"/>
                  </a:cubicBezTo>
                  <a:close/>
                  <a:moveTo>
                    <a:pt x="6262995" y="2520101"/>
                  </a:moveTo>
                  <a:cubicBezTo>
                    <a:pt x="6274575" y="2526607"/>
                    <a:pt x="6286878" y="2532603"/>
                    <a:pt x="6292650" y="2542433"/>
                  </a:cubicBezTo>
                  <a:cubicBezTo>
                    <a:pt x="6313669" y="2578220"/>
                    <a:pt x="6332505" y="2615290"/>
                    <a:pt x="6354267" y="2655790"/>
                  </a:cubicBezTo>
                  <a:cubicBezTo>
                    <a:pt x="6307817" y="2680945"/>
                    <a:pt x="6260812" y="2706401"/>
                    <a:pt x="6212072" y="2732796"/>
                  </a:cubicBezTo>
                  <a:cubicBezTo>
                    <a:pt x="6186637" y="2682134"/>
                    <a:pt x="6163426" y="2635897"/>
                    <a:pt x="6140236" y="2589650"/>
                  </a:cubicBezTo>
                  <a:cubicBezTo>
                    <a:pt x="6180413" y="2566876"/>
                    <a:pt x="6220566" y="2544113"/>
                    <a:pt x="6262995" y="2520101"/>
                  </a:cubicBezTo>
                  <a:close/>
                  <a:moveTo>
                    <a:pt x="633414" y="2519994"/>
                  </a:moveTo>
                  <a:cubicBezTo>
                    <a:pt x="639106" y="2518082"/>
                    <a:pt x="645855" y="2519757"/>
                    <a:pt x="654708" y="2524808"/>
                  </a:cubicBezTo>
                  <a:cubicBezTo>
                    <a:pt x="687270" y="2543388"/>
                    <a:pt x="720036" y="2561794"/>
                    <a:pt x="753822" y="2577966"/>
                  </a:cubicBezTo>
                  <a:cubicBezTo>
                    <a:pt x="772311" y="2586815"/>
                    <a:pt x="772400" y="2596197"/>
                    <a:pt x="763771" y="2611979"/>
                  </a:cubicBezTo>
                  <a:cubicBezTo>
                    <a:pt x="744746" y="2646776"/>
                    <a:pt x="726903" y="2682219"/>
                    <a:pt x="706992" y="2719442"/>
                  </a:cubicBezTo>
                  <a:cubicBezTo>
                    <a:pt x="699396" y="2723556"/>
                    <a:pt x="691560" y="2729166"/>
                    <a:pt x="687657" y="2727154"/>
                  </a:cubicBezTo>
                  <a:cubicBezTo>
                    <a:pt x="642751" y="2703993"/>
                    <a:pt x="598440" y="2679676"/>
                    <a:pt x="554005" y="2655684"/>
                  </a:cubicBezTo>
                  <a:cubicBezTo>
                    <a:pt x="577019" y="2613586"/>
                    <a:pt x="599029" y="2575780"/>
                    <a:pt x="618467" y="2536696"/>
                  </a:cubicBezTo>
                  <a:cubicBezTo>
                    <a:pt x="623088" y="2527403"/>
                    <a:pt x="627722" y="2521906"/>
                    <a:pt x="633414" y="2519994"/>
                  </a:cubicBezTo>
                  <a:close/>
                  <a:moveTo>
                    <a:pt x="6746735" y="2162140"/>
                  </a:moveTo>
                  <a:cubicBezTo>
                    <a:pt x="6801060" y="2162140"/>
                    <a:pt x="6853303" y="2162140"/>
                    <a:pt x="6907902" y="2162140"/>
                  </a:cubicBezTo>
                  <a:cubicBezTo>
                    <a:pt x="6907902" y="2321684"/>
                    <a:pt x="6907902" y="2482109"/>
                    <a:pt x="6907902" y="2646956"/>
                  </a:cubicBezTo>
                  <a:cubicBezTo>
                    <a:pt x="6799503" y="2646956"/>
                    <a:pt x="6690697" y="2646956"/>
                    <a:pt x="6578506" y="2646956"/>
                  </a:cubicBezTo>
                  <a:cubicBezTo>
                    <a:pt x="6525734" y="2646956"/>
                    <a:pt x="6476347" y="2646956"/>
                    <a:pt x="6424892" y="2646956"/>
                  </a:cubicBezTo>
                  <a:cubicBezTo>
                    <a:pt x="6424892" y="2594813"/>
                    <a:pt x="6424892" y="2544845"/>
                    <a:pt x="6424892" y="2491465"/>
                  </a:cubicBezTo>
                  <a:cubicBezTo>
                    <a:pt x="6531877" y="2491465"/>
                    <a:pt x="6638242" y="2491465"/>
                    <a:pt x="6746735" y="2491465"/>
                  </a:cubicBezTo>
                  <a:cubicBezTo>
                    <a:pt x="6746735" y="2380319"/>
                    <a:pt x="6746735" y="2272523"/>
                    <a:pt x="6746735" y="2162140"/>
                  </a:cubicBezTo>
                  <a:close/>
                  <a:moveTo>
                    <a:pt x="0" y="2161080"/>
                  </a:moveTo>
                  <a:cubicBezTo>
                    <a:pt x="53025" y="2161080"/>
                    <a:pt x="104453" y="2161080"/>
                    <a:pt x="159288" y="2161080"/>
                  </a:cubicBezTo>
                  <a:cubicBezTo>
                    <a:pt x="159288" y="2269529"/>
                    <a:pt x="159288" y="2378150"/>
                    <a:pt x="159288" y="2491248"/>
                  </a:cubicBezTo>
                  <a:cubicBezTo>
                    <a:pt x="183445" y="2491248"/>
                    <a:pt x="204408" y="2491248"/>
                    <a:pt x="228718" y="2491248"/>
                  </a:cubicBezTo>
                  <a:cubicBezTo>
                    <a:pt x="315248" y="2491248"/>
                    <a:pt x="398433" y="2491248"/>
                    <a:pt x="483678" y="2491248"/>
                  </a:cubicBezTo>
                  <a:cubicBezTo>
                    <a:pt x="483678" y="2543415"/>
                    <a:pt x="483678" y="2593385"/>
                    <a:pt x="483678" y="2645163"/>
                  </a:cubicBezTo>
                  <a:cubicBezTo>
                    <a:pt x="322524" y="2645163"/>
                    <a:pt x="162098" y="2645163"/>
                    <a:pt x="0" y="2645163"/>
                  </a:cubicBezTo>
                  <a:cubicBezTo>
                    <a:pt x="0" y="2483476"/>
                    <a:pt x="0" y="2323051"/>
                    <a:pt x="0" y="2161080"/>
                  </a:cubicBezTo>
                  <a:close/>
                  <a:moveTo>
                    <a:pt x="505" y="2032"/>
                  </a:moveTo>
                  <a:cubicBezTo>
                    <a:pt x="161074" y="2032"/>
                    <a:pt x="321512" y="2032"/>
                    <a:pt x="483856" y="2032"/>
                  </a:cubicBezTo>
                  <a:cubicBezTo>
                    <a:pt x="483856" y="52540"/>
                    <a:pt x="483856" y="102511"/>
                    <a:pt x="483856" y="154701"/>
                  </a:cubicBezTo>
                  <a:cubicBezTo>
                    <a:pt x="377073" y="154701"/>
                    <a:pt x="271520" y="154701"/>
                    <a:pt x="160807" y="154701"/>
                  </a:cubicBezTo>
                  <a:cubicBezTo>
                    <a:pt x="160807" y="254277"/>
                    <a:pt x="160807" y="351735"/>
                    <a:pt x="160807" y="452452"/>
                  </a:cubicBezTo>
                  <a:cubicBezTo>
                    <a:pt x="161815" y="470202"/>
                    <a:pt x="161756" y="481695"/>
                    <a:pt x="140752" y="481064"/>
                  </a:cubicBezTo>
                  <a:cubicBezTo>
                    <a:pt x="94758" y="479682"/>
                    <a:pt x="48694" y="480636"/>
                    <a:pt x="505" y="480636"/>
                  </a:cubicBezTo>
                  <a:cubicBezTo>
                    <a:pt x="505" y="320444"/>
                    <a:pt x="505" y="162260"/>
                    <a:pt x="505" y="2032"/>
                  </a:cubicBezTo>
                  <a:close/>
                  <a:moveTo>
                    <a:pt x="6907704" y="13"/>
                  </a:moveTo>
                  <a:cubicBezTo>
                    <a:pt x="6907704" y="159505"/>
                    <a:pt x="6907704" y="317697"/>
                    <a:pt x="6907704" y="478274"/>
                  </a:cubicBezTo>
                  <a:cubicBezTo>
                    <a:pt x="6856417" y="478274"/>
                    <a:pt x="6804178" y="478274"/>
                    <a:pt x="6748501" y="478274"/>
                  </a:cubicBezTo>
                  <a:cubicBezTo>
                    <a:pt x="6748501" y="372133"/>
                    <a:pt x="6748501" y="265756"/>
                    <a:pt x="6748501" y="156024"/>
                  </a:cubicBezTo>
                  <a:cubicBezTo>
                    <a:pt x="6638790" y="156024"/>
                    <a:pt x="6532411" y="156024"/>
                    <a:pt x="6422816" y="156024"/>
                  </a:cubicBezTo>
                  <a:cubicBezTo>
                    <a:pt x="6422816" y="107935"/>
                    <a:pt x="6422816" y="63181"/>
                    <a:pt x="6422873" y="15192"/>
                  </a:cubicBezTo>
                  <a:cubicBezTo>
                    <a:pt x="6429383" y="7977"/>
                    <a:pt x="6435825" y="546"/>
                    <a:pt x="6442297" y="519"/>
                  </a:cubicBezTo>
                  <a:cubicBezTo>
                    <a:pt x="6596592" y="-132"/>
                    <a:pt x="6750892" y="13"/>
                    <a:pt x="6907704" y="13"/>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26" name="Group 925">
            <a:extLst>
              <a:ext uri="{FF2B5EF4-FFF2-40B4-BE49-F238E27FC236}">
                <a16:creationId xmlns:a16="http://schemas.microsoft.com/office/drawing/2014/main" id="{36486018-1F26-A60D-B29F-92E9D8E23745}"/>
              </a:ext>
              <a:ext uri="{C183D7F6-B498-43B3-948B-1728B52AA6E4}">
                <adec:decorative xmlns:adec="http://schemas.microsoft.com/office/drawing/2017/decorative" val="1"/>
              </a:ext>
            </a:extLst>
          </p:cNvPr>
          <p:cNvGrpSpPr>
            <a:grpSpLocks noChangeAspect="1"/>
          </p:cNvGrpSpPr>
          <p:nvPr/>
        </p:nvGrpSpPr>
        <p:grpSpPr>
          <a:xfrm>
            <a:off x="4510271" y="1585827"/>
            <a:ext cx="537105" cy="320040"/>
            <a:chOff x="4510271" y="1585827"/>
            <a:chExt cx="537105" cy="320040"/>
          </a:xfrm>
          <a:solidFill>
            <a:srgbClr val="FF0000"/>
          </a:solidFill>
        </p:grpSpPr>
        <p:sp>
          <p:nvSpPr>
            <p:cNvPr id="958" name="Freeform: Shape 957">
              <a:extLst>
                <a:ext uri="{FF2B5EF4-FFF2-40B4-BE49-F238E27FC236}">
                  <a16:creationId xmlns:a16="http://schemas.microsoft.com/office/drawing/2014/main" id="{569E359D-7141-C983-CC05-9BDE9926652B}"/>
                </a:ext>
                <a:ext uri="{C183D7F6-B498-43B3-948B-1728B52AA6E4}">
                  <adec:decorative xmlns:adec="http://schemas.microsoft.com/office/drawing/2017/decorative" val="1"/>
                </a:ext>
              </a:extLst>
            </p:cNvPr>
            <p:cNvSpPr/>
            <p:nvPr/>
          </p:nvSpPr>
          <p:spPr>
            <a:xfrm>
              <a:off x="4510271" y="1585827"/>
              <a:ext cx="537105" cy="320040"/>
            </a:xfrm>
            <a:custGeom>
              <a:avLst/>
              <a:gdLst>
                <a:gd name="connsiteX0" fmla="*/ 3592587 w 11509407"/>
                <a:gd name="connsiteY0" fmla="*/ 3405503 h 6858009"/>
                <a:gd name="connsiteX1" fmla="*/ 3880922 w 11509407"/>
                <a:gd name="connsiteY1" fmla="*/ 3426591 h 6858009"/>
                <a:gd name="connsiteX2" fmla="*/ 4110004 w 11509407"/>
                <a:gd name="connsiteY2" fmla="*/ 4282814 h 6858009"/>
                <a:gd name="connsiteX3" fmla="*/ 4437996 w 11509407"/>
                <a:gd name="connsiteY3" fmla="*/ 4720059 h 6858009"/>
                <a:gd name="connsiteX4" fmla="*/ 5735626 w 11509407"/>
                <a:gd name="connsiteY4" fmla="*/ 5269672 h 6858009"/>
                <a:gd name="connsiteX5" fmla="*/ 5742582 w 11509407"/>
                <a:gd name="connsiteY5" fmla="*/ 5796164 h 6858009"/>
                <a:gd name="connsiteX6" fmla="*/ 4147605 w 11509407"/>
                <a:gd name="connsiteY6" fmla="*/ 5220118 h 6858009"/>
                <a:gd name="connsiteX7" fmla="*/ 3343701 w 11509407"/>
                <a:gd name="connsiteY7" fmla="*/ 3430830 h 6858009"/>
                <a:gd name="connsiteX8" fmla="*/ 3592587 w 11509407"/>
                <a:gd name="connsiteY8" fmla="*/ 3405503 h 6858009"/>
                <a:gd name="connsiteX9" fmla="*/ 7877760 w 11509407"/>
                <a:gd name="connsiteY9" fmla="*/ 3404434 h 6858009"/>
                <a:gd name="connsiteX10" fmla="*/ 8136045 w 11509407"/>
                <a:gd name="connsiteY10" fmla="*/ 3406303 h 6858009"/>
                <a:gd name="connsiteX11" fmla="*/ 8071307 w 11509407"/>
                <a:gd name="connsiteY11" fmla="*/ 4092527 h 6858009"/>
                <a:gd name="connsiteX12" fmla="*/ 7680741 w 11509407"/>
                <a:gd name="connsiteY12" fmla="*/ 4859539 h 6858009"/>
                <a:gd name="connsiteX13" fmla="*/ 7459951 w 11509407"/>
                <a:gd name="connsiteY13" fmla="*/ 4713221 h 6858009"/>
                <a:gd name="connsiteX14" fmla="*/ 7242857 w 11509407"/>
                <a:gd name="connsiteY14" fmla="*/ 4545091 h 6858009"/>
                <a:gd name="connsiteX15" fmla="*/ 7270947 w 11509407"/>
                <a:gd name="connsiteY15" fmla="*/ 4471162 h 6858009"/>
                <a:gd name="connsiteX16" fmla="*/ 7605262 w 11509407"/>
                <a:gd name="connsiteY16" fmla="*/ 3473971 h 6858009"/>
                <a:gd name="connsiteX17" fmla="*/ 7621578 w 11509407"/>
                <a:gd name="connsiteY17" fmla="*/ 3422797 h 6858009"/>
                <a:gd name="connsiteX18" fmla="*/ 7877760 w 11509407"/>
                <a:gd name="connsiteY18" fmla="*/ 3404434 h 6858009"/>
                <a:gd name="connsiteX19" fmla="*/ 5820246 w 11509407"/>
                <a:gd name="connsiteY19" fmla="*/ 2650842 h 6858009"/>
                <a:gd name="connsiteX20" fmla="*/ 6002123 w 11509407"/>
                <a:gd name="connsiteY20" fmla="*/ 2690092 h 6858009"/>
                <a:gd name="connsiteX21" fmla="*/ 6497932 w 11509407"/>
                <a:gd name="connsiteY21" fmla="*/ 3518627 h 6858009"/>
                <a:gd name="connsiteX22" fmla="*/ 5778715 w 11509407"/>
                <a:gd name="connsiteY22" fmla="*/ 4160196 h 6858009"/>
                <a:gd name="connsiteX23" fmla="*/ 5637866 w 11509407"/>
                <a:gd name="connsiteY23" fmla="*/ 4155102 h 6858009"/>
                <a:gd name="connsiteX24" fmla="*/ 5129643 w 11509407"/>
                <a:gd name="connsiteY24" fmla="*/ 3843637 h 6858009"/>
                <a:gd name="connsiteX25" fmla="*/ 5000889 w 11509407"/>
                <a:gd name="connsiteY25" fmla="*/ 3428506 h 6858009"/>
                <a:gd name="connsiteX26" fmla="*/ 5043165 w 11509407"/>
                <a:gd name="connsiteY26" fmla="*/ 3409385 h 6858009"/>
                <a:gd name="connsiteX27" fmla="*/ 5521206 w 11509407"/>
                <a:gd name="connsiteY27" fmla="*/ 3408664 h 6858009"/>
                <a:gd name="connsiteX28" fmla="*/ 5598368 w 11509407"/>
                <a:gd name="connsiteY28" fmla="*/ 3525769 h 6858009"/>
                <a:gd name="connsiteX29" fmla="*/ 5887253 w 11509407"/>
                <a:gd name="connsiteY29" fmla="*/ 3539173 h 6858009"/>
                <a:gd name="connsiteX30" fmla="*/ 5880119 w 11509407"/>
                <a:gd name="connsiteY30" fmla="*/ 3265632 h 6858009"/>
                <a:gd name="connsiteX31" fmla="*/ 5753289 w 11509407"/>
                <a:gd name="connsiteY31" fmla="*/ 3185948 h 6858009"/>
                <a:gd name="connsiteX32" fmla="*/ 5749610 w 11509407"/>
                <a:gd name="connsiteY32" fmla="*/ 2661067 h 6858009"/>
                <a:gd name="connsiteX33" fmla="*/ 5820246 w 11509407"/>
                <a:gd name="connsiteY33" fmla="*/ 2650842 h 6858009"/>
                <a:gd name="connsiteX34" fmla="*/ 5760668 w 11509407"/>
                <a:gd name="connsiteY34" fmla="*/ 1802496 h 6858009"/>
                <a:gd name="connsiteX35" fmla="*/ 7304771 w 11509407"/>
                <a:gd name="connsiteY35" fmla="*/ 3021508 h 6858009"/>
                <a:gd name="connsiteX36" fmla="*/ 7091497 w 11509407"/>
                <a:gd name="connsiteY36" fmla="*/ 4280952 h 6858009"/>
                <a:gd name="connsiteX37" fmla="*/ 7019491 w 11509407"/>
                <a:gd name="connsiteY37" fmla="*/ 4367982 h 6858009"/>
                <a:gd name="connsiteX38" fmla="*/ 6591643 w 11509407"/>
                <a:gd name="connsiteY38" fmla="*/ 4030656 h 6858009"/>
                <a:gd name="connsiteX39" fmla="*/ 6700725 w 11509407"/>
                <a:gd name="connsiteY39" fmla="*/ 2991370 h 6858009"/>
                <a:gd name="connsiteX40" fmla="*/ 6086437 w 11509407"/>
                <a:gd name="connsiteY40" fmla="*/ 2422841 h 6858009"/>
                <a:gd name="connsiteX41" fmla="*/ 4738048 w 11509407"/>
                <a:gd name="connsiteY41" fmla="*/ 3154048 h 6858009"/>
                <a:gd name="connsiteX42" fmla="*/ 5735235 w 11509407"/>
                <a:gd name="connsiteY42" fmla="*/ 4458735 h 6858009"/>
                <a:gd name="connsiteX43" fmla="*/ 5739964 w 11509407"/>
                <a:gd name="connsiteY43" fmla="*/ 4997340 h 6858009"/>
                <a:gd name="connsiteX44" fmla="*/ 5597414 w 11509407"/>
                <a:gd name="connsiteY44" fmla="*/ 5001971 h 6858009"/>
                <a:gd name="connsiteX45" fmla="*/ 4180038 w 11509407"/>
                <a:gd name="connsiteY45" fmla="*/ 3739890 h 6858009"/>
                <a:gd name="connsiteX46" fmla="*/ 5437380 w 11509407"/>
                <a:gd name="connsiteY46" fmla="*/ 1833383 h 6858009"/>
                <a:gd name="connsiteX47" fmla="*/ 5760668 w 11509407"/>
                <a:gd name="connsiteY47" fmla="*/ 1802496 h 6858009"/>
                <a:gd name="connsiteX48" fmla="*/ 5798007 w 11509407"/>
                <a:gd name="connsiteY48" fmla="*/ 957483 h 6858009"/>
                <a:gd name="connsiteX49" fmla="*/ 6707599 w 11509407"/>
                <a:gd name="connsiteY49" fmla="*/ 1156989 h 6858009"/>
                <a:gd name="connsiteX50" fmla="*/ 6708605 w 11509407"/>
                <a:gd name="connsiteY50" fmla="*/ 1157527 h 6858009"/>
                <a:gd name="connsiteX51" fmla="*/ 6859300 w 11509407"/>
                <a:gd name="connsiteY51" fmla="*/ 1235419 h 6858009"/>
                <a:gd name="connsiteX52" fmla="*/ 7007842 w 11509407"/>
                <a:gd name="connsiteY52" fmla="*/ 1321049 h 6858009"/>
                <a:gd name="connsiteX53" fmla="*/ 7209311 w 11509407"/>
                <a:gd name="connsiteY53" fmla="*/ 1458975 h 6858009"/>
                <a:gd name="connsiteX54" fmla="*/ 7386859 w 11509407"/>
                <a:gd name="connsiteY54" fmla="*/ 1617251 h 6858009"/>
                <a:gd name="connsiteX55" fmla="*/ 7489454 w 11509407"/>
                <a:gd name="connsiteY55" fmla="*/ 1692030 h 6858009"/>
                <a:gd name="connsiteX56" fmla="*/ 7524003 w 11509407"/>
                <a:gd name="connsiteY56" fmla="*/ 1746508 h 6858009"/>
                <a:gd name="connsiteX57" fmla="*/ 7010570 w 11509407"/>
                <a:gd name="connsiteY57" fmla="*/ 2027457 h 6858009"/>
                <a:gd name="connsiteX58" fmla="*/ 6899567 w 11509407"/>
                <a:gd name="connsiteY58" fmla="*/ 1922233 h 6858009"/>
                <a:gd name="connsiteX59" fmla="*/ 6651928 w 11509407"/>
                <a:gd name="connsiteY59" fmla="*/ 1757025 h 6858009"/>
                <a:gd name="connsiteX60" fmla="*/ 6523179 w 11509407"/>
                <a:gd name="connsiteY60" fmla="*/ 1689835 h 6858009"/>
                <a:gd name="connsiteX61" fmla="*/ 6128598 w 11509407"/>
                <a:gd name="connsiteY61" fmla="*/ 1576091 h 6858009"/>
                <a:gd name="connsiteX62" fmla="*/ 6137026 w 11509407"/>
                <a:gd name="connsiteY62" fmla="*/ 1561403 h 6858009"/>
                <a:gd name="connsiteX63" fmla="*/ 6121634 w 11509407"/>
                <a:gd name="connsiteY63" fmla="*/ 1557608 h 6858009"/>
                <a:gd name="connsiteX64" fmla="*/ 4474381 w 11509407"/>
                <a:gd name="connsiteY64" fmla="*/ 2050518 h 6858009"/>
                <a:gd name="connsiteX65" fmla="*/ 4339507 w 11509407"/>
                <a:gd name="connsiteY65" fmla="*/ 2185320 h 6858009"/>
                <a:gd name="connsiteX66" fmla="*/ 4125085 w 11509407"/>
                <a:gd name="connsiteY66" fmla="*/ 2024797 h 6858009"/>
                <a:gd name="connsiteX67" fmla="*/ 3910003 w 11509407"/>
                <a:gd name="connsiteY67" fmla="*/ 1850283 h 6858009"/>
                <a:gd name="connsiteX68" fmla="*/ 3986470 w 11509407"/>
                <a:gd name="connsiteY68" fmla="*/ 1745111 h 6858009"/>
                <a:gd name="connsiteX69" fmla="*/ 5798007 w 11509407"/>
                <a:gd name="connsiteY69" fmla="*/ 957483 h 6858009"/>
                <a:gd name="connsiteX70" fmla="*/ 5677023 w 11509407"/>
                <a:gd name="connsiteY70" fmla="*/ 569459 h 6858009"/>
                <a:gd name="connsiteX71" fmla="*/ 4614146 w 11509407"/>
                <a:gd name="connsiteY71" fmla="*/ 693927 h 6858009"/>
                <a:gd name="connsiteX72" fmla="*/ 2694969 w 11509407"/>
                <a:gd name="connsiteY72" fmla="*/ 1505850 h 6858009"/>
                <a:gd name="connsiteX73" fmla="*/ 841936 w 11509407"/>
                <a:gd name="connsiteY73" fmla="*/ 3209609 h 6858009"/>
                <a:gd name="connsiteX74" fmla="*/ 676461 w 11509407"/>
                <a:gd name="connsiteY74" fmla="*/ 3422722 h 6858009"/>
                <a:gd name="connsiteX75" fmla="*/ 774187 w 11509407"/>
                <a:gd name="connsiteY75" fmla="*/ 3564160 h 6858009"/>
                <a:gd name="connsiteX76" fmla="*/ 1466545 w 11509407"/>
                <a:gd name="connsiteY76" fmla="*/ 4350469 h 6858009"/>
                <a:gd name="connsiteX77" fmla="*/ 3241027 w 11509407"/>
                <a:gd name="connsiteY77" fmla="*/ 5668470 h 6858009"/>
                <a:gd name="connsiteX78" fmla="*/ 6465809 w 11509407"/>
                <a:gd name="connsiteY78" fmla="*/ 6244934 h 6858009"/>
                <a:gd name="connsiteX79" fmla="*/ 8475731 w 11509407"/>
                <a:gd name="connsiteY79" fmla="*/ 5559584 h 6858009"/>
                <a:gd name="connsiteX80" fmla="*/ 10766347 w 11509407"/>
                <a:gd name="connsiteY80" fmla="*/ 3527271 h 6858009"/>
                <a:gd name="connsiteX81" fmla="*/ 10824147 w 11509407"/>
                <a:gd name="connsiteY81" fmla="*/ 3433588 h 6858009"/>
                <a:gd name="connsiteX82" fmla="*/ 10802122 w 11509407"/>
                <a:gd name="connsiteY82" fmla="*/ 3383394 h 6858009"/>
                <a:gd name="connsiteX83" fmla="*/ 10742995 w 11509407"/>
                <a:gd name="connsiteY83" fmla="*/ 3299463 h 6858009"/>
                <a:gd name="connsiteX84" fmla="*/ 9297254 w 11509407"/>
                <a:gd name="connsiteY84" fmla="*/ 1845768 h 6858009"/>
                <a:gd name="connsiteX85" fmla="*/ 6302676 w 11509407"/>
                <a:gd name="connsiteY85" fmla="*/ 598045 h 6858009"/>
                <a:gd name="connsiteX86" fmla="*/ 5677023 w 11509407"/>
                <a:gd name="connsiteY86" fmla="*/ 569459 h 6858009"/>
                <a:gd name="connsiteX87" fmla="*/ 5645127 w 11509407"/>
                <a:gd name="connsiteY87" fmla="*/ 997 h 6858009"/>
                <a:gd name="connsiteX88" fmla="*/ 6536363 w 11509407"/>
                <a:gd name="connsiteY88" fmla="*/ 55193 h 6858009"/>
                <a:gd name="connsiteX89" fmla="*/ 8094195 w 11509407"/>
                <a:gd name="connsiteY89" fmla="*/ 490967 h 6858009"/>
                <a:gd name="connsiteX90" fmla="*/ 9671478 w 11509407"/>
                <a:gd name="connsiteY90" fmla="*/ 1438262 h 6858009"/>
                <a:gd name="connsiteX91" fmla="*/ 10620999 w 11509407"/>
                <a:gd name="connsiteY91" fmla="*/ 2314343 h 6858009"/>
                <a:gd name="connsiteX92" fmla="*/ 11509407 w 11509407"/>
                <a:gd name="connsiteY92" fmla="*/ 3412596 h 6858009"/>
                <a:gd name="connsiteX93" fmla="*/ 11297719 w 11509407"/>
                <a:gd name="connsiteY93" fmla="*/ 3739975 h 6858009"/>
                <a:gd name="connsiteX94" fmla="*/ 10221580 w 11509407"/>
                <a:gd name="connsiteY94" fmla="*/ 4949215 h 6858009"/>
                <a:gd name="connsiteX95" fmla="*/ 8399673 w 11509407"/>
                <a:gd name="connsiteY95" fmla="*/ 6229580 h 6858009"/>
                <a:gd name="connsiteX96" fmla="*/ 6421341 w 11509407"/>
                <a:gd name="connsiteY96" fmla="*/ 6818761 h 6858009"/>
                <a:gd name="connsiteX97" fmla="*/ 3580295 w 11509407"/>
                <a:gd name="connsiteY97" fmla="*/ 6434660 h 6858009"/>
                <a:gd name="connsiteX98" fmla="*/ 2873848 w 11509407"/>
                <a:gd name="connsiteY98" fmla="*/ 6120133 h 6858009"/>
                <a:gd name="connsiteX99" fmla="*/ 2412424 w 11509407"/>
                <a:gd name="connsiteY99" fmla="*/ 5851508 h 6858009"/>
                <a:gd name="connsiteX100" fmla="*/ 1892915 w 11509407"/>
                <a:gd name="connsiteY100" fmla="*/ 5486189 h 6858009"/>
                <a:gd name="connsiteX101" fmla="*/ 1558616 w 11509407"/>
                <a:gd name="connsiteY101" fmla="*/ 5196145 h 6858009"/>
                <a:gd name="connsiteX102" fmla="*/ 798893 w 11509407"/>
                <a:gd name="connsiteY102" fmla="*/ 4481958 h 6858009"/>
                <a:gd name="connsiteX103" fmla="*/ 621083 w 11509407"/>
                <a:gd name="connsiteY103" fmla="*/ 4259635 h 6858009"/>
                <a:gd name="connsiteX104" fmla="*/ 438838 w 11509407"/>
                <a:gd name="connsiteY104" fmla="*/ 4042576 h 6858009"/>
                <a:gd name="connsiteX105" fmla="*/ 293776 w 11509407"/>
                <a:gd name="connsiteY105" fmla="*/ 3873468 h 6858009"/>
                <a:gd name="connsiteX106" fmla="*/ 0 w 11509407"/>
                <a:gd name="connsiteY106" fmla="*/ 3462060 h 6858009"/>
                <a:gd name="connsiteX107" fmla="*/ 209729 w 11509407"/>
                <a:gd name="connsiteY107" fmla="*/ 3100395 h 6858009"/>
                <a:gd name="connsiteX108" fmla="*/ 441251 w 11509407"/>
                <a:gd name="connsiteY108" fmla="*/ 2798513 h 6858009"/>
                <a:gd name="connsiteX109" fmla="*/ 903539 w 11509407"/>
                <a:gd name="connsiteY109" fmla="*/ 2283680 h 6858009"/>
                <a:gd name="connsiteX110" fmla="*/ 1305435 w 11509407"/>
                <a:gd name="connsiteY110" fmla="*/ 1874704 h 6858009"/>
                <a:gd name="connsiteX111" fmla="*/ 1567389 w 11509407"/>
                <a:gd name="connsiteY111" fmla="*/ 1649826 h 6858009"/>
                <a:gd name="connsiteX112" fmla="*/ 1600974 w 11509407"/>
                <a:gd name="connsiteY112" fmla="*/ 1627017 h 6858009"/>
                <a:gd name="connsiteX113" fmla="*/ 1797896 w 11509407"/>
                <a:gd name="connsiteY113" fmla="*/ 1453180 h 6858009"/>
                <a:gd name="connsiteX114" fmla="*/ 2008070 w 11509407"/>
                <a:gd name="connsiteY114" fmla="*/ 1303833 h 6858009"/>
                <a:gd name="connsiteX115" fmla="*/ 2393748 w 11509407"/>
                <a:gd name="connsiteY115" fmla="*/ 1030907 h 6858009"/>
                <a:gd name="connsiteX116" fmla="*/ 3429461 w 11509407"/>
                <a:gd name="connsiteY116" fmla="*/ 486879 h 6858009"/>
                <a:gd name="connsiteX117" fmla="*/ 3788305 w 11509407"/>
                <a:gd name="connsiteY117" fmla="*/ 345308 h 6858009"/>
                <a:gd name="connsiteX118" fmla="*/ 5346948 w 11509407"/>
                <a:gd name="connsiteY118" fmla="*/ 15596 h 6858009"/>
                <a:gd name="connsiteX119" fmla="*/ 5645127 w 11509407"/>
                <a:gd name="connsiteY119" fmla="*/ 997 h 685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509407" h="6858009">
                  <a:moveTo>
                    <a:pt x="3592587" y="3405503"/>
                  </a:moveTo>
                  <a:cubicBezTo>
                    <a:pt x="3682806" y="3404692"/>
                    <a:pt x="3779599" y="3411616"/>
                    <a:pt x="3880922" y="3426591"/>
                  </a:cubicBezTo>
                  <a:cubicBezTo>
                    <a:pt x="3901887" y="3723520"/>
                    <a:pt x="3963170" y="4015320"/>
                    <a:pt x="4110004" y="4282814"/>
                  </a:cubicBezTo>
                  <a:cubicBezTo>
                    <a:pt x="4196161" y="4439784"/>
                    <a:pt x="4299996" y="4583635"/>
                    <a:pt x="4437996" y="4720059"/>
                  </a:cubicBezTo>
                  <a:cubicBezTo>
                    <a:pt x="4802476" y="5076881"/>
                    <a:pt x="5233182" y="5243728"/>
                    <a:pt x="5735626" y="5269672"/>
                  </a:cubicBezTo>
                  <a:cubicBezTo>
                    <a:pt x="5760403" y="5447437"/>
                    <a:pt x="5749600" y="5622682"/>
                    <a:pt x="5742582" y="5796164"/>
                  </a:cubicBezTo>
                  <a:cubicBezTo>
                    <a:pt x="5358927" y="5895485"/>
                    <a:pt x="4603622" y="5620580"/>
                    <a:pt x="4147605" y="5220118"/>
                  </a:cubicBezTo>
                  <a:cubicBezTo>
                    <a:pt x="3625034" y="4761196"/>
                    <a:pt x="3277689" y="3988111"/>
                    <a:pt x="3343701" y="3430830"/>
                  </a:cubicBezTo>
                  <a:cubicBezTo>
                    <a:pt x="3418725" y="3414862"/>
                    <a:pt x="3502369" y="3406314"/>
                    <a:pt x="3592587" y="3405503"/>
                  </a:cubicBezTo>
                  <a:close/>
                  <a:moveTo>
                    <a:pt x="7877760" y="3404434"/>
                  </a:moveTo>
                  <a:cubicBezTo>
                    <a:pt x="7963985" y="3406196"/>
                    <a:pt x="8050560" y="3411330"/>
                    <a:pt x="8136045" y="3406303"/>
                  </a:cubicBezTo>
                  <a:cubicBezTo>
                    <a:pt x="8183407" y="3573230"/>
                    <a:pt x="8173174" y="3681359"/>
                    <a:pt x="8071307" y="4092527"/>
                  </a:cubicBezTo>
                  <a:cubicBezTo>
                    <a:pt x="7983520" y="4378396"/>
                    <a:pt x="7860777" y="4627508"/>
                    <a:pt x="7680741" y="4859539"/>
                  </a:cubicBezTo>
                  <a:cubicBezTo>
                    <a:pt x="7589053" y="4831066"/>
                    <a:pt x="7529668" y="4763015"/>
                    <a:pt x="7459951" y="4713221"/>
                  </a:cubicBezTo>
                  <a:cubicBezTo>
                    <a:pt x="7387910" y="4661761"/>
                    <a:pt x="7319672" y="4604949"/>
                    <a:pt x="7242857" y="4545091"/>
                  </a:cubicBezTo>
                  <a:cubicBezTo>
                    <a:pt x="7252654" y="4518498"/>
                    <a:pt x="7256911" y="4491450"/>
                    <a:pt x="7270947" y="4471162"/>
                  </a:cubicBezTo>
                  <a:cubicBezTo>
                    <a:pt x="7478609" y="4170839"/>
                    <a:pt x="7592161" y="3839425"/>
                    <a:pt x="7605262" y="3473971"/>
                  </a:cubicBezTo>
                  <a:cubicBezTo>
                    <a:pt x="7605716" y="3461262"/>
                    <a:pt x="7613055" y="3448794"/>
                    <a:pt x="7621578" y="3422797"/>
                  </a:cubicBezTo>
                  <a:cubicBezTo>
                    <a:pt x="7705660" y="3404281"/>
                    <a:pt x="7791535" y="3402672"/>
                    <a:pt x="7877760" y="3404434"/>
                  </a:cubicBezTo>
                  <a:close/>
                  <a:moveTo>
                    <a:pt x="5820246" y="2650842"/>
                  </a:moveTo>
                  <a:cubicBezTo>
                    <a:pt x="5887584" y="2649184"/>
                    <a:pt x="5945828" y="2670487"/>
                    <a:pt x="6002123" y="2690092"/>
                  </a:cubicBezTo>
                  <a:cubicBezTo>
                    <a:pt x="6346680" y="2810111"/>
                    <a:pt x="6547360" y="3155383"/>
                    <a:pt x="6497932" y="3518627"/>
                  </a:cubicBezTo>
                  <a:cubicBezTo>
                    <a:pt x="6449313" y="3875797"/>
                    <a:pt x="6123798" y="4160499"/>
                    <a:pt x="5778715" y="4160196"/>
                  </a:cubicBezTo>
                  <a:cubicBezTo>
                    <a:pt x="5737641" y="4160160"/>
                    <a:pt x="5696575" y="4158085"/>
                    <a:pt x="5637866" y="4155102"/>
                  </a:cubicBezTo>
                  <a:cubicBezTo>
                    <a:pt x="5414975" y="4116138"/>
                    <a:pt x="5249251" y="4014074"/>
                    <a:pt x="5129643" y="3843637"/>
                  </a:cubicBezTo>
                  <a:cubicBezTo>
                    <a:pt x="5042364" y="3719281"/>
                    <a:pt x="4981891" y="3584149"/>
                    <a:pt x="5000889" y="3428506"/>
                  </a:cubicBezTo>
                  <a:cubicBezTo>
                    <a:pt x="5019440" y="3419796"/>
                    <a:pt x="5031267" y="3409465"/>
                    <a:pt x="5043165" y="3409385"/>
                  </a:cubicBezTo>
                  <a:cubicBezTo>
                    <a:pt x="5200410" y="3408298"/>
                    <a:pt x="5357673" y="3408664"/>
                    <a:pt x="5521206" y="3408664"/>
                  </a:cubicBezTo>
                  <a:cubicBezTo>
                    <a:pt x="5546944" y="3448313"/>
                    <a:pt x="5568488" y="3490590"/>
                    <a:pt x="5598368" y="3525769"/>
                  </a:cubicBezTo>
                  <a:cubicBezTo>
                    <a:pt x="5677578" y="3619007"/>
                    <a:pt x="5805727" y="3623380"/>
                    <a:pt x="5887253" y="3539173"/>
                  </a:cubicBezTo>
                  <a:cubicBezTo>
                    <a:pt x="5965609" y="3458243"/>
                    <a:pt x="5965199" y="3343908"/>
                    <a:pt x="5880119" y="3265632"/>
                  </a:cubicBezTo>
                  <a:cubicBezTo>
                    <a:pt x="5845671" y="3233925"/>
                    <a:pt x="5799858" y="3214564"/>
                    <a:pt x="5753289" y="3185948"/>
                  </a:cubicBezTo>
                  <a:cubicBezTo>
                    <a:pt x="5736875" y="3014310"/>
                    <a:pt x="5745683" y="2838664"/>
                    <a:pt x="5749610" y="2661067"/>
                  </a:cubicBezTo>
                  <a:cubicBezTo>
                    <a:pt x="5774343" y="2654499"/>
                    <a:pt x="5797799" y="2651395"/>
                    <a:pt x="5820246" y="2650842"/>
                  </a:cubicBezTo>
                  <a:close/>
                  <a:moveTo>
                    <a:pt x="5760668" y="1802496"/>
                  </a:moveTo>
                  <a:cubicBezTo>
                    <a:pt x="6501807" y="1805379"/>
                    <a:pt x="7133788" y="2317776"/>
                    <a:pt x="7304771" y="3021508"/>
                  </a:cubicBezTo>
                  <a:cubicBezTo>
                    <a:pt x="7413594" y="3469412"/>
                    <a:pt x="7340920" y="3891507"/>
                    <a:pt x="7091497" y="4280952"/>
                  </a:cubicBezTo>
                  <a:cubicBezTo>
                    <a:pt x="7073987" y="4308294"/>
                    <a:pt x="7049986" y="4331485"/>
                    <a:pt x="7019491" y="4367982"/>
                  </a:cubicBezTo>
                  <a:cubicBezTo>
                    <a:pt x="6872051" y="4256897"/>
                    <a:pt x="6725030" y="4161566"/>
                    <a:pt x="6591643" y="4030656"/>
                  </a:cubicBezTo>
                  <a:cubicBezTo>
                    <a:pt x="6799449" y="3699536"/>
                    <a:pt x="6856733" y="3353643"/>
                    <a:pt x="6700725" y="2991370"/>
                  </a:cubicBezTo>
                  <a:cubicBezTo>
                    <a:pt x="6580778" y="2712823"/>
                    <a:pt x="6373436" y="2522420"/>
                    <a:pt x="6086437" y="2422841"/>
                  </a:cubicBezTo>
                  <a:cubicBezTo>
                    <a:pt x="5509172" y="2222534"/>
                    <a:pt x="4892800" y="2558570"/>
                    <a:pt x="4738048" y="3154048"/>
                  </a:cubicBezTo>
                  <a:cubicBezTo>
                    <a:pt x="4611920" y="3639367"/>
                    <a:pt x="4860355" y="4359388"/>
                    <a:pt x="5735235" y="4458735"/>
                  </a:cubicBezTo>
                  <a:cubicBezTo>
                    <a:pt x="5759210" y="4632431"/>
                    <a:pt x="5751649" y="4807631"/>
                    <a:pt x="5739964" y="4997340"/>
                  </a:cubicBezTo>
                  <a:cubicBezTo>
                    <a:pt x="5687793" y="4999361"/>
                    <a:pt x="5641828" y="5007234"/>
                    <a:pt x="5597414" y="5001971"/>
                  </a:cubicBezTo>
                  <a:cubicBezTo>
                    <a:pt x="4885123" y="4917559"/>
                    <a:pt x="4382028" y="4474081"/>
                    <a:pt x="4180038" y="3739890"/>
                  </a:cubicBezTo>
                  <a:cubicBezTo>
                    <a:pt x="3997339" y="2913673"/>
                    <a:pt x="4522343" y="2011807"/>
                    <a:pt x="5437380" y="1833383"/>
                  </a:cubicBezTo>
                  <a:cubicBezTo>
                    <a:pt x="5546687" y="1812070"/>
                    <a:pt x="5654791" y="1802084"/>
                    <a:pt x="5760668" y="1802496"/>
                  </a:cubicBezTo>
                  <a:close/>
                  <a:moveTo>
                    <a:pt x="5798007" y="957483"/>
                  </a:moveTo>
                  <a:cubicBezTo>
                    <a:pt x="6104548" y="963180"/>
                    <a:pt x="6413345" y="1028441"/>
                    <a:pt x="6707599" y="1156989"/>
                  </a:cubicBezTo>
                  <a:lnTo>
                    <a:pt x="6708605" y="1157527"/>
                  </a:lnTo>
                  <a:lnTo>
                    <a:pt x="6859300" y="1235419"/>
                  </a:lnTo>
                  <a:cubicBezTo>
                    <a:pt x="6908862" y="1263854"/>
                    <a:pt x="6957896" y="1293493"/>
                    <a:pt x="7007842" y="1321049"/>
                  </a:cubicBezTo>
                  <a:cubicBezTo>
                    <a:pt x="7088598" y="1379892"/>
                    <a:pt x="7148954" y="1419440"/>
                    <a:pt x="7209311" y="1458975"/>
                  </a:cubicBezTo>
                  <a:cubicBezTo>
                    <a:pt x="7278807" y="1526437"/>
                    <a:pt x="7332839" y="1571850"/>
                    <a:pt x="7386859" y="1617251"/>
                  </a:cubicBezTo>
                  <a:cubicBezTo>
                    <a:pt x="7436550" y="1634823"/>
                    <a:pt x="7466747" y="1662106"/>
                    <a:pt x="7489454" y="1692030"/>
                  </a:cubicBezTo>
                  <a:lnTo>
                    <a:pt x="7524003" y="1746508"/>
                  </a:lnTo>
                  <a:lnTo>
                    <a:pt x="7010570" y="2027457"/>
                  </a:lnTo>
                  <a:lnTo>
                    <a:pt x="6899567" y="1922233"/>
                  </a:lnTo>
                  <a:cubicBezTo>
                    <a:pt x="6809770" y="1851794"/>
                    <a:pt x="6730849" y="1804409"/>
                    <a:pt x="6651928" y="1757025"/>
                  </a:cubicBezTo>
                  <a:cubicBezTo>
                    <a:pt x="6598144" y="1719623"/>
                    <a:pt x="6559775" y="1706663"/>
                    <a:pt x="6523179" y="1689835"/>
                  </a:cubicBezTo>
                  <a:lnTo>
                    <a:pt x="6128598" y="1576091"/>
                  </a:lnTo>
                  <a:lnTo>
                    <a:pt x="6137026" y="1561403"/>
                  </a:lnTo>
                  <a:lnTo>
                    <a:pt x="6121634" y="1557608"/>
                  </a:lnTo>
                  <a:cubicBezTo>
                    <a:pt x="5532530" y="1435844"/>
                    <a:pt x="4918871" y="1611397"/>
                    <a:pt x="4474381" y="2050518"/>
                  </a:cubicBezTo>
                  <a:cubicBezTo>
                    <a:pt x="4431115" y="2093267"/>
                    <a:pt x="4388339" y="2136497"/>
                    <a:pt x="4339507" y="2185320"/>
                  </a:cubicBezTo>
                  <a:cubicBezTo>
                    <a:pt x="4255728" y="2141467"/>
                    <a:pt x="4193421" y="2078643"/>
                    <a:pt x="4125085" y="2024797"/>
                  </a:cubicBezTo>
                  <a:cubicBezTo>
                    <a:pt x="4056045" y="1970399"/>
                    <a:pt x="3988501" y="1914112"/>
                    <a:pt x="3910003" y="1850283"/>
                  </a:cubicBezTo>
                  <a:cubicBezTo>
                    <a:pt x="3940907" y="1807409"/>
                    <a:pt x="3960741" y="1773592"/>
                    <a:pt x="3986470" y="1745111"/>
                  </a:cubicBezTo>
                  <a:cubicBezTo>
                    <a:pt x="4460147" y="1220706"/>
                    <a:pt x="5123617" y="944950"/>
                    <a:pt x="5798007" y="957483"/>
                  </a:cubicBezTo>
                  <a:close/>
                  <a:moveTo>
                    <a:pt x="5677023" y="569459"/>
                  </a:moveTo>
                  <a:cubicBezTo>
                    <a:pt x="5328584" y="574312"/>
                    <a:pt x="4977058" y="614502"/>
                    <a:pt x="4614146" y="693927"/>
                  </a:cubicBezTo>
                  <a:cubicBezTo>
                    <a:pt x="3923418" y="844013"/>
                    <a:pt x="3287312" y="1123280"/>
                    <a:pt x="2694969" y="1505850"/>
                  </a:cubicBezTo>
                  <a:cubicBezTo>
                    <a:pt x="1979819" y="1967737"/>
                    <a:pt x="1373450" y="2548022"/>
                    <a:pt x="841936" y="3209609"/>
                  </a:cubicBezTo>
                  <a:cubicBezTo>
                    <a:pt x="786638" y="3278444"/>
                    <a:pt x="733566" y="3349061"/>
                    <a:pt x="676461" y="3422722"/>
                  </a:cubicBezTo>
                  <a:cubicBezTo>
                    <a:pt x="712878" y="3475731"/>
                    <a:pt x="741039" y="3521900"/>
                    <a:pt x="774187" y="3564160"/>
                  </a:cubicBezTo>
                  <a:cubicBezTo>
                    <a:pt x="990070" y="3839331"/>
                    <a:pt x="1219598" y="4102550"/>
                    <a:pt x="1466545" y="4350469"/>
                  </a:cubicBezTo>
                  <a:cubicBezTo>
                    <a:pt x="1992342" y="4878332"/>
                    <a:pt x="2575895" y="5328516"/>
                    <a:pt x="3241027" y="5668470"/>
                  </a:cubicBezTo>
                  <a:cubicBezTo>
                    <a:pt x="4257289" y="6187899"/>
                    <a:pt x="5330391" y="6398608"/>
                    <a:pt x="6465809" y="6244934"/>
                  </a:cubicBezTo>
                  <a:cubicBezTo>
                    <a:pt x="7179426" y="6148356"/>
                    <a:pt x="7848664" y="5914117"/>
                    <a:pt x="8475731" y="5559584"/>
                  </a:cubicBezTo>
                  <a:cubicBezTo>
                    <a:pt x="9384525" y="5045775"/>
                    <a:pt x="10131406" y="4349569"/>
                    <a:pt x="10766347" y="3527271"/>
                  </a:cubicBezTo>
                  <a:cubicBezTo>
                    <a:pt x="10790286" y="3496269"/>
                    <a:pt x="10807831" y="3460324"/>
                    <a:pt x="10824147" y="3433588"/>
                  </a:cubicBezTo>
                  <a:cubicBezTo>
                    <a:pt x="10813237" y="3408251"/>
                    <a:pt x="10809505" y="3394624"/>
                    <a:pt x="10802122" y="3383394"/>
                  </a:cubicBezTo>
                  <a:cubicBezTo>
                    <a:pt x="10783339" y="3354797"/>
                    <a:pt x="10764129" y="3326332"/>
                    <a:pt x="10742995" y="3299463"/>
                  </a:cubicBezTo>
                  <a:cubicBezTo>
                    <a:pt x="10317694" y="2758614"/>
                    <a:pt x="9843802" y="2265788"/>
                    <a:pt x="9297254" y="1845768"/>
                  </a:cubicBezTo>
                  <a:cubicBezTo>
                    <a:pt x="8410093" y="1163990"/>
                    <a:pt x="7425652" y="714777"/>
                    <a:pt x="6302676" y="598045"/>
                  </a:cubicBezTo>
                  <a:cubicBezTo>
                    <a:pt x="6094040" y="576356"/>
                    <a:pt x="5886087" y="566547"/>
                    <a:pt x="5677023" y="569459"/>
                  </a:cubicBezTo>
                  <a:close/>
                  <a:moveTo>
                    <a:pt x="5645127" y="997"/>
                  </a:moveTo>
                  <a:cubicBezTo>
                    <a:pt x="5943110" y="-4827"/>
                    <a:pt x="6240425" y="15069"/>
                    <a:pt x="6536363" y="55193"/>
                  </a:cubicBezTo>
                  <a:cubicBezTo>
                    <a:pt x="7075260" y="128267"/>
                    <a:pt x="7596239" y="271334"/>
                    <a:pt x="8094195" y="490967"/>
                  </a:cubicBezTo>
                  <a:cubicBezTo>
                    <a:pt x="8659419" y="740266"/>
                    <a:pt x="9185768" y="1053751"/>
                    <a:pt x="9671478" y="1438262"/>
                  </a:cubicBezTo>
                  <a:cubicBezTo>
                    <a:pt x="10010755" y="1706842"/>
                    <a:pt x="10323038" y="2002622"/>
                    <a:pt x="10620999" y="2314343"/>
                  </a:cubicBezTo>
                  <a:cubicBezTo>
                    <a:pt x="10947042" y="2655429"/>
                    <a:pt x="11236062" y="3026963"/>
                    <a:pt x="11509407" y="3412596"/>
                  </a:cubicBezTo>
                  <a:cubicBezTo>
                    <a:pt x="11471378" y="3547603"/>
                    <a:pt x="11375014" y="3639835"/>
                    <a:pt x="11297719" y="3739975"/>
                  </a:cubicBezTo>
                  <a:cubicBezTo>
                    <a:pt x="10967392" y="4167894"/>
                    <a:pt x="10618630" y="4580406"/>
                    <a:pt x="10221580" y="4949215"/>
                  </a:cubicBezTo>
                  <a:cubicBezTo>
                    <a:pt x="9672734" y="5459008"/>
                    <a:pt x="9073542" y="5897962"/>
                    <a:pt x="8399673" y="6229580"/>
                  </a:cubicBezTo>
                  <a:cubicBezTo>
                    <a:pt x="7773790" y="6537578"/>
                    <a:pt x="7114803" y="6738464"/>
                    <a:pt x="6421341" y="6818761"/>
                  </a:cubicBezTo>
                  <a:cubicBezTo>
                    <a:pt x="5442251" y="6932135"/>
                    <a:pt x="4494752" y="6798624"/>
                    <a:pt x="3580295" y="6434660"/>
                  </a:cubicBezTo>
                  <a:cubicBezTo>
                    <a:pt x="3340926" y="6339391"/>
                    <a:pt x="3105076" y="6233721"/>
                    <a:pt x="2873848" y="6120133"/>
                  </a:cubicBezTo>
                  <a:cubicBezTo>
                    <a:pt x="2714509" y="6041857"/>
                    <a:pt x="2566329" y="5940996"/>
                    <a:pt x="2412424" y="5851508"/>
                  </a:cubicBezTo>
                  <a:cubicBezTo>
                    <a:pt x="2228692" y="5744688"/>
                    <a:pt x="2056750" y="5618338"/>
                    <a:pt x="1892915" y="5486189"/>
                  </a:cubicBezTo>
                  <a:cubicBezTo>
                    <a:pt x="1779219" y="5394483"/>
                    <a:pt x="1635431" y="5331704"/>
                    <a:pt x="1558616" y="5196145"/>
                  </a:cubicBezTo>
                  <a:cubicBezTo>
                    <a:pt x="1260601" y="5005876"/>
                    <a:pt x="1048138" y="4724168"/>
                    <a:pt x="798893" y="4481958"/>
                  </a:cubicBezTo>
                  <a:cubicBezTo>
                    <a:pt x="731384" y="4416347"/>
                    <a:pt x="688208" y="4325781"/>
                    <a:pt x="621083" y="4259635"/>
                  </a:cubicBezTo>
                  <a:cubicBezTo>
                    <a:pt x="552827" y="4192386"/>
                    <a:pt x="485675" y="4129740"/>
                    <a:pt x="438838" y="4042576"/>
                  </a:cubicBezTo>
                  <a:cubicBezTo>
                    <a:pt x="404523" y="3978720"/>
                    <a:pt x="338075" y="3933058"/>
                    <a:pt x="293776" y="3873468"/>
                  </a:cubicBezTo>
                  <a:cubicBezTo>
                    <a:pt x="193493" y="3738541"/>
                    <a:pt x="98047" y="3600016"/>
                    <a:pt x="0" y="3462060"/>
                  </a:cubicBezTo>
                  <a:cubicBezTo>
                    <a:pt x="6484" y="3305999"/>
                    <a:pt x="137670" y="3219361"/>
                    <a:pt x="209729" y="3100395"/>
                  </a:cubicBezTo>
                  <a:cubicBezTo>
                    <a:pt x="274930" y="2992746"/>
                    <a:pt x="357650" y="2891894"/>
                    <a:pt x="441251" y="2798513"/>
                  </a:cubicBezTo>
                  <a:cubicBezTo>
                    <a:pt x="594837" y="2626991"/>
                    <a:pt x="722861" y="2433774"/>
                    <a:pt x="903539" y="2283680"/>
                  </a:cubicBezTo>
                  <a:cubicBezTo>
                    <a:pt x="1049786" y="2162193"/>
                    <a:pt x="1170035" y="2009774"/>
                    <a:pt x="1305435" y="1874704"/>
                  </a:cubicBezTo>
                  <a:cubicBezTo>
                    <a:pt x="1386845" y="1793490"/>
                    <a:pt x="1455074" y="1695728"/>
                    <a:pt x="1567389" y="1649826"/>
                  </a:cubicBezTo>
                  <a:cubicBezTo>
                    <a:pt x="1579670" y="1644803"/>
                    <a:pt x="1590999" y="1636039"/>
                    <a:pt x="1600974" y="1627017"/>
                  </a:cubicBezTo>
                  <a:cubicBezTo>
                    <a:pt x="1666175" y="1568068"/>
                    <a:pt x="1723076" y="1494450"/>
                    <a:pt x="1797896" y="1453180"/>
                  </a:cubicBezTo>
                  <a:cubicBezTo>
                    <a:pt x="1875067" y="1410609"/>
                    <a:pt x="1908188" y="1309818"/>
                    <a:pt x="2008070" y="1303833"/>
                  </a:cubicBezTo>
                  <a:cubicBezTo>
                    <a:pt x="2112637" y="1178953"/>
                    <a:pt x="2266365" y="1123548"/>
                    <a:pt x="2393748" y="1030907"/>
                  </a:cubicBezTo>
                  <a:cubicBezTo>
                    <a:pt x="2712451" y="799117"/>
                    <a:pt x="3073896" y="648293"/>
                    <a:pt x="3429461" y="486879"/>
                  </a:cubicBezTo>
                  <a:cubicBezTo>
                    <a:pt x="3541491" y="436016"/>
                    <a:pt x="3658606" y="396358"/>
                    <a:pt x="3788305" y="345308"/>
                  </a:cubicBezTo>
                  <a:cubicBezTo>
                    <a:pt x="4303601" y="163499"/>
                    <a:pt x="4818666" y="57339"/>
                    <a:pt x="5346948" y="15596"/>
                  </a:cubicBezTo>
                  <a:cubicBezTo>
                    <a:pt x="5446398" y="7737"/>
                    <a:pt x="5545800" y="2938"/>
                    <a:pt x="5645127" y="997"/>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960" name="Freeform: Shape 959">
              <a:extLst>
                <a:ext uri="{FF2B5EF4-FFF2-40B4-BE49-F238E27FC236}">
                  <a16:creationId xmlns:a16="http://schemas.microsoft.com/office/drawing/2014/main" id="{D861BFD4-CE99-36F9-3380-C2AC6275E870}"/>
                </a:ext>
                <a:ext uri="{C183D7F6-B498-43B3-948B-1728B52AA6E4}">
                  <adec:decorative xmlns:adec="http://schemas.microsoft.com/office/drawing/2017/decorative" val="1"/>
                </a:ext>
              </a:extLst>
            </p:cNvPr>
            <p:cNvSpPr/>
            <p:nvPr/>
          </p:nvSpPr>
          <p:spPr>
            <a:xfrm>
              <a:off x="4845162" y="1676769"/>
              <a:ext cx="52208" cy="52208"/>
            </a:xfrm>
            <a:custGeom>
              <a:avLst/>
              <a:gdLst>
                <a:gd name="connsiteX0" fmla="*/ 723079 w 1118751"/>
                <a:gd name="connsiteY0" fmla="*/ 0 h 1118751"/>
                <a:gd name="connsiteX1" fmla="*/ 1118751 w 1118751"/>
                <a:gd name="connsiteY1" fmla="*/ 723079 h 1118751"/>
                <a:gd name="connsiteX2" fmla="*/ 395672 w 1118751"/>
                <a:gd name="connsiteY2" fmla="*/ 1118751 h 1118751"/>
                <a:gd name="connsiteX3" fmla="*/ 0 w 1118751"/>
                <a:gd name="connsiteY3" fmla="*/ 395672 h 1118751"/>
              </a:gdLst>
              <a:ahLst/>
              <a:cxnLst>
                <a:cxn ang="0">
                  <a:pos x="connsiteX0" y="connsiteY0"/>
                </a:cxn>
                <a:cxn ang="0">
                  <a:pos x="connsiteX1" y="connsiteY1"/>
                </a:cxn>
                <a:cxn ang="0">
                  <a:pos x="connsiteX2" y="connsiteY2"/>
                </a:cxn>
                <a:cxn ang="0">
                  <a:pos x="connsiteX3" y="connsiteY3"/>
                </a:cxn>
              </a:cxnLst>
              <a:rect l="l" t="t" r="r" b="b"/>
              <a:pathLst>
                <a:path w="1118751" h="1118751">
                  <a:moveTo>
                    <a:pt x="723079" y="0"/>
                  </a:moveTo>
                  <a:lnTo>
                    <a:pt x="1118751" y="723079"/>
                  </a:lnTo>
                  <a:lnTo>
                    <a:pt x="395672" y="1118751"/>
                  </a:lnTo>
                  <a:lnTo>
                    <a:pt x="0" y="39567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925" name="Group 924">
            <a:extLst>
              <a:ext uri="{FF2B5EF4-FFF2-40B4-BE49-F238E27FC236}">
                <a16:creationId xmlns:a16="http://schemas.microsoft.com/office/drawing/2014/main" id="{A86B014C-F3D4-9F67-FD75-CE249575FD06}"/>
              </a:ext>
              <a:ext uri="{C183D7F6-B498-43B3-948B-1728B52AA6E4}">
                <adec:decorative xmlns:adec="http://schemas.microsoft.com/office/drawing/2017/decorative" val="1"/>
              </a:ext>
            </a:extLst>
          </p:cNvPr>
          <p:cNvGrpSpPr>
            <a:grpSpLocks noChangeAspect="1"/>
          </p:cNvGrpSpPr>
          <p:nvPr/>
        </p:nvGrpSpPr>
        <p:grpSpPr>
          <a:xfrm>
            <a:off x="5233019" y="1517247"/>
            <a:ext cx="448434" cy="457200"/>
            <a:chOff x="5233019" y="1517247"/>
            <a:chExt cx="448434" cy="457200"/>
          </a:xfrm>
          <a:solidFill>
            <a:srgbClr val="FF0000"/>
          </a:solidFill>
        </p:grpSpPr>
        <p:sp>
          <p:nvSpPr>
            <p:cNvPr id="981" name="Freeform: Shape 980">
              <a:extLst>
                <a:ext uri="{FF2B5EF4-FFF2-40B4-BE49-F238E27FC236}">
                  <a16:creationId xmlns:a16="http://schemas.microsoft.com/office/drawing/2014/main" id="{7DB1AD3A-6C3B-B48F-90E0-7DAA3436FE08}"/>
                </a:ext>
                <a:ext uri="{C183D7F6-B498-43B3-948B-1728B52AA6E4}">
                  <adec:decorative xmlns:adec="http://schemas.microsoft.com/office/drawing/2017/decorative" val="1"/>
                </a:ext>
              </a:extLst>
            </p:cNvPr>
            <p:cNvSpPr/>
            <p:nvPr/>
          </p:nvSpPr>
          <p:spPr>
            <a:xfrm>
              <a:off x="5233019" y="1517247"/>
              <a:ext cx="448434" cy="457200"/>
            </a:xfrm>
            <a:custGeom>
              <a:avLst/>
              <a:gdLst>
                <a:gd name="connsiteX0" fmla="*/ 1208542 w 6726509"/>
                <a:gd name="connsiteY0" fmla="*/ 6049622 h 6857999"/>
                <a:gd name="connsiteX1" fmla="*/ 1208542 w 6726509"/>
                <a:gd name="connsiteY1" fmla="*/ 6403004 h 6857999"/>
                <a:gd name="connsiteX2" fmla="*/ 1823668 w 6726509"/>
                <a:gd name="connsiteY2" fmla="*/ 6403004 h 6857999"/>
                <a:gd name="connsiteX3" fmla="*/ 1823668 w 6726509"/>
                <a:gd name="connsiteY3" fmla="*/ 6284776 h 6857999"/>
                <a:gd name="connsiteX4" fmla="*/ 1823668 w 6726509"/>
                <a:gd name="connsiteY4" fmla="*/ 6049622 h 6857999"/>
                <a:gd name="connsiteX5" fmla="*/ 1208542 w 6726509"/>
                <a:gd name="connsiteY5" fmla="*/ 6049622 h 6857999"/>
                <a:gd name="connsiteX6" fmla="*/ 4885518 w 6726509"/>
                <a:gd name="connsiteY6" fmla="*/ 6047665 h 6857999"/>
                <a:gd name="connsiteX7" fmla="*/ 4885518 w 6726509"/>
                <a:gd name="connsiteY7" fmla="*/ 6402938 h 6857999"/>
                <a:gd name="connsiteX8" fmla="*/ 5498491 w 6726509"/>
                <a:gd name="connsiteY8" fmla="*/ 6402938 h 6857999"/>
                <a:gd name="connsiteX9" fmla="*/ 5498491 w 6726509"/>
                <a:gd name="connsiteY9" fmla="*/ 6047665 h 6857999"/>
                <a:gd name="connsiteX10" fmla="*/ 5114049 w 6726509"/>
                <a:gd name="connsiteY10" fmla="*/ 6047665 h 6857999"/>
                <a:gd name="connsiteX11" fmla="*/ 4885518 w 6726509"/>
                <a:gd name="connsiteY11" fmla="*/ 6047665 h 6857999"/>
                <a:gd name="connsiteX12" fmla="*/ 3060107 w 6726509"/>
                <a:gd name="connsiteY12" fmla="*/ 6047665 h 6857999"/>
                <a:gd name="connsiteX13" fmla="*/ 3060107 w 6726509"/>
                <a:gd name="connsiteY13" fmla="*/ 6402888 h 6857999"/>
                <a:gd name="connsiteX14" fmla="*/ 3672979 w 6726509"/>
                <a:gd name="connsiteY14" fmla="*/ 6402888 h 6857999"/>
                <a:gd name="connsiteX15" fmla="*/ 3672979 w 6726509"/>
                <a:gd name="connsiteY15" fmla="*/ 6047665 h 6857999"/>
                <a:gd name="connsiteX16" fmla="*/ 3184648 w 6726509"/>
                <a:gd name="connsiteY16" fmla="*/ 6047665 h 6857999"/>
                <a:gd name="connsiteX17" fmla="*/ 3060107 w 6726509"/>
                <a:gd name="connsiteY17" fmla="*/ 6047665 h 6857999"/>
                <a:gd name="connsiteX18" fmla="*/ 4174579 w 6726509"/>
                <a:gd name="connsiteY18" fmla="*/ 4887039 h 6857999"/>
                <a:gd name="connsiteX19" fmla="*/ 4174579 w 6726509"/>
                <a:gd name="connsiteY19" fmla="*/ 4887044 h 6857999"/>
                <a:gd name="connsiteX20" fmla="*/ 4174577 w 6726509"/>
                <a:gd name="connsiteY20" fmla="*/ 4887044 h 6857999"/>
                <a:gd name="connsiteX21" fmla="*/ 4168584 w 6726509"/>
                <a:gd name="connsiteY21" fmla="*/ 5079738 h 6857999"/>
                <a:gd name="connsiteX22" fmla="*/ 3538679 w 6726509"/>
                <a:gd name="connsiteY22" fmla="*/ 5079734 h 6857999"/>
                <a:gd name="connsiteX23" fmla="*/ 3051525 w 6726509"/>
                <a:gd name="connsiteY23" fmla="*/ 5079237 h 6857999"/>
                <a:gd name="connsiteX24" fmla="*/ 2564111 w 6726509"/>
                <a:gd name="connsiteY24" fmla="*/ 5074225 h 6857999"/>
                <a:gd name="connsiteX25" fmla="*/ 2563616 w 6726509"/>
                <a:gd name="connsiteY25" fmla="*/ 4887171 h 6857999"/>
                <a:gd name="connsiteX26" fmla="*/ 2414077 w 6726509"/>
                <a:gd name="connsiteY26" fmla="*/ 4887171 h 6857999"/>
                <a:gd name="connsiteX27" fmla="*/ 2414077 w 6726509"/>
                <a:gd name="connsiteY27" fmla="*/ 4887209 h 6857999"/>
                <a:gd name="connsiteX28" fmla="*/ 2408085 w 6726509"/>
                <a:gd name="connsiteY28" fmla="*/ 5079738 h 6857999"/>
                <a:gd name="connsiteX29" fmla="*/ 299363 w 6726509"/>
                <a:gd name="connsiteY29" fmla="*/ 5079738 h 6857999"/>
                <a:gd name="connsiteX30" fmla="*/ 299363 w 6726509"/>
                <a:gd name="connsiteY30" fmla="*/ 6402417 h 6857999"/>
                <a:gd name="connsiteX31" fmla="*/ 979148 w 6726509"/>
                <a:gd name="connsiteY31" fmla="*/ 6402417 h 6857999"/>
                <a:gd name="connsiteX32" fmla="*/ 979216 w 6726509"/>
                <a:gd name="connsiteY32" fmla="*/ 5938722 h 6857999"/>
                <a:gd name="connsiteX33" fmla="*/ 1090425 w 6726509"/>
                <a:gd name="connsiteY33" fmla="*/ 5826791 h 6857999"/>
                <a:gd name="connsiteX34" fmla="*/ 1938096 w 6726509"/>
                <a:gd name="connsiteY34" fmla="*/ 5826927 h 6857999"/>
                <a:gd name="connsiteX35" fmla="*/ 1972930 w 6726509"/>
                <a:gd name="connsiteY35" fmla="*/ 5830310 h 6857999"/>
                <a:gd name="connsiteX36" fmla="*/ 2050741 w 6726509"/>
                <a:gd name="connsiteY36" fmla="*/ 5943829 h 6857999"/>
                <a:gd name="connsiteX37" fmla="*/ 2051039 w 6726509"/>
                <a:gd name="connsiteY37" fmla="*/ 6369285 h 6857999"/>
                <a:gd name="connsiteX38" fmla="*/ 2051039 w 6726509"/>
                <a:gd name="connsiteY38" fmla="*/ 6402597 h 6857999"/>
                <a:gd name="connsiteX39" fmla="*/ 2837093 w 6726509"/>
                <a:gd name="connsiteY39" fmla="*/ 6402597 h 6857999"/>
                <a:gd name="connsiteX40" fmla="*/ 2837109 w 6726509"/>
                <a:gd name="connsiteY40" fmla="*/ 5929472 h 6857999"/>
                <a:gd name="connsiteX41" fmla="*/ 2940434 w 6726509"/>
                <a:gd name="connsiteY41" fmla="*/ 5826804 h 6857999"/>
                <a:gd name="connsiteX42" fmla="*/ 3791352 w 6726509"/>
                <a:gd name="connsiteY42" fmla="*/ 5826792 h 6857999"/>
                <a:gd name="connsiteX43" fmla="*/ 3902476 w 6726509"/>
                <a:gd name="connsiteY43" fmla="*/ 5938062 h 6857999"/>
                <a:gd name="connsiteX44" fmla="*/ 3902488 w 6726509"/>
                <a:gd name="connsiteY44" fmla="*/ 6370015 h 6857999"/>
                <a:gd name="connsiteX45" fmla="*/ 3902488 w 6726509"/>
                <a:gd name="connsiteY45" fmla="*/ 6403486 h 6857999"/>
                <a:gd name="connsiteX46" fmla="*/ 4656059 w 6726509"/>
                <a:gd name="connsiteY46" fmla="*/ 6403486 h 6857999"/>
                <a:gd name="connsiteX47" fmla="*/ 4656059 w 6726509"/>
                <a:gd name="connsiteY47" fmla="*/ 6370437 h 6857999"/>
                <a:gd name="connsiteX48" fmla="*/ 4656121 w 6726509"/>
                <a:gd name="connsiteY48" fmla="*/ 5931987 h 6857999"/>
                <a:gd name="connsiteX49" fmla="*/ 4760276 w 6726509"/>
                <a:gd name="connsiteY49" fmla="*/ 5826801 h 6857999"/>
                <a:gd name="connsiteX50" fmla="*/ 5617691 w 6726509"/>
                <a:gd name="connsiteY50" fmla="*/ 5826803 h 6857999"/>
                <a:gd name="connsiteX51" fmla="*/ 5721448 w 6726509"/>
                <a:gd name="connsiteY51" fmla="*/ 5932299 h 6857999"/>
                <a:gd name="connsiteX52" fmla="*/ 5721454 w 6726509"/>
                <a:gd name="connsiteY52" fmla="*/ 6370748 h 6857999"/>
                <a:gd name="connsiteX53" fmla="*/ 5721454 w 6726509"/>
                <a:gd name="connsiteY53" fmla="*/ 6403225 h 6857999"/>
                <a:gd name="connsiteX54" fmla="*/ 6434126 w 6726509"/>
                <a:gd name="connsiteY54" fmla="*/ 6403225 h 6857999"/>
                <a:gd name="connsiteX55" fmla="*/ 6434126 w 6726509"/>
                <a:gd name="connsiteY55" fmla="*/ 5079716 h 6857999"/>
                <a:gd name="connsiteX56" fmla="*/ 6400262 w 6726509"/>
                <a:gd name="connsiteY56" fmla="*/ 5079716 h 6857999"/>
                <a:gd name="connsiteX57" fmla="*/ 4357407 w 6726509"/>
                <a:gd name="connsiteY57" fmla="*/ 5079752 h 6857999"/>
                <a:gd name="connsiteX58" fmla="*/ 4322859 w 6726509"/>
                <a:gd name="connsiteY58" fmla="*/ 5077047 h 6857999"/>
                <a:gd name="connsiteX59" fmla="*/ 4320775 w 6726509"/>
                <a:gd name="connsiteY59" fmla="*/ 4887039 h 6857999"/>
                <a:gd name="connsiteX60" fmla="*/ 4174579 w 6726509"/>
                <a:gd name="connsiteY60" fmla="*/ 4887039 h 6857999"/>
                <a:gd name="connsiteX61" fmla="*/ 3370080 w 6726509"/>
                <a:gd name="connsiteY61" fmla="*/ 4260646 h 6857999"/>
                <a:gd name="connsiteX62" fmla="*/ 3361559 w 6726509"/>
                <a:gd name="connsiteY62" fmla="*/ 4266577 h 6857999"/>
                <a:gd name="connsiteX63" fmla="*/ 3285762 w 6726509"/>
                <a:gd name="connsiteY63" fmla="*/ 4511565 h 6857999"/>
                <a:gd name="connsiteX64" fmla="*/ 3285338 w 6726509"/>
                <a:gd name="connsiteY64" fmla="*/ 4731867 h 6857999"/>
                <a:gd name="connsiteX65" fmla="*/ 3285338 w 6726509"/>
                <a:gd name="connsiteY65" fmla="*/ 4785292 h 6857999"/>
                <a:gd name="connsiteX66" fmla="*/ 3454557 w 6726509"/>
                <a:gd name="connsiteY66" fmla="*/ 4785292 h 6857999"/>
                <a:gd name="connsiteX67" fmla="*/ 3370080 w 6726509"/>
                <a:gd name="connsiteY67" fmla="*/ 4260646 h 6857999"/>
                <a:gd name="connsiteX68" fmla="*/ 5086992 w 6726509"/>
                <a:gd name="connsiteY68" fmla="*/ 4049089 h 6857999"/>
                <a:gd name="connsiteX69" fmla="*/ 5086992 w 6726509"/>
                <a:gd name="connsiteY69" fmla="*/ 4787383 h 6857999"/>
                <a:gd name="connsiteX70" fmla="*/ 5127596 w 6726509"/>
                <a:gd name="connsiteY70" fmla="*/ 4787383 h 6857999"/>
                <a:gd name="connsiteX71" fmla="*/ 5290553 w 6726509"/>
                <a:gd name="connsiteY71" fmla="*/ 4787383 h 6857999"/>
                <a:gd name="connsiteX72" fmla="*/ 5290553 w 6726509"/>
                <a:gd name="connsiteY72" fmla="*/ 4049089 h 6857999"/>
                <a:gd name="connsiteX73" fmla="*/ 5086992 w 6726509"/>
                <a:gd name="connsiteY73" fmla="*/ 4049089 h 6857999"/>
                <a:gd name="connsiteX74" fmla="*/ 1409776 w 6726509"/>
                <a:gd name="connsiteY74" fmla="*/ 4048811 h 6857999"/>
                <a:gd name="connsiteX75" fmla="*/ 1409776 w 6726509"/>
                <a:gd name="connsiteY75" fmla="*/ 4785377 h 6857999"/>
                <a:gd name="connsiteX76" fmla="*/ 1615786 w 6726509"/>
                <a:gd name="connsiteY76" fmla="*/ 4785377 h 6857999"/>
                <a:gd name="connsiteX77" fmla="*/ 1615786 w 6726509"/>
                <a:gd name="connsiteY77" fmla="*/ 4569757 h 6857999"/>
                <a:gd name="connsiteX78" fmla="*/ 1615786 w 6726509"/>
                <a:gd name="connsiteY78" fmla="*/ 4048811 h 6857999"/>
                <a:gd name="connsiteX79" fmla="*/ 1409776 w 6726509"/>
                <a:gd name="connsiteY79" fmla="*/ 4048811 h 6857999"/>
                <a:gd name="connsiteX80" fmla="*/ 0 w 6726509"/>
                <a:gd name="connsiteY80" fmla="*/ 3353324 h 6857999"/>
                <a:gd name="connsiteX81" fmla="*/ 295052 w 6726509"/>
                <a:gd name="connsiteY81" fmla="*/ 3353324 h 6857999"/>
                <a:gd name="connsiteX82" fmla="*/ 295052 w 6726509"/>
                <a:gd name="connsiteY82" fmla="*/ 4785053 h 6857999"/>
                <a:gd name="connsiteX83" fmla="*/ 1180534 w 6726509"/>
                <a:gd name="connsiteY83" fmla="*/ 4785053 h 6857999"/>
                <a:gd name="connsiteX84" fmla="*/ 1180534 w 6726509"/>
                <a:gd name="connsiteY84" fmla="*/ 4751565 h 6857999"/>
                <a:gd name="connsiteX85" fmla="*/ 1180775 w 6726509"/>
                <a:gd name="connsiteY85" fmla="*/ 3952565 h 6857999"/>
                <a:gd name="connsiteX86" fmla="*/ 1248310 w 6726509"/>
                <a:gd name="connsiteY86" fmla="*/ 3834350 h 6857999"/>
                <a:gd name="connsiteX87" fmla="*/ 1288234 w 6726509"/>
                <a:gd name="connsiteY87" fmla="*/ 3826277 h 6857999"/>
                <a:gd name="connsiteX88" fmla="*/ 1736453 w 6726509"/>
                <a:gd name="connsiteY88" fmla="*/ 3825935 h 6857999"/>
                <a:gd name="connsiteX89" fmla="*/ 1843104 w 6726509"/>
                <a:gd name="connsiteY89" fmla="*/ 3931899 h 6857999"/>
                <a:gd name="connsiteX90" fmla="*/ 1843157 w 6726509"/>
                <a:gd name="connsiteY90" fmla="*/ 4620468 h 6857999"/>
                <a:gd name="connsiteX91" fmla="*/ 1843157 w 6726509"/>
                <a:gd name="connsiteY91" fmla="*/ 4785034 h 6857999"/>
                <a:gd name="connsiteX92" fmla="*/ 3057968 w 6726509"/>
                <a:gd name="connsiteY92" fmla="*/ 4785034 h 6857999"/>
                <a:gd name="connsiteX93" fmla="*/ 3057968 w 6726509"/>
                <a:gd name="connsiteY93" fmla="*/ 4702918 h 6857999"/>
                <a:gd name="connsiteX94" fmla="*/ 3058238 w 6726509"/>
                <a:gd name="connsiteY94" fmla="*/ 4504794 h 6857999"/>
                <a:gd name="connsiteX95" fmla="*/ 3064197 w 6726509"/>
                <a:gd name="connsiteY95" fmla="*/ 4467454 h 6857999"/>
                <a:gd name="connsiteX96" fmla="*/ 3118682 w 6726509"/>
                <a:gd name="connsiteY96" fmla="*/ 4244341 h 6857999"/>
                <a:gd name="connsiteX97" fmla="*/ 3244870 w 6726509"/>
                <a:gd name="connsiteY97" fmla="*/ 4044288 h 6857999"/>
                <a:gd name="connsiteX98" fmla="*/ 3252525 w 6726509"/>
                <a:gd name="connsiteY98" fmla="*/ 4014867 h 6857999"/>
                <a:gd name="connsiteX99" fmla="*/ 3252857 w 6726509"/>
                <a:gd name="connsiteY99" fmla="*/ 3769561 h 6857999"/>
                <a:gd name="connsiteX100" fmla="*/ 3480228 w 6726509"/>
                <a:gd name="connsiteY100" fmla="*/ 3769561 h 6857999"/>
                <a:gd name="connsiteX101" fmla="*/ 3479359 w 6726509"/>
                <a:gd name="connsiteY101" fmla="*/ 3959827 h 6857999"/>
                <a:gd name="connsiteX102" fmla="*/ 3515643 w 6726509"/>
                <a:gd name="connsiteY102" fmla="*/ 4073327 h 6857999"/>
                <a:gd name="connsiteX103" fmla="*/ 3667071 w 6726509"/>
                <a:gd name="connsiteY103" fmla="*/ 4396250 h 6857999"/>
                <a:gd name="connsiteX104" fmla="*/ 3681011 w 6726509"/>
                <a:gd name="connsiteY104" fmla="*/ 4536021 h 6857999"/>
                <a:gd name="connsiteX105" fmla="*/ 3681613 w 6726509"/>
                <a:gd name="connsiteY105" fmla="*/ 4785029 h 6857999"/>
                <a:gd name="connsiteX106" fmla="*/ 4857445 w 6726509"/>
                <a:gd name="connsiteY106" fmla="*/ 4785029 h 6857999"/>
                <a:gd name="connsiteX107" fmla="*/ 4857445 w 6726509"/>
                <a:gd name="connsiteY107" fmla="*/ 4751651 h 6857999"/>
                <a:gd name="connsiteX108" fmla="*/ 4857481 w 6726509"/>
                <a:gd name="connsiteY108" fmla="*/ 3946155 h 6857999"/>
                <a:gd name="connsiteX109" fmla="*/ 4935600 w 6726509"/>
                <a:gd name="connsiteY109" fmla="*/ 3829375 h 6857999"/>
                <a:gd name="connsiteX110" fmla="*/ 4967211 w 6726509"/>
                <a:gd name="connsiteY110" fmla="*/ 3826067 h 6857999"/>
                <a:gd name="connsiteX111" fmla="*/ 5415431 w 6726509"/>
                <a:gd name="connsiteY111" fmla="*/ 3825939 h 6857999"/>
                <a:gd name="connsiteX112" fmla="*/ 5520013 w 6726509"/>
                <a:gd name="connsiteY112" fmla="*/ 3931364 h 6857999"/>
                <a:gd name="connsiteX113" fmla="*/ 5520068 w 6726509"/>
                <a:gd name="connsiteY113" fmla="*/ 4746605 h 6857999"/>
                <a:gd name="connsiteX114" fmla="*/ 5520068 w 6726509"/>
                <a:gd name="connsiteY114" fmla="*/ 4784841 h 6857999"/>
                <a:gd name="connsiteX115" fmla="*/ 6434515 w 6726509"/>
                <a:gd name="connsiteY115" fmla="*/ 4784841 h 6857999"/>
                <a:gd name="connsiteX116" fmla="*/ 6434515 w 6726509"/>
                <a:gd name="connsiteY116" fmla="*/ 3353806 h 6857999"/>
                <a:gd name="connsiteX117" fmla="*/ 6726509 w 6726509"/>
                <a:gd name="connsiteY117" fmla="*/ 3353806 h 6857999"/>
                <a:gd name="connsiteX118" fmla="*/ 6726509 w 6726509"/>
                <a:gd name="connsiteY118" fmla="*/ 6857999 h 6857999"/>
                <a:gd name="connsiteX119" fmla="*/ 6437007 w 6726509"/>
                <a:gd name="connsiteY119" fmla="*/ 6857999 h 6857999"/>
                <a:gd name="connsiteX120" fmla="*/ 6437007 w 6726509"/>
                <a:gd name="connsiteY120" fmla="*/ 6706172 h 6857999"/>
                <a:gd name="connsiteX121" fmla="*/ 298436 w 6726509"/>
                <a:gd name="connsiteY121" fmla="*/ 6706172 h 6857999"/>
                <a:gd name="connsiteX122" fmla="*/ 298436 w 6726509"/>
                <a:gd name="connsiteY122" fmla="*/ 6857675 h 6857999"/>
                <a:gd name="connsiteX123" fmla="*/ 0 w 6726509"/>
                <a:gd name="connsiteY123" fmla="*/ 6857675 h 6857999"/>
                <a:gd name="connsiteX124" fmla="*/ 0 w 6726509"/>
                <a:gd name="connsiteY124" fmla="*/ 3353324 h 6857999"/>
                <a:gd name="connsiteX125" fmla="*/ 3353762 w 6726509"/>
                <a:gd name="connsiteY125" fmla="*/ 792156 h 6857999"/>
                <a:gd name="connsiteX126" fmla="*/ 3128071 w 6726509"/>
                <a:gd name="connsiteY126" fmla="*/ 1008950 h 6857999"/>
                <a:gd name="connsiteX127" fmla="*/ 3356910 w 6726509"/>
                <a:gd name="connsiteY127" fmla="*/ 1251035 h 6857999"/>
                <a:gd name="connsiteX128" fmla="*/ 3585659 w 6726509"/>
                <a:gd name="connsiteY128" fmla="*/ 1034933 h 6857999"/>
                <a:gd name="connsiteX129" fmla="*/ 3353762 w 6726509"/>
                <a:gd name="connsiteY129" fmla="*/ 792156 h 6857999"/>
                <a:gd name="connsiteX130" fmla="*/ 3310948 w 6726509"/>
                <a:gd name="connsiteY130" fmla="*/ 641778 h 6857999"/>
                <a:gd name="connsiteX131" fmla="*/ 3502800 w 6726509"/>
                <a:gd name="connsiteY131" fmla="*/ 667779 h 6857999"/>
                <a:gd name="connsiteX132" fmla="*/ 3699591 w 6726509"/>
                <a:gd name="connsiteY132" fmla="*/ 846791 h 6857999"/>
                <a:gd name="connsiteX133" fmla="*/ 3739742 w 6726509"/>
                <a:gd name="connsiteY133" fmla="*/ 1033536 h 6857999"/>
                <a:gd name="connsiteX134" fmla="*/ 3415418 w 6726509"/>
                <a:gd name="connsiteY134" fmla="*/ 1397308 h 6857999"/>
                <a:gd name="connsiteX135" fmla="*/ 3140871 w 6726509"/>
                <a:gd name="connsiteY135" fmla="*/ 1336114 h 6857999"/>
                <a:gd name="connsiteX136" fmla="*/ 2979046 w 6726509"/>
                <a:gd name="connsiteY136" fmla="*/ 1067677 h 6857999"/>
                <a:gd name="connsiteX137" fmla="*/ 3077838 w 6726509"/>
                <a:gd name="connsiteY137" fmla="*/ 758317 h 6857999"/>
                <a:gd name="connsiteX138" fmla="*/ 3310948 w 6726509"/>
                <a:gd name="connsiteY138" fmla="*/ 641778 h 6857999"/>
                <a:gd name="connsiteX139" fmla="*/ 4015358 w 6726509"/>
                <a:gd name="connsiteY139" fmla="*/ 446695 h 6857999"/>
                <a:gd name="connsiteX140" fmla="*/ 4105474 w 6726509"/>
                <a:gd name="connsiteY140" fmla="*/ 572499 h 6857999"/>
                <a:gd name="connsiteX141" fmla="*/ 4175077 w 6726509"/>
                <a:gd name="connsiteY141" fmla="*/ 717037 h 6857999"/>
                <a:gd name="connsiteX142" fmla="*/ 4210302 w 6726509"/>
                <a:gd name="connsiteY142" fmla="*/ 850447 h 6857999"/>
                <a:gd name="connsiteX143" fmla="*/ 4210937 w 6726509"/>
                <a:gd name="connsiteY143" fmla="*/ 852544 h 6857999"/>
                <a:gd name="connsiteX144" fmla="*/ 4210996 w 6726509"/>
                <a:gd name="connsiteY144" fmla="*/ 853060 h 6857999"/>
                <a:gd name="connsiteX145" fmla="*/ 4216301 w 6726509"/>
                <a:gd name="connsiteY145" fmla="*/ 873157 h 6857999"/>
                <a:gd name="connsiteX146" fmla="*/ 4221699 w 6726509"/>
                <a:gd name="connsiteY146" fmla="*/ 956062 h 6857999"/>
                <a:gd name="connsiteX147" fmla="*/ 4227309 w 6726509"/>
                <a:gd name="connsiteY147" fmla="*/ 1010007 h 6857999"/>
                <a:gd name="connsiteX148" fmla="*/ 4226264 w 6726509"/>
                <a:gd name="connsiteY148" fmla="*/ 1026062 h 6857999"/>
                <a:gd name="connsiteX149" fmla="*/ 4227309 w 6726509"/>
                <a:gd name="connsiteY149" fmla="*/ 1042123 h 6857999"/>
                <a:gd name="connsiteX150" fmla="*/ 4221699 w 6726509"/>
                <a:gd name="connsiteY150" fmla="*/ 1096068 h 6857999"/>
                <a:gd name="connsiteX151" fmla="*/ 4216301 w 6726509"/>
                <a:gd name="connsiteY151" fmla="*/ 1178974 h 6857999"/>
                <a:gd name="connsiteX152" fmla="*/ 4210996 w 6726509"/>
                <a:gd name="connsiteY152" fmla="*/ 1199063 h 6857999"/>
                <a:gd name="connsiteX153" fmla="*/ 4210937 w 6726509"/>
                <a:gd name="connsiteY153" fmla="*/ 1199586 h 6857999"/>
                <a:gd name="connsiteX154" fmla="*/ 4210302 w 6726509"/>
                <a:gd name="connsiteY154" fmla="*/ 1201683 h 6857999"/>
                <a:gd name="connsiteX155" fmla="*/ 4175077 w 6726509"/>
                <a:gd name="connsiteY155" fmla="*/ 1335094 h 6857999"/>
                <a:gd name="connsiteX156" fmla="*/ 4105474 w 6726509"/>
                <a:gd name="connsiteY156" fmla="*/ 1479631 h 6857999"/>
                <a:gd name="connsiteX157" fmla="*/ 4015358 w 6726509"/>
                <a:gd name="connsiteY157" fmla="*/ 1605435 h 6857999"/>
                <a:gd name="connsiteX158" fmla="*/ 4079973 w 6726509"/>
                <a:gd name="connsiteY158" fmla="*/ 1585735 h 6857999"/>
                <a:gd name="connsiteX159" fmla="*/ 4805253 w 6726509"/>
                <a:gd name="connsiteY159" fmla="*/ 1109543 h 6857999"/>
                <a:gd name="connsiteX160" fmla="*/ 4892074 w 6726509"/>
                <a:gd name="connsiteY160" fmla="*/ 1026062 h 6857999"/>
                <a:gd name="connsiteX161" fmla="*/ 4805253 w 6726509"/>
                <a:gd name="connsiteY161" fmla="*/ 942587 h 6857999"/>
                <a:gd name="connsiteX162" fmla="*/ 4079973 w 6726509"/>
                <a:gd name="connsiteY162" fmla="*/ 466395 h 6857999"/>
                <a:gd name="connsiteX163" fmla="*/ 2699811 w 6726509"/>
                <a:gd name="connsiteY163" fmla="*/ 446583 h 6857999"/>
                <a:gd name="connsiteX164" fmla="*/ 2683167 w 6726509"/>
                <a:gd name="connsiteY164" fmla="*/ 448680 h 6857999"/>
                <a:gd name="connsiteX165" fmla="*/ 2646322 w 6726509"/>
                <a:gd name="connsiteY165" fmla="*/ 460362 h 6857999"/>
                <a:gd name="connsiteX166" fmla="*/ 2585722 w 6726509"/>
                <a:gd name="connsiteY166" fmla="*/ 488178 h 6857999"/>
                <a:gd name="connsiteX167" fmla="*/ 2528112 w 6726509"/>
                <a:gd name="connsiteY167" fmla="*/ 516702 h 6857999"/>
                <a:gd name="connsiteX168" fmla="*/ 2427095 w 6726509"/>
                <a:gd name="connsiteY168" fmla="*/ 573333 h 6857999"/>
                <a:gd name="connsiteX169" fmla="*/ 1904677 w 6726509"/>
                <a:gd name="connsiteY169" fmla="*/ 946967 h 6857999"/>
                <a:gd name="connsiteX170" fmla="*/ 1822287 w 6726509"/>
                <a:gd name="connsiteY170" fmla="*/ 1026062 h 6857999"/>
                <a:gd name="connsiteX171" fmla="*/ 1904677 w 6726509"/>
                <a:gd name="connsiteY171" fmla="*/ 1105164 h 6857999"/>
                <a:gd name="connsiteX172" fmla="*/ 2427095 w 6726509"/>
                <a:gd name="connsiteY172" fmla="*/ 1478798 h 6857999"/>
                <a:gd name="connsiteX173" fmla="*/ 2528112 w 6726509"/>
                <a:gd name="connsiteY173" fmla="*/ 1535429 h 6857999"/>
                <a:gd name="connsiteX174" fmla="*/ 2585722 w 6726509"/>
                <a:gd name="connsiteY174" fmla="*/ 1563952 h 6857999"/>
                <a:gd name="connsiteX175" fmla="*/ 2646322 w 6726509"/>
                <a:gd name="connsiteY175" fmla="*/ 1591768 h 6857999"/>
                <a:gd name="connsiteX176" fmla="*/ 2683167 w 6726509"/>
                <a:gd name="connsiteY176" fmla="*/ 1603450 h 6857999"/>
                <a:gd name="connsiteX177" fmla="*/ 2699811 w 6726509"/>
                <a:gd name="connsiteY177" fmla="*/ 1605547 h 6857999"/>
                <a:gd name="connsiteX178" fmla="*/ 2612248 w 6726509"/>
                <a:gd name="connsiteY178" fmla="*/ 1485188 h 6857999"/>
                <a:gd name="connsiteX179" fmla="*/ 2485962 w 6726509"/>
                <a:gd name="connsiteY179" fmla="*/ 1030461 h 6857999"/>
                <a:gd name="connsiteX180" fmla="*/ 2486359 w 6726509"/>
                <a:gd name="connsiteY180" fmla="*/ 1026062 h 6857999"/>
                <a:gd name="connsiteX181" fmla="*/ 2485962 w 6726509"/>
                <a:gd name="connsiteY181" fmla="*/ 1021670 h 6857999"/>
                <a:gd name="connsiteX182" fmla="*/ 2612248 w 6726509"/>
                <a:gd name="connsiteY182" fmla="*/ 566943 h 6857999"/>
                <a:gd name="connsiteX183" fmla="*/ 3419825 w 6726509"/>
                <a:gd name="connsiteY183" fmla="*/ 1488 h 6857999"/>
                <a:gd name="connsiteX184" fmla="*/ 3754384 w 6726509"/>
                <a:gd name="connsiteY184" fmla="*/ 43347 h 6857999"/>
                <a:gd name="connsiteX185" fmla="*/ 4183895 w 6726509"/>
                <a:gd name="connsiteY185" fmla="*/ 177658 h 6857999"/>
                <a:gd name="connsiteX186" fmla="*/ 4558594 w 6726509"/>
                <a:gd name="connsiteY186" fmla="*/ 375651 h 6857999"/>
                <a:gd name="connsiteX187" fmla="*/ 4862512 w 6726509"/>
                <a:gd name="connsiteY187" fmla="*/ 587614 h 6857999"/>
                <a:gd name="connsiteX188" fmla="*/ 5015060 w 6726509"/>
                <a:gd name="connsiteY188" fmla="*/ 719683 h 6857999"/>
                <a:gd name="connsiteX189" fmla="*/ 5182776 w 6726509"/>
                <a:gd name="connsiteY189" fmla="*/ 881114 h 6857999"/>
                <a:gd name="connsiteX190" fmla="*/ 5287617 w 6726509"/>
                <a:gd name="connsiteY190" fmla="*/ 998292 h 6857999"/>
                <a:gd name="connsiteX191" fmla="*/ 5297050 w 6726509"/>
                <a:gd name="connsiteY191" fmla="*/ 1020757 h 6857999"/>
                <a:gd name="connsiteX192" fmla="*/ 5294331 w 6726509"/>
                <a:gd name="connsiteY192" fmla="*/ 1026062 h 6857999"/>
                <a:gd name="connsiteX193" fmla="*/ 5297050 w 6726509"/>
                <a:gd name="connsiteY193" fmla="*/ 1031374 h 6857999"/>
                <a:gd name="connsiteX194" fmla="*/ 5287617 w 6726509"/>
                <a:gd name="connsiteY194" fmla="*/ 1053838 h 6857999"/>
                <a:gd name="connsiteX195" fmla="*/ 5182776 w 6726509"/>
                <a:gd name="connsiteY195" fmla="*/ 1171009 h 6857999"/>
                <a:gd name="connsiteX196" fmla="*/ 5015060 w 6726509"/>
                <a:gd name="connsiteY196" fmla="*/ 1332448 h 6857999"/>
                <a:gd name="connsiteX197" fmla="*/ 4862512 w 6726509"/>
                <a:gd name="connsiteY197" fmla="*/ 1464516 h 6857999"/>
                <a:gd name="connsiteX198" fmla="*/ 4558594 w 6726509"/>
                <a:gd name="connsiteY198" fmla="*/ 1676480 h 6857999"/>
                <a:gd name="connsiteX199" fmla="*/ 4183895 w 6726509"/>
                <a:gd name="connsiteY199" fmla="*/ 1874473 h 6857999"/>
                <a:gd name="connsiteX200" fmla="*/ 3754384 w 6726509"/>
                <a:gd name="connsiteY200" fmla="*/ 2008783 h 6857999"/>
                <a:gd name="connsiteX201" fmla="*/ 3741604 w 6726509"/>
                <a:gd name="connsiteY201" fmla="*/ 2010378 h 6857999"/>
                <a:gd name="connsiteX202" fmla="*/ 3741604 w 6726509"/>
                <a:gd name="connsiteY202" fmla="*/ 1617329 h 6857999"/>
                <a:gd name="connsiteX203" fmla="*/ 3805121 w 6726509"/>
                <a:gd name="connsiteY203" fmla="*/ 1582190 h 6857999"/>
                <a:gd name="connsiteX204" fmla="*/ 3960222 w 6726509"/>
                <a:gd name="connsiteY204" fmla="*/ 1409030 h 6857999"/>
                <a:gd name="connsiteX205" fmla="*/ 4015894 w 6726509"/>
                <a:gd name="connsiteY205" fmla="*/ 1304897 h 6857999"/>
                <a:gd name="connsiteX206" fmla="*/ 4053500 w 6726509"/>
                <a:gd name="connsiteY206" fmla="*/ 1198137 h 6857999"/>
                <a:gd name="connsiteX207" fmla="*/ 4069244 w 6726509"/>
                <a:gd name="connsiteY207" fmla="*/ 1107783 h 6857999"/>
                <a:gd name="connsiteX208" fmla="*/ 4072406 w 6726509"/>
                <a:gd name="connsiteY208" fmla="*/ 1089202 h 6857999"/>
                <a:gd name="connsiteX209" fmla="*/ 4073054 w 6726509"/>
                <a:gd name="connsiteY209" fmla="*/ 1026062 h 6857999"/>
                <a:gd name="connsiteX210" fmla="*/ 4072406 w 6726509"/>
                <a:gd name="connsiteY210" fmla="*/ 962929 h 6857999"/>
                <a:gd name="connsiteX211" fmla="*/ 4069244 w 6726509"/>
                <a:gd name="connsiteY211" fmla="*/ 944347 h 6857999"/>
                <a:gd name="connsiteX212" fmla="*/ 4053500 w 6726509"/>
                <a:gd name="connsiteY212" fmla="*/ 853993 h 6857999"/>
                <a:gd name="connsiteX213" fmla="*/ 4015894 w 6726509"/>
                <a:gd name="connsiteY213" fmla="*/ 747234 h 6857999"/>
                <a:gd name="connsiteX214" fmla="*/ 3960222 w 6726509"/>
                <a:gd name="connsiteY214" fmla="*/ 643101 h 6857999"/>
                <a:gd name="connsiteX215" fmla="*/ 3601016 w 6726509"/>
                <a:gd name="connsiteY215" fmla="*/ 357016 h 6857999"/>
                <a:gd name="connsiteX216" fmla="*/ 3580886 w 6726509"/>
                <a:gd name="connsiteY216" fmla="*/ 350659 h 6857999"/>
                <a:gd name="connsiteX217" fmla="*/ 3580609 w 6726509"/>
                <a:gd name="connsiteY217" fmla="*/ 337423 h 6857999"/>
                <a:gd name="connsiteX218" fmla="*/ 3577652 w 6726509"/>
                <a:gd name="connsiteY218" fmla="*/ 336199 h 6857999"/>
                <a:gd name="connsiteX219" fmla="*/ 3348873 w 6726509"/>
                <a:gd name="connsiteY219" fmla="*/ 299625 h 6857999"/>
                <a:gd name="connsiteX220" fmla="*/ 3194459 w 6726509"/>
                <a:gd name="connsiteY220" fmla="*/ 319112 h 6857999"/>
                <a:gd name="connsiteX221" fmla="*/ 3128911 w 6726509"/>
                <a:gd name="connsiteY221" fmla="*/ 341616 h 6857999"/>
                <a:gd name="connsiteX222" fmla="*/ 3128964 w 6726509"/>
                <a:gd name="connsiteY222" fmla="*/ 347894 h 6857999"/>
                <a:gd name="connsiteX223" fmla="*/ 2848548 w 6726509"/>
                <a:gd name="connsiteY223" fmla="*/ 525414 h 6857999"/>
                <a:gd name="connsiteX224" fmla="*/ 2674945 w 6726509"/>
                <a:gd name="connsiteY224" fmla="*/ 806670 h 6857999"/>
                <a:gd name="connsiteX225" fmla="*/ 2648465 w 6726509"/>
                <a:gd name="connsiteY225" fmla="*/ 916458 h 6857999"/>
                <a:gd name="connsiteX226" fmla="*/ 2648300 w 6726509"/>
                <a:gd name="connsiteY226" fmla="*/ 917847 h 6857999"/>
                <a:gd name="connsiteX227" fmla="*/ 2640626 w 6726509"/>
                <a:gd name="connsiteY227" fmla="*/ 1026062 h 6857999"/>
                <a:gd name="connsiteX228" fmla="*/ 2648300 w 6726509"/>
                <a:gd name="connsiteY228" fmla="*/ 1134283 h 6857999"/>
                <a:gd name="connsiteX229" fmla="*/ 2648465 w 6726509"/>
                <a:gd name="connsiteY229" fmla="*/ 1135672 h 6857999"/>
                <a:gd name="connsiteX230" fmla="*/ 2674945 w 6726509"/>
                <a:gd name="connsiteY230" fmla="*/ 1245461 h 6857999"/>
                <a:gd name="connsiteX231" fmla="*/ 2848548 w 6726509"/>
                <a:gd name="connsiteY231" fmla="*/ 1526717 h 6857999"/>
                <a:gd name="connsiteX232" fmla="*/ 2984917 w 6726509"/>
                <a:gd name="connsiteY232" fmla="*/ 1613049 h 6857999"/>
                <a:gd name="connsiteX233" fmla="*/ 2984917 w 6726509"/>
                <a:gd name="connsiteY233" fmla="*/ 2013235 h 6857999"/>
                <a:gd name="connsiteX234" fmla="*/ 2933498 w 6726509"/>
                <a:gd name="connsiteY234" fmla="*/ 2005740 h 6857999"/>
                <a:gd name="connsiteX235" fmla="*/ 2116383 w 6726509"/>
                <a:gd name="connsiteY235" fmla="*/ 1653625 h 6857999"/>
                <a:gd name="connsiteX236" fmla="*/ 1539557 w 6726509"/>
                <a:gd name="connsiteY236" fmla="*/ 1179774 h 6857999"/>
                <a:gd name="connsiteX237" fmla="*/ 1409427 w 6726509"/>
                <a:gd name="connsiteY237" fmla="*/ 1031274 h 6857999"/>
                <a:gd name="connsiteX238" fmla="*/ 1414144 w 6726509"/>
                <a:gd name="connsiteY238" fmla="*/ 1026062 h 6857999"/>
                <a:gd name="connsiteX239" fmla="*/ 1409427 w 6726509"/>
                <a:gd name="connsiteY239" fmla="*/ 1020856 h 6857999"/>
                <a:gd name="connsiteX240" fmla="*/ 1539557 w 6726509"/>
                <a:gd name="connsiteY240" fmla="*/ 872356 h 6857999"/>
                <a:gd name="connsiteX241" fmla="*/ 2116383 w 6726509"/>
                <a:gd name="connsiteY241" fmla="*/ 398505 h 6857999"/>
                <a:gd name="connsiteX242" fmla="*/ 2933498 w 6726509"/>
                <a:gd name="connsiteY242" fmla="*/ 46383 h 6857999"/>
                <a:gd name="connsiteX243" fmla="*/ 3159744 w 6726509"/>
                <a:gd name="connsiteY243" fmla="*/ 13408 h 6857999"/>
                <a:gd name="connsiteX244" fmla="*/ 3419825 w 6726509"/>
                <a:gd name="connsiteY244" fmla="*/ 148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6726509" h="6857999">
                  <a:moveTo>
                    <a:pt x="1208542" y="6049622"/>
                  </a:moveTo>
                  <a:cubicBezTo>
                    <a:pt x="1208542" y="6168811"/>
                    <a:pt x="1208542" y="6286030"/>
                    <a:pt x="1208542" y="6403004"/>
                  </a:cubicBezTo>
                  <a:cubicBezTo>
                    <a:pt x="1414319" y="6403004"/>
                    <a:pt x="1618068" y="6403004"/>
                    <a:pt x="1823668" y="6403004"/>
                  </a:cubicBezTo>
                  <a:cubicBezTo>
                    <a:pt x="1823668" y="6364471"/>
                    <a:pt x="1823668" y="6327869"/>
                    <a:pt x="1823668" y="6284776"/>
                  </a:cubicBezTo>
                  <a:cubicBezTo>
                    <a:pt x="1823668" y="6206293"/>
                    <a:pt x="1823668" y="6127812"/>
                    <a:pt x="1823668" y="6049622"/>
                  </a:cubicBezTo>
                  <a:cubicBezTo>
                    <a:pt x="1615868" y="6049622"/>
                    <a:pt x="1412119" y="6049622"/>
                    <a:pt x="1208542" y="6049622"/>
                  </a:cubicBezTo>
                  <a:close/>
                  <a:moveTo>
                    <a:pt x="4885518" y="6047665"/>
                  </a:moveTo>
                  <a:cubicBezTo>
                    <a:pt x="4885518" y="6168945"/>
                    <a:pt x="4885518" y="6286165"/>
                    <a:pt x="4885518" y="6402938"/>
                  </a:cubicBezTo>
                  <a:cubicBezTo>
                    <a:pt x="5091362" y="6402938"/>
                    <a:pt x="5295112" y="6402938"/>
                    <a:pt x="5498491" y="6402938"/>
                  </a:cubicBezTo>
                  <a:cubicBezTo>
                    <a:pt x="5498491" y="6283683"/>
                    <a:pt x="5498491" y="6166464"/>
                    <a:pt x="5498491" y="6047665"/>
                  </a:cubicBezTo>
                  <a:cubicBezTo>
                    <a:pt x="5371123" y="6047665"/>
                    <a:pt x="5245834" y="6047665"/>
                    <a:pt x="5114049" y="6047665"/>
                  </a:cubicBezTo>
                  <a:cubicBezTo>
                    <a:pt x="5037729" y="6047665"/>
                    <a:pt x="4961409" y="6047665"/>
                    <a:pt x="4885518" y="6047665"/>
                  </a:cubicBezTo>
                  <a:close/>
                  <a:moveTo>
                    <a:pt x="3060107" y="6047665"/>
                  </a:moveTo>
                  <a:cubicBezTo>
                    <a:pt x="3060107" y="6169049"/>
                    <a:pt x="3060107" y="6286269"/>
                    <a:pt x="3060107" y="6402888"/>
                  </a:cubicBezTo>
                  <a:cubicBezTo>
                    <a:pt x="3266002" y="6402888"/>
                    <a:pt x="3469752" y="6402888"/>
                    <a:pt x="3672979" y="6402888"/>
                  </a:cubicBezTo>
                  <a:cubicBezTo>
                    <a:pt x="3672979" y="6283580"/>
                    <a:pt x="3672979" y="6166359"/>
                    <a:pt x="3672979" y="6047665"/>
                  </a:cubicBezTo>
                  <a:cubicBezTo>
                    <a:pt x="3510944" y="6047665"/>
                    <a:pt x="3351043" y="6047665"/>
                    <a:pt x="3184648" y="6047665"/>
                  </a:cubicBezTo>
                  <a:cubicBezTo>
                    <a:pt x="3142921" y="6047665"/>
                    <a:pt x="3101195" y="6047665"/>
                    <a:pt x="3060107" y="6047665"/>
                  </a:cubicBezTo>
                  <a:close/>
                  <a:moveTo>
                    <a:pt x="4174579" y="4887039"/>
                  </a:moveTo>
                  <a:lnTo>
                    <a:pt x="4174579" y="4887044"/>
                  </a:lnTo>
                  <a:lnTo>
                    <a:pt x="4174577" y="4887044"/>
                  </a:lnTo>
                  <a:cubicBezTo>
                    <a:pt x="4174577" y="4952774"/>
                    <a:pt x="4174577" y="5016332"/>
                    <a:pt x="4168584" y="5079738"/>
                  </a:cubicBezTo>
                  <a:cubicBezTo>
                    <a:pt x="3958616" y="5079731"/>
                    <a:pt x="3748648" y="5079648"/>
                    <a:pt x="3538679" y="5079734"/>
                  </a:cubicBezTo>
                  <a:cubicBezTo>
                    <a:pt x="3376337" y="5079800"/>
                    <a:pt x="3213994" y="5079895"/>
                    <a:pt x="3051525" y="5079237"/>
                  </a:cubicBezTo>
                  <a:lnTo>
                    <a:pt x="2564111" y="5074225"/>
                  </a:lnTo>
                  <a:lnTo>
                    <a:pt x="2563616" y="4887171"/>
                  </a:lnTo>
                  <a:cubicBezTo>
                    <a:pt x="2511446" y="4887171"/>
                    <a:pt x="2464609" y="4887171"/>
                    <a:pt x="2414077" y="4887171"/>
                  </a:cubicBezTo>
                  <a:lnTo>
                    <a:pt x="2414077" y="4887209"/>
                  </a:lnTo>
                  <a:lnTo>
                    <a:pt x="2408085" y="5079738"/>
                  </a:lnTo>
                  <a:cubicBezTo>
                    <a:pt x="1704898" y="5079738"/>
                    <a:pt x="1001711" y="5079738"/>
                    <a:pt x="299363" y="5079738"/>
                  </a:cubicBezTo>
                  <a:cubicBezTo>
                    <a:pt x="299363" y="5523951"/>
                    <a:pt x="299363" y="5963899"/>
                    <a:pt x="299363" y="6402417"/>
                  </a:cubicBezTo>
                  <a:cubicBezTo>
                    <a:pt x="527281" y="6402417"/>
                    <a:pt x="752867" y="6402417"/>
                    <a:pt x="979148" y="6402417"/>
                  </a:cubicBezTo>
                  <a:cubicBezTo>
                    <a:pt x="979148" y="6246156"/>
                    <a:pt x="979003" y="6092438"/>
                    <a:pt x="979216" y="5938722"/>
                  </a:cubicBezTo>
                  <a:cubicBezTo>
                    <a:pt x="979310" y="5870827"/>
                    <a:pt x="1023413" y="5826792"/>
                    <a:pt x="1090425" y="5826791"/>
                  </a:cubicBezTo>
                  <a:cubicBezTo>
                    <a:pt x="1372982" y="5826790"/>
                    <a:pt x="1655539" y="5826752"/>
                    <a:pt x="1938096" y="5826927"/>
                  </a:cubicBezTo>
                  <a:cubicBezTo>
                    <a:pt x="1949735" y="5826934"/>
                    <a:pt x="1961856" y="5827213"/>
                    <a:pt x="1972930" y="5830310"/>
                  </a:cubicBezTo>
                  <a:cubicBezTo>
                    <a:pt x="2022258" y="5844104"/>
                    <a:pt x="2050381" y="5887216"/>
                    <a:pt x="2050741" y="5943829"/>
                  </a:cubicBezTo>
                  <a:cubicBezTo>
                    <a:pt x="2051644" y="6085641"/>
                    <a:pt x="2051039" y="6227465"/>
                    <a:pt x="2051039" y="6369285"/>
                  </a:cubicBezTo>
                  <a:cubicBezTo>
                    <a:pt x="2051039" y="6380708"/>
                    <a:pt x="2051039" y="6392133"/>
                    <a:pt x="2051039" y="6402597"/>
                  </a:cubicBezTo>
                  <a:cubicBezTo>
                    <a:pt x="2315592" y="6402597"/>
                    <a:pt x="2575826" y="6402597"/>
                    <a:pt x="2837093" y="6402597"/>
                  </a:cubicBezTo>
                  <a:cubicBezTo>
                    <a:pt x="2837093" y="6243315"/>
                    <a:pt x="2837059" y="6086394"/>
                    <a:pt x="2837109" y="5929472"/>
                  </a:cubicBezTo>
                  <a:cubicBezTo>
                    <a:pt x="2837128" y="5871555"/>
                    <a:pt x="2882166" y="5826810"/>
                    <a:pt x="2940434" y="5826804"/>
                  </a:cubicBezTo>
                  <a:cubicBezTo>
                    <a:pt x="3224073" y="5826773"/>
                    <a:pt x="3507713" y="5826790"/>
                    <a:pt x="3791352" y="5826792"/>
                  </a:cubicBezTo>
                  <a:cubicBezTo>
                    <a:pt x="3860568" y="5826792"/>
                    <a:pt x="3902461" y="5868692"/>
                    <a:pt x="3902476" y="5938062"/>
                  </a:cubicBezTo>
                  <a:cubicBezTo>
                    <a:pt x="3902510" y="6082046"/>
                    <a:pt x="3902488" y="6226031"/>
                    <a:pt x="3902488" y="6370015"/>
                  </a:cubicBezTo>
                  <a:cubicBezTo>
                    <a:pt x="3902488" y="6381368"/>
                    <a:pt x="3902488" y="6392721"/>
                    <a:pt x="3902488" y="6403486"/>
                  </a:cubicBezTo>
                  <a:cubicBezTo>
                    <a:pt x="4155958" y="6403486"/>
                    <a:pt x="4404597" y="6403486"/>
                    <a:pt x="4656059" y="6403486"/>
                  </a:cubicBezTo>
                  <a:cubicBezTo>
                    <a:pt x="4656059" y="6391593"/>
                    <a:pt x="4656059" y="6381015"/>
                    <a:pt x="4656059" y="6370437"/>
                  </a:cubicBezTo>
                  <a:cubicBezTo>
                    <a:pt x="4656059" y="6224288"/>
                    <a:pt x="4655927" y="6078137"/>
                    <a:pt x="4656121" y="5931987"/>
                  </a:cubicBezTo>
                  <a:cubicBezTo>
                    <a:pt x="4656202" y="5871397"/>
                    <a:pt x="4700634" y="5826806"/>
                    <a:pt x="4760276" y="5826801"/>
                  </a:cubicBezTo>
                  <a:cubicBezTo>
                    <a:pt x="5046081" y="5826779"/>
                    <a:pt x="5331886" y="5826775"/>
                    <a:pt x="5617691" y="5826803"/>
                  </a:cubicBezTo>
                  <a:cubicBezTo>
                    <a:pt x="5677337" y="5826808"/>
                    <a:pt x="5721439" y="5871692"/>
                    <a:pt x="5721448" y="5932299"/>
                  </a:cubicBezTo>
                  <a:cubicBezTo>
                    <a:pt x="5721468" y="6078448"/>
                    <a:pt x="5721454" y="6224599"/>
                    <a:pt x="5721454" y="6370748"/>
                  </a:cubicBezTo>
                  <a:cubicBezTo>
                    <a:pt x="5721454" y="6381260"/>
                    <a:pt x="5721454" y="6391771"/>
                    <a:pt x="5721454" y="6403225"/>
                  </a:cubicBezTo>
                  <a:cubicBezTo>
                    <a:pt x="5960918" y="6403225"/>
                    <a:pt x="6197330" y="6403225"/>
                    <a:pt x="6434126" y="6403225"/>
                  </a:cubicBezTo>
                  <a:cubicBezTo>
                    <a:pt x="6434126" y="5961541"/>
                    <a:pt x="6434126" y="5521597"/>
                    <a:pt x="6434126" y="5079716"/>
                  </a:cubicBezTo>
                  <a:cubicBezTo>
                    <a:pt x="6421600" y="5079716"/>
                    <a:pt x="6410930" y="5079716"/>
                    <a:pt x="6400262" y="5079716"/>
                  </a:cubicBezTo>
                  <a:cubicBezTo>
                    <a:pt x="5719309" y="5079716"/>
                    <a:pt x="5038358" y="5079712"/>
                    <a:pt x="4357407" y="5079752"/>
                  </a:cubicBezTo>
                  <a:lnTo>
                    <a:pt x="4322859" y="5077047"/>
                  </a:lnTo>
                  <a:lnTo>
                    <a:pt x="4320775" y="4887039"/>
                  </a:lnTo>
                  <a:cubicBezTo>
                    <a:pt x="4268232" y="4887039"/>
                    <a:pt x="4223390" y="4887039"/>
                    <a:pt x="4174579" y="4887039"/>
                  </a:cubicBezTo>
                  <a:close/>
                  <a:moveTo>
                    <a:pt x="3370080" y="4260646"/>
                  </a:moveTo>
                  <a:cubicBezTo>
                    <a:pt x="3366528" y="4263040"/>
                    <a:pt x="3362935" y="4264174"/>
                    <a:pt x="3361559" y="4266577"/>
                  </a:cubicBezTo>
                  <a:cubicBezTo>
                    <a:pt x="3318036" y="4342578"/>
                    <a:pt x="3288356" y="4423310"/>
                    <a:pt x="3285762" y="4511565"/>
                  </a:cubicBezTo>
                  <a:cubicBezTo>
                    <a:pt x="3283669" y="4582797"/>
                    <a:pt x="3285338" y="4654138"/>
                    <a:pt x="3285338" y="4731867"/>
                  </a:cubicBezTo>
                  <a:cubicBezTo>
                    <a:pt x="3285338" y="4749822"/>
                    <a:pt x="3285338" y="4767777"/>
                    <a:pt x="3285338" y="4785292"/>
                  </a:cubicBezTo>
                  <a:cubicBezTo>
                    <a:pt x="3343793" y="4785292"/>
                    <a:pt x="3398246" y="4785292"/>
                    <a:pt x="3454557" y="4785292"/>
                  </a:cubicBezTo>
                  <a:cubicBezTo>
                    <a:pt x="3448935" y="4605577"/>
                    <a:pt x="3482220" y="4422050"/>
                    <a:pt x="3370080" y="4260646"/>
                  </a:cubicBezTo>
                  <a:close/>
                  <a:moveTo>
                    <a:pt x="5086992" y="4049089"/>
                  </a:moveTo>
                  <a:cubicBezTo>
                    <a:pt x="5086992" y="4296238"/>
                    <a:pt x="5086992" y="4541097"/>
                    <a:pt x="5086992" y="4787383"/>
                  </a:cubicBezTo>
                  <a:cubicBezTo>
                    <a:pt x="5099864" y="4787383"/>
                    <a:pt x="5110568" y="4787383"/>
                    <a:pt x="5127596" y="4787383"/>
                  </a:cubicBezTo>
                  <a:cubicBezTo>
                    <a:pt x="5182246" y="4787383"/>
                    <a:pt x="5236897" y="4787383"/>
                    <a:pt x="5290553" y="4787383"/>
                  </a:cubicBezTo>
                  <a:cubicBezTo>
                    <a:pt x="5290553" y="4538004"/>
                    <a:pt x="5290553" y="4293142"/>
                    <a:pt x="5290553" y="4049089"/>
                  </a:cubicBezTo>
                  <a:cubicBezTo>
                    <a:pt x="5220912" y="4049089"/>
                    <a:pt x="5153433" y="4049089"/>
                    <a:pt x="5086992" y="4049089"/>
                  </a:cubicBezTo>
                  <a:close/>
                  <a:moveTo>
                    <a:pt x="1409776" y="4048811"/>
                  </a:moveTo>
                  <a:cubicBezTo>
                    <a:pt x="1409776" y="4295667"/>
                    <a:pt x="1409776" y="4540510"/>
                    <a:pt x="1409776" y="4785377"/>
                  </a:cubicBezTo>
                  <a:cubicBezTo>
                    <a:pt x="1479129" y="4785377"/>
                    <a:pt x="1546593" y="4785377"/>
                    <a:pt x="1615786" y="4785377"/>
                  </a:cubicBezTo>
                  <a:cubicBezTo>
                    <a:pt x="1615786" y="4714340"/>
                    <a:pt x="1615786" y="4645296"/>
                    <a:pt x="1615786" y="4569757"/>
                  </a:cubicBezTo>
                  <a:cubicBezTo>
                    <a:pt x="1615786" y="4396109"/>
                    <a:pt x="1615786" y="4222461"/>
                    <a:pt x="1615786" y="4048811"/>
                  </a:cubicBezTo>
                  <a:cubicBezTo>
                    <a:pt x="1544559" y="4048811"/>
                    <a:pt x="1477096" y="4048811"/>
                    <a:pt x="1409776" y="4048811"/>
                  </a:cubicBezTo>
                  <a:close/>
                  <a:moveTo>
                    <a:pt x="0" y="3353324"/>
                  </a:moveTo>
                  <a:cubicBezTo>
                    <a:pt x="97787" y="3353324"/>
                    <a:pt x="194864" y="3353324"/>
                    <a:pt x="295052" y="3353324"/>
                  </a:cubicBezTo>
                  <a:cubicBezTo>
                    <a:pt x="295052" y="3829180"/>
                    <a:pt x="295052" y="4305955"/>
                    <a:pt x="295052" y="4785053"/>
                  </a:cubicBezTo>
                  <a:cubicBezTo>
                    <a:pt x="590866" y="4785053"/>
                    <a:pt x="883591" y="4785053"/>
                    <a:pt x="1180534" y="4785053"/>
                  </a:cubicBezTo>
                  <a:cubicBezTo>
                    <a:pt x="1180534" y="4774441"/>
                    <a:pt x="1180534" y="4763003"/>
                    <a:pt x="1180534" y="4751565"/>
                  </a:cubicBezTo>
                  <a:cubicBezTo>
                    <a:pt x="1180534" y="4485231"/>
                    <a:pt x="1180258" y="4218897"/>
                    <a:pt x="1180775" y="3952565"/>
                  </a:cubicBezTo>
                  <a:cubicBezTo>
                    <a:pt x="1180875" y="3901194"/>
                    <a:pt x="1197761" y="3857197"/>
                    <a:pt x="1248310" y="3834350"/>
                  </a:cubicBezTo>
                  <a:cubicBezTo>
                    <a:pt x="1260414" y="3828880"/>
                    <a:pt x="1274854" y="3826327"/>
                    <a:pt x="1288234" y="3826277"/>
                  </a:cubicBezTo>
                  <a:cubicBezTo>
                    <a:pt x="1437639" y="3825727"/>
                    <a:pt x="1587046" y="3825920"/>
                    <a:pt x="1736453" y="3825935"/>
                  </a:cubicBezTo>
                  <a:cubicBezTo>
                    <a:pt x="1798809" y="3825941"/>
                    <a:pt x="1843067" y="3869616"/>
                    <a:pt x="1843104" y="3931899"/>
                  </a:cubicBezTo>
                  <a:cubicBezTo>
                    <a:pt x="1843240" y="4161422"/>
                    <a:pt x="1843157" y="4390945"/>
                    <a:pt x="1843157" y="4620468"/>
                  </a:cubicBezTo>
                  <a:cubicBezTo>
                    <a:pt x="1843157" y="4674542"/>
                    <a:pt x="1843157" y="4728616"/>
                    <a:pt x="1843157" y="4785034"/>
                  </a:cubicBezTo>
                  <a:cubicBezTo>
                    <a:pt x="2247386" y="4785034"/>
                    <a:pt x="2650542" y="4785034"/>
                    <a:pt x="3057968" y="4785034"/>
                  </a:cubicBezTo>
                  <a:cubicBezTo>
                    <a:pt x="3057968" y="4758285"/>
                    <a:pt x="3057968" y="4730601"/>
                    <a:pt x="3057968" y="4702918"/>
                  </a:cubicBezTo>
                  <a:cubicBezTo>
                    <a:pt x="3057968" y="4636876"/>
                    <a:pt x="3057682" y="4570831"/>
                    <a:pt x="3058238" y="4504794"/>
                  </a:cubicBezTo>
                  <a:cubicBezTo>
                    <a:pt x="3058334" y="4493334"/>
                    <a:pt x="3061983" y="4481902"/>
                    <a:pt x="3064197" y="4467454"/>
                  </a:cubicBezTo>
                  <a:cubicBezTo>
                    <a:pt x="3065051" y="4386800"/>
                    <a:pt x="3090097" y="4314735"/>
                    <a:pt x="3118682" y="4244341"/>
                  </a:cubicBezTo>
                  <a:cubicBezTo>
                    <a:pt x="3148643" y="4170556"/>
                    <a:pt x="3190411" y="4103298"/>
                    <a:pt x="3244870" y="4044288"/>
                  </a:cubicBezTo>
                  <a:cubicBezTo>
                    <a:pt x="3250982" y="4037665"/>
                    <a:pt x="3252453" y="4024841"/>
                    <a:pt x="3252525" y="4014867"/>
                  </a:cubicBezTo>
                  <a:cubicBezTo>
                    <a:pt x="3253114" y="3933798"/>
                    <a:pt x="3252857" y="3852723"/>
                    <a:pt x="3252857" y="3769561"/>
                  </a:cubicBezTo>
                  <a:cubicBezTo>
                    <a:pt x="3328428" y="3769561"/>
                    <a:pt x="3402455" y="3769561"/>
                    <a:pt x="3480228" y="3769561"/>
                  </a:cubicBezTo>
                  <a:cubicBezTo>
                    <a:pt x="3480228" y="3832922"/>
                    <a:pt x="3482757" y="3896533"/>
                    <a:pt x="3479359" y="3959827"/>
                  </a:cubicBezTo>
                  <a:cubicBezTo>
                    <a:pt x="3477003" y="4003729"/>
                    <a:pt x="3485782" y="4039612"/>
                    <a:pt x="3515643" y="4073327"/>
                  </a:cubicBezTo>
                  <a:cubicBezTo>
                    <a:pt x="3597515" y="4165769"/>
                    <a:pt x="3641098" y="4277612"/>
                    <a:pt x="3667071" y="4396250"/>
                  </a:cubicBezTo>
                  <a:cubicBezTo>
                    <a:pt x="3677025" y="4441717"/>
                    <a:pt x="3679786" y="4489285"/>
                    <a:pt x="3681011" y="4536021"/>
                  </a:cubicBezTo>
                  <a:cubicBezTo>
                    <a:pt x="3683164" y="4618190"/>
                    <a:pt x="3681613" y="4700454"/>
                    <a:pt x="3681613" y="4785029"/>
                  </a:cubicBezTo>
                  <a:cubicBezTo>
                    <a:pt x="4072837" y="4785029"/>
                    <a:pt x="4463001" y="4785029"/>
                    <a:pt x="4857445" y="4785029"/>
                  </a:cubicBezTo>
                  <a:cubicBezTo>
                    <a:pt x="4857445" y="4774510"/>
                    <a:pt x="4857445" y="4763081"/>
                    <a:pt x="4857445" y="4751651"/>
                  </a:cubicBezTo>
                  <a:cubicBezTo>
                    <a:pt x="4857445" y="4483152"/>
                    <a:pt x="4857399" y="4214654"/>
                    <a:pt x="4857481" y="3946155"/>
                  </a:cubicBezTo>
                  <a:cubicBezTo>
                    <a:pt x="4857499" y="3886696"/>
                    <a:pt x="4886007" y="3843811"/>
                    <a:pt x="4935600" y="3829375"/>
                  </a:cubicBezTo>
                  <a:cubicBezTo>
                    <a:pt x="4945622" y="3826457"/>
                    <a:pt x="4956646" y="3826081"/>
                    <a:pt x="4967211" y="3826067"/>
                  </a:cubicBezTo>
                  <a:cubicBezTo>
                    <a:pt x="5116617" y="3825866"/>
                    <a:pt x="5266025" y="3825912"/>
                    <a:pt x="5415431" y="3825939"/>
                  </a:cubicBezTo>
                  <a:cubicBezTo>
                    <a:pt x="5473461" y="3825949"/>
                    <a:pt x="5519986" y="3872549"/>
                    <a:pt x="5520013" y="3931364"/>
                  </a:cubicBezTo>
                  <a:cubicBezTo>
                    <a:pt x="5520137" y="4203111"/>
                    <a:pt x="5520068" y="4474858"/>
                    <a:pt x="5520068" y="4746605"/>
                  </a:cubicBezTo>
                  <a:cubicBezTo>
                    <a:pt x="5520068" y="4758502"/>
                    <a:pt x="5520068" y="4770401"/>
                    <a:pt x="5520068" y="4784841"/>
                  </a:cubicBezTo>
                  <a:cubicBezTo>
                    <a:pt x="5824318" y="4784841"/>
                    <a:pt x="6127864" y="4784841"/>
                    <a:pt x="6434515" y="4784841"/>
                  </a:cubicBezTo>
                  <a:cubicBezTo>
                    <a:pt x="6434515" y="4309470"/>
                    <a:pt x="6434515" y="3832688"/>
                    <a:pt x="6434515" y="3353806"/>
                  </a:cubicBezTo>
                  <a:cubicBezTo>
                    <a:pt x="6533264" y="3353806"/>
                    <a:pt x="6628944" y="3353806"/>
                    <a:pt x="6726509" y="3353806"/>
                  </a:cubicBezTo>
                  <a:cubicBezTo>
                    <a:pt x="6726509" y="4521256"/>
                    <a:pt x="6726509" y="5688776"/>
                    <a:pt x="6726509" y="6857999"/>
                  </a:cubicBezTo>
                  <a:cubicBezTo>
                    <a:pt x="6630337" y="6857999"/>
                    <a:pt x="6534664" y="6857999"/>
                    <a:pt x="6437007" y="6857999"/>
                  </a:cubicBezTo>
                  <a:cubicBezTo>
                    <a:pt x="6437007" y="6807461"/>
                    <a:pt x="6437007" y="6757996"/>
                    <a:pt x="6437007" y="6706172"/>
                  </a:cubicBezTo>
                  <a:cubicBezTo>
                    <a:pt x="4390542" y="6706172"/>
                    <a:pt x="2346052" y="6706172"/>
                    <a:pt x="298436" y="6706172"/>
                  </a:cubicBezTo>
                  <a:cubicBezTo>
                    <a:pt x="298436" y="6755156"/>
                    <a:pt x="298436" y="6805432"/>
                    <a:pt x="298436" y="6857675"/>
                  </a:cubicBezTo>
                  <a:cubicBezTo>
                    <a:pt x="197493" y="6857675"/>
                    <a:pt x="99649" y="6857675"/>
                    <a:pt x="0" y="6857675"/>
                  </a:cubicBezTo>
                  <a:cubicBezTo>
                    <a:pt x="0" y="5689990"/>
                    <a:pt x="0" y="4522470"/>
                    <a:pt x="0" y="3353324"/>
                  </a:cubicBezTo>
                  <a:close/>
                  <a:moveTo>
                    <a:pt x="3353762" y="792156"/>
                  </a:moveTo>
                  <a:cubicBezTo>
                    <a:pt x="3236675" y="787738"/>
                    <a:pt x="3132815" y="897332"/>
                    <a:pt x="3128071" y="1008950"/>
                  </a:cubicBezTo>
                  <a:cubicBezTo>
                    <a:pt x="3122296" y="1144795"/>
                    <a:pt x="3233344" y="1250791"/>
                    <a:pt x="3356910" y="1251035"/>
                  </a:cubicBezTo>
                  <a:cubicBezTo>
                    <a:pt x="3486565" y="1251289"/>
                    <a:pt x="3577777" y="1140109"/>
                    <a:pt x="3585659" y="1034933"/>
                  </a:cubicBezTo>
                  <a:cubicBezTo>
                    <a:pt x="3595932" y="897843"/>
                    <a:pt x="3470433" y="783933"/>
                    <a:pt x="3353762" y="792156"/>
                  </a:cubicBezTo>
                  <a:close/>
                  <a:moveTo>
                    <a:pt x="3310948" y="641778"/>
                  </a:moveTo>
                  <a:cubicBezTo>
                    <a:pt x="3378298" y="633390"/>
                    <a:pt x="3440838" y="643939"/>
                    <a:pt x="3502800" y="667779"/>
                  </a:cubicBezTo>
                  <a:cubicBezTo>
                    <a:pt x="3590784" y="701629"/>
                    <a:pt x="3653267" y="763441"/>
                    <a:pt x="3699591" y="846791"/>
                  </a:cubicBezTo>
                  <a:cubicBezTo>
                    <a:pt x="3725356" y="908067"/>
                    <a:pt x="3742742" y="969138"/>
                    <a:pt x="3739742" y="1033536"/>
                  </a:cubicBezTo>
                  <a:cubicBezTo>
                    <a:pt x="3731194" y="1216933"/>
                    <a:pt x="3599993" y="1370169"/>
                    <a:pt x="3415418" y="1397308"/>
                  </a:cubicBezTo>
                  <a:cubicBezTo>
                    <a:pt x="3314339" y="1412171"/>
                    <a:pt x="3222284" y="1391820"/>
                    <a:pt x="3140871" y="1336114"/>
                  </a:cubicBezTo>
                  <a:cubicBezTo>
                    <a:pt x="3048036" y="1272592"/>
                    <a:pt x="2993889" y="1182488"/>
                    <a:pt x="2979046" y="1067677"/>
                  </a:cubicBezTo>
                  <a:cubicBezTo>
                    <a:pt x="2963506" y="947495"/>
                    <a:pt x="3000488" y="844917"/>
                    <a:pt x="3077838" y="758317"/>
                  </a:cubicBezTo>
                  <a:cubicBezTo>
                    <a:pt x="3138302" y="690625"/>
                    <a:pt x="3218396" y="653303"/>
                    <a:pt x="3310948" y="641778"/>
                  </a:cubicBezTo>
                  <a:close/>
                  <a:moveTo>
                    <a:pt x="4015358" y="446695"/>
                  </a:moveTo>
                  <a:lnTo>
                    <a:pt x="4105474" y="572499"/>
                  </a:lnTo>
                  <a:cubicBezTo>
                    <a:pt x="4133197" y="618890"/>
                    <a:pt x="4156502" y="667001"/>
                    <a:pt x="4175077" y="717037"/>
                  </a:cubicBezTo>
                  <a:lnTo>
                    <a:pt x="4210302" y="850447"/>
                  </a:lnTo>
                  <a:lnTo>
                    <a:pt x="4210937" y="852544"/>
                  </a:lnTo>
                  <a:lnTo>
                    <a:pt x="4210996" y="853060"/>
                  </a:lnTo>
                  <a:lnTo>
                    <a:pt x="4216301" y="873157"/>
                  </a:lnTo>
                  <a:lnTo>
                    <a:pt x="4221699" y="956062"/>
                  </a:lnTo>
                  <a:lnTo>
                    <a:pt x="4227309" y="1010007"/>
                  </a:lnTo>
                  <a:lnTo>
                    <a:pt x="4226264" y="1026062"/>
                  </a:lnTo>
                  <a:lnTo>
                    <a:pt x="4227309" y="1042123"/>
                  </a:lnTo>
                  <a:lnTo>
                    <a:pt x="4221699" y="1096068"/>
                  </a:lnTo>
                  <a:lnTo>
                    <a:pt x="4216301" y="1178974"/>
                  </a:lnTo>
                  <a:lnTo>
                    <a:pt x="4210996" y="1199063"/>
                  </a:lnTo>
                  <a:lnTo>
                    <a:pt x="4210937" y="1199586"/>
                  </a:lnTo>
                  <a:lnTo>
                    <a:pt x="4210302" y="1201683"/>
                  </a:lnTo>
                  <a:lnTo>
                    <a:pt x="4175077" y="1335094"/>
                  </a:lnTo>
                  <a:cubicBezTo>
                    <a:pt x="4156502" y="1385130"/>
                    <a:pt x="4133197" y="1433240"/>
                    <a:pt x="4105474" y="1479631"/>
                  </a:cubicBezTo>
                  <a:lnTo>
                    <a:pt x="4015358" y="1605435"/>
                  </a:lnTo>
                  <a:lnTo>
                    <a:pt x="4079973" y="1585735"/>
                  </a:lnTo>
                  <a:cubicBezTo>
                    <a:pt x="4265146" y="1511608"/>
                    <a:pt x="4600526" y="1291151"/>
                    <a:pt x="4805253" y="1109543"/>
                  </a:cubicBezTo>
                  <a:lnTo>
                    <a:pt x="4892074" y="1026062"/>
                  </a:lnTo>
                  <a:lnTo>
                    <a:pt x="4805253" y="942587"/>
                  </a:lnTo>
                  <a:cubicBezTo>
                    <a:pt x="4600526" y="760973"/>
                    <a:pt x="4265146" y="540522"/>
                    <a:pt x="4079973" y="466395"/>
                  </a:cubicBezTo>
                  <a:close/>
                  <a:moveTo>
                    <a:pt x="2699811" y="446583"/>
                  </a:moveTo>
                  <a:lnTo>
                    <a:pt x="2683167" y="448680"/>
                  </a:lnTo>
                  <a:cubicBezTo>
                    <a:pt x="2672431" y="451240"/>
                    <a:pt x="2660081" y="455176"/>
                    <a:pt x="2646322" y="460362"/>
                  </a:cubicBezTo>
                  <a:lnTo>
                    <a:pt x="2585722" y="488178"/>
                  </a:lnTo>
                  <a:lnTo>
                    <a:pt x="2528112" y="516702"/>
                  </a:lnTo>
                  <a:lnTo>
                    <a:pt x="2427095" y="573333"/>
                  </a:lnTo>
                  <a:cubicBezTo>
                    <a:pt x="2253769" y="676698"/>
                    <a:pt x="2043942" y="824537"/>
                    <a:pt x="1904677" y="946967"/>
                  </a:cubicBezTo>
                  <a:lnTo>
                    <a:pt x="1822287" y="1026062"/>
                  </a:lnTo>
                  <a:lnTo>
                    <a:pt x="1904677" y="1105164"/>
                  </a:lnTo>
                  <a:cubicBezTo>
                    <a:pt x="2043942" y="1227594"/>
                    <a:pt x="2253769" y="1375432"/>
                    <a:pt x="2427095" y="1478798"/>
                  </a:cubicBezTo>
                  <a:lnTo>
                    <a:pt x="2528112" y="1535429"/>
                  </a:lnTo>
                  <a:lnTo>
                    <a:pt x="2585722" y="1563952"/>
                  </a:lnTo>
                  <a:lnTo>
                    <a:pt x="2646322" y="1591768"/>
                  </a:lnTo>
                  <a:cubicBezTo>
                    <a:pt x="2660081" y="1596948"/>
                    <a:pt x="2672431" y="1600890"/>
                    <a:pt x="2683167" y="1603450"/>
                  </a:cubicBezTo>
                  <a:lnTo>
                    <a:pt x="2699811" y="1605547"/>
                  </a:lnTo>
                  <a:lnTo>
                    <a:pt x="2612248" y="1485188"/>
                  </a:lnTo>
                  <a:cubicBezTo>
                    <a:pt x="2528761" y="1347742"/>
                    <a:pt x="2485882" y="1197304"/>
                    <a:pt x="2485962" y="1030461"/>
                  </a:cubicBezTo>
                  <a:lnTo>
                    <a:pt x="2486359" y="1026062"/>
                  </a:lnTo>
                  <a:lnTo>
                    <a:pt x="2485962" y="1021670"/>
                  </a:lnTo>
                  <a:cubicBezTo>
                    <a:pt x="2485882" y="854827"/>
                    <a:pt x="2528761" y="704389"/>
                    <a:pt x="2612248" y="566943"/>
                  </a:cubicBezTo>
                  <a:close/>
                  <a:moveTo>
                    <a:pt x="3419825" y="1488"/>
                  </a:moveTo>
                  <a:cubicBezTo>
                    <a:pt x="3531803" y="8129"/>
                    <a:pt x="3643444" y="25394"/>
                    <a:pt x="3754384" y="43347"/>
                  </a:cubicBezTo>
                  <a:cubicBezTo>
                    <a:pt x="3903638" y="67505"/>
                    <a:pt x="4047057" y="115497"/>
                    <a:pt x="4183895" y="177658"/>
                  </a:cubicBezTo>
                  <a:cubicBezTo>
                    <a:pt x="4312344" y="236008"/>
                    <a:pt x="4437645" y="302945"/>
                    <a:pt x="4558594" y="375651"/>
                  </a:cubicBezTo>
                  <a:cubicBezTo>
                    <a:pt x="4664235" y="439154"/>
                    <a:pt x="4763287" y="514056"/>
                    <a:pt x="4862512" y="587614"/>
                  </a:cubicBezTo>
                  <a:cubicBezTo>
                    <a:pt x="4916398" y="627562"/>
                    <a:pt x="4965580" y="674125"/>
                    <a:pt x="5015060" y="719683"/>
                  </a:cubicBezTo>
                  <a:cubicBezTo>
                    <a:pt x="5072141" y="772232"/>
                    <a:pt x="5128275" y="825906"/>
                    <a:pt x="5182776" y="881114"/>
                  </a:cubicBezTo>
                  <a:cubicBezTo>
                    <a:pt x="5219549" y="918370"/>
                    <a:pt x="5252743" y="959151"/>
                    <a:pt x="5287617" y="998292"/>
                  </a:cubicBezTo>
                  <a:cubicBezTo>
                    <a:pt x="5294464" y="1005979"/>
                    <a:pt x="5297473" y="1013427"/>
                    <a:pt x="5297050" y="1020757"/>
                  </a:cubicBezTo>
                  <a:lnTo>
                    <a:pt x="5294331" y="1026062"/>
                  </a:lnTo>
                  <a:lnTo>
                    <a:pt x="5297050" y="1031374"/>
                  </a:lnTo>
                  <a:cubicBezTo>
                    <a:pt x="5297473" y="1038703"/>
                    <a:pt x="5294464" y="1046152"/>
                    <a:pt x="5287617" y="1053838"/>
                  </a:cubicBezTo>
                  <a:cubicBezTo>
                    <a:pt x="5252743" y="1092979"/>
                    <a:pt x="5219549" y="1133760"/>
                    <a:pt x="5182776" y="1171009"/>
                  </a:cubicBezTo>
                  <a:cubicBezTo>
                    <a:pt x="5128275" y="1226225"/>
                    <a:pt x="5072141" y="1279899"/>
                    <a:pt x="5015060" y="1332448"/>
                  </a:cubicBezTo>
                  <a:cubicBezTo>
                    <a:pt x="4965580" y="1378005"/>
                    <a:pt x="4916398" y="1424568"/>
                    <a:pt x="4862512" y="1464516"/>
                  </a:cubicBezTo>
                  <a:cubicBezTo>
                    <a:pt x="4763287" y="1538075"/>
                    <a:pt x="4664235" y="1612976"/>
                    <a:pt x="4558594" y="1676480"/>
                  </a:cubicBezTo>
                  <a:cubicBezTo>
                    <a:pt x="4437645" y="1749185"/>
                    <a:pt x="4312344" y="1816122"/>
                    <a:pt x="4183895" y="1874473"/>
                  </a:cubicBezTo>
                  <a:cubicBezTo>
                    <a:pt x="4047057" y="1936634"/>
                    <a:pt x="3903638" y="1984625"/>
                    <a:pt x="3754384" y="2008783"/>
                  </a:cubicBezTo>
                  <a:lnTo>
                    <a:pt x="3741604" y="2010378"/>
                  </a:lnTo>
                  <a:lnTo>
                    <a:pt x="3741604" y="1617329"/>
                  </a:lnTo>
                  <a:lnTo>
                    <a:pt x="3805121" y="1582190"/>
                  </a:lnTo>
                  <a:cubicBezTo>
                    <a:pt x="3865377" y="1534774"/>
                    <a:pt x="3917463" y="1477329"/>
                    <a:pt x="3960222" y="1409030"/>
                  </a:cubicBezTo>
                  <a:cubicBezTo>
                    <a:pt x="3981483" y="1375068"/>
                    <a:pt x="4000131" y="1340379"/>
                    <a:pt x="4015894" y="1304897"/>
                  </a:cubicBezTo>
                  <a:lnTo>
                    <a:pt x="4053500" y="1198137"/>
                  </a:lnTo>
                  <a:lnTo>
                    <a:pt x="4069244" y="1107783"/>
                  </a:lnTo>
                  <a:lnTo>
                    <a:pt x="4072406" y="1089202"/>
                  </a:lnTo>
                  <a:lnTo>
                    <a:pt x="4073054" y="1026062"/>
                  </a:lnTo>
                  <a:lnTo>
                    <a:pt x="4072406" y="962929"/>
                  </a:lnTo>
                  <a:lnTo>
                    <a:pt x="4069244" y="944347"/>
                  </a:lnTo>
                  <a:lnTo>
                    <a:pt x="4053500" y="853993"/>
                  </a:lnTo>
                  <a:lnTo>
                    <a:pt x="4015894" y="747234"/>
                  </a:lnTo>
                  <a:cubicBezTo>
                    <a:pt x="4000131" y="711751"/>
                    <a:pt x="3981483" y="677062"/>
                    <a:pt x="3960222" y="643101"/>
                  </a:cubicBezTo>
                  <a:cubicBezTo>
                    <a:pt x="3874704" y="506501"/>
                    <a:pt x="3751877" y="413310"/>
                    <a:pt x="3601016" y="357016"/>
                  </a:cubicBezTo>
                  <a:cubicBezTo>
                    <a:pt x="3595148" y="354827"/>
                    <a:pt x="3589228" y="352769"/>
                    <a:pt x="3580886" y="350659"/>
                  </a:cubicBezTo>
                  <a:lnTo>
                    <a:pt x="3580609" y="337423"/>
                  </a:lnTo>
                  <a:lnTo>
                    <a:pt x="3577652" y="336199"/>
                  </a:lnTo>
                  <a:cubicBezTo>
                    <a:pt x="3504887" y="312821"/>
                    <a:pt x="3428372" y="301126"/>
                    <a:pt x="3348873" y="299625"/>
                  </a:cubicBezTo>
                  <a:cubicBezTo>
                    <a:pt x="3297468" y="298659"/>
                    <a:pt x="3244568" y="306683"/>
                    <a:pt x="3194459" y="319112"/>
                  </a:cubicBezTo>
                  <a:lnTo>
                    <a:pt x="3128911" y="341616"/>
                  </a:lnTo>
                  <a:lnTo>
                    <a:pt x="3128964" y="347894"/>
                  </a:lnTo>
                  <a:cubicBezTo>
                    <a:pt x="3022219" y="387935"/>
                    <a:pt x="2927068" y="445081"/>
                    <a:pt x="2848548" y="525414"/>
                  </a:cubicBezTo>
                  <a:cubicBezTo>
                    <a:pt x="2768573" y="607228"/>
                    <a:pt x="2709680" y="700698"/>
                    <a:pt x="2674945" y="806670"/>
                  </a:cubicBezTo>
                  <a:lnTo>
                    <a:pt x="2648465" y="916458"/>
                  </a:lnTo>
                  <a:lnTo>
                    <a:pt x="2648300" y="917847"/>
                  </a:lnTo>
                  <a:lnTo>
                    <a:pt x="2640626" y="1026062"/>
                  </a:lnTo>
                  <a:lnTo>
                    <a:pt x="2648300" y="1134283"/>
                  </a:lnTo>
                  <a:lnTo>
                    <a:pt x="2648465" y="1135672"/>
                  </a:lnTo>
                  <a:lnTo>
                    <a:pt x="2674945" y="1245461"/>
                  </a:lnTo>
                  <a:cubicBezTo>
                    <a:pt x="2709680" y="1351433"/>
                    <a:pt x="2768573" y="1444903"/>
                    <a:pt x="2848548" y="1526717"/>
                  </a:cubicBezTo>
                  <a:lnTo>
                    <a:pt x="2984917" y="1613049"/>
                  </a:lnTo>
                  <a:lnTo>
                    <a:pt x="2984917" y="2013235"/>
                  </a:lnTo>
                  <a:lnTo>
                    <a:pt x="2933498" y="2005740"/>
                  </a:lnTo>
                  <a:cubicBezTo>
                    <a:pt x="2640058" y="1938016"/>
                    <a:pt x="2368850" y="1817372"/>
                    <a:pt x="2116383" y="1653625"/>
                  </a:cubicBezTo>
                  <a:cubicBezTo>
                    <a:pt x="1906245" y="1517323"/>
                    <a:pt x="1713511" y="1359860"/>
                    <a:pt x="1539557" y="1179774"/>
                  </a:cubicBezTo>
                  <a:cubicBezTo>
                    <a:pt x="1494601" y="1133238"/>
                    <a:pt x="1454052" y="1082455"/>
                    <a:pt x="1409427" y="1031274"/>
                  </a:cubicBezTo>
                  <a:lnTo>
                    <a:pt x="1414144" y="1026062"/>
                  </a:lnTo>
                  <a:lnTo>
                    <a:pt x="1409427" y="1020856"/>
                  </a:lnTo>
                  <a:cubicBezTo>
                    <a:pt x="1454052" y="969676"/>
                    <a:pt x="1494601" y="918893"/>
                    <a:pt x="1539557" y="872356"/>
                  </a:cubicBezTo>
                  <a:cubicBezTo>
                    <a:pt x="1713511" y="692270"/>
                    <a:pt x="1906245" y="534807"/>
                    <a:pt x="2116383" y="398505"/>
                  </a:cubicBezTo>
                  <a:cubicBezTo>
                    <a:pt x="2368850" y="234758"/>
                    <a:pt x="2640058" y="114114"/>
                    <a:pt x="2933498" y="46383"/>
                  </a:cubicBezTo>
                  <a:cubicBezTo>
                    <a:pt x="3007546" y="29297"/>
                    <a:pt x="3083916" y="20373"/>
                    <a:pt x="3159744" y="13408"/>
                  </a:cubicBezTo>
                  <a:cubicBezTo>
                    <a:pt x="3246169" y="5470"/>
                    <a:pt x="3333625" y="-3633"/>
                    <a:pt x="3419825" y="148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82" name="Freeform: Shape 981">
              <a:extLst>
                <a:ext uri="{FF2B5EF4-FFF2-40B4-BE49-F238E27FC236}">
                  <a16:creationId xmlns:a16="http://schemas.microsoft.com/office/drawing/2014/main" id="{58F47F6E-0B0C-C915-7551-45468461107F}"/>
                </a:ext>
                <a:ext uri="{C183D7F6-B498-43B3-948B-1728B52AA6E4}">
                  <adec:decorative xmlns:adec="http://schemas.microsoft.com/office/drawing/2017/decorative" val="1"/>
                </a:ext>
              </a:extLst>
            </p:cNvPr>
            <p:cNvSpPr/>
            <p:nvPr/>
          </p:nvSpPr>
          <p:spPr>
            <a:xfrm>
              <a:off x="5393957" y="1629293"/>
              <a:ext cx="127394" cy="244244"/>
            </a:xfrm>
            <a:custGeom>
              <a:avLst/>
              <a:gdLst>
                <a:gd name="connsiteX0" fmla="*/ 0 w 1910903"/>
                <a:gd name="connsiteY0" fmla="*/ 3206485 h 3663654"/>
                <a:gd name="connsiteX1" fmla="*/ 149539 w 1910903"/>
                <a:gd name="connsiteY1" fmla="*/ 3206485 h 3663654"/>
                <a:gd name="connsiteX2" fmla="*/ 150042 w 1910903"/>
                <a:gd name="connsiteY2" fmla="*/ 3396572 h 3663654"/>
                <a:gd name="connsiteX3" fmla="*/ 150544 w 1910903"/>
                <a:gd name="connsiteY3" fmla="*/ 3515771 h 3663654"/>
                <a:gd name="connsiteX4" fmla="*/ 466998 w 1910903"/>
                <a:gd name="connsiteY4" fmla="*/ 3515771 h 3663654"/>
                <a:gd name="connsiteX5" fmla="*/ 466998 w 1910903"/>
                <a:gd name="connsiteY5" fmla="*/ 3663039 h 3663654"/>
                <a:gd name="connsiteX6" fmla="*/ 645 w 1910903"/>
                <a:gd name="connsiteY6" fmla="*/ 3663039 h 3663654"/>
                <a:gd name="connsiteX7" fmla="*/ 322 w 1910903"/>
                <a:gd name="connsiteY7" fmla="*/ 3402229 h 3663654"/>
                <a:gd name="connsiteX8" fmla="*/ 0 w 1910903"/>
                <a:gd name="connsiteY8" fmla="*/ 3206485 h 3663654"/>
                <a:gd name="connsiteX9" fmla="*/ 1760502 w 1910903"/>
                <a:gd name="connsiteY9" fmla="*/ 3206353 h 3663654"/>
                <a:gd name="connsiteX10" fmla="*/ 1906698 w 1910903"/>
                <a:gd name="connsiteY10" fmla="*/ 3206353 h 3663654"/>
                <a:gd name="connsiteX11" fmla="*/ 1908800 w 1910903"/>
                <a:gd name="connsiteY11" fmla="*/ 3398046 h 3663654"/>
                <a:gd name="connsiteX12" fmla="*/ 1910903 w 1910903"/>
                <a:gd name="connsiteY12" fmla="*/ 3663654 h 3663654"/>
                <a:gd name="connsiteX13" fmla="*/ 1444473 w 1910903"/>
                <a:gd name="connsiteY13" fmla="*/ 3663654 h 3663654"/>
                <a:gd name="connsiteX14" fmla="*/ 1444473 w 1910903"/>
                <a:gd name="connsiteY14" fmla="*/ 3517426 h 3663654"/>
                <a:gd name="connsiteX15" fmla="*/ 1761147 w 1910903"/>
                <a:gd name="connsiteY15" fmla="*/ 3517426 h 3663654"/>
                <a:gd name="connsiteX16" fmla="*/ 1760825 w 1910903"/>
                <a:gd name="connsiteY16" fmla="*/ 3402228 h 3663654"/>
                <a:gd name="connsiteX17" fmla="*/ 1760502 w 1910903"/>
                <a:gd name="connsiteY17" fmla="*/ 3206353 h 3663654"/>
                <a:gd name="connsiteX18" fmla="*/ 2322 w 1910903"/>
                <a:gd name="connsiteY18" fmla="*/ 1849019 h 3663654"/>
                <a:gd name="connsiteX19" fmla="*/ 465987 w 1910903"/>
                <a:gd name="connsiteY19" fmla="*/ 1849019 h 3663654"/>
                <a:gd name="connsiteX20" fmla="*/ 465987 w 1910903"/>
                <a:gd name="connsiteY20" fmla="*/ 1995826 h 3663654"/>
                <a:gd name="connsiteX21" fmla="*/ 371015 w 1910903"/>
                <a:gd name="connsiteY21" fmla="*/ 1995826 h 3663654"/>
                <a:gd name="connsiteX22" fmla="*/ 150984 w 1910903"/>
                <a:gd name="connsiteY22" fmla="*/ 1995826 h 3663654"/>
                <a:gd name="connsiteX23" fmla="*/ 150984 w 1910903"/>
                <a:gd name="connsiteY23" fmla="*/ 2312299 h 3663654"/>
                <a:gd name="connsiteX24" fmla="*/ 2322 w 1910903"/>
                <a:gd name="connsiteY24" fmla="*/ 2312299 h 3663654"/>
                <a:gd name="connsiteX25" fmla="*/ 2322 w 1910903"/>
                <a:gd name="connsiteY25" fmla="*/ 1849019 h 3663654"/>
                <a:gd name="connsiteX26" fmla="*/ 1444758 w 1910903"/>
                <a:gd name="connsiteY26" fmla="*/ 1847954 h 3663654"/>
                <a:gd name="connsiteX27" fmla="*/ 1908098 w 1910903"/>
                <a:gd name="connsiteY27" fmla="*/ 1847954 h 3663654"/>
                <a:gd name="connsiteX28" fmla="*/ 1908098 w 1910903"/>
                <a:gd name="connsiteY28" fmla="*/ 2311678 h 3663654"/>
                <a:gd name="connsiteX29" fmla="*/ 1761260 w 1910903"/>
                <a:gd name="connsiteY29" fmla="*/ 2311678 h 3663654"/>
                <a:gd name="connsiteX30" fmla="*/ 1761260 w 1910903"/>
                <a:gd name="connsiteY30" fmla="*/ 2073879 h 3663654"/>
                <a:gd name="connsiteX31" fmla="*/ 1761260 w 1910903"/>
                <a:gd name="connsiteY31" fmla="*/ 1996590 h 3663654"/>
                <a:gd name="connsiteX32" fmla="*/ 1444758 w 1910903"/>
                <a:gd name="connsiteY32" fmla="*/ 1996590 h 3663654"/>
                <a:gd name="connsiteX33" fmla="*/ 1444758 w 1910903"/>
                <a:gd name="connsiteY33" fmla="*/ 1847954 h 3663654"/>
                <a:gd name="connsiteX34" fmla="*/ 884251 w 1910903"/>
                <a:gd name="connsiteY34" fmla="*/ 1744284 h 3663654"/>
                <a:gd name="connsiteX35" fmla="*/ 1025653 w 1910903"/>
                <a:gd name="connsiteY35" fmla="*/ 1744284 h 3663654"/>
                <a:gd name="connsiteX36" fmla="*/ 1025653 w 1910903"/>
                <a:gd name="connsiteY36" fmla="*/ 1889509 h 3663654"/>
                <a:gd name="connsiteX37" fmla="*/ 884251 w 1910903"/>
                <a:gd name="connsiteY37" fmla="*/ 1889509 h 3663654"/>
                <a:gd name="connsiteX38" fmla="*/ 884151 w 1910903"/>
                <a:gd name="connsiteY38" fmla="*/ 1452371 h 3663654"/>
                <a:gd name="connsiteX39" fmla="*/ 1025248 w 1910903"/>
                <a:gd name="connsiteY39" fmla="*/ 1452371 h 3663654"/>
                <a:gd name="connsiteX40" fmla="*/ 1025248 w 1910903"/>
                <a:gd name="connsiteY40" fmla="*/ 1599534 h 3663654"/>
                <a:gd name="connsiteX41" fmla="*/ 884151 w 1910903"/>
                <a:gd name="connsiteY41" fmla="*/ 1599534 h 3663654"/>
                <a:gd name="connsiteX42" fmla="*/ 885977 w 1910903"/>
                <a:gd name="connsiteY42" fmla="*/ 1160380 h 3663654"/>
                <a:gd name="connsiteX43" fmla="*/ 1027174 w 1910903"/>
                <a:gd name="connsiteY43" fmla="*/ 1160380 h 3663654"/>
                <a:gd name="connsiteX44" fmla="*/ 1027174 w 1910903"/>
                <a:gd name="connsiteY44" fmla="*/ 1305195 h 3663654"/>
                <a:gd name="connsiteX45" fmla="*/ 885977 w 1910903"/>
                <a:gd name="connsiteY45" fmla="*/ 1305195 h 3663654"/>
                <a:gd name="connsiteX46" fmla="*/ 886096 w 1910903"/>
                <a:gd name="connsiteY46" fmla="*/ 867012 h 3663654"/>
                <a:gd name="connsiteX47" fmla="*/ 1027167 w 1910903"/>
                <a:gd name="connsiteY47" fmla="*/ 867012 h 3663654"/>
                <a:gd name="connsiteX48" fmla="*/ 1027167 w 1910903"/>
                <a:gd name="connsiteY48" fmla="*/ 1012733 h 3663654"/>
                <a:gd name="connsiteX49" fmla="*/ 886096 w 1910903"/>
                <a:gd name="connsiteY49" fmla="*/ 1012733 h 3663654"/>
                <a:gd name="connsiteX50" fmla="*/ 885746 w 1910903"/>
                <a:gd name="connsiteY50" fmla="*/ 573135 h 3663654"/>
                <a:gd name="connsiteX51" fmla="*/ 1025077 w 1910903"/>
                <a:gd name="connsiteY51" fmla="*/ 573135 h 3663654"/>
                <a:gd name="connsiteX52" fmla="*/ 1025077 w 1910903"/>
                <a:gd name="connsiteY52" fmla="*/ 720755 h 3663654"/>
                <a:gd name="connsiteX53" fmla="*/ 885746 w 1910903"/>
                <a:gd name="connsiteY53" fmla="*/ 720755 h 3663654"/>
                <a:gd name="connsiteX54" fmla="*/ 729341 w 1910903"/>
                <a:gd name="connsiteY54" fmla="*/ 0 h 3663654"/>
                <a:gd name="connsiteX55" fmla="*/ 1169012 w 1910903"/>
                <a:gd name="connsiteY55" fmla="*/ 0 h 3663654"/>
                <a:gd name="connsiteX56" fmla="*/ 1169012 w 1910903"/>
                <a:gd name="connsiteY56" fmla="*/ 439671 h 3663654"/>
                <a:gd name="connsiteX57" fmla="*/ 729341 w 1910903"/>
                <a:gd name="connsiteY57" fmla="*/ 439671 h 3663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910903" h="3663654">
                  <a:moveTo>
                    <a:pt x="0" y="3206485"/>
                  </a:moveTo>
                  <a:cubicBezTo>
                    <a:pt x="50532" y="3206485"/>
                    <a:pt x="97369" y="3206485"/>
                    <a:pt x="149539" y="3206485"/>
                  </a:cubicBezTo>
                  <a:cubicBezTo>
                    <a:pt x="149539" y="3269163"/>
                    <a:pt x="149539" y="3331344"/>
                    <a:pt x="150042" y="3396572"/>
                  </a:cubicBezTo>
                  <a:cubicBezTo>
                    <a:pt x="150544" y="3437242"/>
                    <a:pt x="150544" y="3474865"/>
                    <a:pt x="150544" y="3515771"/>
                  </a:cubicBezTo>
                  <a:cubicBezTo>
                    <a:pt x="256998" y="3515771"/>
                    <a:pt x="361283" y="3515771"/>
                    <a:pt x="466998" y="3515771"/>
                  </a:cubicBezTo>
                  <a:cubicBezTo>
                    <a:pt x="466998" y="3566275"/>
                    <a:pt x="466998" y="3613484"/>
                    <a:pt x="466998" y="3663039"/>
                  </a:cubicBezTo>
                  <a:cubicBezTo>
                    <a:pt x="313036" y="3663039"/>
                    <a:pt x="159016" y="3663039"/>
                    <a:pt x="645" y="3663039"/>
                  </a:cubicBezTo>
                  <a:cubicBezTo>
                    <a:pt x="645" y="3577445"/>
                    <a:pt x="645" y="3491353"/>
                    <a:pt x="322" y="3402229"/>
                  </a:cubicBezTo>
                  <a:cubicBezTo>
                    <a:pt x="0" y="3335731"/>
                    <a:pt x="0" y="3272267"/>
                    <a:pt x="0" y="3206485"/>
                  </a:cubicBezTo>
                  <a:close/>
                  <a:moveTo>
                    <a:pt x="1760502" y="3206353"/>
                  </a:moveTo>
                  <a:cubicBezTo>
                    <a:pt x="1809313" y="3206353"/>
                    <a:pt x="1854155" y="3206353"/>
                    <a:pt x="1906698" y="3206353"/>
                  </a:cubicBezTo>
                  <a:cubicBezTo>
                    <a:pt x="1906698" y="3269773"/>
                    <a:pt x="1906698" y="3332983"/>
                    <a:pt x="1908800" y="3398046"/>
                  </a:cubicBezTo>
                  <a:cubicBezTo>
                    <a:pt x="1910903" y="3487254"/>
                    <a:pt x="1910903" y="3574609"/>
                    <a:pt x="1910903" y="3663654"/>
                  </a:cubicBezTo>
                  <a:cubicBezTo>
                    <a:pt x="1753993" y="3663654"/>
                    <a:pt x="1600002" y="3663654"/>
                    <a:pt x="1444473" y="3663654"/>
                  </a:cubicBezTo>
                  <a:cubicBezTo>
                    <a:pt x="1444473" y="3615147"/>
                    <a:pt x="1444473" y="3567945"/>
                    <a:pt x="1444473" y="3517426"/>
                  </a:cubicBezTo>
                  <a:cubicBezTo>
                    <a:pt x="1548465" y="3517426"/>
                    <a:pt x="1652731" y="3517426"/>
                    <a:pt x="1761147" y="3517426"/>
                  </a:cubicBezTo>
                  <a:cubicBezTo>
                    <a:pt x="1761147" y="3477910"/>
                    <a:pt x="1761147" y="3441583"/>
                    <a:pt x="1760825" y="3402228"/>
                  </a:cubicBezTo>
                  <a:cubicBezTo>
                    <a:pt x="1760502" y="3335641"/>
                    <a:pt x="1760502" y="3272082"/>
                    <a:pt x="1760502" y="3206353"/>
                  </a:cubicBezTo>
                  <a:close/>
                  <a:moveTo>
                    <a:pt x="2322" y="1849019"/>
                  </a:moveTo>
                  <a:cubicBezTo>
                    <a:pt x="155572" y="1849019"/>
                    <a:pt x="309525" y="1849019"/>
                    <a:pt x="465987" y="1849019"/>
                  </a:cubicBezTo>
                  <a:cubicBezTo>
                    <a:pt x="465987" y="1895404"/>
                    <a:pt x="465987" y="1943375"/>
                    <a:pt x="465987" y="1995826"/>
                  </a:cubicBezTo>
                  <a:cubicBezTo>
                    <a:pt x="436018" y="1995826"/>
                    <a:pt x="405138" y="1995826"/>
                    <a:pt x="371015" y="1995826"/>
                  </a:cubicBezTo>
                  <a:cubicBezTo>
                    <a:pt x="296586" y="1995826"/>
                    <a:pt x="225402" y="1995826"/>
                    <a:pt x="150984" y="1995826"/>
                  </a:cubicBezTo>
                  <a:cubicBezTo>
                    <a:pt x="150984" y="2102035"/>
                    <a:pt x="150984" y="2206268"/>
                    <a:pt x="150984" y="2312299"/>
                  </a:cubicBezTo>
                  <a:cubicBezTo>
                    <a:pt x="99800" y="2312299"/>
                    <a:pt x="51853" y="2312299"/>
                    <a:pt x="2322" y="2312299"/>
                  </a:cubicBezTo>
                  <a:cubicBezTo>
                    <a:pt x="2322" y="2157994"/>
                    <a:pt x="2322" y="2004813"/>
                    <a:pt x="2322" y="1849019"/>
                  </a:cubicBezTo>
                  <a:close/>
                  <a:moveTo>
                    <a:pt x="1444758" y="1847954"/>
                  </a:moveTo>
                  <a:cubicBezTo>
                    <a:pt x="1599151" y="1847954"/>
                    <a:pt x="1752335" y="1847954"/>
                    <a:pt x="1908098" y="1847954"/>
                  </a:cubicBezTo>
                  <a:cubicBezTo>
                    <a:pt x="1908098" y="2001300"/>
                    <a:pt x="1908098" y="2155251"/>
                    <a:pt x="1908098" y="2311678"/>
                  </a:cubicBezTo>
                  <a:cubicBezTo>
                    <a:pt x="1861606" y="2311678"/>
                    <a:pt x="1813636" y="2311678"/>
                    <a:pt x="1761260" y="2311678"/>
                  </a:cubicBezTo>
                  <a:cubicBezTo>
                    <a:pt x="1761260" y="2234015"/>
                    <a:pt x="1761260" y="2155560"/>
                    <a:pt x="1761260" y="2073879"/>
                  </a:cubicBezTo>
                  <a:cubicBezTo>
                    <a:pt x="1761260" y="2047042"/>
                    <a:pt x="1761260" y="2023432"/>
                    <a:pt x="1761260" y="1996590"/>
                  </a:cubicBezTo>
                  <a:cubicBezTo>
                    <a:pt x="1654992" y="1996590"/>
                    <a:pt x="1550761" y="1996590"/>
                    <a:pt x="1444758" y="1996590"/>
                  </a:cubicBezTo>
                  <a:cubicBezTo>
                    <a:pt x="1444758" y="1945401"/>
                    <a:pt x="1444758" y="1897456"/>
                    <a:pt x="1444758" y="1847954"/>
                  </a:cubicBezTo>
                  <a:close/>
                  <a:moveTo>
                    <a:pt x="884251" y="1744284"/>
                  </a:moveTo>
                  <a:lnTo>
                    <a:pt x="1025653" y="1744284"/>
                  </a:lnTo>
                  <a:lnTo>
                    <a:pt x="1025653" y="1889509"/>
                  </a:lnTo>
                  <a:lnTo>
                    <a:pt x="884251" y="1889509"/>
                  </a:lnTo>
                  <a:close/>
                  <a:moveTo>
                    <a:pt x="884151" y="1452371"/>
                  </a:moveTo>
                  <a:lnTo>
                    <a:pt x="1025248" y="1452371"/>
                  </a:lnTo>
                  <a:lnTo>
                    <a:pt x="1025248" y="1599534"/>
                  </a:lnTo>
                  <a:lnTo>
                    <a:pt x="884151" y="1599534"/>
                  </a:lnTo>
                  <a:close/>
                  <a:moveTo>
                    <a:pt x="885977" y="1160380"/>
                  </a:moveTo>
                  <a:lnTo>
                    <a:pt x="1027174" y="1160380"/>
                  </a:lnTo>
                  <a:lnTo>
                    <a:pt x="1027174" y="1305195"/>
                  </a:lnTo>
                  <a:lnTo>
                    <a:pt x="885977" y="1305195"/>
                  </a:lnTo>
                  <a:close/>
                  <a:moveTo>
                    <a:pt x="886096" y="867012"/>
                  </a:moveTo>
                  <a:lnTo>
                    <a:pt x="1027167" y="867012"/>
                  </a:lnTo>
                  <a:lnTo>
                    <a:pt x="1027167" y="1012733"/>
                  </a:lnTo>
                  <a:lnTo>
                    <a:pt x="886096" y="1012733"/>
                  </a:lnTo>
                  <a:close/>
                  <a:moveTo>
                    <a:pt x="885746" y="573135"/>
                  </a:moveTo>
                  <a:lnTo>
                    <a:pt x="1025077" y="573135"/>
                  </a:lnTo>
                  <a:lnTo>
                    <a:pt x="1025077" y="720755"/>
                  </a:lnTo>
                  <a:lnTo>
                    <a:pt x="885746" y="720755"/>
                  </a:lnTo>
                  <a:close/>
                  <a:moveTo>
                    <a:pt x="729341" y="0"/>
                  </a:moveTo>
                  <a:lnTo>
                    <a:pt x="1169012" y="0"/>
                  </a:lnTo>
                  <a:lnTo>
                    <a:pt x="1169012" y="439671"/>
                  </a:lnTo>
                  <a:lnTo>
                    <a:pt x="729341" y="439671"/>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24" name="Group 923">
            <a:extLst>
              <a:ext uri="{FF2B5EF4-FFF2-40B4-BE49-F238E27FC236}">
                <a16:creationId xmlns:a16="http://schemas.microsoft.com/office/drawing/2014/main" id="{848A6F30-FDD2-1418-834E-0D1B5B57210E}"/>
              </a:ext>
              <a:ext uri="{C183D7F6-B498-43B3-948B-1728B52AA6E4}">
                <adec:decorative xmlns:adec="http://schemas.microsoft.com/office/drawing/2017/decorative" val="1"/>
              </a:ext>
            </a:extLst>
          </p:cNvPr>
          <p:cNvGrpSpPr>
            <a:grpSpLocks noChangeAspect="1"/>
          </p:cNvGrpSpPr>
          <p:nvPr/>
        </p:nvGrpSpPr>
        <p:grpSpPr>
          <a:xfrm>
            <a:off x="5867096" y="1517247"/>
            <a:ext cx="456637" cy="457200"/>
            <a:chOff x="5867096" y="1517247"/>
            <a:chExt cx="456637" cy="457200"/>
          </a:xfrm>
          <a:solidFill>
            <a:srgbClr val="FF0000"/>
          </a:solidFill>
        </p:grpSpPr>
        <p:sp>
          <p:nvSpPr>
            <p:cNvPr id="1000" name="Freeform: Shape 999">
              <a:extLst>
                <a:ext uri="{FF2B5EF4-FFF2-40B4-BE49-F238E27FC236}">
                  <a16:creationId xmlns:a16="http://schemas.microsoft.com/office/drawing/2014/main" id="{B14606DF-CAAA-7432-9482-EA6DF5A7F83F}"/>
                </a:ext>
                <a:ext uri="{C183D7F6-B498-43B3-948B-1728B52AA6E4}">
                  <adec:decorative xmlns:adec="http://schemas.microsoft.com/office/drawing/2017/decorative" val="1"/>
                </a:ext>
              </a:extLst>
            </p:cNvPr>
            <p:cNvSpPr/>
            <p:nvPr/>
          </p:nvSpPr>
          <p:spPr>
            <a:xfrm>
              <a:off x="5873093" y="1522577"/>
              <a:ext cx="450640" cy="451870"/>
            </a:xfrm>
            <a:custGeom>
              <a:avLst/>
              <a:gdLst>
                <a:gd name="connsiteX0" fmla="*/ 4906739 w 6759591"/>
                <a:gd name="connsiteY0" fmla="*/ 4316434 h 6778051"/>
                <a:gd name="connsiteX1" fmla="*/ 4374401 w 6759591"/>
                <a:gd name="connsiteY1" fmla="*/ 4322413 h 6778051"/>
                <a:gd name="connsiteX2" fmla="*/ 4302137 w 6759591"/>
                <a:gd name="connsiteY2" fmla="*/ 4340383 h 6778051"/>
                <a:gd name="connsiteX3" fmla="*/ 4301857 w 6759591"/>
                <a:gd name="connsiteY3" fmla="*/ 5533762 h 6778051"/>
                <a:gd name="connsiteX4" fmla="*/ 4306801 w 6759591"/>
                <a:gd name="connsiteY4" fmla="*/ 6350792 h 6778051"/>
                <a:gd name="connsiteX5" fmla="*/ 4323151 w 6759591"/>
                <a:gd name="connsiteY5" fmla="*/ 6386406 h 6778051"/>
                <a:gd name="connsiteX6" fmla="*/ 4425160 w 6759591"/>
                <a:gd name="connsiteY6" fmla="*/ 6397132 h 6778051"/>
                <a:gd name="connsiteX7" fmla="*/ 6363880 w 6759591"/>
                <a:gd name="connsiteY7" fmla="*/ 6379617 h 6778051"/>
                <a:gd name="connsiteX8" fmla="*/ 6373488 w 6759591"/>
                <a:gd name="connsiteY8" fmla="*/ 6292576 h 6778051"/>
                <a:gd name="connsiteX9" fmla="*/ 6373386 w 6759591"/>
                <a:gd name="connsiteY9" fmla="*/ 4421970 h 6778051"/>
                <a:gd name="connsiteX10" fmla="*/ 6362960 w 6759591"/>
                <a:gd name="connsiteY10" fmla="*/ 4336311 h 6778051"/>
                <a:gd name="connsiteX11" fmla="*/ 4906739 w 6759591"/>
                <a:gd name="connsiteY11" fmla="*/ 4316434 h 6778051"/>
                <a:gd name="connsiteX12" fmla="*/ 1990553 w 6759591"/>
                <a:gd name="connsiteY12" fmla="*/ 2846462 h 6778051"/>
                <a:gd name="connsiteX13" fmla="*/ 1893489 w 6759591"/>
                <a:gd name="connsiteY13" fmla="*/ 2846876 h 6778051"/>
                <a:gd name="connsiteX14" fmla="*/ 1687046 w 6759591"/>
                <a:gd name="connsiteY14" fmla="*/ 2846744 h 6778051"/>
                <a:gd name="connsiteX15" fmla="*/ 1657982 w 6759591"/>
                <a:gd name="connsiteY15" fmla="*/ 2848065 h 6778051"/>
                <a:gd name="connsiteX16" fmla="*/ 1522076 w 6759591"/>
                <a:gd name="connsiteY16" fmla="*/ 2863832 h 6778051"/>
                <a:gd name="connsiteX17" fmla="*/ 1515470 w 6759591"/>
                <a:gd name="connsiteY17" fmla="*/ 2968183 h 6778051"/>
                <a:gd name="connsiteX18" fmla="*/ 1515116 w 6759591"/>
                <a:gd name="connsiteY18" fmla="*/ 3313848 h 6778051"/>
                <a:gd name="connsiteX19" fmla="*/ 1515777 w 6759591"/>
                <a:gd name="connsiteY19" fmla="*/ 5089350 h 6778051"/>
                <a:gd name="connsiteX20" fmla="*/ 1539332 w 6759591"/>
                <a:gd name="connsiteY20" fmla="*/ 5264679 h 6778051"/>
                <a:gd name="connsiteX21" fmla="*/ 2606093 w 6759591"/>
                <a:gd name="connsiteY21" fmla="*/ 5264679 h 6778051"/>
                <a:gd name="connsiteX22" fmla="*/ 3768810 w 6759591"/>
                <a:gd name="connsiteY22" fmla="*/ 5264032 h 6778051"/>
                <a:gd name="connsiteX23" fmla="*/ 3903812 w 6759591"/>
                <a:gd name="connsiteY23" fmla="*/ 5244726 h 6778051"/>
                <a:gd name="connsiteX24" fmla="*/ 3892732 w 6759591"/>
                <a:gd name="connsiteY24" fmla="*/ 4597380 h 6778051"/>
                <a:gd name="connsiteX25" fmla="*/ 3725657 w 6759591"/>
                <a:gd name="connsiteY25" fmla="*/ 4593587 h 6778051"/>
                <a:gd name="connsiteX26" fmla="*/ 2327265 w 6759591"/>
                <a:gd name="connsiteY26" fmla="*/ 4592627 h 6778051"/>
                <a:gd name="connsiteX27" fmla="*/ 2168095 w 6759591"/>
                <a:gd name="connsiteY27" fmla="*/ 4560451 h 6778051"/>
                <a:gd name="connsiteX28" fmla="*/ 2166093 w 6759591"/>
                <a:gd name="connsiteY28" fmla="*/ 4145784 h 6778051"/>
                <a:gd name="connsiteX29" fmla="*/ 2166018 w 6759591"/>
                <a:gd name="connsiteY29" fmla="*/ 3721556 h 6778051"/>
                <a:gd name="connsiteX30" fmla="*/ 2165399 w 6759591"/>
                <a:gd name="connsiteY30" fmla="*/ 3281618 h 6778051"/>
                <a:gd name="connsiteX31" fmla="*/ 2155069 w 6759591"/>
                <a:gd name="connsiteY31" fmla="*/ 2863144 h 6778051"/>
                <a:gd name="connsiteX32" fmla="*/ 2019611 w 6759591"/>
                <a:gd name="connsiteY32" fmla="*/ 2847728 h 6778051"/>
                <a:gd name="connsiteX33" fmla="*/ 987867 w 6759591"/>
                <a:gd name="connsiteY33" fmla="*/ 2846436 h 6778051"/>
                <a:gd name="connsiteX34" fmla="*/ 892997 w 6759591"/>
                <a:gd name="connsiteY34" fmla="*/ 2846886 h 6778051"/>
                <a:gd name="connsiteX35" fmla="*/ 813688 w 6759591"/>
                <a:gd name="connsiteY35" fmla="*/ 2848170 h 6778051"/>
                <a:gd name="connsiteX36" fmla="*/ 794008 w 6759591"/>
                <a:gd name="connsiteY36" fmla="*/ 2849217 h 6778051"/>
                <a:gd name="connsiteX37" fmla="*/ 664889 w 6759591"/>
                <a:gd name="connsiteY37" fmla="*/ 2865589 h 6778051"/>
                <a:gd name="connsiteX38" fmla="*/ 661041 w 6759591"/>
                <a:gd name="connsiteY38" fmla="*/ 3032432 h 6778051"/>
                <a:gd name="connsiteX39" fmla="*/ 660864 w 6759591"/>
                <a:gd name="connsiteY39" fmla="*/ 4871183 h 6778051"/>
                <a:gd name="connsiteX40" fmla="*/ 661484 w 6759591"/>
                <a:gd name="connsiteY40" fmla="*/ 5939856 h 6778051"/>
                <a:gd name="connsiteX41" fmla="*/ 688600 w 6759591"/>
                <a:gd name="connsiteY41" fmla="*/ 6094061 h 6778051"/>
                <a:gd name="connsiteX42" fmla="*/ 778848 w 6759591"/>
                <a:gd name="connsiteY42" fmla="*/ 6101572 h 6778051"/>
                <a:gd name="connsiteX43" fmla="*/ 967428 w 6759591"/>
                <a:gd name="connsiteY43" fmla="*/ 6102021 h 6778051"/>
                <a:gd name="connsiteX44" fmla="*/ 3717697 w 6759591"/>
                <a:gd name="connsiteY44" fmla="*/ 6101633 h 6778051"/>
                <a:gd name="connsiteX45" fmla="*/ 3909300 w 6759591"/>
                <a:gd name="connsiteY45" fmla="*/ 6085569 h 6778051"/>
                <a:gd name="connsiteX46" fmla="*/ 3915225 w 6759591"/>
                <a:gd name="connsiteY46" fmla="*/ 5770582 h 6778051"/>
                <a:gd name="connsiteX47" fmla="*/ 3895926 w 6759591"/>
                <a:gd name="connsiteY47" fmla="*/ 5456160 h 6778051"/>
                <a:gd name="connsiteX48" fmla="*/ 3703955 w 6759591"/>
                <a:gd name="connsiteY48" fmla="*/ 5456153 h 6778051"/>
                <a:gd name="connsiteX49" fmla="*/ 1362416 w 6759591"/>
                <a:gd name="connsiteY49" fmla="*/ 5453408 h 6778051"/>
                <a:gd name="connsiteX50" fmla="*/ 1323588 w 6759591"/>
                <a:gd name="connsiteY50" fmla="*/ 5436180 h 6778051"/>
                <a:gd name="connsiteX51" fmla="*/ 1318297 w 6759591"/>
                <a:gd name="connsiteY51" fmla="*/ 5287437 h 6778051"/>
                <a:gd name="connsiteX52" fmla="*/ 1318038 w 6759591"/>
                <a:gd name="connsiteY52" fmla="*/ 4517360 h 6778051"/>
                <a:gd name="connsiteX53" fmla="*/ 1317547 w 6759591"/>
                <a:gd name="connsiteY53" fmla="*/ 3024363 h 6778051"/>
                <a:gd name="connsiteX54" fmla="*/ 1303056 w 6759591"/>
                <a:gd name="connsiteY54" fmla="*/ 2859678 h 6778051"/>
                <a:gd name="connsiteX55" fmla="*/ 1235697 w 6759591"/>
                <a:gd name="connsiteY55" fmla="*/ 2851583 h 6778051"/>
                <a:gd name="connsiteX56" fmla="*/ 1160797 w 6759591"/>
                <a:gd name="connsiteY56" fmla="*/ 2846493 h 6778051"/>
                <a:gd name="connsiteX57" fmla="*/ 6290268 w 6759591"/>
                <a:gd name="connsiteY57" fmla="*/ 388465 h 6778051"/>
                <a:gd name="connsiteX58" fmla="*/ 4388288 w 6759591"/>
                <a:gd name="connsiteY58" fmla="*/ 388908 h 6778051"/>
                <a:gd name="connsiteX59" fmla="*/ 4316051 w 6759591"/>
                <a:gd name="connsiteY59" fmla="*/ 403181 h 6778051"/>
                <a:gd name="connsiteX60" fmla="*/ 4302663 w 6759591"/>
                <a:gd name="connsiteY60" fmla="*/ 2372262 h 6778051"/>
                <a:gd name="connsiteX61" fmla="*/ 4315193 w 6759591"/>
                <a:gd name="connsiteY61" fmla="*/ 2446589 h 6778051"/>
                <a:gd name="connsiteX62" fmla="*/ 4364189 w 6759591"/>
                <a:gd name="connsiteY62" fmla="*/ 2461850 h 6778051"/>
                <a:gd name="connsiteX63" fmla="*/ 6313210 w 6759591"/>
                <a:gd name="connsiteY63" fmla="*/ 2462415 h 6778051"/>
                <a:gd name="connsiteX64" fmla="*/ 6367210 w 6759591"/>
                <a:gd name="connsiteY64" fmla="*/ 2446078 h 6778051"/>
                <a:gd name="connsiteX65" fmla="*/ 6374068 w 6759591"/>
                <a:gd name="connsiteY65" fmla="*/ 1917179 h 6778051"/>
                <a:gd name="connsiteX66" fmla="*/ 6373414 w 6759591"/>
                <a:gd name="connsiteY66" fmla="*/ 565353 h 6778051"/>
                <a:gd name="connsiteX67" fmla="*/ 6355634 w 6759591"/>
                <a:gd name="connsiteY67" fmla="*/ 396037 h 6778051"/>
                <a:gd name="connsiteX68" fmla="*/ 6290268 w 6759591"/>
                <a:gd name="connsiteY68" fmla="*/ 388465 h 6778051"/>
                <a:gd name="connsiteX69" fmla="*/ 1916706 w 6759591"/>
                <a:gd name="connsiteY69" fmla="*/ 2148 h 6778051"/>
                <a:gd name="connsiteX70" fmla="*/ 2529101 w 6759591"/>
                <a:gd name="connsiteY70" fmla="*/ 2260 h 6778051"/>
                <a:gd name="connsiteX71" fmla="*/ 2619301 w 6759591"/>
                <a:gd name="connsiteY71" fmla="*/ 4923 h 6778051"/>
                <a:gd name="connsiteX72" fmla="*/ 2645753 w 6759591"/>
                <a:gd name="connsiteY72" fmla="*/ 8203 h 6778051"/>
                <a:gd name="connsiteX73" fmla="*/ 2651439 w 6759591"/>
                <a:gd name="connsiteY73" fmla="*/ 8311 h 6778051"/>
                <a:gd name="connsiteX74" fmla="*/ 2657075 w 6759591"/>
                <a:gd name="connsiteY74" fmla="*/ 9607 h 6778051"/>
                <a:gd name="connsiteX75" fmla="*/ 2690855 w 6759591"/>
                <a:gd name="connsiteY75" fmla="*/ 13795 h 6778051"/>
                <a:gd name="connsiteX76" fmla="*/ 2843062 w 6759591"/>
                <a:gd name="connsiteY76" fmla="*/ 310661 h 6778051"/>
                <a:gd name="connsiteX77" fmla="*/ 2843217 w 6759591"/>
                <a:gd name="connsiteY77" fmla="*/ 2006505 h 6778051"/>
                <a:gd name="connsiteX78" fmla="*/ 2842924 w 6759591"/>
                <a:gd name="connsiteY78" fmla="*/ 2697404 h 6778051"/>
                <a:gd name="connsiteX79" fmla="*/ 2836148 w 6759591"/>
                <a:gd name="connsiteY79" fmla="*/ 2831030 h 6778051"/>
                <a:gd name="connsiteX80" fmla="*/ 2787895 w 6759591"/>
                <a:gd name="connsiteY80" fmla="*/ 2838328 h 6778051"/>
                <a:gd name="connsiteX81" fmla="*/ 2784758 w 6759591"/>
                <a:gd name="connsiteY81" fmla="*/ 2838621 h 6778051"/>
                <a:gd name="connsiteX82" fmla="*/ 2772201 w 6759591"/>
                <a:gd name="connsiteY82" fmla="*/ 2841248 h 6778051"/>
                <a:gd name="connsiteX83" fmla="*/ 2716168 w 6759591"/>
                <a:gd name="connsiteY83" fmla="*/ 2844137 h 6778051"/>
                <a:gd name="connsiteX84" fmla="*/ 2635421 w 6759591"/>
                <a:gd name="connsiteY84" fmla="*/ 2842968 h 6778051"/>
                <a:gd name="connsiteX85" fmla="*/ 2516928 w 6759591"/>
                <a:gd name="connsiteY85" fmla="*/ 2843505 h 6778051"/>
                <a:gd name="connsiteX86" fmla="*/ 2497174 w 6759591"/>
                <a:gd name="connsiteY86" fmla="*/ 2843712 h 6778051"/>
                <a:gd name="connsiteX87" fmla="*/ 2485369 w 6759591"/>
                <a:gd name="connsiteY87" fmla="*/ 2843648 h 6778051"/>
                <a:gd name="connsiteX88" fmla="*/ 2433628 w 6759591"/>
                <a:gd name="connsiteY88" fmla="*/ 2843883 h 6778051"/>
                <a:gd name="connsiteX89" fmla="*/ 2380982 w 6759591"/>
                <a:gd name="connsiteY89" fmla="*/ 2844019 h 6778051"/>
                <a:gd name="connsiteX90" fmla="*/ 2370614 w 6759591"/>
                <a:gd name="connsiteY90" fmla="*/ 2893868 h 6778051"/>
                <a:gd name="connsiteX91" fmla="*/ 2364942 w 6759591"/>
                <a:gd name="connsiteY91" fmla="*/ 2938643 h 6778051"/>
                <a:gd name="connsiteX92" fmla="*/ 2364588 w 6759591"/>
                <a:gd name="connsiteY92" fmla="*/ 4305116 h 6778051"/>
                <a:gd name="connsiteX93" fmla="*/ 2370567 w 6759591"/>
                <a:gd name="connsiteY93" fmla="*/ 4375079 h 6778051"/>
                <a:gd name="connsiteX94" fmla="*/ 2441442 w 6759591"/>
                <a:gd name="connsiteY94" fmla="*/ 4392682 h 6778051"/>
                <a:gd name="connsiteX95" fmla="*/ 3839317 w 6759591"/>
                <a:gd name="connsiteY95" fmla="*/ 4393029 h 6778051"/>
                <a:gd name="connsiteX96" fmla="*/ 3907312 w 6759591"/>
                <a:gd name="connsiteY96" fmla="*/ 4382658 h 6778051"/>
                <a:gd name="connsiteX97" fmla="*/ 3923764 w 6759591"/>
                <a:gd name="connsiteY97" fmla="*/ 3955583 h 6778051"/>
                <a:gd name="connsiteX98" fmla="*/ 4176777 w 6759591"/>
                <a:gd name="connsiteY98" fmla="*/ 3943006 h 6778051"/>
                <a:gd name="connsiteX99" fmla="*/ 4443778 w 6759591"/>
                <a:gd name="connsiteY99" fmla="*/ 3942434 h 6778051"/>
                <a:gd name="connsiteX100" fmla="*/ 4723206 w 6759591"/>
                <a:gd name="connsiteY100" fmla="*/ 3941583 h 6778051"/>
                <a:gd name="connsiteX101" fmla="*/ 4833669 w 6759591"/>
                <a:gd name="connsiteY101" fmla="*/ 3940897 h 6778051"/>
                <a:gd name="connsiteX102" fmla="*/ 4834389 w 6759591"/>
                <a:gd name="connsiteY102" fmla="*/ 3940892 h 6778051"/>
                <a:gd name="connsiteX103" fmla="*/ 4725112 w 6759591"/>
                <a:gd name="connsiteY103" fmla="*/ 3940892 h 6778051"/>
                <a:gd name="connsiteX104" fmla="*/ 4725112 w 6759591"/>
                <a:gd name="connsiteY104" fmla="*/ 2850469 h 6778051"/>
                <a:gd name="connsiteX105" fmla="*/ 4919327 w 6759591"/>
                <a:gd name="connsiteY105" fmla="*/ 2850469 h 6778051"/>
                <a:gd name="connsiteX106" fmla="*/ 4919327 w 6759591"/>
                <a:gd name="connsiteY106" fmla="*/ 3940273 h 6778051"/>
                <a:gd name="connsiteX107" fmla="*/ 4934019 w 6759591"/>
                <a:gd name="connsiteY107" fmla="*/ 3940166 h 6778051"/>
                <a:gd name="connsiteX108" fmla="*/ 5837206 w 6759591"/>
                <a:gd name="connsiteY108" fmla="*/ 3940527 h 6778051"/>
                <a:gd name="connsiteX109" fmla="*/ 6019180 w 6759591"/>
                <a:gd name="connsiteY109" fmla="*/ 3938886 h 6778051"/>
                <a:gd name="connsiteX110" fmla="*/ 6474890 w 6759591"/>
                <a:gd name="connsiteY110" fmla="*/ 3942550 h 6778051"/>
                <a:gd name="connsiteX111" fmla="*/ 6584840 w 6759591"/>
                <a:gd name="connsiteY111" fmla="*/ 3944470 h 6778051"/>
                <a:gd name="connsiteX112" fmla="*/ 6748326 w 6759591"/>
                <a:gd name="connsiteY112" fmla="*/ 4088978 h 6778051"/>
                <a:gd name="connsiteX113" fmla="*/ 6759044 w 6759591"/>
                <a:gd name="connsiteY113" fmla="*/ 4229386 h 6778051"/>
                <a:gd name="connsiteX114" fmla="*/ 6759201 w 6759591"/>
                <a:gd name="connsiteY114" fmla="*/ 6634223 h 6778051"/>
                <a:gd name="connsiteX115" fmla="*/ 6752418 w 6759591"/>
                <a:gd name="connsiteY115" fmla="*/ 6766208 h 6778051"/>
                <a:gd name="connsiteX116" fmla="*/ 6642088 w 6759591"/>
                <a:gd name="connsiteY116" fmla="*/ 6777608 h 6778051"/>
                <a:gd name="connsiteX117" fmla="*/ 4142947 w 6759591"/>
                <a:gd name="connsiteY117" fmla="*/ 6777621 h 6778051"/>
                <a:gd name="connsiteX118" fmla="*/ 3984268 w 6759591"/>
                <a:gd name="connsiteY118" fmla="*/ 6768850 h 6778051"/>
                <a:gd name="connsiteX119" fmla="*/ 3905446 w 6759591"/>
                <a:gd name="connsiteY119" fmla="*/ 6312930 h 6778051"/>
                <a:gd name="connsiteX120" fmla="*/ 3732944 w 6759591"/>
                <a:gd name="connsiteY120" fmla="*/ 6300087 h 6778051"/>
                <a:gd name="connsiteX121" fmla="*/ 667960 w 6759591"/>
                <a:gd name="connsiteY121" fmla="*/ 6299583 h 6778051"/>
                <a:gd name="connsiteX122" fmla="*/ 489321 w 6759591"/>
                <a:gd name="connsiteY122" fmla="*/ 6299583 h 6778051"/>
                <a:gd name="connsiteX123" fmla="*/ 466087 w 6759591"/>
                <a:gd name="connsiteY123" fmla="*/ 6207108 h 6778051"/>
                <a:gd name="connsiteX124" fmla="*/ 464882 w 6759591"/>
                <a:gd name="connsiteY124" fmla="*/ 6081456 h 6778051"/>
                <a:gd name="connsiteX125" fmla="*/ 464698 w 6759591"/>
                <a:gd name="connsiteY125" fmla="*/ 3047904 h 6778051"/>
                <a:gd name="connsiteX126" fmla="*/ 460782 w 6759591"/>
                <a:gd name="connsiteY126" fmla="*/ 2862185 h 6778051"/>
                <a:gd name="connsiteX127" fmla="*/ 406535 w 6759591"/>
                <a:gd name="connsiteY127" fmla="*/ 2848655 h 6778051"/>
                <a:gd name="connsiteX128" fmla="*/ 359819 w 6759591"/>
                <a:gd name="connsiteY128" fmla="*/ 2844121 h 6778051"/>
                <a:gd name="connsiteX129" fmla="*/ 305867 w 6759591"/>
                <a:gd name="connsiteY129" fmla="*/ 2843623 h 6778051"/>
                <a:gd name="connsiteX130" fmla="*/ 242863 w 6759591"/>
                <a:gd name="connsiteY130" fmla="*/ 2843992 h 6778051"/>
                <a:gd name="connsiteX131" fmla="*/ 34422 w 6759591"/>
                <a:gd name="connsiteY131" fmla="*/ 2796117 h 6778051"/>
                <a:gd name="connsiteX132" fmla="*/ 12 w 6759591"/>
                <a:gd name="connsiteY132" fmla="*/ 2620380 h 6778051"/>
                <a:gd name="connsiteX133" fmla="*/ 453 w 6759591"/>
                <a:gd name="connsiteY133" fmla="*/ 2546269 h 6778051"/>
                <a:gd name="connsiteX134" fmla="*/ 378 w 6759591"/>
                <a:gd name="connsiteY134" fmla="*/ 753834 h 6778051"/>
                <a:gd name="connsiteX135" fmla="*/ 387610 w 6759591"/>
                <a:gd name="connsiteY135" fmla="*/ 753834 h 6778051"/>
                <a:gd name="connsiteX136" fmla="*/ 383954 w 6759591"/>
                <a:gd name="connsiteY136" fmla="*/ 992050 h 6778051"/>
                <a:gd name="connsiteX137" fmla="*/ 386403 w 6759591"/>
                <a:gd name="connsiteY137" fmla="*/ 2372270 h 6778051"/>
                <a:gd name="connsiteX138" fmla="*/ 398929 w 6759591"/>
                <a:gd name="connsiteY138" fmla="*/ 2446601 h 6778051"/>
                <a:gd name="connsiteX139" fmla="*/ 404521 w 6759591"/>
                <a:gd name="connsiteY139" fmla="*/ 2448719 h 6778051"/>
                <a:gd name="connsiteX140" fmla="*/ 412237 w 6759591"/>
                <a:gd name="connsiteY140" fmla="*/ 2449636 h 6778051"/>
                <a:gd name="connsiteX141" fmla="*/ 888802 w 6759591"/>
                <a:gd name="connsiteY141" fmla="*/ 2461949 h 6778051"/>
                <a:gd name="connsiteX142" fmla="*/ 892951 w 6759591"/>
                <a:gd name="connsiteY142" fmla="*/ 2461989 h 6778051"/>
                <a:gd name="connsiteX143" fmla="*/ 2104349 w 6759591"/>
                <a:gd name="connsiteY143" fmla="*/ 2462343 h 6778051"/>
                <a:gd name="connsiteX144" fmla="*/ 2199285 w 6759591"/>
                <a:gd name="connsiteY144" fmla="*/ 2460999 h 6778051"/>
                <a:gd name="connsiteX145" fmla="*/ 2420362 w 6759591"/>
                <a:gd name="connsiteY145" fmla="*/ 2453911 h 6778051"/>
                <a:gd name="connsiteX146" fmla="*/ 2432092 w 6759591"/>
                <a:gd name="connsiteY146" fmla="*/ 2452857 h 6778051"/>
                <a:gd name="connsiteX147" fmla="*/ 2441330 w 6759591"/>
                <a:gd name="connsiteY147" fmla="*/ 2449543 h 6778051"/>
                <a:gd name="connsiteX148" fmla="*/ 2449440 w 6759591"/>
                <a:gd name="connsiteY148" fmla="*/ 2409581 h 6778051"/>
                <a:gd name="connsiteX149" fmla="*/ 2454667 w 6759591"/>
                <a:gd name="connsiteY149" fmla="*/ 2365358 h 6778051"/>
                <a:gd name="connsiteX150" fmla="*/ 2454919 w 6759591"/>
                <a:gd name="connsiteY150" fmla="*/ 482542 h 6778051"/>
                <a:gd name="connsiteX151" fmla="*/ 2452182 w 6759591"/>
                <a:gd name="connsiteY151" fmla="*/ 443726 h 6778051"/>
                <a:gd name="connsiteX152" fmla="*/ 2450059 w 6759591"/>
                <a:gd name="connsiteY152" fmla="*/ 425302 h 6778051"/>
                <a:gd name="connsiteX153" fmla="*/ 2440105 w 6759591"/>
                <a:gd name="connsiteY153" fmla="*/ 398046 h 6778051"/>
                <a:gd name="connsiteX154" fmla="*/ 2381426 w 6759591"/>
                <a:gd name="connsiteY154" fmla="*/ 392056 h 6778051"/>
                <a:gd name="connsiteX155" fmla="*/ 2325248 w 6759591"/>
                <a:gd name="connsiteY155" fmla="*/ 388486 h 6778051"/>
                <a:gd name="connsiteX156" fmla="*/ 734287 w 6759591"/>
                <a:gd name="connsiteY156" fmla="*/ 388854 h 6778051"/>
                <a:gd name="connsiteX157" fmla="*/ 734287 w 6759591"/>
                <a:gd name="connsiteY157" fmla="*/ 2683 h 6778051"/>
                <a:gd name="connsiteX158" fmla="*/ 4005137 w 6759591"/>
                <a:gd name="connsiteY158" fmla="*/ 222 h 6778051"/>
                <a:gd name="connsiteX159" fmla="*/ 4090011 w 6759591"/>
                <a:gd name="connsiteY159" fmla="*/ 2923 h 6778051"/>
                <a:gd name="connsiteX160" fmla="*/ 5832965 w 6759591"/>
                <a:gd name="connsiteY160" fmla="*/ 2140 h 6778051"/>
                <a:gd name="connsiteX161" fmla="*/ 6445358 w 6759591"/>
                <a:gd name="connsiteY161" fmla="*/ 2249 h 6778051"/>
                <a:gd name="connsiteX162" fmla="*/ 6759324 w 6759591"/>
                <a:gd name="connsiteY162" fmla="*/ 310651 h 6778051"/>
                <a:gd name="connsiteX163" fmla="*/ 6759481 w 6759591"/>
                <a:gd name="connsiteY163" fmla="*/ 2006494 h 6778051"/>
                <a:gd name="connsiteX164" fmla="*/ 6759188 w 6759591"/>
                <a:gd name="connsiteY164" fmla="*/ 2697395 h 6778051"/>
                <a:gd name="connsiteX165" fmla="*/ 6752412 w 6759591"/>
                <a:gd name="connsiteY165" fmla="*/ 2831015 h 6778051"/>
                <a:gd name="connsiteX166" fmla="*/ 6659617 w 6759591"/>
                <a:gd name="connsiteY166" fmla="*/ 2842469 h 6778051"/>
                <a:gd name="connsiteX167" fmla="*/ 6018821 w 6759591"/>
                <a:gd name="connsiteY167" fmla="*/ 2844777 h 6778051"/>
                <a:gd name="connsiteX168" fmla="*/ 5960589 w 6759591"/>
                <a:gd name="connsiteY168" fmla="*/ 2845715 h 6778051"/>
                <a:gd name="connsiteX169" fmla="*/ 5917029 w 6759591"/>
                <a:gd name="connsiteY169" fmla="*/ 2846331 h 6778051"/>
                <a:gd name="connsiteX170" fmla="*/ 6018509 w 6759591"/>
                <a:gd name="connsiteY170" fmla="*/ 2846331 h 6778051"/>
                <a:gd name="connsiteX171" fmla="*/ 6018509 w 6759591"/>
                <a:gd name="connsiteY171" fmla="*/ 3936901 h 6778051"/>
                <a:gd name="connsiteX172" fmla="*/ 5824113 w 6759591"/>
                <a:gd name="connsiteY172" fmla="*/ 3936901 h 6778051"/>
                <a:gd name="connsiteX173" fmla="*/ 5824113 w 6759591"/>
                <a:gd name="connsiteY173" fmla="*/ 2846801 h 6778051"/>
                <a:gd name="connsiteX174" fmla="*/ 5809751 w 6759591"/>
                <a:gd name="connsiteY174" fmla="*/ 2846861 h 6778051"/>
                <a:gd name="connsiteX175" fmla="*/ 4904127 w 6759591"/>
                <a:gd name="connsiteY175" fmla="*/ 2846425 h 6778051"/>
                <a:gd name="connsiteX176" fmla="*/ 4724713 w 6759591"/>
                <a:gd name="connsiteY176" fmla="*/ 2848243 h 6778051"/>
                <a:gd name="connsiteX177" fmla="*/ 4159640 w 6759591"/>
                <a:gd name="connsiteY177" fmla="*/ 2843034 h 6778051"/>
                <a:gd name="connsiteX178" fmla="*/ 3916719 w 6759591"/>
                <a:gd name="connsiteY178" fmla="*/ 2602530 h 6778051"/>
                <a:gd name="connsiteX179" fmla="*/ 3916617 w 6759591"/>
                <a:gd name="connsiteY179" fmla="*/ 121574 h 6778051"/>
                <a:gd name="connsiteX180" fmla="*/ 3921274 w 6759591"/>
                <a:gd name="connsiteY180" fmla="*/ 28302 h 6778051"/>
                <a:gd name="connsiteX181" fmla="*/ 4005137 w 6759591"/>
                <a:gd name="connsiteY181" fmla="*/ 222 h 677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6759591" h="6778051">
                  <a:moveTo>
                    <a:pt x="4906739" y="4316434"/>
                  </a:moveTo>
                  <a:cubicBezTo>
                    <a:pt x="4649059" y="4316431"/>
                    <a:pt x="4441278" y="4318227"/>
                    <a:pt x="4374401" y="4322413"/>
                  </a:cubicBezTo>
                  <a:cubicBezTo>
                    <a:pt x="4354489" y="4323659"/>
                    <a:pt x="4335014" y="4331974"/>
                    <a:pt x="4302137" y="4340383"/>
                  </a:cubicBezTo>
                  <a:cubicBezTo>
                    <a:pt x="4301612" y="4728541"/>
                    <a:pt x="4301994" y="5115431"/>
                    <a:pt x="4301857" y="5533762"/>
                  </a:cubicBezTo>
                  <a:cubicBezTo>
                    <a:pt x="4303328" y="5806108"/>
                    <a:pt x="4304663" y="6078453"/>
                    <a:pt x="4306801" y="6350792"/>
                  </a:cubicBezTo>
                  <a:cubicBezTo>
                    <a:pt x="4306876" y="6360101"/>
                    <a:pt x="4315055" y="6369335"/>
                    <a:pt x="4323151" y="6386406"/>
                  </a:cubicBezTo>
                  <a:cubicBezTo>
                    <a:pt x="4354237" y="6389798"/>
                    <a:pt x="4389641" y="6396430"/>
                    <a:pt x="4425160" y="6397132"/>
                  </a:cubicBezTo>
                  <a:cubicBezTo>
                    <a:pt x="5237751" y="6413223"/>
                    <a:pt x="6218534" y="6404820"/>
                    <a:pt x="6363880" y="6379617"/>
                  </a:cubicBezTo>
                  <a:cubicBezTo>
                    <a:pt x="6366992" y="6352685"/>
                    <a:pt x="6373454" y="6322634"/>
                    <a:pt x="6373488" y="6292576"/>
                  </a:cubicBezTo>
                  <a:cubicBezTo>
                    <a:pt x="6374046" y="5669043"/>
                    <a:pt x="6374040" y="5045503"/>
                    <a:pt x="6373386" y="4421970"/>
                  </a:cubicBezTo>
                  <a:cubicBezTo>
                    <a:pt x="6373352" y="4392423"/>
                    <a:pt x="6366344" y="4362889"/>
                    <a:pt x="6362960" y="4336311"/>
                  </a:cubicBezTo>
                  <a:cubicBezTo>
                    <a:pt x="6282047" y="4325160"/>
                    <a:pt x="5473636" y="4316441"/>
                    <a:pt x="4906739" y="4316434"/>
                  </a:cubicBezTo>
                  <a:close/>
                  <a:moveTo>
                    <a:pt x="1990553" y="2846462"/>
                  </a:moveTo>
                  <a:lnTo>
                    <a:pt x="1893489" y="2846876"/>
                  </a:lnTo>
                  <a:lnTo>
                    <a:pt x="1687046" y="2846744"/>
                  </a:lnTo>
                  <a:lnTo>
                    <a:pt x="1657982" y="2848065"/>
                  </a:lnTo>
                  <a:cubicBezTo>
                    <a:pt x="1602676" y="2851587"/>
                    <a:pt x="1554866" y="2856842"/>
                    <a:pt x="1522076" y="2863832"/>
                  </a:cubicBezTo>
                  <a:cubicBezTo>
                    <a:pt x="1519883" y="2896900"/>
                    <a:pt x="1515743" y="2932521"/>
                    <a:pt x="1515470" y="2968183"/>
                  </a:cubicBezTo>
                  <a:cubicBezTo>
                    <a:pt x="1514585" y="3083396"/>
                    <a:pt x="1515116" y="3198629"/>
                    <a:pt x="1515116" y="3313848"/>
                  </a:cubicBezTo>
                  <a:cubicBezTo>
                    <a:pt x="1515116" y="3905682"/>
                    <a:pt x="1514715" y="4497516"/>
                    <a:pt x="1515777" y="5089350"/>
                  </a:cubicBezTo>
                  <a:cubicBezTo>
                    <a:pt x="1515872" y="5144686"/>
                    <a:pt x="1503043" y="5203358"/>
                    <a:pt x="1539332" y="5264679"/>
                  </a:cubicBezTo>
                  <a:cubicBezTo>
                    <a:pt x="1884800" y="5264679"/>
                    <a:pt x="2229723" y="5264679"/>
                    <a:pt x="2606093" y="5264679"/>
                  </a:cubicBezTo>
                  <a:cubicBezTo>
                    <a:pt x="2993666" y="5264672"/>
                    <a:pt x="3381238" y="5265142"/>
                    <a:pt x="3768810" y="5264032"/>
                  </a:cubicBezTo>
                  <a:cubicBezTo>
                    <a:pt x="3814237" y="5263902"/>
                    <a:pt x="3863083" y="5276929"/>
                    <a:pt x="3903812" y="5244726"/>
                  </a:cubicBezTo>
                  <a:cubicBezTo>
                    <a:pt x="3926277" y="5071816"/>
                    <a:pt x="3921354" y="4713008"/>
                    <a:pt x="3892732" y="4597380"/>
                  </a:cubicBezTo>
                  <a:cubicBezTo>
                    <a:pt x="3839052" y="4596107"/>
                    <a:pt x="3782355" y="4593628"/>
                    <a:pt x="3725657" y="4593587"/>
                  </a:cubicBezTo>
                  <a:cubicBezTo>
                    <a:pt x="3259522" y="4593267"/>
                    <a:pt x="2793393" y="4593941"/>
                    <a:pt x="2327265" y="4592627"/>
                  </a:cubicBezTo>
                  <a:cubicBezTo>
                    <a:pt x="2277159" y="4592484"/>
                    <a:pt x="2222232" y="4609678"/>
                    <a:pt x="2168095" y="4560451"/>
                  </a:cubicBezTo>
                  <a:cubicBezTo>
                    <a:pt x="2167428" y="4427132"/>
                    <a:pt x="2166447" y="4286458"/>
                    <a:pt x="2166093" y="4145784"/>
                  </a:cubicBezTo>
                  <a:cubicBezTo>
                    <a:pt x="2165739" y="4004374"/>
                    <a:pt x="2166018" y="3862965"/>
                    <a:pt x="2166018" y="3721556"/>
                  </a:cubicBezTo>
                  <a:cubicBezTo>
                    <a:pt x="2166018" y="3574903"/>
                    <a:pt x="2168170" y="3428216"/>
                    <a:pt x="2165399" y="3281618"/>
                  </a:cubicBezTo>
                  <a:cubicBezTo>
                    <a:pt x="2162750" y="3141605"/>
                    <a:pt x="2178398" y="3000713"/>
                    <a:pt x="2155069" y="2863144"/>
                  </a:cubicBezTo>
                  <a:cubicBezTo>
                    <a:pt x="2122478" y="2856275"/>
                    <a:pt x="2074818" y="2851136"/>
                    <a:pt x="2019611" y="2847728"/>
                  </a:cubicBezTo>
                  <a:close/>
                  <a:moveTo>
                    <a:pt x="987867" y="2846436"/>
                  </a:moveTo>
                  <a:cubicBezTo>
                    <a:pt x="953373" y="2846332"/>
                    <a:pt x="922325" y="2846532"/>
                    <a:pt x="892997" y="2846886"/>
                  </a:cubicBezTo>
                  <a:lnTo>
                    <a:pt x="813688" y="2848170"/>
                  </a:lnTo>
                  <a:lnTo>
                    <a:pt x="794008" y="2849217"/>
                  </a:lnTo>
                  <a:cubicBezTo>
                    <a:pt x="740694" y="2853052"/>
                    <a:pt x="695357" y="2858521"/>
                    <a:pt x="664889" y="2865589"/>
                  </a:cubicBezTo>
                  <a:cubicBezTo>
                    <a:pt x="663595" y="2919167"/>
                    <a:pt x="661068" y="2975803"/>
                    <a:pt x="661041" y="3032432"/>
                  </a:cubicBezTo>
                  <a:cubicBezTo>
                    <a:pt x="660755" y="3645349"/>
                    <a:pt x="660864" y="4258266"/>
                    <a:pt x="660864" y="4871183"/>
                  </a:cubicBezTo>
                  <a:cubicBezTo>
                    <a:pt x="660864" y="5227409"/>
                    <a:pt x="660340" y="5583636"/>
                    <a:pt x="661484" y="5939856"/>
                  </a:cubicBezTo>
                  <a:cubicBezTo>
                    <a:pt x="661640" y="5990575"/>
                    <a:pt x="647994" y="6045018"/>
                    <a:pt x="688600" y="6094061"/>
                  </a:cubicBezTo>
                  <a:cubicBezTo>
                    <a:pt x="717071" y="6096540"/>
                    <a:pt x="747919" y="6100959"/>
                    <a:pt x="778848" y="6101572"/>
                  </a:cubicBezTo>
                  <a:cubicBezTo>
                    <a:pt x="841688" y="6102811"/>
                    <a:pt x="904568" y="6102021"/>
                    <a:pt x="967428" y="6102021"/>
                  </a:cubicBezTo>
                  <a:cubicBezTo>
                    <a:pt x="1884187" y="6102028"/>
                    <a:pt x="2800938" y="6102199"/>
                    <a:pt x="3717697" y="6101633"/>
                  </a:cubicBezTo>
                  <a:cubicBezTo>
                    <a:pt x="3778895" y="6101599"/>
                    <a:pt x="3841694" y="6109968"/>
                    <a:pt x="3909300" y="6085569"/>
                  </a:cubicBezTo>
                  <a:cubicBezTo>
                    <a:pt x="3922327" y="5978494"/>
                    <a:pt x="3917772" y="5874129"/>
                    <a:pt x="3915225" y="5770582"/>
                  </a:cubicBezTo>
                  <a:cubicBezTo>
                    <a:pt x="3912726" y="5668600"/>
                    <a:pt x="3933509" y="5564024"/>
                    <a:pt x="3895926" y="5456160"/>
                  </a:cubicBezTo>
                  <a:cubicBezTo>
                    <a:pt x="3838160" y="5456160"/>
                    <a:pt x="3786338" y="5456160"/>
                    <a:pt x="3703955" y="5456153"/>
                  </a:cubicBezTo>
                  <a:cubicBezTo>
                    <a:pt x="2923444" y="5455417"/>
                    <a:pt x="2142934" y="5454723"/>
                    <a:pt x="1362416" y="5453408"/>
                  </a:cubicBezTo>
                  <a:cubicBezTo>
                    <a:pt x="1353135" y="5453395"/>
                    <a:pt x="1343867" y="5445455"/>
                    <a:pt x="1323588" y="5436180"/>
                  </a:cubicBezTo>
                  <a:cubicBezTo>
                    <a:pt x="1321872" y="5390249"/>
                    <a:pt x="1318413" y="5338843"/>
                    <a:pt x="1318297" y="5287437"/>
                  </a:cubicBezTo>
                  <a:cubicBezTo>
                    <a:pt x="1317725" y="5030747"/>
                    <a:pt x="1318038" y="4774050"/>
                    <a:pt x="1318038" y="4517360"/>
                  </a:cubicBezTo>
                  <a:cubicBezTo>
                    <a:pt x="1318038" y="4019696"/>
                    <a:pt x="1318378" y="3522026"/>
                    <a:pt x="1317547" y="3024363"/>
                  </a:cubicBezTo>
                  <a:cubicBezTo>
                    <a:pt x="1317459" y="2968530"/>
                    <a:pt x="1327142" y="2910472"/>
                    <a:pt x="1303056" y="2859678"/>
                  </a:cubicBezTo>
                  <a:cubicBezTo>
                    <a:pt x="1283493" y="2856548"/>
                    <a:pt x="1260752" y="2853851"/>
                    <a:pt x="1235697" y="2851583"/>
                  </a:cubicBezTo>
                  <a:lnTo>
                    <a:pt x="1160797" y="2846493"/>
                  </a:lnTo>
                  <a:close/>
                  <a:moveTo>
                    <a:pt x="6290268" y="388465"/>
                  </a:moveTo>
                  <a:cubicBezTo>
                    <a:pt x="5656274" y="388125"/>
                    <a:pt x="5022281" y="388057"/>
                    <a:pt x="4388288" y="388908"/>
                  </a:cubicBezTo>
                  <a:cubicBezTo>
                    <a:pt x="4363494" y="388942"/>
                    <a:pt x="4338714" y="398503"/>
                    <a:pt x="4316051" y="403181"/>
                  </a:cubicBezTo>
                  <a:cubicBezTo>
                    <a:pt x="4298325" y="528908"/>
                    <a:pt x="4288227" y="2033113"/>
                    <a:pt x="4302663" y="2372262"/>
                  </a:cubicBezTo>
                  <a:cubicBezTo>
                    <a:pt x="4303732" y="2397362"/>
                    <a:pt x="4310937" y="2422197"/>
                    <a:pt x="4315193" y="2446589"/>
                  </a:cubicBezTo>
                  <a:cubicBezTo>
                    <a:pt x="4335023" y="2453004"/>
                    <a:pt x="4349602" y="2461829"/>
                    <a:pt x="4364189" y="2461850"/>
                  </a:cubicBezTo>
                  <a:cubicBezTo>
                    <a:pt x="5013858" y="2462714"/>
                    <a:pt x="5663540" y="2462891"/>
                    <a:pt x="6313210" y="2462415"/>
                  </a:cubicBezTo>
                  <a:cubicBezTo>
                    <a:pt x="6327701" y="2462408"/>
                    <a:pt x="6342178" y="2453917"/>
                    <a:pt x="6367210" y="2446078"/>
                  </a:cubicBezTo>
                  <a:cubicBezTo>
                    <a:pt x="6381224" y="2281428"/>
                    <a:pt x="6370915" y="2114775"/>
                    <a:pt x="6374068" y="1917179"/>
                  </a:cubicBezTo>
                  <a:cubicBezTo>
                    <a:pt x="6374068" y="1466570"/>
                    <a:pt x="6374572" y="1015962"/>
                    <a:pt x="6373414" y="565353"/>
                  </a:cubicBezTo>
                  <a:cubicBezTo>
                    <a:pt x="6373271" y="509847"/>
                    <a:pt x="6385440" y="451325"/>
                    <a:pt x="6355634" y="396037"/>
                  </a:cubicBezTo>
                  <a:cubicBezTo>
                    <a:pt x="6330690" y="393028"/>
                    <a:pt x="6310479" y="388479"/>
                    <a:pt x="6290268" y="388465"/>
                  </a:cubicBezTo>
                  <a:close/>
                  <a:moveTo>
                    <a:pt x="1916706" y="2148"/>
                  </a:moveTo>
                  <a:cubicBezTo>
                    <a:pt x="2120834" y="2148"/>
                    <a:pt x="2324963" y="1778"/>
                    <a:pt x="2529101" y="2260"/>
                  </a:cubicBezTo>
                  <a:cubicBezTo>
                    <a:pt x="2562503" y="2338"/>
                    <a:pt x="2592455" y="3113"/>
                    <a:pt x="2619301" y="4923"/>
                  </a:cubicBezTo>
                  <a:lnTo>
                    <a:pt x="2645753" y="8203"/>
                  </a:lnTo>
                  <a:lnTo>
                    <a:pt x="2651439" y="8311"/>
                  </a:lnTo>
                  <a:lnTo>
                    <a:pt x="2657075" y="9607"/>
                  </a:lnTo>
                  <a:lnTo>
                    <a:pt x="2690855" y="13795"/>
                  </a:lnTo>
                  <a:cubicBezTo>
                    <a:pt x="2816680" y="39096"/>
                    <a:pt x="2842894" y="113784"/>
                    <a:pt x="2843062" y="310661"/>
                  </a:cubicBezTo>
                  <a:cubicBezTo>
                    <a:pt x="2843553" y="875942"/>
                    <a:pt x="2843217" y="1441232"/>
                    <a:pt x="2843217" y="2006505"/>
                  </a:cubicBezTo>
                  <a:cubicBezTo>
                    <a:pt x="2843217" y="2236808"/>
                    <a:pt x="2843536" y="2467110"/>
                    <a:pt x="2842924" y="2697404"/>
                  </a:cubicBezTo>
                  <a:cubicBezTo>
                    <a:pt x="2842820" y="2738509"/>
                    <a:pt x="2838872" y="2779588"/>
                    <a:pt x="2836148" y="2831030"/>
                  </a:cubicBezTo>
                  <a:cubicBezTo>
                    <a:pt x="2819022" y="2833232"/>
                    <a:pt x="2803149" y="2836043"/>
                    <a:pt x="2787895" y="2838328"/>
                  </a:cubicBezTo>
                  <a:lnTo>
                    <a:pt x="2784758" y="2838621"/>
                  </a:lnTo>
                  <a:lnTo>
                    <a:pt x="2772201" y="2841248"/>
                  </a:lnTo>
                  <a:cubicBezTo>
                    <a:pt x="2753312" y="2843452"/>
                    <a:pt x="2734648" y="2844138"/>
                    <a:pt x="2716168" y="2844137"/>
                  </a:cubicBezTo>
                  <a:lnTo>
                    <a:pt x="2635421" y="2842968"/>
                  </a:lnTo>
                  <a:lnTo>
                    <a:pt x="2516928" y="2843505"/>
                  </a:lnTo>
                  <a:lnTo>
                    <a:pt x="2497174" y="2843712"/>
                  </a:lnTo>
                  <a:lnTo>
                    <a:pt x="2485369" y="2843648"/>
                  </a:lnTo>
                  <a:lnTo>
                    <a:pt x="2433628" y="2843883"/>
                  </a:lnTo>
                  <a:lnTo>
                    <a:pt x="2380982" y="2844019"/>
                  </a:lnTo>
                  <a:lnTo>
                    <a:pt x="2370614" y="2893868"/>
                  </a:lnTo>
                  <a:cubicBezTo>
                    <a:pt x="2367384" y="2909460"/>
                    <a:pt x="2364970" y="2924050"/>
                    <a:pt x="2364942" y="2938643"/>
                  </a:cubicBezTo>
                  <a:cubicBezTo>
                    <a:pt x="2364016" y="3394134"/>
                    <a:pt x="2364255" y="3849625"/>
                    <a:pt x="2364588" y="4305116"/>
                  </a:cubicBezTo>
                  <a:cubicBezTo>
                    <a:pt x="2364602" y="4325750"/>
                    <a:pt x="2368020" y="4346383"/>
                    <a:pt x="2370567" y="4375079"/>
                  </a:cubicBezTo>
                  <a:cubicBezTo>
                    <a:pt x="2393884" y="4381126"/>
                    <a:pt x="2417649" y="4392627"/>
                    <a:pt x="2441442" y="4392682"/>
                  </a:cubicBezTo>
                  <a:cubicBezTo>
                    <a:pt x="2907401" y="4393724"/>
                    <a:pt x="3373359" y="4393553"/>
                    <a:pt x="3839317" y="4393029"/>
                  </a:cubicBezTo>
                  <a:cubicBezTo>
                    <a:pt x="3859127" y="4393009"/>
                    <a:pt x="3878929" y="4387152"/>
                    <a:pt x="3907312" y="4382658"/>
                  </a:cubicBezTo>
                  <a:cubicBezTo>
                    <a:pt x="3929368" y="4241283"/>
                    <a:pt x="3904343" y="4099989"/>
                    <a:pt x="3923764" y="3955583"/>
                  </a:cubicBezTo>
                  <a:cubicBezTo>
                    <a:pt x="4011371" y="3932396"/>
                    <a:pt x="4094809" y="3944987"/>
                    <a:pt x="4176777" y="3943006"/>
                  </a:cubicBezTo>
                  <a:cubicBezTo>
                    <a:pt x="4265725" y="3940847"/>
                    <a:pt x="4354775" y="3942781"/>
                    <a:pt x="4443778" y="3942434"/>
                  </a:cubicBezTo>
                  <a:cubicBezTo>
                    <a:pt x="4527530" y="3942114"/>
                    <a:pt x="4611282" y="3941154"/>
                    <a:pt x="4723206" y="3941583"/>
                  </a:cubicBezTo>
                  <a:cubicBezTo>
                    <a:pt x="4765286" y="3941542"/>
                    <a:pt x="4800320" y="3941223"/>
                    <a:pt x="4833669" y="3940897"/>
                  </a:cubicBezTo>
                  <a:lnTo>
                    <a:pt x="4834389" y="3940892"/>
                  </a:lnTo>
                  <a:lnTo>
                    <a:pt x="4725112" y="3940892"/>
                  </a:lnTo>
                  <a:lnTo>
                    <a:pt x="4725112" y="2850469"/>
                  </a:lnTo>
                  <a:lnTo>
                    <a:pt x="4919327" y="2850469"/>
                  </a:lnTo>
                  <a:lnTo>
                    <a:pt x="4919327" y="3940273"/>
                  </a:lnTo>
                  <a:lnTo>
                    <a:pt x="4934019" y="3940166"/>
                  </a:lnTo>
                  <a:cubicBezTo>
                    <a:pt x="5240216" y="3940370"/>
                    <a:pt x="5531718" y="3939519"/>
                    <a:pt x="5837206" y="3940527"/>
                  </a:cubicBezTo>
                  <a:cubicBezTo>
                    <a:pt x="5907189" y="3941215"/>
                    <a:pt x="5963185" y="3940050"/>
                    <a:pt x="6019180" y="3938886"/>
                  </a:cubicBezTo>
                  <a:cubicBezTo>
                    <a:pt x="6171084" y="3940098"/>
                    <a:pt x="6322994" y="3941276"/>
                    <a:pt x="6474890" y="3942550"/>
                  </a:cubicBezTo>
                  <a:cubicBezTo>
                    <a:pt x="6511560" y="3942856"/>
                    <a:pt x="6548482" y="3940881"/>
                    <a:pt x="6584840" y="3944470"/>
                  </a:cubicBezTo>
                  <a:cubicBezTo>
                    <a:pt x="6671138" y="3952996"/>
                    <a:pt x="6730280" y="4003251"/>
                    <a:pt x="6748326" y="4088978"/>
                  </a:cubicBezTo>
                  <a:cubicBezTo>
                    <a:pt x="6757914" y="4134548"/>
                    <a:pt x="6759010" y="4182501"/>
                    <a:pt x="6759044" y="4229386"/>
                  </a:cubicBezTo>
                  <a:cubicBezTo>
                    <a:pt x="6759644" y="5030999"/>
                    <a:pt x="6759576" y="5832611"/>
                    <a:pt x="6759201" y="6634223"/>
                  </a:cubicBezTo>
                  <a:cubicBezTo>
                    <a:pt x="6759180" y="6675306"/>
                    <a:pt x="6755088" y="6716396"/>
                    <a:pt x="6752418" y="6766208"/>
                  </a:cubicBezTo>
                  <a:cubicBezTo>
                    <a:pt x="6711520" y="6770607"/>
                    <a:pt x="6676804" y="6777587"/>
                    <a:pt x="6642088" y="6777608"/>
                  </a:cubicBezTo>
                  <a:cubicBezTo>
                    <a:pt x="5809041" y="6778193"/>
                    <a:pt x="4975994" y="6778200"/>
                    <a:pt x="4142947" y="6777621"/>
                  </a:cubicBezTo>
                  <a:cubicBezTo>
                    <a:pt x="4090771" y="6777587"/>
                    <a:pt x="4038596" y="6771990"/>
                    <a:pt x="3984268" y="6768850"/>
                  </a:cubicBezTo>
                  <a:cubicBezTo>
                    <a:pt x="3868756" y="6633304"/>
                    <a:pt x="3942423" y="6464602"/>
                    <a:pt x="3905446" y="6312930"/>
                  </a:cubicBezTo>
                  <a:cubicBezTo>
                    <a:pt x="3847006" y="6290676"/>
                    <a:pt x="3789048" y="6300128"/>
                    <a:pt x="3732944" y="6300087"/>
                  </a:cubicBezTo>
                  <a:cubicBezTo>
                    <a:pt x="2711282" y="6299399"/>
                    <a:pt x="1689621" y="6299583"/>
                    <a:pt x="667960" y="6299583"/>
                  </a:cubicBezTo>
                  <a:cubicBezTo>
                    <a:pt x="610677" y="6299583"/>
                    <a:pt x="553387" y="6299583"/>
                    <a:pt x="489321" y="6299583"/>
                  </a:cubicBezTo>
                  <a:cubicBezTo>
                    <a:pt x="480128" y="6264459"/>
                    <a:pt x="468722" y="6236179"/>
                    <a:pt x="466087" y="6207108"/>
                  </a:cubicBezTo>
                  <a:cubicBezTo>
                    <a:pt x="462321" y="6165528"/>
                    <a:pt x="464882" y="6123370"/>
                    <a:pt x="464882" y="6081456"/>
                  </a:cubicBezTo>
                  <a:cubicBezTo>
                    <a:pt x="464861" y="5070270"/>
                    <a:pt x="464943" y="4059090"/>
                    <a:pt x="464698" y="3047904"/>
                  </a:cubicBezTo>
                  <a:cubicBezTo>
                    <a:pt x="464684" y="2986086"/>
                    <a:pt x="462151" y="2924261"/>
                    <a:pt x="460782" y="2862185"/>
                  </a:cubicBezTo>
                  <a:cubicBezTo>
                    <a:pt x="442797" y="2855929"/>
                    <a:pt x="424697" y="2851607"/>
                    <a:pt x="406535" y="2848655"/>
                  </a:cubicBezTo>
                  <a:lnTo>
                    <a:pt x="359819" y="2844121"/>
                  </a:lnTo>
                  <a:lnTo>
                    <a:pt x="305867" y="2843623"/>
                  </a:lnTo>
                  <a:lnTo>
                    <a:pt x="242863" y="2843992"/>
                  </a:lnTo>
                  <a:cubicBezTo>
                    <a:pt x="170663" y="2844932"/>
                    <a:pt x="100043" y="2840924"/>
                    <a:pt x="34422" y="2796117"/>
                  </a:cubicBezTo>
                  <a:cubicBezTo>
                    <a:pt x="1531" y="2745780"/>
                    <a:pt x="-185" y="2683301"/>
                    <a:pt x="12" y="2620380"/>
                  </a:cubicBezTo>
                  <a:lnTo>
                    <a:pt x="453" y="2546269"/>
                  </a:lnTo>
                  <a:lnTo>
                    <a:pt x="378" y="753834"/>
                  </a:lnTo>
                  <a:lnTo>
                    <a:pt x="387610" y="753834"/>
                  </a:lnTo>
                  <a:lnTo>
                    <a:pt x="383954" y="992050"/>
                  </a:lnTo>
                  <a:cubicBezTo>
                    <a:pt x="377937" y="1493234"/>
                    <a:pt x="377376" y="2160304"/>
                    <a:pt x="386403" y="2372270"/>
                  </a:cubicBezTo>
                  <a:cubicBezTo>
                    <a:pt x="387472" y="2397374"/>
                    <a:pt x="394679" y="2422212"/>
                    <a:pt x="398929" y="2446601"/>
                  </a:cubicBezTo>
                  <a:lnTo>
                    <a:pt x="404521" y="2448719"/>
                  </a:lnTo>
                  <a:lnTo>
                    <a:pt x="412237" y="2449636"/>
                  </a:lnTo>
                  <a:cubicBezTo>
                    <a:pt x="473382" y="2455112"/>
                    <a:pt x="656156" y="2459278"/>
                    <a:pt x="888802" y="2461949"/>
                  </a:cubicBezTo>
                  <a:lnTo>
                    <a:pt x="892951" y="2461989"/>
                  </a:lnTo>
                  <a:lnTo>
                    <a:pt x="2104349" y="2462343"/>
                  </a:lnTo>
                  <a:lnTo>
                    <a:pt x="2199285" y="2460999"/>
                  </a:lnTo>
                  <a:cubicBezTo>
                    <a:pt x="2301058" y="2459209"/>
                    <a:pt x="2378851" y="2456857"/>
                    <a:pt x="2420362" y="2453911"/>
                  </a:cubicBezTo>
                  <a:lnTo>
                    <a:pt x="2432092" y="2452857"/>
                  </a:lnTo>
                  <a:lnTo>
                    <a:pt x="2441330" y="2449543"/>
                  </a:lnTo>
                  <a:lnTo>
                    <a:pt x="2449440" y="2409581"/>
                  </a:lnTo>
                  <a:cubicBezTo>
                    <a:pt x="2452326" y="2395033"/>
                    <a:pt x="2454647" y="2380196"/>
                    <a:pt x="2454667" y="2365358"/>
                  </a:cubicBezTo>
                  <a:cubicBezTo>
                    <a:pt x="2455477" y="1737753"/>
                    <a:pt x="2455341" y="1110148"/>
                    <a:pt x="2454919" y="482542"/>
                  </a:cubicBezTo>
                  <a:cubicBezTo>
                    <a:pt x="2454909" y="469945"/>
                    <a:pt x="2453749" y="457348"/>
                    <a:pt x="2452182" y="443726"/>
                  </a:cubicBezTo>
                  <a:lnTo>
                    <a:pt x="2450059" y="425302"/>
                  </a:lnTo>
                  <a:lnTo>
                    <a:pt x="2440105" y="398046"/>
                  </a:lnTo>
                  <a:lnTo>
                    <a:pt x="2381426" y="392056"/>
                  </a:lnTo>
                  <a:lnTo>
                    <a:pt x="2325248" y="388486"/>
                  </a:lnTo>
                  <a:lnTo>
                    <a:pt x="734287" y="388854"/>
                  </a:lnTo>
                  <a:lnTo>
                    <a:pt x="734287" y="2683"/>
                  </a:lnTo>
                  <a:close/>
                  <a:moveTo>
                    <a:pt x="4005137" y="222"/>
                  </a:moveTo>
                  <a:cubicBezTo>
                    <a:pt x="4033675" y="-964"/>
                    <a:pt x="4062381" y="2981"/>
                    <a:pt x="4090011" y="2923"/>
                  </a:cubicBezTo>
                  <a:cubicBezTo>
                    <a:pt x="4670998" y="1656"/>
                    <a:pt x="5251978" y="2140"/>
                    <a:pt x="5832965" y="2140"/>
                  </a:cubicBezTo>
                  <a:cubicBezTo>
                    <a:pt x="6037098" y="2140"/>
                    <a:pt x="6241225" y="1772"/>
                    <a:pt x="6445358" y="2249"/>
                  </a:cubicBezTo>
                  <a:cubicBezTo>
                    <a:pt x="6712569" y="2875"/>
                    <a:pt x="6759100" y="48146"/>
                    <a:pt x="6759324" y="310651"/>
                  </a:cubicBezTo>
                  <a:cubicBezTo>
                    <a:pt x="6759815" y="875935"/>
                    <a:pt x="6759481" y="1441218"/>
                    <a:pt x="6759481" y="2006494"/>
                  </a:cubicBezTo>
                  <a:cubicBezTo>
                    <a:pt x="6759481" y="2236797"/>
                    <a:pt x="6759794" y="2467100"/>
                    <a:pt x="6759188" y="2697395"/>
                  </a:cubicBezTo>
                  <a:cubicBezTo>
                    <a:pt x="6759079" y="2738498"/>
                    <a:pt x="6755136" y="2779581"/>
                    <a:pt x="6752412" y="2831015"/>
                  </a:cubicBezTo>
                  <a:cubicBezTo>
                    <a:pt x="6718153" y="2835427"/>
                    <a:pt x="6688912" y="2842264"/>
                    <a:pt x="6659617" y="2842469"/>
                  </a:cubicBezTo>
                  <a:cubicBezTo>
                    <a:pt x="6455504" y="2843919"/>
                    <a:pt x="6251378" y="2843994"/>
                    <a:pt x="6018821" y="2844777"/>
                  </a:cubicBezTo>
                  <a:cubicBezTo>
                    <a:pt x="5997856" y="2845113"/>
                    <a:pt x="5978668" y="2845431"/>
                    <a:pt x="5960589" y="2845715"/>
                  </a:cubicBezTo>
                  <a:lnTo>
                    <a:pt x="5917029" y="2846331"/>
                  </a:lnTo>
                  <a:lnTo>
                    <a:pt x="6018509" y="2846331"/>
                  </a:lnTo>
                  <a:lnTo>
                    <a:pt x="6018509" y="3936901"/>
                  </a:lnTo>
                  <a:lnTo>
                    <a:pt x="5824113" y="3936901"/>
                  </a:lnTo>
                  <a:lnTo>
                    <a:pt x="5824113" y="2846801"/>
                  </a:lnTo>
                  <a:lnTo>
                    <a:pt x="5809751" y="2846861"/>
                  </a:lnTo>
                  <a:cubicBezTo>
                    <a:pt x="5502901" y="2846194"/>
                    <a:pt x="5210398" y="2846916"/>
                    <a:pt x="4904127" y="2846425"/>
                  </a:cubicBezTo>
                  <a:cubicBezTo>
                    <a:pt x="4835145" y="2846221"/>
                    <a:pt x="4779932" y="2847229"/>
                    <a:pt x="4724713" y="2848243"/>
                  </a:cubicBezTo>
                  <a:cubicBezTo>
                    <a:pt x="4536357" y="2846507"/>
                    <a:pt x="4347995" y="2844797"/>
                    <a:pt x="4159640" y="2843034"/>
                  </a:cubicBezTo>
                  <a:cubicBezTo>
                    <a:pt x="3966708" y="2841229"/>
                    <a:pt x="3916903" y="2793881"/>
                    <a:pt x="3916719" y="2602530"/>
                  </a:cubicBezTo>
                  <a:cubicBezTo>
                    <a:pt x="3915942" y="1775545"/>
                    <a:pt x="3916351" y="948559"/>
                    <a:pt x="3916617" y="121574"/>
                  </a:cubicBezTo>
                  <a:cubicBezTo>
                    <a:pt x="3916630" y="90502"/>
                    <a:pt x="3919654" y="59429"/>
                    <a:pt x="3921274" y="28302"/>
                  </a:cubicBezTo>
                  <a:cubicBezTo>
                    <a:pt x="3948230" y="7723"/>
                    <a:pt x="3976599" y="1407"/>
                    <a:pt x="4005137" y="222"/>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001" name="Freeform: Shape 1000">
              <a:extLst>
                <a:ext uri="{FF2B5EF4-FFF2-40B4-BE49-F238E27FC236}">
                  <a16:creationId xmlns:a16="http://schemas.microsoft.com/office/drawing/2014/main" id="{50FF30E0-47FE-41EB-FF69-7A2632D240BB}"/>
                </a:ext>
                <a:ext uri="{C183D7F6-B498-43B3-948B-1728B52AA6E4}">
                  <adec:decorative xmlns:adec="http://schemas.microsoft.com/office/drawing/2017/decorative" val="1"/>
                </a:ext>
              </a:extLst>
            </p:cNvPr>
            <p:cNvSpPr/>
            <p:nvPr/>
          </p:nvSpPr>
          <p:spPr>
            <a:xfrm>
              <a:off x="5867096" y="1517247"/>
              <a:ext cx="412116" cy="405026"/>
            </a:xfrm>
            <a:custGeom>
              <a:avLst/>
              <a:gdLst>
                <a:gd name="connsiteX0" fmla="*/ 5417644 w 6181741"/>
                <a:gd name="connsiteY0" fmla="*/ 5313575 h 6075385"/>
                <a:gd name="connsiteX1" fmla="*/ 5369789 w 6181741"/>
                <a:gd name="connsiteY1" fmla="*/ 5329455 h 6075385"/>
                <a:gd name="connsiteX2" fmla="*/ 5292056 w 6181741"/>
                <a:gd name="connsiteY2" fmla="*/ 5430326 h 6075385"/>
                <a:gd name="connsiteX3" fmla="*/ 5339438 w 6181741"/>
                <a:gd name="connsiteY3" fmla="*/ 5555249 h 6075385"/>
                <a:gd name="connsiteX4" fmla="*/ 5522183 w 6181741"/>
                <a:gd name="connsiteY4" fmla="*/ 5549604 h 6075385"/>
                <a:gd name="connsiteX5" fmla="*/ 5544104 w 6181741"/>
                <a:gd name="connsiteY5" fmla="*/ 5380514 h 6075385"/>
                <a:gd name="connsiteX6" fmla="*/ 5417644 w 6181741"/>
                <a:gd name="connsiteY6" fmla="*/ 5313575 h 6075385"/>
                <a:gd name="connsiteX7" fmla="*/ 5401425 w 6181741"/>
                <a:gd name="connsiteY7" fmla="*/ 5121920 h 6075385"/>
                <a:gd name="connsiteX8" fmla="*/ 5530368 w 6181741"/>
                <a:gd name="connsiteY8" fmla="*/ 5137750 h 6075385"/>
                <a:gd name="connsiteX9" fmla="*/ 5647802 w 6181741"/>
                <a:gd name="connsiteY9" fmla="*/ 5206480 h 6075385"/>
                <a:gd name="connsiteX10" fmla="*/ 5732964 w 6181741"/>
                <a:gd name="connsiteY10" fmla="*/ 5573792 h 6075385"/>
                <a:gd name="connsiteX11" fmla="*/ 5307568 w 6181741"/>
                <a:gd name="connsiteY11" fmla="*/ 5757182 h 6075385"/>
                <a:gd name="connsiteX12" fmla="*/ 5114969 w 6181741"/>
                <a:gd name="connsiteY12" fmla="*/ 5346895 h 6075385"/>
                <a:gd name="connsiteX13" fmla="*/ 5401425 w 6181741"/>
                <a:gd name="connsiteY13" fmla="*/ 5121920 h 6075385"/>
                <a:gd name="connsiteX14" fmla="*/ 5442179 w 6181741"/>
                <a:gd name="connsiteY14" fmla="*/ 4994967 h 6075385"/>
                <a:gd name="connsiteX15" fmla="*/ 5194066 w 6181741"/>
                <a:gd name="connsiteY15" fmla="*/ 5076640 h 6075385"/>
                <a:gd name="connsiteX16" fmla="*/ 5021461 w 6181741"/>
                <a:gd name="connsiteY16" fmla="*/ 5134216 h 6075385"/>
                <a:gd name="connsiteX17" fmla="*/ 4887283 w 6181741"/>
                <a:gd name="connsiteY17" fmla="*/ 5141441 h 6075385"/>
                <a:gd name="connsiteX18" fmla="*/ 4884893 w 6181741"/>
                <a:gd name="connsiteY18" fmla="*/ 5866456 h 6075385"/>
                <a:gd name="connsiteX19" fmla="*/ 4911846 w 6181741"/>
                <a:gd name="connsiteY19" fmla="*/ 5880021 h 6075385"/>
                <a:gd name="connsiteX20" fmla="*/ 5837689 w 6181741"/>
                <a:gd name="connsiteY20" fmla="*/ 5883977 h 6075385"/>
                <a:gd name="connsiteX21" fmla="*/ 5981114 w 6181741"/>
                <a:gd name="connsiteY21" fmla="*/ 5875989 h 6075385"/>
                <a:gd name="connsiteX22" fmla="*/ 5988442 w 6181741"/>
                <a:gd name="connsiteY22" fmla="*/ 5792169 h 6075385"/>
                <a:gd name="connsiteX23" fmla="*/ 5988026 w 6181741"/>
                <a:gd name="connsiteY23" fmla="*/ 5226868 h 6075385"/>
                <a:gd name="connsiteX24" fmla="*/ 5971254 w 6181741"/>
                <a:gd name="connsiteY24" fmla="*/ 5139527 h 6075385"/>
                <a:gd name="connsiteX25" fmla="*/ 5900563 w 6181741"/>
                <a:gd name="connsiteY25" fmla="*/ 5133759 h 6075385"/>
                <a:gd name="connsiteX26" fmla="*/ 5613630 w 6181741"/>
                <a:gd name="connsiteY26" fmla="*/ 5042034 h 6075385"/>
                <a:gd name="connsiteX27" fmla="*/ 5531615 w 6181741"/>
                <a:gd name="connsiteY27" fmla="*/ 5000590 h 6075385"/>
                <a:gd name="connsiteX28" fmla="*/ 5442179 w 6181741"/>
                <a:gd name="connsiteY28" fmla="*/ 4994967 h 6075385"/>
                <a:gd name="connsiteX29" fmla="*/ 5468530 w 6181741"/>
                <a:gd name="connsiteY29" fmla="*/ 4801551 h 6075385"/>
                <a:gd name="connsiteX30" fmla="*/ 5728979 w 6181741"/>
                <a:gd name="connsiteY30" fmla="*/ 4884901 h 6075385"/>
                <a:gd name="connsiteX31" fmla="*/ 5902108 w 6181741"/>
                <a:gd name="connsiteY31" fmla="*/ 4941183 h 6075385"/>
                <a:gd name="connsiteX32" fmla="*/ 6170880 w 6181741"/>
                <a:gd name="connsiteY32" fmla="*/ 4943811 h 6075385"/>
                <a:gd name="connsiteX33" fmla="*/ 6181244 w 6181741"/>
                <a:gd name="connsiteY33" fmla="*/ 5045009 h 6075385"/>
                <a:gd name="connsiteX34" fmla="*/ 6181503 w 6181741"/>
                <a:gd name="connsiteY34" fmla="*/ 5830603 h 6075385"/>
                <a:gd name="connsiteX35" fmla="*/ 6178139 w 6181741"/>
                <a:gd name="connsiteY35" fmla="*/ 5908975 h 6075385"/>
                <a:gd name="connsiteX36" fmla="*/ 6014713 w 6181741"/>
                <a:gd name="connsiteY36" fmla="*/ 6072093 h 6075385"/>
                <a:gd name="connsiteX37" fmla="*/ 5904860 w 6181741"/>
                <a:gd name="connsiteY37" fmla="*/ 6074626 h 6075385"/>
                <a:gd name="connsiteX38" fmla="*/ 5072499 w 6181741"/>
                <a:gd name="connsiteY38" fmla="*/ 6074735 h 6075385"/>
                <a:gd name="connsiteX39" fmla="*/ 4868659 w 6181741"/>
                <a:gd name="connsiteY39" fmla="*/ 6073673 h 6075385"/>
                <a:gd name="connsiteX40" fmla="*/ 4672744 w 6181741"/>
                <a:gd name="connsiteY40" fmla="*/ 5889942 h 6075385"/>
                <a:gd name="connsiteX41" fmla="*/ 4670946 w 6181741"/>
                <a:gd name="connsiteY41" fmla="*/ 5827178 h 6075385"/>
                <a:gd name="connsiteX42" fmla="*/ 4671144 w 6181741"/>
                <a:gd name="connsiteY42" fmla="*/ 5041584 h 6075385"/>
                <a:gd name="connsiteX43" fmla="*/ 4677790 w 6181741"/>
                <a:gd name="connsiteY43" fmla="*/ 4955306 h 6075385"/>
                <a:gd name="connsiteX44" fmla="*/ 4768052 w 6181741"/>
                <a:gd name="connsiteY44" fmla="*/ 4941088 h 6075385"/>
                <a:gd name="connsiteX45" fmla="*/ 4893636 w 6181741"/>
                <a:gd name="connsiteY45" fmla="*/ 4941094 h 6075385"/>
                <a:gd name="connsiteX46" fmla="*/ 5167549 w 6181741"/>
                <a:gd name="connsiteY46" fmla="*/ 4855940 h 6075385"/>
                <a:gd name="connsiteX47" fmla="*/ 5327161 w 6181741"/>
                <a:gd name="connsiteY47" fmla="*/ 4802042 h 6075385"/>
                <a:gd name="connsiteX48" fmla="*/ 5468530 w 6181741"/>
                <a:gd name="connsiteY48" fmla="*/ 4801551 h 6075385"/>
                <a:gd name="connsiteX49" fmla="*/ 5410197 w 6181741"/>
                <a:gd name="connsiteY49" fmla="*/ 1380852 h 6075385"/>
                <a:gd name="connsiteX50" fmla="*/ 5322808 w 6181741"/>
                <a:gd name="connsiteY50" fmla="*/ 1427875 h 6075385"/>
                <a:gd name="connsiteX51" fmla="*/ 5300431 w 6181741"/>
                <a:gd name="connsiteY51" fmla="*/ 1566888 h 6075385"/>
                <a:gd name="connsiteX52" fmla="*/ 5362801 w 6181741"/>
                <a:gd name="connsiteY52" fmla="*/ 1633494 h 6075385"/>
                <a:gd name="connsiteX53" fmla="*/ 5547943 w 6181741"/>
                <a:gd name="connsiteY53" fmla="*/ 1579091 h 6075385"/>
                <a:gd name="connsiteX54" fmla="*/ 5505191 w 6181741"/>
                <a:gd name="connsiteY54" fmla="*/ 1401801 h 6075385"/>
                <a:gd name="connsiteX55" fmla="*/ 5410197 w 6181741"/>
                <a:gd name="connsiteY55" fmla="*/ 1380852 h 6075385"/>
                <a:gd name="connsiteX56" fmla="*/ 1502168 w 6181741"/>
                <a:gd name="connsiteY56" fmla="*/ 1379158 h 6075385"/>
                <a:gd name="connsiteX57" fmla="*/ 1387317 w 6181741"/>
                <a:gd name="connsiteY57" fmla="*/ 1445948 h 6075385"/>
                <a:gd name="connsiteX58" fmla="*/ 1412165 w 6181741"/>
                <a:gd name="connsiteY58" fmla="*/ 1614324 h 6075385"/>
                <a:gd name="connsiteX59" fmla="*/ 1594684 w 6181741"/>
                <a:gd name="connsiteY59" fmla="*/ 1617981 h 6075385"/>
                <a:gd name="connsiteX60" fmla="*/ 1624905 w 6181741"/>
                <a:gd name="connsiteY60" fmla="*/ 1449495 h 6075385"/>
                <a:gd name="connsiteX61" fmla="*/ 1502168 w 6181741"/>
                <a:gd name="connsiteY61" fmla="*/ 1379158 h 6075385"/>
                <a:gd name="connsiteX62" fmla="*/ 5401664 w 6181741"/>
                <a:gd name="connsiteY62" fmla="*/ 1185750 h 6075385"/>
                <a:gd name="connsiteX63" fmla="*/ 5741678 w 6181741"/>
                <a:gd name="connsiteY63" fmla="*/ 1410245 h 6075385"/>
                <a:gd name="connsiteX64" fmla="*/ 5618654 w 6181741"/>
                <a:gd name="connsiteY64" fmla="*/ 1785860 h 6075385"/>
                <a:gd name="connsiteX65" fmla="*/ 5211319 w 6181741"/>
                <a:gd name="connsiteY65" fmla="*/ 1765377 h 6075385"/>
                <a:gd name="connsiteX66" fmla="*/ 5127404 w 6181741"/>
                <a:gd name="connsiteY66" fmla="*/ 1379560 h 6075385"/>
                <a:gd name="connsiteX67" fmla="*/ 5206553 w 6181741"/>
                <a:gd name="connsiteY67" fmla="*/ 1268740 h 6075385"/>
                <a:gd name="connsiteX68" fmla="*/ 5401664 w 6181741"/>
                <a:gd name="connsiteY68" fmla="*/ 1185750 h 6075385"/>
                <a:gd name="connsiteX69" fmla="*/ 1523506 w 6181741"/>
                <a:gd name="connsiteY69" fmla="*/ 1185426 h 6075385"/>
                <a:gd name="connsiteX70" fmla="*/ 1579955 w 6181741"/>
                <a:gd name="connsiteY70" fmla="*/ 1193165 h 6075385"/>
                <a:gd name="connsiteX71" fmla="*/ 1833205 w 6181741"/>
                <a:gd name="connsiteY71" fmla="*/ 1510074 h 6075385"/>
                <a:gd name="connsiteX72" fmla="*/ 1803175 w 6181741"/>
                <a:gd name="connsiteY72" fmla="*/ 1658730 h 6075385"/>
                <a:gd name="connsiteX73" fmla="*/ 1706907 w 6181741"/>
                <a:gd name="connsiteY73" fmla="*/ 1776272 h 6075385"/>
                <a:gd name="connsiteX74" fmla="*/ 1299908 w 6181741"/>
                <a:gd name="connsiteY74" fmla="*/ 1775128 h 6075385"/>
                <a:gd name="connsiteX75" fmla="*/ 1209599 w 6181741"/>
                <a:gd name="connsiteY75" fmla="*/ 1364429 h 6075385"/>
                <a:gd name="connsiteX76" fmla="*/ 1523506 w 6181741"/>
                <a:gd name="connsiteY76" fmla="*/ 1185426 h 6075385"/>
                <a:gd name="connsiteX77" fmla="*/ 5485823 w 6181741"/>
                <a:gd name="connsiteY77" fmla="*/ 1060777 h 6075385"/>
                <a:gd name="connsiteX78" fmla="*/ 5274730 w 6181741"/>
                <a:gd name="connsiteY78" fmla="*/ 1082343 h 6075385"/>
                <a:gd name="connsiteX79" fmla="*/ 5236950 w 6181741"/>
                <a:gd name="connsiteY79" fmla="*/ 1110427 h 6075385"/>
                <a:gd name="connsiteX80" fmla="*/ 4980566 w 6181741"/>
                <a:gd name="connsiteY80" fmla="*/ 1199435 h 6075385"/>
                <a:gd name="connsiteX81" fmla="*/ 4883964 w 6181741"/>
                <a:gd name="connsiteY81" fmla="*/ 1203760 h 6075385"/>
                <a:gd name="connsiteX82" fmla="*/ 4870134 w 6181741"/>
                <a:gd name="connsiteY82" fmla="*/ 1458312 h 6075385"/>
                <a:gd name="connsiteX83" fmla="*/ 4870229 w 6181741"/>
                <a:gd name="connsiteY83" fmla="*/ 1693838 h 6075385"/>
                <a:gd name="connsiteX84" fmla="*/ 4883270 w 6181741"/>
                <a:gd name="connsiteY84" fmla="*/ 1935336 h 6075385"/>
                <a:gd name="connsiteX85" fmla="*/ 5981886 w 6181741"/>
                <a:gd name="connsiteY85" fmla="*/ 1930099 h 6075385"/>
                <a:gd name="connsiteX86" fmla="*/ 5986734 w 6181741"/>
                <a:gd name="connsiteY86" fmla="*/ 1575581 h 6075385"/>
                <a:gd name="connsiteX87" fmla="*/ 5970731 w 6181741"/>
                <a:gd name="connsiteY87" fmla="*/ 1204257 h 6075385"/>
                <a:gd name="connsiteX88" fmla="*/ 5901797 w 6181741"/>
                <a:gd name="connsiteY88" fmla="*/ 1199204 h 6075385"/>
                <a:gd name="connsiteX89" fmla="*/ 5614471 w 6181741"/>
                <a:gd name="connsiteY89" fmla="*/ 1107900 h 6075385"/>
                <a:gd name="connsiteX90" fmla="*/ 5485823 w 6181741"/>
                <a:gd name="connsiteY90" fmla="*/ 1060777 h 6075385"/>
                <a:gd name="connsiteX91" fmla="*/ 1518673 w 6181741"/>
                <a:gd name="connsiteY91" fmla="*/ 1058901 h 6075385"/>
                <a:gd name="connsiteX92" fmla="*/ 1271349 w 6181741"/>
                <a:gd name="connsiteY92" fmla="*/ 1142314 h 6075385"/>
                <a:gd name="connsiteX93" fmla="*/ 1098955 w 6181741"/>
                <a:gd name="connsiteY93" fmla="*/ 1199257 h 6075385"/>
                <a:gd name="connsiteX94" fmla="*/ 952711 w 6181741"/>
                <a:gd name="connsiteY94" fmla="*/ 1203621 h 6075385"/>
                <a:gd name="connsiteX95" fmla="*/ 946405 w 6181741"/>
                <a:gd name="connsiteY95" fmla="*/ 1570295 h 6075385"/>
                <a:gd name="connsiteX96" fmla="*/ 961210 w 6181741"/>
                <a:gd name="connsiteY96" fmla="*/ 1947857 h 6075385"/>
                <a:gd name="connsiteX97" fmla="*/ 1563824 w 6181741"/>
                <a:gd name="connsiteY97" fmla="*/ 1947857 h 6075385"/>
                <a:gd name="connsiteX98" fmla="*/ 2056899 w 6181741"/>
                <a:gd name="connsiteY98" fmla="*/ 1938242 h 6075385"/>
                <a:gd name="connsiteX99" fmla="*/ 2062714 w 6181741"/>
                <a:gd name="connsiteY99" fmla="*/ 1575770 h 6075385"/>
                <a:gd name="connsiteX100" fmla="*/ 2045370 w 6181741"/>
                <a:gd name="connsiteY100" fmla="*/ 1203404 h 6075385"/>
                <a:gd name="connsiteX101" fmla="*/ 1960896 w 6181741"/>
                <a:gd name="connsiteY101" fmla="*/ 1199188 h 6075385"/>
                <a:gd name="connsiteX102" fmla="*/ 1702496 w 6181741"/>
                <a:gd name="connsiteY102" fmla="*/ 1116247 h 6075385"/>
                <a:gd name="connsiteX103" fmla="*/ 1608162 w 6181741"/>
                <a:gd name="connsiteY103" fmla="*/ 1065549 h 6075385"/>
                <a:gd name="connsiteX104" fmla="*/ 1518673 w 6181741"/>
                <a:gd name="connsiteY104" fmla="*/ 1058901 h 6075385"/>
                <a:gd name="connsiteX105" fmla="*/ 5461866 w 6181741"/>
                <a:gd name="connsiteY105" fmla="*/ 864890 h 6075385"/>
                <a:gd name="connsiteX106" fmla="*/ 5736459 w 6181741"/>
                <a:gd name="connsiteY106" fmla="*/ 954308 h 6075385"/>
                <a:gd name="connsiteX107" fmla="*/ 5894708 w 6181741"/>
                <a:gd name="connsiteY107" fmla="*/ 1008029 h 6075385"/>
                <a:gd name="connsiteX108" fmla="*/ 6167081 w 6181741"/>
                <a:gd name="connsiteY108" fmla="*/ 1007069 h 6075385"/>
                <a:gd name="connsiteX109" fmla="*/ 6181041 w 6181741"/>
                <a:gd name="connsiteY109" fmla="*/ 1104284 h 6075385"/>
                <a:gd name="connsiteX110" fmla="*/ 6181518 w 6181741"/>
                <a:gd name="connsiteY110" fmla="*/ 1890113 h 6075385"/>
                <a:gd name="connsiteX111" fmla="*/ 6179052 w 6181741"/>
                <a:gd name="connsiteY111" fmla="*/ 1968587 h 6075385"/>
                <a:gd name="connsiteX112" fmla="*/ 6003595 w 6181741"/>
                <a:gd name="connsiteY112" fmla="*/ 2138849 h 6075385"/>
                <a:gd name="connsiteX113" fmla="*/ 5925079 w 6181741"/>
                <a:gd name="connsiteY113" fmla="*/ 2140504 h 6075385"/>
                <a:gd name="connsiteX114" fmla="*/ 4934942 w 6181741"/>
                <a:gd name="connsiteY114" fmla="*/ 2140320 h 6075385"/>
                <a:gd name="connsiteX115" fmla="*/ 4671163 w 6181741"/>
                <a:gd name="connsiteY115" fmla="*/ 1879197 h 6075385"/>
                <a:gd name="connsiteX116" fmla="*/ 4671367 w 6181741"/>
                <a:gd name="connsiteY116" fmla="*/ 1124802 h 6075385"/>
                <a:gd name="connsiteX117" fmla="*/ 4683202 w 6181741"/>
                <a:gd name="connsiteY117" fmla="*/ 1018237 h 6075385"/>
                <a:gd name="connsiteX118" fmla="*/ 4924094 w 6181741"/>
                <a:gd name="connsiteY118" fmla="*/ 1008492 h 6075385"/>
                <a:gd name="connsiteX119" fmla="*/ 5140341 w 6181741"/>
                <a:gd name="connsiteY119" fmla="*/ 939231 h 6075385"/>
                <a:gd name="connsiteX120" fmla="*/ 5338625 w 6181741"/>
                <a:gd name="connsiteY120" fmla="*/ 865510 h 6075385"/>
                <a:gd name="connsiteX121" fmla="*/ 5461866 w 6181741"/>
                <a:gd name="connsiteY121" fmla="*/ 864890 h 6075385"/>
                <a:gd name="connsiteX122" fmla="*/ 1463565 w 6181741"/>
                <a:gd name="connsiteY122" fmla="*/ 864732 h 6075385"/>
                <a:gd name="connsiteX123" fmla="*/ 1604907 w 6181741"/>
                <a:gd name="connsiteY123" fmla="*/ 865522 h 6075385"/>
                <a:gd name="connsiteX124" fmla="*/ 1764675 w 6181741"/>
                <a:gd name="connsiteY124" fmla="*/ 919263 h 6075385"/>
                <a:gd name="connsiteX125" fmla="*/ 2082925 w 6181741"/>
                <a:gd name="connsiteY125" fmla="*/ 1007094 h 6075385"/>
                <a:gd name="connsiteX126" fmla="*/ 2242700 w 6181741"/>
                <a:gd name="connsiteY126" fmla="*/ 1007094 h 6075385"/>
                <a:gd name="connsiteX127" fmla="*/ 2261080 w 6181741"/>
                <a:gd name="connsiteY127" fmla="*/ 1087285 h 6075385"/>
                <a:gd name="connsiteX128" fmla="*/ 2261454 w 6181741"/>
                <a:gd name="connsiteY128" fmla="*/ 1904173 h 6075385"/>
                <a:gd name="connsiteX129" fmla="*/ 2246303 w 6181741"/>
                <a:gd name="connsiteY129" fmla="*/ 2011990 h 6075385"/>
                <a:gd name="connsiteX130" fmla="*/ 2098901 w 6181741"/>
                <a:gd name="connsiteY130" fmla="*/ 2136607 h 6075385"/>
                <a:gd name="connsiteX131" fmla="*/ 2004900 w 6181741"/>
                <a:gd name="connsiteY131" fmla="*/ 2140434 h 6075385"/>
                <a:gd name="connsiteX132" fmla="*/ 1015258 w 6181741"/>
                <a:gd name="connsiteY132" fmla="*/ 2142919 h 6075385"/>
                <a:gd name="connsiteX133" fmla="*/ 749906 w 6181741"/>
                <a:gd name="connsiteY133" fmla="*/ 1881790 h 6075385"/>
                <a:gd name="connsiteX134" fmla="*/ 752425 w 6181741"/>
                <a:gd name="connsiteY134" fmla="*/ 1127803 h 6075385"/>
                <a:gd name="connsiteX135" fmla="*/ 761142 w 6181741"/>
                <a:gd name="connsiteY135" fmla="*/ 1017813 h 6075385"/>
                <a:gd name="connsiteX136" fmla="*/ 1015271 w 6181741"/>
                <a:gd name="connsiteY136" fmla="*/ 1008286 h 6075385"/>
                <a:gd name="connsiteX137" fmla="*/ 1203396 w 6181741"/>
                <a:gd name="connsiteY137" fmla="*/ 949655 h 6075385"/>
                <a:gd name="connsiteX138" fmla="*/ 1463565 w 6181741"/>
                <a:gd name="connsiteY138" fmla="*/ 864732 h 6075385"/>
                <a:gd name="connsiteX139" fmla="*/ 0 w 6181741"/>
                <a:gd name="connsiteY139" fmla="*/ 0 h 6075385"/>
                <a:gd name="connsiteX140" fmla="*/ 567894 w 6181741"/>
                <a:gd name="connsiteY140" fmla="*/ 0 h 6075385"/>
                <a:gd name="connsiteX141" fmla="*/ 567894 w 6181741"/>
                <a:gd name="connsiteY141" fmla="*/ 574471 h 6075385"/>
                <a:gd name="connsiteX142" fmla="*/ 0 w 6181741"/>
                <a:gd name="connsiteY142" fmla="*/ 574471 h 607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6181741" h="6075385">
                  <a:moveTo>
                    <a:pt x="5417644" y="5313575"/>
                  </a:moveTo>
                  <a:cubicBezTo>
                    <a:pt x="5401478" y="5315317"/>
                    <a:pt x="5385296" y="5320487"/>
                    <a:pt x="5369789" y="5329455"/>
                  </a:cubicBezTo>
                  <a:cubicBezTo>
                    <a:pt x="5340623" y="5346330"/>
                    <a:pt x="5321358" y="5380303"/>
                    <a:pt x="5292056" y="5430326"/>
                  </a:cubicBezTo>
                  <a:cubicBezTo>
                    <a:pt x="5286356" y="5480118"/>
                    <a:pt x="5301297" y="5522468"/>
                    <a:pt x="5339438" y="5555249"/>
                  </a:cubicBezTo>
                  <a:cubicBezTo>
                    <a:pt x="5393582" y="5601779"/>
                    <a:pt x="5470818" y="5598987"/>
                    <a:pt x="5522183" y="5549604"/>
                  </a:cubicBezTo>
                  <a:cubicBezTo>
                    <a:pt x="5571601" y="5502093"/>
                    <a:pt x="5580038" y="5437007"/>
                    <a:pt x="5544104" y="5380514"/>
                  </a:cubicBezTo>
                  <a:cubicBezTo>
                    <a:pt x="5514502" y="5333987"/>
                    <a:pt x="5466142" y="5308351"/>
                    <a:pt x="5417644" y="5313575"/>
                  </a:cubicBezTo>
                  <a:close/>
                  <a:moveTo>
                    <a:pt x="5401425" y="5121920"/>
                  </a:moveTo>
                  <a:cubicBezTo>
                    <a:pt x="5443858" y="5118425"/>
                    <a:pt x="5487586" y="5123300"/>
                    <a:pt x="5530368" y="5137750"/>
                  </a:cubicBezTo>
                  <a:cubicBezTo>
                    <a:pt x="5568939" y="5150777"/>
                    <a:pt x="5602817" y="5177682"/>
                    <a:pt x="5647802" y="5206480"/>
                  </a:cubicBezTo>
                  <a:cubicBezTo>
                    <a:pt x="5755804" y="5318805"/>
                    <a:pt x="5786611" y="5438192"/>
                    <a:pt x="5732964" y="5573792"/>
                  </a:cubicBezTo>
                  <a:cubicBezTo>
                    <a:pt x="5665997" y="5743045"/>
                    <a:pt x="5476769" y="5823637"/>
                    <a:pt x="5307568" y="5757182"/>
                  </a:cubicBezTo>
                  <a:cubicBezTo>
                    <a:pt x="5144210" y="5693022"/>
                    <a:pt x="5059177" y="5511892"/>
                    <a:pt x="5114969" y="5346895"/>
                  </a:cubicBezTo>
                  <a:cubicBezTo>
                    <a:pt x="5158473" y="5218228"/>
                    <a:pt x="5274124" y="5132405"/>
                    <a:pt x="5401425" y="5121920"/>
                  </a:cubicBezTo>
                  <a:close/>
                  <a:moveTo>
                    <a:pt x="5442179" y="4994967"/>
                  </a:moveTo>
                  <a:cubicBezTo>
                    <a:pt x="5352986" y="4991397"/>
                    <a:pt x="5265961" y="5000144"/>
                    <a:pt x="5194066" y="5076640"/>
                  </a:cubicBezTo>
                  <a:cubicBezTo>
                    <a:pt x="5147923" y="5125745"/>
                    <a:pt x="5087344" y="5136851"/>
                    <a:pt x="5021461" y="5134216"/>
                  </a:cubicBezTo>
                  <a:cubicBezTo>
                    <a:pt x="4975972" y="5132391"/>
                    <a:pt x="4930150" y="5138853"/>
                    <a:pt x="4887283" y="5141441"/>
                  </a:cubicBezTo>
                  <a:cubicBezTo>
                    <a:pt x="4862237" y="5274426"/>
                    <a:pt x="4862040" y="5736991"/>
                    <a:pt x="4884893" y="5866456"/>
                  </a:cubicBezTo>
                  <a:cubicBezTo>
                    <a:pt x="4893875" y="5871175"/>
                    <a:pt x="4902829" y="5879966"/>
                    <a:pt x="4911846" y="5880021"/>
                  </a:cubicBezTo>
                  <a:cubicBezTo>
                    <a:pt x="5210143" y="5881859"/>
                    <a:pt x="5508441" y="5882860"/>
                    <a:pt x="5837689" y="5883977"/>
                  </a:cubicBezTo>
                  <a:cubicBezTo>
                    <a:pt x="5883320" y="5881437"/>
                    <a:pt x="5928945" y="5878897"/>
                    <a:pt x="5981114" y="5875989"/>
                  </a:cubicBezTo>
                  <a:cubicBezTo>
                    <a:pt x="5984186" y="5842207"/>
                    <a:pt x="5988367" y="5817195"/>
                    <a:pt x="5988442" y="5792169"/>
                  </a:cubicBezTo>
                  <a:cubicBezTo>
                    <a:pt x="5989014" y="5603733"/>
                    <a:pt x="5989518" y="5415290"/>
                    <a:pt x="5988026" y="5226868"/>
                  </a:cubicBezTo>
                  <a:cubicBezTo>
                    <a:pt x="5987795" y="5197872"/>
                    <a:pt x="5977165" y="5168958"/>
                    <a:pt x="5971254" y="5139527"/>
                  </a:cubicBezTo>
                  <a:cubicBezTo>
                    <a:pt x="5941543" y="5137008"/>
                    <a:pt x="5921060" y="5133821"/>
                    <a:pt x="5900563" y="5133759"/>
                  </a:cubicBezTo>
                  <a:cubicBezTo>
                    <a:pt x="5703763" y="5133181"/>
                    <a:pt x="5738758" y="5138322"/>
                    <a:pt x="5613630" y="5042034"/>
                  </a:cubicBezTo>
                  <a:cubicBezTo>
                    <a:pt x="5589510" y="5023471"/>
                    <a:pt x="5559861" y="5002368"/>
                    <a:pt x="5531615" y="5000590"/>
                  </a:cubicBezTo>
                  <a:cubicBezTo>
                    <a:pt x="5501882" y="4998716"/>
                    <a:pt x="5471910" y="4996157"/>
                    <a:pt x="5442179" y="4994967"/>
                  </a:cubicBezTo>
                  <a:close/>
                  <a:moveTo>
                    <a:pt x="5468530" y="4801551"/>
                  </a:moveTo>
                  <a:cubicBezTo>
                    <a:pt x="5566896" y="4794953"/>
                    <a:pt x="5656422" y="4813359"/>
                    <a:pt x="5728979" y="4884901"/>
                  </a:cubicBezTo>
                  <a:cubicBezTo>
                    <a:pt x="5777628" y="4932868"/>
                    <a:pt x="5836531" y="4942797"/>
                    <a:pt x="5902108" y="4941183"/>
                  </a:cubicBezTo>
                  <a:cubicBezTo>
                    <a:pt x="5990192" y="4939018"/>
                    <a:pt x="6078670" y="4937683"/>
                    <a:pt x="6170880" y="4943811"/>
                  </a:cubicBezTo>
                  <a:cubicBezTo>
                    <a:pt x="6175149" y="4983798"/>
                    <a:pt x="6181162" y="5014393"/>
                    <a:pt x="6181244" y="5045009"/>
                  </a:cubicBezTo>
                  <a:cubicBezTo>
                    <a:pt x="6181986" y="5306874"/>
                    <a:pt x="6181741" y="5568739"/>
                    <a:pt x="6181503" y="5830603"/>
                  </a:cubicBezTo>
                  <a:cubicBezTo>
                    <a:pt x="6181482" y="5856745"/>
                    <a:pt x="6181693" y="5883180"/>
                    <a:pt x="6178139" y="5908975"/>
                  </a:cubicBezTo>
                  <a:cubicBezTo>
                    <a:pt x="6165466" y="6001130"/>
                    <a:pt x="6105690" y="6061504"/>
                    <a:pt x="6014713" y="6072093"/>
                  </a:cubicBezTo>
                  <a:cubicBezTo>
                    <a:pt x="5978486" y="6076308"/>
                    <a:pt x="5941502" y="6074606"/>
                    <a:pt x="5904860" y="6074626"/>
                  </a:cubicBezTo>
                  <a:cubicBezTo>
                    <a:pt x="5632520" y="6074797"/>
                    <a:pt x="5360181" y="6074728"/>
                    <a:pt x="5072499" y="6074735"/>
                  </a:cubicBezTo>
                  <a:cubicBezTo>
                    <a:pt x="4994324" y="6074558"/>
                    <a:pt x="4931355" y="6076887"/>
                    <a:pt x="4868659" y="6073673"/>
                  </a:cubicBezTo>
                  <a:cubicBezTo>
                    <a:pt x="4751587" y="6067674"/>
                    <a:pt x="4687092" y="6006033"/>
                    <a:pt x="4672744" y="5889942"/>
                  </a:cubicBezTo>
                  <a:cubicBezTo>
                    <a:pt x="4670184" y="5869261"/>
                    <a:pt x="4670953" y="5848111"/>
                    <a:pt x="4670946" y="5827178"/>
                  </a:cubicBezTo>
                  <a:cubicBezTo>
                    <a:pt x="4670844" y="5565313"/>
                    <a:pt x="4670708" y="5303449"/>
                    <a:pt x="4671144" y="5041584"/>
                  </a:cubicBezTo>
                  <a:cubicBezTo>
                    <a:pt x="4671185" y="5016021"/>
                    <a:pt x="4674971" y="4990464"/>
                    <a:pt x="4677790" y="4955306"/>
                  </a:cubicBezTo>
                  <a:cubicBezTo>
                    <a:pt x="4709734" y="4950056"/>
                    <a:pt x="4738730" y="4942770"/>
                    <a:pt x="4768052" y="4941088"/>
                  </a:cubicBezTo>
                  <a:cubicBezTo>
                    <a:pt x="4809816" y="4938697"/>
                    <a:pt x="4852186" y="4936811"/>
                    <a:pt x="4893636" y="4941094"/>
                  </a:cubicBezTo>
                  <a:cubicBezTo>
                    <a:pt x="4997784" y="4951854"/>
                    <a:pt x="5089660" y="4930614"/>
                    <a:pt x="5167549" y="4855940"/>
                  </a:cubicBezTo>
                  <a:cubicBezTo>
                    <a:pt x="5211138" y="4814149"/>
                    <a:pt x="5267208" y="4800830"/>
                    <a:pt x="5327161" y="4802042"/>
                  </a:cubicBezTo>
                  <a:cubicBezTo>
                    <a:pt x="5374277" y="4802995"/>
                    <a:pt x="5421604" y="4804704"/>
                    <a:pt x="5468530" y="4801551"/>
                  </a:cubicBezTo>
                  <a:close/>
                  <a:moveTo>
                    <a:pt x="5410197" y="1380852"/>
                  </a:moveTo>
                  <a:cubicBezTo>
                    <a:pt x="5377229" y="1385556"/>
                    <a:pt x="5345528" y="1401590"/>
                    <a:pt x="5322808" y="1427875"/>
                  </a:cubicBezTo>
                  <a:cubicBezTo>
                    <a:pt x="5293696" y="1461563"/>
                    <a:pt x="5286131" y="1500814"/>
                    <a:pt x="5300431" y="1566888"/>
                  </a:cubicBezTo>
                  <a:cubicBezTo>
                    <a:pt x="5320976" y="1589496"/>
                    <a:pt x="5337707" y="1618485"/>
                    <a:pt x="5362801" y="1633494"/>
                  </a:cubicBezTo>
                  <a:cubicBezTo>
                    <a:pt x="5430292" y="1673875"/>
                    <a:pt x="5507800" y="1648734"/>
                    <a:pt x="5547943" y="1579091"/>
                  </a:cubicBezTo>
                  <a:cubicBezTo>
                    <a:pt x="5583155" y="1518008"/>
                    <a:pt x="5565008" y="1442754"/>
                    <a:pt x="5505191" y="1401801"/>
                  </a:cubicBezTo>
                  <a:cubicBezTo>
                    <a:pt x="5477401" y="1382771"/>
                    <a:pt x="5443165" y="1376147"/>
                    <a:pt x="5410197" y="1380852"/>
                  </a:cubicBezTo>
                  <a:close/>
                  <a:moveTo>
                    <a:pt x="1502168" y="1379158"/>
                  </a:moveTo>
                  <a:cubicBezTo>
                    <a:pt x="1452172" y="1381283"/>
                    <a:pt x="1413609" y="1402440"/>
                    <a:pt x="1387317" y="1445948"/>
                  </a:cubicBezTo>
                  <a:cubicBezTo>
                    <a:pt x="1353050" y="1502625"/>
                    <a:pt x="1362264" y="1567780"/>
                    <a:pt x="1412165" y="1614324"/>
                  </a:cubicBezTo>
                  <a:cubicBezTo>
                    <a:pt x="1464674" y="1663306"/>
                    <a:pt x="1541249" y="1664838"/>
                    <a:pt x="1594684" y="1617981"/>
                  </a:cubicBezTo>
                  <a:cubicBezTo>
                    <a:pt x="1643741" y="1574971"/>
                    <a:pt x="1657081" y="1504375"/>
                    <a:pt x="1624905" y="1449495"/>
                  </a:cubicBezTo>
                  <a:cubicBezTo>
                    <a:pt x="1603053" y="1412233"/>
                    <a:pt x="1571388" y="1387139"/>
                    <a:pt x="1502168" y="1379158"/>
                  </a:cubicBezTo>
                  <a:close/>
                  <a:moveTo>
                    <a:pt x="5401664" y="1185750"/>
                  </a:moveTo>
                  <a:cubicBezTo>
                    <a:pt x="5555256" y="1173608"/>
                    <a:pt x="5691804" y="1263625"/>
                    <a:pt x="5741678" y="1410245"/>
                  </a:cubicBezTo>
                  <a:cubicBezTo>
                    <a:pt x="5788719" y="1548502"/>
                    <a:pt x="5738661" y="1701338"/>
                    <a:pt x="5618654" y="1785860"/>
                  </a:cubicBezTo>
                  <a:cubicBezTo>
                    <a:pt x="5493131" y="1874263"/>
                    <a:pt x="5328276" y="1865976"/>
                    <a:pt x="5211319" y="1765377"/>
                  </a:cubicBezTo>
                  <a:cubicBezTo>
                    <a:pt x="5100431" y="1669993"/>
                    <a:pt x="5064537" y="1512697"/>
                    <a:pt x="5127404" y="1379560"/>
                  </a:cubicBezTo>
                  <a:cubicBezTo>
                    <a:pt x="5144925" y="1342468"/>
                    <a:pt x="5174043" y="1310851"/>
                    <a:pt x="5206553" y="1268740"/>
                  </a:cubicBezTo>
                  <a:cubicBezTo>
                    <a:pt x="5269433" y="1215964"/>
                    <a:pt x="5331606" y="1191293"/>
                    <a:pt x="5401664" y="1185750"/>
                  </a:cubicBezTo>
                  <a:close/>
                  <a:moveTo>
                    <a:pt x="1523506" y="1185426"/>
                  </a:moveTo>
                  <a:cubicBezTo>
                    <a:pt x="1542212" y="1186445"/>
                    <a:pt x="1561082" y="1189000"/>
                    <a:pt x="1579955" y="1193165"/>
                  </a:cubicBezTo>
                  <a:cubicBezTo>
                    <a:pt x="1728882" y="1226035"/>
                    <a:pt x="1834642" y="1355127"/>
                    <a:pt x="1833205" y="1510074"/>
                  </a:cubicBezTo>
                  <a:cubicBezTo>
                    <a:pt x="1832776" y="1555931"/>
                    <a:pt x="1816903" y="1601651"/>
                    <a:pt x="1803175" y="1658730"/>
                  </a:cubicBezTo>
                  <a:cubicBezTo>
                    <a:pt x="1768078" y="1705791"/>
                    <a:pt x="1742562" y="1747269"/>
                    <a:pt x="1706907" y="1776272"/>
                  </a:cubicBezTo>
                  <a:cubicBezTo>
                    <a:pt x="1589584" y="1871737"/>
                    <a:pt x="1418709" y="1869088"/>
                    <a:pt x="1299908" y="1775128"/>
                  </a:cubicBezTo>
                  <a:cubicBezTo>
                    <a:pt x="1176347" y="1677395"/>
                    <a:pt x="1138336" y="1504538"/>
                    <a:pt x="1209599" y="1364429"/>
                  </a:cubicBezTo>
                  <a:cubicBezTo>
                    <a:pt x="1269618" y="1246427"/>
                    <a:pt x="1392561" y="1178294"/>
                    <a:pt x="1523506" y="1185426"/>
                  </a:cubicBezTo>
                  <a:close/>
                  <a:moveTo>
                    <a:pt x="5485823" y="1060777"/>
                  </a:moveTo>
                  <a:cubicBezTo>
                    <a:pt x="5423351" y="1064563"/>
                    <a:pt x="5360797" y="1066974"/>
                    <a:pt x="5274730" y="1082343"/>
                  </a:cubicBezTo>
                  <a:cubicBezTo>
                    <a:pt x="5262071" y="1091639"/>
                    <a:pt x="5248322" y="1099756"/>
                    <a:pt x="5236950" y="1110427"/>
                  </a:cubicBezTo>
                  <a:cubicBezTo>
                    <a:pt x="5164625" y="1178319"/>
                    <a:pt x="5081833" y="1212973"/>
                    <a:pt x="4980566" y="1199435"/>
                  </a:cubicBezTo>
                  <a:cubicBezTo>
                    <a:pt x="4951006" y="1195479"/>
                    <a:pt x="4920076" y="1201826"/>
                    <a:pt x="4883964" y="1203760"/>
                  </a:cubicBezTo>
                  <a:cubicBezTo>
                    <a:pt x="4859089" y="1292810"/>
                    <a:pt x="4872429" y="1376324"/>
                    <a:pt x="4870134" y="1458312"/>
                  </a:cubicBezTo>
                  <a:cubicBezTo>
                    <a:pt x="4867935" y="1536766"/>
                    <a:pt x="4867594" y="1615404"/>
                    <a:pt x="4870229" y="1693838"/>
                  </a:cubicBezTo>
                  <a:cubicBezTo>
                    <a:pt x="4872974" y="1775138"/>
                    <a:pt x="4856882" y="1858686"/>
                    <a:pt x="4883270" y="1935336"/>
                  </a:cubicBezTo>
                  <a:cubicBezTo>
                    <a:pt x="5066688" y="1955417"/>
                    <a:pt x="5851235" y="1952020"/>
                    <a:pt x="5981886" y="1930099"/>
                  </a:cubicBezTo>
                  <a:cubicBezTo>
                    <a:pt x="5994865" y="1813981"/>
                    <a:pt x="5988790" y="1694389"/>
                    <a:pt x="5986734" y="1575581"/>
                  </a:cubicBezTo>
                  <a:cubicBezTo>
                    <a:pt x="5984603" y="1452469"/>
                    <a:pt x="6004807" y="1327396"/>
                    <a:pt x="5970731" y="1204257"/>
                  </a:cubicBezTo>
                  <a:cubicBezTo>
                    <a:pt x="5942716" y="1201996"/>
                    <a:pt x="5921926" y="1197229"/>
                    <a:pt x="5901797" y="1199204"/>
                  </a:cubicBezTo>
                  <a:cubicBezTo>
                    <a:pt x="5792652" y="1209929"/>
                    <a:pt x="5694648" y="1190202"/>
                    <a:pt x="5614471" y="1107900"/>
                  </a:cubicBezTo>
                  <a:cubicBezTo>
                    <a:pt x="5580409" y="1072939"/>
                    <a:pt x="5535921" y="1057740"/>
                    <a:pt x="5485823" y="1060777"/>
                  </a:cubicBezTo>
                  <a:close/>
                  <a:moveTo>
                    <a:pt x="1518673" y="1058901"/>
                  </a:moveTo>
                  <a:cubicBezTo>
                    <a:pt x="1429567" y="1055520"/>
                    <a:pt x="1342989" y="1067283"/>
                    <a:pt x="1271349" y="1142314"/>
                  </a:cubicBezTo>
                  <a:cubicBezTo>
                    <a:pt x="1224539" y="1191337"/>
                    <a:pt x="1164791" y="1202723"/>
                    <a:pt x="1098955" y="1199257"/>
                  </a:cubicBezTo>
                  <a:cubicBezTo>
                    <a:pt x="1053385" y="1196853"/>
                    <a:pt x="1007434" y="1201701"/>
                    <a:pt x="952711" y="1203621"/>
                  </a:cubicBezTo>
                  <a:cubicBezTo>
                    <a:pt x="938438" y="1332100"/>
                    <a:pt x="944948" y="1451568"/>
                    <a:pt x="946405" y="1570295"/>
                  </a:cubicBezTo>
                  <a:cubicBezTo>
                    <a:pt x="947917" y="1693162"/>
                    <a:pt x="931336" y="1817670"/>
                    <a:pt x="961210" y="1947857"/>
                  </a:cubicBezTo>
                  <a:cubicBezTo>
                    <a:pt x="1157335" y="1947857"/>
                    <a:pt x="1344887" y="1947857"/>
                    <a:pt x="1563824" y="1947857"/>
                  </a:cubicBezTo>
                  <a:cubicBezTo>
                    <a:pt x="1724532" y="1943451"/>
                    <a:pt x="1885860" y="1957357"/>
                    <a:pt x="2056899" y="1938242"/>
                  </a:cubicBezTo>
                  <a:cubicBezTo>
                    <a:pt x="2069612" y="1813822"/>
                    <a:pt x="2065383" y="1694421"/>
                    <a:pt x="2062714" y="1575770"/>
                  </a:cubicBezTo>
                  <a:cubicBezTo>
                    <a:pt x="2059949" y="1453080"/>
                    <a:pt x="2081495" y="1328177"/>
                    <a:pt x="2045370" y="1203404"/>
                  </a:cubicBezTo>
                  <a:cubicBezTo>
                    <a:pt x="2011934" y="1201504"/>
                    <a:pt x="1986064" y="1196730"/>
                    <a:pt x="1960896" y="1199188"/>
                  </a:cubicBezTo>
                  <a:cubicBezTo>
                    <a:pt x="1862380" y="1208804"/>
                    <a:pt x="1776361" y="1186659"/>
                    <a:pt x="1702496" y="1116247"/>
                  </a:cubicBezTo>
                  <a:cubicBezTo>
                    <a:pt x="1677246" y="1092181"/>
                    <a:pt x="1641175" y="1068552"/>
                    <a:pt x="1608162" y="1065549"/>
                  </a:cubicBezTo>
                  <a:cubicBezTo>
                    <a:pt x="1578358" y="1062838"/>
                    <a:pt x="1548375" y="1060029"/>
                    <a:pt x="1518673" y="1058901"/>
                  </a:cubicBezTo>
                  <a:close/>
                  <a:moveTo>
                    <a:pt x="5461866" y="864890"/>
                  </a:moveTo>
                  <a:cubicBezTo>
                    <a:pt x="5566285" y="856385"/>
                    <a:pt x="5658904" y="880804"/>
                    <a:pt x="5736459" y="954308"/>
                  </a:cubicBezTo>
                  <a:cubicBezTo>
                    <a:pt x="5780680" y="996208"/>
                    <a:pt x="5833374" y="1010617"/>
                    <a:pt x="5894708" y="1008029"/>
                  </a:cubicBezTo>
                  <a:cubicBezTo>
                    <a:pt x="5983186" y="1004284"/>
                    <a:pt x="6071943" y="1007069"/>
                    <a:pt x="6167081" y="1007069"/>
                  </a:cubicBezTo>
                  <a:cubicBezTo>
                    <a:pt x="6172774" y="1045101"/>
                    <a:pt x="6180932" y="1074676"/>
                    <a:pt x="6181041" y="1104284"/>
                  </a:cubicBezTo>
                  <a:cubicBezTo>
                    <a:pt x="6182042" y="1366225"/>
                    <a:pt x="6181681" y="1628172"/>
                    <a:pt x="6181518" y="1890113"/>
                  </a:cubicBezTo>
                  <a:cubicBezTo>
                    <a:pt x="6181504" y="1916289"/>
                    <a:pt x="6182287" y="1942724"/>
                    <a:pt x="6179052" y="1968587"/>
                  </a:cubicBezTo>
                  <a:cubicBezTo>
                    <a:pt x="6166877" y="2066088"/>
                    <a:pt x="6102764" y="2128240"/>
                    <a:pt x="6003595" y="2138849"/>
                  </a:cubicBezTo>
                  <a:cubicBezTo>
                    <a:pt x="5977657" y="2141621"/>
                    <a:pt x="5951269" y="2140490"/>
                    <a:pt x="5925079" y="2140504"/>
                  </a:cubicBezTo>
                  <a:cubicBezTo>
                    <a:pt x="5595036" y="2140592"/>
                    <a:pt x="5264985" y="2141253"/>
                    <a:pt x="4934942" y="2140320"/>
                  </a:cubicBezTo>
                  <a:cubicBezTo>
                    <a:pt x="4732341" y="2139748"/>
                    <a:pt x="4672245" y="2080436"/>
                    <a:pt x="4671163" y="1879197"/>
                  </a:cubicBezTo>
                  <a:cubicBezTo>
                    <a:pt x="4669807" y="1627736"/>
                    <a:pt x="4670352" y="1376262"/>
                    <a:pt x="4671367" y="1124802"/>
                  </a:cubicBezTo>
                  <a:cubicBezTo>
                    <a:pt x="4671510" y="1089569"/>
                    <a:pt x="4679007" y="1054369"/>
                    <a:pt x="4683202" y="1018237"/>
                  </a:cubicBezTo>
                  <a:cubicBezTo>
                    <a:pt x="4767887" y="997835"/>
                    <a:pt x="4846668" y="1005844"/>
                    <a:pt x="4924094" y="1008492"/>
                  </a:cubicBezTo>
                  <a:cubicBezTo>
                    <a:pt x="5006307" y="1011305"/>
                    <a:pt x="5078183" y="997032"/>
                    <a:pt x="5140341" y="939231"/>
                  </a:cubicBezTo>
                  <a:cubicBezTo>
                    <a:pt x="5191611" y="891557"/>
                    <a:pt x="5252959" y="863154"/>
                    <a:pt x="5338625" y="865510"/>
                  </a:cubicBezTo>
                  <a:cubicBezTo>
                    <a:pt x="5388560" y="865394"/>
                    <a:pt x="5425434" y="867859"/>
                    <a:pt x="5461866" y="864890"/>
                  </a:cubicBezTo>
                  <a:close/>
                  <a:moveTo>
                    <a:pt x="1463565" y="864732"/>
                  </a:moveTo>
                  <a:cubicBezTo>
                    <a:pt x="1510416" y="868422"/>
                    <a:pt x="1557777" y="865753"/>
                    <a:pt x="1604907" y="865522"/>
                  </a:cubicBezTo>
                  <a:cubicBezTo>
                    <a:pt x="1664423" y="865229"/>
                    <a:pt x="1722993" y="876151"/>
                    <a:pt x="1764675" y="919263"/>
                  </a:cubicBezTo>
                  <a:cubicBezTo>
                    <a:pt x="1850477" y="1008014"/>
                    <a:pt x="1956279" y="1016199"/>
                    <a:pt x="2082925" y="1007094"/>
                  </a:cubicBezTo>
                  <a:cubicBezTo>
                    <a:pt x="2143981" y="1007094"/>
                    <a:pt x="2190722" y="1007094"/>
                    <a:pt x="2242700" y="1007094"/>
                  </a:cubicBezTo>
                  <a:cubicBezTo>
                    <a:pt x="2250273" y="1038848"/>
                    <a:pt x="2260964" y="1063043"/>
                    <a:pt x="2261080" y="1087285"/>
                  </a:cubicBezTo>
                  <a:cubicBezTo>
                    <a:pt x="2262360" y="1359577"/>
                    <a:pt x="2262564" y="1631882"/>
                    <a:pt x="2261454" y="1904173"/>
                  </a:cubicBezTo>
                  <a:cubicBezTo>
                    <a:pt x="2261304" y="1940230"/>
                    <a:pt x="2256953" y="1977724"/>
                    <a:pt x="2246303" y="2011990"/>
                  </a:cubicBezTo>
                  <a:cubicBezTo>
                    <a:pt x="2224178" y="2083192"/>
                    <a:pt x="2171560" y="2124213"/>
                    <a:pt x="2098901" y="2136607"/>
                  </a:cubicBezTo>
                  <a:cubicBezTo>
                    <a:pt x="2068230" y="2141837"/>
                    <a:pt x="2036272" y="2140413"/>
                    <a:pt x="2004900" y="2140434"/>
                  </a:cubicBezTo>
                  <a:cubicBezTo>
                    <a:pt x="1674999" y="2140665"/>
                    <a:pt x="1344948" y="2134612"/>
                    <a:pt x="1015258" y="2142919"/>
                  </a:cubicBezTo>
                  <a:cubicBezTo>
                    <a:pt x="831771" y="2147543"/>
                    <a:pt x="743709" y="2064895"/>
                    <a:pt x="749906" y="1881790"/>
                  </a:cubicBezTo>
                  <a:cubicBezTo>
                    <a:pt x="758397" y="1630724"/>
                    <a:pt x="751676" y="1379155"/>
                    <a:pt x="752425" y="1127803"/>
                  </a:cubicBezTo>
                  <a:cubicBezTo>
                    <a:pt x="752527" y="1091888"/>
                    <a:pt x="757975" y="1055988"/>
                    <a:pt x="761142" y="1017813"/>
                  </a:cubicBezTo>
                  <a:cubicBezTo>
                    <a:pt x="848727" y="998834"/>
                    <a:pt x="932507" y="1006618"/>
                    <a:pt x="1015271" y="1008286"/>
                  </a:cubicBezTo>
                  <a:cubicBezTo>
                    <a:pt x="1086133" y="1009709"/>
                    <a:pt x="1150328" y="1000516"/>
                    <a:pt x="1203396" y="949655"/>
                  </a:cubicBezTo>
                  <a:cubicBezTo>
                    <a:pt x="1276477" y="879624"/>
                    <a:pt x="1364403" y="856921"/>
                    <a:pt x="1463565" y="864732"/>
                  </a:cubicBezTo>
                  <a:close/>
                  <a:moveTo>
                    <a:pt x="0" y="0"/>
                  </a:moveTo>
                  <a:lnTo>
                    <a:pt x="567894" y="0"/>
                  </a:lnTo>
                  <a:lnTo>
                    <a:pt x="567894" y="574471"/>
                  </a:lnTo>
                  <a:lnTo>
                    <a:pt x="0" y="574471"/>
                  </a:lnTo>
                  <a:close/>
                </a:path>
              </a:pathLst>
            </a:custGeom>
            <a:solidFill>
              <a:schemeClr val="accent1"/>
            </a:solidFill>
            <a:ln w="1155" cap="flat">
              <a:noFill/>
              <a:prstDash val="solid"/>
              <a:miter/>
            </a:ln>
          </p:spPr>
          <p:txBody>
            <a:bodyPr wrap="square" rtlCol="0" anchor="ctr">
              <a:noAutofit/>
            </a:bodyPr>
            <a:lstStyle/>
            <a:p>
              <a:endParaRPr lang="en-US" dirty="0"/>
            </a:p>
          </p:txBody>
        </p:sp>
      </p:grpSp>
      <p:grpSp>
        <p:nvGrpSpPr>
          <p:cNvPr id="923" name="Group 922">
            <a:extLst>
              <a:ext uri="{FF2B5EF4-FFF2-40B4-BE49-F238E27FC236}">
                <a16:creationId xmlns:a16="http://schemas.microsoft.com/office/drawing/2014/main" id="{D89ECBC8-C59C-9364-A2E1-F8A6C3626C14}"/>
              </a:ext>
              <a:ext uri="{C183D7F6-B498-43B3-948B-1728B52AA6E4}">
                <adec:decorative xmlns:adec="http://schemas.microsoft.com/office/drawing/2017/decorative" val="1"/>
              </a:ext>
            </a:extLst>
          </p:cNvPr>
          <p:cNvGrpSpPr>
            <a:grpSpLocks noChangeAspect="1"/>
          </p:cNvGrpSpPr>
          <p:nvPr/>
        </p:nvGrpSpPr>
        <p:grpSpPr>
          <a:xfrm>
            <a:off x="6509376" y="1517247"/>
            <a:ext cx="449701" cy="457200"/>
            <a:chOff x="6509376" y="1517247"/>
            <a:chExt cx="449701" cy="457200"/>
          </a:xfrm>
          <a:solidFill>
            <a:srgbClr val="FF0000"/>
          </a:solidFill>
        </p:grpSpPr>
        <p:sp>
          <p:nvSpPr>
            <p:cNvPr id="1012" name="Freeform: Shape 1011">
              <a:extLst>
                <a:ext uri="{FF2B5EF4-FFF2-40B4-BE49-F238E27FC236}">
                  <a16:creationId xmlns:a16="http://schemas.microsoft.com/office/drawing/2014/main" id="{FAD47D55-D877-1141-1D2B-E6B90339B880}"/>
                </a:ext>
                <a:ext uri="{C183D7F6-B498-43B3-948B-1728B52AA6E4}">
                  <adec:decorative xmlns:adec="http://schemas.microsoft.com/office/drawing/2017/decorative" val="1"/>
                </a:ext>
              </a:extLst>
            </p:cNvPr>
            <p:cNvSpPr/>
            <p:nvPr/>
          </p:nvSpPr>
          <p:spPr>
            <a:xfrm>
              <a:off x="6509376" y="1517247"/>
              <a:ext cx="391311" cy="457200"/>
            </a:xfrm>
            <a:custGeom>
              <a:avLst/>
              <a:gdLst>
                <a:gd name="connsiteX0" fmla="*/ 166720 w 5869665"/>
                <a:gd name="connsiteY0" fmla="*/ 1847145 h 6858003"/>
                <a:gd name="connsiteX1" fmla="*/ 328752 w 5869665"/>
                <a:gd name="connsiteY1" fmla="*/ 1851879 h 6858003"/>
                <a:gd name="connsiteX2" fmla="*/ 638627 w 5869665"/>
                <a:gd name="connsiteY2" fmla="*/ 1859066 h 6858003"/>
                <a:gd name="connsiteX3" fmla="*/ 654749 w 5869665"/>
                <a:gd name="connsiteY3" fmla="*/ 2061309 h 6858003"/>
                <a:gd name="connsiteX4" fmla="*/ 655229 w 5869665"/>
                <a:gd name="connsiteY4" fmla="*/ 2271401 h 6858003"/>
                <a:gd name="connsiteX5" fmla="*/ 466305 w 5869665"/>
                <a:gd name="connsiteY5" fmla="*/ 2304117 h 6858003"/>
                <a:gd name="connsiteX6" fmla="*/ 450766 w 5869665"/>
                <a:gd name="connsiteY6" fmla="*/ 2321033 h 6858003"/>
                <a:gd name="connsiteX7" fmla="*/ 444862 w 5869665"/>
                <a:gd name="connsiteY7" fmla="*/ 2338084 h 6858003"/>
                <a:gd name="connsiteX8" fmla="*/ 439580 w 5869665"/>
                <a:gd name="connsiteY8" fmla="*/ 6209186 h 6858003"/>
                <a:gd name="connsiteX9" fmla="*/ 439564 w 5869665"/>
                <a:gd name="connsiteY9" fmla="*/ 6398497 h 6858003"/>
                <a:gd name="connsiteX10" fmla="*/ 547684 w 5869665"/>
                <a:gd name="connsiteY10" fmla="*/ 6418617 h 6858003"/>
                <a:gd name="connsiteX11" fmla="*/ 1020222 w 5869665"/>
                <a:gd name="connsiteY11" fmla="*/ 6419632 h 6858003"/>
                <a:gd name="connsiteX12" fmla="*/ 4509981 w 5869665"/>
                <a:gd name="connsiteY12" fmla="*/ 6415988 h 6858003"/>
                <a:gd name="connsiteX13" fmla="*/ 4548041 w 5869665"/>
                <a:gd name="connsiteY13" fmla="*/ 6398552 h 6858003"/>
                <a:gd name="connsiteX14" fmla="*/ 4570689 w 5869665"/>
                <a:gd name="connsiteY14" fmla="*/ 6217042 h 6858003"/>
                <a:gd name="connsiteX15" fmla="*/ 4784496 w 5869665"/>
                <a:gd name="connsiteY15" fmla="*/ 6201543 h 6858003"/>
                <a:gd name="connsiteX16" fmla="*/ 4979292 w 5869665"/>
                <a:gd name="connsiteY16" fmla="*/ 6201063 h 6858003"/>
                <a:gd name="connsiteX17" fmla="*/ 4982504 w 5869665"/>
                <a:gd name="connsiteY17" fmla="*/ 6848719 h 6858003"/>
                <a:gd name="connsiteX18" fmla="*/ 4862159 w 5869665"/>
                <a:gd name="connsiteY18" fmla="*/ 6857544 h 6858003"/>
                <a:gd name="connsiteX19" fmla="*/ 499784 w 5869665"/>
                <a:gd name="connsiteY19" fmla="*/ 6856142 h 6858003"/>
                <a:gd name="connsiteX20" fmla="*/ 207038 w 5869665"/>
                <a:gd name="connsiteY20" fmla="*/ 6818491 h 6858003"/>
                <a:gd name="connsiteX21" fmla="*/ 139214 w 5869665"/>
                <a:gd name="connsiteY21" fmla="*/ 6740922 h 6858003"/>
                <a:gd name="connsiteX22" fmla="*/ 379 w 5869665"/>
                <a:gd name="connsiteY22" fmla="*/ 6421356 h 6858003"/>
                <a:gd name="connsiteX23" fmla="*/ 80 w 5869665"/>
                <a:gd name="connsiteY23" fmla="*/ 6312300 h 6858003"/>
                <a:gd name="connsiteX24" fmla="*/ 72 w 5869665"/>
                <a:gd name="connsiteY24" fmla="*/ 2058972 h 6858003"/>
                <a:gd name="connsiteX25" fmla="*/ 72 w 5869665"/>
                <a:gd name="connsiteY25" fmla="*/ 1876211 h 6858003"/>
                <a:gd name="connsiteX26" fmla="*/ 166720 w 5869665"/>
                <a:gd name="connsiteY26" fmla="*/ 1847145 h 6858003"/>
                <a:gd name="connsiteX27" fmla="*/ 1155168 w 5869665"/>
                <a:gd name="connsiteY27" fmla="*/ 978347 h 6858003"/>
                <a:gd name="connsiteX28" fmla="*/ 1507748 w 5869665"/>
                <a:gd name="connsiteY28" fmla="*/ 991756 h 6858003"/>
                <a:gd name="connsiteX29" fmla="*/ 1520870 w 5869665"/>
                <a:gd name="connsiteY29" fmla="*/ 1404556 h 6858003"/>
                <a:gd name="connsiteX30" fmla="*/ 1320099 w 5869665"/>
                <a:gd name="connsiteY30" fmla="*/ 1436004 h 6858003"/>
                <a:gd name="connsiteX31" fmla="*/ 1308567 w 5869665"/>
                <a:gd name="connsiteY31" fmla="*/ 1526570 h 6858003"/>
                <a:gd name="connsiteX32" fmla="*/ 1308079 w 5869665"/>
                <a:gd name="connsiteY32" fmla="*/ 5518661 h 6858003"/>
                <a:gd name="connsiteX33" fmla="*/ 1511495 w 5869665"/>
                <a:gd name="connsiteY33" fmla="*/ 5547220 h 6858003"/>
                <a:gd name="connsiteX34" fmla="*/ 3819330 w 5869665"/>
                <a:gd name="connsiteY34" fmla="*/ 5548275 h 6858003"/>
                <a:gd name="connsiteX35" fmla="*/ 5381992 w 5869665"/>
                <a:gd name="connsiteY35" fmla="*/ 5544433 h 6858003"/>
                <a:gd name="connsiteX36" fmla="*/ 5419344 w 5869665"/>
                <a:gd name="connsiteY36" fmla="*/ 5526572 h 6858003"/>
                <a:gd name="connsiteX37" fmla="*/ 5440739 w 5869665"/>
                <a:gd name="connsiteY37" fmla="*/ 5345645 h 6858003"/>
                <a:gd name="connsiteX38" fmla="*/ 5656278 w 5869665"/>
                <a:gd name="connsiteY38" fmla="*/ 5331193 h 6858003"/>
                <a:gd name="connsiteX39" fmla="*/ 5851893 w 5869665"/>
                <a:gd name="connsiteY39" fmla="*/ 5344740 h 6858003"/>
                <a:gd name="connsiteX40" fmla="*/ 5844147 w 5869665"/>
                <a:gd name="connsiteY40" fmla="*/ 5987028 h 6858003"/>
                <a:gd name="connsiteX41" fmla="*/ 5648666 w 5869665"/>
                <a:gd name="connsiteY41" fmla="*/ 5987028 h 6858003"/>
                <a:gd name="connsiteX42" fmla="*/ 1469137 w 5869665"/>
                <a:gd name="connsiteY42" fmla="*/ 5987193 h 6858003"/>
                <a:gd name="connsiteX43" fmla="*/ 1085566 w 5869665"/>
                <a:gd name="connsiteY43" fmla="*/ 5937601 h 6858003"/>
                <a:gd name="connsiteX44" fmla="*/ 1001038 w 5869665"/>
                <a:gd name="connsiteY44" fmla="*/ 5864022 h 6858003"/>
                <a:gd name="connsiteX45" fmla="*/ 872231 w 5869665"/>
                <a:gd name="connsiteY45" fmla="*/ 5577589 h 6858003"/>
                <a:gd name="connsiteX46" fmla="*/ 870948 w 5869665"/>
                <a:gd name="connsiteY46" fmla="*/ 5432251 h 6858003"/>
                <a:gd name="connsiteX47" fmla="*/ 871027 w 5869665"/>
                <a:gd name="connsiteY47" fmla="*/ 1198203 h 6858003"/>
                <a:gd name="connsiteX48" fmla="*/ 873640 w 5869665"/>
                <a:gd name="connsiteY48" fmla="*/ 1005060 h 6858003"/>
                <a:gd name="connsiteX49" fmla="*/ 1155168 w 5869665"/>
                <a:gd name="connsiteY49" fmla="*/ 978347 h 6858003"/>
                <a:gd name="connsiteX50" fmla="*/ 1627368 w 5869665"/>
                <a:gd name="connsiteY50" fmla="*/ 0 h 6858003"/>
                <a:gd name="connsiteX51" fmla="*/ 2289239 w 5869665"/>
                <a:gd name="connsiteY51" fmla="*/ 0 h 6858003"/>
                <a:gd name="connsiteX52" fmla="*/ 2289239 w 5869665"/>
                <a:gd name="connsiteY52" fmla="*/ 662522 h 6858003"/>
                <a:gd name="connsiteX53" fmla="*/ 1627368 w 5869665"/>
                <a:gd name="connsiteY53" fmla="*/ 662522 h 68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869665" h="6858003">
                  <a:moveTo>
                    <a:pt x="166720" y="1847145"/>
                  </a:moveTo>
                  <a:cubicBezTo>
                    <a:pt x="221522" y="1847549"/>
                    <a:pt x="275555" y="1853587"/>
                    <a:pt x="328752" y="1851879"/>
                  </a:cubicBezTo>
                  <a:cubicBezTo>
                    <a:pt x="430197" y="1848620"/>
                    <a:pt x="532838" y="1842976"/>
                    <a:pt x="638627" y="1859066"/>
                  </a:cubicBezTo>
                  <a:cubicBezTo>
                    <a:pt x="665250" y="1929661"/>
                    <a:pt x="652608" y="1996493"/>
                    <a:pt x="654749" y="2061309"/>
                  </a:cubicBezTo>
                  <a:cubicBezTo>
                    <a:pt x="656929" y="2127575"/>
                    <a:pt x="655229" y="2193966"/>
                    <a:pt x="655229" y="2271401"/>
                  </a:cubicBezTo>
                  <a:cubicBezTo>
                    <a:pt x="586657" y="2283280"/>
                    <a:pt x="524163" y="2294096"/>
                    <a:pt x="466305" y="2304117"/>
                  </a:cubicBezTo>
                  <a:cubicBezTo>
                    <a:pt x="458354" y="2312572"/>
                    <a:pt x="453592" y="2316232"/>
                    <a:pt x="450766" y="2321033"/>
                  </a:cubicBezTo>
                  <a:cubicBezTo>
                    <a:pt x="447759" y="2326150"/>
                    <a:pt x="444870" y="2332353"/>
                    <a:pt x="444862" y="2338084"/>
                  </a:cubicBezTo>
                  <a:cubicBezTo>
                    <a:pt x="442933" y="3628454"/>
                    <a:pt x="441249" y="4918824"/>
                    <a:pt x="439580" y="6209186"/>
                  </a:cubicBezTo>
                  <a:cubicBezTo>
                    <a:pt x="439501" y="6269516"/>
                    <a:pt x="439564" y="6329846"/>
                    <a:pt x="439564" y="6398497"/>
                  </a:cubicBezTo>
                  <a:cubicBezTo>
                    <a:pt x="480018" y="6406360"/>
                    <a:pt x="513772" y="6418153"/>
                    <a:pt x="547684" y="6418617"/>
                  </a:cubicBezTo>
                  <a:cubicBezTo>
                    <a:pt x="699122" y="6420727"/>
                    <a:pt x="850608" y="6419593"/>
                    <a:pt x="1020222" y="6419632"/>
                  </a:cubicBezTo>
                  <a:cubicBezTo>
                    <a:pt x="2195574" y="6418633"/>
                    <a:pt x="3352782" y="6417672"/>
                    <a:pt x="4509981" y="6415988"/>
                  </a:cubicBezTo>
                  <a:cubicBezTo>
                    <a:pt x="4520844" y="6415972"/>
                    <a:pt x="4531692" y="6406313"/>
                    <a:pt x="4548041" y="6398552"/>
                  </a:cubicBezTo>
                  <a:cubicBezTo>
                    <a:pt x="4555000" y="6342787"/>
                    <a:pt x="4562352" y="6283874"/>
                    <a:pt x="4570689" y="6217042"/>
                  </a:cubicBezTo>
                  <a:cubicBezTo>
                    <a:pt x="4641181" y="6189743"/>
                    <a:pt x="4713972" y="6203944"/>
                    <a:pt x="4784496" y="6201543"/>
                  </a:cubicBezTo>
                  <a:cubicBezTo>
                    <a:pt x="4850414" y="6199299"/>
                    <a:pt x="4916475" y="6201063"/>
                    <a:pt x="4979292" y="6201063"/>
                  </a:cubicBezTo>
                  <a:cubicBezTo>
                    <a:pt x="5013393" y="6346503"/>
                    <a:pt x="5014471" y="6693990"/>
                    <a:pt x="4982504" y="6848719"/>
                  </a:cubicBezTo>
                  <a:cubicBezTo>
                    <a:pt x="4944089" y="6851663"/>
                    <a:pt x="4903124" y="6857536"/>
                    <a:pt x="4862159" y="6857544"/>
                  </a:cubicBezTo>
                  <a:cubicBezTo>
                    <a:pt x="3408034" y="6858008"/>
                    <a:pt x="1953901" y="6858732"/>
                    <a:pt x="499784" y="6856142"/>
                  </a:cubicBezTo>
                  <a:cubicBezTo>
                    <a:pt x="398426" y="6855969"/>
                    <a:pt x="297108" y="6830622"/>
                    <a:pt x="207038" y="6818491"/>
                  </a:cubicBezTo>
                  <a:cubicBezTo>
                    <a:pt x="178676" y="6785642"/>
                    <a:pt x="161594" y="6760208"/>
                    <a:pt x="139214" y="6740922"/>
                  </a:cubicBezTo>
                  <a:cubicBezTo>
                    <a:pt x="41139" y="6656402"/>
                    <a:pt x="2504" y="6546975"/>
                    <a:pt x="379" y="6421356"/>
                  </a:cubicBezTo>
                  <a:cubicBezTo>
                    <a:pt x="-235" y="6385012"/>
                    <a:pt x="80" y="6348652"/>
                    <a:pt x="80" y="6312300"/>
                  </a:cubicBezTo>
                  <a:cubicBezTo>
                    <a:pt x="72" y="4894524"/>
                    <a:pt x="72" y="3476748"/>
                    <a:pt x="72" y="2058972"/>
                  </a:cubicBezTo>
                  <a:cubicBezTo>
                    <a:pt x="72" y="1998744"/>
                    <a:pt x="72" y="1938524"/>
                    <a:pt x="72" y="1876211"/>
                  </a:cubicBezTo>
                  <a:cubicBezTo>
                    <a:pt x="56347" y="1851969"/>
                    <a:pt x="111919" y="1846741"/>
                    <a:pt x="166720" y="1847145"/>
                  </a:cubicBezTo>
                  <a:close/>
                  <a:moveTo>
                    <a:pt x="1155168" y="978347"/>
                  </a:moveTo>
                  <a:cubicBezTo>
                    <a:pt x="1267996" y="976058"/>
                    <a:pt x="1392666" y="980456"/>
                    <a:pt x="1507748" y="991756"/>
                  </a:cubicBezTo>
                  <a:cubicBezTo>
                    <a:pt x="1543722" y="1124114"/>
                    <a:pt x="1522382" y="1260753"/>
                    <a:pt x="1520870" y="1404556"/>
                  </a:cubicBezTo>
                  <a:cubicBezTo>
                    <a:pt x="1452929" y="1415199"/>
                    <a:pt x="1389001" y="1425212"/>
                    <a:pt x="1320099" y="1436004"/>
                  </a:cubicBezTo>
                  <a:cubicBezTo>
                    <a:pt x="1315833" y="1468169"/>
                    <a:pt x="1308575" y="1497365"/>
                    <a:pt x="1308567" y="1526570"/>
                  </a:cubicBezTo>
                  <a:cubicBezTo>
                    <a:pt x="1308008" y="2858503"/>
                    <a:pt x="1308079" y="4190435"/>
                    <a:pt x="1308079" y="5518661"/>
                  </a:cubicBezTo>
                  <a:cubicBezTo>
                    <a:pt x="1378721" y="5566592"/>
                    <a:pt x="1447426" y="5547086"/>
                    <a:pt x="1511495" y="5547220"/>
                  </a:cubicBezTo>
                  <a:cubicBezTo>
                    <a:pt x="2274710" y="5548849"/>
                    <a:pt x="3037931" y="5548275"/>
                    <a:pt x="3819330" y="5548275"/>
                  </a:cubicBezTo>
                  <a:cubicBezTo>
                    <a:pt x="4352332" y="5547212"/>
                    <a:pt x="4867166" y="5546252"/>
                    <a:pt x="5381992" y="5544433"/>
                  </a:cubicBezTo>
                  <a:cubicBezTo>
                    <a:pt x="5392753" y="5544386"/>
                    <a:pt x="5403482" y="5534436"/>
                    <a:pt x="5419344" y="5526572"/>
                  </a:cubicBezTo>
                  <a:cubicBezTo>
                    <a:pt x="5425940" y="5470745"/>
                    <a:pt x="5432899" y="5411918"/>
                    <a:pt x="5440739" y="5345645"/>
                  </a:cubicBezTo>
                  <a:cubicBezTo>
                    <a:pt x="5512901" y="5319479"/>
                    <a:pt x="5585707" y="5330531"/>
                    <a:pt x="5656278" y="5331193"/>
                  </a:cubicBezTo>
                  <a:cubicBezTo>
                    <a:pt x="5721622" y="5331799"/>
                    <a:pt x="5789013" y="5316874"/>
                    <a:pt x="5851893" y="5344740"/>
                  </a:cubicBezTo>
                  <a:cubicBezTo>
                    <a:pt x="5878075" y="5511568"/>
                    <a:pt x="5875194" y="5845429"/>
                    <a:pt x="5844147" y="5987028"/>
                  </a:cubicBezTo>
                  <a:cubicBezTo>
                    <a:pt x="5780811" y="5987028"/>
                    <a:pt x="5714735" y="5987028"/>
                    <a:pt x="5648666" y="5987028"/>
                  </a:cubicBezTo>
                  <a:cubicBezTo>
                    <a:pt x="4255484" y="5987028"/>
                    <a:pt x="2862311" y="5986918"/>
                    <a:pt x="1469137" y="5987193"/>
                  </a:cubicBezTo>
                  <a:cubicBezTo>
                    <a:pt x="1335906" y="5987225"/>
                    <a:pt x="1202124" y="5994412"/>
                    <a:pt x="1085566" y="5937601"/>
                  </a:cubicBezTo>
                  <a:cubicBezTo>
                    <a:pt x="1055007" y="5910907"/>
                    <a:pt x="1028707" y="5886630"/>
                    <a:pt x="1001038" y="5864022"/>
                  </a:cubicBezTo>
                  <a:cubicBezTo>
                    <a:pt x="910291" y="5789893"/>
                    <a:pt x="879190" y="5688795"/>
                    <a:pt x="872231" y="5577589"/>
                  </a:cubicBezTo>
                  <a:cubicBezTo>
                    <a:pt x="869208" y="5529303"/>
                    <a:pt x="870948" y="5480711"/>
                    <a:pt x="870948" y="5432251"/>
                  </a:cubicBezTo>
                  <a:cubicBezTo>
                    <a:pt x="870901" y="4020907"/>
                    <a:pt x="870869" y="2609555"/>
                    <a:pt x="871027" y="1198203"/>
                  </a:cubicBezTo>
                  <a:cubicBezTo>
                    <a:pt x="871034" y="1132710"/>
                    <a:pt x="872758" y="1067208"/>
                    <a:pt x="873640" y="1005060"/>
                  </a:cubicBezTo>
                  <a:cubicBezTo>
                    <a:pt x="941354" y="989611"/>
                    <a:pt x="1042339" y="980635"/>
                    <a:pt x="1155168" y="978347"/>
                  </a:cubicBezTo>
                  <a:close/>
                  <a:moveTo>
                    <a:pt x="1627368" y="0"/>
                  </a:moveTo>
                  <a:lnTo>
                    <a:pt x="2289239" y="0"/>
                  </a:lnTo>
                  <a:lnTo>
                    <a:pt x="2289239" y="662522"/>
                  </a:lnTo>
                  <a:lnTo>
                    <a:pt x="1627368" y="662522"/>
                  </a:lnTo>
                  <a:close/>
                </a:path>
              </a:pathLst>
            </a:custGeom>
            <a:solidFill>
              <a:schemeClr val="accent1"/>
            </a:solidFill>
            <a:ln w="1155" cap="flat">
              <a:noFill/>
              <a:prstDash val="solid"/>
              <a:miter/>
            </a:ln>
          </p:spPr>
          <p:txBody>
            <a:bodyPr wrap="square" rtlCol="0" anchor="ctr">
              <a:noAutofit/>
            </a:bodyPr>
            <a:lstStyle/>
            <a:p>
              <a:endParaRPr lang="en-US" dirty="0"/>
            </a:p>
          </p:txBody>
        </p:sp>
        <p:sp>
          <p:nvSpPr>
            <p:cNvPr id="1013" name="Freeform: Shape 1012">
              <a:extLst>
                <a:ext uri="{FF2B5EF4-FFF2-40B4-BE49-F238E27FC236}">
                  <a16:creationId xmlns:a16="http://schemas.microsoft.com/office/drawing/2014/main" id="{09840950-A046-9F0B-2ADD-EB05F62C4FE7}"/>
                </a:ext>
                <a:ext uri="{C183D7F6-B498-43B3-948B-1728B52AA6E4}">
                  <adec:decorative xmlns:adec="http://schemas.microsoft.com/office/drawing/2017/decorative" val="1"/>
                </a:ext>
              </a:extLst>
            </p:cNvPr>
            <p:cNvSpPr/>
            <p:nvPr/>
          </p:nvSpPr>
          <p:spPr>
            <a:xfrm>
              <a:off x="6625363" y="1524502"/>
              <a:ext cx="333714" cy="333944"/>
            </a:xfrm>
            <a:custGeom>
              <a:avLst/>
              <a:gdLst>
                <a:gd name="connsiteX0" fmla="*/ 2948046 w 5005709"/>
                <a:gd name="connsiteY0" fmla="*/ 706477 h 5009167"/>
                <a:gd name="connsiteX1" fmla="*/ 3276522 w 5005709"/>
                <a:gd name="connsiteY1" fmla="*/ 1036979 h 5009167"/>
                <a:gd name="connsiteX2" fmla="*/ 2948046 w 5005709"/>
                <a:gd name="connsiteY2" fmla="*/ 1367481 h 5009167"/>
                <a:gd name="connsiteX3" fmla="*/ 2619570 w 5005709"/>
                <a:gd name="connsiteY3" fmla="*/ 1036979 h 5009167"/>
                <a:gd name="connsiteX4" fmla="*/ 2948046 w 5005709"/>
                <a:gd name="connsiteY4" fmla="*/ 706477 h 5009167"/>
                <a:gd name="connsiteX5" fmla="*/ 4467149 w 5005709"/>
                <a:gd name="connsiteY5" fmla="*/ 1 h 5009167"/>
                <a:gd name="connsiteX6" fmla="*/ 4557991 w 5005709"/>
                <a:gd name="connsiteY6" fmla="*/ 841 h 5009167"/>
                <a:gd name="connsiteX7" fmla="*/ 4568192 w 5005709"/>
                <a:gd name="connsiteY7" fmla="*/ 3258 h 5009167"/>
                <a:gd name="connsiteX8" fmla="*/ 4598565 w 5005709"/>
                <a:gd name="connsiteY8" fmla="*/ 3792 h 5009167"/>
                <a:gd name="connsiteX9" fmla="*/ 4784097 w 5005709"/>
                <a:gd name="connsiteY9" fmla="*/ 49906 h 5009167"/>
                <a:gd name="connsiteX10" fmla="*/ 4868626 w 5005709"/>
                <a:gd name="connsiteY10" fmla="*/ 123479 h 5009167"/>
                <a:gd name="connsiteX11" fmla="*/ 4964453 w 5005709"/>
                <a:gd name="connsiteY11" fmla="*/ 252793 h 5009167"/>
                <a:gd name="connsiteX12" fmla="*/ 4973861 w 5005709"/>
                <a:gd name="connsiteY12" fmla="*/ 297646 h 5009167"/>
                <a:gd name="connsiteX13" fmla="*/ 4973909 w 5005709"/>
                <a:gd name="connsiteY13" fmla="*/ 297713 h 5009167"/>
                <a:gd name="connsiteX14" fmla="*/ 4973967 w 5005709"/>
                <a:gd name="connsiteY14" fmla="*/ 298133 h 5009167"/>
                <a:gd name="connsiteX15" fmla="*/ 4997433 w 5005709"/>
                <a:gd name="connsiteY15" fmla="*/ 409911 h 5009167"/>
                <a:gd name="connsiteX16" fmla="*/ 4998713 w 5005709"/>
                <a:gd name="connsiteY16" fmla="*/ 555252 h 5009167"/>
                <a:gd name="connsiteX17" fmla="*/ 4998647 w 5005709"/>
                <a:gd name="connsiteY17" fmla="*/ 4492760 h 5009167"/>
                <a:gd name="connsiteX18" fmla="*/ 4998685 w 5005709"/>
                <a:gd name="connsiteY18" fmla="*/ 4493028 h 5009167"/>
                <a:gd name="connsiteX19" fmla="*/ 5000289 w 5005709"/>
                <a:gd name="connsiteY19" fmla="*/ 4853864 h 5009167"/>
                <a:gd name="connsiteX20" fmla="*/ 4997453 w 5005709"/>
                <a:gd name="connsiteY20" fmla="*/ 4877188 h 5009167"/>
                <a:gd name="connsiteX21" fmla="*/ 4996020 w 5005709"/>
                <a:gd name="connsiteY21" fmla="*/ 4982452 h 5009167"/>
                <a:gd name="connsiteX22" fmla="*/ 4984501 w 5005709"/>
                <a:gd name="connsiteY22" fmla="*/ 4983541 h 5009167"/>
                <a:gd name="connsiteX23" fmla="*/ 4982505 w 5005709"/>
                <a:gd name="connsiteY23" fmla="*/ 4999883 h 5009167"/>
                <a:gd name="connsiteX24" fmla="*/ 4903698 w 5005709"/>
                <a:gd name="connsiteY24" fmla="*/ 5005662 h 5009167"/>
                <a:gd name="connsiteX25" fmla="*/ 4895522 w 5005709"/>
                <a:gd name="connsiteY25" fmla="*/ 5008212 h 5009167"/>
                <a:gd name="connsiteX26" fmla="*/ 4875770 w 5005709"/>
                <a:gd name="connsiteY26" fmla="*/ 5007715 h 5009167"/>
                <a:gd name="connsiteX27" fmla="*/ 4862159 w 5005709"/>
                <a:gd name="connsiteY27" fmla="*/ 5008709 h 5009167"/>
                <a:gd name="connsiteX28" fmla="*/ 4719789 w 5005709"/>
                <a:gd name="connsiteY28" fmla="*/ 5008661 h 5009167"/>
                <a:gd name="connsiteX29" fmla="*/ 4714497 w 5005709"/>
                <a:gd name="connsiteY29" fmla="*/ 5009167 h 5009167"/>
                <a:gd name="connsiteX30" fmla="*/ 4701164 w 5005709"/>
                <a:gd name="connsiteY30" fmla="*/ 5008661 h 5009167"/>
                <a:gd name="connsiteX31" fmla="*/ 1682566 w 5005709"/>
                <a:gd name="connsiteY31" fmla="*/ 5007687 h 5009167"/>
                <a:gd name="connsiteX32" fmla="*/ 570660 w 5005709"/>
                <a:gd name="connsiteY32" fmla="*/ 5008527 h 5009167"/>
                <a:gd name="connsiteX33" fmla="*/ 556333 w 5005709"/>
                <a:gd name="connsiteY33" fmla="*/ 5007324 h 5009167"/>
                <a:gd name="connsiteX34" fmla="*/ 499790 w 5005709"/>
                <a:gd name="connsiteY34" fmla="*/ 5007314 h 5009167"/>
                <a:gd name="connsiteX35" fmla="*/ 394287 w 5005709"/>
                <a:gd name="connsiteY35" fmla="*/ 4993742 h 5009167"/>
                <a:gd name="connsiteX36" fmla="*/ 336369 w 5005709"/>
                <a:gd name="connsiteY36" fmla="*/ 4988880 h 5009167"/>
                <a:gd name="connsiteX37" fmla="*/ 327075 w 5005709"/>
                <a:gd name="connsiteY37" fmla="*/ 4985098 h 5009167"/>
                <a:gd name="connsiteX38" fmla="*/ 207045 w 5005709"/>
                <a:gd name="connsiteY38" fmla="*/ 4969663 h 5009167"/>
                <a:gd name="connsiteX39" fmla="*/ 161514 w 5005709"/>
                <a:gd name="connsiteY39" fmla="*/ 4917590 h 5009167"/>
                <a:gd name="connsiteX40" fmla="*/ 117904 w 5005709"/>
                <a:gd name="connsiteY40" fmla="*/ 4899806 h 5009167"/>
                <a:gd name="connsiteX41" fmla="*/ 72058 w 5005709"/>
                <a:gd name="connsiteY41" fmla="*/ 4800110 h 5009167"/>
                <a:gd name="connsiteX42" fmla="*/ 33824 w 5005709"/>
                <a:gd name="connsiteY42" fmla="*/ 4747721 h 5009167"/>
                <a:gd name="connsiteX43" fmla="*/ 23767 w 5005709"/>
                <a:gd name="connsiteY43" fmla="*/ 4695065 h 5009167"/>
                <a:gd name="connsiteX44" fmla="*/ 22372 w 5005709"/>
                <a:gd name="connsiteY44" fmla="*/ 4692037 h 5009167"/>
                <a:gd name="connsiteX45" fmla="*/ 21560 w 5005709"/>
                <a:gd name="connsiteY45" fmla="*/ 4683460 h 5009167"/>
                <a:gd name="connsiteX46" fmla="*/ 385 w 5005709"/>
                <a:gd name="connsiteY46" fmla="*/ 4572523 h 5009167"/>
                <a:gd name="connsiteX47" fmla="*/ 80 w 5005709"/>
                <a:gd name="connsiteY47" fmla="*/ 4463467 h 5009167"/>
                <a:gd name="connsiteX48" fmla="*/ 80 w 5005709"/>
                <a:gd name="connsiteY48" fmla="*/ 4459379 h 5009167"/>
                <a:gd name="connsiteX49" fmla="*/ 32 w 5005709"/>
                <a:gd name="connsiteY49" fmla="*/ 4458882 h 5009167"/>
                <a:gd name="connsiteX50" fmla="*/ 80 w 5005709"/>
                <a:gd name="connsiteY50" fmla="*/ 4453323 h 5009167"/>
                <a:gd name="connsiteX51" fmla="*/ 80 w 5005709"/>
                <a:gd name="connsiteY51" fmla="*/ 842974 h 5009167"/>
                <a:gd name="connsiteX52" fmla="*/ 444384 w 5005709"/>
                <a:gd name="connsiteY52" fmla="*/ 842974 h 5009167"/>
                <a:gd name="connsiteX53" fmla="*/ 441910 w 5005709"/>
                <a:gd name="connsiteY53" fmla="*/ 2654682 h 5009167"/>
                <a:gd name="connsiteX54" fmla="*/ 443810 w 5005709"/>
                <a:gd name="connsiteY54" fmla="*/ 2867302 h 5009167"/>
                <a:gd name="connsiteX55" fmla="*/ 584662 w 5005709"/>
                <a:gd name="connsiteY55" fmla="*/ 2878658 h 5009167"/>
                <a:gd name="connsiteX56" fmla="*/ 947962 w 5005709"/>
                <a:gd name="connsiteY56" fmla="*/ 2879021 h 5009167"/>
                <a:gd name="connsiteX57" fmla="*/ 1298569 w 5005709"/>
                <a:gd name="connsiteY57" fmla="*/ 2714826 h 5009167"/>
                <a:gd name="connsiteX58" fmla="*/ 1951844 w 5005709"/>
                <a:gd name="connsiteY58" fmla="*/ 1959046 h 5009167"/>
                <a:gd name="connsiteX59" fmla="*/ 2144779 w 5005709"/>
                <a:gd name="connsiteY59" fmla="*/ 1732022 h 5009167"/>
                <a:gd name="connsiteX60" fmla="*/ 2071473 w 5005709"/>
                <a:gd name="connsiteY60" fmla="*/ 1681363 h 5009167"/>
                <a:gd name="connsiteX61" fmla="*/ 1672251 w 5005709"/>
                <a:gd name="connsiteY61" fmla="*/ 1853696 h 5009167"/>
                <a:gd name="connsiteX62" fmla="*/ 1411646 w 5005709"/>
                <a:gd name="connsiteY62" fmla="*/ 2156613 h 5009167"/>
                <a:gd name="connsiteX63" fmla="*/ 1323068 w 5005709"/>
                <a:gd name="connsiteY63" fmla="*/ 2247321 h 5009167"/>
                <a:gd name="connsiteX64" fmla="*/ 1138423 w 5005709"/>
                <a:gd name="connsiteY64" fmla="*/ 2249871 h 5009167"/>
                <a:gd name="connsiteX65" fmla="*/ 1097324 w 5005709"/>
                <a:gd name="connsiteY65" fmla="*/ 2055771 h 5009167"/>
                <a:gd name="connsiteX66" fmla="*/ 1151375 w 5005709"/>
                <a:gd name="connsiteY66" fmla="*/ 1983210 h 5009167"/>
                <a:gd name="connsiteX67" fmla="*/ 1602919 w 5005709"/>
                <a:gd name="connsiteY67" fmla="*/ 1461206 h 5009167"/>
                <a:gd name="connsiteX68" fmla="*/ 1807487 w 5005709"/>
                <a:gd name="connsiteY68" fmla="*/ 1366964 h 5009167"/>
                <a:gd name="connsiteX69" fmla="*/ 2534087 w 5005709"/>
                <a:gd name="connsiteY69" fmla="*/ 1368034 h 5009167"/>
                <a:gd name="connsiteX70" fmla="*/ 2762351 w 5005709"/>
                <a:gd name="connsiteY70" fmla="*/ 1418159 h 5009167"/>
                <a:gd name="connsiteX71" fmla="*/ 2900873 w 5005709"/>
                <a:gd name="connsiteY71" fmla="*/ 1750857 h 5009167"/>
                <a:gd name="connsiteX72" fmla="*/ 2820614 w 5005709"/>
                <a:gd name="connsiteY72" fmla="*/ 1938988 h 5009167"/>
                <a:gd name="connsiteX73" fmla="*/ 2957531 w 5005709"/>
                <a:gd name="connsiteY73" fmla="*/ 1962188 h 5009167"/>
                <a:gd name="connsiteX74" fmla="*/ 3084505 w 5005709"/>
                <a:gd name="connsiteY74" fmla="*/ 1965445 h 5009167"/>
                <a:gd name="connsiteX75" fmla="*/ 3230390 w 5005709"/>
                <a:gd name="connsiteY75" fmla="*/ 2124779 h 5009167"/>
                <a:gd name="connsiteX76" fmla="*/ 3083970 w 5005709"/>
                <a:gd name="connsiteY76" fmla="*/ 2281104 h 5009167"/>
                <a:gd name="connsiteX77" fmla="*/ 2738980 w 5005709"/>
                <a:gd name="connsiteY77" fmla="*/ 2284781 h 5009167"/>
                <a:gd name="connsiteX78" fmla="*/ 2630067 w 5005709"/>
                <a:gd name="connsiteY78" fmla="*/ 2284141 h 5009167"/>
                <a:gd name="connsiteX79" fmla="*/ 2429548 w 5005709"/>
                <a:gd name="connsiteY79" fmla="*/ 2378823 h 5009167"/>
                <a:gd name="connsiteX80" fmla="*/ 2381964 w 5005709"/>
                <a:gd name="connsiteY80" fmla="*/ 2444975 h 5009167"/>
                <a:gd name="connsiteX81" fmla="*/ 2456607 w 5005709"/>
                <a:gd name="connsiteY81" fmla="*/ 2541347 h 5009167"/>
                <a:gd name="connsiteX82" fmla="*/ 2738951 w 5005709"/>
                <a:gd name="connsiteY82" fmla="*/ 2824140 h 5009167"/>
                <a:gd name="connsiteX83" fmla="*/ 2815514 w 5005709"/>
                <a:gd name="connsiteY83" fmla="*/ 3087964 h 5009167"/>
                <a:gd name="connsiteX84" fmla="*/ 2583247 w 5005709"/>
                <a:gd name="connsiteY84" fmla="*/ 4133261 h 5009167"/>
                <a:gd name="connsiteX85" fmla="*/ 2578672 w 5005709"/>
                <a:gd name="connsiteY85" fmla="*/ 4150816 h 5009167"/>
                <a:gd name="connsiteX86" fmla="*/ 2345908 w 5005709"/>
                <a:gd name="connsiteY86" fmla="*/ 4299195 h 5009167"/>
                <a:gd name="connsiteX87" fmla="*/ 2192086 w 5005709"/>
                <a:gd name="connsiteY87" fmla="*/ 4067281 h 5009167"/>
                <a:gd name="connsiteX88" fmla="*/ 2316892 w 5005709"/>
                <a:gd name="connsiteY88" fmla="*/ 3500253 h 5009167"/>
                <a:gd name="connsiteX89" fmla="*/ 2379519 w 5005709"/>
                <a:gd name="connsiteY89" fmla="*/ 3210717 h 5009167"/>
                <a:gd name="connsiteX90" fmla="*/ 1920621 w 5005709"/>
                <a:gd name="connsiteY90" fmla="*/ 2763881 h 5009167"/>
                <a:gd name="connsiteX91" fmla="*/ 1822358 w 5005709"/>
                <a:gd name="connsiteY91" fmla="*/ 2858008 h 5009167"/>
                <a:gd name="connsiteX92" fmla="*/ 1579986 w 5005709"/>
                <a:gd name="connsiteY92" fmla="*/ 3128490 h 5009167"/>
                <a:gd name="connsiteX93" fmla="*/ 1263411 w 5005709"/>
                <a:gd name="connsiteY93" fmla="*/ 3271424 h 5009167"/>
                <a:gd name="connsiteX94" fmla="*/ 772974 w 5005709"/>
                <a:gd name="connsiteY94" fmla="*/ 3271262 h 5009167"/>
                <a:gd name="connsiteX95" fmla="*/ 460621 w 5005709"/>
                <a:gd name="connsiteY95" fmla="*/ 3272809 h 5009167"/>
                <a:gd name="connsiteX96" fmla="*/ 440964 w 5005709"/>
                <a:gd name="connsiteY96" fmla="*/ 3348121 h 5009167"/>
                <a:gd name="connsiteX97" fmla="*/ 440964 w 5005709"/>
                <a:gd name="connsiteY97" fmla="*/ 3351263 h 5009167"/>
                <a:gd name="connsiteX98" fmla="*/ 440716 w 5005709"/>
                <a:gd name="connsiteY98" fmla="*/ 4492512 h 5009167"/>
                <a:gd name="connsiteX99" fmla="*/ 452483 w 5005709"/>
                <a:gd name="connsiteY99" fmla="*/ 4548740 h 5009167"/>
                <a:gd name="connsiteX100" fmla="*/ 515550 w 5005709"/>
                <a:gd name="connsiteY100" fmla="*/ 4563803 h 5009167"/>
                <a:gd name="connsiteX101" fmla="*/ 547690 w 5005709"/>
                <a:gd name="connsiteY101" fmla="*/ 4569782 h 5009167"/>
                <a:gd name="connsiteX102" fmla="*/ 591864 w 5005709"/>
                <a:gd name="connsiteY102" fmla="*/ 4569877 h 5009167"/>
                <a:gd name="connsiteX103" fmla="*/ 646010 w 5005709"/>
                <a:gd name="connsiteY103" fmla="*/ 4567804 h 5009167"/>
                <a:gd name="connsiteX104" fmla="*/ 2589694 w 5005709"/>
                <a:gd name="connsiteY104" fmla="*/ 4568702 h 5009167"/>
                <a:gd name="connsiteX105" fmla="*/ 3025125 w 5005709"/>
                <a:gd name="connsiteY105" fmla="*/ 4568702 h 5009167"/>
                <a:gd name="connsiteX106" fmla="*/ 4449251 w 5005709"/>
                <a:gd name="connsiteY106" fmla="*/ 4567222 h 5009167"/>
                <a:gd name="connsiteX107" fmla="*/ 4541334 w 5005709"/>
                <a:gd name="connsiteY107" fmla="*/ 4552799 h 5009167"/>
                <a:gd name="connsiteX108" fmla="*/ 4543311 w 5005709"/>
                <a:gd name="connsiteY108" fmla="*/ 4551883 h 5009167"/>
                <a:gd name="connsiteX109" fmla="*/ 4558307 w 5005709"/>
                <a:gd name="connsiteY109" fmla="*/ 4456256 h 5009167"/>
                <a:gd name="connsiteX110" fmla="*/ 4559243 w 5005709"/>
                <a:gd name="connsiteY110" fmla="*/ 4201963 h 5009167"/>
                <a:gd name="connsiteX111" fmla="*/ 4558612 w 5005709"/>
                <a:gd name="connsiteY111" fmla="*/ 677881 h 5009167"/>
                <a:gd name="connsiteX112" fmla="*/ 4561573 w 5005709"/>
                <a:gd name="connsiteY112" fmla="*/ 569952 h 5009167"/>
                <a:gd name="connsiteX113" fmla="*/ 4561573 w 5005709"/>
                <a:gd name="connsiteY113" fmla="*/ 569761 h 5009167"/>
                <a:gd name="connsiteX114" fmla="*/ 4542815 w 5005709"/>
                <a:gd name="connsiteY114" fmla="*/ 463198 h 5009167"/>
                <a:gd name="connsiteX115" fmla="*/ 4436891 w 5005709"/>
                <a:gd name="connsiteY115" fmla="*/ 437400 h 5009167"/>
                <a:gd name="connsiteX116" fmla="*/ 4358170 w 5005709"/>
                <a:gd name="connsiteY116" fmla="*/ 440284 h 5009167"/>
                <a:gd name="connsiteX117" fmla="*/ 2050336 w 5005709"/>
                <a:gd name="connsiteY117" fmla="*/ 439233 h 5009167"/>
                <a:gd name="connsiteX118" fmla="*/ 838419 w 5005709"/>
                <a:gd name="connsiteY118" fmla="*/ 442214 h 5009167"/>
                <a:gd name="connsiteX119" fmla="*/ 838419 w 5005709"/>
                <a:gd name="connsiteY119" fmla="*/ 450 h 5009167"/>
                <a:gd name="connsiteX120" fmla="*/ 3836530 w 5005709"/>
                <a:gd name="connsiteY120" fmla="*/ 335 h 500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005709" h="5009167">
                  <a:moveTo>
                    <a:pt x="2948046" y="706477"/>
                  </a:moveTo>
                  <a:cubicBezTo>
                    <a:pt x="3129458" y="706477"/>
                    <a:pt x="3276522" y="854448"/>
                    <a:pt x="3276522" y="1036979"/>
                  </a:cubicBezTo>
                  <a:cubicBezTo>
                    <a:pt x="3276522" y="1219510"/>
                    <a:pt x="3129458" y="1367481"/>
                    <a:pt x="2948046" y="1367481"/>
                  </a:cubicBezTo>
                  <a:cubicBezTo>
                    <a:pt x="2766634" y="1367481"/>
                    <a:pt x="2619570" y="1219510"/>
                    <a:pt x="2619570" y="1036979"/>
                  </a:cubicBezTo>
                  <a:cubicBezTo>
                    <a:pt x="2619570" y="854448"/>
                    <a:pt x="2766634" y="706477"/>
                    <a:pt x="2948046" y="706477"/>
                  </a:cubicBezTo>
                  <a:close/>
                  <a:moveTo>
                    <a:pt x="4467149" y="1"/>
                  </a:moveTo>
                  <a:cubicBezTo>
                    <a:pt x="4497427" y="-9"/>
                    <a:pt x="4527714" y="774"/>
                    <a:pt x="4557991" y="841"/>
                  </a:cubicBezTo>
                  <a:lnTo>
                    <a:pt x="4568192" y="3258"/>
                  </a:lnTo>
                  <a:lnTo>
                    <a:pt x="4598565" y="3792"/>
                  </a:lnTo>
                  <a:cubicBezTo>
                    <a:pt x="4663236" y="9093"/>
                    <a:pt x="4725825" y="21500"/>
                    <a:pt x="4784097" y="49906"/>
                  </a:cubicBezTo>
                  <a:cubicBezTo>
                    <a:pt x="4814652" y="76592"/>
                    <a:pt x="4840956" y="100871"/>
                    <a:pt x="4868626" y="123479"/>
                  </a:cubicBezTo>
                  <a:cubicBezTo>
                    <a:pt x="4913994" y="160547"/>
                    <a:pt x="4944463" y="204359"/>
                    <a:pt x="4964453" y="252793"/>
                  </a:cubicBezTo>
                  <a:lnTo>
                    <a:pt x="4973861" y="297646"/>
                  </a:lnTo>
                  <a:lnTo>
                    <a:pt x="4973909" y="297713"/>
                  </a:lnTo>
                  <a:lnTo>
                    <a:pt x="4973967" y="298133"/>
                  </a:lnTo>
                  <a:lnTo>
                    <a:pt x="4997433" y="409911"/>
                  </a:lnTo>
                  <a:cubicBezTo>
                    <a:pt x="5000452" y="458202"/>
                    <a:pt x="4998713" y="506789"/>
                    <a:pt x="4998713" y="555252"/>
                  </a:cubicBezTo>
                  <a:lnTo>
                    <a:pt x="4998647" y="4492760"/>
                  </a:lnTo>
                  <a:lnTo>
                    <a:pt x="4998685" y="4493028"/>
                  </a:lnTo>
                  <a:cubicBezTo>
                    <a:pt x="5007481" y="4603918"/>
                    <a:pt x="5008017" y="4740653"/>
                    <a:pt x="5000289" y="4853864"/>
                  </a:cubicBezTo>
                  <a:lnTo>
                    <a:pt x="4997453" y="4877188"/>
                  </a:lnTo>
                  <a:lnTo>
                    <a:pt x="4996020" y="4982452"/>
                  </a:lnTo>
                  <a:lnTo>
                    <a:pt x="4984501" y="4983541"/>
                  </a:lnTo>
                  <a:lnTo>
                    <a:pt x="4982505" y="4999883"/>
                  </a:lnTo>
                  <a:lnTo>
                    <a:pt x="4903698" y="5005662"/>
                  </a:lnTo>
                  <a:lnTo>
                    <a:pt x="4895522" y="5008212"/>
                  </a:lnTo>
                  <a:lnTo>
                    <a:pt x="4875770" y="5007715"/>
                  </a:lnTo>
                  <a:lnTo>
                    <a:pt x="4862159" y="5008709"/>
                  </a:lnTo>
                  <a:lnTo>
                    <a:pt x="4719789" y="5008661"/>
                  </a:lnTo>
                  <a:lnTo>
                    <a:pt x="4714497" y="5009167"/>
                  </a:lnTo>
                  <a:lnTo>
                    <a:pt x="4701164" y="5008661"/>
                  </a:lnTo>
                  <a:lnTo>
                    <a:pt x="1682566" y="5007687"/>
                  </a:lnTo>
                  <a:lnTo>
                    <a:pt x="570660" y="5008527"/>
                  </a:lnTo>
                  <a:lnTo>
                    <a:pt x="556333" y="5007324"/>
                  </a:lnTo>
                  <a:lnTo>
                    <a:pt x="499790" y="5007314"/>
                  </a:lnTo>
                  <a:lnTo>
                    <a:pt x="394287" y="4993742"/>
                  </a:lnTo>
                  <a:lnTo>
                    <a:pt x="336369" y="4988880"/>
                  </a:lnTo>
                  <a:lnTo>
                    <a:pt x="327075" y="4985098"/>
                  </a:lnTo>
                  <a:lnTo>
                    <a:pt x="207045" y="4969663"/>
                  </a:lnTo>
                  <a:lnTo>
                    <a:pt x="161514" y="4917590"/>
                  </a:lnTo>
                  <a:lnTo>
                    <a:pt x="117904" y="4899806"/>
                  </a:lnTo>
                  <a:lnTo>
                    <a:pt x="72058" y="4800110"/>
                  </a:lnTo>
                  <a:lnTo>
                    <a:pt x="33824" y="4747721"/>
                  </a:lnTo>
                  <a:lnTo>
                    <a:pt x="23767" y="4695065"/>
                  </a:lnTo>
                  <a:lnTo>
                    <a:pt x="22372" y="4692037"/>
                  </a:lnTo>
                  <a:lnTo>
                    <a:pt x="21560" y="4683460"/>
                  </a:lnTo>
                  <a:lnTo>
                    <a:pt x="385" y="4572523"/>
                  </a:lnTo>
                  <a:cubicBezTo>
                    <a:pt x="-236" y="4536180"/>
                    <a:pt x="80" y="4499819"/>
                    <a:pt x="80" y="4463467"/>
                  </a:cubicBezTo>
                  <a:lnTo>
                    <a:pt x="80" y="4459379"/>
                  </a:lnTo>
                  <a:lnTo>
                    <a:pt x="32" y="4458882"/>
                  </a:lnTo>
                  <a:lnTo>
                    <a:pt x="80" y="4453323"/>
                  </a:lnTo>
                  <a:lnTo>
                    <a:pt x="80" y="842974"/>
                  </a:lnTo>
                  <a:lnTo>
                    <a:pt x="444384" y="842974"/>
                  </a:lnTo>
                  <a:lnTo>
                    <a:pt x="441910" y="2654682"/>
                  </a:lnTo>
                  <a:lnTo>
                    <a:pt x="443810" y="2867302"/>
                  </a:lnTo>
                  <a:cubicBezTo>
                    <a:pt x="502321" y="2872221"/>
                    <a:pt x="543468" y="2878190"/>
                    <a:pt x="584662" y="2878658"/>
                  </a:cubicBezTo>
                  <a:cubicBezTo>
                    <a:pt x="705753" y="2880014"/>
                    <a:pt x="826872" y="2880177"/>
                    <a:pt x="947962" y="2879021"/>
                  </a:cubicBezTo>
                  <a:cubicBezTo>
                    <a:pt x="1191662" y="2876672"/>
                    <a:pt x="1131451" y="2905182"/>
                    <a:pt x="1298569" y="2714826"/>
                  </a:cubicBezTo>
                  <a:cubicBezTo>
                    <a:pt x="1518257" y="2464593"/>
                    <a:pt x="1734458" y="2211294"/>
                    <a:pt x="1951844" y="1959046"/>
                  </a:cubicBezTo>
                  <a:cubicBezTo>
                    <a:pt x="2018397" y="1881815"/>
                    <a:pt x="2083918" y="1803695"/>
                    <a:pt x="2144779" y="1732022"/>
                  </a:cubicBezTo>
                  <a:cubicBezTo>
                    <a:pt x="2133594" y="1678698"/>
                    <a:pt x="2099754" y="1681286"/>
                    <a:pt x="2071473" y="1681363"/>
                  </a:cubicBezTo>
                  <a:cubicBezTo>
                    <a:pt x="1770562" y="1682174"/>
                    <a:pt x="1848547" y="1649605"/>
                    <a:pt x="1672251" y="1853696"/>
                  </a:cubicBezTo>
                  <a:cubicBezTo>
                    <a:pt x="1585182" y="1954499"/>
                    <a:pt x="1499116" y="2056172"/>
                    <a:pt x="1411646" y="2156613"/>
                  </a:cubicBezTo>
                  <a:cubicBezTo>
                    <a:pt x="1383909" y="2188476"/>
                    <a:pt x="1355609" y="2220740"/>
                    <a:pt x="1323068" y="2247321"/>
                  </a:cubicBezTo>
                  <a:cubicBezTo>
                    <a:pt x="1268454" y="2291935"/>
                    <a:pt x="1192015" y="2290837"/>
                    <a:pt x="1138423" y="2249871"/>
                  </a:cubicBezTo>
                  <a:cubicBezTo>
                    <a:pt x="1077974" y="2203672"/>
                    <a:pt x="1059492" y="2121675"/>
                    <a:pt x="1097324" y="2055771"/>
                  </a:cubicBezTo>
                  <a:cubicBezTo>
                    <a:pt x="1112243" y="2029782"/>
                    <a:pt x="1131680" y="2006009"/>
                    <a:pt x="1151375" y="1983210"/>
                  </a:cubicBezTo>
                  <a:cubicBezTo>
                    <a:pt x="1301749" y="1809101"/>
                    <a:pt x="1453833" y="1636434"/>
                    <a:pt x="1602919" y="1461206"/>
                  </a:cubicBezTo>
                  <a:cubicBezTo>
                    <a:pt x="1657809" y="1396688"/>
                    <a:pt x="1720876" y="1365637"/>
                    <a:pt x="1807487" y="1366964"/>
                  </a:cubicBezTo>
                  <a:cubicBezTo>
                    <a:pt x="2049639" y="1370651"/>
                    <a:pt x="2291877" y="1368980"/>
                    <a:pt x="2534087" y="1368034"/>
                  </a:cubicBezTo>
                  <a:cubicBezTo>
                    <a:pt x="2614365" y="1367719"/>
                    <a:pt x="2690794" y="1381845"/>
                    <a:pt x="2762351" y="1418159"/>
                  </a:cubicBezTo>
                  <a:cubicBezTo>
                    <a:pt x="2900567" y="1488284"/>
                    <a:pt x="2949307" y="1601304"/>
                    <a:pt x="2900873" y="1750857"/>
                  </a:cubicBezTo>
                  <a:cubicBezTo>
                    <a:pt x="2880634" y="1813342"/>
                    <a:pt x="2849468" y="1872282"/>
                    <a:pt x="2820614" y="1938988"/>
                  </a:cubicBezTo>
                  <a:cubicBezTo>
                    <a:pt x="2864053" y="1973287"/>
                    <a:pt x="2912812" y="1959514"/>
                    <a:pt x="2957531" y="1962188"/>
                  </a:cubicBezTo>
                  <a:cubicBezTo>
                    <a:pt x="2999785" y="1964710"/>
                    <a:pt x="3042718" y="1960154"/>
                    <a:pt x="3084505" y="1965445"/>
                  </a:cubicBezTo>
                  <a:cubicBezTo>
                    <a:pt x="3169014" y="1976133"/>
                    <a:pt x="3230705" y="2046039"/>
                    <a:pt x="3230390" y="2124779"/>
                  </a:cubicBezTo>
                  <a:cubicBezTo>
                    <a:pt x="3230065" y="2205859"/>
                    <a:pt x="3170408" y="2276214"/>
                    <a:pt x="3083970" y="2281104"/>
                  </a:cubicBezTo>
                  <a:cubicBezTo>
                    <a:pt x="2969269" y="2287580"/>
                    <a:pt x="2854005" y="2284094"/>
                    <a:pt x="2738980" y="2284781"/>
                  </a:cubicBezTo>
                  <a:cubicBezTo>
                    <a:pt x="2702637" y="2284991"/>
                    <a:pt x="2665903" y="2288325"/>
                    <a:pt x="2630067" y="2284141"/>
                  </a:cubicBezTo>
                  <a:cubicBezTo>
                    <a:pt x="2542539" y="2273950"/>
                    <a:pt x="2477763" y="2307580"/>
                    <a:pt x="2429548" y="2378823"/>
                  </a:cubicBezTo>
                  <a:cubicBezTo>
                    <a:pt x="2416033" y="2398804"/>
                    <a:pt x="2401401" y="2418031"/>
                    <a:pt x="2381964" y="2444975"/>
                  </a:cubicBezTo>
                  <a:cubicBezTo>
                    <a:pt x="2406377" y="2476885"/>
                    <a:pt x="2428335" y="2512187"/>
                    <a:pt x="2456607" y="2541347"/>
                  </a:cubicBezTo>
                  <a:cubicBezTo>
                    <a:pt x="2549330" y="2636964"/>
                    <a:pt x="2642904" y="2731865"/>
                    <a:pt x="2738951" y="2824140"/>
                  </a:cubicBezTo>
                  <a:cubicBezTo>
                    <a:pt x="2816344" y="2898496"/>
                    <a:pt x="2839258" y="2983512"/>
                    <a:pt x="2815514" y="3087964"/>
                  </a:cubicBezTo>
                  <a:cubicBezTo>
                    <a:pt x="2736401" y="3436011"/>
                    <a:pt x="2660440" y="3784775"/>
                    <a:pt x="2583247" y="4133261"/>
                  </a:cubicBezTo>
                  <a:cubicBezTo>
                    <a:pt x="2581938" y="4139164"/>
                    <a:pt x="2580506" y="4145067"/>
                    <a:pt x="2578672" y="4150816"/>
                  </a:cubicBezTo>
                  <a:cubicBezTo>
                    <a:pt x="2541126" y="4268287"/>
                    <a:pt x="2450179" y="4326235"/>
                    <a:pt x="2345908" y="4299195"/>
                  </a:cubicBezTo>
                  <a:cubicBezTo>
                    <a:pt x="2236948" y="4270942"/>
                    <a:pt x="2170414" y="4180951"/>
                    <a:pt x="2192086" y="4067281"/>
                  </a:cubicBezTo>
                  <a:cubicBezTo>
                    <a:pt x="2228323" y="3877250"/>
                    <a:pt x="2275010" y="3689215"/>
                    <a:pt x="2316892" y="3500253"/>
                  </a:cubicBezTo>
                  <a:cubicBezTo>
                    <a:pt x="2337723" y="3406202"/>
                    <a:pt x="2357647" y="3311950"/>
                    <a:pt x="2379519" y="3210717"/>
                  </a:cubicBezTo>
                  <a:cubicBezTo>
                    <a:pt x="2232679" y="3055423"/>
                    <a:pt x="2079573" y="2911562"/>
                    <a:pt x="1920621" y="2763881"/>
                  </a:cubicBezTo>
                  <a:cubicBezTo>
                    <a:pt x="1882139" y="2800510"/>
                    <a:pt x="1850391" y="2827549"/>
                    <a:pt x="1822358" y="2858008"/>
                  </a:cubicBezTo>
                  <a:cubicBezTo>
                    <a:pt x="1740351" y="2947102"/>
                    <a:pt x="1655106" y="3033809"/>
                    <a:pt x="1579986" y="3128490"/>
                  </a:cubicBezTo>
                  <a:cubicBezTo>
                    <a:pt x="1497101" y="3232933"/>
                    <a:pt x="1393489" y="3274175"/>
                    <a:pt x="1263411" y="3271424"/>
                  </a:cubicBezTo>
                  <a:cubicBezTo>
                    <a:pt x="1100008" y="3267957"/>
                    <a:pt x="936463" y="3270861"/>
                    <a:pt x="772974" y="3271262"/>
                  </a:cubicBezTo>
                  <a:cubicBezTo>
                    <a:pt x="670920" y="3271529"/>
                    <a:pt x="568865" y="3272255"/>
                    <a:pt x="460621" y="3272809"/>
                  </a:cubicBezTo>
                  <a:lnTo>
                    <a:pt x="440964" y="3348121"/>
                  </a:lnTo>
                  <a:lnTo>
                    <a:pt x="440964" y="3351263"/>
                  </a:lnTo>
                  <a:lnTo>
                    <a:pt x="440716" y="4492512"/>
                  </a:lnTo>
                  <a:cubicBezTo>
                    <a:pt x="440745" y="4509809"/>
                    <a:pt x="447765" y="4527088"/>
                    <a:pt x="452483" y="4548740"/>
                  </a:cubicBezTo>
                  <a:lnTo>
                    <a:pt x="515550" y="4563803"/>
                  </a:lnTo>
                  <a:lnTo>
                    <a:pt x="547690" y="4569782"/>
                  </a:lnTo>
                  <a:lnTo>
                    <a:pt x="591864" y="4569877"/>
                  </a:lnTo>
                  <a:lnTo>
                    <a:pt x="646010" y="4567804"/>
                  </a:lnTo>
                  <a:cubicBezTo>
                    <a:pt x="1293908" y="4569285"/>
                    <a:pt x="1941806" y="4568702"/>
                    <a:pt x="2589694" y="4568702"/>
                  </a:cubicBezTo>
                  <a:lnTo>
                    <a:pt x="3025125" y="4568702"/>
                  </a:lnTo>
                  <a:lnTo>
                    <a:pt x="4449251" y="4567222"/>
                  </a:lnTo>
                  <a:lnTo>
                    <a:pt x="4541334" y="4552799"/>
                  </a:lnTo>
                  <a:lnTo>
                    <a:pt x="4543311" y="4551883"/>
                  </a:lnTo>
                  <a:lnTo>
                    <a:pt x="4558307" y="4456256"/>
                  </a:lnTo>
                  <a:cubicBezTo>
                    <a:pt x="4560656" y="4371546"/>
                    <a:pt x="4559243" y="4286740"/>
                    <a:pt x="4559243" y="4201963"/>
                  </a:cubicBezTo>
                  <a:cubicBezTo>
                    <a:pt x="4559252" y="3027266"/>
                    <a:pt x="4559510" y="1852578"/>
                    <a:pt x="4558612" y="677881"/>
                  </a:cubicBezTo>
                  <a:lnTo>
                    <a:pt x="4561573" y="569952"/>
                  </a:lnTo>
                  <a:lnTo>
                    <a:pt x="4561573" y="569761"/>
                  </a:lnTo>
                  <a:lnTo>
                    <a:pt x="4542815" y="463198"/>
                  </a:lnTo>
                  <a:lnTo>
                    <a:pt x="4436891" y="437400"/>
                  </a:lnTo>
                  <a:lnTo>
                    <a:pt x="4358170" y="440284"/>
                  </a:lnTo>
                  <a:cubicBezTo>
                    <a:pt x="3594951" y="438651"/>
                    <a:pt x="2831731" y="439233"/>
                    <a:pt x="2050336" y="439233"/>
                  </a:cubicBezTo>
                  <a:lnTo>
                    <a:pt x="838419" y="442214"/>
                  </a:lnTo>
                  <a:lnTo>
                    <a:pt x="838419" y="450"/>
                  </a:lnTo>
                  <a:lnTo>
                    <a:pt x="3836530" y="335"/>
                  </a:lnTo>
                  <a:close/>
                </a:path>
              </a:pathLst>
            </a:custGeom>
            <a:solidFill>
              <a:schemeClr val="accent2"/>
            </a:solidFill>
            <a:ln w="1155" cap="flat">
              <a:noFill/>
              <a:prstDash val="solid"/>
              <a:miter/>
            </a:ln>
          </p:spPr>
          <p:txBody>
            <a:bodyPr wrap="square" rtlCol="0" anchor="ctr">
              <a:noAutofit/>
            </a:bodyPr>
            <a:lstStyle/>
            <a:p>
              <a:endParaRPr lang="en-US"/>
            </a:p>
          </p:txBody>
        </p:sp>
      </p:grpSp>
      <p:grpSp>
        <p:nvGrpSpPr>
          <p:cNvPr id="922" name="Group 921">
            <a:extLst>
              <a:ext uri="{FF2B5EF4-FFF2-40B4-BE49-F238E27FC236}">
                <a16:creationId xmlns:a16="http://schemas.microsoft.com/office/drawing/2014/main" id="{1C4D2524-2D81-BE7A-0F5E-F8D7F418560A}"/>
              </a:ext>
              <a:ext uri="{C183D7F6-B498-43B3-948B-1728B52AA6E4}">
                <adec:decorative xmlns:adec="http://schemas.microsoft.com/office/drawing/2017/decorative" val="1"/>
              </a:ext>
            </a:extLst>
          </p:cNvPr>
          <p:cNvGrpSpPr>
            <a:grpSpLocks noChangeAspect="1"/>
          </p:cNvGrpSpPr>
          <p:nvPr/>
        </p:nvGrpSpPr>
        <p:grpSpPr>
          <a:xfrm>
            <a:off x="7144720" y="1517247"/>
            <a:ext cx="456570" cy="457200"/>
            <a:chOff x="7144720" y="1517247"/>
            <a:chExt cx="456570" cy="457200"/>
          </a:xfrm>
          <a:solidFill>
            <a:srgbClr val="FF0000"/>
          </a:solidFill>
        </p:grpSpPr>
        <p:sp>
          <p:nvSpPr>
            <p:cNvPr id="1023" name="Freeform: Shape 1022">
              <a:extLst>
                <a:ext uri="{FF2B5EF4-FFF2-40B4-BE49-F238E27FC236}">
                  <a16:creationId xmlns:a16="http://schemas.microsoft.com/office/drawing/2014/main" id="{6766C540-8DD5-78D6-D0E7-02782B76FA0B}"/>
                </a:ext>
                <a:ext uri="{C183D7F6-B498-43B3-948B-1728B52AA6E4}">
                  <adec:decorative xmlns:adec="http://schemas.microsoft.com/office/drawing/2017/decorative" val="1"/>
                </a:ext>
              </a:extLst>
            </p:cNvPr>
            <p:cNvSpPr/>
            <p:nvPr/>
          </p:nvSpPr>
          <p:spPr>
            <a:xfrm>
              <a:off x="7144720" y="1523808"/>
              <a:ext cx="449772" cy="450639"/>
            </a:xfrm>
            <a:custGeom>
              <a:avLst/>
              <a:gdLst>
                <a:gd name="connsiteX0" fmla="*/ 6574861 w 6746594"/>
                <a:gd name="connsiteY0" fmla="*/ 5167820 h 6759588"/>
                <a:gd name="connsiteX1" fmla="*/ 6730352 w 6746594"/>
                <a:gd name="connsiteY1" fmla="*/ 5167982 h 6759588"/>
                <a:gd name="connsiteX2" fmla="*/ 6745680 w 6746594"/>
                <a:gd name="connsiteY2" fmla="*/ 5286813 h 6759588"/>
                <a:gd name="connsiteX3" fmla="*/ 6746384 w 6746594"/>
                <a:gd name="connsiteY3" fmla="*/ 5998945 h 6759588"/>
                <a:gd name="connsiteX4" fmla="*/ 6744896 w 6746594"/>
                <a:gd name="connsiteY4" fmla="*/ 6725082 h 6759588"/>
                <a:gd name="connsiteX5" fmla="*/ 6716988 w 6746594"/>
                <a:gd name="connsiteY5" fmla="*/ 6750676 h 6759588"/>
                <a:gd name="connsiteX6" fmla="*/ 6701430 w 6746594"/>
                <a:gd name="connsiteY6" fmla="*/ 6755011 h 6759588"/>
                <a:gd name="connsiteX7" fmla="*/ 5244448 w 6746594"/>
                <a:gd name="connsiteY7" fmla="*/ 6759109 h 6759588"/>
                <a:gd name="connsiteX8" fmla="*/ 5171944 w 6746594"/>
                <a:gd name="connsiteY8" fmla="*/ 6751172 h 6759588"/>
                <a:gd name="connsiteX9" fmla="*/ 5158889 w 6746594"/>
                <a:gd name="connsiteY9" fmla="*/ 6371018 h 6759588"/>
                <a:gd name="connsiteX10" fmla="*/ 5462068 w 6746594"/>
                <a:gd name="connsiteY10" fmla="*/ 6359753 h 6759588"/>
                <a:gd name="connsiteX11" fmla="*/ 5743586 w 6746594"/>
                <a:gd name="connsiteY11" fmla="*/ 6359300 h 6759588"/>
                <a:gd name="connsiteX12" fmla="*/ 6041676 w 6746594"/>
                <a:gd name="connsiteY12" fmla="*/ 6359300 h 6759588"/>
                <a:gd name="connsiteX13" fmla="*/ 6331972 w 6746594"/>
                <a:gd name="connsiteY13" fmla="*/ 6359300 h 6759588"/>
                <a:gd name="connsiteX14" fmla="*/ 6346099 w 6746594"/>
                <a:gd name="connsiteY14" fmla="*/ 6223876 h 6759588"/>
                <a:gd name="connsiteX15" fmla="*/ 6347048 w 6746594"/>
                <a:gd name="connsiteY15" fmla="*/ 5346182 h 6759588"/>
                <a:gd name="connsiteX16" fmla="*/ 6354144 w 6746594"/>
                <a:gd name="connsiteY16" fmla="*/ 5180038 h 6759588"/>
                <a:gd name="connsiteX17" fmla="*/ 6425699 w 6746594"/>
                <a:gd name="connsiteY17" fmla="*/ 5168456 h 6759588"/>
                <a:gd name="connsiteX18" fmla="*/ 6574861 w 6746594"/>
                <a:gd name="connsiteY18" fmla="*/ 5167820 h 6759588"/>
                <a:gd name="connsiteX19" fmla="*/ 193843 w 6746594"/>
                <a:gd name="connsiteY19" fmla="*/ 5165516 h 6759588"/>
                <a:gd name="connsiteX20" fmla="*/ 382112 w 6746594"/>
                <a:gd name="connsiteY20" fmla="*/ 5173153 h 6759588"/>
                <a:gd name="connsiteX21" fmla="*/ 398770 w 6746594"/>
                <a:gd name="connsiteY21" fmla="*/ 5282962 h 6759588"/>
                <a:gd name="connsiteX22" fmla="*/ 399891 w 6746594"/>
                <a:gd name="connsiteY22" fmla="*/ 6178826 h 6759588"/>
                <a:gd name="connsiteX23" fmla="*/ 406275 w 6746594"/>
                <a:gd name="connsiteY23" fmla="*/ 6348407 h 6759588"/>
                <a:gd name="connsiteX24" fmla="*/ 992346 w 6746594"/>
                <a:gd name="connsiteY24" fmla="*/ 6358789 h 6759588"/>
                <a:gd name="connsiteX25" fmla="*/ 1573958 w 6746594"/>
                <a:gd name="connsiteY25" fmla="*/ 6360341 h 6759588"/>
                <a:gd name="connsiteX26" fmla="*/ 1583930 w 6746594"/>
                <a:gd name="connsiteY26" fmla="*/ 6741546 h 6759588"/>
                <a:gd name="connsiteX27" fmla="*/ 1489254 w 6746594"/>
                <a:gd name="connsiteY27" fmla="*/ 6758772 h 6759588"/>
                <a:gd name="connsiteX28" fmla="*/ 112277 w 6746594"/>
                <a:gd name="connsiteY28" fmla="*/ 6759131 h 6759588"/>
                <a:gd name="connsiteX29" fmla="*/ 22605 w 6746594"/>
                <a:gd name="connsiteY29" fmla="*/ 6750526 h 6759588"/>
                <a:gd name="connsiteX30" fmla="*/ 4632 w 6746594"/>
                <a:gd name="connsiteY30" fmla="*/ 6711898 h 6759588"/>
                <a:gd name="connsiteX31" fmla="*/ 9 w 6746594"/>
                <a:gd name="connsiteY31" fmla="*/ 5866143 h 6759588"/>
                <a:gd name="connsiteX32" fmla="*/ 3388 w 6746594"/>
                <a:gd name="connsiteY32" fmla="*/ 5219294 h 6759588"/>
                <a:gd name="connsiteX33" fmla="*/ 17889 w 6746594"/>
                <a:gd name="connsiteY33" fmla="*/ 5177862 h 6759588"/>
                <a:gd name="connsiteX34" fmla="*/ 193843 w 6746594"/>
                <a:gd name="connsiteY34" fmla="*/ 5165516 h 6759588"/>
                <a:gd name="connsiteX35" fmla="*/ 6345270 w 6746594"/>
                <a:gd name="connsiteY35" fmla="*/ 789480 h 6759588"/>
                <a:gd name="connsiteX36" fmla="*/ 6743078 w 6746594"/>
                <a:gd name="connsiteY36" fmla="*/ 789480 h 6759588"/>
                <a:gd name="connsiteX37" fmla="*/ 6745086 w 6746594"/>
                <a:gd name="connsiteY37" fmla="*/ 1502152 h 6759588"/>
                <a:gd name="connsiteX38" fmla="*/ 6737145 w 6746594"/>
                <a:gd name="connsiteY38" fmla="*/ 1574651 h 6759588"/>
                <a:gd name="connsiteX39" fmla="*/ 6356992 w 6746594"/>
                <a:gd name="connsiteY39" fmla="*/ 1587714 h 6759588"/>
                <a:gd name="connsiteX40" fmla="*/ 6345727 w 6746594"/>
                <a:gd name="connsiteY40" fmla="*/ 1284535 h 6759588"/>
                <a:gd name="connsiteX41" fmla="*/ 6345270 w 6746594"/>
                <a:gd name="connsiteY41" fmla="*/ 1003017 h 6759588"/>
                <a:gd name="connsiteX42" fmla="*/ 3367669 w 6746594"/>
                <a:gd name="connsiteY42" fmla="*/ 200986 h 6759588"/>
                <a:gd name="connsiteX43" fmla="*/ 3567273 w 6746594"/>
                <a:gd name="connsiteY43" fmla="*/ 366785 h 6759588"/>
                <a:gd name="connsiteX44" fmla="*/ 3575260 w 6746594"/>
                <a:gd name="connsiteY44" fmla="*/ 498831 h 6759588"/>
                <a:gd name="connsiteX45" fmla="*/ 3575541 w 6746594"/>
                <a:gd name="connsiteY45" fmla="*/ 897052 h 6759588"/>
                <a:gd name="connsiteX46" fmla="*/ 3623012 w 6746594"/>
                <a:gd name="connsiteY46" fmla="*/ 1014274 h 6759588"/>
                <a:gd name="connsiteX47" fmla="*/ 3621538 w 6746594"/>
                <a:gd name="connsiteY47" fmla="*/ 1182029 h 6759588"/>
                <a:gd name="connsiteX48" fmla="*/ 3576842 w 6746594"/>
                <a:gd name="connsiteY48" fmla="*/ 1265935 h 6759588"/>
                <a:gd name="connsiteX49" fmla="*/ 3576748 w 6746594"/>
                <a:gd name="connsiteY49" fmla="*/ 1663128 h 6759588"/>
                <a:gd name="connsiteX50" fmla="*/ 3823543 w 6746594"/>
                <a:gd name="connsiteY50" fmla="*/ 1686414 h 6759588"/>
                <a:gd name="connsiteX51" fmla="*/ 3854191 w 6746594"/>
                <a:gd name="connsiteY51" fmla="*/ 1665781 h 6759588"/>
                <a:gd name="connsiteX52" fmla="*/ 3931569 w 6746594"/>
                <a:gd name="connsiteY52" fmla="*/ 1588619 h 6759588"/>
                <a:gd name="connsiteX53" fmla="*/ 4048748 w 6746594"/>
                <a:gd name="connsiteY53" fmla="*/ 1635378 h 6759588"/>
                <a:gd name="connsiteX54" fmla="*/ 4090072 w 6746594"/>
                <a:gd name="connsiteY54" fmla="*/ 1684897 h 6759588"/>
                <a:gd name="connsiteX55" fmla="*/ 4323437 w 6746594"/>
                <a:gd name="connsiteY55" fmla="*/ 1684897 h 6759588"/>
                <a:gd name="connsiteX56" fmla="*/ 4351453 w 6746594"/>
                <a:gd name="connsiteY56" fmla="*/ 1665961 h 6759588"/>
                <a:gd name="connsiteX57" fmla="*/ 4428559 w 6746594"/>
                <a:gd name="connsiteY57" fmla="*/ 1588503 h 6759588"/>
                <a:gd name="connsiteX58" fmla="*/ 4545744 w 6746594"/>
                <a:gd name="connsiteY58" fmla="*/ 1635550 h 6759588"/>
                <a:gd name="connsiteX59" fmla="*/ 4586465 w 6746594"/>
                <a:gd name="connsiteY59" fmla="*/ 1684739 h 6759588"/>
                <a:gd name="connsiteX60" fmla="*/ 5227492 w 6746594"/>
                <a:gd name="connsiteY60" fmla="*/ 1684739 h 6759588"/>
                <a:gd name="connsiteX61" fmla="*/ 5290635 w 6746594"/>
                <a:gd name="connsiteY61" fmla="*/ 1616441 h 6759588"/>
                <a:gd name="connsiteX62" fmla="*/ 5432538 w 6746594"/>
                <a:gd name="connsiteY62" fmla="*/ 1631977 h 6759588"/>
                <a:gd name="connsiteX63" fmla="*/ 5532534 w 6746594"/>
                <a:gd name="connsiteY63" fmla="*/ 1800695 h 6759588"/>
                <a:gd name="connsiteX64" fmla="*/ 5535719 w 6746594"/>
                <a:gd name="connsiteY64" fmla="*/ 1976107 h 6759588"/>
                <a:gd name="connsiteX65" fmla="*/ 5432236 w 6746594"/>
                <a:gd name="connsiteY65" fmla="*/ 2143128 h 6759588"/>
                <a:gd name="connsiteX66" fmla="*/ 5264739 w 6746594"/>
                <a:gd name="connsiteY66" fmla="*/ 2142243 h 6759588"/>
                <a:gd name="connsiteX67" fmla="*/ 5172134 w 6746594"/>
                <a:gd name="connsiteY67" fmla="*/ 2089647 h 6759588"/>
                <a:gd name="connsiteX68" fmla="*/ 4657761 w 6746594"/>
                <a:gd name="connsiteY68" fmla="*/ 2088820 h 6759588"/>
                <a:gd name="connsiteX69" fmla="*/ 4541337 w 6746594"/>
                <a:gd name="connsiteY69" fmla="*/ 2137355 h 6759588"/>
                <a:gd name="connsiteX70" fmla="*/ 4366472 w 6746594"/>
                <a:gd name="connsiteY70" fmla="*/ 2124594 h 6759588"/>
                <a:gd name="connsiteX71" fmla="*/ 4339454 w 6746594"/>
                <a:gd name="connsiteY71" fmla="*/ 2094485 h 6759588"/>
                <a:gd name="connsiteX72" fmla="*/ 4099159 w 6746594"/>
                <a:gd name="connsiteY72" fmla="*/ 2094485 h 6759588"/>
                <a:gd name="connsiteX73" fmla="*/ 4082674 w 6746594"/>
                <a:gd name="connsiteY73" fmla="*/ 2102358 h 6759588"/>
                <a:gd name="connsiteX74" fmla="*/ 3828374 w 6746594"/>
                <a:gd name="connsiteY74" fmla="*/ 2089381 h 6759588"/>
                <a:gd name="connsiteX75" fmla="*/ 3668858 w 6746594"/>
                <a:gd name="connsiteY75" fmla="*/ 2089733 h 6759588"/>
                <a:gd name="connsiteX76" fmla="*/ 3594168 w 6746594"/>
                <a:gd name="connsiteY76" fmla="*/ 2098252 h 6759588"/>
                <a:gd name="connsiteX77" fmla="*/ 3576677 w 6746594"/>
                <a:gd name="connsiteY77" fmla="*/ 2191655 h 6759588"/>
                <a:gd name="connsiteX78" fmla="*/ 3575181 w 6746594"/>
                <a:gd name="connsiteY78" fmla="*/ 2423912 h 6759588"/>
                <a:gd name="connsiteX79" fmla="*/ 3648900 w 6746594"/>
                <a:gd name="connsiteY79" fmla="*/ 2629540 h 6759588"/>
                <a:gd name="connsiteX80" fmla="*/ 3639195 w 6746594"/>
                <a:gd name="connsiteY80" fmla="*/ 2744569 h 6759588"/>
                <a:gd name="connsiteX81" fmla="*/ 3574735 w 6746594"/>
                <a:gd name="connsiteY81" fmla="*/ 2887686 h 6759588"/>
                <a:gd name="connsiteX82" fmla="*/ 3576461 w 6746594"/>
                <a:gd name="connsiteY82" fmla="*/ 3684136 h 6759588"/>
                <a:gd name="connsiteX83" fmla="*/ 3585656 w 6746594"/>
                <a:gd name="connsiteY83" fmla="*/ 3753225 h 6759588"/>
                <a:gd name="connsiteX84" fmla="*/ 3862329 w 6746594"/>
                <a:gd name="connsiteY84" fmla="*/ 3773621 h 6759588"/>
                <a:gd name="connsiteX85" fmla="*/ 4136450 w 6746594"/>
                <a:gd name="connsiteY85" fmla="*/ 3774556 h 6759588"/>
                <a:gd name="connsiteX86" fmla="*/ 4168874 w 6746594"/>
                <a:gd name="connsiteY86" fmla="*/ 3942663 h 6759588"/>
                <a:gd name="connsiteX87" fmla="*/ 4169514 w 6746594"/>
                <a:gd name="connsiteY87" fmla="*/ 5037792 h 6759588"/>
                <a:gd name="connsiteX88" fmla="*/ 4169068 w 6746594"/>
                <a:gd name="connsiteY88" fmla="*/ 5137313 h 6759588"/>
                <a:gd name="connsiteX89" fmla="*/ 4230688 w 6746594"/>
                <a:gd name="connsiteY89" fmla="*/ 5299273 h 6759588"/>
                <a:gd name="connsiteX90" fmla="*/ 4233110 w 6746594"/>
                <a:gd name="connsiteY90" fmla="*/ 5427250 h 6759588"/>
                <a:gd name="connsiteX91" fmla="*/ 4169370 w 6746594"/>
                <a:gd name="connsiteY91" fmla="*/ 5604789 h 6759588"/>
                <a:gd name="connsiteX92" fmla="*/ 4169312 w 6746594"/>
                <a:gd name="connsiteY92" fmla="*/ 6235318 h 6759588"/>
                <a:gd name="connsiteX93" fmla="*/ 4164431 w 6746594"/>
                <a:gd name="connsiteY93" fmla="*/ 6367802 h 6759588"/>
                <a:gd name="connsiteX94" fmla="*/ 3837116 w 6746594"/>
                <a:gd name="connsiteY94" fmla="*/ 6518145 h 6759588"/>
                <a:gd name="connsiteX95" fmla="*/ 3796633 w 6746594"/>
                <a:gd name="connsiteY95" fmla="*/ 6468093 h 6759588"/>
                <a:gd name="connsiteX96" fmla="*/ 3767128 w 6746594"/>
                <a:gd name="connsiteY96" fmla="*/ 6290029 h 6759588"/>
                <a:gd name="connsiteX97" fmla="*/ 3765762 w 6746594"/>
                <a:gd name="connsiteY97" fmla="*/ 5626328 h 6759588"/>
                <a:gd name="connsiteX98" fmla="*/ 3765762 w 6746594"/>
                <a:gd name="connsiteY98" fmla="*/ 5533450 h 6759588"/>
                <a:gd name="connsiteX99" fmla="*/ 3665306 w 6746594"/>
                <a:gd name="connsiteY99" fmla="*/ 5378722 h 6759588"/>
                <a:gd name="connsiteX100" fmla="*/ 3758142 w 6746594"/>
                <a:gd name="connsiteY100" fmla="*/ 5244024 h 6759588"/>
                <a:gd name="connsiteX101" fmla="*/ 3746934 w 6746594"/>
                <a:gd name="connsiteY101" fmla="*/ 4193504 h 6759588"/>
                <a:gd name="connsiteX102" fmla="*/ 2995486 w 6746594"/>
                <a:gd name="connsiteY102" fmla="*/ 4190111 h 6759588"/>
                <a:gd name="connsiteX103" fmla="*/ 2981647 w 6746594"/>
                <a:gd name="connsiteY103" fmla="*/ 4279028 h 6759588"/>
                <a:gd name="connsiteX104" fmla="*/ 2980834 w 6746594"/>
                <a:gd name="connsiteY104" fmla="*/ 5158450 h 6759588"/>
                <a:gd name="connsiteX105" fmla="*/ 3028938 w 6746594"/>
                <a:gd name="connsiteY105" fmla="*/ 5292365 h 6759588"/>
                <a:gd name="connsiteX106" fmla="*/ 3030455 w 6746594"/>
                <a:gd name="connsiteY106" fmla="*/ 5439874 h 6759588"/>
                <a:gd name="connsiteX107" fmla="*/ 2980741 w 6746594"/>
                <a:gd name="connsiteY107" fmla="*/ 5472470 h 6759588"/>
                <a:gd name="connsiteX108" fmla="*/ 2980662 w 6746594"/>
                <a:gd name="connsiteY108" fmla="*/ 6219171 h 6759588"/>
                <a:gd name="connsiteX109" fmla="*/ 2978333 w 6746594"/>
                <a:gd name="connsiteY109" fmla="*/ 6351799 h 6759588"/>
                <a:gd name="connsiteX110" fmla="*/ 2707928 w 6746594"/>
                <a:gd name="connsiteY110" fmla="*/ 6537016 h 6759588"/>
                <a:gd name="connsiteX111" fmla="*/ 2632283 w 6746594"/>
                <a:gd name="connsiteY111" fmla="*/ 6515003 h 6759588"/>
                <a:gd name="connsiteX112" fmla="*/ 2574588 w 6746594"/>
                <a:gd name="connsiteY112" fmla="*/ 6273335 h 6759588"/>
                <a:gd name="connsiteX113" fmla="*/ 2574294 w 6746594"/>
                <a:gd name="connsiteY113" fmla="*/ 5675992 h 6759588"/>
                <a:gd name="connsiteX114" fmla="*/ 2554530 w 6746594"/>
                <a:gd name="connsiteY114" fmla="*/ 5501486 h 6759588"/>
                <a:gd name="connsiteX115" fmla="*/ 2533343 w 6746594"/>
                <a:gd name="connsiteY115" fmla="*/ 5272572 h 6759588"/>
                <a:gd name="connsiteX116" fmla="*/ 2573992 w 6746594"/>
                <a:gd name="connsiteY116" fmla="*/ 5187782 h 6759588"/>
                <a:gd name="connsiteX117" fmla="*/ 2574711 w 6746594"/>
                <a:gd name="connsiteY117" fmla="*/ 5071639 h 6759588"/>
                <a:gd name="connsiteX118" fmla="*/ 2571756 w 6746594"/>
                <a:gd name="connsiteY118" fmla="*/ 4092732 h 6759588"/>
                <a:gd name="connsiteX119" fmla="*/ 2578866 w 6746594"/>
                <a:gd name="connsiteY119" fmla="*/ 3789057 h 6759588"/>
                <a:gd name="connsiteX120" fmla="*/ 2864583 w 6746594"/>
                <a:gd name="connsiteY120" fmla="*/ 3774872 h 6759588"/>
                <a:gd name="connsiteX121" fmla="*/ 3153442 w 6746594"/>
                <a:gd name="connsiteY121" fmla="*/ 3774484 h 6759588"/>
                <a:gd name="connsiteX122" fmla="*/ 3169187 w 6746594"/>
                <a:gd name="connsiteY122" fmla="*/ 3671469 h 6759588"/>
                <a:gd name="connsiteX123" fmla="*/ 3169669 w 6746594"/>
                <a:gd name="connsiteY123" fmla="*/ 2891604 h 6759588"/>
                <a:gd name="connsiteX124" fmla="*/ 3128992 w 6746594"/>
                <a:gd name="connsiteY124" fmla="*/ 2773362 h 6759588"/>
                <a:gd name="connsiteX125" fmla="*/ 3129035 w 6746594"/>
                <a:gd name="connsiteY125" fmla="*/ 2567195 h 6759588"/>
                <a:gd name="connsiteX126" fmla="*/ 3166441 w 6746594"/>
                <a:gd name="connsiteY126" fmla="*/ 2527065 h 6759588"/>
                <a:gd name="connsiteX127" fmla="*/ 3156390 w 6746594"/>
                <a:gd name="connsiteY127" fmla="*/ 2099130 h 6759588"/>
                <a:gd name="connsiteX128" fmla="*/ 2911098 w 6746594"/>
                <a:gd name="connsiteY128" fmla="*/ 2089841 h 6759588"/>
                <a:gd name="connsiteX129" fmla="*/ 2637444 w 6746594"/>
                <a:gd name="connsiteY129" fmla="*/ 2088992 h 6759588"/>
                <a:gd name="connsiteX130" fmla="*/ 2511337 w 6746594"/>
                <a:gd name="connsiteY130" fmla="*/ 2088992 h 6759588"/>
                <a:gd name="connsiteX131" fmla="*/ 2423275 w 6746594"/>
                <a:gd name="connsiteY131" fmla="*/ 2088992 h 6759588"/>
                <a:gd name="connsiteX132" fmla="*/ 2398472 w 6746594"/>
                <a:gd name="connsiteY132" fmla="*/ 2103716 h 6759588"/>
                <a:gd name="connsiteX133" fmla="*/ 2164086 w 6746594"/>
                <a:gd name="connsiteY133" fmla="*/ 2104873 h 6759588"/>
                <a:gd name="connsiteX134" fmla="*/ 2146422 w 6746594"/>
                <a:gd name="connsiteY134" fmla="*/ 2092091 h 6759588"/>
                <a:gd name="connsiteX135" fmla="*/ 1516539 w 6746594"/>
                <a:gd name="connsiteY135" fmla="*/ 2092091 h 6759588"/>
                <a:gd name="connsiteX136" fmla="*/ 1318768 w 6746594"/>
                <a:gd name="connsiteY136" fmla="*/ 2171087 h 6759588"/>
                <a:gd name="connsiteX137" fmla="*/ 1225250 w 6746594"/>
                <a:gd name="connsiteY137" fmla="*/ 2009047 h 6759588"/>
                <a:gd name="connsiteX138" fmla="*/ 1253619 w 6746594"/>
                <a:gd name="connsiteY138" fmla="*/ 1718162 h 6759588"/>
                <a:gd name="connsiteX139" fmla="*/ 1319969 w 6746594"/>
                <a:gd name="connsiteY139" fmla="*/ 1599755 h 6759588"/>
                <a:gd name="connsiteX140" fmla="*/ 1508688 w 6746594"/>
                <a:gd name="connsiteY140" fmla="*/ 1683172 h 6759588"/>
                <a:gd name="connsiteX141" fmla="*/ 2150959 w 6746594"/>
                <a:gd name="connsiteY141" fmla="*/ 1683172 h 6759588"/>
                <a:gd name="connsiteX142" fmla="*/ 2179241 w 6746594"/>
                <a:gd name="connsiteY142" fmla="*/ 1660900 h 6759588"/>
                <a:gd name="connsiteX143" fmla="*/ 2385409 w 6746594"/>
                <a:gd name="connsiteY143" fmla="*/ 1664386 h 6759588"/>
                <a:gd name="connsiteX144" fmla="*/ 2417926 w 6746594"/>
                <a:gd name="connsiteY144" fmla="*/ 1685027 h 6759588"/>
                <a:gd name="connsiteX145" fmla="*/ 2637560 w 6746594"/>
                <a:gd name="connsiteY145" fmla="*/ 1685027 h 6759588"/>
                <a:gd name="connsiteX146" fmla="*/ 2658660 w 6746594"/>
                <a:gd name="connsiteY146" fmla="*/ 1675321 h 6759588"/>
                <a:gd name="connsiteX147" fmla="*/ 2903779 w 6746594"/>
                <a:gd name="connsiteY147" fmla="*/ 1681022 h 6759588"/>
                <a:gd name="connsiteX148" fmla="*/ 3157504 w 6746594"/>
                <a:gd name="connsiteY148" fmla="*/ 1681022 h 6759588"/>
                <a:gd name="connsiteX149" fmla="*/ 3169424 w 6746594"/>
                <a:gd name="connsiteY149" fmla="*/ 1564038 h 6759588"/>
                <a:gd name="connsiteX150" fmla="*/ 3169820 w 6746594"/>
                <a:gd name="connsiteY150" fmla="*/ 1281967 h 6759588"/>
                <a:gd name="connsiteX151" fmla="*/ 3125081 w 6746594"/>
                <a:gd name="connsiteY151" fmla="*/ 1182194 h 6759588"/>
                <a:gd name="connsiteX152" fmla="*/ 3127611 w 6746594"/>
                <a:gd name="connsiteY152" fmla="*/ 1007214 h 6759588"/>
                <a:gd name="connsiteX153" fmla="*/ 3170050 w 6746594"/>
                <a:gd name="connsiteY153" fmla="*/ 968981 h 6759588"/>
                <a:gd name="connsiteX154" fmla="*/ 3170186 w 6746594"/>
                <a:gd name="connsiteY154" fmla="*/ 508019 h 6759588"/>
                <a:gd name="connsiteX155" fmla="*/ 3174119 w 6746594"/>
                <a:gd name="connsiteY155" fmla="*/ 375556 h 6759588"/>
                <a:gd name="connsiteX156" fmla="*/ 3367669 w 6746594"/>
                <a:gd name="connsiteY156" fmla="*/ 200986 h 6759588"/>
                <a:gd name="connsiteX157" fmla="*/ 1514075 w 6746594"/>
                <a:gd name="connsiteY157" fmla="*/ 338 h 6759588"/>
                <a:gd name="connsiteX158" fmla="*/ 1571216 w 6746594"/>
                <a:gd name="connsiteY158" fmla="*/ 9469 h 6759588"/>
                <a:gd name="connsiteX159" fmla="*/ 1583006 w 6746594"/>
                <a:gd name="connsiteY159" fmla="*/ 391263 h 6759588"/>
                <a:gd name="connsiteX160" fmla="*/ 1451787 w 6746594"/>
                <a:gd name="connsiteY160" fmla="*/ 405268 h 6759588"/>
                <a:gd name="connsiteX161" fmla="*/ 605404 w 6746594"/>
                <a:gd name="connsiteY161" fmla="*/ 405930 h 6759588"/>
                <a:gd name="connsiteX162" fmla="*/ 413478 w 6746594"/>
                <a:gd name="connsiteY162" fmla="*/ 405930 h 6759588"/>
                <a:gd name="connsiteX163" fmla="*/ 400193 w 6746594"/>
                <a:gd name="connsiteY163" fmla="*/ 543454 h 6759588"/>
                <a:gd name="connsiteX164" fmla="*/ 399596 w 6746594"/>
                <a:gd name="connsiteY164" fmla="*/ 1406428 h 6759588"/>
                <a:gd name="connsiteX165" fmla="*/ 399596 w 6746594"/>
                <a:gd name="connsiteY165" fmla="*/ 1575714 h 6759588"/>
                <a:gd name="connsiteX166" fmla="*/ 19347 w 6746594"/>
                <a:gd name="connsiteY166" fmla="*/ 1585499 h 6759588"/>
                <a:gd name="connsiteX167" fmla="*/ 2847 w 6746594"/>
                <a:gd name="connsiteY167" fmla="*/ 1549890 h 6759588"/>
                <a:gd name="connsiteX168" fmla="*/ 0 w 6746594"/>
                <a:gd name="connsiteY168" fmla="*/ 421509 h 6759588"/>
                <a:gd name="connsiteX169" fmla="*/ 0 w 6746594"/>
                <a:gd name="connsiteY169" fmla="*/ 19764 h 6759588"/>
                <a:gd name="connsiteX170" fmla="*/ 86847 w 6746594"/>
                <a:gd name="connsiteY170" fmla="*/ 741 h 6759588"/>
                <a:gd name="connsiteX171" fmla="*/ 1514075 w 6746594"/>
                <a:gd name="connsiteY171" fmla="*/ 338 h 6759588"/>
                <a:gd name="connsiteX172" fmla="*/ 5958152 w 6746594"/>
                <a:gd name="connsiteY172" fmla="*/ 247 h 6759588"/>
                <a:gd name="connsiteX173" fmla="*/ 5958152 w 6746594"/>
                <a:gd name="connsiteY173" fmla="*/ 400226 h 6759588"/>
                <a:gd name="connsiteX174" fmla="*/ 5332147 w 6746594"/>
                <a:gd name="connsiteY174" fmla="*/ 399551 h 6759588"/>
                <a:gd name="connsiteX175" fmla="*/ 5165997 w 6746594"/>
                <a:gd name="connsiteY175" fmla="*/ 392458 h 6759588"/>
                <a:gd name="connsiteX176" fmla="*/ 5154422 w 6746594"/>
                <a:gd name="connsiteY176" fmla="*/ 320899 h 6759588"/>
                <a:gd name="connsiteX177" fmla="*/ 5153947 w 6746594"/>
                <a:gd name="connsiteY177" fmla="*/ 16249 h 6759588"/>
                <a:gd name="connsiteX178" fmla="*/ 5272775 w 6746594"/>
                <a:gd name="connsiteY178" fmla="*/ 922 h 675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6746594" h="6759588">
                  <a:moveTo>
                    <a:pt x="6574861" y="5167820"/>
                  </a:moveTo>
                  <a:cubicBezTo>
                    <a:pt x="6625286" y="5167834"/>
                    <a:pt x="6676767" y="5167982"/>
                    <a:pt x="6730352" y="5167982"/>
                  </a:cubicBezTo>
                  <a:cubicBezTo>
                    <a:pt x="6736514" y="5213756"/>
                    <a:pt x="6745472" y="5250263"/>
                    <a:pt x="6745680" y="5286813"/>
                  </a:cubicBezTo>
                  <a:cubicBezTo>
                    <a:pt x="6746988" y="5518652"/>
                    <a:pt x="6746370" y="5750499"/>
                    <a:pt x="6746384" y="5998945"/>
                  </a:cubicBezTo>
                  <a:cubicBezTo>
                    <a:pt x="6745651" y="6257033"/>
                    <a:pt x="6748096" y="6498592"/>
                    <a:pt x="6744896" y="6725082"/>
                  </a:cubicBezTo>
                  <a:cubicBezTo>
                    <a:pt x="6725205" y="6743408"/>
                    <a:pt x="6721660" y="6748052"/>
                    <a:pt x="6716988" y="6750676"/>
                  </a:cubicBezTo>
                  <a:cubicBezTo>
                    <a:pt x="6712401" y="6753250"/>
                    <a:pt x="6706671" y="6754997"/>
                    <a:pt x="6701430" y="6755011"/>
                  </a:cubicBezTo>
                  <a:cubicBezTo>
                    <a:pt x="6215772" y="6756615"/>
                    <a:pt x="5730114" y="6758110"/>
                    <a:pt x="5244448" y="6759109"/>
                  </a:cubicBezTo>
                  <a:cubicBezTo>
                    <a:pt x="5222960" y="6759152"/>
                    <a:pt x="5201456" y="6754537"/>
                    <a:pt x="5171944" y="6751172"/>
                  </a:cubicBezTo>
                  <a:cubicBezTo>
                    <a:pt x="5139549" y="6626611"/>
                    <a:pt x="5156315" y="6503286"/>
                    <a:pt x="5158889" y="6371018"/>
                  </a:cubicBezTo>
                  <a:cubicBezTo>
                    <a:pt x="5265765" y="6349479"/>
                    <a:pt x="5364524" y="6361910"/>
                    <a:pt x="5462068" y="6359753"/>
                  </a:cubicBezTo>
                  <a:cubicBezTo>
                    <a:pt x="5555867" y="6357668"/>
                    <a:pt x="5649745" y="6359300"/>
                    <a:pt x="5743586" y="6359300"/>
                  </a:cubicBezTo>
                  <a:cubicBezTo>
                    <a:pt x="5842949" y="6359300"/>
                    <a:pt x="5942313" y="6359300"/>
                    <a:pt x="6041676" y="6359300"/>
                  </a:cubicBezTo>
                  <a:cubicBezTo>
                    <a:pt x="6134820" y="6359300"/>
                    <a:pt x="6227972" y="6359300"/>
                    <a:pt x="6331972" y="6359300"/>
                  </a:cubicBezTo>
                  <a:cubicBezTo>
                    <a:pt x="6337609" y="6307494"/>
                    <a:pt x="6345934" y="6265703"/>
                    <a:pt x="6346099" y="6223876"/>
                  </a:cubicBezTo>
                  <a:cubicBezTo>
                    <a:pt x="6347249" y="5931316"/>
                    <a:pt x="6346358" y="5638749"/>
                    <a:pt x="6347048" y="5346182"/>
                  </a:cubicBezTo>
                  <a:cubicBezTo>
                    <a:pt x="6347178" y="5292313"/>
                    <a:pt x="6351534" y="5238451"/>
                    <a:pt x="6354144" y="5180038"/>
                  </a:cubicBezTo>
                  <a:cubicBezTo>
                    <a:pt x="6384138" y="5174984"/>
                    <a:pt x="6404886" y="5168679"/>
                    <a:pt x="6425699" y="5168456"/>
                  </a:cubicBezTo>
                  <a:cubicBezTo>
                    <a:pt x="6475064" y="5167924"/>
                    <a:pt x="6524435" y="5167806"/>
                    <a:pt x="6574861" y="5167820"/>
                  </a:cubicBezTo>
                  <a:close/>
                  <a:moveTo>
                    <a:pt x="193843" y="5165516"/>
                  </a:moveTo>
                  <a:cubicBezTo>
                    <a:pt x="254330" y="5166285"/>
                    <a:pt x="316870" y="5170385"/>
                    <a:pt x="382112" y="5173153"/>
                  </a:cubicBezTo>
                  <a:cubicBezTo>
                    <a:pt x="388072" y="5210738"/>
                    <a:pt x="398604" y="5246821"/>
                    <a:pt x="398770" y="5282962"/>
                  </a:cubicBezTo>
                  <a:cubicBezTo>
                    <a:pt x="400136" y="5581576"/>
                    <a:pt x="399266" y="5880205"/>
                    <a:pt x="399891" y="6178826"/>
                  </a:cubicBezTo>
                  <a:cubicBezTo>
                    <a:pt x="399999" y="6232803"/>
                    <a:pt x="403853" y="6286781"/>
                    <a:pt x="406275" y="6348407"/>
                  </a:cubicBezTo>
                  <a:cubicBezTo>
                    <a:pt x="607892" y="6370306"/>
                    <a:pt x="800442" y="6356100"/>
                    <a:pt x="992346" y="6358789"/>
                  </a:cubicBezTo>
                  <a:cubicBezTo>
                    <a:pt x="1184881" y="6361485"/>
                    <a:pt x="1377519" y="6358436"/>
                    <a:pt x="1573958" y="6360341"/>
                  </a:cubicBezTo>
                  <a:cubicBezTo>
                    <a:pt x="1602061" y="6492696"/>
                    <a:pt x="1590602" y="6612290"/>
                    <a:pt x="1583930" y="6741546"/>
                  </a:cubicBezTo>
                  <a:cubicBezTo>
                    <a:pt x="1550622" y="6747873"/>
                    <a:pt x="1519953" y="6758700"/>
                    <a:pt x="1489254" y="6758772"/>
                  </a:cubicBezTo>
                  <a:cubicBezTo>
                    <a:pt x="1030262" y="6759865"/>
                    <a:pt x="571269" y="6759728"/>
                    <a:pt x="112277" y="6759131"/>
                  </a:cubicBezTo>
                  <a:cubicBezTo>
                    <a:pt x="80486" y="6759088"/>
                    <a:pt x="48702" y="6753150"/>
                    <a:pt x="22605" y="6750526"/>
                  </a:cubicBezTo>
                  <a:cubicBezTo>
                    <a:pt x="13259" y="6731071"/>
                    <a:pt x="4704" y="6721517"/>
                    <a:pt x="4632" y="6711898"/>
                  </a:cubicBezTo>
                  <a:cubicBezTo>
                    <a:pt x="2569" y="6435513"/>
                    <a:pt x="1361" y="6159128"/>
                    <a:pt x="9" y="5866143"/>
                  </a:cubicBezTo>
                  <a:cubicBezTo>
                    <a:pt x="980" y="5639457"/>
                    <a:pt x="1806" y="5429372"/>
                    <a:pt x="3388" y="5219294"/>
                  </a:cubicBezTo>
                  <a:cubicBezTo>
                    <a:pt x="3460" y="5209229"/>
                    <a:pt x="10182" y="5199207"/>
                    <a:pt x="17889" y="5177862"/>
                  </a:cubicBezTo>
                  <a:cubicBezTo>
                    <a:pt x="74921" y="5167308"/>
                    <a:pt x="133356" y="5164747"/>
                    <a:pt x="193843" y="5165516"/>
                  </a:cubicBezTo>
                  <a:close/>
                  <a:moveTo>
                    <a:pt x="6345270" y="789480"/>
                  </a:moveTo>
                  <a:lnTo>
                    <a:pt x="6743078" y="789480"/>
                  </a:lnTo>
                  <a:lnTo>
                    <a:pt x="6745086" y="1502152"/>
                  </a:lnTo>
                  <a:cubicBezTo>
                    <a:pt x="6745123" y="1523641"/>
                    <a:pt x="6740513" y="1545139"/>
                    <a:pt x="6737145" y="1574651"/>
                  </a:cubicBezTo>
                  <a:cubicBezTo>
                    <a:pt x="6612584" y="1607049"/>
                    <a:pt x="6489256" y="1590280"/>
                    <a:pt x="6356992" y="1587714"/>
                  </a:cubicBezTo>
                  <a:cubicBezTo>
                    <a:pt x="6335448" y="1480836"/>
                    <a:pt x="6347881" y="1382074"/>
                    <a:pt x="6345727" y="1284535"/>
                  </a:cubicBezTo>
                  <a:cubicBezTo>
                    <a:pt x="6343636" y="1190729"/>
                    <a:pt x="6345270" y="1096859"/>
                    <a:pt x="6345270" y="1003017"/>
                  </a:cubicBezTo>
                  <a:close/>
                  <a:moveTo>
                    <a:pt x="3367669" y="200986"/>
                  </a:moveTo>
                  <a:cubicBezTo>
                    <a:pt x="3460843" y="197866"/>
                    <a:pt x="3548451" y="268084"/>
                    <a:pt x="3567273" y="366785"/>
                  </a:cubicBezTo>
                  <a:cubicBezTo>
                    <a:pt x="3575476" y="409763"/>
                    <a:pt x="3574930" y="454739"/>
                    <a:pt x="3575260" y="498831"/>
                  </a:cubicBezTo>
                  <a:cubicBezTo>
                    <a:pt x="3576274" y="631567"/>
                    <a:pt x="3576310" y="764317"/>
                    <a:pt x="3575541" y="897052"/>
                  </a:cubicBezTo>
                  <a:cubicBezTo>
                    <a:pt x="3575275" y="943402"/>
                    <a:pt x="3589689" y="978270"/>
                    <a:pt x="3623012" y="1014274"/>
                  </a:cubicBezTo>
                  <a:cubicBezTo>
                    <a:pt x="3686515" y="1082895"/>
                    <a:pt x="3684588" y="1110998"/>
                    <a:pt x="3621538" y="1182029"/>
                  </a:cubicBezTo>
                  <a:cubicBezTo>
                    <a:pt x="3598582" y="1207896"/>
                    <a:pt x="3576907" y="1230197"/>
                    <a:pt x="3576842" y="1265935"/>
                  </a:cubicBezTo>
                  <a:cubicBezTo>
                    <a:pt x="3576605" y="1398110"/>
                    <a:pt x="3576748" y="1530292"/>
                    <a:pt x="3576748" y="1663128"/>
                  </a:cubicBezTo>
                  <a:cubicBezTo>
                    <a:pt x="3664501" y="1704064"/>
                    <a:pt x="3747293" y="1682690"/>
                    <a:pt x="3823543" y="1686414"/>
                  </a:cubicBezTo>
                  <a:cubicBezTo>
                    <a:pt x="3836965" y="1677615"/>
                    <a:pt x="3847814" y="1673531"/>
                    <a:pt x="3854191" y="1665781"/>
                  </a:cubicBezTo>
                  <a:cubicBezTo>
                    <a:pt x="3877427" y="1637534"/>
                    <a:pt x="3881438" y="1592256"/>
                    <a:pt x="3931569" y="1588619"/>
                  </a:cubicBezTo>
                  <a:cubicBezTo>
                    <a:pt x="3979364" y="1585146"/>
                    <a:pt x="4018596" y="1597037"/>
                    <a:pt x="4048748" y="1635378"/>
                  </a:cubicBezTo>
                  <a:cubicBezTo>
                    <a:pt x="4062005" y="1652237"/>
                    <a:pt x="4076211" y="1668348"/>
                    <a:pt x="4090072" y="1684897"/>
                  </a:cubicBezTo>
                  <a:cubicBezTo>
                    <a:pt x="4171131" y="1684897"/>
                    <a:pt x="4248237" y="1684897"/>
                    <a:pt x="4323437" y="1684897"/>
                  </a:cubicBezTo>
                  <a:cubicBezTo>
                    <a:pt x="4334228" y="1677852"/>
                    <a:pt x="4345767" y="1673984"/>
                    <a:pt x="4351453" y="1665961"/>
                  </a:cubicBezTo>
                  <a:cubicBezTo>
                    <a:pt x="4372906" y="1635737"/>
                    <a:pt x="4380160" y="1592910"/>
                    <a:pt x="4428559" y="1588503"/>
                  </a:cubicBezTo>
                  <a:cubicBezTo>
                    <a:pt x="4476195" y="1584168"/>
                    <a:pt x="4515571" y="1597433"/>
                    <a:pt x="4545744" y="1635550"/>
                  </a:cubicBezTo>
                  <a:cubicBezTo>
                    <a:pt x="4558987" y="1652287"/>
                    <a:pt x="4572956" y="1668463"/>
                    <a:pt x="4586465" y="1684739"/>
                  </a:cubicBezTo>
                  <a:cubicBezTo>
                    <a:pt x="4800893" y="1684739"/>
                    <a:pt x="5010691" y="1684739"/>
                    <a:pt x="5227492" y="1684739"/>
                  </a:cubicBezTo>
                  <a:cubicBezTo>
                    <a:pt x="5246766" y="1663560"/>
                    <a:pt x="5266170" y="1636988"/>
                    <a:pt x="5290635" y="1616441"/>
                  </a:cubicBezTo>
                  <a:cubicBezTo>
                    <a:pt x="5340090" y="1574908"/>
                    <a:pt x="5409554" y="1578331"/>
                    <a:pt x="5432538" y="1631977"/>
                  </a:cubicBezTo>
                  <a:cubicBezTo>
                    <a:pt x="5459016" y="1693762"/>
                    <a:pt x="5498097" y="1745036"/>
                    <a:pt x="5532534" y="1800695"/>
                  </a:cubicBezTo>
                  <a:cubicBezTo>
                    <a:pt x="5566273" y="1855233"/>
                    <a:pt x="5564102" y="1919520"/>
                    <a:pt x="5535719" y="1976107"/>
                  </a:cubicBezTo>
                  <a:cubicBezTo>
                    <a:pt x="5506451" y="2034447"/>
                    <a:pt x="5470030" y="2089705"/>
                    <a:pt x="5432236" y="2143128"/>
                  </a:cubicBezTo>
                  <a:cubicBezTo>
                    <a:pt x="5391171" y="2201174"/>
                    <a:pt x="5310348" y="2204603"/>
                    <a:pt x="5264739" y="2142243"/>
                  </a:cubicBezTo>
                  <a:cubicBezTo>
                    <a:pt x="5238074" y="2105801"/>
                    <a:pt x="5213192" y="2089675"/>
                    <a:pt x="5172134" y="2089647"/>
                  </a:cubicBezTo>
                  <a:cubicBezTo>
                    <a:pt x="5000676" y="2089518"/>
                    <a:pt x="4829211" y="2089790"/>
                    <a:pt x="4657761" y="2088820"/>
                  </a:cubicBezTo>
                  <a:cubicBezTo>
                    <a:pt x="4611239" y="2088554"/>
                    <a:pt x="4576759" y="2103041"/>
                    <a:pt x="4541337" y="2137355"/>
                  </a:cubicBezTo>
                  <a:cubicBezTo>
                    <a:pt x="4467791" y="2208593"/>
                    <a:pt x="4443858" y="2203410"/>
                    <a:pt x="4366472" y="2124594"/>
                  </a:cubicBezTo>
                  <a:cubicBezTo>
                    <a:pt x="4358736" y="2116722"/>
                    <a:pt x="4351691" y="2108166"/>
                    <a:pt x="4339454" y="2094485"/>
                  </a:cubicBezTo>
                  <a:cubicBezTo>
                    <a:pt x="4262105" y="2094485"/>
                    <a:pt x="4179866" y="2094485"/>
                    <a:pt x="4099159" y="2094485"/>
                  </a:cubicBezTo>
                  <a:cubicBezTo>
                    <a:pt x="4092559" y="2097548"/>
                    <a:pt x="4086571" y="2098806"/>
                    <a:pt x="4082674" y="2102358"/>
                  </a:cubicBezTo>
                  <a:cubicBezTo>
                    <a:pt x="3958874" y="2215064"/>
                    <a:pt x="3958903" y="2215100"/>
                    <a:pt x="3828374" y="2089381"/>
                  </a:cubicBezTo>
                  <a:cubicBezTo>
                    <a:pt x="3779120" y="2089381"/>
                    <a:pt x="3723971" y="2088684"/>
                    <a:pt x="3668858" y="2089733"/>
                  </a:cubicBezTo>
                  <a:cubicBezTo>
                    <a:pt x="3647383" y="2090143"/>
                    <a:pt x="3625988" y="2094471"/>
                    <a:pt x="3594168" y="2098252"/>
                  </a:cubicBezTo>
                  <a:cubicBezTo>
                    <a:pt x="3587878" y="2130324"/>
                    <a:pt x="3577697" y="2160835"/>
                    <a:pt x="3576677" y="2191655"/>
                  </a:cubicBezTo>
                  <a:cubicBezTo>
                    <a:pt x="3574117" y="2269005"/>
                    <a:pt x="3577237" y="2346534"/>
                    <a:pt x="3575181" y="2423912"/>
                  </a:cubicBezTo>
                  <a:cubicBezTo>
                    <a:pt x="3573089" y="2502463"/>
                    <a:pt x="3574807" y="2574262"/>
                    <a:pt x="3648900" y="2629540"/>
                  </a:cubicBezTo>
                  <a:cubicBezTo>
                    <a:pt x="3688485" y="2659067"/>
                    <a:pt x="3682503" y="2703346"/>
                    <a:pt x="3639195" y="2744569"/>
                  </a:cubicBezTo>
                  <a:cubicBezTo>
                    <a:pt x="3596332" y="2785375"/>
                    <a:pt x="3574211" y="2827353"/>
                    <a:pt x="3574735" y="2887686"/>
                  </a:cubicBezTo>
                  <a:cubicBezTo>
                    <a:pt x="3577043" y="3153150"/>
                    <a:pt x="3575728" y="3418650"/>
                    <a:pt x="3576461" y="3684136"/>
                  </a:cubicBezTo>
                  <a:cubicBezTo>
                    <a:pt x="3576518" y="3705855"/>
                    <a:pt x="3582097" y="3727559"/>
                    <a:pt x="3585656" y="3753225"/>
                  </a:cubicBezTo>
                  <a:cubicBezTo>
                    <a:pt x="3675946" y="3794132"/>
                    <a:pt x="3770666" y="3769502"/>
                    <a:pt x="3862329" y="3773621"/>
                  </a:cubicBezTo>
                  <a:cubicBezTo>
                    <a:pt x="3955711" y="3777827"/>
                    <a:pt x="4049431" y="3774556"/>
                    <a:pt x="4136450" y="3774556"/>
                  </a:cubicBezTo>
                  <a:cubicBezTo>
                    <a:pt x="4182943" y="3832329"/>
                    <a:pt x="4168701" y="3889426"/>
                    <a:pt x="4168874" y="3942663"/>
                  </a:cubicBezTo>
                  <a:cubicBezTo>
                    <a:pt x="4170089" y="4307706"/>
                    <a:pt x="4169514" y="4672749"/>
                    <a:pt x="4169514" y="5037792"/>
                  </a:cubicBezTo>
                  <a:cubicBezTo>
                    <a:pt x="4169514" y="5070978"/>
                    <a:pt x="4171750" y="5104343"/>
                    <a:pt x="4169068" y="5137313"/>
                  </a:cubicBezTo>
                  <a:cubicBezTo>
                    <a:pt x="4163834" y="5201715"/>
                    <a:pt x="4180291" y="5252493"/>
                    <a:pt x="4230688" y="5299273"/>
                  </a:cubicBezTo>
                  <a:cubicBezTo>
                    <a:pt x="4278827" y="5343955"/>
                    <a:pt x="4281660" y="5388708"/>
                    <a:pt x="4233110" y="5427250"/>
                  </a:cubicBezTo>
                  <a:cubicBezTo>
                    <a:pt x="4169974" y="5477388"/>
                    <a:pt x="4169226" y="5537807"/>
                    <a:pt x="4169370" y="5604789"/>
                  </a:cubicBezTo>
                  <a:cubicBezTo>
                    <a:pt x="4169816" y="5814968"/>
                    <a:pt x="4169765" y="6025147"/>
                    <a:pt x="4169312" y="6235318"/>
                  </a:cubicBezTo>
                  <a:cubicBezTo>
                    <a:pt x="4169219" y="6279518"/>
                    <a:pt x="4170427" y="6324235"/>
                    <a:pt x="4164431" y="6367802"/>
                  </a:cubicBezTo>
                  <a:cubicBezTo>
                    <a:pt x="4142698" y="6525650"/>
                    <a:pt x="3973878" y="6603122"/>
                    <a:pt x="3837116" y="6518145"/>
                  </a:cubicBezTo>
                  <a:cubicBezTo>
                    <a:pt x="3819603" y="6507260"/>
                    <a:pt x="3801127" y="6487137"/>
                    <a:pt x="3796633" y="6468093"/>
                  </a:cubicBezTo>
                  <a:cubicBezTo>
                    <a:pt x="3782815" y="6409579"/>
                    <a:pt x="3768041" y="6349628"/>
                    <a:pt x="3767128" y="6290029"/>
                  </a:cubicBezTo>
                  <a:cubicBezTo>
                    <a:pt x="3763749" y="6068836"/>
                    <a:pt x="3765770" y="5847571"/>
                    <a:pt x="3765762" y="5626328"/>
                  </a:cubicBezTo>
                  <a:cubicBezTo>
                    <a:pt x="3765762" y="5593294"/>
                    <a:pt x="3765762" y="5560252"/>
                    <a:pt x="3765762" y="5533450"/>
                  </a:cubicBezTo>
                  <a:cubicBezTo>
                    <a:pt x="3738076" y="5472147"/>
                    <a:pt x="3667492" y="5449839"/>
                    <a:pt x="3665306" y="5378722"/>
                  </a:cubicBezTo>
                  <a:cubicBezTo>
                    <a:pt x="3663078" y="5305938"/>
                    <a:pt x="3717968" y="5275146"/>
                    <a:pt x="3758142" y="5244024"/>
                  </a:cubicBezTo>
                  <a:cubicBezTo>
                    <a:pt x="3778099" y="4939184"/>
                    <a:pt x="3770932" y="4314931"/>
                    <a:pt x="3746934" y="4193504"/>
                  </a:cubicBezTo>
                  <a:cubicBezTo>
                    <a:pt x="3623623" y="4170319"/>
                    <a:pt x="3177793" y="4167328"/>
                    <a:pt x="2995486" y="4190111"/>
                  </a:cubicBezTo>
                  <a:cubicBezTo>
                    <a:pt x="2991036" y="4217387"/>
                    <a:pt x="2981776" y="4248193"/>
                    <a:pt x="2981647" y="4279028"/>
                  </a:cubicBezTo>
                  <a:cubicBezTo>
                    <a:pt x="2980482" y="4572164"/>
                    <a:pt x="2980827" y="4865307"/>
                    <a:pt x="2980834" y="5158450"/>
                  </a:cubicBezTo>
                  <a:cubicBezTo>
                    <a:pt x="2980842" y="5208667"/>
                    <a:pt x="2986665" y="5251652"/>
                    <a:pt x="3028938" y="5292365"/>
                  </a:cubicBezTo>
                  <a:cubicBezTo>
                    <a:pt x="3097200" y="5358132"/>
                    <a:pt x="3093160" y="5371864"/>
                    <a:pt x="3030455" y="5439874"/>
                  </a:cubicBezTo>
                  <a:cubicBezTo>
                    <a:pt x="3015882" y="5455684"/>
                    <a:pt x="2993538" y="5464332"/>
                    <a:pt x="2980741" y="5472470"/>
                  </a:cubicBezTo>
                  <a:cubicBezTo>
                    <a:pt x="2980741" y="5732981"/>
                    <a:pt x="2980820" y="5976073"/>
                    <a:pt x="2980662" y="6219171"/>
                  </a:cubicBezTo>
                  <a:cubicBezTo>
                    <a:pt x="2980633" y="6263407"/>
                    <a:pt x="2983286" y="6308059"/>
                    <a:pt x="2978333" y="6351799"/>
                  </a:cubicBezTo>
                  <a:cubicBezTo>
                    <a:pt x="2961790" y="6497856"/>
                    <a:pt x="2853282" y="6571338"/>
                    <a:pt x="2707928" y="6537016"/>
                  </a:cubicBezTo>
                  <a:cubicBezTo>
                    <a:pt x="2681565" y="6530791"/>
                    <a:pt x="2655835" y="6521926"/>
                    <a:pt x="2632283" y="6515003"/>
                  </a:cubicBezTo>
                  <a:cubicBezTo>
                    <a:pt x="2580117" y="6438602"/>
                    <a:pt x="2574366" y="6356903"/>
                    <a:pt x="2574588" y="6273335"/>
                  </a:cubicBezTo>
                  <a:cubicBezTo>
                    <a:pt x="2575120" y="6074221"/>
                    <a:pt x="2575473" y="5875099"/>
                    <a:pt x="2574294" y="5675992"/>
                  </a:cubicBezTo>
                  <a:cubicBezTo>
                    <a:pt x="2573970" y="5621059"/>
                    <a:pt x="2568032" y="5566161"/>
                    <a:pt x="2554530" y="5501486"/>
                  </a:cubicBezTo>
                  <a:cubicBezTo>
                    <a:pt x="2452327" y="5384229"/>
                    <a:pt x="2448682" y="5359656"/>
                    <a:pt x="2533343" y="5272572"/>
                  </a:cubicBezTo>
                  <a:cubicBezTo>
                    <a:pt x="2558923" y="5246252"/>
                    <a:pt x="2573273" y="5222025"/>
                    <a:pt x="2573992" y="5187782"/>
                  </a:cubicBezTo>
                  <a:cubicBezTo>
                    <a:pt x="2574797" y="5149082"/>
                    <a:pt x="2574840" y="5110353"/>
                    <a:pt x="2574711" y="5071639"/>
                  </a:cubicBezTo>
                  <a:cubicBezTo>
                    <a:pt x="2573661" y="4745339"/>
                    <a:pt x="2571871" y="4419032"/>
                    <a:pt x="2571756" y="4092732"/>
                  </a:cubicBezTo>
                  <a:cubicBezTo>
                    <a:pt x="2571720" y="3994102"/>
                    <a:pt x="2576242" y="3895472"/>
                    <a:pt x="2578866" y="3789057"/>
                  </a:cubicBezTo>
                  <a:cubicBezTo>
                    <a:pt x="2679358" y="3763671"/>
                    <a:pt x="2772690" y="3776619"/>
                    <a:pt x="2864583" y="3774872"/>
                  </a:cubicBezTo>
                  <a:cubicBezTo>
                    <a:pt x="2957757" y="3773096"/>
                    <a:pt x="3050988" y="3774484"/>
                    <a:pt x="3153442" y="3774484"/>
                  </a:cubicBezTo>
                  <a:cubicBezTo>
                    <a:pt x="3159999" y="3733282"/>
                    <a:pt x="3169050" y="3702397"/>
                    <a:pt x="3169187" y="3671469"/>
                  </a:cubicBezTo>
                  <a:cubicBezTo>
                    <a:pt x="3170373" y="3411518"/>
                    <a:pt x="3170222" y="3151561"/>
                    <a:pt x="3169669" y="2891604"/>
                  </a:cubicBezTo>
                  <a:cubicBezTo>
                    <a:pt x="3169575" y="2848389"/>
                    <a:pt x="3167914" y="2810545"/>
                    <a:pt x="3128992" y="2773362"/>
                  </a:cubicBezTo>
                  <a:cubicBezTo>
                    <a:pt x="3043755" y="2691936"/>
                    <a:pt x="3048169" y="2659182"/>
                    <a:pt x="3129035" y="2567195"/>
                  </a:cubicBezTo>
                  <a:cubicBezTo>
                    <a:pt x="3139840" y="2554901"/>
                    <a:pt x="3151336" y="2543226"/>
                    <a:pt x="3166441" y="2527065"/>
                  </a:cubicBezTo>
                  <a:cubicBezTo>
                    <a:pt x="3166937" y="2388728"/>
                    <a:pt x="3182847" y="2246625"/>
                    <a:pt x="3156390" y="2099130"/>
                  </a:cubicBezTo>
                  <a:cubicBezTo>
                    <a:pt x="3068400" y="2080631"/>
                    <a:pt x="2986485" y="2093105"/>
                    <a:pt x="2911098" y="2089841"/>
                  </a:cubicBezTo>
                  <a:cubicBezTo>
                    <a:pt x="2799146" y="2207501"/>
                    <a:pt x="2782115" y="2231592"/>
                    <a:pt x="2637444" y="2088992"/>
                  </a:cubicBezTo>
                  <a:cubicBezTo>
                    <a:pt x="2599485" y="2088992"/>
                    <a:pt x="2555415" y="2088992"/>
                    <a:pt x="2511337" y="2088992"/>
                  </a:cubicBezTo>
                  <a:cubicBezTo>
                    <a:pt x="2478345" y="2088992"/>
                    <a:pt x="2445346" y="2088992"/>
                    <a:pt x="2423275" y="2088992"/>
                  </a:cubicBezTo>
                  <a:cubicBezTo>
                    <a:pt x="2407689" y="2098123"/>
                    <a:pt x="2402182" y="2100021"/>
                    <a:pt x="2398472" y="2103716"/>
                  </a:cubicBezTo>
                  <a:cubicBezTo>
                    <a:pt x="2287059" y="2214467"/>
                    <a:pt x="2273162" y="2214546"/>
                    <a:pt x="2164086" y="2104873"/>
                  </a:cubicBezTo>
                  <a:cubicBezTo>
                    <a:pt x="2160247" y="2101013"/>
                    <a:pt x="2155193" y="2098367"/>
                    <a:pt x="2146422" y="2092091"/>
                  </a:cubicBezTo>
                  <a:cubicBezTo>
                    <a:pt x="1940873" y="2092091"/>
                    <a:pt x="1731032" y="2092091"/>
                    <a:pt x="1516539" y="2092091"/>
                  </a:cubicBezTo>
                  <a:cubicBezTo>
                    <a:pt x="1467098" y="2149418"/>
                    <a:pt x="1418182" y="2216350"/>
                    <a:pt x="1318768" y="2171087"/>
                  </a:cubicBezTo>
                  <a:cubicBezTo>
                    <a:pt x="1289831" y="2120971"/>
                    <a:pt x="1257372" y="2065110"/>
                    <a:pt x="1225250" y="2009047"/>
                  </a:cubicBezTo>
                  <a:cubicBezTo>
                    <a:pt x="1165851" y="1905407"/>
                    <a:pt x="1185011" y="1810444"/>
                    <a:pt x="1253619" y="1718162"/>
                  </a:cubicBezTo>
                  <a:cubicBezTo>
                    <a:pt x="1279040" y="1683970"/>
                    <a:pt x="1295899" y="1643415"/>
                    <a:pt x="1319969" y="1599755"/>
                  </a:cubicBezTo>
                  <a:cubicBezTo>
                    <a:pt x="1405521" y="1555792"/>
                    <a:pt x="1454531" y="1623141"/>
                    <a:pt x="1508688" y="1683172"/>
                  </a:cubicBezTo>
                  <a:cubicBezTo>
                    <a:pt x="1723231" y="1683172"/>
                    <a:pt x="1938270" y="1683172"/>
                    <a:pt x="2150959" y="1683172"/>
                  </a:cubicBezTo>
                  <a:cubicBezTo>
                    <a:pt x="2162059" y="1674530"/>
                    <a:pt x="2171628" y="1668664"/>
                    <a:pt x="2179241" y="1660900"/>
                  </a:cubicBezTo>
                  <a:cubicBezTo>
                    <a:pt x="2276232" y="1562040"/>
                    <a:pt x="2283637" y="1562212"/>
                    <a:pt x="2385409" y="1664386"/>
                  </a:cubicBezTo>
                  <a:cubicBezTo>
                    <a:pt x="2392893" y="1671892"/>
                    <a:pt x="2403656" y="1676134"/>
                    <a:pt x="2417926" y="1685027"/>
                  </a:cubicBezTo>
                  <a:cubicBezTo>
                    <a:pt x="2489942" y="1685027"/>
                    <a:pt x="2566982" y="1685027"/>
                    <a:pt x="2637560" y="1685027"/>
                  </a:cubicBezTo>
                  <a:cubicBezTo>
                    <a:pt x="2648962" y="1679915"/>
                    <a:pt x="2655044" y="1678873"/>
                    <a:pt x="2658660" y="1675321"/>
                  </a:cubicBezTo>
                  <a:cubicBezTo>
                    <a:pt x="2779706" y="1556231"/>
                    <a:pt x="2779670" y="1556195"/>
                    <a:pt x="2903779" y="1681022"/>
                  </a:cubicBezTo>
                  <a:cubicBezTo>
                    <a:pt x="2985177" y="1681022"/>
                    <a:pt x="3066754" y="1681022"/>
                    <a:pt x="3157504" y="1681022"/>
                  </a:cubicBezTo>
                  <a:cubicBezTo>
                    <a:pt x="3162084" y="1638009"/>
                    <a:pt x="3168792" y="1601078"/>
                    <a:pt x="3169424" y="1564038"/>
                  </a:cubicBezTo>
                  <a:cubicBezTo>
                    <a:pt x="3171020" y="1470039"/>
                    <a:pt x="3169949" y="1375996"/>
                    <a:pt x="3169820" y="1281967"/>
                  </a:cubicBezTo>
                  <a:cubicBezTo>
                    <a:pt x="3169762" y="1242066"/>
                    <a:pt x="3157116" y="1212835"/>
                    <a:pt x="3125081" y="1182194"/>
                  </a:cubicBezTo>
                  <a:cubicBezTo>
                    <a:pt x="3048464" y="1108921"/>
                    <a:pt x="3052318" y="1086670"/>
                    <a:pt x="3127611" y="1007214"/>
                  </a:cubicBezTo>
                  <a:cubicBezTo>
                    <a:pt x="3138855" y="995337"/>
                    <a:pt x="3151925" y="985193"/>
                    <a:pt x="3170050" y="968981"/>
                  </a:cubicBezTo>
                  <a:cubicBezTo>
                    <a:pt x="3170050" y="817187"/>
                    <a:pt x="3169820" y="662603"/>
                    <a:pt x="3170186" y="508019"/>
                  </a:cubicBezTo>
                  <a:cubicBezTo>
                    <a:pt x="3170294" y="463819"/>
                    <a:pt x="3167548" y="418922"/>
                    <a:pt x="3174119" y="375556"/>
                  </a:cubicBezTo>
                  <a:cubicBezTo>
                    <a:pt x="3188979" y="277394"/>
                    <a:pt x="3273008" y="204157"/>
                    <a:pt x="3367669" y="200986"/>
                  </a:cubicBezTo>
                  <a:close/>
                  <a:moveTo>
                    <a:pt x="1514075" y="338"/>
                  </a:moveTo>
                  <a:cubicBezTo>
                    <a:pt x="1530229" y="353"/>
                    <a:pt x="1546377" y="5349"/>
                    <a:pt x="1571216" y="9469"/>
                  </a:cubicBezTo>
                  <a:cubicBezTo>
                    <a:pt x="1607443" y="131306"/>
                    <a:pt x="1588765" y="255716"/>
                    <a:pt x="1583006" y="391263"/>
                  </a:cubicBezTo>
                  <a:cubicBezTo>
                    <a:pt x="1536556" y="396447"/>
                    <a:pt x="1494190" y="405081"/>
                    <a:pt x="1451787" y="405268"/>
                  </a:cubicBezTo>
                  <a:cubicBezTo>
                    <a:pt x="1169664" y="406498"/>
                    <a:pt x="887527" y="405915"/>
                    <a:pt x="605404" y="405930"/>
                  </a:cubicBezTo>
                  <a:cubicBezTo>
                    <a:pt x="545072" y="405930"/>
                    <a:pt x="484746" y="405930"/>
                    <a:pt x="413478" y="405930"/>
                  </a:cubicBezTo>
                  <a:cubicBezTo>
                    <a:pt x="408166" y="458656"/>
                    <a:pt x="400358" y="501037"/>
                    <a:pt x="400193" y="543454"/>
                  </a:cubicBezTo>
                  <a:cubicBezTo>
                    <a:pt x="399093" y="831105"/>
                    <a:pt x="399603" y="1118770"/>
                    <a:pt x="399596" y="1406428"/>
                  </a:cubicBezTo>
                  <a:cubicBezTo>
                    <a:pt x="399596" y="1461325"/>
                    <a:pt x="399596" y="1516223"/>
                    <a:pt x="399596" y="1575714"/>
                  </a:cubicBezTo>
                  <a:cubicBezTo>
                    <a:pt x="265552" y="1607541"/>
                    <a:pt x="141104" y="1597879"/>
                    <a:pt x="19347" y="1585499"/>
                  </a:cubicBezTo>
                  <a:cubicBezTo>
                    <a:pt x="11661" y="1569481"/>
                    <a:pt x="2883" y="1559704"/>
                    <a:pt x="2847" y="1549890"/>
                  </a:cubicBezTo>
                  <a:cubicBezTo>
                    <a:pt x="1395" y="1179275"/>
                    <a:pt x="755" y="808660"/>
                    <a:pt x="0" y="421509"/>
                  </a:cubicBezTo>
                  <a:cubicBezTo>
                    <a:pt x="0" y="278291"/>
                    <a:pt x="0" y="151594"/>
                    <a:pt x="0" y="19764"/>
                  </a:cubicBezTo>
                  <a:cubicBezTo>
                    <a:pt x="35616" y="11654"/>
                    <a:pt x="61224" y="798"/>
                    <a:pt x="86847" y="741"/>
                  </a:cubicBezTo>
                  <a:cubicBezTo>
                    <a:pt x="562585" y="-273"/>
                    <a:pt x="1038330" y="-79"/>
                    <a:pt x="1514075" y="338"/>
                  </a:cubicBezTo>
                  <a:close/>
                  <a:moveTo>
                    <a:pt x="5958152" y="247"/>
                  </a:moveTo>
                  <a:lnTo>
                    <a:pt x="5958152" y="400226"/>
                  </a:lnTo>
                  <a:lnTo>
                    <a:pt x="5332147" y="399551"/>
                  </a:lnTo>
                  <a:cubicBezTo>
                    <a:pt x="5278279" y="399423"/>
                    <a:pt x="5224411" y="395069"/>
                    <a:pt x="5165997" y="392458"/>
                  </a:cubicBezTo>
                  <a:cubicBezTo>
                    <a:pt x="5160949" y="362461"/>
                    <a:pt x="5154641" y="341712"/>
                    <a:pt x="5154422" y="320899"/>
                  </a:cubicBezTo>
                  <a:cubicBezTo>
                    <a:pt x="5153345" y="222173"/>
                    <a:pt x="5153947" y="123419"/>
                    <a:pt x="5153947" y="16249"/>
                  </a:cubicBezTo>
                  <a:cubicBezTo>
                    <a:pt x="5199718" y="10087"/>
                    <a:pt x="5236224" y="1132"/>
                    <a:pt x="5272775" y="922"/>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017" name="Rectangle 1016">
              <a:extLst>
                <a:ext uri="{FF2B5EF4-FFF2-40B4-BE49-F238E27FC236}">
                  <a16:creationId xmlns:a16="http://schemas.microsoft.com/office/drawing/2014/main" id="{B62826E9-24E0-744F-9CB9-BC9858324C50}"/>
                </a:ext>
                <a:ext uri="{C183D7F6-B498-43B3-948B-1728B52AA6E4}">
                  <adec:decorative xmlns:adec="http://schemas.microsoft.com/office/drawing/2017/decorative" val="1"/>
                </a:ext>
              </a:extLst>
            </p:cNvPr>
            <p:cNvSpPr/>
            <p:nvPr/>
          </p:nvSpPr>
          <p:spPr>
            <a:xfrm>
              <a:off x="7560810" y="1517247"/>
              <a:ext cx="40480" cy="40365"/>
            </a:xfrm>
            <a:prstGeom prst="rect">
              <a:avLst/>
            </a:prstGeom>
            <a:solidFill>
              <a:schemeClr val="accent1"/>
            </a:solidFill>
            <a:ln w="1155" cap="flat">
              <a:noFill/>
              <a:prstDash val="solid"/>
              <a:miter/>
            </a:ln>
          </p:spPr>
          <p:txBody>
            <a:bodyPr rtlCol="0" anchor="ctr"/>
            <a:lstStyle/>
            <a:p>
              <a:endParaRPr lang="en-US"/>
            </a:p>
          </p:txBody>
        </p:sp>
      </p:grpSp>
      <p:grpSp>
        <p:nvGrpSpPr>
          <p:cNvPr id="955" name="Group 954">
            <a:extLst>
              <a:ext uri="{FF2B5EF4-FFF2-40B4-BE49-F238E27FC236}">
                <a16:creationId xmlns:a16="http://schemas.microsoft.com/office/drawing/2014/main" id="{DDC3623B-A1D2-6D8B-3AF8-262F10AA5281}"/>
              </a:ext>
              <a:ext uri="{C183D7F6-B498-43B3-948B-1728B52AA6E4}">
                <adec:decorative xmlns:adec="http://schemas.microsoft.com/office/drawing/2017/decorative" val="1"/>
              </a:ext>
            </a:extLst>
          </p:cNvPr>
          <p:cNvGrpSpPr>
            <a:grpSpLocks noChangeAspect="1"/>
          </p:cNvGrpSpPr>
          <p:nvPr/>
        </p:nvGrpSpPr>
        <p:grpSpPr>
          <a:xfrm>
            <a:off x="7786933" y="1517247"/>
            <a:ext cx="537075" cy="457200"/>
            <a:chOff x="7786933" y="1517247"/>
            <a:chExt cx="537075" cy="457200"/>
          </a:xfrm>
          <a:solidFill>
            <a:srgbClr val="FF0000"/>
          </a:solidFill>
        </p:grpSpPr>
        <p:sp>
          <p:nvSpPr>
            <p:cNvPr id="19" name="Freeform: Shape 18">
              <a:extLst>
                <a:ext uri="{FF2B5EF4-FFF2-40B4-BE49-F238E27FC236}">
                  <a16:creationId xmlns:a16="http://schemas.microsoft.com/office/drawing/2014/main" id="{4777936D-022D-EF47-0CCB-F76859952829}"/>
                </a:ext>
                <a:ext uri="{C183D7F6-B498-43B3-948B-1728B52AA6E4}">
                  <adec:decorative xmlns:adec="http://schemas.microsoft.com/office/drawing/2017/decorative" val="1"/>
                </a:ext>
              </a:extLst>
            </p:cNvPr>
            <p:cNvSpPr/>
            <p:nvPr/>
          </p:nvSpPr>
          <p:spPr>
            <a:xfrm>
              <a:off x="8080827" y="1600312"/>
              <a:ext cx="243181" cy="340284"/>
            </a:xfrm>
            <a:custGeom>
              <a:avLst/>
              <a:gdLst>
                <a:gd name="connsiteX0" fmla="*/ 3153837 w 3791336"/>
                <a:gd name="connsiteY0" fmla="*/ 4667723 h 5305225"/>
                <a:gd name="connsiteX1" fmla="*/ 3791336 w 3791336"/>
                <a:gd name="connsiteY1" fmla="*/ 4667723 h 5305225"/>
                <a:gd name="connsiteX2" fmla="*/ 3791336 w 3791336"/>
                <a:gd name="connsiteY2" fmla="*/ 5305225 h 5305225"/>
                <a:gd name="connsiteX3" fmla="*/ 3153837 w 3791336"/>
                <a:gd name="connsiteY3" fmla="*/ 5305225 h 5305225"/>
                <a:gd name="connsiteX4" fmla="*/ 1517037 w 3791336"/>
                <a:gd name="connsiteY4" fmla="*/ 645542 h 5305225"/>
                <a:gd name="connsiteX5" fmla="*/ 1614985 w 3791336"/>
                <a:gd name="connsiteY5" fmla="*/ 705475 h 5305225"/>
                <a:gd name="connsiteX6" fmla="*/ 1564742 w 3791336"/>
                <a:gd name="connsiteY6" fmla="*/ 843517 h 5305225"/>
                <a:gd name="connsiteX7" fmla="*/ 448789 w 3791336"/>
                <a:gd name="connsiteY7" fmla="*/ 1363894 h 5305225"/>
                <a:gd name="connsiteX8" fmla="*/ 310746 w 3791336"/>
                <a:gd name="connsiteY8" fmla="*/ 1313651 h 5305225"/>
                <a:gd name="connsiteX9" fmla="*/ 360990 w 3791336"/>
                <a:gd name="connsiteY9" fmla="*/ 1175609 h 5305225"/>
                <a:gd name="connsiteX10" fmla="*/ 1476943 w 3791336"/>
                <a:gd name="connsiteY10" fmla="*/ 655232 h 5305225"/>
                <a:gd name="connsiteX11" fmla="*/ 1517037 w 3791336"/>
                <a:gd name="connsiteY11" fmla="*/ 645542 h 5305225"/>
                <a:gd name="connsiteX12" fmla="*/ 1366543 w 3791336"/>
                <a:gd name="connsiteY12" fmla="*/ 322806 h 5305225"/>
                <a:gd name="connsiteX13" fmla="*/ 1464491 w 3791336"/>
                <a:gd name="connsiteY13" fmla="*/ 382739 h 5305225"/>
                <a:gd name="connsiteX14" fmla="*/ 1414248 w 3791336"/>
                <a:gd name="connsiteY14" fmla="*/ 520781 h 5305225"/>
                <a:gd name="connsiteX15" fmla="*/ 298295 w 3791336"/>
                <a:gd name="connsiteY15" fmla="*/ 1041159 h 5305225"/>
                <a:gd name="connsiteX16" fmla="*/ 160252 w 3791336"/>
                <a:gd name="connsiteY16" fmla="*/ 990916 h 5305225"/>
                <a:gd name="connsiteX17" fmla="*/ 210496 w 3791336"/>
                <a:gd name="connsiteY17" fmla="*/ 852873 h 5305225"/>
                <a:gd name="connsiteX18" fmla="*/ 1326449 w 3791336"/>
                <a:gd name="connsiteY18" fmla="*/ 332496 h 5305225"/>
                <a:gd name="connsiteX19" fmla="*/ 1366543 w 3791336"/>
                <a:gd name="connsiteY19" fmla="*/ 322806 h 5305225"/>
                <a:gd name="connsiteX20" fmla="*/ 2535625 w 3791336"/>
                <a:gd name="connsiteY20" fmla="*/ 3373 h 5305225"/>
                <a:gd name="connsiteX21" fmla="*/ 2743080 w 3791336"/>
                <a:gd name="connsiteY21" fmla="*/ 210828 h 5305225"/>
                <a:gd name="connsiteX22" fmla="*/ 2535625 w 3791336"/>
                <a:gd name="connsiteY22" fmla="*/ 418283 h 5305225"/>
                <a:gd name="connsiteX23" fmla="*/ 2328170 w 3791336"/>
                <a:gd name="connsiteY23" fmla="*/ 210828 h 5305225"/>
                <a:gd name="connsiteX24" fmla="*/ 2535625 w 3791336"/>
                <a:gd name="connsiteY24" fmla="*/ 3373 h 5305225"/>
                <a:gd name="connsiteX25" fmla="*/ 1216047 w 3791336"/>
                <a:gd name="connsiteY25" fmla="*/ 67 h 5305225"/>
                <a:gd name="connsiteX26" fmla="*/ 1313995 w 3791336"/>
                <a:gd name="connsiteY26" fmla="*/ 60000 h 5305225"/>
                <a:gd name="connsiteX27" fmla="*/ 1263752 w 3791336"/>
                <a:gd name="connsiteY27" fmla="*/ 198042 h 5305225"/>
                <a:gd name="connsiteX28" fmla="*/ 147799 w 3791336"/>
                <a:gd name="connsiteY28" fmla="*/ 718420 h 5305225"/>
                <a:gd name="connsiteX29" fmla="*/ 9756 w 3791336"/>
                <a:gd name="connsiteY29" fmla="*/ 668176 h 5305225"/>
                <a:gd name="connsiteX30" fmla="*/ 60000 w 3791336"/>
                <a:gd name="connsiteY30" fmla="*/ 530134 h 5305225"/>
                <a:gd name="connsiteX31" fmla="*/ 1175953 w 3791336"/>
                <a:gd name="connsiteY31" fmla="*/ 9757 h 5305225"/>
                <a:gd name="connsiteX32" fmla="*/ 1216047 w 3791336"/>
                <a:gd name="connsiteY32" fmla="*/ 67 h 530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91336" h="5305225">
                  <a:moveTo>
                    <a:pt x="3153837" y="4667723"/>
                  </a:moveTo>
                  <a:lnTo>
                    <a:pt x="3791336" y="4667723"/>
                  </a:lnTo>
                  <a:lnTo>
                    <a:pt x="3791336" y="5305225"/>
                  </a:lnTo>
                  <a:lnTo>
                    <a:pt x="3153837" y="5305225"/>
                  </a:lnTo>
                  <a:close/>
                  <a:moveTo>
                    <a:pt x="1517037" y="645542"/>
                  </a:moveTo>
                  <a:cubicBezTo>
                    <a:pt x="1557491" y="644078"/>
                    <a:pt x="1596801" y="666480"/>
                    <a:pt x="1614985" y="705475"/>
                  </a:cubicBezTo>
                  <a:cubicBezTo>
                    <a:pt x="1639230" y="757469"/>
                    <a:pt x="1616736" y="819272"/>
                    <a:pt x="1564742" y="843517"/>
                  </a:cubicBezTo>
                  <a:lnTo>
                    <a:pt x="448789" y="1363894"/>
                  </a:lnTo>
                  <a:cubicBezTo>
                    <a:pt x="396795" y="1388140"/>
                    <a:pt x="334992" y="1365645"/>
                    <a:pt x="310746" y="1313651"/>
                  </a:cubicBezTo>
                  <a:cubicBezTo>
                    <a:pt x="286501" y="1261657"/>
                    <a:pt x="308996" y="1199854"/>
                    <a:pt x="360990" y="1175609"/>
                  </a:cubicBezTo>
                  <a:lnTo>
                    <a:pt x="1476943" y="655232"/>
                  </a:lnTo>
                  <a:cubicBezTo>
                    <a:pt x="1489941" y="649170"/>
                    <a:pt x="1503553" y="646030"/>
                    <a:pt x="1517037" y="645542"/>
                  </a:cubicBezTo>
                  <a:close/>
                  <a:moveTo>
                    <a:pt x="1366543" y="322806"/>
                  </a:moveTo>
                  <a:cubicBezTo>
                    <a:pt x="1406997" y="321342"/>
                    <a:pt x="1446307" y="343743"/>
                    <a:pt x="1464491" y="382739"/>
                  </a:cubicBezTo>
                  <a:cubicBezTo>
                    <a:pt x="1488736" y="434733"/>
                    <a:pt x="1466242" y="496536"/>
                    <a:pt x="1414248" y="520781"/>
                  </a:cubicBezTo>
                  <a:lnTo>
                    <a:pt x="298295" y="1041159"/>
                  </a:lnTo>
                  <a:cubicBezTo>
                    <a:pt x="246301" y="1065404"/>
                    <a:pt x="184498" y="1042909"/>
                    <a:pt x="160252" y="990916"/>
                  </a:cubicBezTo>
                  <a:cubicBezTo>
                    <a:pt x="136007" y="938922"/>
                    <a:pt x="158502" y="877119"/>
                    <a:pt x="210496" y="852873"/>
                  </a:cubicBezTo>
                  <a:lnTo>
                    <a:pt x="1326449" y="332496"/>
                  </a:lnTo>
                  <a:cubicBezTo>
                    <a:pt x="1339447" y="326434"/>
                    <a:pt x="1353059" y="323294"/>
                    <a:pt x="1366543" y="322806"/>
                  </a:cubicBezTo>
                  <a:close/>
                  <a:moveTo>
                    <a:pt x="2535625" y="3373"/>
                  </a:moveTo>
                  <a:cubicBezTo>
                    <a:pt x="2650199" y="3373"/>
                    <a:pt x="2743080" y="96254"/>
                    <a:pt x="2743080" y="210828"/>
                  </a:cubicBezTo>
                  <a:cubicBezTo>
                    <a:pt x="2743080" y="325402"/>
                    <a:pt x="2650199" y="418283"/>
                    <a:pt x="2535625" y="418283"/>
                  </a:cubicBezTo>
                  <a:cubicBezTo>
                    <a:pt x="2421051" y="418283"/>
                    <a:pt x="2328170" y="325402"/>
                    <a:pt x="2328170" y="210828"/>
                  </a:cubicBezTo>
                  <a:cubicBezTo>
                    <a:pt x="2328170" y="96254"/>
                    <a:pt x="2421051" y="3373"/>
                    <a:pt x="2535625" y="3373"/>
                  </a:cubicBezTo>
                  <a:close/>
                  <a:moveTo>
                    <a:pt x="1216047" y="67"/>
                  </a:moveTo>
                  <a:cubicBezTo>
                    <a:pt x="1256501" y="-1398"/>
                    <a:pt x="1295811" y="21004"/>
                    <a:pt x="1313995" y="60000"/>
                  </a:cubicBezTo>
                  <a:cubicBezTo>
                    <a:pt x="1338240" y="111994"/>
                    <a:pt x="1315746" y="173797"/>
                    <a:pt x="1263752" y="198042"/>
                  </a:cubicBezTo>
                  <a:lnTo>
                    <a:pt x="147799" y="718420"/>
                  </a:lnTo>
                  <a:cubicBezTo>
                    <a:pt x="95805" y="742665"/>
                    <a:pt x="34002" y="720170"/>
                    <a:pt x="9756" y="668176"/>
                  </a:cubicBezTo>
                  <a:cubicBezTo>
                    <a:pt x="-14489" y="616182"/>
                    <a:pt x="8006" y="554379"/>
                    <a:pt x="60000" y="530134"/>
                  </a:cubicBezTo>
                  <a:lnTo>
                    <a:pt x="1175953" y="9757"/>
                  </a:lnTo>
                  <a:cubicBezTo>
                    <a:pt x="1188951" y="3695"/>
                    <a:pt x="1202563" y="555"/>
                    <a:pt x="1216047" y="67"/>
                  </a:cubicBezTo>
                  <a:close/>
                </a:path>
              </a:pathLst>
            </a:custGeom>
            <a:solidFill>
              <a:schemeClr val="accent1"/>
            </a:solidFill>
            <a:ln w="12535"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25252"/>
                </a:solidFill>
                <a:effectLst/>
                <a:uLnTx/>
                <a:uFillTx/>
                <a:latin typeface="IntelOne Text Light"/>
                <a:cs typeface="Helvetica Neue"/>
              </a:endParaRPr>
            </a:p>
          </p:txBody>
        </p:sp>
        <p:sp>
          <p:nvSpPr>
            <p:cNvPr id="20" name="Freeform: Shape 19">
              <a:extLst>
                <a:ext uri="{FF2B5EF4-FFF2-40B4-BE49-F238E27FC236}">
                  <a16:creationId xmlns:a16="http://schemas.microsoft.com/office/drawing/2014/main" id="{760E08F3-0AB2-83BB-F6F6-DF0B50C80D5F}"/>
                </a:ext>
                <a:ext uri="{C183D7F6-B498-43B3-948B-1728B52AA6E4}">
                  <adec:decorative xmlns:adec="http://schemas.microsoft.com/office/drawing/2017/decorative" val="1"/>
                </a:ext>
              </a:extLst>
            </p:cNvPr>
            <p:cNvSpPr/>
            <p:nvPr/>
          </p:nvSpPr>
          <p:spPr>
            <a:xfrm>
              <a:off x="7786933" y="1517247"/>
              <a:ext cx="530426" cy="457200"/>
            </a:xfrm>
            <a:custGeom>
              <a:avLst/>
              <a:gdLst>
                <a:gd name="connsiteX0" fmla="*/ 5458148 w 8269663"/>
                <a:gd name="connsiteY0" fmla="*/ 5858260 h 7128022"/>
                <a:gd name="connsiteX1" fmla="*/ 5034894 w 8269663"/>
                <a:gd name="connsiteY1" fmla="*/ 6281512 h 7128022"/>
                <a:gd name="connsiteX2" fmla="*/ 5458147 w 8269663"/>
                <a:gd name="connsiteY2" fmla="*/ 6704765 h 7128022"/>
                <a:gd name="connsiteX3" fmla="*/ 5881400 w 8269663"/>
                <a:gd name="connsiteY3" fmla="*/ 6281512 h 7128022"/>
                <a:gd name="connsiteX4" fmla="*/ 5458148 w 8269663"/>
                <a:gd name="connsiteY4" fmla="*/ 5858260 h 7128022"/>
                <a:gd name="connsiteX5" fmla="*/ 5819350 w 8269663"/>
                <a:gd name="connsiteY5" fmla="*/ 3971700 h 7128022"/>
                <a:gd name="connsiteX6" fmla="*/ 5062825 w 8269663"/>
                <a:gd name="connsiteY6" fmla="*/ 4317492 h 7128022"/>
                <a:gd name="connsiteX7" fmla="*/ 5068159 w 8269663"/>
                <a:gd name="connsiteY7" fmla="*/ 4343901 h 7128022"/>
                <a:gd name="connsiteX8" fmla="*/ 5458150 w 8269663"/>
                <a:gd name="connsiteY8" fmla="*/ 4602405 h 7128022"/>
                <a:gd name="connsiteX9" fmla="*/ 5881403 w 8269663"/>
                <a:gd name="connsiteY9" fmla="*/ 4179153 h 7128022"/>
                <a:gd name="connsiteX10" fmla="*/ 5848142 w 8269663"/>
                <a:gd name="connsiteY10" fmla="*/ 4014404 h 7128022"/>
                <a:gd name="connsiteX11" fmla="*/ 7418447 w 8269663"/>
                <a:gd name="connsiteY11" fmla="*/ 2350865 h 7128022"/>
                <a:gd name="connsiteX12" fmla="*/ 2065170 w 8269663"/>
                <a:gd name="connsiteY12" fmla="*/ 4847140 h 7128022"/>
                <a:gd name="connsiteX13" fmla="*/ 2212342 w 8269663"/>
                <a:gd name="connsiteY13" fmla="*/ 5162750 h 7128022"/>
                <a:gd name="connsiteX14" fmla="*/ 7584614 w 8269663"/>
                <a:gd name="connsiteY14" fmla="*/ 2707210 h 7128022"/>
                <a:gd name="connsiteX15" fmla="*/ 7123360 w 8269663"/>
                <a:gd name="connsiteY15" fmla="*/ 487093 h 7128022"/>
                <a:gd name="connsiteX16" fmla="*/ 516006 w 8269663"/>
                <a:gd name="connsiteY16" fmla="*/ 3507158 h 7128022"/>
                <a:gd name="connsiteX17" fmla="*/ 1539930 w 8269663"/>
                <a:gd name="connsiteY17" fmla="*/ 4632818 h 7128022"/>
                <a:gd name="connsiteX18" fmla="*/ 7714029 w 8269663"/>
                <a:gd name="connsiteY18" fmla="*/ 1753788 h 7128022"/>
                <a:gd name="connsiteX19" fmla="*/ 7215287 w 8269663"/>
                <a:gd name="connsiteY19" fmla="*/ 135 h 7128022"/>
                <a:gd name="connsiteX20" fmla="*/ 7411523 w 8269663"/>
                <a:gd name="connsiteY20" fmla="*/ 120208 h 7128022"/>
                <a:gd name="connsiteX21" fmla="*/ 8091250 w 8269663"/>
                <a:gd name="connsiteY21" fmla="*/ 1577887 h 7128022"/>
                <a:gd name="connsiteX22" fmla="*/ 8093759 w 8269663"/>
                <a:gd name="connsiteY22" fmla="*/ 1576717 h 7128022"/>
                <a:gd name="connsiteX23" fmla="*/ 8269663 w 8269663"/>
                <a:gd name="connsiteY23" fmla="*/ 1953936 h 7128022"/>
                <a:gd name="connsiteX24" fmla="*/ 7794405 w 8269663"/>
                <a:gd name="connsiteY24" fmla="*/ 2175553 h 7128022"/>
                <a:gd name="connsiteX25" fmla="*/ 7961901 w 8269663"/>
                <a:gd name="connsiteY25" fmla="*/ 2534759 h 7128022"/>
                <a:gd name="connsiteX26" fmla="*/ 7963187 w 8269663"/>
                <a:gd name="connsiteY26" fmla="*/ 2534169 h 7128022"/>
                <a:gd name="connsiteX27" fmla="*/ 8136212 w 8269663"/>
                <a:gd name="connsiteY27" fmla="*/ 2912717 h 7128022"/>
                <a:gd name="connsiteX28" fmla="*/ 6202390 w 8269663"/>
                <a:gd name="connsiteY28" fmla="*/ 3796625 h 7128022"/>
                <a:gd name="connsiteX29" fmla="*/ 6238143 w 8269663"/>
                <a:gd name="connsiteY29" fmla="*/ 3849653 h 7128022"/>
                <a:gd name="connsiteX30" fmla="*/ 6304663 w 8269663"/>
                <a:gd name="connsiteY30" fmla="*/ 4179152 h 7128022"/>
                <a:gd name="connsiteX31" fmla="*/ 5787651 w 8269663"/>
                <a:gd name="connsiteY31" fmla="*/ 4959139 h 7128022"/>
                <a:gd name="connsiteX32" fmla="*/ 5666259 w 8269663"/>
                <a:gd name="connsiteY32" fmla="*/ 4996820 h 7128022"/>
                <a:gd name="connsiteX33" fmla="*/ 5666258 w 8269663"/>
                <a:gd name="connsiteY33" fmla="*/ 5454563 h 7128022"/>
                <a:gd name="connsiteX34" fmla="*/ 5636366 w 8269663"/>
                <a:gd name="connsiteY34" fmla="*/ 5454564 h 7128022"/>
                <a:gd name="connsiteX35" fmla="*/ 5787653 w 8269663"/>
                <a:gd name="connsiteY35" fmla="*/ 5501525 h 7128022"/>
                <a:gd name="connsiteX36" fmla="*/ 6266607 w 8269663"/>
                <a:gd name="connsiteY36" fmla="*/ 6029785 h 7128022"/>
                <a:gd name="connsiteX37" fmla="*/ 6276656 w 8269663"/>
                <a:gd name="connsiteY37" fmla="*/ 6073392 h 7128022"/>
                <a:gd name="connsiteX38" fmla="*/ 7389782 w 8269663"/>
                <a:gd name="connsiteY38" fmla="*/ 6073392 h 7128022"/>
                <a:gd name="connsiteX39" fmla="*/ 7389782 w 8269663"/>
                <a:gd name="connsiteY39" fmla="*/ 6489609 h 7128022"/>
                <a:gd name="connsiteX40" fmla="*/ 6275826 w 8269663"/>
                <a:gd name="connsiteY40" fmla="*/ 6489609 h 7128022"/>
                <a:gd name="connsiteX41" fmla="*/ 6238141 w 8269663"/>
                <a:gd name="connsiteY41" fmla="*/ 6611011 h 7128022"/>
                <a:gd name="connsiteX42" fmla="*/ 5458151 w 8269663"/>
                <a:gd name="connsiteY42" fmla="*/ 7128022 h 7128022"/>
                <a:gd name="connsiteX43" fmla="*/ 4611644 w 8269663"/>
                <a:gd name="connsiteY43" fmla="*/ 6281513 h 7128022"/>
                <a:gd name="connsiteX44" fmla="*/ 5128656 w 8269663"/>
                <a:gd name="connsiteY44" fmla="*/ 5501526 h 7128022"/>
                <a:gd name="connsiteX45" fmla="*/ 5279940 w 8269663"/>
                <a:gd name="connsiteY45" fmla="*/ 5454566 h 7128022"/>
                <a:gd name="connsiteX46" fmla="*/ 5250043 w 8269663"/>
                <a:gd name="connsiteY46" fmla="*/ 5454564 h 7128022"/>
                <a:gd name="connsiteX47" fmla="*/ 5250040 w 8269663"/>
                <a:gd name="connsiteY47" fmla="*/ 4994197 h 7128022"/>
                <a:gd name="connsiteX48" fmla="*/ 5206429 w 8269663"/>
                <a:gd name="connsiteY48" fmla="*/ 4987604 h 7128022"/>
                <a:gd name="connsiteX49" fmla="*/ 4678165 w 8269663"/>
                <a:gd name="connsiteY49" fmla="*/ 4508648 h 7128022"/>
                <a:gd name="connsiteX50" fmla="*/ 4675331 w 8269663"/>
                <a:gd name="connsiteY50" fmla="*/ 4494608 h 7128022"/>
                <a:gd name="connsiteX51" fmla="*/ 2005872 w 8269663"/>
                <a:gd name="connsiteY51" fmla="*/ 5714756 h 7128022"/>
                <a:gd name="connsiteX52" fmla="*/ 1832847 w 8269663"/>
                <a:gd name="connsiteY52" fmla="*/ 5336208 h 7128022"/>
                <a:gd name="connsiteX53" fmla="*/ 1835050 w 8269663"/>
                <a:gd name="connsiteY53" fmla="*/ 5335201 h 7128022"/>
                <a:gd name="connsiteX54" fmla="*/ 1689213 w 8269663"/>
                <a:gd name="connsiteY54" fmla="*/ 5022451 h 7128022"/>
                <a:gd name="connsiteX55" fmla="*/ 1579669 w 8269663"/>
                <a:gd name="connsiteY55" fmla="*/ 5073532 h 7128022"/>
                <a:gd name="connsiteX56" fmla="*/ 1420541 w 8269663"/>
                <a:gd name="connsiteY56" fmla="*/ 5080478 h 7128022"/>
                <a:gd name="connsiteX57" fmla="*/ 1350266 w 8269663"/>
                <a:gd name="connsiteY57" fmla="*/ 5016086 h 7128022"/>
                <a:gd name="connsiteX58" fmla="*/ 1337964 w 8269663"/>
                <a:gd name="connsiteY58" fmla="*/ 5027274 h 7128022"/>
                <a:gd name="connsiteX59" fmla="*/ 53984 w 8269663"/>
                <a:gd name="connsiteY59" fmla="*/ 3615711 h 7128022"/>
                <a:gd name="connsiteX60" fmla="*/ 67851 w 8269663"/>
                <a:gd name="connsiteY60" fmla="*/ 3322714 h 7128022"/>
                <a:gd name="connsiteX61" fmla="*/ 221282 w 8269663"/>
                <a:gd name="connsiteY61" fmla="*/ 3183152 h 7128022"/>
                <a:gd name="connsiteX62" fmla="*/ 221981 w 8269663"/>
                <a:gd name="connsiteY62" fmla="*/ 3183918 h 7128022"/>
                <a:gd name="connsiteX63" fmla="*/ 6947453 w 8269663"/>
                <a:gd name="connsiteY63" fmla="*/ 109861 h 7128022"/>
                <a:gd name="connsiteX64" fmla="*/ 6946352 w 8269663"/>
                <a:gd name="connsiteY64" fmla="*/ 107498 h 7128022"/>
                <a:gd name="connsiteX65" fmla="*/ 7134963 w 8269663"/>
                <a:gd name="connsiteY65" fmla="*/ 19548 h 7128022"/>
                <a:gd name="connsiteX66" fmla="*/ 7215287 w 8269663"/>
                <a:gd name="connsiteY66" fmla="*/ 135 h 712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269663" h="7128022">
                  <a:moveTo>
                    <a:pt x="5458148" y="5858260"/>
                  </a:moveTo>
                  <a:cubicBezTo>
                    <a:pt x="5224393" y="5858259"/>
                    <a:pt x="5034895" y="6047758"/>
                    <a:pt x="5034894" y="6281512"/>
                  </a:cubicBezTo>
                  <a:cubicBezTo>
                    <a:pt x="5034895" y="6515271"/>
                    <a:pt x="5224392" y="6704764"/>
                    <a:pt x="5458147" y="6704765"/>
                  </a:cubicBezTo>
                  <a:cubicBezTo>
                    <a:pt x="5691905" y="6704764"/>
                    <a:pt x="5881401" y="6515270"/>
                    <a:pt x="5881400" y="6281512"/>
                  </a:cubicBezTo>
                  <a:cubicBezTo>
                    <a:pt x="5881401" y="6047758"/>
                    <a:pt x="5691906" y="5858259"/>
                    <a:pt x="5458148" y="5858260"/>
                  </a:cubicBezTo>
                  <a:close/>
                  <a:moveTo>
                    <a:pt x="5819350" y="3971700"/>
                  </a:moveTo>
                  <a:lnTo>
                    <a:pt x="5062825" y="4317492"/>
                  </a:lnTo>
                  <a:lnTo>
                    <a:pt x="5068159" y="4343901"/>
                  </a:lnTo>
                  <a:cubicBezTo>
                    <a:pt x="5132412" y="4495813"/>
                    <a:pt x="5282832" y="4602403"/>
                    <a:pt x="5458150" y="4602405"/>
                  </a:cubicBezTo>
                  <a:cubicBezTo>
                    <a:pt x="5691908" y="4602404"/>
                    <a:pt x="5881403" y="4412907"/>
                    <a:pt x="5881403" y="4179153"/>
                  </a:cubicBezTo>
                  <a:cubicBezTo>
                    <a:pt x="5881404" y="4120710"/>
                    <a:pt x="5869565" y="4065040"/>
                    <a:pt x="5848142" y="4014404"/>
                  </a:cubicBezTo>
                  <a:close/>
                  <a:moveTo>
                    <a:pt x="7418447" y="2350865"/>
                  </a:moveTo>
                  <a:lnTo>
                    <a:pt x="2065170" y="4847140"/>
                  </a:lnTo>
                  <a:lnTo>
                    <a:pt x="2212342" y="5162750"/>
                  </a:lnTo>
                  <a:lnTo>
                    <a:pt x="7584614" y="2707210"/>
                  </a:lnTo>
                  <a:close/>
                  <a:moveTo>
                    <a:pt x="7123360" y="487093"/>
                  </a:moveTo>
                  <a:lnTo>
                    <a:pt x="516006" y="3507158"/>
                  </a:lnTo>
                  <a:lnTo>
                    <a:pt x="1539930" y="4632818"/>
                  </a:lnTo>
                  <a:lnTo>
                    <a:pt x="7714029" y="1753788"/>
                  </a:lnTo>
                  <a:close/>
                  <a:moveTo>
                    <a:pt x="7215287" y="135"/>
                  </a:moveTo>
                  <a:cubicBezTo>
                    <a:pt x="7296334" y="-2797"/>
                    <a:pt x="7375093" y="42081"/>
                    <a:pt x="7411523" y="120208"/>
                  </a:cubicBezTo>
                  <a:lnTo>
                    <a:pt x="8091250" y="1577887"/>
                  </a:lnTo>
                  <a:lnTo>
                    <a:pt x="8093759" y="1576717"/>
                  </a:lnTo>
                  <a:lnTo>
                    <a:pt x="8269663" y="1953936"/>
                  </a:lnTo>
                  <a:lnTo>
                    <a:pt x="7794405" y="2175553"/>
                  </a:lnTo>
                  <a:lnTo>
                    <a:pt x="7961901" y="2534759"/>
                  </a:lnTo>
                  <a:lnTo>
                    <a:pt x="7963187" y="2534169"/>
                  </a:lnTo>
                  <a:lnTo>
                    <a:pt x="8136212" y="2912717"/>
                  </a:lnTo>
                  <a:lnTo>
                    <a:pt x="6202390" y="3796625"/>
                  </a:lnTo>
                  <a:lnTo>
                    <a:pt x="6238143" y="3849653"/>
                  </a:lnTo>
                  <a:cubicBezTo>
                    <a:pt x="6280979" y="3950931"/>
                    <a:pt x="6304663" y="4062273"/>
                    <a:pt x="6304663" y="4179152"/>
                  </a:cubicBezTo>
                  <a:cubicBezTo>
                    <a:pt x="6304662" y="4529786"/>
                    <a:pt x="6091480" y="4830631"/>
                    <a:pt x="5787651" y="4959139"/>
                  </a:cubicBezTo>
                  <a:lnTo>
                    <a:pt x="5666259" y="4996820"/>
                  </a:lnTo>
                  <a:lnTo>
                    <a:pt x="5666258" y="5454563"/>
                  </a:lnTo>
                  <a:lnTo>
                    <a:pt x="5636366" y="5454564"/>
                  </a:lnTo>
                  <a:lnTo>
                    <a:pt x="5787653" y="5501525"/>
                  </a:lnTo>
                  <a:cubicBezTo>
                    <a:pt x="6015523" y="5597906"/>
                    <a:pt x="6192407" y="5791225"/>
                    <a:pt x="6266607" y="6029785"/>
                  </a:cubicBezTo>
                  <a:lnTo>
                    <a:pt x="6276656" y="6073392"/>
                  </a:lnTo>
                  <a:lnTo>
                    <a:pt x="7389782" y="6073392"/>
                  </a:lnTo>
                  <a:lnTo>
                    <a:pt x="7389782" y="6489609"/>
                  </a:lnTo>
                  <a:lnTo>
                    <a:pt x="6275826" y="6489609"/>
                  </a:lnTo>
                  <a:lnTo>
                    <a:pt x="6238141" y="6611011"/>
                  </a:lnTo>
                  <a:cubicBezTo>
                    <a:pt x="6109633" y="6914837"/>
                    <a:pt x="5808786" y="7128022"/>
                    <a:pt x="5458151" y="7128022"/>
                  </a:cubicBezTo>
                  <a:cubicBezTo>
                    <a:pt x="4990638" y="7128022"/>
                    <a:pt x="4611644" y="6749026"/>
                    <a:pt x="4611644" y="6281513"/>
                  </a:cubicBezTo>
                  <a:cubicBezTo>
                    <a:pt x="4611643" y="5930876"/>
                    <a:pt x="4824827" y="5630034"/>
                    <a:pt x="5128656" y="5501526"/>
                  </a:cubicBezTo>
                  <a:lnTo>
                    <a:pt x="5279940" y="5454566"/>
                  </a:lnTo>
                  <a:lnTo>
                    <a:pt x="5250043" y="5454564"/>
                  </a:lnTo>
                  <a:lnTo>
                    <a:pt x="5250040" y="4994197"/>
                  </a:lnTo>
                  <a:lnTo>
                    <a:pt x="5206429" y="4987604"/>
                  </a:lnTo>
                  <a:cubicBezTo>
                    <a:pt x="4967868" y="4913405"/>
                    <a:pt x="4774548" y="4736520"/>
                    <a:pt x="4678165" y="4508648"/>
                  </a:cubicBezTo>
                  <a:lnTo>
                    <a:pt x="4675331" y="4494608"/>
                  </a:lnTo>
                  <a:lnTo>
                    <a:pt x="2005872" y="5714756"/>
                  </a:lnTo>
                  <a:lnTo>
                    <a:pt x="1832847" y="5336208"/>
                  </a:lnTo>
                  <a:lnTo>
                    <a:pt x="1835050" y="5335201"/>
                  </a:lnTo>
                  <a:lnTo>
                    <a:pt x="1689213" y="5022451"/>
                  </a:lnTo>
                  <a:lnTo>
                    <a:pt x="1579669" y="5073532"/>
                  </a:lnTo>
                  <a:cubicBezTo>
                    <a:pt x="1527583" y="5097820"/>
                    <a:pt x="1470588" y="5098696"/>
                    <a:pt x="1420541" y="5080478"/>
                  </a:cubicBezTo>
                  <a:lnTo>
                    <a:pt x="1350266" y="5016086"/>
                  </a:lnTo>
                  <a:lnTo>
                    <a:pt x="1337964" y="5027274"/>
                  </a:lnTo>
                  <a:lnTo>
                    <a:pt x="53984" y="3615711"/>
                  </a:lnTo>
                  <a:cubicBezTo>
                    <a:pt x="-23099" y="3530972"/>
                    <a:pt x="-16893" y="3399795"/>
                    <a:pt x="67851" y="3322714"/>
                  </a:cubicBezTo>
                  <a:lnTo>
                    <a:pt x="221282" y="3183152"/>
                  </a:lnTo>
                  <a:lnTo>
                    <a:pt x="221981" y="3183918"/>
                  </a:lnTo>
                  <a:lnTo>
                    <a:pt x="6947453" y="109861"/>
                  </a:lnTo>
                  <a:lnTo>
                    <a:pt x="6946352" y="107498"/>
                  </a:lnTo>
                  <a:lnTo>
                    <a:pt x="7134963" y="19548"/>
                  </a:lnTo>
                  <a:cubicBezTo>
                    <a:pt x="7161000" y="7407"/>
                    <a:pt x="7188276" y="1113"/>
                    <a:pt x="7215287" y="135"/>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21" name="Group 920">
            <a:extLst>
              <a:ext uri="{FF2B5EF4-FFF2-40B4-BE49-F238E27FC236}">
                <a16:creationId xmlns:a16="http://schemas.microsoft.com/office/drawing/2014/main" id="{4F5E1A48-F717-F7A5-9A04-B13A4ADCD2E8}"/>
              </a:ext>
              <a:ext uri="{C183D7F6-B498-43B3-948B-1728B52AA6E4}">
                <adec:decorative xmlns:adec="http://schemas.microsoft.com/office/drawing/2017/decorative" val="1"/>
              </a:ext>
            </a:extLst>
          </p:cNvPr>
          <p:cNvGrpSpPr>
            <a:grpSpLocks noChangeAspect="1"/>
          </p:cNvGrpSpPr>
          <p:nvPr/>
        </p:nvGrpSpPr>
        <p:grpSpPr>
          <a:xfrm>
            <a:off x="8509651" y="1517247"/>
            <a:ext cx="318574" cy="457200"/>
            <a:chOff x="8509651" y="1517247"/>
            <a:chExt cx="318574" cy="457200"/>
          </a:xfrm>
          <a:solidFill>
            <a:srgbClr val="FF0000"/>
          </a:solidFill>
        </p:grpSpPr>
        <p:sp>
          <p:nvSpPr>
            <p:cNvPr id="1061" name="Freeform: Shape 1060">
              <a:extLst>
                <a:ext uri="{FF2B5EF4-FFF2-40B4-BE49-F238E27FC236}">
                  <a16:creationId xmlns:a16="http://schemas.microsoft.com/office/drawing/2014/main" id="{E63F33A2-F737-8C09-2A83-C3DCF3FA5575}"/>
                </a:ext>
                <a:ext uri="{C183D7F6-B498-43B3-948B-1728B52AA6E4}">
                  <adec:decorative xmlns:adec="http://schemas.microsoft.com/office/drawing/2017/decorative" val="1"/>
                </a:ext>
              </a:extLst>
            </p:cNvPr>
            <p:cNvSpPr/>
            <p:nvPr/>
          </p:nvSpPr>
          <p:spPr>
            <a:xfrm>
              <a:off x="8509651" y="1531252"/>
              <a:ext cx="201016" cy="443195"/>
            </a:xfrm>
            <a:custGeom>
              <a:avLst/>
              <a:gdLst>
                <a:gd name="connsiteX0" fmla="*/ 120704 w 372504"/>
                <a:gd name="connsiteY0" fmla="*/ 162 h 821286"/>
                <a:gd name="connsiteX1" fmla="*/ 121115 w 372504"/>
                <a:gd name="connsiteY1" fmla="*/ 177 h 821286"/>
                <a:gd name="connsiteX2" fmla="*/ 121115 w 372504"/>
                <a:gd name="connsiteY2" fmla="*/ 59515 h 821286"/>
                <a:gd name="connsiteX3" fmla="*/ 115066 w 372504"/>
                <a:gd name="connsiteY3" fmla="*/ 64286 h 821286"/>
                <a:gd name="connsiteX4" fmla="*/ 98405 w 372504"/>
                <a:gd name="connsiteY4" fmla="*/ 112328 h 821286"/>
                <a:gd name="connsiteX5" fmla="*/ 98407 w 372504"/>
                <a:gd name="connsiteY5" fmla="*/ 519298 h 821286"/>
                <a:gd name="connsiteX6" fmla="*/ 95276 w 372504"/>
                <a:gd name="connsiteY6" fmla="*/ 526952 h 821286"/>
                <a:gd name="connsiteX7" fmla="*/ 70936 w 372504"/>
                <a:gd name="connsiteY7" fmla="*/ 554011 h 821286"/>
                <a:gd name="connsiteX8" fmla="*/ 47621 w 372504"/>
                <a:gd name="connsiteY8" fmla="*/ 607304 h 821286"/>
                <a:gd name="connsiteX9" fmla="*/ 44652 w 372504"/>
                <a:gd name="connsiteY9" fmla="*/ 637478 h 821286"/>
                <a:gd name="connsiteX10" fmla="*/ 50346 w 372504"/>
                <a:gd name="connsiteY10" fmla="*/ 672875 h 821286"/>
                <a:gd name="connsiteX11" fmla="*/ 80813 w 372504"/>
                <a:gd name="connsiteY11" fmla="*/ 728985 h 821286"/>
                <a:gd name="connsiteX12" fmla="*/ 130848 w 372504"/>
                <a:gd name="connsiteY12" fmla="*/ 764959 h 821286"/>
                <a:gd name="connsiteX13" fmla="*/ 183383 w 372504"/>
                <a:gd name="connsiteY13" fmla="*/ 776469 h 821286"/>
                <a:gd name="connsiteX14" fmla="*/ 205518 w 372504"/>
                <a:gd name="connsiteY14" fmla="*/ 774648 h 821286"/>
                <a:gd name="connsiteX15" fmla="*/ 243008 w 372504"/>
                <a:gd name="connsiteY15" fmla="*/ 764112 h 821286"/>
                <a:gd name="connsiteX16" fmla="*/ 293953 w 372504"/>
                <a:gd name="connsiteY16" fmla="*/ 725599 h 821286"/>
                <a:gd name="connsiteX17" fmla="*/ 312997 w 372504"/>
                <a:gd name="connsiteY17" fmla="*/ 696446 h 821286"/>
                <a:gd name="connsiteX18" fmla="*/ 326426 w 372504"/>
                <a:gd name="connsiteY18" fmla="*/ 648448 h 821286"/>
                <a:gd name="connsiteX19" fmla="*/ 322568 w 372504"/>
                <a:gd name="connsiteY19" fmla="*/ 599657 h 821286"/>
                <a:gd name="connsiteX20" fmla="*/ 299575 w 372504"/>
                <a:gd name="connsiteY20" fmla="*/ 551855 h 821286"/>
                <a:gd name="connsiteX21" fmla="*/ 279067 w 372504"/>
                <a:gd name="connsiteY21" fmla="*/ 529316 h 821286"/>
                <a:gd name="connsiteX22" fmla="*/ 274039 w 372504"/>
                <a:gd name="connsiteY22" fmla="*/ 519741 h 821286"/>
                <a:gd name="connsiteX23" fmla="*/ 273934 w 372504"/>
                <a:gd name="connsiteY23" fmla="*/ 117680 h 821286"/>
                <a:gd name="connsiteX24" fmla="*/ 269287 w 372504"/>
                <a:gd name="connsiteY24" fmla="*/ 88923 h 821286"/>
                <a:gd name="connsiteX25" fmla="*/ 257638 w 372504"/>
                <a:gd name="connsiteY25" fmla="*/ 64780 h 821286"/>
                <a:gd name="connsiteX26" fmla="*/ 250227 w 372504"/>
                <a:gd name="connsiteY26" fmla="*/ 57301 h 821286"/>
                <a:gd name="connsiteX27" fmla="*/ 250227 w 372504"/>
                <a:gd name="connsiteY27" fmla="*/ 919 h 821286"/>
                <a:gd name="connsiteX28" fmla="*/ 260734 w 372504"/>
                <a:gd name="connsiteY28" fmla="*/ 5624 h 821286"/>
                <a:gd name="connsiteX29" fmla="*/ 306045 w 372504"/>
                <a:gd name="connsiteY29" fmla="*/ 57883 h 821286"/>
                <a:gd name="connsiteX30" fmla="*/ 318345 w 372504"/>
                <a:gd name="connsiteY30" fmla="*/ 105233 h 821286"/>
                <a:gd name="connsiteX31" fmla="*/ 319266 w 372504"/>
                <a:gd name="connsiteY31" fmla="*/ 135462 h 821286"/>
                <a:gd name="connsiteX32" fmla="*/ 319220 w 372504"/>
                <a:gd name="connsiteY32" fmla="*/ 498823 h 821286"/>
                <a:gd name="connsiteX33" fmla="*/ 323324 w 372504"/>
                <a:gd name="connsiteY33" fmla="*/ 509133 h 821286"/>
                <a:gd name="connsiteX34" fmla="*/ 368541 w 372504"/>
                <a:gd name="connsiteY34" fmla="*/ 597431 h 821286"/>
                <a:gd name="connsiteX35" fmla="*/ 372189 w 372504"/>
                <a:gd name="connsiteY35" fmla="*/ 646625 h 821286"/>
                <a:gd name="connsiteX36" fmla="*/ 358958 w 372504"/>
                <a:gd name="connsiteY36" fmla="*/ 705148 h 821286"/>
                <a:gd name="connsiteX37" fmla="*/ 309531 w 372504"/>
                <a:gd name="connsiteY37" fmla="*/ 774938 h 821286"/>
                <a:gd name="connsiteX38" fmla="*/ 227906 w 372504"/>
                <a:gd name="connsiteY38" fmla="*/ 816765 h 821286"/>
                <a:gd name="connsiteX39" fmla="*/ 198400 w 372504"/>
                <a:gd name="connsiteY39" fmla="*/ 820668 h 821286"/>
                <a:gd name="connsiteX40" fmla="*/ 166449 w 372504"/>
                <a:gd name="connsiteY40" fmla="*/ 820621 h 821286"/>
                <a:gd name="connsiteX41" fmla="*/ 115669 w 372504"/>
                <a:gd name="connsiteY41" fmla="*/ 807957 h 821286"/>
                <a:gd name="connsiteX42" fmla="*/ 66907 w 372504"/>
                <a:gd name="connsiteY42" fmla="*/ 778961 h 821286"/>
                <a:gd name="connsiteX43" fmla="*/ 26219 w 372504"/>
                <a:gd name="connsiteY43" fmla="*/ 731501 h 821286"/>
                <a:gd name="connsiteX44" fmla="*/ 3498 w 372504"/>
                <a:gd name="connsiteY44" fmla="*/ 674096 h 821286"/>
                <a:gd name="connsiteX45" fmla="*/ 249 w 372504"/>
                <a:gd name="connsiteY45" fmla="*/ 647848 h 821286"/>
                <a:gd name="connsiteX46" fmla="*/ 124 w 372504"/>
                <a:gd name="connsiteY46" fmla="*/ 624715 h 821286"/>
                <a:gd name="connsiteX47" fmla="*/ 6411 w 372504"/>
                <a:gd name="connsiteY47" fmla="*/ 584467 h 821286"/>
                <a:gd name="connsiteX48" fmla="*/ 31676 w 372504"/>
                <a:gd name="connsiteY48" fmla="*/ 530194 h 821286"/>
                <a:gd name="connsiteX49" fmla="*/ 50107 w 372504"/>
                <a:gd name="connsiteY49" fmla="*/ 507337 h 821286"/>
                <a:gd name="connsiteX50" fmla="*/ 53234 w 372504"/>
                <a:gd name="connsiteY50" fmla="*/ 499675 h 821286"/>
                <a:gd name="connsiteX51" fmla="*/ 53204 w 372504"/>
                <a:gd name="connsiteY51" fmla="*/ 109799 h 821286"/>
                <a:gd name="connsiteX52" fmla="*/ 62838 w 372504"/>
                <a:gd name="connsiteY52" fmla="*/ 65132 h 821286"/>
                <a:gd name="connsiteX53" fmla="*/ 95067 w 372504"/>
                <a:gd name="connsiteY53" fmla="*/ 18388 h 821286"/>
                <a:gd name="connsiteX54" fmla="*/ 106156 w 372504"/>
                <a:gd name="connsiteY54" fmla="*/ 9724 h 821286"/>
                <a:gd name="connsiteX55" fmla="*/ 108491 w 372504"/>
                <a:gd name="connsiteY55" fmla="*/ 7856 h 821286"/>
                <a:gd name="connsiteX56" fmla="*/ 109302 w 372504"/>
                <a:gd name="connsiteY56" fmla="*/ 7208 h 821286"/>
                <a:gd name="connsiteX57" fmla="*/ 109875 w 372504"/>
                <a:gd name="connsiteY57" fmla="*/ 7018 h 821286"/>
                <a:gd name="connsiteX58" fmla="*/ 111667 w 372504"/>
                <a:gd name="connsiteY58" fmla="*/ 5679 h 821286"/>
                <a:gd name="connsiteX59" fmla="*/ 112247 w 372504"/>
                <a:gd name="connsiteY59" fmla="*/ 5246 h 821286"/>
                <a:gd name="connsiteX60" fmla="*/ 112821 w 372504"/>
                <a:gd name="connsiteY60" fmla="*/ 5054 h 821286"/>
                <a:gd name="connsiteX61" fmla="*/ 114612 w 372504"/>
                <a:gd name="connsiteY61" fmla="*/ 3716 h 821286"/>
                <a:gd name="connsiteX62" fmla="*/ 115193 w 372504"/>
                <a:gd name="connsiteY62" fmla="*/ 3282 h 821286"/>
                <a:gd name="connsiteX63" fmla="*/ 115795 w 372504"/>
                <a:gd name="connsiteY63" fmla="*/ 3105 h 821286"/>
                <a:gd name="connsiteX64" fmla="*/ 118234 w 372504"/>
                <a:gd name="connsiteY64" fmla="*/ 3095 h 821286"/>
                <a:gd name="connsiteX65" fmla="*/ 115941 w 372504"/>
                <a:gd name="connsiteY65" fmla="*/ 3065 h 821286"/>
                <a:gd name="connsiteX66" fmla="*/ 119849 w 372504"/>
                <a:gd name="connsiteY66" fmla="*/ 507 h 821286"/>
                <a:gd name="connsiteX67" fmla="*/ 119138 w 372504"/>
                <a:gd name="connsiteY67" fmla="*/ 3091 h 821286"/>
                <a:gd name="connsiteX68" fmla="*/ 119147 w 372504"/>
                <a:gd name="connsiteY68" fmla="*/ 3091 h 821286"/>
                <a:gd name="connsiteX69" fmla="*/ 120102 w 372504"/>
                <a:gd name="connsiteY69" fmla="*/ 341 h 821286"/>
                <a:gd name="connsiteX70" fmla="*/ 120704 w 372504"/>
                <a:gd name="connsiteY70" fmla="*/ 162 h 821286"/>
                <a:gd name="connsiteX71" fmla="*/ 121115 w 372504"/>
                <a:gd name="connsiteY71" fmla="*/ 0 h 821286"/>
                <a:gd name="connsiteX72" fmla="*/ 121115 w 372504"/>
                <a:gd name="connsiteY72" fmla="*/ 134 h 821286"/>
                <a:gd name="connsiteX73" fmla="*/ 120851 w 372504"/>
                <a:gd name="connsiteY73" fmla="*/ 120 h 82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2504" h="821286">
                  <a:moveTo>
                    <a:pt x="120704" y="162"/>
                  </a:moveTo>
                  <a:lnTo>
                    <a:pt x="121115" y="177"/>
                  </a:lnTo>
                  <a:lnTo>
                    <a:pt x="121115" y="59515"/>
                  </a:lnTo>
                  <a:lnTo>
                    <a:pt x="115066" y="64286"/>
                  </a:lnTo>
                  <a:cubicBezTo>
                    <a:pt x="104579" y="78455"/>
                    <a:pt x="98419" y="94530"/>
                    <a:pt x="98405" y="112328"/>
                  </a:cubicBezTo>
                  <a:cubicBezTo>
                    <a:pt x="98296" y="247984"/>
                    <a:pt x="98335" y="383641"/>
                    <a:pt x="98407" y="519298"/>
                  </a:cubicBezTo>
                  <a:cubicBezTo>
                    <a:pt x="98409" y="522465"/>
                    <a:pt x="97449" y="524639"/>
                    <a:pt x="95276" y="526952"/>
                  </a:cubicBezTo>
                  <a:cubicBezTo>
                    <a:pt x="86969" y="535796"/>
                    <a:pt x="78411" y="544487"/>
                    <a:pt x="70936" y="554011"/>
                  </a:cubicBezTo>
                  <a:cubicBezTo>
                    <a:pt x="58646" y="569670"/>
                    <a:pt x="51461" y="587923"/>
                    <a:pt x="47621" y="607304"/>
                  </a:cubicBezTo>
                  <a:cubicBezTo>
                    <a:pt x="45661" y="617196"/>
                    <a:pt x="44144" y="627483"/>
                    <a:pt x="44652" y="637478"/>
                  </a:cubicBezTo>
                  <a:cubicBezTo>
                    <a:pt x="45254" y="649351"/>
                    <a:pt x="47606" y="661255"/>
                    <a:pt x="50346" y="672875"/>
                  </a:cubicBezTo>
                  <a:cubicBezTo>
                    <a:pt x="55382" y="694235"/>
                    <a:pt x="66253" y="712774"/>
                    <a:pt x="80813" y="728985"/>
                  </a:cubicBezTo>
                  <a:cubicBezTo>
                    <a:pt x="94804" y="744562"/>
                    <a:pt x="111366" y="756723"/>
                    <a:pt x="130848" y="764959"/>
                  </a:cubicBezTo>
                  <a:cubicBezTo>
                    <a:pt x="147719" y="772091"/>
                    <a:pt x="165252" y="775772"/>
                    <a:pt x="183383" y="776469"/>
                  </a:cubicBezTo>
                  <a:cubicBezTo>
                    <a:pt x="190728" y="776751"/>
                    <a:pt x="198146" y="775387"/>
                    <a:pt x="205518" y="774648"/>
                  </a:cubicBezTo>
                  <a:cubicBezTo>
                    <a:pt x="218624" y="773334"/>
                    <a:pt x="231026" y="769428"/>
                    <a:pt x="243008" y="764112"/>
                  </a:cubicBezTo>
                  <a:cubicBezTo>
                    <a:pt x="262987" y="755247"/>
                    <a:pt x="280310" y="742629"/>
                    <a:pt x="293953" y="725599"/>
                  </a:cubicBezTo>
                  <a:cubicBezTo>
                    <a:pt x="301188" y="716568"/>
                    <a:pt x="307887" y="706791"/>
                    <a:pt x="312997" y="696446"/>
                  </a:cubicBezTo>
                  <a:cubicBezTo>
                    <a:pt x="320408" y="681445"/>
                    <a:pt x="324788" y="665389"/>
                    <a:pt x="326426" y="648448"/>
                  </a:cubicBezTo>
                  <a:cubicBezTo>
                    <a:pt x="328035" y="631809"/>
                    <a:pt x="326607" y="615667"/>
                    <a:pt x="322568" y="599657"/>
                  </a:cubicBezTo>
                  <a:cubicBezTo>
                    <a:pt x="318165" y="582195"/>
                    <a:pt x="310728" y="566023"/>
                    <a:pt x="299575" y="551855"/>
                  </a:cubicBezTo>
                  <a:cubicBezTo>
                    <a:pt x="293303" y="543887"/>
                    <a:pt x="286329" y="536401"/>
                    <a:pt x="279067" y="529316"/>
                  </a:cubicBezTo>
                  <a:cubicBezTo>
                    <a:pt x="276110" y="526431"/>
                    <a:pt x="274035" y="524199"/>
                    <a:pt x="274039" y="519741"/>
                  </a:cubicBezTo>
                  <a:cubicBezTo>
                    <a:pt x="274156" y="385720"/>
                    <a:pt x="274229" y="251699"/>
                    <a:pt x="273934" y="117680"/>
                  </a:cubicBezTo>
                  <a:cubicBezTo>
                    <a:pt x="273913" y="108071"/>
                    <a:pt x="271976" y="98197"/>
                    <a:pt x="269287" y="88923"/>
                  </a:cubicBezTo>
                  <a:cubicBezTo>
                    <a:pt x="266716" y="80056"/>
                    <a:pt x="262781" y="71996"/>
                    <a:pt x="257638" y="64780"/>
                  </a:cubicBezTo>
                  <a:lnTo>
                    <a:pt x="250227" y="57301"/>
                  </a:lnTo>
                  <a:lnTo>
                    <a:pt x="250227" y="919"/>
                  </a:lnTo>
                  <a:lnTo>
                    <a:pt x="260734" y="5624"/>
                  </a:lnTo>
                  <a:cubicBezTo>
                    <a:pt x="280326" y="19111"/>
                    <a:pt x="295837" y="36321"/>
                    <a:pt x="306045" y="57883"/>
                  </a:cubicBezTo>
                  <a:cubicBezTo>
                    <a:pt x="313115" y="72817"/>
                    <a:pt x="317959" y="88474"/>
                    <a:pt x="318345" y="105233"/>
                  </a:cubicBezTo>
                  <a:cubicBezTo>
                    <a:pt x="318577" y="115311"/>
                    <a:pt x="319261" y="125386"/>
                    <a:pt x="319266" y="135462"/>
                  </a:cubicBezTo>
                  <a:cubicBezTo>
                    <a:pt x="319332" y="256582"/>
                    <a:pt x="319330" y="377702"/>
                    <a:pt x="319220" y="498823"/>
                  </a:cubicBezTo>
                  <a:cubicBezTo>
                    <a:pt x="319216" y="503057"/>
                    <a:pt x="320568" y="506167"/>
                    <a:pt x="323324" y="509133"/>
                  </a:cubicBezTo>
                  <a:cubicBezTo>
                    <a:pt x="346709" y="534298"/>
                    <a:pt x="361456" y="563819"/>
                    <a:pt x="368541" y="597431"/>
                  </a:cubicBezTo>
                  <a:cubicBezTo>
                    <a:pt x="371979" y="613739"/>
                    <a:pt x="373131" y="630154"/>
                    <a:pt x="372189" y="646625"/>
                  </a:cubicBezTo>
                  <a:cubicBezTo>
                    <a:pt x="371036" y="666777"/>
                    <a:pt x="366606" y="686356"/>
                    <a:pt x="358958" y="705148"/>
                  </a:cubicBezTo>
                  <a:cubicBezTo>
                    <a:pt x="347915" y="732277"/>
                    <a:pt x="331327" y="755581"/>
                    <a:pt x="309531" y="774938"/>
                  </a:cubicBezTo>
                  <a:cubicBezTo>
                    <a:pt x="286011" y="795826"/>
                    <a:pt x="258752" y="810067"/>
                    <a:pt x="227906" y="816765"/>
                  </a:cubicBezTo>
                  <a:cubicBezTo>
                    <a:pt x="218236" y="818865"/>
                    <a:pt x="208284" y="820055"/>
                    <a:pt x="198400" y="820668"/>
                  </a:cubicBezTo>
                  <a:cubicBezTo>
                    <a:pt x="187782" y="821325"/>
                    <a:pt x="177006" y="821663"/>
                    <a:pt x="166449" y="820621"/>
                  </a:cubicBezTo>
                  <a:cubicBezTo>
                    <a:pt x="148989" y="818897"/>
                    <a:pt x="131955" y="814667"/>
                    <a:pt x="115669" y="807957"/>
                  </a:cubicBezTo>
                  <a:cubicBezTo>
                    <a:pt x="98014" y="800682"/>
                    <a:pt x="81642" y="791096"/>
                    <a:pt x="66907" y="778961"/>
                  </a:cubicBezTo>
                  <a:cubicBezTo>
                    <a:pt x="50613" y="765542"/>
                    <a:pt x="37204" y="749519"/>
                    <a:pt x="26219" y="731501"/>
                  </a:cubicBezTo>
                  <a:cubicBezTo>
                    <a:pt x="15354" y="713679"/>
                    <a:pt x="7952" y="694407"/>
                    <a:pt x="3498" y="674096"/>
                  </a:cubicBezTo>
                  <a:cubicBezTo>
                    <a:pt x="1617" y="665516"/>
                    <a:pt x="851" y="656637"/>
                    <a:pt x="249" y="647848"/>
                  </a:cubicBezTo>
                  <a:cubicBezTo>
                    <a:pt x="-277" y="640170"/>
                    <a:pt x="207" y="632427"/>
                    <a:pt x="124" y="624715"/>
                  </a:cubicBezTo>
                  <a:cubicBezTo>
                    <a:pt x="-23" y="610942"/>
                    <a:pt x="2802" y="597603"/>
                    <a:pt x="6411" y="584467"/>
                  </a:cubicBezTo>
                  <a:cubicBezTo>
                    <a:pt x="11762" y="564993"/>
                    <a:pt x="20280" y="546836"/>
                    <a:pt x="31676" y="530194"/>
                  </a:cubicBezTo>
                  <a:cubicBezTo>
                    <a:pt x="37192" y="522139"/>
                    <a:pt x="43707" y="514741"/>
                    <a:pt x="50107" y="507337"/>
                  </a:cubicBezTo>
                  <a:cubicBezTo>
                    <a:pt x="52159" y="504963"/>
                    <a:pt x="53236" y="502851"/>
                    <a:pt x="53234" y="499675"/>
                  </a:cubicBezTo>
                  <a:cubicBezTo>
                    <a:pt x="53160" y="369716"/>
                    <a:pt x="53145" y="239757"/>
                    <a:pt x="53204" y="109799"/>
                  </a:cubicBezTo>
                  <a:cubicBezTo>
                    <a:pt x="53211" y="94267"/>
                    <a:pt x="57014" y="79476"/>
                    <a:pt x="62838" y="65132"/>
                  </a:cubicBezTo>
                  <a:cubicBezTo>
                    <a:pt x="70137" y="47154"/>
                    <a:pt x="81029" y="31677"/>
                    <a:pt x="95067" y="18388"/>
                  </a:cubicBezTo>
                  <a:cubicBezTo>
                    <a:pt x="98316" y="15312"/>
                    <a:pt x="101991" y="12686"/>
                    <a:pt x="106156" y="9724"/>
                  </a:cubicBezTo>
                  <a:lnTo>
                    <a:pt x="108491" y="7856"/>
                  </a:lnTo>
                  <a:lnTo>
                    <a:pt x="109302" y="7208"/>
                  </a:lnTo>
                  <a:cubicBezTo>
                    <a:pt x="109302" y="7208"/>
                    <a:pt x="109388" y="6919"/>
                    <a:pt x="109875" y="7018"/>
                  </a:cubicBezTo>
                  <a:lnTo>
                    <a:pt x="111667" y="5679"/>
                  </a:lnTo>
                  <a:lnTo>
                    <a:pt x="112247" y="5246"/>
                  </a:lnTo>
                  <a:cubicBezTo>
                    <a:pt x="112247" y="5246"/>
                    <a:pt x="112333" y="4956"/>
                    <a:pt x="112821" y="5054"/>
                  </a:cubicBezTo>
                  <a:lnTo>
                    <a:pt x="114612" y="3716"/>
                  </a:lnTo>
                  <a:lnTo>
                    <a:pt x="115193" y="3282"/>
                  </a:lnTo>
                  <a:cubicBezTo>
                    <a:pt x="115193" y="3282"/>
                    <a:pt x="115281" y="2991"/>
                    <a:pt x="115795" y="3105"/>
                  </a:cubicBezTo>
                  <a:lnTo>
                    <a:pt x="118234" y="3095"/>
                  </a:lnTo>
                  <a:lnTo>
                    <a:pt x="115941" y="3065"/>
                  </a:lnTo>
                  <a:cubicBezTo>
                    <a:pt x="116914" y="2164"/>
                    <a:pt x="118255" y="1419"/>
                    <a:pt x="119849" y="507"/>
                  </a:cubicBezTo>
                  <a:lnTo>
                    <a:pt x="119138" y="3091"/>
                  </a:lnTo>
                  <a:lnTo>
                    <a:pt x="119147" y="3091"/>
                  </a:lnTo>
                  <a:cubicBezTo>
                    <a:pt x="119945" y="2758"/>
                    <a:pt x="120342" y="1970"/>
                    <a:pt x="120102" y="341"/>
                  </a:cubicBezTo>
                  <a:cubicBezTo>
                    <a:pt x="120102" y="341"/>
                    <a:pt x="120189" y="47"/>
                    <a:pt x="120704" y="162"/>
                  </a:cubicBezTo>
                  <a:close/>
                  <a:moveTo>
                    <a:pt x="121115" y="0"/>
                  </a:moveTo>
                  <a:lnTo>
                    <a:pt x="121115" y="134"/>
                  </a:lnTo>
                  <a:lnTo>
                    <a:pt x="120851" y="120"/>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070" name="Freeform: Shape 1069">
              <a:extLst>
                <a:ext uri="{FF2B5EF4-FFF2-40B4-BE49-F238E27FC236}">
                  <a16:creationId xmlns:a16="http://schemas.microsoft.com/office/drawing/2014/main" id="{7EBA6EFA-7646-B98F-9DE3-6C6AF91C98D6}"/>
                </a:ext>
                <a:ext uri="{C183D7F6-B498-43B3-948B-1728B52AA6E4}">
                  <adec:decorative xmlns:adec="http://schemas.microsoft.com/office/drawing/2017/decorative" val="1"/>
                </a:ext>
              </a:extLst>
            </p:cNvPr>
            <p:cNvSpPr/>
            <p:nvPr/>
          </p:nvSpPr>
          <p:spPr>
            <a:xfrm>
              <a:off x="8567928" y="1517247"/>
              <a:ext cx="260297" cy="404571"/>
            </a:xfrm>
            <a:custGeom>
              <a:avLst/>
              <a:gdLst>
                <a:gd name="connsiteX0" fmla="*/ 617671 w 3904457"/>
                <a:gd name="connsiteY0" fmla="*/ 5176788 h 6068565"/>
                <a:gd name="connsiteX1" fmla="*/ 497187 w 3904457"/>
                <a:gd name="connsiteY1" fmla="*/ 5214842 h 6068565"/>
                <a:gd name="connsiteX2" fmla="*/ 371638 w 3904457"/>
                <a:gd name="connsiteY2" fmla="*/ 5489060 h 6068565"/>
                <a:gd name="connsiteX3" fmla="*/ 662304 w 3904457"/>
                <a:gd name="connsiteY3" fmla="*/ 5701512 h 6068565"/>
                <a:gd name="connsiteX4" fmla="*/ 704244 w 3904457"/>
                <a:gd name="connsiteY4" fmla="*/ 5693125 h 6068565"/>
                <a:gd name="connsiteX5" fmla="*/ 887377 w 3904457"/>
                <a:gd name="connsiteY5" fmla="*/ 5384273 h 6068565"/>
                <a:gd name="connsiteX6" fmla="*/ 617671 w 3904457"/>
                <a:gd name="connsiteY6" fmla="*/ 5176788 h 6068565"/>
                <a:gd name="connsiteX7" fmla="*/ 2181996 w 3904457"/>
                <a:gd name="connsiteY7" fmla="*/ 4008338 h 6068565"/>
                <a:gd name="connsiteX8" fmla="*/ 3011710 w 3904457"/>
                <a:gd name="connsiteY8" fmla="*/ 4008338 h 6068565"/>
                <a:gd name="connsiteX9" fmla="*/ 3011710 w 3904457"/>
                <a:gd name="connsiteY9" fmla="*/ 4370843 h 6068565"/>
                <a:gd name="connsiteX10" fmla="*/ 2181996 w 3904457"/>
                <a:gd name="connsiteY10" fmla="*/ 4370843 h 6068565"/>
                <a:gd name="connsiteX11" fmla="*/ 2182036 w 3904457"/>
                <a:gd name="connsiteY11" fmla="*/ 3110063 h 6068565"/>
                <a:gd name="connsiteX12" fmla="*/ 3901988 w 3904457"/>
                <a:gd name="connsiteY12" fmla="*/ 3110063 h 6068565"/>
                <a:gd name="connsiteX13" fmla="*/ 3901988 w 3904457"/>
                <a:gd name="connsiteY13" fmla="*/ 3472536 h 6068565"/>
                <a:gd name="connsiteX14" fmla="*/ 2182036 w 3904457"/>
                <a:gd name="connsiteY14" fmla="*/ 3472536 h 6068565"/>
                <a:gd name="connsiteX15" fmla="*/ 446557 w 3904457"/>
                <a:gd name="connsiteY15" fmla="*/ 2253857 h 6068565"/>
                <a:gd name="connsiteX16" fmla="*/ 812226 w 3904457"/>
                <a:gd name="connsiteY16" fmla="*/ 2253857 h 6068565"/>
                <a:gd name="connsiteX17" fmla="*/ 812226 w 3904457"/>
                <a:gd name="connsiteY17" fmla="*/ 4127575 h 6068565"/>
                <a:gd name="connsiteX18" fmla="*/ 811312 w 3904457"/>
                <a:gd name="connsiteY18" fmla="*/ 4795098 h 6068565"/>
                <a:gd name="connsiteX19" fmla="*/ 850817 w 3904457"/>
                <a:gd name="connsiteY19" fmla="*/ 4850938 h 6068565"/>
                <a:gd name="connsiteX20" fmla="*/ 1248180 w 3904457"/>
                <a:gd name="connsiteY20" fmla="*/ 5320770 h 6068565"/>
                <a:gd name="connsiteX21" fmla="*/ 1044643 w 3904457"/>
                <a:gd name="connsiteY21" fmla="*/ 5916937 h 6068565"/>
                <a:gd name="connsiteX22" fmla="*/ 667048 w 3904457"/>
                <a:gd name="connsiteY22" fmla="*/ 6067852 h 6068565"/>
                <a:gd name="connsiteX23" fmla="*/ 358074 w 3904457"/>
                <a:gd name="connsiteY23" fmla="*/ 6009759 h 6068565"/>
                <a:gd name="connsiteX24" fmla="*/ 149891 w 3904457"/>
                <a:gd name="connsiteY24" fmla="*/ 5848606 h 6068565"/>
                <a:gd name="connsiteX25" fmla="*/ 10880 w 3904457"/>
                <a:gd name="connsiteY25" fmla="*/ 5555041 h 6068565"/>
                <a:gd name="connsiteX26" fmla="*/ 119714 w 3904457"/>
                <a:gd name="connsiteY26" fmla="*/ 5071517 h 6068565"/>
                <a:gd name="connsiteX27" fmla="*/ 408928 w 3904457"/>
                <a:gd name="connsiteY27" fmla="*/ 4850822 h 6068565"/>
                <a:gd name="connsiteX28" fmla="*/ 447293 w 3904457"/>
                <a:gd name="connsiteY28" fmla="*/ 4794132 h 6068565"/>
                <a:gd name="connsiteX29" fmla="*/ 446557 w 3904457"/>
                <a:gd name="connsiteY29" fmla="*/ 2306788 h 6068565"/>
                <a:gd name="connsiteX30" fmla="*/ 446557 w 3904457"/>
                <a:gd name="connsiteY30" fmla="*/ 2253857 h 6068565"/>
                <a:gd name="connsiteX31" fmla="*/ 2182028 w 3904457"/>
                <a:gd name="connsiteY31" fmla="*/ 2219746 h 6068565"/>
                <a:gd name="connsiteX32" fmla="*/ 3011678 w 3904457"/>
                <a:gd name="connsiteY32" fmla="*/ 2219746 h 6068565"/>
                <a:gd name="connsiteX33" fmla="*/ 3011678 w 3904457"/>
                <a:gd name="connsiteY33" fmla="*/ 2582219 h 6068565"/>
                <a:gd name="connsiteX34" fmla="*/ 2182028 w 3904457"/>
                <a:gd name="connsiteY34" fmla="*/ 2582219 h 6068565"/>
                <a:gd name="connsiteX35" fmla="*/ 2182514 w 3904457"/>
                <a:gd name="connsiteY35" fmla="*/ 1321472 h 6068565"/>
                <a:gd name="connsiteX36" fmla="*/ 3904457 w 3904457"/>
                <a:gd name="connsiteY36" fmla="*/ 1321472 h 6068565"/>
                <a:gd name="connsiteX37" fmla="*/ 3904457 w 3904457"/>
                <a:gd name="connsiteY37" fmla="*/ 1684819 h 6068565"/>
                <a:gd name="connsiteX38" fmla="*/ 2182514 w 3904457"/>
                <a:gd name="connsiteY38" fmla="*/ 1684819 h 6068565"/>
                <a:gd name="connsiteX39" fmla="*/ 2182700 w 3904457"/>
                <a:gd name="connsiteY39" fmla="*/ 433616 h 6068565"/>
                <a:gd name="connsiteX40" fmla="*/ 3014187 w 3904457"/>
                <a:gd name="connsiteY40" fmla="*/ 433616 h 6068565"/>
                <a:gd name="connsiteX41" fmla="*/ 3014187 w 3904457"/>
                <a:gd name="connsiteY41" fmla="*/ 794357 h 6068565"/>
                <a:gd name="connsiteX42" fmla="*/ 2182700 w 3904457"/>
                <a:gd name="connsiteY42" fmla="*/ 794357 h 6068565"/>
                <a:gd name="connsiteX43" fmla="*/ 357690 w 3904457"/>
                <a:gd name="connsiteY43" fmla="*/ 0 h 6068565"/>
                <a:gd name="connsiteX44" fmla="*/ 899846 w 3904457"/>
                <a:gd name="connsiteY44" fmla="*/ 0 h 6068565"/>
                <a:gd name="connsiteX45" fmla="*/ 899846 w 3904457"/>
                <a:gd name="connsiteY45" fmla="*/ 538011 h 6068565"/>
                <a:gd name="connsiteX46" fmla="*/ 357690 w 3904457"/>
                <a:gd name="connsiteY46" fmla="*/ 538011 h 606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04457" h="6068565">
                  <a:moveTo>
                    <a:pt x="617671" y="5176788"/>
                  </a:moveTo>
                  <a:cubicBezTo>
                    <a:pt x="576667" y="5178788"/>
                    <a:pt x="535376" y="5190888"/>
                    <a:pt x="497187" y="5214842"/>
                  </a:cubicBezTo>
                  <a:cubicBezTo>
                    <a:pt x="407481" y="5271108"/>
                    <a:pt x="349885" y="5392062"/>
                    <a:pt x="371638" y="5489060"/>
                  </a:cubicBezTo>
                  <a:cubicBezTo>
                    <a:pt x="399319" y="5612497"/>
                    <a:pt x="510634" y="5715447"/>
                    <a:pt x="662304" y="5701512"/>
                  </a:cubicBezTo>
                  <a:cubicBezTo>
                    <a:pt x="676312" y="5698799"/>
                    <a:pt x="690875" y="5697704"/>
                    <a:pt x="704244" y="5693125"/>
                  </a:cubicBezTo>
                  <a:cubicBezTo>
                    <a:pt x="840781" y="5646359"/>
                    <a:pt x="917234" y="5530343"/>
                    <a:pt x="887377" y="5384273"/>
                  </a:cubicBezTo>
                  <a:cubicBezTo>
                    <a:pt x="861100" y="5255710"/>
                    <a:pt x="740682" y="5170791"/>
                    <a:pt x="617671" y="5176788"/>
                  </a:cubicBezTo>
                  <a:close/>
                  <a:moveTo>
                    <a:pt x="2181996" y="4008338"/>
                  </a:moveTo>
                  <a:lnTo>
                    <a:pt x="3011710" y="4008338"/>
                  </a:lnTo>
                  <a:lnTo>
                    <a:pt x="3011710" y="4370843"/>
                  </a:lnTo>
                  <a:lnTo>
                    <a:pt x="2181996" y="4370843"/>
                  </a:lnTo>
                  <a:close/>
                  <a:moveTo>
                    <a:pt x="2182036" y="3110063"/>
                  </a:moveTo>
                  <a:lnTo>
                    <a:pt x="3901988" y="3110063"/>
                  </a:lnTo>
                  <a:lnTo>
                    <a:pt x="3901988" y="3472536"/>
                  </a:lnTo>
                  <a:lnTo>
                    <a:pt x="2182036" y="3472536"/>
                  </a:lnTo>
                  <a:close/>
                  <a:moveTo>
                    <a:pt x="446557" y="2253857"/>
                  </a:moveTo>
                  <a:cubicBezTo>
                    <a:pt x="569011" y="2253857"/>
                    <a:pt x="687608" y="2253857"/>
                    <a:pt x="812226" y="2253857"/>
                  </a:cubicBezTo>
                  <a:cubicBezTo>
                    <a:pt x="812226" y="2877223"/>
                    <a:pt x="812226" y="3500412"/>
                    <a:pt x="812226" y="4127575"/>
                  </a:cubicBezTo>
                  <a:cubicBezTo>
                    <a:pt x="812226" y="4352734"/>
                    <a:pt x="813056" y="4573927"/>
                    <a:pt x="811312" y="4795098"/>
                  </a:cubicBezTo>
                  <a:cubicBezTo>
                    <a:pt x="811056" y="4827474"/>
                    <a:pt x="822120" y="4840041"/>
                    <a:pt x="850817" y="4850938"/>
                  </a:cubicBezTo>
                  <a:cubicBezTo>
                    <a:pt x="1069592" y="4934027"/>
                    <a:pt x="1206399" y="5091133"/>
                    <a:pt x="1248180" y="5320770"/>
                  </a:cubicBezTo>
                  <a:cubicBezTo>
                    <a:pt x="1290675" y="5554332"/>
                    <a:pt x="1224210" y="5757787"/>
                    <a:pt x="1044643" y="5916937"/>
                  </a:cubicBezTo>
                  <a:cubicBezTo>
                    <a:pt x="938051" y="6011409"/>
                    <a:pt x="811545" y="6062213"/>
                    <a:pt x="667048" y="6067852"/>
                  </a:cubicBezTo>
                  <a:cubicBezTo>
                    <a:pt x="558970" y="6072069"/>
                    <a:pt x="454364" y="6058216"/>
                    <a:pt x="358074" y="6009759"/>
                  </a:cubicBezTo>
                  <a:cubicBezTo>
                    <a:pt x="279178" y="5970055"/>
                    <a:pt x="208146" y="5919238"/>
                    <a:pt x="149891" y="5848606"/>
                  </a:cubicBezTo>
                  <a:cubicBezTo>
                    <a:pt x="77886" y="5761295"/>
                    <a:pt x="29962" y="5664184"/>
                    <a:pt x="10880" y="5555041"/>
                  </a:cubicBezTo>
                  <a:cubicBezTo>
                    <a:pt x="-19691" y="5380197"/>
                    <a:pt x="13410" y="5216068"/>
                    <a:pt x="119714" y="5071517"/>
                  </a:cubicBezTo>
                  <a:cubicBezTo>
                    <a:pt x="194082" y="4970393"/>
                    <a:pt x="287966" y="4891495"/>
                    <a:pt x="408928" y="4850822"/>
                  </a:cubicBezTo>
                  <a:cubicBezTo>
                    <a:pt x="439371" y="4840586"/>
                    <a:pt x="447328" y="4825269"/>
                    <a:pt x="447293" y="4794132"/>
                  </a:cubicBezTo>
                  <a:cubicBezTo>
                    <a:pt x="446368" y="3965018"/>
                    <a:pt x="446557" y="3135904"/>
                    <a:pt x="446557" y="2306788"/>
                  </a:cubicBezTo>
                  <a:cubicBezTo>
                    <a:pt x="446557" y="2289900"/>
                    <a:pt x="446557" y="2273013"/>
                    <a:pt x="446557" y="2253857"/>
                  </a:cubicBezTo>
                  <a:close/>
                  <a:moveTo>
                    <a:pt x="2182028" y="2219746"/>
                  </a:moveTo>
                  <a:lnTo>
                    <a:pt x="3011678" y="2219746"/>
                  </a:lnTo>
                  <a:lnTo>
                    <a:pt x="3011678" y="2582219"/>
                  </a:lnTo>
                  <a:lnTo>
                    <a:pt x="2182028" y="2582219"/>
                  </a:lnTo>
                  <a:close/>
                  <a:moveTo>
                    <a:pt x="2182514" y="1321472"/>
                  </a:moveTo>
                  <a:lnTo>
                    <a:pt x="3904457" y="1321472"/>
                  </a:lnTo>
                  <a:lnTo>
                    <a:pt x="3904457" y="1684819"/>
                  </a:lnTo>
                  <a:lnTo>
                    <a:pt x="2182514" y="1684819"/>
                  </a:lnTo>
                  <a:close/>
                  <a:moveTo>
                    <a:pt x="2182700" y="433616"/>
                  </a:moveTo>
                  <a:lnTo>
                    <a:pt x="3014187" y="433616"/>
                  </a:lnTo>
                  <a:lnTo>
                    <a:pt x="3014187" y="794357"/>
                  </a:lnTo>
                  <a:lnTo>
                    <a:pt x="2182700" y="794357"/>
                  </a:lnTo>
                  <a:close/>
                  <a:moveTo>
                    <a:pt x="357690" y="0"/>
                  </a:moveTo>
                  <a:lnTo>
                    <a:pt x="899846" y="0"/>
                  </a:lnTo>
                  <a:lnTo>
                    <a:pt x="899846" y="538011"/>
                  </a:lnTo>
                  <a:lnTo>
                    <a:pt x="357690" y="538011"/>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20" name="Group 919">
            <a:extLst>
              <a:ext uri="{FF2B5EF4-FFF2-40B4-BE49-F238E27FC236}">
                <a16:creationId xmlns:a16="http://schemas.microsoft.com/office/drawing/2014/main" id="{1D46E561-3D69-2727-F40C-CD26F5A5DAB0}"/>
              </a:ext>
              <a:ext uri="{C183D7F6-B498-43B3-948B-1728B52AA6E4}">
                <adec:decorative xmlns:adec="http://schemas.microsoft.com/office/drawing/2017/decorative" val="1"/>
              </a:ext>
            </a:extLst>
          </p:cNvPr>
          <p:cNvGrpSpPr>
            <a:grpSpLocks noChangeAspect="1"/>
          </p:cNvGrpSpPr>
          <p:nvPr/>
        </p:nvGrpSpPr>
        <p:grpSpPr>
          <a:xfrm>
            <a:off x="9013868" y="1517247"/>
            <a:ext cx="457365" cy="457200"/>
            <a:chOff x="9013868" y="1517247"/>
            <a:chExt cx="457365" cy="457200"/>
          </a:xfrm>
          <a:solidFill>
            <a:srgbClr val="FF0000"/>
          </a:solidFill>
        </p:grpSpPr>
        <p:sp>
          <p:nvSpPr>
            <p:cNvPr id="1095" name="Freeform: Shape 1094">
              <a:extLst>
                <a:ext uri="{FF2B5EF4-FFF2-40B4-BE49-F238E27FC236}">
                  <a16:creationId xmlns:a16="http://schemas.microsoft.com/office/drawing/2014/main" id="{8CAAC92B-CC9F-3862-5563-6DE72EBEB6D6}"/>
                </a:ext>
                <a:ext uri="{C183D7F6-B498-43B3-948B-1728B52AA6E4}">
                  <adec:decorative xmlns:adec="http://schemas.microsoft.com/office/drawing/2017/decorative" val="1"/>
                </a:ext>
              </a:extLst>
            </p:cNvPr>
            <p:cNvSpPr/>
            <p:nvPr/>
          </p:nvSpPr>
          <p:spPr>
            <a:xfrm>
              <a:off x="9013868" y="1517247"/>
              <a:ext cx="457365" cy="457200"/>
            </a:xfrm>
            <a:custGeom>
              <a:avLst/>
              <a:gdLst>
                <a:gd name="connsiteX0" fmla="*/ 486405 w 6860482"/>
                <a:gd name="connsiteY0" fmla="*/ 3546913 h 6858000"/>
                <a:gd name="connsiteX1" fmla="*/ 487256 w 6860482"/>
                <a:gd name="connsiteY1" fmla="*/ 3580579 h 6858000"/>
                <a:gd name="connsiteX2" fmla="*/ 3430241 w 6860482"/>
                <a:gd name="connsiteY2" fmla="*/ 6374578 h 6858000"/>
                <a:gd name="connsiteX3" fmla="*/ 6373226 w 6860482"/>
                <a:gd name="connsiteY3" fmla="*/ 3580579 h 6858000"/>
                <a:gd name="connsiteX4" fmla="*/ 6374077 w 6860482"/>
                <a:gd name="connsiteY4" fmla="*/ 3546913 h 6858000"/>
                <a:gd name="connsiteX5" fmla="*/ 3975387 w 6860482"/>
                <a:gd name="connsiteY5" fmla="*/ 3546913 h 6858000"/>
                <a:gd name="connsiteX6" fmla="*/ 3946865 w 6860482"/>
                <a:gd name="connsiteY6" fmla="*/ 3643717 h 6858000"/>
                <a:gd name="connsiteX7" fmla="*/ 3633692 w 6860482"/>
                <a:gd name="connsiteY7" fmla="*/ 3966632 h 6858000"/>
                <a:gd name="connsiteX8" fmla="*/ 3403246 w 6860482"/>
                <a:gd name="connsiteY8" fmla="*/ 4013926 h 6858000"/>
                <a:gd name="connsiteX9" fmla="*/ 2865541 w 6860482"/>
                <a:gd name="connsiteY9" fmla="*/ 3659235 h 6858000"/>
                <a:gd name="connsiteX10" fmla="*/ 2828886 w 6860482"/>
                <a:gd name="connsiteY10" fmla="*/ 3549965 h 6858000"/>
                <a:gd name="connsiteX11" fmla="*/ 2828539 w 6860482"/>
                <a:gd name="connsiteY11" fmla="*/ 3546913 h 6858000"/>
                <a:gd name="connsiteX12" fmla="*/ 3401270 w 6860482"/>
                <a:gd name="connsiteY12" fmla="*/ 3080077 h 6858000"/>
                <a:gd name="connsiteX13" fmla="*/ 3333080 w 6860482"/>
                <a:gd name="connsiteY13" fmla="*/ 3085821 h 6858000"/>
                <a:gd name="connsiteX14" fmla="*/ 3267343 w 6860482"/>
                <a:gd name="connsiteY14" fmla="*/ 3109465 h 6858000"/>
                <a:gd name="connsiteX15" fmla="*/ 3084166 w 6860482"/>
                <a:gd name="connsiteY15" fmla="*/ 3570566 h 6858000"/>
                <a:gd name="connsiteX16" fmla="*/ 3409154 w 6860482"/>
                <a:gd name="connsiteY16" fmla="*/ 3783378 h 6858000"/>
                <a:gd name="connsiteX17" fmla="*/ 3545062 w 6860482"/>
                <a:gd name="connsiteY17" fmla="*/ 3753819 h 6858000"/>
                <a:gd name="connsiteX18" fmla="*/ 3728234 w 6860482"/>
                <a:gd name="connsiteY18" fmla="*/ 3292724 h 6858000"/>
                <a:gd name="connsiteX19" fmla="*/ 3453806 w 6860482"/>
                <a:gd name="connsiteY19" fmla="*/ 3083721 h 6858000"/>
                <a:gd name="connsiteX20" fmla="*/ 3405760 w 6860482"/>
                <a:gd name="connsiteY20" fmla="*/ 3080100 h 6858000"/>
                <a:gd name="connsiteX21" fmla="*/ 3430241 w 6860482"/>
                <a:gd name="connsiteY21" fmla="*/ 0 h 6858000"/>
                <a:gd name="connsiteX22" fmla="*/ 4765452 w 6860482"/>
                <a:gd name="connsiteY22" fmla="*/ 269471 h 6858000"/>
                <a:gd name="connsiteX23" fmla="*/ 5095230 w 6860482"/>
                <a:gd name="connsiteY23" fmla="*/ 448399 h 6858000"/>
                <a:gd name="connsiteX24" fmla="*/ 4791126 w 6860482"/>
                <a:gd name="connsiteY24" fmla="*/ 830922 h 6858000"/>
                <a:gd name="connsiteX25" fmla="*/ 4577283 w 6860482"/>
                <a:gd name="connsiteY25" fmla="*/ 714900 h 6858000"/>
                <a:gd name="connsiteX26" fmla="*/ 3430241 w 6860482"/>
                <a:gd name="connsiteY26" fmla="*/ 483422 h 6858000"/>
                <a:gd name="connsiteX27" fmla="*/ 487256 w 6860482"/>
                <a:gd name="connsiteY27" fmla="*/ 3277421 h 6858000"/>
                <a:gd name="connsiteX28" fmla="*/ 486421 w 6860482"/>
                <a:gd name="connsiteY28" fmla="*/ 3310448 h 6858000"/>
                <a:gd name="connsiteX29" fmla="*/ 2830048 w 6860482"/>
                <a:gd name="connsiteY29" fmla="*/ 3310448 h 6858000"/>
                <a:gd name="connsiteX30" fmla="*/ 2859629 w 6860482"/>
                <a:gd name="connsiteY30" fmla="*/ 3209960 h 6858000"/>
                <a:gd name="connsiteX31" fmla="*/ 3172801 w 6860482"/>
                <a:gd name="connsiteY31" fmla="*/ 2890743 h 6858000"/>
                <a:gd name="connsiteX32" fmla="*/ 3403246 w 6860482"/>
                <a:gd name="connsiteY32" fmla="*/ 2843448 h 6858000"/>
                <a:gd name="connsiteX33" fmla="*/ 3490334 w 6860482"/>
                <a:gd name="connsiteY33" fmla="*/ 2849948 h 6858000"/>
                <a:gd name="connsiteX34" fmla="*/ 3541647 w 6860482"/>
                <a:gd name="connsiteY34" fmla="*/ 2861585 h 6858000"/>
                <a:gd name="connsiteX35" fmla="*/ 4780019 w 6860482"/>
                <a:gd name="connsiteY35" fmla="*/ 1306449 h 6858000"/>
                <a:gd name="connsiteX36" fmla="*/ 4975011 w 6860482"/>
                <a:gd name="connsiteY36" fmla="*/ 1460148 h 6858000"/>
                <a:gd name="connsiteX37" fmla="*/ 5164095 w 6860482"/>
                <a:gd name="connsiteY37" fmla="*/ 1613847 h 6858000"/>
                <a:gd name="connsiteX38" fmla="*/ 3929354 w 6860482"/>
                <a:gd name="connsiteY38" fmla="*/ 3170941 h 6858000"/>
                <a:gd name="connsiteX39" fmla="*/ 3940957 w 6860482"/>
                <a:gd name="connsiteY39" fmla="*/ 3192225 h 6858000"/>
                <a:gd name="connsiteX40" fmla="*/ 3977195 w 6860482"/>
                <a:gd name="connsiteY40" fmla="*/ 3306726 h 6858000"/>
                <a:gd name="connsiteX41" fmla="*/ 3977587 w 6860482"/>
                <a:gd name="connsiteY41" fmla="*/ 3310448 h 6858000"/>
                <a:gd name="connsiteX42" fmla="*/ 6372565 w 6860482"/>
                <a:gd name="connsiteY42" fmla="*/ 3310448 h 6858000"/>
                <a:gd name="connsiteX43" fmla="*/ 6368467 w 6860482"/>
                <a:gd name="connsiteY43" fmla="*/ 3202368 h 6858000"/>
                <a:gd name="connsiteX44" fmla="*/ 5873797 w 6860482"/>
                <a:gd name="connsiteY44" fmla="*/ 1782105 h 6858000"/>
                <a:gd name="connsiteX45" fmla="*/ 5643492 w 6860482"/>
                <a:gd name="connsiteY45" fmla="*/ 1503089 h 6858000"/>
                <a:gd name="connsiteX46" fmla="*/ 5949617 w 6860482"/>
                <a:gd name="connsiteY46" fmla="*/ 1118017 h 6858000"/>
                <a:gd name="connsiteX47" fmla="*/ 6274657 w 6860482"/>
                <a:gd name="connsiteY47" fmla="*/ 1511813 h 6858000"/>
                <a:gd name="connsiteX48" fmla="*/ 6860482 w 6860482"/>
                <a:gd name="connsiteY48" fmla="*/ 3429000 h 6858000"/>
                <a:gd name="connsiteX49" fmla="*/ 3430241 w 6860482"/>
                <a:gd name="connsiteY49" fmla="*/ 6858000 h 6858000"/>
                <a:gd name="connsiteX50" fmla="*/ 0 w 6860482"/>
                <a:gd name="connsiteY50" fmla="*/ 3429000 h 6858000"/>
                <a:gd name="connsiteX51" fmla="*/ 3430241 w 6860482"/>
                <a:gd name="connsiteY51"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860482" h="6858000">
                  <a:moveTo>
                    <a:pt x="486405" y="3546913"/>
                  </a:moveTo>
                  <a:lnTo>
                    <a:pt x="487256" y="3580579"/>
                  </a:lnTo>
                  <a:cubicBezTo>
                    <a:pt x="566181" y="5136936"/>
                    <a:pt x="1853616" y="6374578"/>
                    <a:pt x="3430241" y="6374578"/>
                  </a:cubicBezTo>
                  <a:cubicBezTo>
                    <a:pt x="5006866" y="6374578"/>
                    <a:pt x="6294301" y="5136936"/>
                    <a:pt x="6373226" y="3580579"/>
                  </a:cubicBezTo>
                  <a:lnTo>
                    <a:pt x="6374077" y="3546913"/>
                  </a:lnTo>
                  <a:lnTo>
                    <a:pt x="3975387" y="3546913"/>
                  </a:lnTo>
                  <a:lnTo>
                    <a:pt x="3946865" y="3643717"/>
                  </a:lnTo>
                  <a:cubicBezTo>
                    <a:pt x="3890730" y="3783377"/>
                    <a:pt x="3781414" y="3901607"/>
                    <a:pt x="3633692" y="3966632"/>
                  </a:cubicBezTo>
                  <a:cubicBezTo>
                    <a:pt x="3562789" y="3996191"/>
                    <a:pt x="3480061" y="4013926"/>
                    <a:pt x="3403246" y="4013926"/>
                  </a:cubicBezTo>
                  <a:cubicBezTo>
                    <a:pt x="3172801" y="4013926"/>
                    <a:pt x="2960083" y="3877962"/>
                    <a:pt x="2865541" y="3659235"/>
                  </a:cubicBezTo>
                  <a:cubicBezTo>
                    <a:pt x="2849291" y="3623766"/>
                    <a:pt x="2837103" y="3587189"/>
                    <a:pt x="2828886" y="3549965"/>
                  </a:cubicBezTo>
                  <a:lnTo>
                    <a:pt x="2828539" y="3546913"/>
                  </a:lnTo>
                  <a:close/>
                  <a:moveTo>
                    <a:pt x="3401270" y="3080077"/>
                  </a:moveTo>
                  <a:lnTo>
                    <a:pt x="3333080" y="3085821"/>
                  </a:lnTo>
                  <a:cubicBezTo>
                    <a:pt x="3310182" y="3090254"/>
                    <a:pt x="3288024" y="3097643"/>
                    <a:pt x="3267343" y="3109465"/>
                  </a:cubicBezTo>
                  <a:cubicBezTo>
                    <a:pt x="3090074" y="3186314"/>
                    <a:pt x="3007351" y="3393218"/>
                    <a:pt x="3084166" y="3570566"/>
                  </a:cubicBezTo>
                  <a:cubicBezTo>
                    <a:pt x="3143255" y="3700615"/>
                    <a:pt x="3273250" y="3783378"/>
                    <a:pt x="3409154" y="3783378"/>
                  </a:cubicBezTo>
                  <a:cubicBezTo>
                    <a:pt x="3450520" y="3783378"/>
                    <a:pt x="3497788" y="3771554"/>
                    <a:pt x="3545062" y="3753819"/>
                  </a:cubicBezTo>
                  <a:cubicBezTo>
                    <a:pt x="3722326" y="3676970"/>
                    <a:pt x="3805049" y="3470067"/>
                    <a:pt x="3728234" y="3292724"/>
                  </a:cubicBezTo>
                  <a:cubicBezTo>
                    <a:pt x="3676531" y="3178927"/>
                    <a:pt x="3570541" y="3101339"/>
                    <a:pt x="3453806" y="3083721"/>
                  </a:cubicBezTo>
                  <a:lnTo>
                    <a:pt x="3405760" y="3080100"/>
                  </a:lnTo>
                  <a:close/>
                  <a:moveTo>
                    <a:pt x="3430241" y="0"/>
                  </a:moveTo>
                  <a:cubicBezTo>
                    <a:pt x="3903864" y="0"/>
                    <a:pt x="4355057" y="95956"/>
                    <a:pt x="4765452" y="269471"/>
                  </a:cubicBezTo>
                  <a:lnTo>
                    <a:pt x="5095230" y="448399"/>
                  </a:lnTo>
                  <a:lnTo>
                    <a:pt x="4791126" y="830922"/>
                  </a:lnTo>
                  <a:lnTo>
                    <a:pt x="4577283" y="714900"/>
                  </a:lnTo>
                  <a:cubicBezTo>
                    <a:pt x="4224723" y="565847"/>
                    <a:pt x="3837109" y="483422"/>
                    <a:pt x="3430241" y="483422"/>
                  </a:cubicBezTo>
                  <a:cubicBezTo>
                    <a:pt x="1853616" y="483422"/>
                    <a:pt x="566181" y="1721065"/>
                    <a:pt x="487256" y="3277421"/>
                  </a:cubicBezTo>
                  <a:lnTo>
                    <a:pt x="486421" y="3310448"/>
                  </a:lnTo>
                  <a:lnTo>
                    <a:pt x="2830048" y="3310448"/>
                  </a:lnTo>
                  <a:lnTo>
                    <a:pt x="2859629" y="3209960"/>
                  </a:lnTo>
                  <a:cubicBezTo>
                    <a:pt x="2918717" y="3068086"/>
                    <a:pt x="3030986" y="2949857"/>
                    <a:pt x="3172801" y="2890743"/>
                  </a:cubicBezTo>
                  <a:cubicBezTo>
                    <a:pt x="3243709" y="2861183"/>
                    <a:pt x="3326431" y="2843448"/>
                    <a:pt x="3403246" y="2843448"/>
                  </a:cubicBezTo>
                  <a:cubicBezTo>
                    <a:pt x="3432791" y="2843448"/>
                    <a:pt x="3461874" y="2845665"/>
                    <a:pt x="3490334" y="2849948"/>
                  </a:cubicBezTo>
                  <a:lnTo>
                    <a:pt x="3541647" y="2861585"/>
                  </a:lnTo>
                  <a:lnTo>
                    <a:pt x="4780019" y="1306449"/>
                  </a:lnTo>
                  <a:lnTo>
                    <a:pt x="4975011" y="1460148"/>
                  </a:lnTo>
                  <a:lnTo>
                    <a:pt x="5164095" y="1613847"/>
                  </a:lnTo>
                  <a:lnTo>
                    <a:pt x="3929354" y="3170941"/>
                  </a:lnTo>
                  <a:lnTo>
                    <a:pt x="3940957" y="3192225"/>
                  </a:lnTo>
                  <a:cubicBezTo>
                    <a:pt x="3957207" y="3229910"/>
                    <a:pt x="3969209" y="3268243"/>
                    <a:pt x="3977195" y="3306726"/>
                  </a:cubicBezTo>
                  <a:lnTo>
                    <a:pt x="3977587" y="3310448"/>
                  </a:lnTo>
                  <a:lnTo>
                    <a:pt x="6372565" y="3310448"/>
                  </a:lnTo>
                  <a:lnTo>
                    <a:pt x="6368467" y="3202368"/>
                  </a:lnTo>
                  <a:cubicBezTo>
                    <a:pt x="6328612" y="2678782"/>
                    <a:pt x="6151812" y="2193456"/>
                    <a:pt x="5873797" y="1782105"/>
                  </a:cubicBezTo>
                  <a:lnTo>
                    <a:pt x="5643492" y="1503089"/>
                  </a:lnTo>
                  <a:lnTo>
                    <a:pt x="5949617" y="1118017"/>
                  </a:lnTo>
                  <a:lnTo>
                    <a:pt x="6274657" y="1511813"/>
                  </a:lnTo>
                  <a:cubicBezTo>
                    <a:pt x="6644519" y="2059089"/>
                    <a:pt x="6860482" y="2718830"/>
                    <a:pt x="6860482" y="3429000"/>
                  </a:cubicBezTo>
                  <a:cubicBezTo>
                    <a:pt x="6860482" y="5322789"/>
                    <a:pt x="5324714" y="6858000"/>
                    <a:pt x="3430241" y="6858000"/>
                  </a:cubicBezTo>
                  <a:cubicBezTo>
                    <a:pt x="1535768" y="6858000"/>
                    <a:pt x="0" y="5322789"/>
                    <a:pt x="0" y="3429000"/>
                  </a:cubicBezTo>
                  <a:cubicBezTo>
                    <a:pt x="0" y="1535211"/>
                    <a:pt x="1535768" y="0"/>
                    <a:pt x="3430241" y="0"/>
                  </a:cubicBezTo>
                  <a:close/>
                </a:path>
              </a:pathLst>
            </a:custGeom>
            <a:solidFill>
              <a:schemeClr val="accent2"/>
            </a:solidFill>
            <a:ln w="12650" cap="flat">
              <a:noFill/>
              <a:prstDash val="solid"/>
              <a:miter/>
            </a:ln>
          </p:spPr>
          <p:txBody>
            <a:bodyPr wrap="square" rtlCol="0" anchor="ctr">
              <a:noAutofit/>
            </a:bodyPr>
            <a:lstStyle/>
            <a:p>
              <a:endParaRPr lang="en-US" dirty="0"/>
            </a:p>
          </p:txBody>
        </p:sp>
        <p:sp>
          <p:nvSpPr>
            <p:cNvPr id="1096" name="Freeform: Shape 1095">
              <a:extLst>
                <a:ext uri="{FF2B5EF4-FFF2-40B4-BE49-F238E27FC236}">
                  <a16:creationId xmlns:a16="http://schemas.microsoft.com/office/drawing/2014/main" id="{A9879C05-8A5A-2AD0-3165-28B35177BA9B}"/>
                </a:ext>
                <a:ext uri="{C183D7F6-B498-43B3-948B-1728B52AA6E4}">
                  <adec:decorative xmlns:adec="http://schemas.microsoft.com/office/drawing/2017/decorative" val="1"/>
                </a:ext>
              </a:extLst>
            </p:cNvPr>
            <p:cNvSpPr/>
            <p:nvPr/>
          </p:nvSpPr>
          <p:spPr>
            <a:xfrm>
              <a:off x="9077272" y="1547312"/>
              <a:ext cx="330897" cy="371918"/>
            </a:xfrm>
            <a:custGeom>
              <a:avLst/>
              <a:gdLst>
                <a:gd name="connsiteX0" fmla="*/ 756332 w 4963454"/>
                <a:gd name="connsiteY0" fmla="*/ 4579723 h 5578772"/>
                <a:gd name="connsiteX1" fmla="*/ 2475814 w 4963454"/>
                <a:gd name="connsiteY1" fmla="*/ 5342309 h 5578772"/>
                <a:gd name="connsiteX2" fmla="*/ 2475814 w 4963454"/>
                <a:gd name="connsiteY2" fmla="*/ 5578772 h 5578772"/>
                <a:gd name="connsiteX3" fmla="*/ 584975 w 4963454"/>
                <a:gd name="connsiteY3" fmla="*/ 4739332 h 5578772"/>
                <a:gd name="connsiteX4" fmla="*/ 289537 w 4963454"/>
                <a:gd name="connsiteY4" fmla="*/ 3828960 h 5578772"/>
                <a:gd name="connsiteX5" fmla="*/ 626340 w 4963454"/>
                <a:gd name="connsiteY5" fmla="*/ 4420109 h 5578772"/>
                <a:gd name="connsiteX6" fmla="*/ 431348 w 4963454"/>
                <a:gd name="connsiteY6" fmla="*/ 4561987 h 5578772"/>
                <a:gd name="connsiteX7" fmla="*/ 70907 w 4963454"/>
                <a:gd name="connsiteY7" fmla="*/ 3917634 h 5578772"/>
                <a:gd name="connsiteX8" fmla="*/ 4904366 w 4963454"/>
                <a:gd name="connsiteY8" fmla="*/ 2209208 h 5578772"/>
                <a:gd name="connsiteX9" fmla="*/ 4963454 w 4963454"/>
                <a:gd name="connsiteY9" fmla="*/ 2439756 h 5578772"/>
                <a:gd name="connsiteX10" fmla="*/ 4278022 w 4963454"/>
                <a:gd name="connsiteY10" fmla="*/ 2623014 h 5578772"/>
                <a:gd name="connsiteX11" fmla="*/ 4213026 w 4963454"/>
                <a:gd name="connsiteY11" fmla="*/ 2392466 h 5578772"/>
                <a:gd name="connsiteX12" fmla="*/ 59088 w 4963454"/>
                <a:gd name="connsiteY12" fmla="*/ 2209208 h 5578772"/>
                <a:gd name="connsiteX13" fmla="*/ 744516 w 4963454"/>
                <a:gd name="connsiteY13" fmla="*/ 2386551 h 5578772"/>
                <a:gd name="connsiteX14" fmla="*/ 685428 w 4963454"/>
                <a:gd name="connsiteY14" fmla="*/ 2617104 h 5578772"/>
                <a:gd name="connsiteX15" fmla="*/ 0 w 4963454"/>
                <a:gd name="connsiteY15" fmla="*/ 2433846 h 5578772"/>
                <a:gd name="connsiteX16" fmla="*/ 59088 w 4963454"/>
                <a:gd name="connsiteY16" fmla="*/ 2209208 h 5578772"/>
                <a:gd name="connsiteX17" fmla="*/ 4620735 w 4963454"/>
                <a:gd name="connsiteY17" fmla="*/ 1606234 h 5578772"/>
                <a:gd name="connsiteX18" fmla="*/ 4738916 w 4963454"/>
                <a:gd name="connsiteY18" fmla="*/ 1813137 h 5578772"/>
                <a:gd name="connsiteX19" fmla="*/ 4124391 w 4963454"/>
                <a:gd name="connsiteY19" fmla="*/ 2167829 h 5578772"/>
                <a:gd name="connsiteX20" fmla="*/ 4006215 w 4963454"/>
                <a:gd name="connsiteY20" fmla="*/ 1960926 h 5578772"/>
                <a:gd name="connsiteX21" fmla="*/ 342709 w 4963454"/>
                <a:gd name="connsiteY21" fmla="*/ 1606234 h 5578772"/>
                <a:gd name="connsiteX22" fmla="*/ 957233 w 4963454"/>
                <a:gd name="connsiteY22" fmla="*/ 1960926 h 5578772"/>
                <a:gd name="connsiteX23" fmla="*/ 839057 w 4963454"/>
                <a:gd name="connsiteY23" fmla="*/ 2167829 h 5578772"/>
                <a:gd name="connsiteX24" fmla="*/ 224533 w 4963454"/>
                <a:gd name="connsiteY24" fmla="*/ 1813137 h 5578772"/>
                <a:gd name="connsiteX25" fmla="*/ 342709 w 4963454"/>
                <a:gd name="connsiteY25" fmla="*/ 1606234 h 5578772"/>
                <a:gd name="connsiteX26" fmla="*/ 768150 w 4963454"/>
                <a:gd name="connsiteY26" fmla="*/ 1097844 h 5578772"/>
                <a:gd name="connsiteX27" fmla="*/ 1270402 w 4963454"/>
                <a:gd name="connsiteY27" fmla="*/ 1606234 h 5578772"/>
                <a:gd name="connsiteX28" fmla="*/ 1104957 w 4963454"/>
                <a:gd name="connsiteY28" fmla="*/ 1771758 h 5578772"/>
                <a:gd name="connsiteX29" fmla="*/ 602701 w 4963454"/>
                <a:gd name="connsiteY29" fmla="*/ 1269278 h 5578772"/>
                <a:gd name="connsiteX30" fmla="*/ 768150 w 4963454"/>
                <a:gd name="connsiteY30" fmla="*/ 1097844 h 5578772"/>
                <a:gd name="connsiteX31" fmla="*/ 1317674 w 4963454"/>
                <a:gd name="connsiteY31" fmla="*/ 719507 h 5578772"/>
                <a:gd name="connsiteX32" fmla="*/ 1672207 w 4963454"/>
                <a:gd name="connsiteY32" fmla="*/ 1334306 h 5578772"/>
                <a:gd name="connsiteX33" fmla="*/ 1465397 w 4963454"/>
                <a:gd name="connsiteY33" fmla="*/ 1452535 h 5578772"/>
                <a:gd name="connsiteX34" fmla="*/ 1110864 w 4963454"/>
                <a:gd name="connsiteY34" fmla="*/ 837736 h 5578772"/>
                <a:gd name="connsiteX35" fmla="*/ 1317674 w 4963454"/>
                <a:gd name="connsiteY35" fmla="*/ 719507 h 5578772"/>
                <a:gd name="connsiteX36" fmla="*/ 1938107 w 4963454"/>
                <a:gd name="connsiteY36" fmla="*/ 500784 h 5578772"/>
                <a:gd name="connsiteX37" fmla="*/ 2121283 w 4963454"/>
                <a:gd name="connsiteY37" fmla="*/ 1186518 h 5578772"/>
                <a:gd name="connsiteX38" fmla="*/ 1890838 w 4963454"/>
                <a:gd name="connsiteY38" fmla="*/ 1245632 h 5578772"/>
                <a:gd name="connsiteX39" fmla="*/ 1707662 w 4963454"/>
                <a:gd name="connsiteY39" fmla="*/ 559899 h 5578772"/>
                <a:gd name="connsiteX40" fmla="*/ 1938107 w 4963454"/>
                <a:gd name="connsiteY40" fmla="*/ 500784 h 5578772"/>
                <a:gd name="connsiteX41" fmla="*/ 3025342 w 4963454"/>
                <a:gd name="connsiteY41" fmla="*/ 494869 h 5578772"/>
                <a:gd name="connsiteX42" fmla="*/ 3249880 w 4963454"/>
                <a:gd name="connsiteY42" fmla="*/ 559894 h 5578772"/>
                <a:gd name="connsiteX43" fmla="*/ 3066703 w 4963454"/>
                <a:gd name="connsiteY43" fmla="*/ 1239717 h 5578772"/>
                <a:gd name="connsiteX44" fmla="*/ 2836258 w 4963454"/>
                <a:gd name="connsiteY44" fmla="*/ 1180603 h 5578772"/>
                <a:gd name="connsiteX45" fmla="*/ 2481724 w 4963454"/>
                <a:gd name="connsiteY45" fmla="*/ 435755 h 5578772"/>
                <a:gd name="connsiteX46" fmla="*/ 2599905 w 4963454"/>
                <a:gd name="connsiteY46" fmla="*/ 441665 h 5578772"/>
                <a:gd name="connsiteX47" fmla="*/ 2599905 w 4963454"/>
                <a:gd name="connsiteY47" fmla="*/ 1151048 h 5578772"/>
                <a:gd name="connsiteX48" fmla="*/ 2481724 w 4963454"/>
                <a:gd name="connsiteY48" fmla="*/ 1145138 h 5578772"/>
                <a:gd name="connsiteX49" fmla="*/ 2363548 w 4963454"/>
                <a:gd name="connsiteY49" fmla="*/ 1151048 h 5578772"/>
                <a:gd name="connsiteX50" fmla="*/ 2363548 w 4963454"/>
                <a:gd name="connsiteY50" fmla="*/ 441665 h 5578772"/>
                <a:gd name="connsiteX51" fmla="*/ 2481724 w 4963454"/>
                <a:gd name="connsiteY51" fmla="*/ 435755 h 5578772"/>
                <a:gd name="connsiteX52" fmla="*/ 4378769 w 4963454"/>
                <a:gd name="connsiteY52" fmla="*/ 0 h 5578772"/>
                <a:gd name="connsiteX53" fmla="*/ 4938451 w 4963454"/>
                <a:gd name="connsiteY53" fmla="*/ 444929 h 5578772"/>
                <a:gd name="connsiteX54" fmla="*/ 4493325 w 4963454"/>
                <a:gd name="connsiteY54" fmla="*/ 1004860 h 5578772"/>
                <a:gd name="connsiteX55" fmla="*/ 3933642 w 4963454"/>
                <a:gd name="connsiteY55" fmla="*/ 559931 h 55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963454" h="5578772">
                  <a:moveTo>
                    <a:pt x="756332" y="4579723"/>
                  </a:moveTo>
                  <a:cubicBezTo>
                    <a:pt x="1187680" y="5046735"/>
                    <a:pt x="1796293" y="5336398"/>
                    <a:pt x="2475814" y="5342309"/>
                  </a:cubicBezTo>
                  <a:lnTo>
                    <a:pt x="2475814" y="5578772"/>
                  </a:lnTo>
                  <a:cubicBezTo>
                    <a:pt x="1731298" y="5572862"/>
                    <a:pt x="1057685" y="5247724"/>
                    <a:pt x="584975" y="4739332"/>
                  </a:cubicBezTo>
                  <a:close/>
                  <a:moveTo>
                    <a:pt x="289537" y="3828960"/>
                  </a:moveTo>
                  <a:cubicBezTo>
                    <a:pt x="372260" y="4041773"/>
                    <a:pt x="490436" y="4242766"/>
                    <a:pt x="626340" y="4420109"/>
                  </a:cubicBezTo>
                  <a:lnTo>
                    <a:pt x="431348" y="4561987"/>
                  </a:lnTo>
                  <a:cubicBezTo>
                    <a:pt x="283625" y="4366904"/>
                    <a:pt x="159542" y="4148182"/>
                    <a:pt x="70907" y="3917634"/>
                  </a:cubicBezTo>
                  <a:close/>
                  <a:moveTo>
                    <a:pt x="4904366" y="2209208"/>
                  </a:moveTo>
                  <a:cubicBezTo>
                    <a:pt x="4928000" y="2286057"/>
                    <a:pt x="4945727" y="2362907"/>
                    <a:pt x="4963454" y="2439756"/>
                  </a:cubicBezTo>
                  <a:lnTo>
                    <a:pt x="4278022" y="2623014"/>
                  </a:lnTo>
                  <a:cubicBezTo>
                    <a:pt x="4260295" y="2540255"/>
                    <a:pt x="4242573" y="2463401"/>
                    <a:pt x="4213026" y="2392466"/>
                  </a:cubicBezTo>
                  <a:close/>
                  <a:moveTo>
                    <a:pt x="59088" y="2209208"/>
                  </a:moveTo>
                  <a:lnTo>
                    <a:pt x="744516" y="2386551"/>
                  </a:lnTo>
                  <a:cubicBezTo>
                    <a:pt x="720881" y="2463401"/>
                    <a:pt x="703155" y="2540255"/>
                    <a:pt x="685428" y="2617104"/>
                  </a:cubicBezTo>
                  <a:lnTo>
                    <a:pt x="0" y="2433846"/>
                  </a:lnTo>
                  <a:cubicBezTo>
                    <a:pt x="17727" y="2356997"/>
                    <a:pt x="35454" y="2280147"/>
                    <a:pt x="59088" y="2209208"/>
                  </a:cubicBezTo>
                  <a:close/>
                  <a:moveTo>
                    <a:pt x="4620735" y="1606234"/>
                  </a:moveTo>
                  <a:cubicBezTo>
                    <a:pt x="4662101" y="1677173"/>
                    <a:pt x="4703462" y="1742198"/>
                    <a:pt x="4738916" y="1813137"/>
                  </a:cubicBezTo>
                  <a:lnTo>
                    <a:pt x="4124391" y="2167829"/>
                  </a:lnTo>
                  <a:cubicBezTo>
                    <a:pt x="4088938" y="2096890"/>
                    <a:pt x="4047576" y="2025950"/>
                    <a:pt x="4006215" y="1960926"/>
                  </a:cubicBezTo>
                  <a:close/>
                  <a:moveTo>
                    <a:pt x="342709" y="1606234"/>
                  </a:moveTo>
                  <a:lnTo>
                    <a:pt x="957233" y="1960926"/>
                  </a:lnTo>
                  <a:cubicBezTo>
                    <a:pt x="915872" y="2025950"/>
                    <a:pt x="874506" y="2096890"/>
                    <a:pt x="839057" y="2167829"/>
                  </a:cubicBezTo>
                  <a:lnTo>
                    <a:pt x="224533" y="1813137"/>
                  </a:lnTo>
                  <a:cubicBezTo>
                    <a:pt x="259987" y="1742198"/>
                    <a:pt x="301348" y="1671263"/>
                    <a:pt x="342709" y="1606234"/>
                  </a:cubicBezTo>
                  <a:close/>
                  <a:moveTo>
                    <a:pt x="768150" y="1097844"/>
                  </a:moveTo>
                  <a:lnTo>
                    <a:pt x="1270402" y="1606234"/>
                  </a:lnTo>
                  <a:cubicBezTo>
                    <a:pt x="1211314" y="1659439"/>
                    <a:pt x="1158133" y="1712643"/>
                    <a:pt x="1104957" y="1771758"/>
                  </a:cubicBezTo>
                  <a:lnTo>
                    <a:pt x="602701" y="1269278"/>
                  </a:lnTo>
                  <a:cubicBezTo>
                    <a:pt x="655881" y="1210163"/>
                    <a:pt x="709062" y="1151049"/>
                    <a:pt x="768150" y="1097844"/>
                  </a:cubicBezTo>
                  <a:close/>
                  <a:moveTo>
                    <a:pt x="1317674" y="719507"/>
                  </a:moveTo>
                  <a:lnTo>
                    <a:pt x="1672207" y="1334306"/>
                  </a:lnTo>
                  <a:cubicBezTo>
                    <a:pt x="1601300" y="1369771"/>
                    <a:pt x="1530392" y="1411155"/>
                    <a:pt x="1465397" y="1452535"/>
                  </a:cubicBezTo>
                  <a:lnTo>
                    <a:pt x="1110864" y="837736"/>
                  </a:lnTo>
                  <a:cubicBezTo>
                    <a:pt x="1175859" y="796356"/>
                    <a:pt x="1240859" y="760887"/>
                    <a:pt x="1317674" y="719507"/>
                  </a:cubicBezTo>
                  <a:close/>
                  <a:moveTo>
                    <a:pt x="1938107" y="500784"/>
                  </a:moveTo>
                  <a:lnTo>
                    <a:pt x="2121283" y="1186518"/>
                  </a:lnTo>
                  <a:cubicBezTo>
                    <a:pt x="2038561" y="1198343"/>
                    <a:pt x="1967653" y="1221987"/>
                    <a:pt x="1890838" y="1245632"/>
                  </a:cubicBezTo>
                  <a:lnTo>
                    <a:pt x="1707662" y="559899"/>
                  </a:lnTo>
                  <a:cubicBezTo>
                    <a:pt x="1784477" y="536254"/>
                    <a:pt x="1861292" y="512609"/>
                    <a:pt x="1938107" y="500784"/>
                  </a:cubicBezTo>
                  <a:close/>
                  <a:moveTo>
                    <a:pt x="3025342" y="494869"/>
                  </a:moveTo>
                  <a:cubicBezTo>
                    <a:pt x="3102157" y="512604"/>
                    <a:pt x="3178972" y="536249"/>
                    <a:pt x="3249880" y="559894"/>
                  </a:cubicBezTo>
                  <a:lnTo>
                    <a:pt x="3066703" y="1239717"/>
                  </a:lnTo>
                  <a:cubicBezTo>
                    <a:pt x="2989888" y="1216072"/>
                    <a:pt x="2913073" y="1198337"/>
                    <a:pt x="2836258" y="1180603"/>
                  </a:cubicBezTo>
                  <a:close/>
                  <a:moveTo>
                    <a:pt x="2481724" y="435755"/>
                  </a:moveTo>
                  <a:cubicBezTo>
                    <a:pt x="2517178" y="435755"/>
                    <a:pt x="2558539" y="441665"/>
                    <a:pt x="2599905" y="441665"/>
                  </a:cubicBezTo>
                  <a:lnTo>
                    <a:pt x="2599905" y="1151048"/>
                  </a:lnTo>
                  <a:cubicBezTo>
                    <a:pt x="2558539" y="1145138"/>
                    <a:pt x="2523085" y="1145138"/>
                    <a:pt x="2481724" y="1145138"/>
                  </a:cubicBezTo>
                  <a:cubicBezTo>
                    <a:pt x="2440363" y="1145138"/>
                    <a:pt x="2404909" y="1151048"/>
                    <a:pt x="2363548" y="1151048"/>
                  </a:cubicBezTo>
                  <a:lnTo>
                    <a:pt x="2363548" y="441665"/>
                  </a:lnTo>
                  <a:cubicBezTo>
                    <a:pt x="2404909" y="435755"/>
                    <a:pt x="2440363" y="435755"/>
                    <a:pt x="2481724" y="435755"/>
                  </a:cubicBezTo>
                  <a:close/>
                  <a:moveTo>
                    <a:pt x="4378769" y="0"/>
                  </a:moveTo>
                  <a:lnTo>
                    <a:pt x="4938451" y="444929"/>
                  </a:lnTo>
                  <a:lnTo>
                    <a:pt x="4493325" y="1004860"/>
                  </a:lnTo>
                  <a:lnTo>
                    <a:pt x="3933642" y="559931"/>
                  </a:lnTo>
                  <a:close/>
                </a:path>
              </a:pathLst>
            </a:custGeom>
            <a:solidFill>
              <a:schemeClr val="accent1"/>
            </a:solidFill>
            <a:ln w="12650" cap="flat">
              <a:noFill/>
              <a:prstDash val="solid"/>
              <a:miter/>
            </a:ln>
          </p:spPr>
          <p:txBody>
            <a:bodyPr wrap="square" rtlCol="0" anchor="ctr">
              <a:noAutofit/>
            </a:bodyPr>
            <a:lstStyle/>
            <a:p>
              <a:endParaRPr lang="en-US"/>
            </a:p>
          </p:txBody>
        </p:sp>
      </p:grpSp>
      <p:grpSp>
        <p:nvGrpSpPr>
          <p:cNvPr id="919" name="Group 918">
            <a:extLst>
              <a:ext uri="{FF2B5EF4-FFF2-40B4-BE49-F238E27FC236}">
                <a16:creationId xmlns:a16="http://schemas.microsoft.com/office/drawing/2014/main" id="{D2F9CC27-FB40-3E56-2F85-172B3CC97107}"/>
              </a:ext>
              <a:ext uri="{C183D7F6-B498-43B3-948B-1728B52AA6E4}">
                <adec:decorative xmlns:adec="http://schemas.microsoft.com/office/drawing/2017/decorative" val="1"/>
              </a:ext>
            </a:extLst>
          </p:cNvPr>
          <p:cNvGrpSpPr>
            <a:grpSpLocks noChangeAspect="1"/>
          </p:cNvGrpSpPr>
          <p:nvPr/>
        </p:nvGrpSpPr>
        <p:grpSpPr>
          <a:xfrm>
            <a:off x="9656876" y="1517247"/>
            <a:ext cx="490781" cy="457200"/>
            <a:chOff x="9656876" y="1517247"/>
            <a:chExt cx="490781" cy="457200"/>
          </a:xfrm>
          <a:solidFill>
            <a:srgbClr val="FF0000"/>
          </a:solidFill>
        </p:grpSpPr>
        <p:sp>
          <p:nvSpPr>
            <p:cNvPr id="1110" name="Freeform: Shape 1109">
              <a:extLst>
                <a:ext uri="{FF2B5EF4-FFF2-40B4-BE49-F238E27FC236}">
                  <a16:creationId xmlns:a16="http://schemas.microsoft.com/office/drawing/2014/main" id="{A547DF7F-A23B-22A0-832F-69785E16B7C3}"/>
                </a:ext>
                <a:ext uri="{C183D7F6-B498-43B3-948B-1728B52AA6E4}">
                  <adec:decorative xmlns:adec="http://schemas.microsoft.com/office/drawing/2017/decorative" val="1"/>
                </a:ext>
              </a:extLst>
            </p:cNvPr>
            <p:cNvSpPr/>
            <p:nvPr/>
          </p:nvSpPr>
          <p:spPr>
            <a:xfrm>
              <a:off x="9656876" y="1517247"/>
              <a:ext cx="427121" cy="439797"/>
            </a:xfrm>
            <a:custGeom>
              <a:avLst/>
              <a:gdLst>
                <a:gd name="connsiteX0" fmla="*/ 1848123 w 6406814"/>
                <a:gd name="connsiteY0" fmla="*/ 6218698 h 6596952"/>
                <a:gd name="connsiteX1" fmla="*/ 4357564 w 6406814"/>
                <a:gd name="connsiteY1" fmla="*/ 6218698 h 6596952"/>
                <a:gd name="connsiteX2" fmla="*/ 4436574 w 6406814"/>
                <a:gd name="connsiteY2" fmla="*/ 6364261 h 6596952"/>
                <a:gd name="connsiteX3" fmla="*/ 4537376 w 6406814"/>
                <a:gd name="connsiteY3" fmla="*/ 6499066 h 6596952"/>
                <a:gd name="connsiteX4" fmla="*/ 4626336 w 6406814"/>
                <a:gd name="connsiteY4" fmla="*/ 6596952 h 6596952"/>
                <a:gd name="connsiteX5" fmla="*/ 1848123 w 6406814"/>
                <a:gd name="connsiteY5" fmla="*/ 6596952 h 6596952"/>
                <a:gd name="connsiteX6" fmla="*/ 3456999 w 6406814"/>
                <a:gd name="connsiteY6" fmla="*/ 3945503 h 6596952"/>
                <a:gd name="connsiteX7" fmla="*/ 4558597 w 6406814"/>
                <a:gd name="connsiteY7" fmla="*/ 4210644 h 6596952"/>
                <a:gd name="connsiteX8" fmla="*/ 4580892 w 6406814"/>
                <a:gd name="connsiteY8" fmla="*/ 4223501 h 6596952"/>
                <a:gd name="connsiteX9" fmla="*/ 4537384 w 6406814"/>
                <a:gd name="connsiteY9" fmla="*/ 4271374 h 6596952"/>
                <a:gd name="connsiteX10" fmla="*/ 4436582 w 6406814"/>
                <a:gd name="connsiteY10" fmla="*/ 4406178 h 6596952"/>
                <a:gd name="connsiteX11" fmla="*/ 4364196 w 6406814"/>
                <a:gd name="connsiteY11" fmla="*/ 4539533 h 6596952"/>
                <a:gd name="connsiteX12" fmla="*/ 4201972 w 6406814"/>
                <a:gd name="connsiteY12" fmla="*/ 4465315 h 6596952"/>
                <a:gd name="connsiteX13" fmla="*/ 3456999 w 6406814"/>
                <a:gd name="connsiteY13" fmla="*/ 4322334 h 6596952"/>
                <a:gd name="connsiteX14" fmla="*/ 2103041 w 6406814"/>
                <a:gd name="connsiteY14" fmla="*/ 4855028 h 6596952"/>
                <a:gd name="connsiteX15" fmla="*/ 1692140 w 6406814"/>
                <a:gd name="connsiteY15" fmla="*/ 5432594 h 6596952"/>
                <a:gd name="connsiteX16" fmla="*/ 1595106 w 6406814"/>
                <a:gd name="connsiteY16" fmla="*/ 5887361 h 6596952"/>
                <a:gd name="connsiteX17" fmla="*/ 1184308 w 6406814"/>
                <a:gd name="connsiteY17" fmla="*/ 5887361 h 6596952"/>
                <a:gd name="connsiteX18" fmla="*/ 1248219 w 6406814"/>
                <a:gd name="connsiteY18" fmla="*/ 5487519 h 6596952"/>
                <a:gd name="connsiteX19" fmla="*/ 1539594 w 6406814"/>
                <a:gd name="connsiteY19" fmla="*/ 4913491 h 6596952"/>
                <a:gd name="connsiteX20" fmla="*/ 1744328 w 6406814"/>
                <a:gd name="connsiteY20" fmla="*/ 4678234 h 6596952"/>
                <a:gd name="connsiteX21" fmla="*/ 1754857 w 6406814"/>
                <a:gd name="connsiteY21" fmla="*/ 4683426 h 6596952"/>
                <a:gd name="connsiteX22" fmla="*/ 1822246 w 6406814"/>
                <a:gd name="connsiteY22" fmla="*/ 4588711 h 6596952"/>
                <a:gd name="connsiteX23" fmla="*/ 3456999 w 6406814"/>
                <a:gd name="connsiteY23" fmla="*/ 3945503 h 6596952"/>
                <a:gd name="connsiteX24" fmla="*/ 3469652 w 6406814"/>
                <a:gd name="connsiteY24" fmla="*/ 1590441 h 6596952"/>
                <a:gd name="connsiteX25" fmla="*/ 2608161 w 6406814"/>
                <a:gd name="connsiteY25" fmla="*/ 3109829 h 6596952"/>
                <a:gd name="connsiteX26" fmla="*/ 2926585 w 6406814"/>
                <a:gd name="connsiteY26" fmla="*/ 3428253 h 6596952"/>
                <a:gd name="connsiteX27" fmla="*/ 4305794 w 6406814"/>
                <a:gd name="connsiteY27" fmla="*/ 2049044 h 6596952"/>
                <a:gd name="connsiteX28" fmla="*/ 3987370 w 6406814"/>
                <a:gd name="connsiteY28" fmla="*/ 1730621 h 6596952"/>
                <a:gd name="connsiteX29" fmla="*/ 3469652 w 6406814"/>
                <a:gd name="connsiteY29" fmla="*/ 1590441 h 6596952"/>
                <a:gd name="connsiteX30" fmla="*/ 3487932 w 6406814"/>
                <a:gd name="connsiteY30" fmla="*/ 1213713 h 6596952"/>
                <a:gd name="connsiteX31" fmla="*/ 4670852 w 6406814"/>
                <a:gd name="connsiteY31" fmla="*/ 3229941 h 6596952"/>
                <a:gd name="connsiteX32" fmla="*/ 4107487 w 6406814"/>
                <a:gd name="connsiteY32" fmla="*/ 3793306 h 6596952"/>
                <a:gd name="connsiteX33" fmla="*/ 2243103 w 6406814"/>
                <a:gd name="connsiteY33" fmla="*/ 1928928 h 6596952"/>
                <a:gd name="connsiteX34" fmla="*/ 2806468 w 6406814"/>
                <a:gd name="connsiteY34" fmla="*/ 1365562 h 6596952"/>
                <a:gd name="connsiteX35" fmla="*/ 3487932 w 6406814"/>
                <a:gd name="connsiteY35" fmla="*/ 1213713 h 6596952"/>
                <a:gd name="connsiteX36" fmla="*/ 5956472 w 6406814"/>
                <a:gd name="connsiteY36" fmla="*/ 98 h 6596952"/>
                <a:gd name="connsiteX37" fmla="*/ 6301117 w 6406814"/>
                <a:gd name="connsiteY37" fmla="*/ 119664 h 6596952"/>
                <a:gd name="connsiteX38" fmla="*/ 6406161 w 6406814"/>
                <a:gd name="connsiteY38" fmla="*/ 569508 h 6596952"/>
                <a:gd name="connsiteX39" fmla="*/ 6406161 w 6406814"/>
                <a:gd name="connsiteY39" fmla="*/ 3712065 h 6596952"/>
                <a:gd name="connsiteX40" fmla="*/ 6241489 w 6406814"/>
                <a:gd name="connsiteY40" fmla="*/ 3669724 h 6596952"/>
                <a:gd name="connsiteX41" fmla="*/ 6067624 w 6406814"/>
                <a:gd name="connsiteY41" fmla="*/ 3643189 h 6596952"/>
                <a:gd name="connsiteX42" fmla="*/ 6028183 w 6406814"/>
                <a:gd name="connsiteY42" fmla="*/ 3641198 h 6596952"/>
                <a:gd name="connsiteX43" fmla="*/ 6027917 w 6406814"/>
                <a:gd name="connsiteY43" fmla="*/ 380626 h 6596952"/>
                <a:gd name="connsiteX44" fmla="*/ 378715 w 6406814"/>
                <a:gd name="connsiteY44" fmla="*/ 380626 h 6596952"/>
                <a:gd name="connsiteX45" fmla="*/ 378244 w 6406814"/>
                <a:gd name="connsiteY45" fmla="*/ 381088 h 6596952"/>
                <a:gd name="connsiteX46" fmla="*/ 378244 w 6406814"/>
                <a:gd name="connsiteY46" fmla="*/ 5216171 h 6596952"/>
                <a:gd name="connsiteX47" fmla="*/ 378246 w 6406814"/>
                <a:gd name="connsiteY47" fmla="*/ 5216171 h 6596952"/>
                <a:gd name="connsiteX48" fmla="*/ 378246 w 6406814"/>
                <a:gd name="connsiteY48" fmla="*/ 6218237 h 6596952"/>
                <a:gd name="connsiteX49" fmla="*/ 378715 w 6406814"/>
                <a:gd name="connsiteY49" fmla="*/ 6218698 h 6596952"/>
                <a:gd name="connsiteX50" fmla="*/ 794467 w 6406814"/>
                <a:gd name="connsiteY50" fmla="*/ 6218698 h 6596952"/>
                <a:gd name="connsiteX51" fmla="*/ 794467 w 6406814"/>
                <a:gd name="connsiteY51" fmla="*/ 6596952 h 6596952"/>
                <a:gd name="connsiteX52" fmla="*/ 378715 w 6406814"/>
                <a:gd name="connsiteY52" fmla="*/ 6596952 h 6596952"/>
                <a:gd name="connsiteX53" fmla="*/ 0 w 6406814"/>
                <a:gd name="connsiteY53" fmla="*/ 6218237 h 6596952"/>
                <a:gd name="connsiteX54" fmla="*/ 0 w 6406814"/>
                <a:gd name="connsiteY54" fmla="*/ 5735607 h 6596952"/>
                <a:gd name="connsiteX55" fmla="*/ 0 w 6406814"/>
                <a:gd name="connsiteY55" fmla="*/ 5216171 h 6596952"/>
                <a:gd name="connsiteX56" fmla="*/ 0 w 6406814"/>
                <a:gd name="connsiteY56" fmla="*/ 381088 h 6596952"/>
                <a:gd name="connsiteX57" fmla="*/ 378715 w 6406814"/>
                <a:gd name="connsiteY57" fmla="*/ 2373 h 6596952"/>
                <a:gd name="connsiteX58" fmla="*/ 5839026 w 6406814"/>
                <a:gd name="connsiteY58" fmla="*/ 2373 h 6596952"/>
                <a:gd name="connsiteX59" fmla="*/ 5956472 w 6406814"/>
                <a:gd name="connsiteY59" fmla="*/ 98 h 659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406814" h="6596952">
                  <a:moveTo>
                    <a:pt x="1848123" y="6218698"/>
                  </a:moveTo>
                  <a:lnTo>
                    <a:pt x="4357564" y="6218698"/>
                  </a:lnTo>
                  <a:lnTo>
                    <a:pt x="4436574" y="6364261"/>
                  </a:lnTo>
                  <a:cubicBezTo>
                    <a:pt x="4468035" y="6410847"/>
                    <a:pt x="4501687" y="6455830"/>
                    <a:pt x="4537376" y="6499066"/>
                  </a:cubicBezTo>
                  <a:lnTo>
                    <a:pt x="4626336" y="6596952"/>
                  </a:lnTo>
                  <a:lnTo>
                    <a:pt x="1848123" y="6596952"/>
                  </a:lnTo>
                  <a:close/>
                  <a:moveTo>
                    <a:pt x="3456999" y="3945503"/>
                  </a:moveTo>
                  <a:cubicBezTo>
                    <a:pt x="3855562" y="3945503"/>
                    <a:pt x="4230901" y="4041599"/>
                    <a:pt x="4558597" y="4210644"/>
                  </a:cubicBezTo>
                  <a:lnTo>
                    <a:pt x="4580892" y="4223501"/>
                  </a:lnTo>
                  <a:lnTo>
                    <a:pt x="4537384" y="4271374"/>
                  </a:lnTo>
                  <a:cubicBezTo>
                    <a:pt x="4501694" y="4314618"/>
                    <a:pt x="4468051" y="4359601"/>
                    <a:pt x="4436582" y="4406178"/>
                  </a:cubicBezTo>
                  <a:lnTo>
                    <a:pt x="4364196" y="4539533"/>
                  </a:lnTo>
                  <a:lnTo>
                    <a:pt x="4201972" y="4465315"/>
                  </a:lnTo>
                  <a:cubicBezTo>
                    <a:pt x="3972871" y="4373268"/>
                    <a:pt x="3721091" y="4322334"/>
                    <a:pt x="3456999" y="4322334"/>
                  </a:cubicBezTo>
                  <a:cubicBezTo>
                    <a:pt x="2928798" y="4322334"/>
                    <a:pt x="2449894" y="4526062"/>
                    <a:pt x="2103041" y="4855028"/>
                  </a:cubicBezTo>
                  <a:cubicBezTo>
                    <a:pt x="1929614" y="5019511"/>
                    <a:pt x="1789200" y="5215302"/>
                    <a:pt x="1692140" y="5432594"/>
                  </a:cubicBezTo>
                  <a:lnTo>
                    <a:pt x="1595106" y="5887361"/>
                  </a:lnTo>
                  <a:lnTo>
                    <a:pt x="1184308" y="5887361"/>
                  </a:lnTo>
                  <a:lnTo>
                    <a:pt x="1248219" y="5487519"/>
                  </a:lnTo>
                  <a:cubicBezTo>
                    <a:pt x="1315898" y="5281582"/>
                    <a:pt x="1414782" y="5088572"/>
                    <a:pt x="1539594" y="4913491"/>
                  </a:cubicBezTo>
                  <a:lnTo>
                    <a:pt x="1744328" y="4678234"/>
                  </a:lnTo>
                  <a:lnTo>
                    <a:pt x="1754857" y="4683426"/>
                  </a:lnTo>
                  <a:lnTo>
                    <a:pt x="1822246" y="4588711"/>
                  </a:lnTo>
                  <a:cubicBezTo>
                    <a:pt x="2241051" y="4191503"/>
                    <a:pt x="2819282" y="3945503"/>
                    <a:pt x="3456999" y="3945503"/>
                  </a:cubicBezTo>
                  <a:close/>
                  <a:moveTo>
                    <a:pt x="3469652" y="1590441"/>
                  </a:moveTo>
                  <a:cubicBezTo>
                    <a:pt x="2747688" y="1581407"/>
                    <a:pt x="2198266" y="2350125"/>
                    <a:pt x="2608161" y="3109829"/>
                  </a:cubicBezTo>
                  <a:cubicBezTo>
                    <a:pt x="2680704" y="3244544"/>
                    <a:pt x="2791870" y="3355710"/>
                    <a:pt x="2926585" y="3428253"/>
                  </a:cubicBezTo>
                  <a:cubicBezTo>
                    <a:pt x="3861601" y="3932734"/>
                    <a:pt x="4810280" y="2984060"/>
                    <a:pt x="4305794" y="2049044"/>
                  </a:cubicBezTo>
                  <a:cubicBezTo>
                    <a:pt x="4233256" y="1914794"/>
                    <a:pt x="4122090" y="1803158"/>
                    <a:pt x="3987370" y="1730621"/>
                  </a:cubicBezTo>
                  <a:cubicBezTo>
                    <a:pt x="3812055" y="1636029"/>
                    <a:pt x="3636259" y="1592526"/>
                    <a:pt x="3469652" y="1590441"/>
                  </a:cubicBezTo>
                  <a:close/>
                  <a:moveTo>
                    <a:pt x="3487932" y="1213713"/>
                  </a:moveTo>
                  <a:cubicBezTo>
                    <a:pt x="4435025" y="1234960"/>
                    <a:pt x="5147339" y="2225299"/>
                    <a:pt x="4670852" y="3229941"/>
                  </a:cubicBezTo>
                  <a:cubicBezTo>
                    <a:pt x="4554034" y="3476766"/>
                    <a:pt x="4354312" y="3676488"/>
                    <a:pt x="4107487" y="3793306"/>
                  </a:cubicBezTo>
                  <a:cubicBezTo>
                    <a:pt x="2871005" y="4380226"/>
                    <a:pt x="1656658" y="3165409"/>
                    <a:pt x="2243103" y="1928928"/>
                  </a:cubicBezTo>
                  <a:cubicBezTo>
                    <a:pt x="2359921" y="1682102"/>
                    <a:pt x="2559643" y="1482381"/>
                    <a:pt x="2806468" y="1365562"/>
                  </a:cubicBezTo>
                  <a:cubicBezTo>
                    <a:pt x="3038310" y="1255515"/>
                    <a:pt x="3269372" y="1208810"/>
                    <a:pt x="3487932" y="1213713"/>
                  </a:cubicBezTo>
                  <a:close/>
                  <a:moveTo>
                    <a:pt x="5956472" y="98"/>
                  </a:moveTo>
                  <a:cubicBezTo>
                    <a:pt x="6074403" y="-1249"/>
                    <a:pt x="6192664" y="9791"/>
                    <a:pt x="6301117" y="119664"/>
                  </a:cubicBezTo>
                  <a:cubicBezTo>
                    <a:pt x="6421706" y="242137"/>
                    <a:pt x="6406161" y="411706"/>
                    <a:pt x="6406161" y="569508"/>
                  </a:cubicBezTo>
                  <a:lnTo>
                    <a:pt x="6406161" y="3712065"/>
                  </a:lnTo>
                  <a:lnTo>
                    <a:pt x="6241489" y="3669724"/>
                  </a:lnTo>
                  <a:cubicBezTo>
                    <a:pt x="6184495" y="3658061"/>
                    <a:pt x="6126490" y="3649167"/>
                    <a:pt x="6067624" y="3643189"/>
                  </a:cubicBezTo>
                  <a:lnTo>
                    <a:pt x="6028183" y="3641198"/>
                  </a:lnTo>
                  <a:lnTo>
                    <a:pt x="6027917" y="380626"/>
                  </a:lnTo>
                  <a:lnTo>
                    <a:pt x="378715" y="380626"/>
                  </a:lnTo>
                  <a:cubicBezTo>
                    <a:pt x="378715" y="380626"/>
                    <a:pt x="378244" y="380626"/>
                    <a:pt x="378244" y="381088"/>
                  </a:cubicBezTo>
                  <a:lnTo>
                    <a:pt x="378244" y="5216171"/>
                  </a:lnTo>
                  <a:lnTo>
                    <a:pt x="378246" y="5216171"/>
                  </a:lnTo>
                  <a:lnTo>
                    <a:pt x="378246" y="6218237"/>
                  </a:lnTo>
                  <a:cubicBezTo>
                    <a:pt x="378246" y="6218237"/>
                    <a:pt x="378246" y="6218698"/>
                    <a:pt x="378715" y="6218698"/>
                  </a:cubicBezTo>
                  <a:lnTo>
                    <a:pt x="794467" y="6218698"/>
                  </a:lnTo>
                  <a:lnTo>
                    <a:pt x="794467" y="6596952"/>
                  </a:lnTo>
                  <a:lnTo>
                    <a:pt x="378715" y="6596952"/>
                  </a:lnTo>
                  <a:cubicBezTo>
                    <a:pt x="169581" y="6596952"/>
                    <a:pt x="0" y="6427379"/>
                    <a:pt x="0" y="6218237"/>
                  </a:cubicBezTo>
                  <a:lnTo>
                    <a:pt x="0" y="5735607"/>
                  </a:lnTo>
                  <a:lnTo>
                    <a:pt x="0" y="5216171"/>
                  </a:lnTo>
                  <a:lnTo>
                    <a:pt x="0" y="381088"/>
                  </a:lnTo>
                  <a:cubicBezTo>
                    <a:pt x="0" y="171951"/>
                    <a:pt x="169577" y="2373"/>
                    <a:pt x="378715" y="2373"/>
                  </a:cubicBezTo>
                  <a:lnTo>
                    <a:pt x="5839026" y="2373"/>
                  </a:lnTo>
                  <a:cubicBezTo>
                    <a:pt x="5877888" y="2373"/>
                    <a:pt x="5917161" y="547"/>
                    <a:pt x="5956472" y="98"/>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111" name="Freeform: Shape 1110">
              <a:extLst>
                <a:ext uri="{FF2B5EF4-FFF2-40B4-BE49-F238E27FC236}">
                  <a16:creationId xmlns:a16="http://schemas.microsoft.com/office/drawing/2014/main" id="{2B767692-304D-17C3-741C-5D10DE253669}"/>
                </a:ext>
                <a:ext uri="{C183D7F6-B498-43B3-948B-1728B52AA6E4}">
                  <adec:decorative xmlns:adec="http://schemas.microsoft.com/office/drawing/2017/decorative" val="1"/>
                </a:ext>
              </a:extLst>
            </p:cNvPr>
            <p:cNvSpPr/>
            <p:nvPr/>
          </p:nvSpPr>
          <p:spPr>
            <a:xfrm>
              <a:off x="9726121" y="1778077"/>
              <a:ext cx="421536" cy="196370"/>
            </a:xfrm>
            <a:custGeom>
              <a:avLst/>
              <a:gdLst>
                <a:gd name="connsiteX0" fmla="*/ 0 w 6323049"/>
                <a:gd name="connsiteY0" fmla="*/ 2219104 h 2945546"/>
                <a:gd name="connsiteX1" fmla="*/ 565255 w 6323049"/>
                <a:gd name="connsiteY1" fmla="*/ 2219104 h 2945546"/>
                <a:gd name="connsiteX2" fmla="*/ 565255 w 6323049"/>
                <a:gd name="connsiteY2" fmla="*/ 2784359 h 2945546"/>
                <a:gd name="connsiteX3" fmla="*/ 0 w 6323049"/>
                <a:gd name="connsiteY3" fmla="*/ 2784359 h 2945546"/>
                <a:gd name="connsiteX4" fmla="*/ 4849916 w 6323049"/>
                <a:gd name="connsiteY4" fmla="*/ 1240203 h 2945546"/>
                <a:gd name="connsiteX5" fmla="*/ 5081946 w 6323049"/>
                <a:gd name="connsiteY5" fmla="*/ 1472766 h 2945546"/>
                <a:gd name="connsiteX6" fmla="*/ 4849916 w 6323049"/>
                <a:gd name="connsiteY6" fmla="*/ 1705329 h 2945546"/>
                <a:gd name="connsiteX7" fmla="*/ 4617886 w 6323049"/>
                <a:gd name="connsiteY7" fmla="*/ 1472766 h 2945546"/>
                <a:gd name="connsiteX8" fmla="*/ 4849916 w 6323049"/>
                <a:gd name="connsiteY8" fmla="*/ 1240203 h 2945546"/>
                <a:gd name="connsiteX9" fmla="*/ 4863526 w 6323049"/>
                <a:gd name="connsiteY9" fmla="*/ 935844 h 2945546"/>
                <a:gd name="connsiteX10" fmla="*/ 4406838 w 6323049"/>
                <a:gd name="connsiteY10" fmla="*/ 1163894 h 2945546"/>
                <a:gd name="connsiteX11" fmla="*/ 4363456 w 6323049"/>
                <a:gd name="connsiteY11" fmla="*/ 1239668 h 2945546"/>
                <a:gd name="connsiteX12" fmla="*/ 4433254 w 6323049"/>
                <a:gd name="connsiteY12" fmla="*/ 1813274 h 2945546"/>
                <a:gd name="connsiteX13" fmla="*/ 4996779 w 6323049"/>
                <a:gd name="connsiteY13" fmla="*/ 1989833 h 2945546"/>
                <a:gd name="connsiteX14" fmla="*/ 5386792 w 6323049"/>
                <a:gd name="connsiteY14" fmla="*/ 1413009 h 2945546"/>
                <a:gd name="connsiteX15" fmla="*/ 4863526 w 6323049"/>
                <a:gd name="connsiteY15" fmla="*/ 935844 h 2945546"/>
                <a:gd name="connsiteX16" fmla="*/ 4828162 w 6323049"/>
                <a:gd name="connsiteY16" fmla="*/ 646544 h 2945546"/>
                <a:gd name="connsiteX17" fmla="*/ 5344864 w 6323049"/>
                <a:gd name="connsiteY17" fmla="*/ 811527 h 2945546"/>
                <a:gd name="connsiteX18" fmla="*/ 5669760 w 6323049"/>
                <a:gd name="connsiteY18" fmla="*/ 1357440 h 2945546"/>
                <a:gd name="connsiteX19" fmla="*/ 5051854 w 6323049"/>
                <a:gd name="connsiteY19" fmla="*/ 2273212 h 2945546"/>
                <a:gd name="connsiteX20" fmla="*/ 4050323 w 6323049"/>
                <a:gd name="connsiteY20" fmla="*/ 1690772 h 2945546"/>
                <a:gd name="connsiteX21" fmla="*/ 4643400 w 6323049"/>
                <a:gd name="connsiteY21" fmla="*/ 672981 h 2945546"/>
                <a:gd name="connsiteX22" fmla="*/ 4828162 w 6323049"/>
                <a:gd name="connsiteY22" fmla="*/ 646544 h 2945546"/>
                <a:gd name="connsiteX23" fmla="*/ 4818882 w 6323049"/>
                <a:gd name="connsiteY23" fmla="*/ 387350 h 2945546"/>
                <a:gd name="connsiteX24" fmla="*/ 3791707 w 6323049"/>
                <a:gd name="connsiteY24" fmla="*/ 1733803 h 2945546"/>
                <a:gd name="connsiteX25" fmla="*/ 5006016 w 6323049"/>
                <a:gd name="connsiteY25" fmla="*/ 2549667 h 2945546"/>
                <a:gd name="connsiteX26" fmla="*/ 5711300 w 6323049"/>
                <a:gd name="connsiteY26" fmla="*/ 2137033 h 2945546"/>
                <a:gd name="connsiteX27" fmla="*/ 5934411 w 6323049"/>
                <a:gd name="connsiteY27" fmla="*/ 1530404 h 2945546"/>
                <a:gd name="connsiteX28" fmla="*/ 4818882 w 6323049"/>
                <a:gd name="connsiteY28" fmla="*/ 387350 h 2945546"/>
                <a:gd name="connsiteX29" fmla="*/ 4863255 w 6323049"/>
                <a:gd name="connsiteY29" fmla="*/ 10 h 2945546"/>
                <a:gd name="connsiteX30" fmla="*/ 5775046 w 6323049"/>
                <a:gd name="connsiteY30" fmla="*/ 338149 h 2945546"/>
                <a:gd name="connsiteX31" fmla="*/ 6046289 w 6323049"/>
                <a:gd name="connsiteY31" fmla="*/ 2324779 h 2945546"/>
                <a:gd name="connsiteX32" fmla="*/ 4766298 w 6323049"/>
                <a:gd name="connsiteY32" fmla="*/ 2944347 h 2945546"/>
                <a:gd name="connsiteX33" fmla="*/ 4313114 w 6323049"/>
                <a:gd name="connsiteY33" fmla="*/ 2844023 h 2945546"/>
                <a:gd name="connsiteX34" fmla="*/ 4052331 w 6323049"/>
                <a:gd name="connsiteY34" fmla="*/ 2721180 h 2945546"/>
                <a:gd name="connsiteX35" fmla="*/ 3703873 w 6323049"/>
                <a:gd name="connsiteY35" fmla="*/ 2411380 h 2945546"/>
                <a:gd name="connsiteX36" fmla="*/ 3502333 w 6323049"/>
                <a:gd name="connsiteY36" fmla="*/ 2071131 h 2945546"/>
                <a:gd name="connsiteX37" fmla="*/ 3515550 w 6323049"/>
                <a:gd name="connsiteY37" fmla="*/ 843607 h 2945546"/>
                <a:gd name="connsiteX38" fmla="*/ 3688467 w 6323049"/>
                <a:gd name="connsiteY38" fmla="*/ 564700 h 2945546"/>
                <a:gd name="connsiteX39" fmla="*/ 3792725 w 6323049"/>
                <a:gd name="connsiteY39" fmla="*/ 427627 h 2945546"/>
                <a:gd name="connsiteX40" fmla="*/ 4269700 w 6323049"/>
                <a:gd name="connsiteY40" fmla="*/ 122343 h 2945546"/>
                <a:gd name="connsiteX41" fmla="*/ 4863255 w 6323049"/>
                <a:gd name="connsiteY41" fmla="*/ 10 h 294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323049" h="2945546">
                  <a:moveTo>
                    <a:pt x="0" y="2219104"/>
                  </a:moveTo>
                  <a:lnTo>
                    <a:pt x="565255" y="2219104"/>
                  </a:lnTo>
                  <a:lnTo>
                    <a:pt x="565255" y="2784359"/>
                  </a:lnTo>
                  <a:lnTo>
                    <a:pt x="0" y="2784359"/>
                  </a:lnTo>
                  <a:close/>
                  <a:moveTo>
                    <a:pt x="4849916" y="1240203"/>
                  </a:moveTo>
                  <a:cubicBezTo>
                    <a:pt x="4978063" y="1240203"/>
                    <a:pt x="5081946" y="1344325"/>
                    <a:pt x="5081946" y="1472766"/>
                  </a:cubicBezTo>
                  <a:cubicBezTo>
                    <a:pt x="5081946" y="1601207"/>
                    <a:pt x="4978063" y="1705329"/>
                    <a:pt x="4849916" y="1705329"/>
                  </a:cubicBezTo>
                  <a:cubicBezTo>
                    <a:pt x="4721769" y="1705329"/>
                    <a:pt x="4617886" y="1601207"/>
                    <a:pt x="4617886" y="1472766"/>
                  </a:cubicBezTo>
                  <a:cubicBezTo>
                    <a:pt x="4617886" y="1344325"/>
                    <a:pt x="4721769" y="1240203"/>
                    <a:pt x="4849916" y="1240203"/>
                  </a:cubicBezTo>
                  <a:close/>
                  <a:moveTo>
                    <a:pt x="4863526" y="935844"/>
                  </a:moveTo>
                  <a:cubicBezTo>
                    <a:pt x="4681028" y="932752"/>
                    <a:pt x="4533900" y="1004909"/>
                    <a:pt x="4406838" y="1163894"/>
                  </a:cubicBezTo>
                  <a:cubicBezTo>
                    <a:pt x="4392243" y="1189089"/>
                    <a:pt x="4375149" y="1213183"/>
                    <a:pt x="4363456" y="1239668"/>
                  </a:cubicBezTo>
                  <a:cubicBezTo>
                    <a:pt x="4273023" y="1444477"/>
                    <a:pt x="4288194" y="1640844"/>
                    <a:pt x="4433254" y="1813274"/>
                  </a:cubicBezTo>
                  <a:cubicBezTo>
                    <a:pt x="4580660" y="1988486"/>
                    <a:pt x="4771872" y="2049892"/>
                    <a:pt x="4996779" y="1989833"/>
                  </a:cubicBezTo>
                  <a:cubicBezTo>
                    <a:pt x="5252932" y="1921433"/>
                    <a:pt x="5418925" y="1665166"/>
                    <a:pt x="5386792" y="1413009"/>
                  </a:cubicBezTo>
                  <a:cubicBezTo>
                    <a:pt x="5352086" y="1140672"/>
                    <a:pt x="5129735" y="940353"/>
                    <a:pt x="4863526" y="935844"/>
                  </a:cubicBezTo>
                  <a:close/>
                  <a:moveTo>
                    <a:pt x="4828162" y="646544"/>
                  </a:moveTo>
                  <a:cubicBezTo>
                    <a:pt x="5009277" y="640823"/>
                    <a:pt x="5179965" y="696894"/>
                    <a:pt x="5344864" y="811527"/>
                  </a:cubicBezTo>
                  <a:cubicBezTo>
                    <a:pt x="5528760" y="956657"/>
                    <a:pt x="5633201" y="1135246"/>
                    <a:pt x="5669760" y="1357440"/>
                  </a:cubicBezTo>
                  <a:cubicBezTo>
                    <a:pt x="5727687" y="1709402"/>
                    <a:pt x="5519717" y="2152752"/>
                    <a:pt x="5051854" y="2273212"/>
                  </a:cubicBezTo>
                  <a:cubicBezTo>
                    <a:pt x="4613911" y="2385962"/>
                    <a:pt x="4169967" y="2123972"/>
                    <a:pt x="4050323" y="1690772"/>
                  </a:cubicBezTo>
                  <a:cubicBezTo>
                    <a:pt x="3927606" y="1246447"/>
                    <a:pt x="4196464" y="785017"/>
                    <a:pt x="4643400" y="672981"/>
                  </a:cubicBezTo>
                  <a:cubicBezTo>
                    <a:pt x="4706261" y="657223"/>
                    <a:pt x="4767791" y="648451"/>
                    <a:pt x="4828162" y="646544"/>
                  </a:cubicBezTo>
                  <a:close/>
                  <a:moveTo>
                    <a:pt x="4818882" y="387350"/>
                  </a:moveTo>
                  <a:cubicBezTo>
                    <a:pt x="4090617" y="410382"/>
                    <a:pt x="3634422" y="1088579"/>
                    <a:pt x="3791707" y="1733803"/>
                  </a:cubicBezTo>
                  <a:cubicBezTo>
                    <a:pt x="3923398" y="2274010"/>
                    <a:pt x="4456543" y="2633573"/>
                    <a:pt x="5006016" y="2549667"/>
                  </a:cubicBezTo>
                  <a:cubicBezTo>
                    <a:pt x="5288250" y="2506569"/>
                    <a:pt x="5517836" y="2373613"/>
                    <a:pt x="5711300" y="2137033"/>
                  </a:cubicBezTo>
                  <a:cubicBezTo>
                    <a:pt x="5847576" y="1957596"/>
                    <a:pt x="5922819" y="1755880"/>
                    <a:pt x="5934411" y="1530404"/>
                  </a:cubicBezTo>
                  <a:cubicBezTo>
                    <a:pt x="5966765" y="900813"/>
                    <a:pt x="5462779" y="366980"/>
                    <a:pt x="4818882" y="387350"/>
                  </a:cubicBezTo>
                  <a:close/>
                  <a:moveTo>
                    <a:pt x="4863255" y="10"/>
                  </a:moveTo>
                  <a:cubicBezTo>
                    <a:pt x="5183823" y="-1182"/>
                    <a:pt x="5488585" y="109893"/>
                    <a:pt x="5775046" y="338149"/>
                  </a:cubicBezTo>
                  <a:cubicBezTo>
                    <a:pt x="6380499" y="820575"/>
                    <a:pt x="6504077" y="1694929"/>
                    <a:pt x="6046289" y="2324779"/>
                  </a:cubicBezTo>
                  <a:cubicBezTo>
                    <a:pt x="5733080" y="2755709"/>
                    <a:pt x="5301011" y="2963388"/>
                    <a:pt x="4766298" y="2944347"/>
                  </a:cubicBezTo>
                  <a:cubicBezTo>
                    <a:pt x="4610292" y="2938794"/>
                    <a:pt x="4457706" y="2905189"/>
                    <a:pt x="4313114" y="2844023"/>
                  </a:cubicBezTo>
                  <a:cubicBezTo>
                    <a:pt x="4224540" y="2806554"/>
                    <a:pt x="4131811" y="2773511"/>
                    <a:pt x="4052331" y="2721180"/>
                  </a:cubicBezTo>
                  <a:cubicBezTo>
                    <a:pt x="3922379" y="2635616"/>
                    <a:pt x="3795488" y="2548092"/>
                    <a:pt x="3703873" y="2411380"/>
                  </a:cubicBezTo>
                  <a:cubicBezTo>
                    <a:pt x="3632026" y="2304170"/>
                    <a:pt x="3556865" y="2200924"/>
                    <a:pt x="3502333" y="2071131"/>
                  </a:cubicBezTo>
                  <a:cubicBezTo>
                    <a:pt x="3325659" y="1652369"/>
                    <a:pt x="3340387" y="1245066"/>
                    <a:pt x="3515550" y="843607"/>
                  </a:cubicBezTo>
                  <a:cubicBezTo>
                    <a:pt x="3558699" y="744712"/>
                    <a:pt x="3604643" y="642782"/>
                    <a:pt x="3688467" y="564700"/>
                  </a:cubicBezTo>
                  <a:cubicBezTo>
                    <a:pt x="3729852" y="526149"/>
                    <a:pt x="3752295" y="467601"/>
                    <a:pt x="3792725" y="427627"/>
                  </a:cubicBezTo>
                  <a:cubicBezTo>
                    <a:pt x="3929557" y="292326"/>
                    <a:pt x="4091920" y="192761"/>
                    <a:pt x="4269700" y="122343"/>
                  </a:cubicBezTo>
                  <a:cubicBezTo>
                    <a:pt x="4472883" y="41857"/>
                    <a:pt x="4670914" y="725"/>
                    <a:pt x="4863255" y="10"/>
                  </a:cubicBezTo>
                  <a:close/>
                </a:path>
              </a:pathLst>
            </a:custGeom>
            <a:solidFill>
              <a:schemeClr val="accent1"/>
            </a:solidFill>
            <a:ln w="1155" cap="flat">
              <a:noFill/>
              <a:prstDash val="solid"/>
              <a:miter/>
            </a:ln>
          </p:spPr>
          <p:txBody>
            <a:bodyPr wrap="square" rtlCol="0" anchor="ctr">
              <a:noAutofit/>
            </a:bodyPr>
            <a:lstStyle/>
            <a:p>
              <a:endParaRPr lang="en-US" dirty="0"/>
            </a:p>
          </p:txBody>
        </p:sp>
      </p:grpSp>
      <p:grpSp>
        <p:nvGrpSpPr>
          <p:cNvPr id="918" name="Group 917">
            <a:extLst>
              <a:ext uri="{FF2B5EF4-FFF2-40B4-BE49-F238E27FC236}">
                <a16:creationId xmlns:a16="http://schemas.microsoft.com/office/drawing/2014/main" id="{F67B6F2F-FDCB-AF7A-AA57-72235D5A3B61}"/>
              </a:ext>
              <a:ext uri="{C183D7F6-B498-43B3-948B-1728B52AA6E4}">
                <adec:decorative xmlns:adec="http://schemas.microsoft.com/office/drawing/2017/decorative" val="1"/>
              </a:ext>
            </a:extLst>
          </p:cNvPr>
          <p:cNvGrpSpPr>
            <a:grpSpLocks noChangeAspect="1"/>
          </p:cNvGrpSpPr>
          <p:nvPr/>
        </p:nvGrpSpPr>
        <p:grpSpPr>
          <a:xfrm>
            <a:off x="10333300" y="1517247"/>
            <a:ext cx="402401" cy="457200"/>
            <a:chOff x="10333300" y="1517247"/>
            <a:chExt cx="402401" cy="457200"/>
          </a:xfrm>
          <a:solidFill>
            <a:srgbClr val="FF0000"/>
          </a:solidFill>
        </p:grpSpPr>
        <p:sp>
          <p:nvSpPr>
            <p:cNvPr id="1130" name="Freeform: Shape 1129">
              <a:extLst>
                <a:ext uri="{FF2B5EF4-FFF2-40B4-BE49-F238E27FC236}">
                  <a16:creationId xmlns:a16="http://schemas.microsoft.com/office/drawing/2014/main" id="{287E1791-EF4C-913A-9B79-13387CC94256}"/>
                </a:ext>
                <a:ext uri="{C183D7F6-B498-43B3-948B-1728B52AA6E4}">
                  <adec:decorative xmlns:adec="http://schemas.microsoft.com/office/drawing/2017/decorative" val="1"/>
                </a:ext>
              </a:extLst>
            </p:cNvPr>
            <p:cNvSpPr/>
            <p:nvPr/>
          </p:nvSpPr>
          <p:spPr>
            <a:xfrm>
              <a:off x="10333300" y="1517247"/>
              <a:ext cx="402401" cy="457200"/>
            </a:xfrm>
            <a:custGeom>
              <a:avLst/>
              <a:gdLst>
                <a:gd name="connsiteX0" fmla="*/ 1597299 w 6036017"/>
                <a:gd name="connsiteY0" fmla="*/ 5164750 h 6857999"/>
                <a:gd name="connsiteX1" fmla="*/ 2703179 w 6036017"/>
                <a:gd name="connsiteY1" fmla="*/ 5756846 h 6857999"/>
                <a:gd name="connsiteX2" fmla="*/ 3018000 w 6036017"/>
                <a:gd name="connsiteY2" fmla="*/ 5773328 h 6857999"/>
                <a:gd name="connsiteX3" fmla="*/ 3018002 w 6036017"/>
                <a:gd name="connsiteY3" fmla="*/ 6030678 h 6857999"/>
                <a:gd name="connsiteX4" fmla="*/ 2902122 w 6036017"/>
                <a:gd name="connsiteY4" fmla="*/ 6030988 h 6857999"/>
                <a:gd name="connsiteX5" fmla="*/ 1413340 w 6036017"/>
                <a:gd name="connsiteY5" fmla="*/ 5336283 h 6857999"/>
                <a:gd name="connsiteX6" fmla="*/ 1198124 w 6036017"/>
                <a:gd name="connsiteY6" fmla="*/ 4519269 h 6857999"/>
                <a:gd name="connsiteX7" fmla="*/ 1479889 w 6036017"/>
                <a:gd name="connsiteY7" fmla="*/ 5026418 h 6857999"/>
                <a:gd name="connsiteX8" fmla="*/ 1280731 w 6036017"/>
                <a:gd name="connsiteY8" fmla="*/ 5180039 h 6857999"/>
                <a:gd name="connsiteX9" fmla="*/ 962479 w 6036017"/>
                <a:gd name="connsiteY9" fmla="*/ 4607225 h 6857999"/>
                <a:gd name="connsiteX10" fmla="*/ 3018000 w 6036017"/>
                <a:gd name="connsiteY10" fmla="*/ 3551302 h 6857999"/>
                <a:gd name="connsiteX11" fmla="*/ 2729290 w 6036017"/>
                <a:gd name="connsiteY11" fmla="*/ 3840009 h 6857999"/>
                <a:gd name="connsiteX12" fmla="*/ 3018000 w 6036017"/>
                <a:gd name="connsiteY12" fmla="*/ 4128716 h 6857999"/>
                <a:gd name="connsiteX13" fmla="*/ 3306710 w 6036017"/>
                <a:gd name="connsiteY13" fmla="*/ 3840009 h 6857999"/>
                <a:gd name="connsiteX14" fmla="*/ 3018000 w 6036017"/>
                <a:gd name="connsiteY14" fmla="*/ 3551302 h 6857999"/>
                <a:gd name="connsiteX15" fmla="*/ 4384587 w 6036017"/>
                <a:gd name="connsiteY15" fmla="*/ 2122940 h 6857999"/>
                <a:gd name="connsiteX16" fmla="*/ 4695050 w 6036017"/>
                <a:gd name="connsiteY16" fmla="*/ 2433403 h 6857999"/>
                <a:gd name="connsiteX17" fmla="*/ 3508739 w 6036017"/>
                <a:gd name="connsiteY17" fmla="*/ 3619714 h 6857999"/>
                <a:gd name="connsiteX18" fmla="*/ 3514473 w 6036017"/>
                <a:gd name="connsiteY18" fmla="*/ 3630279 h 6857999"/>
                <a:gd name="connsiteX19" fmla="*/ 3556816 w 6036017"/>
                <a:gd name="connsiteY19" fmla="*/ 3840009 h 6857999"/>
                <a:gd name="connsiteX20" fmla="*/ 3018000 w 6036017"/>
                <a:gd name="connsiteY20" fmla="*/ 4378822 h 6857999"/>
                <a:gd name="connsiteX21" fmla="*/ 2479184 w 6036017"/>
                <a:gd name="connsiteY21" fmla="*/ 3840009 h 6857999"/>
                <a:gd name="connsiteX22" fmla="*/ 3018000 w 6036017"/>
                <a:gd name="connsiteY22" fmla="*/ 3301196 h 6857999"/>
                <a:gd name="connsiteX23" fmla="*/ 3126591 w 6036017"/>
                <a:gd name="connsiteY23" fmla="*/ 3312143 h 6857999"/>
                <a:gd name="connsiteX24" fmla="*/ 3179088 w 6036017"/>
                <a:gd name="connsiteY24" fmla="*/ 3328439 h 6857999"/>
                <a:gd name="connsiteX25" fmla="*/ 5463884 w 6036017"/>
                <a:gd name="connsiteY25" fmla="*/ 2080736 h 6857999"/>
                <a:gd name="connsiteX26" fmla="*/ 5506958 w 6036017"/>
                <a:gd name="connsiteY26" fmla="*/ 2132131 h 6857999"/>
                <a:gd name="connsiteX27" fmla="*/ 5371403 w 6036017"/>
                <a:gd name="connsiteY27" fmla="*/ 5729782 h 6857999"/>
                <a:gd name="connsiteX28" fmla="*/ 5165709 w 6036017"/>
                <a:gd name="connsiteY28" fmla="*/ 5960316 h 6857999"/>
                <a:gd name="connsiteX29" fmla="*/ 4859486 w 6036017"/>
                <a:gd name="connsiteY29" fmla="*/ 5658004 h 6857999"/>
                <a:gd name="connsiteX30" fmla="*/ 5035864 w 6036017"/>
                <a:gd name="connsiteY30" fmla="*/ 5460338 h 6857999"/>
                <a:gd name="connsiteX31" fmla="*/ 5385142 w 6036017"/>
                <a:gd name="connsiteY31" fmla="*/ 2792882 h 6857999"/>
                <a:gd name="connsiteX32" fmla="*/ 5158142 w 6036017"/>
                <a:gd name="connsiteY32" fmla="*/ 2386478 h 6857999"/>
                <a:gd name="connsiteX33" fmla="*/ 870313 w 6036017"/>
                <a:gd name="connsiteY33" fmla="*/ 1719705 h 6857999"/>
                <a:gd name="connsiteX34" fmla="*/ 1176531 w 6036017"/>
                <a:gd name="connsiteY34" fmla="*/ 2022019 h 6857999"/>
                <a:gd name="connsiteX35" fmla="*/ 1200001 w 6036017"/>
                <a:gd name="connsiteY35" fmla="*/ 5681478 h 6857999"/>
                <a:gd name="connsiteX36" fmla="*/ 4859482 w 6036017"/>
                <a:gd name="connsiteY36" fmla="*/ 5658008 h 6857999"/>
                <a:gd name="connsiteX37" fmla="*/ 5165700 w 6036017"/>
                <a:gd name="connsiteY37" fmla="*/ 5960322 h 6857999"/>
                <a:gd name="connsiteX38" fmla="*/ 897685 w 6036017"/>
                <a:gd name="connsiteY38" fmla="*/ 5987694 h 6857999"/>
                <a:gd name="connsiteX39" fmla="*/ 870313 w 6036017"/>
                <a:gd name="connsiteY39" fmla="*/ 1719705 h 6857999"/>
                <a:gd name="connsiteX40" fmla="*/ 2271360 w 6036017"/>
                <a:gd name="connsiteY40" fmla="*/ 0 h 6857999"/>
                <a:gd name="connsiteX41" fmla="*/ 3764648 w 6036017"/>
                <a:gd name="connsiteY41" fmla="*/ 0 h 6857999"/>
                <a:gd name="connsiteX42" fmla="*/ 3764648 w 6036017"/>
                <a:gd name="connsiteY42" fmla="*/ 439061 h 6857999"/>
                <a:gd name="connsiteX43" fmla="*/ 3237537 w 6036017"/>
                <a:gd name="connsiteY43" fmla="*/ 439061 h 6857999"/>
                <a:gd name="connsiteX44" fmla="*/ 3237537 w 6036017"/>
                <a:gd name="connsiteY44" fmla="*/ 831661 h 6857999"/>
                <a:gd name="connsiteX45" fmla="*/ 3346627 w 6036017"/>
                <a:gd name="connsiteY45" fmla="*/ 839842 h 6857999"/>
                <a:gd name="connsiteX46" fmla="*/ 4693833 w 6036017"/>
                <a:gd name="connsiteY46" fmla="*/ 1329379 h 6857999"/>
                <a:gd name="connsiteX47" fmla="*/ 4753850 w 6036017"/>
                <a:gd name="connsiteY47" fmla="*/ 1378381 h 6857999"/>
                <a:gd name="connsiteX48" fmla="*/ 4448400 w 6036017"/>
                <a:gd name="connsiteY48" fmla="*/ 1683822 h 6857999"/>
                <a:gd name="connsiteX49" fmla="*/ 4034694 w 6036017"/>
                <a:gd name="connsiteY49" fmla="*/ 1459658 h 6857999"/>
                <a:gd name="connsiteX50" fmla="*/ 1371926 w 6036017"/>
                <a:gd name="connsiteY50" fmla="*/ 1843125 h 6857999"/>
                <a:gd name="connsiteX51" fmla="*/ 1176541 w 6036017"/>
                <a:gd name="connsiteY51" fmla="*/ 2022009 h 6857999"/>
                <a:gd name="connsiteX52" fmla="*/ 870318 w 6036017"/>
                <a:gd name="connsiteY52" fmla="*/ 1719697 h 6857999"/>
                <a:gd name="connsiteX53" fmla="*/ 1098195 w 6036017"/>
                <a:gd name="connsiteY53" fmla="*/ 1511053 h 6857999"/>
                <a:gd name="connsiteX54" fmla="*/ 2601506 w 6036017"/>
                <a:gd name="connsiteY54" fmla="*/ 850741 h 6857999"/>
                <a:gd name="connsiteX55" fmla="*/ 2798472 w 6036017"/>
                <a:gd name="connsiteY55" fmla="*/ 832387 h 6857999"/>
                <a:gd name="connsiteX56" fmla="*/ 2798472 w 6036017"/>
                <a:gd name="connsiteY56" fmla="*/ 439061 h 6857999"/>
                <a:gd name="connsiteX57" fmla="*/ 2271360 w 6036017"/>
                <a:gd name="connsiteY57" fmla="*/ 439061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36017" h="6857999">
                  <a:moveTo>
                    <a:pt x="1597299" y="5164750"/>
                  </a:moveTo>
                  <a:cubicBezTo>
                    <a:pt x="1893000" y="5481866"/>
                    <a:pt x="2283117" y="5687844"/>
                    <a:pt x="2703179" y="5756846"/>
                  </a:cubicBezTo>
                  <a:lnTo>
                    <a:pt x="3018000" y="5773328"/>
                  </a:lnTo>
                  <a:lnTo>
                    <a:pt x="3018002" y="6030678"/>
                  </a:lnTo>
                  <a:lnTo>
                    <a:pt x="2902122" y="6030988"/>
                  </a:lnTo>
                  <a:cubicBezTo>
                    <a:pt x="2337799" y="6001174"/>
                    <a:pt x="1802996" y="5754159"/>
                    <a:pt x="1413340" y="5336283"/>
                  </a:cubicBezTo>
                  <a:close/>
                  <a:moveTo>
                    <a:pt x="1198124" y="4519269"/>
                  </a:moveTo>
                  <a:cubicBezTo>
                    <a:pt x="1266129" y="4701471"/>
                    <a:pt x="1361110" y="4872429"/>
                    <a:pt x="1479889" y="5026418"/>
                  </a:cubicBezTo>
                  <a:lnTo>
                    <a:pt x="1280731" y="5180039"/>
                  </a:lnTo>
                  <a:cubicBezTo>
                    <a:pt x="1146571" y="5006110"/>
                    <a:pt x="1039292" y="4813016"/>
                    <a:pt x="962479" y="4607225"/>
                  </a:cubicBezTo>
                  <a:close/>
                  <a:moveTo>
                    <a:pt x="3018000" y="3551302"/>
                  </a:moveTo>
                  <a:cubicBezTo>
                    <a:pt x="2858550" y="3551302"/>
                    <a:pt x="2729290" y="3680561"/>
                    <a:pt x="2729290" y="3840009"/>
                  </a:cubicBezTo>
                  <a:cubicBezTo>
                    <a:pt x="2729290" y="3999457"/>
                    <a:pt x="2858550" y="4128716"/>
                    <a:pt x="3018000" y="4128716"/>
                  </a:cubicBezTo>
                  <a:cubicBezTo>
                    <a:pt x="3177450" y="4128716"/>
                    <a:pt x="3306710" y="3999457"/>
                    <a:pt x="3306710" y="3840009"/>
                  </a:cubicBezTo>
                  <a:cubicBezTo>
                    <a:pt x="3306710" y="3680561"/>
                    <a:pt x="3177450" y="3551302"/>
                    <a:pt x="3018000" y="3551302"/>
                  </a:cubicBezTo>
                  <a:close/>
                  <a:moveTo>
                    <a:pt x="4384587" y="2122940"/>
                  </a:moveTo>
                  <a:lnTo>
                    <a:pt x="4695050" y="2433403"/>
                  </a:lnTo>
                  <a:lnTo>
                    <a:pt x="3508739" y="3619714"/>
                  </a:lnTo>
                  <a:lnTo>
                    <a:pt x="3514473" y="3630279"/>
                  </a:lnTo>
                  <a:cubicBezTo>
                    <a:pt x="3541739" y="3694741"/>
                    <a:pt x="3556816" y="3765614"/>
                    <a:pt x="3556816" y="3840009"/>
                  </a:cubicBezTo>
                  <a:cubicBezTo>
                    <a:pt x="3556816" y="4137587"/>
                    <a:pt x="3315580" y="4378822"/>
                    <a:pt x="3018000" y="4378822"/>
                  </a:cubicBezTo>
                  <a:cubicBezTo>
                    <a:pt x="2720420" y="4378822"/>
                    <a:pt x="2479184" y="4137587"/>
                    <a:pt x="2479184" y="3840009"/>
                  </a:cubicBezTo>
                  <a:cubicBezTo>
                    <a:pt x="2479184" y="3542431"/>
                    <a:pt x="2720420" y="3301196"/>
                    <a:pt x="3018000" y="3301196"/>
                  </a:cubicBezTo>
                  <a:cubicBezTo>
                    <a:pt x="3055198" y="3301196"/>
                    <a:pt x="3091515" y="3304965"/>
                    <a:pt x="3126591" y="3312143"/>
                  </a:cubicBezTo>
                  <a:lnTo>
                    <a:pt x="3179088" y="3328439"/>
                  </a:lnTo>
                  <a:close/>
                  <a:moveTo>
                    <a:pt x="5463884" y="2080736"/>
                  </a:moveTo>
                  <a:lnTo>
                    <a:pt x="5506958" y="2132131"/>
                  </a:lnTo>
                  <a:cubicBezTo>
                    <a:pt x="6254168" y="3218471"/>
                    <a:pt x="6210707" y="4687166"/>
                    <a:pt x="5371403" y="5729782"/>
                  </a:cubicBezTo>
                  <a:lnTo>
                    <a:pt x="5165709" y="5960316"/>
                  </a:lnTo>
                  <a:lnTo>
                    <a:pt x="4859486" y="5658004"/>
                  </a:lnTo>
                  <a:lnTo>
                    <a:pt x="5035864" y="5460338"/>
                  </a:lnTo>
                  <a:cubicBezTo>
                    <a:pt x="5652691" y="4694083"/>
                    <a:pt x="5768184" y="3659430"/>
                    <a:pt x="5385142" y="2792882"/>
                  </a:cubicBezTo>
                  <a:lnTo>
                    <a:pt x="5158142" y="2386478"/>
                  </a:lnTo>
                  <a:close/>
                  <a:moveTo>
                    <a:pt x="870313" y="1719705"/>
                  </a:moveTo>
                  <a:lnTo>
                    <a:pt x="1176531" y="2022019"/>
                  </a:lnTo>
                  <a:cubicBezTo>
                    <a:pt x="172473" y="3039032"/>
                    <a:pt x="182980" y="4677429"/>
                    <a:pt x="1200001" y="5681478"/>
                  </a:cubicBezTo>
                  <a:cubicBezTo>
                    <a:pt x="2217019" y="6685527"/>
                    <a:pt x="3855426" y="6675020"/>
                    <a:pt x="4859482" y="5658008"/>
                  </a:cubicBezTo>
                  <a:lnTo>
                    <a:pt x="5165700" y="5960322"/>
                  </a:lnTo>
                  <a:cubicBezTo>
                    <a:pt x="3994680" y="7146452"/>
                    <a:pt x="2083826" y="7158707"/>
                    <a:pt x="897685" y="5987694"/>
                  </a:cubicBezTo>
                  <a:cubicBezTo>
                    <a:pt x="-288456" y="4816679"/>
                    <a:pt x="-300711" y="2905838"/>
                    <a:pt x="870313" y="1719705"/>
                  </a:cubicBezTo>
                  <a:close/>
                  <a:moveTo>
                    <a:pt x="2271360" y="0"/>
                  </a:moveTo>
                  <a:lnTo>
                    <a:pt x="3764648" y="0"/>
                  </a:lnTo>
                  <a:lnTo>
                    <a:pt x="3764648" y="439061"/>
                  </a:lnTo>
                  <a:lnTo>
                    <a:pt x="3237537" y="439061"/>
                  </a:lnTo>
                  <a:lnTo>
                    <a:pt x="3237537" y="831661"/>
                  </a:lnTo>
                  <a:lnTo>
                    <a:pt x="3346627" y="839842"/>
                  </a:lnTo>
                  <a:cubicBezTo>
                    <a:pt x="3819614" y="891337"/>
                    <a:pt x="4282895" y="1054425"/>
                    <a:pt x="4693833" y="1329379"/>
                  </a:cubicBezTo>
                  <a:lnTo>
                    <a:pt x="4753850" y="1378381"/>
                  </a:lnTo>
                  <a:lnTo>
                    <a:pt x="4448400" y="1683822"/>
                  </a:lnTo>
                  <a:lnTo>
                    <a:pt x="4034694" y="1459658"/>
                  </a:lnTo>
                  <a:cubicBezTo>
                    <a:pt x="3163303" y="1087772"/>
                    <a:pt x="2130207" y="1216524"/>
                    <a:pt x="1371926" y="1843125"/>
                  </a:cubicBezTo>
                  <a:lnTo>
                    <a:pt x="1176541" y="2022009"/>
                  </a:lnTo>
                  <a:lnTo>
                    <a:pt x="870318" y="1719697"/>
                  </a:lnTo>
                  <a:lnTo>
                    <a:pt x="1098195" y="1511053"/>
                  </a:lnTo>
                  <a:cubicBezTo>
                    <a:pt x="1540383" y="1145660"/>
                    <a:pt x="2062701" y="925416"/>
                    <a:pt x="2601506" y="850741"/>
                  </a:cubicBezTo>
                  <a:lnTo>
                    <a:pt x="2798472" y="832387"/>
                  </a:lnTo>
                  <a:lnTo>
                    <a:pt x="2798472" y="439061"/>
                  </a:lnTo>
                  <a:lnTo>
                    <a:pt x="2271360" y="43906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31" name="Freeform: Shape 1130">
              <a:extLst>
                <a:ext uri="{FF2B5EF4-FFF2-40B4-BE49-F238E27FC236}">
                  <a16:creationId xmlns:a16="http://schemas.microsoft.com/office/drawing/2014/main" id="{747FC6A2-4601-0291-B82C-C1A3D339668D}"/>
                </a:ext>
                <a:ext uri="{C183D7F6-B498-43B3-948B-1728B52AA6E4}">
                  <adec:decorative xmlns:adec="http://schemas.microsoft.com/office/drawing/2017/decorative" val="1"/>
                </a:ext>
              </a:extLst>
            </p:cNvPr>
            <p:cNvSpPr/>
            <p:nvPr/>
          </p:nvSpPr>
          <p:spPr>
            <a:xfrm>
              <a:off x="10395978" y="1612100"/>
              <a:ext cx="298363" cy="130586"/>
            </a:xfrm>
            <a:custGeom>
              <a:avLst/>
              <a:gdLst>
                <a:gd name="connsiteX0" fmla="*/ 2010308 w 4475447"/>
                <a:gd name="connsiteY0" fmla="*/ 732708 h 1958786"/>
                <a:gd name="connsiteX1" fmla="*/ 2553393 w 4475447"/>
                <a:gd name="connsiteY1" fmla="*/ 799814 h 1958786"/>
                <a:gd name="connsiteX2" fmla="*/ 2877980 w 4475447"/>
                <a:gd name="connsiteY2" fmla="*/ 935521 h 1958786"/>
                <a:gd name="connsiteX3" fmla="*/ 2681717 w 4475447"/>
                <a:gd name="connsiteY3" fmla="*/ 1131783 h 1958786"/>
                <a:gd name="connsiteX4" fmla="*/ 2480517 w 4475447"/>
                <a:gd name="connsiteY4" fmla="*/ 1047664 h 1958786"/>
                <a:gd name="connsiteX5" fmla="*/ 1563016 w 4475447"/>
                <a:gd name="connsiteY5" fmla="*/ 1085759 h 1958786"/>
                <a:gd name="connsiteX6" fmla="*/ 725914 w 4475447"/>
                <a:gd name="connsiteY6" fmla="*/ 1958786 h 1958786"/>
                <a:gd name="connsiteX7" fmla="*/ 481253 w 4475447"/>
                <a:gd name="connsiteY7" fmla="*/ 1875824 h 1958786"/>
                <a:gd name="connsiteX8" fmla="*/ 1469848 w 4475447"/>
                <a:gd name="connsiteY8" fmla="*/ 844802 h 1958786"/>
                <a:gd name="connsiteX9" fmla="*/ 2010308 w 4475447"/>
                <a:gd name="connsiteY9" fmla="*/ 732708 h 1958786"/>
                <a:gd name="connsiteX10" fmla="*/ 2082147 w 4475447"/>
                <a:gd name="connsiteY10" fmla="*/ 223176 h 1958786"/>
                <a:gd name="connsiteX11" fmla="*/ 3037198 w 4475447"/>
                <a:gd name="connsiteY11" fmla="*/ 444025 h 1958786"/>
                <a:gd name="connsiteX12" fmla="*/ 3250317 w 4475447"/>
                <a:gd name="connsiteY12" fmla="*/ 563186 h 1958786"/>
                <a:gd name="connsiteX13" fmla="*/ 3069748 w 4475447"/>
                <a:gd name="connsiteY13" fmla="*/ 743756 h 1958786"/>
                <a:gd name="connsiteX14" fmla="*/ 2929574 w 4475447"/>
                <a:gd name="connsiteY14" fmla="*/ 665379 h 1958786"/>
                <a:gd name="connsiteX15" fmla="*/ 1431089 w 4475447"/>
                <a:gd name="connsiteY15" fmla="*/ 579805 h 1958786"/>
                <a:gd name="connsiteX16" fmla="*/ 233089 w 4475447"/>
                <a:gd name="connsiteY16" fmla="*/ 1791672 h 1958786"/>
                <a:gd name="connsiteX17" fmla="*/ 0 w 4475447"/>
                <a:gd name="connsiteY17" fmla="*/ 1712632 h 1958786"/>
                <a:gd name="connsiteX18" fmla="*/ 1349372 w 4475447"/>
                <a:gd name="connsiteY18" fmla="*/ 347640 h 1958786"/>
                <a:gd name="connsiteX19" fmla="*/ 2082147 w 4475447"/>
                <a:gd name="connsiteY19" fmla="*/ 223176 h 1958786"/>
                <a:gd name="connsiteX20" fmla="*/ 4011311 w 4475447"/>
                <a:gd name="connsiteY20" fmla="*/ 0 h 1958786"/>
                <a:gd name="connsiteX21" fmla="*/ 4475447 w 4475447"/>
                <a:gd name="connsiteY21" fmla="*/ 464136 h 1958786"/>
                <a:gd name="connsiteX22" fmla="*/ 4011305 w 4475447"/>
                <a:gd name="connsiteY22" fmla="*/ 928278 h 1958786"/>
                <a:gd name="connsiteX23" fmla="*/ 3547169 w 4475447"/>
                <a:gd name="connsiteY23" fmla="*/ 464142 h 1958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75447" h="1958786">
                  <a:moveTo>
                    <a:pt x="2010308" y="732708"/>
                  </a:moveTo>
                  <a:cubicBezTo>
                    <a:pt x="2193374" y="725377"/>
                    <a:pt x="2376878" y="747916"/>
                    <a:pt x="2553393" y="799814"/>
                  </a:cubicBezTo>
                  <a:lnTo>
                    <a:pt x="2877980" y="935521"/>
                  </a:lnTo>
                  <a:lnTo>
                    <a:pt x="2681717" y="1131783"/>
                  </a:lnTo>
                  <a:lnTo>
                    <a:pt x="2480517" y="1047664"/>
                  </a:lnTo>
                  <a:cubicBezTo>
                    <a:pt x="2181586" y="959778"/>
                    <a:pt x="1858983" y="971326"/>
                    <a:pt x="1563016" y="1085759"/>
                  </a:cubicBezTo>
                  <a:cubicBezTo>
                    <a:pt x="1168394" y="1238340"/>
                    <a:pt x="861786" y="1558105"/>
                    <a:pt x="725914" y="1958786"/>
                  </a:cubicBezTo>
                  <a:lnTo>
                    <a:pt x="481253" y="1875824"/>
                  </a:lnTo>
                  <a:cubicBezTo>
                    <a:pt x="641714" y="1402631"/>
                    <a:pt x="1003811" y="1024995"/>
                    <a:pt x="1469848" y="844802"/>
                  </a:cubicBezTo>
                  <a:cubicBezTo>
                    <a:pt x="1644613" y="777230"/>
                    <a:pt x="1827241" y="740036"/>
                    <a:pt x="2010308" y="732708"/>
                  </a:cubicBezTo>
                  <a:close/>
                  <a:moveTo>
                    <a:pt x="2082147" y="223176"/>
                  </a:moveTo>
                  <a:cubicBezTo>
                    <a:pt x="2411005" y="223843"/>
                    <a:pt x="2737782" y="298426"/>
                    <a:pt x="3037198" y="444025"/>
                  </a:cubicBezTo>
                  <a:lnTo>
                    <a:pt x="3250317" y="563186"/>
                  </a:lnTo>
                  <a:lnTo>
                    <a:pt x="3069748" y="743756"/>
                  </a:lnTo>
                  <a:lnTo>
                    <a:pt x="2929574" y="665379"/>
                  </a:lnTo>
                  <a:cubicBezTo>
                    <a:pt x="2464378" y="439162"/>
                    <a:pt x="1924780" y="406036"/>
                    <a:pt x="1431089" y="579805"/>
                  </a:cubicBezTo>
                  <a:cubicBezTo>
                    <a:pt x="866872" y="778400"/>
                    <a:pt x="425177" y="1225207"/>
                    <a:pt x="233089" y="1791672"/>
                  </a:cubicBezTo>
                  <a:lnTo>
                    <a:pt x="0" y="1712632"/>
                  </a:lnTo>
                  <a:cubicBezTo>
                    <a:pt x="216357" y="1074593"/>
                    <a:pt x="713864" y="571328"/>
                    <a:pt x="1349372" y="347640"/>
                  </a:cubicBezTo>
                  <a:cubicBezTo>
                    <a:pt x="1587690" y="263758"/>
                    <a:pt x="1835501" y="222677"/>
                    <a:pt x="2082147" y="223176"/>
                  </a:cubicBezTo>
                  <a:close/>
                  <a:moveTo>
                    <a:pt x="4011311" y="0"/>
                  </a:moveTo>
                  <a:lnTo>
                    <a:pt x="4475447" y="464136"/>
                  </a:lnTo>
                  <a:lnTo>
                    <a:pt x="4011305" y="928278"/>
                  </a:lnTo>
                  <a:lnTo>
                    <a:pt x="3547169" y="46414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17" name="Group 916">
            <a:extLst>
              <a:ext uri="{FF2B5EF4-FFF2-40B4-BE49-F238E27FC236}">
                <a16:creationId xmlns:a16="http://schemas.microsoft.com/office/drawing/2014/main" id="{EDA54315-0FAC-520B-E70B-BA6E92B59FF8}"/>
              </a:ext>
              <a:ext uri="{C183D7F6-B498-43B3-948B-1728B52AA6E4}">
                <adec:decorative xmlns:adec="http://schemas.microsoft.com/office/drawing/2017/decorative" val="1"/>
              </a:ext>
            </a:extLst>
          </p:cNvPr>
          <p:cNvGrpSpPr>
            <a:grpSpLocks noChangeAspect="1"/>
          </p:cNvGrpSpPr>
          <p:nvPr/>
        </p:nvGrpSpPr>
        <p:grpSpPr>
          <a:xfrm>
            <a:off x="10921340" y="1517247"/>
            <a:ext cx="630898" cy="457200"/>
            <a:chOff x="10921340" y="1517247"/>
            <a:chExt cx="630898" cy="457200"/>
          </a:xfrm>
          <a:solidFill>
            <a:srgbClr val="FF0000"/>
          </a:solidFill>
        </p:grpSpPr>
        <p:sp>
          <p:nvSpPr>
            <p:cNvPr id="1152" name="Freeform: Shape 1151">
              <a:extLst>
                <a:ext uri="{FF2B5EF4-FFF2-40B4-BE49-F238E27FC236}">
                  <a16:creationId xmlns:a16="http://schemas.microsoft.com/office/drawing/2014/main" id="{5AF07F9F-7870-372B-5F9E-5787E1230932}"/>
                </a:ext>
                <a:ext uri="{C183D7F6-B498-43B3-948B-1728B52AA6E4}">
                  <adec:decorative xmlns:adec="http://schemas.microsoft.com/office/drawing/2017/decorative" val="1"/>
                </a:ext>
              </a:extLst>
            </p:cNvPr>
            <p:cNvSpPr/>
            <p:nvPr/>
          </p:nvSpPr>
          <p:spPr>
            <a:xfrm>
              <a:off x="11095039" y="1517247"/>
              <a:ext cx="457199" cy="457200"/>
            </a:xfrm>
            <a:custGeom>
              <a:avLst/>
              <a:gdLst>
                <a:gd name="connsiteX0" fmla="*/ 1729959 w 6857979"/>
                <a:gd name="connsiteY0" fmla="*/ 5027486 h 6858000"/>
                <a:gd name="connsiteX1" fmla="*/ 3451133 w 6857979"/>
                <a:gd name="connsiteY1" fmla="*/ 5790480 h 6858000"/>
                <a:gd name="connsiteX2" fmla="*/ 3451133 w 6857979"/>
                <a:gd name="connsiteY2" fmla="*/ 6027069 h 6858000"/>
                <a:gd name="connsiteX3" fmla="*/ 1558435 w 6857979"/>
                <a:gd name="connsiteY3" fmla="*/ 5187180 h 6858000"/>
                <a:gd name="connsiteX4" fmla="*/ 1262699 w 6857979"/>
                <a:gd name="connsiteY4" fmla="*/ 4282231 h 6858000"/>
                <a:gd name="connsiteX5" fmla="*/ 1599839 w 6857979"/>
                <a:gd name="connsiteY5" fmla="*/ 4873700 h 6858000"/>
                <a:gd name="connsiteX6" fmla="*/ 1404654 w 6857979"/>
                <a:gd name="connsiteY6" fmla="*/ 5015651 h 6858000"/>
                <a:gd name="connsiteX7" fmla="*/ 1043858 w 6857979"/>
                <a:gd name="connsiteY7" fmla="*/ 4370952 h 6858000"/>
                <a:gd name="connsiteX8" fmla="*/ 3427479 w 6857979"/>
                <a:gd name="connsiteY8" fmla="*/ 3081556 h 6858000"/>
                <a:gd name="connsiteX9" fmla="*/ 3078513 w 6857979"/>
                <a:gd name="connsiteY9" fmla="*/ 3430521 h 6858000"/>
                <a:gd name="connsiteX10" fmla="*/ 3427479 w 6857979"/>
                <a:gd name="connsiteY10" fmla="*/ 3779487 h 6858000"/>
                <a:gd name="connsiteX11" fmla="*/ 3776441 w 6857979"/>
                <a:gd name="connsiteY11" fmla="*/ 3436434 h 6858000"/>
                <a:gd name="connsiteX12" fmla="*/ 3776441 w 6857979"/>
                <a:gd name="connsiteY12" fmla="*/ 3430521 h 6858000"/>
                <a:gd name="connsiteX13" fmla="*/ 3427479 w 6857979"/>
                <a:gd name="connsiteY13" fmla="*/ 3081556 h 6858000"/>
                <a:gd name="connsiteX14" fmla="*/ 5030355 w 6857979"/>
                <a:gd name="connsiteY14" fmla="*/ 1472762 h 6858000"/>
                <a:gd name="connsiteX15" fmla="*/ 5207797 w 6857979"/>
                <a:gd name="connsiteY15" fmla="*/ 1650204 h 6858000"/>
                <a:gd name="connsiteX16" fmla="*/ 5379321 w 6857979"/>
                <a:gd name="connsiteY16" fmla="*/ 1821729 h 6858000"/>
                <a:gd name="connsiteX17" fmla="*/ 3977543 w 6857979"/>
                <a:gd name="connsiteY17" fmla="*/ 3223506 h 6858000"/>
                <a:gd name="connsiteX18" fmla="*/ 4013030 w 6857979"/>
                <a:gd name="connsiteY18" fmla="*/ 3424604 h 6858000"/>
                <a:gd name="connsiteX19" fmla="*/ 3427479 w 6857979"/>
                <a:gd name="connsiteY19" fmla="*/ 4010159 h 6858000"/>
                <a:gd name="connsiteX20" fmla="*/ 2841924 w 6857979"/>
                <a:gd name="connsiteY20" fmla="*/ 3424604 h 6858000"/>
                <a:gd name="connsiteX21" fmla="*/ 3427479 w 6857979"/>
                <a:gd name="connsiteY21" fmla="*/ 2839053 h 6858000"/>
                <a:gd name="connsiteX22" fmla="*/ 3628577 w 6857979"/>
                <a:gd name="connsiteY22" fmla="*/ 2874540 h 6858000"/>
                <a:gd name="connsiteX23" fmla="*/ 3428990 w 6857979"/>
                <a:gd name="connsiteY23" fmla="*/ 0 h 6858000"/>
                <a:gd name="connsiteX24" fmla="*/ 5346172 w 6857979"/>
                <a:gd name="connsiteY24" fmla="*/ 585623 h 6858000"/>
                <a:gd name="connsiteX25" fmla="*/ 5410048 w 6857979"/>
                <a:gd name="connsiteY25" fmla="*/ 638322 h 6858000"/>
                <a:gd name="connsiteX26" fmla="*/ 5072749 w 6857979"/>
                <a:gd name="connsiteY26" fmla="*/ 975610 h 6858000"/>
                <a:gd name="connsiteX27" fmla="*/ 4578698 w 6857979"/>
                <a:gd name="connsiteY27" fmla="*/ 707453 h 6858000"/>
                <a:gd name="connsiteX28" fmla="*/ 3428990 w 6857979"/>
                <a:gd name="connsiteY28" fmla="*/ 475336 h 6858000"/>
                <a:gd name="connsiteX29" fmla="*/ 475325 w 6857979"/>
                <a:gd name="connsiteY29" fmla="*/ 3429000 h 6858000"/>
                <a:gd name="connsiteX30" fmla="*/ 3428990 w 6857979"/>
                <a:gd name="connsiteY30" fmla="*/ 6382665 h 6858000"/>
                <a:gd name="connsiteX31" fmla="*/ 6382654 w 6857979"/>
                <a:gd name="connsiteY31" fmla="*/ 3429000 h 6858000"/>
                <a:gd name="connsiteX32" fmla="*/ 6150548 w 6857979"/>
                <a:gd name="connsiteY32" fmla="*/ 2279303 h 6858000"/>
                <a:gd name="connsiteX33" fmla="*/ 5888593 w 6857979"/>
                <a:gd name="connsiteY33" fmla="*/ 1796688 h 6858000"/>
                <a:gd name="connsiteX34" fmla="*/ 6227647 w 6857979"/>
                <a:gd name="connsiteY34" fmla="*/ 1457622 h 6858000"/>
                <a:gd name="connsiteX35" fmla="*/ 6272367 w 6857979"/>
                <a:gd name="connsiteY35" fmla="*/ 1511818 h 6858000"/>
                <a:gd name="connsiteX36" fmla="*/ 6857979 w 6857979"/>
                <a:gd name="connsiteY36" fmla="*/ 3429000 h 6858000"/>
                <a:gd name="connsiteX37" fmla="*/ 3428990 w 6857979"/>
                <a:gd name="connsiteY37" fmla="*/ 6858000 h 6858000"/>
                <a:gd name="connsiteX38" fmla="*/ 0 w 6857979"/>
                <a:gd name="connsiteY38" fmla="*/ 3429000 h 6858000"/>
                <a:gd name="connsiteX39" fmla="*/ 3428990 w 6857979"/>
                <a:gd name="connsiteY3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857979" h="6858000">
                  <a:moveTo>
                    <a:pt x="1729959" y="5027486"/>
                  </a:moveTo>
                  <a:cubicBezTo>
                    <a:pt x="2161733" y="5494747"/>
                    <a:pt x="2770944" y="5790480"/>
                    <a:pt x="3451133" y="5790480"/>
                  </a:cubicBezTo>
                  <a:lnTo>
                    <a:pt x="3451133" y="6027069"/>
                  </a:lnTo>
                  <a:cubicBezTo>
                    <a:pt x="2705884" y="6021151"/>
                    <a:pt x="2031608" y="5695846"/>
                    <a:pt x="1558435" y="5187180"/>
                  </a:cubicBezTo>
                  <a:close/>
                  <a:moveTo>
                    <a:pt x="1262699" y="4282231"/>
                  </a:moveTo>
                  <a:cubicBezTo>
                    <a:pt x="1345507" y="4495160"/>
                    <a:pt x="1463802" y="4696258"/>
                    <a:pt x="1599839" y="4873700"/>
                  </a:cubicBezTo>
                  <a:lnTo>
                    <a:pt x="1404654" y="5015651"/>
                  </a:lnTo>
                  <a:cubicBezTo>
                    <a:pt x="1256786" y="4820466"/>
                    <a:pt x="1132579" y="4601624"/>
                    <a:pt x="1043858" y="4370952"/>
                  </a:cubicBezTo>
                  <a:close/>
                  <a:moveTo>
                    <a:pt x="3427479" y="3081556"/>
                  </a:moveTo>
                  <a:cubicBezTo>
                    <a:pt x="3238207" y="3081556"/>
                    <a:pt x="3078513" y="3241250"/>
                    <a:pt x="3078513" y="3430521"/>
                  </a:cubicBezTo>
                  <a:cubicBezTo>
                    <a:pt x="3078513" y="3619789"/>
                    <a:pt x="3232294" y="3779487"/>
                    <a:pt x="3427479" y="3779487"/>
                  </a:cubicBezTo>
                  <a:cubicBezTo>
                    <a:pt x="3622660" y="3779487"/>
                    <a:pt x="3782358" y="3619789"/>
                    <a:pt x="3776441" y="3436434"/>
                  </a:cubicBezTo>
                  <a:cubicBezTo>
                    <a:pt x="3776441" y="3430521"/>
                    <a:pt x="3776441" y="3430521"/>
                    <a:pt x="3776441" y="3430521"/>
                  </a:cubicBezTo>
                  <a:cubicBezTo>
                    <a:pt x="3776441" y="3235337"/>
                    <a:pt x="3616747" y="3081556"/>
                    <a:pt x="3427479" y="3081556"/>
                  </a:cubicBezTo>
                  <a:close/>
                  <a:moveTo>
                    <a:pt x="5030355" y="1472762"/>
                  </a:moveTo>
                  <a:lnTo>
                    <a:pt x="5207797" y="1650204"/>
                  </a:lnTo>
                  <a:lnTo>
                    <a:pt x="5379321" y="1821729"/>
                  </a:lnTo>
                  <a:lnTo>
                    <a:pt x="3977543" y="3223506"/>
                  </a:lnTo>
                  <a:cubicBezTo>
                    <a:pt x="4001200" y="3282653"/>
                    <a:pt x="4013030" y="3353631"/>
                    <a:pt x="4013030" y="3424604"/>
                  </a:cubicBezTo>
                  <a:cubicBezTo>
                    <a:pt x="4013030" y="3743996"/>
                    <a:pt x="3752785" y="4010159"/>
                    <a:pt x="3427479" y="4010159"/>
                  </a:cubicBezTo>
                  <a:cubicBezTo>
                    <a:pt x="3108087" y="4010159"/>
                    <a:pt x="2841924" y="3743996"/>
                    <a:pt x="2841924" y="3424604"/>
                  </a:cubicBezTo>
                  <a:cubicBezTo>
                    <a:pt x="2841924" y="3105212"/>
                    <a:pt x="3102169" y="2839053"/>
                    <a:pt x="3427479" y="2839053"/>
                  </a:cubicBezTo>
                  <a:cubicBezTo>
                    <a:pt x="3498452" y="2839053"/>
                    <a:pt x="3563513" y="2850884"/>
                    <a:pt x="3628577" y="2874540"/>
                  </a:cubicBezTo>
                  <a:close/>
                  <a:moveTo>
                    <a:pt x="3428990" y="0"/>
                  </a:moveTo>
                  <a:cubicBezTo>
                    <a:pt x="4139156" y="0"/>
                    <a:pt x="4798905" y="215890"/>
                    <a:pt x="5346172" y="585623"/>
                  </a:cubicBezTo>
                  <a:lnTo>
                    <a:pt x="5410048" y="638322"/>
                  </a:lnTo>
                  <a:lnTo>
                    <a:pt x="5072749" y="975610"/>
                  </a:lnTo>
                  <a:lnTo>
                    <a:pt x="4578698" y="707453"/>
                  </a:lnTo>
                  <a:cubicBezTo>
                    <a:pt x="4225322" y="557992"/>
                    <a:pt x="3836809" y="475336"/>
                    <a:pt x="3428990" y="475336"/>
                  </a:cubicBezTo>
                  <a:cubicBezTo>
                    <a:pt x="1797721" y="475336"/>
                    <a:pt x="475325" y="1797732"/>
                    <a:pt x="475325" y="3429000"/>
                  </a:cubicBezTo>
                  <a:cubicBezTo>
                    <a:pt x="475325" y="5060268"/>
                    <a:pt x="1797721" y="6382665"/>
                    <a:pt x="3428990" y="6382665"/>
                  </a:cubicBezTo>
                  <a:cubicBezTo>
                    <a:pt x="5060257" y="6382665"/>
                    <a:pt x="6382654" y="5060268"/>
                    <a:pt x="6382654" y="3429000"/>
                  </a:cubicBezTo>
                  <a:cubicBezTo>
                    <a:pt x="6382654" y="3021180"/>
                    <a:pt x="6300009" y="2632668"/>
                    <a:pt x="6150548" y="2279303"/>
                  </a:cubicBezTo>
                  <a:lnTo>
                    <a:pt x="5888593" y="1796688"/>
                  </a:lnTo>
                  <a:lnTo>
                    <a:pt x="6227647" y="1457622"/>
                  </a:lnTo>
                  <a:lnTo>
                    <a:pt x="6272367" y="1511818"/>
                  </a:lnTo>
                  <a:cubicBezTo>
                    <a:pt x="6642089" y="2059085"/>
                    <a:pt x="6857979" y="2718834"/>
                    <a:pt x="6857979" y="3429000"/>
                  </a:cubicBezTo>
                  <a:cubicBezTo>
                    <a:pt x="6857979" y="5322783"/>
                    <a:pt x="5322773" y="6858000"/>
                    <a:pt x="3428990" y="6858000"/>
                  </a:cubicBezTo>
                  <a:cubicBezTo>
                    <a:pt x="1535206" y="6858000"/>
                    <a:pt x="0" y="5322783"/>
                    <a:pt x="0" y="3429000"/>
                  </a:cubicBezTo>
                  <a:cubicBezTo>
                    <a:pt x="0" y="1535217"/>
                    <a:pt x="1535206" y="0"/>
                    <a:pt x="3428990"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1153" name="Freeform: Shape 1152">
              <a:extLst>
                <a:ext uri="{FF2B5EF4-FFF2-40B4-BE49-F238E27FC236}">
                  <a16:creationId xmlns:a16="http://schemas.microsoft.com/office/drawing/2014/main" id="{17C3758C-9C70-6105-CEDB-5EB7764F8506}"/>
                </a:ext>
                <a:ext uri="{C183D7F6-B498-43B3-948B-1728B52AA6E4}">
                  <adec:decorative xmlns:adec="http://schemas.microsoft.com/office/drawing/2017/decorative" val="1"/>
                </a:ext>
              </a:extLst>
            </p:cNvPr>
            <p:cNvSpPr/>
            <p:nvPr/>
          </p:nvSpPr>
          <p:spPr>
            <a:xfrm>
              <a:off x="10921340" y="1562875"/>
              <a:ext cx="585859" cy="301366"/>
            </a:xfrm>
            <a:custGeom>
              <a:avLst/>
              <a:gdLst>
                <a:gd name="connsiteX0" fmla="*/ 585554 w 8787889"/>
                <a:gd name="connsiteY0" fmla="*/ 4047320 h 4520494"/>
                <a:gd name="connsiteX1" fmla="*/ 2537392 w 8787889"/>
                <a:gd name="connsiteY1" fmla="*/ 4047320 h 4520494"/>
                <a:gd name="connsiteX2" fmla="*/ 2750320 w 8787889"/>
                <a:gd name="connsiteY2" fmla="*/ 4520494 h 4520494"/>
                <a:gd name="connsiteX3" fmla="*/ 674275 w 8787889"/>
                <a:gd name="connsiteY3" fmla="*/ 4520494 h 4520494"/>
                <a:gd name="connsiteX4" fmla="*/ 1046896 w 8787889"/>
                <a:gd name="connsiteY4" fmla="*/ 3278410 h 4520494"/>
                <a:gd name="connsiteX5" fmla="*/ 2342207 w 8787889"/>
                <a:gd name="connsiteY5" fmla="*/ 3278410 h 4520494"/>
                <a:gd name="connsiteX6" fmla="*/ 2442758 w 8787889"/>
                <a:gd name="connsiteY6" fmla="*/ 3751584 h 4520494"/>
                <a:gd name="connsiteX7" fmla="*/ 1135617 w 8787889"/>
                <a:gd name="connsiteY7" fmla="*/ 3751584 h 4520494"/>
                <a:gd name="connsiteX8" fmla="*/ 289818 w 8787889"/>
                <a:gd name="connsiteY8" fmla="*/ 2509504 h 4520494"/>
                <a:gd name="connsiteX9" fmla="*/ 2312634 w 8787889"/>
                <a:gd name="connsiteY9" fmla="*/ 2509504 h 4520494"/>
                <a:gd name="connsiteX10" fmla="*/ 2306721 w 8787889"/>
                <a:gd name="connsiteY10" fmla="*/ 2746093 h 4520494"/>
                <a:gd name="connsiteX11" fmla="*/ 2312634 w 8787889"/>
                <a:gd name="connsiteY11" fmla="*/ 2982678 h 4520494"/>
                <a:gd name="connsiteX12" fmla="*/ 378539 w 8787889"/>
                <a:gd name="connsiteY12" fmla="*/ 2982678 h 4520494"/>
                <a:gd name="connsiteX13" fmla="*/ 733422 w 8787889"/>
                <a:gd name="connsiteY13" fmla="*/ 1740594 h 4520494"/>
                <a:gd name="connsiteX14" fmla="*/ 2442758 w 8787889"/>
                <a:gd name="connsiteY14" fmla="*/ 1740594 h 4520494"/>
                <a:gd name="connsiteX15" fmla="*/ 2342212 w 8787889"/>
                <a:gd name="connsiteY15" fmla="*/ 2213768 h 4520494"/>
                <a:gd name="connsiteX16" fmla="*/ 822143 w 8787889"/>
                <a:gd name="connsiteY16" fmla="*/ 2213768 h 4520494"/>
                <a:gd name="connsiteX17" fmla="*/ 0 w 8787889"/>
                <a:gd name="connsiteY17" fmla="*/ 971688 h 4520494"/>
                <a:gd name="connsiteX18" fmla="*/ 2756233 w 8787889"/>
                <a:gd name="connsiteY18" fmla="*/ 971688 h 4520494"/>
                <a:gd name="connsiteX19" fmla="*/ 2537392 w 8787889"/>
                <a:gd name="connsiteY19" fmla="*/ 1444862 h 4520494"/>
                <a:gd name="connsiteX20" fmla="*/ 88721 w 8787889"/>
                <a:gd name="connsiteY20" fmla="*/ 1444862 h 4520494"/>
                <a:gd name="connsiteX21" fmla="*/ 6032964 w 8787889"/>
                <a:gd name="connsiteY21" fmla="*/ 859313 h 4520494"/>
                <a:gd name="connsiteX22" fmla="*/ 6955655 w 8787889"/>
                <a:gd name="connsiteY22" fmla="*/ 1101815 h 4520494"/>
                <a:gd name="connsiteX23" fmla="*/ 6784126 w 8787889"/>
                <a:gd name="connsiteY23" fmla="*/ 1273340 h 4520494"/>
                <a:gd name="connsiteX24" fmla="*/ 6032964 w 8787889"/>
                <a:gd name="connsiteY24" fmla="*/ 1089985 h 4520494"/>
                <a:gd name="connsiteX25" fmla="*/ 4465575 w 8787889"/>
                <a:gd name="connsiteY25" fmla="*/ 2213776 h 4520494"/>
                <a:gd name="connsiteX26" fmla="*/ 4240816 w 8787889"/>
                <a:gd name="connsiteY26" fmla="*/ 2136886 h 4520494"/>
                <a:gd name="connsiteX27" fmla="*/ 6032964 w 8787889"/>
                <a:gd name="connsiteY27" fmla="*/ 859313 h 4520494"/>
                <a:gd name="connsiteX28" fmla="*/ 6032968 w 8787889"/>
                <a:gd name="connsiteY28" fmla="*/ 261931 h 4520494"/>
                <a:gd name="connsiteX29" fmla="*/ 7387429 w 8787889"/>
                <a:gd name="connsiteY29" fmla="*/ 664128 h 4520494"/>
                <a:gd name="connsiteX30" fmla="*/ 7215900 w 8787889"/>
                <a:gd name="connsiteY30" fmla="*/ 835657 h 4520494"/>
                <a:gd name="connsiteX31" fmla="*/ 6032968 w 8787889"/>
                <a:gd name="connsiteY31" fmla="*/ 498521 h 4520494"/>
                <a:gd name="connsiteX32" fmla="*/ 3909598 w 8787889"/>
                <a:gd name="connsiteY32" fmla="*/ 2018596 h 4520494"/>
                <a:gd name="connsiteX33" fmla="*/ 3684839 w 8787889"/>
                <a:gd name="connsiteY33" fmla="*/ 1941701 h 4520494"/>
                <a:gd name="connsiteX34" fmla="*/ 6032968 w 8787889"/>
                <a:gd name="connsiteY34" fmla="*/ 261931 h 4520494"/>
                <a:gd name="connsiteX35" fmla="*/ 8281832 w 8787889"/>
                <a:gd name="connsiteY35" fmla="*/ 0 h 4520494"/>
                <a:gd name="connsiteX36" fmla="*/ 8787889 w 8787889"/>
                <a:gd name="connsiteY36" fmla="*/ 506058 h 4520494"/>
                <a:gd name="connsiteX37" fmla="*/ 8281832 w 8787889"/>
                <a:gd name="connsiteY37" fmla="*/ 1012115 h 4520494"/>
                <a:gd name="connsiteX38" fmla="*/ 7775774 w 8787889"/>
                <a:gd name="connsiteY38" fmla="*/ 506058 h 452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87889" h="4520494">
                  <a:moveTo>
                    <a:pt x="585554" y="4047320"/>
                  </a:moveTo>
                  <a:lnTo>
                    <a:pt x="2537392" y="4047320"/>
                  </a:lnTo>
                  <a:cubicBezTo>
                    <a:pt x="2602457" y="4207014"/>
                    <a:pt x="2673429" y="4366713"/>
                    <a:pt x="2750320" y="4520494"/>
                  </a:cubicBezTo>
                  <a:lnTo>
                    <a:pt x="674275" y="4520494"/>
                  </a:lnTo>
                  <a:close/>
                  <a:moveTo>
                    <a:pt x="1046896" y="3278410"/>
                  </a:moveTo>
                  <a:lnTo>
                    <a:pt x="2342207" y="3278410"/>
                  </a:lnTo>
                  <a:cubicBezTo>
                    <a:pt x="2365868" y="3438104"/>
                    <a:pt x="2401354" y="3597803"/>
                    <a:pt x="2442758" y="3751584"/>
                  </a:cubicBezTo>
                  <a:lnTo>
                    <a:pt x="1135617" y="3751584"/>
                  </a:lnTo>
                  <a:close/>
                  <a:moveTo>
                    <a:pt x="289818" y="2509504"/>
                  </a:moveTo>
                  <a:lnTo>
                    <a:pt x="2312634" y="2509504"/>
                  </a:lnTo>
                  <a:cubicBezTo>
                    <a:pt x="2312634" y="2586395"/>
                    <a:pt x="2306721" y="2669198"/>
                    <a:pt x="2306721" y="2746093"/>
                  </a:cubicBezTo>
                  <a:cubicBezTo>
                    <a:pt x="2306721" y="2822984"/>
                    <a:pt x="2306721" y="2899875"/>
                    <a:pt x="2312634" y="2982678"/>
                  </a:cubicBezTo>
                  <a:lnTo>
                    <a:pt x="378539" y="2982678"/>
                  </a:lnTo>
                  <a:close/>
                  <a:moveTo>
                    <a:pt x="733422" y="1740594"/>
                  </a:moveTo>
                  <a:lnTo>
                    <a:pt x="2442758" y="1740594"/>
                  </a:lnTo>
                  <a:cubicBezTo>
                    <a:pt x="2401359" y="1894375"/>
                    <a:pt x="2365868" y="2054074"/>
                    <a:pt x="2342212" y="2213768"/>
                  </a:cubicBezTo>
                  <a:lnTo>
                    <a:pt x="822143" y="2213768"/>
                  </a:lnTo>
                  <a:close/>
                  <a:moveTo>
                    <a:pt x="0" y="971688"/>
                  </a:moveTo>
                  <a:lnTo>
                    <a:pt x="2756233" y="971688"/>
                  </a:lnTo>
                  <a:cubicBezTo>
                    <a:pt x="2673429" y="1119557"/>
                    <a:pt x="2602452" y="1279251"/>
                    <a:pt x="2537392" y="1444862"/>
                  </a:cubicBezTo>
                  <a:lnTo>
                    <a:pt x="88721" y="1444862"/>
                  </a:lnTo>
                  <a:close/>
                  <a:moveTo>
                    <a:pt x="6032964" y="859313"/>
                  </a:moveTo>
                  <a:cubicBezTo>
                    <a:pt x="6364187" y="859313"/>
                    <a:pt x="6683579" y="948034"/>
                    <a:pt x="6955655" y="1101815"/>
                  </a:cubicBezTo>
                  <a:lnTo>
                    <a:pt x="6784126" y="1273340"/>
                  </a:lnTo>
                  <a:cubicBezTo>
                    <a:pt x="6559367" y="1155045"/>
                    <a:pt x="6305039" y="1089985"/>
                    <a:pt x="6032964" y="1089985"/>
                  </a:cubicBezTo>
                  <a:cubicBezTo>
                    <a:pt x="5305458" y="1089985"/>
                    <a:pt x="4690334" y="1563159"/>
                    <a:pt x="4465575" y="2213776"/>
                  </a:cubicBezTo>
                  <a:lnTo>
                    <a:pt x="4240816" y="2136886"/>
                  </a:lnTo>
                  <a:cubicBezTo>
                    <a:pt x="4501061" y="1397548"/>
                    <a:pt x="5204907" y="859313"/>
                    <a:pt x="6032964" y="859313"/>
                  </a:cubicBezTo>
                  <a:close/>
                  <a:moveTo>
                    <a:pt x="6032968" y="261931"/>
                  </a:moveTo>
                  <a:cubicBezTo>
                    <a:pt x="6529798" y="261931"/>
                    <a:pt x="6997059" y="409800"/>
                    <a:pt x="7387429" y="664128"/>
                  </a:cubicBezTo>
                  <a:lnTo>
                    <a:pt x="7215900" y="835657"/>
                  </a:lnTo>
                  <a:cubicBezTo>
                    <a:pt x="6872851" y="622728"/>
                    <a:pt x="6464738" y="498521"/>
                    <a:pt x="6032968" y="498521"/>
                  </a:cubicBezTo>
                  <a:cubicBezTo>
                    <a:pt x="5051130" y="498521"/>
                    <a:pt x="4211247" y="1137307"/>
                    <a:pt x="3909598" y="2018596"/>
                  </a:cubicBezTo>
                  <a:lnTo>
                    <a:pt x="3684839" y="1941701"/>
                  </a:lnTo>
                  <a:cubicBezTo>
                    <a:pt x="4021975" y="965778"/>
                    <a:pt x="4944666" y="261931"/>
                    <a:pt x="6032968" y="261931"/>
                  </a:cubicBezTo>
                  <a:close/>
                  <a:moveTo>
                    <a:pt x="8281832" y="0"/>
                  </a:moveTo>
                  <a:lnTo>
                    <a:pt x="8787889" y="506058"/>
                  </a:lnTo>
                  <a:lnTo>
                    <a:pt x="8281832" y="1012115"/>
                  </a:lnTo>
                  <a:lnTo>
                    <a:pt x="7775774" y="506058"/>
                  </a:lnTo>
                  <a:close/>
                </a:path>
              </a:pathLst>
            </a:custGeom>
            <a:solidFill>
              <a:schemeClr val="accent1"/>
            </a:solidFill>
            <a:ln w="12601" cap="flat">
              <a:noFill/>
              <a:prstDash val="solid"/>
              <a:miter/>
            </a:ln>
          </p:spPr>
          <p:txBody>
            <a:bodyPr wrap="square" rtlCol="0" anchor="ctr">
              <a:noAutofit/>
            </a:bodyPr>
            <a:lstStyle/>
            <a:p>
              <a:endParaRPr lang="en-US" dirty="0"/>
            </a:p>
          </p:txBody>
        </p:sp>
      </p:grpSp>
      <p:grpSp>
        <p:nvGrpSpPr>
          <p:cNvPr id="910" name="Group 909">
            <a:extLst>
              <a:ext uri="{FF2B5EF4-FFF2-40B4-BE49-F238E27FC236}">
                <a16:creationId xmlns:a16="http://schemas.microsoft.com/office/drawing/2014/main" id="{A0A8AE5C-5B21-5FE8-F7A8-57CDD30C58AA}"/>
              </a:ext>
              <a:ext uri="{C183D7F6-B498-43B3-948B-1728B52AA6E4}">
                <adec:decorative xmlns:adec="http://schemas.microsoft.com/office/drawing/2017/decorative" val="1"/>
              </a:ext>
            </a:extLst>
          </p:cNvPr>
          <p:cNvGrpSpPr>
            <a:grpSpLocks noChangeAspect="1"/>
          </p:cNvGrpSpPr>
          <p:nvPr/>
        </p:nvGrpSpPr>
        <p:grpSpPr>
          <a:xfrm>
            <a:off x="2588988" y="2223703"/>
            <a:ext cx="342975" cy="457200"/>
            <a:chOff x="2588988" y="2223703"/>
            <a:chExt cx="342975" cy="457200"/>
          </a:xfrm>
          <a:solidFill>
            <a:srgbClr val="FF0000"/>
          </a:solidFill>
        </p:grpSpPr>
        <p:sp>
          <p:nvSpPr>
            <p:cNvPr id="1218" name="Freeform: Shape 1217">
              <a:extLst>
                <a:ext uri="{FF2B5EF4-FFF2-40B4-BE49-F238E27FC236}">
                  <a16:creationId xmlns:a16="http://schemas.microsoft.com/office/drawing/2014/main" id="{82FE9E3C-2D20-F029-D8E1-6B37E541EDCD}"/>
                </a:ext>
                <a:ext uri="{C183D7F6-B498-43B3-948B-1728B52AA6E4}">
                  <adec:decorative xmlns:adec="http://schemas.microsoft.com/office/drawing/2017/decorative" val="1"/>
                </a:ext>
              </a:extLst>
            </p:cNvPr>
            <p:cNvSpPr/>
            <p:nvPr/>
          </p:nvSpPr>
          <p:spPr>
            <a:xfrm>
              <a:off x="2588988" y="2223703"/>
              <a:ext cx="339555" cy="451044"/>
            </a:xfrm>
            <a:custGeom>
              <a:avLst/>
              <a:gdLst>
                <a:gd name="connsiteX0" fmla="*/ 0 w 531952"/>
                <a:gd name="connsiteY0" fmla="*/ 0 h 706613"/>
                <a:gd name="connsiteX1" fmla="*/ 1372 w 531952"/>
                <a:gd name="connsiteY1" fmla="*/ 0 h 706613"/>
                <a:gd name="connsiteX2" fmla="*/ 44962 w 531952"/>
                <a:gd name="connsiteY2" fmla="*/ 0 h 706613"/>
                <a:gd name="connsiteX3" fmla="*/ 83108 w 531952"/>
                <a:gd name="connsiteY3" fmla="*/ 0 h 706613"/>
                <a:gd name="connsiteX4" fmla="*/ 485619 w 531952"/>
                <a:gd name="connsiteY4" fmla="*/ 0 h 706613"/>
                <a:gd name="connsiteX5" fmla="*/ 486962 w 531952"/>
                <a:gd name="connsiteY5" fmla="*/ 556 h 706613"/>
                <a:gd name="connsiteX6" fmla="*/ 487890 w 531952"/>
                <a:gd name="connsiteY6" fmla="*/ 557 h 706613"/>
                <a:gd name="connsiteX7" fmla="*/ 531952 w 531952"/>
                <a:gd name="connsiteY7" fmla="*/ 44705 h 706613"/>
                <a:gd name="connsiteX8" fmla="*/ 531952 w 531952"/>
                <a:gd name="connsiteY8" fmla="*/ 620223 h 706613"/>
                <a:gd name="connsiteX9" fmla="*/ 485448 w 531952"/>
                <a:gd name="connsiteY9" fmla="*/ 620223 h 706613"/>
                <a:gd name="connsiteX10" fmla="*/ 485448 w 531952"/>
                <a:gd name="connsiteY10" fmla="*/ 44490 h 706613"/>
                <a:gd name="connsiteX11" fmla="*/ 118521 w 531952"/>
                <a:gd name="connsiteY11" fmla="*/ 44276 h 706613"/>
                <a:gd name="connsiteX12" fmla="*/ 44318 w 531952"/>
                <a:gd name="connsiteY12" fmla="*/ 44276 h 706613"/>
                <a:gd name="connsiteX13" fmla="*/ 44318 w 531952"/>
                <a:gd name="connsiteY13" fmla="*/ 662081 h 706613"/>
                <a:gd name="connsiteX14" fmla="*/ 441339 w 531952"/>
                <a:gd name="connsiteY14" fmla="*/ 662266 h 706613"/>
                <a:gd name="connsiteX15" fmla="*/ 441339 w 531952"/>
                <a:gd name="connsiteY15" fmla="*/ 706613 h 706613"/>
                <a:gd name="connsiteX16" fmla="*/ 44147 w 531952"/>
                <a:gd name="connsiteY16" fmla="*/ 706613 h 706613"/>
                <a:gd name="connsiteX17" fmla="*/ 0 w 531952"/>
                <a:gd name="connsiteY17" fmla="*/ 662466 h 706613"/>
                <a:gd name="connsiteX18" fmla="*/ 0 w 531952"/>
                <a:gd name="connsiteY18" fmla="*/ 21216 h 70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952" h="706613">
                  <a:moveTo>
                    <a:pt x="0" y="0"/>
                  </a:moveTo>
                  <a:lnTo>
                    <a:pt x="1372" y="0"/>
                  </a:lnTo>
                  <a:lnTo>
                    <a:pt x="44962" y="0"/>
                  </a:lnTo>
                  <a:lnTo>
                    <a:pt x="83108" y="0"/>
                  </a:lnTo>
                  <a:lnTo>
                    <a:pt x="485619" y="0"/>
                  </a:lnTo>
                  <a:lnTo>
                    <a:pt x="486962" y="556"/>
                  </a:lnTo>
                  <a:lnTo>
                    <a:pt x="487890" y="557"/>
                  </a:lnTo>
                  <a:cubicBezTo>
                    <a:pt x="512235" y="600"/>
                    <a:pt x="531952" y="20359"/>
                    <a:pt x="531952" y="44705"/>
                  </a:cubicBezTo>
                  <a:lnTo>
                    <a:pt x="531952" y="620223"/>
                  </a:lnTo>
                  <a:lnTo>
                    <a:pt x="485448" y="620223"/>
                  </a:lnTo>
                  <a:lnTo>
                    <a:pt x="485448" y="44490"/>
                  </a:lnTo>
                  <a:lnTo>
                    <a:pt x="118521" y="44276"/>
                  </a:lnTo>
                  <a:lnTo>
                    <a:pt x="44318" y="44276"/>
                  </a:lnTo>
                  <a:lnTo>
                    <a:pt x="44318" y="662081"/>
                  </a:lnTo>
                  <a:lnTo>
                    <a:pt x="441339" y="662266"/>
                  </a:lnTo>
                  <a:lnTo>
                    <a:pt x="441339" y="706613"/>
                  </a:lnTo>
                  <a:lnTo>
                    <a:pt x="44147" y="706613"/>
                  </a:lnTo>
                  <a:cubicBezTo>
                    <a:pt x="19759" y="706613"/>
                    <a:pt x="0" y="686854"/>
                    <a:pt x="0" y="662466"/>
                  </a:cubicBezTo>
                  <a:lnTo>
                    <a:pt x="0" y="21216"/>
                  </a:lnTo>
                  <a:close/>
                </a:path>
              </a:pathLst>
            </a:custGeom>
            <a:solidFill>
              <a:schemeClr val="accent2"/>
            </a:solidFill>
            <a:ln w="5507" cap="flat">
              <a:noFill/>
              <a:prstDash val="solid"/>
              <a:miter/>
            </a:ln>
          </p:spPr>
          <p:txBody>
            <a:bodyPr wrap="square" rtlCol="0" anchor="ctr">
              <a:noAutofit/>
            </a:bodyPr>
            <a:lstStyle/>
            <a:p>
              <a:endParaRPr lang="en-US"/>
            </a:p>
          </p:txBody>
        </p:sp>
        <p:sp>
          <p:nvSpPr>
            <p:cNvPr id="1308" name="Freeform: Shape 1307">
              <a:extLst>
                <a:ext uri="{FF2B5EF4-FFF2-40B4-BE49-F238E27FC236}">
                  <a16:creationId xmlns:a16="http://schemas.microsoft.com/office/drawing/2014/main" id="{D94A87CC-DEEC-5214-76E6-FD0A93A0FD22}"/>
                </a:ext>
                <a:ext uri="{C183D7F6-B498-43B3-948B-1728B52AA6E4}">
                  <adec:decorative xmlns:adec="http://schemas.microsoft.com/office/drawing/2017/decorative" val="1"/>
                </a:ext>
              </a:extLst>
            </p:cNvPr>
            <p:cNvSpPr/>
            <p:nvPr/>
          </p:nvSpPr>
          <p:spPr>
            <a:xfrm>
              <a:off x="2664691" y="2311964"/>
              <a:ext cx="267272" cy="368939"/>
            </a:xfrm>
            <a:custGeom>
              <a:avLst/>
              <a:gdLst>
                <a:gd name="connsiteX0" fmla="*/ 352920 w 418712"/>
                <a:gd name="connsiteY0" fmla="*/ 512151 h 577986"/>
                <a:gd name="connsiteX1" fmla="*/ 418712 w 418712"/>
                <a:gd name="connsiteY1" fmla="*/ 512151 h 577986"/>
                <a:gd name="connsiteX2" fmla="*/ 418712 w 418712"/>
                <a:gd name="connsiteY2" fmla="*/ 577986 h 577986"/>
                <a:gd name="connsiteX3" fmla="*/ 352920 w 418712"/>
                <a:gd name="connsiteY3" fmla="*/ 577986 h 577986"/>
                <a:gd name="connsiteX4" fmla="*/ 0 w 418712"/>
                <a:gd name="connsiteY4" fmla="*/ 246154 h 577986"/>
                <a:gd name="connsiteX5" fmla="*/ 48905 w 418712"/>
                <a:gd name="connsiteY5" fmla="*/ 246154 h 577986"/>
                <a:gd name="connsiteX6" fmla="*/ 48905 w 418712"/>
                <a:gd name="connsiteY6" fmla="*/ 490592 h 577986"/>
                <a:gd name="connsiteX7" fmla="*/ 0 w 418712"/>
                <a:gd name="connsiteY7" fmla="*/ 490592 h 577986"/>
                <a:gd name="connsiteX8" fmla="*/ 122584 w 418712"/>
                <a:gd name="connsiteY8" fmla="*/ 148387 h 577986"/>
                <a:gd name="connsiteX9" fmla="*/ 171703 w 418712"/>
                <a:gd name="connsiteY9" fmla="*/ 148387 h 577986"/>
                <a:gd name="connsiteX10" fmla="*/ 171703 w 418712"/>
                <a:gd name="connsiteY10" fmla="*/ 490592 h 577986"/>
                <a:gd name="connsiteX11" fmla="*/ 122584 w 418712"/>
                <a:gd name="connsiteY11" fmla="*/ 490592 h 577986"/>
                <a:gd name="connsiteX12" fmla="*/ 244438 w 418712"/>
                <a:gd name="connsiteY12" fmla="*/ 0 h 577986"/>
                <a:gd name="connsiteX13" fmla="*/ 293343 w 418712"/>
                <a:gd name="connsiteY13" fmla="*/ 0 h 577986"/>
                <a:gd name="connsiteX14" fmla="*/ 293343 w 418712"/>
                <a:gd name="connsiteY14" fmla="*/ 490592 h 577986"/>
                <a:gd name="connsiteX15" fmla="*/ 244438 w 418712"/>
                <a:gd name="connsiteY15" fmla="*/ 490592 h 57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8712" h="577986">
                  <a:moveTo>
                    <a:pt x="352920" y="512151"/>
                  </a:moveTo>
                  <a:lnTo>
                    <a:pt x="418712" y="512151"/>
                  </a:lnTo>
                  <a:lnTo>
                    <a:pt x="418712" y="577986"/>
                  </a:lnTo>
                  <a:lnTo>
                    <a:pt x="352920" y="577986"/>
                  </a:lnTo>
                  <a:close/>
                  <a:moveTo>
                    <a:pt x="0" y="246154"/>
                  </a:moveTo>
                  <a:lnTo>
                    <a:pt x="48905" y="246154"/>
                  </a:lnTo>
                  <a:lnTo>
                    <a:pt x="48905" y="490592"/>
                  </a:lnTo>
                  <a:lnTo>
                    <a:pt x="0" y="490592"/>
                  </a:lnTo>
                  <a:close/>
                  <a:moveTo>
                    <a:pt x="122584" y="148387"/>
                  </a:moveTo>
                  <a:lnTo>
                    <a:pt x="171703" y="148387"/>
                  </a:lnTo>
                  <a:lnTo>
                    <a:pt x="171703" y="490592"/>
                  </a:lnTo>
                  <a:lnTo>
                    <a:pt x="122584" y="490592"/>
                  </a:lnTo>
                  <a:close/>
                  <a:moveTo>
                    <a:pt x="244438" y="0"/>
                  </a:moveTo>
                  <a:lnTo>
                    <a:pt x="293343" y="0"/>
                  </a:lnTo>
                  <a:lnTo>
                    <a:pt x="293343" y="490592"/>
                  </a:lnTo>
                  <a:lnTo>
                    <a:pt x="244438" y="490592"/>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916" name="Group 915">
            <a:extLst>
              <a:ext uri="{FF2B5EF4-FFF2-40B4-BE49-F238E27FC236}">
                <a16:creationId xmlns:a16="http://schemas.microsoft.com/office/drawing/2014/main" id="{DEAB1B63-6B4B-EE47-07FE-CA43D0B60934}"/>
              </a:ext>
              <a:ext uri="{C183D7F6-B498-43B3-948B-1728B52AA6E4}">
                <adec:decorative xmlns:adec="http://schemas.microsoft.com/office/drawing/2017/decorative" val="1"/>
              </a:ext>
            </a:extLst>
          </p:cNvPr>
          <p:cNvGrpSpPr>
            <a:grpSpLocks noChangeAspect="1"/>
          </p:cNvGrpSpPr>
          <p:nvPr/>
        </p:nvGrpSpPr>
        <p:grpSpPr>
          <a:xfrm>
            <a:off x="4435120" y="2223703"/>
            <a:ext cx="621425" cy="457200"/>
            <a:chOff x="4435120" y="2223703"/>
            <a:chExt cx="621425" cy="457200"/>
          </a:xfrm>
          <a:solidFill>
            <a:srgbClr val="FF0000"/>
          </a:solidFill>
        </p:grpSpPr>
        <p:sp>
          <p:nvSpPr>
            <p:cNvPr id="1301" name="Freeform: Shape 1300">
              <a:extLst>
                <a:ext uri="{FF2B5EF4-FFF2-40B4-BE49-F238E27FC236}">
                  <a16:creationId xmlns:a16="http://schemas.microsoft.com/office/drawing/2014/main" id="{91EE8B64-AD18-E2E2-58A6-B5EEE824C5F2}"/>
                </a:ext>
                <a:ext uri="{C183D7F6-B498-43B3-948B-1728B52AA6E4}">
                  <adec:decorative xmlns:adec="http://schemas.microsoft.com/office/drawing/2017/decorative" val="1"/>
                </a:ext>
              </a:extLst>
            </p:cNvPr>
            <p:cNvSpPr/>
            <p:nvPr/>
          </p:nvSpPr>
          <p:spPr>
            <a:xfrm flipH="1">
              <a:off x="4509835" y="2223703"/>
              <a:ext cx="546710" cy="408982"/>
            </a:xfrm>
            <a:custGeom>
              <a:avLst/>
              <a:gdLst>
                <a:gd name="connsiteX0" fmla="*/ 635407 w 855465"/>
                <a:gd name="connsiteY0" fmla="*/ 282034 h 639955"/>
                <a:gd name="connsiteX1" fmla="*/ 773748 w 855465"/>
                <a:gd name="connsiteY1" fmla="*/ 420374 h 639955"/>
                <a:gd name="connsiteX2" fmla="*/ 635407 w 855465"/>
                <a:gd name="connsiteY2" fmla="*/ 558714 h 639955"/>
                <a:gd name="connsiteX3" fmla="*/ 497066 w 855465"/>
                <a:gd name="connsiteY3" fmla="*/ 420374 h 639955"/>
                <a:gd name="connsiteX4" fmla="*/ 635407 w 855465"/>
                <a:gd name="connsiteY4" fmla="*/ 282034 h 639955"/>
                <a:gd name="connsiteX5" fmla="*/ 635407 w 855465"/>
                <a:gd name="connsiteY5" fmla="*/ 238830 h 639955"/>
                <a:gd name="connsiteX6" fmla="*/ 453862 w 855465"/>
                <a:gd name="connsiteY6" fmla="*/ 420374 h 639955"/>
                <a:gd name="connsiteX7" fmla="*/ 635407 w 855465"/>
                <a:gd name="connsiteY7" fmla="*/ 601918 h 639955"/>
                <a:gd name="connsiteX8" fmla="*/ 706073 w 855465"/>
                <a:gd name="connsiteY8" fmla="*/ 587652 h 639955"/>
                <a:gd name="connsiteX9" fmla="*/ 745372 w 855465"/>
                <a:gd name="connsiteY9" fmla="*/ 561155 h 639955"/>
                <a:gd name="connsiteX10" fmla="*/ 824172 w 855465"/>
                <a:gd name="connsiteY10" fmla="*/ 639955 h 639955"/>
                <a:gd name="connsiteX11" fmla="*/ 855465 w 855465"/>
                <a:gd name="connsiteY11" fmla="*/ 608662 h 639955"/>
                <a:gd name="connsiteX12" fmla="*/ 776573 w 855465"/>
                <a:gd name="connsiteY12" fmla="*/ 529770 h 639955"/>
                <a:gd name="connsiteX13" fmla="*/ 802685 w 855465"/>
                <a:gd name="connsiteY13" fmla="*/ 491039 h 639955"/>
                <a:gd name="connsiteX14" fmla="*/ 816952 w 855465"/>
                <a:gd name="connsiteY14" fmla="*/ 420374 h 639955"/>
                <a:gd name="connsiteX15" fmla="*/ 635407 w 855465"/>
                <a:gd name="connsiteY15" fmla="*/ 238830 h 639955"/>
                <a:gd name="connsiteX16" fmla="*/ 297984 w 855465"/>
                <a:gd name="connsiteY16" fmla="*/ 0 h 639955"/>
                <a:gd name="connsiteX17" fmla="*/ 0 w 855465"/>
                <a:gd name="connsiteY17" fmla="*/ 271682 h 639955"/>
                <a:gd name="connsiteX18" fmla="*/ 297984 w 855465"/>
                <a:gd name="connsiteY18" fmla="*/ 541153 h 639955"/>
                <a:gd name="connsiteX19" fmla="*/ 297984 w 855465"/>
                <a:gd name="connsiteY19" fmla="*/ 404209 h 639955"/>
                <a:gd name="connsiteX20" fmla="*/ 419780 w 855465"/>
                <a:gd name="connsiteY20" fmla="*/ 404209 h 639955"/>
                <a:gd name="connsiteX21" fmla="*/ 419780 w 855465"/>
                <a:gd name="connsiteY21" fmla="*/ 360033 h 639955"/>
                <a:gd name="connsiteX22" fmla="*/ 253839 w 855465"/>
                <a:gd name="connsiteY22" fmla="*/ 360033 h 639955"/>
                <a:gd name="connsiteX23" fmla="*/ 253839 w 855465"/>
                <a:gd name="connsiteY23" fmla="*/ 441757 h 639955"/>
                <a:gd name="connsiteX24" fmla="*/ 66218 w 855465"/>
                <a:gd name="connsiteY24" fmla="*/ 271682 h 639955"/>
                <a:gd name="connsiteX25" fmla="*/ 253839 w 855465"/>
                <a:gd name="connsiteY25" fmla="*/ 99396 h 639955"/>
                <a:gd name="connsiteX26" fmla="*/ 253839 w 855465"/>
                <a:gd name="connsiteY26" fmla="*/ 183330 h 639955"/>
                <a:gd name="connsiteX27" fmla="*/ 575374 w 855465"/>
                <a:gd name="connsiteY27" fmla="*/ 183330 h 639955"/>
                <a:gd name="connsiteX28" fmla="*/ 575374 w 855465"/>
                <a:gd name="connsiteY28" fmla="*/ 139154 h 639955"/>
                <a:gd name="connsiteX29" fmla="*/ 297984 w 855465"/>
                <a:gd name="connsiteY29" fmla="*/ 139154 h 639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55465" h="639955">
                  <a:moveTo>
                    <a:pt x="635407" y="282034"/>
                  </a:moveTo>
                  <a:cubicBezTo>
                    <a:pt x="711811" y="282034"/>
                    <a:pt x="773748" y="343971"/>
                    <a:pt x="773748" y="420374"/>
                  </a:cubicBezTo>
                  <a:cubicBezTo>
                    <a:pt x="773748" y="496777"/>
                    <a:pt x="711811" y="558714"/>
                    <a:pt x="635407" y="558714"/>
                  </a:cubicBezTo>
                  <a:cubicBezTo>
                    <a:pt x="559003" y="558714"/>
                    <a:pt x="497066" y="496777"/>
                    <a:pt x="497066" y="420374"/>
                  </a:cubicBezTo>
                  <a:cubicBezTo>
                    <a:pt x="497066" y="343971"/>
                    <a:pt x="559003" y="282034"/>
                    <a:pt x="635407" y="282034"/>
                  </a:cubicBezTo>
                  <a:close/>
                  <a:moveTo>
                    <a:pt x="635407" y="238830"/>
                  </a:moveTo>
                  <a:cubicBezTo>
                    <a:pt x="535142" y="238830"/>
                    <a:pt x="453862" y="320110"/>
                    <a:pt x="453862" y="420374"/>
                  </a:cubicBezTo>
                  <a:cubicBezTo>
                    <a:pt x="453862" y="520638"/>
                    <a:pt x="535142" y="601918"/>
                    <a:pt x="635407" y="601918"/>
                  </a:cubicBezTo>
                  <a:cubicBezTo>
                    <a:pt x="660473" y="601918"/>
                    <a:pt x="684353" y="596838"/>
                    <a:pt x="706073" y="587652"/>
                  </a:cubicBezTo>
                  <a:lnTo>
                    <a:pt x="745372" y="561155"/>
                  </a:lnTo>
                  <a:lnTo>
                    <a:pt x="824172" y="639955"/>
                  </a:lnTo>
                  <a:lnTo>
                    <a:pt x="855465" y="608662"/>
                  </a:lnTo>
                  <a:lnTo>
                    <a:pt x="776573" y="529770"/>
                  </a:lnTo>
                  <a:lnTo>
                    <a:pt x="802685" y="491039"/>
                  </a:lnTo>
                  <a:cubicBezTo>
                    <a:pt x="811872" y="469320"/>
                    <a:pt x="816952" y="445440"/>
                    <a:pt x="816952" y="420374"/>
                  </a:cubicBezTo>
                  <a:cubicBezTo>
                    <a:pt x="816952" y="320110"/>
                    <a:pt x="735672" y="238830"/>
                    <a:pt x="635407" y="238830"/>
                  </a:cubicBezTo>
                  <a:close/>
                  <a:moveTo>
                    <a:pt x="297984" y="0"/>
                  </a:moveTo>
                  <a:lnTo>
                    <a:pt x="0" y="271682"/>
                  </a:lnTo>
                  <a:lnTo>
                    <a:pt x="297984" y="541153"/>
                  </a:lnTo>
                  <a:lnTo>
                    <a:pt x="297984" y="404209"/>
                  </a:lnTo>
                  <a:lnTo>
                    <a:pt x="419780" y="404209"/>
                  </a:lnTo>
                  <a:lnTo>
                    <a:pt x="419780" y="360033"/>
                  </a:lnTo>
                  <a:lnTo>
                    <a:pt x="253839" y="360033"/>
                  </a:lnTo>
                  <a:lnTo>
                    <a:pt x="253839" y="441757"/>
                  </a:lnTo>
                  <a:lnTo>
                    <a:pt x="66218" y="271682"/>
                  </a:lnTo>
                  <a:lnTo>
                    <a:pt x="253839" y="99396"/>
                  </a:lnTo>
                  <a:lnTo>
                    <a:pt x="253839" y="183330"/>
                  </a:lnTo>
                  <a:lnTo>
                    <a:pt x="575374" y="183330"/>
                  </a:lnTo>
                  <a:lnTo>
                    <a:pt x="575374" y="139154"/>
                  </a:lnTo>
                  <a:lnTo>
                    <a:pt x="297984" y="139154"/>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300" name="Freeform: Shape 1299">
              <a:extLst>
                <a:ext uri="{FF2B5EF4-FFF2-40B4-BE49-F238E27FC236}">
                  <a16:creationId xmlns:a16="http://schemas.microsoft.com/office/drawing/2014/main" id="{B824F3EC-B270-045B-9225-63E91A6FB85B}"/>
                </a:ext>
                <a:ext uri="{C183D7F6-B498-43B3-948B-1728B52AA6E4}">
                  <adec:decorative xmlns:adec="http://schemas.microsoft.com/office/drawing/2017/decorative" val="1"/>
                </a:ext>
              </a:extLst>
            </p:cNvPr>
            <p:cNvSpPr/>
            <p:nvPr/>
          </p:nvSpPr>
          <p:spPr>
            <a:xfrm flipH="1">
              <a:off x="4435120" y="2256379"/>
              <a:ext cx="417609" cy="424524"/>
            </a:xfrm>
            <a:custGeom>
              <a:avLst/>
              <a:gdLst>
                <a:gd name="connsiteX0" fmla="*/ 565078 w 653454"/>
                <a:gd name="connsiteY0" fmla="*/ 570466 h 664275"/>
                <a:gd name="connsiteX1" fmla="*/ 518174 w 653454"/>
                <a:gd name="connsiteY1" fmla="*/ 617371 h 664275"/>
                <a:gd name="connsiteX2" fmla="*/ 565078 w 653454"/>
                <a:gd name="connsiteY2" fmla="*/ 664275 h 664275"/>
                <a:gd name="connsiteX3" fmla="*/ 611983 w 653454"/>
                <a:gd name="connsiteY3" fmla="*/ 617371 h 664275"/>
                <a:gd name="connsiteX4" fmla="*/ 100859 w 653454"/>
                <a:gd name="connsiteY4" fmla="*/ 375464 h 664275"/>
                <a:gd name="connsiteX5" fmla="*/ 0 w 653454"/>
                <a:gd name="connsiteY5" fmla="*/ 375464 h 664275"/>
                <a:gd name="connsiteX6" fmla="*/ 0 w 653454"/>
                <a:gd name="connsiteY6" fmla="*/ 419494 h 664275"/>
                <a:gd name="connsiteX7" fmla="*/ 100859 w 653454"/>
                <a:gd name="connsiteY7" fmla="*/ 419494 h 664275"/>
                <a:gd name="connsiteX8" fmla="*/ 310782 w 653454"/>
                <a:gd name="connsiteY8" fmla="*/ 375464 h 664275"/>
                <a:gd name="connsiteX9" fmla="*/ 211695 w 653454"/>
                <a:gd name="connsiteY9" fmla="*/ 375464 h 664275"/>
                <a:gd name="connsiteX10" fmla="*/ 211695 w 653454"/>
                <a:gd name="connsiteY10" fmla="*/ 419494 h 664275"/>
                <a:gd name="connsiteX11" fmla="*/ 310782 w 653454"/>
                <a:gd name="connsiteY11" fmla="*/ 419494 h 664275"/>
                <a:gd name="connsiteX12" fmla="*/ 421275 w 653454"/>
                <a:gd name="connsiteY12" fmla="*/ 375464 h 664275"/>
                <a:gd name="connsiteX13" fmla="*/ 353472 w 653454"/>
                <a:gd name="connsiteY13" fmla="*/ 375464 h 664275"/>
                <a:gd name="connsiteX14" fmla="*/ 353472 w 653454"/>
                <a:gd name="connsiteY14" fmla="*/ 419494 h 664275"/>
                <a:gd name="connsiteX15" fmla="*/ 421275 w 653454"/>
                <a:gd name="connsiteY15" fmla="*/ 419494 h 664275"/>
                <a:gd name="connsiteX16" fmla="*/ 352903 w 653454"/>
                <a:gd name="connsiteY16" fmla="*/ 287168 h 664275"/>
                <a:gd name="connsiteX17" fmla="*/ 231873 w 653454"/>
                <a:gd name="connsiteY17" fmla="*/ 287168 h 664275"/>
                <a:gd name="connsiteX18" fmla="*/ 231873 w 653454"/>
                <a:gd name="connsiteY18" fmla="*/ 331198 h 664275"/>
                <a:gd name="connsiteX19" fmla="*/ 352903 w 653454"/>
                <a:gd name="connsiteY19" fmla="*/ 331198 h 664275"/>
                <a:gd name="connsiteX20" fmla="*/ 653454 w 653454"/>
                <a:gd name="connsiteY20" fmla="*/ 287168 h 664275"/>
                <a:gd name="connsiteX21" fmla="*/ 519375 w 653454"/>
                <a:gd name="connsiteY21" fmla="*/ 287168 h 664275"/>
                <a:gd name="connsiteX22" fmla="*/ 519375 w 653454"/>
                <a:gd name="connsiteY22" fmla="*/ 331198 h 664275"/>
                <a:gd name="connsiteX23" fmla="*/ 653454 w 653454"/>
                <a:gd name="connsiteY23" fmla="*/ 331198 h 664275"/>
                <a:gd name="connsiteX24" fmla="*/ 388291 w 653454"/>
                <a:gd name="connsiteY24" fmla="*/ 87992 h 664275"/>
                <a:gd name="connsiteX25" fmla="*/ 300650 w 653454"/>
                <a:gd name="connsiteY25" fmla="*/ 87992 h 664275"/>
                <a:gd name="connsiteX26" fmla="*/ 300650 w 653454"/>
                <a:gd name="connsiteY26" fmla="*/ 132022 h 664275"/>
                <a:gd name="connsiteX27" fmla="*/ 388291 w 653454"/>
                <a:gd name="connsiteY27" fmla="*/ 132022 h 664275"/>
                <a:gd name="connsiteX28" fmla="*/ 521040 w 653454"/>
                <a:gd name="connsiteY28" fmla="*/ 87977 h 664275"/>
                <a:gd name="connsiteX29" fmla="*/ 432487 w 653454"/>
                <a:gd name="connsiteY29" fmla="*/ 87977 h 664275"/>
                <a:gd name="connsiteX30" fmla="*/ 432487 w 653454"/>
                <a:gd name="connsiteY30" fmla="*/ 132007 h 664275"/>
                <a:gd name="connsiteX31" fmla="*/ 521040 w 653454"/>
                <a:gd name="connsiteY31" fmla="*/ 132007 h 664275"/>
                <a:gd name="connsiteX32" fmla="*/ 432487 w 653454"/>
                <a:gd name="connsiteY32" fmla="*/ 0 h 664275"/>
                <a:gd name="connsiteX33" fmla="*/ 57565 w 653454"/>
                <a:gd name="connsiteY33" fmla="*/ 0 h 664275"/>
                <a:gd name="connsiteX34" fmla="*/ 57565 w 653454"/>
                <a:gd name="connsiteY34" fmla="*/ 44030 h 664275"/>
                <a:gd name="connsiteX35" fmla="*/ 432487 w 653454"/>
                <a:gd name="connsiteY35" fmla="*/ 44030 h 6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3454" h="664275">
                  <a:moveTo>
                    <a:pt x="565078" y="570466"/>
                  </a:moveTo>
                  <a:lnTo>
                    <a:pt x="518174" y="617371"/>
                  </a:lnTo>
                  <a:lnTo>
                    <a:pt x="565078" y="664275"/>
                  </a:lnTo>
                  <a:lnTo>
                    <a:pt x="611983" y="617371"/>
                  </a:lnTo>
                  <a:close/>
                  <a:moveTo>
                    <a:pt x="100859" y="375464"/>
                  </a:moveTo>
                  <a:lnTo>
                    <a:pt x="0" y="375464"/>
                  </a:lnTo>
                  <a:lnTo>
                    <a:pt x="0" y="419494"/>
                  </a:lnTo>
                  <a:lnTo>
                    <a:pt x="100859" y="419494"/>
                  </a:lnTo>
                  <a:close/>
                  <a:moveTo>
                    <a:pt x="310782" y="375464"/>
                  </a:moveTo>
                  <a:lnTo>
                    <a:pt x="211695" y="375464"/>
                  </a:lnTo>
                  <a:lnTo>
                    <a:pt x="211695" y="419494"/>
                  </a:lnTo>
                  <a:lnTo>
                    <a:pt x="310782" y="419494"/>
                  </a:lnTo>
                  <a:close/>
                  <a:moveTo>
                    <a:pt x="421275" y="375464"/>
                  </a:moveTo>
                  <a:lnTo>
                    <a:pt x="353472" y="375464"/>
                  </a:lnTo>
                  <a:lnTo>
                    <a:pt x="353472" y="419494"/>
                  </a:lnTo>
                  <a:lnTo>
                    <a:pt x="421275" y="419494"/>
                  </a:lnTo>
                  <a:close/>
                  <a:moveTo>
                    <a:pt x="352903" y="287168"/>
                  </a:moveTo>
                  <a:lnTo>
                    <a:pt x="231873" y="287168"/>
                  </a:lnTo>
                  <a:lnTo>
                    <a:pt x="231873" y="331198"/>
                  </a:lnTo>
                  <a:lnTo>
                    <a:pt x="352903" y="331198"/>
                  </a:lnTo>
                  <a:close/>
                  <a:moveTo>
                    <a:pt x="653454" y="287168"/>
                  </a:moveTo>
                  <a:lnTo>
                    <a:pt x="519375" y="287168"/>
                  </a:lnTo>
                  <a:lnTo>
                    <a:pt x="519375" y="331198"/>
                  </a:lnTo>
                  <a:lnTo>
                    <a:pt x="653454" y="331198"/>
                  </a:lnTo>
                  <a:close/>
                  <a:moveTo>
                    <a:pt x="388291" y="87992"/>
                  </a:moveTo>
                  <a:lnTo>
                    <a:pt x="300650" y="87992"/>
                  </a:lnTo>
                  <a:lnTo>
                    <a:pt x="300650" y="132022"/>
                  </a:lnTo>
                  <a:lnTo>
                    <a:pt x="388291" y="132022"/>
                  </a:lnTo>
                  <a:close/>
                  <a:moveTo>
                    <a:pt x="521040" y="87977"/>
                  </a:moveTo>
                  <a:lnTo>
                    <a:pt x="432487" y="87977"/>
                  </a:lnTo>
                  <a:lnTo>
                    <a:pt x="432487" y="132007"/>
                  </a:lnTo>
                  <a:lnTo>
                    <a:pt x="521040" y="132007"/>
                  </a:lnTo>
                  <a:close/>
                  <a:moveTo>
                    <a:pt x="432487" y="0"/>
                  </a:moveTo>
                  <a:lnTo>
                    <a:pt x="57565" y="0"/>
                  </a:lnTo>
                  <a:lnTo>
                    <a:pt x="57565" y="44030"/>
                  </a:lnTo>
                  <a:lnTo>
                    <a:pt x="432487" y="44030"/>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11" name="Group 910">
            <a:extLst>
              <a:ext uri="{FF2B5EF4-FFF2-40B4-BE49-F238E27FC236}">
                <a16:creationId xmlns:a16="http://schemas.microsoft.com/office/drawing/2014/main" id="{6510DA31-2AFE-6417-CFDA-F10E09F79BAF}"/>
              </a:ext>
              <a:ext uri="{C183D7F6-B498-43B3-948B-1728B52AA6E4}">
                <adec:decorative xmlns:adec="http://schemas.microsoft.com/office/drawing/2017/decorative" val="1"/>
              </a:ext>
            </a:extLst>
          </p:cNvPr>
          <p:cNvGrpSpPr>
            <a:grpSpLocks noChangeAspect="1"/>
          </p:cNvGrpSpPr>
          <p:nvPr/>
        </p:nvGrpSpPr>
        <p:grpSpPr>
          <a:xfrm>
            <a:off x="639763" y="2223703"/>
            <a:ext cx="493634" cy="457200"/>
            <a:chOff x="639763" y="2223703"/>
            <a:chExt cx="493634" cy="457200"/>
          </a:xfrm>
          <a:solidFill>
            <a:srgbClr val="FF0000"/>
          </a:solidFill>
        </p:grpSpPr>
        <p:sp>
          <p:nvSpPr>
            <p:cNvPr id="1285" name="Freeform: Shape 1284">
              <a:extLst>
                <a:ext uri="{FF2B5EF4-FFF2-40B4-BE49-F238E27FC236}">
                  <a16:creationId xmlns:a16="http://schemas.microsoft.com/office/drawing/2014/main" id="{2D4AADB0-24D6-4C3C-2DB3-D8A2B12F5698}"/>
                </a:ext>
                <a:ext uri="{C183D7F6-B498-43B3-948B-1728B52AA6E4}">
                  <adec:decorative xmlns:adec="http://schemas.microsoft.com/office/drawing/2017/decorative" val="1"/>
                </a:ext>
              </a:extLst>
            </p:cNvPr>
            <p:cNvSpPr/>
            <p:nvPr/>
          </p:nvSpPr>
          <p:spPr>
            <a:xfrm>
              <a:off x="647264" y="2223703"/>
              <a:ext cx="457558" cy="457200"/>
            </a:xfrm>
            <a:custGeom>
              <a:avLst/>
              <a:gdLst>
                <a:gd name="connsiteX0" fmla="*/ 660249 w 704815"/>
                <a:gd name="connsiteY0" fmla="*/ 264098 h 704263"/>
                <a:gd name="connsiteX1" fmla="*/ 704266 w 704815"/>
                <a:gd name="connsiteY1" fmla="*/ 264098 h 704263"/>
                <a:gd name="connsiteX2" fmla="*/ 704266 w 704815"/>
                <a:gd name="connsiteY2" fmla="*/ 638238 h 704263"/>
                <a:gd name="connsiteX3" fmla="*/ 638241 w 704815"/>
                <a:gd name="connsiteY3" fmla="*/ 704263 h 704263"/>
                <a:gd name="connsiteX4" fmla="*/ 44568 w 704815"/>
                <a:gd name="connsiteY4" fmla="*/ 704263 h 704263"/>
                <a:gd name="connsiteX5" fmla="*/ 551 w 704815"/>
                <a:gd name="connsiteY5" fmla="*/ 704263 h 704263"/>
                <a:gd name="connsiteX6" fmla="*/ 551 w 704815"/>
                <a:gd name="connsiteY6" fmla="*/ 660247 h 704263"/>
                <a:gd name="connsiteX7" fmla="*/ 551 w 704815"/>
                <a:gd name="connsiteY7" fmla="*/ 659108 h 704263"/>
                <a:gd name="connsiteX8" fmla="*/ 44568 w 704815"/>
                <a:gd name="connsiteY8" fmla="*/ 659108 h 704263"/>
                <a:gd name="connsiteX9" fmla="*/ 44568 w 704815"/>
                <a:gd name="connsiteY9" fmla="*/ 660247 h 704263"/>
                <a:gd name="connsiteX10" fmla="*/ 187621 w 704815"/>
                <a:gd name="connsiteY10" fmla="*/ 660247 h 704263"/>
                <a:gd name="connsiteX11" fmla="*/ 187621 w 704815"/>
                <a:gd name="connsiteY11" fmla="*/ 616231 h 704263"/>
                <a:gd name="connsiteX12" fmla="*/ 209629 w 704815"/>
                <a:gd name="connsiteY12" fmla="*/ 616231 h 704263"/>
                <a:gd name="connsiteX13" fmla="*/ 209629 w 704815"/>
                <a:gd name="connsiteY13" fmla="*/ 660247 h 704263"/>
                <a:gd name="connsiteX14" fmla="*/ 341679 w 704815"/>
                <a:gd name="connsiteY14" fmla="*/ 660247 h 704263"/>
                <a:gd name="connsiteX15" fmla="*/ 341679 w 704815"/>
                <a:gd name="connsiteY15" fmla="*/ 616231 h 704263"/>
                <a:gd name="connsiteX16" fmla="*/ 363687 w 704815"/>
                <a:gd name="connsiteY16" fmla="*/ 616231 h 704263"/>
                <a:gd name="connsiteX17" fmla="*/ 363687 w 704815"/>
                <a:gd name="connsiteY17" fmla="*/ 660247 h 704263"/>
                <a:gd name="connsiteX18" fmla="*/ 495737 w 704815"/>
                <a:gd name="connsiteY18" fmla="*/ 660247 h 704263"/>
                <a:gd name="connsiteX19" fmla="*/ 495737 w 704815"/>
                <a:gd name="connsiteY19" fmla="*/ 616231 h 704263"/>
                <a:gd name="connsiteX20" fmla="*/ 517745 w 704815"/>
                <a:gd name="connsiteY20" fmla="*/ 616231 h 704263"/>
                <a:gd name="connsiteX21" fmla="*/ 517745 w 704815"/>
                <a:gd name="connsiteY21" fmla="*/ 660247 h 704263"/>
                <a:gd name="connsiteX22" fmla="*/ 638241 w 704815"/>
                <a:gd name="connsiteY22" fmla="*/ 660247 h 704263"/>
                <a:gd name="connsiteX23" fmla="*/ 660249 w 704815"/>
                <a:gd name="connsiteY23" fmla="*/ 638238 h 704263"/>
                <a:gd name="connsiteX24" fmla="*/ 660249 w 704815"/>
                <a:gd name="connsiteY24" fmla="*/ 573314 h 704263"/>
                <a:gd name="connsiteX25" fmla="*/ 660249 w 704815"/>
                <a:gd name="connsiteY25" fmla="*/ 551306 h 704263"/>
                <a:gd name="connsiteX26" fmla="*/ 660249 w 704815"/>
                <a:gd name="connsiteY26" fmla="*/ 517193 h 704263"/>
                <a:gd name="connsiteX27" fmla="*/ 616782 w 704815"/>
                <a:gd name="connsiteY27" fmla="*/ 517193 h 704263"/>
                <a:gd name="connsiteX28" fmla="*/ 616782 w 704815"/>
                <a:gd name="connsiteY28" fmla="*/ 495185 h 704263"/>
                <a:gd name="connsiteX29" fmla="*/ 660249 w 704815"/>
                <a:gd name="connsiteY29" fmla="*/ 495185 h 704263"/>
                <a:gd name="connsiteX30" fmla="*/ 660249 w 704815"/>
                <a:gd name="connsiteY30" fmla="*/ 363135 h 704263"/>
                <a:gd name="connsiteX31" fmla="*/ 616782 w 704815"/>
                <a:gd name="connsiteY31" fmla="*/ 363135 h 704263"/>
                <a:gd name="connsiteX32" fmla="*/ 616782 w 704815"/>
                <a:gd name="connsiteY32" fmla="*/ 341127 h 704263"/>
                <a:gd name="connsiteX33" fmla="*/ 660249 w 704815"/>
                <a:gd name="connsiteY33" fmla="*/ 341127 h 704263"/>
                <a:gd name="connsiteX34" fmla="*/ 66575 w 704815"/>
                <a:gd name="connsiteY34" fmla="*/ 0 h 704263"/>
                <a:gd name="connsiteX35" fmla="*/ 704815 w 704815"/>
                <a:gd name="connsiteY35" fmla="*/ 0 h 704263"/>
                <a:gd name="connsiteX36" fmla="*/ 704815 w 704815"/>
                <a:gd name="connsiteY36" fmla="*/ 4952 h 704263"/>
                <a:gd name="connsiteX37" fmla="*/ 704815 w 704815"/>
                <a:gd name="connsiteY37" fmla="*/ 44017 h 704263"/>
                <a:gd name="connsiteX38" fmla="*/ 517745 w 704815"/>
                <a:gd name="connsiteY38" fmla="*/ 44017 h 704263"/>
                <a:gd name="connsiteX39" fmla="*/ 517745 w 704815"/>
                <a:gd name="connsiteY39" fmla="*/ 88033 h 704263"/>
                <a:gd name="connsiteX40" fmla="*/ 495737 w 704815"/>
                <a:gd name="connsiteY40" fmla="*/ 88033 h 704263"/>
                <a:gd name="connsiteX41" fmla="*/ 495737 w 704815"/>
                <a:gd name="connsiteY41" fmla="*/ 44017 h 704263"/>
                <a:gd name="connsiteX42" fmla="*/ 363687 w 704815"/>
                <a:gd name="connsiteY42" fmla="*/ 44017 h 704263"/>
                <a:gd name="connsiteX43" fmla="*/ 363687 w 704815"/>
                <a:gd name="connsiteY43" fmla="*/ 88033 h 704263"/>
                <a:gd name="connsiteX44" fmla="*/ 341679 w 704815"/>
                <a:gd name="connsiteY44" fmla="*/ 88033 h 704263"/>
                <a:gd name="connsiteX45" fmla="*/ 341679 w 704815"/>
                <a:gd name="connsiteY45" fmla="*/ 44017 h 704263"/>
                <a:gd name="connsiteX46" fmla="*/ 209629 w 704815"/>
                <a:gd name="connsiteY46" fmla="*/ 44017 h 704263"/>
                <a:gd name="connsiteX47" fmla="*/ 209629 w 704815"/>
                <a:gd name="connsiteY47" fmla="*/ 88033 h 704263"/>
                <a:gd name="connsiteX48" fmla="*/ 187621 w 704815"/>
                <a:gd name="connsiteY48" fmla="*/ 88033 h 704263"/>
                <a:gd name="connsiteX49" fmla="*/ 187621 w 704815"/>
                <a:gd name="connsiteY49" fmla="*/ 44017 h 704263"/>
                <a:gd name="connsiteX50" fmla="*/ 66575 w 704815"/>
                <a:gd name="connsiteY50" fmla="*/ 44017 h 704263"/>
                <a:gd name="connsiteX51" fmla="*/ 45117 w 704815"/>
                <a:gd name="connsiteY51" fmla="*/ 66025 h 704263"/>
                <a:gd name="connsiteX52" fmla="*/ 45117 w 704815"/>
                <a:gd name="connsiteY52" fmla="*/ 187070 h 704263"/>
                <a:gd name="connsiteX53" fmla="*/ 88584 w 704815"/>
                <a:gd name="connsiteY53" fmla="*/ 187070 h 704263"/>
                <a:gd name="connsiteX54" fmla="*/ 88584 w 704815"/>
                <a:gd name="connsiteY54" fmla="*/ 209078 h 704263"/>
                <a:gd name="connsiteX55" fmla="*/ 45117 w 704815"/>
                <a:gd name="connsiteY55" fmla="*/ 209078 h 704263"/>
                <a:gd name="connsiteX56" fmla="*/ 45117 w 704815"/>
                <a:gd name="connsiteY56" fmla="*/ 341127 h 704263"/>
                <a:gd name="connsiteX57" fmla="*/ 88584 w 704815"/>
                <a:gd name="connsiteY57" fmla="*/ 341127 h 704263"/>
                <a:gd name="connsiteX58" fmla="*/ 88584 w 704815"/>
                <a:gd name="connsiteY58" fmla="*/ 363135 h 704263"/>
                <a:gd name="connsiteX59" fmla="*/ 45117 w 704815"/>
                <a:gd name="connsiteY59" fmla="*/ 363135 h 704263"/>
                <a:gd name="connsiteX60" fmla="*/ 45117 w 704815"/>
                <a:gd name="connsiteY60" fmla="*/ 550794 h 704263"/>
                <a:gd name="connsiteX61" fmla="*/ 0 w 704815"/>
                <a:gd name="connsiteY61" fmla="*/ 550794 h 704263"/>
                <a:gd name="connsiteX62" fmla="*/ 0 w 704815"/>
                <a:gd name="connsiteY62" fmla="*/ 66025 h 704263"/>
                <a:gd name="connsiteX63" fmla="*/ 66575 w 704815"/>
                <a:gd name="connsiteY63" fmla="*/ 0 h 70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04815" h="704263">
                  <a:moveTo>
                    <a:pt x="660249" y="264098"/>
                  </a:moveTo>
                  <a:lnTo>
                    <a:pt x="704266" y="264098"/>
                  </a:lnTo>
                  <a:lnTo>
                    <a:pt x="704266" y="638238"/>
                  </a:lnTo>
                  <a:cubicBezTo>
                    <a:pt x="704266" y="674552"/>
                    <a:pt x="674555" y="704263"/>
                    <a:pt x="638241" y="704263"/>
                  </a:cubicBezTo>
                  <a:lnTo>
                    <a:pt x="44568" y="704263"/>
                  </a:lnTo>
                  <a:lnTo>
                    <a:pt x="551" y="704263"/>
                  </a:lnTo>
                  <a:lnTo>
                    <a:pt x="551" y="660247"/>
                  </a:lnTo>
                  <a:lnTo>
                    <a:pt x="551" y="659108"/>
                  </a:lnTo>
                  <a:lnTo>
                    <a:pt x="44568" y="659108"/>
                  </a:lnTo>
                  <a:lnTo>
                    <a:pt x="44568" y="660247"/>
                  </a:lnTo>
                  <a:lnTo>
                    <a:pt x="187621" y="660247"/>
                  </a:lnTo>
                  <a:lnTo>
                    <a:pt x="187621" y="616231"/>
                  </a:lnTo>
                  <a:lnTo>
                    <a:pt x="209629" y="616231"/>
                  </a:lnTo>
                  <a:lnTo>
                    <a:pt x="209629" y="660247"/>
                  </a:lnTo>
                  <a:lnTo>
                    <a:pt x="341679" y="660247"/>
                  </a:lnTo>
                  <a:lnTo>
                    <a:pt x="341679" y="616231"/>
                  </a:lnTo>
                  <a:lnTo>
                    <a:pt x="363687" y="616231"/>
                  </a:lnTo>
                  <a:lnTo>
                    <a:pt x="363687" y="660247"/>
                  </a:lnTo>
                  <a:lnTo>
                    <a:pt x="495737" y="660247"/>
                  </a:lnTo>
                  <a:lnTo>
                    <a:pt x="495737" y="616231"/>
                  </a:lnTo>
                  <a:lnTo>
                    <a:pt x="517745" y="616231"/>
                  </a:lnTo>
                  <a:lnTo>
                    <a:pt x="517745" y="660247"/>
                  </a:lnTo>
                  <a:lnTo>
                    <a:pt x="638241" y="660247"/>
                  </a:lnTo>
                  <a:cubicBezTo>
                    <a:pt x="650346" y="660247"/>
                    <a:pt x="660249" y="650343"/>
                    <a:pt x="660249" y="638238"/>
                  </a:cubicBezTo>
                  <a:lnTo>
                    <a:pt x="660249" y="573314"/>
                  </a:lnTo>
                  <a:lnTo>
                    <a:pt x="660249" y="551306"/>
                  </a:lnTo>
                  <a:lnTo>
                    <a:pt x="660249" y="517193"/>
                  </a:lnTo>
                  <a:lnTo>
                    <a:pt x="616782" y="517193"/>
                  </a:lnTo>
                  <a:lnTo>
                    <a:pt x="616782" y="495185"/>
                  </a:lnTo>
                  <a:lnTo>
                    <a:pt x="660249" y="495185"/>
                  </a:lnTo>
                  <a:lnTo>
                    <a:pt x="660249" y="363135"/>
                  </a:lnTo>
                  <a:lnTo>
                    <a:pt x="616782" y="363135"/>
                  </a:lnTo>
                  <a:lnTo>
                    <a:pt x="616782" y="341127"/>
                  </a:lnTo>
                  <a:lnTo>
                    <a:pt x="660249" y="341127"/>
                  </a:lnTo>
                  <a:close/>
                  <a:moveTo>
                    <a:pt x="66575" y="0"/>
                  </a:moveTo>
                  <a:lnTo>
                    <a:pt x="704815" y="0"/>
                  </a:lnTo>
                  <a:cubicBezTo>
                    <a:pt x="704815" y="0"/>
                    <a:pt x="704815" y="1650"/>
                    <a:pt x="704815" y="4952"/>
                  </a:cubicBezTo>
                  <a:lnTo>
                    <a:pt x="704815" y="44017"/>
                  </a:lnTo>
                  <a:lnTo>
                    <a:pt x="517745" y="44017"/>
                  </a:lnTo>
                  <a:lnTo>
                    <a:pt x="517745" y="88033"/>
                  </a:lnTo>
                  <a:lnTo>
                    <a:pt x="495737" y="88033"/>
                  </a:lnTo>
                  <a:lnTo>
                    <a:pt x="495737" y="44017"/>
                  </a:lnTo>
                  <a:lnTo>
                    <a:pt x="363687" y="44017"/>
                  </a:lnTo>
                  <a:lnTo>
                    <a:pt x="363687" y="88033"/>
                  </a:lnTo>
                  <a:lnTo>
                    <a:pt x="341679" y="88033"/>
                  </a:lnTo>
                  <a:lnTo>
                    <a:pt x="341679" y="44017"/>
                  </a:lnTo>
                  <a:lnTo>
                    <a:pt x="209629" y="44017"/>
                  </a:lnTo>
                  <a:lnTo>
                    <a:pt x="209629" y="88033"/>
                  </a:lnTo>
                  <a:lnTo>
                    <a:pt x="187621" y="88033"/>
                  </a:lnTo>
                  <a:lnTo>
                    <a:pt x="187621" y="44017"/>
                  </a:lnTo>
                  <a:lnTo>
                    <a:pt x="66575" y="44017"/>
                  </a:lnTo>
                  <a:cubicBezTo>
                    <a:pt x="54471" y="44017"/>
                    <a:pt x="45117" y="53920"/>
                    <a:pt x="45117" y="66025"/>
                  </a:cubicBezTo>
                  <a:lnTo>
                    <a:pt x="45117" y="187070"/>
                  </a:lnTo>
                  <a:lnTo>
                    <a:pt x="88584" y="187070"/>
                  </a:lnTo>
                  <a:lnTo>
                    <a:pt x="88584" y="209078"/>
                  </a:lnTo>
                  <a:lnTo>
                    <a:pt x="45117" y="209078"/>
                  </a:lnTo>
                  <a:lnTo>
                    <a:pt x="45117" y="341127"/>
                  </a:lnTo>
                  <a:lnTo>
                    <a:pt x="88584" y="341127"/>
                  </a:lnTo>
                  <a:lnTo>
                    <a:pt x="88584" y="363135"/>
                  </a:lnTo>
                  <a:lnTo>
                    <a:pt x="45117" y="363135"/>
                  </a:lnTo>
                  <a:lnTo>
                    <a:pt x="45117" y="550794"/>
                  </a:lnTo>
                  <a:lnTo>
                    <a:pt x="0" y="550794"/>
                  </a:lnTo>
                  <a:lnTo>
                    <a:pt x="0" y="66025"/>
                  </a:lnTo>
                  <a:cubicBezTo>
                    <a:pt x="0" y="29711"/>
                    <a:pt x="30262" y="0"/>
                    <a:pt x="66575"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1286" name="Freeform: Shape 1285">
              <a:extLst>
                <a:ext uri="{FF2B5EF4-FFF2-40B4-BE49-F238E27FC236}">
                  <a16:creationId xmlns:a16="http://schemas.microsoft.com/office/drawing/2014/main" id="{80A3A285-3879-E8F1-2F97-DF907832C816}"/>
                </a:ext>
                <a:ext uri="{C183D7F6-B498-43B3-948B-1728B52AA6E4}">
                  <adec:decorative xmlns:adec="http://schemas.microsoft.com/office/drawing/2017/decorative" val="1"/>
                </a:ext>
              </a:extLst>
            </p:cNvPr>
            <p:cNvSpPr/>
            <p:nvPr/>
          </p:nvSpPr>
          <p:spPr>
            <a:xfrm>
              <a:off x="639763" y="2266565"/>
              <a:ext cx="493634" cy="371476"/>
            </a:xfrm>
            <a:custGeom>
              <a:avLst/>
              <a:gdLst>
                <a:gd name="connsiteX0" fmla="*/ 0 w 760386"/>
                <a:gd name="connsiteY0" fmla="*/ 506190 h 572215"/>
                <a:gd name="connsiteX1" fmla="*/ 65475 w 760386"/>
                <a:gd name="connsiteY1" fmla="*/ 506190 h 572215"/>
                <a:gd name="connsiteX2" fmla="*/ 65475 w 760386"/>
                <a:gd name="connsiteY2" fmla="*/ 571664 h 572215"/>
                <a:gd name="connsiteX3" fmla="*/ 0 w 760386"/>
                <a:gd name="connsiteY3" fmla="*/ 571664 h 572215"/>
                <a:gd name="connsiteX4" fmla="*/ 584320 w 760386"/>
                <a:gd name="connsiteY4" fmla="*/ 0 h 572215"/>
                <a:gd name="connsiteX5" fmla="*/ 760386 w 760386"/>
                <a:gd name="connsiteY5" fmla="*/ 0 h 572215"/>
                <a:gd name="connsiteX6" fmla="*/ 760386 w 760386"/>
                <a:gd name="connsiteY6" fmla="*/ 550 h 572215"/>
                <a:gd name="connsiteX7" fmla="*/ 760386 w 760386"/>
                <a:gd name="connsiteY7" fmla="*/ 44016 h 572215"/>
                <a:gd name="connsiteX8" fmla="*/ 760386 w 760386"/>
                <a:gd name="connsiteY8" fmla="*/ 176617 h 572215"/>
                <a:gd name="connsiteX9" fmla="*/ 716369 w 760386"/>
                <a:gd name="connsiteY9" fmla="*/ 176617 h 572215"/>
                <a:gd name="connsiteX10" fmla="*/ 716369 w 760386"/>
                <a:gd name="connsiteY10" fmla="*/ 74828 h 572215"/>
                <a:gd name="connsiteX11" fmla="*/ 375241 w 760386"/>
                <a:gd name="connsiteY11" fmla="*/ 419257 h 572215"/>
                <a:gd name="connsiteX12" fmla="*/ 299863 w 760386"/>
                <a:gd name="connsiteY12" fmla="*/ 351582 h 572215"/>
                <a:gd name="connsiteX13" fmla="*/ 87483 w 760386"/>
                <a:gd name="connsiteY13" fmla="*/ 572215 h 572215"/>
                <a:gd name="connsiteX14" fmla="*/ 87483 w 760386"/>
                <a:gd name="connsiteY14" fmla="*/ 508942 h 572215"/>
                <a:gd name="connsiteX15" fmla="*/ 298212 w 760386"/>
                <a:gd name="connsiteY15" fmla="*/ 290509 h 572215"/>
                <a:gd name="connsiteX16" fmla="*/ 374141 w 760386"/>
                <a:gd name="connsiteY16" fmla="*/ 357634 h 572215"/>
                <a:gd name="connsiteX17" fmla="*/ 689959 w 760386"/>
                <a:gd name="connsiteY17" fmla="*/ 44016 h 572215"/>
                <a:gd name="connsiteX18" fmla="*/ 584320 w 760386"/>
                <a:gd name="connsiteY18" fmla="*/ 44016 h 57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0386" h="572215">
                  <a:moveTo>
                    <a:pt x="0" y="506190"/>
                  </a:moveTo>
                  <a:lnTo>
                    <a:pt x="65475" y="506190"/>
                  </a:lnTo>
                  <a:lnTo>
                    <a:pt x="65475" y="571664"/>
                  </a:lnTo>
                  <a:lnTo>
                    <a:pt x="0" y="571664"/>
                  </a:lnTo>
                  <a:close/>
                  <a:moveTo>
                    <a:pt x="584320" y="0"/>
                  </a:moveTo>
                  <a:lnTo>
                    <a:pt x="760386" y="0"/>
                  </a:lnTo>
                  <a:lnTo>
                    <a:pt x="760386" y="550"/>
                  </a:lnTo>
                  <a:lnTo>
                    <a:pt x="760386" y="44016"/>
                  </a:lnTo>
                  <a:lnTo>
                    <a:pt x="760386" y="176617"/>
                  </a:lnTo>
                  <a:lnTo>
                    <a:pt x="716369" y="176617"/>
                  </a:lnTo>
                  <a:lnTo>
                    <a:pt x="716369" y="74828"/>
                  </a:lnTo>
                  <a:lnTo>
                    <a:pt x="375241" y="419257"/>
                  </a:lnTo>
                  <a:lnTo>
                    <a:pt x="299863" y="351582"/>
                  </a:lnTo>
                  <a:lnTo>
                    <a:pt x="87483" y="572215"/>
                  </a:lnTo>
                  <a:lnTo>
                    <a:pt x="87483" y="508942"/>
                  </a:lnTo>
                  <a:lnTo>
                    <a:pt x="298212" y="290509"/>
                  </a:lnTo>
                  <a:lnTo>
                    <a:pt x="374141" y="357634"/>
                  </a:lnTo>
                  <a:lnTo>
                    <a:pt x="689959" y="44016"/>
                  </a:lnTo>
                  <a:lnTo>
                    <a:pt x="584320" y="44016"/>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912" name="Group 911">
            <a:extLst>
              <a:ext uri="{FF2B5EF4-FFF2-40B4-BE49-F238E27FC236}">
                <a16:creationId xmlns:a16="http://schemas.microsoft.com/office/drawing/2014/main" id="{D28A65BB-EF60-D581-A4E4-6546DAB92F71}"/>
              </a:ext>
              <a:ext uri="{C183D7F6-B498-43B3-948B-1728B52AA6E4}">
                <adec:decorative xmlns:adec="http://schemas.microsoft.com/office/drawing/2017/decorative" val="1"/>
              </a:ext>
            </a:extLst>
          </p:cNvPr>
          <p:cNvGrpSpPr>
            <a:grpSpLocks noChangeAspect="1"/>
          </p:cNvGrpSpPr>
          <p:nvPr/>
        </p:nvGrpSpPr>
        <p:grpSpPr>
          <a:xfrm>
            <a:off x="1301747" y="2223703"/>
            <a:ext cx="493634" cy="457200"/>
            <a:chOff x="1301747" y="2223703"/>
            <a:chExt cx="493634" cy="457200"/>
          </a:xfrm>
          <a:solidFill>
            <a:srgbClr val="FF0000"/>
          </a:solidFill>
        </p:grpSpPr>
        <p:sp>
          <p:nvSpPr>
            <p:cNvPr id="1287" name="Freeform: Shape 1286">
              <a:extLst>
                <a:ext uri="{FF2B5EF4-FFF2-40B4-BE49-F238E27FC236}">
                  <a16:creationId xmlns:a16="http://schemas.microsoft.com/office/drawing/2014/main" id="{47D852C7-56BE-5A90-C9DF-6879E32C36F6}"/>
                </a:ext>
                <a:ext uri="{C183D7F6-B498-43B3-948B-1728B52AA6E4}">
                  <adec:decorative xmlns:adec="http://schemas.microsoft.com/office/drawing/2017/decorative" val="1"/>
                </a:ext>
              </a:extLst>
            </p:cNvPr>
            <p:cNvSpPr/>
            <p:nvPr/>
          </p:nvSpPr>
          <p:spPr>
            <a:xfrm>
              <a:off x="1309248" y="2223703"/>
              <a:ext cx="457558" cy="457200"/>
            </a:xfrm>
            <a:custGeom>
              <a:avLst/>
              <a:gdLst>
                <a:gd name="connsiteX0" fmla="*/ 0 w 704815"/>
                <a:gd name="connsiteY0" fmla="*/ 153705 h 704263"/>
                <a:gd name="connsiteX1" fmla="*/ 45117 w 704815"/>
                <a:gd name="connsiteY1" fmla="*/ 153705 h 704263"/>
                <a:gd name="connsiteX2" fmla="*/ 45117 w 704815"/>
                <a:gd name="connsiteY2" fmla="*/ 341127 h 704263"/>
                <a:gd name="connsiteX3" fmla="*/ 88584 w 704815"/>
                <a:gd name="connsiteY3" fmla="*/ 341127 h 704263"/>
                <a:gd name="connsiteX4" fmla="*/ 88584 w 704815"/>
                <a:gd name="connsiteY4" fmla="*/ 363135 h 704263"/>
                <a:gd name="connsiteX5" fmla="*/ 45117 w 704815"/>
                <a:gd name="connsiteY5" fmla="*/ 363135 h 704263"/>
                <a:gd name="connsiteX6" fmla="*/ 45117 w 704815"/>
                <a:gd name="connsiteY6" fmla="*/ 495185 h 704263"/>
                <a:gd name="connsiteX7" fmla="*/ 88584 w 704815"/>
                <a:gd name="connsiteY7" fmla="*/ 495185 h 704263"/>
                <a:gd name="connsiteX8" fmla="*/ 88584 w 704815"/>
                <a:gd name="connsiteY8" fmla="*/ 517193 h 704263"/>
                <a:gd name="connsiteX9" fmla="*/ 45117 w 704815"/>
                <a:gd name="connsiteY9" fmla="*/ 517193 h 704263"/>
                <a:gd name="connsiteX10" fmla="*/ 45117 w 704815"/>
                <a:gd name="connsiteY10" fmla="*/ 638238 h 704263"/>
                <a:gd name="connsiteX11" fmla="*/ 66575 w 704815"/>
                <a:gd name="connsiteY11" fmla="*/ 660246 h 704263"/>
                <a:gd name="connsiteX12" fmla="*/ 187621 w 704815"/>
                <a:gd name="connsiteY12" fmla="*/ 660246 h 704263"/>
                <a:gd name="connsiteX13" fmla="*/ 187621 w 704815"/>
                <a:gd name="connsiteY13" fmla="*/ 616231 h 704263"/>
                <a:gd name="connsiteX14" fmla="*/ 209629 w 704815"/>
                <a:gd name="connsiteY14" fmla="*/ 616231 h 704263"/>
                <a:gd name="connsiteX15" fmla="*/ 209629 w 704815"/>
                <a:gd name="connsiteY15" fmla="*/ 660246 h 704263"/>
                <a:gd name="connsiteX16" fmla="*/ 341679 w 704815"/>
                <a:gd name="connsiteY16" fmla="*/ 660246 h 704263"/>
                <a:gd name="connsiteX17" fmla="*/ 341679 w 704815"/>
                <a:gd name="connsiteY17" fmla="*/ 616231 h 704263"/>
                <a:gd name="connsiteX18" fmla="*/ 363687 w 704815"/>
                <a:gd name="connsiteY18" fmla="*/ 616231 h 704263"/>
                <a:gd name="connsiteX19" fmla="*/ 363687 w 704815"/>
                <a:gd name="connsiteY19" fmla="*/ 660246 h 704263"/>
                <a:gd name="connsiteX20" fmla="*/ 495737 w 704815"/>
                <a:gd name="connsiteY20" fmla="*/ 660246 h 704263"/>
                <a:gd name="connsiteX21" fmla="*/ 495737 w 704815"/>
                <a:gd name="connsiteY21" fmla="*/ 616231 h 704263"/>
                <a:gd name="connsiteX22" fmla="*/ 517745 w 704815"/>
                <a:gd name="connsiteY22" fmla="*/ 616231 h 704263"/>
                <a:gd name="connsiteX23" fmla="*/ 517745 w 704815"/>
                <a:gd name="connsiteY23" fmla="*/ 660246 h 704263"/>
                <a:gd name="connsiteX24" fmla="*/ 704815 w 704815"/>
                <a:gd name="connsiteY24" fmla="*/ 660246 h 704263"/>
                <a:gd name="connsiteX25" fmla="*/ 704815 w 704815"/>
                <a:gd name="connsiteY25" fmla="*/ 699311 h 704263"/>
                <a:gd name="connsiteX26" fmla="*/ 704815 w 704815"/>
                <a:gd name="connsiteY26" fmla="*/ 704263 h 704263"/>
                <a:gd name="connsiteX27" fmla="*/ 66575 w 704815"/>
                <a:gd name="connsiteY27" fmla="*/ 704263 h 704263"/>
                <a:gd name="connsiteX28" fmla="*/ 0 w 704815"/>
                <a:gd name="connsiteY28" fmla="*/ 638238 h 704263"/>
                <a:gd name="connsiteX29" fmla="*/ 551 w 704815"/>
                <a:gd name="connsiteY29" fmla="*/ 0 h 704263"/>
                <a:gd name="connsiteX30" fmla="*/ 44568 w 704815"/>
                <a:gd name="connsiteY30" fmla="*/ 0 h 704263"/>
                <a:gd name="connsiteX31" fmla="*/ 638241 w 704815"/>
                <a:gd name="connsiteY31" fmla="*/ 0 h 704263"/>
                <a:gd name="connsiteX32" fmla="*/ 704266 w 704815"/>
                <a:gd name="connsiteY32" fmla="*/ 66025 h 704263"/>
                <a:gd name="connsiteX33" fmla="*/ 704266 w 704815"/>
                <a:gd name="connsiteY33" fmla="*/ 440165 h 704263"/>
                <a:gd name="connsiteX34" fmla="*/ 660249 w 704815"/>
                <a:gd name="connsiteY34" fmla="*/ 440165 h 704263"/>
                <a:gd name="connsiteX35" fmla="*/ 660249 w 704815"/>
                <a:gd name="connsiteY35" fmla="*/ 363135 h 704263"/>
                <a:gd name="connsiteX36" fmla="*/ 616782 w 704815"/>
                <a:gd name="connsiteY36" fmla="*/ 363135 h 704263"/>
                <a:gd name="connsiteX37" fmla="*/ 616782 w 704815"/>
                <a:gd name="connsiteY37" fmla="*/ 341127 h 704263"/>
                <a:gd name="connsiteX38" fmla="*/ 660249 w 704815"/>
                <a:gd name="connsiteY38" fmla="*/ 341127 h 704263"/>
                <a:gd name="connsiteX39" fmla="*/ 660249 w 704815"/>
                <a:gd name="connsiteY39" fmla="*/ 209078 h 704263"/>
                <a:gd name="connsiteX40" fmla="*/ 616782 w 704815"/>
                <a:gd name="connsiteY40" fmla="*/ 209078 h 704263"/>
                <a:gd name="connsiteX41" fmla="*/ 616782 w 704815"/>
                <a:gd name="connsiteY41" fmla="*/ 187070 h 704263"/>
                <a:gd name="connsiteX42" fmla="*/ 660249 w 704815"/>
                <a:gd name="connsiteY42" fmla="*/ 187070 h 704263"/>
                <a:gd name="connsiteX43" fmla="*/ 660249 w 704815"/>
                <a:gd name="connsiteY43" fmla="*/ 152957 h 704263"/>
                <a:gd name="connsiteX44" fmla="*/ 660249 w 704815"/>
                <a:gd name="connsiteY44" fmla="*/ 130949 h 704263"/>
                <a:gd name="connsiteX45" fmla="*/ 660249 w 704815"/>
                <a:gd name="connsiteY45" fmla="*/ 66025 h 704263"/>
                <a:gd name="connsiteX46" fmla="*/ 638241 w 704815"/>
                <a:gd name="connsiteY46" fmla="*/ 44016 h 704263"/>
                <a:gd name="connsiteX47" fmla="*/ 517745 w 704815"/>
                <a:gd name="connsiteY47" fmla="*/ 44016 h 704263"/>
                <a:gd name="connsiteX48" fmla="*/ 517745 w 704815"/>
                <a:gd name="connsiteY48" fmla="*/ 88033 h 704263"/>
                <a:gd name="connsiteX49" fmla="*/ 495737 w 704815"/>
                <a:gd name="connsiteY49" fmla="*/ 88033 h 704263"/>
                <a:gd name="connsiteX50" fmla="*/ 495737 w 704815"/>
                <a:gd name="connsiteY50" fmla="*/ 44016 h 704263"/>
                <a:gd name="connsiteX51" fmla="*/ 363687 w 704815"/>
                <a:gd name="connsiteY51" fmla="*/ 44016 h 704263"/>
                <a:gd name="connsiteX52" fmla="*/ 363687 w 704815"/>
                <a:gd name="connsiteY52" fmla="*/ 88033 h 704263"/>
                <a:gd name="connsiteX53" fmla="*/ 341679 w 704815"/>
                <a:gd name="connsiteY53" fmla="*/ 88033 h 704263"/>
                <a:gd name="connsiteX54" fmla="*/ 341679 w 704815"/>
                <a:gd name="connsiteY54" fmla="*/ 44016 h 704263"/>
                <a:gd name="connsiteX55" fmla="*/ 209629 w 704815"/>
                <a:gd name="connsiteY55" fmla="*/ 44016 h 704263"/>
                <a:gd name="connsiteX56" fmla="*/ 209629 w 704815"/>
                <a:gd name="connsiteY56" fmla="*/ 88033 h 704263"/>
                <a:gd name="connsiteX57" fmla="*/ 187621 w 704815"/>
                <a:gd name="connsiteY57" fmla="*/ 88033 h 704263"/>
                <a:gd name="connsiteX58" fmla="*/ 187621 w 704815"/>
                <a:gd name="connsiteY58" fmla="*/ 44016 h 704263"/>
                <a:gd name="connsiteX59" fmla="*/ 44568 w 704815"/>
                <a:gd name="connsiteY59" fmla="*/ 44016 h 704263"/>
                <a:gd name="connsiteX60" fmla="*/ 44568 w 704815"/>
                <a:gd name="connsiteY60" fmla="*/ 44919 h 704263"/>
                <a:gd name="connsiteX61" fmla="*/ 551 w 704815"/>
                <a:gd name="connsiteY61" fmla="*/ 44919 h 704263"/>
                <a:gd name="connsiteX62" fmla="*/ 551 w 704815"/>
                <a:gd name="connsiteY62" fmla="*/ 44016 h 70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04815" h="704263">
                  <a:moveTo>
                    <a:pt x="0" y="153705"/>
                  </a:moveTo>
                  <a:lnTo>
                    <a:pt x="45117" y="153705"/>
                  </a:lnTo>
                  <a:lnTo>
                    <a:pt x="45117" y="341127"/>
                  </a:lnTo>
                  <a:lnTo>
                    <a:pt x="88584" y="341127"/>
                  </a:lnTo>
                  <a:lnTo>
                    <a:pt x="88584" y="363135"/>
                  </a:lnTo>
                  <a:lnTo>
                    <a:pt x="45117" y="363135"/>
                  </a:lnTo>
                  <a:lnTo>
                    <a:pt x="45117" y="495185"/>
                  </a:lnTo>
                  <a:lnTo>
                    <a:pt x="88584" y="495185"/>
                  </a:lnTo>
                  <a:lnTo>
                    <a:pt x="88584" y="517193"/>
                  </a:lnTo>
                  <a:lnTo>
                    <a:pt x="45117" y="517193"/>
                  </a:lnTo>
                  <a:lnTo>
                    <a:pt x="45117" y="638238"/>
                  </a:lnTo>
                  <a:cubicBezTo>
                    <a:pt x="45117" y="650343"/>
                    <a:pt x="54471" y="660246"/>
                    <a:pt x="66575" y="660246"/>
                  </a:cubicBezTo>
                  <a:lnTo>
                    <a:pt x="187621" y="660246"/>
                  </a:lnTo>
                  <a:lnTo>
                    <a:pt x="187621" y="616231"/>
                  </a:lnTo>
                  <a:lnTo>
                    <a:pt x="209629" y="616231"/>
                  </a:lnTo>
                  <a:lnTo>
                    <a:pt x="209629" y="660246"/>
                  </a:lnTo>
                  <a:lnTo>
                    <a:pt x="341679" y="660246"/>
                  </a:lnTo>
                  <a:lnTo>
                    <a:pt x="341679" y="616231"/>
                  </a:lnTo>
                  <a:lnTo>
                    <a:pt x="363687" y="616231"/>
                  </a:lnTo>
                  <a:lnTo>
                    <a:pt x="363687" y="660246"/>
                  </a:lnTo>
                  <a:lnTo>
                    <a:pt x="495737" y="660246"/>
                  </a:lnTo>
                  <a:lnTo>
                    <a:pt x="495737" y="616231"/>
                  </a:lnTo>
                  <a:lnTo>
                    <a:pt x="517745" y="616231"/>
                  </a:lnTo>
                  <a:lnTo>
                    <a:pt x="517745" y="660246"/>
                  </a:lnTo>
                  <a:lnTo>
                    <a:pt x="704815" y="660246"/>
                  </a:lnTo>
                  <a:lnTo>
                    <a:pt x="704815" y="699311"/>
                  </a:lnTo>
                  <a:cubicBezTo>
                    <a:pt x="704815" y="702613"/>
                    <a:pt x="704815" y="704263"/>
                    <a:pt x="704815" y="704263"/>
                  </a:cubicBezTo>
                  <a:lnTo>
                    <a:pt x="66575" y="704263"/>
                  </a:lnTo>
                  <a:cubicBezTo>
                    <a:pt x="30262" y="704263"/>
                    <a:pt x="0" y="674552"/>
                    <a:pt x="0" y="638238"/>
                  </a:cubicBezTo>
                  <a:close/>
                  <a:moveTo>
                    <a:pt x="551" y="0"/>
                  </a:moveTo>
                  <a:lnTo>
                    <a:pt x="44568" y="0"/>
                  </a:lnTo>
                  <a:lnTo>
                    <a:pt x="638241" y="0"/>
                  </a:lnTo>
                  <a:cubicBezTo>
                    <a:pt x="674555" y="0"/>
                    <a:pt x="704266" y="29711"/>
                    <a:pt x="704266" y="66025"/>
                  </a:cubicBezTo>
                  <a:lnTo>
                    <a:pt x="704266" y="440165"/>
                  </a:lnTo>
                  <a:lnTo>
                    <a:pt x="660249" y="440165"/>
                  </a:lnTo>
                  <a:lnTo>
                    <a:pt x="660249" y="363135"/>
                  </a:lnTo>
                  <a:lnTo>
                    <a:pt x="616782" y="363135"/>
                  </a:lnTo>
                  <a:lnTo>
                    <a:pt x="616782" y="341127"/>
                  </a:lnTo>
                  <a:lnTo>
                    <a:pt x="660249" y="341127"/>
                  </a:lnTo>
                  <a:lnTo>
                    <a:pt x="660249" y="209078"/>
                  </a:lnTo>
                  <a:lnTo>
                    <a:pt x="616782" y="209078"/>
                  </a:lnTo>
                  <a:lnTo>
                    <a:pt x="616782" y="187070"/>
                  </a:lnTo>
                  <a:lnTo>
                    <a:pt x="660249" y="187070"/>
                  </a:lnTo>
                  <a:lnTo>
                    <a:pt x="660249" y="152957"/>
                  </a:lnTo>
                  <a:lnTo>
                    <a:pt x="660249" y="130949"/>
                  </a:lnTo>
                  <a:lnTo>
                    <a:pt x="660249" y="66025"/>
                  </a:lnTo>
                  <a:cubicBezTo>
                    <a:pt x="660249" y="53920"/>
                    <a:pt x="650346" y="44016"/>
                    <a:pt x="638241" y="44016"/>
                  </a:cubicBezTo>
                  <a:lnTo>
                    <a:pt x="517745" y="44016"/>
                  </a:lnTo>
                  <a:lnTo>
                    <a:pt x="517745" y="88033"/>
                  </a:lnTo>
                  <a:lnTo>
                    <a:pt x="495737" y="88033"/>
                  </a:lnTo>
                  <a:lnTo>
                    <a:pt x="495737" y="44016"/>
                  </a:lnTo>
                  <a:lnTo>
                    <a:pt x="363687" y="44016"/>
                  </a:lnTo>
                  <a:lnTo>
                    <a:pt x="363687" y="88033"/>
                  </a:lnTo>
                  <a:lnTo>
                    <a:pt x="341679" y="88033"/>
                  </a:lnTo>
                  <a:lnTo>
                    <a:pt x="341679" y="44016"/>
                  </a:lnTo>
                  <a:lnTo>
                    <a:pt x="209629" y="44016"/>
                  </a:lnTo>
                  <a:lnTo>
                    <a:pt x="209629" y="88033"/>
                  </a:lnTo>
                  <a:lnTo>
                    <a:pt x="187621" y="88033"/>
                  </a:lnTo>
                  <a:lnTo>
                    <a:pt x="187621" y="44016"/>
                  </a:lnTo>
                  <a:lnTo>
                    <a:pt x="44568" y="44016"/>
                  </a:lnTo>
                  <a:lnTo>
                    <a:pt x="44568" y="44919"/>
                  </a:lnTo>
                  <a:lnTo>
                    <a:pt x="551" y="44919"/>
                  </a:lnTo>
                  <a:lnTo>
                    <a:pt x="551" y="44016"/>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88" name="Freeform: Shape 1287">
              <a:extLst>
                <a:ext uri="{FF2B5EF4-FFF2-40B4-BE49-F238E27FC236}">
                  <a16:creationId xmlns:a16="http://schemas.microsoft.com/office/drawing/2014/main" id="{17FB2AB0-C646-3BEF-9DC3-4E2E68D66D90}"/>
                </a:ext>
                <a:ext uri="{C183D7F6-B498-43B3-948B-1728B52AA6E4}">
                  <adec:decorative xmlns:adec="http://schemas.microsoft.com/office/drawing/2017/decorative" val="1"/>
                </a:ext>
              </a:extLst>
            </p:cNvPr>
            <p:cNvSpPr/>
            <p:nvPr/>
          </p:nvSpPr>
          <p:spPr>
            <a:xfrm>
              <a:off x="1301747" y="2266565"/>
              <a:ext cx="493634" cy="371476"/>
            </a:xfrm>
            <a:custGeom>
              <a:avLst/>
              <a:gdLst>
                <a:gd name="connsiteX0" fmla="*/ 0 w 760386"/>
                <a:gd name="connsiteY0" fmla="*/ 551 h 572215"/>
                <a:gd name="connsiteX1" fmla="*/ 65475 w 760386"/>
                <a:gd name="connsiteY1" fmla="*/ 551 h 572215"/>
                <a:gd name="connsiteX2" fmla="*/ 65475 w 760386"/>
                <a:gd name="connsiteY2" fmla="*/ 66025 h 572215"/>
                <a:gd name="connsiteX3" fmla="*/ 0 w 760386"/>
                <a:gd name="connsiteY3" fmla="*/ 66025 h 572215"/>
                <a:gd name="connsiteX4" fmla="*/ 87483 w 760386"/>
                <a:gd name="connsiteY4" fmla="*/ 0 h 572215"/>
                <a:gd name="connsiteX5" fmla="*/ 299863 w 760386"/>
                <a:gd name="connsiteY5" fmla="*/ 220633 h 572215"/>
                <a:gd name="connsiteX6" fmla="*/ 375241 w 760386"/>
                <a:gd name="connsiteY6" fmla="*/ 152958 h 572215"/>
                <a:gd name="connsiteX7" fmla="*/ 716369 w 760386"/>
                <a:gd name="connsiteY7" fmla="*/ 497387 h 572215"/>
                <a:gd name="connsiteX8" fmla="*/ 716369 w 760386"/>
                <a:gd name="connsiteY8" fmla="*/ 395598 h 572215"/>
                <a:gd name="connsiteX9" fmla="*/ 760386 w 760386"/>
                <a:gd name="connsiteY9" fmla="*/ 395598 h 572215"/>
                <a:gd name="connsiteX10" fmla="*/ 760386 w 760386"/>
                <a:gd name="connsiteY10" fmla="*/ 528199 h 572215"/>
                <a:gd name="connsiteX11" fmla="*/ 760386 w 760386"/>
                <a:gd name="connsiteY11" fmla="*/ 571665 h 572215"/>
                <a:gd name="connsiteX12" fmla="*/ 760386 w 760386"/>
                <a:gd name="connsiteY12" fmla="*/ 572215 h 572215"/>
                <a:gd name="connsiteX13" fmla="*/ 584320 w 760386"/>
                <a:gd name="connsiteY13" fmla="*/ 572215 h 572215"/>
                <a:gd name="connsiteX14" fmla="*/ 584320 w 760386"/>
                <a:gd name="connsiteY14" fmla="*/ 528199 h 572215"/>
                <a:gd name="connsiteX15" fmla="*/ 689959 w 760386"/>
                <a:gd name="connsiteY15" fmla="*/ 528199 h 572215"/>
                <a:gd name="connsiteX16" fmla="*/ 374141 w 760386"/>
                <a:gd name="connsiteY16" fmla="*/ 214581 h 572215"/>
                <a:gd name="connsiteX17" fmla="*/ 298212 w 760386"/>
                <a:gd name="connsiteY17" fmla="*/ 281706 h 572215"/>
                <a:gd name="connsiteX18" fmla="*/ 87483 w 760386"/>
                <a:gd name="connsiteY18" fmla="*/ 63274 h 57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0386" h="572215">
                  <a:moveTo>
                    <a:pt x="0" y="551"/>
                  </a:moveTo>
                  <a:lnTo>
                    <a:pt x="65475" y="551"/>
                  </a:lnTo>
                  <a:lnTo>
                    <a:pt x="65475" y="66025"/>
                  </a:lnTo>
                  <a:lnTo>
                    <a:pt x="0" y="66025"/>
                  </a:lnTo>
                  <a:close/>
                  <a:moveTo>
                    <a:pt x="87483" y="0"/>
                  </a:moveTo>
                  <a:lnTo>
                    <a:pt x="299863" y="220633"/>
                  </a:lnTo>
                  <a:lnTo>
                    <a:pt x="375241" y="152958"/>
                  </a:lnTo>
                  <a:lnTo>
                    <a:pt x="716369" y="497387"/>
                  </a:lnTo>
                  <a:lnTo>
                    <a:pt x="716369" y="395598"/>
                  </a:lnTo>
                  <a:lnTo>
                    <a:pt x="760386" y="395598"/>
                  </a:lnTo>
                  <a:lnTo>
                    <a:pt x="760386" y="528199"/>
                  </a:lnTo>
                  <a:lnTo>
                    <a:pt x="760386" y="571665"/>
                  </a:lnTo>
                  <a:lnTo>
                    <a:pt x="760386" y="572215"/>
                  </a:lnTo>
                  <a:lnTo>
                    <a:pt x="584320" y="572215"/>
                  </a:lnTo>
                  <a:lnTo>
                    <a:pt x="584320" y="528199"/>
                  </a:lnTo>
                  <a:lnTo>
                    <a:pt x="689959" y="528199"/>
                  </a:lnTo>
                  <a:lnTo>
                    <a:pt x="374141" y="214581"/>
                  </a:lnTo>
                  <a:lnTo>
                    <a:pt x="298212" y="281706"/>
                  </a:lnTo>
                  <a:lnTo>
                    <a:pt x="87483" y="63274"/>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13" name="Group 912">
            <a:extLst>
              <a:ext uri="{FF2B5EF4-FFF2-40B4-BE49-F238E27FC236}">
                <a16:creationId xmlns:a16="http://schemas.microsoft.com/office/drawing/2014/main" id="{42C30DFA-2E2E-6AC9-4220-7A8216B59312}"/>
              </a:ext>
              <a:ext uri="{C183D7F6-B498-43B3-948B-1728B52AA6E4}">
                <adec:decorative xmlns:adec="http://schemas.microsoft.com/office/drawing/2017/decorative" val="1"/>
              </a:ext>
            </a:extLst>
          </p:cNvPr>
          <p:cNvGrpSpPr>
            <a:grpSpLocks noChangeAspect="1"/>
          </p:cNvGrpSpPr>
          <p:nvPr/>
        </p:nvGrpSpPr>
        <p:grpSpPr>
          <a:xfrm>
            <a:off x="1963731" y="2223703"/>
            <a:ext cx="456907" cy="457200"/>
            <a:chOff x="1963731" y="2223703"/>
            <a:chExt cx="456907" cy="457200"/>
          </a:xfrm>
          <a:solidFill>
            <a:srgbClr val="FF0000"/>
          </a:solidFill>
        </p:grpSpPr>
        <p:sp>
          <p:nvSpPr>
            <p:cNvPr id="1289" name="Freeform: Shape 1288">
              <a:extLst>
                <a:ext uri="{FF2B5EF4-FFF2-40B4-BE49-F238E27FC236}">
                  <a16:creationId xmlns:a16="http://schemas.microsoft.com/office/drawing/2014/main" id="{D7947EAF-0D26-F28C-4905-16DDA5123E0B}"/>
                </a:ext>
                <a:ext uri="{C183D7F6-B498-43B3-948B-1728B52AA6E4}">
                  <adec:decorative xmlns:adec="http://schemas.microsoft.com/office/drawing/2017/decorative" val="1"/>
                </a:ext>
              </a:extLst>
            </p:cNvPr>
            <p:cNvSpPr/>
            <p:nvPr/>
          </p:nvSpPr>
          <p:spPr>
            <a:xfrm>
              <a:off x="1969460" y="2223703"/>
              <a:ext cx="451178" cy="451438"/>
            </a:xfrm>
            <a:custGeom>
              <a:avLst/>
              <a:gdLst>
                <a:gd name="connsiteX0" fmla="*/ 66846 w 839700"/>
                <a:gd name="connsiteY0" fmla="*/ 0 h 840185"/>
                <a:gd name="connsiteX1" fmla="*/ 707688 w 839700"/>
                <a:gd name="connsiteY1" fmla="*/ 0 h 840185"/>
                <a:gd name="connsiteX2" fmla="*/ 707688 w 839700"/>
                <a:gd name="connsiteY2" fmla="*/ 1 h 840185"/>
                <a:gd name="connsiteX3" fmla="*/ 794398 w 839700"/>
                <a:gd name="connsiteY3" fmla="*/ 1 h 840185"/>
                <a:gd name="connsiteX4" fmla="*/ 794398 w 839700"/>
                <a:gd name="connsiteY4" fmla="*/ 0 h 840185"/>
                <a:gd name="connsiteX5" fmla="*/ 839700 w 839700"/>
                <a:gd name="connsiteY5" fmla="*/ 0 h 840185"/>
                <a:gd name="connsiteX6" fmla="*/ 839700 w 839700"/>
                <a:gd name="connsiteY6" fmla="*/ 1 h 840185"/>
                <a:gd name="connsiteX7" fmla="*/ 839700 w 839700"/>
                <a:gd name="connsiteY7" fmla="*/ 45302 h 840185"/>
                <a:gd name="connsiteX8" fmla="*/ 839700 w 839700"/>
                <a:gd name="connsiteY8" fmla="*/ 261026 h 840185"/>
                <a:gd name="connsiteX9" fmla="*/ 839699 w 839700"/>
                <a:gd name="connsiteY9" fmla="*/ 261026 h 840185"/>
                <a:gd name="connsiteX10" fmla="*/ 839699 w 839700"/>
                <a:gd name="connsiteY10" fmla="*/ 577217 h 840185"/>
                <a:gd name="connsiteX11" fmla="*/ 839699 w 839700"/>
                <a:gd name="connsiteY11" fmla="*/ 689364 h 840185"/>
                <a:gd name="connsiteX12" fmla="*/ 839699 w 839700"/>
                <a:gd name="connsiteY12" fmla="*/ 745162 h 840185"/>
                <a:gd name="connsiteX13" fmla="*/ 839699 w 839700"/>
                <a:gd name="connsiteY13" fmla="*/ 762840 h 840185"/>
                <a:gd name="connsiteX14" fmla="*/ 839699 w 839700"/>
                <a:gd name="connsiteY14" fmla="*/ 773889 h 840185"/>
                <a:gd name="connsiteX15" fmla="*/ 773405 w 839700"/>
                <a:gd name="connsiteY15" fmla="*/ 840183 h 840185"/>
                <a:gd name="connsiteX16" fmla="*/ 351854 w 839700"/>
                <a:gd name="connsiteY16" fmla="*/ 840183 h 840185"/>
                <a:gd name="connsiteX17" fmla="*/ 351854 w 839700"/>
                <a:gd name="connsiteY17" fmla="*/ 840185 h 840185"/>
                <a:gd name="connsiteX18" fmla="*/ 90828 w 839700"/>
                <a:gd name="connsiteY18" fmla="*/ 840185 h 840185"/>
                <a:gd name="connsiteX19" fmla="*/ 90828 w 839700"/>
                <a:gd name="connsiteY19" fmla="*/ 794884 h 840185"/>
                <a:gd name="connsiteX20" fmla="*/ 231693 w 839700"/>
                <a:gd name="connsiteY20" fmla="*/ 794884 h 840185"/>
                <a:gd name="connsiteX21" fmla="*/ 231693 w 839700"/>
                <a:gd name="connsiteY21" fmla="*/ 752548 h 840185"/>
                <a:gd name="connsiteX22" fmla="*/ 253791 w 839700"/>
                <a:gd name="connsiteY22" fmla="*/ 752548 h 840185"/>
                <a:gd name="connsiteX23" fmla="*/ 253791 w 839700"/>
                <a:gd name="connsiteY23" fmla="*/ 794884 h 840185"/>
                <a:gd name="connsiteX24" fmla="*/ 351854 w 839700"/>
                <a:gd name="connsiteY24" fmla="*/ 794884 h 840185"/>
                <a:gd name="connsiteX25" fmla="*/ 351854 w 839700"/>
                <a:gd name="connsiteY25" fmla="*/ 795987 h 840185"/>
                <a:gd name="connsiteX26" fmla="*/ 408821 w 839700"/>
                <a:gd name="connsiteY26" fmla="*/ 795987 h 840185"/>
                <a:gd name="connsiteX27" fmla="*/ 408821 w 839700"/>
                <a:gd name="connsiteY27" fmla="*/ 749723 h 840185"/>
                <a:gd name="connsiteX28" fmla="*/ 430919 w 839700"/>
                <a:gd name="connsiteY28" fmla="*/ 749723 h 840185"/>
                <a:gd name="connsiteX29" fmla="*/ 430919 w 839700"/>
                <a:gd name="connsiteY29" fmla="*/ 795987 h 840185"/>
                <a:gd name="connsiteX30" fmla="*/ 585948 w 839700"/>
                <a:gd name="connsiteY30" fmla="*/ 795987 h 840185"/>
                <a:gd name="connsiteX31" fmla="*/ 585948 w 839700"/>
                <a:gd name="connsiteY31" fmla="*/ 752548 h 840185"/>
                <a:gd name="connsiteX32" fmla="*/ 608046 w 839700"/>
                <a:gd name="connsiteY32" fmla="*/ 752548 h 840185"/>
                <a:gd name="connsiteX33" fmla="*/ 608046 w 839700"/>
                <a:gd name="connsiteY33" fmla="*/ 795987 h 840185"/>
                <a:gd name="connsiteX34" fmla="*/ 772852 w 839700"/>
                <a:gd name="connsiteY34" fmla="*/ 795987 h 840185"/>
                <a:gd name="connsiteX35" fmla="*/ 794951 w 839700"/>
                <a:gd name="connsiteY35" fmla="*/ 773889 h 840185"/>
                <a:gd name="connsiteX36" fmla="*/ 794951 w 839700"/>
                <a:gd name="connsiteY36" fmla="*/ 709253 h 840185"/>
                <a:gd name="connsiteX37" fmla="*/ 794951 w 839700"/>
                <a:gd name="connsiteY37" fmla="*/ 701518 h 840185"/>
                <a:gd name="connsiteX38" fmla="*/ 795503 w 839700"/>
                <a:gd name="connsiteY38" fmla="*/ 702071 h 840185"/>
                <a:gd name="connsiteX39" fmla="*/ 795503 w 839700"/>
                <a:gd name="connsiteY39" fmla="*/ 638539 h 840185"/>
                <a:gd name="connsiteX40" fmla="*/ 794951 w 839700"/>
                <a:gd name="connsiteY40" fmla="*/ 637987 h 840185"/>
                <a:gd name="connsiteX41" fmla="*/ 794951 w 839700"/>
                <a:gd name="connsiteY41" fmla="*/ 584424 h 840185"/>
                <a:gd name="connsiteX42" fmla="*/ 750243 w 839700"/>
                <a:gd name="connsiteY42" fmla="*/ 584424 h 840185"/>
                <a:gd name="connsiteX43" fmla="*/ 750243 w 839700"/>
                <a:gd name="connsiteY43" fmla="*/ 562326 h 840185"/>
                <a:gd name="connsiteX44" fmla="*/ 794951 w 839700"/>
                <a:gd name="connsiteY44" fmla="*/ 562326 h 840185"/>
                <a:gd name="connsiteX45" fmla="*/ 794951 w 839700"/>
                <a:gd name="connsiteY45" fmla="*/ 431086 h 840185"/>
                <a:gd name="connsiteX46" fmla="*/ 750243 w 839700"/>
                <a:gd name="connsiteY46" fmla="*/ 431086 h 840185"/>
                <a:gd name="connsiteX47" fmla="*/ 750243 w 839700"/>
                <a:gd name="connsiteY47" fmla="*/ 408988 h 840185"/>
                <a:gd name="connsiteX48" fmla="*/ 794951 w 839700"/>
                <a:gd name="connsiteY48" fmla="*/ 408988 h 840185"/>
                <a:gd name="connsiteX49" fmla="*/ 794951 w 839700"/>
                <a:gd name="connsiteY49" fmla="*/ 276400 h 840185"/>
                <a:gd name="connsiteX50" fmla="*/ 750243 w 839700"/>
                <a:gd name="connsiteY50" fmla="*/ 276400 h 840185"/>
                <a:gd name="connsiteX51" fmla="*/ 750243 w 839700"/>
                <a:gd name="connsiteY51" fmla="*/ 254302 h 840185"/>
                <a:gd name="connsiteX52" fmla="*/ 794398 w 839700"/>
                <a:gd name="connsiteY52" fmla="*/ 254302 h 840185"/>
                <a:gd name="connsiteX53" fmla="*/ 794398 w 839700"/>
                <a:gd name="connsiteY53" fmla="*/ 45302 h 840185"/>
                <a:gd name="connsiteX54" fmla="*/ 608046 w 839700"/>
                <a:gd name="connsiteY54" fmla="*/ 45302 h 840185"/>
                <a:gd name="connsiteX55" fmla="*/ 608046 w 839700"/>
                <a:gd name="connsiteY55" fmla="*/ 89134 h 840185"/>
                <a:gd name="connsiteX56" fmla="*/ 585948 w 839700"/>
                <a:gd name="connsiteY56" fmla="*/ 89134 h 840185"/>
                <a:gd name="connsiteX57" fmla="*/ 585948 w 839700"/>
                <a:gd name="connsiteY57" fmla="*/ 45302 h 840185"/>
                <a:gd name="connsiteX58" fmla="*/ 578673 w 839700"/>
                <a:gd name="connsiteY58" fmla="*/ 45302 h 840185"/>
                <a:gd name="connsiteX59" fmla="*/ 578673 w 839700"/>
                <a:gd name="connsiteY59" fmla="*/ 44196 h 840185"/>
                <a:gd name="connsiteX60" fmla="*/ 430919 w 839700"/>
                <a:gd name="connsiteY60" fmla="*/ 44196 h 840185"/>
                <a:gd name="connsiteX61" fmla="*/ 430919 w 839700"/>
                <a:gd name="connsiteY61" fmla="*/ 89134 h 840185"/>
                <a:gd name="connsiteX62" fmla="*/ 408821 w 839700"/>
                <a:gd name="connsiteY62" fmla="*/ 89134 h 840185"/>
                <a:gd name="connsiteX63" fmla="*/ 408821 w 839700"/>
                <a:gd name="connsiteY63" fmla="*/ 44196 h 840185"/>
                <a:gd name="connsiteX64" fmla="*/ 253791 w 839700"/>
                <a:gd name="connsiteY64" fmla="*/ 44196 h 840185"/>
                <a:gd name="connsiteX65" fmla="*/ 253791 w 839700"/>
                <a:gd name="connsiteY65" fmla="*/ 89134 h 840185"/>
                <a:gd name="connsiteX66" fmla="*/ 231693 w 839700"/>
                <a:gd name="connsiteY66" fmla="*/ 89134 h 840185"/>
                <a:gd name="connsiteX67" fmla="*/ 231693 w 839700"/>
                <a:gd name="connsiteY67" fmla="*/ 44196 h 840185"/>
                <a:gd name="connsiteX68" fmla="*/ 66846 w 839700"/>
                <a:gd name="connsiteY68" fmla="*/ 44196 h 840185"/>
                <a:gd name="connsiteX69" fmla="*/ 45301 w 839700"/>
                <a:gd name="connsiteY69" fmla="*/ 66294 h 840185"/>
                <a:gd name="connsiteX70" fmla="*/ 45301 w 839700"/>
                <a:gd name="connsiteY70" fmla="*/ 254302 h 840185"/>
                <a:gd name="connsiteX71" fmla="*/ 87342 w 839700"/>
                <a:gd name="connsiteY71" fmla="*/ 254302 h 840185"/>
                <a:gd name="connsiteX72" fmla="*/ 87342 w 839700"/>
                <a:gd name="connsiteY72" fmla="*/ 276400 h 840185"/>
                <a:gd name="connsiteX73" fmla="*/ 45301 w 839700"/>
                <a:gd name="connsiteY73" fmla="*/ 276400 h 840185"/>
                <a:gd name="connsiteX74" fmla="*/ 45301 w 839700"/>
                <a:gd name="connsiteY74" fmla="*/ 408988 h 840185"/>
                <a:gd name="connsiteX75" fmla="*/ 87342 w 839700"/>
                <a:gd name="connsiteY75" fmla="*/ 408988 h 840185"/>
                <a:gd name="connsiteX76" fmla="*/ 87342 w 839700"/>
                <a:gd name="connsiteY76" fmla="*/ 431086 h 840185"/>
                <a:gd name="connsiteX77" fmla="*/ 45301 w 839700"/>
                <a:gd name="connsiteY77" fmla="*/ 431086 h 840185"/>
                <a:gd name="connsiteX78" fmla="*/ 45301 w 839700"/>
                <a:gd name="connsiteY78" fmla="*/ 459436 h 840185"/>
                <a:gd name="connsiteX79" fmla="*/ 45301 w 839700"/>
                <a:gd name="connsiteY79" fmla="*/ 459436 h 840185"/>
                <a:gd name="connsiteX80" fmla="*/ 45301 w 839700"/>
                <a:gd name="connsiteY80" fmla="*/ 562326 h 840185"/>
                <a:gd name="connsiteX81" fmla="*/ 87342 w 839700"/>
                <a:gd name="connsiteY81" fmla="*/ 562326 h 840185"/>
                <a:gd name="connsiteX82" fmla="*/ 87342 w 839700"/>
                <a:gd name="connsiteY82" fmla="*/ 584424 h 840185"/>
                <a:gd name="connsiteX83" fmla="*/ 45301 w 839700"/>
                <a:gd name="connsiteY83" fmla="*/ 584424 h 840185"/>
                <a:gd name="connsiteX84" fmla="*/ 45301 w 839700"/>
                <a:gd name="connsiteY84" fmla="*/ 757561 h 840185"/>
                <a:gd name="connsiteX85" fmla="*/ 0 w 839700"/>
                <a:gd name="connsiteY85" fmla="*/ 757561 h 840185"/>
                <a:gd name="connsiteX86" fmla="*/ 0 w 839700"/>
                <a:gd name="connsiteY86" fmla="*/ 502177 h 840185"/>
                <a:gd name="connsiteX87" fmla="*/ 0 w 839700"/>
                <a:gd name="connsiteY87" fmla="*/ 459436 h 840185"/>
                <a:gd name="connsiteX88" fmla="*/ 0 w 839700"/>
                <a:gd name="connsiteY88" fmla="*/ 66294 h 840185"/>
                <a:gd name="connsiteX89" fmla="*/ 66846 w 839700"/>
                <a:gd name="connsiteY89" fmla="*/ 0 h 84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39700" h="840185">
                  <a:moveTo>
                    <a:pt x="66846" y="0"/>
                  </a:moveTo>
                  <a:lnTo>
                    <a:pt x="707688" y="0"/>
                  </a:lnTo>
                  <a:lnTo>
                    <a:pt x="707688" y="1"/>
                  </a:lnTo>
                  <a:lnTo>
                    <a:pt x="794398" y="1"/>
                  </a:lnTo>
                  <a:lnTo>
                    <a:pt x="794398" y="0"/>
                  </a:lnTo>
                  <a:lnTo>
                    <a:pt x="839700" y="0"/>
                  </a:lnTo>
                  <a:lnTo>
                    <a:pt x="839700" y="1"/>
                  </a:lnTo>
                  <a:lnTo>
                    <a:pt x="839700" y="45302"/>
                  </a:lnTo>
                  <a:lnTo>
                    <a:pt x="839700" y="261026"/>
                  </a:lnTo>
                  <a:lnTo>
                    <a:pt x="839699" y="261026"/>
                  </a:lnTo>
                  <a:lnTo>
                    <a:pt x="839699" y="577217"/>
                  </a:lnTo>
                  <a:lnTo>
                    <a:pt x="839699" y="689364"/>
                  </a:lnTo>
                  <a:lnTo>
                    <a:pt x="839699" y="745162"/>
                  </a:lnTo>
                  <a:lnTo>
                    <a:pt x="839699" y="762840"/>
                  </a:lnTo>
                  <a:lnTo>
                    <a:pt x="839699" y="773889"/>
                  </a:lnTo>
                  <a:cubicBezTo>
                    <a:pt x="839699" y="810351"/>
                    <a:pt x="809867" y="840183"/>
                    <a:pt x="773405" y="840183"/>
                  </a:cubicBezTo>
                  <a:lnTo>
                    <a:pt x="351854" y="840183"/>
                  </a:lnTo>
                  <a:lnTo>
                    <a:pt x="351854" y="840185"/>
                  </a:lnTo>
                  <a:lnTo>
                    <a:pt x="90828" y="840185"/>
                  </a:lnTo>
                  <a:lnTo>
                    <a:pt x="90828" y="794884"/>
                  </a:lnTo>
                  <a:lnTo>
                    <a:pt x="231693" y="794884"/>
                  </a:lnTo>
                  <a:lnTo>
                    <a:pt x="231693" y="752548"/>
                  </a:lnTo>
                  <a:lnTo>
                    <a:pt x="253791" y="752548"/>
                  </a:lnTo>
                  <a:lnTo>
                    <a:pt x="253791" y="794884"/>
                  </a:lnTo>
                  <a:lnTo>
                    <a:pt x="351854" y="794884"/>
                  </a:lnTo>
                  <a:lnTo>
                    <a:pt x="351854" y="795987"/>
                  </a:lnTo>
                  <a:lnTo>
                    <a:pt x="408821" y="795987"/>
                  </a:lnTo>
                  <a:lnTo>
                    <a:pt x="408821" y="749723"/>
                  </a:lnTo>
                  <a:lnTo>
                    <a:pt x="430919" y="749723"/>
                  </a:lnTo>
                  <a:lnTo>
                    <a:pt x="430919" y="795987"/>
                  </a:lnTo>
                  <a:lnTo>
                    <a:pt x="585948" y="795987"/>
                  </a:lnTo>
                  <a:lnTo>
                    <a:pt x="585948" y="752548"/>
                  </a:lnTo>
                  <a:lnTo>
                    <a:pt x="608046" y="752548"/>
                  </a:lnTo>
                  <a:lnTo>
                    <a:pt x="608046" y="795987"/>
                  </a:lnTo>
                  <a:lnTo>
                    <a:pt x="772852" y="795987"/>
                  </a:lnTo>
                  <a:cubicBezTo>
                    <a:pt x="785006" y="795987"/>
                    <a:pt x="794951" y="786043"/>
                    <a:pt x="794951" y="773889"/>
                  </a:cubicBezTo>
                  <a:lnTo>
                    <a:pt x="794951" y="709253"/>
                  </a:lnTo>
                  <a:lnTo>
                    <a:pt x="794951" y="701518"/>
                  </a:lnTo>
                  <a:cubicBezTo>
                    <a:pt x="795503" y="702071"/>
                    <a:pt x="795503" y="702071"/>
                    <a:pt x="795503" y="702071"/>
                  </a:cubicBezTo>
                  <a:lnTo>
                    <a:pt x="795503" y="638539"/>
                  </a:lnTo>
                  <a:cubicBezTo>
                    <a:pt x="794951" y="637987"/>
                    <a:pt x="794951" y="637987"/>
                    <a:pt x="794951" y="637987"/>
                  </a:cubicBezTo>
                  <a:lnTo>
                    <a:pt x="794951" y="584424"/>
                  </a:lnTo>
                  <a:lnTo>
                    <a:pt x="750243" y="584424"/>
                  </a:lnTo>
                  <a:lnTo>
                    <a:pt x="750243" y="562326"/>
                  </a:lnTo>
                  <a:lnTo>
                    <a:pt x="794951" y="562326"/>
                  </a:lnTo>
                  <a:lnTo>
                    <a:pt x="794951" y="431086"/>
                  </a:lnTo>
                  <a:lnTo>
                    <a:pt x="750243" y="431086"/>
                  </a:lnTo>
                  <a:lnTo>
                    <a:pt x="750243" y="408988"/>
                  </a:lnTo>
                  <a:lnTo>
                    <a:pt x="794951" y="408988"/>
                  </a:lnTo>
                  <a:lnTo>
                    <a:pt x="794951" y="276400"/>
                  </a:lnTo>
                  <a:lnTo>
                    <a:pt x="750243" y="276400"/>
                  </a:lnTo>
                  <a:lnTo>
                    <a:pt x="750243" y="254302"/>
                  </a:lnTo>
                  <a:lnTo>
                    <a:pt x="794398" y="254302"/>
                  </a:lnTo>
                  <a:lnTo>
                    <a:pt x="794398" y="45302"/>
                  </a:lnTo>
                  <a:lnTo>
                    <a:pt x="608046" y="45302"/>
                  </a:lnTo>
                  <a:lnTo>
                    <a:pt x="608046" y="89134"/>
                  </a:lnTo>
                  <a:lnTo>
                    <a:pt x="585948" y="89134"/>
                  </a:lnTo>
                  <a:lnTo>
                    <a:pt x="585948" y="45302"/>
                  </a:lnTo>
                  <a:lnTo>
                    <a:pt x="578673" y="45302"/>
                  </a:lnTo>
                  <a:lnTo>
                    <a:pt x="578673" y="44196"/>
                  </a:lnTo>
                  <a:lnTo>
                    <a:pt x="430919" y="44196"/>
                  </a:lnTo>
                  <a:lnTo>
                    <a:pt x="430919" y="89134"/>
                  </a:lnTo>
                  <a:lnTo>
                    <a:pt x="408821" y="89134"/>
                  </a:lnTo>
                  <a:lnTo>
                    <a:pt x="408821" y="44196"/>
                  </a:lnTo>
                  <a:lnTo>
                    <a:pt x="253791" y="44196"/>
                  </a:lnTo>
                  <a:lnTo>
                    <a:pt x="253791" y="89134"/>
                  </a:lnTo>
                  <a:lnTo>
                    <a:pt x="231693" y="89134"/>
                  </a:lnTo>
                  <a:lnTo>
                    <a:pt x="231693" y="44196"/>
                  </a:lnTo>
                  <a:lnTo>
                    <a:pt x="66846" y="44196"/>
                  </a:lnTo>
                  <a:cubicBezTo>
                    <a:pt x="54692" y="44196"/>
                    <a:pt x="45301" y="54140"/>
                    <a:pt x="45301" y="66294"/>
                  </a:cubicBezTo>
                  <a:lnTo>
                    <a:pt x="45301" y="254302"/>
                  </a:lnTo>
                  <a:lnTo>
                    <a:pt x="87342" y="254302"/>
                  </a:lnTo>
                  <a:lnTo>
                    <a:pt x="87342" y="276400"/>
                  </a:lnTo>
                  <a:lnTo>
                    <a:pt x="45301" y="276400"/>
                  </a:lnTo>
                  <a:lnTo>
                    <a:pt x="45301" y="408988"/>
                  </a:lnTo>
                  <a:lnTo>
                    <a:pt x="87342" y="408988"/>
                  </a:lnTo>
                  <a:lnTo>
                    <a:pt x="87342" y="431086"/>
                  </a:lnTo>
                  <a:lnTo>
                    <a:pt x="45301" y="431086"/>
                  </a:lnTo>
                  <a:lnTo>
                    <a:pt x="45301" y="459436"/>
                  </a:lnTo>
                  <a:lnTo>
                    <a:pt x="45301" y="459436"/>
                  </a:lnTo>
                  <a:lnTo>
                    <a:pt x="45301" y="562326"/>
                  </a:lnTo>
                  <a:lnTo>
                    <a:pt x="87342" y="562326"/>
                  </a:lnTo>
                  <a:lnTo>
                    <a:pt x="87342" y="584424"/>
                  </a:lnTo>
                  <a:lnTo>
                    <a:pt x="45301" y="584424"/>
                  </a:lnTo>
                  <a:lnTo>
                    <a:pt x="45301" y="757561"/>
                  </a:lnTo>
                  <a:lnTo>
                    <a:pt x="0" y="757561"/>
                  </a:lnTo>
                  <a:lnTo>
                    <a:pt x="0" y="502177"/>
                  </a:lnTo>
                  <a:lnTo>
                    <a:pt x="0" y="459436"/>
                  </a:lnTo>
                  <a:lnTo>
                    <a:pt x="0" y="66294"/>
                  </a:lnTo>
                  <a:cubicBezTo>
                    <a:pt x="0" y="29832"/>
                    <a:pt x="30385" y="0"/>
                    <a:pt x="66846"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90" name="Freeform: Shape 1289">
              <a:extLst>
                <a:ext uri="{FF2B5EF4-FFF2-40B4-BE49-F238E27FC236}">
                  <a16:creationId xmlns:a16="http://schemas.microsoft.com/office/drawing/2014/main" id="{2EF908A8-0230-9016-826D-8284A902BD19}"/>
                </a:ext>
                <a:ext uri="{C183D7F6-B498-43B3-948B-1728B52AA6E4}">
                  <adec:decorative xmlns:adec="http://schemas.microsoft.com/office/drawing/2017/decorative" val="1"/>
                </a:ext>
              </a:extLst>
            </p:cNvPr>
            <p:cNvSpPr/>
            <p:nvPr/>
          </p:nvSpPr>
          <p:spPr>
            <a:xfrm>
              <a:off x="1963731" y="2307093"/>
              <a:ext cx="350156" cy="373810"/>
            </a:xfrm>
            <a:custGeom>
              <a:avLst/>
              <a:gdLst>
                <a:gd name="connsiteX0" fmla="*/ 0 w 651686"/>
                <a:gd name="connsiteY0" fmla="*/ 629967 h 695708"/>
                <a:gd name="connsiteX1" fmla="*/ 65741 w 651686"/>
                <a:gd name="connsiteY1" fmla="*/ 629967 h 695708"/>
                <a:gd name="connsiteX2" fmla="*/ 65741 w 651686"/>
                <a:gd name="connsiteY2" fmla="*/ 695708 h 695708"/>
                <a:gd name="connsiteX3" fmla="*/ 0 w 651686"/>
                <a:gd name="connsiteY3" fmla="*/ 695708 h 695708"/>
                <a:gd name="connsiteX4" fmla="*/ 209379 w 651686"/>
                <a:gd name="connsiteY4" fmla="*/ 308183 h 695708"/>
                <a:gd name="connsiteX5" fmla="*/ 297431 w 651686"/>
                <a:gd name="connsiteY5" fmla="*/ 308183 h 695708"/>
                <a:gd name="connsiteX6" fmla="*/ 297431 w 651686"/>
                <a:gd name="connsiteY6" fmla="*/ 551770 h 695708"/>
                <a:gd name="connsiteX7" fmla="*/ 209379 w 651686"/>
                <a:gd name="connsiteY7" fmla="*/ 551770 h 695708"/>
                <a:gd name="connsiteX8" fmla="*/ 563634 w 651686"/>
                <a:gd name="connsiteY8" fmla="*/ 198226 h 695708"/>
                <a:gd name="connsiteX9" fmla="*/ 651686 w 651686"/>
                <a:gd name="connsiteY9" fmla="*/ 198226 h 695708"/>
                <a:gd name="connsiteX10" fmla="*/ 651686 w 651686"/>
                <a:gd name="connsiteY10" fmla="*/ 551770 h 695708"/>
                <a:gd name="connsiteX11" fmla="*/ 563634 w 651686"/>
                <a:gd name="connsiteY11" fmla="*/ 551770 h 695708"/>
                <a:gd name="connsiteX12" fmla="*/ 386062 w 651686"/>
                <a:gd name="connsiteY12" fmla="*/ 0 h 695708"/>
                <a:gd name="connsiteX13" fmla="*/ 474114 w 651686"/>
                <a:gd name="connsiteY13" fmla="*/ 0 h 695708"/>
                <a:gd name="connsiteX14" fmla="*/ 474114 w 651686"/>
                <a:gd name="connsiteY14" fmla="*/ 551769 h 695708"/>
                <a:gd name="connsiteX15" fmla="*/ 386062 w 651686"/>
                <a:gd name="connsiteY15" fmla="*/ 551769 h 6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1686" h="695708">
                  <a:moveTo>
                    <a:pt x="0" y="629967"/>
                  </a:moveTo>
                  <a:lnTo>
                    <a:pt x="65741" y="629967"/>
                  </a:lnTo>
                  <a:lnTo>
                    <a:pt x="65741" y="695708"/>
                  </a:lnTo>
                  <a:lnTo>
                    <a:pt x="0" y="695708"/>
                  </a:lnTo>
                  <a:close/>
                  <a:moveTo>
                    <a:pt x="209379" y="308183"/>
                  </a:moveTo>
                  <a:lnTo>
                    <a:pt x="297431" y="308183"/>
                  </a:lnTo>
                  <a:lnTo>
                    <a:pt x="297431" y="551770"/>
                  </a:lnTo>
                  <a:lnTo>
                    <a:pt x="209379" y="551770"/>
                  </a:lnTo>
                  <a:close/>
                  <a:moveTo>
                    <a:pt x="563634" y="198226"/>
                  </a:moveTo>
                  <a:lnTo>
                    <a:pt x="651686" y="198226"/>
                  </a:lnTo>
                  <a:lnTo>
                    <a:pt x="651686" y="551770"/>
                  </a:lnTo>
                  <a:lnTo>
                    <a:pt x="563634" y="551770"/>
                  </a:lnTo>
                  <a:close/>
                  <a:moveTo>
                    <a:pt x="386062" y="0"/>
                  </a:moveTo>
                  <a:lnTo>
                    <a:pt x="474114" y="0"/>
                  </a:lnTo>
                  <a:lnTo>
                    <a:pt x="474114" y="551769"/>
                  </a:lnTo>
                  <a:lnTo>
                    <a:pt x="386062" y="551769"/>
                  </a:lnTo>
                  <a:close/>
                </a:path>
              </a:pathLst>
            </a:custGeom>
            <a:solidFill>
              <a:schemeClr val="accent1"/>
            </a:solidFill>
            <a:ln w="12601" cap="flat">
              <a:noFill/>
              <a:prstDash val="solid"/>
              <a:miter/>
            </a:ln>
          </p:spPr>
          <p:txBody>
            <a:bodyPr wrap="square" rtlCol="0" anchor="ctr">
              <a:noAutofit/>
            </a:bodyPr>
            <a:lstStyle/>
            <a:p>
              <a:endParaRPr lang="en-US"/>
            </a:p>
          </p:txBody>
        </p:sp>
      </p:grpSp>
      <p:grpSp>
        <p:nvGrpSpPr>
          <p:cNvPr id="6" name="Group 5">
            <a:extLst>
              <a:ext uri="{FF2B5EF4-FFF2-40B4-BE49-F238E27FC236}">
                <a16:creationId xmlns:a16="http://schemas.microsoft.com/office/drawing/2014/main" id="{FD3D06C4-6755-C7BD-4255-47C85154AF18}"/>
              </a:ext>
              <a:ext uri="{C183D7F6-B498-43B3-948B-1728B52AA6E4}">
                <adec:decorative xmlns:adec="http://schemas.microsoft.com/office/drawing/2017/decorative" val="1"/>
              </a:ext>
            </a:extLst>
          </p:cNvPr>
          <p:cNvGrpSpPr>
            <a:grpSpLocks noChangeAspect="1"/>
          </p:cNvGrpSpPr>
          <p:nvPr/>
        </p:nvGrpSpPr>
        <p:grpSpPr>
          <a:xfrm>
            <a:off x="3100313" y="2223703"/>
            <a:ext cx="518417" cy="457200"/>
            <a:chOff x="3100313" y="2223703"/>
            <a:chExt cx="518417" cy="457200"/>
          </a:xfrm>
        </p:grpSpPr>
        <p:sp>
          <p:nvSpPr>
            <p:cNvPr id="1292" name="Freeform: Shape 1291">
              <a:extLst>
                <a:ext uri="{FF2B5EF4-FFF2-40B4-BE49-F238E27FC236}">
                  <a16:creationId xmlns:a16="http://schemas.microsoft.com/office/drawing/2014/main" id="{BFAA038B-E005-E02E-2346-DC082CEE8FB0}"/>
                </a:ext>
                <a:ext uri="{C183D7F6-B498-43B3-948B-1728B52AA6E4}">
                  <adec:decorative xmlns:adec="http://schemas.microsoft.com/office/drawing/2017/decorative" val="1"/>
                </a:ext>
              </a:extLst>
            </p:cNvPr>
            <p:cNvSpPr/>
            <p:nvPr/>
          </p:nvSpPr>
          <p:spPr>
            <a:xfrm>
              <a:off x="3126977" y="2223703"/>
              <a:ext cx="461102" cy="457200"/>
            </a:xfrm>
            <a:custGeom>
              <a:avLst/>
              <a:gdLst>
                <a:gd name="connsiteX0" fmla="*/ 706902 w 747177"/>
                <a:gd name="connsiteY0" fmla="*/ 363771 h 740854"/>
                <a:gd name="connsiteX1" fmla="*/ 707825 w 747177"/>
                <a:gd name="connsiteY1" fmla="*/ 363926 h 740854"/>
                <a:gd name="connsiteX2" fmla="*/ 707779 w 747177"/>
                <a:gd name="connsiteY2" fmla="*/ 403485 h 740854"/>
                <a:gd name="connsiteX3" fmla="*/ 706802 w 747177"/>
                <a:gd name="connsiteY3" fmla="*/ 420942 h 740854"/>
                <a:gd name="connsiteX4" fmla="*/ 696141 w 747177"/>
                <a:gd name="connsiteY4" fmla="*/ 480248 h 740854"/>
                <a:gd name="connsiteX5" fmla="*/ 671794 w 747177"/>
                <a:gd name="connsiteY5" fmla="*/ 544269 h 740854"/>
                <a:gd name="connsiteX6" fmla="*/ 640981 w 747177"/>
                <a:gd name="connsiteY6" fmla="*/ 594786 h 740854"/>
                <a:gd name="connsiteX7" fmla="*/ 596511 w 747177"/>
                <a:gd name="connsiteY7" fmla="*/ 645365 h 740854"/>
                <a:gd name="connsiteX8" fmla="*/ 538025 w 747177"/>
                <a:gd name="connsiteY8" fmla="*/ 689754 h 740854"/>
                <a:gd name="connsiteX9" fmla="*/ 461772 w 747177"/>
                <a:gd name="connsiteY9" fmla="*/ 724328 h 740854"/>
                <a:gd name="connsiteX10" fmla="*/ 405960 w 747177"/>
                <a:gd name="connsiteY10" fmla="*/ 736920 h 740854"/>
                <a:gd name="connsiteX11" fmla="*/ 375688 w 747177"/>
                <a:gd name="connsiteY11" fmla="*/ 739802 h 740854"/>
                <a:gd name="connsiteX12" fmla="*/ 342037 w 747177"/>
                <a:gd name="connsiteY12" fmla="*/ 740692 h 740854"/>
                <a:gd name="connsiteX13" fmla="*/ 304120 w 747177"/>
                <a:gd name="connsiteY13" fmla="*/ 736965 h 740854"/>
                <a:gd name="connsiteX14" fmla="*/ 235159 w 747177"/>
                <a:gd name="connsiteY14" fmla="*/ 720175 h 740854"/>
                <a:gd name="connsiteX15" fmla="*/ 207549 w 747177"/>
                <a:gd name="connsiteY15" fmla="*/ 708700 h 740854"/>
                <a:gd name="connsiteX16" fmla="*/ 178292 w 747177"/>
                <a:gd name="connsiteY16" fmla="*/ 693814 h 740854"/>
                <a:gd name="connsiteX17" fmla="*/ 142382 w 747177"/>
                <a:gd name="connsiteY17" fmla="*/ 670141 h 740854"/>
                <a:gd name="connsiteX18" fmla="*/ 130288 w 747177"/>
                <a:gd name="connsiteY18" fmla="*/ 660652 h 740854"/>
                <a:gd name="connsiteX19" fmla="*/ 135976 w 747177"/>
                <a:gd name="connsiteY19" fmla="*/ 660345 h 740854"/>
                <a:gd name="connsiteX20" fmla="*/ 208147 w 747177"/>
                <a:gd name="connsiteY20" fmla="*/ 660406 h 740854"/>
                <a:gd name="connsiteX21" fmla="*/ 214998 w 747177"/>
                <a:gd name="connsiteY21" fmla="*/ 662063 h 740854"/>
                <a:gd name="connsiteX22" fmla="*/ 284165 w 747177"/>
                <a:gd name="connsiteY22" fmla="*/ 687505 h 740854"/>
                <a:gd name="connsiteX23" fmla="*/ 322495 w 747177"/>
                <a:gd name="connsiteY23" fmla="*/ 693561 h 740854"/>
                <a:gd name="connsiteX24" fmla="*/ 365729 w 747177"/>
                <a:gd name="connsiteY24" fmla="*/ 695401 h 740854"/>
                <a:gd name="connsiteX25" fmla="*/ 415847 w 747177"/>
                <a:gd name="connsiteY25" fmla="*/ 689298 h 740854"/>
                <a:gd name="connsiteX26" fmla="*/ 472724 w 747177"/>
                <a:gd name="connsiteY26" fmla="*/ 672048 h 740854"/>
                <a:gd name="connsiteX27" fmla="*/ 532243 w 747177"/>
                <a:gd name="connsiteY27" fmla="*/ 638809 h 740854"/>
                <a:gd name="connsiteX28" fmla="*/ 571871 w 747177"/>
                <a:gd name="connsiteY28" fmla="*/ 605803 h 740854"/>
                <a:gd name="connsiteX29" fmla="*/ 602236 w 747177"/>
                <a:gd name="connsiteY29" fmla="*/ 570721 h 740854"/>
                <a:gd name="connsiteX30" fmla="*/ 633032 w 747177"/>
                <a:gd name="connsiteY30" fmla="*/ 520173 h 740854"/>
                <a:gd name="connsiteX31" fmla="*/ 657703 w 747177"/>
                <a:gd name="connsiteY31" fmla="*/ 444754 h 740854"/>
                <a:gd name="connsiteX32" fmla="*/ 663246 w 747177"/>
                <a:gd name="connsiteY32" fmla="*/ 409138 h 740854"/>
                <a:gd name="connsiteX33" fmla="*/ 529605 w 747177"/>
                <a:gd name="connsiteY33" fmla="*/ 409138 h 740854"/>
                <a:gd name="connsiteX34" fmla="*/ 538749 w 747177"/>
                <a:gd name="connsiteY34" fmla="*/ 398802 h 740854"/>
                <a:gd name="connsiteX35" fmla="*/ 571395 w 747177"/>
                <a:gd name="connsiteY35" fmla="*/ 366189 h 740854"/>
                <a:gd name="connsiteX36" fmla="*/ 576307 w 747177"/>
                <a:gd name="connsiteY36" fmla="*/ 363852 h 740854"/>
                <a:gd name="connsiteX37" fmla="*/ 706902 w 747177"/>
                <a:gd name="connsiteY37" fmla="*/ 363771 h 740854"/>
                <a:gd name="connsiteX38" fmla="*/ 728419 w 747177"/>
                <a:gd name="connsiteY38" fmla="*/ 209737 h 740854"/>
                <a:gd name="connsiteX39" fmla="*/ 746626 w 747177"/>
                <a:gd name="connsiteY39" fmla="*/ 324252 h 740854"/>
                <a:gd name="connsiteX40" fmla="*/ 613599 w 747177"/>
                <a:gd name="connsiteY40" fmla="*/ 324252 h 740854"/>
                <a:gd name="connsiteX41" fmla="*/ 614103 w 747177"/>
                <a:gd name="connsiteY41" fmla="*/ 322515 h 740854"/>
                <a:gd name="connsiteX42" fmla="*/ 634241 w 747177"/>
                <a:gd name="connsiteY42" fmla="*/ 302445 h 740854"/>
                <a:gd name="connsiteX43" fmla="*/ 639501 w 747177"/>
                <a:gd name="connsiteY43" fmla="*/ 300962 h 740854"/>
                <a:gd name="connsiteX44" fmla="*/ 717499 w 747177"/>
                <a:gd name="connsiteY44" fmla="*/ 300900 h 740854"/>
                <a:gd name="connsiteX45" fmla="*/ 723454 w 747177"/>
                <a:gd name="connsiteY45" fmla="*/ 300900 h 740854"/>
                <a:gd name="connsiteX46" fmla="*/ 712743 w 747177"/>
                <a:gd name="connsiteY46" fmla="*/ 235928 h 740854"/>
                <a:gd name="connsiteX47" fmla="*/ 718021 w 747177"/>
                <a:gd name="connsiteY47" fmla="*/ 220172 h 740854"/>
                <a:gd name="connsiteX48" fmla="*/ 728419 w 747177"/>
                <a:gd name="connsiteY48" fmla="*/ 209737 h 740854"/>
                <a:gd name="connsiteX49" fmla="*/ 376735 w 747177"/>
                <a:gd name="connsiteY49" fmla="*/ 32440 h 740854"/>
                <a:gd name="connsiteX50" fmla="*/ 376735 w 747177"/>
                <a:gd name="connsiteY50" fmla="*/ 363609 h 740854"/>
                <a:gd name="connsiteX51" fmla="*/ 449211 w 747177"/>
                <a:gd name="connsiteY51" fmla="*/ 363609 h 740854"/>
                <a:gd name="connsiteX52" fmla="*/ 444073 w 747177"/>
                <a:gd name="connsiteY52" fmla="*/ 370613 h 740854"/>
                <a:gd name="connsiteX53" fmla="*/ 420425 w 747177"/>
                <a:gd name="connsiteY53" fmla="*/ 395329 h 740854"/>
                <a:gd name="connsiteX54" fmla="*/ 413373 w 747177"/>
                <a:gd name="connsiteY54" fmla="*/ 403318 h 740854"/>
                <a:gd name="connsiteX55" fmla="*/ 401407 w 747177"/>
                <a:gd name="connsiteY55" fmla="*/ 409115 h 740854"/>
                <a:gd name="connsiteX56" fmla="*/ 331806 w 747177"/>
                <a:gd name="connsiteY56" fmla="*/ 408926 h 740854"/>
                <a:gd name="connsiteX57" fmla="*/ 331806 w 747177"/>
                <a:gd name="connsiteY57" fmla="*/ 78762 h 740854"/>
                <a:gd name="connsiteX58" fmla="*/ 310916 w 747177"/>
                <a:gd name="connsiteY58" fmla="*/ 81036 h 740854"/>
                <a:gd name="connsiteX59" fmla="*/ 264482 w 747177"/>
                <a:gd name="connsiteY59" fmla="*/ 91821 h 740854"/>
                <a:gd name="connsiteX60" fmla="*/ 217159 w 747177"/>
                <a:gd name="connsiteY60" fmla="*/ 110537 h 740854"/>
                <a:gd name="connsiteX61" fmla="*/ 156573 w 747177"/>
                <a:gd name="connsiteY61" fmla="*/ 150495 h 740854"/>
                <a:gd name="connsiteX62" fmla="*/ 129177 w 747177"/>
                <a:gd name="connsiteY62" fmla="*/ 176081 h 740854"/>
                <a:gd name="connsiteX63" fmla="*/ 88327 w 747177"/>
                <a:gd name="connsiteY63" fmla="*/ 230556 h 740854"/>
                <a:gd name="connsiteX64" fmla="*/ 58596 w 747177"/>
                <a:gd name="connsiteY64" fmla="*/ 299557 h 740854"/>
                <a:gd name="connsiteX65" fmla="*/ 48878 w 747177"/>
                <a:gd name="connsiteY65" fmla="*/ 344803 h 740854"/>
                <a:gd name="connsiteX66" fmla="*/ 46087 w 747177"/>
                <a:gd name="connsiteY66" fmla="*/ 400099 h 740854"/>
                <a:gd name="connsiteX67" fmla="*/ 50753 w 747177"/>
                <a:gd name="connsiteY67" fmla="*/ 440237 h 740854"/>
                <a:gd name="connsiteX68" fmla="*/ 64540 w 747177"/>
                <a:gd name="connsiteY68" fmla="*/ 492736 h 740854"/>
                <a:gd name="connsiteX69" fmla="*/ 66770 w 747177"/>
                <a:gd name="connsiteY69" fmla="*/ 498909 h 740854"/>
                <a:gd name="connsiteX70" fmla="*/ 99892 w 747177"/>
                <a:gd name="connsiteY70" fmla="*/ 561046 h 740854"/>
                <a:gd name="connsiteX71" fmla="*/ 105967 w 747177"/>
                <a:gd name="connsiteY71" fmla="*/ 569871 h 740854"/>
                <a:gd name="connsiteX72" fmla="*/ 50133 w 747177"/>
                <a:gd name="connsiteY72" fmla="*/ 569871 h 740854"/>
                <a:gd name="connsiteX73" fmla="*/ 56391 w 747177"/>
                <a:gd name="connsiteY73" fmla="*/ 195636 h 740854"/>
                <a:gd name="connsiteX74" fmla="*/ 376735 w 747177"/>
                <a:gd name="connsiteY74" fmla="*/ 32440 h 740854"/>
                <a:gd name="connsiteX75" fmla="*/ 422371 w 747177"/>
                <a:gd name="connsiteY75" fmla="*/ 56 h 740854"/>
                <a:gd name="connsiteX76" fmla="*/ 447856 w 747177"/>
                <a:gd name="connsiteY76" fmla="*/ 112 h 740854"/>
                <a:gd name="connsiteX77" fmla="*/ 464743 w 747177"/>
                <a:gd name="connsiteY77" fmla="*/ 1445 h 740854"/>
                <a:gd name="connsiteX78" fmla="*/ 516045 w 747177"/>
                <a:gd name="connsiteY78" fmla="*/ 10740 h 740854"/>
                <a:gd name="connsiteX79" fmla="*/ 574250 w 747177"/>
                <a:gd name="connsiteY79" fmla="*/ 32879 h 740854"/>
                <a:gd name="connsiteX80" fmla="*/ 596252 w 747177"/>
                <a:gd name="connsiteY80" fmla="*/ 45406 h 740854"/>
                <a:gd name="connsiteX81" fmla="*/ 598673 w 747177"/>
                <a:gd name="connsiteY81" fmla="*/ 48424 h 740854"/>
                <a:gd name="connsiteX82" fmla="*/ 598783 w 747177"/>
                <a:gd name="connsiteY82" fmla="*/ 74618 h 740854"/>
                <a:gd name="connsiteX83" fmla="*/ 534599 w 747177"/>
                <a:gd name="connsiteY83" fmla="*/ 40917 h 740854"/>
                <a:gd name="connsiteX84" fmla="*/ 500000 w 747177"/>
                <a:gd name="connsiteY84" fmla="*/ 30748 h 740854"/>
                <a:gd name="connsiteX85" fmla="*/ 467496 w 747177"/>
                <a:gd name="connsiteY85" fmla="*/ 25001 h 740854"/>
                <a:gd name="connsiteX86" fmla="*/ 444812 w 747177"/>
                <a:gd name="connsiteY86" fmla="*/ 22553 h 740854"/>
                <a:gd name="connsiteX87" fmla="*/ 444812 w 747177"/>
                <a:gd name="connsiteY87" fmla="*/ 300754 h 740854"/>
                <a:gd name="connsiteX88" fmla="*/ 513050 w 747177"/>
                <a:gd name="connsiteY88" fmla="*/ 300754 h 740854"/>
                <a:gd name="connsiteX89" fmla="*/ 513728 w 747177"/>
                <a:gd name="connsiteY89" fmla="*/ 301979 h 740854"/>
                <a:gd name="connsiteX90" fmla="*/ 504951 w 747177"/>
                <a:gd name="connsiteY90" fmla="*/ 310580 h 740854"/>
                <a:gd name="connsiteX91" fmla="*/ 501587 w 747177"/>
                <a:gd name="connsiteY91" fmla="*/ 313230 h 740854"/>
                <a:gd name="connsiteX92" fmla="*/ 474233 w 747177"/>
                <a:gd name="connsiteY92" fmla="*/ 324722 h 740854"/>
                <a:gd name="connsiteX93" fmla="*/ 422371 w 747177"/>
                <a:gd name="connsiteY93" fmla="*/ 324469 h 740854"/>
                <a:gd name="connsiteX94" fmla="*/ 422371 w 747177"/>
                <a:gd name="connsiteY94" fmla="*/ 56 h 740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747177" h="740854">
                  <a:moveTo>
                    <a:pt x="706902" y="363771"/>
                  </a:moveTo>
                  <a:cubicBezTo>
                    <a:pt x="707363" y="363772"/>
                    <a:pt x="707824" y="363926"/>
                    <a:pt x="707825" y="363926"/>
                  </a:cubicBezTo>
                  <a:cubicBezTo>
                    <a:pt x="707825" y="377235"/>
                    <a:pt x="707925" y="390361"/>
                    <a:pt x="707779" y="403485"/>
                  </a:cubicBezTo>
                  <a:cubicBezTo>
                    <a:pt x="707714" y="409307"/>
                    <a:pt x="707234" y="415130"/>
                    <a:pt x="706802" y="420942"/>
                  </a:cubicBezTo>
                  <a:cubicBezTo>
                    <a:pt x="705306" y="441078"/>
                    <a:pt x="701402" y="460773"/>
                    <a:pt x="696141" y="480248"/>
                  </a:cubicBezTo>
                  <a:cubicBezTo>
                    <a:pt x="690154" y="502413"/>
                    <a:pt x="682477" y="524031"/>
                    <a:pt x="671794" y="544269"/>
                  </a:cubicBezTo>
                  <a:cubicBezTo>
                    <a:pt x="662601" y="561685"/>
                    <a:pt x="652045" y="578473"/>
                    <a:pt x="640981" y="594786"/>
                  </a:cubicBezTo>
                  <a:cubicBezTo>
                    <a:pt x="628331" y="613435"/>
                    <a:pt x="612970" y="629962"/>
                    <a:pt x="596511" y="645365"/>
                  </a:cubicBezTo>
                  <a:cubicBezTo>
                    <a:pt x="578558" y="662167"/>
                    <a:pt x="559078" y="677026"/>
                    <a:pt x="538025" y="689754"/>
                  </a:cubicBezTo>
                  <a:cubicBezTo>
                    <a:pt x="513984" y="704289"/>
                    <a:pt x="488619" y="715968"/>
                    <a:pt x="461772" y="724328"/>
                  </a:cubicBezTo>
                  <a:cubicBezTo>
                    <a:pt x="443509" y="730015"/>
                    <a:pt x="425029" y="734818"/>
                    <a:pt x="405960" y="736920"/>
                  </a:cubicBezTo>
                  <a:cubicBezTo>
                    <a:pt x="395884" y="738031"/>
                    <a:pt x="385800" y="739196"/>
                    <a:pt x="375688" y="739802"/>
                  </a:cubicBezTo>
                  <a:cubicBezTo>
                    <a:pt x="364488" y="740474"/>
                    <a:pt x="353223" y="741180"/>
                    <a:pt x="342037" y="740692"/>
                  </a:cubicBezTo>
                  <a:cubicBezTo>
                    <a:pt x="329368" y="740138"/>
                    <a:pt x="316747" y="738351"/>
                    <a:pt x="304120" y="736965"/>
                  </a:cubicBezTo>
                  <a:cubicBezTo>
                    <a:pt x="280411" y="734361"/>
                    <a:pt x="257534" y="728194"/>
                    <a:pt x="235159" y="720175"/>
                  </a:cubicBezTo>
                  <a:cubicBezTo>
                    <a:pt x="225907" y="716858"/>
                    <a:pt x="216964" y="712678"/>
                    <a:pt x="207549" y="708700"/>
                  </a:cubicBezTo>
                  <a:cubicBezTo>
                    <a:pt x="197548" y="703656"/>
                    <a:pt x="187545" y="699361"/>
                    <a:pt x="178292" y="693814"/>
                  </a:cubicBezTo>
                  <a:cubicBezTo>
                    <a:pt x="166006" y="686449"/>
                    <a:pt x="154251" y="678187"/>
                    <a:pt x="142382" y="670141"/>
                  </a:cubicBezTo>
                  <a:cubicBezTo>
                    <a:pt x="138489" y="667502"/>
                    <a:pt x="134952" y="664338"/>
                    <a:pt x="130288" y="660652"/>
                  </a:cubicBezTo>
                  <a:cubicBezTo>
                    <a:pt x="132956" y="660503"/>
                    <a:pt x="134466" y="660345"/>
                    <a:pt x="135976" y="660345"/>
                  </a:cubicBezTo>
                  <a:cubicBezTo>
                    <a:pt x="160033" y="660329"/>
                    <a:pt x="184090" y="660289"/>
                    <a:pt x="208147" y="660406"/>
                  </a:cubicBezTo>
                  <a:cubicBezTo>
                    <a:pt x="210444" y="660417"/>
                    <a:pt x="212956" y="661015"/>
                    <a:pt x="214998" y="662063"/>
                  </a:cubicBezTo>
                  <a:cubicBezTo>
                    <a:pt x="237023" y="673368"/>
                    <a:pt x="260127" y="681862"/>
                    <a:pt x="284165" y="687505"/>
                  </a:cubicBezTo>
                  <a:cubicBezTo>
                    <a:pt x="296731" y="690454"/>
                    <a:pt x="309635" y="692328"/>
                    <a:pt x="322495" y="693561"/>
                  </a:cubicBezTo>
                  <a:cubicBezTo>
                    <a:pt x="336847" y="694937"/>
                    <a:pt x="351378" y="696131"/>
                    <a:pt x="365729" y="695401"/>
                  </a:cubicBezTo>
                  <a:cubicBezTo>
                    <a:pt x="382501" y="694548"/>
                    <a:pt x="399264" y="692123"/>
                    <a:pt x="415847" y="689298"/>
                  </a:cubicBezTo>
                  <a:cubicBezTo>
                    <a:pt x="435462" y="685957"/>
                    <a:pt x="454375" y="679724"/>
                    <a:pt x="472724" y="672048"/>
                  </a:cubicBezTo>
                  <a:cubicBezTo>
                    <a:pt x="493800" y="663231"/>
                    <a:pt x="514055" y="652714"/>
                    <a:pt x="532243" y="638809"/>
                  </a:cubicBezTo>
                  <a:cubicBezTo>
                    <a:pt x="545898" y="628370"/>
                    <a:pt x="559536" y="617717"/>
                    <a:pt x="571871" y="605803"/>
                  </a:cubicBezTo>
                  <a:cubicBezTo>
                    <a:pt x="582956" y="595097"/>
                    <a:pt x="592682" y="582879"/>
                    <a:pt x="602236" y="570721"/>
                  </a:cubicBezTo>
                  <a:cubicBezTo>
                    <a:pt x="614479" y="555143"/>
                    <a:pt x="624588" y="538083"/>
                    <a:pt x="633032" y="520173"/>
                  </a:cubicBezTo>
                  <a:cubicBezTo>
                    <a:pt x="644384" y="496097"/>
                    <a:pt x="653257" y="471119"/>
                    <a:pt x="657703" y="444754"/>
                  </a:cubicBezTo>
                  <a:cubicBezTo>
                    <a:pt x="659671" y="433082"/>
                    <a:pt x="661353" y="421361"/>
                    <a:pt x="663246" y="409138"/>
                  </a:cubicBezTo>
                  <a:cubicBezTo>
                    <a:pt x="618576" y="409138"/>
                    <a:pt x="574647" y="409138"/>
                    <a:pt x="529605" y="409138"/>
                  </a:cubicBezTo>
                  <a:cubicBezTo>
                    <a:pt x="533101" y="405165"/>
                    <a:pt x="535765" y="401826"/>
                    <a:pt x="538749" y="398802"/>
                  </a:cubicBezTo>
                  <a:cubicBezTo>
                    <a:pt x="549554" y="387855"/>
                    <a:pt x="560426" y="376972"/>
                    <a:pt x="571395" y="366189"/>
                  </a:cubicBezTo>
                  <a:cubicBezTo>
                    <a:pt x="572634" y="364971"/>
                    <a:pt x="574649" y="363857"/>
                    <a:pt x="576307" y="363852"/>
                  </a:cubicBezTo>
                  <a:cubicBezTo>
                    <a:pt x="619839" y="363729"/>
                    <a:pt x="663371" y="363757"/>
                    <a:pt x="706902" y="363771"/>
                  </a:cubicBezTo>
                  <a:close/>
                  <a:moveTo>
                    <a:pt x="728419" y="209737"/>
                  </a:moveTo>
                  <a:cubicBezTo>
                    <a:pt x="738171" y="224839"/>
                    <a:pt x="749868" y="298775"/>
                    <a:pt x="746626" y="324252"/>
                  </a:cubicBezTo>
                  <a:cubicBezTo>
                    <a:pt x="702409" y="324252"/>
                    <a:pt x="658163" y="324252"/>
                    <a:pt x="613599" y="324252"/>
                  </a:cubicBezTo>
                  <a:cubicBezTo>
                    <a:pt x="613777" y="323596"/>
                    <a:pt x="613753" y="322871"/>
                    <a:pt x="614103" y="322515"/>
                  </a:cubicBezTo>
                  <a:cubicBezTo>
                    <a:pt x="620761" y="315769"/>
                    <a:pt x="627374" y="308973"/>
                    <a:pt x="634241" y="302445"/>
                  </a:cubicBezTo>
                  <a:cubicBezTo>
                    <a:pt x="635419" y="301325"/>
                    <a:pt x="637717" y="300969"/>
                    <a:pt x="639501" y="300962"/>
                  </a:cubicBezTo>
                  <a:cubicBezTo>
                    <a:pt x="665500" y="300871"/>
                    <a:pt x="691500" y="300900"/>
                    <a:pt x="717499" y="300900"/>
                  </a:cubicBezTo>
                  <a:cubicBezTo>
                    <a:pt x="719284" y="300900"/>
                    <a:pt x="721069" y="300900"/>
                    <a:pt x="723454" y="300900"/>
                  </a:cubicBezTo>
                  <a:cubicBezTo>
                    <a:pt x="721833" y="278866"/>
                    <a:pt x="719463" y="257262"/>
                    <a:pt x="712743" y="235928"/>
                  </a:cubicBezTo>
                  <a:cubicBezTo>
                    <a:pt x="709259" y="228584"/>
                    <a:pt x="711946" y="224192"/>
                    <a:pt x="718021" y="220172"/>
                  </a:cubicBezTo>
                  <a:cubicBezTo>
                    <a:pt x="722011" y="217531"/>
                    <a:pt x="724953" y="213307"/>
                    <a:pt x="728419" y="209737"/>
                  </a:cubicBezTo>
                  <a:close/>
                  <a:moveTo>
                    <a:pt x="376735" y="32440"/>
                  </a:moveTo>
                  <a:cubicBezTo>
                    <a:pt x="376735" y="143142"/>
                    <a:pt x="376735" y="253187"/>
                    <a:pt x="376735" y="363609"/>
                  </a:cubicBezTo>
                  <a:cubicBezTo>
                    <a:pt x="400838" y="363609"/>
                    <a:pt x="424494" y="363609"/>
                    <a:pt x="449211" y="363609"/>
                  </a:cubicBezTo>
                  <a:cubicBezTo>
                    <a:pt x="447157" y="366442"/>
                    <a:pt x="445839" y="368738"/>
                    <a:pt x="444073" y="370613"/>
                  </a:cubicBezTo>
                  <a:cubicBezTo>
                    <a:pt x="436255" y="378913"/>
                    <a:pt x="428283" y="387066"/>
                    <a:pt x="420425" y="395329"/>
                  </a:cubicBezTo>
                  <a:cubicBezTo>
                    <a:pt x="417979" y="397902"/>
                    <a:pt x="415728" y="400659"/>
                    <a:pt x="413373" y="403318"/>
                  </a:cubicBezTo>
                  <a:cubicBezTo>
                    <a:pt x="410196" y="406907"/>
                    <a:pt x="406942" y="409223"/>
                    <a:pt x="401407" y="409115"/>
                  </a:cubicBezTo>
                  <a:cubicBezTo>
                    <a:pt x="378364" y="408666"/>
                    <a:pt x="355308" y="408926"/>
                    <a:pt x="331806" y="408926"/>
                  </a:cubicBezTo>
                  <a:cubicBezTo>
                    <a:pt x="331806" y="298932"/>
                    <a:pt x="331806" y="189212"/>
                    <a:pt x="331806" y="78762"/>
                  </a:cubicBezTo>
                  <a:cubicBezTo>
                    <a:pt x="324496" y="79518"/>
                    <a:pt x="317581" y="79667"/>
                    <a:pt x="310916" y="81036"/>
                  </a:cubicBezTo>
                  <a:cubicBezTo>
                    <a:pt x="295347" y="84232"/>
                    <a:pt x="279594" y="87051"/>
                    <a:pt x="264482" y="91821"/>
                  </a:cubicBezTo>
                  <a:cubicBezTo>
                    <a:pt x="248337" y="96917"/>
                    <a:pt x="232442" y="103239"/>
                    <a:pt x="217159" y="110537"/>
                  </a:cubicBezTo>
                  <a:cubicBezTo>
                    <a:pt x="195212" y="121017"/>
                    <a:pt x="174786" y="134199"/>
                    <a:pt x="156573" y="150495"/>
                  </a:cubicBezTo>
                  <a:cubicBezTo>
                    <a:pt x="147260" y="158828"/>
                    <a:pt x="137738" y="167012"/>
                    <a:pt x="129177" y="176081"/>
                  </a:cubicBezTo>
                  <a:cubicBezTo>
                    <a:pt x="113530" y="192657"/>
                    <a:pt x="99972" y="210911"/>
                    <a:pt x="88327" y="230556"/>
                  </a:cubicBezTo>
                  <a:cubicBezTo>
                    <a:pt x="75447" y="252284"/>
                    <a:pt x="65260" y="275235"/>
                    <a:pt x="58596" y="299557"/>
                  </a:cubicBezTo>
                  <a:cubicBezTo>
                    <a:pt x="54525" y="314412"/>
                    <a:pt x="51861" y="329667"/>
                    <a:pt x="48878" y="344803"/>
                  </a:cubicBezTo>
                  <a:cubicBezTo>
                    <a:pt x="45276" y="363075"/>
                    <a:pt x="45250" y="381642"/>
                    <a:pt x="46087" y="400099"/>
                  </a:cubicBezTo>
                  <a:cubicBezTo>
                    <a:pt x="46696" y="413522"/>
                    <a:pt x="49091" y="426866"/>
                    <a:pt x="50753" y="440237"/>
                  </a:cubicBezTo>
                  <a:cubicBezTo>
                    <a:pt x="53004" y="458349"/>
                    <a:pt x="58653" y="475576"/>
                    <a:pt x="64540" y="492736"/>
                  </a:cubicBezTo>
                  <a:cubicBezTo>
                    <a:pt x="65209" y="494685"/>
                    <a:pt x="65894" y="496628"/>
                    <a:pt x="66770" y="498909"/>
                  </a:cubicBezTo>
                  <a:cubicBezTo>
                    <a:pt x="75700" y="521039"/>
                    <a:pt x="86686" y="541634"/>
                    <a:pt x="99892" y="561046"/>
                  </a:cubicBezTo>
                  <a:cubicBezTo>
                    <a:pt x="101815" y="563874"/>
                    <a:pt x="103770" y="566681"/>
                    <a:pt x="105967" y="569871"/>
                  </a:cubicBezTo>
                  <a:cubicBezTo>
                    <a:pt x="87134" y="569871"/>
                    <a:pt x="69141" y="569871"/>
                    <a:pt x="50133" y="569871"/>
                  </a:cubicBezTo>
                  <a:cubicBezTo>
                    <a:pt x="-17294" y="444067"/>
                    <a:pt x="-18164" y="319323"/>
                    <a:pt x="56391" y="195636"/>
                  </a:cubicBezTo>
                  <a:cubicBezTo>
                    <a:pt x="133056" y="82480"/>
                    <a:pt x="240493" y="29889"/>
                    <a:pt x="376735" y="32440"/>
                  </a:cubicBezTo>
                  <a:close/>
                  <a:moveTo>
                    <a:pt x="422371" y="56"/>
                  </a:moveTo>
                  <a:cubicBezTo>
                    <a:pt x="430764" y="56"/>
                    <a:pt x="439315" y="-102"/>
                    <a:pt x="447856" y="112"/>
                  </a:cubicBezTo>
                  <a:cubicBezTo>
                    <a:pt x="453496" y="254"/>
                    <a:pt x="459192" y="520"/>
                    <a:pt x="464743" y="1445"/>
                  </a:cubicBezTo>
                  <a:cubicBezTo>
                    <a:pt x="481888" y="4303"/>
                    <a:pt x="499128" y="6841"/>
                    <a:pt x="516045" y="10740"/>
                  </a:cubicBezTo>
                  <a:cubicBezTo>
                    <a:pt x="536378" y="15427"/>
                    <a:pt x="555569" y="23649"/>
                    <a:pt x="574250" y="32879"/>
                  </a:cubicBezTo>
                  <a:cubicBezTo>
                    <a:pt x="581805" y="36611"/>
                    <a:pt x="588981" y="41119"/>
                    <a:pt x="596252" y="45406"/>
                  </a:cubicBezTo>
                  <a:cubicBezTo>
                    <a:pt x="597318" y="46034"/>
                    <a:pt x="598648" y="47382"/>
                    <a:pt x="598673" y="48424"/>
                  </a:cubicBezTo>
                  <a:cubicBezTo>
                    <a:pt x="598869" y="56867"/>
                    <a:pt x="598783" y="65316"/>
                    <a:pt x="598783" y="74618"/>
                  </a:cubicBezTo>
                  <a:cubicBezTo>
                    <a:pt x="578263" y="60815"/>
                    <a:pt x="557255" y="49698"/>
                    <a:pt x="534599" y="40917"/>
                  </a:cubicBezTo>
                  <a:cubicBezTo>
                    <a:pt x="522852" y="37344"/>
                    <a:pt x="511556" y="33499"/>
                    <a:pt x="500000" y="30748"/>
                  </a:cubicBezTo>
                  <a:cubicBezTo>
                    <a:pt x="489314" y="28203"/>
                    <a:pt x="478376" y="26643"/>
                    <a:pt x="467496" y="25001"/>
                  </a:cubicBezTo>
                  <a:cubicBezTo>
                    <a:pt x="460075" y="23881"/>
                    <a:pt x="452562" y="23367"/>
                    <a:pt x="444812" y="22553"/>
                  </a:cubicBezTo>
                  <a:cubicBezTo>
                    <a:pt x="444812" y="115672"/>
                    <a:pt x="444812" y="207926"/>
                    <a:pt x="444812" y="300754"/>
                  </a:cubicBezTo>
                  <a:cubicBezTo>
                    <a:pt x="467509" y="300754"/>
                    <a:pt x="490279" y="300754"/>
                    <a:pt x="513050" y="300754"/>
                  </a:cubicBezTo>
                  <a:cubicBezTo>
                    <a:pt x="513276" y="301163"/>
                    <a:pt x="513502" y="301571"/>
                    <a:pt x="513728" y="301979"/>
                  </a:cubicBezTo>
                  <a:cubicBezTo>
                    <a:pt x="510809" y="304852"/>
                    <a:pt x="507921" y="307759"/>
                    <a:pt x="504951" y="310580"/>
                  </a:cubicBezTo>
                  <a:cubicBezTo>
                    <a:pt x="503918" y="311562"/>
                    <a:pt x="502369" y="312111"/>
                    <a:pt x="501587" y="313230"/>
                  </a:cubicBezTo>
                  <a:cubicBezTo>
                    <a:pt x="494854" y="322858"/>
                    <a:pt x="485778" y="325381"/>
                    <a:pt x="474233" y="324722"/>
                  </a:cubicBezTo>
                  <a:cubicBezTo>
                    <a:pt x="457113" y="323744"/>
                    <a:pt x="439897" y="324469"/>
                    <a:pt x="422371" y="324469"/>
                  </a:cubicBezTo>
                  <a:cubicBezTo>
                    <a:pt x="422371" y="216230"/>
                    <a:pt x="422371" y="108151"/>
                    <a:pt x="422371" y="5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5" name="Freeform: Shape 4">
              <a:extLst>
                <a:ext uri="{FF2B5EF4-FFF2-40B4-BE49-F238E27FC236}">
                  <a16:creationId xmlns:a16="http://schemas.microsoft.com/office/drawing/2014/main" id="{75B1B3F4-8A40-5C01-0D40-8785BC60A030}"/>
                </a:ext>
                <a:ext uri="{C183D7F6-B498-43B3-948B-1728B52AA6E4}">
                  <adec:decorative xmlns:adec="http://schemas.microsoft.com/office/drawing/2017/decorative" val="1"/>
                </a:ext>
              </a:extLst>
            </p:cNvPr>
            <p:cNvSpPr/>
            <p:nvPr/>
          </p:nvSpPr>
          <p:spPr>
            <a:xfrm>
              <a:off x="3100313" y="2271455"/>
              <a:ext cx="518417" cy="353506"/>
            </a:xfrm>
            <a:custGeom>
              <a:avLst/>
              <a:gdLst>
                <a:gd name="connsiteX0" fmla="*/ 0 w 518417"/>
                <a:gd name="connsiteY0" fmla="*/ 312732 h 353506"/>
                <a:gd name="connsiteX1" fmla="*/ 41134 w 518417"/>
                <a:gd name="connsiteY1" fmla="*/ 312732 h 353506"/>
                <a:gd name="connsiteX2" fmla="*/ 41134 w 518417"/>
                <a:gd name="connsiteY2" fmla="*/ 353506 h 353506"/>
                <a:gd name="connsiteX3" fmla="*/ 0 w 518417"/>
                <a:gd name="connsiteY3" fmla="*/ 353506 h 353506"/>
                <a:gd name="connsiteX4" fmla="*/ 409106 w 518417"/>
                <a:gd name="connsiteY4" fmla="*/ 0 h 353506"/>
                <a:gd name="connsiteX5" fmla="*/ 518417 w 518417"/>
                <a:gd name="connsiteY5" fmla="*/ 0 h 353506"/>
                <a:gd name="connsiteX6" fmla="*/ 518417 w 518417"/>
                <a:gd name="connsiteY6" fmla="*/ 109195 h 353506"/>
                <a:gd name="connsiteX7" fmla="*/ 490880 w 518417"/>
                <a:gd name="connsiteY7" fmla="*/ 109195 h 353506"/>
                <a:gd name="connsiteX8" fmla="*/ 490880 w 518417"/>
                <a:gd name="connsiteY8" fmla="*/ 49796 h 353506"/>
                <a:gd name="connsiteX9" fmla="*/ 422308 w 518417"/>
                <a:gd name="connsiteY9" fmla="*/ 115979 h 353506"/>
                <a:gd name="connsiteX10" fmla="*/ 420437 w 518417"/>
                <a:gd name="connsiteY10" fmla="*/ 114626 h 353506"/>
                <a:gd name="connsiteX11" fmla="*/ 420389 w 518417"/>
                <a:gd name="connsiteY11" fmla="*/ 114706 h 353506"/>
                <a:gd name="connsiteX12" fmla="*/ 422127 w 518417"/>
                <a:gd name="connsiteY12" fmla="*/ 116065 h 353506"/>
                <a:gd name="connsiteX13" fmla="*/ 421147 w 518417"/>
                <a:gd name="connsiteY13" fmla="*/ 117517 h 353506"/>
                <a:gd name="connsiteX14" fmla="*/ 341762 w 518417"/>
                <a:gd name="connsiteY14" fmla="*/ 196524 h 353506"/>
                <a:gd name="connsiteX15" fmla="*/ 339901 w 518417"/>
                <a:gd name="connsiteY15" fmla="*/ 194384 h 353506"/>
                <a:gd name="connsiteX16" fmla="*/ 339794 w 518417"/>
                <a:gd name="connsiteY16" fmla="*/ 194562 h 353506"/>
                <a:gd name="connsiteX17" fmla="*/ 341578 w 518417"/>
                <a:gd name="connsiteY17" fmla="*/ 196613 h 353506"/>
                <a:gd name="connsiteX18" fmla="*/ 315194 w 518417"/>
                <a:gd name="connsiteY18" fmla="*/ 223370 h 353506"/>
                <a:gd name="connsiteX19" fmla="*/ 314244 w 518417"/>
                <a:gd name="connsiteY19" fmla="*/ 222399 h 353506"/>
                <a:gd name="connsiteX20" fmla="*/ 314089 w 518417"/>
                <a:gd name="connsiteY20" fmla="*/ 222517 h 353506"/>
                <a:gd name="connsiteX21" fmla="*/ 315011 w 518417"/>
                <a:gd name="connsiteY21" fmla="*/ 223459 h 353506"/>
                <a:gd name="connsiteX22" fmla="*/ 288822 w 518417"/>
                <a:gd name="connsiteY22" fmla="*/ 249851 h 353506"/>
                <a:gd name="connsiteX23" fmla="*/ 272062 w 518417"/>
                <a:gd name="connsiteY23" fmla="*/ 266216 h 353506"/>
                <a:gd name="connsiteX24" fmla="*/ 270392 w 518417"/>
                <a:gd name="connsiteY24" fmla="*/ 263090 h 353506"/>
                <a:gd name="connsiteX25" fmla="*/ 270255 w 518417"/>
                <a:gd name="connsiteY25" fmla="*/ 263121 h 353506"/>
                <a:gd name="connsiteX26" fmla="*/ 271879 w 518417"/>
                <a:gd name="connsiteY26" fmla="*/ 266305 h 353506"/>
                <a:gd name="connsiteX27" fmla="*/ 243723 w 518417"/>
                <a:gd name="connsiteY27" fmla="*/ 295002 h 353506"/>
                <a:gd name="connsiteX28" fmla="*/ 240625 w 518417"/>
                <a:gd name="connsiteY28" fmla="*/ 294320 h 353506"/>
                <a:gd name="connsiteX29" fmla="*/ 241008 w 518417"/>
                <a:gd name="connsiteY29" fmla="*/ 292788 h 353506"/>
                <a:gd name="connsiteX30" fmla="*/ 240536 w 518417"/>
                <a:gd name="connsiteY30" fmla="*/ 294139 h 353506"/>
                <a:gd name="connsiteX31" fmla="*/ 222383 w 518417"/>
                <a:gd name="connsiteY31" fmla="*/ 280786 h 353506"/>
                <a:gd name="connsiteX32" fmla="*/ 219295 w 518417"/>
                <a:gd name="connsiteY32" fmla="*/ 277929 h 353506"/>
                <a:gd name="connsiteX33" fmla="*/ 214226 w 518417"/>
                <a:gd name="connsiteY33" fmla="*/ 259329 h 353506"/>
                <a:gd name="connsiteX34" fmla="*/ 214223 w 518417"/>
                <a:gd name="connsiteY34" fmla="*/ 259334 h 353506"/>
                <a:gd name="connsiteX35" fmla="*/ 219205 w 518417"/>
                <a:gd name="connsiteY35" fmla="*/ 277745 h 353506"/>
                <a:gd name="connsiteX36" fmla="*/ 207070 w 518417"/>
                <a:gd name="connsiteY36" fmla="*/ 269129 h 353506"/>
                <a:gd name="connsiteX37" fmla="*/ 204138 w 518417"/>
                <a:gd name="connsiteY37" fmla="*/ 267205 h 353506"/>
                <a:gd name="connsiteX38" fmla="*/ 201257 w 518417"/>
                <a:gd name="connsiteY38" fmla="*/ 270641 h 353506"/>
                <a:gd name="connsiteX39" fmla="*/ 197998 w 518417"/>
                <a:gd name="connsiteY39" fmla="*/ 263950 h 353506"/>
                <a:gd name="connsiteX40" fmla="*/ 197794 w 518417"/>
                <a:gd name="connsiteY40" fmla="*/ 263996 h 353506"/>
                <a:gd name="connsiteX41" fmla="*/ 201074 w 518417"/>
                <a:gd name="connsiteY41" fmla="*/ 270732 h 353506"/>
                <a:gd name="connsiteX42" fmla="*/ 181255 w 518417"/>
                <a:gd name="connsiteY42" fmla="*/ 290035 h 353506"/>
                <a:gd name="connsiteX43" fmla="*/ 178607 w 518417"/>
                <a:gd name="connsiteY43" fmla="*/ 284711 h 353506"/>
                <a:gd name="connsiteX44" fmla="*/ 178482 w 518417"/>
                <a:gd name="connsiteY44" fmla="*/ 284918 h 353506"/>
                <a:gd name="connsiteX45" fmla="*/ 181073 w 518417"/>
                <a:gd name="connsiteY45" fmla="*/ 290126 h 353506"/>
                <a:gd name="connsiteX46" fmla="*/ 154235 w 518417"/>
                <a:gd name="connsiteY46" fmla="*/ 316006 h 353506"/>
                <a:gd name="connsiteX47" fmla="*/ 135022 w 518417"/>
                <a:gd name="connsiteY47" fmla="*/ 334761 h 353506"/>
                <a:gd name="connsiteX48" fmla="*/ 125401 w 518417"/>
                <a:gd name="connsiteY48" fmla="*/ 330467 h 353506"/>
                <a:gd name="connsiteX49" fmla="*/ 125418 w 518417"/>
                <a:gd name="connsiteY49" fmla="*/ 330562 h 353506"/>
                <a:gd name="connsiteX50" fmla="*/ 134841 w 518417"/>
                <a:gd name="connsiteY50" fmla="*/ 334848 h 353506"/>
                <a:gd name="connsiteX51" fmla="*/ 124287 w 518417"/>
                <a:gd name="connsiteY51" fmla="*/ 345186 h 353506"/>
                <a:gd name="connsiteX52" fmla="*/ 122529 w 518417"/>
                <a:gd name="connsiteY52" fmla="*/ 343420 h 353506"/>
                <a:gd name="connsiteX53" fmla="*/ 122411 w 518417"/>
                <a:gd name="connsiteY53" fmla="*/ 343510 h 353506"/>
                <a:gd name="connsiteX54" fmla="*/ 124104 w 518417"/>
                <a:gd name="connsiteY54" fmla="*/ 345275 h 353506"/>
                <a:gd name="connsiteX55" fmla="*/ 117823 w 518417"/>
                <a:gd name="connsiteY55" fmla="*/ 348305 h 353506"/>
                <a:gd name="connsiteX56" fmla="*/ 93405 w 518417"/>
                <a:gd name="connsiteY56" fmla="*/ 347975 h 353506"/>
                <a:gd name="connsiteX57" fmla="*/ 93123 w 518417"/>
                <a:gd name="connsiteY57" fmla="*/ 347432 h 353506"/>
                <a:gd name="connsiteX58" fmla="*/ 93123 w 518417"/>
                <a:gd name="connsiteY58" fmla="*/ 348182 h 353506"/>
                <a:gd name="connsiteX59" fmla="*/ 86898 w 518417"/>
                <a:gd name="connsiteY59" fmla="*/ 348182 h 353506"/>
                <a:gd name="connsiteX60" fmla="*/ 86898 w 518417"/>
                <a:gd name="connsiteY60" fmla="*/ 348156 h 353506"/>
                <a:gd name="connsiteX61" fmla="*/ 79563 w 518417"/>
                <a:gd name="connsiteY61" fmla="*/ 348156 h 353506"/>
                <a:gd name="connsiteX62" fmla="*/ 79563 w 518417"/>
                <a:gd name="connsiteY62" fmla="*/ 348184 h 353506"/>
                <a:gd name="connsiteX63" fmla="*/ 74631 w 518417"/>
                <a:gd name="connsiteY63" fmla="*/ 348184 h 353506"/>
                <a:gd name="connsiteX64" fmla="*/ 74631 w 518417"/>
                <a:gd name="connsiteY64" fmla="*/ 348159 h 353506"/>
                <a:gd name="connsiteX65" fmla="*/ 67379 w 518417"/>
                <a:gd name="connsiteY65" fmla="*/ 348159 h 353506"/>
                <a:gd name="connsiteX66" fmla="*/ 67379 w 518417"/>
                <a:gd name="connsiteY66" fmla="*/ 348120 h 353506"/>
                <a:gd name="connsiteX67" fmla="*/ 63193 w 518417"/>
                <a:gd name="connsiteY67" fmla="*/ 348120 h 353506"/>
                <a:gd name="connsiteX68" fmla="*/ 63193 w 518417"/>
                <a:gd name="connsiteY68" fmla="*/ 348189 h 353506"/>
                <a:gd name="connsiteX69" fmla="*/ 61150 w 518417"/>
                <a:gd name="connsiteY69" fmla="*/ 348189 h 353506"/>
                <a:gd name="connsiteX70" fmla="*/ 61150 w 518417"/>
                <a:gd name="connsiteY70" fmla="*/ 320424 h 353506"/>
                <a:gd name="connsiteX71" fmla="*/ 62518 w 518417"/>
                <a:gd name="connsiteY71" fmla="*/ 320424 h 353506"/>
                <a:gd name="connsiteX72" fmla="*/ 62518 w 518417"/>
                <a:gd name="connsiteY72" fmla="*/ 320421 h 353506"/>
                <a:gd name="connsiteX73" fmla="*/ 68044 w 518417"/>
                <a:gd name="connsiteY73" fmla="*/ 320421 h 353506"/>
                <a:gd name="connsiteX74" fmla="*/ 68044 w 518417"/>
                <a:gd name="connsiteY74" fmla="*/ 320449 h 353506"/>
                <a:gd name="connsiteX75" fmla="*/ 74631 w 518417"/>
                <a:gd name="connsiteY75" fmla="*/ 320449 h 353506"/>
                <a:gd name="connsiteX76" fmla="*/ 74631 w 518417"/>
                <a:gd name="connsiteY76" fmla="*/ 320424 h 353506"/>
                <a:gd name="connsiteX77" fmla="*/ 79563 w 518417"/>
                <a:gd name="connsiteY77" fmla="*/ 320424 h 353506"/>
                <a:gd name="connsiteX78" fmla="*/ 79563 w 518417"/>
                <a:gd name="connsiteY78" fmla="*/ 320450 h 353506"/>
                <a:gd name="connsiteX79" fmla="*/ 86898 w 518417"/>
                <a:gd name="connsiteY79" fmla="*/ 320450 h 353506"/>
                <a:gd name="connsiteX80" fmla="*/ 86898 w 518417"/>
                <a:gd name="connsiteY80" fmla="*/ 320425 h 353506"/>
                <a:gd name="connsiteX81" fmla="*/ 93123 w 518417"/>
                <a:gd name="connsiteY81" fmla="*/ 320425 h 353506"/>
                <a:gd name="connsiteX82" fmla="*/ 93123 w 518417"/>
                <a:gd name="connsiteY82" fmla="*/ 320483 h 353506"/>
                <a:gd name="connsiteX83" fmla="*/ 98355 w 518417"/>
                <a:gd name="connsiteY83" fmla="*/ 320640 h 353506"/>
                <a:gd name="connsiteX84" fmla="*/ 102904 w 518417"/>
                <a:gd name="connsiteY84" fmla="*/ 325699 h 353506"/>
                <a:gd name="connsiteX85" fmla="*/ 105388 w 518417"/>
                <a:gd name="connsiteY85" fmla="*/ 328325 h 353506"/>
                <a:gd name="connsiteX86" fmla="*/ 105399 w 518417"/>
                <a:gd name="connsiteY86" fmla="*/ 328307 h 353506"/>
                <a:gd name="connsiteX87" fmla="*/ 102970 w 518417"/>
                <a:gd name="connsiteY87" fmla="*/ 325708 h 353506"/>
                <a:gd name="connsiteX88" fmla="*/ 98628 w 518417"/>
                <a:gd name="connsiteY88" fmla="*/ 320679 h 353506"/>
                <a:gd name="connsiteX89" fmla="*/ 108026 w 518417"/>
                <a:gd name="connsiteY89" fmla="*/ 319849 h 353506"/>
                <a:gd name="connsiteX90" fmla="*/ 111610 w 518417"/>
                <a:gd name="connsiteY90" fmla="*/ 322569 h 353506"/>
                <a:gd name="connsiteX91" fmla="*/ 111805 w 518417"/>
                <a:gd name="connsiteY91" fmla="*/ 322524 h 353506"/>
                <a:gd name="connsiteX92" fmla="*/ 108249 w 518417"/>
                <a:gd name="connsiteY92" fmla="*/ 319730 h 353506"/>
                <a:gd name="connsiteX93" fmla="*/ 134635 w 518417"/>
                <a:gd name="connsiteY93" fmla="*/ 293169 h 353506"/>
                <a:gd name="connsiteX94" fmla="*/ 166981 w 518417"/>
                <a:gd name="connsiteY94" fmla="*/ 261795 h 353506"/>
                <a:gd name="connsiteX95" fmla="*/ 168318 w 518417"/>
                <a:gd name="connsiteY95" fmla="*/ 264483 h 353506"/>
                <a:gd name="connsiteX96" fmla="*/ 168523 w 518417"/>
                <a:gd name="connsiteY96" fmla="*/ 264436 h 353506"/>
                <a:gd name="connsiteX97" fmla="*/ 167164 w 518417"/>
                <a:gd name="connsiteY97" fmla="*/ 261705 h 353506"/>
                <a:gd name="connsiteX98" fmla="*/ 186983 w 518417"/>
                <a:gd name="connsiteY98" fmla="*/ 241798 h 353506"/>
                <a:gd name="connsiteX99" fmla="*/ 187345 w 518417"/>
                <a:gd name="connsiteY99" fmla="*/ 242540 h 353506"/>
                <a:gd name="connsiteX100" fmla="*/ 187510 w 518417"/>
                <a:gd name="connsiteY100" fmla="*/ 242414 h 353506"/>
                <a:gd name="connsiteX101" fmla="*/ 187167 w 518417"/>
                <a:gd name="connsiteY101" fmla="*/ 241709 h 353506"/>
                <a:gd name="connsiteX102" fmla="*/ 200058 w 518417"/>
                <a:gd name="connsiteY102" fmla="*/ 229188 h 353506"/>
                <a:gd name="connsiteX103" fmla="*/ 210554 w 518417"/>
                <a:gd name="connsiteY103" fmla="*/ 237337 h 353506"/>
                <a:gd name="connsiteX104" fmla="*/ 210132 w 518417"/>
                <a:gd name="connsiteY104" fmla="*/ 240009 h 353506"/>
                <a:gd name="connsiteX105" fmla="*/ 210258 w 518417"/>
                <a:gd name="connsiteY105" fmla="*/ 240105 h 353506"/>
                <a:gd name="connsiteX106" fmla="*/ 210739 w 518417"/>
                <a:gd name="connsiteY106" fmla="*/ 237435 h 353506"/>
                <a:gd name="connsiteX107" fmla="*/ 237983 w 518417"/>
                <a:gd name="connsiteY107" fmla="*/ 258328 h 353506"/>
                <a:gd name="connsiteX108" fmla="*/ 238251 w 518417"/>
                <a:gd name="connsiteY108" fmla="*/ 262499 h 353506"/>
                <a:gd name="connsiteX109" fmla="*/ 238075 w 518417"/>
                <a:gd name="connsiteY109" fmla="*/ 258514 h 353506"/>
                <a:gd name="connsiteX110" fmla="*/ 241647 w 518417"/>
                <a:gd name="connsiteY110" fmla="*/ 257723 h 353506"/>
                <a:gd name="connsiteX111" fmla="*/ 258369 w 518417"/>
                <a:gd name="connsiteY111" fmla="*/ 241029 h 353506"/>
                <a:gd name="connsiteX112" fmla="*/ 259003 w 518417"/>
                <a:gd name="connsiteY112" fmla="*/ 242182 h 353506"/>
                <a:gd name="connsiteX113" fmla="*/ 259153 w 518417"/>
                <a:gd name="connsiteY113" fmla="*/ 242068 h 353506"/>
                <a:gd name="connsiteX114" fmla="*/ 258551 w 518417"/>
                <a:gd name="connsiteY114" fmla="*/ 240943 h 353506"/>
                <a:gd name="connsiteX115" fmla="*/ 259083 w 518417"/>
                <a:gd name="connsiteY115" fmla="*/ 240229 h 353506"/>
                <a:gd name="connsiteX116" fmla="*/ 295524 w 518417"/>
                <a:gd name="connsiteY116" fmla="*/ 203549 h 353506"/>
                <a:gd name="connsiteX117" fmla="*/ 298046 w 518417"/>
                <a:gd name="connsiteY117" fmla="*/ 206126 h 353506"/>
                <a:gd name="connsiteX118" fmla="*/ 298148 w 518417"/>
                <a:gd name="connsiteY118" fmla="*/ 205958 h 353506"/>
                <a:gd name="connsiteX119" fmla="*/ 295706 w 518417"/>
                <a:gd name="connsiteY119" fmla="*/ 203464 h 353506"/>
                <a:gd name="connsiteX120" fmla="*/ 323253 w 518417"/>
                <a:gd name="connsiteY120" fmla="*/ 175541 h 353506"/>
                <a:gd name="connsiteX121" fmla="*/ 324535 w 518417"/>
                <a:gd name="connsiteY121" fmla="*/ 177016 h 353506"/>
                <a:gd name="connsiteX122" fmla="*/ 324692 w 518417"/>
                <a:gd name="connsiteY122" fmla="*/ 176897 h 353506"/>
                <a:gd name="connsiteX123" fmla="*/ 323436 w 518417"/>
                <a:gd name="connsiteY123" fmla="*/ 175452 h 353506"/>
                <a:gd name="connsiteX124" fmla="*/ 324601 w 518417"/>
                <a:gd name="connsiteY124" fmla="*/ 174087 h 353506"/>
                <a:gd name="connsiteX125" fmla="*/ 402007 w 518417"/>
                <a:gd name="connsiteY125" fmla="*/ 96788 h 353506"/>
                <a:gd name="connsiteX126" fmla="*/ 403975 w 518417"/>
                <a:gd name="connsiteY126" fmla="*/ 98751 h 353506"/>
                <a:gd name="connsiteX127" fmla="*/ 404109 w 518417"/>
                <a:gd name="connsiteY127" fmla="*/ 98650 h 353506"/>
                <a:gd name="connsiteX128" fmla="*/ 402187 w 518417"/>
                <a:gd name="connsiteY128" fmla="*/ 96701 h 353506"/>
                <a:gd name="connsiteX129" fmla="*/ 404426 w 518417"/>
                <a:gd name="connsiteY129" fmla="*/ 94263 h 353506"/>
                <a:gd name="connsiteX130" fmla="*/ 468247 w 518417"/>
                <a:gd name="connsiteY130" fmla="*/ 30427 h 353506"/>
                <a:gd name="connsiteX131" fmla="*/ 470842 w 518417"/>
                <a:gd name="connsiteY131" fmla="*/ 27654 h 353506"/>
                <a:gd name="connsiteX132" fmla="*/ 409106 w 518417"/>
                <a:gd name="connsiteY132" fmla="*/ 27654 h 353506"/>
                <a:gd name="connsiteX133" fmla="*/ 409106 w 518417"/>
                <a:gd name="connsiteY133" fmla="*/ 0 h 35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18417" h="353506">
                  <a:moveTo>
                    <a:pt x="0" y="312732"/>
                  </a:moveTo>
                  <a:lnTo>
                    <a:pt x="41134" y="312732"/>
                  </a:lnTo>
                  <a:lnTo>
                    <a:pt x="41134" y="353506"/>
                  </a:lnTo>
                  <a:lnTo>
                    <a:pt x="0" y="353506"/>
                  </a:lnTo>
                  <a:close/>
                  <a:moveTo>
                    <a:pt x="409106" y="0"/>
                  </a:moveTo>
                  <a:cubicBezTo>
                    <a:pt x="445464" y="0"/>
                    <a:pt x="481842" y="0"/>
                    <a:pt x="518417" y="0"/>
                  </a:cubicBezTo>
                  <a:cubicBezTo>
                    <a:pt x="518417" y="36321"/>
                    <a:pt x="518417" y="72627"/>
                    <a:pt x="518417" y="109195"/>
                  </a:cubicBezTo>
                  <a:cubicBezTo>
                    <a:pt x="509380" y="109195"/>
                    <a:pt x="500266" y="109195"/>
                    <a:pt x="490880" y="109195"/>
                  </a:cubicBezTo>
                  <a:cubicBezTo>
                    <a:pt x="490880" y="88881"/>
                    <a:pt x="490880" y="68536"/>
                    <a:pt x="490880" y="49796"/>
                  </a:cubicBezTo>
                  <a:cubicBezTo>
                    <a:pt x="468598" y="71420"/>
                    <a:pt x="445639" y="93702"/>
                    <a:pt x="422308" y="115979"/>
                  </a:cubicBezTo>
                  <a:lnTo>
                    <a:pt x="420437" y="114626"/>
                  </a:lnTo>
                  <a:lnTo>
                    <a:pt x="420389" y="114706"/>
                  </a:lnTo>
                  <a:lnTo>
                    <a:pt x="422127" y="116065"/>
                  </a:lnTo>
                  <a:cubicBezTo>
                    <a:pt x="421928" y="116610"/>
                    <a:pt x="421569" y="117095"/>
                    <a:pt x="421147" y="117517"/>
                  </a:cubicBezTo>
                  <a:cubicBezTo>
                    <a:pt x="394783" y="143887"/>
                    <a:pt x="368413" y="170251"/>
                    <a:pt x="341762" y="196524"/>
                  </a:cubicBezTo>
                  <a:lnTo>
                    <a:pt x="339901" y="194384"/>
                  </a:lnTo>
                  <a:lnTo>
                    <a:pt x="339794" y="194562"/>
                  </a:lnTo>
                  <a:lnTo>
                    <a:pt x="341578" y="196613"/>
                  </a:lnTo>
                  <a:cubicBezTo>
                    <a:pt x="332910" y="205623"/>
                    <a:pt x="324144" y="214452"/>
                    <a:pt x="315194" y="223370"/>
                  </a:cubicBezTo>
                  <a:lnTo>
                    <a:pt x="314244" y="222399"/>
                  </a:lnTo>
                  <a:lnTo>
                    <a:pt x="314089" y="222517"/>
                  </a:lnTo>
                  <a:lnTo>
                    <a:pt x="315011" y="223459"/>
                  </a:lnTo>
                  <a:cubicBezTo>
                    <a:pt x="306282" y="232257"/>
                    <a:pt x="297563" y="241065"/>
                    <a:pt x="288822" y="249851"/>
                  </a:cubicBezTo>
                  <a:cubicBezTo>
                    <a:pt x="283347" y="255354"/>
                    <a:pt x="277839" y="260826"/>
                    <a:pt x="272062" y="266216"/>
                  </a:cubicBezTo>
                  <a:lnTo>
                    <a:pt x="270392" y="263090"/>
                  </a:lnTo>
                  <a:lnTo>
                    <a:pt x="270255" y="263121"/>
                  </a:lnTo>
                  <a:lnTo>
                    <a:pt x="271879" y="266305"/>
                  </a:lnTo>
                  <a:cubicBezTo>
                    <a:pt x="262554" y="275987"/>
                    <a:pt x="253107" y="285464"/>
                    <a:pt x="243723" y="295002"/>
                  </a:cubicBezTo>
                  <a:cubicBezTo>
                    <a:pt x="242367" y="296379"/>
                    <a:pt x="241526" y="295612"/>
                    <a:pt x="240625" y="294320"/>
                  </a:cubicBezTo>
                  <a:lnTo>
                    <a:pt x="241008" y="292788"/>
                  </a:lnTo>
                  <a:lnTo>
                    <a:pt x="240536" y="294139"/>
                  </a:lnTo>
                  <a:cubicBezTo>
                    <a:pt x="234376" y="289820"/>
                    <a:pt x="228374" y="285310"/>
                    <a:pt x="222383" y="280786"/>
                  </a:cubicBezTo>
                  <a:cubicBezTo>
                    <a:pt x="221359" y="280013"/>
                    <a:pt x="220379" y="279182"/>
                    <a:pt x="219295" y="277929"/>
                  </a:cubicBezTo>
                  <a:lnTo>
                    <a:pt x="214226" y="259329"/>
                  </a:lnTo>
                  <a:lnTo>
                    <a:pt x="214223" y="259334"/>
                  </a:lnTo>
                  <a:lnTo>
                    <a:pt x="219205" y="277745"/>
                  </a:lnTo>
                  <a:cubicBezTo>
                    <a:pt x="215157" y="275048"/>
                    <a:pt x="211120" y="272079"/>
                    <a:pt x="207070" y="269129"/>
                  </a:cubicBezTo>
                  <a:cubicBezTo>
                    <a:pt x="206287" y="268559"/>
                    <a:pt x="205451" y="268063"/>
                    <a:pt x="204138" y="267205"/>
                  </a:cubicBezTo>
                  <a:cubicBezTo>
                    <a:pt x="203201" y="268367"/>
                    <a:pt x="202321" y="269459"/>
                    <a:pt x="201257" y="270641"/>
                  </a:cubicBezTo>
                  <a:lnTo>
                    <a:pt x="197998" y="263950"/>
                  </a:lnTo>
                  <a:lnTo>
                    <a:pt x="197794" y="263996"/>
                  </a:lnTo>
                  <a:lnTo>
                    <a:pt x="201074" y="270732"/>
                  </a:lnTo>
                  <a:cubicBezTo>
                    <a:pt x="194528" y="277136"/>
                    <a:pt x="187983" y="283540"/>
                    <a:pt x="181255" y="290035"/>
                  </a:cubicBezTo>
                  <a:lnTo>
                    <a:pt x="178607" y="284711"/>
                  </a:lnTo>
                  <a:lnTo>
                    <a:pt x="178482" y="284918"/>
                  </a:lnTo>
                  <a:lnTo>
                    <a:pt x="181073" y="290126"/>
                  </a:lnTo>
                  <a:cubicBezTo>
                    <a:pt x="172122" y="298748"/>
                    <a:pt x="163131" y="307328"/>
                    <a:pt x="154235" y="316006"/>
                  </a:cubicBezTo>
                  <a:cubicBezTo>
                    <a:pt x="147893" y="322192"/>
                    <a:pt x="141680" y="328510"/>
                    <a:pt x="135022" y="334761"/>
                  </a:cubicBezTo>
                  <a:lnTo>
                    <a:pt x="125401" y="330467"/>
                  </a:lnTo>
                  <a:lnTo>
                    <a:pt x="125418" y="330562"/>
                  </a:lnTo>
                  <a:lnTo>
                    <a:pt x="134841" y="334848"/>
                  </a:lnTo>
                  <a:cubicBezTo>
                    <a:pt x="131522" y="338326"/>
                    <a:pt x="127996" y="341711"/>
                    <a:pt x="124287" y="345186"/>
                  </a:cubicBezTo>
                  <a:lnTo>
                    <a:pt x="122529" y="343420"/>
                  </a:lnTo>
                  <a:lnTo>
                    <a:pt x="122411" y="343510"/>
                  </a:lnTo>
                  <a:lnTo>
                    <a:pt x="124104" y="345275"/>
                  </a:lnTo>
                  <a:cubicBezTo>
                    <a:pt x="122682" y="347683"/>
                    <a:pt x="120609" y="348369"/>
                    <a:pt x="117823" y="348305"/>
                  </a:cubicBezTo>
                  <a:cubicBezTo>
                    <a:pt x="109794" y="348122"/>
                    <a:pt x="101758" y="348230"/>
                    <a:pt x="93405" y="347975"/>
                  </a:cubicBezTo>
                  <a:lnTo>
                    <a:pt x="93123" y="347432"/>
                  </a:lnTo>
                  <a:lnTo>
                    <a:pt x="93123" y="348182"/>
                  </a:lnTo>
                  <a:lnTo>
                    <a:pt x="86898" y="348182"/>
                  </a:lnTo>
                  <a:lnTo>
                    <a:pt x="86898" y="348156"/>
                  </a:lnTo>
                  <a:lnTo>
                    <a:pt x="79563" y="348156"/>
                  </a:lnTo>
                  <a:lnTo>
                    <a:pt x="79563" y="348184"/>
                  </a:lnTo>
                  <a:lnTo>
                    <a:pt x="74631" y="348184"/>
                  </a:lnTo>
                  <a:lnTo>
                    <a:pt x="74631" y="348159"/>
                  </a:lnTo>
                  <a:lnTo>
                    <a:pt x="67379" y="348159"/>
                  </a:lnTo>
                  <a:lnTo>
                    <a:pt x="67379" y="348120"/>
                  </a:lnTo>
                  <a:lnTo>
                    <a:pt x="63193" y="348120"/>
                  </a:lnTo>
                  <a:lnTo>
                    <a:pt x="63193" y="348189"/>
                  </a:lnTo>
                  <a:lnTo>
                    <a:pt x="61150" y="348189"/>
                  </a:lnTo>
                  <a:lnTo>
                    <a:pt x="61150" y="320424"/>
                  </a:lnTo>
                  <a:lnTo>
                    <a:pt x="62518" y="320424"/>
                  </a:lnTo>
                  <a:lnTo>
                    <a:pt x="62518" y="320421"/>
                  </a:lnTo>
                  <a:lnTo>
                    <a:pt x="68044" y="320421"/>
                  </a:lnTo>
                  <a:lnTo>
                    <a:pt x="68044" y="320449"/>
                  </a:lnTo>
                  <a:lnTo>
                    <a:pt x="74631" y="320449"/>
                  </a:lnTo>
                  <a:lnTo>
                    <a:pt x="74631" y="320424"/>
                  </a:lnTo>
                  <a:lnTo>
                    <a:pt x="79563" y="320424"/>
                  </a:lnTo>
                  <a:lnTo>
                    <a:pt x="79563" y="320450"/>
                  </a:lnTo>
                  <a:lnTo>
                    <a:pt x="86898" y="320450"/>
                  </a:lnTo>
                  <a:lnTo>
                    <a:pt x="86898" y="320425"/>
                  </a:lnTo>
                  <a:lnTo>
                    <a:pt x="93123" y="320425"/>
                  </a:lnTo>
                  <a:lnTo>
                    <a:pt x="93123" y="320483"/>
                  </a:lnTo>
                  <a:lnTo>
                    <a:pt x="98355" y="320640"/>
                  </a:lnTo>
                  <a:cubicBezTo>
                    <a:pt x="99952" y="322287"/>
                    <a:pt x="101432" y="324017"/>
                    <a:pt x="102904" y="325699"/>
                  </a:cubicBezTo>
                  <a:lnTo>
                    <a:pt x="105388" y="328325"/>
                  </a:lnTo>
                  <a:lnTo>
                    <a:pt x="105399" y="328307"/>
                  </a:lnTo>
                  <a:lnTo>
                    <a:pt x="102970" y="325708"/>
                  </a:lnTo>
                  <a:cubicBezTo>
                    <a:pt x="101538" y="324033"/>
                    <a:pt x="100123" y="322311"/>
                    <a:pt x="98628" y="320679"/>
                  </a:cubicBezTo>
                  <a:cubicBezTo>
                    <a:pt x="101680" y="320300"/>
                    <a:pt x="104741" y="320134"/>
                    <a:pt x="108026" y="319849"/>
                  </a:cubicBezTo>
                  <a:lnTo>
                    <a:pt x="111610" y="322569"/>
                  </a:lnTo>
                  <a:lnTo>
                    <a:pt x="111805" y="322524"/>
                  </a:lnTo>
                  <a:lnTo>
                    <a:pt x="108249" y="319730"/>
                  </a:lnTo>
                  <a:cubicBezTo>
                    <a:pt x="117040" y="310872"/>
                    <a:pt x="125775" y="301958"/>
                    <a:pt x="134635" y="293169"/>
                  </a:cubicBezTo>
                  <a:cubicBezTo>
                    <a:pt x="145270" y="282621"/>
                    <a:pt x="156012" y="272179"/>
                    <a:pt x="166981" y="261795"/>
                  </a:cubicBezTo>
                  <a:lnTo>
                    <a:pt x="168318" y="264483"/>
                  </a:lnTo>
                  <a:lnTo>
                    <a:pt x="168523" y="264436"/>
                  </a:lnTo>
                  <a:lnTo>
                    <a:pt x="167164" y="261705"/>
                  </a:lnTo>
                  <a:cubicBezTo>
                    <a:pt x="173618" y="254904"/>
                    <a:pt x="180163" y="248297"/>
                    <a:pt x="186983" y="241798"/>
                  </a:cubicBezTo>
                  <a:lnTo>
                    <a:pt x="187345" y="242540"/>
                  </a:lnTo>
                  <a:lnTo>
                    <a:pt x="187510" y="242414"/>
                  </a:lnTo>
                  <a:lnTo>
                    <a:pt x="187167" y="241709"/>
                  </a:lnTo>
                  <a:cubicBezTo>
                    <a:pt x="191310" y="237490"/>
                    <a:pt x="195547" y="233469"/>
                    <a:pt x="200058" y="229188"/>
                  </a:cubicBezTo>
                  <a:cubicBezTo>
                    <a:pt x="203209" y="231649"/>
                    <a:pt x="206789" y="234445"/>
                    <a:pt x="210554" y="237337"/>
                  </a:cubicBezTo>
                  <a:lnTo>
                    <a:pt x="210132" y="240009"/>
                  </a:lnTo>
                  <a:lnTo>
                    <a:pt x="210258" y="240105"/>
                  </a:lnTo>
                  <a:lnTo>
                    <a:pt x="210739" y="237435"/>
                  </a:lnTo>
                  <a:cubicBezTo>
                    <a:pt x="219790" y="244337"/>
                    <a:pt x="228841" y="251239"/>
                    <a:pt x="237983" y="258328"/>
                  </a:cubicBezTo>
                  <a:cubicBezTo>
                    <a:pt x="238124" y="259844"/>
                    <a:pt x="237990" y="261211"/>
                    <a:pt x="238251" y="262499"/>
                  </a:cubicBezTo>
                  <a:cubicBezTo>
                    <a:pt x="237990" y="261211"/>
                    <a:pt x="238124" y="259844"/>
                    <a:pt x="238075" y="258514"/>
                  </a:cubicBezTo>
                  <a:cubicBezTo>
                    <a:pt x="239459" y="259119"/>
                    <a:pt x="240470" y="258940"/>
                    <a:pt x="241647" y="257723"/>
                  </a:cubicBezTo>
                  <a:cubicBezTo>
                    <a:pt x="247080" y="252109"/>
                    <a:pt x="252660" y="246637"/>
                    <a:pt x="258369" y="241029"/>
                  </a:cubicBezTo>
                  <a:lnTo>
                    <a:pt x="259003" y="242182"/>
                  </a:lnTo>
                  <a:lnTo>
                    <a:pt x="259153" y="242068"/>
                  </a:lnTo>
                  <a:lnTo>
                    <a:pt x="258551" y="240943"/>
                  </a:lnTo>
                  <a:cubicBezTo>
                    <a:pt x="258727" y="240704"/>
                    <a:pt x="258877" y="240438"/>
                    <a:pt x="259083" y="240229"/>
                  </a:cubicBezTo>
                  <a:cubicBezTo>
                    <a:pt x="271106" y="227995"/>
                    <a:pt x="283134" y="215765"/>
                    <a:pt x="295524" y="203549"/>
                  </a:cubicBezTo>
                  <a:lnTo>
                    <a:pt x="298046" y="206126"/>
                  </a:lnTo>
                  <a:lnTo>
                    <a:pt x="298148" y="205958"/>
                  </a:lnTo>
                  <a:lnTo>
                    <a:pt x="295706" y="203464"/>
                  </a:lnTo>
                  <a:cubicBezTo>
                    <a:pt x="304706" y="194120"/>
                    <a:pt x="313888" y="184875"/>
                    <a:pt x="323253" y="175541"/>
                  </a:cubicBezTo>
                  <a:lnTo>
                    <a:pt x="324535" y="177016"/>
                  </a:lnTo>
                  <a:lnTo>
                    <a:pt x="324692" y="176897"/>
                  </a:lnTo>
                  <a:lnTo>
                    <a:pt x="323436" y="175452"/>
                  </a:lnTo>
                  <a:cubicBezTo>
                    <a:pt x="323823" y="174996"/>
                    <a:pt x="324179" y="174509"/>
                    <a:pt x="324601" y="174087"/>
                  </a:cubicBezTo>
                  <a:cubicBezTo>
                    <a:pt x="350340" y="148346"/>
                    <a:pt x="376083" y="122611"/>
                    <a:pt x="402007" y="96788"/>
                  </a:cubicBezTo>
                  <a:lnTo>
                    <a:pt x="403975" y="98751"/>
                  </a:lnTo>
                  <a:lnTo>
                    <a:pt x="404109" y="98650"/>
                  </a:lnTo>
                  <a:lnTo>
                    <a:pt x="402187" y="96701"/>
                  </a:lnTo>
                  <a:cubicBezTo>
                    <a:pt x="402932" y="95886"/>
                    <a:pt x="403646" y="95042"/>
                    <a:pt x="404426" y="94263"/>
                  </a:cubicBezTo>
                  <a:cubicBezTo>
                    <a:pt x="425696" y="72981"/>
                    <a:pt x="446974" y="51707"/>
                    <a:pt x="468247" y="30427"/>
                  </a:cubicBezTo>
                  <a:cubicBezTo>
                    <a:pt x="469001" y="29672"/>
                    <a:pt x="469707" y="28868"/>
                    <a:pt x="470842" y="27654"/>
                  </a:cubicBezTo>
                  <a:cubicBezTo>
                    <a:pt x="449940" y="27654"/>
                    <a:pt x="429614" y="27654"/>
                    <a:pt x="409106" y="27654"/>
                  </a:cubicBezTo>
                  <a:cubicBezTo>
                    <a:pt x="409106" y="18324"/>
                    <a:pt x="409106" y="9282"/>
                    <a:pt x="409106"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915" name="Group 914">
            <a:extLst>
              <a:ext uri="{FF2B5EF4-FFF2-40B4-BE49-F238E27FC236}">
                <a16:creationId xmlns:a16="http://schemas.microsoft.com/office/drawing/2014/main" id="{20BF4C00-515C-4BCD-84D1-9D9F496155DA}"/>
              </a:ext>
              <a:ext uri="{C183D7F6-B498-43B3-948B-1728B52AA6E4}">
                <adec:decorative xmlns:adec="http://schemas.microsoft.com/office/drawing/2017/decorative" val="1"/>
              </a:ext>
            </a:extLst>
          </p:cNvPr>
          <p:cNvGrpSpPr>
            <a:grpSpLocks noChangeAspect="1"/>
          </p:cNvGrpSpPr>
          <p:nvPr/>
        </p:nvGrpSpPr>
        <p:grpSpPr>
          <a:xfrm>
            <a:off x="3787080" y="2292283"/>
            <a:ext cx="479690" cy="320040"/>
            <a:chOff x="3787080" y="2292283"/>
            <a:chExt cx="479690" cy="320040"/>
          </a:xfrm>
          <a:solidFill>
            <a:srgbClr val="FF0000"/>
          </a:solidFill>
        </p:grpSpPr>
        <p:sp>
          <p:nvSpPr>
            <p:cNvPr id="1297" name="Freeform: Shape 1296">
              <a:extLst>
                <a:ext uri="{FF2B5EF4-FFF2-40B4-BE49-F238E27FC236}">
                  <a16:creationId xmlns:a16="http://schemas.microsoft.com/office/drawing/2014/main" id="{363E81FF-2B72-EF06-2030-1E1AEC637732}"/>
                </a:ext>
                <a:ext uri="{C183D7F6-B498-43B3-948B-1728B52AA6E4}">
                  <adec:decorative xmlns:adec="http://schemas.microsoft.com/office/drawing/2017/decorative" val="1"/>
                </a:ext>
              </a:extLst>
            </p:cNvPr>
            <p:cNvSpPr/>
            <p:nvPr/>
          </p:nvSpPr>
          <p:spPr>
            <a:xfrm>
              <a:off x="3787080" y="2292283"/>
              <a:ext cx="479690" cy="319769"/>
            </a:xfrm>
            <a:custGeom>
              <a:avLst/>
              <a:gdLst>
                <a:gd name="connsiteX0" fmla="*/ 573538 w 927151"/>
                <a:gd name="connsiteY0" fmla="*/ 525785 h 618054"/>
                <a:gd name="connsiteX1" fmla="*/ 573538 w 927151"/>
                <a:gd name="connsiteY1" fmla="*/ 617619 h 618054"/>
                <a:gd name="connsiteX2" fmla="*/ 529508 w 927151"/>
                <a:gd name="connsiteY2" fmla="*/ 617619 h 618054"/>
                <a:gd name="connsiteX3" fmla="*/ 529508 w 927151"/>
                <a:gd name="connsiteY3" fmla="*/ 542889 h 618054"/>
                <a:gd name="connsiteX4" fmla="*/ 558747 w 927151"/>
                <a:gd name="connsiteY4" fmla="*/ 533813 h 618054"/>
                <a:gd name="connsiteX5" fmla="*/ 353621 w 927151"/>
                <a:gd name="connsiteY5" fmla="*/ 525560 h 618054"/>
                <a:gd name="connsiteX6" fmla="*/ 368828 w 927151"/>
                <a:gd name="connsiteY6" fmla="*/ 533814 h 618054"/>
                <a:gd name="connsiteX7" fmla="*/ 397611 w 927151"/>
                <a:gd name="connsiteY7" fmla="*/ 542749 h 618054"/>
                <a:gd name="connsiteX8" fmla="*/ 397611 w 927151"/>
                <a:gd name="connsiteY8" fmla="*/ 574065 h 618054"/>
                <a:gd name="connsiteX9" fmla="*/ 441601 w 927151"/>
                <a:gd name="connsiteY9" fmla="*/ 574065 h 618054"/>
                <a:gd name="connsiteX10" fmla="*/ 441601 w 927151"/>
                <a:gd name="connsiteY10" fmla="*/ 550749 h 618054"/>
                <a:gd name="connsiteX11" fmla="*/ 463788 w 927151"/>
                <a:gd name="connsiteY11" fmla="*/ 552986 h 618054"/>
                <a:gd name="connsiteX12" fmla="*/ 485590 w 927151"/>
                <a:gd name="connsiteY12" fmla="*/ 550788 h 618054"/>
                <a:gd name="connsiteX13" fmla="*/ 485590 w 927151"/>
                <a:gd name="connsiteY13" fmla="*/ 574065 h 618054"/>
                <a:gd name="connsiteX14" fmla="*/ 441601 w 927151"/>
                <a:gd name="connsiteY14" fmla="*/ 618054 h 618054"/>
                <a:gd name="connsiteX15" fmla="*/ 397611 w 927151"/>
                <a:gd name="connsiteY15" fmla="*/ 618054 h 618054"/>
                <a:gd name="connsiteX16" fmla="*/ 353621 w 927151"/>
                <a:gd name="connsiteY16" fmla="*/ 574065 h 618054"/>
                <a:gd name="connsiteX17" fmla="*/ 617783 w 927151"/>
                <a:gd name="connsiteY17" fmla="*/ 525268 h 618054"/>
                <a:gd name="connsiteX18" fmla="*/ 661813 w 927151"/>
                <a:gd name="connsiteY18" fmla="*/ 569298 h 618054"/>
                <a:gd name="connsiteX19" fmla="*/ 661813 w 927151"/>
                <a:gd name="connsiteY19" fmla="*/ 617620 h 618054"/>
                <a:gd name="connsiteX20" fmla="*/ 617783 w 927151"/>
                <a:gd name="connsiteY20" fmla="*/ 617620 h 618054"/>
                <a:gd name="connsiteX21" fmla="*/ 43990 w 927151"/>
                <a:gd name="connsiteY21" fmla="*/ 486085 h 618054"/>
                <a:gd name="connsiteX22" fmla="*/ 43990 w 927151"/>
                <a:gd name="connsiteY22" fmla="*/ 574064 h 618054"/>
                <a:gd name="connsiteX23" fmla="*/ 87979 w 927151"/>
                <a:gd name="connsiteY23" fmla="*/ 574064 h 618054"/>
                <a:gd name="connsiteX24" fmla="*/ 87979 w 927151"/>
                <a:gd name="connsiteY24" fmla="*/ 486085 h 618054"/>
                <a:gd name="connsiteX25" fmla="*/ 265061 w 927151"/>
                <a:gd name="connsiteY25" fmla="*/ 449748 h 618054"/>
                <a:gd name="connsiteX26" fmla="*/ 291284 w 927151"/>
                <a:gd name="connsiteY26" fmla="*/ 481531 h 618054"/>
                <a:gd name="connsiteX27" fmla="*/ 309091 w 927151"/>
                <a:gd name="connsiteY27" fmla="*/ 496223 h 618054"/>
                <a:gd name="connsiteX28" fmla="*/ 309091 w 927151"/>
                <a:gd name="connsiteY28" fmla="*/ 617619 h 618054"/>
                <a:gd name="connsiteX29" fmla="*/ 265061 w 927151"/>
                <a:gd name="connsiteY29" fmla="*/ 617619 h 618054"/>
                <a:gd name="connsiteX30" fmla="*/ 883121 w 927151"/>
                <a:gd name="connsiteY30" fmla="*/ 442529 h 618054"/>
                <a:gd name="connsiteX31" fmla="*/ 927151 w 927151"/>
                <a:gd name="connsiteY31" fmla="*/ 442529 h 618054"/>
                <a:gd name="connsiteX32" fmla="*/ 927151 w 927151"/>
                <a:gd name="connsiteY32" fmla="*/ 617619 h 618054"/>
                <a:gd name="connsiteX33" fmla="*/ 883121 w 927151"/>
                <a:gd name="connsiteY33" fmla="*/ 617619 h 618054"/>
                <a:gd name="connsiteX34" fmla="*/ 794716 w 927151"/>
                <a:gd name="connsiteY34" fmla="*/ 442529 h 618054"/>
                <a:gd name="connsiteX35" fmla="*/ 838746 w 927151"/>
                <a:gd name="connsiteY35" fmla="*/ 442529 h 618054"/>
                <a:gd name="connsiteX36" fmla="*/ 838746 w 927151"/>
                <a:gd name="connsiteY36" fmla="*/ 617619 h 618054"/>
                <a:gd name="connsiteX37" fmla="*/ 794716 w 927151"/>
                <a:gd name="connsiteY37" fmla="*/ 617619 h 618054"/>
                <a:gd name="connsiteX38" fmla="*/ 176500 w 927151"/>
                <a:gd name="connsiteY38" fmla="*/ 442529 h 618054"/>
                <a:gd name="connsiteX39" fmla="*/ 220530 w 927151"/>
                <a:gd name="connsiteY39" fmla="*/ 442529 h 618054"/>
                <a:gd name="connsiteX40" fmla="*/ 220530 w 927151"/>
                <a:gd name="connsiteY40" fmla="*/ 617619 h 618054"/>
                <a:gd name="connsiteX41" fmla="*/ 176500 w 927151"/>
                <a:gd name="connsiteY41" fmla="*/ 617619 h 618054"/>
                <a:gd name="connsiteX42" fmla="*/ 43990 w 927151"/>
                <a:gd name="connsiteY42" fmla="*/ 442095 h 618054"/>
                <a:gd name="connsiteX43" fmla="*/ 87979 w 927151"/>
                <a:gd name="connsiteY43" fmla="*/ 442095 h 618054"/>
                <a:gd name="connsiteX44" fmla="*/ 131969 w 927151"/>
                <a:gd name="connsiteY44" fmla="*/ 486085 h 618054"/>
                <a:gd name="connsiteX45" fmla="*/ 131969 w 927151"/>
                <a:gd name="connsiteY45" fmla="*/ 574064 h 618054"/>
                <a:gd name="connsiteX46" fmla="*/ 87979 w 927151"/>
                <a:gd name="connsiteY46" fmla="*/ 618053 h 618054"/>
                <a:gd name="connsiteX47" fmla="*/ 43990 w 927151"/>
                <a:gd name="connsiteY47" fmla="*/ 618053 h 618054"/>
                <a:gd name="connsiteX48" fmla="*/ 0 w 927151"/>
                <a:gd name="connsiteY48" fmla="*/ 574064 h 618054"/>
                <a:gd name="connsiteX49" fmla="*/ 0 w 927151"/>
                <a:gd name="connsiteY49" fmla="*/ 486085 h 618054"/>
                <a:gd name="connsiteX50" fmla="*/ 43990 w 927151"/>
                <a:gd name="connsiteY50" fmla="*/ 442095 h 618054"/>
                <a:gd name="connsiteX51" fmla="*/ 750767 w 927151"/>
                <a:gd name="connsiteY51" fmla="*/ 265036 h 618054"/>
                <a:gd name="connsiteX52" fmla="*/ 750767 w 927151"/>
                <a:gd name="connsiteY52" fmla="*/ 353015 h 618054"/>
                <a:gd name="connsiteX53" fmla="*/ 794756 w 927151"/>
                <a:gd name="connsiteY53" fmla="*/ 353015 h 618054"/>
                <a:gd name="connsiteX54" fmla="*/ 794756 w 927151"/>
                <a:gd name="connsiteY54" fmla="*/ 265036 h 618054"/>
                <a:gd name="connsiteX55" fmla="*/ 132226 w 927151"/>
                <a:gd name="connsiteY55" fmla="*/ 265036 h 618054"/>
                <a:gd name="connsiteX56" fmla="*/ 132226 w 927151"/>
                <a:gd name="connsiteY56" fmla="*/ 353015 h 618054"/>
                <a:gd name="connsiteX57" fmla="*/ 176215 w 927151"/>
                <a:gd name="connsiteY57" fmla="*/ 353015 h 618054"/>
                <a:gd name="connsiteX58" fmla="*/ 176215 w 927151"/>
                <a:gd name="connsiteY58" fmla="*/ 265036 h 618054"/>
                <a:gd name="connsiteX59" fmla="*/ 883121 w 927151"/>
                <a:gd name="connsiteY59" fmla="*/ 221481 h 618054"/>
                <a:gd name="connsiteX60" fmla="*/ 927151 w 927151"/>
                <a:gd name="connsiteY60" fmla="*/ 221481 h 618054"/>
                <a:gd name="connsiteX61" fmla="*/ 927151 w 927151"/>
                <a:gd name="connsiteY61" fmla="*/ 396571 h 618054"/>
                <a:gd name="connsiteX62" fmla="*/ 883121 w 927151"/>
                <a:gd name="connsiteY62" fmla="*/ 396571 h 618054"/>
                <a:gd name="connsiteX63" fmla="*/ 0 w 927151"/>
                <a:gd name="connsiteY63" fmla="*/ 221481 h 618054"/>
                <a:gd name="connsiteX64" fmla="*/ 44030 w 927151"/>
                <a:gd name="connsiteY64" fmla="*/ 221481 h 618054"/>
                <a:gd name="connsiteX65" fmla="*/ 44030 w 927151"/>
                <a:gd name="connsiteY65" fmla="*/ 396571 h 618054"/>
                <a:gd name="connsiteX66" fmla="*/ 0 w 927151"/>
                <a:gd name="connsiteY66" fmla="*/ 396571 h 618054"/>
                <a:gd name="connsiteX67" fmla="*/ 750767 w 927151"/>
                <a:gd name="connsiteY67" fmla="*/ 221047 h 618054"/>
                <a:gd name="connsiteX68" fmla="*/ 794756 w 927151"/>
                <a:gd name="connsiteY68" fmla="*/ 221047 h 618054"/>
                <a:gd name="connsiteX69" fmla="*/ 838746 w 927151"/>
                <a:gd name="connsiteY69" fmla="*/ 265036 h 618054"/>
                <a:gd name="connsiteX70" fmla="*/ 838746 w 927151"/>
                <a:gd name="connsiteY70" fmla="*/ 353015 h 618054"/>
                <a:gd name="connsiteX71" fmla="*/ 794756 w 927151"/>
                <a:gd name="connsiteY71" fmla="*/ 397005 h 618054"/>
                <a:gd name="connsiteX72" fmla="*/ 750767 w 927151"/>
                <a:gd name="connsiteY72" fmla="*/ 397005 h 618054"/>
                <a:gd name="connsiteX73" fmla="*/ 706777 w 927151"/>
                <a:gd name="connsiteY73" fmla="*/ 353015 h 618054"/>
                <a:gd name="connsiteX74" fmla="*/ 706777 w 927151"/>
                <a:gd name="connsiteY74" fmla="*/ 265036 h 618054"/>
                <a:gd name="connsiteX75" fmla="*/ 750767 w 927151"/>
                <a:gd name="connsiteY75" fmla="*/ 221047 h 618054"/>
                <a:gd name="connsiteX76" fmla="*/ 132226 w 927151"/>
                <a:gd name="connsiteY76" fmla="*/ 221047 h 618054"/>
                <a:gd name="connsiteX77" fmla="*/ 176215 w 927151"/>
                <a:gd name="connsiteY77" fmla="*/ 221047 h 618054"/>
                <a:gd name="connsiteX78" fmla="*/ 220205 w 927151"/>
                <a:gd name="connsiteY78" fmla="*/ 265036 h 618054"/>
                <a:gd name="connsiteX79" fmla="*/ 220205 w 927151"/>
                <a:gd name="connsiteY79" fmla="*/ 353015 h 618054"/>
                <a:gd name="connsiteX80" fmla="*/ 176215 w 927151"/>
                <a:gd name="connsiteY80" fmla="*/ 397005 h 618054"/>
                <a:gd name="connsiteX81" fmla="*/ 132226 w 927151"/>
                <a:gd name="connsiteY81" fmla="*/ 397005 h 618054"/>
                <a:gd name="connsiteX82" fmla="*/ 88236 w 927151"/>
                <a:gd name="connsiteY82" fmla="*/ 353015 h 618054"/>
                <a:gd name="connsiteX83" fmla="*/ 88236 w 927151"/>
                <a:gd name="connsiteY83" fmla="*/ 265036 h 618054"/>
                <a:gd name="connsiteX84" fmla="*/ 132226 w 927151"/>
                <a:gd name="connsiteY84" fmla="*/ 221047 h 618054"/>
                <a:gd name="connsiteX85" fmla="*/ 463787 w 927151"/>
                <a:gd name="connsiteY85" fmla="*/ 155683 h 618054"/>
                <a:gd name="connsiteX86" fmla="*/ 310445 w 927151"/>
                <a:gd name="connsiteY86" fmla="*/ 309026 h 618054"/>
                <a:gd name="connsiteX87" fmla="*/ 463787 w 927151"/>
                <a:gd name="connsiteY87" fmla="*/ 462369 h 618054"/>
                <a:gd name="connsiteX88" fmla="*/ 617129 w 927151"/>
                <a:gd name="connsiteY88" fmla="*/ 309026 h 618054"/>
                <a:gd name="connsiteX89" fmla="*/ 463787 w 927151"/>
                <a:gd name="connsiteY89" fmla="*/ 155683 h 618054"/>
                <a:gd name="connsiteX90" fmla="*/ 463788 w 927151"/>
                <a:gd name="connsiteY90" fmla="*/ 110107 h 618054"/>
                <a:gd name="connsiteX91" fmla="*/ 662707 w 927151"/>
                <a:gd name="connsiteY91" fmla="*/ 309026 h 618054"/>
                <a:gd name="connsiteX92" fmla="*/ 647075 w 927151"/>
                <a:gd name="connsiteY92" fmla="*/ 386454 h 618054"/>
                <a:gd name="connsiteX93" fmla="*/ 617511 w 927151"/>
                <a:gd name="connsiteY93" fmla="*/ 430303 h 618054"/>
                <a:gd name="connsiteX94" fmla="*/ 694694 w 927151"/>
                <a:gd name="connsiteY94" fmla="*/ 507487 h 618054"/>
                <a:gd name="connsiteX95" fmla="*/ 663402 w 927151"/>
                <a:gd name="connsiteY95" fmla="*/ 538780 h 618054"/>
                <a:gd name="connsiteX96" fmla="*/ 586443 w 927151"/>
                <a:gd name="connsiteY96" fmla="*/ 461821 h 618054"/>
                <a:gd name="connsiteX97" fmla="*/ 541216 w 927151"/>
                <a:gd name="connsiteY97" fmla="*/ 492313 h 618054"/>
                <a:gd name="connsiteX98" fmla="*/ 463788 w 927151"/>
                <a:gd name="connsiteY98" fmla="*/ 507945 h 618054"/>
                <a:gd name="connsiteX99" fmla="*/ 264869 w 927151"/>
                <a:gd name="connsiteY99" fmla="*/ 309026 h 618054"/>
                <a:gd name="connsiteX100" fmla="*/ 463788 w 927151"/>
                <a:gd name="connsiteY100" fmla="*/ 110107 h 618054"/>
                <a:gd name="connsiteX101" fmla="*/ 839172 w 927151"/>
                <a:gd name="connsiteY101" fmla="*/ 43989 h 618054"/>
                <a:gd name="connsiteX102" fmla="*/ 839172 w 927151"/>
                <a:gd name="connsiteY102" fmla="*/ 131968 h 618054"/>
                <a:gd name="connsiteX103" fmla="*/ 883161 w 927151"/>
                <a:gd name="connsiteY103" fmla="*/ 131968 h 618054"/>
                <a:gd name="connsiteX104" fmla="*/ 883161 w 927151"/>
                <a:gd name="connsiteY104" fmla="*/ 43989 h 618054"/>
                <a:gd name="connsiteX105" fmla="*/ 43990 w 927151"/>
                <a:gd name="connsiteY105" fmla="*/ 43989 h 618054"/>
                <a:gd name="connsiteX106" fmla="*/ 43990 w 927151"/>
                <a:gd name="connsiteY106" fmla="*/ 131968 h 618054"/>
                <a:gd name="connsiteX107" fmla="*/ 87979 w 927151"/>
                <a:gd name="connsiteY107" fmla="*/ 131968 h 618054"/>
                <a:gd name="connsiteX108" fmla="*/ 87979 w 927151"/>
                <a:gd name="connsiteY108" fmla="*/ 43989 h 618054"/>
                <a:gd name="connsiteX109" fmla="*/ 706620 w 927151"/>
                <a:gd name="connsiteY109" fmla="*/ 434 h 618054"/>
                <a:gd name="connsiteX110" fmla="*/ 750650 w 927151"/>
                <a:gd name="connsiteY110" fmla="*/ 434 h 618054"/>
                <a:gd name="connsiteX111" fmla="*/ 750650 w 927151"/>
                <a:gd name="connsiteY111" fmla="*/ 175524 h 618054"/>
                <a:gd name="connsiteX112" fmla="*/ 706620 w 927151"/>
                <a:gd name="connsiteY112" fmla="*/ 175524 h 618054"/>
                <a:gd name="connsiteX113" fmla="*/ 441560 w 927151"/>
                <a:gd name="connsiteY113" fmla="*/ 434 h 618054"/>
                <a:gd name="connsiteX114" fmla="*/ 485590 w 927151"/>
                <a:gd name="connsiteY114" fmla="*/ 434 h 618054"/>
                <a:gd name="connsiteX115" fmla="*/ 485590 w 927151"/>
                <a:gd name="connsiteY115" fmla="*/ 67266 h 618054"/>
                <a:gd name="connsiteX116" fmla="*/ 463788 w 927151"/>
                <a:gd name="connsiteY116" fmla="*/ 65068 h 618054"/>
                <a:gd name="connsiteX117" fmla="*/ 441560 w 927151"/>
                <a:gd name="connsiteY117" fmla="*/ 67309 h 618054"/>
                <a:gd name="connsiteX118" fmla="*/ 176500 w 927151"/>
                <a:gd name="connsiteY118" fmla="*/ 434 h 618054"/>
                <a:gd name="connsiteX119" fmla="*/ 220530 w 927151"/>
                <a:gd name="connsiteY119" fmla="*/ 434 h 618054"/>
                <a:gd name="connsiteX120" fmla="*/ 220530 w 927151"/>
                <a:gd name="connsiteY120" fmla="*/ 175524 h 618054"/>
                <a:gd name="connsiteX121" fmla="*/ 176500 w 927151"/>
                <a:gd name="connsiteY121" fmla="*/ 175524 h 618054"/>
                <a:gd name="connsiteX122" fmla="*/ 839172 w 927151"/>
                <a:gd name="connsiteY122" fmla="*/ 0 h 618054"/>
                <a:gd name="connsiteX123" fmla="*/ 883161 w 927151"/>
                <a:gd name="connsiteY123" fmla="*/ 0 h 618054"/>
                <a:gd name="connsiteX124" fmla="*/ 927151 w 927151"/>
                <a:gd name="connsiteY124" fmla="*/ 43989 h 618054"/>
                <a:gd name="connsiteX125" fmla="*/ 927151 w 927151"/>
                <a:gd name="connsiteY125" fmla="*/ 131968 h 618054"/>
                <a:gd name="connsiteX126" fmla="*/ 883161 w 927151"/>
                <a:gd name="connsiteY126" fmla="*/ 175958 h 618054"/>
                <a:gd name="connsiteX127" fmla="*/ 839172 w 927151"/>
                <a:gd name="connsiteY127" fmla="*/ 175958 h 618054"/>
                <a:gd name="connsiteX128" fmla="*/ 795182 w 927151"/>
                <a:gd name="connsiteY128" fmla="*/ 131968 h 618054"/>
                <a:gd name="connsiteX129" fmla="*/ 795182 w 927151"/>
                <a:gd name="connsiteY129" fmla="*/ 43989 h 618054"/>
                <a:gd name="connsiteX130" fmla="*/ 839172 w 927151"/>
                <a:gd name="connsiteY130" fmla="*/ 0 h 618054"/>
                <a:gd name="connsiteX131" fmla="*/ 574111 w 927151"/>
                <a:gd name="connsiteY131" fmla="*/ 0 h 618054"/>
                <a:gd name="connsiteX132" fmla="*/ 618101 w 927151"/>
                <a:gd name="connsiteY132" fmla="*/ 0 h 618054"/>
                <a:gd name="connsiteX133" fmla="*/ 662090 w 927151"/>
                <a:gd name="connsiteY133" fmla="*/ 43990 h 618054"/>
                <a:gd name="connsiteX134" fmla="*/ 662090 w 927151"/>
                <a:gd name="connsiteY134" fmla="*/ 131969 h 618054"/>
                <a:gd name="connsiteX135" fmla="*/ 658619 w 927151"/>
                <a:gd name="connsiteY135" fmla="*/ 149049 h 618054"/>
                <a:gd name="connsiteX136" fmla="*/ 653221 w 927151"/>
                <a:gd name="connsiteY136" fmla="*/ 157039 h 618054"/>
                <a:gd name="connsiteX137" fmla="*/ 636292 w 927151"/>
                <a:gd name="connsiteY137" fmla="*/ 136522 h 618054"/>
                <a:gd name="connsiteX138" fmla="*/ 618101 w 927151"/>
                <a:gd name="connsiteY138" fmla="*/ 121512 h 618054"/>
                <a:gd name="connsiteX139" fmla="*/ 618101 w 927151"/>
                <a:gd name="connsiteY139" fmla="*/ 43990 h 618054"/>
                <a:gd name="connsiteX140" fmla="*/ 574111 w 927151"/>
                <a:gd name="connsiteY140" fmla="*/ 43990 h 618054"/>
                <a:gd name="connsiteX141" fmla="*/ 574111 w 927151"/>
                <a:gd name="connsiteY141" fmla="*/ 92579 h 618054"/>
                <a:gd name="connsiteX142" fmla="*/ 558747 w 927151"/>
                <a:gd name="connsiteY142" fmla="*/ 84240 h 618054"/>
                <a:gd name="connsiteX143" fmla="*/ 530121 w 927151"/>
                <a:gd name="connsiteY143" fmla="*/ 75353 h 618054"/>
                <a:gd name="connsiteX144" fmla="*/ 530121 w 927151"/>
                <a:gd name="connsiteY144" fmla="*/ 43990 h 618054"/>
                <a:gd name="connsiteX145" fmla="*/ 574111 w 927151"/>
                <a:gd name="connsiteY145" fmla="*/ 0 h 618054"/>
                <a:gd name="connsiteX146" fmla="*/ 309050 w 927151"/>
                <a:gd name="connsiteY146" fmla="*/ 0 h 618054"/>
                <a:gd name="connsiteX147" fmla="*/ 353040 w 927151"/>
                <a:gd name="connsiteY147" fmla="*/ 0 h 618054"/>
                <a:gd name="connsiteX148" fmla="*/ 397029 w 927151"/>
                <a:gd name="connsiteY148" fmla="*/ 43990 h 618054"/>
                <a:gd name="connsiteX149" fmla="*/ 397029 w 927151"/>
                <a:gd name="connsiteY149" fmla="*/ 75486 h 618054"/>
                <a:gd name="connsiteX150" fmla="*/ 368828 w 927151"/>
                <a:gd name="connsiteY150" fmla="*/ 84240 h 618054"/>
                <a:gd name="connsiteX151" fmla="*/ 353040 w 927151"/>
                <a:gd name="connsiteY151" fmla="*/ 92809 h 618054"/>
                <a:gd name="connsiteX152" fmla="*/ 353040 w 927151"/>
                <a:gd name="connsiteY152" fmla="*/ 43990 h 618054"/>
                <a:gd name="connsiteX153" fmla="*/ 309050 w 927151"/>
                <a:gd name="connsiteY153" fmla="*/ 43990 h 618054"/>
                <a:gd name="connsiteX154" fmla="*/ 309050 w 927151"/>
                <a:gd name="connsiteY154" fmla="*/ 121863 h 618054"/>
                <a:gd name="connsiteX155" fmla="*/ 291284 w 927151"/>
                <a:gd name="connsiteY155" fmla="*/ 136522 h 618054"/>
                <a:gd name="connsiteX156" fmla="*/ 274121 w 927151"/>
                <a:gd name="connsiteY156" fmla="*/ 157322 h 618054"/>
                <a:gd name="connsiteX157" fmla="*/ 268531 w 927151"/>
                <a:gd name="connsiteY157" fmla="*/ 149049 h 618054"/>
                <a:gd name="connsiteX158" fmla="*/ 265060 w 927151"/>
                <a:gd name="connsiteY158" fmla="*/ 131968 h 618054"/>
                <a:gd name="connsiteX159" fmla="*/ 265060 w 927151"/>
                <a:gd name="connsiteY159" fmla="*/ 43990 h 618054"/>
                <a:gd name="connsiteX160" fmla="*/ 309050 w 927151"/>
                <a:gd name="connsiteY160" fmla="*/ 0 h 618054"/>
                <a:gd name="connsiteX161" fmla="*/ 43990 w 927151"/>
                <a:gd name="connsiteY161" fmla="*/ 0 h 618054"/>
                <a:gd name="connsiteX162" fmla="*/ 87979 w 927151"/>
                <a:gd name="connsiteY162" fmla="*/ 0 h 618054"/>
                <a:gd name="connsiteX163" fmla="*/ 131969 w 927151"/>
                <a:gd name="connsiteY163" fmla="*/ 43989 h 618054"/>
                <a:gd name="connsiteX164" fmla="*/ 131969 w 927151"/>
                <a:gd name="connsiteY164" fmla="*/ 131968 h 618054"/>
                <a:gd name="connsiteX165" fmla="*/ 87979 w 927151"/>
                <a:gd name="connsiteY165" fmla="*/ 175958 h 618054"/>
                <a:gd name="connsiteX166" fmla="*/ 43990 w 927151"/>
                <a:gd name="connsiteY166" fmla="*/ 175958 h 618054"/>
                <a:gd name="connsiteX167" fmla="*/ 0 w 927151"/>
                <a:gd name="connsiteY167" fmla="*/ 131968 h 618054"/>
                <a:gd name="connsiteX168" fmla="*/ 0 w 927151"/>
                <a:gd name="connsiteY168" fmla="*/ 43989 h 618054"/>
                <a:gd name="connsiteX169" fmla="*/ 43990 w 927151"/>
                <a:gd name="connsiteY169" fmla="*/ 0 h 61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927151" h="618054">
                  <a:moveTo>
                    <a:pt x="573538" y="525785"/>
                  </a:moveTo>
                  <a:lnTo>
                    <a:pt x="573538" y="617619"/>
                  </a:lnTo>
                  <a:lnTo>
                    <a:pt x="529508" y="617619"/>
                  </a:lnTo>
                  <a:lnTo>
                    <a:pt x="529508" y="542889"/>
                  </a:lnTo>
                  <a:lnTo>
                    <a:pt x="558747" y="533813"/>
                  </a:lnTo>
                  <a:close/>
                  <a:moveTo>
                    <a:pt x="353621" y="525560"/>
                  </a:moveTo>
                  <a:lnTo>
                    <a:pt x="368828" y="533814"/>
                  </a:lnTo>
                  <a:lnTo>
                    <a:pt x="397611" y="542749"/>
                  </a:lnTo>
                  <a:lnTo>
                    <a:pt x="397611" y="574065"/>
                  </a:lnTo>
                  <a:lnTo>
                    <a:pt x="441601" y="574065"/>
                  </a:lnTo>
                  <a:lnTo>
                    <a:pt x="441601" y="550749"/>
                  </a:lnTo>
                  <a:lnTo>
                    <a:pt x="463788" y="552986"/>
                  </a:lnTo>
                  <a:lnTo>
                    <a:pt x="485590" y="550788"/>
                  </a:lnTo>
                  <a:lnTo>
                    <a:pt x="485590" y="574065"/>
                  </a:lnTo>
                  <a:cubicBezTo>
                    <a:pt x="485590" y="598260"/>
                    <a:pt x="465796" y="618054"/>
                    <a:pt x="441601" y="618054"/>
                  </a:cubicBezTo>
                  <a:lnTo>
                    <a:pt x="397611" y="618054"/>
                  </a:lnTo>
                  <a:cubicBezTo>
                    <a:pt x="373418" y="618054"/>
                    <a:pt x="353621" y="598260"/>
                    <a:pt x="353621" y="574065"/>
                  </a:cubicBezTo>
                  <a:close/>
                  <a:moveTo>
                    <a:pt x="617783" y="525268"/>
                  </a:moveTo>
                  <a:lnTo>
                    <a:pt x="661813" y="569298"/>
                  </a:lnTo>
                  <a:lnTo>
                    <a:pt x="661813" y="617620"/>
                  </a:lnTo>
                  <a:lnTo>
                    <a:pt x="617783" y="617620"/>
                  </a:lnTo>
                  <a:close/>
                  <a:moveTo>
                    <a:pt x="43990" y="486085"/>
                  </a:moveTo>
                  <a:lnTo>
                    <a:pt x="43990" y="574064"/>
                  </a:lnTo>
                  <a:lnTo>
                    <a:pt x="87979" y="574064"/>
                  </a:lnTo>
                  <a:lnTo>
                    <a:pt x="87979" y="486085"/>
                  </a:lnTo>
                  <a:close/>
                  <a:moveTo>
                    <a:pt x="265061" y="449748"/>
                  </a:moveTo>
                  <a:lnTo>
                    <a:pt x="291284" y="481531"/>
                  </a:lnTo>
                  <a:lnTo>
                    <a:pt x="309091" y="496223"/>
                  </a:lnTo>
                  <a:lnTo>
                    <a:pt x="309091" y="617619"/>
                  </a:lnTo>
                  <a:lnTo>
                    <a:pt x="265061" y="617619"/>
                  </a:lnTo>
                  <a:close/>
                  <a:moveTo>
                    <a:pt x="883121" y="442529"/>
                  </a:moveTo>
                  <a:lnTo>
                    <a:pt x="927151" y="442529"/>
                  </a:lnTo>
                  <a:lnTo>
                    <a:pt x="927151" y="617619"/>
                  </a:lnTo>
                  <a:lnTo>
                    <a:pt x="883121" y="617619"/>
                  </a:lnTo>
                  <a:close/>
                  <a:moveTo>
                    <a:pt x="794716" y="442529"/>
                  </a:moveTo>
                  <a:lnTo>
                    <a:pt x="838746" y="442529"/>
                  </a:lnTo>
                  <a:lnTo>
                    <a:pt x="838746" y="617619"/>
                  </a:lnTo>
                  <a:lnTo>
                    <a:pt x="794716" y="617619"/>
                  </a:lnTo>
                  <a:close/>
                  <a:moveTo>
                    <a:pt x="176500" y="442529"/>
                  </a:moveTo>
                  <a:lnTo>
                    <a:pt x="220530" y="442529"/>
                  </a:lnTo>
                  <a:lnTo>
                    <a:pt x="220530" y="617619"/>
                  </a:lnTo>
                  <a:lnTo>
                    <a:pt x="176500" y="617619"/>
                  </a:lnTo>
                  <a:close/>
                  <a:moveTo>
                    <a:pt x="43990" y="442095"/>
                  </a:moveTo>
                  <a:lnTo>
                    <a:pt x="87979" y="442095"/>
                  </a:lnTo>
                  <a:cubicBezTo>
                    <a:pt x="112175" y="442095"/>
                    <a:pt x="131969" y="461889"/>
                    <a:pt x="131969" y="486085"/>
                  </a:cubicBezTo>
                  <a:lnTo>
                    <a:pt x="131969" y="574064"/>
                  </a:lnTo>
                  <a:cubicBezTo>
                    <a:pt x="131969" y="598259"/>
                    <a:pt x="112175" y="618053"/>
                    <a:pt x="87979" y="618053"/>
                  </a:cubicBezTo>
                  <a:lnTo>
                    <a:pt x="43990" y="618053"/>
                  </a:lnTo>
                  <a:cubicBezTo>
                    <a:pt x="19797" y="618053"/>
                    <a:pt x="0" y="598259"/>
                    <a:pt x="0" y="574064"/>
                  </a:cubicBezTo>
                  <a:lnTo>
                    <a:pt x="0" y="486085"/>
                  </a:lnTo>
                  <a:cubicBezTo>
                    <a:pt x="0" y="461889"/>
                    <a:pt x="19797" y="442095"/>
                    <a:pt x="43990" y="442095"/>
                  </a:cubicBezTo>
                  <a:close/>
                  <a:moveTo>
                    <a:pt x="750767" y="265036"/>
                  </a:moveTo>
                  <a:lnTo>
                    <a:pt x="750767" y="353015"/>
                  </a:lnTo>
                  <a:lnTo>
                    <a:pt x="794756" y="353015"/>
                  </a:lnTo>
                  <a:lnTo>
                    <a:pt x="794756" y="265036"/>
                  </a:lnTo>
                  <a:close/>
                  <a:moveTo>
                    <a:pt x="132226" y="265036"/>
                  </a:moveTo>
                  <a:lnTo>
                    <a:pt x="132226" y="353015"/>
                  </a:lnTo>
                  <a:lnTo>
                    <a:pt x="176215" y="353015"/>
                  </a:lnTo>
                  <a:lnTo>
                    <a:pt x="176215" y="265036"/>
                  </a:lnTo>
                  <a:close/>
                  <a:moveTo>
                    <a:pt x="883121" y="221481"/>
                  </a:moveTo>
                  <a:lnTo>
                    <a:pt x="927151" y="221481"/>
                  </a:lnTo>
                  <a:lnTo>
                    <a:pt x="927151" y="396571"/>
                  </a:lnTo>
                  <a:lnTo>
                    <a:pt x="883121" y="396571"/>
                  </a:lnTo>
                  <a:close/>
                  <a:moveTo>
                    <a:pt x="0" y="221481"/>
                  </a:moveTo>
                  <a:lnTo>
                    <a:pt x="44030" y="221481"/>
                  </a:lnTo>
                  <a:lnTo>
                    <a:pt x="44030" y="396571"/>
                  </a:lnTo>
                  <a:lnTo>
                    <a:pt x="0" y="396571"/>
                  </a:lnTo>
                  <a:close/>
                  <a:moveTo>
                    <a:pt x="750767" y="221047"/>
                  </a:moveTo>
                  <a:lnTo>
                    <a:pt x="794756" y="221047"/>
                  </a:lnTo>
                  <a:cubicBezTo>
                    <a:pt x="818949" y="221047"/>
                    <a:pt x="838746" y="240841"/>
                    <a:pt x="838746" y="265036"/>
                  </a:cubicBezTo>
                  <a:lnTo>
                    <a:pt x="838746" y="353015"/>
                  </a:lnTo>
                  <a:cubicBezTo>
                    <a:pt x="838746" y="377211"/>
                    <a:pt x="818949" y="397005"/>
                    <a:pt x="794756" y="397005"/>
                  </a:cubicBezTo>
                  <a:lnTo>
                    <a:pt x="750767" y="397005"/>
                  </a:lnTo>
                  <a:cubicBezTo>
                    <a:pt x="726574" y="397005"/>
                    <a:pt x="706777" y="377211"/>
                    <a:pt x="706777" y="353015"/>
                  </a:cubicBezTo>
                  <a:lnTo>
                    <a:pt x="706777" y="265036"/>
                  </a:lnTo>
                  <a:cubicBezTo>
                    <a:pt x="706777" y="240841"/>
                    <a:pt x="726574" y="221047"/>
                    <a:pt x="750767" y="221047"/>
                  </a:cubicBezTo>
                  <a:close/>
                  <a:moveTo>
                    <a:pt x="132226" y="221047"/>
                  </a:moveTo>
                  <a:lnTo>
                    <a:pt x="176215" y="221047"/>
                  </a:lnTo>
                  <a:cubicBezTo>
                    <a:pt x="200411" y="221047"/>
                    <a:pt x="220205" y="240841"/>
                    <a:pt x="220205" y="265036"/>
                  </a:cubicBezTo>
                  <a:lnTo>
                    <a:pt x="220205" y="353015"/>
                  </a:lnTo>
                  <a:cubicBezTo>
                    <a:pt x="220205" y="377211"/>
                    <a:pt x="200411" y="397005"/>
                    <a:pt x="176215" y="397005"/>
                  </a:cubicBezTo>
                  <a:lnTo>
                    <a:pt x="132226" y="397005"/>
                  </a:lnTo>
                  <a:cubicBezTo>
                    <a:pt x="108033" y="397005"/>
                    <a:pt x="88236" y="377211"/>
                    <a:pt x="88236" y="353015"/>
                  </a:cubicBezTo>
                  <a:lnTo>
                    <a:pt x="88236" y="265036"/>
                  </a:lnTo>
                  <a:cubicBezTo>
                    <a:pt x="88236" y="240841"/>
                    <a:pt x="108033" y="221047"/>
                    <a:pt x="132226" y="221047"/>
                  </a:cubicBezTo>
                  <a:close/>
                  <a:moveTo>
                    <a:pt x="463787" y="155683"/>
                  </a:moveTo>
                  <a:cubicBezTo>
                    <a:pt x="379099" y="155683"/>
                    <a:pt x="310445" y="224337"/>
                    <a:pt x="310445" y="309026"/>
                  </a:cubicBezTo>
                  <a:cubicBezTo>
                    <a:pt x="310445" y="393715"/>
                    <a:pt x="379099" y="462369"/>
                    <a:pt x="463787" y="462369"/>
                  </a:cubicBezTo>
                  <a:cubicBezTo>
                    <a:pt x="548475" y="462369"/>
                    <a:pt x="617129" y="393715"/>
                    <a:pt x="617129" y="309026"/>
                  </a:cubicBezTo>
                  <a:cubicBezTo>
                    <a:pt x="617129" y="224337"/>
                    <a:pt x="548475" y="155683"/>
                    <a:pt x="463787" y="155683"/>
                  </a:cubicBezTo>
                  <a:close/>
                  <a:moveTo>
                    <a:pt x="463788" y="110107"/>
                  </a:moveTo>
                  <a:cubicBezTo>
                    <a:pt x="573648" y="110107"/>
                    <a:pt x="662707" y="199166"/>
                    <a:pt x="662707" y="309026"/>
                  </a:cubicBezTo>
                  <a:cubicBezTo>
                    <a:pt x="662707" y="336491"/>
                    <a:pt x="657141" y="362656"/>
                    <a:pt x="647075" y="386454"/>
                  </a:cubicBezTo>
                  <a:lnTo>
                    <a:pt x="617511" y="430303"/>
                  </a:lnTo>
                  <a:lnTo>
                    <a:pt x="694694" y="507487"/>
                  </a:lnTo>
                  <a:lnTo>
                    <a:pt x="663402" y="538780"/>
                  </a:lnTo>
                  <a:lnTo>
                    <a:pt x="586443" y="461821"/>
                  </a:lnTo>
                  <a:lnTo>
                    <a:pt x="541216" y="492313"/>
                  </a:lnTo>
                  <a:cubicBezTo>
                    <a:pt x="517418" y="502379"/>
                    <a:pt x="491253" y="507945"/>
                    <a:pt x="463788" y="507945"/>
                  </a:cubicBezTo>
                  <a:cubicBezTo>
                    <a:pt x="353928" y="507945"/>
                    <a:pt x="264869" y="418886"/>
                    <a:pt x="264869" y="309026"/>
                  </a:cubicBezTo>
                  <a:cubicBezTo>
                    <a:pt x="264869" y="199166"/>
                    <a:pt x="353928" y="110107"/>
                    <a:pt x="463788" y="110107"/>
                  </a:cubicBezTo>
                  <a:close/>
                  <a:moveTo>
                    <a:pt x="839172" y="43989"/>
                  </a:moveTo>
                  <a:lnTo>
                    <a:pt x="839172" y="131968"/>
                  </a:lnTo>
                  <a:lnTo>
                    <a:pt x="883161" y="131968"/>
                  </a:lnTo>
                  <a:lnTo>
                    <a:pt x="883161" y="43989"/>
                  </a:lnTo>
                  <a:close/>
                  <a:moveTo>
                    <a:pt x="43990" y="43989"/>
                  </a:moveTo>
                  <a:lnTo>
                    <a:pt x="43990" y="131968"/>
                  </a:lnTo>
                  <a:lnTo>
                    <a:pt x="87979" y="131968"/>
                  </a:lnTo>
                  <a:lnTo>
                    <a:pt x="87979" y="43989"/>
                  </a:lnTo>
                  <a:close/>
                  <a:moveTo>
                    <a:pt x="706620" y="434"/>
                  </a:moveTo>
                  <a:lnTo>
                    <a:pt x="750650" y="434"/>
                  </a:lnTo>
                  <a:lnTo>
                    <a:pt x="750650" y="175524"/>
                  </a:lnTo>
                  <a:lnTo>
                    <a:pt x="706620" y="175524"/>
                  </a:lnTo>
                  <a:close/>
                  <a:moveTo>
                    <a:pt x="441560" y="434"/>
                  </a:moveTo>
                  <a:lnTo>
                    <a:pt x="485590" y="434"/>
                  </a:lnTo>
                  <a:lnTo>
                    <a:pt x="485590" y="67266"/>
                  </a:lnTo>
                  <a:lnTo>
                    <a:pt x="463788" y="65068"/>
                  </a:lnTo>
                  <a:lnTo>
                    <a:pt x="441560" y="67309"/>
                  </a:lnTo>
                  <a:close/>
                  <a:moveTo>
                    <a:pt x="176500" y="434"/>
                  </a:moveTo>
                  <a:lnTo>
                    <a:pt x="220530" y="434"/>
                  </a:lnTo>
                  <a:lnTo>
                    <a:pt x="220530" y="175524"/>
                  </a:lnTo>
                  <a:lnTo>
                    <a:pt x="176500" y="175524"/>
                  </a:lnTo>
                  <a:close/>
                  <a:moveTo>
                    <a:pt x="839172" y="0"/>
                  </a:moveTo>
                  <a:lnTo>
                    <a:pt x="883161" y="0"/>
                  </a:lnTo>
                  <a:cubicBezTo>
                    <a:pt x="907354" y="0"/>
                    <a:pt x="927151" y="19796"/>
                    <a:pt x="927151" y="43989"/>
                  </a:cubicBezTo>
                  <a:lnTo>
                    <a:pt x="927151" y="131968"/>
                  </a:lnTo>
                  <a:cubicBezTo>
                    <a:pt x="927151" y="156164"/>
                    <a:pt x="907354" y="175958"/>
                    <a:pt x="883161" y="175958"/>
                  </a:cubicBezTo>
                  <a:lnTo>
                    <a:pt x="839172" y="175958"/>
                  </a:lnTo>
                  <a:cubicBezTo>
                    <a:pt x="814979" y="175958"/>
                    <a:pt x="795182" y="156164"/>
                    <a:pt x="795182" y="131968"/>
                  </a:cubicBezTo>
                  <a:lnTo>
                    <a:pt x="795182" y="43989"/>
                  </a:lnTo>
                  <a:cubicBezTo>
                    <a:pt x="795182" y="19796"/>
                    <a:pt x="814979" y="0"/>
                    <a:pt x="839172" y="0"/>
                  </a:cubicBezTo>
                  <a:close/>
                  <a:moveTo>
                    <a:pt x="574111" y="0"/>
                  </a:moveTo>
                  <a:lnTo>
                    <a:pt x="618101" y="0"/>
                  </a:lnTo>
                  <a:cubicBezTo>
                    <a:pt x="642296" y="0"/>
                    <a:pt x="662090" y="19796"/>
                    <a:pt x="662090" y="43990"/>
                  </a:cubicBezTo>
                  <a:lnTo>
                    <a:pt x="662090" y="131969"/>
                  </a:lnTo>
                  <a:cubicBezTo>
                    <a:pt x="662090" y="138017"/>
                    <a:pt x="660853" y="143791"/>
                    <a:pt x="658619" y="149049"/>
                  </a:cubicBezTo>
                  <a:lnTo>
                    <a:pt x="653221" y="157039"/>
                  </a:lnTo>
                  <a:lnTo>
                    <a:pt x="636292" y="136522"/>
                  </a:lnTo>
                  <a:lnTo>
                    <a:pt x="618101" y="121512"/>
                  </a:lnTo>
                  <a:lnTo>
                    <a:pt x="618101" y="43990"/>
                  </a:lnTo>
                  <a:lnTo>
                    <a:pt x="574111" y="43990"/>
                  </a:lnTo>
                  <a:lnTo>
                    <a:pt x="574111" y="92579"/>
                  </a:lnTo>
                  <a:lnTo>
                    <a:pt x="558747" y="84240"/>
                  </a:lnTo>
                  <a:lnTo>
                    <a:pt x="530121" y="75353"/>
                  </a:lnTo>
                  <a:lnTo>
                    <a:pt x="530121" y="43990"/>
                  </a:lnTo>
                  <a:cubicBezTo>
                    <a:pt x="530121" y="19796"/>
                    <a:pt x="549918" y="0"/>
                    <a:pt x="574111" y="0"/>
                  </a:cubicBezTo>
                  <a:close/>
                  <a:moveTo>
                    <a:pt x="309050" y="0"/>
                  </a:moveTo>
                  <a:lnTo>
                    <a:pt x="353040" y="0"/>
                  </a:lnTo>
                  <a:cubicBezTo>
                    <a:pt x="377235" y="0"/>
                    <a:pt x="397029" y="19796"/>
                    <a:pt x="397029" y="43990"/>
                  </a:cubicBezTo>
                  <a:lnTo>
                    <a:pt x="397029" y="75486"/>
                  </a:lnTo>
                  <a:lnTo>
                    <a:pt x="368828" y="84240"/>
                  </a:lnTo>
                  <a:lnTo>
                    <a:pt x="353040" y="92809"/>
                  </a:lnTo>
                  <a:lnTo>
                    <a:pt x="353040" y="43990"/>
                  </a:lnTo>
                  <a:lnTo>
                    <a:pt x="309050" y="43990"/>
                  </a:lnTo>
                  <a:lnTo>
                    <a:pt x="309050" y="121863"/>
                  </a:lnTo>
                  <a:lnTo>
                    <a:pt x="291284" y="136522"/>
                  </a:lnTo>
                  <a:lnTo>
                    <a:pt x="274121" y="157322"/>
                  </a:lnTo>
                  <a:lnTo>
                    <a:pt x="268531" y="149049"/>
                  </a:lnTo>
                  <a:cubicBezTo>
                    <a:pt x="266298" y="143791"/>
                    <a:pt x="265060" y="138017"/>
                    <a:pt x="265060" y="131968"/>
                  </a:cubicBezTo>
                  <a:lnTo>
                    <a:pt x="265060" y="43990"/>
                  </a:lnTo>
                  <a:cubicBezTo>
                    <a:pt x="265060" y="19796"/>
                    <a:pt x="284857" y="0"/>
                    <a:pt x="309050" y="0"/>
                  </a:cubicBezTo>
                  <a:close/>
                  <a:moveTo>
                    <a:pt x="43990" y="0"/>
                  </a:moveTo>
                  <a:lnTo>
                    <a:pt x="87979" y="0"/>
                  </a:lnTo>
                  <a:cubicBezTo>
                    <a:pt x="112175" y="0"/>
                    <a:pt x="131969" y="19796"/>
                    <a:pt x="131969" y="43989"/>
                  </a:cubicBezTo>
                  <a:lnTo>
                    <a:pt x="131969" y="131968"/>
                  </a:lnTo>
                  <a:cubicBezTo>
                    <a:pt x="131969" y="156164"/>
                    <a:pt x="112175" y="175958"/>
                    <a:pt x="87979" y="175958"/>
                  </a:cubicBezTo>
                  <a:lnTo>
                    <a:pt x="43990" y="175958"/>
                  </a:lnTo>
                  <a:cubicBezTo>
                    <a:pt x="19797" y="175958"/>
                    <a:pt x="0" y="156164"/>
                    <a:pt x="0" y="131968"/>
                  </a:cubicBezTo>
                  <a:lnTo>
                    <a:pt x="0" y="43989"/>
                  </a:lnTo>
                  <a:cubicBezTo>
                    <a:pt x="0" y="19796"/>
                    <a:pt x="19797" y="0"/>
                    <a:pt x="43990"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298" name="Freeform: Shape 1297">
              <a:extLst>
                <a:ext uri="{FF2B5EF4-FFF2-40B4-BE49-F238E27FC236}">
                  <a16:creationId xmlns:a16="http://schemas.microsoft.com/office/drawing/2014/main" id="{E7DCAC45-25DD-E66F-EA76-3C523F8FD938}"/>
                </a:ext>
                <a:ext uri="{C183D7F6-B498-43B3-948B-1728B52AA6E4}">
                  <adec:decorative xmlns:adec="http://schemas.microsoft.com/office/drawing/2017/decorative" val="1"/>
                </a:ext>
              </a:extLst>
            </p:cNvPr>
            <p:cNvSpPr/>
            <p:nvPr/>
          </p:nvSpPr>
          <p:spPr>
            <a:xfrm>
              <a:off x="3969868" y="2406649"/>
              <a:ext cx="218273" cy="205674"/>
            </a:xfrm>
            <a:custGeom>
              <a:avLst/>
              <a:gdLst>
                <a:gd name="connsiteX0" fmla="*/ 374976 w 421881"/>
                <a:gd name="connsiteY0" fmla="*/ 303721 h 397530"/>
                <a:gd name="connsiteX1" fmla="*/ 421881 w 421881"/>
                <a:gd name="connsiteY1" fmla="*/ 350626 h 397530"/>
                <a:gd name="connsiteX2" fmla="*/ 374976 w 421881"/>
                <a:gd name="connsiteY2" fmla="*/ 397530 h 397530"/>
                <a:gd name="connsiteX3" fmla="*/ 328072 w 421881"/>
                <a:gd name="connsiteY3" fmla="*/ 350626 h 397530"/>
                <a:gd name="connsiteX4" fmla="*/ 133007 w 421881"/>
                <a:gd name="connsiteY4" fmla="*/ 43990 h 397530"/>
                <a:gd name="connsiteX5" fmla="*/ 133007 w 421881"/>
                <a:gd name="connsiteY5" fmla="*/ 131969 h 397530"/>
                <a:gd name="connsiteX6" fmla="*/ 176996 w 421881"/>
                <a:gd name="connsiteY6" fmla="*/ 131969 h 397530"/>
                <a:gd name="connsiteX7" fmla="*/ 176996 w 421881"/>
                <a:gd name="connsiteY7" fmla="*/ 43990 h 397530"/>
                <a:gd name="connsiteX8" fmla="*/ 0 w 421881"/>
                <a:gd name="connsiteY8" fmla="*/ 434 h 397530"/>
                <a:gd name="connsiteX9" fmla="*/ 44030 w 421881"/>
                <a:gd name="connsiteY9" fmla="*/ 434 h 397530"/>
                <a:gd name="connsiteX10" fmla="*/ 44030 w 421881"/>
                <a:gd name="connsiteY10" fmla="*/ 175524 h 397530"/>
                <a:gd name="connsiteX11" fmla="*/ 0 w 421881"/>
                <a:gd name="connsiteY11" fmla="*/ 175524 h 397530"/>
                <a:gd name="connsiteX12" fmla="*/ 133007 w 421881"/>
                <a:gd name="connsiteY12" fmla="*/ 0 h 397530"/>
                <a:gd name="connsiteX13" fmla="*/ 176996 w 421881"/>
                <a:gd name="connsiteY13" fmla="*/ 0 h 397530"/>
                <a:gd name="connsiteX14" fmla="*/ 220986 w 421881"/>
                <a:gd name="connsiteY14" fmla="*/ 43990 h 397530"/>
                <a:gd name="connsiteX15" fmla="*/ 220986 w 421881"/>
                <a:gd name="connsiteY15" fmla="*/ 131969 h 397530"/>
                <a:gd name="connsiteX16" fmla="*/ 176996 w 421881"/>
                <a:gd name="connsiteY16" fmla="*/ 175958 h 397530"/>
                <a:gd name="connsiteX17" fmla="*/ 133007 w 421881"/>
                <a:gd name="connsiteY17" fmla="*/ 175958 h 397530"/>
                <a:gd name="connsiteX18" fmla="*/ 89017 w 421881"/>
                <a:gd name="connsiteY18" fmla="*/ 131969 h 397530"/>
                <a:gd name="connsiteX19" fmla="*/ 89017 w 421881"/>
                <a:gd name="connsiteY19" fmla="*/ 43990 h 397530"/>
                <a:gd name="connsiteX20" fmla="*/ 133007 w 421881"/>
                <a:gd name="connsiteY20" fmla="*/ 0 h 3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21881" h="397530">
                  <a:moveTo>
                    <a:pt x="374976" y="303721"/>
                  </a:moveTo>
                  <a:lnTo>
                    <a:pt x="421881" y="350626"/>
                  </a:lnTo>
                  <a:lnTo>
                    <a:pt x="374976" y="397530"/>
                  </a:lnTo>
                  <a:lnTo>
                    <a:pt x="328072" y="350626"/>
                  </a:lnTo>
                  <a:close/>
                  <a:moveTo>
                    <a:pt x="133007" y="43990"/>
                  </a:moveTo>
                  <a:lnTo>
                    <a:pt x="133007" y="131969"/>
                  </a:lnTo>
                  <a:lnTo>
                    <a:pt x="176996" y="131969"/>
                  </a:lnTo>
                  <a:lnTo>
                    <a:pt x="176996" y="43990"/>
                  </a:lnTo>
                  <a:close/>
                  <a:moveTo>
                    <a:pt x="0" y="434"/>
                  </a:moveTo>
                  <a:lnTo>
                    <a:pt x="44030" y="434"/>
                  </a:lnTo>
                  <a:lnTo>
                    <a:pt x="44030" y="175524"/>
                  </a:lnTo>
                  <a:lnTo>
                    <a:pt x="0" y="175524"/>
                  </a:lnTo>
                  <a:close/>
                  <a:moveTo>
                    <a:pt x="133007" y="0"/>
                  </a:moveTo>
                  <a:lnTo>
                    <a:pt x="176996" y="0"/>
                  </a:lnTo>
                  <a:cubicBezTo>
                    <a:pt x="201192" y="0"/>
                    <a:pt x="220986" y="19794"/>
                    <a:pt x="220986" y="43990"/>
                  </a:cubicBezTo>
                  <a:lnTo>
                    <a:pt x="220986" y="131969"/>
                  </a:lnTo>
                  <a:cubicBezTo>
                    <a:pt x="220986" y="156164"/>
                    <a:pt x="201192" y="175958"/>
                    <a:pt x="176996" y="175958"/>
                  </a:cubicBezTo>
                  <a:lnTo>
                    <a:pt x="133007" y="175958"/>
                  </a:lnTo>
                  <a:cubicBezTo>
                    <a:pt x="108814" y="175958"/>
                    <a:pt x="89017" y="156164"/>
                    <a:pt x="89017" y="131969"/>
                  </a:cubicBezTo>
                  <a:lnTo>
                    <a:pt x="89017" y="43990"/>
                  </a:lnTo>
                  <a:cubicBezTo>
                    <a:pt x="89017" y="19794"/>
                    <a:pt x="108814" y="0"/>
                    <a:pt x="133007" y="0"/>
                  </a:cubicBez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06" name="Group 905">
            <a:extLst>
              <a:ext uri="{FF2B5EF4-FFF2-40B4-BE49-F238E27FC236}">
                <a16:creationId xmlns:a16="http://schemas.microsoft.com/office/drawing/2014/main" id="{F6374792-71D2-2343-C870-8683D1014EBB}"/>
              </a:ext>
              <a:ext uri="{C183D7F6-B498-43B3-948B-1728B52AA6E4}">
                <adec:decorative xmlns:adec="http://schemas.microsoft.com/office/drawing/2017/decorative" val="1"/>
              </a:ext>
            </a:extLst>
          </p:cNvPr>
          <p:cNvGrpSpPr>
            <a:grpSpLocks noChangeAspect="1"/>
          </p:cNvGrpSpPr>
          <p:nvPr/>
        </p:nvGrpSpPr>
        <p:grpSpPr>
          <a:xfrm>
            <a:off x="7237348" y="2223703"/>
            <a:ext cx="725653" cy="457200"/>
            <a:chOff x="7237348" y="2223703"/>
            <a:chExt cx="725653" cy="457200"/>
          </a:xfrm>
          <a:solidFill>
            <a:srgbClr val="FF0000"/>
          </a:solidFill>
        </p:grpSpPr>
        <p:sp>
          <p:nvSpPr>
            <p:cNvPr id="1439" name="Freeform: Shape 1438">
              <a:extLst>
                <a:ext uri="{FF2B5EF4-FFF2-40B4-BE49-F238E27FC236}">
                  <a16:creationId xmlns:a16="http://schemas.microsoft.com/office/drawing/2014/main" id="{5199A720-8A32-3648-4E25-5F50282A9DC3}"/>
                </a:ext>
                <a:ext uri="{C183D7F6-B498-43B3-948B-1728B52AA6E4}">
                  <adec:decorative xmlns:adec="http://schemas.microsoft.com/office/drawing/2017/decorative" val="1"/>
                </a:ext>
              </a:extLst>
            </p:cNvPr>
            <p:cNvSpPr/>
            <p:nvPr/>
          </p:nvSpPr>
          <p:spPr>
            <a:xfrm>
              <a:off x="7491310" y="2223703"/>
              <a:ext cx="418127" cy="457200"/>
            </a:xfrm>
            <a:custGeom>
              <a:avLst/>
              <a:gdLst>
                <a:gd name="connsiteX0" fmla="*/ 473851 w 823888"/>
                <a:gd name="connsiteY0" fmla="*/ 735943 h 900878"/>
                <a:gd name="connsiteX1" fmla="*/ 433294 w 823888"/>
                <a:gd name="connsiteY1" fmla="*/ 766972 h 900878"/>
                <a:gd name="connsiteX2" fmla="*/ 425896 w 823888"/>
                <a:gd name="connsiteY2" fmla="*/ 814760 h 900878"/>
                <a:gd name="connsiteX3" fmla="*/ 446234 w 823888"/>
                <a:gd name="connsiteY3" fmla="*/ 855350 h 900878"/>
                <a:gd name="connsiteX4" fmla="*/ 488490 w 823888"/>
                <a:gd name="connsiteY4" fmla="*/ 870891 h 900878"/>
                <a:gd name="connsiteX5" fmla="*/ 531694 w 823888"/>
                <a:gd name="connsiteY5" fmla="*/ 848950 h 900878"/>
                <a:gd name="connsiteX6" fmla="*/ 540168 w 823888"/>
                <a:gd name="connsiteY6" fmla="*/ 771871 h 900878"/>
                <a:gd name="connsiteX7" fmla="*/ 521842 w 823888"/>
                <a:gd name="connsiteY7" fmla="*/ 747581 h 900878"/>
                <a:gd name="connsiteX8" fmla="*/ 473851 w 823888"/>
                <a:gd name="connsiteY8" fmla="*/ 735943 h 900878"/>
                <a:gd name="connsiteX9" fmla="*/ 0 w 823888"/>
                <a:gd name="connsiteY9" fmla="*/ 708640 h 900878"/>
                <a:gd name="connsiteX10" fmla="*/ 49912 w 823888"/>
                <a:gd name="connsiteY10" fmla="*/ 708640 h 900878"/>
                <a:gd name="connsiteX11" fmla="*/ 171388 w 823888"/>
                <a:gd name="connsiteY11" fmla="*/ 708640 h 900878"/>
                <a:gd name="connsiteX12" fmla="*/ 171388 w 823888"/>
                <a:gd name="connsiteY12" fmla="*/ 739712 h 900878"/>
                <a:gd name="connsiteX13" fmla="*/ 104113 w 823888"/>
                <a:gd name="connsiteY13" fmla="*/ 739712 h 900878"/>
                <a:gd name="connsiteX14" fmla="*/ 104113 w 823888"/>
                <a:gd name="connsiteY14" fmla="*/ 896738 h 900878"/>
                <a:gd name="connsiteX15" fmla="*/ 67796 w 823888"/>
                <a:gd name="connsiteY15" fmla="*/ 896738 h 900878"/>
                <a:gd name="connsiteX16" fmla="*/ 67796 w 823888"/>
                <a:gd name="connsiteY16" fmla="*/ 740183 h 900878"/>
                <a:gd name="connsiteX17" fmla="*/ 0 w 823888"/>
                <a:gd name="connsiteY17" fmla="*/ 740183 h 900878"/>
                <a:gd name="connsiteX18" fmla="*/ 0 w 823888"/>
                <a:gd name="connsiteY18" fmla="*/ 708640 h 900878"/>
                <a:gd name="connsiteX19" fmla="*/ 506960 w 823888"/>
                <a:gd name="connsiteY19" fmla="*/ 706040 h 900878"/>
                <a:gd name="connsiteX20" fmla="*/ 544527 w 823888"/>
                <a:gd name="connsiteY20" fmla="*/ 722400 h 900878"/>
                <a:gd name="connsiteX21" fmla="*/ 581464 w 823888"/>
                <a:gd name="connsiteY21" fmla="*/ 780273 h 900878"/>
                <a:gd name="connsiteX22" fmla="*/ 572724 w 823888"/>
                <a:gd name="connsiteY22" fmla="*/ 849937 h 900878"/>
                <a:gd name="connsiteX23" fmla="*/ 511743 w 823888"/>
                <a:gd name="connsiteY23" fmla="*/ 898431 h 900878"/>
                <a:gd name="connsiteX24" fmla="*/ 509504 w 823888"/>
                <a:gd name="connsiteY24" fmla="*/ 900424 h 900878"/>
                <a:gd name="connsiteX25" fmla="*/ 462619 w 823888"/>
                <a:gd name="connsiteY25" fmla="*/ 900878 h 900878"/>
                <a:gd name="connsiteX26" fmla="*/ 459215 w 823888"/>
                <a:gd name="connsiteY26" fmla="*/ 898433 h 900878"/>
                <a:gd name="connsiteX27" fmla="*/ 416214 w 823888"/>
                <a:gd name="connsiteY27" fmla="*/ 874121 h 900878"/>
                <a:gd name="connsiteX28" fmla="*/ 388924 w 823888"/>
                <a:gd name="connsiteY28" fmla="*/ 817648 h 900878"/>
                <a:gd name="connsiteX29" fmla="*/ 399260 w 823888"/>
                <a:gd name="connsiteY29" fmla="*/ 755341 h 900878"/>
                <a:gd name="connsiteX30" fmla="*/ 466078 w 823888"/>
                <a:gd name="connsiteY30" fmla="*/ 706234 h 900878"/>
                <a:gd name="connsiteX31" fmla="*/ 506960 w 823888"/>
                <a:gd name="connsiteY31" fmla="*/ 706040 h 900878"/>
                <a:gd name="connsiteX32" fmla="*/ 275760 w 823888"/>
                <a:gd name="connsiteY32" fmla="*/ 704398 h 900878"/>
                <a:gd name="connsiteX33" fmla="*/ 320681 w 823888"/>
                <a:gd name="connsiteY33" fmla="*/ 710162 h 900878"/>
                <a:gd name="connsiteX34" fmla="*/ 364628 w 823888"/>
                <a:gd name="connsiteY34" fmla="*/ 748617 h 900878"/>
                <a:gd name="connsiteX35" fmla="*/ 339004 w 823888"/>
                <a:gd name="connsiteY35" fmla="*/ 767576 h 900878"/>
                <a:gd name="connsiteX36" fmla="*/ 324286 w 823888"/>
                <a:gd name="connsiteY36" fmla="*/ 751262 h 900878"/>
                <a:gd name="connsiteX37" fmla="*/ 269036 w 823888"/>
                <a:gd name="connsiteY37" fmla="*/ 736777 h 900878"/>
                <a:gd name="connsiteX38" fmla="*/ 224298 w 823888"/>
                <a:gd name="connsiteY38" fmla="*/ 791083 h 900878"/>
                <a:gd name="connsiteX39" fmla="*/ 235775 w 823888"/>
                <a:gd name="connsiteY39" fmla="*/ 845371 h 900878"/>
                <a:gd name="connsiteX40" fmla="*/ 325679 w 823888"/>
                <a:gd name="connsiteY40" fmla="*/ 854334 h 900878"/>
                <a:gd name="connsiteX41" fmla="*/ 340355 w 823888"/>
                <a:gd name="connsiteY41" fmla="*/ 838134 h 900878"/>
                <a:gd name="connsiteX42" fmla="*/ 363204 w 823888"/>
                <a:gd name="connsiteY42" fmla="*/ 854499 h 900878"/>
                <a:gd name="connsiteX43" fmla="*/ 363534 w 823888"/>
                <a:gd name="connsiteY43" fmla="*/ 858993 h 900878"/>
                <a:gd name="connsiteX44" fmla="*/ 330844 w 823888"/>
                <a:gd name="connsiteY44" fmla="*/ 889620 h 900878"/>
                <a:gd name="connsiteX45" fmla="*/ 307149 w 823888"/>
                <a:gd name="connsiteY45" fmla="*/ 900445 h 900878"/>
                <a:gd name="connsiteX46" fmla="*/ 259073 w 823888"/>
                <a:gd name="connsiteY46" fmla="*/ 900878 h 900878"/>
                <a:gd name="connsiteX47" fmla="*/ 255665 w 823888"/>
                <a:gd name="connsiteY47" fmla="*/ 898438 h 900878"/>
                <a:gd name="connsiteX48" fmla="*/ 213280 w 823888"/>
                <a:gd name="connsiteY48" fmla="*/ 874717 h 900878"/>
                <a:gd name="connsiteX49" fmla="*/ 189422 w 823888"/>
                <a:gd name="connsiteY49" fmla="*/ 830880 h 900878"/>
                <a:gd name="connsiteX50" fmla="*/ 195042 w 823888"/>
                <a:gd name="connsiteY50" fmla="*/ 760478 h 900878"/>
                <a:gd name="connsiteX51" fmla="*/ 232526 w 823888"/>
                <a:gd name="connsiteY51" fmla="*/ 718612 h 900878"/>
                <a:gd name="connsiteX52" fmla="*/ 275760 w 823888"/>
                <a:gd name="connsiteY52" fmla="*/ 704398 h 900878"/>
                <a:gd name="connsiteX53" fmla="*/ 757296 w 823888"/>
                <a:gd name="connsiteY53" fmla="*/ 0 h 900878"/>
                <a:gd name="connsiteX54" fmla="*/ 823888 w 823888"/>
                <a:gd name="connsiteY54" fmla="*/ 0 h 900878"/>
                <a:gd name="connsiteX55" fmla="*/ 823888 w 823888"/>
                <a:gd name="connsiteY55" fmla="*/ 66155 h 900878"/>
                <a:gd name="connsiteX56" fmla="*/ 757296 w 823888"/>
                <a:gd name="connsiteY56" fmla="*/ 66155 h 90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23888" h="900878">
                  <a:moveTo>
                    <a:pt x="473851" y="735943"/>
                  </a:moveTo>
                  <a:cubicBezTo>
                    <a:pt x="457559" y="739387"/>
                    <a:pt x="442507" y="749942"/>
                    <a:pt x="433294" y="766972"/>
                  </a:cubicBezTo>
                  <a:cubicBezTo>
                    <a:pt x="425063" y="782186"/>
                    <a:pt x="424357" y="798465"/>
                    <a:pt x="425896" y="814760"/>
                  </a:cubicBezTo>
                  <a:cubicBezTo>
                    <a:pt x="427385" y="830528"/>
                    <a:pt x="434636" y="844436"/>
                    <a:pt x="446234" y="855350"/>
                  </a:cubicBezTo>
                  <a:cubicBezTo>
                    <a:pt x="457947" y="866372"/>
                    <a:pt x="471997" y="871518"/>
                    <a:pt x="488490" y="870891"/>
                  </a:cubicBezTo>
                  <a:cubicBezTo>
                    <a:pt x="506548" y="870205"/>
                    <a:pt x="521307" y="862838"/>
                    <a:pt x="531694" y="848950"/>
                  </a:cubicBezTo>
                  <a:cubicBezTo>
                    <a:pt x="549114" y="825658"/>
                    <a:pt x="550715" y="799659"/>
                    <a:pt x="540168" y="771871"/>
                  </a:cubicBezTo>
                  <a:cubicBezTo>
                    <a:pt x="535822" y="762446"/>
                    <a:pt x="530085" y="754223"/>
                    <a:pt x="521842" y="747581"/>
                  </a:cubicBezTo>
                  <a:cubicBezTo>
                    <a:pt x="507673" y="736166"/>
                    <a:pt x="490143" y="732499"/>
                    <a:pt x="473851" y="735943"/>
                  </a:cubicBezTo>
                  <a:close/>
                  <a:moveTo>
                    <a:pt x="0" y="708640"/>
                  </a:moveTo>
                  <a:cubicBezTo>
                    <a:pt x="16408" y="708640"/>
                    <a:pt x="32846" y="708640"/>
                    <a:pt x="49912" y="708640"/>
                  </a:cubicBezTo>
                  <a:cubicBezTo>
                    <a:pt x="90690" y="708640"/>
                    <a:pt x="130840" y="708640"/>
                    <a:pt x="171388" y="708640"/>
                  </a:cubicBezTo>
                  <a:cubicBezTo>
                    <a:pt x="171388" y="719058"/>
                    <a:pt x="171388" y="729019"/>
                    <a:pt x="171388" y="739712"/>
                  </a:cubicBezTo>
                  <a:cubicBezTo>
                    <a:pt x="149327" y="739712"/>
                    <a:pt x="127070" y="739712"/>
                    <a:pt x="104113" y="739712"/>
                  </a:cubicBezTo>
                  <a:cubicBezTo>
                    <a:pt x="104113" y="792412"/>
                    <a:pt x="104113" y="844392"/>
                    <a:pt x="104113" y="896738"/>
                  </a:cubicBezTo>
                  <a:cubicBezTo>
                    <a:pt x="91779" y="896738"/>
                    <a:pt x="80143" y="896738"/>
                    <a:pt x="67796" y="896738"/>
                  </a:cubicBezTo>
                  <a:cubicBezTo>
                    <a:pt x="67796" y="844866"/>
                    <a:pt x="67796" y="792886"/>
                    <a:pt x="67796" y="740183"/>
                  </a:cubicBezTo>
                  <a:cubicBezTo>
                    <a:pt x="44849" y="740183"/>
                    <a:pt x="22591" y="740183"/>
                    <a:pt x="0" y="740183"/>
                  </a:cubicBezTo>
                  <a:cubicBezTo>
                    <a:pt x="0" y="729503"/>
                    <a:pt x="0" y="719544"/>
                    <a:pt x="0" y="708640"/>
                  </a:cubicBezTo>
                  <a:close/>
                  <a:moveTo>
                    <a:pt x="506960" y="706040"/>
                  </a:moveTo>
                  <a:cubicBezTo>
                    <a:pt x="520127" y="708435"/>
                    <a:pt x="532742" y="713589"/>
                    <a:pt x="544527" y="722400"/>
                  </a:cubicBezTo>
                  <a:cubicBezTo>
                    <a:pt x="564071" y="737011"/>
                    <a:pt x="576665" y="756091"/>
                    <a:pt x="581464" y="780273"/>
                  </a:cubicBezTo>
                  <a:cubicBezTo>
                    <a:pt x="586279" y="804536"/>
                    <a:pt x="584476" y="827952"/>
                    <a:pt x="572724" y="849937"/>
                  </a:cubicBezTo>
                  <a:cubicBezTo>
                    <a:pt x="559451" y="874769"/>
                    <a:pt x="539450" y="891533"/>
                    <a:pt x="511743" y="898431"/>
                  </a:cubicBezTo>
                  <a:cubicBezTo>
                    <a:pt x="510835" y="898657"/>
                    <a:pt x="510066" y="899444"/>
                    <a:pt x="509504" y="900424"/>
                  </a:cubicBezTo>
                  <a:cubicBezTo>
                    <a:pt x="494253" y="900878"/>
                    <a:pt x="478730" y="900878"/>
                    <a:pt x="462619" y="900878"/>
                  </a:cubicBezTo>
                  <a:cubicBezTo>
                    <a:pt x="461098" y="900038"/>
                    <a:pt x="460289" y="898696"/>
                    <a:pt x="459215" y="898433"/>
                  </a:cubicBezTo>
                  <a:cubicBezTo>
                    <a:pt x="442591" y="894347"/>
                    <a:pt x="428027" y="886219"/>
                    <a:pt x="416214" y="874121"/>
                  </a:cubicBezTo>
                  <a:cubicBezTo>
                    <a:pt x="400962" y="858501"/>
                    <a:pt x="391450" y="839936"/>
                    <a:pt x="388924" y="817648"/>
                  </a:cubicBezTo>
                  <a:cubicBezTo>
                    <a:pt x="386433" y="795670"/>
                    <a:pt x="388508" y="774750"/>
                    <a:pt x="399260" y="755341"/>
                  </a:cubicBezTo>
                  <a:cubicBezTo>
                    <a:pt x="413930" y="728859"/>
                    <a:pt x="435610" y="711076"/>
                    <a:pt x="466078" y="706234"/>
                  </a:cubicBezTo>
                  <a:cubicBezTo>
                    <a:pt x="480073" y="704009"/>
                    <a:pt x="493792" y="703645"/>
                    <a:pt x="506960" y="706040"/>
                  </a:cubicBezTo>
                  <a:close/>
                  <a:moveTo>
                    <a:pt x="275760" y="704398"/>
                  </a:moveTo>
                  <a:cubicBezTo>
                    <a:pt x="290517" y="703219"/>
                    <a:pt x="305555" y="705369"/>
                    <a:pt x="320681" y="710162"/>
                  </a:cubicBezTo>
                  <a:cubicBezTo>
                    <a:pt x="340279" y="716371"/>
                    <a:pt x="354384" y="730262"/>
                    <a:pt x="364628" y="748617"/>
                  </a:cubicBezTo>
                  <a:cubicBezTo>
                    <a:pt x="355857" y="755107"/>
                    <a:pt x="347492" y="761296"/>
                    <a:pt x="339004" y="767576"/>
                  </a:cubicBezTo>
                  <a:cubicBezTo>
                    <a:pt x="334141" y="762163"/>
                    <a:pt x="329399" y="756532"/>
                    <a:pt x="324286" y="751262"/>
                  </a:cubicBezTo>
                  <a:cubicBezTo>
                    <a:pt x="308831" y="735331"/>
                    <a:pt x="289895" y="731875"/>
                    <a:pt x="269036" y="736777"/>
                  </a:cubicBezTo>
                  <a:cubicBezTo>
                    <a:pt x="245197" y="742379"/>
                    <a:pt x="227064" y="766740"/>
                    <a:pt x="224298" y="791083"/>
                  </a:cubicBezTo>
                  <a:cubicBezTo>
                    <a:pt x="222058" y="810804"/>
                    <a:pt x="225224" y="828570"/>
                    <a:pt x="235775" y="845371"/>
                  </a:cubicBezTo>
                  <a:cubicBezTo>
                    <a:pt x="255888" y="877398"/>
                    <a:pt x="301596" y="878298"/>
                    <a:pt x="325679" y="854334"/>
                  </a:cubicBezTo>
                  <a:cubicBezTo>
                    <a:pt x="330647" y="849391"/>
                    <a:pt x="335115" y="843947"/>
                    <a:pt x="340355" y="838134"/>
                  </a:cubicBezTo>
                  <a:cubicBezTo>
                    <a:pt x="347671" y="843311"/>
                    <a:pt x="355551" y="848753"/>
                    <a:pt x="363204" y="854499"/>
                  </a:cubicBezTo>
                  <a:cubicBezTo>
                    <a:pt x="364028" y="855117"/>
                    <a:pt x="364227" y="857981"/>
                    <a:pt x="363534" y="858993"/>
                  </a:cubicBezTo>
                  <a:cubicBezTo>
                    <a:pt x="354904" y="871589"/>
                    <a:pt x="344920" y="882889"/>
                    <a:pt x="330844" y="889620"/>
                  </a:cubicBezTo>
                  <a:cubicBezTo>
                    <a:pt x="322976" y="893382"/>
                    <a:pt x="314832" y="896567"/>
                    <a:pt x="307149" y="900445"/>
                  </a:cubicBezTo>
                  <a:cubicBezTo>
                    <a:pt x="291544" y="900878"/>
                    <a:pt x="275603" y="900878"/>
                    <a:pt x="259073" y="900878"/>
                  </a:cubicBezTo>
                  <a:cubicBezTo>
                    <a:pt x="257550" y="900038"/>
                    <a:pt x="256730" y="898664"/>
                    <a:pt x="255665" y="898438"/>
                  </a:cubicBezTo>
                  <a:cubicBezTo>
                    <a:pt x="239071" y="894904"/>
                    <a:pt x="224952" y="886412"/>
                    <a:pt x="213280" y="874717"/>
                  </a:cubicBezTo>
                  <a:cubicBezTo>
                    <a:pt x="201246" y="862659"/>
                    <a:pt x="192851" y="847910"/>
                    <a:pt x="189422" y="830880"/>
                  </a:cubicBezTo>
                  <a:cubicBezTo>
                    <a:pt x="184593" y="806899"/>
                    <a:pt x="184795" y="783053"/>
                    <a:pt x="195042" y="760478"/>
                  </a:cubicBezTo>
                  <a:cubicBezTo>
                    <a:pt x="203050" y="742837"/>
                    <a:pt x="215824" y="728783"/>
                    <a:pt x="232526" y="718612"/>
                  </a:cubicBezTo>
                  <a:cubicBezTo>
                    <a:pt x="246527" y="710087"/>
                    <a:pt x="261003" y="705578"/>
                    <a:pt x="275760" y="704398"/>
                  </a:cubicBezTo>
                  <a:close/>
                  <a:moveTo>
                    <a:pt x="757296" y="0"/>
                  </a:moveTo>
                  <a:lnTo>
                    <a:pt x="823888" y="0"/>
                  </a:lnTo>
                  <a:lnTo>
                    <a:pt x="823888" y="66155"/>
                  </a:lnTo>
                  <a:lnTo>
                    <a:pt x="757296" y="66155"/>
                  </a:lnTo>
                  <a:close/>
                </a:path>
              </a:pathLst>
            </a:custGeom>
            <a:solidFill>
              <a:schemeClr val="accent1"/>
            </a:solidFill>
            <a:ln w="9525" cap="flat">
              <a:noFill/>
              <a:prstDash val="solid"/>
              <a:miter/>
            </a:ln>
          </p:spPr>
          <p:txBody>
            <a:bodyPr wrap="square" rtlCol="0" anchor="ctr">
              <a:noAutofit/>
            </a:bodyPr>
            <a:lstStyle/>
            <a:p>
              <a:endParaRPr lang="en-US"/>
            </a:p>
          </p:txBody>
        </p:sp>
        <p:sp>
          <p:nvSpPr>
            <p:cNvPr id="1438" name="Freeform: Shape 1437">
              <a:extLst>
                <a:ext uri="{FF2B5EF4-FFF2-40B4-BE49-F238E27FC236}">
                  <a16:creationId xmlns:a16="http://schemas.microsoft.com/office/drawing/2014/main" id="{04D76689-D0E0-46CF-A2D0-4916E930C5C6}"/>
                </a:ext>
                <a:ext uri="{C183D7F6-B498-43B3-948B-1728B52AA6E4}">
                  <adec:decorative xmlns:adec="http://schemas.microsoft.com/office/drawing/2017/decorative" val="1"/>
                </a:ext>
              </a:extLst>
            </p:cNvPr>
            <p:cNvSpPr/>
            <p:nvPr/>
          </p:nvSpPr>
          <p:spPr>
            <a:xfrm>
              <a:off x="7237348" y="2242225"/>
              <a:ext cx="725653" cy="435691"/>
            </a:xfrm>
            <a:custGeom>
              <a:avLst/>
              <a:gdLst>
                <a:gd name="connsiteX0" fmla="*/ 1257425 w 1429845"/>
                <a:gd name="connsiteY0" fmla="*/ 730880 h 858497"/>
                <a:gd name="connsiteX1" fmla="*/ 1257425 w 1429845"/>
                <a:gd name="connsiteY1" fmla="*/ 730880 h 858497"/>
                <a:gd name="connsiteX2" fmla="*/ 1258025 w 1429845"/>
                <a:gd name="connsiteY2" fmla="*/ 731023 h 858497"/>
                <a:gd name="connsiteX3" fmla="*/ 1257425 w 1429845"/>
                <a:gd name="connsiteY3" fmla="*/ 730880 h 858497"/>
                <a:gd name="connsiteX4" fmla="*/ 0 w 1429845"/>
                <a:gd name="connsiteY4" fmla="*/ 554037 h 858497"/>
                <a:gd name="connsiteX5" fmla="*/ 1078897 w 1429845"/>
                <a:gd name="connsiteY5" fmla="*/ 554037 h 858497"/>
                <a:gd name="connsiteX6" fmla="*/ 1078897 w 1429845"/>
                <a:gd name="connsiteY6" fmla="*/ 580423 h 858497"/>
                <a:gd name="connsiteX7" fmla="*/ 0 w 1429845"/>
                <a:gd name="connsiteY7" fmla="*/ 580423 h 858497"/>
                <a:gd name="connsiteX8" fmla="*/ 1257821 w 1429845"/>
                <a:gd name="connsiteY8" fmla="*/ 359625 h 858497"/>
                <a:gd name="connsiteX9" fmla="*/ 1258814 w 1429845"/>
                <a:gd name="connsiteY9" fmla="*/ 360307 h 858497"/>
                <a:gd name="connsiteX10" fmla="*/ 1258181 w 1429845"/>
                <a:gd name="connsiteY10" fmla="*/ 360530 h 858497"/>
                <a:gd name="connsiteX11" fmla="*/ 1257821 w 1429845"/>
                <a:gd name="connsiteY11" fmla="*/ 359625 h 858497"/>
                <a:gd name="connsiteX12" fmla="*/ 584251 w 1429845"/>
                <a:gd name="connsiteY12" fmla="*/ 311541 h 858497"/>
                <a:gd name="connsiteX13" fmla="*/ 584251 w 1429845"/>
                <a:gd name="connsiteY13" fmla="*/ 361140 h 858497"/>
                <a:gd name="connsiteX14" fmla="*/ 584251 w 1429845"/>
                <a:gd name="connsiteY14" fmla="*/ 375555 h 858497"/>
                <a:gd name="connsiteX15" fmla="*/ 644542 w 1429845"/>
                <a:gd name="connsiteY15" fmla="*/ 371573 h 858497"/>
                <a:gd name="connsiteX16" fmla="*/ 668317 w 1429845"/>
                <a:gd name="connsiteY16" fmla="*/ 345596 h 858497"/>
                <a:gd name="connsiteX17" fmla="*/ 647671 w 1429845"/>
                <a:gd name="connsiteY17" fmla="*/ 313983 h 858497"/>
                <a:gd name="connsiteX18" fmla="*/ 633916 w 1429845"/>
                <a:gd name="connsiteY18" fmla="*/ 311651 h 858497"/>
                <a:gd name="connsiteX19" fmla="*/ 584251 w 1429845"/>
                <a:gd name="connsiteY19" fmla="*/ 311541 h 858497"/>
                <a:gd name="connsiteX20" fmla="*/ 425175 w 1429845"/>
                <a:gd name="connsiteY20" fmla="*/ 307717 h 858497"/>
                <a:gd name="connsiteX21" fmla="*/ 369647 w 1429845"/>
                <a:gd name="connsiteY21" fmla="*/ 328798 h 858497"/>
                <a:gd name="connsiteX22" fmla="*/ 356859 w 1429845"/>
                <a:gd name="connsiteY22" fmla="*/ 393243 h 858497"/>
                <a:gd name="connsiteX23" fmla="*/ 422378 w 1429845"/>
                <a:gd name="connsiteY23" fmla="*/ 442338 h 858497"/>
                <a:gd name="connsiteX24" fmla="*/ 468441 w 1429845"/>
                <a:gd name="connsiteY24" fmla="*/ 409781 h 858497"/>
                <a:gd name="connsiteX25" fmla="*/ 474568 w 1429845"/>
                <a:gd name="connsiteY25" fmla="*/ 357633 h 858497"/>
                <a:gd name="connsiteX26" fmla="*/ 448554 w 1429845"/>
                <a:gd name="connsiteY26" fmla="*/ 317176 h 858497"/>
                <a:gd name="connsiteX27" fmla="*/ 425175 w 1429845"/>
                <a:gd name="connsiteY27" fmla="*/ 307717 h 858497"/>
                <a:gd name="connsiteX28" fmla="*/ 735026 w 1429845"/>
                <a:gd name="connsiteY28" fmla="*/ 280496 h 858497"/>
                <a:gd name="connsiteX29" fmla="*/ 879162 w 1429845"/>
                <a:gd name="connsiteY29" fmla="*/ 280496 h 858497"/>
                <a:gd name="connsiteX30" fmla="*/ 879162 w 1429845"/>
                <a:gd name="connsiteY30" fmla="*/ 310253 h 858497"/>
                <a:gd name="connsiteX31" fmla="*/ 771738 w 1429845"/>
                <a:gd name="connsiteY31" fmla="*/ 310253 h 858497"/>
                <a:gd name="connsiteX32" fmla="*/ 771738 w 1429845"/>
                <a:gd name="connsiteY32" fmla="*/ 358965 h 858497"/>
                <a:gd name="connsiteX33" fmla="*/ 871559 w 1429845"/>
                <a:gd name="connsiteY33" fmla="*/ 358965 h 858497"/>
                <a:gd name="connsiteX34" fmla="*/ 871559 w 1429845"/>
                <a:gd name="connsiteY34" fmla="*/ 388024 h 858497"/>
                <a:gd name="connsiteX35" fmla="*/ 771802 w 1429845"/>
                <a:gd name="connsiteY35" fmla="*/ 388024 h 858497"/>
                <a:gd name="connsiteX36" fmla="*/ 771802 w 1429845"/>
                <a:gd name="connsiteY36" fmla="*/ 439474 h 858497"/>
                <a:gd name="connsiteX37" fmla="*/ 879033 w 1429845"/>
                <a:gd name="connsiteY37" fmla="*/ 439474 h 858497"/>
                <a:gd name="connsiteX38" fmla="*/ 879033 w 1429845"/>
                <a:gd name="connsiteY38" fmla="*/ 468157 h 858497"/>
                <a:gd name="connsiteX39" fmla="*/ 735026 w 1429845"/>
                <a:gd name="connsiteY39" fmla="*/ 468157 h 858497"/>
                <a:gd name="connsiteX40" fmla="*/ 735026 w 1429845"/>
                <a:gd name="connsiteY40" fmla="*/ 360543 h 858497"/>
                <a:gd name="connsiteX41" fmla="*/ 735026 w 1429845"/>
                <a:gd name="connsiteY41" fmla="*/ 280496 h 858497"/>
                <a:gd name="connsiteX42" fmla="*/ 552784 w 1429845"/>
                <a:gd name="connsiteY42" fmla="*/ 280143 h 858497"/>
                <a:gd name="connsiteX43" fmla="*/ 632559 w 1429845"/>
                <a:gd name="connsiteY43" fmla="*/ 280337 h 858497"/>
                <a:gd name="connsiteX44" fmla="*/ 682947 w 1429845"/>
                <a:gd name="connsiteY44" fmla="*/ 294925 h 858497"/>
                <a:gd name="connsiteX45" fmla="*/ 702595 w 1429845"/>
                <a:gd name="connsiteY45" fmla="*/ 323653 h 858497"/>
                <a:gd name="connsiteX46" fmla="*/ 695167 w 1429845"/>
                <a:gd name="connsiteY46" fmla="*/ 375906 h 858497"/>
                <a:gd name="connsiteX47" fmla="*/ 655039 w 1429845"/>
                <a:gd name="connsiteY47" fmla="*/ 401755 h 858497"/>
                <a:gd name="connsiteX48" fmla="*/ 623639 w 1429845"/>
                <a:gd name="connsiteY48" fmla="*/ 404417 h 858497"/>
                <a:gd name="connsiteX49" fmla="*/ 584476 w 1429845"/>
                <a:gd name="connsiteY49" fmla="*/ 404518 h 858497"/>
                <a:gd name="connsiteX50" fmla="*/ 584476 w 1429845"/>
                <a:gd name="connsiteY50" fmla="*/ 468117 h 858497"/>
                <a:gd name="connsiteX51" fmla="*/ 548255 w 1429845"/>
                <a:gd name="connsiteY51" fmla="*/ 468117 h 858497"/>
                <a:gd name="connsiteX52" fmla="*/ 548255 w 1429845"/>
                <a:gd name="connsiteY52" fmla="*/ 280461 h 858497"/>
                <a:gd name="connsiteX53" fmla="*/ 552784 w 1429845"/>
                <a:gd name="connsiteY53" fmla="*/ 280143 h 858497"/>
                <a:gd name="connsiteX54" fmla="*/ 1087828 w 1429845"/>
                <a:gd name="connsiteY54" fmla="*/ 280131 h 858497"/>
                <a:gd name="connsiteX55" fmla="*/ 1072446 w 1429845"/>
                <a:gd name="connsiteY55" fmla="*/ 300171 h 858497"/>
                <a:gd name="connsiteX56" fmla="*/ 1023598 w 1429845"/>
                <a:gd name="connsiteY56" fmla="*/ 363922 h 858497"/>
                <a:gd name="connsiteX57" fmla="*/ 1020140 w 1429845"/>
                <a:gd name="connsiteY57" fmla="*/ 367556 h 858497"/>
                <a:gd name="connsiteX58" fmla="*/ 1020113 w 1429845"/>
                <a:gd name="connsiteY58" fmla="*/ 374922 h 858497"/>
                <a:gd name="connsiteX59" fmla="*/ 1060835 w 1429845"/>
                <a:gd name="connsiteY59" fmla="*/ 428009 h 858497"/>
                <a:gd name="connsiteX60" fmla="*/ 1089288 w 1429845"/>
                <a:gd name="connsiteY60" fmla="*/ 464207 h 858497"/>
                <a:gd name="connsiteX61" fmla="*/ 1091652 w 1429845"/>
                <a:gd name="connsiteY61" fmla="*/ 468597 h 858497"/>
                <a:gd name="connsiteX62" fmla="*/ 1050765 w 1429845"/>
                <a:gd name="connsiteY62" fmla="*/ 468488 h 858497"/>
                <a:gd name="connsiteX63" fmla="*/ 1044910 w 1429845"/>
                <a:gd name="connsiteY63" fmla="*/ 466048 h 858497"/>
                <a:gd name="connsiteX64" fmla="*/ 1021848 w 1429845"/>
                <a:gd name="connsiteY64" fmla="*/ 433151 h 858497"/>
                <a:gd name="connsiteX65" fmla="*/ 995600 w 1429845"/>
                <a:gd name="connsiteY65" fmla="*/ 397356 h 858497"/>
                <a:gd name="connsiteX66" fmla="*/ 947313 w 1429845"/>
                <a:gd name="connsiteY66" fmla="*/ 463963 h 858497"/>
                <a:gd name="connsiteX67" fmla="*/ 938601 w 1429845"/>
                <a:gd name="connsiteY67" fmla="*/ 468715 h 858497"/>
                <a:gd name="connsiteX68" fmla="*/ 900687 w 1429845"/>
                <a:gd name="connsiteY68" fmla="*/ 468598 h 858497"/>
                <a:gd name="connsiteX69" fmla="*/ 922780 w 1429845"/>
                <a:gd name="connsiteY69" fmla="*/ 439799 h 858497"/>
                <a:gd name="connsiteX70" fmla="*/ 954833 w 1429845"/>
                <a:gd name="connsiteY70" fmla="*/ 398557 h 858497"/>
                <a:gd name="connsiteX71" fmla="*/ 971017 w 1429845"/>
                <a:gd name="connsiteY71" fmla="*/ 377800 h 858497"/>
                <a:gd name="connsiteX72" fmla="*/ 971272 w 1429845"/>
                <a:gd name="connsiteY72" fmla="*/ 367126 h 858497"/>
                <a:gd name="connsiteX73" fmla="*/ 911730 w 1429845"/>
                <a:gd name="connsiteY73" fmla="*/ 289188 h 858497"/>
                <a:gd name="connsiteX74" fmla="*/ 904497 w 1429845"/>
                <a:gd name="connsiteY74" fmla="*/ 280137 h 858497"/>
                <a:gd name="connsiteX75" fmla="*/ 947460 w 1429845"/>
                <a:gd name="connsiteY75" fmla="*/ 280476 h 858497"/>
                <a:gd name="connsiteX76" fmla="*/ 954850 w 1429845"/>
                <a:gd name="connsiteY76" fmla="*/ 287678 h 858497"/>
                <a:gd name="connsiteX77" fmla="*/ 996335 w 1429845"/>
                <a:gd name="connsiteY77" fmla="*/ 346295 h 858497"/>
                <a:gd name="connsiteX78" fmla="*/ 1005903 w 1429845"/>
                <a:gd name="connsiteY78" fmla="*/ 333954 h 858497"/>
                <a:gd name="connsiteX79" fmla="*/ 1041731 w 1429845"/>
                <a:gd name="connsiteY79" fmla="*/ 283721 h 858497"/>
                <a:gd name="connsiteX80" fmla="*/ 1046969 w 1429845"/>
                <a:gd name="connsiteY80" fmla="*/ 280288 h 858497"/>
                <a:gd name="connsiteX81" fmla="*/ 1087828 w 1429845"/>
                <a:gd name="connsiteY81" fmla="*/ 280131 h 858497"/>
                <a:gd name="connsiteX82" fmla="*/ 428193 w 1429845"/>
                <a:gd name="connsiteY82" fmla="*/ 276646 h 858497"/>
                <a:gd name="connsiteX83" fmla="*/ 500080 w 1429845"/>
                <a:gd name="connsiteY83" fmla="*/ 322715 h 858497"/>
                <a:gd name="connsiteX84" fmla="*/ 512898 w 1429845"/>
                <a:gd name="connsiteY84" fmla="*/ 366167 h 858497"/>
                <a:gd name="connsiteX85" fmla="*/ 508549 w 1429845"/>
                <a:gd name="connsiteY85" fmla="*/ 407773 h 858497"/>
                <a:gd name="connsiteX86" fmla="*/ 436273 w 1429845"/>
                <a:gd name="connsiteY86" fmla="*/ 471169 h 858497"/>
                <a:gd name="connsiteX87" fmla="*/ 351589 w 1429845"/>
                <a:gd name="connsiteY87" fmla="*/ 451151 h 858497"/>
                <a:gd name="connsiteX88" fmla="*/ 319126 w 1429845"/>
                <a:gd name="connsiteY88" fmla="*/ 393008 h 858497"/>
                <a:gd name="connsiteX89" fmla="*/ 324099 w 1429845"/>
                <a:gd name="connsiteY89" fmla="*/ 337772 h 858497"/>
                <a:gd name="connsiteX90" fmla="*/ 363744 w 1429845"/>
                <a:gd name="connsiteY90" fmla="*/ 289936 h 858497"/>
                <a:gd name="connsiteX91" fmla="*/ 428193 w 1429845"/>
                <a:gd name="connsiteY91" fmla="*/ 276646 h 858497"/>
                <a:gd name="connsiteX92" fmla="*/ 114139 w 1429845"/>
                <a:gd name="connsiteY92" fmla="*/ 275558 h 858497"/>
                <a:gd name="connsiteX93" fmla="*/ 155801 w 1429845"/>
                <a:gd name="connsiteY93" fmla="*/ 275558 h 858497"/>
                <a:gd name="connsiteX94" fmla="*/ 155801 w 1429845"/>
                <a:gd name="connsiteY94" fmla="*/ 347880 h 858497"/>
                <a:gd name="connsiteX95" fmla="*/ 155801 w 1429845"/>
                <a:gd name="connsiteY95" fmla="*/ 356545 h 858497"/>
                <a:gd name="connsiteX96" fmla="*/ 235845 w 1429845"/>
                <a:gd name="connsiteY96" fmla="*/ 356545 h 858497"/>
                <a:gd name="connsiteX97" fmla="*/ 235845 w 1429845"/>
                <a:gd name="connsiteY97" fmla="*/ 391879 h 858497"/>
                <a:gd name="connsiteX98" fmla="*/ 156021 w 1429845"/>
                <a:gd name="connsiteY98" fmla="*/ 391879 h 858497"/>
                <a:gd name="connsiteX99" fmla="*/ 156021 w 1429845"/>
                <a:gd name="connsiteY99" fmla="*/ 473144 h 858497"/>
                <a:gd name="connsiteX100" fmla="*/ 114622 w 1429845"/>
                <a:gd name="connsiteY100" fmla="*/ 473144 h 858497"/>
                <a:gd name="connsiteX101" fmla="*/ 114622 w 1429845"/>
                <a:gd name="connsiteY101" fmla="*/ 392163 h 858497"/>
                <a:gd name="connsiteX102" fmla="*/ 35544 w 1429845"/>
                <a:gd name="connsiteY102" fmla="*/ 392163 h 858497"/>
                <a:gd name="connsiteX103" fmla="*/ 35544 w 1429845"/>
                <a:gd name="connsiteY103" fmla="*/ 356818 h 858497"/>
                <a:gd name="connsiteX104" fmla="*/ 114139 w 1429845"/>
                <a:gd name="connsiteY104" fmla="*/ 356818 h 858497"/>
                <a:gd name="connsiteX105" fmla="*/ 114139 w 1429845"/>
                <a:gd name="connsiteY105" fmla="*/ 275558 h 858497"/>
                <a:gd name="connsiteX106" fmla="*/ 1259176 w 1429845"/>
                <a:gd name="connsiteY106" fmla="*/ 94182 h 858497"/>
                <a:gd name="connsiteX107" fmla="*/ 1324175 w 1429845"/>
                <a:gd name="connsiteY107" fmla="*/ 94182 h 858497"/>
                <a:gd name="connsiteX108" fmla="*/ 1324175 w 1429845"/>
                <a:gd name="connsiteY108" fmla="*/ 97886 h 858497"/>
                <a:gd name="connsiteX109" fmla="*/ 1324200 w 1429845"/>
                <a:gd name="connsiteY109" fmla="*/ 97886 h 858497"/>
                <a:gd name="connsiteX110" fmla="*/ 1324200 w 1429845"/>
                <a:gd name="connsiteY110" fmla="*/ 104242 h 858497"/>
                <a:gd name="connsiteX111" fmla="*/ 1324129 w 1429845"/>
                <a:gd name="connsiteY111" fmla="*/ 104242 h 858497"/>
                <a:gd name="connsiteX112" fmla="*/ 1324297 w 1429845"/>
                <a:gd name="connsiteY112" fmla="*/ 148776 h 858497"/>
                <a:gd name="connsiteX113" fmla="*/ 1324303 w 1429845"/>
                <a:gd name="connsiteY113" fmla="*/ 723777 h 858497"/>
                <a:gd name="connsiteX114" fmla="*/ 1324303 w 1429845"/>
                <a:gd name="connsiteY114" fmla="*/ 731898 h 858497"/>
                <a:gd name="connsiteX115" fmla="*/ 1344080 w 1429845"/>
                <a:gd name="connsiteY115" fmla="*/ 712050 h 858497"/>
                <a:gd name="connsiteX116" fmla="*/ 1379528 w 1429845"/>
                <a:gd name="connsiteY116" fmla="*/ 676482 h 858497"/>
                <a:gd name="connsiteX117" fmla="*/ 1389322 w 1429845"/>
                <a:gd name="connsiteY117" fmla="*/ 676093 h 858497"/>
                <a:gd name="connsiteX118" fmla="*/ 1429377 w 1429845"/>
                <a:gd name="connsiteY118" fmla="*/ 714835 h 858497"/>
                <a:gd name="connsiteX119" fmla="*/ 1429845 w 1429845"/>
                <a:gd name="connsiteY119" fmla="*/ 723109 h 858497"/>
                <a:gd name="connsiteX120" fmla="*/ 1424922 w 1429845"/>
                <a:gd name="connsiteY120" fmla="*/ 726794 h 858497"/>
                <a:gd name="connsiteX121" fmla="*/ 1297429 w 1429845"/>
                <a:gd name="connsiteY121" fmla="*/ 854223 h 858497"/>
                <a:gd name="connsiteX122" fmla="*/ 1286019 w 1429845"/>
                <a:gd name="connsiteY122" fmla="*/ 854340 h 858497"/>
                <a:gd name="connsiteX123" fmla="*/ 1155815 w 1429845"/>
                <a:gd name="connsiteY123" fmla="*/ 724293 h 858497"/>
                <a:gd name="connsiteX124" fmla="*/ 1155615 w 1429845"/>
                <a:gd name="connsiteY124" fmla="*/ 713148 h 858497"/>
                <a:gd name="connsiteX125" fmla="*/ 1192497 w 1429845"/>
                <a:gd name="connsiteY125" fmla="*/ 676317 h 858497"/>
                <a:gd name="connsiteX126" fmla="*/ 1203476 w 1429845"/>
                <a:gd name="connsiteY126" fmla="*/ 676251 h 858497"/>
                <a:gd name="connsiteX127" fmla="*/ 1256655 w 1429845"/>
                <a:gd name="connsiteY127" fmla="*/ 729758 h 858497"/>
                <a:gd name="connsiteX128" fmla="*/ 1256847 w 1429845"/>
                <a:gd name="connsiteY128" fmla="*/ 730038 h 858497"/>
                <a:gd name="connsiteX129" fmla="*/ 1257666 w 1429845"/>
                <a:gd name="connsiteY129" fmla="*/ 722793 h 858497"/>
                <a:gd name="connsiteX130" fmla="*/ 1258093 w 1429845"/>
                <a:gd name="connsiteY130" fmla="*/ 361114 h 858497"/>
                <a:gd name="connsiteX131" fmla="*/ 1258814 w 1429845"/>
                <a:gd name="connsiteY131" fmla="*/ 360634 h 858497"/>
                <a:gd name="connsiteX132" fmla="*/ 1258814 w 1429845"/>
                <a:gd name="connsiteY132" fmla="*/ 360307 h 858497"/>
                <a:gd name="connsiteX133" fmla="*/ 1257892 w 1429845"/>
                <a:gd name="connsiteY133" fmla="*/ 359321 h 858497"/>
                <a:gd name="connsiteX134" fmla="*/ 1257979 w 1429845"/>
                <a:gd name="connsiteY134" fmla="*/ 309347 h 858497"/>
                <a:gd name="connsiteX135" fmla="*/ 1257935 w 1429845"/>
                <a:gd name="connsiteY135" fmla="*/ 307777 h 858497"/>
                <a:gd name="connsiteX136" fmla="*/ 1257901 w 1429845"/>
                <a:gd name="connsiteY136" fmla="*/ 306535 h 858497"/>
                <a:gd name="connsiteX137" fmla="*/ 1258061 w 1429845"/>
                <a:gd name="connsiteY137" fmla="*/ 256361 h 858497"/>
                <a:gd name="connsiteX138" fmla="*/ 1258154 w 1429845"/>
                <a:gd name="connsiteY138" fmla="*/ 252075 h 858497"/>
                <a:gd name="connsiteX139" fmla="*/ 1258091 w 1429845"/>
                <a:gd name="connsiteY139" fmla="*/ 216607 h 858497"/>
                <a:gd name="connsiteX140" fmla="*/ 1258897 w 1429845"/>
                <a:gd name="connsiteY140" fmla="*/ 216023 h 858497"/>
                <a:gd name="connsiteX141" fmla="*/ 1257823 w 1429845"/>
                <a:gd name="connsiteY141" fmla="*/ 216023 h 858497"/>
                <a:gd name="connsiteX142" fmla="*/ 1257823 w 1429845"/>
                <a:gd name="connsiteY142" fmla="*/ 178321 h 858497"/>
                <a:gd name="connsiteX143" fmla="*/ 1257918 w 1429845"/>
                <a:gd name="connsiteY143" fmla="*/ 178321 h 858497"/>
                <a:gd name="connsiteX144" fmla="*/ 1257918 w 1429845"/>
                <a:gd name="connsiteY144" fmla="*/ 111984 h 858497"/>
                <a:gd name="connsiteX145" fmla="*/ 1258815 w 1429845"/>
                <a:gd name="connsiteY145" fmla="*/ 111984 h 858497"/>
                <a:gd name="connsiteX146" fmla="*/ 1258815 w 1429845"/>
                <a:gd name="connsiteY146" fmla="*/ 178321 h 858497"/>
                <a:gd name="connsiteX147" fmla="*/ 1258911 w 1429845"/>
                <a:gd name="connsiteY147" fmla="*/ 178321 h 858497"/>
                <a:gd name="connsiteX148" fmla="*/ 1258910 w 1429845"/>
                <a:gd name="connsiteY148" fmla="*/ 177727 h 858497"/>
                <a:gd name="connsiteX149" fmla="*/ 1258859 w 1429845"/>
                <a:gd name="connsiteY149" fmla="*/ 111709 h 858497"/>
                <a:gd name="connsiteX150" fmla="*/ 1259674 w 1429845"/>
                <a:gd name="connsiteY150" fmla="*/ 104746 h 858497"/>
                <a:gd name="connsiteX151" fmla="*/ 1288163 w 1429845"/>
                <a:gd name="connsiteY151" fmla="*/ 104309 h 858497"/>
                <a:gd name="connsiteX152" fmla="*/ 1297408 w 1429845"/>
                <a:gd name="connsiteY152" fmla="*/ 104242 h 858497"/>
                <a:gd name="connsiteX153" fmla="*/ 1259246 w 1429845"/>
                <a:gd name="connsiteY153" fmla="*/ 104242 h 858497"/>
                <a:gd name="connsiteX154" fmla="*/ 1259246 w 1429845"/>
                <a:gd name="connsiteY154" fmla="*/ 100467 h 858497"/>
                <a:gd name="connsiteX155" fmla="*/ 1259241 w 1429845"/>
                <a:gd name="connsiteY155" fmla="*/ 100467 h 858497"/>
                <a:gd name="connsiteX156" fmla="*/ 1259241 w 1429845"/>
                <a:gd name="connsiteY156" fmla="*/ 97960 h 858497"/>
                <a:gd name="connsiteX157" fmla="*/ 1259092 w 1429845"/>
                <a:gd name="connsiteY157" fmla="*/ 97960 h 858497"/>
                <a:gd name="connsiteX158" fmla="*/ 1259092 w 1429845"/>
                <a:gd name="connsiteY158" fmla="*/ 96693 h 858497"/>
                <a:gd name="connsiteX159" fmla="*/ 1259176 w 1429845"/>
                <a:gd name="connsiteY159" fmla="*/ 96693 h 858497"/>
                <a:gd name="connsiteX160" fmla="*/ 419601 w 1429845"/>
                <a:gd name="connsiteY160" fmla="*/ 36545 h 858497"/>
                <a:gd name="connsiteX161" fmla="*/ 386161 w 1429845"/>
                <a:gd name="connsiteY161" fmla="*/ 118960 h 858497"/>
                <a:gd name="connsiteX162" fmla="*/ 452210 w 1429845"/>
                <a:gd name="connsiteY162" fmla="*/ 117918 h 858497"/>
                <a:gd name="connsiteX163" fmla="*/ 419601 w 1429845"/>
                <a:gd name="connsiteY163" fmla="*/ 36545 h 858497"/>
                <a:gd name="connsiteX164" fmla="*/ 584612 w 1429845"/>
                <a:gd name="connsiteY164" fmla="*/ 34868 h 858497"/>
                <a:gd name="connsiteX165" fmla="*/ 584612 w 1429845"/>
                <a:gd name="connsiteY165" fmla="*/ 97944 h 858497"/>
                <a:gd name="connsiteX166" fmla="*/ 627567 w 1429845"/>
                <a:gd name="connsiteY166" fmla="*/ 98008 h 858497"/>
                <a:gd name="connsiteX167" fmla="*/ 664628 w 1429845"/>
                <a:gd name="connsiteY167" fmla="*/ 81831 h 858497"/>
                <a:gd name="connsiteX168" fmla="*/ 646052 w 1429845"/>
                <a:gd name="connsiteY168" fmla="*/ 37496 h 858497"/>
                <a:gd name="connsiteX169" fmla="*/ 584612 w 1429845"/>
                <a:gd name="connsiteY169" fmla="*/ 34868 h 858497"/>
                <a:gd name="connsiteX170" fmla="*/ 735026 w 1429845"/>
                <a:gd name="connsiteY170" fmla="*/ 5344 h 858497"/>
                <a:gd name="connsiteX171" fmla="*/ 879176 w 1429845"/>
                <a:gd name="connsiteY171" fmla="*/ 5344 h 858497"/>
                <a:gd name="connsiteX172" fmla="*/ 879176 w 1429845"/>
                <a:gd name="connsiteY172" fmla="*/ 33640 h 858497"/>
                <a:gd name="connsiteX173" fmla="*/ 771945 w 1429845"/>
                <a:gd name="connsiteY173" fmla="*/ 33640 h 858497"/>
                <a:gd name="connsiteX174" fmla="*/ 771945 w 1429845"/>
                <a:gd name="connsiteY174" fmla="*/ 82578 h 858497"/>
                <a:gd name="connsiteX175" fmla="*/ 871576 w 1429845"/>
                <a:gd name="connsiteY175" fmla="*/ 82578 h 858497"/>
                <a:gd name="connsiteX176" fmla="*/ 871576 w 1429845"/>
                <a:gd name="connsiteY176" fmla="*/ 112894 h 858497"/>
                <a:gd name="connsiteX177" fmla="*/ 771786 w 1429845"/>
                <a:gd name="connsiteY177" fmla="*/ 112894 h 858497"/>
                <a:gd name="connsiteX178" fmla="*/ 771786 w 1429845"/>
                <a:gd name="connsiteY178" fmla="*/ 163083 h 858497"/>
                <a:gd name="connsiteX179" fmla="*/ 879050 w 1429845"/>
                <a:gd name="connsiteY179" fmla="*/ 163083 h 858497"/>
                <a:gd name="connsiteX180" fmla="*/ 879050 w 1429845"/>
                <a:gd name="connsiteY180" fmla="*/ 193006 h 858497"/>
                <a:gd name="connsiteX181" fmla="*/ 735026 w 1429845"/>
                <a:gd name="connsiteY181" fmla="*/ 193006 h 858497"/>
                <a:gd name="connsiteX182" fmla="*/ 735026 w 1429845"/>
                <a:gd name="connsiteY182" fmla="*/ 172073 h 858497"/>
                <a:gd name="connsiteX183" fmla="*/ 735026 w 1429845"/>
                <a:gd name="connsiteY183" fmla="*/ 5344 h 858497"/>
                <a:gd name="connsiteX184" fmla="*/ 400714 w 1429845"/>
                <a:gd name="connsiteY184" fmla="*/ 5098 h 858497"/>
                <a:gd name="connsiteX185" fmla="*/ 439647 w 1429845"/>
                <a:gd name="connsiteY185" fmla="*/ 5113 h 858497"/>
                <a:gd name="connsiteX186" fmla="*/ 444587 w 1429845"/>
                <a:gd name="connsiteY186" fmla="*/ 8304 h 858497"/>
                <a:gd name="connsiteX187" fmla="*/ 485522 w 1429845"/>
                <a:gd name="connsiteY187" fmla="*/ 106515 h 858497"/>
                <a:gd name="connsiteX188" fmla="*/ 519618 w 1429845"/>
                <a:gd name="connsiteY188" fmla="*/ 188537 h 858497"/>
                <a:gd name="connsiteX189" fmla="*/ 520347 w 1429845"/>
                <a:gd name="connsiteY189" fmla="*/ 193429 h 858497"/>
                <a:gd name="connsiteX190" fmla="*/ 484986 w 1429845"/>
                <a:gd name="connsiteY190" fmla="*/ 193253 h 858497"/>
                <a:gd name="connsiteX191" fmla="*/ 481264 w 1429845"/>
                <a:gd name="connsiteY191" fmla="*/ 189385 h 858497"/>
                <a:gd name="connsiteX192" fmla="*/ 466282 w 1429845"/>
                <a:gd name="connsiteY192" fmla="*/ 152798 h 858497"/>
                <a:gd name="connsiteX193" fmla="*/ 459844 w 1429845"/>
                <a:gd name="connsiteY193" fmla="*/ 148113 h 858497"/>
                <a:gd name="connsiteX194" fmla="*/ 404577 w 1429845"/>
                <a:gd name="connsiteY194" fmla="*/ 148202 h 858497"/>
                <a:gd name="connsiteX195" fmla="*/ 380088 w 1429845"/>
                <a:gd name="connsiteY195" fmla="*/ 148102 h 858497"/>
                <a:gd name="connsiteX196" fmla="*/ 372773 w 1429845"/>
                <a:gd name="connsiteY196" fmla="*/ 152717 h 858497"/>
                <a:gd name="connsiteX197" fmla="*/ 359432 w 1429845"/>
                <a:gd name="connsiteY197" fmla="*/ 186701 h 858497"/>
                <a:gd name="connsiteX198" fmla="*/ 349889 w 1429845"/>
                <a:gd name="connsiteY198" fmla="*/ 193603 h 858497"/>
                <a:gd name="connsiteX199" fmla="*/ 318710 w 1429845"/>
                <a:gd name="connsiteY199" fmla="*/ 193437 h 858497"/>
                <a:gd name="connsiteX200" fmla="*/ 345062 w 1429845"/>
                <a:gd name="connsiteY200" fmla="*/ 130359 h 858497"/>
                <a:gd name="connsiteX201" fmla="*/ 382342 w 1429845"/>
                <a:gd name="connsiteY201" fmla="*/ 40417 h 858497"/>
                <a:gd name="connsiteX202" fmla="*/ 396223 w 1429845"/>
                <a:gd name="connsiteY202" fmla="*/ 7978 h 858497"/>
                <a:gd name="connsiteX203" fmla="*/ 400714 w 1429845"/>
                <a:gd name="connsiteY203" fmla="*/ 5098 h 858497"/>
                <a:gd name="connsiteX204" fmla="*/ 548271 w 1429845"/>
                <a:gd name="connsiteY204" fmla="*/ 4967 h 858497"/>
                <a:gd name="connsiteX205" fmla="*/ 560123 w 1429845"/>
                <a:gd name="connsiteY205" fmla="*/ 4967 h 858497"/>
                <a:gd name="connsiteX206" fmla="*/ 639851 w 1429845"/>
                <a:gd name="connsiteY206" fmla="*/ 5057 h 858497"/>
                <a:gd name="connsiteX207" fmla="*/ 688949 w 1429845"/>
                <a:gd name="connsiteY207" fmla="*/ 23813 h 858497"/>
                <a:gd name="connsiteX208" fmla="*/ 704635 w 1429845"/>
                <a:gd name="connsiteY208" fmla="*/ 54667 h 858497"/>
                <a:gd name="connsiteX209" fmla="*/ 700286 w 1429845"/>
                <a:gd name="connsiteY209" fmla="*/ 91012 h 858497"/>
                <a:gd name="connsiteX210" fmla="*/ 668091 w 1429845"/>
                <a:gd name="connsiteY210" fmla="*/ 121677 h 858497"/>
                <a:gd name="connsiteX211" fmla="*/ 617342 w 1429845"/>
                <a:gd name="connsiteY211" fmla="*/ 129362 h 858497"/>
                <a:gd name="connsiteX212" fmla="*/ 584272 w 1429845"/>
                <a:gd name="connsiteY212" fmla="*/ 129358 h 858497"/>
                <a:gd name="connsiteX213" fmla="*/ 584272 w 1429845"/>
                <a:gd name="connsiteY213" fmla="*/ 193163 h 858497"/>
                <a:gd name="connsiteX214" fmla="*/ 548271 w 1429845"/>
                <a:gd name="connsiteY214" fmla="*/ 193163 h 858497"/>
                <a:gd name="connsiteX215" fmla="*/ 548271 w 1429845"/>
                <a:gd name="connsiteY215" fmla="*/ 4967 h 858497"/>
                <a:gd name="connsiteX216" fmla="*/ 1053240 w 1429845"/>
                <a:gd name="connsiteY216" fmla="*/ 4758 h 858497"/>
                <a:gd name="connsiteX217" fmla="*/ 1087240 w 1429845"/>
                <a:gd name="connsiteY217" fmla="*/ 4967 h 858497"/>
                <a:gd name="connsiteX218" fmla="*/ 1017644 w 1429845"/>
                <a:gd name="connsiteY218" fmla="*/ 95415 h 858497"/>
                <a:gd name="connsiteX219" fmla="*/ 1092551 w 1429845"/>
                <a:gd name="connsiteY219" fmla="*/ 192859 h 858497"/>
                <a:gd name="connsiteX220" fmla="*/ 1087342 w 1429845"/>
                <a:gd name="connsiteY220" fmla="*/ 193414 h 858497"/>
                <a:gd name="connsiteX221" fmla="*/ 1054060 w 1429845"/>
                <a:gd name="connsiteY221" fmla="*/ 193605 h 858497"/>
                <a:gd name="connsiteX222" fmla="*/ 1043428 w 1429845"/>
                <a:gd name="connsiteY222" fmla="*/ 188356 h 858497"/>
                <a:gd name="connsiteX223" fmla="*/ 995893 w 1429845"/>
                <a:gd name="connsiteY223" fmla="*/ 121412 h 858497"/>
                <a:gd name="connsiteX224" fmla="*/ 978838 w 1429845"/>
                <a:gd name="connsiteY224" fmla="*/ 144130 h 858497"/>
                <a:gd name="connsiteX225" fmla="*/ 944674 w 1429845"/>
                <a:gd name="connsiteY225" fmla="*/ 191179 h 858497"/>
                <a:gd name="connsiteX226" fmla="*/ 940738 w 1429845"/>
                <a:gd name="connsiteY226" fmla="*/ 193337 h 858497"/>
                <a:gd name="connsiteX227" fmla="*/ 899757 w 1429845"/>
                <a:gd name="connsiteY227" fmla="*/ 193434 h 858497"/>
                <a:gd name="connsiteX228" fmla="*/ 944538 w 1429845"/>
                <a:gd name="connsiteY228" fmla="*/ 136453 h 858497"/>
                <a:gd name="connsiteX229" fmla="*/ 971958 w 1429845"/>
                <a:gd name="connsiteY229" fmla="*/ 100550 h 858497"/>
                <a:gd name="connsiteX230" fmla="*/ 972340 w 1429845"/>
                <a:gd name="connsiteY230" fmla="*/ 92300 h 858497"/>
                <a:gd name="connsiteX231" fmla="*/ 927422 w 1429845"/>
                <a:gd name="connsiteY231" fmla="*/ 34614 h 858497"/>
                <a:gd name="connsiteX232" fmla="*/ 905013 w 1429845"/>
                <a:gd name="connsiteY232" fmla="*/ 4984 h 858497"/>
                <a:gd name="connsiteX233" fmla="*/ 947940 w 1429845"/>
                <a:gd name="connsiteY233" fmla="*/ 5163 h 858497"/>
                <a:gd name="connsiteX234" fmla="*/ 953156 w 1429845"/>
                <a:gd name="connsiteY234" fmla="*/ 9068 h 858497"/>
                <a:gd name="connsiteX235" fmla="*/ 992689 w 1429845"/>
                <a:gd name="connsiteY235" fmla="*/ 65638 h 858497"/>
                <a:gd name="connsiteX236" fmla="*/ 996844 w 1429845"/>
                <a:gd name="connsiteY236" fmla="*/ 70219 h 858497"/>
                <a:gd name="connsiteX237" fmla="*/ 1037483 w 1429845"/>
                <a:gd name="connsiteY237" fmla="*/ 13241 h 858497"/>
                <a:gd name="connsiteX238" fmla="*/ 1053240 w 1429845"/>
                <a:gd name="connsiteY238" fmla="*/ 4758 h 858497"/>
                <a:gd name="connsiteX239" fmla="*/ 245662 w 1429845"/>
                <a:gd name="connsiteY239" fmla="*/ 2120 h 858497"/>
                <a:gd name="connsiteX240" fmla="*/ 288190 w 1429845"/>
                <a:gd name="connsiteY240" fmla="*/ 25073 h 858497"/>
                <a:gd name="connsiteX241" fmla="*/ 300367 w 1429845"/>
                <a:gd name="connsiteY241" fmla="*/ 41191 h 858497"/>
                <a:gd name="connsiteX242" fmla="*/ 298719 w 1429845"/>
                <a:gd name="connsiteY242" fmla="*/ 47115 h 858497"/>
                <a:gd name="connsiteX243" fmla="*/ 275800 w 1429845"/>
                <a:gd name="connsiteY243" fmla="*/ 64054 h 858497"/>
                <a:gd name="connsiteX244" fmla="*/ 242223 w 1429845"/>
                <a:gd name="connsiteY244" fmla="*/ 34086 h 858497"/>
                <a:gd name="connsiteX245" fmla="*/ 185003 w 1429845"/>
                <a:gd name="connsiteY245" fmla="*/ 44198 h 858497"/>
                <a:gd name="connsiteX246" fmla="*/ 161800 w 1429845"/>
                <a:gd name="connsiteY246" fmla="*/ 89013 h 858497"/>
                <a:gd name="connsiteX247" fmla="*/ 167367 w 1429845"/>
                <a:gd name="connsiteY247" fmla="*/ 130340 h 858497"/>
                <a:gd name="connsiteX248" fmla="*/ 209200 w 1429845"/>
                <a:gd name="connsiteY248" fmla="*/ 165729 h 858497"/>
                <a:gd name="connsiteX249" fmla="*/ 275196 w 1429845"/>
                <a:gd name="connsiteY249" fmla="*/ 137341 h 858497"/>
                <a:gd name="connsiteX250" fmla="*/ 280133 w 1429845"/>
                <a:gd name="connsiteY250" fmla="*/ 135284 h 858497"/>
                <a:gd name="connsiteX251" fmla="*/ 303006 w 1429845"/>
                <a:gd name="connsiteY251" fmla="*/ 152317 h 858497"/>
                <a:gd name="connsiteX252" fmla="*/ 244372 w 1429845"/>
                <a:gd name="connsiteY252" fmla="*/ 194770 h 858497"/>
                <a:gd name="connsiteX253" fmla="*/ 173002 w 1429845"/>
                <a:gd name="connsiteY253" fmla="*/ 186822 h 858497"/>
                <a:gd name="connsiteX254" fmla="*/ 127066 w 1429845"/>
                <a:gd name="connsiteY254" fmla="*/ 125042 h 858497"/>
                <a:gd name="connsiteX255" fmla="*/ 124390 w 1429845"/>
                <a:gd name="connsiteY255" fmla="*/ 93049 h 858497"/>
                <a:gd name="connsiteX256" fmla="*/ 149651 w 1429845"/>
                <a:gd name="connsiteY256" fmla="*/ 31681 h 858497"/>
                <a:gd name="connsiteX257" fmla="*/ 197357 w 1429845"/>
                <a:gd name="connsiteY257" fmla="*/ 3102 h 858497"/>
                <a:gd name="connsiteX258" fmla="*/ 245662 w 1429845"/>
                <a:gd name="connsiteY258" fmla="*/ 2120 h 85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1429845" h="858497">
                  <a:moveTo>
                    <a:pt x="1257425" y="730880"/>
                  </a:moveTo>
                  <a:lnTo>
                    <a:pt x="1257425" y="730880"/>
                  </a:lnTo>
                  <a:cubicBezTo>
                    <a:pt x="1257598" y="730976"/>
                    <a:pt x="1257823" y="730979"/>
                    <a:pt x="1258025" y="731023"/>
                  </a:cubicBezTo>
                  <a:cubicBezTo>
                    <a:pt x="1257823" y="730979"/>
                    <a:pt x="1257598" y="730976"/>
                    <a:pt x="1257425" y="730880"/>
                  </a:cubicBezTo>
                  <a:close/>
                  <a:moveTo>
                    <a:pt x="0" y="554037"/>
                  </a:moveTo>
                  <a:lnTo>
                    <a:pt x="1078897" y="554037"/>
                  </a:lnTo>
                  <a:lnTo>
                    <a:pt x="1078897" y="580423"/>
                  </a:lnTo>
                  <a:lnTo>
                    <a:pt x="0" y="580423"/>
                  </a:lnTo>
                  <a:close/>
                  <a:moveTo>
                    <a:pt x="1257821" y="359625"/>
                  </a:moveTo>
                  <a:cubicBezTo>
                    <a:pt x="1258190" y="359533"/>
                    <a:pt x="1258448" y="359786"/>
                    <a:pt x="1258814" y="360307"/>
                  </a:cubicBezTo>
                  <a:cubicBezTo>
                    <a:pt x="1258961" y="360536"/>
                    <a:pt x="1258441" y="360533"/>
                    <a:pt x="1258181" y="360530"/>
                  </a:cubicBezTo>
                  <a:cubicBezTo>
                    <a:pt x="1257920" y="360527"/>
                    <a:pt x="1257750" y="359928"/>
                    <a:pt x="1257821" y="359625"/>
                  </a:cubicBezTo>
                  <a:close/>
                  <a:moveTo>
                    <a:pt x="584251" y="311541"/>
                  </a:moveTo>
                  <a:cubicBezTo>
                    <a:pt x="584251" y="328160"/>
                    <a:pt x="584251" y="344025"/>
                    <a:pt x="584251" y="361140"/>
                  </a:cubicBezTo>
                  <a:cubicBezTo>
                    <a:pt x="584251" y="365452"/>
                    <a:pt x="584251" y="369763"/>
                    <a:pt x="584251" y="375555"/>
                  </a:cubicBezTo>
                  <a:cubicBezTo>
                    <a:pt x="604938" y="374283"/>
                    <a:pt x="624853" y="373889"/>
                    <a:pt x="644542" y="371573"/>
                  </a:cubicBezTo>
                  <a:cubicBezTo>
                    <a:pt x="658997" y="369872"/>
                    <a:pt x="667014" y="357759"/>
                    <a:pt x="668317" y="345596"/>
                  </a:cubicBezTo>
                  <a:cubicBezTo>
                    <a:pt x="669800" y="331750"/>
                    <a:pt x="661509" y="317362"/>
                    <a:pt x="647671" y="313983"/>
                  </a:cubicBezTo>
                  <a:cubicBezTo>
                    <a:pt x="643157" y="312881"/>
                    <a:pt x="638517" y="311729"/>
                    <a:pt x="633916" y="311651"/>
                  </a:cubicBezTo>
                  <a:cubicBezTo>
                    <a:pt x="617480" y="311370"/>
                    <a:pt x="601037" y="311541"/>
                    <a:pt x="584251" y="311541"/>
                  </a:cubicBezTo>
                  <a:close/>
                  <a:moveTo>
                    <a:pt x="425175" y="307717"/>
                  </a:moveTo>
                  <a:cubicBezTo>
                    <a:pt x="403863" y="302544"/>
                    <a:pt x="381893" y="312446"/>
                    <a:pt x="369647" y="328798"/>
                  </a:cubicBezTo>
                  <a:cubicBezTo>
                    <a:pt x="355285" y="347974"/>
                    <a:pt x="350918" y="369785"/>
                    <a:pt x="356859" y="393243"/>
                  </a:cubicBezTo>
                  <a:cubicBezTo>
                    <a:pt x="364367" y="422889"/>
                    <a:pt x="388573" y="446031"/>
                    <a:pt x="422378" y="442338"/>
                  </a:cubicBezTo>
                  <a:cubicBezTo>
                    <a:pt x="444054" y="439971"/>
                    <a:pt x="458697" y="428017"/>
                    <a:pt x="468441" y="409781"/>
                  </a:cubicBezTo>
                  <a:cubicBezTo>
                    <a:pt x="477156" y="393470"/>
                    <a:pt x="478380" y="375481"/>
                    <a:pt x="474568" y="357633"/>
                  </a:cubicBezTo>
                  <a:cubicBezTo>
                    <a:pt x="471122" y="341496"/>
                    <a:pt x="463129" y="327605"/>
                    <a:pt x="448554" y="317176"/>
                  </a:cubicBezTo>
                  <a:cubicBezTo>
                    <a:pt x="440778" y="313955"/>
                    <a:pt x="433257" y="309678"/>
                    <a:pt x="425175" y="307717"/>
                  </a:cubicBezTo>
                  <a:close/>
                  <a:moveTo>
                    <a:pt x="735026" y="280496"/>
                  </a:moveTo>
                  <a:cubicBezTo>
                    <a:pt x="783167" y="280496"/>
                    <a:pt x="830986" y="280496"/>
                    <a:pt x="879162" y="280496"/>
                  </a:cubicBezTo>
                  <a:cubicBezTo>
                    <a:pt x="879162" y="290243"/>
                    <a:pt x="879162" y="299953"/>
                    <a:pt x="879162" y="310253"/>
                  </a:cubicBezTo>
                  <a:cubicBezTo>
                    <a:pt x="843362" y="310253"/>
                    <a:pt x="807685" y="310253"/>
                    <a:pt x="771738" y="310253"/>
                  </a:cubicBezTo>
                  <a:cubicBezTo>
                    <a:pt x="771738" y="326682"/>
                    <a:pt x="771738" y="342525"/>
                    <a:pt x="771738" y="358965"/>
                  </a:cubicBezTo>
                  <a:cubicBezTo>
                    <a:pt x="804812" y="358965"/>
                    <a:pt x="837977" y="358965"/>
                    <a:pt x="871559" y="358965"/>
                  </a:cubicBezTo>
                  <a:cubicBezTo>
                    <a:pt x="871559" y="368838"/>
                    <a:pt x="871559" y="378131"/>
                    <a:pt x="871559" y="388024"/>
                  </a:cubicBezTo>
                  <a:cubicBezTo>
                    <a:pt x="838466" y="388024"/>
                    <a:pt x="805302" y="388024"/>
                    <a:pt x="771802" y="388024"/>
                  </a:cubicBezTo>
                  <a:cubicBezTo>
                    <a:pt x="771802" y="405444"/>
                    <a:pt x="771802" y="422272"/>
                    <a:pt x="771802" y="439474"/>
                  </a:cubicBezTo>
                  <a:cubicBezTo>
                    <a:pt x="807499" y="439474"/>
                    <a:pt x="843025" y="439474"/>
                    <a:pt x="879033" y="439474"/>
                  </a:cubicBezTo>
                  <a:cubicBezTo>
                    <a:pt x="879033" y="449119"/>
                    <a:pt x="879033" y="458415"/>
                    <a:pt x="879033" y="468157"/>
                  </a:cubicBezTo>
                  <a:cubicBezTo>
                    <a:pt x="831471" y="468157"/>
                    <a:pt x="783654" y="468157"/>
                    <a:pt x="735026" y="468157"/>
                  </a:cubicBezTo>
                  <a:cubicBezTo>
                    <a:pt x="735026" y="432591"/>
                    <a:pt x="735026" y="396881"/>
                    <a:pt x="735026" y="360543"/>
                  </a:cubicBezTo>
                  <a:cubicBezTo>
                    <a:pt x="735026" y="333564"/>
                    <a:pt x="735026" y="307214"/>
                    <a:pt x="735026" y="280496"/>
                  </a:cubicBezTo>
                  <a:close/>
                  <a:moveTo>
                    <a:pt x="552784" y="280143"/>
                  </a:moveTo>
                  <a:cubicBezTo>
                    <a:pt x="579378" y="280122"/>
                    <a:pt x="605990" y="279533"/>
                    <a:pt x="632559" y="280337"/>
                  </a:cubicBezTo>
                  <a:cubicBezTo>
                    <a:pt x="650346" y="280876"/>
                    <a:pt x="667990" y="283258"/>
                    <a:pt x="682947" y="294925"/>
                  </a:cubicBezTo>
                  <a:cubicBezTo>
                    <a:pt x="692684" y="302520"/>
                    <a:pt x="699598" y="311718"/>
                    <a:pt x="702595" y="323653"/>
                  </a:cubicBezTo>
                  <a:cubicBezTo>
                    <a:pt x="707171" y="341867"/>
                    <a:pt x="706240" y="359418"/>
                    <a:pt x="695167" y="375906"/>
                  </a:cubicBezTo>
                  <a:cubicBezTo>
                    <a:pt x="685090" y="390221"/>
                    <a:pt x="671288" y="398399"/>
                    <a:pt x="655039" y="401755"/>
                  </a:cubicBezTo>
                  <a:cubicBezTo>
                    <a:pt x="644819" y="403866"/>
                    <a:pt x="634137" y="404073"/>
                    <a:pt x="623639" y="404417"/>
                  </a:cubicBezTo>
                  <a:cubicBezTo>
                    <a:pt x="610722" y="404841"/>
                    <a:pt x="597780" y="404518"/>
                    <a:pt x="584476" y="404518"/>
                  </a:cubicBezTo>
                  <a:cubicBezTo>
                    <a:pt x="584476" y="425894"/>
                    <a:pt x="584476" y="446766"/>
                    <a:pt x="584476" y="468117"/>
                  </a:cubicBezTo>
                  <a:cubicBezTo>
                    <a:pt x="572309" y="468117"/>
                    <a:pt x="560500" y="468117"/>
                    <a:pt x="548255" y="468117"/>
                  </a:cubicBezTo>
                  <a:cubicBezTo>
                    <a:pt x="548255" y="405875"/>
                    <a:pt x="548255" y="343388"/>
                    <a:pt x="548255" y="280461"/>
                  </a:cubicBezTo>
                  <a:cubicBezTo>
                    <a:pt x="549603" y="280362"/>
                    <a:pt x="551194" y="280144"/>
                    <a:pt x="552784" y="280143"/>
                  </a:cubicBezTo>
                  <a:close/>
                  <a:moveTo>
                    <a:pt x="1087828" y="280131"/>
                  </a:moveTo>
                  <a:cubicBezTo>
                    <a:pt x="1082223" y="287433"/>
                    <a:pt x="1077328" y="293797"/>
                    <a:pt x="1072446" y="300171"/>
                  </a:cubicBezTo>
                  <a:cubicBezTo>
                    <a:pt x="1056167" y="321425"/>
                    <a:pt x="1039901" y="342687"/>
                    <a:pt x="1023598" y="363922"/>
                  </a:cubicBezTo>
                  <a:cubicBezTo>
                    <a:pt x="1022585" y="365241"/>
                    <a:pt x="1021314" y="366365"/>
                    <a:pt x="1020140" y="367556"/>
                  </a:cubicBezTo>
                  <a:cubicBezTo>
                    <a:pt x="1017719" y="370012"/>
                    <a:pt x="1018075" y="372281"/>
                    <a:pt x="1020113" y="374922"/>
                  </a:cubicBezTo>
                  <a:cubicBezTo>
                    <a:pt x="1033736" y="392579"/>
                    <a:pt x="1047194" y="410365"/>
                    <a:pt x="1060835" y="428009"/>
                  </a:cubicBezTo>
                  <a:cubicBezTo>
                    <a:pt x="1070221" y="440151"/>
                    <a:pt x="1079833" y="452118"/>
                    <a:pt x="1089288" y="464207"/>
                  </a:cubicBezTo>
                  <a:cubicBezTo>
                    <a:pt x="1090210" y="465386"/>
                    <a:pt x="1090739" y="466874"/>
                    <a:pt x="1091652" y="468597"/>
                  </a:cubicBezTo>
                  <a:cubicBezTo>
                    <a:pt x="1077560" y="468597"/>
                    <a:pt x="1064160" y="468699"/>
                    <a:pt x="1050765" y="468488"/>
                  </a:cubicBezTo>
                  <a:cubicBezTo>
                    <a:pt x="1048759" y="468456"/>
                    <a:pt x="1045986" y="467532"/>
                    <a:pt x="1044910" y="466048"/>
                  </a:cubicBezTo>
                  <a:cubicBezTo>
                    <a:pt x="1037138" y="455331"/>
                    <a:pt x="1029712" y="444363"/>
                    <a:pt x="1021848" y="433151"/>
                  </a:cubicBezTo>
                  <a:cubicBezTo>
                    <a:pt x="1012975" y="421134"/>
                    <a:pt x="1004430" y="409440"/>
                    <a:pt x="995600" y="397356"/>
                  </a:cubicBezTo>
                  <a:cubicBezTo>
                    <a:pt x="979475" y="419599"/>
                    <a:pt x="963395" y="441782"/>
                    <a:pt x="947313" y="463963"/>
                  </a:cubicBezTo>
                  <a:cubicBezTo>
                    <a:pt x="945167" y="466923"/>
                    <a:pt x="942801" y="468829"/>
                    <a:pt x="938601" y="468715"/>
                  </a:cubicBezTo>
                  <a:cubicBezTo>
                    <a:pt x="926326" y="468384"/>
                    <a:pt x="914036" y="468598"/>
                    <a:pt x="900687" y="468598"/>
                  </a:cubicBezTo>
                  <a:cubicBezTo>
                    <a:pt x="908449" y="458473"/>
                    <a:pt x="915577" y="449106"/>
                    <a:pt x="922780" y="439799"/>
                  </a:cubicBezTo>
                  <a:cubicBezTo>
                    <a:pt x="933436" y="426030"/>
                    <a:pt x="944148" y="412304"/>
                    <a:pt x="954833" y="398557"/>
                  </a:cubicBezTo>
                  <a:cubicBezTo>
                    <a:pt x="960217" y="391630"/>
                    <a:pt x="965491" y="384612"/>
                    <a:pt x="971017" y="377800"/>
                  </a:cubicBezTo>
                  <a:cubicBezTo>
                    <a:pt x="973984" y="374143"/>
                    <a:pt x="974884" y="371730"/>
                    <a:pt x="971272" y="367126"/>
                  </a:cubicBezTo>
                  <a:cubicBezTo>
                    <a:pt x="951093" y="341407"/>
                    <a:pt x="931526" y="315208"/>
                    <a:pt x="911730" y="289188"/>
                  </a:cubicBezTo>
                  <a:cubicBezTo>
                    <a:pt x="909703" y="286523"/>
                    <a:pt x="907552" y="283952"/>
                    <a:pt x="904497" y="280137"/>
                  </a:cubicBezTo>
                  <a:cubicBezTo>
                    <a:pt x="919998" y="280137"/>
                    <a:pt x="933758" y="279753"/>
                    <a:pt x="947460" y="280476"/>
                  </a:cubicBezTo>
                  <a:cubicBezTo>
                    <a:pt x="950063" y="280613"/>
                    <a:pt x="952828" y="284852"/>
                    <a:pt x="954850" y="287678"/>
                  </a:cubicBezTo>
                  <a:cubicBezTo>
                    <a:pt x="968599" y="306892"/>
                    <a:pt x="982170" y="326234"/>
                    <a:pt x="996335" y="346295"/>
                  </a:cubicBezTo>
                  <a:cubicBezTo>
                    <a:pt x="999756" y="341899"/>
                    <a:pt x="1002983" y="338036"/>
                    <a:pt x="1005903" y="333954"/>
                  </a:cubicBezTo>
                  <a:cubicBezTo>
                    <a:pt x="1017869" y="317226"/>
                    <a:pt x="1029692" y="300396"/>
                    <a:pt x="1041731" y="283721"/>
                  </a:cubicBezTo>
                  <a:cubicBezTo>
                    <a:pt x="1042897" y="282107"/>
                    <a:pt x="1045172" y="280328"/>
                    <a:pt x="1046969" y="280288"/>
                  </a:cubicBezTo>
                  <a:cubicBezTo>
                    <a:pt x="1060107" y="279997"/>
                    <a:pt x="1073255" y="280131"/>
                    <a:pt x="1087828" y="280131"/>
                  </a:cubicBezTo>
                  <a:close/>
                  <a:moveTo>
                    <a:pt x="428193" y="276646"/>
                  </a:moveTo>
                  <a:cubicBezTo>
                    <a:pt x="459407" y="279902"/>
                    <a:pt x="483802" y="295296"/>
                    <a:pt x="500080" y="322715"/>
                  </a:cubicBezTo>
                  <a:cubicBezTo>
                    <a:pt x="508059" y="336154"/>
                    <a:pt x="511574" y="350615"/>
                    <a:pt x="512898" y="366167"/>
                  </a:cubicBezTo>
                  <a:cubicBezTo>
                    <a:pt x="514104" y="380331"/>
                    <a:pt x="512066" y="393797"/>
                    <a:pt x="508549" y="407773"/>
                  </a:cubicBezTo>
                  <a:cubicBezTo>
                    <a:pt x="495558" y="442097"/>
                    <a:pt x="472238" y="463826"/>
                    <a:pt x="436273" y="471169"/>
                  </a:cubicBezTo>
                  <a:cubicBezTo>
                    <a:pt x="404924" y="477571"/>
                    <a:pt x="376332" y="471447"/>
                    <a:pt x="351589" y="451151"/>
                  </a:cubicBezTo>
                  <a:cubicBezTo>
                    <a:pt x="333384" y="436219"/>
                    <a:pt x="322507" y="416550"/>
                    <a:pt x="319126" y="393008"/>
                  </a:cubicBezTo>
                  <a:cubicBezTo>
                    <a:pt x="316424" y="374199"/>
                    <a:pt x="317084" y="355740"/>
                    <a:pt x="324099" y="337772"/>
                  </a:cubicBezTo>
                  <a:cubicBezTo>
                    <a:pt x="332048" y="317411"/>
                    <a:pt x="345338" y="301695"/>
                    <a:pt x="363744" y="289936"/>
                  </a:cubicBezTo>
                  <a:cubicBezTo>
                    <a:pt x="383616" y="277242"/>
                    <a:pt x="405711" y="274302"/>
                    <a:pt x="428193" y="276646"/>
                  </a:cubicBezTo>
                  <a:close/>
                  <a:moveTo>
                    <a:pt x="114139" y="275558"/>
                  </a:moveTo>
                  <a:cubicBezTo>
                    <a:pt x="127957" y="275558"/>
                    <a:pt x="141441" y="275558"/>
                    <a:pt x="155801" y="275558"/>
                  </a:cubicBezTo>
                  <a:cubicBezTo>
                    <a:pt x="155801" y="299310"/>
                    <a:pt x="155801" y="323287"/>
                    <a:pt x="155801" y="347880"/>
                  </a:cubicBezTo>
                  <a:cubicBezTo>
                    <a:pt x="155801" y="350985"/>
                    <a:pt x="155801" y="353474"/>
                    <a:pt x="155801" y="356545"/>
                  </a:cubicBezTo>
                  <a:cubicBezTo>
                    <a:pt x="182551" y="356545"/>
                    <a:pt x="209016" y="356545"/>
                    <a:pt x="235845" y="356545"/>
                  </a:cubicBezTo>
                  <a:cubicBezTo>
                    <a:pt x="235845" y="368509"/>
                    <a:pt x="235845" y="379895"/>
                    <a:pt x="235845" y="391879"/>
                  </a:cubicBezTo>
                  <a:cubicBezTo>
                    <a:pt x="209316" y="391879"/>
                    <a:pt x="182851" y="391879"/>
                    <a:pt x="156021" y="391879"/>
                  </a:cubicBezTo>
                  <a:cubicBezTo>
                    <a:pt x="156021" y="419201"/>
                    <a:pt x="156021" y="445933"/>
                    <a:pt x="156021" y="473144"/>
                  </a:cubicBezTo>
                  <a:cubicBezTo>
                    <a:pt x="142184" y="473144"/>
                    <a:pt x="128702" y="473144"/>
                    <a:pt x="114622" y="473144"/>
                  </a:cubicBezTo>
                  <a:cubicBezTo>
                    <a:pt x="114622" y="446521"/>
                    <a:pt x="114622" y="419637"/>
                    <a:pt x="114622" y="392163"/>
                  </a:cubicBezTo>
                  <a:cubicBezTo>
                    <a:pt x="87993" y="392163"/>
                    <a:pt x="61947" y="392163"/>
                    <a:pt x="35544" y="392163"/>
                  </a:cubicBezTo>
                  <a:cubicBezTo>
                    <a:pt x="35544" y="380190"/>
                    <a:pt x="35544" y="368808"/>
                    <a:pt x="35544" y="356818"/>
                  </a:cubicBezTo>
                  <a:cubicBezTo>
                    <a:pt x="61709" y="356818"/>
                    <a:pt x="87754" y="356818"/>
                    <a:pt x="114139" y="356818"/>
                  </a:cubicBezTo>
                  <a:cubicBezTo>
                    <a:pt x="114139" y="329484"/>
                    <a:pt x="114139" y="302748"/>
                    <a:pt x="114139" y="275558"/>
                  </a:cubicBezTo>
                  <a:close/>
                  <a:moveTo>
                    <a:pt x="1259176" y="94182"/>
                  </a:moveTo>
                  <a:lnTo>
                    <a:pt x="1324175" y="94182"/>
                  </a:lnTo>
                  <a:lnTo>
                    <a:pt x="1324175" y="97886"/>
                  </a:lnTo>
                  <a:lnTo>
                    <a:pt x="1324200" y="97886"/>
                  </a:lnTo>
                  <a:lnTo>
                    <a:pt x="1324200" y="104242"/>
                  </a:lnTo>
                  <a:lnTo>
                    <a:pt x="1324129" y="104242"/>
                  </a:lnTo>
                  <a:lnTo>
                    <a:pt x="1324297" y="148776"/>
                  </a:lnTo>
                  <a:cubicBezTo>
                    <a:pt x="1324309" y="340443"/>
                    <a:pt x="1324304" y="532110"/>
                    <a:pt x="1324303" y="723777"/>
                  </a:cubicBezTo>
                  <a:cubicBezTo>
                    <a:pt x="1324303" y="725999"/>
                    <a:pt x="1324303" y="728220"/>
                    <a:pt x="1324303" y="731898"/>
                  </a:cubicBezTo>
                  <a:cubicBezTo>
                    <a:pt x="1331547" y="724627"/>
                    <a:pt x="1337807" y="718332"/>
                    <a:pt x="1344080" y="712050"/>
                  </a:cubicBezTo>
                  <a:cubicBezTo>
                    <a:pt x="1355908" y="700206"/>
                    <a:pt x="1367820" y="688444"/>
                    <a:pt x="1379528" y="676482"/>
                  </a:cubicBezTo>
                  <a:cubicBezTo>
                    <a:pt x="1382926" y="673012"/>
                    <a:pt x="1385482" y="672248"/>
                    <a:pt x="1389322" y="676093"/>
                  </a:cubicBezTo>
                  <a:cubicBezTo>
                    <a:pt x="1402361" y="689154"/>
                    <a:pt x="1415691" y="701925"/>
                    <a:pt x="1429377" y="714835"/>
                  </a:cubicBezTo>
                  <a:cubicBezTo>
                    <a:pt x="1429845" y="717429"/>
                    <a:pt x="1429845" y="719994"/>
                    <a:pt x="1429845" y="723109"/>
                  </a:cubicBezTo>
                  <a:cubicBezTo>
                    <a:pt x="1428191" y="724691"/>
                    <a:pt x="1426267" y="725452"/>
                    <a:pt x="1424922" y="726794"/>
                  </a:cubicBezTo>
                  <a:cubicBezTo>
                    <a:pt x="1382390" y="769236"/>
                    <a:pt x="1339914" y="811734"/>
                    <a:pt x="1297429" y="854223"/>
                  </a:cubicBezTo>
                  <a:cubicBezTo>
                    <a:pt x="1291756" y="859896"/>
                    <a:pt x="1291589" y="859909"/>
                    <a:pt x="1286019" y="854340"/>
                  </a:cubicBezTo>
                  <a:cubicBezTo>
                    <a:pt x="1242640" y="810968"/>
                    <a:pt x="1199315" y="767542"/>
                    <a:pt x="1155815" y="724293"/>
                  </a:cubicBezTo>
                  <a:cubicBezTo>
                    <a:pt x="1151629" y="720132"/>
                    <a:pt x="1151170" y="717429"/>
                    <a:pt x="1155615" y="713148"/>
                  </a:cubicBezTo>
                  <a:cubicBezTo>
                    <a:pt x="1168128" y="701098"/>
                    <a:pt x="1180314" y="688705"/>
                    <a:pt x="1192497" y="676317"/>
                  </a:cubicBezTo>
                  <a:cubicBezTo>
                    <a:pt x="1196335" y="672414"/>
                    <a:pt x="1199503" y="672238"/>
                    <a:pt x="1203476" y="676251"/>
                  </a:cubicBezTo>
                  <a:cubicBezTo>
                    <a:pt x="1221001" y="693950"/>
                    <a:pt x="1238696" y="711481"/>
                    <a:pt x="1256655" y="729758"/>
                  </a:cubicBezTo>
                  <a:lnTo>
                    <a:pt x="1256847" y="730038"/>
                  </a:lnTo>
                  <a:lnTo>
                    <a:pt x="1257666" y="722793"/>
                  </a:lnTo>
                  <a:cubicBezTo>
                    <a:pt x="1257727" y="602427"/>
                    <a:pt x="1257733" y="482061"/>
                    <a:pt x="1258093" y="361114"/>
                  </a:cubicBezTo>
                  <a:lnTo>
                    <a:pt x="1258814" y="360634"/>
                  </a:lnTo>
                  <a:lnTo>
                    <a:pt x="1258814" y="360307"/>
                  </a:lnTo>
                  <a:cubicBezTo>
                    <a:pt x="1258448" y="359786"/>
                    <a:pt x="1258190" y="359533"/>
                    <a:pt x="1257892" y="359321"/>
                  </a:cubicBezTo>
                  <a:cubicBezTo>
                    <a:pt x="1257828" y="342930"/>
                    <a:pt x="1257765" y="326538"/>
                    <a:pt x="1257979" y="309347"/>
                  </a:cubicBezTo>
                  <a:lnTo>
                    <a:pt x="1257935" y="307777"/>
                  </a:lnTo>
                  <a:lnTo>
                    <a:pt x="1257901" y="306535"/>
                  </a:lnTo>
                  <a:cubicBezTo>
                    <a:pt x="1257837" y="290154"/>
                    <a:pt x="1257774" y="273774"/>
                    <a:pt x="1258061" y="256361"/>
                  </a:cubicBezTo>
                  <a:lnTo>
                    <a:pt x="1258154" y="252075"/>
                  </a:lnTo>
                  <a:lnTo>
                    <a:pt x="1258091" y="216607"/>
                  </a:lnTo>
                  <a:lnTo>
                    <a:pt x="1258897" y="216023"/>
                  </a:lnTo>
                  <a:lnTo>
                    <a:pt x="1257823" y="216023"/>
                  </a:lnTo>
                  <a:lnTo>
                    <a:pt x="1257823" y="178321"/>
                  </a:lnTo>
                  <a:lnTo>
                    <a:pt x="1257918" y="178321"/>
                  </a:lnTo>
                  <a:lnTo>
                    <a:pt x="1257918" y="111984"/>
                  </a:lnTo>
                  <a:lnTo>
                    <a:pt x="1258815" y="111984"/>
                  </a:lnTo>
                  <a:lnTo>
                    <a:pt x="1258815" y="178321"/>
                  </a:lnTo>
                  <a:lnTo>
                    <a:pt x="1258911" y="178321"/>
                  </a:lnTo>
                  <a:lnTo>
                    <a:pt x="1258910" y="177727"/>
                  </a:lnTo>
                  <a:cubicBezTo>
                    <a:pt x="1258907" y="155331"/>
                    <a:pt x="1258883" y="133520"/>
                    <a:pt x="1258859" y="111709"/>
                  </a:cubicBezTo>
                  <a:cubicBezTo>
                    <a:pt x="1258909" y="109564"/>
                    <a:pt x="1258959" y="107419"/>
                    <a:pt x="1259674" y="104746"/>
                  </a:cubicBezTo>
                  <a:cubicBezTo>
                    <a:pt x="1269309" y="104483"/>
                    <a:pt x="1278778" y="104376"/>
                    <a:pt x="1288163" y="104309"/>
                  </a:cubicBezTo>
                  <a:lnTo>
                    <a:pt x="1297408" y="104242"/>
                  </a:lnTo>
                  <a:lnTo>
                    <a:pt x="1259246" y="104242"/>
                  </a:lnTo>
                  <a:lnTo>
                    <a:pt x="1259246" y="100467"/>
                  </a:lnTo>
                  <a:lnTo>
                    <a:pt x="1259241" y="100467"/>
                  </a:lnTo>
                  <a:lnTo>
                    <a:pt x="1259241" y="97960"/>
                  </a:lnTo>
                  <a:lnTo>
                    <a:pt x="1259092" y="97960"/>
                  </a:lnTo>
                  <a:lnTo>
                    <a:pt x="1259092" y="96693"/>
                  </a:lnTo>
                  <a:lnTo>
                    <a:pt x="1259176" y="96693"/>
                  </a:lnTo>
                  <a:close/>
                  <a:moveTo>
                    <a:pt x="419601" y="36545"/>
                  </a:moveTo>
                  <a:cubicBezTo>
                    <a:pt x="408002" y="65131"/>
                    <a:pt x="397084" y="92040"/>
                    <a:pt x="386161" y="118960"/>
                  </a:cubicBezTo>
                  <a:cubicBezTo>
                    <a:pt x="408467" y="118960"/>
                    <a:pt x="430192" y="118960"/>
                    <a:pt x="452210" y="117918"/>
                  </a:cubicBezTo>
                  <a:cubicBezTo>
                    <a:pt x="441490" y="91168"/>
                    <a:pt x="430770" y="64418"/>
                    <a:pt x="419601" y="36545"/>
                  </a:cubicBezTo>
                  <a:close/>
                  <a:moveTo>
                    <a:pt x="584612" y="34868"/>
                  </a:moveTo>
                  <a:cubicBezTo>
                    <a:pt x="584612" y="56365"/>
                    <a:pt x="584612" y="76961"/>
                    <a:pt x="584612" y="97944"/>
                  </a:cubicBezTo>
                  <a:cubicBezTo>
                    <a:pt x="599169" y="97944"/>
                    <a:pt x="613374" y="97713"/>
                    <a:pt x="627567" y="98008"/>
                  </a:cubicBezTo>
                  <a:cubicBezTo>
                    <a:pt x="642154" y="98312"/>
                    <a:pt x="654730" y="94325"/>
                    <a:pt x="664628" y="81831"/>
                  </a:cubicBezTo>
                  <a:cubicBezTo>
                    <a:pt x="673703" y="65279"/>
                    <a:pt x="666379" y="42237"/>
                    <a:pt x="646052" y="37496"/>
                  </a:cubicBezTo>
                  <a:cubicBezTo>
                    <a:pt x="625631" y="32734"/>
                    <a:pt x="605146" y="36618"/>
                    <a:pt x="584612" y="34868"/>
                  </a:cubicBezTo>
                  <a:close/>
                  <a:moveTo>
                    <a:pt x="735026" y="5344"/>
                  </a:moveTo>
                  <a:cubicBezTo>
                    <a:pt x="783200" y="5344"/>
                    <a:pt x="831016" y="5344"/>
                    <a:pt x="879176" y="5344"/>
                  </a:cubicBezTo>
                  <a:cubicBezTo>
                    <a:pt x="879176" y="14684"/>
                    <a:pt x="879176" y="23975"/>
                    <a:pt x="879176" y="33640"/>
                  </a:cubicBezTo>
                  <a:cubicBezTo>
                    <a:pt x="843478" y="33640"/>
                    <a:pt x="807952" y="33640"/>
                    <a:pt x="771945" y="33640"/>
                  </a:cubicBezTo>
                  <a:cubicBezTo>
                    <a:pt x="771945" y="49992"/>
                    <a:pt x="771945" y="65986"/>
                    <a:pt x="771945" y="82578"/>
                  </a:cubicBezTo>
                  <a:cubicBezTo>
                    <a:pt x="804847" y="82578"/>
                    <a:pt x="838011" y="82578"/>
                    <a:pt x="871576" y="82578"/>
                  </a:cubicBezTo>
                  <a:cubicBezTo>
                    <a:pt x="871576" y="92873"/>
                    <a:pt x="871576" y="102584"/>
                    <a:pt x="871576" y="112894"/>
                  </a:cubicBezTo>
                  <a:cubicBezTo>
                    <a:pt x="838434" y="112894"/>
                    <a:pt x="805270" y="112894"/>
                    <a:pt x="771786" y="112894"/>
                  </a:cubicBezTo>
                  <a:cubicBezTo>
                    <a:pt x="771786" y="129896"/>
                    <a:pt x="771786" y="146305"/>
                    <a:pt x="771786" y="163083"/>
                  </a:cubicBezTo>
                  <a:cubicBezTo>
                    <a:pt x="807530" y="163083"/>
                    <a:pt x="843056" y="163083"/>
                    <a:pt x="879050" y="163083"/>
                  </a:cubicBezTo>
                  <a:cubicBezTo>
                    <a:pt x="879050" y="173142"/>
                    <a:pt x="879050" y="182856"/>
                    <a:pt x="879050" y="193006"/>
                  </a:cubicBezTo>
                  <a:cubicBezTo>
                    <a:pt x="831441" y="193006"/>
                    <a:pt x="783621" y="193006"/>
                    <a:pt x="735026" y="193006"/>
                  </a:cubicBezTo>
                  <a:cubicBezTo>
                    <a:pt x="735026" y="186343"/>
                    <a:pt x="735026" y="179522"/>
                    <a:pt x="735026" y="172073"/>
                  </a:cubicBezTo>
                  <a:cubicBezTo>
                    <a:pt x="735026" y="116203"/>
                    <a:pt x="735026" y="60962"/>
                    <a:pt x="735026" y="5344"/>
                  </a:cubicBezTo>
                  <a:close/>
                  <a:moveTo>
                    <a:pt x="400714" y="5098"/>
                  </a:moveTo>
                  <a:cubicBezTo>
                    <a:pt x="413689" y="4869"/>
                    <a:pt x="426673" y="4847"/>
                    <a:pt x="439647" y="5113"/>
                  </a:cubicBezTo>
                  <a:cubicBezTo>
                    <a:pt x="441359" y="5148"/>
                    <a:pt x="443941" y="6771"/>
                    <a:pt x="444587" y="8304"/>
                  </a:cubicBezTo>
                  <a:cubicBezTo>
                    <a:pt x="458363" y="40986"/>
                    <a:pt x="471909" y="73764"/>
                    <a:pt x="485522" y="106515"/>
                  </a:cubicBezTo>
                  <a:cubicBezTo>
                    <a:pt x="496886" y="133856"/>
                    <a:pt x="508293" y="161180"/>
                    <a:pt x="519618" y="188537"/>
                  </a:cubicBezTo>
                  <a:cubicBezTo>
                    <a:pt x="520145" y="189811"/>
                    <a:pt x="520055" y="191341"/>
                    <a:pt x="520347" y="193429"/>
                  </a:cubicBezTo>
                  <a:cubicBezTo>
                    <a:pt x="508302" y="193429"/>
                    <a:pt x="496639" y="193555"/>
                    <a:pt x="484986" y="193253"/>
                  </a:cubicBezTo>
                  <a:cubicBezTo>
                    <a:pt x="483687" y="193219"/>
                    <a:pt x="481940" y="190972"/>
                    <a:pt x="481264" y="189385"/>
                  </a:cubicBezTo>
                  <a:cubicBezTo>
                    <a:pt x="476103" y="177258"/>
                    <a:pt x="470933" y="165124"/>
                    <a:pt x="466282" y="152798"/>
                  </a:cubicBezTo>
                  <a:cubicBezTo>
                    <a:pt x="464961" y="149295"/>
                    <a:pt x="463579" y="148072"/>
                    <a:pt x="459844" y="148113"/>
                  </a:cubicBezTo>
                  <a:cubicBezTo>
                    <a:pt x="441633" y="148310"/>
                    <a:pt x="423419" y="148202"/>
                    <a:pt x="404577" y="148202"/>
                  </a:cubicBezTo>
                  <a:cubicBezTo>
                    <a:pt x="395994" y="148202"/>
                    <a:pt x="388029" y="148433"/>
                    <a:pt x="380088" y="148102"/>
                  </a:cubicBezTo>
                  <a:cubicBezTo>
                    <a:pt x="376239" y="147942"/>
                    <a:pt x="374172" y="149008"/>
                    <a:pt x="372773" y="152717"/>
                  </a:cubicBezTo>
                  <a:cubicBezTo>
                    <a:pt x="368480" y="164103"/>
                    <a:pt x="363676" y="175297"/>
                    <a:pt x="359432" y="186701"/>
                  </a:cubicBezTo>
                  <a:cubicBezTo>
                    <a:pt x="357677" y="191418"/>
                    <a:pt x="355610" y="193940"/>
                    <a:pt x="349889" y="193603"/>
                  </a:cubicBezTo>
                  <a:cubicBezTo>
                    <a:pt x="339764" y="193009"/>
                    <a:pt x="329580" y="193437"/>
                    <a:pt x="318710" y="193437"/>
                  </a:cubicBezTo>
                  <a:cubicBezTo>
                    <a:pt x="327728" y="171860"/>
                    <a:pt x="336434" y="151126"/>
                    <a:pt x="345062" y="130359"/>
                  </a:cubicBezTo>
                  <a:cubicBezTo>
                    <a:pt x="357514" y="100389"/>
                    <a:pt x="369887" y="70386"/>
                    <a:pt x="382342" y="40417"/>
                  </a:cubicBezTo>
                  <a:cubicBezTo>
                    <a:pt x="386855" y="29555"/>
                    <a:pt x="391406" y="18706"/>
                    <a:pt x="396223" y="7978"/>
                  </a:cubicBezTo>
                  <a:cubicBezTo>
                    <a:pt x="396849" y="6584"/>
                    <a:pt x="399159" y="5126"/>
                    <a:pt x="400714" y="5098"/>
                  </a:cubicBezTo>
                  <a:close/>
                  <a:moveTo>
                    <a:pt x="548271" y="4967"/>
                  </a:moveTo>
                  <a:cubicBezTo>
                    <a:pt x="552276" y="4967"/>
                    <a:pt x="556199" y="4967"/>
                    <a:pt x="560123" y="4967"/>
                  </a:cubicBezTo>
                  <a:cubicBezTo>
                    <a:pt x="586699" y="4967"/>
                    <a:pt x="613280" y="4702"/>
                    <a:pt x="639851" y="5057"/>
                  </a:cubicBezTo>
                  <a:cubicBezTo>
                    <a:pt x="658364" y="5305"/>
                    <a:pt x="675410" y="10877"/>
                    <a:pt x="688949" y="23813"/>
                  </a:cubicBezTo>
                  <a:cubicBezTo>
                    <a:pt x="697380" y="31869"/>
                    <a:pt x="702509" y="42368"/>
                    <a:pt x="704635" y="54667"/>
                  </a:cubicBezTo>
                  <a:cubicBezTo>
                    <a:pt x="704667" y="67301"/>
                    <a:pt x="705718" y="79333"/>
                    <a:pt x="700286" y="91012"/>
                  </a:cubicBezTo>
                  <a:cubicBezTo>
                    <a:pt x="693466" y="105676"/>
                    <a:pt x="682280" y="115407"/>
                    <a:pt x="668091" y="121677"/>
                  </a:cubicBezTo>
                  <a:cubicBezTo>
                    <a:pt x="652015" y="128780"/>
                    <a:pt x="634660" y="129398"/>
                    <a:pt x="617342" y="129362"/>
                  </a:cubicBezTo>
                  <a:cubicBezTo>
                    <a:pt x="606511" y="129340"/>
                    <a:pt x="595680" y="129358"/>
                    <a:pt x="584272" y="129358"/>
                  </a:cubicBezTo>
                  <a:cubicBezTo>
                    <a:pt x="584272" y="150869"/>
                    <a:pt x="584272" y="171884"/>
                    <a:pt x="584272" y="193163"/>
                  </a:cubicBezTo>
                  <a:cubicBezTo>
                    <a:pt x="572037" y="193163"/>
                    <a:pt x="560378" y="193163"/>
                    <a:pt x="548271" y="193163"/>
                  </a:cubicBezTo>
                  <a:cubicBezTo>
                    <a:pt x="548271" y="130732"/>
                    <a:pt x="548271" y="68126"/>
                    <a:pt x="548271" y="4967"/>
                  </a:cubicBezTo>
                  <a:close/>
                  <a:moveTo>
                    <a:pt x="1053240" y="4758"/>
                  </a:moveTo>
                  <a:cubicBezTo>
                    <a:pt x="1064062" y="5586"/>
                    <a:pt x="1074995" y="4967"/>
                    <a:pt x="1087240" y="4967"/>
                  </a:cubicBezTo>
                  <a:cubicBezTo>
                    <a:pt x="1063699" y="35561"/>
                    <a:pt x="1040721" y="65423"/>
                    <a:pt x="1017644" y="95415"/>
                  </a:cubicBezTo>
                  <a:cubicBezTo>
                    <a:pt x="1042441" y="127673"/>
                    <a:pt x="1067211" y="159896"/>
                    <a:pt x="1092551" y="192859"/>
                  </a:cubicBezTo>
                  <a:cubicBezTo>
                    <a:pt x="1090327" y="193106"/>
                    <a:pt x="1088835" y="193409"/>
                    <a:pt x="1087342" y="193414"/>
                  </a:cubicBezTo>
                  <a:cubicBezTo>
                    <a:pt x="1076246" y="193455"/>
                    <a:pt x="1065130" y="193064"/>
                    <a:pt x="1054060" y="193605"/>
                  </a:cubicBezTo>
                  <a:cubicBezTo>
                    <a:pt x="1049070" y="193849"/>
                    <a:pt x="1045980" y="191939"/>
                    <a:pt x="1043428" y="188356"/>
                  </a:cubicBezTo>
                  <a:cubicBezTo>
                    <a:pt x="1027695" y="166270"/>
                    <a:pt x="1012022" y="144141"/>
                    <a:pt x="995893" y="121412"/>
                  </a:cubicBezTo>
                  <a:cubicBezTo>
                    <a:pt x="989974" y="129283"/>
                    <a:pt x="984306" y="136634"/>
                    <a:pt x="978838" y="144130"/>
                  </a:cubicBezTo>
                  <a:cubicBezTo>
                    <a:pt x="967416" y="159789"/>
                    <a:pt x="956133" y="175548"/>
                    <a:pt x="944674" y="191179"/>
                  </a:cubicBezTo>
                  <a:cubicBezTo>
                    <a:pt x="943857" y="192293"/>
                    <a:pt x="942081" y="193321"/>
                    <a:pt x="940738" y="193337"/>
                  </a:cubicBezTo>
                  <a:cubicBezTo>
                    <a:pt x="927592" y="193497"/>
                    <a:pt x="914444" y="193434"/>
                    <a:pt x="899757" y="193434"/>
                  </a:cubicBezTo>
                  <a:cubicBezTo>
                    <a:pt x="915116" y="173909"/>
                    <a:pt x="929699" y="155372"/>
                    <a:pt x="944538" y="136453"/>
                  </a:cubicBezTo>
                  <a:cubicBezTo>
                    <a:pt x="953813" y="124203"/>
                    <a:pt x="962671" y="112206"/>
                    <a:pt x="971958" y="100550"/>
                  </a:cubicBezTo>
                  <a:cubicBezTo>
                    <a:pt x="974432" y="97445"/>
                    <a:pt x="974582" y="95177"/>
                    <a:pt x="972340" y="92300"/>
                  </a:cubicBezTo>
                  <a:cubicBezTo>
                    <a:pt x="957357" y="73079"/>
                    <a:pt x="942336" y="53888"/>
                    <a:pt x="927422" y="34614"/>
                  </a:cubicBezTo>
                  <a:cubicBezTo>
                    <a:pt x="920106" y="25161"/>
                    <a:pt x="912994" y="15551"/>
                    <a:pt x="905013" y="4984"/>
                  </a:cubicBezTo>
                  <a:cubicBezTo>
                    <a:pt x="920114" y="4984"/>
                    <a:pt x="934032" y="4839"/>
                    <a:pt x="947940" y="5163"/>
                  </a:cubicBezTo>
                  <a:cubicBezTo>
                    <a:pt x="949732" y="5204"/>
                    <a:pt x="951938" y="7341"/>
                    <a:pt x="953156" y="9068"/>
                  </a:cubicBezTo>
                  <a:cubicBezTo>
                    <a:pt x="966415" y="27867"/>
                    <a:pt x="979498" y="46790"/>
                    <a:pt x="992689" y="65638"/>
                  </a:cubicBezTo>
                  <a:cubicBezTo>
                    <a:pt x="993867" y="67321"/>
                    <a:pt x="995462" y="68713"/>
                    <a:pt x="996844" y="70219"/>
                  </a:cubicBezTo>
                  <a:cubicBezTo>
                    <a:pt x="1010544" y="51108"/>
                    <a:pt x="1024316" y="32382"/>
                    <a:pt x="1037483" y="13241"/>
                  </a:cubicBezTo>
                  <a:cubicBezTo>
                    <a:pt x="1041562" y="7312"/>
                    <a:pt x="1045565" y="4171"/>
                    <a:pt x="1053240" y="4758"/>
                  </a:cubicBezTo>
                  <a:close/>
                  <a:moveTo>
                    <a:pt x="245662" y="2120"/>
                  </a:moveTo>
                  <a:cubicBezTo>
                    <a:pt x="260922" y="5410"/>
                    <a:pt x="275219" y="12690"/>
                    <a:pt x="288190" y="25073"/>
                  </a:cubicBezTo>
                  <a:cubicBezTo>
                    <a:pt x="293010" y="29675"/>
                    <a:pt x="296717" y="35540"/>
                    <a:pt x="300367" y="41191"/>
                  </a:cubicBezTo>
                  <a:cubicBezTo>
                    <a:pt x="301138" y="42384"/>
                    <a:pt x="300078" y="46037"/>
                    <a:pt x="298719" y="47115"/>
                  </a:cubicBezTo>
                  <a:cubicBezTo>
                    <a:pt x="291380" y="52938"/>
                    <a:pt x="283680" y="58306"/>
                    <a:pt x="275800" y="64054"/>
                  </a:cubicBezTo>
                  <a:cubicBezTo>
                    <a:pt x="267692" y="50450"/>
                    <a:pt x="257333" y="39029"/>
                    <a:pt x="242223" y="34086"/>
                  </a:cubicBezTo>
                  <a:cubicBezTo>
                    <a:pt x="221692" y="27369"/>
                    <a:pt x="202221" y="29651"/>
                    <a:pt x="185003" y="44198"/>
                  </a:cubicBezTo>
                  <a:cubicBezTo>
                    <a:pt x="171003" y="56026"/>
                    <a:pt x="164227" y="70956"/>
                    <a:pt x="161800" y="89013"/>
                  </a:cubicBezTo>
                  <a:cubicBezTo>
                    <a:pt x="159838" y="103610"/>
                    <a:pt x="161710" y="117392"/>
                    <a:pt x="167367" y="130340"/>
                  </a:cubicBezTo>
                  <a:cubicBezTo>
                    <a:pt x="175357" y="148628"/>
                    <a:pt x="188745" y="161855"/>
                    <a:pt x="209200" y="165729"/>
                  </a:cubicBezTo>
                  <a:cubicBezTo>
                    <a:pt x="237441" y="171077"/>
                    <a:pt x="258656" y="159609"/>
                    <a:pt x="275196" y="137341"/>
                  </a:cubicBezTo>
                  <a:cubicBezTo>
                    <a:pt x="276152" y="136054"/>
                    <a:pt x="279315" y="134713"/>
                    <a:pt x="280133" y="135284"/>
                  </a:cubicBezTo>
                  <a:cubicBezTo>
                    <a:pt x="287841" y="140666"/>
                    <a:pt x="295261" y="146460"/>
                    <a:pt x="303006" y="152317"/>
                  </a:cubicBezTo>
                  <a:cubicBezTo>
                    <a:pt x="288792" y="174439"/>
                    <a:pt x="270280" y="189522"/>
                    <a:pt x="244372" y="194770"/>
                  </a:cubicBezTo>
                  <a:cubicBezTo>
                    <a:pt x="219648" y="199778"/>
                    <a:pt x="195409" y="198598"/>
                    <a:pt x="173002" y="186822"/>
                  </a:cubicBezTo>
                  <a:cubicBezTo>
                    <a:pt x="148188" y="173781"/>
                    <a:pt x="132269" y="152933"/>
                    <a:pt x="127066" y="125042"/>
                  </a:cubicBezTo>
                  <a:cubicBezTo>
                    <a:pt x="125150" y="114772"/>
                    <a:pt x="125224" y="104131"/>
                    <a:pt x="124390" y="93049"/>
                  </a:cubicBezTo>
                  <a:cubicBezTo>
                    <a:pt x="125567" y="69176"/>
                    <a:pt x="133400" y="48841"/>
                    <a:pt x="149651" y="31681"/>
                  </a:cubicBezTo>
                  <a:cubicBezTo>
                    <a:pt x="162984" y="17601"/>
                    <a:pt x="178363" y="7138"/>
                    <a:pt x="197357" y="3102"/>
                  </a:cubicBezTo>
                  <a:cubicBezTo>
                    <a:pt x="214179" y="-471"/>
                    <a:pt x="230402" y="-1170"/>
                    <a:pt x="245662" y="2120"/>
                  </a:cubicBez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907" name="Group 906">
            <a:extLst>
              <a:ext uri="{FF2B5EF4-FFF2-40B4-BE49-F238E27FC236}">
                <a16:creationId xmlns:a16="http://schemas.microsoft.com/office/drawing/2014/main" id="{71D1ADDD-C249-AEC9-2D2B-AA42BCC33C92}"/>
              </a:ext>
              <a:ext uri="{C183D7F6-B498-43B3-948B-1728B52AA6E4}">
                <adec:decorative xmlns:adec="http://schemas.microsoft.com/office/drawing/2017/decorative" val="1"/>
              </a:ext>
            </a:extLst>
          </p:cNvPr>
          <p:cNvGrpSpPr>
            <a:grpSpLocks noChangeAspect="1"/>
          </p:cNvGrpSpPr>
          <p:nvPr/>
        </p:nvGrpSpPr>
        <p:grpSpPr>
          <a:xfrm>
            <a:off x="6565758" y="2223703"/>
            <a:ext cx="503240" cy="457200"/>
            <a:chOff x="6565758" y="2223703"/>
            <a:chExt cx="503240" cy="457200"/>
          </a:xfrm>
          <a:solidFill>
            <a:srgbClr val="FF0000"/>
          </a:solidFill>
        </p:grpSpPr>
        <p:sp>
          <p:nvSpPr>
            <p:cNvPr id="1437" name="Freeform: Shape 1436">
              <a:extLst>
                <a:ext uri="{FF2B5EF4-FFF2-40B4-BE49-F238E27FC236}">
                  <a16:creationId xmlns:a16="http://schemas.microsoft.com/office/drawing/2014/main" id="{9D89F9CB-5DCF-8DC5-E268-3793C82F5365}"/>
                </a:ext>
                <a:ext uri="{C183D7F6-B498-43B3-948B-1728B52AA6E4}">
                  <adec:decorative xmlns:adec="http://schemas.microsoft.com/office/drawing/2017/decorative" val="1"/>
                </a:ext>
              </a:extLst>
            </p:cNvPr>
            <p:cNvSpPr/>
            <p:nvPr/>
          </p:nvSpPr>
          <p:spPr>
            <a:xfrm>
              <a:off x="6608767" y="2223703"/>
              <a:ext cx="460231" cy="457200"/>
            </a:xfrm>
            <a:custGeom>
              <a:avLst/>
              <a:gdLst>
                <a:gd name="connsiteX0" fmla="*/ 712061 w 778568"/>
                <a:gd name="connsiteY0" fmla="*/ 707051 h 773441"/>
                <a:gd name="connsiteX1" fmla="*/ 778568 w 778568"/>
                <a:gd name="connsiteY1" fmla="*/ 707051 h 773441"/>
                <a:gd name="connsiteX2" fmla="*/ 778568 w 778568"/>
                <a:gd name="connsiteY2" fmla="*/ 773441 h 773441"/>
                <a:gd name="connsiteX3" fmla="*/ 712061 w 778568"/>
                <a:gd name="connsiteY3" fmla="*/ 773441 h 773441"/>
                <a:gd name="connsiteX4" fmla="*/ 749531 w 778568"/>
                <a:gd name="connsiteY4" fmla="*/ 0 h 773441"/>
                <a:gd name="connsiteX5" fmla="*/ 756277 w 778568"/>
                <a:gd name="connsiteY5" fmla="*/ 0 h 773441"/>
                <a:gd name="connsiteX6" fmla="*/ 756277 w 778568"/>
                <a:gd name="connsiteY6" fmla="*/ 6779 h 773441"/>
                <a:gd name="connsiteX7" fmla="*/ 756362 w 778568"/>
                <a:gd name="connsiteY7" fmla="*/ 244436 h 773441"/>
                <a:gd name="connsiteX8" fmla="*/ 724100 w 778568"/>
                <a:gd name="connsiteY8" fmla="*/ 286491 h 773441"/>
                <a:gd name="connsiteX9" fmla="*/ 669692 w 778568"/>
                <a:gd name="connsiteY9" fmla="*/ 256681 h 773441"/>
                <a:gd name="connsiteX10" fmla="*/ 667968 w 778568"/>
                <a:gd name="connsiteY10" fmla="*/ 246267 h 773441"/>
                <a:gd name="connsiteX11" fmla="*/ 667891 w 778568"/>
                <a:gd name="connsiteY11" fmla="*/ 170158 h 773441"/>
                <a:gd name="connsiteX12" fmla="*/ 667891 w 778568"/>
                <a:gd name="connsiteY12" fmla="*/ 166091 h 773441"/>
                <a:gd name="connsiteX13" fmla="*/ 665931 w 778568"/>
                <a:gd name="connsiteY13" fmla="*/ 167465 h 773441"/>
                <a:gd name="connsiteX14" fmla="*/ 629057 w 778568"/>
                <a:gd name="connsiteY14" fmla="*/ 203324 h 773441"/>
                <a:gd name="connsiteX15" fmla="*/ 597405 w 778568"/>
                <a:gd name="connsiteY15" fmla="*/ 233990 h 773441"/>
                <a:gd name="connsiteX16" fmla="*/ 572707 w 778568"/>
                <a:gd name="connsiteY16" fmla="*/ 257722 h 773441"/>
                <a:gd name="connsiteX17" fmla="*/ 515997 w 778568"/>
                <a:gd name="connsiteY17" fmla="*/ 312454 h 773441"/>
                <a:gd name="connsiteX18" fmla="*/ 490255 w 778568"/>
                <a:gd name="connsiteY18" fmla="*/ 337225 h 773441"/>
                <a:gd name="connsiteX19" fmla="*/ 435630 w 778568"/>
                <a:gd name="connsiteY19" fmla="*/ 389876 h 773441"/>
                <a:gd name="connsiteX20" fmla="*/ 408495 w 778568"/>
                <a:gd name="connsiteY20" fmla="*/ 416032 h 773441"/>
                <a:gd name="connsiteX21" fmla="*/ 384846 w 778568"/>
                <a:gd name="connsiteY21" fmla="*/ 438729 h 773441"/>
                <a:gd name="connsiteX22" fmla="*/ 372070 w 778568"/>
                <a:gd name="connsiteY22" fmla="*/ 439619 h 773441"/>
                <a:gd name="connsiteX23" fmla="*/ 347045 w 778568"/>
                <a:gd name="connsiteY23" fmla="*/ 437025 h 773441"/>
                <a:gd name="connsiteX24" fmla="*/ 310421 w 778568"/>
                <a:gd name="connsiteY24" fmla="*/ 433202 h 773441"/>
                <a:gd name="connsiteX25" fmla="*/ 287208 w 778568"/>
                <a:gd name="connsiteY25" fmla="*/ 431107 h 773441"/>
                <a:gd name="connsiteX26" fmla="*/ 251563 w 778568"/>
                <a:gd name="connsiteY26" fmla="*/ 427318 h 773441"/>
                <a:gd name="connsiteX27" fmla="*/ 228393 w 778568"/>
                <a:gd name="connsiteY27" fmla="*/ 425034 h 773441"/>
                <a:gd name="connsiteX28" fmla="*/ 208372 w 778568"/>
                <a:gd name="connsiteY28" fmla="*/ 433194 h 773441"/>
                <a:gd name="connsiteX29" fmla="*/ 174265 w 778568"/>
                <a:gd name="connsiteY29" fmla="*/ 472463 h 773441"/>
                <a:gd name="connsiteX30" fmla="*/ 157752 w 778568"/>
                <a:gd name="connsiteY30" fmla="*/ 491004 h 773441"/>
                <a:gd name="connsiteX31" fmla="*/ 122076 w 778568"/>
                <a:gd name="connsiteY31" fmla="*/ 531515 h 773441"/>
                <a:gd name="connsiteX32" fmla="*/ 93310 w 778568"/>
                <a:gd name="connsiteY32" fmla="*/ 563357 h 773441"/>
                <a:gd name="connsiteX33" fmla="*/ 91959 w 778568"/>
                <a:gd name="connsiteY33" fmla="*/ 563809 h 773441"/>
                <a:gd name="connsiteX34" fmla="*/ 78208 w 778568"/>
                <a:gd name="connsiteY34" fmla="*/ 563810 h 773441"/>
                <a:gd name="connsiteX35" fmla="*/ 63664 w 778568"/>
                <a:gd name="connsiteY35" fmla="*/ 563792 h 773441"/>
                <a:gd name="connsiteX36" fmla="*/ 63011 w 778568"/>
                <a:gd name="connsiteY36" fmla="*/ 563299 h 773441"/>
                <a:gd name="connsiteX37" fmla="*/ 86731 w 778568"/>
                <a:gd name="connsiteY37" fmla="*/ 536439 h 773441"/>
                <a:gd name="connsiteX38" fmla="*/ 122392 w 778568"/>
                <a:gd name="connsiteY38" fmla="*/ 495921 h 773441"/>
                <a:gd name="connsiteX39" fmla="*/ 146656 w 778568"/>
                <a:gd name="connsiteY39" fmla="*/ 468648 h 773441"/>
                <a:gd name="connsiteX40" fmla="*/ 181267 w 778568"/>
                <a:gd name="connsiteY40" fmla="*/ 429165 h 773441"/>
                <a:gd name="connsiteX41" fmla="*/ 200037 w 778568"/>
                <a:gd name="connsiteY41" fmla="*/ 407504 h 773441"/>
                <a:gd name="connsiteX42" fmla="*/ 214010 w 778568"/>
                <a:gd name="connsiteY42" fmla="*/ 400605 h 773441"/>
                <a:gd name="connsiteX43" fmla="*/ 225599 w 778568"/>
                <a:gd name="connsiteY43" fmla="*/ 401731 h 773441"/>
                <a:gd name="connsiteX44" fmla="*/ 263693 w 778568"/>
                <a:gd name="connsiteY44" fmla="*/ 405584 h 773441"/>
                <a:gd name="connsiteX45" fmla="*/ 285922 w 778568"/>
                <a:gd name="connsiteY45" fmla="*/ 407672 h 773441"/>
                <a:gd name="connsiteX46" fmla="*/ 321563 w 778568"/>
                <a:gd name="connsiteY46" fmla="*/ 411470 h 773441"/>
                <a:gd name="connsiteX47" fmla="*/ 345236 w 778568"/>
                <a:gd name="connsiteY47" fmla="*/ 413703 h 773441"/>
                <a:gd name="connsiteX48" fmla="*/ 370776 w 778568"/>
                <a:gd name="connsiteY48" fmla="*/ 416227 h 773441"/>
                <a:gd name="connsiteX49" fmla="*/ 377578 w 778568"/>
                <a:gd name="connsiteY49" fmla="*/ 413381 h 773441"/>
                <a:gd name="connsiteX50" fmla="*/ 432282 w 778568"/>
                <a:gd name="connsiteY50" fmla="*/ 360825 h 773441"/>
                <a:gd name="connsiteX51" fmla="*/ 459065 w 778568"/>
                <a:gd name="connsiteY51" fmla="*/ 335016 h 773441"/>
                <a:gd name="connsiteX52" fmla="*/ 514030 w 778568"/>
                <a:gd name="connsiteY52" fmla="*/ 282021 h 773441"/>
                <a:gd name="connsiteX53" fmla="*/ 539771 w 778568"/>
                <a:gd name="connsiteY53" fmla="*/ 257254 h 773441"/>
                <a:gd name="connsiteX54" fmla="*/ 594043 w 778568"/>
                <a:gd name="connsiteY54" fmla="*/ 204954 h 773441"/>
                <a:gd name="connsiteX55" fmla="*/ 621168 w 778568"/>
                <a:gd name="connsiteY55" fmla="*/ 178793 h 773441"/>
                <a:gd name="connsiteX56" fmla="*/ 659078 w 778568"/>
                <a:gd name="connsiteY56" fmla="*/ 141892 h 773441"/>
                <a:gd name="connsiteX57" fmla="*/ 687608 w 778568"/>
                <a:gd name="connsiteY57" fmla="*/ 114361 h 773441"/>
                <a:gd name="connsiteX58" fmla="*/ 690478 w 778568"/>
                <a:gd name="connsiteY58" fmla="*/ 112666 h 773441"/>
                <a:gd name="connsiteX59" fmla="*/ 690478 w 778568"/>
                <a:gd name="connsiteY59" fmla="*/ 118643 h 773441"/>
                <a:gd name="connsiteX60" fmla="*/ 690541 w 778568"/>
                <a:gd name="connsiteY60" fmla="*/ 241389 h 773441"/>
                <a:gd name="connsiteX61" fmla="*/ 692016 w 778568"/>
                <a:gd name="connsiteY61" fmla="*/ 250380 h 773441"/>
                <a:gd name="connsiteX62" fmla="*/ 714502 w 778568"/>
                <a:gd name="connsiteY62" fmla="*/ 265031 h 773441"/>
                <a:gd name="connsiteX63" fmla="*/ 733685 w 778568"/>
                <a:gd name="connsiteY63" fmla="*/ 243461 h 773441"/>
                <a:gd name="connsiteX64" fmla="*/ 733689 w 778568"/>
                <a:gd name="connsiteY64" fmla="*/ 27919 h 773441"/>
                <a:gd name="connsiteX65" fmla="*/ 733689 w 778568"/>
                <a:gd name="connsiteY65" fmla="*/ 22588 h 773441"/>
                <a:gd name="connsiteX66" fmla="*/ 726971 w 778568"/>
                <a:gd name="connsiteY66" fmla="*/ 22588 h 773441"/>
                <a:gd name="connsiteX67" fmla="*/ 516340 w 778568"/>
                <a:gd name="connsiteY67" fmla="*/ 22662 h 773441"/>
                <a:gd name="connsiteX68" fmla="*/ 506447 w 778568"/>
                <a:gd name="connsiteY68" fmla="*/ 24400 h 773441"/>
                <a:gd name="connsiteX69" fmla="*/ 492102 w 778568"/>
                <a:gd name="connsiteY69" fmla="*/ 45101 h 773441"/>
                <a:gd name="connsiteX70" fmla="*/ 506526 w 778568"/>
                <a:gd name="connsiteY70" fmla="*/ 64733 h 773441"/>
                <a:gd name="connsiteX71" fmla="*/ 519354 w 778568"/>
                <a:gd name="connsiteY71" fmla="*/ 66695 h 773441"/>
                <a:gd name="connsiteX72" fmla="*/ 638663 w 778568"/>
                <a:gd name="connsiteY72" fmla="*/ 66781 h 773441"/>
                <a:gd name="connsiteX73" fmla="*/ 644273 w 778568"/>
                <a:gd name="connsiteY73" fmla="*/ 66781 h 773441"/>
                <a:gd name="connsiteX74" fmla="*/ 622917 w 778568"/>
                <a:gd name="connsiteY74" fmla="*/ 89625 h 773441"/>
                <a:gd name="connsiteX75" fmla="*/ 570285 w 778568"/>
                <a:gd name="connsiteY75" fmla="*/ 144259 h 773441"/>
                <a:gd name="connsiteX76" fmla="*/ 546210 w 778568"/>
                <a:gd name="connsiteY76" fmla="*/ 169304 h 773441"/>
                <a:gd name="connsiteX77" fmla="*/ 494607 w 778568"/>
                <a:gd name="connsiteY77" fmla="*/ 222883 h 773441"/>
                <a:gd name="connsiteX78" fmla="*/ 469492 w 778568"/>
                <a:gd name="connsiteY78" fmla="*/ 248971 h 773441"/>
                <a:gd name="connsiteX79" fmla="*/ 419258 w 778568"/>
                <a:gd name="connsiteY79" fmla="*/ 301143 h 773441"/>
                <a:gd name="connsiteX80" fmla="*/ 375493 w 778568"/>
                <a:gd name="connsiteY80" fmla="*/ 346071 h 773441"/>
                <a:gd name="connsiteX81" fmla="*/ 363955 w 778568"/>
                <a:gd name="connsiteY81" fmla="*/ 350641 h 773441"/>
                <a:gd name="connsiteX82" fmla="*/ 350883 w 778568"/>
                <a:gd name="connsiteY82" fmla="*/ 349523 h 773441"/>
                <a:gd name="connsiteX83" fmla="*/ 313276 w 778568"/>
                <a:gd name="connsiteY83" fmla="*/ 345709 h 773441"/>
                <a:gd name="connsiteX84" fmla="*/ 288099 w 778568"/>
                <a:gd name="connsiteY84" fmla="*/ 343632 h 773441"/>
                <a:gd name="connsiteX85" fmla="*/ 248529 w 778568"/>
                <a:gd name="connsiteY85" fmla="*/ 339807 h 773441"/>
                <a:gd name="connsiteX86" fmla="*/ 223846 w 778568"/>
                <a:gd name="connsiteY86" fmla="*/ 337689 h 773441"/>
                <a:gd name="connsiteX87" fmla="*/ 198827 w 778568"/>
                <a:gd name="connsiteY87" fmla="*/ 335034 h 773441"/>
                <a:gd name="connsiteX88" fmla="*/ 193712 w 778568"/>
                <a:gd name="connsiteY88" fmla="*/ 337694 h 773441"/>
                <a:gd name="connsiteX89" fmla="*/ 184954 w 778568"/>
                <a:gd name="connsiteY89" fmla="*/ 349825 h 773441"/>
                <a:gd name="connsiteX90" fmla="*/ 131545 w 778568"/>
                <a:gd name="connsiteY90" fmla="*/ 422716 h 773441"/>
                <a:gd name="connsiteX91" fmla="*/ 85611 w 778568"/>
                <a:gd name="connsiteY91" fmla="*/ 485533 h 773441"/>
                <a:gd name="connsiteX92" fmla="*/ 28251 w 778568"/>
                <a:gd name="connsiteY92" fmla="*/ 563629 h 773441"/>
                <a:gd name="connsiteX93" fmla="*/ 23208 w 778568"/>
                <a:gd name="connsiteY93" fmla="*/ 563807 h 773441"/>
                <a:gd name="connsiteX94" fmla="*/ 2658 w 778568"/>
                <a:gd name="connsiteY94" fmla="*/ 563807 h 773441"/>
                <a:gd name="connsiteX95" fmla="*/ 0 w 778568"/>
                <a:gd name="connsiteY95" fmla="*/ 563591 h 773441"/>
                <a:gd name="connsiteX96" fmla="*/ 15044 w 778568"/>
                <a:gd name="connsiteY96" fmla="*/ 542398 h 773441"/>
                <a:gd name="connsiteX97" fmla="*/ 58984 w 778568"/>
                <a:gd name="connsiteY97" fmla="*/ 482312 h 773441"/>
                <a:gd name="connsiteX98" fmla="*/ 103529 w 778568"/>
                <a:gd name="connsiteY98" fmla="*/ 421486 h 773441"/>
                <a:gd name="connsiteX99" fmla="*/ 142196 w 778568"/>
                <a:gd name="connsiteY99" fmla="*/ 368909 h 773441"/>
                <a:gd name="connsiteX100" fmla="*/ 182415 w 778568"/>
                <a:gd name="connsiteY100" fmla="*/ 313897 h 773441"/>
                <a:gd name="connsiteX101" fmla="*/ 195363 w 778568"/>
                <a:gd name="connsiteY101" fmla="*/ 311598 h 773441"/>
                <a:gd name="connsiteX102" fmla="*/ 223821 w 778568"/>
                <a:gd name="connsiteY102" fmla="*/ 314265 h 773441"/>
                <a:gd name="connsiteX103" fmla="*/ 260449 w 778568"/>
                <a:gd name="connsiteY103" fmla="*/ 318077 h 773441"/>
                <a:gd name="connsiteX104" fmla="*/ 285627 w 778568"/>
                <a:gd name="connsiteY104" fmla="*/ 320171 h 773441"/>
                <a:gd name="connsiteX105" fmla="*/ 324221 w 778568"/>
                <a:gd name="connsiteY105" fmla="*/ 323973 h 773441"/>
                <a:gd name="connsiteX106" fmla="*/ 348418 w 778568"/>
                <a:gd name="connsiteY106" fmla="*/ 326057 h 773441"/>
                <a:gd name="connsiteX107" fmla="*/ 355603 w 778568"/>
                <a:gd name="connsiteY107" fmla="*/ 326959 h 773441"/>
                <a:gd name="connsiteX108" fmla="*/ 366915 w 778568"/>
                <a:gd name="connsiteY108" fmla="*/ 322075 h 773441"/>
                <a:gd name="connsiteX109" fmla="*/ 371567 w 778568"/>
                <a:gd name="connsiteY109" fmla="*/ 316493 h 773441"/>
                <a:gd name="connsiteX110" fmla="*/ 416435 w 778568"/>
                <a:gd name="connsiteY110" fmla="*/ 270572 h 773441"/>
                <a:gd name="connsiteX111" fmla="*/ 466331 w 778568"/>
                <a:gd name="connsiteY111" fmla="*/ 218747 h 773441"/>
                <a:gd name="connsiteX112" fmla="*/ 517594 w 778568"/>
                <a:gd name="connsiteY112" fmla="*/ 165512 h 773441"/>
                <a:gd name="connsiteX113" fmla="*/ 542009 w 778568"/>
                <a:gd name="connsiteY113" fmla="*/ 140109 h 773441"/>
                <a:gd name="connsiteX114" fmla="*/ 590317 w 778568"/>
                <a:gd name="connsiteY114" fmla="*/ 89368 h 773441"/>
                <a:gd name="connsiteX115" fmla="*/ 584726 w 778568"/>
                <a:gd name="connsiteY115" fmla="*/ 89368 h 773441"/>
                <a:gd name="connsiteX116" fmla="*/ 514018 w 778568"/>
                <a:gd name="connsiteY116" fmla="*/ 89352 h 773441"/>
                <a:gd name="connsiteX117" fmla="*/ 470098 w 778568"/>
                <a:gd name="connsiteY117" fmla="*/ 55432 h 773441"/>
                <a:gd name="connsiteX118" fmla="*/ 504699 w 778568"/>
                <a:gd name="connsiteY118" fmla="*/ 925 h 773441"/>
                <a:gd name="connsiteX119" fmla="*/ 512365 w 778568"/>
                <a:gd name="connsiteY119" fmla="*/ 39 h 773441"/>
                <a:gd name="connsiteX120" fmla="*/ 749531 w 778568"/>
                <a:gd name="connsiteY120" fmla="*/ 0 h 77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78568" h="773441">
                  <a:moveTo>
                    <a:pt x="712061" y="707051"/>
                  </a:moveTo>
                  <a:lnTo>
                    <a:pt x="778568" y="707051"/>
                  </a:lnTo>
                  <a:lnTo>
                    <a:pt x="778568" y="773441"/>
                  </a:lnTo>
                  <a:lnTo>
                    <a:pt x="712061" y="773441"/>
                  </a:lnTo>
                  <a:close/>
                  <a:moveTo>
                    <a:pt x="749531" y="0"/>
                  </a:moveTo>
                  <a:cubicBezTo>
                    <a:pt x="751616" y="0"/>
                    <a:pt x="753701" y="0"/>
                    <a:pt x="756277" y="0"/>
                  </a:cubicBezTo>
                  <a:cubicBezTo>
                    <a:pt x="756277" y="2614"/>
                    <a:pt x="756277" y="4696"/>
                    <a:pt x="756277" y="6779"/>
                  </a:cubicBezTo>
                  <a:cubicBezTo>
                    <a:pt x="756277" y="85998"/>
                    <a:pt x="756154" y="165217"/>
                    <a:pt x="756362" y="244436"/>
                  </a:cubicBezTo>
                  <a:cubicBezTo>
                    <a:pt x="756414" y="264307"/>
                    <a:pt x="742939" y="281823"/>
                    <a:pt x="724100" y="286491"/>
                  </a:cubicBezTo>
                  <a:cubicBezTo>
                    <a:pt x="700671" y="292297"/>
                    <a:pt x="677309" y="281327"/>
                    <a:pt x="669692" y="256681"/>
                  </a:cubicBezTo>
                  <a:cubicBezTo>
                    <a:pt x="668661" y="253343"/>
                    <a:pt x="667988" y="249748"/>
                    <a:pt x="667968" y="246267"/>
                  </a:cubicBezTo>
                  <a:cubicBezTo>
                    <a:pt x="667825" y="220898"/>
                    <a:pt x="667891" y="195528"/>
                    <a:pt x="667891" y="170158"/>
                  </a:cubicBezTo>
                  <a:cubicBezTo>
                    <a:pt x="667891" y="169048"/>
                    <a:pt x="667891" y="167937"/>
                    <a:pt x="667891" y="166091"/>
                  </a:cubicBezTo>
                  <a:cubicBezTo>
                    <a:pt x="666853" y="166811"/>
                    <a:pt x="666331" y="167075"/>
                    <a:pt x="665931" y="167465"/>
                  </a:cubicBezTo>
                  <a:cubicBezTo>
                    <a:pt x="653633" y="179411"/>
                    <a:pt x="641355" y="191379"/>
                    <a:pt x="629057" y="203324"/>
                  </a:cubicBezTo>
                  <a:cubicBezTo>
                    <a:pt x="618519" y="213559"/>
                    <a:pt x="607972" y="223786"/>
                    <a:pt x="597405" y="233990"/>
                  </a:cubicBezTo>
                  <a:cubicBezTo>
                    <a:pt x="589191" y="241921"/>
                    <a:pt x="580925" y="249797"/>
                    <a:pt x="572707" y="257722"/>
                  </a:cubicBezTo>
                  <a:cubicBezTo>
                    <a:pt x="553796" y="275959"/>
                    <a:pt x="534905" y="294215"/>
                    <a:pt x="515997" y="312454"/>
                  </a:cubicBezTo>
                  <a:cubicBezTo>
                    <a:pt x="507426" y="320722"/>
                    <a:pt x="498830" y="328963"/>
                    <a:pt x="490255" y="337225"/>
                  </a:cubicBezTo>
                  <a:cubicBezTo>
                    <a:pt x="472044" y="354772"/>
                    <a:pt x="453838" y="372325"/>
                    <a:pt x="435630" y="389876"/>
                  </a:cubicBezTo>
                  <a:cubicBezTo>
                    <a:pt x="426585" y="398595"/>
                    <a:pt x="417550" y="407324"/>
                    <a:pt x="408495" y="416032"/>
                  </a:cubicBezTo>
                  <a:cubicBezTo>
                    <a:pt x="400620" y="423605"/>
                    <a:pt x="392693" y="431126"/>
                    <a:pt x="384846" y="438729"/>
                  </a:cubicBezTo>
                  <a:cubicBezTo>
                    <a:pt x="380833" y="442617"/>
                    <a:pt x="376232" y="439738"/>
                    <a:pt x="372070" y="439619"/>
                  </a:cubicBezTo>
                  <a:cubicBezTo>
                    <a:pt x="363711" y="439379"/>
                    <a:pt x="355389" y="437920"/>
                    <a:pt x="347045" y="437025"/>
                  </a:cubicBezTo>
                  <a:cubicBezTo>
                    <a:pt x="334841" y="435717"/>
                    <a:pt x="322635" y="434420"/>
                    <a:pt x="310421" y="433202"/>
                  </a:cubicBezTo>
                  <a:cubicBezTo>
                    <a:pt x="302690" y="432431"/>
                    <a:pt x="294937" y="431891"/>
                    <a:pt x="287208" y="431107"/>
                  </a:cubicBezTo>
                  <a:cubicBezTo>
                    <a:pt x="275321" y="429901"/>
                    <a:pt x="263451" y="428525"/>
                    <a:pt x="251563" y="427318"/>
                  </a:cubicBezTo>
                  <a:cubicBezTo>
                    <a:pt x="243834" y="426534"/>
                    <a:pt x="235917" y="426694"/>
                    <a:pt x="228393" y="425034"/>
                  </a:cubicBezTo>
                  <a:cubicBezTo>
                    <a:pt x="219342" y="423037"/>
                    <a:pt x="213905" y="426312"/>
                    <a:pt x="208372" y="433194"/>
                  </a:cubicBezTo>
                  <a:cubicBezTo>
                    <a:pt x="197517" y="446697"/>
                    <a:pt x="185713" y="459438"/>
                    <a:pt x="174265" y="472463"/>
                  </a:cubicBezTo>
                  <a:cubicBezTo>
                    <a:pt x="168802" y="478679"/>
                    <a:pt x="163227" y="484797"/>
                    <a:pt x="157752" y="491004"/>
                  </a:cubicBezTo>
                  <a:cubicBezTo>
                    <a:pt x="145848" y="504498"/>
                    <a:pt x="134031" y="518067"/>
                    <a:pt x="122076" y="531515"/>
                  </a:cubicBezTo>
                  <a:cubicBezTo>
                    <a:pt x="112688" y="542075"/>
                    <a:pt x="103147" y="552498"/>
                    <a:pt x="93310" y="563357"/>
                  </a:cubicBezTo>
                  <a:cubicBezTo>
                    <a:pt x="92768" y="563775"/>
                    <a:pt x="92591" y="563817"/>
                    <a:pt x="91959" y="563809"/>
                  </a:cubicBezTo>
                  <a:cubicBezTo>
                    <a:pt x="87224" y="563791"/>
                    <a:pt x="82944" y="563825"/>
                    <a:pt x="78208" y="563810"/>
                  </a:cubicBezTo>
                  <a:cubicBezTo>
                    <a:pt x="73146" y="563793"/>
                    <a:pt x="68540" y="563826"/>
                    <a:pt x="63664" y="563792"/>
                  </a:cubicBezTo>
                  <a:cubicBezTo>
                    <a:pt x="63214" y="563680"/>
                    <a:pt x="63034" y="563635"/>
                    <a:pt x="63011" y="563299"/>
                  </a:cubicBezTo>
                  <a:cubicBezTo>
                    <a:pt x="71023" y="554154"/>
                    <a:pt x="78900" y="545317"/>
                    <a:pt x="86731" y="536439"/>
                  </a:cubicBezTo>
                  <a:cubicBezTo>
                    <a:pt x="98632" y="522946"/>
                    <a:pt x="110481" y="509406"/>
                    <a:pt x="122392" y="495921"/>
                  </a:cubicBezTo>
                  <a:cubicBezTo>
                    <a:pt x="130448" y="486802"/>
                    <a:pt x="138610" y="477777"/>
                    <a:pt x="146656" y="468648"/>
                  </a:cubicBezTo>
                  <a:cubicBezTo>
                    <a:pt x="158228" y="455518"/>
                    <a:pt x="169752" y="442345"/>
                    <a:pt x="181267" y="429165"/>
                  </a:cubicBezTo>
                  <a:cubicBezTo>
                    <a:pt x="187553" y="421970"/>
                    <a:pt x="193765" y="414710"/>
                    <a:pt x="200037" y="407504"/>
                  </a:cubicBezTo>
                  <a:cubicBezTo>
                    <a:pt x="203719" y="403275"/>
                    <a:pt x="207379" y="399230"/>
                    <a:pt x="214010" y="400605"/>
                  </a:cubicBezTo>
                  <a:cubicBezTo>
                    <a:pt x="217788" y="401389"/>
                    <a:pt x="221735" y="401344"/>
                    <a:pt x="225599" y="401731"/>
                  </a:cubicBezTo>
                  <a:cubicBezTo>
                    <a:pt x="238298" y="403004"/>
                    <a:pt x="250992" y="404325"/>
                    <a:pt x="263693" y="405584"/>
                  </a:cubicBezTo>
                  <a:cubicBezTo>
                    <a:pt x="271099" y="406318"/>
                    <a:pt x="278519" y="406909"/>
                    <a:pt x="285922" y="407672"/>
                  </a:cubicBezTo>
                  <a:cubicBezTo>
                    <a:pt x="297807" y="408895"/>
                    <a:pt x="309678" y="410248"/>
                    <a:pt x="321563" y="411470"/>
                  </a:cubicBezTo>
                  <a:cubicBezTo>
                    <a:pt x="329447" y="412280"/>
                    <a:pt x="337349" y="412914"/>
                    <a:pt x="345236" y="413703"/>
                  </a:cubicBezTo>
                  <a:cubicBezTo>
                    <a:pt x="353750" y="414554"/>
                    <a:pt x="362242" y="415738"/>
                    <a:pt x="370776" y="416227"/>
                  </a:cubicBezTo>
                  <a:cubicBezTo>
                    <a:pt x="373010" y="416355"/>
                    <a:pt x="375883" y="414991"/>
                    <a:pt x="377578" y="413381"/>
                  </a:cubicBezTo>
                  <a:cubicBezTo>
                    <a:pt x="395915" y="395969"/>
                    <a:pt x="414074" y="378371"/>
                    <a:pt x="432282" y="360825"/>
                  </a:cubicBezTo>
                  <a:cubicBezTo>
                    <a:pt x="441210" y="352221"/>
                    <a:pt x="450140" y="343621"/>
                    <a:pt x="459065" y="335016"/>
                  </a:cubicBezTo>
                  <a:cubicBezTo>
                    <a:pt x="477388" y="317352"/>
                    <a:pt x="495705" y="299682"/>
                    <a:pt x="514030" y="282021"/>
                  </a:cubicBezTo>
                  <a:cubicBezTo>
                    <a:pt x="522604" y="273758"/>
                    <a:pt x="531196" y="265514"/>
                    <a:pt x="539771" y="257254"/>
                  </a:cubicBezTo>
                  <a:cubicBezTo>
                    <a:pt x="557865" y="239823"/>
                    <a:pt x="575953" y="222388"/>
                    <a:pt x="594043" y="204954"/>
                  </a:cubicBezTo>
                  <a:cubicBezTo>
                    <a:pt x="603088" y="196236"/>
                    <a:pt x="612154" y="187541"/>
                    <a:pt x="621168" y="178793"/>
                  </a:cubicBezTo>
                  <a:cubicBezTo>
                    <a:pt x="633824" y="166512"/>
                    <a:pt x="646426" y="154177"/>
                    <a:pt x="659078" y="141892"/>
                  </a:cubicBezTo>
                  <a:cubicBezTo>
                    <a:pt x="668560" y="132686"/>
                    <a:pt x="678076" y="123516"/>
                    <a:pt x="687608" y="114361"/>
                  </a:cubicBezTo>
                  <a:cubicBezTo>
                    <a:pt x="688218" y="113775"/>
                    <a:pt x="689096" y="113468"/>
                    <a:pt x="690478" y="112666"/>
                  </a:cubicBezTo>
                  <a:cubicBezTo>
                    <a:pt x="690478" y="115136"/>
                    <a:pt x="690478" y="116889"/>
                    <a:pt x="690478" y="118643"/>
                  </a:cubicBezTo>
                  <a:cubicBezTo>
                    <a:pt x="690478" y="159558"/>
                    <a:pt x="690448" y="200474"/>
                    <a:pt x="690541" y="241389"/>
                  </a:cubicBezTo>
                  <a:cubicBezTo>
                    <a:pt x="690548" y="244397"/>
                    <a:pt x="690981" y="247575"/>
                    <a:pt x="692016" y="250380"/>
                  </a:cubicBezTo>
                  <a:cubicBezTo>
                    <a:pt x="695921" y="260967"/>
                    <a:pt x="704742" y="266171"/>
                    <a:pt x="714502" y="265031"/>
                  </a:cubicBezTo>
                  <a:cubicBezTo>
                    <a:pt x="725484" y="263748"/>
                    <a:pt x="733684" y="254193"/>
                    <a:pt x="733685" y="243461"/>
                  </a:cubicBezTo>
                  <a:cubicBezTo>
                    <a:pt x="733692" y="171614"/>
                    <a:pt x="733689" y="99767"/>
                    <a:pt x="733689" y="27919"/>
                  </a:cubicBezTo>
                  <a:cubicBezTo>
                    <a:pt x="733689" y="26209"/>
                    <a:pt x="733689" y="24499"/>
                    <a:pt x="733689" y="22588"/>
                  </a:cubicBezTo>
                  <a:cubicBezTo>
                    <a:pt x="730888" y="22588"/>
                    <a:pt x="728930" y="22588"/>
                    <a:pt x="726971" y="22588"/>
                  </a:cubicBezTo>
                  <a:cubicBezTo>
                    <a:pt x="656760" y="22588"/>
                    <a:pt x="586550" y="22564"/>
                    <a:pt x="516340" y="22662"/>
                  </a:cubicBezTo>
                  <a:cubicBezTo>
                    <a:pt x="513034" y="22666"/>
                    <a:pt x="509617" y="23395"/>
                    <a:pt x="506447" y="24400"/>
                  </a:cubicBezTo>
                  <a:cubicBezTo>
                    <a:pt x="497411" y="27264"/>
                    <a:pt x="492077" y="35181"/>
                    <a:pt x="492102" y="45101"/>
                  </a:cubicBezTo>
                  <a:cubicBezTo>
                    <a:pt x="492126" y="54273"/>
                    <a:pt x="497629" y="62116"/>
                    <a:pt x="506526" y="64733"/>
                  </a:cubicBezTo>
                  <a:cubicBezTo>
                    <a:pt x="510646" y="65945"/>
                    <a:pt x="515067" y="66679"/>
                    <a:pt x="519354" y="66695"/>
                  </a:cubicBezTo>
                  <a:cubicBezTo>
                    <a:pt x="559124" y="66840"/>
                    <a:pt x="598893" y="66781"/>
                    <a:pt x="638663" y="66781"/>
                  </a:cubicBezTo>
                  <a:cubicBezTo>
                    <a:pt x="640340" y="66781"/>
                    <a:pt x="642018" y="66781"/>
                    <a:pt x="644273" y="66781"/>
                  </a:cubicBezTo>
                  <a:cubicBezTo>
                    <a:pt x="636705" y="74887"/>
                    <a:pt x="629900" y="82342"/>
                    <a:pt x="622917" y="89625"/>
                  </a:cubicBezTo>
                  <a:cubicBezTo>
                    <a:pt x="605415" y="107877"/>
                    <a:pt x="587829" y="126048"/>
                    <a:pt x="570285" y="144259"/>
                  </a:cubicBezTo>
                  <a:cubicBezTo>
                    <a:pt x="562251" y="152598"/>
                    <a:pt x="554242" y="160961"/>
                    <a:pt x="546210" y="169304"/>
                  </a:cubicBezTo>
                  <a:cubicBezTo>
                    <a:pt x="529013" y="187167"/>
                    <a:pt x="511808" y="205023"/>
                    <a:pt x="494607" y="222883"/>
                  </a:cubicBezTo>
                  <a:cubicBezTo>
                    <a:pt x="486234" y="231577"/>
                    <a:pt x="477862" y="240273"/>
                    <a:pt x="469492" y="248971"/>
                  </a:cubicBezTo>
                  <a:cubicBezTo>
                    <a:pt x="452751" y="266365"/>
                    <a:pt x="436059" y="283807"/>
                    <a:pt x="419258" y="301143"/>
                  </a:cubicBezTo>
                  <a:cubicBezTo>
                    <a:pt x="404708" y="316156"/>
                    <a:pt x="389934" y="330955"/>
                    <a:pt x="375493" y="346071"/>
                  </a:cubicBezTo>
                  <a:cubicBezTo>
                    <a:pt x="372147" y="349573"/>
                    <a:pt x="368750" y="351273"/>
                    <a:pt x="363955" y="350641"/>
                  </a:cubicBezTo>
                  <a:cubicBezTo>
                    <a:pt x="359624" y="350070"/>
                    <a:pt x="355235" y="349956"/>
                    <a:pt x="350883" y="349523"/>
                  </a:cubicBezTo>
                  <a:cubicBezTo>
                    <a:pt x="338345" y="348276"/>
                    <a:pt x="325819" y="346904"/>
                    <a:pt x="313276" y="345709"/>
                  </a:cubicBezTo>
                  <a:cubicBezTo>
                    <a:pt x="304894" y="344910"/>
                    <a:pt x="296484" y="344406"/>
                    <a:pt x="288099" y="343632"/>
                  </a:cubicBezTo>
                  <a:cubicBezTo>
                    <a:pt x="274904" y="342414"/>
                    <a:pt x="261723" y="341040"/>
                    <a:pt x="248529" y="339807"/>
                  </a:cubicBezTo>
                  <a:cubicBezTo>
                    <a:pt x="240307" y="339038"/>
                    <a:pt x="232063" y="338501"/>
                    <a:pt x="223846" y="337689"/>
                  </a:cubicBezTo>
                  <a:cubicBezTo>
                    <a:pt x="215499" y="336864"/>
                    <a:pt x="207186" y="335653"/>
                    <a:pt x="198827" y="335034"/>
                  </a:cubicBezTo>
                  <a:cubicBezTo>
                    <a:pt x="197163" y="334911"/>
                    <a:pt x="194860" y="336297"/>
                    <a:pt x="193712" y="337694"/>
                  </a:cubicBezTo>
                  <a:cubicBezTo>
                    <a:pt x="190551" y="341539"/>
                    <a:pt x="187901" y="345798"/>
                    <a:pt x="184954" y="349825"/>
                  </a:cubicBezTo>
                  <a:cubicBezTo>
                    <a:pt x="167165" y="374132"/>
                    <a:pt x="149340" y="398413"/>
                    <a:pt x="131545" y="422716"/>
                  </a:cubicBezTo>
                  <a:cubicBezTo>
                    <a:pt x="116220" y="443645"/>
                    <a:pt x="100908" y="464584"/>
                    <a:pt x="85611" y="485533"/>
                  </a:cubicBezTo>
                  <a:cubicBezTo>
                    <a:pt x="66618" y="511546"/>
                    <a:pt x="47647" y="537574"/>
                    <a:pt x="28251" y="563629"/>
                  </a:cubicBezTo>
                  <a:cubicBezTo>
                    <a:pt x="26445" y="563728"/>
                    <a:pt x="25056" y="563793"/>
                    <a:pt x="23208" y="563807"/>
                  </a:cubicBezTo>
                  <a:cubicBezTo>
                    <a:pt x="16178" y="563790"/>
                    <a:pt x="9607" y="563824"/>
                    <a:pt x="2658" y="563807"/>
                  </a:cubicBezTo>
                  <a:cubicBezTo>
                    <a:pt x="1520" y="563701"/>
                    <a:pt x="760" y="563646"/>
                    <a:pt x="0" y="563591"/>
                  </a:cubicBezTo>
                  <a:cubicBezTo>
                    <a:pt x="5010" y="556523"/>
                    <a:pt x="9944" y="549400"/>
                    <a:pt x="15044" y="542398"/>
                  </a:cubicBezTo>
                  <a:cubicBezTo>
                    <a:pt x="29654" y="522343"/>
                    <a:pt x="44329" y="502335"/>
                    <a:pt x="58984" y="482312"/>
                  </a:cubicBezTo>
                  <a:cubicBezTo>
                    <a:pt x="73827" y="462033"/>
                    <a:pt x="88662" y="441747"/>
                    <a:pt x="103529" y="421486"/>
                  </a:cubicBezTo>
                  <a:cubicBezTo>
                    <a:pt x="116399" y="403946"/>
                    <a:pt x="129325" y="386448"/>
                    <a:pt x="142196" y="368909"/>
                  </a:cubicBezTo>
                  <a:cubicBezTo>
                    <a:pt x="155636" y="350596"/>
                    <a:pt x="169112" y="332309"/>
                    <a:pt x="182415" y="313897"/>
                  </a:cubicBezTo>
                  <a:cubicBezTo>
                    <a:pt x="186132" y="308752"/>
                    <a:pt x="191142" y="311461"/>
                    <a:pt x="195363" y="311598"/>
                  </a:cubicBezTo>
                  <a:cubicBezTo>
                    <a:pt x="204868" y="311908"/>
                    <a:pt x="214340" y="313286"/>
                    <a:pt x="223821" y="314265"/>
                  </a:cubicBezTo>
                  <a:cubicBezTo>
                    <a:pt x="236032" y="315526"/>
                    <a:pt x="248232" y="316893"/>
                    <a:pt x="260449" y="318077"/>
                  </a:cubicBezTo>
                  <a:cubicBezTo>
                    <a:pt x="268831" y="318889"/>
                    <a:pt x="277243" y="319386"/>
                    <a:pt x="285627" y="320171"/>
                  </a:cubicBezTo>
                  <a:cubicBezTo>
                    <a:pt x="298498" y="321377"/>
                    <a:pt x="311352" y="322750"/>
                    <a:pt x="324221" y="323973"/>
                  </a:cubicBezTo>
                  <a:cubicBezTo>
                    <a:pt x="332280" y="324739"/>
                    <a:pt x="340354" y="325339"/>
                    <a:pt x="348418" y="326057"/>
                  </a:cubicBezTo>
                  <a:cubicBezTo>
                    <a:pt x="350822" y="326271"/>
                    <a:pt x="353240" y="326496"/>
                    <a:pt x="355603" y="326959"/>
                  </a:cubicBezTo>
                  <a:cubicBezTo>
                    <a:pt x="360544" y="327927"/>
                    <a:pt x="364066" y="325917"/>
                    <a:pt x="366915" y="322075"/>
                  </a:cubicBezTo>
                  <a:cubicBezTo>
                    <a:pt x="368357" y="320132"/>
                    <a:pt x="369881" y="318223"/>
                    <a:pt x="371567" y="316493"/>
                  </a:cubicBezTo>
                  <a:cubicBezTo>
                    <a:pt x="386503" y="301166"/>
                    <a:pt x="401539" y="285937"/>
                    <a:pt x="416435" y="270572"/>
                  </a:cubicBezTo>
                  <a:cubicBezTo>
                    <a:pt x="433126" y="253355"/>
                    <a:pt x="449700" y="236024"/>
                    <a:pt x="466331" y="218747"/>
                  </a:cubicBezTo>
                  <a:cubicBezTo>
                    <a:pt x="483416" y="200999"/>
                    <a:pt x="500509" y="183260"/>
                    <a:pt x="517594" y="165512"/>
                  </a:cubicBezTo>
                  <a:cubicBezTo>
                    <a:pt x="525739" y="157051"/>
                    <a:pt x="533902" y="148607"/>
                    <a:pt x="542009" y="140109"/>
                  </a:cubicBezTo>
                  <a:cubicBezTo>
                    <a:pt x="557881" y="123474"/>
                    <a:pt x="573718" y="106806"/>
                    <a:pt x="590317" y="89368"/>
                  </a:cubicBezTo>
                  <a:cubicBezTo>
                    <a:pt x="588036" y="89368"/>
                    <a:pt x="586381" y="89368"/>
                    <a:pt x="584726" y="89368"/>
                  </a:cubicBezTo>
                  <a:cubicBezTo>
                    <a:pt x="561157" y="89368"/>
                    <a:pt x="537587" y="89422"/>
                    <a:pt x="514018" y="89352"/>
                  </a:cubicBezTo>
                  <a:cubicBezTo>
                    <a:pt x="493621" y="89291"/>
                    <a:pt x="475242" y="76114"/>
                    <a:pt x="470098" y="55432"/>
                  </a:cubicBezTo>
                  <a:cubicBezTo>
                    <a:pt x="464067" y="31181"/>
                    <a:pt x="479633" y="4969"/>
                    <a:pt x="504699" y="925"/>
                  </a:cubicBezTo>
                  <a:cubicBezTo>
                    <a:pt x="507238" y="516"/>
                    <a:pt x="509809" y="40"/>
                    <a:pt x="512365" y="39"/>
                  </a:cubicBezTo>
                  <a:cubicBezTo>
                    <a:pt x="591421" y="-8"/>
                    <a:pt x="670476" y="0"/>
                    <a:pt x="749531" y="0"/>
                  </a:cubicBezTo>
                  <a:close/>
                </a:path>
              </a:pathLst>
            </a:custGeom>
            <a:solidFill>
              <a:schemeClr val="accent1"/>
            </a:solidFill>
            <a:ln w="6350" cap="flat">
              <a:noFill/>
              <a:prstDash val="solid"/>
              <a:miter/>
            </a:ln>
          </p:spPr>
          <p:txBody>
            <a:bodyPr wrap="square" rtlCol="0" anchor="ctr">
              <a:noAutofit/>
            </a:bodyPr>
            <a:lstStyle/>
            <a:p>
              <a:endParaRPr lang="en-US" dirty="0"/>
            </a:p>
          </p:txBody>
        </p:sp>
        <p:sp>
          <p:nvSpPr>
            <p:cNvPr id="1354" name="Freeform: Shape 1353">
              <a:extLst>
                <a:ext uri="{FF2B5EF4-FFF2-40B4-BE49-F238E27FC236}">
                  <a16:creationId xmlns:a16="http://schemas.microsoft.com/office/drawing/2014/main" id="{0828BDA3-B26D-A47E-4A64-C9D7C31A88D6}"/>
                </a:ext>
                <a:ext uri="{C183D7F6-B498-43B3-948B-1728B52AA6E4}">
                  <adec:decorative xmlns:adec="http://schemas.microsoft.com/office/drawing/2017/decorative" val="1"/>
                </a:ext>
              </a:extLst>
            </p:cNvPr>
            <p:cNvSpPr/>
            <p:nvPr/>
          </p:nvSpPr>
          <p:spPr>
            <a:xfrm>
              <a:off x="6565758" y="2556827"/>
              <a:ext cx="497095" cy="118040"/>
            </a:xfrm>
            <a:custGeom>
              <a:avLst/>
              <a:gdLst>
                <a:gd name="connsiteX0" fmla="*/ 443401 w 840931"/>
                <a:gd name="connsiteY0" fmla="*/ 45335 h 199687"/>
                <a:gd name="connsiteX1" fmla="*/ 443401 w 840931"/>
                <a:gd name="connsiteY1" fmla="*/ 154033 h 199687"/>
                <a:gd name="connsiteX2" fmla="*/ 595970 w 840931"/>
                <a:gd name="connsiteY2" fmla="*/ 154033 h 199687"/>
                <a:gd name="connsiteX3" fmla="*/ 595970 w 840931"/>
                <a:gd name="connsiteY3" fmla="*/ 45335 h 199687"/>
                <a:gd name="connsiteX4" fmla="*/ 454398 w 840931"/>
                <a:gd name="connsiteY4" fmla="*/ 45335 h 199687"/>
                <a:gd name="connsiteX5" fmla="*/ 443401 w 840931"/>
                <a:gd name="connsiteY5" fmla="*/ 45335 h 199687"/>
                <a:gd name="connsiteX6" fmla="*/ 261444 w 840931"/>
                <a:gd name="connsiteY6" fmla="*/ 40425 h 199687"/>
                <a:gd name="connsiteX7" fmla="*/ 259700 w 840931"/>
                <a:gd name="connsiteY7" fmla="*/ 41376 h 199687"/>
                <a:gd name="connsiteX8" fmla="*/ 256043 w 840931"/>
                <a:gd name="connsiteY8" fmla="*/ 45243 h 199687"/>
                <a:gd name="connsiteX9" fmla="*/ 243912 w 840931"/>
                <a:gd name="connsiteY9" fmla="*/ 45315 h 199687"/>
                <a:gd name="connsiteX10" fmla="*/ 243114 w 840931"/>
                <a:gd name="connsiteY10" fmla="*/ 49263 h 199687"/>
                <a:gd name="connsiteX11" fmla="*/ 234889 w 840931"/>
                <a:gd name="connsiteY11" fmla="*/ 49365 h 199687"/>
                <a:gd name="connsiteX12" fmla="*/ 234889 w 840931"/>
                <a:gd name="connsiteY12" fmla="*/ 49529 h 199687"/>
                <a:gd name="connsiteX13" fmla="*/ 243114 w 840931"/>
                <a:gd name="connsiteY13" fmla="*/ 49263 h 199687"/>
                <a:gd name="connsiteX14" fmla="*/ 243636 w 840931"/>
                <a:gd name="connsiteY14" fmla="*/ 93983 h 199687"/>
                <a:gd name="connsiteX15" fmla="*/ 235496 w 840931"/>
                <a:gd name="connsiteY15" fmla="*/ 96139 h 199687"/>
                <a:gd name="connsiteX16" fmla="*/ 243637 w 840931"/>
                <a:gd name="connsiteY16" fmla="*/ 94894 h 199687"/>
                <a:gd name="connsiteX17" fmla="*/ 243708 w 840931"/>
                <a:gd name="connsiteY17" fmla="*/ 154056 h 199687"/>
                <a:gd name="connsiteX18" fmla="*/ 397610 w 840931"/>
                <a:gd name="connsiteY18" fmla="*/ 154056 h 199687"/>
                <a:gd name="connsiteX19" fmla="*/ 397610 w 840931"/>
                <a:gd name="connsiteY19" fmla="*/ 45172 h 199687"/>
                <a:gd name="connsiteX20" fmla="*/ 341955 w 840931"/>
                <a:gd name="connsiteY20" fmla="*/ 44825 h 199687"/>
                <a:gd name="connsiteX21" fmla="*/ 344266 w 840931"/>
                <a:gd name="connsiteY21" fmla="*/ 40425 h 199687"/>
                <a:gd name="connsiteX22" fmla="*/ 344164 w 840931"/>
                <a:gd name="connsiteY22" fmla="*/ 40425 h 199687"/>
                <a:gd name="connsiteX23" fmla="*/ 341500 w 840931"/>
                <a:gd name="connsiteY23" fmla="*/ 44897 h 199687"/>
                <a:gd name="connsiteX24" fmla="*/ 291929 w 840931"/>
                <a:gd name="connsiteY24" fmla="*/ 44850 h 199687"/>
                <a:gd name="connsiteX25" fmla="*/ 295815 w 840931"/>
                <a:gd name="connsiteY25" fmla="*/ 40425 h 199687"/>
                <a:gd name="connsiteX26" fmla="*/ 295616 w 840931"/>
                <a:gd name="connsiteY26" fmla="*/ 40425 h 199687"/>
                <a:gd name="connsiteX27" fmla="*/ 291474 w 840931"/>
                <a:gd name="connsiteY27" fmla="*/ 44922 h 199687"/>
                <a:gd name="connsiteX28" fmla="*/ 256494 w 840931"/>
                <a:gd name="connsiteY28" fmla="*/ 45172 h 199687"/>
                <a:gd name="connsiteX29" fmla="*/ 259700 w 840931"/>
                <a:gd name="connsiteY29" fmla="*/ 41376 h 199687"/>
                <a:gd name="connsiteX30" fmla="*/ 261445 w 840931"/>
                <a:gd name="connsiteY30" fmla="*/ 40425 h 199687"/>
                <a:gd name="connsiteX31" fmla="*/ 65346 w 840931"/>
                <a:gd name="connsiteY31" fmla="*/ 40425 h 199687"/>
                <a:gd name="connsiteX32" fmla="*/ 68466 w 840931"/>
                <a:gd name="connsiteY32" fmla="*/ 45244 h 199687"/>
                <a:gd name="connsiteX33" fmla="*/ 45651 w 840931"/>
                <a:gd name="connsiteY33" fmla="*/ 45316 h 199687"/>
                <a:gd name="connsiteX34" fmla="*/ 45651 w 840931"/>
                <a:gd name="connsiteY34" fmla="*/ 154043 h 199687"/>
                <a:gd name="connsiteX35" fmla="*/ 198716 w 840931"/>
                <a:gd name="connsiteY35" fmla="*/ 154043 h 199687"/>
                <a:gd name="connsiteX36" fmla="*/ 199165 w 840931"/>
                <a:gd name="connsiteY36" fmla="*/ 101313 h 199687"/>
                <a:gd name="connsiteX37" fmla="*/ 198644 w 840931"/>
                <a:gd name="connsiteY37" fmla="*/ 50700 h 199687"/>
                <a:gd name="connsiteX38" fmla="*/ 200517 w 840931"/>
                <a:gd name="connsiteY38" fmla="*/ 50640 h 199687"/>
                <a:gd name="connsiteX39" fmla="*/ 200517 w 840931"/>
                <a:gd name="connsiteY39" fmla="*/ 49788 h 199687"/>
                <a:gd name="connsiteX40" fmla="*/ 198644 w 840931"/>
                <a:gd name="connsiteY40" fmla="*/ 49811 h 199687"/>
                <a:gd name="connsiteX41" fmla="*/ 198572 w 840931"/>
                <a:gd name="connsiteY41" fmla="*/ 45172 h 199687"/>
                <a:gd name="connsiteX42" fmla="*/ 171925 w 840931"/>
                <a:gd name="connsiteY42" fmla="*/ 44859 h 199687"/>
                <a:gd name="connsiteX43" fmla="*/ 121425 w 840931"/>
                <a:gd name="connsiteY43" fmla="*/ 45243 h 199687"/>
                <a:gd name="connsiteX44" fmla="*/ 116453 w 840931"/>
                <a:gd name="connsiteY44" fmla="*/ 40425 h 199687"/>
                <a:gd name="connsiteX45" fmla="*/ 115873 w 840931"/>
                <a:gd name="connsiteY45" fmla="*/ 40425 h 199687"/>
                <a:gd name="connsiteX46" fmla="*/ 120514 w 840931"/>
                <a:gd name="connsiteY46" fmla="*/ 45243 h 199687"/>
                <a:gd name="connsiteX47" fmla="*/ 68921 w 840931"/>
                <a:gd name="connsiteY47" fmla="*/ 45172 h 199687"/>
                <a:gd name="connsiteX48" fmla="*/ 65699 w 840931"/>
                <a:gd name="connsiteY48" fmla="*/ 40425 h 199687"/>
                <a:gd name="connsiteX49" fmla="*/ 0 w 840931"/>
                <a:gd name="connsiteY49" fmla="*/ 0 h 199687"/>
                <a:gd name="connsiteX50" fmla="*/ 815286 w 840931"/>
                <a:gd name="connsiteY50" fmla="*/ 0 h 199687"/>
                <a:gd name="connsiteX51" fmla="*/ 815286 w 840931"/>
                <a:gd name="connsiteY51" fmla="*/ 1 h 199687"/>
                <a:gd name="connsiteX52" fmla="*/ 817913 w 840931"/>
                <a:gd name="connsiteY52" fmla="*/ 0 h 199687"/>
                <a:gd name="connsiteX53" fmla="*/ 840931 w 840931"/>
                <a:gd name="connsiteY53" fmla="*/ 23355 h 199687"/>
                <a:gd name="connsiteX54" fmla="*/ 840514 w 840931"/>
                <a:gd name="connsiteY54" fmla="*/ 113546 h 199687"/>
                <a:gd name="connsiteX55" fmla="*/ 795628 w 840931"/>
                <a:gd name="connsiteY55" fmla="*/ 113546 h 199687"/>
                <a:gd name="connsiteX56" fmla="*/ 795640 w 840931"/>
                <a:gd name="connsiteY56" fmla="*/ 45626 h 199687"/>
                <a:gd name="connsiteX57" fmla="*/ 641764 w 840931"/>
                <a:gd name="connsiteY57" fmla="*/ 45626 h 199687"/>
                <a:gd name="connsiteX58" fmla="*/ 641764 w 840931"/>
                <a:gd name="connsiteY58" fmla="*/ 154308 h 199687"/>
                <a:gd name="connsiteX59" fmla="*/ 754805 w 840931"/>
                <a:gd name="connsiteY59" fmla="*/ 154673 h 199687"/>
                <a:gd name="connsiteX60" fmla="*/ 754805 w 840931"/>
                <a:gd name="connsiteY60" fmla="*/ 199551 h 199687"/>
                <a:gd name="connsiteX61" fmla="*/ 519181 w 840931"/>
                <a:gd name="connsiteY61" fmla="*/ 199520 h 199687"/>
                <a:gd name="connsiteX62" fmla="*/ 22783 w 840931"/>
                <a:gd name="connsiteY62" fmla="*/ 199687 h 199687"/>
                <a:gd name="connsiteX63" fmla="*/ 1 w 840931"/>
                <a:gd name="connsiteY63" fmla="*/ 176937 h 199687"/>
                <a:gd name="connsiteX64" fmla="*/ 141 w 840931"/>
                <a:gd name="connsiteY64" fmla="*/ 40425 h 199687"/>
                <a:gd name="connsiteX65" fmla="*/ 0 w 840931"/>
                <a:gd name="connsiteY65" fmla="*/ 40425 h 19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40931" h="199687">
                  <a:moveTo>
                    <a:pt x="443401" y="45335"/>
                  </a:moveTo>
                  <a:cubicBezTo>
                    <a:pt x="443401" y="82008"/>
                    <a:pt x="443401" y="118061"/>
                    <a:pt x="443401" y="154033"/>
                  </a:cubicBezTo>
                  <a:cubicBezTo>
                    <a:pt x="494494" y="154033"/>
                    <a:pt x="545270" y="154033"/>
                    <a:pt x="595970" y="154033"/>
                  </a:cubicBezTo>
                  <a:cubicBezTo>
                    <a:pt x="595970" y="117669"/>
                    <a:pt x="595970" y="81616"/>
                    <a:pt x="595970" y="45335"/>
                  </a:cubicBezTo>
                  <a:cubicBezTo>
                    <a:pt x="548893" y="45335"/>
                    <a:pt x="502134" y="45335"/>
                    <a:pt x="454398" y="45335"/>
                  </a:cubicBezTo>
                  <a:cubicBezTo>
                    <a:pt x="450701" y="45335"/>
                    <a:pt x="447004" y="45335"/>
                    <a:pt x="443401" y="45335"/>
                  </a:cubicBezTo>
                  <a:close/>
                  <a:moveTo>
                    <a:pt x="261444" y="40425"/>
                  </a:moveTo>
                  <a:lnTo>
                    <a:pt x="259700" y="41376"/>
                  </a:lnTo>
                  <a:cubicBezTo>
                    <a:pt x="258348" y="42140"/>
                    <a:pt x="257549" y="43882"/>
                    <a:pt x="256043" y="45243"/>
                  </a:cubicBezTo>
                  <a:cubicBezTo>
                    <a:pt x="251678" y="45315"/>
                    <a:pt x="247764" y="45315"/>
                    <a:pt x="243912" y="45315"/>
                  </a:cubicBezTo>
                  <a:cubicBezTo>
                    <a:pt x="243759" y="47045"/>
                    <a:pt x="243661" y="48154"/>
                    <a:pt x="243114" y="49263"/>
                  </a:cubicBezTo>
                  <a:lnTo>
                    <a:pt x="234889" y="49365"/>
                  </a:lnTo>
                  <a:lnTo>
                    <a:pt x="234889" y="49529"/>
                  </a:lnTo>
                  <a:lnTo>
                    <a:pt x="243114" y="49263"/>
                  </a:lnTo>
                  <a:lnTo>
                    <a:pt x="243636" y="93983"/>
                  </a:lnTo>
                  <a:cubicBezTo>
                    <a:pt x="240864" y="94980"/>
                    <a:pt x="237972" y="95075"/>
                    <a:pt x="235496" y="96139"/>
                  </a:cubicBezTo>
                  <a:cubicBezTo>
                    <a:pt x="237972" y="95075"/>
                    <a:pt x="240864" y="94980"/>
                    <a:pt x="243637" y="94894"/>
                  </a:cubicBezTo>
                  <a:cubicBezTo>
                    <a:pt x="243708" y="114916"/>
                    <a:pt x="243708" y="134484"/>
                    <a:pt x="243708" y="154056"/>
                  </a:cubicBezTo>
                  <a:cubicBezTo>
                    <a:pt x="295404" y="154056"/>
                    <a:pt x="346514" y="154056"/>
                    <a:pt x="397610" y="154056"/>
                  </a:cubicBezTo>
                  <a:cubicBezTo>
                    <a:pt x="397610" y="117710"/>
                    <a:pt x="397610" y="81653"/>
                    <a:pt x="397610" y="45172"/>
                  </a:cubicBezTo>
                  <a:cubicBezTo>
                    <a:pt x="378852" y="45172"/>
                    <a:pt x="360392" y="45172"/>
                    <a:pt x="341955" y="44825"/>
                  </a:cubicBezTo>
                  <a:lnTo>
                    <a:pt x="344266" y="40425"/>
                  </a:lnTo>
                  <a:lnTo>
                    <a:pt x="344164" y="40425"/>
                  </a:lnTo>
                  <a:lnTo>
                    <a:pt x="341500" y="44897"/>
                  </a:lnTo>
                  <a:cubicBezTo>
                    <a:pt x="324631" y="45267"/>
                    <a:pt x="308240" y="45219"/>
                    <a:pt x="291929" y="44850"/>
                  </a:cubicBezTo>
                  <a:lnTo>
                    <a:pt x="295815" y="40425"/>
                  </a:lnTo>
                  <a:lnTo>
                    <a:pt x="295616" y="40425"/>
                  </a:lnTo>
                  <a:lnTo>
                    <a:pt x="291474" y="44922"/>
                  </a:lnTo>
                  <a:cubicBezTo>
                    <a:pt x="279457" y="45267"/>
                    <a:pt x="267975" y="45219"/>
                    <a:pt x="256494" y="45172"/>
                  </a:cubicBezTo>
                  <a:cubicBezTo>
                    <a:pt x="257549" y="43882"/>
                    <a:pt x="258348" y="42140"/>
                    <a:pt x="259700" y="41376"/>
                  </a:cubicBezTo>
                  <a:lnTo>
                    <a:pt x="261445" y="40425"/>
                  </a:lnTo>
                  <a:close/>
                  <a:moveTo>
                    <a:pt x="65346" y="40425"/>
                  </a:moveTo>
                  <a:lnTo>
                    <a:pt x="68466" y="45244"/>
                  </a:lnTo>
                  <a:cubicBezTo>
                    <a:pt x="60549" y="45316"/>
                    <a:pt x="53087" y="45316"/>
                    <a:pt x="45651" y="45316"/>
                  </a:cubicBezTo>
                  <a:cubicBezTo>
                    <a:pt x="45651" y="81970"/>
                    <a:pt x="45651" y="118025"/>
                    <a:pt x="45651" y="154043"/>
                  </a:cubicBezTo>
                  <a:cubicBezTo>
                    <a:pt x="96732" y="154043"/>
                    <a:pt x="147512" y="154043"/>
                    <a:pt x="198716" y="154043"/>
                  </a:cubicBezTo>
                  <a:cubicBezTo>
                    <a:pt x="198716" y="136266"/>
                    <a:pt x="198716" y="118789"/>
                    <a:pt x="199165" y="101313"/>
                  </a:cubicBezTo>
                  <a:cubicBezTo>
                    <a:pt x="198668" y="84594"/>
                    <a:pt x="198620" y="67875"/>
                    <a:pt x="198644" y="50700"/>
                  </a:cubicBezTo>
                  <a:lnTo>
                    <a:pt x="200517" y="50640"/>
                  </a:lnTo>
                  <a:lnTo>
                    <a:pt x="200517" y="49788"/>
                  </a:lnTo>
                  <a:lnTo>
                    <a:pt x="198644" y="49811"/>
                  </a:lnTo>
                  <a:cubicBezTo>
                    <a:pt x="198572" y="48142"/>
                    <a:pt x="198572" y="46906"/>
                    <a:pt x="198572" y="45172"/>
                  </a:cubicBezTo>
                  <a:lnTo>
                    <a:pt x="171925" y="44859"/>
                  </a:lnTo>
                  <a:lnTo>
                    <a:pt x="121425" y="45243"/>
                  </a:lnTo>
                  <a:lnTo>
                    <a:pt x="116453" y="40425"/>
                  </a:lnTo>
                  <a:lnTo>
                    <a:pt x="115873" y="40425"/>
                  </a:lnTo>
                  <a:lnTo>
                    <a:pt x="120514" y="45243"/>
                  </a:lnTo>
                  <a:cubicBezTo>
                    <a:pt x="103013" y="45267"/>
                    <a:pt x="85967" y="45220"/>
                    <a:pt x="68921" y="45172"/>
                  </a:cubicBezTo>
                  <a:lnTo>
                    <a:pt x="65699" y="40425"/>
                  </a:lnTo>
                  <a:close/>
                  <a:moveTo>
                    <a:pt x="0" y="0"/>
                  </a:moveTo>
                  <a:lnTo>
                    <a:pt x="815286" y="0"/>
                  </a:lnTo>
                  <a:lnTo>
                    <a:pt x="815286" y="1"/>
                  </a:lnTo>
                  <a:lnTo>
                    <a:pt x="817913" y="0"/>
                  </a:lnTo>
                  <a:cubicBezTo>
                    <a:pt x="831164" y="-23"/>
                    <a:pt x="841024" y="10934"/>
                    <a:pt x="840931" y="23355"/>
                  </a:cubicBezTo>
                  <a:lnTo>
                    <a:pt x="840514" y="113546"/>
                  </a:lnTo>
                  <a:lnTo>
                    <a:pt x="795628" y="113546"/>
                  </a:lnTo>
                  <a:lnTo>
                    <a:pt x="795640" y="45626"/>
                  </a:lnTo>
                  <a:cubicBezTo>
                    <a:pt x="743960" y="45626"/>
                    <a:pt x="692852" y="45626"/>
                    <a:pt x="641764" y="45626"/>
                  </a:cubicBezTo>
                  <a:cubicBezTo>
                    <a:pt x="641764" y="81974"/>
                    <a:pt x="641764" y="118030"/>
                    <a:pt x="641764" y="154308"/>
                  </a:cubicBezTo>
                  <a:lnTo>
                    <a:pt x="754805" y="154673"/>
                  </a:lnTo>
                  <a:lnTo>
                    <a:pt x="754805" y="199551"/>
                  </a:lnTo>
                  <a:lnTo>
                    <a:pt x="519181" y="199520"/>
                  </a:lnTo>
                  <a:cubicBezTo>
                    <a:pt x="353715" y="199515"/>
                    <a:pt x="188249" y="199440"/>
                    <a:pt x="22783" y="199687"/>
                  </a:cubicBezTo>
                  <a:cubicBezTo>
                    <a:pt x="11155" y="199704"/>
                    <a:pt x="-79" y="188530"/>
                    <a:pt x="1" y="176937"/>
                  </a:cubicBezTo>
                  <a:lnTo>
                    <a:pt x="141" y="40425"/>
                  </a:lnTo>
                  <a:lnTo>
                    <a:pt x="0" y="40425"/>
                  </a:ln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905" name="Group 904">
            <a:extLst>
              <a:ext uri="{FF2B5EF4-FFF2-40B4-BE49-F238E27FC236}">
                <a16:creationId xmlns:a16="http://schemas.microsoft.com/office/drawing/2014/main" id="{BE10452D-6BFA-949E-B1C9-240BA848F963}"/>
              </a:ext>
              <a:ext uri="{C183D7F6-B498-43B3-948B-1728B52AA6E4}">
                <adec:decorative xmlns:adec="http://schemas.microsoft.com/office/drawing/2017/decorative" val="1"/>
              </a:ext>
            </a:extLst>
          </p:cNvPr>
          <p:cNvGrpSpPr>
            <a:grpSpLocks noChangeAspect="1"/>
          </p:cNvGrpSpPr>
          <p:nvPr/>
        </p:nvGrpSpPr>
        <p:grpSpPr>
          <a:xfrm>
            <a:off x="8131351" y="2223703"/>
            <a:ext cx="456262" cy="457200"/>
            <a:chOff x="8131351" y="2223703"/>
            <a:chExt cx="456262" cy="457200"/>
          </a:xfrm>
          <a:solidFill>
            <a:srgbClr val="FF0000"/>
          </a:solidFill>
        </p:grpSpPr>
        <p:sp>
          <p:nvSpPr>
            <p:cNvPr id="1441" name="Freeform: Shape 1440">
              <a:extLst>
                <a:ext uri="{FF2B5EF4-FFF2-40B4-BE49-F238E27FC236}">
                  <a16:creationId xmlns:a16="http://schemas.microsoft.com/office/drawing/2014/main" id="{77CCE4E8-973D-6CD5-0DDE-607B5C0AD12C}"/>
                </a:ext>
                <a:ext uri="{C183D7F6-B498-43B3-948B-1728B52AA6E4}">
                  <adec:decorative xmlns:adec="http://schemas.microsoft.com/office/drawing/2017/decorative" val="1"/>
                </a:ext>
              </a:extLst>
            </p:cNvPr>
            <p:cNvSpPr/>
            <p:nvPr/>
          </p:nvSpPr>
          <p:spPr>
            <a:xfrm>
              <a:off x="8137313" y="2224119"/>
              <a:ext cx="450300" cy="450823"/>
            </a:xfrm>
            <a:custGeom>
              <a:avLst/>
              <a:gdLst>
                <a:gd name="connsiteX0" fmla="*/ 91730 w 838231"/>
                <a:gd name="connsiteY0" fmla="*/ 794811 h 839205"/>
                <a:gd name="connsiteX1" fmla="*/ 193112 w 838231"/>
                <a:gd name="connsiteY1" fmla="*/ 794811 h 839205"/>
                <a:gd name="connsiteX2" fmla="*/ 250437 w 838231"/>
                <a:gd name="connsiteY2" fmla="*/ 794811 h 839205"/>
                <a:gd name="connsiteX3" fmla="*/ 838231 w 838231"/>
                <a:gd name="connsiteY3" fmla="*/ 794811 h 839205"/>
                <a:gd name="connsiteX4" fmla="*/ 838231 w 838231"/>
                <a:gd name="connsiteY4" fmla="*/ 839205 h 839205"/>
                <a:gd name="connsiteX5" fmla="*/ 301521 w 838231"/>
                <a:gd name="connsiteY5" fmla="*/ 839205 h 839205"/>
                <a:gd name="connsiteX6" fmla="*/ 250437 w 838231"/>
                <a:gd name="connsiteY6" fmla="*/ 839205 h 839205"/>
                <a:gd name="connsiteX7" fmla="*/ 193112 w 838231"/>
                <a:gd name="connsiteY7" fmla="*/ 839205 h 839205"/>
                <a:gd name="connsiteX8" fmla="*/ 91730 w 838231"/>
                <a:gd name="connsiteY8" fmla="*/ 839205 h 839205"/>
                <a:gd name="connsiteX9" fmla="*/ 0 w 838231"/>
                <a:gd name="connsiteY9" fmla="*/ 0 h 839205"/>
                <a:gd name="connsiteX10" fmla="*/ 44394 w 838231"/>
                <a:gd name="connsiteY10" fmla="*/ 0 h 839205"/>
                <a:gd name="connsiteX11" fmla="*/ 44394 w 838231"/>
                <a:gd name="connsiteY11" fmla="*/ 534587 h 839205"/>
                <a:gd name="connsiteX12" fmla="*/ 44394 w 838231"/>
                <a:gd name="connsiteY12" fmla="*/ 589496 h 839205"/>
                <a:gd name="connsiteX13" fmla="*/ 44394 w 838231"/>
                <a:gd name="connsiteY13" fmla="*/ 637572 h 839205"/>
                <a:gd name="connsiteX14" fmla="*/ 44394 w 838231"/>
                <a:gd name="connsiteY14" fmla="*/ 753753 h 839205"/>
                <a:gd name="connsiteX15" fmla="*/ 0 w 838231"/>
                <a:gd name="connsiteY15" fmla="*/ 753753 h 839205"/>
                <a:gd name="connsiteX16" fmla="*/ 0 w 838231"/>
                <a:gd name="connsiteY16" fmla="*/ 637572 h 839205"/>
                <a:gd name="connsiteX17" fmla="*/ 0 w 838231"/>
                <a:gd name="connsiteY17" fmla="*/ 589496 h 83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31" h="839205">
                  <a:moveTo>
                    <a:pt x="91730" y="794811"/>
                  </a:moveTo>
                  <a:lnTo>
                    <a:pt x="193112" y="794811"/>
                  </a:lnTo>
                  <a:lnTo>
                    <a:pt x="250437" y="794811"/>
                  </a:lnTo>
                  <a:lnTo>
                    <a:pt x="838231" y="794811"/>
                  </a:lnTo>
                  <a:lnTo>
                    <a:pt x="838231" y="839205"/>
                  </a:lnTo>
                  <a:cubicBezTo>
                    <a:pt x="836934" y="839205"/>
                    <a:pt x="810693" y="839205"/>
                    <a:pt x="301521" y="839205"/>
                  </a:cubicBezTo>
                  <a:lnTo>
                    <a:pt x="250437" y="839205"/>
                  </a:lnTo>
                  <a:lnTo>
                    <a:pt x="193112" y="839205"/>
                  </a:lnTo>
                  <a:lnTo>
                    <a:pt x="91730" y="839205"/>
                  </a:lnTo>
                  <a:close/>
                  <a:moveTo>
                    <a:pt x="0" y="0"/>
                  </a:moveTo>
                  <a:lnTo>
                    <a:pt x="44394" y="0"/>
                  </a:lnTo>
                  <a:cubicBezTo>
                    <a:pt x="44394" y="0"/>
                    <a:pt x="44394" y="49303"/>
                    <a:pt x="44394" y="534587"/>
                  </a:cubicBezTo>
                  <a:lnTo>
                    <a:pt x="44394" y="589496"/>
                  </a:lnTo>
                  <a:lnTo>
                    <a:pt x="44394" y="637572"/>
                  </a:lnTo>
                  <a:lnTo>
                    <a:pt x="44394" y="753753"/>
                  </a:lnTo>
                  <a:lnTo>
                    <a:pt x="0" y="753753"/>
                  </a:lnTo>
                  <a:lnTo>
                    <a:pt x="0" y="637572"/>
                  </a:lnTo>
                  <a:lnTo>
                    <a:pt x="0" y="589496"/>
                  </a:lnTo>
                  <a:close/>
                </a:path>
              </a:pathLst>
            </a:custGeom>
            <a:solidFill>
              <a:schemeClr val="accent2"/>
            </a:solidFill>
            <a:ln w="6697" cap="flat">
              <a:noFill/>
              <a:prstDash val="solid"/>
              <a:miter/>
            </a:ln>
          </p:spPr>
          <p:txBody>
            <a:bodyPr wrap="square" rtlCol="0" anchor="ctr">
              <a:noAutofit/>
            </a:bodyPr>
            <a:lstStyle/>
            <a:p>
              <a:endParaRPr lang="en-US" dirty="0"/>
            </a:p>
          </p:txBody>
        </p:sp>
        <p:sp>
          <p:nvSpPr>
            <p:cNvPr id="1440" name="Freeform: Shape 1439">
              <a:extLst>
                <a:ext uri="{FF2B5EF4-FFF2-40B4-BE49-F238E27FC236}">
                  <a16:creationId xmlns:a16="http://schemas.microsoft.com/office/drawing/2014/main" id="{6B254BCB-B152-DE3B-041A-4C84C499A1A3}"/>
                </a:ext>
                <a:ext uri="{C183D7F6-B498-43B3-948B-1728B52AA6E4}">
                  <adec:decorative xmlns:adec="http://schemas.microsoft.com/office/drawing/2017/decorative" val="1"/>
                </a:ext>
              </a:extLst>
            </p:cNvPr>
            <p:cNvSpPr/>
            <p:nvPr/>
          </p:nvSpPr>
          <p:spPr>
            <a:xfrm>
              <a:off x="8131351" y="2223703"/>
              <a:ext cx="456261" cy="457200"/>
            </a:xfrm>
            <a:custGeom>
              <a:avLst/>
              <a:gdLst>
                <a:gd name="connsiteX0" fmla="*/ 0 w 849329"/>
                <a:gd name="connsiteY0" fmla="*/ 784486 h 851076"/>
                <a:gd name="connsiteX1" fmla="*/ 66590 w 849329"/>
                <a:gd name="connsiteY1" fmla="*/ 784486 h 851076"/>
                <a:gd name="connsiteX2" fmla="*/ 66590 w 849329"/>
                <a:gd name="connsiteY2" fmla="*/ 851076 h 851076"/>
                <a:gd name="connsiteX3" fmla="*/ 0 w 849329"/>
                <a:gd name="connsiteY3" fmla="*/ 851076 h 851076"/>
                <a:gd name="connsiteX4" fmla="*/ 337838 w 849329"/>
                <a:gd name="connsiteY4" fmla="*/ 0 h 851076"/>
                <a:gd name="connsiteX5" fmla="*/ 382682 w 849329"/>
                <a:gd name="connsiteY5" fmla="*/ 61376 h 851076"/>
                <a:gd name="connsiteX6" fmla="*/ 419196 w 849329"/>
                <a:gd name="connsiteY6" fmla="*/ 196560 h 851076"/>
                <a:gd name="connsiteX7" fmla="*/ 424962 w 849329"/>
                <a:gd name="connsiteY7" fmla="*/ 224529 h 851076"/>
                <a:gd name="connsiteX8" fmla="*/ 481336 w 849329"/>
                <a:gd name="connsiteY8" fmla="*/ 188014 h 851076"/>
                <a:gd name="connsiteX9" fmla="*/ 483898 w 849329"/>
                <a:gd name="connsiteY9" fmla="*/ 188014 h 851076"/>
                <a:gd name="connsiteX10" fmla="*/ 546037 w 849329"/>
                <a:gd name="connsiteY10" fmla="*/ 236960 h 851076"/>
                <a:gd name="connsiteX11" fmla="*/ 599208 w 849329"/>
                <a:gd name="connsiteY11" fmla="*/ 337958 h 851076"/>
                <a:gd name="connsiteX12" fmla="*/ 781724 w 849329"/>
                <a:gd name="connsiteY12" fmla="*/ 659274 h 851076"/>
                <a:gd name="connsiteX13" fmla="*/ 849329 w 849329"/>
                <a:gd name="connsiteY13" fmla="*/ 733594 h 851076"/>
                <a:gd name="connsiteX14" fmla="*/ 837090 w 849329"/>
                <a:gd name="connsiteY14" fmla="*/ 754293 h 851076"/>
                <a:gd name="connsiteX15" fmla="*/ 765378 w 849329"/>
                <a:gd name="connsiteY15" fmla="*/ 675746 h 851076"/>
                <a:gd name="connsiteX16" fmla="*/ 579350 w 849329"/>
                <a:gd name="connsiteY16" fmla="*/ 350388 h 851076"/>
                <a:gd name="connsiteX17" fmla="*/ 528741 w 849329"/>
                <a:gd name="connsiteY17" fmla="*/ 249390 h 851076"/>
                <a:gd name="connsiteX18" fmla="*/ 483898 w 849329"/>
                <a:gd name="connsiteY18" fmla="*/ 212874 h 851076"/>
                <a:gd name="connsiteX19" fmla="*/ 439055 w 849329"/>
                <a:gd name="connsiteY19" fmla="*/ 246282 h 851076"/>
                <a:gd name="connsiteX20" fmla="*/ 433290 w 849329"/>
                <a:gd name="connsiteY20" fmla="*/ 255606 h 851076"/>
                <a:gd name="connsiteX21" fmla="*/ 534726 w 849329"/>
                <a:gd name="connsiteY21" fmla="*/ 582711 h 851076"/>
                <a:gd name="connsiteX22" fmla="*/ 578293 w 849329"/>
                <a:gd name="connsiteY22" fmla="*/ 673709 h 851076"/>
                <a:gd name="connsiteX23" fmla="*/ 561655 w 849329"/>
                <a:gd name="connsiteY23" fmla="*/ 686244 h 851076"/>
                <a:gd name="connsiteX24" fmla="*/ 518070 w 849329"/>
                <a:gd name="connsiteY24" fmla="*/ 597946 h 851076"/>
                <a:gd name="connsiteX25" fmla="*/ 416633 w 849329"/>
                <a:gd name="connsiteY25" fmla="*/ 286682 h 851076"/>
                <a:gd name="connsiteX26" fmla="*/ 380119 w 849329"/>
                <a:gd name="connsiteY26" fmla="*/ 357382 h 851076"/>
                <a:gd name="connsiteX27" fmla="*/ 176433 w 849329"/>
                <a:gd name="connsiteY27" fmla="*/ 694539 h 851076"/>
                <a:gd name="connsiteX28" fmla="*/ 97424 w 849329"/>
                <a:gd name="connsiteY28" fmla="*/ 773487 h 851076"/>
                <a:gd name="connsiteX29" fmla="*/ 84227 w 849329"/>
                <a:gd name="connsiteY29" fmla="*/ 753925 h 851076"/>
                <a:gd name="connsiteX30" fmla="*/ 160458 w 849329"/>
                <a:gd name="connsiteY30" fmla="*/ 676876 h 851076"/>
                <a:gd name="connsiteX31" fmla="*/ 360900 w 849329"/>
                <a:gd name="connsiteY31" fmla="*/ 345727 h 851076"/>
                <a:gd name="connsiteX32" fmla="*/ 408946 w 849329"/>
                <a:gd name="connsiteY32" fmla="*/ 254052 h 851076"/>
                <a:gd name="connsiteX33" fmla="*/ 397415 w 849329"/>
                <a:gd name="connsiteY33" fmla="*/ 205106 h 851076"/>
                <a:gd name="connsiteX34" fmla="*/ 363463 w 849329"/>
                <a:gd name="connsiteY34" fmla="*/ 73031 h 851076"/>
                <a:gd name="connsiteX35" fmla="*/ 338479 w 849329"/>
                <a:gd name="connsiteY35" fmla="*/ 27192 h 851076"/>
                <a:gd name="connsiteX36" fmla="*/ 316057 w 849329"/>
                <a:gd name="connsiteY36" fmla="*/ 66814 h 851076"/>
                <a:gd name="connsiteX37" fmla="*/ 276979 w 849329"/>
                <a:gd name="connsiteY37" fmla="*/ 213652 h 851076"/>
                <a:gd name="connsiteX38" fmla="*/ 96966 w 849329"/>
                <a:gd name="connsiteY38" fmla="*/ 706994 h 851076"/>
                <a:gd name="connsiteX39" fmla="*/ 95098 w 849329"/>
                <a:gd name="connsiteY39" fmla="*/ 708000 h 851076"/>
                <a:gd name="connsiteX40" fmla="*/ 77554 w 849329"/>
                <a:gd name="connsiteY40" fmla="*/ 691378 h 851076"/>
                <a:gd name="connsiteX41" fmla="*/ 132301 w 849329"/>
                <a:gd name="connsiteY41" fmla="*/ 586572 h 851076"/>
                <a:gd name="connsiteX42" fmla="*/ 253918 w 849329"/>
                <a:gd name="connsiteY42" fmla="*/ 201998 h 851076"/>
                <a:gd name="connsiteX43" fmla="*/ 292994 w 849329"/>
                <a:gd name="connsiteY43" fmla="*/ 58270 h 851076"/>
                <a:gd name="connsiteX44" fmla="*/ 337838 w 849329"/>
                <a:gd name="connsiteY44" fmla="*/ 0 h 85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49329" h="851076">
                  <a:moveTo>
                    <a:pt x="0" y="784486"/>
                  </a:moveTo>
                  <a:lnTo>
                    <a:pt x="66590" y="784486"/>
                  </a:lnTo>
                  <a:lnTo>
                    <a:pt x="66590" y="851076"/>
                  </a:lnTo>
                  <a:lnTo>
                    <a:pt x="0" y="851076"/>
                  </a:lnTo>
                  <a:close/>
                  <a:moveTo>
                    <a:pt x="337838" y="0"/>
                  </a:moveTo>
                  <a:cubicBezTo>
                    <a:pt x="351932" y="3108"/>
                    <a:pt x="368588" y="12430"/>
                    <a:pt x="382682" y="61376"/>
                  </a:cubicBezTo>
                  <a:cubicBezTo>
                    <a:pt x="396775" y="107992"/>
                    <a:pt x="407665" y="150722"/>
                    <a:pt x="419196" y="196560"/>
                  </a:cubicBezTo>
                  <a:cubicBezTo>
                    <a:pt x="422399" y="205883"/>
                    <a:pt x="422399" y="215206"/>
                    <a:pt x="424962" y="224529"/>
                  </a:cubicBezTo>
                  <a:cubicBezTo>
                    <a:pt x="442258" y="200444"/>
                    <a:pt x="461477" y="188014"/>
                    <a:pt x="481336" y="188014"/>
                  </a:cubicBezTo>
                  <a:lnTo>
                    <a:pt x="483898" y="188014"/>
                  </a:lnTo>
                  <a:cubicBezTo>
                    <a:pt x="506960" y="188014"/>
                    <a:pt x="531944" y="206660"/>
                    <a:pt x="546037" y="236960"/>
                  </a:cubicBezTo>
                  <a:cubicBezTo>
                    <a:pt x="565256" y="270366"/>
                    <a:pt x="579350" y="304552"/>
                    <a:pt x="599208" y="337958"/>
                  </a:cubicBezTo>
                  <a:cubicBezTo>
                    <a:pt x="655904" y="450417"/>
                    <a:pt x="712957" y="568557"/>
                    <a:pt x="781724" y="659274"/>
                  </a:cubicBezTo>
                  <a:lnTo>
                    <a:pt x="849329" y="733594"/>
                  </a:lnTo>
                  <a:lnTo>
                    <a:pt x="837090" y="754293"/>
                  </a:lnTo>
                  <a:lnTo>
                    <a:pt x="765378" y="675746"/>
                  </a:lnTo>
                  <a:cubicBezTo>
                    <a:pt x="694540" y="583464"/>
                    <a:pt x="636044" y="465179"/>
                    <a:pt x="579350" y="350388"/>
                  </a:cubicBezTo>
                  <a:cubicBezTo>
                    <a:pt x="559491" y="313874"/>
                    <a:pt x="545397" y="282798"/>
                    <a:pt x="528741" y="249390"/>
                  </a:cubicBezTo>
                  <a:cubicBezTo>
                    <a:pt x="514647" y="225306"/>
                    <a:pt x="497991" y="212874"/>
                    <a:pt x="483898" y="212874"/>
                  </a:cubicBezTo>
                  <a:cubicBezTo>
                    <a:pt x="467242" y="212874"/>
                    <a:pt x="450586" y="224529"/>
                    <a:pt x="439055" y="246282"/>
                  </a:cubicBezTo>
                  <a:cubicBezTo>
                    <a:pt x="435852" y="249390"/>
                    <a:pt x="435852" y="252498"/>
                    <a:pt x="433290" y="255606"/>
                  </a:cubicBezTo>
                  <a:cubicBezTo>
                    <a:pt x="462598" y="370977"/>
                    <a:pt x="493708" y="484164"/>
                    <a:pt x="534726" y="582711"/>
                  </a:cubicBezTo>
                  <a:lnTo>
                    <a:pt x="578293" y="673709"/>
                  </a:lnTo>
                  <a:lnTo>
                    <a:pt x="561655" y="686244"/>
                  </a:lnTo>
                  <a:lnTo>
                    <a:pt x="518070" y="597946"/>
                  </a:lnTo>
                  <a:cubicBezTo>
                    <a:pt x="477051" y="502713"/>
                    <a:pt x="445941" y="394479"/>
                    <a:pt x="416633" y="286682"/>
                  </a:cubicBezTo>
                  <a:cubicBezTo>
                    <a:pt x="405103" y="308436"/>
                    <a:pt x="394212" y="332520"/>
                    <a:pt x="380119" y="357382"/>
                  </a:cubicBezTo>
                  <a:cubicBezTo>
                    <a:pt x="317179" y="477414"/>
                    <a:pt x="252436" y="602255"/>
                    <a:pt x="176433" y="694539"/>
                  </a:cubicBezTo>
                  <a:lnTo>
                    <a:pt x="97424" y="773487"/>
                  </a:lnTo>
                  <a:lnTo>
                    <a:pt x="84227" y="753925"/>
                  </a:lnTo>
                  <a:lnTo>
                    <a:pt x="160458" y="676876"/>
                  </a:lnTo>
                  <a:cubicBezTo>
                    <a:pt x="235019" y="586377"/>
                    <a:pt x="299400" y="465179"/>
                    <a:pt x="360900" y="345727"/>
                  </a:cubicBezTo>
                  <a:cubicBezTo>
                    <a:pt x="378196" y="315428"/>
                    <a:pt x="394853" y="284352"/>
                    <a:pt x="408946" y="254052"/>
                  </a:cubicBezTo>
                  <a:cubicBezTo>
                    <a:pt x="405743" y="238514"/>
                    <a:pt x="403180" y="223752"/>
                    <a:pt x="397415" y="205106"/>
                  </a:cubicBezTo>
                  <a:cubicBezTo>
                    <a:pt x="385885" y="158492"/>
                    <a:pt x="374993" y="115760"/>
                    <a:pt x="363463" y="73031"/>
                  </a:cubicBezTo>
                  <a:cubicBezTo>
                    <a:pt x="352572" y="36516"/>
                    <a:pt x="344244" y="27192"/>
                    <a:pt x="338479" y="27192"/>
                  </a:cubicBezTo>
                  <a:cubicBezTo>
                    <a:pt x="335916" y="27192"/>
                    <a:pt x="324385" y="36516"/>
                    <a:pt x="316057" y="66814"/>
                  </a:cubicBezTo>
                  <a:cubicBezTo>
                    <a:pt x="301964" y="112652"/>
                    <a:pt x="291073" y="161598"/>
                    <a:pt x="276979" y="213652"/>
                  </a:cubicBezTo>
                  <a:cubicBezTo>
                    <a:pt x="228934" y="391566"/>
                    <a:pt x="178326" y="578026"/>
                    <a:pt x="96966" y="706994"/>
                  </a:cubicBezTo>
                  <a:lnTo>
                    <a:pt x="95098" y="708000"/>
                  </a:lnTo>
                  <a:lnTo>
                    <a:pt x="77554" y="691378"/>
                  </a:lnTo>
                  <a:lnTo>
                    <a:pt x="132301" y="586572"/>
                  </a:lnTo>
                  <a:cubicBezTo>
                    <a:pt x="182209" y="472364"/>
                    <a:pt x="217883" y="335433"/>
                    <a:pt x="253918" y="201998"/>
                  </a:cubicBezTo>
                  <a:cubicBezTo>
                    <a:pt x="268011" y="153052"/>
                    <a:pt x="278901" y="104107"/>
                    <a:pt x="292994" y="58270"/>
                  </a:cubicBezTo>
                  <a:cubicBezTo>
                    <a:pt x="307089" y="12430"/>
                    <a:pt x="323744" y="0"/>
                    <a:pt x="337838" y="0"/>
                  </a:cubicBezTo>
                  <a:close/>
                </a:path>
              </a:pathLst>
            </a:custGeom>
            <a:solidFill>
              <a:schemeClr val="accent1"/>
            </a:solidFill>
            <a:ln w="5755" cap="flat">
              <a:noFill/>
              <a:prstDash val="solid"/>
              <a:miter/>
            </a:ln>
          </p:spPr>
          <p:txBody>
            <a:bodyPr wrap="square" rtlCol="0" anchor="ctr">
              <a:noAutofit/>
            </a:bodyPr>
            <a:lstStyle/>
            <a:p>
              <a:endParaRPr lang="en-US" dirty="0"/>
            </a:p>
          </p:txBody>
        </p:sp>
      </p:grpSp>
      <p:grpSp>
        <p:nvGrpSpPr>
          <p:cNvPr id="904" name="Group 903">
            <a:extLst>
              <a:ext uri="{FF2B5EF4-FFF2-40B4-BE49-F238E27FC236}">
                <a16:creationId xmlns:a16="http://schemas.microsoft.com/office/drawing/2014/main" id="{52AD8829-8CA3-932A-7C6F-7C332E114883}"/>
              </a:ext>
              <a:ext uri="{C183D7F6-B498-43B3-948B-1728B52AA6E4}">
                <adec:decorative xmlns:adec="http://schemas.microsoft.com/office/drawing/2017/decorative" val="1"/>
              </a:ext>
            </a:extLst>
          </p:cNvPr>
          <p:cNvGrpSpPr>
            <a:grpSpLocks noChangeAspect="1"/>
          </p:cNvGrpSpPr>
          <p:nvPr/>
        </p:nvGrpSpPr>
        <p:grpSpPr>
          <a:xfrm>
            <a:off x="8755963" y="2223703"/>
            <a:ext cx="457493" cy="457200"/>
            <a:chOff x="8755963" y="2223703"/>
            <a:chExt cx="457493" cy="457200"/>
          </a:xfrm>
          <a:solidFill>
            <a:srgbClr val="FF0000"/>
          </a:solidFill>
        </p:grpSpPr>
        <p:sp>
          <p:nvSpPr>
            <p:cNvPr id="1442" name="Freeform: Shape 1441">
              <a:extLst>
                <a:ext uri="{FF2B5EF4-FFF2-40B4-BE49-F238E27FC236}">
                  <a16:creationId xmlns:a16="http://schemas.microsoft.com/office/drawing/2014/main" id="{4F11695C-62D6-E860-B53B-D8CD22337B89}"/>
                </a:ext>
                <a:ext uri="{C183D7F6-B498-43B3-948B-1728B52AA6E4}">
                  <adec:decorative xmlns:adec="http://schemas.microsoft.com/office/drawing/2017/decorative" val="1"/>
                </a:ext>
              </a:extLst>
            </p:cNvPr>
            <p:cNvSpPr/>
            <p:nvPr/>
          </p:nvSpPr>
          <p:spPr>
            <a:xfrm>
              <a:off x="8771906" y="2277813"/>
              <a:ext cx="386416" cy="387077"/>
            </a:xfrm>
            <a:custGeom>
              <a:avLst/>
              <a:gdLst>
                <a:gd name="connsiteX0" fmla="*/ 0 w 727928"/>
                <a:gd name="connsiteY0" fmla="*/ 660933 h 729172"/>
                <a:gd name="connsiteX1" fmla="*/ 68239 w 727928"/>
                <a:gd name="connsiteY1" fmla="*/ 660933 h 729172"/>
                <a:gd name="connsiteX2" fmla="*/ 68239 w 727928"/>
                <a:gd name="connsiteY2" fmla="*/ 729172 h 729172"/>
                <a:gd name="connsiteX3" fmla="*/ 0 w 727928"/>
                <a:gd name="connsiteY3" fmla="*/ 729172 h 729172"/>
                <a:gd name="connsiteX4" fmla="*/ 385961 w 727928"/>
                <a:gd name="connsiteY4" fmla="*/ 630345 h 729172"/>
                <a:gd name="connsiteX5" fmla="*/ 412478 w 727928"/>
                <a:gd name="connsiteY5" fmla="*/ 630345 h 729172"/>
                <a:gd name="connsiteX6" fmla="*/ 412478 w 727928"/>
                <a:gd name="connsiteY6" fmla="*/ 657415 h 729172"/>
                <a:gd name="connsiteX7" fmla="*/ 385961 w 727928"/>
                <a:gd name="connsiteY7" fmla="*/ 657415 h 729172"/>
                <a:gd name="connsiteX8" fmla="*/ 385961 w 727928"/>
                <a:gd name="connsiteY8" fmla="*/ 578414 h 729172"/>
                <a:gd name="connsiteX9" fmla="*/ 412478 w 727928"/>
                <a:gd name="connsiteY9" fmla="*/ 578414 h 729172"/>
                <a:gd name="connsiteX10" fmla="*/ 412478 w 727928"/>
                <a:gd name="connsiteY10" fmla="*/ 603827 h 729172"/>
                <a:gd name="connsiteX11" fmla="*/ 385961 w 727928"/>
                <a:gd name="connsiteY11" fmla="*/ 603827 h 729172"/>
                <a:gd name="connsiteX12" fmla="*/ 385961 w 727928"/>
                <a:gd name="connsiteY12" fmla="*/ 526485 h 729172"/>
                <a:gd name="connsiteX13" fmla="*/ 412478 w 727928"/>
                <a:gd name="connsiteY13" fmla="*/ 526485 h 729172"/>
                <a:gd name="connsiteX14" fmla="*/ 412478 w 727928"/>
                <a:gd name="connsiteY14" fmla="*/ 553002 h 729172"/>
                <a:gd name="connsiteX15" fmla="*/ 385961 w 727928"/>
                <a:gd name="connsiteY15" fmla="*/ 553002 h 729172"/>
                <a:gd name="connsiteX16" fmla="*/ 385961 w 727928"/>
                <a:gd name="connsiteY16" fmla="*/ 419862 h 729172"/>
                <a:gd name="connsiteX17" fmla="*/ 412478 w 727928"/>
                <a:gd name="connsiteY17" fmla="*/ 419862 h 729172"/>
                <a:gd name="connsiteX18" fmla="*/ 412478 w 727928"/>
                <a:gd name="connsiteY18" fmla="*/ 446932 h 729172"/>
                <a:gd name="connsiteX19" fmla="*/ 385961 w 727928"/>
                <a:gd name="connsiteY19" fmla="*/ 446932 h 729172"/>
                <a:gd name="connsiteX20" fmla="*/ 385961 w 727928"/>
                <a:gd name="connsiteY20" fmla="*/ 367931 h 729172"/>
                <a:gd name="connsiteX21" fmla="*/ 412478 w 727928"/>
                <a:gd name="connsiteY21" fmla="*/ 367931 h 729172"/>
                <a:gd name="connsiteX22" fmla="*/ 412478 w 727928"/>
                <a:gd name="connsiteY22" fmla="*/ 394448 h 729172"/>
                <a:gd name="connsiteX23" fmla="*/ 385961 w 727928"/>
                <a:gd name="connsiteY23" fmla="*/ 394448 h 729172"/>
                <a:gd name="connsiteX24" fmla="*/ 700858 w 727928"/>
                <a:gd name="connsiteY24" fmla="*/ 316001 h 729172"/>
                <a:gd name="connsiteX25" fmla="*/ 727928 w 727928"/>
                <a:gd name="connsiteY25" fmla="*/ 316001 h 729172"/>
                <a:gd name="connsiteX26" fmla="*/ 727928 w 727928"/>
                <a:gd name="connsiteY26" fmla="*/ 341414 h 729172"/>
                <a:gd name="connsiteX27" fmla="*/ 700858 w 727928"/>
                <a:gd name="connsiteY27" fmla="*/ 341414 h 729172"/>
                <a:gd name="connsiteX28" fmla="*/ 648927 w 727928"/>
                <a:gd name="connsiteY28" fmla="*/ 316001 h 729172"/>
                <a:gd name="connsiteX29" fmla="*/ 675997 w 727928"/>
                <a:gd name="connsiteY29" fmla="*/ 316001 h 729172"/>
                <a:gd name="connsiteX30" fmla="*/ 675997 w 727928"/>
                <a:gd name="connsiteY30" fmla="*/ 341414 h 729172"/>
                <a:gd name="connsiteX31" fmla="*/ 648927 w 727928"/>
                <a:gd name="connsiteY31" fmla="*/ 341414 h 729172"/>
                <a:gd name="connsiteX32" fmla="*/ 597549 w 727928"/>
                <a:gd name="connsiteY32" fmla="*/ 316001 h 729172"/>
                <a:gd name="connsiteX33" fmla="*/ 624066 w 727928"/>
                <a:gd name="connsiteY33" fmla="*/ 316001 h 729172"/>
                <a:gd name="connsiteX34" fmla="*/ 624066 w 727928"/>
                <a:gd name="connsiteY34" fmla="*/ 341414 h 729172"/>
                <a:gd name="connsiteX35" fmla="*/ 597549 w 727928"/>
                <a:gd name="connsiteY35" fmla="*/ 341414 h 729172"/>
                <a:gd name="connsiteX36" fmla="*/ 492031 w 727928"/>
                <a:gd name="connsiteY36" fmla="*/ 316001 h 729172"/>
                <a:gd name="connsiteX37" fmla="*/ 518548 w 727928"/>
                <a:gd name="connsiteY37" fmla="*/ 316001 h 729172"/>
                <a:gd name="connsiteX38" fmla="*/ 518548 w 727928"/>
                <a:gd name="connsiteY38" fmla="*/ 341414 h 729172"/>
                <a:gd name="connsiteX39" fmla="*/ 492031 w 727928"/>
                <a:gd name="connsiteY39" fmla="*/ 341414 h 729172"/>
                <a:gd name="connsiteX40" fmla="*/ 438997 w 727928"/>
                <a:gd name="connsiteY40" fmla="*/ 316001 h 729172"/>
                <a:gd name="connsiteX41" fmla="*/ 465514 w 727928"/>
                <a:gd name="connsiteY41" fmla="*/ 316001 h 729172"/>
                <a:gd name="connsiteX42" fmla="*/ 465514 w 727928"/>
                <a:gd name="connsiteY42" fmla="*/ 341414 h 729172"/>
                <a:gd name="connsiteX43" fmla="*/ 438997 w 727928"/>
                <a:gd name="connsiteY43" fmla="*/ 341414 h 729172"/>
                <a:gd name="connsiteX44" fmla="*/ 335136 w 727928"/>
                <a:gd name="connsiteY44" fmla="*/ 316001 h 729172"/>
                <a:gd name="connsiteX45" fmla="*/ 361653 w 727928"/>
                <a:gd name="connsiteY45" fmla="*/ 316001 h 729172"/>
                <a:gd name="connsiteX46" fmla="*/ 361653 w 727928"/>
                <a:gd name="connsiteY46" fmla="*/ 341414 h 729172"/>
                <a:gd name="connsiteX47" fmla="*/ 335136 w 727928"/>
                <a:gd name="connsiteY47" fmla="*/ 341414 h 729172"/>
                <a:gd name="connsiteX48" fmla="*/ 282101 w 727928"/>
                <a:gd name="connsiteY48" fmla="*/ 316001 h 729172"/>
                <a:gd name="connsiteX49" fmla="*/ 308618 w 727928"/>
                <a:gd name="connsiteY49" fmla="*/ 316001 h 729172"/>
                <a:gd name="connsiteX50" fmla="*/ 308618 w 727928"/>
                <a:gd name="connsiteY50" fmla="*/ 341414 h 729172"/>
                <a:gd name="connsiteX51" fmla="*/ 282101 w 727928"/>
                <a:gd name="connsiteY51" fmla="*/ 341414 h 729172"/>
                <a:gd name="connsiteX52" fmla="*/ 176582 w 727928"/>
                <a:gd name="connsiteY52" fmla="*/ 316001 h 729172"/>
                <a:gd name="connsiteX53" fmla="*/ 203099 w 727928"/>
                <a:gd name="connsiteY53" fmla="*/ 316001 h 729172"/>
                <a:gd name="connsiteX54" fmla="*/ 203099 w 727928"/>
                <a:gd name="connsiteY54" fmla="*/ 341414 h 729172"/>
                <a:gd name="connsiteX55" fmla="*/ 176582 w 727928"/>
                <a:gd name="connsiteY55" fmla="*/ 341414 h 729172"/>
                <a:gd name="connsiteX56" fmla="*/ 123547 w 727928"/>
                <a:gd name="connsiteY56" fmla="*/ 316001 h 729172"/>
                <a:gd name="connsiteX57" fmla="*/ 150064 w 727928"/>
                <a:gd name="connsiteY57" fmla="*/ 316001 h 729172"/>
                <a:gd name="connsiteX58" fmla="*/ 150064 w 727928"/>
                <a:gd name="connsiteY58" fmla="*/ 341414 h 729172"/>
                <a:gd name="connsiteX59" fmla="*/ 123547 w 727928"/>
                <a:gd name="connsiteY59" fmla="*/ 341414 h 729172"/>
                <a:gd name="connsiteX60" fmla="*/ 72722 w 727928"/>
                <a:gd name="connsiteY60" fmla="*/ 316001 h 729172"/>
                <a:gd name="connsiteX61" fmla="*/ 98135 w 727928"/>
                <a:gd name="connsiteY61" fmla="*/ 316001 h 729172"/>
                <a:gd name="connsiteX62" fmla="*/ 98135 w 727928"/>
                <a:gd name="connsiteY62" fmla="*/ 341414 h 729172"/>
                <a:gd name="connsiteX63" fmla="*/ 72722 w 727928"/>
                <a:gd name="connsiteY63" fmla="*/ 341414 h 729172"/>
                <a:gd name="connsiteX64" fmla="*/ 385961 w 727928"/>
                <a:gd name="connsiteY64" fmla="*/ 315448 h 729172"/>
                <a:gd name="connsiteX65" fmla="*/ 412478 w 727928"/>
                <a:gd name="connsiteY65" fmla="*/ 315448 h 729172"/>
                <a:gd name="connsiteX66" fmla="*/ 412478 w 727928"/>
                <a:gd name="connsiteY66" fmla="*/ 341965 h 729172"/>
                <a:gd name="connsiteX67" fmla="*/ 385961 w 727928"/>
                <a:gd name="connsiteY67" fmla="*/ 341965 h 729172"/>
                <a:gd name="connsiteX68" fmla="*/ 385961 w 727928"/>
                <a:gd name="connsiteY68" fmla="*/ 262966 h 729172"/>
                <a:gd name="connsiteX69" fmla="*/ 412478 w 727928"/>
                <a:gd name="connsiteY69" fmla="*/ 262966 h 729172"/>
                <a:gd name="connsiteX70" fmla="*/ 412478 w 727928"/>
                <a:gd name="connsiteY70" fmla="*/ 289483 h 729172"/>
                <a:gd name="connsiteX71" fmla="*/ 385961 w 727928"/>
                <a:gd name="connsiteY71" fmla="*/ 289483 h 729172"/>
                <a:gd name="connsiteX72" fmla="*/ 385961 w 727928"/>
                <a:gd name="connsiteY72" fmla="*/ 210483 h 729172"/>
                <a:gd name="connsiteX73" fmla="*/ 412478 w 727928"/>
                <a:gd name="connsiteY73" fmla="*/ 210483 h 729172"/>
                <a:gd name="connsiteX74" fmla="*/ 412478 w 727928"/>
                <a:gd name="connsiteY74" fmla="*/ 237553 h 729172"/>
                <a:gd name="connsiteX75" fmla="*/ 385961 w 727928"/>
                <a:gd name="connsiteY75" fmla="*/ 237553 h 729172"/>
                <a:gd name="connsiteX76" fmla="*/ 385961 w 727928"/>
                <a:gd name="connsiteY76" fmla="*/ 104413 h 729172"/>
                <a:gd name="connsiteX77" fmla="*/ 412478 w 727928"/>
                <a:gd name="connsiteY77" fmla="*/ 104413 h 729172"/>
                <a:gd name="connsiteX78" fmla="*/ 412478 w 727928"/>
                <a:gd name="connsiteY78" fmla="*/ 130930 h 729172"/>
                <a:gd name="connsiteX79" fmla="*/ 385961 w 727928"/>
                <a:gd name="connsiteY79" fmla="*/ 130930 h 729172"/>
                <a:gd name="connsiteX80" fmla="*/ 385961 w 727928"/>
                <a:gd name="connsiteY80" fmla="*/ 53588 h 729172"/>
                <a:gd name="connsiteX81" fmla="*/ 412478 w 727928"/>
                <a:gd name="connsiteY81" fmla="*/ 53588 h 729172"/>
                <a:gd name="connsiteX82" fmla="*/ 412478 w 727928"/>
                <a:gd name="connsiteY82" fmla="*/ 79001 h 729172"/>
                <a:gd name="connsiteX83" fmla="*/ 385961 w 727928"/>
                <a:gd name="connsiteY83" fmla="*/ 79001 h 729172"/>
                <a:gd name="connsiteX84" fmla="*/ 385961 w 727928"/>
                <a:gd name="connsiteY84" fmla="*/ 0 h 729172"/>
                <a:gd name="connsiteX85" fmla="*/ 412478 w 727928"/>
                <a:gd name="connsiteY85" fmla="*/ 0 h 729172"/>
                <a:gd name="connsiteX86" fmla="*/ 412478 w 727928"/>
                <a:gd name="connsiteY86" fmla="*/ 27070 h 729172"/>
                <a:gd name="connsiteX87" fmla="*/ 385961 w 727928"/>
                <a:gd name="connsiteY87" fmla="*/ 27070 h 7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727928" h="729172">
                  <a:moveTo>
                    <a:pt x="0" y="660933"/>
                  </a:moveTo>
                  <a:lnTo>
                    <a:pt x="68239" y="660933"/>
                  </a:lnTo>
                  <a:lnTo>
                    <a:pt x="68239" y="729172"/>
                  </a:lnTo>
                  <a:lnTo>
                    <a:pt x="0" y="729172"/>
                  </a:lnTo>
                  <a:close/>
                  <a:moveTo>
                    <a:pt x="385961" y="630345"/>
                  </a:moveTo>
                  <a:lnTo>
                    <a:pt x="412478" y="630345"/>
                  </a:lnTo>
                  <a:lnTo>
                    <a:pt x="412478" y="657415"/>
                  </a:lnTo>
                  <a:lnTo>
                    <a:pt x="385961" y="657415"/>
                  </a:lnTo>
                  <a:close/>
                  <a:moveTo>
                    <a:pt x="385961" y="578414"/>
                  </a:moveTo>
                  <a:lnTo>
                    <a:pt x="412478" y="578414"/>
                  </a:lnTo>
                  <a:lnTo>
                    <a:pt x="412478" y="603827"/>
                  </a:lnTo>
                  <a:lnTo>
                    <a:pt x="385961" y="603827"/>
                  </a:lnTo>
                  <a:close/>
                  <a:moveTo>
                    <a:pt x="385961" y="526485"/>
                  </a:moveTo>
                  <a:lnTo>
                    <a:pt x="412478" y="526485"/>
                  </a:lnTo>
                  <a:lnTo>
                    <a:pt x="412478" y="553002"/>
                  </a:lnTo>
                  <a:lnTo>
                    <a:pt x="385961" y="553002"/>
                  </a:lnTo>
                  <a:close/>
                  <a:moveTo>
                    <a:pt x="385961" y="419862"/>
                  </a:moveTo>
                  <a:lnTo>
                    <a:pt x="412478" y="419862"/>
                  </a:lnTo>
                  <a:lnTo>
                    <a:pt x="412478" y="446932"/>
                  </a:lnTo>
                  <a:lnTo>
                    <a:pt x="385961" y="446932"/>
                  </a:lnTo>
                  <a:close/>
                  <a:moveTo>
                    <a:pt x="385961" y="367931"/>
                  </a:moveTo>
                  <a:lnTo>
                    <a:pt x="412478" y="367931"/>
                  </a:lnTo>
                  <a:lnTo>
                    <a:pt x="412478" y="394448"/>
                  </a:lnTo>
                  <a:lnTo>
                    <a:pt x="385961" y="394448"/>
                  </a:lnTo>
                  <a:close/>
                  <a:moveTo>
                    <a:pt x="700858" y="316001"/>
                  </a:moveTo>
                  <a:lnTo>
                    <a:pt x="727928" y="316001"/>
                  </a:lnTo>
                  <a:lnTo>
                    <a:pt x="727928" y="341414"/>
                  </a:lnTo>
                  <a:lnTo>
                    <a:pt x="700858" y="341414"/>
                  </a:lnTo>
                  <a:close/>
                  <a:moveTo>
                    <a:pt x="648927" y="316001"/>
                  </a:moveTo>
                  <a:lnTo>
                    <a:pt x="675997" y="316001"/>
                  </a:lnTo>
                  <a:lnTo>
                    <a:pt x="675997" y="341414"/>
                  </a:lnTo>
                  <a:lnTo>
                    <a:pt x="648927" y="341414"/>
                  </a:lnTo>
                  <a:close/>
                  <a:moveTo>
                    <a:pt x="597549" y="316001"/>
                  </a:moveTo>
                  <a:lnTo>
                    <a:pt x="624066" y="316001"/>
                  </a:lnTo>
                  <a:lnTo>
                    <a:pt x="624066" y="341414"/>
                  </a:lnTo>
                  <a:lnTo>
                    <a:pt x="597549" y="341414"/>
                  </a:lnTo>
                  <a:close/>
                  <a:moveTo>
                    <a:pt x="492031" y="316001"/>
                  </a:moveTo>
                  <a:lnTo>
                    <a:pt x="518548" y="316001"/>
                  </a:lnTo>
                  <a:lnTo>
                    <a:pt x="518548" y="341414"/>
                  </a:lnTo>
                  <a:lnTo>
                    <a:pt x="492031" y="341414"/>
                  </a:lnTo>
                  <a:close/>
                  <a:moveTo>
                    <a:pt x="438997" y="316001"/>
                  </a:moveTo>
                  <a:lnTo>
                    <a:pt x="465514" y="316001"/>
                  </a:lnTo>
                  <a:lnTo>
                    <a:pt x="465514" y="341414"/>
                  </a:lnTo>
                  <a:lnTo>
                    <a:pt x="438997" y="341414"/>
                  </a:lnTo>
                  <a:close/>
                  <a:moveTo>
                    <a:pt x="335136" y="316001"/>
                  </a:moveTo>
                  <a:lnTo>
                    <a:pt x="361653" y="316001"/>
                  </a:lnTo>
                  <a:lnTo>
                    <a:pt x="361653" y="341414"/>
                  </a:lnTo>
                  <a:lnTo>
                    <a:pt x="335136" y="341414"/>
                  </a:lnTo>
                  <a:close/>
                  <a:moveTo>
                    <a:pt x="282101" y="316001"/>
                  </a:moveTo>
                  <a:lnTo>
                    <a:pt x="308618" y="316001"/>
                  </a:lnTo>
                  <a:lnTo>
                    <a:pt x="308618" y="341414"/>
                  </a:lnTo>
                  <a:lnTo>
                    <a:pt x="282101" y="341414"/>
                  </a:lnTo>
                  <a:close/>
                  <a:moveTo>
                    <a:pt x="176582" y="316001"/>
                  </a:moveTo>
                  <a:lnTo>
                    <a:pt x="203099" y="316001"/>
                  </a:lnTo>
                  <a:lnTo>
                    <a:pt x="203099" y="341414"/>
                  </a:lnTo>
                  <a:lnTo>
                    <a:pt x="176582" y="341414"/>
                  </a:lnTo>
                  <a:close/>
                  <a:moveTo>
                    <a:pt x="123547" y="316001"/>
                  </a:moveTo>
                  <a:lnTo>
                    <a:pt x="150064" y="316001"/>
                  </a:lnTo>
                  <a:lnTo>
                    <a:pt x="150064" y="341414"/>
                  </a:lnTo>
                  <a:lnTo>
                    <a:pt x="123547" y="341414"/>
                  </a:lnTo>
                  <a:close/>
                  <a:moveTo>
                    <a:pt x="72722" y="316001"/>
                  </a:moveTo>
                  <a:lnTo>
                    <a:pt x="98135" y="316001"/>
                  </a:lnTo>
                  <a:lnTo>
                    <a:pt x="98135" y="341414"/>
                  </a:lnTo>
                  <a:lnTo>
                    <a:pt x="72722" y="341414"/>
                  </a:lnTo>
                  <a:close/>
                  <a:moveTo>
                    <a:pt x="385961" y="315448"/>
                  </a:moveTo>
                  <a:lnTo>
                    <a:pt x="412478" y="315448"/>
                  </a:lnTo>
                  <a:lnTo>
                    <a:pt x="412478" y="341965"/>
                  </a:lnTo>
                  <a:lnTo>
                    <a:pt x="385961" y="341965"/>
                  </a:lnTo>
                  <a:close/>
                  <a:moveTo>
                    <a:pt x="385961" y="262966"/>
                  </a:moveTo>
                  <a:lnTo>
                    <a:pt x="412478" y="262966"/>
                  </a:lnTo>
                  <a:lnTo>
                    <a:pt x="412478" y="289483"/>
                  </a:lnTo>
                  <a:lnTo>
                    <a:pt x="385961" y="289483"/>
                  </a:lnTo>
                  <a:close/>
                  <a:moveTo>
                    <a:pt x="385961" y="210483"/>
                  </a:moveTo>
                  <a:lnTo>
                    <a:pt x="412478" y="210483"/>
                  </a:lnTo>
                  <a:lnTo>
                    <a:pt x="412478" y="237553"/>
                  </a:lnTo>
                  <a:lnTo>
                    <a:pt x="385961" y="237553"/>
                  </a:lnTo>
                  <a:close/>
                  <a:moveTo>
                    <a:pt x="385961" y="104413"/>
                  </a:moveTo>
                  <a:lnTo>
                    <a:pt x="412478" y="104413"/>
                  </a:lnTo>
                  <a:lnTo>
                    <a:pt x="412478" y="130930"/>
                  </a:lnTo>
                  <a:lnTo>
                    <a:pt x="385961" y="130930"/>
                  </a:lnTo>
                  <a:close/>
                  <a:moveTo>
                    <a:pt x="385961" y="53588"/>
                  </a:moveTo>
                  <a:lnTo>
                    <a:pt x="412478" y="53588"/>
                  </a:lnTo>
                  <a:lnTo>
                    <a:pt x="412478" y="79001"/>
                  </a:lnTo>
                  <a:lnTo>
                    <a:pt x="385961" y="79001"/>
                  </a:lnTo>
                  <a:close/>
                  <a:moveTo>
                    <a:pt x="385961" y="0"/>
                  </a:moveTo>
                  <a:lnTo>
                    <a:pt x="412478" y="0"/>
                  </a:lnTo>
                  <a:lnTo>
                    <a:pt x="412478" y="27070"/>
                  </a:lnTo>
                  <a:lnTo>
                    <a:pt x="385961" y="27070"/>
                  </a:lnTo>
                  <a:close/>
                </a:path>
              </a:pathLst>
            </a:custGeom>
            <a:solidFill>
              <a:schemeClr val="accent1"/>
            </a:solidFill>
            <a:ln w="5209" cap="flat">
              <a:noFill/>
              <a:prstDash val="solid"/>
              <a:miter/>
            </a:ln>
          </p:spPr>
          <p:txBody>
            <a:bodyPr wrap="square" rtlCol="0" anchor="ctr">
              <a:noAutofit/>
            </a:bodyPr>
            <a:lstStyle/>
            <a:p>
              <a:endParaRPr lang="en-US" dirty="0"/>
            </a:p>
          </p:txBody>
        </p:sp>
        <p:sp>
          <p:nvSpPr>
            <p:cNvPr id="1368" name="Freeform: Shape 1367">
              <a:extLst>
                <a:ext uri="{FF2B5EF4-FFF2-40B4-BE49-F238E27FC236}">
                  <a16:creationId xmlns:a16="http://schemas.microsoft.com/office/drawing/2014/main" id="{E68867FB-BF40-6D2C-EFEA-11595185F522}"/>
                </a:ext>
                <a:ext uri="{C183D7F6-B498-43B3-948B-1728B52AA6E4}">
                  <adec:decorative xmlns:adec="http://schemas.microsoft.com/office/drawing/2017/decorative" val="1"/>
                </a:ext>
              </a:extLst>
            </p:cNvPr>
            <p:cNvSpPr/>
            <p:nvPr/>
          </p:nvSpPr>
          <p:spPr>
            <a:xfrm>
              <a:off x="8755963" y="2223703"/>
              <a:ext cx="457493" cy="457200"/>
            </a:xfrm>
            <a:custGeom>
              <a:avLst/>
              <a:gdLst>
                <a:gd name="connsiteX0" fmla="*/ 587807 w 861822"/>
                <a:gd name="connsiteY0" fmla="*/ 783927 h 861270"/>
                <a:gd name="connsiteX1" fmla="*/ 572338 w 861822"/>
                <a:gd name="connsiteY1" fmla="*/ 798843 h 861270"/>
                <a:gd name="connsiteX2" fmla="*/ 587807 w 861822"/>
                <a:gd name="connsiteY2" fmla="*/ 813759 h 861270"/>
                <a:gd name="connsiteX3" fmla="*/ 603275 w 861822"/>
                <a:gd name="connsiteY3" fmla="*/ 798843 h 861270"/>
                <a:gd name="connsiteX4" fmla="*/ 587807 w 861822"/>
                <a:gd name="connsiteY4" fmla="*/ 783927 h 861270"/>
                <a:gd name="connsiteX5" fmla="*/ 612115 w 861822"/>
                <a:gd name="connsiteY5" fmla="*/ 613220 h 861270"/>
                <a:gd name="connsiteX6" fmla="*/ 612115 w 861822"/>
                <a:gd name="connsiteY6" fmla="*/ 629793 h 861270"/>
                <a:gd name="connsiteX7" fmla="*/ 612115 w 861822"/>
                <a:gd name="connsiteY7" fmla="*/ 739730 h 861270"/>
                <a:gd name="connsiteX8" fmla="*/ 737521 w 861822"/>
                <a:gd name="connsiteY8" fmla="*/ 613220 h 861270"/>
                <a:gd name="connsiteX9" fmla="*/ 635317 w 861822"/>
                <a:gd name="connsiteY9" fmla="*/ 613220 h 861270"/>
                <a:gd name="connsiteX10" fmla="*/ 798291 w 861822"/>
                <a:gd name="connsiteY10" fmla="*/ 573443 h 861270"/>
                <a:gd name="connsiteX11" fmla="*/ 782822 w 861822"/>
                <a:gd name="connsiteY11" fmla="*/ 588912 h 861270"/>
                <a:gd name="connsiteX12" fmla="*/ 798291 w 861822"/>
                <a:gd name="connsiteY12" fmla="*/ 604380 h 861270"/>
                <a:gd name="connsiteX13" fmla="*/ 813759 w 861822"/>
                <a:gd name="connsiteY13" fmla="*/ 588912 h 861270"/>
                <a:gd name="connsiteX14" fmla="*/ 798291 w 861822"/>
                <a:gd name="connsiteY14" fmla="*/ 573443 h 861270"/>
                <a:gd name="connsiteX15" fmla="*/ 272911 w 861822"/>
                <a:gd name="connsiteY15" fmla="*/ 573443 h 861270"/>
                <a:gd name="connsiteX16" fmla="*/ 257994 w 861822"/>
                <a:gd name="connsiteY16" fmla="*/ 588912 h 861270"/>
                <a:gd name="connsiteX17" fmla="*/ 272911 w 861822"/>
                <a:gd name="connsiteY17" fmla="*/ 604380 h 861270"/>
                <a:gd name="connsiteX18" fmla="*/ 287827 w 861822"/>
                <a:gd name="connsiteY18" fmla="*/ 588912 h 861270"/>
                <a:gd name="connsiteX19" fmla="*/ 272911 w 861822"/>
                <a:gd name="connsiteY19" fmla="*/ 573443 h 861270"/>
                <a:gd name="connsiteX20" fmla="*/ 296114 w 861822"/>
                <a:gd name="connsiteY20" fmla="*/ 297219 h 861270"/>
                <a:gd name="connsiteX21" fmla="*/ 296114 w 861822"/>
                <a:gd name="connsiteY21" fmla="*/ 319316 h 861270"/>
                <a:gd name="connsiteX22" fmla="*/ 296666 w 861822"/>
                <a:gd name="connsiteY22" fmla="*/ 319316 h 861270"/>
                <a:gd name="connsiteX23" fmla="*/ 296666 w 861822"/>
                <a:gd name="connsiteY23" fmla="*/ 529248 h 861270"/>
                <a:gd name="connsiteX24" fmla="*/ 331471 w 861822"/>
                <a:gd name="connsiteY24" fmla="*/ 564052 h 861270"/>
                <a:gd name="connsiteX25" fmla="*/ 513779 w 861822"/>
                <a:gd name="connsiteY25" fmla="*/ 564052 h 861270"/>
                <a:gd name="connsiteX26" fmla="*/ 540849 w 861822"/>
                <a:gd name="connsiteY26" fmla="*/ 564052 h 861270"/>
                <a:gd name="connsiteX27" fmla="*/ 563499 w 861822"/>
                <a:gd name="connsiteY27" fmla="*/ 564052 h 861270"/>
                <a:gd name="connsiteX28" fmla="*/ 563499 w 861822"/>
                <a:gd name="connsiteY28" fmla="*/ 515989 h 861270"/>
                <a:gd name="connsiteX29" fmla="*/ 563499 w 861822"/>
                <a:gd name="connsiteY29" fmla="*/ 332023 h 861270"/>
                <a:gd name="connsiteX30" fmla="*/ 528695 w 861822"/>
                <a:gd name="connsiteY30" fmla="*/ 297219 h 861270"/>
                <a:gd name="connsiteX31" fmla="*/ 319869 w 861822"/>
                <a:gd name="connsiteY31" fmla="*/ 297219 h 861270"/>
                <a:gd name="connsiteX32" fmla="*/ 587807 w 861822"/>
                <a:gd name="connsiteY32" fmla="*/ 257442 h 861270"/>
                <a:gd name="connsiteX33" fmla="*/ 572338 w 861822"/>
                <a:gd name="connsiteY33" fmla="*/ 272911 h 861270"/>
                <a:gd name="connsiteX34" fmla="*/ 587807 w 861822"/>
                <a:gd name="connsiteY34" fmla="*/ 288379 h 861270"/>
                <a:gd name="connsiteX35" fmla="*/ 603275 w 861822"/>
                <a:gd name="connsiteY35" fmla="*/ 272911 h 861270"/>
                <a:gd name="connsiteX36" fmla="*/ 587807 w 861822"/>
                <a:gd name="connsiteY36" fmla="*/ 257442 h 861270"/>
                <a:gd name="connsiteX37" fmla="*/ 62980 w 861822"/>
                <a:gd name="connsiteY37" fmla="*/ 257442 h 861270"/>
                <a:gd name="connsiteX38" fmla="*/ 48063 w 861822"/>
                <a:gd name="connsiteY38" fmla="*/ 272911 h 861270"/>
                <a:gd name="connsiteX39" fmla="*/ 62980 w 861822"/>
                <a:gd name="connsiteY39" fmla="*/ 288379 h 861270"/>
                <a:gd name="connsiteX40" fmla="*/ 77896 w 861822"/>
                <a:gd name="connsiteY40" fmla="*/ 272911 h 861270"/>
                <a:gd name="connsiteX41" fmla="*/ 62980 w 861822"/>
                <a:gd name="connsiteY41" fmla="*/ 257442 h 861270"/>
                <a:gd name="connsiteX42" fmla="*/ 773982 w 861822"/>
                <a:gd name="connsiteY42" fmla="*/ 122644 h 861270"/>
                <a:gd name="connsiteX43" fmla="*/ 688353 w 861822"/>
                <a:gd name="connsiteY43" fmla="*/ 208274 h 861270"/>
                <a:gd name="connsiteX44" fmla="*/ 646919 w 861822"/>
                <a:gd name="connsiteY44" fmla="*/ 249707 h 861270"/>
                <a:gd name="connsiteX45" fmla="*/ 650233 w 861822"/>
                <a:gd name="connsiteY45" fmla="*/ 260204 h 861270"/>
                <a:gd name="connsiteX46" fmla="*/ 651338 w 861822"/>
                <a:gd name="connsiteY46" fmla="*/ 272911 h 861270"/>
                <a:gd name="connsiteX47" fmla="*/ 612115 w 861822"/>
                <a:gd name="connsiteY47" fmla="*/ 332023 h 861270"/>
                <a:gd name="connsiteX48" fmla="*/ 612115 w 861822"/>
                <a:gd name="connsiteY48" fmla="*/ 518751 h 861270"/>
                <a:gd name="connsiteX49" fmla="*/ 612115 w 861822"/>
                <a:gd name="connsiteY49" fmla="*/ 564604 h 861270"/>
                <a:gd name="connsiteX50" fmla="*/ 635317 w 861822"/>
                <a:gd name="connsiteY50" fmla="*/ 564604 h 861270"/>
                <a:gd name="connsiteX51" fmla="*/ 739178 w 861822"/>
                <a:gd name="connsiteY51" fmla="*/ 564604 h 861270"/>
                <a:gd name="connsiteX52" fmla="*/ 773982 w 861822"/>
                <a:gd name="connsiteY52" fmla="*/ 529800 h 861270"/>
                <a:gd name="connsiteX53" fmla="*/ 249156 w 861822"/>
                <a:gd name="connsiteY53" fmla="*/ 122092 h 861270"/>
                <a:gd name="connsiteX54" fmla="*/ 122644 w 861822"/>
                <a:gd name="connsiteY54" fmla="*/ 248603 h 861270"/>
                <a:gd name="connsiteX55" fmla="*/ 231477 w 861822"/>
                <a:gd name="connsiteY55" fmla="*/ 248603 h 861270"/>
                <a:gd name="connsiteX56" fmla="*/ 249156 w 861822"/>
                <a:gd name="connsiteY56" fmla="*/ 248603 h 861270"/>
                <a:gd name="connsiteX57" fmla="*/ 249156 w 861822"/>
                <a:gd name="connsiteY57" fmla="*/ 226505 h 861270"/>
                <a:gd name="connsiteX58" fmla="*/ 249156 w 861822"/>
                <a:gd name="connsiteY58" fmla="*/ 204407 h 861270"/>
                <a:gd name="connsiteX59" fmla="*/ 331471 w 861822"/>
                <a:gd name="connsiteY59" fmla="*/ 86735 h 861270"/>
                <a:gd name="connsiteX60" fmla="*/ 296666 w 861822"/>
                <a:gd name="connsiteY60" fmla="*/ 121539 h 861270"/>
                <a:gd name="connsiteX61" fmla="*/ 296666 w 861822"/>
                <a:gd name="connsiteY61" fmla="*/ 226505 h 861270"/>
                <a:gd name="connsiteX62" fmla="*/ 296114 w 861822"/>
                <a:gd name="connsiteY62" fmla="*/ 226505 h 861270"/>
                <a:gd name="connsiteX63" fmla="*/ 296114 w 861822"/>
                <a:gd name="connsiteY63" fmla="*/ 248603 h 861270"/>
                <a:gd name="connsiteX64" fmla="*/ 296666 w 861822"/>
                <a:gd name="connsiteY64" fmla="*/ 248603 h 861270"/>
                <a:gd name="connsiteX65" fmla="*/ 319869 w 861822"/>
                <a:gd name="connsiteY65" fmla="*/ 248603 h 861270"/>
                <a:gd name="connsiteX66" fmla="*/ 528695 w 861822"/>
                <a:gd name="connsiteY66" fmla="*/ 248603 h 861270"/>
                <a:gd name="connsiteX67" fmla="*/ 587807 w 861822"/>
                <a:gd name="connsiteY67" fmla="*/ 209379 h 861270"/>
                <a:gd name="connsiteX68" fmla="*/ 611010 w 861822"/>
                <a:gd name="connsiteY68" fmla="*/ 213799 h 861270"/>
                <a:gd name="connsiteX69" fmla="*/ 612115 w 861822"/>
                <a:gd name="connsiteY69" fmla="*/ 214351 h 861270"/>
                <a:gd name="connsiteX70" fmla="*/ 629793 w 861822"/>
                <a:gd name="connsiteY70" fmla="*/ 196673 h 861270"/>
                <a:gd name="connsiteX71" fmla="*/ 738626 w 861822"/>
                <a:gd name="connsiteY71" fmla="*/ 86735 h 861270"/>
                <a:gd name="connsiteX72" fmla="*/ 798291 w 861822"/>
                <a:gd name="connsiteY72" fmla="*/ 48063 h 861270"/>
                <a:gd name="connsiteX73" fmla="*/ 782822 w 861822"/>
                <a:gd name="connsiteY73" fmla="*/ 62980 h 861270"/>
                <a:gd name="connsiteX74" fmla="*/ 798291 w 861822"/>
                <a:gd name="connsiteY74" fmla="*/ 77896 h 861270"/>
                <a:gd name="connsiteX75" fmla="*/ 813759 w 861822"/>
                <a:gd name="connsiteY75" fmla="*/ 62980 h 861270"/>
                <a:gd name="connsiteX76" fmla="*/ 798291 w 861822"/>
                <a:gd name="connsiteY76" fmla="*/ 48063 h 861270"/>
                <a:gd name="connsiteX77" fmla="*/ 272911 w 861822"/>
                <a:gd name="connsiteY77" fmla="*/ 48063 h 861270"/>
                <a:gd name="connsiteX78" fmla="*/ 257994 w 861822"/>
                <a:gd name="connsiteY78" fmla="*/ 62980 h 861270"/>
                <a:gd name="connsiteX79" fmla="*/ 272911 w 861822"/>
                <a:gd name="connsiteY79" fmla="*/ 77896 h 861270"/>
                <a:gd name="connsiteX80" fmla="*/ 287827 w 861822"/>
                <a:gd name="connsiteY80" fmla="*/ 62980 h 861270"/>
                <a:gd name="connsiteX81" fmla="*/ 272911 w 861822"/>
                <a:gd name="connsiteY81" fmla="*/ 48063 h 861270"/>
                <a:gd name="connsiteX82" fmla="*/ 272911 w 861822"/>
                <a:gd name="connsiteY82" fmla="*/ 0 h 861270"/>
                <a:gd name="connsiteX83" fmla="*/ 330918 w 861822"/>
                <a:gd name="connsiteY83" fmla="*/ 38119 h 861270"/>
                <a:gd name="connsiteX84" fmla="*/ 739731 w 861822"/>
                <a:gd name="connsiteY84" fmla="*/ 38119 h 861270"/>
                <a:gd name="connsiteX85" fmla="*/ 798291 w 861822"/>
                <a:gd name="connsiteY85" fmla="*/ 0 h 861270"/>
                <a:gd name="connsiteX86" fmla="*/ 861822 w 861822"/>
                <a:gd name="connsiteY86" fmla="*/ 62980 h 861270"/>
                <a:gd name="connsiteX87" fmla="*/ 822598 w 861822"/>
                <a:gd name="connsiteY87" fmla="*/ 121539 h 861270"/>
                <a:gd name="connsiteX88" fmla="*/ 822598 w 861822"/>
                <a:gd name="connsiteY88" fmla="*/ 529800 h 861270"/>
                <a:gd name="connsiteX89" fmla="*/ 860717 w 861822"/>
                <a:gd name="connsiteY89" fmla="*/ 588359 h 861270"/>
                <a:gd name="connsiteX90" fmla="*/ 797186 w 861822"/>
                <a:gd name="connsiteY90" fmla="*/ 651892 h 861270"/>
                <a:gd name="connsiteX91" fmla="*/ 773430 w 861822"/>
                <a:gd name="connsiteY91" fmla="*/ 647472 h 861270"/>
                <a:gd name="connsiteX92" fmla="*/ 646367 w 861822"/>
                <a:gd name="connsiteY92" fmla="*/ 774535 h 861270"/>
                <a:gd name="connsiteX93" fmla="*/ 650787 w 861822"/>
                <a:gd name="connsiteY93" fmla="*/ 798291 h 861270"/>
                <a:gd name="connsiteX94" fmla="*/ 587254 w 861822"/>
                <a:gd name="connsiteY94" fmla="*/ 861270 h 861270"/>
                <a:gd name="connsiteX95" fmla="*/ 532561 w 861822"/>
                <a:gd name="connsiteY95" fmla="*/ 830333 h 861270"/>
                <a:gd name="connsiteX96" fmla="*/ 530905 w 861822"/>
                <a:gd name="connsiteY96" fmla="*/ 827570 h 861270"/>
                <a:gd name="connsiteX97" fmla="*/ 528695 w 861822"/>
                <a:gd name="connsiteY97" fmla="*/ 822046 h 861270"/>
                <a:gd name="connsiteX98" fmla="*/ 505492 w 861822"/>
                <a:gd name="connsiteY98" fmla="*/ 822046 h 861270"/>
                <a:gd name="connsiteX99" fmla="*/ 432569 w 861822"/>
                <a:gd name="connsiteY99" fmla="*/ 822046 h 861270"/>
                <a:gd name="connsiteX100" fmla="*/ 208678 w 861822"/>
                <a:gd name="connsiteY100" fmla="*/ 822046 h 861270"/>
                <a:gd name="connsiteX101" fmla="*/ 208678 w 861822"/>
                <a:gd name="connsiteY101" fmla="*/ 822328 h 861270"/>
                <a:gd name="connsiteX102" fmla="*/ 132450 w 861822"/>
                <a:gd name="connsiteY102" fmla="*/ 822328 h 861270"/>
                <a:gd name="connsiteX103" fmla="*/ 132450 w 861822"/>
                <a:gd name="connsiteY103" fmla="*/ 774817 h 861270"/>
                <a:gd name="connsiteX104" fmla="*/ 177337 w 861822"/>
                <a:gd name="connsiteY104" fmla="*/ 774817 h 861270"/>
                <a:gd name="connsiteX105" fmla="*/ 177337 w 861822"/>
                <a:gd name="connsiteY105" fmla="*/ 774535 h 861270"/>
                <a:gd name="connsiteX106" fmla="*/ 432569 w 861822"/>
                <a:gd name="connsiteY106" fmla="*/ 774535 h 861270"/>
                <a:gd name="connsiteX107" fmla="*/ 506044 w 861822"/>
                <a:gd name="connsiteY107" fmla="*/ 774535 h 861270"/>
                <a:gd name="connsiteX108" fmla="*/ 529248 w 861822"/>
                <a:gd name="connsiteY108" fmla="*/ 774535 h 861270"/>
                <a:gd name="connsiteX109" fmla="*/ 530353 w 861822"/>
                <a:gd name="connsiteY109" fmla="*/ 772326 h 861270"/>
                <a:gd name="connsiteX110" fmla="*/ 532561 w 861822"/>
                <a:gd name="connsiteY110" fmla="*/ 767906 h 861270"/>
                <a:gd name="connsiteX111" fmla="*/ 564052 w 861822"/>
                <a:gd name="connsiteY111" fmla="*/ 739730 h 861270"/>
                <a:gd name="connsiteX112" fmla="*/ 564052 w 861822"/>
                <a:gd name="connsiteY112" fmla="*/ 629241 h 861270"/>
                <a:gd name="connsiteX113" fmla="*/ 564052 w 861822"/>
                <a:gd name="connsiteY113" fmla="*/ 612667 h 861270"/>
                <a:gd name="connsiteX114" fmla="*/ 541401 w 861822"/>
                <a:gd name="connsiteY114" fmla="*/ 612667 h 861270"/>
                <a:gd name="connsiteX115" fmla="*/ 514331 w 861822"/>
                <a:gd name="connsiteY115" fmla="*/ 612667 h 861270"/>
                <a:gd name="connsiteX116" fmla="*/ 332023 w 861822"/>
                <a:gd name="connsiteY116" fmla="*/ 612667 h 861270"/>
                <a:gd name="connsiteX117" fmla="*/ 273463 w 861822"/>
                <a:gd name="connsiteY117" fmla="*/ 651892 h 861270"/>
                <a:gd name="connsiteX118" fmla="*/ 249156 w 861822"/>
                <a:gd name="connsiteY118" fmla="*/ 646919 h 861270"/>
                <a:gd name="connsiteX119" fmla="*/ 177196 w 861822"/>
                <a:gd name="connsiteY119" fmla="*/ 718879 h 861270"/>
                <a:gd name="connsiteX120" fmla="*/ 177337 w 861822"/>
                <a:gd name="connsiteY120" fmla="*/ 719018 h 861270"/>
                <a:gd name="connsiteX121" fmla="*/ 132443 w 861822"/>
                <a:gd name="connsiteY121" fmla="*/ 763912 h 861270"/>
                <a:gd name="connsiteX122" fmla="*/ 132443 w 861822"/>
                <a:gd name="connsiteY122" fmla="*/ 728697 h 861270"/>
                <a:gd name="connsiteX123" fmla="*/ 97497 w 861822"/>
                <a:gd name="connsiteY123" fmla="*/ 728697 h 861270"/>
                <a:gd name="connsiteX124" fmla="*/ 138258 w 861822"/>
                <a:gd name="connsiteY124" fmla="*/ 687937 h 861270"/>
                <a:gd name="connsiteX125" fmla="*/ 138113 w 861822"/>
                <a:gd name="connsiteY125" fmla="*/ 687801 h 861270"/>
                <a:gd name="connsiteX126" fmla="*/ 214351 w 861822"/>
                <a:gd name="connsiteY126" fmla="*/ 611562 h 861270"/>
                <a:gd name="connsiteX127" fmla="*/ 209931 w 861822"/>
                <a:gd name="connsiteY127" fmla="*/ 588359 h 861270"/>
                <a:gd name="connsiteX128" fmla="*/ 249156 w 861822"/>
                <a:gd name="connsiteY128" fmla="*/ 529248 h 861270"/>
                <a:gd name="connsiteX129" fmla="*/ 249156 w 861822"/>
                <a:gd name="connsiteY129" fmla="*/ 354673 h 861270"/>
                <a:gd name="connsiteX130" fmla="*/ 249156 w 861822"/>
                <a:gd name="connsiteY130" fmla="*/ 319316 h 861270"/>
                <a:gd name="connsiteX131" fmla="*/ 249156 w 861822"/>
                <a:gd name="connsiteY131" fmla="*/ 297219 h 861270"/>
                <a:gd name="connsiteX132" fmla="*/ 231477 w 861822"/>
                <a:gd name="connsiteY132" fmla="*/ 297219 h 861270"/>
                <a:gd name="connsiteX133" fmla="*/ 120987 w 861822"/>
                <a:gd name="connsiteY133" fmla="*/ 297219 h 861270"/>
                <a:gd name="connsiteX134" fmla="*/ 87840 w 861822"/>
                <a:gd name="connsiteY134" fmla="*/ 331471 h 861270"/>
                <a:gd name="connsiteX135" fmla="*/ 87840 w 861822"/>
                <a:gd name="connsiteY135" fmla="*/ 355225 h 861270"/>
                <a:gd name="connsiteX136" fmla="*/ 87840 w 861822"/>
                <a:gd name="connsiteY136" fmla="*/ 367379 h 861270"/>
                <a:gd name="connsiteX137" fmla="*/ 87840 w 861822"/>
                <a:gd name="connsiteY137" fmla="*/ 685039 h 861270"/>
                <a:gd name="connsiteX138" fmla="*/ 87839 w 861822"/>
                <a:gd name="connsiteY138" fmla="*/ 685039 h 861270"/>
                <a:gd name="connsiteX139" fmla="*/ 87839 w 861822"/>
                <a:gd name="connsiteY139" fmla="*/ 728697 h 861270"/>
                <a:gd name="connsiteX140" fmla="*/ 39224 w 861822"/>
                <a:gd name="connsiteY140" fmla="*/ 728697 h 861270"/>
                <a:gd name="connsiteX141" fmla="*/ 39224 w 861822"/>
                <a:gd name="connsiteY141" fmla="*/ 685039 h 861270"/>
                <a:gd name="connsiteX142" fmla="*/ 39224 w 861822"/>
                <a:gd name="connsiteY142" fmla="*/ 680829 h 861270"/>
                <a:gd name="connsiteX143" fmla="*/ 39224 w 861822"/>
                <a:gd name="connsiteY143" fmla="*/ 649405 h 861270"/>
                <a:gd name="connsiteX144" fmla="*/ 39224 w 861822"/>
                <a:gd name="connsiteY144" fmla="*/ 366828 h 861270"/>
                <a:gd name="connsiteX145" fmla="*/ 39224 w 861822"/>
                <a:gd name="connsiteY145" fmla="*/ 355225 h 861270"/>
                <a:gd name="connsiteX146" fmla="*/ 39224 w 861822"/>
                <a:gd name="connsiteY146" fmla="*/ 332023 h 861270"/>
                <a:gd name="connsiteX147" fmla="*/ 0 w 861822"/>
                <a:gd name="connsiteY147" fmla="*/ 272911 h 861270"/>
                <a:gd name="connsiteX148" fmla="*/ 62980 w 861822"/>
                <a:gd name="connsiteY148" fmla="*/ 209379 h 861270"/>
                <a:gd name="connsiteX149" fmla="*/ 87287 w 861822"/>
                <a:gd name="connsiteY149" fmla="*/ 214351 h 861270"/>
                <a:gd name="connsiteX150" fmla="*/ 214351 w 861822"/>
                <a:gd name="connsiteY150" fmla="*/ 86735 h 861270"/>
                <a:gd name="connsiteX151" fmla="*/ 209931 w 861822"/>
                <a:gd name="connsiteY151" fmla="*/ 62980 h 861270"/>
                <a:gd name="connsiteX152" fmla="*/ 272911 w 861822"/>
                <a:gd name="connsiteY152" fmla="*/ 0 h 86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861822" h="861270">
                  <a:moveTo>
                    <a:pt x="587807" y="783927"/>
                  </a:moveTo>
                  <a:cubicBezTo>
                    <a:pt x="580625" y="783927"/>
                    <a:pt x="572338" y="792213"/>
                    <a:pt x="572338" y="798843"/>
                  </a:cubicBezTo>
                  <a:cubicBezTo>
                    <a:pt x="572338" y="805473"/>
                    <a:pt x="580625" y="813759"/>
                    <a:pt x="587807" y="813759"/>
                  </a:cubicBezTo>
                  <a:cubicBezTo>
                    <a:pt x="594989" y="813759"/>
                    <a:pt x="603275" y="805473"/>
                    <a:pt x="603275" y="798843"/>
                  </a:cubicBezTo>
                  <a:cubicBezTo>
                    <a:pt x="603275" y="792213"/>
                    <a:pt x="594989" y="783927"/>
                    <a:pt x="587807" y="783927"/>
                  </a:cubicBezTo>
                  <a:close/>
                  <a:moveTo>
                    <a:pt x="612115" y="613220"/>
                  </a:moveTo>
                  <a:lnTo>
                    <a:pt x="612115" y="629793"/>
                  </a:lnTo>
                  <a:lnTo>
                    <a:pt x="612115" y="739730"/>
                  </a:lnTo>
                  <a:lnTo>
                    <a:pt x="737521" y="613220"/>
                  </a:lnTo>
                  <a:lnTo>
                    <a:pt x="635317" y="613220"/>
                  </a:lnTo>
                  <a:close/>
                  <a:moveTo>
                    <a:pt x="798291" y="573443"/>
                  </a:moveTo>
                  <a:cubicBezTo>
                    <a:pt x="791108" y="573443"/>
                    <a:pt x="782822" y="581730"/>
                    <a:pt x="782822" y="588912"/>
                  </a:cubicBezTo>
                  <a:cubicBezTo>
                    <a:pt x="782822" y="596094"/>
                    <a:pt x="791108" y="604380"/>
                    <a:pt x="798291" y="604380"/>
                  </a:cubicBezTo>
                  <a:cubicBezTo>
                    <a:pt x="804920" y="604380"/>
                    <a:pt x="813759" y="596094"/>
                    <a:pt x="813759" y="588912"/>
                  </a:cubicBezTo>
                  <a:cubicBezTo>
                    <a:pt x="813759" y="581730"/>
                    <a:pt x="805472" y="573443"/>
                    <a:pt x="798291" y="573443"/>
                  </a:cubicBezTo>
                  <a:close/>
                  <a:moveTo>
                    <a:pt x="272911" y="573443"/>
                  </a:moveTo>
                  <a:cubicBezTo>
                    <a:pt x="266281" y="573443"/>
                    <a:pt x="257994" y="581730"/>
                    <a:pt x="257994" y="588912"/>
                  </a:cubicBezTo>
                  <a:cubicBezTo>
                    <a:pt x="257994" y="596094"/>
                    <a:pt x="266281" y="604380"/>
                    <a:pt x="272911" y="604380"/>
                  </a:cubicBezTo>
                  <a:cubicBezTo>
                    <a:pt x="280093" y="604380"/>
                    <a:pt x="287827" y="596094"/>
                    <a:pt x="287827" y="588912"/>
                  </a:cubicBezTo>
                  <a:cubicBezTo>
                    <a:pt x="287827" y="581730"/>
                    <a:pt x="279540" y="573443"/>
                    <a:pt x="272911" y="573443"/>
                  </a:cubicBezTo>
                  <a:close/>
                  <a:moveTo>
                    <a:pt x="296114" y="297219"/>
                  </a:moveTo>
                  <a:lnTo>
                    <a:pt x="296114" y="319316"/>
                  </a:lnTo>
                  <a:lnTo>
                    <a:pt x="296666" y="319316"/>
                  </a:lnTo>
                  <a:lnTo>
                    <a:pt x="296666" y="529248"/>
                  </a:lnTo>
                  <a:cubicBezTo>
                    <a:pt x="312687" y="535876"/>
                    <a:pt x="325393" y="548031"/>
                    <a:pt x="331471" y="564052"/>
                  </a:cubicBezTo>
                  <a:lnTo>
                    <a:pt x="513779" y="564052"/>
                  </a:lnTo>
                  <a:lnTo>
                    <a:pt x="540849" y="564052"/>
                  </a:lnTo>
                  <a:lnTo>
                    <a:pt x="563499" y="564052"/>
                  </a:lnTo>
                  <a:lnTo>
                    <a:pt x="563499" y="515989"/>
                  </a:lnTo>
                  <a:lnTo>
                    <a:pt x="563499" y="332023"/>
                  </a:lnTo>
                  <a:cubicBezTo>
                    <a:pt x="547478" y="325393"/>
                    <a:pt x="535324" y="313240"/>
                    <a:pt x="528695" y="297219"/>
                  </a:cubicBezTo>
                  <a:lnTo>
                    <a:pt x="319869" y="297219"/>
                  </a:lnTo>
                  <a:close/>
                  <a:moveTo>
                    <a:pt x="587807" y="257442"/>
                  </a:moveTo>
                  <a:cubicBezTo>
                    <a:pt x="580625" y="257442"/>
                    <a:pt x="572338" y="265728"/>
                    <a:pt x="572338" y="272911"/>
                  </a:cubicBezTo>
                  <a:cubicBezTo>
                    <a:pt x="572338" y="280093"/>
                    <a:pt x="580625" y="288379"/>
                    <a:pt x="587807" y="288379"/>
                  </a:cubicBezTo>
                  <a:cubicBezTo>
                    <a:pt x="594989" y="288379"/>
                    <a:pt x="603275" y="280093"/>
                    <a:pt x="603275" y="272911"/>
                  </a:cubicBezTo>
                  <a:cubicBezTo>
                    <a:pt x="603275" y="265728"/>
                    <a:pt x="594989" y="257442"/>
                    <a:pt x="587807" y="257442"/>
                  </a:cubicBezTo>
                  <a:close/>
                  <a:moveTo>
                    <a:pt x="62980" y="257442"/>
                  </a:moveTo>
                  <a:cubicBezTo>
                    <a:pt x="55798" y="257442"/>
                    <a:pt x="48063" y="265728"/>
                    <a:pt x="48063" y="272911"/>
                  </a:cubicBezTo>
                  <a:cubicBezTo>
                    <a:pt x="48063" y="280093"/>
                    <a:pt x="56350" y="288379"/>
                    <a:pt x="62980" y="288379"/>
                  </a:cubicBezTo>
                  <a:cubicBezTo>
                    <a:pt x="69609" y="288379"/>
                    <a:pt x="77896" y="280093"/>
                    <a:pt x="77896" y="272911"/>
                  </a:cubicBezTo>
                  <a:cubicBezTo>
                    <a:pt x="77896" y="265728"/>
                    <a:pt x="69609" y="257442"/>
                    <a:pt x="62980" y="257442"/>
                  </a:cubicBezTo>
                  <a:close/>
                  <a:moveTo>
                    <a:pt x="773982" y="122644"/>
                  </a:moveTo>
                  <a:lnTo>
                    <a:pt x="688353" y="208274"/>
                  </a:lnTo>
                  <a:lnTo>
                    <a:pt x="646919" y="249707"/>
                  </a:lnTo>
                  <a:cubicBezTo>
                    <a:pt x="648024" y="253022"/>
                    <a:pt x="649682" y="256890"/>
                    <a:pt x="650233" y="260204"/>
                  </a:cubicBezTo>
                  <a:cubicBezTo>
                    <a:pt x="650787" y="264624"/>
                    <a:pt x="651338" y="268491"/>
                    <a:pt x="651338" y="272911"/>
                  </a:cubicBezTo>
                  <a:cubicBezTo>
                    <a:pt x="651338" y="299980"/>
                    <a:pt x="635317" y="322631"/>
                    <a:pt x="612115" y="332023"/>
                  </a:cubicBezTo>
                  <a:lnTo>
                    <a:pt x="612115" y="518751"/>
                  </a:lnTo>
                  <a:lnTo>
                    <a:pt x="612115" y="564604"/>
                  </a:lnTo>
                  <a:lnTo>
                    <a:pt x="635317" y="564604"/>
                  </a:lnTo>
                  <a:lnTo>
                    <a:pt x="739178" y="564604"/>
                  </a:lnTo>
                  <a:cubicBezTo>
                    <a:pt x="745808" y="548583"/>
                    <a:pt x="757961" y="536429"/>
                    <a:pt x="773982" y="529800"/>
                  </a:cubicBezTo>
                  <a:close/>
                  <a:moveTo>
                    <a:pt x="249156" y="122092"/>
                  </a:moveTo>
                  <a:lnTo>
                    <a:pt x="122644" y="248603"/>
                  </a:lnTo>
                  <a:lnTo>
                    <a:pt x="231477" y="248603"/>
                  </a:lnTo>
                  <a:lnTo>
                    <a:pt x="249156" y="248603"/>
                  </a:lnTo>
                  <a:lnTo>
                    <a:pt x="249156" y="226505"/>
                  </a:lnTo>
                  <a:lnTo>
                    <a:pt x="249156" y="204407"/>
                  </a:lnTo>
                  <a:close/>
                  <a:moveTo>
                    <a:pt x="331471" y="86735"/>
                  </a:moveTo>
                  <a:cubicBezTo>
                    <a:pt x="325393" y="102756"/>
                    <a:pt x="312687" y="115462"/>
                    <a:pt x="296666" y="121539"/>
                  </a:cubicBezTo>
                  <a:lnTo>
                    <a:pt x="296666" y="226505"/>
                  </a:lnTo>
                  <a:lnTo>
                    <a:pt x="296114" y="226505"/>
                  </a:lnTo>
                  <a:lnTo>
                    <a:pt x="296114" y="248603"/>
                  </a:lnTo>
                  <a:lnTo>
                    <a:pt x="296666" y="248603"/>
                  </a:lnTo>
                  <a:lnTo>
                    <a:pt x="319869" y="248603"/>
                  </a:lnTo>
                  <a:lnTo>
                    <a:pt x="528695" y="248603"/>
                  </a:lnTo>
                  <a:cubicBezTo>
                    <a:pt x="538086" y="225400"/>
                    <a:pt x="560737" y="209379"/>
                    <a:pt x="587807" y="209379"/>
                  </a:cubicBezTo>
                  <a:cubicBezTo>
                    <a:pt x="596094" y="209379"/>
                    <a:pt x="604380" y="211036"/>
                    <a:pt x="611010" y="213799"/>
                  </a:cubicBezTo>
                  <a:cubicBezTo>
                    <a:pt x="611563" y="213799"/>
                    <a:pt x="611563" y="214351"/>
                    <a:pt x="612115" y="214351"/>
                  </a:cubicBezTo>
                  <a:lnTo>
                    <a:pt x="629793" y="196673"/>
                  </a:lnTo>
                  <a:lnTo>
                    <a:pt x="738626" y="86735"/>
                  </a:lnTo>
                  <a:close/>
                  <a:moveTo>
                    <a:pt x="798291" y="48063"/>
                  </a:moveTo>
                  <a:cubicBezTo>
                    <a:pt x="791108" y="48063"/>
                    <a:pt x="782822" y="56350"/>
                    <a:pt x="782822" y="62980"/>
                  </a:cubicBezTo>
                  <a:cubicBezTo>
                    <a:pt x="782822" y="69609"/>
                    <a:pt x="791108" y="77896"/>
                    <a:pt x="798291" y="77896"/>
                  </a:cubicBezTo>
                  <a:cubicBezTo>
                    <a:pt x="804920" y="77896"/>
                    <a:pt x="813759" y="69609"/>
                    <a:pt x="813759" y="62980"/>
                  </a:cubicBezTo>
                  <a:cubicBezTo>
                    <a:pt x="813759" y="56350"/>
                    <a:pt x="805472" y="48063"/>
                    <a:pt x="798291" y="48063"/>
                  </a:cubicBezTo>
                  <a:close/>
                  <a:moveTo>
                    <a:pt x="272911" y="48063"/>
                  </a:moveTo>
                  <a:cubicBezTo>
                    <a:pt x="266281" y="48063"/>
                    <a:pt x="257994" y="56350"/>
                    <a:pt x="257994" y="62980"/>
                  </a:cubicBezTo>
                  <a:cubicBezTo>
                    <a:pt x="257994" y="69609"/>
                    <a:pt x="266281" y="77896"/>
                    <a:pt x="272911" y="77896"/>
                  </a:cubicBezTo>
                  <a:cubicBezTo>
                    <a:pt x="280093" y="77896"/>
                    <a:pt x="287827" y="69609"/>
                    <a:pt x="287827" y="62980"/>
                  </a:cubicBezTo>
                  <a:cubicBezTo>
                    <a:pt x="287827" y="56350"/>
                    <a:pt x="279540" y="48063"/>
                    <a:pt x="272911" y="48063"/>
                  </a:cubicBezTo>
                  <a:close/>
                  <a:moveTo>
                    <a:pt x="272911" y="0"/>
                  </a:moveTo>
                  <a:cubicBezTo>
                    <a:pt x="299429" y="0"/>
                    <a:pt x="321526" y="15469"/>
                    <a:pt x="330918" y="38119"/>
                  </a:cubicBezTo>
                  <a:lnTo>
                    <a:pt x="739731" y="38119"/>
                  </a:lnTo>
                  <a:cubicBezTo>
                    <a:pt x="749123" y="15469"/>
                    <a:pt x="771773" y="0"/>
                    <a:pt x="798291" y="0"/>
                  </a:cubicBezTo>
                  <a:cubicBezTo>
                    <a:pt x="833648" y="0"/>
                    <a:pt x="861822" y="27623"/>
                    <a:pt x="861822" y="62980"/>
                  </a:cubicBezTo>
                  <a:cubicBezTo>
                    <a:pt x="861822" y="90050"/>
                    <a:pt x="845801" y="112148"/>
                    <a:pt x="822598" y="121539"/>
                  </a:cubicBezTo>
                  <a:lnTo>
                    <a:pt x="822598" y="529800"/>
                  </a:lnTo>
                  <a:cubicBezTo>
                    <a:pt x="845801" y="539191"/>
                    <a:pt x="861822" y="561842"/>
                    <a:pt x="860717" y="588359"/>
                  </a:cubicBezTo>
                  <a:cubicBezTo>
                    <a:pt x="860717" y="623716"/>
                    <a:pt x="833095" y="651892"/>
                    <a:pt x="797186" y="651892"/>
                  </a:cubicBezTo>
                  <a:cubicBezTo>
                    <a:pt x="788898" y="651892"/>
                    <a:pt x="780612" y="650234"/>
                    <a:pt x="773430" y="647472"/>
                  </a:cubicBezTo>
                  <a:lnTo>
                    <a:pt x="646367" y="774535"/>
                  </a:lnTo>
                  <a:cubicBezTo>
                    <a:pt x="649129" y="782270"/>
                    <a:pt x="650787" y="790003"/>
                    <a:pt x="650787" y="798291"/>
                  </a:cubicBezTo>
                  <a:cubicBezTo>
                    <a:pt x="650787" y="833648"/>
                    <a:pt x="623164" y="861270"/>
                    <a:pt x="587254" y="861270"/>
                  </a:cubicBezTo>
                  <a:cubicBezTo>
                    <a:pt x="563499" y="861270"/>
                    <a:pt x="543611" y="849116"/>
                    <a:pt x="532561" y="830333"/>
                  </a:cubicBezTo>
                  <a:cubicBezTo>
                    <a:pt x="532009" y="829780"/>
                    <a:pt x="531457" y="828675"/>
                    <a:pt x="530905" y="827570"/>
                  </a:cubicBezTo>
                  <a:cubicBezTo>
                    <a:pt x="529800" y="825360"/>
                    <a:pt x="529248" y="823703"/>
                    <a:pt x="528695" y="822046"/>
                  </a:cubicBezTo>
                  <a:lnTo>
                    <a:pt x="505492" y="822046"/>
                  </a:lnTo>
                  <a:lnTo>
                    <a:pt x="432569" y="822046"/>
                  </a:lnTo>
                  <a:lnTo>
                    <a:pt x="208678" y="822046"/>
                  </a:lnTo>
                  <a:lnTo>
                    <a:pt x="208678" y="822328"/>
                  </a:lnTo>
                  <a:lnTo>
                    <a:pt x="132450" y="822328"/>
                  </a:lnTo>
                  <a:lnTo>
                    <a:pt x="132450" y="774817"/>
                  </a:lnTo>
                  <a:lnTo>
                    <a:pt x="177337" y="774817"/>
                  </a:lnTo>
                  <a:lnTo>
                    <a:pt x="177337" y="774535"/>
                  </a:lnTo>
                  <a:lnTo>
                    <a:pt x="432569" y="774535"/>
                  </a:lnTo>
                  <a:lnTo>
                    <a:pt x="506044" y="774535"/>
                  </a:lnTo>
                  <a:lnTo>
                    <a:pt x="529248" y="774535"/>
                  </a:lnTo>
                  <a:cubicBezTo>
                    <a:pt x="529800" y="773982"/>
                    <a:pt x="529800" y="772877"/>
                    <a:pt x="530353" y="772326"/>
                  </a:cubicBezTo>
                  <a:cubicBezTo>
                    <a:pt x="530905" y="770669"/>
                    <a:pt x="532009" y="769564"/>
                    <a:pt x="532561" y="767906"/>
                  </a:cubicBezTo>
                  <a:cubicBezTo>
                    <a:pt x="539191" y="755200"/>
                    <a:pt x="550240" y="745255"/>
                    <a:pt x="564052" y="739730"/>
                  </a:cubicBezTo>
                  <a:lnTo>
                    <a:pt x="564052" y="629241"/>
                  </a:lnTo>
                  <a:lnTo>
                    <a:pt x="564052" y="612667"/>
                  </a:lnTo>
                  <a:lnTo>
                    <a:pt x="541401" y="612667"/>
                  </a:lnTo>
                  <a:lnTo>
                    <a:pt x="514331" y="612667"/>
                  </a:lnTo>
                  <a:lnTo>
                    <a:pt x="332023" y="612667"/>
                  </a:lnTo>
                  <a:cubicBezTo>
                    <a:pt x="322631" y="635871"/>
                    <a:pt x="299980" y="651892"/>
                    <a:pt x="273463" y="651892"/>
                  </a:cubicBezTo>
                  <a:cubicBezTo>
                    <a:pt x="264624" y="651892"/>
                    <a:pt x="256890" y="650234"/>
                    <a:pt x="249156" y="646919"/>
                  </a:cubicBezTo>
                  <a:lnTo>
                    <a:pt x="177196" y="718879"/>
                  </a:lnTo>
                  <a:lnTo>
                    <a:pt x="177337" y="719018"/>
                  </a:lnTo>
                  <a:lnTo>
                    <a:pt x="132443" y="763912"/>
                  </a:lnTo>
                  <a:lnTo>
                    <a:pt x="132443" y="728697"/>
                  </a:lnTo>
                  <a:lnTo>
                    <a:pt x="97497" y="728697"/>
                  </a:lnTo>
                  <a:lnTo>
                    <a:pt x="138258" y="687937"/>
                  </a:lnTo>
                  <a:lnTo>
                    <a:pt x="138113" y="687801"/>
                  </a:lnTo>
                  <a:lnTo>
                    <a:pt x="214351" y="611562"/>
                  </a:lnTo>
                  <a:cubicBezTo>
                    <a:pt x="211589" y="604380"/>
                    <a:pt x="209931" y="596646"/>
                    <a:pt x="209931" y="588359"/>
                  </a:cubicBezTo>
                  <a:cubicBezTo>
                    <a:pt x="209931" y="561290"/>
                    <a:pt x="225952" y="538639"/>
                    <a:pt x="249156" y="529248"/>
                  </a:cubicBezTo>
                  <a:lnTo>
                    <a:pt x="249156" y="354673"/>
                  </a:lnTo>
                  <a:lnTo>
                    <a:pt x="249156" y="319316"/>
                  </a:lnTo>
                  <a:lnTo>
                    <a:pt x="249156" y="297219"/>
                  </a:lnTo>
                  <a:lnTo>
                    <a:pt x="231477" y="297219"/>
                  </a:lnTo>
                  <a:lnTo>
                    <a:pt x="120987" y="297219"/>
                  </a:lnTo>
                  <a:cubicBezTo>
                    <a:pt x="114909" y="312687"/>
                    <a:pt x="103308" y="324841"/>
                    <a:pt x="87840" y="331471"/>
                  </a:cubicBezTo>
                  <a:lnTo>
                    <a:pt x="87840" y="355225"/>
                  </a:lnTo>
                  <a:lnTo>
                    <a:pt x="87840" y="367379"/>
                  </a:lnTo>
                  <a:lnTo>
                    <a:pt x="87840" y="685039"/>
                  </a:lnTo>
                  <a:lnTo>
                    <a:pt x="87839" y="685039"/>
                  </a:lnTo>
                  <a:lnTo>
                    <a:pt x="87839" y="728697"/>
                  </a:lnTo>
                  <a:lnTo>
                    <a:pt x="39224" y="728697"/>
                  </a:lnTo>
                  <a:lnTo>
                    <a:pt x="39224" y="685039"/>
                  </a:lnTo>
                  <a:lnTo>
                    <a:pt x="39224" y="680829"/>
                  </a:lnTo>
                  <a:lnTo>
                    <a:pt x="39224" y="649405"/>
                  </a:lnTo>
                  <a:lnTo>
                    <a:pt x="39224" y="366828"/>
                  </a:lnTo>
                  <a:lnTo>
                    <a:pt x="39224" y="355225"/>
                  </a:lnTo>
                  <a:lnTo>
                    <a:pt x="39224" y="332023"/>
                  </a:lnTo>
                  <a:cubicBezTo>
                    <a:pt x="16021" y="322631"/>
                    <a:pt x="0" y="299980"/>
                    <a:pt x="0" y="272911"/>
                  </a:cubicBezTo>
                  <a:cubicBezTo>
                    <a:pt x="0" y="237554"/>
                    <a:pt x="27623" y="209379"/>
                    <a:pt x="62980" y="209379"/>
                  </a:cubicBezTo>
                  <a:cubicBezTo>
                    <a:pt x="71819" y="209379"/>
                    <a:pt x="79554" y="211036"/>
                    <a:pt x="87287" y="214351"/>
                  </a:cubicBezTo>
                  <a:lnTo>
                    <a:pt x="214351" y="86735"/>
                  </a:lnTo>
                  <a:cubicBezTo>
                    <a:pt x="211589" y="79554"/>
                    <a:pt x="209931" y="71266"/>
                    <a:pt x="209931" y="62980"/>
                  </a:cubicBezTo>
                  <a:cubicBezTo>
                    <a:pt x="209931" y="27623"/>
                    <a:pt x="237554" y="0"/>
                    <a:pt x="272911" y="0"/>
                  </a:cubicBezTo>
                  <a:close/>
                </a:path>
              </a:pathLst>
            </a:custGeom>
            <a:solidFill>
              <a:schemeClr val="accent2"/>
            </a:solidFill>
            <a:ln w="5209" cap="flat">
              <a:noFill/>
              <a:prstDash val="solid"/>
              <a:miter/>
            </a:ln>
          </p:spPr>
          <p:txBody>
            <a:bodyPr wrap="square" rtlCol="0" anchor="ctr">
              <a:noAutofit/>
            </a:bodyPr>
            <a:lstStyle/>
            <a:p>
              <a:endParaRPr lang="en-US" dirty="0"/>
            </a:p>
          </p:txBody>
        </p:sp>
      </p:grpSp>
      <p:grpSp>
        <p:nvGrpSpPr>
          <p:cNvPr id="909" name="Group 908">
            <a:extLst>
              <a:ext uri="{FF2B5EF4-FFF2-40B4-BE49-F238E27FC236}">
                <a16:creationId xmlns:a16="http://schemas.microsoft.com/office/drawing/2014/main" id="{67FD6DAD-82E1-D5E0-93E8-5A7F1636BCF0}"/>
              </a:ext>
              <a:ext uri="{C183D7F6-B498-43B3-948B-1728B52AA6E4}">
                <adec:decorative xmlns:adec="http://schemas.microsoft.com/office/drawing/2017/decorative" val="1"/>
              </a:ext>
            </a:extLst>
          </p:cNvPr>
          <p:cNvGrpSpPr>
            <a:grpSpLocks noChangeAspect="1"/>
          </p:cNvGrpSpPr>
          <p:nvPr/>
        </p:nvGrpSpPr>
        <p:grpSpPr>
          <a:xfrm>
            <a:off x="5224895" y="2223703"/>
            <a:ext cx="633074" cy="457200"/>
            <a:chOff x="5224895" y="2223703"/>
            <a:chExt cx="633074" cy="457200"/>
          </a:xfrm>
          <a:solidFill>
            <a:srgbClr val="FF0000"/>
          </a:solidFill>
        </p:grpSpPr>
        <p:sp>
          <p:nvSpPr>
            <p:cNvPr id="1432" name="Freeform: Shape 1431">
              <a:extLst>
                <a:ext uri="{FF2B5EF4-FFF2-40B4-BE49-F238E27FC236}">
                  <a16:creationId xmlns:a16="http://schemas.microsoft.com/office/drawing/2014/main" id="{681E753A-BFBE-3E19-F331-861B40233108}"/>
                </a:ext>
                <a:ext uri="{C183D7F6-B498-43B3-948B-1728B52AA6E4}">
                  <adec:decorative xmlns:adec="http://schemas.microsoft.com/office/drawing/2017/decorative" val="1"/>
                </a:ext>
              </a:extLst>
            </p:cNvPr>
            <p:cNvSpPr/>
            <p:nvPr/>
          </p:nvSpPr>
          <p:spPr>
            <a:xfrm>
              <a:off x="5224895" y="2223703"/>
              <a:ext cx="633074" cy="409407"/>
            </a:xfrm>
            <a:custGeom>
              <a:avLst/>
              <a:gdLst>
                <a:gd name="connsiteX0" fmla="*/ 887973 w 981722"/>
                <a:gd name="connsiteY0" fmla="*/ 260801 h 634877"/>
                <a:gd name="connsiteX1" fmla="*/ 981722 w 981722"/>
                <a:gd name="connsiteY1" fmla="*/ 354550 h 634877"/>
                <a:gd name="connsiteX2" fmla="*/ 887973 w 981722"/>
                <a:gd name="connsiteY2" fmla="*/ 448300 h 634877"/>
                <a:gd name="connsiteX3" fmla="*/ 857206 w 981722"/>
                <a:gd name="connsiteY3" fmla="*/ 417533 h 634877"/>
                <a:gd name="connsiteX4" fmla="*/ 898401 w 981722"/>
                <a:gd name="connsiteY4" fmla="*/ 376338 h 634877"/>
                <a:gd name="connsiteX5" fmla="*/ 777957 w 981722"/>
                <a:gd name="connsiteY5" fmla="*/ 376338 h 634877"/>
                <a:gd name="connsiteX6" fmla="*/ 777957 w 981722"/>
                <a:gd name="connsiteY6" fmla="*/ 332761 h 634877"/>
                <a:gd name="connsiteX7" fmla="*/ 898400 w 981722"/>
                <a:gd name="connsiteY7" fmla="*/ 332761 h 634877"/>
                <a:gd name="connsiteX8" fmla="*/ 857206 w 981722"/>
                <a:gd name="connsiteY8" fmla="*/ 291568 h 634877"/>
                <a:gd name="connsiteX9" fmla="*/ 93749 w 981722"/>
                <a:gd name="connsiteY9" fmla="*/ 84407 h 634877"/>
                <a:gd name="connsiteX10" fmla="*/ 124516 w 981722"/>
                <a:gd name="connsiteY10" fmla="*/ 115174 h 634877"/>
                <a:gd name="connsiteX11" fmla="*/ 83321 w 981722"/>
                <a:gd name="connsiteY11" fmla="*/ 156368 h 634877"/>
                <a:gd name="connsiteX12" fmla="*/ 203393 w 981722"/>
                <a:gd name="connsiteY12" fmla="*/ 156368 h 634877"/>
                <a:gd name="connsiteX13" fmla="*/ 203393 w 981722"/>
                <a:gd name="connsiteY13" fmla="*/ 199945 h 634877"/>
                <a:gd name="connsiteX14" fmla="*/ 83322 w 981722"/>
                <a:gd name="connsiteY14" fmla="*/ 199945 h 634877"/>
                <a:gd name="connsiteX15" fmla="*/ 124516 w 981722"/>
                <a:gd name="connsiteY15" fmla="*/ 241139 h 634877"/>
                <a:gd name="connsiteX16" fmla="*/ 93749 w 981722"/>
                <a:gd name="connsiteY16" fmla="*/ 271906 h 634877"/>
                <a:gd name="connsiteX17" fmla="*/ 0 w 981722"/>
                <a:gd name="connsiteY17" fmla="*/ 178156 h 634877"/>
                <a:gd name="connsiteX18" fmla="*/ 491458 w 981722"/>
                <a:gd name="connsiteY18" fmla="*/ 44255 h 634877"/>
                <a:gd name="connsiteX19" fmla="*/ 270184 w 981722"/>
                <a:gd name="connsiteY19" fmla="*/ 265529 h 634877"/>
                <a:gd name="connsiteX20" fmla="*/ 491458 w 981722"/>
                <a:gd name="connsiteY20" fmla="*/ 486804 h 634877"/>
                <a:gd name="connsiteX21" fmla="*/ 712733 w 981722"/>
                <a:gd name="connsiteY21" fmla="*/ 265529 h 634877"/>
                <a:gd name="connsiteX22" fmla="*/ 491458 w 981722"/>
                <a:gd name="connsiteY22" fmla="*/ 44255 h 634877"/>
                <a:gd name="connsiteX23" fmla="*/ 491458 w 981722"/>
                <a:gd name="connsiteY23" fmla="*/ 0 h 634877"/>
                <a:gd name="connsiteX24" fmla="*/ 756988 w 981722"/>
                <a:gd name="connsiteY24" fmla="*/ 265529 h 634877"/>
                <a:gd name="connsiteX25" fmla="*/ 711480 w 981722"/>
                <a:gd name="connsiteY25" fmla="*/ 413723 h 634877"/>
                <a:gd name="connsiteX26" fmla="*/ 693344 w 981722"/>
                <a:gd name="connsiteY26" fmla="*/ 435680 h 634877"/>
                <a:gd name="connsiteX27" fmla="*/ 861248 w 981722"/>
                <a:gd name="connsiteY27" fmla="*/ 603584 h 634877"/>
                <a:gd name="connsiteX28" fmla="*/ 829956 w 981722"/>
                <a:gd name="connsiteY28" fmla="*/ 634877 h 634877"/>
                <a:gd name="connsiteX29" fmla="*/ 662094 w 981722"/>
                <a:gd name="connsiteY29" fmla="*/ 467015 h 634877"/>
                <a:gd name="connsiteX30" fmla="*/ 639652 w 981722"/>
                <a:gd name="connsiteY30" fmla="*/ 485551 h 634877"/>
                <a:gd name="connsiteX31" fmla="*/ 491458 w 981722"/>
                <a:gd name="connsiteY31" fmla="*/ 531059 h 634877"/>
                <a:gd name="connsiteX32" fmla="*/ 225929 w 981722"/>
                <a:gd name="connsiteY32" fmla="*/ 265529 h 634877"/>
                <a:gd name="connsiteX33" fmla="*/ 491458 w 981722"/>
                <a:gd name="connsiteY33" fmla="*/ 0 h 634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81722" h="634877">
                  <a:moveTo>
                    <a:pt x="887973" y="260801"/>
                  </a:moveTo>
                  <a:lnTo>
                    <a:pt x="981722" y="354550"/>
                  </a:lnTo>
                  <a:lnTo>
                    <a:pt x="887973" y="448300"/>
                  </a:lnTo>
                  <a:lnTo>
                    <a:pt x="857206" y="417533"/>
                  </a:lnTo>
                  <a:lnTo>
                    <a:pt x="898401" y="376338"/>
                  </a:lnTo>
                  <a:lnTo>
                    <a:pt x="777957" y="376338"/>
                  </a:lnTo>
                  <a:lnTo>
                    <a:pt x="777957" y="332761"/>
                  </a:lnTo>
                  <a:lnTo>
                    <a:pt x="898400" y="332761"/>
                  </a:lnTo>
                  <a:lnTo>
                    <a:pt x="857206" y="291568"/>
                  </a:lnTo>
                  <a:close/>
                  <a:moveTo>
                    <a:pt x="93749" y="84407"/>
                  </a:moveTo>
                  <a:lnTo>
                    <a:pt x="124516" y="115174"/>
                  </a:lnTo>
                  <a:lnTo>
                    <a:pt x="83321" y="156368"/>
                  </a:lnTo>
                  <a:lnTo>
                    <a:pt x="203393" y="156368"/>
                  </a:lnTo>
                  <a:lnTo>
                    <a:pt x="203393" y="199945"/>
                  </a:lnTo>
                  <a:lnTo>
                    <a:pt x="83322" y="199945"/>
                  </a:lnTo>
                  <a:lnTo>
                    <a:pt x="124516" y="241139"/>
                  </a:lnTo>
                  <a:lnTo>
                    <a:pt x="93749" y="271906"/>
                  </a:lnTo>
                  <a:lnTo>
                    <a:pt x="0" y="178156"/>
                  </a:lnTo>
                  <a:close/>
                  <a:moveTo>
                    <a:pt x="491458" y="44255"/>
                  </a:moveTo>
                  <a:cubicBezTo>
                    <a:pt x="369756" y="44255"/>
                    <a:pt x="270184" y="143830"/>
                    <a:pt x="270184" y="265529"/>
                  </a:cubicBezTo>
                  <a:cubicBezTo>
                    <a:pt x="270184" y="387232"/>
                    <a:pt x="369756" y="486804"/>
                    <a:pt x="491458" y="486804"/>
                  </a:cubicBezTo>
                  <a:cubicBezTo>
                    <a:pt x="613158" y="486804"/>
                    <a:pt x="712733" y="387232"/>
                    <a:pt x="712733" y="265529"/>
                  </a:cubicBezTo>
                  <a:cubicBezTo>
                    <a:pt x="712733" y="143830"/>
                    <a:pt x="613158" y="44255"/>
                    <a:pt x="491458" y="44255"/>
                  </a:cubicBezTo>
                  <a:close/>
                  <a:moveTo>
                    <a:pt x="491458" y="0"/>
                  </a:moveTo>
                  <a:cubicBezTo>
                    <a:pt x="637500" y="0"/>
                    <a:pt x="756988" y="119488"/>
                    <a:pt x="756988" y="265529"/>
                  </a:cubicBezTo>
                  <a:cubicBezTo>
                    <a:pt x="756988" y="320295"/>
                    <a:pt x="740185" y="371326"/>
                    <a:pt x="711480" y="413723"/>
                  </a:cubicBezTo>
                  <a:lnTo>
                    <a:pt x="693344" y="435680"/>
                  </a:lnTo>
                  <a:lnTo>
                    <a:pt x="861248" y="603584"/>
                  </a:lnTo>
                  <a:lnTo>
                    <a:pt x="829956" y="634877"/>
                  </a:lnTo>
                  <a:lnTo>
                    <a:pt x="662094" y="467015"/>
                  </a:lnTo>
                  <a:lnTo>
                    <a:pt x="639652" y="485551"/>
                  </a:lnTo>
                  <a:cubicBezTo>
                    <a:pt x="597255" y="514256"/>
                    <a:pt x="546224" y="531059"/>
                    <a:pt x="491458" y="531059"/>
                  </a:cubicBezTo>
                  <a:cubicBezTo>
                    <a:pt x="345417" y="531059"/>
                    <a:pt x="225929" y="411571"/>
                    <a:pt x="225929" y="265529"/>
                  </a:cubicBezTo>
                  <a:cubicBezTo>
                    <a:pt x="225929" y="119488"/>
                    <a:pt x="345417" y="0"/>
                    <a:pt x="491458"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433" name="Freeform: Shape 1432">
              <a:extLst>
                <a:ext uri="{FF2B5EF4-FFF2-40B4-BE49-F238E27FC236}">
                  <a16:creationId xmlns:a16="http://schemas.microsoft.com/office/drawing/2014/main" id="{EDD9D2DF-8ECB-8A3C-DDCC-D439FC52DA4F}"/>
                </a:ext>
                <a:ext uri="{C183D7F6-B498-43B3-948B-1728B52AA6E4}">
                  <adec:decorative xmlns:adec="http://schemas.microsoft.com/office/drawing/2017/decorative" val="1"/>
                </a:ext>
              </a:extLst>
            </p:cNvPr>
            <p:cNvSpPr/>
            <p:nvPr/>
          </p:nvSpPr>
          <p:spPr>
            <a:xfrm>
              <a:off x="5427162" y="2294765"/>
              <a:ext cx="400906" cy="386138"/>
            </a:xfrm>
            <a:custGeom>
              <a:avLst/>
              <a:gdLst>
                <a:gd name="connsiteX0" fmla="*/ 574790 w 621694"/>
                <a:gd name="connsiteY0" fmla="*/ 504983 h 598792"/>
                <a:gd name="connsiteX1" fmla="*/ 621694 w 621694"/>
                <a:gd name="connsiteY1" fmla="*/ 551888 h 598792"/>
                <a:gd name="connsiteX2" fmla="*/ 574790 w 621694"/>
                <a:gd name="connsiteY2" fmla="*/ 598792 h 598792"/>
                <a:gd name="connsiteX3" fmla="*/ 527885 w 621694"/>
                <a:gd name="connsiteY3" fmla="*/ 551888 h 598792"/>
                <a:gd name="connsiteX4" fmla="*/ 44266 w 621694"/>
                <a:gd name="connsiteY4" fmla="*/ 265062 h 598792"/>
                <a:gd name="connsiteX5" fmla="*/ 199158 w 621694"/>
                <a:gd name="connsiteY5" fmla="*/ 265062 h 598792"/>
                <a:gd name="connsiteX6" fmla="*/ 199158 w 621694"/>
                <a:gd name="connsiteY6" fmla="*/ 309317 h 598792"/>
                <a:gd name="connsiteX7" fmla="*/ 44266 w 621694"/>
                <a:gd name="connsiteY7" fmla="*/ 309317 h 598792"/>
                <a:gd name="connsiteX8" fmla="*/ 110618 w 621694"/>
                <a:gd name="connsiteY8" fmla="*/ 176709 h 598792"/>
                <a:gd name="connsiteX9" fmla="*/ 354019 w 621694"/>
                <a:gd name="connsiteY9" fmla="*/ 176709 h 598792"/>
                <a:gd name="connsiteX10" fmla="*/ 354019 w 621694"/>
                <a:gd name="connsiteY10" fmla="*/ 220964 h 598792"/>
                <a:gd name="connsiteX11" fmla="*/ 110618 w 621694"/>
                <a:gd name="connsiteY11" fmla="*/ 220964 h 598792"/>
                <a:gd name="connsiteX12" fmla="*/ 0 w 621694"/>
                <a:gd name="connsiteY12" fmla="*/ 88353 h 598792"/>
                <a:gd name="connsiteX13" fmla="*/ 243401 w 621694"/>
                <a:gd name="connsiteY13" fmla="*/ 88353 h 598792"/>
                <a:gd name="connsiteX14" fmla="*/ 243401 w 621694"/>
                <a:gd name="connsiteY14" fmla="*/ 132608 h 598792"/>
                <a:gd name="connsiteX15" fmla="*/ 0 w 621694"/>
                <a:gd name="connsiteY15" fmla="*/ 132608 h 598792"/>
                <a:gd name="connsiteX16" fmla="*/ 154905 w 621694"/>
                <a:gd name="connsiteY16" fmla="*/ 0 h 598792"/>
                <a:gd name="connsiteX17" fmla="*/ 309797 w 621694"/>
                <a:gd name="connsiteY17" fmla="*/ 0 h 598792"/>
                <a:gd name="connsiteX18" fmla="*/ 309797 w 621694"/>
                <a:gd name="connsiteY18" fmla="*/ 44255 h 598792"/>
                <a:gd name="connsiteX19" fmla="*/ 154905 w 621694"/>
                <a:gd name="connsiteY19" fmla="*/ 44255 h 59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1694" h="598792">
                  <a:moveTo>
                    <a:pt x="574790" y="504983"/>
                  </a:moveTo>
                  <a:lnTo>
                    <a:pt x="621694" y="551888"/>
                  </a:lnTo>
                  <a:lnTo>
                    <a:pt x="574790" y="598792"/>
                  </a:lnTo>
                  <a:lnTo>
                    <a:pt x="527885" y="551888"/>
                  </a:lnTo>
                  <a:close/>
                  <a:moveTo>
                    <a:pt x="44266" y="265062"/>
                  </a:moveTo>
                  <a:lnTo>
                    <a:pt x="199158" y="265062"/>
                  </a:lnTo>
                  <a:lnTo>
                    <a:pt x="199158" y="309317"/>
                  </a:lnTo>
                  <a:lnTo>
                    <a:pt x="44266" y="309317"/>
                  </a:lnTo>
                  <a:close/>
                  <a:moveTo>
                    <a:pt x="110618" y="176709"/>
                  </a:moveTo>
                  <a:lnTo>
                    <a:pt x="354019" y="176709"/>
                  </a:lnTo>
                  <a:lnTo>
                    <a:pt x="354019" y="220964"/>
                  </a:lnTo>
                  <a:lnTo>
                    <a:pt x="110618" y="220964"/>
                  </a:lnTo>
                  <a:close/>
                  <a:moveTo>
                    <a:pt x="0" y="88353"/>
                  </a:moveTo>
                  <a:lnTo>
                    <a:pt x="243401" y="88353"/>
                  </a:lnTo>
                  <a:lnTo>
                    <a:pt x="243401" y="132608"/>
                  </a:lnTo>
                  <a:lnTo>
                    <a:pt x="0" y="132608"/>
                  </a:lnTo>
                  <a:close/>
                  <a:moveTo>
                    <a:pt x="154905" y="0"/>
                  </a:moveTo>
                  <a:lnTo>
                    <a:pt x="309797" y="0"/>
                  </a:lnTo>
                  <a:lnTo>
                    <a:pt x="309797" y="44255"/>
                  </a:lnTo>
                  <a:lnTo>
                    <a:pt x="154905" y="44255"/>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08" name="Group 907">
            <a:extLst>
              <a:ext uri="{FF2B5EF4-FFF2-40B4-BE49-F238E27FC236}">
                <a16:creationId xmlns:a16="http://schemas.microsoft.com/office/drawing/2014/main" id="{DDF3FB7D-35D5-97BA-0319-270D876234A5}"/>
              </a:ext>
              <a:ext uri="{C183D7F6-B498-43B3-948B-1728B52AA6E4}">
                <adec:decorative xmlns:adec="http://schemas.microsoft.com/office/drawing/2017/decorative" val="1"/>
              </a:ext>
            </a:extLst>
          </p:cNvPr>
          <p:cNvGrpSpPr>
            <a:grpSpLocks noChangeAspect="1"/>
          </p:cNvGrpSpPr>
          <p:nvPr/>
        </p:nvGrpSpPr>
        <p:grpSpPr>
          <a:xfrm>
            <a:off x="6026319" y="2223703"/>
            <a:ext cx="371089" cy="457200"/>
            <a:chOff x="6026319" y="2223703"/>
            <a:chExt cx="371089" cy="457200"/>
          </a:xfrm>
          <a:solidFill>
            <a:srgbClr val="FF0000"/>
          </a:solidFill>
        </p:grpSpPr>
        <p:sp>
          <p:nvSpPr>
            <p:cNvPr id="1435" name="Freeform: Shape 1434">
              <a:extLst>
                <a:ext uri="{FF2B5EF4-FFF2-40B4-BE49-F238E27FC236}">
                  <a16:creationId xmlns:a16="http://schemas.microsoft.com/office/drawing/2014/main" id="{99C04C5C-1252-E987-A4D3-A74FDF1172D2}"/>
                </a:ext>
                <a:ext uri="{C183D7F6-B498-43B3-948B-1728B52AA6E4}">
                  <adec:decorative xmlns:adec="http://schemas.microsoft.com/office/drawing/2017/decorative" val="1"/>
                </a:ext>
              </a:extLst>
            </p:cNvPr>
            <p:cNvSpPr/>
            <p:nvPr/>
          </p:nvSpPr>
          <p:spPr>
            <a:xfrm>
              <a:off x="6026319" y="2223703"/>
              <a:ext cx="371089" cy="456054"/>
            </a:xfrm>
            <a:custGeom>
              <a:avLst/>
              <a:gdLst>
                <a:gd name="connsiteX0" fmla="*/ 647350 w 707278"/>
                <a:gd name="connsiteY0" fmla="*/ 207804 h 869217"/>
                <a:gd name="connsiteX1" fmla="*/ 683988 w 707278"/>
                <a:gd name="connsiteY1" fmla="*/ 221249 h 869217"/>
                <a:gd name="connsiteX2" fmla="*/ 705283 w 707278"/>
                <a:gd name="connsiteY2" fmla="*/ 254504 h 869217"/>
                <a:gd name="connsiteX3" fmla="*/ 707198 w 707278"/>
                <a:gd name="connsiteY3" fmla="*/ 271193 h 869217"/>
                <a:gd name="connsiteX4" fmla="*/ 707277 w 707278"/>
                <a:gd name="connsiteY4" fmla="*/ 861905 h 869217"/>
                <a:gd name="connsiteX5" fmla="*/ 707277 w 707278"/>
                <a:gd name="connsiteY5" fmla="*/ 868262 h 869217"/>
                <a:gd name="connsiteX6" fmla="*/ 663472 w 707278"/>
                <a:gd name="connsiteY6" fmla="*/ 868262 h 869217"/>
                <a:gd name="connsiteX7" fmla="*/ 663472 w 707278"/>
                <a:gd name="connsiteY7" fmla="*/ 862029 h 869217"/>
                <a:gd name="connsiteX8" fmla="*/ 663624 w 707278"/>
                <a:gd name="connsiteY8" fmla="*/ 271793 h 869217"/>
                <a:gd name="connsiteX9" fmla="*/ 658051 w 707278"/>
                <a:gd name="connsiteY9" fmla="*/ 257480 h 869217"/>
                <a:gd name="connsiteX10" fmla="*/ 647350 w 707278"/>
                <a:gd name="connsiteY10" fmla="*/ 253137 h 869217"/>
                <a:gd name="connsiteX11" fmla="*/ 465257 w 707278"/>
                <a:gd name="connsiteY11" fmla="*/ 207633 h 869217"/>
                <a:gd name="connsiteX12" fmla="*/ 523278 w 707278"/>
                <a:gd name="connsiteY12" fmla="*/ 207948 h 869217"/>
                <a:gd name="connsiteX13" fmla="*/ 523278 w 707278"/>
                <a:gd name="connsiteY13" fmla="*/ 251453 h 869217"/>
                <a:gd name="connsiteX14" fmla="*/ 509339 w 707278"/>
                <a:gd name="connsiteY14" fmla="*/ 251453 h 869217"/>
                <a:gd name="connsiteX15" fmla="*/ 509339 w 707278"/>
                <a:gd name="connsiteY15" fmla="*/ 400729 h 869217"/>
                <a:gd name="connsiteX16" fmla="*/ 327446 w 707278"/>
                <a:gd name="connsiteY16" fmla="*/ 400729 h 869217"/>
                <a:gd name="connsiteX17" fmla="*/ 327446 w 707278"/>
                <a:gd name="connsiteY17" fmla="*/ 526656 h 869217"/>
                <a:gd name="connsiteX18" fmla="*/ 321416 w 707278"/>
                <a:gd name="connsiteY18" fmla="*/ 526656 h 869217"/>
                <a:gd name="connsiteX19" fmla="*/ 158599 w 707278"/>
                <a:gd name="connsiteY19" fmla="*/ 526503 h 869217"/>
                <a:gd name="connsiteX20" fmla="*/ 138706 w 707278"/>
                <a:gd name="connsiteY20" fmla="*/ 546749 h 869217"/>
                <a:gd name="connsiteX21" fmla="*/ 138754 w 707278"/>
                <a:gd name="connsiteY21" fmla="*/ 863339 h 869217"/>
                <a:gd name="connsiteX22" fmla="*/ 138754 w 707278"/>
                <a:gd name="connsiteY22" fmla="*/ 869217 h 869217"/>
                <a:gd name="connsiteX23" fmla="*/ 94948 w 707278"/>
                <a:gd name="connsiteY23" fmla="*/ 869217 h 869217"/>
                <a:gd name="connsiteX24" fmla="*/ 94948 w 707278"/>
                <a:gd name="connsiteY24" fmla="*/ 863918 h 869217"/>
                <a:gd name="connsiteX25" fmla="*/ 95069 w 707278"/>
                <a:gd name="connsiteY25" fmla="*/ 543520 h 869217"/>
                <a:gd name="connsiteX26" fmla="*/ 147457 w 707278"/>
                <a:gd name="connsiteY26" fmla="*/ 483823 h 869217"/>
                <a:gd name="connsiteX27" fmla="*/ 160105 w 707278"/>
                <a:gd name="connsiteY27" fmla="*/ 482891 h 869217"/>
                <a:gd name="connsiteX28" fmla="*/ 277696 w 707278"/>
                <a:gd name="connsiteY28" fmla="*/ 482850 h 869217"/>
                <a:gd name="connsiteX29" fmla="*/ 283364 w 707278"/>
                <a:gd name="connsiteY29" fmla="*/ 482850 h 869217"/>
                <a:gd name="connsiteX30" fmla="*/ 283364 w 707278"/>
                <a:gd name="connsiteY30" fmla="*/ 357199 h 869217"/>
                <a:gd name="connsiteX31" fmla="*/ 465257 w 707278"/>
                <a:gd name="connsiteY31" fmla="*/ 357199 h 869217"/>
                <a:gd name="connsiteX32" fmla="*/ 465257 w 707278"/>
                <a:gd name="connsiteY32" fmla="*/ 207633 h 869217"/>
                <a:gd name="connsiteX33" fmla="*/ 599667 w 707278"/>
                <a:gd name="connsiteY33" fmla="*/ 33 h 869217"/>
                <a:gd name="connsiteX34" fmla="*/ 599670 w 707278"/>
                <a:gd name="connsiteY34" fmla="*/ 4572 h 869217"/>
                <a:gd name="connsiteX35" fmla="*/ 600597 w 707278"/>
                <a:gd name="connsiteY35" fmla="*/ 84371 h 869217"/>
                <a:gd name="connsiteX36" fmla="*/ 600620 w 707278"/>
                <a:gd name="connsiteY36" fmla="*/ 128642 h 869217"/>
                <a:gd name="connsiteX37" fmla="*/ 585113 w 707278"/>
                <a:gd name="connsiteY37" fmla="*/ 129512 h 869217"/>
                <a:gd name="connsiteX38" fmla="*/ 568071 w 707278"/>
                <a:gd name="connsiteY38" fmla="*/ 129547 h 869217"/>
                <a:gd name="connsiteX39" fmla="*/ 568071 w 707278"/>
                <a:gd name="connsiteY39" fmla="*/ 62150 h 869217"/>
                <a:gd name="connsiteX40" fmla="*/ 559167 w 707278"/>
                <a:gd name="connsiteY40" fmla="*/ 68672 h 869217"/>
                <a:gd name="connsiteX41" fmla="*/ 505925 w 707278"/>
                <a:gd name="connsiteY41" fmla="*/ 112380 h 869217"/>
                <a:gd name="connsiteX42" fmla="*/ 449613 w 707278"/>
                <a:gd name="connsiteY42" fmla="*/ 159075 h 869217"/>
                <a:gd name="connsiteX43" fmla="*/ 394710 w 707278"/>
                <a:gd name="connsiteY43" fmla="*/ 203624 h 869217"/>
                <a:gd name="connsiteX44" fmla="*/ 348904 w 707278"/>
                <a:gd name="connsiteY44" fmla="*/ 241700 h 869217"/>
                <a:gd name="connsiteX45" fmla="*/ 304504 w 707278"/>
                <a:gd name="connsiteY45" fmla="*/ 277630 h 869217"/>
                <a:gd name="connsiteX46" fmla="*/ 270918 w 707278"/>
                <a:gd name="connsiteY46" fmla="*/ 305445 h 869217"/>
                <a:gd name="connsiteX47" fmla="*/ 248976 w 707278"/>
                <a:gd name="connsiteY47" fmla="*/ 323583 h 869217"/>
                <a:gd name="connsiteX48" fmla="*/ 192790 w 707278"/>
                <a:gd name="connsiteY48" fmla="*/ 369351 h 869217"/>
                <a:gd name="connsiteX49" fmla="*/ 146992 w 707278"/>
                <a:gd name="connsiteY49" fmla="*/ 407438 h 869217"/>
                <a:gd name="connsiteX50" fmla="*/ 116792 w 707278"/>
                <a:gd name="connsiteY50" fmla="*/ 431895 h 869217"/>
                <a:gd name="connsiteX51" fmla="*/ 113034 w 707278"/>
                <a:gd name="connsiteY51" fmla="*/ 433272 h 869217"/>
                <a:gd name="connsiteX52" fmla="*/ 1147 w 707278"/>
                <a:gd name="connsiteY52" fmla="*/ 433269 h 869217"/>
                <a:gd name="connsiteX53" fmla="*/ 0 w 707278"/>
                <a:gd name="connsiteY53" fmla="*/ 432921 h 869217"/>
                <a:gd name="connsiteX54" fmla="*/ 0 w 707278"/>
                <a:gd name="connsiteY54" fmla="*/ 396191 h 869217"/>
                <a:gd name="connsiteX55" fmla="*/ 5248 w 707278"/>
                <a:gd name="connsiteY55" fmla="*/ 396191 h 869217"/>
                <a:gd name="connsiteX56" fmla="*/ 96188 w 707278"/>
                <a:gd name="connsiteY56" fmla="*/ 396303 h 869217"/>
                <a:gd name="connsiteX57" fmla="*/ 106762 w 707278"/>
                <a:gd name="connsiteY57" fmla="*/ 392473 h 869217"/>
                <a:gd name="connsiteX58" fmla="*/ 157293 w 707278"/>
                <a:gd name="connsiteY58" fmla="*/ 350564 h 869217"/>
                <a:gd name="connsiteX59" fmla="*/ 212201 w 707278"/>
                <a:gd name="connsiteY59" fmla="*/ 306020 h 869217"/>
                <a:gd name="connsiteX60" fmla="*/ 252238 w 707278"/>
                <a:gd name="connsiteY60" fmla="*/ 272744 h 869217"/>
                <a:gd name="connsiteX61" fmla="*/ 291871 w 707278"/>
                <a:gd name="connsiteY61" fmla="*/ 240594 h 869217"/>
                <a:gd name="connsiteX62" fmla="*/ 321413 w 707278"/>
                <a:gd name="connsiteY62" fmla="*/ 215947 h 869217"/>
                <a:gd name="connsiteX63" fmla="*/ 355613 w 707278"/>
                <a:gd name="connsiteY63" fmla="*/ 188259 h 869217"/>
                <a:gd name="connsiteX64" fmla="*/ 385165 w 707278"/>
                <a:gd name="connsiteY64" fmla="*/ 163625 h 869217"/>
                <a:gd name="connsiteX65" fmla="*/ 413585 w 707278"/>
                <a:gd name="connsiteY65" fmla="*/ 140724 h 869217"/>
                <a:gd name="connsiteX66" fmla="*/ 442806 w 707278"/>
                <a:gd name="connsiteY66" fmla="*/ 116434 h 869217"/>
                <a:gd name="connsiteX67" fmla="*/ 476450 w 707278"/>
                <a:gd name="connsiteY67" fmla="*/ 88690 h 869217"/>
                <a:gd name="connsiteX68" fmla="*/ 506555 w 707278"/>
                <a:gd name="connsiteY68" fmla="*/ 64108 h 869217"/>
                <a:gd name="connsiteX69" fmla="*/ 541089 w 707278"/>
                <a:gd name="connsiteY69" fmla="*/ 36083 h 869217"/>
                <a:gd name="connsiteX70" fmla="*/ 543950 w 707278"/>
                <a:gd name="connsiteY70" fmla="*/ 33840 h 869217"/>
                <a:gd name="connsiteX71" fmla="*/ 470450 w 707278"/>
                <a:gd name="connsiteY71" fmla="*/ 33840 h 869217"/>
                <a:gd name="connsiteX72" fmla="*/ 469001 w 707278"/>
                <a:gd name="connsiteY72" fmla="*/ 986 h 869217"/>
                <a:gd name="connsiteX73" fmla="*/ 480647 w 707278"/>
                <a:gd name="connsiteY73" fmla="*/ 980 h 869217"/>
                <a:gd name="connsiteX74" fmla="*/ 566636 w 707278"/>
                <a:gd name="connsiteY74" fmla="*/ 50 h 869217"/>
                <a:gd name="connsiteX75" fmla="*/ 599667 w 707278"/>
                <a:gd name="connsiteY75" fmla="*/ 33 h 86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07278" h="869217">
                  <a:moveTo>
                    <a:pt x="647350" y="207804"/>
                  </a:moveTo>
                  <a:lnTo>
                    <a:pt x="683988" y="221249"/>
                  </a:lnTo>
                  <a:cubicBezTo>
                    <a:pt x="694342" y="229554"/>
                    <a:pt x="702071" y="241135"/>
                    <a:pt x="705283" y="254504"/>
                  </a:cubicBezTo>
                  <a:cubicBezTo>
                    <a:pt x="706582" y="259914"/>
                    <a:pt x="707195" y="265622"/>
                    <a:pt x="707198" y="271193"/>
                  </a:cubicBezTo>
                  <a:cubicBezTo>
                    <a:pt x="707293" y="468097"/>
                    <a:pt x="707277" y="665001"/>
                    <a:pt x="707277" y="861905"/>
                  </a:cubicBezTo>
                  <a:cubicBezTo>
                    <a:pt x="707277" y="863936"/>
                    <a:pt x="707277" y="865966"/>
                    <a:pt x="707277" y="868262"/>
                  </a:cubicBezTo>
                  <a:cubicBezTo>
                    <a:pt x="692586" y="868262"/>
                    <a:pt x="678252" y="868262"/>
                    <a:pt x="663472" y="868262"/>
                  </a:cubicBezTo>
                  <a:cubicBezTo>
                    <a:pt x="663472" y="866068"/>
                    <a:pt x="663472" y="864048"/>
                    <a:pt x="663472" y="862029"/>
                  </a:cubicBezTo>
                  <a:cubicBezTo>
                    <a:pt x="663472" y="665283"/>
                    <a:pt x="663417" y="468538"/>
                    <a:pt x="663624" y="271793"/>
                  </a:cubicBezTo>
                  <a:cubicBezTo>
                    <a:pt x="663630" y="266595"/>
                    <a:pt x="661625" y="261352"/>
                    <a:pt x="658051" y="257480"/>
                  </a:cubicBezTo>
                  <a:lnTo>
                    <a:pt x="647350" y="253137"/>
                  </a:lnTo>
                  <a:close/>
                  <a:moveTo>
                    <a:pt x="465257" y="207633"/>
                  </a:moveTo>
                  <a:lnTo>
                    <a:pt x="523278" y="207948"/>
                  </a:lnTo>
                  <a:lnTo>
                    <a:pt x="523278" y="251453"/>
                  </a:lnTo>
                  <a:lnTo>
                    <a:pt x="509339" y="251453"/>
                  </a:lnTo>
                  <a:cubicBezTo>
                    <a:pt x="509339" y="301328"/>
                    <a:pt x="509339" y="350784"/>
                    <a:pt x="509339" y="400729"/>
                  </a:cubicBezTo>
                  <a:cubicBezTo>
                    <a:pt x="448658" y="400729"/>
                    <a:pt x="388299" y="400729"/>
                    <a:pt x="327446" y="400729"/>
                  </a:cubicBezTo>
                  <a:cubicBezTo>
                    <a:pt x="327446" y="442849"/>
                    <a:pt x="327446" y="484483"/>
                    <a:pt x="327446" y="526656"/>
                  </a:cubicBezTo>
                  <a:cubicBezTo>
                    <a:pt x="325113" y="526656"/>
                    <a:pt x="323264" y="526656"/>
                    <a:pt x="321416" y="526656"/>
                  </a:cubicBezTo>
                  <a:cubicBezTo>
                    <a:pt x="267143" y="526656"/>
                    <a:pt x="212869" y="526850"/>
                    <a:pt x="158599" y="526503"/>
                  </a:cubicBezTo>
                  <a:cubicBezTo>
                    <a:pt x="146798" y="526427"/>
                    <a:pt x="138699" y="536968"/>
                    <a:pt x="138706" y="546749"/>
                  </a:cubicBezTo>
                  <a:cubicBezTo>
                    <a:pt x="138782" y="652279"/>
                    <a:pt x="138754" y="757809"/>
                    <a:pt x="138754" y="863339"/>
                  </a:cubicBezTo>
                  <a:cubicBezTo>
                    <a:pt x="138754" y="865211"/>
                    <a:pt x="138754" y="867083"/>
                    <a:pt x="138754" y="869217"/>
                  </a:cubicBezTo>
                  <a:cubicBezTo>
                    <a:pt x="124055" y="869217"/>
                    <a:pt x="109720" y="869217"/>
                    <a:pt x="94948" y="869217"/>
                  </a:cubicBezTo>
                  <a:cubicBezTo>
                    <a:pt x="94948" y="867326"/>
                    <a:pt x="94948" y="865622"/>
                    <a:pt x="94948" y="863918"/>
                  </a:cubicBezTo>
                  <a:cubicBezTo>
                    <a:pt x="94948" y="757119"/>
                    <a:pt x="94757" y="650319"/>
                    <a:pt x="95069" y="543520"/>
                  </a:cubicBezTo>
                  <a:cubicBezTo>
                    <a:pt x="95157" y="513344"/>
                    <a:pt x="118446" y="487625"/>
                    <a:pt x="147457" y="483823"/>
                  </a:cubicBezTo>
                  <a:cubicBezTo>
                    <a:pt x="151644" y="483275"/>
                    <a:pt x="155887" y="482899"/>
                    <a:pt x="160105" y="482891"/>
                  </a:cubicBezTo>
                  <a:cubicBezTo>
                    <a:pt x="199302" y="482822"/>
                    <a:pt x="238499" y="482850"/>
                    <a:pt x="277696" y="482850"/>
                  </a:cubicBezTo>
                  <a:cubicBezTo>
                    <a:pt x="279423" y="482850"/>
                    <a:pt x="281150" y="482850"/>
                    <a:pt x="283364" y="482850"/>
                  </a:cubicBezTo>
                  <a:cubicBezTo>
                    <a:pt x="283364" y="440956"/>
                    <a:pt x="283364" y="399321"/>
                    <a:pt x="283364" y="357199"/>
                  </a:cubicBezTo>
                  <a:cubicBezTo>
                    <a:pt x="344215" y="357199"/>
                    <a:pt x="404575" y="357199"/>
                    <a:pt x="465257" y="357199"/>
                  </a:cubicBezTo>
                  <a:cubicBezTo>
                    <a:pt x="465257" y="307255"/>
                    <a:pt x="465257" y="257800"/>
                    <a:pt x="465257" y="207633"/>
                  </a:cubicBezTo>
                  <a:close/>
                  <a:moveTo>
                    <a:pt x="599667" y="33"/>
                  </a:moveTo>
                  <a:cubicBezTo>
                    <a:pt x="599667" y="1178"/>
                    <a:pt x="599650" y="2875"/>
                    <a:pt x="599670" y="4572"/>
                  </a:cubicBezTo>
                  <a:cubicBezTo>
                    <a:pt x="599984" y="31171"/>
                    <a:pt x="600360" y="57771"/>
                    <a:pt x="600597" y="84371"/>
                  </a:cubicBezTo>
                  <a:cubicBezTo>
                    <a:pt x="600726" y="98888"/>
                    <a:pt x="600620" y="113407"/>
                    <a:pt x="600620" y="128642"/>
                  </a:cubicBezTo>
                  <a:cubicBezTo>
                    <a:pt x="595947" y="128914"/>
                    <a:pt x="590534" y="129353"/>
                    <a:pt x="585113" y="129512"/>
                  </a:cubicBezTo>
                  <a:cubicBezTo>
                    <a:pt x="579731" y="129670"/>
                    <a:pt x="574340" y="129547"/>
                    <a:pt x="568071" y="129547"/>
                  </a:cubicBezTo>
                  <a:cubicBezTo>
                    <a:pt x="568071" y="107452"/>
                    <a:pt x="568071" y="85535"/>
                    <a:pt x="568071" y="62150"/>
                  </a:cubicBezTo>
                  <a:cubicBezTo>
                    <a:pt x="564255" y="64932"/>
                    <a:pt x="561608" y="66676"/>
                    <a:pt x="559167" y="68672"/>
                  </a:cubicBezTo>
                  <a:cubicBezTo>
                    <a:pt x="541393" y="83209"/>
                    <a:pt x="523629" y="97758"/>
                    <a:pt x="505925" y="112380"/>
                  </a:cubicBezTo>
                  <a:cubicBezTo>
                    <a:pt x="487124" y="127909"/>
                    <a:pt x="468466" y="143609"/>
                    <a:pt x="449613" y="159075"/>
                  </a:cubicBezTo>
                  <a:cubicBezTo>
                    <a:pt x="431393" y="174022"/>
                    <a:pt x="412937" y="188684"/>
                    <a:pt x="394710" y="203624"/>
                  </a:cubicBezTo>
                  <a:cubicBezTo>
                    <a:pt x="379355" y="216211"/>
                    <a:pt x="364251" y="229104"/>
                    <a:pt x="348904" y="241700"/>
                  </a:cubicBezTo>
                  <a:cubicBezTo>
                    <a:pt x="334187" y="253778"/>
                    <a:pt x="319256" y="265595"/>
                    <a:pt x="304504" y="277630"/>
                  </a:cubicBezTo>
                  <a:cubicBezTo>
                    <a:pt x="293241" y="286819"/>
                    <a:pt x="282116" y="296176"/>
                    <a:pt x="270918" y="305445"/>
                  </a:cubicBezTo>
                  <a:cubicBezTo>
                    <a:pt x="263697" y="311423"/>
                    <a:pt x="256454" y="317376"/>
                    <a:pt x="248976" y="323583"/>
                  </a:cubicBezTo>
                  <a:cubicBezTo>
                    <a:pt x="230078" y="338993"/>
                    <a:pt x="211368" y="354092"/>
                    <a:pt x="192790" y="369351"/>
                  </a:cubicBezTo>
                  <a:cubicBezTo>
                    <a:pt x="177447" y="381953"/>
                    <a:pt x="162300" y="394793"/>
                    <a:pt x="146992" y="407438"/>
                  </a:cubicBezTo>
                  <a:cubicBezTo>
                    <a:pt x="137006" y="415688"/>
                    <a:pt x="126910" y="423806"/>
                    <a:pt x="116792" y="431895"/>
                  </a:cubicBezTo>
                  <a:cubicBezTo>
                    <a:pt x="115795" y="432692"/>
                    <a:pt x="114300" y="433270"/>
                    <a:pt x="113034" y="433272"/>
                  </a:cubicBezTo>
                  <a:cubicBezTo>
                    <a:pt x="75739" y="433327"/>
                    <a:pt x="38443" y="433298"/>
                    <a:pt x="1147" y="433269"/>
                  </a:cubicBezTo>
                  <a:cubicBezTo>
                    <a:pt x="857" y="433269"/>
                    <a:pt x="568" y="433099"/>
                    <a:pt x="0" y="432921"/>
                  </a:cubicBezTo>
                  <a:cubicBezTo>
                    <a:pt x="0" y="420884"/>
                    <a:pt x="0" y="408769"/>
                    <a:pt x="0" y="396191"/>
                  </a:cubicBezTo>
                  <a:cubicBezTo>
                    <a:pt x="1847" y="396191"/>
                    <a:pt x="3547" y="396191"/>
                    <a:pt x="5248" y="396191"/>
                  </a:cubicBezTo>
                  <a:cubicBezTo>
                    <a:pt x="35561" y="396191"/>
                    <a:pt x="65876" y="396093"/>
                    <a:pt x="96188" y="396303"/>
                  </a:cubicBezTo>
                  <a:cubicBezTo>
                    <a:pt x="100450" y="396333"/>
                    <a:pt x="103670" y="395047"/>
                    <a:pt x="106762" y="392473"/>
                  </a:cubicBezTo>
                  <a:cubicBezTo>
                    <a:pt x="123582" y="378474"/>
                    <a:pt x="140364" y="364430"/>
                    <a:pt x="157293" y="350564"/>
                  </a:cubicBezTo>
                  <a:cubicBezTo>
                    <a:pt x="175525" y="335630"/>
                    <a:pt x="193961" y="320945"/>
                    <a:pt x="212201" y="306020"/>
                  </a:cubicBezTo>
                  <a:cubicBezTo>
                    <a:pt x="225631" y="295031"/>
                    <a:pt x="238829" y="283758"/>
                    <a:pt x="252238" y="272744"/>
                  </a:cubicBezTo>
                  <a:cubicBezTo>
                    <a:pt x="265383" y="261947"/>
                    <a:pt x="278715" y="251377"/>
                    <a:pt x="291871" y="240594"/>
                  </a:cubicBezTo>
                  <a:cubicBezTo>
                    <a:pt x="301789" y="232464"/>
                    <a:pt x="311498" y="224080"/>
                    <a:pt x="321413" y="215947"/>
                  </a:cubicBezTo>
                  <a:cubicBezTo>
                    <a:pt x="332753" y="206645"/>
                    <a:pt x="344271" y="197559"/>
                    <a:pt x="355613" y="188259"/>
                  </a:cubicBezTo>
                  <a:cubicBezTo>
                    <a:pt x="365529" y="180128"/>
                    <a:pt x="375250" y="171758"/>
                    <a:pt x="385165" y="163625"/>
                  </a:cubicBezTo>
                  <a:cubicBezTo>
                    <a:pt x="394571" y="155909"/>
                    <a:pt x="404171" y="148430"/>
                    <a:pt x="413585" y="140724"/>
                  </a:cubicBezTo>
                  <a:cubicBezTo>
                    <a:pt x="423387" y="132702"/>
                    <a:pt x="433051" y="124512"/>
                    <a:pt x="442806" y="116434"/>
                  </a:cubicBezTo>
                  <a:cubicBezTo>
                    <a:pt x="454002" y="107162"/>
                    <a:pt x="465215" y="97913"/>
                    <a:pt x="476450" y="88690"/>
                  </a:cubicBezTo>
                  <a:cubicBezTo>
                    <a:pt x="486464" y="80470"/>
                    <a:pt x="496506" y="72285"/>
                    <a:pt x="506555" y="64108"/>
                  </a:cubicBezTo>
                  <a:cubicBezTo>
                    <a:pt x="518055" y="54752"/>
                    <a:pt x="529575" y="45422"/>
                    <a:pt x="541089" y="36083"/>
                  </a:cubicBezTo>
                  <a:cubicBezTo>
                    <a:pt x="541812" y="35496"/>
                    <a:pt x="542555" y="34933"/>
                    <a:pt x="543950" y="33840"/>
                  </a:cubicBezTo>
                  <a:cubicBezTo>
                    <a:pt x="518901" y="33840"/>
                    <a:pt x="494840" y="33840"/>
                    <a:pt x="470450" y="33840"/>
                  </a:cubicBezTo>
                  <a:cubicBezTo>
                    <a:pt x="469983" y="23256"/>
                    <a:pt x="469507" y="12457"/>
                    <a:pt x="469001" y="986"/>
                  </a:cubicBezTo>
                  <a:cubicBezTo>
                    <a:pt x="473167" y="986"/>
                    <a:pt x="476907" y="1020"/>
                    <a:pt x="480647" y="980"/>
                  </a:cubicBezTo>
                  <a:cubicBezTo>
                    <a:pt x="509310" y="673"/>
                    <a:pt x="537972" y="319"/>
                    <a:pt x="566636" y="50"/>
                  </a:cubicBezTo>
                  <a:cubicBezTo>
                    <a:pt x="577479" y="-52"/>
                    <a:pt x="588324" y="33"/>
                    <a:pt x="599667" y="33"/>
                  </a:cubicBezTo>
                  <a:close/>
                </a:path>
              </a:pathLst>
            </a:custGeom>
            <a:solidFill>
              <a:schemeClr val="accent2"/>
            </a:solidFill>
            <a:ln w="6158" cap="flat">
              <a:noFill/>
              <a:prstDash val="solid"/>
              <a:miter/>
            </a:ln>
          </p:spPr>
          <p:txBody>
            <a:bodyPr wrap="square" rtlCol="0" anchor="ctr">
              <a:noAutofit/>
            </a:bodyPr>
            <a:lstStyle/>
            <a:p>
              <a:endParaRPr lang="en-US" dirty="0"/>
            </a:p>
          </p:txBody>
        </p:sp>
        <p:sp>
          <p:nvSpPr>
            <p:cNvPr id="1436" name="Freeform: Shape 1435">
              <a:extLst>
                <a:ext uri="{FF2B5EF4-FFF2-40B4-BE49-F238E27FC236}">
                  <a16:creationId xmlns:a16="http://schemas.microsoft.com/office/drawing/2014/main" id="{A02EBAB9-5632-9E5A-D22A-D6CEE5F21E53}"/>
                </a:ext>
                <a:ext uri="{C183D7F6-B498-43B3-948B-1728B52AA6E4}">
                  <adec:decorative xmlns:adec="http://schemas.microsoft.com/office/drawing/2017/decorative" val="1"/>
                </a:ext>
              </a:extLst>
            </p:cNvPr>
            <p:cNvSpPr/>
            <p:nvPr/>
          </p:nvSpPr>
          <p:spPr>
            <a:xfrm>
              <a:off x="6149035" y="2326920"/>
              <a:ext cx="201818" cy="353983"/>
            </a:xfrm>
            <a:custGeom>
              <a:avLst/>
              <a:gdLst>
                <a:gd name="connsiteX0" fmla="*/ 124633 w 384656"/>
                <a:gd name="connsiteY0" fmla="*/ 550593 h 674674"/>
                <a:gd name="connsiteX1" fmla="*/ 125507 w 384656"/>
                <a:gd name="connsiteY1" fmla="*/ 552054 h 674674"/>
                <a:gd name="connsiteX2" fmla="*/ 125564 w 384656"/>
                <a:gd name="connsiteY2" fmla="*/ 552248 h 674674"/>
                <a:gd name="connsiteX3" fmla="*/ 125507 w 384656"/>
                <a:gd name="connsiteY3" fmla="*/ 552054 h 674674"/>
                <a:gd name="connsiteX4" fmla="*/ 237976 w 384656"/>
                <a:gd name="connsiteY4" fmla="*/ 541201 h 674674"/>
                <a:gd name="connsiteX5" fmla="*/ 224336 w 384656"/>
                <a:gd name="connsiteY5" fmla="*/ 552787 h 674674"/>
                <a:gd name="connsiteX6" fmla="*/ 224761 w 384656"/>
                <a:gd name="connsiteY6" fmla="*/ 549923 h 674674"/>
                <a:gd name="connsiteX7" fmla="*/ 255366 w 384656"/>
                <a:gd name="connsiteY7" fmla="*/ 526429 h 674674"/>
                <a:gd name="connsiteX8" fmla="*/ 249675 w 384656"/>
                <a:gd name="connsiteY8" fmla="*/ 533479 h 674674"/>
                <a:gd name="connsiteX9" fmla="*/ 237976 w 384656"/>
                <a:gd name="connsiteY9" fmla="*/ 541201 h 674674"/>
                <a:gd name="connsiteX10" fmla="*/ 237977 w 384656"/>
                <a:gd name="connsiteY10" fmla="*/ 541200 h 674674"/>
                <a:gd name="connsiteX11" fmla="*/ 249675 w 384656"/>
                <a:gd name="connsiteY11" fmla="*/ 533479 h 674674"/>
                <a:gd name="connsiteX12" fmla="*/ 255366 w 384656"/>
                <a:gd name="connsiteY12" fmla="*/ 526430 h 674674"/>
                <a:gd name="connsiteX13" fmla="*/ 78098 w 384656"/>
                <a:gd name="connsiteY13" fmla="*/ 395886 h 674674"/>
                <a:gd name="connsiteX14" fmla="*/ 75199 w 384656"/>
                <a:gd name="connsiteY14" fmla="*/ 403202 h 674674"/>
                <a:gd name="connsiteX15" fmla="*/ 73193 w 384656"/>
                <a:gd name="connsiteY15" fmla="*/ 409591 h 674674"/>
                <a:gd name="connsiteX16" fmla="*/ 75199 w 384656"/>
                <a:gd name="connsiteY16" fmla="*/ 403202 h 674674"/>
                <a:gd name="connsiteX17" fmla="*/ 78098 w 384656"/>
                <a:gd name="connsiteY17" fmla="*/ 395886 h 674674"/>
                <a:gd name="connsiteX18" fmla="*/ 197790 w 384656"/>
                <a:gd name="connsiteY18" fmla="*/ 369846 h 674674"/>
                <a:gd name="connsiteX19" fmla="*/ 209433 w 384656"/>
                <a:gd name="connsiteY19" fmla="*/ 374194 h 674674"/>
                <a:gd name="connsiteX20" fmla="*/ 199724 w 384656"/>
                <a:gd name="connsiteY20" fmla="*/ 370372 h 674674"/>
                <a:gd name="connsiteX21" fmla="*/ 170653 w 384656"/>
                <a:gd name="connsiteY21" fmla="*/ 369676 h 674674"/>
                <a:gd name="connsiteX22" fmla="*/ 145275 w 384656"/>
                <a:gd name="connsiteY22" fmla="*/ 375015 h 674674"/>
                <a:gd name="connsiteX23" fmla="*/ 119008 w 384656"/>
                <a:gd name="connsiteY23" fmla="*/ 391014 h 674674"/>
                <a:gd name="connsiteX24" fmla="*/ 104096 w 384656"/>
                <a:gd name="connsiteY24" fmla="*/ 411115 h 674674"/>
                <a:gd name="connsiteX25" fmla="*/ 100674 w 384656"/>
                <a:gd name="connsiteY25" fmla="*/ 415728 h 674674"/>
                <a:gd name="connsiteX26" fmla="*/ 98321 w 384656"/>
                <a:gd name="connsiteY26" fmla="*/ 422546 h 674674"/>
                <a:gd name="connsiteX27" fmla="*/ 93853 w 384656"/>
                <a:gd name="connsiteY27" fmla="*/ 435492 h 674674"/>
                <a:gd name="connsiteX28" fmla="*/ 92695 w 384656"/>
                <a:gd name="connsiteY28" fmla="*/ 433680 h 674674"/>
                <a:gd name="connsiteX29" fmla="*/ 93430 w 384656"/>
                <a:gd name="connsiteY29" fmla="*/ 436378 h 674674"/>
                <a:gd name="connsiteX30" fmla="*/ 92654 w 384656"/>
                <a:gd name="connsiteY30" fmla="*/ 438603 h 674674"/>
                <a:gd name="connsiteX31" fmla="*/ 92478 w 384656"/>
                <a:gd name="connsiteY31" fmla="*/ 442272 h 674674"/>
                <a:gd name="connsiteX32" fmla="*/ 92065 w 384656"/>
                <a:gd name="connsiteY32" fmla="*/ 460697 h 674674"/>
                <a:gd name="connsiteX33" fmla="*/ 93400 w 384656"/>
                <a:gd name="connsiteY33" fmla="*/ 463946 h 674674"/>
                <a:gd name="connsiteX34" fmla="*/ 93018 w 384656"/>
                <a:gd name="connsiteY34" fmla="*/ 466411 h 674674"/>
                <a:gd name="connsiteX35" fmla="*/ 94354 w 384656"/>
                <a:gd name="connsiteY35" fmla="*/ 469578 h 674674"/>
                <a:gd name="connsiteX36" fmla="*/ 93925 w 384656"/>
                <a:gd name="connsiteY36" fmla="*/ 471254 h 674674"/>
                <a:gd name="connsiteX37" fmla="*/ 94803 w 384656"/>
                <a:gd name="connsiteY37" fmla="*/ 473454 h 674674"/>
                <a:gd name="connsiteX38" fmla="*/ 98141 w 384656"/>
                <a:gd name="connsiteY38" fmla="*/ 486849 h 674674"/>
                <a:gd name="connsiteX39" fmla="*/ 105821 w 384656"/>
                <a:gd name="connsiteY39" fmla="*/ 501082 h 674674"/>
                <a:gd name="connsiteX40" fmla="*/ 105822 w 384656"/>
                <a:gd name="connsiteY40" fmla="*/ 501083 h 674674"/>
                <a:gd name="connsiteX41" fmla="*/ 105822 w 384656"/>
                <a:gd name="connsiteY41" fmla="*/ 501083 h 674674"/>
                <a:gd name="connsiteX42" fmla="*/ 105821 w 384656"/>
                <a:gd name="connsiteY42" fmla="*/ 501082 h 674674"/>
                <a:gd name="connsiteX43" fmla="*/ 94803 w 384656"/>
                <a:gd name="connsiteY43" fmla="*/ 473454 h 674674"/>
                <a:gd name="connsiteX44" fmla="*/ 94201 w 384656"/>
                <a:gd name="connsiteY44" fmla="*/ 471041 h 674674"/>
                <a:gd name="connsiteX45" fmla="*/ 107971 w 384656"/>
                <a:gd name="connsiteY45" fmla="*/ 501228 h 674674"/>
                <a:gd name="connsiteX46" fmla="*/ 106763 w 384656"/>
                <a:gd name="connsiteY46" fmla="*/ 501374 h 674674"/>
                <a:gd name="connsiteX47" fmla="*/ 105825 w 384656"/>
                <a:gd name="connsiteY47" fmla="*/ 501084 h 674674"/>
                <a:gd name="connsiteX48" fmla="*/ 106813 w 384656"/>
                <a:gd name="connsiteY48" fmla="*/ 501426 h 674674"/>
                <a:gd name="connsiteX49" fmla="*/ 108369 w 384656"/>
                <a:gd name="connsiteY49" fmla="*/ 501642 h 674674"/>
                <a:gd name="connsiteX50" fmla="*/ 108106 w 384656"/>
                <a:gd name="connsiteY50" fmla="*/ 502523 h 674674"/>
                <a:gd name="connsiteX51" fmla="*/ 110882 w 384656"/>
                <a:gd name="connsiteY51" fmla="*/ 505082 h 674674"/>
                <a:gd name="connsiteX52" fmla="*/ 112204 w 384656"/>
                <a:gd name="connsiteY52" fmla="*/ 506301 h 674674"/>
                <a:gd name="connsiteX53" fmla="*/ 119156 w 384656"/>
                <a:gd name="connsiteY53" fmla="*/ 514342 h 674674"/>
                <a:gd name="connsiteX54" fmla="*/ 120987 w 384656"/>
                <a:gd name="connsiteY54" fmla="*/ 517309 h 674674"/>
                <a:gd name="connsiteX55" fmla="*/ 131532 w 384656"/>
                <a:gd name="connsiteY55" fmla="*/ 523488 h 674674"/>
                <a:gd name="connsiteX56" fmla="*/ 120987 w 384656"/>
                <a:gd name="connsiteY56" fmla="*/ 517309 h 674674"/>
                <a:gd name="connsiteX57" fmla="*/ 119163 w 384656"/>
                <a:gd name="connsiteY57" fmla="*/ 513978 h 674674"/>
                <a:gd name="connsiteX58" fmla="*/ 129400 w 384656"/>
                <a:gd name="connsiteY58" fmla="*/ 519766 h 674674"/>
                <a:gd name="connsiteX59" fmla="*/ 161886 w 384656"/>
                <a:gd name="connsiteY59" fmla="*/ 530941 h 674674"/>
                <a:gd name="connsiteX60" fmla="*/ 221907 w 384656"/>
                <a:gd name="connsiteY60" fmla="*/ 515550 h 674674"/>
                <a:gd name="connsiteX61" fmla="*/ 252454 w 384656"/>
                <a:gd name="connsiteY61" fmla="*/ 468272 h 674674"/>
                <a:gd name="connsiteX62" fmla="*/ 238213 w 384656"/>
                <a:gd name="connsiteY62" fmla="*/ 399815 h 674674"/>
                <a:gd name="connsiteX63" fmla="*/ 242353 w 384656"/>
                <a:gd name="connsiteY63" fmla="*/ 402479 h 674674"/>
                <a:gd name="connsiteX64" fmla="*/ 238157 w 384656"/>
                <a:gd name="connsiteY64" fmla="*/ 399459 h 674674"/>
                <a:gd name="connsiteX65" fmla="*/ 238135 w 384656"/>
                <a:gd name="connsiteY65" fmla="*/ 398798 h 674674"/>
                <a:gd name="connsiteX66" fmla="*/ 237510 w 384656"/>
                <a:gd name="connsiteY66" fmla="*/ 396790 h 674674"/>
                <a:gd name="connsiteX67" fmla="*/ 238123 w 384656"/>
                <a:gd name="connsiteY67" fmla="*/ 399167 h 674674"/>
                <a:gd name="connsiteX68" fmla="*/ 234375 w 384656"/>
                <a:gd name="connsiteY68" fmla="*/ 395023 h 674674"/>
                <a:gd name="connsiteX69" fmla="*/ 237209 w 384656"/>
                <a:gd name="connsiteY69" fmla="*/ 395821 h 674674"/>
                <a:gd name="connsiteX70" fmla="*/ 237179 w 384656"/>
                <a:gd name="connsiteY70" fmla="*/ 395725 h 674674"/>
                <a:gd name="connsiteX71" fmla="*/ 233680 w 384656"/>
                <a:gd name="connsiteY71" fmla="*/ 394502 h 674674"/>
                <a:gd name="connsiteX72" fmla="*/ 229569 w 384656"/>
                <a:gd name="connsiteY72" fmla="*/ 389266 h 674674"/>
                <a:gd name="connsiteX73" fmla="*/ 228306 w 384656"/>
                <a:gd name="connsiteY73" fmla="*/ 386038 h 674674"/>
                <a:gd name="connsiteX74" fmla="*/ 229563 w 384656"/>
                <a:gd name="connsiteY74" fmla="*/ 389649 h 674674"/>
                <a:gd name="connsiteX75" fmla="*/ 224568 w 384656"/>
                <a:gd name="connsiteY75" fmla="*/ 386199 h 674674"/>
                <a:gd name="connsiteX76" fmla="*/ 225654 w 384656"/>
                <a:gd name="connsiteY76" fmla="*/ 385771 h 674674"/>
                <a:gd name="connsiteX77" fmla="*/ 227932 w 384656"/>
                <a:gd name="connsiteY77" fmla="*/ 385698 h 674674"/>
                <a:gd name="connsiteX78" fmla="*/ 228207 w 384656"/>
                <a:gd name="connsiteY78" fmla="*/ 385782 h 674674"/>
                <a:gd name="connsiteX79" fmla="*/ 228171 w 384656"/>
                <a:gd name="connsiteY79" fmla="*/ 385691 h 674674"/>
                <a:gd name="connsiteX80" fmla="*/ 227932 w 384656"/>
                <a:gd name="connsiteY80" fmla="*/ 385698 h 674674"/>
                <a:gd name="connsiteX81" fmla="*/ 226755 w 384656"/>
                <a:gd name="connsiteY81" fmla="*/ 385337 h 674674"/>
                <a:gd name="connsiteX82" fmla="*/ 225654 w 384656"/>
                <a:gd name="connsiteY82" fmla="*/ 385771 h 674674"/>
                <a:gd name="connsiteX83" fmla="*/ 224176 w 384656"/>
                <a:gd name="connsiteY83" fmla="*/ 385818 h 674674"/>
                <a:gd name="connsiteX84" fmla="*/ 224430 w 384656"/>
                <a:gd name="connsiteY84" fmla="*/ 384955 h 674674"/>
                <a:gd name="connsiteX85" fmla="*/ 222182 w 384656"/>
                <a:gd name="connsiteY85" fmla="*/ 381357 h 674674"/>
                <a:gd name="connsiteX86" fmla="*/ 224230 w 384656"/>
                <a:gd name="connsiteY86" fmla="*/ 385277 h 674674"/>
                <a:gd name="connsiteX87" fmla="*/ 196295 w 384656"/>
                <a:gd name="connsiteY87" fmla="*/ 373457 h 674674"/>
                <a:gd name="connsiteX88" fmla="*/ 170653 w 384656"/>
                <a:gd name="connsiteY88" fmla="*/ 369676 h 674674"/>
                <a:gd name="connsiteX89" fmla="*/ 185478 w 384656"/>
                <a:gd name="connsiteY89" fmla="*/ 367050 h 674674"/>
                <a:gd name="connsiteX90" fmla="*/ 194305 w 384656"/>
                <a:gd name="connsiteY90" fmla="*/ 368897 h 674674"/>
                <a:gd name="connsiteX91" fmla="*/ 189867 w 384656"/>
                <a:gd name="connsiteY91" fmla="*/ 367689 h 674674"/>
                <a:gd name="connsiteX92" fmla="*/ 169725 w 384656"/>
                <a:gd name="connsiteY92" fmla="*/ 366095 h 674674"/>
                <a:gd name="connsiteX93" fmla="*/ 181902 w 384656"/>
                <a:gd name="connsiteY93" fmla="*/ 366530 h 674674"/>
                <a:gd name="connsiteX94" fmla="*/ 179866 w 384656"/>
                <a:gd name="connsiteY94" fmla="*/ 366234 h 674674"/>
                <a:gd name="connsiteX95" fmla="*/ 169725 w 384656"/>
                <a:gd name="connsiteY95" fmla="*/ 366095 h 674674"/>
                <a:gd name="connsiteX96" fmla="*/ 192023 w 384656"/>
                <a:gd name="connsiteY96" fmla="*/ 343846 h 674674"/>
                <a:gd name="connsiteX97" fmla="*/ 242471 w 384656"/>
                <a:gd name="connsiteY97" fmla="*/ 361377 h 674674"/>
                <a:gd name="connsiteX98" fmla="*/ 247670 w 384656"/>
                <a:gd name="connsiteY98" fmla="*/ 365775 h 674674"/>
                <a:gd name="connsiteX99" fmla="*/ 239657 w 384656"/>
                <a:gd name="connsiteY99" fmla="*/ 362245 h 674674"/>
                <a:gd name="connsiteX100" fmla="*/ 156740 w 384656"/>
                <a:gd name="connsiteY100" fmla="*/ 343428 h 674674"/>
                <a:gd name="connsiteX101" fmla="*/ 153114 w 384656"/>
                <a:gd name="connsiteY101" fmla="*/ 343998 h 674674"/>
                <a:gd name="connsiteX102" fmla="*/ 141463 w 384656"/>
                <a:gd name="connsiteY102" fmla="*/ 346773 h 674674"/>
                <a:gd name="connsiteX103" fmla="*/ 114260 w 384656"/>
                <a:gd name="connsiteY103" fmla="*/ 358122 h 674674"/>
                <a:gd name="connsiteX104" fmla="*/ 141463 w 384656"/>
                <a:gd name="connsiteY104" fmla="*/ 346773 h 674674"/>
                <a:gd name="connsiteX105" fmla="*/ 188591 w 384656"/>
                <a:gd name="connsiteY105" fmla="*/ 342522 h 674674"/>
                <a:gd name="connsiteX106" fmla="*/ 188594 w 384656"/>
                <a:gd name="connsiteY106" fmla="*/ 342522 h 674674"/>
                <a:gd name="connsiteX107" fmla="*/ 192023 w 384656"/>
                <a:gd name="connsiteY107" fmla="*/ 343846 h 674674"/>
                <a:gd name="connsiteX108" fmla="*/ 192017 w 384656"/>
                <a:gd name="connsiteY108" fmla="*/ 343844 h 674674"/>
                <a:gd name="connsiteX109" fmla="*/ 188594 w 384656"/>
                <a:gd name="connsiteY109" fmla="*/ 342522 h 674674"/>
                <a:gd name="connsiteX110" fmla="*/ 188098 w 384656"/>
                <a:gd name="connsiteY110" fmla="*/ 342482 h 674674"/>
                <a:gd name="connsiteX111" fmla="*/ 188591 w 384656"/>
                <a:gd name="connsiteY111" fmla="*/ 342522 h 674674"/>
                <a:gd name="connsiteX112" fmla="*/ 188194 w 384656"/>
                <a:gd name="connsiteY112" fmla="*/ 342516 h 674674"/>
                <a:gd name="connsiteX113" fmla="*/ 174571 w 384656"/>
                <a:gd name="connsiteY113" fmla="*/ 337782 h 674674"/>
                <a:gd name="connsiteX114" fmla="*/ 188098 w 384656"/>
                <a:gd name="connsiteY114" fmla="*/ 342482 h 674674"/>
                <a:gd name="connsiteX115" fmla="*/ 176660 w 384656"/>
                <a:gd name="connsiteY115" fmla="*/ 341561 h 674674"/>
                <a:gd name="connsiteX116" fmla="*/ 168334 w 384656"/>
                <a:gd name="connsiteY116" fmla="*/ 342210 h 674674"/>
                <a:gd name="connsiteX117" fmla="*/ 164839 w 384656"/>
                <a:gd name="connsiteY117" fmla="*/ 342157 h 674674"/>
                <a:gd name="connsiteX118" fmla="*/ 160710 w 384656"/>
                <a:gd name="connsiteY118" fmla="*/ 342805 h 674674"/>
                <a:gd name="connsiteX119" fmla="*/ 168334 w 384656"/>
                <a:gd name="connsiteY119" fmla="*/ 342210 h 674674"/>
                <a:gd name="connsiteX120" fmla="*/ 188194 w 384656"/>
                <a:gd name="connsiteY120" fmla="*/ 342516 h 674674"/>
                <a:gd name="connsiteX121" fmla="*/ 192017 w 384656"/>
                <a:gd name="connsiteY121" fmla="*/ 343844 h 674674"/>
                <a:gd name="connsiteX122" fmla="*/ 239657 w 384656"/>
                <a:gd name="connsiteY122" fmla="*/ 362245 h 674674"/>
                <a:gd name="connsiteX123" fmla="*/ 247800 w 384656"/>
                <a:gd name="connsiteY123" fmla="*/ 366076 h 674674"/>
                <a:gd name="connsiteX124" fmla="*/ 249543 w 384656"/>
                <a:gd name="connsiteY124" fmla="*/ 368041 h 674674"/>
                <a:gd name="connsiteX125" fmla="*/ 249646 w 384656"/>
                <a:gd name="connsiteY125" fmla="*/ 368308 h 674674"/>
                <a:gd name="connsiteX126" fmla="*/ 253662 w 384656"/>
                <a:gd name="connsiteY126" fmla="*/ 370787 h 674674"/>
                <a:gd name="connsiteX127" fmla="*/ 250834 w 384656"/>
                <a:gd name="connsiteY127" fmla="*/ 371371 h 674674"/>
                <a:gd name="connsiteX128" fmla="*/ 253833 w 384656"/>
                <a:gd name="connsiteY128" fmla="*/ 371023 h 674674"/>
                <a:gd name="connsiteX129" fmla="*/ 253935 w 384656"/>
                <a:gd name="connsiteY129" fmla="*/ 371613 h 674674"/>
                <a:gd name="connsiteX130" fmla="*/ 254557 w 384656"/>
                <a:gd name="connsiteY130" fmla="*/ 372345 h 674674"/>
                <a:gd name="connsiteX131" fmla="*/ 257323 w 384656"/>
                <a:gd name="connsiteY131" fmla="*/ 375599 h 674674"/>
                <a:gd name="connsiteX132" fmla="*/ 259066 w 384656"/>
                <a:gd name="connsiteY132" fmla="*/ 377554 h 674674"/>
                <a:gd name="connsiteX133" fmla="*/ 259586 w 384656"/>
                <a:gd name="connsiteY133" fmla="*/ 380190 h 674674"/>
                <a:gd name="connsiteX134" fmla="*/ 259153 w 384656"/>
                <a:gd name="connsiteY134" fmla="*/ 377811 h 674674"/>
                <a:gd name="connsiteX135" fmla="*/ 262252 w 384656"/>
                <a:gd name="connsiteY135" fmla="*/ 381255 h 674674"/>
                <a:gd name="connsiteX136" fmla="*/ 260522 w 384656"/>
                <a:gd name="connsiteY136" fmla="*/ 381555 h 674674"/>
                <a:gd name="connsiteX137" fmla="*/ 259880 w 384656"/>
                <a:gd name="connsiteY137" fmla="*/ 380975 h 674674"/>
                <a:gd name="connsiteX138" fmla="*/ 260589 w 384656"/>
                <a:gd name="connsiteY138" fmla="*/ 381654 h 674674"/>
                <a:gd name="connsiteX139" fmla="*/ 262413 w 384656"/>
                <a:gd name="connsiteY139" fmla="*/ 381501 h 674674"/>
                <a:gd name="connsiteX140" fmla="*/ 262506 w 384656"/>
                <a:gd name="connsiteY140" fmla="*/ 382099 h 674674"/>
                <a:gd name="connsiteX141" fmla="*/ 262761 w 384656"/>
                <a:gd name="connsiteY141" fmla="*/ 384607 h 674674"/>
                <a:gd name="connsiteX142" fmla="*/ 262578 w 384656"/>
                <a:gd name="connsiteY142" fmla="*/ 382214 h 674674"/>
                <a:gd name="connsiteX143" fmla="*/ 265116 w 384656"/>
                <a:gd name="connsiteY143" fmla="*/ 385078 h 674674"/>
                <a:gd name="connsiteX144" fmla="*/ 264612 w 384656"/>
                <a:gd name="connsiteY144" fmla="*/ 385217 h 674674"/>
                <a:gd name="connsiteX145" fmla="*/ 262808 w 384656"/>
                <a:gd name="connsiteY145" fmla="*/ 384963 h 674674"/>
                <a:gd name="connsiteX146" fmla="*/ 262796 w 384656"/>
                <a:gd name="connsiteY146" fmla="*/ 384954 h 674674"/>
                <a:gd name="connsiteX147" fmla="*/ 262797 w 384656"/>
                <a:gd name="connsiteY147" fmla="*/ 384962 h 674674"/>
                <a:gd name="connsiteX148" fmla="*/ 262808 w 384656"/>
                <a:gd name="connsiteY148" fmla="*/ 384963 h 674674"/>
                <a:gd name="connsiteX149" fmla="*/ 263528 w 384656"/>
                <a:gd name="connsiteY149" fmla="*/ 385517 h 674674"/>
                <a:gd name="connsiteX150" fmla="*/ 264612 w 384656"/>
                <a:gd name="connsiteY150" fmla="*/ 385217 h 674674"/>
                <a:gd name="connsiteX151" fmla="*/ 265268 w 384656"/>
                <a:gd name="connsiteY151" fmla="*/ 385310 h 674674"/>
                <a:gd name="connsiteX152" fmla="*/ 265365 w 384656"/>
                <a:gd name="connsiteY152" fmla="*/ 385894 h 674674"/>
                <a:gd name="connsiteX153" fmla="*/ 266504 w 384656"/>
                <a:gd name="connsiteY153" fmla="*/ 390267 h 674674"/>
                <a:gd name="connsiteX154" fmla="*/ 265437 w 384656"/>
                <a:gd name="connsiteY154" fmla="*/ 386011 h 674674"/>
                <a:gd name="connsiteX155" fmla="*/ 280967 w 384656"/>
                <a:gd name="connsiteY155" fmla="*/ 415723 h 674674"/>
                <a:gd name="connsiteX156" fmla="*/ 283790 w 384656"/>
                <a:gd name="connsiteY156" fmla="*/ 426682 h 674674"/>
                <a:gd name="connsiteX157" fmla="*/ 282106 w 384656"/>
                <a:gd name="connsiteY157" fmla="*/ 425645 h 674674"/>
                <a:gd name="connsiteX158" fmla="*/ 283720 w 384656"/>
                <a:gd name="connsiteY158" fmla="*/ 427064 h 674674"/>
                <a:gd name="connsiteX159" fmla="*/ 283682 w 384656"/>
                <a:gd name="connsiteY159" fmla="*/ 428787 h 674674"/>
                <a:gd name="connsiteX160" fmla="*/ 283967 w 384656"/>
                <a:gd name="connsiteY160" fmla="*/ 429662 h 674674"/>
                <a:gd name="connsiteX161" fmla="*/ 284672 w 384656"/>
                <a:gd name="connsiteY161" fmla="*/ 431825 h 674674"/>
                <a:gd name="connsiteX162" fmla="*/ 284634 w 384656"/>
                <a:gd name="connsiteY162" fmla="*/ 433548 h 674674"/>
                <a:gd name="connsiteX163" fmla="*/ 284920 w 384656"/>
                <a:gd name="connsiteY163" fmla="*/ 434423 h 674674"/>
                <a:gd name="connsiteX164" fmla="*/ 285624 w 384656"/>
                <a:gd name="connsiteY164" fmla="*/ 436587 h 674674"/>
                <a:gd name="connsiteX165" fmla="*/ 285588 w 384656"/>
                <a:gd name="connsiteY165" fmla="*/ 442970 h 674674"/>
                <a:gd name="connsiteX166" fmla="*/ 285965 w 384656"/>
                <a:gd name="connsiteY166" fmla="*/ 444167 h 674674"/>
                <a:gd name="connsiteX167" fmla="*/ 286577 w 384656"/>
                <a:gd name="connsiteY167" fmla="*/ 446110 h 674674"/>
                <a:gd name="connsiteX168" fmla="*/ 286344 w 384656"/>
                <a:gd name="connsiteY168" fmla="*/ 455261 h 674674"/>
                <a:gd name="connsiteX169" fmla="*/ 286271 w 384656"/>
                <a:gd name="connsiteY169" fmla="*/ 455789 h 674674"/>
                <a:gd name="connsiteX170" fmla="*/ 285890 w 384656"/>
                <a:gd name="connsiteY170" fmla="*/ 458532 h 674674"/>
                <a:gd name="connsiteX171" fmla="*/ 285392 w 384656"/>
                <a:gd name="connsiteY171" fmla="*/ 464802 h 674674"/>
                <a:gd name="connsiteX172" fmla="*/ 285318 w 384656"/>
                <a:gd name="connsiteY172" fmla="*/ 465332 h 674674"/>
                <a:gd name="connsiteX173" fmla="*/ 284938 w 384656"/>
                <a:gd name="connsiteY173" fmla="*/ 468055 h 674674"/>
                <a:gd name="connsiteX174" fmla="*/ 284440 w 384656"/>
                <a:gd name="connsiteY174" fmla="*/ 470578 h 674674"/>
                <a:gd name="connsiteX175" fmla="*/ 284364 w 384656"/>
                <a:gd name="connsiteY175" fmla="*/ 471114 h 674674"/>
                <a:gd name="connsiteX176" fmla="*/ 283985 w 384656"/>
                <a:gd name="connsiteY176" fmla="*/ 473769 h 674674"/>
                <a:gd name="connsiteX177" fmla="*/ 283457 w 384656"/>
                <a:gd name="connsiteY177" fmla="*/ 475403 h 674674"/>
                <a:gd name="connsiteX178" fmla="*/ 281964 w 384656"/>
                <a:gd name="connsiteY178" fmla="*/ 477719 h 674674"/>
                <a:gd name="connsiteX179" fmla="*/ 283386 w 384656"/>
                <a:gd name="connsiteY179" fmla="*/ 475710 h 674674"/>
                <a:gd name="connsiteX180" fmla="*/ 267994 w 384656"/>
                <a:gd name="connsiteY180" fmla="*/ 515703 h 674674"/>
                <a:gd name="connsiteX181" fmla="*/ 255366 w 384656"/>
                <a:gd name="connsiteY181" fmla="*/ 526429 h 674674"/>
                <a:gd name="connsiteX182" fmla="*/ 268303 w 384656"/>
                <a:gd name="connsiteY182" fmla="*/ 510403 h 674674"/>
                <a:gd name="connsiteX183" fmla="*/ 273831 w 384656"/>
                <a:gd name="connsiteY183" fmla="*/ 498214 h 674674"/>
                <a:gd name="connsiteX184" fmla="*/ 268303 w 384656"/>
                <a:gd name="connsiteY184" fmla="*/ 510403 h 674674"/>
                <a:gd name="connsiteX185" fmla="*/ 255366 w 384656"/>
                <a:gd name="connsiteY185" fmla="*/ 526430 h 674674"/>
                <a:gd name="connsiteX186" fmla="*/ 237977 w 384656"/>
                <a:gd name="connsiteY186" fmla="*/ 541200 h 674674"/>
                <a:gd name="connsiteX187" fmla="*/ 224761 w 384656"/>
                <a:gd name="connsiteY187" fmla="*/ 549923 h 674674"/>
                <a:gd name="connsiteX188" fmla="*/ 223987 w 384656"/>
                <a:gd name="connsiteY188" fmla="*/ 552813 h 674674"/>
                <a:gd name="connsiteX189" fmla="*/ 223687 w 384656"/>
                <a:gd name="connsiteY189" fmla="*/ 554513 h 674674"/>
                <a:gd name="connsiteX190" fmla="*/ 223903 w 384656"/>
                <a:gd name="connsiteY190" fmla="*/ 554871 h 674674"/>
                <a:gd name="connsiteX191" fmla="*/ 245732 w 384656"/>
                <a:gd name="connsiteY191" fmla="*/ 562028 h 674674"/>
                <a:gd name="connsiteX192" fmla="*/ 266072 w 384656"/>
                <a:gd name="connsiteY192" fmla="*/ 572714 h 674674"/>
                <a:gd name="connsiteX193" fmla="*/ 289571 w 384656"/>
                <a:gd name="connsiteY193" fmla="*/ 589566 h 674674"/>
                <a:gd name="connsiteX194" fmla="*/ 282326 w 384656"/>
                <a:gd name="connsiteY194" fmla="*/ 586587 h 674674"/>
                <a:gd name="connsiteX195" fmla="*/ 289701 w 384656"/>
                <a:gd name="connsiteY195" fmla="*/ 589867 h 674674"/>
                <a:gd name="connsiteX196" fmla="*/ 308553 w 384656"/>
                <a:gd name="connsiteY196" fmla="*/ 607969 h 674674"/>
                <a:gd name="connsiteX197" fmla="*/ 309518 w 384656"/>
                <a:gd name="connsiteY197" fmla="*/ 611570 h 674674"/>
                <a:gd name="connsiteX198" fmla="*/ 308672 w 384656"/>
                <a:gd name="connsiteY198" fmla="*/ 608262 h 674674"/>
                <a:gd name="connsiteX199" fmla="*/ 312414 w 384656"/>
                <a:gd name="connsiteY199" fmla="*/ 612409 h 674674"/>
                <a:gd name="connsiteX200" fmla="*/ 309525 w 384656"/>
                <a:gd name="connsiteY200" fmla="*/ 611594 h 674674"/>
                <a:gd name="connsiteX201" fmla="*/ 309525 w 384656"/>
                <a:gd name="connsiteY201" fmla="*/ 611595 h 674674"/>
                <a:gd name="connsiteX202" fmla="*/ 312537 w 384656"/>
                <a:gd name="connsiteY202" fmla="*/ 612705 h 674674"/>
                <a:gd name="connsiteX203" fmla="*/ 312470 w 384656"/>
                <a:gd name="connsiteY203" fmla="*/ 613080 h 674674"/>
                <a:gd name="connsiteX204" fmla="*/ 313306 w 384656"/>
                <a:gd name="connsiteY204" fmla="*/ 616233 h 674674"/>
                <a:gd name="connsiteX205" fmla="*/ 312493 w 384656"/>
                <a:gd name="connsiteY205" fmla="*/ 613042 h 674674"/>
                <a:gd name="connsiteX206" fmla="*/ 316224 w 384656"/>
                <a:gd name="connsiteY206" fmla="*/ 617171 h 674674"/>
                <a:gd name="connsiteX207" fmla="*/ 313342 w 384656"/>
                <a:gd name="connsiteY207" fmla="*/ 616366 h 674674"/>
                <a:gd name="connsiteX208" fmla="*/ 313352 w 384656"/>
                <a:gd name="connsiteY208" fmla="*/ 616407 h 674674"/>
                <a:gd name="connsiteX209" fmla="*/ 316346 w 384656"/>
                <a:gd name="connsiteY209" fmla="*/ 617466 h 674674"/>
                <a:gd name="connsiteX210" fmla="*/ 316279 w 384656"/>
                <a:gd name="connsiteY210" fmla="*/ 617838 h 674674"/>
                <a:gd name="connsiteX211" fmla="*/ 317400 w 384656"/>
                <a:gd name="connsiteY211" fmla="*/ 621505 h 674674"/>
                <a:gd name="connsiteX212" fmla="*/ 316302 w 384656"/>
                <a:gd name="connsiteY212" fmla="*/ 617799 h 674674"/>
                <a:gd name="connsiteX213" fmla="*/ 321286 w 384656"/>
                <a:gd name="connsiteY213" fmla="*/ 624079 h 674674"/>
                <a:gd name="connsiteX214" fmla="*/ 320808 w 384656"/>
                <a:gd name="connsiteY214" fmla="*/ 623985 h 674674"/>
                <a:gd name="connsiteX215" fmla="*/ 317664 w 384656"/>
                <a:gd name="connsiteY215" fmla="*/ 622268 h 674674"/>
                <a:gd name="connsiteX216" fmla="*/ 317619 w 384656"/>
                <a:gd name="connsiteY216" fmla="*/ 622221 h 674674"/>
                <a:gd name="connsiteX217" fmla="*/ 317627 w 384656"/>
                <a:gd name="connsiteY217" fmla="*/ 622248 h 674674"/>
                <a:gd name="connsiteX218" fmla="*/ 317664 w 384656"/>
                <a:gd name="connsiteY218" fmla="*/ 622268 h 674674"/>
                <a:gd name="connsiteX219" fmla="*/ 318964 w 384656"/>
                <a:gd name="connsiteY219" fmla="*/ 623622 h 674674"/>
                <a:gd name="connsiteX220" fmla="*/ 320808 w 384656"/>
                <a:gd name="connsiteY220" fmla="*/ 623985 h 674674"/>
                <a:gd name="connsiteX221" fmla="*/ 321451 w 384656"/>
                <a:gd name="connsiteY221" fmla="*/ 624336 h 674674"/>
                <a:gd name="connsiteX222" fmla="*/ 321551 w 384656"/>
                <a:gd name="connsiteY222" fmla="*/ 624919 h 674674"/>
                <a:gd name="connsiteX223" fmla="*/ 322519 w 384656"/>
                <a:gd name="connsiteY223" fmla="*/ 628855 h 674674"/>
                <a:gd name="connsiteX224" fmla="*/ 338784 w 384656"/>
                <a:gd name="connsiteY224" fmla="*/ 658915 h 674674"/>
                <a:gd name="connsiteX225" fmla="*/ 322519 w 384656"/>
                <a:gd name="connsiteY225" fmla="*/ 628855 h 674674"/>
                <a:gd name="connsiteX226" fmla="*/ 321623 w 384656"/>
                <a:gd name="connsiteY226" fmla="*/ 625038 h 674674"/>
                <a:gd name="connsiteX227" fmla="*/ 330898 w 384656"/>
                <a:gd name="connsiteY227" fmla="*/ 638531 h 674674"/>
                <a:gd name="connsiteX228" fmla="*/ 345701 w 384656"/>
                <a:gd name="connsiteY228" fmla="*/ 671751 h 674674"/>
                <a:gd name="connsiteX229" fmla="*/ 345739 w 384656"/>
                <a:gd name="connsiteY229" fmla="*/ 674651 h 674674"/>
                <a:gd name="connsiteX230" fmla="*/ 314055 w 384656"/>
                <a:gd name="connsiteY230" fmla="*/ 674577 h 674674"/>
                <a:gd name="connsiteX231" fmla="*/ 311609 w 384656"/>
                <a:gd name="connsiteY231" fmla="*/ 672899 h 674674"/>
                <a:gd name="connsiteX232" fmla="*/ 295994 w 384656"/>
                <a:gd name="connsiteY232" fmla="*/ 643352 h 674674"/>
                <a:gd name="connsiteX233" fmla="*/ 297948 w 384656"/>
                <a:gd name="connsiteY233" fmla="*/ 644151 h 674674"/>
                <a:gd name="connsiteX234" fmla="*/ 299546 w 384656"/>
                <a:gd name="connsiteY234" fmla="*/ 645407 h 674674"/>
                <a:gd name="connsiteX235" fmla="*/ 297927 w 384656"/>
                <a:gd name="connsiteY235" fmla="*/ 644118 h 674674"/>
                <a:gd name="connsiteX236" fmla="*/ 295826 w 384656"/>
                <a:gd name="connsiteY236" fmla="*/ 643091 h 674674"/>
                <a:gd name="connsiteX237" fmla="*/ 295729 w 384656"/>
                <a:gd name="connsiteY237" fmla="*/ 642492 h 674674"/>
                <a:gd name="connsiteX238" fmla="*/ 295473 w 384656"/>
                <a:gd name="connsiteY238" fmla="*/ 639981 h 674674"/>
                <a:gd name="connsiteX239" fmla="*/ 295656 w 384656"/>
                <a:gd name="connsiteY239" fmla="*/ 642375 h 674674"/>
                <a:gd name="connsiteX240" fmla="*/ 293118 w 384656"/>
                <a:gd name="connsiteY240" fmla="*/ 639512 h 674674"/>
                <a:gd name="connsiteX241" fmla="*/ 293621 w 384656"/>
                <a:gd name="connsiteY241" fmla="*/ 639372 h 674674"/>
                <a:gd name="connsiteX242" fmla="*/ 295427 w 384656"/>
                <a:gd name="connsiteY242" fmla="*/ 639627 h 674674"/>
                <a:gd name="connsiteX243" fmla="*/ 295438 w 384656"/>
                <a:gd name="connsiteY243" fmla="*/ 639635 h 674674"/>
                <a:gd name="connsiteX244" fmla="*/ 295437 w 384656"/>
                <a:gd name="connsiteY244" fmla="*/ 639628 h 674674"/>
                <a:gd name="connsiteX245" fmla="*/ 295427 w 384656"/>
                <a:gd name="connsiteY245" fmla="*/ 639627 h 674674"/>
                <a:gd name="connsiteX246" fmla="*/ 294706 w 384656"/>
                <a:gd name="connsiteY246" fmla="*/ 639073 h 674674"/>
                <a:gd name="connsiteX247" fmla="*/ 293621 w 384656"/>
                <a:gd name="connsiteY247" fmla="*/ 639372 h 674674"/>
                <a:gd name="connsiteX248" fmla="*/ 292966 w 384656"/>
                <a:gd name="connsiteY248" fmla="*/ 639280 h 674674"/>
                <a:gd name="connsiteX249" fmla="*/ 292870 w 384656"/>
                <a:gd name="connsiteY249" fmla="*/ 638691 h 674674"/>
                <a:gd name="connsiteX250" fmla="*/ 292287 w 384656"/>
                <a:gd name="connsiteY250" fmla="*/ 635621 h 674674"/>
                <a:gd name="connsiteX251" fmla="*/ 292798 w 384656"/>
                <a:gd name="connsiteY251" fmla="*/ 638576 h 674674"/>
                <a:gd name="connsiteX252" fmla="*/ 289618 w 384656"/>
                <a:gd name="connsiteY252" fmla="*/ 635009 h 674674"/>
                <a:gd name="connsiteX253" fmla="*/ 292272 w 384656"/>
                <a:gd name="connsiteY253" fmla="*/ 635541 h 674674"/>
                <a:gd name="connsiteX254" fmla="*/ 292268 w 384656"/>
                <a:gd name="connsiteY254" fmla="*/ 635519 h 674674"/>
                <a:gd name="connsiteX255" fmla="*/ 289503 w 384656"/>
                <a:gd name="connsiteY255" fmla="*/ 634723 h 674674"/>
                <a:gd name="connsiteX256" fmla="*/ 289569 w 384656"/>
                <a:gd name="connsiteY256" fmla="*/ 634347 h 674674"/>
                <a:gd name="connsiteX257" fmla="*/ 288731 w 384656"/>
                <a:gd name="connsiteY257" fmla="*/ 631219 h 674674"/>
                <a:gd name="connsiteX258" fmla="*/ 289547 w 384656"/>
                <a:gd name="connsiteY258" fmla="*/ 634386 h 674674"/>
                <a:gd name="connsiteX259" fmla="*/ 285799 w 384656"/>
                <a:gd name="connsiteY259" fmla="*/ 630240 h 674674"/>
                <a:gd name="connsiteX260" fmla="*/ 288687 w 384656"/>
                <a:gd name="connsiteY260" fmla="*/ 631054 h 674674"/>
                <a:gd name="connsiteX261" fmla="*/ 288676 w 384656"/>
                <a:gd name="connsiteY261" fmla="*/ 631013 h 674674"/>
                <a:gd name="connsiteX262" fmla="*/ 285674 w 384656"/>
                <a:gd name="connsiteY262" fmla="*/ 629944 h 674674"/>
                <a:gd name="connsiteX263" fmla="*/ 272536 w 384656"/>
                <a:gd name="connsiteY263" fmla="*/ 616595 h 674674"/>
                <a:gd name="connsiteX264" fmla="*/ 271981 w 384656"/>
                <a:gd name="connsiteY264" fmla="*/ 613833 h 674674"/>
                <a:gd name="connsiteX265" fmla="*/ 271948 w 384656"/>
                <a:gd name="connsiteY265" fmla="*/ 613794 h 674674"/>
                <a:gd name="connsiteX266" fmla="*/ 272416 w 384656"/>
                <a:gd name="connsiteY266" fmla="*/ 616302 h 674674"/>
                <a:gd name="connsiteX267" fmla="*/ 266771 w 384656"/>
                <a:gd name="connsiteY267" fmla="*/ 612164 h 674674"/>
                <a:gd name="connsiteX268" fmla="*/ 270704 w 384656"/>
                <a:gd name="connsiteY268" fmla="*/ 612336 h 674674"/>
                <a:gd name="connsiteX269" fmla="*/ 270703 w 384656"/>
                <a:gd name="connsiteY269" fmla="*/ 612336 h 674674"/>
                <a:gd name="connsiteX270" fmla="*/ 266648 w 384656"/>
                <a:gd name="connsiteY270" fmla="*/ 611868 h 674674"/>
                <a:gd name="connsiteX271" fmla="*/ 266714 w 384656"/>
                <a:gd name="connsiteY271" fmla="*/ 611493 h 674674"/>
                <a:gd name="connsiteX272" fmla="*/ 262543 w 384656"/>
                <a:gd name="connsiteY272" fmla="*/ 606115 h 674674"/>
                <a:gd name="connsiteX273" fmla="*/ 183749 w 384656"/>
                <a:gd name="connsiteY273" fmla="*/ 575845 h 674674"/>
                <a:gd name="connsiteX274" fmla="*/ 262543 w 384656"/>
                <a:gd name="connsiteY274" fmla="*/ 606116 h 674674"/>
                <a:gd name="connsiteX275" fmla="*/ 266692 w 384656"/>
                <a:gd name="connsiteY275" fmla="*/ 611532 h 674674"/>
                <a:gd name="connsiteX276" fmla="*/ 236299 w 384656"/>
                <a:gd name="connsiteY276" fmla="*/ 593490 h 674674"/>
                <a:gd name="connsiteX277" fmla="*/ 196325 w 384656"/>
                <a:gd name="connsiteY277" fmla="*/ 581383 h 674674"/>
                <a:gd name="connsiteX278" fmla="*/ 170625 w 384656"/>
                <a:gd name="connsiteY278" fmla="*/ 579531 h 674674"/>
                <a:gd name="connsiteX279" fmla="*/ 116917 w 384656"/>
                <a:gd name="connsiteY279" fmla="*/ 590575 h 674674"/>
                <a:gd name="connsiteX280" fmla="*/ 61567 w 384656"/>
                <a:gd name="connsiteY280" fmla="*/ 629977 h 674674"/>
                <a:gd name="connsiteX281" fmla="*/ 35439 w 384656"/>
                <a:gd name="connsiteY281" fmla="*/ 671088 h 674674"/>
                <a:gd name="connsiteX282" fmla="*/ 35279 w 384656"/>
                <a:gd name="connsiteY282" fmla="*/ 667320 h 674674"/>
                <a:gd name="connsiteX283" fmla="*/ 76632 w 384656"/>
                <a:gd name="connsiteY283" fmla="*/ 612115 h 674674"/>
                <a:gd name="connsiteX284" fmla="*/ 35279 w 384656"/>
                <a:gd name="connsiteY284" fmla="*/ 667320 h 674674"/>
                <a:gd name="connsiteX285" fmla="*/ 35185 w 384656"/>
                <a:gd name="connsiteY285" fmla="*/ 671273 h 674674"/>
                <a:gd name="connsiteX286" fmla="*/ 34777 w 384656"/>
                <a:gd name="connsiteY286" fmla="*/ 671492 h 674674"/>
                <a:gd name="connsiteX287" fmla="*/ 20623 w 384656"/>
                <a:gd name="connsiteY287" fmla="*/ 670956 h 674674"/>
                <a:gd name="connsiteX288" fmla="*/ 6110 w 384656"/>
                <a:gd name="connsiteY288" fmla="*/ 670499 h 674674"/>
                <a:gd name="connsiteX289" fmla="*/ 6110 w 384656"/>
                <a:gd name="connsiteY289" fmla="*/ 670499 h 674674"/>
                <a:gd name="connsiteX290" fmla="*/ 34717 w 384656"/>
                <a:gd name="connsiteY290" fmla="*/ 671665 h 674674"/>
                <a:gd name="connsiteX291" fmla="*/ 32289 w 384656"/>
                <a:gd name="connsiteY291" fmla="*/ 674544 h 674674"/>
                <a:gd name="connsiteX292" fmla="*/ 0 w 384656"/>
                <a:gd name="connsiteY292" fmla="*/ 674661 h 674674"/>
                <a:gd name="connsiteX293" fmla="*/ 123496 w 384656"/>
                <a:gd name="connsiteY293" fmla="*/ 553789 h 674674"/>
                <a:gd name="connsiteX294" fmla="*/ 99170 w 384656"/>
                <a:gd name="connsiteY294" fmla="*/ 535984 h 674674"/>
                <a:gd name="connsiteX295" fmla="*/ 105178 w 384656"/>
                <a:gd name="connsiteY295" fmla="*/ 538116 h 674674"/>
                <a:gd name="connsiteX296" fmla="*/ 105179 w 384656"/>
                <a:gd name="connsiteY296" fmla="*/ 538117 h 674674"/>
                <a:gd name="connsiteX297" fmla="*/ 108939 w 384656"/>
                <a:gd name="connsiteY297" fmla="*/ 540338 h 674674"/>
                <a:gd name="connsiteX298" fmla="*/ 121620 w 384656"/>
                <a:gd name="connsiteY298" fmla="*/ 547832 h 674674"/>
                <a:gd name="connsiteX299" fmla="*/ 123663 w 384656"/>
                <a:gd name="connsiteY299" fmla="*/ 548975 h 674674"/>
                <a:gd name="connsiteX300" fmla="*/ 123663 w 384656"/>
                <a:gd name="connsiteY300" fmla="*/ 548975 h 674674"/>
                <a:gd name="connsiteX301" fmla="*/ 121620 w 384656"/>
                <a:gd name="connsiteY301" fmla="*/ 547832 h 674674"/>
                <a:gd name="connsiteX302" fmla="*/ 108939 w 384656"/>
                <a:gd name="connsiteY302" fmla="*/ 540338 h 674674"/>
                <a:gd name="connsiteX303" fmla="*/ 105179 w 384656"/>
                <a:gd name="connsiteY303" fmla="*/ 538117 h 674674"/>
                <a:gd name="connsiteX304" fmla="*/ 105178 w 384656"/>
                <a:gd name="connsiteY304" fmla="*/ 538116 h 674674"/>
                <a:gd name="connsiteX305" fmla="*/ 99043 w 384656"/>
                <a:gd name="connsiteY305" fmla="*/ 535684 h 674674"/>
                <a:gd name="connsiteX306" fmla="*/ 99108 w 384656"/>
                <a:gd name="connsiteY306" fmla="*/ 535299 h 674674"/>
                <a:gd name="connsiteX307" fmla="*/ 93309 w 384656"/>
                <a:gd name="connsiteY307" fmla="*/ 530905 h 674674"/>
                <a:gd name="connsiteX308" fmla="*/ 87792 w 384656"/>
                <a:gd name="connsiteY308" fmla="*/ 524227 h 674674"/>
                <a:gd name="connsiteX309" fmla="*/ 87174 w 384656"/>
                <a:gd name="connsiteY309" fmla="*/ 521208 h 674674"/>
                <a:gd name="connsiteX310" fmla="*/ 87670 w 384656"/>
                <a:gd name="connsiteY310" fmla="*/ 523932 h 674674"/>
                <a:gd name="connsiteX311" fmla="*/ 84571 w 384656"/>
                <a:gd name="connsiteY311" fmla="*/ 520488 h 674674"/>
                <a:gd name="connsiteX312" fmla="*/ 86301 w 384656"/>
                <a:gd name="connsiteY312" fmla="*/ 520189 h 674674"/>
                <a:gd name="connsiteX313" fmla="*/ 86932 w 384656"/>
                <a:gd name="connsiteY313" fmla="*/ 520759 h 674674"/>
                <a:gd name="connsiteX314" fmla="*/ 86235 w 384656"/>
                <a:gd name="connsiteY314" fmla="*/ 520090 h 674674"/>
                <a:gd name="connsiteX315" fmla="*/ 84410 w 384656"/>
                <a:gd name="connsiteY315" fmla="*/ 520242 h 674674"/>
                <a:gd name="connsiteX316" fmla="*/ 84318 w 384656"/>
                <a:gd name="connsiteY316" fmla="*/ 519645 h 674674"/>
                <a:gd name="connsiteX317" fmla="*/ 84063 w 384656"/>
                <a:gd name="connsiteY317" fmla="*/ 517140 h 674674"/>
                <a:gd name="connsiteX318" fmla="*/ 84246 w 384656"/>
                <a:gd name="connsiteY318" fmla="*/ 519529 h 674674"/>
                <a:gd name="connsiteX319" fmla="*/ 81707 w 384656"/>
                <a:gd name="connsiteY319" fmla="*/ 516665 h 674674"/>
                <a:gd name="connsiteX320" fmla="*/ 82210 w 384656"/>
                <a:gd name="connsiteY320" fmla="*/ 516526 h 674674"/>
                <a:gd name="connsiteX321" fmla="*/ 84015 w 384656"/>
                <a:gd name="connsiteY321" fmla="*/ 516780 h 674674"/>
                <a:gd name="connsiteX322" fmla="*/ 84027 w 384656"/>
                <a:gd name="connsiteY322" fmla="*/ 516789 h 674674"/>
                <a:gd name="connsiteX323" fmla="*/ 84026 w 384656"/>
                <a:gd name="connsiteY323" fmla="*/ 516781 h 674674"/>
                <a:gd name="connsiteX324" fmla="*/ 84015 w 384656"/>
                <a:gd name="connsiteY324" fmla="*/ 516780 h 674674"/>
                <a:gd name="connsiteX325" fmla="*/ 83295 w 384656"/>
                <a:gd name="connsiteY325" fmla="*/ 516226 h 674674"/>
                <a:gd name="connsiteX326" fmla="*/ 82210 w 384656"/>
                <a:gd name="connsiteY326" fmla="*/ 516526 h 674674"/>
                <a:gd name="connsiteX327" fmla="*/ 81555 w 384656"/>
                <a:gd name="connsiteY327" fmla="*/ 516433 h 674674"/>
                <a:gd name="connsiteX328" fmla="*/ 81458 w 384656"/>
                <a:gd name="connsiteY328" fmla="*/ 515850 h 674674"/>
                <a:gd name="connsiteX329" fmla="*/ 80208 w 384656"/>
                <a:gd name="connsiteY329" fmla="*/ 511544 h 674674"/>
                <a:gd name="connsiteX330" fmla="*/ 81386 w 384656"/>
                <a:gd name="connsiteY330" fmla="*/ 515733 h 674674"/>
                <a:gd name="connsiteX331" fmla="*/ 65827 w 384656"/>
                <a:gd name="connsiteY331" fmla="*/ 485791 h 674674"/>
                <a:gd name="connsiteX332" fmla="*/ 60203 w 384656"/>
                <a:gd name="connsiteY332" fmla="*/ 448190 h 674674"/>
                <a:gd name="connsiteX333" fmla="*/ 70479 w 384656"/>
                <a:gd name="connsiteY333" fmla="*/ 402323 h 674674"/>
                <a:gd name="connsiteX334" fmla="*/ 91186 w 384656"/>
                <a:gd name="connsiteY334" fmla="*/ 370643 h 674674"/>
                <a:gd name="connsiteX335" fmla="*/ 144590 w 384656"/>
                <a:gd name="connsiteY335" fmla="*/ 341529 h 674674"/>
                <a:gd name="connsiteX336" fmla="*/ 174571 w 384656"/>
                <a:gd name="connsiteY336" fmla="*/ 337782 h 674674"/>
                <a:gd name="connsiteX337" fmla="*/ 318190 w 384656"/>
                <a:gd name="connsiteY337" fmla="*/ 0 h 674674"/>
                <a:gd name="connsiteX338" fmla="*/ 384656 w 384656"/>
                <a:gd name="connsiteY338" fmla="*/ 0 h 674674"/>
                <a:gd name="connsiteX339" fmla="*/ 384656 w 384656"/>
                <a:gd name="connsiteY339" fmla="*/ 66466 h 674674"/>
                <a:gd name="connsiteX340" fmla="*/ 318190 w 384656"/>
                <a:gd name="connsiteY340" fmla="*/ 66466 h 67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384656" h="674674">
                  <a:moveTo>
                    <a:pt x="124633" y="550593"/>
                  </a:moveTo>
                  <a:lnTo>
                    <a:pt x="125507" y="552054"/>
                  </a:lnTo>
                  <a:lnTo>
                    <a:pt x="125564" y="552248"/>
                  </a:lnTo>
                  <a:lnTo>
                    <a:pt x="125507" y="552054"/>
                  </a:lnTo>
                  <a:close/>
                  <a:moveTo>
                    <a:pt x="237976" y="541201"/>
                  </a:moveTo>
                  <a:lnTo>
                    <a:pt x="224336" y="552787"/>
                  </a:lnTo>
                  <a:cubicBezTo>
                    <a:pt x="224230" y="551820"/>
                    <a:pt x="224172" y="550212"/>
                    <a:pt x="224761" y="549923"/>
                  </a:cubicBezTo>
                  <a:close/>
                  <a:moveTo>
                    <a:pt x="255366" y="526429"/>
                  </a:moveTo>
                  <a:lnTo>
                    <a:pt x="249675" y="533479"/>
                  </a:lnTo>
                  <a:lnTo>
                    <a:pt x="237976" y="541201"/>
                  </a:lnTo>
                  <a:lnTo>
                    <a:pt x="237977" y="541200"/>
                  </a:lnTo>
                  <a:lnTo>
                    <a:pt x="249675" y="533479"/>
                  </a:lnTo>
                  <a:lnTo>
                    <a:pt x="255366" y="526430"/>
                  </a:lnTo>
                  <a:close/>
                  <a:moveTo>
                    <a:pt x="78098" y="395886"/>
                  </a:moveTo>
                  <a:cubicBezTo>
                    <a:pt x="76950" y="398213"/>
                    <a:pt x="75968" y="400643"/>
                    <a:pt x="75199" y="403202"/>
                  </a:cubicBezTo>
                  <a:lnTo>
                    <a:pt x="73193" y="409591"/>
                  </a:lnTo>
                  <a:lnTo>
                    <a:pt x="75199" y="403202"/>
                  </a:lnTo>
                  <a:cubicBezTo>
                    <a:pt x="75968" y="400643"/>
                    <a:pt x="76950" y="398214"/>
                    <a:pt x="78098" y="395886"/>
                  </a:cubicBezTo>
                  <a:close/>
                  <a:moveTo>
                    <a:pt x="197790" y="369846"/>
                  </a:moveTo>
                  <a:lnTo>
                    <a:pt x="209433" y="374194"/>
                  </a:lnTo>
                  <a:cubicBezTo>
                    <a:pt x="206222" y="372740"/>
                    <a:pt x="202985" y="371461"/>
                    <a:pt x="199724" y="370372"/>
                  </a:cubicBezTo>
                  <a:close/>
                  <a:moveTo>
                    <a:pt x="170653" y="369676"/>
                  </a:moveTo>
                  <a:cubicBezTo>
                    <a:pt x="162114" y="370015"/>
                    <a:pt x="153619" y="371873"/>
                    <a:pt x="145275" y="375015"/>
                  </a:cubicBezTo>
                  <a:cubicBezTo>
                    <a:pt x="135204" y="378808"/>
                    <a:pt x="126445" y="384185"/>
                    <a:pt x="119008" y="391014"/>
                  </a:cubicBezTo>
                  <a:lnTo>
                    <a:pt x="104096" y="411115"/>
                  </a:lnTo>
                  <a:lnTo>
                    <a:pt x="100674" y="415728"/>
                  </a:lnTo>
                  <a:lnTo>
                    <a:pt x="98321" y="422546"/>
                  </a:lnTo>
                  <a:lnTo>
                    <a:pt x="93853" y="435492"/>
                  </a:lnTo>
                  <a:cubicBezTo>
                    <a:pt x="93232" y="435006"/>
                    <a:pt x="92568" y="434256"/>
                    <a:pt x="92695" y="433680"/>
                  </a:cubicBezTo>
                  <a:cubicBezTo>
                    <a:pt x="92568" y="434256"/>
                    <a:pt x="93232" y="435006"/>
                    <a:pt x="93430" y="436378"/>
                  </a:cubicBezTo>
                  <a:cubicBezTo>
                    <a:pt x="93373" y="437083"/>
                    <a:pt x="93316" y="437787"/>
                    <a:pt x="92654" y="438603"/>
                  </a:cubicBezTo>
                  <a:cubicBezTo>
                    <a:pt x="92627" y="439532"/>
                    <a:pt x="92601" y="440461"/>
                    <a:pt x="92478" y="442272"/>
                  </a:cubicBezTo>
                  <a:cubicBezTo>
                    <a:pt x="92509" y="448298"/>
                    <a:pt x="92541" y="454326"/>
                    <a:pt x="92065" y="460697"/>
                  </a:cubicBezTo>
                  <a:cubicBezTo>
                    <a:pt x="92463" y="461549"/>
                    <a:pt x="92861" y="462400"/>
                    <a:pt x="93400" y="463946"/>
                  </a:cubicBezTo>
                  <a:cubicBezTo>
                    <a:pt x="93442" y="464653"/>
                    <a:pt x="93483" y="465360"/>
                    <a:pt x="93018" y="466411"/>
                  </a:cubicBezTo>
                  <a:cubicBezTo>
                    <a:pt x="93416" y="467263"/>
                    <a:pt x="93814" y="468114"/>
                    <a:pt x="94354" y="469578"/>
                  </a:cubicBezTo>
                  <a:cubicBezTo>
                    <a:pt x="94395" y="469995"/>
                    <a:pt x="94436" y="470411"/>
                    <a:pt x="93925" y="471254"/>
                  </a:cubicBezTo>
                  <a:lnTo>
                    <a:pt x="94803" y="473454"/>
                  </a:lnTo>
                  <a:lnTo>
                    <a:pt x="98141" y="486849"/>
                  </a:lnTo>
                  <a:lnTo>
                    <a:pt x="105821" y="501082"/>
                  </a:lnTo>
                  <a:lnTo>
                    <a:pt x="105822" y="501083"/>
                  </a:lnTo>
                  <a:lnTo>
                    <a:pt x="105822" y="501083"/>
                  </a:lnTo>
                  <a:lnTo>
                    <a:pt x="105821" y="501082"/>
                  </a:lnTo>
                  <a:lnTo>
                    <a:pt x="94803" y="473454"/>
                  </a:lnTo>
                  <a:lnTo>
                    <a:pt x="94201" y="471041"/>
                  </a:lnTo>
                  <a:cubicBezTo>
                    <a:pt x="98919" y="480874"/>
                    <a:pt x="103360" y="490920"/>
                    <a:pt x="107971" y="501228"/>
                  </a:cubicBezTo>
                  <a:cubicBezTo>
                    <a:pt x="107658" y="501299"/>
                    <a:pt x="107189" y="501373"/>
                    <a:pt x="106763" y="501374"/>
                  </a:cubicBezTo>
                  <a:lnTo>
                    <a:pt x="105825" y="501084"/>
                  </a:lnTo>
                  <a:lnTo>
                    <a:pt x="106813" y="501426"/>
                  </a:lnTo>
                  <a:cubicBezTo>
                    <a:pt x="107288" y="501476"/>
                    <a:pt x="107857" y="501505"/>
                    <a:pt x="108369" y="501642"/>
                  </a:cubicBezTo>
                  <a:cubicBezTo>
                    <a:pt x="108369" y="501642"/>
                    <a:pt x="108513" y="501875"/>
                    <a:pt x="108106" y="502523"/>
                  </a:cubicBezTo>
                  <a:lnTo>
                    <a:pt x="110882" y="505082"/>
                  </a:lnTo>
                  <a:lnTo>
                    <a:pt x="112204" y="506301"/>
                  </a:lnTo>
                  <a:cubicBezTo>
                    <a:pt x="114526" y="508738"/>
                    <a:pt x="116848" y="511176"/>
                    <a:pt x="119156" y="514342"/>
                  </a:cubicBezTo>
                  <a:cubicBezTo>
                    <a:pt x="119753" y="515353"/>
                    <a:pt x="120103" y="516766"/>
                    <a:pt x="120987" y="517309"/>
                  </a:cubicBezTo>
                  <a:lnTo>
                    <a:pt x="131532" y="523488"/>
                  </a:lnTo>
                  <a:lnTo>
                    <a:pt x="120987" y="517309"/>
                  </a:lnTo>
                  <a:cubicBezTo>
                    <a:pt x="120103" y="516766"/>
                    <a:pt x="119753" y="515353"/>
                    <a:pt x="119163" y="513978"/>
                  </a:cubicBezTo>
                  <a:cubicBezTo>
                    <a:pt x="122579" y="515666"/>
                    <a:pt x="125976" y="517739"/>
                    <a:pt x="129400" y="519766"/>
                  </a:cubicBezTo>
                  <a:cubicBezTo>
                    <a:pt x="139460" y="525721"/>
                    <a:pt x="150288" y="529246"/>
                    <a:pt x="161886" y="530941"/>
                  </a:cubicBezTo>
                  <a:cubicBezTo>
                    <a:pt x="184121" y="534190"/>
                    <a:pt x="204126" y="528793"/>
                    <a:pt x="221907" y="515550"/>
                  </a:cubicBezTo>
                  <a:cubicBezTo>
                    <a:pt x="237845" y="503680"/>
                    <a:pt x="248104" y="487800"/>
                    <a:pt x="252454" y="468272"/>
                  </a:cubicBezTo>
                  <a:cubicBezTo>
                    <a:pt x="257986" y="443437"/>
                    <a:pt x="251629" y="421064"/>
                    <a:pt x="238213" y="399815"/>
                  </a:cubicBezTo>
                  <a:cubicBezTo>
                    <a:pt x="239534" y="400480"/>
                    <a:pt x="241583" y="401118"/>
                    <a:pt x="242353" y="402479"/>
                  </a:cubicBezTo>
                  <a:cubicBezTo>
                    <a:pt x="241583" y="401118"/>
                    <a:pt x="239534" y="400480"/>
                    <a:pt x="238157" y="399459"/>
                  </a:cubicBezTo>
                  <a:cubicBezTo>
                    <a:pt x="238157" y="399459"/>
                    <a:pt x="238111" y="399536"/>
                    <a:pt x="238135" y="398798"/>
                  </a:cubicBezTo>
                  <a:lnTo>
                    <a:pt x="237510" y="396790"/>
                  </a:lnTo>
                  <a:lnTo>
                    <a:pt x="238123" y="399167"/>
                  </a:lnTo>
                  <a:cubicBezTo>
                    <a:pt x="236907" y="398130"/>
                    <a:pt x="235703" y="396724"/>
                    <a:pt x="234375" y="395023"/>
                  </a:cubicBezTo>
                  <a:lnTo>
                    <a:pt x="237209" y="395821"/>
                  </a:lnTo>
                  <a:lnTo>
                    <a:pt x="237179" y="395725"/>
                  </a:lnTo>
                  <a:cubicBezTo>
                    <a:pt x="236539" y="394943"/>
                    <a:pt x="235476" y="394469"/>
                    <a:pt x="233680" y="394502"/>
                  </a:cubicBezTo>
                  <a:cubicBezTo>
                    <a:pt x="232305" y="393012"/>
                    <a:pt x="230931" y="391523"/>
                    <a:pt x="229569" y="389266"/>
                  </a:cubicBezTo>
                  <a:lnTo>
                    <a:pt x="228306" y="386038"/>
                  </a:lnTo>
                  <a:lnTo>
                    <a:pt x="229563" y="389649"/>
                  </a:lnTo>
                  <a:cubicBezTo>
                    <a:pt x="227952" y="388833"/>
                    <a:pt x="226347" y="387633"/>
                    <a:pt x="224568" y="386199"/>
                  </a:cubicBezTo>
                  <a:lnTo>
                    <a:pt x="225654" y="385771"/>
                  </a:lnTo>
                  <a:lnTo>
                    <a:pt x="227932" y="385698"/>
                  </a:lnTo>
                  <a:lnTo>
                    <a:pt x="228207" y="385782"/>
                  </a:lnTo>
                  <a:lnTo>
                    <a:pt x="228171" y="385691"/>
                  </a:lnTo>
                  <a:lnTo>
                    <a:pt x="227932" y="385698"/>
                  </a:lnTo>
                  <a:lnTo>
                    <a:pt x="226755" y="385337"/>
                  </a:lnTo>
                  <a:lnTo>
                    <a:pt x="225654" y="385771"/>
                  </a:lnTo>
                  <a:lnTo>
                    <a:pt x="224176" y="385818"/>
                  </a:lnTo>
                  <a:cubicBezTo>
                    <a:pt x="224176" y="385818"/>
                    <a:pt x="224031" y="385599"/>
                    <a:pt x="224430" y="384955"/>
                  </a:cubicBezTo>
                  <a:cubicBezTo>
                    <a:pt x="223698" y="383728"/>
                    <a:pt x="223260" y="382031"/>
                    <a:pt x="222182" y="381357"/>
                  </a:cubicBezTo>
                  <a:cubicBezTo>
                    <a:pt x="223260" y="382031"/>
                    <a:pt x="223698" y="383728"/>
                    <a:pt x="224230" y="385277"/>
                  </a:cubicBezTo>
                  <a:cubicBezTo>
                    <a:pt x="214802" y="381502"/>
                    <a:pt x="205806" y="376735"/>
                    <a:pt x="196295" y="373457"/>
                  </a:cubicBezTo>
                  <a:cubicBezTo>
                    <a:pt x="187775" y="370520"/>
                    <a:pt x="179192" y="369338"/>
                    <a:pt x="170653" y="369676"/>
                  </a:cubicBezTo>
                  <a:close/>
                  <a:moveTo>
                    <a:pt x="185478" y="367050"/>
                  </a:moveTo>
                  <a:lnTo>
                    <a:pt x="194305" y="368897"/>
                  </a:lnTo>
                  <a:lnTo>
                    <a:pt x="189867" y="367689"/>
                  </a:lnTo>
                  <a:close/>
                  <a:moveTo>
                    <a:pt x="169725" y="366095"/>
                  </a:moveTo>
                  <a:lnTo>
                    <a:pt x="181902" y="366530"/>
                  </a:lnTo>
                  <a:lnTo>
                    <a:pt x="179866" y="366234"/>
                  </a:lnTo>
                  <a:cubicBezTo>
                    <a:pt x="176509" y="365963"/>
                    <a:pt x="173128" y="365912"/>
                    <a:pt x="169725" y="366095"/>
                  </a:cubicBezTo>
                  <a:close/>
                  <a:moveTo>
                    <a:pt x="192023" y="343846"/>
                  </a:moveTo>
                  <a:lnTo>
                    <a:pt x="242471" y="361377"/>
                  </a:lnTo>
                  <a:cubicBezTo>
                    <a:pt x="244174" y="362726"/>
                    <a:pt x="245851" y="364108"/>
                    <a:pt x="247670" y="365775"/>
                  </a:cubicBezTo>
                  <a:cubicBezTo>
                    <a:pt x="245070" y="364821"/>
                    <a:pt x="242048" y="363971"/>
                    <a:pt x="239657" y="362245"/>
                  </a:cubicBezTo>
                  <a:close/>
                  <a:moveTo>
                    <a:pt x="156740" y="343428"/>
                  </a:moveTo>
                  <a:lnTo>
                    <a:pt x="153114" y="343998"/>
                  </a:lnTo>
                  <a:cubicBezTo>
                    <a:pt x="149219" y="344784"/>
                    <a:pt x="145336" y="345727"/>
                    <a:pt x="141463" y="346773"/>
                  </a:cubicBezTo>
                  <a:cubicBezTo>
                    <a:pt x="131689" y="349413"/>
                    <a:pt x="122591" y="353143"/>
                    <a:pt x="114260" y="358122"/>
                  </a:cubicBezTo>
                  <a:cubicBezTo>
                    <a:pt x="122591" y="353143"/>
                    <a:pt x="131689" y="349413"/>
                    <a:pt x="141463" y="346773"/>
                  </a:cubicBezTo>
                  <a:close/>
                  <a:moveTo>
                    <a:pt x="188591" y="342522"/>
                  </a:moveTo>
                  <a:lnTo>
                    <a:pt x="188594" y="342522"/>
                  </a:lnTo>
                  <a:lnTo>
                    <a:pt x="192023" y="343846"/>
                  </a:lnTo>
                  <a:lnTo>
                    <a:pt x="192017" y="343844"/>
                  </a:lnTo>
                  <a:lnTo>
                    <a:pt x="188594" y="342522"/>
                  </a:lnTo>
                  <a:close/>
                  <a:moveTo>
                    <a:pt x="188098" y="342482"/>
                  </a:moveTo>
                  <a:lnTo>
                    <a:pt x="188591" y="342522"/>
                  </a:lnTo>
                  <a:lnTo>
                    <a:pt x="188194" y="342516"/>
                  </a:lnTo>
                  <a:close/>
                  <a:moveTo>
                    <a:pt x="174571" y="337782"/>
                  </a:moveTo>
                  <a:lnTo>
                    <a:pt x="188098" y="342482"/>
                  </a:lnTo>
                  <a:lnTo>
                    <a:pt x="176660" y="341561"/>
                  </a:lnTo>
                  <a:lnTo>
                    <a:pt x="168334" y="342210"/>
                  </a:lnTo>
                  <a:lnTo>
                    <a:pt x="164839" y="342157"/>
                  </a:lnTo>
                  <a:lnTo>
                    <a:pt x="160710" y="342805"/>
                  </a:lnTo>
                  <a:lnTo>
                    <a:pt x="168334" y="342210"/>
                  </a:lnTo>
                  <a:lnTo>
                    <a:pt x="188194" y="342516"/>
                  </a:lnTo>
                  <a:lnTo>
                    <a:pt x="192017" y="343844"/>
                  </a:lnTo>
                  <a:lnTo>
                    <a:pt x="239657" y="362245"/>
                  </a:lnTo>
                  <a:cubicBezTo>
                    <a:pt x="242048" y="363971"/>
                    <a:pt x="245070" y="364821"/>
                    <a:pt x="247800" y="366076"/>
                  </a:cubicBezTo>
                  <a:cubicBezTo>
                    <a:pt x="248354" y="366517"/>
                    <a:pt x="248908" y="366958"/>
                    <a:pt x="249543" y="368041"/>
                  </a:cubicBezTo>
                  <a:lnTo>
                    <a:pt x="249646" y="368308"/>
                  </a:lnTo>
                  <a:lnTo>
                    <a:pt x="253662" y="370787"/>
                  </a:lnTo>
                  <a:lnTo>
                    <a:pt x="250834" y="371371"/>
                  </a:lnTo>
                  <a:lnTo>
                    <a:pt x="253833" y="371023"/>
                  </a:lnTo>
                  <a:cubicBezTo>
                    <a:pt x="253833" y="371023"/>
                    <a:pt x="254066" y="371171"/>
                    <a:pt x="253935" y="371613"/>
                  </a:cubicBezTo>
                  <a:lnTo>
                    <a:pt x="254557" y="372345"/>
                  </a:lnTo>
                  <a:lnTo>
                    <a:pt x="257323" y="375599"/>
                  </a:lnTo>
                  <a:cubicBezTo>
                    <a:pt x="257877" y="376040"/>
                    <a:pt x="258431" y="376481"/>
                    <a:pt x="259066" y="377554"/>
                  </a:cubicBezTo>
                  <a:lnTo>
                    <a:pt x="259586" y="380190"/>
                  </a:lnTo>
                  <a:lnTo>
                    <a:pt x="259153" y="377811"/>
                  </a:lnTo>
                  <a:cubicBezTo>
                    <a:pt x="260137" y="378627"/>
                    <a:pt x="261114" y="379818"/>
                    <a:pt x="262252" y="381255"/>
                  </a:cubicBezTo>
                  <a:cubicBezTo>
                    <a:pt x="261479" y="381574"/>
                    <a:pt x="260925" y="381651"/>
                    <a:pt x="260522" y="381555"/>
                  </a:cubicBezTo>
                  <a:lnTo>
                    <a:pt x="259880" y="380975"/>
                  </a:lnTo>
                  <a:lnTo>
                    <a:pt x="260589" y="381654"/>
                  </a:lnTo>
                  <a:cubicBezTo>
                    <a:pt x="261015" y="381789"/>
                    <a:pt x="261600" y="381758"/>
                    <a:pt x="262413" y="381501"/>
                  </a:cubicBezTo>
                  <a:cubicBezTo>
                    <a:pt x="262413" y="381501"/>
                    <a:pt x="262640" y="381651"/>
                    <a:pt x="262506" y="382099"/>
                  </a:cubicBezTo>
                  <a:lnTo>
                    <a:pt x="262761" y="384607"/>
                  </a:lnTo>
                  <a:lnTo>
                    <a:pt x="262578" y="382214"/>
                  </a:lnTo>
                  <a:cubicBezTo>
                    <a:pt x="263511" y="382870"/>
                    <a:pt x="264237" y="383859"/>
                    <a:pt x="265116" y="385078"/>
                  </a:cubicBezTo>
                  <a:lnTo>
                    <a:pt x="264612" y="385217"/>
                  </a:lnTo>
                  <a:lnTo>
                    <a:pt x="262808" y="384963"/>
                  </a:lnTo>
                  <a:lnTo>
                    <a:pt x="262796" y="384954"/>
                  </a:lnTo>
                  <a:lnTo>
                    <a:pt x="262797" y="384962"/>
                  </a:lnTo>
                  <a:lnTo>
                    <a:pt x="262808" y="384963"/>
                  </a:lnTo>
                  <a:lnTo>
                    <a:pt x="263528" y="385517"/>
                  </a:lnTo>
                  <a:lnTo>
                    <a:pt x="264612" y="385217"/>
                  </a:lnTo>
                  <a:lnTo>
                    <a:pt x="265268" y="385310"/>
                  </a:lnTo>
                  <a:cubicBezTo>
                    <a:pt x="265268" y="385310"/>
                    <a:pt x="265498" y="385460"/>
                    <a:pt x="265365" y="385894"/>
                  </a:cubicBezTo>
                  <a:cubicBezTo>
                    <a:pt x="265642" y="387651"/>
                    <a:pt x="265776" y="389154"/>
                    <a:pt x="266504" y="390267"/>
                  </a:cubicBezTo>
                  <a:cubicBezTo>
                    <a:pt x="265776" y="389154"/>
                    <a:pt x="265642" y="387651"/>
                    <a:pt x="265437" y="386011"/>
                  </a:cubicBezTo>
                  <a:cubicBezTo>
                    <a:pt x="272702" y="394707"/>
                    <a:pt x="277469" y="404902"/>
                    <a:pt x="280967" y="415723"/>
                  </a:cubicBezTo>
                  <a:cubicBezTo>
                    <a:pt x="282090" y="419197"/>
                    <a:pt x="282904" y="422772"/>
                    <a:pt x="283790" y="426682"/>
                  </a:cubicBezTo>
                  <a:cubicBezTo>
                    <a:pt x="283165" y="426596"/>
                    <a:pt x="282258" y="426220"/>
                    <a:pt x="282106" y="425645"/>
                  </a:cubicBezTo>
                  <a:cubicBezTo>
                    <a:pt x="282258" y="426220"/>
                    <a:pt x="283165" y="426596"/>
                    <a:pt x="283720" y="427064"/>
                  </a:cubicBezTo>
                  <a:cubicBezTo>
                    <a:pt x="283776" y="427477"/>
                    <a:pt x="283832" y="427890"/>
                    <a:pt x="283682" y="428787"/>
                  </a:cubicBezTo>
                  <a:lnTo>
                    <a:pt x="283967" y="429662"/>
                  </a:lnTo>
                  <a:lnTo>
                    <a:pt x="284672" y="431825"/>
                  </a:lnTo>
                  <a:cubicBezTo>
                    <a:pt x="284728" y="432238"/>
                    <a:pt x="284784" y="432651"/>
                    <a:pt x="284634" y="433548"/>
                  </a:cubicBezTo>
                  <a:lnTo>
                    <a:pt x="284920" y="434423"/>
                  </a:lnTo>
                  <a:lnTo>
                    <a:pt x="285624" y="436587"/>
                  </a:lnTo>
                  <a:cubicBezTo>
                    <a:pt x="285681" y="438519"/>
                    <a:pt x="285738" y="440452"/>
                    <a:pt x="285588" y="442970"/>
                  </a:cubicBezTo>
                  <a:lnTo>
                    <a:pt x="285965" y="444167"/>
                  </a:lnTo>
                  <a:lnTo>
                    <a:pt x="286577" y="446110"/>
                  </a:lnTo>
                  <a:cubicBezTo>
                    <a:pt x="286624" y="448999"/>
                    <a:pt x="286671" y="451888"/>
                    <a:pt x="286344" y="455261"/>
                  </a:cubicBezTo>
                  <a:lnTo>
                    <a:pt x="286271" y="455789"/>
                  </a:lnTo>
                  <a:lnTo>
                    <a:pt x="285890" y="458532"/>
                  </a:lnTo>
                  <a:cubicBezTo>
                    <a:pt x="285848" y="460467"/>
                    <a:pt x="285807" y="462403"/>
                    <a:pt x="285392" y="464802"/>
                  </a:cubicBezTo>
                  <a:lnTo>
                    <a:pt x="285318" y="465332"/>
                  </a:lnTo>
                  <a:lnTo>
                    <a:pt x="284938" y="468055"/>
                  </a:lnTo>
                  <a:cubicBezTo>
                    <a:pt x="284896" y="468762"/>
                    <a:pt x="284855" y="469469"/>
                    <a:pt x="284440" y="470578"/>
                  </a:cubicBezTo>
                  <a:lnTo>
                    <a:pt x="284364" y="471114"/>
                  </a:lnTo>
                  <a:lnTo>
                    <a:pt x="283985" y="473769"/>
                  </a:lnTo>
                  <a:cubicBezTo>
                    <a:pt x="283944" y="474186"/>
                    <a:pt x="283903" y="474602"/>
                    <a:pt x="283457" y="475403"/>
                  </a:cubicBezTo>
                  <a:cubicBezTo>
                    <a:pt x="282686" y="476430"/>
                    <a:pt x="282243" y="477040"/>
                    <a:pt x="281964" y="477719"/>
                  </a:cubicBezTo>
                  <a:cubicBezTo>
                    <a:pt x="282243" y="477040"/>
                    <a:pt x="282686" y="476430"/>
                    <a:pt x="283386" y="475710"/>
                  </a:cubicBezTo>
                  <a:cubicBezTo>
                    <a:pt x="280991" y="489976"/>
                    <a:pt x="275899" y="503454"/>
                    <a:pt x="267994" y="515703"/>
                  </a:cubicBezTo>
                  <a:lnTo>
                    <a:pt x="255366" y="526429"/>
                  </a:lnTo>
                  <a:lnTo>
                    <a:pt x="268303" y="510403"/>
                  </a:lnTo>
                  <a:lnTo>
                    <a:pt x="273831" y="498214"/>
                  </a:lnTo>
                  <a:lnTo>
                    <a:pt x="268303" y="510403"/>
                  </a:lnTo>
                  <a:lnTo>
                    <a:pt x="255366" y="526430"/>
                  </a:lnTo>
                  <a:lnTo>
                    <a:pt x="237977" y="541200"/>
                  </a:lnTo>
                  <a:lnTo>
                    <a:pt x="224761" y="549923"/>
                  </a:lnTo>
                  <a:cubicBezTo>
                    <a:pt x="224172" y="550211"/>
                    <a:pt x="224230" y="551820"/>
                    <a:pt x="223987" y="552813"/>
                  </a:cubicBezTo>
                  <a:cubicBezTo>
                    <a:pt x="223956" y="553216"/>
                    <a:pt x="223926" y="553620"/>
                    <a:pt x="223687" y="554513"/>
                  </a:cubicBezTo>
                  <a:lnTo>
                    <a:pt x="223903" y="554871"/>
                  </a:lnTo>
                  <a:lnTo>
                    <a:pt x="245732" y="562028"/>
                  </a:lnTo>
                  <a:cubicBezTo>
                    <a:pt x="252784" y="565019"/>
                    <a:pt x="259560" y="568589"/>
                    <a:pt x="266072" y="572714"/>
                  </a:cubicBezTo>
                  <a:cubicBezTo>
                    <a:pt x="274126" y="577815"/>
                    <a:pt x="281669" y="583721"/>
                    <a:pt x="289571" y="589566"/>
                  </a:cubicBezTo>
                  <a:cubicBezTo>
                    <a:pt x="287234" y="588788"/>
                    <a:pt x="284620" y="587957"/>
                    <a:pt x="282326" y="586587"/>
                  </a:cubicBezTo>
                  <a:cubicBezTo>
                    <a:pt x="284620" y="587957"/>
                    <a:pt x="287234" y="588788"/>
                    <a:pt x="289701" y="589867"/>
                  </a:cubicBezTo>
                  <a:cubicBezTo>
                    <a:pt x="295948" y="595680"/>
                    <a:pt x="302194" y="601493"/>
                    <a:pt x="308553" y="607969"/>
                  </a:cubicBezTo>
                  <a:lnTo>
                    <a:pt x="309518" y="611570"/>
                  </a:lnTo>
                  <a:lnTo>
                    <a:pt x="308672" y="608262"/>
                  </a:lnTo>
                  <a:cubicBezTo>
                    <a:pt x="309883" y="609299"/>
                    <a:pt x="311088" y="610706"/>
                    <a:pt x="312414" y="612409"/>
                  </a:cubicBezTo>
                  <a:lnTo>
                    <a:pt x="309525" y="611594"/>
                  </a:lnTo>
                  <a:lnTo>
                    <a:pt x="309525" y="611595"/>
                  </a:lnTo>
                  <a:cubicBezTo>
                    <a:pt x="310098" y="612438"/>
                    <a:pt x="311011" y="612863"/>
                    <a:pt x="312537" y="612705"/>
                  </a:cubicBezTo>
                  <a:cubicBezTo>
                    <a:pt x="312537" y="612705"/>
                    <a:pt x="312460" y="612750"/>
                    <a:pt x="312470" y="613080"/>
                  </a:cubicBezTo>
                  <a:lnTo>
                    <a:pt x="313306" y="616233"/>
                  </a:lnTo>
                  <a:lnTo>
                    <a:pt x="312493" y="613042"/>
                  </a:lnTo>
                  <a:cubicBezTo>
                    <a:pt x="313704" y="614074"/>
                    <a:pt x="314903" y="615475"/>
                    <a:pt x="316224" y="617171"/>
                  </a:cubicBezTo>
                  <a:lnTo>
                    <a:pt x="313342" y="616366"/>
                  </a:lnTo>
                  <a:lnTo>
                    <a:pt x="313352" y="616407"/>
                  </a:lnTo>
                  <a:cubicBezTo>
                    <a:pt x="313914" y="617204"/>
                    <a:pt x="314827" y="617624"/>
                    <a:pt x="316346" y="617466"/>
                  </a:cubicBezTo>
                  <a:cubicBezTo>
                    <a:pt x="316346" y="617466"/>
                    <a:pt x="316269" y="617512"/>
                    <a:pt x="316279" y="617838"/>
                  </a:cubicBezTo>
                  <a:lnTo>
                    <a:pt x="317400" y="621505"/>
                  </a:lnTo>
                  <a:lnTo>
                    <a:pt x="316302" y="617799"/>
                  </a:lnTo>
                  <a:cubicBezTo>
                    <a:pt x="317916" y="619564"/>
                    <a:pt x="319518" y="621693"/>
                    <a:pt x="321286" y="624079"/>
                  </a:cubicBezTo>
                  <a:lnTo>
                    <a:pt x="320808" y="623985"/>
                  </a:lnTo>
                  <a:lnTo>
                    <a:pt x="317664" y="622268"/>
                  </a:lnTo>
                  <a:lnTo>
                    <a:pt x="317619" y="622221"/>
                  </a:lnTo>
                  <a:lnTo>
                    <a:pt x="317627" y="622248"/>
                  </a:lnTo>
                  <a:lnTo>
                    <a:pt x="317664" y="622268"/>
                  </a:lnTo>
                  <a:lnTo>
                    <a:pt x="318964" y="623622"/>
                  </a:lnTo>
                  <a:lnTo>
                    <a:pt x="320808" y="623985"/>
                  </a:lnTo>
                  <a:lnTo>
                    <a:pt x="321451" y="624336"/>
                  </a:lnTo>
                  <a:cubicBezTo>
                    <a:pt x="321451" y="624336"/>
                    <a:pt x="321684" y="624486"/>
                    <a:pt x="321551" y="624919"/>
                  </a:cubicBezTo>
                  <a:cubicBezTo>
                    <a:pt x="321775" y="626526"/>
                    <a:pt x="321949" y="627797"/>
                    <a:pt x="322519" y="628855"/>
                  </a:cubicBezTo>
                  <a:cubicBezTo>
                    <a:pt x="327924" y="638884"/>
                    <a:pt x="333516" y="648815"/>
                    <a:pt x="338784" y="658915"/>
                  </a:cubicBezTo>
                  <a:cubicBezTo>
                    <a:pt x="333517" y="648815"/>
                    <a:pt x="327924" y="638884"/>
                    <a:pt x="322519" y="628855"/>
                  </a:cubicBezTo>
                  <a:cubicBezTo>
                    <a:pt x="321949" y="627797"/>
                    <a:pt x="321775" y="626526"/>
                    <a:pt x="321623" y="625038"/>
                  </a:cubicBezTo>
                  <a:cubicBezTo>
                    <a:pt x="324890" y="629306"/>
                    <a:pt x="328519" y="633616"/>
                    <a:pt x="330898" y="638531"/>
                  </a:cubicBezTo>
                  <a:cubicBezTo>
                    <a:pt x="336177" y="649438"/>
                    <a:pt x="340845" y="660641"/>
                    <a:pt x="345701" y="671751"/>
                  </a:cubicBezTo>
                  <a:cubicBezTo>
                    <a:pt x="345990" y="672412"/>
                    <a:pt x="345739" y="673309"/>
                    <a:pt x="345739" y="674651"/>
                  </a:cubicBezTo>
                  <a:cubicBezTo>
                    <a:pt x="335121" y="674651"/>
                    <a:pt x="324587" y="674691"/>
                    <a:pt x="314055" y="674577"/>
                  </a:cubicBezTo>
                  <a:cubicBezTo>
                    <a:pt x="313216" y="674568"/>
                    <a:pt x="312034" y="673692"/>
                    <a:pt x="311609" y="672899"/>
                  </a:cubicBezTo>
                  <a:cubicBezTo>
                    <a:pt x="306395" y="663172"/>
                    <a:pt x="301293" y="653385"/>
                    <a:pt x="295994" y="643352"/>
                  </a:cubicBezTo>
                  <a:cubicBezTo>
                    <a:pt x="296546" y="643601"/>
                    <a:pt x="297276" y="643837"/>
                    <a:pt x="297948" y="644151"/>
                  </a:cubicBezTo>
                  <a:lnTo>
                    <a:pt x="299546" y="645407"/>
                  </a:lnTo>
                  <a:lnTo>
                    <a:pt x="297927" y="644118"/>
                  </a:lnTo>
                  <a:cubicBezTo>
                    <a:pt x="297234" y="643771"/>
                    <a:pt x="296462" y="643470"/>
                    <a:pt x="295826" y="643091"/>
                  </a:cubicBezTo>
                  <a:cubicBezTo>
                    <a:pt x="295826" y="643091"/>
                    <a:pt x="295595" y="642941"/>
                    <a:pt x="295729" y="642492"/>
                  </a:cubicBezTo>
                  <a:lnTo>
                    <a:pt x="295473" y="639981"/>
                  </a:lnTo>
                  <a:lnTo>
                    <a:pt x="295656" y="642375"/>
                  </a:lnTo>
                  <a:cubicBezTo>
                    <a:pt x="294723" y="641719"/>
                    <a:pt x="293997" y="640731"/>
                    <a:pt x="293118" y="639512"/>
                  </a:cubicBezTo>
                  <a:lnTo>
                    <a:pt x="293621" y="639372"/>
                  </a:lnTo>
                  <a:lnTo>
                    <a:pt x="295427" y="639627"/>
                  </a:lnTo>
                  <a:lnTo>
                    <a:pt x="295438" y="639635"/>
                  </a:lnTo>
                  <a:lnTo>
                    <a:pt x="295437" y="639628"/>
                  </a:lnTo>
                  <a:lnTo>
                    <a:pt x="295427" y="639627"/>
                  </a:lnTo>
                  <a:lnTo>
                    <a:pt x="294706" y="639073"/>
                  </a:lnTo>
                  <a:lnTo>
                    <a:pt x="293621" y="639372"/>
                  </a:lnTo>
                  <a:lnTo>
                    <a:pt x="292966" y="639280"/>
                  </a:lnTo>
                  <a:cubicBezTo>
                    <a:pt x="292966" y="639280"/>
                    <a:pt x="292738" y="639131"/>
                    <a:pt x="292870" y="638691"/>
                  </a:cubicBezTo>
                  <a:lnTo>
                    <a:pt x="292287" y="635621"/>
                  </a:lnTo>
                  <a:lnTo>
                    <a:pt x="292798" y="638576"/>
                  </a:lnTo>
                  <a:cubicBezTo>
                    <a:pt x="291640" y="637699"/>
                    <a:pt x="290686" y="636497"/>
                    <a:pt x="289618" y="635009"/>
                  </a:cubicBezTo>
                  <a:lnTo>
                    <a:pt x="292272" y="635541"/>
                  </a:lnTo>
                  <a:lnTo>
                    <a:pt x="292268" y="635519"/>
                  </a:lnTo>
                  <a:cubicBezTo>
                    <a:pt x="291709" y="634868"/>
                    <a:pt x="290791" y="634613"/>
                    <a:pt x="289503" y="634723"/>
                  </a:cubicBezTo>
                  <a:cubicBezTo>
                    <a:pt x="289503" y="634723"/>
                    <a:pt x="289580" y="634678"/>
                    <a:pt x="289569" y="634347"/>
                  </a:cubicBezTo>
                  <a:lnTo>
                    <a:pt x="288731" y="631219"/>
                  </a:lnTo>
                  <a:lnTo>
                    <a:pt x="289547" y="634386"/>
                  </a:lnTo>
                  <a:cubicBezTo>
                    <a:pt x="288331" y="633349"/>
                    <a:pt x="287128" y="631943"/>
                    <a:pt x="285799" y="630240"/>
                  </a:cubicBezTo>
                  <a:lnTo>
                    <a:pt x="288687" y="631054"/>
                  </a:lnTo>
                  <a:lnTo>
                    <a:pt x="288676" y="631013"/>
                  </a:lnTo>
                  <a:cubicBezTo>
                    <a:pt x="288106" y="630217"/>
                    <a:pt x="287185" y="629799"/>
                    <a:pt x="285674" y="629944"/>
                  </a:cubicBezTo>
                  <a:cubicBezTo>
                    <a:pt x="281332" y="625719"/>
                    <a:pt x="276990" y="621493"/>
                    <a:pt x="272536" y="616595"/>
                  </a:cubicBezTo>
                  <a:cubicBezTo>
                    <a:pt x="272490" y="615428"/>
                    <a:pt x="272296" y="614525"/>
                    <a:pt x="271981" y="613833"/>
                  </a:cubicBezTo>
                  <a:lnTo>
                    <a:pt x="271948" y="613794"/>
                  </a:lnTo>
                  <a:lnTo>
                    <a:pt x="272416" y="616302"/>
                  </a:lnTo>
                  <a:cubicBezTo>
                    <a:pt x="270572" y="615274"/>
                    <a:pt x="268733" y="613867"/>
                    <a:pt x="266771" y="612164"/>
                  </a:cubicBezTo>
                  <a:lnTo>
                    <a:pt x="270704" y="612336"/>
                  </a:lnTo>
                  <a:lnTo>
                    <a:pt x="270703" y="612336"/>
                  </a:lnTo>
                  <a:cubicBezTo>
                    <a:pt x="269648" y="611689"/>
                    <a:pt x="268221" y="611674"/>
                    <a:pt x="266648" y="611868"/>
                  </a:cubicBezTo>
                  <a:cubicBezTo>
                    <a:pt x="266648" y="611868"/>
                    <a:pt x="266725" y="611822"/>
                    <a:pt x="266714" y="611493"/>
                  </a:cubicBezTo>
                  <a:cubicBezTo>
                    <a:pt x="265329" y="609466"/>
                    <a:pt x="264199" y="607469"/>
                    <a:pt x="262543" y="606115"/>
                  </a:cubicBezTo>
                  <a:cubicBezTo>
                    <a:pt x="239620" y="587372"/>
                    <a:pt x="212860" y="577858"/>
                    <a:pt x="183749" y="575845"/>
                  </a:cubicBezTo>
                  <a:cubicBezTo>
                    <a:pt x="212860" y="577858"/>
                    <a:pt x="239620" y="587372"/>
                    <a:pt x="262543" y="606116"/>
                  </a:cubicBezTo>
                  <a:cubicBezTo>
                    <a:pt x="264199" y="607469"/>
                    <a:pt x="265329" y="609466"/>
                    <a:pt x="266692" y="611532"/>
                  </a:cubicBezTo>
                  <a:cubicBezTo>
                    <a:pt x="256581" y="605708"/>
                    <a:pt x="246812" y="598873"/>
                    <a:pt x="236299" y="593490"/>
                  </a:cubicBezTo>
                  <a:cubicBezTo>
                    <a:pt x="223815" y="587098"/>
                    <a:pt x="210390" y="582877"/>
                    <a:pt x="196325" y="581383"/>
                  </a:cubicBezTo>
                  <a:cubicBezTo>
                    <a:pt x="187786" y="580476"/>
                    <a:pt x="179197" y="579586"/>
                    <a:pt x="170625" y="579531"/>
                  </a:cubicBezTo>
                  <a:cubicBezTo>
                    <a:pt x="151994" y="579410"/>
                    <a:pt x="134164" y="583601"/>
                    <a:pt x="116917" y="590575"/>
                  </a:cubicBezTo>
                  <a:cubicBezTo>
                    <a:pt x="95311" y="599312"/>
                    <a:pt x="77083" y="612841"/>
                    <a:pt x="61567" y="629977"/>
                  </a:cubicBezTo>
                  <a:cubicBezTo>
                    <a:pt x="50623" y="642064"/>
                    <a:pt x="42562" y="656150"/>
                    <a:pt x="35439" y="671088"/>
                  </a:cubicBezTo>
                  <a:cubicBezTo>
                    <a:pt x="35195" y="669946"/>
                    <a:pt x="34780" y="668427"/>
                    <a:pt x="35279" y="667320"/>
                  </a:cubicBezTo>
                  <a:cubicBezTo>
                    <a:pt x="44953" y="645848"/>
                    <a:pt x="57802" y="626570"/>
                    <a:pt x="76632" y="612115"/>
                  </a:cubicBezTo>
                  <a:cubicBezTo>
                    <a:pt x="57802" y="626570"/>
                    <a:pt x="44953" y="645848"/>
                    <a:pt x="35279" y="667320"/>
                  </a:cubicBezTo>
                  <a:cubicBezTo>
                    <a:pt x="34780" y="668427"/>
                    <a:pt x="35195" y="669946"/>
                    <a:pt x="35185" y="671273"/>
                  </a:cubicBezTo>
                  <a:cubicBezTo>
                    <a:pt x="35185" y="671273"/>
                    <a:pt x="35278" y="671627"/>
                    <a:pt x="34777" y="671492"/>
                  </a:cubicBezTo>
                  <a:cubicBezTo>
                    <a:pt x="29996" y="671286"/>
                    <a:pt x="25339" y="671114"/>
                    <a:pt x="20623" y="670956"/>
                  </a:cubicBezTo>
                  <a:lnTo>
                    <a:pt x="6110" y="670499"/>
                  </a:lnTo>
                  <a:lnTo>
                    <a:pt x="6110" y="670499"/>
                  </a:lnTo>
                  <a:cubicBezTo>
                    <a:pt x="16152" y="670805"/>
                    <a:pt x="25214" y="671081"/>
                    <a:pt x="34717" y="671665"/>
                  </a:cubicBezTo>
                  <a:cubicBezTo>
                    <a:pt x="34202" y="672869"/>
                    <a:pt x="33260" y="674526"/>
                    <a:pt x="32289" y="674544"/>
                  </a:cubicBezTo>
                  <a:cubicBezTo>
                    <a:pt x="22005" y="674733"/>
                    <a:pt x="11716" y="674661"/>
                    <a:pt x="0" y="674661"/>
                  </a:cubicBezTo>
                  <a:cubicBezTo>
                    <a:pt x="21498" y="613224"/>
                    <a:pt x="62508" y="573254"/>
                    <a:pt x="123496" y="553789"/>
                  </a:cubicBezTo>
                  <a:cubicBezTo>
                    <a:pt x="115360" y="547904"/>
                    <a:pt x="107328" y="542094"/>
                    <a:pt x="99170" y="535984"/>
                  </a:cubicBezTo>
                  <a:lnTo>
                    <a:pt x="105178" y="538116"/>
                  </a:lnTo>
                  <a:lnTo>
                    <a:pt x="105179" y="538117"/>
                  </a:lnTo>
                  <a:lnTo>
                    <a:pt x="108939" y="540338"/>
                  </a:lnTo>
                  <a:lnTo>
                    <a:pt x="121620" y="547832"/>
                  </a:lnTo>
                  <a:lnTo>
                    <a:pt x="123663" y="548975"/>
                  </a:lnTo>
                  <a:lnTo>
                    <a:pt x="123663" y="548975"/>
                  </a:lnTo>
                  <a:cubicBezTo>
                    <a:pt x="123332" y="548395"/>
                    <a:pt x="122300" y="548236"/>
                    <a:pt x="121620" y="547832"/>
                  </a:cubicBezTo>
                  <a:lnTo>
                    <a:pt x="108939" y="540338"/>
                  </a:lnTo>
                  <a:lnTo>
                    <a:pt x="105179" y="538117"/>
                  </a:lnTo>
                  <a:lnTo>
                    <a:pt x="105178" y="538116"/>
                  </a:lnTo>
                  <a:lnTo>
                    <a:pt x="99043" y="535684"/>
                  </a:lnTo>
                  <a:cubicBezTo>
                    <a:pt x="99043" y="535684"/>
                    <a:pt x="99120" y="535639"/>
                    <a:pt x="99108" y="535299"/>
                  </a:cubicBezTo>
                  <a:cubicBezTo>
                    <a:pt x="99038" y="530938"/>
                    <a:pt x="96424" y="530563"/>
                    <a:pt x="93309" y="530905"/>
                  </a:cubicBezTo>
                  <a:cubicBezTo>
                    <a:pt x="91508" y="528903"/>
                    <a:pt x="89708" y="526900"/>
                    <a:pt x="87792" y="524227"/>
                  </a:cubicBezTo>
                  <a:lnTo>
                    <a:pt x="87174" y="521208"/>
                  </a:lnTo>
                  <a:lnTo>
                    <a:pt x="87670" y="523932"/>
                  </a:lnTo>
                  <a:cubicBezTo>
                    <a:pt x="86687" y="523116"/>
                    <a:pt x="85709" y="521925"/>
                    <a:pt x="84571" y="520488"/>
                  </a:cubicBezTo>
                  <a:cubicBezTo>
                    <a:pt x="85344" y="520170"/>
                    <a:pt x="85898" y="520092"/>
                    <a:pt x="86301" y="520189"/>
                  </a:cubicBezTo>
                  <a:lnTo>
                    <a:pt x="86932" y="520759"/>
                  </a:lnTo>
                  <a:lnTo>
                    <a:pt x="86235" y="520090"/>
                  </a:lnTo>
                  <a:cubicBezTo>
                    <a:pt x="85808" y="519954"/>
                    <a:pt x="85224" y="519985"/>
                    <a:pt x="84410" y="520242"/>
                  </a:cubicBezTo>
                  <a:cubicBezTo>
                    <a:pt x="84410" y="520242"/>
                    <a:pt x="84183" y="520092"/>
                    <a:pt x="84318" y="519645"/>
                  </a:cubicBezTo>
                  <a:lnTo>
                    <a:pt x="84063" y="517140"/>
                  </a:lnTo>
                  <a:lnTo>
                    <a:pt x="84246" y="519529"/>
                  </a:lnTo>
                  <a:cubicBezTo>
                    <a:pt x="83312" y="518873"/>
                    <a:pt x="82586" y="517885"/>
                    <a:pt x="81707" y="516665"/>
                  </a:cubicBezTo>
                  <a:lnTo>
                    <a:pt x="82210" y="516526"/>
                  </a:lnTo>
                  <a:lnTo>
                    <a:pt x="84015" y="516780"/>
                  </a:lnTo>
                  <a:lnTo>
                    <a:pt x="84027" y="516789"/>
                  </a:lnTo>
                  <a:lnTo>
                    <a:pt x="84026" y="516781"/>
                  </a:lnTo>
                  <a:lnTo>
                    <a:pt x="84015" y="516780"/>
                  </a:lnTo>
                  <a:lnTo>
                    <a:pt x="83295" y="516226"/>
                  </a:lnTo>
                  <a:lnTo>
                    <a:pt x="82210" y="516526"/>
                  </a:lnTo>
                  <a:lnTo>
                    <a:pt x="81555" y="516433"/>
                  </a:lnTo>
                  <a:cubicBezTo>
                    <a:pt x="81555" y="516433"/>
                    <a:pt x="81325" y="516283"/>
                    <a:pt x="81458" y="515850"/>
                  </a:cubicBezTo>
                  <a:lnTo>
                    <a:pt x="80208" y="511544"/>
                  </a:lnTo>
                  <a:lnTo>
                    <a:pt x="81386" y="515733"/>
                  </a:lnTo>
                  <a:cubicBezTo>
                    <a:pt x="73773" y="507125"/>
                    <a:pt x="69398" y="496652"/>
                    <a:pt x="65827" y="485791"/>
                  </a:cubicBezTo>
                  <a:cubicBezTo>
                    <a:pt x="61814" y="473585"/>
                    <a:pt x="59723" y="460983"/>
                    <a:pt x="60203" y="448190"/>
                  </a:cubicBezTo>
                  <a:cubicBezTo>
                    <a:pt x="60797" y="432344"/>
                    <a:pt x="64210" y="417027"/>
                    <a:pt x="70479" y="402323"/>
                  </a:cubicBezTo>
                  <a:cubicBezTo>
                    <a:pt x="75529" y="390481"/>
                    <a:pt x="82279" y="379956"/>
                    <a:pt x="91186" y="370643"/>
                  </a:cubicBezTo>
                  <a:cubicBezTo>
                    <a:pt x="105933" y="355225"/>
                    <a:pt x="124197" y="346218"/>
                    <a:pt x="144590" y="341529"/>
                  </a:cubicBezTo>
                  <a:cubicBezTo>
                    <a:pt x="154373" y="339280"/>
                    <a:pt x="164585" y="337629"/>
                    <a:pt x="174571" y="337782"/>
                  </a:cubicBezTo>
                  <a:close/>
                  <a:moveTo>
                    <a:pt x="318190" y="0"/>
                  </a:moveTo>
                  <a:lnTo>
                    <a:pt x="384656" y="0"/>
                  </a:lnTo>
                  <a:lnTo>
                    <a:pt x="384656" y="66466"/>
                  </a:lnTo>
                  <a:lnTo>
                    <a:pt x="318190" y="66466"/>
                  </a:lnTo>
                  <a:close/>
                </a:path>
              </a:pathLst>
            </a:custGeom>
            <a:solidFill>
              <a:schemeClr val="accent1"/>
            </a:solidFill>
            <a:ln w="6158" cap="flat">
              <a:noFill/>
              <a:prstDash val="solid"/>
              <a:miter/>
            </a:ln>
          </p:spPr>
          <p:txBody>
            <a:bodyPr wrap="square" rtlCol="0" anchor="ctr">
              <a:noAutofit/>
            </a:bodyPr>
            <a:lstStyle/>
            <a:p>
              <a:endParaRPr lang="en-US" dirty="0"/>
            </a:p>
          </p:txBody>
        </p:sp>
      </p:grpSp>
      <p:grpSp>
        <p:nvGrpSpPr>
          <p:cNvPr id="903" name="Group 902">
            <a:extLst>
              <a:ext uri="{FF2B5EF4-FFF2-40B4-BE49-F238E27FC236}">
                <a16:creationId xmlns:a16="http://schemas.microsoft.com/office/drawing/2014/main" id="{40798B8C-B1D2-AAFC-2BA1-39112DCB17C9}"/>
              </a:ext>
              <a:ext uri="{C183D7F6-B498-43B3-948B-1728B52AA6E4}">
                <adec:decorative xmlns:adec="http://schemas.microsoft.com/office/drawing/2017/decorative" val="1"/>
              </a:ext>
            </a:extLst>
          </p:cNvPr>
          <p:cNvGrpSpPr>
            <a:grpSpLocks noChangeAspect="1"/>
          </p:cNvGrpSpPr>
          <p:nvPr/>
        </p:nvGrpSpPr>
        <p:grpSpPr>
          <a:xfrm>
            <a:off x="9381806" y="2223703"/>
            <a:ext cx="483417" cy="457200"/>
            <a:chOff x="9381806" y="2223703"/>
            <a:chExt cx="483417" cy="457200"/>
          </a:xfrm>
          <a:solidFill>
            <a:srgbClr val="FF0000"/>
          </a:solidFill>
        </p:grpSpPr>
        <p:sp>
          <p:nvSpPr>
            <p:cNvPr id="1393" name="Freeform: Shape 1392">
              <a:extLst>
                <a:ext uri="{FF2B5EF4-FFF2-40B4-BE49-F238E27FC236}">
                  <a16:creationId xmlns:a16="http://schemas.microsoft.com/office/drawing/2014/main" id="{EBFC1C45-360D-53ED-24F0-EB8CFC34D066}"/>
                </a:ext>
                <a:ext uri="{C183D7F6-B498-43B3-948B-1728B52AA6E4}">
                  <adec:decorative xmlns:adec="http://schemas.microsoft.com/office/drawing/2017/decorative" val="1"/>
                </a:ext>
              </a:extLst>
            </p:cNvPr>
            <p:cNvSpPr/>
            <p:nvPr/>
          </p:nvSpPr>
          <p:spPr>
            <a:xfrm>
              <a:off x="9381806" y="2223704"/>
              <a:ext cx="483417" cy="456801"/>
            </a:xfrm>
            <a:custGeom>
              <a:avLst/>
              <a:gdLst>
                <a:gd name="connsiteX0" fmla="*/ 1607393 w 1925438"/>
                <a:gd name="connsiteY0" fmla="*/ 1115182 h 1819426"/>
                <a:gd name="connsiteX1" fmla="*/ 962719 w 1925438"/>
                <a:gd name="connsiteY1" fmla="*/ 1530054 h 1819426"/>
                <a:gd name="connsiteX2" fmla="*/ 318045 w 1925438"/>
                <a:gd name="connsiteY2" fmla="*/ 1115182 h 1819426"/>
                <a:gd name="connsiteX3" fmla="*/ 186432 w 1925438"/>
                <a:gd name="connsiteY3" fmla="*/ 1199880 h 1819426"/>
                <a:gd name="connsiteX4" fmla="*/ 962719 w 1925438"/>
                <a:gd name="connsiteY4" fmla="*/ 1699450 h 1819426"/>
                <a:gd name="connsiteX5" fmla="*/ 1739006 w 1925438"/>
                <a:gd name="connsiteY5" fmla="*/ 1199880 h 1819426"/>
                <a:gd name="connsiteX6" fmla="*/ 544109 w 1925438"/>
                <a:gd name="connsiteY6" fmla="*/ 969702 h 1819426"/>
                <a:gd name="connsiteX7" fmla="*/ 411261 w 1925438"/>
                <a:gd name="connsiteY7" fmla="*/ 1055194 h 1819426"/>
                <a:gd name="connsiteX8" fmla="*/ 962719 w 1925438"/>
                <a:gd name="connsiteY8" fmla="*/ 1410078 h 1819426"/>
                <a:gd name="connsiteX9" fmla="*/ 1514177 w 1925438"/>
                <a:gd name="connsiteY9" fmla="*/ 1055194 h 1819426"/>
                <a:gd name="connsiteX10" fmla="*/ 1381330 w 1925438"/>
                <a:gd name="connsiteY10" fmla="*/ 969702 h 1819426"/>
                <a:gd name="connsiteX11" fmla="*/ 962719 w 1925438"/>
                <a:gd name="connsiteY11" fmla="*/ 1239093 h 1819426"/>
                <a:gd name="connsiteX12" fmla="*/ 1606159 w 1925438"/>
                <a:gd name="connsiteY12" fmla="*/ 825016 h 1819426"/>
                <a:gd name="connsiteX13" fmla="*/ 1474546 w 1925438"/>
                <a:gd name="connsiteY13" fmla="*/ 909713 h 1819426"/>
                <a:gd name="connsiteX14" fmla="*/ 1607393 w 1925438"/>
                <a:gd name="connsiteY14" fmla="*/ 995206 h 1819426"/>
                <a:gd name="connsiteX15" fmla="*/ 1739006 w 1925438"/>
                <a:gd name="connsiteY15" fmla="*/ 910508 h 1819426"/>
                <a:gd name="connsiteX16" fmla="*/ 319280 w 1925438"/>
                <a:gd name="connsiteY16" fmla="*/ 825016 h 1819426"/>
                <a:gd name="connsiteX17" fmla="*/ 186432 w 1925438"/>
                <a:gd name="connsiteY17" fmla="*/ 910508 h 1819426"/>
                <a:gd name="connsiteX18" fmla="*/ 318045 w 1925438"/>
                <a:gd name="connsiteY18" fmla="*/ 995206 h 1819426"/>
                <a:gd name="connsiteX19" fmla="*/ 450893 w 1925438"/>
                <a:gd name="connsiteY19" fmla="*/ 909713 h 1819426"/>
                <a:gd name="connsiteX20" fmla="*/ 962719 w 1925438"/>
                <a:gd name="connsiteY20" fmla="*/ 700310 h 1819426"/>
                <a:gd name="connsiteX21" fmla="*/ 637325 w 1925438"/>
                <a:gd name="connsiteY21" fmla="*/ 909714 h 1819426"/>
                <a:gd name="connsiteX22" fmla="*/ 962719 w 1925438"/>
                <a:gd name="connsiteY22" fmla="*/ 1119117 h 1819426"/>
                <a:gd name="connsiteX23" fmla="*/ 1288114 w 1925438"/>
                <a:gd name="connsiteY23" fmla="*/ 909714 h 1819426"/>
                <a:gd name="connsiteX24" fmla="*/ 962719 w 1925438"/>
                <a:gd name="connsiteY24" fmla="*/ 410938 h 1819426"/>
                <a:gd name="connsiteX25" fmla="*/ 412496 w 1925438"/>
                <a:gd name="connsiteY25" fmla="*/ 765028 h 1819426"/>
                <a:gd name="connsiteX26" fmla="*/ 544109 w 1925438"/>
                <a:gd name="connsiteY26" fmla="*/ 849725 h 1819426"/>
                <a:gd name="connsiteX27" fmla="*/ 962719 w 1925438"/>
                <a:gd name="connsiteY27" fmla="*/ 580333 h 1819426"/>
                <a:gd name="connsiteX28" fmla="*/ 1381330 w 1925438"/>
                <a:gd name="connsiteY28" fmla="*/ 849725 h 1819426"/>
                <a:gd name="connsiteX29" fmla="*/ 1512943 w 1925438"/>
                <a:gd name="connsiteY29" fmla="*/ 765028 h 1819426"/>
                <a:gd name="connsiteX30" fmla="*/ 962719 w 1925438"/>
                <a:gd name="connsiteY30" fmla="*/ 119977 h 1819426"/>
                <a:gd name="connsiteX31" fmla="*/ 186432 w 1925438"/>
                <a:gd name="connsiteY31" fmla="*/ 619547 h 1819426"/>
                <a:gd name="connsiteX32" fmla="*/ 319280 w 1925438"/>
                <a:gd name="connsiteY32" fmla="*/ 705039 h 1819426"/>
                <a:gd name="connsiteX33" fmla="*/ 962719 w 1925438"/>
                <a:gd name="connsiteY33" fmla="*/ 290961 h 1819426"/>
                <a:gd name="connsiteX34" fmla="*/ 1606159 w 1925438"/>
                <a:gd name="connsiteY34" fmla="*/ 705039 h 1819426"/>
                <a:gd name="connsiteX35" fmla="*/ 1739006 w 1925438"/>
                <a:gd name="connsiteY35" fmla="*/ 619547 h 1819426"/>
                <a:gd name="connsiteX36" fmla="*/ 962719 w 1925438"/>
                <a:gd name="connsiteY36" fmla="*/ 0 h 1819426"/>
                <a:gd name="connsiteX37" fmla="*/ 1925438 w 1925438"/>
                <a:gd name="connsiteY37" fmla="*/ 619547 h 1819426"/>
                <a:gd name="connsiteX38" fmla="*/ 1699375 w 1925438"/>
                <a:gd name="connsiteY38" fmla="*/ 765028 h 1819426"/>
                <a:gd name="connsiteX39" fmla="*/ 1925438 w 1925438"/>
                <a:gd name="connsiteY39" fmla="*/ 910508 h 1819426"/>
                <a:gd name="connsiteX40" fmla="*/ 1700609 w 1925438"/>
                <a:gd name="connsiteY40" fmla="*/ 1055194 h 1819426"/>
                <a:gd name="connsiteX41" fmla="*/ 1925438 w 1925438"/>
                <a:gd name="connsiteY41" fmla="*/ 1199880 h 1819426"/>
                <a:gd name="connsiteX42" fmla="*/ 962719 w 1925438"/>
                <a:gd name="connsiteY42" fmla="*/ 1819426 h 1819426"/>
                <a:gd name="connsiteX43" fmla="*/ 0 w 1925438"/>
                <a:gd name="connsiteY43" fmla="*/ 1199880 h 1819426"/>
                <a:gd name="connsiteX44" fmla="*/ 224829 w 1925438"/>
                <a:gd name="connsiteY44" fmla="*/ 1055194 h 1819426"/>
                <a:gd name="connsiteX45" fmla="*/ 0 w 1925438"/>
                <a:gd name="connsiteY45" fmla="*/ 910508 h 1819426"/>
                <a:gd name="connsiteX46" fmla="*/ 226064 w 1925438"/>
                <a:gd name="connsiteY46" fmla="*/ 765028 h 1819426"/>
                <a:gd name="connsiteX47" fmla="*/ 0 w 1925438"/>
                <a:gd name="connsiteY47" fmla="*/ 619547 h 181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25438" h="1819426">
                  <a:moveTo>
                    <a:pt x="1607393" y="1115182"/>
                  </a:moveTo>
                  <a:lnTo>
                    <a:pt x="962719" y="1530054"/>
                  </a:lnTo>
                  <a:lnTo>
                    <a:pt x="318045" y="1115182"/>
                  </a:lnTo>
                  <a:lnTo>
                    <a:pt x="186432" y="1199880"/>
                  </a:lnTo>
                  <a:lnTo>
                    <a:pt x="962719" y="1699450"/>
                  </a:lnTo>
                  <a:lnTo>
                    <a:pt x="1739006" y="1199880"/>
                  </a:lnTo>
                  <a:close/>
                  <a:moveTo>
                    <a:pt x="544109" y="969702"/>
                  </a:moveTo>
                  <a:lnTo>
                    <a:pt x="411261" y="1055194"/>
                  </a:lnTo>
                  <a:lnTo>
                    <a:pt x="962719" y="1410078"/>
                  </a:lnTo>
                  <a:lnTo>
                    <a:pt x="1514177" y="1055194"/>
                  </a:lnTo>
                  <a:lnTo>
                    <a:pt x="1381330" y="969702"/>
                  </a:lnTo>
                  <a:lnTo>
                    <a:pt x="962719" y="1239093"/>
                  </a:lnTo>
                  <a:close/>
                  <a:moveTo>
                    <a:pt x="1606159" y="825016"/>
                  </a:moveTo>
                  <a:lnTo>
                    <a:pt x="1474546" y="909713"/>
                  </a:lnTo>
                  <a:lnTo>
                    <a:pt x="1607393" y="995206"/>
                  </a:lnTo>
                  <a:lnTo>
                    <a:pt x="1739006" y="910508"/>
                  </a:lnTo>
                  <a:close/>
                  <a:moveTo>
                    <a:pt x="319280" y="825016"/>
                  </a:moveTo>
                  <a:lnTo>
                    <a:pt x="186432" y="910508"/>
                  </a:lnTo>
                  <a:lnTo>
                    <a:pt x="318045" y="995206"/>
                  </a:lnTo>
                  <a:lnTo>
                    <a:pt x="450893" y="909713"/>
                  </a:lnTo>
                  <a:close/>
                  <a:moveTo>
                    <a:pt x="962719" y="700310"/>
                  </a:moveTo>
                  <a:lnTo>
                    <a:pt x="637325" y="909714"/>
                  </a:lnTo>
                  <a:lnTo>
                    <a:pt x="962719" y="1119117"/>
                  </a:lnTo>
                  <a:lnTo>
                    <a:pt x="1288114" y="909714"/>
                  </a:lnTo>
                  <a:close/>
                  <a:moveTo>
                    <a:pt x="962719" y="410938"/>
                  </a:moveTo>
                  <a:lnTo>
                    <a:pt x="412496" y="765028"/>
                  </a:lnTo>
                  <a:lnTo>
                    <a:pt x="544109" y="849725"/>
                  </a:lnTo>
                  <a:lnTo>
                    <a:pt x="962719" y="580333"/>
                  </a:lnTo>
                  <a:lnTo>
                    <a:pt x="1381330" y="849725"/>
                  </a:lnTo>
                  <a:lnTo>
                    <a:pt x="1512943" y="765028"/>
                  </a:lnTo>
                  <a:close/>
                  <a:moveTo>
                    <a:pt x="962719" y="119977"/>
                  </a:moveTo>
                  <a:lnTo>
                    <a:pt x="186432" y="619547"/>
                  </a:lnTo>
                  <a:lnTo>
                    <a:pt x="319280" y="705039"/>
                  </a:lnTo>
                  <a:lnTo>
                    <a:pt x="962719" y="290961"/>
                  </a:lnTo>
                  <a:lnTo>
                    <a:pt x="1606159" y="705039"/>
                  </a:lnTo>
                  <a:lnTo>
                    <a:pt x="1739006" y="619547"/>
                  </a:lnTo>
                  <a:close/>
                  <a:moveTo>
                    <a:pt x="962719" y="0"/>
                  </a:moveTo>
                  <a:lnTo>
                    <a:pt x="1925438" y="619547"/>
                  </a:lnTo>
                  <a:lnTo>
                    <a:pt x="1699375" y="765028"/>
                  </a:lnTo>
                  <a:lnTo>
                    <a:pt x="1925438" y="910508"/>
                  </a:lnTo>
                  <a:lnTo>
                    <a:pt x="1700609" y="1055194"/>
                  </a:lnTo>
                  <a:lnTo>
                    <a:pt x="1925438" y="1199880"/>
                  </a:lnTo>
                  <a:lnTo>
                    <a:pt x="962719" y="1819426"/>
                  </a:lnTo>
                  <a:lnTo>
                    <a:pt x="0" y="1199880"/>
                  </a:lnTo>
                  <a:lnTo>
                    <a:pt x="224829" y="1055194"/>
                  </a:lnTo>
                  <a:lnTo>
                    <a:pt x="0" y="910508"/>
                  </a:lnTo>
                  <a:lnTo>
                    <a:pt x="226064" y="765028"/>
                  </a:lnTo>
                  <a:lnTo>
                    <a:pt x="0" y="619547"/>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sp>
          <p:nvSpPr>
            <p:cNvPr id="1444" name="Freeform: Shape 1443">
              <a:extLst>
                <a:ext uri="{FF2B5EF4-FFF2-40B4-BE49-F238E27FC236}">
                  <a16:creationId xmlns:a16="http://schemas.microsoft.com/office/drawing/2014/main" id="{4F6C0741-6B7D-0155-97E5-E97F5B17ECDD}"/>
                </a:ext>
                <a:ext uri="{C183D7F6-B498-43B3-948B-1728B52AA6E4}">
                  <adec:decorative xmlns:adec="http://schemas.microsoft.com/office/drawing/2017/decorative" val="1"/>
                </a:ext>
              </a:extLst>
            </p:cNvPr>
            <p:cNvSpPr/>
            <p:nvPr/>
          </p:nvSpPr>
          <p:spPr>
            <a:xfrm>
              <a:off x="9381811" y="2223703"/>
              <a:ext cx="483406" cy="457200"/>
            </a:xfrm>
            <a:custGeom>
              <a:avLst/>
              <a:gdLst>
                <a:gd name="connsiteX0" fmla="*/ 818690 w 842814"/>
                <a:gd name="connsiteY0" fmla="*/ 773000 h 797124"/>
                <a:gd name="connsiteX1" fmla="*/ 842814 w 842814"/>
                <a:gd name="connsiteY1" fmla="*/ 773000 h 797124"/>
                <a:gd name="connsiteX2" fmla="*/ 842814 w 842814"/>
                <a:gd name="connsiteY2" fmla="*/ 797124 h 797124"/>
                <a:gd name="connsiteX3" fmla="*/ 818690 w 842814"/>
                <a:gd name="connsiteY3" fmla="*/ 797124 h 797124"/>
                <a:gd name="connsiteX4" fmla="*/ 774550 w 842814"/>
                <a:gd name="connsiteY4" fmla="*/ 772305 h 797124"/>
                <a:gd name="connsiteX5" fmla="*/ 798674 w 842814"/>
                <a:gd name="connsiteY5" fmla="*/ 772305 h 797124"/>
                <a:gd name="connsiteX6" fmla="*/ 798674 w 842814"/>
                <a:gd name="connsiteY6" fmla="*/ 796429 h 797124"/>
                <a:gd name="connsiteX7" fmla="*/ 774550 w 842814"/>
                <a:gd name="connsiteY7" fmla="*/ 796429 h 797124"/>
                <a:gd name="connsiteX8" fmla="*/ 730409 w 842814"/>
                <a:gd name="connsiteY8" fmla="*/ 772305 h 797124"/>
                <a:gd name="connsiteX9" fmla="*/ 754533 w 842814"/>
                <a:gd name="connsiteY9" fmla="*/ 772305 h 797124"/>
                <a:gd name="connsiteX10" fmla="*/ 754533 w 842814"/>
                <a:gd name="connsiteY10" fmla="*/ 796429 h 797124"/>
                <a:gd name="connsiteX11" fmla="*/ 730409 w 842814"/>
                <a:gd name="connsiteY11" fmla="*/ 796429 h 797124"/>
                <a:gd name="connsiteX12" fmla="*/ 686269 w 842814"/>
                <a:gd name="connsiteY12" fmla="*/ 772305 h 797124"/>
                <a:gd name="connsiteX13" fmla="*/ 710393 w 842814"/>
                <a:gd name="connsiteY13" fmla="*/ 772305 h 797124"/>
                <a:gd name="connsiteX14" fmla="*/ 710393 w 842814"/>
                <a:gd name="connsiteY14" fmla="*/ 796429 h 797124"/>
                <a:gd name="connsiteX15" fmla="*/ 686269 w 842814"/>
                <a:gd name="connsiteY15" fmla="*/ 796429 h 797124"/>
                <a:gd name="connsiteX16" fmla="*/ 642129 w 842814"/>
                <a:gd name="connsiteY16" fmla="*/ 772305 h 797124"/>
                <a:gd name="connsiteX17" fmla="*/ 666253 w 842814"/>
                <a:gd name="connsiteY17" fmla="*/ 772305 h 797124"/>
                <a:gd name="connsiteX18" fmla="*/ 666253 w 842814"/>
                <a:gd name="connsiteY18" fmla="*/ 796429 h 797124"/>
                <a:gd name="connsiteX19" fmla="*/ 642129 w 842814"/>
                <a:gd name="connsiteY19" fmla="*/ 796429 h 797124"/>
                <a:gd name="connsiteX20" fmla="*/ 597988 w 842814"/>
                <a:gd name="connsiteY20" fmla="*/ 772305 h 797124"/>
                <a:gd name="connsiteX21" fmla="*/ 622112 w 842814"/>
                <a:gd name="connsiteY21" fmla="*/ 772305 h 797124"/>
                <a:gd name="connsiteX22" fmla="*/ 622112 w 842814"/>
                <a:gd name="connsiteY22" fmla="*/ 796429 h 797124"/>
                <a:gd name="connsiteX23" fmla="*/ 597988 w 842814"/>
                <a:gd name="connsiteY23" fmla="*/ 796429 h 797124"/>
                <a:gd name="connsiteX24" fmla="*/ 221944 w 842814"/>
                <a:gd name="connsiteY24" fmla="*/ 772305 h 797124"/>
                <a:gd name="connsiteX25" fmla="*/ 246068 w 842814"/>
                <a:gd name="connsiteY25" fmla="*/ 772305 h 797124"/>
                <a:gd name="connsiteX26" fmla="*/ 246068 w 842814"/>
                <a:gd name="connsiteY26" fmla="*/ 796429 h 797124"/>
                <a:gd name="connsiteX27" fmla="*/ 221944 w 842814"/>
                <a:gd name="connsiteY27" fmla="*/ 796429 h 797124"/>
                <a:gd name="connsiteX28" fmla="*/ 177554 w 842814"/>
                <a:gd name="connsiteY28" fmla="*/ 772305 h 797124"/>
                <a:gd name="connsiteX29" fmla="*/ 201678 w 842814"/>
                <a:gd name="connsiteY29" fmla="*/ 772305 h 797124"/>
                <a:gd name="connsiteX30" fmla="*/ 201678 w 842814"/>
                <a:gd name="connsiteY30" fmla="*/ 796429 h 797124"/>
                <a:gd name="connsiteX31" fmla="*/ 177554 w 842814"/>
                <a:gd name="connsiteY31" fmla="*/ 796429 h 797124"/>
                <a:gd name="connsiteX32" fmla="*/ 133165 w 842814"/>
                <a:gd name="connsiteY32" fmla="*/ 772305 h 797124"/>
                <a:gd name="connsiteX33" fmla="*/ 157289 w 842814"/>
                <a:gd name="connsiteY33" fmla="*/ 772305 h 797124"/>
                <a:gd name="connsiteX34" fmla="*/ 157289 w 842814"/>
                <a:gd name="connsiteY34" fmla="*/ 796429 h 797124"/>
                <a:gd name="connsiteX35" fmla="*/ 133165 w 842814"/>
                <a:gd name="connsiteY35" fmla="*/ 796429 h 797124"/>
                <a:gd name="connsiteX36" fmla="*/ 88777 w 842814"/>
                <a:gd name="connsiteY36" fmla="*/ 772305 h 797124"/>
                <a:gd name="connsiteX37" fmla="*/ 112901 w 842814"/>
                <a:gd name="connsiteY37" fmla="*/ 772305 h 797124"/>
                <a:gd name="connsiteX38" fmla="*/ 112901 w 842814"/>
                <a:gd name="connsiteY38" fmla="*/ 796429 h 797124"/>
                <a:gd name="connsiteX39" fmla="*/ 88777 w 842814"/>
                <a:gd name="connsiteY39" fmla="*/ 796429 h 797124"/>
                <a:gd name="connsiteX40" fmla="*/ 44388 w 842814"/>
                <a:gd name="connsiteY40" fmla="*/ 772305 h 797124"/>
                <a:gd name="connsiteX41" fmla="*/ 68512 w 842814"/>
                <a:gd name="connsiteY41" fmla="*/ 772305 h 797124"/>
                <a:gd name="connsiteX42" fmla="*/ 68512 w 842814"/>
                <a:gd name="connsiteY42" fmla="*/ 796429 h 797124"/>
                <a:gd name="connsiteX43" fmla="*/ 44388 w 842814"/>
                <a:gd name="connsiteY43" fmla="*/ 796429 h 797124"/>
                <a:gd name="connsiteX44" fmla="*/ 0 w 842814"/>
                <a:gd name="connsiteY44" fmla="*/ 772305 h 797124"/>
                <a:gd name="connsiteX45" fmla="*/ 24124 w 842814"/>
                <a:gd name="connsiteY45" fmla="*/ 772305 h 797124"/>
                <a:gd name="connsiteX46" fmla="*/ 24124 w 842814"/>
                <a:gd name="connsiteY46" fmla="*/ 796429 h 797124"/>
                <a:gd name="connsiteX47" fmla="*/ 0 w 842814"/>
                <a:gd name="connsiteY47" fmla="*/ 796429 h 797124"/>
                <a:gd name="connsiteX48" fmla="*/ 818690 w 842814"/>
                <a:gd name="connsiteY48" fmla="*/ 729319 h 797124"/>
                <a:gd name="connsiteX49" fmla="*/ 842814 w 842814"/>
                <a:gd name="connsiteY49" fmla="*/ 729319 h 797124"/>
                <a:gd name="connsiteX50" fmla="*/ 842814 w 842814"/>
                <a:gd name="connsiteY50" fmla="*/ 753443 h 797124"/>
                <a:gd name="connsiteX51" fmla="*/ 818690 w 842814"/>
                <a:gd name="connsiteY51" fmla="*/ 753443 h 797124"/>
                <a:gd name="connsiteX52" fmla="*/ 0 w 842814"/>
                <a:gd name="connsiteY52" fmla="*/ 728856 h 797124"/>
                <a:gd name="connsiteX53" fmla="*/ 24124 w 842814"/>
                <a:gd name="connsiteY53" fmla="*/ 728856 h 797124"/>
                <a:gd name="connsiteX54" fmla="*/ 24124 w 842814"/>
                <a:gd name="connsiteY54" fmla="*/ 752980 h 797124"/>
                <a:gd name="connsiteX55" fmla="*/ 0 w 842814"/>
                <a:gd name="connsiteY55" fmla="*/ 752980 h 797124"/>
                <a:gd name="connsiteX56" fmla="*/ 818690 w 842814"/>
                <a:gd name="connsiteY56" fmla="*/ 685637 h 797124"/>
                <a:gd name="connsiteX57" fmla="*/ 842814 w 842814"/>
                <a:gd name="connsiteY57" fmla="*/ 685637 h 797124"/>
                <a:gd name="connsiteX58" fmla="*/ 842814 w 842814"/>
                <a:gd name="connsiteY58" fmla="*/ 709761 h 797124"/>
                <a:gd name="connsiteX59" fmla="*/ 818690 w 842814"/>
                <a:gd name="connsiteY59" fmla="*/ 709761 h 797124"/>
                <a:gd name="connsiteX60" fmla="*/ 0 w 842814"/>
                <a:gd name="connsiteY60" fmla="*/ 685406 h 797124"/>
                <a:gd name="connsiteX61" fmla="*/ 24124 w 842814"/>
                <a:gd name="connsiteY61" fmla="*/ 685406 h 797124"/>
                <a:gd name="connsiteX62" fmla="*/ 24124 w 842814"/>
                <a:gd name="connsiteY62" fmla="*/ 709530 h 797124"/>
                <a:gd name="connsiteX63" fmla="*/ 0 w 842814"/>
                <a:gd name="connsiteY63" fmla="*/ 709530 h 797124"/>
                <a:gd name="connsiteX64" fmla="*/ 818690 w 842814"/>
                <a:gd name="connsiteY64" fmla="*/ 641956 h 797124"/>
                <a:gd name="connsiteX65" fmla="*/ 842814 w 842814"/>
                <a:gd name="connsiteY65" fmla="*/ 641956 h 797124"/>
                <a:gd name="connsiteX66" fmla="*/ 842814 w 842814"/>
                <a:gd name="connsiteY66" fmla="*/ 666080 h 797124"/>
                <a:gd name="connsiteX67" fmla="*/ 818690 w 842814"/>
                <a:gd name="connsiteY67" fmla="*/ 666080 h 797124"/>
                <a:gd name="connsiteX68" fmla="*/ 0 w 842814"/>
                <a:gd name="connsiteY68" fmla="*/ 641956 h 797124"/>
                <a:gd name="connsiteX69" fmla="*/ 24124 w 842814"/>
                <a:gd name="connsiteY69" fmla="*/ 641956 h 797124"/>
                <a:gd name="connsiteX70" fmla="*/ 24124 w 842814"/>
                <a:gd name="connsiteY70" fmla="*/ 666080 h 797124"/>
                <a:gd name="connsiteX71" fmla="*/ 0 w 842814"/>
                <a:gd name="connsiteY71" fmla="*/ 666080 h 797124"/>
                <a:gd name="connsiteX72" fmla="*/ 388115 w 842814"/>
                <a:gd name="connsiteY72" fmla="*/ 365271 h 797124"/>
                <a:gd name="connsiteX73" fmla="*/ 454698 w 842814"/>
                <a:gd name="connsiteY73" fmla="*/ 365271 h 797124"/>
                <a:gd name="connsiteX74" fmla="*/ 454698 w 842814"/>
                <a:gd name="connsiteY74" fmla="*/ 431854 h 797124"/>
                <a:gd name="connsiteX75" fmla="*/ 388115 w 842814"/>
                <a:gd name="connsiteY75" fmla="*/ 431854 h 797124"/>
                <a:gd name="connsiteX76" fmla="*/ 818690 w 842814"/>
                <a:gd name="connsiteY76" fmla="*/ 132734 h 797124"/>
                <a:gd name="connsiteX77" fmla="*/ 842814 w 842814"/>
                <a:gd name="connsiteY77" fmla="*/ 132734 h 797124"/>
                <a:gd name="connsiteX78" fmla="*/ 842814 w 842814"/>
                <a:gd name="connsiteY78" fmla="*/ 156858 h 797124"/>
                <a:gd name="connsiteX79" fmla="*/ 818690 w 842814"/>
                <a:gd name="connsiteY79" fmla="*/ 156858 h 797124"/>
                <a:gd name="connsiteX80" fmla="*/ 0 w 842814"/>
                <a:gd name="connsiteY80" fmla="*/ 132734 h 797124"/>
                <a:gd name="connsiteX81" fmla="*/ 24124 w 842814"/>
                <a:gd name="connsiteY81" fmla="*/ 132734 h 797124"/>
                <a:gd name="connsiteX82" fmla="*/ 24124 w 842814"/>
                <a:gd name="connsiteY82" fmla="*/ 156858 h 797124"/>
                <a:gd name="connsiteX83" fmla="*/ 0 w 842814"/>
                <a:gd name="connsiteY83" fmla="*/ 156858 h 797124"/>
                <a:gd name="connsiteX84" fmla="*/ 818690 w 842814"/>
                <a:gd name="connsiteY84" fmla="*/ 88722 h 797124"/>
                <a:gd name="connsiteX85" fmla="*/ 842814 w 842814"/>
                <a:gd name="connsiteY85" fmla="*/ 88722 h 797124"/>
                <a:gd name="connsiteX86" fmla="*/ 842814 w 842814"/>
                <a:gd name="connsiteY86" fmla="*/ 112846 h 797124"/>
                <a:gd name="connsiteX87" fmla="*/ 818690 w 842814"/>
                <a:gd name="connsiteY87" fmla="*/ 112846 h 797124"/>
                <a:gd name="connsiteX88" fmla="*/ 0 w 842814"/>
                <a:gd name="connsiteY88" fmla="*/ 88722 h 797124"/>
                <a:gd name="connsiteX89" fmla="*/ 24124 w 842814"/>
                <a:gd name="connsiteY89" fmla="*/ 88722 h 797124"/>
                <a:gd name="connsiteX90" fmla="*/ 24124 w 842814"/>
                <a:gd name="connsiteY90" fmla="*/ 112846 h 797124"/>
                <a:gd name="connsiteX91" fmla="*/ 0 w 842814"/>
                <a:gd name="connsiteY91" fmla="*/ 112846 h 797124"/>
                <a:gd name="connsiteX92" fmla="*/ 818690 w 842814"/>
                <a:gd name="connsiteY92" fmla="*/ 44709 h 797124"/>
                <a:gd name="connsiteX93" fmla="*/ 842814 w 842814"/>
                <a:gd name="connsiteY93" fmla="*/ 44709 h 797124"/>
                <a:gd name="connsiteX94" fmla="*/ 842814 w 842814"/>
                <a:gd name="connsiteY94" fmla="*/ 68833 h 797124"/>
                <a:gd name="connsiteX95" fmla="*/ 818690 w 842814"/>
                <a:gd name="connsiteY95" fmla="*/ 68833 h 797124"/>
                <a:gd name="connsiteX96" fmla="*/ 0 w 842814"/>
                <a:gd name="connsiteY96" fmla="*/ 44709 h 797124"/>
                <a:gd name="connsiteX97" fmla="*/ 24124 w 842814"/>
                <a:gd name="connsiteY97" fmla="*/ 44709 h 797124"/>
                <a:gd name="connsiteX98" fmla="*/ 24124 w 842814"/>
                <a:gd name="connsiteY98" fmla="*/ 68833 h 797124"/>
                <a:gd name="connsiteX99" fmla="*/ 0 w 842814"/>
                <a:gd name="connsiteY99" fmla="*/ 68833 h 797124"/>
                <a:gd name="connsiteX100" fmla="*/ 818690 w 842814"/>
                <a:gd name="connsiteY100" fmla="*/ 0 h 797124"/>
                <a:gd name="connsiteX101" fmla="*/ 842814 w 842814"/>
                <a:gd name="connsiteY101" fmla="*/ 0 h 797124"/>
                <a:gd name="connsiteX102" fmla="*/ 842814 w 842814"/>
                <a:gd name="connsiteY102" fmla="*/ 24124 h 797124"/>
                <a:gd name="connsiteX103" fmla="*/ 818690 w 842814"/>
                <a:gd name="connsiteY103" fmla="*/ 24124 h 797124"/>
                <a:gd name="connsiteX104" fmla="*/ 774550 w 842814"/>
                <a:gd name="connsiteY104" fmla="*/ 0 h 797124"/>
                <a:gd name="connsiteX105" fmla="*/ 798674 w 842814"/>
                <a:gd name="connsiteY105" fmla="*/ 0 h 797124"/>
                <a:gd name="connsiteX106" fmla="*/ 798674 w 842814"/>
                <a:gd name="connsiteY106" fmla="*/ 24124 h 797124"/>
                <a:gd name="connsiteX107" fmla="*/ 774550 w 842814"/>
                <a:gd name="connsiteY107" fmla="*/ 24124 h 797124"/>
                <a:gd name="connsiteX108" fmla="*/ 730409 w 842814"/>
                <a:gd name="connsiteY108" fmla="*/ 0 h 797124"/>
                <a:gd name="connsiteX109" fmla="*/ 754533 w 842814"/>
                <a:gd name="connsiteY109" fmla="*/ 0 h 797124"/>
                <a:gd name="connsiteX110" fmla="*/ 754533 w 842814"/>
                <a:gd name="connsiteY110" fmla="*/ 24124 h 797124"/>
                <a:gd name="connsiteX111" fmla="*/ 730409 w 842814"/>
                <a:gd name="connsiteY111" fmla="*/ 24124 h 797124"/>
                <a:gd name="connsiteX112" fmla="*/ 686269 w 842814"/>
                <a:gd name="connsiteY112" fmla="*/ 0 h 797124"/>
                <a:gd name="connsiteX113" fmla="*/ 710393 w 842814"/>
                <a:gd name="connsiteY113" fmla="*/ 0 h 797124"/>
                <a:gd name="connsiteX114" fmla="*/ 710393 w 842814"/>
                <a:gd name="connsiteY114" fmla="*/ 24124 h 797124"/>
                <a:gd name="connsiteX115" fmla="*/ 686269 w 842814"/>
                <a:gd name="connsiteY115" fmla="*/ 24124 h 797124"/>
                <a:gd name="connsiteX116" fmla="*/ 642129 w 842814"/>
                <a:gd name="connsiteY116" fmla="*/ 0 h 797124"/>
                <a:gd name="connsiteX117" fmla="*/ 666253 w 842814"/>
                <a:gd name="connsiteY117" fmla="*/ 0 h 797124"/>
                <a:gd name="connsiteX118" fmla="*/ 666253 w 842814"/>
                <a:gd name="connsiteY118" fmla="*/ 24124 h 797124"/>
                <a:gd name="connsiteX119" fmla="*/ 642129 w 842814"/>
                <a:gd name="connsiteY119" fmla="*/ 24124 h 797124"/>
                <a:gd name="connsiteX120" fmla="*/ 597988 w 842814"/>
                <a:gd name="connsiteY120" fmla="*/ 0 h 797124"/>
                <a:gd name="connsiteX121" fmla="*/ 622112 w 842814"/>
                <a:gd name="connsiteY121" fmla="*/ 0 h 797124"/>
                <a:gd name="connsiteX122" fmla="*/ 622112 w 842814"/>
                <a:gd name="connsiteY122" fmla="*/ 24124 h 797124"/>
                <a:gd name="connsiteX123" fmla="*/ 597988 w 842814"/>
                <a:gd name="connsiteY123" fmla="*/ 24124 h 797124"/>
                <a:gd name="connsiteX124" fmla="*/ 221944 w 842814"/>
                <a:gd name="connsiteY124" fmla="*/ 0 h 797124"/>
                <a:gd name="connsiteX125" fmla="*/ 246068 w 842814"/>
                <a:gd name="connsiteY125" fmla="*/ 0 h 797124"/>
                <a:gd name="connsiteX126" fmla="*/ 246068 w 842814"/>
                <a:gd name="connsiteY126" fmla="*/ 24124 h 797124"/>
                <a:gd name="connsiteX127" fmla="*/ 221944 w 842814"/>
                <a:gd name="connsiteY127" fmla="*/ 24124 h 797124"/>
                <a:gd name="connsiteX128" fmla="*/ 177556 w 842814"/>
                <a:gd name="connsiteY128" fmla="*/ 0 h 797124"/>
                <a:gd name="connsiteX129" fmla="*/ 201680 w 842814"/>
                <a:gd name="connsiteY129" fmla="*/ 0 h 797124"/>
                <a:gd name="connsiteX130" fmla="*/ 201680 w 842814"/>
                <a:gd name="connsiteY130" fmla="*/ 24124 h 797124"/>
                <a:gd name="connsiteX131" fmla="*/ 177556 w 842814"/>
                <a:gd name="connsiteY131" fmla="*/ 24124 h 797124"/>
                <a:gd name="connsiteX132" fmla="*/ 133167 w 842814"/>
                <a:gd name="connsiteY132" fmla="*/ 0 h 797124"/>
                <a:gd name="connsiteX133" fmla="*/ 157291 w 842814"/>
                <a:gd name="connsiteY133" fmla="*/ 0 h 797124"/>
                <a:gd name="connsiteX134" fmla="*/ 157291 w 842814"/>
                <a:gd name="connsiteY134" fmla="*/ 24124 h 797124"/>
                <a:gd name="connsiteX135" fmla="*/ 133167 w 842814"/>
                <a:gd name="connsiteY135" fmla="*/ 24124 h 797124"/>
                <a:gd name="connsiteX136" fmla="*/ 88778 w 842814"/>
                <a:gd name="connsiteY136" fmla="*/ 0 h 797124"/>
                <a:gd name="connsiteX137" fmla="*/ 112902 w 842814"/>
                <a:gd name="connsiteY137" fmla="*/ 0 h 797124"/>
                <a:gd name="connsiteX138" fmla="*/ 112902 w 842814"/>
                <a:gd name="connsiteY138" fmla="*/ 24124 h 797124"/>
                <a:gd name="connsiteX139" fmla="*/ 88778 w 842814"/>
                <a:gd name="connsiteY139" fmla="*/ 24124 h 797124"/>
                <a:gd name="connsiteX140" fmla="*/ 44389 w 842814"/>
                <a:gd name="connsiteY140" fmla="*/ 0 h 797124"/>
                <a:gd name="connsiteX141" fmla="*/ 68513 w 842814"/>
                <a:gd name="connsiteY141" fmla="*/ 0 h 797124"/>
                <a:gd name="connsiteX142" fmla="*/ 68513 w 842814"/>
                <a:gd name="connsiteY142" fmla="*/ 24124 h 797124"/>
                <a:gd name="connsiteX143" fmla="*/ 44389 w 842814"/>
                <a:gd name="connsiteY143" fmla="*/ 24124 h 797124"/>
                <a:gd name="connsiteX144" fmla="*/ 0 w 842814"/>
                <a:gd name="connsiteY144" fmla="*/ 0 h 797124"/>
                <a:gd name="connsiteX145" fmla="*/ 24124 w 842814"/>
                <a:gd name="connsiteY145" fmla="*/ 0 h 797124"/>
                <a:gd name="connsiteX146" fmla="*/ 24124 w 842814"/>
                <a:gd name="connsiteY146" fmla="*/ 24124 h 797124"/>
                <a:gd name="connsiteX147" fmla="*/ 0 w 842814"/>
                <a:gd name="connsiteY147" fmla="*/ 24124 h 797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42814" h="797124">
                  <a:moveTo>
                    <a:pt x="818690" y="773000"/>
                  </a:moveTo>
                  <a:lnTo>
                    <a:pt x="842814" y="773000"/>
                  </a:lnTo>
                  <a:lnTo>
                    <a:pt x="842814" y="797124"/>
                  </a:lnTo>
                  <a:lnTo>
                    <a:pt x="818690" y="797124"/>
                  </a:lnTo>
                  <a:close/>
                  <a:moveTo>
                    <a:pt x="774550" y="772305"/>
                  </a:moveTo>
                  <a:lnTo>
                    <a:pt x="798674" y="772305"/>
                  </a:lnTo>
                  <a:lnTo>
                    <a:pt x="798674" y="796429"/>
                  </a:lnTo>
                  <a:lnTo>
                    <a:pt x="774550" y="796429"/>
                  </a:lnTo>
                  <a:close/>
                  <a:moveTo>
                    <a:pt x="730409" y="772305"/>
                  </a:moveTo>
                  <a:lnTo>
                    <a:pt x="754533" y="772305"/>
                  </a:lnTo>
                  <a:lnTo>
                    <a:pt x="754533" y="796429"/>
                  </a:lnTo>
                  <a:lnTo>
                    <a:pt x="730409" y="796429"/>
                  </a:lnTo>
                  <a:close/>
                  <a:moveTo>
                    <a:pt x="686269" y="772305"/>
                  </a:moveTo>
                  <a:lnTo>
                    <a:pt x="710393" y="772305"/>
                  </a:lnTo>
                  <a:lnTo>
                    <a:pt x="710393" y="796429"/>
                  </a:lnTo>
                  <a:lnTo>
                    <a:pt x="686269" y="796429"/>
                  </a:lnTo>
                  <a:close/>
                  <a:moveTo>
                    <a:pt x="642129" y="772305"/>
                  </a:moveTo>
                  <a:lnTo>
                    <a:pt x="666253" y="772305"/>
                  </a:lnTo>
                  <a:lnTo>
                    <a:pt x="666253" y="796429"/>
                  </a:lnTo>
                  <a:lnTo>
                    <a:pt x="642129" y="796429"/>
                  </a:lnTo>
                  <a:close/>
                  <a:moveTo>
                    <a:pt x="597988" y="772305"/>
                  </a:moveTo>
                  <a:lnTo>
                    <a:pt x="622112" y="772305"/>
                  </a:lnTo>
                  <a:lnTo>
                    <a:pt x="622112" y="796429"/>
                  </a:lnTo>
                  <a:lnTo>
                    <a:pt x="597988" y="796429"/>
                  </a:lnTo>
                  <a:close/>
                  <a:moveTo>
                    <a:pt x="221944" y="772305"/>
                  </a:moveTo>
                  <a:lnTo>
                    <a:pt x="246068" y="772305"/>
                  </a:lnTo>
                  <a:lnTo>
                    <a:pt x="246068" y="796429"/>
                  </a:lnTo>
                  <a:lnTo>
                    <a:pt x="221944" y="796429"/>
                  </a:lnTo>
                  <a:close/>
                  <a:moveTo>
                    <a:pt x="177554" y="772305"/>
                  </a:moveTo>
                  <a:lnTo>
                    <a:pt x="201678" y="772305"/>
                  </a:lnTo>
                  <a:lnTo>
                    <a:pt x="201678" y="796429"/>
                  </a:lnTo>
                  <a:lnTo>
                    <a:pt x="177554" y="796429"/>
                  </a:lnTo>
                  <a:close/>
                  <a:moveTo>
                    <a:pt x="133165" y="772305"/>
                  </a:moveTo>
                  <a:lnTo>
                    <a:pt x="157289" y="772305"/>
                  </a:lnTo>
                  <a:lnTo>
                    <a:pt x="157289" y="796429"/>
                  </a:lnTo>
                  <a:lnTo>
                    <a:pt x="133165" y="796429"/>
                  </a:lnTo>
                  <a:close/>
                  <a:moveTo>
                    <a:pt x="88777" y="772305"/>
                  </a:moveTo>
                  <a:lnTo>
                    <a:pt x="112901" y="772305"/>
                  </a:lnTo>
                  <a:lnTo>
                    <a:pt x="112901" y="796429"/>
                  </a:lnTo>
                  <a:lnTo>
                    <a:pt x="88777" y="796429"/>
                  </a:lnTo>
                  <a:close/>
                  <a:moveTo>
                    <a:pt x="44388" y="772305"/>
                  </a:moveTo>
                  <a:lnTo>
                    <a:pt x="68512" y="772305"/>
                  </a:lnTo>
                  <a:lnTo>
                    <a:pt x="68512" y="796429"/>
                  </a:lnTo>
                  <a:lnTo>
                    <a:pt x="44388" y="796429"/>
                  </a:lnTo>
                  <a:close/>
                  <a:moveTo>
                    <a:pt x="0" y="772305"/>
                  </a:moveTo>
                  <a:lnTo>
                    <a:pt x="24124" y="772305"/>
                  </a:lnTo>
                  <a:lnTo>
                    <a:pt x="24124" y="796429"/>
                  </a:lnTo>
                  <a:lnTo>
                    <a:pt x="0" y="796429"/>
                  </a:lnTo>
                  <a:close/>
                  <a:moveTo>
                    <a:pt x="818690" y="729319"/>
                  </a:moveTo>
                  <a:lnTo>
                    <a:pt x="842814" y="729319"/>
                  </a:lnTo>
                  <a:lnTo>
                    <a:pt x="842814" y="753443"/>
                  </a:lnTo>
                  <a:lnTo>
                    <a:pt x="818690" y="753443"/>
                  </a:lnTo>
                  <a:close/>
                  <a:moveTo>
                    <a:pt x="0" y="728856"/>
                  </a:moveTo>
                  <a:lnTo>
                    <a:pt x="24124" y="728856"/>
                  </a:lnTo>
                  <a:lnTo>
                    <a:pt x="24124" y="752980"/>
                  </a:lnTo>
                  <a:lnTo>
                    <a:pt x="0" y="752980"/>
                  </a:lnTo>
                  <a:close/>
                  <a:moveTo>
                    <a:pt x="818690" y="685637"/>
                  </a:moveTo>
                  <a:lnTo>
                    <a:pt x="842814" y="685637"/>
                  </a:lnTo>
                  <a:lnTo>
                    <a:pt x="842814" y="709761"/>
                  </a:lnTo>
                  <a:lnTo>
                    <a:pt x="818690" y="709761"/>
                  </a:lnTo>
                  <a:close/>
                  <a:moveTo>
                    <a:pt x="0" y="685406"/>
                  </a:moveTo>
                  <a:lnTo>
                    <a:pt x="24124" y="685406"/>
                  </a:lnTo>
                  <a:lnTo>
                    <a:pt x="24124" y="709530"/>
                  </a:lnTo>
                  <a:lnTo>
                    <a:pt x="0" y="709530"/>
                  </a:lnTo>
                  <a:close/>
                  <a:moveTo>
                    <a:pt x="818690" y="641956"/>
                  </a:moveTo>
                  <a:lnTo>
                    <a:pt x="842814" y="641956"/>
                  </a:lnTo>
                  <a:lnTo>
                    <a:pt x="842814" y="666080"/>
                  </a:lnTo>
                  <a:lnTo>
                    <a:pt x="818690" y="666080"/>
                  </a:lnTo>
                  <a:close/>
                  <a:moveTo>
                    <a:pt x="0" y="641956"/>
                  </a:moveTo>
                  <a:lnTo>
                    <a:pt x="24124" y="641956"/>
                  </a:lnTo>
                  <a:lnTo>
                    <a:pt x="24124" y="666080"/>
                  </a:lnTo>
                  <a:lnTo>
                    <a:pt x="0" y="666080"/>
                  </a:lnTo>
                  <a:close/>
                  <a:moveTo>
                    <a:pt x="388115" y="365271"/>
                  </a:moveTo>
                  <a:lnTo>
                    <a:pt x="454698" y="365271"/>
                  </a:lnTo>
                  <a:lnTo>
                    <a:pt x="454698" y="431854"/>
                  </a:lnTo>
                  <a:lnTo>
                    <a:pt x="388115" y="431854"/>
                  </a:lnTo>
                  <a:close/>
                  <a:moveTo>
                    <a:pt x="818690" y="132734"/>
                  </a:moveTo>
                  <a:lnTo>
                    <a:pt x="842814" y="132734"/>
                  </a:lnTo>
                  <a:lnTo>
                    <a:pt x="842814" y="156858"/>
                  </a:lnTo>
                  <a:lnTo>
                    <a:pt x="818690" y="156858"/>
                  </a:lnTo>
                  <a:close/>
                  <a:moveTo>
                    <a:pt x="0" y="132734"/>
                  </a:moveTo>
                  <a:lnTo>
                    <a:pt x="24124" y="132734"/>
                  </a:lnTo>
                  <a:lnTo>
                    <a:pt x="24124" y="156858"/>
                  </a:lnTo>
                  <a:lnTo>
                    <a:pt x="0" y="156858"/>
                  </a:lnTo>
                  <a:close/>
                  <a:moveTo>
                    <a:pt x="818690" y="88722"/>
                  </a:moveTo>
                  <a:lnTo>
                    <a:pt x="842814" y="88722"/>
                  </a:lnTo>
                  <a:lnTo>
                    <a:pt x="842814" y="112846"/>
                  </a:lnTo>
                  <a:lnTo>
                    <a:pt x="818690" y="112846"/>
                  </a:lnTo>
                  <a:close/>
                  <a:moveTo>
                    <a:pt x="0" y="88722"/>
                  </a:moveTo>
                  <a:lnTo>
                    <a:pt x="24124" y="88722"/>
                  </a:lnTo>
                  <a:lnTo>
                    <a:pt x="24124" y="112846"/>
                  </a:lnTo>
                  <a:lnTo>
                    <a:pt x="0" y="112846"/>
                  </a:lnTo>
                  <a:close/>
                  <a:moveTo>
                    <a:pt x="818690" y="44709"/>
                  </a:moveTo>
                  <a:lnTo>
                    <a:pt x="842814" y="44709"/>
                  </a:lnTo>
                  <a:lnTo>
                    <a:pt x="842814" y="68833"/>
                  </a:lnTo>
                  <a:lnTo>
                    <a:pt x="818690" y="68833"/>
                  </a:lnTo>
                  <a:close/>
                  <a:moveTo>
                    <a:pt x="0" y="44709"/>
                  </a:moveTo>
                  <a:lnTo>
                    <a:pt x="24124" y="44709"/>
                  </a:lnTo>
                  <a:lnTo>
                    <a:pt x="24124" y="68833"/>
                  </a:lnTo>
                  <a:lnTo>
                    <a:pt x="0" y="68833"/>
                  </a:lnTo>
                  <a:close/>
                  <a:moveTo>
                    <a:pt x="818690" y="0"/>
                  </a:moveTo>
                  <a:lnTo>
                    <a:pt x="842814" y="0"/>
                  </a:lnTo>
                  <a:lnTo>
                    <a:pt x="842814" y="24124"/>
                  </a:lnTo>
                  <a:lnTo>
                    <a:pt x="818690" y="24124"/>
                  </a:lnTo>
                  <a:close/>
                  <a:moveTo>
                    <a:pt x="774550" y="0"/>
                  </a:moveTo>
                  <a:lnTo>
                    <a:pt x="798674" y="0"/>
                  </a:lnTo>
                  <a:lnTo>
                    <a:pt x="798674" y="24124"/>
                  </a:lnTo>
                  <a:lnTo>
                    <a:pt x="774550" y="24124"/>
                  </a:lnTo>
                  <a:close/>
                  <a:moveTo>
                    <a:pt x="730409" y="0"/>
                  </a:moveTo>
                  <a:lnTo>
                    <a:pt x="754533" y="0"/>
                  </a:lnTo>
                  <a:lnTo>
                    <a:pt x="754533" y="24124"/>
                  </a:lnTo>
                  <a:lnTo>
                    <a:pt x="730409" y="24124"/>
                  </a:lnTo>
                  <a:close/>
                  <a:moveTo>
                    <a:pt x="686269" y="0"/>
                  </a:moveTo>
                  <a:lnTo>
                    <a:pt x="710393" y="0"/>
                  </a:lnTo>
                  <a:lnTo>
                    <a:pt x="710393" y="24124"/>
                  </a:lnTo>
                  <a:lnTo>
                    <a:pt x="686269" y="24124"/>
                  </a:lnTo>
                  <a:close/>
                  <a:moveTo>
                    <a:pt x="642129" y="0"/>
                  </a:moveTo>
                  <a:lnTo>
                    <a:pt x="666253" y="0"/>
                  </a:lnTo>
                  <a:lnTo>
                    <a:pt x="666253" y="24124"/>
                  </a:lnTo>
                  <a:lnTo>
                    <a:pt x="642129" y="24124"/>
                  </a:lnTo>
                  <a:close/>
                  <a:moveTo>
                    <a:pt x="597988" y="0"/>
                  </a:moveTo>
                  <a:lnTo>
                    <a:pt x="622112" y="0"/>
                  </a:lnTo>
                  <a:lnTo>
                    <a:pt x="622112" y="24124"/>
                  </a:lnTo>
                  <a:lnTo>
                    <a:pt x="597988" y="24124"/>
                  </a:lnTo>
                  <a:close/>
                  <a:moveTo>
                    <a:pt x="221944" y="0"/>
                  </a:moveTo>
                  <a:lnTo>
                    <a:pt x="246068" y="0"/>
                  </a:lnTo>
                  <a:lnTo>
                    <a:pt x="246068" y="24124"/>
                  </a:lnTo>
                  <a:lnTo>
                    <a:pt x="221944" y="24124"/>
                  </a:lnTo>
                  <a:close/>
                  <a:moveTo>
                    <a:pt x="177556" y="0"/>
                  </a:moveTo>
                  <a:lnTo>
                    <a:pt x="201680" y="0"/>
                  </a:lnTo>
                  <a:lnTo>
                    <a:pt x="201680" y="24124"/>
                  </a:lnTo>
                  <a:lnTo>
                    <a:pt x="177556" y="24124"/>
                  </a:lnTo>
                  <a:close/>
                  <a:moveTo>
                    <a:pt x="133167" y="0"/>
                  </a:moveTo>
                  <a:lnTo>
                    <a:pt x="157291" y="0"/>
                  </a:lnTo>
                  <a:lnTo>
                    <a:pt x="157291" y="24124"/>
                  </a:lnTo>
                  <a:lnTo>
                    <a:pt x="133167" y="24124"/>
                  </a:lnTo>
                  <a:close/>
                  <a:moveTo>
                    <a:pt x="88778" y="0"/>
                  </a:moveTo>
                  <a:lnTo>
                    <a:pt x="112902" y="0"/>
                  </a:lnTo>
                  <a:lnTo>
                    <a:pt x="112902" y="24124"/>
                  </a:lnTo>
                  <a:lnTo>
                    <a:pt x="88778" y="24124"/>
                  </a:lnTo>
                  <a:close/>
                  <a:moveTo>
                    <a:pt x="44389" y="0"/>
                  </a:moveTo>
                  <a:lnTo>
                    <a:pt x="68513" y="0"/>
                  </a:lnTo>
                  <a:lnTo>
                    <a:pt x="68513" y="24124"/>
                  </a:lnTo>
                  <a:lnTo>
                    <a:pt x="44389" y="24124"/>
                  </a:lnTo>
                  <a:close/>
                  <a:moveTo>
                    <a:pt x="0" y="0"/>
                  </a:moveTo>
                  <a:lnTo>
                    <a:pt x="24124" y="0"/>
                  </a:lnTo>
                  <a:lnTo>
                    <a:pt x="24124" y="24124"/>
                  </a:lnTo>
                  <a:lnTo>
                    <a:pt x="0" y="24124"/>
                  </a:lnTo>
                  <a:close/>
                </a:path>
              </a:pathLst>
            </a:cu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902" name="Group 901">
            <a:extLst>
              <a:ext uri="{FF2B5EF4-FFF2-40B4-BE49-F238E27FC236}">
                <a16:creationId xmlns:a16="http://schemas.microsoft.com/office/drawing/2014/main" id="{168659E8-0C7B-4572-F58A-93AC4C05387C}"/>
              </a:ext>
              <a:ext uri="{C183D7F6-B498-43B3-948B-1728B52AA6E4}">
                <adec:decorative xmlns:adec="http://schemas.microsoft.com/office/drawing/2017/decorative" val="1"/>
              </a:ext>
            </a:extLst>
          </p:cNvPr>
          <p:cNvGrpSpPr>
            <a:grpSpLocks noChangeAspect="1"/>
          </p:cNvGrpSpPr>
          <p:nvPr/>
        </p:nvGrpSpPr>
        <p:grpSpPr>
          <a:xfrm>
            <a:off x="10033573" y="2223703"/>
            <a:ext cx="401014" cy="457200"/>
            <a:chOff x="10033573" y="2223703"/>
            <a:chExt cx="401014" cy="457200"/>
          </a:xfrm>
          <a:solidFill>
            <a:srgbClr val="FF0000"/>
          </a:solidFill>
        </p:grpSpPr>
        <p:sp>
          <p:nvSpPr>
            <p:cNvPr id="21" name="Freeform: Shape 20">
              <a:extLst>
                <a:ext uri="{FF2B5EF4-FFF2-40B4-BE49-F238E27FC236}">
                  <a16:creationId xmlns:a16="http://schemas.microsoft.com/office/drawing/2014/main" id="{60EB0A3E-19D3-5FAF-8A15-2AFCABB190E2}"/>
                </a:ext>
                <a:ext uri="{C183D7F6-B498-43B3-948B-1728B52AA6E4}">
                  <adec:decorative xmlns:adec="http://schemas.microsoft.com/office/drawing/2017/decorative" val="1"/>
                </a:ext>
              </a:extLst>
            </p:cNvPr>
            <p:cNvSpPr/>
            <p:nvPr/>
          </p:nvSpPr>
          <p:spPr>
            <a:xfrm>
              <a:off x="10040235" y="2230280"/>
              <a:ext cx="394352" cy="450623"/>
            </a:xfrm>
            <a:custGeom>
              <a:avLst/>
              <a:gdLst>
                <a:gd name="connsiteX0" fmla="*/ 464813 w 619706"/>
                <a:gd name="connsiteY0" fmla="*/ 542521 h 708133"/>
                <a:gd name="connsiteX1" fmla="*/ 464813 w 619706"/>
                <a:gd name="connsiteY1" fmla="*/ 635776 h 708133"/>
                <a:gd name="connsiteX2" fmla="*/ 492051 w 619706"/>
                <a:gd name="connsiteY2" fmla="*/ 608429 h 708133"/>
                <a:gd name="connsiteX3" fmla="*/ 556579 w 619706"/>
                <a:gd name="connsiteY3" fmla="*/ 542521 h 708133"/>
                <a:gd name="connsiteX4" fmla="*/ 464813 w 619706"/>
                <a:gd name="connsiteY4" fmla="*/ 542521 h 708133"/>
                <a:gd name="connsiteX5" fmla="*/ 88101 w 619706"/>
                <a:gd name="connsiteY5" fmla="*/ 0 h 708133"/>
                <a:gd name="connsiteX6" fmla="*/ 251460 w 619706"/>
                <a:gd name="connsiteY6" fmla="*/ 41 h 708133"/>
                <a:gd name="connsiteX7" fmla="*/ 595149 w 619706"/>
                <a:gd name="connsiteY7" fmla="*/ 65 h 708133"/>
                <a:gd name="connsiteX8" fmla="*/ 618582 w 619706"/>
                <a:gd name="connsiteY8" fmla="*/ 14509 h 708133"/>
                <a:gd name="connsiteX9" fmla="*/ 619674 w 619706"/>
                <a:gd name="connsiteY9" fmla="*/ 20078 h 708133"/>
                <a:gd name="connsiteX10" fmla="*/ 619606 w 619706"/>
                <a:gd name="connsiteY10" fmla="*/ 540030 h 708133"/>
                <a:gd name="connsiteX11" fmla="*/ 616921 w 619706"/>
                <a:gd name="connsiteY11" fmla="*/ 546261 h 708133"/>
                <a:gd name="connsiteX12" fmla="*/ 611803 w 619706"/>
                <a:gd name="connsiteY12" fmla="*/ 551530 h 708133"/>
                <a:gd name="connsiteX13" fmla="*/ 526668 w 619706"/>
                <a:gd name="connsiteY13" fmla="*/ 637663 h 708133"/>
                <a:gd name="connsiteX14" fmla="*/ 474171 w 619706"/>
                <a:gd name="connsiteY14" fmla="*/ 691165 h 708133"/>
                <a:gd name="connsiteX15" fmla="*/ 469891 w 619706"/>
                <a:gd name="connsiteY15" fmla="*/ 696371 h 708133"/>
                <a:gd name="connsiteX16" fmla="*/ 443287 w 619706"/>
                <a:gd name="connsiteY16" fmla="*/ 708108 h 708133"/>
                <a:gd name="connsiteX17" fmla="*/ 24478 w 619706"/>
                <a:gd name="connsiteY17" fmla="*/ 708133 h 708133"/>
                <a:gd name="connsiteX18" fmla="*/ 54 w 619706"/>
                <a:gd name="connsiteY18" fmla="*/ 684437 h 708133"/>
                <a:gd name="connsiteX19" fmla="*/ 39 w 619706"/>
                <a:gd name="connsiteY19" fmla="*/ 680510 h 708133"/>
                <a:gd name="connsiteX20" fmla="*/ 458 w 619706"/>
                <a:gd name="connsiteY20" fmla="*/ 88118 h 708133"/>
                <a:gd name="connsiteX21" fmla="*/ 45233 w 619706"/>
                <a:gd name="connsiteY21" fmla="*/ 88118 h 708133"/>
                <a:gd name="connsiteX22" fmla="*/ 45218 w 619706"/>
                <a:gd name="connsiteY22" fmla="*/ 662598 h 708133"/>
                <a:gd name="connsiteX23" fmla="*/ 419649 w 619706"/>
                <a:gd name="connsiteY23" fmla="*/ 662598 h 708133"/>
                <a:gd name="connsiteX24" fmla="*/ 419649 w 619706"/>
                <a:gd name="connsiteY24" fmla="*/ 496804 h 708133"/>
                <a:gd name="connsiteX25" fmla="*/ 574287 w 619706"/>
                <a:gd name="connsiteY25" fmla="*/ 496804 h 708133"/>
                <a:gd name="connsiteX26" fmla="*/ 574287 w 619706"/>
                <a:gd name="connsiteY26" fmla="*/ 45217 h 708133"/>
                <a:gd name="connsiteX27" fmla="*/ 568735 w 619706"/>
                <a:gd name="connsiteY27" fmla="*/ 45217 h 708133"/>
                <a:gd name="connsiteX28" fmla="*/ 88101 w 619706"/>
                <a:gd name="connsiteY28" fmla="*/ 45222 h 7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9706" h="708133">
                  <a:moveTo>
                    <a:pt x="464813" y="542521"/>
                  </a:moveTo>
                  <a:cubicBezTo>
                    <a:pt x="464813" y="573570"/>
                    <a:pt x="464813" y="604237"/>
                    <a:pt x="464813" y="635776"/>
                  </a:cubicBezTo>
                  <a:cubicBezTo>
                    <a:pt x="474104" y="626447"/>
                    <a:pt x="482832" y="617684"/>
                    <a:pt x="492051" y="608429"/>
                  </a:cubicBezTo>
                  <a:cubicBezTo>
                    <a:pt x="513533" y="586488"/>
                    <a:pt x="535014" y="564547"/>
                    <a:pt x="556579" y="542521"/>
                  </a:cubicBezTo>
                  <a:cubicBezTo>
                    <a:pt x="525645" y="542521"/>
                    <a:pt x="495149" y="542521"/>
                    <a:pt x="464813" y="542521"/>
                  </a:cubicBezTo>
                  <a:close/>
                  <a:moveTo>
                    <a:pt x="88101" y="0"/>
                  </a:moveTo>
                  <a:lnTo>
                    <a:pt x="251460" y="41"/>
                  </a:lnTo>
                  <a:cubicBezTo>
                    <a:pt x="366023" y="48"/>
                    <a:pt x="480586" y="29"/>
                    <a:pt x="595149" y="65"/>
                  </a:cubicBezTo>
                  <a:cubicBezTo>
                    <a:pt x="605831" y="69"/>
                    <a:pt x="614068" y="4436"/>
                    <a:pt x="618582" y="14509"/>
                  </a:cubicBezTo>
                  <a:cubicBezTo>
                    <a:pt x="619338" y="16197"/>
                    <a:pt x="619674" y="18214"/>
                    <a:pt x="619674" y="20078"/>
                  </a:cubicBezTo>
                  <a:cubicBezTo>
                    <a:pt x="619722" y="193396"/>
                    <a:pt x="619729" y="366713"/>
                    <a:pt x="619606" y="540030"/>
                  </a:cubicBezTo>
                  <a:cubicBezTo>
                    <a:pt x="619605" y="542126"/>
                    <a:pt x="618200" y="544425"/>
                    <a:pt x="616921" y="546261"/>
                  </a:cubicBezTo>
                  <a:cubicBezTo>
                    <a:pt x="615539" y="548243"/>
                    <a:pt x="613529" y="549785"/>
                    <a:pt x="611803" y="551530"/>
                  </a:cubicBezTo>
                  <a:cubicBezTo>
                    <a:pt x="583421" y="580238"/>
                    <a:pt x="555019" y="608925"/>
                    <a:pt x="526668" y="637663"/>
                  </a:cubicBezTo>
                  <a:cubicBezTo>
                    <a:pt x="509121" y="655450"/>
                    <a:pt x="491642" y="673304"/>
                    <a:pt x="474171" y="691165"/>
                  </a:cubicBezTo>
                  <a:cubicBezTo>
                    <a:pt x="472606" y="692765"/>
                    <a:pt x="471400" y="694710"/>
                    <a:pt x="469891" y="696371"/>
                  </a:cubicBezTo>
                  <a:cubicBezTo>
                    <a:pt x="459216" y="708119"/>
                    <a:pt x="459205" y="708108"/>
                    <a:pt x="443287" y="708108"/>
                  </a:cubicBezTo>
                  <a:cubicBezTo>
                    <a:pt x="303684" y="708108"/>
                    <a:pt x="164081" y="708090"/>
                    <a:pt x="24478" y="708133"/>
                  </a:cubicBezTo>
                  <a:cubicBezTo>
                    <a:pt x="8016" y="708138"/>
                    <a:pt x="1236" y="698167"/>
                    <a:pt x="54" y="684437"/>
                  </a:cubicBezTo>
                  <a:cubicBezTo>
                    <a:pt x="-58" y="683137"/>
                    <a:pt x="39" y="681819"/>
                    <a:pt x="39" y="680510"/>
                  </a:cubicBezTo>
                  <a:lnTo>
                    <a:pt x="458" y="88118"/>
                  </a:lnTo>
                  <a:lnTo>
                    <a:pt x="45233" y="88118"/>
                  </a:lnTo>
                  <a:lnTo>
                    <a:pt x="45218" y="662598"/>
                  </a:lnTo>
                  <a:cubicBezTo>
                    <a:pt x="170276" y="662598"/>
                    <a:pt x="294731" y="662598"/>
                    <a:pt x="419649" y="662598"/>
                  </a:cubicBezTo>
                  <a:cubicBezTo>
                    <a:pt x="419649" y="607206"/>
                    <a:pt x="419649" y="552148"/>
                    <a:pt x="419649" y="496804"/>
                  </a:cubicBezTo>
                  <a:cubicBezTo>
                    <a:pt x="471453" y="496804"/>
                    <a:pt x="522794" y="496804"/>
                    <a:pt x="574287" y="496804"/>
                  </a:cubicBezTo>
                  <a:cubicBezTo>
                    <a:pt x="574287" y="346198"/>
                    <a:pt x="574287" y="195883"/>
                    <a:pt x="574287" y="45217"/>
                  </a:cubicBezTo>
                  <a:cubicBezTo>
                    <a:pt x="572274" y="45217"/>
                    <a:pt x="570505" y="45217"/>
                    <a:pt x="568735" y="45217"/>
                  </a:cubicBezTo>
                  <a:lnTo>
                    <a:pt x="88101" y="45222"/>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525" name="Freeform: Shape 1524">
              <a:extLst>
                <a:ext uri="{FF2B5EF4-FFF2-40B4-BE49-F238E27FC236}">
                  <a16:creationId xmlns:a16="http://schemas.microsoft.com/office/drawing/2014/main" id="{6B1BA2EC-3CBB-C02B-BE7C-356557ADFC75}"/>
                </a:ext>
                <a:ext uri="{C183D7F6-B498-43B3-948B-1728B52AA6E4}">
                  <adec:decorative xmlns:adec="http://schemas.microsoft.com/office/drawing/2017/decorative" val="1"/>
                </a:ext>
              </a:extLst>
            </p:cNvPr>
            <p:cNvSpPr/>
            <p:nvPr/>
          </p:nvSpPr>
          <p:spPr>
            <a:xfrm>
              <a:off x="10033573" y="2223703"/>
              <a:ext cx="330209" cy="317198"/>
            </a:xfrm>
            <a:custGeom>
              <a:avLst/>
              <a:gdLst>
                <a:gd name="connsiteX0" fmla="*/ 331031 w 1399122"/>
                <a:gd name="connsiteY0" fmla="*/ 1223255 h 1343997"/>
                <a:gd name="connsiteX1" fmla="*/ 864232 w 1399122"/>
                <a:gd name="connsiteY1" fmla="*/ 1223255 h 1343997"/>
                <a:gd name="connsiteX2" fmla="*/ 864232 w 1399122"/>
                <a:gd name="connsiteY2" fmla="*/ 1343997 h 1343997"/>
                <a:gd name="connsiteX3" fmla="*/ 331031 w 1399122"/>
                <a:gd name="connsiteY3" fmla="*/ 1343997 h 1343997"/>
                <a:gd name="connsiteX4" fmla="*/ 331020 w 1399122"/>
                <a:gd name="connsiteY4" fmla="*/ 924026 h 1343997"/>
                <a:gd name="connsiteX5" fmla="*/ 1399122 w 1399122"/>
                <a:gd name="connsiteY5" fmla="*/ 924026 h 1343997"/>
                <a:gd name="connsiteX6" fmla="*/ 1399122 w 1399122"/>
                <a:gd name="connsiteY6" fmla="*/ 1044782 h 1343997"/>
                <a:gd name="connsiteX7" fmla="*/ 331020 w 1399122"/>
                <a:gd name="connsiteY7" fmla="*/ 1044782 h 1343997"/>
                <a:gd name="connsiteX8" fmla="*/ 331026 w 1399122"/>
                <a:gd name="connsiteY8" fmla="*/ 623765 h 1343997"/>
                <a:gd name="connsiteX9" fmla="*/ 1399119 w 1399122"/>
                <a:gd name="connsiteY9" fmla="*/ 623765 h 1343997"/>
                <a:gd name="connsiteX10" fmla="*/ 1399119 w 1399122"/>
                <a:gd name="connsiteY10" fmla="*/ 744518 h 1343997"/>
                <a:gd name="connsiteX11" fmla="*/ 331026 w 1399122"/>
                <a:gd name="connsiteY11" fmla="*/ 744518 h 1343997"/>
                <a:gd name="connsiteX12" fmla="*/ 331020 w 1399122"/>
                <a:gd name="connsiteY12" fmla="*/ 328243 h 1343997"/>
                <a:gd name="connsiteX13" fmla="*/ 1399122 w 1399122"/>
                <a:gd name="connsiteY13" fmla="*/ 328243 h 1343997"/>
                <a:gd name="connsiteX14" fmla="*/ 1399122 w 1399122"/>
                <a:gd name="connsiteY14" fmla="*/ 448999 h 1343997"/>
                <a:gd name="connsiteX15" fmla="*/ 331020 w 1399122"/>
                <a:gd name="connsiteY15" fmla="*/ 448999 h 1343997"/>
                <a:gd name="connsiteX16" fmla="*/ 0 w 1399122"/>
                <a:gd name="connsiteY16" fmla="*/ 0 h 1343997"/>
                <a:gd name="connsiteX17" fmla="*/ 179211 w 1399122"/>
                <a:gd name="connsiteY17" fmla="*/ 0 h 1343997"/>
                <a:gd name="connsiteX18" fmla="*/ 179211 w 1399122"/>
                <a:gd name="connsiteY18" fmla="*/ 179001 h 1343997"/>
                <a:gd name="connsiteX19" fmla="*/ 0 w 1399122"/>
                <a:gd name="connsiteY19" fmla="*/ 179001 h 134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9122" h="1343997">
                  <a:moveTo>
                    <a:pt x="331031" y="1223255"/>
                  </a:moveTo>
                  <a:lnTo>
                    <a:pt x="864232" y="1223255"/>
                  </a:lnTo>
                  <a:lnTo>
                    <a:pt x="864232" y="1343997"/>
                  </a:lnTo>
                  <a:lnTo>
                    <a:pt x="331031" y="1343997"/>
                  </a:lnTo>
                  <a:close/>
                  <a:moveTo>
                    <a:pt x="331020" y="924026"/>
                  </a:moveTo>
                  <a:lnTo>
                    <a:pt x="1399122" y="924026"/>
                  </a:lnTo>
                  <a:lnTo>
                    <a:pt x="1399122" y="1044782"/>
                  </a:lnTo>
                  <a:lnTo>
                    <a:pt x="331020" y="1044782"/>
                  </a:lnTo>
                  <a:close/>
                  <a:moveTo>
                    <a:pt x="331026" y="623765"/>
                  </a:moveTo>
                  <a:lnTo>
                    <a:pt x="1399119" y="623765"/>
                  </a:lnTo>
                  <a:lnTo>
                    <a:pt x="1399119" y="744518"/>
                  </a:lnTo>
                  <a:lnTo>
                    <a:pt x="331026" y="744518"/>
                  </a:lnTo>
                  <a:close/>
                  <a:moveTo>
                    <a:pt x="331020" y="328243"/>
                  </a:moveTo>
                  <a:lnTo>
                    <a:pt x="1399122" y="328243"/>
                  </a:lnTo>
                  <a:lnTo>
                    <a:pt x="1399122" y="448999"/>
                  </a:lnTo>
                  <a:lnTo>
                    <a:pt x="331020" y="448999"/>
                  </a:lnTo>
                  <a:close/>
                  <a:moveTo>
                    <a:pt x="0" y="0"/>
                  </a:moveTo>
                  <a:lnTo>
                    <a:pt x="179211" y="0"/>
                  </a:lnTo>
                  <a:lnTo>
                    <a:pt x="179211" y="179001"/>
                  </a:lnTo>
                  <a:lnTo>
                    <a:pt x="0" y="179001"/>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54" name="Group 953">
            <a:extLst>
              <a:ext uri="{FF2B5EF4-FFF2-40B4-BE49-F238E27FC236}">
                <a16:creationId xmlns:a16="http://schemas.microsoft.com/office/drawing/2014/main" id="{AA2A64B9-3DF8-D641-00FB-E18CE558A61D}"/>
              </a:ext>
              <a:ext uri="{C183D7F6-B498-43B3-948B-1728B52AA6E4}">
                <adec:decorative xmlns:adec="http://schemas.microsoft.com/office/drawing/2017/decorative" val="1"/>
              </a:ext>
            </a:extLst>
          </p:cNvPr>
          <p:cNvGrpSpPr>
            <a:grpSpLocks noChangeAspect="1"/>
          </p:cNvGrpSpPr>
          <p:nvPr/>
        </p:nvGrpSpPr>
        <p:grpSpPr>
          <a:xfrm>
            <a:off x="10602937" y="2223703"/>
            <a:ext cx="414561" cy="457200"/>
            <a:chOff x="10602937" y="2223703"/>
            <a:chExt cx="414561" cy="457200"/>
          </a:xfrm>
          <a:solidFill>
            <a:srgbClr val="FF0000"/>
          </a:solidFill>
        </p:grpSpPr>
        <p:sp>
          <p:nvSpPr>
            <p:cNvPr id="23" name="Freeform: Shape 22">
              <a:extLst>
                <a:ext uri="{FF2B5EF4-FFF2-40B4-BE49-F238E27FC236}">
                  <a16:creationId xmlns:a16="http://schemas.microsoft.com/office/drawing/2014/main" id="{1D11550B-2EA7-3E79-DCDE-D87AF9C2A29E}"/>
                </a:ext>
                <a:ext uri="{C183D7F6-B498-43B3-948B-1728B52AA6E4}">
                  <adec:decorative xmlns:adec="http://schemas.microsoft.com/office/drawing/2017/decorative" val="1"/>
                </a:ext>
              </a:extLst>
            </p:cNvPr>
            <p:cNvSpPr/>
            <p:nvPr/>
          </p:nvSpPr>
          <p:spPr>
            <a:xfrm>
              <a:off x="10609121" y="2225124"/>
              <a:ext cx="408377" cy="455779"/>
            </a:xfrm>
            <a:custGeom>
              <a:avLst/>
              <a:gdLst>
                <a:gd name="connsiteX0" fmla="*/ 1427301 w 2144230"/>
                <a:gd name="connsiteY0" fmla="*/ 1678576 h 2393119"/>
                <a:gd name="connsiteX1" fmla="*/ 1427301 w 2144230"/>
                <a:gd name="connsiteY1" fmla="*/ 1943371 h 2393119"/>
                <a:gd name="connsiteX2" fmla="*/ 1704628 w 2144230"/>
                <a:gd name="connsiteY2" fmla="*/ 1678576 h 2393119"/>
                <a:gd name="connsiteX3" fmla="*/ 2025065 w 2144230"/>
                <a:gd name="connsiteY3" fmla="*/ 309964 h 2393119"/>
                <a:gd name="connsiteX4" fmla="*/ 2144230 w 2144230"/>
                <a:gd name="connsiteY4" fmla="*/ 309964 h 2393119"/>
                <a:gd name="connsiteX5" fmla="*/ 2144230 w 2144230"/>
                <a:gd name="connsiteY5" fmla="*/ 2393119 h 2393119"/>
                <a:gd name="connsiteX6" fmla="*/ 236694 w 2144230"/>
                <a:gd name="connsiteY6" fmla="*/ 2393119 h 2393119"/>
                <a:gd name="connsiteX7" fmla="*/ 236694 w 2144230"/>
                <a:gd name="connsiteY7" fmla="*/ 2273954 h 2393119"/>
                <a:gd name="connsiteX8" fmla="*/ 2025065 w 2144230"/>
                <a:gd name="connsiteY8" fmla="*/ 2273954 h 2393119"/>
                <a:gd name="connsiteX9" fmla="*/ 234060 w 2144230"/>
                <a:gd name="connsiteY9" fmla="*/ 0 h 2393119"/>
                <a:gd name="connsiteX10" fmla="*/ 1159836 w 2144230"/>
                <a:gd name="connsiteY10" fmla="*/ 781 h 2393119"/>
                <a:gd name="connsiteX11" fmla="*/ 1159836 w 2144230"/>
                <a:gd name="connsiteY11" fmla="*/ 857 h 2393119"/>
                <a:gd name="connsiteX12" fmla="*/ 1791350 w 2144230"/>
                <a:gd name="connsiteY12" fmla="*/ 1390 h 2393119"/>
                <a:gd name="connsiteX13" fmla="*/ 1906790 w 2144230"/>
                <a:gd name="connsiteY13" fmla="*/ 118172 h 2393119"/>
                <a:gd name="connsiteX14" fmla="*/ 1906790 w 2144230"/>
                <a:gd name="connsiteY14" fmla="*/ 1670594 h 2393119"/>
                <a:gd name="connsiteX15" fmla="*/ 1898449 w 2144230"/>
                <a:gd name="connsiteY15" fmla="*/ 1689660 h 2393119"/>
                <a:gd name="connsiteX16" fmla="*/ 1396318 w 2144230"/>
                <a:gd name="connsiteY16" fmla="*/ 2155744 h 2393119"/>
                <a:gd name="connsiteX17" fmla="*/ 1378444 w 2144230"/>
                <a:gd name="connsiteY17" fmla="*/ 2162894 h 2393119"/>
                <a:gd name="connsiteX18" fmla="*/ 115441 w 2144230"/>
                <a:gd name="connsiteY18" fmla="*/ 2162894 h 2393119"/>
                <a:gd name="connsiteX19" fmla="*/ 0 w 2144230"/>
                <a:gd name="connsiteY19" fmla="*/ 2047454 h 2393119"/>
                <a:gd name="connsiteX20" fmla="*/ 0 w 2144230"/>
                <a:gd name="connsiteY20" fmla="*/ 1339655 h 2393119"/>
                <a:gd name="connsiteX21" fmla="*/ 0 w 2144230"/>
                <a:gd name="connsiteY21" fmla="*/ 706010 h 2393119"/>
                <a:gd name="connsiteX22" fmla="*/ 0 w 2144230"/>
                <a:gd name="connsiteY22" fmla="*/ 249918 h 2393119"/>
                <a:gd name="connsiteX23" fmla="*/ 119165 w 2144230"/>
                <a:gd name="connsiteY23" fmla="*/ 249918 h 2393119"/>
                <a:gd name="connsiteX24" fmla="*/ 119165 w 2144230"/>
                <a:gd name="connsiteY24" fmla="*/ 706010 h 2393119"/>
                <a:gd name="connsiteX25" fmla="*/ 119165 w 2144230"/>
                <a:gd name="connsiteY25" fmla="*/ 1339655 h 2393119"/>
                <a:gd name="connsiteX26" fmla="*/ 119165 w 2144230"/>
                <a:gd name="connsiteY26" fmla="*/ 2026897 h 2393119"/>
                <a:gd name="connsiteX27" fmla="*/ 1308136 w 2144230"/>
                <a:gd name="connsiteY27" fmla="*/ 2026605 h 2393119"/>
                <a:gd name="connsiteX28" fmla="*/ 1308136 w 2144230"/>
                <a:gd name="connsiteY28" fmla="*/ 1559411 h 2393119"/>
                <a:gd name="connsiteX29" fmla="*/ 1787453 w 2144230"/>
                <a:gd name="connsiteY29" fmla="*/ 1559411 h 2393119"/>
                <a:gd name="connsiteX30" fmla="*/ 1786286 w 2144230"/>
                <a:gd name="connsiteY30" fmla="*/ 122192 h 2393119"/>
                <a:gd name="connsiteX31" fmla="*/ 732603 w 2144230"/>
                <a:gd name="connsiteY31" fmla="*/ 122192 h 2393119"/>
                <a:gd name="connsiteX32" fmla="*/ 732603 w 2144230"/>
                <a:gd name="connsiteY32" fmla="*/ 122190 h 2393119"/>
                <a:gd name="connsiteX33" fmla="*/ 234060 w 2144230"/>
                <a:gd name="connsiteY33" fmla="*/ 122190 h 239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144230" h="2393119">
                  <a:moveTo>
                    <a:pt x="1427301" y="1678576"/>
                  </a:moveTo>
                  <a:lnTo>
                    <a:pt x="1427301" y="1943371"/>
                  </a:lnTo>
                  <a:lnTo>
                    <a:pt x="1704628" y="1678576"/>
                  </a:lnTo>
                  <a:close/>
                  <a:moveTo>
                    <a:pt x="2025065" y="309964"/>
                  </a:moveTo>
                  <a:lnTo>
                    <a:pt x="2144230" y="309964"/>
                  </a:lnTo>
                  <a:lnTo>
                    <a:pt x="2144230" y="2393119"/>
                  </a:lnTo>
                  <a:lnTo>
                    <a:pt x="236694" y="2393119"/>
                  </a:lnTo>
                  <a:lnTo>
                    <a:pt x="236694" y="2273954"/>
                  </a:lnTo>
                  <a:lnTo>
                    <a:pt x="2025065" y="2273954"/>
                  </a:lnTo>
                  <a:close/>
                  <a:moveTo>
                    <a:pt x="234060" y="0"/>
                  </a:moveTo>
                  <a:lnTo>
                    <a:pt x="1159836" y="781"/>
                  </a:lnTo>
                  <a:lnTo>
                    <a:pt x="1159836" y="857"/>
                  </a:lnTo>
                  <a:lnTo>
                    <a:pt x="1791350" y="1390"/>
                  </a:lnTo>
                  <a:cubicBezTo>
                    <a:pt x="1855104" y="1390"/>
                    <a:pt x="1906790" y="54418"/>
                    <a:pt x="1906790" y="118172"/>
                  </a:cubicBezTo>
                  <a:lnTo>
                    <a:pt x="1906790" y="1670594"/>
                  </a:lnTo>
                  <a:cubicBezTo>
                    <a:pt x="1906790" y="1677893"/>
                    <a:pt x="1903811" y="1684746"/>
                    <a:pt x="1898449" y="1689660"/>
                  </a:cubicBezTo>
                  <a:lnTo>
                    <a:pt x="1396318" y="2155744"/>
                  </a:lnTo>
                  <a:cubicBezTo>
                    <a:pt x="1391402" y="2160362"/>
                    <a:pt x="1384998" y="2162894"/>
                    <a:pt x="1378444" y="2162894"/>
                  </a:cubicBezTo>
                  <a:lnTo>
                    <a:pt x="115441" y="2162894"/>
                  </a:lnTo>
                  <a:cubicBezTo>
                    <a:pt x="51688" y="2162894"/>
                    <a:pt x="0" y="2111208"/>
                    <a:pt x="0" y="2047454"/>
                  </a:cubicBezTo>
                  <a:lnTo>
                    <a:pt x="0" y="1339655"/>
                  </a:lnTo>
                  <a:lnTo>
                    <a:pt x="0" y="706010"/>
                  </a:lnTo>
                  <a:lnTo>
                    <a:pt x="0" y="249918"/>
                  </a:lnTo>
                  <a:lnTo>
                    <a:pt x="119165" y="249918"/>
                  </a:lnTo>
                  <a:lnTo>
                    <a:pt x="119165" y="706010"/>
                  </a:lnTo>
                  <a:lnTo>
                    <a:pt x="119165" y="1339655"/>
                  </a:lnTo>
                  <a:lnTo>
                    <a:pt x="119165" y="2026897"/>
                  </a:lnTo>
                  <a:lnTo>
                    <a:pt x="1308136" y="2026605"/>
                  </a:lnTo>
                  <a:lnTo>
                    <a:pt x="1308136" y="1559411"/>
                  </a:lnTo>
                  <a:lnTo>
                    <a:pt x="1787453" y="1559411"/>
                  </a:lnTo>
                  <a:lnTo>
                    <a:pt x="1786286" y="122192"/>
                  </a:lnTo>
                  <a:lnTo>
                    <a:pt x="732603" y="122192"/>
                  </a:lnTo>
                  <a:lnTo>
                    <a:pt x="732603" y="122190"/>
                  </a:lnTo>
                  <a:lnTo>
                    <a:pt x="234060" y="122190"/>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4" name="Freeform: Shape 23">
              <a:extLst>
                <a:ext uri="{FF2B5EF4-FFF2-40B4-BE49-F238E27FC236}">
                  <a16:creationId xmlns:a16="http://schemas.microsoft.com/office/drawing/2014/main" id="{449BD262-2425-B262-F701-7DFAC4E559F0}"/>
                </a:ext>
                <a:ext uri="{C183D7F6-B498-43B3-948B-1728B52AA6E4}">
                  <adec:decorative xmlns:adec="http://schemas.microsoft.com/office/drawing/2017/decorative" val="1"/>
                </a:ext>
              </a:extLst>
            </p:cNvPr>
            <p:cNvSpPr/>
            <p:nvPr/>
          </p:nvSpPr>
          <p:spPr>
            <a:xfrm>
              <a:off x="10602937" y="2223703"/>
              <a:ext cx="300459" cy="287240"/>
            </a:xfrm>
            <a:custGeom>
              <a:avLst/>
              <a:gdLst>
                <a:gd name="connsiteX0" fmla="*/ 382220 w 1577595"/>
                <a:gd name="connsiteY0" fmla="*/ 1389019 h 1508184"/>
                <a:gd name="connsiteX1" fmla="*/ 1106893 w 1577595"/>
                <a:gd name="connsiteY1" fmla="*/ 1389019 h 1508184"/>
                <a:gd name="connsiteX2" fmla="*/ 1106893 w 1577595"/>
                <a:gd name="connsiteY2" fmla="*/ 1508184 h 1508184"/>
                <a:gd name="connsiteX3" fmla="*/ 382220 w 1577595"/>
                <a:gd name="connsiteY3" fmla="*/ 1508184 h 1508184"/>
                <a:gd name="connsiteX4" fmla="*/ 382220 w 1577595"/>
                <a:gd name="connsiteY4" fmla="*/ 1091106 h 1508184"/>
                <a:gd name="connsiteX5" fmla="*/ 1577595 w 1577595"/>
                <a:gd name="connsiteY5" fmla="*/ 1091106 h 1508184"/>
                <a:gd name="connsiteX6" fmla="*/ 1577595 w 1577595"/>
                <a:gd name="connsiteY6" fmla="*/ 1210271 h 1508184"/>
                <a:gd name="connsiteX7" fmla="*/ 382220 w 1577595"/>
                <a:gd name="connsiteY7" fmla="*/ 1210271 h 1508184"/>
                <a:gd name="connsiteX8" fmla="*/ 382220 w 1577595"/>
                <a:gd name="connsiteY8" fmla="*/ 793194 h 1508184"/>
                <a:gd name="connsiteX9" fmla="*/ 1577595 w 1577595"/>
                <a:gd name="connsiteY9" fmla="*/ 793194 h 1508184"/>
                <a:gd name="connsiteX10" fmla="*/ 1577595 w 1577595"/>
                <a:gd name="connsiteY10" fmla="*/ 912359 h 1508184"/>
                <a:gd name="connsiteX11" fmla="*/ 382220 w 1577595"/>
                <a:gd name="connsiteY11" fmla="*/ 912359 h 1508184"/>
                <a:gd name="connsiteX12" fmla="*/ 382220 w 1577595"/>
                <a:gd name="connsiteY12" fmla="*/ 495281 h 1508184"/>
                <a:gd name="connsiteX13" fmla="*/ 1577595 w 1577595"/>
                <a:gd name="connsiteY13" fmla="*/ 495281 h 1508184"/>
                <a:gd name="connsiteX14" fmla="*/ 1577595 w 1577595"/>
                <a:gd name="connsiteY14" fmla="*/ 614446 h 1508184"/>
                <a:gd name="connsiteX15" fmla="*/ 382220 w 1577595"/>
                <a:gd name="connsiteY15" fmla="*/ 614446 h 1508184"/>
                <a:gd name="connsiteX16" fmla="*/ 0 w 1577595"/>
                <a:gd name="connsiteY16" fmla="*/ 0 h 1508184"/>
                <a:gd name="connsiteX17" fmla="*/ 178748 w 1577595"/>
                <a:gd name="connsiteY17" fmla="*/ 0 h 1508184"/>
                <a:gd name="connsiteX18" fmla="*/ 178748 w 1577595"/>
                <a:gd name="connsiteY18" fmla="*/ 178747 h 1508184"/>
                <a:gd name="connsiteX19" fmla="*/ 0 w 1577595"/>
                <a:gd name="connsiteY19" fmla="*/ 178747 h 150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77595" h="1508184">
                  <a:moveTo>
                    <a:pt x="382220" y="1389019"/>
                  </a:moveTo>
                  <a:lnTo>
                    <a:pt x="1106893" y="1389019"/>
                  </a:lnTo>
                  <a:lnTo>
                    <a:pt x="1106893" y="1508184"/>
                  </a:lnTo>
                  <a:lnTo>
                    <a:pt x="382220" y="1508184"/>
                  </a:lnTo>
                  <a:close/>
                  <a:moveTo>
                    <a:pt x="382220" y="1091106"/>
                  </a:moveTo>
                  <a:lnTo>
                    <a:pt x="1577595" y="1091106"/>
                  </a:lnTo>
                  <a:lnTo>
                    <a:pt x="1577595" y="1210271"/>
                  </a:lnTo>
                  <a:lnTo>
                    <a:pt x="382220" y="1210271"/>
                  </a:lnTo>
                  <a:close/>
                  <a:moveTo>
                    <a:pt x="382220" y="793194"/>
                  </a:moveTo>
                  <a:lnTo>
                    <a:pt x="1577595" y="793194"/>
                  </a:lnTo>
                  <a:lnTo>
                    <a:pt x="1577595" y="912359"/>
                  </a:lnTo>
                  <a:lnTo>
                    <a:pt x="382220" y="912359"/>
                  </a:lnTo>
                  <a:close/>
                  <a:moveTo>
                    <a:pt x="382220" y="495281"/>
                  </a:moveTo>
                  <a:lnTo>
                    <a:pt x="1577595" y="495281"/>
                  </a:lnTo>
                  <a:lnTo>
                    <a:pt x="1577595" y="614446"/>
                  </a:lnTo>
                  <a:lnTo>
                    <a:pt x="382220" y="614446"/>
                  </a:lnTo>
                  <a:close/>
                  <a:moveTo>
                    <a:pt x="0" y="0"/>
                  </a:moveTo>
                  <a:lnTo>
                    <a:pt x="178748" y="0"/>
                  </a:lnTo>
                  <a:lnTo>
                    <a:pt x="178748" y="178747"/>
                  </a:lnTo>
                  <a:lnTo>
                    <a:pt x="0" y="178747"/>
                  </a:ln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53" name="Group 952">
            <a:extLst>
              <a:ext uri="{FF2B5EF4-FFF2-40B4-BE49-F238E27FC236}">
                <a16:creationId xmlns:a16="http://schemas.microsoft.com/office/drawing/2014/main" id="{4E8EBD12-F519-4A06-CD25-F90CDC0A869A}"/>
              </a:ext>
              <a:ext uri="{C183D7F6-B498-43B3-948B-1728B52AA6E4}">
                <adec:decorative xmlns:adec="http://schemas.microsoft.com/office/drawing/2017/decorative" val="1"/>
              </a:ext>
            </a:extLst>
          </p:cNvPr>
          <p:cNvGrpSpPr>
            <a:grpSpLocks noChangeAspect="1"/>
          </p:cNvGrpSpPr>
          <p:nvPr/>
        </p:nvGrpSpPr>
        <p:grpSpPr>
          <a:xfrm>
            <a:off x="11185854" y="2223703"/>
            <a:ext cx="366384" cy="457200"/>
            <a:chOff x="11185854" y="2223703"/>
            <a:chExt cx="366384" cy="457200"/>
          </a:xfrm>
          <a:solidFill>
            <a:srgbClr val="FF0000"/>
          </a:solidFill>
        </p:grpSpPr>
        <p:sp>
          <p:nvSpPr>
            <p:cNvPr id="26" name="Freeform: Shape 25">
              <a:extLst>
                <a:ext uri="{FF2B5EF4-FFF2-40B4-BE49-F238E27FC236}">
                  <a16:creationId xmlns:a16="http://schemas.microsoft.com/office/drawing/2014/main" id="{832B7B0F-8479-998A-3000-A0DCBFAB2879}"/>
                </a:ext>
                <a:ext uri="{C183D7F6-B498-43B3-948B-1728B52AA6E4}">
                  <adec:decorative xmlns:adec="http://schemas.microsoft.com/office/drawing/2017/decorative" val="1"/>
                </a:ext>
              </a:extLst>
            </p:cNvPr>
            <p:cNvSpPr/>
            <p:nvPr/>
          </p:nvSpPr>
          <p:spPr>
            <a:xfrm>
              <a:off x="11190671" y="2223739"/>
              <a:ext cx="361567" cy="457164"/>
            </a:xfrm>
            <a:custGeom>
              <a:avLst/>
              <a:gdLst>
                <a:gd name="connsiteX0" fmla="*/ 1837473 w 1899360"/>
                <a:gd name="connsiteY0" fmla="*/ 289665 h 2401547"/>
                <a:gd name="connsiteX1" fmla="*/ 1892911 w 1899360"/>
                <a:gd name="connsiteY1" fmla="*/ 291631 h 2401547"/>
                <a:gd name="connsiteX2" fmla="*/ 1898821 w 1899360"/>
                <a:gd name="connsiteY2" fmla="*/ 320972 h 2401547"/>
                <a:gd name="connsiteX3" fmla="*/ 1899128 w 1899360"/>
                <a:gd name="connsiteY3" fmla="*/ 362013 h 2401547"/>
                <a:gd name="connsiteX4" fmla="*/ 1899132 w 1899360"/>
                <a:gd name="connsiteY4" fmla="*/ 1552692 h 2401547"/>
                <a:gd name="connsiteX5" fmla="*/ 1897539 w 1899360"/>
                <a:gd name="connsiteY5" fmla="*/ 2384032 h 2401547"/>
                <a:gd name="connsiteX6" fmla="*/ 1891486 w 1899360"/>
                <a:gd name="connsiteY6" fmla="*/ 2395694 h 2401547"/>
                <a:gd name="connsiteX7" fmla="*/ 1863830 w 1899360"/>
                <a:gd name="connsiteY7" fmla="*/ 2398428 h 2401547"/>
                <a:gd name="connsiteX8" fmla="*/ 179008 w 1899360"/>
                <a:gd name="connsiteY8" fmla="*/ 2394154 h 2401547"/>
                <a:gd name="connsiteX9" fmla="*/ 175465 w 1899360"/>
                <a:gd name="connsiteY9" fmla="*/ 2286598 h 2401547"/>
                <a:gd name="connsiteX10" fmla="*/ 205400 w 1899360"/>
                <a:gd name="connsiteY10" fmla="*/ 2281486 h 2401547"/>
                <a:gd name="connsiteX11" fmla="*/ 246445 w 1899360"/>
                <a:gd name="connsiteY11" fmla="*/ 2281228 h 2401547"/>
                <a:gd name="connsiteX12" fmla="*/ 1714268 w 1899360"/>
                <a:gd name="connsiteY12" fmla="*/ 2281190 h 2401547"/>
                <a:gd name="connsiteX13" fmla="*/ 1777272 w 1899360"/>
                <a:gd name="connsiteY13" fmla="*/ 2280392 h 2401547"/>
                <a:gd name="connsiteX14" fmla="*/ 1782235 w 1899360"/>
                <a:gd name="connsiteY14" fmla="*/ 2248504 h 2401547"/>
                <a:gd name="connsiteX15" fmla="*/ 1782477 w 1899360"/>
                <a:gd name="connsiteY15" fmla="*/ 2202324 h 2401547"/>
                <a:gd name="connsiteX16" fmla="*/ 1782479 w 1899360"/>
                <a:gd name="connsiteY16" fmla="*/ 359851 h 2401547"/>
                <a:gd name="connsiteX17" fmla="*/ 1782479 w 1899360"/>
                <a:gd name="connsiteY17" fmla="*/ 297412 h 2401547"/>
                <a:gd name="connsiteX18" fmla="*/ 1837473 w 1899360"/>
                <a:gd name="connsiteY18" fmla="*/ 289665 h 2401547"/>
                <a:gd name="connsiteX19" fmla="*/ 1450568 w 1899360"/>
                <a:gd name="connsiteY19" fmla="*/ 1 h 2401547"/>
                <a:gd name="connsiteX20" fmla="*/ 1462332 w 1899360"/>
                <a:gd name="connsiteY20" fmla="*/ 1713 h 2401547"/>
                <a:gd name="connsiteX21" fmla="*/ 1487968 w 1899360"/>
                <a:gd name="connsiteY21" fmla="*/ 1713 h 2401547"/>
                <a:gd name="connsiteX22" fmla="*/ 1624459 w 1899360"/>
                <a:gd name="connsiteY22" fmla="*/ 47515 h 2401547"/>
                <a:gd name="connsiteX23" fmla="*/ 1642816 w 1899360"/>
                <a:gd name="connsiteY23" fmla="*/ 77007 h 2401547"/>
                <a:gd name="connsiteX24" fmla="*/ 1673057 w 1899360"/>
                <a:gd name="connsiteY24" fmla="*/ 140849 h 2401547"/>
                <a:gd name="connsiteX25" fmla="*/ 1680766 w 1899360"/>
                <a:gd name="connsiteY25" fmla="*/ 202004 h 2401547"/>
                <a:gd name="connsiteX26" fmla="*/ 1681718 w 1899360"/>
                <a:gd name="connsiteY26" fmla="*/ 205501 h 2401547"/>
                <a:gd name="connsiteX27" fmla="*/ 1681731 w 1899360"/>
                <a:gd name="connsiteY27" fmla="*/ 209656 h 2401547"/>
                <a:gd name="connsiteX28" fmla="*/ 1681990 w 1899360"/>
                <a:gd name="connsiteY28" fmla="*/ 211708 h 2401547"/>
                <a:gd name="connsiteX29" fmla="*/ 1681812 w 1899360"/>
                <a:gd name="connsiteY29" fmla="*/ 551721 h 2401547"/>
                <a:gd name="connsiteX30" fmla="*/ 1681831 w 1899360"/>
                <a:gd name="connsiteY30" fmla="*/ 2119644 h 2401547"/>
                <a:gd name="connsiteX31" fmla="*/ 1681831 w 1899360"/>
                <a:gd name="connsiteY31" fmla="*/ 2183298 h 2401547"/>
                <a:gd name="connsiteX32" fmla="*/ 1651422 w 1899360"/>
                <a:gd name="connsiteY32" fmla="*/ 2189683 h 2401547"/>
                <a:gd name="connsiteX33" fmla="*/ 1620655 w 1899360"/>
                <a:gd name="connsiteY33" fmla="*/ 2189974 h 2401547"/>
                <a:gd name="connsiteX34" fmla="*/ 903814 w 1899360"/>
                <a:gd name="connsiteY34" fmla="*/ 2189963 h 2401547"/>
                <a:gd name="connsiteX35" fmla="*/ 872891 w 1899360"/>
                <a:gd name="connsiteY35" fmla="*/ 2191009 h 2401547"/>
                <a:gd name="connsiteX36" fmla="*/ 231423 w 1899360"/>
                <a:gd name="connsiteY36" fmla="*/ 2191665 h 2401547"/>
                <a:gd name="connsiteX37" fmla="*/ 219659 w 1899360"/>
                <a:gd name="connsiteY37" fmla="*/ 2189952 h 2401547"/>
                <a:gd name="connsiteX38" fmla="*/ 194022 w 1899360"/>
                <a:gd name="connsiteY38" fmla="*/ 2189952 h 2401547"/>
                <a:gd name="connsiteX39" fmla="*/ 57530 w 1899360"/>
                <a:gd name="connsiteY39" fmla="*/ 2144148 h 2401547"/>
                <a:gd name="connsiteX40" fmla="*/ 39174 w 1899360"/>
                <a:gd name="connsiteY40" fmla="*/ 2114658 h 2401547"/>
                <a:gd name="connsiteX41" fmla="*/ 8933 w 1899360"/>
                <a:gd name="connsiteY41" fmla="*/ 2050816 h 2401547"/>
                <a:gd name="connsiteX42" fmla="*/ 1221 w 1899360"/>
                <a:gd name="connsiteY42" fmla="*/ 1989661 h 2401547"/>
                <a:gd name="connsiteX43" fmla="*/ 272 w 1899360"/>
                <a:gd name="connsiteY43" fmla="*/ 1986164 h 2401547"/>
                <a:gd name="connsiteX44" fmla="*/ 259 w 1899360"/>
                <a:gd name="connsiteY44" fmla="*/ 1982009 h 2401547"/>
                <a:gd name="connsiteX45" fmla="*/ 0 w 1899360"/>
                <a:gd name="connsiteY45" fmla="*/ 1979955 h 2401547"/>
                <a:gd name="connsiteX46" fmla="*/ 175 w 1899360"/>
                <a:gd name="connsiteY46" fmla="*/ 1639942 h 2401547"/>
                <a:gd name="connsiteX47" fmla="*/ 162 w 1899360"/>
                <a:gd name="connsiteY47" fmla="*/ 265892 h 2401547"/>
                <a:gd name="connsiteX48" fmla="*/ 135744 w 1899360"/>
                <a:gd name="connsiteY48" fmla="*/ 265892 h 2401547"/>
                <a:gd name="connsiteX49" fmla="*/ 135736 w 1899360"/>
                <a:gd name="connsiteY49" fmla="*/ 428867 h 2401547"/>
                <a:gd name="connsiteX50" fmla="*/ 137165 w 1899360"/>
                <a:gd name="connsiteY50" fmla="*/ 429344 h 2401547"/>
                <a:gd name="connsiteX51" fmla="*/ 138532 w 1899360"/>
                <a:gd name="connsiteY51" fmla="*/ 546916 h 2401547"/>
                <a:gd name="connsiteX52" fmla="*/ 138659 w 1899360"/>
                <a:gd name="connsiteY52" fmla="*/ 1957147 h 2401547"/>
                <a:gd name="connsiteX53" fmla="*/ 139007 w 1899360"/>
                <a:gd name="connsiteY53" fmla="*/ 1979184 h 2401547"/>
                <a:gd name="connsiteX54" fmla="*/ 148209 w 1899360"/>
                <a:gd name="connsiteY54" fmla="*/ 2012550 h 2401547"/>
                <a:gd name="connsiteX55" fmla="*/ 200785 w 1899360"/>
                <a:gd name="connsiteY55" fmla="*/ 2046264 h 2401547"/>
                <a:gd name="connsiteX56" fmla="*/ 236667 w 1899360"/>
                <a:gd name="connsiteY56" fmla="*/ 2046146 h 2401547"/>
                <a:gd name="connsiteX57" fmla="*/ 882810 w 1899360"/>
                <a:gd name="connsiteY57" fmla="*/ 2046359 h 2401547"/>
                <a:gd name="connsiteX58" fmla="*/ 944270 w 1899360"/>
                <a:gd name="connsiteY58" fmla="*/ 2053105 h 2401547"/>
                <a:gd name="connsiteX59" fmla="*/ 944270 w 1899360"/>
                <a:gd name="connsiteY59" fmla="*/ 2054343 h 2401547"/>
                <a:gd name="connsiteX60" fmla="*/ 1342789 w 1899360"/>
                <a:gd name="connsiteY60" fmla="*/ 2054340 h 2401547"/>
                <a:gd name="connsiteX61" fmla="*/ 1512016 w 1899360"/>
                <a:gd name="connsiteY61" fmla="*/ 2054127 h 2401547"/>
                <a:gd name="connsiteX62" fmla="*/ 1544374 w 1899360"/>
                <a:gd name="connsiteY62" fmla="*/ 2050153 h 2401547"/>
                <a:gd name="connsiteX63" fmla="*/ 1546243 w 1899360"/>
                <a:gd name="connsiteY63" fmla="*/ 1992172 h 2401547"/>
                <a:gd name="connsiteX64" fmla="*/ 1546254 w 1899360"/>
                <a:gd name="connsiteY64" fmla="*/ 1762798 h 2401547"/>
                <a:gd name="connsiteX65" fmla="*/ 1544824 w 1899360"/>
                <a:gd name="connsiteY65" fmla="*/ 1762321 h 2401547"/>
                <a:gd name="connsiteX66" fmla="*/ 1543457 w 1899360"/>
                <a:gd name="connsiteY66" fmla="*/ 1644750 h 2401547"/>
                <a:gd name="connsiteX67" fmla="*/ 1543331 w 1899360"/>
                <a:gd name="connsiteY67" fmla="*/ 234518 h 2401547"/>
                <a:gd name="connsiteX68" fmla="*/ 1542983 w 1899360"/>
                <a:gd name="connsiteY68" fmla="*/ 212482 h 2401547"/>
                <a:gd name="connsiteX69" fmla="*/ 1533780 w 1899360"/>
                <a:gd name="connsiteY69" fmla="*/ 179115 h 2401547"/>
                <a:gd name="connsiteX70" fmla="*/ 1481206 w 1899360"/>
                <a:gd name="connsiteY70" fmla="*/ 145401 h 2401547"/>
                <a:gd name="connsiteX71" fmla="*/ 1445323 w 1899360"/>
                <a:gd name="connsiteY71" fmla="*/ 145519 h 2401547"/>
                <a:gd name="connsiteX72" fmla="*/ 799180 w 1899360"/>
                <a:gd name="connsiteY72" fmla="*/ 145306 h 2401547"/>
                <a:gd name="connsiteX73" fmla="*/ 737720 w 1899360"/>
                <a:gd name="connsiteY73" fmla="*/ 138560 h 2401547"/>
                <a:gd name="connsiteX74" fmla="*/ 737720 w 1899360"/>
                <a:gd name="connsiteY74" fmla="*/ 137320 h 2401547"/>
                <a:gd name="connsiteX75" fmla="*/ 339201 w 1899360"/>
                <a:gd name="connsiteY75" fmla="*/ 137325 h 2401547"/>
                <a:gd name="connsiteX76" fmla="*/ 239304 w 1899360"/>
                <a:gd name="connsiteY76" fmla="*/ 137449 h 2401547"/>
                <a:gd name="connsiteX77" fmla="*/ 239304 w 1899360"/>
                <a:gd name="connsiteY77" fmla="*/ 1694 h 2401547"/>
                <a:gd name="connsiteX78" fmla="*/ 778173 w 1899360"/>
                <a:gd name="connsiteY78" fmla="*/ 1702 h 2401547"/>
                <a:gd name="connsiteX79" fmla="*/ 809099 w 1899360"/>
                <a:gd name="connsiteY79" fmla="*/ 656 h 2401547"/>
                <a:gd name="connsiteX80" fmla="*/ 1450568 w 1899360"/>
                <a:gd name="connsiteY80" fmla="*/ 1 h 240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899360" h="2401547">
                  <a:moveTo>
                    <a:pt x="1837473" y="289665"/>
                  </a:moveTo>
                  <a:cubicBezTo>
                    <a:pt x="1855700" y="289893"/>
                    <a:pt x="1874002" y="291740"/>
                    <a:pt x="1892911" y="291631"/>
                  </a:cubicBezTo>
                  <a:cubicBezTo>
                    <a:pt x="1895092" y="302013"/>
                    <a:pt x="1898119" y="311406"/>
                    <a:pt x="1898821" y="320972"/>
                  </a:cubicBezTo>
                  <a:cubicBezTo>
                    <a:pt x="1899819" y="334588"/>
                    <a:pt x="1899128" y="348326"/>
                    <a:pt x="1899128" y="362013"/>
                  </a:cubicBezTo>
                  <a:cubicBezTo>
                    <a:pt x="1899132" y="757196"/>
                    <a:pt x="1899132" y="1152377"/>
                    <a:pt x="1899132" y="1552692"/>
                  </a:cubicBezTo>
                  <a:cubicBezTo>
                    <a:pt x="1898666" y="1833227"/>
                    <a:pt x="1898212" y="2108629"/>
                    <a:pt x="1897539" y="2384032"/>
                  </a:cubicBezTo>
                  <a:cubicBezTo>
                    <a:pt x="1897530" y="2386950"/>
                    <a:pt x="1894609" y="2389862"/>
                    <a:pt x="1891486" y="2395694"/>
                  </a:cubicBezTo>
                  <a:cubicBezTo>
                    <a:pt x="1883503" y="2396512"/>
                    <a:pt x="1873685" y="2398168"/>
                    <a:pt x="1863830" y="2398428"/>
                  </a:cubicBezTo>
                  <a:cubicBezTo>
                    <a:pt x="1637261" y="2404471"/>
                    <a:pt x="229322" y="2401022"/>
                    <a:pt x="179008" y="2394154"/>
                  </a:cubicBezTo>
                  <a:cubicBezTo>
                    <a:pt x="168552" y="2359827"/>
                    <a:pt x="174558" y="2324536"/>
                    <a:pt x="175465" y="2286598"/>
                  </a:cubicBezTo>
                  <a:cubicBezTo>
                    <a:pt x="186236" y="2284682"/>
                    <a:pt x="195756" y="2282088"/>
                    <a:pt x="205400" y="2281486"/>
                  </a:cubicBezTo>
                  <a:cubicBezTo>
                    <a:pt x="219033" y="2280628"/>
                    <a:pt x="232761" y="2281228"/>
                    <a:pt x="246445" y="2281228"/>
                  </a:cubicBezTo>
                  <a:cubicBezTo>
                    <a:pt x="735720" y="2281226"/>
                    <a:pt x="1224994" y="2281235"/>
                    <a:pt x="1714268" y="2281190"/>
                  </a:cubicBezTo>
                  <a:cubicBezTo>
                    <a:pt x="1734548" y="2281190"/>
                    <a:pt x="1754827" y="2280688"/>
                    <a:pt x="1777272" y="2280392"/>
                  </a:cubicBezTo>
                  <a:cubicBezTo>
                    <a:pt x="1779294" y="2267906"/>
                    <a:pt x="1781744" y="2258255"/>
                    <a:pt x="1782235" y="2248504"/>
                  </a:cubicBezTo>
                  <a:cubicBezTo>
                    <a:pt x="1783008" y="2233146"/>
                    <a:pt x="1782477" y="2217721"/>
                    <a:pt x="1782477" y="2202324"/>
                  </a:cubicBezTo>
                  <a:cubicBezTo>
                    <a:pt x="1782479" y="1588165"/>
                    <a:pt x="1782479" y="974008"/>
                    <a:pt x="1782479" y="359851"/>
                  </a:cubicBezTo>
                  <a:cubicBezTo>
                    <a:pt x="1782479" y="339425"/>
                    <a:pt x="1782479" y="318999"/>
                    <a:pt x="1782479" y="297412"/>
                  </a:cubicBezTo>
                  <a:cubicBezTo>
                    <a:pt x="1801091" y="290828"/>
                    <a:pt x="1819245" y="289437"/>
                    <a:pt x="1837473" y="289665"/>
                  </a:cubicBezTo>
                  <a:close/>
                  <a:moveTo>
                    <a:pt x="1450568" y="1"/>
                  </a:moveTo>
                  <a:lnTo>
                    <a:pt x="1462332" y="1713"/>
                  </a:lnTo>
                  <a:lnTo>
                    <a:pt x="1487968" y="1713"/>
                  </a:lnTo>
                  <a:cubicBezTo>
                    <a:pt x="1541605" y="-7546"/>
                    <a:pt x="1582508" y="22569"/>
                    <a:pt x="1624459" y="47515"/>
                  </a:cubicBezTo>
                  <a:cubicBezTo>
                    <a:pt x="1633284" y="52765"/>
                    <a:pt x="1636132" y="67432"/>
                    <a:pt x="1642816" y="77007"/>
                  </a:cubicBezTo>
                  <a:cubicBezTo>
                    <a:pt x="1656968" y="97280"/>
                    <a:pt x="1666788" y="118481"/>
                    <a:pt x="1673057" y="140849"/>
                  </a:cubicBezTo>
                  <a:lnTo>
                    <a:pt x="1680766" y="202004"/>
                  </a:lnTo>
                  <a:lnTo>
                    <a:pt x="1681718" y="205501"/>
                  </a:lnTo>
                  <a:lnTo>
                    <a:pt x="1681731" y="209656"/>
                  </a:lnTo>
                  <a:lnTo>
                    <a:pt x="1681990" y="211708"/>
                  </a:lnTo>
                  <a:lnTo>
                    <a:pt x="1681812" y="551721"/>
                  </a:lnTo>
                  <a:lnTo>
                    <a:pt x="1681831" y="2119644"/>
                  </a:lnTo>
                  <a:cubicBezTo>
                    <a:pt x="1681831" y="2140063"/>
                    <a:pt x="1681831" y="2160479"/>
                    <a:pt x="1681831" y="2183298"/>
                  </a:cubicBezTo>
                  <a:cubicBezTo>
                    <a:pt x="1670364" y="2185795"/>
                    <a:pt x="1660991" y="2188696"/>
                    <a:pt x="1651422" y="2189683"/>
                  </a:cubicBezTo>
                  <a:cubicBezTo>
                    <a:pt x="1641263" y="2190729"/>
                    <a:pt x="1630917" y="2189974"/>
                    <a:pt x="1620655" y="2189974"/>
                  </a:cubicBezTo>
                  <a:lnTo>
                    <a:pt x="903814" y="2189963"/>
                  </a:lnTo>
                  <a:lnTo>
                    <a:pt x="872891" y="2191009"/>
                  </a:lnTo>
                  <a:cubicBezTo>
                    <a:pt x="659067" y="2191212"/>
                    <a:pt x="445241" y="2190815"/>
                    <a:pt x="231423" y="2191665"/>
                  </a:cubicBezTo>
                  <a:lnTo>
                    <a:pt x="219659" y="2189952"/>
                  </a:lnTo>
                  <a:lnTo>
                    <a:pt x="194022" y="2189952"/>
                  </a:lnTo>
                  <a:cubicBezTo>
                    <a:pt x="140385" y="2199211"/>
                    <a:pt x="99482" y="2169097"/>
                    <a:pt x="57530" y="2144148"/>
                  </a:cubicBezTo>
                  <a:cubicBezTo>
                    <a:pt x="48706" y="2138901"/>
                    <a:pt x="45858" y="2124233"/>
                    <a:pt x="39174" y="2114658"/>
                  </a:cubicBezTo>
                  <a:cubicBezTo>
                    <a:pt x="25019" y="2094382"/>
                    <a:pt x="15201" y="2073181"/>
                    <a:pt x="8933" y="2050816"/>
                  </a:cubicBezTo>
                  <a:lnTo>
                    <a:pt x="1221" y="1989661"/>
                  </a:lnTo>
                  <a:lnTo>
                    <a:pt x="272" y="1986164"/>
                  </a:lnTo>
                  <a:lnTo>
                    <a:pt x="259" y="1982009"/>
                  </a:lnTo>
                  <a:lnTo>
                    <a:pt x="0" y="1979955"/>
                  </a:lnTo>
                  <a:lnTo>
                    <a:pt x="175" y="1639942"/>
                  </a:lnTo>
                  <a:lnTo>
                    <a:pt x="162" y="265892"/>
                  </a:lnTo>
                  <a:lnTo>
                    <a:pt x="135744" y="265892"/>
                  </a:lnTo>
                  <a:lnTo>
                    <a:pt x="135736" y="428867"/>
                  </a:lnTo>
                  <a:lnTo>
                    <a:pt x="137165" y="429344"/>
                  </a:lnTo>
                  <a:cubicBezTo>
                    <a:pt x="137853" y="471711"/>
                    <a:pt x="138524" y="509314"/>
                    <a:pt x="138532" y="546916"/>
                  </a:cubicBezTo>
                  <a:cubicBezTo>
                    <a:pt x="138624" y="1016995"/>
                    <a:pt x="138616" y="1487073"/>
                    <a:pt x="138659" y="1957147"/>
                  </a:cubicBezTo>
                  <a:lnTo>
                    <a:pt x="139007" y="1979184"/>
                  </a:lnTo>
                  <a:lnTo>
                    <a:pt x="148209" y="2012550"/>
                  </a:lnTo>
                  <a:cubicBezTo>
                    <a:pt x="158957" y="2032395"/>
                    <a:pt x="174323" y="2048535"/>
                    <a:pt x="200785" y="2046264"/>
                  </a:cubicBezTo>
                  <a:cubicBezTo>
                    <a:pt x="212662" y="2045243"/>
                    <a:pt x="224701" y="2046140"/>
                    <a:pt x="236667" y="2046146"/>
                  </a:cubicBezTo>
                  <a:cubicBezTo>
                    <a:pt x="452046" y="2046184"/>
                    <a:pt x="667428" y="2046157"/>
                    <a:pt x="882810" y="2046359"/>
                  </a:cubicBezTo>
                  <a:cubicBezTo>
                    <a:pt x="903270" y="2046378"/>
                    <a:pt x="923732" y="2047831"/>
                    <a:pt x="944270" y="2053105"/>
                  </a:cubicBezTo>
                  <a:lnTo>
                    <a:pt x="944270" y="2054343"/>
                  </a:lnTo>
                  <a:lnTo>
                    <a:pt x="1342789" y="2054340"/>
                  </a:lnTo>
                  <a:cubicBezTo>
                    <a:pt x="1399198" y="2054340"/>
                    <a:pt x="1455607" y="2054485"/>
                    <a:pt x="1512016" y="2054127"/>
                  </a:cubicBezTo>
                  <a:cubicBezTo>
                    <a:pt x="1521725" y="2054065"/>
                    <a:pt x="1531419" y="2051811"/>
                    <a:pt x="1544374" y="2050153"/>
                  </a:cubicBezTo>
                  <a:cubicBezTo>
                    <a:pt x="1545083" y="2029030"/>
                    <a:pt x="1546237" y="2010601"/>
                    <a:pt x="1546243" y="1992172"/>
                  </a:cubicBezTo>
                  <a:lnTo>
                    <a:pt x="1546254" y="1762798"/>
                  </a:lnTo>
                  <a:lnTo>
                    <a:pt x="1544824" y="1762321"/>
                  </a:lnTo>
                  <a:cubicBezTo>
                    <a:pt x="1544137" y="1719954"/>
                    <a:pt x="1543466" y="1682352"/>
                    <a:pt x="1543457" y="1644750"/>
                  </a:cubicBezTo>
                  <a:cubicBezTo>
                    <a:pt x="1543366" y="1174671"/>
                    <a:pt x="1543374" y="704592"/>
                    <a:pt x="1543331" y="234518"/>
                  </a:cubicBezTo>
                  <a:lnTo>
                    <a:pt x="1542983" y="212482"/>
                  </a:lnTo>
                  <a:lnTo>
                    <a:pt x="1533780" y="179115"/>
                  </a:lnTo>
                  <a:cubicBezTo>
                    <a:pt x="1523033" y="159270"/>
                    <a:pt x="1507667" y="143131"/>
                    <a:pt x="1481206" y="145401"/>
                  </a:cubicBezTo>
                  <a:cubicBezTo>
                    <a:pt x="1469328" y="146423"/>
                    <a:pt x="1457289" y="145522"/>
                    <a:pt x="1445323" y="145519"/>
                  </a:cubicBezTo>
                  <a:cubicBezTo>
                    <a:pt x="1229944" y="145482"/>
                    <a:pt x="1014562" y="145509"/>
                    <a:pt x="799180" y="145306"/>
                  </a:cubicBezTo>
                  <a:cubicBezTo>
                    <a:pt x="778720" y="145288"/>
                    <a:pt x="758258" y="143834"/>
                    <a:pt x="737720" y="138560"/>
                  </a:cubicBezTo>
                  <a:lnTo>
                    <a:pt x="737720" y="137320"/>
                  </a:lnTo>
                  <a:lnTo>
                    <a:pt x="339201" y="137325"/>
                  </a:lnTo>
                  <a:lnTo>
                    <a:pt x="239304" y="137449"/>
                  </a:lnTo>
                  <a:lnTo>
                    <a:pt x="239304" y="1694"/>
                  </a:lnTo>
                  <a:lnTo>
                    <a:pt x="778173" y="1702"/>
                  </a:lnTo>
                  <a:lnTo>
                    <a:pt x="809099" y="656"/>
                  </a:lnTo>
                  <a:cubicBezTo>
                    <a:pt x="1022923" y="454"/>
                    <a:pt x="1236749" y="850"/>
                    <a:pt x="1450568" y="1"/>
                  </a:cubicBezTo>
                  <a:close/>
                </a:path>
              </a:pathLst>
            </a:custGeom>
            <a:solidFill>
              <a:schemeClr val="accent2"/>
            </a:solidFill>
            <a:ln w="1155" cap="flat">
              <a:noFill/>
              <a:prstDash val="solid"/>
              <a:miter/>
            </a:ln>
          </p:spPr>
          <p:txBody>
            <a:bodyPr wrap="square" rtlCol="0" anchor="ctr">
              <a:noAutofit/>
            </a:bodyPr>
            <a:lstStyle/>
            <a:p>
              <a:endParaRPr lang="en-US"/>
            </a:p>
          </p:txBody>
        </p:sp>
        <p:sp>
          <p:nvSpPr>
            <p:cNvPr id="27" name="Freeform: Shape 26">
              <a:extLst>
                <a:ext uri="{FF2B5EF4-FFF2-40B4-BE49-F238E27FC236}">
                  <a16:creationId xmlns:a16="http://schemas.microsoft.com/office/drawing/2014/main" id="{D4CAB7B6-0C42-1D83-0D15-0CE625932588}"/>
                </a:ext>
                <a:ext uri="{C183D7F6-B498-43B3-948B-1728B52AA6E4}">
                  <adec:decorative xmlns:adec="http://schemas.microsoft.com/office/drawing/2017/decorative" val="1"/>
                </a:ext>
              </a:extLst>
            </p:cNvPr>
            <p:cNvSpPr/>
            <p:nvPr/>
          </p:nvSpPr>
          <p:spPr>
            <a:xfrm>
              <a:off x="11185854" y="2223703"/>
              <a:ext cx="268162" cy="360045"/>
            </a:xfrm>
            <a:custGeom>
              <a:avLst/>
              <a:gdLst>
                <a:gd name="connsiteX0" fmla="*/ 325080 w 1408691"/>
                <a:gd name="connsiteY0" fmla="*/ 1771085 h 1891369"/>
                <a:gd name="connsiteX1" fmla="*/ 1408623 w 1408691"/>
                <a:gd name="connsiteY1" fmla="*/ 1771085 h 1891369"/>
                <a:gd name="connsiteX2" fmla="*/ 1408623 w 1408691"/>
                <a:gd name="connsiteY2" fmla="*/ 1891369 h 1891369"/>
                <a:gd name="connsiteX3" fmla="*/ 325080 w 1408691"/>
                <a:gd name="connsiteY3" fmla="*/ 1891369 h 1891369"/>
                <a:gd name="connsiteX4" fmla="*/ 325817 w 1408691"/>
                <a:gd name="connsiteY4" fmla="*/ 1506083 h 1891369"/>
                <a:gd name="connsiteX5" fmla="*/ 1408395 w 1408691"/>
                <a:gd name="connsiteY5" fmla="*/ 1506083 h 1891369"/>
                <a:gd name="connsiteX6" fmla="*/ 1408395 w 1408691"/>
                <a:gd name="connsiteY6" fmla="*/ 1626774 h 1891369"/>
                <a:gd name="connsiteX7" fmla="*/ 325817 w 1408691"/>
                <a:gd name="connsiteY7" fmla="*/ 1626774 h 1891369"/>
                <a:gd name="connsiteX8" fmla="*/ 649515 w 1408691"/>
                <a:gd name="connsiteY8" fmla="*/ 881403 h 1891369"/>
                <a:gd name="connsiteX9" fmla="*/ 671346 w 1408691"/>
                <a:gd name="connsiteY9" fmla="*/ 905807 h 1891369"/>
                <a:gd name="connsiteX10" fmla="*/ 653996 w 1408691"/>
                <a:gd name="connsiteY10" fmla="*/ 968044 h 1891369"/>
                <a:gd name="connsiteX11" fmla="*/ 581200 w 1408691"/>
                <a:gd name="connsiteY11" fmla="*/ 1059865 h 1891369"/>
                <a:gd name="connsiteX12" fmla="*/ 554848 w 1408691"/>
                <a:gd name="connsiteY12" fmla="*/ 1100415 h 1891369"/>
                <a:gd name="connsiteX13" fmla="*/ 669639 w 1408691"/>
                <a:gd name="connsiteY13" fmla="*/ 1251719 h 1891369"/>
                <a:gd name="connsiteX14" fmla="*/ 671115 w 1408691"/>
                <a:gd name="connsiteY14" fmla="*/ 1259452 h 1891369"/>
                <a:gd name="connsiteX15" fmla="*/ 608485 w 1408691"/>
                <a:gd name="connsiteY15" fmla="*/ 1312900 h 1891369"/>
                <a:gd name="connsiteX16" fmla="*/ 504134 w 1408691"/>
                <a:gd name="connsiteY16" fmla="*/ 1176243 h 1891369"/>
                <a:gd name="connsiteX17" fmla="*/ 455438 w 1408691"/>
                <a:gd name="connsiteY17" fmla="*/ 1098804 h 1891369"/>
                <a:gd name="connsiteX18" fmla="*/ 490569 w 1408691"/>
                <a:gd name="connsiteY18" fmla="*/ 1037979 h 1891369"/>
                <a:gd name="connsiteX19" fmla="*/ 583956 w 1408691"/>
                <a:gd name="connsiteY19" fmla="*/ 910673 h 1891369"/>
                <a:gd name="connsiteX20" fmla="*/ 649515 w 1408691"/>
                <a:gd name="connsiteY20" fmla="*/ 881403 h 1891369"/>
                <a:gd name="connsiteX21" fmla="*/ 1094386 w 1408691"/>
                <a:gd name="connsiteY21" fmla="*/ 881245 h 1891369"/>
                <a:gd name="connsiteX22" fmla="*/ 1121658 w 1408691"/>
                <a:gd name="connsiteY22" fmla="*/ 882477 h 1891369"/>
                <a:gd name="connsiteX23" fmla="*/ 1262927 w 1408691"/>
                <a:gd name="connsiteY23" fmla="*/ 1068536 h 1891369"/>
                <a:gd name="connsiteX24" fmla="*/ 1259246 w 1408691"/>
                <a:gd name="connsiteY24" fmla="*/ 1134359 h 1891369"/>
                <a:gd name="connsiteX25" fmla="*/ 1165957 w 1408691"/>
                <a:gd name="connsiteY25" fmla="*/ 1255474 h 1891369"/>
                <a:gd name="connsiteX26" fmla="*/ 1132038 w 1408691"/>
                <a:gd name="connsiteY26" fmla="*/ 1298498 h 1891369"/>
                <a:gd name="connsiteX27" fmla="*/ 1093657 w 1408691"/>
                <a:gd name="connsiteY27" fmla="*/ 1317968 h 1891369"/>
                <a:gd name="connsiteX28" fmla="*/ 1056379 w 1408691"/>
                <a:gd name="connsiteY28" fmla="*/ 1295591 h 1891369"/>
                <a:gd name="connsiteX29" fmla="*/ 1059962 w 1408691"/>
                <a:gd name="connsiteY29" fmla="*/ 1252047 h 1891369"/>
                <a:gd name="connsiteX30" fmla="*/ 1149263 w 1408691"/>
                <a:gd name="connsiteY30" fmla="*/ 1134248 h 1891369"/>
                <a:gd name="connsiteX31" fmla="*/ 1173739 w 1408691"/>
                <a:gd name="connsiteY31" fmla="*/ 1094651 h 1891369"/>
                <a:gd name="connsiteX32" fmla="*/ 1098252 w 1408691"/>
                <a:gd name="connsiteY32" fmla="*/ 995333 h 1891369"/>
                <a:gd name="connsiteX33" fmla="*/ 1060449 w 1408691"/>
                <a:gd name="connsiteY33" fmla="*/ 941059 h 1891369"/>
                <a:gd name="connsiteX34" fmla="*/ 1094386 w 1408691"/>
                <a:gd name="connsiteY34" fmla="*/ 881245 h 1891369"/>
                <a:gd name="connsiteX35" fmla="*/ 998905 w 1408691"/>
                <a:gd name="connsiteY35" fmla="*/ 818346 h 1891369"/>
                <a:gd name="connsiteX36" fmla="*/ 1019740 w 1408691"/>
                <a:gd name="connsiteY36" fmla="*/ 840608 h 1891369"/>
                <a:gd name="connsiteX37" fmla="*/ 1028848 w 1408691"/>
                <a:gd name="connsiteY37" fmla="*/ 862957 h 1891369"/>
                <a:gd name="connsiteX38" fmla="*/ 860413 w 1408691"/>
                <a:gd name="connsiteY38" fmla="*/ 1206053 h 1891369"/>
                <a:gd name="connsiteX39" fmla="*/ 799764 w 1408691"/>
                <a:gd name="connsiteY39" fmla="*/ 1335739 h 1891369"/>
                <a:gd name="connsiteX40" fmla="*/ 782057 w 1408691"/>
                <a:gd name="connsiteY40" fmla="*/ 1366765 h 1891369"/>
                <a:gd name="connsiteX41" fmla="*/ 731114 w 1408691"/>
                <a:gd name="connsiteY41" fmla="*/ 1379061 h 1891369"/>
                <a:gd name="connsiteX42" fmla="*/ 708070 w 1408691"/>
                <a:gd name="connsiteY42" fmla="*/ 1337393 h 1891369"/>
                <a:gd name="connsiteX43" fmla="*/ 716578 w 1408691"/>
                <a:gd name="connsiteY43" fmla="*/ 1308339 h 1891369"/>
                <a:gd name="connsiteX44" fmla="*/ 795203 w 1408691"/>
                <a:gd name="connsiteY44" fmla="*/ 1141687 h 1891369"/>
                <a:gd name="connsiteX45" fmla="*/ 882239 w 1408691"/>
                <a:gd name="connsiteY45" fmla="*/ 967410 h 1891369"/>
                <a:gd name="connsiteX46" fmla="*/ 907702 w 1408691"/>
                <a:gd name="connsiteY46" fmla="*/ 907501 h 1891369"/>
                <a:gd name="connsiteX47" fmla="*/ 939167 w 1408691"/>
                <a:gd name="connsiteY47" fmla="*/ 844442 h 1891369"/>
                <a:gd name="connsiteX48" fmla="*/ 969415 w 1408691"/>
                <a:gd name="connsiteY48" fmla="*/ 818880 h 1891369"/>
                <a:gd name="connsiteX49" fmla="*/ 998905 w 1408691"/>
                <a:gd name="connsiteY49" fmla="*/ 818346 h 1891369"/>
                <a:gd name="connsiteX50" fmla="*/ 325420 w 1408691"/>
                <a:gd name="connsiteY50" fmla="*/ 580467 h 1891369"/>
                <a:gd name="connsiteX51" fmla="*/ 1408691 w 1408691"/>
                <a:gd name="connsiteY51" fmla="*/ 580467 h 1891369"/>
                <a:gd name="connsiteX52" fmla="*/ 1408691 w 1408691"/>
                <a:gd name="connsiteY52" fmla="*/ 701018 h 1891369"/>
                <a:gd name="connsiteX53" fmla="*/ 325420 w 1408691"/>
                <a:gd name="connsiteY53" fmla="*/ 701018 h 1891369"/>
                <a:gd name="connsiteX54" fmla="*/ 325401 w 1408691"/>
                <a:gd name="connsiteY54" fmla="*/ 315932 h 1891369"/>
                <a:gd name="connsiteX55" fmla="*/ 1408418 w 1408691"/>
                <a:gd name="connsiteY55" fmla="*/ 315932 h 1891369"/>
                <a:gd name="connsiteX56" fmla="*/ 1408418 w 1408691"/>
                <a:gd name="connsiteY56" fmla="*/ 436132 h 1891369"/>
                <a:gd name="connsiteX57" fmla="*/ 325401 w 1408691"/>
                <a:gd name="connsiteY57" fmla="*/ 436132 h 1891369"/>
                <a:gd name="connsiteX58" fmla="*/ 0 w 1408691"/>
                <a:gd name="connsiteY58" fmla="*/ 0 h 1891369"/>
                <a:gd name="connsiteX59" fmla="*/ 191072 w 1408691"/>
                <a:gd name="connsiteY59" fmla="*/ 0 h 1891369"/>
                <a:gd name="connsiteX60" fmla="*/ 191072 w 1408691"/>
                <a:gd name="connsiteY60" fmla="*/ 192135 h 1891369"/>
                <a:gd name="connsiteX61" fmla="*/ 0 w 1408691"/>
                <a:gd name="connsiteY61" fmla="*/ 192135 h 189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408691" h="1891369">
                  <a:moveTo>
                    <a:pt x="325080" y="1771085"/>
                  </a:moveTo>
                  <a:lnTo>
                    <a:pt x="1408623" y="1771085"/>
                  </a:lnTo>
                  <a:lnTo>
                    <a:pt x="1408623" y="1891369"/>
                  </a:lnTo>
                  <a:lnTo>
                    <a:pt x="325080" y="1891369"/>
                  </a:lnTo>
                  <a:close/>
                  <a:moveTo>
                    <a:pt x="325817" y="1506083"/>
                  </a:moveTo>
                  <a:lnTo>
                    <a:pt x="1408395" y="1506083"/>
                  </a:lnTo>
                  <a:lnTo>
                    <a:pt x="1408395" y="1626774"/>
                  </a:lnTo>
                  <a:lnTo>
                    <a:pt x="325817" y="1626774"/>
                  </a:lnTo>
                  <a:close/>
                  <a:moveTo>
                    <a:pt x="649515" y="881403"/>
                  </a:moveTo>
                  <a:cubicBezTo>
                    <a:pt x="662529" y="884017"/>
                    <a:pt x="669877" y="891618"/>
                    <a:pt x="671346" y="905807"/>
                  </a:cubicBezTo>
                  <a:cubicBezTo>
                    <a:pt x="673729" y="928827"/>
                    <a:pt x="668961" y="949622"/>
                    <a:pt x="653996" y="968044"/>
                  </a:cubicBezTo>
                  <a:cubicBezTo>
                    <a:pt x="629365" y="998356"/>
                    <a:pt x="605000" y="1028899"/>
                    <a:pt x="581200" y="1059865"/>
                  </a:cubicBezTo>
                  <a:cubicBezTo>
                    <a:pt x="571956" y="1071896"/>
                    <a:pt x="564552" y="1085341"/>
                    <a:pt x="554848" y="1100415"/>
                  </a:cubicBezTo>
                  <a:cubicBezTo>
                    <a:pt x="592724" y="1150340"/>
                    <a:pt x="630543" y="1200187"/>
                    <a:pt x="669639" y="1251719"/>
                  </a:cubicBezTo>
                  <a:cubicBezTo>
                    <a:pt x="669850" y="1252773"/>
                    <a:pt x="670988" y="1256093"/>
                    <a:pt x="671115" y="1259452"/>
                  </a:cubicBezTo>
                  <a:cubicBezTo>
                    <a:pt x="672802" y="1304034"/>
                    <a:pt x="677361" y="1326378"/>
                    <a:pt x="608485" y="1312900"/>
                  </a:cubicBezTo>
                  <a:cubicBezTo>
                    <a:pt x="571623" y="1265662"/>
                    <a:pt x="538865" y="1220171"/>
                    <a:pt x="504134" y="1176243"/>
                  </a:cubicBezTo>
                  <a:cubicBezTo>
                    <a:pt x="485122" y="1152196"/>
                    <a:pt x="462662" y="1130863"/>
                    <a:pt x="455438" y="1098804"/>
                  </a:cubicBezTo>
                  <a:cubicBezTo>
                    <a:pt x="463162" y="1076635"/>
                    <a:pt x="475513" y="1057069"/>
                    <a:pt x="490569" y="1037979"/>
                  </a:cubicBezTo>
                  <a:cubicBezTo>
                    <a:pt x="523140" y="996680"/>
                    <a:pt x="553084" y="953303"/>
                    <a:pt x="583956" y="910673"/>
                  </a:cubicBezTo>
                  <a:cubicBezTo>
                    <a:pt x="600228" y="888200"/>
                    <a:pt x="620548" y="875584"/>
                    <a:pt x="649515" y="881403"/>
                  </a:cubicBezTo>
                  <a:close/>
                  <a:moveTo>
                    <a:pt x="1094386" y="881245"/>
                  </a:moveTo>
                  <a:cubicBezTo>
                    <a:pt x="1102783" y="880648"/>
                    <a:pt x="1111318" y="881952"/>
                    <a:pt x="1121658" y="882477"/>
                  </a:cubicBezTo>
                  <a:cubicBezTo>
                    <a:pt x="1168647" y="944266"/>
                    <a:pt x="1216093" y="1006168"/>
                    <a:pt x="1262927" y="1068536"/>
                  </a:cubicBezTo>
                  <a:cubicBezTo>
                    <a:pt x="1277483" y="1087921"/>
                    <a:pt x="1275671" y="1112799"/>
                    <a:pt x="1259246" y="1134359"/>
                  </a:cubicBezTo>
                  <a:cubicBezTo>
                    <a:pt x="1228367" y="1174897"/>
                    <a:pt x="1197088" y="1215129"/>
                    <a:pt x="1165957" y="1255474"/>
                  </a:cubicBezTo>
                  <a:cubicBezTo>
                    <a:pt x="1155582" y="1268919"/>
                    <a:pt x="1145154" y="1282322"/>
                    <a:pt x="1132038" y="1298498"/>
                  </a:cubicBezTo>
                  <a:cubicBezTo>
                    <a:pt x="1119882" y="1312043"/>
                    <a:pt x="1108827" y="1317924"/>
                    <a:pt x="1093657" y="1317968"/>
                  </a:cubicBezTo>
                  <a:cubicBezTo>
                    <a:pt x="1075950" y="1318019"/>
                    <a:pt x="1063367" y="1310024"/>
                    <a:pt x="1056379" y="1295591"/>
                  </a:cubicBezTo>
                  <a:cubicBezTo>
                    <a:pt x="1049525" y="1281424"/>
                    <a:pt x="1049340" y="1265939"/>
                    <a:pt x="1059962" y="1252047"/>
                  </a:cubicBezTo>
                  <a:cubicBezTo>
                    <a:pt x="1089890" y="1212904"/>
                    <a:pt x="1119896" y="1173813"/>
                    <a:pt x="1149263" y="1134248"/>
                  </a:cubicBezTo>
                  <a:cubicBezTo>
                    <a:pt x="1158163" y="1122261"/>
                    <a:pt x="1165077" y="1108805"/>
                    <a:pt x="1173739" y="1094651"/>
                  </a:cubicBezTo>
                  <a:cubicBezTo>
                    <a:pt x="1147376" y="1060032"/>
                    <a:pt x="1122549" y="1027881"/>
                    <a:pt x="1098252" y="995333"/>
                  </a:cubicBezTo>
                  <a:cubicBezTo>
                    <a:pt x="1085058" y="977659"/>
                    <a:pt x="1071122" y="960229"/>
                    <a:pt x="1060449" y="941059"/>
                  </a:cubicBezTo>
                  <a:cubicBezTo>
                    <a:pt x="1042623" y="909042"/>
                    <a:pt x="1057517" y="883870"/>
                    <a:pt x="1094386" y="881245"/>
                  </a:cubicBezTo>
                  <a:close/>
                  <a:moveTo>
                    <a:pt x="998905" y="818346"/>
                  </a:moveTo>
                  <a:cubicBezTo>
                    <a:pt x="1008020" y="821230"/>
                    <a:pt x="1015692" y="827914"/>
                    <a:pt x="1019740" y="840608"/>
                  </a:cubicBezTo>
                  <a:cubicBezTo>
                    <a:pt x="1021783" y="847014"/>
                    <a:pt x="1024796" y="853111"/>
                    <a:pt x="1028848" y="862957"/>
                  </a:cubicBezTo>
                  <a:cubicBezTo>
                    <a:pt x="973158" y="976287"/>
                    <a:pt x="916483" y="1091022"/>
                    <a:pt x="860413" y="1206053"/>
                  </a:cubicBezTo>
                  <a:cubicBezTo>
                    <a:pt x="839505" y="1248943"/>
                    <a:pt x="820181" y="1292605"/>
                    <a:pt x="799764" y="1335739"/>
                  </a:cubicBezTo>
                  <a:cubicBezTo>
                    <a:pt x="794677" y="1346486"/>
                    <a:pt x="789091" y="1357252"/>
                    <a:pt x="782057" y="1366765"/>
                  </a:cubicBezTo>
                  <a:cubicBezTo>
                    <a:pt x="771130" y="1381535"/>
                    <a:pt x="748919" y="1386204"/>
                    <a:pt x="731114" y="1379061"/>
                  </a:cubicBezTo>
                  <a:cubicBezTo>
                    <a:pt x="715176" y="1372666"/>
                    <a:pt x="705838" y="1357206"/>
                    <a:pt x="708070" y="1337393"/>
                  </a:cubicBezTo>
                  <a:cubicBezTo>
                    <a:pt x="709186" y="1327493"/>
                    <a:pt x="712366" y="1317420"/>
                    <a:pt x="716578" y="1308339"/>
                  </a:cubicBezTo>
                  <a:cubicBezTo>
                    <a:pt x="742425" y="1252619"/>
                    <a:pt x="768290" y="1196895"/>
                    <a:pt x="795203" y="1141687"/>
                  </a:cubicBezTo>
                  <a:cubicBezTo>
                    <a:pt x="823657" y="1083323"/>
                    <a:pt x="853570" y="1025672"/>
                    <a:pt x="882239" y="967410"/>
                  </a:cubicBezTo>
                  <a:cubicBezTo>
                    <a:pt x="891241" y="949118"/>
                    <a:pt x="898289" y="929865"/>
                    <a:pt x="907702" y="907501"/>
                  </a:cubicBezTo>
                  <a:cubicBezTo>
                    <a:pt x="919208" y="884132"/>
                    <a:pt x="929550" y="864462"/>
                    <a:pt x="939167" y="844442"/>
                  </a:cubicBezTo>
                  <a:cubicBezTo>
                    <a:pt x="945540" y="831180"/>
                    <a:pt x="955537" y="822418"/>
                    <a:pt x="969415" y="818880"/>
                  </a:cubicBezTo>
                  <a:cubicBezTo>
                    <a:pt x="979232" y="816377"/>
                    <a:pt x="989790" y="815462"/>
                    <a:pt x="998905" y="818346"/>
                  </a:cubicBezTo>
                  <a:close/>
                  <a:moveTo>
                    <a:pt x="325420" y="580467"/>
                  </a:moveTo>
                  <a:lnTo>
                    <a:pt x="1408691" y="580467"/>
                  </a:lnTo>
                  <a:lnTo>
                    <a:pt x="1408691" y="701018"/>
                  </a:lnTo>
                  <a:lnTo>
                    <a:pt x="325420" y="701018"/>
                  </a:lnTo>
                  <a:close/>
                  <a:moveTo>
                    <a:pt x="325401" y="315932"/>
                  </a:moveTo>
                  <a:lnTo>
                    <a:pt x="1408418" y="315932"/>
                  </a:lnTo>
                  <a:lnTo>
                    <a:pt x="1408418" y="436132"/>
                  </a:lnTo>
                  <a:lnTo>
                    <a:pt x="325401" y="436132"/>
                  </a:lnTo>
                  <a:close/>
                  <a:moveTo>
                    <a:pt x="0" y="0"/>
                  </a:moveTo>
                  <a:lnTo>
                    <a:pt x="191072" y="0"/>
                  </a:lnTo>
                  <a:lnTo>
                    <a:pt x="191072" y="192135"/>
                  </a:lnTo>
                  <a:lnTo>
                    <a:pt x="0" y="192135"/>
                  </a:ln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952" name="Group 951">
            <a:extLst>
              <a:ext uri="{FF2B5EF4-FFF2-40B4-BE49-F238E27FC236}">
                <a16:creationId xmlns:a16="http://schemas.microsoft.com/office/drawing/2014/main" id="{7E28BD07-B730-A862-691F-8A929BE24FE3}"/>
              </a:ext>
              <a:ext uri="{C183D7F6-B498-43B3-948B-1728B52AA6E4}">
                <adec:decorative xmlns:adec="http://schemas.microsoft.com/office/drawing/2017/decorative" val="1"/>
              </a:ext>
            </a:extLst>
          </p:cNvPr>
          <p:cNvGrpSpPr>
            <a:grpSpLocks noChangeAspect="1"/>
          </p:cNvGrpSpPr>
          <p:nvPr/>
        </p:nvGrpSpPr>
        <p:grpSpPr>
          <a:xfrm>
            <a:off x="1860127" y="2930159"/>
            <a:ext cx="480182" cy="457200"/>
            <a:chOff x="1860127" y="2930159"/>
            <a:chExt cx="480182" cy="457200"/>
          </a:xfrm>
          <a:solidFill>
            <a:srgbClr val="FF0000"/>
          </a:solidFill>
        </p:grpSpPr>
        <p:sp>
          <p:nvSpPr>
            <p:cNvPr id="29" name="Freeform: Shape 28">
              <a:extLst>
                <a:ext uri="{FF2B5EF4-FFF2-40B4-BE49-F238E27FC236}">
                  <a16:creationId xmlns:a16="http://schemas.microsoft.com/office/drawing/2014/main" id="{E8706EEC-FB3A-AAA8-3EE8-DECD89739889}"/>
                </a:ext>
                <a:ext uri="{C183D7F6-B498-43B3-948B-1728B52AA6E4}">
                  <adec:decorative xmlns:adec="http://schemas.microsoft.com/office/drawing/2017/decorative" val="1"/>
                </a:ext>
              </a:extLst>
            </p:cNvPr>
            <p:cNvSpPr/>
            <p:nvPr/>
          </p:nvSpPr>
          <p:spPr>
            <a:xfrm>
              <a:off x="1860127" y="2991059"/>
              <a:ext cx="388382" cy="383537"/>
            </a:xfrm>
            <a:custGeom>
              <a:avLst/>
              <a:gdLst>
                <a:gd name="connsiteX0" fmla="*/ 20079 w 582053"/>
                <a:gd name="connsiteY0" fmla="*/ 184806 h 574792"/>
                <a:gd name="connsiteX1" fmla="*/ 31057 w 582053"/>
                <a:gd name="connsiteY1" fmla="*/ 200020 h 574792"/>
                <a:gd name="connsiteX2" fmla="*/ 50021 w 582053"/>
                <a:gd name="connsiteY2" fmla="*/ 228113 h 574792"/>
                <a:gd name="connsiteX3" fmla="*/ 51497 w 582053"/>
                <a:gd name="connsiteY3" fmla="*/ 237415 h 574792"/>
                <a:gd name="connsiteX4" fmla="*/ 45957 w 582053"/>
                <a:gd name="connsiteY4" fmla="*/ 275864 h 574792"/>
                <a:gd name="connsiteX5" fmla="*/ 44974 w 582053"/>
                <a:gd name="connsiteY5" fmla="*/ 290371 h 574792"/>
                <a:gd name="connsiteX6" fmla="*/ 54203 w 582053"/>
                <a:gd name="connsiteY6" fmla="*/ 357408 h 574792"/>
                <a:gd name="connsiteX7" fmla="*/ 84629 w 582053"/>
                <a:gd name="connsiteY7" fmla="*/ 424468 h 574792"/>
                <a:gd name="connsiteX8" fmla="*/ 127562 w 582053"/>
                <a:gd name="connsiteY8" fmla="*/ 474804 h 574792"/>
                <a:gd name="connsiteX9" fmla="*/ 208091 w 582053"/>
                <a:gd name="connsiteY9" fmla="*/ 522635 h 574792"/>
                <a:gd name="connsiteX10" fmla="*/ 227875 w 582053"/>
                <a:gd name="connsiteY10" fmla="*/ 527509 h 574792"/>
                <a:gd name="connsiteX11" fmla="*/ 227875 w 582053"/>
                <a:gd name="connsiteY11" fmla="*/ 574792 h 574792"/>
                <a:gd name="connsiteX12" fmla="*/ 212906 w 582053"/>
                <a:gd name="connsiteY12" fmla="*/ 571958 h 574792"/>
                <a:gd name="connsiteX13" fmla="*/ 154985 w 582053"/>
                <a:gd name="connsiteY13" fmla="*/ 548989 h 574792"/>
                <a:gd name="connsiteX14" fmla="*/ 104712 w 582053"/>
                <a:gd name="connsiteY14" fmla="*/ 514992 h 574792"/>
                <a:gd name="connsiteX15" fmla="*/ 82498 w 582053"/>
                <a:gd name="connsiteY15" fmla="*/ 494637 h 574792"/>
                <a:gd name="connsiteX16" fmla="*/ 39006 w 582053"/>
                <a:gd name="connsiteY16" fmla="*/ 437313 h 574792"/>
                <a:gd name="connsiteX17" fmla="*/ 12557 w 582053"/>
                <a:gd name="connsiteY17" fmla="*/ 375730 h 574792"/>
                <a:gd name="connsiteX18" fmla="*/ 2944 w 582053"/>
                <a:gd name="connsiteY18" fmla="*/ 330008 h 574792"/>
                <a:gd name="connsiteX19" fmla="*/ 0 w 582053"/>
                <a:gd name="connsiteY19" fmla="*/ 282092 h 574792"/>
                <a:gd name="connsiteX20" fmla="*/ 3624 w 582053"/>
                <a:gd name="connsiteY20" fmla="*/ 246640 h 574792"/>
                <a:gd name="connsiteX21" fmla="*/ 17389 w 582053"/>
                <a:gd name="connsiteY21" fmla="*/ 191673 h 574792"/>
                <a:gd name="connsiteX22" fmla="*/ 20079 w 582053"/>
                <a:gd name="connsiteY22" fmla="*/ 184806 h 574792"/>
                <a:gd name="connsiteX23" fmla="*/ 556771 w 582053"/>
                <a:gd name="connsiteY23" fmla="*/ 169732 h 574792"/>
                <a:gd name="connsiteX24" fmla="*/ 571166 w 582053"/>
                <a:gd name="connsiteY24" fmla="*/ 211282 h 574792"/>
                <a:gd name="connsiteX25" fmla="*/ 578895 w 582053"/>
                <a:gd name="connsiteY25" fmla="*/ 244237 h 574792"/>
                <a:gd name="connsiteX26" fmla="*/ 581056 w 582053"/>
                <a:gd name="connsiteY26" fmla="*/ 263880 h 574792"/>
                <a:gd name="connsiteX27" fmla="*/ 582026 w 582053"/>
                <a:gd name="connsiteY27" fmla="*/ 301961 h 574792"/>
                <a:gd name="connsiteX28" fmla="*/ 570223 w 582053"/>
                <a:gd name="connsiteY28" fmla="*/ 374221 h 574792"/>
                <a:gd name="connsiteX29" fmla="*/ 551484 w 582053"/>
                <a:gd name="connsiteY29" fmla="*/ 422036 h 574792"/>
                <a:gd name="connsiteX30" fmla="*/ 516494 w 582053"/>
                <a:gd name="connsiteY30" fmla="*/ 475586 h 574792"/>
                <a:gd name="connsiteX31" fmla="*/ 486388 w 582053"/>
                <a:gd name="connsiteY31" fmla="*/ 507490 h 574792"/>
                <a:gd name="connsiteX32" fmla="*/ 436465 w 582053"/>
                <a:gd name="connsiteY32" fmla="*/ 543870 h 574792"/>
                <a:gd name="connsiteX33" fmla="*/ 373390 w 582053"/>
                <a:gd name="connsiteY33" fmla="*/ 570678 h 574792"/>
                <a:gd name="connsiteX34" fmla="*/ 354965 w 582053"/>
                <a:gd name="connsiteY34" fmla="*/ 574667 h 574792"/>
                <a:gd name="connsiteX35" fmla="*/ 354965 w 582053"/>
                <a:gd name="connsiteY35" fmla="*/ 528281 h 574792"/>
                <a:gd name="connsiteX36" fmla="*/ 363352 w 582053"/>
                <a:gd name="connsiteY36" fmla="*/ 526341 h 574792"/>
                <a:gd name="connsiteX37" fmla="*/ 444791 w 582053"/>
                <a:gd name="connsiteY37" fmla="*/ 483376 h 574792"/>
                <a:gd name="connsiteX38" fmla="*/ 505596 w 582053"/>
                <a:gd name="connsiteY38" fmla="*/ 411679 h 574792"/>
                <a:gd name="connsiteX39" fmla="*/ 529591 w 582053"/>
                <a:gd name="connsiteY39" fmla="*/ 352147 h 574792"/>
                <a:gd name="connsiteX40" fmla="*/ 535768 w 582053"/>
                <a:gd name="connsiteY40" fmla="*/ 313363 h 574792"/>
                <a:gd name="connsiteX41" fmla="*/ 536703 w 582053"/>
                <a:gd name="connsiteY41" fmla="*/ 273348 h 574792"/>
                <a:gd name="connsiteX42" fmla="*/ 522868 w 582053"/>
                <a:gd name="connsiteY42" fmla="*/ 208522 h 574792"/>
                <a:gd name="connsiteX43" fmla="*/ 521507 w 582053"/>
                <a:gd name="connsiteY43" fmla="*/ 204863 h 574792"/>
                <a:gd name="connsiteX44" fmla="*/ 556771 w 582053"/>
                <a:gd name="connsiteY44" fmla="*/ 169732 h 574792"/>
                <a:gd name="connsiteX45" fmla="*/ 306113 w 582053"/>
                <a:gd name="connsiteY45" fmla="*/ 231 h 574792"/>
                <a:gd name="connsiteX46" fmla="*/ 408803 w 582053"/>
                <a:gd name="connsiteY46" fmla="*/ 24691 h 574792"/>
                <a:gd name="connsiteX47" fmla="*/ 463224 w 582053"/>
                <a:gd name="connsiteY47" fmla="*/ 56318 h 574792"/>
                <a:gd name="connsiteX48" fmla="*/ 463738 w 582053"/>
                <a:gd name="connsiteY48" fmla="*/ 61023 h 574792"/>
                <a:gd name="connsiteX49" fmla="*/ 432904 w 582053"/>
                <a:gd name="connsiteY49" fmla="*/ 90554 h 574792"/>
                <a:gd name="connsiteX50" fmla="*/ 370745 w 582053"/>
                <a:gd name="connsiteY50" fmla="*/ 58603 h 574792"/>
                <a:gd name="connsiteX51" fmla="*/ 328172 w 582053"/>
                <a:gd name="connsiteY51" fmla="*/ 48277 h 574792"/>
                <a:gd name="connsiteX52" fmla="*/ 281253 w 582053"/>
                <a:gd name="connsiteY52" fmla="*/ 45336 h 574792"/>
                <a:gd name="connsiteX53" fmla="*/ 226878 w 582053"/>
                <a:gd name="connsiteY53" fmla="*/ 53927 h 574792"/>
                <a:gd name="connsiteX54" fmla="*/ 177392 w 582053"/>
                <a:gd name="connsiteY54" fmla="*/ 73566 h 574792"/>
                <a:gd name="connsiteX55" fmla="*/ 136121 w 582053"/>
                <a:gd name="connsiteY55" fmla="*/ 101159 h 574792"/>
                <a:gd name="connsiteX56" fmla="*/ 111713 w 582053"/>
                <a:gd name="connsiteY56" fmla="*/ 123433 h 574792"/>
                <a:gd name="connsiteX57" fmla="*/ 101753 w 582053"/>
                <a:gd name="connsiteY57" fmla="*/ 135207 h 574792"/>
                <a:gd name="connsiteX58" fmla="*/ 96151 w 582053"/>
                <a:gd name="connsiteY58" fmla="*/ 135967 h 574792"/>
                <a:gd name="connsiteX59" fmla="*/ 67112 w 582053"/>
                <a:gd name="connsiteY59" fmla="*/ 107176 h 574792"/>
                <a:gd name="connsiteX60" fmla="*/ 66459 w 582053"/>
                <a:gd name="connsiteY60" fmla="*/ 106163 h 574792"/>
                <a:gd name="connsiteX61" fmla="*/ 73455 w 582053"/>
                <a:gd name="connsiteY61" fmla="*/ 97767 h 574792"/>
                <a:gd name="connsiteX62" fmla="*/ 136254 w 582053"/>
                <a:gd name="connsiteY62" fmla="*/ 44682 h 574792"/>
                <a:gd name="connsiteX63" fmla="*/ 219516 w 582053"/>
                <a:gd name="connsiteY63" fmla="*/ 8917 h 574792"/>
                <a:gd name="connsiteX64" fmla="*/ 221340 w 582053"/>
                <a:gd name="connsiteY64" fmla="*/ 8624 h 574792"/>
                <a:gd name="connsiteX65" fmla="*/ 270510 w 582053"/>
                <a:gd name="connsiteY65" fmla="*/ 1037 h 574792"/>
                <a:gd name="connsiteX66" fmla="*/ 306113 w 582053"/>
                <a:gd name="connsiteY66" fmla="*/ 231 h 57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582053" h="574792">
                  <a:moveTo>
                    <a:pt x="20079" y="184806"/>
                  </a:moveTo>
                  <a:cubicBezTo>
                    <a:pt x="24066" y="190311"/>
                    <a:pt x="27694" y="195075"/>
                    <a:pt x="31057" y="200020"/>
                  </a:cubicBezTo>
                  <a:cubicBezTo>
                    <a:pt x="37413" y="209364"/>
                    <a:pt x="43355" y="219001"/>
                    <a:pt x="50021" y="228113"/>
                  </a:cubicBezTo>
                  <a:cubicBezTo>
                    <a:pt x="52385" y="231344"/>
                    <a:pt x="51963" y="234186"/>
                    <a:pt x="51497" y="237415"/>
                  </a:cubicBezTo>
                  <a:cubicBezTo>
                    <a:pt x="49648" y="250231"/>
                    <a:pt x="47673" y="263031"/>
                    <a:pt x="45957" y="275864"/>
                  </a:cubicBezTo>
                  <a:cubicBezTo>
                    <a:pt x="45315" y="280660"/>
                    <a:pt x="44958" y="285535"/>
                    <a:pt x="44974" y="290371"/>
                  </a:cubicBezTo>
                  <a:cubicBezTo>
                    <a:pt x="45050" y="313119"/>
                    <a:pt x="48046" y="335501"/>
                    <a:pt x="54203" y="357408"/>
                  </a:cubicBezTo>
                  <a:cubicBezTo>
                    <a:pt x="60918" y="381300"/>
                    <a:pt x="71219" y="403514"/>
                    <a:pt x="84629" y="424468"/>
                  </a:cubicBezTo>
                  <a:cubicBezTo>
                    <a:pt x="96672" y="443284"/>
                    <a:pt x="111037" y="460057"/>
                    <a:pt x="127562" y="474804"/>
                  </a:cubicBezTo>
                  <a:cubicBezTo>
                    <a:pt x="151213" y="495910"/>
                    <a:pt x="177936" y="512192"/>
                    <a:pt x="208091" y="522635"/>
                  </a:cubicBezTo>
                  <a:lnTo>
                    <a:pt x="227875" y="527509"/>
                  </a:lnTo>
                  <a:lnTo>
                    <a:pt x="227875" y="574792"/>
                  </a:lnTo>
                  <a:lnTo>
                    <a:pt x="212906" y="571958"/>
                  </a:lnTo>
                  <a:cubicBezTo>
                    <a:pt x="192649" y="566922"/>
                    <a:pt x="173386" y="558866"/>
                    <a:pt x="154985" y="548989"/>
                  </a:cubicBezTo>
                  <a:cubicBezTo>
                    <a:pt x="137088" y="539383"/>
                    <a:pt x="120006" y="528469"/>
                    <a:pt x="104712" y="514992"/>
                  </a:cubicBezTo>
                  <a:cubicBezTo>
                    <a:pt x="97177" y="508351"/>
                    <a:pt x="89469" y="501843"/>
                    <a:pt x="82498" y="494637"/>
                  </a:cubicBezTo>
                  <a:cubicBezTo>
                    <a:pt x="65721" y="477298"/>
                    <a:pt x="51113" y="458270"/>
                    <a:pt x="39006" y="437313"/>
                  </a:cubicBezTo>
                  <a:cubicBezTo>
                    <a:pt x="27737" y="417806"/>
                    <a:pt x="18382" y="397461"/>
                    <a:pt x="12557" y="375730"/>
                  </a:cubicBezTo>
                  <a:cubicBezTo>
                    <a:pt x="8528" y="360699"/>
                    <a:pt x="5012" y="345408"/>
                    <a:pt x="2944" y="330008"/>
                  </a:cubicBezTo>
                  <a:cubicBezTo>
                    <a:pt x="819" y="314178"/>
                    <a:pt x="-26" y="298074"/>
                    <a:pt x="0" y="282092"/>
                  </a:cubicBezTo>
                  <a:cubicBezTo>
                    <a:pt x="19" y="270273"/>
                    <a:pt x="2331" y="258457"/>
                    <a:pt x="3624" y="246640"/>
                  </a:cubicBezTo>
                  <a:cubicBezTo>
                    <a:pt x="5696" y="227688"/>
                    <a:pt x="10922" y="209524"/>
                    <a:pt x="17389" y="191673"/>
                  </a:cubicBezTo>
                  <a:cubicBezTo>
                    <a:pt x="18129" y="189632"/>
                    <a:pt x="18970" y="187628"/>
                    <a:pt x="20079" y="184806"/>
                  </a:cubicBezTo>
                  <a:close/>
                  <a:moveTo>
                    <a:pt x="556771" y="169732"/>
                  </a:moveTo>
                  <a:cubicBezTo>
                    <a:pt x="561607" y="183539"/>
                    <a:pt x="566898" y="197255"/>
                    <a:pt x="571166" y="211282"/>
                  </a:cubicBezTo>
                  <a:cubicBezTo>
                    <a:pt x="574445" y="222057"/>
                    <a:pt x="576704" y="233171"/>
                    <a:pt x="578895" y="244237"/>
                  </a:cubicBezTo>
                  <a:cubicBezTo>
                    <a:pt x="580171" y="250679"/>
                    <a:pt x="580758" y="257308"/>
                    <a:pt x="581056" y="263880"/>
                  </a:cubicBezTo>
                  <a:cubicBezTo>
                    <a:pt x="581632" y="276564"/>
                    <a:pt x="582183" y="289272"/>
                    <a:pt x="582026" y="301961"/>
                  </a:cubicBezTo>
                  <a:cubicBezTo>
                    <a:pt x="581722" y="326606"/>
                    <a:pt x="578143" y="350866"/>
                    <a:pt x="570223" y="374221"/>
                  </a:cubicBezTo>
                  <a:cubicBezTo>
                    <a:pt x="564728" y="390424"/>
                    <a:pt x="558767" y="406580"/>
                    <a:pt x="551484" y="422036"/>
                  </a:cubicBezTo>
                  <a:cubicBezTo>
                    <a:pt x="542357" y="441404"/>
                    <a:pt x="530790" y="459499"/>
                    <a:pt x="516494" y="475586"/>
                  </a:cubicBezTo>
                  <a:cubicBezTo>
                    <a:pt x="506782" y="486515"/>
                    <a:pt x="497064" y="497538"/>
                    <a:pt x="486388" y="507490"/>
                  </a:cubicBezTo>
                  <a:cubicBezTo>
                    <a:pt x="471273" y="521581"/>
                    <a:pt x="454507" y="533654"/>
                    <a:pt x="436465" y="543870"/>
                  </a:cubicBezTo>
                  <a:cubicBezTo>
                    <a:pt x="416452" y="555203"/>
                    <a:pt x="395646" y="564773"/>
                    <a:pt x="373390" y="570678"/>
                  </a:cubicBezTo>
                  <a:lnTo>
                    <a:pt x="354965" y="574667"/>
                  </a:lnTo>
                  <a:lnTo>
                    <a:pt x="354965" y="528281"/>
                  </a:lnTo>
                  <a:lnTo>
                    <a:pt x="363352" y="526341"/>
                  </a:lnTo>
                  <a:cubicBezTo>
                    <a:pt x="393393" y="517642"/>
                    <a:pt x="420462" y="502845"/>
                    <a:pt x="444791" y="483376"/>
                  </a:cubicBezTo>
                  <a:cubicBezTo>
                    <a:pt x="469646" y="463487"/>
                    <a:pt x="489786" y="439444"/>
                    <a:pt x="505596" y="411679"/>
                  </a:cubicBezTo>
                  <a:cubicBezTo>
                    <a:pt x="516312" y="392861"/>
                    <a:pt x="524211" y="372944"/>
                    <a:pt x="529591" y="352147"/>
                  </a:cubicBezTo>
                  <a:cubicBezTo>
                    <a:pt x="532858" y="339521"/>
                    <a:pt x="534600" y="326384"/>
                    <a:pt x="535768" y="313363"/>
                  </a:cubicBezTo>
                  <a:cubicBezTo>
                    <a:pt x="536959" y="300092"/>
                    <a:pt x="537630" y="286610"/>
                    <a:pt x="536703" y="273348"/>
                  </a:cubicBezTo>
                  <a:cubicBezTo>
                    <a:pt x="535154" y="251188"/>
                    <a:pt x="530408" y="229507"/>
                    <a:pt x="522868" y="208522"/>
                  </a:cubicBezTo>
                  <a:cubicBezTo>
                    <a:pt x="522336" y="207044"/>
                    <a:pt x="521773" y="205578"/>
                    <a:pt x="521507" y="204863"/>
                  </a:cubicBezTo>
                  <a:cubicBezTo>
                    <a:pt x="533231" y="193183"/>
                    <a:pt x="544659" y="181798"/>
                    <a:pt x="556771" y="169732"/>
                  </a:cubicBezTo>
                  <a:close/>
                  <a:moveTo>
                    <a:pt x="306113" y="231"/>
                  </a:moveTo>
                  <a:cubicBezTo>
                    <a:pt x="341691" y="2459"/>
                    <a:pt x="376120" y="9941"/>
                    <a:pt x="408803" y="24691"/>
                  </a:cubicBezTo>
                  <a:cubicBezTo>
                    <a:pt x="428048" y="33377"/>
                    <a:pt x="446236" y="43764"/>
                    <a:pt x="463224" y="56318"/>
                  </a:cubicBezTo>
                  <a:cubicBezTo>
                    <a:pt x="465669" y="58125"/>
                    <a:pt x="465724" y="59129"/>
                    <a:pt x="463738" y="61023"/>
                  </a:cubicBezTo>
                  <a:cubicBezTo>
                    <a:pt x="453492" y="70795"/>
                    <a:pt x="443284" y="80606"/>
                    <a:pt x="432904" y="90554"/>
                  </a:cubicBezTo>
                  <a:cubicBezTo>
                    <a:pt x="413734" y="76864"/>
                    <a:pt x="393004" y="65995"/>
                    <a:pt x="370745" y="58603"/>
                  </a:cubicBezTo>
                  <a:cubicBezTo>
                    <a:pt x="356931" y="54015"/>
                    <a:pt x="342473" y="51234"/>
                    <a:pt x="328172" y="48277"/>
                  </a:cubicBezTo>
                  <a:cubicBezTo>
                    <a:pt x="312723" y="45082"/>
                    <a:pt x="296958" y="44560"/>
                    <a:pt x="281253" y="45336"/>
                  </a:cubicBezTo>
                  <a:cubicBezTo>
                    <a:pt x="262859" y="46244"/>
                    <a:pt x="244712" y="48983"/>
                    <a:pt x="226878" y="53927"/>
                  </a:cubicBezTo>
                  <a:cubicBezTo>
                    <a:pt x="209639" y="58706"/>
                    <a:pt x="192779" y="64562"/>
                    <a:pt x="177392" y="73566"/>
                  </a:cubicBezTo>
                  <a:cubicBezTo>
                    <a:pt x="163128" y="81913"/>
                    <a:pt x="149389" y="91291"/>
                    <a:pt x="136121" y="101159"/>
                  </a:cubicBezTo>
                  <a:cubicBezTo>
                    <a:pt x="127324" y="107702"/>
                    <a:pt x="119628" y="115767"/>
                    <a:pt x="111713" y="123433"/>
                  </a:cubicBezTo>
                  <a:cubicBezTo>
                    <a:pt x="108037" y="126995"/>
                    <a:pt x="104858" y="131113"/>
                    <a:pt x="101753" y="135207"/>
                  </a:cubicBezTo>
                  <a:cubicBezTo>
                    <a:pt x="99927" y="137614"/>
                    <a:pt x="97663" y="137427"/>
                    <a:pt x="96151" y="135967"/>
                  </a:cubicBezTo>
                  <a:cubicBezTo>
                    <a:pt x="86346" y="126500"/>
                    <a:pt x="76761" y="116805"/>
                    <a:pt x="67112" y="107176"/>
                  </a:cubicBezTo>
                  <a:cubicBezTo>
                    <a:pt x="66891" y="106955"/>
                    <a:pt x="66763" y="106642"/>
                    <a:pt x="66459" y="106163"/>
                  </a:cubicBezTo>
                  <a:cubicBezTo>
                    <a:pt x="68753" y="103399"/>
                    <a:pt x="70996" y="100485"/>
                    <a:pt x="73455" y="97767"/>
                  </a:cubicBezTo>
                  <a:cubicBezTo>
                    <a:pt x="92006" y="77260"/>
                    <a:pt x="112823" y="59456"/>
                    <a:pt x="136254" y="44682"/>
                  </a:cubicBezTo>
                  <a:cubicBezTo>
                    <a:pt x="162142" y="28359"/>
                    <a:pt x="189882" y="16461"/>
                    <a:pt x="219516" y="8917"/>
                  </a:cubicBezTo>
                  <a:cubicBezTo>
                    <a:pt x="219981" y="8798"/>
                    <a:pt x="220493" y="8861"/>
                    <a:pt x="221340" y="8624"/>
                  </a:cubicBezTo>
                  <a:cubicBezTo>
                    <a:pt x="237759" y="4564"/>
                    <a:pt x="253930" y="1459"/>
                    <a:pt x="270510" y="1037"/>
                  </a:cubicBezTo>
                  <a:cubicBezTo>
                    <a:pt x="282382" y="734"/>
                    <a:pt x="294309" y="-508"/>
                    <a:pt x="306113" y="2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 name="Freeform: Shape 29">
              <a:extLst>
                <a:ext uri="{FF2B5EF4-FFF2-40B4-BE49-F238E27FC236}">
                  <a16:creationId xmlns:a16="http://schemas.microsoft.com/office/drawing/2014/main" id="{B18B0273-DF2A-118D-C4B6-F5C719F6F80C}"/>
                </a:ext>
                <a:ext uri="{C183D7F6-B498-43B3-948B-1728B52AA6E4}">
                  <adec:decorative xmlns:adec="http://schemas.microsoft.com/office/drawing/2017/decorative" val="1"/>
                </a:ext>
              </a:extLst>
            </p:cNvPr>
            <p:cNvSpPr/>
            <p:nvPr/>
          </p:nvSpPr>
          <p:spPr>
            <a:xfrm>
              <a:off x="1865747" y="2930159"/>
              <a:ext cx="474562" cy="457200"/>
            </a:xfrm>
            <a:custGeom>
              <a:avLst/>
              <a:gdLst>
                <a:gd name="connsiteX0" fmla="*/ 249576 w 711208"/>
                <a:gd name="connsiteY0" fmla="*/ 618991 h 685188"/>
                <a:gd name="connsiteX1" fmla="*/ 316420 w 711208"/>
                <a:gd name="connsiteY1" fmla="*/ 618991 h 685188"/>
                <a:gd name="connsiteX2" fmla="*/ 316420 w 711208"/>
                <a:gd name="connsiteY2" fmla="*/ 685188 h 685188"/>
                <a:gd name="connsiteX3" fmla="*/ 249576 w 711208"/>
                <a:gd name="connsiteY3" fmla="*/ 685188 h 685188"/>
                <a:gd name="connsiteX4" fmla="*/ 681276 w 711208"/>
                <a:gd name="connsiteY4" fmla="*/ 22589 h 685188"/>
                <a:gd name="connsiteX5" fmla="*/ 503038 w 711208"/>
                <a:gd name="connsiteY5" fmla="*/ 22631 h 685188"/>
                <a:gd name="connsiteX6" fmla="*/ 490963 w 711208"/>
                <a:gd name="connsiteY6" fmla="*/ 23606 h 685188"/>
                <a:gd name="connsiteX7" fmla="*/ 473589 w 711208"/>
                <a:gd name="connsiteY7" fmla="*/ 46535 h 685188"/>
                <a:gd name="connsiteX8" fmla="*/ 494343 w 711208"/>
                <a:gd name="connsiteY8" fmla="*/ 65802 h 685188"/>
                <a:gd name="connsiteX9" fmla="*/ 608750 w 711208"/>
                <a:gd name="connsiteY9" fmla="*/ 65800 h 685188"/>
                <a:gd name="connsiteX10" fmla="*/ 613752 w 711208"/>
                <a:gd name="connsiteY10" fmla="*/ 65800 h 685188"/>
                <a:gd name="connsiteX11" fmla="*/ 614194 w 711208"/>
                <a:gd name="connsiteY11" fmla="*/ 67131 h 685188"/>
                <a:gd name="connsiteX12" fmla="*/ 562395 w 711208"/>
                <a:gd name="connsiteY12" fmla="*/ 118831 h 685188"/>
                <a:gd name="connsiteX13" fmla="*/ 254763 w 711208"/>
                <a:gd name="connsiteY13" fmla="*/ 426462 h 685188"/>
                <a:gd name="connsiteX14" fmla="*/ 252355 w 711208"/>
                <a:gd name="connsiteY14" fmla="*/ 428909 h 685188"/>
                <a:gd name="connsiteX15" fmla="*/ 247162 w 711208"/>
                <a:gd name="connsiteY15" fmla="*/ 429177 h 685188"/>
                <a:gd name="connsiteX16" fmla="*/ 225184 w 711208"/>
                <a:gd name="connsiteY16" fmla="*/ 409155 h 685188"/>
                <a:gd name="connsiteX17" fmla="*/ 202832 w 711208"/>
                <a:gd name="connsiteY17" fmla="*/ 388815 h 685188"/>
                <a:gd name="connsiteX18" fmla="*/ 159196 w 711208"/>
                <a:gd name="connsiteY18" fmla="*/ 350016 h 685188"/>
                <a:gd name="connsiteX19" fmla="*/ 136135 w 711208"/>
                <a:gd name="connsiteY19" fmla="*/ 328999 h 685188"/>
                <a:gd name="connsiteX20" fmla="*/ 94944 w 711208"/>
                <a:gd name="connsiteY20" fmla="*/ 292614 h 685188"/>
                <a:gd name="connsiteX21" fmla="*/ 60683 w 711208"/>
                <a:gd name="connsiteY21" fmla="*/ 261454 h 685188"/>
                <a:gd name="connsiteX22" fmla="*/ 54923 w 711208"/>
                <a:gd name="connsiteY22" fmla="*/ 258555 h 685188"/>
                <a:gd name="connsiteX23" fmla="*/ 56795 w 711208"/>
                <a:gd name="connsiteY23" fmla="*/ 262309 h 685188"/>
                <a:gd name="connsiteX24" fmla="*/ 112160 w 711208"/>
                <a:gd name="connsiteY24" fmla="*/ 340333 h 685188"/>
                <a:gd name="connsiteX25" fmla="*/ 178911 w 711208"/>
                <a:gd name="connsiteY25" fmla="*/ 434563 h 685188"/>
                <a:gd name="connsiteX26" fmla="*/ 227896 w 711208"/>
                <a:gd name="connsiteY26" fmla="*/ 503504 h 685188"/>
                <a:gd name="connsiteX27" fmla="*/ 235679 w 711208"/>
                <a:gd name="connsiteY27" fmla="*/ 504471 h 685188"/>
                <a:gd name="connsiteX28" fmla="*/ 430458 w 711208"/>
                <a:gd name="connsiteY28" fmla="*/ 309692 h 685188"/>
                <a:gd name="connsiteX29" fmla="*/ 639136 w 711208"/>
                <a:gd name="connsiteY29" fmla="*/ 101035 h 685188"/>
                <a:gd name="connsiteX30" fmla="*/ 644397 w 711208"/>
                <a:gd name="connsiteY30" fmla="*/ 96292 h 685188"/>
                <a:gd name="connsiteX31" fmla="*/ 644397 w 711208"/>
                <a:gd name="connsiteY31" fmla="*/ 103480 h 685188"/>
                <a:gd name="connsiteX32" fmla="*/ 644399 w 711208"/>
                <a:gd name="connsiteY32" fmla="*/ 214940 h 685188"/>
                <a:gd name="connsiteX33" fmla="*/ 667080 w 711208"/>
                <a:gd name="connsiteY33" fmla="*/ 236831 h 685188"/>
                <a:gd name="connsiteX34" fmla="*/ 687604 w 711208"/>
                <a:gd name="connsiteY34" fmla="*/ 214893 h 685188"/>
                <a:gd name="connsiteX35" fmla="*/ 687608 w 711208"/>
                <a:gd name="connsiteY35" fmla="*/ 28307 h 685188"/>
                <a:gd name="connsiteX36" fmla="*/ 687608 w 711208"/>
                <a:gd name="connsiteY36" fmla="*/ 22589 h 685188"/>
                <a:gd name="connsiteX37" fmla="*/ 681276 w 711208"/>
                <a:gd name="connsiteY37" fmla="*/ 22589 h 685188"/>
                <a:gd name="connsiteX38" fmla="*/ 704868 w 711208"/>
                <a:gd name="connsiteY38" fmla="*/ 2 h 685188"/>
                <a:gd name="connsiteX39" fmla="*/ 711177 w 711208"/>
                <a:gd name="connsiteY39" fmla="*/ 2 h 685188"/>
                <a:gd name="connsiteX40" fmla="*/ 711177 w 711208"/>
                <a:gd name="connsiteY40" fmla="*/ 6233 h 685188"/>
                <a:gd name="connsiteX41" fmla="*/ 711132 w 711208"/>
                <a:gd name="connsiteY41" fmla="*/ 213935 h 685188"/>
                <a:gd name="connsiteX42" fmla="*/ 661714 w 711208"/>
                <a:gd name="connsiteY42" fmla="*/ 260151 h 685188"/>
                <a:gd name="connsiteX43" fmla="*/ 621725 w 711208"/>
                <a:gd name="connsiteY43" fmla="*/ 217521 h 685188"/>
                <a:gd name="connsiteX44" fmla="*/ 620679 w 711208"/>
                <a:gd name="connsiteY44" fmla="*/ 152860 h 685188"/>
                <a:gd name="connsiteX45" fmla="*/ 346588 w 711208"/>
                <a:gd name="connsiteY45" fmla="*/ 426952 h 685188"/>
                <a:gd name="connsiteX46" fmla="*/ 233153 w 711208"/>
                <a:gd name="connsiteY46" fmla="*/ 540385 h 685188"/>
                <a:gd name="connsiteX47" fmla="*/ 224590 w 711208"/>
                <a:gd name="connsiteY47" fmla="*/ 539298 h 685188"/>
                <a:gd name="connsiteX48" fmla="*/ 195840 w 711208"/>
                <a:gd name="connsiteY48" fmla="*/ 498671 h 685188"/>
                <a:gd name="connsiteX49" fmla="*/ 169242 w 711208"/>
                <a:gd name="connsiteY49" fmla="*/ 461258 h 685188"/>
                <a:gd name="connsiteX50" fmla="*/ 110644 w 711208"/>
                <a:gd name="connsiteY50" fmla="*/ 379003 h 685188"/>
                <a:gd name="connsiteX51" fmla="*/ 75893 w 711208"/>
                <a:gd name="connsiteY51" fmla="*/ 329616 h 685188"/>
                <a:gd name="connsiteX52" fmla="*/ 20854 w 711208"/>
                <a:gd name="connsiteY52" fmla="*/ 251955 h 685188"/>
                <a:gd name="connsiteX53" fmla="*/ 2872 w 711208"/>
                <a:gd name="connsiteY53" fmla="*/ 226227 h 685188"/>
                <a:gd name="connsiteX54" fmla="*/ 6655 w 711208"/>
                <a:gd name="connsiteY54" fmla="*/ 202137 h 685188"/>
                <a:gd name="connsiteX55" fmla="*/ 31463 w 711208"/>
                <a:gd name="connsiteY55" fmla="*/ 203677 h 685188"/>
                <a:gd name="connsiteX56" fmla="*/ 65677 w 711208"/>
                <a:gd name="connsiteY56" fmla="*/ 234891 h 685188"/>
                <a:gd name="connsiteX57" fmla="*/ 113512 w 711208"/>
                <a:gd name="connsiteY57" fmla="*/ 277822 h 685188"/>
                <a:gd name="connsiteX58" fmla="*/ 149833 w 711208"/>
                <a:gd name="connsiteY58" fmla="*/ 310224 h 685188"/>
                <a:gd name="connsiteX59" fmla="*/ 201864 w 711208"/>
                <a:gd name="connsiteY59" fmla="*/ 356420 h 685188"/>
                <a:gd name="connsiteX60" fmla="*/ 223867 w 711208"/>
                <a:gd name="connsiteY60" fmla="*/ 376415 h 685188"/>
                <a:gd name="connsiteX61" fmla="*/ 245951 w 711208"/>
                <a:gd name="connsiteY61" fmla="*/ 396311 h 685188"/>
                <a:gd name="connsiteX62" fmla="*/ 251363 w 711208"/>
                <a:gd name="connsiteY62" fmla="*/ 396349 h 685188"/>
                <a:gd name="connsiteX63" fmla="*/ 253811 w 711208"/>
                <a:gd name="connsiteY63" fmla="*/ 394024 h 685188"/>
                <a:gd name="connsiteX64" fmla="*/ 553138 w 711208"/>
                <a:gd name="connsiteY64" fmla="*/ 94772 h 685188"/>
                <a:gd name="connsiteX65" fmla="*/ 558132 w 711208"/>
                <a:gd name="connsiteY65" fmla="*/ 91624 h 685188"/>
                <a:gd name="connsiteX66" fmla="*/ 556822 w 711208"/>
                <a:gd name="connsiteY66" fmla="*/ 89369 h 685188"/>
                <a:gd name="connsiteX67" fmla="*/ 551854 w 711208"/>
                <a:gd name="connsiteY67" fmla="*/ 89369 h 685188"/>
                <a:gd name="connsiteX68" fmla="*/ 496860 w 711208"/>
                <a:gd name="connsiteY68" fmla="*/ 89421 h 685188"/>
                <a:gd name="connsiteX69" fmla="*/ 451579 w 711208"/>
                <a:gd name="connsiteY69" fmla="*/ 54010 h 685188"/>
                <a:gd name="connsiteX70" fmla="*/ 485585 w 711208"/>
                <a:gd name="connsiteY70" fmla="*/ 1014 h 685188"/>
                <a:gd name="connsiteX71" fmla="*/ 495694 w 711208"/>
                <a:gd name="connsiteY71" fmla="*/ 42 h 685188"/>
                <a:gd name="connsiteX72" fmla="*/ 704868 w 711208"/>
                <a:gd name="connsiteY72" fmla="*/ 2 h 68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11208" h="685188">
                  <a:moveTo>
                    <a:pt x="249576" y="618991"/>
                  </a:moveTo>
                  <a:lnTo>
                    <a:pt x="316420" y="618991"/>
                  </a:lnTo>
                  <a:lnTo>
                    <a:pt x="316420" y="685188"/>
                  </a:lnTo>
                  <a:lnTo>
                    <a:pt x="249576" y="685188"/>
                  </a:lnTo>
                  <a:close/>
                  <a:moveTo>
                    <a:pt x="681276" y="22589"/>
                  </a:moveTo>
                  <a:cubicBezTo>
                    <a:pt x="621863" y="22589"/>
                    <a:pt x="562451" y="22570"/>
                    <a:pt x="503038" y="22631"/>
                  </a:cubicBezTo>
                  <a:cubicBezTo>
                    <a:pt x="499010" y="22635"/>
                    <a:pt x="494954" y="23030"/>
                    <a:pt x="490963" y="23606"/>
                  </a:cubicBezTo>
                  <a:cubicBezTo>
                    <a:pt x="480844" y="25065"/>
                    <a:pt x="472563" y="35806"/>
                    <a:pt x="473589" y="46535"/>
                  </a:cubicBezTo>
                  <a:cubicBezTo>
                    <a:pt x="474547" y="56554"/>
                    <a:pt x="483434" y="65804"/>
                    <a:pt x="494343" y="65802"/>
                  </a:cubicBezTo>
                  <a:cubicBezTo>
                    <a:pt x="532479" y="65795"/>
                    <a:pt x="570614" y="65800"/>
                    <a:pt x="608750" y="65800"/>
                  </a:cubicBezTo>
                  <a:cubicBezTo>
                    <a:pt x="610417" y="65800"/>
                    <a:pt x="612084" y="65800"/>
                    <a:pt x="613752" y="65800"/>
                  </a:cubicBezTo>
                  <a:cubicBezTo>
                    <a:pt x="613899" y="66243"/>
                    <a:pt x="614046" y="66687"/>
                    <a:pt x="614194" y="67131"/>
                  </a:cubicBezTo>
                  <a:cubicBezTo>
                    <a:pt x="597091" y="84201"/>
                    <a:pt x="579989" y="101270"/>
                    <a:pt x="562395" y="118831"/>
                  </a:cubicBezTo>
                  <a:cubicBezTo>
                    <a:pt x="459851" y="221375"/>
                    <a:pt x="357307" y="323918"/>
                    <a:pt x="254763" y="426462"/>
                  </a:cubicBezTo>
                  <a:cubicBezTo>
                    <a:pt x="253953" y="427272"/>
                    <a:pt x="253035" y="428002"/>
                    <a:pt x="252355" y="428909"/>
                  </a:cubicBezTo>
                  <a:cubicBezTo>
                    <a:pt x="250685" y="431140"/>
                    <a:pt x="249030" y="430886"/>
                    <a:pt x="247162" y="429177"/>
                  </a:cubicBezTo>
                  <a:cubicBezTo>
                    <a:pt x="239851" y="422487"/>
                    <a:pt x="232511" y="415828"/>
                    <a:pt x="225184" y="409155"/>
                  </a:cubicBezTo>
                  <a:cubicBezTo>
                    <a:pt x="217736" y="402372"/>
                    <a:pt x="210344" y="395526"/>
                    <a:pt x="202832" y="388815"/>
                  </a:cubicBezTo>
                  <a:cubicBezTo>
                    <a:pt x="188318" y="375847"/>
                    <a:pt x="173704" y="362991"/>
                    <a:pt x="159196" y="350016"/>
                  </a:cubicBezTo>
                  <a:cubicBezTo>
                    <a:pt x="151444" y="343083"/>
                    <a:pt x="143903" y="335913"/>
                    <a:pt x="136135" y="328999"/>
                  </a:cubicBezTo>
                  <a:cubicBezTo>
                    <a:pt x="122451" y="316819"/>
                    <a:pt x="108596" y="304830"/>
                    <a:pt x="94944" y="292614"/>
                  </a:cubicBezTo>
                  <a:cubicBezTo>
                    <a:pt x="83441" y="282320"/>
                    <a:pt x="72158" y="271780"/>
                    <a:pt x="60683" y="261454"/>
                  </a:cubicBezTo>
                  <a:cubicBezTo>
                    <a:pt x="59393" y="260293"/>
                    <a:pt x="57489" y="259815"/>
                    <a:pt x="54923" y="258555"/>
                  </a:cubicBezTo>
                  <a:cubicBezTo>
                    <a:pt x="55924" y="260587"/>
                    <a:pt x="56243" y="261531"/>
                    <a:pt x="56795" y="262309"/>
                  </a:cubicBezTo>
                  <a:cubicBezTo>
                    <a:pt x="75238" y="288326"/>
                    <a:pt x="93716" y="314318"/>
                    <a:pt x="112160" y="340333"/>
                  </a:cubicBezTo>
                  <a:cubicBezTo>
                    <a:pt x="134423" y="371735"/>
                    <a:pt x="156641" y="403167"/>
                    <a:pt x="178911" y="434563"/>
                  </a:cubicBezTo>
                  <a:cubicBezTo>
                    <a:pt x="195221" y="457556"/>
                    <a:pt x="211617" y="480489"/>
                    <a:pt x="227896" y="503504"/>
                  </a:cubicBezTo>
                  <a:cubicBezTo>
                    <a:pt x="231534" y="508647"/>
                    <a:pt x="231390" y="508760"/>
                    <a:pt x="235679" y="504471"/>
                  </a:cubicBezTo>
                  <a:cubicBezTo>
                    <a:pt x="300606" y="439545"/>
                    <a:pt x="365532" y="374618"/>
                    <a:pt x="430458" y="309692"/>
                  </a:cubicBezTo>
                  <a:cubicBezTo>
                    <a:pt x="500014" y="240136"/>
                    <a:pt x="569569" y="170580"/>
                    <a:pt x="639136" y="101035"/>
                  </a:cubicBezTo>
                  <a:cubicBezTo>
                    <a:pt x="640526" y="99646"/>
                    <a:pt x="642056" y="98395"/>
                    <a:pt x="644397" y="96292"/>
                  </a:cubicBezTo>
                  <a:cubicBezTo>
                    <a:pt x="644397" y="99625"/>
                    <a:pt x="644397" y="101552"/>
                    <a:pt x="644397" y="103480"/>
                  </a:cubicBezTo>
                  <a:cubicBezTo>
                    <a:pt x="644398" y="140633"/>
                    <a:pt x="644395" y="177787"/>
                    <a:pt x="644399" y="214940"/>
                  </a:cubicBezTo>
                  <a:cubicBezTo>
                    <a:pt x="644400" y="226228"/>
                    <a:pt x="654103" y="237701"/>
                    <a:pt x="667080" y="236831"/>
                  </a:cubicBezTo>
                  <a:cubicBezTo>
                    <a:pt x="678603" y="236059"/>
                    <a:pt x="687602" y="227157"/>
                    <a:pt x="687604" y="214893"/>
                  </a:cubicBezTo>
                  <a:cubicBezTo>
                    <a:pt x="687612" y="152697"/>
                    <a:pt x="687608" y="90502"/>
                    <a:pt x="687608" y="28307"/>
                  </a:cubicBezTo>
                  <a:cubicBezTo>
                    <a:pt x="687608" y="26559"/>
                    <a:pt x="687608" y="24811"/>
                    <a:pt x="687608" y="22589"/>
                  </a:cubicBezTo>
                  <a:cubicBezTo>
                    <a:pt x="685122" y="22589"/>
                    <a:pt x="683199" y="22589"/>
                    <a:pt x="681276" y="22589"/>
                  </a:cubicBezTo>
                  <a:close/>
                  <a:moveTo>
                    <a:pt x="704868" y="2"/>
                  </a:moveTo>
                  <a:cubicBezTo>
                    <a:pt x="706789" y="2"/>
                    <a:pt x="708710" y="2"/>
                    <a:pt x="711177" y="2"/>
                  </a:cubicBezTo>
                  <a:cubicBezTo>
                    <a:pt x="711177" y="2406"/>
                    <a:pt x="711177" y="4320"/>
                    <a:pt x="711177" y="6233"/>
                  </a:cubicBezTo>
                  <a:cubicBezTo>
                    <a:pt x="711177" y="75467"/>
                    <a:pt x="711271" y="144701"/>
                    <a:pt x="711132" y="213935"/>
                  </a:cubicBezTo>
                  <a:cubicBezTo>
                    <a:pt x="711075" y="242619"/>
                    <a:pt x="689639" y="262123"/>
                    <a:pt x="661714" y="260151"/>
                  </a:cubicBezTo>
                  <a:cubicBezTo>
                    <a:pt x="639149" y="258559"/>
                    <a:pt x="621368" y="237615"/>
                    <a:pt x="621725" y="217521"/>
                  </a:cubicBezTo>
                  <a:cubicBezTo>
                    <a:pt x="622103" y="196264"/>
                    <a:pt x="621810" y="174996"/>
                    <a:pt x="620679" y="152860"/>
                  </a:cubicBezTo>
                  <a:cubicBezTo>
                    <a:pt x="529397" y="244142"/>
                    <a:pt x="438115" y="335424"/>
                    <a:pt x="346588" y="426952"/>
                  </a:cubicBezTo>
                  <a:cubicBezTo>
                    <a:pt x="308613" y="464927"/>
                    <a:pt x="270884" y="502657"/>
                    <a:pt x="233153" y="540385"/>
                  </a:cubicBezTo>
                  <a:cubicBezTo>
                    <a:pt x="228367" y="545172"/>
                    <a:pt x="228571" y="545026"/>
                    <a:pt x="224590" y="539298"/>
                  </a:cubicBezTo>
                  <a:cubicBezTo>
                    <a:pt x="215121" y="525676"/>
                    <a:pt x="205444" y="512199"/>
                    <a:pt x="195840" y="498671"/>
                  </a:cubicBezTo>
                  <a:cubicBezTo>
                    <a:pt x="186982" y="486195"/>
                    <a:pt x="178120" y="473721"/>
                    <a:pt x="169242" y="461258"/>
                  </a:cubicBezTo>
                  <a:cubicBezTo>
                    <a:pt x="149711" y="433839"/>
                    <a:pt x="130131" y="406454"/>
                    <a:pt x="110644" y="379003"/>
                  </a:cubicBezTo>
                  <a:cubicBezTo>
                    <a:pt x="98992" y="362589"/>
                    <a:pt x="87515" y="346051"/>
                    <a:pt x="75893" y="329616"/>
                  </a:cubicBezTo>
                  <a:cubicBezTo>
                    <a:pt x="57573" y="303710"/>
                    <a:pt x="39183" y="277854"/>
                    <a:pt x="20854" y="251955"/>
                  </a:cubicBezTo>
                  <a:cubicBezTo>
                    <a:pt x="14810" y="243414"/>
                    <a:pt x="8874" y="234797"/>
                    <a:pt x="2872" y="226227"/>
                  </a:cubicBezTo>
                  <a:cubicBezTo>
                    <a:pt x="-2271" y="218881"/>
                    <a:pt x="-203" y="207323"/>
                    <a:pt x="6655" y="202137"/>
                  </a:cubicBezTo>
                  <a:cubicBezTo>
                    <a:pt x="13974" y="196602"/>
                    <a:pt x="24022" y="196950"/>
                    <a:pt x="31463" y="203677"/>
                  </a:cubicBezTo>
                  <a:cubicBezTo>
                    <a:pt x="42914" y="214031"/>
                    <a:pt x="54221" y="224544"/>
                    <a:pt x="65677" y="234891"/>
                  </a:cubicBezTo>
                  <a:cubicBezTo>
                    <a:pt x="81578" y="249250"/>
                    <a:pt x="97549" y="263531"/>
                    <a:pt x="113512" y="277822"/>
                  </a:cubicBezTo>
                  <a:cubicBezTo>
                    <a:pt x="125600" y="288643"/>
                    <a:pt x="137707" y="299445"/>
                    <a:pt x="149833" y="310224"/>
                  </a:cubicBezTo>
                  <a:cubicBezTo>
                    <a:pt x="167167" y="325633"/>
                    <a:pt x="184551" y="340987"/>
                    <a:pt x="201864" y="356420"/>
                  </a:cubicBezTo>
                  <a:cubicBezTo>
                    <a:pt x="209262" y="363014"/>
                    <a:pt x="216539" y="369743"/>
                    <a:pt x="223867" y="376415"/>
                  </a:cubicBezTo>
                  <a:cubicBezTo>
                    <a:pt x="231195" y="383086"/>
                    <a:pt x="238423" y="389874"/>
                    <a:pt x="245951" y="396311"/>
                  </a:cubicBezTo>
                  <a:cubicBezTo>
                    <a:pt x="247022" y="397226"/>
                    <a:pt x="249595" y="396719"/>
                    <a:pt x="251363" y="396349"/>
                  </a:cubicBezTo>
                  <a:cubicBezTo>
                    <a:pt x="252300" y="396153"/>
                    <a:pt x="253001" y="394834"/>
                    <a:pt x="253811" y="394024"/>
                  </a:cubicBezTo>
                  <a:cubicBezTo>
                    <a:pt x="353573" y="294260"/>
                    <a:pt x="453332" y="194492"/>
                    <a:pt x="553138" y="94772"/>
                  </a:cubicBezTo>
                  <a:cubicBezTo>
                    <a:pt x="554496" y="93416"/>
                    <a:pt x="556454" y="92660"/>
                    <a:pt x="558132" y="91624"/>
                  </a:cubicBezTo>
                  <a:cubicBezTo>
                    <a:pt x="557695" y="90873"/>
                    <a:pt x="557258" y="90121"/>
                    <a:pt x="556822" y="89369"/>
                  </a:cubicBezTo>
                  <a:cubicBezTo>
                    <a:pt x="555166" y="89369"/>
                    <a:pt x="553510" y="89369"/>
                    <a:pt x="551854" y="89369"/>
                  </a:cubicBezTo>
                  <a:cubicBezTo>
                    <a:pt x="533523" y="89369"/>
                    <a:pt x="515188" y="89162"/>
                    <a:pt x="496860" y="89421"/>
                  </a:cubicBezTo>
                  <a:cubicBezTo>
                    <a:pt x="473990" y="89745"/>
                    <a:pt x="455685" y="75082"/>
                    <a:pt x="451579" y="54010"/>
                  </a:cubicBezTo>
                  <a:cubicBezTo>
                    <a:pt x="446750" y="29223"/>
                    <a:pt x="459757" y="6666"/>
                    <a:pt x="485585" y="1014"/>
                  </a:cubicBezTo>
                  <a:cubicBezTo>
                    <a:pt x="488871" y="295"/>
                    <a:pt x="492319" y="45"/>
                    <a:pt x="495694" y="42"/>
                  </a:cubicBezTo>
                  <a:cubicBezTo>
                    <a:pt x="565418" y="-12"/>
                    <a:pt x="635143" y="2"/>
                    <a:pt x="704868" y="2"/>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51" name="Group 950">
            <a:extLst>
              <a:ext uri="{FF2B5EF4-FFF2-40B4-BE49-F238E27FC236}">
                <a16:creationId xmlns:a16="http://schemas.microsoft.com/office/drawing/2014/main" id="{3CC39FDA-6119-808F-DED9-C724EE5FB353}"/>
              </a:ext>
              <a:ext uri="{C183D7F6-B498-43B3-948B-1728B52AA6E4}">
                <adec:decorative xmlns:adec="http://schemas.microsoft.com/office/drawing/2017/decorative" val="1"/>
              </a:ext>
            </a:extLst>
          </p:cNvPr>
          <p:cNvGrpSpPr>
            <a:grpSpLocks noChangeAspect="1"/>
          </p:cNvGrpSpPr>
          <p:nvPr/>
        </p:nvGrpSpPr>
        <p:grpSpPr>
          <a:xfrm>
            <a:off x="1260852" y="2930159"/>
            <a:ext cx="388514" cy="457200"/>
            <a:chOff x="1260852" y="2930159"/>
            <a:chExt cx="388514" cy="457200"/>
          </a:xfrm>
          <a:solidFill>
            <a:srgbClr val="FF0000"/>
          </a:solidFill>
        </p:grpSpPr>
        <p:sp>
          <p:nvSpPr>
            <p:cNvPr id="32" name="Freeform: Shape 31">
              <a:extLst>
                <a:ext uri="{FF2B5EF4-FFF2-40B4-BE49-F238E27FC236}">
                  <a16:creationId xmlns:a16="http://schemas.microsoft.com/office/drawing/2014/main" id="{843DC6BD-E5A2-0EDC-3743-5EDBB3207261}"/>
                </a:ext>
                <a:ext uri="{C183D7F6-B498-43B3-948B-1728B52AA6E4}">
                  <adec:decorative xmlns:adec="http://schemas.microsoft.com/office/drawing/2017/decorative" val="1"/>
                </a:ext>
              </a:extLst>
            </p:cNvPr>
            <p:cNvSpPr/>
            <p:nvPr/>
          </p:nvSpPr>
          <p:spPr>
            <a:xfrm>
              <a:off x="1260852" y="2930159"/>
              <a:ext cx="388514" cy="401102"/>
            </a:xfrm>
            <a:custGeom>
              <a:avLst/>
              <a:gdLst>
                <a:gd name="connsiteX0" fmla="*/ 353853 w 662904"/>
                <a:gd name="connsiteY0" fmla="*/ 426397 h 684383"/>
                <a:gd name="connsiteX1" fmla="*/ 353854 w 662904"/>
                <a:gd name="connsiteY1" fmla="*/ 426400 h 684383"/>
                <a:gd name="connsiteX2" fmla="*/ 353854 w 662904"/>
                <a:gd name="connsiteY2" fmla="*/ 426400 h 684383"/>
                <a:gd name="connsiteX3" fmla="*/ 330653 w 662904"/>
                <a:gd name="connsiteY3" fmla="*/ 0 h 684383"/>
                <a:gd name="connsiteX4" fmla="*/ 452428 w 662904"/>
                <a:gd name="connsiteY4" fmla="*/ 121771 h 684383"/>
                <a:gd name="connsiteX5" fmla="*/ 422880 w 662904"/>
                <a:gd name="connsiteY5" fmla="*/ 150832 h 684383"/>
                <a:gd name="connsiteX6" fmla="*/ 355668 w 662904"/>
                <a:gd name="connsiteY6" fmla="*/ 83042 h 684383"/>
                <a:gd name="connsiteX7" fmla="*/ 353299 w 662904"/>
                <a:gd name="connsiteY7" fmla="*/ 83871 h 684383"/>
                <a:gd name="connsiteX8" fmla="*/ 353259 w 662904"/>
                <a:gd name="connsiteY8" fmla="*/ 423871 h 684383"/>
                <a:gd name="connsiteX9" fmla="*/ 353394 w 662904"/>
                <a:gd name="connsiteY9" fmla="*/ 424443 h 684383"/>
                <a:gd name="connsiteX10" fmla="*/ 355006 w 662904"/>
                <a:gd name="connsiteY10" fmla="*/ 424023 h 684383"/>
                <a:gd name="connsiteX11" fmla="*/ 353855 w 662904"/>
                <a:gd name="connsiteY11" fmla="*/ 426398 h 684383"/>
                <a:gd name="connsiteX12" fmla="*/ 355322 w 662904"/>
                <a:gd name="connsiteY12" fmla="*/ 424037 h 684383"/>
                <a:gd name="connsiteX13" fmla="*/ 569654 w 662904"/>
                <a:gd name="connsiteY13" fmla="*/ 272519 h 684383"/>
                <a:gd name="connsiteX14" fmla="*/ 485618 w 662904"/>
                <a:gd name="connsiteY14" fmla="*/ 244914 h 684383"/>
                <a:gd name="connsiteX15" fmla="*/ 497469 w 662904"/>
                <a:gd name="connsiteY15" fmla="*/ 209399 h 684383"/>
                <a:gd name="connsiteX16" fmla="*/ 505055 w 662904"/>
                <a:gd name="connsiteY16" fmla="*/ 205580 h 684383"/>
                <a:gd name="connsiteX17" fmla="*/ 587355 w 662904"/>
                <a:gd name="connsiteY17" fmla="*/ 232769 h 684383"/>
                <a:gd name="connsiteX18" fmla="*/ 657178 w 662904"/>
                <a:gd name="connsiteY18" fmla="*/ 255590 h 684383"/>
                <a:gd name="connsiteX19" fmla="*/ 662125 w 662904"/>
                <a:gd name="connsiteY19" fmla="*/ 264816 h 684383"/>
                <a:gd name="connsiteX20" fmla="*/ 621003 w 662904"/>
                <a:gd name="connsiteY20" fmla="*/ 389002 h 684383"/>
                <a:gd name="connsiteX21" fmla="*/ 609860 w 662904"/>
                <a:gd name="connsiteY21" fmla="*/ 423039 h 684383"/>
                <a:gd name="connsiteX22" fmla="*/ 568979 w 662904"/>
                <a:gd name="connsiteY22" fmla="*/ 409138 h 684383"/>
                <a:gd name="connsiteX23" fmla="*/ 602254 w 662904"/>
                <a:gd name="connsiteY23" fmla="*/ 307447 h 684383"/>
                <a:gd name="connsiteX24" fmla="*/ 588405 w 662904"/>
                <a:gd name="connsiteY24" fmla="*/ 312090 h 684383"/>
                <a:gd name="connsiteX25" fmla="*/ 471058 w 662904"/>
                <a:gd name="connsiteY25" fmla="*/ 372774 h 684383"/>
                <a:gd name="connsiteX26" fmla="*/ 387743 w 662904"/>
                <a:gd name="connsiteY26" fmla="*/ 453908 h 684383"/>
                <a:gd name="connsiteX27" fmla="*/ 359675 w 662904"/>
                <a:gd name="connsiteY27" fmla="*/ 515899 h 684383"/>
                <a:gd name="connsiteX28" fmla="*/ 353169 w 662904"/>
                <a:gd name="connsiteY28" fmla="*/ 589622 h 684383"/>
                <a:gd name="connsiteX29" fmla="*/ 352627 w 662904"/>
                <a:gd name="connsiteY29" fmla="*/ 592753 h 684383"/>
                <a:gd name="connsiteX30" fmla="*/ 353089 w 662904"/>
                <a:gd name="connsiteY30" fmla="*/ 592753 h 684383"/>
                <a:gd name="connsiteX31" fmla="*/ 353089 w 662904"/>
                <a:gd name="connsiteY31" fmla="*/ 611357 h 684383"/>
                <a:gd name="connsiteX32" fmla="*/ 353083 w 662904"/>
                <a:gd name="connsiteY32" fmla="*/ 611357 h 684383"/>
                <a:gd name="connsiteX33" fmla="*/ 353083 w 662904"/>
                <a:gd name="connsiteY33" fmla="*/ 630514 h 684383"/>
                <a:gd name="connsiteX34" fmla="*/ 353033 w 662904"/>
                <a:gd name="connsiteY34" fmla="*/ 630514 h 684383"/>
                <a:gd name="connsiteX35" fmla="*/ 353033 w 662904"/>
                <a:gd name="connsiteY35" fmla="*/ 651568 h 684383"/>
                <a:gd name="connsiteX36" fmla="*/ 352930 w 662904"/>
                <a:gd name="connsiteY36" fmla="*/ 651568 h 684383"/>
                <a:gd name="connsiteX37" fmla="*/ 352930 w 662904"/>
                <a:gd name="connsiteY37" fmla="*/ 670662 h 684383"/>
                <a:gd name="connsiteX38" fmla="*/ 353098 w 662904"/>
                <a:gd name="connsiteY38" fmla="*/ 670662 h 684383"/>
                <a:gd name="connsiteX39" fmla="*/ 353098 w 662904"/>
                <a:gd name="connsiteY39" fmla="*/ 684383 h 684383"/>
                <a:gd name="connsiteX40" fmla="*/ 310883 w 662904"/>
                <a:gd name="connsiteY40" fmla="*/ 684383 h 684383"/>
                <a:gd name="connsiteX41" fmla="*/ 310883 w 662904"/>
                <a:gd name="connsiteY41" fmla="*/ 672000 h 684383"/>
                <a:gd name="connsiteX42" fmla="*/ 310827 w 662904"/>
                <a:gd name="connsiteY42" fmla="*/ 672000 h 684383"/>
                <a:gd name="connsiteX43" fmla="*/ 310827 w 662904"/>
                <a:gd name="connsiteY43" fmla="*/ 651427 h 684383"/>
                <a:gd name="connsiteX44" fmla="*/ 310839 w 662904"/>
                <a:gd name="connsiteY44" fmla="*/ 651427 h 684383"/>
                <a:gd name="connsiteX45" fmla="*/ 310839 w 662904"/>
                <a:gd name="connsiteY45" fmla="*/ 630388 h 684383"/>
                <a:gd name="connsiteX46" fmla="*/ 310888 w 662904"/>
                <a:gd name="connsiteY46" fmla="*/ 630388 h 684383"/>
                <a:gd name="connsiteX47" fmla="*/ 310888 w 662904"/>
                <a:gd name="connsiteY47" fmla="*/ 611357 h 684383"/>
                <a:gd name="connsiteX48" fmla="*/ 310708 w 662904"/>
                <a:gd name="connsiteY48" fmla="*/ 611357 h 684383"/>
                <a:gd name="connsiteX49" fmla="*/ 310708 w 662904"/>
                <a:gd name="connsiteY49" fmla="*/ 592753 h 684383"/>
                <a:gd name="connsiteX50" fmla="*/ 310848 w 662904"/>
                <a:gd name="connsiteY50" fmla="*/ 592753 h 684383"/>
                <a:gd name="connsiteX51" fmla="*/ 310427 w 662904"/>
                <a:gd name="connsiteY51" fmla="*/ 574638 h 684383"/>
                <a:gd name="connsiteX52" fmla="*/ 309590 w 662904"/>
                <a:gd name="connsiteY52" fmla="*/ 556510 h 684383"/>
                <a:gd name="connsiteX53" fmla="*/ 278873 w 662904"/>
                <a:gd name="connsiteY53" fmla="*/ 459776 h 684383"/>
                <a:gd name="connsiteX54" fmla="*/ 228563 w 662904"/>
                <a:gd name="connsiteY54" fmla="*/ 401508 h 684383"/>
                <a:gd name="connsiteX55" fmla="*/ 171375 w 662904"/>
                <a:gd name="connsiteY55" fmla="*/ 360361 h 684383"/>
                <a:gd name="connsiteX56" fmla="*/ 118368 w 662904"/>
                <a:gd name="connsiteY56" fmla="*/ 331867 h 684383"/>
                <a:gd name="connsiteX57" fmla="*/ 64143 w 662904"/>
                <a:gd name="connsiteY57" fmla="*/ 308184 h 684383"/>
                <a:gd name="connsiteX58" fmla="*/ 60865 w 662904"/>
                <a:gd name="connsiteY58" fmla="*/ 308137 h 684383"/>
                <a:gd name="connsiteX59" fmla="*/ 94196 w 662904"/>
                <a:gd name="connsiteY59" fmla="*/ 409036 h 684383"/>
                <a:gd name="connsiteX60" fmla="*/ 57867 w 662904"/>
                <a:gd name="connsiteY60" fmla="*/ 421131 h 684383"/>
                <a:gd name="connsiteX61" fmla="*/ 51444 w 662904"/>
                <a:gd name="connsiteY61" fmla="*/ 417469 h 684383"/>
                <a:gd name="connsiteX62" fmla="*/ 27357 w 662904"/>
                <a:gd name="connsiteY62" fmla="*/ 343211 h 684383"/>
                <a:gd name="connsiteX63" fmla="*/ 976 w 662904"/>
                <a:gd name="connsiteY63" fmla="*/ 265430 h 684383"/>
                <a:gd name="connsiteX64" fmla="*/ 6172 w 662904"/>
                <a:gd name="connsiteY64" fmla="*/ 255443 h 684383"/>
                <a:gd name="connsiteX65" fmla="*/ 155197 w 662904"/>
                <a:gd name="connsiteY65" fmla="*/ 206570 h 684383"/>
                <a:gd name="connsiteX66" fmla="*/ 163557 w 662904"/>
                <a:gd name="connsiteY66" fmla="*/ 204037 h 684383"/>
                <a:gd name="connsiteX67" fmla="*/ 177141 w 662904"/>
                <a:gd name="connsiteY67" fmla="*/ 244622 h 684383"/>
                <a:gd name="connsiteX68" fmla="*/ 93124 w 662904"/>
                <a:gd name="connsiteY68" fmla="*/ 272335 h 684383"/>
                <a:gd name="connsiteX69" fmla="*/ 309883 w 662904"/>
                <a:gd name="connsiteY69" fmla="*/ 427046 h 684383"/>
                <a:gd name="connsiteX70" fmla="*/ 309883 w 662904"/>
                <a:gd name="connsiteY70" fmla="*/ 83243 h 684383"/>
                <a:gd name="connsiteX71" fmla="*/ 241137 w 662904"/>
                <a:gd name="connsiteY71" fmla="*/ 152028 h 684383"/>
                <a:gd name="connsiteX72" fmla="*/ 210530 w 662904"/>
                <a:gd name="connsiteY72" fmla="*/ 120139 h 684383"/>
                <a:gd name="connsiteX73" fmla="*/ 330653 w 662904"/>
                <a:gd name="connsiteY73" fmla="*/ 0 h 68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62904" h="684383">
                  <a:moveTo>
                    <a:pt x="353853" y="426397"/>
                  </a:moveTo>
                  <a:lnTo>
                    <a:pt x="353854" y="426400"/>
                  </a:lnTo>
                  <a:lnTo>
                    <a:pt x="353854" y="426400"/>
                  </a:lnTo>
                  <a:close/>
                  <a:moveTo>
                    <a:pt x="330653" y="0"/>
                  </a:moveTo>
                  <a:cubicBezTo>
                    <a:pt x="370957" y="40302"/>
                    <a:pt x="411681" y="81025"/>
                    <a:pt x="452428" y="121771"/>
                  </a:cubicBezTo>
                  <a:cubicBezTo>
                    <a:pt x="443485" y="130567"/>
                    <a:pt x="433488" y="140399"/>
                    <a:pt x="422880" y="150832"/>
                  </a:cubicBezTo>
                  <a:cubicBezTo>
                    <a:pt x="400693" y="128453"/>
                    <a:pt x="378180" y="105748"/>
                    <a:pt x="355668" y="83042"/>
                  </a:cubicBezTo>
                  <a:cubicBezTo>
                    <a:pt x="354878" y="83318"/>
                    <a:pt x="354089" y="83595"/>
                    <a:pt x="353299" y="83871"/>
                  </a:cubicBezTo>
                  <a:cubicBezTo>
                    <a:pt x="353299" y="196871"/>
                    <a:pt x="353299" y="309871"/>
                    <a:pt x="353259" y="423871"/>
                  </a:cubicBezTo>
                  <a:lnTo>
                    <a:pt x="353394" y="424443"/>
                  </a:lnTo>
                  <a:lnTo>
                    <a:pt x="355006" y="424023"/>
                  </a:lnTo>
                  <a:lnTo>
                    <a:pt x="353855" y="426398"/>
                  </a:lnTo>
                  <a:lnTo>
                    <a:pt x="355322" y="424037"/>
                  </a:lnTo>
                  <a:cubicBezTo>
                    <a:pt x="409048" y="349088"/>
                    <a:pt x="485826" y="306614"/>
                    <a:pt x="569654" y="272519"/>
                  </a:cubicBezTo>
                  <a:cubicBezTo>
                    <a:pt x="541144" y="263153"/>
                    <a:pt x="513526" y="254081"/>
                    <a:pt x="485618" y="244914"/>
                  </a:cubicBezTo>
                  <a:cubicBezTo>
                    <a:pt x="489835" y="232444"/>
                    <a:pt x="494023" y="221032"/>
                    <a:pt x="497469" y="209399"/>
                  </a:cubicBezTo>
                  <a:cubicBezTo>
                    <a:pt x="498885" y="204617"/>
                    <a:pt x="500655" y="204099"/>
                    <a:pt x="505055" y="205580"/>
                  </a:cubicBezTo>
                  <a:cubicBezTo>
                    <a:pt x="532439" y="214790"/>
                    <a:pt x="559909" y="223742"/>
                    <a:pt x="587355" y="232769"/>
                  </a:cubicBezTo>
                  <a:cubicBezTo>
                    <a:pt x="610616" y="240419"/>
                    <a:pt x="633839" y="248189"/>
                    <a:pt x="657178" y="255590"/>
                  </a:cubicBezTo>
                  <a:cubicBezTo>
                    <a:pt x="662437" y="257258"/>
                    <a:pt x="664040" y="259120"/>
                    <a:pt x="662125" y="264816"/>
                  </a:cubicBezTo>
                  <a:cubicBezTo>
                    <a:pt x="648228" y="306148"/>
                    <a:pt x="634661" y="347590"/>
                    <a:pt x="621003" y="389002"/>
                  </a:cubicBezTo>
                  <a:cubicBezTo>
                    <a:pt x="617312" y="400191"/>
                    <a:pt x="613670" y="411396"/>
                    <a:pt x="609860" y="423039"/>
                  </a:cubicBezTo>
                  <a:cubicBezTo>
                    <a:pt x="595859" y="418278"/>
                    <a:pt x="582456" y="413721"/>
                    <a:pt x="568979" y="409138"/>
                  </a:cubicBezTo>
                  <a:cubicBezTo>
                    <a:pt x="580087" y="375191"/>
                    <a:pt x="590963" y="341952"/>
                    <a:pt x="602254" y="307447"/>
                  </a:cubicBezTo>
                  <a:cubicBezTo>
                    <a:pt x="597124" y="309148"/>
                    <a:pt x="592637" y="310316"/>
                    <a:pt x="588405" y="312090"/>
                  </a:cubicBezTo>
                  <a:cubicBezTo>
                    <a:pt x="547663" y="329164"/>
                    <a:pt x="507681" y="347725"/>
                    <a:pt x="471058" y="372774"/>
                  </a:cubicBezTo>
                  <a:cubicBezTo>
                    <a:pt x="438580" y="394987"/>
                    <a:pt x="409907" y="421095"/>
                    <a:pt x="387743" y="453908"/>
                  </a:cubicBezTo>
                  <a:cubicBezTo>
                    <a:pt x="374858" y="472984"/>
                    <a:pt x="365718" y="493845"/>
                    <a:pt x="359675" y="515899"/>
                  </a:cubicBezTo>
                  <a:cubicBezTo>
                    <a:pt x="353076" y="539977"/>
                    <a:pt x="352489" y="564792"/>
                    <a:pt x="353169" y="589622"/>
                  </a:cubicBezTo>
                  <a:lnTo>
                    <a:pt x="352627" y="592753"/>
                  </a:lnTo>
                  <a:lnTo>
                    <a:pt x="353089" y="592753"/>
                  </a:lnTo>
                  <a:lnTo>
                    <a:pt x="353089" y="611357"/>
                  </a:lnTo>
                  <a:lnTo>
                    <a:pt x="353083" y="611357"/>
                  </a:lnTo>
                  <a:lnTo>
                    <a:pt x="353083" y="630514"/>
                  </a:lnTo>
                  <a:lnTo>
                    <a:pt x="353033" y="630514"/>
                  </a:lnTo>
                  <a:lnTo>
                    <a:pt x="353033" y="651568"/>
                  </a:lnTo>
                  <a:lnTo>
                    <a:pt x="352930" y="651568"/>
                  </a:lnTo>
                  <a:lnTo>
                    <a:pt x="352930" y="670662"/>
                  </a:lnTo>
                  <a:lnTo>
                    <a:pt x="353098" y="670662"/>
                  </a:lnTo>
                  <a:lnTo>
                    <a:pt x="353098" y="684383"/>
                  </a:lnTo>
                  <a:lnTo>
                    <a:pt x="310883" y="684383"/>
                  </a:lnTo>
                  <a:lnTo>
                    <a:pt x="310883" y="672000"/>
                  </a:lnTo>
                  <a:lnTo>
                    <a:pt x="310827" y="672000"/>
                  </a:lnTo>
                  <a:lnTo>
                    <a:pt x="310827" y="651427"/>
                  </a:lnTo>
                  <a:lnTo>
                    <a:pt x="310839" y="651427"/>
                  </a:lnTo>
                  <a:lnTo>
                    <a:pt x="310839" y="630388"/>
                  </a:lnTo>
                  <a:lnTo>
                    <a:pt x="310888" y="630388"/>
                  </a:lnTo>
                  <a:lnTo>
                    <a:pt x="310888" y="611357"/>
                  </a:lnTo>
                  <a:lnTo>
                    <a:pt x="310708" y="611357"/>
                  </a:lnTo>
                  <a:lnTo>
                    <a:pt x="310708" y="592753"/>
                  </a:lnTo>
                  <a:lnTo>
                    <a:pt x="310848" y="592753"/>
                  </a:lnTo>
                  <a:lnTo>
                    <a:pt x="310427" y="574638"/>
                  </a:lnTo>
                  <a:cubicBezTo>
                    <a:pt x="310278" y="568585"/>
                    <a:pt x="310061" y="562537"/>
                    <a:pt x="309590" y="556510"/>
                  </a:cubicBezTo>
                  <a:cubicBezTo>
                    <a:pt x="306883" y="521921"/>
                    <a:pt x="297502" y="489587"/>
                    <a:pt x="278873" y="459776"/>
                  </a:cubicBezTo>
                  <a:cubicBezTo>
                    <a:pt x="265021" y="437609"/>
                    <a:pt x="248042" y="418251"/>
                    <a:pt x="228563" y="401508"/>
                  </a:cubicBezTo>
                  <a:cubicBezTo>
                    <a:pt x="210809" y="386247"/>
                    <a:pt x="191186" y="372937"/>
                    <a:pt x="171375" y="360361"/>
                  </a:cubicBezTo>
                  <a:cubicBezTo>
                    <a:pt x="154478" y="349634"/>
                    <a:pt x="136417" y="340607"/>
                    <a:pt x="118368" y="331867"/>
                  </a:cubicBezTo>
                  <a:cubicBezTo>
                    <a:pt x="100629" y="323277"/>
                    <a:pt x="82264" y="315979"/>
                    <a:pt x="64143" y="308184"/>
                  </a:cubicBezTo>
                  <a:cubicBezTo>
                    <a:pt x="63289" y="307817"/>
                    <a:pt x="62140" y="308137"/>
                    <a:pt x="60865" y="308137"/>
                  </a:cubicBezTo>
                  <a:cubicBezTo>
                    <a:pt x="71982" y="341790"/>
                    <a:pt x="83006" y="375162"/>
                    <a:pt x="94196" y="409036"/>
                  </a:cubicBezTo>
                  <a:cubicBezTo>
                    <a:pt x="81770" y="413197"/>
                    <a:pt x="69858" y="417287"/>
                    <a:pt x="57867" y="421131"/>
                  </a:cubicBezTo>
                  <a:cubicBezTo>
                    <a:pt x="54820" y="422107"/>
                    <a:pt x="52744" y="421641"/>
                    <a:pt x="51444" y="417469"/>
                  </a:cubicBezTo>
                  <a:cubicBezTo>
                    <a:pt x="43706" y="392625"/>
                    <a:pt x="35559" y="367907"/>
                    <a:pt x="27357" y="343211"/>
                  </a:cubicBezTo>
                  <a:cubicBezTo>
                    <a:pt x="18728" y="317229"/>
                    <a:pt x="10097" y="291242"/>
                    <a:pt x="976" y="265430"/>
                  </a:cubicBezTo>
                  <a:cubicBezTo>
                    <a:pt x="-1213" y="259234"/>
                    <a:pt x="180" y="257380"/>
                    <a:pt x="6172" y="255443"/>
                  </a:cubicBezTo>
                  <a:cubicBezTo>
                    <a:pt x="55915" y="239362"/>
                    <a:pt x="105535" y="222902"/>
                    <a:pt x="155197" y="206570"/>
                  </a:cubicBezTo>
                  <a:cubicBezTo>
                    <a:pt x="157776" y="205722"/>
                    <a:pt x="160394" y="204992"/>
                    <a:pt x="163557" y="204037"/>
                  </a:cubicBezTo>
                  <a:cubicBezTo>
                    <a:pt x="168080" y="217550"/>
                    <a:pt x="172463" y="230644"/>
                    <a:pt x="177141" y="244622"/>
                  </a:cubicBezTo>
                  <a:cubicBezTo>
                    <a:pt x="149359" y="253786"/>
                    <a:pt x="121839" y="262864"/>
                    <a:pt x="93124" y="272335"/>
                  </a:cubicBezTo>
                  <a:cubicBezTo>
                    <a:pt x="177975" y="307242"/>
                    <a:pt x="255365" y="350510"/>
                    <a:pt x="309883" y="427046"/>
                  </a:cubicBezTo>
                  <a:cubicBezTo>
                    <a:pt x="309883" y="311620"/>
                    <a:pt x="309883" y="197334"/>
                    <a:pt x="309883" y="83243"/>
                  </a:cubicBezTo>
                  <a:cubicBezTo>
                    <a:pt x="286886" y="106253"/>
                    <a:pt x="264109" y="129043"/>
                    <a:pt x="241137" y="152028"/>
                  </a:cubicBezTo>
                  <a:cubicBezTo>
                    <a:pt x="229942" y="140363"/>
                    <a:pt x="220098" y="130107"/>
                    <a:pt x="210530" y="120139"/>
                  </a:cubicBezTo>
                  <a:cubicBezTo>
                    <a:pt x="250107" y="80557"/>
                    <a:pt x="290690" y="39969"/>
                    <a:pt x="330653"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33" name="Rectangle 32">
              <a:extLst>
                <a:ext uri="{FF2B5EF4-FFF2-40B4-BE49-F238E27FC236}">
                  <a16:creationId xmlns:a16="http://schemas.microsoft.com/office/drawing/2014/main" id="{FE065916-9AFA-D683-3238-B492877992B9}"/>
                </a:ext>
                <a:ext uri="{C183D7F6-B498-43B3-948B-1728B52AA6E4}">
                  <adec:decorative xmlns:adec="http://schemas.microsoft.com/office/drawing/2017/decorative" val="1"/>
                </a:ext>
              </a:extLst>
            </p:cNvPr>
            <p:cNvSpPr/>
            <p:nvPr/>
          </p:nvSpPr>
          <p:spPr>
            <a:xfrm>
              <a:off x="1435530" y="3348483"/>
              <a:ext cx="39157" cy="38876"/>
            </a:xfrm>
            <a:prstGeom prst="rect">
              <a:avLst/>
            </a:prstGeom>
            <a:solidFill>
              <a:schemeClr val="accent1"/>
            </a:solidFill>
            <a:ln w="6350" cap="flat">
              <a:noFill/>
              <a:prstDash val="solid"/>
              <a:miter/>
            </a:ln>
          </p:spPr>
          <p:txBody>
            <a:bodyPr rtlCol="0" anchor="ctr"/>
            <a:lstStyle/>
            <a:p>
              <a:endParaRPr lang="en-US"/>
            </a:p>
          </p:txBody>
        </p:sp>
      </p:grpSp>
      <p:grpSp>
        <p:nvGrpSpPr>
          <p:cNvPr id="950" name="Group 949">
            <a:extLst>
              <a:ext uri="{FF2B5EF4-FFF2-40B4-BE49-F238E27FC236}">
                <a16:creationId xmlns:a16="http://schemas.microsoft.com/office/drawing/2014/main" id="{290FF46B-9CD0-33B8-79E6-62FAB1FCB69A}"/>
              </a:ext>
              <a:ext uri="{C183D7F6-B498-43B3-948B-1728B52AA6E4}">
                <adec:decorative xmlns:adec="http://schemas.microsoft.com/office/drawing/2017/decorative" val="1"/>
              </a:ext>
            </a:extLst>
          </p:cNvPr>
          <p:cNvGrpSpPr>
            <a:grpSpLocks noChangeAspect="1"/>
          </p:cNvGrpSpPr>
          <p:nvPr/>
        </p:nvGrpSpPr>
        <p:grpSpPr>
          <a:xfrm>
            <a:off x="2551070" y="2930159"/>
            <a:ext cx="429553" cy="457200"/>
            <a:chOff x="2551070" y="2930159"/>
            <a:chExt cx="429553" cy="457200"/>
          </a:xfrm>
          <a:solidFill>
            <a:srgbClr val="FF0000"/>
          </a:solidFill>
        </p:grpSpPr>
        <p:sp>
          <p:nvSpPr>
            <p:cNvPr id="35" name="Freeform: Shape 34">
              <a:extLst>
                <a:ext uri="{FF2B5EF4-FFF2-40B4-BE49-F238E27FC236}">
                  <a16:creationId xmlns:a16="http://schemas.microsoft.com/office/drawing/2014/main" id="{1902466E-5B3A-FEC0-38EF-D62FB40237C3}"/>
                </a:ext>
                <a:ext uri="{C183D7F6-B498-43B3-948B-1728B52AA6E4}">
                  <adec:decorative xmlns:adec="http://schemas.microsoft.com/office/drawing/2017/decorative" val="1"/>
                </a:ext>
              </a:extLst>
            </p:cNvPr>
            <p:cNvSpPr/>
            <p:nvPr/>
          </p:nvSpPr>
          <p:spPr>
            <a:xfrm>
              <a:off x="2551070" y="2933912"/>
              <a:ext cx="429553" cy="453447"/>
            </a:xfrm>
            <a:custGeom>
              <a:avLst/>
              <a:gdLst>
                <a:gd name="connsiteX0" fmla="*/ 183635 w 985089"/>
                <a:gd name="connsiteY0" fmla="*/ 150413 h 1039885"/>
                <a:gd name="connsiteX1" fmla="*/ 184989 w 985089"/>
                <a:gd name="connsiteY1" fmla="*/ 156433 h 1039885"/>
                <a:gd name="connsiteX2" fmla="*/ 182832 w 985089"/>
                <a:gd name="connsiteY2" fmla="*/ 150658 h 1039885"/>
                <a:gd name="connsiteX3" fmla="*/ 183635 w 985089"/>
                <a:gd name="connsiteY3" fmla="*/ 150413 h 1039885"/>
                <a:gd name="connsiteX4" fmla="*/ 44622 w 985089"/>
                <a:gd name="connsiteY4" fmla="*/ 142781 h 1039885"/>
                <a:gd name="connsiteX5" fmla="*/ 44885 w 985089"/>
                <a:gd name="connsiteY5" fmla="*/ 144254 h 1039885"/>
                <a:gd name="connsiteX6" fmla="*/ 43931 w 985089"/>
                <a:gd name="connsiteY6" fmla="*/ 143582 h 1039885"/>
                <a:gd name="connsiteX7" fmla="*/ 44622 w 985089"/>
                <a:gd name="connsiteY7" fmla="*/ 142781 h 1039885"/>
                <a:gd name="connsiteX8" fmla="*/ 139265 w 985089"/>
                <a:gd name="connsiteY8" fmla="*/ 142229 h 1039885"/>
                <a:gd name="connsiteX9" fmla="*/ 139176 w 985089"/>
                <a:gd name="connsiteY9" fmla="*/ 142459 h 1039885"/>
                <a:gd name="connsiteX10" fmla="*/ 139453 w 985089"/>
                <a:gd name="connsiteY10" fmla="*/ 142229 h 1039885"/>
                <a:gd name="connsiteX11" fmla="*/ 45269 w 985089"/>
                <a:gd name="connsiteY11" fmla="*/ 142229 h 1039885"/>
                <a:gd name="connsiteX12" fmla="*/ 45128 w 985089"/>
                <a:gd name="connsiteY12" fmla="*/ 142417 h 1039885"/>
                <a:gd name="connsiteX13" fmla="*/ 44622 w 985089"/>
                <a:gd name="connsiteY13" fmla="*/ 142781 h 1039885"/>
                <a:gd name="connsiteX14" fmla="*/ 43930 w 985089"/>
                <a:gd name="connsiteY14" fmla="*/ 143582 h 1039885"/>
                <a:gd name="connsiteX15" fmla="*/ 44808 w 985089"/>
                <a:gd name="connsiteY15" fmla="*/ 145640 h 1039885"/>
                <a:gd name="connsiteX16" fmla="*/ 44513 w 985089"/>
                <a:gd name="connsiteY16" fmla="*/ 157475 h 1039885"/>
                <a:gd name="connsiteX17" fmla="*/ 46492 w 985089"/>
                <a:gd name="connsiteY17" fmla="*/ 169797 h 1039885"/>
                <a:gd name="connsiteX18" fmla="*/ 45848 w 985089"/>
                <a:gd name="connsiteY18" fmla="*/ 173110 h 1039885"/>
                <a:gd name="connsiteX19" fmla="*/ 48040 w 985089"/>
                <a:gd name="connsiteY19" fmla="*/ 186253 h 1039885"/>
                <a:gd name="connsiteX20" fmla="*/ 48457 w 985089"/>
                <a:gd name="connsiteY20" fmla="*/ 199930 h 1039885"/>
                <a:gd name="connsiteX21" fmla="*/ 50735 w 985089"/>
                <a:gd name="connsiteY21" fmla="*/ 208456 h 1039885"/>
                <a:gd name="connsiteX22" fmla="*/ 68812 w 985089"/>
                <a:gd name="connsiteY22" fmla="*/ 289827 h 1039885"/>
                <a:gd name="connsiteX23" fmla="*/ 175706 w 985089"/>
                <a:gd name="connsiteY23" fmla="*/ 463588 h 1039885"/>
                <a:gd name="connsiteX24" fmla="*/ 182628 w 985089"/>
                <a:gd name="connsiteY24" fmla="*/ 466787 h 1039885"/>
                <a:gd name="connsiteX25" fmla="*/ 183605 w 985089"/>
                <a:gd name="connsiteY25" fmla="*/ 469094 h 1039885"/>
                <a:gd name="connsiteX26" fmla="*/ 184147 w 985089"/>
                <a:gd name="connsiteY26" fmla="*/ 468574 h 1039885"/>
                <a:gd name="connsiteX27" fmla="*/ 182980 w 985089"/>
                <a:gd name="connsiteY27" fmla="*/ 465731 h 1039885"/>
                <a:gd name="connsiteX28" fmla="*/ 178988 w 985089"/>
                <a:gd name="connsiteY28" fmla="*/ 447646 h 1039885"/>
                <a:gd name="connsiteX29" fmla="*/ 177551 w 985089"/>
                <a:gd name="connsiteY29" fmla="*/ 443735 h 1039885"/>
                <a:gd name="connsiteX30" fmla="*/ 175562 w 985089"/>
                <a:gd name="connsiteY30" fmla="*/ 433634 h 1039885"/>
                <a:gd name="connsiteX31" fmla="*/ 172806 w 985089"/>
                <a:gd name="connsiteY31" fmla="*/ 427248 h 1039885"/>
                <a:gd name="connsiteX32" fmla="*/ 169328 w 985089"/>
                <a:gd name="connsiteY32" fmla="*/ 409393 h 1039885"/>
                <a:gd name="connsiteX33" fmla="*/ 165900 w 985089"/>
                <a:gd name="connsiteY33" fmla="*/ 398775 h 1039885"/>
                <a:gd name="connsiteX34" fmla="*/ 165374 w 985089"/>
                <a:gd name="connsiteY34" fmla="*/ 391183 h 1039885"/>
                <a:gd name="connsiteX35" fmla="*/ 162902 w 985089"/>
                <a:gd name="connsiteY35" fmla="*/ 384714 h 1039885"/>
                <a:gd name="connsiteX36" fmla="*/ 161633 w 985089"/>
                <a:gd name="connsiteY36" fmla="*/ 372867 h 1039885"/>
                <a:gd name="connsiteX37" fmla="*/ 159377 w 985089"/>
                <a:gd name="connsiteY37" fmla="*/ 366447 h 1039885"/>
                <a:gd name="connsiteX38" fmla="*/ 159286 w 985089"/>
                <a:gd name="connsiteY38" fmla="*/ 360755 h 1039885"/>
                <a:gd name="connsiteX39" fmla="*/ 155844 w 985089"/>
                <a:gd name="connsiteY39" fmla="*/ 346134 h 1039885"/>
                <a:gd name="connsiteX40" fmla="*/ 155508 w 985089"/>
                <a:gd name="connsiteY40" fmla="*/ 336353 h 1039885"/>
                <a:gd name="connsiteX41" fmla="*/ 155506 w 985089"/>
                <a:gd name="connsiteY41" fmla="*/ 336342 h 1039885"/>
                <a:gd name="connsiteX42" fmla="*/ 152214 w 985089"/>
                <a:gd name="connsiteY42" fmla="*/ 322050 h 1039885"/>
                <a:gd name="connsiteX43" fmla="*/ 151566 w 985089"/>
                <a:gd name="connsiteY43" fmla="*/ 310071 h 1039885"/>
                <a:gd name="connsiteX44" fmla="*/ 149474 w 985089"/>
                <a:gd name="connsiteY44" fmla="*/ 301577 h 1039885"/>
                <a:gd name="connsiteX45" fmla="*/ 149161 w 985089"/>
                <a:gd name="connsiteY45" fmla="*/ 289946 h 1039885"/>
                <a:gd name="connsiteX46" fmla="*/ 149158 w 985089"/>
                <a:gd name="connsiteY46" fmla="*/ 289932 h 1039885"/>
                <a:gd name="connsiteX47" fmla="*/ 147178 w 985089"/>
                <a:gd name="connsiteY47" fmla="*/ 279528 h 1039885"/>
                <a:gd name="connsiteX48" fmla="*/ 147429 w 985089"/>
                <a:gd name="connsiteY48" fmla="*/ 275690 h 1039885"/>
                <a:gd name="connsiteX49" fmla="*/ 147417 w 985089"/>
                <a:gd name="connsiteY49" fmla="*/ 275624 h 1039885"/>
                <a:gd name="connsiteX50" fmla="*/ 145577 w 985089"/>
                <a:gd name="connsiteY50" fmla="*/ 265126 h 1039885"/>
                <a:gd name="connsiteX51" fmla="*/ 145389 w 985089"/>
                <a:gd name="connsiteY51" fmla="*/ 249288 h 1039885"/>
                <a:gd name="connsiteX52" fmla="*/ 142771 w 985089"/>
                <a:gd name="connsiteY52" fmla="*/ 232782 h 1039885"/>
                <a:gd name="connsiteX53" fmla="*/ 142062 w 985089"/>
                <a:gd name="connsiteY53" fmla="*/ 213048 h 1039885"/>
                <a:gd name="connsiteX54" fmla="*/ 140902 w 985089"/>
                <a:gd name="connsiteY54" fmla="*/ 213048 h 1039885"/>
                <a:gd name="connsiteX55" fmla="*/ 140902 w 985089"/>
                <a:gd name="connsiteY55" fmla="*/ 188101 h 1039885"/>
                <a:gd name="connsiteX56" fmla="*/ 139414 w 985089"/>
                <a:gd name="connsiteY56" fmla="*/ 172310 h 1039885"/>
                <a:gd name="connsiteX57" fmla="*/ 140173 w 985089"/>
                <a:gd name="connsiteY57" fmla="*/ 169047 h 1039885"/>
                <a:gd name="connsiteX58" fmla="*/ 139007 w 985089"/>
                <a:gd name="connsiteY58" fmla="*/ 151599 h 1039885"/>
                <a:gd name="connsiteX59" fmla="*/ 140902 w 985089"/>
                <a:gd name="connsiteY59" fmla="*/ 155178 h 1039885"/>
                <a:gd name="connsiteX60" fmla="*/ 140902 w 985089"/>
                <a:gd name="connsiteY60" fmla="*/ 154194 h 1039885"/>
                <a:gd name="connsiteX61" fmla="*/ 138971 w 985089"/>
                <a:gd name="connsiteY61" fmla="*/ 149903 h 1039885"/>
                <a:gd name="connsiteX62" fmla="*/ 139175 w 985089"/>
                <a:gd name="connsiteY62" fmla="*/ 142459 h 1039885"/>
                <a:gd name="connsiteX63" fmla="*/ 129650 w 985089"/>
                <a:gd name="connsiteY63" fmla="*/ 142229 h 1039885"/>
                <a:gd name="connsiteX64" fmla="*/ 930788 w 985089"/>
                <a:gd name="connsiteY64" fmla="*/ 140826 h 1039885"/>
                <a:gd name="connsiteX65" fmla="*/ 853989 w 985089"/>
                <a:gd name="connsiteY65" fmla="*/ 140848 h 1039885"/>
                <a:gd name="connsiteX66" fmla="*/ 845552 w 985089"/>
                <a:gd name="connsiteY66" fmla="*/ 148754 h 1039885"/>
                <a:gd name="connsiteX67" fmla="*/ 841143 w 985089"/>
                <a:gd name="connsiteY67" fmla="*/ 230321 h 1039885"/>
                <a:gd name="connsiteX68" fmla="*/ 801754 w 985089"/>
                <a:gd name="connsiteY68" fmla="*/ 460986 h 1039885"/>
                <a:gd name="connsiteX69" fmla="*/ 799928 w 985089"/>
                <a:gd name="connsiteY69" fmla="*/ 470132 h 1039885"/>
                <a:gd name="connsiteX70" fmla="*/ 805412 w 985089"/>
                <a:gd name="connsiteY70" fmla="*/ 466184 h 1039885"/>
                <a:gd name="connsiteX71" fmla="*/ 836618 w 985089"/>
                <a:gd name="connsiteY71" fmla="*/ 434655 h 1039885"/>
                <a:gd name="connsiteX72" fmla="*/ 939035 w 985089"/>
                <a:gd name="connsiteY72" fmla="*/ 148788 h 1039885"/>
                <a:gd name="connsiteX73" fmla="*/ 930788 w 985089"/>
                <a:gd name="connsiteY73" fmla="*/ 140826 h 1039885"/>
                <a:gd name="connsiteX74" fmla="*/ 182033 w 985089"/>
                <a:gd name="connsiteY74" fmla="*/ 104826 h 1039885"/>
                <a:gd name="connsiteX75" fmla="*/ 183684 w 985089"/>
                <a:gd name="connsiteY75" fmla="*/ 109913 h 1039885"/>
                <a:gd name="connsiteX76" fmla="*/ 182775 w 985089"/>
                <a:gd name="connsiteY76" fmla="*/ 110094 h 1039885"/>
                <a:gd name="connsiteX77" fmla="*/ 181955 w 985089"/>
                <a:gd name="connsiteY77" fmla="*/ 109706 h 1039885"/>
                <a:gd name="connsiteX78" fmla="*/ 181502 w 985089"/>
                <a:gd name="connsiteY78" fmla="*/ 109951 h 1039885"/>
                <a:gd name="connsiteX79" fmla="*/ 705916 w 985089"/>
                <a:gd name="connsiteY79" fmla="*/ 0 h 1039885"/>
                <a:gd name="connsiteX80" fmla="*/ 835613 w 985089"/>
                <a:gd name="connsiteY80" fmla="*/ 457 h 1039885"/>
                <a:gd name="connsiteX81" fmla="*/ 840781 w 985089"/>
                <a:gd name="connsiteY81" fmla="*/ 200 h 1039885"/>
                <a:gd name="connsiteX82" fmla="*/ 846474 w 985089"/>
                <a:gd name="connsiteY82" fmla="*/ 5010 h 1039885"/>
                <a:gd name="connsiteX83" fmla="*/ 846691 w 985089"/>
                <a:gd name="connsiteY83" fmla="*/ 9302 h 1039885"/>
                <a:gd name="connsiteX84" fmla="*/ 846446 w 985089"/>
                <a:gd name="connsiteY84" fmla="*/ 17084 h 1039885"/>
                <a:gd name="connsiteX85" fmla="*/ 846685 w 985089"/>
                <a:gd name="connsiteY85" fmla="*/ 21436 h 1039885"/>
                <a:gd name="connsiteX86" fmla="*/ 846474 w 985089"/>
                <a:gd name="connsiteY86" fmla="*/ 87593 h 1039885"/>
                <a:gd name="connsiteX87" fmla="*/ 846527 w 985089"/>
                <a:gd name="connsiteY87" fmla="*/ 90104 h 1039885"/>
                <a:gd name="connsiteX88" fmla="*/ 848047 w 985089"/>
                <a:gd name="connsiteY88" fmla="*/ 94604 h 1039885"/>
                <a:gd name="connsiteX89" fmla="*/ 850914 w 985089"/>
                <a:gd name="connsiteY89" fmla="*/ 95087 h 1039885"/>
                <a:gd name="connsiteX90" fmla="*/ 982649 w 985089"/>
                <a:gd name="connsiteY90" fmla="*/ 95591 h 1039885"/>
                <a:gd name="connsiteX91" fmla="*/ 985089 w 985089"/>
                <a:gd name="connsiteY91" fmla="*/ 98505 h 1039885"/>
                <a:gd name="connsiteX92" fmla="*/ 984737 w 985089"/>
                <a:gd name="connsiteY92" fmla="*/ 101635 h 1039885"/>
                <a:gd name="connsiteX93" fmla="*/ 984982 w 985089"/>
                <a:gd name="connsiteY93" fmla="*/ 104624 h 1039885"/>
                <a:gd name="connsiteX94" fmla="*/ 984672 w 985089"/>
                <a:gd name="connsiteY94" fmla="*/ 132097 h 1039885"/>
                <a:gd name="connsiteX95" fmla="*/ 984678 w 985089"/>
                <a:gd name="connsiteY95" fmla="*/ 141047 h 1039885"/>
                <a:gd name="connsiteX96" fmla="*/ 970187 w 985089"/>
                <a:gd name="connsiteY96" fmla="*/ 261113 h 1039885"/>
                <a:gd name="connsiteX97" fmla="*/ 779379 w 985089"/>
                <a:gd name="connsiteY97" fmla="*/ 543063 h 1039885"/>
                <a:gd name="connsiteX98" fmla="*/ 759177 w 985089"/>
                <a:gd name="connsiteY98" fmla="*/ 563210 h 1039885"/>
                <a:gd name="connsiteX99" fmla="*/ 613317 w 985089"/>
                <a:gd name="connsiteY99" fmla="*/ 712941 h 1039885"/>
                <a:gd name="connsiteX100" fmla="*/ 569387 w 985089"/>
                <a:gd name="connsiteY100" fmla="*/ 733230 h 1039885"/>
                <a:gd name="connsiteX101" fmla="*/ 563357 w 985089"/>
                <a:gd name="connsiteY101" fmla="*/ 740613 h 1039885"/>
                <a:gd name="connsiteX102" fmla="*/ 570381 w 985089"/>
                <a:gd name="connsiteY102" fmla="*/ 851107 h 1039885"/>
                <a:gd name="connsiteX103" fmla="*/ 652607 w 985089"/>
                <a:gd name="connsiteY103" fmla="*/ 949658 h 1039885"/>
                <a:gd name="connsiteX104" fmla="*/ 675138 w 985089"/>
                <a:gd name="connsiteY104" fmla="*/ 954126 h 1039885"/>
                <a:gd name="connsiteX105" fmla="*/ 693640 w 985089"/>
                <a:gd name="connsiteY105" fmla="*/ 954263 h 1039885"/>
                <a:gd name="connsiteX106" fmla="*/ 693640 w 985089"/>
                <a:gd name="connsiteY106" fmla="*/ 1039885 h 1039885"/>
                <a:gd name="connsiteX107" fmla="*/ 290052 w 985089"/>
                <a:gd name="connsiteY107" fmla="*/ 1039885 h 1039885"/>
                <a:gd name="connsiteX108" fmla="*/ 290052 w 985089"/>
                <a:gd name="connsiteY108" fmla="*/ 955192 h 1039885"/>
                <a:gd name="connsiteX109" fmla="*/ 296533 w 985089"/>
                <a:gd name="connsiteY109" fmla="*/ 954334 h 1039885"/>
                <a:gd name="connsiteX110" fmla="*/ 368167 w 985089"/>
                <a:gd name="connsiteY110" fmla="*/ 923817 h 1039885"/>
                <a:gd name="connsiteX111" fmla="*/ 412870 w 985089"/>
                <a:gd name="connsiteY111" fmla="*/ 857320 h 1039885"/>
                <a:gd name="connsiteX112" fmla="*/ 419120 w 985089"/>
                <a:gd name="connsiteY112" fmla="*/ 816672 h 1039885"/>
                <a:gd name="connsiteX113" fmla="*/ 420664 w 985089"/>
                <a:gd name="connsiteY113" fmla="*/ 742098 h 1039885"/>
                <a:gd name="connsiteX114" fmla="*/ 412989 w 985089"/>
                <a:gd name="connsiteY114" fmla="*/ 732257 h 1039885"/>
                <a:gd name="connsiteX115" fmla="*/ 222608 w 985089"/>
                <a:gd name="connsiteY115" fmla="*/ 559987 h 1039885"/>
                <a:gd name="connsiteX116" fmla="*/ 209822 w 985089"/>
                <a:gd name="connsiteY116" fmla="*/ 546618 h 1039885"/>
                <a:gd name="connsiteX117" fmla="*/ 75604 w 985089"/>
                <a:gd name="connsiteY117" fmla="*/ 414543 h 1039885"/>
                <a:gd name="connsiteX118" fmla="*/ 72361 w 985089"/>
                <a:gd name="connsiteY118" fmla="*/ 409709 h 1039885"/>
                <a:gd name="connsiteX119" fmla="*/ 71618 w 985089"/>
                <a:gd name="connsiteY119" fmla="*/ 407813 h 1039885"/>
                <a:gd name="connsiteX120" fmla="*/ 68959 w 985089"/>
                <a:gd name="connsiteY120" fmla="*/ 404179 h 1039885"/>
                <a:gd name="connsiteX121" fmla="*/ 69405 w 985089"/>
                <a:gd name="connsiteY121" fmla="*/ 403479 h 1039885"/>
                <a:gd name="connsiteX122" fmla="*/ 66246 w 985089"/>
                <a:gd name="connsiteY122" fmla="*/ 399598 h 1039885"/>
                <a:gd name="connsiteX123" fmla="*/ 63773 w 985089"/>
                <a:gd name="connsiteY123" fmla="*/ 395187 h 1039885"/>
                <a:gd name="connsiteX124" fmla="*/ 62837 w 985089"/>
                <a:gd name="connsiteY124" fmla="*/ 393745 h 1039885"/>
                <a:gd name="connsiteX125" fmla="*/ 57556 w 985089"/>
                <a:gd name="connsiteY125" fmla="*/ 383652 h 1039885"/>
                <a:gd name="connsiteX126" fmla="*/ 55961 w 985089"/>
                <a:gd name="connsiteY126" fmla="*/ 381365 h 1039885"/>
                <a:gd name="connsiteX127" fmla="*/ 55623 w 985089"/>
                <a:gd name="connsiteY127" fmla="*/ 380797 h 1039885"/>
                <a:gd name="connsiteX128" fmla="*/ 55403 w 985089"/>
                <a:gd name="connsiteY128" fmla="*/ 380036 h 1039885"/>
                <a:gd name="connsiteX129" fmla="*/ 51574 w 985089"/>
                <a:gd name="connsiteY129" fmla="*/ 371439 h 1039885"/>
                <a:gd name="connsiteX130" fmla="*/ 50319 w 985089"/>
                <a:gd name="connsiteY130" fmla="*/ 368747 h 1039885"/>
                <a:gd name="connsiteX131" fmla="*/ 48645 w 985089"/>
                <a:gd name="connsiteY131" fmla="*/ 365160 h 1039885"/>
                <a:gd name="connsiteX132" fmla="*/ 41998 w 985089"/>
                <a:gd name="connsiteY132" fmla="*/ 349412 h 1039885"/>
                <a:gd name="connsiteX133" fmla="*/ 40735 w 985089"/>
                <a:gd name="connsiteY133" fmla="*/ 347025 h 1039885"/>
                <a:gd name="connsiteX134" fmla="*/ 39663 w 985089"/>
                <a:gd name="connsiteY134" fmla="*/ 344999 h 1039885"/>
                <a:gd name="connsiteX135" fmla="*/ 36069 w 985089"/>
                <a:gd name="connsiteY135" fmla="*/ 335218 h 1039885"/>
                <a:gd name="connsiteX136" fmla="*/ 35420 w 985089"/>
                <a:gd name="connsiteY136" fmla="*/ 333303 h 1039885"/>
                <a:gd name="connsiteX137" fmla="*/ 34558 w 985089"/>
                <a:gd name="connsiteY137" fmla="*/ 330762 h 1039885"/>
                <a:gd name="connsiteX138" fmla="*/ 31990 w 985089"/>
                <a:gd name="connsiteY138" fmla="*/ 323049 h 1039885"/>
                <a:gd name="connsiteX139" fmla="*/ 30571 w 985089"/>
                <a:gd name="connsiteY139" fmla="*/ 319387 h 1039885"/>
                <a:gd name="connsiteX140" fmla="*/ 28706 w 985089"/>
                <a:gd name="connsiteY140" fmla="*/ 314575 h 1039885"/>
                <a:gd name="connsiteX141" fmla="*/ 28093 w 985089"/>
                <a:gd name="connsiteY141" fmla="*/ 310872 h 1039885"/>
                <a:gd name="connsiteX142" fmla="*/ 27027 w 985089"/>
                <a:gd name="connsiteY142" fmla="*/ 308701 h 1039885"/>
                <a:gd name="connsiteX143" fmla="*/ 25948 w 985089"/>
                <a:gd name="connsiteY143" fmla="*/ 306504 h 1039885"/>
                <a:gd name="connsiteX144" fmla="*/ 24546 w 985089"/>
                <a:gd name="connsiteY144" fmla="*/ 299839 h 1039885"/>
                <a:gd name="connsiteX145" fmla="*/ 23639 w 985089"/>
                <a:gd name="connsiteY145" fmla="*/ 297550 h 1039885"/>
                <a:gd name="connsiteX146" fmla="*/ 22369 w 985089"/>
                <a:gd name="connsiteY146" fmla="*/ 294349 h 1039885"/>
                <a:gd name="connsiteX147" fmla="*/ 21991 w 985089"/>
                <a:gd name="connsiteY147" fmla="*/ 290553 h 1039885"/>
                <a:gd name="connsiteX148" fmla="*/ 20726 w 985089"/>
                <a:gd name="connsiteY148" fmla="*/ 286594 h 1039885"/>
                <a:gd name="connsiteX149" fmla="*/ 18678 w 985089"/>
                <a:gd name="connsiteY149" fmla="*/ 280183 h 1039885"/>
                <a:gd name="connsiteX150" fmla="*/ 17899 w 985089"/>
                <a:gd name="connsiteY150" fmla="*/ 274561 h 1039885"/>
                <a:gd name="connsiteX151" fmla="*/ 16922 w 985089"/>
                <a:gd name="connsiteY151" fmla="*/ 272290 h 1039885"/>
                <a:gd name="connsiteX152" fmla="*/ 15969 w 985089"/>
                <a:gd name="connsiteY152" fmla="*/ 270075 h 1039885"/>
                <a:gd name="connsiteX153" fmla="*/ 15760 w 985089"/>
                <a:gd name="connsiteY153" fmla="*/ 266267 h 1039885"/>
                <a:gd name="connsiteX154" fmla="*/ 14573 w 985089"/>
                <a:gd name="connsiteY154" fmla="*/ 261705 h 1039885"/>
                <a:gd name="connsiteX155" fmla="*/ 12533 w 985089"/>
                <a:gd name="connsiteY155" fmla="*/ 253873 h 1039885"/>
                <a:gd name="connsiteX156" fmla="*/ 11839 w 985089"/>
                <a:gd name="connsiteY156" fmla="*/ 246075 h 1039885"/>
                <a:gd name="connsiteX157" fmla="*/ 10567 w 985089"/>
                <a:gd name="connsiteY157" fmla="*/ 240341 h 1039885"/>
                <a:gd name="connsiteX158" fmla="*/ 8648 w 985089"/>
                <a:gd name="connsiteY158" fmla="*/ 231699 h 1039885"/>
                <a:gd name="connsiteX159" fmla="*/ 7974 w 985089"/>
                <a:gd name="connsiteY159" fmla="*/ 223573 h 1039885"/>
                <a:gd name="connsiteX160" fmla="*/ 6835 w 985089"/>
                <a:gd name="connsiteY160" fmla="*/ 218007 h 1039885"/>
                <a:gd name="connsiteX161" fmla="*/ 5514 w 985089"/>
                <a:gd name="connsiteY161" fmla="*/ 211550 h 1039885"/>
                <a:gd name="connsiteX162" fmla="*/ 5569 w 985089"/>
                <a:gd name="connsiteY162" fmla="*/ 207517 h 1039885"/>
                <a:gd name="connsiteX163" fmla="*/ 4544 w 985089"/>
                <a:gd name="connsiteY163" fmla="*/ 199591 h 1039885"/>
                <a:gd name="connsiteX164" fmla="*/ 2408 w 985089"/>
                <a:gd name="connsiteY164" fmla="*/ 183061 h 1039885"/>
                <a:gd name="connsiteX165" fmla="*/ 1825 w 985089"/>
                <a:gd name="connsiteY165" fmla="*/ 167041 h 1039885"/>
                <a:gd name="connsiteX166" fmla="*/ 1452 w 985089"/>
                <a:gd name="connsiteY166" fmla="*/ 152635 h 1039885"/>
                <a:gd name="connsiteX167" fmla="*/ 0 w 985089"/>
                <a:gd name="connsiteY167" fmla="*/ 96645 h 1039885"/>
                <a:gd name="connsiteX168" fmla="*/ 30487 w 985089"/>
                <a:gd name="connsiteY168" fmla="*/ 95215 h 1039885"/>
                <a:gd name="connsiteX169" fmla="*/ 46649 w 985089"/>
                <a:gd name="connsiteY169" fmla="*/ 96196 h 1039885"/>
                <a:gd name="connsiteX170" fmla="*/ 57006 w 985089"/>
                <a:gd name="connsiteY170" fmla="*/ 96196 h 1039885"/>
                <a:gd name="connsiteX171" fmla="*/ 60749 w 985089"/>
                <a:gd name="connsiteY171" fmla="*/ 95541 h 1039885"/>
                <a:gd name="connsiteX172" fmla="*/ 61309 w 985089"/>
                <a:gd name="connsiteY172" fmla="*/ 96196 h 1039885"/>
                <a:gd name="connsiteX173" fmla="*/ 61918 w 985089"/>
                <a:gd name="connsiteY173" fmla="*/ 96196 h 1039885"/>
                <a:gd name="connsiteX174" fmla="*/ 61550 w 985089"/>
                <a:gd name="connsiteY174" fmla="*/ 95755 h 1039885"/>
                <a:gd name="connsiteX175" fmla="*/ 81314 w 985089"/>
                <a:gd name="connsiteY175" fmla="*/ 96196 h 1039885"/>
                <a:gd name="connsiteX176" fmla="*/ 97356 w 985089"/>
                <a:gd name="connsiteY176" fmla="*/ 96196 h 1039885"/>
                <a:gd name="connsiteX177" fmla="*/ 101069 w 985089"/>
                <a:gd name="connsiteY177" fmla="*/ 95654 h 1039885"/>
                <a:gd name="connsiteX178" fmla="*/ 101181 w 985089"/>
                <a:gd name="connsiteY178" fmla="*/ 96196 h 1039885"/>
                <a:gd name="connsiteX179" fmla="*/ 101864 w 985089"/>
                <a:gd name="connsiteY179" fmla="*/ 96196 h 1039885"/>
                <a:gd name="connsiteX180" fmla="*/ 101856 w 985089"/>
                <a:gd name="connsiteY180" fmla="*/ 95844 h 1039885"/>
                <a:gd name="connsiteX181" fmla="*/ 123195 w 985089"/>
                <a:gd name="connsiteY181" fmla="*/ 96125 h 1039885"/>
                <a:gd name="connsiteX182" fmla="*/ 123317 w 985089"/>
                <a:gd name="connsiteY182" fmla="*/ 96196 h 1039885"/>
                <a:gd name="connsiteX183" fmla="*/ 124647 w 985089"/>
                <a:gd name="connsiteY183" fmla="*/ 96196 h 1039885"/>
                <a:gd name="connsiteX184" fmla="*/ 138485 w 985089"/>
                <a:gd name="connsiteY184" fmla="*/ 91087 h 1039885"/>
                <a:gd name="connsiteX185" fmla="*/ 138765 w 985089"/>
                <a:gd name="connsiteY185" fmla="*/ 91200 h 1039885"/>
                <a:gd name="connsiteX186" fmla="*/ 138765 w 985089"/>
                <a:gd name="connsiteY186" fmla="*/ 86682 h 1039885"/>
                <a:gd name="connsiteX187" fmla="*/ 181730 w 985089"/>
                <a:gd name="connsiteY187" fmla="*/ 86682 h 1039885"/>
                <a:gd name="connsiteX188" fmla="*/ 181730 w 985089"/>
                <a:gd name="connsiteY188" fmla="*/ 99497 h 1039885"/>
                <a:gd name="connsiteX189" fmla="*/ 181576 w 985089"/>
                <a:gd name="connsiteY189" fmla="*/ 99497 h 1039885"/>
                <a:gd name="connsiteX190" fmla="*/ 182067 w 985089"/>
                <a:gd name="connsiteY190" fmla="*/ 104082 h 1039885"/>
                <a:gd name="connsiteX191" fmla="*/ 180867 w 985089"/>
                <a:gd name="connsiteY191" fmla="*/ 110295 h 1039885"/>
                <a:gd name="connsiteX192" fmla="*/ 181502 w 985089"/>
                <a:gd name="connsiteY192" fmla="*/ 109951 h 1039885"/>
                <a:gd name="connsiteX193" fmla="*/ 181460 w 985089"/>
                <a:gd name="connsiteY193" fmla="*/ 110356 h 1039885"/>
                <a:gd name="connsiteX194" fmla="*/ 182775 w 985089"/>
                <a:gd name="connsiteY194" fmla="*/ 110094 h 1039885"/>
                <a:gd name="connsiteX195" fmla="*/ 183235 w 985089"/>
                <a:gd name="connsiteY195" fmla="*/ 110311 h 1039885"/>
                <a:gd name="connsiteX196" fmla="*/ 183575 w 985089"/>
                <a:gd name="connsiteY196" fmla="*/ 126076 h 1039885"/>
                <a:gd name="connsiteX197" fmla="*/ 183134 w 985089"/>
                <a:gd name="connsiteY197" fmla="*/ 126614 h 1039885"/>
                <a:gd name="connsiteX198" fmla="*/ 182923 w 985089"/>
                <a:gd name="connsiteY198" fmla="*/ 139699 h 1039885"/>
                <a:gd name="connsiteX199" fmla="*/ 179956 w 985089"/>
                <a:gd name="connsiteY199" fmla="*/ 137953 h 1039885"/>
                <a:gd name="connsiteX200" fmla="*/ 182513 w 985089"/>
                <a:gd name="connsiteY200" fmla="*/ 140389 h 1039885"/>
                <a:gd name="connsiteX201" fmla="*/ 183737 w 985089"/>
                <a:gd name="connsiteY201" fmla="*/ 149577 h 1039885"/>
                <a:gd name="connsiteX202" fmla="*/ 182899 w 985089"/>
                <a:gd name="connsiteY202" fmla="*/ 149893 h 1039885"/>
                <a:gd name="connsiteX203" fmla="*/ 180208 w 985089"/>
                <a:gd name="connsiteY203" fmla="*/ 144871 h 1039885"/>
                <a:gd name="connsiteX204" fmla="*/ 182832 w 985089"/>
                <a:gd name="connsiteY204" fmla="*/ 150658 h 1039885"/>
                <a:gd name="connsiteX205" fmla="*/ 184568 w 985089"/>
                <a:gd name="connsiteY205" fmla="*/ 156833 h 1039885"/>
                <a:gd name="connsiteX206" fmla="*/ 184615 w 985089"/>
                <a:gd name="connsiteY206" fmla="*/ 164917 h 1039885"/>
                <a:gd name="connsiteX207" fmla="*/ 184597 w 985089"/>
                <a:gd name="connsiteY207" fmla="*/ 165777 h 1039885"/>
                <a:gd name="connsiteX208" fmla="*/ 185298 w 985089"/>
                <a:gd name="connsiteY208" fmla="*/ 165738 h 1039885"/>
                <a:gd name="connsiteX209" fmla="*/ 184878 w 985089"/>
                <a:gd name="connsiteY209" fmla="*/ 166495 h 1039885"/>
                <a:gd name="connsiteX210" fmla="*/ 184592 w 985089"/>
                <a:gd name="connsiteY210" fmla="*/ 165982 h 1039885"/>
                <a:gd name="connsiteX211" fmla="*/ 184582 w 985089"/>
                <a:gd name="connsiteY211" fmla="*/ 166446 h 1039885"/>
                <a:gd name="connsiteX212" fmla="*/ 184313 w 985089"/>
                <a:gd name="connsiteY212" fmla="*/ 172616 h 1039885"/>
                <a:gd name="connsiteX213" fmla="*/ 184683 w 985089"/>
                <a:gd name="connsiteY213" fmla="*/ 174815 h 1039885"/>
                <a:gd name="connsiteX214" fmla="*/ 185078 w 985089"/>
                <a:gd name="connsiteY214" fmla="*/ 177167 h 1039885"/>
                <a:gd name="connsiteX215" fmla="*/ 185307 w 985089"/>
                <a:gd name="connsiteY215" fmla="*/ 194260 h 1039885"/>
                <a:gd name="connsiteX216" fmla="*/ 185557 w 985089"/>
                <a:gd name="connsiteY216" fmla="*/ 195788 h 1039885"/>
                <a:gd name="connsiteX217" fmla="*/ 185814 w 985089"/>
                <a:gd name="connsiteY217" fmla="*/ 197358 h 1039885"/>
                <a:gd name="connsiteX218" fmla="*/ 186003 w 985089"/>
                <a:gd name="connsiteY218" fmla="*/ 211238 h 1039885"/>
                <a:gd name="connsiteX219" fmla="*/ 186323 w 985089"/>
                <a:gd name="connsiteY219" fmla="*/ 214291 h 1039885"/>
                <a:gd name="connsiteX220" fmla="*/ 187338 w 985089"/>
                <a:gd name="connsiteY220" fmla="*/ 223955 h 1039885"/>
                <a:gd name="connsiteX221" fmla="*/ 188437 w 985089"/>
                <a:gd name="connsiteY221" fmla="*/ 247362 h 1039885"/>
                <a:gd name="connsiteX222" fmla="*/ 188779 w 985089"/>
                <a:gd name="connsiteY222" fmla="*/ 249759 h 1039885"/>
                <a:gd name="connsiteX223" fmla="*/ 189426 w 985089"/>
                <a:gd name="connsiteY223" fmla="*/ 254300 h 1039885"/>
                <a:gd name="connsiteX224" fmla="*/ 192202 w 985089"/>
                <a:gd name="connsiteY224" fmla="*/ 285987 h 1039885"/>
                <a:gd name="connsiteX225" fmla="*/ 192933 w 985089"/>
                <a:gd name="connsiteY225" fmla="*/ 289662 h 1039885"/>
                <a:gd name="connsiteX226" fmla="*/ 193940 w 985089"/>
                <a:gd name="connsiteY226" fmla="*/ 294736 h 1039885"/>
                <a:gd name="connsiteX227" fmla="*/ 215751 w 985089"/>
                <a:gd name="connsiteY227" fmla="*/ 410723 h 1039885"/>
                <a:gd name="connsiteX228" fmla="*/ 299333 w 985089"/>
                <a:gd name="connsiteY228" fmla="*/ 593696 h 1039885"/>
                <a:gd name="connsiteX229" fmla="*/ 457929 w 985089"/>
                <a:gd name="connsiteY229" fmla="*/ 699518 h 1039885"/>
                <a:gd name="connsiteX230" fmla="*/ 465510 w 985089"/>
                <a:gd name="connsiteY230" fmla="*/ 707593 h 1039885"/>
                <a:gd name="connsiteX231" fmla="*/ 460126 w 985089"/>
                <a:gd name="connsiteY231" fmla="*/ 858747 h 1039885"/>
                <a:gd name="connsiteX232" fmla="*/ 418796 w 985089"/>
                <a:gd name="connsiteY232" fmla="*/ 936348 h 1039885"/>
                <a:gd name="connsiteX233" fmla="*/ 350151 w 985089"/>
                <a:gd name="connsiteY233" fmla="*/ 991494 h 1039885"/>
                <a:gd name="connsiteX234" fmla="*/ 346761 w 985089"/>
                <a:gd name="connsiteY234" fmla="*/ 995081 h 1039885"/>
                <a:gd name="connsiteX235" fmla="*/ 638935 w 985089"/>
                <a:gd name="connsiteY235" fmla="*/ 995081 h 1039885"/>
                <a:gd name="connsiteX236" fmla="*/ 626948 w 985089"/>
                <a:gd name="connsiteY236" fmla="*/ 987987 h 1039885"/>
                <a:gd name="connsiteX237" fmla="*/ 525273 w 985089"/>
                <a:gd name="connsiteY237" fmla="*/ 862733 h 1039885"/>
                <a:gd name="connsiteX238" fmla="*/ 518392 w 985089"/>
                <a:gd name="connsiteY238" fmla="*/ 800738 h 1039885"/>
                <a:gd name="connsiteX239" fmla="*/ 518659 w 985089"/>
                <a:gd name="connsiteY239" fmla="*/ 707836 h 1039885"/>
                <a:gd name="connsiteX240" fmla="*/ 525903 w 985089"/>
                <a:gd name="connsiteY240" fmla="*/ 699141 h 1039885"/>
                <a:gd name="connsiteX241" fmla="*/ 656278 w 985089"/>
                <a:gd name="connsiteY241" fmla="*/ 625288 h 1039885"/>
                <a:gd name="connsiteX242" fmla="*/ 733498 w 985089"/>
                <a:gd name="connsiteY242" fmla="*/ 512787 h 1039885"/>
                <a:gd name="connsiteX243" fmla="*/ 777364 w 985089"/>
                <a:gd name="connsiteY243" fmla="*/ 371627 h 1039885"/>
                <a:gd name="connsiteX244" fmla="*/ 798249 w 985089"/>
                <a:gd name="connsiteY244" fmla="*/ 183152 h 1039885"/>
                <a:gd name="connsiteX245" fmla="*/ 801187 w 985089"/>
                <a:gd name="connsiteY245" fmla="*/ 52499 h 1039885"/>
                <a:gd name="connsiteX246" fmla="*/ 800584 w 985089"/>
                <a:gd name="connsiteY246" fmla="*/ 47384 h 1039885"/>
                <a:gd name="connsiteX247" fmla="*/ 788148 w 985089"/>
                <a:gd name="connsiteY247" fmla="*/ 45282 h 1039885"/>
                <a:gd name="connsiteX248" fmla="*/ 290189 w 985089"/>
                <a:gd name="connsiteY248" fmla="*/ 45176 h 1039885"/>
                <a:gd name="connsiteX249" fmla="*/ 285214 w 985089"/>
                <a:gd name="connsiteY249" fmla="*/ 44754 h 1039885"/>
                <a:gd name="connsiteX250" fmla="*/ 224084 w 985089"/>
                <a:gd name="connsiteY250" fmla="*/ 44754 h 1039885"/>
                <a:gd name="connsiteX251" fmla="*/ 224084 w 985089"/>
                <a:gd name="connsiteY251" fmla="*/ 504 h 1039885"/>
                <a:gd name="connsiteX252" fmla="*/ 298507 w 985089"/>
                <a:gd name="connsiteY252" fmla="*/ 504 h 1039885"/>
                <a:gd name="connsiteX253" fmla="*/ 301474 w 985089"/>
                <a:gd name="connsiteY253" fmla="*/ 441 h 1039885"/>
                <a:gd name="connsiteX254" fmla="*/ 306611 w 985089"/>
                <a:gd name="connsiteY254" fmla="*/ 160 h 103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985089" h="1039885">
                  <a:moveTo>
                    <a:pt x="183635" y="150413"/>
                  </a:moveTo>
                  <a:lnTo>
                    <a:pt x="184989" y="156433"/>
                  </a:lnTo>
                  <a:cubicBezTo>
                    <a:pt x="183967" y="155030"/>
                    <a:pt x="183366" y="153228"/>
                    <a:pt x="182832" y="150658"/>
                  </a:cubicBezTo>
                  <a:cubicBezTo>
                    <a:pt x="182899" y="149893"/>
                    <a:pt x="183397" y="150233"/>
                    <a:pt x="183635" y="150413"/>
                  </a:cubicBezTo>
                  <a:close/>
                  <a:moveTo>
                    <a:pt x="44622" y="142781"/>
                  </a:moveTo>
                  <a:cubicBezTo>
                    <a:pt x="45003" y="142983"/>
                    <a:pt x="45047" y="143355"/>
                    <a:pt x="44885" y="144254"/>
                  </a:cubicBezTo>
                  <a:cubicBezTo>
                    <a:pt x="44420" y="144383"/>
                    <a:pt x="44111" y="144009"/>
                    <a:pt x="43931" y="143582"/>
                  </a:cubicBezTo>
                  <a:cubicBezTo>
                    <a:pt x="43874" y="143445"/>
                    <a:pt x="44157" y="143163"/>
                    <a:pt x="44622" y="142781"/>
                  </a:cubicBezTo>
                  <a:close/>
                  <a:moveTo>
                    <a:pt x="139265" y="142229"/>
                  </a:moveTo>
                  <a:cubicBezTo>
                    <a:pt x="139236" y="142306"/>
                    <a:pt x="139206" y="142382"/>
                    <a:pt x="139176" y="142459"/>
                  </a:cubicBezTo>
                  <a:lnTo>
                    <a:pt x="139453" y="142229"/>
                  </a:lnTo>
                  <a:close/>
                  <a:moveTo>
                    <a:pt x="45269" y="142229"/>
                  </a:moveTo>
                  <a:lnTo>
                    <a:pt x="45128" y="142417"/>
                  </a:lnTo>
                  <a:cubicBezTo>
                    <a:pt x="45193" y="142524"/>
                    <a:pt x="44958" y="142611"/>
                    <a:pt x="44622" y="142781"/>
                  </a:cubicBezTo>
                  <a:cubicBezTo>
                    <a:pt x="44157" y="143163"/>
                    <a:pt x="43873" y="143445"/>
                    <a:pt x="43930" y="143582"/>
                  </a:cubicBezTo>
                  <a:cubicBezTo>
                    <a:pt x="44110" y="144009"/>
                    <a:pt x="44420" y="144383"/>
                    <a:pt x="44808" y="145640"/>
                  </a:cubicBezTo>
                  <a:cubicBezTo>
                    <a:pt x="44964" y="149990"/>
                    <a:pt x="44994" y="153478"/>
                    <a:pt x="44513" y="157475"/>
                  </a:cubicBezTo>
                  <a:cubicBezTo>
                    <a:pt x="44733" y="161728"/>
                    <a:pt x="45462" y="165471"/>
                    <a:pt x="46492" y="169797"/>
                  </a:cubicBezTo>
                  <a:cubicBezTo>
                    <a:pt x="46676" y="171236"/>
                    <a:pt x="46558" y="172090"/>
                    <a:pt x="45848" y="173110"/>
                  </a:cubicBezTo>
                  <a:cubicBezTo>
                    <a:pt x="46087" y="177324"/>
                    <a:pt x="46923" y="181371"/>
                    <a:pt x="48040" y="186253"/>
                  </a:cubicBezTo>
                  <a:cubicBezTo>
                    <a:pt x="48525" y="191225"/>
                    <a:pt x="48730" y="195363"/>
                    <a:pt x="48457" y="199930"/>
                  </a:cubicBezTo>
                  <a:cubicBezTo>
                    <a:pt x="48798" y="202787"/>
                    <a:pt x="49620" y="205213"/>
                    <a:pt x="50735" y="208456"/>
                  </a:cubicBezTo>
                  <a:cubicBezTo>
                    <a:pt x="56860" y="236152"/>
                    <a:pt x="61171" y="263472"/>
                    <a:pt x="68812" y="289827"/>
                  </a:cubicBezTo>
                  <a:cubicBezTo>
                    <a:pt x="88394" y="357396"/>
                    <a:pt x="123642" y="415800"/>
                    <a:pt x="175706" y="463588"/>
                  </a:cubicBezTo>
                  <a:cubicBezTo>
                    <a:pt x="177498" y="465233"/>
                    <a:pt x="180578" y="465476"/>
                    <a:pt x="182628" y="466787"/>
                  </a:cubicBezTo>
                  <a:cubicBezTo>
                    <a:pt x="182668" y="467831"/>
                    <a:pt x="183136" y="468462"/>
                    <a:pt x="183605" y="469094"/>
                  </a:cubicBezTo>
                  <a:cubicBezTo>
                    <a:pt x="183795" y="468914"/>
                    <a:pt x="184177" y="468626"/>
                    <a:pt x="184147" y="468574"/>
                  </a:cubicBezTo>
                  <a:cubicBezTo>
                    <a:pt x="183743" y="467867"/>
                    <a:pt x="183281" y="467194"/>
                    <a:pt x="182980" y="465731"/>
                  </a:cubicBezTo>
                  <a:cubicBezTo>
                    <a:pt x="181715" y="459351"/>
                    <a:pt x="180307" y="453752"/>
                    <a:pt x="178988" y="447646"/>
                  </a:cubicBezTo>
                  <a:cubicBezTo>
                    <a:pt x="178725" y="446211"/>
                    <a:pt x="178372" y="445284"/>
                    <a:pt x="177551" y="443735"/>
                  </a:cubicBezTo>
                  <a:cubicBezTo>
                    <a:pt x="176416" y="440084"/>
                    <a:pt x="175750" y="437057"/>
                    <a:pt x="175562" y="433634"/>
                  </a:cubicBezTo>
                  <a:cubicBezTo>
                    <a:pt x="175076" y="431475"/>
                    <a:pt x="174113" y="429712"/>
                    <a:pt x="172806" y="427248"/>
                  </a:cubicBezTo>
                  <a:cubicBezTo>
                    <a:pt x="171266" y="420959"/>
                    <a:pt x="170066" y="415375"/>
                    <a:pt x="169328" y="409393"/>
                  </a:cubicBezTo>
                  <a:cubicBezTo>
                    <a:pt x="168608" y="405834"/>
                    <a:pt x="167430" y="402674"/>
                    <a:pt x="165900" y="398775"/>
                  </a:cubicBezTo>
                  <a:cubicBezTo>
                    <a:pt x="165330" y="395881"/>
                    <a:pt x="165109" y="393722"/>
                    <a:pt x="165374" y="391183"/>
                  </a:cubicBezTo>
                  <a:cubicBezTo>
                    <a:pt x="164982" y="389012"/>
                    <a:pt x="164102" y="387221"/>
                    <a:pt x="162902" y="384714"/>
                  </a:cubicBezTo>
                  <a:cubicBezTo>
                    <a:pt x="162121" y="380414"/>
                    <a:pt x="161659" y="376831"/>
                    <a:pt x="161633" y="372867"/>
                  </a:cubicBezTo>
                  <a:cubicBezTo>
                    <a:pt x="161261" y="370710"/>
                    <a:pt x="160451" y="368934"/>
                    <a:pt x="159377" y="366447"/>
                  </a:cubicBezTo>
                  <a:cubicBezTo>
                    <a:pt x="159003" y="364231"/>
                    <a:pt x="158893" y="362726"/>
                    <a:pt x="159286" y="360755"/>
                  </a:cubicBezTo>
                  <a:cubicBezTo>
                    <a:pt x="158592" y="355828"/>
                    <a:pt x="157400" y="351365"/>
                    <a:pt x="155844" y="346134"/>
                  </a:cubicBezTo>
                  <a:cubicBezTo>
                    <a:pt x="155330" y="342528"/>
                    <a:pt x="155178" y="339695"/>
                    <a:pt x="155508" y="336353"/>
                  </a:cubicBezTo>
                  <a:cubicBezTo>
                    <a:pt x="155507" y="336349"/>
                    <a:pt x="155506" y="336346"/>
                    <a:pt x="155506" y="336342"/>
                  </a:cubicBezTo>
                  <a:lnTo>
                    <a:pt x="152214" y="322050"/>
                  </a:lnTo>
                  <a:cubicBezTo>
                    <a:pt x="151708" y="317709"/>
                    <a:pt x="151417" y="314108"/>
                    <a:pt x="151566" y="310071"/>
                  </a:cubicBezTo>
                  <a:cubicBezTo>
                    <a:pt x="151255" y="307220"/>
                    <a:pt x="150502" y="304808"/>
                    <a:pt x="149474" y="301577"/>
                  </a:cubicBezTo>
                  <a:cubicBezTo>
                    <a:pt x="149015" y="297307"/>
                    <a:pt x="148829" y="293856"/>
                    <a:pt x="149161" y="289946"/>
                  </a:cubicBezTo>
                  <a:cubicBezTo>
                    <a:pt x="149160" y="289942"/>
                    <a:pt x="149159" y="289937"/>
                    <a:pt x="149158" y="289932"/>
                  </a:cubicBezTo>
                  <a:lnTo>
                    <a:pt x="147178" y="279528"/>
                  </a:lnTo>
                  <a:cubicBezTo>
                    <a:pt x="146913" y="277978"/>
                    <a:pt x="146931" y="277061"/>
                    <a:pt x="147429" y="275690"/>
                  </a:cubicBezTo>
                  <a:lnTo>
                    <a:pt x="147417" y="275624"/>
                  </a:lnTo>
                  <a:lnTo>
                    <a:pt x="145577" y="265126"/>
                  </a:lnTo>
                  <a:cubicBezTo>
                    <a:pt x="145148" y="259470"/>
                    <a:pt x="145009" y="254664"/>
                    <a:pt x="145389" y="249288"/>
                  </a:cubicBezTo>
                  <a:cubicBezTo>
                    <a:pt x="144942" y="243704"/>
                    <a:pt x="143977" y="238690"/>
                    <a:pt x="142771" y="232782"/>
                  </a:cubicBezTo>
                  <a:cubicBezTo>
                    <a:pt x="142534" y="226203"/>
                    <a:pt x="142298" y="219626"/>
                    <a:pt x="142062" y="213048"/>
                  </a:cubicBezTo>
                  <a:lnTo>
                    <a:pt x="140902" y="213048"/>
                  </a:lnTo>
                  <a:lnTo>
                    <a:pt x="140902" y="188101"/>
                  </a:lnTo>
                  <a:lnTo>
                    <a:pt x="139414" y="172310"/>
                  </a:lnTo>
                  <a:cubicBezTo>
                    <a:pt x="139313" y="170884"/>
                    <a:pt x="139426" y="170054"/>
                    <a:pt x="140173" y="169047"/>
                  </a:cubicBezTo>
                  <a:cubicBezTo>
                    <a:pt x="139303" y="163656"/>
                    <a:pt x="139066" y="158086"/>
                    <a:pt x="139007" y="151599"/>
                  </a:cubicBezTo>
                  <a:lnTo>
                    <a:pt x="140902" y="155178"/>
                  </a:lnTo>
                  <a:lnTo>
                    <a:pt x="140902" y="154194"/>
                  </a:lnTo>
                  <a:lnTo>
                    <a:pt x="138971" y="149903"/>
                  </a:lnTo>
                  <a:cubicBezTo>
                    <a:pt x="138765" y="146969"/>
                    <a:pt x="138773" y="144815"/>
                    <a:pt x="139175" y="142459"/>
                  </a:cubicBezTo>
                  <a:lnTo>
                    <a:pt x="129650" y="142229"/>
                  </a:lnTo>
                  <a:close/>
                  <a:moveTo>
                    <a:pt x="930788" y="140826"/>
                  </a:moveTo>
                  <a:lnTo>
                    <a:pt x="853989" y="140848"/>
                  </a:lnTo>
                  <a:cubicBezTo>
                    <a:pt x="848099" y="140798"/>
                    <a:pt x="845819" y="142408"/>
                    <a:pt x="845552" y="148754"/>
                  </a:cubicBezTo>
                  <a:cubicBezTo>
                    <a:pt x="844409" y="175956"/>
                    <a:pt x="842745" y="203139"/>
                    <a:pt x="841143" y="230321"/>
                  </a:cubicBezTo>
                  <a:cubicBezTo>
                    <a:pt x="836554" y="308129"/>
                    <a:pt x="824903" y="384751"/>
                    <a:pt x="801754" y="460986"/>
                  </a:cubicBezTo>
                  <a:lnTo>
                    <a:pt x="799928" y="470132"/>
                  </a:lnTo>
                  <a:cubicBezTo>
                    <a:pt x="802866" y="468039"/>
                    <a:pt x="804311" y="467283"/>
                    <a:pt x="805412" y="466184"/>
                  </a:cubicBezTo>
                  <a:cubicBezTo>
                    <a:pt x="815881" y="455737"/>
                    <a:pt x="826919" y="445778"/>
                    <a:pt x="836618" y="434655"/>
                  </a:cubicBezTo>
                  <a:cubicBezTo>
                    <a:pt x="908014" y="352773"/>
                    <a:pt x="932960" y="254152"/>
                    <a:pt x="939035" y="148788"/>
                  </a:cubicBezTo>
                  <a:cubicBezTo>
                    <a:pt x="939405" y="142342"/>
                    <a:pt x="936728" y="140772"/>
                    <a:pt x="930788" y="140826"/>
                  </a:cubicBezTo>
                  <a:close/>
                  <a:moveTo>
                    <a:pt x="182033" y="104826"/>
                  </a:moveTo>
                  <a:cubicBezTo>
                    <a:pt x="183028" y="106088"/>
                    <a:pt x="183581" y="107802"/>
                    <a:pt x="183684" y="109913"/>
                  </a:cubicBezTo>
                  <a:lnTo>
                    <a:pt x="182775" y="110094"/>
                  </a:lnTo>
                  <a:lnTo>
                    <a:pt x="181955" y="109706"/>
                  </a:lnTo>
                  <a:lnTo>
                    <a:pt x="181502" y="109951"/>
                  </a:lnTo>
                  <a:close/>
                  <a:moveTo>
                    <a:pt x="705916" y="0"/>
                  </a:moveTo>
                  <a:lnTo>
                    <a:pt x="835613" y="457"/>
                  </a:lnTo>
                  <a:cubicBezTo>
                    <a:pt x="838209" y="648"/>
                    <a:pt x="839496" y="425"/>
                    <a:pt x="840781" y="200"/>
                  </a:cubicBezTo>
                  <a:cubicBezTo>
                    <a:pt x="842772" y="1352"/>
                    <a:pt x="844761" y="2501"/>
                    <a:pt x="846474" y="5010"/>
                  </a:cubicBezTo>
                  <a:cubicBezTo>
                    <a:pt x="846363" y="7345"/>
                    <a:pt x="846527" y="8324"/>
                    <a:pt x="846691" y="9302"/>
                  </a:cubicBezTo>
                  <a:cubicBezTo>
                    <a:pt x="846711" y="11402"/>
                    <a:pt x="846729" y="13502"/>
                    <a:pt x="846446" y="17084"/>
                  </a:cubicBezTo>
                  <a:cubicBezTo>
                    <a:pt x="846325" y="19520"/>
                    <a:pt x="846505" y="20479"/>
                    <a:pt x="846685" y="21436"/>
                  </a:cubicBezTo>
                  <a:cubicBezTo>
                    <a:pt x="846705" y="43003"/>
                    <a:pt x="846723" y="64571"/>
                    <a:pt x="846474" y="87593"/>
                  </a:cubicBezTo>
                  <a:cubicBezTo>
                    <a:pt x="846315" y="89398"/>
                    <a:pt x="846422" y="89752"/>
                    <a:pt x="846527" y="90104"/>
                  </a:cubicBezTo>
                  <a:cubicBezTo>
                    <a:pt x="846833" y="91314"/>
                    <a:pt x="847136" y="92522"/>
                    <a:pt x="848047" y="94604"/>
                  </a:cubicBezTo>
                  <a:cubicBezTo>
                    <a:pt x="849404" y="95347"/>
                    <a:pt x="850159" y="95217"/>
                    <a:pt x="850914" y="95087"/>
                  </a:cubicBezTo>
                  <a:lnTo>
                    <a:pt x="982649" y="95591"/>
                  </a:lnTo>
                  <a:cubicBezTo>
                    <a:pt x="984075" y="96971"/>
                    <a:pt x="984581" y="97738"/>
                    <a:pt x="985089" y="98505"/>
                  </a:cubicBezTo>
                  <a:cubicBezTo>
                    <a:pt x="985087" y="99266"/>
                    <a:pt x="985087" y="100029"/>
                    <a:pt x="984737" y="101635"/>
                  </a:cubicBezTo>
                  <a:cubicBezTo>
                    <a:pt x="984587" y="103195"/>
                    <a:pt x="984786" y="103909"/>
                    <a:pt x="984982" y="104624"/>
                  </a:cubicBezTo>
                  <a:cubicBezTo>
                    <a:pt x="985027" y="113262"/>
                    <a:pt x="985069" y="121900"/>
                    <a:pt x="984672" y="132097"/>
                  </a:cubicBezTo>
                  <a:cubicBezTo>
                    <a:pt x="984381" y="136120"/>
                    <a:pt x="984529" y="138584"/>
                    <a:pt x="984678" y="141047"/>
                  </a:cubicBezTo>
                  <a:cubicBezTo>
                    <a:pt x="980033" y="181108"/>
                    <a:pt x="978335" y="221778"/>
                    <a:pt x="970187" y="261113"/>
                  </a:cubicBezTo>
                  <a:cubicBezTo>
                    <a:pt x="945394" y="380817"/>
                    <a:pt x="884158" y="476971"/>
                    <a:pt x="779379" y="543063"/>
                  </a:cubicBezTo>
                  <a:cubicBezTo>
                    <a:pt x="771071" y="548304"/>
                    <a:pt x="764220" y="553965"/>
                    <a:pt x="759177" y="563210"/>
                  </a:cubicBezTo>
                  <a:cubicBezTo>
                    <a:pt x="724583" y="626631"/>
                    <a:pt x="677691" y="678489"/>
                    <a:pt x="613317" y="712941"/>
                  </a:cubicBezTo>
                  <a:cubicBezTo>
                    <a:pt x="599123" y="720537"/>
                    <a:pt x="583905" y="726200"/>
                    <a:pt x="569387" y="733230"/>
                  </a:cubicBezTo>
                  <a:cubicBezTo>
                    <a:pt x="566716" y="734522"/>
                    <a:pt x="563252" y="738183"/>
                    <a:pt x="563357" y="740613"/>
                  </a:cubicBezTo>
                  <a:cubicBezTo>
                    <a:pt x="564938" y="777566"/>
                    <a:pt x="561783" y="815778"/>
                    <a:pt x="570381" y="851107"/>
                  </a:cubicBezTo>
                  <a:cubicBezTo>
                    <a:pt x="581078" y="895067"/>
                    <a:pt x="611334" y="928532"/>
                    <a:pt x="652607" y="949658"/>
                  </a:cubicBezTo>
                  <a:cubicBezTo>
                    <a:pt x="659175" y="953021"/>
                    <a:pt x="667522" y="953242"/>
                    <a:pt x="675138" y="954126"/>
                  </a:cubicBezTo>
                  <a:cubicBezTo>
                    <a:pt x="681028" y="954811"/>
                    <a:pt x="687059" y="954263"/>
                    <a:pt x="693640" y="954263"/>
                  </a:cubicBezTo>
                  <a:lnTo>
                    <a:pt x="693640" y="1039885"/>
                  </a:lnTo>
                  <a:lnTo>
                    <a:pt x="290052" y="1039885"/>
                  </a:lnTo>
                  <a:lnTo>
                    <a:pt x="290052" y="955192"/>
                  </a:lnTo>
                  <a:cubicBezTo>
                    <a:pt x="292108" y="954897"/>
                    <a:pt x="294382" y="954085"/>
                    <a:pt x="296533" y="954334"/>
                  </a:cubicBezTo>
                  <a:cubicBezTo>
                    <a:pt x="326236" y="957776"/>
                    <a:pt x="348550" y="943466"/>
                    <a:pt x="368167" y="923817"/>
                  </a:cubicBezTo>
                  <a:cubicBezTo>
                    <a:pt x="387328" y="904625"/>
                    <a:pt x="404193" y="883305"/>
                    <a:pt x="412870" y="857320"/>
                  </a:cubicBezTo>
                  <a:cubicBezTo>
                    <a:pt x="417157" y="844484"/>
                    <a:pt x="418430" y="830330"/>
                    <a:pt x="419120" y="816672"/>
                  </a:cubicBezTo>
                  <a:cubicBezTo>
                    <a:pt x="420370" y="791853"/>
                    <a:pt x="420040" y="766956"/>
                    <a:pt x="420664" y="742098"/>
                  </a:cubicBezTo>
                  <a:cubicBezTo>
                    <a:pt x="420812" y="736236"/>
                    <a:pt x="418122" y="734201"/>
                    <a:pt x="412989" y="732257"/>
                  </a:cubicBezTo>
                  <a:cubicBezTo>
                    <a:pt x="327072" y="699706"/>
                    <a:pt x="266091" y="639571"/>
                    <a:pt x="222608" y="559987"/>
                  </a:cubicBezTo>
                  <a:cubicBezTo>
                    <a:pt x="219737" y="554732"/>
                    <a:pt x="214911" y="549825"/>
                    <a:pt x="209822" y="546618"/>
                  </a:cubicBezTo>
                  <a:cubicBezTo>
                    <a:pt x="155773" y="512558"/>
                    <a:pt x="109998" y="470129"/>
                    <a:pt x="75604" y="414543"/>
                  </a:cubicBezTo>
                  <a:cubicBezTo>
                    <a:pt x="74445" y="412060"/>
                    <a:pt x="73403" y="410885"/>
                    <a:pt x="72361" y="409709"/>
                  </a:cubicBezTo>
                  <a:cubicBezTo>
                    <a:pt x="72361" y="409709"/>
                    <a:pt x="71699" y="408961"/>
                    <a:pt x="71618" y="407813"/>
                  </a:cubicBezTo>
                  <a:cubicBezTo>
                    <a:pt x="70679" y="405836"/>
                    <a:pt x="69819" y="405009"/>
                    <a:pt x="68959" y="404179"/>
                  </a:cubicBezTo>
                  <a:cubicBezTo>
                    <a:pt x="68959" y="404179"/>
                    <a:pt x="69498" y="403967"/>
                    <a:pt x="69405" y="403479"/>
                  </a:cubicBezTo>
                  <a:cubicBezTo>
                    <a:pt x="68290" y="401860"/>
                    <a:pt x="67268" y="400729"/>
                    <a:pt x="66246" y="399598"/>
                  </a:cubicBezTo>
                  <a:cubicBezTo>
                    <a:pt x="65516" y="398418"/>
                    <a:pt x="64787" y="397239"/>
                    <a:pt x="63773" y="395187"/>
                  </a:cubicBezTo>
                  <a:cubicBezTo>
                    <a:pt x="63490" y="394315"/>
                    <a:pt x="62837" y="393745"/>
                    <a:pt x="62837" y="393745"/>
                  </a:cubicBezTo>
                  <a:cubicBezTo>
                    <a:pt x="61167" y="390762"/>
                    <a:pt x="59498" y="387781"/>
                    <a:pt x="57556" y="383652"/>
                  </a:cubicBezTo>
                  <a:cubicBezTo>
                    <a:pt x="57001" y="381942"/>
                    <a:pt x="56560" y="381562"/>
                    <a:pt x="55961" y="381365"/>
                  </a:cubicBezTo>
                  <a:cubicBezTo>
                    <a:pt x="55961" y="381365"/>
                    <a:pt x="55571" y="381145"/>
                    <a:pt x="55623" y="380797"/>
                  </a:cubicBezTo>
                  <a:cubicBezTo>
                    <a:pt x="55676" y="380451"/>
                    <a:pt x="55403" y="380036"/>
                    <a:pt x="55403" y="380036"/>
                  </a:cubicBezTo>
                  <a:cubicBezTo>
                    <a:pt x="54142" y="377648"/>
                    <a:pt x="52882" y="375259"/>
                    <a:pt x="51574" y="371439"/>
                  </a:cubicBezTo>
                  <a:lnTo>
                    <a:pt x="50319" y="368747"/>
                  </a:lnTo>
                  <a:lnTo>
                    <a:pt x="48645" y="365160"/>
                  </a:lnTo>
                  <a:cubicBezTo>
                    <a:pt x="46281" y="360265"/>
                    <a:pt x="43918" y="355371"/>
                    <a:pt x="41998" y="349412"/>
                  </a:cubicBezTo>
                  <a:lnTo>
                    <a:pt x="40735" y="347025"/>
                  </a:lnTo>
                  <a:lnTo>
                    <a:pt x="39663" y="344999"/>
                  </a:lnTo>
                  <a:cubicBezTo>
                    <a:pt x="38343" y="342065"/>
                    <a:pt x="37026" y="339129"/>
                    <a:pt x="36069" y="335218"/>
                  </a:cubicBezTo>
                  <a:lnTo>
                    <a:pt x="35420" y="333303"/>
                  </a:lnTo>
                  <a:lnTo>
                    <a:pt x="34558" y="330762"/>
                  </a:lnTo>
                  <a:cubicBezTo>
                    <a:pt x="33556" y="328561"/>
                    <a:pt x="32556" y="326357"/>
                    <a:pt x="31990" y="323049"/>
                  </a:cubicBezTo>
                  <a:lnTo>
                    <a:pt x="30571" y="319387"/>
                  </a:lnTo>
                  <a:lnTo>
                    <a:pt x="28706" y="314575"/>
                  </a:lnTo>
                  <a:cubicBezTo>
                    <a:pt x="28376" y="313689"/>
                    <a:pt x="28046" y="312803"/>
                    <a:pt x="28093" y="310872"/>
                  </a:cubicBezTo>
                  <a:lnTo>
                    <a:pt x="27027" y="308701"/>
                  </a:lnTo>
                  <a:lnTo>
                    <a:pt x="25948" y="306504"/>
                  </a:lnTo>
                  <a:cubicBezTo>
                    <a:pt x="25406" y="304731"/>
                    <a:pt x="24864" y="302957"/>
                    <a:pt x="24546" y="299839"/>
                  </a:cubicBezTo>
                  <a:lnTo>
                    <a:pt x="23639" y="297550"/>
                  </a:lnTo>
                  <a:lnTo>
                    <a:pt x="22369" y="294349"/>
                  </a:lnTo>
                  <a:cubicBezTo>
                    <a:pt x="22094" y="293461"/>
                    <a:pt x="21817" y="292573"/>
                    <a:pt x="21991" y="290553"/>
                  </a:cubicBezTo>
                  <a:lnTo>
                    <a:pt x="20726" y="286594"/>
                  </a:lnTo>
                  <a:lnTo>
                    <a:pt x="18678" y="280183"/>
                  </a:lnTo>
                  <a:cubicBezTo>
                    <a:pt x="18282" y="278674"/>
                    <a:pt x="17887" y="277165"/>
                    <a:pt x="17899" y="274561"/>
                  </a:cubicBezTo>
                  <a:lnTo>
                    <a:pt x="16922" y="272290"/>
                  </a:lnTo>
                  <a:lnTo>
                    <a:pt x="15969" y="270075"/>
                  </a:lnTo>
                  <a:cubicBezTo>
                    <a:pt x="15730" y="269192"/>
                    <a:pt x="15491" y="268310"/>
                    <a:pt x="15760" y="266267"/>
                  </a:cubicBezTo>
                  <a:lnTo>
                    <a:pt x="14573" y="261705"/>
                  </a:lnTo>
                  <a:lnTo>
                    <a:pt x="12533" y="253873"/>
                  </a:lnTo>
                  <a:cubicBezTo>
                    <a:pt x="12116" y="251722"/>
                    <a:pt x="11702" y="249572"/>
                    <a:pt x="11839" y="246075"/>
                  </a:cubicBezTo>
                  <a:lnTo>
                    <a:pt x="10567" y="240341"/>
                  </a:lnTo>
                  <a:lnTo>
                    <a:pt x="8648" y="231699"/>
                  </a:lnTo>
                  <a:cubicBezTo>
                    <a:pt x="8244" y="229394"/>
                    <a:pt x="7841" y="227088"/>
                    <a:pt x="7974" y="223573"/>
                  </a:cubicBezTo>
                  <a:lnTo>
                    <a:pt x="6835" y="218007"/>
                  </a:lnTo>
                  <a:lnTo>
                    <a:pt x="5514" y="211550"/>
                  </a:lnTo>
                  <a:cubicBezTo>
                    <a:pt x="5322" y="210629"/>
                    <a:pt x="5128" y="209709"/>
                    <a:pt x="5569" y="207517"/>
                  </a:cubicBezTo>
                  <a:lnTo>
                    <a:pt x="4544" y="199591"/>
                  </a:lnTo>
                  <a:lnTo>
                    <a:pt x="2408" y="183061"/>
                  </a:lnTo>
                  <a:cubicBezTo>
                    <a:pt x="2003" y="178239"/>
                    <a:pt x="1601" y="173417"/>
                    <a:pt x="1825" y="167041"/>
                  </a:cubicBezTo>
                  <a:cubicBezTo>
                    <a:pt x="1701" y="162239"/>
                    <a:pt x="1577" y="157437"/>
                    <a:pt x="1452" y="152635"/>
                  </a:cubicBezTo>
                  <a:lnTo>
                    <a:pt x="0" y="96645"/>
                  </a:lnTo>
                  <a:lnTo>
                    <a:pt x="30487" y="95215"/>
                  </a:lnTo>
                  <a:lnTo>
                    <a:pt x="46649" y="96196"/>
                  </a:lnTo>
                  <a:lnTo>
                    <a:pt x="57006" y="96196"/>
                  </a:lnTo>
                  <a:lnTo>
                    <a:pt x="60749" y="95541"/>
                  </a:lnTo>
                  <a:lnTo>
                    <a:pt x="61309" y="96196"/>
                  </a:lnTo>
                  <a:lnTo>
                    <a:pt x="61918" y="96196"/>
                  </a:lnTo>
                  <a:lnTo>
                    <a:pt x="61550" y="95755"/>
                  </a:lnTo>
                  <a:lnTo>
                    <a:pt x="81314" y="96196"/>
                  </a:lnTo>
                  <a:lnTo>
                    <a:pt x="97356" y="96196"/>
                  </a:lnTo>
                  <a:lnTo>
                    <a:pt x="101069" y="95654"/>
                  </a:lnTo>
                  <a:cubicBezTo>
                    <a:pt x="101106" y="95835"/>
                    <a:pt x="101143" y="96016"/>
                    <a:pt x="101181" y="96196"/>
                  </a:cubicBezTo>
                  <a:lnTo>
                    <a:pt x="101864" y="96196"/>
                  </a:lnTo>
                  <a:cubicBezTo>
                    <a:pt x="101861" y="96079"/>
                    <a:pt x="101859" y="95962"/>
                    <a:pt x="101856" y="95844"/>
                  </a:cubicBezTo>
                  <a:cubicBezTo>
                    <a:pt x="108647" y="95626"/>
                    <a:pt x="115435" y="95407"/>
                    <a:pt x="123195" y="96125"/>
                  </a:cubicBezTo>
                  <a:lnTo>
                    <a:pt x="123317" y="96196"/>
                  </a:lnTo>
                  <a:lnTo>
                    <a:pt x="124647" y="96196"/>
                  </a:lnTo>
                  <a:lnTo>
                    <a:pt x="138485" y="91087"/>
                  </a:lnTo>
                  <a:lnTo>
                    <a:pt x="138765" y="91200"/>
                  </a:lnTo>
                  <a:lnTo>
                    <a:pt x="138765" y="86682"/>
                  </a:lnTo>
                  <a:lnTo>
                    <a:pt x="181730" y="86682"/>
                  </a:lnTo>
                  <a:lnTo>
                    <a:pt x="181730" y="99497"/>
                  </a:lnTo>
                  <a:lnTo>
                    <a:pt x="181576" y="99497"/>
                  </a:lnTo>
                  <a:lnTo>
                    <a:pt x="182067" y="104082"/>
                  </a:lnTo>
                  <a:cubicBezTo>
                    <a:pt x="181349" y="106949"/>
                    <a:pt x="181108" y="108622"/>
                    <a:pt x="180867" y="110295"/>
                  </a:cubicBezTo>
                  <a:lnTo>
                    <a:pt x="181502" y="109951"/>
                  </a:lnTo>
                  <a:lnTo>
                    <a:pt x="181460" y="110356"/>
                  </a:lnTo>
                  <a:lnTo>
                    <a:pt x="182775" y="110094"/>
                  </a:lnTo>
                  <a:lnTo>
                    <a:pt x="183235" y="110311"/>
                  </a:lnTo>
                  <a:cubicBezTo>
                    <a:pt x="183496" y="115386"/>
                    <a:pt x="183755" y="120461"/>
                    <a:pt x="183575" y="126076"/>
                  </a:cubicBezTo>
                  <a:lnTo>
                    <a:pt x="183134" y="126614"/>
                  </a:lnTo>
                  <a:cubicBezTo>
                    <a:pt x="183391" y="130837"/>
                    <a:pt x="183648" y="135061"/>
                    <a:pt x="182923" y="139699"/>
                  </a:cubicBezTo>
                  <a:lnTo>
                    <a:pt x="179956" y="137953"/>
                  </a:lnTo>
                  <a:lnTo>
                    <a:pt x="182513" y="140389"/>
                  </a:lnTo>
                  <a:cubicBezTo>
                    <a:pt x="183417" y="143418"/>
                    <a:pt x="183747" y="146170"/>
                    <a:pt x="183737" y="149577"/>
                  </a:cubicBezTo>
                  <a:cubicBezTo>
                    <a:pt x="183397" y="150233"/>
                    <a:pt x="182899" y="149893"/>
                    <a:pt x="182899" y="149893"/>
                  </a:cubicBezTo>
                  <a:lnTo>
                    <a:pt x="180208" y="144871"/>
                  </a:lnTo>
                  <a:cubicBezTo>
                    <a:pt x="180721" y="145828"/>
                    <a:pt x="181810" y="147862"/>
                    <a:pt x="182832" y="150658"/>
                  </a:cubicBezTo>
                  <a:cubicBezTo>
                    <a:pt x="183366" y="153228"/>
                    <a:pt x="183967" y="155031"/>
                    <a:pt x="184568" y="156833"/>
                  </a:cubicBezTo>
                  <a:cubicBezTo>
                    <a:pt x="184661" y="159164"/>
                    <a:pt x="184752" y="161497"/>
                    <a:pt x="184615" y="164917"/>
                  </a:cubicBezTo>
                  <a:cubicBezTo>
                    <a:pt x="184609" y="165203"/>
                    <a:pt x="184603" y="165490"/>
                    <a:pt x="184597" y="165777"/>
                  </a:cubicBezTo>
                  <a:lnTo>
                    <a:pt x="185298" y="165738"/>
                  </a:lnTo>
                  <a:cubicBezTo>
                    <a:pt x="185298" y="165738"/>
                    <a:pt x="185173" y="166542"/>
                    <a:pt x="184878" y="166495"/>
                  </a:cubicBezTo>
                  <a:lnTo>
                    <a:pt x="184592" y="165982"/>
                  </a:lnTo>
                  <a:cubicBezTo>
                    <a:pt x="184589" y="166137"/>
                    <a:pt x="184585" y="166292"/>
                    <a:pt x="184582" y="166446"/>
                  </a:cubicBezTo>
                  <a:cubicBezTo>
                    <a:pt x="184675" y="168124"/>
                    <a:pt x="184770" y="169799"/>
                    <a:pt x="184313" y="172616"/>
                  </a:cubicBezTo>
                  <a:lnTo>
                    <a:pt x="184683" y="174815"/>
                  </a:lnTo>
                  <a:lnTo>
                    <a:pt x="185078" y="177167"/>
                  </a:lnTo>
                  <a:cubicBezTo>
                    <a:pt x="185234" y="182421"/>
                    <a:pt x="185392" y="187678"/>
                    <a:pt x="185307" y="194260"/>
                  </a:cubicBezTo>
                  <a:lnTo>
                    <a:pt x="185557" y="195788"/>
                  </a:lnTo>
                  <a:lnTo>
                    <a:pt x="185814" y="197358"/>
                  </a:lnTo>
                  <a:cubicBezTo>
                    <a:pt x="186045" y="201520"/>
                    <a:pt x="186276" y="205680"/>
                    <a:pt x="186003" y="211238"/>
                  </a:cubicBezTo>
                  <a:lnTo>
                    <a:pt x="186323" y="214291"/>
                  </a:lnTo>
                  <a:lnTo>
                    <a:pt x="187338" y="223955"/>
                  </a:lnTo>
                  <a:cubicBezTo>
                    <a:pt x="187868" y="231335"/>
                    <a:pt x="188398" y="238714"/>
                    <a:pt x="188437" y="247362"/>
                  </a:cubicBezTo>
                  <a:lnTo>
                    <a:pt x="188779" y="249759"/>
                  </a:lnTo>
                  <a:lnTo>
                    <a:pt x="189426" y="254300"/>
                  </a:lnTo>
                  <a:cubicBezTo>
                    <a:pt x="190537" y="264413"/>
                    <a:pt x="191646" y="274528"/>
                    <a:pt x="192202" y="285987"/>
                  </a:cubicBezTo>
                  <a:lnTo>
                    <a:pt x="192933" y="289662"/>
                  </a:lnTo>
                  <a:lnTo>
                    <a:pt x="193940" y="294736"/>
                  </a:lnTo>
                  <a:cubicBezTo>
                    <a:pt x="201089" y="333427"/>
                    <a:pt x="206595" y="372511"/>
                    <a:pt x="215751" y="410723"/>
                  </a:cubicBezTo>
                  <a:cubicBezTo>
                    <a:pt x="231618" y="476956"/>
                    <a:pt x="256730" y="539395"/>
                    <a:pt x="299333" y="593696"/>
                  </a:cubicBezTo>
                  <a:cubicBezTo>
                    <a:pt x="340663" y="646375"/>
                    <a:pt x="394228" y="680397"/>
                    <a:pt x="457929" y="699518"/>
                  </a:cubicBezTo>
                  <a:cubicBezTo>
                    <a:pt x="461087" y="700467"/>
                    <a:pt x="465456" y="704777"/>
                    <a:pt x="465510" y="707593"/>
                  </a:cubicBezTo>
                  <a:cubicBezTo>
                    <a:pt x="466478" y="758067"/>
                    <a:pt x="469480" y="808712"/>
                    <a:pt x="460126" y="858747"/>
                  </a:cubicBezTo>
                  <a:cubicBezTo>
                    <a:pt x="454525" y="888707"/>
                    <a:pt x="437389" y="913122"/>
                    <a:pt x="418796" y="936348"/>
                  </a:cubicBezTo>
                  <a:cubicBezTo>
                    <a:pt x="400057" y="959753"/>
                    <a:pt x="377895" y="979157"/>
                    <a:pt x="350151" y="991494"/>
                  </a:cubicBezTo>
                  <a:cubicBezTo>
                    <a:pt x="349321" y="991862"/>
                    <a:pt x="348787" y="992898"/>
                    <a:pt x="346761" y="995081"/>
                  </a:cubicBezTo>
                  <a:lnTo>
                    <a:pt x="638935" y="995081"/>
                  </a:lnTo>
                  <a:cubicBezTo>
                    <a:pt x="633300" y="991739"/>
                    <a:pt x="630168" y="989786"/>
                    <a:pt x="626948" y="987987"/>
                  </a:cubicBezTo>
                  <a:cubicBezTo>
                    <a:pt x="576412" y="959741"/>
                    <a:pt x="542047" y="917696"/>
                    <a:pt x="525273" y="862733"/>
                  </a:cubicBezTo>
                  <a:cubicBezTo>
                    <a:pt x="519300" y="843162"/>
                    <a:pt x="519021" y="821510"/>
                    <a:pt x="518392" y="800738"/>
                  </a:cubicBezTo>
                  <a:cubicBezTo>
                    <a:pt x="517453" y="769803"/>
                    <a:pt x="518564" y="738806"/>
                    <a:pt x="518659" y="707836"/>
                  </a:cubicBezTo>
                  <a:cubicBezTo>
                    <a:pt x="518675" y="702624"/>
                    <a:pt x="520652" y="700679"/>
                    <a:pt x="525903" y="699141"/>
                  </a:cubicBezTo>
                  <a:cubicBezTo>
                    <a:pt x="575097" y="684751"/>
                    <a:pt x="619227" y="661314"/>
                    <a:pt x="656278" y="625288"/>
                  </a:cubicBezTo>
                  <a:cubicBezTo>
                    <a:pt x="689566" y="592919"/>
                    <a:pt x="714454" y="554871"/>
                    <a:pt x="733498" y="512787"/>
                  </a:cubicBezTo>
                  <a:cubicBezTo>
                    <a:pt x="753967" y="467556"/>
                    <a:pt x="767558" y="420255"/>
                    <a:pt x="777364" y="371627"/>
                  </a:cubicBezTo>
                  <a:cubicBezTo>
                    <a:pt x="789919" y="309371"/>
                    <a:pt x="796171" y="246488"/>
                    <a:pt x="798249" y="183152"/>
                  </a:cubicBezTo>
                  <a:cubicBezTo>
                    <a:pt x="799663" y="140057"/>
                    <a:pt x="799953" y="96927"/>
                    <a:pt x="801187" y="52499"/>
                  </a:cubicBezTo>
                  <a:cubicBezTo>
                    <a:pt x="801280" y="49919"/>
                    <a:pt x="800932" y="48653"/>
                    <a:pt x="800584" y="47384"/>
                  </a:cubicBezTo>
                  <a:cubicBezTo>
                    <a:pt x="796438" y="46652"/>
                    <a:pt x="792294" y="45284"/>
                    <a:pt x="788148" y="45282"/>
                  </a:cubicBezTo>
                  <a:lnTo>
                    <a:pt x="290189" y="45176"/>
                  </a:lnTo>
                  <a:lnTo>
                    <a:pt x="285214" y="44754"/>
                  </a:lnTo>
                  <a:lnTo>
                    <a:pt x="224084" y="44754"/>
                  </a:lnTo>
                  <a:lnTo>
                    <a:pt x="224084" y="504"/>
                  </a:lnTo>
                  <a:lnTo>
                    <a:pt x="298507" y="504"/>
                  </a:lnTo>
                  <a:lnTo>
                    <a:pt x="301474" y="441"/>
                  </a:lnTo>
                  <a:cubicBezTo>
                    <a:pt x="304058" y="609"/>
                    <a:pt x="305334" y="385"/>
                    <a:pt x="306611" y="16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9" name="Rectangle 38">
              <a:extLst>
                <a:ext uri="{FF2B5EF4-FFF2-40B4-BE49-F238E27FC236}">
                  <a16:creationId xmlns:a16="http://schemas.microsoft.com/office/drawing/2014/main" id="{33C1991A-D717-29E2-FBD5-80B8DFF34668}"/>
                </a:ext>
                <a:ext uri="{C183D7F6-B498-43B3-948B-1728B52AA6E4}">
                  <adec:decorative xmlns:adec="http://schemas.microsoft.com/office/drawing/2017/decorative" val="1"/>
                </a:ext>
              </a:extLst>
            </p:cNvPr>
            <p:cNvSpPr/>
            <p:nvPr/>
          </p:nvSpPr>
          <p:spPr>
            <a:xfrm>
              <a:off x="2607232" y="2930159"/>
              <a:ext cx="29028" cy="29028"/>
            </a:xfrm>
            <a:prstGeom prst="rect">
              <a:avLst/>
            </a:prstGeom>
            <a:solidFill>
              <a:schemeClr val="accent1"/>
            </a:solidFill>
            <a:ln w="6350" cap="flat">
              <a:noFill/>
              <a:prstDash val="solid"/>
              <a:miter/>
            </a:ln>
          </p:spPr>
          <p:txBody>
            <a:bodyPr rtlCol="0" anchor="ctr"/>
            <a:lstStyle/>
            <a:p>
              <a:endParaRPr lang="en-US"/>
            </a:p>
          </p:txBody>
        </p:sp>
      </p:grpSp>
      <p:grpSp>
        <p:nvGrpSpPr>
          <p:cNvPr id="948" name="Group 947">
            <a:extLst>
              <a:ext uri="{FF2B5EF4-FFF2-40B4-BE49-F238E27FC236}">
                <a16:creationId xmlns:a16="http://schemas.microsoft.com/office/drawing/2014/main" id="{5643AA58-4CFB-5CAA-8639-C4B921E4BEBA}"/>
              </a:ext>
              <a:ext uri="{C183D7F6-B498-43B3-948B-1728B52AA6E4}">
                <adec:decorative xmlns:adec="http://schemas.microsoft.com/office/drawing/2017/decorative" val="1"/>
              </a:ext>
            </a:extLst>
          </p:cNvPr>
          <p:cNvGrpSpPr>
            <a:grpSpLocks noChangeAspect="1"/>
          </p:cNvGrpSpPr>
          <p:nvPr/>
        </p:nvGrpSpPr>
        <p:grpSpPr>
          <a:xfrm>
            <a:off x="3727811" y="2998739"/>
            <a:ext cx="334990" cy="320040"/>
            <a:chOff x="3727811" y="2998739"/>
            <a:chExt cx="334990" cy="320040"/>
          </a:xfrm>
          <a:solidFill>
            <a:srgbClr val="FF0000"/>
          </a:solidFill>
        </p:grpSpPr>
        <p:sp>
          <p:nvSpPr>
            <p:cNvPr id="42" name="Freeform: Shape 41">
              <a:extLst>
                <a:ext uri="{FF2B5EF4-FFF2-40B4-BE49-F238E27FC236}">
                  <a16:creationId xmlns:a16="http://schemas.microsoft.com/office/drawing/2014/main" id="{08288858-41FF-1799-2CA6-F3BC02AF4DC3}"/>
                </a:ext>
                <a:ext uri="{C183D7F6-B498-43B3-948B-1728B52AA6E4}">
                  <adec:decorative xmlns:adec="http://schemas.microsoft.com/office/drawing/2017/decorative" val="1"/>
                </a:ext>
              </a:extLst>
            </p:cNvPr>
            <p:cNvSpPr/>
            <p:nvPr/>
          </p:nvSpPr>
          <p:spPr>
            <a:xfrm>
              <a:off x="3727811" y="2998739"/>
              <a:ext cx="334990" cy="320040"/>
            </a:xfrm>
            <a:custGeom>
              <a:avLst/>
              <a:gdLst>
                <a:gd name="connsiteX0" fmla="*/ 2040826 w 4070664"/>
                <a:gd name="connsiteY0" fmla="*/ 181 h 3888988"/>
                <a:gd name="connsiteX1" fmla="*/ 2096388 w 4070664"/>
                <a:gd name="connsiteY1" fmla="*/ 15053 h 3888988"/>
                <a:gd name="connsiteX2" fmla="*/ 2098651 w 4070664"/>
                <a:gd name="connsiteY2" fmla="*/ 17434 h 3888988"/>
                <a:gd name="connsiteX3" fmla="*/ 2099538 w 4070664"/>
                <a:gd name="connsiteY3" fmla="*/ 17634 h 3888988"/>
                <a:gd name="connsiteX4" fmla="*/ 2142136 w 4070664"/>
                <a:gd name="connsiteY4" fmla="*/ 37748 h 3888988"/>
                <a:gd name="connsiteX5" fmla="*/ 2168231 w 4070664"/>
                <a:gd name="connsiteY5" fmla="*/ 90608 h 3888988"/>
                <a:gd name="connsiteX6" fmla="*/ 2173813 w 4070664"/>
                <a:gd name="connsiteY6" fmla="*/ 96479 h 3888988"/>
                <a:gd name="connsiteX7" fmla="*/ 2212053 w 4070664"/>
                <a:gd name="connsiteY7" fmla="*/ 172740 h 3888988"/>
                <a:gd name="connsiteX8" fmla="*/ 2679773 w 4070664"/>
                <a:gd name="connsiteY8" fmla="*/ 1119658 h 3888988"/>
                <a:gd name="connsiteX9" fmla="*/ 2712323 w 4070664"/>
                <a:gd name="connsiteY9" fmla="*/ 1181734 h 3888988"/>
                <a:gd name="connsiteX10" fmla="*/ 2792614 w 4070664"/>
                <a:gd name="connsiteY10" fmla="*/ 1207978 h 3888988"/>
                <a:gd name="connsiteX11" fmla="*/ 2863462 w 4070664"/>
                <a:gd name="connsiteY11" fmla="*/ 1219009 h 3888988"/>
                <a:gd name="connsiteX12" fmla="*/ 3457768 w 4070664"/>
                <a:gd name="connsiteY12" fmla="*/ 1304671 h 3888988"/>
                <a:gd name="connsiteX13" fmla="*/ 3514199 w 4070664"/>
                <a:gd name="connsiteY13" fmla="*/ 1312615 h 3888988"/>
                <a:gd name="connsiteX14" fmla="*/ 3969029 w 4070664"/>
                <a:gd name="connsiteY14" fmla="*/ 1378577 h 3888988"/>
                <a:gd name="connsiteX15" fmla="*/ 3997313 w 4070664"/>
                <a:gd name="connsiteY15" fmla="*/ 1397504 h 3888988"/>
                <a:gd name="connsiteX16" fmla="*/ 4017482 w 4070664"/>
                <a:gd name="connsiteY16" fmla="*/ 1405449 h 3888988"/>
                <a:gd name="connsiteX17" fmla="*/ 4024787 w 4070664"/>
                <a:gd name="connsiteY17" fmla="*/ 1415888 h 3888988"/>
                <a:gd name="connsiteX18" fmla="*/ 4035785 w 4070664"/>
                <a:gd name="connsiteY18" fmla="*/ 1423249 h 3888988"/>
                <a:gd name="connsiteX19" fmla="*/ 4052690 w 4070664"/>
                <a:gd name="connsiteY19" fmla="*/ 1455758 h 3888988"/>
                <a:gd name="connsiteX20" fmla="*/ 4063396 w 4070664"/>
                <a:gd name="connsiteY20" fmla="*/ 1471059 h 3888988"/>
                <a:gd name="connsiteX21" fmla="*/ 4064065 w 4070664"/>
                <a:gd name="connsiteY21" fmla="*/ 1477639 h 3888988"/>
                <a:gd name="connsiteX22" fmla="*/ 4066283 w 4070664"/>
                <a:gd name="connsiteY22" fmla="*/ 1481905 h 3888988"/>
                <a:gd name="connsiteX23" fmla="*/ 4068198 w 4070664"/>
                <a:gd name="connsiteY23" fmla="*/ 1518263 h 3888988"/>
                <a:gd name="connsiteX24" fmla="*/ 4070664 w 4070664"/>
                <a:gd name="connsiteY24" fmla="*/ 1542473 h 3888988"/>
                <a:gd name="connsiteX25" fmla="*/ 4039293 w 4070664"/>
                <a:gd name="connsiteY25" fmla="*/ 1606553 h 3888988"/>
                <a:gd name="connsiteX26" fmla="*/ 4024928 w 4070664"/>
                <a:gd name="connsiteY26" fmla="*/ 1621278 h 3888988"/>
                <a:gd name="connsiteX27" fmla="*/ 4015793 w 4070664"/>
                <a:gd name="connsiteY27" fmla="*/ 1638142 h 3888988"/>
                <a:gd name="connsiteX28" fmla="*/ 3955081 w 4070664"/>
                <a:gd name="connsiteY28" fmla="*/ 1698074 h 3888988"/>
                <a:gd name="connsiteX29" fmla="*/ 3199041 w 4070664"/>
                <a:gd name="connsiteY29" fmla="*/ 2435519 h 3888988"/>
                <a:gd name="connsiteX30" fmla="*/ 3138699 w 4070664"/>
                <a:gd name="connsiteY30" fmla="*/ 2497288 h 3888988"/>
                <a:gd name="connsiteX31" fmla="*/ 3176687 w 4070664"/>
                <a:gd name="connsiteY31" fmla="*/ 2728425 h 3888988"/>
                <a:gd name="connsiteX32" fmla="*/ 3208971 w 4070664"/>
                <a:gd name="connsiteY32" fmla="*/ 2916869 h 3888988"/>
                <a:gd name="connsiteX33" fmla="*/ 3290429 w 4070664"/>
                <a:gd name="connsiteY33" fmla="*/ 3388563 h 3888988"/>
                <a:gd name="connsiteX34" fmla="*/ 3302817 w 4070664"/>
                <a:gd name="connsiteY34" fmla="*/ 3462347 h 3888988"/>
                <a:gd name="connsiteX35" fmla="*/ 3334417 w 4070664"/>
                <a:gd name="connsiteY35" fmla="*/ 3644221 h 3888988"/>
                <a:gd name="connsiteX36" fmla="*/ 3335549 w 4070664"/>
                <a:gd name="connsiteY36" fmla="*/ 3657300 h 3888988"/>
                <a:gd name="connsiteX37" fmla="*/ 3345485 w 4070664"/>
                <a:gd name="connsiteY37" fmla="*/ 3716489 h 3888988"/>
                <a:gd name="connsiteX38" fmla="*/ 3343482 w 4070664"/>
                <a:gd name="connsiteY38" fmla="*/ 3749198 h 3888988"/>
                <a:gd name="connsiteX39" fmla="*/ 3343929 w 4070664"/>
                <a:gd name="connsiteY39" fmla="*/ 3754377 h 3888988"/>
                <a:gd name="connsiteX40" fmla="*/ 3342938 w 4070664"/>
                <a:gd name="connsiteY40" fmla="*/ 3758074 h 3888988"/>
                <a:gd name="connsiteX41" fmla="*/ 3340613 w 4070664"/>
                <a:gd name="connsiteY41" fmla="*/ 3796066 h 3888988"/>
                <a:gd name="connsiteX42" fmla="*/ 3328414 w 4070664"/>
                <a:gd name="connsiteY42" fmla="*/ 3812247 h 3888988"/>
                <a:gd name="connsiteX43" fmla="*/ 3327881 w 4070664"/>
                <a:gd name="connsiteY43" fmla="*/ 3814232 h 3888988"/>
                <a:gd name="connsiteX44" fmla="*/ 3321009 w 4070664"/>
                <a:gd name="connsiteY44" fmla="*/ 3822069 h 3888988"/>
                <a:gd name="connsiteX45" fmla="*/ 3292403 w 4070664"/>
                <a:gd name="connsiteY45" fmla="*/ 3860009 h 3888988"/>
                <a:gd name="connsiteX46" fmla="*/ 3226730 w 4070664"/>
                <a:gd name="connsiteY46" fmla="*/ 3888988 h 3888988"/>
                <a:gd name="connsiteX47" fmla="*/ 3179215 w 4070664"/>
                <a:gd name="connsiteY47" fmla="*/ 3882238 h 3888988"/>
                <a:gd name="connsiteX48" fmla="*/ 3171386 w 4070664"/>
                <a:gd name="connsiteY48" fmla="*/ 3881983 h 3888988"/>
                <a:gd name="connsiteX49" fmla="*/ 3168543 w 4070664"/>
                <a:gd name="connsiteY49" fmla="*/ 3880726 h 3888988"/>
                <a:gd name="connsiteX50" fmla="*/ 3156092 w 4070664"/>
                <a:gd name="connsiteY50" fmla="*/ 3878955 h 3888988"/>
                <a:gd name="connsiteX51" fmla="*/ 3110263 w 4070664"/>
                <a:gd name="connsiteY51" fmla="*/ 3856309 h 3888988"/>
                <a:gd name="connsiteX52" fmla="*/ 2882423 w 4070664"/>
                <a:gd name="connsiteY52" fmla="*/ 3738104 h 3888988"/>
                <a:gd name="connsiteX53" fmla="*/ 2752067 w 4070664"/>
                <a:gd name="connsiteY53" fmla="*/ 3671237 h 3888988"/>
                <a:gd name="connsiteX54" fmla="*/ 2752263 w 4070664"/>
                <a:gd name="connsiteY54" fmla="*/ 3670579 h 3888988"/>
                <a:gd name="connsiteX55" fmla="*/ 2655803 w 4070664"/>
                <a:gd name="connsiteY55" fmla="*/ 3620536 h 3888988"/>
                <a:gd name="connsiteX56" fmla="*/ 2393295 w 4070664"/>
                <a:gd name="connsiteY56" fmla="*/ 3481783 h 3888988"/>
                <a:gd name="connsiteX57" fmla="*/ 2393295 w 4070664"/>
                <a:gd name="connsiteY57" fmla="*/ 3143775 h 3888988"/>
                <a:gd name="connsiteX58" fmla="*/ 2408389 w 4070664"/>
                <a:gd name="connsiteY58" fmla="*/ 3151603 h 3888988"/>
                <a:gd name="connsiteX59" fmla="*/ 2634107 w 4070664"/>
                <a:gd name="connsiteY59" fmla="*/ 3271977 h 3888988"/>
                <a:gd name="connsiteX60" fmla="*/ 2805534 w 4070664"/>
                <a:gd name="connsiteY60" fmla="*/ 3364275 h 3888988"/>
                <a:gd name="connsiteX61" fmla="*/ 2949549 w 4070664"/>
                <a:gd name="connsiteY61" fmla="*/ 3445800 h 3888988"/>
                <a:gd name="connsiteX62" fmla="*/ 2995637 w 4070664"/>
                <a:gd name="connsiteY62" fmla="*/ 3464561 h 3888988"/>
                <a:gd name="connsiteX63" fmla="*/ 2997153 w 4070664"/>
                <a:gd name="connsiteY63" fmla="*/ 3464886 h 3888988"/>
                <a:gd name="connsiteX64" fmla="*/ 3002103 w 4070664"/>
                <a:gd name="connsiteY64" fmla="*/ 3438373 h 3888988"/>
                <a:gd name="connsiteX65" fmla="*/ 3001441 w 4070664"/>
                <a:gd name="connsiteY65" fmla="*/ 3400038 h 3888988"/>
                <a:gd name="connsiteX66" fmla="*/ 2933731 w 4070664"/>
                <a:gd name="connsiteY66" fmla="*/ 3005103 h 3888988"/>
                <a:gd name="connsiteX67" fmla="*/ 2904914 w 4070664"/>
                <a:gd name="connsiteY67" fmla="*/ 2837480 h 3888988"/>
                <a:gd name="connsiteX68" fmla="*/ 2851551 w 4070664"/>
                <a:gd name="connsiteY68" fmla="*/ 2529546 h 3888988"/>
                <a:gd name="connsiteX69" fmla="*/ 2851182 w 4070664"/>
                <a:gd name="connsiteY69" fmla="*/ 2524907 h 3888988"/>
                <a:gd name="connsiteX70" fmla="*/ 2845655 w 4070664"/>
                <a:gd name="connsiteY70" fmla="*/ 2492748 h 3888988"/>
                <a:gd name="connsiteX71" fmla="*/ 2845171 w 4070664"/>
                <a:gd name="connsiteY71" fmla="*/ 2449507 h 3888988"/>
                <a:gd name="connsiteX72" fmla="*/ 2842805 w 4070664"/>
                <a:gd name="connsiteY72" fmla="*/ 2419870 h 3888988"/>
                <a:gd name="connsiteX73" fmla="*/ 2844790 w 4070664"/>
                <a:gd name="connsiteY73" fmla="*/ 2415593 h 3888988"/>
                <a:gd name="connsiteX74" fmla="*/ 2844406 w 4070664"/>
                <a:gd name="connsiteY74" fmla="*/ 2381346 h 3888988"/>
                <a:gd name="connsiteX75" fmla="*/ 2874275 w 4070664"/>
                <a:gd name="connsiteY75" fmla="*/ 2352008 h 3888988"/>
                <a:gd name="connsiteX76" fmla="*/ 2891669 w 4070664"/>
                <a:gd name="connsiteY76" fmla="*/ 2314490 h 3888988"/>
                <a:gd name="connsiteX77" fmla="*/ 3116485 w 4070664"/>
                <a:gd name="connsiteY77" fmla="*/ 2092898 h 3888988"/>
                <a:gd name="connsiteX78" fmla="*/ 3300721 w 4070664"/>
                <a:gd name="connsiteY78" fmla="*/ 1915423 h 3888988"/>
                <a:gd name="connsiteX79" fmla="*/ 3584930 w 4070664"/>
                <a:gd name="connsiteY79" fmla="*/ 1649517 h 3888988"/>
                <a:gd name="connsiteX80" fmla="*/ 3599155 w 4070664"/>
                <a:gd name="connsiteY80" fmla="*/ 1624956 h 3888988"/>
                <a:gd name="connsiteX81" fmla="*/ 3560394 w 4070664"/>
                <a:gd name="connsiteY81" fmla="*/ 1613097 h 3888988"/>
                <a:gd name="connsiteX82" fmla="*/ 3413713 w 4070664"/>
                <a:gd name="connsiteY82" fmla="*/ 1589489 h 3888988"/>
                <a:gd name="connsiteX83" fmla="*/ 3202476 w 4070664"/>
                <a:gd name="connsiteY83" fmla="*/ 1561467 h 3888988"/>
                <a:gd name="connsiteX84" fmla="*/ 2628621 w 4070664"/>
                <a:gd name="connsiteY84" fmla="*/ 1478430 h 3888988"/>
                <a:gd name="connsiteX85" fmla="*/ 2594917 w 4070664"/>
                <a:gd name="connsiteY85" fmla="*/ 1474179 h 3888988"/>
                <a:gd name="connsiteX86" fmla="*/ 2486221 w 4070664"/>
                <a:gd name="connsiteY86" fmla="*/ 1402998 h 3888988"/>
                <a:gd name="connsiteX87" fmla="*/ 2182904 w 4070664"/>
                <a:gd name="connsiteY87" fmla="*/ 773503 h 3888988"/>
                <a:gd name="connsiteX88" fmla="*/ 2084917 w 4070664"/>
                <a:gd name="connsiteY88" fmla="*/ 572986 h 3888988"/>
                <a:gd name="connsiteX89" fmla="*/ 2050548 w 4070664"/>
                <a:gd name="connsiteY89" fmla="*/ 504599 h 3888988"/>
                <a:gd name="connsiteX90" fmla="*/ 2034682 w 4070664"/>
                <a:gd name="connsiteY90" fmla="*/ 478156 h 3888988"/>
                <a:gd name="connsiteX91" fmla="*/ 1998198 w 4070664"/>
                <a:gd name="connsiteY91" fmla="*/ 553437 h 3888988"/>
                <a:gd name="connsiteX92" fmla="*/ 1723697 w 4070664"/>
                <a:gd name="connsiteY92" fmla="*/ 1101710 h 3888988"/>
                <a:gd name="connsiteX93" fmla="*/ 1593260 w 4070664"/>
                <a:gd name="connsiteY93" fmla="*/ 1366407 h 3888988"/>
                <a:gd name="connsiteX94" fmla="*/ 1578802 w 4070664"/>
                <a:gd name="connsiteY94" fmla="*/ 1397146 h 3888988"/>
                <a:gd name="connsiteX95" fmla="*/ 1477514 w 4070664"/>
                <a:gd name="connsiteY95" fmla="*/ 1478526 h 3888988"/>
                <a:gd name="connsiteX96" fmla="*/ 841871 w 4070664"/>
                <a:gd name="connsiteY96" fmla="*/ 1564772 h 3888988"/>
                <a:gd name="connsiteX97" fmla="*/ 682141 w 4070664"/>
                <a:gd name="connsiteY97" fmla="*/ 1587799 h 3888988"/>
                <a:gd name="connsiteX98" fmla="*/ 530362 w 4070664"/>
                <a:gd name="connsiteY98" fmla="*/ 1610646 h 3888988"/>
                <a:gd name="connsiteX99" fmla="*/ 469232 w 4070664"/>
                <a:gd name="connsiteY99" fmla="*/ 1630054 h 3888988"/>
                <a:gd name="connsiteX100" fmla="*/ 476230 w 4070664"/>
                <a:gd name="connsiteY100" fmla="*/ 1639299 h 3888988"/>
                <a:gd name="connsiteX101" fmla="*/ 518729 w 4070664"/>
                <a:gd name="connsiteY101" fmla="*/ 1680134 h 3888988"/>
                <a:gd name="connsiteX102" fmla="*/ 1174829 w 4070664"/>
                <a:gd name="connsiteY102" fmla="*/ 2327033 h 3888988"/>
                <a:gd name="connsiteX103" fmla="*/ 1227723 w 4070664"/>
                <a:gd name="connsiteY103" fmla="*/ 2487211 h 3888988"/>
                <a:gd name="connsiteX104" fmla="*/ 1095781 w 4070664"/>
                <a:gd name="connsiteY104" fmla="*/ 3251412 h 3888988"/>
                <a:gd name="connsiteX105" fmla="*/ 1070776 w 4070664"/>
                <a:gd name="connsiteY105" fmla="*/ 3401805 h 3888988"/>
                <a:gd name="connsiteX106" fmla="*/ 1070599 w 4070664"/>
                <a:gd name="connsiteY106" fmla="*/ 3404281 h 3888988"/>
                <a:gd name="connsiteX107" fmla="*/ 1070210 w 4070664"/>
                <a:gd name="connsiteY107" fmla="*/ 3461615 h 3888988"/>
                <a:gd name="connsiteX108" fmla="*/ 1094838 w 4070664"/>
                <a:gd name="connsiteY108" fmla="*/ 3458410 h 3888988"/>
                <a:gd name="connsiteX109" fmla="*/ 1134571 w 4070664"/>
                <a:gd name="connsiteY109" fmla="*/ 3444632 h 3888988"/>
                <a:gd name="connsiteX110" fmla="*/ 1150083 w 4070664"/>
                <a:gd name="connsiteY110" fmla="*/ 3436414 h 3888988"/>
                <a:gd name="connsiteX111" fmla="*/ 1677369 w 4070664"/>
                <a:gd name="connsiteY111" fmla="*/ 3158038 h 3888988"/>
                <a:gd name="connsiteX112" fmla="*/ 1677369 w 4070664"/>
                <a:gd name="connsiteY112" fmla="*/ 3481547 h 3888988"/>
                <a:gd name="connsiteX113" fmla="*/ 1328168 w 4070664"/>
                <a:gd name="connsiteY113" fmla="*/ 3665048 h 3888988"/>
                <a:gd name="connsiteX114" fmla="*/ 1328859 w 4070664"/>
                <a:gd name="connsiteY114" fmla="*/ 3667082 h 3888988"/>
                <a:gd name="connsiteX115" fmla="*/ 1102635 w 4070664"/>
                <a:gd name="connsiteY115" fmla="*/ 3785353 h 3888988"/>
                <a:gd name="connsiteX116" fmla="*/ 1054466 w 4070664"/>
                <a:gd name="connsiteY116" fmla="*/ 3809644 h 3888988"/>
                <a:gd name="connsiteX117" fmla="*/ 1000338 w 4070664"/>
                <a:gd name="connsiteY117" fmla="*/ 3838254 h 3888988"/>
                <a:gd name="connsiteX118" fmla="*/ 984186 w 4070664"/>
                <a:gd name="connsiteY118" fmla="*/ 3845085 h 3888988"/>
                <a:gd name="connsiteX119" fmla="*/ 957928 w 4070664"/>
                <a:gd name="connsiteY119" fmla="*/ 3858327 h 3888988"/>
                <a:gd name="connsiteX120" fmla="*/ 933252 w 4070664"/>
                <a:gd name="connsiteY120" fmla="*/ 3866637 h 3888988"/>
                <a:gd name="connsiteX121" fmla="*/ 898510 w 4070664"/>
                <a:gd name="connsiteY121" fmla="*/ 3881339 h 3888988"/>
                <a:gd name="connsiteX122" fmla="*/ 887970 w 4070664"/>
                <a:gd name="connsiteY122" fmla="*/ 3881890 h 3888988"/>
                <a:gd name="connsiteX123" fmla="*/ 877837 w 4070664"/>
                <a:gd name="connsiteY123" fmla="*/ 3885302 h 3888988"/>
                <a:gd name="connsiteX124" fmla="*/ 866625 w 4070664"/>
                <a:gd name="connsiteY124" fmla="*/ 3883007 h 3888988"/>
                <a:gd name="connsiteX125" fmla="*/ 836629 w 4070664"/>
                <a:gd name="connsiteY125" fmla="*/ 3884574 h 3888988"/>
                <a:gd name="connsiteX126" fmla="*/ 802301 w 4070664"/>
                <a:gd name="connsiteY126" fmla="*/ 3869828 h 3888988"/>
                <a:gd name="connsiteX127" fmla="*/ 795484 w 4070664"/>
                <a:gd name="connsiteY127" fmla="*/ 3868430 h 3888988"/>
                <a:gd name="connsiteX128" fmla="*/ 766971 w 4070664"/>
                <a:gd name="connsiteY128" fmla="*/ 3859924 h 3888988"/>
                <a:gd name="connsiteX129" fmla="*/ 754387 w 4070664"/>
                <a:gd name="connsiteY129" fmla="*/ 3830964 h 3888988"/>
                <a:gd name="connsiteX130" fmla="*/ 741045 w 4070664"/>
                <a:gd name="connsiteY130" fmla="*/ 3816199 h 3888988"/>
                <a:gd name="connsiteX131" fmla="*/ 723830 w 4070664"/>
                <a:gd name="connsiteY131" fmla="*/ 3756673 h 3888988"/>
                <a:gd name="connsiteX132" fmla="*/ 730828 w 4070664"/>
                <a:gd name="connsiteY132" fmla="*/ 3688930 h 3888988"/>
                <a:gd name="connsiteX133" fmla="*/ 731146 w 4070664"/>
                <a:gd name="connsiteY133" fmla="*/ 3686967 h 3888988"/>
                <a:gd name="connsiteX134" fmla="*/ 731364 w 4070664"/>
                <a:gd name="connsiteY134" fmla="*/ 3678897 h 3888988"/>
                <a:gd name="connsiteX135" fmla="*/ 747300 w 4070664"/>
                <a:gd name="connsiteY135" fmla="*/ 3586747 h 3888988"/>
                <a:gd name="connsiteX136" fmla="*/ 794686 w 4070664"/>
                <a:gd name="connsiteY136" fmla="*/ 3292753 h 3888988"/>
                <a:gd name="connsiteX137" fmla="*/ 798205 w 4070664"/>
                <a:gd name="connsiteY137" fmla="*/ 3292350 h 3888988"/>
                <a:gd name="connsiteX138" fmla="*/ 821436 w 4070664"/>
                <a:gd name="connsiteY138" fmla="*/ 3158006 h 3888988"/>
                <a:gd name="connsiteX139" fmla="*/ 918934 w 4070664"/>
                <a:gd name="connsiteY139" fmla="*/ 2586465 h 3888988"/>
                <a:gd name="connsiteX140" fmla="*/ 934491 w 4070664"/>
                <a:gd name="connsiteY140" fmla="*/ 2504279 h 3888988"/>
                <a:gd name="connsiteX141" fmla="*/ 630190 w 4070664"/>
                <a:gd name="connsiteY141" fmla="*/ 2204910 h 3888988"/>
                <a:gd name="connsiteX142" fmla="*/ 398443 w 4070664"/>
                <a:gd name="connsiteY142" fmla="*/ 1966996 h 3888988"/>
                <a:gd name="connsiteX143" fmla="*/ 364418 w 4070664"/>
                <a:gd name="connsiteY143" fmla="*/ 1931903 h 3888988"/>
                <a:gd name="connsiteX144" fmla="*/ 358843 w 4070664"/>
                <a:gd name="connsiteY144" fmla="*/ 1937918 h 3888988"/>
                <a:gd name="connsiteX145" fmla="*/ 327882 w 4070664"/>
                <a:gd name="connsiteY145" fmla="*/ 1907604 h 3888988"/>
                <a:gd name="connsiteX146" fmla="*/ 312981 w 4070664"/>
                <a:gd name="connsiteY146" fmla="*/ 1898421 h 3888988"/>
                <a:gd name="connsiteX147" fmla="*/ 299731 w 4070664"/>
                <a:gd name="connsiteY147" fmla="*/ 1887933 h 3888988"/>
                <a:gd name="connsiteX148" fmla="*/ 45315 w 4070664"/>
                <a:gd name="connsiteY148" fmla="*/ 1635569 h 3888988"/>
                <a:gd name="connsiteX149" fmla="*/ 30569 w 4070664"/>
                <a:gd name="connsiteY149" fmla="*/ 1601492 h 3888988"/>
                <a:gd name="connsiteX150" fmla="*/ 11926 w 4070664"/>
                <a:gd name="connsiteY150" fmla="*/ 1576406 h 3888988"/>
                <a:gd name="connsiteX151" fmla="*/ 9190 w 4070664"/>
                <a:gd name="connsiteY151" fmla="*/ 1552100 h 3888988"/>
                <a:gd name="connsiteX152" fmla="*/ 0 w 4070664"/>
                <a:gd name="connsiteY152" fmla="*/ 1530858 h 3888988"/>
                <a:gd name="connsiteX153" fmla="*/ 5179 w 4070664"/>
                <a:gd name="connsiteY153" fmla="*/ 1516433 h 3888988"/>
                <a:gd name="connsiteX154" fmla="*/ 2525 w 4070664"/>
                <a:gd name="connsiteY154" fmla="*/ 1492870 h 3888988"/>
                <a:gd name="connsiteX155" fmla="*/ 1804 w 4070664"/>
                <a:gd name="connsiteY155" fmla="*/ 1463122 h 3888988"/>
                <a:gd name="connsiteX156" fmla="*/ 34802 w 4070664"/>
                <a:gd name="connsiteY156" fmla="*/ 1433947 h 3888988"/>
                <a:gd name="connsiteX157" fmla="*/ 40461 w 4070664"/>
                <a:gd name="connsiteY157" fmla="*/ 1418180 h 3888988"/>
                <a:gd name="connsiteX158" fmla="*/ 72756 w 4070664"/>
                <a:gd name="connsiteY158" fmla="*/ 1383885 h 3888988"/>
                <a:gd name="connsiteX159" fmla="*/ 1332955 w 4070664"/>
                <a:gd name="connsiteY159" fmla="*/ 1200595 h 3888988"/>
                <a:gd name="connsiteX160" fmla="*/ 1369028 w 4070664"/>
                <a:gd name="connsiteY160" fmla="*/ 1151132 h 3888988"/>
                <a:gd name="connsiteX161" fmla="*/ 1533550 w 4070664"/>
                <a:gd name="connsiteY161" fmla="*/ 821609 h 3888988"/>
                <a:gd name="connsiteX162" fmla="*/ 1609622 w 4070664"/>
                <a:gd name="connsiteY162" fmla="*/ 677032 h 3888988"/>
                <a:gd name="connsiteX163" fmla="*/ 1709217 w 4070664"/>
                <a:gd name="connsiteY163" fmla="*/ 472929 h 3888988"/>
                <a:gd name="connsiteX164" fmla="*/ 1721465 w 4070664"/>
                <a:gd name="connsiteY164" fmla="*/ 448098 h 3888988"/>
                <a:gd name="connsiteX165" fmla="*/ 1727017 w 4070664"/>
                <a:gd name="connsiteY165" fmla="*/ 425215 h 3888988"/>
                <a:gd name="connsiteX166" fmla="*/ 1732895 w 4070664"/>
                <a:gd name="connsiteY166" fmla="*/ 409374 h 3888988"/>
                <a:gd name="connsiteX167" fmla="*/ 1894289 w 4070664"/>
                <a:gd name="connsiteY167" fmla="*/ 89425 h 3888988"/>
                <a:gd name="connsiteX168" fmla="*/ 1901483 w 4070664"/>
                <a:gd name="connsiteY168" fmla="*/ 83081 h 3888988"/>
                <a:gd name="connsiteX169" fmla="*/ 1912499 w 4070664"/>
                <a:gd name="connsiteY169" fmla="*/ 60746 h 3888988"/>
                <a:gd name="connsiteX170" fmla="*/ 1975614 w 4070664"/>
                <a:gd name="connsiteY170" fmla="*/ 11061 h 3888988"/>
                <a:gd name="connsiteX171" fmla="*/ 2040826 w 4070664"/>
                <a:gd name="connsiteY171" fmla="*/ 181 h 388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070664" h="3888988">
                  <a:moveTo>
                    <a:pt x="2040826" y="181"/>
                  </a:moveTo>
                  <a:cubicBezTo>
                    <a:pt x="2061021" y="1202"/>
                    <a:pt x="2079609" y="6514"/>
                    <a:pt x="2096388" y="15053"/>
                  </a:cubicBezTo>
                  <a:lnTo>
                    <a:pt x="2098651" y="17434"/>
                  </a:lnTo>
                  <a:lnTo>
                    <a:pt x="2099538" y="17634"/>
                  </a:lnTo>
                  <a:cubicBezTo>
                    <a:pt x="2112495" y="23297"/>
                    <a:pt x="2125131" y="29693"/>
                    <a:pt x="2142136" y="37748"/>
                  </a:cubicBezTo>
                  <a:lnTo>
                    <a:pt x="2168231" y="90608"/>
                  </a:lnTo>
                  <a:lnTo>
                    <a:pt x="2173813" y="96479"/>
                  </a:lnTo>
                  <a:cubicBezTo>
                    <a:pt x="2186734" y="121809"/>
                    <a:pt x="2199462" y="147243"/>
                    <a:pt x="2212053" y="172740"/>
                  </a:cubicBezTo>
                  <a:cubicBezTo>
                    <a:pt x="2367957" y="488381"/>
                    <a:pt x="2523776" y="804060"/>
                    <a:pt x="2679773" y="1119658"/>
                  </a:cubicBezTo>
                  <a:lnTo>
                    <a:pt x="2712323" y="1181734"/>
                  </a:lnTo>
                  <a:lnTo>
                    <a:pt x="2792614" y="1207978"/>
                  </a:lnTo>
                  <a:lnTo>
                    <a:pt x="2863462" y="1219009"/>
                  </a:lnTo>
                  <a:lnTo>
                    <a:pt x="3457768" y="1304671"/>
                  </a:lnTo>
                  <a:lnTo>
                    <a:pt x="3514199" y="1312615"/>
                  </a:lnTo>
                  <a:cubicBezTo>
                    <a:pt x="3665871" y="1334186"/>
                    <a:pt x="3817427" y="1356548"/>
                    <a:pt x="3969029" y="1378577"/>
                  </a:cubicBezTo>
                  <a:lnTo>
                    <a:pt x="3997313" y="1397504"/>
                  </a:lnTo>
                  <a:lnTo>
                    <a:pt x="4017482" y="1405449"/>
                  </a:lnTo>
                  <a:lnTo>
                    <a:pt x="4024787" y="1415888"/>
                  </a:lnTo>
                  <a:lnTo>
                    <a:pt x="4035785" y="1423249"/>
                  </a:lnTo>
                  <a:lnTo>
                    <a:pt x="4052690" y="1455758"/>
                  </a:lnTo>
                  <a:lnTo>
                    <a:pt x="4063396" y="1471059"/>
                  </a:lnTo>
                  <a:lnTo>
                    <a:pt x="4064065" y="1477639"/>
                  </a:lnTo>
                  <a:lnTo>
                    <a:pt x="4066283" y="1481905"/>
                  </a:lnTo>
                  <a:lnTo>
                    <a:pt x="4068198" y="1518263"/>
                  </a:lnTo>
                  <a:lnTo>
                    <a:pt x="4070664" y="1542473"/>
                  </a:lnTo>
                  <a:cubicBezTo>
                    <a:pt x="4066638" y="1565035"/>
                    <a:pt x="4056176" y="1586373"/>
                    <a:pt x="4039293" y="1606553"/>
                  </a:cubicBezTo>
                  <a:lnTo>
                    <a:pt x="4024928" y="1621278"/>
                  </a:lnTo>
                  <a:lnTo>
                    <a:pt x="4015793" y="1638142"/>
                  </a:lnTo>
                  <a:cubicBezTo>
                    <a:pt x="3995697" y="1658256"/>
                    <a:pt x="3975439" y="1678223"/>
                    <a:pt x="3955081" y="1698074"/>
                  </a:cubicBezTo>
                  <a:cubicBezTo>
                    <a:pt x="3703067" y="1943888"/>
                    <a:pt x="3450988" y="2189631"/>
                    <a:pt x="3199041" y="2435519"/>
                  </a:cubicBezTo>
                  <a:lnTo>
                    <a:pt x="3138699" y="2497288"/>
                  </a:lnTo>
                  <a:lnTo>
                    <a:pt x="3176687" y="2728425"/>
                  </a:lnTo>
                  <a:lnTo>
                    <a:pt x="3208971" y="2916869"/>
                  </a:lnTo>
                  <a:lnTo>
                    <a:pt x="3290429" y="3388563"/>
                  </a:lnTo>
                  <a:lnTo>
                    <a:pt x="3302817" y="3462347"/>
                  </a:lnTo>
                  <a:lnTo>
                    <a:pt x="3334417" y="3644221"/>
                  </a:lnTo>
                  <a:lnTo>
                    <a:pt x="3335549" y="3657300"/>
                  </a:lnTo>
                  <a:lnTo>
                    <a:pt x="3345485" y="3716489"/>
                  </a:lnTo>
                  <a:lnTo>
                    <a:pt x="3343482" y="3749198"/>
                  </a:lnTo>
                  <a:lnTo>
                    <a:pt x="3343929" y="3754377"/>
                  </a:lnTo>
                  <a:lnTo>
                    <a:pt x="3342938" y="3758074"/>
                  </a:lnTo>
                  <a:lnTo>
                    <a:pt x="3340613" y="3796066"/>
                  </a:lnTo>
                  <a:lnTo>
                    <a:pt x="3328414" y="3812247"/>
                  </a:lnTo>
                  <a:lnTo>
                    <a:pt x="3327881" y="3814232"/>
                  </a:lnTo>
                  <a:lnTo>
                    <a:pt x="3321009" y="3822069"/>
                  </a:lnTo>
                  <a:lnTo>
                    <a:pt x="3292403" y="3860009"/>
                  </a:lnTo>
                  <a:cubicBezTo>
                    <a:pt x="3271302" y="3876197"/>
                    <a:pt x="3249428" y="3885842"/>
                    <a:pt x="3226730" y="3888988"/>
                  </a:cubicBezTo>
                  <a:lnTo>
                    <a:pt x="3179215" y="3882238"/>
                  </a:lnTo>
                  <a:lnTo>
                    <a:pt x="3171386" y="3881983"/>
                  </a:lnTo>
                  <a:lnTo>
                    <a:pt x="3168543" y="3880726"/>
                  </a:lnTo>
                  <a:lnTo>
                    <a:pt x="3156092" y="3878955"/>
                  </a:lnTo>
                  <a:cubicBezTo>
                    <a:pt x="3140325" y="3872615"/>
                    <a:pt x="3125398" y="3864149"/>
                    <a:pt x="3110263" y="3856309"/>
                  </a:cubicBezTo>
                  <a:lnTo>
                    <a:pt x="2882423" y="3738104"/>
                  </a:lnTo>
                  <a:lnTo>
                    <a:pt x="2752067" y="3671237"/>
                  </a:lnTo>
                  <a:lnTo>
                    <a:pt x="2752263" y="3670579"/>
                  </a:lnTo>
                  <a:lnTo>
                    <a:pt x="2655803" y="3620536"/>
                  </a:lnTo>
                  <a:lnTo>
                    <a:pt x="2393295" y="3481783"/>
                  </a:lnTo>
                  <a:lnTo>
                    <a:pt x="2393295" y="3143775"/>
                  </a:lnTo>
                  <a:lnTo>
                    <a:pt x="2408389" y="3151603"/>
                  </a:lnTo>
                  <a:cubicBezTo>
                    <a:pt x="2484055" y="3190985"/>
                    <a:pt x="2562142" y="3226651"/>
                    <a:pt x="2634107" y="3271977"/>
                  </a:cubicBezTo>
                  <a:cubicBezTo>
                    <a:pt x="2689163" y="3306657"/>
                    <a:pt x="2747528" y="3335170"/>
                    <a:pt x="2805534" y="3364275"/>
                  </a:cubicBezTo>
                  <a:lnTo>
                    <a:pt x="2949549" y="3445800"/>
                  </a:lnTo>
                  <a:lnTo>
                    <a:pt x="2995637" y="3464561"/>
                  </a:lnTo>
                  <a:lnTo>
                    <a:pt x="2997153" y="3464886"/>
                  </a:lnTo>
                  <a:lnTo>
                    <a:pt x="3002103" y="3438373"/>
                  </a:lnTo>
                  <a:lnTo>
                    <a:pt x="3001441" y="3400038"/>
                  </a:lnTo>
                  <a:cubicBezTo>
                    <a:pt x="2979597" y="3268273"/>
                    <a:pt x="2956536" y="3136709"/>
                    <a:pt x="2933731" y="3005103"/>
                  </a:cubicBezTo>
                  <a:lnTo>
                    <a:pt x="2904914" y="2837480"/>
                  </a:lnTo>
                  <a:lnTo>
                    <a:pt x="2851551" y="2529546"/>
                  </a:lnTo>
                  <a:lnTo>
                    <a:pt x="2851182" y="2524907"/>
                  </a:lnTo>
                  <a:lnTo>
                    <a:pt x="2845655" y="2492748"/>
                  </a:lnTo>
                  <a:lnTo>
                    <a:pt x="2845171" y="2449507"/>
                  </a:lnTo>
                  <a:lnTo>
                    <a:pt x="2842805" y="2419870"/>
                  </a:lnTo>
                  <a:lnTo>
                    <a:pt x="2844790" y="2415593"/>
                  </a:lnTo>
                  <a:lnTo>
                    <a:pt x="2844406" y="2381346"/>
                  </a:lnTo>
                  <a:lnTo>
                    <a:pt x="2874275" y="2352008"/>
                  </a:lnTo>
                  <a:lnTo>
                    <a:pt x="2891669" y="2314490"/>
                  </a:lnTo>
                  <a:cubicBezTo>
                    <a:pt x="2967852" y="2241933"/>
                    <a:pt x="3041436" y="2166656"/>
                    <a:pt x="3116485" y="2092898"/>
                  </a:cubicBezTo>
                  <a:cubicBezTo>
                    <a:pt x="3177323" y="2033106"/>
                    <a:pt x="3235373" y="1969861"/>
                    <a:pt x="3300721" y="1915423"/>
                  </a:cubicBezTo>
                  <a:cubicBezTo>
                    <a:pt x="3400708" y="1832134"/>
                    <a:pt x="3481342" y="1728639"/>
                    <a:pt x="3584930" y="1649517"/>
                  </a:cubicBezTo>
                  <a:cubicBezTo>
                    <a:pt x="3590800" y="1645033"/>
                    <a:pt x="3593059" y="1635813"/>
                    <a:pt x="3599155" y="1624956"/>
                  </a:cubicBezTo>
                  <a:lnTo>
                    <a:pt x="3560394" y="1613097"/>
                  </a:lnTo>
                  <a:lnTo>
                    <a:pt x="3413713" y="1589489"/>
                  </a:lnTo>
                  <a:cubicBezTo>
                    <a:pt x="3343430" y="1579282"/>
                    <a:pt x="3272788" y="1571515"/>
                    <a:pt x="3202476" y="1561467"/>
                  </a:cubicBezTo>
                  <a:cubicBezTo>
                    <a:pt x="3011141" y="1534133"/>
                    <a:pt x="2819900" y="1506149"/>
                    <a:pt x="2628621" y="1478430"/>
                  </a:cubicBezTo>
                  <a:cubicBezTo>
                    <a:pt x="2617364" y="1476804"/>
                    <a:pt x="2605605" y="1472368"/>
                    <a:pt x="2594917" y="1474179"/>
                  </a:cubicBezTo>
                  <a:cubicBezTo>
                    <a:pt x="2535902" y="1484194"/>
                    <a:pt x="2509507" y="1452486"/>
                    <a:pt x="2486221" y="1402998"/>
                  </a:cubicBezTo>
                  <a:cubicBezTo>
                    <a:pt x="2387051" y="1192259"/>
                    <a:pt x="2284454" y="983125"/>
                    <a:pt x="2182904" y="773503"/>
                  </a:cubicBezTo>
                  <a:lnTo>
                    <a:pt x="2084917" y="572986"/>
                  </a:lnTo>
                  <a:lnTo>
                    <a:pt x="2050548" y="504599"/>
                  </a:lnTo>
                  <a:lnTo>
                    <a:pt x="2034682" y="478156"/>
                  </a:lnTo>
                  <a:cubicBezTo>
                    <a:pt x="2019673" y="509168"/>
                    <a:pt x="2009226" y="531449"/>
                    <a:pt x="1998198" y="553437"/>
                  </a:cubicBezTo>
                  <a:lnTo>
                    <a:pt x="1723697" y="1101710"/>
                  </a:lnTo>
                  <a:lnTo>
                    <a:pt x="1593260" y="1366407"/>
                  </a:lnTo>
                  <a:cubicBezTo>
                    <a:pt x="1588233" y="1376606"/>
                    <a:pt x="1580381" y="1386421"/>
                    <a:pt x="1578802" y="1397146"/>
                  </a:cubicBezTo>
                  <a:cubicBezTo>
                    <a:pt x="1570089" y="1456368"/>
                    <a:pt x="1531775" y="1471673"/>
                    <a:pt x="1477514" y="1478526"/>
                  </a:cubicBezTo>
                  <a:lnTo>
                    <a:pt x="841871" y="1564772"/>
                  </a:lnTo>
                  <a:lnTo>
                    <a:pt x="682141" y="1587799"/>
                  </a:lnTo>
                  <a:cubicBezTo>
                    <a:pt x="631510" y="1595167"/>
                    <a:pt x="580761" y="1601921"/>
                    <a:pt x="530362" y="1610646"/>
                  </a:cubicBezTo>
                  <a:cubicBezTo>
                    <a:pt x="511827" y="1613858"/>
                    <a:pt x="494134" y="1621961"/>
                    <a:pt x="469232" y="1630054"/>
                  </a:cubicBezTo>
                  <a:lnTo>
                    <a:pt x="476230" y="1639299"/>
                  </a:lnTo>
                  <a:lnTo>
                    <a:pt x="518729" y="1680134"/>
                  </a:lnTo>
                  <a:cubicBezTo>
                    <a:pt x="737290" y="1895911"/>
                    <a:pt x="955111" y="2112442"/>
                    <a:pt x="1174829" y="2327033"/>
                  </a:cubicBezTo>
                  <a:cubicBezTo>
                    <a:pt x="1221897" y="2373002"/>
                    <a:pt x="1239641" y="2421238"/>
                    <a:pt x="1227723" y="2487211"/>
                  </a:cubicBezTo>
                  <a:cubicBezTo>
                    <a:pt x="1181768" y="2741590"/>
                    <a:pt x="1139425" y="2996619"/>
                    <a:pt x="1095781" y="3251412"/>
                  </a:cubicBezTo>
                  <a:lnTo>
                    <a:pt x="1070776" y="3401805"/>
                  </a:lnTo>
                  <a:lnTo>
                    <a:pt x="1070599" y="3404281"/>
                  </a:lnTo>
                  <a:lnTo>
                    <a:pt x="1070210" y="3461615"/>
                  </a:lnTo>
                  <a:lnTo>
                    <a:pt x="1094838" y="3458410"/>
                  </a:lnTo>
                  <a:lnTo>
                    <a:pt x="1134571" y="3444632"/>
                  </a:lnTo>
                  <a:lnTo>
                    <a:pt x="1150083" y="3436414"/>
                  </a:lnTo>
                  <a:lnTo>
                    <a:pt x="1677369" y="3158038"/>
                  </a:lnTo>
                  <a:lnTo>
                    <a:pt x="1677369" y="3481547"/>
                  </a:lnTo>
                  <a:lnTo>
                    <a:pt x="1328168" y="3665048"/>
                  </a:lnTo>
                  <a:lnTo>
                    <a:pt x="1328859" y="3667082"/>
                  </a:lnTo>
                  <a:cubicBezTo>
                    <a:pt x="1253471" y="3706545"/>
                    <a:pt x="1178256" y="3746341"/>
                    <a:pt x="1102635" y="3785353"/>
                  </a:cubicBezTo>
                  <a:lnTo>
                    <a:pt x="1054466" y="3809644"/>
                  </a:lnTo>
                  <a:lnTo>
                    <a:pt x="1000338" y="3838254"/>
                  </a:lnTo>
                  <a:lnTo>
                    <a:pt x="984186" y="3845085"/>
                  </a:lnTo>
                  <a:lnTo>
                    <a:pt x="957928" y="3858327"/>
                  </a:lnTo>
                  <a:lnTo>
                    <a:pt x="933252" y="3866637"/>
                  </a:lnTo>
                  <a:lnTo>
                    <a:pt x="898510" y="3881339"/>
                  </a:lnTo>
                  <a:lnTo>
                    <a:pt x="887970" y="3881890"/>
                  </a:lnTo>
                  <a:lnTo>
                    <a:pt x="877837" y="3885302"/>
                  </a:lnTo>
                  <a:lnTo>
                    <a:pt x="866625" y="3883007"/>
                  </a:lnTo>
                  <a:lnTo>
                    <a:pt x="836629" y="3884574"/>
                  </a:lnTo>
                  <a:lnTo>
                    <a:pt x="802301" y="3869828"/>
                  </a:lnTo>
                  <a:lnTo>
                    <a:pt x="795484" y="3868430"/>
                  </a:lnTo>
                  <a:cubicBezTo>
                    <a:pt x="785784" y="3863510"/>
                    <a:pt x="774331" y="3862042"/>
                    <a:pt x="766971" y="3859924"/>
                  </a:cubicBezTo>
                  <a:lnTo>
                    <a:pt x="754387" y="3830964"/>
                  </a:lnTo>
                  <a:lnTo>
                    <a:pt x="741045" y="3816199"/>
                  </a:lnTo>
                  <a:cubicBezTo>
                    <a:pt x="730994" y="3798502"/>
                    <a:pt x="724798" y="3778325"/>
                    <a:pt x="723830" y="3756673"/>
                  </a:cubicBezTo>
                  <a:cubicBezTo>
                    <a:pt x="722828" y="3734234"/>
                    <a:pt x="727497" y="3711395"/>
                    <a:pt x="730828" y="3688930"/>
                  </a:cubicBezTo>
                  <a:lnTo>
                    <a:pt x="731146" y="3686967"/>
                  </a:lnTo>
                  <a:lnTo>
                    <a:pt x="731364" y="3678897"/>
                  </a:lnTo>
                  <a:lnTo>
                    <a:pt x="747300" y="3586747"/>
                  </a:lnTo>
                  <a:lnTo>
                    <a:pt x="794686" y="3292753"/>
                  </a:lnTo>
                  <a:lnTo>
                    <a:pt x="798205" y="3292350"/>
                  </a:lnTo>
                  <a:lnTo>
                    <a:pt x="821436" y="3158006"/>
                  </a:lnTo>
                  <a:cubicBezTo>
                    <a:pt x="854015" y="2967503"/>
                    <a:pt x="886333" y="2776960"/>
                    <a:pt x="918934" y="2586465"/>
                  </a:cubicBezTo>
                  <a:cubicBezTo>
                    <a:pt x="923714" y="2558533"/>
                    <a:pt x="929452" y="2530762"/>
                    <a:pt x="934491" y="2504279"/>
                  </a:cubicBezTo>
                  <a:cubicBezTo>
                    <a:pt x="831831" y="2403434"/>
                    <a:pt x="730184" y="2305000"/>
                    <a:pt x="630190" y="2204910"/>
                  </a:cubicBezTo>
                  <a:cubicBezTo>
                    <a:pt x="551952" y="2126594"/>
                    <a:pt x="476149" y="2045849"/>
                    <a:pt x="398443" y="1966996"/>
                  </a:cubicBezTo>
                  <a:lnTo>
                    <a:pt x="364418" y="1931903"/>
                  </a:lnTo>
                  <a:lnTo>
                    <a:pt x="358843" y="1937918"/>
                  </a:lnTo>
                  <a:lnTo>
                    <a:pt x="327882" y="1907604"/>
                  </a:lnTo>
                  <a:lnTo>
                    <a:pt x="312981" y="1898421"/>
                  </a:lnTo>
                  <a:cubicBezTo>
                    <a:pt x="307949" y="1896809"/>
                    <a:pt x="303753" y="1891893"/>
                    <a:pt x="299731" y="1887933"/>
                  </a:cubicBezTo>
                  <a:cubicBezTo>
                    <a:pt x="214558" y="1804161"/>
                    <a:pt x="126722" y="1722865"/>
                    <a:pt x="45315" y="1635569"/>
                  </a:cubicBezTo>
                  <a:lnTo>
                    <a:pt x="30569" y="1601492"/>
                  </a:lnTo>
                  <a:lnTo>
                    <a:pt x="11926" y="1576406"/>
                  </a:lnTo>
                  <a:lnTo>
                    <a:pt x="9190" y="1552100"/>
                  </a:lnTo>
                  <a:lnTo>
                    <a:pt x="0" y="1530858"/>
                  </a:lnTo>
                  <a:lnTo>
                    <a:pt x="5179" y="1516433"/>
                  </a:lnTo>
                  <a:lnTo>
                    <a:pt x="2525" y="1492870"/>
                  </a:lnTo>
                  <a:cubicBezTo>
                    <a:pt x="4207" y="1482123"/>
                    <a:pt x="2067" y="1470778"/>
                    <a:pt x="1804" y="1463122"/>
                  </a:cubicBezTo>
                  <a:lnTo>
                    <a:pt x="34802" y="1433947"/>
                  </a:lnTo>
                  <a:lnTo>
                    <a:pt x="40461" y="1418180"/>
                  </a:lnTo>
                  <a:cubicBezTo>
                    <a:pt x="49855" y="1407607"/>
                    <a:pt x="59840" y="1397567"/>
                    <a:pt x="72756" y="1383885"/>
                  </a:cubicBezTo>
                  <a:cubicBezTo>
                    <a:pt x="489827" y="1323214"/>
                    <a:pt x="911378" y="1261892"/>
                    <a:pt x="1332955" y="1200595"/>
                  </a:cubicBezTo>
                  <a:lnTo>
                    <a:pt x="1369028" y="1151132"/>
                  </a:lnTo>
                  <a:lnTo>
                    <a:pt x="1533550" y="821609"/>
                  </a:lnTo>
                  <a:lnTo>
                    <a:pt x="1609622" y="677032"/>
                  </a:lnTo>
                  <a:lnTo>
                    <a:pt x="1709217" y="472929"/>
                  </a:lnTo>
                  <a:lnTo>
                    <a:pt x="1721465" y="448098"/>
                  </a:lnTo>
                  <a:lnTo>
                    <a:pt x="1727017" y="425215"/>
                  </a:lnTo>
                  <a:cubicBezTo>
                    <a:pt x="1726995" y="419932"/>
                    <a:pt x="1730374" y="414424"/>
                    <a:pt x="1732895" y="409374"/>
                  </a:cubicBezTo>
                  <a:cubicBezTo>
                    <a:pt x="1786247" y="302482"/>
                    <a:pt x="1836423" y="193822"/>
                    <a:pt x="1894289" y="89425"/>
                  </a:cubicBezTo>
                  <a:lnTo>
                    <a:pt x="1901483" y="83081"/>
                  </a:lnTo>
                  <a:lnTo>
                    <a:pt x="1912499" y="60746"/>
                  </a:lnTo>
                  <a:cubicBezTo>
                    <a:pt x="1925671" y="34051"/>
                    <a:pt x="1946432" y="21911"/>
                    <a:pt x="1975614" y="11061"/>
                  </a:cubicBezTo>
                  <a:cubicBezTo>
                    <a:pt x="1998830" y="2433"/>
                    <a:pt x="2020630" y="-843"/>
                    <a:pt x="2040826" y="181"/>
                  </a:cubicBezTo>
                  <a:close/>
                </a:path>
              </a:pathLst>
            </a:custGeom>
            <a:solidFill>
              <a:schemeClr val="accent2"/>
            </a:solidFill>
            <a:ln w="1155" cap="flat">
              <a:noFill/>
              <a:prstDash val="solid"/>
              <a:miter/>
            </a:ln>
          </p:spPr>
          <p:txBody>
            <a:bodyPr rtlCol="0" anchor="ctr"/>
            <a:lstStyle/>
            <a:p>
              <a:endParaRPr lang="en-US" dirty="0"/>
            </a:p>
          </p:txBody>
        </p:sp>
        <p:sp>
          <p:nvSpPr>
            <p:cNvPr id="43" name="Rectangle 42">
              <a:extLst>
                <a:ext uri="{FF2B5EF4-FFF2-40B4-BE49-F238E27FC236}">
                  <a16:creationId xmlns:a16="http://schemas.microsoft.com/office/drawing/2014/main" id="{5F0A755B-B980-AAAD-5C0A-8D941A823C94}"/>
                </a:ext>
                <a:ext uri="{C183D7F6-B498-43B3-948B-1728B52AA6E4}">
                  <adec:decorative xmlns:adec="http://schemas.microsoft.com/office/drawing/2017/decorative" val="1"/>
                </a:ext>
              </a:extLst>
            </p:cNvPr>
            <p:cNvSpPr/>
            <p:nvPr/>
          </p:nvSpPr>
          <p:spPr>
            <a:xfrm>
              <a:off x="3877623" y="3250306"/>
              <a:ext cx="35367" cy="35367"/>
            </a:xfrm>
            <a:prstGeom prst="rect">
              <a:avLst/>
            </a:prstGeom>
            <a:solidFill>
              <a:schemeClr val="accent1"/>
            </a:solidFill>
            <a:ln w="1155" cap="flat">
              <a:noFill/>
              <a:prstDash val="solid"/>
              <a:miter/>
            </a:ln>
          </p:spPr>
          <p:txBody>
            <a:bodyPr rtlCol="0" anchor="ctr"/>
            <a:lstStyle/>
            <a:p>
              <a:endParaRPr lang="en-US"/>
            </a:p>
          </p:txBody>
        </p:sp>
      </p:grpSp>
      <p:grpSp>
        <p:nvGrpSpPr>
          <p:cNvPr id="947" name="Group 946">
            <a:extLst>
              <a:ext uri="{FF2B5EF4-FFF2-40B4-BE49-F238E27FC236}">
                <a16:creationId xmlns:a16="http://schemas.microsoft.com/office/drawing/2014/main" id="{5ED2751D-956E-45DE-EB84-EE6B809DDCE9}"/>
              </a:ext>
              <a:ext uri="{C183D7F6-B498-43B3-948B-1728B52AA6E4}">
                <adec:decorative xmlns:adec="http://schemas.microsoft.com/office/drawing/2017/decorative" val="1"/>
              </a:ext>
            </a:extLst>
          </p:cNvPr>
          <p:cNvGrpSpPr>
            <a:grpSpLocks noChangeAspect="1"/>
          </p:cNvGrpSpPr>
          <p:nvPr/>
        </p:nvGrpSpPr>
        <p:grpSpPr>
          <a:xfrm>
            <a:off x="4273562" y="2930159"/>
            <a:ext cx="397498" cy="457200"/>
            <a:chOff x="4273562" y="2930159"/>
            <a:chExt cx="397498" cy="457200"/>
          </a:xfrm>
          <a:solidFill>
            <a:srgbClr val="FF0000"/>
          </a:solidFill>
        </p:grpSpPr>
        <p:sp>
          <p:nvSpPr>
            <p:cNvPr id="45" name="Freeform: Shape 44">
              <a:extLst>
                <a:ext uri="{FF2B5EF4-FFF2-40B4-BE49-F238E27FC236}">
                  <a16:creationId xmlns:a16="http://schemas.microsoft.com/office/drawing/2014/main" id="{75514C4F-E92E-DEE3-1AEB-FDE5364AB4BA}"/>
                </a:ext>
                <a:ext uri="{C183D7F6-B498-43B3-948B-1728B52AA6E4}">
                  <adec:decorative xmlns:adec="http://schemas.microsoft.com/office/drawing/2017/decorative" val="1"/>
                </a:ext>
              </a:extLst>
            </p:cNvPr>
            <p:cNvSpPr/>
            <p:nvPr/>
          </p:nvSpPr>
          <p:spPr>
            <a:xfrm>
              <a:off x="4273562" y="2930159"/>
              <a:ext cx="397498" cy="448924"/>
            </a:xfrm>
            <a:custGeom>
              <a:avLst/>
              <a:gdLst>
                <a:gd name="connsiteX0" fmla="*/ 313118 w 626160"/>
                <a:gd name="connsiteY0" fmla="*/ 122685 h 707168"/>
                <a:gd name="connsiteX1" fmla="*/ 307987 w 626160"/>
                <a:gd name="connsiteY1" fmla="*/ 130830 h 707168"/>
                <a:gd name="connsiteX2" fmla="*/ 291175 w 626160"/>
                <a:gd name="connsiteY2" fmla="*/ 165384 h 707168"/>
                <a:gd name="connsiteX3" fmla="*/ 272105 w 626160"/>
                <a:gd name="connsiteY3" fmla="*/ 179458 h 707168"/>
                <a:gd name="connsiteX4" fmla="*/ 231433 w 626160"/>
                <a:gd name="connsiteY4" fmla="*/ 185099 h 707168"/>
                <a:gd name="connsiteX5" fmla="*/ 224691 w 626160"/>
                <a:gd name="connsiteY5" fmla="*/ 187297 h 707168"/>
                <a:gd name="connsiteX6" fmla="*/ 231031 w 626160"/>
                <a:gd name="connsiteY6" fmla="*/ 195179 h 707168"/>
                <a:gd name="connsiteX7" fmla="*/ 257871 w 626160"/>
                <a:gd name="connsiteY7" fmla="*/ 220796 h 707168"/>
                <a:gd name="connsiteX8" fmla="*/ 265494 w 626160"/>
                <a:gd name="connsiteY8" fmla="*/ 244413 h 707168"/>
                <a:gd name="connsiteX9" fmla="*/ 258976 w 626160"/>
                <a:gd name="connsiteY9" fmla="*/ 280938 h 707168"/>
                <a:gd name="connsiteX10" fmla="*/ 259817 w 626160"/>
                <a:gd name="connsiteY10" fmla="*/ 291496 h 707168"/>
                <a:gd name="connsiteX11" fmla="*/ 305532 w 626160"/>
                <a:gd name="connsiteY11" fmla="*/ 267595 h 707168"/>
                <a:gd name="connsiteX12" fmla="*/ 321923 w 626160"/>
                <a:gd name="connsiteY12" fmla="*/ 268282 h 707168"/>
                <a:gd name="connsiteX13" fmla="*/ 346514 w 626160"/>
                <a:gd name="connsiteY13" fmla="*/ 281319 h 707168"/>
                <a:gd name="connsiteX14" fmla="*/ 367396 w 626160"/>
                <a:gd name="connsiteY14" fmla="*/ 291190 h 707168"/>
                <a:gd name="connsiteX15" fmla="*/ 366546 w 626160"/>
                <a:gd name="connsiteY15" fmla="*/ 277517 h 707168"/>
                <a:gd name="connsiteX16" fmla="*/ 360296 w 626160"/>
                <a:gd name="connsiteY16" fmla="*/ 242295 h 707168"/>
                <a:gd name="connsiteX17" fmla="*/ 366038 w 626160"/>
                <a:gd name="connsiteY17" fmla="*/ 223094 h 707168"/>
                <a:gd name="connsiteX18" fmla="*/ 372630 w 626160"/>
                <a:gd name="connsiteY18" fmla="*/ 216559 h 707168"/>
                <a:gd name="connsiteX19" fmla="*/ 396546 w 626160"/>
                <a:gd name="connsiteY19" fmla="*/ 193636 h 707168"/>
                <a:gd name="connsiteX20" fmla="*/ 401341 w 626160"/>
                <a:gd name="connsiteY20" fmla="*/ 186448 h 707168"/>
                <a:gd name="connsiteX21" fmla="*/ 393893 w 626160"/>
                <a:gd name="connsiteY21" fmla="*/ 184965 h 707168"/>
                <a:gd name="connsiteX22" fmla="*/ 353222 w 626160"/>
                <a:gd name="connsiteY22" fmla="*/ 179325 h 707168"/>
                <a:gd name="connsiteX23" fmla="*/ 335774 w 626160"/>
                <a:gd name="connsiteY23" fmla="*/ 167057 h 707168"/>
                <a:gd name="connsiteX24" fmla="*/ 328390 w 626160"/>
                <a:gd name="connsiteY24" fmla="*/ 151490 h 707168"/>
                <a:gd name="connsiteX25" fmla="*/ 313118 w 626160"/>
                <a:gd name="connsiteY25" fmla="*/ 122685 h 707168"/>
                <a:gd name="connsiteX26" fmla="*/ 572822 w 626160"/>
                <a:gd name="connsiteY26" fmla="*/ 85439 h 707168"/>
                <a:gd name="connsiteX27" fmla="*/ 519730 w 626160"/>
                <a:gd name="connsiteY27" fmla="*/ 85469 h 707168"/>
                <a:gd name="connsiteX28" fmla="*/ 511248 w 626160"/>
                <a:gd name="connsiteY28" fmla="*/ 86643 h 707168"/>
                <a:gd name="connsiteX29" fmla="*/ 511514 w 626160"/>
                <a:gd name="connsiteY29" fmla="*/ 206665 h 707168"/>
                <a:gd name="connsiteX30" fmla="*/ 526370 w 626160"/>
                <a:gd name="connsiteY30" fmla="*/ 202598 h 707168"/>
                <a:gd name="connsiteX31" fmla="*/ 577525 w 626160"/>
                <a:gd name="connsiteY31" fmla="*/ 135121 h 707168"/>
                <a:gd name="connsiteX32" fmla="*/ 579356 w 626160"/>
                <a:gd name="connsiteY32" fmla="*/ 90175 h 707168"/>
                <a:gd name="connsiteX33" fmla="*/ 572822 w 626160"/>
                <a:gd name="connsiteY33" fmla="*/ 85439 h 707168"/>
                <a:gd name="connsiteX34" fmla="*/ 79937 w 626160"/>
                <a:gd name="connsiteY34" fmla="*/ 85376 h 707168"/>
                <a:gd name="connsiteX35" fmla="*/ 46321 w 626160"/>
                <a:gd name="connsiteY35" fmla="*/ 87109 h 707168"/>
                <a:gd name="connsiteX36" fmla="*/ 59176 w 626160"/>
                <a:gd name="connsiteY36" fmla="*/ 164465 h 707168"/>
                <a:gd name="connsiteX37" fmla="*/ 65064 w 626160"/>
                <a:gd name="connsiteY37" fmla="*/ 173297 h 707168"/>
                <a:gd name="connsiteX38" fmla="*/ 105181 w 626160"/>
                <a:gd name="connsiteY38" fmla="*/ 204968 h 707168"/>
                <a:gd name="connsiteX39" fmla="*/ 115416 w 626160"/>
                <a:gd name="connsiteY39" fmla="*/ 207559 h 707168"/>
                <a:gd name="connsiteX40" fmla="*/ 115820 w 626160"/>
                <a:gd name="connsiteY40" fmla="*/ 167228 h 707168"/>
                <a:gd name="connsiteX41" fmla="*/ 115774 w 626160"/>
                <a:gd name="connsiteY41" fmla="*/ 126071 h 707168"/>
                <a:gd name="connsiteX42" fmla="*/ 114801 w 626160"/>
                <a:gd name="connsiteY42" fmla="*/ 86870 h 707168"/>
                <a:gd name="connsiteX43" fmla="*/ 79937 w 626160"/>
                <a:gd name="connsiteY43" fmla="*/ 85376 h 707168"/>
                <a:gd name="connsiteX44" fmla="*/ 313275 w 626160"/>
                <a:gd name="connsiteY44" fmla="*/ 75693 h 707168"/>
                <a:gd name="connsiteX45" fmla="*/ 325587 w 626160"/>
                <a:gd name="connsiteY45" fmla="*/ 83486 h 707168"/>
                <a:gd name="connsiteX46" fmla="*/ 334417 w 626160"/>
                <a:gd name="connsiteY46" fmla="*/ 100957 h 707168"/>
                <a:gd name="connsiteX47" fmla="*/ 359505 w 626160"/>
                <a:gd name="connsiteY47" fmla="*/ 152081 h 707168"/>
                <a:gd name="connsiteX48" fmla="*/ 401867 w 626160"/>
                <a:gd name="connsiteY48" fmla="*/ 158309 h 707168"/>
                <a:gd name="connsiteX49" fmla="*/ 430753 w 626160"/>
                <a:gd name="connsiteY49" fmla="*/ 162568 h 707168"/>
                <a:gd name="connsiteX50" fmla="*/ 438528 w 626160"/>
                <a:gd name="connsiteY50" fmla="*/ 164195 h 707168"/>
                <a:gd name="connsiteX51" fmla="*/ 446197 w 626160"/>
                <a:gd name="connsiteY51" fmla="*/ 181483 h 707168"/>
                <a:gd name="connsiteX52" fmla="*/ 439079 w 626160"/>
                <a:gd name="connsiteY52" fmla="*/ 190807 h 707168"/>
                <a:gd name="connsiteX53" fmla="*/ 394279 w 626160"/>
                <a:gd name="connsiteY53" fmla="*/ 234227 h 707168"/>
                <a:gd name="connsiteX54" fmla="*/ 388482 w 626160"/>
                <a:gd name="connsiteY54" fmla="*/ 240291 h 707168"/>
                <a:gd name="connsiteX55" fmla="*/ 390072 w 626160"/>
                <a:gd name="connsiteY55" fmla="*/ 252030 h 707168"/>
                <a:gd name="connsiteX56" fmla="*/ 399826 w 626160"/>
                <a:gd name="connsiteY56" fmla="*/ 309586 h 707168"/>
                <a:gd name="connsiteX57" fmla="*/ 400798 w 626160"/>
                <a:gd name="connsiteY57" fmla="*/ 314799 h 707168"/>
                <a:gd name="connsiteX58" fmla="*/ 379652 w 626160"/>
                <a:gd name="connsiteY58" fmla="*/ 329993 h 707168"/>
                <a:gd name="connsiteX59" fmla="*/ 356133 w 626160"/>
                <a:gd name="connsiteY59" fmla="*/ 317694 h 707168"/>
                <a:gd name="connsiteX60" fmla="*/ 313623 w 626160"/>
                <a:gd name="connsiteY60" fmla="*/ 295413 h 707168"/>
                <a:gd name="connsiteX61" fmla="*/ 305139 w 626160"/>
                <a:gd name="connsiteY61" fmla="*/ 299310 h 707168"/>
                <a:gd name="connsiteX62" fmla="*/ 249895 w 626160"/>
                <a:gd name="connsiteY62" fmla="*/ 328281 h 707168"/>
                <a:gd name="connsiteX63" fmla="*/ 239986 w 626160"/>
                <a:gd name="connsiteY63" fmla="*/ 331789 h 707168"/>
                <a:gd name="connsiteX64" fmla="*/ 225309 w 626160"/>
                <a:gd name="connsiteY64" fmla="*/ 320139 h 707168"/>
                <a:gd name="connsiteX65" fmla="*/ 226080 w 626160"/>
                <a:gd name="connsiteY65" fmla="*/ 310944 h 707168"/>
                <a:gd name="connsiteX66" fmla="*/ 236024 w 626160"/>
                <a:gd name="connsiteY66" fmla="*/ 252066 h 707168"/>
                <a:gd name="connsiteX67" fmla="*/ 237701 w 626160"/>
                <a:gd name="connsiteY67" fmla="*/ 239919 h 707168"/>
                <a:gd name="connsiteX68" fmla="*/ 219152 w 626160"/>
                <a:gd name="connsiteY68" fmla="*/ 222586 h 707168"/>
                <a:gd name="connsiteX69" fmla="*/ 184988 w 626160"/>
                <a:gd name="connsiteY69" fmla="*/ 189157 h 707168"/>
                <a:gd name="connsiteX70" fmla="*/ 180343 w 626160"/>
                <a:gd name="connsiteY70" fmla="*/ 182795 h 707168"/>
                <a:gd name="connsiteX71" fmla="*/ 188792 w 626160"/>
                <a:gd name="connsiteY71" fmla="*/ 163845 h 707168"/>
                <a:gd name="connsiteX72" fmla="*/ 203166 w 626160"/>
                <a:gd name="connsiteY72" fmla="*/ 161334 h 707168"/>
                <a:gd name="connsiteX73" fmla="*/ 265628 w 626160"/>
                <a:gd name="connsiteY73" fmla="*/ 152311 h 707168"/>
                <a:gd name="connsiteX74" fmla="*/ 271380 w 626160"/>
                <a:gd name="connsiteY74" fmla="*/ 142435 h 707168"/>
                <a:gd name="connsiteX75" fmla="*/ 296543 w 626160"/>
                <a:gd name="connsiteY75" fmla="*/ 91192 h 707168"/>
                <a:gd name="connsiteX76" fmla="*/ 300831 w 626160"/>
                <a:gd name="connsiteY76" fmla="*/ 82947 h 707168"/>
                <a:gd name="connsiteX77" fmla="*/ 313275 w 626160"/>
                <a:gd name="connsiteY77" fmla="*/ 75693 h 707168"/>
                <a:gd name="connsiteX78" fmla="*/ 455324 w 626160"/>
                <a:gd name="connsiteY78" fmla="*/ 46798 h 707168"/>
                <a:gd name="connsiteX79" fmla="*/ 448055 w 626160"/>
                <a:gd name="connsiteY79" fmla="*/ 46963 h 707168"/>
                <a:gd name="connsiteX80" fmla="*/ 276686 w 626160"/>
                <a:gd name="connsiteY80" fmla="*/ 46918 h 707168"/>
                <a:gd name="connsiteX81" fmla="*/ 174396 w 626160"/>
                <a:gd name="connsiteY81" fmla="*/ 46976 h 707168"/>
                <a:gd name="connsiteX82" fmla="*/ 162132 w 626160"/>
                <a:gd name="connsiteY82" fmla="*/ 49558 h 707168"/>
                <a:gd name="connsiteX83" fmla="*/ 162131 w 626160"/>
                <a:gd name="connsiteY83" fmla="*/ 63351 h 707168"/>
                <a:gd name="connsiteX84" fmla="*/ 162048 w 626160"/>
                <a:gd name="connsiteY84" fmla="*/ 251990 h 707168"/>
                <a:gd name="connsiteX85" fmla="*/ 169578 w 626160"/>
                <a:gd name="connsiteY85" fmla="*/ 303768 h 707168"/>
                <a:gd name="connsiteX86" fmla="*/ 209159 w 626160"/>
                <a:gd name="connsiteY86" fmla="*/ 365706 h 707168"/>
                <a:gd name="connsiteX87" fmla="*/ 345778 w 626160"/>
                <a:gd name="connsiteY87" fmla="*/ 402667 h 707168"/>
                <a:gd name="connsiteX88" fmla="*/ 430913 w 626160"/>
                <a:gd name="connsiteY88" fmla="*/ 349966 h 707168"/>
                <a:gd name="connsiteX89" fmla="*/ 463735 w 626160"/>
                <a:gd name="connsiteY89" fmla="*/ 253866 h 707168"/>
                <a:gd name="connsiteX90" fmla="*/ 463745 w 626160"/>
                <a:gd name="connsiteY90" fmla="*/ 57257 h 707168"/>
                <a:gd name="connsiteX91" fmla="*/ 462945 w 626160"/>
                <a:gd name="connsiteY91" fmla="*/ 48123 h 707168"/>
                <a:gd name="connsiteX92" fmla="*/ 455324 w 626160"/>
                <a:gd name="connsiteY92" fmla="*/ 46798 h 707168"/>
                <a:gd name="connsiteX93" fmla="*/ 477496 w 626160"/>
                <a:gd name="connsiteY93" fmla="*/ 21 h 707168"/>
                <a:gd name="connsiteX94" fmla="*/ 489403 w 626160"/>
                <a:gd name="connsiteY94" fmla="*/ 600 h 707168"/>
                <a:gd name="connsiteX95" fmla="*/ 510006 w 626160"/>
                <a:gd name="connsiteY95" fmla="*/ 23088 h 707168"/>
                <a:gd name="connsiteX96" fmla="*/ 510331 w 626160"/>
                <a:gd name="connsiteY96" fmla="*/ 38218 h 707168"/>
                <a:gd name="connsiteX97" fmla="*/ 521323 w 626160"/>
                <a:gd name="connsiteY97" fmla="*/ 39086 h 707168"/>
                <a:gd name="connsiteX98" fmla="*/ 599700 w 626160"/>
                <a:gd name="connsiteY98" fmla="*/ 39219 h 707168"/>
                <a:gd name="connsiteX99" fmla="*/ 612584 w 626160"/>
                <a:gd name="connsiteY99" fmla="*/ 41364 h 707168"/>
                <a:gd name="connsiteX100" fmla="*/ 624946 w 626160"/>
                <a:gd name="connsiteY100" fmla="*/ 56070 h 707168"/>
                <a:gd name="connsiteX101" fmla="*/ 626159 w 626160"/>
                <a:gd name="connsiteY101" fmla="*/ 65249 h 707168"/>
                <a:gd name="connsiteX102" fmla="*/ 624803 w 626160"/>
                <a:gd name="connsiteY102" fmla="*/ 131586 h 707168"/>
                <a:gd name="connsiteX103" fmla="*/ 593608 w 626160"/>
                <a:gd name="connsiteY103" fmla="*/ 206376 h 707168"/>
                <a:gd name="connsiteX104" fmla="*/ 516689 w 626160"/>
                <a:gd name="connsiteY104" fmla="*/ 255417 h 707168"/>
                <a:gd name="connsiteX105" fmla="*/ 510897 w 626160"/>
                <a:gd name="connsiteY105" fmla="*/ 257322 h 707168"/>
                <a:gd name="connsiteX106" fmla="*/ 508672 w 626160"/>
                <a:gd name="connsiteY106" fmla="*/ 276572 h 707168"/>
                <a:gd name="connsiteX107" fmla="*/ 455002 w 626160"/>
                <a:gd name="connsiteY107" fmla="*/ 392258 h 707168"/>
                <a:gd name="connsiteX108" fmla="*/ 341633 w 626160"/>
                <a:gd name="connsiteY108" fmla="*/ 450632 h 707168"/>
                <a:gd name="connsiteX109" fmla="*/ 337785 w 626160"/>
                <a:gd name="connsiteY109" fmla="*/ 451621 h 707168"/>
                <a:gd name="connsiteX110" fmla="*/ 336840 w 626160"/>
                <a:gd name="connsiteY110" fmla="*/ 452487 h 707168"/>
                <a:gd name="connsiteX111" fmla="*/ 336419 w 626160"/>
                <a:gd name="connsiteY111" fmla="*/ 517267 h 707168"/>
                <a:gd name="connsiteX112" fmla="*/ 350427 w 626160"/>
                <a:gd name="connsiteY112" fmla="*/ 519087 h 707168"/>
                <a:gd name="connsiteX113" fmla="*/ 467329 w 626160"/>
                <a:gd name="connsiteY113" fmla="*/ 519106 h 707168"/>
                <a:gd name="connsiteX114" fmla="*/ 502979 w 626160"/>
                <a:gd name="connsiteY114" fmla="*/ 527921 h 707168"/>
                <a:gd name="connsiteX115" fmla="*/ 545851 w 626160"/>
                <a:gd name="connsiteY115" fmla="*/ 597699 h 707168"/>
                <a:gd name="connsiteX116" fmla="*/ 545879 w 626160"/>
                <a:gd name="connsiteY116" fmla="*/ 694674 h 707168"/>
                <a:gd name="connsiteX117" fmla="*/ 545583 w 626160"/>
                <a:gd name="connsiteY117" fmla="*/ 701486 h 707168"/>
                <a:gd name="connsiteX118" fmla="*/ 545583 w 626160"/>
                <a:gd name="connsiteY118" fmla="*/ 707168 h 707168"/>
                <a:gd name="connsiteX119" fmla="*/ 178824 w 626160"/>
                <a:gd name="connsiteY119" fmla="*/ 707168 h 707168"/>
                <a:gd name="connsiteX120" fmla="*/ 178824 w 626160"/>
                <a:gd name="connsiteY120" fmla="*/ 663874 h 707168"/>
                <a:gd name="connsiteX121" fmla="*/ 504366 w 626160"/>
                <a:gd name="connsiteY121" fmla="*/ 663874 h 707168"/>
                <a:gd name="connsiteX122" fmla="*/ 505138 w 626160"/>
                <a:gd name="connsiteY122" fmla="*/ 656158 h 707168"/>
                <a:gd name="connsiteX123" fmla="*/ 505067 w 626160"/>
                <a:gd name="connsiteY123" fmla="*/ 603043 h 707168"/>
                <a:gd name="connsiteX124" fmla="*/ 502649 w 626160"/>
                <a:gd name="connsiteY124" fmla="*/ 587430 h 707168"/>
                <a:gd name="connsiteX125" fmla="*/ 496553 w 626160"/>
                <a:gd name="connsiteY125" fmla="*/ 577527 h 707168"/>
                <a:gd name="connsiteX126" fmla="*/ 489000 w 626160"/>
                <a:gd name="connsiteY126" fmla="*/ 570141 h 707168"/>
                <a:gd name="connsiteX127" fmla="*/ 466934 w 626160"/>
                <a:gd name="connsiteY127" fmla="*/ 559975 h 707168"/>
                <a:gd name="connsiteX128" fmla="*/ 457647 w 626160"/>
                <a:gd name="connsiteY128" fmla="*/ 559871 h 707168"/>
                <a:gd name="connsiteX129" fmla="*/ 181443 w 626160"/>
                <a:gd name="connsiteY129" fmla="*/ 559872 h 707168"/>
                <a:gd name="connsiteX130" fmla="*/ 172150 w 626160"/>
                <a:gd name="connsiteY130" fmla="*/ 559940 h 707168"/>
                <a:gd name="connsiteX131" fmla="*/ 133440 w 626160"/>
                <a:gd name="connsiteY131" fmla="*/ 599427 h 707168"/>
                <a:gd name="connsiteX132" fmla="*/ 133181 w 626160"/>
                <a:gd name="connsiteY132" fmla="*/ 608534 h 707168"/>
                <a:gd name="connsiteX133" fmla="*/ 133347 w 626160"/>
                <a:gd name="connsiteY133" fmla="*/ 608534 h 707168"/>
                <a:gd name="connsiteX134" fmla="*/ 133194 w 626160"/>
                <a:gd name="connsiteY134" fmla="*/ 623574 h 707168"/>
                <a:gd name="connsiteX135" fmla="*/ 92151 w 626160"/>
                <a:gd name="connsiteY135" fmla="*/ 623574 h 707168"/>
                <a:gd name="connsiteX136" fmla="*/ 92281 w 626160"/>
                <a:gd name="connsiteY136" fmla="*/ 611147 h 707168"/>
                <a:gd name="connsiteX137" fmla="*/ 92271 w 626160"/>
                <a:gd name="connsiteY137" fmla="*/ 610877 h 707168"/>
                <a:gd name="connsiteX138" fmla="*/ 92490 w 626160"/>
                <a:gd name="connsiteY138" fmla="*/ 591057 h 707168"/>
                <a:gd name="connsiteX139" fmla="*/ 112994 w 626160"/>
                <a:gd name="connsiteY139" fmla="*/ 543253 h 707168"/>
                <a:gd name="connsiteX140" fmla="*/ 130668 w 626160"/>
                <a:gd name="connsiteY140" fmla="*/ 530220 h 707168"/>
                <a:gd name="connsiteX141" fmla="*/ 135367 w 626160"/>
                <a:gd name="connsiteY141" fmla="*/ 527761 h 707168"/>
                <a:gd name="connsiteX142" fmla="*/ 172424 w 626160"/>
                <a:gd name="connsiteY142" fmla="*/ 519071 h 707168"/>
                <a:gd name="connsiteX143" fmla="*/ 274713 w 626160"/>
                <a:gd name="connsiteY143" fmla="*/ 519142 h 707168"/>
                <a:gd name="connsiteX144" fmla="*/ 288288 w 626160"/>
                <a:gd name="connsiteY144" fmla="*/ 518731 h 707168"/>
                <a:gd name="connsiteX145" fmla="*/ 289703 w 626160"/>
                <a:gd name="connsiteY145" fmla="*/ 485440 h 707168"/>
                <a:gd name="connsiteX146" fmla="*/ 289243 w 626160"/>
                <a:gd name="connsiteY146" fmla="*/ 452182 h 707168"/>
                <a:gd name="connsiteX147" fmla="*/ 271800 w 626160"/>
                <a:gd name="connsiteY147" fmla="*/ 448349 h 707168"/>
                <a:gd name="connsiteX148" fmla="*/ 195442 w 626160"/>
                <a:gd name="connsiteY148" fmla="*/ 415768 h 707168"/>
                <a:gd name="connsiteX149" fmla="*/ 188748 w 626160"/>
                <a:gd name="connsiteY149" fmla="*/ 409858 h 707168"/>
                <a:gd name="connsiteX150" fmla="*/ 184880 w 626160"/>
                <a:gd name="connsiteY150" fmla="*/ 406303 h 707168"/>
                <a:gd name="connsiteX151" fmla="*/ 162910 w 626160"/>
                <a:gd name="connsiteY151" fmla="*/ 384342 h 707168"/>
                <a:gd name="connsiteX152" fmla="*/ 135373 w 626160"/>
                <a:gd name="connsiteY152" fmla="*/ 343394 h 707168"/>
                <a:gd name="connsiteX153" fmla="*/ 119233 w 626160"/>
                <a:gd name="connsiteY153" fmla="*/ 293009 h 707168"/>
                <a:gd name="connsiteX154" fmla="*/ 115939 w 626160"/>
                <a:gd name="connsiteY154" fmla="*/ 265393 h 707168"/>
                <a:gd name="connsiteX155" fmla="*/ 108625 w 626160"/>
                <a:gd name="connsiteY155" fmla="*/ 255601 h 707168"/>
                <a:gd name="connsiteX156" fmla="*/ 96000 w 626160"/>
                <a:gd name="connsiteY156" fmla="*/ 251519 h 707168"/>
                <a:gd name="connsiteX157" fmla="*/ 58843 w 626160"/>
                <a:gd name="connsiteY157" fmla="*/ 232368 h 707168"/>
                <a:gd name="connsiteX158" fmla="*/ 44954 w 626160"/>
                <a:gd name="connsiteY158" fmla="*/ 222549 h 707168"/>
                <a:gd name="connsiteX159" fmla="*/ 0 w 626160"/>
                <a:gd name="connsiteY159" fmla="*/ 114697 h 707168"/>
                <a:gd name="connsiteX160" fmla="*/ 7 w 626160"/>
                <a:gd name="connsiteY160" fmla="*/ 65545 h 707168"/>
                <a:gd name="connsiteX161" fmla="*/ 2244 w 626160"/>
                <a:gd name="connsiteY161" fmla="*/ 51277 h 707168"/>
                <a:gd name="connsiteX162" fmla="*/ 18032 w 626160"/>
                <a:gd name="connsiteY162" fmla="*/ 39375 h 707168"/>
                <a:gd name="connsiteX163" fmla="*/ 28643 w 626160"/>
                <a:gd name="connsiteY163" fmla="*/ 39133 h 707168"/>
                <a:gd name="connsiteX164" fmla="*/ 101707 w 626160"/>
                <a:gd name="connsiteY164" fmla="*/ 39101 h 707168"/>
                <a:gd name="connsiteX165" fmla="*/ 115117 w 626160"/>
                <a:gd name="connsiteY165" fmla="*/ 38575 h 707168"/>
                <a:gd name="connsiteX166" fmla="*/ 115824 w 626160"/>
                <a:gd name="connsiteY166" fmla="*/ 27273 h 707168"/>
                <a:gd name="connsiteX167" fmla="*/ 116173 w 626160"/>
                <a:gd name="connsiteY167" fmla="*/ 19336 h 707168"/>
                <a:gd name="connsiteX168" fmla="*/ 134809 w 626160"/>
                <a:gd name="connsiteY168" fmla="*/ 643 h 707168"/>
                <a:gd name="connsiteX169" fmla="*/ 146716 w 626160"/>
                <a:gd name="connsiteY169" fmla="*/ 24 h 707168"/>
                <a:gd name="connsiteX170" fmla="*/ 477496 w 626160"/>
                <a:gd name="connsiteY170" fmla="*/ 21 h 70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626160" h="707168">
                  <a:moveTo>
                    <a:pt x="313118" y="122685"/>
                  </a:moveTo>
                  <a:cubicBezTo>
                    <a:pt x="311112" y="125837"/>
                    <a:pt x="309296" y="128207"/>
                    <a:pt x="307987" y="130830"/>
                  </a:cubicBezTo>
                  <a:cubicBezTo>
                    <a:pt x="302264" y="142291"/>
                    <a:pt x="296340" y="153671"/>
                    <a:pt x="291175" y="165384"/>
                  </a:cubicBezTo>
                  <a:cubicBezTo>
                    <a:pt x="287373" y="174004"/>
                    <a:pt x="281418" y="178411"/>
                    <a:pt x="272105" y="179458"/>
                  </a:cubicBezTo>
                  <a:cubicBezTo>
                    <a:pt x="258507" y="180989"/>
                    <a:pt x="244975" y="183109"/>
                    <a:pt x="231433" y="185099"/>
                  </a:cubicBezTo>
                  <a:cubicBezTo>
                    <a:pt x="229446" y="185390"/>
                    <a:pt x="227557" y="186340"/>
                    <a:pt x="224691" y="187297"/>
                  </a:cubicBezTo>
                  <a:cubicBezTo>
                    <a:pt x="227250" y="190514"/>
                    <a:pt x="228898" y="193094"/>
                    <a:pt x="231031" y="195179"/>
                  </a:cubicBezTo>
                  <a:cubicBezTo>
                    <a:pt x="239874" y="203827"/>
                    <a:pt x="248634" y="212583"/>
                    <a:pt x="257871" y="220796"/>
                  </a:cubicBezTo>
                  <a:cubicBezTo>
                    <a:pt x="265250" y="227357"/>
                    <a:pt x="267746" y="234640"/>
                    <a:pt x="265494" y="244413"/>
                  </a:cubicBezTo>
                  <a:cubicBezTo>
                    <a:pt x="262720" y="256451"/>
                    <a:pt x="260963" y="268730"/>
                    <a:pt x="258976" y="280938"/>
                  </a:cubicBezTo>
                  <a:cubicBezTo>
                    <a:pt x="258465" y="284081"/>
                    <a:pt x="257290" y="287529"/>
                    <a:pt x="259817" y="291496"/>
                  </a:cubicBezTo>
                  <a:cubicBezTo>
                    <a:pt x="274900" y="283604"/>
                    <a:pt x="289333" y="276051"/>
                    <a:pt x="305532" y="267595"/>
                  </a:cubicBezTo>
                  <a:cubicBezTo>
                    <a:pt x="311130" y="264642"/>
                    <a:pt x="316538" y="265381"/>
                    <a:pt x="321923" y="268282"/>
                  </a:cubicBezTo>
                  <a:cubicBezTo>
                    <a:pt x="330090" y="272683"/>
                    <a:pt x="338282" y="277041"/>
                    <a:pt x="346514" y="281319"/>
                  </a:cubicBezTo>
                  <a:cubicBezTo>
                    <a:pt x="353106" y="284745"/>
                    <a:pt x="359580" y="288466"/>
                    <a:pt x="367396" y="291190"/>
                  </a:cubicBezTo>
                  <a:cubicBezTo>
                    <a:pt x="368194" y="286005"/>
                    <a:pt x="367310" y="281777"/>
                    <a:pt x="366546" y="277517"/>
                  </a:cubicBezTo>
                  <a:cubicBezTo>
                    <a:pt x="364443" y="265779"/>
                    <a:pt x="362607" y="253991"/>
                    <a:pt x="360296" y="242295"/>
                  </a:cubicBezTo>
                  <a:cubicBezTo>
                    <a:pt x="358799" y="234721"/>
                    <a:pt x="360066" y="228327"/>
                    <a:pt x="366038" y="223094"/>
                  </a:cubicBezTo>
                  <a:cubicBezTo>
                    <a:pt x="368361" y="221059"/>
                    <a:pt x="370396" y="218699"/>
                    <a:pt x="372630" y="216559"/>
                  </a:cubicBezTo>
                  <a:cubicBezTo>
                    <a:pt x="380603" y="208919"/>
                    <a:pt x="388673" y="201377"/>
                    <a:pt x="396546" y="193636"/>
                  </a:cubicBezTo>
                  <a:cubicBezTo>
                    <a:pt x="398234" y="191976"/>
                    <a:pt x="399253" y="189636"/>
                    <a:pt x="401341" y="186448"/>
                  </a:cubicBezTo>
                  <a:cubicBezTo>
                    <a:pt x="397955" y="185765"/>
                    <a:pt x="395939" y="185255"/>
                    <a:pt x="393893" y="184965"/>
                  </a:cubicBezTo>
                  <a:cubicBezTo>
                    <a:pt x="380343" y="183038"/>
                    <a:pt x="366805" y="180996"/>
                    <a:pt x="353222" y="179325"/>
                  </a:cubicBezTo>
                  <a:cubicBezTo>
                    <a:pt x="345068" y="178322"/>
                    <a:pt x="339129" y="174755"/>
                    <a:pt x="335774" y="167057"/>
                  </a:cubicBezTo>
                  <a:cubicBezTo>
                    <a:pt x="333481" y="161794"/>
                    <a:pt x="330950" y="156630"/>
                    <a:pt x="328390" y="151490"/>
                  </a:cubicBezTo>
                  <a:cubicBezTo>
                    <a:pt x="323690" y="142054"/>
                    <a:pt x="319634" y="132264"/>
                    <a:pt x="313118" y="122685"/>
                  </a:cubicBezTo>
                  <a:close/>
                  <a:moveTo>
                    <a:pt x="572822" y="85439"/>
                  </a:moveTo>
                  <a:cubicBezTo>
                    <a:pt x="555124" y="85430"/>
                    <a:pt x="537426" y="85364"/>
                    <a:pt x="519730" y="85469"/>
                  </a:cubicBezTo>
                  <a:cubicBezTo>
                    <a:pt x="516820" y="85486"/>
                    <a:pt x="513914" y="86256"/>
                    <a:pt x="511248" y="86643"/>
                  </a:cubicBezTo>
                  <a:cubicBezTo>
                    <a:pt x="509434" y="100965"/>
                    <a:pt x="509706" y="196719"/>
                    <a:pt x="511514" y="206665"/>
                  </a:cubicBezTo>
                  <a:cubicBezTo>
                    <a:pt x="517181" y="208077"/>
                    <a:pt x="521869" y="205040"/>
                    <a:pt x="526370" y="202598"/>
                  </a:cubicBezTo>
                  <a:cubicBezTo>
                    <a:pt x="553546" y="187851"/>
                    <a:pt x="570885" y="165531"/>
                    <a:pt x="577525" y="135121"/>
                  </a:cubicBezTo>
                  <a:cubicBezTo>
                    <a:pt x="580776" y="120231"/>
                    <a:pt x="579330" y="105179"/>
                    <a:pt x="579356" y="90175"/>
                  </a:cubicBezTo>
                  <a:cubicBezTo>
                    <a:pt x="579360" y="87618"/>
                    <a:pt x="577723" y="86247"/>
                    <a:pt x="572822" y="85439"/>
                  </a:cubicBezTo>
                  <a:close/>
                  <a:moveTo>
                    <a:pt x="79937" y="85376"/>
                  </a:moveTo>
                  <a:cubicBezTo>
                    <a:pt x="65757" y="85423"/>
                    <a:pt x="51785" y="86008"/>
                    <a:pt x="46321" y="87109"/>
                  </a:cubicBezTo>
                  <a:cubicBezTo>
                    <a:pt x="44530" y="113136"/>
                    <a:pt x="44552" y="138939"/>
                    <a:pt x="59176" y="164465"/>
                  </a:cubicBezTo>
                  <a:cubicBezTo>
                    <a:pt x="61129" y="167416"/>
                    <a:pt x="62914" y="170497"/>
                    <a:pt x="65064" y="173297"/>
                  </a:cubicBezTo>
                  <a:cubicBezTo>
                    <a:pt x="75759" y="187225"/>
                    <a:pt x="88752" y="198320"/>
                    <a:pt x="105181" y="204968"/>
                  </a:cubicBezTo>
                  <a:cubicBezTo>
                    <a:pt x="107922" y="206077"/>
                    <a:pt x="110957" y="206457"/>
                    <a:pt x="115416" y="207559"/>
                  </a:cubicBezTo>
                  <a:cubicBezTo>
                    <a:pt x="116177" y="193462"/>
                    <a:pt x="115752" y="180331"/>
                    <a:pt x="115820" y="167228"/>
                  </a:cubicBezTo>
                  <a:cubicBezTo>
                    <a:pt x="115890" y="153509"/>
                    <a:pt x="116049" y="139785"/>
                    <a:pt x="115774" y="126071"/>
                  </a:cubicBezTo>
                  <a:cubicBezTo>
                    <a:pt x="115511" y="112954"/>
                    <a:pt x="117018" y="99745"/>
                    <a:pt x="114801" y="86870"/>
                  </a:cubicBezTo>
                  <a:cubicBezTo>
                    <a:pt x="108506" y="85819"/>
                    <a:pt x="94118" y="85329"/>
                    <a:pt x="79937" y="85376"/>
                  </a:cubicBezTo>
                  <a:close/>
                  <a:moveTo>
                    <a:pt x="313275" y="75693"/>
                  </a:moveTo>
                  <a:cubicBezTo>
                    <a:pt x="318205" y="75773"/>
                    <a:pt x="323114" y="78361"/>
                    <a:pt x="325587" y="83486"/>
                  </a:cubicBezTo>
                  <a:cubicBezTo>
                    <a:pt x="328279" y="89064"/>
                    <a:pt x="331146" y="94560"/>
                    <a:pt x="334417" y="100957"/>
                  </a:cubicBezTo>
                  <a:cubicBezTo>
                    <a:pt x="343057" y="118486"/>
                    <a:pt x="351216" y="135150"/>
                    <a:pt x="359505" y="152081"/>
                  </a:cubicBezTo>
                  <a:cubicBezTo>
                    <a:pt x="373974" y="154208"/>
                    <a:pt x="387920" y="156260"/>
                    <a:pt x="401867" y="158309"/>
                  </a:cubicBezTo>
                  <a:cubicBezTo>
                    <a:pt x="411496" y="159724"/>
                    <a:pt x="421131" y="161105"/>
                    <a:pt x="430753" y="162568"/>
                  </a:cubicBezTo>
                  <a:cubicBezTo>
                    <a:pt x="433370" y="162966"/>
                    <a:pt x="436064" y="163298"/>
                    <a:pt x="438528" y="164195"/>
                  </a:cubicBezTo>
                  <a:cubicBezTo>
                    <a:pt x="445695" y="166804"/>
                    <a:pt x="449350" y="174562"/>
                    <a:pt x="446197" y="181483"/>
                  </a:cubicBezTo>
                  <a:cubicBezTo>
                    <a:pt x="444613" y="184959"/>
                    <a:pt x="441854" y="188082"/>
                    <a:pt x="439079" y="190807"/>
                  </a:cubicBezTo>
                  <a:cubicBezTo>
                    <a:pt x="424237" y="205374"/>
                    <a:pt x="409215" y="219756"/>
                    <a:pt x="394279" y="234227"/>
                  </a:cubicBezTo>
                  <a:cubicBezTo>
                    <a:pt x="392394" y="236053"/>
                    <a:pt x="390647" y="238019"/>
                    <a:pt x="388482" y="240291"/>
                  </a:cubicBezTo>
                  <a:cubicBezTo>
                    <a:pt x="389011" y="244246"/>
                    <a:pt x="389423" y="248158"/>
                    <a:pt x="390072" y="252030"/>
                  </a:cubicBezTo>
                  <a:cubicBezTo>
                    <a:pt x="393287" y="271221"/>
                    <a:pt x="396562" y="290403"/>
                    <a:pt x="399826" y="309586"/>
                  </a:cubicBezTo>
                  <a:cubicBezTo>
                    <a:pt x="400122" y="311329"/>
                    <a:pt x="400637" y="313047"/>
                    <a:pt x="400798" y="314799"/>
                  </a:cubicBezTo>
                  <a:cubicBezTo>
                    <a:pt x="402083" y="328713"/>
                    <a:pt x="392596" y="335734"/>
                    <a:pt x="379652" y="329993"/>
                  </a:cubicBezTo>
                  <a:cubicBezTo>
                    <a:pt x="371582" y="326414"/>
                    <a:pt x="363967" y="321809"/>
                    <a:pt x="356133" y="317694"/>
                  </a:cubicBezTo>
                  <a:cubicBezTo>
                    <a:pt x="342050" y="310297"/>
                    <a:pt x="327956" y="302924"/>
                    <a:pt x="313623" y="295413"/>
                  </a:cubicBezTo>
                  <a:cubicBezTo>
                    <a:pt x="310657" y="296767"/>
                    <a:pt x="307827" y="297903"/>
                    <a:pt x="305139" y="299310"/>
                  </a:cubicBezTo>
                  <a:cubicBezTo>
                    <a:pt x="286718" y="308955"/>
                    <a:pt x="268357" y="318716"/>
                    <a:pt x="249895" y="328281"/>
                  </a:cubicBezTo>
                  <a:cubicBezTo>
                    <a:pt x="246803" y="329883"/>
                    <a:pt x="243395" y="331266"/>
                    <a:pt x="239986" y="331789"/>
                  </a:cubicBezTo>
                  <a:cubicBezTo>
                    <a:pt x="232080" y="333003"/>
                    <a:pt x="226030" y="328138"/>
                    <a:pt x="225309" y="320139"/>
                  </a:cubicBezTo>
                  <a:cubicBezTo>
                    <a:pt x="225036" y="317119"/>
                    <a:pt x="225575" y="313976"/>
                    <a:pt x="226080" y="310944"/>
                  </a:cubicBezTo>
                  <a:cubicBezTo>
                    <a:pt x="229348" y="291310"/>
                    <a:pt x="232730" y="271696"/>
                    <a:pt x="236024" y="252066"/>
                  </a:cubicBezTo>
                  <a:cubicBezTo>
                    <a:pt x="236675" y="248190"/>
                    <a:pt x="237106" y="244276"/>
                    <a:pt x="237701" y="239919"/>
                  </a:cubicBezTo>
                  <a:cubicBezTo>
                    <a:pt x="231360" y="234006"/>
                    <a:pt x="225162" y="228393"/>
                    <a:pt x="219152" y="222586"/>
                  </a:cubicBezTo>
                  <a:cubicBezTo>
                    <a:pt x="207693" y="211516"/>
                    <a:pt x="196302" y="200374"/>
                    <a:pt x="184988" y="189157"/>
                  </a:cubicBezTo>
                  <a:cubicBezTo>
                    <a:pt x="183141" y="187325"/>
                    <a:pt x="181470" y="185126"/>
                    <a:pt x="180343" y="182795"/>
                  </a:cubicBezTo>
                  <a:cubicBezTo>
                    <a:pt x="176481" y="174812"/>
                    <a:pt x="180231" y="166226"/>
                    <a:pt x="188792" y="163845"/>
                  </a:cubicBezTo>
                  <a:cubicBezTo>
                    <a:pt x="193456" y="162548"/>
                    <a:pt x="198351" y="162037"/>
                    <a:pt x="203166" y="161334"/>
                  </a:cubicBezTo>
                  <a:cubicBezTo>
                    <a:pt x="223721" y="158331"/>
                    <a:pt x="244284" y="155389"/>
                    <a:pt x="265628" y="152311"/>
                  </a:cubicBezTo>
                  <a:cubicBezTo>
                    <a:pt x="267467" y="149179"/>
                    <a:pt x="269652" y="145920"/>
                    <a:pt x="271380" y="142435"/>
                  </a:cubicBezTo>
                  <a:cubicBezTo>
                    <a:pt x="279831" y="125386"/>
                    <a:pt x="288151" y="108271"/>
                    <a:pt x="296543" y="91192"/>
                  </a:cubicBezTo>
                  <a:cubicBezTo>
                    <a:pt x="297909" y="88413"/>
                    <a:pt x="299397" y="85694"/>
                    <a:pt x="300831" y="82947"/>
                  </a:cubicBezTo>
                  <a:cubicBezTo>
                    <a:pt x="303393" y="78041"/>
                    <a:pt x="308345" y="75613"/>
                    <a:pt x="313275" y="75693"/>
                  </a:cubicBezTo>
                  <a:close/>
                  <a:moveTo>
                    <a:pt x="455324" y="46798"/>
                  </a:moveTo>
                  <a:cubicBezTo>
                    <a:pt x="452849" y="46758"/>
                    <a:pt x="450433" y="46966"/>
                    <a:pt x="448055" y="46963"/>
                  </a:cubicBezTo>
                  <a:cubicBezTo>
                    <a:pt x="390932" y="46892"/>
                    <a:pt x="333809" y="46918"/>
                    <a:pt x="276686" y="46918"/>
                  </a:cubicBezTo>
                  <a:cubicBezTo>
                    <a:pt x="242589" y="46918"/>
                    <a:pt x="208492" y="46876"/>
                    <a:pt x="174396" y="46976"/>
                  </a:cubicBezTo>
                  <a:cubicBezTo>
                    <a:pt x="170561" y="46987"/>
                    <a:pt x="166389" y="45787"/>
                    <a:pt x="162132" y="49558"/>
                  </a:cubicBezTo>
                  <a:cubicBezTo>
                    <a:pt x="162132" y="53684"/>
                    <a:pt x="162131" y="58517"/>
                    <a:pt x="162131" y="63351"/>
                  </a:cubicBezTo>
                  <a:cubicBezTo>
                    <a:pt x="162131" y="126231"/>
                    <a:pt x="162258" y="189111"/>
                    <a:pt x="162048" y="251990"/>
                  </a:cubicBezTo>
                  <a:cubicBezTo>
                    <a:pt x="161992" y="268964"/>
                    <a:pt x="163967" y="285523"/>
                    <a:pt x="169578" y="303768"/>
                  </a:cubicBezTo>
                  <a:cubicBezTo>
                    <a:pt x="177456" y="327811"/>
                    <a:pt x="190530" y="348601"/>
                    <a:pt x="209159" y="365706"/>
                  </a:cubicBezTo>
                  <a:cubicBezTo>
                    <a:pt x="248263" y="401611"/>
                    <a:pt x="294381" y="413010"/>
                    <a:pt x="345778" y="402667"/>
                  </a:cubicBezTo>
                  <a:cubicBezTo>
                    <a:pt x="380372" y="395706"/>
                    <a:pt x="408856" y="377674"/>
                    <a:pt x="430913" y="349966"/>
                  </a:cubicBezTo>
                  <a:cubicBezTo>
                    <a:pt x="453276" y="321874"/>
                    <a:pt x="463653" y="289535"/>
                    <a:pt x="463735" y="253866"/>
                  </a:cubicBezTo>
                  <a:cubicBezTo>
                    <a:pt x="463888" y="188330"/>
                    <a:pt x="463791" y="122793"/>
                    <a:pt x="463745" y="57257"/>
                  </a:cubicBezTo>
                  <a:cubicBezTo>
                    <a:pt x="463743" y="54271"/>
                    <a:pt x="463234" y="51287"/>
                    <a:pt x="462945" y="48123"/>
                  </a:cubicBezTo>
                  <a:cubicBezTo>
                    <a:pt x="460332" y="47127"/>
                    <a:pt x="457799" y="46839"/>
                    <a:pt x="455324" y="46798"/>
                  </a:cubicBezTo>
                  <a:close/>
                  <a:moveTo>
                    <a:pt x="477496" y="21"/>
                  </a:moveTo>
                  <a:cubicBezTo>
                    <a:pt x="481469" y="22"/>
                    <a:pt x="485508" y="-46"/>
                    <a:pt x="489403" y="600"/>
                  </a:cubicBezTo>
                  <a:cubicBezTo>
                    <a:pt x="501613" y="2621"/>
                    <a:pt x="509068" y="10812"/>
                    <a:pt x="510006" y="23088"/>
                  </a:cubicBezTo>
                  <a:cubicBezTo>
                    <a:pt x="510372" y="27880"/>
                    <a:pt x="510229" y="32711"/>
                    <a:pt x="510331" y="38218"/>
                  </a:cubicBezTo>
                  <a:cubicBezTo>
                    <a:pt x="514468" y="38559"/>
                    <a:pt x="517895" y="39077"/>
                    <a:pt x="521323" y="39086"/>
                  </a:cubicBezTo>
                  <a:cubicBezTo>
                    <a:pt x="547449" y="39155"/>
                    <a:pt x="573575" y="39031"/>
                    <a:pt x="599700" y="39219"/>
                  </a:cubicBezTo>
                  <a:cubicBezTo>
                    <a:pt x="604022" y="39250"/>
                    <a:pt x="608632" y="39770"/>
                    <a:pt x="612584" y="41364"/>
                  </a:cubicBezTo>
                  <a:cubicBezTo>
                    <a:pt x="619037" y="43965"/>
                    <a:pt x="623135" y="49315"/>
                    <a:pt x="624946" y="56070"/>
                  </a:cubicBezTo>
                  <a:cubicBezTo>
                    <a:pt x="625741" y="59030"/>
                    <a:pt x="626195" y="62188"/>
                    <a:pt x="626159" y="65249"/>
                  </a:cubicBezTo>
                  <a:cubicBezTo>
                    <a:pt x="625900" y="87371"/>
                    <a:pt x="626664" y="109592"/>
                    <a:pt x="624803" y="131586"/>
                  </a:cubicBezTo>
                  <a:cubicBezTo>
                    <a:pt x="622441" y="159520"/>
                    <a:pt x="611866" y="184773"/>
                    <a:pt x="593608" y="206376"/>
                  </a:cubicBezTo>
                  <a:cubicBezTo>
                    <a:pt x="573080" y="230663"/>
                    <a:pt x="548022" y="247991"/>
                    <a:pt x="516689" y="255417"/>
                  </a:cubicBezTo>
                  <a:cubicBezTo>
                    <a:pt x="514989" y="255820"/>
                    <a:pt x="513356" y="256504"/>
                    <a:pt x="510897" y="257322"/>
                  </a:cubicBezTo>
                  <a:cubicBezTo>
                    <a:pt x="510171" y="263572"/>
                    <a:pt x="509353" y="270064"/>
                    <a:pt x="508672" y="276572"/>
                  </a:cubicBezTo>
                  <a:cubicBezTo>
                    <a:pt x="503992" y="321267"/>
                    <a:pt x="486110" y="359895"/>
                    <a:pt x="455002" y="392258"/>
                  </a:cubicBezTo>
                  <a:cubicBezTo>
                    <a:pt x="423915" y="424601"/>
                    <a:pt x="386015" y="443971"/>
                    <a:pt x="341633" y="450632"/>
                  </a:cubicBezTo>
                  <a:cubicBezTo>
                    <a:pt x="340328" y="450827"/>
                    <a:pt x="339046" y="451222"/>
                    <a:pt x="337785" y="451621"/>
                  </a:cubicBezTo>
                  <a:cubicBezTo>
                    <a:pt x="337415" y="451737"/>
                    <a:pt x="337152" y="452189"/>
                    <a:pt x="336840" y="452487"/>
                  </a:cubicBezTo>
                  <a:cubicBezTo>
                    <a:pt x="335133" y="462342"/>
                    <a:pt x="334850" y="503713"/>
                    <a:pt x="336419" y="517267"/>
                  </a:cubicBezTo>
                  <a:cubicBezTo>
                    <a:pt x="340670" y="520523"/>
                    <a:pt x="345728" y="519072"/>
                    <a:pt x="350427" y="519087"/>
                  </a:cubicBezTo>
                  <a:cubicBezTo>
                    <a:pt x="389394" y="519216"/>
                    <a:pt x="428362" y="519264"/>
                    <a:pt x="467329" y="519106"/>
                  </a:cubicBezTo>
                  <a:cubicBezTo>
                    <a:pt x="480034" y="519055"/>
                    <a:pt x="492058" y="521530"/>
                    <a:pt x="502979" y="527921"/>
                  </a:cubicBezTo>
                  <a:cubicBezTo>
                    <a:pt x="529608" y="543508"/>
                    <a:pt x="545648" y="565894"/>
                    <a:pt x="545851" y="597699"/>
                  </a:cubicBezTo>
                  <a:cubicBezTo>
                    <a:pt x="546058" y="630023"/>
                    <a:pt x="545913" y="662349"/>
                    <a:pt x="545879" y="694674"/>
                  </a:cubicBezTo>
                  <a:lnTo>
                    <a:pt x="545583" y="701486"/>
                  </a:lnTo>
                  <a:lnTo>
                    <a:pt x="545583" y="707168"/>
                  </a:lnTo>
                  <a:lnTo>
                    <a:pt x="178824" y="707168"/>
                  </a:lnTo>
                  <a:lnTo>
                    <a:pt x="178824" y="663874"/>
                  </a:lnTo>
                  <a:lnTo>
                    <a:pt x="504366" y="663874"/>
                  </a:lnTo>
                  <a:lnTo>
                    <a:pt x="505138" y="656158"/>
                  </a:lnTo>
                  <a:cubicBezTo>
                    <a:pt x="505205" y="638453"/>
                    <a:pt x="505348" y="620744"/>
                    <a:pt x="505067" y="603043"/>
                  </a:cubicBezTo>
                  <a:cubicBezTo>
                    <a:pt x="504984" y="597809"/>
                    <a:pt x="504177" y="592424"/>
                    <a:pt x="502649" y="587430"/>
                  </a:cubicBezTo>
                  <a:cubicBezTo>
                    <a:pt x="501547" y="583831"/>
                    <a:pt x="498976" y="580545"/>
                    <a:pt x="496553" y="577527"/>
                  </a:cubicBezTo>
                  <a:cubicBezTo>
                    <a:pt x="494363" y="574800"/>
                    <a:pt x="491005" y="572965"/>
                    <a:pt x="489000" y="570141"/>
                  </a:cubicBezTo>
                  <a:cubicBezTo>
                    <a:pt x="483514" y="562412"/>
                    <a:pt x="475277" y="561097"/>
                    <a:pt x="466934" y="559975"/>
                  </a:cubicBezTo>
                  <a:cubicBezTo>
                    <a:pt x="463889" y="559565"/>
                    <a:pt x="460746" y="559871"/>
                    <a:pt x="457647" y="559871"/>
                  </a:cubicBezTo>
                  <a:cubicBezTo>
                    <a:pt x="365579" y="559869"/>
                    <a:pt x="273511" y="559869"/>
                    <a:pt x="181443" y="559872"/>
                  </a:cubicBezTo>
                  <a:cubicBezTo>
                    <a:pt x="178344" y="559872"/>
                    <a:pt x="175235" y="559733"/>
                    <a:pt x="172150" y="559940"/>
                  </a:cubicBezTo>
                  <a:cubicBezTo>
                    <a:pt x="148477" y="561527"/>
                    <a:pt x="134180" y="578984"/>
                    <a:pt x="133440" y="599427"/>
                  </a:cubicBezTo>
                  <a:lnTo>
                    <a:pt x="133181" y="608534"/>
                  </a:lnTo>
                  <a:lnTo>
                    <a:pt x="133347" y="608534"/>
                  </a:lnTo>
                  <a:lnTo>
                    <a:pt x="133194" y="623574"/>
                  </a:lnTo>
                  <a:lnTo>
                    <a:pt x="92151" y="623574"/>
                  </a:lnTo>
                  <a:lnTo>
                    <a:pt x="92281" y="611147"/>
                  </a:lnTo>
                  <a:lnTo>
                    <a:pt x="92271" y="610877"/>
                  </a:lnTo>
                  <a:cubicBezTo>
                    <a:pt x="92046" y="604247"/>
                    <a:pt x="91980" y="597630"/>
                    <a:pt x="92490" y="591057"/>
                  </a:cubicBezTo>
                  <a:cubicBezTo>
                    <a:pt x="93884" y="573087"/>
                    <a:pt x="101969" y="557287"/>
                    <a:pt x="112994" y="543253"/>
                  </a:cubicBezTo>
                  <a:cubicBezTo>
                    <a:pt x="117530" y="537480"/>
                    <a:pt x="123415" y="532747"/>
                    <a:pt x="130668" y="530220"/>
                  </a:cubicBezTo>
                  <a:cubicBezTo>
                    <a:pt x="132319" y="529645"/>
                    <a:pt x="133795" y="528574"/>
                    <a:pt x="135367" y="527761"/>
                  </a:cubicBezTo>
                  <a:cubicBezTo>
                    <a:pt x="146989" y="521753"/>
                    <a:pt x="159250" y="518968"/>
                    <a:pt x="172424" y="519071"/>
                  </a:cubicBezTo>
                  <a:cubicBezTo>
                    <a:pt x="206518" y="519340"/>
                    <a:pt x="240616" y="519175"/>
                    <a:pt x="274713" y="519142"/>
                  </a:cubicBezTo>
                  <a:cubicBezTo>
                    <a:pt x="279067" y="519138"/>
                    <a:pt x="283421" y="518885"/>
                    <a:pt x="288288" y="518731"/>
                  </a:cubicBezTo>
                  <a:cubicBezTo>
                    <a:pt x="291211" y="507343"/>
                    <a:pt x="289479" y="496313"/>
                    <a:pt x="289703" y="485440"/>
                  </a:cubicBezTo>
                  <a:cubicBezTo>
                    <a:pt x="289929" y="474487"/>
                    <a:pt x="290283" y="463477"/>
                    <a:pt x="289243" y="452182"/>
                  </a:cubicBezTo>
                  <a:cubicBezTo>
                    <a:pt x="282893" y="450783"/>
                    <a:pt x="277359" y="449509"/>
                    <a:pt x="271800" y="448349"/>
                  </a:cubicBezTo>
                  <a:cubicBezTo>
                    <a:pt x="244172" y="442583"/>
                    <a:pt x="218599" y="432104"/>
                    <a:pt x="195442" y="415768"/>
                  </a:cubicBezTo>
                  <a:cubicBezTo>
                    <a:pt x="192908" y="413979"/>
                    <a:pt x="190288" y="412795"/>
                    <a:pt x="188748" y="409858"/>
                  </a:cubicBezTo>
                  <a:cubicBezTo>
                    <a:pt x="187978" y="408391"/>
                    <a:pt x="186375" y="407173"/>
                    <a:pt x="184880" y="406303"/>
                  </a:cubicBezTo>
                  <a:cubicBezTo>
                    <a:pt x="175611" y="400906"/>
                    <a:pt x="167886" y="394012"/>
                    <a:pt x="162910" y="384342"/>
                  </a:cubicBezTo>
                  <a:cubicBezTo>
                    <a:pt x="150686" y="372745"/>
                    <a:pt x="142332" y="358374"/>
                    <a:pt x="135373" y="343394"/>
                  </a:cubicBezTo>
                  <a:cubicBezTo>
                    <a:pt x="127928" y="327364"/>
                    <a:pt x="122057" y="310595"/>
                    <a:pt x="119233" y="293009"/>
                  </a:cubicBezTo>
                  <a:cubicBezTo>
                    <a:pt x="117764" y="283860"/>
                    <a:pt x="116607" y="274631"/>
                    <a:pt x="115939" y="265393"/>
                  </a:cubicBezTo>
                  <a:cubicBezTo>
                    <a:pt x="115562" y="260183"/>
                    <a:pt x="113023" y="257267"/>
                    <a:pt x="108625" y="255601"/>
                  </a:cubicBezTo>
                  <a:cubicBezTo>
                    <a:pt x="104494" y="254036"/>
                    <a:pt x="100192" y="252930"/>
                    <a:pt x="96000" y="251519"/>
                  </a:cubicBezTo>
                  <a:cubicBezTo>
                    <a:pt x="81904" y="246776"/>
                    <a:pt x="71740" y="241372"/>
                    <a:pt x="58843" y="232368"/>
                  </a:cubicBezTo>
                  <a:cubicBezTo>
                    <a:pt x="54198" y="229123"/>
                    <a:pt x="49151" y="226697"/>
                    <a:pt x="44954" y="222549"/>
                  </a:cubicBezTo>
                  <a:cubicBezTo>
                    <a:pt x="14870" y="192821"/>
                    <a:pt x="-87" y="156935"/>
                    <a:pt x="0" y="114697"/>
                  </a:cubicBezTo>
                  <a:cubicBezTo>
                    <a:pt x="34" y="98312"/>
                    <a:pt x="6" y="81928"/>
                    <a:pt x="7" y="65545"/>
                  </a:cubicBezTo>
                  <a:cubicBezTo>
                    <a:pt x="8" y="60675"/>
                    <a:pt x="334" y="55997"/>
                    <a:pt x="2244" y="51277"/>
                  </a:cubicBezTo>
                  <a:cubicBezTo>
                    <a:pt x="5225" y="43910"/>
                    <a:pt x="10673" y="40399"/>
                    <a:pt x="18032" y="39375"/>
                  </a:cubicBezTo>
                  <a:cubicBezTo>
                    <a:pt x="21513" y="38890"/>
                    <a:pt x="25103" y="39135"/>
                    <a:pt x="28643" y="39133"/>
                  </a:cubicBezTo>
                  <a:cubicBezTo>
                    <a:pt x="52998" y="39118"/>
                    <a:pt x="77353" y="39151"/>
                    <a:pt x="101707" y="39101"/>
                  </a:cubicBezTo>
                  <a:cubicBezTo>
                    <a:pt x="106027" y="39092"/>
                    <a:pt x="110347" y="38770"/>
                    <a:pt x="115117" y="38575"/>
                  </a:cubicBezTo>
                  <a:cubicBezTo>
                    <a:pt x="115395" y="34188"/>
                    <a:pt x="115645" y="30732"/>
                    <a:pt x="115824" y="27273"/>
                  </a:cubicBezTo>
                  <a:cubicBezTo>
                    <a:pt x="115960" y="24623"/>
                    <a:pt x="115522" y="21842"/>
                    <a:pt x="116173" y="19336"/>
                  </a:cubicBezTo>
                  <a:cubicBezTo>
                    <a:pt x="119512" y="6485"/>
                    <a:pt x="122749" y="2145"/>
                    <a:pt x="134809" y="643"/>
                  </a:cubicBezTo>
                  <a:cubicBezTo>
                    <a:pt x="138743" y="153"/>
                    <a:pt x="142745" y="25"/>
                    <a:pt x="146716" y="24"/>
                  </a:cubicBezTo>
                  <a:cubicBezTo>
                    <a:pt x="256976" y="-8"/>
                    <a:pt x="367236" y="-7"/>
                    <a:pt x="477496" y="21"/>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48" name="Rectangle 47">
              <a:extLst>
                <a:ext uri="{FF2B5EF4-FFF2-40B4-BE49-F238E27FC236}">
                  <a16:creationId xmlns:a16="http://schemas.microsoft.com/office/drawing/2014/main" id="{43AFC23D-563C-FF61-C873-79F420916492}"/>
                </a:ext>
                <a:ext uri="{C183D7F6-B498-43B3-948B-1728B52AA6E4}">
                  <adec:decorative xmlns:adec="http://schemas.microsoft.com/office/drawing/2017/decorative" val="1"/>
                </a:ext>
              </a:extLst>
            </p:cNvPr>
            <p:cNvSpPr/>
            <p:nvPr/>
          </p:nvSpPr>
          <p:spPr>
            <a:xfrm>
              <a:off x="4325741" y="3345165"/>
              <a:ext cx="42194" cy="42194"/>
            </a:xfrm>
            <a:prstGeom prst="rect">
              <a:avLst/>
            </a:prstGeom>
            <a:solidFill>
              <a:schemeClr val="accent1"/>
            </a:solidFill>
            <a:ln w="1155" cap="flat">
              <a:noFill/>
              <a:prstDash val="solid"/>
              <a:miter/>
            </a:ln>
          </p:spPr>
          <p:txBody>
            <a:bodyPr rtlCol="0" anchor="ctr"/>
            <a:lstStyle/>
            <a:p>
              <a:endParaRPr lang="en-US"/>
            </a:p>
          </p:txBody>
        </p:sp>
      </p:grpSp>
      <p:grpSp>
        <p:nvGrpSpPr>
          <p:cNvPr id="945" name="Group 944">
            <a:extLst>
              <a:ext uri="{FF2B5EF4-FFF2-40B4-BE49-F238E27FC236}">
                <a16:creationId xmlns:a16="http://schemas.microsoft.com/office/drawing/2014/main" id="{2CD2E667-2B5A-5BFE-C150-4FBA66BAB4E0}"/>
              </a:ext>
              <a:ext uri="{C183D7F6-B498-43B3-948B-1728B52AA6E4}">
                <adec:decorative xmlns:adec="http://schemas.microsoft.com/office/drawing/2017/decorative" val="1"/>
              </a:ext>
            </a:extLst>
          </p:cNvPr>
          <p:cNvGrpSpPr>
            <a:grpSpLocks noChangeAspect="1"/>
          </p:cNvGrpSpPr>
          <p:nvPr/>
        </p:nvGrpSpPr>
        <p:grpSpPr>
          <a:xfrm>
            <a:off x="639763" y="2930159"/>
            <a:ext cx="410328" cy="457200"/>
            <a:chOff x="639763" y="2930159"/>
            <a:chExt cx="410328" cy="457200"/>
          </a:xfrm>
          <a:solidFill>
            <a:srgbClr val="FF0000"/>
          </a:solidFill>
        </p:grpSpPr>
        <p:sp>
          <p:nvSpPr>
            <p:cNvPr id="50" name="Freeform: Shape 49">
              <a:extLst>
                <a:ext uri="{FF2B5EF4-FFF2-40B4-BE49-F238E27FC236}">
                  <a16:creationId xmlns:a16="http://schemas.microsoft.com/office/drawing/2014/main" id="{65A491D8-D293-6FF7-02CE-FCD3D7D86FCA}"/>
                </a:ext>
                <a:ext uri="{C183D7F6-B498-43B3-948B-1728B52AA6E4}">
                  <adec:decorative xmlns:adec="http://schemas.microsoft.com/office/drawing/2017/decorative" val="1"/>
                </a:ext>
              </a:extLst>
            </p:cNvPr>
            <p:cNvSpPr/>
            <p:nvPr/>
          </p:nvSpPr>
          <p:spPr>
            <a:xfrm>
              <a:off x="639763" y="3071709"/>
              <a:ext cx="410328" cy="315650"/>
            </a:xfrm>
            <a:custGeom>
              <a:avLst/>
              <a:gdLst>
                <a:gd name="connsiteX0" fmla="*/ 345889 w 754924"/>
                <a:gd name="connsiteY0" fmla="*/ 514441 h 580735"/>
                <a:gd name="connsiteX1" fmla="*/ 412183 w 754924"/>
                <a:gd name="connsiteY1" fmla="*/ 514441 h 580735"/>
                <a:gd name="connsiteX2" fmla="*/ 412183 w 754924"/>
                <a:gd name="connsiteY2" fmla="*/ 580735 h 580735"/>
                <a:gd name="connsiteX3" fmla="*/ 345889 w 754924"/>
                <a:gd name="connsiteY3" fmla="*/ 580735 h 580735"/>
                <a:gd name="connsiteX4" fmla="*/ 638688 w 754924"/>
                <a:gd name="connsiteY4" fmla="*/ 0 h 580735"/>
                <a:gd name="connsiteX5" fmla="*/ 754924 w 754924"/>
                <a:gd name="connsiteY5" fmla="*/ 116290 h 580735"/>
                <a:gd name="connsiteX6" fmla="*/ 638688 w 754924"/>
                <a:gd name="connsiteY6" fmla="*/ 232526 h 580735"/>
                <a:gd name="connsiteX7" fmla="*/ 607419 w 754924"/>
                <a:gd name="connsiteY7" fmla="*/ 201257 h 580735"/>
                <a:gd name="connsiteX8" fmla="*/ 671655 w 754924"/>
                <a:gd name="connsiteY8" fmla="*/ 137063 h 580735"/>
                <a:gd name="connsiteX9" fmla="*/ 600458 w 754924"/>
                <a:gd name="connsiteY9" fmla="*/ 137063 h 580735"/>
                <a:gd name="connsiteX10" fmla="*/ 486377 w 754924"/>
                <a:gd name="connsiteY10" fmla="*/ 251144 h 580735"/>
                <a:gd name="connsiteX11" fmla="*/ 486377 w 754924"/>
                <a:gd name="connsiteY11" fmla="*/ 489581 h 580735"/>
                <a:gd name="connsiteX12" fmla="*/ 442181 w 754924"/>
                <a:gd name="connsiteY12" fmla="*/ 489581 h 580735"/>
                <a:gd name="connsiteX13" fmla="*/ 442181 w 754924"/>
                <a:gd name="connsiteY13" fmla="*/ 251144 h 580735"/>
                <a:gd name="connsiteX14" fmla="*/ 600458 w 754924"/>
                <a:gd name="connsiteY14" fmla="*/ 92867 h 580735"/>
                <a:gd name="connsiteX15" fmla="*/ 669018 w 754924"/>
                <a:gd name="connsiteY15" fmla="*/ 92867 h 580735"/>
                <a:gd name="connsiteX16" fmla="*/ 607419 w 754924"/>
                <a:gd name="connsiteY16" fmla="*/ 31268 h 580735"/>
                <a:gd name="connsiteX17" fmla="*/ 116236 w 754924"/>
                <a:gd name="connsiteY17" fmla="*/ 0 h 580735"/>
                <a:gd name="connsiteX18" fmla="*/ 147505 w 754924"/>
                <a:gd name="connsiteY18" fmla="*/ 31268 h 580735"/>
                <a:gd name="connsiteX19" fmla="*/ 85906 w 754924"/>
                <a:gd name="connsiteY19" fmla="*/ 92867 h 580735"/>
                <a:gd name="connsiteX20" fmla="*/ 154465 w 754924"/>
                <a:gd name="connsiteY20" fmla="*/ 92867 h 580735"/>
                <a:gd name="connsiteX21" fmla="*/ 312742 w 754924"/>
                <a:gd name="connsiteY21" fmla="*/ 251144 h 580735"/>
                <a:gd name="connsiteX22" fmla="*/ 312742 w 754924"/>
                <a:gd name="connsiteY22" fmla="*/ 489581 h 580735"/>
                <a:gd name="connsiteX23" fmla="*/ 268546 w 754924"/>
                <a:gd name="connsiteY23" fmla="*/ 489581 h 580735"/>
                <a:gd name="connsiteX24" fmla="*/ 268546 w 754924"/>
                <a:gd name="connsiteY24" fmla="*/ 251144 h 580735"/>
                <a:gd name="connsiteX25" fmla="*/ 154465 w 754924"/>
                <a:gd name="connsiteY25" fmla="*/ 137063 h 580735"/>
                <a:gd name="connsiteX26" fmla="*/ 83268 w 754924"/>
                <a:gd name="connsiteY26" fmla="*/ 137063 h 580735"/>
                <a:gd name="connsiteX27" fmla="*/ 147505 w 754924"/>
                <a:gd name="connsiteY27" fmla="*/ 201257 h 580735"/>
                <a:gd name="connsiteX28" fmla="*/ 116236 w 754924"/>
                <a:gd name="connsiteY28" fmla="*/ 232526 h 580735"/>
                <a:gd name="connsiteX29" fmla="*/ 0 w 754924"/>
                <a:gd name="connsiteY29" fmla="*/ 116290 h 58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4924" h="580735">
                  <a:moveTo>
                    <a:pt x="345889" y="514441"/>
                  </a:moveTo>
                  <a:lnTo>
                    <a:pt x="412183" y="514441"/>
                  </a:lnTo>
                  <a:lnTo>
                    <a:pt x="412183" y="580735"/>
                  </a:lnTo>
                  <a:lnTo>
                    <a:pt x="345889" y="580735"/>
                  </a:lnTo>
                  <a:close/>
                  <a:moveTo>
                    <a:pt x="638688" y="0"/>
                  </a:moveTo>
                  <a:lnTo>
                    <a:pt x="754924" y="116290"/>
                  </a:lnTo>
                  <a:lnTo>
                    <a:pt x="638688" y="232526"/>
                  </a:lnTo>
                  <a:lnTo>
                    <a:pt x="607419" y="201257"/>
                  </a:lnTo>
                  <a:lnTo>
                    <a:pt x="671655" y="137063"/>
                  </a:lnTo>
                  <a:lnTo>
                    <a:pt x="600458" y="137063"/>
                  </a:lnTo>
                  <a:cubicBezTo>
                    <a:pt x="537534" y="137063"/>
                    <a:pt x="486377" y="188220"/>
                    <a:pt x="486377" y="251144"/>
                  </a:cubicBezTo>
                  <a:lnTo>
                    <a:pt x="486377" y="489581"/>
                  </a:lnTo>
                  <a:lnTo>
                    <a:pt x="442181" y="489581"/>
                  </a:lnTo>
                  <a:lnTo>
                    <a:pt x="442181" y="251144"/>
                  </a:lnTo>
                  <a:cubicBezTo>
                    <a:pt x="442181" y="163857"/>
                    <a:pt x="513171" y="92867"/>
                    <a:pt x="600458" y="92867"/>
                  </a:cubicBezTo>
                  <a:lnTo>
                    <a:pt x="669018" y="92867"/>
                  </a:lnTo>
                  <a:lnTo>
                    <a:pt x="607419" y="31268"/>
                  </a:lnTo>
                  <a:close/>
                  <a:moveTo>
                    <a:pt x="116236" y="0"/>
                  </a:moveTo>
                  <a:lnTo>
                    <a:pt x="147505" y="31268"/>
                  </a:lnTo>
                  <a:lnTo>
                    <a:pt x="85906" y="92867"/>
                  </a:lnTo>
                  <a:lnTo>
                    <a:pt x="154465" y="92867"/>
                  </a:lnTo>
                  <a:cubicBezTo>
                    <a:pt x="241752" y="92867"/>
                    <a:pt x="312742" y="163857"/>
                    <a:pt x="312742" y="251144"/>
                  </a:cubicBezTo>
                  <a:lnTo>
                    <a:pt x="312742" y="489581"/>
                  </a:lnTo>
                  <a:lnTo>
                    <a:pt x="268546" y="489581"/>
                  </a:lnTo>
                  <a:lnTo>
                    <a:pt x="268546" y="251144"/>
                  </a:lnTo>
                  <a:cubicBezTo>
                    <a:pt x="268546" y="188220"/>
                    <a:pt x="217389" y="137063"/>
                    <a:pt x="154465" y="137063"/>
                  </a:cubicBezTo>
                  <a:lnTo>
                    <a:pt x="83268" y="137063"/>
                  </a:lnTo>
                  <a:lnTo>
                    <a:pt x="147505" y="201257"/>
                  </a:lnTo>
                  <a:lnTo>
                    <a:pt x="116236" y="232526"/>
                  </a:lnTo>
                  <a:lnTo>
                    <a:pt x="0" y="116290"/>
                  </a:lnTo>
                  <a:close/>
                </a:path>
              </a:pathLst>
            </a:custGeom>
            <a:solidFill>
              <a:schemeClr val="accent1"/>
            </a:solidFill>
            <a:ln w="9525" cap="flat">
              <a:noFill/>
              <a:prstDash val="solid"/>
              <a:miter/>
            </a:ln>
          </p:spPr>
          <p:txBody>
            <a:bodyPr wrap="square" rtlCol="0" anchor="ctr">
              <a:noAutofit/>
            </a:bodyPr>
            <a:lstStyle/>
            <a:p>
              <a:endParaRPr lang="en-US"/>
            </a:p>
          </p:txBody>
        </p:sp>
        <p:sp>
          <p:nvSpPr>
            <p:cNvPr id="51" name="Freeform: Shape 50">
              <a:extLst>
                <a:ext uri="{FF2B5EF4-FFF2-40B4-BE49-F238E27FC236}">
                  <a16:creationId xmlns:a16="http://schemas.microsoft.com/office/drawing/2014/main" id="{A57DF804-BA9F-9768-D107-E24E2445956A}"/>
                </a:ext>
                <a:ext uri="{C183D7F6-B498-43B3-948B-1728B52AA6E4}">
                  <adec:decorative xmlns:adec="http://schemas.microsoft.com/office/drawing/2017/decorative" val="1"/>
                </a:ext>
              </a:extLst>
            </p:cNvPr>
            <p:cNvSpPr/>
            <p:nvPr/>
          </p:nvSpPr>
          <p:spPr>
            <a:xfrm>
              <a:off x="760775" y="2930159"/>
              <a:ext cx="168155" cy="409239"/>
            </a:xfrm>
            <a:custGeom>
              <a:avLst/>
              <a:gdLst>
                <a:gd name="connsiteX0" fmla="*/ 156841 w 309372"/>
                <a:gd name="connsiteY0" fmla="*/ 0 h 752921"/>
                <a:gd name="connsiteX1" fmla="*/ 309372 w 309372"/>
                <a:gd name="connsiteY1" fmla="*/ 156122 h 752921"/>
                <a:gd name="connsiteX2" fmla="*/ 278159 w 309372"/>
                <a:gd name="connsiteY2" fmla="*/ 187336 h 752921"/>
                <a:gd name="connsiteX3" fmla="*/ 178496 w 309372"/>
                <a:gd name="connsiteY3" fmla="*/ 84768 h 752921"/>
                <a:gd name="connsiteX4" fmla="*/ 178496 w 309372"/>
                <a:gd name="connsiteY4" fmla="*/ 752921 h 752921"/>
                <a:gd name="connsiteX5" fmla="*/ 134300 w 309372"/>
                <a:gd name="connsiteY5" fmla="*/ 752921 h 752921"/>
                <a:gd name="connsiteX6" fmla="*/ 134300 w 309372"/>
                <a:gd name="connsiteY6" fmla="*/ 84894 h 752921"/>
                <a:gd name="connsiteX7" fmla="*/ 31269 w 309372"/>
                <a:gd name="connsiteY7" fmla="*/ 187336 h 752921"/>
                <a:gd name="connsiteX8" fmla="*/ 0 w 309372"/>
                <a:gd name="connsiteY8" fmla="*/ 156122 h 752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372" h="752921">
                  <a:moveTo>
                    <a:pt x="156841" y="0"/>
                  </a:moveTo>
                  <a:lnTo>
                    <a:pt x="309372" y="156122"/>
                  </a:lnTo>
                  <a:lnTo>
                    <a:pt x="278159" y="187336"/>
                  </a:lnTo>
                  <a:lnTo>
                    <a:pt x="178496" y="84768"/>
                  </a:lnTo>
                  <a:lnTo>
                    <a:pt x="178496" y="752921"/>
                  </a:lnTo>
                  <a:lnTo>
                    <a:pt x="134300" y="752921"/>
                  </a:lnTo>
                  <a:lnTo>
                    <a:pt x="134300" y="84894"/>
                  </a:lnTo>
                  <a:lnTo>
                    <a:pt x="31269" y="187336"/>
                  </a:lnTo>
                  <a:lnTo>
                    <a:pt x="0" y="156122"/>
                  </a:ln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944" name="Group 943">
            <a:extLst>
              <a:ext uri="{FF2B5EF4-FFF2-40B4-BE49-F238E27FC236}">
                <a16:creationId xmlns:a16="http://schemas.microsoft.com/office/drawing/2014/main" id="{5088E405-15FC-A0DF-D911-0FCDDB3435B9}"/>
              </a:ext>
              <a:ext uri="{C183D7F6-B498-43B3-948B-1728B52AA6E4}">
                <adec:decorative xmlns:adec="http://schemas.microsoft.com/office/drawing/2017/decorative" val="1"/>
              </a:ext>
            </a:extLst>
          </p:cNvPr>
          <p:cNvGrpSpPr>
            <a:grpSpLocks noChangeAspect="1"/>
          </p:cNvGrpSpPr>
          <p:nvPr/>
        </p:nvGrpSpPr>
        <p:grpSpPr>
          <a:xfrm>
            <a:off x="3191384" y="2930159"/>
            <a:ext cx="325666" cy="457200"/>
            <a:chOff x="3191384" y="2930159"/>
            <a:chExt cx="325666" cy="457200"/>
          </a:xfrm>
          <a:solidFill>
            <a:srgbClr val="FF0000"/>
          </a:solidFill>
        </p:grpSpPr>
        <p:sp>
          <p:nvSpPr>
            <p:cNvPr id="53" name="Freeform: Shape 52">
              <a:extLst>
                <a:ext uri="{FF2B5EF4-FFF2-40B4-BE49-F238E27FC236}">
                  <a16:creationId xmlns:a16="http://schemas.microsoft.com/office/drawing/2014/main" id="{477BC1F3-36E0-982E-1D2B-A12AA156ADAD}"/>
                </a:ext>
                <a:ext uri="{C183D7F6-B498-43B3-948B-1728B52AA6E4}">
                  <adec:decorative xmlns:adec="http://schemas.microsoft.com/office/drawing/2017/decorative" val="1"/>
                </a:ext>
              </a:extLst>
            </p:cNvPr>
            <p:cNvSpPr/>
            <p:nvPr/>
          </p:nvSpPr>
          <p:spPr>
            <a:xfrm>
              <a:off x="3191384" y="2944346"/>
              <a:ext cx="325666" cy="443013"/>
            </a:xfrm>
            <a:custGeom>
              <a:avLst/>
              <a:gdLst>
                <a:gd name="connsiteX0" fmla="*/ 549556 w 678505"/>
                <a:gd name="connsiteY0" fmla="*/ 609746 h 922989"/>
                <a:gd name="connsiteX1" fmla="*/ 545095 w 678505"/>
                <a:gd name="connsiteY1" fmla="*/ 615875 h 922989"/>
                <a:gd name="connsiteX2" fmla="*/ 495884 w 678505"/>
                <a:gd name="connsiteY2" fmla="*/ 631848 h 922989"/>
                <a:gd name="connsiteX3" fmla="*/ 493938 w 678505"/>
                <a:gd name="connsiteY3" fmla="*/ 631848 h 922989"/>
                <a:gd name="connsiteX4" fmla="*/ 462757 w 678505"/>
                <a:gd name="connsiteY4" fmla="*/ 630959 h 922989"/>
                <a:gd name="connsiteX5" fmla="*/ 435445 w 678505"/>
                <a:gd name="connsiteY5" fmla="*/ 632980 h 922989"/>
                <a:gd name="connsiteX6" fmla="*/ 415628 w 678505"/>
                <a:gd name="connsiteY6" fmla="*/ 644839 h 922989"/>
                <a:gd name="connsiteX7" fmla="*/ 480377 w 678505"/>
                <a:gd name="connsiteY7" fmla="*/ 821829 h 922989"/>
                <a:gd name="connsiteX8" fmla="*/ 518951 w 678505"/>
                <a:gd name="connsiteY8" fmla="*/ 731619 h 922989"/>
                <a:gd name="connsiteX9" fmla="*/ 608105 w 678505"/>
                <a:gd name="connsiteY9" fmla="*/ 769749 h 922989"/>
                <a:gd name="connsiteX10" fmla="*/ 111005 w 678505"/>
                <a:gd name="connsiteY10" fmla="*/ 585085 h 922989"/>
                <a:gd name="connsiteX11" fmla="*/ 126373 w 678505"/>
                <a:gd name="connsiteY11" fmla="*/ 606614 h 922989"/>
                <a:gd name="connsiteX12" fmla="*/ 66678 w 678505"/>
                <a:gd name="connsiteY12" fmla="*/ 769749 h 922989"/>
                <a:gd name="connsiteX13" fmla="*/ 155832 w 678505"/>
                <a:gd name="connsiteY13" fmla="*/ 731619 h 922989"/>
                <a:gd name="connsiteX14" fmla="*/ 194406 w 678505"/>
                <a:gd name="connsiteY14" fmla="*/ 821829 h 922989"/>
                <a:gd name="connsiteX15" fmla="*/ 259823 w 678505"/>
                <a:gd name="connsiteY15" fmla="*/ 643010 h 922989"/>
                <a:gd name="connsiteX16" fmla="*/ 243061 w 678505"/>
                <a:gd name="connsiteY16" fmla="*/ 632980 h 922989"/>
                <a:gd name="connsiteX17" fmla="*/ 215749 w 678505"/>
                <a:gd name="connsiteY17" fmla="*/ 630959 h 922989"/>
                <a:gd name="connsiteX18" fmla="*/ 184567 w 678505"/>
                <a:gd name="connsiteY18" fmla="*/ 631736 h 922989"/>
                <a:gd name="connsiteX19" fmla="*/ 182622 w 678505"/>
                <a:gd name="connsiteY19" fmla="*/ 631736 h 922989"/>
                <a:gd name="connsiteX20" fmla="*/ 133411 w 678505"/>
                <a:gd name="connsiteY20" fmla="*/ 615861 h 922989"/>
                <a:gd name="connsiteX21" fmla="*/ 333584 w 678505"/>
                <a:gd name="connsiteY21" fmla="*/ 123825 h 922989"/>
                <a:gd name="connsiteX22" fmla="*/ 129930 w 678505"/>
                <a:gd name="connsiteY22" fmla="*/ 327479 h 922989"/>
                <a:gd name="connsiteX23" fmla="*/ 333584 w 678505"/>
                <a:gd name="connsiteY23" fmla="*/ 531132 h 922989"/>
                <a:gd name="connsiteX24" fmla="*/ 537237 w 678505"/>
                <a:gd name="connsiteY24" fmla="*/ 327479 h 922989"/>
                <a:gd name="connsiteX25" fmla="*/ 333584 w 678505"/>
                <a:gd name="connsiteY25" fmla="*/ 123825 h 922989"/>
                <a:gd name="connsiteX26" fmla="*/ 333584 w 678505"/>
                <a:gd name="connsiteY26" fmla="*/ 101592 h 922989"/>
                <a:gd name="connsiteX27" fmla="*/ 559470 w 678505"/>
                <a:gd name="connsiteY27" fmla="*/ 327479 h 922989"/>
                <a:gd name="connsiteX28" fmla="*/ 333584 w 678505"/>
                <a:gd name="connsiteY28" fmla="*/ 553365 h 922989"/>
                <a:gd name="connsiteX29" fmla="*/ 107697 w 678505"/>
                <a:gd name="connsiteY29" fmla="*/ 327479 h 922989"/>
                <a:gd name="connsiteX30" fmla="*/ 333584 w 678505"/>
                <a:gd name="connsiteY30" fmla="*/ 101592 h 922989"/>
                <a:gd name="connsiteX31" fmla="*/ 276291 w 678505"/>
                <a:gd name="connsiteY31" fmla="*/ 0 h 922989"/>
                <a:gd name="connsiteX32" fmla="*/ 276291 w 678505"/>
                <a:gd name="connsiteY32" fmla="*/ 53308 h 922989"/>
                <a:gd name="connsiteX33" fmla="*/ 259708 w 678505"/>
                <a:gd name="connsiteY33" fmla="*/ 62540 h 922989"/>
                <a:gd name="connsiteX34" fmla="*/ 230201 w 678505"/>
                <a:gd name="connsiteY34" fmla="*/ 67354 h 922989"/>
                <a:gd name="connsiteX35" fmla="*/ 230201 w 678505"/>
                <a:gd name="connsiteY35" fmla="*/ 67409 h 922989"/>
                <a:gd name="connsiteX36" fmla="*/ 224476 w 678505"/>
                <a:gd name="connsiteY36" fmla="*/ 67243 h 922989"/>
                <a:gd name="connsiteX37" fmla="*/ 220084 w 678505"/>
                <a:gd name="connsiteY37" fmla="*/ 67034 h 922989"/>
                <a:gd name="connsiteX38" fmla="*/ 220084 w 678505"/>
                <a:gd name="connsiteY38" fmla="*/ 67187 h 922989"/>
                <a:gd name="connsiteX39" fmla="*/ 188403 w 678505"/>
                <a:gd name="connsiteY39" fmla="*/ 66742 h 922989"/>
                <a:gd name="connsiteX40" fmla="*/ 187069 w 678505"/>
                <a:gd name="connsiteY40" fmla="*/ 66742 h 922989"/>
                <a:gd name="connsiteX41" fmla="*/ 143103 w 678505"/>
                <a:gd name="connsiteY41" fmla="*/ 99147 h 922989"/>
                <a:gd name="connsiteX42" fmla="*/ 133710 w 678505"/>
                <a:gd name="connsiteY42" fmla="*/ 132551 h 922989"/>
                <a:gd name="connsiteX43" fmla="*/ 98025 w 678505"/>
                <a:gd name="connsiteY43" fmla="*/ 184410 h 922989"/>
                <a:gd name="connsiteX44" fmla="*/ 93301 w 678505"/>
                <a:gd name="connsiteY44" fmla="*/ 187522 h 922989"/>
                <a:gd name="connsiteX45" fmla="*/ 66122 w 678505"/>
                <a:gd name="connsiteY45" fmla="*/ 206031 h 922989"/>
                <a:gd name="connsiteX46" fmla="*/ 48391 w 678505"/>
                <a:gd name="connsiteY46" fmla="*/ 261392 h 922989"/>
                <a:gd name="connsiteX47" fmla="*/ 49224 w 678505"/>
                <a:gd name="connsiteY47" fmla="*/ 264170 h 922989"/>
                <a:gd name="connsiteX48" fmla="*/ 54393 w 678505"/>
                <a:gd name="connsiteY48" fmla="*/ 278733 h 922989"/>
                <a:gd name="connsiteX49" fmla="*/ 54282 w 678505"/>
                <a:gd name="connsiteY49" fmla="*/ 376058 h 922989"/>
                <a:gd name="connsiteX50" fmla="*/ 44611 w 678505"/>
                <a:gd name="connsiteY50" fmla="*/ 412575 h 922989"/>
                <a:gd name="connsiteX51" fmla="*/ 57562 w 678505"/>
                <a:gd name="connsiteY51" fmla="*/ 441367 h 922989"/>
                <a:gd name="connsiteX52" fmla="*/ 86186 w 678505"/>
                <a:gd name="connsiteY52" fmla="*/ 462043 h 922989"/>
                <a:gd name="connsiteX53" fmla="*/ 136377 w 678505"/>
                <a:gd name="connsiteY53" fmla="*/ 531355 h 922989"/>
                <a:gd name="connsiteX54" fmla="*/ 144992 w 678505"/>
                <a:gd name="connsiteY54" fmla="*/ 559313 h 922989"/>
                <a:gd name="connsiteX55" fmla="*/ 184290 w 678505"/>
                <a:gd name="connsiteY55" fmla="*/ 587438 h 922989"/>
                <a:gd name="connsiteX56" fmla="*/ 186290 w 678505"/>
                <a:gd name="connsiteY56" fmla="*/ 587438 h 922989"/>
                <a:gd name="connsiteX57" fmla="*/ 209024 w 678505"/>
                <a:gd name="connsiteY57" fmla="*/ 587048 h 922989"/>
                <a:gd name="connsiteX58" fmla="*/ 297899 w 678505"/>
                <a:gd name="connsiteY58" fmla="*/ 614840 h 922989"/>
                <a:gd name="connsiteX59" fmla="*/ 322633 w 678505"/>
                <a:gd name="connsiteY59" fmla="*/ 632515 h 922989"/>
                <a:gd name="connsiteX60" fmla="*/ 339253 w 678505"/>
                <a:gd name="connsiteY60" fmla="*/ 638073 h 922989"/>
                <a:gd name="connsiteX61" fmla="*/ 355872 w 678505"/>
                <a:gd name="connsiteY61" fmla="*/ 632515 h 922989"/>
                <a:gd name="connsiteX62" fmla="*/ 380606 w 678505"/>
                <a:gd name="connsiteY62" fmla="*/ 614840 h 922989"/>
                <a:gd name="connsiteX63" fmla="*/ 469483 w 678505"/>
                <a:gd name="connsiteY63" fmla="*/ 587048 h 922989"/>
                <a:gd name="connsiteX64" fmla="*/ 492216 w 678505"/>
                <a:gd name="connsiteY64" fmla="*/ 587382 h 922989"/>
                <a:gd name="connsiteX65" fmla="*/ 494217 w 678505"/>
                <a:gd name="connsiteY65" fmla="*/ 587382 h 922989"/>
                <a:gd name="connsiteX66" fmla="*/ 533513 w 678505"/>
                <a:gd name="connsiteY66" fmla="*/ 559313 h 922989"/>
                <a:gd name="connsiteX67" fmla="*/ 542129 w 678505"/>
                <a:gd name="connsiteY67" fmla="*/ 531355 h 922989"/>
                <a:gd name="connsiteX68" fmla="*/ 592319 w 678505"/>
                <a:gd name="connsiteY68" fmla="*/ 462043 h 922989"/>
                <a:gd name="connsiteX69" fmla="*/ 620944 w 678505"/>
                <a:gd name="connsiteY69" fmla="*/ 441367 h 922989"/>
                <a:gd name="connsiteX70" fmla="*/ 633894 w 678505"/>
                <a:gd name="connsiteY70" fmla="*/ 412575 h 922989"/>
                <a:gd name="connsiteX71" fmla="*/ 624224 w 678505"/>
                <a:gd name="connsiteY71" fmla="*/ 376058 h 922989"/>
                <a:gd name="connsiteX72" fmla="*/ 624112 w 678505"/>
                <a:gd name="connsiteY72" fmla="*/ 278733 h 922989"/>
                <a:gd name="connsiteX73" fmla="*/ 629281 w 678505"/>
                <a:gd name="connsiteY73" fmla="*/ 264170 h 922989"/>
                <a:gd name="connsiteX74" fmla="*/ 630171 w 678505"/>
                <a:gd name="connsiteY74" fmla="*/ 261336 h 922989"/>
                <a:gd name="connsiteX75" fmla="*/ 612440 w 678505"/>
                <a:gd name="connsiteY75" fmla="*/ 205976 h 922989"/>
                <a:gd name="connsiteX76" fmla="*/ 585205 w 678505"/>
                <a:gd name="connsiteY76" fmla="*/ 187467 h 922989"/>
                <a:gd name="connsiteX77" fmla="*/ 580536 w 678505"/>
                <a:gd name="connsiteY77" fmla="*/ 184410 h 922989"/>
                <a:gd name="connsiteX78" fmla="*/ 544852 w 678505"/>
                <a:gd name="connsiteY78" fmla="*/ 132551 h 922989"/>
                <a:gd name="connsiteX79" fmla="*/ 535459 w 678505"/>
                <a:gd name="connsiteY79" fmla="*/ 99147 h 922989"/>
                <a:gd name="connsiteX80" fmla="*/ 491493 w 678505"/>
                <a:gd name="connsiteY80" fmla="*/ 66742 h 922989"/>
                <a:gd name="connsiteX81" fmla="*/ 490159 w 678505"/>
                <a:gd name="connsiteY81" fmla="*/ 66742 h 922989"/>
                <a:gd name="connsiteX82" fmla="*/ 457420 w 678505"/>
                <a:gd name="connsiteY82" fmla="*/ 67242 h 922989"/>
                <a:gd name="connsiteX83" fmla="*/ 457420 w 678505"/>
                <a:gd name="connsiteY83" fmla="*/ 67044 h 922989"/>
                <a:gd name="connsiteX84" fmla="*/ 453253 w 678505"/>
                <a:gd name="connsiteY84" fmla="*/ 67243 h 922989"/>
                <a:gd name="connsiteX85" fmla="*/ 447528 w 678505"/>
                <a:gd name="connsiteY85" fmla="*/ 67409 h 922989"/>
                <a:gd name="connsiteX86" fmla="*/ 447528 w 678505"/>
                <a:gd name="connsiteY86" fmla="*/ 67354 h 922989"/>
                <a:gd name="connsiteX87" fmla="*/ 418021 w 678505"/>
                <a:gd name="connsiteY87" fmla="*/ 62540 h 922989"/>
                <a:gd name="connsiteX88" fmla="*/ 402217 w 678505"/>
                <a:gd name="connsiteY88" fmla="*/ 53742 h 922989"/>
                <a:gd name="connsiteX89" fmla="*/ 402217 w 678505"/>
                <a:gd name="connsiteY89" fmla="*/ 564 h 922989"/>
                <a:gd name="connsiteX90" fmla="*/ 420015 w 678505"/>
                <a:gd name="connsiteY90" fmla="*/ 13438 h 922989"/>
                <a:gd name="connsiteX91" fmla="*/ 450808 w 678505"/>
                <a:gd name="connsiteY91" fmla="*/ 22777 h 922989"/>
                <a:gd name="connsiteX92" fmla="*/ 458700 w 678505"/>
                <a:gd name="connsiteY92" fmla="*/ 22443 h 922989"/>
                <a:gd name="connsiteX93" fmla="*/ 458711 w 678505"/>
                <a:gd name="connsiteY93" fmla="*/ 22756 h 922989"/>
                <a:gd name="connsiteX94" fmla="*/ 490270 w 678505"/>
                <a:gd name="connsiteY94" fmla="*/ 22276 h 922989"/>
                <a:gd name="connsiteX95" fmla="*/ 491604 w 678505"/>
                <a:gd name="connsiteY95" fmla="*/ 22276 h 922989"/>
                <a:gd name="connsiteX96" fmla="*/ 577867 w 678505"/>
                <a:gd name="connsiteY96" fmla="*/ 85751 h 922989"/>
                <a:gd name="connsiteX97" fmla="*/ 587872 w 678505"/>
                <a:gd name="connsiteY97" fmla="*/ 121435 h 922989"/>
                <a:gd name="connsiteX98" fmla="*/ 604937 w 678505"/>
                <a:gd name="connsiteY98" fmla="*/ 147226 h 922989"/>
                <a:gd name="connsiteX99" fmla="*/ 609550 w 678505"/>
                <a:gd name="connsiteY99" fmla="*/ 150227 h 922989"/>
                <a:gd name="connsiteX100" fmla="*/ 638731 w 678505"/>
                <a:gd name="connsiteY100" fmla="*/ 170126 h 922989"/>
                <a:gd name="connsiteX101" fmla="*/ 672580 w 678505"/>
                <a:gd name="connsiteY101" fmla="*/ 274564 h 922989"/>
                <a:gd name="connsiteX102" fmla="*/ 671746 w 678505"/>
                <a:gd name="connsiteY102" fmla="*/ 277233 h 922989"/>
                <a:gd name="connsiteX103" fmla="*/ 664243 w 678505"/>
                <a:gd name="connsiteY103" fmla="*/ 297742 h 922989"/>
                <a:gd name="connsiteX104" fmla="*/ 664243 w 678505"/>
                <a:gd name="connsiteY104" fmla="*/ 297797 h 922989"/>
                <a:gd name="connsiteX105" fmla="*/ 664577 w 678505"/>
                <a:gd name="connsiteY105" fmla="*/ 357382 h 922989"/>
                <a:gd name="connsiteX106" fmla="*/ 678250 w 678505"/>
                <a:gd name="connsiteY106" fmla="*/ 410797 h 922989"/>
                <a:gd name="connsiteX107" fmla="*/ 651459 w 678505"/>
                <a:gd name="connsiteY107" fmla="*/ 473549 h 922989"/>
                <a:gd name="connsiteX108" fmla="*/ 613885 w 678505"/>
                <a:gd name="connsiteY108" fmla="*/ 500840 h 922989"/>
                <a:gd name="connsiteX109" fmla="*/ 585538 w 678505"/>
                <a:gd name="connsiteY109" fmla="*/ 540693 h 922989"/>
                <a:gd name="connsiteX110" fmla="*/ 575918 w 678505"/>
                <a:gd name="connsiteY110" fmla="*/ 572261 h 922989"/>
                <a:gd name="connsiteX111" fmla="*/ 672747 w 678505"/>
                <a:gd name="connsiteY111" fmla="*/ 837893 h 922989"/>
                <a:gd name="connsiteX112" fmla="*/ 538571 w 678505"/>
                <a:gd name="connsiteY112" fmla="*/ 780531 h 922989"/>
                <a:gd name="connsiteX113" fmla="*/ 477709 w 678505"/>
                <a:gd name="connsiteY113" fmla="*/ 922989 h 922989"/>
                <a:gd name="connsiteX114" fmla="*/ 383948 w 678505"/>
                <a:gd name="connsiteY114" fmla="*/ 666758 h 922989"/>
                <a:gd name="connsiteX115" fmla="*/ 377716 w 678505"/>
                <a:gd name="connsiteY115" fmla="*/ 671200 h 922989"/>
                <a:gd name="connsiteX116" fmla="*/ 341031 w 678505"/>
                <a:gd name="connsiteY116" fmla="*/ 682539 h 922989"/>
                <a:gd name="connsiteX117" fmla="*/ 340643 w 678505"/>
                <a:gd name="connsiteY117" fmla="*/ 682761 h 922989"/>
                <a:gd name="connsiteX118" fmla="*/ 337807 w 678505"/>
                <a:gd name="connsiteY118" fmla="*/ 682595 h 922989"/>
                <a:gd name="connsiteX119" fmla="*/ 300790 w 678505"/>
                <a:gd name="connsiteY119" fmla="*/ 671200 h 922989"/>
                <a:gd name="connsiteX120" fmla="*/ 291605 w 678505"/>
                <a:gd name="connsiteY120" fmla="*/ 664653 h 922989"/>
                <a:gd name="connsiteX121" fmla="*/ 197074 w 678505"/>
                <a:gd name="connsiteY121" fmla="*/ 922989 h 922989"/>
                <a:gd name="connsiteX122" fmla="*/ 136210 w 678505"/>
                <a:gd name="connsiteY122" fmla="*/ 780531 h 922989"/>
                <a:gd name="connsiteX123" fmla="*/ 2035 w 678505"/>
                <a:gd name="connsiteY123" fmla="*/ 837893 h 922989"/>
                <a:gd name="connsiteX124" fmla="*/ 100900 w 678505"/>
                <a:gd name="connsiteY124" fmla="*/ 566678 h 922989"/>
                <a:gd name="connsiteX125" fmla="*/ 93023 w 678505"/>
                <a:gd name="connsiteY125" fmla="*/ 540693 h 922989"/>
                <a:gd name="connsiteX126" fmla="*/ 64676 w 678505"/>
                <a:gd name="connsiteY126" fmla="*/ 500840 h 922989"/>
                <a:gd name="connsiteX127" fmla="*/ 27046 w 678505"/>
                <a:gd name="connsiteY127" fmla="*/ 473549 h 922989"/>
                <a:gd name="connsiteX128" fmla="*/ 256 w 678505"/>
                <a:gd name="connsiteY128" fmla="*/ 410797 h 922989"/>
                <a:gd name="connsiteX129" fmla="*/ 13930 w 678505"/>
                <a:gd name="connsiteY129" fmla="*/ 357382 h 922989"/>
                <a:gd name="connsiteX130" fmla="*/ 14263 w 678505"/>
                <a:gd name="connsiteY130" fmla="*/ 297742 h 922989"/>
                <a:gd name="connsiteX131" fmla="*/ 6759 w 678505"/>
                <a:gd name="connsiteY131" fmla="*/ 277177 h 922989"/>
                <a:gd name="connsiteX132" fmla="*/ 5925 w 678505"/>
                <a:gd name="connsiteY132" fmla="*/ 274564 h 922989"/>
                <a:gd name="connsiteX133" fmla="*/ 39776 w 678505"/>
                <a:gd name="connsiteY133" fmla="*/ 170126 h 922989"/>
                <a:gd name="connsiteX134" fmla="*/ 68956 w 678505"/>
                <a:gd name="connsiteY134" fmla="*/ 150282 h 922989"/>
                <a:gd name="connsiteX135" fmla="*/ 73625 w 678505"/>
                <a:gd name="connsiteY135" fmla="*/ 147226 h 922989"/>
                <a:gd name="connsiteX136" fmla="*/ 90689 w 678505"/>
                <a:gd name="connsiteY136" fmla="*/ 121435 h 922989"/>
                <a:gd name="connsiteX137" fmla="*/ 100693 w 678505"/>
                <a:gd name="connsiteY137" fmla="*/ 85751 h 922989"/>
                <a:gd name="connsiteX138" fmla="*/ 186957 w 678505"/>
                <a:gd name="connsiteY138" fmla="*/ 22276 h 922989"/>
                <a:gd name="connsiteX139" fmla="*/ 188291 w 678505"/>
                <a:gd name="connsiteY139" fmla="*/ 22276 h 922989"/>
                <a:gd name="connsiteX140" fmla="*/ 219020 w 678505"/>
                <a:gd name="connsiteY140" fmla="*/ 22706 h 922989"/>
                <a:gd name="connsiteX141" fmla="*/ 219029 w 678505"/>
                <a:gd name="connsiteY141" fmla="*/ 22443 h 922989"/>
                <a:gd name="connsiteX142" fmla="*/ 226922 w 678505"/>
                <a:gd name="connsiteY142" fmla="*/ 22777 h 922989"/>
                <a:gd name="connsiteX143" fmla="*/ 257714 w 678505"/>
                <a:gd name="connsiteY143" fmla="*/ 13438 h 92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678505" h="922989">
                  <a:moveTo>
                    <a:pt x="549556" y="609746"/>
                  </a:moveTo>
                  <a:lnTo>
                    <a:pt x="545095" y="615875"/>
                  </a:lnTo>
                  <a:cubicBezTo>
                    <a:pt x="531651" y="625595"/>
                    <a:pt x="515032" y="631070"/>
                    <a:pt x="495884" y="631848"/>
                  </a:cubicBezTo>
                  <a:lnTo>
                    <a:pt x="493938" y="631848"/>
                  </a:lnTo>
                  <a:cubicBezTo>
                    <a:pt x="484434" y="632181"/>
                    <a:pt x="473651" y="632626"/>
                    <a:pt x="462757" y="630959"/>
                  </a:cubicBezTo>
                  <a:cubicBezTo>
                    <a:pt x="453169" y="629486"/>
                    <a:pt x="444164" y="630125"/>
                    <a:pt x="435445" y="632980"/>
                  </a:cubicBezTo>
                  <a:lnTo>
                    <a:pt x="415628" y="644839"/>
                  </a:lnTo>
                  <a:lnTo>
                    <a:pt x="480377" y="821829"/>
                  </a:lnTo>
                  <a:lnTo>
                    <a:pt x="518951" y="731619"/>
                  </a:lnTo>
                  <a:lnTo>
                    <a:pt x="608105" y="769749"/>
                  </a:lnTo>
                  <a:close/>
                  <a:moveTo>
                    <a:pt x="111005" y="585085"/>
                  </a:moveTo>
                  <a:lnTo>
                    <a:pt x="126373" y="606614"/>
                  </a:lnTo>
                  <a:lnTo>
                    <a:pt x="66678" y="769749"/>
                  </a:lnTo>
                  <a:lnTo>
                    <a:pt x="155832" y="731619"/>
                  </a:lnTo>
                  <a:lnTo>
                    <a:pt x="194406" y="821829"/>
                  </a:lnTo>
                  <a:lnTo>
                    <a:pt x="259823" y="643010"/>
                  </a:lnTo>
                  <a:lnTo>
                    <a:pt x="243061" y="632980"/>
                  </a:lnTo>
                  <a:cubicBezTo>
                    <a:pt x="234342" y="630125"/>
                    <a:pt x="225337" y="629486"/>
                    <a:pt x="215749" y="630959"/>
                  </a:cubicBezTo>
                  <a:cubicBezTo>
                    <a:pt x="204855" y="632626"/>
                    <a:pt x="194072" y="632181"/>
                    <a:pt x="184567" y="631736"/>
                  </a:cubicBezTo>
                  <a:lnTo>
                    <a:pt x="182622" y="631736"/>
                  </a:lnTo>
                  <a:cubicBezTo>
                    <a:pt x="163474" y="631014"/>
                    <a:pt x="146855" y="625567"/>
                    <a:pt x="133411" y="615861"/>
                  </a:cubicBezTo>
                  <a:close/>
                  <a:moveTo>
                    <a:pt x="333584" y="123825"/>
                  </a:moveTo>
                  <a:cubicBezTo>
                    <a:pt x="221308" y="123825"/>
                    <a:pt x="129930" y="215203"/>
                    <a:pt x="129930" y="327479"/>
                  </a:cubicBezTo>
                  <a:cubicBezTo>
                    <a:pt x="129930" y="439756"/>
                    <a:pt x="221308" y="531132"/>
                    <a:pt x="333584" y="531132"/>
                  </a:cubicBezTo>
                  <a:cubicBezTo>
                    <a:pt x="445861" y="531132"/>
                    <a:pt x="537237" y="439756"/>
                    <a:pt x="537237" y="327479"/>
                  </a:cubicBezTo>
                  <a:cubicBezTo>
                    <a:pt x="537237" y="215203"/>
                    <a:pt x="445861" y="123825"/>
                    <a:pt x="333584" y="123825"/>
                  </a:cubicBezTo>
                  <a:close/>
                  <a:moveTo>
                    <a:pt x="333584" y="101592"/>
                  </a:moveTo>
                  <a:cubicBezTo>
                    <a:pt x="458144" y="101592"/>
                    <a:pt x="559470" y="202919"/>
                    <a:pt x="559470" y="327479"/>
                  </a:cubicBezTo>
                  <a:cubicBezTo>
                    <a:pt x="559470" y="452039"/>
                    <a:pt x="458144" y="553365"/>
                    <a:pt x="333584" y="553365"/>
                  </a:cubicBezTo>
                  <a:cubicBezTo>
                    <a:pt x="209024" y="553365"/>
                    <a:pt x="107697" y="452039"/>
                    <a:pt x="107697" y="327479"/>
                  </a:cubicBezTo>
                  <a:cubicBezTo>
                    <a:pt x="107697" y="202919"/>
                    <a:pt x="209024" y="101592"/>
                    <a:pt x="333584" y="101592"/>
                  </a:cubicBezTo>
                  <a:close/>
                  <a:moveTo>
                    <a:pt x="276291" y="0"/>
                  </a:moveTo>
                  <a:lnTo>
                    <a:pt x="276291" y="53308"/>
                  </a:lnTo>
                  <a:lnTo>
                    <a:pt x="259708" y="62540"/>
                  </a:lnTo>
                  <a:cubicBezTo>
                    <a:pt x="250475" y="65742"/>
                    <a:pt x="240623" y="67354"/>
                    <a:pt x="230201" y="67354"/>
                  </a:cubicBezTo>
                  <a:lnTo>
                    <a:pt x="230201" y="67409"/>
                  </a:lnTo>
                  <a:cubicBezTo>
                    <a:pt x="228311" y="67409"/>
                    <a:pt x="226421" y="67409"/>
                    <a:pt x="224476" y="67243"/>
                  </a:cubicBezTo>
                  <a:lnTo>
                    <a:pt x="220084" y="67034"/>
                  </a:lnTo>
                  <a:lnTo>
                    <a:pt x="220084" y="67187"/>
                  </a:lnTo>
                  <a:cubicBezTo>
                    <a:pt x="209746" y="66742"/>
                    <a:pt x="199352" y="66742"/>
                    <a:pt x="188403" y="66742"/>
                  </a:cubicBezTo>
                  <a:lnTo>
                    <a:pt x="187069" y="66742"/>
                  </a:lnTo>
                  <a:cubicBezTo>
                    <a:pt x="163112" y="66797"/>
                    <a:pt x="150329" y="76191"/>
                    <a:pt x="143103" y="99147"/>
                  </a:cubicBezTo>
                  <a:cubicBezTo>
                    <a:pt x="139490" y="110596"/>
                    <a:pt x="136322" y="122435"/>
                    <a:pt x="133710" y="132551"/>
                  </a:cubicBezTo>
                  <a:cubicBezTo>
                    <a:pt x="127873" y="155229"/>
                    <a:pt x="115867" y="172682"/>
                    <a:pt x="98025" y="184410"/>
                  </a:cubicBezTo>
                  <a:lnTo>
                    <a:pt x="93301" y="187522"/>
                  </a:lnTo>
                  <a:cubicBezTo>
                    <a:pt x="83797" y="193748"/>
                    <a:pt x="74792" y="199640"/>
                    <a:pt x="66122" y="206031"/>
                  </a:cubicBezTo>
                  <a:cubicBezTo>
                    <a:pt x="44277" y="222040"/>
                    <a:pt x="40164" y="234990"/>
                    <a:pt x="48391" y="261392"/>
                  </a:cubicBezTo>
                  <a:lnTo>
                    <a:pt x="49224" y="264170"/>
                  </a:lnTo>
                  <a:cubicBezTo>
                    <a:pt x="50892" y="269507"/>
                    <a:pt x="52448" y="274564"/>
                    <a:pt x="54393" y="278733"/>
                  </a:cubicBezTo>
                  <a:cubicBezTo>
                    <a:pt x="69456" y="310470"/>
                    <a:pt x="69400" y="343209"/>
                    <a:pt x="54282" y="376058"/>
                  </a:cubicBezTo>
                  <a:cubicBezTo>
                    <a:pt x="48112" y="389342"/>
                    <a:pt x="45056" y="400959"/>
                    <a:pt x="44611" y="412575"/>
                  </a:cubicBezTo>
                  <a:cubicBezTo>
                    <a:pt x="44166" y="423748"/>
                    <a:pt x="48057" y="432363"/>
                    <a:pt x="57562" y="441367"/>
                  </a:cubicBezTo>
                  <a:cubicBezTo>
                    <a:pt x="65621" y="448982"/>
                    <a:pt x="75237" y="455986"/>
                    <a:pt x="86186" y="462043"/>
                  </a:cubicBezTo>
                  <a:cubicBezTo>
                    <a:pt x="112755" y="476773"/>
                    <a:pt x="129652" y="500118"/>
                    <a:pt x="136377" y="531355"/>
                  </a:cubicBezTo>
                  <a:cubicBezTo>
                    <a:pt x="138433" y="540693"/>
                    <a:pt x="141713" y="550309"/>
                    <a:pt x="144992" y="559313"/>
                  </a:cubicBezTo>
                  <a:cubicBezTo>
                    <a:pt x="151773" y="577933"/>
                    <a:pt x="163891" y="586605"/>
                    <a:pt x="184290" y="587438"/>
                  </a:cubicBezTo>
                  <a:lnTo>
                    <a:pt x="186290" y="587438"/>
                  </a:lnTo>
                  <a:cubicBezTo>
                    <a:pt x="194517" y="587772"/>
                    <a:pt x="202298" y="588049"/>
                    <a:pt x="209024" y="587048"/>
                  </a:cubicBezTo>
                  <a:cubicBezTo>
                    <a:pt x="241205" y="582102"/>
                    <a:pt x="271109" y="591440"/>
                    <a:pt x="297899" y="614840"/>
                  </a:cubicBezTo>
                  <a:cubicBezTo>
                    <a:pt x="306070" y="621954"/>
                    <a:pt x="314185" y="627735"/>
                    <a:pt x="322633" y="632515"/>
                  </a:cubicBezTo>
                  <a:cubicBezTo>
                    <a:pt x="328247" y="635683"/>
                    <a:pt x="333695" y="637462"/>
                    <a:pt x="339253" y="638073"/>
                  </a:cubicBezTo>
                  <a:cubicBezTo>
                    <a:pt x="344811" y="637462"/>
                    <a:pt x="350258" y="635683"/>
                    <a:pt x="355872" y="632515"/>
                  </a:cubicBezTo>
                  <a:cubicBezTo>
                    <a:pt x="364376" y="627735"/>
                    <a:pt x="372436" y="621954"/>
                    <a:pt x="380606" y="614840"/>
                  </a:cubicBezTo>
                  <a:cubicBezTo>
                    <a:pt x="407397" y="591440"/>
                    <a:pt x="437300" y="582102"/>
                    <a:pt x="469483" y="587048"/>
                  </a:cubicBezTo>
                  <a:cubicBezTo>
                    <a:pt x="476207" y="588105"/>
                    <a:pt x="483990" y="587772"/>
                    <a:pt x="492216" y="587382"/>
                  </a:cubicBezTo>
                  <a:lnTo>
                    <a:pt x="494217" y="587382"/>
                  </a:lnTo>
                  <a:cubicBezTo>
                    <a:pt x="514671" y="586605"/>
                    <a:pt x="526732" y="577933"/>
                    <a:pt x="533513" y="559313"/>
                  </a:cubicBezTo>
                  <a:cubicBezTo>
                    <a:pt x="536792" y="550309"/>
                    <a:pt x="540127" y="540693"/>
                    <a:pt x="542129" y="531355"/>
                  </a:cubicBezTo>
                  <a:cubicBezTo>
                    <a:pt x="548853" y="500118"/>
                    <a:pt x="565751" y="476829"/>
                    <a:pt x="592319" y="462043"/>
                  </a:cubicBezTo>
                  <a:cubicBezTo>
                    <a:pt x="603213" y="455986"/>
                    <a:pt x="612885" y="449037"/>
                    <a:pt x="620944" y="441367"/>
                  </a:cubicBezTo>
                  <a:cubicBezTo>
                    <a:pt x="630449" y="432363"/>
                    <a:pt x="634339" y="423748"/>
                    <a:pt x="633894" y="412575"/>
                  </a:cubicBezTo>
                  <a:cubicBezTo>
                    <a:pt x="633394" y="400959"/>
                    <a:pt x="630338" y="389342"/>
                    <a:pt x="624224" y="376058"/>
                  </a:cubicBezTo>
                  <a:cubicBezTo>
                    <a:pt x="609050" y="343209"/>
                    <a:pt x="609050" y="310470"/>
                    <a:pt x="624112" y="278733"/>
                  </a:cubicBezTo>
                  <a:cubicBezTo>
                    <a:pt x="626058" y="274564"/>
                    <a:pt x="627614" y="269507"/>
                    <a:pt x="629281" y="264170"/>
                  </a:cubicBezTo>
                  <a:lnTo>
                    <a:pt x="630171" y="261336"/>
                  </a:lnTo>
                  <a:cubicBezTo>
                    <a:pt x="638397" y="234934"/>
                    <a:pt x="634228" y="221983"/>
                    <a:pt x="612440" y="205976"/>
                  </a:cubicBezTo>
                  <a:cubicBezTo>
                    <a:pt x="603770" y="199640"/>
                    <a:pt x="594765" y="193693"/>
                    <a:pt x="585205" y="187467"/>
                  </a:cubicBezTo>
                  <a:lnTo>
                    <a:pt x="580536" y="184410"/>
                  </a:lnTo>
                  <a:cubicBezTo>
                    <a:pt x="562694" y="172682"/>
                    <a:pt x="550688" y="155229"/>
                    <a:pt x="544852" y="132551"/>
                  </a:cubicBezTo>
                  <a:cubicBezTo>
                    <a:pt x="542239" y="122491"/>
                    <a:pt x="539071" y="110653"/>
                    <a:pt x="535459" y="99147"/>
                  </a:cubicBezTo>
                  <a:cubicBezTo>
                    <a:pt x="528233" y="76191"/>
                    <a:pt x="515449" y="66797"/>
                    <a:pt x="491493" y="66742"/>
                  </a:cubicBezTo>
                  <a:lnTo>
                    <a:pt x="490159" y="66742"/>
                  </a:lnTo>
                  <a:cubicBezTo>
                    <a:pt x="478876" y="66687"/>
                    <a:pt x="468093" y="66742"/>
                    <a:pt x="457420" y="67242"/>
                  </a:cubicBezTo>
                  <a:lnTo>
                    <a:pt x="457420" y="67044"/>
                  </a:lnTo>
                  <a:lnTo>
                    <a:pt x="453253" y="67243"/>
                  </a:lnTo>
                  <a:cubicBezTo>
                    <a:pt x="451308" y="67409"/>
                    <a:pt x="449417" y="67409"/>
                    <a:pt x="447528" y="67409"/>
                  </a:cubicBezTo>
                  <a:lnTo>
                    <a:pt x="447528" y="67354"/>
                  </a:lnTo>
                  <a:cubicBezTo>
                    <a:pt x="437106" y="67354"/>
                    <a:pt x="427254" y="65742"/>
                    <a:pt x="418021" y="62540"/>
                  </a:cubicBezTo>
                  <a:lnTo>
                    <a:pt x="402217" y="53742"/>
                  </a:lnTo>
                  <a:lnTo>
                    <a:pt x="402217" y="564"/>
                  </a:lnTo>
                  <a:lnTo>
                    <a:pt x="420015" y="13438"/>
                  </a:lnTo>
                  <a:cubicBezTo>
                    <a:pt x="428963" y="20609"/>
                    <a:pt x="438468" y="23444"/>
                    <a:pt x="450808" y="22777"/>
                  </a:cubicBezTo>
                  <a:cubicBezTo>
                    <a:pt x="453420" y="22666"/>
                    <a:pt x="456088" y="22555"/>
                    <a:pt x="458700" y="22443"/>
                  </a:cubicBezTo>
                  <a:lnTo>
                    <a:pt x="458711" y="22756"/>
                  </a:lnTo>
                  <a:lnTo>
                    <a:pt x="490270" y="22276"/>
                  </a:lnTo>
                  <a:lnTo>
                    <a:pt x="491604" y="22276"/>
                  </a:lnTo>
                  <a:cubicBezTo>
                    <a:pt x="534958" y="22331"/>
                    <a:pt x="564806" y="44287"/>
                    <a:pt x="577867" y="85751"/>
                  </a:cubicBezTo>
                  <a:cubicBezTo>
                    <a:pt x="581814" y="98257"/>
                    <a:pt x="585149" y="110819"/>
                    <a:pt x="587872" y="121435"/>
                  </a:cubicBezTo>
                  <a:cubicBezTo>
                    <a:pt x="590930" y="133386"/>
                    <a:pt x="596377" y="141611"/>
                    <a:pt x="604937" y="147226"/>
                  </a:cubicBezTo>
                  <a:lnTo>
                    <a:pt x="609550" y="150227"/>
                  </a:lnTo>
                  <a:cubicBezTo>
                    <a:pt x="619165" y="156508"/>
                    <a:pt x="629059" y="163067"/>
                    <a:pt x="638731" y="170126"/>
                  </a:cubicBezTo>
                  <a:cubicBezTo>
                    <a:pt x="676082" y="197583"/>
                    <a:pt x="686531" y="229766"/>
                    <a:pt x="672580" y="274564"/>
                  </a:cubicBezTo>
                  <a:lnTo>
                    <a:pt x="671746" y="277233"/>
                  </a:lnTo>
                  <a:cubicBezTo>
                    <a:pt x="669801" y="283514"/>
                    <a:pt x="667578" y="290683"/>
                    <a:pt x="664243" y="297742"/>
                  </a:cubicBezTo>
                  <a:lnTo>
                    <a:pt x="664243" y="297797"/>
                  </a:lnTo>
                  <a:cubicBezTo>
                    <a:pt x="654850" y="317586"/>
                    <a:pt x="654960" y="336539"/>
                    <a:pt x="664577" y="357382"/>
                  </a:cubicBezTo>
                  <a:cubicBezTo>
                    <a:pt x="673080" y="375892"/>
                    <a:pt x="677583" y="393400"/>
                    <a:pt x="678250" y="410797"/>
                  </a:cubicBezTo>
                  <a:cubicBezTo>
                    <a:pt x="679194" y="434697"/>
                    <a:pt x="670190" y="455819"/>
                    <a:pt x="651459" y="473549"/>
                  </a:cubicBezTo>
                  <a:cubicBezTo>
                    <a:pt x="640731" y="483776"/>
                    <a:pt x="628059" y="492948"/>
                    <a:pt x="613885" y="500840"/>
                  </a:cubicBezTo>
                  <a:cubicBezTo>
                    <a:pt x="598378" y="509455"/>
                    <a:pt x="589651" y="521740"/>
                    <a:pt x="585538" y="540693"/>
                  </a:cubicBezTo>
                  <a:lnTo>
                    <a:pt x="575918" y="572261"/>
                  </a:lnTo>
                  <a:lnTo>
                    <a:pt x="672747" y="837893"/>
                  </a:lnTo>
                  <a:lnTo>
                    <a:pt x="538571" y="780531"/>
                  </a:lnTo>
                  <a:lnTo>
                    <a:pt x="477709" y="922989"/>
                  </a:lnTo>
                  <a:lnTo>
                    <a:pt x="383948" y="666758"/>
                  </a:lnTo>
                  <a:lnTo>
                    <a:pt x="377716" y="671200"/>
                  </a:lnTo>
                  <a:cubicBezTo>
                    <a:pt x="365932" y="677870"/>
                    <a:pt x="353593" y="681649"/>
                    <a:pt x="341031" y="682539"/>
                  </a:cubicBezTo>
                  <a:lnTo>
                    <a:pt x="340643" y="682761"/>
                  </a:lnTo>
                  <a:cubicBezTo>
                    <a:pt x="338919" y="682650"/>
                    <a:pt x="337807" y="682595"/>
                    <a:pt x="337807" y="682595"/>
                  </a:cubicBezTo>
                  <a:cubicBezTo>
                    <a:pt x="325135" y="681761"/>
                    <a:pt x="312684" y="677926"/>
                    <a:pt x="300790" y="671200"/>
                  </a:cubicBezTo>
                  <a:lnTo>
                    <a:pt x="291605" y="664653"/>
                  </a:lnTo>
                  <a:lnTo>
                    <a:pt x="197074" y="922989"/>
                  </a:lnTo>
                  <a:lnTo>
                    <a:pt x="136210" y="780531"/>
                  </a:lnTo>
                  <a:lnTo>
                    <a:pt x="2035" y="837893"/>
                  </a:lnTo>
                  <a:lnTo>
                    <a:pt x="100900" y="566678"/>
                  </a:lnTo>
                  <a:lnTo>
                    <a:pt x="93023" y="540693"/>
                  </a:lnTo>
                  <a:cubicBezTo>
                    <a:pt x="88910" y="521740"/>
                    <a:pt x="80184" y="509455"/>
                    <a:pt x="64676" y="500840"/>
                  </a:cubicBezTo>
                  <a:cubicBezTo>
                    <a:pt x="50447" y="492948"/>
                    <a:pt x="37830" y="483776"/>
                    <a:pt x="27046" y="473549"/>
                  </a:cubicBezTo>
                  <a:cubicBezTo>
                    <a:pt x="8316" y="455874"/>
                    <a:pt x="-689" y="434753"/>
                    <a:pt x="256" y="410797"/>
                  </a:cubicBezTo>
                  <a:cubicBezTo>
                    <a:pt x="923" y="393400"/>
                    <a:pt x="5370" y="375892"/>
                    <a:pt x="13930" y="357382"/>
                  </a:cubicBezTo>
                  <a:cubicBezTo>
                    <a:pt x="23545" y="336483"/>
                    <a:pt x="23656" y="317529"/>
                    <a:pt x="14263" y="297742"/>
                  </a:cubicBezTo>
                  <a:cubicBezTo>
                    <a:pt x="10928" y="290683"/>
                    <a:pt x="8705" y="283514"/>
                    <a:pt x="6759" y="277177"/>
                  </a:cubicBezTo>
                  <a:lnTo>
                    <a:pt x="5925" y="274564"/>
                  </a:lnTo>
                  <a:cubicBezTo>
                    <a:pt x="-8026" y="229766"/>
                    <a:pt x="2424" y="197583"/>
                    <a:pt x="39776" y="170126"/>
                  </a:cubicBezTo>
                  <a:cubicBezTo>
                    <a:pt x="49446" y="163067"/>
                    <a:pt x="59340" y="156563"/>
                    <a:pt x="68956" y="150282"/>
                  </a:cubicBezTo>
                  <a:lnTo>
                    <a:pt x="73625" y="147226"/>
                  </a:lnTo>
                  <a:cubicBezTo>
                    <a:pt x="82184" y="141611"/>
                    <a:pt x="87576" y="133386"/>
                    <a:pt x="90689" y="121435"/>
                  </a:cubicBezTo>
                  <a:cubicBezTo>
                    <a:pt x="93412" y="110763"/>
                    <a:pt x="96747" y="98202"/>
                    <a:pt x="100693" y="85751"/>
                  </a:cubicBezTo>
                  <a:cubicBezTo>
                    <a:pt x="113756" y="44342"/>
                    <a:pt x="143603" y="22387"/>
                    <a:pt x="186957" y="22276"/>
                  </a:cubicBezTo>
                  <a:lnTo>
                    <a:pt x="188291" y="22276"/>
                  </a:lnTo>
                  <a:lnTo>
                    <a:pt x="219020" y="22706"/>
                  </a:lnTo>
                  <a:lnTo>
                    <a:pt x="219029" y="22443"/>
                  </a:lnTo>
                  <a:cubicBezTo>
                    <a:pt x="221641" y="22555"/>
                    <a:pt x="224309" y="22666"/>
                    <a:pt x="226922" y="22777"/>
                  </a:cubicBezTo>
                  <a:cubicBezTo>
                    <a:pt x="239261" y="23444"/>
                    <a:pt x="248765" y="20609"/>
                    <a:pt x="257714" y="13438"/>
                  </a:cubicBezTo>
                  <a:close/>
                </a:path>
              </a:pathLst>
            </a:custGeom>
            <a:solidFill>
              <a:schemeClr val="accent2"/>
            </a:solidFill>
            <a:ln w="5507" cap="flat">
              <a:noFill/>
              <a:prstDash val="solid"/>
              <a:miter/>
            </a:ln>
          </p:spPr>
          <p:txBody>
            <a:bodyPr wrap="square" rtlCol="0" anchor="ctr">
              <a:noAutofit/>
            </a:bodyPr>
            <a:lstStyle/>
            <a:p>
              <a:endParaRPr lang="en-US"/>
            </a:p>
          </p:txBody>
        </p:sp>
        <p:sp>
          <p:nvSpPr>
            <p:cNvPr id="54" name="Rectangle 53">
              <a:extLst>
                <a:ext uri="{FF2B5EF4-FFF2-40B4-BE49-F238E27FC236}">
                  <a16:creationId xmlns:a16="http://schemas.microsoft.com/office/drawing/2014/main" id="{1BF33B33-D37B-4885-51A5-B4DB17269FF6}"/>
                </a:ext>
                <a:ext uri="{C183D7F6-B498-43B3-948B-1728B52AA6E4}">
                  <adec:decorative xmlns:adec="http://schemas.microsoft.com/office/drawing/2017/decorative" val="1"/>
                </a:ext>
              </a:extLst>
            </p:cNvPr>
            <p:cNvSpPr/>
            <p:nvPr/>
          </p:nvSpPr>
          <p:spPr>
            <a:xfrm>
              <a:off x="3338284" y="2930159"/>
              <a:ext cx="31867" cy="31887"/>
            </a:xfrm>
            <a:prstGeom prst="rect">
              <a:avLst/>
            </a:prstGeom>
            <a:solidFill>
              <a:schemeClr val="accent1"/>
            </a:solidFill>
            <a:ln w="5507" cap="flat">
              <a:noFill/>
              <a:prstDash val="solid"/>
              <a:miter/>
            </a:ln>
          </p:spPr>
          <p:txBody>
            <a:bodyPr rtlCol="0" anchor="ctr"/>
            <a:lstStyle/>
            <a:p>
              <a:endParaRPr lang="en-US"/>
            </a:p>
          </p:txBody>
        </p:sp>
      </p:grpSp>
      <p:grpSp>
        <p:nvGrpSpPr>
          <p:cNvPr id="943" name="Group 942">
            <a:extLst>
              <a:ext uri="{FF2B5EF4-FFF2-40B4-BE49-F238E27FC236}">
                <a16:creationId xmlns:a16="http://schemas.microsoft.com/office/drawing/2014/main" id="{2264ABBC-10B4-6F60-4A2F-F519E7E7E40A}"/>
              </a:ext>
              <a:ext uri="{C183D7F6-B498-43B3-948B-1728B52AA6E4}">
                <adec:decorative xmlns:adec="http://schemas.microsoft.com/office/drawing/2017/decorative" val="1"/>
              </a:ext>
            </a:extLst>
          </p:cNvPr>
          <p:cNvGrpSpPr>
            <a:grpSpLocks noChangeAspect="1"/>
          </p:cNvGrpSpPr>
          <p:nvPr/>
        </p:nvGrpSpPr>
        <p:grpSpPr>
          <a:xfrm>
            <a:off x="4881821" y="2930159"/>
            <a:ext cx="261376" cy="457200"/>
            <a:chOff x="4881821" y="2930159"/>
            <a:chExt cx="261376" cy="457200"/>
          </a:xfrm>
          <a:solidFill>
            <a:srgbClr val="FF0000"/>
          </a:solidFill>
        </p:grpSpPr>
        <p:sp>
          <p:nvSpPr>
            <p:cNvPr id="56" name="Freeform: Shape 55">
              <a:extLst>
                <a:ext uri="{FF2B5EF4-FFF2-40B4-BE49-F238E27FC236}">
                  <a16:creationId xmlns:a16="http://schemas.microsoft.com/office/drawing/2014/main" id="{6EE7FCAF-DF4B-09FE-1F9C-0A1BAFEFEAFC}"/>
                </a:ext>
                <a:ext uri="{C183D7F6-B498-43B3-948B-1728B52AA6E4}">
                  <adec:decorative xmlns:adec="http://schemas.microsoft.com/office/drawing/2017/decorative" val="1"/>
                </a:ext>
              </a:extLst>
            </p:cNvPr>
            <p:cNvSpPr/>
            <p:nvPr/>
          </p:nvSpPr>
          <p:spPr>
            <a:xfrm>
              <a:off x="4881821" y="2936940"/>
              <a:ext cx="255238" cy="450419"/>
            </a:xfrm>
            <a:custGeom>
              <a:avLst/>
              <a:gdLst>
                <a:gd name="connsiteX0" fmla="*/ 207381 w 409729"/>
                <a:gd name="connsiteY0" fmla="*/ 173117 h 723050"/>
                <a:gd name="connsiteX1" fmla="*/ 206982 w 409729"/>
                <a:gd name="connsiteY1" fmla="*/ 173670 h 723050"/>
                <a:gd name="connsiteX2" fmla="*/ 206576 w 409729"/>
                <a:gd name="connsiteY2" fmla="*/ 174623 h 723050"/>
                <a:gd name="connsiteX3" fmla="*/ 205879 w 409729"/>
                <a:gd name="connsiteY3" fmla="*/ 175934 h 723050"/>
                <a:gd name="connsiteX4" fmla="*/ 181802 w 409729"/>
                <a:gd name="connsiteY4" fmla="*/ 224085 h 723050"/>
                <a:gd name="connsiteX5" fmla="*/ 173375 w 409729"/>
                <a:gd name="connsiteY5" fmla="*/ 229725 h 723050"/>
                <a:gd name="connsiteX6" fmla="*/ 164293 w 409729"/>
                <a:gd name="connsiteY6" fmla="*/ 231123 h 723050"/>
                <a:gd name="connsiteX7" fmla="*/ 157529 w 409729"/>
                <a:gd name="connsiteY7" fmla="*/ 231841 h 723050"/>
                <a:gd name="connsiteX8" fmla="*/ 156379 w 409729"/>
                <a:gd name="connsiteY8" fmla="*/ 232089 h 723050"/>
                <a:gd name="connsiteX9" fmla="*/ 152346 w 409729"/>
                <a:gd name="connsiteY9" fmla="*/ 232888 h 723050"/>
                <a:gd name="connsiteX10" fmla="*/ 148607 w 409729"/>
                <a:gd name="connsiteY10" fmla="*/ 233591 h 723050"/>
                <a:gd name="connsiteX11" fmla="*/ 146548 w 409729"/>
                <a:gd name="connsiteY11" fmla="*/ 233896 h 723050"/>
                <a:gd name="connsiteX12" fmla="*/ 136167 w 409729"/>
                <a:gd name="connsiteY12" fmla="*/ 234853 h 723050"/>
                <a:gd name="connsiteX13" fmla="*/ 135580 w 409729"/>
                <a:gd name="connsiteY13" fmla="*/ 234969 h 723050"/>
                <a:gd name="connsiteX14" fmla="*/ 125746 w 409729"/>
                <a:gd name="connsiteY14" fmla="*/ 236783 h 723050"/>
                <a:gd name="connsiteX15" fmla="*/ 117384 w 409729"/>
                <a:gd name="connsiteY15" fmla="*/ 238043 h 723050"/>
                <a:gd name="connsiteX16" fmla="*/ 117481 w 409729"/>
                <a:gd name="connsiteY16" fmla="*/ 238788 h 723050"/>
                <a:gd name="connsiteX17" fmla="*/ 119130 w 409729"/>
                <a:gd name="connsiteY17" fmla="*/ 240552 h 723050"/>
                <a:gd name="connsiteX18" fmla="*/ 140377 w 409729"/>
                <a:gd name="connsiteY18" fmla="*/ 260985 h 723050"/>
                <a:gd name="connsiteX19" fmla="*/ 157705 w 409729"/>
                <a:gd name="connsiteY19" fmla="*/ 278233 h 723050"/>
                <a:gd name="connsiteX20" fmla="*/ 160750 w 409729"/>
                <a:gd name="connsiteY20" fmla="*/ 284238 h 723050"/>
                <a:gd name="connsiteX21" fmla="*/ 159861 w 409729"/>
                <a:gd name="connsiteY21" fmla="*/ 297012 h 723050"/>
                <a:gd name="connsiteX22" fmla="*/ 159762 w 409729"/>
                <a:gd name="connsiteY22" fmla="*/ 297296 h 723050"/>
                <a:gd name="connsiteX23" fmla="*/ 157960 w 409729"/>
                <a:gd name="connsiteY23" fmla="*/ 306206 h 723050"/>
                <a:gd name="connsiteX24" fmla="*/ 156893 w 409729"/>
                <a:gd name="connsiteY24" fmla="*/ 314740 h 723050"/>
                <a:gd name="connsiteX25" fmla="*/ 156733 w 409729"/>
                <a:gd name="connsiteY25" fmla="*/ 315314 h 723050"/>
                <a:gd name="connsiteX26" fmla="*/ 155035 w 409729"/>
                <a:gd name="connsiteY26" fmla="*/ 323052 h 723050"/>
                <a:gd name="connsiteX27" fmla="*/ 153879 w 409729"/>
                <a:gd name="connsiteY27" fmla="*/ 331863 h 723050"/>
                <a:gd name="connsiteX28" fmla="*/ 153701 w 409729"/>
                <a:gd name="connsiteY28" fmla="*/ 332434 h 723050"/>
                <a:gd name="connsiteX29" fmla="*/ 152894 w 409729"/>
                <a:gd name="connsiteY29" fmla="*/ 336138 h 723050"/>
                <a:gd name="connsiteX30" fmla="*/ 152564 w 409729"/>
                <a:gd name="connsiteY30" fmla="*/ 338484 h 723050"/>
                <a:gd name="connsiteX31" fmla="*/ 152203 w 409729"/>
                <a:gd name="connsiteY31" fmla="*/ 344586 h 723050"/>
                <a:gd name="connsiteX32" fmla="*/ 166569 w 409729"/>
                <a:gd name="connsiteY32" fmla="*/ 337017 h 723050"/>
                <a:gd name="connsiteX33" fmla="*/ 187566 w 409729"/>
                <a:gd name="connsiteY33" fmla="*/ 325908 h 723050"/>
                <a:gd name="connsiteX34" fmla="*/ 197112 w 409729"/>
                <a:gd name="connsiteY34" fmla="*/ 321099 h 723050"/>
                <a:gd name="connsiteX35" fmla="*/ 204102 w 409729"/>
                <a:gd name="connsiteY35" fmla="*/ 317934 h 723050"/>
                <a:gd name="connsiteX36" fmla="*/ 215397 w 409729"/>
                <a:gd name="connsiteY36" fmla="*/ 319571 h 723050"/>
                <a:gd name="connsiteX37" fmla="*/ 222357 w 409729"/>
                <a:gd name="connsiteY37" fmla="*/ 323507 h 723050"/>
                <a:gd name="connsiteX38" fmla="*/ 247913 w 409729"/>
                <a:gd name="connsiteY38" fmla="*/ 336844 h 723050"/>
                <a:gd name="connsiteX39" fmla="*/ 262595 w 409729"/>
                <a:gd name="connsiteY39" fmla="*/ 344661 h 723050"/>
                <a:gd name="connsiteX40" fmla="*/ 263825 w 409729"/>
                <a:gd name="connsiteY40" fmla="*/ 344506 h 723050"/>
                <a:gd name="connsiteX41" fmla="*/ 262575 w 409729"/>
                <a:gd name="connsiteY41" fmla="*/ 336419 h 723050"/>
                <a:gd name="connsiteX42" fmla="*/ 260968 w 409729"/>
                <a:gd name="connsiteY42" fmla="*/ 327729 h 723050"/>
                <a:gd name="connsiteX43" fmla="*/ 259788 w 409729"/>
                <a:gd name="connsiteY43" fmla="*/ 318945 h 723050"/>
                <a:gd name="connsiteX44" fmla="*/ 259647 w 409729"/>
                <a:gd name="connsiteY44" fmla="*/ 318367 h 723050"/>
                <a:gd name="connsiteX45" fmla="*/ 258772 w 409729"/>
                <a:gd name="connsiteY45" fmla="*/ 314065 h 723050"/>
                <a:gd name="connsiteX46" fmla="*/ 258671 w 409729"/>
                <a:gd name="connsiteY46" fmla="*/ 312564 h 723050"/>
                <a:gd name="connsiteX47" fmla="*/ 256807 w 409729"/>
                <a:gd name="connsiteY47" fmla="*/ 302430 h 723050"/>
                <a:gd name="connsiteX48" fmla="*/ 256691 w 409729"/>
                <a:gd name="connsiteY48" fmla="*/ 301537 h 723050"/>
                <a:gd name="connsiteX49" fmla="*/ 254873 w 409729"/>
                <a:gd name="connsiteY49" fmla="*/ 290189 h 723050"/>
                <a:gd name="connsiteX50" fmla="*/ 254845 w 409729"/>
                <a:gd name="connsiteY50" fmla="*/ 285052 h 723050"/>
                <a:gd name="connsiteX51" fmla="*/ 257463 w 409729"/>
                <a:gd name="connsiteY51" fmla="*/ 278637 h 723050"/>
                <a:gd name="connsiteX52" fmla="*/ 291666 w 409729"/>
                <a:gd name="connsiteY52" fmla="*/ 244488 h 723050"/>
                <a:gd name="connsiteX53" fmla="*/ 294040 w 409729"/>
                <a:gd name="connsiteY53" fmla="*/ 242744 h 723050"/>
                <a:gd name="connsiteX54" fmla="*/ 298491 w 409729"/>
                <a:gd name="connsiteY54" fmla="*/ 237947 h 723050"/>
                <a:gd name="connsiteX55" fmla="*/ 288463 w 409729"/>
                <a:gd name="connsiteY55" fmla="*/ 236899 h 723050"/>
                <a:gd name="connsiteX56" fmla="*/ 287868 w 409729"/>
                <a:gd name="connsiteY56" fmla="*/ 236849 h 723050"/>
                <a:gd name="connsiteX57" fmla="*/ 278311 w 409729"/>
                <a:gd name="connsiteY57" fmla="*/ 235022 h 723050"/>
                <a:gd name="connsiteX58" fmla="*/ 268931 w 409729"/>
                <a:gd name="connsiteY58" fmla="*/ 233820 h 723050"/>
                <a:gd name="connsiteX59" fmla="*/ 260702 w 409729"/>
                <a:gd name="connsiteY59" fmla="*/ 232792 h 723050"/>
                <a:gd name="connsiteX60" fmla="*/ 260137 w 409729"/>
                <a:gd name="connsiteY60" fmla="*/ 232605 h 723050"/>
                <a:gd name="connsiteX61" fmla="*/ 256718 w 409729"/>
                <a:gd name="connsiteY61" fmla="*/ 231842 h 723050"/>
                <a:gd name="connsiteX62" fmla="*/ 246987 w 409729"/>
                <a:gd name="connsiteY62" fmla="*/ 230719 h 723050"/>
                <a:gd name="connsiteX63" fmla="*/ 241161 w 409729"/>
                <a:gd name="connsiteY63" fmla="*/ 229838 h 723050"/>
                <a:gd name="connsiteX64" fmla="*/ 240030 w 409729"/>
                <a:gd name="connsiteY64" fmla="*/ 229509 h 723050"/>
                <a:gd name="connsiteX65" fmla="*/ 232486 w 409729"/>
                <a:gd name="connsiteY65" fmla="*/ 222078 h 723050"/>
                <a:gd name="connsiteX66" fmla="*/ 208820 w 409729"/>
                <a:gd name="connsiteY66" fmla="*/ 174721 h 723050"/>
                <a:gd name="connsiteX67" fmla="*/ 207381 w 409729"/>
                <a:gd name="connsiteY67" fmla="*/ 173117 h 723050"/>
                <a:gd name="connsiteX68" fmla="*/ 212342 w 409729"/>
                <a:gd name="connsiteY68" fmla="*/ 127660 h 723050"/>
                <a:gd name="connsiteX69" fmla="*/ 220701 w 409729"/>
                <a:gd name="connsiteY69" fmla="*/ 135347 h 723050"/>
                <a:gd name="connsiteX70" fmla="*/ 231912 w 409729"/>
                <a:gd name="connsiteY70" fmla="*/ 158014 h 723050"/>
                <a:gd name="connsiteX71" fmla="*/ 241792 w 409729"/>
                <a:gd name="connsiteY71" fmla="*/ 178639 h 723050"/>
                <a:gd name="connsiteX72" fmla="*/ 254267 w 409729"/>
                <a:gd name="connsiteY72" fmla="*/ 203693 h 723050"/>
                <a:gd name="connsiteX73" fmla="*/ 263098 w 409729"/>
                <a:gd name="connsiteY73" fmla="*/ 204968 h 723050"/>
                <a:gd name="connsiteX74" fmla="*/ 272644 w 409729"/>
                <a:gd name="connsiteY74" fmla="*/ 206786 h 723050"/>
                <a:gd name="connsiteX75" fmla="*/ 272941 w 409729"/>
                <a:gd name="connsiteY75" fmla="*/ 206827 h 723050"/>
                <a:gd name="connsiteX76" fmla="*/ 283014 w 409729"/>
                <a:gd name="connsiteY76" fmla="*/ 207816 h 723050"/>
                <a:gd name="connsiteX77" fmla="*/ 285885 w 409729"/>
                <a:gd name="connsiteY77" fmla="*/ 208420 h 723050"/>
                <a:gd name="connsiteX78" fmla="*/ 286705 w 409729"/>
                <a:gd name="connsiteY78" fmla="*/ 208742 h 723050"/>
                <a:gd name="connsiteX79" fmla="*/ 296116 w 409729"/>
                <a:gd name="connsiteY79" fmla="*/ 209936 h 723050"/>
                <a:gd name="connsiteX80" fmla="*/ 307492 w 409729"/>
                <a:gd name="connsiteY80" fmla="*/ 211688 h 723050"/>
                <a:gd name="connsiteX81" fmla="*/ 309588 w 409729"/>
                <a:gd name="connsiteY81" fmla="*/ 211828 h 723050"/>
                <a:gd name="connsiteX82" fmla="*/ 314487 w 409729"/>
                <a:gd name="connsiteY82" fmla="*/ 212746 h 723050"/>
                <a:gd name="connsiteX83" fmla="*/ 314778 w 409729"/>
                <a:gd name="connsiteY83" fmla="*/ 212815 h 723050"/>
                <a:gd name="connsiteX84" fmla="*/ 323647 w 409729"/>
                <a:gd name="connsiteY84" fmla="*/ 213814 h 723050"/>
                <a:gd name="connsiteX85" fmla="*/ 327068 w 409729"/>
                <a:gd name="connsiteY85" fmla="*/ 214564 h 723050"/>
                <a:gd name="connsiteX86" fmla="*/ 328540 w 409729"/>
                <a:gd name="connsiteY86" fmla="*/ 214809 h 723050"/>
                <a:gd name="connsiteX87" fmla="*/ 339677 w 409729"/>
                <a:gd name="connsiteY87" fmla="*/ 220235 h 723050"/>
                <a:gd name="connsiteX88" fmla="*/ 341831 w 409729"/>
                <a:gd name="connsiteY88" fmla="*/ 225615 h 723050"/>
                <a:gd name="connsiteX89" fmla="*/ 341831 w 409729"/>
                <a:gd name="connsiteY89" fmla="*/ 231056 h 723050"/>
                <a:gd name="connsiteX90" fmla="*/ 339494 w 409729"/>
                <a:gd name="connsiteY90" fmla="*/ 236663 h 723050"/>
                <a:gd name="connsiteX91" fmla="*/ 300635 w 409729"/>
                <a:gd name="connsiteY91" fmla="*/ 275569 h 723050"/>
                <a:gd name="connsiteX92" fmla="*/ 284407 w 409729"/>
                <a:gd name="connsiteY92" fmla="*/ 290743 h 723050"/>
                <a:gd name="connsiteX93" fmla="*/ 283523 w 409729"/>
                <a:gd name="connsiteY93" fmla="*/ 295120 h 723050"/>
                <a:gd name="connsiteX94" fmla="*/ 283813 w 409729"/>
                <a:gd name="connsiteY94" fmla="*/ 295958 h 723050"/>
                <a:gd name="connsiteX95" fmla="*/ 284798 w 409729"/>
                <a:gd name="connsiteY95" fmla="*/ 304522 h 723050"/>
                <a:gd name="connsiteX96" fmla="*/ 286456 w 409729"/>
                <a:gd name="connsiteY96" fmla="*/ 311964 h 723050"/>
                <a:gd name="connsiteX97" fmla="*/ 286795 w 409729"/>
                <a:gd name="connsiteY97" fmla="*/ 312788 h 723050"/>
                <a:gd name="connsiteX98" fmla="*/ 287779 w 409729"/>
                <a:gd name="connsiteY98" fmla="*/ 321054 h 723050"/>
                <a:gd name="connsiteX99" fmla="*/ 288445 w 409729"/>
                <a:gd name="connsiteY99" fmla="*/ 323901 h 723050"/>
                <a:gd name="connsiteX100" fmla="*/ 288766 w 409729"/>
                <a:gd name="connsiteY100" fmla="*/ 324733 h 723050"/>
                <a:gd name="connsiteX101" fmla="*/ 289957 w 409729"/>
                <a:gd name="connsiteY101" fmla="*/ 333521 h 723050"/>
                <a:gd name="connsiteX102" fmla="*/ 291524 w 409729"/>
                <a:gd name="connsiteY102" fmla="*/ 342235 h 723050"/>
                <a:gd name="connsiteX103" fmla="*/ 292813 w 409729"/>
                <a:gd name="connsiteY103" fmla="*/ 348876 h 723050"/>
                <a:gd name="connsiteX104" fmla="*/ 293576 w 409729"/>
                <a:gd name="connsiteY104" fmla="*/ 353546 h 723050"/>
                <a:gd name="connsiteX105" fmla="*/ 294817 w 409729"/>
                <a:gd name="connsiteY105" fmla="*/ 362324 h 723050"/>
                <a:gd name="connsiteX106" fmla="*/ 294908 w 409729"/>
                <a:gd name="connsiteY106" fmla="*/ 363817 h 723050"/>
                <a:gd name="connsiteX107" fmla="*/ 295847 w 409729"/>
                <a:gd name="connsiteY107" fmla="*/ 373874 h 723050"/>
                <a:gd name="connsiteX108" fmla="*/ 295844 w 409729"/>
                <a:gd name="connsiteY108" fmla="*/ 374176 h 723050"/>
                <a:gd name="connsiteX109" fmla="*/ 285487 w 409729"/>
                <a:gd name="connsiteY109" fmla="*/ 383829 h 723050"/>
                <a:gd name="connsiteX110" fmla="*/ 285185 w 409729"/>
                <a:gd name="connsiteY110" fmla="*/ 383831 h 723050"/>
                <a:gd name="connsiteX111" fmla="*/ 268864 w 409729"/>
                <a:gd name="connsiteY111" fmla="*/ 379301 h 723050"/>
                <a:gd name="connsiteX112" fmla="*/ 246812 w 409729"/>
                <a:gd name="connsiteY112" fmla="*/ 367672 h 723050"/>
                <a:gd name="connsiteX113" fmla="*/ 227868 w 409729"/>
                <a:gd name="connsiteY113" fmla="*/ 357745 h 723050"/>
                <a:gd name="connsiteX114" fmla="*/ 209986 w 409729"/>
                <a:gd name="connsiteY114" fmla="*/ 348347 h 723050"/>
                <a:gd name="connsiteX115" fmla="*/ 204801 w 409729"/>
                <a:gd name="connsiteY115" fmla="*/ 348344 h 723050"/>
                <a:gd name="connsiteX116" fmla="*/ 182992 w 409729"/>
                <a:gd name="connsiteY116" fmla="*/ 359866 h 723050"/>
                <a:gd name="connsiteX117" fmla="*/ 161660 w 409729"/>
                <a:gd name="connsiteY117" fmla="*/ 370993 h 723050"/>
                <a:gd name="connsiteX118" fmla="*/ 142972 w 409729"/>
                <a:gd name="connsiteY118" fmla="*/ 380811 h 723050"/>
                <a:gd name="connsiteX119" fmla="*/ 142408 w 409729"/>
                <a:gd name="connsiteY119" fmla="*/ 381007 h 723050"/>
                <a:gd name="connsiteX120" fmla="*/ 129702 w 409729"/>
                <a:gd name="connsiteY120" fmla="*/ 383653 h 723050"/>
                <a:gd name="connsiteX121" fmla="*/ 121712 w 409729"/>
                <a:gd name="connsiteY121" fmla="*/ 378607 h 723050"/>
                <a:gd name="connsiteX122" fmla="*/ 119089 w 409729"/>
                <a:gd name="connsiteY122" fmla="*/ 372112 h 723050"/>
                <a:gd name="connsiteX123" fmla="*/ 118962 w 409729"/>
                <a:gd name="connsiteY123" fmla="*/ 370030 h 723050"/>
                <a:gd name="connsiteX124" fmla="*/ 120667 w 409729"/>
                <a:gd name="connsiteY124" fmla="*/ 361368 h 723050"/>
                <a:gd name="connsiteX125" fmla="*/ 121906 w 409729"/>
                <a:gd name="connsiteY125" fmla="*/ 354702 h 723050"/>
                <a:gd name="connsiteX126" fmla="*/ 122645 w 409729"/>
                <a:gd name="connsiteY126" fmla="*/ 350026 h 723050"/>
                <a:gd name="connsiteX127" fmla="*/ 123909 w 409729"/>
                <a:gd name="connsiteY127" fmla="*/ 341543 h 723050"/>
                <a:gd name="connsiteX128" fmla="*/ 124647 w 409729"/>
                <a:gd name="connsiteY128" fmla="*/ 338424 h 723050"/>
                <a:gd name="connsiteX129" fmla="*/ 124906 w 409729"/>
                <a:gd name="connsiteY129" fmla="*/ 337566 h 723050"/>
                <a:gd name="connsiteX130" fmla="*/ 125905 w 409729"/>
                <a:gd name="connsiteY130" fmla="*/ 329005 h 723050"/>
                <a:gd name="connsiteX131" fmla="*/ 127580 w 409729"/>
                <a:gd name="connsiteY131" fmla="*/ 321575 h 723050"/>
                <a:gd name="connsiteX132" fmla="*/ 127885 w 409729"/>
                <a:gd name="connsiteY132" fmla="*/ 320735 h 723050"/>
                <a:gd name="connsiteX133" fmla="*/ 128977 w 409729"/>
                <a:gd name="connsiteY133" fmla="*/ 312200 h 723050"/>
                <a:gd name="connsiteX134" fmla="*/ 130631 w 409729"/>
                <a:gd name="connsiteY134" fmla="*/ 303245 h 723050"/>
                <a:gd name="connsiteX135" fmla="*/ 131857 w 409729"/>
                <a:gd name="connsiteY135" fmla="*/ 293532 h 723050"/>
                <a:gd name="connsiteX136" fmla="*/ 130095 w 409729"/>
                <a:gd name="connsiteY136" fmla="*/ 290542 h 723050"/>
                <a:gd name="connsiteX137" fmla="*/ 109393 w 409729"/>
                <a:gd name="connsiteY137" fmla="*/ 269805 h 723050"/>
                <a:gd name="connsiteX138" fmla="*/ 97152 w 409729"/>
                <a:gd name="connsiteY138" fmla="*/ 257704 h 723050"/>
                <a:gd name="connsiteX139" fmla="*/ 76795 w 409729"/>
                <a:gd name="connsiteY139" fmla="*/ 238070 h 723050"/>
                <a:gd name="connsiteX140" fmla="*/ 73682 w 409729"/>
                <a:gd name="connsiteY140" fmla="*/ 224339 h 723050"/>
                <a:gd name="connsiteX141" fmla="*/ 82184 w 409729"/>
                <a:gd name="connsiteY141" fmla="*/ 215155 h 723050"/>
                <a:gd name="connsiteX142" fmla="*/ 82728 w 409729"/>
                <a:gd name="connsiteY142" fmla="*/ 214914 h 723050"/>
                <a:gd name="connsiteX143" fmla="*/ 91536 w 409729"/>
                <a:gd name="connsiteY143" fmla="*/ 213749 h 723050"/>
                <a:gd name="connsiteX144" fmla="*/ 102604 w 409729"/>
                <a:gd name="connsiteY144" fmla="*/ 211981 h 723050"/>
                <a:gd name="connsiteX145" fmla="*/ 104696 w 409729"/>
                <a:gd name="connsiteY145" fmla="*/ 211832 h 723050"/>
                <a:gd name="connsiteX146" fmla="*/ 109609 w 409729"/>
                <a:gd name="connsiteY146" fmla="*/ 210948 h 723050"/>
                <a:gd name="connsiteX147" fmla="*/ 110193 w 409729"/>
                <a:gd name="connsiteY147" fmla="*/ 210831 h 723050"/>
                <a:gd name="connsiteX148" fmla="*/ 120574 w 409729"/>
                <a:gd name="connsiteY148" fmla="*/ 209839 h 723050"/>
                <a:gd name="connsiteX149" fmla="*/ 123953 w 409729"/>
                <a:gd name="connsiteY149" fmla="*/ 208904 h 723050"/>
                <a:gd name="connsiteX150" fmla="*/ 127234 w 409729"/>
                <a:gd name="connsiteY150" fmla="*/ 208820 h 723050"/>
                <a:gd name="connsiteX151" fmla="*/ 133268 w 409729"/>
                <a:gd name="connsiteY151" fmla="*/ 207679 h 723050"/>
                <a:gd name="connsiteX152" fmla="*/ 143451 w 409729"/>
                <a:gd name="connsiteY152" fmla="*/ 206006 h 723050"/>
                <a:gd name="connsiteX153" fmla="*/ 144033 w 409729"/>
                <a:gd name="connsiteY153" fmla="*/ 205864 h 723050"/>
                <a:gd name="connsiteX154" fmla="*/ 154369 w 409729"/>
                <a:gd name="connsiteY154" fmla="*/ 204785 h 723050"/>
                <a:gd name="connsiteX155" fmla="*/ 160175 w 409729"/>
                <a:gd name="connsiteY155" fmla="*/ 203684 h 723050"/>
                <a:gd name="connsiteX156" fmla="*/ 161873 w 409729"/>
                <a:gd name="connsiteY156" fmla="*/ 201779 h 723050"/>
                <a:gd name="connsiteX157" fmla="*/ 177768 w 409729"/>
                <a:gd name="connsiteY157" fmla="*/ 170119 h 723050"/>
                <a:gd name="connsiteX158" fmla="*/ 187126 w 409729"/>
                <a:gd name="connsiteY158" fmla="*/ 151180 h 723050"/>
                <a:gd name="connsiteX159" fmla="*/ 194505 w 409729"/>
                <a:gd name="connsiteY159" fmla="*/ 135651 h 723050"/>
                <a:gd name="connsiteX160" fmla="*/ 201067 w 409729"/>
                <a:gd name="connsiteY160" fmla="*/ 128344 h 723050"/>
                <a:gd name="connsiteX161" fmla="*/ 212342 w 409729"/>
                <a:gd name="connsiteY161" fmla="*/ 127660 h 723050"/>
                <a:gd name="connsiteX162" fmla="*/ 294662 w 409729"/>
                <a:gd name="connsiteY162" fmla="*/ 1 h 723050"/>
                <a:gd name="connsiteX163" fmla="*/ 294665 w 409729"/>
                <a:gd name="connsiteY163" fmla="*/ 1 h 723050"/>
                <a:gd name="connsiteX164" fmla="*/ 314467 w 409729"/>
                <a:gd name="connsiteY164" fmla="*/ 1 h 723050"/>
                <a:gd name="connsiteX165" fmla="*/ 317299 w 409729"/>
                <a:gd name="connsiteY165" fmla="*/ 379 h 723050"/>
                <a:gd name="connsiteX166" fmla="*/ 317609 w 409729"/>
                <a:gd name="connsiteY166" fmla="*/ 45794 h 723050"/>
                <a:gd name="connsiteX167" fmla="*/ 314412 w 409729"/>
                <a:gd name="connsiteY167" fmla="*/ 45968 h 723050"/>
                <a:gd name="connsiteX168" fmla="*/ 294743 w 409729"/>
                <a:gd name="connsiteY168" fmla="*/ 45959 h 723050"/>
                <a:gd name="connsiteX169" fmla="*/ 294616 w 409729"/>
                <a:gd name="connsiteY169" fmla="*/ 45968 h 723050"/>
                <a:gd name="connsiteX170" fmla="*/ 190595 w 409729"/>
                <a:gd name="connsiteY170" fmla="*/ 45915 h 723050"/>
                <a:gd name="connsiteX171" fmla="*/ 104056 w 409729"/>
                <a:gd name="connsiteY171" fmla="*/ 45878 h 723050"/>
                <a:gd name="connsiteX172" fmla="*/ 104056 w 409729"/>
                <a:gd name="connsiteY172" fmla="*/ 45871 h 723050"/>
                <a:gd name="connsiteX173" fmla="*/ 47217 w 409729"/>
                <a:gd name="connsiteY173" fmla="*/ 45842 h 723050"/>
                <a:gd name="connsiteX174" fmla="*/ 46376 w 409729"/>
                <a:gd name="connsiteY174" fmla="*/ 46052 h 723050"/>
                <a:gd name="connsiteX175" fmla="*/ 45978 w 409729"/>
                <a:gd name="connsiteY175" fmla="*/ 50828 h 723050"/>
                <a:gd name="connsiteX176" fmla="*/ 45961 w 409729"/>
                <a:gd name="connsiteY176" fmla="*/ 356193 h 723050"/>
                <a:gd name="connsiteX177" fmla="*/ 45961 w 409729"/>
                <a:gd name="connsiteY177" fmla="*/ 592624 h 723050"/>
                <a:gd name="connsiteX178" fmla="*/ 45961 w 409729"/>
                <a:gd name="connsiteY178" fmla="*/ 596617 h 723050"/>
                <a:gd name="connsiteX179" fmla="*/ 47560 w 409729"/>
                <a:gd name="connsiteY179" fmla="*/ 595509 h 723050"/>
                <a:gd name="connsiteX180" fmla="*/ 51222 w 409729"/>
                <a:gd name="connsiteY180" fmla="*/ 590825 h 723050"/>
                <a:gd name="connsiteX181" fmla="*/ 60343 w 409729"/>
                <a:gd name="connsiteY181" fmla="*/ 579819 h 723050"/>
                <a:gd name="connsiteX182" fmla="*/ 60758 w 409729"/>
                <a:gd name="connsiteY182" fmla="*/ 579382 h 723050"/>
                <a:gd name="connsiteX183" fmla="*/ 71145 w 409729"/>
                <a:gd name="connsiteY183" fmla="*/ 567794 h 723050"/>
                <a:gd name="connsiteX184" fmla="*/ 79446 w 409729"/>
                <a:gd name="connsiteY184" fmla="*/ 557702 h 723050"/>
                <a:gd name="connsiteX185" fmla="*/ 79862 w 409729"/>
                <a:gd name="connsiteY185" fmla="*/ 557266 h 723050"/>
                <a:gd name="connsiteX186" fmla="*/ 90305 w 409729"/>
                <a:gd name="connsiteY186" fmla="*/ 545682 h 723050"/>
                <a:gd name="connsiteX187" fmla="*/ 98214 w 409729"/>
                <a:gd name="connsiteY187" fmla="*/ 536712 h 723050"/>
                <a:gd name="connsiteX188" fmla="*/ 103882 w 409729"/>
                <a:gd name="connsiteY188" fmla="*/ 530189 h 723050"/>
                <a:gd name="connsiteX189" fmla="*/ 111478 w 409729"/>
                <a:gd name="connsiteY189" fmla="*/ 520692 h 723050"/>
                <a:gd name="connsiteX190" fmla="*/ 112096 w 409729"/>
                <a:gd name="connsiteY190" fmla="*/ 520028 h 723050"/>
                <a:gd name="connsiteX191" fmla="*/ 122779 w 409729"/>
                <a:gd name="connsiteY191" fmla="*/ 508284 h 723050"/>
                <a:gd name="connsiteX192" fmla="*/ 130373 w 409729"/>
                <a:gd name="connsiteY192" fmla="*/ 498784 h 723050"/>
                <a:gd name="connsiteX193" fmla="*/ 130794 w 409729"/>
                <a:gd name="connsiteY193" fmla="*/ 498351 h 723050"/>
                <a:gd name="connsiteX194" fmla="*/ 141677 w 409729"/>
                <a:gd name="connsiteY194" fmla="*/ 486385 h 723050"/>
                <a:gd name="connsiteX195" fmla="*/ 149288 w 409729"/>
                <a:gd name="connsiteY195" fmla="*/ 476869 h 723050"/>
                <a:gd name="connsiteX196" fmla="*/ 149705 w 409729"/>
                <a:gd name="connsiteY196" fmla="*/ 476432 h 723050"/>
                <a:gd name="connsiteX197" fmla="*/ 160365 w 409729"/>
                <a:gd name="connsiteY197" fmla="*/ 464680 h 723050"/>
                <a:gd name="connsiteX198" fmla="*/ 168401 w 409729"/>
                <a:gd name="connsiteY198" fmla="*/ 454769 h 723050"/>
                <a:gd name="connsiteX199" fmla="*/ 171350 w 409729"/>
                <a:gd name="connsiteY199" fmla="*/ 451740 h 723050"/>
                <a:gd name="connsiteX200" fmla="*/ 181301 w 409729"/>
                <a:gd name="connsiteY200" fmla="*/ 439867 h 723050"/>
                <a:gd name="connsiteX201" fmla="*/ 181723 w 409729"/>
                <a:gd name="connsiteY201" fmla="*/ 439434 h 723050"/>
                <a:gd name="connsiteX202" fmla="*/ 192388 w 409729"/>
                <a:gd name="connsiteY202" fmla="*/ 427681 h 723050"/>
                <a:gd name="connsiteX203" fmla="*/ 200226 w 409729"/>
                <a:gd name="connsiteY203" fmla="*/ 417981 h 723050"/>
                <a:gd name="connsiteX204" fmla="*/ 204090 w 409729"/>
                <a:gd name="connsiteY204" fmla="*/ 414162 h 723050"/>
                <a:gd name="connsiteX205" fmla="*/ 205873 w 409729"/>
                <a:gd name="connsiteY205" fmla="*/ 413687 h 723050"/>
                <a:gd name="connsiteX206" fmla="*/ 209504 w 409729"/>
                <a:gd name="connsiteY206" fmla="*/ 417891 h 723050"/>
                <a:gd name="connsiteX207" fmla="*/ 219062 w 409729"/>
                <a:gd name="connsiteY207" fmla="*/ 428618 h 723050"/>
                <a:gd name="connsiteX208" fmla="*/ 224709 w 409729"/>
                <a:gd name="connsiteY208" fmla="*/ 435155 h 723050"/>
                <a:gd name="connsiteX209" fmla="*/ 237970 w 409729"/>
                <a:gd name="connsiteY209" fmla="*/ 450520 h 723050"/>
                <a:gd name="connsiteX210" fmla="*/ 250072 w 409729"/>
                <a:gd name="connsiteY210" fmla="*/ 464537 h 723050"/>
                <a:gd name="connsiteX211" fmla="*/ 250759 w 409729"/>
                <a:gd name="connsiteY211" fmla="*/ 465154 h 723050"/>
                <a:gd name="connsiteX212" fmla="*/ 252473 w 409729"/>
                <a:gd name="connsiteY212" fmla="*/ 467827 h 723050"/>
                <a:gd name="connsiteX213" fmla="*/ 257920 w 409729"/>
                <a:gd name="connsiteY213" fmla="*/ 474237 h 723050"/>
                <a:gd name="connsiteX214" fmla="*/ 259169 w 409729"/>
                <a:gd name="connsiteY214" fmla="*/ 475498 h 723050"/>
                <a:gd name="connsiteX215" fmla="*/ 260884 w 409729"/>
                <a:gd name="connsiteY215" fmla="*/ 477350 h 723050"/>
                <a:gd name="connsiteX216" fmla="*/ 262193 w 409729"/>
                <a:gd name="connsiteY216" fmla="*/ 478520 h 723050"/>
                <a:gd name="connsiteX217" fmla="*/ 264058 w 409729"/>
                <a:gd name="connsiteY217" fmla="*/ 481416 h 723050"/>
                <a:gd name="connsiteX218" fmla="*/ 264709 w 409729"/>
                <a:gd name="connsiteY218" fmla="*/ 482018 h 723050"/>
                <a:gd name="connsiteX219" fmla="*/ 268834 w 409729"/>
                <a:gd name="connsiteY219" fmla="*/ 486297 h 723050"/>
                <a:gd name="connsiteX220" fmla="*/ 269543 w 409729"/>
                <a:gd name="connsiteY220" fmla="*/ 486864 h 723050"/>
                <a:gd name="connsiteX221" fmla="*/ 270801 w 409729"/>
                <a:gd name="connsiteY221" fmla="*/ 489172 h 723050"/>
                <a:gd name="connsiteX222" fmla="*/ 282362 w 409729"/>
                <a:gd name="connsiteY222" fmla="*/ 501957 h 723050"/>
                <a:gd name="connsiteX223" fmla="*/ 283469 w 409729"/>
                <a:gd name="connsiteY223" fmla="*/ 503777 h 723050"/>
                <a:gd name="connsiteX224" fmla="*/ 288166 w 409729"/>
                <a:gd name="connsiteY224" fmla="*/ 508740 h 723050"/>
                <a:gd name="connsiteX225" fmla="*/ 289336 w 409729"/>
                <a:gd name="connsiteY225" fmla="*/ 510643 h 723050"/>
                <a:gd name="connsiteX226" fmla="*/ 294451 w 409729"/>
                <a:gd name="connsiteY226" fmla="*/ 515896 h 723050"/>
                <a:gd name="connsiteX227" fmla="*/ 296027 w 409729"/>
                <a:gd name="connsiteY227" fmla="*/ 518356 h 723050"/>
                <a:gd name="connsiteX228" fmla="*/ 296701 w 409729"/>
                <a:gd name="connsiteY228" fmla="*/ 518997 h 723050"/>
                <a:gd name="connsiteX229" fmla="*/ 298980 w 409729"/>
                <a:gd name="connsiteY229" fmla="*/ 521495 h 723050"/>
                <a:gd name="connsiteX230" fmla="*/ 300322 w 409729"/>
                <a:gd name="connsiteY230" fmla="*/ 522637 h 723050"/>
                <a:gd name="connsiteX231" fmla="*/ 307288 w 409729"/>
                <a:gd name="connsiteY231" fmla="*/ 530701 h 723050"/>
                <a:gd name="connsiteX232" fmla="*/ 308034 w 409729"/>
                <a:gd name="connsiteY232" fmla="*/ 532359 h 723050"/>
                <a:gd name="connsiteX233" fmla="*/ 308716 w 409729"/>
                <a:gd name="connsiteY233" fmla="*/ 532992 h 723050"/>
                <a:gd name="connsiteX234" fmla="*/ 314301 w 409729"/>
                <a:gd name="connsiteY234" fmla="*/ 538898 h 723050"/>
                <a:gd name="connsiteX235" fmla="*/ 315456 w 409729"/>
                <a:gd name="connsiteY235" fmla="*/ 540756 h 723050"/>
                <a:gd name="connsiteX236" fmla="*/ 319881 w 409729"/>
                <a:gd name="connsiteY236" fmla="*/ 545442 h 723050"/>
                <a:gd name="connsiteX237" fmla="*/ 320796 w 409729"/>
                <a:gd name="connsiteY237" fmla="*/ 546323 h 723050"/>
                <a:gd name="connsiteX238" fmla="*/ 323191 w 409729"/>
                <a:gd name="connsiteY238" fmla="*/ 549613 h 723050"/>
                <a:gd name="connsiteX239" fmla="*/ 327066 w 409729"/>
                <a:gd name="connsiteY239" fmla="*/ 554520 h 723050"/>
                <a:gd name="connsiteX240" fmla="*/ 327404 w 409729"/>
                <a:gd name="connsiteY240" fmla="*/ 555001 h 723050"/>
                <a:gd name="connsiteX241" fmla="*/ 327671 w 409729"/>
                <a:gd name="connsiteY241" fmla="*/ 555000 h 723050"/>
                <a:gd name="connsiteX242" fmla="*/ 333090 w 409729"/>
                <a:gd name="connsiteY242" fmla="*/ 560605 h 723050"/>
                <a:gd name="connsiteX243" fmla="*/ 333697 w 409729"/>
                <a:gd name="connsiteY243" fmla="*/ 561173 h 723050"/>
                <a:gd name="connsiteX244" fmla="*/ 334405 w 409729"/>
                <a:gd name="connsiteY244" fmla="*/ 562727 h 723050"/>
                <a:gd name="connsiteX245" fmla="*/ 345066 w 409729"/>
                <a:gd name="connsiteY245" fmla="*/ 574578 h 723050"/>
                <a:gd name="connsiteX246" fmla="*/ 345717 w 409729"/>
                <a:gd name="connsiteY246" fmla="*/ 575203 h 723050"/>
                <a:gd name="connsiteX247" fmla="*/ 347009 w 409729"/>
                <a:gd name="connsiteY247" fmla="*/ 577528 h 723050"/>
                <a:gd name="connsiteX248" fmla="*/ 347369 w 409729"/>
                <a:gd name="connsiteY248" fmla="*/ 577970 h 723050"/>
                <a:gd name="connsiteX249" fmla="*/ 347631 w 409729"/>
                <a:gd name="connsiteY249" fmla="*/ 577959 h 723050"/>
                <a:gd name="connsiteX250" fmla="*/ 351840 w 409729"/>
                <a:gd name="connsiteY250" fmla="*/ 582365 h 723050"/>
                <a:gd name="connsiteX251" fmla="*/ 352197 w 409729"/>
                <a:gd name="connsiteY251" fmla="*/ 582832 h 723050"/>
                <a:gd name="connsiteX252" fmla="*/ 352471 w 409729"/>
                <a:gd name="connsiteY252" fmla="*/ 582807 h 723050"/>
                <a:gd name="connsiteX253" fmla="*/ 352894 w 409729"/>
                <a:gd name="connsiteY253" fmla="*/ 584270 h 723050"/>
                <a:gd name="connsiteX254" fmla="*/ 353572 w 409729"/>
                <a:gd name="connsiteY254" fmla="*/ 584882 h 723050"/>
                <a:gd name="connsiteX255" fmla="*/ 362348 w 409729"/>
                <a:gd name="connsiteY255" fmla="*/ 594823 h 723050"/>
                <a:gd name="connsiteX256" fmla="*/ 363529 w 409729"/>
                <a:gd name="connsiteY256" fmla="*/ 595513 h 723050"/>
                <a:gd name="connsiteX257" fmla="*/ 363693 w 409729"/>
                <a:gd name="connsiteY257" fmla="*/ 594469 h 723050"/>
                <a:gd name="connsiteX258" fmla="*/ 363756 w 409729"/>
                <a:gd name="connsiteY258" fmla="*/ 590541 h 723050"/>
                <a:gd name="connsiteX259" fmla="*/ 363755 w 409729"/>
                <a:gd name="connsiteY259" fmla="*/ 345949 h 723050"/>
                <a:gd name="connsiteX260" fmla="*/ 363755 w 409729"/>
                <a:gd name="connsiteY260" fmla="*/ 145312 h 723050"/>
                <a:gd name="connsiteX261" fmla="*/ 363755 w 409729"/>
                <a:gd name="connsiteY261" fmla="*/ 91620 h 723050"/>
                <a:gd name="connsiteX262" fmla="*/ 409729 w 409729"/>
                <a:gd name="connsiteY262" fmla="*/ 91620 h 723050"/>
                <a:gd name="connsiteX263" fmla="*/ 409728 w 409729"/>
                <a:gd name="connsiteY263" fmla="*/ 145312 h 723050"/>
                <a:gd name="connsiteX264" fmla="*/ 409729 w 409729"/>
                <a:gd name="connsiteY264" fmla="*/ 145312 h 723050"/>
                <a:gd name="connsiteX265" fmla="*/ 409726 w 409729"/>
                <a:gd name="connsiteY265" fmla="*/ 261984 h 723050"/>
                <a:gd name="connsiteX266" fmla="*/ 409725 w 409729"/>
                <a:gd name="connsiteY266" fmla="*/ 345949 h 723050"/>
                <a:gd name="connsiteX267" fmla="*/ 409724 w 409729"/>
                <a:gd name="connsiteY267" fmla="*/ 345949 h 723050"/>
                <a:gd name="connsiteX268" fmla="*/ 409716 w 409729"/>
                <a:gd name="connsiteY268" fmla="*/ 711448 h 723050"/>
                <a:gd name="connsiteX269" fmla="*/ 409383 w 409729"/>
                <a:gd name="connsiteY269" fmla="*/ 722594 h 723050"/>
                <a:gd name="connsiteX270" fmla="*/ 408525 w 409729"/>
                <a:gd name="connsiteY270" fmla="*/ 722911 h 723050"/>
                <a:gd name="connsiteX271" fmla="*/ 407634 w 409729"/>
                <a:gd name="connsiteY271" fmla="*/ 721958 h 723050"/>
                <a:gd name="connsiteX272" fmla="*/ 406936 w 409729"/>
                <a:gd name="connsiteY272" fmla="*/ 721424 h 723050"/>
                <a:gd name="connsiteX273" fmla="*/ 404403 w 409729"/>
                <a:gd name="connsiteY273" fmla="*/ 717807 h 723050"/>
                <a:gd name="connsiteX274" fmla="*/ 394428 w 409729"/>
                <a:gd name="connsiteY274" fmla="*/ 706641 h 723050"/>
                <a:gd name="connsiteX275" fmla="*/ 388148 w 409729"/>
                <a:gd name="connsiteY275" fmla="*/ 699451 h 723050"/>
                <a:gd name="connsiteX276" fmla="*/ 380273 w 409729"/>
                <a:gd name="connsiteY276" fmla="*/ 690454 h 723050"/>
                <a:gd name="connsiteX277" fmla="*/ 375195 w 409729"/>
                <a:gd name="connsiteY277" fmla="*/ 684607 h 723050"/>
                <a:gd name="connsiteX278" fmla="*/ 366343 w 409729"/>
                <a:gd name="connsiteY278" fmla="*/ 673793 h 723050"/>
                <a:gd name="connsiteX279" fmla="*/ 366135 w 409729"/>
                <a:gd name="connsiteY279" fmla="*/ 673574 h 723050"/>
                <a:gd name="connsiteX280" fmla="*/ 357974 w 409729"/>
                <a:gd name="connsiteY280" fmla="*/ 664411 h 723050"/>
                <a:gd name="connsiteX281" fmla="*/ 347526 w 409729"/>
                <a:gd name="connsiteY281" fmla="*/ 652864 h 723050"/>
                <a:gd name="connsiteX282" fmla="*/ 341737 w 409729"/>
                <a:gd name="connsiteY282" fmla="*/ 646039 h 723050"/>
                <a:gd name="connsiteX283" fmla="*/ 334687 w 409729"/>
                <a:gd name="connsiteY283" fmla="*/ 637925 h 723050"/>
                <a:gd name="connsiteX284" fmla="*/ 327752 w 409729"/>
                <a:gd name="connsiteY284" fmla="*/ 630103 h 723050"/>
                <a:gd name="connsiteX285" fmla="*/ 321563 w 409729"/>
                <a:gd name="connsiteY285" fmla="*/ 622827 h 723050"/>
                <a:gd name="connsiteX286" fmla="*/ 315050 w 409729"/>
                <a:gd name="connsiteY286" fmla="*/ 615428 h 723050"/>
                <a:gd name="connsiteX287" fmla="*/ 306374 w 409729"/>
                <a:gd name="connsiteY287" fmla="*/ 604840 h 723050"/>
                <a:gd name="connsiteX288" fmla="*/ 306175 w 409729"/>
                <a:gd name="connsiteY288" fmla="*/ 604613 h 723050"/>
                <a:gd name="connsiteX289" fmla="*/ 298893 w 409729"/>
                <a:gd name="connsiteY289" fmla="*/ 596308 h 723050"/>
                <a:gd name="connsiteX290" fmla="*/ 287588 w 409729"/>
                <a:gd name="connsiteY290" fmla="*/ 583912 h 723050"/>
                <a:gd name="connsiteX291" fmla="*/ 281801 w 409729"/>
                <a:gd name="connsiteY291" fmla="*/ 577089 h 723050"/>
                <a:gd name="connsiteX292" fmla="*/ 274752 w 409729"/>
                <a:gd name="connsiteY292" fmla="*/ 568970 h 723050"/>
                <a:gd name="connsiteX293" fmla="*/ 267926 w 409729"/>
                <a:gd name="connsiteY293" fmla="*/ 561085 h 723050"/>
                <a:gd name="connsiteX294" fmla="*/ 260432 w 409729"/>
                <a:gd name="connsiteY294" fmla="*/ 551838 h 723050"/>
                <a:gd name="connsiteX295" fmla="*/ 260015 w 409729"/>
                <a:gd name="connsiteY295" fmla="*/ 551406 h 723050"/>
                <a:gd name="connsiteX296" fmla="*/ 248283 w 409729"/>
                <a:gd name="connsiteY296" fmla="*/ 538587 h 723050"/>
                <a:gd name="connsiteX297" fmla="*/ 240434 w 409729"/>
                <a:gd name="connsiteY297" fmla="*/ 528860 h 723050"/>
                <a:gd name="connsiteX298" fmla="*/ 240024 w 409729"/>
                <a:gd name="connsiteY298" fmla="*/ 528416 h 723050"/>
                <a:gd name="connsiteX299" fmla="*/ 229568 w 409729"/>
                <a:gd name="connsiteY299" fmla="*/ 516881 h 723050"/>
                <a:gd name="connsiteX300" fmla="*/ 221479 w 409729"/>
                <a:gd name="connsiteY300" fmla="*/ 507675 h 723050"/>
                <a:gd name="connsiteX301" fmla="*/ 215592 w 409729"/>
                <a:gd name="connsiteY301" fmla="*/ 500925 h 723050"/>
                <a:gd name="connsiteX302" fmla="*/ 211508 w 409729"/>
                <a:gd name="connsiteY302" fmla="*/ 495831 h 723050"/>
                <a:gd name="connsiteX303" fmla="*/ 207558 w 409729"/>
                <a:gd name="connsiteY303" fmla="*/ 490998 h 723050"/>
                <a:gd name="connsiteX304" fmla="*/ 205714 w 409729"/>
                <a:gd name="connsiteY304" fmla="*/ 488579 h 723050"/>
                <a:gd name="connsiteX305" fmla="*/ 198737 w 409729"/>
                <a:gd name="connsiteY305" fmla="*/ 496136 h 723050"/>
                <a:gd name="connsiteX306" fmla="*/ 198195 w 409729"/>
                <a:gd name="connsiteY306" fmla="*/ 496852 h 723050"/>
                <a:gd name="connsiteX307" fmla="*/ 189436 w 409729"/>
                <a:gd name="connsiteY307" fmla="*/ 506673 h 723050"/>
                <a:gd name="connsiteX308" fmla="*/ 179676 w 409729"/>
                <a:gd name="connsiteY308" fmla="*/ 517618 h 723050"/>
                <a:gd name="connsiteX309" fmla="*/ 173844 w 409729"/>
                <a:gd name="connsiteY309" fmla="*/ 524388 h 723050"/>
                <a:gd name="connsiteX310" fmla="*/ 166994 w 409729"/>
                <a:gd name="connsiteY310" fmla="*/ 532275 h 723050"/>
                <a:gd name="connsiteX311" fmla="*/ 160103 w 409729"/>
                <a:gd name="connsiteY311" fmla="*/ 540138 h 723050"/>
                <a:gd name="connsiteX312" fmla="*/ 153687 w 409729"/>
                <a:gd name="connsiteY312" fmla="*/ 547595 h 723050"/>
                <a:gd name="connsiteX313" fmla="*/ 147213 w 409729"/>
                <a:gd name="connsiteY313" fmla="*/ 555012 h 723050"/>
                <a:gd name="connsiteX314" fmla="*/ 139730 w 409729"/>
                <a:gd name="connsiteY314" fmla="*/ 563576 h 723050"/>
                <a:gd name="connsiteX315" fmla="*/ 134047 w 409729"/>
                <a:gd name="connsiteY315" fmla="*/ 570091 h 723050"/>
                <a:gd name="connsiteX316" fmla="*/ 125376 w 409729"/>
                <a:gd name="connsiteY316" fmla="*/ 580679 h 723050"/>
                <a:gd name="connsiteX317" fmla="*/ 125172 w 409729"/>
                <a:gd name="connsiteY317" fmla="*/ 580902 h 723050"/>
                <a:gd name="connsiteX318" fmla="*/ 115129 w 409729"/>
                <a:gd name="connsiteY318" fmla="*/ 592002 h 723050"/>
                <a:gd name="connsiteX319" fmla="*/ 105604 w 409729"/>
                <a:gd name="connsiteY319" fmla="*/ 603443 h 723050"/>
                <a:gd name="connsiteX320" fmla="*/ 105196 w 409729"/>
                <a:gd name="connsiteY320" fmla="*/ 603889 h 723050"/>
                <a:gd name="connsiteX321" fmla="*/ 95152 w 409729"/>
                <a:gd name="connsiteY321" fmla="*/ 614987 h 723050"/>
                <a:gd name="connsiteX322" fmla="*/ 85625 w 409729"/>
                <a:gd name="connsiteY322" fmla="*/ 626427 h 723050"/>
                <a:gd name="connsiteX323" fmla="*/ 85419 w 409729"/>
                <a:gd name="connsiteY323" fmla="*/ 626649 h 723050"/>
                <a:gd name="connsiteX324" fmla="*/ 77285 w 409729"/>
                <a:gd name="connsiteY324" fmla="*/ 635820 h 723050"/>
                <a:gd name="connsiteX325" fmla="*/ 66835 w 409729"/>
                <a:gd name="connsiteY325" fmla="*/ 647364 h 723050"/>
                <a:gd name="connsiteX326" fmla="*/ 61039 w 409729"/>
                <a:gd name="connsiteY326" fmla="*/ 654185 h 723050"/>
                <a:gd name="connsiteX327" fmla="*/ 53993 w 409729"/>
                <a:gd name="connsiteY327" fmla="*/ 662308 h 723050"/>
                <a:gd name="connsiteX328" fmla="*/ 46855 w 409729"/>
                <a:gd name="connsiteY328" fmla="*/ 670356 h 723050"/>
                <a:gd name="connsiteX329" fmla="*/ 41056 w 409729"/>
                <a:gd name="connsiteY329" fmla="*/ 677176 h 723050"/>
                <a:gd name="connsiteX330" fmla="*/ 34208 w 409729"/>
                <a:gd name="connsiteY330" fmla="*/ 685075 h 723050"/>
                <a:gd name="connsiteX331" fmla="*/ 26883 w 409729"/>
                <a:gd name="connsiteY331" fmla="*/ 693350 h 723050"/>
                <a:gd name="connsiteX332" fmla="*/ 19479 w 409729"/>
                <a:gd name="connsiteY332" fmla="*/ 702654 h 723050"/>
                <a:gd name="connsiteX333" fmla="*/ 19269 w 409729"/>
                <a:gd name="connsiteY333" fmla="*/ 702872 h 723050"/>
                <a:gd name="connsiteX334" fmla="*/ 7715 w 409729"/>
                <a:gd name="connsiteY334" fmla="*/ 715456 h 723050"/>
                <a:gd name="connsiteX335" fmla="*/ 1068 w 409729"/>
                <a:gd name="connsiteY335" fmla="*/ 722791 h 723050"/>
                <a:gd name="connsiteX336" fmla="*/ 255 w 409729"/>
                <a:gd name="connsiteY336" fmla="*/ 723050 h 723050"/>
                <a:gd name="connsiteX337" fmla="*/ 9 w 409729"/>
                <a:gd name="connsiteY337" fmla="*/ 718837 h 723050"/>
                <a:gd name="connsiteX338" fmla="*/ 1 w 409729"/>
                <a:gd name="connsiteY338" fmla="*/ 3501 h 723050"/>
                <a:gd name="connsiteX339" fmla="*/ 332 w 409729"/>
                <a:gd name="connsiteY339" fmla="*/ 834 h 723050"/>
                <a:gd name="connsiteX340" fmla="*/ 996 w 409729"/>
                <a:gd name="connsiteY340" fmla="*/ 143 h 723050"/>
                <a:gd name="connsiteX341" fmla="*/ 3703 w 409729"/>
                <a:gd name="connsiteY341" fmla="*/ 4 h 723050"/>
                <a:gd name="connsiteX342" fmla="*/ 294662 w 409729"/>
                <a:gd name="connsiteY342" fmla="*/ 1 h 7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409729" h="723050">
                  <a:moveTo>
                    <a:pt x="207381" y="173117"/>
                  </a:moveTo>
                  <a:cubicBezTo>
                    <a:pt x="207095" y="173509"/>
                    <a:pt x="207023" y="173582"/>
                    <a:pt x="206982" y="173670"/>
                  </a:cubicBezTo>
                  <a:cubicBezTo>
                    <a:pt x="206897" y="173851"/>
                    <a:pt x="206829" y="174040"/>
                    <a:pt x="206576" y="174623"/>
                  </a:cubicBezTo>
                  <a:cubicBezTo>
                    <a:pt x="206343" y="175060"/>
                    <a:pt x="206100" y="175491"/>
                    <a:pt x="205879" y="175934"/>
                  </a:cubicBezTo>
                  <a:cubicBezTo>
                    <a:pt x="197866" y="191990"/>
                    <a:pt x="189903" y="208073"/>
                    <a:pt x="181802" y="224085"/>
                  </a:cubicBezTo>
                  <a:cubicBezTo>
                    <a:pt x="180123" y="227403"/>
                    <a:pt x="176796" y="229106"/>
                    <a:pt x="173375" y="229725"/>
                  </a:cubicBezTo>
                  <a:cubicBezTo>
                    <a:pt x="170397" y="230265"/>
                    <a:pt x="167392" y="230919"/>
                    <a:pt x="164293" y="231123"/>
                  </a:cubicBezTo>
                  <a:cubicBezTo>
                    <a:pt x="162095" y="231268"/>
                    <a:pt x="159811" y="231757"/>
                    <a:pt x="157529" y="231841"/>
                  </a:cubicBezTo>
                  <a:cubicBezTo>
                    <a:pt x="157137" y="231855"/>
                    <a:pt x="156637" y="231861"/>
                    <a:pt x="156379" y="232089"/>
                  </a:cubicBezTo>
                  <a:cubicBezTo>
                    <a:pt x="155166" y="233157"/>
                    <a:pt x="153713" y="232729"/>
                    <a:pt x="152346" y="232888"/>
                  </a:cubicBezTo>
                  <a:cubicBezTo>
                    <a:pt x="151089" y="233034"/>
                    <a:pt x="149854" y="233363"/>
                    <a:pt x="148607" y="233591"/>
                  </a:cubicBezTo>
                  <a:cubicBezTo>
                    <a:pt x="147924" y="233716"/>
                    <a:pt x="147238" y="233831"/>
                    <a:pt x="146548" y="233896"/>
                  </a:cubicBezTo>
                  <a:cubicBezTo>
                    <a:pt x="143089" y="234224"/>
                    <a:pt x="139627" y="234533"/>
                    <a:pt x="136167" y="234853"/>
                  </a:cubicBezTo>
                  <a:cubicBezTo>
                    <a:pt x="135968" y="234871"/>
                    <a:pt x="135742" y="234873"/>
                    <a:pt x="135580" y="234969"/>
                  </a:cubicBezTo>
                  <a:cubicBezTo>
                    <a:pt x="132541" y="236755"/>
                    <a:pt x="128983" y="235559"/>
                    <a:pt x="125746" y="236783"/>
                  </a:cubicBezTo>
                  <a:cubicBezTo>
                    <a:pt x="123165" y="237758"/>
                    <a:pt x="120180" y="237664"/>
                    <a:pt x="117384" y="238043"/>
                  </a:cubicBezTo>
                  <a:cubicBezTo>
                    <a:pt x="117427" y="238422"/>
                    <a:pt x="117378" y="238670"/>
                    <a:pt x="117481" y="238788"/>
                  </a:cubicBezTo>
                  <a:cubicBezTo>
                    <a:pt x="118008" y="239396"/>
                    <a:pt x="118540" y="240007"/>
                    <a:pt x="119130" y="240552"/>
                  </a:cubicBezTo>
                  <a:cubicBezTo>
                    <a:pt x="126352" y="247212"/>
                    <a:pt x="132771" y="254667"/>
                    <a:pt x="140377" y="260985"/>
                  </a:cubicBezTo>
                  <a:cubicBezTo>
                    <a:pt x="146625" y="266173"/>
                    <a:pt x="152114" y="272301"/>
                    <a:pt x="157705" y="278233"/>
                  </a:cubicBezTo>
                  <a:cubicBezTo>
                    <a:pt x="159194" y="279811"/>
                    <a:pt x="160283" y="282100"/>
                    <a:pt x="160750" y="284238"/>
                  </a:cubicBezTo>
                  <a:cubicBezTo>
                    <a:pt x="161681" y="288503"/>
                    <a:pt x="159825" y="292719"/>
                    <a:pt x="159861" y="297012"/>
                  </a:cubicBezTo>
                  <a:cubicBezTo>
                    <a:pt x="159862" y="297106"/>
                    <a:pt x="159809" y="297208"/>
                    <a:pt x="159762" y="297296"/>
                  </a:cubicBezTo>
                  <a:cubicBezTo>
                    <a:pt x="158252" y="300068"/>
                    <a:pt x="158836" y="303260"/>
                    <a:pt x="157960" y="306206"/>
                  </a:cubicBezTo>
                  <a:cubicBezTo>
                    <a:pt x="157154" y="308916"/>
                    <a:pt x="157218" y="311885"/>
                    <a:pt x="156893" y="314740"/>
                  </a:cubicBezTo>
                  <a:cubicBezTo>
                    <a:pt x="156870" y="314935"/>
                    <a:pt x="156826" y="315144"/>
                    <a:pt x="156733" y="315314"/>
                  </a:cubicBezTo>
                  <a:cubicBezTo>
                    <a:pt x="155418" y="317724"/>
                    <a:pt x="155602" y="320476"/>
                    <a:pt x="155035" y="323052"/>
                  </a:cubicBezTo>
                  <a:cubicBezTo>
                    <a:pt x="154401" y="325934"/>
                    <a:pt x="154249" y="328922"/>
                    <a:pt x="153879" y="331863"/>
                  </a:cubicBezTo>
                  <a:cubicBezTo>
                    <a:pt x="153854" y="332058"/>
                    <a:pt x="153745" y="332240"/>
                    <a:pt x="153701" y="332434"/>
                  </a:cubicBezTo>
                  <a:cubicBezTo>
                    <a:pt x="153425" y="333667"/>
                    <a:pt x="153128" y="334897"/>
                    <a:pt x="152894" y="336138"/>
                  </a:cubicBezTo>
                  <a:cubicBezTo>
                    <a:pt x="152747" y="336917"/>
                    <a:pt x="152906" y="337823"/>
                    <a:pt x="152564" y="338484"/>
                  </a:cubicBezTo>
                  <a:cubicBezTo>
                    <a:pt x="151563" y="340418"/>
                    <a:pt x="151985" y="342332"/>
                    <a:pt x="152203" y="344586"/>
                  </a:cubicBezTo>
                  <a:cubicBezTo>
                    <a:pt x="157119" y="341935"/>
                    <a:pt x="161967" y="339794"/>
                    <a:pt x="166569" y="337017"/>
                  </a:cubicBezTo>
                  <a:cubicBezTo>
                    <a:pt x="173338" y="332932"/>
                    <a:pt x="180536" y="329557"/>
                    <a:pt x="187566" y="325908"/>
                  </a:cubicBezTo>
                  <a:cubicBezTo>
                    <a:pt x="190728" y="324267"/>
                    <a:pt x="193917" y="322676"/>
                    <a:pt x="197112" y="321099"/>
                  </a:cubicBezTo>
                  <a:cubicBezTo>
                    <a:pt x="199420" y="319959"/>
                    <a:pt x="201684" y="318200"/>
                    <a:pt x="204102" y="317934"/>
                  </a:cubicBezTo>
                  <a:cubicBezTo>
                    <a:pt x="207862" y="317519"/>
                    <a:pt x="211801" y="317034"/>
                    <a:pt x="215397" y="319571"/>
                  </a:cubicBezTo>
                  <a:cubicBezTo>
                    <a:pt x="217543" y="321085"/>
                    <a:pt x="220028" y="322218"/>
                    <a:pt x="222357" y="323507"/>
                  </a:cubicBezTo>
                  <a:cubicBezTo>
                    <a:pt x="230762" y="328157"/>
                    <a:pt x="239403" y="332381"/>
                    <a:pt x="247913" y="336844"/>
                  </a:cubicBezTo>
                  <a:cubicBezTo>
                    <a:pt x="252822" y="339419"/>
                    <a:pt x="258059" y="341380"/>
                    <a:pt x="262595" y="344661"/>
                  </a:cubicBezTo>
                  <a:cubicBezTo>
                    <a:pt x="262765" y="344784"/>
                    <a:pt x="263157" y="344600"/>
                    <a:pt x="263825" y="344506"/>
                  </a:cubicBezTo>
                  <a:cubicBezTo>
                    <a:pt x="263445" y="341768"/>
                    <a:pt x="263541" y="338885"/>
                    <a:pt x="262575" y="336419"/>
                  </a:cubicBezTo>
                  <a:cubicBezTo>
                    <a:pt x="261455" y="333561"/>
                    <a:pt x="261797" y="330588"/>
                    <a:pt x="260968" y="327729"/>
                  </a:cubicBezTo>
                  <a:cubicBezTo>
                    <a:pt x="260154" y="324923"/>
                    <a:pt x="260151" y="321882"/>
                    <a:pt x="259788" y="318945"/>
                  </a:cubicBezTo>
                  <a:cubicBezTo>
                    <a:pt x="259763" y="318747"/>
                    <a:pt x="259765" y="318495"/>
                    <a:pt x="259647" y="318367"/>
                  </a:cubicBezTo>
                  <a:cubicBezTo>
                    <a:pt x="258481" y="317104"/>
                    <a:pt x="258827" y="315546"/>
                    <a:pt x="258772" y="314065"/>
                  </a:cubicBezTo>
                  <a:cubicBezTo>
                    <a:pt x="258753" y="313563"/>
                    <a:pt x="258803" y="313037"/>
                    <a:pt x="258671" y="312564"/>
                  </a:cubicBezTo>
                  <a:cubicBezTo>
                    <a:pt x="257741" y="309241"/>
                    <a:pt x="256797" y="305925"/>
                    <a:pt x="256807" y="302430"/>
                  </a:cubicBezTo>
                  <a:cubicBezTo>
                    <a:pt x="256807" y="302131"/>
                    <a:pt x="256786" y="301816"/>
                    <a:pt x="256691" y="301537"/>
                  </a:cubicBezTo>
                  <a:cubicBezTo>
                    <a:pt x="255441" y="297857"/>
                    <a:pt x="255029" y="294040"/>
                    <a:pt x="254873" y="290189"/>
                  </a:cubicBezTo>
                  <a:cubicBezTo>
                    <a:pt x="254804" y="288479"/>
                    <a:pt x="254934" y="286760"/>
                    <a:pt x="254845" y="285052"/>
                  </a:cubicBezTo>
                  <a:cubicBezTo>
                    <a:pt x="254711" y="282477"/>
                    <a:pt x="255639" y="280450"/>
                    <a:pt x="257463" y="278637"/>
                  </a:cubicBezTo>
                  <a:cubicBezTo>
                    <a:pt x="268887" y="267276"/>
                    <a:pt x="280255" y="255861"/>
                    <a:pt x="291666" y="244488"/>
                  </a:cubicBezTo>
                  <a:cubicBezTo>
                    <a:pt x="292353" y="243802"/>
                    <a:pt x="293252" y="243331"/>
                    <a:pt x="294040" y="242744"/>
                  </a:cubicBezTo>
                  <a:cubicBezTo>
                    <a:pt x="295758" y="241463"/>
                    <a:pt x="297453" y="240160"/>
                    <a:pt x="298491" y="237947"/>
                  </a:cubicBezTo>
                  <a:cubicBezTo>
                    <a:pt x="294957" y="237577"/>
                    <a:pt x="291710" y="237237"/>
                    <a:pt x="288463" y="236899"/>
                  </a:cubicBezTo>
                  <a:cubicBezTo>
                    <a:pt x="288263" y="236878"/>
                    <a:pt x="288008" y="236948"/>
                    <a:pt x="287868" y="236849"/>
                  </a:cubicBezTo>
                  <a:cubicBezTo>
                    <a:pt x="284991" y="234821"/>
                    <a:pt x="281488" y="236341"/>
                    <a:pt x="278311" y="235022"/>
                  </a:cubicBezTo>
                  <a:cubicBezTo>
                    <a:pt x="275507" y="233857"/>
                    <a:pt x="272011" y="234488"/>
                    <a:pt x="268931" y="233820"/>
                  </a:cubicBezTo>
                  <a:cubicBezTo>
                    <a:pt x="266192" y="233226"/>
                    <a:pt x="263500" y="232722"/>
                    <a:pt x="260702" y="232792"/>
                  </a:cubicBezTo>
                  <a:cubicBezTo>
                    <a:pt x="260516" y="232797"/>
                    <a:pt x="260330" y="232650"/>
                    <a:pt x="260137" y="232605"/>
                  </a:cubicBezTo>
                  <a:cubicBezTo>
                    <a:pt x="258999" y="232339"/>
                    <a:pt x="257872" y="231976"/>
                    <a:pt x="256718" y="231842"/>
                  </a:cubicBezTo>
                  <a:cubicBezTo>
                    <a:pt x="253468" y="231464"/>
                    <a:pt x="250100" y="231568"/>
                    <a:pt x="246987" y="230719"/>
                  </a:cubicBezTo>
                  <a:cubicBezTo>
                    <a:pt x="245018" y="230181"/>
                    <a:pt x="243138" y="229922"/>
                    <a:pt x="241161" y="229838"/>
                  </a:cubicBezTo>
                  <a:cubicBezTo>
                    <a:pt x="240778" y="229822"/>
                    <a:pt x="240364" y="229700"/>
                    <a:pt x="240030" y="229509"/>
                  </a:cubicBezTo>
                  <a:cubicBezTo>
                    <a:pt x="236862" y="227701"/>
                    <a:pt x="234150" y="225408"/>
                    <a:pt x="232486" y="222078"/>
                  </a:cubicBezTo>
                  <a:cubicBezTo>
                    <a:pt x="224599" y="206292"/>
                    <a:pt x="216729" y="190497"/>
                    <a:pt x="208820" y="174721"/>
                  </a:cubicBezTo>
                  <a:cubicBezTo>
                    <a:pt x="208517" y="174116"/>
                    <a:pt x="207890" y="173672"/>
                    <a:pt x="207381" y="173117"/>
                  </a:cubicBezTo>
                  <a:close/>
                  <a:moveTo>
                    <a:pt x="212342" y="127660"/>
                  </a:moveTo>
                  <a:cubicBezTo>
                    <a:pt x="216158" y="129160"/>
                    <a:pt x="218899" y="131750"/>
                    <a:pt x="220701" y="135347"/>
                  </a:cubicBezTo>
                  <a:cubicBezTo>
                    <a:pt x="224476" y="142884"/>
                    <a:pt x="228223" y="150435"/>
                    <a:pt x="231912" y="158014"/>
                  </a:cubicBezTo>
                  <a:cubicBezTo>
                    <a:pt x="235249" y="164868"/>
                    <a:pt x="238438" y="171794"/>
                    <a:pt x="241792" y="178639"/>
                  </a:cubicBezTo>
                  <a:cubicBezTo>
                    <a:pt x="245890" y="187005"/>
                    <a:pt x="250092" y="195319"/>
                    <a:pt x="254267" y="203693"/>
                  </a:cubicBezTo>
                  <a:cubicBezTo>
                    <a:pt x="257275" y="204074"/>
                    <a:pt x="260451" y="203879"/>
                    <a:pt x="263098" y="204968"/>
                  </a:cubicBezTo>
                  <a:cubicBezTo>
                    <a:pt x="266253" y="206266"/>
                    <a:pt x="269757" y="204801"/>
                    <a:pt x="272644" y="206786"/>
                  </a:cubicBezTo>
                  <a:cubicBezTo>
                    <a:pt x="272718" y="206837"/>
                    <a:pt x="272841" y="206817"/>
                    <a:pt x="272941" y="206827"/>
                  </a:cubicBezTo>
                  <a:cubicBezTo>
                    <a:pt x="276299" y="207152"/>
                    <a:pt x="279660" y="207452"/>
                    <a:pt x="283014" y="207816"/>
                  </a:cubicBezTo>
                  <a:cubicBezTo>
                    <a:pt x="283982" y="207921"/>
                    <a:pt x="284933" y="208196"/>
                    <a:pt x="285885" y="208420"/>
                  </a:cubicBezTo>
                  <a:cubicBezTo>
                    <a:pt x="286170" y="208487"/>
                    <a:pt x="286455" y="208781"/>
                    <a:pt x="286705" y="208742"/>
                  </a:cubicBezTo>
                  <a:cubicBezTo>
                    <a:pt x="289954" y="208244"/>
                    <a:pt x="292977" y="209572"/>
                    <a:pt x="296116" y="209936"/>
                  </a:cubicBezTo>
                  <a:cubicBezTo>
                    <a:pt x="299918" y="210378"/>
                    <a:pt x="303807" y="210386"/>
                    <a:pt x="307492" y="211688"/>
                  </a:cubicBezTo>
                  <a:cubicBezTo>
                    <a:pt x="308128" y="211913"/>
                    <a:pt x="308886" y="211800"/>
                    <a:pt x="309588" y="211828"/>
                  </a:cubicBezTo>
                  <a:cubicBezTo>
                    <a:pt x="311265" y="211894"/>
                    <a:pt x="313031" y="211482"/>
                    <a:pt x="314487" y="212746"/>
                  </a:cubicBezTo>
                  <a:cubicBezTo>
                    <a:pt x="314554" y="212804"/>
                    <a:pt x="314678" y="212804"/>
                    <a:pt x="314778" y="212815"/>
                  </a:cubicBezTo>
                  <a:cubicBezTo>
                    <a:pt x="317735" y="213144"/>
                    <a:pt x="320697" y="213434"/>
                    <a:pt x="323647" y="213814"/>
                  </a:cubicBezTo>
                  <a:cubicBezTo>
                    <a:pt x="324800" y="213963"/>
                    <a:pt x="325927" y="214317"/>
                    <a:pt x="327068" y="214564"/>
                  </a:cubicBezTo>
                  <a:cubicBezTo>
                    <a:pt x="327555" y="214669"/>
                    <a:pt x="328055" y="214836"/>
                    <a:pt x="328540" y="214809"/>
                  </a:cubicBezTo>
                  <a:cubicBezTo>
                    <a:pt x="333269" y="214545"/>
                    <a:pt x="336694" y="216955"/>
                    <a:pt x="339677" y="220235"/>
                  </a:cubicBezTo>
                  <a:cubicBezTo>
                    <a:pt x="341049" y="221743"/>
                    <a:pt x="341915" y="223478"/>
                    <a:pt x="341831" y="225615"/>
                  </a:cubicBezTo>
                  <a:cubicBezTo>
                    <a:pt x="341759" y="227426"/>
                    <a:pt x="341757" y="229245"/>
                    <a:pt x="341831" y="231056"/>
                  </a:cubicBezTo>
                  <a:cubicBezTo>
                    <a:pt x="341923" y="233311"/>
                    <a:pt x="340999" y="235153"/>
                    <a:pt x="339494" y="236663"/>
                  </a:cubicBezTo>
                  <a:cubicBezTo>
                    <a:pt x="326561" y="249652"/>
                    <a:pt x="313593" y="262605"/>
                    <a:pt x="300635" y="275569"/>
                  </a:cubicBezTo>
                  <a:cubicBezTo>
                    <a:pt x="294407" y="279753"/>
                    <a:pt x="289855" y="285727"/>
                    <a:pt x="284407" y="290743"/>
                  </a:cubicBezTo>
                  <a:cubicBezTo>
                    <a:pt x="283026" y="292015"/>
                    <a:pt x="282055" y="293292"/>
                    <a:pt x="283523" y="295120"/>
                  </a:cubicBezTo>
                  <a:cubicBezTo>
                    <a:pt x="283698" y="295338"/>
                    <a:pt x="283780" y="295669"/>
                    <a:pt x="283813" y="295958"/>
                  </a:cubicBezTo>
                  <a:cubicBezTo>
                    <a:pt x="284142" y="298813"/>
                    <a:pt x="284341" y="301688"/>
                    <a:pt x="284798" y="304522"/>
                  </a:cubicBezTo>
                  <a:cubicBezTo>
                    <a:pt x="285202" y="307027"/>
                    <a:pt x="285882" y="309487"/>
                    <a:pt x="286456" y="311964"/>
                  </a:cubicBezTo>
                  <a:cubicBezTo>
                    <a:pt x="286522" y="312250"/>
                    <a:pt x="286760" y="312504"/>
                    <a:pt x="286795" y="312788"/>
                  </a:cubicBezTo>
                  <a:cubicBezTo>
                    <a:pt x="287133" y="315542"/>
                    <a:pt x="287415" y="318303"/>
                    <a:pt x="287779" y="321054"/>
                  </a:cubicBezTo>
                  <a:cubicBezTo>
                    <a:pt x="287906" y="322016"/>
                    <a:pt x="288204" y="322956"/>
                    <a:pt x="288445" y="323901"/>
                  </a:cubicBezTo>
                  <a:cubicBezTo>
                    <a:pt x="288518" y="324187"/>
                    <a:pt x="288729" y="324447"/>
                    <a:pt x="288766" y="324733"/>
                  </a:cubicBezTo>
                  <a:cubicBezTo>
                    <a:pt x="289142" y="327671"/>
                    <a:pt x="289125" y="330721"/>
                    <a:pt x="289957" y="333521"/>
                  </a:cubicBezTo>
                  <a:cubicBezTo>
                    <a:pt x="290810" y="336393"/>
                    <a:pt x="290336" y="339401"/>
                    <a:pt x="291524" y="342235"/>
                  </a:cubicBezTo>
                  <a:cubicBezTo>
                    <a:pt x="292379" y="344274"/>
                    <a:pt x="292547" y="346634"/>
                    <a:pt x="292813" y="348876"/>
                  </a:cubicBezTo>
                  <a:cubicBezTo>
                    <a:pt x="293001" y="350452"/>
                    <a:pt x="293153" y="351970"/>
                    <a:pt x="293576" y="353546"/>
                  </a:cubicBezTo>
                  <a:cubicBezTo>
                    <a:pt x="294337" y="356379"/>
                    <a:pt x="294450" y="359387"/>
                    <a:pt x="294817" y="362324"/>
                  </a:cubicBezTo>
                  <a:cubicBezTo>
                    <a:pt x="294880" y="362821"/>
                    <a:pt x="294691" y="363422"/>
                    <a:pt x="294908" y="363817"/>
                  </a:cubicBezTo>
                  <a:cubicBezTo>
                    <a:pt x="296682" y="367046"/>
                    <a:pt x="295510" y="370528"/>
                    <a:pt x="295847" y="373874"/>
                  </a:cubicBezTo>
                  <a:cubicBezTo>
                    <a:pt x="295857" y="373974"/>
                    <a:pt x="295854" y="374076"/>
                    <a:pt x="295844" y="374176"/>
                  </a:cubicBezTo>
                  <a:cubicBezTo>
                    <a:pt x="295498" y="377804"/>
                    <a:pt x="289146" y="383724"/>
                    <a:pt x="285487" y="383829"/>
                  </a:cubicBezTo>
                  <a:cubicBezTo>
                    <a:pt x="285387" y="383832"/>
                    <a:pt x="285283" y="383814"/>
                    <a:pt x="285185" y="383831"/>
                  </a:cubicBezTo>
                  <a:cubicBezTo>
                    <a:pt x="279025" y="384921"/>
                    <a:pt x="273885" y="382185"/>
                    <a:pt x="268864" y="379301"/>
                  </a:cubicBezTo>
                  <a:cubicBezTo>
                    <a:pt x="261647" y="375156"/>
                    <a:pt x="254023" y="371783"/>
                    <a:pt x="246812" y="367672"/>
                  </a:cubicBezTo>
                  <a:cubicBezTo>
                    <a:pt x="240599" y="364130"/>
                    <a:pt x="233956" y="361432"/>
                    <a:pt x="227868" y="357745"/>
                  </a:cubicBezTo>
                  <a:cubicBezTo>
                    <a:pt x="222077" y="354239"/>
                    <a:pt x="215856" y="351639"/>
                    <a:pt x="209986" y="348347"/>
                  </a:cubicBezTo>
                  <a:cubicBezTo>
                    <a:pt x="208105" y="347292"/>
                    <a:pt x="206660" y="347341"/>
                    <a:pt x="204801" y="348344"/>
                  </a:cubicBezTo>
                  <a:cubicBezTo>
                    <a:pt x="197564" y="352246"/>
                    <a:pt x="190093" y="355737"/>
                    <a:pt x="182992" y="359866"/>
                  </a:cubicBezTo>
                  <a:cubicBezTo>
                    <a:pt x="176034" y="363912"/>
                    <a:pt x="168532" y="366892"/>
                    <a:pt x="161660" y="370993"/>
                  </a:cubicBezTo>
                  <a:cubicBezTo>
                    <a:pt x="155587" y="374617"/>
                    <a:pt x="149100" y="377354"/>
                    <a:pt x="142972" y="380811"/>
                  </a:cubicBezTo>
                  <a:cubicBezTo>
                    <a:pt x="142800" y="380908"/>
                    <a:pt x="142527" y="380879"/>
                    <a:pt x="142408" y="381007"/>
                  </a:cubicBezTo>
                  <a:cubicBezTo>
                    <a:pt x="138818" y="384910"/>
                    <a:pt x="134037" y="384143"/>
                    <a:pt x="129702" y="383653"/>
                  </a:cubicBezTo>
                  <a:cubicBezTo>
                    <a:pt x="126618" y="383304"/>
                    <a:pt x="123744" y="381734"/>
                    <a:pt x="121712" y="378607"/>
                  </a:cubicBezTo>
                  <a:cubicBezTo>
                    <a:pt x="120342" y="376498"/>
                    <a:pt x="120173" y="374179"/>
                    <a:pt x="119089" y="372112"/>
                  </a:cubicBezTo>
                  <a:cubicBezTo>
                    <a:pt x="118792" y="371546"/>
                    <a:pt x="118840" y="370704"/>
                    <a:pt x="118962" y="370030"/>
                  </a:cubicBezTo>
                  <a:cubicBezTo>
                    <a:pt x="119484" y="367135"/>
                    <a:pt x="120101" y="364256"/>
                    <a:pt x="120667" y="361368"/>
                  </a:cubicBezTo>
                  <a:cubicBezTo>
                    <a:pt x="121103" y="359150"/>
                    <a:pt x="121610" y="356939"/>
                    <a:pt x="121906" y="354702"/>
                  </a:cubicBezTo>
                  <a:cubicBezTo>
                    <a:pt x="122113" y="353133"/>
                    <a:pt x="122187" y="351612"/>
                    <a:pt x="122645" y="350026"/>
                  </a:cubicBezTo>
                  <a:cubicBezTo>
                    <a:pt x="123431" y="347304"/>
                    <a:pt x="123486" y="344375"/>
                    <a:pt x="123909" y="341543"/>
                  </a:cubicBezTo>
                  <a:cubicBezTo>
                    <a:pt x="124066" y="340490"/>
                    <a:pt x="124390" y="339461"/>
                    <a:pt x="124647" y="338424"/>
                  </a:cubicBezTo>
                  <a:cubicBezTo>
                    <a:pt x="124719" y="338134"/>
                    <a:pt x="124872" y="337858"/>
                    <a:pt x="124906" y="337566"/>
                  </a:cubicBezTo>
                  <a:cubicBezTo>
                    <a:pt x="125238" y="334712"/>
                    <a:pt x="125441" y="331837"/>
                    <a:pt x="125905" y="329005"/>
                  </a:cubicBezTo>
                  <a:cubicBezTo>
                    <a:pt x="126314" y="326504"/>
                    <a:pt x="127003" y="324048"/>
                    <a:pt x="127580" y="321575"/>
                  </a:cubicBezTo>
                  <a:cubicBezTo>
                    <a:pt x="127647" y="321287"/>
                    <a:pt x="127850" y="321023"/>
                    <a:pt x="127885" y="320735"/>
                  </a:cubicBezTo>
                  <a:cubicBezTo>
                    <a:pt x="128227" y="317881"/>
                    <a:pt x="128162" y="314909"/>
                    <a:pt x="128977" y="312200"/>
                  </a:cubicBezTo>
                  <a:cubicBezTo>
                    <a:pt x="129863" y="309254"/>
                    <a:pt x="129704" y="306204"/>
                    <a:pt x="130631" y="303245"/>
                  </a:cubicBezTo>
                  <a:cubicBezTo>
                    <a:pt x="131592" y="300180"/>
                    <a:pt x="131508" y="296785"/>
                    <a:pt x="131857" y="293532"/>
                  </a:cubicBezTo>
                  <a:cubicBezTo>
                    <a:pt x="132009" y="292120"/>
                    <a:pt x="130943" y="291391"/>
                    <a:pt x="130095" y="290542"/>
                  </a:cubicBezTo>
                  <a:cubicBezTo>
                    <a:pt x="123192" y="283632"/>
                    <a:pt x="116296" y="276715"/>
                    <a:pt x="109393" y="269805"/>
                  </a:cubicBezTo>
                  <a:cubicBezTo>
                    <a:pt x="105336" y="265744"/>
                    <a:pt x="101519" y="261399"/>
                    <a:pt x="97152" y="257704"/>
                  </a:cubicBezTo>
                  <a:cubicBezTo>
                    <a:pt x="89929" y="251591"/>
                    <a:pt x="83353" y="244838"/>
                    <a:pt x="76795" y="238070"/>
                  </a:cubicBezTo>
                  <a:cubicBezTo>
                    <a:pt x="73114" y="234271"/>
                    <a:pt x="72086" y="229654"/>
                    <a:pt x="73682" y="224339"/>
                  </a:cubicBezTo>
                  <a:cubicBezTo>
                    <a:pt x="75063" y="219742"/>
                    <a:pt x="77943" y="216914"/>
                    <a:pt x="82184" y="215155"/>
                  </a:cubicBezTo>
                  <a:cubicBezTo>
                    <a:pt x="82367" y="215078"/>
                    <a:pt x="82539" y="214939"/>
                    <a:pt x="82728" y="214914"/>
                  </a:cubicBezTo>
                  <a:cubicBezTo>
                    <a:pt x="85666" y="214533"/>
                    <a:pt x="88644" y="214351"/>
                    <a:pt x="91536" y="213749"/>
                  </a:cubicBezTo>
                  <a:cubicBezTo>
                    <a:pt x="95201" y="212987"/>
                    <a:pt x="99053" y="213471"/>
                    <a:pt x="102604" y="211981"/>
                  </a:cubicBezTo>
                  <a:cubicBezTo>
                    <a:pt x="103215" y="211725"/>
                    <a:pt x="103994" y="211863"/>
                    <a:pt x="104696" y="211832"/>
                  </a:cubicBezTo>
                  <a:cubicBezTo>
                    <a:pt x="106372" y="211756"/>
                    <a:pt x="108137" y="212197"/>
                    <a:pt x="109609" y="210948"/>
                  </a:cubicBezTo>
                  <a:cubicBezTo>
                    <a:pt x="109742" y="210836"/>
                    <a:pt x="109994" y="210850"/>
                    <a:pt x="110193" y="210831"/>
                  </a:cubicBezTo>
                  <a:cubicBezTo>
                    <a:pt x="113654" y="210508"/>
                    <a:pt x="117122" y="210245"/>
                    <a:pt x="120574" y="209839"/>
                  </a:cubicBezTo>
                  <a:cubicBezTo>
                    <a:pt x="121720" y="209704"/>
                    <a:pt x="122806" y="209102"/>
                    <a:pt x="123953" y="208904"/>
                  </a:cubicBezTo>
                  <a:cubicBezTo>
                    <a:pt x="124934" y="208736"/>
                    <a:pt x="125962" y="208840"/>
                    <a:pt x="127234" y="208820"/>
                  </a:cubicBezTo>
                  <a:cubicBezTo>
                    <a:pt x="129329" y="207880"/>
                    <a:pt x="131424" y="208171"/>
                    <a:pt x="133268" y="207679"/>
                  </a:cubicBezTo>
                  <a:cubicBezTo>
                    <a:pt x="136636" y="206781"/>
                    <a:pt x="140242" y="207597"/>
                    <a:pt x="143451" y="206006"/>
                  </a:cubicBezTo>
                  <a:cubicBezTo>
                    <a:pt x="143626" y="205919"/>
                    <a:pt x="143836" y="205884"/>
                    <a:pt x="144033" y="205864"/>
                  </a:cubicBezTo>
                  <a:cubicBezTo>
                    <a:pt x="147479" y="205507"/>
                    <a:pt x="150931" y="205207"/>
                    <a:pt x="154369" y="204785"/>
                  </a:cubicBezTo>
                  <a:cubicBezTo>
                    <a:pt x="156324" y="204544"/>
                    <a:pt x="158297" y="204245"/>
                    <a:pt x="160175" y="203684"/>
                  </a:cubicBezTo>
                  <a:cubicBezTo>
                    <a:pt x="160875" y="203475"/>
                    <a:pt x="161494" y="202529"/>
                    <a:pt x="161873" y="201779"/>
                  </a:cubicBezTo>
                  <a:cubicBezTo>
                    <a:pt x="167201" y="191240"/>
                    <a:pt x="172492" y="180684"/>
                    <a:pt x="177768" y="170119"/>
                  </a:cubicBezTo>
                  <a:cubicBezTo>
                    <a:pt x="180913" y="163819"/>
                    <a:pt x="184049" y="157514"/>
                    <a:pt x="187126" y="151180"/>
                  </a:cubicBezTo>
                  <a:cubicBezTo>
                    <a:pt x="189630" y="146026"/>
                    <a:pt x="192005" y="140808"/>
                    <a:pt x="194505" y="135651"/>
                  </a:cubicBezTo>
                  <a:cubicBezTo>
                    <a:pt x="196212" y="132130"/>
                    <a:pt x="197985" y="129736"/>
                    <a:pt x="201067" y="128344"/>
                  </a:cubicBezTo>
                  <a:cubicBezTo>
                    <a:pt x="204620" y="126739"/>
                    <a:pt x="208435" y="126124"/>
                    <a:pt x="212342" y="127660"/>
                  </a:cubicBezTo>
                  <a:close/>
                  <a:moveTo>
                    <a:pt x="294662" y="1"/>
                  </a:moveTo>
                  <a:lnTo>
                    <a:pt x="294665" y="1"/>
                  </a:lnTo>
                  <a:lnTo>
                    <a:pt x="314467" y="1"/>
                  </a:lnTo>
                  <a:cubicBezTo>
                    <a:pt x="315301" y="1"/>
                    <a:pt x="316135" y="28"/>
                    <a:pt x="317299" y="379"/>
                  </a:cubicBezTo>
                  <a:cubicBezTo>
                    <a:pt x="317622" y="15743"/>
                    <a:pt x="317616" y="30768"/>
                    <a:pt x="317609" y="45794"/>
                  </a:cubicBezTo>
                  <a:cubicBezTo>
                    <a:pt x="316544" y="45854"/>
                    <a:pt x="315478" y="45968"/>
                    <a:pt x="314412" y="45968"/>
                  </a:cubicBezTo>
                  <a:lnTo>
                    <a:pt x="294743" y="45959"/>
                  </a:lnTo>
                  <a:lnTo>
                    <a:pt x="294616" y="45968"/>
                  </a:lnTo>
                  <a:lnTo>
                    <a:pt x="190595" y="45915"/>
                  </a:lnTo>
                  <a:lnTo>
                    <a:pt x="104056" y="45878"/>
                  </a:lnTo>
                  <a:lnTo>
                    <a:pt x="104056" y="45871"/>
                  </a:lnTo>
                  <a:lnTo>
                    <a:pt x="47217" y="45842"/>
                  </a:lnTo>
                  <a:cubicBezTo>
                    <a:pt x="46702" y="45831"/>
                    <a:pt x="46539" y="45942"/>
                    <a:pt x="46376" y="46052"/>
                  </a:cubicBezTo>
                  <a:cubicBezTo>
                    <a:pt x="46238" y="47644"/>
                    <a:pt x="45979" y="49236"/>
                    <a:pt x="45978" y="50828"/>
                  </a:cubicBezTo>
                  <a:cubicBezTo>
                    <a:pt x="45959" y="152616"/>
                    <a:pt x="45961" y="254405"/>
                    <a:pt x="45961" y="356193"/>
                  </a:cubicBezTo>
                  <a:cubicBezTo>
                    <a:pt x="45961" y="435003"/>
                    <a:pt x="45961" y="513813"/>
                    <a:pt x="45961" y="592624"/>
                  </a:cubicBezTo>
                  <a:cubicBezTo>
                    <a:pt x="45961" y="593794"/>
                    <a:pt x="45961" y="594964"/>
                    <a:pt x="45961" y="596617"/>
                  </a:cubicBezTo>
                  <a:cubicBezTo>
                    <a:pt x="46839" y="596029"/>
                    <a:pt x="47443" y="595852"/>
                    <a:pt x="47560" y="595509"/>
                  </a:cubicBezTo>
                  <a:cubicBezTo>
                    <a:pt x="48245" y="593500"/>
                    <a:pt x="50054" y="592414"/>
                    <a:pt x="51222" y="590825"/>
                  </a:cubicBezTo>
                  <a:cubicBezTo>
                    <a:pt x="54052" y="586976"/>
                    <a:pt x="57935" y="584009"/>
                    <a:pt x="60343" y="579819"/>
                  </a:cubicBezTo>
                  <a:cubicBezTo>
                    <a:pt x="60440" y="579650"/>
                    <a:pt x="60622" y="579530"/>
                    <a:pt x="60758" y="579382"/>
                  </a:cubicBezTo>
                  <a:cubicBezTo>
                    <a:pt x="64256" y="575545"/>
                    <a:pt x="68093" y="571957"/>
                    <a:pt x="71145" y="567794"/>
                  </a:cubicBezTo>
                  <a:cubicBezTo>
                    <a:pt x="73738" y="564256"/>
                    <a:pt x="77494" y="561722"/>
                    <a:pt x="79446" y="557702"/>
                  </a:cubicBezTo>
                  <a:cubicBezTo>
                    <a:pt x="79530" y="557530"/>
                    <a:pt x="79726" y="557415"/>
                    <a:pt x="79862" y="557266"/>
                  </a:cubicBezTo>
                  <a:cubicBezTo>
                    <a:pt x="83366" y="553424"/>
                    <a:pt x="87086" y="549751"/>
                    <a:pt x="90305" y="545682"/>
                  </a:cubicBezTo>
                  <a:cubicBezTo>
                    <a:pt x="92800" y="542528"/>
                    <a:pt x="95884" y="539905"/>
                    <a:pt x="98214" y="536712"/>
                  </a:cubicBezTo>
                  <a:cubicBezTo>
                    <a:pt x="99943" y="534339"/>
                    <a:pt x="102033" y="532392"/>
                    <a:pt x="103882" y="530189"/>
                  </a:cubicBezTo>
                  <a:cubicBezTo>
                    <a:pt x="106486" y="527084"/>
                    <a:pt x="108950" y="523861"/>
                    <a:pt x="111478" y="520692"/>
                  </a:cubicBezTo>
                  <a:cubicBezTo>
                    <a:pt x="111666" y="520457"/>
                    <a:pt x="111892" y="520251"/>
                    <a:pt x="112096" y="520028"/>
                  </a:cubicBezTo>
                  <a:cubicBezTo>
                    <a:pt x="115666" y="516121"/>
                    <a:pt x="119315" y="512283"/>
                    <a:pt x="122779" y="508284"/>
                  </a:cubicBezTo>
                  <a:cubicBezTo>
                    <a:pt x="125431" y="505222"/>
                    <a:pt x="127848" y="501956"/>
                    <a:pt x="130373" y="498784"/>
                  </a:cubicBezTo>
                  <a:cubicBezTo>
                    <a:pt x="130498" y="498627"/>
                    <a:pt x="130658" y="498499"/>
                    <a:pt x="130794" y="498351"/>
                  </a:cubicBezTo>
                  <a:cubicBezTo>
                    <a:pt x="134431" y="494370"/>
                    <a:pt x="138146" y="490458"/>
                    <a:pt x="141677" y="486385"/>
                  </a:cubicBezTo>
                  <a:cubicBezTo>
                    <a:pt x="144336" y="483319"/>
                    <a:pt x="146758" y="480047"/>
                    <a:pt x="149288" y="476869"/>
                  </a:cubicBezTo>
                  <a:cubicBezTo>
                    <a:pt x="149413" y="476712"/>
                    <a:pt x="149569" y="476581"/>
                    <a:pt x="149705" y="476432"/>
                  </a:cubicBezTo>
                  <a:cubicBezTo>
                    <a:pt x="153267" y="472522"/>
                    <a:pt x="156903" y="468677"/>
                    <a:pt x="160365" y="464680"/>
                  </a:cubicBezTo>
                  <a:cubicBezTo>
                    <a:pt x="163148" y="461467"/>
                    <a:pt x="165693" y="458049"/>
                    <a:pt x="168401" y="454769"/>
                  </a:cubicBezTo>
                  <a:cubicBezTo>
                    <a:pt x="169295" y="453687"/>
                    <a:pt x="170439" y="452812"/>
                    <a:pt x="171350" y="451740"/>
                  </a:cubicBezTo>
                  <a:cubicBezTo>
                    <a:pt x="174694" y="447805"/>
                    <a:pt x="177987" y="443827"/>
                    <a:pt x="181301" y="439867"/>
                  </a:cubicBezTo>
                  <a:cubicBezTo>
                    <a:pt x="181430" y="439713"/>
                    <a:pt x="181587" y="439583"/>
                    <a:pt x="181723" y="439434"/>
                  </a:cubicBezTo>
                  <a:cubicBezTo>
                    <a:pt x="185287" y="435524"/>
                    <a:pt x="188926" y="431680"/>
                    <a:pt x="192388" y="427681"/>
                  </a:cubicBezTo>
                  <a:cubicBezTo>
                    <a:pt x="195107" y="424540"/>
                    <a:pt x="197561" y="421171"/>
                    <a:pt x="200226" y="417981"/>
                  </a:cubicBezTo>
                  <a:cubicBezTo>
                    <a:pt x="201384" y="416595"/>
                    <a:pt x="202717" y="415338"/>
                    <a:pt x="204090" y="414162"/>
                  </a:cubicBezTo>
                  <a:cubicBezTo>
                    <a:pt x="204550" y="413768"/>
                    <a:pt x="205380" y="413806"/>
                    <a:pt x="205873" y="413687"/>
                  </a:cubicBezTo>
                  <a:cubicBezTo>
                    <a:pt x="207185" y="415209"/>
                    <a:pt x="208318" y="416574"/>
                    <a:pt x="209504" y="417891"/>
                  </a:cubicBezTo>
                  <a:cubicBezTo>
                    <a:pt x="212711" y="421452"/>
                    <a:pt x="216210" y="424793"/>
                    <a:pt x="219062" y="428618"/>
                  </a:cubicBezTo>
                  <a:cubicBezTo>
                    <a:pt x="220810" y="430963"/>
                    <a:pt x="222926" y="432905"/>
                    <a:pt x="224709" y="435155"/>
                  </a:cubicBezTo>
                  <a:cubicBezTo>
                    <a:pt x="228919" y="440467"/>
                    <a:pt x="233549" y="445402"/>
                    <a:pt x="237970" y="450520"/>
                  </a:cubicBezTo>
                  <a:cubicBezTo>
                    <a:pt x="241930" y="455105"/>
                    <a:pt x="245682" y="459873"/>
                    <a:pt x="250072" y="464537"/>
                  </a:cubicBezTo>
                  <a:cubicBezTo>
                    <a:pt x="250422" y="464935"/>
                    <a:pt x="250590" y="465044"/>
                    <a:pt x="250759" y="465154"/>
                  </a:cubicBezTo>
                  <a:cubicBezTo>
                    <a:pt x="251324" y="466050"/>
                    <a:pt x="251796" y="467024"/>
                    <a:pt x="252473" y="467827"/>
                  </a:cubicBezTo>
                  <a:cubicBezTo>
                    <a:pt x="254206" y="469881"/>
                    <a:pt x="256030" y="471859"/>
                    <a:pt x="257920" y="474237"/>
                  </a:cubicBezTo>
                  <a:cubicBezTo>
                    <a:pt x="258405" y="474904"/>
                    <a:pt x="258787" y="475201"/>
                    <a:pt x="259169" y="475498"/>
                  </a:cubicBezTo>
                  <a:cubicBezTo>
                    <a:pt x="259687" y="476011"/>
                    <a:pt x="260205" y="476525"/>
                    <a:pt x="260884" y="477350"/>
                  </a:cubicBezTo>
                  <a:cubicBezTo>
                    <a:pt x="261428" y="477948"/>
                    <a:pt x="261811" y="478234"/>
                    <a:pt x="262193" y="478520"/>
                  </a:cubicBezTo>
                  <a:cubicBezTo>
                    <a:pt x="262775" y="479375"/>
                    <a:pt x="263358" y="480230"/>
                    <a:pt x="264058" y="481416"/>
                  </a:cubicBezTo>
                  <a:cubicBezTo>
                    <a:pt x="264354" y="481837"/>
                    <a:pt x="264531" y="481928"/>
                    <a:pt x="264709" y="482018"/>
                  </a:cubicBezTo>
                  <a:cubicBezTo>
                    <a:pt x="266029" y="483344"/>
                    <a:pt x="267349" y="484670"/>
                    <a:pt x="268834" y="486297"/>
                  </a:cubicBezTo>
                  <a:cubicBezTo>
                    <a:pt x="269180" y="486687"/>
                    <a:pt x="269362" y="486775"/>
                    <a:pt x="269543" y="486864"/>
                  </a:cubicBezTo>
                  <a:cubicBezTo>
                    <a:pt x="269955" y="487640"/>
                    <a:pt x="270230" y="488539"/>
                    <a:pt x="270801" y="489172"/>
                  </a:cubicBezTo>
                  <a:cubicBezTo>
                    <a:pt x="274578" y="493357"/>
                    <a:pt x="278419" y="497486"/>
                    <a:pt x="282362" y="501957"/>
                  </a:cubicBezTo>
                  <a:cubicBezTo>
                    <a:pt x="282813" y="502780"/>
                    <a:pt x="283141" y="503279"/>
                    <a:pt x="283469" y="503777"/>
                  </a:cubicBezTo>
                  <a:cubicBezTo>
                    <a:pt x="284975" y="505325"/>
                    <a:pt x="286481" y="506873"/>
                    <a:pt x="288166" y="508740"/>
                  </a:cubicBezTo>
                  <a:cubicBezTo>
                    <a:pt x="288675" y="509587"/>
                    <a:pt x="289006" y="510115"/>
                    <a:pt x="289336" y="510643"/>
                  </a:cubicBezTo>
                  <a:cubicBezTo>
                    <a:pt x="291046" y="512389"/>
                    <a:pt x="292785" y="514109"/>
                    <a:pt x="294451" y="515896"/>
                  </a:cubicBezTo>
                  <a:cubicBezTo>
                    <a:pt x="295027" y="516515"/>
                    <a:pt x="295420" y="517303"/>
                    <a:pt x="296027" y="518356"/>
                  </a:cubicBezTo>
                  <a:cubicBezTo>
                    <a:pt x="296339" y="518798"/>
                    <a:pt x="296520" y="518897"/>
                    <a:pt x="296701" y="518997"/>
                  </a:cubicBezTo>
                  <a:cubicBezTo>
                    <a:pt x="297399" y="519728"/>
                    <a:pt x="298097" y="520459"/>
                    <a:pt x="298980" y="521495"/>
                  </a:cubicBezTo>
                  <a:cubicBezTo>
                    <a:pt x="299550" y="522079"/>
                    <a:pt x="299936" y="522358"/>
                    <a:pt x="300322" y="522637"/>
                  </a:cubicBezTo>
                  <a:cubicBezTo>
                    <a:pt x="302137" y="525764"/>
                    <a:pt x="304772" y="528178"/>
                    <a:pt x="307288" y="530701"/>
                  </a:cubicBezTo>
                  <a:cubicBezTo>
                    <a:pt x="307608" y="531022"/>
                    <a:pt x="307693" y="531578"/>
                    <a:pt x="308034" y="532359"/>
                  </a:cubicBezTo>
                  <a:cubicBezTo>
                    <a:pt x="308359" y="532793"/>
                    <a:pt x="308538" y="532892"/>
                    <a:pt x="308716" y="532992"/>
                  </a:cubicBezTo>
                  <a:cubicBezTo>
                    <a:pt x="310531" y="534848"/>
                    <a:pt x="312345" y="536704"/>
                    <a:pt x="314301" y="538898"/>
                  </a:cubicBezTo>
                  <a:cubicBezTo>
                    <a:pt x="314780" y="539743"/>
                    <a:pt x="315118" y="540250"/>
                    <a:pt x="315456" y="540756"/>
                  </a:cubicBezTo>
                  <a:cubicBezTo>
                    <a:pt x="316878" y="542216"/>
                    <a:pt x="318300" y="543676"/>
                    <a:pt x="319881" y="545442"/>
                  </a:cubicBezTo>
                  <a:cubicBezTo>
                    <a:pt x="320292" y="545939"/>
                    <a:pt x="320544" y="546131"/>
                    <a:pt x="320796" y="546323"/>
                  </a:cubicBezTo>
                  <a:cubicBezTo>
                    <a:pt x="321592" y="547421"/>
                    <a:pt x="322356" y="548545"/>
                    <a:pt x="323191" y="549613"/>
                  </a:cubicBezTo>
                  <a:cubicBezTo>
                    <a:pt x="324409" y="551169"/>
                    <a:pt x="325677" y="552685"/>
                    <a:pt x="327066" y="554520"/>
                  </a:cubicBezTo>
                  <a:cubicBezTo>
                    <a:pt x="327208" y="554821"/>
                    <a:pt x="327404" y="555001"/>
                    <a:pt x="327404" y="555001"/>
                  </a:cubicBezTo>
                  <a:cubicBezTo>
                    <a:pt x="327404" y="555001"/>
                    <a:pt x="327671" y="555000"/>
                    <a:pt x="327671" y="555000"/>
                  </a:cubicBezTo>
                  <a:cubicBezTo>
                    <a:pt x="329423" y="556776"/>
                    <a:pt x="331176" y="558552"/>
                    <a:pt x="333090" y="560605"/>
                  </a:cubicBezTo>
                  <a:cubicBezTo>
                    <a:pt x="333341" y="561070"/>
                    <a:pt x="333489" y="561167"/>
                    <a:pt x="333697" y="561173"/>
                  </a:cubicBezTo>
                  <a:cubicBezTo>
                    <a:pt x="333927" y="561696"/>
                    <a:pt x="334043" y="562322"/>
                    <a:pt x="334405" y="562727"/>
                  </a:cubicBezTo>
                  <a:cubicBezTo>
                    <a:pt x="337872" y="566609"/>
                    <a:pt x="341381" y="570454"/>
                    <a:pt x="345066" y="574578"/>
                  </a:cubicBezTo>
                  <a:cubicBezTo>
                    <a:pt x="345354" y="575037"/>
                    <a:pt x="345508" y="575156"/>
                    <a:pt x="345717" y="575203"/>
                  </a:cubicBezTo>
                  <a:cubicBezTo>
                    <a:pt x="346093" y="575889"/>
                    <a:pt x="346469" y="576575"/>
                    <a:pt x="347009" y="577528"/>
                  </a:cubicBezTo>
                  <a:cubicBezTo>
                    <a:pt x="347172" y="577796"/>
                    <a:pt x="347369" y="577970"/>
                    <a:pt x="347369" y="577970"/>
                  </a:cubicBezTo>
                  <a:cubicBezTo>
                    <a:pt x="347369" y="577970"/>
                    <a:pt x="347631" y="577959"/>
                    <a:pt x="347631" y="577959"/>
                  </a:cubicBezTo>
                  <a:cubicBezTo>
                    <a:pt x="348984" y="579333"/>
                    <a:pt x="350336" y="580706"/>
                    <a:pt x="351840" y="582365"/>
                  </a:cubicBezTo>
                  <a:cubicBezTo>
                    <a:pt x="351991" y="582651"/>
                    <a:pt x="352197" y="582832"/>
                    <a:pt x="352197" y="582832"/>
                  </a:cubicBezTo>
                  <a:cubicBezTo>
                    <a:pt x="352197" y="582832"/>
                    <a:pt x="352471" y="582807"/>
                    <a:pt x="352471" y="582807"/>
                  </a:cubicBezTo>
                  <a:cubicBezTo>
                    <a:pt x="352570" y="583186"/>
                    <a:pt x="352668" y="583566"/>
                    <a:pt x="352894" y="584270"/>
                  </a:cubicBezTo>
                  <a:cubicBezTo>
                    <a:pt x="353206" y="584691"/>
                    <a:pt x="353389" y="584787"/>
                    <a:pt x="353572" y="584882"/>
                  </a:cubicBezTo>
                  <a:cubicBezTo>
                    <a:pt x="356423" y="588100"/>
                    <a:pt x="359273" y="591317"/>
                    <a:pt x="362348" y="594823"/>
                  </a:cubicBezTo>
                  <a:cubicBezTo>
                    <a:pt x="362890" y="595245"/>
                    <a:pt x="363210" y="595379"/>
                    <a:pt x="363529" y="595513"/>
                  </a:cubicBezTo>
                  <a:cubicBezTo>
                    <a:pt x="363584" y="595165"/>
                    <a:pt x="363638" y="594817"/>
                    <a:pt x="363693" y="594469"/>
                  </a:cubicBezTo>
                  <a:cubicBezTo>
                    <a:pt x="363715" y="593160"/>
                    <a:pt x="363756" y="591850"/>
                    <a:pt x="363756" y="590541"/>
                  </a:cubicBezTo>
                  <a:lnTo>
                    <a:pt x="363755" y="345949"/>
                  </a:lnTo>
                  <a:lnTo>
                    <a:pt x="363755" y="145312"/>
                  </a:lnTo>
                  <a:lnTo>
                    <a:pt x="363755" y="91620"/>
                  </a:lnTo>
                  <a:lnTo>
                    <a:pt x="409729" y="91620"/>
                  </a:lnTo>
                  <a:lnTo>
                    <a:pt x="409728" y="145312"/>
                  </a:lnTo>
                  <a:lnTo>
                    <a:pt x="409729" y="145312"/>
                  </a:lnTo>
                  <a:lnTo>
                    <a:pt x="409726" y="261984"/>
                  </a:lnTo>
                  <a:lnTo>
                    <a:pt x="409725" y="345949"/>
                  </a:lnTo>
                  <a:lnTo>
                    <a:pt x="409724" y="345949"/>
                  </a:lnTo>
                  <a:lnTo>
                    <a:pt x="409716" y="711448"/>
                  </a:lnTo>
                  <a:cubicBezTo>
                    <a:pt x="409716" y="715075"/>
                    <a:pt x="409677" y="718701"/>
                    <a:pt x="409383" y="722594"/>
                  </a:cubicBezTo>
                  <a:cubicBezTo>
                    <a:pt x="408915" y="722876"/>
                    <a:pt x="408720" y="722894"/>
                    <a:pt x="408525" y="722911"/>
                  </a:cubicBezTo>
                  <a:cubicBezTo>
                    <a:pt x="408287" y="722677"/>
                    <a:pt x="408049" y="722443"/>
                    <a:pt x="407634" y="721958"/>
                  </a:cubicBezTo>
                  <a:cubicBezTo>
                    <a:pt x="407284" y="721613"/>
                    <a:pt x="407110" y="721518"/>
                    <a:pt x="406936" y="721424"/>
                  </a:cubicBezTo>
                  <a:cubicBezTo>
                    <a:pt x="406098" y="720212"/>
                    <a:pt x="405373" y="718901"/>
                    <a:pt x="404403" y="717807"/>
                  </a:cubicBezTo>
                  <a:cubicBezTo>
                    <a:pt x="401088" y="714071"/>
                    <a:pt x="397380" y="710638"/>
                    <a:pt x="394428" y="706641"/>
                  </a:cubicBezTo>
                  <a:cubicBezTo>
                    <a:pt x="392501" y="704032"/>
                    <a:pt x="389999" y="702014"/>
                    <a:pt x="388148" y="699451"/>
                  </a:cubicBezTo>
                  <a:cubicBezTo>
                    <a:pt x="385784" y="696179"/>
                    <a:pt x="382661" y="693604"/>
                    <a:pt x="380273" y="690454"/>
                  </a:cubicBezTo>
                  <a:cubicBezTo>
                    <a:pt x="378689" y="688365"/>
                    <a:pt x="376850" y="686584"/>
                    <a:pt x="375195" y="684607"/>
                  </a:cubicBezTo>
                  <a:cubicBezTo>
                    <a:pt x="372206" y="681035"/>
                    <a:pt x="369291" y="677401"/>
                    <a:pt x="366343" y="673793"/>
                  </a:cubicBezTo>
                  <a:cubicBezTo>
                    <a:pt x="366280" y="673715"/>
                    <a:pt x="366202" y="673649"/>
                    <a:pt x="366135" y="673574"/>
                  </a:cubicBezTo>
                  <a:cubicBezTo>
                    <a:pt x="363416" y="670519"/>
                    <a:pt x="360710" y="667452"/>
                    <a:pt x="357974" y="664411"/>
                  </a:cubicBezTo>
                  <a:cubicBezTo>
                    <a:pt x="354502" y="660553"/>
                    <a:pt x="350986" y="656733"/>
                    <a:pt x="347526" y="652864"/>
                  </a:cubicBezTo>
                  <a:cubicBezTo>
                    <a:pt x="345535" y="650638"/>
                    <a:pt x="343331" y="648529"/>
                    <a:pt x="341737" y="646039"/>
                  </a:cubicBezTo>
                  <a:cubicBezTo>
                    <a:pt x="339755" y="642944"/>
                    <a:pt x="336719" y="640838"/>
                    <a:pt x="334687" y="637925"/>
                  </a:cubicBezTo>
                  <a:cubicBezTo>
                    <a:pt x="332655" y="635011"/>
                    <a:pt x="330091" y="632683"/>
                    <a:pt x="327752" y="630103"/>
                  </a:cubicBezTo>
                  <a:cubicBezTo>
                    <a:pt x="325610" y="627741"/>
                    <a:pt x="323249" y="625492"/>
                    <a:pt x="321563" y="622827"/>
                  </a:cubicBezTo>
                  <a:cubicBezTo>
                    <a:pt x="319752" y="619967"/>
                    <a:pt x="317176" y="617925"/>
                    <a:pt x="315050" y="615428"/>
                  </a:cubicBezTo>
                  <a:cubicBezTo>
                    <a:pt x="312092" y="611955"/>
                    <a:pt x="309260" y="608374"/>
                    <a:pt x="306374" y="604840"/>
                  </a:cubicBezTo>
                  <a:cubicBezTo>
                    <a:pt x="306311" y="604762"/>
                    <a:pt x="306242" y="604688"/>
                    <a:pt x="306175" y="604613"/>
                  </a:cubicBezTo>
                  <a:cubicBezTo>
                    <a:pt x="303750" y="601842"/>
                    <a:pt x="301358" y="599042"/>
                    <a:pt x="298893" y="596308"/>
                  </a:cubicBezTo>
                  <a:cubicBezTo>
                    <a:pt x="295148" y="592155"/>
                    <a:pt x="291332" y="588066"/>
                    <a:pt x="287588" y="583912"/>
                  </a:cubicBezTo>
                  <a:cubicBezTo>
                    <a:pt x="285589" y="581694"/>
                    <a:pt x="283390" y="579581"/>
                    <a:pt x="281801" y="577089"/>
                  </a:cubicBezTo>
                  <a:cubicBezTo>
                    <a:pt x="279824" y="573988"/>
                    <a:pt x="276782" y="571885"/>
                    <a:pt x="274752" y="568970"/>
                  </a:cubicBezTo>
                  <a:cubicBezTo>
                    <a:pt x="272722" y="566054"/>
                    <a:pt x="269744" y="563977"/>
                    <a:pt x="267926" y="561085"/>
                  </a:cubicBezTo>
                  <a:cubicBezTo>
                    <a:pt x="265771" y="557659"/>
                    <a:pt x="262013" y="555642"/>
                    <a:pt x="260432" y="551838"/>
                  </a:cubicBezTo>
                  <a:cubicBezTo>
                    <a:pt x="260361" y="551666"/>
                    <a:pt x="260151" y="551555"/>
                    <a:pt x="260015" y="551406"/>
                  </a:cubicBezTo>
                  <a:cubicBezTo>
                    <a:pt x="256095" y="547141"/>
                    <a:pt x="252097" y="542944"/>
                    <a:pt x="248283" y="538587"/>
                  </a:cubicBezTo>
                  <a:cubicBezTo>
                    <a:pt x="245541" y="535454"/>
                    <a:pt x="243043" y="532109"/>
                    <a:pt x="240434" y="528860"/>
                  </a:cubicBezTo>
                  <a:cubicBezTo>
                    <a:pt x="240309" y="528703"/>
                    <a:pt x="240160" y="528565"/>
                    <a:pt x="240024" y="528416"/>
                  </a:cubicBezTo>
                  <a:cubicBezTo>
                    <a:pt x="236538" y="524572"/>
                    <a:pt x="233046" y="520733"/>
                    <a:pt x="229568" y="516881"/>
                  </a:cubicBezTo>
                  <a:cubicBezTo>
                    <a:pt x="226827" y="513846"/>
                    <a:pt x="223776" y="511018"/>
                    <a:pt x="221479" y="507675"/>
                  </a:cubicBezTo>
                  <a:cubicBezTo>
                    <a:pt x="219744" y="505149"/>
                    <a:pt x="217532" y="503188"/>
                    <a:pt x="215592" y="500925"/>
                  </a:cubicBezTo>
                  <a:cubicBezTo>
                    <a:pt x="214176" y="499273"/>
                    <a:pt x="212875" y="497524"/>
                    <a:pt x="211508" y="495831"/>
                  </a:cubicBezTo>
                  <a:cubicBezTo>
                    <a:pt x="210200" y="494213"/>
                    <a:pt x="208866" y="492616"/>
                    <a:pt x="207558" y="490998"/>
                  </a:cubicBezTo>
                  <a:cubicBezTo>
                    <a:pt x="206991" y="490295"/>
                    <a:pt x="206461" y="489562"/>
                    <a:pt x="205714" y="488579"/>
                  </a:cubicBezTo>
                  <a:cubicBezTo>
                    <a:pt x="203028" y="491286"/>
                    <a:pt x="200215" y="493051"/>
                    <a:pt x="198737" y="496136"/>
                  </a:cubicBezTo>
                  <a:cubicBezTo>
                    <a:pt x="198610" y="496400"/>
                    <a:pt x="198394" y="496629"/>
                    <a:pt x="198195" y="496852"/>
                  </a:cubicBezTo>
                  <a:cubicBezTo>
                    <a:pt x="195279" y="500129"/>
                    <a:pt x="192370" y="503412"/>
                    <a:pt x="189436" y="506673"/>
                  </a:cubicBezTo>
                  <a:cubicBezTo>
                    <a:pt x="186163" y="510309"/>
                    <a:pt x="182607" y="513727"/>
                    <a:pt x="179676" y="517618"/>
                  </a:cubicBezTo>
                  <a:cubicBezTo>
                    <a:pt x="177855" y="520035"/>
                    <a:pt x="175474" y="521936"/>
                    <a:pt x="173844" y="524388"/>
                  </a:cubicBezTo>
                  <a:cubicBezTo>
                    <a:pt x="171871" y="527356"/>
                    <a:pt x="168993" y="529464"/>
                    <a:pt x="166994" y="532275"/>
                  </a:cubicBezTo>
                  <a:cubicBezTo>
                    <a:pt x="164937" y="535170"/>
                    <a:pt x="162138" y="537342"/>
                    <a:pt x="160103" y="540138"/>
                  </a:cubicBezTo>
                  <a:cubicBezTo>
                    <a:pt x="158143" y="542832"/>
                    <a:pt x="155487" y="544904"/>
                    <a:pt x="153687" y="547595"/>
                  </a:cubicBezTo>
                  <a:cubicBezTo>
                    <a:pt x="151812" y="550399"/>
                    <a:pt x="149098" y="552359"/>
                    <a:pt x="147213" y="555012"/>
                  </a:cubicBezTo>
                  <a:cubicBezTo>
                    <a:pt x="144984" y="558150"/>
                    <a:pt x="141966" y="560547"/>
                    <a:pt x="139730" y="563576"/>
                  </a:cubicBezTo>
                  <a:cubicBezTo>
                    <a:pt x="137991" y="565931"/>
                    <a:pt x="135920" y="567904"/>
                    <a:pt x="134047" y="570091"/>
                  </a:cubicBezTo>
                  <a:cubicBezTo>
                    <a:pt x="131081" y="573555"/>
                    <a:pt x="128259" y="577144"/>
                    <a:pt x="125376" y="580679"/>
                  </a:cubicBezTo>
                  <a:cubicBezTo>
                    <a:pt x="125312" y="580757"/>
                    <a:pt x="125240" y="580827"/>
                    <a:pt x="125172" y="580902"/>
                  </a:cubicBezTo>
                  <a:cubicBezTo>
                    <a:pt x="121818" y="584596"/>
                    <a:pt x="118399" y="588235"/>
                    <a:pt x="115129" y="592002"/>
                  </a:cubicBezTo>
                  <a:cubicBezTo>
                    <a:pt x="111877" y="595748"/>
                    <a:pt x="108774" y="599625"/>
                    <a:pt x="105604" y="603443"/>
                  </a:cubicBezTo>
                  <a:cubicBezTo>
                    <a:pt x="105476" y="603598"/>
                    <a:pt x="105331" y="603739"/>
                    <a:pt x="105196" y="603889"/>
                  </a:cubicBezTo>
                  <a:cubicBezTo>
                    <a:pt x="101842" y="607583"/>
                    <a:pt x="98422" y="611220"/>
                    <a:pt x="95152" y="614987"/>
                  </a:cubicBezTo>
                  <a:cubicBezTo>
                    <a:pt x="91898" y="618733"/>
                    <a:pt x="88795" y="622609"/>
                    <a:pt x="85625" y="626427"/>
                  </a:cubicBezTo>
                  <a:cubicBezTo>
                    <a:pt x="85560" y="626505"/>
                    <a:pt x="85486" y="626574"/>
                    <a:pt x="85419" y="626649"/>
                  </a:cubicBezTo>
                  <a:cubicBezTo>
                    <a:pt x="82709" y="629707"/>
                    <a:pt x="80016" y="632781"/>
                    <a:pt x="77285" y="635820"/>
                  </a:cubicBezTo>
                  <a:cubicBezTo>
                    <a:pt x="73815" y="639681"/>
                    <a:pt x="70297" y="643497"/>
                    <a:pt x="66835" y="647364"/>
                  </a:cubicBezTo>
                  <a:cubicBezTo>
                    <a:pt x="64843" y="649589"/>
                    <a:pt x="62639" y="651697"/>
                    <a:pt x="61039" y="654185"/>
                  </a:cubicBezTo>
                  <a:cubicBezTo>
                    <a:pt x="59052" y="657276"/>
                    <a:pt x="56017" y="659392"/>
                    <a:pt x="53993" y="662308"/>
                  </a:cubicBezTo>
                  <a:cubicBezTo>
                    <a:pt x="51907" y="665313"/>
                    <a:pt x="49243" y="667685"/>
                    <a:pt x="46855" y="670356"/>
                  </a:cubicBezTo>
                  <a:cubicBezTo>
                    <a:pt x="44864" y="672583"/>
                    <a:pt x="42669" y="674694"/>
                    <a:pt x="41056" y="677176"/>
                  </a:cubicBezTo>
                  <a:cubicBezTo>
                    <a:pt x="39111" y="680167"/>
                    <a:pt x="36212" y="682264"/>
                    <a:pt x="34208" y="685075"/>
                  </a:cubicBezTo>
                  <a:cubicBezTo>
                    <a:pt x="32035" y="688125"/>
                    <a:pt x="29285" y="690563"/>
                    <a:pt x="26883" y="693350"/>
                  </a:cubicBezTo>
                  <a:cubicBezTo>
                    <a:pt x="24297" y="696349"/>
                    <a:pt x="21938" y="699545"/>
                    <a:pt x="19479" y="702654"/>
                  </a:cubicBezTo>
                  <a:cubicBezTo>
                    <a:pt x="19417" y="702733"/>
                    <a:pt x="19337" y="702798"/>
                    <a:pt x="19269" y="702872"/>
                  </a:cubicBezTo>
                  <a:cubicBezTo>
                    <a:pt x="15414" y="707064"/>
                    <a:pt x="11535" y="711233"/>
                    <a:pt x="7715" y="715456"/>
                  </a:cubicBezTo>
                  <a:cubicBezTo>
                    <a:pt x="5578" y="717819"/>
                    <a:pt x="3541" y="720272"/>
                    <a:pt x="1068" y="722791"/>
                  </a:cubicBezTo>
                  <a:cubicBezTo>
                    <a:pt x="536" y="722948"/>
                    <a:pt x="395" y="722999"/>
                    <a:pt x="255" y="723050"/>
                  </a:cubicBezTo>
                  <a:cubicBezTo>
                    <a:pt x="169" y="721646"/>
                    <a:pt x="9" y="720241"/>
                    <a:pt x="9" y="718837"/>
                  </a:cubicBezTo>
                  <a:cubicBezTo>
                    <a:pt x="-3" y="480391"/>
                    <a:pt x="-2" y="241946"/>
                    <a:pt x="1" y="3501"/>
                  </a:cubicBezTo>
                  <a:cubicBezTo>
                    <a:pt x="1" y="2696"/>
                    <a:pt x="44" y="1890"/>
                    <a:pt x="332" y="834"/>
                  </a:cubicBezTo>
                  <a:cubicBezTo>
                    <a:pt x="729" y="436"/>
                    <a:pt x="862" y="290"/>
                    <a:pt x="996" y="143"/>
                  </a:cubicBezTo>
                  <a:cubicBezTo>
                    <a:pt x="1898" y="95"/>
                    <a:pt x="2800" y="4"/>
                    <a:pt x="3703" y="4"/>
                  </a:cubicBezTo>
                  <a:cubicBezTo>
                    <a:pt x="100689" y="-2"/>
                    <a:pt x="197676" y="-2"/>
                    <a:pt x="294662" y="1"/>
                  </a:cubicBezTo>
                  <a:close/>
                </a:path>
              </a:pathLst>
            </a:custGeom>
            <a:solidFill>
              <a:schemeClr val="accent2"/>
            </a:solidFill>
            <a:ln w="2590" cap="flat">
              <a:noFill/>
              <a:prstDash val="solid"/>
              <a:miter/>
            </a:ln>
          </p:spPr>
          <p:txBody>
            <a:bodyPr wrap="square" rtlCol="0" anchor="ctr">
              <a:noAutofit/>
            </a:bodyPr>
            <a:lstStyle/>
            <a:p>
              <a:endParaRPr lang="en-US"/>
            </a:p>
          </p:txBody>
        </p:sp>
        <p:sp>
          <p:nvSpPr>
            <p:cNvPr id="57" name="Rectangle 56">
              <a:extLst>
                <a:ext uri="{FF2B5EF4-FFF2-40B4-BE49-F238E27FC236}">
                  <a16:creationId xmlns:a16="http://schemas.microsoft.com/office/drawing/2014/main" id="{3808D55E-9120-6FF6-EE83-F3D5E06CB359}"/>
                </a:ext>
                <a:ext uri="{C183D7F6-B498-43B3-948B-1728B52AA6E4}">
                  <adec:decorative xmlns:adec="http://schemas.microsoft.com/office/drawing/2017/decorative" val="1"/>
                </a:ext>
              </a:extLst>
            </p:cNvPr>
            <p:cNvSpPr/>
            <p:nvPr/>
          </p:nvSpPr>
          <p:spPr>
            <a:xfrm>
              <a:off x="5101898" y="2930159"/>
              <a:ext cx="41299" cy="41293"/>
            </a:xfrm>
            <a:prstGeom prst="rect">
              <a:avLst/>
            </a:prstGeom>
            <a:solidFill>
              <a:schemeClr val="accent1"/>
            </a:solidFill>
            <a:ln w="2590" cap="flat">
              <a:noFill/>
              <a:prstDash val="solid"/>
              <a:miter/>
            </a:ln>
          </p:spPr>
          <p:txBody>
            <a:bodyPr rtlCol="0" anchor="ctr"/>
            <a:lstStyle/>
            <a:p>
              <a:endParaRPr lang="en-US" dirty="0"/>
            </a:p>
          </p:txBody>
        </p:sp>
      </p:grpSp>
      <p:grpSp>
        <p:nvGrpSpPr>
          <p:cNvPr id="897" name="Group 896">
            <a:extLst>
              <a:ext uri="{FF2B5EF4-FFF2-40B4-BE49-F238E27FC236}">
                <a16:creationId xmlns:a16="http://schemas.microsoft.com/office/drawing/2014/main" id="{1E1EDC23-6FD5-CC08-FDD4-A0113BD1C30E}"/>
              </a:ext>
              <a:ext uri="{C183D7F6-B498-43B3-948B-1728B52AA6E4}">
                <adec:decorative xmlns:adec="http://schemas.microsoft.com/office/drawing/2017/decorative" val="1"/>
              </a:ext>
            </a:extLst>
          </p:cNvPr>
          <p:cNvGrpSpPr>
            <a:grpSpLocks noChangeAspect="1"/>
          </p:cNvGrpSpPr>
          <p:nvPr/>
        </p:nvGrpSpPr>
        <p:grpSpPr>
          <a:xfrm>
            <a:off x="7404350" y="2998739"/>
            <a:ext cx="476951" cy="320040"/>
            <a:chOff x="7404350" y="2998739"/>
            <a:chExt cx="476951" cy="320040"/>
          </a:xfrm>
          <a:solidFill>
            <a:srgbClr val="FF0000"/>
          </a:solidFill>
        </p:grpSpPr>
        <p:sp>
          <p:nvSpPr>
            <p:cNvPr id="1615" name="Freeform: Shape 1614">
              <a:extLst>
                <a:ext uri="{FF2B5EF4-FFF2-40B4-BE49-F238E27FC236}">
                  <a16:creationId xmlns:a16="http://schemas.microsoft.com/office/drawing/2014/main" id="{97500097-CDEC-AA7D-DD03-805E8B3E85DA}"/>
                </a:ext>
                <a:ext uri="{C183D7F6-B498-43B3-948B-1728B52AA6E4}">
                  <adec:decorative xmlns:adec="http://schemas.microsoft.com/office/drawing/2017/decorative" val="1"/>
                </a:ext>
              </a:extLst>
            </p:cNvPr>
            <p:cNvSpPr/>
            <p:nvPr/>
          </p:nvSpPr>
          <p:spPr>
            <a:xfrm flipH="1">
              <a:off x="7409935" y="2998739"/>
              <a:ext cx="471366" cy="314269"/>
            </a:xfrm>
            <a:custGeom>
              <a:avLst/>
              <a:gdLst>
                <a:gd name="connsiteX0" fmla="*/ 139258 w 928878"/>
                <a:gd name="connsiteY0" fmla="*/ 44617 h 619302"/>
                <a:gd name="connsiteX1" fmla="*/ 856074 w 928878"/>
                <a:gd name="connsiteY1" fmla="*/ 44618 h 619302"/>
                <a:gd name="connsiteX2" fmla="*/ 872697 w 928878"/>
                <a:gd name="connsiteY2" fmla="*/ 44709 h 619302"/>
                <a:gd name="connsiteX3" fmla="*/ 884063 w 928878"/>
                <a:gd name="connsiteY3" fmla="*/ 46578 h 619302"/>
                <a:gd name="connsiteX4" fmla="*/ 883960 w 928878"/>
                <a:gd name="connsiteY4" fmla="*/ 95326 h 619302"/>
                <a:gd name="connsiteX5" fmla="*/ 881939 w 928878"/>
                <a:gd name="connsiteY5" fmla="*/ 143704 h 619302"/>
                <a:gd name="connsiteX6" fmla="*/ 859409 w 928878"/>
                <a:gd name="connsiteY6" fmla="*/ 144099 h 619302"/>
                <a:gd name="connsiteX7" fmla="*/ 68696 w 928878"/>
                <a:gd name="connsiteY7" fmla="*/ 144115 h 619302"/>
                <a:gd name="connsiteX8" fmla="*/ 55769 w 928878"/>
                <a:gd name="connsiteY8" fmla="*/ 144019 h 619302"/>
                <a:gd name="connsiteX9" fmla="*/ 45739 w 928878"/>
                <a:gd name="connsiteY9" fmla="*/ 142142 h 619302"/>
                <a:gd name="connsiteX10" fmla="*/ 47573 w 928878"/>
                <a:gd name="connsiteY10" fmla="*/ 44623 h 619302"/>
                <a:gd name="connsiteX11" fmla="*/ 139258 w 928878"/>
                <a:gd name="connsiteY11" fmla="*/ 44617 h 619302"/>
                <a:gd name="connsiteX12" fmla="*/ 869978 w 928878"/>
                <a:gd name="connsiteY12" fmla="*/ 0 h 619302"/>
                <a:gd name="connsiteX13" fmla="*/ 23059 w 928878"/>
                <a:gd name="connsiteY13" fmla="*/ 78 h 619302"/>
                <a:gd name="connsiteX14" fmla="*/ 2082 w 928878"/>
                <a:gd name="connsiteY14" fmla="*/ 78 h 619302"/>
                <a:gd name="connsiteX15" fmla="*/ 217 w 928878"/>
                <a:gd name="connsiteY15" fmla="*/ 11512 h 619302"/>
                <a:gd name="connsiteX16" fmla="*/ 124 w 928878"/>
                <a:gd name="connsiteY16" fmla="*/ 24451 h 619302"/>
                <a:gd name="connsiteX17" fmla="*/ 124 w 928878"/>
                <a:gd name="connsiteY17" fmla="*/ 562559 h 619302"/>
                <a:gd name="connsiteX18" fmla="*/ 100 w 928878"/>
                <a:gd name="connsiteY18" fmla="*/ 575499 h 619302"/>
                <a:gd name="connsiteX19" fmla="*/ 41604 w 928878"/>
                <a:gd name="connsiteY19" fmla="*/ 619127 h 619302"/>
                <a:gd name="connsiteX20" fmla="*/ 54543 w 928878"/>
                <a:gd name="connsiteY20" fmla="*/ 619302 h 619302"/>
                <a:gd name="connsiteX21" fmla="*/ 466060 w 928878"/>
                <a:gd name="connsiteY21" fmla="*/ 619274 h 619302"/>
                <a:gd name="connsiteX22" fmla="*/ 840599 w 928878"/>
                <a:gd name="connsiteY22" fmla="*/ 619300 h 619302"/>
                <a:gd name="connsiteX23" fmla="*/ 840599 w 928878"/>
                <a:gd name="connsiteY23" fmla="*/ 574690 h 619302"/>
                <a:gd name="connsiteX24" fmla="*/ 464590 w 928878"/>
                <a:gd name="connsiteY24" fmla="*/ 574766 h 619302"/>
                <a:gd name="connsiteX25" fmla="*/ 68957 w 928878"/>
                <a:gd name="connsiteY25" fmla="*/ 574687 h 619302"/>
                <a:gd name="connsiteX26" fmla="*/ 47183 w 928878"/>
                <a:gd name="connsiteY26" fmla="*/ 574321 h 619302"/>
                <a:gd name="connsiteX27" fmla="*/ 44659 w 928878"/>
                <a:gd name="connsiteY27" fmla="*/ 553628 h 619302"/>
                <a:gd name="connsiteX28" fmla="*/ 44571 w 928878"/>
                <a:gd name="connsiteY28" fmla="*/ 278165 h 619302"/>
                <a:gd name="connsiteX29" fmla="*/ 44571 w 928878"/>
                <a:gd name="connsiteY29" fmla="*/ 245999 h 619302"/>
                <a:gd name="connsiteX30" fmla="*/ 55669 w 928878"/>
                <a:gd name="connsiteY30" fmla="*/ 243959 h 619302"/>
                <a:gd name="connsiteX31" fmla="*/ 70453 w 928878"/>
                <a:gd name="connsiteY31" fmla="*/ 243852 h 619302"/>
                <a:gd name="connsiteX32" fmla="*/ 859867 w 928878"/>
                <a:gd name="connsiteY32" fmla="*/ 243866 h 619302"/>
                <a:gd name="connsiteX33" fmla="*/ 882967 w 928878"/>
                <a:gd name="connsiteY33" fmla="*/ 244233 h 619302"/>
                <a:gd name="connsiteX34" fmla="*/ 884018 w 928878"/>
                <a:gd name="connsiteY34" fmla="*/ 261473 h 619302"/>
                <a:gd name="connsiteX35" fmla="*/ 884121 w 928878"/>
                <a:gd name="connsiteY35" fmla="*/ 407524 h 619302"/>
                <a:gd name="connsiteX36" fmla="*/ 884266 w 928878"/>
                <a:gd name="connsiteY36" fmla="*/ 409179 h 619302"/>
                <a:gd name="connsiteX37" fmla="*/ 884226 w 928878"/>
                <a:gd name="connsiteY37" fmla="*/ 531838 h 619302"/>
                <a:gd name="connsiteX38" fmla="*/ 928754 w 928878"/>
                <a:gd name="connsiteY38" fmla="*/ 531838 h 619302"/>
                <a:gd name="connsiteX39" fmla="*/ 928754 w 928878"/>
                <a:gd name="connsiteY39" fmla="*/ 393653 h 619302"/>
                <a:gd name="connsiteX40" fmla="*/ 928792 w 928878"/>
                <a:gd name="connsiteY40" fmla="*/ 391788 h 619302"/>
                <a:gd name="connsiteX41" fmla="*/ 928830 w 928878"/>
                <a:gd name="connsiteY41" fmla="*/ 57088 h 619302"/>
                <a:gd name="connsiteX42" fmla="*/ 928747 w 928878"/>
                <a:gd name="connsiteY42" fmla="*/ 44147 h 619302"/>
                <a:gd name="connsiteX43" fmla="*/ 914463 w 928878"/>
                <a:gd name="connsiteY43" fmla="*/ 11552 h 619302"/>
                <a:gd name="connsiteX44" fmla="*/ 909227 w 928878"/>
                <a:gd name="connsiteY44" fmla="*/ 5754 h 619302"/>
                <a:gd name="connsiteX45" fmla="*/ 869978 w 928878"/>
                <a:gd name="connsiteY45" fmla="*/ 0 h 61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28878" h="619302">
                  <a:moveTo>
                    <a:pt x="139258" y="44617"/>
                  </a:moveTo>
                  <a:cubicBezTo>
                    <a:pt x="378197" y="44617"/>
                    <a:pt x="617136" y="44617"/>
                    <a:pt x="856074" y="44618"/>
                  </a:cubicBezTo>
                  <a:cubicBezTo>
                    <a:pt x="861617" y="44618"/>
                    <a:pt x="867170" y="44420"/>
                    <a:pt x="872697" y="44709"/>
                  </a:cubicBezTo>
                  <a:cubicBezTo>
                    <a:pt x="876155" y="44889"/>
                    <a:pt x="879574" y="45810"/>
                    <a:pt x="884063" y="46578"/>
                  </a:cubicBezTo>
                  <a:cubicBezTo>
                    <a:pt x="884063" y="63462"/>
                    <a:pt x="884428" y="79406"/>
                    <a:pt x="883960" y="95326"/>
                  </a:cubicBezTo>
                  <a:cubicBezTo>
                    <a:pt x="883498" y="111061"/>
                    <a:pt x="886121" y="127010"/>
                    <a:pt x="881939" y="143704"/>
                  </a:cubicBezTo>
                  <a:cubicBezTo>
                    <a:pt x="873983" y="143849"/>
                    <a:pt x="866696" y="144098"/>
                    <a:pt x="859409" y="144099"/>
                  </a:cubicBezTo>
                  <a:cubicBezTo>
                    <a:pt x="595838" y="144119"/>
                    <a:pt x="332267" y="144115"/>
                    <a:pt x="68696" y="144115"/>
                  </a:cubicBezTo>
                  <a:cubicBezTo>
                    <a:pt x="64385" y="144115"/>
                    <a:pt x="60054" y="144360"/>
                    <a:pt x="55769" y="144019"/>
                  </a:cubicBezTo>
                  <a:cubicBezTo>
                    <a:pt x="52302" y="143744"/>
                    <a:pt x="48890" y="142757"/>
                    <a:pt x="45739" y="142142"/>
                  </a:cubicBezTo>
                  <a:cubicBezTo>
                    <a:pt x="43043" y="113641"/>
                    <a:pt x="43953" y="58037"/>
                    <a:pt x="47573" y="44623"/>
                  </a:cubicBezTo>
                  <a:cubicBezTo>
                    <a:pt x="76640" y="44621"/>
                    <a:pt x="106100" y="44619"/>
                    <a:pt x="139258" y="44617"/>
                  </a:cubicBezTo>
                  <a:close/>
                  <a:moveTo>
                    <a:pt x="869978" y="0"/>
                  </a:moveTo>
                  <a:cubicBezTo>
                    <a:pt x="587672" y="102"/>
                    <a:pt x="305365" y="77"/>
                    <a:pt x="23059" y="78"/>
                  </a:cubicBezTo>
                  <a:cubicBezTo>
                    <a:pt x="16358" y="78"/>
                    <a:pt x="9657" y="78"/>
                    <a:pt x="2082" y="78"/>
                  </a:cubicBezTo>
                  <a:cubicBezTo>
                    <a:pt x="1318" y="4591"/>
                    <a:pt x="460" y="8030"/>
                    <a:pt x="217" y="11512"/>
                  </a:cubicBezTo>
                  <a:cubicBezTo>
                    <a:pt x="-82" y="15806"/>
                    <a:pt x="124" y="20136"/>
                    <a:pt x="124" y="24451"/>
                  </a:cubicBezTo>
                  <a:cubicBezTo>
                    <a:pt x="124" y="203820"/>
                    <a:pt x="124" y="383190"/>
                    <a:pt x="124" y="562559"/>
                  </a:cubicBezTo>
                  <a:cubicBezTo>
                    <a:pt x="124" y="566873"/>
                    <a:pt x="450" y="571213"/>
                    <a:pt x="100" y="575499"/>
                  </a:cubicBezTo>
                  <a:cubicBezTo>
                    <a:pt x="-1660" y="597024"/>
                    <a:pt x="20120" y="619032"/>
                    <a:pt x="41604" y="619127"/>
                  </a:cubicBezTo>
                  <a:cubicBezTo>
                    <a:pt x="45917" y="619146"/>
                    <a:pt x="50230" y="619302"/>
                    <a:pt x="54543" y="619302"/>
                  </a:cubicBezTo>
                  <a:lnTo>
                    <a:pt x="466060" y="619274"/>
                  </a:lnTo>
                  <a:lnTo>
                    <a:pt x="840599" y="619300"/>
                  </a:lnTo>
                  <a:lnTo>
                    <a:pt x="840599" y="574690"/>
                  </a:lnTo>
                  <a:lnTo>
                    <a:pt x="464590" y="574766"/>
                  </a:lnTo>
                  <a:lnTo>
                    <a:pt x="68957" y="574687"/>
                  </a:lnTo>
                  <a:cubicBezTo>
                    <a:pt x="61657" y="574685"/>
                    <a:pt x="54358" y="574447"/>
                    <a:pt x="47183" y="574321"/>
                  </a:cubicBezTo>
                  <a:cubicBezTo>
                    <a:pt x="43017" y="567106"/>
                    <a:pt x="44669" y="560179"/>
                    <a:pt x="44659" y="553628"/>
                  </a:cubicBezTo>
                  <a:cubicBezTo>
                    <a:pt x="44529" y="461807"/>
                    <a:pt x="44571" y="369986"/>
                    <a:pt x="44571" y="278165"/>
                  </a:cubicBezTo>
                  <a:cubicBezTo>
                    <a:pt x="44571" y="267744"/>
                    <a:pt x="44571" y="257323"/>
                    <a:pt x="44571" y="245999"/>
                  </a:cubicBezTo>
                  <a:cubicBezTo>
                    <a:pt x="48817" y="245187"/>
                    <a:pt x="52217" y="244191"/>
                    <a:pt x="55669" y="243959"/>
                  </a:cubicBezTo>
                  <a:cubicBezTo>
                    <a:pt x="60577" y="243629"/>
                    <a:pt x="65523" y="243852"/>
                    <a:pt x="70453" y="243852"/>
                  </a:cubicBezTo>
                  <a:cubicBezTo>
                    <a:pt x="333591" y="243851"/>
                    <a:pt x="596729" y="243848"/>
                    <a:pt x="859867" y="243866"/>
                  </a:cubicBezTo>
                  <a:cubicBezTo>
                    <a:pt x="867154" y="243867"/>
                    <a:pt x="874440" y="244092"/>
                    <a:pt x="882967" y="244233"/>
                  </a:cubicBezTo>
                  <a:cubicBezTo>
                    <a:pt x="883382" y="250757"/>
                    <a:pt x="884008" y="256115"/>
                    <a:pt x="884018" y="261473"/>
                  </a:cubicBezTo>
                  <a:cubicBezTo>
                    <a:pt x="884109" y="310157"/>
                    <a:pt x="884080" y="358841"/>
                    <a:pt x="884121" y="407524"/>
                  </a:cubicBezTo>
                  <a:lnTo>
                    <a:pt x="884266" y="409179"/>
                  </a:lnTo>
                  <a:lnTo>
                    <a:pt x="884226" y="531838"/>
                  </a:lnTo>
                  <a:lnTo>
                    <a:pt x="928754" y="531838"/>
                  </a:lnTo>
                  <a:lnTo>
                    <a:pt x="928754" y="393653"/>
                  </a:lnTo>
                  <a:lnTo>
                    <a:pt x="928792" y="391788"/>
                  </a:lnTo>
                  <a:cubicBezTo>
                    <a:pt x="928872" y="280221"/>
                    <a:pt x="928834" y="168655"/>
                    <a:pt x="928830" y="57088"/>
                  </a:cubicBezTo>
                  <a:cubicBezTo>
                    <a:pt x="928830" y="52774"/>
                    <a:pt x="928982" y="48449"/>
                    <a:pt x="928747" y="44147"/>
                  </a:cubicBezTo>
                  <a:cubicBezTo>
                    <a:pt x="928057" y="31529"/>
                    <a:pt x="924888" y="19973"/>
                    <a:pt x="914463" y="11552"/>
                  </a:cubicBezTo>
                  <a:cubicBezTo>
                    <a:pt x="912577" y="10029"/>
                    <a:pt x="911160" y="7925"/>
                    <a:pt x="909227" y="5754"/>
                  </a:cubicBezTo>
                  <a:cubicBezTo>
                    <a:pt x="897004" y="236"/>
                    <a:pt x="883592" y="-5"/>
                    <a:pt x="869978" y="0"/>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667" name="Freeform: Shape 1666">
              <a:extLst>
                <a:ext uri="{FF2B5EF4-FFF2-40B4-BE49-F238E27FC236}">
                  <a16:creationId xmlns:a16="http://schemas.microsoft.com/office/drawing/2014/main" id="{B175CBC0-AE35-FFEB-3C05-E9D607009B5D}"/>
                </a:ext>
                <a:ext uri="{C183D7F6-B498-43B3-948B-1728B52AA6E4}">
                  <adec:decorative xmlns:adec="http://schemas.microsoft.com/office/drawing/2017/decorative" val="1"/>
                </a:ext>
              </a:extLst>
            </p:cNvPr>
            <p:cNvSpPr/>
            <p:nvPr/>
          </p:nvSpPr>
          <p:spPr>
            <a:xfrm>
              <a:off x="7404350" y="3167348"/>
              <a:ext cx="420115" cy="151431"/>
            </a:xfrm>
            <a:custGeom>
              <a:avLst/>
              <a:gdLst>
                <a:gd name="connsiteX0" fmla="*/ 0 w 827882"/>
                <a:gd name="connsiteY0" fmla="*/ 231268 h 298412"/>
                <a:gd name="connsiteX1" fmla="*/ 67447 w 827882"/>
                <a:gd name="connsiteY1" fmla="*/ 231268 h 298412"/>
                <a:gd name="connsiteX2" fmla="*/ 67447 w 827882"/>
                <a:gd name="connsiteY2" fmla="*/ 298412 h 298412"/>
                <a:gd name="connsiteX3" fmla="*/ 0 w 827882"/>
                <a:gd name="connsiteY3" fmla="*/ 298412 h 298412"/>
                <a:gd name="connsiteX4" fmla="*/ 779543 w 827882"/>
                <a:gd name="connsiteY4" fmla="*/ 135087 h 298412"/>
                <a:gd name="connsiteX5" fmla="*/ 765641 w 827882"/>
                <a:gd name="connsiteY5" fmla="*/ 135870 h 298412"/>
                <a:gd name="connsiteX6" fmla="*/ 772289 w 827882"/>
                <a:gd name="connsiteY6" fmla="*/ 148301 h 298412"/>
                <a:gd name="connsiteX7" fmla="*/ 790273 w 827882"/>
                <a:gd name="connsiteY7" fmla="*/ 155663 h 298412"/>
                <a:gd name="connsiteX8" fmla="*/ 806609 w 827882"/>
                <a:gd name="connsiteY8" fmla="*/ 151217 h 298412"/>
                <a:gd name="connsiteX9" fmla="*/ 805873 w 827882"/>
                <a:gd name="connsiteY9" fmla="*/ 136614 h 298412"/>
                <a:gd name="connsiteX10" fmla="*/ 779543 w 827882"/>
                <a:gd name="connsiteY10" fmla="*/ 135087 h 298412"/>
                <a:gd name="connsiteX11" fmla="*/ 677358 w 827882"/>
                <a:gd name="connsiteY11" fmla="*/ 135023 h 298412"/>
                <a:gd name="connsiteX12" fmla="*/ 657062 w 827882"/>
                <a:gd name="connsiteY12" fmla="*/ 135435 h 298412"/>
                <a:gd name="connsiteX13" fmla="*/ 652350 w 827882"/>
                <a:gd name="connsiteY13" fmla="*/ 137521 h 298412"/>
                <a:gd name="connsiteX14" fmla="*/ 654486 w 827882"/>
                <a:gd name="connsiteY14" fmla="*/ 154552 h 298412"/>
                <a:gd name="connsiteX15" fmla="*/ 668191 w 827882"/>
                <a:gd name="connsiteY15" fmla="*/ 155581 h 298412"/>
                <a:gd name="connsiteX16" fmla="*/ 682819 w 827882"/>
                <a:gd name="connsiteY16" fmla="*/ 154620 h 298412"/>
                <a:gd name="connsiteX17" fmla="*/ 690215 w 827882"/>
                <a:gd name="connsiteY17" fmla="*/ 135568 h 298412"/>
                <a:gd name="connsiteX18" fmla="*/ 677358 w 827882"/>
                <a:gd name="connsiteY18" fmla="*/ 135023 h 298412"/>
                <a:gd name="connsiteX19" fmla="*/ 665390 w 827882"/>
                <a:gd name="connsiteY19" fmla="*/ 101891 h 298412"/>
                <a:gd name="connsiteX20" fmla="*/ 652246 w 827882"/>
                <a:gd name="connsiteY20" fmla="*/ 103992 h 298412"/>
                <a:gd name="connsiteX21" fmla="*/ 652343 w 827882"/>
                <a:gd name="connsiteY21" fmla="*/ 114631 h 298412"/>
                <a:gd name="connsiteX22" fmla="*/ 654996 w 827882"/>
                <a:gd name="connsiteY22" fmla="*/ 118204 h 298412"/>
                <a:gd name="connsiteX23" fmla="*/ 696579 w 827882"/>
                <a:gd name="connsiteY23" fmla="*/ 118159 h 298412"/>
                <a:gd name="connsiteX24" fmla="*/ 696579 w 827882"/>
                <a:gd name="connsiteY24" fmla="*/ 102623 h 298412"/>
                <a:gd name="connsiteX25" fmla="*/ 678076 w 827882"/>
                <a:gd name="connsiteY25" fmla="*/ 101974 h 298412"/>
                <a:gd name="connsiteX26" fmla="*/ 665390 w 827882"/>
                <a:gd name="connsiteY26" fmla="*/ 101891 h 298412"/>
                <a:gd name="connsiteX27" fmla="*/ 776083 w 827882"/>
                <a:gd name="connsiteY27" fmla="*/ 101542 h 298412"/>
                <a:gd name="connsiteX28" fmla="*/ 762566 w 827882"/>
                <a:gd name="connsiteY28" fmla="*/ 102385 h 298412"/>
                <a:gd name="connsiteX29" fmla="*/ 764035 w 827882"/>
                <a:gd name="connsiteY29" fmla="*/ 118801 h 298412"/>
                <a:gd name="connsiteX30" fmla="*/ 806408 w 827882"/>
                <a:gd name="connsiteY30" fmla="*/ 117269 h 298412"/>
                <a:gd name="connsiteX31" fmla="*/ 805688 w 827882"/>
                <a:gd name="connsiteY31" fmla="*/ 102698 h 298412"/>
                <a:gd name="connsiteX32" fmla="*/ 776083 w 827882"/>
                <a:gd name="connsiteY32" fmla="*/ 101542 h 298412"/>
                <a:gd name="connsiteX33" fmla="*/ 121814 w 827882"/>
                <a:gd name="connsiteY33" fmla="*/ 66344 h 298412"/>
                <a:gd name="connsiteX34" fmla="*/ 166032 w 827882"/>
                <a:gd name="connsiteY34" fmla="*/ 66344 h 298412"/>
                <a:gd name="connsiteX35" fmla="*/ 166032 w 827882"/>
                <a:gd name="connsiteY35" fmla="*/ 89467 h 298412"/>
                <a:gd name="connsiteX36" fmla="*/ 121814 w 827882"/>
                <a:gd name="connsiteY36" fmla="*/ 89467 h 298412"/>
                <a:gd name="connsiteX37" fmla="*/ 230747 w 827882"/>
                <a:gd name="connsiteY37" fmla="*/ 66179 h 298412"/>
                <a:gd name="connsiteX38" fmla="*/ 277124 w 827882"/>
                <a:gd name="connsiteY38" fmla="*/ 66179 h 298412"/>
                <a:gd name="connsiteX39" fmla="*/ 277124 w 827882"/>
                <a:gd name="connsiteY39" fmla="*/ 89210 h 298412"/>
                <a:gd name="connsiteX40" fmla="*/ 230747 w 827882"/>
                <a:gd name="connsiteY40" fmla="*/ 89210 h 298412"/>
                <a:gd name="connsiteX41" fmla="*/ 738409 w 827882"/>
                <a:gd name="connsiteY41" fmla="*/ 65024 h 298412"/>
                <a:gd name="connsiteX42" fmla="*/ 718162 w 827882"/>
                <a:gd name="connsiteY42" fmla="*/ 65084 h 298412"/>
                <a:gd name="connsiteX43" fmla="*/ 700684 w 827882"/>
                <a:gd name="connsiteY43" fmla="*/ 66639 h 298412"/>
                <a:gd name="connsiteX44" fmla="*/ 712033 w 827882"/>
                <a:gd name="connsiteY44" fmla="*/ 96514 h 298412"/>
                <a:gd name="connsiteX45" fmla="*/ 713216 w 827882"/>
                <a:gd name="connsiteY45" fmla="*/ 125825 h 298412"/>
                <a:gd name="connsiteX46" fmla="*/ 703500 w 827882"/>
                <a:gd name="connsiteY46" fmla="*/ 155317 h 298412"/>
                <a:gd name="connsiteX47" fmla="*/ 747047 w 827882"/>
                <a:gd name="connsiteY47" fmla="*/ 155206 h 298412"/>
                <a:gd name="connsiteX48" fmla="*/ 757131 w 827882"/>
                <a:gd name="connsiteY48" fmla="*/ 152060 h 298412"/>
                <a:gd name="connsiteX49" fmla="*/ 746071 w 827882"/>
                <a:gd name="connsiteY49" fmla="*/ 120736 h 298412"/>
                <a:gd name="connsiteX50" fmla="*/ 746047 w 827882"/>
                <a:gd name="connsiteY50" fmla="*/ 113375 h 298412"/>
                <a:gd name="connsiteX51" fmla="*/ 756542 w 827882"/>
                <a:gd name="connsiteY51" fmla="*/ 71512 h 298412"/>
                <a:gd name="connsiteX52" fmla="*/ 756652 w 827882"/>
                <a:gd name="connsiteY52" fmla="*/ 65024 h 298412"/>
                <a:gd name="connsiteX53" fmla="*/ 738409 w 827882"/>
                <a:gd name="connsiteY53" fmla="*/ 65024 h 298412"/>
                <a:gd name="connsiteX54" fmla="*/ 778433 w 827882"/>
                <a:gd name="connsiteY54" fmla="*/ 64947 h 298412"/>
                <a:gd name="connsiteX55" fmla="*/ 769231 w 827882"/>
                <a:gd name="connsiteY55" fmla="*/ 84420 h 298412"/>
                <a:gd name="connsiteX56" fmla="*/ 789655 w 827882"/>
                <a:gd name="connsiteY56" fmla="*/ 85356 h 298412"/>
                <a:gd name="connsiteX57" fmla="*/ 805779 w 827882"/>
                <a:gd name="connsiteY57" fmla="*/ 82641 h 298412"/>
                <a:gd name="connsiteX58" fmla="*/ 805779 w 827882"/>
                <a:gd name="connsiteY58" fmla="*/ 67244 h 298412"/>
                <a:gd name="connsiteX59" fmla="*/ 799835 w 827882"/>
                <a:gd name="connsiteY59" fmla="*/ 65036 h 298412"/>
                <a:gd name="connsiteX60" fmla="*/ 778433 w 827882"/>
                <a:gd name="connsiteY60" fmla="*/ 64947 h 298412"/>
                <a:gd name="connsiteX61" fmla="*/ 680334 w 827882"/>
                <a:gd name="connsiteY61" fmla="*/ 64717 h 298412"/>
                <a:gd name="connsiteX62" fmla="*/ 664402 w 827882"/>
                <a:gd name="connsiteY62" fmla="*/ 64725 h 298412"/>
                <a:gd name="connsiteX63" fmla="*/ 653739 w 827882"/>
                <a:gd name="connsiteY63" fmla="*/ 84590 h 298412"/>
                <a:gd name="connsiteX64" fmla="*/ 688209 w 827882"/>
                <a:gd name="connsiteY64" fmla="*/ 84084 h 298412"/>
                <a:gd name="connsiteX65" fmla="*/ 680334 w 827882"/>
                <a:gd name="connsiteY65" fmla="*/ 64717 h 298412"/>
                <a:gd name="connsiteX66" fmla="*/ 661584 w 827882"/>
                <a:gd name="connsiteY66" fmla="*/ 45184 h 298412"/>
                <a:gd name="connsiteX67" fmla="*/ 672640 w 827882"/>
                <a:gd name="connsiteY67" fmla="*/ 45242 h 298412"/>
                <a:gd name="connsiteX68" fmla="*/ 790647 w 827882"/>
                <a:gd name="connsiteY68" fmla="*/ 45245 h 298412"/>
                <a:gd name="connsiteX69" fmla="*/ 803549 w 827882"/>
                <a:gd name="connsiteY69" fmla="*/ 45355 h 298412"/>
                <a:gd name="connsiteX70" fmla="*/ 827613 w 827882"/>
                <a:gd name="connsiteY70" fmla="*/ 68559 h 298412"/>
                <a:gd name="connsiteX71" fmla="*/ 827843 w 827882"/>
                <a:gd name="connsiteY71" fmla="*/ 79613 h 298412"/>
                <a:gd name="connsiteX72" fmla="*/ 827834 w 827882"/>
                <a:gd name="connsiteY72" fmla="*/ 140460 h 298412"/>
                <a:gd name="connsiteX73" fmla="*/ 827402 w 827882"/>
                <a:gd name="connsiteY73" fmla="*/ 153339 h 298412"/>
                <a:gd name="connsiteX74" fmla="*/ 803858 w 827882"/>
                <a:gd name="connsiteY74" fmla="*/ 174903 h 298412"/>
                <a:gd name="connsiteX75" fmla="*/ 654508 w 827882"/>
                <a:gd name="connsiteY75" fmla="*/ 175036 h 298412"/>
                <a:gd name="connsiteX76" fmla="*/ 632320 w 827882"/>
                <a:gd name="connsiteY76" fmla="*/ 159054 h 298412"/>
                <a:gd name="connsiteX77" fmla="*/ 630859 w 827882"/>
                <a:gd name="connsiteY77" fmla="*/ 144770 h 298412"/>
                <a:gd name="connsiteX78" fmla="*/ 630589 w 827882"/>
                <a:gd name="connsiteY78" fmla="*/ 76558 h 298412"/>
                <a:gd name="connsiteX79" fmla="*/ 661584 w 827882"/>
                <a:gd name="connsiteY79" fmla="*/ 45184 h 298412"/>
                <a:gd name="connsiteX80" fmla="*/ 187246 w 827882"/>
                <a:gd name="connsiteY80" fmla="*/ 44272 h 298412"/>
                <a:gd name="connsiteX81" fmla="*/ 210329 w 827882"/>
                <a:gd name="connsiteY81" fmla="*/ 44272 h 298412"/>
                <a:gd name="connsiteX82" fmla="*/ 210329 w 827882"/>
                <a:gd name="connsiteY82" fmla="*/ 111672 h 298412"/>
                <a:gd name="connsiteX83" fmla="*/ 187246 w 827882"/>
                <a:gd name="connsiteY83" fmla="*/ 111672 h 298412"/>
                <a:gd name="connsiteX84" fmla="*/ 121715 w 827882"/>
                <a:gd name="connsiteY84" fmla="*/ 0 h 298412"/>
                <a:gd name="connsiteX85" fmla="*/ 563803 w 827882"/>
                <a:gd name="connsiteY85" fmla="*/ 0 h 298412"/>
                <a:gd name="connsiteX86" fmla="*/ 563803 w 827882"/>
                <a:gd name="connsiteY86" fmla="*/ 22810 h 298412"/>
                <a:gd name="connsiteX87" fmla="*/ 121715 w 827882"/>
                <a:gd name="connsiteY87" fmla="*/ 22810 h 29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27882" h="298412">
                  <a:moveTo>
                    <a:pt x="0" y="231268"/>
                  </a:moveTo>
                  <a:lnTo>
                    <a:pt x="67447" y="231268"/>
                  </a:lnTo>
                  <a:lnTo>
                    <a:pt x="67447" y="298412"/>
                  </a:lnTo>
                  <a:lnTo>
                    <a:pt x="0" y="298412"/>
                  </a:lnTo>
                  <a:close/>
                  <a:moveTo>
                    <a:pt x="779543" y="135087"/>
                  </a:moveTo>
                  <a:cubicBezTo>
                    <a:pt x="775581" y="134950"/>
                    <a:pt x="771595" y="135507"/>
                    <a:pt x="765641" y="135870"/>
                  </a:cubicBezTo>
                  <a:cubicBezTo>
                    <a:pt x="768527" y="141183"/>
                    <a:pt x="770848" y="144572"/>
                    <a:pt x="772289" y="148301"/>
                  </a:cubicBezTo>
                  <a:cubicBezTo>
                    <a:pt x="775077" y="155514"/>
                    <a:pt x="780826" y="156002"/>
                    <a:pt x="790273" y="155663"/>
                  </a:cubicBezTo>
                  <a:cubicBezTo>
                    <a:pt x="795489" y="155134"/>
                    <a:pt x="801270" y="157164"/>
                    <a:pt x="806609" y="151217"/>
                  </a:cubicBezTo>
                  <a:cubicBezTo>
                    <a:pt x="806400" y="147082"/>
                    <a:pt x="806140" y="141919"/>
                    <a:pt x="805873" y="136614"/>
                  </a:cubicBezTo>
                  <a:cubicBezTo>
                    <a:pt x="796410" y="133891"/>
                    <a:pt x="787906" y="135375"/>
                    <a:pt x="779543" y="135087"/>
                  </a:cubicBezTo>
                  <a:close/>
                  <a:moveTo>
                    <a:pt x="677358" y="135023"/>
                  </a:moveTo>
                  <a:cubicBezTo>
                    <a:pt x="670591" y="135128"/>
                    <a:pt x="663817" y="135096"/>
                    <a:pt x="657062" y="135435"/>
                  </a:cubicBezTo>
                  <a:cubicBezTo>
                    <a:pt x="655425" y="135518"/>
                    <a:pt x="653850" y="136825"/>
                    <a:pt x="652350" y="137521"/>
                  </a:cubicBezTo>
                  <a:cubicBezTo>
                    <a:pt x="651023" y="143271"/>
                    <a:pt x="649952" y="148633"/>
                    <a:pt x="654486" y="154552"/>
                  </a:cubicBezTo>
                  <a:cubicBezTo>
                    <a:pt x="658616" y="154886"/>
                    <a:pt x="663402" y="155559"/>
                    <a:pt x="668191" y="155581"/>
                  </a:cubicBezTo>
                  <a:cubicBezTo>
                    <a:pt x="672994" y="155604"/>
                    <a:pt x="677799" y="154977"/>
                    <a:pt x="682819" y="154620"/>
                  </a:cubicBezTo>
                  <a:cubicBezTo>
                    <a:pt x="684945" y="147784"/>
                    <a:pt x="691235" y="143414"/>
                    <a:pt x="690215" y="135568"/>
                  </a:cubicBezTo>
                  <a:cubicBezTo>
                    <a:pt x="686588" y="135367"/>
                    <a:pt x="683542" y="135198"/>
                    <a:pt x="677358" y="135023"/>
                  </a:cubicBezTo>
                  <a:close/>
                  <a:moveTo>
                    <a:pt x="665390" y="101891"/>
                  </a:moveTo>
                  <a:cubicBezTo>
                    <a:pt x="661088" y="101846"/>
                    <a:pt x="656710" y="102165"/>
                    <a:pt x="652246" y="103992"/>
                  </a:cubicBezTo>
                  <a:cubicBezTo>
                    <a:pt x="652246" y="107622"/>
                    <a:pt x="652097" y="111140"/>
                    <a:pt x="652343" y="114631"/>
                  </a:cubicBezTo>
                  <a:cubicBezTo>
                    <a:pt x="652411" y="115590"/>
                    <a:pt x="653656" y="116466"/>
                    <a:pt x="654996" y="118204"/>
                  </a:cubicBezTo>
                  <a:cubicBezTo>
                    <a:pt x="668104" y="118930"/>
                    <a:pt x="681826" y="118883"/>
                    <a:pt x="696579" y="118159"/>
                  </a:cubicBezTo>
                  <a:cubicBezTo>
                    <a:pt x="696579" y="112494"/>
                    <a:pt x="696579" y="108085"/>
                    <a:pt x="696579" y="102623"/>
                  </a:cubicBezTo>
                  <a:cubicBezTo>
                    <a:pt x="690788" y="102376"/>
                    <a:pt x="686059" y="102175"/>
                    <a:pt x="678076" y="101974"/>
                  </a:cubicBezTo>
                  <a:cubicBezTo>
                    <a:pt x="673917" y="102345"/>
                    <a:pt x="669692" y="101936"/>
                    <a:pt x="665390" y="101891"/>
                  </a:cubicBezTo>
                  <a:close/>
                  <a:moveTo>
                    <a:pt x="776083" y="101542"/>
                  </a:moveTo>
                  <a:cubicBezTo>
                    <a:pt x="771415" y="101833"/>
                    <a:pt x="766746" y="102124"/>
                    <a:pt x="762566" y="102385"/>
                  </a:cubicBezTo>
                  <a:cubicBezTo>
                    <a:pt x="759792" y="108952"/>
                    <a:pt x="759071" y="114009"/>
                    <a:pt x="764035" y="118801"/>
                  </a:cubicBezTo>
                  <a:cubicBezTo>
                    <a:pt x="777692" y="118517"/>
                    <a:pt x="791592" y="120620"/>
                    <a:pt x="806408" y="117269"/>
                  </a:cubicBezTo>
                  <a:cubicBezTo>
                    <a:pt x="806161" y="112266"/>
                    <a:pt x="805937" y="107740"/>
                    <a:pt x="805688" y="102698"/>
                  </a:cubicBezTo>
                  <a:cubicBezTo>
                    <a:pt x="796254" y="100801"/>
                    <a:pt x="787756" y="101822"/>
                    <a:pt x="776083" y="101542"/>
                  </a:cubicBezTo>
                  <a:close/>
                  <a:moveTo>
                    <a:pt x="121814" y="66344"/>
                  </a:moveTo>
                  <a:lnTo>
                    <a:pt x="166032" y="66344"/>
                  </a:lnTo>
                  <a:lnTo>
                    <a:pt x="166032" y="89467"/>
                  </a:lnTo>
                  <a:lnTo>
                    <a:pt x="121814" y="89467"/>
                  </a:lnTo>
                  <a:close/>
                  <a:moveTo>
                    <a:pt x="230747" y="66179"/>
                  </a:moveTo>
                  <a:lnTo>
                    <a:pt x="277124" y="66179"/>
                  </a:lnTo>
                  <a:lnTo>
                    <a:pt x="277124" y="89210"/>
                  </a:lnTo>
                  <a:lnTo>
                    <a:pt x="230747" y="89210"/>
                  </a:lnTo>
                  <a:close/>
                  <a:moveTo>
                    <a:pt x="738409" y="65024"/>
                  </a:moveTo>
                  <a:cubicBezTo>
                    <a:pt x="731659" y="65024"/>
                    <a:pt x="724902" y="64827"/>
                    <a:pt x="718162" y="65084"/>
                  </a:cubicBezTo>
                  <a:cubicBezTo>
                    <a:pt x="712383" y="65305"/>
                    <a:pt x="706241" y="63695"/>
                    <a:pt x="700684" y="66639"/>
                  </a:cubicBezTo>
                  <a:cubicBezTo>
                    <a:pt x="704894" y="77331"/>
                    <a:pt x="709977" y="86608"/>
                    <a:pt x="712033" y="96514"/>
                  </a:cubicBezTo>
                  <a:cubicBezTo>
                    <a:pt x="713994" y="105954"/>
                    <a:pt x="711938" y="116163"/>
                    <a:pt x="713216" y="125825"/>
                  </a:cubicBezTo>
                  <a:cubicBezTo>
                    <a:pt x="714694" y="136998"/>
                    <a:pt x="705721" y="144491"/>
                    <a:pt x="703500" y="155317"/>
                  </a:cubicBezTo>
                  <a:cubicBezTo>
                    <a:pt x="718902" y="155317"/>
                    <a:pt x="732978" y="155440"/>
                    <a:pt x="747047" y="155206"/>
                  </a:cubicBezTo>
                  <a:cubicBezTo>
                    <a:pt x="749613" y="155163"/>
                    <a:pt x="752155" y="153667"/>
                    <a:pt x="757131" y="152060"/>
                  </a:cubicBezTo>
                  <a:cubicBezTo>
                    <a:pt x="746942" y="143785"/>
                    <a:pt x="745398" y="134299"/>
                    <a:pt x="746071" y="120736"/>
                  </a:cubicBezTo>
                  <a:cubicBezTo>
                    <a:pt x="746071" y="118283"/>
                    <a:pt x="746214" y="115817"/>
                    <a:pt x="746047" y="113375"/>
                  </a:cubicBezTo>
                  <a:cubicBezTo>
                    <a:pt x="745014" y="98278"/>
                    <a:pt x="747087" y="84024"/>
                    <a:pt x="756542" y="71512"/>
                  </a:cubicBezTo>
                  <a:cubicBezTo>
                    <a:pt x="757374" y="70412"/>
                    <a:pt x="756652" y="68140"/>
                    <a:pt x="756652" y="65024"/>
                  </a:cubicBezTo>
                  <a:cubicBezTo>
                    <a:pt x="750400" y="65024"/>
                    <a:pt x="744404" y="65024"/>
                    <a:pt x="738409" y="65024"/>
                  </a:cubicBezTo>
                  <a:close/>
                  <a:moveTo>
                    <a:pt x="778433" y="64947"/>
                  </a:moveTo>
                  <a:cubicBezTo>
                    <a:pt x="773007" y="70493"/>
                    <a:pt x="771412" y="76759"/>
                    <a:pt x="769231" y="84420"/>
                  </a:cubicBezTo>
                  <a:cubicBezTo>
                    <a:pt x="775856" y="84781"/>
                    <a:pt x="781130" y="85068"/>
                    <a:pt x="789655" y="85356"/>
                  </a:cubicBezTo>
                  <a:cubicBezTo>
                    <a:pt x="794957" y="84816"/>
                    <a:pt x="800661" y="86770"/>
                    <a:pt x="805779" y="82641"/>
                  </a:cubicBezTo>
                  <a:cubicBezTo>
                    <a:pt x="805779" y="77570"/>
                    <a:pt x="805779" y="72338"/>
                    <a:pt x="805779" y="67244"/>
                  </a:cubicBezTo>
                  <a:cubicBezTo>
                    <a:pt x="803181" y="66240"/>
                    <a:pt x="801523" y="65084"/>
                    <a:pt x="799835" y="65036"/>
                  </a:cubicBezTo>
                  <a:cubicBezTo>
                    <a:pt x="792553" y="64829"/>
                    <a:pt x="785263" y="64947"/>
                    <a:pt x="778433" y="64947"/>
                  </a:cubicBezTo>
                  <a:close/>
                  <a:moveTo>
                    <a:pt x="680334" y="64717"/>
                  </a:moveTo>
                  <a:cubicBezTo>
                    <a:pt x="675966" y="64717"/>
                    <a:pt x="671745" y="64717"/>
                    <a:pt x="664402" y="64725"/>
                  </a:cubicBezTo>
                  <a:cubicBezTo>
                    <a:pt x="649986" y="66591"/>
                    <a:pt x="649730" y="67034"/>
                    <a:pt x="653739" y="84590"/>
                  </a:cubicBezTo>
                  <a:cubicBezTo>
                    <a:pt x="664729" y="85662"/>
                    <a:pt x="675929" y="86086"/>
                    <a:pt x="688209" y="84084"/>
                  </a:cubicBezTo>
                  <a:cubicBezTo>
                    <a:pt x="687182" y="76423"/>
                    <a:pt x="684665" y="70660"/>
                    <a:pt x="680334" y="64717"/>
                  </a:cubicBezTo>
                  <a:close/>
                  <a:moveTo>
                    <a:pt x="661584" y="45184"/>
                  </a:moveTo>
                  <a:cubicBezTo>
                    <a:pt x="665220" y="45617"/>
                    <a:pt x="668952" y="45242"/>
                    <a:pt x="672640" y="45242"/>
                  </a:cubicBezTo>
                  <a:cubicBezTo>
                    <a:pt x="711975" y="45242"/>
                    <a:pt x="751310" y="45239"/>
                    <a:pt x="790647" y="45245"/>
                  </a:cubicBezTo>
                  <a:cubicBezTo>
                    <a:pt x="794948" y="45246"/>
                    <a:pt x="799267" y="45053"/>
                    <a:pt x="803549" y="45355"/>
                  </a:cubicBezTo>
                  <a:cubicBezTo>
                    <a:pt x="817420" y="46333"/>
                    <a:pt x="826037" y="54632"/>
                    <a:pt x="827613" y="68559"/>
                  </a:cubicBezTo>
                  <a:cubicBezTo>
                    <a:pt x="828026" y="72206"/>
                    <a:pt x="827840" y="75926"/>
                    <a:pt x="827843" y="79613"/>
                  </a:cubicBezTo>
                  <a:cubicBezTo>
                    <a:pt x="827860" y="99895"/>
                    <a:pt x="827872" y="120177"/>
                    <a:pt x="827834" y="140460"/>
                  </a:cubicBezTo>
                  <a:cubicBezTo>
                    <a:pt x="827827" y="144757"/>
                    <a:pt x="828018" y="149113"/>
                    <a:pt x="827402" y="153339"/>
                  </a:cubicBezTo>
                  <a:cubicBezTo>
                    <a:pt x="825526" y="166210"/>
                    <a:pt x="816961" y="174801"/>
                    <a:pt x="803858" y="174903"/>
                  </a:cubicBezTo>
                  <a:cubicBezTo>
                    <a:pt x="754077" y="175292"/>
                    <a:pt x="704291" y="175138"/>
                    <a:pt x="654508" y="175036"/>
                  </a:cubicBezTo>
                  <a:cubicBezTo>
                    <a:pt x="644254" y="175014"/>
                    <a:pt x="637288" y="169441"/>
                    <a:pt x="632320" y="159054"/>
                  </a:cubicBezTo>
                  <a:cubicBezTo>
                    <a:pt x="631518" y="153320"/>
                    <a:pt x="630878" y="149046"/>
                    <a:pt x="630859" y="144770"/>
                  </a:cubicBezTo>
                  <a:cubicBezTo>
                    <a:pt x="630758" y="122030"/>
                    <a:pt x="631598" y="99254"/>
                    <a:pt x="630589" y="76558"/>
                  </a:cubicBezTo>
                  <a:cubicBezTo>
                    <a:pt x="629601" y="54368"/>
                    <a:pt x="643068" y="42985"/>
                    <a:pt x="661584" y="45184"/>
                  </a:cubicBezTo>
                  <a:close/>
                  <a:moveTo>
                    <a:pt x="187246" y="44272"/>
                  </a:moveTo>
                  <a:lnTo>
                    <a:pt x="210329" y="44272"/>
                  </a:lnTo>
                  <a:lnTo>
                    <a:pt x="210329" y="111672"/>
                  </a:lnTo>
                  <a:lnTo>
                    <a:pt x="187246" y="111672"/>
                  </a:lnTo>
                  <a:close/>
                  <a:moveTo>
                    <a:pt x="121715" y="0"/>
                  </a:moveTo>
                  <a:lnTo>
                    <a:pt x="563803" y="0"/>
                  </a:lnTo>
                  <a:lnTo>
                    <a:pt x="563803" y="22810"/>
                  </a:lnTo>
                  <a:lnTo>
                    <a:pt x="121715" y="22810"/>
                  </a:lnTo>
                  <a:close/>
                </a:path>
              </a:pathLst>
            </a:custGeom>
            <a:solidFill>
              <a:schemeClr val="accent1"/>
            </a:solidFill>
            <a:ln w="1155" cap="flat">
              <a:noFill/>
              <a:prstDash val="solid"/>
              <a:miter/>
            </a:ln>
          </p:spPr>
          <p:txBody>
            <a:bodyPr wrap="square" rtlCol="0" anchor="ctr">
              <a:noAutofit/>
            </a:bodyPr>
            <a:lstStyle/>
            <a:p>
              <a:endParaRPr lang="en-US"/>
            </a:p>
          </p:txBody>
        </p:sp>
      </p:grpSp>
      <p:grpSp>
        <p:nvGrpSpPr>
          <p:cNvPr id="896" name="Group 895">
            <a:extLst>
              <a:ext uri="{FF2B5EF4-FFF2-40B4-BE49-F238E27FC236}">
                <a16:creationId xmlns:a16="http://schemas.microsoft.com/office/drawing/2014/main" id="{68075FC2-F3AA-3CEF-50A3-9B2F3AA13A8C}"/>
              </a:ext>
              <a:ext uri="{C183D7F6-B498-43B3-948B-1728B52AA6E4}">
                <adec:decorative xmlns:adec="http://schemas.microsoft.com/office/drawing/2017/decorative" val="1"/>
              </a:ext>
            </a:extLst>
          </p:cNvPr>
          <p:cNvGrpSpPr>
            <a:grpSpLocks noChangeAspect="1"/>
          </p:cNvGrpSpPr>
          <p:nvPr/>
        </p:nvGrpSpPr>
        <p:grpSpPr>
          <a:xfrm>
            <a:off x="8092062" y="2998739"/>
            <a:ext cx="764729" cy="320040"/>
            <a:chOff x="8092062" y="2998739"/>
            <a:chExt cx="764729" cy="320040"/>
          </a:xfrm>
          <a:solidFill>
            <a:srgbClr val="FF0000"/>
          </a:solidFill>
        </p:grpSpPr>
        <p:sp>
          <p:nvSpPr>
            <p:cNvPr id="1624" name="Freeform: Shape 1623">
              <a:extLst>
                <a:ext uri="{FF2B5EF4-FFF2-40B4-BE49-F238E27FC236}">
                  <a16:creationId xmlns:a16="http://schemas.microsoft.com/office/drawing/2014/main" id="{3BAD9AE9-4918-B54B-82F1-612313904A63}"/>
                </a:ext>
                <a:ext uri="{C183D7F6-B498-43B3-948B-1728B52AA6E4}">
                  <adec:decorative xmlns:adec="http://schemas.microsoft.com/office/drawing/2017/decorative" val="1"/>
                </a:ext>
              </a:extLst>
            </p:cNvPr>
            <p:cNvSpPr/>
            <p:nvPr/>
          </p:nvSpPr>
          <p:spPr>
            <a:xfrm>
              <a:off x="8188948" y="3011493"/>
              <a:ext cx="465714" cy="307286"/>
            </a:xfrm>
            <a:custGeom>
              <a:avLst/>
              <a:gdLst>
                <a:gd name="connsiteX0" fmla="*/ 64359 w 466666"/>
                <a:gd name="connsiteY0" fmla="*/ 0 h 307914"/>
                <a:gd name="connsiteX1" fmla="*/ 139318 w 466666"/>
                <a:gd name="connsiteY1" fmla="*/ 0 h 307914"/>
                <a:gd name="connsiteX2" fmla="*/ 182351 w 466666"/>
                <a:gd name="connsiteY2" fmla="*/ 16279 h 307914"/>
                <a:gd name="connsiteX3" fmla="*/ 294580 w 466666"/>
                <a:gd name="connsiteY3" fmla="*/ 115468 h 307914"/>
                <a:gd name="connsiteX4" fmla="*/ 314265 w 466666"/>
                <a:gd name="connsiteY4" fmla="*/ 165105 h 307914"/>
                <a:gd name="connsiteX5" fmla="*/ 311658 w 466666"/>
                <a:gd name="connsiteY5" fmla="*/ 177808 h 307914"/>
                <a:gd name="connsiteX6" fmla="*/ 309933 w 466666"/>
                <a:gd name="connsiteY6" fmla="*/ 183192 h 307914"/>
                <a:gd name="connsiteX7" fmla="*/ 419680 w 466666"/>
                <a:gd name="connsiteY7" fmla="*/ 199009 h 307914"/>
                <a:gd name="connsiteX8" fmla="*/ 419596 w 466666"/>
                <a:gd name="connsiteY8" fmla="*/ 199050 h 307914"/>
                <a:gd name="connsiteX9" fmla="*/ 466666 w 466666"/>
                <a:gd name="connsiteY9" fmla="*/ 253188 h 307914"/>
                <a:gd name="connsiteX10" fmla="*/ 411771 w 466666"/>
                <a:gd name="connsiteY10" fmla="*/ 307914 h 307914"/>
                <a:gd name="connsiteX11" fmla="*/ 189460 w 466666"/>
                <a:gd name="connsiteY11" fmla="*/ 307914 h 307914"/>
                <a:gd name="connsiteX12" fmla="*/ 52455 w 466666"/>
                <a:gd name="connsiteY12" fmla="*/ 200018 h 307914"/>
                <a:gd name="connsiteX13" fmla="*/ 0 w 466666"/>
                <a:gd name="connsiteY13" fmla="*/ 199640 h 307914"/>
                <a:gd name="connsiteX14" fmla="*/ 295 w 466666"/>
                <a:gd name="connsiteY14" fmla="*/ 156271 h 307914"/>
                <a:gd name="connsiteX15" fmla="*/ 67640 w 466666"/>
                <a:gd name="connsiteY15" fmla="*/ 156692 h 307914"/>
                <a:gd name="connsiteX16" fmla="*/ 204519 w 466666"/>
                <a:gd name="connsiteY16" fmla="*/ 264504 h 307914"/>
                <a:gd name="connsiteX17" fmla="*/ 411814 w 466666"/>
                <a:gd name="connsiteY17" fmla="*/ 264504 h 307914"/>
                <a:gd name="connsiteX18" fmla="*/ 423382 w 466666"/>
                <a:gd name="connsiteY18" fmla="*/ 253146 h 307914"/>
                <a:gd name="connsiteX19" fmla="*/ 413539 w 466666"/>
                <a:gd name="connsiteY19" fmla="*/ 241915 h 307914"/>
                <a:gd name="connsiteX20" fmla="*/ 251589 w 466666"/>
                <a:gd name="connsiteY20" fmla="*/ 218569 h 307914"/>
                <a:gd name="connsiteX21" fmla="*/ 221807 w 466666"/>
                <a:gd name="connsiteY21" fmla="*/ 208515 h 307914"/>
                <a:gd name="connsiteX22" fmla="*/ 139697 w 466666"/>
                <a:gd name="connsiteY22" fmla="*/ 152780 h 307914"/>
                <a:gd name="connsiteX23" fmla="*/ 164053 w 466666"/>
                <a:gd name="connsiteY23" fmla="*/ 116898 h 307914"/>
                <a:gd name="connsiteX24" fmla="*/ 246121 w 466666"/>
                <a:gd name="connsiteY24" fmla="*/ 172634 h 307914"/>
                <a:gd name="connsiteX25" fmla="*/ 263409 w 466666"/>
                <a:gd name="connsiteY25" fmla="*/ 173138 h 307914"/>
                <a:gd name="connsiteX26" fmla="*/ 271065 w 466666"/>
                <a:gd name="connsiteY26" fmla="*/ 161066 h 307914"/>
                <a:gd name="connsiteX27" fmla="*/ 265849 w 466666"/>
                <a:gd name="connsiteY27" fmla="*/ 147984 h 307914"/>
                <a:gd name="connsiteX28" fmla="*/ 153621 w 466666"/>
                <a:gd name="connsiteY28" fmla="*/ 48795 h 307914"/>
                <a:gd name="connsiteX29" fmla="*/ 139318 w 466666"/>
                <a:gd name="connsiteY29" fmla="*/ 43369 h 307914"/>
                <a:gd name="connsiteX30" fmla="*/ 90772 w 466666"/>
                <a:gd name="connsiteY30" fmla="*/ 43369 h 307914"/>
                <a:gd name="connsiteX31" fmla="*/ 90772 w 466666"/>
                <a:gd name="connsiteY31" fmla="*/ 43411 h 307914"/>
                <a:gd name="connsiteX32" fmla="*/ 0 w 466666"/>
                <a:gd name="connsiteY32" fmla="*/ 43411 h 307914"/>
                <a:gd name="connsiteX33" fmla="*/ 0 w 466666"/>
                <a:gd name="connsiteY33" fmla="*/ 42 h 307914"/>
                <a:gd name="connsiteX34" fmla="*/ 64359 w 466666"/>
                <a:gd name="connsiteY34" fmla="*/ 42 h 307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6666" h="307914">
                  <a:moveTo>
                    <a:pt x="64359" y="0"/>
                  </a:moveTo>
                  <a:lnTo>
                    <a:pt x="139318" y="0"/>
                  </a:lnTo>
                  <a:cubicBezTo>
                    <a:pt x="155177" y="0"/>
                    <a:pt x="170447" y="5763"/>
                    <a:pt x="182351" y="16279"/>
                  </a:cubicBezTo>
                  <a:lnTo>
                    <a:pt x="294580" y="115468"/>
                  </a:lnTo>
                  <a:cubicBezTo>
                    <a:pt x="308839" y="128087"/>
                    <a:pt x="316033" y="146175"/>
                    <a:pt x="314265" y="165105"/>
                  </a:cubicBezTo>
                  <a:cubicBezTo>
                    <a:pt x="313845" y="169395"/>
                    <a:pt x="313004" y="173643"/>
                    <a:pt x="311658" y="177808"/>
                  </a:cubicBezTo>
                  <a:lnTo>
                    <a:pt x="309933" y="183192"/>
                  </a:lnTo>
                  <a:lnTo>
                    <a:pt x="419680" y="199009"/>
                  </a:lnTo>
                  <a:lnTo>
                    <a:pt x="419596" y="199050"/>
                  </a:lnTo>
                  <a:cubicBezTo>
                    <a:pt x="446433" y="202879"/>
                    <a:pt x="466666" y="226140"/>
                    <a:pt x="466666" y="253188"/>
                  </a:cubicBezTo>
                  <a:cubicBezTo>
                    <a:pt x="466666" y="283348"/>
                    <a:pt x="442059" y="307914"/>
                    <a:pt x="411771" y="307914"/>
                  </a:cubicBezTo>
                  <a:lnTo>
                    <a:pt x="189460" y="307914"/>
                  </a:lnTo>
                  <a:lnTo>
                    <a:pt x="52455" y="200018"/>
                  </a:lnTo>
                  <a:lnTo>
                    <a:pt x="0" y="199640"/>
                  </a:lnTo>
                  <a:lnTo>
                    <a:pt x="295" y="156271"/>
                  </a:lnTo>
                  <a:lnTo>
                    <a:pt x="67640" y="156692"/>
                  </a:lnTo>
                  <a:lnTo>
                    <a:pt x="204519" y="264504"/>
                  </a:lnTo>
                  <a:lnTo>
                    <a:pt x="411814" y="264504"/>
                  </a:lnTo>
                  <a:cubicBezTo>
                    <a:pt x="418208" y="264504"/>
                    <a:pt x="423382" y="259414"/>
                    <a:pt x="423382" y="253146"/>
                  </a:cubicBezTo>
                  <a:cubicBezTo>
                    <a:pt x="423382" y="247552"/>
                    <a:pt x="419175" y="242714"/>
                    <a:pt x="413539" y="241915"/>
                  </a:cubicBezTo>
                  <a:lnTo>
                    <a:pt x="251589" y="218569"/>
                  </a:lnTo>
                  <a:cubicBezTo>
                    <a:pt x="241031" y="217980"/>
                    <a:pt x="230641" y="214488"/>
                    <a:pt x="221807" y="208515"/>
                  </a:cubicBezTo>
                  <a:lnTo>
                    <a:pt x="139697" y="152780"/>
                  </a:lnTo>
                  <a:lnTo>
                    <a:pt x="164053" y="116898"/>
                  </a:lnTo>
                  <a:lnTo>
                    <a:pt x="246121" y="172634"/>
                  </a:lnTo>
                  <a:cubicBezTo>
                    <a:pt x="251252" y="176126"/>
                    <a:pt x="258067" y="176336"/>
                    <a:pt x="263409" y="173138"/>
                  </a:cubicBezTo>
                  <a:cubicBezTo>
                    <a:pt x="267784" y="170489"/>
                    <a:pt x="270602" y="166114"/>
                    <a:pt x="271065" y="161066"/>
                  </a:cubicBezTo>
                  <a:cubicBezTo>
                    <a:pt x="271528" y="156102"/>
                    <a:pt x="269635" y="151307"/>
                    <a:pt x="265849" y="147984"/>
                  </a:cubicBezTo>
                  <a:lnTo>
                    <a:pt x="153621" y="48795"/>
                  </a:lnTo>
                  <a:cubicBezTo>
                    <a:pt x="149667" y="45304"/>
                    <a:pt x="144576" y="43369"/>
                    <a:pt x="139318" y="43369"/>
                  </a:cubicBezTo>
                  <a:lnTo>
                    <a:pt x="90772" y="43369"/>
                  </a:lnTo>
                  <a:lnTo>
                    <a:pt x="90772" y="43411"/>
                  </a:lnTo>
                  <a:lnTo>
                    <a:pt x="0" y="43411"/>
                  </a:lnTo>
                  <a:lnTo>
                    <a:pt x="0" y="42"/>
                  </a:lnTo>
                  <a:lnTo>
                    <a:pt x="64359" y="42"/>
                  </a:lnTo>
                  <a:close/>
                </a:path>
              </a:pathLst>
            </a:custGeom>
            <a:solidFill>
              <a:schemeClr val="accent2"/>
            </a:solidFill>
            <a:ln w="5507" cap="flat">
              <a:noFill/>
              <a:prstDash val="solid"/>
              <a:miter/>
            </a:ln>
          </p:spPr>
          <p:txBody>
            <a:bodyPr wrap="square" rtlCol="0" anchor="ctr">
              <a:noAutofit/>
            </a:bodyPr>
            <a:lstStyle/>
            <a:p>
              <a:endParaRPr lang="en-US"/>
            </a:p>
          </p:txBody>
        </p:sp>
        <p:sp>
          <p:nvSpPr>
            <p:cNvPr id="1668" name="Freeform: Shape 1667">
              <a:extLst>
                <a:ext uri="{FF2B5EF4-FFF2-40B4-BE49-F238E27FC236}">
                  <a16:creationId xmlns:a16="http://schemas.microsoft.com/office/drawing/2014/main" id="{EC138D76-215A-46F9-E31C-7D987D5AD349}"/>
                </a:ext>
                <a:ext uri="{C183D7F6-B498-43B3-948B-1728B52AA6E4}">
                  <adec:decorative xmlns:adec="http://schemas.microsoft.com/office/drawing/2017/decorative" val="1"/>
                </a:ext>
              </a:extLst>
            </p:cNvPr>
            <p:cNvSpPr/>
            <p:nvPr/>
          </p:nvSpPr>
          <p:spPr>
            <a:xfrm>
              <a:off x="8092062" y="2998739"/>
              <a:ext cx="764729" cy="173072"/>
            </a:xfrm>
            <a:custGeom>
              <a:avLst/>
              <a:gdLst>
                <a:gd name="connsiteX0" fmla="*/ 451647 w 766292"/>
                <a:gd name="connsiteY0" fmla="*/ 134054 h 173426"/>
                <a:gd name="connsiteX1" fmla="*/ 711692 w 766292"/>
                <a:gd name="connsiteY1" fmla="*/ 134054 h 173426"/>
                <a:gd name="connsiteX2" fmla="*/ 711692 w 766292"/>
                <a:gd name="connsiteY2" fmla="*/ 173426 h 173426"/>
                <a:gd name="connsiteX3" fmla="*/ 451647 w 766292"/>
                <a:gd name="connsiteY3" fmla="*/ 173426 h 173426"/>
                <a:gd name="connsiteX4" fmla="*/ 506247 w 766292"/>
                <a:gd name="connsiteY4" fmla="*/ 72934 h 173426"/>
                <a:gd name="connsiteX5" fmla="*/ 766292 w 766292"/>
                <a:gd name="connsiteY5" fmla="*/ 72934 h 173426"/>
                <a:gd name="connsiteX6" fmla="*/ 766292 w 766292"/>
                <a:gd name="connsiteY6" fmla="*/ 112306 h 173426"/>
                <a:gd name="connsiteX7" fmla="*/ 506247 w 766292"/>
                <a:gd name="connsiteY7" fmla="*/ 112306 h 173426"/>
                <a:gd name="connsiteX8" fmla="*/ 451647 w 766292"/>
                <a:gd name="connsiteY8" fmla="*/ 11856 h 173426"/>
                <a:gd name="connsiteX9" fmla="*/ 711692 w 766292"/>
                <a:gd name="connsiteY9" fmla="*/ 11856 h 173426"/>
                <a:gd name="connsiteX10" fmla="*/ 711692 w 766292"/>
                <a:gd name="connsiteY10" fmla="*/ 51228 h 173426"/>
                <a:gd name="connsiteX11" fmla="*/ 451647 w 766292"/>
                <a:gd name="connsiteY11" fmla="*/ 51228 h 173426"/>
                <a:gd name="connsiteX12" fmla="*/ 0 w 766292"/>
                <a:gd name="connsiteY12" fmla="*/ 0 h 173426"/>
                <a:gd name="connsiteX13" fmla="*/ 66467 w 766292"/>
                <a:gd name="connsiteY13" fmla="*/ 0 h 173426"/>
                <a:gd name="connsiteX14" fmla="*/ 66467 w 766292"/>
                <a:gd name="connsiteY14" fmla="*/ 66466 h 173426"/>
                <a:gd name="connsiteX15" fmla="*/ 0 w 766292"/>
                <a:gd name="connsiteY15" fmla="*/ 66466 h 17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6292" h="173426">
                  <a:moveTo>
                    <a:pt x="451647" y="134054"/>
                  </a:moveTo>
                  <a:lnTo>
                    <a:pt x="711692" y="134054"/>
                  </a:lnTo>
                  <a:lnTo>
                    <a:pt x="711692" y="173426"/>
                  </a:lnTo>
                  <a:lnTo>
                    <a:pt x="451647" y="173426"/>
                  </a:lnTo>
                  <a:close/>
                  <a:moveTo>
                    <a:pt x="506247" y="72934"/>
                  </a:moveTo>
                  <a:lnTo>
                    <a:pt x="766292" y="72934"/>
                  </a:lnTo>
                  <a:lnTo>
                    <a:pt x="766292" y="112306"/>
                  </a:lnTo>
                  <a:lnTo>
                    <a:pt x="506247" y="112306"/>
                  </a:lnTo>
                  <a:close/>
                  <a:moveTo>
                    <a:pt x="451647" y="11856"/>
                  </a:moveTo>
                  <a:lnTo>
                    <a:pt x="711692" y="11856"/>
                  </a:lnTo>
                  <a:lnTo>
                    <a:pt x="711692" y="51228"/>
                  </a:lnTo>
                  <a:lnTo>
                    <a:pt x="451647" y="51228"/>
                  </a:lnTo>
                  <a:close/>
                  <a:moveTo>
                    <a:pt x="0" y="0"/>
                  </a:moveTo>
                  <a:lnTo>
                    <a:pt x="66467" y="0"/>
                  </a:lnTo>
                  <a:lnTo>
                    <a:pt x="66467" y="66466"/>
                  </a:lnTo>
                  <a:lnTo>
                    <a:pt x="0" y="66466"/>
                  </a:ln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900" name="Group 899">
            <a:extLst>
              <a:ext uri="{FF2B5EF4-FFF2-40B4-BE49-F238E27FC236}">
                <a16:creationId xmlns:a16="http://schemas.microsoft.com/office/drawing/2014/main" id="{6975885C-E1D1-36A4-9396-B21DD2662378}"/>
              </a:ext>
              <a:ext uri="{C183D7F6-B498-43B3-948B-1728B52AA6E4}">
                <adec:decorative xmlns:adec="http://schemas.microsoft.com/office/drawing/2017/decorative" val="1"/>
              </a:ext>
            </a:extLst>
          </p:cNvPr>
          <p:cNvGrpSpPr>
            <a:grpSpLocks noChangeAspect="1"/>
          </p:cNvGrpSpPr>
          <p:nvPr/>
        </p:nvGrpSpPr>
        <p:grpSpPr>
          <a:xfrm>
            <a:off x="5353958" y="2930159"/>
            <a:ext cx="518417" cy="457200"/>
            <a:chOff x="5353958" y="2930159"/>
            <a:chExt cx="518417" cy="457200"/>
          </a:xfrm>
          <a:solidFill>
            <a:srgbClr val="FF0000"/>
          </a:solidFill>
        </p:grpSpPr>
        <p:sp>
          <p:nvSpPr>
            <p:cNvPr id="1664" name="Freeform: Shape 1663">
              <a:extLst>
                <a:ext uri="{FF2B5EF4-FFF2-40B4-BE49-F238E27FC236}">
                  <a16:creationId xmlns:a16="http://schemas.microsoft.com/office/drawing/2014/main" id="{9F5887D0-A73E-D42D-D1E6-55B7823D74D9}"/>
                </a:ext>
                <a:ext uri="{C183D7F6-B498-43B3-948B-1728B52AA6E4}">
                  <adec:decorative xmlns:adec="http://schemas.microsoft.com/office/drawing/2017/decorative" val="1"/>
                </a:ext>
              </a:extLst>
            </p:cNvPr>
            <p:cNvSpPr/>
            <p:nvPr/>
          </p:nvSpPr>
          <p:spPr>
            <a:xfrm>
              <a:off x="5380621" y="2930159"/>
              <a:ext cx="461101" cy="457200"/>
            </a:xfrm>
            <a:custGeom>
              <a:avLst/>
              <a:gdLst>
                <a:gd name="connsiteX0" fmla="*/ 706902 w 747176"/>
                <a:gd name="connsiteY0" fmla="*/ 363771 h 740854"/>
                <a:gd name="connsiteX1" fmla="*/ 707825 w 747176"/>
                <a:gd name="connsiteY1" fmla="*/ 363926 h 740854"/>
                <a:gd name="connsiteX2" fmla="*/ 707779 w 747176"/>
                <a:gd name="connsiteY2" fmla="*/ 403485 h 740854"/>
                <a:gd name="connsiteX3" fmla="*/ 706802 w 747176"/>
                <a:gd name="connsiteY3" fmla="*/ 420942 h 740854"/>
                <a:gd name="connsiteX4" fmla="*/ 696141 w 747176"/>
                <a:gd name="connsiteY4" fmla="*/ 480248 h 740854"/>
                <a:gd name="connsiteX5" fmla="*/ 671794 w 747176"/>
                <a:gd name="connsiteY5" fmla="*/ 544269 h 740854"/>
                <a:gd name="connsiteX6" fmla="*/ 640981 w 747176"/>
                <a:gd name="connsiteY6" fmla="*/ 594786 h 740854"/>
                <a:gd name="connsiteX7" fmla="*/ 596512 w 747176"/>
                <a:gd name="connsiteY7" fmla="*/ 645365 h 740854"/>
                <a:gd name="connsiteX8" fmla="*/ 538026 w 747176"/>
                <a:gd name="connsiteY8" fmla="*/ 689754 h 740854"/>
                <a:gd name="connsiteX9" fmla="*/ 461773 w 747176"/>
                <a:gd name="connsiteY9" fmla="*/ 724328 h 740854"/>
                <a:gd name="connsiteX10" fmla="*/ 405960 w 747176"/>
                <a:gd name="connsiteY10" fmla="*/ 736920 h 740854"/>
                <a:gd name="connsiteX11" fmla="*/ 375688 w 747176"/>
                <a:gd name="connsiteY11" fmla="*/ 739802 h 740854"/>
                <a:gd name="connsiteX12" fmla="*/ 342038 w 747176"/>
                <a:gd name="connsiteY12" fmla="*/ 740692 h 740854"/>
                <a:gd name="connsiteX13" fmla="*/ 304121 w 747176"/>
                <a:gd name="connsiteY13" fmla="*/ 736965 h 740854"/>
                <a:gd name="connsiteX14" fmla="*/ 235159 w 747176"/>
                <a:gd name="connsiteY14" fmla="*/ 720175 h 740854"/>
                <a:gd name="connsiteX15" fmla="*/ 207549 w 747176"/>
                <a:gd name="connsiteY15" fmla="*/ 708700 h 740854"/>
                <a:gd name="connsiteX16" fmla="*/ 178292 w 747176"/>
                <a:gd name="connsiteY16" fmla="*/ 693814 h 740854"/>
                <a:gd name="connsiteX17" fmla="*/ 142383 w 747176"/>
                <a:gd name="connsiteY17" fmla="*/ 670141 h 740854"/>
                <a:gd name="connsiteX18" fmla="*/ 130288 w 747176"/>
                <a:gd name="connsiteY18" fmla="*/ 660652 h 740854"/>
                <a:gd name="connsiteX19" fmla="*/ 135976 w 747176"/>
                <a:gd name="connsiteY19" fmla="*/ 660345 h 740854"/>
                <a:gd name="connsiteX20" fmla="*/ 208147 w 747176"/>
                <a:gd name="connsiteY20" fmla="*/ 660406 h 740854"/>
                <a:gd name="connsiteX21" fmla="*/ 214998 w 747176"/>
                <a:gd name="connsiteY21" fmla="*/ 662063 h 740854"/>
                <a:gd name="connsiteX22" fmla="*/ 284165 w 747176"/>
                <a:gd name="connsiteY22" fmla="*/ 687505 h 740854"/>
                <a:gd name="connsiteX23" fmla="*/ 322495 w 747176"/>
                <a:gd name="connsiteY23" fmla="*/ 693561 h 740854"/>
                <a:gd name="connsiteX24" fmla="*/ 365729 w 747176"/>
                <a:gd name="connsiteY24" fmla="*/ 695401 h 740854"/>
                <a:gd name="connsiteX25" fmla="*/ 415847 w 747176"/>
                <a:gd name="connsiteY25" fmla="*/ 689298 h 740854"/>
                <a:gd name="connsiteX26" fmla="*/ 472724 w 747176"/>
                <a:gd name="connsiteY26" fmla="*/ 672048 h 740854"/>
                <a:gd name="connsiteX27" fmla="*/ 532244 w 747176"/>
                <a:gd name="connsiteY27" fmla="*/ 638809 h 740854"/>
                <a:gd name="connsiteX28" fmla="*/ 571872 w 747176"/>
                <a:gd name="connsiteY28" fmla="*/ 605803 h 740854"/>
                <a:gd name="connsiteX29" fmla="*/ 602237 w 747176"/>
                <a:gd name="connsiteY29" fmla="*/ 570721 h 740854"/>
                <a:gd name="connsiteX30" fmla="*/ 633032 w 747176"/>
                <a:gd name="connsiteY30" fmla="*/ 520173 h 740854"/>
                <a:gd name="connsiteX31" fmla="*/ 657703 w 747176"/>
                <a:gd name="connsiteY31" fmla="*/ 444754 h 740854"/>
                <a:gd name="connsiteX32" fmla="*/ 663246 w 747176"/>
                <a:gd name="connsiteY32" fmla="*/ 409138 h 740854"/>
                <a:gd name="connsiteX33" fmla="*/ 529606 w 747176"/>
                <a:gd name="connsiteY33" fmla="*/ 409138 h 740854"/>
                <a:gd name="connsiteX34" fmla="*/ 538750 w 747176"/>
                <a:gd name="connsiteY34" fmla="*/ 398802 h 740854"/>
                <a:gd name="connsiteX35" fmla="*/ 571396 w 747176"/>
                <a:gd name="connsiteY35" fmla="*/ 366189 h 740854"/>
                <a:gd name="connsiteX36" fmla="*/ 576307 w 747176"/>
                <a:gd name="connsiteY36" fmla="*/ 363852 h 740854"/>
                <a:gd name="connsiteX37" fmla="*/ 706902 w 747176"/>
                <a:gd name="connsiteY37" fmla="*/ 363771 h 740854"/>
                <a:gd name="connsiteX38" fmla="*/ 728418 w 747176"/>
                <a:gd name="connsiteY38" fmla="*/ 209737 h 740854"/>
                <a:gd name="connsiteX39" fmla="*/ 746625 w 747176"/>
                <a:gd name="connsiteY39" fmla="*/ 324252 h 740854"/>
                <a:gd name="connsiteX40" fmla="*/ 613599 w 747176"/>
                <a:gd name="connsiteY40" fmla="*/ 324252 h 740854"/>
                <a:gd name="connsiteX41" fmla="*/ 614103 w 747176"/>
                <a:gd name="connsiteY41" fmla="*/ 322515 h 740854"/>
                <a:gd name="connsiteX42" fmla="*/ 634241 w 747176"/>
                <a:gd name="connsiteY42" fmla="*/ 302445 h 740854"/>
                <a:gd name="connsiteX43" fmla="*/ 639500 w 747176"/>
                <a:gd name="connsiteY43" fmla="*/ 300963 h 740854"/>
                <a:gd name="connsiteX44" fmla="*/ 717499 w 747176"/>
                <a:gd name="connsiteY44" fmla="*/ 300900 h 740854"/>
                <a:gd name="connsiteX45" fmla="*/ 723454 w 747176"/>
                <a:gd name="connsiteY45" fmla="*/ 300900 h 740854"/>
                <a:gd name="connsiteX46" fmla="*/ 712743 w 747176"/>
                <a:gd name="connsiteY46" fmla="*/ 235928 h 740854"/>
                <a:gd name="connsiteX47" fmla="*/ 718020 w 747176"/>
                <a:gd name="connsiteY47" fmla="*/ 220172 h 740854"/>
                <a:gd name="connsiteX48" fmla="*/ 728418 w 747176"/>
                <a:gd name="connsiteY48" fmla="*/ 209737 h 740854"/>
                <a:gd name="connsiteX49" fmla="*/ 376736 w 747176"/>
                <a:gd name="connsiteY49" fmla="*/ 32441 h 740854"/>
                <a:gd name="connsiteX50" fmla="*/ 376736 w 747176"/>
                <a:gd name="connsiteY50" fmla="*/ 363609 h 740854"/>
                <a:gd name="connsiteX51" fmla="*/ 449211 w 747176"/>
                <a:gd name="connsiteY51" fmla="*/ 363609 h 740854"/>
                <a:gd name="connsiteX52" fmla="*/ 444073 w 747176"/>
                <a:gd name="connsiteY52" fmla="*/ 370613 h 740854"/>
                <a:gd name="connsiteX53" fmla="*/ 420426 w 747176"/>
                <a:gd name="connsiteY53" fmla="*/ 395329 h 740854"/>
                <a:gd name="connsiteX54" fmla="*/ 413373 w 747176"/>
                <a:gd name="connsiteY54" fmla="*/ 403318 h 740854"/>
                <a:gd name="connsiteX55" fmla="*/ 401407 w 747176"/>
                <a:gd name="connsiteY55" fmla="*/ 409115 h 740854"/>
                <a:gd name="connsiteX56" fmla="*/ 331806 w 747176"/>
                <a:gd name="connsiteY56" fmla="*/ 408926 h 740854"/>
                <a:gd name="connsiteX57" fmla="*/ 331806 w 747176"/>
                <a:gd name="connsiteY57" fmla="*/ 78762 h 740854"/>
                <a:gd name="connsiteX58" fmla="*/ 310916 w 747176"/>
                <a:gd name="connsiteY58" fmla="*/ 81036 h 740854"/>
                <a:gd name="connsiteX59" fmla="*/ 264483 w 747176"/>
                <a:gd name="connsiteY59" fmla="*/ 91821 h 740854"/>
                <a:gd name="connsiteX60" fmla="*/ 217159 w 747176"/>
                <a:gd name="connsiteY60" fmla="*/ 110537 h 740854"/>
                <a:gd name="connsiteX61" fmla="*/ 156574 w 747176"/>
                <a:gd name="connsiteY61" fmla="*/ 150495 h 740854"/>
                <a:gd name="connsiteX62" fmla="*/ 129177 w 747176"/>
                <a:gd name="connsiteY62" fmla="*/ 176082 h 740854"/>
                <a:gd name="connsiteX63" fmla="*/ 88328 w 747176"/>
                <a:gd name="connsiteY63" fmla="*/ 230556 h 740854"/>
                <a:gd name="connsiteX64" fmla="*/ 58596 w 747176"/>
                <a:gd name="connsiteY64" fmla="*/ 299557 h 740854"/>
                <a:gd name="connsiteX65" fmla="*/ 48878 w 747176"/>
                <a:gd name="connsiteY65" fmla="*/ 344803 h 740854"/>
                <a:gd name="connsiteX66" fmla="*/ 46088 w 747176"/>
                <a:gd name="connsiteY66" fmla="*/ 400099 h 740854"/>
                <a:gd name="connsiteX67" fmla="*/ 50753 w 747176"/>
                <a:gd name="connsiteY67" fmla="*/ 440237 h 740854"/>
                <a:gd name="connsiteX68" fmla="*/ 64541 w 747176"/>
                <a:gd name="connsiteY68" fmla="*/ 492736 h 740854"/>
                <a:gd name="connsiteX69" fmla="*/ 66770 w 747176"/>
                <a:gd name="connsiteY69" fmla="*/ 498909 h 740854"/>
                <a:gd name="connsiteX70" fmla="*/ 99892 w 747176"/>
                <a:gd name="connsiteY70" fmla="*/ 561046 h 740854"/>
                <a:gd name="connsiteX71" fmla="*/ 105967 w 747176"/>
                <a:gd name="connsiteY71" fmla="*/ 569871 h 740854"/>
                <a:gd name="connsiteX72" fmla="*/ 50133 w 747176"/>
                <a:gd name="connsiteY72" fmla="*/ 569871 h 740854"/>
                <a:gd name="connsiteX73" fmla="*/ 56392 w 747176"/>
                <a:gd name="connsiteY73" fmla="*/ 195636 h 740854"/>
                <a:gd name="connsiteX74" fmla="*/ 376736 w 747176"/>
                <a:gd name="connsiteY74" fmla="*/ 32441 h 740854"/>
                <a:gd name="connsiteX75" fmla="*/ 422371 w 747176"/>
                <a:gd name="connsiteY75" fmla="*/ 56 h 740854"/>
                <a:gd name="connsiteX76" fmla="*/ 447857 w 747176"/>
                <a:gd name="connsiteY76" fmla="*/ 112 h 740854"/>
                <a:gd name="connsiteX77" fmla="*/ 464744 w 747176"/>
                <a:gd name="connsiteY77" fmla="*/ 1445 h 740854"/>
                <a:gd name="connsiteX78" fmla="*/ 516046 w 747176"/>
                <a:gd name="connsiteY78" fmla="*/ 10740 h 740854"/>
                <a:gd name="connsiteX79" fmla="*/ 574251 w 747176"/>
                <a:gd name="connsiteY79" fmla="*/ 32879 h 740854"/>
                <a:gd name="connsiteX80" fmla="*/ 596253 w 747176"/>
                <a:gd name="connsiteY80" fmla="*/ 45406 h 740854"/>
                <a:gd name="connsiteX81" fmla="*/ 598673 w 747176"/>
                <a:gd name="connsiteY81" fmla="*/ 48425 h 740854"/>
                <a:gd name="connsiteX82" fmla="*/ 598783 w 747176"/>
                <a:gd name="connsiteY82" fmla="*/ 74618 h 740854"/>
                <a:gd name="connsiteX83" fmla="*/ 534600 w 747176"/>
                <a:gd name="connsiteY83" fmla="*/ 40917 h 740854"/>
                <a:gd name="connsiteX84" fmla="*/ 500000 w 747176"/>
                <a:gd name="connsiteY84" fmla="*/ 30747 h 740854"/>
                <a:gd name="connsiteX85" fmla="*/ 467497 w 747176"/>
                <a:gd name="connsiteY85" fmla="*/ 25001 h 740854"/>
                <a:gd name="connsiteX86" fmla="*/ 444812 w 747176"/>
                <a:gd name="connsiteY86" fmla="*/ 22553 h 740854"/>
                <a:gd name="connsiteX87" fmla="*/ 444812 w 747176"/>
                <a:gd name="connsiteY87" fmla="*/ 300754 h 740854"/>
                <a:gd name="connsiteX88" fmla="*/ 513050 w 747176"/>
                <a:gd name="connsiteY88" fmla="*/ 300754 h 740854"/>
                <a:gd name="connsiteX89" fmla="*/ 513729 w 747176"/>
                <a:gd name="connsiteY89" fmla="*/ 301979 h 740854"/>
                <a:gd name="connsiteX90" fmla="*/ 504952 w 747176"/>
                <a:gd name="connsiteY90" fmla="*/ 310580 h 740854"/>
                <a:gd name="connsiteX91" fmla="*/ 501587 w 747176"/>
                <a:gd name="connsiteY91" fmla="*/ 313230 h 740854"/>
                <a:gd name="connsiteX92" fmla="*/ 474233 w 747176"/>
                <a:gd name="connsiteY92" fmla="*/ 324722 h 740854"/>
                <a:gd name="connsiteX93" fmla="*/ 422371 w 747176"/>
                <a:gd name="connsiteY93" fmla="*/ 324469 h 740854"/>
                <a:gd name="connsiteX94" fmla="*/ 422371 w 747176"/>
                <a:gd name="connsiteY94" fmla="*/ 56 h 740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747176" h="740854">
                  <a:moveTo>
                    <a:pt x="706902" y="363771"/>
                  </a:moveTo>
                  <a:cubicBezTo>
                    <a:pt x="707363" y="363772"/>
                    <a:pt x="707824" y="363926"/>
                    <a:pt x="707825" y="363926"/>
                  </a:cubicBezTo>
                  <a:cubicBezTo>
                    <a:pt x="707825" y="377235"/>
                    <a:pt x="707925" y="390361"/>
                    <a:pt x="707779" y="403485"/>
                  </a:cubicBezTo>
                  <a:cubicBezTo>
                    <a:pt x="707714" y="409307"/>
                    <a:pt x="707234" y="415130"/>
                    <a:pt x="706802" y="420942"/>
                  </a:cubicBezTo>
                  <a:cubicBezTo>
                    <a:pt x="705306" y="441078"/>
                    <a:pt x="701402" y="460773"/>
                    <a:pt x="696141" y="480248"/>
                  </a:cubicBezTo>
                  <a:cubicBezTo>
                    <a:pt x="690154" y="502413"/>
                    <a:pt x="682477" y="524031"/>
                    <a:pt x="671794" y="544269"/>
                  </a:cubicBezTo>
                  <a:cubicBezTo>
                    <a:pt x="662601" y="561685"/>
                    <a:pt x="652045" y="578473"/>
                    <a:pt x="640981" y="594786"/>
                  </a:cubicBezTo>
                  <a:cubicBezTo>
                    <a:pt x="628331" y="613435"/>
                    <a:pt x="612971" y="629962"/>
                    <a:pt x="596512" y="645365"/>
                  </a:cubicBezTo>
                  <a:cubicBezTo>
                    <a:pt x="578558" y="662167"/>
                    <a:pt x="559078" y="677026"/>
                    <a:pt x="538026" y="689754"/>
                  </a:cubicBezTo>
                  <a:cubicBezTo>
                    <a:pt x="513984" y="704289"/>
                    <a:pt x="488619" y="715968"/>
                    <a:pt x="461773" y="724328"/>
                  </a:cubicBezTo>
                  <a:cubicBezTo>
                    <a:pt x="443509" y="730015"/>
                    <a:pt x="425029" y="734818"/>
                    <a:pt x="405960" y="736920"/>
                  </a:cubicBezTo>
                  <a:cubicBezTo>
                    <a:pt x="395885" y="738031"/>
                    <a:pt x="385800" y="739196"/>
                    <a:pt x="375688" y="739802"/>
                  </a:cubicBezTo>
                  <a:cubicBezTo>
                    <a:pt x="364488" y="740474"/>
                    <a:pt x="353223" y="741180"/>
                    <a:pt x="342038" y="740692"/>
                  </a:cubicBezTo>
                  <a:cubicBezTo>
                    <a:pt x="329368" y="740138"/>
                    <a:pt x="316748" y="738351"/>
                    <a:pt x="304121" y="736965"/>
                  </a:cubicBezTo>
                  <a:cubicBezTo>
                    <a:pt x="280411" y="734361"/>
                    <a:pt x="257535" y="728194"/>
                    <a:pt x="235159" y="720175"/>
                  </a:cubicBezTo>
                  <a:cubicBezTo>
                    <a:pt x="225907" y="716858"/>
                    <a:pt x="216964" y="712678"/>
                    <a:pt x="207549" y="708700"/>
                  </a:cubicBezTo>
                  <a:cubicBezTo>
                    <a:pt x="197548" y="703656"/>
                    <a:pt x="187545" y="699361"/>
                    <a:pt x="178292" y="693814"/>
                  </a:cubicBezTo>
                  <a:cubicBezTo>
                    <a:pt x="166006" y="686449"/>
                    <a:pt x="154252" y="678187"/>
                    <a:pt x="142383" y="670141"/>
                  </a:cubicBezTo>
                  <a:cubicBezTo>
                    <a:pt x="138490" y="667502"/>
                    <a:pt x="134952" y="664338"/>
                    <a:pt x="130288" y="660652"/>
                  </a:cubicBezTo>
                  <a:cubicBezTo>
                    <a:pt x="132956" y="660503"/>
                    <a:pt x="134466" y="660345"/>
                    <a:pt x="135976" y="660345"/>
                  </a:cubicBezTo>
                  <a:cubicBezTo>
                    <a:pt x="160033" y="660329"/>
                    <a:pt x="184091" y="660289"/>
                    <a:pt x="208147" y="660406"/>
                  </a:cubicBezTo>
                  <a:cubicBezTo>
                    <a:pt x="210445" y="660417"/>
                    <a:pt x="212956" y="661015"/>
                    <a:pt x="214998" y="662063"/>
                  </a:cubicBezTo>
                  <a:cubicBezTo>
                    <a:pt x="237024" y="673368"/>
                    <a:pt x="260127" y="681862"/>
                    <a:pt x="284165" y="687505"/>
                  </a:cubicBezTo>
                  <a:cubicBezTo>
                    <a:pt x="296731" y="690454"/>
                    <a:pt x="309636" y="692328"/>
                    <a:pt x="322495" y="693561"/>
                  </a:cubicBezTo>
                  <a:cubicBezTo>
                    <a:pt x="336847" y="694937"/>
                    <a:pt x="351378" y="696131"/>
                    <a:pt x="365729" y="695401"/>
                  </a:cubicBezTo>
                  <a:cubicBezTo>
                    <a:pt x="382501" y="694548"/>
                    <a:pt x="399264" y="692123"/>
                    <a:pt x="415847" y="689298"/>
                  </a:cubicBezTo>
                  <a:cubicBezTo>
                    <a:pt x="435462" y="685957"/>
                    <a:pt x="454376" y="679724"/>
                    <a:pt x="472724" y="672048"/>
                  </a:cubicBezTo>
                  <a:cubicBezTo>
                    <a:pt x="493800" y="663231"/>
                    <a:pt x="514055" y="652714"/>
                    <a:pt x="532244" y="638809"/>
                  </a:cubicBezTo>
                  <a:cubicBezTo>
                    <a:pt x="545898" y="628370"/>
                    <a:pt x="559536" y="617717"/>
                    <a:pt x="571872" y="605803"/>
                  </a:cubicBezTo>
                  <a:cubicBezTo>
                    <a:pt x="582956" y="595097"/>
                    <a:pt x="592682" y="582879"/>
                    <a:pt x="602237" y="570721"/>
                  </a:cubicBezTo>
                  <a:cubicBezTo>
                    <a:pt x="614479" y="555143"/>
                    <a:pt x="624588" y="538083"/>
                    <a:pt x="633032" y="520173"/>
                  </a:cubicBezTo>
                  <a:cubicBezTo>
                    <a:pt x="644383" y="496097"/>
                    <a:pt x="653257" y="471119"/>
                    <a:pt x="657703" y="444754"/>
                  </a:cubicBezTo>
                  <a:cubicBezTo>
                    <a:pt x="659671" y="433082"/>
                    <a:pt x="661353" y="421361"/>
                    <a:pt x="663246" y="409138"/>
                  </a:cubicBezTo>
                  <a:cubicBezTo>
                    <a:pt x="618576" y="409138"/>
                    <a:pt x="574647" y="409138"/>
                    <a:pt x="529606" y="409138"/>
                  </a:cubicBezTo>
                  <a:cubicBezTo>
                    <a:pt x="533102" y="405165"/>
                    <a:pt x="535766" y="401826"/>
                    <a:pt x="538750" y="398802"/>
                  </a:cubicBezTo>
                  <a:cubicBezTo>
                    <a:pt x="549555" y="387855"/>
                    <a:pt x="560426" y="376972"/>
                    <a:pt x="571396" y="366189"/>
                  </a:cubicBezTo>
                  <a:cubicBezTo>
                    <a:pt x="572634" y="364971"/>
                    <a:pt x="574649" y="363857"/>
                    <a:pt x="576307" y="363852"/>
                  </a:cubicBezTo>
                  <a:cubicBezTo>
                    <a:pt x="619838" y="363729"/>
                    <a:pt x="663370" y="363757"/>
                    <a:pt x="706902" y="363771"/>
                  </a:cubicBezTo>
                  <a:close/>
                  <a:moveTo>
                    <a:pt x="728418" y="209737"/>
                  </a:moveTo>
                  <a:cubicBezTo>
                    <a:pt x="738171" y="224840"/>
                    <a:pt x="749868" y="298775"/>
                    <a:pt x="746625" y="324252"/>
                  </a:cubicBezTo>
                  <a:cubicBezTo>
                    <a:pt x="702408" y="324252"/>
                    <a:pt x="658163" y="324252"/>
                    <a:pt x="613599" y="324252"/>
                  </a:cubicBezTo>
                  <a:cubicBezTo>
                    <a:pt x="613777" y="323596"/>
                    <a:pt x="613752" y="322871"/>
                    <a:pt x="614103" y="322515"/>
                  </a:cubicBezTo>
                  <a:cubicBezTo>
                    <a:pt x="620761" y="315769"/>
                    <a:pt x="627374" y="308973"/>
                    <a:pt x="634241" y="302445"/>
                  </a:cubicBezTo>
                  <a:cubicBezTo>
                    <a:pt x="635419" y="301325"/>
                    <a:pt x="637717" y="300969"/>
                    <a:pt x="639500" y="300963"/>
                  </a:cubicBezTo>
                  <a:cubicBezTo>
                    <a:pt x="665500" y="300871"/>
                    <a:pt x="691499" y="300900"/>
                    <a:pt x="717499" y="300900"/>
                  </a:cubicBezTo>
                  <a:cubicBezTo>
                    <a:pt x="719284" y="300900"/>
                    <a:pt x="721069" y="300900"/>
                    <a:pt x="723454" y="300900"/>
                  </a:cubicBezTo>
                  <a:cubicBezTo>
                    <a:pt x="721833" y="278866"/>
                    <a:pt x="719462" y="257262"/>
                    <a:pt x="712743" y="235928"/>
                  </a:cubicBezTo>
                  <a:cubicBezTo>
                    <a:pt x="709259" y="228584"/>
                    <a:pt x="711945" y="224192"/>
                    <a:pt x="718020" y="220172"/>
                  </a:cubicBezTo>
                  <a:cubicBezTo>
                    <a:pt x="722011" y="217531"/>
                    <a:pt x="724953" y="213307"/>
                    <a:pt x="728418" y="209737"/>
                  </a:cubicBezTo>
                  <a:close/>
                  <a:moveTo>
                    <a:pt x="376736" y="32441"/>
                  </a:moveTo>
                  <a:cubicBezTo>
                    <a:pt x="376736" y="143143"/>
                    <a:pt x="376736" y="253187"/>
                    <a:pt x="376736" y="363609"/>
                  </a:cubicBezTo>
                  <a:cubicBezTo>
                    <a:pt x="400838" y="363609"/>
                    <a:pt x="424494" y="363609"/>
                    <a:pt x="449211" y="363609"/>
                  </a:cubicBezTo>
                  <a:cubicBezTo>
                    <a:pt x="447157" y="366442"/>
                    <a:pt x="445839" y="368738"/>
                    <a:pt x="444073" y="370613"/>
                  </a:cubicBezTo>
                  <a:cubicBezTo>
                    <a:pt x="436255" y="378913"/>
                    <a:pt x="428283" y="387066"/>
                    <a:pt x="420426" y="395329"/>
                  </a:cubicBezTo>
                  <a:cubicBezTo>
                    <a:pt x="417980" y="397902"/>
                    <a:pt x="415728" y="400659"/>
                    <a:pt x="413373" y="403318"/>
                  </a:cubicBezTo>
                  <a:cubicBezTo>
                    <a:pt x="410196" y="406907"/>
                    <a:pt x="406942" y="409223"/>
                    <a:pt x="401407" y="409115"/>
                  </a:cubicBezTo>
                  <a:cubicBezTo>
                    <a:pt x="378365" y="408666"/>
                    <a:pt x="355308" y="408926"/>
                    <a:pt x="331806" y="408926"/>
                  </a:cubicBezTo>
                  <a:cubicBezTo>
                    <a:pt x="331806" y="298932"/>
                    <a:pt x="331806" y="189212"/>
                    <a:pt x="331806" y="78762"/>
                  </a:cubicBezTo>
                  <a:cubicBezTo>
                    <a:pt x="324496" y="79518"/>
                    <a:pt x="317581" y="79667"/>
                    <a:pt x="310916" y="81036"/>
                  </a:cubicBezTo>
                  <a:cubicBezTo>
                    <a:pt x="295347" y="84232"/>
                    <a:pt x="279594" y="87052"/>
                    <a:pt x="264483" y="91821"/>
                  </a:cubicBezTo>
                  <a:cubicBezTo>
                    <a:pt x="248337" y="96917"/>
                    <a:pt x="232442" y="103239"/>
                    <a:pt x="217159" y="110537"/>
                  </a:cubicBezTo>
                  <a:cubicBezTo>
                    <a:pt x="195213" y="121017"/>
                    <a:pt x="174786" y="134199"/>
                    <a:pt x="156574" y="150495"/>
                  </a:cubicBezTo>
                  <a:cubicBezTo>
                    <a:pt x="147261" y="158828"/>
                    <a:pt x="137738" y="167012"/>
                    <a:pt x="129177" y="176082"/>
                  </a:cubicBezTo>
                  <a:cubicBezTo>
                    <a:pt x="113530" y="192657"/>
                    <a:pt x="99972" y="210911"/>
                    <a:pt x="88328" y="230556"/>
                  </a:cubicBezTo>
                  <a:cubicBezTo>
                    <a:pt x="75448" y="252285"/>
                    <a:pt x="65260" y="275235"/>
                    <a:pt x="58596" y="299557"/>
                  </a:cubicBezTo>
                  <a:cubicBezTo>
                    <a:pt x="54526" y="314412"/>
                    <a:pt x="51861" y="329667"/>
                    <a:pt x="48878" y="344803"/>
                  </a:cubicBezTo>
                  <a:cubicBezTo>
                    <a:pt x="45276" y="363075"/>
                    <a:pt x="45250" y="381642"/>
                    <a:pt x="46088" y="400099"/>
                  </a:cubicBezTo>
                  <a:cubicBezTo>
                    <a:pt x="46697" y="413522"/>
                    <a:pt x="49092" y="426866"/>
                    <a:pt x="50753" y="440237"/>
                  </a:cubicBezTo>
                  <a:cubicBezTo>
                    <a:pt x="53004" y="458349"/>
                    <a:pt x="58653" y="475576"/>
                    <a:pt x="64541" y="492736"/>
                  </a:cubicBezTo>
                  <a:cubicBezTo>
                    <a:pt x="65209" y="494685"/>
                    <a:pt x="65894" y="496628"/>
                    <a:pt x="66770" y="498909"/>
                  </a:cubicBezTo>
                  <a:cubicBezTo>
                    <a:pt x="75701" y="521039"/>
                    <a:pt x="86686" y="541634"/>
                    <a:pt x="99892" y="561046"/>
                  </a:cubicBezTo>
                  <a:cubicBezTo>
                    <a:pt x="101816" y="563874"/>
                    <a:pt x="103770" y="566681"/>
                    <a:pt x="105967" y="569871"/>
                  </a:cubicBezTo>
                  <a:cubicBezTo>
                    <a:pt x="87134" y="569871"/>
                    <a:pt x="69141" y="569871"/>
                    <a:pt x="50133" y="569871"/>
                  </a:cubicBezTo>
                  <a:cubicBezTo>
                    <a:pt x="-17293" y="444067"/>
                    <a:pt x="-18164" y="319323"/>
                    <a:pt x="56392" y="195636"/>
                  </a:cubicBezTo>
                  <a:cubicBezTo>
                    <a:pt x="133056" y="82481"/>
                    <a:pt x="240493" y="29889"/>
                    <a:pt x="376736" y="32441"/>
                  </a:cubicBezTo>
                  <a:close/>
                  <a:moveTo>
                    <a:pt x="422371" y="56"/>
                  </a:moveTo>
                  <a:cubicBezTo>
                    <a:pt x="430765" y="56"/>
                    <a:pt x="439315" y="-102"/>
                    <a:pt x="447857" y="112"/>
                  </a:cubicBezTo>
                  <a:cubicBezTo>
                    <a:pt x="453497" y="254"/>
                    <a:pt x="459192" y="520"/>
                    <a:pt x="464744" y="1445"/>
                  </a:cubicBezTo>
                  <a:cubicBezTo>
                    <a:pt x="481888" y="4303"/>
                    <a:pt x="499128" y="6841"/>
                    <a:pt x="516046" y="10740"/>
                  </a:cubicBezTo>
                  <a:cubicBezTo>
                    <a:pt x="536378" y="15427"/>
                    <a:pt x="555570" y="23649"/>
                    <a:pt x="574251" y="32879"/>
                  </a:cubicBezTo>
                  <a:cubicBezTo>
                    <a:pt x="581806" y="36611"/>
                    <a:pt x="588982" y="41119"/>
                    <a:pt x="596253" y="45406"/>
                  </a:cubicBezTo>
                  <a:cubicBezTo>
                    <a:pt x="597318" y="46035"/>
                    <a:pt x="598649" y="47382"/>
                    <a:pt x="598673" y="48425"/>
                  </a:cubicBezTo>
                  <a:cubicBezTo>
                    <a:pt x="598869" y="56867"/>
                    <a:pt x="598783" y="65316"/>
                    <a:pt x="598783" y="74618"/>
                  </a:cubicBezTo>
                  <a:cubicBezTo>
                    <a:pt x="578264" y="60815"/>
                    <a:pt x="557255" y="49698"/>
                    <a:pt x="534600" y="40917"/>
                  </a:cubicBezTo>
                  <a:cubicBezTo>
                    <a:pt x="522852" y="37344"/>
                    <a:pt x="511556" y="33500"/>
                    <a:pt x="500000" y="30747"/>
                  </a:cubicBezTo>
                  <a:cubicBezTo>
                    <a:pt x="489314" y="28202"/>
                    <a:pt x="478377" y="26642"/>
                    <a:pt x="467497" y="25001"/>
                  </a:cubicBezTo>
                  <a:cubicBezTo>
                    <a:pt x="460075" y="23881"/>
                    <a:pt x="452562" y="23367"/>
                    <a:pt x="444812" y="22553"/>
                  </a:cubicBezTo>
                  <a:cubicBezTo>
                    <a:pt x="444812" y="115672"/>
                    <a:pt x="444812" y="207926"/>
                    <a:pt x="444812" y="300754"/>
                  </a:cubicBezTo>
                  <a:cubicBezTo>
                    <a:pt x="467509" y="300754"/>
                    <a:pt x="490280" y="300754"/>
                    <a:pt x="513050" y="300754"/>
                  </a:cubicBezTo>
                  <a:cubicBezTo>
                    <a:pt x="513276" y="301163"/>
                    <a:pt x="513502" y="301571"/>
                    <a:pt x="513729" y="301979"/>
                  </a:cubicBezTo>
                  <a:cubicBezTo>
                    <a:pt x="510809" y="304852"/>
                    <a:pt x="507921" y="307759"/>
                    <a:pt x="504952" y="310580"/>
                  </a:cubicBezTo>
                  <a:cubicBezTo>
                    <a:pt x="503918" y="311562"/>
                    <a:pt x="502370" y="312112"/>
                    <a:pt x="501587" y="313230"/>
                  </a:cubicBezTo>
                  <a:cubicBezTo>
                    <a:pt x="494855" y="322858"/>
                    <a:pt x="485779" y="325381"/>
                    <a:pt x="474233" y="324722"/>
                  </a:cubicBezTo>
                  <a:cubicBezTo>
                    <a:pt x="457114" y="323744"/>
                    <a:pt x="439897" y="324469"/>
                    <a:pt x="422371" y="324469"/>
                  </a:cubicBezTo>
                  <a:cubicBezTo>
                    <a:pt x="422371" y="216230"/>
                    <a:pt x="422371" y="108151"/>
                    <a:pt x="422371" y="5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663" name="Freeform: Shape 1662">
              <a:extLst>
                <a:ext uri="{FF2B5EF4-FFF2-40B4-BE49-F238E27FC236}">
                  <a16:creationId xmlns:a16="http://schemas.microsoft.com/office/drawing/2014/main" id="{184B78B1-78E5-8658-6944-0421318AF60A}"/>
                </a:ext>
                <a:ext uri="{C183D7F6-B498-43B3-948B-1728B52AA6E4}">
                  <adec:decorative xmlns:adec="http://schemas.microsoft.com/office/drawing/2017/decorative" val="1"/>
                </a:ext>
              </a:extLst>
            </p:cNvPr>
            <p:cNvSpPr/>
            <p:nvPr/>
          </p:nvSpPr>
          <p:spPr>
            <a:xfrm>
              <a:off x="5353958" y="2977911"/>
              <a:ext cx="518417" cy="353506"/>
            </a:xfrm>
            <a:custGeom>
              <a:avLst/>
              <a:gdLst>
                <a:gd name="connsiteX0" fmla="*/ 0 w 840051"/>
                <a:gd name="connsiteY0" fmla="*/ 506756 h 572826"/>
                <a:gd name="connsiteX1" fmla="*/ 66654 w 840051"/>
                <a:gd name="connsiteY1" fmla="*/ 506756 h 572826"/>
                <a:gd name="connsiteX2" fmla="*/ 66654 w 840051"/>
                <a:gd name="connsiteY2" fmla="*/ 572826 h 572826"/>
                <a:gd name="connsiteX3" fmla="*/ 0 w 840051"/>
                <a:gd name="connsiteY3" fmla="*/ 572826 h 572826"/>
                <a:gd name="connsiteX4" fmla="*/ 662921 w 840051"/>
                <a:gd name="connsiteY4" fmla="*/ 0 h 572826"/>
                <a:gd name="connsiteX5" fmla="*/ 840051 w 840051"/>
                <a:gd name="connsiteY5" fmla="*/ 0 h 572826"/>
                <a:gd name="connsiteX6" fmla="*/ 840051 w 840051"/>
                <a:gd name="connsiteY6" fmla="*/ 176941 h 572826"/>
                <a:gd name="connsiteX7" fmla="*/ 795430 w 840051"/>
                <a:gd name="connsiteY7" fmla="*/ 176941 h 572826"/>
                <a:gd name="connsiteX8" fmla="*/ 795430 w 840051"/>
                <a:gd name="connsiteY8" fmla="*/ 80691 h 572826"/>
                <a:gd name="connsiteX9" fmla="*/ 684315 w 840051"/>
                <a:gd name="connsiteY9" fmla="*/ 187935 h 572826"/>
                <a:gd name="connsiteX10" fmla="*/ 681283 w 840051"/>
                <a:gd name="connsiteY10" fmla="*/ 185742 h 572826"/>
                <a:gd name="connsiteX11" fmla="*/ 681205 w 840051"/>
                <a:gd name="connsiteY11" fmla="*/ 185872 h 572826"/>
                <a:gd name="connsiteX12" fmla="*/ 684021 w 840051"/>
                <a:gd name="connsiteY12" fmla="*/ 188073 h 572826"/>
                <a:gd name="connsiteX13" fmla="*/ 682433 w 840051"/>
                <a:gd name="connsiteY13" fmla="*/ 190427 h 572826"/>
                <a:gd name="connsiteX14" fmla="*/ 553796 w 840051"/>
                <a:gd name="connsiteY14" fmla="*/ 318451 h 572826"/>
                <a:gd name="connsiteX15" fmla="*/ 550781 w 840051"/>
                <a:gd name="connsiteY15" fmla="*/ 314983 h 572826"/>
                <a:gd name="connsiteX16" fmla="*/ 550608 w 840051"/>
                <a:gd name="connsiteY16" fmla="*/ 315271 h 572826"/>
                <a:gd name="connsiteX17" fmla="*/ 553498 w 840051"/>
                <a:gd name="connsiteY17" fmla="*/ 318594 h 572826"/>
                <a:gd name="connsiteX18" fmla="*/ 510746 w 840051"/>
                <a:gd name="connsiteY18" fmla="*/ 361952 h 572826"/>
                <a:gd name="connsiteX19" fmla="*/ 509206 w 840051"/>
                <a:gd name="connsiteY19" fmla="*/ 360379 h 572826"/>
                <a:gd name="connsiteX20" fmla="*/ 508955 w 840051"/>
                <a:gd name="connsiteY20" fmla="*/ 360570 h 572826"/>
                <a:gd name="connsiteX21" fmla="*/ 510449 w 840051"/>
                <a:gd name="connsiteY21" fmla="*/ 362096 h 572826"/>
                <a:gd name="connsiteX22" fmla="*/ 468012 w 840051"/>
                <a:gd name="connsiteY22" fmla="*/ 404862 h 572826"/>
                <a:gd name="connsiteX23" fmla="*/ 440854 w 840051"/>
                <a:gd name="connsiteY23" fmla="*/ 431380 h 572826"/>
                <a:gd name="connsiteX24" fmla="*/ 438147 w 840051"/>
                <a:gd name="connsiteY24" fmla="*/ 426315 h 572826"/>
                <a:gd name="connsiteX25" fmla="*/ 437925 w 840051"/>
                <a:gd name="connsiteY25" fmla="*/ 426366 h 572826"/>
                <a:gd name="connsiteX26" fmla="*/ 440557 w 840051"/>
                <a:gd name="connsiteY26" fmla="*/ 431525 h 572826"/>
                <a:gd name="connsiteX27" fmla="*/ 394932 w 840051"/>
                <a:gd name="connsiteY27" fmla="*/ 478025 h 572826"/>
                <a:gd name="connsiteX28" fmla="*/ 389913 w 840051"/>
                <a:gd name="connsiteY28" fmla="*/ 476920 h 572826"/>
                <a:gd name="connsiteX29" fmla="*/ 390533 w 840051"/>
                <a:gd name="connsiteY29" fmla="*/ 474438 h 572826"/>
                <a:gd name="connsiteX30" fmla="*/ 389769 w 840051"/>
                <a:gd name="connsiteY30" fmla="*/ 476627 h 572826"/>
                <a:gd name="connsiteX31" fmla="*/ 360353 w 840051"/>
                <a:gd name="connsiteY31" fmla="*/ 454990 h 572826"/>
                <a:gd name="connsiteX32" fmla="*/ 355349 w 840051"/>
                <a:gd name="connsiteY32" fmla="*/ 450361 h 572826"/>
                <a:gd name="connsiteX33" fmla="*/ 347136 w 840051"/>
                <a:gd name="connsiteY33" fmla="*/ 420221 h 572826"/>
                <a:gd name="connsiteX34" fmla="*/ 347131 w 840051"/>
                <a:gd name="connsiteY34" fmla="*/ 420229 h 572826"/>
                <a:gd name="connsiteX35" fmla="*/ 355203 w 840051"/>
                <a:gd name="connsiteY35" fmla="*/ 450063 h 572826"/>
                <a:gd name="connsiteX36" fmla="*/ 335539 w 840051"/>
                <a:gd name="connsiteY36" fmla="*/ 436100 h 572826"/>
                <a:gd name="connsiteX37" fmla="*/ 330789 w 840051"/>
                <a:gd name="connsiteY37" fmla="*/ 432983 h 572826"/>
                <a:gd name="connsiteX38" fmla="*/ 326120 w 840051"/>
                <a:gd name="connsiteY38" fmla="*/ 438551 h 572826"/>
                <a:gd name="connsiteX39" fmla="*/ 320840 w 840051"/>
                <a:gd name="connsiteY39" fmla="*/ 427709 h 572826"/>
                <a:gd name="connsiteX40" fmla="*/ 320508 w 840051"/>
                <a:gd name="connsiteY40" fmla="*/ 427784 h 572826"/>
                <a:gd name="connsiteX41" fmla="*/ 325823 w 840051"/>
                <a:gd name="connsiteY41" fmla="*/ 438698 h 572826"/>
                <a:gd name="connsiteX42" fmla="*/ 293708 w 840051"/>
                <a:gd name="connsiteY42" fmla="*/ 469977 h 572826"/>
                <a:gd name="connsiteX43" fmla="*/ 289418 w 840051"/>
                <a:gd name="connsiteY43" fmla="*/ 461350 h 572826"/>
                <a:gd name="connsiteX44" fmla="*/ 289216 w 840051"/>
                <a:gd name="connsiteY44" fmla="*/ 461686 h 572826"/>
                <a:gd name="connsiteX45" fmla="*/ 293413 w 840051"/>
                <a:gd name="connsiteY45" fmla="*/ 470124 h 572826"/>
                <a:gd name="connsiteX46" fmla="*/ 249925 w 840051"/>
                <a:gd name="connsiteY46" fmla="*/ 512061 h 572826"/>
                <a:gd name="connsiteX47" fmla="*/ 218792 w 840051"/>
                <a:gd name="connsiteY47" fmla="*/ 542452 h 572826"/>
                <a:gd name="connsiteX48" fmla="*/ 203202 w 840051"/>
                <a:gd name="connsiteY48" fmla="*/ 535494 h 572826"/>
                <a:gd name="connsiteX49" fmla="*/ 203229 w 840051"/>
                <a:gd name="connsiteY49" fmla="*/ 535648 h 572826"/>
                <a:gd name="connsiteX50" fmla="*/ 218498 w 840051"/>
                <a:gd name="connsiteY50" fmla="*/ 542592 h 572826"/>
                <a:gd name="connsiteX51" fmla="*/ 201397 w 840051"/>
                <a:gd name="connsiteY51" fmla="*/ 559344 h 572826"/>
                <a:gd name="connsiteX52" fmla="*/ 198548 w 840051"/>
                <a:gd name="connsiteY52" fmla="*/ 556483 h 572826"/>
                <a:gd name="connsiteX53" fmla="*/ 198357 w 840051"/>
                <a:gd name="connsiteY53" fmla="*/ 556628 h 572826"/>
                <a:gd name="connsiteX54" fmla="*/ 201100 w 840051"/>
                <a:gd name="connsiteY54" fmla="*/ 559488 h 572826"/>
                <a:gd name="connsiteX55" fmla="*/ 190923 w 840051"/>
                <a:gd name="connsiteY55" fmla="*/ 564399 h 572826"/>
                <a:gd name="connsiteX56" fmla="*/ 151355 w 840051"/>
                <a:gd name="connsiteY56" fmla="*/ 563863 h 572826"/>
                <a:gd name="connsiteX57" fmla="*/ 150898 w 840051"/>
                <a:gd name="connsiteY57" fmla="*/ 562984 h 572826"/>
                <a:gd name="connsiteX58" fmla="*/ 150898 w 840051"/>
                <a:gd name="connsiteY58" fmla="*/ 564199 h 572826"/>
                <a:gd name="connsiteX59" fmla="*/ 140812 w 840051"/>
                <a:gd name="connsiteY59" fmla="*/ 564199 h 572826"/>
                <a:gd name="connsiteX60" fmla="*/ 140812 w 840051"/>
                <a:gd name="connsiteY60" fmla="*/ 564157 h 572826"/>
                <a:gd name="connsiteX61" fmla="*/ 128925 w 840051"/>
                <a:gd name="connsiteY61" fmla="*/ 564157 h 572826"/>
                <a:gd name="connsiteX62" fmla="*/ 128925 w 840051"/>
                <a:gd name="connsiteY62" fmla="*/ 564203 h 572826"/>
                <a:gd name="connsiteX63" fmla="*/ 120933 w 840051"/>
                <a:gd name="connsiteY63" fmla="*/ 564203 h 572826"/>
                <a:gd name="connsiteX64" fmla="*/ 120933 w 840051"/>
                <a:gd name="connsiteY64" fmla="*/ 564161 h 572826"/>
                <a:gd name="connsiteX65" fmla="*/ 109182 w 840051"/>
                <a:gd name="connsiteY65" fmla="*/ 564161 h 572826"/>
                <a:gd name="connsiteX66" fmla="*/ 109182 w 840051"/>
                <a:gd name="connsiteY66" fmla="*/ 564098 h 572826"/>
                <a:gd name="connsiteX67" fmla="*/ 102399 w 840051"/>
                <a:gd name="connsiteY67" fmla="*/ 564098 h 572826"/>
                <a:gd name="connsiteX68" fmla="*/ 102399 w 840051"/>
                <a:gd name="connsiteY68" fmla="*/ 564211 h 572826"/>
                <a:gd name="connsiteX69" fmla="*/ 99089 w 840051"/>
                <a:gd name="connsiteY69" fmla="*/ 564211 h 572826"/>
                <a:gd name="connsiteX70" fmla="*/ 99089 w 840051"/>
                <a:gd name="connsiteY70" fmla="*/ 519219 h 572826"/>
                <a:gd name="connsiteX71" fmla="*/ 101306 w 840051"/>
                <a:gd name="connsiteY71" fmla="*/ 519219 h 572826"/>
                <a:gd name="connsiteX72" fmla="*/ 101306 w 840051"/>
                <a:gd name="connsiteY72" fmla="*/ 519215 h 572826"/>
                <a:gd name="connsiteX73" fmla="*/ 110260 w 840051"/>
                <a:gd name="connsiteY73" fmla="*/ 519215 h 572826"/>
                <a:gd name="connsiteX74" fmla="*/ 110260 w 840051"/>
                <a:gd name="connsiteY74" fmla="*/ 519260 h 572826"/>
                <a:gd name="connsiteX75" fmla="*/ 120933 w 840051"/>
                <a:gd name="connsiteY75" fmla="*/ 519260 h 572826"/>
                <a:gd name="connsiteX76" fmla="*/ 120933 w 840051"/>
                <a:gd name="connsiteY76" fmla="*/ 519220 h 572826"/>
                <a:gd name="connsiteX77" fmla="*/ 128925 w 840051"/>
                <a:gd name="connsiteY77" fmla="*/ 519220 h 572826"/>
                <a:gd name="connsiteX78" fmla="*/ 128925 w 840051"/>
                <a:gd name="connsiteY78" fmla="*/ 519262 h 572826"/>
                <a:gd name="connsiteX79" fmla="*/ 140812 w 840051"/>
                <a:gd name="connsiteY79" fmla="*/ 519262 h 572826"/>
                <a:gd name="connsiteX80" fmla="*/ 140812 w 840051"/>
                <a:gd name="connsiteY80" fmla="*/ 519221 h 572826"/>
                <a:gd name="connsiteX81" fmla="*/ 150898 w 840051"/>
                <a:gd name="connsiteY81" fmla="*/ 519221 h 572826"/>
                <a:gd name="connsiteX82" fmla="*/ 150898 w 840051"/>
                <a:gd name="connsiteY82" fmla="*/ 519315 h 572826"/>
                <a:gd name="connsiteX83" fmla="*/ 159376 w 840051"/>
                <a:gd name="connsiteY83" fmla="*/ 519570 h 572826"/>
                <a:gd name="connsiteX84" fmla="*/ 166747 w 840051"/>
                <a:gd name="connsiteY84" fmla="*/ 527767 h 572826"/>
                <a:gd name="connsiteX85" fmla="*/ 170772 w 840051"/>
                <a:gd name="connsiteY85" fmla="*/ 532022 h 572826"/>
                <a:gd name="connsiteX86" fmla="*/ 170790 w 840051"/>
                <a:gd name="connsiteY86" fmla="*/ 531993 h 572826"/>
                <a:gd name="connsiteX87" fmla="*/ 166855 w 840051"/>
                <a:gd name="connsiteY87" fmla="*/ 527782 h 572826"/>
                <a:gd name="connsiteX88" fmla="*/ 159818 w 840051"/>
                <a:gd name="connsiteY88" fmla="*/ 519633 h 572826"/>
                <a:gd name="connsiteX89" fmla="*/ 175047 w 840051"/>
                <a:gd name="connsiteY89" fmla="*/ 518287 h 572826"/>
                <a:gd name="connsiteX90" fmla="*/ 180855 w 840051"/>
                <a:gd name="connsiteY90" fmla="*/ 522695 h 572826"/>
                <a:gd name="connsiteX91" fmla="*/ 181171 w 840051"/>
                <a:gd name="connsiteY91" fmla="*/ 522623 h 572826"/>
                <a:gd name="connsiteX92" fmla="*/ 175408 w 840051"/>
                <a:gd name="connsiteY92" fmla="*/ 518095 h 572826"/>
                <a:gd name="connsiteX93" fmla="*/ 218165 w 840051"/>
                <a:gd name="connsiteY93" fmla="*/ 475056 h 572826"/>
                <a:gd name="connsiteX94" fmla="*/ 270579 w 840051"/>
                <a:gd name="connsiteY94" fmla="*/ 424216 h 572826"/>
                <a:gd name="connsiteX95" fmla="*/ 272746 w 840051"/>
                <a:gd name="connsiteY95" fmla="*/ 428573 h 572826"/>
                <a:gd name="connsiteX96" fmla="*/ 273077 w 840051"/>
                <a:gd name="connsiteY96" fmla="*/ 428497 h 572826"/>
                <a:gd name="connsiteX97" fmla="*/ 270876 w 840051"/>
                <a:gd name="connsiteY97" fmla="*/ 424071 h 572826"/>
                <a:gd name="connsiteX98" fmla="*/ 302991 w 840051"/>
                <a:gd name="connsiteY98" fmla="*/ 391814 h 572826"/>
                <a:gd name="connsiteX99" fmla="*/ 303577 w 840051"/>
                <a:gd name="connsiteY99" fmla="*/ 393016 h 572826"/>
                <a:gd name="connsiteX100" fmla="*/ 303845 w 840051"/>
                <a:gd name="connsiteY100" fmla="*/ 392812 h 572826"/>
                <a:gd name="connsiteX101" fmla="*/ 303288 w 840051"/>
                <a:gd name="connsiteY101" fmla="*/ 391669 h 572826"/>
                <a:gd name="connsiteX102" fmla="*/ 324177 w 840051"/>
                <a:gd name="connsiteY102" fmla="*/ 371379 h 572826"/>
                <a:gd name="connsiteX103" fmla="*/ 341185 w 840051"/>
                <a:gd name="connsiteY103" fmla="*/ 384585 h 572826"/>
                <a:gd name="connsiteX104" fmla="*/ 340502 w 840051"/>
                <a:gd name="connsiteY104" fmla="*/ 388915 h 572826"/>
                <a:gd name="connsiteX105" fmla="*/ 340706 w 840051"/>
                <a:gd name="connsiteY105" fmla="*/ 389070 h 572826"/>
                <a:gd name="connsiteX106" fmla="*/ 341485 w 840051"/>
                <a:gd name="connsiteY106" fmla="*/ 384743 h 572826"/>
                <a:gd name="connsiteX107" fmla="*/ 385632 w 840051"/>
                <a:gd name="connsiteY107" fmla="*/ 418598 h 572826"/>
                <a:gd name="connsiteX108" fmla="*/ 386066 w 840051"/>
                <a:gd name="connsiteY108" fmla="*/ 425357 h 572826"/>
                <a:gd name="connsiteX109" fmla="*/ 385780 w 840051"/>
                <a:gd name="connsiteY109" fmla="*/ 418900 h 572826"/>
                <a:gd name="connsiteX110" fmla="*/ 391568 w 840051"/>
                <a:gd name="connsiteY110" fmla="*/ 417619 h 572826"/>
                <a:gd name="connsiteX111" fmla="*/ 418666 w 840051"/>
                <a:gd name="connsiteY111" fmla="*/ 390567 h 572826"/>
                <a:gd name="connsiteX112" fmla="*/ 419692 w 840051"/>
                <a:gd name="connsiteY112" fmla="*/ 392435 h 572826"/>
                <a:gd name="connsiteX113" fmla="*/ 419935 w 840051"/>
                <a:gd name="connsiteY113" fmla="*/ 392251 h 572826"/>
                <a:gd name="connsiteX114" fmla="*/ 418960 w 840051"/>
                <a:gd name="connsiteY114" fmla="*/ 390428 h 572826"/>
                <a:gd name="connsiteX115" fmla="*/ 419823 w 840051"/>
                <a:gd name="connsiteY115" fmla="*/ 389270 h 572826"/>
                <a:gd name="connsiteX116" fmla="*/ 478872 w 840051"/>
                <a:gd name="connsiteY116" fmla="*/ 329834 h 572826"/>
                <a:gd name="connsiteX117" fmla="*/ 482959 w 840051"/>
                <a:gd name="connsiteY117" fmla="*/ 334010 h 572826"/>
                <a:gd name="connsiteX118" fmla="*/ 483123 w 840051"/>
                <a:gd name="connsiteY118" fmla="*/ 333737 h 572826"/>
                <a:gd name="connsiteX119" fmla="*/ 479166 w 840051"/>
                <a:gd name="connsiteY119" fmla="*/ 329696 h 572826"/>
                <a:gd name="connsiteX120" fmla="*/ 523804 w 840051"/>
                <a:gd name="connsiteY120" fmla="*/ 284450 h 572826"/>
                <a:gd name="connsiteX121" fmla="*/ 525882 w 840051"/>
                <a:gd name="connsiteY121" fmla="*/ 286839 h 572826"/>
                <a:gd name="connsiteX122" fmla="*/ 526136 w 840051"/>
                <a:gd name="connsiteY122" fmla="*/ 286646 h 572826"/>
                <a:gd name="connsiteX123" fmla="*/ 524101 w 840051"/>
                <a:gd name="connsiteY123" fmla="*/ 284306 h 572826"/>
                <a:gd name="connsiteX124" fmla="*/ 525989 w 840051"/>
                <a:gd name="connsiteY124" fmla="*/ 282094 h 572826"/>
                <a:gd name="connsiteX125" fmla="*/ 651418 w 840051"/>
                <a:gd name="connsiteY125" fmla="*/ 156837 h 572826"/>
                <a:gd name="connsiteX126" fmla="*/ 654607 w 840051"/>
                <a:gd name="connsiteY126" fmla="*/ 160018 h 572826"/>
                <a:gd name="connsiteX127" fmla="*/ 654824 w 840051"/>
                <a:gd name="connsiteY127" fmla="*/ 159854 h 572826"/>
                <a:gd name="connsiteX128" fmla="*/ 651710 w 840051"/>
                <a:gd name="connsiteY128" fmla="*/ 156696 h 572826"/>
                <a:gd name="connsiteX129" fmla="*/ 655338 w 840051"/>
                <a:gd name="connsiteY129" fmla="*/ 152745 h 572826"/>
                <a:gd name="connsiteX130" fmla="*/ 758754 w 840051"/>
                <a:gd name="connsiteY130" fmla="*/ 49304 h 572826"/>
                <a:gd name="connsiteX131" fmla="*/ 762959 w 840051"/>
                <a:gd name="connsiteY131" fmla="*/ 44811 h 572826"/>
                <a:gd name="connsiteX132" fmla="*/ 662921 w 840051"/>
                <a:gd name="connsiteY132" fmla="*/ 44811 h 572826"/>
                <a:gd name="connsiteX133" fmla="*/ 662921 w 840051"/>
                <a:gd name="connsiteY133" fmla="*/ 0 h 57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840051" h="572826">
                  <a:moveTo>
                    <a:pt x="0" y="506756"/>
                  </a:moveTo>
                  <a:lnTo>
                    <a:pt x="66654" y="506756"/>
                  </a:lnTo>
                  <a:lnTo>
                    <a:pt x="66654" y="572826"/>
                  </a:lnTo>
                  <a:lnTo>
                    <a:pt x="0" y="572826"/>
                  </a:lnTo>
                  <a:close/>
                  <a:moveTo>
                    <a:pt x="662921" y="0"/>
                  </a:moveTo>
                  <a:cubicBezTo>
                    <a:pt x="721837" y="0"/>
                    <a:pt x="780784" y="0"/>
                    <a:pt x="840051" y="0"/>
                  </a:cubicBezTo>
                  <a:cubicBezTo>
                    <a:pt x="840051" y="58855"/>
                    <a:pt x="840051" y="117686"/>
                    <a:pt x="840051" y="176941"/>
                  </a:cubicBezTo>
                  <a:cubicBezTo>
                    <a:pt x="825407" y="176941"/>
                    <a:pt x="810639" y="176941"/>
                    <a:pt x="795430" y="176941"/>
                  </a:cubicBezTo>
                  <a:cubicBezTo>
                    <a:pt x="795430" y="144025"/>
                    <a:pt x="795430" y="111057"/>
                    <a:pt x="795430" y="80691"/>
                  </a:cubicBezTo>
                  <a:cubicBezTo>
                    <a:pt x="759324" y="115731"/>
                    <a:pt x="722121" y="151836"/>
                    <a:pt x="684315" y="187935"/>
                  </a:cubicBezTo>
                  <a:lnTo>
                    <a:pt x="681283" y="185742"/>
                  </a:lnTo>
                  <a:lnTo>
                    <a:pt x="681205" y="185872"/>
                  </a:lnTo>
                  <a:lnTo>
                    <a:pt x="684021" y="188073"/>
                  </a:lnTo>
                  <a:cubicBezTo>
                    <a:pt x="683699" y="188956"/>
                    <a:pt x="683117" y="189742"/>
                    <a:pt x="682433" y="190427"/>
                  </a:cubicBezTo>
                  <a:cubicBezTo>
                    <a:pt x="639712" y="233157"/>
                    <a:pt x="596982" y="275878"/>
                    <a:pt x="553796" y="318451"/>
                  </a:cubicBezTo>
                  <a:lnTo>
                    <a:pt x="550781" y="314983"/>
                  </a:lnTo>
                  <a:lnTo>
                    <a:pt x="550608" y="315271"/>
                  </a:lnTo>
                  <a:lnTo>
                    <a:pt x="553498" y="318594"/>
                  </a:lnTo>
                  <a:cubicBezTo>
                    <a:pt x="539453" y="333195"/>
                    <a:pt x="525248" y="347501"/>
                    <a:pt x="510746" y="361952"/>
                  </a:cubicBezTo>
                  <a:lnTo>
                    <a:pt x="509206" y="360379"/>
                  </a:lnTo>
                  <a:lnTo>
                    <a:pt x="508955" y="360570"/>
                  </a:lnTo>
                  <a:lnTo>
                    <a:pt x="510449" y="362096"/>
                  </a:lnTo>
                  <a:cubicBezTo>
                    <a:pt x="496305" y="376353"/>
                    <a:pt x="482175" y="390625"/>
                    <a:pt x="468012" y="404862"/>
                  </a:cubicBezTo>
                  <a:cubicBezTo>
                    <a:pt x="459140" y="413780"/>
                    <a:pt x="450215" y="422647"/>
                    <a:pt x="440854" y="431380"/>
                  </a:cubicBezTo>
                  <a:lnTo>
                    <a:pt x="438147" y="426315"/>
                  </a:lnTo>
                  <a:lnTo>
                    <a:pt x="437925" y="426366"/>
                  </a:lnTo>
                  <a:lnTo>
                    <a:pt x="440557" y="431525"/>
                  </a:lnTo>
                  <a:cubicBezTo>
                    <a:pt x="425446" y="447214"/>
                    <a:pt x="410139" y="462570"/>
                    <a:pt x="394932" y="478025"/>
                  </a:cubicBezTo>
                  <a:cubicBezTo>
                    <a:pt x="392735" y="480257"/>
                    <a:pt x="391373" y="479015"/>
                    <a:pt x="389913" y="476920"/>
                  </a:cubicBezTo>
                  <a:lnTo>
                    <a:pt x="390533" y="474438"/>
                  </a:lnTo>
                  <a:lnTo>
                    <a:pt x="389769" y="476627"/>
                  </a:lnTo>
                  <a:cubicBezTo>
                    <a:pt x="379786" y="469628"/>
                    <a:pt x="370061" y="462320"/>
                    <a:pt x="360353" y="454990"/>
                  </a:cubicBezTo>
                  <a:cubicBezTo>
                    <a:pt x="358694" y="453737"/>
                    <a:pt x="357105" y="452391"/>
                    <a:pt x="355349" y="450361"/>
                  </a:cubicBezTo>
                  <a:lnTo>
                    <a:pt x="347136" y="420221"/>
                  </a:lnTo>
                  <a:lnTo>
                    <a:pt x="347131" y="420229"/>
                  </a:lnTo>
                  <a:lnTo>
                    <a:pt x="355203" y="450063"/>
                  </a:lnTo>
                  <a:cubicBezTo>
                    <a:pt x="348644" y="445692"/>
                    <a:pt x="342103" y="440881"/>
                    <a:pt x="335539" y="436100"/>
                  </a:cubicBezTo>
                  <a:cubicBezTo>
                    <a:pt x="334271" y="435177"/>
                    <a:pt x="332916" y="434373"/>
                    <a:pt x="330789" y="432983"/>
                  </a:cubicBezTo>
                  <a:cubicBezTo>
                    <a:pt x="329271" y="434866"/>
                    <a:pt x="327844" y="436635"/>
                    <a:pt x="326120" y="438551"/>
                  </a:cubicBezTo>
                  <a:lnTo>
                    <a:pt x="320840" y="427709"/>
                  </a:lnTo>
                  <a:lnTo>
                    <a:pt x="320508" y="427784"/>
                  </a:lnTo>
                  <a:lnTo>
                    <a:pt x="325823" y="438698"/>
                  </a:lnTo>
                  <a:cubicBezTo>
                    <a:pt x="315216" y="449075"/>
                    <a:pt x="304610" y="459452"/>
                    <a:pt x="293708" y="469977"/>
                  </a:cubicBezTo>
                  <a:lnTo>
                    <a:pt x="289418" y="461350"/>
                  </a:lnTo>
                  <a:lnTo>
                    <a:pt x="289216" y="461686"/>
                  </a:lnTo>
                  <a:lnTo>
                    <a:pt x="293413" y="470124"/>
                  </a:lnTo>
                  <a:cubicBezTo>
                    <a:pt x="278910" y="484096"/>
                    <a:pt x="264340" y="497999"/>
                    <a:pt x="249925" y="512061"/>
                  </a:cubicBezTo>
                  <a:cubicBezTo>
                    <a:pt x="239649" y="522085"/>
                    <a:pt x="229581" y="532322"/>
                    <a:pt x="218792" y="542452"/>
                  </a:cubicBezTo>
                  <a:lnTo>
                    <a:pt x="203202" y="535494"/>
                  </a:lnTo>
                  <a:lnTo>
                    <a:pt x="203229" y="535648"/>
                  </a:lnTo>
                  <a:lnTo>
                    <a:pt x="218498" y="542592"/>
                  </a:lnTo>
                  <a:cubicBezTo>
                    <a:pt x="213120" y="548228"/>
                    <a:pt x="207407" y="553714"/>
                    <a:pt x="201397" y="559344"/>
                  </a:cubicBezTo>
                  <a:lnTo>
                    <a:pt x="198548" y="556483"/>
                  </a:lnTo>
                  <a:lnTo>
                    <a:pt x="198357" y="556628"/>
                  </a:lnTo>
                  <a:lnTo>
                    <a:pt x="201100" y="559488"/>
                  </a:lnTo>
                  <a:cubicBezTo>
                    <a:pt x="198796" y="563391"/>
                    <a:pt x="195437" y="564502"/>
                    <a:pt x="190923" y="564399"/>
                  </a:cubicBezTo>
                  <a:cubicBezTo>
                    <a:pt x="177912" y="564101"/>
                    <a:pt x="164890" y="564276"/>
                    <a:pt x="151355" y="563863"/>
                  </a:cubicBezTo>
                  <a:lnTo>
                    <a:pt x="150898" y="562984"/>
                  </a:lnTo>
                  <a:lnTo>
                    <a:pt x="150898" y="564199"/>
                  </a:lnTo>
                  <a:lnTo>
                    <a:pt x="140812" y="564199"/>
                  </a:lnTo>
                  <a:lnTo>
                    <a:pt x="140812" y="564157"/>
                  </a:lnTo>
                  <a:lnTo>
                    <a:pt x="128925" y="564157"/>
                  </a:lnTo>
                  <a:lnTo>
                    <a:pt x="128925" y="564203"/>
                  </a:lnTo>
                  <a:lnTo>
                    <a:pt x="120933" y="564203"/>
                  </a:lnTo>
                  <a:lnTo>
                    <a:pt x="120933" y="564161"/>
                  </a:lnTo>
                  <a:lnTo>
                    <a:pt x="109182" y="564161"/>
                  </a:lnTo>
                  <a:lnTo>
                    <a:pt x="109182" y="564098"/>
                  </a:lnTo>
                  <a:lnTo>
                    <a:pt x="102399" y="564098"/>
                  </a:lnTo>
                  <a:lnTo>
                    <a:pt x="102399" y="564211"/>
                  </a:lnTo>
                  <a:lnTo>
                    <a:pt x="99089" y="564211"/>
                  </a:lnTo>
                  <a:lnTo>
                    <a:pt x="99089" y="519219"/>
                  </a:lnTo>
                  <a:lnTo>
                    <a:pt x="101306" y="519219"/>
                  </a:lnTo>
                  <a:lnTo>
                    <a:pt x="101306" y="519215"/>
                  </a:lnTo>
                  <a:lnTo>
                    <a:pt x="110260" y="519215"/>
                  </a:lnTo>
                  <a:lnTo>
                    <a:pt x="110260" y="519260"/>
                  </a:lnTo>
                  <a:lnTo>
                    <a:pt x="120933" y="519260"/>
                  </a:lnTo>
                  <a:lnTo>
                    <a:pt x="120933" y="519220"/>
                  </a:lnTo>
                  <a:lnTo>
                    <a:pt x="128925" y="519220"/>
                  </a:lnTo>
                  <a:lnTo>
                    <a:pt x="128925" y="519262"/>
                  </a:lnTo>
                  <a:lnTo>
                    <a:pt x="140812" y="519262"/>
                  </a:lnTo>
                  <a:lnTo>
                    <a:pt x="140812" y="519221"/>
                  </a:lnTo>
                  <a:lnTo>
                    <a:pt x="150898" y="519221"/>
                  </a:lnTo>
                  <a:lnTo>
                    <a:pt x="150898" y="519315"/>
                  </a:lnTo>
                  <a:lnTo>
                    <a:pt x="159376" y="519570"/>
                  </a:lnTo>
                  <a:cubicBezTo>
                    <a:pt x="161964" y="522238"/>
                    <a:pt x="164362" y="525042"/>
                    <a:pt x="166747" y="527767"/>
                  </a:cubicBezTo>
                  <a:lnTo>
                    <a:pt x="170772" y="532022"/>
                  </a:lnTo>
                  <a:lnTo>
                    <a:pt x="170790" y="531993"/>
                  </a:lnTo>
                  <a:lnTo>
                    <a:pt x="166855" y="527782"/>
                  </a:lnTo>
                  <a:cubicBezTo>
                    <a:pt x="164534" y="525067"/>
                    <a:pt x="162241" y="522277"/>
                    <a:pt x="159818" y="519633"/>
                  </a:cubicBezTo>
                  <a:cubicBezTo>
                    <a:pt x="164764" y="519019"/>
                    <a:pt x="169725" y="518749"/>
                    <a:pt x="175047" y="518287"/>
                  </a:cubicBezTo>
                  <a:lnTo>
                    <a:pt x="180855" y="522695"/>
                  </a:lnTo>
                  <a:lnTo>
                    <a:pt x="181171" y="522623"/>
                  </a:lnTo>
                  <a:lnTo>
                    <a:pt x="175408" y="518095"/>
                  </a:lnTo>
                  <a:cubicBezTo>
                    <a:pt x="189653" y="503741"/>
                    <a:pt x="203808" y="489297"/>
                    <a:pt x="218165" y="475056"/>
                  </a:cubicBezTo>
                  <a:cubicBezTo>
                    <a:pt x="235398" y="457963"/>
                    <a:pt x="252804" y="441043"/>
                    <a:pt x="270579" y="424216"/>
                  </a:cubicBezTo>
                  <a:lnTo>
                    <a:pt x="272746" y="428573"/>
                  </a:lnTo>
                  <a:lnTo>
                    <a:pt x="273077" y="428497"/>
                  </a:lnTo>
                  <a:lnTo>
                    <a:pt x="270876" y="424071"/>
                  </a:lnTo>
                  <a:cubicBezTo>
                    <a:pt x="281334" y="413051"/>
                    <a:pt x="291939" y="402345"/>
                    <a:pt x="302991" y="391814"/>
                  </a:cubicBezTo>
                  <a:lnTo>
                    <a:pt x="303577" y="393016"/>
                  </a:lnTo>
                  <a:lnTo>
                    <a:pt x="303845" y="392812"/>
                  </a:lnTo>
                  <a:lnTo>
                    <a:pt x="303288" y="391669"/>
                  </a:lnTo>
                  <a:cubicBezTo>
                    <a:pt x="310002" y="384832"/>
                    <a:pt x="316867" y="378317"/>
                    <a:pt x="324177" y="371379"/>
                  </a:cubicBezTo>
                  <a:cubicBezTo>
                    <a:pt x="329284" y="375368"/>
                    <a:pt x="335084" y="379898"/>
                    <a:pt x="341185" y="384585"/>
                  </a:cubicBezTo>
                  <a:lnTo>
                    <a:pt x="340502" y="388915"/>
                  </a:lnTo>
                  <a:lnTo>
                    <a:pt x="340706" y="389070"/>
                  </a:lnTo>
                  <a:lnTo>
                    <a:pt x="341485" y="384743"/>
                  </a:lnTo>
                  <a:cubicBezTo>
                    <a:pt x="356151" y="395927"/>
                    <a:pt x="370818" y="407112"/>
                    <a:pt x="385632" y="418598"/>
                  </a:cubicBezTo>
                  <a:cubicBezTo>
                    <a:pt x="385860" y="421055"/>
                    <a:pt x="385643" y="423271"/>
                    <a:pt x="386066" y="425357"/>
                  </a:cubicBezTo>
                  <a:cubicBezTo>
                    <a:pt x="385643" y="423271"/>
                    <a:pt x="385860" y="421055"/>
                    <a:pt x="385780" y="418900"/>
                  </a:cubicBezTo>
                  <a:cubicBezTo>
                    <a:pt x="388024" y="419880"/>
                    <a:pt x="389661" y="419590"/>
                    <a:pt x="391568" y="417619"/>
                  </a:cubicBezTo>
                  <a:cubicBezTo>
                    <a:pt x="400372" y="408521"/>
                    <a:pt x="409415" y="399655"/>
                    <a:pt x="418666" y="390567"/>
                  </a:cubicBezTo>
                  <a:lnTo>
                    <a:pt x="419692" y="392435"/>
                  </a:lnTo>
                  <a:lnTo>
                    <a:pt x="419935" y="392251"/>
                  </a:lnTo>
                  <a:lnTo>
                    <a:pt x="418960" y="390428"/>
                  </a:lnTo>
                  <a:cubicBezTo>
                    <a:pt x="419245" y="390040"/>
                    <a:pt x="419488" y="389610"/>
                    <a:pt x="419823" y="389270"/>
                  </a:cubicBezTo>
                  <a:cubicBezTo>
                    <a:pt x="439305" y="369446"/>
                    <a:pt x="458795" y="349629"/>
                    <a:pt x="478872" y="329834"/>
                  </a:cubicBezTo>
                  <a:lnTo>
                    <a:pt x="482959" y="334010"/>
                  </a:lnTo>
                  <a:lnTo>
                    <a:pt x="483123" y="333737"/>
                  </a:lnTo>
                  <a:lnTo>
                    <a:pt x="479166" y="329696"/>
                  </a:lnTo>
                  <a:cubicBezTo>
                    <a:pt x="493751" y="314555"/>
                    <a:pt x="508629" y="299575"/>
                    <a:pt x="523804" y="284450"/>
                  </a:cubicBezTo>
                  <a:lnTo>
                    <a:pt x="525882" y="286839"/>
                  </a:lnTo>
                  <a:lnTo>
                    <a:pt x="526136" y="286646"/>
                  </a:lnTo>
                  <a:lnTo>
                    <a:pt x="524101" y="284306"/>
                  </a:lnTo>
                  <a:cubicBezTo>
                    <a:pt x="524728" y="283566"/>
                    <a:pt x="525305" y="282777"/>
                    <a:pt x="525989" y="282094"/>
                  </a:cubicBezTo>
                  <a:cubicBezTo>
                    <a:pt x="567696" y="240383"/>
                    <a:pt x="609411" y="198681"/>
                    <a:pt x="651418" y="156837"/>
                  </a:cubicBezTo>
                  <a:lnTo>
                    <a:pt x="654607" y="160018"/>
                  </a:lnTo>
                  <a:lnTo>
                    <a:pt x="654824" y="159854"/>
                  </a:lnTo>
                  <a:lnTo>
                    <a:pt x="651710" y="156696"/>
                  </a:lnTo>
                  <a:cubicBezTo>
                    <a:pt x="652917" y="155376"/>
                    <a:pt x="654075" y="154008"/>
                    <a:pt x="655338" y="152745"/>
                  </a:cubicBezTo>
                  <a:cubicBezTo>
                    <a:pt x="689805" y="118260"/>
                    <a:pt x="724284" y="83787"/>
                    <a:pt x="758754" y="49304"/>
                  </a:cubicBezTo>
                  <a:cubicBezTo>
                    <a:pt x="759976" y="48081"/>
                    <a:pt x="761121" y="46779"/>
                    <a:pt x="762959" y="44811"/>
                  </a:cubicBezTo>
                  <a:cubicBezTo>
                    <a:pt x="729089" y="44811"/>
                    <a:pt x="696153" y="44811"/>
                    <a:pt x="662921" y="44811"/>
                  </a:cubicBezTo>
                  <a:cubicBezTo>
                    <a:pt x="662921" y="29693"/>
                    <a:pt x="662921" y="15041"/>
                    <a:pt x="662921"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899" name="Group 898">
            <a:extLst>
              <a:ext uri="{FF2B5EF4-FFF2-40B4-BE49-F238E27FC236}">
                <a16:creationId xmlns:a16="http://schemas.microsoft.com/office/drawing/2014/main" id="{A88CCED3-4215-0DCD-2262-9C2AEDC09A59}"/>
              </a:ext>
              <a:ext uri="{C183D7F6-B498-43B3-948B-1728B52AA6E4}">
                <adec:decorative xmlns:adec="http://schemas.microsoft.com/office/drawing/2017/decorative" val="1"/>
              </a:ext>
            </a:extLst>
          </p:cNvPr>
          <p:cNvGrpSpPr>
            <a:grpSpLocks noChangeAspect="1"/>
          </p:cNvGrpSpPr>
          <p:nvPr/>
        </p:nvGrpSpPr>
        <p:grpSpPr>
          <a:xfrm>
            <a:off x="6083136" y="2930159"/>
            <a:ext cx="449846" cy="457200"/>
            <a:chOff x="6083136" y="2930159"/>
            <a:chExt cx="449846" cy="457200"/>
          </a:xfrm>
          <a:solidFill>
            <a:srgbClr val="FF0000"/>
          </a:solidFill>
        </p:grpSpPr>
        <p:sp>
          <p:nvSpPr>
            <p:cNvPr id="1641" name="Freeform: Shape 1640">
              <a:extLst>
                <a:ext uri="{FF2B5EF4-FFF2-40B4-BE49-F238E27FC236}">
                  <a16:creationId xmlns:a16="http://schemas.microsoft.com/office/drawing/2014/main" id="{AE7A69F3-4F7C-8F2C-78B0-DB9415CFAF5C}"/>
                </a:ext>
                <a:ext uri="{C183D7F6-B498-43B3-948B-1728B52AA6E4}">
                  <adec:decorative xmlns:adec="http://schemas.microsoft.com/office/drawing/2017/decorative" val="1"/>
                </a:ext>
              </a:extLst>
            </p:cNvPr>
            <p:cNvSpPr/>
            <p:nvPr/>
          </p:nvSpPr>
          <p:spPr>
            <a:xfrm>
              <a:off x="6083136" y="2937542"/>
              <a:ext cx="449846" cy="449817"/>
            </a:xfrm>
            <a:custGeom>
              <a:avLst/>
              <a:gdLst>
                <a:gd name="connsiteX0" fmla="*/ 252905 w 839826"/>
                <a:gd name="connsiteY0" fmla="*/ 0 h 839773"/>
                <a:gd name="connsiteX1" fmla="*/ 422469 w 839826"/>
                <a:gd name="connsiteY1" fmla="*/ 0 h 839773"/>
                <a:gd name="connsiteX2" fmla="*/ 464080 w 839826"/>
                <a:gd name="connsiteY2" fmla="*/ 0 h 839773"/>
                <a:gd name="connsiteX3" fmla="*/ 662270 w 839826"/>
                <a:gd name="connsiteY3" fmla="*/ 0 h 839773"/>
                <a:gd name="connsiteX4" fmla="*/ 662270 w 839826"/>
                <a:gd name="connsiteY4" fmla="*/ 419887 h 839773"/>
                <a:gd name="connsiteX5" fmla="*/ 839826 w 839826"/>
                <a:gd name="connsiteY5" fmla="*/ 419887 h 839773"/>
                <a:gd name="connsiteX6" fmla="*/ 419913 w 839826"/>
                <a:gd name="connsiteY6" fmla="*/ 839773 h 839773"/>
                <a:gd name="connsiteX7" fmla="*/ 0 w 839826"/>
                <a:gd name="connsiteY7" fmla="*/ 419887 h 839773"/>
                <a:gd name="connsiteX8" fmla="*/ 177556 w 839826"/>
                <a:gd name="connsiteY8" fmla="*/ 419887 h 839773"/>
                <a:gd name="connsiteX9" fmla="*/ 177556 w 839826"/>
                <a:gd name="connsiteY9" fmla="*/ 287287 h 839773"/>
                <a:gd name="connsiteX10" fmla="*/ 177556 w 839826"/>
                <a:gd name="connsiteY10" fmla="*/ 243038 h 839773"/>
                <a:gd name="connsiteX11" fmla="*/ 177556 w 839826"/>
                <a:gd name="connsiteY11" fmla="*/ 73513 h 839773"/>
                <a:gd name="connsiteX12" fmla="*/ 221063 w 839826"/>
                <a:gd name="connsiteY12" fmla="*/ 73513 h 839773"/>
                <a:gd name="connsiteX13" fmla="*/ 221063 w 839826"/>
                <a:gd name="connsiteY13" fmla="*/ 287287 h 839773"/>
                <a:gd name="connsiteX14" fmla="*/ 221063 w 839826"/>
                <a:gd name="connsiteY14" fmla="*/ 464628 h 839773"/>
                <a:gd name="connsiteX15" fmla="*/ 107889 w 839826"/>
                <a:gd name="connsiteY15" fmla="*/ 464628 h 839773"/>
                <a:gd name="connsiteX16" fmla="*/ 419913 w 839826"/>
                <a:gd name="connsiteY16" fmla="*/ 777059 h 839773"/>
                <a:gd name="connsiteX17" fmla="*/ 731938 w 839826"/>
                <a:gd name="connsiteY17" fmla="*/ 464628 h 839773"/>
                <a:gd name="connsiteX18" fmla="*/ 618763 w 839826"/>
                <a:gd name="connsiteY18" fmla="*/ 464628 h 839773"/>
                <a:gd name="connsiteX19" fmla="*/ 618763 w 839826"/>
                <a:gd name="connsiteY19" fmla="*/ 44148 h 839773"/>
                <a:gd name="connsiteX20" fmla="*/ 422469 w 839826"/>
                <a:gd name="connsiteY20" fmla="*/ 44148 h 839773"/>
                <a:gd name="connsiteX21" fmla="*/ 252905 w 839826"/>
                <a:gd name="connsiteY21" fmla="*/ 44148 h 83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9826" h="839773">
                  <a:moveTo>
                    <a:pt x="252905" y="0"/>
                  </a:moveTo>
                  <a:lnTo>
                    <a:pt x="422469" y="0"/>
                  </a:lnTo>
                  <a:lnTo>
                    <a:pt x="464080" y="0"/>
                  </a:lnTo>
                  <a:lnTo>
                    <a:pt x="662270" y="0"/>
                  </a:lnTo>
                  <a:lnTo>
                    <a:pt x="662270" y="419887"/>
                  </a:lnTo>
                  <a:lnTo>
                    <a:pt x="839826" y="419887"/>
                  </a:lnTo>
                  <a:lnTo>
                    <a:pt x="419913" y="839773"/>
                  </a:lnTo>
                  <a:lnTo>
                    <a:pt x="0" y="419887"/>
                  </a:lnTo>
                  <a:lnTo>
                    <a:pt x="177556" y="419887"/>
                  </a:lnTo>
                  <a:lnTo>
                    <a:pt x="177556" y="287287"/>
                  </a:lnTo>
                  <a:lnTo>
                    <a:pt x="177556" y="243038"/>
                  </a:lnTo>
                  <a:lnTo>
                    <a:pt x="177556" y="73513"/>
                  </a:lnTo>
                  <a:lnTo>
                    <a:pt x="221063" y="73513"/>
                  </a:lnTo>
                  <a:lnTo>
                    <a:pt x="221063" y="287287"/>
                  </a:lnTo>
                  <a:lnTo>
                    <a:pt x="221063" y="464628"/>
                  </a:lnTo>
                  <a:lnTo>
                    <a:pt x="107889" y="464628"/>
                  </a:lnTo>
                  <a:lnTo>
                    <a:pt x="419913" y="777059"/>
                  </a:lnTo>
                  <a:lnTo>
                    <a:pt x="731938" y="464628"/>
                  </a:lnTo>
                  <a:lnTo>
                    <a:pt x="618763" y="464628"/>
                  </a:lnTo>
                  <a:lnTo>
                    <a:pt x="618763" y="44148"/>
                  </a:lnTo>
                  <a:lnTo>
                    <a:pt x="422469" y="44148"/>
                  </a:lnTo>
                  <a:lnTo>
                    <a:pt x="252905" y="44148"/>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665" name="Freeform: Shape 1664">
              <a:extLst>
                <a:ext uri="{FF2B5EF4-FFF2-40B4-BE49-F238E27FC236}">
                  <a16:creationId xmlns:a16="http://schemas.microsoft.com/office/drawing/2014/main" id="{3DC7E758-54BB-015C-D06D-C027575783C8}"/>
                </a:ext>
                <a:ext uri="{C183D7F6-B498-43B3-948B-1728B52AA6E4}">
                  <adec:decorative xmlns:adec="http://schemas.microsoft.com/office/drawing/2017/decorative" val="1"/>
                </a:ext>
              </a:extLst>
            </p:cNvPr>
            <p:cNvSpPr/>
            <p:nvPr/>
          </p:nvSpPr>
          <p:spPr>
            <a:xfrm>
              <a:off x="6171843" y="2930159"/>
              <a:ext cx="199189" cy="291385"/>
            </a:xfrm>
            <a:custGeom>
              <a:avLst/>
              <a:gdLst>
                <a:gd name="connsiteX0" fmla="*/ 232416 w 371870"/>
                <a:gd name="connsiteY0" fmla="*/ 168090 h 543992"/>
                <a:gd name="connsiteX1" fmla="*/ 276958 w 371870"/>
                <a:gd name="connsiteY1" fmla="*/ 168090 h 543992"/>
                <a:gd name="connsiteX2" fmla="*/ 276958 w 371870"/>
                <a:gd name="connsiteY2" fmla="*/ 208053 h 543992"/>
                <a:gd name="connsiteX3" fmla="*/ 324622 w 371870"/>
                <a:gd name="connsiteY3" fmla="*/ 222207 h 543992"/>
                <a:gd name="connsiteX4" fmla="*/ 365210 w 371870"/>
                <a:gd name="connsiteY4" fmla="*/ 251346 h 543992"/>
                <a:gd name="connsiteX5" fmla="*/ 336486 w 371870"/>
                <a:gd name="connsiteY5" fmla="*/ 287979 h 543992"/>
                <a:gd name="connsiteX6" fmla="*/ 297148 w 371870"/>
                <a:gd name="connsiteY6" fmla="*/ 261129 h 543992"/>
                <a:gd name="connsiteX7" fmla="*/ 251565 w 371870"/>
                <a:gd name="connsiteY7" fmla="*/ 251763 h 543992"/>
                <a:gd name="connsiteX8" fmla="*/ 206398 w 371870"/>
                <a:gd name="connsiteY8" fmla="*/ 262378 h 543992"/>
                <a:gd name="connsiteX9" fmla="*/ 189539 w 371870"/>
                <a:gd name="connsiteY9" fmla="*/ 289644 h 543992"/>
                <a:gd name="connsiteX10" fmla="*/ 205566 w 371870"/>
                <a:gd name="connsiteY10" fmla="*/ 315870 h 543992"/>
                <a:gd name="connsiteX11" fmla="*/ 259058 w 371870"/>
                <a:gd name="connsiteY11" fmla="*/ 326277 h 543992"/>
                <a:gd name="connsiteX12" fmla="*/ 345436 w 371870"/>
                <a:gd name="connsiteY12" fmla="*/ 349172 h 543992"/>
                <a:gd name="connsiteX13" fmla="*/ 371870 w 371870"/>
                <a:gd name="connsiteY13" fmla="*/ 408701 h 543992"/>
                <a:gd name="connsiteX14" fmla="*/ 346061 w 371870"/>
                <a:gd name="connsiteY14" fmla="*/ 466980 h 543992"/>
                <a:gd name="connsiteX15" fmla="*/ 276958 w 371870"/>
                <a:gd name="connsiteY15" fmla="*/ 496536 h 543992"/>
                <a:gd name="connsiteX16" fmla="*/ 276958 w 371870"/>
                <a:gd name="connsiteY16" fmla="*/ 543992 h 543992"/>
                <a:gd name="connsiteX17" fmla="*/ 232416 w 371870"/>
                <a:gd name="connsiteY17" fmla="*/ 543992 h 543992"/>
                <a:gd name="connsiteX18" fmla="*/ 232416 w 371870"/>
                <a:gd name="connsiteY18" fmla="*/ 496536 h 543992"/>
                <a:gd name="connsiteX19" fmla="*/ 175801 w 371870"/>
                <a:gd name="connsiteY19" fmla="*/ 481342 h 543992"/>
                <a:gd name="connsiteX20" fmla="*/ 127929 w 371870"/>
                <a:gd name="connsiteY20" fmla="*/ 447831 h 543992"/>
                <a:gd name="connsiteX21" fmla="*/ 155820 w 371870"/>
                <a:gd name="connsiteY21" fmla="*/ 410782 h 543992"/>
                <a:gd name="connsiteX22" fmla="*/ 204109 w 371870"/>
                <a:gd name="connsiteY22" fmla="*/ 442211 h 543992"/>
                <a:gd name="connsiteX23" fmla="*/ 255728 w 371870"/>
                <a:gd name="connsiteY23" fmla="*/ 452826 h 543992"/>
                <a:gd name="connsiteX24" fmla="*/ 302976 w 371870"/>
                <a:gd name="connsiteY24" fmla="*/ 441379 h 543992"/>
                <a:gd name="connsiteX25" fmla="*/ 321084 w 371870"/>
                <a:gd name="connsiteY25" fmla="*/ 412447 h 543992"/>
                <a:gd name="connsiteX26" fmla="*/ 305265 w 371870"/>
                <a:gd name="connsiteY26" fmla="*/ 384764 h 543992"/>
                <a:gd name="connsiteX27" fmla="*/ 251981 w 371870"/>
                <a:gd name="connsiteY27" fmla="*/ 373733 h 543992"/>
                <a:gd name="connsiteX28" fmla="*/ 165186 w 371870"/>
                <a:gd name="connsiteY28" fmla="*/ 350837 h 543992"/>
                <a:gd name="connsiteX29" fmla="*/ 138753 w 371870"/>
                <a:gd name="connsiteY29" fmla="*/ 293391 h 543992"/>
                <a:gd name="connsiteX30" fmla="*/ 164354 w 371870"/>
                <a:gd name="connsiteY30" fmla="*/ 236152 h 543992"/>
                <a:gd name="connsiteX31" fmla="*/ 232416 w 371870"/>
                <a:gd name="connsiteY31" fmla="*/ 207637 h 543992"/>
                <a:gd name="connsiteX32" fmla="*/ 0 w 371870"/>
                <a:gd name="connsiteY32" fmla="*/ 0 h 543992"/>
                <a:gd name="connsiteX33" fmla="*/ 66404 w 371870"/>
                <a:gd name="connsiteY33" fmla="*/ 0 h 543992"/>
                <a:gd name="connsiteX34" fmla="*/ 66404 w 371870"/>
                <a:gd name="connsiteY34" fmla="*/ 66404 h 543992"/>
                <a:gd name="connsiteX35" fmla="*/ 0 w 371870"/>
                <a:gd name="connsiteY35" fmla="*/ 66404 h 54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1870" h="543992">
                  <a:moveTo>
                    <a:pt x="232416" y="168090"/>
                  </a:moveTo>
                  <a:lnTo>
                    <a:pt x="276958" y="168090"/>
                  </a:lnTo>
                  <a:lnTo>
                    <a:pt x="276958" y="208053"/>
                  </a:lnTo>
                  <a:cubicBezTo>
                    <a:pt x="294164" y="210273"/>
                    <a:pt x="310052" y="214991"/>
                    <a:pt x="324622" y="222207"/>
                  </a:cubicBezTo>
                  <a:cubicBezTo>
                    <a:pt x="339192" y="229422"/>
                    <a:pt x="352721" y="239135"/>
                    <a:pt x="365210" y="251346"/>
                  </a:cubicBezTo>
                  <a:lnTo>
                    <a:pt x="336486" y="287979"/>
                  </a:lnTo>
                  <a:cubicBezTo>
                    <a:pt x="324831" y="276323"/>
                    <a:pt x="311718" y="267373"/>
                    <a:pt x="297148" y="261129"/>
                  </a:cubicBezTo>
                  <a:cubicBezTo>
                    <a:pt x="282578" y="254885"/>
                    <a:pt x="267384" y="251763"/>
                    <a:pt x="251565" y="251763"/>
                  </a:cubicBezTo>
                  <a:cubicBezTo>
                    <a:pt x="232693" y="251763"/>
                    <a:pt x="217638" y="255301"/>
                    <a:pt x="206398" y="262378"/>
                  </a:cubicBezTo>
                  <a:cubicBezTo>
                    <a:pt x="195159" y="269455"/>
                    <a:pt x="189539" y="278543"/>
                    <a:pt x="189539" y="289644"/>
                  </a:cubicBezTo>
                  <a:cubicBezTo>
                    <a:pt x="189539" y="301578"/>
                    <a:pt x="194881" y="310320"/>
                    <a:pt x="205566" y="315870"/>
                  </a:cubicBezTo>
                  <a:cubicBezTo>
                    <a:pt x="216250" y="321420"/>
                    <a:pt x="234081" y="324889"/>
                    <a:pt x="259058" y="326277"/>
                  </a:cubicBezTo>
                  <a:cubicBezTo>
                    <a:pt x="299021" y="328775"/>
                    <a:pt x="327814" y="336407"/>
                    <a:pt x="345436" y="349172"/>
                  </a:cubicBezTo>
                  <a:cubicBezTo>
                    <a:pt x="363059" y="361938"/>
                    <a:pt x="371870" y="381781"/>
                    <a:pt x="371870" y="408701"/>
                  </a:cubicBezTo>
                  <a:cubicBezTo>
                    <a:pt x="371870" y="431457"/>
                    <a:pt x="363267" y="450884"/>
                    <a:pt x="346061" y="466980"/>
                  </a:cubicBezTo>
                  <a:cubicBezTo>
                    <a:pt x="328854" y="483076"/>
                    <a:pt x="305820" y="492928"/>
                    <a:pt x="276958" y="496536"/>
                  </a:cubicBezTo>
                  <a:lnTo>
                    <a:pt x="276958" y="543992"/>
                  </a:lnTo>
                  <a:lnTo>
                    <a:pt x="232416" y="543992"/>
                  </a:lnTo>
                  <a:lnTo>
                    <a:pt x="232416" y="496536"/>
                  </a:lnTo>
                  <a:cubicBezTo>
                    <a:pt x="212157" y="494593"/>
                    <a:pt x="193285" y="489529"/>
                    <a:pt x="175801" y="481342"/>
                  </a:cubicBezTo>
                  <a:cubicBezTo>
                    <a:pt x="158318" y="473155"/>
                    <a:pt x="142360" y="461985"/>
                    <a:pt x="127929" y="447831"/>
                  </a:cubicBezTo>
                  <a:lnTo>
                    <a:pt x="155820" y="410782"/>
                  </a:lnTo>
                  <a:cubicBezTo>
                    <a:pt x="171361" y="424658"/>
                    <a:pt x="187457" y="435135"/>
                    <a:pt x="204109" y="442211"/>
                  </a:cubicBezTo>
                  <a:cubicBezTo>
                    <a:pt x="220760" y="449288"/>
                    <a:pt x="237966" y="452826"/>
                    <a:pt x="255728" y="452826"/>
                  </a:cubicBezTo>
                  <a:cubicBezTo>
                    <a:pt x="275154" y="452826"/>
                    <a:pt x="290904" y="449011"/>
                    <a:pt x="302976" y="441379"/>
                  </a:cubicBezTo>
                  <a:cubicBezTo>
                    <a:pt x="315048" y="433747"/>
                    <a:pt x="321084" y="424103"/>
                    <a:pt x="321084" y="412447"/>
                  </a:cubicBezTo>
                  <a:cubicBezTo>
                    <a:pt x="321084" y="399681"/>
                    <a:pt x="315811" y="390454"/>
                    <a:pt x="305265" y="384764"/>
                  </a:cubicBezTo>
                  <a:cubicBezTo>
                    <a:pt x="294719" y="379075"/>
                    <a:pt x="276958" y="375398"/>
                    <a:pt x="251981" y="373733"/>
                  </a:cubicBezTo>
                  <a:cubicBezTo>
                    <a:pt x="211740" y="370958"/>
                    <a:pt x="182809" y="363326"/>
                    <a:pt x="165186" y="350837"/>
                  </a:cubicBezTo>
                  <a:cubicBezTo>
                    <a:pt x="147564" y="338349"/>
                    <a:pt x="138753" y="319200"/>
                    <a:pt x="138753" y="293391"/>
                  </a:cubicBezTo>
                  <a:cubicBezTo>
                    <a:pt x="138753" y="270912"/>
                    <a:pt x="147286" y="251832"/>
                    <a:pt x="164354" y="236152"/>
                  </a:cubicBezTo>
                  <a:cubicBezTo>
                    <a:pt x="181421" y="220472"/>
                    <a:pt x="204109" y="210967"/>
                    <a:pt x="232416" y="207637"/>
                  </a:cubicBezTo>
                  <a:close/>
                  <a:moveTo>
                    <a:pt x="0" y="0"/>
                  </a:moveTo>
                  <a:lnTo>
                    <a:pt x="66404" y="0"/>
                  </a:lnTo>
                  <a:lnTo>
                    <a:pt x="66404" y="66404"/>
                  </a:lnTo>
                  <a:lnTo>
                    <a:pt x="0" y="66404"/>
                  </a:lnTo>
                  <a:close/>
                </a:path>
              </a:pathLst>
            </a:cu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898" name="Group 897">
            <a:extLst>
              <a:ext uri="{FF2B5EF4-FFF2-40B4-BE49-F238E27FC236}">
                <a16:creationId xmlns:a16="http://schemas.microsoft.com/office/drawing/2014/main" id="{A72F516C-097C-BCD3-1359-DBB6A6108460}"/>
              </a:ext>
              <a:ext uri="{C183D7F6-B498-43B3-948B-1728B52AA6E4}">
                <adec:decorative xmlns:adec="http://schemas.microsoft.com/office/drawing/2017/decorative" val="1"/>
              </a:ext>
            </a:extLst>
          </p:cNvPr>
          <p:cNvGrpSpPr>
            <a:grpSpLocks noChangeAspect="1"/>
          </p:cNvGrpSpPr>
          <p:nvPr/>
        </p:nvGrpSpPr>
        <p:grpSpPr>
          <a:xfrm>
            <a:off x="6743743" y="2930159"/>
            <a:ext cx="449846" cy="457200"/>
            <a:chOff x="6743743" y="2930159"/>
            <a:chExt cx="449846" cy="457200"/>
          </a:xfrm>
          <a:solidFill>
            <a:srgbClr val="FF0000"/>
          </a:solidFill>
        </p:grpSpPr>
        <p:sp>
          <p:nvSpPr>
            <p:cNvPr id="1657" name="Freeform: Shape 1656">
              <a:extLst>
                <a:ext uri="{FF2B5EF4-FFF2-40B4-BE49-F238E27FC236}">
                  <a16:creationId xmlns:a16="http://schemas.microsoft.com/office/drawing/2014/main" id="{70D8A78D-035B-A2D8-267B-278BE62BDE7C}"/>
                </a:ext>
                <a:ext uri="{C183D7F6-B498-43B3-948B-1728B52AA6E4}">
                  <adec:decorative xmlns:adec="http://schemas.microsoft.com/office/drawing/2017/decorative" val="1"/>
                </a:ext>
              </a:extLst>
            </p:cNvPr>
            <p:cNvSpPr/>
            <p:nvPr/>
          </p:nvSpPr>
          <p:spPr>
            <a:xfrm flipV="1">
              <a:off x="6743743" y="2930159"/>
              <a:ext cx="449846" cy="449817"/>
            </a:xfrm>
            <a:custGeom>
              <a:avLst/>
              <a:gdLst>
                <a:gd name="connsiteX0" fmla="*/ 252905 w 839826"/>
                <a:gd name="connsiteY0" fmla="*/ 0 h 839773"/>
                <a:gd name="connsiteX1" fmla="*/ 422469 w 839826"/>
                <a:gd name="connsiteY1" fmla="*/ 0 h 839773"/>
                <a:gd name="connsiteX2" fmla="*/ 464080 w 839826"/>
                <a:gd name="connsiteY2" fmla="*/ 0 h 839773"/>
                <a:gd name="connsiteX3" fmla="*/ 662270 w 839826"/>
                <a:gd name="connsiteY3" fmla="*/ 0 h 839773"/>
                <a:gd name="connsiteX4" fmla="*/ 662270 w 839826"/>
                <a:gd name="connsiteY4" fmla="*/ 419887 h 839773"/>
                <a:gd name="connsiteX5" fmla="*/ 839826 w 839826"/>
                <a:gd name="connsiteY5" fmla="*/ 419887 h 839773"/>
                <a:gd name="connsiteX6" fmla="*/ 419913 w 839826"/>
                <a:gd name="connsiteY6" fmla="*/ 839773 h 839773"/>
                <a:gd name="connsiteX7" fmla="*/ 0 w 839826"/>
                <a:gd name="connsiteY7" fmla="*/ 419887 h 839773"/>
                <a:gd name="connsiteX8" fmla="*/ 177556 w 839826"/>
                <a:gd name="connsiteY8" fmla="*/ 419887 h 839773"/>
                <a:gd name="connsiteX9" fmla="*/ 177556 w 839826"/>
                <a:gd name="connsiteY9" fmla="*/ 287287 h 839773"/>
                <a:gd name="connsiteX10" fmla="*/ 177556 w 839826"/>
                <a:gd name="connsiteY10" fmla="*/ 243038 h 839773"/>
                <a:gd name="connsiteX11" fmla="*/ 177556 w 839826"/>
                <a:gd name="connsiteY11" fmla="*/ 73513 h 839773"/>
                <a:gd name="connsiteX12" fmla="*/ 221063 w 839826"/>
                <a:gd name="connsiteY12" fmla="*/ 73513 h 839773"/>
                <a:gd name="connsiteX13" fmla="*/ 221063 w 839826"/>
                <a:gd name="connsiteY13" fmla="*/ 287287 h 839773"/>
                <a:gd name="connsiteX14" fmla="*/ 221063 w 839826"/>
                <a:gd name="connsiteY14" fmla="*/ 464628 h 839773"/>
                <a:gd name="connsiteX15" fmla="*/ 107889 w 839826"/>
                <a:gd name="connsiteY15" fmla="*/ 464628 h 839773"/>
                <a:gd name="connsiteX16" fmla="*/ 419913 w 839826"/>
                <a:gd name="connsiteY16" fmla="*/ 777059 h 839773"/>
                <a:gd name="connsiteX17" fmla="*/ 731938 w 839826"/>
                <a:gd name="connsiteY17" fmla="*/ 464628 h 839773"/>
                <a:gd name="connsiteX18" fmla="*/ 618763 w 839826"/>
                <a:gd name="connsiteY18" fmla="*/ 464628 h 839773"/>
                <a:gd name="connsiteX19" fmla="*/ 618763 w 839826"/>
                <a:gd name="connsiteY19" fmla="*/ 44148 h 839773"/>
                <a:gd name="connsiteX20" fmla="*/ 422469 w 839826"/>
                <a:gd name="connsiteY20" fmla="*/ 44148 h 839773"/>
                <a:gd name="connsiteX21" fmla="*/ 252905 w 839826"/>
                <a:gd name="connsiteY21" fmla="*/ 44148 h 83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9826" h="839773">
                  <a:moveTo>
                    <a:pt x="252905" y="0"/>
                  </a:moveTo>
                  <a:lnTo>
                    <a:pt x="422469" y="0"/>
                  </a:lnTo>
                  <a:lnTo>
                    <a:pt x="464080" y="0"/>
                  </a:lnTo>
                  <a:lnTo>
                    <a:pt x="662270" y="0"/>
                  </a:lnTo>
                  <a:lnTo>
                    <a:pt x="662270" y="419887"/>
                  </a:lnTo>
                  <a:lnTo>
                    <a:pt x="839826" y="419887"/>
                  </a:lnTo>
                  <a:lnTo>
                    <a:pt x="419913" y="839773"/>
                  </a:lnTo>
                  <a:lnTo>
                    <a:pt x="0" y="419887"/>
                  </a:lnTo>
                  <a:lnTo>
                    <a:pt x="177556" y="419887"/>
                  </a:lnTo>
                  <a:lnTo>
                    <a:pt x="177556" y="287287"/>
                  </a:lnTo>
                  <a:lnTo>
                    <a:pt x="177556" y="243038"/>
                  </a:lnTo>
                  <a:lnTo>
                    <a:pt x="177556" y="73513"/>
                  </a:lnTo>
                  <a:lnTo>
                    <a:pt x="221063" y="73513"/>
                  </a:lnTo>
                  <a:lnTo>
                    <a:pt x="221063" y="287287"/>
                  </a:lnTo>
                  <a:lnTo>
                    <a:pt x="221063" y="464628"/>
                  </a:lnTo>
                  <a:lnTo>
                    <a:pt x="107889" y="464628"/>
                  </a:lnTo>
                  <a:lnTo>
                    <a:pt x="419913" y="777059"/>
                  </a:lnTo>
                  <a:lnTo>
                    <a:pt x="731938" y="464628"/>
                  </a:lnTo>
                  <a:lnTo>
                    <a:pt x="618763" y="464628"/>
                  </a:lnTo>
                  <a:lnTo>
                    <a:pt x="618763" y="44148"/>
                  </a:lnTo>
                  <a:lnTo>
                    <a:pt x="422469" y="44148"/>
                  </a:lnTo>
                  <a:lnTo>
                    <a:pt x="252905" y="44148"/>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666" name="Freeform: Shape 1665">
              <a:extLst>
                <a:ext uri="{FF2B5EF4-FFF2-40B4-BE49-F238E27FC236}">
                  <a16:creationId xmlns:a16="http://schemas.microsoft.com/office/drawing/2014/main" id="{F33CF617-1A60-D481-B0EB-0601888CF87C}"/>
                </a:ext>
                <a:ext uri="{C183D7F6-B498-43B3-948B-1728B52AA6E4}">
                  <adec:decorative xmlns:adec="http://schemas.microsoft.com/office/drawing/2017/decorative" val="1"/>
                </a:ext>
              </a:extLst>
            </p:cNvPr>
            <p:cNvSpPr/>
            <p:nvPr/>
          </p:nvSpPr>
          <p:spPr>
            <a:xfrm>
              <a:off x="6832450" y="3095974"/>
              <a:ext cx="199189" cy="291385"/>
            </a:xfrm>
            <a:custGeom>
              <a:avLst/>
              <a:gdLst>
                <a:gd name="connsiteX0" fmla="*/ 0 w 371870"/>
                <a:gd name="connsiteY0" fmla="*/ 477588 h 543992"/>
                <a:gd name="connsiteX1" fmla="*/ 66404 w 371870"/>
                <a:gd name="connsiteY1" fmla="*/ 477588 h 543992"/>
                <a:gd name="connsiteX2" fmla="*/ 66404 w 371870"/>
                <a:gd name="connsiteY2" fmla="*/ 543992 h 543992"/>
                <a:gd name="connsiteX3" fmla="*/ 0 w 371870"/>
                <a:gd name="connsiteY3" fmla="*/ 543992 h 543992"/>
                <a:gd name="connsiteX4" fmla="*/ 232416 w 371870"/>
                <a:gd name="connsiteY4" fmla="*/ 0 h 543992"/>
                <a:gd name="connsiteX5" fmla="*/ 276958 w 371870"/>
                <a:gd name="connsiteY5" fmla="*/ 0 h 543992"/>
                <a:gd name="connsiteX6" fmla="*/ 276958 w 371870"/>
                <a:gd name="connsiteY6" fmla="*/ 39963 h 543992"/>
                <a:gd name="connsiteX7" fmla="*/ 324622 w 371870"/>
                <a:gd name="connsiteY7" fmla="*/ 54117 h 543992"/>
                <a:gd name="connsiteX8" fmla="*/ 365210 w 371870"/>
                <a:gd name="connsiteY8" fmla="*/ 83256 h 543992"/>
                <a:gd name="connsiteX9" fmla="*/ 336486 w 371870"/>
                <a:gd name="connsiteY9" fmla="*/ 119889 h 543992"/>
                <a:gd name="connsiteX10" fmla="*/ 297148 w 371870"/>
                <a:gd name="connsiteY10" fmla="*/ 93039 h 543992"/>
                <a:gd name="connsiteX11" fmla="*/ 251565 w 371870"/>
                <a:gd name="connsiteY11" fmla="*/ 83673 h 543992"/>
                <a:gd name="connsiteX12" fmla="*/ 206398 w 371870"/>
                <a:gd name="connsiteY12" fmla="*/ 94288 h 543992"/>
                <a:gd name="connsiteX13" fmla="*/ 189539 w 371870"/>
                <a:gd name="connsiteY13" fmla="*/ 121554 h 543992"/>
                <a:gd name="connsiteX14" fmla="*/ 205566 w 371870"/>
                <a:gd name="connsiteY14" fmla="*/ 147780 h 543992"/>
                <a:gd name="connsiteX15" fmla="*/ 259058 w 371870"/>
                <a:gd name="connsiteY15" fmla="*/ 158187 h 543992"/>
                <a:gd name="connsiteX16" fmla="*/ 345436 w 371870"/>
                <a:gd name="connsiteY16" fmla="*/ 181082 h 543992"/>
                <a:gd name="connsiteX17" fmla="*/ 371870 w 371870"/>
                <a:gd name="connsiteY17" fmla="*/ 240611 h 543992"/>
                <a:gd name="connsiteX18" fmla="*/ 346061 w 371870"/>
                <a:gd name="connsiteY18" fmla="*/ 298890 h 543992"/>
                <a:gd name="connsiteX19" fmla="*/ 276958 w 371870"/>
                <a:gd name="connsiteY19" fmla="*/ 328446 h 543992"/>
                <a:gd name="connsiteX20" fmla="*/ 276958 w 371870"/>
                <a:gd name="connsiteY20" fmla="*/ 375902 h 543992"/>
                <a:gd name="connsiteX21" fmla="*/ 232416 w 371870"/>
                <a:gd name="connsiteY21" fmla="*/ 375902 h 543992"/>
                <a:gd name="connsiteX22" fmla="*/ 232416 w 371870"/>
                <a:gd name="connsiteY22" fmla="*/ 328446 h 543992"/>
                <a:gd name="connsiteX23" fmla="*/ 175801 w 371870"/>
                <a:gd name="connsiteY23" fmla="*/ 313252 h 543992"/>
                <a:gd name="connsiteX24" fmla="*/ 127929 w 371870"/>
                <a:gd name="connsiteY24" fmla="*/ 279741 h 543992"/>
                <a:gd name="connsiteX25" fmla="*/ 155820 w 371870"/>
                <a:gd name="connsiteY25" fmla="*/ 242692 h 543992"/>
                <a:gd name="connsiteX26" fmla="*/ 204109 w 371870"/>
                <a:gd name="connsiteY26" fmla="*/ 274121 h 543992"/>
                <a:gd name="connsiteX27" fmla="*/ 255728 w 371870"/>
                <a:gd name="connsiteY27" fmla="*/ 284736 h 543992"/>
                <a:gd name="connsiteX28" fmla="*/ 302976 w 371870"/>
                <a:gd name="connsiteY28" fmla="*/ 273289 h 543992"/>
                <a:gd name="connsiteX29" fmla="*/ 321084 w 371870"/>
                <a:gd name="connsiteY29" fmla="*/ 244357 h 543992"/>
                <a:gd name="connsiteX30" fmla="*/ 305265 w 371870"/>
                <a:gd name="connsiteY30" fmla="*/ 216674 h 543992"/>
                <a:gd name="connsiteX31" fmla="*/ 251981 w 371870"/>
                <a:gd name="connsiteY31" fmla="*/ 205643 h 543992"/>
                <a:gd name="connsiteX32" fmla="*/ 165186 w 371870"/>
                <a:gd name="connsiteY32" fmla="*/ 182747 h 543992"/>
                <a:gd name="connsiteX33" fmla="*/ 138753 w 371870"/>
                <a:gd name="connsiteY33" fmla="*/ 125301 h 543992"/>
                <a:gd name="connsiteX34" fmla="*/ 164354 w 371870"/>
                <a:gd name="connsiteY34" fmla="*/ 68062 h 543992"/>
                <a:gd name="connsiteX35" fmla="*/ 232416 w 371870"/>
                <a:gd name="connsiteY35" fmla="*/ 39547 h 54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1870" h="543992">
                  <a:moveTo>
                    <a:pt x="0" y="477588"/>
                  </a:moveTo>
                  <a:lnTo>
                    <a:pt x="66404" y="477588"/>
                  </a:lnTo>
                  <a:lnTo>
                    <a:pt x="66404" y="543992"/>
                  </a:lnTo>
                  <a:lnTo>
                    <a:pt x="0" y="543992"/>
                  </a:lnTo>
                  <a:close/>
                  <a:moveTo>
                    <a:pt x="232416" y="0"/>
                  </a:moveTo>
                  <a:lnTo>
                    <a:pt x="276958" y="0"/>
                  </a:lnTo>
                  <a:lnTo>
                    <a:pt x="276958" y="39963"/>
                  </a:lnTo>
                  <a:cubicBezTo>
                    <a:pt x="294164" y="42183"/>
                    <a:pt x="310052" y="46901"/>
                    <a:pt x="324622" y="54117"/>
                  </a:cubicBezTo>
                  <a:cubicBezTo>
                    <a:pt x="339192" y="61332"/>
                    <a:pt x="352721" y="71045"/>
                    <a:pt x="365210" y="83256"/>
                  </a:cubicBezTo>
                  <a:lnTo>
                    <a:pt x="336486" y="119889"/>
                  </a:lnTo>
                  <a:cubicBezTo>
                    <a:pt x="324831" y="108233"/>
                    <a:pt x="311718" y="99283"/>
                    <a:pt x="297148" y="93039"/>
                  </a:cubicBezTo>
                  <a:cubicBezTo>
                    <a:pt x="282578" y="86795"/>
                    <a:pt x="267384" y="83673"/>
                    <a:pt x="251565" y="83673"/>
                  </a:cubicBezTo>
                  <a:cubicBezTo>
                    <a:pt x="232693" y="83673"/>
                    <a:pt x="217638" y="87211"/>
                    <a:pt x="206398" y="94288"/>
                  </a:cubicBezTo>
                  <a:cubicBezTo>
                    <a:pt x="195159" y="101365"/>
                    <a:pt x="189539" y="110453"/>
                    <a:pt x="189539" y="121554"/>
                  </a:cubicBezTo>
                  <a:cubicBezTo>
                    <a:pt x="189539" y="133488"/>
                    <a:pt x="194881" y="142230"/>
                    <a:pt x="205566" y="147780"/>
                  </a:cubicBezTo>
                  <a:cubicBezTo>
                    <a:pt x="216250" y="153330"/>
                    <a:pt x="234081" y="156799"/>
                    <a:pt x="259058" y="158187"/>
                  </a:cubicBezTo>
                  <a:cubicBezTo>
                    <a:pt x="299021" y="160685"/>
                    <a:pt x="327814" y="168317"/>
                    <a:pt x="345436" y="181082"/>
                  </a:cubicBezTo>
                  <a:cubicBezTo>
                    <a:pt x="363059" y="193848"/>
                    <a:pt x="371870" y="213691"/>
                    <a:pt x="371870" y="240611"/>
                  </a:cubicBezTo>
                  <a:cubicBezTo>
                    <a:pt x="371870" y="263367"/>
                    <a:pt x="363267" y="282794"/>
                    <a:pt x="346061" y="298890"/>
                  </a:cubicBezTo>
                  <a:cubicBezTo>
                    <a:pt x="328854" y="314986"/>
                    <a:pt x="305820" y="324838"/>
                    <a:pt x="276958" y="328446"/>
                  </a:cubicBezTo>
                  <a:lnTo>
                    <a:pt x="276958" y="375902"/>
                  </a:lnTo>
                  <a:lnTo>
                    <a:pt x="232416" y="375902"/>
                  </a:lnTo>
                  <a:lnTo>
                    <a:pt x="232416" y="328446"/>
                  </a:lnTo>
                  <a:cubicBezTo>
                    <a:pt x="212157" y="326503"/>
                    <a:pt x="193285" y="321439"/>
                    <a:pt x="175801" y="313252"/>
                  </a:cubicBezTo>
                  <a:cubicBezTo>
                    <a:pt x="158318" y="305065"/>
                    <a:pt x="142360" y="293895"/>
                    <a:pt x="127929" y="279741"/>
                  </a:cubicBezTo>
                  <a:lnTo>
                    <a:pt x="155820" y="242692"/>
                  </a:lnTo>
                  <a:cubicBezTo>
                    <a:pt x="171361" y="256568"/>
                    <a:pt x="187457" y="267045"/>
                    <a:pt x="204109" y="274121"/>
                  </a:cubicBezTo>
                  <a:cubicBezTo>
                    <a:pt x="220760" y="281198"/>
                    <a:pt x="237966" y="284736"/>
                    <a:pt x="255728" y="284736"/>
                  </a:cubicBezTo>
                  <a:cubicBezTo>
                    <a:pt x="275154" y="284736"/>
                    <a:pt x="290904" y="280921"/>
                    <a:pt x="302976" y="273289"/>
                  </a:cubicBezTo>
                  <a:cubicBezTo>
                    <a:pt x="315048" y="265657"/>
                    <a:pt x="321084" y="256013"/>
                    <a:pt x="321084" y="244357"/>
                  </a:cubicBezTo>
                  <a:cubicBezTo>
                    <a:pt x="321084" y="231591"/>
                    <a:pt x="315811" y="222364"/>
                    <a:pt x="305265" y="216674"/>
                  </a:cubicBezTo>
                  <a:cubicBezTo>
                    <a:pt x="294719" y="210985"/>
                    <a:pt x="276958" y="207308"/>
                    <a:pt x="251981" y="205643"/>
                  </a:cubicBezTo>
                  <a:cubicBezTo>
                    <a:pt x="211740" y="202868"/>
                    <a:pt x="182809" y="195236"/>
                    <a:pt x="165186" y="182747"/>
                  </a:cubicBezTo>
                  <a:cubicBezTo>
                    <a:pt x="147564" y="170259"/>
                    <a:pt x="138753" y="151110"/>
                    <a:pt x="138753" y="125301"/>
                  </a:cubicBezTo>
                  <a:cubicBezTo>
                    <a:pt x="138753" y="102822"/>
                    <a:pt x="147286" y="83742"/>
                    <a:pt x="164354" y="68062"/>
                  </a:cubicBezTo>
                  <a:cubicBezTo>
                    <a:pt x="181421" y="52382"/>
                    <a:pt x="204109" y="42877"/>
                    <a:pt x="232416" y="39547"/>
                  </a:cubicBezTo>
                  <a:close/>
                </a:path>
              </a:pathLst>
            </a:cu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191" name="Group 190">
            <a:extLst>
              <a:ext uri="{FF2B5EF4-FFF2-40B4-BE49-F238E27FC236}">
                <a16:creationId xmlns:a16="http://schemas.microsoft.com/office/drawing/2014/main" id="{1BEB05A1-DBCE-C959-D515-025CC19E56C1}"/>
              </a:ext>
              <a:ext uri="{C183D7F6-B498-43B3-948B-1728B52AA6E4}">
                <adec:decorative xmlns:adec="http://schemas.microsoft.com/office/drawing/2017/decorative" val="1"/>
              </a:ext>
            </a:extLst>
          </p:cNvPr>
          <p:cNvGrpSpPr>
            <a:grpSpLocks noChangeAspect="1"/>
          </p:cNvGrpSpPr>
          <p:nvPr/>
        </p:nvGrpSpPr>
        <p:grpSpPr>
          <a:xfrm>
            <a:off x="9067552" y="2930160"/>
            <a:ext cx="514499" cy="457200"/>
            <a:chOff x="9067552" y="2930160"/>
            <a:chExt cx="514499" cy="457200"/>
          </a:xfrm>
          <a:solidFill>
            <a:srgbClr val="FF0000"/>
          </a:solidFill>
        </p:grpSpPr>
        <p:sp>
          <p:nvSpPr>
            <p:cNvPr id="1669" name="Freeform: Shape 1668">
              <a:extLst>
                <a:ext uri="{FF2B5EF4-FFF2-40B4-BE49-F238E27FC236}">
                  <a16:creationId xmlns:a16="http://schemas.microsoft.com/office/drawing/2014/main" id="{CBFFB49C-B602-E2F0-06D7-B9FA7E4D0828}"/>
                </a:ext>
                <a:ext uri="{C183D7F6-B498-43B3-948B-1728B52AA6E4}">
                  <adec:decorative xmlns:adec="http://schemas.microsoft.com/office/drawing/2017/decorative" val="1"/>
                </a:ext>
              </a:extLst>
            </p:cNvPr>
            <p:cNvSpPr/>
            <p:nvPr/>
          </p:nvSpPr>
          <p:spPr>
            <a:xfrm rot="16200000">
              <a:off x="9096202" y="2901510"/>
              <a:ext cx="457200" cy="514499"/>
            </a:xfrm>
            <a:custGeom>
              <a:avLst/>
              <a:gdLst>
                <a:gd name="connsiteX0" fmla="*/ 44153 w 866567"/>
                <a:gd name="connsiteY0" fmla="*/ 23786 h 975171"/>
                <a:gd name="connsiteX1" fmla="*/ 44153 w 866567"/>
                <a:gd name="connsiteY1" fmla="*/ 951389 h 975171"/>
                <a:gd name="connsiteX2" fmla="*/ 0 w 866567"/>
                <a:gd name="connsiteY2" fmla="*/ 951389 h 975171"/>
                <a:gd name="connsiteX3" fmla="*/ 0 w 866567"/>
                <a:gd name="connsiteY3" fmla="*/ 23786 h 975171"/>
                <a:gd name="connsiteX4" fmla="*/ 88751 w 866567"/>
                <a:gd name="connsiteY4" fmla="*/ 45917 h 975171"/>
                <a:gd name="connsiteX5" fmla="*/ 88751 w 866567"/>
                <a:gd name="connsiteY5" fmla="*/ 929256 h 975171"/>
                <a:gd name="connsiteX6" fmla="*/ 44598 w 866567"/>
                <a:gd name="connsiteY6" fmla="*/ 929256 h 975171"/>
                <a:gd name="connsiteX7" fmla="*/ 44598 w 866567"/>
                <a:gd name="connsiteY7" fmla="*/ 45917 h 975171"/>
                <a:gd name="connsiteX8" fmla="*/ 512973 w 866567"/>
                <a:gd name="connsiteY8" fmla="*/ 465413 h 975171"/>
                <a:gd name="connsiteX9" fmla="*/ 512973 w 866567"/>
                <a:gd name="connsiteY9" fmla="*/ 509566 h 975171"/>
                <a:gd name="connsiteX10" fmla="*/ 89071 w 866567"/>
                <a:gd name="connsiteY10" fmla="*/ 509566 h 975171"/>
                <a:gd name="connsiteX11" fmla="*/ 89071 w 866567"/>
                <a:gd name="connsiteY11" fmla="*/ 465413 h 975171"/>
                <a:gd name="connsiteX12" fmla="*/ 866567 w 866567"/>
                <a:gd name="connsiteY12" fmla="*/ 487586 h 975171"/>
                <a:gd name="connsiteX13" fmla="*/ 853773 w 866567"/>
                <a:gd name="connsiteY13" fmla="*/ 523223 h 975171"/>
                <a:gd name="connsiteX14" fmla="*/ 647419 w 866567"/>
                <a:gd name="connsiteY14" fmla="*/ 900243 h 975171"/>
                <a:gd name="connsiteX15" fmla="*/ 617725 w 866567"/>
                <a:gd name="connsiteY15" fmla="*/ 954424 h 975171"/>
                <a:gd name="connsiteX16" fmla="*/ 617711 w 866567"/>
                <a:gd name="connsiteY16" fmla="*/ 954495 h 975171"/>
                <a:gd name="connsiteX17" fmla="*/ 617580 w 866567"/>
                <a:gd name="connsiteY17" fmla="*/ 954689 h 975171"/>
                <a:gd name="connsiteX18" fmla="*/ 614604 w 866567"/>
                <a:gd name="connsiteY18" fmla="*/ 960120 h 975171"/>
                <a:gd name="connsiteX19" fmla="*/ 614103 w 866567"/>
                <a:gd name="connsiteY19" fmla="*/ 959846 h 975171"/>
                <a:gd name="connsiteX20" fmla="*/ 610456 w 866567"/>
                <a:gd name="connsiteY20" fmla="*/ 965256 h 975171"/>
                <a:gd name="connsiteX21" fmla="*/ 586518 w 866567"/>
                <a:gd name="connsiteY21" fmla="*/ 975171 h 975171"/>
                <a:gd name="connsiteX22" fmla="*/ 555325 w 866567"/>
                <a:gd name="connsiteY22" fmla="*/ 954495 h 975171"/>
                <a:gd name="connsiteX23" fmla="*/ 554878 w 866567"/>
                <a:gd name="connsiteY23" fmla="*/ 952282 h 975171"/>
                <a:gd name="connsiteX24" fmla="*/ 552665 w 866567"/>
                <a:gd name="connsiteY24" fmla="*/ 952282 h 975171"/>
                <a:gd name="connsiteX25" fmla="*/ 552665 w 866567"/>
                <a:gd name="connsiteY25" fmla="*/ 941318 h 975171"/>
                <a:gd name="connsiteX26" fmla="*/ 552665 w 866567"/>
                <a:gd name="connsiteY26" fmla="*/ 907227 h 975171"/>
                <a:gd name="connsiteX27" fmla="*/ 89071 w 866567"/>
                <a:gd name="connsiteY27" fmla="*/ 907227 h 975171"/>
                <a:gd name="connsiteX28" fmla="*/ 89071 w 866567"/>
                <a:gd name="connsiteY28" fmla="*/ 863074 h 975171"/>
                <a:gd name="connsiteX29" fmla="*/ 552666 w 866567"/>
                <a:gd name="connsiteY29" fmla="*/ 863074 h 975171"/>
                <a:gd name="connsiteX30" fmla="*/ 552666 w 866567"/>
                <a:gd name="connsiteY30" fmla="*/ 774674 h 975171"/>
                <a:gd name="connsiteX31" fmla="*/ 89071 w 866567"/>
                <a:gd name="connsiteY31" fmla="*/ 774674 h 975171"/>
                <a:gd name="connsiteX32" fmla="*/ 89071 w 866567"/>
                <a:gd name="connsiteY32" fmla="*/ 730521 h 975171"/>
                <a:gd name="connsiteX33" fmla="*/ 552666 w 866567"/>
                <a:gd name="connsiteY33" fmla="*/ 730521 h 975171"/>
                <a:gd name="connsiteX34" fmla="*/ 552666 w 866567"/>
                <a:gd name="connsiteY34" fmla="*/ 642120 h 975171"/>
                <a:gd name="connsiteX35" fmla="*/ 89071 w 866567"/>
                <a:gd name="connsiteY35" fmla="*/ 642120 h 975171"/>
                <a:gd name="connsiteX36" fmla="*/ 89071 w 866567"/>
                <a:gd name="connsiteY36" fmla="*/ 597967 h 975171"/>
                <a:gd name="connsiteX37" fmla="*/ 552666 w 866567"/>
                <a:gd name="connsiteY37" fmla="*/ 597967 h 975171"/>
                <a:gd name="connsiteX38" fmla="*/ 552666 w 866567"/>
                <a:gd name="connsiteY38" fmla="*/ 547964 h 975171"/>
                <a:gd name="connsiteX39" fmla="*/ 599896 w 866567"/>
                <a:gd name="connsiteY39" fmla="*/ 547964 h 975171"/>
                <a:gd name="connsiteX40" fmla="*/ 599896 w 866567"/>
                <a:gd name="connsiteY40" fmla="*/ 894610 h 975171"/>
                <a:gd name="connsiteX41" fmla="*/ 814991 w 866567"/>
                <a:gd name="connsiteY41" fmla="*/ 501557 h 975171"/>
                <a:gd name="connsiteX42" fmla="*/ 817812 w 866567"/>
                <a:gd name="connsiteY42" fmla="*/ 487585 h 975171"/>
                <a:gd name="connsiteX43" fmla="*/ 814991 w 866567"/>
                <a:gd name="connsiteY43" fmla="*/ 473614 h 975171"/>
                <a:gd name="connsiteX44" fmla="*/ 599896 w 866567"/>
                <a:gd name="connsiteY44" fmla="*/ 80560 h 975171"/>
                <a:gd name="connsiteX45" fmla="*/ 599896 w 866567"/>
                <a:gd name="connsiteY45" fmla="*/ 424410 h 975171"/>
                <a:gd name="connsiteX46" fmla="*/ 552666 w 866567"/>
                <a:gd name="connsiteY46" fmla="*/ 424410 h 975171"/>
                <a:gd name="connsiteX47" fmla="*/ 552666 w 866567"/>
                <a:gd name="connsiteY47" fmla="*/ 377012 h 975171"/>
                <a:gd name="connsiteX48" fmla="*/ 89071 w 866567"/>
                <a:gd name="connsiteY48" fmla="*/ 377012 h 975171"/>
                <a:gd name="connsiteX49" fmla="*/ 89071 w 866567"/>
                <a:gd name="connsiteY49" fmla="*/ 332859 h 975171"/>
                <a:gd name="connsiteX50" fmla="*/ 552666 w 866567"/>
                <a:gd name="connsiteY50" fmla="*/ 332859 h 975171"/>
                <a:gd name="connsiteX51" fmla="*/ 552666 w 866567"/>
                <a:gd name="connsiteY51" fmla="*/ 244458 h 975171"/>
                <a:gd name="connsiteX52" fmla="*/ 89071 w 866567"/>
                <a:gd name="connsiteY52" fmla="*/ 244458 h 975171"/>
                <a:gd name="connsiteX53" fmla="*/ 89071 w 866567"/>
                <a:gd name="connsiteY53" fmla="*/ 200305 h 975171"/>
                <a:gd name="connsiteX54" fmla="*/ 552666 w 866567"/>
                <a:gd name="connsiteY54" fmla="*/ 200305 h 975171"/>
                <a:gd name="connsiteX55" fmla="*/ 552666 w 866567"/>
                <a:gd name="connsiteY55" fmla="*/ 111903 h 975171"/>
                <a:gd name="connsiteX56" fmla="*/ 89071 w 866567"/>
                <a:gd name="connsiteY56" fmla="*/ 111903 h 975171"/>
                <a:gd name="connsiteX57" fmla="*/ 89071 w 866567"/>
                <a:gd name="connsiteY57" fmla="*/ 67750 h 975171"/>
                <a:gd name="connsiteX58" fmla="*/ 552666 w 866567"/>
                <a:gd name="connsiteY58" fmla="*/ 67750 h 975171"/>
                <a:gd name="connsiteX59" fmla="*/ 552666 w 866567"/>
                <a:gd name="connsiteY59" fmla="*/ 39009 h 975171"/>
                <a:gd name="connsiteX60" fmla="*/ 553706 w 866567"/>
                <a:gd name="connsiteY60" fmla="*/ 39009 h 975171"/>
                <a:gd name="connsiteX61" fmla="*/ 552665 w 866567"/>
                <a:gd name="connsiteY61" fmla="*/ 33853 h 975171"/>
                <a:gd name="connsiteX62" fmla="*/ 586518 w 866567"/>
                <a:gd name="connsiteY62" fmla="*/ 0 h 975171"/>
                <a:gd name="connsiteX63" fmla="*/ 610456 w 866567"/>
                <a:gd name="connsiteY63" fmla="*/ 9915 h 975171"/>
                <a:gd name="connsiteX64" fmla="*/ 614103 w 866567"/>
                <a:gd name="connsiteY64" fmla="*/ 15324 h 975171"/>
                <a:gd name="connsiteX65" fmla="*/ 614604 w 866567"/>
                <a:gd name="connsiteY65" fmla="*/ 15050 h 975171"/>
                <a:gd name="connsiteX66" fmla="*/ 853775 w 866567"/>
                <a:gd name="connsiteY66" fmla="*/ 451952 h 975171"/>
                <a:gd name="connsiteX67" fmla="*/ 866567 w 866567"/>
                <a:gd name="connsiteY67" fmla="*/ 487586 h 97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866567" h="975171">
                  <a:moveTo>
                    <a:pt x="44153" y="23786"/>
                  </a:moveTo>
                  <a:lnTo>
                    <a:pt x="44153" y="951389"/>
                  </a:lnTo>
                  <a:lnTo>
                    <a:pt x="0" y="951389"/>
                  </a:lnTo>
                  <a:lnTo>
                    <a:pt x="0" y="23786"/>
                  </a:lnTo>
                  <a:close/>
                  <a:moveTo>
                    <a:pt x="88751" y="45917"/>
                  </a:moveTo>
                  <a:lnTo>
                    <a:pt x="88751" y="929256"/>
                  </a:lnTo>
                  <a:lnTo>
                    <a:pt x="44598" y="929256"/>
                  </a:lnTo>
                  <a:lnTo>
                    <a:pt x="44598" y="45917"/>
                  </a:lnTo>
                  <a:close/>
                  <a:moveTo>
                    <a:pt x="512973" y="465413"/>
                  </a:moveTo>
                  <a:lnTo>
                    <a:pt x="512973" y="509566"/>
                  </a:lnTo>
                  <a:lnTo>
                    <a:pt x="89071" y="509566"/>
                  </a:lnTo>
                  <a:lnTo>
                    <a:pt x="89071" y="465413"/>
                  </a:lnTo>
                  <a:close/>
                  <a:moveTo>
                    <a:pt x="866567" y="487586"/>
                  </a:moveTo>
                  <a:cubicBezTo>
                    <a:pt x="866567" y="505045"/>
                    <a:pt x="862337" y="505954"/>
                    <a:pt x="853773" y="523223"/>
                  </a:cubicBezTo>
                  <a:cubicBezTo>
                    <a:pt x="846279" y="538333"/>
                    <a:pt x="729824" y="750000"/>
                    <a:pt x="647419" y="900243"/>
                  </a:cubicBezTo>
                  <a:lnTo>
                    <a:pt x="617725" y="954424"/>
                  </a:lnTo>
                  <a:lnTo>
                    <a:pt x="617711" y="954495"/>
                  </a:lnTo>
                  <a:lnTo>
                    <a:pt x="617580" y="954689"/>
                  </a:lnTo>
                  <a:lnTo>
                    <a:pt x="614604" y="960120"/>
                  </a:lnTo>
                  <a:lnTo>
                    <a:pt x="614103" y="959846"/>
                  </a:lnTo>
                  <a:lnTo>
                    <a:pt x="610456" y="965256"/>
                  </a:lnTo>
                  <a:cubicBezTo>
                    <a:pt x="604329" y="971382"/>
                    <a:pt x="595867" y="975171"/>
                    <a:pt x="586518" y="975171"/>
                  </a:cubicBezTo>
                  <a:cubicBezTo>
                    <a:pt x="572496" y="975171"/>
                    <a:pt x="560464" y="966646"/>
                    <a:pt x="555325" y="954495"/>
                  </a:cubicBezTo>
                  <a:lnTo>
                    <a:pt x="554878" y="952282"/>
                  </a:lnTo>
                  <a:lnTo>
                    <a:pt x="552665" y="952282"/>
                  </a:lnTo>
                  <a:lnTo>
                    <a:pt x="552665" y="941318"/>
                  </a:lnTo>
                  <a:lnTo>
                    <a:pt x="552665" y="907227"/>
                  </a:lnTo>
                  <a:lnTo>
                    <a:pt x="89071" y="907227"/>
                  </a:lnTo>
                  <a:lnTo>
                    <a:pt x="89071" y="863074"/>
                  </a:lnTo>
                  <a:lnTo>
                    <a:pt x="552666" y="863074"/>
                  </a:lnTo>
                  <a:lnTo>
                    <a:pt x="552666" y="774674"/>
                  </a:lnTo>
                  <a:lnTo>
                    <a:pt x="89071" y="774674"/>
                  </a:lnTo>
                  <a:lnTo>
                    <a:pt x="89071" y="730521"/>
                  </a:lnTo>
                  <a:lnTo>
                    <a:pt x="552666" y="730521"/>
                  </a:lnTo>
                  <a:lnTo>
                    <a:pt x="552666" y="642120"/>
                  </a:lnTo>
                  <a:lnTo>
                    <a:pt x="89071" y="642120"/>
                  </a:lnTo>
                  <a:lnTo>
                    <a:pt x="89071" y="597967"/>
                  </a:lnTo>
                  <a:lnTo>
                    <a:pt x="552666" y="597967"/>
                  </a:lnTo>
                  <a:lnTo>
                    <a:pt x="552666" y="547964"/>
                  </a:lnTo>
                  <a:lnTo>
                    <a:pt x="599896" y="547964"/>
                  </a:lnTo>
                  <a:lnTo>
                    <a:pt x="599896" y="894610"/>
                  </a:lnTo>
                  <a:lnTo>
                    <a:pt x="814991" y="501557"/>
                  </a:lnTo>
                  <a:cubicBezTo>
                    <a:pt x="816808" y="497262"/>
                    <a:pt x="817812" y="492541"/>
                    <a:pt x="817812" y="487585"/>
                  </a:cubicBezTo>
                  <a:cubicBezTo>
                    <a:pt x="817812" y="482630"/>
                    <a:pt x="816808" y="477908"/>
                    <a:pt x="814991" y="473614"/>
                  </a:cubicBezTo>
                  <a:lnTo>
                    <a:pt x="599896" y="80560"/>
                  </a:lnTo>
                  <a:lnTo>
                    <a:pt x="599896" y="424410"/>
                  </a:lnTo>
                  <a:lnTo>
                    <a:pt x="552666" y="424410"/>
                  </a:lnTo>
                  <a:lnTo>
                    <a:pt x="552666" y="377012"/>
                  </a:lnTo>
                  <a:lnTo>
                    <a:pt x="89071" y="377012"/>
                  </a:lnTo>
                  <a:lnTo>
                    <a:pt x="89071" y="332859"/>
                  </a:lnTo>
                  <a:lnTo>
                    <a:pt x="552666" y="332859"/>
                  </a:lnTo>
                  <a:lnTo>
                    <a:pt x="552666" y="244458"/>
                  </a:lnTo>
                  <a:lnTo>
                    <a:pt x="89071" y="244458"/>
                  </a:lnTo>
                  <a:lnTo>
                    <a:pt x="89071" y="200305"/>
                  </a:lnTo>
                  <a:lnTo>
                    <a:pt x="552666" y="200305"/>
                  </a:lnTo>
                  <a:lnTo>
                    <a:pt x="552666" y="111903"/>
                  </a:lnTo>
                  <a:lnTo>
                    <a:pt x="89071" y="111903"/>
                  </a:lnTo>
                  <a:lnTo>
                    <a:pt x="89071" y="67750"/>
                  </a:lnTo>
                  <a:lnTo>
                    <a:pt x="552666" y="67750"/>
                  </a:lnTo>
                  <a:lnTo>
                    <a:pt x="552666" y="39009"/>
                  </a:lnTo>
                  <a:lnTo>
                    <a:pt x="553706" y="39009"/>
                  </a:lnTo>
                  <a:lnTo>
                    <a:pt x="552665" y="33853"/>
                  </a:lnTo>
                  <a:cubicBezTo>
                    <a:pt x="552665" y="15156"/>
                    <a:pt x="567822" y="0"/>
                    <a:pt x="586518" y="0"/>
                  </a:cubicBezTo>
                  <a:cubicBezTo>
                    <a:pt x="595867" y="0"/>
                    <a:pt x="604330" y="3789"/>
                    <a:pt x="610456" y="9915"/>
                  </a:cubicBezTo>
                  <a:lnTo>
                    <a:pt x="614103" y="15324"/>
                  </a:lnTo>
                  <a:lnTo>
                    <a:pt x="614604" y="15050"/>
                  </a:lnTo>
                  <a:cubicBezTo>
                    <a:pt x="660950" y="84318"/>
                    <a:pt x="848058" y="440169"/>
                    <a:pt x="853775" y="451952"/>
                  </a:cubicBezTo>
                  <a:cubicBezTo>
                    <a:pt x="859492" y="463734"/>
                    <a:pt x="866567" y="470127"/>
                    <a:pt x="866567" y="48758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70" name="Freeform: Shape 1669">
              <a:extLst>
                <a:ext uri="{FF2B5EF4-FFF2-40B4-BE49-F238E27FC236}">
                  <a16:creationId xmlns:a16="http://schemas.microsoft.com/office/drawing/2014/main" id="{919F64DA-1591-6973-4F4D-F58C8107FCC5}"/>
                </a:ext>
                <a:ext uri="{C183D7F6-B498-43B3-948B-1728B52AA6E4}">
                  <adec:decorative xmlns:adec="http://schemas.microsoft.com/office/drawing/2017/decorative" val="1"/>
                </a:ext>
              </a:extLst>
            </p:cNvPr>
            <p:cNvSpPr/>
            <p:nvPr/>
          </p:nvSpPr>
          <p:spPr>
            <a:xfrm>
              <a:off x="9306223" y="3066281"/>
              <a:ext cx="35680" cy="35680"/>
            </a:xfrm>
            <a:custGeom>
              <a:avLst/>
              <a:gdLst>
                <a:gd name="connsiteX0" fmla="*/ 0 w 150955"/>
                <a:gd name="connsiteY0" fmla="*/ 0 h 150955"/>
                <a:gd name="connsiteX1" fmla="*/ 150955 w 150955"/>
                <a:gd name="connsiteY1" fmla="*/ 0 h 150955"/>
                <a:gd name="connsiteX2" fmla="*/ 150955 w 150955"/>
                <a:gd name="connsiteY2" fmla="*/ 150956 h 150955"/>
                <a:gd name="connsiteX3" fmla="*/ 0 w 150955"/>
                <a:gd name="connsiteY3" fmla="*/ 150956 h 150955"/>
              </a:gdLst>
              <a:ahLst/>
              <a:cxnLst>
                <a:cxn ang="0">
                  <a:pos x="connsiteX0" y="connsiteY0"/>
                </a:cxn>
                <a:cxn ang="0">
                  <a:pos x="connsiteX1" y="connsiteY1"/>
                </a:cxn>
                <a:cxn ang="0">
                  <a:pos x="connsiteX2" y="connsiteY2"/>
                </a:cxn>
                <a:cxn ang="0">
                  <a:pos x="connsiteX3" y="connsiteY3"/>
                </a:cxn>
              </a:cxnLst>
              <a:rect l="l" t="t" r="r" b="b"/>
              <a:pathLst>
                <a:path w="150955" h="150955">
                  <a:moveTo>
                    <a:pt x="0" y="0"/>
                  </a:moveTo>
                  <a:lnTo>
                    <a:pt x="150955" y="0"/>
                  </a:lnTo>
                  <a:lnTo>
                    <a:pt x="150955" y="150956"/>
                  </a:lnTo>
                  <a:lnTo>
                    <a:pt x="0" y="150956"/>
                  </a:lnTo>
                  <a:close/>
                </a:path>
              </a:pathLst>
            </a:custGeom>
            <a:solidFill>
              <a:schemeClr val="accent1"/>
            </a:solidFill>
            <a:ln w="12535" cap="flat">
              <a:noFill/>
              <a:prstDash val="solid"/>
              <a:miter/>
            </a:ln>
          </p:spPr>
          <p:txBody>
            <a:bodyPr rtlCol="0" anchor="ctr"/>
            <a:lstStyle/>
            <a:p>
              <a:endParaRPr lang="en-US" dirty="0"/>
            </a:p>
          </p:txBody>
        </p:sp>
      </p:grpSp>
      <p:grpSp>
        <p:nvGrpSpPr>
          <p:cNvPr id="190" name="Group 189">
            <a:extLst>
              <a:ext uri="{FF2B5EF4-FFF2-40B4-BE49-F238E27FC236}">
                <a16:creationId xmlns:a16="http://schemas.microsoft.com/office/drawing/2014/main" id="{7F795632-2106-5B00-69C4-9EEBC070CF7A}"/>
              </a:ext>
              <a:ext uri="{C183D7F6-B498-43B3-948B-1728B52AA6E4}">
                <adec:decorative xmlns:adec="http://schemas.microsoft.com/office/drawing/2017/decorative" val="1"/>
              </a:ext>
            </a:extLst>
          </p:cNvPr>
          <p:cNvGrpSpPr>
            <a:grpSpLocks noChangeAspect="1"/>
          </p:cNvGrpSpPr>
          <p:nvPr/>
        </p:nvGrpSpPr>
        <p:grpSpPr>
          <a:xfrm>
            <a:off x="9792812" y="2998739"/>
            <a:ext cx="694372" cy="320040"/>
            <a:chOff x="9792812" y="2998739"/>
            <a:chExt cx="694372" cy="320040"/>
          </a:xfrm>
          <a:solidFill>
            <a:srgbClr val="FF0000"/>
          </a:solidFill>
        </p:grpSpPr>
        <p:sp>
          <p:nvSpPr>
            <p:cNvPr id="1671" name="Freeform: Shape 1670">
              <a:extLst>
                <a:ext uri="{FF2B5EF4-FFF2-40B4-BE49-F238E27FC236}">
                  <a16:creationId xmlns:a16="http://schemas.microsoft.com/office/drawing/2014/main" id="{EB24BA1C-13A9-D68B-FC0F-53E0ECDF4DDF}"/>
                </a:ext>
                <a:ext uri="{C183D7F6-B498-43B3-948B-1728B52AA6E4}">
                  <adec:decorative xmlns:adec="http://schemas.microsoft.com/office/drawing/2017/decorative" val="1"/>
                </a:ext>
              </a:extLst>
            </p:cNvPr>
            <p:cNvSpPr/>
            <p:nvPr/>
          </p:nvSpPr>
          <p:spPr>
            <a:xfrm>
              <a:off x="9801131" y="2998739"/>
              <a:ext cx="686053" cy="310452"/>
            </a:xfrm>
            <a:custGeom>
              <a:avLst/>
              <a:gdLst>
                <a:gd name="connsiteX0" fmla="*/ 762180 w 972245"/>
                <a:gd name="connsiteY0" fmla="*/ 186108 h 439960"/>
                <a:gd name="connsiteX1" fmla="*/ 795315 w 972245"/>
                <a:gd name="connsiteY1" fmla="*/ 219243 h 439960"/>
                <a:gd name="connsiteX2" fmla="*/ 762180 w 972245"/>
                <a:gd name="connsiteY2" fmla="*/ 252377 h 439960"/>
                <a:gd name="connsiteX3" fmla="*/ 729046 w 972245"/>
                <a:gd name="connsiteY3" fmla="*/ 219243 h 439960"/>
                <a:gd name="connsiteX4" fmla="*/ 762180 w 972245"/>
                <a:gd name="connsiteY4" fmla="*/ 186108 h 439960"/>
                <a:gd name="connsiteX5" fmla="*/ 209940 w 972245"/>
                <a:gd name="connsiteY5" fmla="*/ 186108 h 439960"/>
                <a:gd name="connsiteX6" fmla="*/ 243075 w 972245"/>
                <a:gd name="connsiteY6" fmla="*/ 219243 h 439960"/>
                <a:gd name="connsiteX7" fmla="*/ 209940 w 972245"/>
                <a:gd name="connsiteY7" fmla="*/ 252377 h 439960"/>
                <a:gd name="connsiteX8" fmla="*/ 176806 w 972245"/>
                <a:gd name="connsiteY8" fmla="*/ 219243 h 439960"/>
                <a:gd name="connsiteX9" fmla="*/ 209940 w 972245"/>
                <a:gd name="connsiteY9" fmla="*/ 186108 h 439960"/>
                <a:gd name="connsiteX10" fmla="*/ 486059 w 972245"/>
                <a:gd name="connsiteY10" fmla="*/ 108794 h 439960"/>
                <a:gd name="connsiteX11" fmla="*/ 574419 w 972245"/>
                <a:gd name="connsiteY11" fmla="*/ 219243 h 439960"/>
                <a:gd name="connsiteX12" fmla="*/ 486059 w 972245"/>
                <a:gd name="connsiteY12" fmla="*/ 329691 h 439960"/>
                <a:gd name="connsiteX13" fmla="*/ 397701 w 972245"/>
                <a:gd name="connsiteY13" fmla="*/ 219243 h 439960"/>
                <a:gd name="connsiteX14" fmla="*/ 486059 w 972245"/>
                <a:gd name="connsiteY14" fmla="*/ 108794 h 439960"/>
                <a:gd name="connsiteX15" fmla="*/ 132460 w 972245"/>
                <a:gd name="connsiteY15" fmla="*/ 0 h 439960"/>
                <a:gd name="connsiteX16" fmla="*/ 972245 w 972245"/>
                <a:gd name="connsiteY16" fmla="*/ 0 h 439960"/>
                <a:gd name="connsiteX17" fmla="*/ 972245 w 972245"/>
                <a:gd name="connsiteY17" fmla="*/ 44106 h 439960"/>
                <a:gd name="connsiteX18" fmla="*/ 972243 w 972245"/>
                <a:gd name="connsiteY18" fmla="*/ 44106 h 439960"/>
                <a:gd name="connsiteX19" fmla="*/ 972243 w 972245"/>
                <a:gd name="connsiteY19" fmla="*/ 395908 h 439960"/>
                <a:gd name="connsiteX20" fmla="*/ 960391 w 972245"/>
                <a:gd name="connsiteY20" fmla="*/ 427994 h 439960"/>
                <a:gd name="connsiteX21" fmla="*/ 927531 w 972245"/>
                <a:gd name="connsiteY21" fmla="*/ 439959 h 439960"/>
                <a:gd name="connsiteX22" fmla="*/ 868407 w 972245"/>
                <a:gd name="connsiteY22" fmla="*/ 439959 h 439960"/>
                <a:gd name="connsiteX23" fmla="*/ 617247 w 972245"/>
                <a:gd name="connsiteY23" fmla="*/ 439959 h 439960"/>
                <a:gd name="connsiteX24" fmla="*/ 86587 w 972245"/>
                <a:gd name="connsiteY24" fmla="*/ 439959 h 439960"/>
                <a:gd name="connsiteX25" fmla="*/ 86587 w 972245"/>
                <a:gd name="connsiteY25" fmla="*/ 395853 h 439960"/>
                <a:gd name="connsiteX26" fmla="*/ 617247 w 972245"/>
                <a:gd name="connsiteY26" fmla="*/ 395853 h 439960"/>
                <a:gd name="connsiteX27" fmla="*/ 928137 w 972245"/>
                <a:gd name="connsiteY27" fmla="*/ 395853 h 439960"/>
                <a:gd name="connsiteX28" fmla="*/ 928137 w 972245"/>
                <a:gd name="connsiteY28" fmla="*/ 44106 h 439960"/>
                <a:gd name="connsiteX29" fmla="*/ 354997 w 972245"/>
                <a:gd name="connsiteY29" fmla="*/ 44106 h 439960"/>
                <a:gd name="connsiteX30" fmla="*/ 354997 w 972245"/>
                <a:gd name="connsiteY30" fmla="*/ 44108 h 439960"/>
                <a:gd name="connsiteX31" fmla="*/ 44106 w 972245"/>
                <a:gd name="connsiteY31" fmla="*/ 44108 h 439960"/>
                <a:gd name="connsiteX32" fmla="*/ 44106 w 972245"/>
                <a:gd name="connsiteY32" fmla="*/ 118089 h 439960"/>
                <a:gd name="connsiteX33" fmla="*/ 44107 w 972245"/>
                <a:gd name="connsiteY33" fmla="*/ 118089 h 439960"/>
                <a:gd name="connsiteX34" fmla="*/ 44107 w 972245"/>
                <a:gd name="connsiteY34" fmla="*/ 359037 h 439960"/>
                <a:gd name="connsiteX35" fmla="*/ 1 w 972245"/>
                <a:gd name="connsiteY35" fmla="*/ 359037 h 439960"/>
                <a:gd name="connsiteX36" fmla="*/ 1 w 972245"/>
                <a:gd name="connsiteY36" fmla="*/ 185712 h 439960"/>
                <a:gd name="connsiteX37" fmla="*/ 1 w 972245"/>
                <a:gd name="connsiteY37" fmla="*/ 118089 h 439960"/>
                <a:gd name="connsiteX38" fmla="*/ 1 w 972245"/>
                <a:gd name="connsiteY38" fmla="*/ 44052 h 439960"/>
                <a:gd name="connsiteX39" fmla="*/ 11853 w 972245"/>
                <a:gd name="connsiteY39" fmla="*/ 11966 h 439960"/>
                <a:gd name="connsiteX40" fmla="*/ 44712 w 972245"/>
                <a:gd name="connsiteY40" fmla="*/ 1 h 439960"/>
                <a:gd name="connsiteX41" fmla="*/ 132460 w 972245"/>
                <a:gd name="connsiteY41" fmla="*/ 1 h 439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72245" h="439960">
                  <a:moveTo>
                    <a:pt x="762180" y="186108"/>
                  </a:moveTo>
                  <a:cubicBezTo>
                    <a:pt x="780480" y="186108"/>
                    <a:pt x="795315" y="200943"/>
                    <a:pt x="795315" y="219243"/>
                  </a:cubicBezTo>
                  <a:cubicBezTo>
                    <a:pt x="795315" y="237542"/>
                    <a:pt x="780480" y="252377"/>
                    <a:pt x="762180" y="252377"/>
                  </a:cubicBezTo>
                  <a:cubicBezTo>
                    <a:pt x="743881" y="252377"/>
                    <a:pt x="729046" y="237542"/>
                    <a:pt x="729046" y="219243"/>
                  </a:cubicBezTo>
                  <a:cubicBezTo>
                    <a:pt x="729046" y="200943"/>
                    <a:pt x="743881" y="186108"/>
                    <a:pt x="762180" y="186108"/>
                  </a:cubicBezTo>
                  <a:close/>
                  <a:moveTo>
                    <a:pt x="209940" y="186108"/>
                  </a:moveTo>
                  <a:cubicBezTo>
                    <a:pt x="228240" y="186108"/>
                    <a:pt x="243075" y="200943"/>
                    <a:pt x="243075" y="219243"/>
                  </a:cubicBezTo>
                  <a:cubicBezTo>
                    <a:pt x="243075" y="237542"/>
                    <a:pt x="228240" y="252377"/>
                    <a:pt x="209940" y="252377"/>
                  </a:cubicBezTo>
                  <a:cubicBezTo>
                    <a:pt x="191641" y="252377"/>
                    <a:pt x="176806" y="237542"/>
                    <a:pt x="176806" y="219243"/>
                  </a:cubicBezTo>
                  <a:cubicBezTo>
                    <a:pt x="176806" y="200943"/>
                    <a:pt x="191641" y="186108"/>
                    <a:pt x="209940" y="186108"/>
                  </a:cubicBezTo>
                  <a:close/>
                  <a:moveTo>
                    <a:pt x="486059" y="108794"/>
                  </a:moveTo>
                  <a:cubicBezTo>
                    <a:pt x="534859" y="108794"/>
                    <a:pt x="574419" y="158243"/>
                    <a:pt x="574419" y="219243"/>
                  </a:cubicBezTo>
                  <a:cubicBezTo>
                    <a:pt x="574419" y="280242"/>
                    <a:pt x="534859" y="329691"/>
                    <a:pt x="486059" y="329691"/>
                  </a:cubicBezTo>
                  <a:cubicBezTo>
                    <a:pt x="437261" y="329691"/>
                    <a:pt x="397701" y="280242"/>
                    <a:pt x="397701" y="219243"/>
                  </a:cubicBezTo>
                  <a:cubicBezTo>
                    <a:pt x="397701" y="158243"/>
                    <a:pt x="437261" y="108794"/>
                    <a:pt x="486059" y="108794"/>
                  </a:cubicBezTo>
                  <a:close/>
                  <a:moveTo>
                    <a:pt x="132460" y="0"/>
                  </a:moveTo>
                  <a:lnTo>
                    <a:pt x="972245" y="0"/>
                  </a:lnTo>
                  <a:lnTo>
                    <a:pt x="972245" y="44106"/>
                  </a:lnTo>
                  <a:lnTo>
                    <a:pt x="972243" y="44106"/>
                  </a:lnTo>
                  <a:lnTo>
                    <a:pt x="972243" y="395908"/>
                  </a:lnTo>
                  <a:cubicBezTo>
                    <a:pt x="972243" y="395908"/>
                    <a:pt x="972685" y="415644"/>
                    <a:pt x="960391" y="427994"/>
                  </a:cubicBezTo>
                  <a:cubicBezTo>
                    <a:pt x="948096" y="440345"/>
                    <a:pt x="927531" y="439959"/>
                    <a:pt x="927531" y="439959"/>
                  </a:cubicBezTo>
                  <a:lnTo>
                    <a:pt x="868407" y="439959"/>
                  </a:lnTo>
                  <a:lnTo>
                    <a:pt x="617247" y="439959"/>
                  </a:lnTo>
                  <a:lnTo>
                    <a:pt x="86587" y="439959"/>
                  </a:lnTo>
                  <a:lnTo>
                    <a:pt x="86587" y="395853"/>
                  </a:lnTo>
                  <a:lnTo>
                    <a:pt x="617247" y="395853"/>
                  </a:lnTo>
                  <a:lnTo>
                    <a:pt x="928137" y="395853"/>
                  </a:lnTo>
                  <a:lnTo>
                    <a:pt x="928137" y="44106"/>
                  </a:lnTo>
                  <a:lnTo>
                    <a:pt x="354997" y="44106"/>
                  </a:lnTo>
                  <a:lnTo>
                    <a:pt x="354997" y="44108"/>
                  </a:lnTo>
                  <a:lnTo>
                    <a:pt x="44106" y="44108"/>
                  </a:lnTo>
                  <a:lnTo>
                    <a:pt x="44106" y="118089"/>
                  </a:lnTo>
                  <a:lnTo>
                    <a:pt x="44107" y="118089"/>
                  </a:lnTo>
                  <a:lnTo>
                    <a:pt x="44107" y="359037"/>
                  </a:lnTo>
                  <a:lnTo>
                    <a:pt x="1" y="359037"/>
                  </a:lnTo>
                  <a:lnTo>
                    <a:pt x="1" y="185712"/>
                  </a:lnTo>
                  <a:lnTo>
                    <a:pt x="1" y="118089"/>
                  </a:lnTo>
                  <a:lnTo>
                    <a:pt x="1" y="44052"/>
                  </a:lnTo>
                  <a:cubicBezTo>
                    <a:pt x="1" y="44052"/>
                    <a:pt x="-441" y="24316"/>
                    <a:pt x="11853" y="11966"/>
                  </a:cubicBezTo>
                  <a:cubicBezTo>
                    <a:pt x="24148" y="-384"/>
                    <a:pt x="44712" y="1"/>
                    <a:pt x="44712" y="1"/>
                  </a:cubicBezTo>
                  <a:lnTo>
                    <a:pt x="132460" y="1"/>
                  </a:lnTo>
                  <a:close/>
                </a:path>
              </a:pathLst>
            </a:custGeom>
            <a:solidFill>
              <a:schemeClr val="accent2"/>
            </a:solidFill>
            <a:ln w="13692" cap="flat">
              <a:noFill/>
              <a:prstDash val="solid"/>
              <a:miter/>
            </a:ln>
          </p:spPr>
          <p:txBody>
            <a:bodyPr wrap="square" rtlCol="0" anchor="ctr">
              <a:noAutofit/>
            </a:bodyPr>
            <a:lstStyle/>
            <a:p>
              <a:endParaRPr lang="en-US" dirty="0"/>
            </a:p>
          </p:txBody>
        </p:sp>
        <p:sp>
          <p:nvSpPr>
            <p:cNvPr id="1672" name="Rectangle 1671">
              <a:extLst>
                <a:ext uri="{FF2B5EF4-FFF2-40B4-BE49-F238E27FC236}">
                  <a16:creationId xmlns:a16="http://schemas.microsoft.com/office/drawing/2014/main" id="{5B8B8E38-46BF-05F8-3725-A5EA2FA5800C}"/>
                </a:ext>
                <a:ext uri="{C183D7F6-B498-43B3-948B-1728B52AA6E4}">
                  <adec:decorative xmlns:adec="http://schemas.microsoft.com/office/drawing/2017/decorative" val="1"/>
                </a:ext>
              </a:extLst>
            </p:cNvPr>
            <p:cNvSpPr/>
            <p:nvPr/>
          </p:nvSpPr>
          <p:spPr>
            <a:xfrm>
              <a:off x="9792812" y="3271782"/>
              <a:ext cx="46997" cy="46997"/>
            </a:xfrm>
            <a:prstGeom prst="rect">
              <a:avLst/>
            </a:pr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01" name="Group 900">
            <a:extLst>
              <a:ext uri="{FF2B5EF4-FFF2-40B4-BE49-F238E27FC236}">
                <a16:creationId xmlns:a16="http://schemas.microsoft.com/office/drawing/2014/main" id="{EF8A5919-3729-0F57-8D7E-317E3BB18A1A}"/>
              </a:ext>
              <a:ext uri="{C183D7F6-B498-43B3-948B-1728B52AA6E4}">
                <adec:decorative xmlns:adec="http://schemas.microsoft.com/office/drawing/2017/decorative" val="1"/>
              </a:ext>
            </a:extLst>
          </p:cNvPr>
          <p:cNvGrpSpPr>
            <a:grpSpLocks noChangeAspect="1"/>
          </p:cNvGrpSpPr>
          <p:nvPr/>
        </p:nvGrpSpPr>
        <p:grpSpPr>
          <a:xfrm>
            <a:off x="10697945" y="2930159"/>
            <a:ext cx="233900" cy="457200"/>
            <a:chOff x="10697945" y="2930159"/>
            <a:chExt cx="233900" cy="457200"/>
          </a:xfrm>
          <a:solidFill>
            <a:srgbClr val="FF0000"/>
          </a:solidFill>
        </p:grpSpPr>
        <p:sp>
          <p:nvSpPr>
            <p:cNvPr id="1681" name="Freeform: Shape 1680">
              <a:extLst>
                <a:ext uri="{FF2B5EF4-FFF2-40B4-BE49-F238E27FC236}">
                  <a16:creationId xmlns:a16="http://schemas.microsoft.com/office/drawing/2014/main" id="{4B76CF21-29CB-0715-278C-2C84463F6A60}"/>
                </a:ext>
                <a:ext uri="{C183D7F6-B498-43B3-948B-1728B52AA6E4}">
                  <adec:decorative xmlns:adec="http://schemas.microsoft.com/office/drawing/2017/decorative" val="1"/>
                </a:ext>
              </a:extLst>
            </p:cNvPr>
            <p:cNvSpPr/>
            <p:nvPr/>
          </p:nvSpPr>
          <p:spPr>
            <a:xfrm>
              <a:off x="10697945" y="2972447"/>
              <a:ext cx="233900" cy="408156"/>
            </a:xfrm>
            <a:custGeom>
              <a:avLst/>
              <a:gdLst>
                <a:gd name="connsiteX0" fmla="*/ 2757714 w 5515428"/>
                <a:gd name="connsiteY0" fmla="*/ 1608607 h 9624456"/>
                <a:gd name="connsiteX1" fmla="*/ 2333272 w 5515428"/>
                <a:gd name="connsiteY1" fmla="*/ 2033049 h 9624456"/>
                <a:gd name="connsiteX2" fmla="*/ 2757714 w 5515428"/>
                <a:gd name="connsiteY2" fmla="*/ 2457491 h 9624456"/>
                <a:gd name="connsiteX3" fmla="*/ 3182156 w 5515428"/>
                <a:gd name="connsiteY3" fmla="*/ 2033049 h 9624456"/>
                <a:gd name="connsiteX4" fmla="*/ 2757714 w 5515428"/>
                <a:gd name="connsiteY4" fmla="*/ 1608607 h 9624456"/>
                <a:gd name="connsiteX5" fmla="*/ 2757714 w 5515428"/>
                <a:gd name="connsiteY5" fmla="*/ 1349787 h 9624456"/>
                <a:gd name="connsiteX6" fmla="*/ 3440976 w 5515428"/>
                <a:gd name="connsiteY6" fmla="*/ 2033049 h 9624456"/>
                <a:gd name="connsiteX7" fmla="*/ 2757714 w 5515428"/>
                <a:gd name="connsiteY7" fmla="*/ 2716311 h 9624456"/>
                <a:gd name="connsiteX8" fmla="*/ 2074452 w 5515428"/>
                <a:gd name="connsiteY8" fmla="*/ 2033049 h 9624456"/>
                <a:gd name="connsiteX9" fmla="*/ 2757714 w 5515428"/>
                <a:gd name="connsiteY9" fmla="*/ 1349787 h 9624456"/>
                <a:gd name="connsiteX10" fmla="*/ 4082397 w 5515428"/>
                <a:gd name="connsiteY10" fmla="*/ 1199911 h 9624456"/>
                <a:gd name="connsiteX11" fmla="*/ 5363600 w 5515428"/>
                <a:gd name="connsiteY11" fmla="*/ 2481115 h 9624456"/>
                <a:gd name="connsiteX12" fmla="*/ 5356570 w 5515428"/>
                <a:gd name="connsiteY12" fmla="*/ 2488144 h 9624456"/>
                <a:gd name="connsiteX13" fmla="*/ 5375971 w 5515428"/>
                <a:gd name="connsiteY13" fmla="*/ 2509509 h 9624456"/>
                <a:gd name="connsiteX14" fmla="*/ 5515428 w 5515428"/>
                <a:gd name="connsiteY14" fmla="*/ 2966030 h 9624456"/>
                <a:gd name="connsiteX15" fmla="*/ 5515428 w 5515428"/>
                <a:gd name="connsiteY15" fmla="*/ 4901063 h 9624456"/>
                <a:gd name="connsiteX16" fmla="*/ 5515428 w 5515428"/>
                <a:gd name="connsiteY16" fmla="*/ 7689435 h 9624456"/>
                <a:gd name="connsiteX17" fmla="*/ 5515428 w 5515428"/>
                <a:gd name="connsiteY17" fmla="*/ 9624455 h 9624456"/>
                <a:gd name="connsiteX18" fmla="*/ 5376134 w 5515428"/>
                <a:gd name="connsiteY18" fmla="*/ 9624455 h 9624456"/>
                <a:gd name="connsiteX19" fmla="*/ 5376134 w 5515428"/>
                <a:gd name="connsiteY19" fmla="*/ 9624456 h 9624456"/>
                <a:gd name="connsiteX20" fmla="*/ 3580196 w 5515428"/>
                <a:gd name="connsiteY20" fmla="*/ 9624456 h 9624456"/>
                <a:gd name="connsiteX21" fmla="*/ 3580196 w 5515428"/>
                <a:gd name="connsiteY21" fmla="*/ 9071582 h 9624456"/>
                <a:gd name="connsiteX22" fmla="*/ 4962555 w 5515428"/>
                <a:gd name="connsiteY22" fmla="*/ 9071582 h 9624456"/>
                <a:gd name="connsiteX23" fmla="*/ 4962555 w 5515428"/>
                <a:gd name="connsiteY23" fmla="*/ 7689435 h 9624456"/>
                <a:gd name="connsiteX24" fmla="*/ 4962555 w 5515428"/>
                <a:gd name="connsiteY24" fmla="*/ 4137759 h 9624456"/>
                <a:gd name="connsiteX25" fmla="*/ 4962555 w 5515428"/>
                <a:gd name="connsiteY25" fmla="*/ 2861947 h 9624456"/>
                <a:gd name="connsiteX26" fmla="*/ 3741667 w 5515428"/>
                <a:gd name="connsiteY26" fmla="*/ 1641059 h 9624456"/>
                <a:gd name="connsiteX27" fmla="*/ 3915809 w 5515428"/>
                <a:gd name="connsiteY27" fmla="*/ 1490295 h 9624456"/>
                <a:gd name="connsiteX28" fmla="*/ 2752623 w 5515428"/>
                <a:gd name="connsiteY28" fmla="*/ 0 h 9624456"/>
                <a:gd name="connsiteX29" fmla="*/ 2951007 w 5515428"/>
                <a:gd name="connsiteY29" fmla="*/ 82181 h 9624456"/>
                <a:gd name="connsiteX30" fmla="*/ 2957837 w 5515428"/>
                <a:gd name="connsiteY30" fmla="*/ 75351 h 9624456"/>
                <a:gd name="connsiteX31" fmla="*/ 3891055 w 5515428"/>
                <a:gd name="connsiteY31" fmla="*/ 1008569 h 9624456"/>
                <a:gd name="connsiteX32" fmla="*/ 3711359 w 5515428"/>
                <a:gd name="connsiteY32" fmla="*/ 1321769 h 9624456"/>
                <a:gd name="connsiteX33" fmla="*/ 3556479 w 5515428"/>
                <a:gd name="connsiteY33" fmla="*/ 1455872 h 9624456"/>
                <a:gd name="connsiteX34" fmla="*/ 2752273 w 5515428"/>
                <a:gd name="connsiteY34" fmla="*/ 651666 h 9624456"/>
                <a:gd name="connsiteX35" fmla="*/ 552874 w 5515428"/>
                <a:gd name="connsiteY35" fmla="*/ 2851077 h 9624456"/>
                <a:gd name="connsiteX36" fmla="*/ 552874 w 5515428"/>
                <a:gd name="connsiteY36" fmla="*/ 4137759 h 9624456"/>
                <a:gd name="connsiteX37" fmla="*/ 552874 w 5515428"/>
                <a:gd name="connsiteY37" fmla="*/ 7689435 h 9624456"/>
                <a:gd name="connsiteX38" fmla="*/ 552874 w 5515428"/>
                <a:gd name="connsiteY38" fmla="*/ 9071582 h 9624456"/>
                <a:gd name="connsiteX39" fmla="*/ 1922124 w 5515428"/>
                <a:gd name="connsiteY39" fmla="*/ 9071582 h 9624456"/>
                <a:gd name="connsiteX40" fmla="*/ 1922124 w 5515428"/>
                <a:gd name="connsiteY40" fmla="*/ 9624456 h 9624456"/>
                <a:gd name="connsiteX41" fmla="*/ 549596 w 5515428"/>
                <a:gd name="connsiteY41" fmla="*/ 9624456 h 9624456"/>
                <a:gd name="connsiteX42" fmla="*/ 549596 w 5515428"/>
                <a:gd name="connsiteY42" fmla="*/ 9623794 h 9624456"/>
                <a:gd name="connsiteX43" fmla="*/ 498699 w 5515428"/>
                <a:gd name="connsiteY43" fmla="*/ 9613523 h 9624456"/>
                <a:gd name="connsiteX44" fmla="*/ 0 w 5515428"/>
                <a:gd name="connsiteY44" fmla="*/ 8861164 h 9624456"/>
                <a:gd name="connsiteX45" fmla="*/ 0 w 5515428"/>
                <a:gd name="connsiteY45" fmla="*/ 7689435 h 9624456"/>
                <a:gd name="connsiteX46" fmla="*/ 0 w 5515428"/>
                <a:gd name="connsiteY46" fmla="*/ 4137759 h 9624456"/>
                <a:gd name="connsiteX47" fmla="*/ 0 w 5515428"/>
                <a:gd name="connsiteY47" fmla="*/ 2966030 h 9624456"/>
                <a:gd name="connsiteX48" fmla="*/ 139444 w 5515428"/>
                <a:gd name="connsiteY48" fmla="*/ 2509509 h 9624456"/>
                <a:gd name="connsiteX49" fmla="*/ 167363 w 5515428"/>
                <a:gd name="connsiteY49" fmla="*/ 2478788 h 9624456"/>
                <a:gd name="connsiteX50" fmla="*/ 155317 w 5515428"/>
                <a:gd name="connsiteY50" fmla="*/ 2466742 h 9624456"/>
                <a:gd name="connsiteX51" fmla="*/ 2546722 w 5515428"/>
                <a:gd name="connsiteY51" fmla="*/ 75351 h 9624456"/>
                <a:gd name="connsiteX52" fmla="*/ 2553739 w 5515428"/>
                <a:gd name="connsiteY52" fmla="*/ 82381 h 962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515428" h="9624456">
                  <a:moveTo>
                    <a:pt x="2757714" y="1608607"/>
                  </a:moveTo>
                  <a:cubicBezTo>
                    <a:pt x="2523301" y="1608607"/>
                    <a:pt x="2333272" y="1798636"/>
                    <a:pt x="2333272" y="2033049"/>
                  </a:cubicBezTo>
                  <a:cubicBezTo>
                    <a:pt x="2333272" y="2267462"/>
                    <a:pt x="2523301" y="2457491"/>
                    <a:pt x="2757714" y="2457491"/>
                  </a:cubicBezTo>
                  <a:cubicBezTo>
                    <a:pt x="2992127" y="2457491"/>
                    <a:pt x="3182156" y="2267462"/>
                    <a:pt x="3182156" y="2033049"/>
                  </a:cubicBezTo>
                  <a:cubicBezTo>
                    <a:pt x="3182156" y="1798636"/>
                    <a:pt x="2992127" y="1608607"/>
                    <a:pt x="2757714" y="1608607"/>
                  </a:cubicBezTo>
                  <a:close/>
                  <a:moveTo>
                    <a:pt x="2757714" y="1349787"/>
                  </a:moveTo>
                  <a:cubicBezTo>
                    <a:pt x="3135069" y="1349787"/>
                    <a:pt x="3440976" y="1655694"/>
                    <a:pt x="3440976" y="2033049"/>
                  </a:cubicBezTo>
                  <a:cubicBezTo>
                    <a:pt x="3440976" y="2410405"/>
                    <a:pt x="3135069" y="2716311"/>
                    <a:pt x="2757714" y="2716311"/>
                  </a:cubicBezTo>
                  <a:cubicBezTo>
                    <a:pt x="2380359" y="2716311"/>
                    <a:pt x="2074452" y="2410405"/>
                    <a:pt x="2074452" y="2033049"/>
                  </a:cubicBezTo>
                  <a:cubicBezTo>
                    <a:pt x="2074452" y="1655694"/>
                    <a:pt x="2380359" y="1349787"/>
                    <a:pt x="2757714" y="1349787"/>
                  </a:cubicBezTo>
                  <a:close/>
                  <a:moveTo>
                    <a:pt x="4082397" y="1199911"/>
                  </a:moveTo>
                  <a:lnTo>
                    <a:pt x="5363600" y="2481115"/>
                  </a:lnTo>
                  <a:lnTo>
                    <a:pt x="5356570" y="2488144"/>
                  </a:lnTo>
                  <a:lnTo>
                    <a:pt x="5375971" y="2509509"/>
                  </a:lnTo>
                  <a:cubicBezTo>
                    <a:pt x="5464018" y="2639822"/>
                    <a:pt x="5515428" y="2796928"/>
                    <a:pt x="5515428" y="2966030"/>
                  </a:cubicBezTo>
                  <a:lnTo>
                    <a:pt x="5515428" y="4901063"/>
                  </a:lnTo>
                  <a:lnTo>
                    <a:pt x="5515428" y="7689435"/>
                  </a:lnTo>
                  <a:lnTo>
                    <a:pt x="5515428" y="9624455"/>
                  </a:lnTo>
                  <a:lnTo>
                    <a:pt x="5376134" y="9624455"/>
                  </a:lnTo>
                  <a:lnTo>
                    <a:pt x="5376134" y="9624456"/>
                  </a:lnTo>
                  <a:lnTo>
                    <a:pt x="3580196" y="9624456"/>
                  </a:lnTo>
                  <a:lnTo>
                    <a:pt x="3580196" y="9071582"/>
                  </a:lnTo>
                  <a:lnTo>
                    <a:pt x="4962555" y="9071582"/>
                  </a:lnTo>
                  <a:lnTo>
                    <a:pt x="4962555" y="7689435"/>
                  </a:lnTo>
                  <a:lnTo>
                    <a:pt x="4962555" y="4137759"/>
                  </a:lnTo>
                  <a:lnTo>
                    <a:pt x="4962555" y="2861947"/>
                  </a:lnTo>
                  <a:lnTo>
                    <a:pt x="3741667" y="1641059"/>
                  </a:lnTo>
                  <a:lnTo>
                    <a:pt x="3915809" y="1490295"/>
                  </a:lnTo>
                  <a:close/>
                  <a:moveTo>
                    <a:pt x="2752623" y="0"/>
                  </a:moveTo>
                  <a:lnTo>
                    <a:pt x="2951007" y="82181"/>
                  </a:lnTo>
                  <a:lnTo>
                    <a:pt x="2957837" y="75351"/>
                  </a:lnTo>
                  <a:lnTo>
                    <a:pt x="3891055" y="1008569"/>
                  </a:lnTo>
                  <a:lnTo>
                    <a:pt x="3711359" y="1321769"/>
                  </a:lnTo>
                  <a:lnTo>
                    <a:pt x="3556479" y="1455872"/>
                  </a:lnTo>
                  <a:lnTo>
                    <a:pt x="2752273" y="651666"/>
                  </a:lnTo>
                  <a:lnTo>
                    <a:pt x="552874" y="2851077"/>
                  </a:lnTo>
                  <a:lnTo>
                    <a:pt x="552874" y="4137759"/>
                  </a:lnTo>
                  <a:lnTo>
                    <a:pt x="552874" y="7689435"/>
                  </a:lnTo>
                  <a:lnTo>
                    <a:pt x="552874" y="9071582"/>
                  </a:lnTo>
                  <a:lnTo>
                    <a:pt x="1922124" y="9071582"/>
                  </a:lnTo>
                  <a:lnTo>
                    <a:pt x="1922124" y="9624456"/>
                  </a:lnTo>
                  <a:lnTo>
                    <a:pt x="549596" y="9624456"/>
                  </a:lnTo>
                  <a:lnTo>
                    <a:pt x="549596" y="9623794"/>
                  </a:lnTo>
                  <a:lnTo>
                    <a:pt x="498699" y="9613523"/>
                  </a:lnTo>
                  <a:cubicBezTo>
                    <a:pt x="205639" y="9489564"/>
                    <a:pt x="0" y="9199380"/>
                    <a:pt x="0" y="8861164"/>
                  </a:cubicBezTo>
                  <a:lnTo>
                    <a:pt x="0" y="7689435"/>
                  </a:lnTo>
                  <a:lnTo>
                    <a:pt x="0" y="4137759"/>
                  </a:lnTo>
                  <a:lnTo>
                    <a:pt x="0" y="2966030"/>
                  </a:lnTo>
                  <a:cubicBezTo>
                    <a:pt x="0" y="2796928"/>
                    <a:pt x="51410" y="2639822"/>
                    <a:pt x="139444" y="2509509"/>
                  </a:cubicBezTo>
                  <a:lnTo>
                    <a:pt x="167363" y="2478788"/>
                  </a:lnTo>
                  <a:lnTo>
                    <a:pt x="155317" y="2466742"/>
                  </a:lnTo>
                  <a:lnTo>
                    <a:pt x="2546722" y="75351"/>
                  </a:lnTo>
                  <a:lnTo>
                    <a:pt x="2553739" y="82381"/>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1682" name="Freeform: Shape 1681">
              <a:extLst>
                <a:ext uri="{FF2B5EF4-FFF2-40B4-BE49-F238E27FC236}">
                  <a16:creationId xmlns:a16="http://schemas.microsoft.com/office/drawing/2014/main" id="{C1C794C0-E83B-C559-1D4A-33AAB853F0C6}"/>
                </a:ext>
                <a:ext uri="{C183D7F6-B498-43B3-948B-1728B52AA6E4}">
                  <adec:decorative xmlns:adec="http://schemas.microsoft.com/office/drawing/2017/decorative" val="1"/>
                </a:ext>
              </a:extLst>
            </p:cNvPr>
            <p:cNvSpPr/>
            <p:nvPr/>
          </p:nvSpPr>
          <p:spPr>
            <a:xfrm>
              <a:off x="10749779" y="2930159"/>
              <a:ext cx="128953" cy="457200"/>
            </a:xfrm>
            <a:custGeom>
              <a:avLst/>
              <a:gdLst>
                <a:gd name="connsiteX0" fmla="*/ 1120007 w 3040743"/>
                <a:gd name="connsiteY0" fmla="*/ 9950000 h 10780918"/>
                <a:gd name="connsiteX1" fmla="*/ 1950925 w 3040743"/>
                <a:gd name="connsiteY1" fmla="*/ 9950000 h 10780918"/>
                <a:gd name="connsiteX2" fmla="*/ 1950925 w 3040743"/>
                <a:gd name="connsiteY2" fmla="*/ 10780918 h 10780918"/>
                <a:gd name="connsiteX3" fmla="*/ 1120007 w 3040743"/>
                <a:gd name="connsiteY3" fmla="*/ 10780918 h 10780918"/>
                <a:gd name="connsiteX4" fmla="*/ 1331664 w 3040743"/>
                <a:gd name="connsiteY4" fmla="*/ 4600672 h 10780918"/>
                <a:gd name="connsiteX5" fmla="*/ 1850871 w 3040743"/>
                <a:gd name="connsiteY5" fmla="*/ 4600672 h 10780918"/>
                <a:gd name="connsiteX6" fmla="*/ 1850871 w 3040743"/>
                <a:gd name="connsiteY6" fmla="*/ 5066503 h 10780918"/>
                <a:gd name="connsiteX7" fmla="*/ 2406467 w 3040743"/>
                <a:gd name="connsiteY7" fmla="*/ 5231484 h 10780918"/>
                <a:gd name="connsiteX8" fmla="*/ 2879576 w 3040743"/>
                <a:gd name="connsiteY8" fmla="*/ 5571151 h 10780918"/>
                <a:gd name="connsiteX9" fmla="*/ 2544760 w 3040743"/>
                <a:gd name="connsiteY9" fmla="*/ 5998162 h 10780918"/>
                <a:gd name="connsiteX10" fmla="*/ 2086212 w 3040743"/>
                <a:gd name="connsiteY10" fmla="*/ 5685182 h 10780918"/>
                <a:gd name="connsiteX11" fmla="*/ 1554875 w 3040743"/>
                <a:gd name="connsiteY11" fmla="*/ 5576004 h 10780918"/>
                <a:gd name="connsiteX12" fmla="*/ 1028389 w 3040743"/>
                <a:gd name="connsiteY12" fmla="*/ 5699740 h 10780918"/>
                <a:gd name="connsiteX13" fmla="*/ 831868 w 3040743"/>
                <a:gd name="connsiteY13" fmla="*/ 6017571 h 10780918"/>
                <a:gd name="connsiteX14" fmla="*/ 1018685 w 3040743"/>
                <a:gd name="connsiteY14" fmla="*/ 6323272 h 10780918"/>
                <a:gd name="connsiteX15" fmla="*/ 1642218 w 3040743"/>
                <a:gd name="connsiteY15" fmla="*/ 6444582 h 10780918"/>
                <a:gd name="connsiteX16" fmla="*/ 2649086 w 3040743"/>
                <a:gd name="connsiteY16" fmla="*/ 6711463 h 10780918"/>
                <a:gd name="connsiteX17" fmla="*/ 2957212 w 3040743"/>
                <a:gd name="connsiteY17" fmla="*/ 7405356 h 10780918"/>
                <a:gd name="connsiteX18" fmla="*/ 2656365 w 3040743"/>
                <a:gd name="connsiteY18" fmla="*/ 8084691 h 10780918"/>
                <a:gd name="connsiteX19" fmla="*/ 1850871 w 3040743"/>
                <a:gd name="connsiteY19" fmla="*/ 8429210 h 10780918"/>
                <a:gd name="connsiteX20" fmla="*/ 1850871 w 3040743"/>
                <a:gd name="connsiteY20" fmla="*/ 8982384 h 10780918"/>
                <a:gd name="connsiteX21" fmla="*/ 1331664 w 3040743"/>
                <a:gd name="connsiteY21" fmla="*/ 8982384 h 10780918"/>
                <a:gd name="connsiteX22" fmla="*/ 1331664 w 3040743"/>
                <a:gd name="connsiteY22" fmla="*/ 8429210 h 10780918"/>
                <a:gd name="connsiteX23" fmla="*/ 671739 w 3040743"/>
                <a:gd name="connsiteY23" fmla="*/ 8252097 h 10780918"/>
                <a:gd name="connsiteX24" fmla="*/ 113715 w 3040743"/>
                <a:gd name="connsiteY24" fmla="*/ 7861480 h 10780918"/>
                <a:gd name="connsiteX25" fmla="*/ 438827 w 3040743"/>
                <a:gd name="connsiteY25" fmla="*/ 7429618 h 10780918"/>
                <a:gd name="connsiteX26" fmla="*/ 1001702 w 3040743"/>
                <a:gd name="connsiteY26" fmla="*/ 7795973 h 10780918"/>
                <a:gd name="connsiteX27" fmla="*/ 1603399 w 3040743"/>
                <a:gd name="connsiteY27" fmla="*/ 7919708 h 10780918"/>
                <a:gd name="connsiteX28" fmla="*/ 2154144 w 3040743"/>
                <a:gd name="connsiteY28" fmla="*/ 7786269 h 10780918"/>
                <a:gd name="connsiteX29" fmla="*/ 2365222 w 3040743"/>
                <a:gd name="connsiteY29" fmla="*/ 7449027 h 10780918"/>
                <a:gd name="connsiteX30" fmla="*/ 2180831 w 3040743"/>
                <a:gd name="connsiteY30" fmla="*/ 7126342 h 10780918"/>
                <a:gd name="connsiteX31" fmla="*/ 1559728 w 3040743"/>
                <a:gd name="connsiteY31" fmla="*/ 6997753 h 10780918"/>
                <a:gd name="connsiteX32" fmla="*/ 548004 w 3040743"/>
                <a:gd name="connsiteY32" fmla="*/ 6730872 h 10780918"/>
                <a:gd name="connsiteX33" fmla="*/ 239878 w 3040743"/>
                <a:gd name="connsiteY33" fmla="*/ 6061244 h 10780918"/>
                <a:gd name="connsiteX34" fmla="*/ 538300 w 3040743"/>
                <a:gd name="connsiteY34" fmla="*/ 5394038 h 10780918"/>
                <a:gd name="connsiteX35" fmla="*/ 1331664 w 3040743"/>
                <a:gd name="connsiteY35" fmla="*/ 5061650 h 10780918"/>
                <a:gd name="connsiteX36" fmla="*/ 1520378 w 3040743"/>
                <a:gd name="connsiteY36" fmla="*/ 0 h 10780918"/>
                <a:gd name="connsiteX37" fmla="*/ 1826783 w 3040743"/>
                <a:gd name="connsiteY37" fmla="*/ 30889 h 10780918"/>
                <a:gd name="connsiteX38" fmla="*/ 1827814 w 3040743"/>
                <a:gd name="connsiteY38" fmla="*/ 31154 h 10780918"/>
                <a:gd name="connsiteX39" fmla="*/ 1954581 w 3040743"/>
                <a:gd name="connsiteY39" fmla="*/ 62912 h 10780918"/>
                <a:gd name="connsiteX40" fmla="*/ 1964087 w 3040743"/>
                <a:gd name="connsiteY40" fmla="*/ 66194 h 10780918"/>
                <a:gd name="connsiteX41" fmla="*/ 1972486 w 3040743"/>
                <a:gd name="connsiteY41" fmla="*/ 68353 h 10780918"/>
                <a:gd name="connsiteX42" fmla="*/ 2007999 w 3040743"/>
                <a:gd name="connsiteY42" fmla="*/ 81352 h 10780918"/>
                <a:gd name="connsiteX43" fmla="*/ 2077850 w 3040743"/>
                <a:gd name="connsiteY43" fmla="*/ 105463 h 10780918"/>
                <a:gd name="connsiteX44" fmla="*/ 2096338 w 3040743"/>
                <a:gd name="connsiteY44" fmla="*/ 113684 h 10780918"/>
                <a:gd name="connsiteX45" fmla="*/ 2112170 w 3040743"/>
                <a:gd name="connsiteY45" fmla="*/ 119479 h 10780918"/>
                <a:gd name="connsiteX46" fmla="*/ 2145790 w 3040743"/>
                <a:gd name="connsiteY46" fmla="*/ 135675 h 10780918"/>
                <a:gd name="connsiteX47" fmla="*/ 2196071 w 3040743"/>
                <a:gd name="connsiteY47" fmla="*/ 158034 h 10780918"/>
                <a:gd name="connsiteX48" fmla="*/ 2222955 w 3040743"/>
                <a:gd name="connsiteY48" fmla="*/ 172847 h 10780918"/>
                <a:gd name="connsiteX49" fmla="*/ 2245071 w 3040743"/>
                <a:gd name="connsiteY49" fmla="*/ 183501 h 10780918"/>
                <a:gd name="connsiteX50" fmla="*/ 2272195 w 3040743"/>
                <a:gd name="connsiteY50" fmla="*/ 199980 h 10780918"/>
                <a:gd name="connsiteX51" fmla="*/ 2308734 w 3040743"/>
                <a:gd name="connsiteY51" fmla="*/ 220113 h 10780918"/>
                <a:gd name="connsiteX52" fmla="*/ 2343553 w 3040743"/>
                <a:gd name="connsiteY52" fmla="*/ 243331 h 10780918"/>
                <a:gd name="connsiteX53" fmla="*/ 2370426 w 3040743"/>
                <a:gd name="connsiteY53" fmla="*/ 259656 h 10780918"/>
                <a:gd name="connsiteX54" fmla="*/ 2390099 w 3040743"/>
                <a:gd name="connsiteY54" fmla="*/ 274368 h 10780918"/>
                <a:gd name="connsiteX55" fmla="*/ 2415326 w 3040743"/>
                <a:gd name="connsiteY55" fmla="*/ 291189 h 10780918"/>
                <a:gd name="connsiteX56" fmla="*/ 2458114 w 3040743"/>
                <a:gd name="connsiteY56" fmla="*/ 325229 h 10780918"/>
                <a:gd name="connsiteX57" fmla="*/ 2487469 w 3040743"/>
                <a:gd name="connsiteY57" fmla="*/ 347180 h 10780918"/>
                <a:gd name="connsiteX58" fmla="*/ 2499836 w 3040743"/>
                <a:gd name="connsiteY58" fmla="*/ 358420 h 10780918"/>
                <a:gd name="connsiteX59" fmla="*/ 2515334 w 3040743"/>
                <a:gd name="connsiteY59" fmla="*/ 370750 h 10780918"/>
                <a:gd name="connsiteX60" fmla="*/ 2568201 w 3040743"/>
                <a:gd name="connsiteY60" fmla="*/ 420555 h 10780918"/>
                <a:gd name="connsiteX61" fmla="*/ 2595436 w 3040743"/>
                <a:gd name="connsiteY61" fmla="*/ 445307 h 10780918"/>
                <a:gd name="connsiteX62" fmla="*/ 2601156 w 3040743"/>
                <a:gd name="connsiteY62" fmla="*/ 451601 h 10780918"/>
                <a:gd name="connsiteX63" fmla="*/ 2608248 w 3040743"/>
                <a:gd name="connsiteY63" fmla="*/ 458283 h 10780918"/>
                <a:gd name="connsiteX64" fmla="*/ 2692778 w 3040743"/>
                <a:gd name="connsiteY64" fmla="*/ 552410 h 10780918"/>
                <a:gd name="connsiteX65" fmla="*/ 2693563 w 3040743"/>
                <a:gd name="connsiteY65" fmla="*/ 553275 h 10780918"/>
                <a:gd name="connsiteX66" fmla="*/ 2694293 w 3040743"/>
                <a:gd name="connsiteY66" fmla="*/ 554251 h 10780918"/>
                <a:gd name="connsiteX67" fmla="*/ 2770744 w 3040743"/>
                <a:gd name="connsiteY67" fmla="*/ 655218 h 10780918"/>
                <a:gd name="connsiteX68" fmla="*/ 2775948 w 3040743"/>
                <a:gd name="connsiteY68" fmla="*/ 663446 h 10780918"/>
                <a:gd name="connsiteX69" fmla="*/ 2781087 w 3040743"/>
                <a:gd name="connsiteY69" fmla="*/ 670318 h 10780918"/>
                <a:gd name="connsiteX70" fmla="*/ 2800285 w 3040743"/>
                <a:gd name="connsiteY70" fmla="*/ 701918 h 10780918"/>
                <a:gd name="connsiteX71" fmla="*/ 2839301 w 3040743"/>
                <a:gd name="connsiteY71" fmla="*/ 763597 h 10780918"/>
                <a:gd name="connsiteX72" fmla="*/ 2848458 w 3040743"/>
                <a:gd name="connsiteY72" fmla="*/ 781214 h 10780918"/>
                <a:gd name="connsiteX73" fmla="*/ 2857242 w 3040743"/>
                <a:gd name="connsiteY73" fmla="*/ 795672 h 10780918"/>
                <a:gd name="connsiteX74" fmla="*/ 2873291 w 3040743"/>
                <a:gd name="connsiteY74" fmla="*/ 828987 h 10780918"/>
                <a:gd name="connsiteX75" fmla="*/ 2898716 w 3040743"/>
                <a:gd name="connsiteY75" fmla="*/ 877901 h 10780918"/>
                <a:gd name="connsiteX76" fmla="*/ 2910429 w 3040743"/>
                <a:gd name="connsiteY76" fmla="*/ 906081 h 10780918"/>
                <a:gd name="connsiteX77" fmla="*/ 2921264 w 3040743"/>
                <a:gd name="connsiteY77" fmla="*/ 928573 h 10780918"/>
                <a:gd name="connsiteX78" fmla="*/ 2932222 w 3040743"/>
                <a:gd name="connsiteY78" fmla="*/ 958512 h 10780918"/>
                <a:gd name="connsiteX79" fmla="*/ 2948476 w 3040743"/>
                <a:gd name="connsiteY79" fmla="*/ 997617 h 10780918"/>
                <a:gd name="connsiteX80" fmla="*/ 2961250 w 3040743"/>
                <a:gd name="connsiteY80" fmla="*/ 1037821 h 10780918"/>
                <a:gd name="connsiteX81" fmla="*/ 2972390 w 3040743"/>
                <a:gd name="connsiteY81" fmla="*/ 1068258 h 10780918"/>
                <a:gd name="connsiteX82" fmla="*/ 2978627 w 3040743"/>
                <a:gd name="connsiteY82" fmla="*/ 1092514 h 10780918"/>
                <a:gd name="connsiteX83" fmla="*/ 2988070 w 3040743"/>
                <a:gd name="connsiteY83" fmla="*/ 1122234 h 10780918"/>
                <a:gd name="connsiteX84" fmla="*/ 3000304 w 3040743"/>
                <a:gd name="connsiteY84" fmla="*/ 1176818 h 10780918"/>
                <a:gd name="connsiteX85" fmla="*/ 3009855 w 3040743"/>
                <a:gd name="connsiteY85" fmla="*/ 1213960 h 10780918"/>
                <a:gd name="connsiteX86" fmla="*/ 3012470 w 3040743"/>
                <a:gd name="connsiteY86" fmla="*/ 1231095 h 10780918"/>
                <a:gd name="connsiteX87" fmla="*/ 3016985 w 3040743"/>
                <a:gd name="connsiteY87" fmla="*/ 1251240 h 10780918"/>
                <a:gd name="connsiteX88" fmla="*/ 3026975 w 3040743"/>
                <a:gd name="connsiteY88" fmla="*/ 1326134 h 10780918"/>
                <a:gd name="connsiteX89" fmla="*/ 3032894 w 3040743"/>
                <a:gd name="connsiteY89" fmla="*/ 1364918 h 10780918"/>
                <a:gd name="connsiteX90" fmla="*/ 3033348 w 3040743"/>
                <a:gd name="connsiteY90" fmla="*/ 1373919 h 10780918"/>
                <a:gd name="connsiteX91" fmla="*/ 3034709 w 3040743"/>
                <a:gd name="connsiteY91" fmla="*/ 1384123 h 10780918"/>
                <a:gd name="connsiteX92" fmla="*/ 3040645 w 3040743"/>
                <a:gd name="connsiteY92" fmla="*/ 1518416 h 10780918"/>
                <a:gd name="connsiteX93" fmla="*/ 3040743 w 3040743"/>
                <a:gd name="connsiteY93" fmla="*/ 1520365 h 10780918"/>
                <a:gd name="connsiteX94" fmla="*/ 3040649 w 3040743"/>
                <a:gd name="connsiteY94" fmla="*/ 1522230 h 10780918"/>
                <a:gd name="connsiteX95" fmla="*/ 3034709 w 3040743"/>
                <a:gd name="connsiteY95" fmla="*/ 1656619 h 10780918"/>
                <a:gd name="connsiteX96" fmla="*/ 3033348 w 3040743"/>
                <a:gd name="connsiteY96" fmla="*/ 1666827 h 10780918"/>
                <a:gd name="connsiteX97" fmla="*/ 3032894 w 3040743"/>
                <a:gd name="connsiteY97" fmla="*/ 1675813 h 10780918"/>
                <a:gd name="connsiteX98" fmla="*/ 3026983 w 3040743"/>
                <a:gd name="connsiteY98" fmla="*/ 1714544 h 10780918"/>
                <a:gd name="connsiteX99" fmla="*/ 3016985 w 3040743"/>
                <a:gd name="connsiteY99" fmla="*/ 1789502 h 10780918"/>
                <a:gd name="connsiteX100" fmla="*/ 3012467 w 3040743"/>
                <a:gd name="connsiteY100" fmla="*/ 1809658 h 10780918"/>
                <a:gd name="connsiteX101" fmla="*/ 3009855 w 3040743"/>
                <a:gd name="connsiteY101" fmla="*/ 1826772 h 10780918"/>
                <a:gd name="connsiteX102" fmla="*/ 3000316 w 3040743"/>
                <a:gd name="connsiteY102" fmla="*/ 1863873 h 10780918"/>
                <a:gd name="connsiteX103" fmla="*/ 2988070 w 3040743"/>
                <a:gd name="connsiteY103" fmla="*/ 1918508 h 10780918"/>
                <a:gd name="connsiteX104" fmla="*/ 2978618 w 3040743"/>
                <a:gd name="connsiteY104" fmla="*/ 1948255 h 10780918"/>
                <a:gd name="connsiteX105" fmla="*/ 2972390 w 3040743"/>
                <a:gd name="connsiteY105" fmla="*/ 1972478 h 10780918"/>
                <a:gd name="connsiteX106" fmla="*/ 2961267 w 3040743"/>
                <a:gd name="connsiteY106" fmla="*/ 2002867 h 10780918"/>
                <a:gd name="connsiteX107" fmla="*/ 2948476 w 3040743"/>
                <a:gd name="connsiteY107" fmla="*/ 2043125 h 10780918"/>
                <a:gd name="connsiteX108" fmla="*/ 2932194 w 3040743"/>
                <a:gd name="connsiteY108" fmla="*/ 2082297 h 10780918"/>
                <a:gd name="connsiteX109" fmla="*/ 2921262 w 3040743"/>
                <a:gd name="connsiteY109" fmla="*/ 2112165 h 10780918"/>
                <a:gd name="connsiteX110" fmla="*/ 2917396 w 3040743"/>
                <a:gd name="connsiteY110" fmla="*/ 2117899 h 10780918"/>
                <a:gd name="connsiteX111" fmla="*/ 2898716 w 3040743"/>
                <a:gd name="connsiteY111" fmla="*/ 2162841 h 10780918"/>
                <a:gd name="connsiteX112" fmla="*/ 1826777 w 3040743"/>
                <a:gd name="connsiteY112" fmla="*/ 3009848 h 10780918"/>
                <a:gd name="connsiteX113" fmla="*/ 1526007 w 3040743"/>
                <a:gd name="connsiteY113" fmla="*/ 3040167 h 10780918"/>
                <a:gd name="connsiteX114" fmla="*/ 1526007 w 3040743"/>
                <a:gd name="connsiteY114" fmla="*/ 3039594 h 10780918"/>
                <a:gd name="connsiteX115" fmla="*/ 1520378 w 3040743"/>
                <a:gd name="connsiteY115" fmla="*/ 3040730 h 10780918"/>
                <a:gd name="connsiteX116" fmla="*/ 1213971 w 3040743"/>
                <a:gd name="connsiteY116" fmla="*/ 3009847 h 10780918"/>
                <a:gd name="connsiteX117" fmla="*/ 1130239 w 3040743"/>
                <a:gd name="connsiteY117" fmla="*/ 2983854 h 10780918"/>
                <a:gd name="connsiteX118" fmla="*/ 1231583 w 3040743"/>
                <a:gd name="connsiteY118" fmla="*/ 2739176 h 10780918"/>
                <a:gd name="connsiteX119" fmla="*/ 1267357 w 3040743"/>
                <a:gd name="connsiteY119" fmla="*/ 2750284 h 10780918"/>
                <a:gd name="connsiteX120" fmla="*/ 1520378 w 3040743"/>
                <a:gd name="connsiteY120" fmla="*/ 2775801 h 10780918"/>
                <a:gd name="connsiteX121" fmla="*/ 1806459 w 3040743"/>
                <a:gd name="connsiteY121" fmla="*/ 2718037 h 10780918"/>
                <a:gd name="connsiteX122" fmla="*/ 1835591 w 3040743"/>
                <a:gd name="connsiteY122" fmla="*/ 2730108 h 10780918"/>
                <a:gd name="connsiteX123" fmla="*/ 1837317 w 3040743"/>
                <a:gd name="connsiteY123" fmla="*/ 2734274 h 10780918"/>
                <a:gd name="connsiteX124" fmla="*/ 1878911 w 3040743"/>
                <a:gd name="connsiteY124" fmla="*/ 2723854 h 10780918"/>
                <a:gd name="connsiteX125" fmla="*/ 2078321 w 3040743"/>
                <a:gd name="connsiteY125" fmla="*/ 2645309 h 10780918"/>
                <a:gd name="connsiteX126" fmla="*/ 2083059 w 3040743"/>
                <a:gd name="connsiteY126" fmla="*/ 2642698 h 10780918"/>
                <a:gd name="connsiteX127" fmla="*/ 2075891 w 3040743"/>
                <a:gd name="connsiteY127" fmla="*/ 2632066 h 10780918"/>
                <a:gd name="connsiteX128" fmla="*/ 2337130 w 3040743"/>
                <a:gd name="connsiteY128" fmla="*/ 2455935 h 10780918"/>
                <a:gd name="connsiteX129" fmla="*/ 2346351 w 3040743"/>
                <a:gd name="connsiteY129" fmla="*/ 2465155 h 10780918"/>
                <a:gd name="connsiteX130" fmla="*/ 2489116 w 3040743"/>
                <a:gd name="connsiteY130" fmla="*/ 2318941 h 10780918"/>
                <a:gd name="connsiteX131" fmla="*/ 2658526 w 3040743"/>
                <a:gd name="connsiteY131" fmla="*/ 2050884 h 10780918"/>
                <a:gd name="connsiteX132" fmla="*/ 2686184 w 3040743"/>
                <a:gd name="connsiteY132" fmla="*/ 1984344 h 10780918"/>
                <a:gd name="connsiteX133" fmla="*/ 2710164 w 3040743"/>
                <a:gd name="connsiteY133" fmla="*/ 1918828 h 10780918"/>
                <a:gd name="connsiteX134" fmla="*/ 2724515 w 3040743"/>
                <a:gd name="connsiteY134" fmla="*/ 1873661 h 10780918"/>
                <a:gd name="connsiteX135" fmla="*/ 2742414 w 3040743"/>
                <a:gd name="connsiteY135" fmla="*/ 1804047 h 10780918"/>
                <a:gd name="connsiteX136" fmla="*/ 2752456 w 3040743"/>
                <a:gd name="connsiteY136" fmla="*/ 1759243 h 10780918"/>
                <a:gd name="connsiteX137" fmla="*/ 2764448 w 3040743"/>
                <a:gd name="connsiteY137" fmla="*/ 1680661 h 10780918"/>
                <a:gd name="connsiteX138" fmla="*/ 2769695 w 3040743"/>
                <a:gd name="connsiteY138" fmla="*/ 1641325 h 10780918"/>
                <a:gd name="connsiteX139" fmla="*/ 2775744 w 3040743"/>
                <a:gd name="connsiteY139" fmla="*/ 1521519 h 10780918"/>
                <a:gd name="connsiteX140" fmla="*/ 2775794 w 3040743"/>
                <a:gd name="connsiteY140" fmla="*/ 1520371 h 10780918"/>
                <a:gd name="connsiteX141" fmla="*/ 2775739 w 3040743"/>
                <a:gd name="connsiteY141" fmla="*/ 1519128 h 10780918"/>
                <a:gd name="connsiteX142" fmla="*/ 2769694 w 3040743"/>
                <a:gd name="connsiteY142" fmla="*/ 1399413 h 10780918"/>
                <a:gd name="connsiteX143" fmla="*/ 2764448 w 3040743"/>
                <a:gd name="connsiteY143" fmla="*/ 1360080 h 10780918"/>
                <a:gd name="connsiteX144" fmla="*/ 2752452 w 3040743"/>
                <a:gd name="connsiteY144" fmla="*/ 1281481 h 10780918"/>
                <a:gd name="connsiteX145" fmla="*/ 2742420 w 3040743"/>
                <a:gd name="connsiteY145" fmla="*/ 1236723 h 10780918"/>
                <a:gd name="connsiteX146" fmla="*/ 2724507 w 3040743"/>
                <a:gd name="connsiteY146" fmla="*/ 1167056 h 10780918"/>
                <a:gd name="connsiteX147" fmla="*/ 2710165 w 3040743"/>
                <a:gd name="connsiteY147" fmla="*/ 1121918 h 10780918"/>
                <a:gd name="connsiteX148" fmla="*/ 2686192 w 3040743"/>
                <a:gd name="connsiteY148" fmla="*/ 1056418 h 10780918"/>
                <a:gd name="connsiteX149" fmla="*/ 2668195 w 3040743"/>
                <a:gd name="connsiteY149" fmla="*/ 1013121 h 10780918"/>
                <a:gd name="connsiteX150" fmla="*/ 2637541 w 3040743"/>
                <a:gd name="connsiteY150" fmla="*/ 949487 h 10780918"/>
                <a:gd name="connsiteX151" fmla="*/ 2617017 w 3040743"/>
                <a:gd name="connsiteY151" fmla="*/ 910003 h 10780918"/>
                <a:gd name="connsiteX152" fmla="*/ 2577288 w 3040743"/>
                <a:gd name="connsiteY152" fmla="*/ 844608 h 10780918"/>
                <a:gd name="connsiteX153" fmla="*/ 2557138 w 3040743"/>
                <a:gd name="connsiteY153" fmla="*/ 812754 h 10780918"/>
                <a:gd name="connsiteX154" fmla="*/ 2489924 w 3040743"/>
                <a:gd name="connsiteY154" fmla="*/ 722871 h 10780918"/>
                <a:gd name="connsiteX155" fmla="*/ 2489116 w 3040743"/>
                <a:gd name="connsiteY155" fmla="*/ 721803 h 10780918"/>
                <a:gd name="connsiteX156" fmla="*/ 2354500 w 3040743"/>
                <a:gd name="connsiteY156" fmla="*/ 583936 h 10780918"/>
                <a:gd name="connsiteX157" fmla="*/ 2333901 w 3040743"/>
                <a:gd name="connsiteY157" fmla="*/ 565214 h 10780918"/>
                <a:gd name="connsiteX158" fmla="*/ 2185347 w 3040743"/>
                <a:gd name="connsiteY158" fmla="*/ 456901 h 10780918"/>
                <a:gd name="connsiteX159" fmla="*/ 2141225 w 3040743"/>
                <a:gd name="connsiteY159" fmla="*/ 430097 h 10780918"/>
                <a:gd name="connsiteX160" fmla="*/ 2100490 w 3040743"/>
                <a:gd name="connsiteY160" fmla="*/ 407651 h 10780918"/>
                <a:gd name="connsiteX161" fmla="*/ 2036848 w 3040743"/>
                <a:gd name="connsiteY161" fmla="*/ 376993 h 10780918"/>
                <a:gd name="connsiteX162" fmla="*/ 1995952 w 3040743"/>
                <a:gd name="connsiteY162" fmla="*/ 358807 h 10780918"/>
                <a:gd name="connsiteX163" fmla="*/ 1923055 w 3040743"/>
                <a:gd name="connsiteY163" fmla="*/ 332127 h 10780918"/>
                <a:gd name="connsiteX164" fmla="*/ 1886761 w 3040743"/>
                <a:gd name="connsiteY164" fmla="*/ 319598 h 10780918"/>
                <a:gd name="connsiteX165" fmla="*/ 1774135 w 3040743"/>
                <a:gd name="connsiteY165" fmla="*/ 290639 h 10780918"/>
                <a:gd name="connsiteX166" fmla="*/ 1773378 w 3040743"/>
                <a:gd name="connsiteY166" fmla="*/ 290450 h 10780918"/>
                <a:gd name="connsiteX167" fmla="*/ 1526007 w 3040743"/>
                <a:gd name="connsiteY167" fmla="*/ 265513 h 10780918"/>
                <a:gd name="connsiteX168" fmla="*/ 1526007 w 3040743"/>
                <a:gd name="connsiteY168" fmla="*/ 265226 h 10780918"/>
                <a:gd name="connsiteX169" fmla="*/ 1520378 w 3040743"/>
                <a:gd name="connsiteY169" fmla="*/ 264942 h 10780918"/>
                <a:gd name="connsiteX170" fmla="*/ 264942 w 3040743"/>
                <a:gd name="connsiteY170" fmla="*/ 1520365 h 10780918"/>
                <a:gd name="connsiteX171" fmla="*/ 321380 w 3040743"/>
                <a:gd name="connsiteY171" fmla="*/ 1893692 h 10780918"/>
                <a:gd name="connsiteX172" fmla="*/ 380445 w 3040743"/>
                <a:gd name="connsiteY172" fmla="*/ 2016550 h 10780918"/>
                <a:gd name="connsiteX173" fmla="*/ 183987 w 3040743"/>
                <a:gd name="connsiteY173" fmla="*/ 2213008 h 10780918"/>
                <a:gd name="connsiteX174" fmla="*/ 68359 w 3040743"/>
                <a:gd name="connsiteY174" fmla="*/ 1972483 h 10780918"/>
                <a:gd name="connsiteX175" fmla="*/ 0 w 3040743"/>
                <a:gd name="connsiteY175" fmla="*/ 1520365 h 10780918"/>
                <a:gd name="connsiteX176" fmla="*/ 1520378 w 3040743"/>
                <a:gd name="connsiteY176" fmla="*/ 0 h 1078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3040743" h="10780918">
                  <a:moveTo>
                    <a:pt x="1120007" y="9950000"/>
                  </a:moveTo>
                  <a:lnTo>
                    <a:pt x="1950925" y="9950000"/>
                  </a:lnTo>
                  <a:lnTo>
                    <a:pt x="1950925" y="10780918"/>
                  </a:lnTo>
                  <a:lnTo>
                    <a:pt x="1120007" y="10780918"/>
                  </a:lnTo>
                  <a:close/>
                  <a:moveTo>
                    <a:pt x="1331664" y="4600672"/>
                  </a:moveTo>
                  <a:lnTo>
                    <a:pt x="1850871" y="4600672"/>
                  </a:lnTo>
                  <a:lnTo>
                    <a:pt x="1850871" y="5066503"/>
                  </a:lnTo>
                  <a:cubicBezTo>
                    <a:pt x="2051434" y="5092382"/>
                    <a:pt x="2236634" y="5147376"/>
                    <a:pt x="2406467" y="5231484"/>
                  </a:cubicBezTo>
                  <a:cubicBezTo>
                    <a:pt x="2576300" y="5315591"/>
                    <a:pt x="2734004" y="5428813"/>
                    <a:pt x="2879576" y="5571151"/>
                  </a:cubicBezTo>
                  <a:lnTo>
                    <a:pt x="2544760" y="5998162"/>
                  </a:lnTo>
                  <a:cubicBezTo>
                    <a:pt x="2408895" y="5862295"/>
                    <a:pt x="2256045" y="5757968"/>
                    <a:pt x="2086212" y="5685182"/>
                  </a:cubicBezTo>
                  <a:cubicBezTo>
                    <a:pt x="1916378" y="5612396"/>
                    <a:pt x="1739266" y="5576004"/>
                    <a:pt x="1554875" y="5576004"/>
                  </a:cubicBezTo>
                  <a:cubicBezTo>
                    <a:pt x="1334898" y="5576004"/>
                    <a:pt x="1159405" y="5617249"/>
                    <a:pt x="1028389" y="5699740"/>
                  </a:cubicBezTo>
                  <a:cubicBezTo>
                    <a:pt x="897375" y="5782230"/>
                    <a:pt x="831868" y="5888173"/>
                    <a:pt x="831868" y="6017571"/>
                  </a:cubicBezTo>
                  <a:cubicBezTo>
                    <a:pt x="831868" y="6156672"/>
                    <a:pt x="894141" y="6258573"/>
                    <a:pt x="1018685" y="6323272"/>
                  </a:cubicBezTo>
                  <a:cubicBezTo>
                    <a:pt x="1143231" y="6387971"/>
                    <a:pt x="1351073" y="6428407"/>
                    <a:pt x="1642218" y="6444582"/>
                  </a:cubicBezTo>
                  <a:cubicBezTo>
                    <a:pt x="2108045" y="6473697"/>
                    <a:pt x="2443670" y="6562658"/>
                    <a:pt x="2649086" y="6711463"/>
                  </a:cubicBezTo>
                  <a:cubicBezTo>
                    <a:pt x="2854505" y="6860269"/>
                    <a:pt x="2957212" y="7091568"/>
                    <a:pt x="2957212" y="7405356"/>
                  </a:cubicBezTo>
                  <a:cubicBezTo>
                    <a:pt x="2957212" y="7670621"/>
                    <a:pt x="2856931" y="7897066"/>
                    <a:pt x="2656365" y="8084691"/>
                  </a:cubicBezTo>
                  <a:cubicBezTo>
                    <a:pt x="2455799" y="8272317"/>
                    <a:pt x="2187301" y="8387156"/>
                    <a:pt x="1850871" y="8429210"/>
                  </a:cubicBezTo>
                  <a:lnTo>
                    <a:pt x="1850871" y="8982384"/>
                  </a:lnTo>
                  <a:lnTo>
                    <a:pt x="1331664" y="8982384"/>
                  </a:lnTo>
                  <a:lnTo>
                    <a:pt x="1331664" y="8429210"/>
                  </a:lnTo>
                  <a:cubicBezTo>
                    <a:pt x="1095516" y="8406567"/>
                    <a:pt x="875541" y="8347528"/>
                    <a:pt x="671739" y="8252097"/>
                  </a:cubicBezTo>
                  <a:cubicBezTo>
                    <a:pt x="467940" y="8156669"/>
                    <a:pt x="281932" y="8026463"/>
                    <a:pt x="113715" y="7861480"/>
                  </a:cubicBezTo>
                  <a:lnTo>
                    <a:pt x="438827" y="7429618"/>
                  </a:lnTo>
                  <a:cubicBezTo>
                    <a:pt x="619982" y="7591365"/>
                    <a:pt x="807606" y="7713483"/>
                    <a:pt x="1001702" y="7795973"/>
                  </a:cubicBezTo>
                  <a:cubicBezTo>
                    <a:pt x="1195797" y="7878463"/>
                    <a:pt x="1396363" y="7919708"/>
                    <a:pt x="1603399" y="7919708"/>
                  </a:cubicBezTo>
                  <a:cubicBezTo>
                    <a:pt x="1829843" y="7919708"/>
                    <a:pt x="2013426" y="7875229"/>
                    <a:pt x="2154144" y="7786269"/>
                  </a:cubicBezTo>
                  <a:cubicBezTo>
                    <a:pt x="2294862" y="7697308"/>
                    <a:pt x="2365222" y="7584894"/>
                    <a:pt x="2365222" y="7449027"/>
                  </a:cubicBezTo>
                  <a:cubicBezTo>
                    <a:pt x="2365222" y="7300221"/>
                    <a:pt x="2303760" y="7192660"/>
                    <a:pt x="2180831" y="7126342"/>
                  </a:cubicBezTo>
                  <a:cubicBezTo>
                    <a:pt x="2057905" y="7060027"/>
                    <a:pt x="1850871" y="7017165"/>
                    <a:pt x="1559728" y="6997753"/>
                  </a:cubicBezTo>
                  <a:cubicBezTo>
                    <a:pt x="1090662" y="6965404"/>
                    <a:pt x="753421" y="6876444"/>
                    <a:pt x="548004" y="6730872"/>
                  </a:cubicBezTo>
                  <a:cubicBezTo>
                    <a:pt x="342588" y="6585300"/>
                    <a:pt x="239878" y="6362092"/>
                    <a:pt x="239878" y="6061244"/>
                  </a:cubicBezTo>
                  <a:cubicBezTo>
                    <a:pt x="239878" y="5799213"/>
                    <a:pt x="339351" y="5576813"/>
                    <a:pt x="538300" y="5394038"/>
                  </a:cubicBezTo>
                  <a:cubicBezTo>
                    <a:pt x="737246" y="5211264"/>
                    <a:pt x="1001702" y="5100469"/>
                    <a:pt x="1331664" y="5061650"/>
                  </a:cubicBezTo>
                  <a:close/>
                  <a:moveTo>
                    <a:pt x="1520378" y="0"/>
                  </a:moveTo>
                  <a:cubicBezTo>
                    <a:pt x="1625337" y="0"/>
                    <a:pt x="1727811" y="10636"/>
                    <a:pt x="1826783" y="30889"/>
                  </a:cubicBezTo>
                  <a:lnTo>
                    <a:pt x="1827814" y="31154"/>
                  </a:lnTo>
                  <a:lnTo>
                    <a:pt x="1954581" y="62912"/>
                  </a:lnTo>
                  <a:lnTo>
                    <a:pt x="1964087" y="66194"/>
                  </a:lnTo>
                  <a:lnTo>
                    <a:pt x="1972486" y="68353"/>
                  </a:lnTo>
                  <a:lnTo>
                    <a:pt x="2007999" y="81352"/>
                  </a:lnTo>
                  <a:lnTo>
                    <a:pt x="2077850" y="105463"/>
                  </a:lnTo>
                  <a:lnTo>
                    <a:pt x="2096338" y="113684"/>
                  </a:lnTo>
                  <a:lnTo>
                    <a:pt x="2112170" y="119479"/>
                  </a:lnTo>
                  <a:lnTo>
                    <a:pt x="2145790" y="135675"/>
                  </a:lnTo>
                  <a:lnTo>
                    <a:pt x="2196071" y="158034"/>
                  </a:lnTo>
                  <a:lnTo>
                    <a:pt x="2222955" y="172847"/>
                  </a:lnTo>
                  <a:lnTo>
                    <a:pt x="2245071" y="183501"/>
                  </a:lnTo>
                  <a:lnTo>
                    <a:pt x="2272195" y="199980"/>
                  </a:lnTo>
                  <a:lnTo>
                    <a:pt x="2308734" y="220113"/>
                  </a:lnTo>
                  <a:lnTo>
                    <a:pt x="2343553" y="243331"/>
                  </a:lnTo>
                  <a:lnTo>
                    <a:pt x="2370426" y="259656"/>
                  </a:lnTo>
                  <a:lnTo>
                    <a:pt x="2390099" y="274368"/>
                  </a:lnTo>
                  <a:lnTo>
                    <a:pt x="2415326" y="291189"/>
                  </a:lnTo>
                  <a:lnTo>
                    <a:pt x="2458114" y="325229"/>
                  </a:lnTo>
                  <a:lnTo>
                    <a:pt x="2487469" y="347180"/>
                  </a:lnTo>
                  <a:lnTo>
                    <a:pt x="2499836" y="358420"/>
                  </a:lnTo>
                  <a:lnTo>
                    <a:pt x="2515334" y="370750"/>
                  </a:lnTo>
                  <a:lnTo>
                    <a:pt x="2568201" y="420555"/>
                  </a:lnTo>
                  <a:lnTo>
                    <a:pt x="2595436" y="445307"/>
                  </a:lnTo>
                  <a:lnTo>
                    <a:pt x="2601156" y="451601"/>
                  </a:lnTo>
                  <a:lnTo>
                    <a:pt x="2608248" y="458283"/>
                  </a:lnTo>
                  <a:lnTo>
                    <a:pt x="2692778" y="552410"/>
                  </a:lnTo>
                  <a:lnTo>
                    <a:pt x="2693563" y="553275"/>
                  </a:lnTo>
                  <a:lnTo>
                    <a:pt x="2694293" y="554251"/>
                  </a:lnTo>
                  <a:lnTo>
                    <a:pt x="2770744" y="655218"/>
                  </a:lnTo>
                  <a:lnTo>
                    <a:pt x="2775948" y="663446"/>
                  </a:lnTo>
                  <a:lnTo>
                    <a:pt x="2781087" y="670318"/>
                  </a:lnTo>
                  <a:lnTo>
                    <a:pt x="2800285" y="701918"/>
                  </a:lnTo>
                  <a:lnTo>
                    <a:pt x="2839301" y="763597"/>
                  </a:lnTo>
                  <a:lnTo>
                    <a:pt x="2848458" y="781214"/>
                  </a:lnTo>
                  <a:lnTo>
                    <a:pt x="2857242" y="795672"/>
                  </a:lnTo>
                  <a:lnTo>
                    <a:pt x="2873291" y="828987"/>
                  </a:lnTo>
                  <a:lnTo>
                    <a:pt x="2898716" y="877901"/>
                  </a:lnTo>
                  <a:lnTo>
                    <a:pt x="2910429" y="906081"/>
                  </a:lnTo>
                  <a:lnTo>
                    <a:pt x="2921264" y="928573"/>
                  </a:lnTo>
                  <a:lnTo>
                    <a:pt x="2932222" y="958512"/>
                  </a:lnTo>
                  <a:lnTo>
                    <a:pt x="2948476" y="997617"/>
                  </a:lnTo>
                  <a:lnTo>
                    <a:pt x="2961250" y="1037821"/>
                  </a:lnTo>
                  <a:lnTo>
                    <a:pt x="2972390" y="1068258"/>
                  </a:lnTo>
                  <a:lnTo>
                    <a:pt x="2978627" y="1092514"/>
                  </a:lnTo>
                  <a:lnTo>
                    <a:pt x="2988070" y="1122234"/>
                  </a:lnTo>
                  <a:lnTo>
                    <a:pt x="3000304" y="1176818"/>
                  </a:lnTo>
                  <a:lnTo>
                    <a:pt x="3009855" y="1213960"/>
                  </a:lnTo>
                  <a:lnTo>
                    <a:pt x="3012470" y="1231095"/>
                  </a:lnTo>
                  <a:lnTo>
                    <a:pt x="3016985" y="1251240"/>
                  </a:lnTo>
                  <a:lnTo>
                    <a:pt x="3026975" y="1326134"/>
                  </a:lnTo>
                  <a:lnTo>
                    <a:pt x="3032894" y="1364918"/>
                  </a:lnTo>
                  <a:lnTo>
                    <a:pt x="3033348" y="1373919"/>
                  </a:lnTo>
                  <a:lnTo>
                    <a:pt x="3034709" y="1384123"/>
                  </a:lnTo>
                  <a:lnTo>
                    <a:pt x="3040645" y="1518416"/>
                  </a:lnTo>
                  <a:lnTo>
                    <a:pt x="3040743" y="1520365"/>
                  </a:lnTo>
                  <a:lnTo>
                    <a:pt x="3040649" y="1522230"/>
                  </a:lnTo>
                  <a:lnTo>
                    <a:pt x="3034709" y="1656619"/>
                  </a:lnTo>
                  <a:lnTo>
                    <a:pt x="3033348" y="1666827"/>
                  </a:lnTo>
                  <a:lnTo>
                    <a:pt x="3032894" y="1675813"/>
                  </a:lnTo>
                  <a:lnTo>
                    <a:pt x="3026983" y="1714544"/>
                  </a:lnTo>
                  <a:lnTo>
                    <a:pt x="3016985" y="1789502"/>
                  </a:lnTo>
                  <a:lnTo>
                    <a:pt x="3012467" y="1809658"/>
                  </a:lnTo>
                  <a:lnTo>
                    <a:pt x="3009855" y="1826772"/>
                  </a:lnTo>
                  <a:lnTo>
                    <a:pt x="3000316" y="1863873"/>
                  </a:lnTo>
                  <a:lnTo>
                    <a:pt x="2988070" y="1918508"/>
                  </a:lnTo>
                  <a:lnTo>
                    <a:pt x="2978618" y="1948255"/>
                  </a:lnTo>
                  <a:lnTo>
                    <a:pt x="2972390" y="1972478"/>
                  </a:lnTo>
                  <a:lnTo>
                    <a:pt x="2961267" y="2002867"/>
                  </a:lnTo>
                  <a:lnTo>
                    <a:pt x="2948476" y="2043125"/>
                  </a:lnTo>
                  <a:lnTo>
                    <a:pt x="2932194" y="2082297"/>
                  </a:lnTo>
                  <a:lnTo>
                    <a:pt x="2921262" y="2112165"/>
                  </a:lnTo>
                  <a:lnTo>
                    <a:pt x="2917396" y="2117899"/>
                  </a:lnTo>
                  <a:lnTo>
                    <a:pt x="2898716" y="2162841"/>
                  </a:lnTo>
                  <a:cubicBezTo>
                    <a:pt x="2698249" y="2592191"/>
                    <a:pt x="2303079" y="2912383"/>
                    <a:pt x="1826777" y="3009848"/>
                  </a:cubicBezTo>
                  <a:lnTo>
                    <a:pt x="1526007" y="3040167"/>
                  </a:lnTo>
                  <a:lnTo>
                    <a:pt x="1526007" y="3039594"/>
                  </a:lnTo>
                  <a:lnTo>
                    <a:pt x="1520378" y="3040730"/>
                  </a:lnTo>
                  <a:cubicBezTo>
                    <a:pt x="1415419" y="3040730"/>
                    <a:pt x="1312938" y="3030098"/>
                    <a:pt x="1213971" y="3009847"/>
                  </a:cubicBezTo>
                  <a:lnTo>
                    <a:pt x="1130239" y="2983854"/>
                  </a:lnTo>
                  <a:lnTo>
                    <a:pt x="1231583" y="2739176"/>
                  </a:lnTo>
                  <a:lnTo>
                    <a:pt x="1267357" y="2750284"/>
                  </a:lnTo>
                  <a:cubicBezTo>
                    <a:pt x="1349087" y="2767008"/>
                    <a:pt x="1433707" y="2775801"/>
                    <a:pt x="1520378" y="2775801"/>
                  </a:cubicBezTo>
                  <a:lnTo>
                    <a:pt x="1806459" y="2718037"/>
                  </a:lnTo>
                  <a:lnTo>
                    <a:pt x="1835591" y="2730108"/>
                  </a:lnTo>
                  <a:lnTo>
                    <a:pt x="1837317" y="2734274"/>
                  </a:lnTo>
                  <a:lnTo>
                    <a:pt x="1878911" y="2723854"/>
                  </a:lnTo>
                  <a:cubicBezTo>
                    <a:pt x="1948066" y="2703283"/>
                    <a:pt x="2014724" y="2676913"/>
                    <a:pt x="2078321" y="2645309"/>
                  </a:cubicBezTo>
                  <a:lnTo>
                    <a:pt x="2083059" y="2642698"/>
                  </a:lnTo>
                  <a:lnTo>
                    <a:pt x="2075891" y="2632066"/>
                  </a:lnTo>
                  <a:lnTo>
                    <a:pt x="2337130" y="2455935"/>
                  </a:lnTo>
                  <a:lnTo>
                    <a:pt x="2346351" y="2465155"/>
                  </a:lnTo>
                  <a:lnTo>
                    <a:pt x="2489116" y="2318941"/>
                  </a:lnTo>
                  <a:cubicBezTo>
                    <a:pt x="2556276" y="2237561"/>
                    <a:pt x="2613381" y="2147575"/>
                    <a:pt x="2658526" y="2050884"/>
                  </a:cubicBezTo>
                  <a:lnTo>
                    <a:pt x="2686184" y="1984344"/>
                  </a:lnTo>
                  <a:lnTo>
                    <a:pt x="2710164" y="1918828"/>
                  </a:lnTo>
                  <a:lnTo>
                    <a:pt x="2724515" y="1873661"/>
                  </a:lnTo>
                  <a:lnTo>
                    <a:pt x="2742414" y="1804047"/>
                  </a:lnTo>
                  <a:lnTo>
                    <a:pt x="2752456" y="1759243"/>
                  </a:lnTo>
                  <a:lnTo>
                    <a:pt x="2764448" y="1680661"/>
                  </a:lnTo>
                  <a:lnTo>
                    <a:pt x="2769695" y="1641325"/>
                  </a:lnTo>
                  <a:lnTo>
                    <a:pt x="2775744" y="1521519"/>
                  </a:lnTo>
                  <a:lnTo>
                    <a:pt x="2775794" y="1520371"/>
                  </a:lnTo>
                  <a:lnTo>
                    <a:pt x="2775739" y="1519128"/>
                  </a:lnTo>
                  <a:lnTo>
                    <a:pt x="2769694" y="1399413"/>
                  </a:lnTo>
                  <a:lnTo>
                    <a:pt x="2764448" y="1360080"/>
                  </a:lnTo>
                  <a:lnTo>
                    <a:pt x="2752452" y="1281481"/>
                  </a:lnTo>
                  <a:lnTo>
                    <a:pt x="2742420" y="1236723"/>
                  </a:lnTo>
                  <a:lnTo>
                    <a:pt x="2724507" y="1167056"/>
                  </a:lnTo>
                  <a:lnTo>
                    <a:pt x="2710165" y="1121918"/>
                  </a:lnTo>
                  <a:lnTo>
                    <a:pt x="2686192" y="1056418"/>
                  </a:lnTo>
                  <a:lnTo>
                    <a:pt x="2668195" y="1013121"/>
                  </a:lnTo>
                  <a:lnTo>
                    <a:pt x="2637541" y="949487"/>
                  </a:lnTo>
                  <a:lnTo>
                    <a:pt x="2617017" y="910003"/>
                  </a:lnTo>
                  <a:lnTo>
                    <a:pt x="2577288" y="844608"/>
                  </a:lnTo>
                  <a:lnTo>
                    <a:pt x="2557138" y="812754"/>
                  </a:lnTo>
                  <a:lnTo>
                    <a:pt x="2489924" y="722871"/>
                  </a:lnTo>
                  <a:lnTo>
                    <a:pt x="2489116" y="721803"/>
                  </a:lnTo>
                  <a:lnTo>
                    <a:pt x="2354500" y="583936"/>
                  </a:lnTo>
                  <a:lnTo>
                    <a:pt x="2333901" y="565214"/>
                  </a:lnTo>
                  <a:lnTo>
                    <a:pt x="2185347" y="456901"/>
                  </a:lnTo>
                  <a:lnTo>
                    <a:pt x="2141225" y="430097"/>
                  </a:lnTo>
                  <a:lnTo>
                    <a:pt x="2100490" y="407651"/>
                  </a:lnTo>
                  <a:lnTo>
                    <a:pt x="2036848" y="376993"/>
                  </a:lnTo>
                  <a:lnTo>
                    <a:pt x="1995952" y="358807"/>
                  </a:lnTo>
                  <a:lnTo>
                    <a:pt x="1923055" y="332127"/>
                  </a:lnTo>
                  <a:lnTo>
                    <a:pt x="1886761" y="319598"/>
                  </a:lnTo>
                  <a:lnTo>
                    <a:pt x="1774135" y="290639"/>
                  </a:lnTo>
                  <a:lnTo>
                    <a:pt x="1773378" y="290450"/>
                  </a:lnTo>
                  <a:lnTo>
                    <a:pt x="1526007" y="265513"/>
                  </a:lnTo>
                  <a:lnTo>
                    <a:pt x="1526007" y="265226"/>
                  </a:lnTo>
                  <a:lnTo>
                    <a:pt x="1520378" y="264942"/>
                  </a:lnTo>
                  <a:cubicBezTo>
                    <a:pt x="827022" y="264942"/>
                    <a:pt x="264942" y="827009"/>
                    <a:pt x="264942" y="1520365"/>
                  </a:cubicBezTo>
                  <a:cubicBezTo>
                    <a:pt x="264942" y="1650378"/>
                    <a:pt x="284705" y="1775763"/>
                    <a:pt x="321380" y="1893692"/>
                  </a:cubicBezTo>
                  <a:lnTo>
                    <a:pt x="380445" y="2016550"/>
                  </a:lnTo>
                  <a:lnTo>
                    <a:pt x="183987" y="2213008"/>
                  </a:lnTo>
                  <a:lnTo>
                    <a:pt x="68359" y="1972483"/>
                  </a:lnTo>
                  <a:cubicBezTo>
                    <a:pt x="23929" y="1829661"/>
                    <a:pt x="0" y="1677809"/>
                    <a:pt x="0" y="1520365"/>
                  </a:cubicBezTo>
                  <a:cubicBezTo>
                    <a:pt x="0" y="680698"/>
                    <a:pt x="680698" y="0"/>
                    <a:pt x="1520378" y="0"/>
                  </a:cubicBezTo>
                  <a:close/>
                </a:path>
              </a:pathLst>
            </a:cu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grpSp>
      <p:grpSp>
        <p:nvGrpSpPr>
          <p:cNvPr id="189" name="Group 188">
            <a:extLst>
              <a:ext uri="{FF2B5EF4-FFF2-40B4-BE49-F238E27FC236}">
                <a16:creationId xmlns:a16="http://schemas.microsoft.com/office/drawing/2014/main" id="{C65F29EF-BD52-A42B-9402-F64391E45F12}"/>
              </a:ext>
              <a:ext uri="{C183D7F6-B498-43B3-948B-1728B52AA6E4}">
                <adec:decorative xmlns:adec="http://schemas.microsoft.com/office/drawing/2017/decorative" val="1"/>
              </a:ext>
            </a:extLst>
          </p:cNvPr>
          <p:cNvGrpSpPr>
            <a:grpSpLocks noChangeAspect="1"/>
          </p:cNvGrpSpPr>
          <p:nvPr/>
        </p:nvGrpSpPr>
        <p:grpSpPr>
          <a:xfrm>
            <a:off x="11142602" y="2930159"/>
            <a:ext cx="409636" cy="457200"/>
            <a:chOff x="11142602" y="2930159"/>
            <a:chExt cx="409636" cy="457200"/>
          </a:xfrm>
          <a:solidFill>
            <a:srgbClr val="FF0000"/>
          </a:solidFill>
        </p:grpSpPr>
        <p:sp>
          <p:nvSpPr>
            <p:cNvPr id="1703" name="Freeform: Shape 1702">
              <a:extLst>
                <a:ext uri="{FF2B5EF4-FFF2-40B4-BE49-F238E27FC236}">
                  <a16:creationId xmlns:a16="http://schemas.microsoft.com/office/drawing/2014/main" id="{930F47CD-4013-5BB8-A88B-1F4149E6AD3E}"/>
                </a:ext>
                <a:ext uri="{C183D7F6-B498-43B3-948B-1728B52AA6E4}">
                  <adec:decorative xmlns:adec="http://schemas.microsoft.com/office/drawing/2017/decorative" val="1"/>
                </a:ext>
              </a:extLst>
            </p:cNvPr>
            <p:cNvSpPr/>
            <p:nvPr/>
          </p:nvSpPr>
          <p:spPr>
            <a:xfrm>
              <a:off x="11142602" y="2930159"/>
              <a:ext cx="368742" cy="457200"/>
            </a:xfrm>
            <a:custGeom>
              <a:avLst/>
              <a:gdLst>
                <a:gd name="connsiteX0" fmla="*/ 248921 w 5434407"/>
                <a:gd name="connsiteY0" fmla="*/ 6240236 h 6738078"/>
                <a:gd name="connsiteX1" fmla="*/ 3204276 w 5434407"/>
                <a:gd name="connsiteY1" fmla="*/ 6240236 h 6738078"/>
                <a:gd name="connsiteX2" fmla="*/ 3453197 w 5434407"/>
                <a:gd name="connsiteY2" fmla="*/ 6489157 h 6738078"/>
                <a:gd name="connsiteX3" fmla="*/ 3204276 w 5434407"/>
                <a:gd name="connsiteY3" fmla="*/ 6738078 h 6738078"/>
                <a:gd name="connsiteX4" fmla="*/ 248921 w 5434407"/>
                <a:gd name="connsiteY4" fmla="*/ 6738078 h 6738078"/>
                <a:gd name="connsiteX5" fmla="*/ 0 w 5434407"/>
                <a:gd name="connsiteY5" fmla="*/ 6489157 h 6738078"/>
                <a:gd name="connsiteX6" fmla="*/ 248921 w 5434407"/>
                <a:gd name="connsiteY6" fmla="*/ 6240236 h 6738078"/>
                <a:gd name="connsiteX7" fmla="*/ 3419936 w 5434407"/>
                <a:gd name="connsiteY7" fmla="*/ 2797013 h 6738078"/>
                <a:gd name="connsiteX8" fmla="*/ 5434407 w 5434407"/>
                <a:gd name="connsiteY8" fmla="*/ 4811484 h 6738078"/>
                <a:gd name="connsiteX9" fmla="*/ 5191037 w 5434407"/>
                <a:gd name="connsiteY9" fmla="*/ 5054854 h 6738078"/>
                <a:gd name="connsiteX10" fmla="*/ 3176565 w 5434407"/>
                <a:gd name="connsiteY10" fmla="*/ 3040383 h 6738078"/>
                <a:gd name="connsiteX11" fmla="*/ 744686 w 5434407"/>
                <a:gd name="connsiteY11" fmla="*/ 2627533 h 6738078"/>
                <a:gd name="connsiteX12" fmla="*/ 864531 w 5434407"/>
                <a:gd name="connsiteY12" fmla="*/ 2677175 h 6738078"/>
                <a:gd name="connsiteX13" fmla="*/ 2085384 w 5434407"/>
                <a:gd name="connsiteY13" fmla="*/ 3898027 h 6738078"/>
                <a:gd name="connsiteX14" fmla="*/ 2085384 w 5434407"/>
                <a:gd name="connsiteY14" fmla="*/ 4137717 h 6738078"/>
                <a:gd name="connsiteX15" fmla="*/ 1840093 w 5434407"/>
                <a:gd name="connsiteY15" fmla="*/ 4383007 h 6738078"/>
                <a:gd name="connsiteX16" fmla="*/ 379551 w 5434407"/>
                <a:gd name="connsiteY16" fmla="*/ 2922465 h 6738078"/>
                <a:gd name="connsiteX17" fmla="*/ 624841 w 5434407"/>
                <a:gd name="connsiteY17" fmla="*/ 2677175 h 6738078"/>
                <a:gd name="connsiteX18" fmla="*/ 744686 w 5434407"/>
                <a:gd name="connsiteY18" fmla="*/ 2627533 h 6738078"/>
                <a:gd name="connsiteX19" fmla="*/ 2939049 w 5434407"/>
                <a:gd name="connsiteY19" fmla="*/ 1099013 h 6738078"/>
                <a:gd name="connsiteX20" fmla="*/ 1478562 w 5434407"/>
                <a:gd name="connsiteY20" fmla="*/ 2559500 h 6738078"/>
                <a:gd name="connsiteX21" fmla="*/ 2209324 w 5434407"/>
                <a:gd name="connsiteY21" fmla="*/ 3290262 h 6738078"/>
                <a:gd name="connsiteX22" fmla="*/ 3669812 w 5434407"/>
                <a:gd name="connsiteY22" fmla="*/ 1829775 h 6738078"/>
                <a:gd name="connsiteX23" fmla="*/ 2939540 w 5434407"/>
                <a:gd name="connsiteY23" fmla="*/ 612656 h 6738078"/>
                <a:gd name="connsiteX24" fmla="*/ 4156168 w 5434407"/>
                <a:gd name="connsiteY24" fmla="*/ 1829285 h 6738078"/>
                <a:gd name="connsiteX25" fmla="*/ 2208834 w 5434407"/>
                <a:gd name="connsiteY25" fmla="*/ 3776619 h 6738078"/>
                <a:gd name="connsiteX26" fmla="*/ 992205 w 5434407"/>
                <a:gd name="connsiteY26" fmla="*/ 2559990 h 6738078"/>
                <a:gd name="connsiteX27" fmla="*/ 3302009 w 5434407"/>
                <a:gd name="connsiteY27" fmla="*/ 0 h 6738078"/>
                <a:gd name="connsiteX28" fmla="*/ 4762554 w 5434407"/>
                <a:gd name="connsiteY28" fmla="*/ 1460544 h 6738078"/>
                <a:gd name="connsiteX29" fmla="*/ 4517264 w 5434407"/>
                <a:gd name="connsiteY29" fmla="*/ 1705834 h 6738078"/>
                <a:gd name="connsiteX30" fmla="*/ 4277575 w 5434407"/>
                <a:gd name="connsiteY30" fmla="*/ 1705834 h 6738078"/>
                <a:gd name="connsiteX31" fmla="*/ 3056719 w 5434407"/>
                <a:gd name="connsiteY31" fmla="*/ 484979 h 6738078"/>
                <a:gd name="connsiteX32" fmla="*/ 3056719 w 5434407"/>
                <a:gd name="connsiteY32" fmla="*/ 245289 h 673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34407" h="6738078">
                  <a:moveTo>
                    <a:pt x="248921" y="6240236"/>
                  </a:moveTo>
                  <a:lnTo>
                    <a:pt x="3204276" y="6240236"/>
                  </a:lnTo>
                  <a:cubicBezTo>
                    <a:pt x="3341751" y="6240236"/>
                    <a:pt x="3453197" y="6351682"/>
                    <a:pt x="3453197" y="6489157"/>
                  </a:cubicBezTo>
                  <a:cubicBezTo>
                    <a:pt x="3453197" y="6626632"/>
                    <a:pt x="3341751" y="6738078"/>
                    <a:pt x="3204276" y="6738078"/>
                  </a:cubicBezTo>
                  <a:lnTo>
                    <a:pt x="248921" y="6738078"/>
                  </a:lnTo>
                  <a:cubicBezTo>
                    <a:pt x="111446" y="6738078"/>
                    <a:pt x="0" y="6626632"/>
                    <a:pt x="0" y="6489157"/>
                  </a:cubicBezTo>
                  <a:cubicBezTo>
                    <a:pt x="0" y="6351682"/>
                    <a:pt x="111446" y="6240236"/>
                    <a:pt x="248921" y="6240236"/>
                  </a:cubicBezTo>
                  <a:close/>
                  <a:moveTo>
                    <a:pt x="3419936" y="2797013"/>
                  </a:moveTo>
                  <a:lnTo>
                    <a:pt x="5434407" y="4811484"/>
                  </a:lnTo>
                  <a:lnTo>
                    <a:pt x="5191037" y="5054854"/>
                  </a:lnTo>
                  <a:lnTo>
                    <a:pt x="3176565" y="3040383"/>
                  </a:lnTo>
                  <a:close/>
                  <a:moveTo>
                    <a:pt x="744686" y="2627533"/>
                  </a:moveTo>
                  <a:cubicBezTo>
                    <a:pt x="788061" y="2627533"/>
                    <a:pt x="831436" y="2644080"/>
                    <a:pt x="864531" y="2677175"/>
                  </a:cubicBezTo>
                  <a:lnTo>
                    <a:pt x="2085384" y="3898027"/>
                  </a:lnTo>
                  <a:cubicBezTo>
                    <a:pt x="2151573" y="3964216"/>
                    <a:pt x="2151573" y="4071528"/>
                    <a:pt x="2085384" y="4137717"/>
                  </a:cubicBezTo>
                  <a:lnTo>
                    <a:pt x="1840093" y="4383007"/>
                  </a:lnTo>
                  <a:lnTo>
                    <a:pt x="379551" y="2922465"/>
                  </a:lnTo>
                  <a:lnTo>
                    <a:pt x="624841" y="2677175"/>
                  </a:lnTo>
                  <a:cubicBezTo>
                    <a:pt x="657936" y="2644080"/>
                    <a:pt x="701311" y="2627533"/>
                    <a:pt x="744686" y="2627533"/>
                  </a:cubicBezTo>
                  <a:close/>
                  <a:moveTo>
                    <a:pt x="2939049" y="1099013"/>
                  </a:moveTo>
                  <a:lnTo>
                    <a:pt x="1478562" y="2559500"/>
                  </a:lnTo>
                  <a:lnTo>
                    <a:pt x="2209324" y="3290262"/>
                  </a:lnTo>
                  <a:lnTo>
                    <a:pt x="3669812" y="1829775"/>
                  </a:lnTo>
                  <a:close/>
                  <a:moveTo>
                    <a:pt x="2939540" y="612656"/>
                  </a:moveTo>
                  <a:lnTo>
                    <a:pt x="4156168" y="1829285"/>
                  </a:lnTo>
                  <a:lnTo>
                    <a:pt x="2208834" y="3776619"/>
                  </a:lnTo>
                  <a:lnTo>
                    <a:pt x="992205" y="2559990"/>
                  </a:lnTo>
                  <a:close/>
                  <a:moveTo>
                    <a:pt x="3302009" y="0"/>
                  </a:moveTo>
                  <a:lnTo>
                    <a:pt x="4762554" y="1460544"/>
                  </a:lnTo>
                  <a:lnTo>
                    <a:pt x="4517264" y="1705834"/>
                  </a:lnTo>
                  <a:cubicBezTo>
                    <a:pt x="4451075" y="1772023"/>
                    <a:pt x="4343763" y="1772023"/>
                    <a:pt x="4277575" y="1705834"/>
                  </a:cubicBezTo>
                  <a:lnTo>
                    <a:pt x="3056719" y="484979"/>
                  </a:lnTo>
                  <a:cubicBezTo>
                    <a:pt x="2990531" y="418790"/>
                    <a:pt x="2990531" y="311478"/>
                    <a:pt x="3056719" y="245289"/>
                  </a:cubicBezTo>
                  <a:close/>
                </a:path>
              </a:pathLst>
            </a:custGeom>
            <a:solidFill>
              <a:schemeClr val="accent2"/>
            </a:solidFill>
            <a:ln w="46434" cap="flat">
              <a:noFill/>
              <a:prstDash val="solid"/>
              <a:miter/>
            </a:ln>
          </p:spPr>
          <p:txBody>
            <a:bodyPr wrap="square" rtlCol="0" anchor="ctr">
              <a:noAutofit/>
            </a:bodyPr>
            <a:lstStyle/>
            <a:p>
              <a:endParaRPr lang="en-US" dirty="0">
                <a:solidFill>
                  <a:srgbClr val="AEAEAE"/>
                </a:solidFill>
              </a:endParaRPr>
            </a:p>
          </p:txBody>
        </p:sp>
        <p:sp>
          <p:nvSpPr>
            <p:cNvPr id="1704" name="Freeform: Shape 1703">
              <a:extLst>
                <a:ext uri="{FF2B5EF4-FFF2-40B4-BE49-F238E27FC236}">
                  <a16:creationId xmlns:a16="http://schemas.microsoft.com/office/drawing/2014/main" id="{9FECF007-E253-9E64-AEC5-472DD94FB22F}"/>
                </a:ext>
                <a:ext uri="{C183D7F6-B498-43B3-948B-1728B52AA6E4}">
                  <adec:decorative xmlns:adec="http://schemas.microsoft.com/office/drawing/2017/decorative" val="1"/>
                </a:ext>
              </a:extLst>
            </p:cNvPr>
            <p:cNvSpPr/>
            <p:nvPr/>
          </p:nvSpPr>
          <p:spPr>
            <a:xfrm>
              <a:off x="11177749" y="3050053"/>
              <a:ext cx="374489" cy="303897"/>
            </a:xfrm>
            <a:custGeom>
              <a:avLst/>
              <a:gdLst>
                <a:gd name="connsiteX0" fmla="*/ 0 w 5519112"/>
                <a:gd name="connsiteY0" fmla="*/ 4109113 h 4478737"/>
                <a:gd name="connsiteX1" fmla="*/ 2417242 w 5519112"/>
                <a:gd name="connsiteY1" fmla="*/ 4109113 h 4478737"/>
                <a:gd name="connsiteX2" fmla="*/ 2417242 w 5519112"/>
                <a:gd name="connsiteY2" fmla="*/ 4478737 h 4478737"/>
                <a:gd name="connsiteX3" fmla="*/ 0 w 5519112"/>
                <a:gd name="connsiteY3" fmla="*/ 4478737 h 4478737"/>
                <a:gd name="connsiteX4" fmla="*/ 5154080 w 5519112"/>
                <a:gd name="connsiteY4" fmla="*/ 3160524 h 4478737"/>
                <a:gd name="connsiteX5" fmla="*/ 5519112 w 5519112"/>
                <a:gd name="connsiteY5" fmla="*/ 3525556 h 4478737"/>
                <a:gd name="connsiteX6" fmla="*/ 5154080 w 5519112"/>
                <a:gd name="connsiteY6" fmla="*/ 3890587 h 4478737"/>
                <a:gd name="connsiteX7" fmla="*/ 4789048 w 5519112"/>
                <a:gd name="connsiteY7" fmla="*/ 3525555 h 4478737"/>
                <a:gd name="connsiteX8" fmla="*/ 1750239 w 5519112"/>
                <a:gd name="connsiteY8" fmla="*/ 240529 h 4478737"/>
                <a:gd name="connsiteX9" fmla="*/ 2243353 w 5519112"/>
                <a:gd name="connsiteY9" fmla="*/ 733643 h 4478737"/>
                <a:gd name="connsiteX10" fmla="*/ 2121643 w 5519112"/>
                <a:gd name="connsiteY10" fmla="*/ 855354 h 4478737"/>
                <a:gd name="connsiteX11" fmla="*/ 1628528 w 5519112"/>
                <a:gd name="connsiteY11" fmla="*/ 362240 h 4478737"/>
                <a:gd name="connsiteX12" fmla="*/ 1990768 w 5519112"/>
                <a:gd name="connsiteY12" fmla="*/ 0 h 4478737"/>
                <a:gd name="connsiteX13" fmla="*/ 2483882 w 5519112"/>
                <a:gd name="connsiteY13" fmla="*/ 493114 h 4478737"/>
                <a:gd name="connsiteX14" fmla="*/ 2362172 w 5519112"/>
                <a:gd name="connsiteY14" fmla="*/ 614825 h 4478737"/>
                <a:gd name="connsiteX15" fmla="*/ 1869057 w 5519112"/>
                <a:gd name="connsiteY15" fmla="*/ 121711 h 447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9112" h="4478737">
                  <a:moveTo>
                    <a:pt x="0" y="4109113"/>
                  </a:moveTo>
                  <a:lnTo>
                    <a:pt x="2417242" y="4109113"/>
                  </a:lnTo>
                  <a:lnTo>
                    <a:pt x="2417242" y="4478737"/>
                  </a:lnTo>
                  <a:lnTo>
                    <a:pt x="0" y="4478737"/>
                  </a:lnTo>
                  <a:close/>
                  <a:moveTo>
                    <a:pt x="5154080" y="3160524"/>
                  </a:moveTo>
                  <a:lnTo>
                    <a:pt x="5519112" y="3525556"/>
                  </a:lnTo>
                  <a:lnTo>
                    <a:pt x="5154080" y="3890587"/>
                  </a:lnTo>
                  <a:lnTo>
                    <a:pt x="4789048" y="3525555"/>
                  </a:lnTo>
                  <a:close/>
                  <a:moveTo>
                    <a:pt x="1750239" y="240529"/>
                  </a:moveTo>
                  <a:lnTo>
                    <a:pt x="2243353" y="733643"/>
                  </a:lnTo>
                  <a:lnTo>
                    <a:pt x="2121643" y="855354"/>
                  </a:lnTo>
                  <a:lnTo>
                    <a:pt x="1628528" y="362240"/>
                  </a:lnTo>
                  <a:close/>
                  <a:moveTo>
                    <a:pt x="1990768" y="0"/>
                  </a:moveTo>
                  <a:lnTo>
                    <a:pt x="2483882" y="493114"/>
                  </a:lnTo>
                  <a:lnTo>
                    <a:pt x="2362172" y="614825"/>
                  </a:lnTo>
                  <a:lnTo>
                    <a:pt x="1869057" y="121711"/>
                  </a:lnTo>
                  <a:close/>
                </a:path>
              </a:pathLst>
            </a:custGeom>
            <a:solidFill>
              <a:schemeClr val="accent1"/>
            </a:solidFill>
            <a:ln w="46434" cap="flat">
              <a:noFill/>
              <a:prstDash val="solid"/>
              <a:miter/>
            </a:ln>
          </p:spPr>
          <p:txBody>
            <a:bodyPr wrap="square" rtlCol="0" anchor="ctr">
              <a:noAutofit/>
            </a:bodyPr>
            <a:lstStyle/>
            <a:p>
              <a:endParaRPr lang="en-US">
                <a:solidFill>
                  <a:srgbClr val="AEAEAE"/>
                </a:solidFill>
              </a:endParaRPr>
            </a:p>
          </p:txBody>
        </p:sp>
      </p:grpSp>
      <p:grpSp>
        <p:nvGrpSpPr>
          <p:cNvPr id="188" name="Group 187">
            <a:extLst>
              <a:ext uri="{FF2B5EF4-FFF2-40B4-BE49-F238E27FC236}">
                <a16:creationId xmlns:a16="http://schemas.microsoft.com/office/drawing/2014/main" id="{A0B68222-73D7-5800-A5C5-A3E3F999F690}"/>
              </a:ext>
              <a:ext uri="{C183D7F6-B498-43B3-948B-1728B52AA6E4}">
                <adec:decorative xmlns:adec="http://schemas.microsoft.com/office/drawing/2017/decorative" val="1"/>
              </a:ext>
            </a:extLst>
          </p:cNvPr>
          <p:cNvGrpSpPr>
            <a:grpSpLocks noChangeAspect="1"/>
          </p:cNvGrpSpPr>
          <p:nvPr/>
        </p:nvGrpSpPr>
        <p:grpSpPr>
          <a:xfrm>
            <a:off x="639763" y="3636615"/>
            <a:ext cx="437402" cy="457200"/>
            <a:chOff x="639763" y="3636615"/>
            <a:chExt cx="437402" cy="457200"/>
          </a:xfrm>
          <a:solidFill>
            <a:srgbClr val="FF0000"/>
          </a:solidFill>
        </p:grpSpPr>
        <p:sp>
          <p:nvSpPr>
            <p:cNvPr id="1950" name="Freeform: Shape 1949">
              <a:extLst>
                <a:ext uri="{FF2B5EF4-FFF2-40B4-BE49-F238E27FC236}">
                  <a16:creationId xmlns:a16="http://schemas.microsoft.com/office/drawing/2014/main" id="{3D735A4A-2403-C856-BB58-BC924540ECCE}"/>
                </a:ext>
                <a:ext uri="{C183D7F6-B498-43B3-948B-1728B52AA6E4}">
                  <adec:decorative xmlns:adec="http://schemas.microsoft.com/office/drawing/2017/decorative" val="1"/>
                </a:ext>
              </a:extLst>
            </p:cNvPr>
            <p:cNvSpPr/>
            <p:nvPr/>
          </p:nvSpPr>
          <p:spPr>
            <a:xfrm>
              <a:off x="639763" y="3636615"/>
              <a:ext cx="437402" cy="450383"/>
            </a:xfrm>
            <a:custGeom>
              <a:avLst/>
              <a:gdLst>
                <a:gd name="connsiteX0" fmla="*/ 356694 w 748063"/>
                <a:gd name="connsiteY0" fmla="*/ 187028 h 770264"/>
                <a:gd name="connsiteX1" fmla="*/ 275160 w 748063"/>
                <a:gd name="connsiteY1" fmla="*/ 363105 h 770264"/>
                <a:gd name="connsiteX2" fmla="*/ 312339 w 748063"/>
                <a:gd name="connsiteY2" fmla="*/ 400285 h 770264"/>
                <a:gd name="connsiteX3" fmla="*/ 473376 w 748063"/>
                <a:gd name="connsiteY3" fmla="*/ 239247 h 770264"/>
                <a:gd name="connsiteX4" fmla="*/ 436197 w 748063"/>
                <a:gd name="connsiteY4" fmla="*/ 202068 h 770264"/>
                <a:gd name="connsiteX5" fmla="*/ 356694 w 748063"/>
                <a:gd name="connsiteY5" fmla="*/ 187028 h 770264"/>
                <a:gd name="connsiteX6" fmla="*/ 351927 w 748063"/>
                <a:gd name="connsiteY6" fmla="*/ 143200 h 770264"/>
                <a:gd name="connsiteX7" fmla="*/ 516001 w 748063"/>
                <a:gd name="connsiteY7" fmla="*/ 377130 h 770264"/>
                <a:gd name="connsiteX8" fmla="*/ 450222 w 748063"/>
                <a:gd name="connsiteY8" fmla="*/ 442909 h 770264"/>
                <a:gd name="connsiteX9" fmla="*/ 232535 w 748063"/>
                <a:gd name="connsiteY9" fmla="*/ 225223 h 770264"/>
                <a:gd name="connsiteX10" fmla="*/ 298314 w 748063"/>
                <a:gd name="connsiteY10" fmla="*/ 159444 h 770264"/>
                <a:gd name="connsiteX11" fmla="*/ 351927 w 748063"/>
                <a:gd name="connsiteY11" fmla="*/ 143200 h 770264"/>
                <a:gd name="connsiteX12" fmla="*/ 44219 w 748063"/>
                <a:gd name="connsiteY12" fmla="*/ 277 h 770264"/>
                <a:gd name="connsiteX13" fmla="*/ 681768 w 748063"/>
                <a:gd name="connsiteY13" fmla="*/ 277 h 770264"/>
                <a:gd name="connsiteX14" fmla="*/ 735722 w 748063"/>
                <a:gd name="connsiteY14" fmla="*/ 13972 h 770264"/>
                <a:gd name="connsiteX15" fmla="*/ 747987 w 748063"/>
                <a:gd name="connsiteY15" fmla="*/ 66496 h 770264"/>
                <a:gd name="connsiteX16" fmla="*/ 747987 w 748063"/>
                <a:gd name="connsiteY16" fmla="*/ 609043 h 770264"/>
                <a:gd name="connsiteX17" fmla="*/ 747987 w 748063"/>
                <a:gd name="connsiteY17" fmla="*/ 669692 h 770264"/>
                <a:gd name="connsiteX18" fmla="*/ 747987 w 748063"/>
                <a:gd name="connsiteY18" fmla="*/ 726045 h 770264"/>
                <a:gd name="connsiteX19" fmla="*/ 703768 w 748063"/>
                <a:gd name="connsiteY19" fmla="*/ 770264 h 770264"/>
                <a:gd name="connsiteX20" fmla="*/ 186789 w 748063"/>
                <a:gd name="connsiteY20" fmla="*/ 770264 h 770264"/>
                <a:gd name="connsiteX21" fmla="*/ 186789 w 748063"/>
                <a:gd name="connsiteY21" fmla="*/ 726099 h 770264"/>
                <a:gd name="connsiteX22" fmla="*/ 579651 w 748063"/>
                <a:gd name="connsiteY22" fmla="*/ 726099 h 770264"/>
                <a:gd name="connsiteX23" fmla="*/ 576363 w 748063"/>
                <a:gd name="connsiteY23" fmla="*/ 693571 h 770264"/>
                <a:gd name="connsiteX24" fmla="*/ 368549 w 748063"/>
                <a:gd name="connsiteY24" fmla="*/ 524142 h 770264"/>
                <a:gd name="connsiteX25" fmla="*/ 286051 w 748063"/>
                <a:gd name="connsiteY25" fmla="*/ 540837 h 770264"/>
                <a:gd name="connsiteX26" fmla="*/ 218615 w 748063"/>
                <a:gd name="connsiteY26" fmla="*/ 586339 h 770264"/>
                <a:gd name="connsiteX27" fmla="*/ 160735 w 748063"/>
                <a:gd name="connsiteY27" fmla="*/ 693571 h 770264"/>
                <a:gd name="connsiteX28" fmla="*/ 160489 w 748063"/>
                <a:gd name="connsiteY28" fmla="*/ 696003 h 770264"/>
                <a:gd name="connsiteX29" fmla="*/ 118524 w 748063"/>
                <a:gd name="connsiteY29" fmla="*/ 696003 h 770264"/>
                <a:gd name="connsiteX30" fmla="*/ 123953 w 748063"/>
                <a:gd name="connsiteY30" fmla="*/ 660190 h 770264"/>
                <a:gd name="connsiteX31" fmla="*/ 156220 w 748063"/>
                <a:gd name="connsiteY31" fmla="*/ 593165 h 770264"/>
                <a:gd name="connsiteX32" fmla="*/ 178892 w 748063"/>
                <a:gd name="connsiteY32" fmla="*/ 565697 h 770264"/>
                <a:gd name="connsiteX33" fmla="*/ 180057 w 748063"/>
                <a:gd name="connsiteY33" fmla="*/ 566303 h 770264"/>
                <a:gd name="connsiteX34" fmla="*/ 187519 w 748063"/>
                <a:gd name="connsiteY34" fmla="*/ 555244 h 770264"/>
                <a:gd name="connsiteX35" fmla="*/ 368549 w 748063"/>
                <a:gd name="connsiteY35" fmla="*/ 480143 h 770264"/>
                <a:gd name="connsiteX36" fmla="*/ 619466 w 748063"/>
                <a:gd name="connsiteY36" fmla="*/ 684717 h 770264"/>
                <a:gd name="connsiteX37" fmla="*/ 623650 w 748063"/>
                <a:gd name="connsiteY37" fmla="*/ 726099 h 770264"/>
                <a:gd name="connsiteX38" fmla="*/ 703823 w 748063"/>
                <a:gd name="connsiteY38" fmla="*/ 726099 h 770264"/>
                <a:gd name="connsiteX39" fmla="*/ 703878 w 748063"/>
                <a:gd name="connsiteY39" fmla="*/ 726045 h 770264"/>
                <a:gd name="connsiteX40" fmla="*/ 703869 w 748063"/>
                <a:gd name="connsiteY40" fmla="*/ 609043 h 770264"/>
                <a:gd name="connsiteX41" fmla="*/ 703869 w 748063"/>
                <a:gd name="connsiteY41" fmla="*/ 609043 h 770264"/>
                <a:gd name="connsiteX42" fmla="*/ 703823 w 748063"/>
                <a:gd name="connsiteY42" fmla="*/ 44442 h 770264"/>
                <a:gd name="connsiteX43" fmla="*/ 44219 w 748063"/>
                <a:gd name="connsiteY43" fmla="*/ 44442 h 770264"/>
                <a:gd name="connsiteX44" fmla="*/ 44164 w 748063"/>
                <a:gd name="connsiteY44" fmla="*/ 44496 h 770264"/>
                <a:gd name="connsiteX45" fmla="*/ 44164 w 748063"/>
                <a:gd name="connsiteY45" fmla="*/ 609043 h 770264"/>
                <a:gd name="connsiteX46" fmla="*/ 44164 w 748063"/>
                <a:gd name="connsiteY46" fmla="*/ 669692 h 770264"/>
                <a:gd name="connsiteX47" fmla="*/ 44164 w 748063"/>
                <a:gd name="connsiteY47" fmla="*/ 726045 h 770264"/>
                <a:gd name="connsiteX48" fmla="*/ 44219 w 748063"/>
                <a:gd name="connsiteY48" fmla="*/ 726099 h 770264"/>
                <a:gd name="connsiteX49" fmla="*/ 80947 w 748063"/>
                <a:gd name="connsiteY49" fmla="*/ 726099 h 770264"/>
                <a:gd name="connsiteX50" fmla="*/ 80947 w 748063"/>
                <a:gd name="connsiteY50" fmla="*/ 770264 h 770264"/>
                <a:gd name="connsiteX51" fmla="*/ 44219 w 748063"/>
                <a:gd name="connsiteY51" fmla="*/ 770264 h 770264"/>
                <a:gd name="connsiteX52" fmla="*/ 0 w 748063"/>
                <a:gd name="connsiteY52" fmla="*/ 726045 h 770264"/>
                <a:gd name="connsiteX53" fmla="*/ 0 w 748063"/>
                <a:gd name="connsiteY53" fmla="*/ 669692 h 770264"/>
                <a:gd name="connsiteX54" fmla="*/ 0 w 748063"/>
                <a:gd name="connsiteY54" fmla="*/ 609043 h 770264"/>
                <a:gd name="connsiteX55" fmla="*/ 0 w 748063"/>
                <a:gd name="connsiteY55" fmla="*/ 44496 h 770264"/>
                <a:gd name="connsiteX56" fmla="*/ 44219 w 748063"/>
                <a:gd name="connsiteY56" fmla="*/ 277 h 770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8063" h="770264">
                  <a:moveTo>
                    <a:pt x="356694" y="187028"/>
                  </a:moveTo>
                  <a:cubicBezTo>
                    <a:pt x="282244" y="198448"/>
                    <a:pt x="230982" y="281225"/>
                    <a:pt x="275160" y="363105"/>
                  </a:cubicBezTo>
                  <a:cubicBezTo>
                    <a:pt x="283630" y="378835"/>
                    <a:pt x="296610" y="391815"/>
                    <a:pt x="312339" y="400285"/>
                  </a:cubicBezTo>
                  <a:cubicBezTo>
                    <a:pt x="421512" y="459188"/>
                    <a:pt x="532280" y="348420"/>
                    <a:pt x="473376" y="239247"/>
                  </a:cubicBezTo>
                  <a:cubicBezTo>
                    <a:pt x="464907" y="223572"/>
                    <a:pt x="451927" y="210538"/>
                    <a:pt x="436197" y="202068"/>
                  </a:cubicBezTo>
                  <a:cubicBezTo>
                    <a:pt x="408904" y="187342"/>
                    <a:pt x="381511" y="183221"/>
                    <a:pt x="356694" y="187028"/>
                  </a:cubicBezTo>
                  <a:close/>
                  <a:moveTo>
                    <a:pt x="351927" y="143200"/>
                  </a:moveTo>
                  <a:cubicBezTo>
                    <a:pt x="474849" y="126415"/>
                    <a:pt x="575915" y="250804"/>
                    <a:pt x="516001" y="377130"/>
                  </a:cubicBezTo>
                  <a:cubicBezTo>
                    <a:pt x="502361" y="405949"/>
                    <a:pt x="479041" y="429269"/>
                    <a:pt x="450222" y="442909"/>
                  </a:cubicBezTo>
                  <a:cubicBezTo>
                    <a:pt x="305850" y="511438"/>
                    <a:pt x="164062" y="369595"/>
                    <a:pt x="232535" y="225223"/>
                  </a:cubicBezTo>
                  <a:cubicBezTo>
                    <a:pt x="246175" y="196403"/>
                    <a:pt x="269495" y="173083"/>
                    <a:pt x="298314" y="159444"/>
                  </a:cubicBezTo>
                  <a:cubicBezTo>
                    <a:pt x="316361" y="150878"/>
                    <a:pt x="334367" y="145598"/>
                    <a:pt x="351927" y="143200"/>
                  </a:cubicBezTo>
                  <a:close/>
                  <a:moveTo>
                    <a:pt x="44219" y="277"/>
                  </a:moveTo>
                  <a:lnTo>
                    <a:pt x="681768" y="277"/>
                  </a:lnTo>
                  <a:cubicBezTo>
                    <a:pt x="699918" y="277"/>
                    <a:pt x="718838" y="-3133"/>
                    <a:pt x="735722" y="13972"/>
                  </a:cubicBezTo>
                  <a:cubicBezTo>
                    <a:pt x="749802" y="28272"/>
                    <a:pt x="747987" y="48071"/>
                    <a:pt x="747987" y="66496"/>
                  </a:cubicBezTo>
                  <a:lnTo>
                    <a:pt x="747987" y="609043"/>
                  </a:lnTo>
                  <a:lnTo>
                    <a:pt x="747987" y="669692"/>
                  </a:lnTo>
                  <a:lnTo>
                    <a:pt x="747987" y="726045"/>
                  </a:lnTo>
                  <a:cubicBezTo>
                    <a:pt x="747987" y="750464"/>
                    <a:pt x="728187" y="770264"/>
                    <a:pt x="703768" y="770264"/>
                  </a:cubicBezTo>
                  <a:lnTo>
                    <a:pt x="186789" y="770264"/>
                  </a:lnTo>
                  <a:lnTo>
                    <a:pt x="186789" y="726099"/>
                  </a:lnTo>
                  <a:lnTo>
                    <a:pt x="579651" y="726099"/>
                  </a:lnTo>
                  <a:lnTo>
                    <a:pt x="576363" y="693571"/>
                  </a:lnTo>
                  <a:cubicBezTo>
                    <a:pt x="556552" y="596990"/>
                    <a:pt x="470909" y="524142"/>
                    <a:pt x="368549" y="524142"/>
                  </a:cubicBezTo>
                  <a:cubicBezTo>
                    <a:pt x="339303" y="524142"/>
                    <a:pt x="311422" y="530089"/>
                    <a:pt x="286051" y="540837"/>
                  </a:cubicBezTo>
                  <a:lnTo>
                    <a:pt x="218615" y="586339"/>
                  </a:lnTo>
                  <a:cubicBezTo>
                    <a:pt x="189808" y="615147"/>
                    <a:pt x="169225" y="652180"/>
                    <a:pt x="160735" y="693571"/>
                  </a:cubicBezTo>
                  <a:lnTo>
                    <a:pt x="160489" y="696003"/>
                  </a:lnTo>
                  <a:lnTo>
                    <a:pt x="118524" y="696003"/>
                  </a:lnTo>
                  <a:lnTo>
                    <a:pt x="123953" y="660190"/>
                  </a:lnTo>
                  <a:cubicBezTo>
                    <a:pt x="131448" y="636144"/>
                    <a:pt x="142398" y="613608"/>
                    <a:pt x="156220" y="593165"/>
                  </a:cubicBezTo>
                  <a:lnTo>
                    <a:pt x="178892" y="565697"/>
                  </a:lnTo>
                  <a:lnTo>
                    <a:pt x="180057" y="566303"/>
                  </a:lnTo>
                  <a:lnTo>
                    <a:pt x="187519" y="555244"/>
                  </a:lnTo>
                  <a:cubicBezTo>
                    <a:pt x="233897" y="508866"/>
                    <a:pt x="297930" y="480143"/>
                    <a:pt x="368549" y="480143"/>
                  </a:cubicBezTo>
                  <a:cubicBezTo>
                    <a:pt x="492131" y="480143"/>
                    <a:pt x="595544" y="568108"/>
                    <a:pt x="619466" y="684717"/>
                  </a:cubicBezTo>
                  <a:lnTo>
                    <a:pt x="623650" y="726099"/>
                  </a:lnTo>
                  <a:lnTo>
                    <a:pt x="703823" y="726099"/>
                  </a:lnTo>
                  <a:cubicBezTo>
                    <a:pt x="703823" y="726099"/>
                    <a:pt x="703878" y="726099"/>
                    <a:pt x="703878" y="726045"/>
                  </a:cubicBezTo>
                  <a:lnTo>
                    <a:pt x="703869" y="609043"/>
                  </a:lnTo>
                  <a:lnTo>
                    <a:pt x="703869" y="609043"/>
                  </a:lnTo>
                  <a:lnTo>
                    <a:pt x="703823" y="44442"/>
                  </a:lnTo>
                  <a:lnTo>
                    <a:pt x="44219" y="44442"/>
                  </a:lnTo>
                  <a:cubicBezTo>
                    <a:pt x="44219" y="44442"/>
                    <a:pt x="44164" y="44442"/>
                    <a:pt x="44164" y="44496"/>
                  </a:cubicBezTo>
                  <a:lnTo>
                    <a:pt x="44164" y="609043"/>
                  </a:lnTo>
                  <a:lnTo>
                    <a:pt x="44164" y="669692"/>
                  </a:lnTo>
                  <a:lnTo>
                    <a:pt x="44164" y="726045"/>
                  </a:lnTo>
                  <a:cubicBezTo>
                    <a:pt x="44164" y="726045"/>
                    <a:pt x="44164" y="726099"/>
                    <a:pt x="44219" y="726099"/>
                  </a:cubicBezTo>
                  <a:lnTo>
                    <a:pt x="80947" y="726099"/>
                  </a:lnTo>
                  <a:lnTo>
                    <a:pt x="80947" y="770264"/>
                  </a:lnTo>
                  <a:lnTo>
                    <a:pt x="44219" y="770264"/>
                  </a:lnTo>
                  <a:cubicBezTo>
                    <a:pt x="19800" y="770264"/>
                    <a:pt x="0" y="750464"/>
                    <a:pt x="0" y="726045"/>
                  </a:cubicBezTo>
                  <a:lnTo>
                    <a:pt x="0" y="669692"/>
                  </a:lnTo>
                  <a:lnTo>
                    <a:pt x="0" y="609043"/>
                  </a:lnTo>
                  <a:lnTo>
                    <a:pt x="0" y="44496"/>
                  </a:lnTo>
                  <a:cubicBezTo>
                    <a:pt x="0" y="20077"/>
                    <a:pt x="19800" y="277"/>
                    <a:pt x="44219" y="277"/>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1708" name="Freeform: Shape 1707">
              <a:extLst>
                <a:ext uri="{FF2B5EF4-FFF2-40B4-BE49-F238E27FC236}">
                  <a16:creationId xmlns:a16="http://schemas.microsoft.com/office/drawing/2014/main" id="{042740AE-60FE-48A1-2004-B3E8A2CEF035}"/>
                </a:ext>
                <a:ext uri="{C183D7F6-B498-43B3-948B-1728B52AA6E4}">
                  <adec:decorative xmlns:adec="http://schemas.microsoft.com/office/drawing/2017/decorative" val="1"/>
                </a:ext>
              </a:extLst>
            </p:cNvPr>
            <p:cNvSpPr/>
            <p:nvPr/>
          </p:nvSpPr>
          <p:spPr>
            <a:xfrm>
              <a:off x="698742" y="4055225"/>
              <a:ext cx="38590" cy="38590"/>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a:p>
          </p:txBody>
        </p:sp>
      </p:grpSp>
      <p:grpSp>
        <p:nvGrpSpPr>
          <p:cNvPr id="183" name="Group 182">
            <a:extLst>
              <a:ext uri="{FF2B5EF4-FFF2-40B4-BE49-F238E27FC236}">
                <a16:creationId xmlns:a16="http://schemas.microsoft.com/office/drawing/2014/main" id="{9395F140-77E3-DC5A-264B-36AFBE38BBA1}"/>
              </a:ext>
              <a:ext uri="{C183D7F6-B498-43B3-948B-1728B52AA6E4}">
                <adec:decorative xmlns:adec="http://schemas.microsoft.com/office/drawing/2017/decorative" val="1"/>
              </a:ext>
            </a:extLst>
          </p:cNvPr>
          <p:cNvGrpSpPr>
            <a:grpSpLocks noChangeAspect="1"/>
          </p:cNvGrpSpPr>
          <p:nvPr/>
        </p:nvGrpSpPr>
        <p:grpSpPr>
          <a:xfrm>
            <a:off x="7643945" y="3636615"/>
            <a:ext cx="510041" cy="457200"/>
            <a:chOff x="7643945" y="3636615"/>
            <a:chExt cx="510041" cy="457200"/>
          </a:xfrm>
          <a:solidFill>
            <a:srgbClr val="FF0000"/>
          </a:solidFill>
        </p:grpSpPr>
        <p:sp>
          <p:nvSpPr>
            <p:cNvPr id="1999" name="Freeform: Shape 1998">
              <a:extLst>
                <a:ext uri="{FF2B5EF4-FFF2-40B4-BE49-F238E27FC236}">
                  <a16:creationId xmlns:a16="http://schemas.microsoft.com/office/drawing/2014/main" id="{9A17C29A-F969-8F64-E197-0F2C760D513D}"/>
                </a:ext>
                <a:ext uri="{C183D7F6-B498-43B3-948B-1728B52AA6E4}">
                  <adec:decorative xmlns:adec="http://schemas.microsoft.com/office/drawing/2017/decorative" val="1"/>
                </a:ext>
              </a:extLst>
            </p:cNvPr>
            <p:cNvSpPr/>
            <p:nvPr/>
          </p:nvSpPr>
          <p:spPr>
            <a:xfrm>
              <a:off x="7643945" y="3636615"/>
              <a:ext cx="510041" cy="452121"/>
            </a:xfrm>
            <a:custGeom>
              <a:avLst/>
              <a:gdLst>
                <a:gd name="connsiteX0" fmla="*/ 476661 w 921894"/>
                <a:gd name="connsiteY0" fmla="*/ 606860 h 817204"/>
                <a:gd name="connsiteX1" fmla="*/ 518543 w 921894"/>
                <a:gd name="connsiteY1" fmla="*/ 617024 h 817204"/>
                <a:gd name="connsiteX2" fmla="*/ 526076 w 921894"/>
                <a:gd name="connsiteY2" fmla="*/ 620325 h 817204"/>
                <a:gd name="connsiteX3" fmla="*/ 624295 w 921894"/>
                <a:gd name="connsiteY3" fmla="*/ 737238 h 817204"/>
                <a:gd name="connsiteX4" fmla="*/ 633581 w 921894"/>
                <a:gd name="connsiteY4" fmla="*/ 815711 h 817204"/>
                <a:gd name="connsiteX5" fmla="*/ 629039 w 921894"/>
                <a:gd name="connsiteY5" fmla="*/ 817068 h 817204"/>
                <a:gd name="connsiteX6" fmla="*/ 540076 w 921894"/>
                <a:gd name="connsiteY6" fmla="*/ 817091 h 817204"/>
                <a:gd name="connsiteX7" fmla="*/ 536686 w 921894"/>
                <a:gd name="connsiteY7" fmla="*/ 816318 h 817204"/>
                <a:gd name="connsiteX8" fmla="*/ 536496 w 921894"/>
                <a:gd name="connsiteY8" fmla="*/ 773263 h 817204"/>
                <a:gd name="connsiteX9" fmla="*/ 585251 w 921894"/>
                <a:gd name="connsiteY9" fmla="*/ 772146 h 817204"/>
                <a:gd name="connsiteX10" fmla="*/ 585463 w 921894"/>
                <a:gd name="connsiteY10" fmla="*/ 765088 h 817204"/>
                <a:gd name="connsiteX11" fmla="*/ 521460 w 921894"/>
                <a:gd name="connsiteY11" fmla="*/ 669122 h 817204"/>
                <a:gd name="connsiteX12" fmla="*/ 411281 w 921894"/>
                <a:gd name="connsiteY12" fmla="*/ 667191 h 817204"/>
                <a:gd name="connsiteX13" fmla="*/ 376113 w 921894"/>
                <a:gd name="connsiteY13" fmla="*/ 698801 h 817204"/>
                <a:gd name="connsiteX14" fmla="*/ 345476 w 921894"/>
                <a:gd name="connsiteY14" fmla="*/ 759211 h 817204"/>
                <a:gd name="connsiteX15" fmla="*/ 343696 w 921894"/>
                <a:gd name="connsiteY15" fmla="*/ 767533 h 817204"/>
                <a:gd name="connsiteX16" fmla="*/ 344112 w 921894"/>
                <a:gd name="connsiteY16" fmla="*/ 771414 h 817204"/>
                <a:gd name="connsiteX17" fmla="*/ 359586 w 921894"/>
                <a:gd name="connsiteY17" fmla="*/ 772621 h 817204"/>
                <a:gd name="connsiteX18" fmla="*/ 376646 w 921894"/>
                <a:gd name="connsiteY18" fmla="*/ 772665 h 817204"/>
                <a:gd name="connsiteX19" fmla="*/ 392072 w 921894"/>
                <a:gd name="connsiteY19" fmla="*/ 772665 h 817204"/>
                <a:gd name="connsiteX20" fmla="*/ 392535 w 921894"/>
                <a:gd name="connsiteY20" fmla="*/ 817197 h 817204"/>
                <a:gd name="connsiteX21" fmla="*/ 303957 w 921894"/>
                <a:gd name="connsiteY21" fmla="*/ 817169 h 817204"/>
                <a:gd name="connsiteX22" fmla="*/ 296522 w 921894"/>
                <a:gd name="connsiteY22" fmla="*/ 816542 h 817204"/>
                <a:gd name="connsiteX23" fmla="*/ 295552 w 921894"/>
                <a:gd name="connsiteY23" fmla="*/ 800541 h 817204"/>
                <a:gd name="connsiteX24" fmla="*/ 295880 w 921894"/>
                <a:gd name="connsiteY24" fmla="*/ 784709 h 817204"/>
                <a:gd name="connsiteX25" fmla="*/ 369912 w 921894"/>
                <a:gd name="connsiteY25" fmla="*/ 641489 h 817204"/>
                <a:gd name="connsiteX26" fmla="*/ 433702 w 921894"/>
                <a:gd name="connsiteY26" fmla="*/ 609856 h 817204"/>
                <a:gd name="connsiteX27" fmla="*/ 476661 w 921894"/>
                <a:gd name="connsiteY27" fmla="*/ 606860 h 817204"/>
                <a:gd name="connsiteX28" fmla="*/ 269441 w 921894"/>
                <a:gd name="connsiteY28" fmla="*/ 531749 h 817204"/>
                <a:gd name="connsiteX29" fmla="*/ 314600 w 921894"/>
                <a:gd name="connsiteY29" fmla="*/ 540640 h 817204"/>
                <a:gd name="connsiteX30" fmla="*/ 372019 w 921894"/>
                <a:gd name="connsiteY30" fmla="*/ 582723 h 817204"/>
                <a:gd name="connsiteX31" fmla="*/ 373971 w 921894"/>
                <a:gd name="connsiteY31" fmla="*/ 585781 h 817204"/>
                <a:gd name="connsiteX32" fmla="*/ 374236 w 921894"/>
                <a:gd name="connsiteY32" fmla="*/ 587325 h 817204"/>
                <a:gd name="connsiteX33" fmla="*/ 342276 w 921894"/>
                <a:gd name="connsiteY33" fmla="*/ 608282 h 817204"/>
                <a:gd name="connsiteX34" fmla="*/ 333004 w 921894"/>
                <a:gd name="connsiteY34" fmla="*/ 599136 h 817204"/>
                <a:gd name="connsiteX35" fmla="*/ 294962 w 921894"/>
                <a:gd name="connsiteY35" fmla="*/ 575618 h 817204"/>
                <a:gd name="connsiteX36" fmla="*/ 236726 w 921894"/>
                <a:gd name="connsiteY36" fmla="*/ 578485 h 817204"/>
                <a:gd name="connsiteX37" fmla="*/ 203987 w 921894"/>
                <a:gd name="connsiteY37" fmla="*/ 601428 h 817204"/>
                <a:gd name="connsiteX38" fmla="*/ 191412 w 921894"/>
                <a:gd name="connsiteY38" fmla="*/ 615862 h 817204"/>
                <a:gd name="connsiteX39" fmla="*/ 166428 w 921894"/>
                <a:gd name="connsiteY39" fmla="*/ 671561 h 817204"/>
                <a:gd name="connsiteX40" fmla="*/ 177184 w 921894"/>
                <a:gd name="connsiteY40" fmla="*/ 673508 h 817204"/>
                <a:gd name="connsiteX41" fmla="*/ 282041 w 921894"/>
                <a:gd name="connsiteY41" fmla="*/ 673577 h 817204"/>
                <a:gd name="connsiteX42" fmla="*/ 294799 w 921894"/>
                <a:gd name="connsiteY42" fmla="*/ 673993 h 817204"/>
                <a:gd name="connsiteX43" fmla="*/ 283147 w 921894"/>
                <a:gd name="connsiteY43" fmla="*/ 712384 h 817204"/>
                <a:gd name="connsiteX44" fmla="*/ 244449 w 921894"/>
                <a:gd name="connsiteY44" fmla="*/ 713087 h 817204"/>
                <a:gd name="connsiteX45" fmla="*/ 204214 w 921894"/>
                <a:gd name="connsiteY45" fmla="*/ 713133 h 817204"/>
                <a:gd name="connsiteX46" fmla="*/ 165197 w 921894"/>
                <a:gd name="connsiteY46" fmla="*/ 713119 h 817204"/>
                <a:gd name="connsiteX47" fmla="*/ 125550 w 921894"/>
                <a:gd name="connsiteY47" fmla="*/ 712832 h 817204"/>
                <a:gd name="connsiteX48" fmla="*/ 124594 w 921894"/>
                <a:gd name="connsiteY48" fmla="*/ 705498 h 817204"/>
                <a:gd name="connsiteX49" fmla="*/ 168550 w 921894"/>
                <a:gd name="connsiteY49" fmla="*/ 581078 h 817204"/>
                <a:gd name="connsiteX50" fmla="*/ 224288 w 921894"/>
                <a:gd name="connsiteY50" fmla="*/ 540718 h 817204"/>
                <a:gd name="connsiteX51" fmla="*/ 269441 w 921894"/>
                <a:gd name="connsiteY51" fmla="*/ 531749 h 817204"/>
                <a:gd name="connsiteX52" fmla="*/ 655174 w 921894"/>
                <a:gd name="connsiteY52" fmla="*/ 528133 h 817204"/>
                <a:gd name="connsiteX53" fmla="*/ 719974 w 921894"/>
                <a:gd name="connsiteY53" fmla="*/ 548660 h 817204"/>
                <a:gd name="connsiteX54" fmla="*/ 750416 w 921894"/>
                <a:gd name="connsiteY54" fmla="*/ 574191 h 817204"/>
                <a:gd name="connsiteX55" fmla="*/ 794117 w 921894"/>
                <a:gd name="connsiteY55" fmla="*/ 659561 h 817204"/>
                <a:gd name="connsiteX56" fmla="*/ 796261 w 921894"/>
                <a:gd name="connsiteY56" fmla="*/ 708643 h 817204"/>
                <a:gd name="connsiteX57" fmla="*/ 789638 w 921894"/>
                <a:gd name="connsiteY57" fmla="*/ 709615 h 817204"/>
                <a:gd name="connsiteX58" fmla="*/ 645881 w 921894"/>
                <a:gd name="connsiteY58" fmla="*/ 709641 h 817204"/>
                <a:gd name="connsiteX59" fmla="*/ 639389 w 921894"/>
                <a:gd name="connsiteY59" fmla="*/ 709144 h 817204"/>
                <a:gd name="connsiteX60" fmla="*/ 628127 w 921894"/>
                <a:gd name="connsiteY60" fmla="*/ 672058 h 817204"/>
                <a:gd name="connsiteX61" fmla="*/ 638711 w 921894"/>
                <a:gd name="connsiteY61" fmla="*/ 670314 h 817204"/>
                <a:gd name="connsiteX62" fmla="*/ 741046 w 921894"/>
                <a:gd name="connsiteY62" fmla="*/ 670231 h 817204"/>
                <a:gd name="connsiteX63" fmla="*/ 754803 w 921894"/>
                <a:gd name="connsiteY63" fmla="*/ 668858 h 817204"/>
                <a:gd name="connsiteX64" fmla="*/ 753983 w 921894"/>
                <a:gd name="connsiteY64" fmla="*/ 661746 h 817204"/>
                <a:gd name="connsiteX65" fmla="*/ 704050 w 921894"/>
                <a:gd name="connsiteY65" fmla="*/ 585948 h 817204"/>
                <a:gd name="connsiteX66" fmla="*/ 649632 w 921894"/>
                <a:gd name="connsiteY66" fmla="*/ 567920 h 817204"/>
                <a:gd name="connsiteX67" fmla="*/ 611350 w 921894"/>
                <a:gd name="connsiteY67" fmla="*/ 578772 h 817204"/>
                <a:gd name="connsiteX68" fmla="*/ 587982 w 921894"/>
                <a:gd name="connsiteY68" fmla="*/ 596194 h 817204"/>
                <a:gd name="connsiteX69" fmla="*/ 579292 w 921894"/>
                <a:gd name="connsiteY69" fmla="*/ 604502 h 817204"/>
                <a:gd name="connsiteX70" fmla="*/ 546875 w 921894"/>
                <a:gd name="connsiteY70" fmla="*/ 583121 h 817204"/>
                <a:gd name="connsiteX71" fmla="*/ 551205 w 921894"/>
                <a:gd name="connsiteY71" fmla="*/ 577339 h 817204"/>
                <a:gd name="connsiteX72" fmla="*/ 589490 w 921894"/>
                <a:gd name="connsiteY72" fmla="*/ 545627 h 817204"/>
                <a:gd name="connsiteX73" fmla="*/ 655174 w 921894"/>
                <a:gd name="connsiteY73" fmla="*/ 528133 h 817204"/>
                <a:gd name="connsiteX74" fmla="*/ 460362 w 921894"/>
                <a:gd name="connsiteY74" fmla="*/ 456729 h 817204"/>
                <a:gd name="connsiteX75" fmla="*/ 420749 w 921894"/>
                <a:gd name="connsiteY75" fmla="*/ 502816 h 817204"/>
                <a:gd name="connsiteX76" fmla="*/ 467029 w 921894"/>
                <a:gd name="connsiteY76" fmla="*/ 544605 h 817204"/>
                <a:gd name="connsiteX77" fmla="*/ 486222 w 921894"/>
                <a:gd name="connsiteY77" fmla="*/ 539210 h 817204"/>
                <a:gd name="connsiteX78" fmla="*/ 494992 w 921894"/>
                <a:gd name="connsiteY78" fmla="*/ 532707 h 817204"/>
                <a:gd name="connsiteX79" fmla="*/ 504857 w 921894"/>
                <a:gd name="connsiteY79" fmla="*/ 482390 h 817204"/>
                <a:gd name="connsiteX80" fmla="*/ 460362 w 921894"/>
                <a:gd name="connsiteY80" fmla="*/ 456729 h 817204"/>
                <a:gd name="connsiteX81" fmla="*/ 449863 w 921894"/>
                <a:gd name="connsiteY81" fmla="*/ 413123 h 817204"/>
                <a:gd name="connsiteX82" fmla="*/ 551268 w 921894"/>
                <a:gd name="connsiteY82" fmla="*/ 480334 h 817204"/>
                <a:gd name="connsiteX83" fmla="*/ 539433 w 921894"/>
                <a:gd name="connsiteY83" fmla="*/ 548929 h 817204"/>
                <a:gd name="connsiteX84" fmla="*/ 478171 w 921894"/>
                <a:gd name="connsiteY84" fmla="*/ 588546 h 817204"/>
                <a:gd name="connsiteX85" fmla="*/ 378193 w 921894"/>
                <a:gd name="connsiteY85" fmla="*/ 520874 h 817204"/>
                <a:gd name="connsiteX86" fmla="*/ 449863 w 921894"/>
                <a:gd name="connsiteY86" fmla="*/ 413123 h 817204"/>
                <a:gd name="connsiteX87" fmla="*/ 280195 w 921894"/>
                <a:gd name="connsiteY87" fmla="*/ 402638 h 817204"/>
                <a:gd name="connsiteX88" fmla="*/ 240973 w 921894"/>
                <a:gd name="connsiteY88" fmla="*/ 434615 h 817204"/>
                <a:gd name="connsiteX89" fmla="*/ 259430 w 921894"/>
                <a:gd name="connsiteY89" fmla="*/ 472027 h 817204"/>
                <a:gd name="connsiteX90" fmla="*/ 280526 w 921894"/>
                <a:gd name="connsiteY90" fmla="*/ 476338 h 817204"/>
                <a:gd name="connsiteX91" fmla="*/ 314543 w 921894"/>
                <a:gd name="connsiteY91" fmla="*/ 440073 h 817204"/>
                <a:gd name="connsiteX92" fmla="*/ 280195 w 921894"/>
                <a:gd name="connsiteY92" fmla="*/ 402638 h 817204"/>
                <a:gd name="connsiteX93" fmla="*/ 651914 w 921894"/>
                <a:gd name="connsiteY93" fmla="*/ 396998 h 817204"/>
                <a:gd name="connsiteX94" fmla="*/ 615166 w 921894"/>
                <a:gd name="connsiteY94" fmla="*/ 431921 h 817204"/>
                <a:gd name="connsiteX95" fmla="*/ 647896 w 921894"/>
                <a:gd name="connsiteY95" fmla="*/ 470718 h 817204"/>
                <a:gd name="connsiteX96" fmla="*/ 688522 w 921894"/>
                <a:gd name="connsiteY96" fmla="*/ 440445 h 817204"/>
                <a:gd name="connsiteX97" fmla="*/ 679895 w 921894"/>
                <a:gd name="connsiteY97" fmla="*/ 409404 h 817204"/>
                <a:gd name="connsiteX98" fmla="*/ 651914 w 921894"/>
                <a:gd name="connsiteY98" fmla="*/ 396998 h 817204"/>
                <a:gd name="connsiteX99" fmla="*/ 278476 w 921894"/>
                <a:gd name="connsiteY99" fmla="*/ 363076 h 817204"/>
                <a:gd name="connsiteX100" fmla="*/ 344190 w 921894"/>
                <a:gd name="connsiteY100" fmla="*/ 402307 h 817204"/>
                <a:gd name="connsiteX101" fmla="*/ 349590 w 921894"/>
                <a:gd name="connsiteY101" fmla="*/ 414274 h 817204"/>
                <a:gd name="connsiteX102" fmla="*/ 337668 w 921894"/>
                <a:gd name="connsiteY102" fmla="*/ 486555 h 817204"/>
                <a:gd name="connsiteX103" fmla="*/ 259509 w 921894"/>
                <a:gd name="connsiteY103" fmla="*/ 513859 h 817204"/>
                <a:gd name="connsiteX104" fmla="*/ 202323 w 921894"/>
                <a:gd name="connsiteY104" fmla="*/ 453860 h 817204"/>
                <a:gd name="connsiteX105" fmla="*/ 251875 w 921894"/>
                <a:gd name="connsiteY105" fmla="*/ 367526 h 817204"/>
                <a:gd name="connsiteX106" fmla="*/ 278476 w 921894"/>
                <a:gd name="connsiteY106" fmla="*/ 363076 h 817204"/>
                <a:gd name="connsiteX107" fmla="*/ 666922 w 921894"/>
                <a:gd name="connsiteY107" fmla="*/ 358729 h 817204"/>
                <a:gd name="connsiteX108" fmla="*/ 727586 w 921894"/>
                <a:gd name="connsiteY108" fmla="*/ 420377 h 817204"/>
                <a:gd name="connsiteX109" fmla="*/ 636240 w 921894"/>
                <a:gd name="connsiteY109" fmla="*/ 508816 h 817204"/>
                <a:gd name="connsiteX110" fmla="*/ 628218 w 921894"/>
                <a:gd name="connsiteY110" fmla="*/ 506701 h 817204"/>
                <a:gd name="connsiteX111" fmla="*/ 579530 w 921894"/>
                <a:gd name="connsiteY111" fmla="*/ 457691 h 817204"/>
                <a:gd name="connsiteX112" fmla="*/ 633492 w 921894"/>
                <a:gd name="connsiteY112" fmla="*/ 359755 h 817204"/>
                <a:gd name="connsiteX113" fmla="*/ 666922 w 921894"/>
                <a:gd name="connsiteY113" fmla="*/ 358729 h 817204"/>
                <a:gd name="connsiteX114" fmla="*/ 495172 w 921894"/>
                <a:gd name="connsiteY114" fmla="*/ 1 h 817204"/>
                <a:gd name="connsiteX115" fmla="*/ 542719 w 921894"/>
                <a:gd name="connsiteY115" fmla="*/ 39284 h 817204"/>
                <a:gd name="connsiteX116" fmla="*/ 551352 w 921894"/>
                <a:gd name="connsiteY116" fmla="*/ 90963 h 817204"/>
                <a:gd name="connsiteX117" fmla="*/ 554183 w 921894"/>
                <a:gd name="connsiteY117" fmla="*/ 109022 h 817204"/>
                <a:gd name="connsiteX118" fmla="*/ 561755 w 921894"/>
                <a:gd name="connsiteY118" fmla="*/ 117228 h 817204"/>
                <a:gd name="connsiteX119" fmla="*/ 631464 w 921894"/>
                <a:gd name="connsiteY119" fmla="*/ 145993 h 817204"/>
                <a:gd name="connsiteX120" fmla="*/ 635811 w 921894"/>
                <a:gd name="connsiteY120" fmla="*/ 147530 h 817204"/>
                <a:gd name="connsiteX121" fmla="*/ 645333 w 921894"/>
                <a:gd name="connsiteY121" fmla="*/ 141201 h 817204"/>
                <a:gd name="connsiteX122" fmla="*/ 695756 w 921894"/>
                <a:gd name="connsiteY122" fmla="*/ 104817 h 817204"/>
                <a:gd name="connsiteX123" fmla="*/ 723997 w 921894"/>
                <a:gd name="connsiteY123" fmla="*/ 94820 h 817204"/>
                <a:gd name="connsiteX124" fmla="*/ 760066 w 921894"/>
                <a:gd name="connsiteY124" fmla="*/ 109759 h 817204"/>
                <a:gd name="connsiteX125" fmla="*/ 801495 w 921894"/>
                <a:gd name="connsiteY125" fmla="*/ 151108 h 817204"/>
                <a:gd name="connsiteX126" fmla="*/ 811824 w 921894"/>
                <a:gd name="connsiteY126" fmla="*/ 161474 h 817204"/>
                <a:gd name="connsiteX127" fmla="*/ 817137 w 921894"/>
                <a:gd name="connsiteY127" fmla="*/ 223777 h 817204"/>
                <a:gd name="connsiteX128" fmla="*/ 780290 w 921894"/>
                <a:gd name="connsiteY128" fmla="*/ 275368 h 817204"/>
                <a:gd name="connsiteX129" fmla="*/ 773256 w 921894"/>
                <a:gd name="connsiteY129" fmla="*/ 285715 h 817204"/>
                <a:gd name="connsiteX130" fmla="*/ 805946 w 921894"/>
                <a:gd name="connsiteY130" fmla="*/ 364586 h 817204"/>
                <a:gd name="connsiteX131" fmla="*/ 837139 w 921894"/>
                <a:gd name="connsiteY131" fmla="*/ 370572 h 817204"/>
                <a:gd name="connsiteX132" fmla="*/ 880432 w 921894"/>
                <a:gd name="connsiteY132" fmla="*/ 377644 h 817204"/>
                <a:gd name="connsiteX133" fmla="*/ 921650 w 921894"/>
                <a:gd name="connsiteY133" fmla="*/ 426145 h 817204"/>
                <a:gd name="connsiteX134" fmla="*/ 921651 w 921894"/>
                <a:gd name="connsiteY134" fmla="*/ 496872 h 817204"/>
                <a:gd name="connsiteX135" fmla="*/ 881349 w 921894"/>
                <a:gd name="connsiteY135" fmla="*/ 544686 h 817204"/>
                <a:gd name="connsiteX136" fmla="*/ 822319 w 921894"/>
                <a:gd name="connsiteY136" fmla="*/ 553644 h 817204"/>
                <a:gd name="connsiteX137" fmla="*/ 798297 w 921894"/>
                <a:gd name="connsiteY137" fmla="*/ 556942 h 817204"/>
                <a:gd name="connsiteX138" fmla="*/ 774382 w 921894"/>
                <a:gd name="connsiteY138" fmla="*/ 532062 h 817204"/>
                <a:gd name="connsiteX139" fmla="*/ 747319 w 921894"/>
                <a:gd name="connsiteY139" fmla="*/ 509763 h 817204"/>
                <a:gd name="connsiteX140" fmla="*/ 749089 w 921894"/>
                <a:gd name="connsiteY140" fmla="*/ 499221 h 817204"/>
                <a:gd name="connsiteX141" fmla="*/ 759599 w 921894"/>
                <a:gd name="connsiteY141" fmla="*/ 495348 h 817204"/>
                <a:gd name="connsiteX142" fmla="*/ 840189 w 921894"/>
                <a:gd name="connsiteY142" fmla="*/ 482252 h 817204"/>
                <a:gd name="connsiteX143" fmla="*/ 852263 w 921894"/>
                <a:gd name="connsiteY143" fmla="*/ 479650 h 817204"/>
                <a:gd name="connsiteX144" fmla="*/ 853208 w 921894"/>
                <a:gd name="connsiteY144" fmla="*/ 473453 h 817204"/>
                <a:gd name="connsiteX145" fmla="*/ 853250 w 921894"/>
                <a:gd name="connsiteY145" fmla="*/ 443960 h 817204"/>
                <a:gd name="connsiteX146" fmla="*/ 845901 w 921894"/>
                <a:gd name="connsiteY146" fmla="*/ 441597 h 817204"/>
                <a:gd name="connsiteX147" fmla="*/ 755695 w 921894"/>
                <a:gd name="connsiteY147" fmla="*/ 426900 h 817204"/>
                <a:gd name="connsiteX148" fmla="*/ 750120 w 921894"/>
                <a:gd name="connsiteY148" fmla="*/ 425766 h 817204"/>
                <a:gd name="connsiteX149" fmla="*/ 747005 w 921894"/>
                <a:gd name="connsiteY149" fmla="*/ 414512 h 817204"/>
                <a:gd name="connsiteX150" fmla="*/ 695935 w 921894"/>
                <a:gd name="connsiteY150" fmla="*/ 291744 h 817204"/>
                <a:gd name="connsiteX151" fmla="*/ 690497 w 921894"/>
                <a:gd name="connsiteY151" fmla="*/ 282885 h 817204"/>
                <a:gd name="connsiteX152" fmla="*/ 750436 w 921894"/>
                <a:gd name="connsiteY152" fmla="*/ 199073 h 817204"/>
                <a:gd name="connsiteX153" fmla="*/ 722067 w 921894"/>
                <a:gd name="connsiteY153" fmla="*/ 170540 h 817204"/>
                <a:gd name="connsiteX154" fmla="*/ 638156 w 921894"/>
                <a:gd name="connsiteY154" fmla="*/ 230988 h 817204"/>
                <a:gd name="connsiteX155" fmla="*/ 570917 w 921894"/>
                <a:gd name="connsiteY155" fmla="*/ 192966 h 817204"/>
                <a:gd name="connsiteX156" fmla="*/ 497438 w 921894"/>
                <a:gd name="connsiteY156" fmla="*/ 172711 h 817204"/>
                <a:gd name="connsiteX157" fmla="*/ 493325 w 921894"/>
                <a:gd name="connsiteY157" fmla="*/ 161055 h 817204"/>
                <a:gd name="connsiteX158" fmla="*/ 480199 w 921894"/>
                <a:gd name="connsiteY158" fmla="*/ 80465 h 817204"/>
                <a:gd name="connsiteX159" fmla="*/ 477830 w 921894"/>
                <a:gd name="connsiteY159" fmla="*/ 69723 h 817204"/>
                <a:gd name="connsiteX160" fmla="*/ 459496 w 921894"/>
                <a:gd name="connsiteY160" fmla="*/ 68575 h 817204"/>
                <a:gd name="connsiteX161" fmla="*/ 441812 w 921894"/>
                <a:gd name="connsiteY161" fmla="*/ 68536 h 817204"/>
                <a:gd name="connsiteX162" fmla="*/ 439307 w 921894"/>
                <a:gd name="connsiteY162" fmla="*/ 78117 h 817204"/>
                <a:gd name="connsiteX163" fmla="*/ 426366 w 921894"/>
                <a:gd name="connsiteY163" fmla="*/ 158738 h 817204"/>
                <a:gd name="connsiteX164" fmla="*/ 423581 w 921894"/>
                <a:gd name="connsiteY164" fmla="*/ 172146 h 817204"/>
                <a:gd name="connsiteX165" fmla="*/ 400860 w 921894"/>
                <a:gd name="connsiteY165" fmla="*/ 177271 h 817204"/>
                <a:gd name="connsiteX166" fmla="*/ 298148 w 921894"/>
                <a:gd name="connsiteY166" fmla="*/ 220409 h 817204"/>
                <a:gd name="connsiteX167" fmla="*/ 281243 w 921894"/>
                <a:gd name="connsiteY167" fmla="*/ 231461 h 817204"/>
                <a:gd name="connsiteX168" fmla="*/ 196439 w 921894"/>
                <a:gd name="connsiteY168" fmla="*/ 170631 h 817204"/>
                <a:gd name="connsiteX169" fmla="*/ 170221 w 921894"/>
                <a:gd name="connsiteY169" fmla="*/ 197210 h 817204"/>
                <a:gd name="connsiteX170" fmla="*/ 230919 w 921894"/>
                <a:gd name="connsiteY170" fmla="*/ 281728 h 817204"/>
                <a:gd name="connsiteX171" fmla="*/ 223548 w 921894"/>
                <a:gd name="connsiteY171" fmla="*/ 293433 h 817204"/>
                <a:gd name="connsiteX172" fmla="*/ 175255 w 921894"/>
                <a:gd name="connsiteY172" fmla="*/ 410865 h 817204"/>
                <a:gd name="connsiteX173" fmla="*/ 172847 w 921894"/>
                <a:gd name="connsiteY173" fmla="*/ 421564 h 817204"/>
                <a:gd name="connsiteX174" fmla="*/ 171225 w 921894"/>
                <a:gd name="connsiteY174" fmla="*/ 424642 h 817204"/>
                <a:gd name="connsiteX175" fmla="*/ 69966 w 921894"/>
                <a:gd name="connsiteY175" fmla="*/ 441875 h 817204"/>
                <a:gd name="connsiteX176" fmla="*/ 68696 w 921894"/>
                <a:gd name="connsiteY176" fmla="*/ 460261 h 817204"/>
                <a:gd name="connsiteX177" fmla="*/ 68656 w 921894"/>
                <a:gd name="connsiteY177" fmla="*/ 477908 h 817204"/>
                <a:gd name="connsiteX178" fmla="*/ 76775 w 921894"/>
                <a:gd name="connsiteY178" fmla="*/ 480415 h 817204"/>
                <a:gd name="connsiteX179" fmla="*/ 165773 w 921894"/>
                <a:gd name="connsiteY179" fmla="*/ 494974 h 817204"/>
                <a:gd name="connsiteX180" fmla="*/ 171900 w 921894"/>
                <a:gd name="connsiteY180" fmla="*/ 496255 h 817204"/>
                <a:gd name="connsiteX181" fmla="*/ 175235 w 921894"/>
                <a:gd name="connsiteY181" fmla="*/ 513197 h 817204"/>
                <a:gd name="connsiteX182" fmla="*/ 163485 w 921894"/>
                <a:gd name="connsiteY182" fmla="*/ 521960 h 817204"/>
                <a:gd name="connsiteX183" fmla="*/ 134372 w 921894"/>
                <a:gd name="connsiteY183" fmla="*/ 549636 h 817204"/>
                <a:gd name="connsiteX184" fmla="*/ 121562 w 921894"/>
                <a:gd name="connsiteY184" fmla="*/ 554344 h 817204"/>
                <a:gd name="connsiteX185" fmla="*/ 68353 w 921894"/>
                <a:gd name="connsiteY185" fmla="*/ 547668 h 817204"/>
                <a:gd name="connsiteX186" fmla="*/ 41774 w 921894"/>
                <a:gd name="connsiteY186" fmla="*/ 544138 h 817204"/>
                <a:gd name="connsiteX187" fmla="*/ 330 w 921894"/>
                <a:gd name="connsiteY187" fmla="*/ 497390 h 817204"/>
                <a:gd name="connsiteX188" fmla="*/ 297 w 921894"/>
                <a:gd name="connsiteY188" fmla="*/ 423007 h 817204"/>
                <a:gd name="connsiteX189" fmla="*/ 37534 w 921894"/>
                <a:gd name="connsiteY189" fmla="*/ 377764 h 817204"/>
                <a:gd name="connsiteX190" fmla="*/ 77136 w 921894"/>
                <a:gd name="connsiteY190" fmla="*/ 370851 h 817204"/>
                <a:gd name="connsiteX191" fmla="*/ 108422 w 921894"/>
                <a:gd name="connsiteY191" fmla="*/ 365856 h 817204"/>
                <a:gd name="connsiteX192" fmla="*/ 117513 w 921894"/>
                <a:gd name="connsiteY192" fmla="*/ 357714 h 817204"/>
                <a:gd name="connsiteX193" fmla="*/ 132797 w 921894"/>
                <a:gd name="connsiteY193" fmla="*/ 315641 h 817204"/>
                <a:gd name="connsiteX194" fmla="*/ 147708 w 921894"/>
                <a:gd name="connsiteY194" fmla="*/ 284540 h 817204"/>
                <a:gd name="connsiteX195" fmla="*/ 142018 w 921894"/>
                <a:gd name="connsiteY195" fmla="*/ 275671 h 817204"/>
                <a:gd name="connsiteX196" fmla="*/ 104975 w 921894"/>
                <a:gd name="connsiteY196" fmla="*/ 224218 h 817204"/>
                <a:gd name="connsiteX197" fmla="*/ 94956 w 921894"/>
                <a:gd name="connsiteY197" fmla="*/ 195980 h 817204"/>
                <a:gd name="connsiteX198" fmla="*/ 107362 w 921894"/>
                <a:gd name="connsiteY198" fmla="*/ 162590 h 817204"/>
                <a:gd name="connsiteX199" fmla="*/ 161626 w 921894"/>
                <a:gd name="connsiteY199" fmla="*/ 108217 h 817204"/>
                <a:gd name="connsiteX200" fmla="*/ 222104 w 921894"/>
                <a:gd name="connsiteY200" fmla="*/ 104620 h 817204"/>
                <a:gd name="connsiteX201" fmla="*/ 273673 w 921894"/>
                <a:gd name="connsiteY201" fmla="*/ 141501 h 817204"/>
                <a:gd name="connsiteX202" fmla="*/ 283340 w 921894"/>
                <a:gd name="connsiteY202" fmla="*/ 148129 h 817204"/>
                <a:gd name="connsiteX203" fmla="*/ 322527 w 921894"/>
                <a:gd name="connsiteY203" fmla="*/ 129889 h 817204"/>
                <a:gd name="connsiteX204" fmla="*/ 362978 w 921894"/>
                <a:gd name="connsiteY204" fmla="*/ 115077 h 817204"/>
                <a:gd name="connsiteX205" fmla="*/ 368189 w 921894"/>
                <a:gd name="connsiteY205" fmla="*/ 88007 h 817204"/>
                <a:gd name="connsiteX206" fmla="*/ 375612 w 921894"/>
                <a:gd name="connsiteY206" fmla="*/ 42301 h 817204"/>
                <a:gd name="connsiteX207" fmla="*/ 424445 w 921894"/>
                <a:gd name="connsiteY207" fmla="*/ 12 h 817204"/>
                <a:gd name="connsiteX208" fmla="*/ 495172 w 921894"/>
                <a:gd name="connsiteY208" fmla="*/ 1 h 81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921894" h="817204">
                  <a:moveTo>
                    <a:pt x="476661" y="606860"/>
                  </a:moveTo>
                  <a:cubicBezTo>
                    <a:pt x="490808" y="608045"/>
                    <a:pt x="504776" y="611425"/>
                    <a:pt x="518543" y="617024"/>
                  </a:cubicBezTo>
                  <a:cubicBezTo>
                    <a:pt x="520799" y="617942"/>
                    <a:pt x="523018" y="618950"/>
                    <a:pt x="526076" y="620325"/>
                  </a:cubicBezTo>
                  <a:cubicBezTo>
                    <a:pt x="576062" y="645607"/>
                    <a:pt x="606708" y="686040"/>
                    <a:pt x="624295" y="737238"/>
                  </a:cubicBezTo>
                  <a:cubicBezTo>
                    <a:pt x="632977" y="762511"/>
                    <a:pt x="635357" y="788643"/>
                    <a:pt x="633581" y="815711"/>
                  </a:cubicBezTo>
                  <a:cubicBezTo>
                    <a:pt x="631960" y="816216"/>
                    <a:pt x="630501" y="817064"/>
                    <a:pt x="629039" y="817068"/>
                  </a:cubicBezTo>
                  <a:cubicBezTo>
                    <a:pt x="599385" y="817145"/>
                    <a:pt x="569730" y="817135"/>
                    <a:pt x="540076" y="817091"/>
                  </a:cubicBezTo>
                  <a:cubicBezTo>
                    <a:pt x="538922" y="817090"/>
                    <a:pt x="537769" y="816576"/>
                    <a:pt x="536686" y="816318"/>
                  </a:cubicBezTo>
                  <a:cubicBezTo>
                    <a:pt x="534593" y="807558"/>
                    <a:pt x="534424" y="785072"/>
                    <a:pt x="536496" y="773263"/>
                  </a:cubicBezTo>
                  <a:cubicBezTo>
                    <a:pt x="552303" y="771704"/>
                    <a:pt x="568489" y="773521"/>
                    <a:pt x="585251" y="772146"/>
                  </a:cubicBezTo>
                  <a:cubicBezTo>
                    <a:pt x="585356" y="769577"/>
                    <a:pt x="585976" y="767194"/>
                    <a:pt x="585463" y="765088"/>
                  </a:cubicBezTo>
                  <a:cubicBezTo>
                    <a:pt x="575778" y="725348"/>
                    <a:pt x="555971" y="691949"/>
                    <a:pt x="521460" y="669122"/>
                  </a:cubicBezTo>
                  <a:cubicBezTo>
                    <a:pt x="485553" y="645372"/>
                    <a:pt x="448378" y="644950"/>
                    <a:pt x="411281" y="667191"/>
                  </a:cubicBezTo>
                  <a:cubicBezTo>
                    <a:pt x="397533" y="675434"/>
                    <a:pt x="386067" y="686328"/>
                    <a:pt x="376113" y="698801"/>
                  </a:cubicBezTo>
                  <a:cubicBezTo>
                    <a:pt x="361741" y="716807"/>
                    <a:pt x="351472" y="736941"/>
                    <a:pt x="345476" y="759211"/>
                  </a:cubicBezTo>
                  <a:cubicBezTo>
                    <a:pt x="344739" y="761949"/>
                    <a:pt x="344142" y="764735"/>
                    <a:pt x="343696" y="767533"/>
                  </a:cubicBezTo>
                  <a:cubicBezTo>
                    <a:pt x="343517" y="768650"/>
                    <a:pt x="343925" y="769860"/>
                    <a:pt x="344112" y="771414"/>
                  </a:cubicBezTo>
                  <a:cubicBezTo>
                    <a:pt x="349154" y="773668"/>
                    <a:pt x="354459" y="772449"/>
                    <a:pt x="359586" y="772621"/>
                  </a:cubicBezTo>
                  <a:cubicBezTo>
                    <a:pt x="365267" y="772811"/>
                    <a:pt x="370959" y="772665"/>
                    <a:pt x="376646" y="772665"/>
                  </a:cubicBezTo>
                  <a:cubicBezTo>
                    <a:pt x="381889" y="772665"/>
                    <a:pt x="387131" y="772665"/>
                    <a:pt x="392072" y="772665"/>
                  </a:cubicBezTo>
                  <a:cubicBezTo>
                    <a:pt x="395021" y="781257"/>
                    <a:pt x="395256" y="806296"/>
                    <a:pt x="392535" y="817197"/>
                  </a:cubicBezTo>
                  <a:cubicBezTo>
                    <a:pt x="363166" y="817204"/>
                    <a:pt x="333561" y="817219"/>
                    <a:pt x="303957" y="817169"/>
                  </a:cubicBezTo>
                  <a:cubicBezTo>
                    <a:pt x="301609" y="817166"/>
                    <a:pt x="299261" y="816784"/>
                    <a:pt x="296522" y="816542"/>
                  </a:cubicBezTo>
                  <a:cubicBezTo>
                    <a:pt x="294840" y="810984"/>
                    <a:pt x="295622" y="805709"/>
                    <a:pt x="295552" y="800541"/>
                  </a:cubicBezTo>
                  <a:cubicBezTo>
                    <a:pt x="295482" y="795264"/>
                    <a:pt x="295409" y="789955"/>
                    <a:pt x="295880" y="784709"/>
                  </a:cubicBezTo>
                  <a:cubicBezTo>
                    <a:pt x="301066" y="726913"/>
                    <a:pt x="325462" y="678920"/>
                    <a:pt x="369912" y="641489"/>
                  </a:cubicBezTo>
                  <a:cubicBezTo>
                    <a:pt x="388516" y="625824"/>
                    <a:pt x="409851" y="615082"/>
                    <a:pt x="433702" y="609856"/>
                  </a:cubicBezTo>
                  <a:cubicBezTo>
                    <a:pt x="448188" y="606681"/>
                    <a:pt x="462515" y="605674"/>
                    <a:pt x="476661" y="606860"/>
                  </a:cubicBezTo>
                  <a:close/>
                  <a:moveTo>
                    <a:pt x="269441" y="531749"/>
                  </a:moveTo>
                  <a:cubicBezTo>
                    <a:pt x="284497" y="531739"/>
                    <a:pt x="299554" y="534706"/>
                    <a:pt x="314600" y="540640"/>
                  </a:cubicBezTo>
                  <a:cubicBezTo>
                    <a:pt x="337404" y="549634"/>
                    <a:pt x="356192" y="564182"/>
                    <a:pt x="372019" y="582723"/>
                  </a:cubicBezTo>
                  <a:cubicBezTo>
                    <a:pt x="372798" y="583635"/>
                    <a:pt x="373366" y="584734"/>
                    <a:pt x="373971" y="585781"/>
                  </a:cubicBezTo>
                  <a:cubicBezTo>
                    <a:pt x="374144" y="586081"/>
                    <a:pt x="374105" y="586504"/>
                    <a:pt x="374236" y="587325"/>
                  </a:cubicBezTo>
                  <a:cubicBezTo>
                    <a:pt x="363940" y="594077"/>
                    <a:pt x="353478" y="600936"/>
                    <a:pt x="342276" y="608282"/>
                  </a:cubicBezTo>
                  <a:cubicBezTo>
                    <a:pt x="339276" y="605319"/>
                    <a:pt x="336173" y="602194"/>
                    <a:pt x="333004" y="599136"/>
                  </a:cubicBezTo>
                  <a:cubicBezTo>
                    <a:pt x="322028" y="588546"/>
                    <a:pt x="309459" y="580503"/>
                    <a:pt x="294962" y="575618"/>
                  </a:cubicBezTo>
                  <a:cubicBezTo>
                    <a:pt x="275186" y="568954"/>
                    <a:pt x="255747" y="570176"/>
                    <a:pt x="236726" y="578485"/>
                  </a:cubicBezTo>
                  <a:cubicBezTo>
                    <a:pt x="224289" y="583917"/>
                    <a:pt x="213374" y="591645"/>
                    <a:pt x="203987" y="601428"/>
                  </a:cubicBezTo>
                  <a:cubicBezTo>
                    <a:pt x="199775" y="605818"/>
                    <a:pt x="195946" y="610574"/>
                    <a:pt x="191412" y="615862"/>
                  </a:cubicBezTo>
                  <a:cubicBezTo>
                    <a:pt x="178894" y="633228"/>
                    <a:pt x="170177" y="651316"/>
                    <a:pt x="166428" y="671561"/>
                  </a:cubicBezTo>
                  <a:cubicBezTo>
                    <a:pt x="169959" y="674546"/>
                    <a:pt x="173724" y="673499"/>
                    <a:pt x="177184" y="673508"/>
                  </a:cubicBezTo>
                  <a:cubicBezTo>
                    <a:pt x="212136" y="673591"/>
                    <a:pt x="247089" y="673546"/>
                    <a:pt x="282041" y="673577"/>
                  </a:cubicBezTo>
                  <a:cubicBezTo>
                    <a:pt x="285991" y="673581"/>
                    <a:pt x="289942" y="673828"/>
                    <a:pt x="294799" y="673993"/>
                  </a:cubicBezTo>
                  <a:cubicBezTo>
                    <a:pt x="290787" y="687211"/>
                    <a:pt x="287054" y="699512"/>
                    <a:pt x="283147" y="712384"/>
                  </a:cubicBezTo>
                  <a:cubicBezTo>
                    <a:pt x="270293" y="714020"/>
                    <a:pt x="257344" y="712893"/>
                    <a:pt x="244449" y="713087"/>
                  </a:cubicBezTo>
                  <a:cubicBezTo>
                    <a:pt x="231040" y="713290"/>
                    <a:pt x="217626" y="713133"/>
                    <a:pt x="204214" y="713133"/>
                  </a:cubicBezTo>
                  <a:cubicBezTo>
                    <a:pt x="191208" y="713133"/>
                    <a:pt x="178203" y="713180"/>
                    <a:pt x="165197" y="713119"/>
                  </a:cubicBezTo>
                  <a:cubicBezTo>
                    <a:pt x="152242" y="713059"/>
                    <a:pt x="139273" y="713411"/>
                    <a:pt x="125550" y="712832"/>
                  </a:cubicBezTo>
                  <a:cubicBezTo>
                    <a:pt x="125172" y="710015"/>
                    <a:pt x="124685" y="707765"/>
                    <a:pt x="124594" y="705498"/>
                  </a:cubicBezTo>
                  <a:cubicBezTo>
                    <a:pt x="122687" y="658182"/>
                    <a:pt x="137856" y="616824"/>
                    <a:pt x="168550" y="581078"/>
                  </a:cubicBezTo>
                  <a:cubicBezTo>
                    <a:pt x="183869" y="563238"/>
                    <a:pt x="202299" y="549448"/>
                    <a:pt x="224288" y="540718"/>
                  </a:cubicBezTo>
                  <a:cubicBezTo>
                    <a:pt x="239331" y="534745"/>
                    <a:pt x="254386" y="531759"/>
                    <a:pt x="269441" y="531749"/>
                  </a:cubicBezTo>
                  <a:close/>
                  <a:moveTo>
                    <a:pt x="655174" y="528133"/>
                  </a:moveTo>
                  <a:cubicBezTo>
                    <a:pt x="676930" y="528663"/>
                    <a:pt x="698539" y="535530"/>
                    <a:pt x="719974" y="548660"/>
                  </a:cubicBezTo>
                  <a:cubicBezTo>
                    <a:pt x="731112" y="555482"/>
                    <a:pt x="740891" y="564044"/>
                    <a:pt x="750416" y="574191"/>
                  </a:cubicBezTo>
                  <a:cubicBezTo>
                    <a:pt x="772835" y="599272"/>
                    <a:pt x="787378" y="627423"/>
                    <a:pt x="794117" y="659561"/>
                  </a:cubicBezTo>
                  <a:cubicBezTo>
                    <a:pt x="797424" y="675332"/>
                    <a:pt x="798302" y="693153"/>
                    <a:pt x="796261" y="708643"/>
                  </a:cubicBezTo>
                  <a:cubicBezTo>
                    <a:pt x="794203" y="708958"/>
                    <a:pt x="791921" y="709612"/>
                    <a:pt x="789638" y="709615"/>
                  </a:cubicBezTo>
                  <a:cubicBezTo>
                    <a:pt x="741719" y="709675"/>
                    <a:pt x="693800" y="709666"/>
                    <a:pt x="645881" y="709641"/>
                  </a:cubicBezTo>
                  <a:cubicBezTo>
                    <a:pt x="643883" y="709639"/>
                    <a:pt x="641885" y="709343"/>
                    <a:pt x="639389" y="709144"/>
                  </a:cubicBezTo>
                  <a:cubicBezTo>
                    <a:pt x="635622" y="696739"/>
                    <a:pt x="631879" y="684414"/>
                    <a:pt x="628127" y="672058"/>
                  </a:cubicBezTo>
                  <a:cubicBezTo>
                    <a:pt x="631511" y="669251"/>
                    <a:pt x="635263" y="670323"/>
                    <a:pt x="638711" y="670314"/>
                  </a:cubicBezTo>
                  <a:cubicBezTo>
                    <a:pt x="672823" y="670226"/>
                    <a:pt x="706934" y="670286"/>
                    <a:pt x="741046" y="670231"/>
                  </a:cubicBezTo>
                  <a:cubicBezTo>
                    <a:pt x="745398" y="670223"/>
                    <a:pt x="749882" y="670924"/>
                    <a:pt x="754803" y="668858"/>
                  </a:cubicBezTo>
                  <a:cubicBezTo>
                    <a:pt x="754528" y="666339"/>
                    <a:pt x="754567" y="663960"/>
                    <a:pt x="753983" y="661746"/>
                  </a:cubicBezTo>
                  <a:cubicBezTo>
                    <a:pt x="745843" y="630891"/>
                    <a:pt x="729690" y="605194"/>
                    <a:pt x="704050" y="585948"/>
                  </a:cubicBezTo>
                  <a:cubicBezTo>
                    <a:pt x="688026" y="573918"/>
                    <a:pt x="670011" y="567325"/>
                    <a:pt x="649632" y="567920"/>
                  </a:cubicBezTo>
                  <a:cubicBezTo>
                    <a:pt x="635906" y="568321"/>
                    <a:pt x="623277" y="572308"/>
                    <a:pt x="611350" y="578772"/>
                  </a:cubicBezTo>
                  <a:cubicBezTo>
                    <a:pt x="602737" y="583438"/>
                    <a:pt x="595012" y="589365"/>
                    <a:pt x="587982" y="596194"/>
                  </a:cubicBezTo>
                  <a:cubicBezTo>
                    <a:pt x="585113" y="598981"/>
                    <a:pt x="582200" y="601725"/>
                    <a:pt x="579292" y="604502"/>
                  </a:cubicBezTo>
                  <a:cubicBezTo>
                    <a:pt x="568425" y="597335"/>
                    <a:pt x="558007" y="590463"/>
                    <a:pt x="546875" y="583121"/>
                  </a:cubicBezTo>
                  <a:cubicBezTo>
                    <a:pt x="548424" y="581036"/>
                    <a:pt x="549673" y="579062"/>
                    <a:pt x="551205" y="577339"/>
                  </a:cubicBezTo>
                  <a:cubicBezTo>
                    <a:pt x="562342" y="564814"/>
                    <a:pt x="574777" y="553787"/>
                    <a:pt x="589490" y="545627"/>
                  </a:cubicBezTo>
                  <a:cubicBezTo>
                    <a:pt x="611516" y="533410"/>
                    <a:pt x="633419" y="527603"/>
                    <a:pt x="655174" y="528133"/>
                  </a:cubicBezTo>
                  <a:close/>
                  <a:moveTo>
                    <a:pt x="460362" y="456729"/>
                  </a:moveTo>
                  <a:cubicBezTo>
                    <a:pt x="436615" y="459692"/>
                    <a:pt x="419697" y="478927"/>
                    <a:pt x="420749" y="502816"/>
                  </a:cubicBezTo>
                  <a:cubicBezTo>
                    <a:pt x="421838" y="527537"/>
                    <a:pt x="442313" y="545611"/>
                    <a:pt x="467029" y="544605"/>
                  </a:cubicBezTo>
                  <a:cubicBezTo>
                    <a:pt x="473210" y="544353"/>
                    <a:pt x="479053" y="542914"/>
                    <a:pt x="486222" y="539210"/>
                  </a:cubicBezTo>
                  <a:cubicBezTo>
                    <a:pt x="489159" y="537057"/>
                    <a:pt x="492348" y="535174"/>
                    <a:pt x="494992" y="532707"/>
                  </a:cubicBezTo>
                  <a:cubicBezTo>
                    <a:pt x="508739" y="519877"/>
                    <a:pt x="512677" y="499392"/>
                    <a:pt x="504857" y="482390"/>
                  </a:cubicBezTo>
                  <a:cubicBezTo>
                    <a:pt x="497029" y="465370"/>
                    <a:pt x="478424" y="454476"/>
                    <a:pt x="460362" y="456729"/>
                  </a:cubicBezTo>
                  <a:close/>
                  <a:moveTo>
                    <a:pt x="449863" y="413123"/>
                  </a:moveTo>
                  <a:cubicBezTo>
                    <a:pt x="501123" y="404583"/>
                    <a:pt x="541591" y="438836"/>
                    <a:pt x="551268" y="480334"/>
                  </a:cubicBezTo>
                  <a:cubicBezTo>
                    <a:pt x="556901" y="504489"/>
                    <a:pt x="552846" y="527096"/>
                    <a:pt x="539433" y="548929"/>
                  </a:cubicBezTo>
                  <a:cubicBezTo>
                    <a:pt x="524170" y="571188"/>
                    <a:pt x="504080" y="584337"/>
                    <a:pt x="478171" y="588546"/>
                  </a:cubicBezTo>
                  <a:cubicBezTo>
                    <a:pt x="432861" y="595908"/>
                    <a:pt x="388343" y="565837"/>
                    <a:pt x="378193" y="520874"/>
                  </a:cubicBezTo>
                  <a:cubicBezTo>
                    <a:pt x="366865" y="470690"/>
                    <a:pt x="399053" y="421588"/>
                    <a:pt x="449863" y="413123"/>
                  </a:cubicBezTo>
                  <a:close/>
                  <a:moveTo>
                    <a:pt x="280195" y="402638"/>
                  </a:moveTo>
                  <a:cubicBezTo>
                    <a:pt x="260669" y="401208"/>
                    <a:pt x="243258" y="415295"/>
                    <a:pt x="240973" y="434615"/>
                  </a:cubicBezTo>
                  <a:cubicBezTo>
                    <a:pt x="239139" y="450124"/>
                    <a:pt x="244802" y="462320"/>
                    <a:pt x="259430" y="472027"/>
                  </a:cubicBezTo>
                  <a:cubicBezTo>
                    <a:pt x="265993" y="475758"/>
                    <a:pt x="273098" y="476855"/>
                    <a:pt x="280526" y="476338"/>
                  </a:cubicBezTo>
                  <a:cubicBezTo>
                    <a:pt x="299457" y="475019"/>
                    <a:pt x="314346" y="459140"/>
                    <a:pt x="314543" y="440073"/>
                  </a:cubicBezTo>
                  <a:cubicBezTo>
                    <a:pt x="314744" y="420738"/>
                    <a:pt x="299428" y="404046"/>
                    <a:pt x="280195" y="402638"/>
                  </a:cubicBezTo>
                  <a:close/>
                  <a:moveTo>
                    <a:pt x="651914" y="396998"/>
                  </a:moveTo>
                  <a:cubicBezTo>
                    <a:pt x="635666" y="396671"/>
                    <a:pt x="616823" y="409090"/>
                    <a:pt x="615166" y="431921"/>
                  </a:cubicBezTo>
                  <a:cubicBezTo>
                    <a:pt x="613772" y="451123"/>
                    <a:pt x="628851" y="468739"/>
                    <a:pt x="647896" y="470718"/>
                  </a:cubicBezTo>
                  <a:cubicBezTo>
                    <a:pt x="667659" y="472772"/>
                    <a:pt x="685033" y="459827"/>
                    <a:pt x="688522" y="440445"/>
                  </a:cubicBezTo>
                  <a:cubicBezTo>
                    <a:pt x="690504" y="429436"/>
                    <a:pt x="687918" y="419576"/>
                    <a:pt x="679895" y="409404"/>
                  </a:cubicBezTo>
                  <a:cubicBezTo>
                    <a:pt x="672358" y="401231"/>
                    <a:pt x="663148" y="397223"/>
                    <a:pt x="651914" y="396998"/>
                  </a:cubicBezTo>
                  <a:close/>
                  <a:moveTo>
                    <a:pt x="278476" y="363076"/>
                  </a:moveTo>
                  <a:cubicBezTo>
                    <a:pt x="305042" y="363426"/>
                    <a:pt x="330362" y="377758"/>
                    <a:pt x="344190" y="402307"/>
                  </a:cubicBezTo>
                  <a:cubicBezTo>
                    <a:pt x="346173" y="405826"/>
                    <a:pt x="347586" y="409668"/>
                    <a:pt x="349590" y="414274"/>
                  </a:cubicBezTo>
                  <a:cubicBezTo>
                    <a:pt x="358089" y="441083"/>
                    <a:pt x="354535" y="465338"/>
                    <a:pt x="337668" y="486555"/>
                  </a:cubicBezTo>
                  <a:cubicBezTo>
                    <a:pt x="317615" y="511780"/>
                    <a:pt x="290779" y="521490"/>
                    <a:pt x="259509" y="513859"/>
                  </a:cubicBezTo>
                  <a:cubicBezTo>
                    <a:pt x="228309" y="506245"/>
                    <a:pt x="209286" y="485389"/>
                    <a:pt x="202323" y="453860"/>
                  </a:cubicBezTo>
                  <a:cubicBezTo>
                    <a:pt x="195263" y="421891"/>
                    <a:pt x="212584" y="381576"/>
                    <a:pt x="251875" y="367526"/>
                  </a:cubicBezTo>
                  <a:cubicBezTo>
                    <a:pt x="260628" y="364396"/>
                    <a:pt x="269621" y="362959"/>
                    <a:pt x="278476" y="363076"/>
                  </a:cubicBezTo>
                  <a:close/>
                  <a:moveTo>
                    <a:pt x="666922" y="358729"/>
                  </a:moveTo>
                  <a:cubicBezTo>
                    <a:pt x="698228" y="364837"/>
                    <a:pt x="721982" y="390606"/>
                    <a:pt x="727586" y="420377"/>
                  </a:cubicBezTo>
                  <a:cubicBezTo>
                    <a:pt x="736498" y="467719"/>
                    <a:pt x="695885" y="520098"/>
                    <a:pt x="636240" y="508816"/>
                  </a:cubicBezTo>
                  <a:cubicBezTo>
                    <a:pt x="633850" y="508365"/>
                    <a:pt x="631515" y="507620"/>
                    <a:pt x="628218" y="506701"/>
                  </a:cubicBezTo>
                  <a:cubicBezTo>
                    <a:pt x="603789" y="497584"/>
                    <a:pt x="587479" y="481574"/>
                    <a:pt x="579530" y="457691"/>
                  </a:cubicBezTo>
                  <a:cubicBezTo>
                    <a:pt x="565542" y="415666"/>
                    <a:pt x="590292" y="370494"/>
                    <a:pt x="633492" y="359755"/>
                  </a:cubicBezTo>
                  <a:cubicBezTo>
                    <a:pt x="645213" y="356842"/>
                    <a:pt x="656487" y="356693"/>
                    <a:pt x="666922" y="358729"/>
                  </a:cubicBezTo>
                  <a:close/>
                  <a:moveTo>
                    <a:pt x="495172" y="1"/>
                  </a:moveTo>
                  <a:cubicBezTo>
                    <a:pt x="515431" y="-175"/>
                    <a:pt x="538045" y="13391"/>
                    <a:pt x="542719" y="39284"/>
                  </a:cubicBezTo>
                  <a:cubicBezTo>
                    <a:pt x="545821" y="56470"/>
                    <a:pt x="548504" y="73731"/>
                    <a:pt x="551352" y="90963"/>
                  </a:cubicBezTo>
                  <a:cubicBezTo>
                    <a:pt x="552346" y="96974"/>
                    <a:pt x="553422" y="102979"/>
                    <a:pt x="554183" y="109022"/>
                  </a:cubicBezTo>
                  <a:cubicBezTo>
                    <a:pt x="554774" y="113712"/>
                    <a:pt x="557269" y="115924"/>
                    <a:pt x="561755" y="117228"/>
                  </a:cubicBezTo>
                  <a:cubicBezTo>
                    <a:pt x="586023" y="124280"/>
                    <a:pt x="609246" y="133933"/>
                    <a:pt x="631464" y="145993"/>
                  </a:cubicBezTo>
                  <a:cubicBezTo>
                    <a:pt x="632518" y="146566"/>
                    <a:pt x="633748" y="146814"/>
                    <a:pt x="635811" y="147530"/>
                  </a:cubicBezTo>
                  <a:cubicBezTo>
                    <a:pt x="638689" y="145625"/>
                    <a:pt x="642093" y="143528"/>
                    <a:pt x="645333" y="141201"/>
                  </a:cubicBezTo>
                  <a:cubicBezTo>
                    <a:pt x="662166" y="129109"/>
                    <a:pt x="678977" y="116984"/>
                    <a:pt x="695756" y="104817"/>
                  </a:cubicBezTo>
                  <a:cubicBezTo>
                    <a:pt x="704202" y="98693"/>
                    <a:pt x="713424" y="95039"/>
                    <a:pt x="723997" y="94820"/>
                  </a:cubicBezTo>
                  <a:cubicBezTo>
                    <a:pt x="738260" y="94525"/>
                    <a:pt x="750099" y="99791"/>
                    <a:pt x="760066" y="109759"/>
                  </a:cubicBezTo>
                  <a:cubicBezTo>
                    <a:pt x="773863" y="123555"/>
                    <a:pt x="787686" y="137325"/>
                    <a:pt x="801495" y="151108"/>
                  </a:cubicBezTo>
                  <a:cubicBezTo>
                    <a:pt x="804947" y="154555"/>
                    <a:pt x="808454" y="157949"/>
                    <a:pt x="811824" y="161474"/>
                  </a:cubicBezTo>
                  <a:cubicBezTo>
                    <a:pt x="829209" y="179655"/>
                    <a:pt x="831409" y="203075"/>
                    <a:pt x="817137" y="223777"/>
                  </a:cubicBezTo>
                  <a:cubicBezTo>
                    <a:pt x="805145" y="241175"/>
                    <a:pt x="792573" y="258172"/>
                    <a:pt x="780290" y="275368"/>
                  </a:cubicBezTo>
                  <a:cubicBezTo>
                    <a:pt x="777955" y="278638"/>
                    <a:pt x="775767" y="282012"/>
                    <a:pt x="773256" y="285715"/>
                  </a:cubicBezTo>
                  <a:cubicBezTo>
                    <a:pt x="787104" y="310852"/>
                    <a:pt x="798113" y="336966"/>
                    <a:pt x="805946" y="364586"/>
                  </a:cubicBezTo>
                  <a:cubicBezTo>
                    <a:pt x="816222" y="368240"/>
                    <a:pt x="826838" y="368689"/>
                    <a:pt x="837139" y="370572"/>
                  </a:cubicBezTo>
                  <a:cubicBezTo>
                    <a:pt x="851522" y="373202"/>
                    <a:pt x="865943" y="375716"/>
                    <a:pt x="880432" y="377644"/>
                  </a:cubicBezTo>
                  <a:cubicBezTo>
                    <a:pt x="899795" y="380223"/>
                    <a:pt x="921246" y="396444"/>
                    <a:pt x="921650" y="426145"/>
                  </a:cubicBezTo>
                  <a:cubicBezTo>
                    <a:pt x="921970" y="449717"/>
                    <a:pt x="921982" y="473300"/>
                    <a:pt x="921651" y="496872"/>
                  </a:cubicBezTo>
                  <a:cubicBezTo>
                    <a:pt x="921302" y="521846"/>
                    <a:pt x="906073" y="540142"/>
                    <a:pt x="881349" y="544686"/>
                  </a:cubicBezTo>
                  <a:cubicBezTo>
                    <a:pt x="861784" y="548282"/>
                    <a:pt x="842009" y="550740"/>
                    <a:pt x="822319" y="553644"/>
                  </a:cubicBezTo>
                  <a:cubicBezTo>
                    <a:pt x="814305" y="554827"/>
                    <a:pt x="806269" y="555852"/>
                    <a:pt x="798297" y="556942"/>
                  </a:cubicBezTo>
                  <a:cubicBezTo>
                    <a:pt x="790115" y="548353"/>
                    <a:pt x="782677" y="539745"/>
                    <a:pt x="774382" y="532062"/>
                  </a:cubicBezTo>
                  <a:cubicBezTo>
                    <a:pt x="766068" y="524363"/>
                    <a:pt x="756900" y="517586"/>
                    <a:pt x="747319" y="509763"/>
                  </a:cubicBezTo>
                  <a:cubicBezTo>
                    <a:pt x="747862" y="506529"/>
                    <a:pt x="748515" y="502644"/>
                    <a:pt x="749089" y="499221"/>
                  </a:cubicBezTo>
                  <a:cubicBezTo>
                    <a:pt x="752221" y="495737"/>
                    <a:pt x="756061" y="495925"/>
                    <a:pt x="759599" y="495348"/>
                  </a:cubicBezTo>
                  <a:cubicBezTo>
                    <a:pt x="786460" y="490969"/>
                    <a:pt x="813332" y="486657"/>
                    <a:pt x="840189" y="482252"/>
                  </a:cubicBezTo>
                  <a:cubicBezTo>
                    <a:pt x="844149" y="481601"/>
                    <a:pt x="848046" y="480569"/>
                    <a:pt x="852263" y="479650"/>
                  </a:cubicBezTo>
                  <a:cubicBezTo>
                    <a:pt x="852627" y="477367"/>
                    <a:pt x="853189" y="475413"/>
                    <a:pt x="853208" y="473453"/>
                  </a:cubicBezTo>
                  <a:cubicBezTo>
                    <a:pt x="853300" y="463742"/>
                    <a:pt x="853250" y="454030"/>
                    <a:pt x="853250" y="443960"/>
                  </a:cubicBezTo>
                  <a:cubicBezTo>
                    <a:pt x="850344" y="443006"/>
                    <a:pt x="848177" y="441971"/>
                    <a:pt x="845901" y="441597"/>
                  </a:cubicBezTo>
                  <a:cubicBezTo>
                    <a:pt x="815841" y="436647"/>
                    <a:pt x="785765" y="431792"/>
                    <a:pt x="755695" y="426900"/>
                  </a:cubicBezTo>
                  <a:cubicBezTo>
                    <a:pt x="754114" y="426643"/>
                    <a:pt x="752552" y="426264"/>
                    <a:pt x="750120" y="425766"/>
                  </a:cubicBezTo>
                  <a:cubicBezTo>
                    <a:pt x="749099" y="422141"/>
                    <a:pt x="747686" y="418391"/>
                    <a:pt x="747005" y="414512"/>
                  </a:cubicBezTo>
                  <a:cubicBezTo>
                    <a:pt x="739146" y="369766"/>
                    <a:pt x="722148" y="328850"/>
                    <a:pt x="695935" y="291744"/>
                  </a:cubicBezTo>
                  <a:cubicBezTo>
                    <a:pt x="694086" y="289128"/>
                    <a:pt x="692567" y="286279"/>
                    <a:pt x="690497" y="282885"/>
                  </a:cubicBezTo>
                  <a:cubicBezTo>
                    <a:pt x="710561" y="254830"/>
                    <a:pt x="730585" y="226830"/>
                    <a:pt x="750436" y="199073"/>
                  </a:cubicBezTo>
                  <a:cubicBezTo>
                    <a:pt x="744450" y="190666"/>
                    <a:pt x="731137" y="177289"/>
                    <a:pt x="722067" y="170540"/>
                  </a:cubicBezTo>
                  <a:cubicBezTo>
                    <a:pt x="694324" y="190526"/>
                    <a:pt x="666364" y="210668"/>
                    <a:pt x="638156" y="230988"/>
                  </a:cubicBezTo>
                  <a:cubicBezTo>
                    <a:pt x="616259" y="216520"/>
                    <a:pt x="594725" y="202736"/>
                    <a:pt x="570917" y="192966"/>
                  </a:cubicBezTo>
                  <a:cubicBezTo>
                    <a:pt x="547109" y="183197"/>
                    <a:pt x="522209" y="177484"/>
                    <a:pt x="497438" y="172711"/>
                  </a:cubicBezTo>
                  <a:cubicBezTo>
                    <a:pt x="493833" y="169239"/>
                    <a:pt x="493970" y="164947"/>
                    <a:pt x="493325" y="161055"/>
                  </a:cubicBezTo>
                  <a:cubicBezTo>
                    <a:pt x="488875" y="134204"/>
                    <a:pt x="484599" y="107324"/>
                    <a:pt x="480199" y="80465"/>
                  </a:cubicBezTo>
                  <a:cubicBezTo>
                    <a:pt x="479611" y="76879"/>
                    <a:pt x="478642" y="73357"/>
                    <a:pt x="477830" y="69723"/>
                  </a:cubicBezTo>
                  <a:cubicBezTo>
                    <a:pt x="471632" y="67628"/>
                    <a:pt x="465507" y="68768"/>
                    <a:pt x="459496" y="68575"/>
                  </a:cubicBezTo>
                  <a:cubicBezTo>
                    <a:pt x="453836" y="68392"/>
                    <a:pt x="448166" y="68536"/>
                    <a:pt x="441812" y="68536"/>
                  </a:cubicBezTo>
                  <a:cubicBezTo>
                    <a:pt x="440877" y="72052"/>
                    <a:pt x="439807" y="75038"/>
                    <a:pt x="439307" y="78117"/>
                  </a:cubicBezTo>
                  <a:cubicBezTo>
                    <a:pt x="434945" y="104983"/>
                    <a:pt x="430713" y="131870"/>
                    <a:pt x="426366" y="158738"/>
                  </a:cubicBezTo>
                  <a:cubicBezTo>
                    <a:pt x="425661" y="163095"/>
                    <a:pt x="424580" y="167390"/>
                    <a:pt x="423581" y="172146"/>
                  </a:cubicBezTo>
                  <a:cubicBezTo>
                    <a:pt x="415809" y="173907"/>
                    <a:pt x="408365" y="175738"/>
                    <a:pt x="400860" y="177271"/>
                  </a:cubicBezTo>
                  <a:cubicBezTo>
                    <a:pt x="363759" y="184850"/>
                    <a:pt x="329587" y="199359"/>
                    <a:pt x="298148" y="220409"/>
                  </a:cubicBezTo>
                  <a:cubicBezTo>
                    <a:pt x="292763" y="224015"/>
                    <a:pt x="287300" y="227505"/>
                    <a:pt x="281243" y="231461"/>
                  </a:cubicBezTo>
                  <a:cubicBezTo>
                    <a:pt x="253118" y="211287"/>
                    <a:pt x="225096" y="191186"/>
                    <a:pt x="196439" y="170631"/>
                  </a:cubicBezTo>
                  <a:cubicBezTo>
                    <a:pt x="187400" y="179167"/>
                    <a:pt x="178758" y="187538"/>
                    <a:pt x="170221" y="197210"/>
                  </a:cubicBezTo>
                  <a:cubicBezTo>
                    <a:pt x="190289" y="225554"/>
                    <a:pt x="210798" y="253243"/>
                    <a:pt x="230919" y="281728"/>
                  </a:cubicBezTo>
                  <a:cubicBezTo>
                    <a:pt x="228277" y="285942"/>
                    <a:pt x="226065" y="289793"/>
                    <a:pt x="223548" y="293433"/>
                  </a:cubicBezTo>
                  <a:cubicBezTo>
                    <a:pt x="198913" y="329072"/>
                    <a:pt x="182789" y="368194"/>
                    <a:pt x="175255" y="410865"/>
                  </a:cubicBezTo>
                  <a:cubicBezTo>
                    <a:pt x="174620" y="414461"/>
                    <a:pt x="173711" y="418012"/>
                    <a:pt x="172847" y="421564"/>
                  </a:cubicBezTo>
                  <a:cubicBezTo>
                    <a:pt x="172662" y="422319"/>
                    <a:pt x="172114" y="422986"/>
                    <a:pt x="171225" y="424642"/>
                  </a:cubicBezTo>
                  <a:cubicBezTo>
                    <a:pt x="138077" y="431079"/>
                    <a:pt x="103875" y="435486"/>
                    <a:pt x="69966" y="441875"/>
                  </a:cubicBezTo>
                  <a:cubicBezTo>
                    <a:pt x="67595" y="448139"/>
                    <a:pt x="68891" y="454268"/>
                    <a:pt x="68696" y="460261"/>
                  </a:cubicBezTo>
                  <a:cubicBezTo>
                    <a:pt x="68511" y="465927"/>
                    <a:pt x="68656" y="471605"/>
                    <a:pt x="68656" y="477908"/>
                  </a:cubicBezTo>
                  <a:cubicBezTo>
                    <a:pt x="71607" y="478839"/>
                    <a:pt x="74133" y="479979"/>
                    <a:pt x="76775" y="480415"/>
                  </a:cubicBezTo>
                  <a:cubicBezTo>
                    <a:pt x="106431" y="485327"/>
                    <a:pt x="136106" y="490125"/>
                    <a:pt x="165773" y="494974"/>
                  </a:cubicBezTo>
                  <a:cubicBezTo>
                    <a:pt x="167730" y="495294"/>
                    <a:pt x="169660" y="495782"/>
                    <a:pt x="171900" y="496255"/>
                  </a:cubicBezTo>
                  <a:cubicBezTo>
                    <a:pt x="173680" y="501884"/>
                    <a:pt x="175359" y="507179"/>
                    <a:pt x="175235" y="513197"/>
                  </a:cubicBezTo>
                  <a:cubicBezTo>
                    <a:pt x="171245" y="516168"/>
                    <a:pt x="167326" y="519013"/>
                    <a:pt x="163485" y="521960"/>
                  </a:cubicBezTo>
                  <a:cubicBezTo>
                    <a:pt x="152807" y="530156"/>
                    <a:pt x="143113" y="539419"/>
                    <a:pt x="134372" y="549636"/>
                  </a:cubicBezTo>
                  <a:cubicBezTo>
                    <a:pt x="130861" y="553739"/>
                    <a:pt x="127099" y="555140"/>
                    <a:pt x="121562" y="554344"/>
                  </a:cubicBezTo>
                  <a:cubicBezTo>
                    <a:pt x="103872" y="551798"/>
                    <a:pt x="86092" y="549881"/>
                    <a:pt x="68353" y="547668"/>
                  </a:cubicBezTo>
                  <a:cubicBezTo>
                    <a:pt x="59484" y="546561"/>
                    <a:pt x="50609" y="545480"/>
                    <a:pt x="41774" y="544138"/>
                  </a:cubicBezTo>
                  <a:cubicBezTo>
                    <a:pt x="17447" y="540445"/>
                    <a:pt x="755" y="521960"/>
                    <a:pt x="330" y="497390"/>
                  </a:cubicBezTo>
                  <a:cubicBezTo>
                    <a:pt x="-100" y="472601"/>
                    <a:pt x="-111" y="447795"/>
                    <a:pt x="297" y="423007"/>
                  </a:cubicBezTo>
                  <a:cubicBezTo>
                    <a:pt x="667" y="400489"/>
                    <a:pt x="15303" y="382735"/>
                    <a:pt x="37534" y="377764"/>
                  </a:cubicBezTo>
                  <a:cubicBezTo>
                    <a:pt x="50597" y="374843"/>
                    <a:pt x="63919" y="373071"/>
                    <a:pt x="77136" y="370851"/>
                  </a:cubicBezTo>
                  <a:cubicBezTo>
                    <a:pt x="87552" y="369102"/>
                    <a:pt x="97957" y="367246"/>
                    <a:pt x="108422" y="365856"/>
                  </a:cubicBezTo>
                  <a:cubicBezTo>
                    <a:pt x="113622" y="365165"/>
                    <a:pt x="115888" y="362614"/>
                    <a:pt x="117513" y="357714"/>
                  </a:cubicBezTo>
                  <a:cubicBezTo>
                    <a:pt x="122112" y="343847"/>
                    <a:pt x="127385" y="330204"/>
                    <a:pt x="132797" y="315641"/>
                  </a:cubicBezTo>
                  <a:cubicBezTo>
                    <a:pt x="137932" y="304936"/>
                    <a:pt x="142665" y="295062"/>
                    <a:pt x="147708" y="284540"/>
                  </a:cubicBezTo>
                  <a:cubicBezTo>
                    <a:pt x="145886" y="281685"/>
                    <a:pt x="144098" y="278574"/>
                    <a:pt x="142018" y="275671"/>
                  </a:cubicBezTo>
                  <a:cubicBezTo>
                    <a:pt x="129711" y="258491"/>
                    <a:pt x="117361" y="241341"/>
                    <a:pt x="104975" y="224218"/>
                  </a:cubicBezTo>
                  <a:cubicBezTo>
                    <a:pt x="98864" y="215770"/>
                    <a:pt x="95197" y="206555"/>
                    <a:pt x="94956" y="195980"/>
                  </a:cubicBezTo>
                  <a:cubicBezTo>
                    <a:pt x="94664" y="183141"/>
                    <a:pt x="98521" y="171723"/>
                    <a:pt x="107362" y="162590"/>
                  </a:cubicBezTo>
                  <a:cubicBezTo>
                    <a:pt x="125171" y="144193"/>
                    <a:pt x="143102" y="125886"/>
                    <a:pt x="161626" y="108217"/>
                  </a:cubicBezTo>
                  <a:cubicBezTo>
                    <a:pt x="178611" y="92017"/>
                    <a:pt x="202226" y="90856"/>
                    <a:pt x="222104" y="104620"/>
                  </a:cubicBezTo>
                  <a:cubicBezTo>
                    <a:pt x="239477" y="116649"/>
                    <a:pt x="256484" y="129205"/>
                    <a:pt x="273673" y="141501"/>
                  </a:cubicBezTo>
                  <a:cubicBezTo>
                    <a:pt x="276946" y="143842"/>
                    <a:pt x="280310" y="146057"/>
                    <a:pt x="283340" y="148129"/>
                  </a:cubicBezTo>
                  <a:cubicBezTo>
                    <a:pt x="296795" y="141813"/>
                    <a:pt x="309440" y="135319"/>
                    <a:pt x="322527" y="129889"/>
                  </a:cubicBezTo>
                  <a:cubicBezTo>
                    <a:pt x="335611" y="124459"/>
                    <a:pt x="349137" y="120094"/>
                    <a:pt x="362978" y="115077"/>
                  </a:cubicBezTo>
                  <a:cubicBezTo>
                    <a:pt x="366330" y="106563"/>
                    <a:pt x="366527" y="97115"/>
                    <a:pt x="368189" y="88007"/>
                  </a:cubicBezTo>
                  <a:cubicBezTo>
                    <a:pt x="370958" y="72825"/>
                    <a:pt x="373390" y="57575"/>
                    <a:pt x="375612" y="42301"/>
                  </a:cubicBezTo>
                  <a:cubicBezTo>
                    <a:pt x="379659" y="14490"/>
                    <a:pt x="402770" y="-228"/>
                    <a:pt x="424445" y="12"/>
                  </a:cubicBezTo>
                  <a:cubicBezTo>
                    <a:pt x="448018" y="273"/>
                    <a:pt x="471598" y="207"/>
                    <a:pt x="495172" y="1"/>
                  </a:cubicBezTo>
                  <a:close/>
                </a:path>
              </a:pathLst>
            </a:custGeom>
            <a:solidFill>
              <a:schemeClr val="accent2"/>
            </a:solidFill>
            <a:ln w="1204" cap="flat">
              <a:noFill/>
              <a:prstDash val="solid"/>
              <a:miter/>
            </a:ln>
          </p:spPr>
          <p:txBody>
            <a:bodyPr wrap="square" rtlCol="0" anchor="ctr">
              <a:noAutofit/>
            </a:bodyPr>
            <a:lstStyle/>
            <a:p>
              <a:endParaRPr lang="en-US"/>
            </a:p>
          </p:txBody>
        </p:sp>
        <p:sp>
          <p:nvSpPr>
            <p:cNvPr id="1777" name="Rectangle 1776">
              <a:extLst>
                <a:ext uri="{FF2B5EF4-FFF2-40B4-BE49-F238E27FC236}">
                  <a16:creationId xmlns:a16="http://schemas.microsoft.com/office/drawing/2014/main" id="{0435A270-0F89-A8A1-504A-6D7D760C29E2}"/>
                </a:ext>
                <a:ext uri="{C183D7F6-B498-43B3-948B-1728B52AA6E4}">
                  <adec:decorative xmlns:adec="http://schemas.microsoft.com/office/drawing/2017/decorative" val="1"/>
                </a:ext>
              </a:extLst>
            </p:cNvPr>
            <p:cNvSpPr/>
            <p:nvPr/>
          </p:nvSpPr>
          <p:spPr>
            <a:xfrm>
              <a:off x="7882901" y="4057429"/>
              <a:ext cx="36441" cy="36386"/>
            </a:xfrm>
            <a:prstGeom prst="rect">
              <a:avLst/>
            </a:prstGeom>
            <a:solidFill>
              <a:schemeClr val="accent1"/>
            </a:solidFill>
            <a:ln w="1204" cap="flat">
              <a:noFill/>
              <a:prstDash val="solid"/>
              <a:miter/>
            </a:ln>
          </p:spPr>
          <p:txBody>
            <a:bodyPr rtlCol="0" anchor="ctr"/>
            <a:lstStyle/>
            <a:p>
              <a:endParaRPr lang="en-US" dirty="0"/>
            </a:p>
          </p:txBody>
        </p:sp>
      </p:grpSp>
      <p:grpSp>
        <p:nvGrpSpPr>
          <p:cNvPr id="185" name="Group 184">
            <a:extLst>
              <a:ext uri="{FF2B5EF4-FFF2-40B4-BE49-F238E27FC236}">
                <a16:creationId xmlns:a16="http://schemas.microsoft.com/office/drawing/2014/main" id="{00B9D603-510D-38B6-9A34-766E1BC5EB49}"/>
              </a:ext>
              <a:ext uri="{C183D7F6-B498-43B3-948B-1728B52AA6E4}">
                <adec:decorative xmlns:adec="http://schemas.microsoft.com/office/drawing/2017/decorative" val="1"/>
              </a:ext>
            </a:extLst>
          </p:cNvPr>
          <p:cNvGrpSpPr>
            <a:grpSpLocks noChangeAspect="1"/>
          </p:cNvGrpSpPr>
          <p:nvPr/>
        </p:nvGrpSpPr>
        <p:grpSpPr>
          <a:xfrm>
            <a:off x="3364372" y="3636615"/>
            <a:ext cx="362520" cy="457200"/>
            <a:chOff x="3364372" y="3636615"/>
            <a:chExt cx="362520" cy="457200"/>
          </a:xfrm>
          <a:solidFill>
            <a:srgbClr val="FF0000"/>
          </a:solidFill>
        </p:grpSpPr>
        <p:sp>
          <p:nvSpPr>
            <p:cNvPr id="1977" name="Freeform: Shape 1976">
              <a:extLst>
                <a:ext uri="{FF2B5EF4-FFF2-40B4-BE49-F238E27FC236}">
                  <a16:creationId xmlns:a16="http://schemas.microsoft.com/office/drawing/2014/main" id="{DBFA21CA-59A5-EBF6-7980-2E44B655D57D}"/>
                </a:ext>
                <a:ext uri="{C183D7F6-B498-43B3-948B-1728B52AA6E4}">
                  <adec:decorative xmlns:adec="http://schemas.microsoft.com/office/drawing/2017/decorative" val="1"/>
                </a:ext>
              </a:extLst>
            </p:cNvPr>
            <p:cNvSpPr/>
            <p:nvPr/>
          </p:nvSpPr>
          <p:spPr>
            <a:xfrm>
              <a:off x="3364372" y="3636615"/>
              <a:ext cx="362520" cy="457200"/>
            </a:xfrm>
            <a:custGeom>
              <a:avLst/>
              <a:gdLst>
                <a:gd name="connsiteX0" fmla="*/ 380347 w 773038"/>
                <a:gd name="connsiteY0" fmla="*/ 638513 h 974935"/>
                <a:gd name="connsiteX1" fmla="*/ 391648 w 773038"/>
                <a:gd name="connsiteY1" fmla="*/ 638639 h 974935"/>
                <a:gd name="connsiteX2" fmla="*/ 402949 w 773038"/>
                <a:gd name="connsiteY2" fmla="*/ 638513 h 974935"/>
                <a:gd name="connsiteX3" fmla="*/ 406676 w 773038"/>
                <a:gd name="connsiteY3" fmla="*/ 638806 h 974935"/>
                <a:gd name="connsiteX4" fmla="*/ 411400 w 773038"/>
                <a:gd name="connsiteY4" fmla="*/ 638859 h 974935"/>
                <a:gd name="connsiteX5" fmla="*/ 442344 w 773038"/>
                <a:gd name="connsiteY5" fmla="*/ 642162 h 974935"/>
                <a:gd name="connsiteX6" fmla="*/ 445670 w 773038"/>
                <a:gd name="connsiteY6" fmla="*/ 642787 h 974935"/>
                <a:gd name="connsiteX7" fmla="*/ 458809 w 773038"/>
                <a:gd name="connsiteY7" fmla="*/ 644736 h 974935"/>
                <a:gd name="connsiteX8" fmla="*/ 475001 w 773038"/>
                <a:gd name="connsiteY8" fmla="*/ 648286 h 974935"/>
                <a:gd name="connsiteX9" fmla="*/ 489114 w 773038"/>
                <a:gd name="connsiteY9" fmla="*/ 652591 h 974935"/>
                <a:gd name="connsiteX10" fmla="*/ 494019 w 773038"/>
                <a:gd name="connsiteY10" fmla="*/ 653902 h 974935"/>
                <a:gd name="connsiteX11" fmla="*/ 496623 w 773038"/>
                <a:gd name="connsiteY11" fmla="*/ 654882 h 974935"/>
                <a:gd name="connsiteX12" fmla="*/ 506754 w 773038"/>
                <a:gd name="connsiteY12" fmla="*/ 657973 h 974935"/>
                <a:gd name="connsiteX13" fmla="*/ 593069 w 773038"/>
                <a:gd name="connsiteY13" fmla="*/ 703625 h 974935"/>
                <a:gd name="connsiteX14" fmla="*/ 594811 w 773038"/>
                <a:gd name="connsiteY14" fmla="*/ 705060 h 974935"/>
                <a:gd name="connsiteX15" fmla="*/ 600335 w 773038"/>
                <a:gd name="connsiteY15" fmla="*/ 708777 h 974935"/>
                <a:gd name="connsiteX16" fmla="*/ 621239 w 773038"/>
                <a:gd name="connsiteY16" fmla="*/ 726836 h 974935"/>
                <a:gd name="connsiteX17" fmla="*/ 626571 w 773038"/>
                <a:gd name="connsiteY17" fmla="*/ 731230 h 974935"/>
                <a:gd name="connsiteX18" fmla="*/ 628592 w 773038"/>
                <a:gd name="connsiteY18" fmla="*/ 733189 h 974935"/>
                <a:gd name="connsiteX19" fmla="*/ 630532 w 773038"/>
                <a:gd name="connsiteY19" fmla="*/ 734865 h 974935"/>
                <a:gd name="connsiteX20" fmla="*/ 632914 w 773038"/>
                <a:gd name="connsiteY20" fmla="*/ 737378 h 974935"/>
                <a:gd name="connsiteX21" fmla="*/ 644094 w 773038"/>
                <a:gd name="connsiteY21" fmla="*/ 748215 h 974935"/>
                <a:gd name="connsiteX22" fmla="*/ 674464 w 773038"/>
                <a:gd name="connsiteY22" fmla="*/ 786024 h 974935"/>
                <a:gd name="connsiteX23" fmla="*/ 677819 w 773038"/>
                <a:gd name="connsiteY23" fmla="*/ 791267 h 974935"/>
                <a:gd name="connsiteX24" fmla="*/ 679247 w 773038"/>
                <a:gd name="connsiteY24" fmla="*/ 793164 h 974935"/>
                <a:gd name="connsiteX25" fmla="*/ 681626 w 773038"/>
                <a:gd name="connsiteY25" fmla="*/ 797216 h 974935"/>
                <a:gd name="connsiteX26" fmla="*/ 687621 w 773038"/>
                <a:gd name="connsiteY26" fmla="*/ 806586 h 974935"/>
                <a:gd name="connsiteX27" fmla="*/ 691969 w 773038"/>
                <a:gd name="connsiteY27" fmla="*/ 814833 h 974935"/>
                <a:gd name="connsiteX28" fmla="*/ 696586 w 773038"/>
                <a:gd name="connsiteY28" fmla="*/ 822698 h 974935"/>
                <a:gd name="connsiteX29" fmla="*/ 699502 w 773038"/>
                <a:gd name="connsiteY29" fmla="*/ 829122 h 974935"/>
                <a:gd name="connsiteX30" fmla="*/ 705337 w 773038"/>
                <a:gd name="connsiteY30" fmla="*/ 840191 h 974935"/>
                <a:gd name="connsiteX31" fmla="*/ 710306 w 773038"/>
                <a:gd name="connsiteY31" fmla="*/ 852931 h 974935"/>
                <a:gd name="connsiteX32" fmla="*/ 713041 w 773038"/>
                <a:gd name="connsiteY32" fmla="*/ 858957 h 974935"/>
                <a:gd name="connsiteX33" fmla="*/ 714584 w 773038"/>
                <a:gd name="connsiteY33" fmla="*/ 863900 h 974935"/>
                <a:gd name="connsiteX34" fmla="*/ 719136 w 773038"/>
                <a:gd name="connsiteY34" fmla="*/ 875568 h 974935"/>
                <a:gd name="connsiteX35" fmla="*/ 732710 w 773038"/>
                <a:gd name="connsiteY35" fmla="*/ 936110 h 974935"/>
                <a:gd name="connsiteX36" fmla="*/ 736612 w 773038"/>
                <a:gd name="connsiteY36" fmla="*/ 974935 h 974935"/>
                <a:gd name="connsiteX37" fmla="*/ 691689 w 773038"/>
                <a:gd name="connsiteY37" fmla="*/ 974935 h 974935"/>
                <a:gd name="connsiteX38" fmla="*/ 690489 w 773038"/>
                <a:gd name="connsiteY38" fmla="*/ 966925 h 974935"/>
                <a:gd name="connsiteX39" fmla="*/ 687565 w 773038"/>
                <a:gd name="connsiteY39" fmla="*/ 942558 h 974935"/>
                <a:gd name="connsiteX40" fmla="*/ 685172 w 773038"/>
                <a:gd name="connsiteY40" fmla="*/ 926505 h 974935"/>
                <a:gd name="connsiteX41" fmla="*/ 677889 w 773038"/>
                <a:gd name="connsiteY41" fmla="*/ 897072 h 974935"/>
                <a:gd name="connsiteX42" fmla="*/ 676639 w 773038"/>
                <a:gd name="connsiteY42" fmla="*/ 892691 h 974935"/>
                <a:gd name="connsiteX43" fmla="*/ 667753 w 773038"/>
                <a:gd name="connsiteY43" fmla="*/ 867813 h 974935"/>
                <a:gd name="connsiteX44" fmla="*/ 659942 w 773038"/>
                <a:gd name="connsiteY44" fmla="*/ 851379 h 974935"/>
                <a:gd name="connsiteX45" fmla="*/ 653348 w 773038"/>
                <a:gd name="connsiteY45" fmla="*/ 838059 h 974935"/>
                <a:gd name="connsiteX46" fmla="*/ 650497 w 773038"/>
                <a:gd name="connsiteY46" fmla="*/ 833654 h 974935"/>
                <a:gd name="connsiteX47" fmla="*/ 626443 w 773038"/>
                <a:gd name="connsiteY47" fmla="*/ 798258 h 974935"/>
                <a:gd name="connsiteX48" fmla="*/ 607482 w 773038"/>
                <a:gd name="connsiteY48" fmla="*/ 776119 h 974935"/>
                <a:gd name="connsiteX49" fmla="*/ 599448 w 773038"/>
                <a:gd name="connsiteY49" fmla="*/ 767959 h 974935"/>
                <a:gd name="connsiteX50" fmla="*/ 592728 w 773038"/>
                <a:gd name="connsiteY50" fmla="*/ 761720 h 974935"/>
                <a:gd name="connsiteX51" fmla="*/ 588624 w 773038"/>
                <a:gd name="connsiteY51" fmla="*/ 758172 h 974935"/>
                <a:gd name="connsiteX52" fmla="*/ 579207 w 773038"/>
                <a:gd name="connsiteY52" fmla="*/ 750136 h 974935"/>
                <a:gd name="connsiteX53" fmla="*/ 560712 w 773038"/>
                <a:gd name="connsiteY53" fmla="*/ 736256 h 974935"/>
                <a:gd name="connsiteX54" fmla="*/ 552276 w 773038"/>
                <a:gd name="connsiteY54" fmla="*/ 730609 h 974935"/>
                <a:gd name="connsiteX55" fmla="*/ 532297 w 773038"/>
                <a:gd name="connsiteY55" fmla="*/ 718770 h 974935"/>
                <a:gd name="connsiteX56" fmla="*/ 514313 w 773038"/>
                <a:gd name="connsiteY56" fmla="*/ 709763 h 974935"/>
                <a:gd name="connsiteX57" fmla="*/ 497597 w 773038"/>
                <a:gd name="connsiteY57" fmla="*/ 702734 h 974935"/>
                <a:gd name="connsiteX58" fmla="*/ 495098 w 773038"/>
                <a:gd name="connsiteY58" fmla="*/ 701746 h 974935"/>
                <a:gd name="connsiteX59" fmla="*/ 489726 w 773038"/>
                <a:gd name="connsiteY59" fmla="*/ 699933 h 974935"/>
                <a:gd name="connsiteX60" fmla="*/ 475144 w 773038"/>
                <a:gd name="connsiteY60" fmla="*/ 695394 h 974935"/>
                <a:gd name="connsiteX61" fmla="*/ 434074 w 773038"/>
                <a:gd name="connsiteY61" fmla="*/ 686517 h 974935"/>
                <a:gd name="connsiteX62" fmla="*/ 431748 w 773038"/>
                <a:gd name="connsiteY62" fmla="*/ 686166 h 974935"/>
                <a:gd name="connsiteX63" fmla="*/ 409435 w 773038"/>
                <a:gd name="connsiteY63" fmla="*/ 683837 h 974935"/>
                <a:gd name="connsiteX64" fmla="*/ 391648 w 773038"/>
                <a:gd name="connsiteY64" fmla="*/ 683499 h 974935"/>
                <a:gd name="connsiteX65" fmla="*/ 373861 w 773038"/>
                <a:gd name="connsiteY65" fmla="*/ 683837 h 974935"/>
                <a:gd name="connsiteX66" fmla="*/ 351548 w 773038"/>
                <a:gd name="connsiteY66" fmla="*/ 686166 h 974935"/>
                <a:gd name="connsiteX67" fmla="*/ 349222 w 773038"/>
                <a:gd name="connsiteY67" fmla="*/ 686517 h 974935"/>
                <a:gd name="connsiteX68" fmla="*/ 308152 w 773038"/>
                <a:gd name="connsiteY68" fmla="*/ 695394 h 974935"/>
                <a:gd name="connsiteX69" fmla="*/ 293570 w 773038"/>
                <a:gd name="connsiteY69" fmla="*/ 699933 h 974935"/>
                <a:gd name="connsiteX70" fmla="*/ 288198 w 773038"/>
                <a:gd name="connsiteY70" fmla="*/ 701746 h 974935"/>
                <a:gd name="connsiteX71" fmla="*/ 285699 w 773038"/>
                <a:gd name="connsiteY71" fmla="*/ 702734 h 974935"/>
                <a:gd name="connsiteX72" fmla="*/ 268983 w 773038"/>
                <a:gd name="connsiteY72" fmla="*/ 709763 h 974935"/>
                <a:gd name="connsiteX73" fmla="*/ 250999 w 773038"/>
                <a:gd name="connsiteY73" fmla="*/ 718770 h 974935"/>
                <a:gd name="connsiteX74" fmla="*/ 231019 w 773038"/>
                <a:gd name="connsiteY74" fmla="*/ 730609 h 974935"/>
                <a:gd name="connsiteX75" fmla="*/ 222584 w 773038"/>
                <a:gd name="connsiteY75" fmla="*/ 736256 h 974935"/>
                <a:gd name="connsiteX76" fmla="*/ 204089 w 773038"/>
                <a:gd name="connsiteY76" fmla="*/ 750136 h 974935"/>
                <a:gd name="connsiteX77" fmla="*/ 194672 w 773038"/>
                <a:gd name="connsiteY77" fmla="*/ 758172 h 974935"/>
                <a:gd name="connsiteX78" fmla="*/ 190568 w 773038"/>
                <a:gd name="connsiteY78" fmla="*/ 761720 h 974935"/>
                <a:gd name="connsiteX79" fmla="*/ 183848 w 773038"/>
                <a:gd name="connsiteY79" fmla="*/ 767959 h 974935"/>
                <a:gd name="connsiteX80" fmla="*/ 175814 w 773038"/>
                <a:gd name="connsiteY80" fmla="*/ 776119 h 974935"/>
                <a:gd name="connsiteX81" fmla="*/ 156853 w 773038"/>
                <a:gd name="connsiteY81" fmla="*/ 798258 h 974935"/>
                <a:gd name="connsiteX82" fmla="*/ 132799 w 773038"/>
                <a:gd name="connsiteY82" fmla="*/ 833654 h 974935"/>
                <a:gd name="connsiteX83" fmla="*/ 129948 w 773038"/>
                <a:gd name="connsiteY83" fmla="*/ 838059 h 974935"/>
                <a:gd name="connsiteX84" fmla="*/ 123354 w 773038"/>
                <a:gd name="connsiteY84" fmla="*/ 851379 h 974935"/>
                <a:gd name="connsiteX85" fmla="*/ 115543 w 773038"/>
                <a:gd name="connsiteY85" fmla="*/ 867813 h 974935"/>
                <a:gd name="connsiteX86" fmla="*/ 112028 w 773038"/>
                <a:gd name="connsiteY86" fmla="*/ 877653 h 974935"/>
                <a:gd name="connsiteX87" fmla="*/ 63693 w 773038"/>
                <a:gd name="connsiteY87" fmla="*/ 877653 h 974935"/>
                <a:gd name="connsiteX88" fmla="*/ 64160 w 773038"/>
                <a:gd name="connsiteY88" fmla="*/ 875568 h 974935"/>
                <a:gd name="connsiteX89" fmla="*/ 68712 w 773038"/>
                <a:gd name="connsiteY89" fmla="*/ 863900 h 974935"/>
                <a:gd name="connsiteX90" fmla="*/ 70255 w 773038"/>
                <a:gd name="connsiteY90" fmla="*/ 858957 h 974935"/>
                <a:gd name="connsiteX91" fmla="*/ 72990 w 773038"/>
                <a:gd name="connsiteY91" fmla="*/ 852931 h 974935"/>
                <a:gd name="connsiteX92" fmla="*/ 77959 w 773038"/>
                <a:gd name="connsiteY92" fmla="*/ 840191 h 974935"/>
                <a:gd name="connsiteX93" fmla="*/ 83794 w 773038"/>
                <a:gd name="connsiteY93" fmla="*/ 829122 h 974935"/>
                <a:gd name="connsiteX94" fmla="*/ 86710 w 773038"/>
                <a:gd name="connsiteY94" fmla="*/ 822698 h 974935"/>
                <a:gd name="connsiteX95" fmla="*/ 91327 w 773038"/>
                <a:gd name="connsiteY95" fmla="*/ 814833 h 974935"/>
                <a:gd name="connsiteX96" fmla="*/ 95675 w 773038"/>
                <a:gd name="connsiteY96" fmla="*/ 806586 h 974935"/>
                <a:gd name="connsiteX97" fmla="*/ 101670 w 773038"/>
                <a:gd name="connsiteY97" fmla="*/ 797216 h 974935"/>
                <a:gd name="connsiteX98" fmla="*/ 104049 w 773038"/>
                <a:gd name="connsiteY98" fmla="*/ 793164 h 974935"/>
                <a:gd name="connsiteX99" fmla="*/ 105477 w 773038"/>
                <a:gd name="connsiteY99" fmla="*/ 791267 h 974935"/>
                <a:gd name="connsiteX100" fmla="*/ 108832 w 773038"/>
                <a:gd name="connsiteY100" fmla="*/ 786024 h 974935"/>
                <a:gd name="connsiteX101" fmla="*/ 139202 w 773038"/>
                <a:gd name="connsiteY101" fmla="*/ 748215 h 974935"/>
                <a:gd name="connsiteX102" fmla="*/ 150382 w 773038"/>
                <a:gd name="connsiteY102" fmla="*/ 737378 h 974935"/>
                <a:gd name="connsiteX103" fmla="*/ 152764 w 773038"/>
                <a:gd name="connsiteY103" fmla="*/ 734865 h 974935"/>
                <a:gd name="connsiteX104" fmla="*/ 154704 w 773038"/>
                <a:gd name="connsiteY104" fmla="*/ 733189 h 974935"/>
                <a:gd name="connsiteX105" fmla="*/ 156725 w 773038"/>
                <a:gd name="connsiteY105" fmla="*/ 731230 h 974935"/>
                <a:gd name="connsiteX106" fmla="*/ 162057 w 773038"/>
                <a:gd name="connsiteY106" fmla="*/ 726836 h 974935"/>
                <a:gd name="connsiteX107" fmla="*/ 182961 w 773038"/>
                <a:gd name="connsiteY107" fmla="*/ 708777 h 974935"/>
                <a:gd name="connsiteX108" fmla="*/ 188485 w 773038"/>
                <a:gd name="connsiteY108" fmla="*/ 705060 h 974935"/>
                <a:gd name="connsiteX109" fmla="*/ 190227 w 773038"/>
                <a:gd name="connsiteY109" fmla="*/ 703625 h 974935"/>
                <a:gd name="connsiteX110" fmla="*/ 276542 w 773038"/>
                <a:gd name="connsiteY110" fmla="*/ 657973 h 974935"/>
                <a:gd name="connsiteX111" fmla="*/ 286673 w 773038"/>
                <a:gd name="connsiteY111" fmla="*/ 654882 h 974935"/>
                <a:gd name="connsiteX112" fmla="*/ 289278 w 773038"/>
                <a:gd name="connsiteY112" fmla="*/ 653902 h 974935"/>
                <a:gd name="connsiteX113" fmla="*/ 294182 w 773038"/>
                <a:gd name="connsiteY113" fmla="*/ 652591 h 974935"/>
                <a:gd name="connsiteX114" fmla="*/ 308295 w 773038"/>
                <a:gd name="connsiteY114" fmla="*/ 648286 h 974935"/>
                <a:gd name="connsiteX115" fmla="*/ 324487 w 773038"/>
                <a:gd name="connsiteY115" fmla="*/ 644736 h 974935"/>
                <a:gd name="connsiteX116" fmla="*/ 337626 w 773038"/>
                <a:gd name="connsiteY116" fmla="*/ 642787 h 974935"/>
                <a:gd name="connsiteX117" fmla="*/ 340952 w 773038"/>
                <a:gd name="connsiteY117" fmla="*/ 642162 h 974935"/>
                <a:gd name="connsiteX118" fmla="*/ 371896 w 773038"/>
                <a:gd name="connsiteY118" fmla="*/ 638859 h 974935"/>
                <a:gd name="connsiteX119" fmla="*/ 376620 w 773038"/>
                <a:gd name="connsiteY119" fmla="*/ 638806 h 974935"/>
                <a:gd name="connsiteX120" fmla="*/ 728644 w 773038"/>
                <a:gd name="connsiteY120" fmla="*/ 470794 h 974935"/>
                <a:gd name="connsiteX121" fmla="*/ 772974 w 773038"/>
                <a:gd name="connsiteY121" fmla="*/ 470794 h 974935"/>
                <a:gd name="connsiteX122" fmla="*/ 772974 w 773038"/>
                <a:gd name="connsiteY122" fmla="*/ 475846 h 974935"/>
                <a:gd name="connsiteX123" fmla="*/ 772892 w 773038"/>
                <a:gd name="connsiteY123" fmla="*/ 579939 h 974935"/>
                <a:gd name="connsiteX124" fmla="*/ 746094 w 773038"/>
                <a:gd name="connsiteY124" fmla="*/ 617566 h 974935"/>
                <a:gd name="connsiteX125" fmla="*/ 728776 w 773038"/>
                <a:gd name="connsiteY125" fmla="*/ 620557 h 974935"/>
                <a:gd name="connsiteX126" fmla="*/ 682624 w 773038"/>
                <a:gd name="connsiteY126" fmla="*/ 620693 h 974935"/>
                <a:gd name="connsiteX127" fmla="*/ 623006 w 773038"/>
                <a:gd name="connsiteY127" fmla="*/ 620693 h 974935"/>
                <a:gd name="connsiteX128" fmla="*/ 623006 w 773038"/>
                <a:gd name="connsiteY128" fmla="*/ 576533 h 974935"/>
                <a:gd name="connsiteX129" fmla="*/ 728644 w 773038"/>
                <a:gd name="connsiteY129" fmla="*/ 576533 h 974935"/>
                <a:gd name="connsiteX130" fmla="*/ 728644 w 773038"/>
                <a:gd name="connsiteY130" fmla="*/ 470794 h 974935"/>
                <a:gd name="connsiteX131" fmla="*/ 93 w 773038"/>
                <a:gd name="connsiteY131" fmla="*/ 470725 h 974935"/>
                <a:gd name="connsiteX132" fmla="*/ 44253 w 773038"/>
                <a:gd name="connsiteY132" fmla="*/ 470725 h 974935"/>
                <a:gd name="connsiteX133" fmla="*/ 44253 w 773038"/>
                <a:gd name="connsiteY133" fmla="*/ 576364 h 974935"/>
                <a:gd name="connsiteX134" fmla="*/ 150974 w 773038"/>
                <a:gd name="connsiteY134" fmla="*/ 576364 h 974935"/>
                <a:gd name="connsiteX135" fmla="*/ 150974 w 773038"/>
                <a:gd name="connsiteY135" fmla="*/ 620692 h 974935"/>
                <a:gd name="connsiteX136" fmla="*/ 145921 w 773038"/>
                <a:gd name="connsiteY136" fmla="*/ 620692 h 974935"/>
                <a:gd name="connsiteX137" fmla="*/ 40353 w 773038"/>
                <a:gd name="connsiteY137" fmla="*/ 620608 h 974935"/>
                <a:gd name="connsiteX138" fmla="*/ 8894 w 773038"/>
                <a:gd name="connsiteY138" fmla="*/ 603755 h 974935"/>
                <a:gd name="connsiteX139" fmla="*/ 3 w 773038"/>
                <a:gd name="connsiteY139" fmla="*/ 575023 h 974935"/>
                <a:gd name="connsiteX140" fmla="*/ 93 w 773038"/>
                <a:gd name="connsiteY140" fmla="*/ 492043 h 974935"/>
                <a:gd name="connsiteX141" fmla="*/ 93 w 773038"/>
                <a:gd name="connsiteY141" fmla="*/ 470725 h 974935"/>
                <a:gd name="connsiteX142" fmla="*/ 604696 w 773038"/>
                <a:gd name="connsiteY142" fmla="*/ 390969 h 974935"/>
                <a:gd name="connsiteX143" fmla="*/ 590269 w 773038"/>
                <a:gd name="connsiteY143" fmla="*/ 477743 h 974935"/>
                <a:gd name="connsiteX144" fmla="*/ 554193 w 773038"/>
                <a:gd name="connsiteY144" fmla="*/ 541559 h 974935"/>
                <a:gd name="connsiteX145" fmla="*/ 489616 w 773038"/>
                <a:gd name="connsiteY145" fmla="*/ 591006 h 974935"/>
                <a:gd name="connsiteX146" fmla="*/ 427062 w 773038"/>
                <a:gd name="connsiteY146" fmla="*/ 610727 h 974935"/>
                <a:gd name="connsiteX147" fmla="*/ 381341 w 773038"/>
                <a:gd name="connsiteY147" fmla="*/ 614531 h 974935"/>
                <a:gd name="connsiteX148" fmla="*/ 300340 w 773038"/>
                <a:gd name="connsiteY148" fmla="*/ 597106 h 974935"/>
                <a:gd name="connsiteX149" fmla="*/ 244112 w 773038"/>
                <a:gd name="connsiteY149" fmla="*/ 561895 h 974935"/>
                <a:gd name="connsiteX150" fmla="*/ 196499 w 773038"/>
                <a:gd name="connsiteY150" fmla="*/ 504034 h 974935"/>
                <a:gd name="connsiteX151" fmla="*/ 172161 w 773038"/>
                <a:gd name="connsiteY151" fmla="*/ 439070 h 974935"/>
                <a:gd name="connsiteX152" fmla="*/ 169049 w 773038"/>
                <a:gd name="connsiteY152" fmla="*/ 410808 h 974935"/>
                <a:gd name="connsiteX153" fmla="*/ 167996 w 773038"/>
                <a:gd name="connsiteY153" fmla="*/ 391434 h 974935"/>
                <a:gd name="connsiteX154" fmla="*/ 191791 w 773038"/>
                <a:gd name="connsiteY154" fmla="*/ 401567 h 974935"/>
                <a:gd name="connsiteX155" fmla="*/ 217977 w 773038"/>
                <a:gd name="connsiteY155" fmla="*/ 412663 h 974935"/>
                <a:gd name="connsiteX156" fmla="*/ 222545 w 773038"/>
                <a:gd name="connsiteY156" fmla="*/ 438849 h 974935"/>
                <a:gd name="connsiteX157" fmla="*/ 240522 w 773038"/>
                <a:gd name="connsiteY157" fmla="*/ 484891 h 974935"/>
                <a:gd name="connsiteX158" fmla="*/ 294094 w 773038"/>
                <a:gd name="connsiteY158" fmla="*/ 540188 h 974935"/>
                <a:gd name="connsiteX159" fmla="*/ 378643 w 773038"/>
                <a:gd name="connsiteY159" fmla="*/ 565414 h 974935"/>
                <a:gd name="connsiteX160" fmla="*/ 418650 w 773038"/>
                <a:gd name="connsiteY160" fmla="*/ 562375 h 974935"/>
                <a:gd name="connsiteX161" fmla="*/ 472322 w 773038"/>
                <a:gd name="connsiteY161" fmla="*/ 541811 h 974935"/>
                <a:gd name="connsiteX162" fmla="*/ 521196 w 773038"/>
                <a:gd name="connsiteY162" fmla="*/ 498584 h 974935"/>
                <a:gd name="connsiteX163" fmla="*/ 549328 w 773038"/>
                <a:gd name="connsiteY163" fmla="*/ 442109 h 974935"/>
                <a:gd name="connsiteX164" fmla="*/ 554826 w 773038"/>
                <a:gd name="connsiteY164" fmla="*/ 412534 h 974935"/>
                <a:gd name="connsiteX165" fmla="*/ 565187 w 773038"/>
                <a:gd name="connsiteY165" fmla="*/ 407832 h 974935"/>
                <a:gd name="connsiteX166" fmla="*/ 601117 w 773038"/>
                <a:gd name="connsiteY166" fmla="*/ 391893 h 974935"/>
                <a:gd name="connsiteX167" fmla="*/ 604696 w 773038"/>
                <a:gd name="connsiteY167" fmla="*/ 390969 h 974935"/>
                <a:gd name="connsiteX168" fmla="*/ 148456 w 773038"/>
                <a:gd name="connsiteY168" fmla="*/ 37 h 974935"/>
                <a:gd name="connsiteX169" fmla="*/ 151067 w 773038"/>
                <a:gd name="connsiteY169" fmla="*/ 154 h 974935"/>
                <a:gd name="connsiteX170" fmla="*/ 151067 w 773038"/>
                <a:gd name="connsiteY170" fmla="*/ 45176 h 974935"/>
                <a:gd name="connsiteX171" fmla="*/ 44297 w 773038"/>
                <a:gd name="connsiteY171" fmla="*/ 45176 h 974935"/>
                <a:gd name="connsiteX172" fmla="*/ 44297 w 773038"/>
                <a:gd name="connsiteY172" fmla="*/ 151048 h 974935"/>
                <a:gd name="connsiteX173" fmla="*/ 92 w 773038"/>
                <a:gd name="connsiteY173" fmla="*/ 151048 h 974935"/>
                <a:gd name="connsiteX174" fmla="*/ 92 w 773038"/>
                <a:gd name="connsiteY174" fmla="*/ 146000 h 974935"/>
                <a:gd name="connsiteX175" fmla="*/ 93 w 773038"/>
                <a:gd name="connsiteY175" fmla="*/ 41978 h 974935"/>
                <a:gd name="connsiteX176" fmla="*/ 17449 w 773038"/>
                <a:gd name="connsiteY176" fmla="*/ 9057 h 974935"/>
                <a:gd name="connsiteX177" fmla="*/ 27309 w 773038"/>
                <a:gd name="connsiteY177" fmla="*/ 3655 h 974935"/>
                <a:gd name="connsiteX178" fmla="*/ 42963 w 773038"/>
                <a:gd name="connsiteY178" fmla="*/ 183 h 974935"/>
                <a:gd name="connsiteX179" fmla="*/ 148456 w 773038"/>
                <a:gd name="connsiteY179" fmla="*/ 37 h 974935"/>
                <a:gd name="connsiteX180" fmla="*/ 622994 w 773038"/>
                <a:gd name="connsiteY180" fmla="*/ 31 h 974935"/>
                <a:gd name="connsiteX181" fmla="*/ 627372 w 773038"/>
                <a:gd name="connsiteY181" fmla="*/ 31 h 974935"/>
                <a:gd name="connsiteX182" fmla="*/ 729995 w 773038"/>
                <a:gd name="connsiteY182" fmla="*/ 73 h 974935"/>
                <a:gd name="connsiteX183" fmla="*/ 736578 w 773038"/>
                <a:gd name="connsiteY183" fmla="*/ 1007 h 974935"/>
                <a:gd name="connsiteX184" fmla="*/ 772818 w 773038"/>
                <a:gd name="connsiteY184" fmla="*/ 36122 h 974935"/>
                <a:gd name="connsiteX185" fmla="*/ 772968 w 773038"/>
                <a:gd name="connsiteY185" fmla="*/ 38555 h 974935"/>
                <a:gd name="connsiteX186" fmla="*/ 772973 w 773038"/>
                <a:gd name="connsiteY186" fmla="*/ 150885 h 974935"/>
                <a:gd name="connsiteX187" fmla="*/ 729002 w 773038"/>
                <a:gd name="connsiteY187" fmla="*/ 150885 h 974935"/>
                <a:gd name="connsiteX188" fmla="*/ 729002 w 773038"/>
                <a:gd name="connsiteY188" fmla="*/ 45357 h 974935"/>
                <a:gd name="connsiteX189" fmla="*/ 622994 w 773038"/>
                <a:gd name="connsiteY189" fmla="*/ 45357 h 974935"/>
                <a:gd name="connsiteX190" fmla="*/ 622994 w 773038"/>
                <a:gd name="connsiteY190" fmla="*/ 31 h 97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773038" h="974935">
                  <a:moveTo>
                    <a:pt x="380347" y="638513"/>
                  </a:moveTo>
                  <a:lnTo>
                    <a:pt x="391648" y="638639"/>
                  </a:lnTo>
                  <a:lnTo>
                    <a:pt x="402949" y="638513"/>
                  </a:lnTo>
                  <a:lnTo>
                    <a:pt x="406676" y="638806"/>
                  </a:lnTo>
                  <a:lnTo>
                    <a:pt x="411400" y="638859"/>
                  </a:lnTo>
                  <a:cubicBezTo>
                    <a:pt x="421732" y="639489"/>
                    <a:pt x="432046" y="640612"/>
                    <a:pt x="442344" y="642162"/>
                  </a:cubicBezTo>
                  <a:lnTo>
                    <a:pt x="445670" y="642787"/>
                  </a:lnTo>
                  <a:lnTo>
                    <a:pt x="458809" y="644736"/>
                  </a:lnTo>
                  <a:cubicBezTo>
                    <a:pt x="464248" y="645745"/>
                    <a:pt x="469643" y="646939"/>
                    <a:pt x="475001" y="648286"/>
                  </a:cubicBezTo>
                  <a:lnTo>
                    <a:pt x="489114" y="652591"/>
                  </a:lnTo>
                  <a:lnTo>
                    <a:pt x="494019" y="653902"/>
                  </a:lnTo>
                  <a:lnTo>
                    <a:pt x="496623" y="654882"/>
                  </a:lnTo>
                  <a:lnTo>
                    <a:pt x="506754" y="657973"/>
                  </a:lnTo>
                  <a:cubicBezTo>
                    <a:pt x="537798" y="668886"/>
                    <a:pt x="566797" y="683771"/>
                    <a:pt x="593069" y="703625"/>
                  </a:cubicBezTo>
                  <a:lnTo>
                    <a:pt x="594811" y="705060"/>
                  </a:lnTo>
                  <a:lnTo>
                    <a:pt x="600335" y="708777"/>
                  </a:lnTo>
                  <a:lnTo>
                    <a:pt x="621239" y="726836"/>
                  </a:lnTo>
                  <a:lnTo>
                    <a:pt x="626571" y="731230"/>
                  </a:lnTo>
                  <a:lnTo>
                    <a:pt x="628592" y="733189"/>
                  </a:lnTo>
                  <a:lnTo>
                    <a:pt x="630532" y="734865"/>
                  </a:lnTo>
                  <a:lnTo>
                    <a:pt x="632914" y="737378"/>
                  </a:lnTo>
                  <a:lnTo>
                    <a:pt x="644094" y="748215"/>
                  </a:lnTo>
                  <a:cubicBezTo>
                    <a:pt x="655222" y="759994"/>
                    <a:pt x="665276" y="772655"/>
                    <a:pt x="674464" y="786024"/>
                  </a:cubicBezTo>
                  <a:lnTo>
                    <a:pt x="677819" y="791267"/>
                  </a:lnTo>
                  <a:lnTo>
                    <a:pt x="679247" y="793164"/>
                  </a:lnTo>
                  <a:lnTo>
                    <a:pt x="681626" y="797216"/>
                  </a:lnTo>
                  <a:lnTo>
                    <a:pt x="687621" y="806586"/>
                  </a:lnTo>
                  <a:lnTo>
                    <a:pt x="691969" y="814833"/>
                  </a:lnTo>
                  <a:lnTo>
                    <a:pt x="696586" y="822698"/>
                  </a:lnTo>
                  <a:lnTo>
                    <a:pt x="699502" y="829122"/>
                  </a:lnTo>
                  <a:lnTo>
                    <a:pt x="705337" y="840191"/>
                  </a:lnTo>
                  <a:lnTo>
                    <a:pt x="710306" y="852931"/>
                  </a:lnTo>
                  <a:lnTo>
                    <a:pt x="713041" y="858957"/>
                  </a:lnTo>
                  <a:lnTo>
                    <a:pt x="714584" y="863900"/>
                  </a:lnTo>
                  <a:lnTo>
                    <a:pt x="719136" y="875568"/>
                  </a:lnTo>
                  <a:cubicBezTo>
                    <a:pt x="725514" y="895331"/>
                    <a:pt x="730563" y="915399"/>
                    <a:pt x="732710" y="936110"/>
                  </a:cubicBezTo>
                  <a:cubicBezTo>
                    <a:pt x="734037" y="948915"/>
                    <a:pt x="735287" y="961728"/>
                    <a:pt x="736612" y="974935"/>
                  </a:cubicBezTo>
                  <a:cubicBezTo>
                    <a:pt x="721015" y="974935"/>
                    <a:pt x="706677" y="974935"/>
                    <a:pt x="691689" y="974935"/>
                  </a:cubicBezTo>
                  <a:cubicBezTo>
                    <a:pt x="691317" y="972470"/>
                    <a:pt x="690855" y="969704"/>
                    <a:pt x="690489" y="966925"/>
                  </a:cubicBezTo>
                  <a:cubicBezTo>
                    <a:pt x="689421" y="958820"/>
                    <a:pt x="688550" y="950678"/>
                    <a:pt x="687565" y="942558"/>
                  </a:cubicBezTo>
                  <a:lnTo>
                    <a:pt x="685172" y="926505"/>
                  </a:lnTo>
                  <a:lnTo>
                    <a:pt x="677889" y="897072"/>
                  </a:lnTo>
                  <a:lnTo>
                    <a:pt x="676639" y="892691"/>
                  </a:lnTo>
                  <a:lnTo>
                    <a:pt x="667753" y="867813"/>
                  </a:lnTo>
                  <a:lnTo>
                    <a:pt x="659942" y="851379"/>
                  </a:lnTo>
                  <a:lnTo>
                    <a:pt x="653348" y="838059"/>
                  </a:lnTo>
                  <a:lnTo>
                    <a:pt x="650497" y="833654"/>
                  </a:lnTo>
                  <a:lnTo>
                    <a:pt x="626443" y="798258"/>
                  </a:lnTo>
                  <a:lnTo>
                    <a:pt x="607482" y="776119"/>
                  </a:lnTo>
                  <a:lnTo>
                    <a:pt x="599448" y="767959"/>
                  </a:lnTo>
                  <a:lnTo>
                    <a:pt x="592728" y="761720"/>
                  </a:lnTo>
                  <a:lnTo>
                    <a:pt x="588624" y="758172"/>
                  </a:lnTo>
                  <a:lnTo>
                    <a:pt x="579207" y="750136"/>
                  </a:lnTo>
                  <a:lnTo>
                    <a:pt x="560712" y="736256"/>
                  </a:lnTo>
                  <a:lnTo>
                    <a:pt x="552276" y="730609"/>
                  </a:lnTo>
                  <a:lnTo>
                    <a:pt x="532297" y="718770"/>
                  </a:lnTo>
                  <a:cubicBezTo>
                    <a:pt x="526379" y="715573"/>
                    <a:pt x="520385" y="712564"/>
                    <a:pt x="514313" y="709763"/>
                  </a:cubicBezTo>
                  <a:lnTo>
                    <a:pt x="497597" y="702734"/>
                  </a:lnTo>
                  <a:lnTo>
                    <a:pt x="495098" y="701746"/>
                  </a:lnTo>
                  <a:lnTo>
                    <a:pt x="489726" y="699933"/>
                  </a:lnTo>
                  <a:lnTo>
                    <a:pt x="475144" y="695394"/>
                  </a:lnTo>
                  <a:cubicBezTo>
                    <a:pt x="461637" y="691754"/>
                    <a:pt x="447807" y="689277"/>
                    <a:pt x="434074" y="686517"/>
                  </a:cubicBezTo>
                  <a:lnTo>
                    <a:pt x="431748" y="686166"/>
                  </a:lnTo>
                  <a:lnTo>
                    <a:pt x="409435" y="683837"/>
                  </a:lnTo>
                  <a:lnTo>
                    <a:pt x="391648" y="683499"/>
                  </a:lnTo>
                  <a:lnTo>
                    <a:pt x="373861" y="683837"/>
                  </a:lnTo>
                  <a:lnTo>
                    <a:pt x="351548" y="686166"/>
                  </a:lnTo>
                  <a:lnTo>
                    <a:pt x="349222" y="686517"/>
                  </a:lnTo>
                  <a:cubicBezTo>
                    <a:pt x="335489" y="689277"/>
                    <a:pt x="321659" y="691754"/>
                    <a:pt x="308152" y="695394"/>
                  </a:cubicBezTo>
                  <a:lnTo>
                    <a:pt x="293570" y="699933"/>
                  </a:lnTo>
                  <a:lnTo>
                    <a:pt x="288198" y="701746"/>
                  </a:lnTo>
                  <a:lnTo>
                    <a:pt x="285699" y="702734"/>
                  </a:lnTo>
                  <a:lnTo>
                    <a:pt x="268983" y="709763"/>
                  </a:lnTo>
                  <a:cubicBezTo>
                    <a:pt x="262911" y="712564"/>
                    <a:pt x="256917" y="715573"/>
                    <a:pt x="250999" y="718770"/>
                  </a:cubicBezTo>
                  <a:lnTo>
                    <a:pt x="231019" y="730609"/>
                  </a:lnTo>
                  <a:lnTo>
                    <a:pt x="222584" y="736256"/>
                  </a:lnTo>
                  <a:lnTo>
                    <a:pt x="204089" y="750136"/>
                  </a:lnTo>
                  <a:lnTo>
                    <a:pt x="194672" y="758172"/>
                  </a:lnTo>
                  <a:lnTo>
                    <a:pt x="190568" y="761720"/>
                  </a:lnTo>
                  <a:lnTo>
                    <a:pt x="183848" y="767959"/>
                  </a:lnTo>
                  <a:lnTo>
                    <a:pt x="175814" y="776119"/>
                  </a:lnTo>
                  <a:lnTo>
                    <a:pt x="156853" y="798258"/>
                  </a:lnTo>
                  <a:lnTo>
                    <a:pt x="132799" y="833654"/>
                  </a:lnTo>
                  <a:lnTo>
                    <a:pt x="129948" y="838059"/>
                  </a:lnTo>
                  <a:lnTo>
                    <a:pt x="123354" y="851379"/>
                  </a:lnTo>
                  <a:lnTo>
                    <a:pt x="115543" y="867813"/>
                  </a:lnTo>
                  <a:lnTo>
                    <a:pt x="112028" y="877653"/>
                  </a:lnTo>
                  <a:lnTo>
                    <a:pt x="63693" y="877653"/>
                  </a:lnTo>
                  <a:lnTo>
                    <a:pt x="64160" y="875568"/>
                  </a:lnTo>
                  <a:lnTo>
                    <a:pt x="68712" y="863900"/>
                  </a:lnTo>
                  <a:lnTo>
                    <a:pt x="70255" y="858957"/>
                  </a:lnTo>
                  <a:lnTo>
                    <a:pt x="72990" y="852931"/>
                  </a:lnTo>
                  <a:lnTo>
                    <a:pt x="77959" y="840191"/>
                  </a:lnTo>
                  <a:lnTo>
                    <a:pt x="83794" y="829122"/>
                  </a:lnTo>
                  <a:lnTo>
                    <a:pt x="86710" y="822698"/>
                  </a:lnTo>
                  <a:lnTo>
                    <a:pt x="91327" y="814833"/>
                  </a:lnTo>
                  <a:lnTo>
                    <a:pt x="95675" y="806586"/>
                  </a:lnTo>
                  <a:lnTo>
                    <a:pt x="101670" y="797216"/>
                  </a:lnTo>
                  <a:lnTo>
                    <a:pt x="104049" y="793164"/>
                  </a:lnTo>
                  <a:lnTo>
                    <a:pt x="105477" y="791267"/>
                  </a:lnTo>
                  <a:lnTo>
                    <a:pt x="108832" y="786024"/>
                  </a:lnTo>
                  <a:cubicBezTo>
                    <a:pt x="118020" y="772655"/>
                    <a:pt x="128074" y="759994"/>
                    <a:pt x="139202" y="748215"/>
                  </a:cubicBezTo>
                  <a:lnTo>
                    <a:pt x="150382" y="737378"/>
                  </a:lnTo>
                  <a:lnTo>
                    <a:pt x="152764" y="734865"/>
                  </a:lnTo>
                  <a:lnTo>
                    <a:pt x="154704" y="733189"/>
                  </a:lnTo>
                  <a:lnTo>
                    <a:pt x="156725" y="731230"/>
                  </a:lnTo>
                  <a:lnTo>
                    <a:pt x="162057" y="726836"/>
                  </a:lnTo>
                  <a:lnTo>
                    <a:pt x="182961" y="708777"/>
                  </a:lnTo>
                  <a:lnTo>
                    <a:pt x="188485" y="705060"/>
                  </a:lnTo>
                  <a:lnTo>
                    <a:pt x="190227" y="703625"/>
                  </a:lnTo>
                  <a:cubicBezTo>
                    <a:pt x="216499" y="683771"/>
                    <a:pt x="245498" y="668886"/>
                    <a:pt x="276542" y="657973"/>
                  </a:cubicBezTo>
                  <a:lnTo>
                    <a:pt x="286673" y="654882"/>
                  </a:lnTo>
                  <a:lnTo>
                    <a:pt x="289278" y="653902"/>
                  </a:lnTo>
                  <a:lnTo>
                    <a:pt x="294182" y="652591"/>
                  </a:lnTo>
                  <a:lnTo>
                    <a:pt x="308295" y="648286"/>
                  </a:lnTo>
                  <a:cubicBezTo>
                    <a:pt x="313653" y="646939"/>
                    <a:pt x="319048" y="645745"/>
                    <a:pt x="324487" y="644736"/>
                  </a:cubicBezTo>
                  <a:lnTo>
                    <a:pt x="337626" y="642787"/>
                  </a:lnTo>
                  <a:lnTo>
                    <a:pt x="340952" y="642162"/>
                  </a:lnTo>
                  <a:cubicBezTo>
                    <a:pt x="351250" y="640612"/>
                    <a:pt x="361564" y="639489"/>
                    <a:pt x="371896" y="638859"/>
                  </a:cubicBezTo>
                  <a:lnTo>
                    <a:pt x="376620" y="638806"/>
                  </a:lnTo>
                  <a:close/>
                  <a:moveTo>
                    <a:pt x="728644" y="470794"/>
                  </a:moveTo>
                  <a:cubicBezTo>
                    <a:pt x="743399" y="470794"/>
                    <a:pt x="757864" y="470794"/>
                    <a:pt x="772974" y="470794"/>
                  </a:cubicBezTo>
                  <a:cubicBezTo>
                    <a:pt x="772974" y="472389"/>
                    <a:pt x="772974" y="474117"/>
                    <a:pt x="772974" y="475846"/>
                  </a:cubicBezTo>
                  <a:cubicBezTo>
                    <a:pt x="772974" y="510544"/>
                    <a:pt x="773164" y="545243"/>
                    <a:pt x="772892" y="579939"/>
                  </a:cubicBezTo>
                  <a:cubicBezTo>
                    <a:pt x="772760" y="596778"/>
                    <a:pt x="761431" y="611824"/>
                    <a:pt x="746094" y="617566"/>
                  </a:cubicBezTo>
                  <a:cubicBezTo>
                    <a:pt x="740690" y="619590"/>
                    <a:pt x="734590" y="620403"/>
                    <a:pt x="728776" y="620557"/>
                  </a:cubicBezTo>
                  <a:cubicBezTo>
                    <a:pt x="713565" y="620959"/>
                    <a:pt x="698336" y="620693"/>
                    <a:pt x="682624" y="620693"/>
                  </a:cubicBezTo>
                  <a:cubicBezTo>
                    <a:pt x="662520" y="620693"/>
                    <a:pt x="642906" y="620693"/>
                    <a:pt x="623006" y="620693"/>
                  </a:cubicBezTo>
                  <a:cubicBezTo>
                    <a:pt x="623006" y="605934"/>
                    <a:pt x="623006" y="591470"/>
                    <a:pt x="623006" y="576533"/>
                  </a:cubicBezTo>
                  <a:cubicBezTo>
                    <a:pt x="658172" y="576533"/>
                    <a:pt x="693261" y="576533"/>
                    <a:pt x="728644" y="576533"/>
                  </a:cubicBezTo>
                  <a:cubicBezTo>
                    <a:pt x="728644" y="541092"/>
                    <a:pt x="728644" y="506121"/>
                    <a:pt x="728644" y="470794"/>
                  </a:cubicBezTo>
                  <a:close/>
                  <a:moveTo>
                    <a:pt x="93" y="470725"/>
                  </a:moveTo>
                  <a:cubicBezTo>
                    <a:pt x="14852" y="470725"/>
                    <a:pt x="29316" y="470725"/>
                    <a:pt x="44253" y="470725"/>
                  </a:cubicBezTo>
                  <a:cubicBezTo>
                    <a:pt x="44253" y="505892"/>
                    <a:pt x="44253" y="540981"/>
                    <a:pt x="44253" y="576364"/>
                  </a:cubicBezTo>
                  <a:cubicBezTo>
                    <a:pt x="80021" y="576364"/>
                    <a:pt x="115320" y="576364"/>
                    <a:pt x="150974" y="576364"/>
                  </a:cubicBezTo>
                  <a:cubicBezTo>
                    <a:pt x="150974" y="591119"/>
                    <a:pt x="150974" y="605584"/>
                    <a:pt x="150974" y="620692"/>
                  </a:cubicBezTo>
                  <a:cubicBezTo>
                    <a:pt x="149378" y="620692"/>
                    <a:pt x="147649" y="620692"/>
                    <a:pt x="145921" y="620692"/>
                  </a:cubicBezTo>
                  <a:cubicBezTo>
                    <a:pt x="110731" y="620692"/>
                    <a:pt x="75541" y="620856"/>
                    <a:pt x="40353" y="620608"/>
                  </a:cubicBezTo>
                  <a:cubicBezTo>
                    <a:pt x="27153" y="620515"/>
                    <a:pt x="16911" y="613979"/>
                    <a:pt x="8894" y="603755"/>
                  </a:cubicBezTo>
                  <a:cubicBezTo>
                    <a:pt x="2272" y="595312"/>
                    <a:pt x="-100" y="585703"/>
                    <a:pt x="3" y="575023"/>
                  </a:cubicBezTo>
                  <a:cubicBezTo>
                    <a:pt x="270" y="547529"/>
                    <a:pt x="93" y="520031"/>
                    <a:pt x="93" y="492043"/>
                  </a:cubicBezTo>
                  <a:cubicBezTo>
                    <a:pt x="93" y="484704"/>
                    <a:pt x="93" y="477857"/>
                    <a:pt x="93" y="470725"/>
                  </a:cubicBezTo>
                  <a:close/>
                  <a:moveTo>
                    <a:pt x="604696" y="390969"/>
                  </a:moveTo>
                  <a:cubicBezTo>
                    <a:pt x="605269" y="420796"/>
                    <a:pt x="600560" y="449776"/>
                    <a:pt x="590269" y="477743"/>
                  </a:cubicBezTo>
                  <a:cubicBezTo>
                    <a:pt x="581730" y="500949"/>
                    <a:pt x="570418" y="522578"/>
                    <a:pt x="554193" y="541559"/>
                  </a:cubicBezTo>
                  <a:cubicBezTo>
                    <a:pt x="536133" y="562688"/>
                    <a:pt x="514691" y="579245"/>
                    <a:pt x="489616" y="591006"/>
                  </a:cubicBezTo>
                  <a:cubicBezTo>
                    <a:pt x="469679" y="600357"/>
                    <a:pt x="448938" y="607687"/>
                    <a:pt x="427062" y="610727"/>
                  </a:cubicBezTo>
                  <a:cubicBezTo>
                    <a:pt x="411924" y="612831"/>
                    <a:pt x="396569" y="614738"/>
                    <a:pt x="381341" y="614531"/>
                  </a:cubicBezTo>
                  <a:cubicBezTo>
                    <a:pt x="353331" y="614150"/>
                    <a:pt x="326182" y="608374"/>
                    <a:pt x="300340" y="597106"/>
                  </a:cubicBezTo>
                  <a:cubicBezTo>
                    <a:pt x="279831" y="588163"/>
                    <a:pt x="261112" y="576528"/>
                    <a:pt x="244112" y="561895"/>
                  </a:cubicBezTo>
                  <a:cubicBezTo>
                    <a:pt x="224853" y="545318"/>
                    <a:pt x="209270" y="525901"/>
                    <a:pt x="196499" y="504034"/>
                  </a:cubicBezTo>
                  <a:cubicBezTo>
                    <a:pt x="184653" y="483751"/>
                    <a:pt x="176931" y="461914"/>
                    <a:pt x="172161" y="439070"/>
                  </a:cubicBezTo>
                  <a:cubicBezTo>
                    <a:pt x="170232" y="429834"/>
                    <a:pt x="169884" y="420253"/>
                    <a:pt x="169049" y="410808"/>
                  </a:cubicBezTo>
                  <a:cubicBezTo>
                    <a:pt x="168493" y="404519"/>
                    <a:pt x="168347" y="398194"/>
                    <a:pt x="167996" y="391434"/>
                  </a:cubicBezTo>
                  <a:cubicBezTo>
                    <a:pt x="175908" y="394524"/>
                    <a:pt x="183782" y="398205"/>
                    <a:pt x="191791" y="401567"/>
                  </a:cubicBezTo>
                  <a:cubicBezTo>
                    <a:pt x="200405" y="405183"/>
                    <a:pt x="209144" y="408499"/>
                    <a:pt x="217977" y="412663"/>
                  </a:cubicBezTo>
                  <a:cubicBezTo>
                    <a:pt x="219559" y="421880"/>
                    <a:pt x="220423" y="430525"/>
                    <a:pt x="222545" y="438849"/>
                  </a:cubicBezTo>
                  <a:cubicBezTo>
                    <a:pt x="226636" y="454891"/>
                    <a:pt x="232696" y="470183"/>
                    <a:pt x="240522" y="484891"/>
                  </a:cubicBezTo>
                  <a:cubicBezTo>
                    <a:pt x="253123" y="508574"/>
                    <a:pt x="270928" y="526955"/>
                    <a:pt x="294094" y="540188"/>
                  </a:cubicBezTo>
                  <a:cubicBezTo>
                    <a:pt x="320292" y="555153"/>
                    <a:pt x="348572" y="563933"/>
                    <a:pt x="378643" y="565414"/>
                  </a:cubicBezTo>
                  <a:cubicBezTo>
                    <a:pt x="391918" y="566067"/>
                    <a:pt x="405553" y="564798"/>
                    <a:pt x="418650" y="562375"/>
                  </a:cubicBezTo>
                  <a:cubicBezTo>
                    <a:pt x="437642" y="558861"/>
                    <a:pt x="455586" y="551791"/>
                    <a:pt x="472322" y="541811"/>
                  </a:cubicBezTo>
                  <a:cubicBezTo>
                    <a:pt x="491365" y="530454"/>
                    <a:pt x="507832" y="516197"/>
                    <a:pt x="521196" y="498584"/>
                  </a:cubicBezTo>
                  <a:cubicBezTo>
                    <a:pt x="534093" y="481587"/>
                    <a:pt x="543987" y="462869"/>
                    <a:pt x="549328" y="442109"/>
                  </a:cubicBezTo>
                  <a:cubicBezTo>
                    <a:pt x="551820" y="432420"/>
                    <a:pt x="553033" y="422403"/>
                    <a:pt x="554826" y="412534"/>
                  </a:cubicBezTo>
                  <a:cubicBezTo>
                    <a:pt x="558279" y="410965"/>
                    <a:pt x="561722" y="409374"/>
                    <a:pt x="565187" y="407832"/>
                  </a:cubicBezTo>
                  <a:cubicBezTo>
                    <a:pt x="577157" y="402504"/>
                    <a:pt x="589130" y="397183"/>
                    <a:pt x="601117" y="391893"/>
                  </a:cubicBezTo>
                  <a:cubicBezTo>
                    <a:pt x="602130" y="391446"/>
                    <a:pt x="603253" y="391245"/>
                    <a:pt x="604696" y="390969"/>
                  </a:cubicBezTo>
                  <a:close/>
                  <a:moveTo>
                    <a:pt x="148456" y="37"/>
                  </a:moveTo>
                  <a:cubicBezTo>
                    <a:pt x="149244" y="38"/>
                    <a:pt x="150033" y="106"/>
                    <a:pt x="151067" y="154"/>
                  </a:cubicBezTo>
                  <a:cubicBezTo>
                    <a:pt x="151067" y="15163"/>
                    <a:pt x="151067" y="29946"/>
                    <a:pt x="151067" y="45176"/>
                  </a:cubicBezTo>
                  <a:cubicBezTo>
                    <a:pt x="115537" y="45176"/>
                    <a:pt x="80138" y="45176"/>
                    <a:pt x="44297" y="45176"/>
                  </a:cubicBezTo>
                  <a:cubicBezTo>
                    <a:pt x="44297" y="80689"/>
                    <a:pt x="44297" y="115761"/>
                    <a:pt x="44297" y="151048"/>
                  </a:cubicBezTo>
                  <a:cubicBezTo>
                    <a:pt x="29514" y="151048"/>
                    <a:pt x="15172" y="151048"/>
                    <a:pt x="92" y="151048"/>
                  </a:cubicBezTo>
                  <a:cubicBezTo>
                    <a:pt x="92" y="149428"/>
                    <a:pt x="92" y="147714"/>
                    <a:pt x="92" y="146000"/>
                  </a:cubicBezTo>
                  <a:cubicBezTo>
                    <a:pt x="92" y="111326"/>
                    <a:pt x="91" y="76652"/>
                    <a:pt x="93" y="41978"/>
                  </a:cubicBezTo>
                  <a:cubicBezTo>
                    <a:pt x="93" y="27960"/>
                    <a:pt x="7141" y="17558"/>
                    <a:pt x="17449" y="9057"/>
                  </a:cubicBezTo>
                  <a:cubicBezTo>
                    <a:pt x="20189" y="6798"/>
                    <a:pt x="23786" y="5579"/>
                    <a:pt x="27309" y="3655"/>
                  </a:cubicBezTo>
                  <a:cubicBezTo>
                    <a:pt x="32740" y="2296"/>
                    <a:pt x="37843" y="225"/>
                    <a:pt x="42963" y="183"/>
                  </a:cubicBezTo>
                  <a:cubicBezTo>
                    <a:pt x="78125" y="-105"/>
                    <a:pt x="113291" y="32"/>
                    <a:pt x="148456" y="37"/>
                  </a:cubicBezTo>
                  <a:close/>
                  <a:moveTo>
                    <a:pt x="622994" y="31"/>
                  </a:moveTo>
                  <a:cubicBezTo>
                    <a:pt x="624527" y="31"/>
                    <a:pt x="625949" y="31"/>
                    <a:pt x="627372" y="31"/>
                  </a:cubicBezTo>
                  <a:cubicBezTo>
                    <a:pt x="661580" y="31"/>
                    <a:pt x="695787" y="15"/>
                    <a:pt x="729995" y="73"/>
                  </a:cubicBezTo>
                  <a:cubicBezTo>
                    <a:pt x="732046" y="76"/>
                    <a:pt x="734095" y="678"/>
                    <a:pt x="736578" y="1007"/>
                  </a:cubicBezTo>
                  <a:cubicBezTo>
                    <a:pt x="756478" y="5035"/>
                    <a:pt x="767809" y="17365"/>
                    <a:pt x="772818" y="36122"/>
                  </a:cubicBezTo>
                  <a:cubicBezTo>
                    <a:pt x="773023" y="36892"/>
                    <a:pt x="772967" y="37742"/>
                    <a:pt x="772968" y="38555"/>
                  </a:cubicBezTo>
                  <a:cubicBezTo>
                    <a:pt x="772974" y="75870"/>
                    <a:pt x="772973" y="113186"/>
                    <a:pt x="772973" y="150885"/>
                  </a:cubicBezTo>
                  <a:cubicBezTo>
                    <a:pt x="758408" y="150885"/>
                    <a:pt x="743942" y="150885"/>
                    <a:pt x="729002" y="150885"/>
                  </a:cubicBezTo>
                  <a:cubicBezTo>
                    <a:pt x="729002" y="116005"/>
                    <a:pt x="729002" y="80916"/>
                    <a:pt x="729002" y="45357"/>
                  </a:cubicBezTo>
                  <a:cubicBezTo>
                    <a:pt x="693446" y="45357"/>
                    <a:pt x="658357" y="45357"/>
                    <a:pt x="622994" y="45357"/>
                  </a:cubicBezTo>
                  <a:cubicBezTo>
                    <a:pt x="622994" y="30095"/>
                    <a:pt x="622994" y="15304"/>
                    <a:pt x="622994" y="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76" name="Freeform: Shape 1975">
              <a:extLst>
                <a:ext uri="{FF2B5EF4-FFF2-40B4-BE49-F238E27FC236}">
                  <a16:creationId xmlns:a16="http://schemas.microsoft.com/office/drawing/2014/main" id="{61358D75-4F49-210B-CD2A-7960DCDE0CCE}"/>
                </a:ext>
                <a:ext uri="{C183D7F6-B498-43B3-948B-1728B52AA6E4}">
                  <adec:decorative xmlns:adec="http://schemas.microsoft.com/office/drawing/2017/decorative" val="1"/>
                </a:ext>
              </a:extLst>
            </p:cNvPr>
            <p:cNvSpPr/>
            <p:nvPr/>
          </p:nvSpPr>
          <p:spPr>
            <a:xfrm>
              <a:off x="3384397" y="3660095"/>
              <a:ext cx="288245" cy="433720"/>
            </a:xfrm>
            <a:custGeom>
              <a:avLst/>
              <a:gdLst>
                <a:gd name="connsiteX0" fmla="*/ 0 w 614653"/>
                <a:gd name="connsiteY0" fmla="*/ 858400 h 924866"/>
                <a:gd name="connsiteX1" fmla="*/ 66132 w 614653"/>
                <a:gd name="connsiteY1" fmla="*/ 858400 h 924866"/>
                <a:gd name="connsiteX2" fmla="*/ 66132 w 614653"/>
                <a:gd name="connsiteY2" fmla="*/ 924866 h 924866"/>
                <a:gd name="connsiteX3" fmla="*/ 0 w 614653"/>
                <a:gd name="connsiteY3" fmla="*/ 924866 h 924866"/>
                <a:gd name="connsiteX4" fmla="*/ 160465 w 614653"/>
                <a:gd name="connsiteY4" fmla="*/ 306450 h 924866"/>
                <a:gd name="connsiteX5" fmla="*/ 386394 w 614653"/>
                <a:gd name="connsiteY5" fmla="*/ 342734 h 924866"/>
                <a:gd name="connsiteX6" fmla="*/ 527599 w 614653"/>
                <a:gd name="connsiteY6" fmla="*/ 307157 h 924866"/>
                <a:gd name="connsiteX7" fmla="*/ 526939 w 614653"/>
                <a:gd name="connsiteY7" fmla="*/ 306527 h 924866"/>
                <a:gd name="connsiteX8" fmla="*/ 319281 w 614653"/>
                <a:gd name="connsiteY8" fmla="*/ 306450 h 924866"/>
                <a:gd name="connsiteX9" fmla="*/ 160465 w 614653"/>
                <a:gd name="connsiteY9" fmla="*/ 306450 h 924866"/>
                <a:gd name="connsiteX10" fmla="*/ 273542 w 614653"/>
                <a:gd name="connsiteY10" fmla="*/ 52598 h 924866"/>
                <a:gd name="connsiteX11" fmla="*/ 244813 w 614653"/>
                <a:gd name="connsiteY11" fmla="*/ 52818 h 924866"/>
                <a:gd name="connsiteX12" fmla="*/ 235394 w 614653"/>
                <a:gd name="connsiteY12" fmla="*/ 65600 h 924866"/>
                <a:gd name="connsiteX13" fmla="*/ 236258 w 614653"/>
                <a:gd name="connsiteY13" fmla="*/ 120379 h 924866"/>
                <a:gd name="connsiteX14" fmla="*/ 236300 w 614653"/>
                <a:gd name="connsiteY14" fmla="*/ 185171 h 924866"/>
                <a:gd name="connsiteX15" fmla="*/ 236372 w 614653"/>
                <a:gd name="connsiteY15" fmla="*/ 189587 h 924866"/>
                <a:gd name="connsiteX16" fmla="*/ 237711 w 614653"/>
                <a:gd name="connsiteY16" fmla="*/ 218403 h 924866"/>
                <a:gd name="connsiteX17" fmla="*/ 214020 w 614653"/>
                <a:gd name="connsiteY17" fmla="*/ 218403 h 924866"/>
                <a:gd name="connsiteX18" fmla="*/ 214020 w 614653"/>
                <a:gd name="connsiteY18" fmla="*/ 129161 h 924866"/>
                <a:gd name="connsiteX19" fmla="*/ 149534 w 614653"/>
                <a:gd name="connsiteY19" fmla="*/ 283548 h 924866"/>
                <a:gd name="connsiteX20" fmla="*/ 259876 w 614653"/>
                <a:gd name="connsiteY20" fmla="*/ 283548 h 924866"/>
                <a:gd name="connsiteX21" fmla="*/ 260928 w 614653"/>
                <a:gd name="connsiteY21" fmla="*/ 268248 h 924866"/>
                <a:gd name="connsiteX22" fmla="*/ 264755 w 614653"/>
                <a:gd name="connsiteY22" fmla="*/ 227314 h 924866"/>
                <a:gd name="connsiteX23" fmla="*/ 266810 w 614653"/>
                <a:gd name="connsiteY23" fmla="*/ 200720 h 924866"/>
                <a:gd name="connsiteX24" fmla="*/ 270660 w 614653"/>
                <a:gd name="connsiteY24" fmla="*/ 161261 h 924866"/>
                <a:gd name="connsiteX25" fmla="*/ 273615 w 614653"/>
                <a:gd name="connsiteY25" fmla="*/ 128050 h 924866"/>
                <a:gd name="connsiteX26" fmla="*/ 273651 w 614653"/>
                <a:gd name="connsiteY26" fmla="*/ 121671 h 924866"/>
                <a:gd name="connsiteX27" fmla="*/ 277570 w 614653"/>
                <a:gd name="connsiteY27" fmla="*/ 77798 h 924866"/>
                <a:gd name="connsiteX28" fmla="*/ 279475 w 614653"/>
                <a:gd name="connsiteY28" fmla="*/ 62985 h 924866"/>
                <a:gd name="connsiteX29" fmla="*/ 273542 w 614653"/>
                <a:gd name="connsiteY29" fmla="*/ 52598 h 924866"/>
                <a:gd name="connsiteX30" fmla="*/ 437955 w 614653"/>
                <a:gd name="connsiteY30" fmla="*/ 51785 h 924866"/>
                <a:gd name="connsiteX31" fmla="*/ 409286 w 614653"/>
                <a:gd name="connsiteY31" fmla="*/ 55026 h 924866"/>
                <a:gd name="connsiteX32" fmla="*/ 408218 w 614653"/>
                <a:gd name="connsiteY32" fmla="*/ 57371 h 924866"/>
                <a:gd name="connsiteX33" fmla="*/ 409247 w 614653"/>
                <a:gd name="connsiteY33" fmla="*/ 73857 h 924866"/>
                <a:gd name="connsiteX34" fmla="*/ 413035 w 614653"/>
                <a:gd name="connsiteY34" fmla="*/ 112840 h 924866"/>
                <a:gd name="connsiteX35" fmla="*/ 415082 w 614653"/>
                <a:gd name="connsiteY35" fmla="*/ 140913 h 924866"/>
                <a:gd name="connsiteX36" fmla="*/ 418952 w 614653"/>
                <a:gd name="connsiteY36" fmla="*/ 184309 h 924866"/>
                <a:gd name="connsiteX37" fmla="*/ 420993 w 614653"/>
                <a:gd name="connsiteY37" fmla="*/ 208947 h 924866"/>
                <a:gd name="connsiteX38" fmla="*/ 424821 w 614653"/>
                <a:gd name="connsiteY38" fmla="*/ 246945 h 924866"/>
                <a:gd name="connsiteX39" fmla="*/ 427763 w 614653"/>
                <a:gd name="connsiteY39" fmla="*/ 283575 h 924866"/>
                <a:gd name="connsiteX40" fmla="*/ 538045 w 614653"/>
                <a:gd name="connsiteY40" fmla="*/ 283575 h 924866"/>
                <a:gd name="connsiteX41" fmla="*/ 521016 w 614653"/>
                <a:gd name="connsiteY41" fmla="*/ 200855 h 924866"/>
                <a:gd name="connsiteX42" fmla="*/ 475710 w 614653"/>
                <a:gd name="connsiteY42" fmla="*/ 130022 h 924866"/>
                <a:gd name="connsiteX43" fmla="*/ 474118 w 614653"/>
                <a:gd name="connsiteY43" fmla="*/ 130466 h 924866"/>
                <a:gd name="connsiteX44" fmla="*/ 474118 w 614653"/>
                <a:gd name="connsiteY44" fmla="*/ 218235 h 924866"/>
                <a:gd name="connsiteX45" fmla="*/ 452349 w 614653"/>
                <a:gd name="connsiteY45" fmla="*/ 218235 h 924866"/>
                <a:gd name="connsiteX46" fmla="*/ 452368 w 614653"/>
                <a:gd name="connsiteY46" fmla="*/ 172012 h 924866"/>
                <a:gd name="connsiteX47" fmla="*/ 453240 w 614653"/>
                <a:gd name="connsiteY47" fmla="*/ 65176 h 924866"/>
                <a:gd name="connsiteX48" fmla="*/ 441812 w 614653"/>
                <a:gd name="connsiteY48" fmla="*/ 52139 h 924866"/>
                <a:gd name="connsiteX49" fmla="*/ 437955 w 614653"/>
                <a:gd name="connsiteY49" fmla="*/ 51785 h 924866"/>
                <a:gd name="connsiteX50" fmla="*/ 322105 w 614653"/>
                <a:gd name="connsiteY50" fmla="*/ 25043 h 924866"/>
                <a:gd name="connsiteX51" fmla="*/ 303030 w 614653"/>
                <a:gd name="connsiteY51" fmla="*/ 50186 h 924866"/>
                <a:gd name="connsiteX52" fmla="*/ 302009 w 614653"/>
                <a:gd name="connsiteY52" fmla="*/ 67652 h 924866"/>
                <a:gd name="connsiteX53" fmla="*/ 298178 w 614653"/>
                <a:gd name="connsiteY53" fmla="*/ 108088 h 924866"/>
                <a:gd name="connsiteX54" fmla="*/ 295303 w 614653"/>
                <a:gd name="connsiteY54" fmla="*/ 137368 h 924866"/>
                <a:gd name="connsiteX55" fmla="*/ 291299 w 614653"/>
                <a:gd name="connsiteY55" fmla="*/ 183684 h 924866"/>
                <a:gd name="connsiteX56" fmla="*/ 288374 w 614653"/>
                <a:gd name="connsiteY56" fmla="*/ 216953 h 924866"/>
                <a:gd name="connsiteX57" fmla="*/ 284401 w 614653"/>
                <a:gd name="connsiteY57" fmla="*/ 268668 h 924866"/>
                <a:gd name="connsiteX58" fmla="*/ 282914 w 614653"/>
                <a:gd name="connsiteY58" fmla="*/ 283606 h 924866"/>
                <a:gd name="connsiteX59" fmla="*/ 404752 w 614653"/>
                <a:gd name="connsiteY59" fmla="*/ 283606 h 924866"/>
                <a:gd name="connsiteX60" fmla="*/ 402279 w 614653"/>
                <a:gd name="connsiteY60" fmla="*/ 254893 h 924866"/>
                <a:gd name="connsiteX61" fmla="*/ 400242 w 614653"/>
                <a:gd name="connsiteY61" fmla="*/ 227320 h 924866"/>
                <a:gd name="connsiteX62" fmla="*/ 396384 w 614653"/>
                <a:gd name="connsiteY62" fmla="*/ 184432 h 924866"/>
                <a:gd name="connsiteX63" fmla="*/ 394337 w 614653"/>
                <a:gd name="connsiteY63" fmla="*/ 159313 h 924866"/>
                <a:gd name="connsiteX64" fmla="*/ 390502 w 614653"/>
                <a:gd name="connsiteY64" fmla="*/ 118387 h 924866"/>
                <a:gd name="connsiteX65" fmla="*/ 388464 w 614653"/>
                <a:gd name="connsiteY65" fmla="*/ 91795 h 924866"/>
                <a:gd name="connsiteX66" fmla="*/ 384588 w 614653"/>
                <a:gd name="connsiteY66" fmla="*/ 47436 h 924866"/>
                <a:gd name="connsiteX67" fmla="*/ 369349 w 614653"/>
                <a:gd name="connsiteY67" fmla="*/ 26329 h 924866"/>
                <a:gd name="connsiteX68" fmla="*/ 322105 w 614653"/>
                <a:gd name="connsiteY68" fmla="*/ 25043 h 924866"/>
                <a:gd name="connsiteX69" fmla="*/ 352433 w 614653"/>
                <a:gd name="connsiteY69" fmla="*/ 213 h 924866"/>
                <a:gd name="connsiteX70" fmla="*/ 391018 w 614653"/>
                <a:gd name="connsiteY70" fmla="*/ 11574 h 924866"/>
                <a:gd name="connsiteX71" fmla="*/ 404585 w 614653"/>
                <a:gd name="connsiteY71" fmla="*/ 29892 h 924866"/>
                <a:gd name="connsiteX72" fmla="*/ 438124 w 614653"/>
                <a:gd name="connsiteY72" fmla="*/ 28675 h 924866"/>
                <a:gd name="connsiteX73" fmla="*/ 465291 w 614653"/>
                <a:gd name="connsiteY73" fmla="*/ 38091 h 924866"/>
                <a:gd name="connsiteX74" fmla="*/ 475854 w 614653"/>
                <a:gd name="connsiteY74" fmla="*/ 63506 h 924866"/>
                <a:gd name="connsiteX75" fmla="*/ 480107 w 614653"/>
                <a:gd name="connsiteY75" fmla="*/ 72832 h 924866"/>
                <a:gd name="connsiteX76" fmla="*/ 509058 w 614653"/>
                <a:gd name="connsiteY76" fmla="*/ 98756 h 924866"/>
                <a:gd name="connsiteX77" fmla="*/ 547970 w 614653"/>
                <a:gd name="connsiteY77" fmla="*/ 151870 h 924866"/>
                <a:gd name="connsiteX78" fmla="*/ 576212 w 614653"/>
                <a:gd name="connsiteY78" fmla="*/ 226501 h 924866"/>
                <a:gd name="connsiteX79" fmla="*/ 581965 w 614653"/>
                <a:gd name="connsiteY79" fmla="*/ 262569 h 924866"/>
                <a:gd name="connsiteX80" fmla="*/ 583418 w 614653"/>
                <a:gd name="connsiteY80" fmla="*/ 274483 h 924866"/>
                <a:gd name="connsiteX81" fmla="*/ 606130 w 614653"/>
                <a:gd name="connsiteY81" fmla="*/ 277762 h 924866"/>
                <a:gd name="connsiteX82" fmla="*/ 609284 w 614653"/>
                <a:gd name="connsiteY82" fmla="*/ 309793 h 924866"/>
                <a:gd name="connsiteX83" fmla="*/ 584121 w 614653"/>
                <a:gd name="connsiteY83" fmla="*/ 328294 h 924866"/>
                <a:gd name="connsiteX84" fmla="*/ 562312 w 614653"/>
                <a:gd name="connsiteY84" fmla="*/ 340756 h 924866"/>
                <a:gd name="connsiteX85" fmla="*/ 558416 w 614653"/>
                <a:gd name="connsiteY85" fmla="*/ 341823 h 924866"/>
                <a:gd name="connsiteX86" fmla="*/ 522486 w 614653"/>
                <a:gd name="connsiteY86" fmla="*/ 357762 h 924866"/>
                <a:gd name="connsiteX87" fmla="*/ 511755 w 614653"/>
                <a:gd name="connsiteY87" fmla="*/ 362463 h 924866"/>
                <a:gd name="connsiteX88" fmla="*/ 476134 w 614653"/>
                <a:gd name="connsiteY88" fmla="*/ 373152 h 924866"/>
                <a:gd name="connsiteX89" fmla="*/ 389460 w 614653"/>
                <a:gd name="connsiteY89" fmla="*/ 387822 h 924866"/>
                <a:gd name="connsiteX90" fmla="*/ 340760 w 614653"/>
                <a:gd name="connsiteY90" fmla="*/ 389852 h 924866"/>
                <a:gd name="connsiteX91" fmla="*/ 326228 w 614653"/>
                <a:gd name="connsiteY91" fmla="*/ 388953 h 924866"/>
                <a:gd name="connsiteX92" fmla="*/ 306788 w 614653"/>
                <a:gd name="connsiteY92" fmla="*/ 387924 h 924866"/>
                <a:gd name="connsiteX93" fmla="*/ 267839 w 614653"/>
                <a:gd name="connsiteY93" fmla="*/ 383916 h 924866"/>
                <a:gd name="connsiteX94" fmla="*/ 221129 w 614653"/>
                <a:gd name="connsiteY94" fmla="*/ 375251 h 924866"/>
                <a:gd name="connsiteX95" fmla="*/ 175334 w 614653"/>
                <a:gd name="connsiteY95" fmla="*/ 362170 h 924866"/>
                <a:gd name="connsiteX96" fmla="*/ 149091 w 614653"/>
                <a:gd name="connsiteY96" fmla="*/ 351497 h 924866"/>
                <a:gd name="connsiteX97" fmla="*/ 125274 w 614653"/>
                <a:gd name="connsiteY97" fmla="*/ 340914 h 924866"/>
                <a:gd name="connsiteX98" fmla="*/ 100052 w 614653"/>
                <a:gd name="connsiteY98" fmla="*/ 326044 h 924866"/>
                <a:gd name="connsiteX99" fmla="*/ 79166 w 614653"/>
                <a:gd name="connsiteY99" fmla="*/ 310646 h 924866"/>
                <a:gd name="connsiteX100" fmla="*/ 76317 w 614653"/>
                <a:gd name="connsiteY100" fmla="*/ 283495 h 924866"/>
                <a:gd name="connsiteX101" fmla="*/ 101367 w 614653"/>
                <a:gd name="connsiteY101" fmla="*/ 273902 h 924866"/>
                <a:gd name="connsiteX102" fmla="*/ 103674 w 614653"/>
                <a:gd name="connsiteY102" fmla="*/ 274359 h 924866"/>
                <a:gd name="connsiteX103" fmla="*/ 110649 w 614653"/>
                <a:gd name="connsiteY103" fmla="*/ 230917 h 924866"/>
                <a:gd name="connsiteX104" fmla="*/ 126354 w 614653"/>
                <a:gd name="connsiteY104" fmla="*/ 179727 h 924866"/>
                <a:gd name="connsiteX105" fmla="*/ 155798 w 614653"/>
                <a:gd name="connsiteY105" fmla="*/ 126928 h 924866"/>
                <a:gd name="connsiteX106" fmla="*/ 174502 w 614653"/>
                <a:gd name="connsiteY106" fmla="*/ 103575 h 924866"/>
                <a:gd name="connsiteX107" fmla="*/ 211189 w 614653"/>
                <a:gd name="connsiteY107" fmla="*/ 69818 h 924866"/>
                <a:gd name="connsiteX108" fmla="*/ 212651 w 614653"/>
                <a:gd name="connsiteY108" fmla="*/ 64354 h 924866"/>
                <a:gd name="connsiteX109" fmla="*/ 223204 w 614653"/>
                <a:gd name="connsiteY109" fmla="*/ 38547 h 924866"/>
                <a:gd name="connsiteX110" fmla="*/ 241527 w 614653"/>
                <a:gd name="connsiteY110" fmla="*/ 29850 h 924866"/>
                <a:gd name="connsiteX111" fmla="*/ 282626 w 614653"/>
                <a:gd name="connsiteY111" fmla="*/ 31084 h 924866"/>
                <a:gd name="connsiteX112" fmla="*/ 300270 w 614653"/>
                <a:gd name="connsiteY112" fmla="*/ 9105 h 924866"/>
                <a:gd name="connsiteX113" fmla="*/ 325165 w 614653"/>
                <a:gd name="connsiteY113" fmla="*/ 1169 h 924866"/>
                <a:gd name="connsiteX114" fmla="*/ 352433 w 614653"/>
                <a:gd name="connsiteY114" fmla="*/ 213 h 92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614653" h="924866">
                  <a:moveTo>
                    <a:pt x="0" y="858400"/>
                  </a:moveTo>
                  <a:lnTo>
                    <a:pt x="66132" y="858400"/>
                  </a:lnTo>
                  <a:lnTo>
                    <a:pt x="66132" y="924866"/>
                  </a:lnTo>
                  <a:lnTo>
                    <a:pt x="0" y="924866"/>
                  </a:lnTo>
                  <a:close/>
                  <a:moveTo>
                    <a:pt x="160465" y="306450"/>
                  </a:moveTo>
                  <a:cubicBezTo>
                    <a:pt x="232533" y="339144"/>
                    <a:pt x="308197" y="349145"/>
                    <a:pt x="386394" y="342734"/>
                  </a:cubicBezTo>
                  <a:cubicBezTo>
                    <a:pt x="435323" y="338723"/>
                    <a:pt x="482534" y="327654"/>
                    <a:pt x="527599" y="307157"/>
                  </a:cubicBezTo>
                  <a:cubicBezTo>
                    <a:pt x="527116" y="306688"/>
                    <a:pt x="527028" y="306527"/>
                    <a:pt x="526939" y="306527"/>
                  </a:cubicBezTo>
                  <a:cubicBezTo>
                    <a:pt x="458047" y="306494"/>
                    <a:pt x="389155" y="306472"/>
                    <a:pt x="319281" y="306450"/>
                  </a:cubicBezTo>
                  <a:cubicBezTo>
                    <a:pt x="266342" y="306450"/>
                    <a:pt x="213404" y="306450"/>
                    <a:pt x="160465" y="306450"/>
                  </a:cubicBezTo>
                  <a:close/>
                  <a:moveTo>
                    <a:pt x="273542" y="52598"/>
                  </a:moveTo>
                  <a:cubicBezTo>
                    <a:pt x="264002" y="50400"/>
                    <a:pt x="254379" y="50146"/>
                    <a:pt x="244813" y="52818"/>
                  </a:cubicBezTo>
                  <a:cubicBezTo>
                    <a:pt x="238338" y="54626"/>
                    <a:pt x="235365" y="55777"/>
                    <a:pt x="235394" y="65600"/>
                  </a:cubicBezTo>
                  <a:cubicBezTo>
                    <a:pt x="235446" y="83860"/>
                    <a:pt x="236119" y="102118"/>
                    <a:pt x="236258" y="120379"/>
                  </a:cubicBezTo>
                  <a:cubicBezTo>
                    <a:pt x="236423" y="141975"/>
                    <a:pt x="236295" y="163574"/>
                    <a:pt x="236300" y="185171"/>
                  </a:cubicBezTo>
                  <a:cubicBezTo>
                    <a:pt x="236300" y="186643"/>
                    <a:pt x="236305" y="188117"/>
                    <a:pt x="236372" y="189587"/>
                  </a:cubicBezTo>
                  <a:cubicBezTo>
                    <a:pt x="236798" y="198970"/>
                    <a:pt x="237242" y="208352"/>
                    <a:pt x="237711" y="218403"/>
                  </a:cubicBezTo>
                  <a:cubicBezTo>
                    <a:pt x="229598" y="218403"/>
                    <a:pt x="222373" y="218403"/>
                    <a:pt x="214020" y="218403"/>
                  </a:cubicBezTo>
                  <a:cubicBezTo>
                    <a:pt x="214020" y="188837"/>
                    <a:pt x="214020" y="158999"/>
                    <a:pt x="214020" y="129161"/>
                  </a:cubicBezTo>
                  <a:cubicBezTo>
                    <a:pt x="172454" y="172688"/>
                    <a:pt x="151933" y="224257"/>
                    <a:pt x="149534" y="283548"/>
                  </a:cubicBezTo>
                  <a:cubicBezTo>
                    <a:pt x="186877" y="283548"/>
                    <a:pt x="223275" y="283548"/>
                    <a:pt x="259876" y="283548"/>
                  </a:cubicBezTo>
                  <a:cubicBezTo>
                    <a:pt x="260234" y="278246"/>
                    <a:pt x="260477" y="273238"/>
                    <a:pt x="260928" y="268248"/>
                  </a:cubicBezTo>
                  <a:cubicBezTo>
                    <a:pt x="262164" y="254600"/>
                    <a:pt x="263548" y="240965"/>
                    <a:pt x="264755" y="227314"/>
                  </a:cubicBezTo>
                  <a:cubicBezTo>
                    <a:pt x="265538" y="218458"/>
                    <a:pt x="266006" y="209574"/>
                    <a:pt x="266810" y="200720"/>
                  </a:cubicBezTo>
                  <a:cubicBezTo>
                    <a:pt x="268006" y="187559"/>
                    <a:pt x="269404" y="174417"/>
                    <a:pt x="270660" y="161261"/>
                  </a:cubicBezTo>
                  <a:cubicBezTo>
                    <a:pt x="271687" y="150501"/>
                    <a:pt x="272632" y="139734"/>
                    <a:pt x="273615" y="128050"/>
                  </a:cubicBezTo>
                  <a:cubicBezTo>
                    <a:pt x="273619" y="125923"/>
                    <a:pt x="273469" y="123782"/>
                    <a:pt x="273651" y="121671"/>
                  </a:cubicBezTo>
                  <a:cubicBezTo>
                    <a:pt x="274910" y="107042"/>
                    <a:pt x="276192" y="92416"/>
                    <a:pt x="277570" y="77798"/>
                  </a:cubicBezTo>
                  <a:cubicBezTo>
                    <a:pt x="278037" y="72843"/>
                    <a:pt x="278623" y="67886"/>
                    <a:pt x="279475" y="62985"/>
                  </a:cubicBezTo>
                  <a:cubicBezTo>
                    <a:pt x="280617" y="56414"/>
                    <a:pt x="279627" y="54000"/>
                    <a:pt x="273542" y="52598"/>
                  </a:cubicBezTo>
                  <a:close/>
                  <a:moveTo>
                    <a:pt x="437955" y="51785"/>
                  </a:moveTo>
                  <a:cubicBezTo>
                    <a:pt x="428405" y="50450"/>
                    <a:pt x="418985" y="50328"/>
                    <a:pt x="409286" y="55026"/>
                  </a:cubicBezTo>
                  <a:cubicBezTo>
                    <a:pt x="408911" y="55808"/>
                    <a:pt x="408183" y="56607"/>
                    <a:pt x="408218" y="57371"/>
                  </a:cubicBezTo>
                  <a:cubicBezTo>
                    <a:pt x="408465" y="62871"/>
                    <a:pt x="408739" y="68376"/>
                    <a:pt x="409247" y="73857"/>
                  </a:cubicBezTo>
                  <a:cubicBezTo>
                    <a:pt x="410449" y="86857"/>
                    <a:pt x="411881" y="99836"/>
                    <a:pt x="413035" y="112840"/>
                  </a:cubicBezTo>
                  <a:cubicBezTo>
                    <a:pt x="413865" y="122184"/>
                    <a:pt x="414298" y="131564"/>
                    <a:pt x="415082" y="140913"/>
                  </a:cubicBezTo>
                  <a:cubicBezTo>
                    <a:pt x="416297" y="155385"/>
                    <a:pt x="417683" y="169842"/>
                    <a:pt x="418952" y="184309"/>
                  </a:cubicBezTo>
                  <a:cubicBezTo>
                    <a:pt x="419671" y="192519"/>
                    <a:pt x="420209" y="200744"/>
                    <a:pt x="420993" y="208947"/>
                  </a:cubicBezTo>
                  <a:cubicBezTo>
                    <a:pt x="422205" y="221619"/>
                    <a:pt x="423665" y="234268"/>
                    <a:pt x="424821" y="246945"/>
                  </a:cubicBezTo>
                  <a:cubicBezTo>
                    <a:pt x="425932" y="259126"/>
                    <a:pt x="426790" y="271330"/>
                    <a:pt x="427763" y="283575"/>
                  </a:cubicBezTo>
                  <a:cubicBezTo>
                    <a:pt x="464991" y="283575"/>
                    <a:pt x="501672" y="283575"/>
                    <a:pt x="538045" y="283575"/>
                  </a:cubicBezTo>
                  <a:cubicBezTo>
                    <a:pt x="537655" y="254742"/>
                    <a:pt x="531503" y="227291"/>
                    <a:pt x="521016" y="200855"/>
                  </a:cubicBezTo>
                  <a:cubicBezTo>
                    <a:pt x="510492" y="174325"/>
                    <a:pt x="495595" y="150509"/>
                    <a:pt x="475710" y="130022"/>
                  </a:cubicBezTo>
                  <a:cubicBezTo>
                    <a:pt x="475179" y="130170"/>
                    <a:pt x="474649" y="130318"/>
                    <a:pt x="474118" y="130466"/>
                  </a:cubicBezTo>
                  <a:cubicBezTo>
                    <a:pt x="474118" y="159936"/>
                    <a:pt x="474118" y="189406"/>
                    <a:pt x="474118" y="218235"/>
                  </a:cubicBezTo>
                  <a:cubicBezTo>
                    <a:pt x="465993" y="218235"/>
                    <a:pt x="458804" y="218235"/>
                    <a:pt x="452349" y="218235"/>
                  </a:cubicBezTo>
                  <a:cubicBezTo>
                    <a:pt x="452349" y="202282"/>
                    <a:pt x="452254" y="187146"/>
                    <a:pt x="452368" y="172012"/>
                  </a:cubicBezTo>
                  <a:cubicBezTo>
                    <a:pt x="452636" y="136399"/>
                    <a:pt x="453136" y="100789"/>
                    <a:pt x="453240" y="65176"/>
                  </a:cubicBezTo>
                  <a:cubicBezTo>
                    <a:pt x="453267" y="56111"/>
                    <a:pt x="448956" y="53974"/>
                    <a:pt x="441812" y="52139"/>
                  </a:cubicBezTo>
                  <a:cubicBezTo>
                    <a:pt x="440578" y="51823"/>
                    <a:pt x="439233" y="51963"/>
                    <a:pt x="437955" y="51785"/>
                  </a:cubicBezTo>
                  <a:close/>
                  <a:moveTo>
                    <a:pt x="322105" y="25043"/>
                  </a:moveTo>
                  <a:cubicBezTo>
                    <a:pt x="307761" y="28256"/>
                    <a:pt x="303172" y="35229"/>
                    <a:pt x="303030" y="50186"/>
                  </a:cubicBezTo>
                  <a:cubicBezTo>
                    <a:pt x="302974" y="56012"/>
                    <a:pt x="302526" y="61845"/>
                    <a:pt x="302009" y="67652"/>
                  </a:cubicBezTo>
                  <a:cubicBezTo>
                    <a:pt x="300809" y="81138"/>
                    <a:pt x="299423" y="94607"/>
                    <a:pt x="298178" y="108088"/>
                  </a:cubicBezTo>
                  <a:cubicBezTo>
                    <a:pt x="297302" y="117570"/>
                    <a:pt x="296533" y="127061"/>
                    <a:pt x="295303" y="137368"/>
                  </a:cubicBezTo>
                  <a:cubicBezTo>
                    <a:pt x="293969" y="152807"/>
                    <a:pt x="292644" y="168246"/>
                    <a:pt x="291299" y="183684"/>
                  </a:cubicBezTo>
                  <a:cubicBezTo>
                    <a:pt x="290332" y="194774"/>
                    <a:pt x="289263" y="205856"/>
                    <a:pt x="288374" y="216953"/>
                  </a:cubicBezTo>
                  <a:cubicBezTo>
                    <a:pt x="286995" y="234187"/>
                    <a:pt x="285757" y="251432"/>
                    <a:pt x="284401" y="268668"/>
                  </a:cubicBezTo>
                  <a:cubicBezTo>
                    <a:pt x="284011" y="273622"/>
                    <a:pt x="283422" y="278560"/>
                    <a:pt x="282914" y="283606"/>
                  </a:cubicBezTo>
                  <a:cubicBezTo>
                    <a:pt x="323546" y="283606"/>
                    <a:pt x="364180" y="283606"/>
                    <a:pt x="404752" y="283606"/>
                  </a:cubicBezTo>
                  <a:cubicBezTo>
                    <a:pt x="403908" y="273871"/>
                    <a:pt x="403037" y="264386"/>
                    <a:pt x="402279" y="254893"/>
                  </a:cubicBezTo>
                  <a:cubicBezTo>
                    <a:pt x="401546" y="245706"/>
                    <a:pt x="401023" y="236502"/>
                    <a:pt x="400242" y="227320"/>
                  </a:cubicBezTo>
                  <a:cubicBezTo>
                    <a:pt x="399025" y="213018"/>
                    <a:pt x="397640" y="198730"/>
                    <a:pt x="396384" y="184432"/>
                  </a:cubicBezTo>
                  <a:cubicBezTo>
                    <a:pt x="395649" y="176063"/>
                    <a:pt x="395094" y="167679"/>
                    <a:pt x="394337" y="159313"/>
                  </a:cubicBezTo>
                  <a:cubicBezTo>
                    <a:pt x="393103" y="145667"/>
                    <a:pt x="391710" y="132035"/>
                    <a:pt x="390502" y="118387"/>
                  </a:cubicBezTo>
                  <a:cubicBezTo>
                    <a:pt x="389719" y="109532"/>
                    <a:pt x="389209" y="100654"/>
                    <a:pt x="388464" y="91795"/>
                  </a:cubicBezTo>
                  <a:cubicBezTo>
                    <a:pt x="387220" y="77005"/>
                    <a:pt x="385885" y="62222"/>
                    <a:pt x="384588" y="47436"/>
                  </a:cubicBezTo>
                  <a:cubicBezTo>
                    <a:pt x="383622" y="36417"/>
                    <a:pt x="381080" y="30023"/>
                    <a:pt x="369349" y="26329"/>
                  </a:cubicBezTo>
                  <a:cubicBezTo>
                    <a:pt x="353673" y="21391"/>
                    <a:pt x="337814" y="21525"/>
                    <a:pt x="322105" y="25043"/>
                  </a:cubicBezTo>
                  <a:close/>
                  <a:moveTo>
                    <a:pt x="352433" y="213"/>
                  </a:moveTo>
                  <a:cubicBezTo>
                    <a:pt x="366037" y="1028"/>
                    <a:pt x="379473" y="2917"/>
                    <a:pt x="391018" y="11574"/>
                  </a:cubicBezTo>
                  <a:cubicBezTo>
                    <a:pt x="397759" y="16628"/>
                    <a:pt x="402126" y="23014"/>
                    <a:pt x="404585" y="29892"/>
                  </a:cubicBezTo>
                  <a:cubicBezTo>
                    <a:pt x="416032" y="29426"/>
                    <a:pt x="427088" y="28481"/>
                    <a:pt x="438124" y="28675"/>
                  </a:cubicBezTo>
                  <a:cubicBezTo>
                    <a:pt x="448007" y="28849"/>
                    <a:pt x="457514" y="31459"/>
                    <a:pt x="465291" y="38091"/>
                  </a:cubicBezTo>
                  <a:cubicBezTo>
                    <a:pt x="473056" y="44713"/>
                    <a:pt x="475901" y="53615"/>
                    <a:pt x="475854" y="63506"/>
                  </a:cubicBezTo>
                  <a:cubicBezTo>
                    <a:pt x="475835" y="67438"/>
                    <a:pt x="476677" y="70044"/>
                    <a:pt x="480107" y="72832"/>
                  </a:cubicBezTo>
                  <a:cubicBezTo>
                    <a:pt x="490154" y="80998"/>
                    <a:pt x="500141" y="89403"/>
                    <a:pt x="509058" y="98756"/>
                  </a:cubicBezTo>
                  <a:cubicBezTo>
                    <a:pt x="524280" y="114722"/>
                    <a:pt x="537181" y="132495"/>
                    <a:pt x="547970" y="151870"/>
                  </a:cubicBezTo>
                  <a:cubicBezTo>
                    <a:pt x="561078" y="175411"/>
                    <a:pt x="570482" y="200280"/>
                    <a:pt x="576212" y="226501"/>
                  </a:cubicBezTo>
                  <a:cubicBezTo>
                    <a:pt x="578806" y="238377"/>
                    <a:pt x="580132" y="250531"/>
                    <a:pt x="581965" y="262569"/>
                  </a:cubicBezTo>
                  <a:cubicBezTo>
                    <a:pt x="582547" y="266395"/>
                    <a:pt x="582909" y="270253"/>
                    <a:pt x="583418" y="274483"/>
                  </a:cubicBezTo>
                  <a:cubicBezTo>
                    <a:pt x="591312" y="271962"/>
                    <a:pt x="598899" y="272463"/>
                    <a:pt x="606130" y="277762"/>
                  </a:cubicBezTo>
                  <a:cubicBezTo>
                    <a:pt x="615868" y="284897"/>
                    <a:pt x="617726" y="302383"/>
                    <a:pt x="609284" y="309793"/>
                  </a:cubicBezTo>
                  <a:cubicBezTo>
                    <a:pt x="601486" y="316639"/>
                    <a:pt x="592774" y="322508"/>
                    <a:pt x="584121" y="328294"/>
                  </a:cubicBezTo>
                  <a:cubicBezTo>
                    <a:pt x="577353" y="332821"/>
                    <a:pt x="570060" y="336562"/>
                    <a:pt x="562312" y="340756"/>
                  </a:cubicBezTo>
                  <a:cubicBezTo>
                    <a:pt x="560552" y="341175"/>
                    <a:pt x="559430" y="341376"/>
                    <a:pt x="558416" y="341823"/>
                  </a:cubicBezTo>
                  <a:cubicBezTo>
                    <a:pt x="546429" y="347113"/>
                    <a:pt x="534456" y="352434"/>
                    <a:pt x="522486" y="357762"/>
                  </a:cubicBezTo>
                  <a:cubicBezTo>
                    <a:pt x="519021" y="359304"/>
                    <a:pt x="515578" y="360895"/>
                    <a:pt x="511755" y="362463"/>
                  </a:cubicBezTo>
                  <a:cubicBezTo>
                    <a:pt x="499641" y="366049"/>
                    <a:pt x="487994" y="370000"/>
                    <a:pt x="476134" y="373152"/>
                  </a:cubicBezTo>
                  <a:cubicBezTo>
                    <a:pt x="447711" y="380705"/>
                    <a:pt x="418725" y="385324"/>
                    <a:pt x="389460" y="387822"/>
                  </a:cubicBezTo>
                  <a:cubicBezTo>
                    <a:pt x="373285" y="389202"/>
                    <a:pt x="357002" y="389384"/>
                    <a:pt x="340760" y="389852"/>
                  </a:cubicBezTo>
                  <a:cubicBezTo>
                    <a:pt x="335929" y="389992"/>
                    <a:pt x="331075" y="389228"/>
                    <a:pt x="326228" y="388953"/>
                  </a:cubicBezTo>
                  <a:cubicBezTo>
                    <a:pt x="319749" y="388586"/>
                    <a:pt x="313247" y="388501"/>
                    <a:pt x="306788" y="387924"/>
                  </a:cubicBezTo>
                  <a:cubicBezTo>
                    <a:pt x="293787" y="386763"/>
                    <a:pt x="280734" y="385846"/>
                    <a:pt x="267839" y="383916"/>
                  </a:cubicBezTo>
                  <a:cubicBezTo>
                    <a:pt x="252183" y="381573"/>
                    <a:pt x="236536" y="378853"/>
                    <a:pt x="221129" y="375251"/>
                  </a:cubicBezTo>
                  <a:cubicBezTo>
                    <a:pt x="205775" y="371662"/>
                    <a:pt x="190723" y="366780"/>
                    <a:pt x="175334" y="362170"/>
                  </a:cubicBezTo>
                  <a:cubicBezTo>
                    <a:pt x="166444" y="358429"/>
                    <a:pt x="157704" y="355113"/>
                    <a:pt x="149091" y="351497"/>
                  </a:cubicBezTo>
                  <a:cubicBezTo>
                    <a:pt x="141082" y="348136"/>
                    <a:pt x="133208" y="344454"/>
                    <a:pt x="125274" y="340914"/>
                  </a:cubicBezTo>
                  <a:cubicBezTo>
                    <a:pt x="116848" y="335987"/>
                    <a:pt x="108231" y="331352"/>
                    <a:pt x="100052" y="326044"/>
                  </a:cubicBezTo>
                  <a:cubicBezTo>
                    <a:pt x="92803" y="321339"/>
                    <a:pt x="85660" y="316321"/>
                    <a:pt x="79166" y="310646"/>
                  </a:cubicBezTo>
                  <a:cubicBezTo>
                    <a:pt x="71937" y="304327"/>
                    <a:pt x="71184" y="292373"/>
                    <a:pt x="76317" y="283495"/>
                  </a:cubicBezTo>
                  <a:cubicBezTo>
                    <a:pt x="81182" y="275083"/>
                    <a:pt x="92776" y="270892"/>
                    <a:pt x="101367" y="273902"/>
                  </a:cubicBezTo>
                  <a:cubicBezTo>
                    <a:pt x="102278" y="274221"/>
                    <a:pt x="103278" y="274284"/>
                    <a:pt x="103674" y="274359"/>
                  </a:cubicBezTo>
                  <a:cubicBezTo>
                    <a:pt x="105968" y="259931"/>
                    <a:pt x="108025" y="245373"/>
                    <a:pt x="110649" y="230917"/>
                  </a:cubicBezTo>
                  <a:cubicBezTo>
                    <a:pt x="113854" y="213260"/>
                    <a:pt x="119351" y="196231"/>
                    <a:pt x="126354" y="179727"/>
                  </a:cubicBezTo>
                  <a:cubicBezTo>
                    <a:pt x="134264" y="161083"/>
                    <a:pt x="143760" y="143259"/>
                    <a:pt x="155798" y="126928"/>
                  </a:cubicBezTo>
                  <a:cubicBezTo>
                    <a:pt x="161710" y="118906"/>
                    <a:pt x="168253" y="111349"/>
                    <a:pt x="174502" y="103575"/>
                  </a:cubicBezTo>
                  <a:cubicBezTo>
                    <a:pt x="185034" y="90471"/>
                    <a:pt x="198276" y="80339"/>
                    <a:pt x="211189" y="69818"/>
                  </a:cubicBezTo>
                  <a:cubicBezTo>
                    <a:pt x="212389" y="68840"/>
                    <a:pt x="212709" y="66199"/>
                    <a:pt x="212651" y="64354"/>
                  </a:cubicBezTo>
                  <a:cubicBezTo>
                    <a:pt x="212327" y="54122"/>
                    <a:pt x="214947" y="44766"/>
                    <a:pt x="223204" y="38547"/>
                  </a:cubicBezTo>
                  <a:cubicBezTo>
                    <a:pt x="228531" y="34536"/>
                    <a:pt x="235067" y="31032"/>
                    <a:pt x="241527" y="29850"/>
                  </a:cubicBezTo>
                  <a:cubicBezTo>
                    <a:pt x="255020" y="27381"/>
                    <a:pt x="268796" y="27344"/>
                    <a:pt x="282626" y="31084"/>
                  </a:cubicBezTo>
                  <a:cubicBezTo>
                    <a:pt x="285770" y="21597"/>
                    <a:pt x="291615" y="14332"/>
                    <a:pt x="300270" y="9105"/>
                  </a:cubicBezTo>
                  <a:cubicBezTo>
                    <a:pt x="308005" y="4433"/>
                    <a:pt x="316435" y="2078"/>
                    <a:pt x="325165" y="1169"/>
                  </a:cubicBezTo>
                  <a:cubicBezTo>
                    <a:pt x="334199" y="228"/>
                    <a:pt x="343388" y="-330"/>
                    <a:pt x="352433" y="213"/>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78" name="Group 177">
            <a:extLst>
              <a:ext uri="{FF2B5EF4-FFF2-40B4-BE49-F238E27FC236}">
                <a16:creationId xmlns:a16="http://schemas.microsoft.com/office/drawing/2014/main" id="{0770BD8A-ED95-5CF6-ECDB-482A475C9945}"/>
              </a:ext>
              <a:ext uri="{C183D7F6-B498-43B3-948B-1728B52AA6E4}">
                <adec:decorative xmlns:adec="http://schemas.microsoft.com/office/drawing/2017/decorative" val="1"/>
              </a:ext>
            </a:extLst>
          </p:cNvPr>
          <p:cNvGrpSpPr>
            <a:grpSpLocks noChangeAspect="1"/>
          </p:cNvGrpSpPr>
          <p:nvPr/>
        </p:nvGrpSpPr>
        <p:grpSpPr>
          <a:xfrm>
            <a:off x="6542118" y="3636615"/>
            <a:ext cx="373533" cy="457200"/>
            <a:chOff x="6542118" y="3636615"/>
            <a:chExt cx="373533" cy="457200"/>
          </a:xfrm>
          <a:solidFill>
            <a:srgbClr val="FF0000"/>
          </a:solidFill>
        </p:grpSpPr>
        <p:sp>
          <p:nvSpPr>
            <p:cNvPr id="1995" name="Freeform: Shape 1994">
              <a:extLst>
                <a:ext uri="{FF2B5EF4-FFF2-40B4-BE49-F238E27FC236}">
                  <a16:creationId xmlns:a16="http://schemas.microsoft.com/office/drawing/2014/main" id="{E68320FC-27CD-7DAB-AE7F-48B370ABEE71}"/>
                </a:ext>
                <a:ext uri="{C183D7F6-B498-43B3-948B-1728B52AA6E4}">
                  <adec:decorative xmlns:adec="http://schemas.microsoft.com/office/drawing/2017/decorative" val="1"/>
                </a:ext>
              </a:extLst>
            </p:cNvPr>
            <p:cNvSpPr/>
            <p:nvPr/>
          </p:nvSpPr>
          <p:spPr>
            <a:xfrm>
              <a:off x="6580704" y="3636615"/>
              <a:ext cx="284440" cy="457200"/>
            </a:xfrm>
            <a:custGeom>
              <a:avLst/>
              <a:gdLst>
                <a:gd name="connsiteX0" fmla="*/ 309984 w 659843"/>
                <a:gd name="connsiteY0" fmla="*/ 994147 h 1060613"/>
                <a:gd name="connsiteX1" fmla="*/ 376450 w 659843"/>
                <a:gd name="connsiteY1" fmla="*/ 994147 h 1060613"/>
                <a:gd name="connsiteX2" fmla="*/ 376450 w 659843"/>
                <a:gd name="connsiteY2" fmla="*/ 1060613 h 1060613"/>
                <a:gd name="connsiteX3" fmla="*/ 309984 w 659843"/>
                <a:gd name="connsiteY3" fmla="*/ 1060613 h 1060613"/>
                <a:gd name="connsiteX4" fmla="*/ 250850 w 659843"/>
                <a:gd name="connsiteY4" fmla="*/ 132117 h 1060613"/>
                <a:gd name="connsiteX5" fmla="*/ 250850 w 659843"/>
                <a:gd name="connsiteY5" fmla="*/ 369099 h 1060613"/>
                <a:gd name="connsiteX6" fmla="*/ 258462 w 659843"/>
                <a:gd name="connsiteY6" fmla="*/ 369099 h 1060613"/>
                <a:gd name="connsiteX7" fmla="*/ 550918 w 659843"/>
                <a:gd name="connsiteY7" fmla="*/ 369231 h 1060613"/>
                <a:gd name="connsiteX8" fmla="*/ 560743 w 659843"/>
                <a:gd name="connsiteY8" fmla="*/ 372358 h 1060613"/>
                <a:gd name="connsiteX9" fmla="*/ 596060 w 659843"/>
                <a:gd name="connsiteY9" fmla="*/ 397653 h 1060613"/>
                <a:gd name="connsiteX10" fmla="*/ 616566 w 659843"/>
                <a:gd name="connsiteY10" fmla="*/ 411983 h 1060613"/>
                <a:gd name="connsiteX11" fmla="*/ 616566 w 659843"/>
                <a:gd name="connsiteY11" fmla="*/ 132117 h 1060613"/>
                <a:gd name="connsiteX12" fmla="*/ 407450 w 659843"/>
                <a:gd name="connsiteY12" fmla="*/ 132117 h 1060613"/>
                <a:gd name="connsiteX13" fmla="*/ 250850 w 659843"/>
                <a:gd name="connsiteY13" fmla="*/ 132117 h 1060613"/>
                <a:gd name="connsiteX14" fmla="*/ 622399 w 659843"/>
                <a:gd name="connsiteY14" fmla="*/ 89289 h 1060613"/>
                <a:gd name="connsiteX15" fmla="*/ 659843 w 659843"/>
                <a:gd name="connsiteY15" fmla="*/ 126712 h 1060613"/>
                <a:gd name="connsiteX16" fmla="*/ 659700 w 659843"/>
                <a:gd name="connsiteY16" fmla="*/ 454626 h 1060613"/>
                <a:gd name="connsiteX17" fmla="*/ 648707 w 659843"/>
                <a:gd name="connsiteY17" fmla="*/ 476602 h 1060613"/>
                <a:gd name="connsiteX18" fmla="*/ 621028 w 659843"/>
                <a:gd name="connsiteY18" fmla="*/ 474078 h 1060613"/>
                <a:gd name="connsiteX19" fmla="*/ 547062 w 659843"/>
                <a:gd name="connsiteY19" fmla="*/ 417703 h 1060613"/>
                <a:gd name="connsiteX20" fmla="*/ 527764 w 659843"/>
                <a:gd name="connsiteY20" fmla="*/ 411766 h 1060613"/>
                <a:gd name="connsiteX21" fmla="*/ 215115 w 659843"/>
                <a:gd name="connsiteY21" fmla="*/ 411853 h 1060613"/>
                <a:gd name="connsiteX22" fmla="*/ 208102 w 659843"/>
                <a:gd name="connsiteY22" fmla="*/ 411853 h 1060613"/>
                <a:gd name="connsiteX23" fmla="*/ 208102 w 659843"/>
                <a:gd name="connsiteY23" fmla="*/ 89363 h 1060613"/>
                <a:gd name="connsiteX24" fmla="*/ 218769 w 659843"/>
                <a:gd name="connsiteY24" fmla="*/ 89363 h 1060613"/>
                <a:gd name="connsiteX25" fmla="*/ 622399 w 659843"/>
                <a:gd name="connsiteY25" fmla="*/ 89289 h 1060613"/>
                <a:gd name="connsiteX26" fmla="*/ 38554 w 659843"/>
                <a:gd name="connsiteY26" fmla="*/ 1 h 1060613"/>
                <a:gd name="connsiteX27" fmla="*/ 256588 w 659843"/>
                <a:gd name="connsiteY27" fmla="*/ 189 h 1060613"/>
                <a:gd name="connsiteX28" fmla="*/ 452901 w 659843"/>
                <a:gd name="connsiteY28" fmla="*/ 189 h 1060613"/>
                <a:gd name="connsiteX29" fmla="*/ 452901 w 659843"/>
                <a:gd name="connsiteY29" fmla="*/ 70714 h 1060613"/>
                <a:gd name="connsiteX30" fmla="*/ 410532 w 659843"/>
                <a:gd name="connsiteY30" fmla="*/ 70714 h 1060613"/>
                <a:gd name="connsiteX31" fmla="*/ 410532 w 659843"/>
                <a:gd name="connsiteY31" fmla="*/ 43204 h 1060613"/>
                <a:gd name="connsiteX32" fmla="*/ 43265 w 659843"/>
                <a:gd name="connsiteY32" fmla="*/ 43204 h 1060613"/>
                <a:gd name="connsiteX33" fmla="*/ 43265 w 659843"/>
                <a:gd name="connsiteY33" fmla="*/ 322774 h 1060613"/>
                <a:gd name="connsiteX34" fmla="*/ 64076 w 659843"/>
                <a:gd name="connsiteY34" fmla="*/ 308130 h 1060613"/>
                <a:gd name="connsiteX35" fmla="*/ 101949 w 659843"/>
                <a:gd name="connsiteY35" fmla="*/ 281327 h 1060613"/>
                <a:gd name="connsiteX36" fmla="*/ 107192 w 659843"/>
                <a:gd name="connsiteY36" fmla="*/ 278826 h 1060613"/>
                <a:gd name="connsiteX37" fmla="*/ 175696 w 659843"/>
                <a:gd name="connsiteY37" fmla="*/ 278715 h 1060613"/>
                <a:gd name="connsiteX38" fmla="*/ 175696 w 659843"/>
                <a:gd name="connsiteY38" fmla="*/ 321064 h 1060613"/>
                <a:gd name="connsiteX39" fmla="*/ 171264 w 659843"/>
                <a:gd name="connsiteY39" fmla="*/ 321440 h 1060613"/>
                <a:gd name="connsiteX40" fmla="*/ 135253 w 659843"/>
                <a:gd name="connsiteY40" fmla="*/ 321203 h 1060613"/>
                <a:gd name="connsiteX41" fmla="*/ 110706 w 659843"/>
                <a:gd name="connsiteY41" fmla="*/ 329884 h 1060613"/>
                <a:gd name="connsiteX42" fmla="*/ 62246 w 659843"/>
                <a:gd name="connsiteY42" fmla="*/ 365512 h 1060613"/>
                <a:gd name="connsiteX43" fmla="*/ 39515 w 659843"/>
                <a:gd name="connsiteY43" fmla="*/ 384097 h 1060613"/>
                <a:gd name="connsiteX44" fmla="*/ 16436 w 659843"/>
                <a:gd name="connsiteY44" fmla="*/ 389336 h 1060613"/>
                <a:gd name="connsiteX45" fmla="*/ 1304 w 659843"/>
                <a:gd name="connsiteY45" fmla="*/ 370772 h 1060613"/>
                <a:gd name="connsiteX46" fmla="*/ 113 w 659843"/>
                <a:gd name="connsiteY46" fmla="*/ 353981 h 1060613"/>
                <a:gd name="connsiteX47" fmla="*/ 0 w 659843"/>
                <a:gd name="connsiteY47" fmla="*/ 38835 h 1060613"/>
                <a:gd name="connsiteX48" fmla="*/ 38554 w 659843"/>
                <a:gd name="connsiteY48" fmla="*/ 1 h 106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59843" h="1060613">
                  <a:moveTo>
                    <a:pt x="309984" y="994147"/>
                  </a:moveTo>
                  <a:lnTo>
                    <a:pt x="376450" y="994147"/>
                  </a:lnTo>
                  <a:lnTo>
                    <a:pt x="376450" y="1060613"/>
                  </a:lnTo>
                  <a:lnTo>
                    <a:pt x="309984" y="1060613"/>
                  </a:lnTo>
                  <a:close/>
                  <a:moveTo>
                    <a:pt x="250850" y="132117"/>
                  </a:moveTo>
                  <a:cubicBezTo>
                    <a:pt x="250850" y="211498"/>
                    <a:pt x="250850" y="290143"/>
                    <a:pt x="250850" y="369099"/>
                  </a:cubicBezTo>
                  <a:cubicBezTo>
                    <a:pt x="253633" y="369099"/>
                    <a:pt x="256048" y="369099"/>
                    <a:pt x="258462" y="369099"/>
                  </a:cubicBezTo>
                  <a:cubicBezTo>
                    <a:pt x="355948" y="369099"/>
                    <a:pt x="453433" y="369068"/>
                    <a:pt x="550918" y="369231"/>
                  </a:cubicBezTo>
                  <a:cubicBezTo>
                    <a:pt x="554223" y="369236"/>
                    <a:pt x="558010" y="370482"/>
                    <a:pt x="560743" y="372358"/>
                  </a:cubicBezTo>
                  <a:cubicBezTo>
                    <a:pt x="572679" y="380551"/>
                    <a:pt x="584283" y="389227"/>
                    <a:pt x="596060" y="397653"/>
                  </a:cubicBezTo>
                  <a:cubicBezTo>
                    <a:pt x="602754" y="402442"/>
                    <a:pt x="609551" y="407088"/>
                    <a:pt x="616566" y="411983"/>
                  </a:cubicBezTo>
                  <a:cubicBezTo>
                    <a:pt x="616566" y="318199"/>
                    <a:pt x="616566" y="225302"/>
                    <a:pt x="616566" y="132117"/>
                  </a:cubicBezTo>
                  <a:cubicBezTo>
                    <a:pt x="547014" y="132117"/>
                    <a:pt x="477843" y="132117"/>
                    <a:pt x="407450" y="132117"/>
                  </a:cubicBezTo>
                  <a:cubicBezTo>
                    <a:pt x="355232" y="132117"/>
                    <a:pt x="303013" y="132117"/>
                    <a:pt x="250850" y="132117"/>
                  </a:cubicBezTo>
                  <a:close/>
                  <a:moveTo>
                    <a:pt x="622399" y="89289"/>
                  </a:moveTo>
                  <a:cubicBezTo>
                    <a:pt x="643974" y="89266"/>
                    <a:pt x="659894" y="107520"/>
                    <a:pt x="659843" y="126712"/>
                  </a:cubicBezTo>
                  <a:cubicBezTo>
                    <a:pt x="659552" y="236016"/>
                    <a:pt x="659703" y="345321"/>
                    <a:pt x="659700" y="454626"/>
                  </a:cubicBezTo>
                  <a:cubicBezTo>
                    <a:pt x="659700" y="463779"/>
                    <a:pt x="656605" y="471408"/>
                    <a:pt x="648707" y="476602"/>
                  </a:cubicBezTo>
                  <a:cubicBezTo>
                    <a:pt x="642212" y="480872"/>
                    <a:pt x="628393" y="479744"/>
                    <a:pt x="621028" y="474078"/>
                  </a:cubicBezTo>
                  <a:cubicBezTo>
                    <a:pt x="596455" y="455178"/>
                    <a:pt x="571409" y="436886"/>
                    <a:pt x="547062" y="417703"/>
                  </a:cubicBezTo>
                  <a:cubicBezTo>
                    <a:pt x="540942" y="412880"/>
                    <a:pt x="534995" y="411758"/>
                    <a:pt x="527764" y="411766"/>
                  </a:cubicBezTo>
                  <a:cubicBezTo>
                    <a:pt x="423548" y="411893"/>
                    <a:pt x="319331" y="411853"/>
                    <a:pt x="215115" y="411853"/>
                  </a:cubicBezTo>
                  <a:cubicBezTo>
                    <a:pt x="212900" y="411853"/>
                    <a:pt x="210685" y="411853"/>
                    <a:pt x="208102" y="411853"/>
                  </a:cubicBezTo>
                  <a:cubicBezTo>
                    <a:pt x="208102" y="304402"/>
                    <a:pt x="208102" y="197250"/>
                    <a:pt x="208102" y="89363"/>
                  </a:cubicBezTo>
                  <a:cubicBezTo>
                    <a:pt x="211397" y="89363"/>
                    <a:pt x="214781" y="89363"/>
                    <a:pt x="218769" y="89363"/>
                  </a:cubicBezTo>
                  <a:cubicBezTo>
                    <a:pt x="353716" y="89363"/>
                    <a:pt x="488058" y="89436"/>
                    <a:pt x="622399" y="89289"/>
                  </a:cubicBezTo>
                  <a:close/>
                  <a:moveTo>
                    <a:pt x="38554" y="1"/>
                  </a:moveTo>
                  <a:cubicBezTo>
                    <a:pt x="111026" y="491"/>
                    <a:pt x="183502" y="189"/>
                    <a:pt x="256588" y="189"/>
                  </a:cubicBezTo>
                  <a:cubicBezTo>
                    <a:pt x="322314" y="189"/>
                    <a:pt x="387429" y="189"/>
                    <a:pt x="452901" y="189"/>
                  </a:cubicBezTo>
                  <a:cubicBezTo>
                    <a:pt x="452901" y="23810"/>
                    <a:pt x="452901" y="47098"/>
                    <a:pt x="452901" y="70714"/>
                  </a:cubicBezTo>
                  <a:cubicBezTo>
                    <a:pt x="438938" y="70714"/>
                    <a:pt x="425016" y="70714"/>
                    <a:pt x="410532" y="70714"/>
                  </a:cubicBezTo>
                  <a:cubicBezTo>
                    <a:pt x="410532" y="61545"/>
                    <a:pt x="410532" y="52495"/>
                    <a:pt x="410532" y="43204"/>
                  </a:cubicBezTo>
                  <a:cubicBezTo>
                    <a:pt x="287887" y="43204"/>
                    <a:pt x="165801" y="43204"/>
                    <a:pt x="43265" y="43204"/>
                  </a:cubicBezTo>
                  <a:cubicBezTo>
                    <a:pt x="43265" y="136021"/>
                    <a:pt x="43265" y="228948"/>
                    <a:pt x="43265" y="322774"/>
                  </a:cubicBezTo>
                  <a:cubicBezTo>
                    <a:pt x="50318" y="317813"/>
                    <a:pt x="57210" y="312990"/>
                    <a:pt x="64076" y="308130"/>
                  </a:cubicBezTo>
                  <a:cubicBezTo>
                    <a:pt x="76701" y="299196"/>
                    <a:pt x="89291" y="290213"/>
                    <a:pt x="101949" y="281327"/>
                  </a:cubicBezTo>
                  <a:cubicBezTo>
                    <a:pt x="103529" y="280218"/>
                    <a:pt x="105430" y="278839"/>
                    <a:pt x="107192" y="278826"/>
                  </a:cubicBezTo>
                  <a:cubicBezTo>
                    <a:pt x="129937" y="278658"/>
                    <a:pt x="152684" y="278715"/>
                    <a:pt x="175696" y="278715"/>
                  </a:cubicBezTo>
                  <a:cubicBezTo>
                    <a:pt x="175696" y="292992"/>
                    <a:pt x="175696" y="306772"/>
                    <a:pt x="175696" y="321064"/>
                  </a:cubicBezTo>
                  <a:cubicBezTo>
                    <a:pt x="174332" y="321185"/>
                    <a:pt x="172798" y="321436"/>
                    <a:pt x="171264" y="321440"/>
                  </a:cubicBezTo>
                  <a:cubicBezTo>
                    <a:pt x="159253" y="321473"/>
                    <a:pt x="147166" y="322288"/>
                    <a:pt x="135253" y="321203"/>
                  </a:cubicBezTo>
                  <a:cubicBezTo>
                    <a:pt x="125257" y="320292"/>
                    <a:pt x="118033" y="324460"/>
                    <a:pt x="110706" y="329884"/>
                  </a:cubicBezTo>
                  <a:cubicBezTo>
                    <a:pt x="94591" y="341813"/>
                    <a:pt x="78279" y="353476"/>
                    <a:pt x="62246" y="365512"/>
                  </a:cubicBezTo>
                  <a:cubicBezTo>
                    <a:pt x="54424" y="371384"/>
                    <a:pt x="46899" y="377677"/>
                    <a:pt x="39515" y="384097"/>
                  </a:cubicBezTo>
                  <a:cubicBezTo>
                    <a:pt x="32652" y="390064"/>
                    <a:pt x="24447" y="391606"/>
                    <a:pt x="16436" y="389336"/>
                  </a:cubicBezTo>
                  <a:cubicBezTo>
                    <a:pt x="7813" y="386893"/>
                    <a:pt x="2209" y="380292"/>
                    <a:pt x="1304" y="370772"/>
                  </a:cubicBezTo>
                  <a:cubicBezTo>
                    <a:pt x="774" y="365186"/>
                    <a:pt x="117" y="359579"/>
                    <a:pt x="113" y="353981"/>
                  </a:cubicBezTo>
                  <a:cubicBezTo>
                    <a:pt x="43" y="248932"/>
                    <a:pt x="138" y="143883"/>
                    <a:pt x="0" y="38835"/>
                  </a:cubicBezTo>
                  <a:cubicBezTo>
                    <a:pt x="-30" y="16244"/>
                    <a:pt x="17429" y="-142"/>
                    <a:pt x="38554" y="1"/>
                  </a:cubicBezTo>
                  <a:close/>
                </a:path>
              </a:pathLst>
            </a:custGeom>
            <a:solidFill>
              <a:schemeClr val="accent1"/>
            </a:solidFill>
            <a:ln w="6350" cap="flat">
              <a:noFill/>
              <a:prstDash val="solid"/>
              <a:miter/>
            </a:ln>
          </p:spPr>
          <p:txBody>
            <a:bodyPr wrap="square" rtlCol="0" anchor="ctr">
              <a:noAutofit/>
            </a:bodyPr>
            <a:lstStyle/>
            <a:p>
              <a:endParaRPr lang="en-US" dirty="0"/>
            </a:p>
          </p:txBody>
        </p:sp>
        <p:sp>
          <p:nvSpPr>
            <p:cNvPr id="1996" name="Freeform: Shape 1995">
              <a:extLst>
                <a:ext uri="{FF2B5EF4-FFF2-40B4-BE49-F238E27FC236}">
                  <a16:creationId xmlns:a16="http://schemas.microsoft.com/office/drawing/2014/main" id="{4259CEC9-C229-215F-68E4-FA8525AC040B}"/>
                </a:ext>
                <a:ext uri="{C183D7F6-B498-43B3-948B-1728B52AA6E4}">
                  <adec:decorative xmlns:adec="http://schemas.microsoft.com/office/drawing/2017/decorative" val="1"/>
                </a:ext>
              </a:extLst>
            </p:cNvPr>
            <p:cNvSpPr/>
            <p:nvPr/>
          </p:nvSpPr>
          <p:spPr>
            <a:xfrm>
              <a:off x="6542118" y="3852301"/>
              <a:ext cx="373533" cy="241472"/>
            </a:xfrm>
            <a:custGeom>
              <a:avLst/>
              <a:gdLst>
                <a:gd name="connsiteX0" fmla="*/ 235792 w 866522"/>
                <a:gd name="connsiteY0" fmla="*/ 320065 h 560166"/>
                <a:gd name="connsiteX1" fmla="*/ 237753 w 866522"/>
                <a:gd name="connsiteY1" fmla="*/ 320111 h 560166"/>
                <a:gd name="connsiteX2" fmla="*/ 239713 w 866522"/>
                <a:gd name="connsiteY2" fmla="*/ 320065 h 560166"/>
                <a:gd name="connsiteX3" fmla="*/ 241761 w 866522"/>
                <a:gd name="connsiteY3" fmla="*/ 320205 h 560166"/>
                <a:gd name="connsiteX4" fmla="*/ 252694 w 866522"/>
                <a:gd name="connsiteY4" fmla="*/ 320462 h 560166"/>
                <a:gd name="connsiteX5" fmla="*/ 269447 w 866522"/>
                <a:gd name="connsiteY5" fmla="*/ 322538 h 560166"/>
                <a:gd name="connsiteX6" fmla="*/ 271758 w 866522"/>
                <a:gd name="connsiteY6" fmla="*/ 323012 h 560166"/>
                <a:gd name="connsiteX7" fmla="*/ 276206 w 866522"/>
                <a:gd name="connsiteY7" fmla="*/ 323560 h 560166"/>
                <a:gd name="connsiteX8" fmla="*/ 335479 w 866522"/>
                <a:gd name="connsiteY8" fmla="*/ 341034 h 560166"/>
                <a:gd name="connsiteX9" fmla="*/ 421792 w 866522"/>
                <a:gd name="connsiteY9" fmla="*/ 407437 h 560166"/>
                <a:gd name="connsiteX10" fmla="*/ 434146 w 866522"/>
                <a:gd name="connsiteY10" fmla="*/ 425282 h 560166"/>
                <a:gd name="connsiteX11" fmla="*/ 465053 w 866522"/>
                <a:gd name="connsiteY11" fmla="*/ 386018 h 560166"/>
                <a:gd name="connsiteX12" fmla="*/ 513392 w 866522"/>
                <a:gd name="connsiteY12" fmla="*/ 350858 h 560166"/>
                <a:gd name="connsiteX13" fmla="*/ 572026 w 866522"/>
                <a:gd name="connsiteY13" fmla="*/ 327953 h 560166"/>
                <a:gd name="connsiteX14" fmla="*/ 582933 w 866522"/>
                <a:gd name="connsiteY14" fmla="*/ 326072 h 560166"/>
                <a:gd name="connsiteX15" fmla="*/ 590109 w 866522"/>
                <a:gd name="connsiteY15" fmla="*/ 324500 h 560166"/>
                <a:gd name="connsiteX16" fmla="*/ 614118 w 866522"/>
                <a:gd name="connsiteY16" fmla="*/ 321695 h 560166"/>
                <a:gd name="connsiteX17" fmla="*/ 614480 w 866522"/>
                <a:gd name="connsiteY17" fmla="*/ 321687 h 560166"/>
                <a:gd name="connsiteX18" fmla="*/ 619409 w 866522"/>
                <a:gd name="connsiteY18" fmla="*/ 321109 h 560166"/>
                <a:gd name="connsiteX19" fmla="*/ 628955 w 866522"/>
                <a:gd name="connsiteY19" fmla="*/ 321339 h 560166"/>
                <a:gd name="connsiteX20" fmla="*/ 638502 w 866522"/>
                <a:gd name="connsiteY20" fmla="*/ 321109 h 560166"/>
                <a:gd name="connsiteX21" fmla="*/ 643431 w 866522"/>
                <a:gd name="connsiteY21" fmla="*/ 321687 h 560166"/>
                <a:gd name="connsiteX22" fmla="*/ 643792 w 866522"/>
                <a:gd name="connsiteY22" fmla="*/ 321695 h 560166"/>
                <a:gd name="connsiteX23" fmla="*/ 667802 w 866522"/>
                <a:gd name="connsiteY23" fmla="*/ 324500 h 560166"/>
                <a:gd name="connsiteX24" fmla="*/ 674978 w 866522"/>
                <a:gd name="connsiteY24" fmla="*/ 326072 h 560166"/>
                <a:gd name="connsiteX25" fmla="*/ 685885 w 866522"/>
                <a:gd name="connsiteY25" fmla="*/ 327953 h 560166"/>
                <a:gd name="connsiteX26" fmla="*/ 744519 w 866522"/>
                <a:gd name="connsiteY26" fmla="*/ 350858 h 560166"/>
                <a:gd name="connsiteX27" fmla="*/ 792858 w 866522"/>
                <a:gd name="connsiteY27" fmla="*/ 386018 h 560166"/>
                <a:gd name="connsiteX28" fmla="*/ 834758 w 866522"/>
                <a:gd name="connsiteY28" fmla="*/ 439249 h 560166"/>
                <a:gd name="connsiteX29" fmla="*/ 844714 w 866522"/>
                <a:gd name="connsiteY29" fmla="*/ 460127 h 560166"/>
                <a:gd name="connsiteX30" fmla="*/ 843460 w 866522"/>
                <a:gd name="connsiteY30" fmla="*/ 460131 h 560166"/>
                <a:gd name="connsiteX31" fmla="*/ 849232 w 866522"/>
                <a:gd name="connsiteY31" fmla="*/ 471677 h 560166"/>
                <a:gd name="connsiteX32" fmla="*/ 860140 w 866522"/>
                <a:gd name="connsiteY32" fmla="*/ 510384 h 560166"/>
                <a:gd name="connsiteX33" fmla="*/ 866522 w 866522"/>
                <a:gd name="connsiteY33" fmla="*/ 560166 h 560166"/>
                <a:gd name="connsiteX34" fmla="*/ 821797 w 866522"/>
                <a:gd name="connsiteY34" fmla="*/ 560166 h 560166"/>
                <a:gd name="connsiteX35" fmla="*/ 820044 w 866522"/>
                <a:gd name="connsiteY35" fmla="*/ 544397 h 560166"/>
                <a:gd name="connsiteX36" fmla="*/ 806718 w 866522"/>
                <a:gd name="connsiteY36" fmla="*/ 486476 h 560166"/>
                <a:gd name="connsiteX37" fmla="*/ 757357 w 866522"/>
                <a:gd name="connsiteY37" fmla="*/ 415590 h 560166"/>
                <a:gd name="connsiteX38" fmla="*/ 737379 w 866522"/>
                <a:gd name="connsiteY38" fmla="*/ 399658 h 560166"/>
                <a:gd name="connsiteX39" fmla="*/ 716480 w 866522"/>
                <a:gd name="connsiteY39" fmla="*/ 386928 h 560166"/>
                <a:gd name="connsiteX40" fmla="*/ 715463 w 866522"/>
                <a:gd name="connsiteY40" fmla="*/ 386383 h 560166"/>
                <a:gd name="connsiteX41" fmla="*/ 694355 w 866522"/>
                <a:gd name="connsiteY41" fmla="*/ 377273 h 560166"/>
                <a:gd name="connsiteX42" fmla="*/ 691758 w 866522"/>
                <a:gd name="connsiteY42" fmla="*/ 376323 h 560166"/>
                <a:gd name="connsiteX43" fmla="*/ 667999 w 866522"/>
                <a:gd name="connsiteY43" fmla="*/ 370040 h 560166"/>
                <a:gd name="connsiteX44" fmla="*/ 648515 w 866522"/>
                <a:gd name="connsiteY44" fmla="*/ 366771 h 560166"/>
                <a:gd name="connsiteX45" fmla="*/ 643643 w 866522"/>
                <a:gd name="connsiteY45" fmla="*/ 366396 h 560166"/>
                <a:gd name="connsiteX46" fmla="*/ 628955 w 866522"/>
                <a:gd name="connsiteY46" fmla="*/ 365384 h 560166"/>
                <a:gd name="connsiteX47" fmla="*/ 614268 w 866522"/>
                <a:gd name="connsiteY47" fmla="*/ 366396 h 560166"/>
                <a:gd name="connsiteX48" fmla="*/ 609395 w 866522"/>
                <a:gd name="connsiteY48" fmla="*/ 366771 h 560166"/>
                <a:gd name="connsiteX49" fmla="*/ 589912 w 866522"/>
                <a:gd name="connsiteY49" fmla="*/ 370040 h 560166"/>
                <a:gd name="connsiteX50" fmla="*/ 566153 w 866522"/>
                <a:gd name="connsiteY50" fmla="*/ 376323 h 560166"/>
                <a:gd name="connsiteX51" fmla="*/ 563556 w 866522"/>
                <a:gd name="connsiteY51" fmla="*/ 377273 h 560166"/>
                <a:gd name="connsiteX52" fmla="*/ 542448 w 866522"/>
                <a:gd name="connsiteY52" fmla="*/ 386383 h 560166"/>
                <a:gd name="connsiteX53" fmla="*/ 541431 w 866522"/>
                <a:gd name="connsiteY53" fmla="*/ 386928 h 560166"/>
                <a:gd name="connsiteX54" fmla="*/ 520532 w 866522"/>
                <a:gd name="connsiteY54" fmla="*/ 399658 h 560166"/>
                <a:gd name="connsiteX55" fmla="*/ 500554 w 866522"/>
                <a:gd name="connsiteY55" fmla="*/ 415590 h 560166"/>
                <a:gd name="connsiteX56" fmla="*/ 460480 w 866522"/>
                <a:gd name="connsiteY56" fmla="*/ 466589 h 560166"/>
                <a:gd name="connsiteX57" fmla="*/ 458349 w 866522"/>
                <a:gd name="connsiteY57" fmla="*/ 471153 h 560166"/>
                <a:gd name="connsiteX58" fmla="*/ 459128 w 866522"/>
                <a:gd name="connsiteY58" fmla="*/ 472919 h 560166"/>
                <a:gd name="connsiteX59" fmla="*/ 457524 w 866522"/>
                <a:gd name="connsiteY59" fmla="*/ 472919 h 560166"/>
                <a:gd name="connsiteX60" fmla="*/ 411109 w 866522"/>
                <a:gd name="connsiteY60" fmla="*/ 472919 h 560166"/>
                <a:gd name="connsiteX61" fmla="*/ 408329 w 866522"/>
                <a:gd name="connsiteY61" fmla="*/ 472919 h 560166"/>
                <a:gd name="connsiteX62" fmla="*/ 408679 w 866522"/>
                <a:gd name="connsiteY62" fmla="*/ 471677 h 560166"/>
                <a:gd name="connsiteX63" fmla="*/ 409181 w 866522"/>
                <a:gd name="connsiteY63" fmla="*/ 470673 h 560166"/>
                <a:gd name="connsiteX64" fmla="*/ 370856 w 866522"/>
                <a:gd name="connsiteY64" fmla="*/ 418759 h 560166"/>
                <a:gd name="connsiteX65" fmla="*/ 274608 w 866522"/>
                <a:gd name="connsiteY65" fmla="*/ 368448 h 560166"/>
                <a:gd name="connsiteX66" fmla="*/ 249301 w 866522"/>
                <a:gd name="connsiteY66" fmla="*/ 365275 h 560166"/>
                <a:gd name="connsiteX67" fmla="*/ 237753 w 866522"/>
                <a:gd name="connsiteY67" fmla="*/ 365196 h 560166"/>
                <a:gd name="connsiteX68" fmla="*/ 226204 w 866522"/>
                <a:gd name="connsiteY68" fmla="*/ 365275 h 560166"/>
                <a:gd name="connsiteX69" fmla="*/ 200897 w 866522"/>
                <a:gd name="connsiteY69" fmla="*/ 368448 h 560166"/>
                <a:gd name="connsiteX70" fmla="*/ 104649 w 866522"/>
                <a:gd name="connsiteY70" fmla="*/ 418759 h 560166"/>
                <a:gd name="connsiteX71" fmla="*/ 64937 w 866522"/>
                <a:gd name="connsiteY71" fmla="*/ 472551 h 560166"/>
                <a:gd name="connsiteX72" fmla="*/ 64937 w 866522"/>
                <a:gd name="connsiteY72" fmla="*/ 471705 h 560166"/>
                <a:gd name="connsiteX73" fmla="*/ 56216 w 866522"/>
                <a:gd name="connsiteY73" fmla="*/ 491288 h 560166"/>
                <a:gd name="connsiteX74" fmla="*/ 49208 w 866522"/>
                <a:gd name="connsiteY74" fmla="*/ 517426 h 560166"/>
                <a:gd name="connsiteX75" fmla="*/ 43054 w 866522"/>
                <a:gd name="connsiteY75" fmla="*/ 558859 h 560166"/>
                <a:gd name="connsiteX76" fmla="*/ 0 w 866522"/>
                <a:gd name="connsiteY76" fmla="*/ 558859 h 560166"/>
                <a:gd name="connsiteX77" fmla="*/ 1805 w 866522"/>
                <a:gd name="connsiteY77" fmla="*/ 529396 h 560166"/>
                <a:gd name="connsiteX78" fmla="*/ 13940 w 866522"/>
                <a:gd name="connsiteY78" fmla="*/ 478445 h 560166"/>
                <a:gd name="connsiteX79" fmla="*/ 53713 w 866522"/>
                <a:gd name="connsiteY79" fmla="*/ 407437 h 560166"/>
                <a:gd name="connsiteX80" fmla="*/ 140026 w 866522"/>
                <a:gd name="connsiteY80" fmla="*/ 341034 h 560166"/>
                <a:gd name="connsiteX81" fmla="*/ 199299 w 866522"/>
                <a:gd name="connsiteY81" fmla="*/ 323560 h 560166"/>
                <a:gd name="connsiteX82" fmla="*/ 203747 w 866522"/>
                <a:gd name="connsiteY82" fmla="*/ 323012 h 560166"/>
                <a:gd name="connsiteX83" fmla="*/ 206058 w 866522"/>
                <a:gd name="connsiteY83" fmla="*/ 322538 h 560166"/>
                <a:gd name="connsiteX84" fmla="*/ 222812 w 866522"/>
                <a:gd name="connsiteY84" fmla="*/ 320462 h 560166"/>
                <a:gd name="connsiteX85" fmla="*/ 233744 w 866522"/>
                <a:gd name="connsiteY85" fmla="*/ 320205 h 560166"/>
                <a:gd name="connsiteX86" fmla="*/ 659928 w 866522"/>
                <a:gd name="connsiteY86" fmla="*/ 289226 h 560166"/>
                <a:gd name="connsiteX87" fmla="*/ 643893 w 866522"/>
                <a:gd name="connsiteY87" fmla="*/ 291787 h 560166"/>
                <a:gd name="connsiteX88" fmla="*/ 631269 w 866522"/>
                <a:gd name="connsiteY88" fmla="*/ 293015 h 560166"/>
                <a:gd name="connsiteX89" fmla="*/ 631358 w 866522"/>
                <a:gd name="connsiteY89" fmla="*/ 293017 h 560166"/>
                <a:gd name="connsiteX90" fmla="*/ 644443 w 866522"/>
                <a:gd name="connsiteY90" fmla="*/ 291758 h 560166"/>
                <a:gd name="connsiteX91" fmla="*/ 270690 w 866522"/>
                <a:gd name="connsiteY91" fmla="*/ 289226 h 560166"/>
                <a:gd name="connsiteX92" fmla="*/ 254655 w 866522"/>
                <a:gd name="connsiteY92" fmla="*/ 291787 h 560166"/>
                <a:gd name="connsiteX93" fmla="*/ 242031 w 866522"/>
                <a:gd name="connsiteY93" fmla="*/ 293015 h 560166"/>
                <a:gd name="connsiteX94" fmla="*/ 242120 w 866522"/>
                <a:gd name="connsiteY94" fmla="*/ 293017 h 560166"/>
                <a:gd name="connsiteX95" fmla="*/ 255205 w 866522"/>
                <a:gd name="connsiteY95" fmla="*/ 291758 h 560166"/>
                <a:gd name="connsiteX96" fmla="*/ 699545 w 866522"/>
                <a:gd name="connsiteY96" fmla="*/ 229303 h 560166"/>
                <a:gd name="connsiteX97" fmla="*/ 651036 w 866522"/>
                <a:gd name="connsiteY97" fmla="*/ 253741 h 560166"/>
                <a:gd name="connsiteX98" fmla="*/ 651034 w 866522"/>
                <a:gd name="connsiteY98" fmla="*/ 253742 h 560166"/>
                <a:gd name="connsiteX99" fmla="*/ 555357 w 866522"/>
                <a:gd name="connsiteY99" fmla="*/ 231513 h 560166"/>
                <a:gd name="connsiteX100" fmla="*/ 651034 w 866522"/>
                <a:gd name="connsiteY100" fmla="*/ 253742 h 560166"/>
                <a:gd name="connsiteX101" fmla="*/ 651036 w 866522"/>
                <a:gd name="connsiteY101" fmla="*/ 253741 h 560166"/>
                <a:gd name="connsiteX102" fmla="*/ 685106 w 866522"/>
                <a:gd name="connsiteY102" fmla="*/ 240300 h 560166"/>
                <a:gd name="connsiteX103" fmla="*/ 310307 w 866522"/>
                <a:gd name="connsiteY103" fmla="*/ 229303 h 560166"/>
                <a:gd name="connsiteX104" fmla="*/ 261798 w 866522"/>
                <a:gd name="connsiteY104" fmla="*/ 253741 h 560166"/>
                <a:gd name="connsiteX105" fmla="*/ 261796 w 866522"/>
                <a:gd name="connsiteY105" fmla="*/ 253742 h 560166"/>
                <a:gd name="connsiteX106" fmla="*/ 166119 w 866522"/>
                <a:gd name="connsiteY106" fmla="*/ 231513 h 560166"/>
                <a:gd name="connsiteX107" fmla="*/ 261796 w 866522"/>
                <a:gd name="connsiteY107" fmla="*/ 253742 h 560166"/>
                <a:gd name="connsiteX108" fmla="*/ 261798 w 866522"/>
                <a:gd name="connsiteY108" fmla="*/ 253741 h 560166"/>
                <a:gd name="connsiteX109" fmla="*/ 295868 w 866522"/>
                <a:gd name="connsiteY109" fmla="*/ 240300 h 560166"/>
                <a:gd name="connsiteX110" fmla="*/ 758998 w 866522"/>
                <a:gd name="connsiteY110" fmla="*/ 210122 h 560166"/>
                <a:gd name="connsiteX111" fmla="*/ 742044 w 866522"/>
                <a:gd name="connsiteY111" fmla="*/ 239610 h 560166"/>
                <a:gd name="connsiteX112" fmla="*/ 751239 w 866522"/>
                <a:gd name="connsiteY112" fmla="*/ 225752 h 560166"/>
                <a:gd name="connsiteX113" fmla="*/ 758998 w 866522"/>
                <a:gd name="connsiteY113" fmla="*/ 210122 h 560166"/>
                <a:gd name="connsiteX114" fmla="*/ 369760 w 866522"/>
                <a:gd name="connsiteY114" fmla="*/ 210122 h 560166"/>
                <a:gd name="connsiteX115" fmla="*/ 352806 w 866522"/>
                <a:gd name="connsiteY115" fmla="*/ 239610 h 560166"/>
                <a:gd name="connsiteX116" fmla="*/ 362001 w 866522"/>
                <a:gd name="connsiteY116" fmla="*/ 225752 h 560166"/>
                <a:gd name="connsiteX117" fmla="*/ 369760 w 866522"/>
                <a:gd name="connsiteY117" fmla="*/ 210122 h 560166"/>
                <a:gd name="connsiteX118" fmla="*/ 520143 w 866522"/>
                <a:gd name="connsiteY118" fmla="*/ 152683 h 560166"/>
                <a:gd name="connsiteX119" fmla="*/ 521435 w 866522"/>
                <a:gd name="connsiteY119" fmla="*/ 166516 h 560166"/>
                <a:gd name="connsiteX120" fmla="*/ 528935 w 866522"/>
                <a:gd name="connsiteY120" fmla="*/ 193444 h 560166"/>
                <a:gd name="connsiteX121" fmla="*/ 520143 w 866522"/>
                <a:gd name="connsiteY121" fmla="*/ 152683 h 560166"/>
                <a:gd name="connsiteX122" fmla="*/ 130905 w 866522"/>
                <a:gd name="connsiteY122" fmla="*/ 152683 h 560166"/>
                <a:gd name="connsiteX123" fmla="*/ 132197 w 866522"/>
                <a:gd name="connsiteY123" fmla="*/ 166516 h 560166"/>
                <a:gd name="connsiteX124" fmla="*/ 139697 w 866522"/>
                <a:gd name="connsiteY124" fmla="*/ 193444 h 560166"/>
                <a:gd name="connsiteX125" fmla="*/ 130905 w 866522"/>
                <a:gd name="connsiteY125" fmla="*/ 152683 h 560166"/>
                <a:gd name="connsiteX126" fmla="*/ 143629 w 866522"/>
                <a:gd name="connsiteY126" fmla="*/ 107043 h 560166"/>
                <a:gd name="connsiteX127" fmla="*/ 140853 w 866522"/>
                <a:gd name="connsiteY127" fmla="*/ 114122 h 560166"/>
                <a:gd name="connsiteX128" fmla="*/ 140853 w 866522"/>
                <a:gd name="connsiteY128" fmla="*/ 114121 h 560166"/>
                <a:gd name="connsiteX129" fmla="*/ 143626 w 866522"/>
                <a:gd name="connsiteY129" fmla="*/ 107050 h 560166"/>
                <a:gd name="connsiteX130" fmla="*/ 532867 w 866522"/>
                <a:gd name="connsiteY130" fmla="*/ 107043 h 560166"/>
                <a:gd name="connsiteX131" fmla="*/ 530091 w 866522"/>
                <a:gd name="connsiteY131" fmla="*/ 114122 h 560166"/>
                <a:gd name="connsiteX132" fmla="*/ 530091 w 866522"/>
                <a:gd name="connsiteY132" fmla="*/ 114121 h 560166"/>
                <a:gd name="connsiteX133" fmla="*/ 532863 w 866522"/>
                <a:gd name="connsiteY133" fmla="*/ 107050 h 560166"/>
                <a:gd name="connsiteX134" fmla="*/ 678872 w 866522"/>
                <a:gd name="connsiteY134" fmla="*/ 52694 h 560166"/>
                <a:gd name="connsiteX135" fmla="*/ 693127 w 866522"/>
                <a:gd name="connsiteY135" fmla="*/ 60589 h 560166"/>
                <a:gd name="connsiteX136" fmla="*/ 680664 w 866522"/>
                <a:gd name="connsiteY136" fmla="*/ 53478 h 560166"/>
                <a:gd name="connsiteX137" fmla="*/ 289634 w 866522"/>
                <a:gd name="connsiteY137" fmla="*/ 52694 h 560166"/>
                <a:gd name="connsiteX138" fmla="*/ 303889 w 866522"/>
                <a:gd name="connsiteY138" fmla="*/ 60589 h 560166"/>
                <a:gd name="connsiteX139" fmla="*/ 291426 w 866522"/>
                <a:gd name="connsiteY139" fmla="*/ 53478 h 560166"/>
                <a:gd name="connsiteX140" fmla="*/ 664229 w 866522"/>
                <a:gd name="connsiteY140" fmla="*/ 46779 h 560166"/>
                <a:gd name="connsiteX141" fmla="*/ 674285 w 866522"/>
                <a:gd name="connsiteY141" fmla="*/ 50688 h 560166"/>
                <a:gd name="connsiteX142" fmla="*/ 667989 w 866522"/>
                <a:gd name="connsiteY142" fmla="*/ 47934 h 560166"/>
                <a:gd name="connsiteX143" fmla="*/ 274991 w 866522"/>
                <a:gd name="connsiteY143" fmla="*/ 46779 h 560166"/>
                <a:gd name="connsiteX144" fmla="*/ 285047 w 866522"/>
                <a:gd name="connsiteY144" fmla="*/ 50688 h 560166"/>
                <a:gd name="connsiteX145" fmla="*/ 278751 w 866522"/>
                <a:gd name="connsiteY145" fmla="*/ 47934 h 560166"/>
                <a:gd name="connsiteX146" fmla="*/ 605825 w 866522"/>
                <a:gd name="connsiteY146" fmla="*/ 43509 h 560166"/>
                <a:gd name="connsiteX147" fmla="*/ 601156 w 866522"/>
                <a:gd name="connsiteY147" fmla="*/ 44376 h 560166"/>
                <a:gd name="connsiteX148" fmla="*/ 587040 w 866522"/>
                <a:gd name="connsiteY148" fmla="*/ 48631 h 560166"/>
                <a:gd name="connsiteX149" fmla="*/ 542775 w 866522"/>
                <a:gd name="connsiteY149" fmla="*/ 81770 h 560166"/>
                <a:gd name="connsiteX150" fmla="*/ 532863 w 866522"/>
                <a:gd name="connsiteY150" fmla="*/ 107050 h 560166"/>
                <a:gd name="connsiteX151" fmla="*/ 530175 w 866522"/>
                <a:gd name="connsiteY151" fmla="*/ 112832 h 560166"/>
                <a:gd name="connsiteX152" fmla="*/ 530091 w 866522"/>
                <a:gd name="connsiteY152" fmla="*/ 114121 h 560166"/>
                <a:gd name="connsiteX153" fmla="*/ 520475 w 866522"/>
                <a:gd name="connsiteY153" fmla="*/ 138649 h 560166"/>
                <a:gd name="connsiteX154" fmla="*/ 530091 w 866522"/>
                <a:gd name="connsiteY154" fmla="*/ 114122 h 560166"/>
                <a:gd name="connsiteX155" fmla="*/ 526419 w 866522"/>
                <a:gd name="connsiteY155" fmla="*/ 170719 h 560166"/>
                <a:gd name="connsiteX156" fmla="*/ 560640 w 866522"/>
                <a:gd name="connsiteY156" fmla="*/ 229921 h 560166"/>
                <a:gd name="connsiteX157" fmla="*/ 644873 w 866522"/>
                <a:gd name="connsiteY157" fmla="*/ 251080 h 560166"/>
                <a:gd name="connsiteX158" fmla="*/ 711167 w 866522"/>
                <a:gd name="connsiteY158" fmla="*/ 210194 h 560166"/>
                <a:gd name="connsiteX159" fmla="*/ 731658 w 866522"/>
                <a:gd name="connsiteY159" fmla="*/ 150147 h 560166"/>
                <a:gd name="connsiteX160" fmla="*/ 723143 w 866522"/>
                <a:gd name="connsiteY160" fmla="*/ 106367 h 560166"/>
                <a:gd name="connsiteX161" fmla="*/ 679629 w 866522"/>
                <a:gd name="connsiteY161" fmla="*/ 57416 h 560166"/>
                <a:gd name="connsiteX162" fmla="*/ 621035 w 866522"/>
                <a:gd name="connsiteY162" fmla="*/ 44938 h 560166"/>
                <a:gd name="connsiteX163" fmla="*/ 579897 w 866522"/>
                <a:gd name="connsiteY163" fmla="*/ 56236 h 560166"/>
                <a:gd name="connsiteX164" fmla="*/ 533703 w 866522"/>
                <a:gd name="connsiteY164" fmla="*/ 105245 h 560166"/>
                <a:gd name="connsiteX165" fmla="*/ 532867 w 866522"/>
                <a:gd name="connsiteY165" fmla="*/ 107043 h 560166"/>
                <a:gd name="connsiteX166" fmla="*/ 542776 w 866522"/>
                <a:gd name="connsiteY166" fmla="*/ 81770 h 560166"/>
                <a:gd name="connsiteX167" fmla="*/ 587499 w 866522"/>
                <a:gd name="connsiteY167" fmla="*/ 48511 h 560166"/>
                <a:gd name="connsiteX168" fmla="*/ 216587 w 866522"/>
                <a:gd name="connsiteY168" fmla="*/ 43509 h 560166"/>
                <a:gd name="connsiteX169" fmla="*/ 211918 w 866522"/>
                <a:gd name="connsiteY169" fmla="*/ 44376 h 560166"/>
                <a:gd name="connsiteX170" fmla="*/ 197802 w 866522"/>
                <a:gd name="connsiteY170" fmla="*/ 48631 h 560166"/>
                <a:gd name="connsiteX171" fmla="*/ 153537 w 866522"/>
                <a:gd name="connsiteY171" fmla="*/ 81770 h 560166"/>
                <a:gd name="connsiteX172" fmla="*/ 143626 w 866522"/>
                <a:gd name="connsiteY172" fmla="*/ 107050 h 560166"/>
                <a:gd name="connsiteX173" fmla="*/ 140937 w 866522"/>
                <a:gd name="connsiteY173" fmla="*/ 112832 h 560166"/>
                <a:gd name="connsiteX174" fmla="*/ 140853 w 866522"/>
                <a:gd name="connsiteY174" fmla="*/ 114121 h 560166"/>
                <a:gd name="connsiteX175" fmla="*/ 131237 w 866522"/>
                <a:gd name="connsiteY175" fmla="*/ 138649 h 560166"/>
                <a:gd name="connsiteX176" fmla="*/ 140853 w 866522"/>
                <a:gd name="connsiteY176" fmla="*/ 114122 h 560166"/>
                <a:gd name="connsiteX177" fmla="*/ 137181 w 866522"/>
                <a:gd name="connsiteY177" fmla="*/ 170719 h 560166"/>
                <a:gd name="connsiteX178" fmla="*/ 171402 w 866522"/>
                <a:gd name="connsiteY178" fmla="*/ 229921 h 560166"/>
                <a:gd name="connsiteX179" fmla="*/ 255635 w 866522"/>
                <a:gd name="connsiteY179" fmla="*/ 251080 h 560166"/>
                <a:gd name="connsiteX180" fmla="*/ 321929 w 866522"/>
                <a:gd name="connsiteY180" fmla="*/ 210194 h 560166"/>
                <a:gd name="connsiteX181" fmla="*/ 342420 w 866522"/>
                <a:gd name="connsiteY181" fmla="*/ 150147 h 560166"/>
                <a:gd name="connsiteX182" fmla="*/ 333905 w 866522"/>
                <a:gd name="connsiteY182" fmla="*/ 106367 h 560166"/>
                <a:gd name="connsiteX183" fmla="*/ 290391 w 866522"/>
                <a:gd name="connsiteY183" fmla="*/ 57416 h 560166"/>
                <a:gd name="connsiteX184" fmla="*/ 231797 w 866522"/>
                <a:gd name="connsiteY184" fmla="*/ 44938 h 560166"/>
                <a:gd name="connsiteX185" fmla="*/ 190659 w 866522"/>
                <a:gd name="connsiteY185" fmla="*/ 56236 h 560166"/>
                <a:gd name="connsiteX186" fmla="*/ 144465 w 866522"/>
                <a:gd name="connsiteY186" fmla="*/ 105245 h 560166"/>
                <a:gd name="connsiteX187" fmla="*/ 143629 w 866522"/>
                <a:gd name="connsiteY187" fmla="*/ 107043 h 560166"/>
                <a:gd name="connsiteX188" fmla="*/ 153538 w 866522"/>
                <a:gd name="connsiteY188" fmla="*/ 81770 h 560166"/>
                <a:gd name="connsiteX189" fmla="*/ 198261 w 866522"/>
                <a:gd name="connsiteY189" fmla="*/ 48511 h 560166"/>
                <a:gd name="connsiteX190" fmla="*/ 648957 w 866522"/>
                <a:gd name="connsiteY190" fmla="*/ 42874 h 560166"/>
                <a:gd name="connsiteX191" fmla="*/ 658855 w 866522"/>
                <a:gd name="connsiteY191" fmla="*/ 45130 h 560166"/>
                <a:gd name="connsiteX192" fmla="*/ 655094 w 866522"/>
                <a:gd name="connsiteY192" fmla="*/ 43975 h 560166"/>
                <a:gd name="connsiteX193" fmla="*/ 259719 w 866522"/>
                <a:gd name="connsiteY193" fmla="*/ 42874 h 560166"/>
                <a:gd name="connsiteX194" fmla="*/ 269617 w 866522"/>
                <a:gd name="connsiteY194" fmla="*/ 45130 h 560166"/>
                <a:gd name="connsiteX195" fmla="*/ 265856 w 866522"/>
                <a:gd name="connsiteY195" fmla="*/ 43975 h 560166"/>
                <a:gd name="connsiteX196" fmla="*/ 630844 w 866522"/>
                <a:gd name="connsiteY196" fmla="*/ 41013 h 560166"/>
                <a:gd name="connsiteX197" fmla="*/ 643691 w 866522"/>
                <a:gd name="connsiteY197" fmla="*/ 41930 h 560166"/>
                <a:gd name="connsiteX198" fmla="*/ 641972 w 866522"/>
                <a:gd name="connsiteY198" fmla="*/ 41621 h 560166"/>
                <a:gd name="connsiteX199" fmla="*/ 241606 w 866522"/>
                <a:gd name="connsiteY199" fmla="*/ 41013 h 560166"/>
                <a:gd name="connsiteX200" fmla="*/ 254453 w 866522"/>
                <a:gd name="connsiteY200" fmla="*/ 41930 h 560166"/>
                <a:gd name="connsiteX201" fmla="*/ 252734 w 866522"/>
                <a:gd name="connsiteY201" fmla="*/ 41621 h 560166"/>
                <a:gd name="connsiteX202" fmla="*/ 627977 w 866522"/>
                <a:gd name="connsiteY202" fmla="*/ 40933 h 560166"/>
                <a:gd name="connsiteX203" fmla="*/ 615011 w 866522"/>
                <a:gd name="connsiteY203" fmla="*/ 41803 h 560166"/>
                <a:gd name="connsiteX204" fmla="*/ 610826 w 866522"/>
                <a:gd name="connsiteY204" fmla="*/ 42580 h 560166"/>
                <a:gd name="connsiteX205" fmla="*/ 238739 w 866522"/>
                <a:gd name="connsiteY205" fmla="*/ 40933 h 560166"/>
                <a:gd name="connsiteX206" fmla="*/ 225773 w 866522"/>
                <a:gd name="connsiteY206" fmla="*/ 41803 h 560166"/>
                <a:gd name="connsiteX207" fmla="*/ 221588 w 866522"/>
                <a:gd name="connsiteY207" fmla="*/ 42580 h 560166"/>
                <a:gd name="connsiteX208" fmla="*/ 620975 w 866522"/>
                <a:gd name="connsiteY208" fmla="*/ 4290 h 560166"/>
                <a:gd name="connsiteX209" fmla="*/ 606624 w 866522"/>
                <a:gd name="connsiteY209" fmla="*/ 5804 h 560166"/>
                <a:gd name="connsiteX210" fmla="*/ 587920 w 866522"/>
                <a:gd name="connsiteY210" fmla="*/ 9839 h 560166"/>
                <a:gd name="connsiteX211" fmla="*/ 606624 w 866522"/>
                <a:gd name="connsiteY211" fmla="*/ 5804 h 560166"/>
                <a:gd name="connsiteX212" fmla="*/ 231737 w 866522"/>
                <a:gd name="connsiteY212" fmla="*/ 4290 h 560166"/>
                <a:gd name="connsiteX213" fmla="*/ 217386 w 866522"/>
                <a:gd name="connsiteY213" fmla="*/ 5804 h 560166"/>
                <a:gd name="connsiteX214" fmla="*/ 198682 w 866522"/>
                <a:gd name="connsiteY214" fmla="*/ 9839 h 560166"/>
                <a:gd name="connsiteX215" fmla="*/ 217386 w 866522"/>
                <a:gd name="connsiteY215" fmla="*/ 5804 h 560166"/>
                <a:gd name="connsiteX216" fmla="*/ 625506 w 866522"/>
                <a:gd name="connsiteY216" fmla="*/ 3812 h 560166"/>
                <a:gd name="connsiteX217" fmla="*/ 683984 w 866522"/>
                <a:gd name="connsiteY217" fmla="*/ 15582 h 560166"/>
                <a:gd name="connsiteX218" fmla="*/ 640497 w 866522"/>
                <a:gd name="connsiteY218" fmla="*/ 4375 h 560166"/>
                <a:gd name="connsiteX219" fmla="*/ 236268 w 866522"/>
                <a:gd name="connsiteY219" fmla="*/ 3812 h 560166"/>
                <a:gd name="connsiteX220" fmla="*/ 294746 w 866522"/>
                <a:gd name="connsiteY220" fmla="*/ 15582 h 560166"/>
                <a:gd name="connsiteX221" fmla="*/ 251259 w 866522"/>
                <a:gd name="connsiteY221" fmla="*/ 4375 h 560166"/>
                <a:gd name="connsiteX222" fmla="*/ 629306 w 866522"/>
                <a:gd name="connsiteY222" fmla="*/ 25 h 560166"/>
                <a:gd name="connsiteX223" fmla="*/ 718580 w 866522"/>
                <a:gd name="connsiteY223" fmla="*/ 31265 h 560166"/>
                <a:gd name="connsiteX224" fmla="*/ 772896 w 866522"/>
                <a:gd name="connsiteY224" fmla="*/ 116645 h 560166"/>
                <a:gd name="connsiteX225" fmla="*/ 772957 w 866522"/>
                <a:gd name="connsiteY225" fmla="*/ 179632 h 560166"/>
                <a:gd name="connsiteX226" fmla="*/ 745289 w 866522"/>
                <a:gd name="connsiteY226" fmla="*/ 242520 h 560166"/>
                <a:gd name="connsiteX227" fmla="*/ 692677 w 866522"/>
                <a:gd name="connsiteY227" fmla="*/ 283079 h 560166"/>
                <a:gd name="connsiteX228" fmla="*/ 640302 w 866522"/>
                <a:gd name="connsiteY228" fmla="*/ 296458 h 560166"/>
                <a:gd name="connsiteX229" fmla="*/ 575783 w 866522"/>
                <a:gd name="connsiteY229" fmla="*/ 287669 h 560166"/>
                <a:gd name="connsiteX230" fmla="*/ 509005 w 866522"/>
                <a:gd name="connsiteY230" fmla="*/ 237395 h 560166"/>
                <a:gd name="connsiteX231" fmla="*/ 484855 w 866522"/>
                <a:gd name="connsiteY231" fmla="*/ 188453 h 560166"/>
                <a:gd name="connsiteX232" fmla="*/ 480204 w 866522"/>
                <a:gd name="connsiteY232" fmla="*/ 159599 h 560166"/>
                <a:gd name="connsiteX233" fmla="*/ 484567 w 866522"/>
                <a:gd name="connsiteY233" fmla="*/ 109325 h 560166"/>
                <a:gd name="connsiteX234" fmla="*/ 509374 w 866522"/>
                <a:gd name="connsiteY234" fmla="*/ 55552 h 560166"/>
                <a:gd name="connsiteX235" fmla="*/ 597737 w 866522"/>
                <a:gd name="connsiteY235" fmla="*/ 3554 h 560166"/>
                <a:gd name="connsiteX236" fmla="*/ 629306 w 866522"/>
                <a:gd name="connsiteY236" fmla="*/ 25 h 560166"/>
                <a:gd name="connsiteX237" fmla="*/ 240068 w 866522"/>
                <a:gd name="connsiteY237" fmla="*/ 25 h 560166"/>
                <a:gd name="connsiteX238" fmla="*/ 329342 w 866522"/>
                <a:gd name="connsiteY238" fmla="*/ 31265 h 560166"/>
                <a:gd name="connsiteX239" fmla="*/ 383658 w 866522"/>
                <a:gd name="connsiteY239" fmla="*/ 116645 h 560166"/>
                <a:gd name="connsiteX240" fmla="*/ 383719 w 866522"/>
                <a:gd name="connsiteY240" fmla="*/ 179632 h 560166"/>
                <a:gd name="connsiteX241" fmla="*/ 356051 w 866522"/>
                <a:gd name="connsiteY241" fmla="*/ 242520 h 560166"/>
                <a:gd name="connsiteX242" fmla="*/ 303439 w 866522"/>
                <a:gd name="connsiteY242" fmla="*/ 283079 h 560166"/>
                <a:gd name="connsiteX243" fmla="*/ 251064 w 866522"/>
                <a:gd name="connsiteY243" fmla="*/ 296458 h 560166"/>
                <a:gd name="connsiteX244" fmla="*/ 186545 w 866522"/>
                <a:gd name="connsiteY244" fmla="*/ 287669 h 560166"/>
                <a:gd name="connsiteX245" fmla="*/ 119767 w 866522"/>
                <a:gd name="connsiteY245" fmla="*/ 237395 h 560166"/>
                <a:gd name="connsiteX246" fmla="*/ 95617 w 866522"/>
                <a:gd name="connsiteY246" fmla="*/ 188453 h 560166"/>
                <a:gd name="connsiteX247" fmla="*/ 90966 w 866522"/>
                <a:gd name="connsiteY247" fmla="*/ 159599 h 560166"/>
                <a:gd name="connsiteX248" fmla="*/ 95329 w 866522"/>
                <a:gd name="connsiteY248" fmla="*/ 109325 h 560166"/>
                <a:gd name="connsiteX249" fmla="*/ 120136 w 866522"/>
                <a:gd name="connsiteY249" fmla="*/ 55552 h 560166"/>
                <a:gd name="connsiteX250" fmla="*/ 208499 w 866522"/>
                <a:gd name="connsiteY250" fmla="*/ 3554 h 560166"/>
                <a:gd name="connsiteX251" fmla="*/ 240068 w 866522"/>
                <a:gd name="connsiteY251" fmla="*/ 25 h 56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866522" h="560166">
                  <a:moveTo>
                    <a:pt x="235792" y="320065"/>
                  </a:moveTo>
                  <a:lnTo>
                    <a:pt x="237753" y="320111"/>
                  </a:lnTo>
                  <a:lnTo>
                    <a:pt x="239713" y="320065"/>
                  </a:lnTo>
                  <a:lnTo>
                    <a:pt x="241761" y="320205"/>
                  </a:lnTo>
                  <a:lnTo>
                    <a:pt x="252694" y="320462"/>
                  </a:lnTo>
                  <a:cubicBezTo>
                    <a:pt x="258329" y="320856"/>
                    <a:pt x="263939" y="321530"/>
                    <a:pt x="269447" y="322538"/>
                  </a:cubicBezTo>
                  <a:lnTo>
                    <a:pt x="271758" y="323012"/>
                  </a:lnTo>
                  <a:lnTo>
                    <a:pt x="276206" y="323560"/>
                  </a:lnTo>
                  <a:cubicBezTo>
                    <a:pt x="296864" y="326224"/>
                    <a:pt x="316605" y="332437"/>
                    <a:pt x="335479" y="341034"/>
                  </a:cubicBezTo>
                  <a:cubicBezTo>
                    <a:pt x="369338" y="356455"/>
                    <a:pt x="398228" y="378451"/>
                    <a:pt x="421792" y="407437"/>
                  </a:cubicBezTo>
                  <a:lnTo>
                    <a:pt x="434146" y="425282"/>
                  </a:lnTo>
                  <a:lnTo>
                    <a:pt x="465053" y="386018"/>
                  </a:lnTo>
                  <a:cubicBezTo>
                    <a:pt x="479687" y="372346"/>
                    <a:pt x="495848" y="360693"/>
                    <a:pt x="513392" y="350858"/>
                  </a:cubicBezTo>
                  <a:cubicBezTo>
                    <a:pt x="531919" y="340472"/>
                    <a:pt x="551423" y="332656"/>
                    <a:pt x="572026" y="327953"/>
                  </a:cubicBezTo>
                  <a:lnTo>
                    <a:pt x="582933" y="326072"/>
                  </a:lnTo>
                  <a:lnTo>
                    <a:pt x="590109" y="324500"/>
                  </a:lnTo>
                  <a:cubicBezTo>
                    <a:pt x="598046" y="323179"/>
                    <a:pt x="606051" y="322252"/>
                    <a:pt x="614118" y="321695"/>
                  </a:cubicBezTo>
                  <a:lnTo>
                    <a:pt x="614480" y="321687"/>
                  </a:lnTo>
                  <a:lnTo>
                    <a:pt x="619409" y="321109"/>
                  </a:lnTo>
                  <a:lnTo>
                    <a:pt x="628955" y="321339"/>
                  </a:lnTo>
                  <a:lnTo>
                    <a:pt x="638502" y="321109"/>
                  </a:lnTo>
                  <a:lnTo>
                    <a:pt x="643431" y="321687"/>
                  </a:lnTo>
                  <a:lnTo>
                    <a:pt x="643792" y="321695"/>
                  </a:lnTo>
                  <a:cubicBezTo>
                    <a:pt x="651860" y="322252"/>
                    <a:pt x="659865" y="323179"/>
                    <a:pt x="667802" y="324500"/>
                  </a:cubicBezTo>
                  <a:lnTo>
                    <a:pt x="674978" y="326072"/>
                  </a:lnTo>
                  <a:lnTo>
                    <a:pt x="685885" y="327953"/>
                  </a:lnTo>
                  <a:cubicBezTo>
                    <a:pt x="706488" y="332656"/>
                    <a:pt x="725992" y="340472"/>
                    <a:pt x="744519" y="350858"/>
                  </a:cubicBezTo>
                  <a:cubicBezTo>
                    <a:pt x="762062" y="360693"/>
                    <a:pt x="778224" y="372346"/>
                    <a:pt x="792858" y="386018"/>
                  </a:cubicBezTo>
                  <a:cubicBezTo>
                    <a:pt x="809515" y="401578"/>
                    <a:pt x="823253" y="419608"/>
                    <a:pt x="834758" y="439249"/>
                  </a:cubicBezTo>
                  <a:cubicBezTo>
                    <a:pt x="838641" y="445878"/>
                    <a:pt x="841427" y="453149"/>
                    <a:pt x="844714" y="460127"/>
                  </a:cubicBezTo>
                  <a:lnTo>
                    <a:pt x="843460" y="460131"/>
                  </a:lnTo>
                  <a:lnTo>
                    <a:pt x="849232" y="471677"/>
                  </a:lnTo>
                  <a:cubicBezTo>
                    <a:pt x="854080" y="484136"/>
                    <a:pt x="857747" y="497048"/>
                    <a:pt x="860140" y="510384"/>
                  </a:cubicBezTo>
                  <a:cubicBezTo>
                    <a:pt x="863059" y="526656"/>
                    <a:pt x="864404" y="543212"/>
                    <a:pt x="866522" y="560166"/>
                  </a:cubicBezTo>
                  <a:cubicBezTo>
                    <a:pt x="850516" y="560166"/>
                    <a:pt x="836347" y="560166"/>
                    <a:pt x="821797" y="560166"/>
                  </a:cubicBezTo>
                  <a:cubicBezTo>
                    <a:pt x="821208" y="555028"/>
                    <a:pt x="820299" y="549728"/>
                    <a:pt x="820044" y="544397"/>
                  </a:cubicBezTo>
                  <a:cubicBezTo>
                    <a:pt x="819079" y="524272"/>
                    <a:pt x="814218" y="505113"/>
                    <a:pt x="806718" y="486476"/>
                  </a:cubicBezTo>
                  <a:cubicBezTo>
                    <a:pt x="795675" y="459038"/>
                    <a:pt x="779285" y="435248"/>
                    <a:pt x="757357" y="415590"/>
                  </a:cubicBezTo>
                  <a:cubicBezTo>
                    <a:pt x="750942" y="409838"/>
                    <a:pt x="744287" y="404511"/>
                    <a:pt x="737379" y="399658"/>
                  </a:cubicBezTo>
                  <a:lnTo>
                    <a:pt x="716480" y="386928"/>
                  </a:lnTo>
                  <a:lnTo>
                    <a:pt x="715463" y="386383"/>
                  </a:lnTo>
                  <a:lnTo>
                    <a:pt x="694355" y="377273"/>
                  </a:lnTo>
                  <a:lnTo>
                    <a:pt x="691758" y="376323"/>
                  </a:lnTo>
                  <a:lnTo>
                    <a:pt x="667999" y="370040"/>
                  </a:lnTo>
                  <a:lnTo>
                    <a:pt x="648515" y="366771"/>
                  </a:lnTo>
                  <a:lnTo>
                    <a:pt x="643643" y="366396"/>
                  </a:lnTo>
                  <a:lnTo>
                    <a:pt x="628955" y="365384"/>
                  </a:lnTo>
                  <a:lnTo>
                    <a:pt x="614268" y="366396"/>
                  </a:lnTo>
                  <a:lnTo>
                    <a:pt x="609395" y="366771"/>
                  </a:lnTo>
                  <a:lnTo>
                    <a:pt x="589912" y="370040"/>
                  </a:lnTo>
                  <a:lnTo>
                    <a:pt x="566153" y="376323"/>
                  </a:lnTo>
                  <a:lnTo>
                    <a:pt x="563556" y="377273"/>
                  </a:lnTo>
                  <a:lnTo>
                    <a:pt x="542448" y="386383"/>
                  </a:lnTo>
                  <a:lnTo>
                    <a:pt x="541431" y="386928"/>
                  </a:lnTo>
                  <a:lnTo>
                    <a:pt x="520532" y="399658"/>
                  </a:lnTo>
                  <a:cubicBezTo>
                    <a:pt x="513624" y="404511"/>
                    <a:pt x="506969" y="409838"/>
                    <a:pt x="500554" y="415590"/>
                  </a:cubicBezTo>
                  <a:cubicBezTo>
                    <a:pt x="484108" y="430334"/>
                    <a:pt x="470777" y="447401"/>
                    <a:pt x="460480" y="466589"/>
                  </a:cubicBezTo>
                  <a:lnTo>
                    <a:pt x="458349" y="471153"/>
                  </a:lnTo>
                  <a:lnTo>
                    <a:pt x="459128" y="472919"/>
                  </a:lnTo>
                  <a:lnTo>
                    <a:pt x="457524" y="472919"/>
                  </a:lnTo>
                  <a:lnTo>
                    <a:pt x="411109" y="472919"/>
                  </a:lnTo>
                  <a:lnTo>
                    <a:pt x="408329" y="472919"/>
                  </a:lnTo>
                  <a:lnTo>
                    <a:pt x="408679" y="471677"/>
                  </a:lnTo>
                  <a:lnTo>
                    <a:pt x="409181" y="470673"/>
                  </a:lnTo>
                  <a:lnTo>
                    <a:pt x="370856" y="418759"/>
                  </a:lnTo>
                  <a:cubicBezTo>
                    <a:pt x="343476" y="393206"/>
                    <a:pt x="311724" y="375951"/>
                    <a:pt x="274608" y="368448"/>
                  </a:cubicBezTo>
                  <a:lnTo>
                    <a:pt x="249301" y="365275"/>
                  </a:lnTo>
                  <a:lnTo>
                    <a:pt x="237753" y="365196"/>
                  </a:lnTo>
                  <a:lnTo>
                    <a:pt x="226204" y="365275"/>
                  </a:lnTo>
                  <a:lnTo>
                    <a:pt x="200897" y="368448"/>
                  </a:lnTo>
                  <a:cubicBezTo>
                    <a:pt x="163781" y="375951"/>
                    <a:pt x="132029" y="393206"/>
                    <a:pt x="104649" y="418759"/>
                  </a:cubicBezTo>
                  <a:cubicBezTo>
                    <a:pt x="88155" y="434153"/>
                    <a:pt x="75764" y="452838"/>
                    <a:pt x="64937" y="472551"/>
                  </a:cubicBezTo>
                  <a:lnTo>
                    <a:pt x="64937" y="471705"/>
                  </a:lnTo>
                  <a:lnTo>
                    <a:pt x="56216" y="491288"/>
                  </a:lnTo>
                  <a:cubicBezTo>
                    <a:pt x="53234" y="499669"/>
                    <a:pt x="50879" y="508375"/>
                    <a:pt x="49208" y="517426"/>
                  </a:cubicBezTo>
                  <a:cubicBezTo>
                    <a:pt x="46708" y="530973"/>
                    <a:pt x="45130" y="544689"/>
                    <a:pt x="43054" y="558859"/>
                  </a:cubicBezTo>
                  <a:cubicBezTo>
                    <a:pt x="29659" y="558859"/>
                    <a:pt x="15336" y="558859"/>
                    <a:pt x="0" y="558859"/>
                  </a:cubicBezTo>
                  <a:cubicBezTo>
                    <a:pt x="529" y="548958"/>
                    <a:pt x="3" y="538958"/>
                    <a:pt x="1805" y="529396"/>
                  </a:cubicBezTo>
                  <a:cubicBezTo>
                    <a:pt x="5039" y="512250"/>
                    <a:pt x="8711" y="495066"/>
                    <a:pt x="13940" y="478445"/>
                  </a:cubicBezTo>
                  <a:cubicBezTo>
                    <a:pt x="22213" y="452153"/>
                    <a:pt x="36311" y="428844"/>
                    <a:pt x="53713" y="407437"/>
                  </a:cubicBezTo>
                  <a:cubicBezTo>
                    <a:pt x="77277" y="378451"/>
                    <a:pt x="106167" y="356455"/>
                    <a:pt x="140026" y="341034"/>
                  </a:cubicBezTo>
                  <a:cubicBezTo>
                    <a:pt x="158900" y="332437"/>
                    <a:pt x="178641" y="326224"/>
                    <a:pt x="199299" y="323560"/>
                  </a:cubicBezTo>
                  <a:lnTo>
                    <a:pt x="203747" y="323012"/>
                  </a:lnTo>
                  <a:lnTo>
                    <a:pt x="206058" y="322538"/>
                  </a:lnTo>
                  <a:cubicBezTo>
                    <a:pt x="211566" y="321530"/>
                    <a:pt x="217176" y="320856"/>
                    <a:pt x="222812" y="320462"/>
                  </a:cubicBezTo>
                  <a:lnTo>
                    <a:pt x="233744" y="320205"/>
                  </a:lnTo>
                  <a:close/>
                  <a:moveTo>
                    <a:pt x="659928" y="289226"/>
                  </a:moveTo>
                  <a:lnTo>
                    <a:pt x="643893" y="291787"/>
                  </a:lnTo>
                  <a:lnTo>
                    <a:pt x="631269" y="293015"/>
                  </a:lnTo>
                  <a:lnTo>
                    <a:pt x="631358" y="293017"/>
                  </a:lnTo>
                  <a:cubicBezTo>
                    <a:pt x="635645" y="292869"/>
                    <a:pt x="639999" y="292466"/>
                    <a:pt x="644443" y="291758"/>
                  </a:cubicBezTo>
                  <a:close/>
                  <a:moveTo>
                    <a:pt x="270690" y="289226"/>
                  </a:moveTo>
                  <a:lnTo>
                    <a:pt x="254655" y="291787"/>
                  </a:lnTo>
                  <a:lnTo>
                    <a:pt x="242031" y="293015"/>
                  </a:lnTo>
                  <a:lnTo>
                    <a:pt x="242120" y="293017"/>
                  </a:lnTo>
                  <a:cubicBezTo>
                    <a:pt x="246407" y="292869"/>
                    <a:pt x="250761" y="292466"/>
                    <a:pt x="255205" y="291758"/>
                  </a:cubicBezTo>
                  <a:close/>
                  <a:moveTo>
                    <a:pt x="699545" y="229303"/>
                  </a:moveTo>
                  <a:lnTo>
                    <a:pt x="651036" y="253741"/>
                  </a:lnTo>
                  <a:lnTo>
                    <a:pt x="651034" y="253742"/>
                  </a:lnTo>
                  <a:cubicBezTo>
                    <a:pt x="615947" y="260709"/>
                    <a:pt x="583825" y="253072"/>
                    <a:pt x="555357" y="231513"/>
                  </a:cubicBezTo>
                  <a:cubicBezTo>
                    <a:pt x="583825" y="253072"/>
                    <a:pt x="615947" y="260709"/>
                    <a:pt x="651034" y="253742"/>
                  </a:cubicBezTo>
                  <a:lnTo>
                    <a:pt x="651036" y="253741"/>
                  </a:lnTo>
                  <a:lnTo>
                    <a:pt x="685106" y="240300"/>
                  </a:lnTo>
                  <a:close/>
                  <a:moveTo>
                    <a:pt x="310307" y="229303"/>
                  </a:moveTo>
                  <a:lnTo>
                    <a:pt x="261798" y="253741"/>
                  </a:lnTo>
                  <a:lnTo>
                    <a:pt x="261796" y="253742"/>
                  </a:lnTo>
                  <a:cubicBezTo>
                    <a:pt x="226709" y="260709"/>
                    <a:pt x="194587" y="253072"/>
                    <a:pt x="166119" y="231513"/>
                  </a:cubicBezTo>
                  <a:cubicBezTo>
                    <a:pt x="194587" y="253072"/>
                    <a:pt x="226709" y="260709"/>
                    <a:pt x="261796" y="253742"/>
                  </a:cubicBezTo>
                  <a:lnTo>
                    <a:pt x="261798" y="253741"/>
                  </a:lnTo>
                  <a:lnTo>
                    <a:pt x="295868" y="240300"/>
                  </a:lnTo>
                  <a:close/>
                  <a:moveTo>
                    <a:pt x="758998" y="210122"/>
                  </a:moveTo>
                  <a:cubicBezTo>
                    <a:pt x="754316" y="221148"/>
                    <a:pt x="748639" y="230948"/>
                    <a:pt x="742044" y="239610"/>
                  </a:cubicBezTo>
                  <a:lnTo>
                    <a:pt x="751239" y="225752"/>
                  </a:lnTo>
                  <a:cubicBezTo>
                    <a:pt x="754067" y="220841"/>
                    <a:pt x="756657" y="215635"/>
                    <a:pt x="758998" y="210122"/>
                  </a:cubicBezTo>
                  <a:close/>
                  <a:moveTo>
                    <a:pt x="369760" y="210122"/>
                  </a:moveTo>
                  <a:cubicBezTo>
                    <a:pt x="365078" y="221148"/>
                    <a:pt x="359401" y="230948"/>
                    <a:pt x="352806" y="239610"/>
                  </a:cubicBezTo>
                  <a:lnTo>
                    <a:pt x="362001" y="225752"/>
                  </a:lnTo>
                  <a:cubicBezTo>
                    <a:pt x="364829" y="220841"/>
                    <a:pt x="367419" y="215635"/>
                    <a:pt x="369760" y="210122"/>
                  </a:cubicBezTo>
                  <a:close/>
                  <a:moveTo>
                    <a:pt x="520143" y="152683"/>
                  </a:moveTo>
                  <a:lnTo>
                    <a:pt x="521435" y="166516"/>
                  </a:lnTo>
                  <a:cubicBezTo>
                    <a:pt x="522839" y="175663"/>
                    <a:pt x="525334" y="184654"/>
                    <a:pt x="528935" y="193444"/>
                  </a:cubicBezTo>
                  <a:cubicBezTo>
                    <a:pt x="523534" y="180259"/>
                    <a:pt x="520621" y="166622"/>
                    <a:pt x="520143" y="152683"/>
                  </a:cubicBezTo>
                  <a:close/>
                  <a:moveTo>
                    <a:pt x="130905" y="152683"/>
                  </a:moveTo>
                  <a:lnTo>
                    <a:pt x="132197" y="166516"/>
                  </a:lnTo>
                  <a:cubicBezTo>
                    <a:pt x="133601" y="175663"/>
                    <a:pt x="136096" y="184654"/>
                    <a:pt x="139697" y="193444"/>
                  </a:cubicBezTo>
                  <a:cubicBezTo>
                    <a:pt x="134296" y="180259"/>
                    <a:pt x="131383" y="166622"/>
                    <a:pt x="130905" y="152683"/>
                  </a:cubicBezTo>
                  <a:close/>
                  <a:moveTo>
                    <a:pt x="143629" y="107043"/>
                  </a:moveTo>
                  <a:lnTo>
                    <a:pt x="140853" y="114122"/>
                  </a:lnTo>
                  <a:lnTo>
                    <a:pt x="140853" y="114121"/>
                  </a:lnTo>
                  <a:lnTo>
                    <a:pt x="143626" y="107050"/>
                  </a:lnTo>
                  <a:close/>
                  <a:moveTo>
                    <a:pt x="532867" y="107043"/>
                  </a:moveTo>
                  <a:lnTo>
                    <a:pt x="530091" y="114122"/>
                  </a:lnTo>
                  <a:lnTo>
                    <a:pt x="530091" y="114121"/>
                  </a:lnTo>
                  <a:lnTo>
                    <a:pt x="532863" y="107050"/>
                  </a:lnTo>
                  <a:close/>
                  <a:moveTo>
                    <a:pt x="678872" y="52694"/>
                  </a:moveTo>
                  <a:lnTo>
                    <a:pt x="693127" y="60589"/>
                  </a:lnTo>
                  <a:cubicBezTo>
                    <a:pt x="689007" y="57960"/>
                    <a:pt x="684853" y="55588"/>
                    <a:pt x="680664" y="53478"/>
                  </a:cubicBezTo>
                  <a:close/>
                  <a:moveTo>
                    <a:pt x="289634" y="52694"/>
                  </a:moveTo>
                  <a:lnTo>
                    <a:pt x="303889" y="60589"/>
                  </a:lnTo>
                  <a:cubicBezTo>
                    <a:pt x="299769" y="57960"/>
                    <a:pt x="295615" y="55588"/>
                    <a:pt x="291426" y="53478"/>
                  </a:cubicBezTo>
                  <a:close/>
                  <a:moveTo>
                    <a:pt x="664229" y="46779"/>
                  </a:moveTo>
                  <a:lnTo>
                    <a:pt x="674285" y="50688"/>
                  </a:lnTo>
                  <a:lnTo>
                    <a:pt x="667989" y="47934"/>
                  </a:lnTo>
                  <a:close/>
                  <a:moveTo>
                    <a:pt x="274991" y="46779"/>
                  </a:moveTo>
                  <a:lnTo>
                    <a:pt x="285047" y="50688"/>
                  </a:lnTo>
                  <a:lnTo>
                    <a:pt x="278751" y="47934"/>
                  </a:lnTo>
                  <a:close/>
                  <a:moveTo>
                    <a:pt x="605825" y="43509"/>
                  </a:moveTo>
                  <a:lnTo>
                    <a:pt x="601156" y="44376"/>
                  </a:lnTo>
                  <a:cubicBezTo>
                    <a:pt x="596494" y="45513"/>
                    <a:pt x="591789" y="46930"/>
                    <a:pt x="587040" y="48631"/>
                  </a:cubicBezTo>
                  <a:cubicBezTo>
                    <a:pt x="569421" y="55850"/>
                    <a:pt x="554546" y="66651"/>
                    <a:pt x="542775" y="81770"/>
                  </a:cubicBezTo>
                  <a:lnTo>
                    <a:pt x="532863" y="107050"/>
                  </a:lnTo>
                  <a:lnTo>
                    <a:pt x="530175" y="112832"/>
                  </a:lnTo>
                  <a:lnTo>
                    <a:pt x="530091" y="114121"/>
                  </a:lnTo>
                  <a:lnTo>
                    <a:pt x="520475" y="138649"/>
                  </a:lnTo>
                  <a:lnTo>
                    <a:pt x="530091" y="114122"/>
                  </a:lnTo>
                  <a:lnTo>
                    <a:pt x="526419" y="170719"/>
                  </a:lnTo>
                  <a:cubicBezTo>
                    <a:pt x="531676" y="194067"/>
                    <a:pt x="540699" y="215264"/>
                    <a:pt x="560640" y="229921"/>
                  </a:cubicBezTo>
                  <a:cubicBezTo>
                    <a:pt x="585756" y="248382"/>
                    <a:pt x="614157" y="256296"/>
                    <a:pt x="644873" y="251080"/>
                  </a:cubicBezTo>
                  <a:cubicBezTo>
                    <a:pt x="672007" y="246472"/>
                    <a:pt x="694535" y="232581"/>
                    <a:pt x="711167" y="210194"/>
                  </a:cubicBezTo>
                  <a:cubicBezTo>
                    <a:pt x="724375" y="192415"/>
                    <a:pt x="731254" y="172316"/>
                    <a:pt x="731658" y="150147"/>
                  </a:cubicBezTo>
                  <a:cubicBezTo>
                    <a:pt x="731935" y="134984"/>
                    <a:pt x="728521" y="120490"/>
                    <a:pt x="723143" y="106367"/>
                  </a:cubicBezTo>
                  <a:cubicBezTo>
                    <a:pt x="714819" y="84512"/>
                    <a:pt x="700738" y="67715"/>
                    <a:pt x="679629" y="57416"/>
                  </a:cubicBezTo>
                  <a:cubicBezTo>
                    <a:pt x="661208" y="48429"/>
                    <a:pt x="641763" y="43698"/>
                    <a:pt x="621035" y="44938"/>
                  </a:cubicBezTo>
                  <a:cubicBezTo>
                    <a:pt x="606475" y="45809"/>
                    <a:pt x="592595" y="49441"/>
                    <a:pt x="579897" y="56236"/>
                  </a:cubicBezTo>
                  <a:cubicBezTo>
                    <a:pt x="559454" y="67173"/>
                    <a:pt x="543788" y="83127"/>
                    <a:pt x="533703" y="105245"/>
                  </a:cubicBezTo>
                  <a:lnTo>
                    <a:pt x="532867" y="107043"/>
                  </a:lnTo>
                  <a:lnTo>
                    <a:pt x="542776" y="81770"/>
                  </a:lnTo>
                  <a:cubicBezTo>
                    <a:pt x="554546" y="66651"/>
                    <a:pt x="569421" y="55850"/>
                    <a:pt x="587499" y="48511"/>
                  </a:cubicBezTo>
                  <a:close/>
                  <a:moveTo>
                    <a:pt x="216587" y="43509"/>
                  </a:moveTo>
                  <a:lnTo>
                    <a:pt x="211918" y="44376"/>
                  </a:lnTo>
                  <a:cubicBezTo>
                    <a:pt x="207256" y="45513"/>
                    <a:pt x="202551" y="46930"/>
                    <a:pt x="197802" y="48631"/>
                  </a:cubicBezTo>
                  <a:cubicBezTo>
                    <a:pt x="180183" y="55850"/>
                    <a:pt x="165308" y="66651"/>
                    <a:pt x="153537" y="81770"/>
                  </a:cubicBezTo>
                  <a:lnTo>
                    <a:pt x="143626" y="107050"/>
                  </a:lnTo>
                  <a:lnTo>
                    <a:pt x="140937" y="112832"/>
                  </a:lnTo>
                  <a:lnTo>
                    <a:pt x="140853" y="114121"/>
                  </a:lnTo>
                  <a:lnTo>
                    <a:pt x="131237" y="138649"/>
                  </a:lnTo>
                  <a:lnTo>
                    <a:pt x="140853" y="114122"/>
                  </a:lnTo>
                  <a:lnTo>
                    <a:pt x="137181" y="170719"/>
                  </a:lnTo>
                  <a:cubicBezTo>
                    <a:pt x="142438" y="194067"/>
                    <a:pt x="151461" y="215264"/>
                    <a:pt x="171402" y="229921"/>
                  </a:cubicBezTo>
                  <a:cubicBezTo>
                    <a:pt x="196518" y="248382"/>
                    <a:pt x="224919" y="256296"/>
                    <a:pt x="255635" y="251080"/>
                  </a:cubicBezTo>
                  <a:cubicBezTo>
                    <a:pt x="282769" y="246472"/>
                    <a:pt x="305297" y="232581"/>
                    <a:pt x="321929" y="210194"/>
                  </a:cubicBezTo>
                  <a:cubicBezTo>
                    <a:pt x="335137" y="192415"/>
                    <a:pt x="342016" y="172316"/>
                    <a:pt x="342420" y="150147"/>
                  </a:cubicBezTo>
                  <a:cubicBezTo>
                    <a:pt x="342697" y="134984"/>
                    <a:pt x="339283" y="120490"/>
                    <a:pt x="333905" y="106367"/>
                  </a:cubicBezTo>
                  <a:cubicBezTo>
                    <a:pt x="325581" y="84512"/>
                    <a:pt x="311500" y="67715"/>
                    <a:pt x="290391" y="57416"/>
                  </a:cubicBezTo>
                  <a:cubicBezTo>
                    <a:pt x="271970" y="48429"/>
                    <a:pt x="252525" y="43698"/>
                    <a:pt x="231797" y="44938"/>
                  </a:cubicBezTo>
                  <a:cubicBezTo>
                    <a:pt x="217237" y="45809"/>
                    <a:pt x="203357" y="49441"/>
                    <a:pt x="190659" y="56236"/>
                  </a:cubicBezTo>
                  <a:cubicBezTo>
                    <a:pt x="170216" y="67173"/>
                    <a:pt x="154550" y="83127"/>
                    <a:pt x="144465" y="105245"/>
                  </a:cubicBezTo>
                  <a:lnTo>
                    <a:pt x="143629" y="107043"/>
                  </a:lnTo>
                  <a:lnTo>
                    <a:pt x="153538" y="81770"/>
                  </a:lnTo>
                  <a:cubicBezTo>
                    <a:pt x="165308" y="66651"/>
                    <a:pt x="180183" y="55850"/>
                    <a:pt x="198261" y="48511"/>
                  </a:cubicBezTo>
                  <a:close/>
                  <a:moveTo>
                    <a:pt x="648957" y="42874"/>
                  </a:moveTo>
                  <a:lnTo>
                    <a:pt x="658855" y="45130"/>
                  </a:lnTo>
                  <a:lnTo>
                    <a:pt x="655094" y="43975"/>
                  </a:lnTo>
                  <a:close/>
                  <a:moveTo>
                    <a:pt x="259719" y="42874"/>
                  </a:moveTo>
                  <a:lnTo>
                    <a:pt x="269617" y="45130"/>
                  </a:lnTo>
                  <a:lnTo>
                    <a:pt x="265856" y="43975"/>
                  </a:lnTo>
                  <a:close/>
                  <a:moveTo>
                    <a:pt x="630844" y="41013"/>
                  </a:moveTo>
                  <a:lnTo>
                    <a:pt x="643691" y="41930"/>
                  </a:lnTo>
                  <a:lnTo>
                    <a:pt x="641972" y="41621"/>
                  </a:lnTo>
                  <a:close/>
                  <a:moveTo>
                    <a:pt x="241606" y="41013"/>
                  </a:moveTo>
                  <a:lnTo>
                    <a:pt x="254453" y="41930"/>
                  </a:lnTo>
                  <a:lnTo>
                    <a:pt x="252734" y="41621"/>
                  </a:lnTo>
                  <a:close/>
                  <a:moveTo>
                    <a:pt x="627977" y="40933"/>
                  </a:moveTo>
                  <a:lnTo>
                    <a:pt x="615011" y="41803"/>
                  </a:lnTo>
                  <a:lnTo>
                    <a:pt x="610826" y="42580"/>
                  </a:lnTo>
                  <a:close/>
                  <a:moveTo>
                    <a:pt x="238739" y="40933"/>
                  </a:moveTo>
                  <a:lnTo>
                    <a:pt x="225773" y="41803"/>
                  </a:lnTo>
                  <a:lnTo>
                    <a:pt x="221588" y="42580"/>
                  </a:lnTo>
                  <a:close/>
                  <a:moveTo>
                    <a:pt x="620975" y="4290"/>
                  </a:moveTo>
                  <a:lnTo>
                    <a:pt x="606624" y="5804"/>
                  </a:lnTo>
                  <a:cubicBezTo>
                    <a:pt x="600340" y="6916"/>
                    <a:pt x="594086" y="8369"/>
                    <a:pt x="587920" y="9839"/>
                  </a:cubicBezTo>
                  <a:cubicBezTo>
                    <a:pt x="594086" y="8369"/>
                    <a:pt x="600340" y="6916"/>
                    <a:pt x="606624" y="5804"/>
                  </a:cubicBezTo>
                  <a:close/>
                  <a:moveTo>
                    <a:pt x="231737" y="4290"/>
                  </a:moveTo>
                  <a:lnTo>
                    <a:pt x="217386" y="5804"/>
                  </a:lnTo>
                  <a:cubicBezTo>
                    <a:pt x="211102" y="6916"/>
                    <a:pt x="204848" y="8369"/>
                    <a:pt x="198682" y="9839"/>
                  </a:cubicBezTo>
                  <a:cubicBezTo>
                    <a:pt x="204848" y="8369"/>
                    <a:pt x="211102" y="6916"/>
                    <a:pt x="217386" y="5804"/>
                  </a:cubicBezTo>
                  <a:close/>
                  <a:moveTo>
                    <a:pt x="625506" y="3812"/>
                  </a:moveTo>
                  <a:cubicBezTo>
                    <a:pt x="645618" y="3467"/>
                    <a:pt x="665273" y="7546"/>
                    <a:pt x="683984" y="15582"/>
                  </a:cubicBezTo>
                  <a:cubicBezTo>
                    <a:pt x="669951" y="9555"/>
                    <a:pt x="655387" y="5754"/>
                    <a:pt x="640497" y="4375"/>
                  </a:cubicBezTo>
                  <a:close/>
                  <a:moveTo>
                    <a:pt x="236268" y="3812"/>
                  </a:moveTo>
                  <a:cubicBezTo>
                    <a:pt x="256380" y="3467"/>
                    <a:pt x="276035" y="7546"/>
                    <a:pt x="294746" y="15582"/>
                  </a:cubicBezTo>
                  <a:cubicBezTo>
                    <a:pt x="280713" y="9555"/>
                    <a:pt x="266149" y="5754"/>
                    <a:pt x="251259" y="4375"/>
                  </a:cubicBezTo>
                  <a:close/>
                  <a:moveTo>
                    <a:pt x="629306" y="25"/>
                  </a:moveTo>
                  <a:cubicBezTo>
                    <a:pt x="662267" y="840"/>
                    <a:pt x="692487" y="10402"/>
                    <a:pt x="718580" y="31265"/>
                  </a:cubicBezTo>
                  <a:cubicBezTo>
                    <a:pt x="746422" y="53526"/>
                    <a:pt x="765292" y="81665"/>
                    <a:pt x="772896" y="116645"/>
                  </a:cubicBezTo>
                  <a:cubicBezTo>
                    <a:pt x="777430" y="137504"/>
                    <a:pt x="777339" y="158759"/>
                    <a:pt x="772957" y="179632"/>
                  </a:cubicBezTo>
                  <a:cubicBezTo>
                    <a:pt x="768173" y="202418"/>
                    <a:pt x="759503" y="223668"/>
                    <a:pt x="745289" y="242520"/>
                  </a:cubicBezTo>
                  <a:cubicBezTo>
                    <a:pt x="731406" y="260934"/>
                    <a:pt x="713457" y="273840"/>
                    <a:pt x="692677" y="283079"/>
                  </a:cubicBezTo>
                  <a:cubicBezTo>
                    <a:pt x="676011" y="290488"/>
                    <a:pt x="658421" y="295102"/>
                    <a:pt x="640302" y="296458"/>
                  </a:cubicBezTo>
                  <a:cubicBezTo>
                    <a:pt x="618301" y="298106"/>
                    <a:pt x="596521" y="295785"/>
                    <a:pt x="575783" y="287669"/>
                  </a:cubicBezTo>
                  <a:cubicBezTo>
                    <a:pt x="548897" y="277148"/>
                    <a:pt x="526428" y="260781"/>
                    <a:pt x="509005" y="237395"/>
                  </a:cubicBezTo>
                  <a:cubicBezTo>
                    <a:pt x="497883" y="222465"/>
                    <a:pt x="489317" y="206442"/>
                    <a:pt x="484855" y="188453"/>
                  </a:cubicBezTo>
                  <a:cubicBezTo>
                    <a:pt x="482516" y="179022"/>
                    <a:pt x="480940" y="169287"/>
                    <a:pt x="480204" y="159599"/>
                  </a:cubicBezTo>
                  <a:cubicBezTo>
                    <a:pt x="478932" y="142842"/>
                    <a:pt x="479789" y="126118"/>
                    <a:pt x="484567" y="109325"/>
                  </a:cubicBezTo>
                  <a:cubicBezTo>
                    <a:pt x="489283" y="89390"/>
                    <a:pt x="497345" y="71422"/>
                    <a:pt x="509374" y="55552"/>
                  </a:cubicBezTo>
                  <a:cubicBezTo>
                    <a:pt x="531615" y="26208"/>
                    <a:pt x="562086" y="10212"/>
                    <a:pt x="597737" y="3554"/>
                  </a:cubicBezTo>
                  <a:cubicBezTo>
                    <a:pt x="608133" y="1612"/>
                    <a:pt x="618811" y="-235"/>
                    <a:pt x="629306" y="25"/>
                  </a:cubicBezTo>
                  <a:close/>
                  <a:moveTo>
                    <a:pt x="240068" y="25"/>
                  </a:moveTo>
                  <a:cubicBezTo>
                    <a:pt x="273029" y="840"/>
                    <a:pt x="303249" y="10402"/>
                    <a:pt x="329342" y="31265"/>
                  </a:cubicBezTo>
                  <a:cubicBezTo>
                    <a:pt x="357184" y="53526"/>
                    <a:pt x="376054" y="81665"/>
                    <a:pt x="383658" y="116645"/>
                  </a:cubicBezTo>
                  <a:cubicBezTo>
                    <a:pt x="388192" y="137504"/>
                    <a:pt x="388101" y="158759"/>
                    <a:pt x="383719" y="179632"/>
                  </a:cubicBezTo>
                  <a:cubicBezTo>
                    <a:pt x="378935" y="202418"/>
                    <a:pt x="370265" y="223668"/>
                    <a:pt x="356051" y="242520"/>
                  </a:cubicBezTo>
                  <a:cubicBezTo>
                    <a:pt x="342168" y="260934"/>
                    <a:pt x="324219" y="273840"/>
                    <a:pt x="303439" y="283079"/>
                  </a:cubicBezTo>
                  <a:cubicBezTo>
                    <a:pt x="286773" y="290488"/>
                    <a:pt x="269183" y="295102"/>
                    <a:pt x="251064" y="296458"/>
                  </a:cubicBezTo>
                  <a:cubicBezTo>
                    <a:pt x="229063" y="298106"/>
                    <a:pt x="207283" y="295785"/>
                    <a:pt x="186545" y="287669"/>
                  </a:cubicBezTo>
                  <a:cubicBezTo>
                    <a:pt x="159659" y="277148"/>
                    <a:pt x="137190" y="260781"/>
                    <a:pt x="119767" y="237395"/>
                  </a:cubicBezTo>
                  <a:cubicBezTo>
                    <a:pt x="108645" y="222465"/>
                    <a:pt x="100079" y="206442"/>
                    <a:pt x="95617" y="188453"/>
                  </a:cubicBezTo>
                  <a:cubicBezTo>
                    <a:pt x="93278" y="179022"/>
                    <a:pt x="91702" y="169287"/>
                    <a:pt x="90966" y="159599"/>
                  </a:cubicBezTo>
                  <a:cubicBezTo>
                    <a:pt x="89694" y="142842"/>
                    <a:pt x="90551" y="126118"/>
                    <a:pt x="95329" y="109325"/>
                  </a:cubicBezTo>
                  <a:cubicBezTo>
                    <a:pt x="100045" y="89390"/>
                    <a:pt x="108107" y="71422"/>
                    <a:pt x="120136" y="55552"/>
                  </a:cubicBezTo>
                  <a:cubicBezTo>
                    <a:pt x="142377" y="26208"/>
                    <a:pt x="172848" y="10212"/>
                    <a:pt x="208499" y="3554"/>
                  </a:cubicBezTo>
                  <a:cubicBezTo>
                    <a:pt x="218895" y="1612"/>
                    <a:pt x="229573" y="-235"/>
                    <a:pt x="240068" y="25"/>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76" name="Group 175">
            <a:extLst>
              <a:ext uri="{FF2B5EF4-FFF2-40B4-BE49-F238E27FC236}">
                <a16:creationId xmlns:a16="http://schemas.microsoft.com/office/drawing/2014/main" id="{CC022640-7708-78AB-B427-9CFDA3740FE8}"/>
              </a:ext>
              <a:ext uri="{C183D7F6-B498-43B3-948B-1728B52AA6E4}">
                <adec:decorative xmlns:adec="http://schemas.microsoft.com/office/drawing/2017/decorative" val="1"/>
              </a:ext>
            </a:extLst>
          </p:cNvPr>
          <p:cNvGrpSpPr>
            <a:grpSpLocks noChangeAspect="1"/>
          </p:cNvGrpSpPr>
          <p:nvPr/>
        </p:nvGrpSpPr>
        <p:grpSpPr>
          <a:xfrm>
            <a:off x="5449959" y="3636615"/>
            <a:ext cx="460564" cy="457200"/>
            <a:chOff x="5449959" y="3636615"/>
            <a:chExt cx="460564" cy="457200"/>
          </a:xfrm>
          <a:solidFill>
            <a:srgbClr val="FF0000"/>
          </a:solidFill>
        </p:grpSpPr>
        <p:sp>
          <p:nvSpPr>
            <p:cNvPr id="1991" name="Freeform: Shape 1990">
              <a:extLst>
                <a:ext uri="{FF2B5EF4-FFF2-40B4-BE49-F238E27FC236}">
                  <a16:creationId xmlns:a16="http://schemas.microsoft.com/office/drawing/2014/main" id="{41768818-8BDD-BF9C-F855-E5FDF8982849}"/>
                </a:ext>
                <a:ext uri="{C183D7F6-B498-43B3-948B-1728B52AA6E4}">
                  <adec:decorative xmlns:adec="http://schemas.microsoft.com/office/drawing/2017/decorative" val="1"/>
                </a:ext>
              </a:extLst>
            </p:cNvPr>
            <p:cNvSpPr/>
            <p:nvPr/>
          </p:nvSpPr>
          <p:spPr>
            <a:xfrm>
              <a:off x="5654121" y="3783406"/>
              <a:ext cx="242769" cy="310409"/>
            </a:xfrm>
            <a:custGeom>
              <a:avLst/>
              <a:gdLst>
                <a:gd name="connsiteX0" fmla="*/ 201815 w 369844"/>
                <a:gd name="connsiteY0" fmla="*/ 275790 h 472890"/>
                <a:gd name="connsiteX1" fmla="*/ 271339 w 369844"/>
                <a:gd name="connsiteY1" fmla="*/ 290184 h 472890"/>
                <a:gd name="connsiteX2" fmla="*/ 324113 w 369844"/>
                <a:gd name="connsiteY2" fmla="*/ 321677 h 472890"/>
                <a:gd name="connsiteX3" fmla="*/ 369844 w 369844"/>
                <a:gd name="connsiteY3" fmla="*/ 377688 h 472890"/>
                <a:gd name="connsiteX4" fmla="*/ 312002 w 369844"/>
                <a:gd name="connsiteY4" fmla="*/ 377688 h 472890"/>
                <a:gd name="connsiteX5" fmla="*/ 273362 w 369844"/>
                <a:gd name="connsiteY5" fmla="*/ 341658 h 472890"/>
                <a:gd name="connsiteX6" fmla="*/ 218252 w 369844"/>
                <a:gd name="connsiteY6" fmla="*/ 322691 h 472890"/>
                <a:gd name="connsiteX7" fmla="*/ 141476 w 369844"/>
                <a:gd name="connsiteY7" fmla="*/ 332093 h 472890"/>
                <a:gd name="connsiteX8" fmla="*/ 88344 w 369844"/>
                <a:gd name="connsiteY8" fmla="*/ 367574 h 472890"/>
                <a:gd name="connsiteX9" fmla="*/ 49050 w 369844"/>
                <a:gd name="connsiteY9" fmla="*/ 442331 h 472890"/>
                <a:gd name="connsiteX10" fmla="*/ 46024 w 369844"/>
                <a:gd name="connsiteY10" fmla="*/ 467150 h 472890"/>
                <a:gd name="connsiteX11" fmla="*/ 44891 w 369844"/>
                <a:gd name="connsiteY11" fmla="*/ 472890 h 472890"/>
                <a:gd name="connsiteX12" fmla="*/ 0 w 369844"/>
                <a:gd name="connsiteY12" fmla="*/ 472890 h 472890"/>
                <a:gd name="connsiteX13" fmla="*/ 2098 w 369844"/>
                <a:gd name="connsiteY13" fmla="*/ 445826 h 472890"/>
                <a:gd name="connsiteX14" fmla="*/ 12786 w 369844"/>
                <a:gd name="connsiteY14" fmla="*/ 404351 h 472890"/>
                <a:gd name="connsiteX15" fmla="*/ 41990 w 369844"/>
                <a:gd name="connsiteY15" fmla="*/ 352086 h 472890"/>
                <a:gd name="connsiteX16" fmla="*/ 66492 w 369844"/>
                <a:gd name="connsiteY16" fmla="*/ 325708 h 472890"/>
                <a:gd name="connsiteX17" fmla="*/ 118742 w 369844"/>
                <a:gd name="connsiteY17" fmla="*/ 292485 h 472890"/>
                <a:gd name="connsiteX18" fmla="*/ 155799 w 369844"/>
                <a:gd name="connsiteY18" fmla="*/ 280486 h 472890"/>
                <a:gd name="connsiteX19" fmla="*/ 181914 w 369844"/>
                <a:gd name="connsiteY19" fmla="*/ 276753 h 472890"/>
                <a:gd name="connsiteX20" fmla="*/ 201815 w 369844"/>
                <a:gd name="connsiteY20" fmla="*/ 275790 h 472890"/>
                <a:gd name="connsiteX21" fmla="*/ 184904 w 369844"/>
                <a:gd name="connsiteY21" fmla="*/ 46145 h 472890"/>
                <a:gd name="connsiteX22" fmla="*/ 124551 w 369844"/>
                <a:gd name="connsiteY22" fmla="*/ 88531 h 472890"/>
                <a:gd name="connsiteX23" fmla="*/ 117838 w 369844"/>
                <a:gd name="connsiteY23" fmla="*/ 154260 h 472890"/>
                <a:gd name="connsiteX24" fmla="*/ 165734 w 369844"/>
                <a:gd name="connsiteY24" fmla="*/ 206247 h 472890"/>
                <a:gd name="connsiteX25" fmla="*/ 211385 w 369844"/>
                <a:gd name="connsiteY25" fmla="*/ 211593 h 472890"/>
                <a:gd name="connsiteX26" fmla="*/ 264758 w 369844"/>
                <a:gd name="connsiteY26" fmla="*/ 178303 h 472890"/>
                <a:gd name="connsiteX27" fmla="*/ 280467 w 369844"/>
                <a:gd name="connsiteY27" fmla="*/ 117872 h 472890"/>
                <a:gd name="connsiteX28" fmla="*/ 254976 w 369844"/>
                <a:gd name="connsiteY28" fmla="*/ 68649 h 472890"/>
                <a:gd name="connsiteX29" fmla="*/ 184904 w 369844"/>
                <a:gd name="connsiteY29" fmla="*/ 46145 h 472890"/>
                <a:gd name="connsiteX30" fmla="*/ 186800 w 369844"/>
                <a:gd name="connsiteY30" fmla="*/ 532 h 472890"/>
                <a:gd name="connsiteX31" fmla="*/ 258536 w 369844"/>
                <a:gd name="connsiteY31" fmla="*/ 15293 h 472890"/>
                <a:gd name="connsiteX32" fmla="*/ 308622 w 369844"/>
                <a:gd name="connsiteY32" fmla="*/ 63292 h 472890"/>
                <a:gd name="connsiteX33" fmla="*/ 324657 w 369844"/>
                <a:gd name="connsiteY33" fmla="*/ 106868 h 472890"/>
                <a:gd name="connsiteX34" fmla="*/ 316140 w 369844"/>
                <a:gd name="connsiteY34" fmla="*/ 179718 h 472890"/>
                <a:gd name="connsiteX35" fmla="*/ 284613 w 369844"/>
                <a:gd name="connsiteY35" fmla="*/ 224110 h 472890"/>
                <a:gd name="connsiteX36" fmla="*/ 223572 w 369844"/>
                <a:gd name="connsiteY36" fmla="*/ 254971 h 472890"/>
                <a:gd name="connsiteX37" fmla="*/ 193826 w 369844"/>
                <a:gd name="connsiteY37" fmla="*/ 257835 h 472890"/>
                <a:gd name="connsiteX38" fmla="*/ 172405 w 369844"/>
                <a:gd name="connsiteY38" fmla="*/ 255377 h 472890"/>
                <a:gd name="connsiteX39" fmla="*/ 149183 w 369844"/>
                <a:gd name="connsiteY39" fmla="*/ 248575 h 472890"/>
                <a:gd name="connsiteX40" fmla="*/ 105193 w 369844"/>
                <a:gd name="connsiteY40" fmla="*/ 219262 h 472890"/>
                <a:gd name="connsiteX41" fmla="*/ 70671 w 369844"/>
                <a:gd name="connsiteY41" fmla="*/ 150268 h 472890"/>
                <a:gd name="connsiteX42" fmla="*/ 68881 w 369844"/>
                <a:gd name="connsiteY42" fmla="*/ 118835 h 472890"/>
                <a:gd name="connsiteX43" fmla="*/ 89272 w 369844"/>
                <a:gd name="connsiteY43" fmla="*/ 58397 h 472890"/>
                <a:gd name="connsiteX44" fmla="*/ 140487 w 369844"/>
                <a:gd name="connsiteY44" fmla="*/ 13039 h 472890"/>
                <a:gd name="connsiteX45" fmla="*/ 186800 w 369844"/>
                <a:gd name="connsiteY45" fmla="*/ 532 h 47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9844" h="472890">
                  <a:moveTo>
                    <a:pt x="201815" y="275790"/>
                  </a:moveTo>
                  <a:cubicBezTo>
                    <a:pt x="225755" y="276750"/>
                    <a:pt x="249047" y="281001"/>
                    <a:pt x="271339" y="290184"/>
                  </a:cubicBezTo>
                  <a:cubicBezTo>
                    <a:pt x="290509" y="298082"/>
                    <a:pt x="308295" y="308356"/>
                    <a:pt x="324113" y="321677"/>
                  </a:cubicBezTo>
                  <a:lnTo>
                    <a:pt x="369844" y="377688"/>
                  </a:lnTo>
                  <a:lnTo>
                    <a:pt x="312002" y="377688"/>
                  </a:lnTo>
                  <a:lnTo>
                    <a:pt x="273362" y="341658"/>
                  </a:lnTo>
                  <a:cubicBezTo>
                    <a:pt x="256295" y="331646"/>
                    <a:pt x="237882" y="325647"/>
                    <a:pt x="218252" y="322691"/>
                  </a:cubicBezTo>
                  <a:cubicBezTo>
                    <a:pt x="191678" y="318690"/>
                    <a:pt x="166227" y="322341"/>
                    <a:pt x="141476" y="332093"/>
                  </a:cubicBezTo>
                  <a:cubicBezTo>
                    <a:pt x="121230" y="340070"/>
                    <a:pt x="103283" y="351741"/>
                    <a:pt x="88344" y="367574"/>
                  </a:cubicBezTo>
                  <a:cubicBezTo>
                    <a:pt x="68335" y="388778"/>
                    <a:pt x="54420" y="413404"/>
                    <a:pt x="49050" y="442331"/>
                  </a:cubicBezTo>
                  <a:cubicBezTo>
                    <a:pt x="47531" y="450509"/>
                    <a:pt x="47046" y="458877"/>
                    <a:pt x="46024" y="467150"/>
                  </a:cubicBezTo>
                  <a:cubicBezTo>
                    <a:pt x="45792" y="469027"/>
                    <a:pt x="45296" y="470872"/>
                    <a:pt x="44891" y="472890"/>
                  </a:cubicBezTo>
                  <a:cubicBezTo>
                    <a:pt x="29926" y="472890"/>
                    <a:pt x="15099" y="472890"/>
                    <a:pt x="0" y="472890"/>
                  </a:cubicBezTo>
                  <a:cubicBezTo>
                    <a:pt x="640" y="463709"/>
                    <a:pt x="351" y="454564"/>
                    <a:pt x="2098" y="445826"/>
                  </a:cubicBezTo>
                  <a:cubicBezTo>
                    <a:pt x="4896" y="431841"/>
                    <a:pt x="8360" y="417903"/>
                    <a:pt x="12786" y="404351"/>
                  </a:cubicBezTo>
                  <a:cubicBezTo>
                    <a:pt x="19065" y="385124"/>
                    <a:pt x="28987" y="367613"/>
                    <a:pt x="41990" y="352086"/>
                  </a:cubicBezTo>
                  <a:cubicBezTo>
                    <a:pt x="49689" y="342892"/>
                    <a:pt x="57708" y="333841"/>
                    <a:pt x="66492" y="325708"/>
                  </a:cubicBezTo>
                  <a:cubicBezTo>
                    <a:pt x="81822" y="311515"/>
                    <a:pt x="99197" y="300063"/>
                    <a:pt x="118742" y="292485"/>
                  </a:cubicBezTo>
                  <a:cubicBezTo>
                    <a:pt x="130835" y="287795"/>
                    <a:pt x="143253" y="283767"/>
                    <a:pt x="155799" y="280486"/>
                  </a:cubicBezTo>
                  <a:cubicBezTo>
                    <a:pt x="164254" y="278275"/>
                    <a:pt x="173164" y="277667"/>
                    <a:pt x="181914" y="276753"/>
                  </a:cubicBezTo>
                  <a:cubicBezTo>
                    <a:pt x="188513" y="276064"/>
                    <a:pt x="195201" y="275524"/>
                    <a:pt x="201815" y="275790"/>
                  </a:cubicBezTo>
                  <a:close/>
                  <a:moveTo>
                    <a:pt x="184904" y="46145"/>
                  </a:moveTo>
                  <a:cubicBezTo>
                    <a:pt x="158526" y="50248"/>
                    <a:pt x="138331" y="64637"/>
                    <a:pt x="124551" y="88531"/>
                  </a:cubicBezTo>
                  <a:cubicBezTo>
                    <a:pt x="112747" y="109464"/>
                    <a:pt x="110334" y="131541"/>
                    <a:pt x="117838" y="154260"/>
                  </a:cubicBezTo>
                  <a:cubicBezTo>
                    <a:pt x="125892" y="178642"/>
                    <a:pt x="141964" y="196282"/>
                    <a:pt x="165734" y="206247"/>
                  </a:cubicBezTo>
                  <a:cubicBezTo>
                    <a:pt x="180312" y="212358"/>
                    <a:pt x="195735" y="214774"/>
                    <a:pt x="211385" y="211593"/>
                  </a:cubicBezTo>
                  <a:cubicBezTo>
                    <a:pt x="233190" y="207161"/>
                    <a:pt x="251230" y="196294"/>
                    <a:pt x="264758" y="178303"/>
                  </a:cubicBezTo>
                  <a:cubicBezTo>
                    <a:pt x="278306" y="160286"/>
                    <a:pt x="283124" y="139702"/>
                    <a:pt x="280467" y="117872"/>
                  </a:cubicBezTo>
                  <a:cubicBezTo>
                    <a:pt x="278134" y="98700"/>
                    <a:pt x="269388" y="82088"/>
                    <a:pt x="254976" y="68649"/>
                  </a:cubicBezTo>
                  <a:cubicBezTo>
                    <a:pt x="235082" y="50099"/>
                    <a:pt x="211594" y="41994"/>
                    <a:pt x="184904" y="46145"/>
                  </a:cubicBezTo>
                  <a:close/>
                  <a:moveTo>
                    <a:pt x="186800" y="532"/>
                  </a:moveTo>
                  <a:cubicBezTo>
                    <a:pt x="212371" y="-1775"/>
                    <a:pt x="236098" y="3473"/>
                    <a:pt x="258536" y="15293"/>
                  </a:cubicBezTo>
                  <a:cubicBezTo>
                    <a:pt x="279770" y="26478"/>
                    <a:pt x="296188" y="42765"/>
                    <a:pt x="308622" y="63292"/>
                  </a:cubicBezTo>
                  <a:cubicBezTo>
                    <a:pt x="316823" y="76831"/>
                    <a:pt x="322487" y="91453"/>
                    <a:pt x="324657" y="106868"/>
                  </a:cubicBezTo>
                  <a:cubicBezTo>
                    <a:pt x="328151" y="131690"/>
                    <a:pt x="326507" y="156253"/>
                    <a:pt x="316140" y="179718"/>
                  </a:cubicBezTo>
                  <a:cubicBezTo>
                    <a:pt x="308629" y="196718"/>
                    <a:pt x="298291" y="211654"/>
                    <a:pt x="284613" y="224110"/>
                  </a:cubicBezTo>
                  <a:cubicBezTo>
                    <a:pt x="267176" y="239991"/>
                    <a:pt x="247030" y="251021"/>
                    <a:pt x="223572" y="254971"/>
                  </a:cubicBezTo>
                  <a:cubicBezTo>
                    <a:pt x="213765" y="256623"/>
                    <a:pt x="203764" y="257596"/>
                    <a:pt x="193826" y="257835"/>
                  </a:cubicBezTo>
                  <a:cubicBezTo>
                    <a:pt x="186829" y="258003"/>
                    <a:pt x="179790" y="256414"/>
                    <a:pt x="172405" y="255377"/>
                  </a:cubicBezTo>
                  <a:cubicBezTo>
                    <a:pt x="164407" y="252994"/>
                    <a:pt x="156550" y="251418"/>
                    <a:pt x="149183" y="248575"/>
                  </a:cubicBezTo>
                  <a:cubicBezTo>
                    <a:pt x="132405" y="242099"/>
                    <a:pt x="117539" y="232262"/>
                    <a:pt x="105193" y="219262"/>
                  </a:cubicBezTo>
                  <a:cubicBezTo>
                    <a:pt x="86769" y="199862"/>
                    <a:pt x="73999" y="177265"/>
                    <a:pt x="70671" y="150268"/>
                  </a:cubicBezTo>
                  <a:cubicBezTo>
                    <a:pt x="69387" y="139859"/>
                    <a:pt x="68105" y="129217"/>
                    <a:pt x="68881" y="118835"/>
                  </a:cubicBezTo>
                  <a:cubicBezTo>
                    <a:pt x="70503" y="97115"/>
                    <a:pt x="77179" y="76783"/>
                    <a:pt x="89272" y="58397"/>
                  </a:cubicBezTo>
                  <a:cubicBezTo>
                    <a:pt x="102269" y="38639"/>
                    <a:pt x="119369" y="23408"/>
                    <a:pt x="140487" y="13039"/>
                  </a:cubicBezTo>
                  <a:cubicBezTo>
                    <a:pt x="154998" y="5915"/>
                    <a:pt x="170480" y="2004"/>
                    <a:pt x="186800" y="532"/>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0" name="Freeform: Shape 1989">
              <a:extLst>
                <a:ext uri="{FF2B5EF4-FFF2-40B4-BE49-F238E27FC236}">
                  <a16:creationId xmlns:a16="http://schemas.microsoft.com/office/drawing/2014/main" id="{6C1AD15C-789C-8411-A5F0-63099894CBF0}"/>
                </a:ext>
                <a:ext uri="{C183D7F6-B498-43B3-948B-1728B52AA6E4}">
                  <adec:decorative xmlns:adec="http://schemas.microsoft.com/office/drawing/2017/decorative" val="1"/>
                </a:ext>
              </a:extLst>
            </p:cNvPr>
            <p:cNvSpPr/>
            <p:nvPr/>
          </p:nvSpPr>
          <p:spPr>
            <a:xfrm>
              <a:off x="5449959" y="3636615"/>
              <a:ext cx="460564" cy="457200"/>
            </a:xfrm>
            <a:custGeom>
              <a:avLst/>
              <a:gdLst>
                <a:gd name="connsiteX0" fmla="*/ 625072 w 701643"/>
                <a:gd name="connsiteY0" fmla="*/ 630052 h 696518"/>
                <a:gd name="connsiteX1" fmla="*/ 691538 w 701643"/>
                <a:gd name="connsiteY1" fmla="*/ 630052 h 696518"/>
                <a:gd name="connsiteX2" fmla="*/ 691538 w 701643"/>
                <a:gd name="connsiteY2" fmla="*/ 696518 h 696518"/>
                <a:gd name="connsiteX3" fmla="*/ 625072 w 701643"/>
                <a:gd name="connsiteY3" fmla="*/ 696518 h 696518"/>
                <a:gd name="connsiteX4" fmla="*/ 82031 w 701643"/>
                <a:gd name="connsiteY4" fmla="*/ 620530 h 696518"/>
                <a:gd name="connsiteX5" fmla="*/ 74994 w 701643"/>
                <a:gd name="connsiteY5" fmla="*/ 628782 h 696518"/>
                <a:gd name="connsiteX6" fmla="*/ 75887 w 701643"/>
                <a:gd name="connsiteY6" fmla="*/ 652739 h 696518"/>
                <a:gd name="connsiteX7" fmla="*/ 97369 w 701643"/>
                <a:gd name="connsiteY7" fmla="*/ 654234 h 696518"/>
                <a:gd name="connsiteX8" fmla="*/ 93080 w 701643"/>
                <a:gd name="connsiteY8" fmla="*/ 621159 h 696518"/>
                <a:gd name="connsiteX9" fmla="*/ 82031 w 701643"/>
                <a:gd name="connsiteY9" fmla="*/ 620530 h 696518"/>
                <a:gd name="connsiteX10" fmla="*/ 149948 w 701643"/>
                <a:gd name="connsiteY10" fmla="*/ 619874 h 696518"/>
                <a:gd name="connsiteX11" fmla="*/ 141566 w 701643"/>
                <a:gd name="connsiteY11" fmla="*/ 627011 h 696518"/>
                <a:gd name="connsiteX12" fmla="*/ 141517 w 701643"/>
                <a:gd name="connsiteY12" fmla="*/ 652431 h 696518"/>
                <a:gd name="connsiteX13" fmla="*/ 162225 w 701643"/>
                <a:gd name="connsiteY13" fmla="*/ 656304 h 696518"/>
                <a:gd name="connsiteX14" fmla="*/ 161130 w 701643"/>
                <a:gd name="connsiteY14" fmla="*/ 623051 h 696518"/>
                <a:gd name="connsiteX15" fmla="*/ 149948 w 701643"/>
                <a:gd name="connsiteY15" fmla="*/ 619874 h 696518"/>
                <a:gd name="connsiteX16" fmla="*/ 19981 w 701643"/>
                <a:gd name="connsiteY16" fmla="*/ 619417 h 696518"/>
                <a:gd name="connsiteX17" fmla="*/ 10213 w 701643"/>
                <a:gd name="connsiteY17" fmla="*/ 625541 h 696518"/>
                <a:gd name="connsiteX18" fmla="*/ 9047 w 701643"/>
                <a:gd name="connsiteY18" fmla="*/ 651444 h 696518"/>
                <a:gd name="connsiteX19" fmla="*/ 31163 w 701643"/>
                <a:gd name="connsiteY19" fmla="*/ 653974 h 696518"/>
                <a:gd name="connsiteX20" fmla="*/ 30350 w 701643"/>
                <a:gd name="connsiteY20" fmla="*/ 624811 h 696518"/>
                <a:gd name="connsiteX21" fmla="*/ 19981 w 701643"/>
                <a:gd name="connsiteY21" fmla="*/ 619417 h 696518"/>
                <a:gd name="connsiteX22" fmla="*/ 218235 w 701643"/>
                <a:gd name="connsiteY22" fmla="*/ 619416 h 696518"/>
                <a:gd name="connsiteX23" fmla="*/ 208586 w 701643"/>
                <a:gd name="connsiteY23" fmla="*/ 625601 h 696518"/>
                <a:gd name="connsiteX24" fmla="*/ 207815 w 701643"/>
                <a:gd name="connsiteY24" fmla="*/ 652364 h 696518"/>
                <a:gd name="connsiteX25" fmla="*/ 218257 w 701643"/>
                <a:gd name="connsiteY25" fmla="*/ 660356 h 696518"/>
                <a:gd name="connsiteX26" fmla="*/ 230347 w 701643"/>
                <a:gd name="connsiteY26" fmla="*/ 652683 h 696518"/>
                <a:gd name="connsiteX27" fmla="*/ 228714 w 701643"/>
                <a:gd name="connsiteY27" fmla="*/ 624751 h 696518"/>
                <a:gd name="connsiteX28" fmla="*/ 218235 w 701643"/>
                <a:gd name="connsiteY28" fmla="*/ 619416 h 696518"/>
                <a:gd name="connsiteX29" fmla="*/ 45039 w 701643"/>
                <a:gd name="connsiteY29" fmla="*/ 614569 h 696518"/>
                <a:gd name="connsiteX30" fmla="*/ 59476 w 701643"/>
                <a:gd name="connsiteY30" fmla="*/ 614569 h 696518"/>
                <a:gd name="connsiteX31" fmla="*/ 59409 w 701643"/>
                <a:gd name="connsiteY31" fmla="*/ 663920 h 696518"/>
                <a:gd name="connsiteX32" fmla="*/ 52815 w 701643"/>
                <a:gd name="connsiteY32" fmla="*/ 665691 h 696518"/>
                <a:gd name="connsiteX33" fmla="*/ 52815 w 701643"/>
                <a:gd name="connsiteY33" fmla="*/ 620488 h 696518"/>
                <a:gd name="connsiteX34" fmla="*/ 45039 w 701643"/>
                <a:gd name="connsiteY34" fmla="*/ 619821 h 696518"/>
                <a:gd name="connsiteX35" fmla="*/ 45039 w 701643"/>
                <a:gd name="connsiteY35" fmla="*/ 614569 h 696518"/>
                <a:gd name="connsiteX36" fmla="*/ 111814 w 701643"/>
                <a:gd name="connsiteY36" fmla="*/ 614567 h 696518"/>
                <a:gd name="connsiteX37" fmla="*/ 125021 w 701643"/>
                <a:gd name="connsiteY37" fmla="*/ 614567 h 696518"/>
                <a:gd name="connsiteX38" fmla="*/ 125021 w 701643"/>
                <a:gd name="connsiteY38" fmla="*/ 665037 h 696518"/>
                <a:gd name="connsiteX39" fmla="*/ 118434 w 701643"/>
                <a:gd name="connsiteY39" fmla="*/ 665037 h 696518"/>
                <a:gd name="connsiteX40" fmla="*/ 118434 w 701643"/>
                <a:gd name="connsiteY40" fmla="*/ 642710 h 696518"/>
                <a:gd name="connsiteX41" fmla="*/ 118434 w 701643"/>
                <a:gd name="connsiteY41" fmla="*/ 620453 h 696518"/>
                <a:gd name="connsiteX42" fmla="*/ 111814 w 701643"/>
                <a:gd name="connsiteY42" fmla="*/ 619839 h 696518"/>
                <a:gd name="connsiteX43" fmla="*/ 111814 w 701643"/>
                <a:gd name="connsiteY43" fmla="*/ 614567 h 696518"/>
                <a:gd name="connsiteX44" fmla="*/ 177756 w 701643"/>
                <a:gd name="connsiteY44" fmla="*/ 614534 h 696518"/>
                <a:gd name="connsiteX45" fmla="*/ 192088 w 701643"/>
                <a:gd name="connsiteY45" fmla="*/ 614534 h 696518"/>
                <a:gd name="connsiteX46" fmla="*/ 192085 w 701643"/>
                <a:gd name="connsiteY46" fmla="*/ 662082 h 696518"/>
                <a:gd name="connsiteX47" fmla="*/ 185316 w 701643"/>
                <a:gd name="connsiteY47" fmla="*/ 665575 h 696518"/>
                <a:gd name="connsiteX48" fmla="*/ 185316 w 701643"/>
                <a:gd name="connsiteY48" fmla="*/ 620398 h 696518"/>
                <a:gd name="connsiteX49" fmla="*/ 177756 w 701643"/>
                <a:gd name="connsiteY49" fmla="*/ 619917 h 696518"/>
                <a:gd name="connsiteX50" fmla="*/ 177756 w 701643"/>
                <a:gd name="connsiteY50" fmla="*/ 614534 h 696518"/>
                <a:gd name="connsiteX51" fmla="*/ 27684 w 701643"/>
                <a:gd name="connsiteY51" fmla="*/ 614324 h 696518"/>
                <a:gd name="connsiteX52" fmla="*/ 40629 w 701643"/>
                <a:gd name="connsiteY52" fmla="*/ 632754 h 696518"/>
                <a:gd name="connsiteX53" fmla="*/ 39647 w 701643"/>
                <a:gd name="connsiteY53" fmla="*/ 651120 h 696518"/>
                <a:gd name="connsiteX54" fmla="*/ 16382 w 701643"/>
                <a:gd name="connsiteY54" fmla="*/ 666273 h 696518"/>
                <a:gd name="connsiteX55" fmla="*/ 592 w 701643"/>
                <a:gd name="connsiteY55" fmla="*/ 646313 h 696518"/>
                <a:gd name="connsiteX56" fmla="*/ 588 w 701643"/>
                <a:gd name="connsiteY56" fmla="*/ 635063 h 696518"/>
                <a:gd name="connsiteX57" fmla="*/ 27684 w 701643"/>
                <a:gd name="connsiteY57" fmla="*/ 614324 h 696518"/>
                <a:gd name="connsiteX58" fmla="*/ 82033 w 701643"/>
                <a:gd name="connsiteY58" fmla="*/ 613792 h 696518"/>
                <a:gd name="connsiteX59" fmla="*/ 106779 w 701643"/>
                <a:gd name="connsiteY59" fmla="*/ 633086 h 696518"/>
                <a:gd name="connsiteX60" fmla="*/ 99386 w 701643"/>
                <a:gd name="connsiteY60" fmla="*/ 662173 h 696518"/>
                <a:gd name="connsiteX61" fmla="*/ 71455 w 701643"/>
                <a:gd name="connsiteY61" fmla="*/ 659285 h 696518"/>
                <a:gd name="connsiteX62" fmla="*/ 71162 w 701643"/>
                <a:gd name="connsiteY62" fmla="*/ 621162 h 696518"/>
                <a:gd name="connsiteX63" fmla="*/ 82033 w 701643"/>
                <a:gd name="connsiteY63" fmla="*/ 613792 h 696518"/>
                <a:gd name="connsiteX64" fmla="*/ 224029 w 701643"/>
                <a:gd name="connsiteY64" fmla="*/ 613586 h 696518"/>
                <a:gd name="connsiteX65" fmla="*/ 239092 w 701643"/>
                <a:gd name="connsiteY65" fmla="*/ 632990 h 696518"/>
                <a:gd name="connsiteX66" fmla="*/ 238063 w 701643"/>
                <a:gd name="connsiteY66" fmla="*/ 650911 h 696518"/>
                <a:gd name="connsiteX67" fmla="*/ 214938 w 701643"/>
                <a:gd name="connsiteY67" fmla="*/ 666295 h 696518"/>
                <a:gd name="connsiteX68" fmla="*/ 199027 w 701643"/>
                <a:gd name="connsiteY68" fmla="*/ 646465 h 696518"/>
                <a:gd name="connsiteX69" fmla="*/ 201874 w 701643"/>
                <a:gd name="connsiteY69" fmla="*/ 623227 h 696518"/>
                <a:gd name="connsiteX70" fmla="*/ 224029 w 701643"/>
                <a:gd name="connsiteY70" fmla="*/ 613586 h 696518"/>
                <a:gd name="connsiteX71" fmla="*/ 155123 w 701643"/>
                <a:gd name="connsiteY71" fmla="*/ 613330 h 696518"/>
                <a:gd name="connsiteX72" fmla="*/ 171195 w 701643"/>
                <a:gd name="connsiteY72" fmla="*/ 626064 h 696518"/>
                <a:gd name="connsiteX73" fmla="*/ 173385 w 701643"/>
                <a:gd name="connsiteY73" fmla="*/ 646136 h 696518"/>
                <a:gd name="connsiteX74" fmla="*/ 167948 w 701643"/>
                <a:gd name="connsiteY74" fmla="*/ 659291 h 696518"/>
                <a:gd name="connsiteX75" fmla="*/ 147963 w 701643"/>
                <a:gd name="connsiteY75" fmla="*/ 666027 h 696518"/>
                <a:gd name="connsiteX76" fmla="*/ 133993 w 701643"/>
                <a:gd name="connsiteY76" fmla="*/ 652107 h 696518"/>
                <a:gd name="connsiteX77" fmla="*/ 135765 w 701643"/>
                <a:gd name="connsiteY77" fmla="*/ 623880 h 696518"/>
                <a:gd name="connsiteX78" fmla="*/ 155123 w 701643"/>
                <a:gd name="connsiteY78" fmla="*/ 613330 h 696518"/>
                <a:gd name="connsiteX79" fmla="*/ 146741 w 701643"/>
                <a:gd name="connsiteY79" fmla="*/ 519023 h 696518"/>
                <a:gd name="connsiteX80" fmla="*/ 142592 w 701643"/>
                <a:gd name="connsiteY80" fmla="*/ 552275 h 696518"/>
                <a:gd name="connsiteX81" fmla="*/ 155029 w 701643"/>
                <a:gd name="connsiteY81" fmla="*/ 558156 h 696518"/>
                <a:gd name="connsiteX82" fmla="*/ 164741 w 701643"/>
                <a:gd name="connsiteY82" fmla="*/ 548715 h 696518"/>
                <a:gd name="connsiteX83" fmla="*/ 165416 w 701643"/>
                <a:gd name="connsiteY83" fmla="*/ 529210 h 696518"/>
                <a:gd name="connsiteX84" fmla="*/ 146741 w 701643"/>
                <a:gd name="connsiteY84" fmla="*/ 519023 h 696518"/>
                <a:gd name="connsiteX85" fmla="*/ 213245 w 701643"/>
                <a:gd name="connsiteY85" fmla="*/ 518484 h 696518"/>
                <a:gd name="connsiteX86" fmla="*/ 206899 w 701643"/>
                <a:gd name="connsiteY86" fmla="*/ 527704 h 696518"/>
                <a:gd name="connsiteX87" fmla="*/ 207730 w 701643"/>
                <a:gd name="connsiteY87" fmla="*/ 550016 h 696518"/>
                <a:gd name="connsiteX88" fmla="*/ 219988 w 701643"/>
                <a:gd name="connsiteY88" fmla="*/ 558246 h 696518"/>
                <a:gd name="connsiteX89" fmla="*/ 231012 w 701643"/>
                <a:gd name="connsiteY89" fmla="*/ 548794 h 696518"/>
                <a:gd name="connsiteX90" fmla="*/ 232046 w 701643"/>
                <a:gd name="connsiteY90" fmla="*/ 530967 h 696518"/>
                <a:gd name="connsiteX91" fmla="*/ 224835 w 701643"/>
                <a:gd name="connsiteY91" fmla="*/ 518858 h 696518"/>
                <a:gd name="connsiteX92" fmla="*/ 213245 w 701643"/>
                <a:gd name="connsiteY92" fmla="*/ 518484 h 696518"/>
                <a:gd name="connsiteX93" fmla="*/ 88885 w 701643"/>
                <a:gd name="connsiteY93" fmla="*/ 517428 h 696518"/>
                <a:gd name="connsiteX94" fmla="*/ 76209 w 701643"/>
                <a:gd name="connsiteY94" fmla="*/ 524220 h 696518"/>
                <a:gd name="connsiteX95" fmla="*/ 75905 w 701643"/>
                <a:gd name="connsiteY95" fmla="*/ 550774 h 696518"/>
                <a:gd name="connsiteX96" fmla="*/ 85673 w 701643"/>
                <a:gd name="connsiteY96" fmla="*/ 558230 h 696518"/>
                <a:gd name="connsiteX97" fmla="*/ 97359 w 701643"/>
                <a:gd name="connsiteY97" fmla="*/ 551926 h 696518"/>
                <a:gd name="connsiteX98" fmla="*/ 97115 w 701643"/>
                <a:gd name="connsiteY98" fmla="*/ 523849 h 696518"/>
                <a:gd name="connsiteX99" fmla="*/ 88885 w 701643"/>
                <a:gd name="connsiteY99" fmla="*/ 517428 h 696518"/>
                <a:gd name="connsiteX100" fmla="*/ 20037 w 701643"/>
                <a:gd name="connsiteY100" fmla="*/ 517222 h 696518"/>
                <a:gd name="connsiteX101" fmla="*/ 9566 w 701643"/>
                <a:gd name="connsiteY101" fmla="*/ 524553 h 696518"/>
                <a:gd name="connsiteX102" fmla="*/ 9992 w 701643"/>
                <a:gd name="connsiteY102" fmla="*/ 551362 h 696518"/>
                <a:gd name="connsiteX103" fmla="*/ 27290 w 701643"/>
                <a:gd name="connsiteY103" fmla="*/ 556231 h 696518"/>
                <a:gd name="connsiteX104" fmla="*/ 31164 w 701643"/>
                <a:gd name="connsiteY104" fmla="*/ 523475 h 696518"/>
                <a:gd name="connsiteX105" fmla="*/ 20037 w 701643"/>
                <a:gd name="connsiteY105" fmla="*/ 517222 h 696518"/>
                <a:gd name="connsiteX106" fmla="*/ 285226 w 701643"/>
                <a:gd name="connsiteY106" fmla="*/ 517031 h 696518"/>
                <a:gd name="connsiteX107" fmla="*/ 272779 w 701643"/>
                <a:gd name="connsiteY107" fmla="*/ 528761 h 696518"/>
                <a:gd name="connsiteX108" fmla="*/ 272864 w 701643"/>
                <a:gd name="connsiteY108" fmla="*/ 546893 h 696518"/>
                <a:gd name="connsiteX109" fmla="*/ 292140 w 701643"/>
                <a:gd name="connsiteY109" fmla="*/ 555934 h 696518"/>
                <a:gd name="connsiteX110" fmla="*/ 297578 w 701643"/>
                <a:gd name="connsiteY110" fmla="*/ 547125 h 696518"/>
                <a:gd name="connsiteX111" fmla="*/ 297636 w 701643"/>
                <a:gd name="connsiteY111" fmla="*/ 528061 h 696518"/>
                <a:gd name="connsiteX112" fmla="*/ 285226 w 701643"/>
                <a:gd name="connsiteY112" fmla="*/ 517031 h 696518"/>
                <a:gd name="connsiteX113" fmla="*/ 160767 w 701643"/>
                <a:gd name="connsiteY113" fmla="*/ 512676 h 696518"/>
                <a:gd name="connsiteX114" fmla="*/ 173127 w 701643"/>
                <a:gd name="connsiteY114" fmla="*/ 531341 h 696518"/>
                <a:gd name="connsiteX115" fmla="*/ 171173 w 701643"/>
                <a:gd name="connsiteY115" fmla="*/ 551448 h 696518"/>
                <a:gd name="connsiteX116" fmla="*/ 148758 w 701643"/>
                <a:gd name="connsiteY116" fmla="*/ 564123 h 696518"/>
                <a:gd name="connsiteX117" fmla="*/ 133253 w 701643"/>
                <a:gd name="connsiteY117" fmla="*/ 546568 h 696518"/>
                <a:gd name="connsiteX118" fmla="*/ 133624 w 701643"/>
                <a:gd name="connsiteY118" fmla="*/ 527393 h 696518"/>
                <a:gd name="connsiteX119" fmla="*/ 160767 w 701643"/>
                <a:gd name="connsiteY119" fmla="*/ 512676 h 696518"/>
                <a:gd name="connsiteX120" fmla="*/ 28955 w 701643"/>
                <a:gd name="connsiteY120" fmla="*/ 512670 h 696518"/>
                <a:gd name="connsiteX121" fmla="*/ 40729 w 701643"/>
                <a:gd name="connsiteY121" fmla="*/ 532015 h 696518"/>
                <a:gd name="connsiteX122" fmla="*/ 39647 w 701643"/>
                <a:gd name="connsiteY122" fmla="*/ 549849 h 696518"/>
                <a:gd name="connsiteX123" fmla="*/ 6385 w 701643"/>
                <a:gd name="connsiteY123" fmla="*/ 558324 h 696518"/>
                <a:gd name="connsiteX124" fmla="*/ 841 w 701643"/>
                <a:gd name="connsiteY124" fmla="*/ 544319 h 696518"/>
                <a:gd name="connsiteX125" fmla="*/ 1680 w 701643"/>
                <a:gd name="connsiteY125" fmla="*/ 526429 h 696518"/>
                <a:gd name="connsiteX126" fmla="*/ 28955 w 701643"/>
                <a:gd name="connsiteY126" fmla="*/ 512670 h 696518"/>
                <a:gd name="connsiteX127" fmla="*/ 44766 w 701643"/>
                <a:gd name="connsiteY127" fmla="*/ 512427 h 696518"/>
                <a:gd name="connsiteX128" fmla="*/ 59228 w 701643"/>
                <a:gd name="connsiteY128" fmla="*/ 512427 h 696518"/>
                <a:gd name="connsiteX129" fmla="*/ 59228 w 701643"/>
                <a:gd name="connsiteY129" fmla="*/ 562909 h 696518"/>
                <a:gd name="connsiteX130" fmla="*/ 52636 w 701643"/>
                <a:gd name="connsiteY130" fmla="*/ 562909 h 696518"/>
                <a:gd name="connsiteX131" fmla="*/ 52636 w 701643"/>
                <a:gd name="connsiteY131" fmla="*/ 527845 h 696518"/>
                <a:gd name="connsiteX132" fmla="*/ 52636 w 701643"/>
                <a:gd name="connsiteY132" fmla="*/ 518306 h 696518"/>
                <a:gd name="connsiteX133" fmla="*/ 45041 w 701643"/>
                <a:gd name="connsiteY133" fmla="*/ 517757 h 696518"/>
                <a:gd name="connsiteX134" fmla="*/ 44766 w 701643"/>
                <a:gd name="connsiteY134" fmla="*/ 512427 h 696518"/>
                <a:gd name="connsiteX135" fmla="*/ 243555 w 701643"/>
                <a:gd name="connsiteY135" fmla="*/ 512394 h 696518"/>
                <a:gd name="connsiteX136" fmla="*/ 257887 w 701643"/>
                <a:gd name="connsiteY136" fmla="*/ 512394 h 696518"/>
                <a:gd name="connsiteX137" fmla="*/ 257887 w 701643"/>
                <a:gd name="connsiteY137" fmla="*/ 550383 h 696518"/>
                <a:gd name="connsiteX138" fmla="*/ 257887 w 701643"/>
                <a:gd name="connsiteY138" fmla="*/ 562854 h 696518"/>
                <a:gd name="connsiteX139" fmla="*/ 251183 w 701643"/>
                <a:gd name="connsiteY139" fmla="*/ 562854 h 696518"/>
                <a:gd name="connsiteX140" fmla="*/ 251183 w 701643"/>
                <a:gd name="connsiteY140" fmla="*/ 518287 h 696518"/>
                <a:gd name="connsiteX141" fmla="*/ 243555 w 701643"/>
                <a:gd name="connsiteY141" fmla="*/ 517772 h 696518"/>
                <a:gd name="connsiteX142" fmla="*/ 243555 w 701643"/>
                <a:gd name="connsiteY142" fmla="*/ 512394 h 696518"/>
                <a:gd name="connsiteX143" fmla="*/ 111881 w 701643"/>
                <a:gd name="connsiteY143" fmla="*/ 512338 h 696518"/>
                <a:gd name="connsiteX144" fmla="*/ 125309 w 701643"/>
                <a:gd name="connsiteY144" fmla="*/ 512338 h 696518"/>
                <a:gd name="connsiteX145" fmla="*/ 125309 w 701643"/>
                <a:gd name="connsiteY145" fmla="*/ 553303 h 696518"/>
                <a:gd name="connsiteX146" fmla="*/ 125309 w 701643"/>
                <a:gd name="connsiteY146" fmla="*/ 562830 h 696518"/>
                <a:gd name="connsiteX147" fmla="*/ 118398 w 701643"/>
                <a:gd name="connsiteY147" fmla="*/ 562830 h 696518"/>
                <a:gd name="connsiteX148" fmla="*/ 118398 w 701643"/>
                <a:gd name="connsiteY148" fmla="*/ 518203 h 696518"/>
                <a:gd name="connsiteX149" fmla="*/ 111881 w 701643"/>
                <a:gd name="connsiteY149" fmla="*/ 517787 h 696518"/>
                <a:gd name="connsiteX150" fmla="*/ 111881 w 701643"/>
                <a:gd name="connsiteY150" fmla="*/ 512338 h 696518"/>
                <a:gd name="connsiteX151" fmla="*/ 191758 w 701643"/>
                <a:gd name="connsiteY151" fmla="*/ 512255 h 696518"/>
                <a:gd name="connsiteX152" fmla="*/ 191758 w 701643"/>
                <a:gd name="connsiteY152" fmla="*/ 562867 h 696518"/>
                <a:gd name="connsiteX153" fmla="*/ 185419 w 701643"/>
                <a:gd name="connsiteY153" fmla="*/ 562867 h 696518"/>
                <a:gd name="connsiteX154" fmla="*/ 185419 w 701643"/>
                <a:gd name="connsiteY154" fmla="*/ 518337 h 696518"/>
                <a:gd name="connsiteX155" fmla="*/ 177597 w 701643"/>
                <a:gd name="connsiteY155" fmla="*/ 517710 h 696518"/>
                <a:gd name="connsiteX156" fmla="*/ 177954 w 701643"/>
                <a:gd name="connsiteY156" fmla="*/ 512524 h 696518"/>
                <a:gd name="connsiteX157" fmla="*/ 191758 w 701643"/>
                <a:gd name="connsiteY157" fmla="*/ 512255 h 696518"/>
                <a:gd name="connsiteX158" fmla="*/ 92676 w 701643"/>
                <a:gd name="connsiteY158" fmla="*/ 511728 h 696518"/>
                <a:gd name="connsiteX159" fmla="*/ 106268 w 701643"/>
                <a:gd name="connsiteY159" fmla="*/ 527195 h 696518"/>
                <a:gd name="connsiteX160" fmla="*/ 103236 w 701643"/>
                <a:gd name="connsiteY160" fmla="*/ 555239 h 696518"/>
                <a:gd name="connsiteX161" fmla="*/ 82434 w 701643"/>
                <a:gd name="connsiteY161" fmla="*/ 564066 h 696518"/>
                <a:gd name="connsiteX162" fmla="*/ 67611 w 701643"/>
                <a:gd name="connsiteY162" fmla="*/ 549248 h 696518"/>
                <a:gd name="connsiteX163" fmla="*/ 68333 w 701643"/>
                <a:gd name="connsiteY163" fmla="*/ 524939 h 696518"/>
                <a:gd name="connsiteX164" fmla="*/ 73007 w 701643"/>
                <a:gd name="connsiteY164" fmla="*/ 516766 h 696518"/>
                <a:gd name="connsiteX165" fmla="*/ 92676 w 701643"/>
                <a:gd name="connsiteY165" fmla="*/ 511728 h 696518"/>
                <a:gd name="connsiteX166" fmla="*/ 219895 w 701643"/>
                <a:gd name="connsiteY166" fmla="*/ 510996 h 696518"/>
                <a:gd name="connsiteX167" fmla="*/ 236235 w 701643"/>
                <a:gd name="connsiteY167" fmla="*/ 521731 h 696518"/>
                <a:gd name="connsiteX168" fmla="*/ 237047 w 701643"/>
                <a:gd name="connsiteY168" fmla="*/ 523369 h 696518"/>
                <a:gd name="connsiteX169" fmla="*/ 233786 w 701643"/>
                <a:gd name="connsiteY169" fmla="*/ 557537 h 696518"/>
                <a:gd name="connsiteX170" fmla="*/ 203679 w 701643"/>
                <a:gd name="connsiteY170" fmla="*/ 557576 h 696518"/>
                <a:gd name="connsiteX171" fmla="*/ 203721 w 701643"/>
                <a:gd name="connsiteY171" fmla="*/ 518401 h 696518"/>
                <a:gd name="connsiteX172" fmla="*/ 219895 w 701643"/>
                <a:gd name="connsiteY172" fmla="*/ 510996 h 696518"/>
                <a:gd name="connsiteX173" fmla="*/ 286560 w 701643"/>
                <a:gd name="connsiteY173" fmla="*/ 510990 h 696518"/>
                <a:gd name="connsiteX174" fmla="*/ 302027 w 701643"/>
                <a:gd name="connsiteY174" fmla="*/ 520981 h 696518"/>
                <a:gd name="connsiteX175" fmla="*/ 299913 w 701643"/>
                <a:gd name="connsiteY175" fmla="*/ 557953 h 696518"/>
                <a:gd name="connsiteX176" fmla="*/ 278857 w 701643"/>
                <a:gd name="connsiteY176" fmla="*/ 563274 h 696518"/>
                <a:gd name="connsiteX177" fmla="*/ 265740 w 701643"/>
                <a:gd name="connsiteY177" fmla="*/ 547135 h 696518"/>
                <a:gd name="connsiteX178" fmla="*/ 269744 w 701643"/>
                <a:gd name="connsiteY178" fmla="*/ 518773 h 696518"/>
                <a:gd name="connsiteX179" fmla="*/ 286560 w 701643"/>
                <a:gd name="connsiteY179" fmla="*/ 510990 h 696518"/>
                <a:gd name="connsiteX180" fmla="*/ 218141 w 701643"/>
                <a:gd name="connsiteY180" fmla="*/ 414962 h 696518"/>
                <a:gd name="connsiteX181" fmla="*/ 207348 w 701643"/>
                <a:gd name="connsiteY181" fmla="*/ 423934 h 696518"/>
                <a:gd name="connsiteX182" fmla="*/ 205878 w 701643"/>
                <a:gd name="connsiteY182" fmla="*/ 439763 h 696518"/>
                <a:gd name="connsiteX183" fmla="*/ 211871 w 701643"/>
                <a:gd name="connsiteY183" fmla="*/ 453752 h 696518"/>
                <a:gd name="connsiteX184" fmla="*/ 230061 w 701643"/>
                <a:gd name="connsiteY184" fmla="*/ 448616 h 696518"/>
                <a:gd name="connsiteX185" fmla="*/ 230093 w 701643"/>
                <a:gd name="connsiteY185" fmla="*/ 422296 h 696518"/>
                <a:gd name="connsiteX186" fmla="*/ 218141 w 701643"/>
                <a:gd name="connsiteY186" fmla="*/ 414962 h 696518"/>
                <a:gd name="connsiteX187" fmla="*/ 19823 w 701643"/>
                <a:gd name="connsiteY187" fmla="*/ 414954 h 696518"/>
                <a:gd name="connsiteX188" fmla="*/ 8944 w 701643"/>
                <a:gd name="connsiteY188" fmla="*/ 423877 h 696518"/>
                <a:gd name="connsiteX189" fmla="*/ 11364 w 701643"/>
                <a:gd name="connsiteY189" fmla="*/ 451649 h 696518"/>
                <a:gd name="connsiteX190" fmla="*/ 31637 w 701643"/>
                <a:gd name="connsiteY190" fmla="*/ 448653 h 696518"/>
                <a:gd name="connsiteX191" fmla="*/ 31737 w 701643"/>
                <a:gd name="connsiteY191" fmla="*/ 422351 h 696518"/>
                <a:gd name="connsiteX192" fmla="*/ 19823 w 701643"/>
                <a:gd name="connsiteY192" fmla="*/ 414954 h 696518"/>
                <a:gd name="connsiteX193" fmla="*/ 87214 w 701643"/>
                <a:gd name="connsiteY193" fmla="*/ 414876 h 696518"/>
                <a:gd name="connsiteX194" fmla="*/ 75098 w 701643"/>
                <a:gd name="connsiteY194" fmla="*/ 424485 h 696518"/>
                <a:gd name="connsiteX195" fmla="*/ 74309 w 701643"/>
                <a:gd name="connsiteY195" fmla="*/ 445296 h 696518"/>
                <a:gd name="connsiteX196" fmla="*/ 75520 w 701643"/>
                <a:gd name="connsiteY196" fmla="*/ 447939 h 696518"/>
                <a:gd name="connsiteX197" fmla="*/ 87640 w 701643"/>
                <a:gd name="connsiteY197" fmla="*/ 455990 h 696518"/>
                <a:gd name="connsiteX198" fmla="*/ 99158 w 701643"/>
                <a:gd name="connsiteY198" fmla="*/ 445653 h 696518"/>
                <a:gd name="connsiteX199" fmla="*/ 98806 w 701643"/>
                <a:gd name="connsiteY199" fmla="*/ 424329 h 696518"/>
                <a:gd name="connsiteX200" fmla="*/ 87214 w 701643"/>
                <a:gd name="connsiteY200" fmla="*/ 414876 h 696518"/>
                <a:gd name="connsiteX201" fmla="*/ 285414 w 701643"/>
                <a:gd name="connsiteY201" fmla="*/ 414875 h 696518"/>
                <a:gd name="connsiteX202" fmla="*/ 273530 w 701643"/>
                <a:gd name="connsiteY202" fmla="*/ 424201 h 696518"/>
                <a:gd name="connsiteX203" fmla="*/ 271636 w 701643"/>
                <a:gd name="connsiteY203" fmla="*/ 435950 h 696518"/>
                <a:gd name="connsiteX204" fmla="*/ 272727 w 701643"/>
                <a:gd name="connsiteY204" fmla="*/ 445035 h 696518"/>
                <a:gd name="connsiteX205" fmla="*/ 285279 w 701643"/>
                <a:gd name="connsiteY205" fmla="*/ 456090 h 696518"/>
                <a:gd name="connsiteX206" fmla="*/ 297580 w 701643"/>
                <a:gd name="connsiteY206" fmla="*/ 445460 h 696518"/>
                <a:gd name="connsiteX207" fmla="*/ 297150 w 701643"/>
                <a:gd name="connsiteY207" fmla="*/ 424142 h 696518"/>
                <a:gd name="connsiteX208" fmla="*/ 285414 w 701643"/>
                <a:gd name="connsiteY208" fmla="*/ 414875 h 696518"/>
                <a:gd name="connsiteX209" fmla="*/ 152988 w 701643"/>
                <a:gd name="connsiteY209" fmla="*/ 414875 h 696518"/>
                <a:gd name="connsiteX210" fmla="*/ 140736 w 701643"/>
                <a:gd name="connsiteY210" fmla="*/ 425335 h 696518"/>
                <a:gd name="connsiteX211" fmla="*/ 141222 w 701643"/>
                <a:gd name="connsiteY211" fmla="*/ 447550 h 696518"/>
                <a:gd name="connsiteX212" fmla="*/ 155915 w 701643"/>
                <a:gd name="connsiteY212" fmla="*/ 455249 h 696518"/>
                <a:gd name="connsiteX213" fmla="*/ 165568 w 701643"/>
                <a:gd name="connsiteY213" fmla="*/ 444484 h 696518"/>
                <a:gd name="connsiteX214" fmla="*/ 165330 w 701643"/>
                <a:gd name="connsiteY214" fmla="*/ 425831 h 696518"/>
                <a:gd name="connsiteX215" fmla="*/ 152988 w 701643"/>
                <a:gd name="connsiteY215" fmla="*/ 414875 h 696518"/>
                <a:gd name="connsiteX216" fmla="*/ 45175 w 701643"/>
                <a:gd name="connsiteY216" fmla="*/ 410257 h 696518"/>
                <a:gd name="connsiteX217" fmla="*/ 59511 w 701643"/>
                <a:gd name="connsiteY217" fmla="*/ 410257 h 696518"/>
                <a:gd name="connsiteX218" fmla="*/ 59511 w 701643"/>
                <a:gd name="connsiteY218" fmla="*/ 445311 h 696518"/>
                <a:gd name="connsiteX219" fmla="*/ 59511 w 701643"/>
                <a:gd name="connsiteY219" fmla="*/ 460723 h 696518"/>
                <a:gd name="connsiteX220" fmla="*/ 52799 w 701643"/>
                <a:gd name="connsiteY220" fmla="*/ 460723 h 696518"/>
                <a:gd name="connsiteX221" fmla="*/ 52799 w 701643"/>
                <a:gd name="connsiteY221" fmla="*/ 416141 h 696518"/>
                <a:gd name="connsiteX222" fmla="*/ 45175 w 701643"/>
                <a:gd name="connsiteY222" fmla="*/ 415642 h 696518"/>
                <a:gd name="connsiteX223" fmla="*/ 45175 w 701643"/>
                <a:gd name="connsiteY223" fmla="*/ 410257 h 696518"/>
                <a:gd name="connsiteX224" fmla="*/ 243549 w 701643"/>
                <a:gd name="connsiteY224" fmla="*/ 410255 h 696518"/>
                <a:gd name="connsiteX225" fmla="*/ 257493 w 701643"/>
                <a:gd name="connsiteY225" fmla="*/ 410255 h 696518"/>
                <a:gd name="connsiteX226" fmla="*/ 257493 w 701643"/>
                <a:gd name="connsiteY226" fmla="*/ 460726 h 696518"/>
                <a:gd name="connsiteX227" fmla="*/ 251012 w 701643"/>
                <a:gd name="connsiteY227" fmla="*/ 460726 h 696518"/>
                <a:gd name="connsiteX228" fmla="*/ 251012 w 701643"/>
                <a:gd name="connsiteY228" fmla="*/ 439422 h 696518"/>
                <a:gd name="connsiteX229" fmla="*/ 251012 w 701643"/>
                <a:gd name="connsiteY229" fmla="*/ 416122 h 696518"/>
                <a:gd name="connsiteX230" fmla="*/ 243549 w 701643"/>
                <a:gd name="connsiteY230" fmla="*/ 415646 h 696518"/>
                <a:gd name="connsiteX231" fmla="*/ 243549 w 701643"/>
                <a:gd name="connsiteY231" fmla="*/ 410255 h 696518"/>
                <a:gd name="connsiteX232" fmla="*/ 177741 w 701643"/>
                <a:gd name="connsiteY232" fmla="*/ 410003 h 696518"/>
                <a:gd name="connsiteX233" fmla="*/ 190780 w 701643"/>
                <a:gd name="connsiteY233" fmla="*/ 410082 h 696518"/>
                <a:gd name="connsiteX234" fmla="*/ 192017 w 701643"/>
                <a:gd name="connsiteY234" fmla="*/ 411834 h 696518"/>
                <a:gd name="connsiteX235" fmla="*/ 192051 w 701643"/>
                <a:gd name="connsiteY235" fmla="*/ 460626 h 696518"/>
                <a:gd name="connsiteX236" fmla="*/ 185289 w 701643"/>
                <a:gd name="connsiteY236" fmla="*/ 460626 h 696518"/>
                <a:gd name="connsiteX237" fmla="*/ 185289 w 701643"/>
                <a:gd name="connsiteY237" fmla="*/ 416120 h 696518"/>
                <a:gd name="connsiteX238" fmla="*/ 177741 w 701643"/>
                <a:gd name="connsiteY238" fmla="*/ 415649 h 696518"/>
                <a:gd name="connsiteX239" fmla="*/ 177741 w 701643"/>
                <a:gd name="connsiteY239" fmla="*/ 410003 h 696518"/>
                <a:gd name="connsiteX240" fmla="*/ 111903 w 701643"/>
                <a:gd name="connsiteY240" fmla="*/ 409962 h 696518"/>
                <a:gd name="connsiteX241" fmla="*/ 122153 w 701643"/>
                <a:gd name="connsiteY241" fmla="*/ 409966 h 696518"/>
                <a:gd name="connsiteX242" fmla="*/ 125187 w 701643"/>
                <a:gd name="connsiteY242" fmla="*/ 412918 h 696518"/>
                <a:gd name="connsiteX243" fmla="*/ 125302 w 701643"/>
                <a:gd name="connsiteY243" fmla="*/ 460666 h 696518"/>
                <a:gd name="connsiteX244" fmla="*/ 118442 w 701643"/>
                <a:gd name="connsiteY244" fmla="*/ 460666 h 696518"/>
                <a:gd name="connsiteX245" fmla="*/ 118442 w 701643"/>
                <a:gd name="connsiteY245" fmla="*/ 416090 h 696518"/>
                <a:gd name="connsiteX246" fmla="*/ 111903 w 701643"/>
                <a:gd name="connsiteY246" fmla="*/ 415659 h 696518"/>
                <a:gd name="connsiteX247" fmla="*/ 111903 w 701643"/>
                <a:gd name="connsiteY247" fmla="*/ 409962 h 696518"/>
                <a:gd name="connsiteX248" fmla="*/ 214081 w 701643"/>
                <a:gd name="connsiteY248" fmla="*/ 409375 h 696518"/>
                <a:gd name="connsiteX249" fmla="*/ 227970 w 701643"/>
                <a:gd name="connsiteY249" fmla="*/ 410818 h 696518"/>
                <a:gd name="connsiteX250" fmla="*/ 232061 w 701643"/>
                <a:gd name="connsiteY250" fmla="*/ 413117 h 696518"/>
                <a:gd name="connsiteX251" fmla="*/ 233324 w 701643"/>
                <a:gd name="connsiteY251" fmla="*/ 455802 h 696518"/>
                <a:gd name="connsiteX252" fmla="*/ 201612 w 701643"/>
                <a:gd name="connsiteY252" fmla="*/ 451064 h 696518"/>
                <a:gd name="connsiteX253" fmla="*/ 202792 w 701643"/>
                <a:gd name="connsiteY253" fmla="*/ 417362 h 696518"/>
                <a:gd name="connsiteX254" fmla="*/ 214081 w 701643"/>
                <a:gd name="connsiteY254" fmla="*/ 409375 h 696518"/>
                <a:gd name="connsiteX255" fmla="*/ 147864 w 701643"/>
                <a:gd name="connsiteY255" fmla="*/ 409264 h 696518"/>
                <a:gd name="connsiteX256" fmla="*/ 168085 w 701643"/>
                <a:gd name="connsiteY256" fmla="*/ 415763 h 696518"/>
                <a:gd name="connsiteX257" fmla="*/ 168077 w 701643"/>
                <a:gd name="connsiteY257" fmla="*/ 455194 h 696518"/>
                <a:gd name="connsiteX258" fmla="*/ 135349 w 701643"/>
                <a:gd name="connsiteY258" fmla="*/ 451642 h 696518"/>
                <a:gd name="connsiteX259" fmla="*/ 134169 w 701643"/>
                <a:gd name="connsiteY259" fmla="*/ 422864 h 696518"/>
                <a:gd name="connsiteX260" fmla="*/ 147864 w 701643"/>
                <a:gd name="connsiteY260" fmla="*/ 409264 h 696518"/>
                <a:gd name="connsiteX261" fmla="*/ 82777 w 701643"/>
                <a:gd name="connsiteY261" fmla="*/ 409088 h 696518"/>
                <a:gd name="connsiteX262" fmla="*/ 101530 w 701643"/>
                <a:gd name="connsiteY262" fmla="*/ 415163 h 696518"/>
                <a:gd name="connsiteX263" fmla="*/ 104130 w 701643"/>
                <a:gd name="connsiteY263" fmla="*/ 451245 h 696518"/>
                <a:gd name="connsiteX264" fmla="*/ 83900 w 701643"/>
                <a:gd name="connsiteY264" fmla="*/ 461963 h 696518"/>
                <a:gd name="connsiteX265" fmla="*/ 68634 w 701643"/>
                <a:gd name="connsiteY265" fmla="*/ 449557 h 696518"/>
                <a:gd name="connsiteX266" fmla="*/ 68505 w 701643"/>
                <a:gd name="connsiteY266" fmla="*/ 421590 h 696518"/>
                <a:gd name="connsiteX267" fmla="*/ 82777 w 701643"/>
                <a:gd name="connsiteY267" fmla="*/ 409088 h 696518"/>
                <a:gd name="connsiteX268" fmla="*/ 16868 w 701643"/>
                <a:gd name="connsiteY268" fmla="*/ 408978 h 696518"/>
                <a:gd name="connsiteX269" fmla="*/ 27828 w 701643"/>
                <a:gd name="connsiteY269" fmla="*/ 409949 h 696518"/>
                <a:gd name="connsiteX270" fmla="*/ 40673 w 701643"/>
                <a:gd name="connsiteY270" fmla="*/ 429216 h 696518"/>
                <a:gd name="connsiteX271" fmla="*/ 38421 w 701643"/>
                <a:gd name="connsiteY271" fmla="*/ 450244 h 696518"/>
                <a:gd name="connsiteX272" fmla="*/ 16696 w 701643"/>
                <a:gd name="connsiteY272" fmla="*/ 461962 h 696518"/>
                <a:gd name="connsiteX273" fmla="*/ 718 w 701643"/>
                <a:gd name="connsiteY273" fmla="*/ 443149 h 696518"/>
                <a:gd name="connsiteX274" fmla="*/ 1737 w 701643"/>
                <a:gd name="connsiteY274" fmla="*/ 424252 h 696518"/>
                <a:gd name="connsiteX275" fmla="*/ 6725 w 701643"/>
                <a:gd name="connsiteY275" fmla="*/ 414145 h 696518"/>
                <a:gd name="connsiteX276" fmla="*/ 16868 w 701643"/>
                <a:gd name="connsiteY276" fmla="*/ 408978 h 696518"/>
                <a:gd name="connsiteX277" fmla="*/ 286897 w 701643"/>
                <a:gd name="connsiteY277" fmla="*/ 408869 h 696518"/>
                <a:gd name="connsiteX278" fmla="*/ 304489 w 701643"/>
                <a:gd name="connsiteY278" fmla="*/ 424574 h 696518"/>
                <a:gd name="connsiteX279" fmla="*/ 301919 w 701643"/>
                <a:gd name="connsiteY279" fmla="*/ 452185 h 696518"/>
                <a:gd name="connsiteX280" fmla="*/ 294023 w 701643"/>
                <a:gd name="connsiteY280" fmla="*/ 460103 h 696518"/>
                <a:gd name="connsiteX281" fmla="*/ 264917 w 701643"/>
                <a:gd name="connsiteY281" fmla="*/ 440790 h 696518"/>
                <a:gd name="connsiteX282" fmla="*/ 266078 w 701643"/>
                <a:gd name="connsiteY282" fmla="*/ 424421 h 696518"/>
                <a:gd name="connsiteX283" fmla="*/ 286897 w 701643"/>
                <a:gd name="connsiteY283" fmla="*/ 408869 h 696518"/>
                <a:gd name="connsiteX284" fmla="*/ 289675 w 701643"/>
                <a:gd name="connsiteY284" fmla="*/ 313865 h 696518"/>
                <a:gd name="connsiteX285" fmla="*/ 272463 w 701643"/>
                <a:gd name="connsiteY285" fmla="*/ 325979 h 696518"/>
                <a:gd name="connsiteX286" fmla="*/ 274639 w 701643"/>
                <a:gd name="connsiteY286" fmla="*/ 347111 h 696518"/>
                <a:gd name="connsiteX287" fmla="*/ 285589 w 701643"/>
                <a:gd name="connsiteY287" fmla="*/ 353803 h 696518"/>
                <a:gd name="connsiteX288" fmla="*/ 296311 w 701643"/>
                <a:gd name="connsiteY288" fmla="*/ 346588 h 696518"/>
                <a:gd name="connsiteX289" fmla="*/ 296125 w 701643"/>
                <a:gd name="connsiteY289" fmla="*/ 320000 h 696518"/>
                <a:gd name="connsiteX290" fmla="*/ 289675 w 701643"/>
                <a:gd name="connsiteY290" fmla="*/ 313865 h 696518"/>
                <a:gd name="connsiteX291" fmla="*/ 24731 w 701643"/>
                <a:gd name="connsiteY291" fmla="*/ 313337 h 696518"/>
                <a:gd name="connsiteX292" fmla="*/ 14142 w 701643"/>
                <a:gd name="connsiteY292" fmla="*/ 314760 h 696518"/>
                <a:gd name="connsiteX293" fmla="*/ 10197 w 701643"/>
                <a:gd name="connsiteY293" fmla="*/ 347479 h 696518"/>
                <a:gd name="connsiteX294" fmla="*/ 30274 w 701643"/>
                <a:gd name="connsiteY294" fmla="*/ 348437 h 696518"/>
                <a:gd name="connsiteX295" fmla="*/ 31823 w 701643"/>
                <a:gd name="connsiteY295" fmla="*/ 320657 h 696518"/>
                <a:gd name="connsiteX296" fmla="*/ 24731 w 701643"/>
                <a:gd name="connsiteY296" fmla="*/ 313337 h 696518"/>
                <a:gd name="connsiteX297" fmla="*/ 155986 w 701643"/>
                <a:gd name="connsiteY297" fmla="*/ 313195 h 696518"/>
                <a:gd name="connsiteX298" fmla="*/ 145532 w 701643"/>
                <a:gd name="connsiteY298" fmla="*/ 315611 h 696518"/>
                <a:gd name="connsiteX299" fmla="*/ 142332 w 701643"/>
                <a:gd name="connsiteY299" fmla="*/ 347605 h 696518"/>
                <a:gd name="connsiteX300" fmla="*/ 161595 w 701643"/>
                <a:gd name="connsiteY300" fmla="*/ 349709 h 696518"/>
                <a:gd name="connsiteX301" fmla="*/ 163577 w 701643"/>
                <a:gd name="connsiteY301" fmla="*/ 319515 h 696518"/>
                <a:gd name="connsiteX302" fmla="*/ 155986 w 701643"/>
                <a:gd name="connsiteY302" fmla="*/ 313195 h 696518"/>
                <a:gd name="connsiteX303" fmla="*/ 218172 w 701643"/>
                <a:gd name="connsiteY303" fmla="*/ 312824 h 696518"/>
                <a:gd name="connsiteX304" fmla="*/ 207324 w 701643"/>
                <a:gd name="connsiteY304" fmla="*/ 321767 h 696518"/>
                <a:gd name="connsiteX305" fmla="*/ 210783 w 701643"/>
                <a:gd name="connsiteY305" fmla="*/ 350585 h 696518"/>
                <a:gd name="connsiteX306" fmla="*/ 230032 w 701643"/>
                <a:gd name="connsiteY306" fmla="*/ 346499 h 696518"/>
                <a:gd name="connsiteX307" fmla="*/ 230104 w 701643"/>
                <a:gd name="connsiteY307" fmla="*/ 320190 h 696518"/>
                <a:gd name="connsiteX308" fmla="*/ 218172 w 701643"/>
                <a:gd name="connsiteY308" fmla="*/ 312824 h 696518"/>
                <a:gd name="connsiteX309" fmla="*/ 86785 w 701643"/>
                <a:gd name="connsiteY309" fmla="*/ 312741 h 696518"/>
                <a:gd name="connsiteX310" fmla="*/ 75108 w 701643"/>
                <a:gd name="connsiteY310" fmla="*/ 321829 h 696518"/>
                <a:gd name="connsiteX311" fmla="*/ 75264 w 701643"/>
                <a:gd name="connsiteY311" fmla="*/ 345288 h 696518"/>
                <a:gd name="connsiteX312" fmla="*/ 87573 w 701643"/>
                <a:gd name="connsiteY312" fmla="*/ 353852 h 696518"/>
                <a:gd name="connsiteX313" fmla="*/ 99510 w 701643"/>
                <a:gd name="connsiteY313" fmla="*/ 342716 h 696518"/>
                <a:gd name="connsiteX314" fmla="*/ 98754 w 701643"/>
                <a:gd name="connsiteY314" fmla="*/ 321775 h 696518"/>
                <a:gd name="connsiteX315" fmla="*/ 86785 w 701643"/>
                <a:gd name="connsiteY315" fmla="*/ 312741 h 696518"/>
                <a:gd name="connsiteX316" fmla="*/ 275814 w 701643"/>
                <a:gd name="connsiteY316" fmla="*/ 308733 h 696518"/>
                <a:gd name="connsiteX317" fmla="*/ 305164 w 701643"/>
                <a:gd name="connsiteY317" fmla="*/ 325376 h 696518"/>
                <a:gd name="connsiteX318" fmla="*/ 302398 w 701643"/>
                <a:gd name="connsiteY318" fmla="*/ 349359 h 696518"/>
                <a:gd name="connsiteX319" fmla="*/ 283470 w 701643"/>
                <a:gd name="connsiteY319" fmla="*/ 359893 h 696518"/>
                <a:gd name="connsiteX320" fmla="*/ 267763 w 701643"/>
                <a:gd name="connsiteY320" fmla="*/ 348904 h 696518"/>
                <a:gd name="connsiteX321" fmla="*/ 267796 w 701643"/>
                <a:gd name="connsiteY321" fmla="*/ 318007 h 696518"/>
                <a:gd name="connsiteX322" fmla="*/ 275814 w 701643"/>
                <a:gd name="connsiteY322" fmla="*/ 308733 h 696518"/>
                <a:gd name="connsiteX323" fmla="*/ 243501 w 701643"/>
                <a:gd name="connsiteY323" fmla="*/ 308087 h 696518"/>
                <a:gd name="connsiteX324" fmla="*/ 257516 w 701643"/>
                <a:gd name="connsiteY324" fmla="*/ 308087 h 696518"/>
                <a:gd name="connsiteX325" fmla="*/ 257516 w 701643"/>
                <a:gd name="connsiteY325" fmla="*/ 359522 h 696518"/>
                <a:gd name="connsiteX326" fmla="*/ 251034 w 701643"/>
                <a:gd name="connsiteY326" fmla="*/ 356601 h 696518"/>
                <a:gd name="connsiteX327" fmla="*/ 251020 w 701643"/>
                <a:gd name="connsiteY327" fmla="*/ 313963 h 696518"/>
                <a:gd name="connsiteX328" fmla="*/ 243501 w 701643"/>
                <a:gd name="connsiteY328" fmla="*/ 313523 h 696518"/>
                <a:gd name="connsiteX329" fmla="*/ 243501 w 701643"/>
                <a:gd name="connsiteY329" fmla="*/ 308087 h 696518"/>
                <a:gd name="connsiteX330" fmla="*/ 177687 w 701643"/>
                <a:gd name="connsiteY330" fmla="*/ 308074 h 696518"/>
                <a:gd name="connsiteX331" fmla="*/ 192089 w 701643"/>
                <a:gd name="connsiteY331" fmla="*/ 308074 h 696518"/>
                <a:gd name="connsiteX332" fmla="*/ 192089 w 701643"/>
                <a:gd name="connsiteY332" fmla="*/ 315751 h 696518"/>
                <a:gd name="connsiteX333" fmla="*/ 192089 w 701643"/>
                <a:gd name="connsiteY333" fmla="*/ 358552 h 696518"/>
                <a:gd name="connsiteX334" fmla="*/ 185350 w 701643"/>
                <a:gd name="connsiteY334" fmla="*/ 358552 h 696518"/>
                <a:gd name="connsiteX335" fmla="*/ 185350 w 701643"/>
                <a:gd name="connsiteY335" fmla="*/ 313975 h 696518"/>
                <a:gd name="connsiteX336" fmla="*/ 177687 w 701643"/>
                <a:gd name="connsiteY336" fmla="*/ 313535 h 696518"/>
                <a:gd name="connsiteX337" fmla="*/ 177687 w 701643"/>
                <a:gd name="connsiteY337" fmla="*/ 308074 h 696518"/>
                <a:gd name="connsiteX338" fmla="*/ 111877 w 701643"/>
                <a:gd name="connsiteY338" fmla="*/ 308066 h 696518"/>
                <a:gd name="connsiteX339" fmla="*/ 125309 w 701643"/>
                <a:gd name="connsiteY339" fmla="*/ 308066 h 696518"/>
                <a:gd name="connsiteX340" fmla="*/ 125309 w 701643"/>
                <a:gd name="connsiteY340" fmla="*/ 347090 h 696518"/>
                <a:gd name="connsiteX341" fmla="*/ 125309 w 701643"/>
                <a:gd name="connsiteY341" fmla="*/ 358567 h 696518"/>
                <a:gd name="connsiteX342" fmla="*/ 118545 w 701643"/>
                <a:gd name="connsiteY342" fmla="*/ 358567 h 696518"/>
                <a:gd name="connsiteX343" fmla="*/ 118545 w 701643"/>
                <a:gd name="connsiteY343" fmla="*/ 314130 h 696518"/>
                <a:gd name="connsiteX344" fmla="*/ 111877 w 701643"/>
                <a:gd name="connsiteY344" fmla="*/ 313431 h 696518"/>
                <a:gd name="connsiteX345" fmla="*/ 111877 w 701643"/>
                <a:gd name="connsiteY345" fmla="*/ 308066 h 696518"/>
                <a:gd name="connsiteX346" fmla="*/ 59232 w 701643"/>
                <a:gd name="connsiteY346" fmla="*/ 307826 h 696518"/>
                <a:gd name="connsiteX347" fmla="*/ 59232 w 701643"/>
                <a:gd name="connsiteY347" fmla="*/ 358658 h 696518"/>
                <a:gd name="connsiteX348" fmla="*/ 52739 w 701643"/>
                <a:gd name="connsiteY348" fmla="*/ 358658 h 696518"/>
                <a:gd name="connsiteX349" fmla="*/ 52739 w 701643"/>
                <a:gd name="connsiteY349" fmla="*/ 315161 h 696518"/>
                <a:gd name="connsiteX350" fmla="*/ 44812 w 701643"/>
                <a:gd name="connsiteY350" fmla="*/ 309863 h 696518"/>
                <a:gd name="connsiteX351" fmla="*/ 49793 w 701643"/>
                <a:gd name="connsiteY351" fmla="*/ 307897 h 696518"/>
                <a:gd name="connsiteX352" fmla="*/ 59232 w 701643"/>
                <a:gd name="connsiteY352" fmla="*/ 307826 h 696518"/>
                <a:gd name="connsiteX353" fmla="*/ 157136 w 701643"/>
                <a:gd name="connsiteY353" fmla="*/ 306997 h 696518"/>
                <a:gd name="connsiteX354" fmla="*/ 171869 w 701643"/>
                <a:gd name="connsiteY354" fmla="*/ 321409 h 696518"/>
                <a:gd name="connsiteX355" fmla="*/ 171321 w 701643"/>
                <a:gd name="connsiteY355" fmla="*/ 347158 h 696518"/>
                <a:gd name="connsiteX356" fmla="*/ 150135 w 701643"/>
                <a:gd name="connsiteY356" fmla="*/ 359866 h 696518"/>
                <a:gd name="connsiteX357" fmla="*/ 133120 w 701643"/>
                <a:gd name="connsiteY357" fmla="*/ 342499 h 696518"/>
                <a:gd name="connsiteX358" fmla="*/ 135756 w 701643"/>
                <a:gd name="connsiteY358" fmla="*/ 316581 h 696518"/>
                <a:gd name="connsiteX359" fmla="*/ 157136 w 701643"/>
                <a:gd name="connsiteY359" fmla="*/ 306997 h 696518"/>
                <a:gd name="connsiteX360" fmla="*/ 214643 w 701643"/>
                <a:gd name="connsiteY360" fmla="*/ 306875 h 696518"/>
                <a:gd name="connsiteX361" fmla="*/ 229693 w 701643"/>
                <a:gd name="connsiteY361" fmla="*/ 309516 h 696518"/>
                <a:gd name="connsiteX362" fmla="*/ 238969 w 701643"/>
                <a:gd name="connsiteY362" fmla="*/ 326116 h 696518"/>
                <a:gd name="connsiteX363" fmla="*/ 236792 w 701643"/>
                <a:gd name="connsiteY363" fmla="*/ 348112 h 696518"/>
                <a:gd name="connsiteX364" fmla="*/ 215071 w 701643"/>
                <a:gd name="connsiteY364" fmla="*/ 359827 h 696518"/>
                <a:gd name="connsiteX365" fmla="*/ 199123 w 701643"/>
                <a:gd name="connsiteY365" fmla="*/ 341019 h 696518"/>
                <a:gd name="connsiteX366" fmla="*/ 201876 w 701643"/>
                <a:gd name="connsiteY366" fmla="*/ 316816 h 696518"/>
                <a:gd name="connsiteX367" fmla="*/ 214643 w 701643"/>
                <a:gd name="connsiteY367" fmla="*/ 306875 h 696518"/>
                <a:gd name="connsiteX368" fmla="*/ 90203 w 701643"/>
                <a:gd name="connsiteY368" fmla="*/ 306810 h 696518"/>
                <a:gd name="connsiteX369" fmla="*/ 106506 w 701643"/>
                <a:gd name="connsiteY369" fmla="*/ 324105 h 696518"/>
                <a:gd name="connsiteX370" fmla="*/ 106732 w 701643"/>
                <a:gd name="connsiteY370" fmla="*/ 339368 h 696518"/>
                <a:gd name="connsiteX371" fmla="*/ 79300 w 701643"/>
                <a:gd name="connsiteY371" fmla="*/ 358694 h 696518"/>
                <a:gd name="connsiteX372" fmla="*/ 66616 w 701643"/>
                <a:gd name="connsiteY372" fmla="*/ 339533 h 696518"/>
                <a:gd name="connsiteX373" fmla="*/ 67780 w 701643"/>
                <a:gd name="connsiteY373" fmla="*/ 322167 h 696518"/>
                <a:gd name="connsiteX374" fmla="*/ 90203 w 701643"/>
                <a:gd name="connsiteY374" fmla="*/ 306810 h 696518"/>
                <a:gd name="connsiteX375" fmla="*/ 17852 w 701643"/>
                <a:gd name="connsiteY375" fmla="*/ 306763 h 696518"/>
                <a:gd name="connsiteX376" fmla="*/ 35225 w 701643"/>
                <a:gd name="connsiteY376" fmla="*/ 312542 h 696518"/>
                <a:gd name="connsiteX377" fmla="*/ 37835 w 701643"/>
                <a:gd name="connsiteY377" fmla="*/ 348915 h 696518"/>
                <a:gd name="connsiteX378" fmla="*/ 22571 w 701643"/>
                <a:gd name="connsiteY378" fmla="*/ 359889 h 696518"/>
                <a:gd name="connsiteX379" fmla="*/ 3482 w 701643"/>
                <a:gd name="connsiteY379" fmla="*/ 349619 h 696518"/>
                <a:gd name="connsiteX380" fmla="*/ 3180 w 701643"/>
                <a:gd name="connsiteY380" fmla="*/ 317576 h 696518"/>
                <a:gd name="connsiteX381" fmla="*/ 17852 w 701643"/>
                <a:gd name="connsiteY381" fmla="*/ 306763 h 696518"/>
                <a:gd name="connsiteX382" fmla="*/ 149247 w 701643"/>
                <a:gd name="connsiteY382" fmla="*/ 211357 h 696518"/>
                <a:gd name="connsiteX383" fmla="*/ 140055 w 701643"/>
                <a:gd name="connsiteY383" fmla="*/ 223192 h 696518"/>
                <a:gd name="connsiteX384" fmla="*/ 140194 w 701643"/>
                <a:gd name="connsiteY384" fmla="*/ 239439 h 696518"/>
                <a:gd name="connsiteX385" fmla="*/ 151112 w 701643"/>
                <a:gd name="connsiteY385" fmla="*/ 251442 h 696518"/>
                <a:gd name="connsiteX386" fmla="*/ 162430 w 701643"/>
                <a:gd name="connsiteY386" fmla="*/ 246661 h 696518"/>
                <a:gd name="connsiteX387" fmla="*/ 161217 w 701643"/>
                <a:gd name="connsiteY387" fmla="*/ 214071 h 696518"/>
                <a:gd name="connsiteX388" fmla="*/ 149247 w 701643"/>
                <a:gd name="connsiteY388" fmla="*/ 211357 h 696518"/>
                <a:gd name="connsiteX389" fmla="*/ 287114 w 701643"/>
                <a:gd name="connsiteY389" fmla="*/ 210944 h 696518"/>
                <a:gd name="connsiteX390" fmla="*/ 276005 w 701643"/>
                <a:gd name="connsiteY390" fmla="*/ 215199 h 696518"/>
                <a:gd name="connsiteX391" fmla="*/ 281258 w 701643"/>
                <a:gd name="connsiteY391" fmla="*/ 250859 h 696518"/>
                <a:gd name="connsiteX392" fmla="*/ 297301 w 701643"/>
                <a:gd name="connsiteY392" fmla="*/ 241887 h 696518"/>
                <a:gd name="connsiteX393" fmla="*/ 296932 w 701643"/>
                <a:gd name="connsiteY393" fmla="*/ 219189 h 696518"/>
                <a:gd name="connsiteX394" fmla="*/ 287114 w 701643"/>
                <a:gd name="connsiteY394" fmla="*/ 210944 h 696518"/>
                <a:gd name="connsiteX395" fmla="*/ 19518 w 701643"/>
                <a:gd name="connsiteY395" fmla="*/ 210712 h 696518"/>
                <a:gd name="connsiteX396" fmla="*/ 9184 w 701643"/>
                <a:gd name="connsiteY396" fmla="*/ 219460 h 696518"/>
                <a:gd name="connsiteX397" fmla="*/ 9266 w 701643"/>
                <a:gd name="connsiteY397" fmla="*/ 243425 h 696518"/>
                <a:gd name="connsiteX398" fmla="*/ 20556 w 701643"/>
                <a:gd name="connsiteY398" fmla="*/ 251706 h 696518"/>
                <a:gd name="connsiteX399" fmla="*/ 31610 w 701643"/>
                <a:gd name="connsiteY399" fmla="*/ 244559 h 696518"/>
                <a:gd name="connsiteX400" fmla="*/ 31599 w 701643"/>
                <a:gd name="connsiteY400" fmla="*/ 217801 h 696518"/>
                <a:gd name="connsiteX401" fmla="*/ 19518 w 701643"/>
                <a:gd name="connsiteY401" fmla="*/ 210712 h 696518"/>
                <a:gd name="connsiteX402" fmla="*/ 217944 w 701643"/>
                <a:gd name="connsiteY402" fmla="*/ 210704 h 696518"/>
                <a:gd name="connsiteX403" fmla="*/ 207223 w 701643"/>
                <a:gd name="connsiteY403" fmla="*/ 219840 h 696518"/>
                <a:gd name="connsiteX404" fmla="*/ 210255 w 701643"/>
                <a:gd name="connsiteY404" fmla="*/ 247917 h 696518"/>
                <a:gd name="connsiteX405" fmla="*/ 229903 w 701643"/>
                <a:gd name="connsiteY405" fmla="*/ 244590 h 696518"/>
                <a:gd name="connsiteX406" fmla="*/ 230000 w 701643"/>
                <a:gd name="connsiteY406" fmla="*/ 217852 h 696518"/>
                <a:gd name="connsiteX407" fmla="*/ 217944 w 701643"/>
                <a:gd name="connsiteY407" fmla="*/ 210704 h 696518"/>
                <a:gd name="connsiteX408" fmla="*/ 86848 w 701643"/>
                <a:gd name="connsiteY408" fmla="*/ 210607 h 696518"/>
                <a:gd name="connsiteX409" fmla="*/ 74360 w 701643"/>
                <a:gd name="connsiteY409" fmla="*/ 221874 h 696518"/>
                <a:gd name="connsiteX410" fmla="*/ 73263 w 701643"/>
                <a:gd name="connsiteY410" fmla="*/ 235289 h 696518"/>
                <a:gd name="connsiteX411" fmla="*/ 74671 w 701643"/>
                <a:gd name="connsiteY411" fmla="*/ 241860 h 696518"/>
                <a:gd name="connsiteX412" fmla="*/ 87084 w 701643"/>
                <a:gd name="connsiteY412" fmla="*/ 251822 h 696518"/>
                <a:gd name="connsiteX413" fmla="*/ 99282 w 701643"/>
                <a:gd name="connsiteY413" fmla="*/ 241034 h 696518"/>
                <a:gd name="connsiteX414" fmla="*/ 99091 w 701643"/>
                <a:gd name="connsiteY414" fmla="*/ 221094 h 696518"/>
                <a:gd name="connsiteX415" fmla="*/ 86848 w 701643"/>
                <a:gd name="connsiteY415" fmla="*/ 210607 h 696518"/>
                <a:gd name="connsiteX416" fmla="*/ 31174 w 701643"/>
                <a:gd name="connsiteY416" fmla="*/ 207113 h 696518"/>
                <a:gd name="connsiteX417" fmla="*/ 40702 w 701643"/>
                <a:gd name="connsiteY417" fmla="*/ 224956 h 696518"/>
                <a:gd name="connsiteX418" fmla="*/ 38417 w 701643"/>
                <a:gd name="connsiteY418" fmla="*/ 245981 h 696518"/>
                <a:gd name="connsiteX419" fmla="*/ 16692 w 701643"/>
                <a:gd name="connsiteY419" fmla="*/ 257693 h 696518"/>
                <a:gd name="connsiteX420" fmla="*/ 720 w 701643"/>
                <a:gd name="connsiteY420" fmla="*/ 238882 h 696518"/>
                <a:gd name="connsiteX421" fmla="*/ 1886 w 701643"/>
                <a:gd name="connsiteY421" fmla="*/ 219550 h 696518"/>
                <a:gd name="connsiteX422" fmla="*/ 10218 w 701643"/>
                <a:gd name="connsiteY422" fmla="*/ 207305 h 696518"/>
                <a:gd name="connsiteX423" fmla="*/ 31174 w 701643"/>
                <a:gd name="connsiteY423" fmla="*/ 207113 h 696518"/>
                <a:gd name="connsiteX424" fmla="*/ 243551 w 701643"/>
                <a:gd name="connsiteY424" fmla="*/ 205988 h 696518"/>
                <a:gd name="connsiteX425" fmla="*/ 257887 w 701643"/>
                <a:gd name="connsiteY425" fmla="*/ 205988 h 696518"/>
                <a:gd name="connsiteX426" fmla="*/ 257887 w 701643"/>
                <a:gd name="connsiteY426" fmla="*/ 224352 h 696518"/>
                <a:gd name="connsiteX427" fmla="*/ 257887 w 701643"/>
                <a:gd name="connsiteY427" fmla="*/ 256456 h 696518"/>
                <a:gd name="connsiteX428" fmla="*/ 251173 w 701643"/>
                <a:gd name="connsiteY428" fmla="*/ 256456 h 696518"/>
                <a:gd name="connsiteX429" fmla="*/ 251173 w 701643"/>
                <a:gd name="connsiteY429" fmla="*/ 211870 h 696518"/>
                <a:gd name="connsiteX430" fmla="*/ 243551 w 701643"/>
                <a:gd name="connsiteY430" fmla="*/ 211375 h 696518"/>
                <a:gd name="connsiteX431" fmla="*/ 243551 w 701643"/>
                <a:gd name="connsiteY431" fmla="*/ 205988 h 696518"/>
                <a:gd name="connsiteX432" fmla="*/ 177751 w 701643"/>
                <a:gd name="connsiteY432" fmla="*/ 205987 h 696518"/>
                <a:gd name="connsiteX433" fmla="*/ 191695 w 701643"/>
                <a:gd name="connsiteY433" fmla="*/ 205987 h 696518"/>
                <a:gd name="connsiteX434" fmla="*/ 191695 w 701643"/>
                <a:gd name="connsiteY434" fmla="*/ 256458 h 696518"/>
                <a:gd name="connsiteX435" fmla="*/ 185214 w 701643"/>
                <a:gd name="connsiteY435" fmla="*/ 256458 h 696518"/>
                <a:gd name="connsiteX436" fmla="*/ 185214 w 701643"/>
                <a:gd name="connsiteY436" fmla="*/ 233190 h 696518"/>
                <a:gd name="connsiteX437" fmla="*/ 185214 w 701643"/>
                <a:gd name="connsiteY437" fmla="*/ 211854 h 696518"/>
                <a:gd name="connsiteX438" fmla="*/ 177751 w 701643"/>
                <a:gd name="connsiteY438" fmla="*/ 211378 h 696518"/>
                <a:gd name="connsiteX439" fmla="*/ 177751 w 701643"/>
                <a:gd name="connsiteY439" fmla="*/ 205987 h 696518"/>
                <a:gd name="connsiteX440" fmla="*/ 111896 w 701643"/>
                <a:gd name="connsiteY440" fmla="*/ 205948 h 696518"/>
                <a:gd name="connsiteX441" fmla="*/ 125309 w 701643"/>
                <a:gd name="connsiteY441" fmla="*/ 205948 h 696518"/>
                <a:gd name="connsiteX442" fmla="*/ 125309 w 701643"/>
                <a:gd name="connsiteY442" fmla="*/ 227298 h 696518"/>
                <a:gd name="connsiteX443" fmla="*/ 125309 w 701643"/>
                <a:gd name="connsiteY443" fmla="*/ 256415 h 696518"/>
                <a:gd name="connsiteX444" fmla="*/ 118422 w 701643"/>
                <a:gd name="connsiteY444" fmla="*/ 256415 h 696518"/>
                <a:gd name="connsiteX445" fmla="*/ 118422 w 701643"/>
                <a:gd name="connsiteY445" fmla="*/ 211812 h 696518"/>
                <a:gd name="connsiteX446" fmla="*/ 111896 w 701643"/>
                <a:gd name="connsiteY446" fmla="*/ 211389 h 696518"/>
                <a:gd name="connsiteX447" fmla="*/ 111896 w 701643"/>
                <a:gd name="connsiteY447" fmla="*/ 205948 h 696518"/>
                <a:gd name="connsiteX448" fmla="*/ 45146 w 701643"/>
                <a:gd name="connsiteY448" fmla="*/ 205700 h 696518"/>
                <a:gd name="connsiteX449" fmla="*/ 57274 w 701643"/>
                <a:gd name="connsiteY449" fmla="*/ 205717 h 696518"/>
                <a:gd name="connsiteX450" fmla="*/ 59428 w 701643"/>
                <a:gd name="connsiteY450" fmla="*/ 208589 h 696518"/>
                <a:gd name="connsiteX451" fmla="*/ 59504 w 701643"/>
                <a:gd name="connsiteY451" fmla="*/ 256374 h 696518"/>
                <a:gd name="connsiteX452" fmla="*/ 52682 w 701643"/>
                <a:gd name="connsiteY452" fmla="*/ 256374 h 696518"/>
                <a:gd name="connsiteX453" fmla="*/ 52682 w 701643"/>
                <a:gd name="connsiteY453" fmla="*/ 211841 h 696518"/>
                <a:gd name="connsiteX454" fmla="*/ 45146 w 701643"/>
                <a:gd name="connsiteY454" fmla="*/ 211389 h 696518"/>
                <a:gd name="connsiteX455" fmla="*/ 45146 w 701643"/>
                <a:gd name="connsiteY455" fmla="*/ 205700 h 696518"/>
                <a:gd name="connsiteX456" fmla="*/ 223103 w 701643"/>
                <a:gd name="connsiteY456" fmla="*/ 204844 h 696518"/>
                <a:gd name="connsiteX457" fmla="*/ 236548 w 701643"/>
                <a:gd name="connsiteY457" fmla="*/ 215335 h 696518"/>
                <a:gd name="connsiteX458" fmla="*/ 236226 w 701643"/>
                <a:gd name="connsiteY458" fmla="*/ 246884 h 696518"/>
                <a:gd name="connsiteX459" fmla="*/ 204597 w 701643"/>
                <a:gd name="connsiteY459" fmla="*/ 252052 h 696518"/>
                <a:gd name="connsiteX460" fmla="*/ 203258 w 701643"/>
                <a:gd name="connsiteY460" fmla="*/ 212725 h 696518"/>
                <a:gd name="connsiteX461" fmla="*/ 223103 w 701643"/>
                <a:gd name="connsiteY461" fmla="*/ 204844 h 696518"/>
                <a:gd name="connsiteX462" fmla="*/ 156320 w 701643"/>
                <a:gd name="connsiteY462" fmla="*/ 204773 h 696518"/>
                <a:gd name="connsiteX463" fmla="*/ 171342 w 701643"/>
                <a:gd name="connsiteY463" fmla="*/ 217581 h 696518"/>
                <a:gd name="connsiteX464" fmla="*/ 171840 w 701643"/>
                <a:gd name="connsiteY464" fmla="*/ 243310 h 696518"/>
                <a:gd name="connsiteX465" fmla="*/ 144169 w 701643"/>
                <a:gd name="connsiteY465" fmla="*/ 255834 h 696518"/>
                <a:gd name="connsiteX466" fmla="*/ 132977 w 701643"/>
                <a:gd name="connsiteY466" fmla="*/ 238498 h 696518"/>
                <a:gd name="connsiteX467" fmla="*/ 135605 w 701643"/>
                <a:gd name="connsiteY467" fmla="*/ 214850 h 696518"/>
                <a:gd name="connsiteX468" fmla="*/ 156320 w 701643"/>
                <a:gd name="connsiteY468" fmla="*/ 204773 h 696518"/>
                <a:gd name="connsiteX469" fmla="*/ 288579 w 701643"/>
                <a:gd name="connsiteY469" fmla="*/ 204676 h 696518"/>
                <a:gd name="connsiteX470" fmla="*/ 304882 w 701643"/>
                <a:gd name="connsiteY470" fmla="*/ 221971 h 696518"/>
                <a:gd name="connsiteX471" fmla="*/ 305108 w 701643"/>
                <a:gd name="connsiteY471" fmla="*/ 237234 h 696518"/>
                <a:gd name="connsiteX472" fmla="*/ 277676 w 701643"/>
                <a:gd name="connsiteY472" fmla="*/ 256560 h 696518"/>
                <a:gd name="connsiteX473" fmla="*/ 264992 w 701643"/>
                <a:gd name="connsiteY473" fmla="*/ 237399 h 696518"/>
                <a:gd name="connsiteX474" fmla="*/ 266156 w 701643"/>
                <a:gd name="connsiteY474" fmla="*/ 220033 h 696518"/>
                <a:gd name="connsiteX475" fmla="*/ 288579 w 701643"/>
                <a:gd name="connsiteY475" fmla="*/ 204676 h 696518"/>
                <a:gd name="connsiteX476" fmla="*/ 85293 w 701643"/>
                <a:gd name="connsiteY476" fmla="*/ 204602 h 696518"/>
                <a:gd name="connsiteX477" fmla="*/ 106210 w 701643"/>
                <a:gd name="connsiteY477" fmla="*/ 220492 h 696518"/>
                <a:gd name="connsiteX478" fmla="*/ 103501 w 701643"/>
                <a:gd name="connsiteY478" fmla="*/ 248134 h 696518"/>
                <a:gd name="connsiteX479" fmla="*/ 96357 w 701643"/>
                <a:gd name="connsiteY479" fmla="*/ 255561 h 696518"/>
                <a:gd name="connsiteX480" fmla="*/ 66520 w 701643"/>
                <a:gd name="connsiteY480" fmla="*/ 236310 h 696518"/>
                <a:gd name="connsiteX481" fmla="*/ 67519 w 701643"/>
                <a:gd name="connsiteY481" fmla="*/ 220882 h 696518"/>
                <a:gd name="connsiteX482" fmla="*/ 85293 w 701643"/>
                <a:gd name="connsiteY482" fmla="*/ 204602 h 696518"/>
                <a:gd name="connsiteX483" fmla="*/ 37494 w 701643"/>
                <a:gd name="connsiteY483" fmla="*/ 108989 h 696518"/>
                <a:gd name="connsiteX484" fmla="*/ 30551 w 701643"/>
                <a:gd name="connsiteY484" fmla="*/ 115434 h 696518"/>
                <a:gd name="connsiteX485" fmla="*/ 29737 w 701643"/>
                <a:gd name="connsiteY485" fmla="*/ 140914 h 696518"/>
                <a:gd name="connsiteX486" fmla="*/ 41290 w 701643"/>
                <a:gd name="connsiteY486" fmla="*/ 149563 h 696518"/>
                <a:gd name="connsiteX487" fmla="*/ 52826 w 701643"/>
                <a:gd name="connsiteY487" fmla="*/ 141038 h 696518"/>
                <a:gd name="connsiteX488" fmla="*/ 54504 w 701643"/>
                <a:gd name="connsiteY488" fmla="*/ 124313 h 696518"/>
                <a:gd name="connsiteX489" fmla="*/ 47178 w 701643"/>
                <a:gd name="connsiteY489" fmla="*/ 110284 h 696518"/>
                <a:gd name="connsiteX490" fmla="*/ 37494 w 701643"/>
                <a:gd name="connsiteY490" fmla="*/ 108989 h 696518"/>
                <a:gd name="connsiteX491" fmla="*/ 434940 w 701643"/>
                <a:gd name="connsiteY491" fmla="*/ 108753 h 696518"/>
                <a:gd name="connsiteX492" fmla="*/ 427333 w 701643"/>
                <a:gd name="connsiteY492" fmla="*/ 115668 h 696518"/>
                <a:gd name="connsiteX493" fmla="*/ 426602 w 701643"/>
                <a:gd name="connsiteY493" fmla="*/ 141064 h 696518"/>
                <a:gd name="connsiteX494" fmla="*/ 438227 w 701643"/>
                <a:gd name="connsiteY494" fmla="*/ 149564 h 696518"/>
                <a:gd name="connsiteX495" fmla="*/ 449617 w 701643"/>
                <a:gd name="connsiteY495" fmla="*/ 140894 h 696518"/>
                <a:gd name="connsiteX496" fmla="*/ 450171 w 701643"/>
                <a:gd name="connsiteY496" fmla="*/ 118997 h 696518"/>
                <a:gd name="connsiteX497" fmla="*/ 434940 w 701643"/>
                <a:gd name="connsiteY497" fmla="*/ 108753 h 696518"/>
                <a:gd name="connsiteX498" fmla="*/ 638429 w 701643"/>
                <a:gd name="connsiteY498" fmla="*/ 108627 h 696518"/>
                <a:gd name="connsiteX499" fmla="*/ 626029 w 701643"/>
                <a:gd name="connsiteY499" fmla="*/ 114880 h 696518"/>
                <a:gd name="connsiteX500" fmla="*/ 624798 w 701643"/>
                <a:gd name="connsiteY500" fmla="*/ 140766 h 696518"/>
                <a:gd name="connsiteX501" fmla="*/ 636248 w 701643"/>
                <a:gd name="connsiteY501" fmla="*/ 149649 h 696518"/>
                <a:gd name="connsiteX502" fmla="*/ 647949 w 701643"/>
                <a:gd name="connsiteY502" fmla="*/ 141192 h 696518"/>
                <a:gd name="connsiteX503" fmla="*/ 648409 w 701643"/>
                <a:gd name="connsiteY503" fmla="*/ 117924 h 696518"/>
                <a:gd name="connsiteX504" fmla="*/ 638429 w 701643"/>
                <a:gd name="connsiteY504" fmla="*/ 108627 h 696518"/>
                <a:gd name="connsiteX505" fmla="*/ 569238 w 701643"/>
                <a:gd name="connsiteY505" fmla="*/ 108536 h 696518"/>
                <a:gd name="connsiteX506" fmla="*/ 558743 w 701643"/>
                <a:gd name="connsiteY506" fmla="*/ 116772 h 696518"/>
                <a:gd name="connsiteX507" fmla="*/ 556756 w 701643"/>
                <a:gd name="connsiteY507" fmla="*/ 124653 h 696518"/>
                <a:gd name="connsiteX508" fmla="*/ 569047 w 701643"/>
                <a:gd name="connsiteY508" fmla="*/ 149622 h 696518"/>
                <a:gd name="connsiteX509" fmla="*/ 577753 w 701643"/>
                <a:gd name="connsiteY509" fmla="*/ 146401 h 696518"/>
                <a:gd name="connsiteX510" fmla="*/ 580789 w 701643"/>
                <a:gd name="connsiteY510" fmla="*/ 114900 h 696518"/>
                <a:gd name="connsiteX511" fmla="*/ 569238 w 701643"/>
                <a:gd name="connsiteY511" fmla="*/ 108536 h 696518"/>
                <a:gd name="connsiteX512" fmla="*/ 241516 w 701643"/>
                <a:gd name="connsiteY512" fmla="*/ 108495 h 696518"/>
                <a:gd name="connsiteX513" fmla="*/ 228236 w 701643"/>
                <a:gd name="connsiteY513" fmla="*/ 117340 h 696518"/>
                <a:gd name="connsiteX514" fmla="*/ 228137 w 701643"/>
                <a:gd name="connsiteY514" fmla="*/ 140709 h 696518"/>
                <a:gd name="connsiteX515" fmla="*/ 238961 w 701643"/>
                <a:gd name="connsiteY515" fmla="*/ 149399 h 696518"/>
                <a:gd name="connsiteX516" fmla="*/ 249321 w 701643"/>
                <a:gd name="connsiteY516" fmla="*/ 144473 h 696518"/>
                <a:gd name="connsiteX517" fmla="*/ 252977 w 701643"/>
                <a:gd name="connsiteY517" fmla="*/ 132341 h 696518"/>
                <a:gd name="connsiteX518" fmla="*/ 252949 w 701643"/>
                <a:gd name="connsiteY518" fmla="*/ 123017 h 696518"/>
                <a:gd name="connsiteX519" fmla="*/ 241516 w 701643"/>
                <a:gd name="connsiteY519" fmla="*/ 108495 h 696518"/>
                <a:gd name="connsiteX520" fmla="*/ 371287 w 701643"/>
                <a:gd name="connsiteY520" fmla="*/ 108475 h 696518"/>
                <a:gd name="connsiteX521" fmla="*/ 359533 w 701643"/>
                <a:gd name="connsiteY521" fmla="*/ 119554 h 696518"/>
                <a:gd name="connsiteX522" fmla="*/ 359125 w 701643"/>
                <a:gd name="connsiteY522" fmla="*/ 136239 h 696518"/>
                <a:gd name="connsiteX523" fmla="*/ 370034 w 701643"/>
                <a:gd name="connsiteY523" fmla="*/ 149274 h 696518"/>
                <a:gd name="connsiteX524" fmla="*/ 382747 w 701643"/>
                <a:gd name="connsiteY524" fmla="*/ 142309 h 696518"/>
                <a:gd name="connsiteX525" fmla="*/ 383721 w 701643"/>
                <a:gd name="connsiteY525" fmla="*/ 117956 h 696518"/>
                <a:gd name="connsiteX526" fmla="*/ 371287 w 701643"/>
                <a:gd name="connsiteY526" fmla="*/ 108475 h 696518"/>
                <a:gd name="connsiteX527" fmla="*/ 172963 w 701643"/>
                <a:gd name="connsiteY527" fmla="*/ 108474 h 696518"/>
                <a:gd name="connsiteX528" fmla="*/ 161004 w 701643"/>
                <a:gd name="connsiteY528" fmla="*/ 119477 h 696518"/>
                <a:gd name="connsiteX529" fmla="*/ 161725 w 701643"/>
                <a:gd name="connsiteY529" fmla="*/ 140864 h 696518"/>
                <a:gd name="connsiteX530" fmla="*/ 181745 w 701643"/>
                <a:gd name="connsiteY530" fmla="*/ 145811 h 696518"/>
                <a:gd name="connsiteX531" fmla="*/ 185340 w 701643"/>
                <a:gd name="connsiteY531" fmla="*/ 118008 h 696518"/>
                <a:gd name="connsiteX532" fmla="*/ 172963 w 701643"/>
                <a:gd name="connsiteY532" fmla="*/ 108474 h 696518"/>
                <a:gd name="connsiteX533" fmla="*/ 504502 w 701643"/>
                <a:gd name="connsiteY533" fmla="*/ 108473 h 696518"/>
                <a:gd name="connsiteX534" fmla="*/ 492429 w 701643"/>
                <a:gd name="connsiteY534" fmla="*/ 118150 h 696518"/>
                <a:gd name="connsiteX535" fmla="*/ 491871 w 701643"/>
                <a:gd name="connsiteY535" fmla="*/ 138628 h 696518"/>
                <a:gd name="connsiteX536" fmla="*/ 504293 w 701643"/>
                <a:gd name="connsiteY536" fmla="*/ 149688 h 696518"/>
                <a:gd name="connsiteX537" fmla="*/ 516403 w 701643"/>
                <a:gd name="connsiteY537" fmla="*/ 138998 h 696518"/>
                <a:gd name="connsiteX538" fmla="*/ 517136 w 701643"/>
                <a:gd name="connsiteY538" fmla="*/ 121051 h 696518"/>
                <a:gd name="connsiteX539" fmla="*/ 516163 w 701643"/>
                <a:gd name="connsiteY539" fmla="*/ 117839 h 696518"/>
                <a:gd name="connsiteX540" fmla="*/ 504502 w 701643"/>
                <a:gd name="connsiteY540" fmla="*/ 108473 h 696518"/>
                <a:gd name="connsiteX541" fmla="*/ 107410 w 701643"/>
                <a:gd name="connsiteY541" fmla="*/ 108473 h 696518"/>
                <a:gd name="connsiteX542" fmla="*/ 95025 w 701643"/>
                <a:gd name="connsiteY542" fmla="*/ 120297 h 696518"/>
                <a:gd name="connsiteX543" fmla="*/ 95068 w 701643"/>
                <a:gd name="connsiteY543" fmla="*/ 138462 h 696518"/>
                <a:gd name="connsiteX544" fmla="*/ 107366 w 701643"/>
                <a:gd name="connsiteY544" fmla="*/ 149687 h 696518"/>
                <a:gd name="connsiteX545" fmla="*/ 119639 w 701643"/>
                <a:gd name="connsiteY545" fmla="*/ 139157 h 696518"/>
                <a:gd name="connsiteX546" fmla="*/ 121377 w 701643"/>
                <a:gd name="connsiteY546" fmla="*/ 126881 h 696518"/>
                <a:gd name="connsiteX547" fmla="*/ 120123 w 701643"/>
                <a:gd name="connsiteY547" fmla="*/ 119762 h 696518"/>
                <a:gd name="connsiteX548" fmla="*/ 107410 w 701643"/>
                <a:gd name="connsiteY548" fmla="*/ 108473 h 696518"/>
                <a:gd name="connsiteX549" fmla="*/ 305790 w 701643"/>
                <a:gd name="connsiteY549" fmla="*/ 108472 h 696518"/>
                <a:gd name="connsiteX550" fmla="*/ 293925 w 701643"/>
                <a:gd name="connsiteY550" fmla="*/ 117980 h 696518"/>
                <a:gd name="connsiteX551" fmla="*/ 293384 w 701643"/>
                <a:gd name="connsiteY551" fmla="*/ 138954 h 696518"/>
                <a:gd name="connsiteX552" fmla="*/ 305743 w 701643"/>
                <a:gd name="connsiteY552" fmla="*/ 149686 h 696518"/>
                <a:gd name="connsiteX553" fmla="*/ 318071 w 701643"/>
                <a:gd name="connsiteY553" fmla="*/ 139167 h 696518"/>
                <a:gd name="connsiteX554" fmla="*/ 319753 w 701643"/>
                <a:gd name="connsiteY554" fmla="*/ 131295 h 696518"/>
                <a:gd name="connsiteX555" fmla="*/ 317714 w 701643"/>
                <a:gd name="connsiteY555" fmla="*/ 118008 h 696518"/>
                <a:gd name="connsiteX556" fmla="*/ 305790 w 701643"/>
                <a:gd name="connsiteY556" fmla="*/ 108472 h 696518"/>
                <a:gd name="connsiteX557" fmla="*/ 132172 w 701643"/>
                <a:gd name="connsiteY557" fmla="*/ 103889 h 696518"/>
                <a:gd name="connsiteX558" fmla="*/ 145652 w 701643"/>
                <a:gd name="connsiteY558" fmla="*/ 103889 h 696518"/>
                <a:gd name="connsiteX559" fmla="*/ 145652 w 701643"/>
                <a:gd name="connsiteY559" fmla="*/ 154375 h 696518"/>
                <a:gd name="connsiteX560" fmla="*/ 139057 w 701643"/>
                <a:gd name="connsiteY560" fmla="*/ 154375 h 696518"/>
                <a:gd name="connsiteX561" fmla="*/ 139057 w 701643"/>
                <a:gd name="connsiteY561" fmla="*/ 121254 h 696518"/>
                <a:gd name="connsiteX562" fmla="*/ 139057 w 701643"/>
                <a:gd name="connsiteY562" fmla="*/ 109775 h 696518"/>
                <a:gd name="connsiteX563" fmla="*/ 132435 w 701643"/>
                <a:gd name="connsiteY563" fmla="*/ 109215 h 696518"/>
                <a:gd name="connsiteX564" fmla="*/ 132172 w 701643"/>
                <a:gd name="connsiteY564" fmla="*/ 103889 h 696518"/>
                <a:gd name="connsiteX565" fmla="*/ 660927 w 701643"/>
                <a:gd name="connsiteY565" fmla="*/ 103854 h 696518"/>
                <a:gd name="connsiteX566" fmla="*/ 675263 w 701643"/>
                <a:gd name="connsiteY566" fmla="*/ 103854 h 696518"/>
                <a:gd name="connsiteX567" fmla="*/ 675263 w 701643"/>
                <a:gd name="connsiteY567" fmla="*/ 126145 h 696518"/>
                <a:gd name="connsiteX568" fmla="*/ 675263 w 701643"/>
                <a:gd name="connsiteY568" fmla="*/ 154322 h 696518"/>
                <a:gd name="connsiteX569" fmla="*/ 668550 w 701643"/>
                <a:gd name="connsiteY569" fmla="*/ 154322 h 696518"/>
                <a:gd name="connsiteX570" fmla="*/ 668550 w 701643"/>
                <a:gd name="connsiteY570" fmla="*/ 109736 h 696518"/>
                <a:gd name="connsiteX571" fmla="*/ 660927 w 701643"/>
                <a:gd name="connsiteY571" fmla="*/ 109241 h 696518"/>
                <a:gd name="connsiteX572" fmla="*/ 660927 w 701643"/>
                <a:gd name="connsiteY572" fmla="*/ 103854 h 696518"/>
                <a:gd name="connsiteX573" fmla="*/ 264174 w 701643"/>
                <a:gd name="connsiteY573" fmla="*/ 103854 h 696518"/>
                <a:gd name="connsiteX574" fmla="*/ 278510 w 701643"/>
                <a:gd name="connsiteY574" fmla="*/ 103854 h 696518"/>
                <a:gd name="connsiteX575" fmla="*/ 278510 w 701643"/>
                <a:gd name="connsiteY575" fmla="*/ 128109 h 696518"/>
                <a:gd name="connsiteX576" fmla="*/ 278510 w 701643"/>
                <a:gd name="connsiteY576" fmla="*/ 154322 h 696518"/>
                <a:gd name="connsiteX577" fmla="*/ 271796 w 701643"/>
                <a:gd name="connsiteY577" fmla="*/ 154322 h 696518"/>
                <a:gd name="connsiteX578" fmla="*/ 271796 w 701643"/>
                <a:gd name="connsiteY578" fmla="*/ 109736 h 696518"/>
                <a:gd name="connsiteX579" fmla="*/ 264174 w 701643"/>
                <a:gd name="connsiteY579" fmla="*/ 109241 h 696518"/>
                <a:gd name="connsiteX580" fmla="*/ 264174 w 701643"/>
                <a:gd name="connsiteY580" fmla="*/ 103854 h 696518"/>
                <a:gd name="connsiteX581" fmla="*/ 0 w 701643"/>
                <a:gd name="connsiteY581" fmla="*/ 103854 h 696518"/>
                <a:gd name="connsiteX582" fmla="*/ 14336 w 701643"/>
                <a:gd name="connsiteY582" fmla="*/ 103854 h 696518"/>
                <a:gd name="connsiteX583" fmla="*/ 14336 w 701643"/>
                <a:gd name="connsiteY583" fmla="*/ 128109 h 696518"/>
                <a:gd name="connsiteX584" fmla="*/ 14336 w 701643"/>
                <a:gd name="connsiteY584" fmla="*/ 154322 h 696518"/>
                <a:gd name="connsiteX585" fmla="*/ 7622 w 701643"/>
                <a:gd name="connsiteY585" fmla="*/ 154322 h 696518"/>
                <a:gd name="connsiteX586" fmla="*/ 7622 w 701643"/>
                <a:gd name="connsiteY586" fmla="*/ 109736 h 696518"/>
                <a:gd name="connsiteX587" fmla="*/ 0 w 701643"/>
                <a:gd name="connsiteY587" fmla="*/ 109241 h 696518"/>
                <a:gd name="connsiteX588" fmla="*/ 0 w 701643"/>
                <a:gd name="connsiteY588" fmla="*/ 103854 h 696518"/>
                <a:gd name="connsiteX589" fmla="*/ 462549 w 701643"/>
                <a:gd name="connsiteY589" fmla="*/ 103853 h 696518"/>
                <a:gd name="connsiteX590" fmla="*/ 476493 w 701643"/>
                <a:gd name="connsiteY590" fmla="*/ 103853 h 696518"/>
                <a:gd name="connsiteX591" fmla="*/ 476493 w 701643"/>
                <a:gd name="connsiteY591" fmla="*/ 154324 h 696518"/>
                <a:gd name="connsiteX592" fmla="*/ 470012 w 701643"/>
                <a:gd name="connsiteY592" fmla="*/ 154324 h 696518"/>
                <a:gd name="connsiteX593" fmla="*/ 470012 w 701643"/>
                <a:gd name="connsiteY593" fmla="*/ 127129 h 696518"/>
                <a:gd name="connsiteX594" fmla="*/ 470012 w 701643"/>
                <a:gd name="connsiteY594" fmla="*/ 109720 h 696518"/>
                <a:gd name="connsiteX595" fmla="*/ 462549 w 701643"/>
                <a:gd name="connsiteY595" fmla="*/ 109244 h 696518"/>
                <a:gd name="connsiteX596" fmla="*/ 462549 w 701643"/>
                <a:gd name="connsiteY596" fmla="*/ 103853 h 696518"/>
                <a:gd name="connsiteX597" fmla="*/ 330938 w 701643"/>
                <a:gd name="connsiteY597" fmla="*/ 103849 h 696518"/>
                <a:gd name="connsiteX598" fmla="*/ 344309 w 701643"/>
                <a:gd name="connsiteY598" fmla="*/ 103849 h 696518"/>
                <a:gd name="connsiteX599" fmla="*/ 344308 w 701643"/>
                <a:gd name="connsiteY599" fmla="*/ 150482 h 696518"/>
                <a:gd name="connsiteX600" fmla="*/ 337503 w 701643"/>
                <a:gd name="connsiteY600" fmla="*/ 154621 h 696518"/>
                <a:gd name="connsiteX601" fmla="*/ 337503 w 701643"/>
                <a:gd name="connsiteY601" fmla="*/ 109710 h 696518"/>
                <a:gd name="connsiteX602" fmla="*/ 330938 w 701643"/>
                <a:gd name="connsiteY602" fmla="*/ 109257 h 696518"/>
                <a:gd name="connsiteX603" fmla="*/ 330938 w 701643"/>
                <a:gd name="connsiteY603" fmla="*/ 103849 h 696518"/>
                <a:gd name="connsiteX604" fmla="*/ 396737 w 701643"/>
                <a:gd name="connsiteY604" fmla="*/ 103847 h 696518"/>
                <a:gd name="connsiteX605" fmla="*/ 411089 w 701643"/>
                <a:gd name="connsiteY605" fmla="*/ 103847 h 696518"/>
                <a:gd name="connsiteX606" fmla="*/ 411088 w 701643"/>
                <a:gd name="connsiteY606" fmla="*/ 150482 h 696518"/>
                <a:gd name="connsiteX607" fmla="*/ 404282 w 701643"/>
                <a:gd name="connsiteY607" fmla="*/ 154622 h 696518"/>
                <a:gd name="connsiteX608" fmla="*/ 404282 w 701643"/>
                <a:gd name="connsiteY608" fmla="*/ 109715 h 696518"/>
                <a:gd name="connsiteX609" fmla="*/ 396737 w 701643"/>
                <a:gd name="connsiteY609" fmla="*/ 109249 h 696518"/>
                <a:gd name="connsiteX610" fmla="*/ 396737 w 701643"/>
                <a:gd name="connsiteY610" fmla="*/ 103847 h 696518"/>
                <a:gd name="connsiteX611" fmla="*/ 198362 w 701643"/>
                <a:gd name="connsiteY611" fmla="*/ 103842 h 696518"/>
                <a:gd name="connsiteX612" fmla="*/ 212332 w 701643"/>
                <a:gd name="connsiteY612" fmla="*/ 103842 h 696518"/>
                <a:gd name="connsiteX613" fmla="*/ 212332 w 701643"/>
                <a:gd name="connsiteY613" fmla="*/ 154340 h 696518"/>
                <a:gd name="connsiteX614" fmla="*/ 205838 w 701643"/>
                <a:gd name="connsiteY614" fmla="*/ 154340 h 696518"/>
                <a:gd name="connsiteX615" fmla="*/ 205838 w 701643"/>
                <a:gd name="connsiteY615" fmla="*/ 144767 h 696518"/>
                <a:gd name="connsiteX616" fmla="*/ 205838 w 701643"/>
                <a:gd name="connsiteY616" fmla="*/ 109714 h 696518"/>
                <a:gd name="connsiteX617" fmla="*/ 198362 w 701643"/>
                <a:gd name="connsiteY617" fmla="*/ 109245 h 696518"/>
                <a:gd name="connsiteX618" fmla="*/ 198362 w 701643"/>
                <a:gd name="connsiteY618" fmla="*/ 103842 h 696518"/>
                <a:gd name="connsiteX619" fmla="*/ 65726 w 701643"/>
                <a:gd name="connsiteY619" fmla="*/ 103801 h 696518"/>
                <a:gd name="connsiteX620" fmla="*/ 80134 w 701643"/>
                <a:gd name="connsiteY620" fmla="*/ 103801 h 696518"/>
                <a:gd name="connsiteX621" fmla="*/ 80134 w 701643"/>
                <a:gd name="connsiteY621" fmla="*/ 110523 h 696518"/>
                <a:gd name="connsiteX622" fmla="*/ 80134 w 701643"/>
                <a:gd name="connsiteY622" fmla="*/ 154291 h 696518"/>
                <a:gd name="connsiteX623" fmla="*/ 73384 w 701643"/>
                <a:gd name="connsiteY623" fmla="*/ 154291 h 696518"/>
                <a:gd name="connsiteX624" fmla="*/ 73384 w 701643"/>
                <a:gd name="connsiteY624" fmla="*/ 109714 h 696518"/>
                <a:gd name="connsiteX625" fmla="*/ 65726 w 701643"/>
                <a:gd name="connsiteY625" fmla="*/ 109263 h 696518"/>
                <a:gd name="connsiteX626" fmla="*/ 65726 w 701643"/>
                <a:gd name="connsiteY626" fmla="*/ 103801 h 696518"/>
                <a:gd name="connsiteX627" fmla="*/ 609107 w 701643"/>
                <a:gd name="connsiteY627" fmla="*/ 103592 h 696518"/>
                <a:gd name="connsiteX628" fmla="*/ 609107 w 701643"/>
                <a:gd name="connsiteY628" fmla="*/ 154299 h 696518"/>
                <a:gd name="connsiteX629" fmla="*/ 602694 w 701643"/>
                <a:gd name="connsiteY629" fmla="*/ 154299 h 696518"/>
                <a:gd name="connsiteX630" fmla="*/ 602694 w 701643"/>
                <a:gd name="connsiteY630" fmla="*/ 109723 h 696518"/>
                <a:gd name="connsiteX631" fmla="*/ 594478 w 701643"/>
                <a:gd name="connsiteY631" fmla="*/ 109221 h 696518"/>
                <a:gd name="connsiteX632" fmla="*/ 596133 w 701643"/>
                <a:gd name="connsiteY632" fmla="*/ 103656 h 696518"/>
                <a:gd name="connsiteX633" fmla="*/ 609107 w 701643"/>
                <a:gd name="connsiteY633" fmla="*/ 103592 h 696518"/>
                <a:gd name="connsiteX634" fmla="*/ 528878 w 701643"/>
                <a:gd name="connsiteY634" fmla="*/ 103558 h 696518"/>
                <a:gd name="connsiteX635" fmla="*/ 537675 w 701643"/>
                <a:gd name="connsiteY635" fmla="*/ 103558 h 696518"/>
                <a:gd name="connsiteX636" fmla="*/ 542333 w 701643"/>
                <a:gd name="connsiteY636" fmla="*/ 103747 h 696518"/>
                <a:gd name="connsiteX637" fmla="*/ 542333 w 701643"/>
                <a:gd name="connsiteY637" fmla="*/ 154303 h 696518"/>
                <a:gd name="connsiteX638" fmla="*/ 536077 w 701643"/>
                <a:gd name="connsiteY638" fmla="*/ 154303 h 696518"/>
                <a:gd name="connsiteX639" fmla="*/ 536077 w 701643"/>
                <a:gd name="connsiteY639" fmla="*/ 109880 h 696518"/>
                <a:gd name="connsiteX640" fmla="*/ 529198 w 701643"/>
                <a:gd name="connsiteY640" fmla="*/ 109151 h 696518"/>
                <a:gd name="connsiteX641" fmla="*/ 528878 w 701643"/>
                <a:gd name="connsiteY641" fmla="*/ 103558 h 696518"/>
                <a:gd name="connsiteX642" fmla="*/ 169876 w 701643"/>
                <a:gd name="connsiteY642" fmla="*/ 102654 h 696518"/>
                <a:gd name="connsiteX643" fmla="*/ 190146 w 701643"/>
                <a:gd name="connsiteY643" fmla="*/ 111797 h 696518"/>
                <a:gd name="connsiteX644" fmla="*/ 193165 w 701643"/>
                <a:gd name="connsiteY644" fmla="*/ 120302 h 696518"/>
                <a:gd name="connsiteX645" fmla="*/ 189868 w 701643"/>
                <a:gd name="connsiteY645" fmla="*/ 146981 h 696518"/>
                <a:gd name="connsiteX646" fmla="*/ 170528 w 701643"/>
                <a:gd name="connsiteY646" fmla="*/ 155490 h 696518"/>
                <a:gd name="connsiteX647" fmla="*/ 155556 w 701643"/>
                <a:gd name="connsiteY647" fmla="*/ 143480 h 696518"/>
                <a:gd name="connsiteX648" fmla="*/ 155587 w 701643"/>
                <a:gd name="connsiteY648" fmla="*/ 114740 h 696518"/>
                <a:gd name="connsiteX649" fmla="*/ 169876 w 701643"/>
                <a:gd name="connsiteY649" fmla="*/ 102654 h 696518"/>
                <a:gd name="connsiteX650" fmla="*/ 375745 w 701643"/>
                <a:gd name="connsiteY650" fmla="*/ 102636 h 696518"/>
                <a:gd name="connsiteX651" fmla="*/ 390383 w 701643"/>
                <a:gd name="connsiteY651" fmla="*/ 115399 h 696518"/>
                <a:gd name="connsiteX652" fmla="*/ 390763 w 701643"/>
                <a:gd name="connsiteY652" fmla="*/ 141105 h 696518"/>
                <a:gd name="connsiteX653" fmla="*/ 369564 w 701643"/>
                <a:gd name="connsiteY653" fmla="*/ 155603 h 696518"/>
                <a:gd name="connsiteX654" fmla="*/ 352208 w 701643"/>
                <a:gd name="connsiteY654" fmla="*/ 138177 h 696518"/>
                <a:gd name="connsiteX655" fmla="*/ 351183 w 701643"/>
                <a:gd name="connsiteY655" fmla="*/ 129093 h 696518"/>
                <a:gd name="connsiteX656" fmla="*/ 358696 w 701643"/>
                <a:gd name="connsiteY656" fmla="*/ 107354 h 696518"/>
                <a:gd name="connsiteX657" fmla="*/ 375745 w 701643"/>
                <a:gd name="connsiteY657" fmla="*/ 102636 h 696518"/>
                <a:gd name="connsiteX658" fmla="*/ 38176 w 701643"/>
                <a:gd name="connsiteY658" fmla="*/ 102592 h 696518"/>
                <a:gd name="connsiteX659" fmla="*/ 55852 w 701643"/>
                <a:gd name="connsiteY659" fmla="*/ 108247 h 696518"/>
                <a:gd name="connsiteX660" fmla="*/ 56975 w 701643"/>
                <a:gd name="connsiteY660" fmla="*/ 147955 h 696518"/>
                <a:gd name="connsiteX661" fmla="*/ 37858 w 701643"/>
                <a:gd name="connsiteY661" fmla="*/ 155491 h 696518"/>
                <a:gd name="connsiteX662" fmla="*/ 23476 w 701643"/>
                <a:gd name="connsiteY662" fmla="*/ 144050 h 696518"/>
                <a:gd name="connsiteX663" fmla="*/ 23421 w 701643"/>
                <a:gd name="connsiteY663" fmla="*/ 114137 h 696518"/>
                <a:gd name="connsiteX664" fmla="*/ 38176 w 701643"/>
                <a:gd name="connsiteY664" fmla="*/ 102592 h 696518"/>
                <a:gd name="connsiteX665" fmla="*/ 309168 w 701643"/>
                <a:gd name="connsiteY665" fmla="*/ 102579 h 696518"/>
                <a:gd name="connsiteX666" fmla="*/ 325701 w 701643"/>
                <a:gd name="connsiteY666" fmla="*/ 120206 h 696518"/>
                <a:gd name="connsiteX667" fmla="*/ 321033 w 701643"/>
                <a:gd name="connsiteY667" fmla="*/ 148894 h 696518"/>
                <a:gd name="connsiteX668" fmla="*/ 287085 w 701643"/>
                <a:gd name="connsiteY668" fmla="*/ 140740 h 696518"/>
                <a:gd name="connsiteX669" fmla="*/ 287094 w 701643"/>
                <a:gd name="connsiteY669" fmla="*/ 117427 h 696518"/>
                <a:gd name="connsiteX670" fmla="*/ 309168 w 701643"/>
                <a:gd name="connsiteY670" fmla="*/ 102579 h 696518"/>
                <a:gd name="connsiteX671" fmla="*/ 242830 w 701643"/>
                <a:gd name="connsiteY671" fmla="*/ 102518 h 696518"/>
                <a:gd name="connsiteX672" fmla="*/ 258629 w 701643"/>
                <a:gd name="connsiteY672" fmla="*/ 117124 h 696518"/>
                <a:gd name="connsiteX673" fmla="*/ 258302 w 701643"/>
                <a:gd name="connsiteY673" fmla="*/ 142921 h 696518"/>
                <a:gd name="connsiteX674" fmla="*/ 235437 w 701643"/>
                <a:gd name="connsiteY674" fmla="*/ 155351 h 696518"/>
                <a:gd name="connsiteX675" fmla="*/ 219786 w 701643"/>
                <a:gd name="connsiteY675" fmla="*/ 135384 h 696518"/>
                <a:gd name="connsiteX676" fmla="*/ 221593 w 701643"/>
                <a:gd name="connsiteY676" fmla="*/ 115755 h 696518"/>
                <a:gd name="connsiteX677" fmla="*/ 242830 w 701643"/>
                <a:gd name="connsiteY677" fmla="*/ 102518 h 696518"/>
                <a:gd name="connsiteX678" fmla="*/ 505106 w 701643"/>
                <a:gd name="connsiteY678" fmla="*/ 102516 h 696518"/>
                <a:gd name="connsiteX679" fmla="*/ 520122 w 701643"/>
                <a:gd name="connsiteY679" fmla="*/ 110524 h 696518"/>
                <a:gd name="connsiteX680" fmla="*/ 524645 w 701643"/>
                <a:gd name="connsiteY680" fmla="*/ 133562 h 696518"/>
                <a:gd name="connsiteX681" fmla="*/ 522063 w 701643"/>
                <a:gd name="connsiteY681" fmla="*/ 143740 h 696518"/>
                <a:gd name="connsiteX682" fmla="*/ 489111 w 701643"/>
                <a:gd name="connsiteY682" fmla="*/ 148892 h 696518"/>
                <a:gd name="connsiteX683" fmla="*/ 489257 w 701643"/>
                <a:gd name="connsiteY683" fmla="*/ 109101 h 696518"/>
                <a:gd name="connsiteX684" fmla="*/ 505106 w 701643"/>
                <a:gd name="connsiteY684" fmla="*/ 102516 h 696518"/>
                <a:gd name="connsiteX685" fmla="*/ 441146 w 701643"/>
                <a:gd name="connsiteY685" fmla="*/ 102514 h 696518"/>
                <a:gd name="connsiteX686" fmla="*/ 457132 w 701643"/>
                <a:gd name="connsiteY686" fmla="*/ 117033 h 696518"/>
                <a:gd name="connsiteX687" fmla="*/ 458228 w 701643"/>
                <a:gd name="connsiteY687" fmla="*/ 130986 h 696518"/>
                <a:gd name="connsiteX688" fmla="*/ 443876 w 701643"/>
                <a:gd name="connsiteY688" fmla="*/ 154948 h 696518"/>
                <a:gd name="connsiteX689" fmla="*/ 419772 w 701643"/>
                <a:gd name="connsiteY689" fmla="*/ 142347 h 696518"/>
                <a:gd name="connsiteX690" fmla="*/ 419788 w 701643"/>
                <a:gd name="connsiteY690" fmla="*/ 115745 h 696518"/>
                <a:gd name="connsiteX691" fmla="*/ 441146 w 701643"/>
                <a:gd name="connsiteY691" fmla="*/ 102514 h 696518"/>
                <a:gd name="connsiteX692" fmla="*/ 106028 w 701643"/>
                <a:gd name="connsiteY692" fmla="*/ 102463 h 696518"/>
                <a:gd name="connsiteX693" fmla="*/ 126714 w 701643"/>
                <a:gd name="connsiteY693" fmla="*/ 118096 h 696518"/>
                <a:gd name="connsiteX694" fmla="*/ 125352 w 701643"/>
                <a:gd name="connsiteY694" fmla="*/ 143671 h 696518"/>
                <a:gd name="connsiteX695" fmla="*/ 106765 w 701643"/>
                <a:gd name="connsiteY695" fmla="*/ 155608 h 696518"/>
                <a:gd name="connsiteX696" fmla="*/ 102436 w 701643"/>
                <a:gd name="connsiteY696" fmla="*/ 155436 h 696518"/>
                <a:gd name="connsiteX697" fmla="*/ 87185 w 701643"/>
                <a:gd name="connsiteY697" fmla="*/ 134666 h 696518"/>
                <a:gd name="connsiteX698" fmla="*/ 88153 w 701643"/>
                <a:gd name="connsiteY698" fmla="*/ 118710 h 696518"/>
                <a:gd name="connsiteX699" fmla="*/ 106028 w 701643"/>
                <a:gd name="connsiteY699" fmla="*/ 102463 h 696518"/>
                <a:gd name="connsiteX700" fmla="*/ 567845 w 701643"/>
                <a:gd name="connsiteY700" fmla="*/ 102448 h 696518"/>
                <a:gd name="connsiteX701" fmla="*/ 585797 w 701643"/>
                <a:gd name="connsiteY701" fmla="*/ 109787 h 696518"/>
                <a:gd name="connsiteX702" fmla="*/ 583610 w 701643"/>
                <a:gd name="connsiteY702" fmla="*/ 150473 h 696518"/>
                <a:gd name="connsiteX703" fmla="*/ 576689 w 701643"/>
                <a:gd name="connsiteY703" fmla="*/ 154606 h 696518"/>
                <a:gd name="connsiteX704" fmla="*/ 552057 w 701643"/>
                <a:gd name="connsiteY704" fmla="*/ 142967 h 696518"/>
                <a:gd name="connsiteX705" fmla="*/ 552573 w 701643"/>
                <a:gd name="connsiteY705" fmla="*/ 113698 h 696518"/>
                <a:gd name="connsiteX706" fmla="*/ 567845 w 701643"/>
                <a:gd name="connsiteY706" fmla="*/ 102448 h 696518"/>
                <a:gd name="connsiteX707" fmla="*/ 638231 w 701643"/>
                <a:gd name="connsiteY707" fmla="*/ 102419 h 696518"/>
                <a:gd name="connsiteX708" fmla="*/ 654449 w 701643"/>
                <a:gd name="connsiteY708" fmla="*/ 114008 h 696518"/>
                <a:gd name="connsiteX709" fmla="*/ 654584 w 701643"/>
                <a:gd name="connsiteY709" fmla="*/ 143423 h 696518"/>
                <a:gd name="connsiteX710" fmla="*/ 625502 w 701643"/>
                <a:gd name="connsiteY710" fmla="*/ 152482 h 696518"/>
                <a:gd name="connsiteX711" fmla="*/ 616822 w 701643"/>
                <a:gd name="connsiteY711" fmla="*/ 137747 h 696518"/>
                <a:gd name="connsiteX712" fmla="*/ 620897 w 701643"/>
                <a:gd name="connsiteY712" fmla="*/ 110102 h 696518"/>
                <a:gd name="connsiteX713" fmla="*/ 638231 w 701643"/>
                <a:gd name="connsiteY713" fmla="*/ 102419 h 696518"/>
                <a:gd name="connsiteX714" fmla="*/ 345425 w 701643"/>
                <a:gd name="connsiteY714" fmla="*/ 7802 h 696518"/>
                <a:gd name="connsiteX715" fmla="*/ 338385 w 701643"/>
                <a:gd name="connsiteY715" fmla="*/ 20546 h 696518"/>
                <a:gd name="connsiteX716" fmla="*/ 340224 w 701643"/>
                <a:gd name="connsiteY716" fmla="*/ 39348 h 696518"/>
                <a:gd name="connsiteX717" fmla="*/ 351479 w 701643"/>
                <a:gd name="connsiteY717" fmla="*/ 46729 h 696518"/>
                <a:gd name="connsiteX718" fmla="*/ 362732 w 701643"/>
                <a:gd name="connsiteY718" fmla="*/ 39062 h 696518"/>
                <a:gd name="connsiteX719" fmla="*/ 364218 w 701643"/>
                <a:gd name="connsiteY719" fmla="*/ 19593 h 696518"/>
                <a:gd name="connsiteX720" fmla="*/ 358263 w 701643"/>
                <a:gd name="connsiteY720" fmla="*/ 8431 h 696518"/>
                <a:gd name="connsiteX721" fmla="*/ 345425 w 701643"/>
                <a:gd name="connsiteY721" fmla="*/ 7802 h 696518"/>
                <a:gd name="connsiteX722" fmla="*/ 545301 w 701643"/>
                <a:gd name="connsiteY722" fmla="*/ 7102 h 696518"/>
                <a:gd name="connsiteX723" fmla="*/ 538792 w 701643"/>
                <a:gd name="connsiteY723" fmla="*/ 13634 h 696518"/>
                <a:gd name="connsiteX724" fmla="*/ 537253 w 701643"/>
                <a:gd name="connsiteY724" fmla="*/ 36580 h 696518"/>
                <a:gd name="connsiteX725" fmla="*/ 550568 w 701643"/>
                <a:gd name="connsiteY725" fmla="*/ 46598 h 696518"/>
                <a:gd name="connsiteX726" fmla="*/ 561925 w 701643"/>
                <a:gd name="connsiteY726" fmla="*/ 37192 h 696518"/>
                <a:gd name="connsiteX727" fmla="*/ 562161 w 701643"/>
                <a:gd name="connsiteY727" fmla="*/ 18597 h 696518"/>
                <a:gd name="connsiteX728" fmla="*/ 545301 w 701643"/>
                <a:gd name="connsiteY728" fmla="*/ 7102 h 696518"/>
                <a:gd name="connsiteX729" fmla="*/ 413115 w 701643"/>
                <a:gd name="connsiteY729" fmla="*/ 6989 h 696518"/>
                <a:gd name="connsiteX730" fmla="*/ 404299 w 701643"/>
                <a:gd name="connsiteY730" fmla="*/ 19386 h 696518"/>
                <a:gd name="connsiteX731" fmla="*/ 404279 w 701643"/>
                <a:gd name="connsiteY731" fmla="*/ 33600 h 696518"/>
                <a:gd name="connsiteX732" fmla="*/ 414707 w 701643"/>
                <a:gd name="connsiteY732" fmla="*/ 46570 h 696518"/>
                <a:gd name="connsiteX733" fmla="*/ 429460 w 701643"/>
                <a:gd name="connsiteY733" fmla="*/ 36995 h 696518"/>
                <a:gd name="connsiteX734" fmla="*/ 426323 w 701643"/>
                <a:gd name="connsiteY734" fmla="*/ 10274 h 696518"/>
                <a:gd name="connsiteX735" fmla="*/ 413115 w 701643"/>
                <a:gd name="connsiteY735" fmla="*/ 6989 h 696518"/>
                <a:gd name="connsiteX736" fmla="*/ 683776 w 701643"/>
                <a:gd name="connsiteY736" fmla="*/ 6405 h 696518"/>
                <a:gd name="connsiteX737" fmla="*/ 671233 w 701643"/>
                <a:gd name="connsiteY737" fmla="*/ 12617 h 696518"/>
                <a:gd name="connsiteX738" fmla="*/ 670741 w 701643"/>
                <a:gd name="connsiteY738" fmla="*/ 39598 h 696518"/>
                <a:gd name="connsiteX739" fmla="*/ 683845 w 701643"/>
                <a:gd name="connsiteY739" fmla="*/ 46588 h 696518"/>
                <a:gd name="connsiteX740" fmla="*/ 693799 w 701643"/>
                <a:gd name="connsiteY740" fmla="*/ 37370 h 696518"/>
                <a:gd name="connsiteX741" fmla="*/ 693072 w 701643"/>
                <a:gd name="connsiteY741" fmla="*/ 14501 h 696518"/>
                <a:gd name="connsiteX742" fmla="*/ 683776 w 701643"/>
                <a:gd name="connsiteY742" fmla="*/ 6405 h 696518"/>
                <a:gd name="connsiteX743" fmla="*/ 485046 w 701643"/>
                <a:gd name="connsiteY743" fmla="*/ 6376 h 696518"/>
                <a:gd name="connsiteX744" fmla="*/ 472708 w 701643"/>
                <a:gd name="connsiteY744" fmla="*/ 12918 h 696518"/>
                <a:gd name="connsiteX745" fmla="*/ 472747 w 701643"/>
                <a:gd name="connsiteY745" fmla="*/ 39988 h 696518"/>
                <a:gd name="connsiteX746" fmla="*/ 489413 w 701643"/>
                <a:gd name="connsiteY746" fmla="*/ 44967 h 696518"/>
                <a:gd name="connsiteX747" fmla="*/ 496515 w 701643"/>
                <a:gd name="connsiteY747" fmla="*/ 33795 h 696518"/>
                <a:gd name="connsiteX748" fmla="*/ 494560 w 701643"/>
                <a:gd name="connsiteY748" fmla="*/ 14653 h 696518"/>
                <a:gd name="connsiteX749" fmla="*/ 485046 w 701643"/>
                <a:gd name="connsiteY749" fmla="*/ 6376 h 696518"/>
                <a:gd name="connsiteX750" fmla="*/ 18663 w 701643"/>
                <a:gd name="connsiteY750" fmla="*/ 6341 h 696518"/>
                <a:gd name="connsiteX751" fmla="*/ 7481 w 701643"/>
                <a:gd name="connsiteY751" fmla="*/ 20328 h 696518"/>
                <a:gd name="connsiteX752" fmla="*/ 7478 w 701643"/>
                <a:gd name="connsiteY752" fmla="*/ 31110 h 696518"/>
                <a:gd name="connsiteX753" fmla="*/ 18232 w 701643"/>
                <a:gd name="connsiteY753" fmla="*/ 46585 h 696518"/>
                <a:gd name="connsiteX754" fmla="*/ 32826 w 701643"/>
                <a:gd name="connsiteY754" fmla="*/ 35761 h 696518"/>
                <a:gd name="connsiteX755" fmla="*/ 32851 w 701643"/>
                <a:gd name="connsiteY755" fmla="*/ 17626 h 696518"/>
                <a:gd name="connsiteX756" fmla="*/ 18663 w 701643"/>
                <a:gd name="connsiteY756" fmla="*/ 6341 h 696518"/>
                <a:gd name="connsiteX757" fmla="*/ 613841 w 701643"/>
                <a:gd name="connsiteY757" fmla="*/ 6340 h 696518"/>
                <a:gd name="connsiteX758" fmla="*/ 602613 w 701643"/>
                <a:gd name="connsiteY758" fmla="*/ 20265 h 696518"/>
                <a:gd name="connsiteX759" fmla="*/ 602593 w 701643"/>
                <a:gd name="connsiteY759" fmla="*/ 32918 h 696518"/>
                <a:gd name="connsiteX760" fmla="*/ 603788 w 701643"/>
                <a:gd name="connsiteY760" fmla="*/ 38049 h 696518"/>
                <a:gd name="connsiteX761" fmla="*/ 614332 w 701643"/>
                <a:gd name="connsiteY761" fmla="*/ 46602 h 696518"/>
                <a:gd name="connsiteX762" fmla="*/ 627024 w 701643"/>
                <a:gd name="connsiteY762" fmla="*/ 38989 h 696518"/>
                <a:gd name="connsiteX763" fmla="*/ 628127 w 701643"/>
                <a:gd name="connsiteY763" fmla="*/ 17641 h 696518"/>
                <a:gd name="connsiteX764" fmla="*/ 613841 w 701643"/>
                <a:gd name="connsiteY764" fmla="*/ 6340 h 696518"/>
                <a:gd name="connsiteX765" fmla="*/ 217114 w 701643"/>
                <a:gd name="connsiteY765" fmla="*/ 6340 h 696518"/>
                <a:gd name="connsiteX766" fmla="*/ 205861 w 701643"/>
                <a:gd name="connsiteY766" fmla="*/ 20262 h 696518"/>
                <a:gd name="connsiteX767" fmla="*/ 205874 w 701643"/>
                <a:gd name="connsiteY767" fmla="*/ 33010 h 696518"/>
                <a:gd name="connsiteX768" fmla="*/ 225795 w 701643"/>
                <a:gd name="connsiteY768" fmla="*/ 44760 h 696518"/>
                <a:gd name="connsiteX769" fmla="*/ 231342 w 701643"/>
                <a:gd name="connsiteY769" fmla="*/ 17697 h 696518"/>
                <a:gd name="connsiteX770" fmla="*/ 217114 w 701643"/>
                <a:gd name="connsiteY770" fmla="*/ 6340 h 696518"/>
                <a:gd name="connsiteX771" fmla="*/ 284641 w 701643"/>
                <a:gd name="connsiteY771" fmla="*/ 6336 h 696518"/>
                <a:gd name="connsiteX772" fmla="*/ 273592 w 701643"/>
                <a:gd name="connsiteY772" fmla="*/ 14923 h 696518"/>
                <a:gd name="connsiteX773" fmla="*/ 272425 w 701643"/>
                <a:gd name="connsiteY773" fmla="*/ 33458 h 696518"/>
                <a:gd name="connsiteX774" fmla="*/ 290559 w 701643"/>
                <a:gd name="connsiteY774" fmla="*/ 45875 h 696518"/>
                <a:gd name="connsiteX775" fmla="*/ 295509 w 701643"/>
                <a:gd name="connsiteY775" fmla="*/ 40820 h 696518"/>
                <a:gd name="connsiteX776" fmla="*/ 296651 w 701643"/>
                <a:gd name="connsiteY776" fmla="*/ 14261 h 696518"/>
                <a:gd name="connsiteX777" fmla="*/ 284641 w 701643"/>
                <a:gd name="connsiteY777" fmla="*/ 6336 h 696518"/>
                <a:gd name="connsiteX778" fmla="*/ 152599 w 701643"/>
                <a:gd name="connsiteY778" fmla="*/ 6312 h 696518"/>
                <a:gd name="connsiteX779" fmla="*/ 141165 w 701643"/>
                <a:gd name="connsiteY779" fmla="*/ 14969 h 696518"/>
                <a:gd name="connsiteX780" fmla="*/ 141881 w 701643"/>
                <a:gd name="connsiteY780" fmla="*/ 39277 h 696518"/>
                <a:gd name="connsiteX781" fmla="*/ 155436 w 701643"/>
                <a:gd name="connsiteY781" fmla="*/ 46590 h 696518"/>
                <a:gd name="connsiteX782" fmla="*/ 165332 w 701643"/>
                <a:gd name="connsiteY782" fmla="*/ 37056 h 696518"/>
                <a:gd name="connsiteX783" fmla="*/ 164609 w 701643"/>
                <a:gd name="connsiteY783" fmla="*/ 14898 h 696518"/>
                <a:gd name="connsiteX784" fmla="*/ 152599 w 701643"/>
                <a:gd name="connsiteY784" fmla="*/ 6312 h 696518"/>
                <a:gd name="connsiteX785" fmla="*/ 88043 w 701643"/>
                <a:gd name="connsiteY785" fmla="*/ 6160 h 696518"/>
                <a:gd name="connsiteX786" fmla="*/ 77942 w 701643"/>
                <a:gd name="connsiteY786" fmla="*/ 10119 h 696518"/>
                <a:gd name="connsiteX787" fmla="*/ 79815 w 701643"/>
                <a:gd name="connsiteY787" fmla="*/ 44758 h 696518"/>
                <a:gd name="connsiteX788" fmla="*/ 96665 w 701643"/>
                <a:gd name="connsiteY788" fmla="*/ 42009 h 696518"/>
                <a:gd name="connsiteX789" fmla="*/ 97877 w 701643"/>
                <a:gd name="connsiteY789" fmla="*/ 13717 h 696518"/>
                <a:gd name="connsiteX790" fmla="*/ 88043 w 701643"/>
                <a:gd name="connsiteY790" fmla="*/ 6160 h 696518"/>
                <a:gd name="connsiteX791" fmla="*/ 111534 w 701643"/>
                <a:gd name="connsiteY791" fmla="*/ 1807 h 696518"/>
                <a:gd name="connsiteX792" fmla="*/ 124984 w 701643"/>
                <a:gd name="connsiteY792" fmla="*/ 1807 h 696518"/>
                <a:gd name="connsiteX793" fmla="*/ 124984 w 701643"/>
                <a:gd name="connsiteY793" fmla="*/ 52263 h 696518"/>
                <a:gd name="connsiteX794" fmla="*/ 118888 w 701643"/>
                <a:gd name="connsiteY794" fmla="*/ 51909 h 696518"/>
                <a:gd name="connsiteX795" fmla="*/ 118602 w 701643"/>
                <a:gd name="connsiteY795" fmla="*/ 7739 h 696518"/>
                <a:gd name="connsiteX796" fmla="*/ 111805 w 701643"/>
                <a:gd name="connsiteY796" fmla="*/ 7004 h 696518"/>
                <a:gd name="connsiteX797" fmla="*/ 111534 w 701643"/>
                <a:gd name="connsiteY797" fmla="*/ 1807 h 696518"/>
                <a:gd name="connsiteX798" fmla="*/ 441510 w 701643"/>
                <a:gd name="connsiteY798" fmla="*/ 1804 h 696518"/>
                <a:gd name="connsiteX799" fmla="*/ 455940 w 701643"/>
                <a:gd name="connsiteY799" fmla="*/ 1804 h 696518"/>
                <a:gd name="connsiteX800" fmla="*/ 455940 w 701643"/>
                <a:gd name="connsiteY800" fmla="*/ 52264 h 696518"/>
                <a:gd name="connsiteX801" fmla="*/ 449843 w 701643"/>
                <a:gd name="connsiteY801" fmla="*/ 51910 h 696518"/>
                <a:gd name="connsiteX802" fmla="*/ 449557 w 701643"/>
                <a:gd name="connsiteY802" fmla="*/ 7640 h 696518"/>
                <a:gd name="connsiteX803" fmla="*/ 441776 w 701643"/>
                <a:gd name="connsiteY803" fmla="*/ 7075 h 696518"/>
                <a:gd name="connsiteX804" fmla="*/ 441510 w 701643"/>
                <a:gd name="connsiteY804" fmla="*/ 1804 h 696518"/>
                <a:gd name="connsiteX805" fmla="*/ 243410 w 701643"/>
                <a:gd name="connsiteY805" fmla="*/ 1760 h 696518"/>
                <a:gd name="connsiteX806" fmla="*/ 257601 w 701643"/>
                <a:gd name="connsiteY806" fmla="*/ 1760 h 696518"/>
                <a:gd name="connsiteX807" fmla="*/ 257601 w 701643"/>
                <a:gd name="connsiteY807" fmla="*/ 52234 h 696518"/>
                <a:gd name="connsiteX808" fmla="*/ 251013 w 701643"/>
                <a:gd name="connsiteY808" fmla="*/ 52234 h 696518"/>
                <a:gd name="connsiteX809" fmla="*/ 251013 w 701643"/>
                <a:gd name="connsiteY809" fmla="*/ 16207 h 696518"/>
                <a:gd name="connsiteX810" fmla="*/ 251013 w 701643"/>
                <a:gd name="connsiteY810" fmla="*/ 7668 h 696518"/>
                <a:gd name="connsiteX811" fmla="*/ 243410 w 701643"/>
                <a:gd name="connsiteY811" fmla="*/ 7013 h 696518"/>
                <a:gd name="connsiteX812" fmla="*/ 243410 w 701643"/>
                <a:gd name="connsiteY812" fmla="*/ 1760 h 696518"/>
                <a:gd name="connsiteX813" fmla="*/ 308942 w 701643"/>
                <a:gd name="connsiteY813" fmla="*/ 1755 h 696518"/>
                <a:gd name="connsiteX814" fmla="*/ 323404 w 701643"/>
                <a:gd name="connsiteY814" fmla="*/ 1755 h 696518"/>
                <a:gd name="connsiteX815" fmla="*/ 323404 w 701643"/>
                <a:gd name="connsiteY815" fmla="*/ 52240 h 696518"/>
                <a:gd name="connsiteX816" fmla="*/ 316811 w 701643"/>
                <a:gd name="connsiteY816" fmla="*/ 52240 h 696518"/>
                <a:gd name="connsiteX817" fmla="*/ 316811 w 701643"/>
                <a:gd name="connsiteY817" fmla="*/ 44561 h 696518"/>
                <a:gd name="connsiteX818" fmla="*/ 316811 w 701643"/>
                <a:gd name="connsiteY818" fmla="*/ 7634 h 696518"/>
                <a:gd name="connsiteX819" fmla="*/ 309215 w 701643"/>
                <a:gd name="connsiteY819" fmla="*/ 7085 h 696518"/>
                <a:gd name="connsiteX820" fmla="*/ 308942 w 701643"/>
                <a:gd name="connsiteY820" fmla="*/ 1755 h 696518"/>
                <a:gd name="connsiteX821" fmla="*/ 375729 w 701643"/>
                <a:gd name="connsiteY821" fmla="*/ 1749 h 696518"/>
                <a:gd name="connsiteX822" fmla="*/ 390191 w 701643"/>
                <a:gd name="connsiteY822" fmla="*/ 1749 h 696518"/>
                <a:gd name="connsiteX823" fmla="*/ 390191 w 701643"/>
                <a:gd name="connsiteY823" fmla="*/ 52249 h 696518"/>
                <a:gd name="connsiteX824" fmla="*/ 383591 w 701643"/>
                <a:gd name="connsiteY824" fmla="*/ 52249 h 696518"/>
                <a:gd name="connsiteX825" fmla="*/ 383591 w 701643"/>
                <a:gd name="connsiteY825" fmla="*/ 45519 h 696518"/>
                <a:gd name="connsiteX826" fmla="*/ 383591 w 701643"/>
                <a:gd name="connsiteY826" fmla="*/ 7626 h 696518"/>
                <a:gd name="connsiteX827" fmla="*/ 375990 w 701643"/>
                <a:gd name="connsiteY827" fmla="*/ 7089 h 696518"/>
                <a:gd name="connsiteX828" fmla="*/ 375729 w 701643"/>
                <a:gd name="connsiteY828" fmla="*/ 1749 h 696518"/>
                <a:gd name="connsiteX829" fmla="*/ 640307 w 701643"/>
                <a:gd name="connsiteY829" fmla="*/ 1728 h 696518"/>
                <a:gd name="connsiteX830" fmla="*/ 654638 w 701643"/>
                <a:gd name="connsiteY830" fmla="*/ 1728 h 696518"/>
                <a:gd name="connsiteX831" fmla="*/ 654635 w 701643"/>
                <a:gd name="connsiteY831" fmla="*/ 49275 h 696518"/>
                <a:gd name="connsiteX832" fmla="*/ 647867 w 701643"/>
                <a:gd name="connsiteY832" fmla="*/ 52769 h 696518"/>
                <a:gd name="connsiteX833" fmla="*/ 647867 w 701643"/>
                <a:gd name="connsiteY833" fmla="*/ 7592 h 696518"/>
                <a:gd name="connsiteX834" fmla="*/ 640307 w 701643"/>
                <a:gd name="connsiteY834" fmla="*/ 7111 h 696518"/>
                <a:gd name="connsiteX835" fmla="*/ 640307 w 701643"/>
                <a:gd name="connsiteY835" fmla="*/ 1728 h 696518"/>
                <a:gd name="connsiteX836" fmla="*/ 574506 w 701643"/>
                <a:gd name="connsiteY836" fmla="*/ 1720 h 696518"/>
                <a:gd name="connsiteX837" fmla="*/ 588842 w 701643"/>
                <a:gd name="connsiteY837" fmla="*/ 1720 h 696518"/>
                <a:gd name="connsiteX838" fmla="*/ 588842 w 701643"/>
                <a:gd name="connsiteY838" fmla="*/ 22047 h 696518"/>
                <a:gd name="connsiteX839" fmla="*/ 588842 w 701643"/>
                <a:gd name="connsiteY839" fmla="*/ 52188 h 696518"/>
                <a:gd name="connsiteX840" fmla="*/ 582129 w 701643"/>
                <a:gd name="connsiteY840" fmla="*/ 52188 h 696518"/>
                <a:gd name="connsiteX841" fmla="*/ 582129 w 701643"/>
                <a:gd name="connsiteY841" fmla="*/ 7602 h 696518"/>
                <a:gd name="connsiteX842" fmla="*/ 574506 w 701643"/>
                <a:gd name="connsiteY842" fmla="*/ 7107 h 696518"/>
                <a:gd name="connsiteX843" fmla="*/ 574506 w 701643"/>
                <a:gd name="connsiteY843" fmla="*/ 1720 h 696518"/>
                <a:gd name="connsiteX844" fmla="*/ 507725 w 701643"/>
                <a:gd name="connsiteY844" fmla="*/ 1719 h 696518"/>
                <a:gd name="connsiteX845" fmla="*/ 522062 w 701643"/>
                <a:gd name="connsiteY845" fmla="*/ 1719 h 696518"/>
                <a:gd name="connsiteX846" fmla="*/ 522062 w 701643"/>
                <a:gd name="connsiteY846" fmla="*/ 18120 h 696518"/>
                <a:gd name="connsiteX847" fmla="*/ 522062 w 701643"/>
                <a:gd name="connsiteY847" fmla="*/ 52188 h 696518"/>
                <a:gd name="connsiteX848" fmla="*/ 515347 w 701643"/>
                <a:gd name="connsiteY848" fmla="*/ 52188 h 696518"/>
                <a:gd name="connsiteX849" fmla="*/ 515347 w 701643"/>
                <a:gd name="connsiteY849" fmla="*/ 7599 h 696518"/>
                <a:gd name="connsiteX850" fmla="*/ 507725 w 701643"/>
                <a:gd name="connsiteY850" fmla="*/ 7107 h 696518"/>
                <a:gd name="connsiteX851" fmla="*/ 507725 w 701643"/>
                <a:gd name="connsiteY851" fmla="*/ 1719 h 696518"/>
                <a:gd name="connsiteX852" fmla="*/ 177752 w 701643"/>
                <a:gd name="connsiteY852" fmla="*/ 1718 h 696518"/>
                <a:gd name="connsiteX853" fmla="*/ 192090 w 701643"/>
                <a:gd name="connsiteY853" fmla="*/ 1718 h 696518"/>
                <a:gd name="connsiteX854" fmla="*/ 192090 w 701643"/>
                <a:gd name="connsiteY854" fmla="*/ 16158 h 696518"/>
                <a:gd name="connsiteX855" fmla="*/ 192090 w 701643"/>
                <a:gd name="connsiteY855" fmla="*/ 52188 h 696518"/>
                <a:gd name="connsiteX856" fmla="*/ 185373 w 701643"/>
                <a:gd name="connsiteY856" fmla="*/ 52188 h 696518"/>
                <a:gd name="connsiteX857" fmla="*/ 185373 w 701643"/>
                <a:gd name="connsiteY857" fmla="*/ 7595 h 696518"/>
                <a:gd name="connsiteX858" fmla="*/ 177752 w 701643"/>
                <a:gd name="connsiteY858" fmla="*/ 7109 h 696518"/>
                <a:gd name="connsiteX859" fmla="*/ 177752 w 701643"/>
                <a:gd name="connsiteY859" fmla="*/ 1718 h 696518"/>
                <a:gd name="connsiteX860" fmla="*/ 45173 w 701643"/>
                <a:gd name="connsiteY860" fmla="*/ 1718 h 696518"/>
                <a:gd name="connsiteX861" fmla="*/ 59117 w 701643"/>
                <a:gd name="connsiteY861" fmla="*/ 1718 h 696518"/>
                <a:gd name="connsiteX862" fmla="*/ 59117 w 701643"/>
                <a:gd name="connsiteY862" fmla="*/ 52189 h 696518"/>
                <a:gd name="connsiteX863" fmla="*/ 52636 w 701643"/>
                <a:gd name="connsiteY863" fmla="*/ 52189 h 696518"/>
                <a:gd name="connsiteX864" fmla="*/ 52636 w 701643"/>
                <a:gd name="connsiteY864" fmla="*/ 27939 h 696518"/>
                <a:gd name="connsiteX865" fmla="*/ 52636 w 701643"/>
                <a:gd name="connsiteY865" fmla="*/ 7585 h 696518"/>
                <a:gd name="connsiteX866" fmla="*/ 45173 w 701643"/>
                <a:gd name="connsiteY866" fmla="*/ 7109 h 696518"/>
                <a:gd name="connsiteX867" fmla="*/ 45173 w 701643"/>
                <a:gd name="connsiteY867" fmla="*/ 1718 h 696518"/>
                <a:gd name="connsiteX868" fmla="*/ 541112 w 701643"/>
                <a:gd name="connsiteY868" fmla="*/ 1640 h 696518"/>
                <a:gd name="connsiteX869" fmla="*/ 559405 w 701643"/>
                <a:gd name="connsiteY869" fmla="*/ 2006 h 696518"/>
                <a:gd name="connsiteX870" fmla="*/ 569649 w 701643"/>
                <a:gd name="connsiteY870" fmla="*/ 19096 h 696518"/>
                <a:gd name="connsiteX871" fmla="*/ 567090 w 701643"/>
                <a:gd name="connsiteY871" fmla="*/ 42826 h 696518"/>
                <a:gd name="connsiteX872" fmla="*/ 547978 w 701643"/>
                <a:gd name="connsiteY872" fmla="*/ 53386 h 696518"/>
                <a:gd name="connsiteX873" fmla="*/ 531021 w 701643"/>
                <a:gd name="connsiteY873" fmla="*/ 39775 h 696518"/>
                <a:gd name="connsiteX874" fmla="*/ 531135 w 701643"/>
                <a:gd name="connsiteY874" fmla="*/ 13200 h 696518"/>
                <a:gd name="connsiteX875" fmla="*/ 541112 w 701643"/>
                <a:gd name="connsiteY875" fmla="*/ 1640 h 696518"/>
                <a:gd name="connsiteX876" fmla="*/ 345556 w 701643"/>
                <a:gd name="connsiteY876" fmla="*/ 903 h 696518"/>
                <a:gd name="connsiteX877" fmla="*/ 365174 w 701643"/>
                <a:gd name="connsiteY877" fmla="*/ 5103 h 696518"/>
                <a:gd name="connsiteX878" fmla="*/ 366809 w 701643"/>
                <a:gd name="connsiteY878" fmla="*/ 46002 h 696518"/>
                <a:gd name="connsiteX879" fmla="*/ 334521 w 701643"/>
                <a:gd name="connsiteY879" fmla="*/ 43853 h 696518"/>
                <a:gd name="connsiteX880" fmla="*/ 332075 w 701643"/>
                <a:gd name="connsiteY880" fmla="*/ 15118 h 696518"/>
                <a:gd name="connsiteX881" fmla="*/ 345556 w 701643"/>
                <a:gd name="connsiteY881" fmla="*/ 903 h 696518"/>
                <a:gd name="connsiteX882" fmla="*/ 147327 w 701643"/>
                <a:gd name="connsiteY882" fmla="*/ 732 h 696518"/>
                <a:gd name="connsiteX883" fmla="*/ 164836 w 701643"/>
                <a:gd name="connsiteY883" fmla="*/ 3612 h 696518"/>
                <a:gd name="connsiteX884" fmla="*/ 173284 w 701643"/>
                <a:gd name="connsiteY884" fmla="*/ 21382 h 696518"/>
                <a:gd name="connsiteX885" fmla="*/ 172537 w 701643"/>
                <a:gd name="connsiteY885" fmla="*/ 34845 h 696518"/>
                <a:gd name="connsiteX886" fmla="*/ 160872 w 701643"/>
                <a:gd name="connsiteY886" fmla="*/ 51774 h 696518"/>
                <a:gd name="connsiteX887" fmla="*/ 139768 w 701643"/>
                <a:gd name="connsiteY887" fmla="*/ 48450 h 696518"/>
                <a:gd name="connsiteX888" fmla="*/ 133760 w 701643"/>
                <a:gd name="connsiteY888" fmla="*/ 37681 h 696518"/>
                <a:gd name="connsiteX889" fmla="*/ 134133 w 701643"/>
                <a:gd name="connsiteY889" fmla="*/ 13884 h 696518"/>
                <a:gd name="connsiteX890" fmla="*/ 147327 w 701643"/>
                <a:gd name="connsiteY890" fmla="*/ 732 h 696518"/>
                <a:gd name="connsiteX891" fmla="*/ 223021 w 701643"/>
                <a:gd name="connsiteY891" fmla="*/ 507 h 696518"/>
                <a:gd name="connsiteX892" fmla="*/ 237174 w 701643"/>
                <a:gd name="connsiteY892" fmla="*/ 12683 h 696518"/>
                <a:gd name="connsiteX893" fmla="*/ 234623 w 701643"/>
                <a:gd name="connsiteY893" fmla="*/ 45764 h 696518"/>
                <a:gd name="connsiteX894" fmla="*/ 209897 w 701643"/>
                <a:gd name="connsiteY894" fmla="*/ 51311 h 696518"/>
                <a:gd name="connsiteX895" fmla="*/ 198983 w 701643"/>
                <a:gd name="connsiteY895" fmla="*/ 31274 h 696518"/>
                <a:gd name="connsiteX896" fmla="*/ 201735 w 701643"/>
                <a:gd name="connsiteY896" fmla="*/ 10321 h 696518"/>
                <a:gd name="connsiteX897" fmla="*/ 223021 w 701643"/>
                <a:gd name="connsiteY897" fmla="*/ 507 h 696518"/>
                <a:gd name="connsiteX898" fmla="*/ 680124 w 701643"/>
                <a:gd name="connsiteY898" fmla="*/ 499 h 696518"/>
                <a:gd name="connsiteX899" fmla="*/ 696433 w 701643"/>
                <a:gd name="connsiteY899" fmla="*/ 5987 h 696518"/>
                <a:gd name="connsiteX900" fmla="*/ 696514 w 701643"/>
                <a:gd name="connsiteY900" fmla="*/ 46721 h 696518"/>
                <a:gd name="connsiteX901" fmla="*/ 665417 w 701643"/>
                <a:gd name="connsiteY901" fmla="*/ 44510 h 696518"/>
                <a:gd name="connsiteX902" fmla="*/ 665615 w 701643"/>
                <a:gd name="connsiteY902" fmla="*/ 8440 h 696518"/>
                <a:gd name="connsiteX903" fmla="*/ 680124 w 701643"/>
                <a:gd name="connsiteY903" fmla="*/ 499 h 696518"/>
                <a:gd name="connsiteX904" fmla="*/ 417912 w 701643"/>
                <a:gd name="connsiteY904" fmla="*/ 441 h 696518"/>
                <a:gd name="connsiteX905" fmla="*/ 435692 w 701643"/>
                <a:gd name="connsiteY905" fmla="*/ 13015 h 696518"/>
                <a:gd name="connsiteX906" fmla="*/ 435960 w 701643"/>
                <a:gd name="connsiteY906" fmla="*/ 39674 h 696518"/>
                <a:gd name="connsiteX907" fmla="*/ 415058 w 701643"/>
                <a:gd name="connsiteY907" fmla="*/ 53372 h 696518"/>
                <a:gd name="connsiteX908" fmla="*/ 397570 w 701643"/>
                <a:gd name="connsiteY908" fmla="*/ 35148 h 696518"/>
                <a:gd name="connsiteX909" fmla="*/ 399507 w 701643"/>
                <a:gd name="connsiteY909" fmla="*/ 11633 h 696518"/>
                <a:gd name="connsiteX910" fmla="*/ 417912 w 701643"/>
                <a:gd name="connsiteY910" fmla="*/ 441 h 696518"/>
                <a:gd name="connsiteX911" fmla="*/ 618015 w 701643"/>
                <a:gd name="connsiteY911" fmla="*/ 364 h 696518"/>
                <a:gd name="connsiteX912" fmla="*/ 633249 w 701643"/>
                <a:gd name="connsiteY912" fmla="*/ 11092 h 696518"/>
                <a:gd name="connsiteX913" fmla="*/ 632508 w 701643"/>
                <a:gd name="connsiteY913" fmla="*/ 43440 h 696518"/>
                <a:gd name="connsiteX914" fmla="*/ 625327 w 701643"/>
                <a:gd name="connsiteY914" fmla="*/ 50902 h 696518"/>
                <a:gd name="connsiteX915" fmla="*/ 595775 w 701643"/>
                <a:gd name="connsiteY915" fmla="*/ 31562 h 696518"/>
                <a:gd name="connsiteX916" fmla="*/ 598401 w 701643"/>
                <a:gd name="connsiteY916" fmla="*/ 10596 h 696518"/>
                <a:gd name="connsiteX917" fmla="*/ 618015 w 701643"/>
                <a:gd name="connsiteY917" fmla="*/ 364 h 696518"/>
                <a:gd name="connsiteX918" fmla="*/ 22448 w 701643"/>
                <a:gd name="connsiteY918" fmla="*/ 352 h 696518"/>
                <a:gd name="connsiteX919" fmla="*/ 38070 w 701643"/>
                <a:gd name="connsiteY919" fmla="*/ 10833 h 696518"/>
                <a:gd name="connsiteX920" fmla="*/ 37887 w 701643"/>
                <a:gd name="connsiteY920" fmla="*/ 42319 h 696518"/>
                <a:gd name="connsiteX921" fmla="*/ 32136 w 701643"/>
                <a:gd name="connsiteY921" fmla="*/ 49870 h 696518"/>
                <a:gd name="connsiteX922" fmla="*/ 4090 w 701643"/>
                <a:gd name="connsiteY922" fmla="*/ 44728 h 696518"/>
                <a:gd name="connsiteX923" fmla="*/ 5476 w 701643"/>
                <a:gd name="connsiteY923" fmla="*/ 6575 h 696518"/>
                <a:gd name="connsiteX924" fmla="*/ 22448 w 701643"/>
                <a:gd name="connsiteY924" fmla="*/ 352 h 696518"/>
                <a:gd name="connsiteX925" fmla="*/ 88942 w 701643"/>
                <a:gd name="connsiteY925" fmla="*/ 322 h 696518"/>
                <a:gd name="connsiteX926" fmla="*/ 103905 w 701643"/>
                <a:gd name="connsiteY926" fmla="*/ 10151 h 696518"/>
                <a:gd name="connsiteX927" fmla="*/ 101454 w 701643"/>
                <a:gd name="connsiteY927" fmla="*/ 47225 h 696518"/>
                <a:gd name="connsiteX928" fmla="*/ 78548 w 701643"/>
                <a:gd name="connsiteY928" fmla="*/ 51581 h 696518"/>
                <a:gd name="connsiteX929" fmla="*/ 66536 w 701643"/>
                <a:gd name="connsiteY929" fmla="*/ 32070 h 696518"/>
                <a:gd name="connsiteX930" fmla="*/ 69975 w 701643"/>
                <a:gd name="connsiteY930" fmla="*/ 9887 h 696518"/>
                <a:gd name="connsiteX931" fmla="*/ 88942 w 701643"/>
                <a:gd name="connsiteY931" fmla="*/ 322 h 696518"/>
                <a:gd name="connsiteX932" fmla="*/ 480240 w 701643"/>
                <a:gd name="connsiteY932" fmla="*/ 301 h 696518"/>
                <a:gd name="connsiteX933" fmla="*/ 497882 w 701643"/>
                <a:gd name="connsiteY933" fmla="*/ 6463 h 696518"/>
                <a:gd name="connsiteX934" fmla="*/ 503133 w 701643"/>
                <a:gd name="connsiteY934" fmla="*/ 20614 h 696518"/>
                <a:gd name="connsiteX935" fmla="*/ 501624 w 701643"/>
                <a:gd name="connsiteY935" fmla="*/ 39832 h 696518"/>
                <a:gd name="connsiteX936" fmla="*/ 481707 w 701643"/>
                <a:gd name="connsiteY936" fmla="*/ 53469 h 696518"/>
                <a:gd name="connsiteX937" fmla="*/ 464373 w 701643"/>
                <a:gd name="connsiteY937" fmla="*/ 38239 h 696518"/>
                <a:gd name="connsiteX938" fmla="*/ 464343 w 701643"/>
                <a:gd name="connsiteY938" fmla="*/ 14734 h 696518"/>
                <a:gd name="connsiteX939" fmla="*/ 480240 w 701643"/>
                <a:gd name="connsiteY939" fmla="*/ 301 h 696518"/>
                <a:gd name="connsiteX940" fmla="*/ 286790 w 701643"/>
                <a:gd name="connsiteY940" fmla="*/ 300 h 696518"/>
                <a:gd name="connsiteX941" fmla="*/ 302253 w 701643"/>
                <a:gd name="connsiteY941" fmla="*/ 10117 h 696518"/>
                <a:gd name="connsiteX942" fmla="*/ 299622 w 701643"/>
                <a:gd name="connsiteY942" fmla="*/ 47155 h 696518"/>
                <a:gd name="connsiteX943" fmla="*/ 269966 w 701643"/>
                <a:gd name="connsiteY943" fmla="*/ 46195 h 696518"/>
                <a:gd name="connsiteX944" fmla="*/ 266753 w 701643"/>
                <a:gd name="connsiteY944" fmla="*/ 40406 h 696518"/>
                <a:gd name="connsiteX945" fmla="*/ 268410 w 701643"/>
                <a:gd name="connsiteY945" fmla="*/ 9952 h 696518"/>
                <a:gd name="connsiteX946" fmla="*/ 286790 w 701643"/>
                <a:gd name="connsiteY946" fmla="*/ 300 h 69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Lst>
              <a:rect l="l" t="t" r="r" b="b"/>
              <a:pathLst>
                <a:path w="701643" h="696518">
                  <a:moveTo>
                    <a:pt x="625072" y="630052"/>
                  </a:moveTo>
                  <a:lnTo>
                    <a:pt x="691538" y="630052"/>
                  </a:lnTo>
                  <a:lnTo>
                    <a:pt x="691538" y="696518"/>
                  </a:lnTo>
                  <a:lnTo>
                    <a:pt x="625072" y="696518"/>
                  </a:lnTo>
                  <a:close/>
                  <a:moveTo>
                    <a:pt x="82031" y="620530"/>
                  </a:moveTo>
                  <a:cubicBezTo>
                    <a:pt x="78933" y="621804"/>
                    <a:pt x="76503" y="624558"/>
                    <a:pt x="74994" y="628782"/>
                  </a:cubicBezTo>
                  <a:cubicBezTo>
                    <a:pt x="72148" y="636748"/>
                    <a:pt x="72097" y="644918"/>
                    <a:pt x="75887" y="652739"/>
                  </a:cubicBezTo>
                  <a:cubicBezTo>
                    <a:pt x="80577" y="662413"/>
                    <a:pt x="91746" y="663324"/>
                    <a:pt x="97369" y="654234"/>
                  </a:cubicBezTo>
                  <a:cubicBezTo>
                    <a:pt x="102183" y="646452"/>
                    <a:pt x="102582" y="628452"/>
                    <a:pt x="93080" y="621159"/>
                  </a:cubicBezTo>
                  <a:cubicBezTo>
                    <a:pt x="88896" y="619462"/>
                    <a:pt x="85129" y="619256"/>
                    <a:pt x="82031" y="620530"/>
                  </a:cubicBezTo>
                  <a:close/>
                  <a:moveTo>
                    <a:pt x="149948" y="619874"/>
                  </a:moveTo>
                  <a:cubicBezTo>
                    <a:pt x="146358" y="620587"/>
                    <a:pt x="143235" y="623019"/>
                    <a:pt x="141566" y="627011"/>
                  </a:cubicBezTo>
                  <a:cubicBezTo>
                    <a:pt x="138055" y="635410"/>
                    <a:pt x="138136" y="644043"/>
                    <a:pt x="141517" y="652431"/>
                  </a:cubicBezTo>
                  <a:cubicBezTo>
                    <a:pt x="145022" y="661124"/>
                    <a:pt x="156848" y="663169"/>
                    <a:pt x="162225" y="656304"/>
                  </a:cubicBezTo>
                  <a:cubicBezTo>
                    <a:pt x="168143" y="648747"/>
                    <a:pt x="168234" y="629697"/>
                    <a:pt x="161130" y="623051"/>
                  </a:cubicBezTo>
                  <a:cubicBezTo>
                    <a:pt x="157595" y="620167"/>
                    <a:pt x="153538" y="619161"/>
                    <a:pt x="149948" y="619874"/>
                  </a:cubicBezTo>
                  <a:close/>
                  <a:moveTo>
                    <a:pt x="19981" y="619417"/>
                  </a:moveTo>
                  <a:cubicBezTo>
                    <a:pt x="15982" y="619636"/>
                    <a:pt x="12083" y="621775"/>
                    <a:pt x="10213" y="625541"/>
                  </a:cubicBezTo>
                  <a:cubicBezTo>
                    <a:pt x="5974" y="634074"/>
                    <a:pt x="6233" y="642916"/>
                    <a:pt x="9047" y="651444"/>
                  </a:cubicBezTo>
                  <a:cubicBezTo>
                    <a:pt x="12984" y="663380"/>
                    <a:pt x="25797" y="662584"/>
                    <a:pt x="31163" y="653974"/>
                  </a:cubicBezTo>
                  <a:cubicBezTo>
                    <a:pt x="35351" y="644127"/>
                    <a:pt x="35848" y="634280"/>
                    <a:pt x="30350" y="624811"/>
                  </a:cubicBezTo>
                  <a:cubicBezTo>
                    <a:pt x="28079" y="620898"/>
                    <a:pt x="23980" y="619198"/>
                    <a:pt x="19981" y="619417"/>
                  </a:cubicBezTo>
                  <a:close/>
                  <a:moveTo>
                    <a:pt x="218235" y="619416"/>
                  </a:moveTo>
                  <a:cubicBezTo>
                    <a:pt x="214242" y="619642"/>
                    <a:pt x="210388" y="621787"/>
                    <a:pt x="208586" y="625601"/>
                  </a:cubicBezTo>
                  <a:cubicBezTo>
                    <a:pt x="204414" y="634432"/>
                    <a:pt x="204682" y="643403"/>
                    <a:pt x="207815" y="652364"/>
                  </a:cubicBezTo>
                  <a:cubicBezTo>
                    <a:pt x="209484" y="657137"/>
                    <a:pt x="212978" y="660139"/>
                    <a:pt x="218257" y="660356"/>
                  </a:cubicBezTo>
                  <a:cubicBezTo>
                    <a:pt x="223623" y="660578"/>
                    <a:pt x="227530" y="658123"/>
                    <a:pt x="230347" y="652683"/>
                  </a:cubicBezTo>
                  <a:cubicBezTo>
                    <a:pt x="233233" y="643170"/>
                    <a:pt x="234174" y="633714"/>
                    <a:pt x="228714" y="624751"/>
                  </a:cubicBezTo>
                  <a:cubicBezTo>
                    <a:pt x="226359" y="620884"/>
                    <a:pt x="222227" y="619190"/>
                    <a:pt x="218235" y="619416"/>
                  </a:cubicBezTo>
                  <a:close/>
                  <a:moveTo>
                    <a:pt x="45039" y="614569"/>
                  </a:moveTo>
                  <a:cubicBezTo>
                    <a:pt x="49675" y="614569"/>
                    <a:pt x="54303" y="614569"/>
                    <a:pt x="59476" y="614569"/>
                  </a:cubicBezTo>
                  <a:cubicBezTo>
                    <a:pt x="59476" y="630955"/>
                    <a:pt x="59476" y="647212"/>
                    <a:pt x="59409" y="663920"/>
                  </a:cubicBezTo>
                  <a:cubicBezTo>
                    <a:pt x="57380" y="664767"/>
                    <a:pt x="55419" y="665164"/>
                    <a:pt x="52815" y="665691"/>
                  </a:cubicBezTo>
                  <a:cubicBezTo>
                    <a:pt x="52815" y="650301"/>
                    <a:pt x="52815" y="635548"/>
                    <a:pt x="52815" y="620488"/>
                  </a:cubicBezTo>
                  <a:cubicBezTo>
                    <a:pt x="49957" y="620243"/>
                    <a:pt x="47609" y="620041"/>
                    <a:pt x="45039" y="619821"/>
                  </a:cubicBezTo>
                  <a:cubicBezTo>
                    <a:pt x="45039" y="618053"/>
                    <a:pt x="45039" y="616482"/>
                    <a:pt x="45039" y="614569"/>
                  </a:cubicBezTo>
                  <a:close/>
                  <a:moveTo>
                    <a:pt x="111814" y="614567"/>
                  </a:moveTo>
                  <a:cubicBezTo>
                    <a:pt x="116132" y="614567"/>
                    <a:pt x="120430" y="614567"/>
                    <a:pt x="125021" y="614567"/>
                  </a:cubicBezTo>
                  <a:cubicBezTo>
                    <a:pt x="125021" y="631396"/>
                    <a:pt x="125021" y="648089"/>
                    <a:pt x="125021" y="665037"/>
                  </a:cubicBezTo>
                  <a:cubicBezTo>
                    <a:pt x="122914" y="665037"/>
                    <a:pt x="121024" y="665037"/>
                    <a:pt x="118434" y="665037"/>
                  </a:cubicBezTo>
                  <a:cubicBezTo>
                    <a:pt x="118434" y="657753"/>
                    <a:pt x="118434" y="650477"/>
                    <a:pt x="118434" y="642710"/>
                  </a:cubicBezTo>
                  <a:cubicBezTo>
                    <a:pt x="118434" y="635073"/>
                    <a:pt x="118434" y="627926"/>
                    <a:pt x="118434" y="620453"/>
                  </a:cubicBezTo>
                  <a:cubicBezTo>
                    <a:pt x="116071" y="620234"/>
                    <a:pt x="114050" y="620046"/>
                    <a:pt x="111814" y="619839"/>
                  </a:cubicBezTo>
                  <a:cubicBezTo>
                    <a:pt x="111814" y="618048"/>
                    <a:pt x="111814" y="616477"/>
                    <a:pt x="111814" y="614567"/>
                  </a:cubicBezTo>
                  <a:close/>
                  <a:moveTo>
                    <a:pt x="177756" y="614534"/>
                  </a:moveTo>
                  <a:cubicBezTo>
                    <a:pt x="182224" y="614534"/>
                    <a:pt x="186733" y="614534"/>
                    <a:pt x="192088" y="614534"/>
                  </a:cubicBezTo>
                  <a:cubicBezTo>
                    <a:pt x="192088" y="630155"/>
                    <a:pt x="192088" y="645887"/>
                    <a:pt x="192085" y="662082"/>
                  </a:cubicBezTo>
                  <a:cubicBezTo>
                    <a:pt x="191709" y="667741"/>
                    <a:pt x="187983" y="664268"/>
                    <a:pt x="185316" y="665575"/>
                  </a:cubicBezTo>
                  <a:cubicBezTo>
                    <a:pt x="185316" y="650210"/>
                    <a:pt x="185316" y="635457"/>
                    <a:pt x="185316" y="620398"/>
                  </a:cubicBezTo>
                  <a:cubicBezTo>
                    <a:pt x="182578" y="620224"/>
                    <a:pt x="180357" y="620083"/>
                    <a:pt x="177756" y="619917"/>
                  </a:cubicBezTo>
                  <a:cubicBezTo>
                    <a:pt x="177756" y="618201"/>
                    <a:pt x="177756" y="616523"/>
                    <a:pt x="177756" y="614534"/>
                  </a:cubicBezTo>
                  <a:close/>
                  <a:moveTo>
                    <a:pt x="27684" y="614324"/>
                  </a:moveTo>
                  <a:cubicBezTo>
                    <a:pt x="35986" y="617384"/>
                    <a:pt x="39713" y="624619"/>
                    <a:pt x="40629" y="632754"/>
                  </a:cubicBezTo>
                  <a:cubicBezTo>
                    <a:pt x="41309" y="638783"/>
                    <a:pt x="40989" y="645206"/>
                    <a:pt x="39647" y="651120"/>
                  </a:cubicBezTo>
                  <a:cubicBezTo>
                    <a:pt x="37276" y="661567"/>
                    <a:pt x="29880" y="667780"/>
                    <a:pt x="16382" y="666273"/>
                  </a:cubicBezTo>
                  <a:cubicBezTo>
                    <a:pt x="8204" y="665361"/>
                    <a:pt x="666" y="655888"/>
                    <a:pt x="592" y="646313"/>
                  </a:cubicBezTo>
                  <a:cubicBezTo>
                    <a:pt x="565" y="642717"/>
                    <a:pt x="588" y="639121"/>
                    <a:pt x="588" y="635063"/>
                  </a:cubicBezTo>
                  <a:cubicBezTo>
                    <a:pt x="915" y="619075"/>
                    <a:pt x="13845" y="609222"/>
                    <a:pt x="27684" y="614324"/>
                  </a:cubicBezTo>
                  <a:close/>
                  <a:moveTo>
                    <a:pt x="82033" y="613792"/>
                  </a:moveTo>
                  <a:cubicBezTo>
                    <a:pt x="95633" y="611435"/>
                    <a:pt x="104826" y="618428"/>
                    <a:pt x="106779" y="633086"/>
                  </a:cubicBezTo>
                  <a:cubicBezTo>
                    <a:pt x="108228" y="643957"/>
                    <a:pt x="107497" y="654002"/>
                    <a:pt x="99386" y="662173"/>
                  </a:cubicBezTo>
                  <a:cubicBezTo>
                    <a:pt x="92291" y="669320"/>
                    <a:pt x="77656" y="667274"/>
                    <a:pt x="71455" y="659285"/>
                  </a:cubicBezTo>
                  <a:cubicBezTo>
                    <a:pt x="64683" y="650560"/>
                    <a:pt x="64900" y="628726"/>
                    <a:pt x="71162" y="621162"/>
                  </a:cubicBezTo>
                  <a:cubicBezTo>
                    <a:pt x="74096" y="617618"/>
                    <a:pt x="77262" y="615053"/>
                    <a:pt x="82033" y="613792"/>
                  </a:cubicBezTo>
                  <a:close/>
                  <a:moveTo>
                    <a:pt x="224029" y="613586"/>
                  </a:moveTo>
                  <a:cubicBezTo>
                    <a:pt x="231675" y="615084"/>
                    <a:pt x="238621" y="624008"/>
                    <a:pt x="239092" y="632990"/>
                  </a:cubicBezTo>
                  <a:cubicBezTo>
                    <a:pt x="239405" y="638943"/>
                    <a:pt x="239279" y="645110"/>
                    <a:pt x="238063" y="650911"/>
                  </a:cubicBezTo>
                  <a:cubicBezTo>
                    <a:pt x="235945" y="661012"/>
                    <a:pt x="228614" y="667781"/>
                    <a:pt x="214938" y="666295"/>
                  </a:cubicBezTo>
                  <a:cubicBezTo>
                    <a:pt x="206735" y="665403"/>
                    <a:pt x="198873" y="656031"/>
                    <a:pt x="199027" y="646465"/>
                  </a:cubicBezTo>
                  <a:cubicBezTo>
                    <a:pt x="199151" y="638773"/>
                    <a:pt x="197461" y="630798"/>
                    <a:pt x="201874" y="623227"/>
                  </a:cubicBezTo>
                  <a:cubicBezTo>
                    <a:pt x="207099" y="614489"/>
                    <a:pt x="214825" y="611784"/>
                    <a:pt x="224029" y="613586"/>
                  </a:cubicBezTo>
                  <a:close/>
                  <a:moveTo>
                    <a:pt x="155123" y="613330"/>
                  </a:moveTo>
                  <a:cubicBezTo>
                    <a:pt x="162990" y="614143"/>
                    <a:pt x="169140" y="618390"/>
                    <a:pt x="171195" y="626064"/>
                  </a:cubicBezTo>
                  <a:cubicBezTo>
                    <a:pt x="172880" y="632355"/>
                    <a:pt x="172743" y="639133"/>
                    <a:pt x="173385" y="646136"/>
                  </a:cubicBezTo>
                  <a:cubicBezTo>
                    <a:pt x="171594" y="650840"/>
                    <a:pt x="170407" y="655476"/>
                    <a:pt x="167948" y="659291"/>
                  </a:cubicBezTo>
                  <a:cubicBezTo>
                    <a:pt x="163260" y="666565"/>
                    <a:pt x="155527" y="667423"/>
                    <a:pt x="147963" y="666027"/>
                  </a:cubicBezTo>
                  <a:cubicBezTo>
                    <a:pt x="140579" y="664665"/>
                    <a:pt x="136035" y="659424"/>
                    <a:pt x="133993" y="652107"/>
                  </a:cubicBezTo>
                  <a:cubicBezTo>
                    <a:pt x="131305" y="642476"/>
                    <a:pt x="131370" y="633020"/>
                    <a:pt x="135765" y="623880"/>
                  </a:cubicBezTo>
                  <a:cubicBezTo>
                    <a:pt x="139544" y="616021"/>
                    <a:pt x="145909" y="612377"/>
                    <a:pt x="155123" y="613330"/>
                  </a:cubicBezTo>
                  <a:close/>
                  <a:moveTo>
                    <a:pt x="146741" y="519023"/>
                  </a:moveTo>
                  <a:cubicBezTo>
                    <a:pt x="137143" y="524326"/>
                    <a:pt x="137549" y="544561"/>
                    <a:pt x="142592" y="552275"/>
                  </a:cubicBezTo>
                  <a:cubicBezTo>
                    <a:pt x="145381" y="556542"/>
                    <a:pt x="149646" y="559195"/>
                    <a:pt x="155029" y="558156"/>
                  </a:cubicBezTo>
                  <a:cubicBezTo>
                    <a:pt x="160155" y="557167"/>
                    <a:pt x="164102" y="554035"/>
                    <a:pt x="164741" y="548715"/>
                  </a:cubicBezTo>
                  <a:cubicBezTo>
                    <a:pt x="165515" y="542269"/>
                    <a:pt x="165991" y="535649"/>
                    <a:pt x="165416" y="529210"/>
                  </a:cubicBezTo>
                  <a:cubicBezTo>
                    <a:pt x="164592" y="519995"/>
                    <a:pt x="156158" y="515463"/>
                    <a:pt x="146741" y="519023"/>
                  </a:cubicBezTo>
                  <a:close/>
                  <a:moveTo>
                    <a:pt x="213245" y="518484"/>
                  </a:moveTo>
                  <a:cubicBezTo>
                    <a:pt x="210286" y="519904"/>
                    <a:pt x="208200" y="522922"/>
                    <a:pt x="206899" y="527704"/>
                  </a:cubicBezTo>
                  <a:cubicBezTo>
                    <a:pt x="204897" y="535058"/>
                    <a:pt x="204619" y="542728"/>
                    <a:pt x="207730" y="550016"/>
                  </a:cubicBezTo>
                  <a:cubicBezTo>
                    <a:pt x="210368" y="556195"/>
                    <a:pt x="214176" y="558616"/>
                    <a:pt x="219988" y="558246"/>
                  </a:cubicBezTo>
                  <a:cubicBezTo>
                    <a:pt x="224929" y="557933"/>
                    <a:pt x="230015" y="554238"/>
                    <a:pt x="231012" y="548794"/>
                  </a:cubicBezTo>
                  <a:cubicBezTo>
                    <a:pt x="232081" y="542960"/>
                    <a:pt x="232660" y="536824"/>
                    <a:pt x="232046" y="530967"/>
                  </a:cubicBezTo>
                  <a:cubicBezTo>
                    <a:pt x="231590" y="526624"/>
                    <a:pt x="230178" y="521752"/>
                    <a:pt x="224835" y="518858"/>
                  </a:cubicBezTo>
                  <a:cubicBezTo>
                    <a:pt x="220038" y="517244"/>
                    <a:pt x="216204" y="517065"/>
                    <a:pt x="213245" y="518484"/>
                  </a:cubicBezTo>
                  <a:close/>
                  <a:moveTo>
                    <a:pt x="88885" y="517428"/>
                  </a:moveTo>
                  <a:cubicBezTo>
                    <a:pt x="83042" y="516672"/>
                    <a:pt x="78717" y="519272"/>
                    <a:pt x="76209" y="524220"/>
                  </a:cubicBezTo>
                  <a:cubicBezTo>
                    <a:pt x="71804" y="532909"/>
                    <a:pt x="72121" y="541802"/>
                    <a:pt x="75905" y="550774"/>
                  </a:cubicBezTo>
                  <a:cubicBezTo>
                    <a:pt x="77816" y="555306"/>
                    <a:pt x="80973" y="557697"/>
                    <a:pt x="85673" y="558230"/>
                  </a:cubicBezTo>
                  <a:cubicBezTo>
                    <a:pt x="90987" y="558832"/>
                    <a:pt x="95263" y="556172"/>
                    <a:pt x="97359" y="551926"/>
                  </a:cubicBezTo>
                  <a:cubicBezTo>
                    <a:pt x="101894" y="542736"/>
                    <a:pt x="102495" y="532979"/>
                    <a:pt x="97115" y="523849"/>
                  </a:cubicBezTo>
                  <a:cubicBezTo>
                    <a:pt x="95590" y="521261"/>
                    <a:pt x="92112" y="519823"/>
                    <a:pt x="88885" y="517428"/>
                  </a:cubicBezTo>
                  <a:close/>
                  <a:moveTo>
                    <a:pt x="20037" y="517222"/>
                  </a:moveTo>
                  <a:cubicBezTo>
                    <a:pt x="15421" y="517335"/>
                    <a:pt x="11317" y="519740"/>
                    <a:pt x="9566" y="524553"/>
                  </a:cubicBezTo>
                  <a:cubicBezTo>
                    <a:pt x="6303" y="533522"/>
                    <a:pt x="5924" y="542595"/>
                    <a:pt x="9992" y="551362"/>
                  </a:cubicBezTo>
                  <a:cubicBezTo>
                    <a:pt x="13226" y="558335"/>
                    <a:pt x="19579" y="560056"/>
                    <a:pt x="27290" y="556231"/>
                  </a:cubicBezTo>
                  <a:cubicBezTo>
                    <a:pt x="34745" y="549851"/>
                    <a:pt x="36628" y="532843"/>
                    <a:pt x="31164" y="523475"/>
                  </a:cubicBezTo>
                  <a:cubicBezTo>
                    <a:pt x="28594" y="519069"/>
                    <a:pt x="24521" y="517113"/>
                    <a:pt x="20037" y="517222"/>
                  </a:cubicBezTo>
                  <a:close/>
                  <a:moveTo>
                    <a:pt x="285226" y="517031"/>
                  </a:moveTo>
                  <a:cubicBezTo>
                    <a:pt x="279700" y="517177"/>
                    <a:pt x="273587" y="522279"/>
                    <a:pt x="272779" y="528761"/>
                  </a:cubicBezTo>
                  <a:cubicBezTo>
                    <a:pt x="272035" y="534732"/>
                    <a:pt x="271673" y="541069"/>
                    <a:pt x="272864" y="546893"/>
                  </a:cubicBezTo>
                  <a:cubicBezTo>
                    <a:pt x="274882" y="556750"/>
                    <a:pt x="282591" y="561211"/>
                    <a:pt x="292140" y="555934"/>
                  </a:cubicBezTo>
                  <a:cubicBezTo>
                    <a:pt x="294038" y="553010"/>
                    <a:pt x="297149" y="550251"/>
                    <a:pt x="297578" y="547125"/>
                  </a:cubicBezTo>
                  <a:cubicBezTo>
                    <a:pt x="298436" y="540868"/>
                    <a:pt x="298492" y="534319"/>
                    <a:pt x="297636" y="528061"/>
                  </a:cubicBezTo>
                  <a:cubicBezTo>
                    <a:pt x="296791" y="521887"/>
                    <a:pt x="290299" y="516898"/>
                    <a:pt x="285226" y="517031"/>
                  </a:cubicBezTo>
                  <a:close/>
                  <a:moveTo>
                    <a:pt x="160767" y="512676"/>
                  </a:moveTo>
                  <a:cubicBezTo>
                    <a:pt x="169508" y="516154"/>
                    <a:pt x="172428" y="523576"/>
                    <a:pt x="173127" y="531341"/>
                  </a:cubicBezTo>
                  <a:cubicBezTo>
                    <a:pt x="173723" y="537957"/>
                    <a:pt x="172941" y="545021"/>
                    <a:pt x="171173" y="551448"/>
                  </a:cubicBezTo>
                  <a:cubicBezTo>
                    <a:pt x="168547" y="560999"/>
                    <a:pt x="159629" y="565474"/>
                    <a:pt x="148758" y="564123"/>
                  </a:cubicBezTo>
                  <a:cubicBezTo>
                    <a:pt x="141086" y="563170"/>
                    <a:pt x="133742" y="555213"/>
                    <a:pt x="133253" y="546568"/>
                  </a:cubicBezTo>
                  <a:cubicBezTo>
                    <a:pt x="132891" y="540183"/>
                    <a:pt x="132236" y="533506"/>
                    <a:pt x="133624" y="527393"/>
                  </a:cubicBezTo>
                  <a:cubicBezTo>
                    <a:pt x="136701" y="513845"/>
                    <a:pt x="146962" y="508226"/>
                    <a:pt x="160767" y="512676"/>
                  </a:cubicBezTo>
                  <a:close/>
                  <a:moveTo>
                    <a:pt x="28955" y="512670"/>
                  </a:moveTo>
                  <a:cubicBezTo>
                    <a:pt x="36657" y="516443"/>
                    <a:pt x="40334" y="523634"/>
                    <a:pt x="40729" y="532015"/>
                  </a:cubicBezTo>
                  <a:cubicBezTo>
                    <a:pt x="41003" y="537806"/>
                    <a:pt x="40144" y="543650"/>
                    <a:pt x="39647" y="549849"/>
                  </a:cubicBezTo>
                  <a:cubicBezTo>
                    <a:pt x="34648" y="566827"/>
                    <a:pt x="14140" y="568254"/>
                    <a:pt x="6385" y="558324"/>
                  </a:cubicBezTo>
                  <a:cubicBezTo>
                    <a:pt x="3393" y="554493"/>
                    <a:pt x="1473" y="549185"/>
                    <a:pt x="841" y="544319"/>
                  </a:cubicBezTo>
                  <a:cubicBezTo>
                    <a:pt x="84" y="538475"/>
                    <a:pt x="541" y="532251"/>
                    <a:pt x="1680" y="526429"/>
                  </a:cubicBezTo>
                  <a:cubicBezTo>
                    <a:pt x="4131" y="513896"/>
                    <a:pt x="17569" y="507093"/>
                    <a:pt x="28955" y="512670"/>
                  </a:cubicBezTo>
                  <a:close/>
                  <a:moveTo>
                    <a:pt x="44766" y="512427"/>
                  </a:moveTo>
                  <a:cubicBezTo>
                    <a:pt x="49692" y="512427"/>
                    <a:pt x="54317" y="512427"/>
                    <a:pt x="59228" y="512427"/>
                  </a:cubicBezTo>
                  <a:cubicBezTo>
                    <a:pt x="59228" y="529274"/>
                    <a:pt x="59228" y="545967"/>
                    <a:pt x="59228" y="562909"/>
                  </a:cubicBezTo>
                  <a:cubicBezTo>
                    <a:pt x="57104" y="562909"/>
                    <a:pt x="55214" y="562909"/>
                    <a:pt x="52636" y="562909"/>
                  </a:cubicBezTo>
                  <a:cubicBezTo>
                    <a:pt x="52636" y="551359"/>
                    <a:pt x="52636" y="539844"/>
                    <a:pt x="52636" y="527845"/>
                  </a:cubicBezTo>
                  <a:cubicBezTo>
                    <a:pt x="52636" y="524455"/>
                    <a:pt x="52636" y="521548"/>
                    <a:pt x="52636" y="518306"/>
                  </a:cubicBezTo>
                  <a:cubicBezTo>
                    <a:pt x="50063" y="518120"/>
                    <a:pt x="47846" y="517960"/>
                    <a:pt x="45041" y="517757"/>
                  </a:cubicBezTo>
                  <a:cubicBezTo>
                    <a:pt x="44958" y="516146"/>
                    <a:pt x="44871" y="514462"/>
                    <a:pt x="44766" y="512427"/>
                  </a:cubicBezTo>
                  <a:close/>
                  <a:moveTo>
                    <a:pt x="243555" y="512394"/>
                  </a:moveTo>
                  <a:cubicBezTo>
                    <a:pt x="248047" y="512394"/>
                    <a:pt x="252567" y="512394"/>
                    <a:pt x="257887" y="512394"/>
                  </a:cubicBezTo>
                  <a:cubicBezTo>
                    <a:pt x="257887" y="524852"/>
                    <a:pt x="257887" y="537373"/>
                    <a:pt x="257887" y="550383"/>
                  </a:cubicBezTo>
                  <a:cubicBezTo>
                    <a:pt x="257887" y="554769"/>
                    <a:pt x="257887" y="558667"/>
                    <a:pt x="257887" y="562854"/>
                  </a:cubicBezTo>
                  <a:cubicBezTo>
                    <a:pt x="255582" y="562854"/>
                    <a:pt x="253688" y="562854"/>
                    <a:pt x="251183" y="562854"/>
                  </a:cubicBezTo>
                  <a:cubicBezTo>
                    <a:pt x="251183" y="548168"/>
                    <a:pt x="251183" y="533379"/>
                    <a:pt x="251183" y="518287"/>
                  </a:cubicBezTo>
                  <a:cubicBezTo>
                    <a:pt x="248389" y="518098"/>
                    <a:pt x="246163" y="517948"/>
                    <a:pt x="243555" y="517772"/>
                  </a:cubicBezTo>
                  <a:cubicBezTo>
                    <a:pt x="243555" y="516063"/>
                    <a:pt x="243555" y="514381"/>
                    <a:pt x="243555" y="512394"/>
                  </a:cubicBezTo>
                  <a:close/>
                  <a:moveTo>
                    <a:pt x="111881" y="512338"/>
                  </a:moveTo>
                  <a:cubicBezTo>
                    <a:pt x="116250" y="512338"/>
                    <a:pt x="120427" y="512338"/>
                    <a:pt x="125309" y="512338"/>
                  </a:cubicBezTo>
                  <a:cubicBezTo>
                    <a:pt x="125309" y="525891"/>
                    <a:pt x="125309" y="539355"/>
                    <a:pt x="125309" y="553303"/>
                  </a:cubicBezTo>
                  <a:cubicBezTo>
                    <a:pt x="125309" y="556694"/>
                    <a:pt x="125309" y="559601"/>
                    <a:pt x="125309" y="562830"/>
                  </a:cubicBezTo>
                  <a:cubicBezTo>
                    <a:pt x="122932" y="562830"/>
                    <a:pt x="120937" y="562830"/>
                    <a:pt x="118398" y="562830"/>
                  </a:cubicBezTo>
                  <a:cubicBezTo>
                    <a:pt x="118398" y="547903"/>
                    <a:pt x="118398" y="533152"/>
                    <a:pt x="118398" y="518203"/>
                  </a:cubicBezTo>
                  <a:cubicBezTo>
                    <a:pt x="115976" y="518049"/>
                    <a:pt x="114076" y="517927"/>
                    <a:pt x="111881" y="517787"/>
                  </a:cubicBezTo>
                  <a:cubicBezTo>
                    <a:pt x="111881" y="515938"/>
                    <a:pt x="111881" y="514263"/>
                    <a:pt x="111881" y="512338"/>
                  </a:cubicBezTo>
                  <a:close/>
                  <a:moveTo>
                    <a:pt x="191758" y="512255"/>
                  </a:moveTo>
                  <a:cubicBezTo>
                    <a:pt x="191758" y="529179"/>
                    <a:pt x="191758" y="545878"/>
                    <a:pt x="191758" y="562867"/>
                  </a:cubicBezTo>
                  <a:cubicBezTo>
                    <a:pt x="189764" y="562867"/>
                    <a:pt x="187872" y="562867"/>
                    <a:pt x="185419" y="562867"/>
                  </a:cubicBezTo>
                  <a:cubicBezTo>
                    <a:pt x="185419" y="548199"/>
                    <a:pt x="185419" y="533444"/>
                    <a:pt x="185419" y="518337"/>
                  </a:cubicBezTo>
                  <a:cubicBezTo>
                    <a:pt x="182563" y="518108"/>
                    <a:pt x="180216" y="517920"/>
                    <a:pt x="177597" y="517710"/>
                  </a:cubicBezTo>
                  <a:cubicBezTo>
                    <a:pt x="177597" y="515941"/>
                    <a:pt x="177597" y="514367"/>
                    <a:pt x="177954" y="512524"/>
                  </a:cubicBezTo>
                  <a:cubicBezTo>
                    <a:pt x="182685" y="512255"/>
                    <a:pt x="187058" y="512255"/>
                    <a:pt x="191758" y="512255"/>
                  </a:cubicBezTo>
                  <a:close/>
                  <a:moveTo>
                    <a:pt x="92676" y="511728"/>
                  </a:moveTo>
                  <a:cubicBezTo>
                    <a:pt x="98964" y="513701"/>
                    <a:pt x="104238" y="519092"/>
                    <a:pt x="106268" y="527195"/>
                  </a:cubicBezTo>
                  <a:cubicBezTo>
                    <a:pt x="108664" y="536763"/>
                    <a:pt x="108451" y="546454"/>
                    <a:pt x="103236" y="555239"/>
                  </a:cubicBezTo>
                  <a:cubicBezTo>
                    <a:pt x="98563" y="563112"/>
                    <a:pt x="91825" y="565813"/>
                    <a:pt x="82434" y="564066"/>
                  </a:cubicBezTo>
                  <a:cubicBezTo>
                    <a:pt x="74180" y="562531"/>
                    <a:pt x="69513" y="556678"/>
                    <a:pt x="67611" y="549248"/>
                  </a:cubicBezTo>
                  <a:cubicBezTo>
                    <a:pt x="65569" y="541274"/>
                    <a:pt x="65116" y="532902"/>
                    <a:pt x="68333" y="524939"/>
                  </a:cubicBezTo>
                  <a:cubicBezTo>
                    <a:pt x="69456" y="522159"/>
                    <a:pt x="71258" y="519653"/>
                    <a:pt x="73007" y="516766"/>
                  </a:cubicBezTo>
                  <a:cubicBezTo>
                    <a:pt x="79089" y="511198"/>
                    <a:pt x="86389" y="509754"/>
                    <a:pt x="92676" y="511728"/>
                  </a:cubicBezTo>
                  <a:close/>
                  <a:moveTo>
                    <a:pt x="219895" y="510996"/>
                  </a:moveTo>
                  <a:cubicBezTo>
                    <a:pt x="226336" y="511219"/>
                    <a:pt x="232804" y="514465"/>
                    <a:pt x="236235" y="521731"/>
                  </a:cubicBezTo>
                  <a:cubicBezTo>
                    <a:pt x="236440" y="522166"/>
                    <a:pt x="236662" y="522593"/>
                    <a:pt x="237047" y="523369"/>
                  </a:cubicBezTo>
                  <a:cubicBezTo>
                    <a:pt x="240210" y="535404"/>
                    <a:pt x="241319" y="546756"/>
                    <a:pt x="233786" y="557537"/>
                  </a:cubicBezTo>
                  <a:cubicBezTo>
                    <a:pt x="227514" y="566515"/>
                    <a:pt x="210547" y="566610"/>
                    <a:pt x="203679" y="557576"/>
                  </a:cubicBezTo>
                  <a:cubicBezTo>
                    <a:pt x="196938" y="548711"/>
                    <a:pt x="197406" y="527579"/>
                    <a:pt x="203721" y="518401"/>
                  </a:cubicBezTo>
                  <a:cubicBezTo>
                    <a:pt x="207042" y="513575"/>
                    <a:pt x="213455" y="510774"/>
                    <a:pt x="219895" y="510996"/>
                  </a:cubicBezTo>
                  <a:close/>
                  <a:moveTo>
                    <a:pt x="286560" y="510990"/>
                  </a:moveTo>
                  <a:cubicBezTo>
                    <a:pt x="292941" y="511414"/>
                    <a:pt x="299097" y="514802"/>
                    <a:pt x="302027" y="520981"/>
                  </a:cubicBezTo>
                  <a:cubicBezTo>
                    <a:pt x="307931" y="533432"/>
                    <a:pt x="307552" y="545798"/>
                    <a:pt x="299913" y="557953"/>
                  </a:cubicBezTo>
                  <a:cubicBezTo>
                    <a:pt x="293965" y="564976"/>
                    <a:pt x="286626" y="565261"/>
                    <a:pt x="278857" y="563274"/>
                  </a:cubicBezTo>
                  <a:cubicBezTo>
                    <a:pt x="270583" y="561157"/>
                    <a:pt x="267295" y="554749"/>
                    <a:pt x="265740" y="547135"/>
                  </a:cubicBezTo>
                  <a:cubicBezTo>
                    <a:pt x="263716" y="537231"/>
                    <a:pt x="263821" y="527541"/>
                    <a:pt x="269744" y="518773"/>
                  </a:cubicBezTo>
                  <a:cubicBezTo>
                    <a:pt x="273574" y="513103"/>
                    <a:pt x="280180" y="510565"/>
                    <a:pt x="286560" y="510990"/>
                  </a:cubicBezTo>
                  <a:close/>
                  <a:moveTo>
                    <a:pt x="218141" y="414962"/>
                  </a:moveTo>
                  <a:cubicBezTo>
                    <a:pt x="212581" y="415292"/>
                    <a:pt x="208592" y="418752"/>
                    <a:pt x="207348" y="423934"/>
                  </a:cubicBezTo>
                  <a:cubicBezTo>
                    <a:pt x="206122" y="429036"/>
                    <a:pt x="206140" y="434465"/>
                    <a:pt x="205878" y="439763"/>
                  </a:cubicBezTo>
                  <a:cubicBezTo>
                    <a:pt x="205618" y="445021"/>
                    <a:pt x="207642" y="449498"/>
                    <a:pt x="211871" y="453752"/>
                  </a:cubicBezTo>
                  <a:cubicBezTo>
                    <a:pt x="220646" y="458841"/>
                    <a:pt x="227447" y="454582"/>
                    <a:pt x="230061" y="448616"/>
                  </a:cubicBezTo>
                  <a:cubicBezTo>
                    <a:pt x="233813" y="440053"/>
                    <a:pt x="233629" y="430971"/>
                    <a:pt x="230093" y="422296"/>
                  </a:cubicBezTo>
                  <a:cubicBezTo>
                    <a:pt x="228030" y="417234"/>
                    <a:pt x="223601" y="414638"/>
                    <a:pt x="218141" y="414962"/>
                  </a:cubicBezTo>
                  <a:close/>
                  <a:moveTo>
                    <a:pt x="19823" y="414954"/>
                  </a:moveTo>
                  <a:cubicBezTo>
                    <a:pt x="14249" y="415273"/>
                    <a:pt x="10375" y="418717"/>
                    <a:pt x="8944" y="423877"/>
                  </a:cubicBezTo>
                  <a:cubicBezTo>
                    <a:pt x="6394" y="433068"/>
                    <a:pt x="5969" y="442331"/>
                    <a:pt x="11364" y="451649"/>
                  </a:cubicBezTo>
                  <a:cubicBezTo>
                    <a:pt x="18631" y="458395"/>
                    <a:pt x="27461" y="457487"/>
                    <a:pt x="31637" y="448653"/>
                  </a:cubicBezTo>
                  <a:cubicBezTo>
                    <a:pt x="35628" y="440212"/>
                    <a:pt x="35263" y="431022"/>
                    <a:pt x="31737" y="422351"/>
                  </a:cubicBezTo>
                  <a:cubicBezTo>
                    <a:pt x="29695" y="417328"/>
                    <a:pt x="25314" y="414640"/>
                    <a:pt x="19823" y="414954"/>
                  </a:cubicBezTo>
                  <a:close/>
                  <a:moveTo>
                    <a:pt x="87214" y="414876"/>
                  </a:moveTo>
                  <a:cubicBezTo>
                    <a:pt x="81664" y="414762"/>
                    <a:pt x="76111" y="418399"/>
                    <a:pt x="75098" y="424485"/>
                  </a:cubicBezTo>
                  <a:cubicBezTo>
                    <a:pt x="74010" y="431017"/>
                    <a:pt x="74465" y="437806"/>
                    <a:pt x="74309" y="445296"/>
                  </a:cubicBezTo>
                  <a:cubicBezTo>
                    <a:pt x="74711" y="446178"/>
                    <a:pt x="75076" y="447079"/>
                    <a:pt x="75520" y="447939"/>
                  </a:cubicBezTo>
                  <a:cubicBezTo>
                    <a:pt x="78197" y="453129"/>
                    <a:pt x="83375" y="456857"/>
                    <a:pt x="87640" y="455990"/>
                  </a:cubicBezTo>
                  <a:cubicBezTo>
                    <a:pt x="93344" y="454830"/>
                    <a:pt x="97419" y="451772"/>
                    <a:pt x="99158" y="445653"/>
                  </a:cubicBezTo>
                  <a:cubicBezTo>
                    <a:pt x="101218" y="438405"/>
                    <a:pt x="101195" y="431404"/>
                    <a:pt x="98806" y="424329"/>
                  </a:cubicBezTo>
                  <a:cubicBezTo>
                    <a:pt x="96956" y="418850"/>
                    <a:pt x="92234" y="414979"/>
                    <a:pt x="87214" y="414876"/>
                  </a:cubicBezTo>
                  <a:close/>
                  <a:moveTo>
                    <a:pt x="285414" y="414875"/>
                  </a:moveTo>
                  <a:cubicBezTo>
                    <a:pt x="279900" y="414862"/>
                    <a:pt x="275221" y="418298"/>
                    <a:pt x="273530" y="424201"/>
                  </a:cubicBezTo>
                  <a:cubicBezTo>
                    <a:pt x="272526" y="427706"/>
                    <a:pt x="272243" y="431418"/>
                    <a:pt x="271636" y="435950"/>
                  </a:cubicBezTo>
                  <a:cubicBezTo>
                    <a:pt x="271980" y="438983"/>
                    <a:pt x="272039" y="442083"/>
                    <a:pt x="272727" y="445035"/>
                  </a:cubicBezTo>
                  <a:cubicBezTo>
                    <a:pt x="274125" y="451027"/>
                    <a:pt x="279993" y="456009"/>
                    <a:pt x="285279" y="456090"/>
                  </a:cubicBezTo>
                  <a:cubicBezTo>
                    <a:pt x="290591" y="456171"/>
                    <a:pt x="295539" y="451803"/>
                    <a:pt x="297580" y="445460"/>
                  </a:cubicBezTo>
                  <a:cubicBezTo>
                    <a:pt x="299888" y="438282"/>
                    <a:pt x="299502" y="431195"/>
                    <a:pt x="297150" y="424142"/>
                  </a:cubicBezTo>
                  <a:cubicBezTo>
                    <a:pt x="295371" y="418807"/>
                    <a:pt x="290360" y="414888"/>
                    <a:pt x="285414" y="414875"/>
                  </a:cubicBezTo>
                  <a:close/>
                  <a:moveTo>
                    <a:pt x="152988" y="414875"/>
                  </a:moveTo>
                  <a:cubicBezTo>
                    <a:pt x="147421" y="414773"/>
                    <a:pt x="142986" y="418717"/>
                    <a:pt x="140736" y="425335"/>
                  </a:cubicBezTo>
                  <a:cubicBezTo>
                    <a:pt x="138184" y="432840"/>
                    <a:pt x="138736" y="440248"/>
                    <a:pt x="141222" y="447550"/>
                  </a:cubicBezTo>
                  <a:cubicBezTo>
                    <a:pt x="143265" y="453552"/>
                    <a:pt x="149667" y="456556"/>
                    <a:pt x="155915" y="455249"/>
                  </a:cubicBezTo>
                  <a:cubicBezTo>
                    <a:pt x="161520" y="454076"/>
                    <a:pt x="163342" y="449597"/>
                    <a:pt x="165568" y="444484"/>
                  </a:cubicBezTo>
                  <a:cubicBezTo>
                    <a:pt x="165550" y="438258"/>
                    <a:pt x="166189" y="431939"/>
                    <a:pt x="165330" y="425831"/>
                  </a:cubicBezTo>
                  <a:cubicBezTo>
                    <a:pt x="164450" y="419571"/>
                    <a:pt x="158439" y="414976"/>
                    <a:pt x="152988" y="414875"/>
                  </a:cubicBezTo>
                  <a:close/>
                  <a:moveTo>
                    <a:pt x="45175" y="410257"/>
                  </a:moveTo>
                  <a:cubicBezTo>
                    <a:pt x="49677" y="410257"/>
                    <a:pt x="54196" y="410257"/>
                    <a:pt x="59511" y="410257"/>
                  </a:cubicBezTo>
                  <a:cubicBezTo>
                    <a:pt x="59511" y="421741"/>
                    <a:pt x="59511" y="433281"/>
                    <a:pt x="59511" y="445311"/>
                  </a:cubicBezTo>
                  <a:cubicBezTo>
                    <a:pt x="59511" y="450679"/>
                    <a:pt x="59511" y="455557"/>
                    <a:pt x="59511" y="460723"/>
                  </a:cubicBezTo>
                  <a:cubicBezTo>
                    <a:pt x="57189" y="460723"/>
                    <a:pt x="55294" y="460723"/>
                    <a:pt x="52799" y="460723"/>
                  </a:cubicBezTo>
                  <a:cubicBezTo>
                    <a:pt x="52799" y="446031"/>
                    <a:pt x="52799" y="431239"/>
                    <a:pt x="52799" y="416141"/>
                  </a:cubicBezTo>
                  <a:cubicBezTo>
                    <a:pt x="50005" y="415958"/>
                    <a:pt x="47779" y="415813"/>
                    <a:pt x="45175" y="415642"/>
                  </a:cubicBezTo>
                  <a:cubicBezTo>
                    <a:pt x="45175" y="413923"/>
                    <a:pt x="45175" y="412241"/>
                    <a:pt x="45175" y="410257"/>
                  </a:cubicBezTo>
                  <a:close/>
                  <a:moveTo>
                    <a:pt x="243549" y="410255"/>
                  </a:moveTo>
                  <a:cubicBezTo>
                    <a:pt x="248058" y="410255"/>
                    <a:pt x="252577" y="410255"/>
                    <a:pt x="257493" y="410255"/>
                  </a:cubicBezTo>
                  <a:cubicBezTo>
                    <a:pt x="257493" y="426954"/>
                    <a:pt x="257493" y="443691"/>
                    <a:pt x="257493" y="460726"/>
                  </a:cubicBezTo>
                  <a:cubicBezTo>
                    <a:pt x="255559" y="460726"/>
                    <a:pt x="253663" y="460726"/>
                    <a:pt x="251012" y="460726"/>
                  </a:cubicBezTo>
                  <a:cubicBezTo>
                    <a:pt x="251012" y="453855"/>
                    <a:pt x="251012" y="446884"/>
                    <a:pt x="251012" y="439422"/>
                  </a:cubicBezTo>
                  <a:cubicBezTo>
                    <a:pt x="251012" y="431436"/>
                    <a:pt x="251012" y="423941"/>
                    <a:pt x="251012" y="416122"/>
                  </a:cubicBezTo>
                  <a:cubicBezTo>
                    <a:pt x="248377" y="415954"/>
                    <a:pt x="246150" y="415812"/>
                    <a:pt x="243549" y="415646"/>
                  </a:cubicBezTo>
                  <a:cubicBezTo>
                    <a:pt x="243549" y="413919"/>
                    <a:pt x="243549" y="412237"/>
                    <a:pt x="243549" y="410255"/>
                  </a:cubicBezTo>
                  <a:close/>
                  <a:moveTo>
                    <a:pt x="177741" y="410003"/>
                  </a:moveTo>
                  <a:cubicBezTo>
                    <a:pt x="181938" y="410003"/>
                    <a:pt x="186131" y="410003"/>
                    <a:pt x="190780" y="410082"/>
                  </a:cubicBezTo>
                  <a:cubicBezTo>
                    <a:pt x="191508" y="410719"/>
                    <a:pt x="192015" y="411276"/>
                    <a:pt x="192017" y="411834"/>
                  </a:cubicBezTo>
                  <a:cubicBezTo>
                    <a:pt x="192059" y="427966"/>
                    <a:pt x="192051" y="444098"/>
                    <a:pt x="192051" y="460626"/>
                  </a:cubicBezTo>
                  <a:cubicBezTo>
                    <a:pt x="189833" y="460626"/>
                    <a:pt x="187838" y="460626"/>
                    <a:pt x="185289" y="460626"/>
                  </a:cubicBezTo>
                  <a:cubicBezTo>
                    <a:pt x="185289" y="445910"/>
                    <a:pt x="185289" y="431156"/>
                    <a:pt x="185289" y="416120"/>
                  </a:cubicBezTo>
                  <a:cubicBezTo>
                    <a:pt x="182547" y="415949"/>
                    <a:pt x="180326" y="415810"/>
                    <a:pt x="177741" y="415649"/>
                  </a:cubicBezTo>
                  <a:cubicBezTo>
                    <a:pt x="177741" y="413904"/>
                    <a:pt x="177741" y="412227"/>
                    <a:pt x="177741" y="410003"/>
                  </a:cubicBezTo>
                  <a:close/>
                  <a:moveTo>
                    <a:pt x="111903" y="409962"/>
                  </a:moveTo>
                  <a:cubicBezTo>
                    <a:pt x="115239" y="409962"/>
                    <a:pt x="118464" y="409962"/>
                    <a:pt x="122153" y="409966"/>
                  </a:cubicBezTo>
                  <a:cubicBezTo>
                    <a:pt x="123512" y="410952"/>
                    <a:pt x="125177" y="411927"/>
                    <a:pt x="125187" y="412918"/>
                  </a:cubicBezTo>
                  <a:cubicBezTo>
                    <a:pt x="125351" y="428715"/>
                    <a:pt x="125302" y="444514"/>
                    <a:pt x="125302" y="460666"/>
                  </a:cubicBezTo>
                  <a:cubicBezTo>
                    <a:pt x="122988" y="460666"/>
                    <a:pt x="120994" y="460666"/>
                    <a:pt x="118442" y="460666"/>
                  </a:cubicBezTo>
                  <a:cubicBezTo>
                    <a:pt x="118442" y="445823"/>
                    <a:pt x="118442" y="431069"/>
                    <a:pt x="118442" y="416090"/>
                  </a:cubicBezTo>
                  <a:cubicBezTo>
                    <a:pt x="116020" y="415931"/>
                    <a:pt x="114121" y="415805"/>
                    <a:pt x="111903" y="415659"/>
                  </a:cubicBezTo>
                  <a:cubicBezTo>
                    <a:pt x="111903" y="413841"/>
                    <a:pt x="111903" y="412164"/>
                    <a:pt x="111903" y="409962"/>
                  </a:cubicBezTo>
                  <a:close/>
                  <a:moveTo>
                    <a:pt x="214081" y="409375"/>
                  </a:moveTo>
                  <a:cubicBezTo>
                    <a:pt x="218874" y="408250"/>
                    <a:pt x="224101" y="408697"/>
                    <a:pt x="227970" y="410818"/>
                  </a:cubicBezTo>
                  <a:cubicBezTo>
                    <a:pt x="229239" y="411513"/>
                    <a:pt x="230521" y="412185"/>
                    <a:pt x="232061" y="413117"/>
                  </a:cubicBezTo>
                  <a:cubicBezTo>
                    <a:pt x="241995" y="422019"/>
                    <a:pt x="241037" y="448259"/>
                    <a:pt x="233324" y="455802"/>
                  </a:cubicBezTo>
                  <a:cubicBezTo>
                    <a:pt x="223024" y="465875"/>
                    <a:pt x="207227" y="464270"/>
                    <a:pt x="201612" y="451064"/>
                  </a:cubicBezTo>
                  <a:cubicBezTo>
                    <a:pt x="196958" y="440116"/>
                    <a:pt x="197081" y="428495"/>
                    <a:pt x="202792" y="417362"/>
                  </a:cubicBezTo>
                  <a:cubicBezTo>
                    <a:pt x="204929" y="413196"/>
                    <a:pt x="209289" y="410500"/>
                    <a:pt x="214081" y="409375"/>
                  </a:cubicBezTo>
                  <a:close/>
                  <a:moveTo>
                    <a:pt x="147864" y="409264"/>
                  </a:moveTo>
                  <a:cubicBezTo>
                    <a:pt x="155424" y="407794"/>
                    <a:pt x="162558" y="409109"/>
                    <a:pt x="168085" y="415763"/>
                  </a:cubicBezTo>
                  <a:cubicBezTo>
                    <a:pt x="175071" y="424175"/>
                    <a:pt x="175120" y="446824"/>
                    <a:pt x="168077" y="455194"/>
                  </a:cubicBezTo>
                  <a:cubicBezTo>
                    <a:pt x="160904" y="463717"/>
                    <a:pt x="143803" y="466069"/>
                    <a:pt x="135349" y="451642"/>
                  </a:cubicBezTo>
                  <a:cubicBezTo>
                    <a:pt x="131845" y="441924"/>
                    <a:pt x="131026" y="432496"/>
                    <a:pt x="134169" y="422864"/>
                  </a:cubicBezTo>
                  <a:cubicBezTo>
                    <a:pt x="136432" y="415928"/>
                    <a:pt x="140735" y="410652"/>
                    <a:pt x="147864" y="409264"/>
                  </a:cubicBezTo>
                  <a:close/>
                  <a:moveTo>
                    <a:pt x="82777" y="409088"/>
                  </a:moveTo>
                  <a:cubicBezTo>
                    <a:pt x="89054" y="407858"/>
                    <a:pt x="96079" y="409725"/>
                    <a:pt x="101530" y="415163"/>
                  </a:cubicBezTo>
                  <a:cubicBezTo>
                    <a:pt x="109368" y="426917"/>
                    <a:pt x="109205" y="438974"/>
                    <a:pt x="104130" y="451245"/>
                  </a:cubicBezTo>
                  <a:cubicBezTo>
                    <a:pt x="100396" y="460273"/>
                    <a:pt x="92785" y="462611"/>
                    <a:pt x="83900" y="461963"/>
                  </a:cubicBezTo>
                  <a:cubicBezTo>
                    <a:pt x="76053" y="461390"/>
                    <a:pt x="71220" y="456367"/>
                    <a:pt x="68634" y="449557"/>
                  </a:cubicBezTo>
                  <a:cubicBezTo>
                    <a:pt x="65153" y="440387"/>
                    <a:pt x="65224" y="430840"/>
                    <a:pt x="68505" y="421590"/>
                  </a:cubicBezTo>
                  <a:cubicBezTo>
                    <a:pt x="70970" y="414642"/>
                    <a:pt x="76500" y="410317"/>
                    <a:pt x="82777" y="409088"/>
                  </a:cubicBezTo>
                  <a:close/>
                  <a:moveTo>
                    <a:pt x="16868" y="408978"/>
                  </a:moveTo>
                  <a:cubicBezTo>
                    <a:pt x="20407" y="408354"/>
                    <a:pt x="24081" y="408754"/>
                    <a:pt x="27828" y="409949"/>
                  </a:cubicBezTo>
                  <a:cubicBezTo>
                    <a:pt x="37023" y="412883"/>
                    <a:pt x="39947" y="420776"/>
                    <a:pt x="40673" y="429216"/>
                  </a:cubicBezTo>
                  <a:cubicBezTo>
                    <a:pt x="41275" y="436221"/>
                    <a:pt x="41845" y="443490"/>
                    <a:pt x="38421" y="450244"/>
                  </a:cubicBezTo>
                  <a:cubicBezTo>
                    <a:pt x="33697" y="459562"/>
                    <a:pt x="26377" y="463593"/>
                    <a:pt x="16696" y="461962"/>
                  </a:cubicBezTo>
                  <a:cubicBezTo>
                    <a:pt x="8392" y="460562"/>
                    <a:pt x="1175" y="452538"/>
                    <a:pt x="718" y="443149"/>
                  </a:cubicBezTo>
                  <a:cubicBezTo>
                    <a:pt x="412" y="436868"/>
                    <a:pt x="733" y="430452"/>
                    <a:pt x="1737" y="424252"/>
                  </a:cubicBezTo>
                  <a:cubicBezTo>
                    <a:pt x="2295" y="420804"/>
                    <a:pt x="4828" y="417676"/>
                    <a:pt x="6725" y="414145"/>
                  </a:cubicBezTo>
                  <a:cubicBezTo>
                    <a:pt x="9927" y="411248"/>
                    <a:pt x="13330" y="409601"/>
                    <a:pt x="16868" y="408978"/>
                  </a:cubicBezTo>
                  <a:close/>
                  <a:moveTo>
                    <a:pt x="286897" y="408869"/>
                  </a:moveTo>
                  <a:cubicBezTo>
                    <a:pt x="295611" y="409484"/>
                    <a:pt x="301790" y="414545"/>
                    <a:pt x="304489" y="424574"/>
                  </a:cubicBezTo>
                  <a:cubicBezTo>
                    <a:pt x="307058" y="434118"/>
                    <a:pt x="306653" y="443485"/>
                    <a:pt x="301919" y="452185"/>
                  </a:cubicBezTo>
                  <a:cubicBezTo>
                    <a:pt x="300252" y="455248"/>
                    <a:pt x="296950" y="457420"/>
                    <a:pt x="294023" y="460103"/>
                  </a:cubicBezTo>
                  <a:cubicBezTo>
                    <a:pt x="277347" y="466609"/>
                    <a:pt x="266543" y="456572"/>
                    <a:pt x="264917" y="440790"/>
                  </a:cubicBezTo>
                  <a:cubicBezTo>
                    <a:pt x="264364" y="435412"/>
                    <a:pt x="264800" y="429678"/>
                    <a:pt x="266078" y="424421"/>
                  </a:cubicBezTo>
                  <a:cubicBezTo>
                    <a:pt x="268386" y="414933"/>
                    <a:pt x="275406" y="408058"/>
                    <a:pt x="286897" y="408869"/>
                  </a:cubicBezTo>
                  <a:close/>
                  <a:moveTo>
                    <a:pt x="289675" y="313865"/>
                  </a:moveTo>
                  <a:cubicBezTo>
                    <a:pt x="281726" y="310373"/>
                    <a:pt x="274749" y="315202"/>
                    <a:pt x="272463" y="325979"/>
                  </a:cubicBezTo>
                  <a:cubicBezTo>
                    <a:pt x="270795" y="333271"/>
                    <a:pt x="270967" y="340430"/>
                    <a:pt x="274639" y="347111"/>
                  </a:cubicBezTo>
                  <a:cubicBezTo>
                    <a:pt x="276954" y="351323"/>
                    <a:pt x="280785" y="354122"/>
                    <a:pt x="285589" y="353803"/>
                  </a:cubicBezTo>
                  <a:cubicBezTo>
                    <a:pt x="290199" y="353497"/>
                    <a:pt x="294291" y="351195"/>
                    <a:pt x="296311" y="346588"/>
                  </a:cubicBezTo>
                  <a:cubicBezTo>
                    <a:pt x="300197" y="337722"/>
                    <a:pt x="300241" y="328696"/>
                    <a:pt x="296125" y="320000"/>
                  </a:cubicBezTo>
                  <a:cubicBezTo>
                    <a:pt x="294926" y="317466"/>
                    <a:pt x="292264" y="315002"/>
                    <a:pt x="289675" y="313865"/>
                  </a:cubicBezTo>
                  <a:close/>
                  <a:moveTo>
                    <a:pt x="24731" y="313337"/>
                  </a:moveTo>
                  <a:cubicBezTo>
                    <a:pt x="21657" y="312362"/>
                    <a:pt x="17999" y="312844"/>
                    <a:pt x="14142" y="314760"/>
                  </a:cubicBezTo>
                  <a:cubicBezTo>
                    <a:pt x="6447" y="321360"/>
                    <a:pt x="4547" y="337118"/>
                    <a:pt x="10197" y="347479"/>
                  </a:cubicBezTo>
                  <a:cubicBezTo>
                    <a:pt x="14611" y="355576"/>
                    <a:pt x="25224" y="356190"/>
                    <a:pt x="30274" y="348437"/>
                  </a:cubicBezTo>
                  <a:cubicBezTo>
                    <a:pt x="36051" y="339566"/>
                    <a:pt x="35407" y="329845"/>
                    <a:pt x="31823" y="320657"/>
                  </a:cubicBezTo>
                  <a:cubicBezTo>
                    <a:pt x="30298" y="316745"/>
                    <a:pt x="27806" y="314313"/>
                    <a:pt x="24731" y="313337"/>
                  </a:cubicBezTo>
                  <a:close/>
                  <a:moveTo>
                    <a:pt x="155986" y="313195"/>
                  </a:moveTo>
                  <a:cubicBezTo>
                    <a:pt x="152956" y="312510"/>
                    <a:pt x="149449" y="313281"/>
                    <a:pt x="145532" y="315611"/>
                  </a:cubicBezTo>
                  <a:cubicBezTo>
                    <a:pt x="137555" y="321382"/>
                    <a:pt x="137526" y="339578"/>
                    <a:pt x="142332" y="347605"/>
                  </a:cubicBezTo>
                  <a:cubicBezTo>
                    <a:pt x="146056" y="353825"/>
                    <a:pt x="155402" y="356683"/>
                    <a:pt x="161595" y="349709"/>
                  </a:cubicBezTo>
                  <a:cubicBezTo>
                    <a:pt x="167341" y="343239"/>
                    <a:pt x="168561" y="328185"/>
                    <a:pt x="163577" y="319515"/>
                  </a:cubicBezTo>
                  <a:cubicBezTo>
                    <a:pt x="161569" y="316021"/>
                    <a:pt x="159016" y="313880"/>
                    <a:pt x="155986" y="313195"/>
                  </a:cubicBezTo>
                  <a:close/>
                  <a:moveTo>
                    <a:pt x="218172" y="312824"/>
                  </a:moveTo>
                  <a:cubicBezTo>
                    <a:pt x="212605" y="313147"/>
                    <a:pt x="208623" y="316589"/>
                    <a:pt x="207324" y="321767"/>
                  </a:cubicBezTo>
                  <a:cubicBezTo>
                    <a:pt x="204902" y="331419"/>
                    <a:pt x="203772" y="341205"/>
                    <a:pt x="210783" y="350585"/>
                  </a:cubicBezTo>
                  <a:cubicBezTo>
                    <a:pt x="218518" y="355934"/>
                    <a:pt x="226221" y="354726"/>
                    <a:pt x="230032" y="346499"/>
                  </a:cubicBezTo>
                  <a:cubicBezTo>
                    <a:pt x="233957" y="338025"/>
                    <a:pt x="233635" y="328864"/>
                    <a:pt x="230104" y="320190"/>
                  </a:cubicBezTo>
                  <a:cubicBezTo>
                    <a:pt x="228052" y="315148"/>
                    <a:pt x="223646" y="312506"/>
                    <a:pt x="218172" y="312824"/>
                  </a:cubicBezTo>
                  <a:close/>
                  <a:moveTo>
                    <a:pt x="86785" y="312741"/>
                  </a:moveTo>
                  <a:cubicBezTo>
                    <a:pt x="81540" y="312860"/>
                    <a:pt x="77013" y="316427"/>
                    <a:pt x="75108" y="321829"/>
                  </a:cubicBezTo>
                  <a:cubicBezTo>
                    <a:pt x="72436" y="329403"/>
                    <a:pt x="72410" y="336965"/>
                    <a:pt x="75264" y="345288"/>
                  </a:cubicBezTo>
                  <a:cubicBezTo>
                    <a:pt x="77730" y="350503"/>
                    <a:pt x="81628" y="353986"/>
                    <a:pt x="87573" y="353852"/>
                  </a:cubicBezTo>
                  <a:cubicBezTo>
                    <a:pt x="93067" y="353728"/>
                    <a:pt x="97916" y="348893"/>
                    <a:pt x="99510" y="342716"/>
                  </a:cubicBezTo>
                  <a:cubicBezTo>
                    <a:pt x="101327" y="335672"/>
                    <a:pt x="101168" y="328675"/>
                    <a:pt x="98754" y="321775"/>
                  </a:cubicBezTo>
                  <a:cubicBezTo>
                    <a:pt x="96926" y="316552"/>
                    <a:pt x="91719" y="312630"/>
                    <a:pt x="86785" y="312741"/>
                  </a:cubicBezTo>
                  <a:close/>
                  <a:moveTo>
                    <a:pt x="275814" y="308733"/>
                  </a:moveTo>
                  <a:cubicBezTo>
                    <a:pt x="291111" y="302778"/>
                    <a:pt x="302832" y="310362"/>
                    <a:pt x="305164" y="325376"/>
                  </a:cubicBezTo>
                  <a:cubicBezTo>
                    <a:pt x="306472" y="333792"/>
                    <a:pt x="305861" y="341625"/>
                    <a:pt x="302398" y="349359"/>
                  </a:cubicBezTo>
                  <a:cubicBezTo>
                    <a:pt x="298684" y="357652"/>
                    <a:pt x="291865" y="360060"/>
                    <a:pt x="283470" y="359893"/>
                  </a:cubicBezTo>
                  <a:cubicBezTo>
                    <a:pt x="275732" y="359739"/>
                    <a:pt x="270678" y="355482"/>
                    <a:pt x="267763" y="348904"/>
                  </a:cubicBezTo>
                  <a:cubicBezTo>
                    <a:pt x="263248" y="338719"/>
                    <a:pt x="263175" y="328142"/>
                    <a:pt x="267796" y="318007"/>
                  </a:cubicBezTo>
                  <a:cubicBezTo>
                    <a:pt x="269388" y="314516"/>
                    <a:pt x="272843" y="311875"/>
                    <a:pt x="275814" y="308733"/>
                  </a:cubicBezTo>
                  <a:close/>
                  <a:moveTo>
                    <a:pt x="243501" y="308087"/>
                  </a:moveTo>
                  <a:cubicBezTo>
                    <a:pt x="248133" y="308087"/>
                    <a:pt x="252638" y="308087"/>
                    <a:pt x="257516" y="308087"/>
                  </a:cubicBezTo>
                  <a:cubicBezTo>
                    <a:pt x="257516" y="324823"/>
                    <a:pt x="257516" y="341517"/>
                    <a:pt x="257516" y="359522"/>
                  </a:cubicBezTo>
                  <a:cubicBezTo>
                    <a:pt x="255118" y="358610"/>
                    <a:pt x="253083" y="357836"/>
                    <a:pt x="251034" y="356601"/>
                  </a:cubicBezTo>
                  <a:cubicBezTo>
                    <a:pt x="251020" y="342159"/>
                    <a:pt x="251020" y="328178"/>
                    <a:pt x="251020" y="313963"/>
                  </a:cubicBezTo>
                  <a:cubicBezTo>
                    <a:pt x="248270" y="313802"/>
                    <a:pt x="246046" y="313672"/>
                    <a:pt x="243501" y="313523"/>
                  </a:cubicBezTo>
                  <a:cubicBezTo>
                    <a:pt x="243501" y="311702"/>
                    <a:pt x="243501" y="310027"/>
                    <a:pt x="243501" y="308087"/>
                  </a:cubicBezTo>
                  <a:close/>
                  <a:moveTo>
                    <a:pt x="177687" y="308074"/>
                  </a:moveTo>
                  <a:cubicBezTo>
                    <a:pt x="182365" y="308074"/>
                    <a:pt x="186868" y="308074"/>
                    <a:pt x="192089" y="308074"/>
                  </a:cubicBezTo>
                  <a:cubicBezTo>
                    <a:pt x="192089" y="310522"/>
                    <a:pt x="192089" y="312896"/>
                    <a:pt x="192089" y="315751"/>
                  </a:cubicBezTo>
                  <a:cubicBezTo>
                    <a:pt x="192089" y="330228"/>
                    <a:pt x="192089" y="344223"/>
                    <a:pt x="192089" y="358552"/>
                  </a:cubicBezTo>
                  <a:cubicBezTo>
                    <a:pt x="189726" y="358552"/>
                    <a:pt x="187732" y="358552"/>
                    <a:pt x="185350" y="358552"/>
                  </a:cubicBezTo>
                  <a:cubicBezTo>
                    <a:pt x="185350" y="343779"/>
                    <a:pt x="185350" y="329158"/>
                    <a:pt x="185350" y="313975"/>
                  </a:cubicBezTo>
                  <a:cubicBezTo>
                    <a:pt x="182670" y="313821"/>
                    <a:pt x="180330" y="313687"/>
                    <a:pt x="177687" y="313535"/>
                  </a:cubicBezTo>
                  <a:cubicBezTo>
                    <a:pt x="177687" y="311673"/>
                    <a:pt x="177687" y="309999"/>
                    <a:pt x="177687" y="308074"/>
                  </a:cubicBezTo>
                  <a:close/>
                  <a:moveTo>
                    <a:pt x="111877" y="308066"/>
                  </a:moveTo>
                  <a:cubicBezTo>
                    <a:pt x="116260" y="308066"/>
                    <a:pt x="120436" y="308066"/>
                    <a:pt x="125309" y="308066"/>
                  </a:cubicBezTo>
                  <a:cubicBezTo>
                    <a:pt x="125309" y="320979"/>
                    <a:pt x="125309" y="333791"/>
                    <a:pt x="125309" y="347090"/>
                  </a:cubicBezTo>
                  <a:cubicBezTo>
                    <a:pt x="125309" y="351135"/>
                    <a:pt x="125309" y="354693"/>
                    <a:pt x="125309" y="358567"/>
                  </a:cubicBezTo>
                  <a:cubicBezTo>
                    <a:pt x="122921" y="358567"/>
                    <a:pt x="120927" y="358567"/>
                    <a:pt x="118545" y="358567"/>
                  </a:cubicBezTo>
                  <a:cubicBezTo>
                    <a:pt x="118545" y="343750"/>
                    <a:pt x="118545" y="329130"/>
                    <a:pt x="118545" y="314130"/>
                  </a:cubicBezTo>
                  <a:cubicBezTo>
                    <a:pt x="116196" y="313883"/>
                    <a:pt x="114181" y="313672"/>
                    <a:pt x="111877" y="313431"/>
                  </a:cubicBezTo>
                  <a:cubicBezTo>
                    <a:pt x="111877" y="311658"/>
                    <a:pt x="111877" y="309983"/>
                    <a:pt x="111877" y="308066"/>
                  </a:cubicBezTo>
                  <a:close/>
                  <a:moveTo>
                    <a:pt x="59232" y="307826"/>
                  </a:moveTo>
                  <a:cubicBezTo>
                    <a:pt x="59232" y="325022"/>
                    <a:pt x="59232" y="341725"/>
                    <a:pt x="59232" y="358658"/>
                  </a:cubicBezTo>
                  <a:cubicBezTo>
                    <a:pt x="57074" y="358658"/>
                    <a:pt x="55183" y="358658"/>
                    <a:pt x="52739" y="358658"/>
                  </a:cubicBezTo>
                  <a:cubicBezTo>
                    <a:pt x="52739" y="343811"/>
                    <a:pt x="52739" y="329054"/>
                    <a:pt x="52739" y="315161"/>
                  </a:cubicBezTo>
                  <a:cubicBezTo>
                    <a:pt x="50286" y="311931"/>
                    <a:pt x="44476" y="316780"/>
                    <a:pt x="44812" y="309863"/>
                  </a:cubicBezTo>
                  <a:cubicBezTo>
                    <a:pt x="46483" y="308890"/>
                    <a:pt x="48108" y="308035"/>
                    <a:pt x="49793" y="307897"/>
                  </a:cubicBezTo>
                  <a:cubicBezTo>
                    <a:pt x="52830" y="307647"/>
                    <a:pt x="55903" y="307826"/>
                    <a:pt x="59232" y="307826"/>
                  </a:cubicBezTo>
                  <a:close/>
                  <a:moveTo>
                    <a:pt x="157136" y="306997"/>
                  </a:moveTo>
                  <a:cubicBezTo>
                    <a:pt x="165075" y="308313"/>
                    <a:pt x="169555" y="313891"/>
                    <a:pt x="171869" y="321409"/>
                  </a:cubicBezTo>
                  <a:cubicBezTo>
                    <a:pt x="174537" y="330073"/>
                    <a:pt x="174034" y="338716"/>
                    <a:pt x="171321" y="347158"/>
                  </a:cubicBezTo>
                  <a:cubicBezTo>
                    <a:pt x="168536" y="355825"/>
                    <a:pt x="159874" y="360759"/>
                    <a:pt x="150135" y="359866"/>
                  </a:cubicBezTo>
                  <a:cubicBezTo>
                    <a:pt x="141654" y="359087"/>
                    <a:pt x="135137" y="352116"/>
                    <a:pt x="133120" y="342499"/>
                  </a:cubicBezTo>
                  <a:cubicBezTo>
                    <a:pt x="131257" y="333622"/>
                    <a:pt x="132442" y="325191"/>
                    <a:pt x="135756" y="316581"/>
                  </a:cubicBezTo>
                  <a:cubicBezTo>
                    <a:pt x="140732" y="307944"/>
                    <a:pt x="148346" y="305539"/>
                    <a:pt x="157136" y="306997"/>
                  </a:cubicBezTo>
                  <a:close/>
                  <a:moveTo>
                    <a:pt x="214643" y="306875"/>
                  </a:moveTo>
                  <a:cubicBezTo>
                    <a:pt x="219270" y="305674"/>
                    <a:pt x="224277" y="306570"/>
                    <a:pt x="229693" y="309516"/>
                  </a:cubicBezTo>
                  <a:cubicBezTo>
                    <a:pt x="236253" y="313086"/>
                    <a:pt x="238339" y="319635"/>
                    <a:pt x="238969" y="326116"/>
                  </a:cubicBezTo>
                  <a:cubicBezTo>
                    <a:pt x="239678" y="333420"/>
                    <a:pt x="240371" y="341039"/>
                    <a:pt x="236792" y="348112"/>
                  </a:cubicBezTo>
                  <a:cubicBezTo>
                    <a:pt x="232076" y="357434"/>
                    <a:pt x="224752" y="361459"/>
                    <a:pt x="215071" y="359827"/>
                  </a:cubicBezTo>
                  <a:cubicBezTo>
                    <a:pt x="206768" y="358427"/>
                    <a:pt x="199408" y="350405"/>
                    <a:pt x="199123" y="341019"/>
                  </a:cubicBezTo>
                  <a:cubicBezTo>
                    <a:pt x="198880" y="333038"/>
                    <a:pt x="197351" y="324716"/>
                    <a:pt x="201876" y="316816"/>
                  </a:cubicBezTo>
                  <a:cubicBezTo>
                    <a:pt x="205770" y="311375"/>
                    <a:pt x="210016" y="308077"/>
                    <a:pt x="214643" y="306875"/>
                  </a:cubicBezTo>
                  <a:close/>
                  <a:moveTo>
                    <a:pt x="90203" y="306810"/>
                  </a:moveTo>
                  <a:cubicBezTo>
                    <a:pt x="98008" y="307493"/>
                    <a:pt x="105154" y="314497"/>
                    <a:pt x="106506" y="324105"/>
                  </a:cubicBezTo>
                  <a:cubicBezTo>
                    <a:pt x="107190" y="328966"/>
                    <a:pt x="106728" y="333988"/>
                    <a:pt x="106732" y="339368"/>
                  </a:cubicBezTo>
                  <a:cubicBezTo>
                    <a:pt x="105229" y="356877"/>
                    <a:pt x="92334" y="363108"/>
                    <a:pt x="79300" y="358694"/>
                  </a:cubicBezTo>
                  <a:cubicBezTo>
                    <a:pt x="70680" y="355774"/>
                    <a:pt x="67534" y="347770"/>
                    <a:pt x="66616" y="339533"/>
                  </a:cubicBezTo>
                  <a:cubicBezTo>
                    <a:pt x="65980" y="333835"/>
                    <a:pt x="66323" y="327699"/>
                    <a:pt x="67780" y="322167"/>
                  </a:cubicBezTo>
                  <a:cubicBezTo>
                    <a:pt x="70561" y="311612"/>
                    <a:pt x="77316" y="305682"/>
                    <a:pt x="90203" y="306810"/>
                  </a:cubicBezTo>
                  <a:close/>
                  <a:moveTo>
                    <a:pt x="17852" y="306763"/>
                  </a:moveTo>
                  <a:cubicBezTo>
                    <a:pt x="24137" y="306002"/>
                    <a:pt x="30872" y="308007"/>
                    <a:pt x="35225" y="312542"/>
                  </a:cubicBezTo>
                  <a:cubicBezTo>
                    <a:pt x="42577" y="324430"/>
                    <a:pt x="43009" y="336624"/>
                    <a:pt x="37835" y="348915"/>
                  </a:cubicBezTo>
                  <a:cubicBezTo>
                    <a:pt x="35113" y="355381"/>
                    <a:pt x="30084" y="359552"/>
                    <a:pt x="22571" y="359889"/>
                  </a:cubicBezTo>
                  <a:cubicBezTo>
                    <a:pt x="14129" y="360268"/>
                    <a:pt x="7072" y="357886"/>
                    <a:pt x="3482" y="349619"/>
                  </a:cubicBezTo>
                  <a:cubicBezTo>
                    <a:pt x="-1106" y="339055"/>
                    <a:pt x="-968" y="328184"/>
                    <a:pt x="3180" y="317576"/>
                  </a:cubicBezTo>
                  <a:cubicBezTo>
                    <a:pt x="5732" y="311050"/>
                    <a:pt x="11567" y="307523"/>
                    <a:pt x="17852" y="306763"/>
                  </a:cubicBezTo>
                  <a:close/>
                  <a:moveTo>
                    <a:pt x="149247" y="211357"/>
                  </a:moveTo>
                  <a:cubicBezTo>
                    <a:pt x="143923" y="213362"/>
                    <a:pt x="141719" y="217512"/>
                    <a:pt x="140055" y="223192"/>
                  </a:cubicBezTo>
                  <a:cubicBezTo>
                    <a:pt x="140060" y="228612"/>
                    <a:pt x="139585" y="234087"/>
                    <a:pt x="140194" y="239439"/>
                  </a:cubicBezTo>
                  <a:cubicBezTo>
                    <a:pt x="140910" y="245739"/>
                    <a:pt x="144762" y="250076"/>
                    <a:pt x="151112" y="251442"/>
                  </a:cubicBezTo>
                  <a:cubicBezTo>
                    <a:pt x="155805" y="252452"/>
                    <a:pt x="159439" y="250230"/>
                    <a:pt x="162430" y="246661"/>
                  </a:cubicBezTo>
                  <a:cubicBezTo>
                    <a:pt x="168505" y="239413"/>
                    <a:pt x="168091" y="220466"/>
                    <a:pt x="161217" y="214071"/>
                  </a:cubicBezTo>
                  <a:cubicBezTo>
                    <a:pt x="158039" y="211115"/>
                    <a:pt x="154061" y="209545"/>
                    <a:pt x="149247" y="211357"/>
                  </a:cubicBezTo>
                  <a:close/>
                  <a:moveTo>
                    <a:pt x="287114" y="210944"/>
                  </a:moveTo>
                  <a:cubicBezTo>
                    <a:pt x="283324" y="210984"/>
                    <a:pt x="278433" y="212528"/>
                    <a:pt x="276005" y="215199"/>
                  </a:cubicBezTo>
                  <a:cubicBezTo>
                    <a:pt x="269716" y="222120"/>
                    <a:pt x="268485" y="244417"/>
                    <a:pt x="281258" y="250859"/>
                  </a:cubicBezTo>
                  <a:cubicBezTo>
                    <a:pt x="288885" y="252813"/>
                    <a:pt x="294655" y="249446"/>
                    <a:pt x="297301" y="241887"/>
                  </a:cubicBezTo>
                  <a:cubicBezTo>
                    <a:pt x="299985" y="234221"/>
                    <a:pt x="299602" y="226625"/>
                    <a:pt x="296932" y="219189"/>
                  </a:cubicBezTo>
                  <a:cubicBezTo>
                    <a:pt x="295335" y="214741"/>
                    <a:pt x="291865" y="210895"/>
                    <a:pt x="287114" y="210944"/>
                  </a:cubicBezTo>
                  <a:close/>
                  <a:moveTo>
                    <a:pt x="19518" y="210712"/>
                  </a:moveTo>
                  <a:cubicBezTo>
                    <a:pt x="14243" y="211135"/>
                    <a:pt x="9812" y="214378"/>
                    <a:pt x="9184" y="219460"/>
                  </a:cubicBezTo>
                  <a:cubicBezTo>
                    <a:pt x="8235" y="227139"/>
                    <a:pt x="8837" y="235010"/>
                    <a:pt x="9266" y="243425"/>
                  </a:cubicBezTo>
                  <a:cubicBezTo>
                    <a:pt x="11016" y="248927"/>
                    <a:pt x="15279" y="251488"/>
                    <a:pt x="20556" y="251706"/>
                  </a:cubicBezTo>
                  <a:cubicBezTo>
                    <a:pt x="25553" y="251913"/>
                    <a:pt x="29706" y="249035"/>
                    <a:pt x="31610" y="244559"/>
                  </a:cubicBezTo>
                  <a:cubicBezTo>
                    <a:pt x="35349" y="235775"/>
                    <a:pt x="35304" y="226609"/>
                    <a:pt x="31599" y="217801"/>
                  </a:cubicBezTo>
                  <a:cubicBezTo>
                    <a:pt x="29477" y="212755"/>
                    <a:pt x="24932" y="210278"/>
                    <a:pt x="19518" y="210712"/>
                  </a:cubicBezTo>
                  <a:close/>
                  <a:moveTo>
                    <a:pt x="217944" y="210704"/>
                  </a:moveTo>
                  <a:cubicBezTo>
                    <a:pt x="212424" y="211140"/>
                    <a:pt x="208510" y="214667"/>
                    <a:pt x="207223" y="219840"/>
                  </a:cubicBezTo>
                  <a:cubicBezTo>
                    <a:pt x="204895" y="229189"/>
                    <a:pt x="204061" y="238650"/>
                    <a:pt x="210255" y="247917"/>
                  </a:cubicBezTo>
                  <a:cubicBezTo>
                    <a:pt x="217590" y="253930"/>
                    <a:pt x="225867" y="252967"/>
                    <a:pt x="229903" y="244590"/>
                  </a:cubicBezTo>
                  <a:cubicBezTo>
                    <a:pt x="234040" y="236007"/>
                    <a:pt x="233686" y="226671"/>
                    <a:pt x="230000" y="217852"/>
                  </a:cubicBezTo>
                  <a:cubicBezTo>
                    <a:pt x="227892" y="212808"/>
                    <a:pt x="223386" y="210275"/>
                    <a:pt x="217944" y="210704"/>
                  </a:cubicBezTo>
                  <a:close/>
                  <a:moveTo>
                    <a:pt x="86848" y="210607"/>
                  </a:moveTo>
                  <a:cubicBezTo>
                    <a:pt x="80885" y="210706"/>
                    <a:pt x="75650" y="215150"/>
                    <a:pt x="74360" y="221874"/>
                  </a:cubicBezTo>
                  <a:cubicBezTo>
                    <a:pt x="73574" y="225966"/>
                    <a:pt x="73599" y="230214"/>
                    <a:pt x="73263" y="235289"/>
                  </a:cubicBezTo>
                  <a:cubicBezTo>
                    <a:pt x="73718" y="237484"/>
                    <a:pt x="73945" y="239758"/>
                    <a:pt x="74671" y="241860"/>
                  </a:cubicBezTo>
                  <a:cubicBezTo>
                    <a:pt x="76635" y="247547"/>
                    <a:pt x="82197" y="251893"/>
                    <a:pt x="87084" y="251822"/>
                  </a:cubicBezTo>
                  <a:cubicBezTo>
                    <a:pt x="92426" y="251746"/>
                    <a:pt x="97452" y="247354"/>
                    <a:pt x="99282" y="241034"/>
                  </a:cubicBezTo>
                  <a:cubicBezTo>
                    <a:pt x="101208" y="234382"/>
                    <a:pt x="101309" y="227752"/>
                    <a:pt x="99091" y="221094"/>
                  </a:cubicBezTo>
                  <a:cubicBezTo>
                    <a:pt x="96885" y="214469"/>
                    <a:pt x="92408" y="210516"/>
                    <a:pt x="86848" y="210607"/>
                  </a:cubicBezTo>
                  <a:close/>
                  <a:moveTo>
                    <a:pt x="31174" y="207113"/>
                  </a:moveTo>
                  <a:cubicBezTo>
                    <a:pt x="36524" y="210380"/>
                    <a:pt x="39970" y="216653"/>
                    <a:pt x="40702" y="224956"/>
                  </a:cubicBezTo>
                  <a:cubicBezTo>
                    <a:pt x="41319" y="231956"/>
                    <a:pt x="41845" y="239228"/>
                    <a:pt x="38417" y="245981"/>
                  </a:cubicBezTo>
                  <a:cubicBezTo>
                    <a:pt x="33689" y="255297"/>
                    <a:pt x="26373" y="259326"/>
                    <a:pt x="16692" y="257693"/>
                  </a:cubicBezTo>
                  <a:cubicBezTo>
                    <a:pt x="8391" y="256291"/>
                    <a:pt x="1163" y="248269"/>
                    <a:pt x="720" y="238882"/>
                  </a:cubicBezTo>
                  <a:cubicBezTo>
                    <a:pt x="415" y="232438"/>
                    <a:pt x="294" y="225695"/>
                    <a:pt x="1886" y="219550"/>
                  </a:cubicBezTo>
                  <a:cubicBezTo>
                    <a:pt x="3026" y="215146"/>
                    <a:pt x="7136" y="211512"/>
                    <a:pt x="10218" y="207305"/>
                  </a:cubicBezTo>
                  <a:cubicBezTo>
                    <a:pt x="18568" y="203585"/>
                    <a:pt x="25823" y="203846"/>
                    <a:pt x="31174" y="207113"/>
                  </a:cubicBezTo>
                  <a:close/>
                  <a:moveTo>
                    <a:pt x="243551" y="205988"/>
                  </a:moveTo>
                  <a:cubicBezTo>
                    <a:pt x="248055" y="205988"/>
                    <a:pt x="252574" y="205988"/>
                    <a:pt x="257887" y="205988"/>
                  </a:cubicBezTo>
                  <a:cubicBezTo>
                    <a:pt x="257887" y="211903"/>
                    <a:pt x="257887" y="217882"/>
                    <a:pt x="257887" y="224352"/>
                  </a:cubicBezTo>
                  <a:cubicBezTo>
                    <a:pt x="257887" y="235283"/>
                    <a:pt x="257887" y="245724"/>
                    <a:pt x="257887" y="256456"/>
                  </a:cubicBezTo>
                  <a:cubicBezTo>
                    <a:pt x="255563" y="256456"/>
                    <a:pt x="253668" y="256456"/>
                    <a:pt x="251173" y="256456"/>
                  </a:cubicBezTo>
                  <a:cubicBezTo>
                    <a:pt x="251173" y="241762"/>
                    <a:pt x="251173" y="226970"/>
                    <a:pt x="251173" y="211870"/>
                  </a:cubicBezTo>
                  <a:cubicBezTo>
                    <a:pt x="248381" y="211688"/>
                    <a:pt x="246154" y="211544"/>
                    <a:pt x="243551" y="211375"/>
                  </a:cubicBezTo>
                  <a:cubicBezTo>
                    <a:pt x="243551" y="209653"/>
                    <a:pt x="243551" y="207972"/>
                    <a:pt x="243551" y="205988"/>
                  </a:cubicBezTo>
                  <a:close/>
                  <a:moveTo>
                    <a:pt x="177751" y="205987"/>
                  </a:moveTo>
                  <a:cubicBezTo>
                    <a:pt x="182260" y="205987"/>
                    <a:pt x="186779" y="205987"/>
                    <a:pt x="191695" y="205987"/>
                  </a:cubicBezTo>
                  <a:cubicBezTo>
                    <a:pt x="191695" y="222687"/>
                    <a:pt x="191695" y="239423"/>
                    <a:pt x="191695" y="256458"/>
                  </a:cubicBezTo>
                  <a:cubicBezTo>
                    <a:pt x="189761" y="256458"/>
                    <a:pt x="187865" y="256458"/>
                    <a:pt x="185214" y="256458"/>
                  </a:cubicBezTo>
                  <a:cubicBezTo>
                    <a:pt x="185214" y="248933"/>
                    <a:pt x="185214" y="241307"/>
                    <a:pt x="185214" y="233190"/>
                  </a:cubicBezTo>
                  <a:cubicBezTo>
                    <a:pt x="185214" y="225859"/>
                    <a:pt x="185214" y="219020"/>
                    <a:pt x="185214" y="211854"/>
                  </a:cubicBezTo>
                  <a:cubicBezTo>
                    <a:pt x="182582" y="211686"/>
                    <a:pt x="180352" y="211544"/>
                    <a:pt x="177751" y="211378"/>
                  </a:cubicBezTo>
                  <a:cubicBezTo>
                    <a:pt x="177751" y="209658"/>
                    <a:pt x="177751" y="207979"/>
                    <a:pt x="177751" y="205987"/>
                  </a:cubicBezTo>
                  <a:close/>
                  <a:moveTo>
                    <a:pt x="111896" y="205948"/>
                  </a:moveTo>
                  <a:cubicBezTo>
                    <a:pt x="116219" y="205948"/>
                    <a:pt x="120396" y="205948"/>
                    <a:pt x="125309" y="205948"/>
                  </a:cubicBezTo>
                  <a:cubicBezTo>
                    <a:pt x="125309" y="212925"/>
                    <a:pt x="125309" y="219866"/>
                    <a:pt x="125309" y="227298"/>
                  </a:cubicBezTo>
                  <a:cubicBezTo>
                    <a:pt x="125309" y="237219"/>
                    <a:pt x="125309" y="246650"/>
                    <a:pt x="125309" y="256415"/>
                  </a:cubicBezTo>
                  <a:cubicBezTo>
                    <a:pt x="122952" y="256415"/>
                    <a:pt x="120958" y="256415"/>
                    <a:pt x="118422" y="256415"/>
                  </a:cubicBezTo>
                  <a:cubicBezTo>
                    <a:pt x="118422" y="241528"/>
                    <a:pt x="118422" y="226778"/>
                    <a:pt x="118422" y="211812"/>
                  </a:cubicBezTo>
                  <a:cubicBezTo>
                    <a:pt x="116005" y="211655"/>
                    <a:pt x="114105" y="211532"/>
                    <a:pt x="111896" y="211389"/>
                  </a:cubicBezTo>
                  <a:cubicBezTo>
                    <a:pt x="111896" y="209559"/>
                    <a:pt x="111896" y="207883"/>
                    <a:pt x="111896" y="205948"/>
                  </a:cubicBezTo>
                  <a:close/>
                  <a:moveTo>
                    <a:pt x="45146" y="205700"/>
                  </a:moveTo>
                  <a:cubicBezTo>
                    <a:pt x="49066" y="205700"/>
                    <a:pt x="52938" y="205700"/>
                    <a:pt x="57274" y="205717"/>
                  </a:cubicBezTo>
                  <a:cubicBezTo>
                    <a:pt x="58326" y="206685"/>
                    <a:pt x="59422" y="207633"/>
                    <a:pt x="59428" y="208589"/>
                  </a:cubicBezTo>
                  <a:cubicBezTo>
                    <a:pt x="59534" y="224390"/>
                    <a:pt x="59504" y="240193"/>
                    <a:pt x="59504" y="256374"/>
                  </a:cubicBezTo>
                  <a:cubicBezTo>
                    <a:pt x="57225" y="256374"/>
                    <a:pt x="55230" y="256374"/>
                    <a:pt x="52682" y="256374"/>
                  </a:cubicBezTo>
                  <a:cubicBezTo>
                    <a:pt x="52682" y="241606"/>
                    <a:pt x="52682" y="226854"/>
                    <a:pt x="52682" y="211841"/>
                  </a:cubicBezTo>
                  <a:cubicBezTo>
                    <a:pt x="49936" y="211676"/>
                    <a:pt x="47714" y="211543"/>
                    <a:pt x="45146" y="211389"/>
                  </a:cubicBezTo>
                  <a:cubicBezTo>
                    <a:pt x="45146" y="209613"/>
                    <a:pt x="45146" y="207938"/>
                    <a:pt x="45146" y="205700"/>
                  </a:cubicBezTo>
                  <a:close/>
                  <a:moveTo>
                    <a:pt x="223103" y="204844"/>
                  </a:moveTo>
                  <a:cubicBezTo>
                    <a:pt x="229371" y="205593"/>
                    <a:pt x="234316" y="209227"/>
                    <a:pt x="236548" y="215335"/>
                  </a:cubicBezTo>
                  <a:cubicBezTo>
                    <a:pt x="240381" y="225825"/>
                    <a:pt x="241131" y="236537"/>
                    <a:pt x="236226" y="246884"/>
                  </a:cubicBezTo>
                  <a:cubicBezTo>
                    <a:pt x="230359" y="259262"/>
                    <a:pt x="215088" y="261760"/>
                    <a:pt x="204597" y="252052"/>
                  </a:cubicBezTo>
                  <a:cubicBezTo>
                    <a:pt x="196695" y="238970"/>
                    <a:pt x="196307" y="225878"/>
                    <a:pt x="203258" y="212725"/>
                  </a:cubicBezTo>
                  <a:cubicBezTo>
                    <a:pt x="207534" y="204634"/>
                    <a:pt x="215301" y="203913"/>
                    <a:pt x="223103" y="204844"/>
                  </a:cubicBezTo>
                  <a:close/>
                  <a:moveTo>
                    <a:pt x="156320" y="204773"/>
                  </a:moveTo>
                  <a:cubicBezTo>
                    <a:pt x="164090" y="205595"/>
                    <a:pt x="168790" y="210667"/>
                    <a:pt x="171342" y="217581"/>
                  </a:cubicBezTo>
                  <a:cubicBezTo>
                    <a:pt x="174455" y="226015"/>
                    <a:pt x="173889" y="234601"/>
                    <a:pt x="171840" y="243310"/>
                  </a:cubicBezTo>
                  <a:cubicBezTo>
                    <a:pt x="169148" y="254754"/>
                    <a:pt x="155377" y="261362"/>
                    <a:pt x="144169" y="255834"/>
                  </a:cubicBezTo>
                  <a:cubicBezTo>
                    <a:pt x="136681" y="252177"/>
                    <a:pt x="134596" y="245723"/>
                    <a:pt x="132977" y="238498"/>
                  </a:cubicBezTo>
                  <a:cubicBezTo>
                    <a:pt x="131107" y="230146"/>
                    <a:pt x="132481" y="222312"/>
                    <a:pt x="135605" y="214850"/>
                  </a:cubicBezTo>
                  <a:cubicBezTo>
                    <a:pt x="138792" y="207237"/>
                    <a:pt x="146572" y="203742"/>
                    <a:pt x="156320" y="204773"/>
                  </a:cubicBezTo>
                  <a:close/>
                  <a:moveTo>
                    <a:pt x="288579" y="204676"/>
                  </a:moveTo>
                  <a:cubicBezTo>
                    <a:pt x="296384" y="205359"/>
                    <a:pt x="303530" y="212363"/>
                    <a:pt x="304882" y="221971"/>
                  </a:cubicBezTo>
                  <a:cubicBezTo>
                    <a:pt x="305566" y="226832"/>
                    <a:pt x="305104" y="231854"/>
                    <a:pt x="305108" y="237234"/>
                  </a:cubicBezTo>
                  <a:cubicBezTo>
                    <a:pt x="303605" y="254743"/>
                    <a:pt x="290710" y="260974"/>
                    <a:pt x="277676" y="256560"/>
                  </a:cubicBezTo>
                  <a:cubicBezTo>
                    <a:pt x="269056" y="253640"/>
                    <a:pt x="265910" y="245636"/>
                    <a:pt x="264992" y="237399"/>
                  </a:cubicBezTo>
                  <a:cubicBezTo>
                    <a:pt x="264356" y="231701"/>
                    <a:pt x="264699" y="225565"/>
                    <a:pt x="266156" y="220033"/>
                  </a:cubicBezTo>
                  <a:cubicBezTo>
                    <a:pt x="268937" y="209478"/>
                    <a:pt x="275692" y="203548"/>
                    <a:pt x="288579" y="204676"/>
                  </a:cubicBezTo>
                  <a:close/>
                  <a:moveTo>
                    <a:pt x="85293" y="204602"/>
                  </a:moveTo>
                  <a:cubicBezTo>
                    <a:pt x="95798" y="203843"/>
                    <a:pt x="103214" y="209188"/>
                    <a:pt x="106210" y="220492"/>
                  </a:cubicBezTo>
                  <a:cubicBezTo>
                    <a:pt x="108739" y="230035"/>
                    <a:pt x="108180" y="239405"/>
                    <a:pt x="103501" y="248134"/>
                  </a:cubicBezTo>
                  <a:cubicBezTo>
                    <a:pt x="101988" y="250957"/>
                    <a:pt x="99009" y="252995"/>
                    <a:pt x="96357" y="255561"/>
                  </a:cubicBezTo>
                  <a:cubicBezTo>
                    <a:pt x="79463" y="262530"/>
                    <a:pt x="68132" y="252703"/>
                    <a:pt x="66520" y="236310"/>
                  </a:cubicBezTo>
                  <a:cubicBezTo>
                    <a:pt x="66021" y="231238"/>
                    <a:pt x="66525" y="225907"/>
                    <a:pt x="67519" y="220882"/>
                  </a:cubicBezTo>
                  <a:cubicBezTo>
                    <a:pt x="69469" y="211027"/>
                    <a:pt x="76743" y="205220"/>
                    <a:pt x="85293" y="204602"/>
                  </a:cubicBezTo>
                  <a:close/>
                  <a:moveTo>
                    <a:pt x="37494" y="108989"/>
                  </a:moveTo>
                  <a:cubicBezTo>
                    <a:pt x="34576" y="109867"/>
                    <a:pt x="32114" y="112034"/>
                    <a:pt x="30551" y="115434"/>
                  </a:cubicBezTo>
                  <a:cubicBezTo>
                    <a:pt x="26745" y="123715"/>
                    <a:pt x="27040" y="132442"/>
                    <a:pt x="29737" y="140914"/>
                  </a:cubicBezTo>
                  <a:cubicBezTo>
                    <a:pt x="31415" y="146181"/>
                    <a:pt x="35697" y="149563"/>
                    <a:pt x="41290" y="149563"/>
                  </a:cubicBezTo>
                  <a:cubicBezTo>
                    <a:pt x="46831" y="149563"/>
                    <a:pt x="51559" y="146747"/>
                    <a:pt x="52826" y="141038"/>
                  </a:cubicBezTo>
                  <a:cubicBezTo>
                    <a:pt x="54032" y="135600"/>
                    <a:pt x="54393" y="129906"/>
                    <a:pt x="54504" y="124313"/>
                  </a:cubicBezTo>
                  <a:cubicBezTo>
                    <a:pt x="54613" y="118792"/>
                    <a:pt x="52639" y="113887"/>
                    <a:pt x="47178" y="110284"/>
                  </a:cubicBezTo>
                  <a:cubicBezTo>
                    <a:pt x="43788" y="108525"/>
                    <a:pt x="40413" y="108112"/>
                    <a:pt x="37494" y="108989"/>
                  </a:cubicBezTo>
                  <a:close/>
                  <a:moveTo>
                    <a:pt x="434940" y="108753"/>
                  </a:moveTo>
                  <a:cubicBezTo>
                    <a:pt x="432339" y="111027"/>
                    <a:pt x="428709" y="112805"/>
                    <a:pt x="427333" y="115668"/>
                  </a:cubicBezTo>
                  <a:cubicBezTo>
                    <a:pt x="423411" y="123830"/>
                    <a:pt x="423766" y="132618"/>
                    <a:pt x="426602" y="141064"/>
                  </a:cubicBezTo>
                  <a:cubicBezTo>
                    <a:pt x="428359" y="146297"/>
                    <a:pt x="432630" y="149641"/>
                    <a:pt x="438227" y="149564"/>
                  </a:cubicBezTo>
                  <a:cubicBezTo>
                    <a:pt x="443777" y="149488"/>
                    <a:pt x="448770" y="146559"/>
                    <a:pt x="449617" y="140894"/>
                  </a:cubicBezTo>
                  <a:cubicBezTo>
                    <a:pt x="450692" y="133709"/>
                    <a:pt x="450993" y="126200"/>
                    <a:pt x="450171" y="118997"/>
                  </a:cubicBezTo>
                  <a:cubicBezTo>
                    <a:pt x="449330" y="111639"/>
                    <a:pt x="442239" y="107382"/>
                    <a:pt x="434940" y="108753"/>
                  </a:cubicBezTo>
                  <a:close/>
                  <a:moveTo>
                    <a:pt x="638429" y="108627"/>
                  </a:moveTo>
                  <a:cubicBezTo>
                    <a:pt x="634098" y="108004"/>
                    <a:pt x="629363" y="109973"/>
                    <a:pt x="626029" y="114880"/>
                  </a:cubicBezTo>
                  <a:cubicBezTo>
                    <a:pt x="621752" y="123320"/>
                    <a:pt x="622306" y="132154"/>
                    <a:pt x="624798" y="140766"/>
                  </a:cubicBezTo>
                  <a:cubicBezTo>
                    <a:pt x="626306" y="145982"/>
                    <a:pt x="630630" y="149173"/>
                    <a:pt x="636248" y="149649"/>
                  </a:cubicBezTo>
                  <a:cubicBezTo>
                    <a:pt x="641068" y="150058"/>
                    <a:pt x="645782" y="146650"/>
                    <a:pt x="647949" y="141192"/>
                  </a:cubicBezTo>
                  <a:cubicBezTo>
                    <a:pt x="650986" y="133545"/>
                    <a:pt x="650805" y="125525"/>
                    <a:pt x="648409" y="117924"/>
                  </a:cubicBezTo>
                  <a:cubicBezTo>
                    <a:pt x="646689" y="112465"/>
                    <a:pt x="642761" y="109250"/>
                    <a:pt x="638429" y="108627"/>
                  </a:cubicBezTo>
                  <a:close/>
                  <a:moveTo>
                    <a:pt x="569238" y="108536"/>
                  </a:moveTo>
                  <a:cubicBezTo>
                    <a:pt x="564070" y="108961"/>
                    <a:pt x="560761" y="112327"/>
                    <a:pt x="558743" y="116772"/>
                  </a:cubicBezTo>
                  <a:cubicBezTo>
                    <a:pt x="557638" y="119204"/>
                    <a:pt x="557058" y="121976"/>
                    <a:pt x="556756" y="124653"/>
                  </a:cubicBezTo>
                  <a:cubicBezTo>
                    <a:pt x="555728" y="133750"/>
                    <a:pt x="557395" y="147097"/>
                    <a:pt x="569047" y="149622"/>
                  </a:cubicBezTo>
                  <a:cubicBezTo>
                    <a:pt x="571971" y="148581"/>
                    <a:pt x="575253" y="148075"/>
                    <a:pt x="577753" y="146401"/>
                  </a:cubicBezTo>
                  <a:cubicBezTo>
                    <a:pt x="585531" y="141193"/>
                    <a:pt x="585711" y="122889"/>
                    <a:pt x="580789" y="114900"/>
                  </a:cubicBezTo>
                  <a:cubicBezTo>
                    <a:pt x="578149" y="110615"/>
                    <a:pt x="574353" y="108116"/>
                    <a:pt x="569238" y="108536"/>
                  </a:cubicBezTo>
                  <a:close/>
                  <a:moveTo>
                    <a:pt x="241516" y="108495"/>
                  </a:moveTo>
                  <a:cubicBezTo>
                    <a:pt x="235836" y="107634"/>
                    <a:pt x="229240" y="111034"/>
                    <a:pt x="228236" y="117340"/>
                  </a:cubicBezTo>
                  <a:cubicBezTo>
                    <a:pt x="227020" y="124970"/>
                    <a:pt x="227074" y="133044"/>
                    <a:pt x="228137" y="140709"/>
                  </a:cubicBezTo>
                  <a:cubicBezTo>
                    <a:pt x="228836" y="145752"/>
                    <a:pt x="233673" y="149575"/>
                    <a:pt x="238961" y="149399"/>
                  </a:cubicBezTo>
                  <a:cubicBezTo>
                    <a:pt x="242552" y="149280"/>
                    <a:pt x="247026" y="147190"/>
                    <a:pt x="249321" y="144473"/>
                  </a:cubicBezTo>
                  <a:cubicBezTo>
                    <a:pt x="251672" y="141691"/>
                    <a:pt x="251848" y="137072"/>
                    <a:pt x="252977" y="132341"/>
                  </a:cubicBezTo>
                  <a:cubicBezTo>
                    <a:pt x="252975" y="129233"/>
                    <a:pt x="253092" y="126119"/>
                    <a:pt x="252949" y="123017"/>
                  </a:cubicBezTo>
                  <a:cubicBezTo>
                    <a:pt x="252627" y="116085"/>
                    <a:pt x="247273" y="109368"/>
                    <a:pt x="241516" y="108495"/>
                  </a:cubicBezTo>
                  <a:close/>
                  <a:moveTo>
                    <a:pt x="371287" y="108475"/>
                  </a:moveTo>
                  <a:cubicBezTo>
                    <a:pt x="365965" y="108749"/>
                    <a:pt x="360606" y="113132"/>
                    <a:pt x="359533" y="119554"/>
                  </a:cubicBezTo>
                  <a:cubicBezTo>
                    <a:pt x="358625" y="124994"/>
                    <a:pt x="358789" y="130693"/>
                    <a:pt x="359125" y="136239"/>
                  </a:cubicBezTo>
                  <a:cubicBezTo>
                    <a:pt x="359536" y="143034"/>
                    <a:pt x="363230" y="147762"/>
                    <a:pt x="370034" y="149274"/>
                  </a:cubicBezTo>
                  <a:cubicBezTo>
                    <a:pt x="375677" y="150529"/>
                    <a:pt x="379464" y="147302"/>
                    <a:pt x="382747" y="142309"/>
                  </a:cubicBezTo>
                  <a:cubicBezTo>
                    <a:pt x="386750" y="134339"/>
                    <a:pt x="386664" y="126104"/>
                    <a:pt x="383721" y="117956"/>
                  </a:cubicBezTo>
                  <a:cubicBezTo>
                    <a:pt x="381357" y="111409"/>
                    <a:pt x="376696" y="108195"/>
                    <a:pt x="371287" y="108475"/>
                  </a:cubicBezTo>
                  <a:close/>
                  <a:moveTo>
                    <a:pt x="172963" y="108474"/>
                  </a:moveTo>
                  <a:cubicBezTo>
                    <a:pt x="167624" y="108723"/>
                    <a:pt x="162829" y="113162"/>
                    <a:pt x="161004" y="119477"/>
                  </a:cubicBezTo>
                  <a:cubicBezTo>
                    <a:pt x="158920" y="126690"/>
                    <a:pt x="159371" y="133830"/>
                    <a:pt x="161725" y="140864"/>
                  </a:cubicBezTo>
                  <a:cubicBezTo>
                    <a:pt x="163923" y="147430"/>
                    <a:pt x="173697" y="153385"/>
                    <a:pt x="181745" y="145811"/>
                  </a:cubicBezTo>
                  <a:cubicBezTo>
                    <a:pt x="189046" y="137339"/>
                    <a:pt x="188442" y="127673"/>
                    <a:pt x="185340" y="118008"/>
                  </a:cubicBezTo>
                  <a:cubicBezTo>
                    <a:pt x="183233" y="111446"/>
                    <a:pt x="178342" y="108223"/>
                    <a:pt x="172963" y="108474"/>
                  </a:cubicBezTo>
                  <a:close/>
                  <a:moveTo>
                    <a:pt x="504502" y="108473"/>
                  </a:moveTo>
                  <a:cubicBezTo>
                    <a:pt x="498908" y="108407"/>
                    <a:pt x="493407" y="112024"/>
                    <a:pt x="492429" y="118150"/>
                  </a:cubicBezTo>
                  <a:cubicBezTo>
                    <a:pt x="491359" y="124853"/>
                    <a:pt x="491168" y="131877"/>
                    <a:pt x="491871" y="138628"/>
                  </a:cubicBezTo>
                  <a:cubicBezTo>
                    <a:pt x="492501" y="144679"/>
                    <a:pt x="499011" y="149620"/>
                    <a:pt x="504293" y="149688"/>
                  </a:cubicBezTo>
                  <a:cubicBezTo>
                    <a:pt x="509612" y="149756"/>
                    <a:pt x="515197" y="145507"/>
                    <a:pt x="516403" y="138998"/>
                  </a:cubicBezTo>
                  <a:cubicBezTo>
                    <a:pt x="517433" y="133440"/>
                    <a:pt x="516962" y="127603"/>
                    <a:pt x="517136" y="121051"/>
                  </a:cubicBezTo>
                  <a:cubicBezTo>
                    <a:pt x="516813" y="119980"/>
                    <a:pt x="516520" y="118899"/>
                    <a:pt x="516163" y="117839"/>
                  </a:cubicBezTo>
                  <a:cubicBezTo>
                    <a:pt x="514316" y="112363"/>
                    <a:pt x="509535" y="108533"/>
                    <a:pt x="504502" y="108473"/>
                  </a:cubicBezTo>
                  <a:close/>
                  <a:moveTo>
                    <a:pt x="107410" y="108473"/>
                  </a:moveTo>
                  <a:cubicBezTo>
                    <a:pt x="101191" y="108613"/>
                    <a:pt x="95999" y="112939"/>
                    <a:pt x="95025" y="120297"/>
                  </a:cubicBezTo>
                  <a:cubicBezTo>
                    <a:pt x="94235" y="126260"/>
                    <a:pt x="94290" y="132492"/>
                    <a:pt x="95068" y="138462"/>
                  </a:cubicBezTo>
                  <a:cubicBezTo>
                    <a:pt x="95862" y="144546"/>
                    <a:pt x="102007" y="149464"/>
                    <a:pt x="107366" y="149687"/>
                  </a:cubicBezTo>
                  <a:cubicBezTo>
                    <a:pt x="112653" y="149907"/>
                    <a:pt x="117908" y="145658"/>
                    <a:pt x="119639" y="139157"/>
                  </a:cubicBezTo>
                  <a:cubicBezTo>
                    <a:pt x="120622" y="135467"/>
                    <a:pt x="120826" y="131570"/>
                    <a:pt x="121377" y="126881"/>
                  </a:cubicBezTo>
                  <a:cubicBezTo>
                    <a:pt x="120968" y="124506"/>
                    <a:pt x="120711" y="122092"/>
                    <a:pt x="120123" y="119762"/>
                  </a:cubicBezTo>
                  <a:cubicBezTo>
                    <a:pt x="118410" y="112982"/>
                    <a:pt x="113108" y="108346"/>
                    <a:pt x="107410" y="108473"/>
                  </a:cubicBezTo>
                  <a:close/>
                  <a:moveTo>
                    <a:pt x="305790" y="108472"/>
                  </a:moveTo>
                  <a:cubicBezTo>
                    <a:pt x="300394" y="108592"/>
                    <a:pt x="295903" y="112289"/>
                    <a:pt x="293925" y="117980"/>
                  </a:cubicBezTo>
                  <a:cubicBezTo>
                    <a:pt x="291508" y="124935"/>
                    <a:pt x="291663" y="131965"/>
                    <a:pt x="293384" y="138954"/>
                  </a:cubicBezTo>
                  <a:cubicBezTo>
                    <a:pt x="294790" y="144667"/>
                    <a:pt x="300622" y="149473"/>
                    <a:pt x="305743" y="149686"/>
                  </a:cubicBezTo>
                  <a:cubicBezTo>
                    <a:pt x="311031" y="149905"/>
                    <a:pt x="316129" y="145615"/>
                    <a:pt x="318071" y="139167"/>
                  </a:cubicBezTo>
                  <a:cubicBezTo>
                    <a:pt x="318760" y="136877"/>
                    <a:pt x="319190" y="134507"/>
                    <a:pt x="319753" y="131295"/>
                  </a:cubicBezTo>
                  <a:cubicBezTo>
                    <a:pt x="319105" y="126857"/>
                    <a:pt x="318844" y="122319"/>
                    <a:pt x="317714" y="118008"/>
                  </a:cubicBezTo>
                  <a:cubicBezTo>
                    <a:pt x="316183" y="112172"/>
                    <a:pt x="310982" y="108358"/>
                    <a:pt x="305790" y="108472"/>
                  </a:cubicBezTo>
                  <a:close/>
                  <a:moveTo>
                    <a:pt x="132172" y="103889"/>
                  </a:moveTo>
                  <a:cubicBezTo>
                    <a:pt x="136772" y="103889"/>
                    <a:pt x="141070" y="103889"/>
                    <a:pt x="145652" y="103889"/>
                  </a:cubicBezTo>
                  <a:cubicBezTo>
                    <a:pt x="145652" y="120742"/>
                    <a:pt x="145652" y="137436"/>
                    <a:pt x="145652" y="154375"/>
                  </a:cubicBezTo>
                  <a:cubicBezTo>
                    <a:pt x="143520" y="154375"/>
                    <a:pt x="141630" y="154375"/>
                    <a:pt x="139057" y="154375"/>
                  </a:cubicBezTo>
                  <a:cubicBezTo>
                    <a:pt x="139057" y="143468"/>
                    <a:pt x="139057" y="132604"/>
                    <a:pt x="139057" y="121254"/>
                  </a:cubicBezTo>
                  <a:cubicBezTo>
                    <a:pt x="139057" y="117208"/>
                    <a:pt x="139057" y="113650"/>
                    <a:pt x="139057" y="109775"/>
                  </a:cubicBezTo>
                  <a:cubicBezTo>
                    <a:pt x="136806" y="109585"/>
                    <a:pt x="134917" y="109425"/>
                    <a:pt x="132435" y="109215"/>
                  </a:cubicBezTo>
                  <a:cubicBezTo>
                    <a:pt x="132356" y="107613"/>
                    <a:pt x="132273" y="105930"/>
                    <a:pt x="132172" y="103889"/>
                  </a:cubicBezTo>
                  <a:close/>
                  <a:moveTo>
                    <a:pt x="660927" y="103854"/>
                  </a:moveTo>
                  <a:cubicBezTo>
                    <a:pt x="665431" y="103854"/>
                    <a:pt x="669950" y="103854"/>
                    <a:pt x="675263" y="103854"/>
                  </a:cubicBezTo>
                  <a:cubicBezTo>
                    <a:pt x="675263" y="111078"/>
                    <a:pt x="675263" y="118366"/>
                    <a:pt x="675263" y="126145"/>
                  </a:cubicBezTo>
                  <a:cubicBezTo>
                    <a:pt x="675263" y="135768"/>
                    <a:pt x="675263" y="144899"/>
                    <a:pt x="675263" y="154322"/>
                  </a:cubicBezTo>
                  <a:cubicBezTo>
                    <a:pt x="672939" y="154322"/>
                    <a:pt x="671044" y="154322"/>
                    <a:pt x="668550" y="154322"/>
                  </a:cubicBezTo>
                  <a:cubicBezTo>
                    <a:pt x="668550" y="139627"/>
                    <a:pt x="668550" y="124836"/>
                    <a:pt x="668550" y="109736"/>
                  </a:cubicBezTo>
                  <a:cubicBezTo>
                    <a:pt x="665757" y="109554"/>
                    <a:pt x="663531" y="109410"/>
                    <a:pt x="660927" y="109241"/>
                  </a:cubicBezTo>
                  <a:cubicBezTo>
                    <a:pt x="660927" y="107519"/>
                    <a:pt x="660927" y="105838"/>
                    <a:pt x="660927" y="103854"/>
                  </a:cubicBezTo>
                  <a:close/>
                  <a:moveTo>
                    <a:pt x="264174" y="103854"/>
                  </a:moveTo>
                  <a:cubicBezTo>
                    <a:pt x="268677" y="103854"/>
                    <a:pt x="273195" y="103854"/>
                    <a:pt x="278510" y="103854"/>
                  </a:cubicBezTo>
                  <a:cubicBezTo>
                    <a:pt x="278510" y="111734"/>
                    <a:pt x="278510" y="119676"/>
                    <a:pt x="278510" y="128109"/>
                  </a:cubicBezTo>
                  <a:cubicBezTo>
                    <a:pt x="278510" y="137078"/>
                    <a:pt x="278510" y="145555"/>
                    <a:pt x="278510" y="154322"/>
                  </a:cubicBezTo>
                  <a:cubicBezTo>
                    <a:pt x="276186" y="154322"/>
                    <a:pt x="274291" y="154322"/>
                    <a:pt x="271796" y="154322"/>
                  </a:cubicBezTo>
                  <a:cubicBezTo>
                    <a:pt x="271796" y="139627"/>
                    <a:pt x="271796" y="124836"/>
                    <a:pt x="271796" y="109736"/>
                  </a:cubicBezTo>
                  <a:cubicBezTo>
                    <a:pt x="269003" y="109554"/>
                    <a:pt x="266777" y="109410"/>
                    <a:pt x="264174" y="109241"/>
                  </a:cubicBezTo>
                  <a:cubicBezTo>
                    <a:pt x="264174" y="107527"/>
                    <a:pt x="264174" y="105848"/>
                    <a:pt x="264174" y="103854"/>
                  </a:cubicBezTo>
                  <a:close/>
                  <a:moveTo>
                    <a:pt x="0" y="103854"/>
                  </a:moveTo>
                  <a:cubicBezTo>
                    <a:pt x="4504" y="103854"/>
                    <a:pt x="9023" y="103854"/>
                    <a:pt x="14336" y="103854"/>
                  </a:cubicBezTo>
                  <a:cubicBezTo>
                    <a:pt x="14336" y="111734"/>
                    <a:pt x="14336" y="119676"/>
                    <a:pt x="14336" y="128109"/>
                  </a:cubicBezTo>
                  <a:cubicBezTo>
                    <a:pt x="14336" y="137077"/>
                    <a:pt x="14336" y="145554"/>
                    <a:pt x="14336" y="154322"/>
                  </a:cubicBezTo>
                  <a:cubicBezTo>
                    <a:pt x="12012" y="154322"/>
                    <a:pt x="10117" y="154322"/>
                    <a:pt x="7622" y="154322"/>
                  </a:cubicBezTo>
                  <a:cubicBezTo>
                    <a:pt x="7622" y="139627"/>
                    <a:pt x="7622" y="124836"/>
                    <a:pt x="7622" y="109736"/>
                  </a:cubicBezTo>
                  <a:cubicBezTo>
                    <a:pt x="4829" y="109554"/>
                    <a:pt x="2603" y="109410"/>
                    <a:pt x="0" y="109241"/>
                  </a:cubicBezTo>
                  <a:cubicBezTo>
                    <a:pt x="0" y="107519"/>
                    <a:pt x="0" y="105838"/>
                    <a:pt x="0" y="103854"/>
                  </a:cubicBezTo>
                  <a:close/>
                  <a:moveTo>
                    <a:pt x="462549" y="103853"/>
                  </a:moveTo>
                  <a:cubicBezTo>
                    <a:pt x="467057" y="103853"/>
                    <a:pt x="471575" y="103853"/>
                    <a:pt x="476493" y="103853"/>
                  </a:cubicBezTo>
                  <a:cubicBezTo>
                    <a:pt x="476493" y="120552"/>
                    <a:pt x="476493" y="137289"/>
                    <a:pt x="476493" y="154324"/>
                  </a:cubicBezTo>
                  <a:cubicBezTo>
                    <a:pt x="474559" y="154324"/>
                    <a:pt x="472664" y="154324"/>
                    <a:pt x="470012" y="154324"/>
                  </a:cubicBezTo>
                  <a:cubicBezTo>
                    <a:pt x="470012" y="145487"/>
                    <a:pt x="470012" y="136553"/>
                    <a:pt x="470012" y="127129"/>
                  </a:cubicBezTo>
                  <a:cubicBezTo>
                    <a:pt x="470012" y="121107"/>
                    <a:pt x="470012" y="115575"/>
                    <a:pt x="470012" y="109720"/>
                  </a:cubicBezTo>
                  <a:cubicBezTo>
                    <a:pt x="467380" y="109552"/>
                    <a:pt x="465151" y="109410"/>
                    <a:pt x="462549" y="109244"/>
                  </a:cubicBezTo>
                  <a:cubicBezTo>
                    <a:pt x="462549" y="107524"/>
                    <a:pt x="462549" y="105845"/>
                    <a:pt x="462549" y="103853"/>
                  </a:cubicBezTo>
                  <a:close/>
                  <a:moveTo>
                    <a:pt x="330938" y="103849"/>
                  </a:moveTo>
                  <a:cubicBezTo>
                    <a:pt x="335132" y="103849"/>
                    <a:pt x="339314" y="103849"/>
                    <a:pt x="344309" y="103849"/>
                  </a:cubicBezTo>
                  <a:cubicBezTo>
                    <a:pt x="344309" y="119194"/>
                    <a:pt x="344309" y="134605"/>
                    <a:pt x="344308" y="150482"/>
                  </a:cubicBezTo>
                  <a:cubicBezTo>
                    <a:pt x="344696" y="156757"/>
                    <a:pt x="340608" y="154043"/>
                    <a:pt x="337503" y="154621"/>
                  </a:cubicBezTo>
                  <a:cubicBezTo>
                    <a:pt x="337503" y="139496"/>
                    <a:pt x="337503" y="124742"/>
                    <a:pt x="337503" y="109710"/>
                  </a:cubicBezTo>
                  <a:cubicBezTo>
                    <a:pt x="335089" y="109544"/>
                    <a:pt x="333193" y="109413"/>
                    <a:pt x="330938" y="109257"/>
                  </a:cubicBezTo>
                  <a:cubicBezTo>
                    <a:pt x="330938" y="107504"/>
                    <a:pt x="330938" y="105825"/>
                    <a:pt x="330938" y="103849"/>
                  </a:cubicBezTo>
                  <a:close/>
                  <a:moveTo>
                    <a:pt x="396737" y="103847"/>
                  </a:moveTo>
                  <a:cubicBezTo>
                    <a:pt x="401263" y="103847"/>
                    <a:pt x="405770" y="103847"/>
                    <a:pt x="411089" y="103847"/>
                  </a:cubicBezTo>
                  <a:cubicBezTo>
                    <a:pt x="411089" y="119196"/>
                    <a:pt x="411089" y="134606"/>
                    <a:pt x="411088" y="150482"/>
                  </a:cubicBezTo>
                  <a:cubicBezTo>
                    <a:pt x="411477" y="156757"/>
                    <a:pt x="407389" y="154043"/>
                    <a:pt x="404282" y="154622"/>
                  </a:cubicBezTo>
                  <a:cubicBezTo>
                    <a:pt x="404282" y="139498"/>
                    <a:pt x="404282" y="124746"/>
                    <a:pt x="404282" y="109715"/>
                  </a:cubicBezTo>
                  <a:cubicBezTo>
                    <a:pt x="401540" y="109545"/>
                    <a:pt x="399318" y="109408"/>
                    <a:pt x="396737" y="109249"/>
                  </a:cubicBezTo>
                  <a:cubicBezTo>
                    <a:pt x="396737" y="107503"/>
                    <a:pt x="396737" y="105828"/>
                    <a:pt x="396737" y="103847"/>
                  </a:cubicBezTo>
                  <a:close/>
                  <a:moveTo>
                    <a:pt x="198362" y="103842"/>
                  </a:moveTo>
                  <a:cubicBezTo>
                    <a:pt x="202911" y="103842"/>
                    <a:pt x="207430" y="103842"/>
                    <a:pt x="212332" y="103842"/>
                  </a:cubicBezTo>
                  <a:cubicBezTo>
                    <a:pt x="212332" y="120581"/>
                    <a:pt x="212332" y="137319"/>
                    <a:pt x="212332" y="154340"/>
                  </a:cubicBezTo>
                  <a:cubicBezTo>
                    <a:pt x="210356" y="154340"/>
                    <a:pt x="208461" y="154340"/>
                    <a:pt x="205838" y="154340"/>
                  </a:cubicBezTo>
                  <a:cubicBezTo>
                    <a:pt x="205838" y="151340"/>
                    <a:pt x="205838" y="148296"/>
                    <a:pt x="205838" y="144767"/>
                  </a:cubicBezTo>
                  <a:cubicBezTo>
                    <a:pt x="205838" y="132862"/>
                    <a:pt x="205838" y="121441"/>
                    <a:pt x="205838" y="109714"/>
                  </a:cubicBezTo>
                  <a:cubicBezTo>
                    <a:pt x="203178" y="109547"/>
                    <a:pt x="200950" y="109408"/>
                    <a:pt x="198362" y="109245"/>
                  </a:cubicBezTo>
                  <a:cubicBezTo>
                    <a:pt x="198362" y="107493"/>
                    <a:pt x="198362" y="105812"/>
                    <a:pt x="198362" y="103842"/>
                  </a:cubicBezTo>
                  <a:close/>
                  <a:moveTo>
                    <a:pt x="65726" y="103801"/>
                  </a:moveTo>
                  <a:cubicBezTo>
                    <a:pt x="70424" y="103801"/>
                    <a:pt x="74926" y="103801"/>
                    <a:pt x="80134" y="103801"/>
                  </a:cubicBezTo>
                  <a:cubicBezTo>
                    <a:pt x="80134" y="105943"/>
                    <a:pt x="80134" y="107993"/>
                    <a:pt x="80134" y="110523"/>
                  </a:cubicBezTo>
                  <a:cubicBezTo>
                    <a:pt x="80134" y="125324"/>
                    <a:pt x="80134" y="139645"/>
                    <a:pt x="80134" y="154291"/>
                  </a:cubicBezTo>
                  <a:cubicBezTo>
                    <a:pt x="77759" y="154291"/>
                    <a:pt x="75765" y="154291"/>
                    <a:pt x="73384" y="154291"/>
                  </a:cubicBezTo>
                  <a:cubicBezTo>
                    <a:pt x="73384" y="139498"/>
                    <a:pt x="73384" y="124876"/>
                    <a:pt x="73384" y="109714"/>
                  </a:cubicBezTo>
                  <a:cubicBezTo>
                    <a:pt x="70704" y="109556"/>
                    <a:pt x="68363" y="109418"/>
                    <a:pt x="65726" y="109263"/>
                  </a:cubicBezTo>
                  <a:cubicBezTo>
                    <a:pt x="65726" y="107394"/>
                    <a:pt x="65726" y="105720"/>
                    <a:pt x="65726" y="103801"/>
                  </a:cubicBezTo>
                  <a:close/>
                  <a:moveTo>
                    <a:pt x="609107" y="103592"/>
                  </a:moveTo>
                  <a:cubicBezTo>
                    <a:pt x="609107" y="120583"/>
                    <a:pt x="609107" y="137279"/>
                    <a:pt x="609107" y="154299"/>
                  </a:cubicBezTo>
                  <a:cubicBezTo>
                    <a:pt x="607078" y="154299"/>
                    <a:pt x="605083" y="154299"/>
                    <a:pt x="602694" y="154299"/>
                  </a:cubicBezTo>
                  <a:cubicBezTo>
                    <a:pt x="602694" y="139474"/>
                    <a:pt x="602694" y="124848"/>
                    <a:pt x="602694" y="109723"/>
                  </a:cubicBezTo>
                  <a:cubicBezTo>
                    <a:pt x="600003" y="109558"/>
                    <a:pt x="597659" y="109415"/>
                    <a:pt x="594478" y="109221"/>
                  </a:cubicBezTo>
                  <a:cubicBezTo>
                    <a:pt x="594926" y="107176"/>
                    <a:pt x="595304" y="105448"/>
                    <a:pt x="596133" y="103656"/>
                  </a:cubicBezTo>
                  <a:cubicBezTo>
                    <a:pt x="600639" y="103592"/>
                    <a:pt x="604696" y="103592"/>
                    <a:pt x="609107" y="103592"/>
                  </a:cubicBezTo>
                  <a:close/>
                  <a:moveTo>
                    <a:pt x="528878" y="103558"/>
                  </a:moveTo>
                  <a:cubicBezTo>
                    <a:pt x="531828" y="103558"/>
                    <a:pt x="534518" y="103558"/>
                    <a:pt x="537675" y="103558"/>
                  </a:cubicBezTo>
                  <a:cubicBezTo>
                    <a:pt x="539424" y="103616"/>
                    <a:pt x="540707" y="103674"/>
                    <a:pt x="542333" y="103747"/>
                  </a:cubicBezTo>
                  <a:cubicBezTo>
                    <a:pt x="542333" y="120596"/>
                    <a:pt x="542333" y="137290"/>
                    <a:pt x="542333" y="154303"/>
                  </a:cubicBezTo>
                  <a:cubicBezTo>
                    <a:pt x="540406" y="154303"/>
                    <a:pt x="538523" y="154303"/>
                    <a:pt x="536077" y="154303"/>
                  </a:cubicBezTo>
                  <a:cubicBezTo>
                    <a:pt x="536077" y="139696"/>
                    <a:pt x="536077" y="124957"/>
                    <a:pt x="536077" y="109880"/>
                  </a:cubicBezTo>
                  <a:cubicBezTo>
                    <a:pt x="533551" y="109612"/>
                    <a:pt x="531534" y="109398"/>
                    <a:pt x="529198" y="109151"/>
                  </a:cubicBezTo>
                  <a:cubicBezTo>
                    <a:pt x="529103" y="107498"/>
                    <a:pt x="529014" y="105933"/>
                    <a:pt x="528878" y="103558"/>
                  </a:cubicBezTo>
                  <a:close/>
                  <a:moveTo>
                    <a:pt x="169876" y="102654"/>
                  </a:moveTo>
                  <a:cubicBezTo>
                    <a:pt x="178386" y="101495"/>
                    <a:pt x="185740" y="103751"/>
                    <a:pt x="190146" y="111797"/>
                  </a:cubicBezTo>
                  <a:cubicBezTo>
                    <a:pt x="191509" y="114285"/>
                    <a:pt x="192139" y="117175"/>
                    <a:pt x="193165" y="120302"/>
                  </a:cubicBezTo>
                  <a:cubicBezTo>
                    <a:pt x="195198" y="129876"/>
                    <a:pt x="194630" y="138949"/>
                    <a:pt x="189868" y="146981"/>
                  </a:cubicBezTo>
                  <a:cubicBezTo>
                    <a:pt x="185712" y="153990"/>
                    <a:pt x="178514" y="156644"/>
                    <a:pt x="170528" y="155490"/>
                  </a:cubicBezTo>
                  <a:cubicBezTo>
                    <a:pt x="163433" y="154464"/>
                    <a:pt x="158206" y="150676"/>
                    <a:pt x="155556" y="143480"/>
                  </a:cubicBezTo>
                  <a:cubicBezTo>
                    <a:pt x="151994" y="133807"/>
                    <a:pt x="151886" y="124363"/>
                    <a:pt x="155587" y="114740"/>
                  </a:cubicBezTo>
                  <a:cubicBezTo>
                    <a:pt x="158176" y="108006"/>
                    <a:pt x="162736" y="103627"/>
                    <a:pt x="169876" y="102654"/>
                  </a:cubicBezTo>
                  <a:close/>
                  <a:moveTo>
                    <a:pt x="375745" y="102636"/>
                  </a:moveTo>
                  <a:cubicBezTo>
                    <a:pt x="381960" y="103814"/>
                    <a:pt x="387774" y="107905"/>
                    <a:pt x="390383" y="115399"/>
                  </a:cubicBezTo>
                  <a:cubicBezTo>
                    <a:pt x="393338" y="123885"/>
                    <a:pt x="393322" y="132532"/>
                    <a:pt x="390763" y="141105"/>
                  </a:cubicBezTo>
                  <a:cubicBezTo>
                    <a:pt x="387743" y="151225"/>
                    <a:pt x="380227" y="156268"/>
                    <a:pt x="369564" y="155603"/>
                  </a:cubicBezTo>
                  <a:cubicBezTo>
                    <a:pt x="360877" y="155061"/>
                    <a:pt x="353891" y="148100"/>
                    <a:pt x="352208" y="138177"/>
                  </a:cubicBezTo>
                  <a:cubicBezTo>
                    <a:pt x="351724" y="135324"/>
                    <a:pt x="351517" y="132424"/>
                    <a:pt x="351183" y="129093"/>
                  </a:cubicBezTo>
                  <a:cubicBezTo>
                    <a:pt x="351661" y="120829"/>
                    <a:pt x="352753" y="113215"/>
                    <a:pt x="358696" y="107354"/>
                  </a:cubicBezTo>
                  <a:cubicBezTo>
                    <a:pt x="362913" y="103194"/>
                    <a:pt x="369530" y="101459"/>
                    <a:pt x="375745" y="102636"/>
                  </a:cubicBezTo>
                  <a:close/>
                  <a:moveTo>
                    <a:pt x="38176" y="102592"/>
                  </a:moveTo>
                  <a:cubicBezTo>
                    <a:pt x="44575" y="101561"/>
                    <a:pt x="51461" y="103397"/>
                    <a:pt x="55852" y="108247"/>
                  </a:cubicBezTo>
                  <a:cubicBezTo>
                    <a:pt x="63513" y="119158"/>
                    <a:pt x="63861" y="137560"/>
                    <a:pt x="56975" y="147955"/>
                  </a:cubicBezTo>
                  <a:cubicBezTo>
                    <a:pt x="52328" y="154969"/>
                    <a:pt x="45360" y="156335"/>
                    <a:pt x="37858" y="155491"/>
                  </a:cubicBezTo>
                  <a:cubicBezTo>
                    <a:pt x="30924" y="154712"/>
                    <a:pt x="25824" y="150308"/>
                    <a:pt x="23476" y="144050"/>
                  </a:cubicBezTo>
                  <a:cubicBezTo>
                    <a:pt x="19805" y="134263"/>
                    <a:pt x="19800" y="123943"/>
                    <a:pt x="23421" y="114137"/>
                  </a:cubicBezTo>
                  <a:cubicBezTo>
                    <a:pt x="25864" y="107521"/>
                    <a:pt x="31777" y="103623"/>
                    <a:pt x="38176" y="102592"/>
                  </a:cubicBezTo>
                  <a:close/>
                  <a:moveTo>
                    <a:pt x="309168" y="102579"/>
                  </a:moveTo>
                  <a:cubicBezTo>
                    <a:pt x="317155" y="103047"/>
                    <a:pt x="323813" y="110472"/>
                    <a:pt x="325701" y="120206"/>
                  </a:cubicBezTo>
                  <a:cubicBezTo>
                    <a:pt x="327659" y="130298"/>
                    <a:pt x="326304" y="139706"/>
                    <a:pt x="321033" y="148894"/>
                  </a:cubicBezTo>
                  <a:cubicBezTo>
                    <a:pt x="312284" y="159124"/>
                    <a:pt x="291406" y="159365"/>
                    <a:pt x="287085" y="140740"/>
                  </a:cubicBezTo>
                  <a:cubicBezTo>
                    <a:pt x="285365" y="133327"/>
                    <a:pt x="285581" y="124934"/>
                    <a:pt x="287094" y="117427"/>
                  </a:cubicBezTo>
                  <a:cubicBezTo>
                    <a:pt x="289356" y="106199"/>
                    <a:pt x="296977" y="101865"/>
                    <a:pt x="309168" y="102579"/>
                  </a:cubicBezTo>
                  <a:close/>
                  <a:moveTo>
                    <a:pt x="242830" y="102518"/>
                  </a:moveTo>
                  <a:cubicBezTo>
                    <a:pt x="250089" y="103071"/>
                    <a:pt x="257705" y="108858"/>
                    <a:pt x="258629" y="117124"/>
                  </a:cubicBezTo>
                  <a:cubicBezTo>
                    <a:pt x="259567" y="125512"/>
                    <a:pt x="258649" y="134107"/>
                    <a:pt x="258302" y="142921"/>
                  </a:cubicBezTo>
                  <a:cubicBezTo>
                    <a:pt x="253291" y="154825"/>
                    <a:pt x="244146" y="157032"/>
                    <a:pt x="235437" y="155351"/>
                  </a:cubicBezTo>
                  <a:cubicBezTo>
                    <a:pt x="226028" y="153534"/>
                    <a:pt x="220539" y="146455"/>
                    <a:pt x="219786" y="135384"/>
                  </a:cubicBezTo>
                  <a:cubicBezTo>
                    <a:pt x="219344" y="128895"/>
                    <a:pt x="220099" y="122107"/>
                    <a:pt x="221593" y="115755"/>
                  </a:cubicBezTo>
                  <a:cubicBezTo>
                    <a:pt x="223785" y="106442"/>
                    <a:pt x="231829" y="101679"/>
                    <a:pt x="242830" y="102518"/>
                  </a:cubicBezTo>
                  <a:close/>
                  <a:moveTo>
                    <a:pt x="505106" y="102516"/>
                  </a:moveTo>
                  <a:cubicBezTo>
                    <a:pt x="511210" y="102650"/>
                    <a:pt x="517175" y="105215"/>
                    <a:pt x="520122" y="110524"/>
                  </a:cubicBezTo>
                  <a:cubicBezTo>
                    <a:pt x="524878" y="117816"/>
                    <a:pt x="525623" y="125583"/>
                    <a:pt x="524645" y="133562"/>
                  </a:cubicBezTo>
                  <a:cubicBezTo>
                    <a:pt x="524222" y="137009"/>
                    <a:pt x="523053" y="140381"/>
                    <a:pt x="522063" y="143740"/>
                  </a:cubicBezTo>
                  <a:cubicBezTo>
                    <a:pt x="518178" y="156932"/>
                    <a:pt x="497903" y="160018"/>
                    <a:pt x="489111" y="148892"/>
                  </a:cubicBezTo>
                  <a:cubicBezTo>
                    <a:pt x="482195" y="140139"/>
                    <a:pt x="482353" y="117812"/>
                    <a:pt x="489257" y="109101"/>
                  </a:cubicBezTo>
                  <a:cubicBezTo>
                    <a:pt x="492759" y="104682"/>
                    <a:pt x="499002" y="102383"/>
                    <a:pt x="505106" y="102516"/>
                  </a:cubicBezTo>
                  <a:close/>
                  <a:moveTo>
                    <a:pt x="441146" y="102514"/>
                  </a:moveTo>
                  <a:cubicBezTo>
                    <a:pt x="448402" y="103068"/>
                    <a:pt x="455496" y="108882"/>
                    <a:pt x="457132" y="117033"/>
                  </a:cubicBezTo>
                  <a:cubicBezTo>
                    <a:pt x="458013" y="121423"/>
                    <a:pt x="457895" y="126013"/>
                    <a:pt x="458228" y="130986"/>
                  </a:cubicBezTo>
                  <a:cubicBezTo>
                    <a:pt x="459163" y="142918"/>
                    <a:pt x="452601" y="152750"/>
                    <a:pt x="443876" y="154948"/>
                  </a:cubicBezTo>
                  <a:cubicBezTo>
                    <a:pt x="434213" y="157383"/>
                    <a:pt x="423296" y="153690"/>
                    <a:pt x="419772" y="142347"/>
                  </a:cubicBezTo>
                  <a:cubicBezTo>
                    <a:pt x="417015" y="133474"/>
                    <a:pt x="417043" y="124619"/>
                    <a:pt x="419788" y="115745"/>
                  </a:cubicBezTo>
                  <a:cubicBezTo>
                    <a:pt x="422616" y="106601"/>
                    <a:pt x="430232" y="101680"/>
                    <a:pt x="441146" y="102514"/>
                  </a:cubicBezTo>
                  <a:close/>
                  <a:moveTo>
                    <a:pt x="106028" y="102463"/>
                  </a:moveTo>
                  <a:cubicBezTo>
                    <a:pt x="116031" y="101745"/>
                    <a:pt x="123663" y="106805"/>
                    <a:pt x="126714" y="118096"/>
                  </a:cubicBezTo>
                  <a:cubicBezTo>
                    <a:pt x="129070" y="126819"/>
                    <a:pt x="128643" y="135291"/>
                    <a:pt x="125352" y="143671"/>
                  </a:cubicBezTo>
                  <a:cubicBezTo>
                    <a:pt x="122027" y="152139"/>
                    <a:pt x="115620" y="155769"/>
                    <a:pt x="106765" y="155608"/>
                  </a:cubicBezTo>
                  <a:cubicBezTo>
                    <a:pt x="105457" y="155584"/>
                    <a:pt x="104148" y="155566"/>
                    <a:pt x="102436" y="155436"/>
                  </a:cubicBezTo>
                  <a:cubicBezTo>
                    <a:pt x="91966" y="152127"/>
                    <a:pt x="88233" y="144063"/>
                    <a:pt x="87185" y="134666"/>
                  </a:cubicBezTo>
                  <a:cubicBezTo>
                    <a:pt x="86602" y="129436"/>
                    <a:pt x="87128" y="123907"/>
                    <a:pt x="88153" y="118710"/>
                  </a:cubicBezTo>
                  <a:cubicBezTo>
                    <a:pt x="90104" y="108811"/>
                    <a:pt x="97384" y="103082"/>
                    <a:pt x="106028" y="102463"/>
                  </a:cubicBezTo>
                  <a:close/>
                  <a:moveTo>
                    <a:pt x="567845" y="102448"/>
                  </a:moveTo>
                  <a:cubicBezTo>
                    <a:pt x="574376" y="101683"/>
                    <a:pt x="581353" y="104017"/>
                    <a:pt x="585797" y="109787"/>
                  </a:cubicBezTo>
                  <a:cubicBezTo>
                    <a:pt x="593112" y="119287"/>
                    <a:pt x="592598" y="143606"/>
                    <a:pt x="583610" y="150473"/>
                  </a:cubicBezTo>
                  <a:cubicBezTo>
                    <a:pt x="581580" y="152023"/>
                    <a:pt x="579271" y="153207"/>
                    <a:pt x="576689" y="154606"/>
                  </a:cubicBezTo>
                  <a:cubicBezTo>
                    <a:pt x="566059" y="158091"/>
                    <a:pt x="555711" y="153010"/>
                    <a:pt x="552057" y="142967"/>
                  </a:cubicBezTo>
                  <a:cubicBezTo>
                    <a:pt x="548469" y="133104"/>
                    <a:pt x="548712" y="123321"/>
                    <a:pt x="552573" y="113698"/>
                  </a:cubicBezTo>
                  <a:cubicBezTo>
                    <a:pt x="555230" y="107076"/>
                    <a:pt x="561314" y="103213"/>
                    <a:pt x="567845" y="102448"/>
                  </a:cubicBezTo>
                  <a:close/>
                  <a:moveTo>
                    <a:pt x="638231" y="102419"/>
                  </a:moveTo>
                  <a:cubicBezTo>
                    <a:pt x="645091" y="102803"/>
                    <a:pt x="651766" y="106399"/>
                    <a:pt x="654449" y="114008"/>
                  </a:cubicBezTo>
                  <a:cubicBezTo>
                    <a:pt x="657874" y="123726"/>
                    <a:pt x="658222" y="133859"/>
                    <a:pt x="654584" y="143423"/>
                  </a:cubicBezTo>
                  <a:cubicBezTo>
                    <a:pt x="649997" y="155485"/>
                    <a:pt x="637330" y="159193"/>
                    <a:pt x="625502" y="152482"/>
                  </a:cubicBezTo>
                  <a:cubicBezTo>
                    <a:pt x="620172" y="148710"/>
                    <a:pt x="617341" y="143622"/>
                    <a:pt x="616822" y="137747"/>
                  </a:cubicBezTo>
                  <a:cubicBezTo>
                    <a:pt x="615987" y="128306"/>
                    <a:pt x="615150" y="118892"/>
                    <a:pt x="620897" y="110102"/>
                  </a:cubicBezTo>
                  <a:cubicBezTo>
                    <a:pt x="624323" y="104863"/>
                    <a:pt x="631370" y="102035"/>
                    <a:pt x="638231" y="102419"/>
                  </a:cubicBezTo>
                  <a:close/>
                  <a:moveTo>
                    <a:pt x="345425" y="7802"/>
                  </a:moveTo>
                  <a:cubicBezTo>
                    <a:pt x="341690" y="10037"/>
                    <a:pt x="338921" y="14500"/>
                    <a:pt x="338385" y="20546"/>
                  </a:cubicBezTo>
                  <a:cubicBezTo>
                    <a:pt x="336466" y="27062"/>
                    <a:pt x="337561" y="33213"/>
                    <a:pt x="340224" y="39348"/>
                  </a:cubicBezTo>
                  <a:cubicBezTo>
                    <a:pt x="342430" y="44430"/>
                    <a:pt x="345763" y="46751"/>
                    <a:pt x="351479" y="46729"/>
                  </a:cubicBezTo>
                  <a:cubicBezTo>
                    <a:pt x="357289" y="46707"/>
                    <a:pt x="360762" y="43799"/>
                    <a:pt x="362732" y="39062"/>
                  </a:cubicBezTo>
                  <a:cubicBezTo>
                    <a:pt x="365320" y="32840"/>
                    <a:pt x="365610" y="26302"/>
                    <a:pt x="364218" y="19593"/>
                  </a:cubicBezTo>
                  <a:cubicBezTo>
                    <a:pt x="363302" y="15174"/>
                    <a:pt x="362146" y="10963"/>
                    <a:pt x="358263" y="8431"/>
                  </a:cubicBezTo>
                  <a:cubicBezTo>
                    <a:pt x="353861" y="5562"/>
                    <a:pt x="349160" y="5567"/>
                    <a:pt x="345425" y="7802"/>
                  </a:cubicBezTo>
                  <a:close/>
                  <a:moveTo>
                    <a:pt x="545301" y="7102"/>
                  </a:moveTo>
                  <a:cubicBezTo>
                    <a:pt x="543090" y="9256"/>
                    <a:pt x="540227" y="11049"/>
                    <a:pt x="538792" y="13634"/>
                  </a:cubicBezTo>
                  <a:cubicBezTo>
                    <a:pt x="534753" y="20909"/>
                    <a:pt x="534966" y="28865"/>
                    <a:pt x="537253" y="36580"/>
                  </a:cubicBezTo>
                  <a:cubicBezTo>
                    <a:pt x="539545" y="44316"/>
                    <a:pt x="543184" y="46699"/>
                    <a:pt x="550568" y="46598"/>
                  </a:cubicBezTo>
                  <a:cubicBezTo>
                    <a:pt x="555711" y="46528"/>
                    <a:pt x="561099" y="42807"/>
                    <a:pt x="561925" y="37192"/>
                  </a:cubicBezTo>
                  <a:cubicBezTo>
                    <a:pt x="562821" y="31095"/>
                    <a:pt x="563108" y="24654"/>
                    <a:pt x="562161" y="18597"/>
                  </a:cubicBezTo>
                  <a:cubicBezTo>
                    <a:pt x="560616" y="8711"/>
                    <a:pt x="555905" y="5732"/>
                    <a:pt x="545301" y="7102"/>
                  </a:cubicBezTo>
                  <a:close/>
                  <a:moveTo>
                    <a:pt x="413115" y="6989"/>
                  </a:moveTo>
                  <a:cubicBezTo>
                    <a:pt x="407835" y="9061"/>
                    <a:pt x="404750" y="13649"/>
                    <a:pt x="404299" y="19386"/>
                  </a:cubicBezTo>
                  <a:cubicBezTo>
                    <a:pt x="403929" y="24098"/>
                    <a:pt x="404003" y="28875"/>
                    <a:pt x="404279" y="33600"/>
                  </a:cubicBezTo>
                  <a:cubicBezTo>
                    <a:pt x="404642" y="39803"/>
                    <a:pt x="409673" y="45807"/>
                    <a:pt x="414707" y="46570"/>
                  </a:cubicBezTo>
                  <a:cubicBezTo>
                    <a:pt x="421817" y="47647"/>
                    <a:pt x="427371" y="44580"/>
                    <a:pt x="429460" y="36995"/>
                  </a:cubicBezTo>
                  <a:cubicBezTo>
                    <a:pt x="431903" y="28128"/>
                    <a:pt x="432113" y="19095"/>
                    <a:pt x="426323" y="10274"/>
                  </a:cubicBezTo>
                  <a:cubicBezTo>
                    <a:pt x="422688" y="6088"/>
                    <a:pt x="417864" y="5127"/>
                    <a:pt x="413115" y="6989"/>
                  </a:cubicBezTo>
                  <a:close/>
                  <a:moveTo>
                    <a:pt x="683776" y="6405"/>
                  </a:moveTo>
                  <a:cubicBezTo>
                    <a:pt x="678395" y="5763"/>
                    <a:pt x="673891" y="7426"/>
                    <a:pt x="671233" y="12617"/>
                  </a:cubicBezTo>
                  <a:cubicBezTo>
                    <a:pt x="666809" y="21259"/>
                    <a:pt x="667467" y="30043"/>
                    <a:pt x="670741" y="39598"/>
                  </a:cubicBezTo>
                  <a:cubicBezTo>
                    <a:pt x="673454" y="45031"/>
                    <a:pt x="677782" y="47439"/>
                    <a:pt x="683845" y="46588"/>
                  </a:cubicBezTo>
                  <a:cubicBezTo>
                    <a:pt x="689298" y="45824"/>
                    <a:pt x="692587" y="42303"/>
                    <a:pt x="693799" y="37370"/>
                  </a:cubicBezTo>
                  <a:cubicBezTo>
                    <a:pt x="695666" y="29774"/>
                    <a:pt x="695987" y="22052"/>
                    <a:pt x="693072" y="14501"/>
                  </a:cubicBezTo>
                  <a:cubicBezTo>
                    <a:pt x="691382" y="10125"/>
                    <a:pt x="688533" y="6974"/>
                    <a:pt x="683776" y="6405"/>
                  </a:cubicBezTo>
                  <a:close/>
                  <a:moveTo>
                    <a:pt x="485046" y="6376"/>
                  </a:moveTo>
                  <a:cubicBezTo>
                    <a:pt x="479592" y="5860"/>
                    <a:pt x="475134" y="7668"/>
                    <a:pt x="472708" y="12918"/>
                  </a:cubicBezTo>
                  <a:cubicBezTo>
                    <a:pt x="468544" y="21927"/>
                    <a:pt x="468411" y="31066"/>
                    <a:pt x="472747" y="39988"/>
                  </a:cubicBezTo>
                  <a:cubicBezTo>
                    <a:pt x="476057" y="46799"/>
                    <a:pt x="483248" y="49256"/>
                    <a:pt x="489413" y="44967"/>
                  </a:cubicBezTo>
                  <a:cubicBezTo>
                    <a:pt x="492609" y="42744"/>
                    <a:pt x="494169" y="38169"/>
                    <a:pt x="496515" y="33795"/>
                  </a:cubicBezTo>
                  <a:cubicBezTo>
                    <a:pt x="495909" y="27406"/>
                    <a:pt x="495730" y="20937"/>
                    <a:pt x="494560" y="14653"/>
                  </a:cubicBezTo>
                  <a:cubicBezTo>
                    <a:pt x="493669" y="9865"/>
                    <a:pt x="490091" y="6852"/>
                    <a:pt x="485046" y="6376"/>
                  </a:cubicBezTo>
                  <a:close/>
                  <a:moveTo>
                    <a:pt x="18663" y="6341"/>
                  </a:moveTo>
                  <a:cubicBezTo>
                    <a:pt x="13133" y="6799"/>
                    <a:pt x="7665" y="13574"/>
                    <a:pt x="7481" y="20328"/>
                  </a:cubicBezTo>
                  <a:cubicBezTo>
                    <a:pt x="7383" y="23920"/>
                    <a:pt x="7384" y="27519"/>
                    <a:pt x="7478" y="31110"/>
                  </a:cubicBezTo>
                  <a:cubicBezTo>
                    <a:pt x="7665" y="38237"/>
                    <a:pt x="10092" y="43977"/>
                    <a:pt x="18232" y="46585"/>
                  </a:cubicBezTo>
                  <a:cubicBezTo>
                    <a:pt x="27097" y="46618"/>
                    <a:pt x="30975" y="44439"/>
                    <a:pt x="32826" y="35761"/>
                  </a:cubicBezTo>
                  <a:cubicBezTo>
                    <a:pt x="34064" y="29958"/>
                    <a:pt x="33735" y="23567"/>
                    <a:pt x="32851" y="17626"/>
                  </a:cubicBezTo>
                  <a:cubicBezTo>
                    <a:pt x="31623" y="9372"/>
                    <a:pt x="26345" y="5704"/>
                    <a:pt x="18663" y="6341"/>
                  </a:cubicBezTo>
                  <a:close/>
                  <a:moveTo>
                    <a:pt x="613841" y="6340"/>
                  </a:moveTo>
                  <a:cubicBezTo>
                    <a:pt x="608317" y="6778"/>
                    <a:pt x="602801" y="13540"/>
                    <a:pt x="602613" y="20265"/>
                  </a:cubicBezTo>
                  <a:cubicBezTo>
                    <a:pt x="602503" y="24181"/>
                    <a:pt x="602592" y="28102"/>
                    <a:pt x="602593" y="32918"/>
                  </a:cubicBezTo>
                  <a:cubicBezTo>
                    <a:pt x="602976" y="34635"/>
                    <a:pt x="603108" y="36460"/>
                    <a:pt x="603788" y="38049"/>
                  </a:cubicBezTo>
                  <a:cubicBezTo>
                    <a:pt x="605778" y="42696"/>
                    <a:pt x="608693" y="46348"/>
                    <a:pt x="614332" y="46602"/>
                  </a:cubicBezTo>
                  <a:cubicBezTo>
                    <a:pt x="620880" y="46898"/>
                    <a:pt x="624282" y="45001"/>
                    <a:pt x="627024" y="38989"/>
                  </a:cubicBezTo>
                  <a:cubicBezTo>
                    <a:pt x="630185" y="32059"/>
                    <a:pt x="629706" y="24833"/>
                    <a:pt x="628127" y="17641"/>
                  </a:cubicBezTo>
                  <a:cubicBezTo>
                    <a:pt x="626331" y="9462"/>
                    <a:pt x="621506" y="5732"/>
                    <a:pt x="613841" y="6340"/>
                  </a:cubicBezTo>
                  <a:close/>
                  <a:moveTo>
                    <a:pt x="217114" y="6340"/>
                  </a:moveTo>
                  <a:cubicBezTo>
                    <a:pt x="211579" y="6769"/>
                    <a:pt x="206043" y="13531"/>
                    <a:pt x="205861" y="20262"/>
                  </a:cubicBezTo>
                  <a:cubicBezTo>
                    <a:pt x="205747" y="24509"/>
                    <a:pt x="205674" y="28769"/>
                    <a:pt x="205874" y="33010"/>
                  </a:cubicBezTo>
                  <a:cubicBezTo>
                    <a:pt x="206382" y="43775"/>
                    <a:pt x="215380" y="49429"/>
                    <a:pt x="225795" y="44760"/>
                  </a:cubicBezTo>
                  <a:cubicBezTo>
                    <a:pt x="234174" y="37083"/>
                    <a:pt x="233259" y="27404"/>
                    <a:pt x="231342" y="17697"/>
                  </a:cubicBezTo>
                  <a:cubicBezTo>
                    <a:pt x="229707" y="9422"/>
                    <a:pt x="224794" y="5744"/>
                    <a:pt x="217114" y="6340"/>
                  </a:cubicBezTo>
                  <a:close/>
                  <a:moveTo>
                    <a:pt x="284641" y="6336"/>
                  </a:moveTo>
                  <a:cubicBezTo>
                    <a:pt x="279587" y="6497"/>
                    <a:pt x="275445" y="9650"/>
                    <a:pt x="273592" y="14923"/>
                  </a:cubicBezTo>
                  <a:cubicBezTo>
                    <a:pt x="271465" y="20977"/>
                    <a:pt x="270878" y="27086"/>
                    <a:pt x="272425" y="33458"/>
                  </a:cubicBezTo>
                  <a:cubicBezTo>
                    <a:pt x="275258" y="45125"/>
                    <a:pt x="277963" y="47249"/>
                    <a:pt x="290559" y="45875"/>
                  </a:cubicBezTo>
                  <a:cubicBezTo>
                    <a:pt x="292235" y="44205"/>
                    <a:pt x="294363" y="42797"/>
                    <a:pt x="295509" y="40820"/>
                  </a:cubicBezTo>
                  <a:cubicBezTo>
                    <a:pt x="300482" y="32236"/>
                    <a:pt x="299984" y="23203"/>
                    <a:pt x="296651" y="14261"/>
                  </a:cubicBezTo>
                  <a:cubicBezTo>
                    <a:pt x="294600" y="8758"/>
                    <a:pt x="290226" y="6158"/>
                    <a:pt x="284641" y="6336"/>
                  </a:cubicBezTo>
                  <a:close/>
                  <a:moveTo>
                    <a:pt x="152599" y="6312"/>
                  </a:moveTo>
                  <a:cubicBezTo>
                    <a:pt x="146543" y="6319"/>
                    <a:pt x="142925" y="9672"/>
                    <a:pt x="141165" y="14969"/>
                  </a:cubicBezTo>
                  <a:cubicBezTo>
                    <a:pt x="138468" y="23084"/>
                    <a:pt x="137824" y="31271"/>
                    <a:pt x="141881" y="39277"/>
                  </a:cubicBezTo>
                  <a:cubicBezTo>
                    <a:pt x="145290" y="46006"/>
                    <a:pt x="147590" y="47291"/>
                    <a:pt x="155436" y="46590"/>
                  </a:cubicBezTo>
                  <a:cubicBezTo>
                    <a:pt x="159404" y="46236"/>
                    <a:pt x="164332" y="41874"/>
                    <a:pt x="165332" y="37056"/>
                  </a:cubicBezTo>
                  <a:cubicBezTo>
                    <a:pt x="166810" y="29939"/>
                    <a:pt x="167744" y="22726"/>
                    <a:pt x="164609" y="14898"/>
                  </a:cubicBezTo>
                  <a:cubicBezTo>
                    <a:pt x="162485" y="9407"/>
                    <a:pt x="158715" y="6305"/>
                    <a:pt x="152599" y="6312"/>
                  </a:cubicBezTo>
                  <a:close/>
                  <a:moveTo>
                    <a:pt x="88043" y="6160"/>
                  </a:moveTo>
                  <a:cubicBezTo>
                    <a:pt x="84242" y="5840"/>
                    <a:pt x="80397" y="7440"/>
                    <a:pt x="77942" y="10119"/>
                  </a:cubicBezTo>
                  <a:cubicBezTo>
                    <a:pt x="71279" y="17390"/>
                    <a:pt x="71368" y="38706"/>
                    <a:pt x="79815" y="44758"/>
                  </a:cubicBezTo>
                  <a:cubicBezTo>
                    <a:pt x="86330" y="48316"/>
                    <a:pt x="93676" y="47270"/>
                    <a:pt x="96665" y="42009"/>
                  </a:cubicBezTo>
                  <a:cubicBezTo>
                    <a:pt x="101868" y="32849"/>
                    <a:pt x="102208" y="23231"/>
                    <a:pt x="97877" y="13717"/>
                  </a:cubicBezTo>
                  <a:cubicBezTo>
                    <a:pt x="95601" y="8718"/>
                    <a:pt x="91844" y="6479"/>
                    <a:pt x="88043" y="6160"/>
                  </a:cubicBezTo>
                  <a:close/>
                  <a:moveTo>
                    <a:pt x="111534" y="1807"/>
                  </a:moveTo>
                  <a:cubicBezTo>
                    <a:pt x="116067" y="1807"/>
                    <a:pt x="120360" y="1807"/>
                    <a:pt x="124984" y="1807"/>
                  </a:cubicBezTo>
                  <a:cubicBezTo>
                    <a:pt x="124984" y="18519"/>
                    <a:pt x="124984" y="35217"/>
                    <a:pt x="124984" y="52263"/>
                  </a:cubicBezTo>
                  <a:cubicBezTo>
                    <a:pt x="122961" y="52263"/>
                    <a:pt x="121068" y="52263"/>
                    <a:pt x="118888" y="51909"/>
                  </a:cubicBezTo>
                  <a:cubicBezTo>
                    <a:pt x="118602" y="37059"/>
                    <a:pt x="118602" y="22563"/>
                    <a:pt x="118602" y="7739"/>
                  </a:cubicBezTo>
                  <a:cubicBezTo>
                    <a:pt x="116156" y="7474"/>
                    <a:pt x="114138" y="7256"/>
                    <a:pt x="111805" y="7004"/>
                  </a:cubicBezTo>
                  <a:cubicBezTo>
                    <a:pt x="111718" y="5339"/>
                    <a:pt x="111636" y="3771"/>
                    <a:pt x="111534" y="1807"/>
                  </a:cubicBezTo>
                  <a:close/>
                  <a:moveTo>
                    <a:pt x="441510" y="1804"/>
                  </a:moveTo>
                  <a:cubicBezTo>
                    <a:pt x="446368" y="1804"/>
                    <a:pt x="450990" y="1804"/>
                    <a:pt x="455940" y="1804"/>
                  </a:cubicBezTo>
                  <a:cubicBezTo>
                    <a:pt x="455940" y="18523"/>
                    <a:pt x="455940" y="35220"/>
                    <a:pt x="455940" y="52264"/>
                  </a:cubicBezTo>
                  <a:cubicBezTo>
                    <a:pt x="453916" y="52264"/>
                    <a:pt x="452023" y="52264"/>
                    <a:pt x="449843" y="51910"/>
                  </a:cubicBezTo>
                  <a:cubicBezTo>
                    <a:pt x="449557" y="37060"/>
                    <a:pt x="449557" y="22564"/>
                    <a:pt x="449557" y="7640"/>
                  </a:cubicBezTo>
                  <a:cubicBezTo>
                    <a:pt x="446780" y="7438"/>
                    <a:pt x="444433" y="7268"/>
                    <a:pt x="441776" y="7075"/>
                  </a:cubicBezTo>
                  <a:cubicBezTo>
                    <a:pt x="441688" y="5332"/>
                    <a:pt x="441609" y="3764"/>
                    <a:pt x="441510" y="1804"/>
                  </a:cubicBezTo>
                  <a:close/>
                  <a:moveTo>
                    <a:pt x="243410" y="1760"/>
                  </a:moveTo>
                  <a:cubicBezTo>
                    <a:pt x="248060" y="1760"/>
                    <a:pt x="252685" y="1760"/>
                    <a:pt x="257601" y="1760"/>
                  </a:cubicBezTo>
                  <a:cubicBezTo>
                    <a:pt x="257601" y="18594"/>
                    <a:pt x="257601" y="35288"/>
                    <a:pt x="257601" y="52234"/>
                  </a:cubicBezTo>
                  <a:cubicBezTo>
                    <a:pt x="255488" y="52234"/>
                    <a:pt x="253598" y="52234"/>
                    <a:pt x="251013" y="52234"/>
                  </a:cubicBezTo>
                  <a:cubicBezTo>
                    <a:pt x="251013" y="40371"/>
                    <a:pt x="251013" y="28531"/>
                    <a:pt x="251013" y="16207"/>
                  </a:cubicBezTo>
                  <a:cubicBezTo>
                    <a:pt x="251013" y="13142"/>
                    <a:pt x="251013" y="10561"/>
                    <a:pt x="251013" y="7668"/>
                  </a:cubicBezTo>
                  <a:cubicBezTo>
                    <a:pt x="248321" y="7436"/>
                    <a:pt x="245974" y="7234"/>
                    <a:pt x="243410" y="7013"/>
                  </a:cubicBezTo>
                  <a:cubicBezTo>
                    <a:pt x="243410" y="5238"/>
                    <a:pt x="243410" y="3668"/>
                    <a:pt x="243410" y="1760"/>
                  </a:cubicBezTo>
                  <a:close/>
                  <a:moveTo>
                    <a:pt x="308942" y="1755"/>
                  </a:moveTo>
                  <a:cubicBezTo>
                    <a:pt x="313869" y="1755"/>
                    <a:pt x="318494" y="1755"/>
                    <a:pt x="323404" y="1755"/>
                  </a:cubicBezTo>
                  <a:cubicBezTo>
                    <a:pt x="323404" y="18606"/>
                    <a:pt x="323404" y="35300"/>
                    <a:pt x="323404" y="52240"/>
                  </a:cubicBezTo>
                  <a:cubicBezTo>
                    <a:pt x="321274" y="52240"/>
                    <a:pt x="319384" y="52240"/>
                    <a:pt x="316811" y="52240"/>
                  </a:cubicBezTo>
                  <a:cubicBezTo>
                    <a:pt x="316811" y="49809"/>
                    <a:pt x="316811" y="47425"/>
                    <a:pt x="316811" y="44561"/>
                  </a:cubicBezTo>
                  <a:cubicBezTo>
                    <a:pt x="316811" y="32044"/>
                    <a:pt x="316811" y="20006"/>
                    <a:pt x="316811" y="7634"/>
                  </a:cubicBezTo>
                  <a:cubicBezTo>
                    <a:pt x="314236" y="7448"/>
                    <a:pt x="312019" y="7288"/>
                    <a:pt x="309215" y="7085"/>
                  </a:cubicBezTo>
                  <a:cubicBezTo>
                    <a:pt x="309132" y="5473"/>
                    <a:pt x="309046" y="3789"/>
                    <a:pt x="308942" y="1755"/>
                  </a:cubicBezTo>
                  <a:close/>
                  <a:moveTo>
                    <a:pt x="375729" y="1749"/>
                  </a:moveTo>
                  <a:cubicBezTo>
                    <a:pt x="380665" y="1749"/>
                    <a:pt x="385289" y="1749"/>
                    <a:pt x="390191" y="1749"/>
                  </a:cubicBezTo>
                  <a:cubicBezTo>
                    <a:pt x="390191" y="18622"/>
                    <a:pt x="390191" y="35317"/>
                    <a:pt x="390191" y="52249"/>
                  </a:cubicBezTo>
                  <a:cubicBezTo>
                    <a:pt x="388040" y="52249"/>
                    <a:pt x="386150" y="52249"/>
                    <a:pt x="383591" y="52249"/>
                  </a:cubicBezTo>
                  <a:cubicBezTo>
                    <a:pt x="383591" y="50117"/>
                    <a:pt x="383591" y="48058"/>
                    <a:pt x="383591" y="45519"/>
                  </a:cubicBezTo>
                  <a:cubicBezTo>
                    <a:pt x="383591" y="32678"/>
                    <a:pt x="383591" y="20315"/>
                    <a:pt x="383591" y="7626"/>
                  </a:cubicBezTo>
                  <a:cubicBezTo>
                    <a:pt x="381004" y="7443"/>
                    <a:pt x="378784" y="7286"/>
                    <a:pt x="375990" y="7089"/>
                  </a:cubicBezTo>
                  <a:cubicBezTo>
                    <a:pt x="375910" y="5459"/>
                    <a:pt x="375828" y="3775"/>
                    <a:pt x="375729" y="1749"/>
                  </a:cubicBezTo>
                  <a:close/>
                  <a:moveTo>
                    <a:pt x="640307" y="1728"/>
                  </a:moveTo>
                  <a:cubicBezTo>
                    <a:pt x="644775" y="1728"/>
                    <a:pt x="649283" y="1728"/>
                    <a:pt x="654638" y="1728"/>
                  </a:cubicBezTo>
                  <a:cubicBezTo>
                    <a:pt x="654638" y="17349"/>
                    <a:pt x="654638" y="33081"/>
                    <a:pt x="654635" y="49275"/>
                  </a:cubicBezTo>
                  <a:cubicBezTo>
                    <a:pt x="654259" y="54934"/>
                    <a:pt x="650534" y="51462"/>
                    <a:pt x="647867" y="52769"/>
                  </a:cubicBezTo>
                  <a:cubicBezTo>
                    <a:pt x="647867" y="37404"/>
                    <a:pt x="647867" y="22651"/>
                    <a:pt x="647867" y="7592"/>
                  </a:cubicBezTo>
                  <a:cubicBezTo>
                    <a:pt x="645129" y="7418"/>
                    <a:pt x="642908" y="7276"/>
                    <a:pt x="640307" y="7111"/>
                  </a:cubicBezTo>
                  <a:cubicBezTo>
                    <a:pt x="640307" y="5394"/>
                    <a:pt x="640307" y="3716"/>
                    <a:pt x="640307" y="1728"/>
                  </a:cubicBezTo>
                  <a:close/>
                  <a:moveTo>
                    <a:pt x="574506" y="1720"/>
                  </a:moveTo>
                  <a:cubicBezTo>
                    <a:pt x="579010" y="1720"/>
                    <a:pt x="583529" y="1720"/>
                    <a:pt x="588842" y="1720"/>
                  </a:cubicBezTo>
                  <a:cubicBezTo>
                    <a:pt x="588842" y="8290"/>
                    <a:pt x="588842" y="14923"/>
                    <a:pt x="588842" y="22047"/>
                  </a:cubicBezTo>
                  <a:cubicBezTo>
                    <a:pt x="588842" y="32324"/>
                    <a:pt x="588842" y="42111"/>
                    <a:pt x="588842" y="52188"/>
                  </a:cubicBezTo>
                  <a:cubicBezTo>
                    <a:pt x="586521" y="52188"/>
                    <a:pt x="584629" y="52188"/>
                    <a:pt x="582129" y="52188"/>
                  </a:cubicBezTo>
                  <a:cubicBezTo>
                    <a:pt x="582129" y="37493"/>
                    <a:pt x="582129" y="22702"/>
                    <a:pt x="582129" y="7602"/>
                  </a:cubicBezTo>
                  <a:cubicBezTo>
                    <a:pt x="579336" y="7420"/>
                    <a:pt x="577111" y="7276"/>
                    <a:pt x="574506" y="7107"/>
                  </a:cubicBezTo>
                  <a:cubicBezTo>
                    <a:pt x="574506" y="5392"/>
                    <a:pt x="574506" y="3714"/>
                    <a:pt x="574506" y="1720"/>
                  </a:cubicBezTo>
                  <a:close/>
                  <a:moveTo>
                    <a:pt x="507725" y="1719"/>
                  </a:moveTo>
                  <a:cubicBezTo>
                    <a:pt x="512230" y="1719"/>
                    <a:pt x="516749" y="1719"/>
                    <a:pt x="522062" y="1719"/>
                  </a:cubicBezTo>
                  <a:cubicBezTo>
                    <a:pt x="522062" y="6977"/>
                    <a:pt x="522062" y="12303"/>
                    <a:pt x="522062" y="18120"/>
                  </a:cubicBezTo>
                  <a:cubicBezTo>
                    <a:pt x="522062" y="29706"/>
                    <a:pt x="522062" y="40801"/>
                    <a:pt x="522062" y="52188"/>
                  </a:cubicBezTo>
                  <a:cubicBezTo>
                    <a:pt x="519747" y="52188"/>
                    <a:pt x="517851" y="52188"/>
                    <a:pt x="515347" y="52188"/>
                  </a:cubicBezTo>
                  <a:cubicBezTo>
                    <a:pt x="515347" y="37493"/>
                    <a:pt x="515347" y="22700"/>
                    <a:pt x="515347" y="7599"/>
                  </a:cubicBezTo>
                  <a:cubicBezTo>
                    <a:pt x="512554" y="7419"/>
                    <a:pt x="510328" y="7275"/>
                    <a:pt x="507725" y="7107"/>
                  </a:cubicBezTo>
                  <a:cubicBezTo>
                    <a:pt x="507725" y="5384"/>
                    <a:pt x="507725" y="3702"/>
                    <a:pt x="507725" y="1719"/>
                  </a:cubicBezTo>
                  <a:close/>
                  <a:moveTo>
                    <a:pt x="177752" y="1718"/>
                  </a:moveTo>
                  <a:cubicBezTo>
                    <a:pt x="182261" y="1718"/>
                    <a:pt x="186780" y="1718"/>
                    <a:pt x="192090" y="1718"/>
                  </a:cubicBezTo>
                  <a:cubicBezTo>
                    <a:pt x="192090" y="6327"/>
                    <a:pt x="192090" y="10997"/>
                    <a:pt x="192090" y="16158"/>
                  </a:cubicBezTo>
                  <a:cubicBezTo>
                    <a:pt x="192090" y="28398"/>
                    <a:pt x="192090" y="40148"/>
                    <a:pt x="192090" y="52188"/>
                  </a:cubicBezTo>
                  <a:cubicBezTo>
                    <a:pt x="189773" y="52188"/>
                    <a:pt x="187877" y="52188"/>
                    <a:pt x="185373" y="52188"/>
                  </a:cubicBezTo>
                  <a:cubicBezTo>
                    <a:pt x="185373" y="37491"/>
                    <a:pt x="185373" y="22699"/>
                    <a:pt x="185373" y="7595"/>
                  </a:cubicBezTo>
                  <a:cubicBezTo>
                    <a:pt x="182580" y="7417"/>
                    <a:pt x="180354" y="7275"/>
                    <a:pt x="177752" y="7109"/>
                  </a:cubicBezTo>
                  <a:cubicBezTo>
                    <a:pt x="177752" y="5382"/>
                    <a:pt x="177752" y="3700"/>
                    <a:pt x="177752" y="1718"/>
                  </a:cubicBezTo>
                  <a:close/>
                  <a:moveTo>
                    <a:pt x="45173" y="1718"/>
                  </a:moveTo>
                  <a:cubicBezTo>
                    <a:pt x="49682" y="1718"/>
                    <a:pt x="54200" y="1718"/>
                    <a:pt x="59117" y="1718"/>
                  </a:cubicBezTo>
                  <a:cubicBezTo>
                    <a:pt x="59117" y="18417"/>
                    <a:pt x="59117" y="35154"/>
                    <a:pt x="59117" y="52189"/>
                  </a:cubicBezTo>
                  <a:cubicBezTo>
                    <a:pt x="57183" y="52189"/>
                    <a:pt x="55287" y="52189"/>
                    <a:pt x="52636" y="52189"/>
                  </a:cubicBezTo>
                  <a:cubicBezTo>
                    <a:pt x="52636" y="44336"/>
                    <a:pt x="52636" y="36383"/>
                    <a:pt x="52636" y="27939"/>
                  </a:cubicBezTo>
                  <a:cubicBezTo>
                    <a:pt x="52636" y="20935"/>
                    <a:pt x="52636" y="14423"/>
                    <a:pt x="52636" y="7585"/>
                  </a:cubicBezTo>
                  <a:cubicBezTo>
                    <a:pt x="50001" y="7417"/>
                    <a:pt x="47774" y="7275"/>
                    <a:pt x="45173" y="7109"/>
                  </a:cubicBezTo>
                  <a:cubicBezTo>
                    <a:pt x="45173" y="5381"/>
                    <a:pt x="45173" y="3700"/>
                    <a:pt x="45173" y="1718"/>
                  </a:cubicBezTo>
                  <a:close/>
                  <a:moveTo>
                    <a:pt x="541112" y="1640"/>
                  </a:moveTo>
                  <a:cubicBezTo>
                    <a:pt x="545612" y="-225"/>
                    <a:pt x="551498" y="-101"/>
                    <a:pt x="559405" y="2006"/>
                  </a:cubicBezTo>
                  <a:cubicBezTo>
                    <a:pt x="566174" y="6001"/>
                    <a:pt x="568509" y="12289"/>
                    <a:pt x="569649" y="19096"/>
                  </a:cubicBezTo>
                  <a:cubicBezTo>
                    <a:pt x="571007" y="27197"/>
                    <a:pt x="570720" y="35341"/>
                    <a:pt x="567090" y="42826"/>
                  </a:cubicBezTo>
                  <a:cubicBezTo>
                    <a:pt x="563312" y="50617"/>
                    <a:pt x="556439" y="53993"/>
                    <a:pt x="547978" y="53386"/>
                  </a:cubicBezTo>
                  <a:cubicBezTo>
                    <a:pt x="539401" y="52770"/>
                    <a:pt x="533644" y="47902"/>
                    <a:pt x="531021" y="39775"/>
                  </a:cubicBezTo>
                  <a:cubicBezTo>
                    <a:pt x="528176" y="30960"/>
                    <a:pt x="527679" y="21748"/>
                    <a:pt x="531135" y="13200"/>
                  </a:cubicBezTo>
                  <a:cubicBezTo>
                    <a:pt x="533498" y="7356"/>
                    <a:pt x="536612" y="3504"/>
                    <a:pt x="541112" y="1640"/>
                  </a:cubicBezTo>
                  <a:close/>
                  <a:moveTo>
                    <a:pt x="345556" y="903"/>
                  </a:moveTo>
                  <a:cubicBezTo>
                    <a:pt x="351890" y="-912"/>
                    <a:pt x="359247" y="342"/>
                    <a:pt x="365174" y="5103"/>
                  </a:cubicBezTo>
                  <a:cubicBezTo>
                    <a:pt x="374438" y="16255"/>
                    <a:pt x="373233" y="37142"/>
                    <a:pt x="366809" y="46002"/>
                  </a:cubicBezTo>
                  <a:cubicBezTo>
                    <a:pt x="359135" y="56587"/>
                    <a:pt x="340272" y="55720"/>
                    <a:pt x="334521" y="43853"/>
                  </a:cubicBezTo>
                  <a:cubicBezTo>
                    <a:pt x="330018" y="34561"/>
                    <a:pt x="329669" y="24966"/>
                    <a:pt x="332075" y="15118"/>
                  </a:cubicBezTo>
                  <a:cubicBezTo>
                    <a:pt x="333911" y="7602"/>
                    <a:pt x="339222" y="2718"/>
                    <a:pt x="345556" y="903"/>
                  </a:cubicBezTo>
                  <a:close/>
                  <a:moveTo>
                    <a:pt x="147327" y="732"/>
                  </a:moveTo>
                  <a:cubicBezTo>
                    <a:pt x="153163" y="-873"/>
                    <a:pt x="159717" y="193"/>
                    <a:pt x="164836" y="3612"/>
                  </a:cubicBezTo>
                  <a:cubicBezTo>
                    <a:pt x="170853" y="7630"/>
                    <a:pt x="172585" y="14595"/>
                    <a:pt x="173284" y="21382"/>
                  </a:cubicBezTo>
                  <a:cubicBezTo>
                    <a:pt x="173725" y="25658"/>
                    <a:pt x="172868" y="30069"/>
                    <a:pt x="172537" y="34845"/>
                  </a:cubicBezTo>
                  <a:cubicBezTo>
                    <a:pt x="171610" y="42883"/>
                    <a:pt x="168097" y="48743"/>
                    <a:pt x="160872" y="51774"/>
                  </a:cubicBezTo>
                  <a:cubicBezTo>
                    <a:pt x="153238" y="54976"/>
                    <a:pt x="145754" y="54076"/>
                    <a:pt x="139768" y="48450"/>
                  </a:cubicBezTo>
                  <a:cubicBezTo>
                    <a:pt x="136897" y="45752"/>
                    <a:pt x="134994" y="41553"/>
                    <a:pt x="133760" y="37681"/>
                  </a:cubicBezTo>
                  <a:cubicBezTo>
                    <a:pt x="131259" y="29829"/>
                    <a:pt x="131697" y="21780"/>
                    <a:pt x="134133" y="13884"/>
                  </a:cubicBezTo>
                  <a:cubicBezTo>
                    <a:pt x="136376" y="6615"/>
                    <a:pt x="141492" y="2338"/>
                    <a:pt x="147327" y="732"/>
                  </a:cubicBezTo>
                  <a:close/>
                  <a:moveTo>
                    <a:pt x="223021" y="507"/>
                  </a:moveTo>
                  <a:cubicBezTo>
                    <a:pt x="230402" y="1250"/>
                    <a:pt x="235009" y="5971"/>
                    <a:pt x="237174" y="12683"/>
                  </a:cubicBezTo>
                  <a:cubicBezTo>
                    <a:pt x="240771" y="23835"/>
                    <a:pt x="240719" y="34920"/>
                    <a:pt x="234623" y="45764"/>
                  </a:cubicBezTo>
                  <a:cubicBezTo>
                    <a:pt x="228672" y="53257"/>
                    <a:pt x="218750" y="55885"/>
                    <a:pt x="209897" y="51311"/>
                  </a:cubicBezTo>
                  <a:cubicBezTo>
                    <a:pt x="202134" y="47301"/>
                    <a:pt x="198699" y="40056"/>
                    <a:pt x="198983" y="31274"/>
                  </a:cubicBezTo>
                  <a:cubicBezTo>
                    <a:pt x="199211" y="24221"/>
                    <a:pt x="198166" y="17192"/>
                    <a:pt x="201735" y="10321"/>
                  </a:cubicBezTo>
                  <a:cubicBezTo>
                    <a:pt x="206482" y="1183"/>
                    <a:pt x="214133" y="-387"/>
                    <a:pt x="223021" y="507"/>
                  </a:cubicBezTo>
                  <a:close/>
                  <a:moveTo>
                    <a:pt x="680124" y="499"/>
                  </a:moveTo>
                  <a:cubicBezTo>
                    <a:pt x="686400" y="92"/>
                    <a:pt x="692977" y="1923"/>
                    <a:pt x="696433" y="5987"/>
                  </a:cubicBezTo>
                  <a:cubicBezTo>
                    <a:pt x="703268" y="14024"/>
                    <a:pt x="703463" y="39489"/>
                    <a:pt x="696514" y="46721"/>
                  </a:cubicBezTo>
                  <a:cubicBezTo>
                    <a:pt x="688162" y="55414"/>
                    <a:pt x="673785" y="56406"/>
                    <a:pt x="665417" y="44510"/>
                  </a:cubicBezTo>
                  <a:cubicBezTo>
                    <a:pt x="659454" y="32198"/>
                    <a:pt x="660067" y="20463"/>
                    <a:pt x="665615" y="8440"/>
                  </a:cubicBezTo>
                  <a:cubicBezTo>
                    <a:pt x="667871" y="3552"/>
                    <a:pt x="673848" y="907"/>
                    <a:pt x="680124" y="499"/>
                  </a:cubicBezTo>
                  <a:close/>
                  <a:moveTo>
                    <a:pt x="417912" y="441"/>
                  </a:moveTo>
                  <a:cubicBezTo>
                    <a:pt x="427140" y="481"/>
                    <a:pt x="432767" y="4624"/>
                    <a:pt x="435692" y="13015"/>
                  </a:cubicBezTo>
                  <a:cubicBezTo>
                    <a:pt x="438785" y="21889"/>
                    <a:pt x="438822" y="30991"/>
                    <a:pt x="435960" y="39674"/>
                  </a:cubicBezTo>
                  <a:cubicBezTo>
                    <a:pt x="432426" y="50398"/>
                    <a:pt x="424492" y="53979"/>
                    <a:pt x="415058" y="53372"/>
                  </a:cubicBezTo>
                  <a:cubicBezTo>
                    <a:pt x="406127" y="52797"/>
                    <a:pt x="398120" y="44846"/>
                    <a:pt x="397570" y="35148"/>
                  </a:cubicBezTo>
                  <a:cubicBezTo>
                    <a:pt x="397128" y="27349"/>
                    <a:pt x="395861" y="19275"/>
                    <a:pt x="399507" y="11633"/>
                  </a:cubicBezTo>
                  <a:cubicBezTo>
                    <a:pt x="403163" y="3972"/>
                    <a:pt x="408718" y="-256"/>
                    <a:pt x="417912" y="441"/>
                  </a:cubicBezTo>
                  <a:close/>
                  <a:moveTo>
                    <a:pt x="618015" y="364"/>
                  </a:moveTo>
                  <a:cubicBezTo>
                    <a:pt x="625603" y="672"/>
                    <a:pt x="630645" y="4581"/>
                    <a:pt x="633249" y="11092"/>
                  </a:cubicBezTo>
                  <a:cubicBezTo>
                    <a:pt x="637546" y="21833"/>
                    <a:pt x="637829" y="32897"/>
                    <a:pt x="632508" y="43440"/>
                  </a:cubicBezTo>
                  <a:cubicBezTo>
                    <a:pt x="631073" y="46283"/>
                    <a:pt x="627963" y="48281"/>
                    <a:pt x="625327" y="50902"/>
                  </a:cubicBezTo>
                  <a:cubicBezTo>
                    <a:pt x="609634" y="57688"/>
                    <a:pt x="595625" y="48414"/>
                    <a:pt x="595775" y="31562"/>
                  </a:cubicBezTo>
                  <a:cubicBezTo>
                    <a:pt x="595838" y="24526"/>
                    <a:pt x="594823" y="17496"/>
                    <a:pt x="598401" y="10596"/>
                  </a:cubicBezTo>
                  <a:cubicBezTo>
                    <a:pt x="602750" y="2206"/>
                    <a:pt x="609361" y="13"/>
                    <a:pt x="618015" y="364"/>
                  </a:cubicBezTo>
                  <a:close/>
                  <a:moveTo>
                    <a:pt x="22448" y="352"/>
                  </a:moveTo>
                  <a:cubicBezTo>
                    <a:pt x="29068" y="796"/>
                    <a:pt x="35463" y="4023"/>
                    <a:pt x="38070" y="10833"/>
                  </a:cubicBezTo>
                  <a:cubicBezTo>
                    <a:pt x="42097" y="21352"/>
                    <a:pt x="42623" y="31929"/>
                    <a:pt x="37887" y="42319"/>
                  </a:cubicBezTo>
                  <a:cubicBezTo>
                    <a:pt x="36655" y="45023"/>
                    <a:pt x="34261" y="47196"/>
                    <a:pt x="32136" y="49870"/>
                  </a:cubicBezTo>
                  <a:cubicBezTo>
                    <a:pt x="20448" y="56493"/>
                    <a:pt x="10472" y="53116"/>
                    <a:pt x="4090" y="44728"/>
                  </a:cubicBezTo>
                  <a:cubicBezTo>
                    <a:pt x="-587" y="38581"/>
                    <a:pt x="-1045" y="14616"/>
                    <a:pt x="5476" y="6575"/>
                  </a:cubicBezTo>
                  <a:cubicBezTo>
                    <a:pt x="8983" y="2250"/>
                    <a:pt x="15828" y="-91"/>
                    <a:pt x="22448" y="352"/>
                  </a:cubicBezTo>
                  <a:close/>
                  <a:moveTo>
                    <a:pt x="88942" y="322"/>
                  </a:moveTo>
                  <a:cubicBezTo>
                    <a:pt x="96230" y="553"/>
                    <a:pt x="101171" y="4291"/>
                    <a:pt x="103905" y="10151"/>
                  </a:cubicBezTo>
                  <a:cubicBezTo>
                    <a:pt x="109715" y="22599"/>
                    <a:pt x="109155" y="35078"/>
                    <a:pt x="101454" y="47225"/>
                  </a:cubicBezTo>
                  <a:cubicBezTo>
                    <a:pt x="94565" y="53811"/>
                    <a:pt x="86914" y="55139"/>
                    <a:pt x="78548" y="51581"/>
                  </a:cubicBezTo>
                  <a:cubicBezTo>
                    <a:pt x="70031" y="47960"/>
                    <a:pt x="67278" y="40295"/>
                    <a:pt x="66536" y="32070"/>
                  </a:cubicBezTo>
                  <a:cubicBezTo>
                    <a:pt x="65856" y="24548"/>
                    <a:pt x="66008" y="16964"/>
                    <a:pt x="69975" y="9887"/>
                  </a:cubicBezTo>
                  <a:cubicBezTo>
                    <a:pt x="74266" y="2233"/>
                    <a:pt x="80649" y="59"/>
                    <a:pt x="88942" y="322"/>
                  </a:cubicBezTo>
                  <a:close/>
                  <a:moveTo>
                    <a:pt x="480240" y="301"/>
                  </a:moveTo>
                  <a:cubicBezTo>
                    <a:pt x="487257" y="-857"/>
                    <a:pt x="494564" y="1417"/>
                    <a:pt x="497882" y="6463"/>
                  </a:cubicBezTo>
                  <a:cubicBezTo>
                    <a:pt x="500599" y="10595"/>
                    <a:pt x="502693" y="15749"/>
                    <a:pt x="503133" y="20614"/>
                  </a:cubicBezTo>
                  <a:cubicBezTo>
                    <a:pt x="503706" y="26946"/>
                    <a:pt x="503191" y="33666"/>
                    <a:pt x="501624" y="39832"/>
                  </a:cubicBezTo>
                  <a:cubicBezTo>
                    <a:pt x="499350" y="48785"/>
                    <a:pt x="490907" y="53948"/>
                    <a:pt x="481707" y="53469"/>
                  </a:cubicBezTo>
                  <a:cubicBezTo>
                    <a:pt x="473899" y="53063"/>
                    <a:pt x="465491" y="46529"/>
                    <a:pt x="464373" y="38239"/>
                  </a:cubicBezTo>
                  <a:cubicBezTo>
                    <a:pt x="463351" y="30660"/>
                    <a:pt x="464183" y="22832"/>
                    <a:pt x="464343" y="14734"/>
                  </a:cubicBezTo>
                  <a:cubicBezTo>
                    <a:pt x="466498" y="6050"/>
                    <a:pt x="473224" y="1460"/>
                    <a:pt x="480240" y="301"/>
                  </a:cubicBezTo>
                  <a:close/>
                  <a:moveTo>
                    <a:pt x="286790" y="300"/>
                  </a:moveTo>
                  <a:cubicBezTo>
                    <a:pt x="294295" y="410"/>
                    <a:pt x="299417" y="4081"/>
                    <a:pt x="302253" y="10117"/>
                  </a:cubicBezTo>
                  <a:cubicBezTo>
                    <a:pt x="308183" y="22735"/>
                    <a:pt x="308058" y="35755"/>
                    <a:pt x="299622" y="47155"/>
                  </a:cubicBezTo>
                  <a:cubicBezTo>
                    <a:pt x="292782" y="56398"/>
                    <a:pt x="276805" y="55424"/>
                    <a:pt x="269966" y="46195"/>
                  </a:cubicBezTo>
                  <a:cubicBezTo>
                    <a:pt x="268731" y="44529"/>
                    <a:pt x="267845" y="42603"/>
                    <a:pt x="266753" y="40406"/>
                  </a:cubicBezTo>
                  <a:cubicBezTo>
                    <a:pt x="263698" y="29792"/>
                    <a:pt x="263395" y="19729"/>
                    <a:pt x="268410" y="9952"/>
                  </a:cubicBezTo>
                  <a:cubicBezTo>
                    <a:pt x="272283" y="2400"/>
                    <a:pt x="278630" y="181"/>
                    <a:pt x="286790" y="30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87" name="Group 186">
            <a:extLst>
              <a:ext uri="{FF2B5EF4-FFF2-40B4-BE49-F238E27FC236}">
                <a16:creationId xmlns:a16="http://schemas.microsoft.com/office/drawing/2014/main" id="{589EFCE9-8C05-FB64-3699-D762DFD21CAE}"/>
              </a:ext>
              <a:ext uri="{C183D7F6-B498-43B3-948B-1728B52AA6E4}">
                <adec:decorative xmlns:adec="http://schemas.microsoft.com/office/drawing/2017/decorative" val="1"/>
              </a:ext>
            </a:extLst>
          </p:cNvPr>
          <p:cNvGrpSpPr>
            <a:grpSpLocks noChangeAspect="1"/>
          </p:cNvGrpSpPr>
          <p:nvPr/>
        </p:nvGrpSpPr>
        <p:grpSpPr>
          <a:xfrm>
            <a:off x="1203791" y="3636615"/>
            <a:ext cx="457205" cy="457200"/>
            <a:chOff x="1203791" y="3636615"/>
            <a:chExt cx="457205" cy="457200"/>
          </a:xfrm>
          <a:solidFill>
            <a:srgbClr val="FF0000"/>
          </a:solidFill>
        </p:grpSpPr>
        <p:sp>
          <p:nvSpPr>
            <p:cNvPr id="1956" name="Freeform: Shape 1955">
              <a:extLst>
                <a:ext uri="{FF2B5EF4-FFF2-40B4-BE49-F238E27FC236}">
                  <a16:creationId xmlns:a16="http://schemas.microsoft.com/office/drawing/2014/main" id="{552C9178-F1BE-310A-BD86-7D28E6B8384D}"/>
                </a:ext>
                <a:ext uri="{C183D7F6-B498-43B3-948B-1728B52AA6E4}">
                  <adec:decorative xmlns:adec="http://schemas.microsoft.com/office/drawing/2017/decorative" val="1"/>
                </a:ext>
              </a:extLst>
            </p:cNvPr>
            <p:cNvSpPr/>
            <p:nvPr/>
          </p:nvSpPr>
          <p:spPr>
            <a:xfrm>
              <a:off x="1203791" y="3636615"/>
              <a:ext cx="457205" cy="457200"/>
            </a:xfrm>
            <a:custGeom>
              <a:avLst/>
              <a:gdLst>
                <a:gd name="connsiteX0" fmla="*/ 435090 w 872660"/>
                <a:gd name="connsiteY0" fmla="*/ 267225 h 872650"/>
                <a:gd name="connsiteX1" fmla="*/ 368055 w 872660"/>
                <a:gd name="connsiteY1" fmla="*/ 334260 h 872650"/>
                <a:gd name="connsiteX2" fmla="*/ 435090 w 872660"/>
                <a:gd name="connsiteY2" fmla="*/ 401295 h 872650"/>
                <a:gd name="connsiteX3" fmla="*/ 502126 w 872660"/>
                <a:gd name="connsiteY3" fmla="*/ 334260 h 872650"/>
                <a:gd name="connsiteX4" fmla="*/ 435090 w 872660"/>
                <a:gd name="connsiteY4" fmla="*/ 267225 h 872650"/>
                <a:gd name="connsiteX5" fmla="*/ 435318 w 872660"/>
                <a:gd name="connsiteY5" fmla="*/ 220120 h 872650"/>
                <a:gd name="connsiteX6" fmla="*/ 549458 w 872660"/>
                <a:gd name="connsiteY6" fmla="*/ 334260 h 872650"/>
                <a:gd name="connsiteX7" fmla="*/ 476762 w 872660"/>
                <a:gd name="connsiteY7" fmla="*/ 440247 h 872650"/>
                <a:gd name="connsiteX8" fmla="*/ 617172 w 872660"/>
                <a:gd name="connsiteY8" fmla="*/ 607382 h 872650"/>
                <a:gd name="connsiteX9" fmla="*/ 617624 w 872660"/>
                <a:gd name="connsiteY9" fmla="*/ 616666 h 872650"/>
                <a:gd name="connsiteX10" fmla="*/ 617624 w 872660"/>
                <a:gd name="connsiteY10" fmla="*/ 652447 h 872650"/>
                <a:gd name="connsiteX11" fmla="*/ 323215 w 872660"/>
                <a:gd name="connsiteY11" fmla="*/ 652447 h 872650"/>
                <a:gd name="connsiteX12" fmla="*/ 323215 w 872660"/>
                <a:gd name="connsiteY12" fmla="*/ 607608 h 872650"/>
                <a:gd name="connsiteX13" fmla="*/ 572330 w 872660"/>
                <a:gd name="connsiteY13" fmla="*/ 607608 h 872650"/>
                <a:gd name="connsiteX14" fmla="*/ 572330 w 872660"/>
                <a:gd name="connsiteY14" fmla="*/ 607382 h 872650"/>
                <a:gd name="connsiteX15" fmla="*/ 572105 w 872660"/>
                <a:gd name="connsiteY15" fmla="*/ 607382 h 872650"/>
                <a:gd name="connsiteX16" fmla="*/ 435090 w 872660"/>
                <a:gd name="connsiteY16" fmla="*/ 480106 h 872650"/>
                <a:gd name="connsiteX17" fmla="*/ 301249 w 872660"/>
                <a:gd name="connsiteY17" fmla="*/ 586318 h 872650"/>
                <a:gd name="connsiteX18" fmla="*/ 255275 w 872660"/>
                <a:gd name="connsiteY18" fmla="*/ 586318 h 872650"/>
                <a:gd name="connsiteX19" fmla="*/ 393648 w 872660"/>
                <a:gd name="connsiteY19" fmla="*/ 440247 h 872650"/>
                <a:gd name="connsiteX20" fmla="*/ 320952 w 872660"/>
                <a:gd name="connsiteY20" fmla="*/ 334260 h 872650"/>
                <a:gd name="connsiteX21" fmla="*/ 435318 w 872660"/>
                <a:gd name="connsiteY21" fmla="*/ 220120 h 872650"/>
                <a:gd name="connsiteX22" fmla="*/ 437342 w 872660"/>
                <a:gd name="connsiteY22" fmla="*/ 50916 h 872650"/>
                <a:gd name="connsiteX23" fmla="*/ 389132 w 872660"/>
                <a:gd name="connsiteY23" fmla="*/ 104593 h 872650"/>
                <a:gd name="connsiteX24" fmla="*/ 389307 w 872660"/>
                <a:gd name="connsiteY24" fmla="*/ 75509 h 872650"/>
                <a:gd name="connsiteX25" fmla="*/ 72460 w 872660"/>
                <a:gd name="connsiteY25" fmla="*/ 435374 h 872650"/>
                <a:gd name="connsiteX26" fmla="*/ 50927 w 872660"/>
                <a:gd name="connsiteY26" fmla="*/ 435318 h 872650"/>
                <a:gd name="connsiteX27" fmla="*/ 104593 w 872660"/>
                <a:gd name="connsiteY27" fmla="*/ 483519 h 872650"/>
                <a:gd name="connsiteX28" fmla="*/ 75509 w 872660"/>
                <a:gd name="connsiteY28" fmla="*/ 483343 h 872650"/>
                <a:gd name="connsiteX29" fmla="*/ 435374 w 872660"/>
                <a:gd name="connsiteY29" fmla="*/ 800190 h 872650"/>
                <a:gd name="connsiteX30" fmla="*/ 435318 w 872660"/>
                <a:gd name="connsiteY30" fmla="*/ 821722 h 872650"/>
                <a:gd name="connsiteX31" fmla="*/ 483518 w 872660"/>
                <a:gd name="connsiteY31" fmla="*/ 768057 h 872650"/>
                <a:gd name="connsiteX32" fmla="*/ 483342 w 872660"/>
                <a:gd name="connsiteY32" fmla="*/ 797141 h 872650"/>
                <a:gd name="connsiteX33" fmla="*/ 800189 w 872660"/>
                <a:gd name="connsiteY33" fmla="*/ 437276 h 872650"/>
                <a:gd name="connsiteX34" fmla="*/ 821734 w 872660"/>
                <a:gd name="connsiteY34" fmla="*/ 437332 h 872650"/>
                <a:gd name="connsiteX35" fmla="*/ 768067 w 872660"/>
                <a:gd name="connsiteY35" fmla="*/ 389131 h 872650"/>
                <a:gd name="connsiteX36" fmla="*/ 797151 w 872660"/>
                <a:gd name="connsiteY36" fmla="*/ 389306 h 872650"/>
                <a:gd name="connsiteX37" fmla="*/ 437286 w 872660"/>
                <a:gd name="connsiteY37" fmla="*/ 72459 h 872650"/>
                <a:gd name="connsiteX38" fmla="*/ 389763 w 872660"/>
                <a:gd name="connsiteY38" fmla="*/ 0 h 872650"/>
                <a:gd name="connsiteX39" fmla="*/ 437349 w 872660"/>
                <a:gd name="connsiteY39" fmla="*/ 48131 h 872650"/>
                <a:gd name="connsiteX40" fmla="*/ 437406 w 872660"/>
                <a:gd name="connsiteY40" fmla="*/ 26433 h 872650"/>
                <a:gd name="connsiteX41" fmla="*/ 843554 w 872660"/>
                <a:gd name="connsiteY41" fmla="*/ 389585 h 872650"/>
                <a:gd name="connsiteX42" fmla="*/ 872660 w 872660"/>
                <a:gd name="connsiteY42" fmla="*/ 389762 h 872650"/>
                <a:gd name="connsiteX43" fmla="*/ 824538 w 872660"/>
                <a:gd name="connsiteY43" fmla="*/ 437340 h 872650"/>
                <a:gd name="connsiteX44" fmla="*/ 846215 w 872660"/>
                <a:gd name="connsiteY44" fmla="*/ 437396 h 872650"/>
                <a:gd name="connsiteX45" fmla="*/ 483063 w 872660"/>
                <a:gd name="connsiteY45" fmla="*/ 843544 h 872650"/>
                <a:gd name="connsiteX46" fmla="*/ 482886 w 872660"/>
                <a:gd name="connsiteY46" fmla="*/ 872650 h 872650"/>
                <a:gd name="connsiteX47" fmla="*/ 435311 w 872660"/>
                <a:gd name="connsiteY47" fmla="*/ 824530 h 872650"/>
                <a:gd name="connsiteX48" fmla="*/ 435254 w 872660"/>
                <a:gd name="connsiteY48" fmla="*/ 846216 h 872650"/>
                <a:gd name="connsiteX49" fmla="*/ 29107 w 872660"/>
                <a:gd name="connsiteY49" fmla="*/ 483064 h 872650"/>
                <a:gd name="connsiteX50" fmla="*/ 0 w 872660"/>
                <a:gd name="connsiteY50" fmla="*/ 482888 h 872650"/>
                <a:gd name="connsiteX51" fmla="*/ 48121 w 872660"/>
                <a:gd name="connsiteY51" fmla="*/ 435311 h 872650"/>
                <a:gd name="connsiteX52" fmla="*/ 26435 w 872660"/>
                <a:gd name="connsiteY52" fmla="*/ 435254 h 872650"/>
                <a:gd name="connsiteX53" fmla="*/ 389586 w 872660"/>
                <a:gd name="connsiteY53" fmla="*/ 29107 h 87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72660" h="872650">
                  <a:moveTo>
                    <a:pt x="435090" y="267225"/>
                  </a:moveTo>
                  <a:cubicBezTo>
                    <a:pt x="398177" y="267225"/>
                    <a:pt x="368055" y="297345"/>
                    <a:pt x="368055" y="334260"/>
                  </a:cubicBezTo>
                  <a:cubicBezTo>
                    <a:pt x="368055" y="371175"/>
                    <a:pt x="397951" y="401295"/>
                    <a:pt x="435090" y="401295"/>
                  </a:cubicBezTo>
                  <a:cubicBezTo>
                    <a:pt x="472233" y="401295"/>
                    <a:pt x="502126" y="371401"/>
                    <a:pt x="502126" y="334260"/>
                  </a:cubicBezTo>
                  <a:cubicBezTo>
                    <a:pt x="502126" y="297119"/>
                    <a:pt x="472004" y="267225"/>
                    <a:pt x="435090" y="267225"/>
                  </a:cubicBezTo>
                  <a:close/>
                  <a:moveTo>
                    <a:pt x="435318" y="220120"/>
                  </a:moveTo>
                  <a:cubicBezTo>
                    <a:pt x="498275" y="220120"/>
                    <a:pt x="549458" y="271301"/>
                    <a:pt x="549458" y="334260"/>
                  </a:cubicBezTo>
                  <a:cubicBezTo>
                    <a:pt x="549458" y="382497"/>
                    <a:pt x="519110" y="423490"/>
                    <a:pt x="476762" y="440247"/>
                  </a:cubicBezTo>
                  <a:cubicBezTo>
                    <a:pt x="554439" y="458365"/>
                    <a:pt x="613095" y="525853"/>
                    <a:pt x="617172" y="607382"/>
                  </a:cubicBezTo>
                  <a:cubicBezTo>
                    <a:pt x="617398" y="610551"/>
                    <a:pt x="617624" y="613495"/>
                    <a:pt x="617624" y="616666"/>
                  </a:cubicBezTo>
                  <a:lnTo>
                    <a:pt x="617624" y="652447"/>
                  </a:lnTo>
                  <a:lnTo>
                    <a:pt x="323215" y="652447"/>
                  </a:lnTo>
                  <a:lnTo>
                    <a:pt x="323215" y="607608"/>
                  </a:lnTo>
                  <a:lnTo>
                    <a:pt x="572330" y="607608"/>
                  </a:lnTo>
                  <a:cubicBezTo>
                    <a:pt x="572330" y="607608"/>
                    <a:pt x="572330" y="607382"/>
                    <a:pt x="572330" y="607382"/>
                  </a:cubicBezTo>
                  <a:lnTo>
                    <a:pt x="572105" y="607382"/>
                  </a:lnTo>
                  <a:cubicBezTo>
                    <a:pt x="567349" y="536495"/>
                    <a:pt x="507788" y="480106"/>
                    <a:pt x="435090" y="480106"/>
                  </a:cubicBezTo>
                  <a:cubicBezTo>
                    <a:pt x="369869" y="480106"/>
                    <a:pt x="315288" y="525625"/>
                    <a:pt x="301249" y="586318"/>
                  </a:cubicBezTo>
                  <a:lnTo>
                    <a:pt x="255275" y="586318"/>
                  </a:lnTo>
                  <a:cubicBezTo>
                    <a:pt x="267503" y="514303"/>
                    <a:pt x="322764" y="456779"/>
                    <a:pt x="393648" y="440247"/>
                  </a:cubicBezTo>
                  <a:cubicBezTo>
                    <a:pt x="351072" y="423716"/>
                    <a:pt x="320952" y="382497"/>
                    <a:pt x="320952" y="334260"/>
                  </a:cubicBezTo>
                  <a:cubicBezTo>
                    <a:pt x="320952" y="271301"/>
                    <a:pt x="372358" y="220120"/>
                    <a:pt x="435318" y="220120"/>
                  </a:cubicBezTo>
                  <a:close/>
                  <a:moveTo>
                    <a:pt x="437342" y="50916"/>
                  </a:moveTo>
                  <a:lnTo>
                    <a:pt x="389132" y="104593"/>
                  </a:lnTo>
                  <a:lnTo>
                    <a:pt x="389307" y="75509"/>
                  </a:lnTo>
                  <a:cubicBezTo>
                    <a:pt x="208416" y="99082"/>
                    <a:pt x="72937" y="252955"/>
                    <a:pt x="72460" y="435374"/>
                  </a:cubicBezTo>
                  <a:lnTo>
                    <a:pt x="50927" y="435318"/>
                  </a:lnTo>
                  <a:lnTo>
                    <a:pt x="104593" y="483519"/>
                  </a:lnTo>
                  <a:lnTo>
                    <a:pt x="75509" y="483343"/>
                  </a:lnTo>
                  <a:cubicBezTo>
                    <a:pt x="99082" y="664234"/>
                    <a:pt x="252955" y="799714"/>
                    <a:pt x="435374" y="800190"/>
                  </a:cubicBezTo>
                  <a:lnTo>
                    <a:pt x="435318" y="821722"/>
                  </a:lnTo>
                  <a:lnTo>
                    <a:pt x="483518" y="768057"/>
                  </a:lnTo>
                  <a:lnTo>
                    <a:pt x="483342" y="797141"/>
                  </a:lnTo>
                  <a:cubicBezTo>
                    <a:pt x="664233" y="773569"/>
                    <a:pt x="799713" y="619695"/>
                    <a:pt x="800189" y="437276"/>
                  </a:cubicBezTo>
                  <a:lnTo>
                    <a:pt x="821734" y="437332"/>
                  </a:lnTo>
                  <a:lnTo>
                    <a:pt x="768067" y="389131"/>
                  </a:lnTo>
                  <a:lnTo>
                    <a:pt x="797151" y="389306"/>
                  </a:lnTo>
                  <a:cubicBezTo>
                    <a:pt x="773578" y="208415"/>
                    <a:pt x="619705" y="72935"/>
                    <a:pt x="437286" y="72459"/>
                  </a:cubicBezTo>
                  <a:close/>
                  <a:moveTo>
                    <a:pt x="389763" y="0"/>
                  </a:moveTo>
                  <a:lnTo>
                    <a:pt x="437349" y="48131"/>
                  </a:lnTo>
                  <a:lnTo>
                    <a:pt x="437406" y="26433"/>
                  </a:lnTo>
                  <a:cubicBezTo>
                    <a:pt x="645291" y="26976"/>
                    <a:pt x="819850" y="183056"/>
                    <a:pt x="843554" y="389585"/>
                  </a:cubicBezTo>
                  <a:lnTo>
                    <a:pt x="872660" y="389762"/>
                  </a:lnTo>
                  <a:lnTo>
                    <a:pt x="824538" y="437340"/>
                  </a:lnTo>
                  <a:lnTo>
                    <a:pt x="846215" y="437396"/>
                  </a:lnTo>
                  <a:cubicBezTo>
                    <a:pt x="845671" y="645281"/>
                    <a:pt x="689592" y="819840"/>
                    <a:pt x="483063" y="843544"/>
                  </a:cubicBezTo>
                  <a:lnTo>
                    <a:pt x="482886" y="872650"/>
                  </a:lnTo>
                  <a:lnTo>
                    <a:pt x="435311" y="824530"/>
                  </a:lnTo>
                  <a:lnTo>
                    <a:pt x="435254" y="846216"/>
                  </a:lnTo>
                  <a:cubicBezTo>
                    <a:pt x="227369" y="845673"/>
                    <a:pt x="52810" y="689593"/>
                    <a:pt x="29107" y="483064"/>
                  </a:cubicBezTo>
                  <a:lnTo>
                    <a:pt x="0" y="482888"/>
                  </a:lnTo>
                  <a:lnTo>
                    <a:pt x="48121" y="435311"/>
                  </a:lnTo>
                  <a:lnTo>
                    <a:pt x="26435" y="435254"/>
                  </a:lnTo>
                  <a:cubicBezTo>
                    <a:pt x="26978" y="227369"/>
                    <a:pt x="183057" y="52811"/>
                    <a:pt x="389586" y="29107"/>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957" name="Freeform: Shape 1956">
              <a:extLst>
                <a:ext uri="{FF2B5EF4-FFF2-40B4-BE49-F238E27FC236}">
                  <a16:creationId xmlns:a16="http://schemas.microsoft.com/office/drawing/2014/main" id="{07039F8E-5965-5C3A-9D44-6373AD96C0D9}"/>
                </a:ext>
                <a:ext uri="{C183D7F6-B498-43B3-948B-1728B52AA6E4}">
                  <adec:decorative xmlns:adec="http://schemas.microsoft.com/office/drawing/2017/decorative" val="1"/>
                </a:ext>
              </a:extLst>
            </p:cNvPr>
            <p:cNvSpPr/>
            <p:nvPr/>
          </p:nvSpPr>
          <p:spPr>
            <a:xfrm>
              <a:off x="1337416" y="3954955"/>
              <a:ext cx="23967" cy="23492"/>
            </a:xfrm>
            <a:custGeom>
              <a:avLst/>
              <a:gdLst>
                <a:gd name="connsiteX0" fmla="*/ 0 w 19240"/>
                <a:gd name="connsiteY0" fmla="*/ 0 h 18859"/>
                <a:gd name="connsiteX1" fmla="*/ 19241 w 19240"/>
                <a:gd name="connsiteY1" fmla="*/ 0 h 18859"/>
                <a:gd name="connsiteX2" fmla="*/ 19241 w 19240"/>
                <a:gd name="connsiteY2" fmla="*/ 18859 h 18859"/>
                <a:gd name="connsiteX3" fmla="*/ 0 w 19240"/>
                <a:gd name="connsiteY3" fmla="*/ 18859 h 18859"/>
              </a:gdLst>
              <a:ahLst/>
              <a:cxnLst>
                <a:cxn ang="0">
                  <a:pos x="connsiteX0" y="connsiteY0"/>
                </a:cxn>
                <a:cxn ang="0">
                  <a:pos x="connsiteX1" y="connsiteY1"/>
                </a:cxn>
                <a:cxn ang="0">
                  <a:pos x="connsiteX2" y="connsiteY2"/>
                </a:cxn>
                <a:cxn ang="0">
                  <a:pos x="connsiteX3" y="connsiteY3"/>
                </a:cxn>
              </a:cxnLst>
              <a:rect l="l" t="t" r="r" b="b"/>
              <a:pathLst>
                <a:path w="19240" h="18859">
                  <a:moveTo>
                    <a:pt x="0" y="0"/>
                  </a:moveTo>
                  <a:lnTo>
                    <a:pt x="19241" y="0"/>
                  </a:lnTo>
                  <a:lnTo>
                    <a:pt x="19241" y="18859"/>
                  </a:lnTo>
                  <a:lnTo>
                    <a:pt x="0" y="18859"/>
                  </a:lnTo>
                  <a:close/>
                </a:path>
              </a:pathLst>
            </a:custGeom>
            <a:solidFill>
              <a:schemeClr val="accent1"/>
            </a:solidFill>
            <a:ln w="9525" cap="flat">
              <a:noFill/>
              <a:prstDash val="solid"/>
              <a:miter/>
            </a:ln>
          </p:spPr>
          <p:txBody>
            <a:bodyPr rtlCol="0" anchor="ctr"/>
            <a:lstStyle/>
            <a:p>
              <a:endParaRPr lang="en-US"/>
            </a:p>
          </p:txBody>
        </p:sp>
      </p:grpSp>
      <p:grpSp>
        <p:nvGrpSpPr>
          <p:cNvPr id="172" name="Group 171">
            <a:extLst>
              <a:ext uri="{FF2B5EF4-FFF2-40B4-BE49-F238E27FC236}">
                <a16:creationId xmlns:a16="http://schemas.microsoft.com/office/drawing/2014/main" id="{1FE49495-1212-6576-9204-B733DB02D920}"/>
              </a:ext>
              <a:ext uri="{C183D7F6-B498-43B3-948B-1728B52AA6E4}">
                <adec:decorative xmlns:adec="http://schemas.microsoft.com/office/drawing/2017/decorative" val="1"/>
              </a:ext>
            </a:extLst>
          </p:cNvPr>
          <p:cNvGrpSpPr>
            <a:grpSpLocks noChangeAspect="1"/>
          </p:cNvGrpSpPr>
          <p:nvPr/>
        </p:nvGrpSpPr>
        <p:grpSpPr>
          <a:xfrm>
            <a:off x="2320412" y="3636615"/>
            <a:ext cx="423900" cy="457200"/>
            <a:chOff x="2320412" y="3636615"/>
            <a:chExt cx="423900" cy="457200"/>
          </a:xfrm>
          <a:solidFill>
            <a:srgbClr val="FF0000"/>
          </a:solidFill>
        </p:grpSpPr>
        <p:sp>
          <p:nvSpPr>
            <p:cNvPr id="1961" name="Freeform: Shape 1960">
              <a:extLst>
                <a:ext uri="{FF2B5EF4-FFF2-40B4-BE49-F238E27FC236}">
                  <a16:creationId xmlns:a16="http://schemas.microsoft.com/office/drawing/2014/main" id="{F60304FD-9FDD-36A4-2FEE-ECB9FCE80361}"/>
                </a:ext>
                <a:ext uri="{C183D7F6-B498-43B3-948B-1728B52AA6E4}">
                  <adec:decorative xmlns:adec="http://schemas.microsoft.com/office/drawing/2017/decorative" val="1"/>
                </a:ext>
              </a:extLst>
            </p:cNvPr>
            <p:cNvSpPr/>
            <p:nvPr/>
          </p:nvSpPr>
          <p:spPr>
            <a:xfrm flipV="1">
              <a:off x="2320412" y="3636615"/>
              <a:ext cx="423900" cy="451355"/>
            </a:xfrm>
            <a:custGeom>
              <a:avLst/>
              <a:gdLst>
                <a:gd name="connsiteX0" fmla="*/ 93690 w 685087"/>
                <a:gd name="connsiteY0" fmla="*/ 422026 h 729459"/>
                <a:gd name="connsiteX1" fmla="*/ 82570 w 685087"/>
                <a:gd name="connsiteY1" fmla="*/ 370024 h 729459"/>
                <a:gd name="connsiteX2" fmla="*/ 104809 w 685087"/>
                <a:gd name="connsiteY2" fmla="*/ 370024 h 729459"/>
                <a:gd name="connsiteX3" fmla="*/ 249179 w 685087"/>
                <a:gd name="connsiteY3" fmla="*/ 501002 h 729459"/>
                <a:gd name="connsiteX4" fmla="*/ 228741 w 685087"/>
                <a:gd name="connsiteY4" fmla="*/ 436085 h 729459"/>
                <a:gd name="connsiteX5" fmla="*/ 342537 w 685087"/>
                <a:gd name="connsiteY5" fmla="*/ 322455 h 729459"/>
                <a:gd name="connsiteX6" fmla="*/ 456347 w 685087"/>
                <a:gd name="connsiteY6" fmla="*/ 436085 h 729459"/>
                <a:gd name="connsiteX7" fmla="*/ 435909 w 685087"/>
                <a:gd name="connsiteY7" fmla="*/ 501002 h 729459"/>
                <a:gd name="connsiteX8" fmla="*/ 342537 w 685087"/>
                <a:gd name="connsiteY8" fmla="*/ 486772 h 729459"/>
                <a:gd name="connsiteX9" fmla="*/ 249179 w 685087"/>
                <a:gd name="connsiteY9" fmla="*/ 501002 h 729459"/>
                <a:gd name="connsiteX10" fmla="*/ 228741 w 685087"/>
                <a:gd name="connsiteY10" fmla="*/ 589121 h 729459"/>
                <a:gd name="connsiteX11" fmla="*/ 228741 w 685087"/>
                <a:gd name="connsiteY11" fmla="*/ 564769 h 729459"/>
                <a:gd name="connsiteX12" fmla="*/ 250974 w 685087"/>
                <a:gd name="connsiteY12" fmla="*/ 552666 h 729459"/>
                <a:gd name="connsiteX13" fmla="*/ 342537 w 685087"/>
                <a:gd name="connsiteY13" fmla="*/ 535823 h 729459"/>
                <a:gd name="connsiteX14" fmla="*/ 434274 w 685087"/>
                <a:gd name="connsiteY14" fmla="*/ 552830 h 729459"/>
                <a:gd name="connsiteX15" fmla="*/ 456347 w 685087"/>
                <a:gd name="connsiteY15" fmla="*/ 564769 h 729459"/>
                <a:gd name="connsiteX16" fmla="*/ 456347 w 685087"/>
                <a:gd name="connsiteY16" fmla="*/ 589121 h 729459"/>
                <a:gd name="connsiteX17" fmla="*/ 346798 w 685087"/>
                <a:gd name="connsiteY17" fmla="*/ 570166 h 729459"/>
                <a:gd name="connsiteX18" fmla="*/ 342537 w 685087"/>
                <a:gd name="connsiteY18" fmla="*/ 569834 h 729459"/>
                <a:gd name="connsiteX19" fmla="*/ 338296 w 685087"/>
                <a:gd name="connsiteY19" fmla="*/ 570166 h 729459"/>
                <a:gd name="connsiteX20" fmla="*/ 342537 w 685087"/>
                <a:gd name="connsiteY20" fmla="*/ 680034 h 729459"/>
                <a:gd name="connsiteX21" fmla="*/ 167754 w 685087"/>
                <a:gd name="connsiteY21" fmla="*/ 649624 h 729459"/>
                <a:gd name="connsiteX22" fmla="*/ 342537 w 685087"/>
                <a:gd name="connsiteY22" fmla="*/ 619217 h 729459"/>
                <a:gd name="connsiteX23" fmla="*/ 517494 w 685087"/>
                <a:gd name="connsiteY23" fmla="*/ 649624 h 729459"/>
                <a:gd name="connsiteX24" fmla="*/ 338296 w 685087"/>
                <a:gd name="connsiteY24" fmla="*/ 729085 h 729459"/>
                <a:gd name="connsiteX25" fmla="*/ 346798 w 685087"/>
                <a:gd name="connsiteY25" fmla="*/ 729085 h 729459"/>
                <a:gd name="connsiteX26" fmla="*/ 664816 w 685087"/>
                <a:gd name="connsiteY26" fmla="*/ 673824 h 729459"/>
                <a:gd name="connsiteX27" fmla="*/ 685087 w 685087"/>
                <a:gd name="connsiteY27" fmla="*/ 649624 h 729459"/>
                <a:gd name="connsiteX28" fmla="*/ 664816 w 685087"/>
                <a:gd name="connsiteY28" fmla="*/ 625425 h 729459"/>
                <a:gd name="connsiteX29" fmla="*/ 505399 w 685087"/>
                <a:gd name="connsiteY29" fmla="*/ 597794 h 729459"/>
                <a:gd name="connsiteX30" fmla="*/ 505399 w 685087"/>
                <a:gd name="connsiteY30" fmla="*/ 552830 h 729459"/>
                <a:gd name="connsiteX31" fmla="*/ 498199 w 685087"/>
                <a:gd name="connsiteY31" fmla="*/ 535498 h 729459"/>
                <a:gd name="connsiteX32" fmla="*/ 480873 w 685087"/>
                <a:gd name="connsiteY32" fmla="*/ 522251 h 729459"/>
                <a:gd name="connsiteX33" fmla="*/ 505399 w 685087"/>
                <a:gd name="connsiteY33" fmla="*/ 436085 h 729459"/>
                <a:gd name="connsiteX34" fmla="*/ 405858 w 685087"/>
                <a:gd name="connsiteY34" fmla="*/ 286200 h 729459"/>
                <a:gd name="connsiteX35" fmla="*/ 396538 w 685087"/>
                <a:gd name="connsiteY35" fmla="*/ 284316 h 729459"/>
                <a:gd name="connsiteX36" fmla="*/ 396540 w 685087"/>
                <a:gd name="connsiteY36" fmla="*/ 284316 h 729459"/>
                <a:gd name="connsiteX37" fmla="*/ 608378 w 685087"/>
                <a:gd name="connsiteY37" fmla="*/ 24500 h 729459"/>
                <a:gd name="connsiteX38" fmla="*/ 608378 w 685087"/>
                <a:gd name="connsiteY38" fmla="*/ 0 h 729459"/>
                <a:gd name="connsiteX39" fmla="*/ 293864 w 685087"/>
                <a:gd name="connsiteY39" fmla="*/ 0 h 729459"/>
                <a:gd name="connsiteX40" fmla="*/ 264458 w 685087"/>
                <a:gd name="connsiteY40" fmla="*/ 0 h 729459"/>
                <a:gd name="connsiteX41" fmla="*/ 166400 w 685087"/>
                <a:gd name="connsiteY41" fmla="*/ 0 h 729459"/>
                <a:gd name="connsiteX42" fmla="*/ 166400 w 685087"/>
                <a:gd name="connsiteY42" fmla="*/ 48999 h 729459"/>
                <a:gd name="connsiteX43" fmla="*/ 264458 w 685087"/>
                <a:gd name="connsiteY43" fmla="*/ 48999 h 729459"/>
                <a:gd name="connsiteX44" fmla="*/ 293864 w 685087"/>
                <a:gd name="connsiteY44" fmla="*/ 48999 h 729459"/>
                <a:gd name="connsiteX45" fmla="*/ 558001 w 685087"/>
                <a:gd name="connsiteY45" fmla="*/ 48999 h 729459"/>
                <a:gd name="connsiteX46" fmla="*/ 343157 w 685087"/>
                <a:gd name="connsiteY46" fmla="*/ 240715 h 729459"/>
                <a:gd name="connsiteX47" fmla="*/ 172409 w 685087"/>
                <a:gd name="connsiteY47" fmla="*/ 157001 h 729459"/>
                <a:gd name="connsiteX48" fmla="*/ 172406 w 685087"/>
                <a:gd name="connsiteY48" fmla="*/ 156996 h 729459"/>
                <a:gd name="connsiteX49" fmla="*/ 143176 w 685087"/>
                <a:gd name="connsiteY49" fmla="*/ 106696 h 729459"/>
                <a:gd name="connsiteX50" fmla="*/ 138473 w 685087"/>
                <a:gd name="connsiteY50" fmla="*/ 88423 h 729459"/>
                <a:gd name="connsiteX51" fmla="*/ 86620 w 685087"/>
                <a:gd name="connsiteY51" fmla="*/ 88423 h 729459"/>
                <a:gd name="connsiteX52" fmla="*/ 98818 w 685087"/>
                <a:gd name="connsiteY52" fmla="*/ 127634 h 729459"/>
                <a:gd name="connsiteX53" fmla="*/ 103090 w 685087"/>
                <a:gd name="connsiteY53" fmla="*/ 135494 h 729459"/>
                <a:gd name="connsiteX54" fmla="*/ 123299 w 685087"/>
                <a:gd name="connsiteY54" fmla="*/ 172680 h 729459"/>
                <a:gd name="connsiteX55" fmla="*/ 276955 w 685087"/>
                <a:gd name="connsiteY55" fmla="*/ 281350 h 729459"/>
                <a:gd name="connsiteX56" fmla="*/ 293118 w 685087"/>
                <a:gd name="connsiteY56" fmla="*/ 283392 h 729459"/>
                <a:gd name="connsiteX57" fmla="*/ 279227 w 685087"/>
                <a:gd name="connsiteY57" fmla="*/ 286200 h 729459"/>
                <a:gd name="connsiteX58" fmla="*/ 179690 w 685087"/>
                <a:gd name="connsiteY58" fmla="*/ 436085 h 729459"/>
                <a:gd name="connsiteX59" fmla="*/ 204381 w 685087"/>
                <a:gd name="connsiteY59" fmla="*/ 522090 h 729459"/>
                <a:gd name="connsiteX60" fmla="*/ 186883 w 685087"/>
                <a:gd name="connsiteY60" fmla="*/ 535498 h 729459"/>
                <a:gd name="connsiteX61" fmla="*/ 179690 w 685087"/>
                <a:gd name="connsiteY61" fmla="*/ 552830 h 729459"/>
                <a:gd name="connsiteX62" fmla="*/ 179690 w 685087"/>
                <a:gd name="connsiteY62" fmla="*/ 597794 h 729459"/>
                <a:gd name="connsiteX63" fmla="*/ 118215 w 685087"/>
                <a:gd name="connsiteY63" fmla="*/ 608422 h 729459"/>
                <a:gd name="connsiteX64" fmla="*/ 118215 w 685087"/>
                <a:gd name="connsiteY64" fmla="*/ 541878 h 729459"/>
                <a:gd name="connsiteX65" fmla="*/ 159092 w 685087"/>
                <a:gd name="connsiteY65" fmla="*/ 350570 h 729459"/>
                <a:gd name="connsiteX66" fmla="*/ 154180 w 685087"/>
                <a:gd name="connsiteY66" fmla="*/ 329971 h 729459"/>
                <a:gd name="connsiteX67" fmla="*/ 135224 w 685087"/>
                <a:gd name="connsiteY67" fmla="*/ 320972 h 729459"/>
                <a:gd name="connsiteX68" fmla="*/ 52162 w 685087"/>
                <a:gd name="connsiteY68" fmla="*/ 320972 h 729459"/>
                <a:gd name="connsiteX69" fmla="*/ 33193 w 685087"/>
                <a:gd name="connsiteY69" fmla="*/ 329971 h 729459"/>
                <a:gd name="connsiteX70" fmla="*/ 28288 w 685087"/>
                <a:gd name="connsiteY70" fmla="*/ 350570 h 729459"/>
                <a:gd name="connsiteX71" fmla="*/ 69164 w 685087"/>
                <a:gd name="connsiteY71" fmla="*/ 541878 h 729459"/>
                <a:gd name="connsiteX72" fmla="*/ 69164 w 685087"/>
                <a:gd name="connsiteY72" fmla="*/ 616923 h 729459"/>
                <a:gd name="connsiteX73" fmla="*/ 20272 w 685087"/>
                <a:gd name="connsiteY73" fmla="*/ 625425 h 729459"/>
                <a:gd name="connsiteX74" fmla="*/ 0 w 685087"/>
                <a:gd name="connsiteY74" fmla="*/ 649624 h 729459"/>
                <a:gd name="connsiteX75" fmla="*/ 20272 w 685087"/>
                <a:gd name="connsiteY75" fmla="*/ 673824 h 72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5087" h="729459">
                  <a:moveTo>
                    <a:pt x="93690" y="422026"/>
                  </a:moveTo>
                  <a:lnTo>
                    <a:pt x="82570" y="370024"/>
                  </a:lnTo>
                  <a:lnTo>
                    <a:pt x="104809" y="370024"/>
                  </a:lnTo>
                  <a:close/>
                  <a:moveTo>
                    <a:pt x="249179" y="501002"/>
                  </a:moveTo>
                  <a:cubicBezTo>
                    <a:pt x="235773" y="482031"/>
                    <a:pt x="228741" y="459626"/>
                    <a:pt x="228741" y="436085"/>
                  </a:cubicBezTo>
                  <a:cubicBezTo>
                    <a:pt x="228741" y="373461"/>
                    <a:pt x="279761" y="322455"/>
                    <a:pt x="342537" y="322455"/>
                  </a:cubicBezTo>
                  <a:cubicBezTo>
                    <a:pt x="405333" y="322455"/>
                    <a:pt x="456347" y="373461"/>
                    <a:pt x="456347" y="436085"/>
                  </a:cubicBezTo>
                  <a:cubicBezTo>
                    <a:pt x="456347" y="459626"/>
                    <a:pt x="449315" y="482031"/>
                    <a:pt x="435909" y="501002"/>
                  </a:cubicBezTo>
                  <a:cubicBezTo>
                    <a:pt x="408113" y="491516"/>
                    <a:pt x="376720" y="486772"/>
                    <a:pt x="342537" y="486772"/>
                  </a:cubicBezTo>
                  <a:cubicBezTo>
                    <a:pt x="308375" y="486772"/>
                    <a:pt x="276982" y="491516"/>
                    <a:pt x="249179" y="501002"/>
                  </a:cubicBezTo>
                  <a:close/>
                  <a:moveTo>
                    <a:pt x="228741" y="589121"/>
                  </a:moveTo>
                  <a:lnTo>
                    <a:pt x="228741" y="564769"/>
                  </a:lnTo>
                  <a:cubicBezTo>
                    <a:pt x="233653" y="561492"/>
                    <a:pt x="241004" y="557079"/>
                    <a:pt x="250974" y="552666"/>
                  </a:cubicBezTo>
                  <a:cubicBezTo>
                    <a:pt x="276982" y="541552"/>
                    <a:pt x="307716" y="535823"/>
                    <a:pt x="342537" y="535823"/>
                  </a:cubicBezTo>
                  <a:cubicBezTo>
                    <a:pt x="377373" y="535823"/>
                    <a:pt x="408271" y="541552"/>
                    <a:pt x="434274" y="552830"/>
                  </a:cubicBezTo>
                  <a:cubicBezTo>
                    <a:pt x="444084" y="557079"/>
                    <a:pt x="451442" y="561492"/>
                    <a:pt x="456347" y="564769"/>
                  </a:cubicBezTo>
                  <a:lnTo>
                    <a:pt x="456347" y="589121"/>
                  </a:lnTo>
                  <a:lnTo>
                    <a:pt x="346798" y="570166"/>
                  </a:lnTo>
                  <a:cubicBezTo>
                    <a:pt x="345328" y="569834"/>
                    <a:pt x="344019" y="569834"/>
                    <a:pt x="342537" y="569834"/>
                  </a:cubicBezTo>
                  <a:cubicBezTo>
                    <a:pt x="341076" y="569834"/>
                    <a:pt x="339766" y="569834"/>
                    <a:pt x="338296" y="570166"/>
                  </a:cubicBezTo>
                  <a:close/>
                  <a:moveTo>
                    <a:pt x="342537" y="680034"/>
                  </a:moveTo>
                  <a:lnTo>
                    <a:pt x="167754" y="649624"/>
                  </a:lnTo>
                  <a:lnTo>
                    <a:pt x="342537" y="619217"/>
                  </a:lnTo>
                  <a:lnTo>
                    <a:pt x="517494" y="649624"/>
                  </a:lnTo>
                  <a:close/>
                  <a:moveTo>
                    <a:pt x="338296" y="729085"/>
                  </a:moveTo>
                  <a:cubicBezTo>
                    <a:pt x="341076" y="729584"/>
                    <a:pt x="344019" y="729584"/>
                    <a:pt x="346798" y="729085"/>
                  </a:cubicBezTo>
                  <a:lnTo>
                    <a:pt x="664816" y="673824"/>
                  </a:lnTo>
                  <a:cubicBezTo>
                    <a:pt x="676587" y="671697"/>
                    <a:pt x="685087" y="661561"/>
                    <a:pt x="685087" y="649624"/>
                  </a:cubicBezTo>
                  <a:cubicBezTo>
                    <a:pt x="685087" y="637688"/>
                    <a:pt x="676587" y="627551"/>
                    <a:pt x="664816" y="625425"/>
                  </a:cubicBezTo>
                  <a:lnTo>
                    <a:pt x="505399" y="597794"/>
                  </a:lnTo>
                  <a:lnTo>
                    <a:pt x="505399" y="552830"/>
                  </a:lnTo>
                  <a:cubicBezTo>
                    <a:pt x="505399" y="546290"/>
                    <a:pt x="502779" y="540069"/>
                    <a:pt x="498199" y="535498"/>
                  </a:cubicBezTo>
                  <a:cubicBezTo>
                    <a:pt x="497223" y="534674"/>
                    <a:pt x="491501" y="529116"/>
                    <a:pt x="480873" y="522251"/>
                  </a:cubicBezTo>
                  <a:cubicBezTo>
                    <a:pt x="496732" y="496588"/>
                    <a:pt x="505399" y="466990"/>
                    <a:pt x="505399" y="436085"/>
                  </a:cubicBezTo>
                  <a:cubicBezTo>
                    <a:pt x="505399" y="368763"/>
                    <a:pt x="464287" y="310916"/>
                    <a:pt x="405858" y="286200"/>
                  </a:cubicBezTo>
                  <a:lnTo>
                    <a:pt x="396538" y="284316"/>
                  </a:lnTo>
                  <a:lnTo>
                    <a:pt x="396540" y="284316"/>
                  </a:lnTo>
                  <a:cubicBezTo>
                    <a:pt x="517282" y="259544"/>
                    <a:pt x="608378" y="152458"/>
                    <a:pt x="608378" y="24500"/>
                  </a:cubicBezTo>
                  <a:lnTo>
                    <a:pt x="608378" y="0"/>
                  </a:lnTo>
                  <a:lnTo>
                    <a:pt x="293864" y="0"/>
                  </a:lnTo>
                  <a:lnTo>
                    <a:pt x="264458" y="0"/>
                  </a:lnTo>
                  <a:lnTo>
                    <a:pt x="166400" y="0"/>
                  </a:lnTo>
                  <a:lnTo>
                    <a:pt x="166400" y="48999"/>
                  </a:lnTo>
                  <a:lnTo>
                    <a:pt x="264458" y="48999"/>
                  </a:lnTo>
                  <a:lnTo>
                    <a:pt x="293864" y="48999"/>
                  </a:lnTo>
                  <a:lnTo>
                    <a:pt x="558001" y="48999"/>
                  </a:lnTo>
                  <a:cubicBezTo>
                    <a:pt x="545795" y="156727"/>
                    <a:pt x="454101" y="240715"/>
                    <a:pt x="343157" y="240715"/>
                  </a:cubicBezTo>
                  <a:cubicBezTo>
                    <a:pt x="273818" y="240715"/>
                    <a:pt x="211999" y="207907"/>
                    <a:pt x="172409" y="157001"/>
                  </a:cubicBezTo>
                  <a:lnTo>
                    <a:pt x="172406" y="156996"/>
                  </a:lnTo>
                  <a:lnTo>
                    <a:pt x="143176" y="106696"/>
                  </a:lnTo>
                  <a:lnTo>
                    <a:pt x="138473" y="88423"/>
                  </a:lnTo>
                  <a:lnTo>
                    <a:pt x="86620" y="88423"/>
                  </a:lnTo>
                  <a:lnTo>
                    <a:pt x="98818" y="127634"/>
                  </a:lnTo>
                  <a:lnTo>
                    <a:pt x="103090" y="135494"/>
                  </a:lnTo>
                  <a:lnTo>
                    <a:pt x="123299" y="172680"/>
                  </a:lnTo>
                  <a:cubicBezTo>
                    <a:pt x="159082" y="225599"/>
                    <a:pt x="213449" y="264971"/>
                    <a:pt x="276955" y="281350"/>
                  </a:cubicBezTo>
                  <a:lnTo>
                    <a:pt x="293118" y="283392"/>
                  </a:lnTo>
                  <a:lnTo>
                    <a:pt x="279227" y="286200"/>
                  </a:lnTo>
                  <a:cubicBezTo>
                    <a:pt x="220805" y="310916"/>
                    <a:pt x="179690" y="368763"/>
                    <a:pt x="179690" y="436085"/>
                  </a:cubicBezTo>
                  <a:cubicBezTo>
                    <a:pt x="179690" y="466825"/>
                    <a:pt x="188357" y="496415"/>
                    <a:pt x="204381" y="522090"/>
                  </a:cubicBezTo>
                  <a:cubicBezTo>
                    <a:pt x="193588" y="529116"/>
                    <a:pt x="187865" y="534674"/>
                    <a:pt x="186883" y="535498"/>
                  </a:cubicBezTo>
                  <a:cubicBezTo>
                    <a:pt x="182308" y="540069"/>
                    <a:pt x="179690" y="546290"/>
                    <a:pt x="179690" y="552830"/>
                  </a:cubicBezTo>
                  <a:lnTo>
                    <a:pt x="179690" y="597794"/>
                  </a:lnTo>
                  <a:lnTo>
                    <a:pt x="118215" y="608422"/>
                  </a:lnTo>
                  <a:lnTo>
                    <a:pt x="118215" y="541878"/>
                  </a:lnTo>
                  <a:lnTo>
                    <a:pt x="159092" y="350570"/>
                  </a:lnTo>
                  <a:cubicBezTo>
                    <a:pt x="160727" y="343379"/>
                    <a:pt x="158926" y="335688"/>
                    <a:pt x="154180" y="329971"/>
                  </a:cubicBezTo>
                  <a:cubicBezTo>
                    <a:pt x="149607" y="324249"/>
                    <a:pt x="142575" y="320972"/>
                    <a:pt x="135224" y="320972"/>
                  </a:cubicBezTo>
                  <a:lnTo>
                    <a:pt x="52162" y="320972"/>
                  </a:lnTo>
                  <a:cubicBezTo>
                    <a:pt x="44798" y="320972"/>
                    <a:pt x="37772" y="324249"/>
                    <a:pt x="33193" y="329971"/>
                  </a:cubicBezTo>
                  <a:cubicBezTo>
                    <a:pt x="28447" y="335688"/>
                    <a:pt x="26652" y="343379"/>
                    <a:pt x="28288" y="350570"/>
                  </a:cubicBezTo>
                  <a:lnTo>
                    <a:pt x="69164" y="541878"/>
                  </a:lnTo>
                  <a:lnTo>
                    <a:pt x="69164" y="616923"/>
                  </a:lnTo>
                  <a:lnTo>
                    <a:pt x="20272" y="625425"/>
                  </a:lnTo>
                  <a:cubicBezTo>
                    <a:pt x="8667" y="627551"/>
                    <a:pt x="0" y="637688"/>
                    <a:pt x="0" y="649624"/>
                  </a:cubicBezTo>
                  <a:cubicBezTo>
                    <a:pt x="0" y="661561"/>
                    <a:pt x="8667" y="671697"/>
                    <a:pt x="20272" y="673824"/>
                  </a:cubicBezTo>
                  <a:close/>
                </a:path>
              </a:pathLst>
            </a:custGeom>
            <a:solidFill>
              <a:schemeClr val="accent2"/>
            </a:solidFill>
            <a:ln w="1270" cap="flat">
              <a:noFill/>
              <a:prstDash val="solid"/>
              <a:miter/>
            </a:ln>
          </p:spPr>
          <p:txBody>
            <a:bodyPr wrap="square" rtlCol="0" anchor="ctr">
              <a:noAutofit/>
            </a:bodyPr>
            <a:lstStyle/>
            <a:p>
              <a:endParaRPr lang="en-US" dirty="0"/>
            </a:p>
          </p:txBody>
        </p:sp>
        <p:sp>
          <p:nvSpPr>
            <p:cNvPr id="1962" name="Freeform: Shape 1961">
              <a:extLst>
                <a:ext uri="{FF2B5EF4-FFF2-40B4-BE49-F238E27FC236}">
                  <a16:creationId xmlns:a16="http://schemas.microsoft.com/office/drawing/2014/main" id="{023CAABD-156F-ECD7-8F22-9F41AB3E2F22}"/>
                </a:ext>
                <a:ext uri="{C183D7F6-B498-43B3-948B-1728B52AA6E4}">
                  <adec:decorative xmlns:adec="http://schemas.microsoft.com/office/drawing/2017/decorative" val="1"/>
                </a:ext>
              </a:extLst>
            </p:cNvPr>
            <p:cNvSpPr/>
            <p:nvPr/>
          </p:nvSpPr>
          <p:spPr>
            <a:xfrm>
              <a:off x="2362808" y="4051800"/>
              <a:ext cx="42020" cy="42015"/>
            </a:xfrm>
            <a:custGeom>
              <a:avLst/>
              <a:gdLst>
                <a:gd name="connsiteX0" fmla="*/ -18 w 420640"/>
                <a:gd name="connsiteY0" fmla="*/ 26 h 420600"/>
                <a:gd name="connsiteX1" fmla="*/ 420622 w 420640"/>
                <a:gd name="connsiteY1" fmla="*/ 26 h 420600"/>
                <a:gd name="connsiteX2" fmla="*/ 420622 w 420640"/>
                <a:gd name="connsiteY2" fmla="*/ 420627 h 420600"/>
                <a:gd name="connsiteX3" fmla="*/ -18 w 420640"/>
                <a:gd name="connsiteY3" fmla="*/ 420627 h 420600"/>
                <a:gd name="connsiteX4" fmla="*/ -18 w 420640"/>
                <a:gd name="connsiteY4" fmla="*/ 26 h 42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640" h="420600">
                  <a:moveTo>
                    <a:pt x="-18" y="26"/>
                  </a:moveTo>
                  <a:lnTo>
                    <a:pt x="420622" y="26"/>
                  </a:lnTo>
                  <a:lnTo>
                    <a:pt x="420622" y="420627"/>
                  </a:lnTo>
                  <a:lnTo>
                    <a:pt x="-18" y="420627"/>
                  </a:lnTo>
                  <a:lnTo>
                    <a:pt x="-18" y="26"/>
                  </a:lnTo>
                </a:path>
              </a:pathLst>
            </a:custGeom>
            <a:solidFill>
              <a:schemeClr val="accent1"/>
            </a:solidFill>
            <a:ln w="10102" cap="flat">
              <a:noFill/>
              <a:prstDash val="solid"/>
              <a:miter/>
            </a:ln>
          </p:spPr>
          <p:txBody>
            <a:bodyPr rtlCol="0" anchor="ctr"/>
            <a:lstStyle/>
            <a:p>
              <a:endParaRPr lang="en-US" dirty="0"/>
            </a:p>
          </p:txBody>
        </p:sp>
      </p:grpSp>
      <p:grpSp>
        <p:nvGrpSpPr>
          <p:cNvPr id="186" name="Group 185">
            <a:extLst>
              <a:ext uri="{FF2B5EF4-FFF2-40B4-BE49-F238E27FC236}">
                <a16:creationId xmlns:a16="http://schemas.microsoft.com/office/drawing/2014/main" id="{317364AD-DD8F-D593-8246-67C1CCF27EB0}"/>
              </a:ext>
              <a:ext uri="{C183D7F6-B498-43B3-948B-1728B52AA6E4}">
                <adec:decorative xmlns:adec="http://schemas.microsoft.com/office/drawing/2017/decorative" val="1"/>
              </a:ext>
            </a:extLst>
          </p:cNvPr>
          <p:cNvGrpSpPr>
            <a:grpSpLocks noChangeAspect="1"/>
          </p:cNvGrpSpPr>
          <p:nvPr/>
        </p:nvGrpSpPr>
        <p:grpSpPr>
          <a:xfrm>
            <a:off x="2870938" y="3636615"/>
            <a:ext cx="366808" cy="457200"/>
            <a:chOff x="2870938" y="3636615"/>
            <a:chExt cx="366808" cy="457200"/>
          </a:xfrm>
          <a:solidFill>
            <a:srgbClr val="FF0000"/>
          </a:solidFill>
        </p:grpSpPr>
        <p:sp>
          <p:nvSpPr>
            <p:cNvPr id="1972" name="Freeform: Shape 1971">
              <a:extLst>
                <a:ext uri="{FF2B5EF4-FFF2-40B4-BE49-F238E27FC236}">
                  <a16:creationId xmlns:a16="http://schemas.microsoft.com/office/drawing/2014/main" id="{26372D37-3507-5176-7879-379EB5A76E0B}"/>
                </a:ext>
                <a:ext uri="{C183D7F6-B498-43B3-948B-1728B52AA6E4}">
                  <adec:decorative xmlns:adec="http://schemas.microsoft.com/office/drawing/2017/decorative" val="1"/>
                </a:ext>
              </a:extLst>
            </p:cNvPr>
            <p:cNvSpPr/>
            <p:nvPr/>
          </p:nvSpPr>
          <p:spPr>
            <a:xfrm>
              <a:off x="2882618" y="3794813"/>
              <a:ext cx="355128" cy="293341"/>
            </a:xfrm>
            <a:custGeom>
              <a:avLst/>
              <a:gdLst>
                <a:gd name="connsiteX0" fmla="*/ 42634 w 695236"/>
                <a:gd name="connsiteY0" fmla="*/ 365007 h 574276"/>
                <a:gd name="connsiteX1" fmla="*/ 42634 w 695236"/>
                <a:gd name="connsiteY1" fmla="*/ 410137 h 574276"/>
                <a:gd name="connsiteX2" fmla="*/ 47232 w 695236"/>
                <a:gd name="connsiteY2" fmla="*/ 431590 h 574276"/>
                <a:gd name="connsiteX3" fmla="*/ 53271 w 695236"/>
                <a:gd name="connsiteY3" fmla="*/ 440321 h 574276"/>
                <a:gd name="connsiteX4" fmla="*/ 43977 w 695236"/>
                <a:gd name="connsiteY4" fmla="*/ 489456 h 574276"/>
                <a:gd name="connsiteX5" fmla="*/ 0 w 695236"/>
                <a:gd name="connsiteY5" fmla="*/ 489456 h 574276"/>
                <a:gd name="connsiteX6" fmla="*/ 12572 w 695236"/>
                <a:gd name="connsiteY6" fmla="*/ 422997 h 574276"/>
                <a:gd name="connsiteX7" fmla="*/ 121226 w 695236"/>
                <a:gd name="connsiteY7" fmla="*/ 0 h 574276"/>
                <a:gd name="connsiteX8" fmla="*/ 169692 w 695236"/>
                <a:gd name="connsiteY8" fmla="*/ 0 h 574276"/>
                <a:gd name="connsiteX9" fmla="*/ 172055 w 695236"/>
                <a:gd name="connsiteY9" fmla="*/ 23397 h 574276"/>
                <a:gd name="connsiteX10" fmla="*/ 341641 w 695236"/>
                <a:gd name="connsiteY10" fmla="*/ 161372 h 574276"/>
                <a:gd name="connsiteX11" fmla="*/ 511227 w 695236"/>
                <a:gd name="connsiteY11" fmla="*/ 23397 h 574276"/>
                <a:gd name="connsiteX12" fmla="*/ 513590 w 695236"/>
                <a:gd name="connsiteY12" fmla="*/ 0 h 574276"/>
                <a:gd name="connsiteX13" fmla="*/ 562056 w 695236"/>
                <a:gd name="connsiteY13" fmla="*/ 0 h 574276"/>
                <a:gd name="connsiteX14" fmla="*/ 561493 w 695236"/>
                <a:gd name="connsiteY14" fmla="*/ 11136 h 574276"/>
                <a:gd name="connsiteX15" fmla="*/ 422674 w 695236"/>
                <a:gd name="connsiteY15" fmla="*/ 193954 h 574276"/>
                <a:gd name="connsiteX16" fmla="*/ 388698 w 695236"/>
                <a:gd name="connsiteY16" fmla="*/ 203800 h 574276"/>
                <a:gd name="connsiteX17" fmla="*/ 412903 w 695236"/>
                <a:gd name="connsiteY17" fmla="*/ 206240 h 574276"/>
                <a:gd name="connsiteX18" fmla="*/ 695236 w 695236"/>
                <a:gd name="connsiteY18" fmla="*/ 552651 h 574276"/>
                <a:gd name="connsiteX19" fmla="*/ 695236 w 695236"/>
                <a:gd name="connsiteY19" fmla="*/ 574276 h 574276"/>
                <a:gd name="connsiteX20" fmla="*/ 673128 w 695236"/>
                <a:gd name="connsiteY20" fmla="*/ 574276 h 574276"/>
                <a:gd name="connsiteX21" fmla="*/ 651055 w 695236"/>
                <a:gd name="connsiteY21" fmla="*/ 574276 h 574276"/>
                <a:gd name="connsiteX22" fmla="*/ 73046 w 695236"/>
                <a:gd name="connsiteY22" fmla="*/ 574276 h 574276"/>
                <a:gd name="connsiteX23" fmla="*/ 73046 w 695236"/>
                <a:gd name="connsiteY23" fmla="*/ 530383 h 574276"/>
                <a:gd name="connsiteX24" fmla="*/ 209050 w 695236"/>
                <a:gd name="connsiteY24" fmla="*/ 530383 h 574276"/>
                <a:gd name="connsiteX25" fmla="*/ 209050 w 695236"/>
                <a:gd name="connsiteY25" fmla="*/ 574275 h 574276"/>
                <a:gd name="connsiteX26" fmla="*/ 253251 w 695236"/>
                <a:gd name="connsiteY26" fmla="*/ 574275 h 574276"/>
                <a:gd name="connsiteX27" fmla="*/ 253251 w 695236"/>
                <a:gd name="connsiteY27" fmla="*/ 530383 h 574276"/>
                <a:gd name="connsiteX28" fmla="*/ 646777 w 695236"/>
                <a:gd name="connsiteY28" fmla="*/ 530383 h 574276"/>
                <a:gd name="connsiteX29" fmla="*/ 626740 w 695236"/>
                <a:gd name="connsiteY29" fmla="*/ 431134 h 574276"/>
                <a:gd name="connsiteX30" fmla="*/ 341641 w 695236"/>
                <a:gd name="connsiteY30" fmla="*/ 242158 h 574276"/>
                <a:gd name="connsiteX31" fmla="*/ 341641 w 695236"/>
                <a:gd name="connsiteY31" fmla="*/ 209262 h 574276"/>
                <a:gd name="connsiteX32" fmla="*/ 341640 w 695236"/>
                <a:gd name="connsiteY32" fmla="*/ 209262 h 574276"/>
                <a:gd name="connsiteX33" fmla="*/ 341640 w 695236"/>
                <a:gd name="connsiteY33" fmla="*/ 242158 h 574276"/>
                <a:gd name="connsiteX34" fmla="*/ 310005 w 695236"/>
                <a:gd name="connsiteY34" fmla="*/ 243755 h 574276"/>
                <a:gd name="connsiteX35" fmla="*/ 94814 w 695236"/>
                <a:gd name="connsiteY35" fmla="*/ 364959 h 574276"/>
                <a:gd name="connsiteX36" fmla="*/ 86835 w 695236"/>
                <a:gd name="connsiteY36" fmla="*/ 379153 h 574276"/>
                <a:gd name="connsiteX37" fmla="*/ 86835 w 695236"/>
                <a:gd name="connsiteY37" fmla="*/ 308337 h 574276"/>
                <a:gd name="connsiteX38" fmla="*/ 90863 w 695236"/>
                <a:gd name="connsiteY38" fmla="*/ 303373 h 574276"/>
                <a:gd name="connsiteX39" fmla="*/ 209982 w 695236"/>
                <a:gd name="connsiteY39" fmla="*/ 224380 h 574276"/>
                <a:gd name="connsiteX40" fmla="*/ 294145 w 695236"/>
                <a:gd name="connsiteY40" fmla="*/ 203673 h 574276"/>
                <a:gd name="connsiteX41" fmla="*/ 260609 w 695236"/>
                <a:gd name="connsiteY41" fmla="*/ 193954 h 574276"/>
                <a:gd name="connsiteX42" fmla="*/ 121789 w 695236"/>
                <a:gd name="connsiteY42" fmla="*/ 11136 h 57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95236" h="574276">
                  <a:moveTo>
                    <a:pt x="42634" y="365007"/>
                  </a:moveTo>
                  <a:lnTo>
                    <a:pt x="42634" y="410137"/>
                  </a:lnTo>
                  <a:cubicBezTo>
                    <a:pt x="42725" y="417765"/>
                    <a:pt x="44358" y="425014"/>
                    <a:pt x="47232" y="431590"/>
                  </a:cubicBezTo>
                  <a:lnTo>
                    <a:pt x="53271" y="440321"/>
                  </a:lnTo>
                  <a:lnTo>
                    <a:pt x="43977" y="489456"/>
                  </a:lnTo>
                  <a:lnTo>
                    <a:pt x="0" y="489456"/>
                  </a:lnTo>
                  <a:lnTo>
                    <a:pt x="12572" y="422997"/>
                  </a:lnTo>
                  <a:close/>
                  <a:moveTo>
                    <a:pt x="121226" y="0"/>
                  </a:moveTo>
                  <a:lnTo>
                    <a:pt x="169692" y="0"/>
                  </a:lnTo>
                  <a:lnTo>
                    <a:pt x="172055" y="23397"/>
                  </a:lnTo>
                  <a:cubicBezTo>
                    <a:pt x="188196" y="102139"/>
                    <a:pt x="257989" y="161372"/>
                    <a:pt x="341641" y="161372"/>
                  </a:cubicBezTo>
                  <a:cubicBezTo>
                    <a:pt x="425293" y="161372"/>
                    <a:pt x="495086" y="102139"/>
                    <a:pt x="511227" y="23397"/>
                  </a:cubicBezTo>
                  <a:lnTo>
                    <a:pt x="513590" y="0"/>
                  </a:lnTo>
                  <a:lnTo>
                    <a:pt x="562056" y="0"/>
                  </a:lnTo>
                  <a:lnTo>
                    <a:pt x="561493" y="11136"/>
                  </a:lnTo>
                  <a:cubicBezTo>
                    <a:pt x="553005" y="94599"/>
                    <a:pt x="497945" y="164313"/>
                    <a:pt x="422674" y="193954"/>
                  </a:cubicBezTo>
                  <a:lnTo>
                    <a:pt x="388698" y="203800"/>
                  </a:lnTo>
                  <a:lnTo>
                    <a:pt x="412903" y="206240"/>
                  </a:lnTo>
                  <a:cubicBezTo>
                    <a:pt x="574030" y="239211"/>
                    <a:pt x="695236" y="381777"/>
                    <a:pt x="695236" y="552651"/>
                  </a:cubicBezTo>
                  <a:lnTo>
                    <a:pt x="695236" y="574276"/>
                  </a:lnTo>
                  <a:lnTo>
                    <a:pt x="673128" y="574276"/>
                  </a:lnTo>
                  <a:lnTo>
                    <a:pt x="651055" y="574276"/>
                  </a:lnTo>
                  <a:lnTo>
                    <a:pt x="73046" y="574276"/>
                  </a:lnTo>
                  <a:lnTo>
                    <a:pt x="73046" y="530383"/>
                  </a:lnTo>
                  <a:lnTo>
                    <a:pt x="209050" y="530383"/>
                  </a:lnTo>
                  <a:lnTo>
                    <a:pt x="209050" y="574275"/>
                  </a:lnTo>
                  <a:lnTo>
                    <a:pt x="253251" y="574275"/>
                  </a:lnTo>
                  <a:lnTo>
                    <a:pt x="253251" y="530383"/>
                  </a:lnTo>
                  <a:lnTo>
                    <a:pt x="646777" y="530383"/>
                  </a:lnTo>
                  <a:lnTo>
                    <a:pt x="626740" y="431134"/>
                  </a:lnTo>
                  <a:cubicBezTo>
                    <a:pt x="579768" y="320081"/>
                    <a:pt x="469805" y="242158"/>
                    <a:pt x="341641" y="242158"/>
                  </a:cubicBezTo>
                  <a:lnTo>
                    <a:pt x="341641" y="209262"/>
                  </a:lnTo>
                  <a:lnTo>
                    <a:pt x="341640" y="209262"/>
                  </a:lnTo>
                  <a:lnTo>
                    <a:pt x="341640" y="242158"/>
                  </a:lnTo>
                  <a:lnTo>
                    <a:pt x="310005" y="243755"/>
                  </a:lnTo>
                  <a:cubicBezTo>
                    <a:pt x="222242" y="252668"/>
                    <a:pt x="145321" y="298260"/>
                    <a:pt x="94814" y="364959"/>
                  </a:cubicBezTo>
                  <a:lnTo>
                    <a:pt x="86835" y="379153"/>
                  </a:lnTo>
                  <a:lnTo>
                    <a:pt x="86835" y="308337"/>
                  </a:lnTo>
                  <a:lnTo>
                    <a:pt x="90863" y="303373"/>
                  </a:lnTo>
                  <a:cubicBezTo>
                    <a:pt x="124506" y="269528"/>
                    <a:pt x="164954" y="242456"/>
                    <a:pt x="209982" y="224380"/>
                  </a:cubicBezTo>
                  <a:lnTo>
                    <a:pt x="294145" y="203673"/>
                  </a:lnTo>
                  <a:lnTo>
                    <a:pt x="260609" y="193954"/>
                  </a:lnTo>
                  <a:cubicBezTo>
                    <a:pt x="185337" y="164313"/>
                    <a:pt x="130277" y="94599"/>
                    <a:pt x="121789" y="111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73" name="Freeform: Shape 1972">
              <a:extLst>
                <a:ext uri="{FF2B5EF4-FFF2-40B4-BE49-F238E27FC236}">
                  <a16:creationId xmlns:a16="http://schemas.microsoft.com/office/drawing/2014/main" id="{315A3A64-C949-BF17-E9F5-12BC5C126F8C}"/>
                </a:ext>
                <a:ext uri="{C183D7F6-B498-43B3-948B-1728B52AA6E4}">
                  <adec:decorative xmlns:adec="http://schemas.microsoft.com/office/drawing/2017/decorative" val="1"/>
                </a:ext>
              </a:extLst>
            </p:cNvPr>
            <p:cNvSpPr/>
            <p:nvPr/>
          </p:nvSpPr>
          <p:spPr>
            <a:xfrm>
              <a:off x="2870938" y="3636615"/>
              <a:ext cx="324498" cy="457200"/>
            </a:xfrm>
            <a:custGeom>
              <a:avLst/>
              <a:gdLst>
                <a:gd name="connsiteX0" fmla="*/ 0 w 635272"/>
                <a:gd name="connsiteY0" fmla="*/ 829014 h 895063"/>
                <a:gd name="connsiteX1" fmla="*/ 66055 w 635272"/>
                <a:gd name="connsiteY1" fmla="*/ 829014 h 895063"/>
                <a:gd name="connsiteX2" fmla="*/ 66055 w 635272"/>
                <a:gd name="connsiteY2" fmla="*/ 895063 h 895063"/>
                <a:gd name="connsiteX3" fmla="*/ 0 w 635272"/>
                <a:gd name="connsiteY3" fmla="*/ 895063 h 895063"/>
                <a:gd name="connsiteX4" fmla="*/ 48925 w 635272"/>
                <a:gd name="connsiteY4" fmla="*/ 397171 h 895063"/>
                <a:gd name="connsiteX5" fmla="*/ 65501 w 635272"/>
                <a:gd name="connsiteY5" fmla="*/ 413746 h 895063"/>
                <a:gd name="connsiteX6" fmla="*/ 65501 w 635272"/>
                <a:gd name="connsiteY6" fmla="*/ 468997 h 895063"/>
                <a:gd name="connsiteX7" fmla="*/ 110365 w 635272"/>
                <a:gd name="connsiteY7" fmla="*/ 468997 h 895063"/>
                <a:gd name="connsiteX8" fmla="*/ 110365 w 635272"/>
                <a:gd name="connsiteY8" fmla="*/ 413746 h 895063"/>
                <a:gd name="connsiteX9" fmla="*/ 126940 w 635272"/>
                <a:gd name="connsiteY9" fmla="*/ 397171 h 895063"/>
                <a:gd name="connsiteX10" fmla="*/ 143516 w 635272"/>
                <a:gd name="connsiteY10" fmla="*/ 413746 h 895063"/>
                <a:gd name="connsiteX11" fmla="*/ 143516 w 635272"/>
                <a:gd name="connsiteY11" fmla="*/ 468997 h 895063"/>
                <a:gd name="connsiteX12" fmla="*/ 165616 w 635272"/>
                <a:gd name="connsiteY12" fmla="*/ 468997 h 895063"/>
                <a:gd name="connsiteX13" fmla="*/ 165616 w 635272"/>
                <a:gd name="connsiteY13" fmla="*/ 513198 h 895063"/>
                <a:gd name="connsiteX14" fmla="*/ 109702 w 635272"/>
                <a:gd name="connsiteY14" fmla="*/ 587566 h 895063"/>
                <a:gd name="connsiteX15" fmla="*/ 109702 w 635272"/>
                <a:gd name="connsiteY15" fmla="*/ 708129 h 895063"/>
                <a:gd name="connsiteX16" fmla="*/ 131803 w 635272"/>
                <a:gd name="connsiteY16" fmla="*/ 730229 h 895063"/>
                <a:gd name="connsiteX17" fmla="*/ 220867 w 635272"/>
                <a:gd name="connsiteY17" fmla="*/ 730229 h 895063"/>
                <a:gd name="connsiteX18" fmla="*/ 276118 w 635272"/>
                <a:gd name="connsiteY18" fmla="*/ 785480 h 895063"/>
                <a:gd name="connsiteX19" fmla="*/ 276118 w 635272"/>
                <a:gd name="connsiteY19" fmla="*/ 883980 h 895063"/>
                <a:gd name="connsiteX20" fmla="*/ 231917 w 635272"/>
                <a:gd name="connsiteY20" fmla="*/ 883980 h 895063"/>
                <a:gd name="connsiteX21" fmla="*/ 231917 w 635272"/>
                <a:gd name="connsiteY21" fmla="*/ 796530 h 895063"/>
                <a:gd name="connsiteX22" fmla="*/ 209817 w 635272"/>
                <a:gd name="connsiteY22" fmla="*/ 774430 h 895063"/>
                <a:gd name="connsiteX23" fmla="*/ 121415 w 635272"/>
                <a:gd name="connsiteY23" fmla="*/ 774430 h 895063"/>
                <a:gd name="connsiteX24" fmla="*/ 121407 w 635272"/>
                <a:gd name="connsiteY24" fmla="*/ 774430 h 895063"/>
                <a:gd name="connsiteX25" fmla="*/ 65501 w 635272"/>
                <a:gd name="connsiteY25" fmla="*/ 719842 h 895063"/>
                <a:gd name="connsiteX26" fmla="*/ 65501 w 635272"/>
                <a:gd name="connsiteY26" fmla="*/ 587456 h 895063"/>
                <a:gd name="connsiteX27" fmla="*/ 65501 w 635272"/>
                <a:gd name="connsiteY27" fmla="*/ 587456 h 895063"/>
                <a:gd name="connsiteX28" fmla="*/ 10913 w 635272"/>
                <a:gd name="connsiteY28" fmla="*/ 513198 h 895063"/>
                <a:gd name="connsiteX29" fmla="*/ 10913 w 635272"/>
                <a:gd name="connsiteY29" fmla="*/ 468997 h 895063"/>
                <a:gd name="connsiteX30" fmla="*/ 32350 w 635272"/>
                <a:gd name="connsiteY30" fmla="*/ 468997 h 895063"/>
                <a:gd name="connsiteX31" fmla="*/ 32350 w 635272"/>
                <a:gd name="connsiteY31" fmla="*/ 413746 h 895063"/>
                <a:gd name="connsiteX32" fmla="*/ 48925 w 635272"/>
                <a:gd name="connsiteY32" fmla="*/ 397171 h 895063"/>
                <a:gd name="connsiteX33" fmla="*/ 116309 w 635272"/>
                <a:gd name="connsiteY33" fmla="*/ 243688 h 895063"/>
                <a:gd name="connsiteX34" fmla="*/ 612708 w 635272"/>
                <a:gd name="connsiteY34" fmla="*/ 243688 h 895063"/>
                <a:gd name="connsiteX35" fmla="*/ 635272 w 635272"/>
                <a:gd name="connsiteY35" fmla="*/ 266252 h 895063"/>
                <a:gd name="connsiteX36" fmla="*/ 612708 w 635272"/>
                <a:gd name="connsiteY36" fmla="*/ 288815 h 895063"/>
                <a:gd name="connsiteX37" fmla="*/ 116309 w 635272"/>
                <a:gd name="connsiteY37" fmla="*/ 288815 h 895063"/>
                <a:gd name="connsiteX38" fmla="*/ 93745 w 635272"/>
                <a:gd name="connsiteY38" fmla="*/ 266252 h 895063"/>
                <a:gd name="connsiteX39" fmla="*/ 116309 w 635272"/>
                <a:gd name="connsiteY39" fmla="*/ 243688 h 895063"/>
                <a:gd name="connsiteX40" fmla="*/ 332919 w 635272"/>
                <a:gd name="connsiteY40" fmla="*/ 0 h 895063"/>
                <a:gd name="connsiteX41" fmla="*/ 364508 w 635272"/>
                <a:gd name="connsiteY41" fmla="*/ 0 h 895063"/>
                <a:gd name="connsiteX42" fmla="*/ 391584 w 635272"/>
                <a:gd name="connsiteY42" fmla="*/ 0 h 895063"/>
                <a:gd name="connsiteX43" fmla="*/ 418661 w 635272"/>
                <a:gd name="connsiteY43" fmla="*/ 22564 h 895063"/>
                <a:gd name="connsiteX44" fmla="*/ 590144 w 635272"/>
                <a:gd name="connsiteY44" fmla="*/ 243687 h 895063"/>
                <a:gd name="connsiteX45" fmla="*/ 545017 w 635272"/>
                <a:gd name="connsiteY45" fmla="*/ 243687 h 895063"/>
                <a:gd name="connsiteX46" fmla="*/ 512864 w 635272"/>
                <a:gd name="connsiteY46" fmla="*/ 131998 h 895063"/>
                <a:gd name="connsiteX47" fmla="*/ 481037 w 635272"/>
                <a:gd name="connsiteY47" fmla="*/ 99291 h 895063"/>
                <a:gd name="connsiteX48" fmla="*/ 441225 w 635272"/>
                <a:gd name="connsiteY48" fmla="*/ 166971 h 895063"/>
                <a:gd name="connsiteX49" fmla="*/ 409636 w 635272"/>
                <a:gd name="connsiteY49" fmla="*/ 175997 h 895063"/>
                <a:gd name="connsiteX50" fmla="*/ 400610 w 635272"/>
                <a:gd name="connsiteY50" fmla="*/ 144407 h 895063"/>
                <a:gd name="connsiteX51" fmla="*/ 440725 w 635272"/>
                <a:gd name="connsiteY51" fmla="*/ 76214 h 895063"/>
                <a:gd name="connsiteX52" fmla="*/ 423174 w 635272"/>
                <a:gd name="connsiteY52" fmla="*/ 67691 h 895063"/>
                <a:gd name="connsiteX53" fmla="*/ 391584 w 635272"/>
                <a:gd name="connsiteY53" fmla="*/ 45127 h 895063"/>
                <a:gd name="connsiteX54" fmla="*/ 364508 w 635272"/>
                <a:gd name="connsiteY54" fmla="*/ 45127 h 895063"/>
                <a:gd name="connsiteX55" fmla="*/ 332919 w 635272"/>
                <a:gd name="connsiteY55" fmla="*/ 45127 h 895063"/>
                <a:gd name="connsiteX56" fmla="*/ 301330 w 635272"/>
                <a:gd name="connsiteY56" fmla="*/ 67691 h 895063"/>
                <a:gd name="connsiteX57" fmla="*/ 283834 w 635272"/>
                <a:gd name="connsiteY57" fmla="*/ 76305 h 895063"/>
                <a:gd name="connsiteX58" fmla="*/ 323895 w 635272"/>
                <a:gd name="connsiteY58" fmla="*/ 144407 h 895063"/>
                <a:gd name="connsiteX59" fmla="*/ 314869 w 635272"/>
                <a:gd name="connsiteY59" fmla="*/ 175997 h 895063"/>
                <a:gd name="connsiteX60" fmla="*/ 283280 w 635272"/>
                <a:gd name="connsiteY60" fmla="*/ 166971 h 895063"/>
                <a:gd name="connsiteX61" fmla="*/ 243841 w 635272"/>
                <a:gd name="connsiteY61" fmla="*/ 99925 h 895063"/>
                <a:gd name="connsiteX62" fmla="*/ 213896 w 635272"/>
                <a:gd name="connsiteY62" fmla="*/ 131998 h 895063"/>
                <a:gd name="connsiteX63" fmla="*/ 183999 w 635272"/>
                <a:gd name="connsiteY63" fmla="*/ 243687 h 895063"/>
                <a:gd name="connsiteX64" fmla="*/ 138872 w 635272"/>
                <a:gd name="connsiteY64" fmla="*/ 243687 h 895063"/>
                <a:gd name="connsiteX65" fmla="*/ 301330 w 635272"/>
                <a:gd name="connsiteY65" fmla="*/ 22564 h 895063"/>
                <a:gd name="connsiteX66" fmla="*/ 332919 w 635272"/>
                <a:gd name="connsiteY66" fmla="*/ 0 h 89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35272" h="895063">
                  <a:moveTo>
                    <a:pt x="0" y="829014"/>
                  </a:moveTo>
                  <a:lnTo>
                    <a:pt x="66055" y="829014"/>
                  </a:lnTo>
                  <a:lnTo>
                    <a:pt x="66055" y="895063"/>
                  </a:lnTo>
                  <a:lnTo>
                    <a:pt x="0" y="895063"/>
                  </a:lnTo>
                  <a:close/>
                  <a:moveTo>
                    <a:pt x="48925" y="397171"/>
                  </a:moveTo>
                  <a:cubicBezTo>
                    <a:pt x="58080" y="397171"/>
                    <a:pt x="65501" y="404592"/>
                    <a:pt x="65501" y="413746"/>
                  </a:cubicBezTo>
                  <a:lnTo>
                    <a:pt x="65501" y="468997"/>
                  </a:lnTo>
                  <a:lnTo>
                    <a:pt x="110365" y="468997"/>
                  </a:lnTo>
                  <a:lnTo>
                    <a:pt x="110365" y="413746"/>
                  </a:lnTo>
                  <a:cubicBezTo>
                    <a:pt x="110365" y="404592"/>
                    <a:pt x="117786" y="397171"/>
                    <a:pt x="126940" y="397171"/>
                  </a:cubicBezTo>
                  <a:cubicBezTo>
                    <a:pt x="136094" y="397171"/>
                    <a:pt x="143516" y="404592"/>
                    <a:pt x="143516" y="413746"/>
                  </a:cubicBezTo>
                  <a:lnTo>
                    <a:pt x="143516" y="468997"/>
                  </a:lnTo>
                  <a:lnTo>
                    <a:pt x="165616" y="468997"/>
                  </a:lnTo>
                  <a:lnTo>
                    <a:pt x="165616" y="513198"/>
                  </a:lnTo>
                  <a:cubicBezTo>
                    <a:pt x="165637" y="547679"/>
                    <a:pt x="142833" y="578010"/>
                    <a:pt x="109702" y="587566"/>
                  </a:cubicBezTo>
                  <a:lnTo>
                    <a:pt x="109702" y="708129"/>
                  </a:lnTo>
                  <a:cubicBezTo>
                    <a:pt x="109702" y="720335"/>
                    <a:pt x="119596" y="730229"/>
                    <a:pt x="131803" y="730229"/>
                  </a:cubicBezTo>
                  <a:lnTo>
                    <a:pt x="220867" y="730229"/>
                  </a:lnTo>
                  <a:cubicBezTo>
                    <a:pt x="251381" y="730229"/>
                    <a:pt x="276118" y="754966"/>
                    <a:pt x="276118" y="785480"/>
                  </a:cubicBezTo>
                  <a:lnTo>
                    <a:pt x="276118" y="883980"/>
                  </a:lnTo>
                  <a:lnTo>
                    <a:pt x="231917" y="883980"/>
                  </a:lnTo>
                  <a:lnTo>
                    <a:pt x="231917" y="796530"/>
                  </a:lnTo>
                  <a:cubicBezTo>
                    <a:pt x="231917" y="784324"/>
                    <a:pt x="222023" y="774430"/>
                    <a:pt x="209817" y="774430"/>
                  </a:cubicBezTo>
                  <a:lnTo>
                    <a:pt x="121415" y="774430"/>
                  </a:lnTo>
                  <a:lnTo>
                    <a:pt x="121407" y="774430"/>
                  </a:lnTo>
                  <a:cubicBezTo>
                    <a:pt x="90895" y="774794"/>
                    <a:pt x="65865" y="750354"/>
                    <a:pt x="65501" y="719842"/>
                  </a:cubicBezTo>
                  <a:lnTo>
                    <a:pt x="65501" y="587456"/>
                  </a:lnTo>
                  <a:lnTo>
                    <a:pt x="65501" y="587456"/>
                  </a:lnTo>
                  <a:cubicBezTo>
                    <a:pt x="32935" y="577428"/>
                    <a:pt x="10767" y="547273"/>
                    <a:pt x="10913" y="513198"/>
                  </a:cubicBezTo>
                  <a:lnTo>
                    <a:pt x="10913" y="468997"/>
                  </a:lnTo>
                  <a:lnTo>
                    <a:pt x="32350" y="468997"/>
                  </a:lnTo>
                  <a:lnTo>
                    <a:pt x="32350" y="413746"/>
                  </a:lnTo>
                  <a:cubicBezTo>
                    <a:pt x="32350" y="404592"/>
                    <a:pt x="39771" y="397171"/>
                    <a:pt x="48925" y="397171"/>
                  </a:cubicBezTo>
                  <a:close/>
                  <a:moveTo>
                    <a:pt x="116309" y="243688"/>
                  </a:moveTo>
                  <a:lnTo>
                    <a:pt x="612708" y="243688"/>
                  </a:lnTo>
                  <a:cubicBezTo>
                    <a:pt x="626247" y="243688"/>
                    <a:pt x="635272" y="252714"/>
                    <a:pt x="635272" y="266252"/>
                  </a:cubicBezTo>
                  <a:cubicBezTo>
                    <a:pt x="635272" y="279790"/>
                    <a:pt x="626247" y="288815"/>
                    <a:pt x="612708" y="288815"/>
                  </a:cubicBezTo>
                  <a:lnTo>
                    <a:pt x="116309" y="288815"/>
                  </a:lnTo>
                  <a:cubicBezTo>
                    <a:pt x="102771" y="288815"/>
                    <a:pt x="93745" y="279790"/>
                    <a:pt x="93745" y="266252"/>
                  </a:cubicBezTo>
                  <a:cubicBezTo>
                    <a:pt x="93745" y="252714"/>
                    <a:pt x="102771" y="243688"/>
                    <a:pt x="116309" y="243688"/>
                  </a:cubicBezTo>
                  <a:close/>
                  <a:moveTo>
                    <a:pt x="332919" y="0"/>
                  </a:moveTo>
                  <a:cubicBezTo>
                    <a:pt x="337432" y="0"/>
                    <a:pt x="359996" y="0"/>
                    <a:pt x="364508" y="0"/>
                  </a:cubicBezTo>
                  <a:cubicBezTo>
                    <a:pt x="373533" y="0"/>
                    <a:pt x="391584" y="0"/>
                    <a:pt x="391584" y="0"/>
                  </a:cubicBezTo>
                  <a:cubicBezTo>
                    <a:pt x="400610" y="0"/>
                    <a:pt x="409636" y="22564"/>
                    <a:pt x="418661" y="22564"/>
                  </a:cubicBezTo>
                  <a:cubicBezTo>
                    <a:pt x="522453" y="40614"/>
                    <a:pt x="590144" y="135382"/>
                    <a:pt x="590144" y="243687"/>
                  </a:cubicBezTo>
                  <a:lnTo>
                    <a:pt x="545017" y="243687"/>
                  </a:lnTo>
                  <a:cubicBezTo>
                    <a:pt x="545017" y="200816"/>
                    <a:pt x="533735" y="162458"/>
                    <a:pt x="512864" y="131998"/>
                  </a:cubicBezTo>
                  <a:lnTo>
                    <a:pt x="481037" y="99291"/>
                  </a:lnTo>
                  <a:lnTo>
                    <a:pt x="441225" y="166971"/>
                  </a:lnTo>
                  <a:cubicBezTo>
                    <a:pt x="436713" y="175997"/>
                    <a:pt x="423174" y="180509"/>
                    <a:pt x="409636" y="175997"/>
                  </a:cubicBezTo>
                  <a:cubicBezTo>
                    <a:pt x="400610" y="171484"/>
                    <a:pt x="396098" y="157945"/>
                    <a:pt x="400610" y="144407"/>
                  </a:cubicBezTo>
                  <a:lnTo>
                    <a:pt x="440725" y="76214"/>
                  </a:lnTo>
                  <a:lnTo>
                    <a:pt x="423174" y="67691"/>
                  </a:lnTo>
                  <a:cubicBezTo>
                    <a:pt x="414148" y="63178"/>
                    <a:pt x="400610" y="45127"/>
                    <a:pt x="391584" y="45127"/>
                  </a:cubicBezTo>
                  <a:cubicBezTo>
                    <a:pt x="387072" y="45127"/>
                    <a:pt x="369020" y="45127"/>
                    <a:pt x="364508" y="45127"/>
                  </a:cubicBezTo>
                  <a:cubicBezTo>
                    <a:pt x="359996" y="45127"/>
                    <a:pt x="337432" y="45127"/>
                    <a:pt x="332919" y="45127"/>
                  </a:cubicBezTo>
                  <a:cubicBezTo>
                    <a:pt x="319381" y="45127"/>
                    <a:pt x="310355" y="63178"/>
                    <a:pt x="301330" y="67691"/>
                  </a:cubicBezTo>
                  <a:lnTo>
                    <a:pt x="283834" y="76305"/>
                  </a:lnTo>
                  <a:lnTo>
                    <a:pt x="323895" y="144407"/>
                  </a:lnTo>
                  <a:cubicBezTo>
                    <a:pt x="328408" y="157945"/>
                    <a:pt x="323895" y="171484"/>
                    <a:pt x="314869" y="175997"/>
                  </a:cubicBezTo>
                  <a:cubicBezTo>
                    <a:pt x="301331" y="180509"/>
                    <a:pt x="287792" y="175997"/>
                    <a:pt x="283280" y="166971"/>
                  </a:cubicBezTo>
                  <a:lnTo>
                    <a:pt x="243841" y="99925"/>
                  </a:lnTo>
                  <a:lnTo>
                    <a:pt x="213896" y="131998"/>
                  </a:lnTo>
                  <a:cubicBezTo>
                    <a:pt x="194153" y="162458"/>
                    <a:pt x="183999" y="200816"/>
                    <a:pt x="183999" y="243687"/>
                  </a:cubicBezTo>
                  <a:lnTo>
                    <a:pt x="138872" y="243687"/>
                  </a:lnTo>
                  <a:cubicBezTo>
                    <a:pt x="138872" y="135382"/>
                    <a:pt x="202050" y="45127"/>
                    <a:pt x="301330" y="22564"/>
                  </a:cubicBezTo>
                  <a:cubicBezTo>
                    <a:pt x="310355" y="18051"/>
                    <a:pt x="323894" y="0"/>
                    <a:pt x="332919" y="0"/>
                  </a:cubicBezTo>
                  <a:close/>
                </a:path>
              </a:pathLst>
            </a:custGeom>
            <a:solidFill>
              <a:schemeClr val="accent1"/>
            </a:solidFill>
            <a:ln w="43656" cap="flat">
              <a:noFill/>
              <a:prstDash val="solid"/>
              <a:miter/>
            </a:ln>
          </p:spPr>
          <p:txBody>
            <a:bodyPr wrap="square" rtlCol="0" anchor="ctr">
              <a:noAutofit/>
            </a:bodyPr>
            <a:lstStyle/>
            <a:p>
              <a:endParaRPr lang="en-US"/>
            </a:p>
          </p:txBody>
        </p:sp>
      </p:grpSp>
      <p:grpSp>
        <p:nvGrpSpPr>
          <p:cNvPr id="173" name="Group 172">
            <a:extLst>
              <a:ext uri="{FF2B5EF4-FFF2-40B4-BE49-F238E27FC236}">
                <a16:creationId xmlns:a16="http://schemas.microsoft.com/office/drawing/2014/main" id="{BA6577A3-6085-401F-9E8B-D43F59F3F2EB}"/>
              </a:ext>
              <a:ext uri="{C183D7F6-B498-43B3-948B-1728B52AA6E4}">
                <adec:decorative xmlns:adec="http://schemas.microsoft.com/office/drawing/2017/decorative" val="1"/>
              </a:ext>
            </a:extLst>
          </p:cNvPr>
          <p:cNvGrpSpPr>
            <a:grpSpLocks noChangeAspect="1"/>
          </p:cNvGrpSpPr>
          <p:nvPr/>
        </p:nvGrpSpPr>
        <p:grpSpPr>
          <a:xfrm>
            <a:off x="3853518" y="3636615"/>
            <a:ext cx="375169" cy="457200"/>
            <a:chOff x="3853518" y="3636615"/>
            <a:chExt cx="375169" cy="457200"/>
          </a:xfrm>
          <a:solidFill>
            <a:srgbClr val="FF0000"/>
          </a:solidFill>
        </p:grpSpPr>
        <p:sp>
          <p:nvSpPr>
            <p:cNvPr id="1981" name="Freeform: Shape 1980">
              <a:extLst>
                <a:ext uri="{FF2B5EF4-FFF2-40B4-BE49-F238E27FC236}">
                  <a16:creationId xmlns:a16="http://schemas.microsoft.com/office/drawing/2014/main" id="{DCDC562B-7504-1EBE-AAD4-CE455496EA8D}"/>
                </a:ext>
                <a:ext uri="{C183D7F6-B498-43B3-948B-1728B52AA6E4}">
                  <adec:decorative xmlns:adec="http://schemas.microsoft.com/office/drawing/2017/decorative" val="1"/>
                </a:ext>
              </a:extLst>
            </p:cNvPr>
            <p:cNvSpPr/>
            <p:nvPr/>
          </p:nvSpPr>
          <p:spPr>
            <a:xfrm>
              <a:off x="3858431" y="3655692"/>
              <a:ext cx="370256" cy="438123"/>
            </a:xfrm>
            <a:custGeom>
              <a:avLst/>
              <a:gdLst>
                <a:gd name="connsiteX0" fmla="*/ 143370 w 815085"/>
                <a:gd name="connsiteY0" fmla="*/ 823627 h 964487"/>
                <a:gd name="connsiteX1" fmla="*/ 166659 w 815085"/>
                <a:gd name="connsiteY1" fmla="*/ 823627 h 964487"/>
                <a:gd name="connsiteX2" fmla="*/ 166659 w 815085"/>
                <a:gd name="connsiteY2" fmla="*/ 964431 h 964487"/>
                <a:gd name="connsiteX3" fmla="*/ 143370 w 815085"/>
                <a:gd name="connsiteY3" fmla="*/ 964431 h 964487"/>
                <a:gd name="connsiteX4" fmla="*/ 640569 w 815085"/>
                <a:gd name="connsiteY4" fmla="*/ 823624 h 964487"/>
                <a:gd name="connsiteX5" fmla="*/ 663862 w 815085"/>
                <a:gd name="connsiteY5" fmla="*/ 823624 h 964487"/>
                <a:gd name="connsiteX6" fmla="*/ 663862 w 815085"/>
                <a:gd name="connsiteY6" fmla="*/ 964435 h 964487"/>
                <a:gd name="connsiteX7" fmla="*/ 640569 w 815085"/>
                <a:gd name="connsiteY7" fmla="*/ 964435 h 964487"/>
                <a:gd name="connsiteX8" fmla="*/ 406417 w 815085"/>
                <a:gd name="connsiteY8" fmla="*/ 374698 h 964487"/>
                <a:gd name="connsiteX9" fmla="*/ 371905 w 815085"/>
                <a:gd name="connsiteY9" fmla="*/ 400205 h 964487"/>
                <a:gd name="connsiteX10" fmla="*/ 318262 w 815085"/>
                <a:gd name="connsiteY10" fmla="*/ 406153 h 964487"/>
                <a:gd name="connsiteX11" fmla="*/ 268928 w 815085"/>
                <a:gd name="connsiteY11" fmla="*/ 392125 h 964487"/>
                <a:gd name="connsiteX12" fmla="*/ 256316 w 815085"/>
                <a:gd name="connsiteY12" fmla="*/ 384624 h 964487"/>
                <a:gd name="connsiteX13" fmla="*/ 256352 w 815085"/>
                <a:gd name="connsiteY13" fmla="*/ 388594 h 964487"/>
                <a:gd name="connsiteX14" fmla="*/ 257254 w 815085"/>
                <a:gd name="connsiteY14" fmla="*/ 391800 h 964487"/>
                <a:gd name="connsiteX15" fmla="*/ 289792 w 815085"/>
                <a:gd name="connsiteY15" fmla="*/ 458228 h 964487"/>
                <a:gd name="connsiteX16" fmla="*/ 314833 w 815085"/>
                <a:gd name="connsiteY16" fmla="*/ 478479 h 964487"/>
                <a:gd name="connsiteX17" fmla="*/ 375307 w 815085"/>
                <a:gd name="connsiteY17" fmla="*/ 497205 h 964487"/>
                <a:gd name="connsiteX18" fmla="*/ 442051 w 815085"/>
                <a:gd name="connsiteY18" fmla="*/ 497231 h 964487"/>
                <a:gd name="connsiteX19" fmla="*/ 454577 w 815085"/>
                <a:gd name="connsiteY19" fmla="*/ 496183 h 964487"/>
                <a:gd name="connsiteX20" fmla="*/ 512586 w 815085"/>
                <a:gd name="connsiteY20" fmla="*/ 469447 h 964487"/>
                <a:gd name="connsiteX21" fmla="*/ 551793 w 815085"/>
                <a:gd name="connsiteY21" fmla="*/ 413943 h 964487"/>
                <a:gd name="connsiteX22" fmla="*/ 559339 w 815085"/>
                <a:gd name="connsiteY22" fmla="*/ 384710 h 964487"/>
                <a:gd name="connsiteX23" fmla="*/ 533522 w 815085"/>
                <a:gd name="connsiteY23" fmla="*/ 398030 h 964487"/>
                <a:gd name="connsiteX24" fmla="*/ 483676 w 815085"/>
                <a:gd name="connsiteY24" fmla="*/ 406840 h 964487"/>
                <a:gd name="connsiteX25" fmla="*/ 462514 w 815085"/>
                <a:gd name="connsiteY25" fmla="*/ 404930 h 964487"/>
                <a:gd name="connsiteX26" fmla="*/ 429368 w 815085"/>
                <a:gd name="connsiteY26" fmla="*/ 393716 h 964487"/>
                <a:gd name="connsiteX27" fmla="*/ 406417 w 815085"/>
                <a:gd name="connsiteY27" fmla="*/ 374698 h 964487"/>
                <a:gd name="connsiteX28" fmla="*/ 423289 w 815085"/>
                <a:gd name="connsiteY28" fmla="*/ 226413 h 964487"/>
                <a:gd name="connsiteX29" fmla="*/ 370995 w 815085"/>
                <a:gd name="connsiteY29" fmla="*/ 227246 h 964487"/>
                <a:gd name="connsiteX30" fmla="*/ 357470 w 815085"/>
                <a:gd name="connsiteY30" fmla="*/ 228241 h 964487"/>
                <a:gd name="connsiteX31" fmla="*/ 308976 w 815085"/>
                <a:gd name="connsiteY31" fmla="*/ 235187 h 964487"/>
                <a:gd name="connsiteX32" fmla="*/ 259479 w 815085"/>
                <a:gd name="connsiteY32" fmla="*/ 250659 h 964487"/>
                <a:gd name="connsiteX33" fmla="*/ 255236 w 815085"/>
                <a:gd name="connsiteY33" fmla="*/ 257127 h 964487"/>
                <a:gd name="connsiteX34" fmla="*/ 255412 w 815085"/>
                <a:gd name="connsiteY34" fmla="*/ 290002 h 964487"/>
                <a:gd name="connsiteX35" fmla="*/ 257387 w 815085"/>
                <a:gd name="connsiteY35" fmla="*/ 308179 h 964487"/>
                <a:gd name="connsiteX36" fmla="*/ 324488 w 815085"/>
                <a:gd name="connsiteY36" fmla="*/ 361665 h 964487"/>
                <a:gd name="connsiteX37" fmla="*/ 344384 w 815085"/>
                <a:gd name="connsiteY37" fmla="*/ 360702 h 964487"/>
                <a:gd name="connsiteX38" fmla="*/ 370433 w 815085"/>
                <a:gd name="connsiteY38" fmla="*/ 347179 h 964487"/>
                <a:gd name="connsiteX39" fmla="*/ 388501 w 815085"/>
                <a:gd name="connsiteY39" fmla="*/ 332428 h 964487"/>
                <a:gd name="connsiteX40" fmla="*/ 440919 w 815085"/>
                <a:gd name="connsiteY40" fmla="*/ 343405 h 964487"/>
                <a:gd name="connsiteX41" fmla="*/ 458414 w 815085"/>
                <a:gd name="connsiteY41" fmla="*/ 357914 h 964487"/>
                <a:gd name="connsiteX42" fmla="*/ 496535 w 815085"/>
                <a:gd name="connsiteY42" fmla="*/ 360953 h 964487"/>
                <a:gd name="connsiteX43" fmla="*/ 523766 w 815085"/>
                <a:gd name="connsiteY43" fmla="*/ 352635 h 964487"/>
                <a:gd name="connsiteX44" fmla="*/ 553819 w 815085"/>
                <a:gd name="connsiteY44" fmla="*/ 319742 h 964487"/>
                <a:gd name="connsiteX45" fmla="*/ 558556 w 815085"/>
                <a:gd name="connsiteY45" fmla="*/ 299877 h 964487"/>
                <a:gd name="connsiteX46" fmla="*/ 558685 w 815085"/>
                <a:gd name="connsiteY46" fmla="*/ 254740 h 964487"/>
                <a:gd name="connsiteX47" fmla="*/ 556524 w 815085"/>
                <a:gd name="connsiteY47" fmla="*/ 251180 h 964487"/>
                <a:gd name="connsiteX48" fmla="*/ 529788 w 815085"/>
                <a:gd name="connsiteY48" fmla="*/ 241093 h 964487"/>
                <a:gd name="connsiteX49" fmla="*/ 471030 w 815085"/>
                <a:gd name="connsiteY49" fmla="*/ 230117 h 964487"/>
                <a:gd name="connsiteX50" fmla="*/ 423289 w 815085"/>
                <a:gd name="connsiteY50" fmla="*/ 226413 h 964487"/>
                <a:gd name="connsiteX51" fmla="*/ 415406 w 815085"/>
                <a:gd name="connsiteY51" fmla="*/ 44648 h 964487"/>
                <a:gd name="connsiteX52" fmla="*/ 392060 w 815085"/>
                <a:gd name="connsiteY52" fmla="*/ 45600 h 964487"/>
                <a:gd name="connsiteX53" fmla="*/ 358093 w 815085"/>
                <a:gd name="connsiteY53" fmla="*/ 49523 h 964487"/>
                <a:gd name="connsiteX54" fmla="*/ 272931 w 815085"/>
                <a:gd name="connsiteY54" fmla="*/ 83063 h 964487"/>
                <a:gd name="connsiteX55" fmla="*/ 237045 w 815085"/>
                <a:gd name="connsiteY55" fmla="*/ 112094 h 964487"/>
                <a:gd name="connsiteX56" fmla="*/ 203923 w 815085"/>
                <a:gd name="connsiteY56" fmla="*/ 155593 h 964487"/>
                <a:gd name="connsiteX57" fmla="*/ 180811 w 815085"/>
                <a:gd name="connsiteY57" fmla="*/ 209810 h 964487"/>
                <a:gd name="connsiteX58" fmla="*/ 172001 w 815085"/>
                <a:gd name="connsiteY58" fmla="*/ 251910 h 964487"/>
                <a:gd name="connsiteX59" fmla="*/ 170733 w 815085"/>
                <a:gd name="connsiteY59" fmla="*/ 269116 h 964487"/>
                <a:gd name="connsiteX60" fmla="*/ 210086 w 815085"/>
                <a:gd name="connsiteY60" fmla="*/ 269116 h 964487"/>
                <a:gd name="connsiteX61" fmla="*/ 214907 w 815085"/>
                <a:gd name="connsiteY61" fmla="*/ 231764 h 964487"/>
                <a:gd name="connsiteX62" fmla="*/ 243249 w 815085"/>
                <a:gd name="connsiteY62" fmla="*/ 208237 h 964487"/>
                <a:gd name="connsiteX63" fmla="*/ 229490 w 815085"/>
                <a:gd name="connsiteY63" fmla="*/ 184389 h 964487"/>
                <a:gd name="connsiteX64" fmla="*/ 249780 w 815085"/>
                <a:gd name="connsiteY64" fmla="*/ 172848 h 964487"/>
                <a:gd name="connsiteX65" fmla="*/ 263318 w 815085"/>
                <a:gd name="connsiteY65" fmla="*/ 197158 h 964487"/>
                <a:gd name="connsiteX66" fmla="*/ 268931 w 815085"/>
                <a:gd name="connsiteY66" fmla="*/ 198908 h 964487"/>
                <a:gd name="connsiteX67" fmla="*/ 278927 w 815085"/>
                <a:gd name="connsiteY67" fmla="*/ 195822 h 964487"/>
                <a:gd name="connsiteX68" fmla="*/ 320889 w 815085"/>
                <a:gd name="connsiteY68" fmla="*/ 186856 h 964487"/>
                <a:gd name="connsiteX69" fmla="*/ 311710 w 815085"/>
                <a:gd name="connsiteY69" fmla="*/ 154124 h 964487"/>
                <a:gd name="connsiteX70" fmla="*/ 333779 w 815085"/>
                <a:gd name="connsiteY70" fmla="*/ 147868 h 964487"/>
                <a:gd name="connsiteX71" fmla="*/ 344135 w 815085"/>
                <a:gd name="connsiteY71" fmla="*/ 183992 h 964487"/>
                <a:gd name="connsiteX72" fmla="*/ 394814 w 815085"/>
                <a:gd name="connsiteY72" fmla="*/ 181478 h 964487"/>
                <a:gd name="connsiteX73" fmla="*/ 394814 w 815085"/>
                <a:gd name="connsiteY73" fmla="*/ 140097 h 964487"/>
                <a:gd name="connsiteX74" fmla="*/ 417541 w 815085"/>
                <a:gd name="connsiteY74" fmla="*/ 140097 h 964487"/>
                <a:gd name="connsiteX75" fmla="*/ 417541 w 815085"/>
                <a:gd name="connsiteY75" fmla="*/ 182525 h 964487"/>
                <a:gd name="connsiteX76" fmla="*/ 445685 w 815085"/>
                <a:gd name="connsiteY76" fmla="*/ 182953 h 964487"/>
                <a:gd name="connsiteX77" fmla="*/ 461670 w 815085"/>
                <a:gd name="connsiteY77" fmla="*/ 184018 h 964487"/>
                <a:gd name="connsiteX78" fmla="*/ 475418 w 815085"/>
                <a:gd name="connsiteY78" fmla="*/ 174770 h 964487"/>
                <a:gd name="connsiteX79" fmla="*/ 476287 w 815085"/>
                <a:gd name="connsiteY79" fmla="*/ 172053 h 964487"/>
                <a:gd name="connsiteX80" fmla="*/ 483311 w 815085"/>
                <a:gd name="connsiteY80" fmla="*/ 147866 h 964487"/>
                <a:gd name="connsiteX81" fmla="*/ 505332 w 815085"/>
                <a:gd name="connsiteY81" fmla="*/ 154125 h 964487"/>
                <a:gd name="connsiteX82" fmla="*/ 496177 w 815085"/>
                <a:gd name="connsiteY82" fmla="*/ 186860 h 964487"/>
                <a:gd name="connsiteX83" fmla="*/ 551782 w 815085"/>
                <a:gd name="connsiteY83" fmla="*/ 199912 h 964487"/>
                <a:gd name="connsiteX84" fmla="*/ 567422 w 815085"/>
                <a:gd name="connsiteY84" fmla="*/ 172967 h 964487"/>
                <a:gd name="connsiteX85" fmla="*/ 587458 w 815085"/>
                <a:gd name="connsiteY85" fmla="*/ 184388 h 964487"/>
                <a:gd name="connsiteX86" fmla="*/ 573420 w 815085"/>
                <a:gd name="connsiteY86" fmla="*/ 208961 h 964487"/>
                <a:gd name="connsiteX87" fmla="*/ 578945 w 815085"/>
                <a:gd name="connsiteY87" fmla="*/ 211728 h 964487"/>
                <a:gd name="connsiteX88" fmla="*/ 593237 w 815085"/>
                <a:gd name="connsiteY88" fmla="*/ 222179 h 964487"/>
                <a:gd name="connsiteX89" fmla="*/ 603978 w 815085"/>
                <a:gd name="connsiteY89" fmla="*/ 252586 h 964487"/>
                <a:gd name="connsiteX90" fmla="*/ 603956 w 815085"/>
                <a:gd name="connsiteY90" fmla="*/ 269183 h 964487"/>
                <a:gd name="connsiteX91" fmla="*/ 644263 w 815085"/>
                <a:gd name="connsiteY91" fmla="*/ 269183 h 964487"/>
                <a:gd name="connsiteX92" fmla="*/ 642287 w 815085"/>
                <a:gd name="connsiteY92" fmla="*/ 253686 h 964487"/>
                <a:gd name="connsiteX93" fmla="*/ 630531 w 815085"/>
                <a:gd name="connsiteY93" fmla="*/ 200070 h 964487"/>
                <a:gd name="connsiteX94" fmla="*/ 609756 w 815085"/>
                <a:gd name="connsiteY94" fmla="*/ 154058 h 964487"/>
                <a:gd name="connsiteX95" fmla="*/ 561976 w 815085"/>
                <a:gd name="connsiteY95" fmla="*/ 97436 h 964487"/>
                <a:gd name="connsiteX96" fmla="*/ 505088 w 815085"/>
                <a:gd name="connsiteY96" fmla="*/ 63289 h 964487"/>
                <a:gd name="connsiteX97" fmla="*/ 415406 w 815085"/>
                <a:gd name="connsiteY97" fmla="*/ 44648 h 964487"/>
                <a:gd name="connsiteX98" fmla="*/ 395720 w 815085"/>
                <a:gd name="connsiteY98" fmla="*/ 434 h 964487"/>
                <a:gd name="connsiteX99" fmla="*/ 431129 w 815085"/>
                <a:gd name="connsiteY99" fmla="*/ 520 h 964487"/>
                <a:gd name="connsiteX100" fmla="*/ 492856 w 815085"/>
                <a:gd name="connsiteY100" fmla="*/ 11519 h 964487"/>
                <a:gd name="connsiteX101" fmla="*/ 545511 w 815085"/>
                <a:gd name="connsiteY101" fmla="*/ 32624 h 964487"/>
                <a:gd name="connsiteX102" fmla="*/ 588544 w 815085"/>
                <a:gd name="connsiteY102" fmla="*/ 61159 h 964487"/>
                <a:gd name="connsiteX103" fmla="*/ 618386 w 815085"/>
                <a:gd name="connsiteY103" fmla="*/ 89173 h 964487"/>
                <a:gd name="connsiteX104" fmla="*/ 653278 w 815085"/>
                <a:gd name="connsiteY104" fmla="*/ 138374 h 964487"/>
                <a:gd name="connsiteX105" fmla="*/ 682145 w 815085"/>
                <a:gd name="connsiteY105" fmla="*/ 215925 h 964487"/>
                <a:gd name="connsiteX106" fmla="*/ 687349 w 815085"/>
                <a:gd name="connsiteY106" fmla="*/ 251071 h 964487"/>
                <a:gd name="connsiteX107" fmla="*/ 689128 w 815085"/>
                <a:gd name="connsiteY107" fmla="*/ 384196 h 964487"/>
                <a:gd name="connsiteX108" fmla="*/ 684542 w 815085"/>
                <a:gd name="connsiteY108" fmla="*/ 425831 h 964487"/>
                <a:gd name="connsiteX109" fmla="*/ 669539 w 815085"/>
                <a:gd name="connsiteY109" fmla="*/ 483459 h 964487"/>
                <a:gd name="connsiteX110" fmla="*/ 643655 w 815085"/>
                <a:gd name="connsiteY110" fmla="*/ 530800 h 964487"/>
                <a:gd name="connsiteX111" fmla="*/ 641986 w 815085"/>
                <a:gd name="connsiteY111" fmla="*/ 533261 h 964487"/>
                <a:gd name="connsiteX112" fmla="*/ 618858 w 815085"/>
                <a:gd name="connsiteY112" fmla="*/ 535134 h 964487"/>
                <a:gd name="connsiteX113" fmla="*/ 618889 w 815085"/>
                <a:gd name="connsiteY113" fmla="*/ 578013 h 964487"/>
                <a:gd name="connsiteX114" fmla="*/ 620142 w 815085"/>
                <a:gd name="connsiteY114" fmla="*/ 578651 h 964487"/>
                <a:gd name="connsiteX115" fmla="*/ 705135 w 815085"/>
                <a:gd name="connsiteY115" fmla="*/ 578902 h 964487"/>
                <a:gd name="connsiteX116" fmla="*/ 720188 w 815085"/>
                <a:gd name="connsiteY116" fmla="*/ 589685 h 964487"/>
                <a:gd name="connsiteX117" fmla="*/ 735927 w 815085"/>
                <a:gd name="connsiteY117" fmla="*/ 602400 h 964487"/>
                <a:gd name="connsiteX118" fmla="*/ 783715 w 815085"/>
                <a:gd name="connsiteY118" fmla="*/ 656542 h 964487"/>
                <a:gd name="connsiteX119" fmla="*/ 810050 w 815085"/>
                <a:gd name="connsiteY119" fmla="*/ 720225 h 964487"/>
                <a:gd name="connsiteX120" fmla="*/ 813948 w 815085"/>
                <a:gd name="connsiteY120" fmla="*/ 753178 h 964487"/>
                <a:gd name="connsiteX121" fmla="*/ 815085 w 815085"/>
                <a:gd name="connsiteY121" fmla="*/ 962617 h 964487"/>
                <a:gd name="connsiteX122" fmla="*/ 814912 w 815085"/>
                <a:gd name="connsiteY122" fmla="*/ 964395 h 964487"/>
                <a:gd name="connsiteX123" fmla="*/ 769924 w 815085"/>
                <a:gd name="connsiteY123" fmla="*/ 964395 h 964487"/>
                <a:gd name="connsiteX124" fmla="*/ 769924 w 815085"/>
                <a:gd name="connsiteY124" fmla="*/ 958801 h 964487"/>
                <a:gd name="connsiteX125" fmla="*/ 769788 w 815085"/>
                <a:gd name="connsiteY125" fmla="*/ 760444 h 964487"/>
                <a:gd name="connsiteX126" fmla="*/ 740713 w 815085"/>
                <a:gd name="connsiteY126" fmla="*/ 674198 h 964487"/>
                <a:gd name="connsiteX127" fmla="*/ 708956 w 815085"/>
                <a:gd name="connsiteY127" fmla="*/ 639351 h 964487"/>
                <a:gd name="connsiteX128" fmla="*/ 666691 w 815085"/>
                <a:gd name="connsiteY128" fmla="*/ 609591 h 964487"/>
                <a:gd name="connsiteX129" fmla="*/ 598288 w 815085"/>
                <a:gd name="connsiteY129" fmla="*/ 580396 h 964487"/>
                <a:gd name="connsiteX130" fmla="*/ 581156 w 815085"/>
                <a:gd name="connsiteY130" fmla="*/ 574843 h 964487"/>
                <a:gd name="connsiteX131" fmla="*/ 576790 w 815085"/>
                <a:gd name="connsiteY131" fmla="*/ 538817 h 964487"/>
                <a:gd name="connsiteX132" fmla="*/ 612753 w 815085"/>
                <a:gd name="connsiteY132" fmla="*/ 495834 h 964487"/>
                <a:gd name="connsiteX133" fmla="*/ 637409 w 815085"/>
                <a:gd name="connsiteY133" fmla="*/ 433521 h 964487"/>
                <a:gd name="connsiteX134" fmla="*/ 644264 w 815085"/>
                <a:gd name="connsiteY134" fmla="*/ 365343 h 964487"/>
                <a:gd name="connsiteX135" fmla="*/ 644222 w 815085"/>
                <a:gd name="connsiteY135" fmla="*/ 314858 h 964487"/>
                <a:gd name="connsiteX136" fmla="*/ 603956 w 815085"/>
                <a:gd name="connsiteY136" fmla="*/ 314858 h 964487"/>
                <a:gd name="connsiteX137" fmla="*/ 603956 w 815085"/>
                <a:gd name="connsiteY137" fmla="*/ 319849 h 964487"/>
                <a:gd name="connsiteX138" fmla="*/ 603937 w 815085"/>
                <a:gd name="connsiteY138" fmla="*/ 375330 h 964487"/>
                <a:gd name="connsiteX139" fmla="*/ 588336 w 815085"/>
                <a:gd name="connsiteY139" fmla="*/ 444035 h 964487"/>
                <a:gd name="connsiteX140" fmla="*/ 559192 w 815085"/>
                <a:gd name="connsiteY140" fmla="*/ 487739 h 964487"/>
                <a:gd name="connsiteX141" fmla="*/ 509191 w 815085"/>
                <a:gd name="connsiteY141" fmla="*/ 525403 h 964487"/>
                <a:gd name="connsiteX142" fmla="*/ 460136 w 815085"/>
                <a:gd name="connsiteY142" fmla="*/ 540484 h 964487"/>
                <a:gd name="connsiteX143" fmla="*/ 430419 w 815085"/>
                <a:gd name="connsiteY143" fmla="*/ 543263 h 964487"/>
                <a:gd name="connsiteX144" fmla="*/ 430419 w 815085"/>
                <a:gd name="connsiteY144" fmla="*/ 593422 h 964487"/>
                <a:gd name="connsiteX145" fmla="*/ 496356 w 815085"/>
                <a:gd name="connsiteY145" fmla="*/ 568728 h 964487"/>
                <a:gd name="connsiteX146" fmla="*/ 511934 w 815085"/>
                <a:gd name="connsiteY146" fmla="*/ 585678 h 964487"/>
                <a:gd name="connsiteX147" fmla="*/ 430207 w 815085"/>
                <a:gd name="connsiteY147" fmla="*/ 616538 h 964487"/>
                <a:gd name="connsiteX148" fmla="*/ 430207 w 815085"/>
                <a:gd name="connsiteY148" fmla="*/ 964487 h 964487"/>
                <a:gd name="connsiteX149" fmla="*/ 385093 w 815085"/>
                <a:gd name="connsiteY149" fmla="*/ 964487 h 964487"/>
                <a:gd name="connsiteX150" fmla="*/ 385093 w 815085"/>
                <a:gd name="connsiteY150" fmla="*/ 617868 h 964487"/>
                <a:gd name="connsiteX151" fmla="*/ 340538 w 815085"/>
                <a:gd name="connsiteY151" fmla="*/ 607407 h 964487"/>
                <a:gd name="connsiteX152" fmla="*/ 301606 w 815085"/>
                <a:gd name="connsiteY152" fmla="*/ 585399 h 964487"/>
                <a:gd name="connsiteX153" fmla="*/ 316961 w 815085"/>
                <a:gd name="connsiteY153" fmla="*/ 568639 h 964487"/>
                <a:gd name="connsiteX154" fmla="*/ 349268 w 815085"/>
                <a:gd name="connsiteY154" fmla="*/ 585850 h 964487"/>
                <a:gd name="connsiteX155" fmla="*/ 384763 w 815085"/>
                <a:gd name="connsiteY155" fmla="*/ 594598 h 964487"/>
                <a:gd name="connsiteX156" fmla="*/ 384763 w 815085"/>
                <a:gd name="connsiteY156" fmla="*/ 542452 h 964487"/>
                <a:gd name="connsiteX157" fmla="*/ 373737 w 815085"/>
                <a:gd name="connsiteY157" fmla="*/ 542440 h 964487"/>
                <a:gd name="connsiteX158" fmla="*/ 315043 w 815085"/>
                <a:gd name="connsiteY158" fmla="*/ 529674 h 964487"/>
                <a:gd name="connsiteX159" fmla="*/ 253877 w 815085"/>
                <a:gd name="connsiteY159" fmla="*/ 486194 h 964487"/>
                <a:gd name="connsiteX160" fmla="*/ 232773 w 815085"/>
                <a:gd name="connsiteY160" fmla="*/ 456584 h 964487"/>
                <a:gd name="connsiteX161" fmla="*/ 212310 w 815085"/>
                <a:gd name="connsiteY161" fmla="*/ 399385 h 964487"/>
                <a:gd name="connsiteX162" fmla="*/ 211176 w 815085"/>
                <a:gd name="connsiteY162" fmla="*/ 388339 h 964487"/>
                <a:gd name="connsiteX163" fmla="*/ 210151 w 815085"/>
                <a:gd name="connsiteY163" fmla="*/ 317848 h 964487"/>
                <a:gd name="connsiteX164" fmla="*/ 210149 w 815085"/>
                <a:gd name="connsiteY164" fmla="*/ 314830 h 964487"/>
                <a:gd name="connsiteX165" fmla="*/ 170142 w 815085"/>
                <a:gd name="connsiteY165" fmla="*/ 314830 h 964487"/>
                <a:gd name="connsiteX166" fmla="*/ 169897 w 815085"/>
                <a:gd name="connsiteY166" fmla="*/ 318947 h 964487"/>
                <a:gd name="connsiteX167" fmla="*/ 170046 w 815085"/>
                <a:gd name="connsiteY167" fmla="*/ 376875 h 964487"/>
                <a:gd name="connsiteX168" fmla="*/ 198069 w 815085"/>
                <a:gd name="connsiteY168" fmla="*/ 489331 h 964487"/>
                <a:gd name="connsiteX169" fmla="*/ 222061 w 815085"/>
                <a:gd name="connsiteY169" fmla="*/ 522246 h 964487"/>
                <a:gd name="connsiteX170" fmla="*/ 240022 w 815085"/>
                <a:gd name="connsiteY170" fmla="*/ 541513 h 964487"/>
                <a:gd name="connsiteX171" fmla="*/ 226686 w 815085"/>
                <a:gd name="connsiteY171" fmla="*/ 577680 h 964487"/>
                <a:gd name="connsiteX172" fmla="*/ 173701 w 815085"/>
                <a:gd name="connsiteY172" fmla="*/ 596420 h 964487"/>
                <a:gd name="connsiteX173" fmla="*/ 108767 w 815085"/>
                <a:gd name="connsiteY173" fmla="*/ 636636 h 964487"/>
                <a:gd name="connsiteX174" fmla="*/ 58012 w 815085"/>
                <a:gd name="connsiteY174" fmla="*/ 701484 h 964487"/>
                <a:gd name="connsiteX175" fmla="*/ 46161 w 815085"/>
                <a:gd name="connsiteY175" fmla="*/ 745571 h 964487"/>
                <a:gd name="connsiteX176" fmla="*/ 45207 w 815085"/>
                <a:gd name="connsiteY176" fmla="*/ 764503 h 964487"/>
                <a:gd name="connsiteX177" fmla="*/ 45233 w 815085"/>
                <a:gd name="connsiteY177" fmla="*/ 866202 h 964487"/>
                <a:gd name="connsiteX178" fmla="*/ 0 w 815085"/>
                <a:gd name="connsiteY178" fmla="*/ 866202 h 964487"/>
                <a:gd name="connsiteX179" fmla="*/ 106 w 815085"/>
                <a:gd name="connsiteY179" fmla="*/ 754302 h 964487"/>
                <a:gd name="connsiteX180" fmla="*/ 11315 w 815085"/>
                <a:gd name="connsiteY180" fmla="*/ 697622 h 964487"/>
                <a:gd name="connsiteX181" fmla="*/ 35324 w 815085"/>
                <a:gd name="connsiteY181" fmla="*/ 650992 h 964487"/>
                <a:gd name="connsiteX182" fmla="*/ 57764 w 815085"/>
                <a:gd name="connsiteY182" fmla="*/ 622733 h 964487"/>
                <a:gd name="connsiteX183" fmla="*/ 109317 w 815085"/>
                <a:gd name="connsiteY183" fmla="*/ 579177 h 964487"/>
                <a:gd name="connsiteX184" fmla="*/ 185266 w 815085"/>
                <a:gd name="connsiteY184" fmla="*/ 578833 h 964487"/>
                <a:gd name="connsiteX185" fmla="*/ 191527 w 815085"/>
                <a:gd name="connsiteY185" fmla="*/ 572399 h 964487"/>
                <a:gd name="connsiteX186" fmla="*/ 191412 w 815085"/>
                <a:gd name="connsiteY186" fmla="*/ 540097 h 964487"/>
                <a:gd name="connsiteX187" fmla="*/ 191155 w 815085"/>
                <a:gd name="connsiteY187" fmla="*/ 534596 h 964487"/>
                <a:gd name="connsiteX188" fmla="*/ 184303 w 815085"/>
                <a:gd name="connsiteY188" fmla="*/ 534571 h 964487"/>
                <a:gd name="connsiteX189" fmla="*/ 171825 w 815085"/>
                <a:gd name="connsiteY189" fmla="*/ 533496 h 964487"/>
                <a:gd name="connsiteX190" fmla="*/ 160734 w 815085"/>
                <a:gd name="connsiteY190" fmla="*/ 515219 h 964487"/>
                <a:gd name="connsiteX191" fmla="*/ 134683 w 815085"/>
                <a:gd name="connsiteY191" fmla="*/ 450415 h 964487"/>
                <a:gd name="connsiteX192" fmla="*/ 127756 w 815085"/>
                <a:gd name="connsiteY192" fmla="*/ 408817 h 964487"/>
                <a:gd name="connsiteX193" fmla="*/ 125770 w 815085"/>
                <a:gd name="connsiteY193" fmla="*/ 381761 h 964487"/>
                <a:gd name="connsiteX194" fmla="*/ 124996 w 815085"/>
                <a:gd name="connsiteY194" fmla="*/ 278372 h 964487"/>
                <a:gd name="connsiteX195" fmla="*/ 130585 w 815085"/>
                <a:gd name="connsiteY195" fmla="*/ 231071 h 964487"/>
                <a:gd name="connsiteX196" fmla="*/ 145241 w 815085"/>
                <a:gd name="connsiteY196" fmla="*/ 173299 h 964487"/>
                <a:gd name="connsiteX197" fmla="*/ 177692 w 815085"/>
                <a:gd name="connsiteY197" fmla="*/ 113989 h 964487"/>
                <a:gd name="connsiteX198" fmla="*/ 210028 w 815085"/>
                <a:gd name="connsiteY198" fmla="*/ 75031 h 964487"/>
                <a:gd name="connsiteX199" fmla="*/ 266163 w 815085"/>
                <a:gd name="connsiteY199" fmla="*/ 34123 h 964487"/>
                <a:gd name="connsiteX200" fmla="*/ 313967 w 815085"/>
                <a:gd name="connsiteY200" fmla="*/ 13837 h 964487"/>
                <a:gd name="connsiteX201" fmla="*/ 368162 w 815085"/>
                <a:gd name="connsiteY201" fmla="*/ 2345 h 964487"/>
                <a:gd name="connsiteX202" fmla="*/ 395720 w 815085"/>
                <a:gd name="connsiteY202" fmla="*/ 434 h 96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815085" h="964487">
                  <a:moveTo>
                    <a:pt x="143370" y="823627"/>
                  </a:moveTo>
                  <a:lnTo>
                    <a:pt x="166659" y="823627"/>
                  </a:lnTo>
                  <a:lnTo>
                    <a:pt x="166659" y="964431"/>
                  </a:lnTo>
                  <a:lnTo>
                    <a:pt x="143370" y="964431"/>
                  </a:lnTo>
                  <a:close/>
                  <a:moveTo>
                    <a:pt x="640569" y="823624"/>
                  </a:moveTo>
                  <a:lnTo>
                    <a:pt x="663862" y="823624"/>
                  </a:lnTo>
                  <a:lnTo>
                    <a:pt x="663862" y="964435"/>
                  </a:lnTo>
                  <a:lnTo>
                    <a:pt x="640569" y="964435"/>
                  </a:lnTo>
                  <a:close/>
                  <a:moveTo>
                    <a:pt x="406417" y="374698"/>
                  </a:moveTo>
                  <a:cubicBezTo>
                    <a:pt x="397667" y="384592"/>
                    <a:pt x="387332" y="395391"/>
                    <a:pt x="371905" y="400205"/>
                  </a:cubicBezTo>
                  <a:cubicBezTo>
                    <a:pt x="354349" y="405683"/>
                    <a:pt x="336598" y="407156"/>
                    <a:pt x="318262" y="406153"/>
                  </a:cubicBezTo>
                  <a:cubicBezTo>
                    <a:pt x="300586" y="405186"/>
                    <a:pt x="284441" y="400004"/>
                    <a:pt x="268928" y="392125"/>
                  </a:cubicBezTo>
                  <a:cubicBezTo>
                    <a:pt x="264675" y="389965"/>
                    <a:pt x="260702" y="387253"/>
                    <a:pt x="256316" y="384624"/>
                  </a:cubicBezTo>
                  <a:cubicBezTo>
                    <a:pt x="256316" y="386312"/>
                    <a:pt x="256192" y="387473"/>
                    <a:pt x="256352" y="388594"/>
                  </a:cubicBezTo>
                  <a:cubicBezTo>
                    <a:pt x="256508" y="389683"/>
                    <a:pt x="257103" y="390710"/>
                    <a:pt x="257254" y="391800"/>
                  </a:cubicBezTo>
                  <a:cubicBezTo>
                    <a:pt x="260830" y="417507"/>
                    <a:pt x="272229" y="439573"/>
                    <a:pt x="289792" y="458228"/>
                  </a:cubicBezTo>
                  <a:cubicBezTo>
                    <a:pt x="297093" y="465981"/>
                    <a:pt x="305916" y="472553"/>
                    <a:pt x="314833" y="478479"/>
                  </a:cubicBezTo>
                  <a:cubicBezTo>
                    <a:pt x="333042" y="490580"/>
                    <a:pt x="353398" y="496884"/>
                    <a:pt x="375307" y="497205"/>
                  </a:cubicBezTo>
                  <a:cubicBezTo>
                    <a:pt x="397550" y="497532"/>
                    <a:pt x="419803" y="497329"/>
                    <a:pt x="442051" y="497231"/>
                  </a:cubicBezTo>
                  <a:cubicBezTo>
                    <a:pt x="446232" y="497213"/>
                    <a:pt x="450495" y="497007"/>
                    <a:pt x="454577" y="496183"/>
                  </a:cubicBezTo>
                  <a:cubicBezTo>
                    <a:pt x="476001" y="491859"/>
                    <a:pt x="495469" y="483357"/>
                    <a:pt x="512586" y="469447"/>
                  </a:cubicBezTo>
                  <a:cubicBezTo>
                    <a:pt x="530907" y="454559"/>
                    <a:pt x="544056" y="436088"/>
                    <a:pt x="551793" y="413943"/>
                  </a:cubicBezTo>
                  <a:cubicBezTo>
                    <a:pt x="555069" y="404564"/>
                    <a:pt x="556823" y="394654"/>
                    <a:pt x="559339" y="384710"/>
                  </a:cubicBezTo>
                  <a:cubicBezTo>
                    <a:pt x="550508" y="389250"/>
                    <a:pt x="542350" y="393444"/>
                    <a:pt x="533522" y="398030"/>
                  </a:cubicBezTo>
                  <a:cubicBezTo>
                    <a:pt x="517470" y="404158"/>
                    <a:pt x="500822" y="407139"/>
                    <a:pt x="483676" y="406840"/>
                  </a:cubicBezTo>
                  <a:cubicBezTo>
                    <a:pt x="476612" y="406717"/>
                    <a:pt x="469547" y="405771"/>
                    <a:pt x="462514" y="404930"/>
                  </a:cubicBezTo>
                  <a:cubicBezTo>
                    <a:pt x="450697" y="403517"/>
                    <a:pt x="439119" y="400850"/>
                    <a:pt x="429368" y="393716"/>
                  </a:cubicBezTo>
                  <a:cubicBezTo>
                    <a:pt x="421376" y="387869"/>
                    <a:pt x="414064" y="381091"/>
                    <a:pt x="406417" y="374698"/>
                  </a:cubicBezTo>
                  <a:close/>
                  <a:moveTo>
                    <a:pt x="423289" y="226413"/>
                  </a:moveTo>
                  <a:cubicBezTo>
                    <a:pt x="405878" y="225933"/>
                    <a:pt x="388426" y="226835"/>
                    <a:pt x="370995" y="227246"/>
                  </a:cubicBezTo>
                  <a:cubicBezTo>
                    <a:pt x="366480" y="227352"/>
                    <a:pt x="361943" y="227637"/>
                    <a:pt x="357470" y="228241"/>
                  </a:cubicBezTo>
                  <a:cubicBezTo>
                    <a:pt x="341287" y="230428"/>
                    <a:pt x="325056" y="232382"/>
                    <a:pt x="308976" y="235187"/>
                  </a:cubicBezTo>
                  <a:cubicBezTo>
                    <a:pt x="291857" y="238174"/>
                    <a:pt x="275443" y="243742"/>
                    <a:pt x="259479" y="250659"/>
                  </a:cubicBezTo>
                  <a:cubicBezTo>
                    <a:pt x="256310" y="252032"/>
                    <a:pt x="255159" y="253646"/>
                    <a:pt x="255236" y="257127"/>
                  </a:cubicBezTo>
                  <a:cubicBezTo>
                    <a:pt x="255477" y="268081"/>
                    <a:pt x="255103" y="279051"/>
                    <a:pt x="255412" y="290002"/>
                  </a:cubicBezTo>
                  <a:cubicBezTo>
                    <a:pt x="255584" y="296080"/>
                    <a:pt x="256124" y="302243"/>
                    <a:pt x="257387" y="308179"/>
                  </a:cubicBezTo>
                  <a:cubicBezTo>
                    <a:pt x="264536" y="341772"/>
                    <a:pt x="294224" y="360417"/>
                    <a:pt x="324488" y="361665"/>
                  </a:cubicBezTo>
                  <a:cubicBezTo>
                    <a:pt x="331098" y="361938"/>
                    <a:pt x="337785" y="361383"/>
                    <a:pt x="344384" y="360702"/>
                  </a:cubicBezTo>
                  <a:cubicBezTo>
                    <a:pt x="354769" y="359631"/>
                    <a:pt x="364127" y="355987"/>
                    <a:pt x="370433" y="347179"/>
                  </a:cubicBezTo>
                  <a:cubicBezTo>
                    <a:pt x="375178" y="340551"/>
                    <a:pt x="381272" y="335823"/>
                    <a:pt x="388501" y="332428"/>
                  </a:cubicBezTo>
                  <a:cubicBezTo>
                    <a:pt x="405947" y="324236"/>
                    <a:pt x="428606" y="328836"/>
                    <a:pt x="440919" y="343405"/>
                  </a:cubicBezTo>
                  <a:cubicBezTo>
                    <a:pt x="445817" y="349201"/>
                    <a:pt x="450319" y="355627"/>
                    <a:pt x="458414" y="357914"/>
                  </a:cubicBezTo>
                  <a:cubicBezTo>
                    <a:pt x="470961" y="361459"/>
                    <a:pt x="483527" y="362385"/>
                    <a:pt x="496535" y="360953"/>
                  </a:cubicBezTo>
                  <a:cubicBezTo>
                    <a:pt x="506269" y="359882"/>
                    <a:pt x="515407" y="357185"/>
                    <a:pt x="523766" y="352635"/>
                  </a:cubicBezTo>
                  <a:cubicBezTo>
                    <a:pt x="537155" y="345346"/>
                    <a:pt x="547220" y="334534"/>
                    <a:pt x="553819" y="319742"/>
                  </a:cubicBezTo>
                  <a:cubicBezTo>
                    <a:pt x="555473" y="313124"/>
                    <a:pt x="558236" y="306559"/>
                    <a:pt x="558556" y="299877"/>
                  </a:cubicBezTo>
                  <a:cubicBezTo>
                    <a:pt x="559274" y="284862"/>
                    <a:pt x="558833" y="269788"/>
                    <a:pt x="558685" y="254740"/>
                  </a:cubicBezTo>
                  <a:cubicBezTo>
                    <a:pt x="558673" y="253511"/>
                    <a:pt x="557582" y="251606"/>
                    <a:pt x="556524" y="251180"/>
                  </a:cubicBezTo>
                  <a:cubicBezTo>
                    <a:pt x="547686" y="247623"/>
                    <a:pt x="538906" y="243764"/>
                    <a:pt x="529788" y="241093"/>
                  </a:cubicBezTo>
                  <a:cubicBezTo>
                    <a:pt x="510602" y="235474"/>
                    <a:pt x="491033" y="231594"/>
                    <a:pt x="471030" y="230117"/>
                  </a:cubicBezTo>
                  <a:cubicBezTo>
                    <a:pt x="455109" y="228942"/>
                    <a:pt x="439224" y="226852"/>
                    <a:pt x="423289" y="226413"/>
                  </a:cubicBezTo>
                  <a:close/>
                  <a:moveTo>
                    <a:pt x="415406" y="44648"/>
                  </a:moveTo>
                  <a:cubicBezTo>
                    <a:pt x="407650" y="44306"/>
                    <a:pt x="399812" y="44901"/>
                    <a:pt x="392060" y="45600"/>
                  </a:cubicBezTo>
                  <a:cubicBezTo>
                    <a:pt x="380710" y="46625"/>
                    <a:pt x="369325" y="47660"/>
                    <a:pt x="358093" y="49523"/>
                  </a:cubicBezTo>
                  <a:cubicBezTo>
                    <a:pt x="327357" y="54623"/>
                    <a:pt x="298744" y="65698"/>
                    <a:pt x="272931" y="83063"/>
                  </a:cubicBezTo>
                  <a:cubicBezTo>
                    <a:pt x="260186" y="91637"/>
                    <a:pt x="247460" y="100948"/>
                    <a:pt x="237045" y="112094"/>
                  </a:cubicBezTo>
                  <a:cubicBezTo>
                    <a:pt x="224660" y="125348"/>
                    <a:pt x="214294" y="140603"/>
                    <a:pt x="203923" y="155593"/>
                  </a:cubicBezTo>
                  <a:cubicBezTo>
                    <a:pt x="192581" y="171986"/>
                    <a:pt x="185765" y="190633"/>
                    <a:pt x="180811" y="209810"/>
                  </a:cubicBezTo>
                  <a:cubicBezTo>
                    <a:pt x="177228" y="223679"/>
                    <a:pt x="174607" y="237812"/>
                    <a:pt x="172001" y="251910"/>
                  </a:cubicBezTo>
                  <a:cubicBezTo>
                    <a:pt x="170963" y="257527"/>
                    <a:pt x="171120" y="263365"/>
                    <a:pt x="170733" y="269116"/>
                  </a:cubicBezTo>
                  <a:cubicBezTo>
                    <a:pt x="184275" y="269116"/>
                    <a:pt x="197103" y="269116"/>
                    <a:pt x="210086" y="269116"/>
                  </a:cubicBezTo>
                  <a:cubicBezTo>
                    <a:pt x="210226" y="256265"/>
                    <a:pt x="209604" y="243589"/>
                    <a:pt x="214907" y="231764"/>
                  </a:cubicBezTo>
                  <a:cubicBezTo>
                    <a:pt x="220490" y="219311"/>
                    <a:pt x="231754" y="213499"/>
                    <a:pt x="243249" y="208237"/>
                  </a:cubicBezTo>
                  <a:cubicBezTo>
                    <a:pt x="238627" y="200225"/>
                    <a:pt x="234122" y="192417"/>
                    <a:pt x="229490" y="184389"/>
                  </a:cubicBezTo>
                  <a:cubicBezTo>
                    <a:pt x="236498" y="180403"/>
                    <a:pt x="243078" y="176659"/>
                    <a:pt x="249780" y="172848"/>
                  </a:cubicBezTo>
                  <a:cubicBezTo>
                    <a:pt x="254471" y="181305"/>
                    <a:pt x="258814" y="189278"/>
                    <a:pt x="263318" y="197158"/>
                  </a:cubicBezTo>
                  <a:cubicBezTo>
                    <a:pt x="264512" y="199248"/>
                    <a:pt x="266043" y="200362"/>
                    <a:pt x="268931" y="198908"/>
                  </a:cubicBezTo>
                  <a:cubicBezTo>
                    <a:pt x="272005" y="197360"/>
                    <a:pt x="275522" y="196569"/>
                    <a:pt x="278927" y="195822"/>
                  </a:cubicBezTo>
                  <a:cubicBezTo>
                    <a:pt x="292888" y="192758"/>
                    <a:pt x="306881" y="189836"/>
                    <a:pt x="320889" y="186856"/>
                  </a:cubicBezTo>
                  <a:cubicBezTo>
                    <a:pt x="317926" y="176288"/>
                    <a:pt x="314849" y="165315"/>
                    <a:pt x="311710" y="154124"/>
                  </a:cubicBezTo>
                  <a:cubicBezTo>
                    <a:pt x="319416" y="151940"/>
                    <a:pt x="326401" y="149960"/>
                    <a:pt x="333779" y="147868"/>
                  </a:cubicBezTo>
                  <a:cubicBezTo>
                    <a:pt x="337220" y="159869"/>
                    <a:pt x="340662" y="171875"/>
                    <a:pt x="344135" y="183992"/>
                  </a:cubicBezTo>
                  <a:cubicBezTo>
                    <a:pt x="361028" y="183154"/>
                    <a:pt x="377681" y="182328"/>
                    <a:pt x="394814" y="181478"/>
                  </a:cubicBezTo>
                  <a:cubicBezTo>
                    <a:pt x="394814" y="167792"/>
                    <a:pt x="394814" y="153977"/>
                    <a:pt x="394814" y="140097"/>
                  </a:cubicBezTo>
                  <a:cubicBezTo>
                    <a:pt x="402550" y="140097"/>
                    <a:pt x="409812" y="140097"/>
                    <a:pt x="417541" y="140097"/>
                  </a:cubicBezTo>
                  <a:cubicBezTo>
                    <a:pt x="417541" y="154195"/>
                    <a:pt x="417541" y="168009"/>
                    <a:pt x="417541" y="182525"/>
                  </a:cubicBezTo>
                  <a:cubicBezTo>
                    <a:pt x="426960" y="182525"/>
                    <a:pt x="435910" y="182525"/>
                    <a:pt x="445685" y="182953"/>
                  </a:cubicBezTo>
                  <a:cubicBezTo>
                    <a:pt x="451014" y="183300"/>
                    <a:pt x="456353" y="183537"/>
                    <a:pt x="461670" y="184018"/>
                  </a:cubicBezTo>
                  <a:cubicBezTo>
                    <a:pt x="472129" y="184966"/>
                    <a:pt x="472124" y="185022"/>
                    <a:pt x="475418" y="174770"/>
                  </a:cubicBezTo>
                  <a:cubicBezTo>
                    <a:pt x="475710" y="173865"/>
                    <a:pt x="476022" y="172966"/>
                    <a:pt x="476287" y="172053"/>
                  </a:cubicBezTo>
                  <a:cubicBezTo>
                    <a:pt x="478635" y="163988"/>
                    <a:pt x="480974" y="155921"/>
                    <a:pt x="483311" y="147866"/>
                  </a:cubicBezTo>
                  <a:cubicBezTo>
                    <a:pt x="490664" y="149956"/>
                    <a:pt x="497651" y="151942"/>
                    <a:pt x="505332" y="154125"/>
                  </a:cubicBezTo>
                  <a:cubicBezTo>
                    <a:pt x="502176" y="165409"/>
                    <a:pt x="499083" y="176469"/>
                    <a:pt x="496177" y="186860"/>
                  </a:cubicBezTo>
                  <a:cubicBezTo>
                    <a:pt x="514778" y="191226"/>
                    <a:pt x="533033" y="195511"/>
                    <a:pt x="551782" y="199912"/>
                  </a:cubicBezTo>
                  <a:cubicBezTo>
                    <a:pt x="556624" y="191569"/>
                    <a:pt x="561953" y="182388"/>
                    <a:pt x="567422" y="172967"/>
                  </a:cubicBezTo>
                  <a:cubicBezTo>
                    <a:pt x="574170" y="176814"/>
                    <a:pt x="580775" y="180579"/>
                    <a:pt x="587458" y="184388"/>
                  </a:cubicBezTo>
                  <a:cubicBezTo>
                    <a:pt x="582690" y="192735"/>
                    <a:pt x="578122" y="200731"/>
                    <a:pt x="573420" y="208961"/>
                  </a:cubicBezTo>
                  <a:cubicBezTo>
                    <a:pt x="575317" y="209893"/>
                    <a:pt x="577284" y="210589"/>
                    <a:pt x="578945" y="211728"/>
                  </a:cubicBezTo>
                  <a:cubicBezTo>
                    <a:pt x="583821" y="215073"/>
                    <a:pt x="589243" y="217962"/>
                    <a:pt x="593237" y="222179"/>
                  </a:cubicBezTo>
                  <a:cubicBezTo>
                    <a:pt x="601163" y="230548"/>
                    <a:pt x="604250" y="241063"/>
                    <a:pt x="603978" y="252586"/>
                  </a:cubicBezTo>
                  <a:cubicBezTo>
                    <a:pt x="603849" y="258092"/>
                    <a:pt x="603956" y="263604"/>
                    <a:pt x="603956" y="269183"/>
                  </a:cubicBezTo>
                  <a:cubicBezTo>
                    <a:pt x="617671" y="269183"/>
                    <a:pt x="630852" y="269183"/>
                    <a:pt x="644263" y="269183"/>
                  </a:cubicBezTo>
                  <a:cubicBezTo>
                    <a:pt x="643573" y="263834"/>
                    <a:pt x="642778" y="258775"/>
                    <a:pt x="642287" y="253686"/>
                  </a:cubicBezTo>
                  <a:cubicBezTo>
                    <a:pt x="640517" y="235337"/>
                    <a:pt x="636269" y="217537"/>
                    <a:pt x="630531" y="200070"/>
                  </a:cubicBezTo>
                  <a:cubicBezTo>
                    <a:pt x="625250" y="183998"/>
                    <a:pt x="618346" y="168660"/>
                    <a:pt x="609756" y="154058"/>
                  </a:cubicBezTo>
                  <a:cubicBezTo>
                    <a:pt x="597044" y="132450"/>
                    <a:pt x="581158" y="113513"/>
                    <a:pt x="561976" y="97436"/>
                  </a:cubicBezTo>
                  <a:cubicBezTo>
                    <a:pt x="544845" y="83078"/>
                    <a:pt x="525710" y="71869"/>
                    <a:pt x="505088" y="63289"/>
                  </a:cubicBezTo>
                  <a:cubicBezTo>
                    <a:pt x="476403" y="51356"/>
                    <a:pt x="446280" y="46009"/>
                    <a:pt x="415406" y="44648"/>
                  </a:cubicBezTo>
                  <a:close/>
                  <a:moveTo>
                    <a:pt x="395720" y="434"/>
                  </a:moveTo>
                  <a:cubicBezTo>
                    <a:pt x="407519" y="107"/>
                    <a:pt x="419392" y="-393"/>
                    <a:pt x="431129" y="520"/>
                  </a:cubicBezTo>
                  <a:cubicBezTo>
                    <a:pt x="452019" y="2145"/>
                    <a:pt x="472677" y="5512"/>
                    <a:pt x="492856" y="11519"/>
                  </a:cubicBezTo>
                  <a:cubicBezTo>
                    <a:pt x="511074" y="16942"/>
                    <a:pt x="528718" y="23698"/>
                    <a:pt x="545511" y="32624"/>
                  </a:cubicBezTo>
                  <a:cubicBezTo>
                    <a:pt x="560780" y="40740"/>
                    <a:pt x="575541" y="49693"/>
                    <a:pt x="588544" y="61159"/>
                  </a:cubicBezTo>
                  <a:cubicBezTo>
                    <a:pt x="598776" y="70181"/>
                    <a:pt x="609062" y="79245"/>
                    <a:pt x="618386" y="89173"/>
                  </a:cubicBezTo>
                  <a:cubicBezTo>
                    <a:pt x="632228" y="103912"/>
                    <a:pt x="643442" y="120673"/>
                    <a:pt x="653278" y="138374"/>
                  </a:cubicBezTo>
                  <a:cubicBezTo>
                    <a:pt x="666841" y="162780"/>
                    <a:pt x="676032" y="188823"/>
                    <a:pt x="682145" y="215925"/>
                  </a:cubicBezTo>
                  <a:cubicBezTo>
                    <a:pt x="684744" y="227449"/>
                    <a:pt x="686185" y="239293"/>
                    <a:pt x="687349" y="251071"/>
                  </a:cubicBezTo>
                  <a:cubicBezTo>
                    <a:pt x="691726" y="295376"/>
                    <a:pt x="688835" y="339819"/>
                    <a:pt x="689128" y="384196"/>
                  </a:cubicBezTo>
                  <a:cubicBezTo>
                    <a:pt x="689219" y="398063"/>
                    <a:pt x="686061" y="411941"/>
                    <a:pt x="684542" y="425831"/>
                  </a:cubicBezTo>
                  <a:cubicBezTo>
                    <a:pt x="682359" y="445783"/>
                    <a:pt x="676948" y="464972"/>
                    <a:pt x="669539" y="483459"/>
                  </a:cubicBezTo>
                  <a:cubicBezTo>
                    <a:pt x="662836" y="500183"/>
                    <a:pt x="654886" y="516444"/>
                    <a:pt x="643655" y="530800"/>
                  </a:cubicBezTo>
                  <a:cubicBezTo>
                    <a:pt x="643175" y="531413"/>
                    <a:pt x="642883" y="532173"/>
                    <a:pt x="641986" y="533261"/>
                  </a:cubicBezTo>
                  <a:cubicBezTo>
                    <a:pt x="634067" y="534142"/>
                    <a:pt x="626667" y="534624"/>
                    <a:pt x="618858" y="535134"/>
                  </a:cubicBezTo>
                  <a:cubicBezTo>
                    <a:pt x="618858" y="549438"/>
                    <a:pt x="618858" y="563614"/>
                    <a:pt x="618889" y="578013"/>
                  </a:cubicBezTo>
                  <a:cubicBezTo>
                    <a:pt x="619089" y="578534"/>
                    <a:pt x="619344" y="578661"/>
                    <a:pt x="620142" y="578651"/>
                  </a:cubicBezTo>
                  <a:cubicBezTo>
                    <a:pt x="648778" y="578757"/>
                    <a:pt x="676956" y="578829"/>
                    <a:pt x="705135" y="578902"/>
                  </a:cubicBezTo>
                  <a:cubicBezTo>
                    <a:pt x="710160" y="582486"/>
                    <a:pt x="715277" y="585950"/>
                    <a:pt x="720188" y="589685"/>
                  </a:cubicBezTo>
                  <a:cubicBezTo>
                    <a:pt x="725557" y="593769"/>
                    <a:pt x="731123" y="597707"/>
                    <a:pt x="735927" y="602400"/>
                  </a:cubicBezTo>
                  <a:cubicBezTo>
                    <a:pt x="753183" y="619257"/>
                    <a:pt x="770792" y="635833"/>
                    <a:pt x="783715" y="656542"/>
                  </a:cubicBezTo>
                  <a:cubicBezTo>
                    <a:pt x="796051" y="676311"/>
                    <a:pt x="805564" y="697303"/>
                    <a:pt x="810050" y="720225"/>
                  </a:cubicBezTo>
                  <a:cubicBezTo>
                    <a:pt x="812170" y="731059"/>
                    <a:pt x="813844" y="742174"/>
                    <a:pt x="813948" y="753178"/>
                  </a:cubicBezTo>
                  <a:cubicBezTo>
                    <a:pt x="814605" y="822989"/>
                    <a:pt x="814767" y="892804"/>
                    <a:pt x="815085" y="962617"/>
                  </a:cubicBezTo>
                  <a:cubicBezTo>
                    <a:pt x="815087" y="963097"/>
                    <a:pt x="814995" y="963577"/>
                    <a:pt x="814912" y="964395"/>
                  </a:cubicBezTo>
                  <a:cubicBezTo>
                    <a:pt x="800125" y="964395"/>
                    <a:pt x="785334" y="964395"/>
                    <a:pt x="769924" y="964395"/>
                  </a:cubicBezTo>
                  <a:cubicBezTo>
                    <a:pt x="769924" y="962593"/>
                    <a:pt x="769924" y="960697"/>
                    <a:pt x="769924" y="958801"/>
                  </a:cubicBezTo>
                  <a:cubicBezTo>
                    <a:pt x="769924" y="892682"/>
                    <a:pt x="770238" y="826560"/>
                    <a:pt x="769788" y="760444"/>
                  </a:cubicBezTo>
                  <a:cubicBezTo>
                    <a:pt x="769573" y="728730"/>
                    <a:pt x="759639" y="699591"/>
                    <a:pt x="740713" y="674198"/>
                  </a:cubicBezTo>
                  <a:cubicBezTo>
                    <a:pt x="731361" y="661651"/>
                    <a:pt x="720170" y="650346"/>
                    <a:pt x="708956" y="639351"/>
                  </a:cubicBezTo>
                  <a:cubicBezTo>
                    <a:pt x="696569" y="627205"/>
                    <a:pt x="681811" y="618083"/>
                    <a:pt x="666691" y="609591"/>
                  </a:cubicBezTo>
                  <a:cubicBezTo>
                    <a:pt x="644936" y="597372"/>
                    <a:pt x="622118" y="587717"/>
                    <a:pt x="598288" y="580396"/>
                  </a:cubicBezTo>
                  <a:cubicBezTo>
                    <a:pt x="592538" y="578629"/>
                    <a:pt x="586335" y="577668"/>
                    <a:pt x="581156" y="574843"/>
                  </a:cubicBezTo>
                  <a:cubicBezTo>
                    <a:pt x="567862" y="567592"/>
                    <a:pt x="565710" y="549814"/>
                    <a:pt x="576790" y="538817"/>
                  </a:cubicBezTo>
                  <a:cubicBezTo>
                    <a:pt x="590128" y="525580"/>
                    <a:pt x="602884" y="511932"/>
                    <a:pt x="612753" y="495834"/>
                  </a:cubicBezTo>
                  <a:cubicBezTo>
                    <a:pt x="624604" y="476504"/>
                    <a:pt x="632704" y="455724"/>
                    <a:pt x="637409" y="433521"/>
                  </a:cubicBezTo>
                  <a:cubicBezTo>
                    <a:pt x="642177" y="411019"/>
                    <a:pt x="644559" y="388344"/>
                    <a:pt x="644264" y="365343"/>
                  </a:cubicBezTo>
                  <a:cubicBezTo>
                    <a:pt x="644049" y="348600"/>
                    <a:pt x="644222" y="331853"/>
                    <a:pt x="644222" y="314858"/>
                  </a:cubicBezTo>
                  <a:cubicBezTo>
                    <a:pt x="631454" y="314858"/>
                    <a:pt x="618088" y="314858"/>
                    <a:pt x="603956" y="314858"/>
                  </a:cubicBezTo>
                  <a:cubicBezTo>
                    <a:pt x="603956" y="316426"/>
                    <a:pt x="603956" y="318137"/>
                    <a:pt x="603956" y="319849"/>
                  </a:cubicBezTo>
                  <a:cubicBezTo>
                    <a:pt x="603956" y="338342"/>
                    <a:pt x="604034" y="356837"/>
                    <a:pt x="603937" y="375330"/>
                  </a:cubicBezTo>
                  <a:cubicBezTo>
                    <a:pt x="603810" y="399369"/>
                    <a:pt x="598405" y="422198"/>
                    <a:pt x="588336" y="444035"/>
                  </a:cubicBezTo>
                  <a:cubicBezTo>
                    <a:pt x="580896" y="460169"/>
                    <a:pt x="571032" y="474487"/>
                    <a:pt x="559192" y="487739"/>
                  </a:cubicBezTo>
                  <a:cubicBezTo>
                    <a:pt x="544952" y="503677"/>
                    <a:pt x="528071" y="515958"/>
                    <a:pt x="509191" y="525403"/>
                  </a:cubicBezTo>
                  <a:cubicBezTo>
                    <a:pt x="493780" y="533113"/>
                    <a:pt x="477468" y="538686"/>
                    <a:pt x="460136" y="540484"/>
                  </a:cubicBezTo>
                  <a:cubicBezTo>
                    <a:pt x="450353" y="541498"/>
                    <a:pt x="440550" y="542322"/>
                    <a:pt x="430419" y="543263"/>
                  </a:cubicBezTo>
                  <a:cubicBezTo>
                    <a:pt x="430419" y="559519"/>
                    <a:pt x="430419" y="576290"/>
                    <a:pt x="430419" y="593422"/>
                  </a:cubicBezTo>
                  <a:cubicBezTo>
                    <a:pt x="454034" y="590073"/>
                    <a:pt x="476709" y="584590"/>
                    <a:pt x="496356" y="568728"/>
                  </a:cubicBezTo>
                  <a:cubicBezTo>
                    <a:pt x="501400" y="574216"/>
                    <a:pt x="506600" y="579875"/>
                    <a:pt x="511934" y="585678"/>
                  </a:cubicBezTo>
                  <a:cubicBezTo>
                    <a:pt x="488419" y="606110"/>
                    <a:pt x="460096" y="612729"/>
                    <a:pt x="430207" y="616538"/>
                  </a:cubicBezTo>
                  <a:cubicBezTo>
                    <a:pt x="430207" y="732343"/>
                    <a:pt x="430207" y="848291"/>
                    <a:pt x="430207" y="964487"/>
                  </a:cubicBezTo>
                  <a:cubicBezTo>
                    <a:pt x="414969" y="964487"/>
                    <a:pt x="400178" y="964487"/>
                    <a:pt x="385093" y="964487"/>
                  </a:cubicBezTo>
                  <a:cubicBezTo>
                    <a:pt x="385093" y="848477"/>
                    <a:pt x="385093" y="732659"/>
                    <a:pt x="385093" y="617868"/>
                  </a:cubicBezTo>
                  <a:cubicBezTo>
                    <a:pt x="369884" y="614360"/>
                    <a:pt x="355009" y="611583"/>
                    <a:pt x="340538" y="607407"/>
                  </a:cubicBezTo>
                  <a:cubicBezTo>
                    <a:pt x="326013" y="603216"/>
                    <a:pt x="312636" y="596329"/>
                    <a:pt x="301606" y="585399"/>
                  </a:cubicBezTo>
                  <a:cubicBezTo>
                    <a:pt x="306706" y="579833"/>
                    <a:pt x="311706" y="574375"/>
                    <a:pt x="316961" y="568639"/>
                  </a:cubicBezTo>
                  <a:cubicBezTo>
                    <a:pt x="326478" y="576915"/>
                    <a:pt x="337337" y="582554"/>
                    <a:pt x="349268" y="585850"/>
                  </a:cubicBezTo>
                  <a:cubicBezTo>
                    <a:pt x="360841" y="589047"/>
                    <a:pt x="372585" y="591624"/>
                    <a:pt x="384763" y="594598"/>
                  </a:cubicBezTo>
                  <a:cubicBezTo>
                    <a:pt x="384763" y="576454"/>
                    <a:pt x="384763" y="559802"/>
                    <a:pt x="384763" y="542452"/>
                  </a:cubicBezTo>
                  <a:cubicBezTo>
                    <a:pt x="381111" y="542452"/>
                    <a:pt x="377422" y="542526"/>
                    <a:pt x="373737" y="542440"/>
                  </a:cubicBezTo>
                  <a:cubicBezTo>
                    <a:pt x="353354" y="541963"/>
                    <a:pt x="333867" y="537398"/>
                    <a:pt x="315043" y="529674"/>
                  </a:cubicBezTo>
                  <a:cubicBezTo>
                    <a:pt x="291270" y="519919"/>
                    <a:pt x="270774" y="505370"/>
                    <a:pt x="253877" y="486194"/>
                  </a:cubicBezTo>
                  <a:cubicBezTo>
                    <a:pt x="245903" y="477144"/>
                    <a:pt x="239267" y="466811"/>
                    <a:pt x="232773" y="456584"/>
                  </a:cubicBezTo>
                  <a:cubicBezTo>
                    <a:pt x="221686" y="439123"/>
                    <a:pt x="216262" y="419470"/>
                    <a:pt x="212310" y="399385"/>
                  </a:cubicBezTo>
                  <a:cubicBezTo>
                    <a:pt x="211598" y="395766"/>
                    <a:pt x="211240" y="392029"/>
                    <a:pt x="211176" y="388339"/>
                  </a:cubicBezTo>
                  <a:cubicBezTo>
                    <a:pt x="210762" y="364843"/>
                    <a:pt x="210476" y="341345"/>
                    <a:pt x="210151" y="317848"/>
                  </a:cubicBezTo>
                  <a:cubicBezTo>
                    <a:pt x="210138" y="316912"/>
                    <a:pt x="210149" y="315976"/>
                    <a:pt x="210149" y="314830"/>
                  </a:cubicBezTo>
                  <a:cubicBezTo>
                    <a:pt x="196671" y="314830"/>
                    <a:pt x="183633" y="314830"/>
                    <a:pt x="170142" y="314830"/>
                  </a:cubicBezTo>
                  <a:cubicBezTo>
                    <a:pt x="170060" y="316148"/>
                    <a:pt x="169898" y="317547"/>
                    <a:pt x="169897" y="318947"/>
                  </a:cubicBezTo>
                  <a:cubicBezTo>
                    <a:pt x="169880" y="338259"/>
                    <a:pt x="169118" y="357608"/>
                    <a:pt x="170046" y="376875"/>
                  </a:cubicBezTo>
                  <a:cubicBezTo>
                    <a:pt x="171938" y="416138"/>
                    <a:pt x="177764" y="454718"/>
                    <a:pt x="198069" y="489331"/>
                  </a:cubicBezTo>
                  <a:cubicBezTo>
                    <a:pt x="204908" y="500990"/>
                    <a:pt x="213611" y="511622"/>
                    <a:pt x="222061" y="522246"/>
                  </a:cubicBezTo>
                  <a:cubicBezTo>
                    <a:pt x="227509" y="529096"/>
                    <a:pt x="234377" y="534801"/>
                    <a:pt x="240022" y="541513"/>
                  </a:cubicBezTo>
                  <a:cubicBezTo>
                    <a:pt x="248951" y="552131"/>
                    <a:pt x="245917" y="572858"/>
                    <a:pt x="226686" y="577680"/>
                  </a:cubicBezTo>
                  <a:cubicBezTo>
                    <a:pt x="208398" y="582265"/>
                    <a:pt x="190905" y="588817"/>
                    <a:pt x="173701" y="596420"/>
                  </a:cubicBezTo>
                  <a:cubicBezTo>
                    <a:pt x="150162" y="606821"/>
                    <a:pt x="128545" y="620331"/>
                    <a:pt x="108767" y="636636"/>
                  </a:cubicBezTo>
                  <a:cubicBezTo>
                    <a:pt x="87145" y="654460"/>
                    <a:pt x="69625" y="675778"/>
                    <a:pt x="58012" y="701484"/>
                  </a:cubicBezTo>
                  <a:cubicBezTo>
                    <a:pt x="51687" y="715482"/>
                    <a:pt x="47258" y="730119"/>
                    <a:pt x="46161" y="745571"/>
                  </a:cubicBezTo>
                  <a:cubicBezTo>
                    <a:pt x="45714" y="751874"/>
                    <a:pt x="45222" y="758191"/>
                    <a:pt x="45207" y="764503"/>
                  </a:cubicBezTo>
                  <a:lnTo>
                    <a:pt x="45233" y="866202"/>
                  </a:lnTo>
                  <a:lnTo>
                    <a:pt x="0" y="866202"/>
                  </a:lnTo>
                  <a:lnTo>
                    <a:pt x="106" y="754302"/>
                  </a:lnTo>
                  <a:cubicBezTo>
                    <a:pt x="289" y="734822"/>
                    <a:pt x="4689" y="715922"/>
                    <a:pt x="11315" y="697622"/>
                  </a:cubicBezTo>
                  <a:cubicBezTo>
                    <a:pt x="17308" y="681067"/>
                    <a:pt x="24996" y="665279"/>
                    <a:pt x="35324" y="650992"/>
                  </a:cubicBezTo>
                  <a:cubicBezTo>
                    <a:pt x="42364" y="641252"/>
                    <a:pt x="50029" y="631942"/>
                    <a:pt x="57764" y="622733"/>
                  </a:cubicBezTo>
                  <a:cubicBezTo>
                    <a:pt x="72279" y="605450"/>
                    <a:pt x="90152" y="592050"/>
                    <a:pt x="109317" y="579177"/>
                  </a:cubicBezTo>
                  <a:cubicBezTo>
                    <a:pt x="135015" y="578785"/>
                    <a:pt x="160142" y="578618"/>
                    <a:pt x="185266" y="578833"/>
                  </a:cubicBezTo>
                  <a:cubicBezTo>
                    <a:pt x="190332" y="578877"/>
                    <a:pt x="191678" y="577267"/>
                    <a:pt x="191527" y="572399"/>
                  </a:cubicBezTo>
                  <a:cubicBezTo>
                    <a:pt x="191193" y="561641"/>
                    <a:pt x="191434" y="550865"/>
                    <a:pt x="191412" y="540097"/>
                  </a:cubicBezTo>
                  <a:cubicBezTo>
                    <a:pt x="191408" y="538373"/>
                    <a:pt x="191255" y="536649"/>
                    <a:pt x="191155" y="534596"/>
                  </a:cubicBezTo>
                  <a:cubicBezTo>
                    <a:pt x="188506" y="534596"/>
                    <a:pt x="186396" y="534713"/>
                    <a:pt x="184303" y="534571"/>
                  </a:cubicBezTo>
                  <a:cubicBezTo>
                    <a:pt x="180139" y="534288"/>
                    <a:pt x="175984" y="533862"/>
                    <a:pt x="171825" y="533496"/>
                  </a:cubicBezTo>
                  <a:cubicBezTo>
                    <a:pt x="168128" y="527404"/>
                    <a:pt x="164430" y="521312"/>
                    <a:pt x="160734" y="515219"/>
                  </a:cubicBezTo>
                  <a:cubicBezTo>
                    <a:pt x="148496" y="495046"/>
                    <a:pt x="139859" y="473348"/>
                    <a:pt x="134683" y="450415"/>
                  </a:cubicBezTo>
                  <a:cubicBezTo>
                    <a:pt x="131592" y="436722"/>
                    <a:pt x="129651" y="422744"/>
                    <a:pt x="127756" y="408817"/>
                  </a:cubicBezTo>
                  <a:cubicBezTo>
                    <a:pt x="126538" y="399871"/>
                    <a:pt x="125906" y="390792"/>
                    <a:pt x="125770" y="381761"/>
                  </a:cubicBezTo>
                  <a:cubicBezTo>
                    <a:pt x="125250" y="347299"/>
                    <a:pt x="124400" y="312821"/>
                    <a:pt x="124996" y="278372"/>
                  </a:cubicBezTo>
                  <a:cubicBezTo>
                    <a:pt x="125269" y="262577"/>
                    <a:pt x="128491" y="246818"/>
                    <a:pt x="130585" y="231071"/>
                  </a:cubicBezTo>
                  <a:cubicBezTo>
                    <a:pt x="133221" y="211255"/>
                    <a:pt x="138799" y="192177"/>
                    <a:pt x="145241" y="173299"/>
                  </a:cubicBezTo>
                  <a:cubicBezTo>
                    <a:pt x="152636" y="151626"/>
                    <a:pt x="163844" y="132031"/>
                    <a:pt x="177692" y="113989"/>
                  </a:cubicBezTo>
                  <a:cubicBezTo>
                    <a:pt x="187967" y="100601"/>
                    <a:pt x="198233" y="87024"/>
                    <a:pt x="210028" y="75031"/>
                  </a:cubicBezTo>
                  <a:cubicBezTo>
                    <a:pt x="226371" y="58417"/>
                    <a:pt x="245548" y="45207"/>
                    <a:pt x="266163" y="34123"/>
                  </a:cubicBezTo>
                  <a:cubicBezTo>
                    <a:pt x="281499" y="25877"/>
                    <a:pt x="297401" y="19073"/>
                    <a:pt x="313967" y="13837"/>
                  </a:cubicBezTo>
                  <a:cubicBezTo>
                    <a:pt x="331646" y="8250"/>
                    <a:pt x="349651" y="4024"/>
                    <a:pt x="368162" y="2345"/>
                  </a:cubicBezTo>
                  <a:cubicBezTo>
                    <a:pt x="377332" y="1513"/>
                    <a:pt x="386523" y="690"/>
                    <a:pt x="395720" y="434"/>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82" name="Freeform: Shape 1981">
              <a:extLst>
                <a:ext uri="{FF2B5EF4-FFF2-40B4-BE49-F238E27FC236}">
                  <a16:creationId xmlns:a16="http://schemas.microsoft.com/office/drawing/2014/main" id="{F13DC007-CC71-E5F8-62CC-46347A7C12C2}"/>
                </a:ext>
                <a:ext uri="{C183D7F6-B498-43B3-948B-1728B52AA6E4}">
                  <adec:decorative xmlns:adec="http://schemas.microsoft.com/office/drawing/2017/decorative" val="1"/>
                </a:ext>
              </a:extLst>
            </p:cNvPr>
            <p:cNvSpPr/>
            <p:nvPr/>
          </p:nvSpPr>
          <p:spPr>
            <a:xfrm>
              <a:off x="3853518" y="3636615"/>
              <a:ext cx="354684" cy="457140"/>
            </a:xfrm>
            <a:custGeom>
              <a:avLst/>
              <a:gdLst>
                <a:gd name="connsiteX0" fmla="*/ 0 w 780804"/>
                <a:gd name="connsiteY0" fmla="*/ 939266 h 1006352"/>
                <a:gd name="connsiteX1" fmla="*/ 66466 w 780804"/>
                <a:gd name="connsiteY1" fmla="*/ 939266 h 1006352"/>
                <a:gd name="connsiteX2" fmla="*/ 66466 w 780804"/>
                <a:gd name="connsiteY2" fmla="*/ 1006352 h 1006352"/>
                <a:gd name="connsiteX3" fmla="*/ 0 w 780804"/>
                <a:gd name="connsiteY3" fmla="*/ 1006352 h 1006352"/>
                <a:gd name="connsiteX4" fmla="*/ 51068 w 780804"/>
                <a:gd name="connsiteY4" fmla="*/ 469922 h 1006352"/>
                <a:gd name="connsiteX5" fmla="*/ 96064 w 780804"/>
                <a:gd name="connsiteY5" fmla="*/ 469922 h 1006352"/>
                <a:gd name="connsiteX6" fmla="*/ 96064 w 780804"/>
                <a:gd name="connsiteY6" fmla="*/ 575592 h 1006352"/>
                <a:gd name="connsiteX7" fmla="*/ 182181 w 780804"/>
                <a:gd name="connsiteY7" fmla="*/ 575542 h 1006352"/>
                <a:gd name="connsiteX8" fmla="*/ 195118 w 780804"/>
                <a:gd name="connsiteY8" fmla="*/ 576566 h 1006352"/>
                <a:gd name="connsiteX9" fmla="*/ 201969 w 780804"/>
                <a:gd name="connsiteY9" fmla="*/ 576591 h 1006352"/>
                <a:gd name="connsiteX10" fmla="*/ 202226 w 780804"/>
                <a:gd name="connsiteY10" fmla="*/ 582092 h 1006352"/>
                <a:gd name="connsiteX11" fmla="*/ 202341 w 780804"/>
                <a:gd name="connsiteY11" fmla="*/ 614394 h 1006352"/>
                <a:gd name="connsiteX12" fmla="*/ 196080 w 780804"/>
                <a:gd name="connsiteY12" fmla="*/ 620829 h 1006352"/>
                <a:gd name="connsiteX13" fmla="*/ 120244 w 780804"/>
                <a:gd name="connsiteY13" fmla="*/ 620855 h 1006352"/>
                <a:gd name="connsiteX14" fmla="*/ 94277 w 780804"/>
                <a:gd name="connsiteY14" fmla="*/ 620812 h 1006352"/>
                <a:gd name="connsiteX15" fmla="*/ 52066 w 780804"/>
                <a:gd name="connsiteY15" fmla="*/ 584381 h 1006352"/>
                <a:gd name="connsiteX16" fmla="*/ 51110 w 780804"/>
                <a:gd name="connsiteY16" fmla="*/ 572823 h 1006352"/>
                <a:gd name="connsiteX17" fmla="*/ 51068 w 780804"/>
                <a:gd name="connsiteY17" fmla="*/ 469922 h 1006352"/>
                <a:gd name="connsiteX18" fmla="*/ 735443 w 780804"/>
                <a:gd name="connsiteY18" fmla="*/ 469827 h 1006352"/>
                <a:gd name="connsiteX19" fmla="*/ 780740 w 780804"/>
                <a:gd name="connsiteY19" fmla="*/ 469827 h 1006352"/>
                <a:gd name="connsiteX20" fmla="*/ 780740 w 780804"/>
                <a:gd name="connsiteY20" fmla="*/ 475248 h 1006352"/>
                <a:gd name="connsiteX21" fmla="*/ 780751 w 780804"/>
                <a:gd name="connsiteY21" fmla="*/ 575345 h 1006352"/>
                <a:gd name="connsiteX22" fmla="*/ 743319 w 780804"/>
                <a:gd name="connsiteY22" fmla="*/ 620492 h 1006352"/>
                <a:gd name="connsiteX23" fmla="*/ 716409 w 780804"/>
                <a:gd name="connsiteY23" fmla="*/ 620850 h 1006352"/>
                <a:gd name="connsiteX24" fmla="*/ 630856 w 780804"/>
                <a:gd name="connsiteY24" fmla="*/ 620476 h 1006352"/>
                <a:gd name="connsiteX25" fmla="*/ 629673 w 780804"/>
                <a:gd name="connsiteY25" fmla="*/ 619787 h 1006352"/>
                <a:gd name="connsiteX26" fmla="*/ 629673 w 780804"/>
                <a:gd name="connsiteY26" fmla="*/ 577130 h 1006352"/>
                <a:gd name="connsiteX27" fmla="*/ 652690 w 780804"/>
                <a:gd name="connsiteY27" fmla="*/ 575575 h 1006352"/>
                <a:gd name="connsiteX28" fmla="*/ 735443 w 780804"/>
                <a:gd name="connsiteY28" fmla="*/ 575496 h 1006352"/>
                <a:gd name="connsiteX29" fmla="*/ 735443 w 780804"/>
                <a:gd name="connsiteY29" fmla="*/ 469827 h 1006352"/>
                <a:gd name="connsiteX30" fmla="*/ 199478 w 780804"/>
                <a:gd name="connsiteY30" fmla="*/ 130 h 1006352"/>
                <a:gd name="connsiteX31" fmla="*/ 202055 w 780804"/>
                <a:gd name="connsiteY31" fmla="*/ 286 h 1006352"/>
                <a:gd name="connsiteX32" fmla="*/ 202055 w 780804"/>
                <a:gd name="connsiteY32" fmla="*/ 45041 h 1006352"/>
                <a:gd name="connsiteX33" fmla="*/ 96243 w 780804"/>
                <a:gd name="connsiteY33" fmla="*/ 45041 h 1006352"/>
                <a:gd name="connsiteX34" fmla="*/ 96243 w 780804"/>
                <a:gd name="connsiteY34" fmla="*/ 65920 h 1006352"/>
                <a:gd name="connsiteX35" fmla="*/ 96243 w 780804"/>
                <a:gd name="connsiteY35" fmla="*/ 151054 h 1006352"/>
                <a:gd name="connsiteX36" fmla="*/ 51068 w 780804"/>
                <a:gd name="connsiteY36" fmla="*/ 151054 h 1006352"/>
                <a:gd name="connsiteX37" fmla="*/ 51068 w 780804"/>
                <a:gd name="connsiteY37" fmla="*/ 145719 h 1006352"/>
                <a:gd name="connsiteX38" fmla="*/ 51111 w 780804"/>
                <a:gd name="connsiteY38" fmla="*/ 45595 h 1006352"/>
                <a:gd name="connsiteX39" fmla="*/ 74243 w 780804"/>
                <a:gd name="connsiteY39" fmla="*/ 5435 h 1006352"/>
                <a:gd name="connsiteX40" fmla="*/ 91995 w 780804"/>
                <a:gd name="connsiteY40" fmla="*/ 352 h 1006352"/>
                <a:gd name="connsiteX41" fmla="*/ 199478 w 780804"/>
                <a:gd name="connsiteY41" fmla="*/ 130 h 1006352"/>
                <a:gd name="connsiteX42" fmla="*/ 629504 w 780804"/>
                <a:gd name="connsiteY42" fmla="*/ 122 h 1006352"/>
                <a:gd name="connsiteX43" fmla="*/ 634274 w 780804"/>
                <a:gd name="connsiteY43" fmla="*/ 122 h 1006352"/>
                <a:gd name="connsiteX44" fmla="*/ 738823 w 780804"/>
                <a:gd name="connsiteY44" fmla="*/ 289 h 1006352"/>
                <a:gd name="connsiteX45" fmla="*/ 774325 w 780804"/>
                <a:gd name="connsiteY45" fmla="*/ 21717 h 1006352"/>
                <a:gd name="connsiteX46" fmla="*/ 780804 w 780804"/>
                <a:gd name="connsiteY46" fmla="*/ 47540 h 1006352"/>
                <a:gd name="connsiteX47" fmla="*/ 780739 w 780804"/>
                <a:gd name="connsiteY47" fmla="*/ 150980 h 1006352"/>
                <a:gd name="connsiteX48" fmla="*/ 735725 w 780804"/>
                <a:gd name="connsiteY48" fmla="*/ 150980 h 1006352"/>
                <a:gd name="connsiteX49" fmla="*/ 735725 w 780804"/>
                <a:gd name="connsiteY49" fmla="*/ 45297 h 1006352"/>
                <a:gd name="connsiteX50" fmla="*/ 730014 w 780804"/>
                <a:gd name="connsiteY50" fmla="*/ 45297 h 1006352"/>
                <a:gd name="connsiteX51" fmla="*/ 634298 w 780804"/>
                <a:gd name="connsiteY51" fmla="*/ 45223 h 1006352"/>
                <a:gd name="connsiteX52" fmla="*/ 629512 w 780804"/>
                <a:gd name="connsiteY52" fmla="*/ 43092 h 1006352"/>
                <a:gd name="connsiteX53" fmla="*/ 629504 w 780804"/>
                <a:gd name="connsiteY53" fmla="*/ 122 h 100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0804" h="1006352">
                  <a:moveTo>
                    <a:pt x="0" y="939266"/>
                  </a:moveTo>
                  <a:lnTo>
                    <a:pt x="66466" y="939266"/>
                  </a:lnTo>
                  <a:lnTo>
                    <a:pt x="66466" y="1006352"/>
                  </a:lnTo>
                  <a:lnTo>
                    <a:pt x="0" y="1006352"/>
                  </a:lnTo>
                  <a:close/>
                  <a:moveTo>
                    <a:pt x="51068" y="469922"/>
                  </a:moveTo>
                  <a:cubicBezTo>
                    <a:pt x="66014" y="469922"/>
                    <a:pt x="80793" y="469922"/>
                    <a:pt x="96064" y="469922"/>
                  </a:cubicBezTo>
                  <a:cubicBezTo>
                    <a:pt x="96064" y="504865"/>
                    <a:pt x="96064" y="539931"/>
                    <a:pt x="96064" y="575592"/>
                  </a:cubicBezTo>
                  <a:cubicBezTo>
                    <a:pt x="124940" y="575592"/>
                    <a:pt x="153332" y="575592"/>
                    <a:pt x="182181" y="575542"/>
                  </a:cubicBezTo>
                  <a:cubicBezTo>
                    <a:pt x="186798" y="575858"/>
                    <a:pt x="190953" y="576284"/>
                    <a:pt x="195118" y="576566"/>
                  </a:cubicBezTo>
                  <a:cubicBezTo>
                    <a:pt x="197210" y="576709"/>
                    <a:pt x="199320" y="576591"/>
                    <a:pt x="201969" y="576591"/>
                  </a:cubicBezTo>
                  <a:cubicBezTo>
                    <a:pt x="202069" y="578644"/>
                    <a:pt x="202222" y="580368"/>
                    <a:pt x="202226" y="582092"/>
                  </a:cubicBezTo>
                  <a:cubicBezTo>
                    <a:pt x="202248" y="592861"/>
                    <a:pt x="202007" y="603636"/>
                    <a:pt x="202341" y="614394"/>
                  </a:cubicBezTo>
                  <a:cubicBezTo>
                    <a:pt x="202492" y="619263"/>
                    <a:pt x="201146" y="620872"/>
                    <a:pt x="196080" y="620829"/>
                  </a:cubicBezTo>
                  <a:cubicBezTo>
                    <a:pt x="170956" y="620614"/>
                    <a:pt x="145829" y="620780"/>
                    <a:pt x="120244" y="620855"/>
                  </a:cubicBezTo>
                  <a:cubicBezTo>
                    <a:pt x="111283" y="620860"/>
                    <a:pt x="102777" y="620681"/>
                    <a:pt x="94277" y="620812"/>
                  </a:cubicBezTo>
                  <a:cubicBezTo>
                    <a:pt x="74293" y="621121"/>
                    <a:pt x="54738" y="604504"/>
                    <a:pt x="52066" y="584381"/>
                  </a:cubicBezTo>
                  <a:cubicBezTo>
                    <a:pt x="51558" y="580552"/>
                    <a:pt x="51119" y="576678"/>
                    <a:pt x="51110" y="572823"/>
                  </a:cubicBezTo>
                  <a:cubicBezTo>
                    <a:pt x="51036" y="538648"/>
                    <a:pt x="51068" y="504473"/>
                    <a:pt x="51068" y="469922"/>
                  </a:cubicBezTo>
                  <a:close/>
                  <a:moveTo>
                    <a:pt x="735443" y="469827"/>
                  </a:moveTo>
                  <a:cubicBezTo>
                    <a:pt x="750708" y="469827"/>
                    <a:pt x="765486" y="469827"/>
                    <a:pt x="780740" y="469827"/>
                  </a:cubicBezTo>
                  <a:cubicBezTo>
                    <a:pt x="780740" y="471743"/>
                    <a:pt x="780740" y="473496"/>
                    <a:pt x="780740" y="475248"/>
                  </a:cubicBezTo>
                  <a:cubicBezTo>
                    <a:pt x="780740" y="508614"/>
                    <a:pt x="780707" y="541980"/>
                    <a:pt x="780751" y="575345"/>
                  </a:cubicBezTo>
                  <a:cubicBezTo>
                    <a:pt x="780782" y="598217"/>
                    <a:pt x="766122" y="616446"/>
                    <a:pt x="743319" y="620492"/>
                  </a:cubicBezTo>
                  <a:cubicBezTo>
                    <a:pt x="734753" y="622012"/>
                    <a:pt x="725699" y="620779"/>
                    <a:pt x="716409" y="620850"/>
                  </a:cubicBezTo>
                  <a:cubicBezTo>
                    <a:pt x="687772" y="620826"/>
                    <a:pt x="659594" y="620753"/>
                    <a:pt x="630856" y="620476"/>
                  </a:cubicBezTo>
                  <a:cubicBezTo>
                    <a:pt x="630130" y="620059"/>
                    <a:pt x="629922" y="619896"/>
                    <a:pt x="629673" y="619787"/>
                  </a:cubicBezTo>
                  <a:cubicBezTo>
                    <a:pt x="629673" y="605611"/>
                    <a:pt x="629673" y="591435"/>
                    <a:pt x="629673" y="577130"/>
                  </a:cubicBezTo>
                  <a:cubicBezTo>
                    <a:pt x="637482" y="576621"/>
                    <a:pt x="644883" y="576138"/>
                    <a:pt x="652690" y="575575"/>
                  </a:cubicBezTo>
                  <a:cubicBezTo>
                    <a:pt x="680384" y="575496"/>
                    <a:pt x="707669" y="575496"/>
                    <a:pt x="735443" y="575496"/>
                  </a:cubicBezTo>
                  <a:cubicBezTo>
                    <a:pt x="735443" y="540235"/>
                    <a:pt x="735443" y="505169"/>
                    <a:pt x="735443" y="469827"/>
                  </a:cubicBezTo>
                  <a:close/>
                  <a:moveTo>
                    <a:pt x="199478" y="130"/>
                  </a:moveTo>
                  <a:cubicBezTo>
                    <a:pt x="200260" y="131"/>
                    <a:pt x="201042" y="223"/>
                    <a:pt x="202055" y="286"/>
                  </a:cubicBezTo>
                  <a:cubicBezTo>
                    <a:pt x="202055" y="15210"/>
                    <a:pt x="202055" y="29875"/>
                    <a:pt x="202055" y="45041"/>
                  </a:cubicBezTo>
                  <a:cubicBezTo>
                    <a:pt x="167069" y="45041"/>
                    <a:pt x="131996" y="45041"/>
                    <a:pt x="96243" y="45041"/>
                  </a:cubicBezTo>
                  <a:cubicBezTo>
                    <a:pt x="96243" y="52157"/>
                    <a:pt x="96243" y="58793"/>
                    <a:pt x="96243" y="65920"/>
                  </a:cubicBezTo>
                  <a:cubicBezTo>
                    <a:pt x="96243" y="94524"/>
                    <a:pt x="96243" y="122637"/>
                    <a:pt x="96243" y="151054"/>
                  </a:cubicBezTo>
                  <a:cubicBezTo>
                    <a:pt x="81150" y="151054"/>
                    <a:pt x="66369" y="151054"/>
                    <a:pt x="51068" y="151054"/>
                  </a:cubicBezTo>
                  <a:cubicBezTo>
                    <a:pt x="51068" y="149214"/>
                    <a:pt x="51068" y="147466"/>
                    <a:pt x="51068" y="145719"/>
                  </a:cubicBezTo>
                  <a:cubicBezTo>
                    <a:pt x="51068" y="112344"/>
                    <a:pt x="50961" y="78969"/>
                    <a:pt x="51111" y="45595"/>
                  </a:cubicBezTo>
                  <a:cubicBezTo>
                    <a:pt x="51190" y="27933"/>
                    <a:pt x="58880" y="14122"/>
                    <a:pt x="74243" y="5435"/>
                  </a:cubicBezTo>
                  <a:cubicBezTo>
                    <a:pt x="79485" y="2471"/>
                    <a:pt x="86020" y="429"/>
                    <a:pt x="91995" y="352"/>
                  </a:cubicBezTo>
                  <a:cubicBezTo>
                    <a:pt x="127818" y="-110"/>
                    <a:pt x="163649" y="123"/>
                    <a:pt x="199478" y="130"/>
                  </a:cubicBezTo>
                  <a:close/>
                  <a:moveTo>
                    <a:pt x="629504" y="122"/>
                  </a:moveTo>
                  <a:cubicBezTo>
                    <a:pt x="631181" y="122"/>
                    <a:pt x="632727" y="122"/>
                    <a:pt x="634274" y="122"/>
                  </a:cubicBezTo>
                  <a:cubicBezTo>
                    <a:pt x="669125" y="122"/>
                    <a:pt x="703981" y="-243"/>
                    <a:pt x="738823" y="289"/>
                  </a:cubicBezTo>
                  <a:cubicBezTo>
                    <a:pt x="754305" y="526"/>
                    <a:pt x="766306" y="8314"/>
                    <a:pt x="774325" y="21717"/>
                  </a:cubicBezTo>
                  <a:cubicBezTo>
                    <a:pt x="779068" y="29643"/>
                    <a:pt x="780849" y="38280"/>
                    <a:pt x="780804" y="47540"/>
                  </a:cubicBezTo>
                  <a:cubicBezTo>
                    <a:pt x="780639" y="81893"/>
                    <a:pt x="780739" y="116247"/>
                    <a:pt x="780739" y="150980"/>
                  </a:cubicBezTo>
                  <a:cubicBezTo>
                    <a:pt x="765797" y="150980"/>
                    <a:pt x="751014" y="150980"/>
                    <a:pt x="735725" y="150980"/>
                  </a:cubicBezTo>
                  <a:cubicBezTo>
                    <a:pt x="735725" y="116028"/>
                    <a:pt x="735725" y="80953"/>
                    <a:pt x="735725" y="45297"/>
                  </a:cubicBezTo>
                  <a:cubicBezTo>
                    <a:pt x="733492" y="45297"/>
                    <a:pt x="731753" y="45297"/>
                    <a:pt x="730014" y="45297"/>
                  </a:cubicBezTo>
                  <a:cubicBezTo>
                    <a:pt x="698109" y="45297"/>
                    <a:pt x="666203" y="45322"/>
                    <a:pt x="634298" y="45223"/>
                  </a:cubicBezTo>
                  <a:cubicBezTo>
                    <a:pt x="632704" y="45218"/>
                    <a:pt x="631113" y="44140"/>
                    <a:pt x="629512" y="43092"/>
                  </a:cubicBezTo>
                  <a:cubicBezTo>
                    <a:pt x="629504" y="28718"/>
                    <a:pt x="629504" y="14813"/>
                    <a:pt x="629504" y="122"/>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74" name="Group 173">
            <a:extLst>
              <a:ext uri="{FF2B5EF4-FFF2-40B4-BE49-F238E27FC236}">
                <a16:creationId xmlns:a16="http://schemas.microsoft.com/office/drawing/2014/main" id="{682024FD-33F2-34FA-6C54-21B6A99756BA}"/>
              </a:ext>
              <a:ext uri="{C183D7F6-B498-43B3-948B-1728B52AA6E4}">
                <adec:decorative xmlns:adec="http://schemas.microsoft.com/office/drawing/2017/decorative" val="1"/>
              </a:ext>
            </a:extLst>
          </p:cNvPr>
          <p:cNvGrpSpPr>
            <a:grpSpLocks noChangeAspect="1"/>
          </p:cNvGrpSpPr>
          <p:nvPr/>
        </p:nvGrpSpPr>
        <p:grpSpPr>
          <a:xfrm>
            <a:off x="4355313" y="3636615"/>
            <a:ext cx="391436" cy="457200"/>
            <a:chOff x="4355313" y="3636615"/>
            <a:chExt cx="391436" cy="457200"/>
          </a:xfrm>
          <a:solidFill>
            <a:srgbClr val="FF0000"/>
          </a:solidFill>
        </p:grpSpPr>
        <p:sp>
          <p:nvSpPr>
            <p:cNvPr id="1984" name="Freeform: Shape 1983">
              <a:extLst>
                <a:ext uri="{FF2B5EF4-FFF2-40B4-BE49-F238E27FC236}">
                  <a16:creationId xmlns:a16="http://schemas.microsoft.com/office/drawing/2014/main" id="{CDA39ECE-64E1-8350-78F7-E69CC2886A09}"/>
                </a:ext>
                <a:ext uri="{C183D7F6-B498-43B3-948B-1728B52AA6E4}">
                  <adec:decorative xmlns:adec="http://schemas.microsoft.com/office/drawing/2017/decorative" val="1"/>
                </a:ext>
              </a:extLst>
            </p:cNvPr>
            <p:cNvSpPr/>
            <p:nvPr/>
          </p:nvSpPr>
          <p:spPr>
            <a:xfrm>
              <a:off x="4476748" y="3636615"/>
              <a:ext cx="264801" cy="457200"/>
            </a:xfrm>
            <a:custGeom>
              <a:avLst/>
              <a:gdLst>
                <a:gd name="connsiteX0" fmla="*/ 301632 w 465676"/>
                <a:gd name="connsiteY0" fmla="*/ 607005 h 804026"/>
                <a:gd name="connsiteX1" fmla="*/ 367429 w 465676"/>
                <a:gd name="connsiteY1" fmla="*/ 620682 h 804026"/>
                <a:gd name="connsiteX2" fmla="*/ 422144 w 465676"/>
                <a:gd name="connsiteY2" fmla="*/ 653456 h 804026"/>
                <a:gd name="connsiteX3" fmla="*/ 463513 w 465676"/>
                <a:gd name="connsiteY3" fmla="*/ 702175 h 804026"/>
                <a:gd name="connsiteX4" fmla="*/ 465676 w 465676"/>
                <a:gd name="connsiteY4" fmla="*/ 707821 h 804026"/>
                <a:gd name="connsiteX5" fmla="*/ 408974 w 465676"/>
                <a:gd name="connsiteY5" fmla="*/ 707821 h 804026"/>
                <a:gd name="connsiteX6" fmla="*/ 383548 w 465676"/>
                <a:gd name="connsiteY6" fmla="*/ 681245 h 804026"/>
                <a:gd name="connsiteX7" fmla="*/ 319972 w 465676"/>
                <a:gd name="connsiteY7" fmla="*/ 654296 h 804026"/>
                <a:gd name="connsiteX8" fmla="*/ 281860 w 465676"/>
                <a:gd name="connsiteY8" fmla="*/ 652806 h 804026"/>
                <a:gd name="connsiteX9" fmla="*/ 238749 w 465676"/>
                <a:gd name="connsiteY9" fmla="*/ 662980 h 804026"/>
                <a:gd name="connsiteX10" fmla="*/ 197505 w 465676"/>
                <a:gd name="connsiteY10" fmla="*/ 687743 h 804026"/>
                <a:gd name="connsiteX11" fmla="*/ 165418 w 465676"/>
                <a:gd name="connsiteY11" fmla="*/ 724834 h 804026"/>
                <a:gd name="connsiteX12" fmla="*/ 145384 w 465676"/>
                <a:gd name="connsiteY12" fmla="*/ 777993 h 804026"/>
                <a:gd name="connsiteX13" fmla="*/ 141882 w 465676"/>
                <a:gd name="connsiteY13" fmla="*/ 804026 h 804026"/>
                <a:gd name="connsiteX14" fmla="*/ 97358 w 465676"/>
                <a:gd name="connsiteY14" fmla="*/ 804026 h 804026"/>
                <a:gd name="connsiteX15" fmla="*/ 98363 w 465676"/>
                <a:gd name="connsiteY15" fmla="*/ 784257 h 804026"/>
                <a:gd name="connsiteX16" fmla="*/ 104190 w 465676"/>
                <a:gd name="connsiteY16" fmla="*/ 753746 h 804026"/>
                <a:gd name="connsiteX17" fmla="*/ 135667 w 465676"/>
                <a:gd name="connsiteY17" fmla="*/ 687901 h 804026"/>
                <a:gd name="connsiteX18" fmla="*/ 155848 w 465676"/>
                <a:gd name="connsiteY18" fmla="*/ 663913 h 804026"/>
                <a:gd name="connsiteX19" fmla="*/ 249307 w 465676"/>
                <a:gd name="connsiteY19" fmla="*/ 612033 h 804026"/>
                <a:gd name="connsiteX20" fmla="*/ 279278 w 465676"/>
                <a:gd name="connsiteY20" fmla="*/ 607968 h 804026"/>
                <a:gd name="connsiteX21" fmla="*/ 301632 w 465676"/>
                <a:gd name="connsiteY21" fmla="*/ 607005 h 804026"/>
                <a:gd name="connsiteX22" fmla="*/ 246264 w 465676"/>
                <a:gd name="connsiteY22" fmla="*/ 579386 h 804026"/>
                <a:gd name="connsiteX23" fmla="*/ 253218 w 465676"/>
                <a:gd name="connsiteY23" fmla="*/ 581610 h 804026"/>
                <a:gd name="connsiteX24" fmla="*/ 245981 w 465676"/>
                <a:gd name="connsiteY24" fmla="*/ 579407 h 804026"/>
                <a:gd name="connsiteX25" fmla="*/ 343626 w 465676"/>
                <a:gd name="connsiteY25" fmla="*/ 528049 h 804026"/>
                <a:gd name="connsiteX26" fmla="*/ 342800 w 465676"/>
                <a:gd name="connsiteY26" fmla="*/ 531385 h 804026"/>
                <a:gd name="connsiteX27" fmla="*/ 307726 w 465676"/>
                <a:gd name="connsiteY27" fmla="*/ 544729 h 804026"/>
                <a:gd name="connsiteX28" fmla="*/ 306528 w 465676"/>
                <a:gd name="connsiteY28" fmla="*/ 543556 h 804026"/>
                <a:gd name="connsiteX29" fmla="*/ 334808 w 465676"/>
                <a:gd name="connsiteY29" fmla="*/ 533177 h 804026"/>
                <a:gd name="connsiteX30" fmla="*/ 343626 w 465676"/>
                <a:gd name="connsiteY30" fmla="*/ 528049 h 804026"/>
                <a:gd name="connsiteX31" fmla="*/ 417853 w 465676"/>
                <a:gd name="connsiteY31" fmla="*/ 496931 h 804026"/>
                <a:gd name="connsiteX32" fmla="*/ 405988 w 465676"/>
                <a:gd name="connsiteY32" fmla="*/ 525401 h 804026"/>
                <a:gd name="connsiteX33" fmla="*/ 403055 w 465676"/>
                <a:gd name="connsiteY33" fmla="*/ 527418 h 804026"/>
                <a:gd name="connsiteX34" fmla="*/ 414143 w 465676"/>
                <a:gd name="connsiteY34" fmla="*/ 500513 h 804026"/>
                <a:gd name="connsiteX35" fmla="*/ 417853 w 465676"/>
                <a:gd name="connsiteY35" fmla="*/ 496931 h 804026"/>
                <a:gd name="connsiteX36" fmla="*/ 221685 w 465676"/>
                <a:gd name="connsiteY36" fmla="*/ 418384 h 804026"/>
                <a:gd name="connsiteX37" fmla="*/ 214543 w 465676"/>
                <a:gd name="connsiteY37" fmla="*/ 435892 h 804026"/>
                <a:gd name="connsiteX38" fmla="*/ 221685 w 465676"/>
                <a:gd name="connsiteY38" fmla="*/ 418384 h 804026"/>
                <a:gd name="connsiteX39" fmla="*/ 189387 w 465676"/>
                <a:gd name="connsiteY39" fmla="*/ 385768 h 804026"/>
                <a:gd name="connsiteX40" fmla="*/ 189933 w 465676"/>
                <a:gd name="connsiteY40" fmla="*/ 389067 h 804026"/>
                <a:gd name="connsiteX41" fmla="*/ 170451 w 465676"/>
                <a:gd name="connsiteY41" fmla="*/ 434397 h 804026"/>
                <a:gd name="connsiteX42" fmla="*/ 168415 w 465676"/>
                <a:gd name="connsiteY42" fmla="*/ 435971 h 804026"/>
                <a:gd name="connsiteX43" fmla="*/ 175195 w 465676"/>
                <a:gd name="connsiteY43" fmla="*/ 411168 h 804026"/>
                <a:gd name="connsiteX44" fmla="*/ 189387 w 465676"/>
                <a:gd name="connsiteY44" fmla="*/ 385768 h 804026"/>
                <a:gd name="connsiteX45" fmla="*/ 262020 w 465676"/>
                <a:gd name="connsiteY45" fmla="*/ 381557 h 804026"/>
                <a:gd name="connsiteX46" fmla="*/ 263153 w 465676"/>
                <a:gd name="connsiteY46" fmla="*/ 381790 h 804026"/>
                <a:gd name="connsiteX47" fmla="*/ 250790 w 465676"/>
                <a:gd name="connsiteY47" fmla="*/ 388694 h 804026"/>
                <a:gd name="connsiteX48" fmla="*/ 251645 w 465676"/>
                <a:gd name="connsiteY48" fmla="*/ 385870 h 804026"/>
                <a:gd name="connsiteX49" fmla="*/ 253288 w 465676"/>
                <a:gd name="connsiteY49" fmla="*/ 383883 h 804026"/>
                <a:gd name="connsiteX50" fmla="*/ 253912 w 465676"/>
                <a:gd name="connsiteY50" fmla="*/ 383359 h 804026"/>
                <a:gd name="connsiteX51" fmla="*/ 256807 w 465676"/>
                <a:gd name="connsiteY51" fmla="*/ 382096 h 804026"/>
                <a:gd name="connsiteX52" fmla="*/ 197010 w 465676"/>
                <a:gd name="connsiteY52" fmla="*/ 376191 h 804026"/>
                <a:gd name="connsiteX53" fmla="*/ 198796 w 465676"/>
                <a:gd name="connsiteY53" fmla="*/ 377545 h 804026"/>
                <a:gd name="connsiteX54" fmla="*/ 194722 w 465676"/>
                <a:gd name="connsiteY54" fmla="*/ 379033 h 804026"/>
                <a:gd name="connsiteX55" fmla="*/ 197010 w 465676"/>
                <a:gd name="connsiteY55" fmla="*/ 376191 h 804026"/>
                <a:gd name="connsiteX56" fmla="*/ 293450 w 465676"/>
                <a:gd name="connsiteY56" fmla="*/ 376018 h 804026"/>
                <a:gd name="connsiteX57" fmla="*/ 278867 w 465676"/>
                <a:gd name="connsiteY57" fmla="*/ 378038 h 804026"/>
                <a:gd name="connsiteX58" fmla="*/ 263059 w 465676"/>
                <a:gd name="connsiteY58" fmla="*/ 381450 h 804026"/>
                <a:gd name="connsiteX59" fmla="*/ 262020 w 465676"/>
                <a:gd name="connsiteY59" fmla="*/ 381557 h 804026"/>
                <a:gd name="connsiteX60" fmla="*/ 259315 w 465676"/>
                <a:gd name="connsiteY60" fmla="*/ 381002 h 804026"/>
                <a:gd name="connsiteX61" fmla="*/ 256807 w 465676"/>
                <a:gd name="connsiteY61" fmla="*/ 382096 h 804026"/>
                <a:gd name="connsiteX62" fmla="*/ 255219 w 465676"/>
                <a:gd name="connsiteY62" fmla="*/ 382260 h 804026"/>
                <a:gd name="connsiteX63" fmla="*/ 253912 w 465676"/>
                <a:gd name="connsiteY63" fmla="*/ 383359 h 804026"/>
                <a:gd name="connsiteX64" fmla="*/ 253614 w 465676"/>
                <a:gd name="connsiteY64" fmla="*/ 383489 h 804026"/>
                <a:gd name="connsiteX65" fmla="*/ 253288 w 465676"/>
                <a:gd name="connsiteY65" fmla="*/ 383883 h 804026"/>
                <a:gd name="connsiteX66" fmla="*/ 251793 w 465676"/>
                <a:gd name="connsiteY66" fmla="*/ 385139 h 804026"/>
                <a:gd name="connsiteX67" fmla="*/ 249835 w 465676"/>
                <a:gd name="connsiteY67" fmla="*/ 389001 h 804026"/>
                <a:gd name="connsiteX68" fmla="*/ 243958 w 465676"/>
                <a:gd name="connsiteY68" fmla="*/ 392867 h 804026"/>
                <a:gd name="connsiteX69" fmla="*/ 242352 w 465676"/>
                <a:gd name="connsiteY69" fmla="*/ 394515 h 804026"/>
                <a:gd name="connsiteX70" fmla="*/ 241396 w 465676"/>
                <a:gd name="connsiteY70" fmla="*/ 395496 h 804026"/>
                <a:gd name="connsiteX71" fmla="*/ 231143 w 465676"/>
                <a:gd name="connsiteY71" fmla="*/ 405858 h 804026"/>
                <a:gd name="connsiteX72" fmla="*/ 221296 w 465676"/>
                <a:gd name="connsiteY72" fmla="*/ 418377 h 804026"/>
                <a:gd name="connsiteX73" fmla="*/ 214117 w 465676"/>
                <a:gd name="connsiteY73" fmla="*/ 436714 h 804026"/>
                <a:gd name="connsiteX74" fmla="*/ 213622 w 465676"/>
                <a:gd name="connsiteY74" fmla="*/ 438218 h 804026"/>
                <a:gd name="connsiteX75" fmla="*/ 212546 w 465676"/>
                <a:gd name="connsiteY75" fmla="*/ 439134 h 804026"/>
                <a:gd name="connsiteX76" fmla="*/ 212123 w 465676"/>
                <a:gd name="connsiteY76" fmla="*/ 448684 h 804026"/>
                <a:gd name="connsiteX77" fmla="*/ 212524 w 465676"/>
                <a:gd name="connsiteY77" fmla="*/ 475543 h 804026"/>
                <a:gd name="connsiteX78" fmla="*/ 250568 w 465676"/>
                <a:gd name="connsiteY78" fmla="*/ 531866 h 804026"/>
                <a:gd name="connsiteX79" fmla="*/ 251165 w 465676"/>
                <a:gd name="connsiteY79" fmla="*/ 533171 h 804026"/>
                <a:gd name="connsiteX80" fmla="*/ 250526 w 465676"/>
                <a:gd name="connsiteY80" fmla="*/ 531520 h 804026"/>
                <a:gd name="connsiteX81" fmla="*/ 283431 w 465676"/>
                <a:gd name="connsiteY81" fmla="*/ 543163 h 804026"/>
                <a:gd name="connsiteX82" fmla="*/ 282241 w 465676"/>
                <a:gd name="connsiteY82" fmla="*/ 544717 h 804026"/>
                <a:gd name="connsiteX83" fmla="*/ 284601 w 465676"/>
                <a:gd name="connsiteY83" fmla="*/ 543093 h 804026"/>
                <a:gd name="connsiteX84" fmla="*/ 297285 w 465676"/>
                <a:gd name="connsiteY84" fmla="*/ 544895 h 804026"/>
                <a:gd name="connsiteX85" fmla="*/ 306637 w 465676"/>
                <a:gd name="connsiteY85" fmla="*/ 543877 h 804026"/>
                <a:gd name="connsiteX86" fmla="*/ 307726 w 465676"/>
                <a:gd name="connsiteY86" fmla="*/ 544729 h 804026"/>
                <a:gd name="connsiteX87" fmla="*/ 342800 w 465676"/>
                <a:gd name="connsiteY87" fmla="*/ 531385 h 804026"/>
                <a:gd name="connsiteX88" fmla="*/ 343981 w 465676"/>
                <a:gd name="connsiteY88" fmla="*/ 527588 h 804026"/>
                <a:gd name="connsiteX89" fmla="*/ 344944 w 465676"/>
                <a:gd name="connsiteY89" fmla="*/ 527864 h 804026"/>
                <a:gd name="connsiteX90" fmla="*/ 346779 w 465676"/>
                <a:gd name="connsiteY90" fmla="*/ 527906 h 804026"/>
                <a:gd name="connsiteX91" fmla="*/ 344604 w 465676"/>
                <a:gd name="connsiteY91" fmla="*/ 527687 h 804026"/>
                <a:gd name="connsiteX92" fmla="*/ 347318 w 465676"/>
                <a:gd name="connsiteY92" fmla="*/ 525335 h 804026"/>
                <a:gd name="connsiteX93" fmla="*/ 347763 w 465676"/>
                <a:gd name="connsiteY93" fmla="*/ 526591 h 804026"/>
                <a:gd name="connsiteX94" fmla="*/ 347701 w 465676"/>
                <a:gd name="connsiteY94" fmla="*/ 527701 h 804026"/>
                <a:gd name="connsiteX95" fmla="*/ 347604 w 465676"/>
                <a:gd name="connsiteY95" fmla="*/ 527925 h 804026"/>
                <a:gd name="connsiteX96" fmla="*/ 347689 w 465676"/>
                <a:gd name="connsiteY96" fmla="*/ 527927 h 804026"/>
                <a:gd name="connsiteX97" fmla="*/ 347701 w 465676"/>
                <a:gd name="connsiteY97" fmla="*/ 527701 h 804026"/>
                <a:gd name="connsiteX98" fmla="*/ 347953 w 465676"/>
                <a:gd name="connsiteY98" fmla="*/ 527125 h 804026"/>
                <a:gd name="connsiteX99" fmla="*/ 347763 w 465676"/>
                <a:gd name="connsiteY99" fmla="*/ 526591 h 804026"/>
                <a:gd name="connsiteX100" fmla="*/ 347870 w 465676"/>
                <a:gd name="connsiteY100" fmla="*/ 524682 h 804026"/>
                <a:gd name="connsiteX101" fmla="*/ 361084 w 465676"/>
                <a:gd name="connsiteY101" fmla="*/ 511619 h 804026"/>
                <a:gd name="connsiteX102" fmla="*/ 365995 w 465676"/>
                <a:gd name="connsiteY102" fmla="*/ 508472 h 804026"/>
                <a:gd name="connsiteX103" fmla="*/ 360702 w 465676"/>
                <a:gd name="connsiteY103" fmla="*/ 511612 h 804026"/>
                <a:gd name="connsiteX104" fmla="*/ 376678 w 465676"/>
                <a:gd name="connsiteY104" fmla="*/ 477425 h 804026"/>
                <a:gd name="connsiteX105" fmla="*/ 378165 w 465676"/>
                <a:gd name="connsiteY105" fmla="*/ 479548 h 804026"/>
                <a:gd name="connsiteX106" fmla="*/ 377114 w 465676"/>
                <a:gd name="connsiteY106" fmla="*/ 476393 h 804026"/>
                <a:gd name="connsiteX107" fmla="*/ 377891 w 465676"/>
                <a:gd name="connsiteY107" fmla="*/ 445653 h 804026"/>
                <a:gd name="connsiteX108" fmla="*/ 374077 w 465676"/>
                <a:gd name="connsiteY108" fmla="*/ 432483 h 804026"/>
                <a:gd name="connsiteX109" fmla="*/ 373479 w 465676"/>
                <a:gd name="connsiteY109" fmla="*/ 429844 h 804026"/>
                <a:gd name="connsiteX110" fmla="*/ 372076 w 465676"/>
                <a:gd name="connsiteY110" fmla="*/ 427525 h 804026"/>
                <a:gd name="connsiteX111" fmla="*/ 371267 w 465676"/>
                <a:gd name="connsiteY111" fmla="*/ 426336 h 804026"/>
                <a:gd name="connsiteX112" fmla="*/ 344365 w 465676"/>
                <a:gd name="connsiteY112" fmla="*/ 392931 h 804026"/>
                <a:gd name="connsiteX113" fmla="*/ 308070 w 465676"/>
                <a:gd name="connsiteY113" fmla="*/ 377208 h 804026"/>
                <a:gd name="connsiteX114" fmla="*/ 293450 w 465676"/>
                <a:gd name="connsiteY114" fmla="*/ 376018 h 804026"/>
                <a:gd name="connsiteX115" fmla="*/ 271653 w 465676"/>
                <a:gd name="connsiteY115" fmla="*/ 333011 h 804026"/>
                <a:gd name="connsiteX116" fmla="*/ 269572 w 465676"/>
                <a:gd name="connsiteY116" fmla="*/ 335656 h 804026"/>
                <a:gd name="connsiteX117" fmla="*/ 225452 w 465676"/>
                <a:gd name="connsiteY117" fmla="*/ 354543 h 804026"/>
                <a:gd name="connsiteX118" fmla="*/ 220898 w 465676"/>
                <a:gd name="connsiteY118" fmla="*/ 354858 h 804026"/>
                <a:gd name="connsiteX119" fmla="*/ 248135 w 465676"/>
                <a:gd name="connsiteY119" fmla="*/ 339969 h 804026"/>
                <a:gd name="connsiteX120" fmla="*/ 271653 w 465676"/>
                <a:gd name="connsiteY120" fmla="*/ 333011 h 804026"/>
                <a:gd name="connsiteX121" fmla="*/ 277592 w 465676"/>
                <a:gd name="connsiteY121" fmla="*/ 332024 h 804026"/>
                <a:gd name="connsiteX122" fmla="*/ 276693 w 465676"/>
                <a:gd name="connsiteY122" fmla="*/ 334466 h 804026"/>
                <a:gd name="connsiteX123" fmla="*/ 276692 w 465676"/>
                <a:gd name="connsiteY123" fmla="*/ 334466 h 804026"/>
                <a:gd name="connsiteX124" fmla="*/ 276696 w 465676"/>
                <a:gd name="connsiteY124" fmla="*/ 334466 h 804026"/>
                <a:gd name="connsiteX125" fmla="*/ 277940 w 465676"/>
                <a:gd name="connsiteY125" fmla="*/ 332092 h 804026"/>
                <a:gd name="connsiteX126" fmla="*/ 314185 w 465676"/>
                <a:gd name="connsiteY126" fmla="*/ 332803 h 804026"/>
                <a:gd name="connsiteX127" fmla="*/ 314816 w 465676"/>
                <a:gd name="connsiteY127" fmla="*/ 333219 h 804026"/>
                <a:gd name="connsiteX128" fmla="*/ 326347 w 465676"/>
                <a:gd name="connsiteY128" fmla="*/ 335018 h 804026"/>
                <a:gd name="connsiteX129" fmla="*/ 359736 w 465676"/>
                <a:gd name="connsiteY129" fmla="*/ 348462 h 804026"/>
                <a:gd name="connsiteX130" fmla="*/ 368243 w 465676"/>
                <a:gd name="connsiteY130" fmla="*/ 354141 h 804026"/>
                <a:gd name="connsiteX131" fmla="*/ 354368 w 465676"/>
                <a:gd name="connsiteY131" fmla="*/ 347990 h 804026"/>
                <a:gd name="connsiteX132" fmla="*/ 368381 w 465676"/>
                <a:gd name="connsiteY132" fmla="*/ 354456 h 804026"/>
                <a:gd name="connsiteX133" fmla="*/ 368394 w 465676"/>
                <a:gd name="connsiteY133" fmla="*/ 354793 h 804026"/>
                <a:gd name="connsiteX134" fmla="*/ 371347 w 465676"/>
                <a:gd name="connsiteY134" fmla="*/ 356438 h 804026"/>
                <a:gd name="connsiteX135" fmla="*/ 393344 w 465676"/>
                <a:gd name="connsiteY135" fmla="*/ 377905 h 804026"/>
                <a:gd name="connsiteX136" fmla="*/ 407903 w 465676"/>
                <a:gd name="connsiteY136" fmla="*/ 399810 h 804026"/>
                <a:gd name="connsiteX137" fmla="*/ 417335 w 465676"/>
                <a:gd name="connsiteY137" fmla="*/ 423621 h 804026"/>
                <a:gd name="connsiteX138" fmla="*/ 421455 w 465676"/>
                <a:gd name="connsiteY138" fmla="*/ 438649 h 804026"/>
                <a:gd name="connsiteX139" fmla="*/ 423057 w 465676"/>
                <a:gd name="connsiteY139" fmla="*/ 472537 h 804026"/>
                <a:gd name="connsiteX140" fmla="*/ 419303 w 465676"/>
                <a:gd name="connsiteY140" fmla="*/ 492985 h 804026"/>
                <a:gd name="connsiteX141" fmla="*/ 417921 w 465676"/>
                <a:gd name="connsiteY141" fmla="*/ 496589 h 804026"/>
                <a:gd name="connsiteX142" fmla="*/ 414143 w 465676"/>
                <a:gd name="connsiteY142" fmla="*/ 500513 h 804026"/>
                <a:gd name="connsiteX143" fmla="*/ 402702 w 465676"/>
                <a:gd name="connsiteY143" fmla="*/ 527472 h 804026"/>
                <a:gd name="connsiteX144" fmla="*/ 402942 w 465676"/>
                <a:gd name="connsiteY144" fmla="*/ 530370 h 804026"/>
                <a:gd name="connsiteX145" fmla="*/ 363350 w 465676"/>
                <a:gd name="connsiteY145" fmla="*/ 569027 h 804026"/>
                <a:gd name="connsiteX146" fmla="*/ 360118 w 465676"/>
                <a:gd name="connsiteY146" fmla="*/ 569647 h 804026"/>
                <a:gd name="connsiteX147" fmla="*/ 357117 w 465676"/>
                <a:gd name="connsiteY147" fmla="*/ 571949 h 804026"/>
                <a:gd name="connsiteX148" fmla="*/ 356404 w 465676"/>
                <a:gd name="connsiteY148" fmla="*/ 573025 h 804026"/>
                <a:gd name="connsiteX149" fmla="*/ 348586 w 465676"/>
                <a:gd name="connsiteY149" fmla="*/ 577413 h 804026"/>
                <a:gd name="connsiteX150" fmla="*/ 334376 w 465676"/>
                <a:gd name="connsiteY150" fmla="*/ 582733 h 804026"/>
                <a:gd name="connsiteX151" fmla="*/ 318249 w 465676"/>
                <a:gd name="connsiteY151" fmla="*/ 586650 h 804026"/>
                <a:gd name="connsiteX152" fmla="*/ 286181 w 465676"/>
                <a:gd name="connsiteY152" fmla="*/ 588320 h 804026"/>
                <a:gd name="connsiteX153" fmla="*/ 257594 w 465676"/>
                <a:gd name="connsiteY153" fmla="*/ 583010 h 804026"/>
                <a:gd name="connsiteX154" fmla="*/ 253218 w 465676"/>
                <a:gd name="connsiteY154" fmla="*/ 581610 h 804026"/>
                <a:gd name="connsiteX155" fmla="*/ 257245 w 465676"/>
                <a:gd name="connsiteY155" fmla="*/ 582836 h 804026"/>
                <a:gd name="connsiteX156" fmla="*/ 252035 w 465676"/>
                <a:gd name="connsiteY156" fmla="*/ 578964 h 804026"/>
                <a:gd name="connsiteX157" fmla="*/ 246264 w 465676"/>
                <a:gd name="connsiteY157" fmla="*/ 579386 h 804026"/>
                <a:gd name="connsiteX158" fmla="*/ 245681 w 465676"/>
                <a:gd name="connsiteY158" fmla="*/ 579200 h 804026"/>
                <a:gd name="connsiteX159" fmla="*/ 243753 w 465676"/>
                <a:gd name="connsiteY159" fmla="*/ 578072 h 804026"/>
                <a:gd name="connsiteX160" fmla="*/ 240509 w 465676"/>
                <a:gd name="connsiteY160" fmla="*/ 576503 h 804026"/>
                <a:gd name="connsiteX161" fmla="*/ 239716 w 465676"/>
                <a:gd name="connsiteY161" fmla="*/ 576041 h 804026"/>
                <a:gd name="connsiteX162" fmla="*/ 239142 w 465676"/>
                <a:gd name="connsiteY162" fmla="*/ 575891 h 804026"/>
                <a:gd name="connsiteX163" fmla="*/ 236866 w 465676"/>
                <a:gd name="connsiteY163" fmla="*/ 575297 h 804026"/>
                <a:gd name="connsiteX164" fmla="*/ 212318 w 465676"/>
                <a:gd name="connsiteY164" fmla="*/ 559236 h 804026"/>
                <a:gd name="connsiteX165" fmla="*/ 176927 w 465676"/>
                <a:gd name="connsiteY165" fmla="*/ 511886 h 804026"/>
                <a:gd name="connsiteX166" fmla="*/ 176538 w 465676"/>
                <a:gd name="connsiteY166" fmla="*/ 510992 h 804026"/>
                <a:gd name="connsiteX167" fmla="*/ 175969 w 465676"/>
                <a:gd name="connsiteY167" fmla="*/ 509681 h 804026"/>
                <a:gd name="connsiteX168" fmla="*/ 174989 w 465676"/>
                <a:gd name="connsiteY168" fmla="*/ 506870 h 804026"/>
                <a:gd name="connsiteX169" fmla="*/ 173844 w 465676"/>
                <a:gd name="connsiteY169" fmla="*/ 503404 h 804026"/>
                <a:gd name="connsiteX170" fmla="*/ 170076 w 465676"/>
                <a:gd name="connsiteY170" fmla="*/ 492004 h 804026"/>
                <a:gd name="connsiteX171" fmla="*/ 169313 w 465676"/>
                <a:gd name="connsiteY171" fmla="*/ 489500 h 804026"/>
                <a:gd name="connsiteX172" fmla="*/ 169198 w 465676"/>
                <a:gd name="connsiteY172" fmla="*/ 488242 h 804026"/>
                <a:gd name="connsiteX173" fmla="*/ 169094 w 465676"/>
                <a:gd name="connsiteY173" fmla="*/ 487094 h 804026"/>
                <a:gd name="connsiteX174" fmla="*/ 168331 w 465676"/>
                <a:gd name="connsiteY174" fmla="*/ 484589 h 804026"/>
                <a:gd name="connsiteX175" fmla="*/ 168216 w 465676"/>
                <a:gd name="connsiteY175" fmla="*/ 483332 h 804026"/>
                <a:gd name="connsiteX176" fmla="*/ 168112 w 465676"/>
                <a:gd name="connsiteY176" fmla="*/ 482184 h 804026"/>
                <a:gd name="connsiteX177" fmla="*/ 167309 w 465676"/>
                <a:gd name="connsiteY177" fmla="*/ 476618 h 804026"/>
                <a:gd name="connsiteX178" fmla="*/ 167215 w 465676"/>
                <a:gd name="connsiteY178" fmla="*/ 475418 h 804026"/>
                <a:gd name="connsiteX179" fmla="*/ 167130 w 465676"/>
                <a:gd name="connsiteY179" fmla="*/ 474327 h 804026"/>
                <a:gd name="connsiteX180" fmla="*/ 166037 w 465676"/>
                <a:gd name="connsiteY180" fmla="*/ 466842 h 804026"/>
                <a:gd name="connsiteX181" fmla="*/ 166378 w 465676"/>
                <a:gd name="connsiteY181" fmla="*/ 449192 h 804026"/>
                <a:gd name="connsiteX182" fmla="*/ 166453 w 465676"/>
                <a:gd name="connsiteY182" fmla="*/ 448652 h 804026"/>
                <a:gd name="connsiteX183" fmla="*/ 166850 w 465676"/>
                <a:gd name="connsiteY183" fmla="*/ 445809 h 804026"/>
                <a:gd name="connsiteX184" fmla="*/ 167360 w 465676"/>
                <a:gd name="connsiteY184" fmla="*/ 442247 h 804026"/>
                <a:gd name="connsiteX185" fmla="*/ 167438 w 465676"/>
                <a:gd name="connsiteY185" fmla="*/ 441700 h 804026"/>
                <a:gd name="connsiteX186" fmla="*/ 167832 w 465676"/>
                <a:gd name="connsiteY186" fmla="*/ 438935 h 804026"/>
                <a:gd name="connsiteX187" fmla="*/ 168343 w 465676"/>
                <a:gd name="connsiteY187" fmla="*/ 436330 h 804026"/>
                <a:gd name="connsiteX188" fmla="*/ 170451 w 465676"/>
                <a:gd name="connsiteY188" fmla="*/ 434397 h 804026"/>
                <a:gd name="connsiteX189" fmla="*/ 189933 w 465676"/>
                <a:gd name="connsiteY189" fmla="*/ 389067 h 804026"/>
                <a:gd name="connsiteX190" fmla="*/ 189655 w 465676"/>
                <a:gd name="connsiteY190" fmla="*/ 385608 h 804026"/>
                <a:gd name="connsiteX191" fmla="*/ 190057 w 465676"/>
                <a:gd name="connsiteY191" fmla="*/ 384835 h 804026"/>
                <a:gd name="connsiteX192" fmla="*/ 193856 w 465676"/>
                <a:gd name="connsiteY192" fmla="*/ 383485 h 804026"/>
                <a:gd name="connsiteX193" fmla="*/ 193856 w 465676"/>
                <a:gd name="connsiteY193" fmla="*/ 383485 h 804026"/>
                <a:gd name="connsiteX194" fmla="*/ 190143 w 465676"/>
                <a:gd name="connsiteY194" fmla="*/ 384540 h 804026"/>
                <a:gd name="connsiteX195" fmla="*/ 192100 w 465676"/>
                <a:gd name="connsiteY195" fmla="*/ 382083 h 804026"/>
                <a:gd name="connsiteX196" fmla="*/ 193855 w 465676"/>
                <a:gd name="connsiteY196" fmla="*/ 383484 h 804026"/>
                <a:gd name="connsiteX197" fmla="*/ 192385 w 465676"/>
                <a:gd name="connsiteY197" fmla="*/ 381975 h 804026"/>
                <a:gd name="connsiteX198" fmla="*/ 194426 w 465676"/>
                <a:gd name="connsiteY198" fmla="*/ 379152 h 804026"/>
                <a:gd name="connsiteX199" fmla="*/ 198796 w 465676"/>
                <a:gd name="connsiteY199" fmla="*/ 377545 h 804026"/>
                <a:gd name="connsiteX200" fmla="*/ 197295 w 465676"/>
                <a:gd name="connsiteY200" fmla="*/ 376082 h 804026"/>
                <a:gd name="connsiteX201" fmla="*/ 206245 w 465676"/>
                <a:gd name="connsiteY201" fmla="*/ 366393 h 804026"/>
                <a:gd name="connsiteX202" fmla="*/ 210214 w 465676"/>
                <a:gd name="connsiteY202" fmla="*/ 365638 h 804026"/>
                <a:gd name="connsiteX203" fmla="*/ 206546 w 465676"/>
                <a:gd name="connsiteY203" fmla="*/ 366268 h 804026"/>
                <a:gd name="connsiteX204" fmla="*/ 210812 w 465676"/>
                <a:gd name="connsiteY204" fmla="*/ 362390 h 804026"/>
                <a:gd name="connsiteX205" fmla="*/ 210248 w 465676"/>
                <a:gd name="connsiteY205" fmla="*/ 365631 h 804026"/>
                <a:gd name="connsiteX206" fmla="*/ 210249 w 465676"/>
                <a:gd name="connsiteY206" fmla="*/ 365631 h 804026"/>
                <a:gd name="connsiteX207" fmla="*/ 211117 w 465676"/>
                <a:gd name="connsiteY207" fmla="*/ 362260 h 804026"/>
                <a:gd name="connsiteX208" fmla="*/ 212220 w 465676"/>
                <a:gd name="connsiteY208" fmla="*/ 361420 h 804026"/>
                <a:gd name="connsiteX209" fmla="*/ 214976 w 465676"/>
                <a:gd name="connsiteY209" fmla="*/ 361137 h 804026"/>
                <a:gd name="connsiteX210" fmla="*/ 212448 w 465676"/>
                <a:gd name="connsiteY210" fmla="*/ 361358 h 804026"/>
                <a:gd name="connsiteX211" fmla="*/ 215971 w 465676"/>
                <a:gd name="connsiteY211" fmla="*/ 358148 h 804026"/>
                <a:gd name="connsiteX212" fmla="*/ 216544 w 465676"/>
                <a:gd name="connsiteY212" fmla="*/ 360156 h 804026"/>
                <a:gd name="connsiteX213" fmla="*/ 215950 w 465676"/>
                <a:gd name="connsiteY213" fmla="*/ 360923 h 804026"/>
                <a:gd name="connsiteX214" fmla="*/ 216647 w 465676"/>
                <a:gd name="connsiteY214" fmla="*/ 360085 h 804026"/>
                <a:gd name="connsiteX215" fmla="*/ 216225 w 465676"/>
                <a:gd name="connsiteY215" fmla="*/ 357977 h 804026"/>
                <a:gd name="connsiteX216" fmla="*/ 216841 w 465676"/>
                <a:gd name="connsiteY216" fmla="*/ 357845 h 804026"/>
                <a:gd name="connsiteX217" fmla="*/ 219244 w 465676"/>
                <a:gd name="connsiteY217" fmla="*/ 357837 h 804026"/>
                <a:gd name="connsiteX218" fmla="*/ 216981 w 465676"/>
                <a:gd name="connsiteY218" fmla="*/ 357805 h 804026"/>
                <a:gd name="connsiteX219" fmla="*/ 219915 w 465676"/>
                <a:gd name="connsiteY219" fmla="*/ 355193 h 804026"/>
                <a:gd name="connsiteX220" fmla="*/ 220112 w 465676"/>
                <a:gd name="connsiteY220" fmla="*/ 357834 h 804026"/>
                <a:gd name="connsiteX221" fmla="*/ 220125 w 465676"/>
                <a:gd name="connsiteY221" fmla="*/ 357834 h 804026"/>
                <a:gd name="connsiteX222" fmla="*/ 220153 w 465676"/>
                <a:gd name="connsiteY222" fmla="*/ 355031 h 804026"/>
                <a:gd name="connsiteX223" fmla="*/ 220757 w 465676"/>
                <a:gd name="connsiteY223" fmla="*/ 354898 h 804026"/>
                <a:gd name="connsiteX224" fmla="*/ 225452 w 465676"/>
                <a:gd name="connsiteY224" fmla="*/ 354543 h 804026"/>
                <a:gd name="connsiteX225" fmla="*/ 269572 w 465676"/>
                <a:gd name="connsiteY225" fmla="*/ 335657 h 804026"/>
                <a:gd name="connsiteX226" fmla="*/ 272047 w 465676"/>
                <a:gd name="connsiteY226" fmla="*/ 333074 h 804026"/>
                <a:gd name="connsiteX227" fmla="*/ 273773 w 465676"/>
                <a:gd name="connsiteY227" fmla="*/ 333301 h 804026"/>
                <a:gd name="connsiteX228" fmla="*/ 275551 w 465676"/>
                <a:gd name="connsiteY228" fmla="*/ 334551 h 804026"/>
                <a:gd name="connsiteX229" fmla="*/ 275637 w 465676"/>
                <a:gd name="connsiteY229" fmla="*/ 334545 h 804026"/>
                <a:gd name="connsiteX230" fmla="*/ 274098 w 465676"/>
                <a:gd name="connsiteY230" fmla="*/ 333372 h 804026"/>
                <a:gd name="connsiteX231" fmla="*/ 277592 w 465676"/>
                <a:gd name="connsiteY231" fmla="*/ 332024 h 804026"/>
                <a:gd name="connsiteX232" fmla="*/ 224628 w 465676"/>
                <a:gd name="connsiteY232" fmla="*/ 227098 h 804026"/>
                <a:gd name="connsiteX233" fmla="*/ 224045 w 465676"/>
                <a:gd name="connsiteY233" fmla="*/ 227549 h 804026"/>
                <a:gd name="connsiteX234" fmla="*/ 224027 w 465676"/>
                <a:gd name="connsiteY234" fmla="*/ 227602 h 804026"/>
                <a:gd name="connsiteX235" fmla="*/ 181250 w 465676"/>
                <a:gd name="connsiteY235" fmla="*/ 159234 h 804026"/>
                <a:gd name="connsiteX236" fmla="*/ 182961 w 465676"/>
                <a:gd name="connsiteY236" fmla="*/ 160945 h 804026"/>
                <a:gd name="connsiteX237" fmla="*/ 169568 w 465676"/>
                <a:gd name="connsiteY237" fmla="*/ 189936 h 804026"/>
                <a:gd name="connsiteX238" fmla="*/ 166165 w 465676"/>
                <a:gd name="connsiteY238" fmla="*/ 192333 h 804026"/>
                <a:gd name="connsiteX239" fmla="*/ 166442 w 465676"/>
                <a:gd name="connsiteY239" fmla="*/ 189659 h 804026"/>
                <a:gd name="connsiteX240" fmla="*/ 181250 w 465676"/>
                <a:gd name="connsiteY240" fmla="*/ 159234 h 804026"/>
                <a:gd name="connsiteX241" fmla="*/ 74879 w 465676"/>
                <a:gd name="connsiteY241" fmla="*/ 74358 h 804026"/>
                <a:gd name="connsiteX242" fmla="*/ 74697 w 465676"/>
                <a:gd name="connsiteY242" fmla="*/ 74408 h 804026"/>
                <a:gd name="connsiteX243" fmla="*/ 74695 w 465676"/>
                <a:gd name="connsiteY243" fmla="*/ 74410 h 804026"/>
                <a:gd name="connsiteX244" fmla="*/ 89821 w 465676"/>
                <a:gd name="connsiteY244" fmla="*/ 35 h 804026"/>
                <a:gd name="connsiteX245" fmla="*/ 128294 w 465676"/>
                <a:gd name="connsiteY245" fmla="*/ 47 h 804026"/>
                <a:gd name="connsiteX246" fmla="*/ 129387 w 465676"/>
                <a:gd name="connsiteY246" fmla="*/ 28729 h 804026"/>
                <a:gd name="connsiteX247" fmla="*/ 129772 w 465676"/>
                <a:gd name="connsiteY247" fmla="*/ 28966 h 804026"/>
                <a:gd name="connsiteX248" fmla="*/ 160344 w 465676"/>
                <a:gd name="connsiteY248" fmla="*/ 38346 h 804026"/>
                <a:gd name="connsiteX249" fmla="*/ 165564 w 465676"/>
                <a:gd name="connsiteY249" fmla="*/ 40195 h 804026"/>
                <a:gd name="connsiteX250" fmla="*/ 166189 w 465676"/>
                <a:gd name="connsiteY250" fmla="*/ 42747 h 804026"/>
                <a:gd name="connsiteX251" fmla="*/ 166239 w 465676"/>
                <a:gd name="connsiteY251" fmla="*/ 42752 h 804026"/>
                <a:gd name="connsiteX252" fmla="*/ 165939 w 465676"/>
                <a:gd name="connsiteY252" fmla="*/ 40147 h 804026"/>
                <a:gd name="connsiteX253" fmla="*/ 183795 w 465676"/>
                <a:gd name="connsiteY253" fmla="*/ 18355 h 804026"/>
                <a:gd name="connsiteX254" fmla="*/ 213851 w 465676"/>
                <a:gd name="connsiteY254" fmla="*/ 43622 h 804026"/>
                <a:gd name="connsiteX255" fmla="*/ 214194 w 465676"/>
                <a:gd name="connsiteY255" fmla="*/ 49682 h 804026"/>
                <a:gd name="connsiteX256" fmla="*/ 200451 w 465676"/>
                <a:gd name="connsiteY256" fmla="*/ 66438 h 804026"/>
                <a:gd name="connsiteX257" fmla="*/ 200716 w 465676"/>
                <a:gd name="connsiteY257" fmla="*/ 71413 h 804026"/>
                <a:gd name="connsiteX258" fmla="*/ 214545 w 465676"/>
                <a:gd name="connsiteY258" fmla="*/ 94264 h 804026"/>
                <a:gd name="connsiteX259" fmla="*/ 217216 w 465676"/>
                <a:gd name="connsiteY259" fmla="*/ 100456 h 804026"/>
                <a:gd name="connsiteX260" fmla="*/ 222665 w 465676"/>
                <a:gd name="connsiteY260" fmla="*/ 100574 h 804026"/>
                <a:gd name="connsiteX261" fmla="*/ 223450 w 465676"/>
                <a:gd name="connsiteY261" fmla="*/ 100546 h 804026"/>
                <a:gd name="connsiteX262" fmla="*/ 236298 w 465676"/>
                <a:gd name="connsiteY262" fmla="*/ 97316 h 804026"/>
                <a:gd name="connsiteX263" fmla="*/ 231817 w 465676"/>
                <a:gd name="connsiteY263" fmla="*/ 100244 h 804026"/>
                <a:gd name="connsiteX264" fmla="*/ 231800 w 465676"/>
                <a:gd name="connsiteY264" fmla="*/ 100245 h 804026"/>
                <a:gd name="connsiteX265" fmla="*/ 231817 w 465676"/>
                <a:gd name="connsiteY265" fmla="*/ 100244 h 804026"/>
                <a:gd name="connsiteX266" fmla="*/ 236693 w 465676"/>
                <a:gd name="connsiteY266" fmla="*/ 97379 h 804026"/>
                <a:gd name="connsiteX267" fmla="*/ 238434 w 465676"/>
                <a:gd name="connsiteY267" fmla="*/ 97622 h 804026"/>
                <a:gd name="connsiteX268" fmla="*/ 238789 w 465676"/>
                <a:gd name="connsiteY268" fmla="*/ 97684 h 804026"/>
                <a:gd name="connsiteX269" fmla="*/ 247108 w 465676"/>
                <a:gd name="connsiteY269" fmla="*/ 95270 h 804026"/>
                <a:gd name="connsiteX270" fmla="*/ 247403 w 465676"/>
                <a:gd name="connsiteY270" fmla="*/ 98785 h 804026"/>
                <a:gd name="connsiteX271" fmla="*/ 239042 w 465676"/>
                <a:gd name="connsiteY271" fmla="*/ 97728 h 804026"/>
                <a:gd name="connsiteX272" fmla="*/ 247332 w 465676"/>
                <a:gd name="connsiteY272" fmla="*/ 99180 h 804026"/>
                <a:gd name="connsiteX273" fmla="*/ 254786 w 465676"/>
                <a:gd name="connsiteY273" fmla="*/ 137945 h 804026"/>
                <a:gd name="connsiteX274" fmla="*/ 226577 w 465676"/>
                <a:gd name="connsiteY274" fmla="*/ 142865 h 804026"/>
                <a:gd name="connsiteX275" fmla="*/ 223406 w 465676"/>
                <a:gd name="connsiteY275" fmla="*/ 161329 h 804026"/>
                <a:gd name="connsiteX276" fmla="*/ 221874 w 465676"/>
                <a:gd name="connsiteY276" fmla="*/ 172561 h 804026"/>
                <a:gd name="connsiteX277" fmla="*/ 221619 w 465676"/>
                <a:gd name="connsiteY277" fmla="*/ 174362 h 804026"/>
                <a:gd name="connsiteX278" fmla="*/ 222901 w 465676"/>
                <a:gd name="connsiteY278" fmla="*/ 182555 h 804026"/>
                <a:gd name="connsiteX279" fmla="*/ 223832 w 465676"/>
                <a:gd name="connsiteY279" fmla="*/ 183286 h 804026"/>
                <a:gd name="connsiteX280" fmla="*/ 244096 w 465676"/>
                <a:gd name="connsiteY280" fmla="*/ 193810 h 804026"/>
                <a:gd name="connsiteX281" fmla="*/ 244543 w 465676"/>
                <a:gd name="connsiteY281" fmla="*/ 198038 h 804026"/>
                <a:gd name="connsiteX282" fmla="*/ 243772 w 465676"/>
                <a:gd name="connsiteY282" fmla="*/ 198368 h 804026"/>
                <a:gd name="connsiteX283" fmla="*/ 230134 w 465676"/>
                <a:gd name="connsiteY283" fmla="*/ 188229 h 804026"/>
                <a:gd name="connsiteX284" fmla="*/ 243248 w 465676"/>
                <a:gd name="connsiteY284" fmla="*/ 198513 h 804026"/>
                <a:gd name="connsiteX285" fmla="*/ 238478 w 465676"/>
                <a:gd name="connsiteY285" fmla="*/ 201752 h 804026"/>
                <a:gd name="connsiteX286" fmla="*/ 238051 w 465676"/>
                <a:gd name="connsiteY286" fmla="*/ 207332 h 804026"/>
                <a:gd name="connsiteX287" fmla="*/ 238504 w 465676"/>
                <a:gd name="connsiteY287" fmla="*/ 201752 h 804026"/>
                <a:gd name="connsiteX288" fmla="*/ 243452 w 465676"/>
                <a:gd name="connsiteY288" fmla="*/ 198513 h 804026"/>
                <a:gd name="connsiteX289" fmla="*/ 244385 w 465676"/>
                <a:gd name="connsiteY289" fmla="*/ 198367 h 804026"/>
                <a:gd name="connsiteX290" fmla="*/ 230245 w 465676"/>
                <a:gd name="connsiteY290" fmla="*/ 223784 h 804026"/>
                <a:gd name="connsiteX291" fmla="*/ 229800 w 465676"/>
                <a:gd name="connsiteY291" fmla="*/ 218090 h 804026"/>
                <a:gd name="connsiteX292" fmla="*/ 232397 w 465676"/>
                <a:gd name="connsiteY292" fmla="*/ 216372 h 804026"/>
                <a:gd name="connsiteX293" fmla="*/ 229796 w 465676"/>
                <a:gd name="connsiteY293" fmla="*/ 218092 h 804026"/>
                <a:gd name="connsiteX294" fmla="*/ 229934 w 465676"/>
                <a:gd name="connsiteY294" fmla="*/ 223940 h 804026"/>
                <a:gd name="connsiteX295" fmla="*/ 227956 w 465676"/>
                <a:gd name="connsiteY295" fmla="*/ 226648 h 804026"/>
                <a:gd name="connsiteX296" fmla="*/ 225369 w 465676"/>
                <a:gd name="connsiteY296" fmla="*/ 226524 h 804026"/>
                <a:gd name="connsiteX297" fmla="*/ 225293 w 465676"/>
                <a:gd name="connsiteY297" fmla="*/ 226583 h 804026"/>
                <a:gd name="connsiteX298" fmla="*/ 227660 w 465676"/>
                <a:gd name="connsiteY298" fmla="*/ 226767 h 804026"/>
                <a:gd name="connsiteX299" fmla="*/ 225813 w 465676"/>
                <a:gd name="connsiteY299" fmla="*/ 231517 h 804026"/>
                <a:gd name="connsiteX300" fmla="*/ 223042 w 465676"/>
                <a:gd name="connsiteY300" fmla="*/ 231206 h 804026"/>
                <a:gd name="connsiteX301" fmla="*/ 224019 w 465676"/>
                <a:gd name="connsiteY301" fmla="*/ 227625 h 804026"/>
                <a:gd name="connsiteX302" fmla="*/ 222905 w 465676"/>
                <a:gd name="connsiteY302" fmla="*/ 230892 h 804026"/>
                <a:gd name="connsiteX303" fmla="*/ 205347 w 465676"/>
                <a:gd name="connsiteY303" fmla="*/ 221451 h 804026"/>
                <a:gd name="connsiteX304" fmla="*/ 194205 w 465676"/>
                <a:gd name="connsiteY304" fmla="*/ 222538 h 804026"/>
                <a:gd name="connsiteX305" fmla="*/ 178906 w 465676"/>
                <a:gd name="connsiteY305" fmla="*/ 233978 h 804026"/>
                <a:gd name="connsiteX306" fmla="*/ 173093 w 465676"/>
                <a:gd name="connsiteY306" fmla="*/ 230865 h 804026"/>
                <a:gd name="connsiteX307" fmla="*/ 166187 w 465676"/>
                <a:gd name="connsiteY307" fmla="*/ 192748 h 804026"/>
                <a:gd name="connsiteX308" fmla="*/ 169568 w 465676"/>
                <a:gd name="connsiteY308" fmla="*/ 189936 h 804026"/>
                <a:gd name="connsiteX309" fmla="*/ 182961 w 465676"/>
                <a:gd name="connsiteY309" fmla="*/ 160945 h 804026"/>
                <a:gd name="connsiteX310" fmla="*/ 181581 w 465676"/>
                <a:gd name="connsiteY310" fmla="*/ 159047 h 804026"/>
                <a:gd name="connsiteX311" fmla="*/ 182612 w 465676"/>
                <a:gd name="connsiteY311" fmla="*/ 140394 h 804026"/>
                <a:gd name="connsiteX312" fmla="*/ 182089 w 465676"/>
                <a:gd name="connsiteY312" fmla="*/ 130928 h 804026"/>
                <a:gd name="connsiteX313" fmla="*/ 180431 w 465676"/>
                <a:gd name="connsiteY313" fmla="*/ 124604 h 804026"/>
                <a:gd name="connsiteX314" fmla="*/ 178915 w 465676"/>
                <a:gd name="connsiteY314" fmla="*/ 118821 h 804026"/>
                <a:gd name="connsiteX315" fmla="*/ 177907 w 465676"/>
                <a:gd name="connsiteY315" fmla="*/ 116077 h 804026"/>
                <a:gd name="connsiteX316" fmla="*/ 177550 w 465676"/>
                <a:gd name="connsiteY316" fmla="*/ 115269 h 804026"/>
                <a:gd name="connsiteX317" fmla="*/ 176950 w 465676"/>
                <a:gd name="connsiteY317" fmla="*/ 113911 h 804026"/>
                <a:gd name="connsiteX318" fmla="*/ 161421 w 465676"/>
                <a:gd name="connsiteY318" fmla="*/ 91748 h 804026"/>
                <a:gd name="connsiteX319" fmla="*/ 138868 w 465676"/>
                <a:gd name="connsiteY319" fmla="*/ 75957 h 804026"/>
                <a:gd name="connsiteX320" fmla="*/ 105559 w 465676"/>
                <a:gd name="connsiteY320" fmla="*/ 69904 h 804026"/>
                <a:gd name="connsiteX321" fmla="*/ 81859 w 465676"/>
                <a:gd name="connsiteY321" fmla="*/ 74353 h 804026"/>
                <a:gd name="connsiteX322" fmla="*/ 78152 w 465676"/>
                <a:gd name="connsiteY322" fmla="*/ 73456 h 804026"/>
                <a:gd name="connsiteX323" fmla="*/ 78035 w 465676"/>
                <a:gd name="connsiteY323" fmla="*/ 73488 h 804026"/>
                <a:gd name="connsiteX324" fmla="*/ 81471 w 465676"/>
                <a:gd name="connsiteY324" fmla="*/ 74404 h 804026"/>
                <a:gd name="connsiteX325" fmla="*/ 71071 w 465676"/>
                <a:gd name="connsiteY325" fmla="*/ 80328 h 804026"/>
                <a:gd name="connsiteX326" fmla="*/ 72180 w 465676"/>
                <a:gd name="connsiteY326" fmla="*/ 76822 h 804026"/>
                <a:gd name="connsiteX327" fmla="*/ 74652 w 465676"/>
                <a:gd name="connsiteY327" fmla="*/ 74449 h 804026"/>
                <a:gd name="connsiteX328" fmla="*/ 72040 w 465676"/>
                <a:gd name="connsiteY328" fmla="*/ 76834 h 804026"/>
                <a:gd name="connsiteX329" fmla="*/ 70723 w 465676"/>
                <a:gd name="connsiteY329" fmla="*/ 80357 h 804026"/>
                <a:gd name="connsiteX330" fmla="*/ 46140 w 465676"/>
                <a:gd name="connsiteY330" fmla="*/ 105674 h 804026"/>
                <a:gd name="connsiteX331" fmla="*/ 39816 w 465676"/>
                <a:gd name="connsiteY331" fmla="*/ 107254 h 804026"/>
                <a:gd name="connsiteX332" fmla="*/ 26857 w 465676"/>
                <a:gd name="connsiteY332" fmla="*/ 102825 h 804026"/>
                <a:gd name="connsiteX333" fmla="*/ 24467 w 465676"/>
                <a:gd name="connsiteY333" fmla="*/ 100475 h 804026"/>
                <a:gd name="connsiteX334" fmla="*/ 22884 w 465676"/>
                <a:gd name="connsiteY334" fmla="*/ 99392 h 804026"/>
                <a:gd name="connsiteX335" fmla="*/ 24305 w 465676"/>
                <a:gd name="connsiteY335" fmla="*/ 100385 h 804026"/>
                <a:gd name="connsiteX336" fmla="*/ 26460 w 465676"/>
                <a:gd name="connsiteY336" fmla="*/ 102610 h 804026"/>
                <a:gd name="connsiteX337" fmla="*/ 16889 w 465676"/>
                <a:gd name="connsiteY337" fmla="*/ 100073 h 804026"/>
                <a:gd name="connsiteX338" fmla="*/ 19638 w 465676"/>
                <a:gd name="connsiteY338" fmla="*/ 98520 h 804026"/>
                <a:gd name="connsiteX339" fmla="*/ 20555 w 465676"/>
                <a:gd name="connsiteY339" fmla="*/ 98634 h 804026"/>
                <a:gd name="connsiteX340" fmla="*/ 19504 w 465676"/>
                <a:gd name="connsiteY340" fmla="*/ 98492 h 804026"/>
                <a:gd name="connsiteX341" fmla="*/ 16556 w 465676"/>
                <a:gd name="connsiteY341" fmla="*/ 99998 h 804026"/>
                <a:gd name="connsiteX342" fmla="*/ 14047 w 465676"/>
                <a:gd name="connsiteY342" fmla="*/ 98861 h 804026"/>
                <a:gd name="connsiteX343" fmla="*/ 6020 w 465676"/>
                <a:gd name="connsiteY343" fmla="*/ 93008 h 804026"/>
                <a:gd name="connsiteX344" fmla="*/ 13695 w 465676"/>
                <a:gd name="connsiteY344" fmla="*/ 98685 h 804026"/>
                <a:gd name="connsiteX345" fmla="*/ 8409 w 465676"/>
                <a:gd name="connsiteY345" fmla="*/ 97439 h 804026"/>
                <a:gd name="connsiteX346" fmla="*/ 4961 w 465676"/>
                <a:gd name="connsiteY346" fmla="*/ 89396 h 804026"/>
                <a:gd name="connsiteX347" fmla="*/ 10650 w 465676"/>
                <a:gd name="connsiteY347" fmla="*/ 80349 h 804026"/>
                <a:gd name="connsiteX348" fmla="*/ 11191 w 465676"/>
                <a:gd name="connsiteY348" fmla="*/ 83666 h 804026"/>
                <a:gd name="connsiteX349" fmla="*/ 10919 w 465676"/>
                <a:gd name="connsiteY349" fmla="*/ 80187 h 804026"/>
                <a:gd name="connsiteX350" fmla="*/ 11345 w 465676"/>
                <a:gd name="connsiteY350" fmla="*/ 79411 h 804026"/>
                <a:gd name="connsiteX351" fmla="*/ 14167 w 465676"/>
                <a:gd name="connsiteY351" fmla="*/ 74867 h 804026"/>
                <a:gd name="connsiteX352" fmla="*/ 14425 w 465676"/>
                <a:gd name="connsiteY352" fmla="*/ 65655 h 804026"/>
                <a:gd name="connsiteX353" fmla="*/ 0 w 465676"/>
                <a:gd name="connsiteY353" fmla="*/ 48340 h 804026"/>
                <a:gd name="connsiteX354" fmla="*/ 29037 w 465676"/>
                <a:gd name="connsiteY354" fmla="*/ 23797 h 804026"/>
                <a:gd name="connsiteX355" fmla="*/ 36165 w 465676"/>
                <a:gd name="connsiteY355" fmla="*/ 24825 h 804026"/>
                <a:gd name="connsiteX356" fmla="*/ 46416 w 465676"/>
                <a:gd name="connsiteY356" fmla="*/ 36157 h 804026"/>
                <a:gd name="connsiteX357" fmla="*/ 50871 w 465676"/>
                <a:gd name="connsiteY357" fmla="*/ 42341 h 804026"/>
                <a:gd name="connsiteX358" fmla="*/ 53039 w 465676"/>
                <a:gd name="connsiteY358" fmla="*/ 43219 h 804026"/>
                <a:gd name="connsiteX359" fmla="*/ 53071 w 465676"/>
                <a:gd name="connsiteY359" fmla="*/ 43222 h 804026"/>
                <a:gd name="connsiteX360" fmla="*/ 51207 w 465676"/>
                <a:gd name="connsiteY360" fmla="*/ 42405 h 804026"/>
                <a:gd name="connsiteX361" fmla="*/ 81711 w 465676"/>
                <a:gd name="connsiteY361" fmla="*/ 29865 h 804026"/>
                <a:gd name="connsiteX362" fmla="*/ 84941 w 465676"/>
                <a:gd name="connsiteY362" fmla="*/ 29430 h 804026"/>
                <a:gd name="connsiteX363" fmla="*/ 85606 w 465676"/>
                <a:gd name="connsiteY363" fmla="*/ 31245 h 804026"/>
                <a:gd name="connsiteX364" fmla="*/ 85343 w 465676"/>
                <a:gd name="connsiteY364" fmla="*/ 29411 h 804026"/>
                <a:gd name="connsiteX365" fmla="*/ 84563 w 465676"/>
                <a:gd name="connsiteY365" fmla="*/ 1377 h 804026"/>
                <a:gd name="connsiteX366" fmla="*/ 89821 w 465676"/>
                <a:gd name="connsiteY366" fmla="*/ 35 h 8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Lst>
              <a:rect l="l" t="t" r="r" b="b"/>
              <a:pathLst>
                <a:path w="465676" h="804026">
                  <a:moveTo>
                    <a:pt x="301632" y="607005"/>
                  </a:moveTo>
                  <a:cubicBezTo>
                    <a:pt x="324287" y="607921"/>
                    <a:pt x="346283" y="612365"/>
                    <a:pt x="367429" y="620682"/>
                  </a:cubicBezTo>
                  <a:cubicBezTo>
                    <a:pt x="387481" y="628569"/>
                    <a:pt x="405676" y="639633"/>
                    <a:pt x="422144" y="653456"/>
                  </a:cubicBezTo>
                  <a:cubicBezTo>
                    <a:pt x="438673" y="667330"/>
                    <a:pt x="452512" y="683603"/>
                    <a:pt x="463513" y="702175"/>
                  </a:cubicBezTo>
                  <a:lnTo>
                    <a:pt x="465676" y="707821"/>
                  </a:lnTo>
                  <a:lnTo>
                    <a:pt x="408974" y="707821"/>
                  </a:lnTo>
                  <a:lnTo>
                    <a:pt x="383548" y="681245"/>
                  </a:lnTo>
                  <a:cubicBezTo>
                    <a:pt x="364357" y="667249"/>
                    <a:pt x="343088" y="658377"/>
                    <a:pt x="319972" y="654296"/>
                  </a:cubicBezTo>
                  <a:cubicBezTo>
                    <a:pt x="307495" y="652093"/>
                    <a:pt x="294783" y="651349"/>
                    <a:pt x="281860" y="652806"/>
                  </a:cubicBezTo>
                  <a:cubicBezTo>
                    <a:pt x="266979" y="654484"/>
                    <a:pt x="252572" y="657451"/>
                    <a:pt x="238749" y="662980"/>
                  </a:cubicBezTo>
                  <a:cubicBezTo>
                    <a:pt x="223708" y="668997"/>
                    <a:pt x="210005" y="677336"/>
                    <a:pt x="197505" y="687743"/>
                  </a:cubicBezTo>
                  <a:cubicBezTo>
                    <a:pt x="184741" y="698370"/>
                    <a:pt x="174127" y="710762"/>
                    <a:pt x="165418" y="724834"/>
                  </a:cubicBezTo>
                  <a:cubicBezTo>
                    <a:pt x="155267" y="741236"/>
                    <a:pt x="148337" y="758886"/>
                    <a:pt x="145384" y="777993"/>
                  </a:cubicBezTo>
                  <a:cubicBezTo>
                    <a:pt x="144063" y="786543"/>
                    <a:pt x="143067" y="795143"/>
                    <a:pt x="141882" y="804026"/>
                  </a:cubicBezTo>
                  <a:cubicBezTo>
                    <a:pt x="127364" y="804026"/>
                    <a:pt x="112559" y="804026"/>
                    <a:pt x="97358" y="804026"/>
                  </a:cubicBezTo>
                  <a:cubicBezTo>
                    <a:pt x="97655" y="797379"/>
                    <a:pt x="97417" y="790731"/>
                    <a:pt x="98363" y="784257"/>
                  </a:cubicBezTo>
                  <a:cubicBezTo>
                    <a:pt x="99859" y="774019"/>
                    <a:pt x="101723" y="763791"/>
                    <a:pt x="104190" y="753746"/>
                  </a:cubicBezTo>
                  <a:cubicBezTo>
                    <a:pt x="110105" y="729658"/>
                    <a:pt x="120603" y="707621"/>
                    <a:pt x="135667" y="687901"/>
                  </a:cubicBezTo>
                  <a:cubicBezTo>
                    <a:pt x="142008" y="679600"/>
                    <a:pt x="148424" y="671205"/>
                    <a:pt x="155848" y="663913"/>
                  </a:cubicBezTo>
                  <a:cubicBezTo>
                    <a:pt x="182163" y="638066"/>
                    <a:pt x="213534" y="620837"/>
                    <a:pt x="249307" y="612033"/>
                  </a:cubicBezTo>
                  <a:cubicBezTo>
                    <a:pt x="259045" y="609636"/>
                    <a:pt x="269244" y="608969"/>
                    <a:pt x="279278" y="607968"/>
                  </a:cubicBezTo>
                  <a:cubicBezTo>
                    <a:pt x="286692" y="607228"/>
                    <a:pt x="294202" y="606703"/>
                    <a:pt x="301632" y="607005"/>
                  </a:cubicBezTo>
                  <a:close/>
                  <a:moveTo>
                    <a:pt x="246264" y="579386"/>
                  </a:moveTo>
                  <a:lnTo>
                    <a:pt x="253218" y="581610"/>
                  </a:lnTo>
                  <a:lnTo>
                    <a:pt x="245981" y="579407"/>
                  </a:lnTo>
                  <a:close/>
                  <a:moveTo>
                    <a:pt x="343626" y="528049"/>
                  </a:moveTo>
                  <a:cubicBezTo>
                    <a:pt x="343550" y="529064"/>
                    <a:pt x="343594" y="530741"/>
                    <a:pt x="342800" y="531385"/>
                  </a:cubicBezTo>
                  <a:cubicBezTo>
                    <a:pt x="332596" y="539668"/>
                    <a:pt x="320580" y="543347"/>
                    <a:pt x="307726" y="544729"/>
                  </a:cubicBezTo>
                  <a:cubicBezTo>
                    <a:pt x="307397" y="544765"/>
                    <a:pt x="307001" y="544175"/>
                    <a:pt x="306528" y="543556"/>
                  </a:cubicBezTo>
                  <a:cubicBezTo>
                    <a:pt x="315893" y="539910"/>
                    <a:pt x="325421" y="536729"/>
                    <a:pt x="334808" y="533177"/>
                  </a:cubicBezTo>
                  <a:cubicBezTo>
                    <a:pt x="337847" y="532028"/>
                    <a:pt x="340518" y="529907"/>
                    <a:pt x="343626" y="528049"/>
                  </a:cubicBezTo>
                  <a:close/>
                  <a:moveTo>
                    <a:pt x="417853" y="496931"/>
                  </a:moveTo>
                  <a:cubicBezTo>
                    <a:pt x="414158" y="506420"/>
                    <a:pt x="410146" y="515943"/>
                    <a:pt x="405988" y="525401"/>
                  </a:cubicBezTo>
                  <a:cubicBezTo>
                    <a:pt x="405608" y="526267"/>
                    <a:pt x="404289" y="526720"/>
                    <a:pt x="403055" y="527418"/>
                  </a:cubicBezTo>
                  <a:cubicBezTo>
                    <a:pt x="406492" y="518475"/>
                    <a:pt x="410210" y="509446"/>
                    <a:pt x="414143" y="500513"/>
                  </a:cubicBezTo>
                  <a:cubicBezTo>
                    <a:pt x="414763" y="499105"/>
                    <a:pt x="416353" y="498126"/>
                    <a:pt x="417853" y="496931"/>
                  </a:cubicBezTo>
                  <a:close/>
                  <a:moveTo>
                    <a:pt x="221685" y="418384"/>
                  </a:moveTo>
                  <a:cubicBezTo>
                    <a:pt x="219672" y="424166"/>
                    <a:pt x="217269" y="429941"/>
                    <a:pt x="214543" y="435892"/>
                  </a:cubicBezTo>
                  <a:cubicBezTo>
                    <a:pt x="211934" y="430146"/>
                    <a:pt x="216255" y="419344"/>
                    <a:pt x="221685" y="418384"/>
                  </a:cubicBezTo>
                  <a:close/>
                  <a:moveTo>
                    <a:pt x="189387" y="385768"/>
                  </a:moveTo>
                  <a:cubicBezTo>
                    <a:pt x="189774" y="386778"/>
                    <a:pt x="190430" y="388290"/>
                    <a:pt x="189933" y="389067"/>
                  </a:cubicBezTo>
                  <a:cubicBezTo>
                    <a:pt x="180950" y="403118"/>
                    <a:pt x="174124" y="418067"/>
                    <a:pt x="170451" y="434397"/>
                  </a:cubicBezTo>
                  <a:cubicBezTo>
                    <a:pt x="170315" y="435002"/>
                    <a:pt x="169315" y="435413"/>
                    <a:pt x="168415" y="435971"/>
                  </a:cubicBezTo>
                  <a:cubicBezTo>
                    <a:pt x="170399" y="427709"/>
                    <a:pt x="171847" y="419035"/>
                    <a:pt x="175195" y="411168"/>
                  </a:cubicBezTo>
                  <a:cubicBezTo>
                    <a:pt x="178938" y="402373"/>
                    <a:pt x="184404" y="394310"/>
                    <a:pt x="189387" y="385768"/>
                  </a:cubicBezTo>
                  <a:close/>
                  <a:moveTo>
                    <a:pt x="262020" y="381557"/>
                  </a:moveTo>
                  <a:lnTo>
                    <a:pt x="263153" y="381790"/>
                  </a:lnTo>
                  <a:cubicBezTo>
                    <a:pt x="259211" y="384308"/>
                    <a:pt x="255174" y="386486"/>
                    <a:pt x="250790" y="388694"/>
                  </a:cubicBezTo>
                  <a:cubicBezTo>
                    <a:pt x="250845" y="387705"/>
                    <a:pt x="251152" y="386751"/>
                    <a:pt x="251645" y="385870"/>
                  </a:cubicBezTo>
                  <a:lnTo>
                    <a:pt x="253288" y="383883"/>
                  </a:lnTo>
                  <a:lnTo>
                    <a:pt x="253912" y="383359"/>
                  </a:lnTo>
                  <a:lnTo>
                    <a:pt x="256807" y="382096"/>
                  </a:lnTo>
                  <a:close/>
                  <a:moveTo>
                    <a:pt x="197010" y="376191"/>
                  </a:moveTo>
                  <a:cubicBezTo>
                    <a:pt x="197795" y="376570"/>
                    <a:pt x="198296" y="377057"/>
                    <a:pt x="198796" y="377545"/>
                  </a:cubicBezTo>
                  <a:cubicBezTo>
                    <a:pt x="197561" y="378044"/>
                    <a:pt x="196326" y="378542"/>
                    <a:pt x="194722" y="379033"/>
                  </a:cubicBezTo>
                  <a:cubicBezTo>
                    <a:pt x="195143" y="378117"/>
                    <a:pt x="195935" y="377208"/>
                    <a:pt x="197010" y="376191"/>
                  </a:cubicBezTo>
                  <a:close/>
                  <a:moveTo>
                    <a:pt x="293450" y="376018"/>
                  </a:moveTo>
                  <a:cubicBezTo>
                    <a:pt x="288573" y="376117"/>
                    <a:pt x="283702" y="376752"/>
                    <a:pt x="278867" y="378038"/>
                  </a:cubicBezTo>
                  <a:cubicBezTo>
                    <a:pt x="273665" y="379421"/>
                    <a:pt x="268454" y="380767"/>
                    <a:pt x="263059" y="381450"/>
                  </a:cubicBezTo>
                  <a:lnTo>
                    <a:pt x="262020" y="381557"/>
                  </a:lnTo>
                  <a:lnTo>
                    <a:pt x="259315" y="381002"/>
                  </a:lnTo>
                  <a:lnTo>
                    <a:pt x="256807" y="382096"/>
                  </a:lnTo>
                  <a:lnTo>
                    <a:pt x="255219" y="382260"/>
                  </a:lnTo>
                  <a:lnTo>
                    <a:pt x="253912" y="383359"/>
                  </a:lnTo>
                  <a:lnTo>
                    <a:pt x="253614" y="383489"/>
                  </a:lnTo>
                  <a:lnTo>
                    <a:pt x="253288" y="383883"/>
                  </a:lnTo>
                  <a:lnTo>
                    <a:pt x="251793" y="385139"/>
                  </a:lnTo>
                  <a:cubicBezTo>
                    <a:pt x="250848" y="386290"/>
                    <a:pt x="250148" y="387605"/>
                    <a:pt x="249835" y="389001"/>
                  </a:cubicBezTo>
                  <a:cubicBezTo>
                    <a:pt x="248111" y="390286"/>
                    <a:pt x="246386" y="391572"/>
                    <a:pt x="243958" y="392867"/>
                  </a:cubicBezTo>
                  <a:lnTo>
                    <a:pt x="242352" y="394515"/>
                  </a:lnTo>
                  <a:lnTo>
                    <a:pt x="241396" y="395496"/>
                  </a:lnTo>
                  <a:cubicBezTo>
                    <a:pt x="237955" y="398931"/>
                    <a:pt x="234260" y="402151"/>
                    <a:pt x="231143" y="405858"/>
                  </a:cubicBezTo>
                  <a:cubicBezTo>
                    <a:pt x="227834" y="409795"/>
                    <a:pt x="225074" y="414194"/>
                    <a:pt x="221296" y="418377"/>
                  </a:cubicBezTo>
                  <a:cubicBezTo>
                    <a:pt x="216255" y="419344"/>
                    <a:pt x="211934" y="430146"/>
                    <a:pt x="214117" y="436714"/>
                  </a:cubicBezTo>
                  <a:cubicBezTo>
                    <a:pt x="214058" y="437144"/>
                    <a:pt x="214000" y="437573"/>
                    <a:pt x="213622" y="438218"/>
                  </a:cubicBezTo>
                  <a:cubicBezTo>
                    <a:pt x="213422" y="438384"/>
                    <a:pt x="213260" y="438581"/>
                    <a:pt x="212546" y="439134"/>
                  </a:cubicBezTo>
                  <a:cubicBezTo>
                    <a:pt x="212397" y="442317"/>
                    <a:pt x="212127" y="445500"/>
                    <a:pt x="212123" y="448684"/>
                  </a:cubicBezTo>
                  <a:cubicBezTo>
                    <a:pt x="212111" y="457654"/>
                    <a:pt x="210847" y="466887"/>
                    <a:pt x="212524" y="475543"/>
                  </a:cubicBezTo>
                  <a:cubicBezTo>
                    <a:pt x="217125" y="499292"/>
                    <a:pt x="230375" y="517714"/>
                    <a:pt x="250568" y="531866"/>
                  </a:cubicBezTo>
                  <a:cubicBezTo>
                    <a:pt x="250761" y="532309"/>
                    <a:pt x="250829" y="532918"/>
                    <a:pt x="251165" y="533171"/>
                  </a:cubicBezTo>
                  <a:cubicBezTo>
                    <a:pt x="250829" y="532918"/>
                    <a:pt x="250761" y="532309"/>
                    <a:pt x="250526" y="531520"/>
                  </a:cubicBezTo>
                  <a:cubicBezTo>
                    <a:pt x="260695" y="536885"/>
                    <a:pt x="271408" y="541229"/>
                    <a:pt x="283431" y="543163"/>
                  </a:cubicBezTo>
                  <a:cubicBezTo>
                    <a:pt x="283298" y="543754"/>
                    <a:pt x="282687" y="544784"/>
                    <a:pt x="282241" y="544717"/>
                  </a:cubicBezTo>
                  <a:cubicBezTo>
                    <a:pt x="282687" y="544784"/>
                    <a:pt x="283298" y="543754"/>
                    <a:pt x="284601" y="543093"/>
                  </a:cubicBezTo>
                  <a:cubicBezTo>
                    <a:pt x="288827" y="543738"/>
                    <a:pt x="293043" y="544775"/>
                    <a:pt x="297285" y="544895"/>
                  </a:cubicBezTo>
                  <a:cubicBezTo>
                    <a:pt x="300312" y="544981"/>
                    <a:pt x="303373" y="543833"/>
                    <a:pt x="306637" y="543877"/>
                  </a:cubicBezTo>
                  <a:cubicBezTo>
                    <a:pt x="307001" y="544175"/>
                    <a:pt x="307397" y="544765"/>
                    <a:pt x="307726" y="544729"/>
                  </a:cubicBezTo>
                  <a:cubicBezTo>
                    <a:pt x="320580" y="543347"/>
                    <a:pt x="332596" y="539668"/>
                    <a:pt x="342800" y="531385"/>
                  </a:cubicBezTo>
                  <a:cubicBezTo>
                    <a:pt x="343594" y="530741"/>
                    <a:pt x="343550" y="529064"/>
                    <a:pt x="343981" y="527588"/>
                  </a:cubicBezTo>
                  <a:cubicBezTo>
                    <a:pt x="343981" y="527588"/>
                    <a:pt x="344263" y="527510"/>
                    <a:pt x="344944" y="527864"/>
                  </a:cubicBezTo>
                  <a:lnTo>
                    <a:pt x="346779" y="527906"/>
                  </a:lnTo>
                  <a:lnTo>
                    <a:pt x="344604" y="527687"/>
                  </a:lnTo>
                  <a:cubicBezTo>
                    <a:pt x="345181" y="526802"/>
                    <a:pt x="346098" y="526094"/>
                    <a:pt x="347318" y="525335"/>
                  </a:cubicBezTo>
                  <a:lnTo>
                    <a:pt x="347763" y="526591"/>
                  </a:lnTo>
                  <a:lnTo>
                    <a:pt x="347701" y="527701"/>
                  </a:lnTo>
                  <a:lnTo>
                    <a:pt x="347604" y="527925"/>
                  </a:lnTo>
                  <a:lnTo>
                    <a:pt x="347689" y="527927"/>
                  </a:lnTo>
                  <a:lnTo>
                    <a:pt x="347701" y="527701"/>
                  </a:lnTo>
                  <a:lnTo>
                    <a:pt x="347953" y="527125"/>
                  </a:lnTo>
                  <a:lnTo>
                    <a:pt x="347763" y="526591"/>
                  </a:lnTo>
                  <a:lnTo>
                    <a:pt x="347870" y="524682"/>
                  </a:lnTo>
                  <a:cubicBezTo>
                    <a:pt x="352020" y="520323"/>
                    <a:pt x="356170" y="515963"/>
                    <a:pt x="361084" y="511619"/>
                  </a:cubicBezTo>
                  <a:cubicBezTo>
                    <a:pt x="362751" y="510591"/>
                    <a:pt x="364965" y="509945"/>
                    <a:pt x="365995" y="508472"/>
                  </a:cubicBezTo>
                  <a:cubicBezTo>
                    <a:pt x="364965" y="509945"/>
                    <a:pt x="362751" y="510591"/>
                    <a:pt x="360702" y="511612"/>
                  </a:cubicBezTo>
                  <a:cubicBezTo>
                    <a:pt x="368484" y="501604"/>
                    <a:pt x="373602" y="490168"/>
                    <a:pt x="376678" y="477425"/>
                  </a:cubicBezTo>
                  <a:cubicBezTo>
                    <a:pt x="377417" y="478012"/>
                    <a:pt x="378294" y="478877"/>
                    <a:pt x="378165" y="479548"/>
                  </a:cubicBezTo>
                  <a:cubicBezTo>
                    <a:pt x="378295" y="478877"/>
                    <a:pt x="377417" y="478012"/>
                    <a:pt x="377114" y="476393"/>
                  </a:cubicBezTo>
                  <a:cubicBezTo>
                    <a:pt x="377173" y="466211"/>
                    <a:pt x="377232" y="456029"/>
                    <a:pt x="377891" y="445653"/>
                  </a:cubicBezTo>
                  <a:cubicBezTo>
                    <a:pt x="376709" y="441462"/>
                    <a:pt x="375527" y="437271"/>
                    <a:pt x="374077" y="432483"/>
                  </a:cubicBezTo>
                  <a:cubicBezTo>
                    <a:pt x="373748" y="431714"/>
                    <a:pt x="373418" y="430946"/>
                    <a:pt x="373479" y="429844"/>
                  </a:cubicBezTo>
                  <a:cubicBezTo>
                    <a:pt x="373113" y="429286"/>
                    <a:pt x="372747" y="428728"/>
                    <a:pt x="372076" y="427525"/>
                  </a:cubicBezTo>
                  <a:cubicBezTo>
                    <a:pt x="371803" y="427130"/>
                    <a:pt x="371457" y="426768"/>
                    <a:pt x="371267" y="426336"/>
                  </a:cubicBezTo>
                  <a:cubicBezTo>
                    <a:pt x="365310" y="412775"/>
                    <a:pt x="355924" y="401992"/>
                    <a:pt x="344365" y="392931"/>
                  </a:cubicBezTo>
                  <a:cubicBezTo>
                    <a:pt x="333629" y="384517"/>
                    <a:pt x="321360" y="379546"/>
                    <a:pt x="308070" y="377208"/>
                  </a:cubicBezTo>
                  <a:cubicBezTo>
                    <a:pt x="303210" y="376354"/>
                    <a:pt x="298327" y="375918"/>
                    <a:pt x="293450" y="376018"/>
                  </a:cubicBezTo>
                  <a:close/>
                  <a:moveTo>
                    <a:pt x="271653" y="333011"/>
                  </a:moveTo>
                  <a:cubicBezTo>
                    <a:pt x="271229" y="333962"/>
                    <a:pt x="270554" y="335402"/>
                    <a:pt x="269572" y="335656"/>
                  </a:cubicBezTo>
                  <a:cubicBezTo>
                    <a:pt x="253900" y="339721"/>
                    <a:pt x="239180" y="345933"/>
                    <a:pt x="225452" y="354543"/>
                  </a:cubicBezTo>
                  <a:cubicBezTo>
                    <a:pt x="224378" y="355217"/>
                    <a:pt x="222684" y="354901"/>
                    <a:pt x="220898" y="354858"/>
                  </a:cubicBezTo>
                  <a:cubicBezTo>
                    <a:pt x="229696" y="349707"/>
                    <a:pt x="238618" y="344161"/>
                    <a:pt x="248135" y="339969"/>
                  </a:cubicBezTo>
                  <a:cubicBezTo>
                    <a:pt x="255454" y="336745"/>
                    <a:pt x="263524" y="335225"/>
                    <a:pt x="271653" y="333011"/>
                  </a:cubicBezTo>
                  <a:close/>
                  <a:moveTo>
                    <a:pt x="277592" y="332024"/>
                  </a:moveTo>
                  <a:cubicBezTo>
                    <a:pt x="277441" y="333037"/>
                    <a:pt x="277208" y="334046"/>
                    <a:pt x="276693" y="334466"/>
                  </a:cubicBezTo>
                  <a:lnTo>
                    <a:pt x="276692" y="334466"/>
                  </a:lnTo>
                  <a:lnTo>
                    <a:pt x="276696" y="334466"/>
                  </a:lnTo>
                  <a:cubicBezTo>
                    <a:pt x="277295" y="334063"/>
                    <a:pt x="277615" y="333072"/>
                    <a:pt x="277940" y="332092"/>
                  </a:cubicBezTo>
                  <a:cubicBezTo>
                    <a:pt x="289917" y="332093"/>
                    <a:pt x="301895" y="332093"/>
                    <a:pt x="314185" y="332803"/>
                  </a:cubicBezTo>
                  <a:lnTo>
                    <a:pt x="314816" y="333219"/>
                  </a:lnTo>
                  <a:lnTo>
                    <a:pt x="326347" y="335018"/>
                  </a:lnTo>
                  <a:cubicBezTo>
                    <a:pt x="338059" y="337644"/>
                    <a:pt x="349109" y="342453"/>
                    <a:pt x="359736" y="348462"/>
                  </a:cubicBezTo>
                  <a:cubicBezTo>
                    <a:pt x="362615" y="350090"/>
                    <a:pt x="365319" y="352029"/>
                    <a:pt x="368243" y="354141"/>
                  </a:cubicBezTo>
                  <a:cubicBezTo>
                    <a:pt x="363702" y="352316"/>
                    <a:pt x="358904" y="350399"/>
                    <a:pt x="354368" y="347990"/>
                  </a:cubicBezTo>
                  <a:cubicBezTo>
                    <a:pt x="358904" y="350399"/>
                    <a:pt x="363702" y="352316"/>
                    <a:pt x="368381" y="354456"/>
                  </a:cubicBezTo>
                  <a:cubicBezTo>
                    <a:pt x="368381" y="354456"/>
                    <a:pt x="368308" y="354493"/>
                    <a:pt x="368394" y="354793"/>
                  </a:cubicBezTo>
                  <a:cubicBezTo>
                    <a:pt x="369436" y="355542"/>
                    <a:pt x="370391" y="355990"/>
                    <a:pt x="371347" y="356438"/>
                  </a:cubicBezTo>
                  <a:cubicBezTo>
                    <a:pt x="379047" y="363206"/>
                    <a:pt x="387890" y="368673"/>
                    <a:pt x="393344" y="377905"/>
                  </a:cubicBezTo>
                  <a:cubicBezTo>
                    <a:pt x="397799" y="385446"/>
                    <a:pt x="403813" y="392106"/>
                    <a:pt x="407903" y="399810"/>
                  </a:cubicBezTo>
                  <a:cubicBezTo>
                    <a:pt x="411883" y="407307"/>
                    <a:pt x="414465" y="415575"/>
                    <a:pt x="417335" y="423621"/>
                  </a:cubicBezTo>
                  <a:cubicBezTo>
                    <a:pt x="419080" y="428511"/>
                    <a:pt x="420976" y="433550"/>
                    <a:pt x="421455" y="438649"/>
                  </a:cubicBezTo>
                  <a:cubicBezTo>
                    <a:pt x="422514" y="449904"/>
                    <a:pt x="423299" y="461252"/>
                    <a:pt x="423057" y="472537"/>
                  </a:cubicBezTo>
                  <a:cubicBezTo>
                    <a:pt x="422911" y="479377"/>
                    <a:pt x="420651" y="486175"/>
                    <a:pt x="419303" y="492985"/>
                  </a:cubicBezTo>
                  <a:cubicBezTo>
                    <a:pt x="419085" y="494087"/>
                    <a:pt x="418671" y="495150"/>
                    <a:pt x="417921" y="496589"/>
                  </a:cubicBezTo>
                  <a:cubicBezTo>
                    <a:pt x="416353" y="498126"/>
                    <a:pt x="414763" y="499105"/>
                    <a:pt x="414143" y="500513"/>
                  </a:cubicBezTo>
                  <a:cubicBezTo>
                    <a:pt x="410210" y="509446"/>
                    <a:pt x="406492" y="518475"/>
                    <a:pt x="402702" y="527472"/>
                  </a:cubicBezTo>
                  <a:cubicBezTo>
                    <a:pt x="402804" y="528452"/>
                    <a:pt x="403362" y="529734"/>
                    <a:pt x="402942" y="530370"/>
                  </a:cubicBezTo>
                  <a:cubicBezTo>
                    <a:pt x="392551" y="546115"/>
                    <a:pt x="379423" y="559099"/>
                    <a:pt x="363350" y="569027"/>
                  </a:cubicBezTo>
                  <a:cubicBezTo>
                    <a:pt x="362480" y="569564"/>
                    <a:pt x="361080" y="569191"/>
                    <a:pt x="360118" y="569647"/>
                  </a:cubicBezTo>
                  <a:cubicBezTo>
                    <a:pt x="359003" y="570175"/>
                    <a:pt x="358074" y="571122"/>
                    <a:pt x="357117" y="571949"/>
                  </a:cubicBezTo>
                  <a:cubicBezTo>
                    <a:pt x="356797" y="572225"/>
                    <a:pt x="356685" y="572983"/>
                    <a:pt x="356404" y="573025"/>
                  </a:cubicBezTo>
                  <a:cubicBezTo>
                    <a:pt x="353229" y="573503"/>
                    <a:pt x="349787" y="573430"/>
                    <a:pt x="348586" y="577413"/>
                  </a:cubicBezTo>
                  <a:cubicBezTo>
                    <a:pt x="342962" y="576692"/>
                    <a:pt x="339730" y="582144"/>
                    <a:pt x="334376" y="582733"/>
                  </a:cubicBezTo>
                  <a:cubicBezTo>
                    <a:pt x="328924" y="583332"/>
                    <a:pt x="323700" y="585833"/>
                    <a:pt x="318249" y="586650"/>
                  </a:cubicBezTo>
                  <a:cubicBezTo>
                    <a:pt x="307645" y="588239"/>
                    <a:pt x="297057" y="590484"/>
                    <a:pt x="286181" y="588320"/>
                  </a:cubicBezTo>
                  <a:cubicBezTo>
                    <a:pt x="276843" y="586463"/>
                    <a:pt x="267406" y="585100"/>
                    <a:pt x="257594" y="583010"/>
                  </a:cubicBezTo>
                  <a:lnTo>
                    <a:pt x="253218" y="581610"/>
                  </a:lnTo>
                  <a:lnTo>
                    <a:pt x="257245" y="582836"/>
                  </a:lnTo>
                  <a:cubicBezTo>
                    <a:pt x="255686" y="580752"/>
                    <a:pt x="253931" y="579498"/>
                    <a:pt x="252035" y="578964"/>
                  </a:cubicBezTo>
                  <a:lnTo>
                    <a:pt x="246264" y="579386"/>
                  </a:lnTo>
                  <a:lnTo>
                    <a:pt x="245681" y="579200"/>
                  </a:lnTo>
                  <a:cubicBezTo>
                    <a:pt x="245166" y="578969"/>
                    <a:pt x="244652" y="578738"/>
                    <a:pt x="243753" y="578072"/>
                  </a:cubicBezTo>
                  <a:cubicBezTo>
                    <a:pt x="242416" y="577259"/>
                    <a:pt x="241463" y="576881"/>
                    <a:pt x="240509" y="576503"/>
                  </a:cubicBezTo>
                  <a:cubicBezTo>
                    <a:pt x="240509" y="576503"/>
                    <a:pt x="240063" y="576447"/>
                    <a:pt x="239716" y="576041"/>
                  </a:cubicBezTo>
                  <a:lnTo>
                    <a:pt x="239142" y="575891"/>
                  </a:lnTo>
                  <a:lnTo>
                    <a:pt x="236866" y="575297"/>
                  </a:lnTo>
                  <a:cubicBezTo>
                    <a:pt x="228650" y="569985"/>
                    <a:pt x="219958" y="565276"/>
                    <a:pt x="212318" y="559236"/>
                  </a:cubicBezTo>
                  <a:cubicBezTo>
                    <a:pt x="196531" y="546756"/>
                    <a:pt x="185049" y="530740"/>
                    <a:pt x="176927" y="511886"/>
                  </a:cubicBezTo>
                  <a:lnTo>
                    <a:pt x="176538" y="510992"/>
                  </a:lnTo>
                  <a:lnTo>
                    <a:pt x="175969" y="509681"/>
                  </a:lnTo>
                  <a:cubicBezTo>
                    <a:pt x="175584" y="508931"/>
                    <a:pt x="175200" y="508180"/>
                    <a:pt x="174989" y="506870"/>
                  </a:cubicBezTo>
                  <a:lnTo>
                    <a:pt x="173844" y="503404"/>
                  </a:lnTo>
                  <a:lnTo>
                    <a:pt x="170076" y="492004"/>
                  </a:lnTo>
                  <a:cubicBezTo>
                    <a:pt x="169710" y="491334"/>
                    <a:pt x="169344" y="490663"/>
                    <a:pt x="169313" y="489500"/>
                  </a:cubicBezTo>
                  <a:lnTo>
                    <a:pt x="169198" y="488242"/>
                  </a:lnTo>
                  <a:lnTo>
                    <a:pt x="169094" y="487094"/>
                  </a:lnTo>
                  <a:cubicBezTo>
                    <a:pt x="168728" y="486424"/>
                    <a:pt x="168362" y="485753"/>
                    <a:pt x="168331" y="484589"/>
                  </a:cubicBezTo>
                  <a:lnTo>
                    <a:pt x="168216" y="483332"/>
                  </a:lnTo>
                  <a:lnTo>
                    <a:pt x="168112" y="482184"/>
                  </a:lnTo>
                  <a:cubicBezTo>
                    <a:pt x="167737" y="480477"/>
                    <a:pt x="167362" y="478771"/>
                    <a:pt x="167309" y="476618"/>
                  </a:cubicBezTo>
                  <a:lnTo>
                    <a:pt x="167215" y="475418"/>
                  </a:lnTo>
                  <a:lnTo>
                    <a:pt x="167130" y="474327"/>
                  </a:lnTo>
                  <a:cubicBezTo>
                    <a:pt x="166748" y="471833"/>
                    <a:pt x="166107" y="469345"/>
                    <a:pt x="166037" y="466842"/>
                  </a:cubicBezTo>
                  <a:cubicBezTo>
                    <a:pt x="165877" y="461134"/>
                    <a:pt x="165997" y="455417"/>
                    <a:pt x="166378" y="449192"/>
                  </a:cubicBezTo>
                  <a:lnTo>
                    <a:pt x="166453" y="448652"/>
                  </a:lnTo>
                  <a:lnTo>
                    <a:pt x="166850" y="445809"/>
                  </a:lnTo>
                  <a:cubicBezTo>
                    <a:pt x="166896" y="444769"/>
                    <a:pt x="166941" y="443729"/>
                    <a:pt x="167360" y="442247"/>
                  </a:cubicBezTo>
                  <a:lnTo>
                    <a:pt x="167438" y="441700"/>
                  </a:lnTo>
                  <a:lnTo>
                    <a:pt x="167832" y="438935"/>
                  </a:lnTo>
                  <a:cubicBezTo>
                    <a:pt x="167878" y="438205"/>
                    <a:pt x="167923" y="437475"/>
                    <a:pt x="168343" y="436330"/>
                  </a:cubicBezTo>
                  <a:cubicBezTo>
                    <a:pt x="169315" y="435413"/>
                    <a:pt x="170315" y="435002"/>
                    <a:pt x="170451" y="434397"/>
                  </a:cubicBezTo>
                  <a:cubicBezTo>
                    <a:pt x="174124" y="418067"/>
                    <a:pt x="180950" y="403118"/>
                    <a:pt x="189933" y="389067"/>
                  </a:cubicBezTo>
                  <a:cubicBezTo>
                    <a:pt x="190430" y="388290"/>
                    <a:pt x="189774" y="386778"/>
                    <a:pt x="189655" y="385608"/>
                  </a:cubicBezTo>
                  <a:cubicBezTo>
                    <a:pt x="189634" y="385404"/>
                    <a:pt x="189613" y="385200"/>
                    <a:pt x="190057" y="384835"/>
                  </a:cubicBezTo>
                  <a:cubicBezTo>
                    <a:pt x="191634" y="384277"/>
                    <a:pt x="192745" y="383881"/>
                    <a:pt x="193856" y="383485"/>
                  </a:cubicBezTo>
                  <a:lnTo>
                    <a:pt x="193856" y="383485"/>
                  </a:lnTo>
                  <a:lnTo>
                    <a:pt x="190143" y="384540"/>
                  </a:lnTo>
                  <a:cubicBezTo>
                    <a:pt x="190448" y="383669"/>
                    <a:pt x="191132" y="382930"/>
                    <a:pt x="192100" y="382083"/>
                  </a:cubicBezTo>
                  <a:lnTo>
                    <a:pt x="193855" y="383484"/>
                  </a:lnTo>
                  <a:lnTo>
                    <a:pt x="192385" y="381975"/>
                  </a:lnTo>
                  <a:cubicBezTo>
                    <a:pt x="192843" y="381071"/>
                    <a:pt x="193302" y="380167"/>
                    <a:pt x="194426" y="379152"/>
                  </a:cubicBezTo>
                  <a:cubicBezTo>
                    <a:pt x="196326" y="378542"/>
                    <a:pt x="197561" y="378044"/>
                    <a:pt x="198796" y="377545"/>
                  </a:cubicBezTo>
                  <a:cubicBezTo>
                    <a:pt x="198296" y="377057"/>
                    <a:pt x="197795" y="376570"/>
                    <a:pt x="197295" y="376082"/>
                  </a:cubicBezTo>
                  <a:cubicBezTo>
                    <a:pt x="200041" y="372891"/>
                    <a:pt x="202787" y="369699"/>
                    <a:pt x="206245" y="366393"/>
                  </a:cubicBezTo>
                  <a:lnTo>
                    <a:pt x="210214" y="365638"/>
                  </a:lnTo>
                  <a:lnTo>
                    <a:pt x="206546" y="366268"/>
                  </a:lnTo>
                  <a:cubicBezTo>
                    <a:pt x="207593" y="365013"/>
                    <a:pt x="209050" y="363767"/>
                    <a:pt x="210812" y="362390"/>
                  </a:cubicBezTo>
                  <a:lnTo>
                    <a:pt x="210248" y="365631"/>
                  </a:lnTo>
                  <a:lnTo>
                    <a:pt x="210249" y="365631"/>
                  </a:lnTo>
                  <a:cubicBezTo>
                    <a:pt x="211053" y="364970"/>
                    <a:pt x="211335" y="363874"/>
                    <a:pt x="211117" y="362260"/>
                  </a:cubicBezTo>
                  <a:cubicBezTo>
                    <a:pt x="211130" y="361917"/>
                    <a:pt x="211283" y="361654"/>
                    <a:pt x="212220" y="361420"/>
                  </a:cubicBezTo>
                  <a:lnTo>
                    <a:pt x="214976" y="361137"/>
                  </a:lnTo>
                  <a:lnTo>
                    <a:pt x="212448" y="361358"/>
                  </a:lnTo>
                  <a:cubicBezTo>
                    <a:pt x="213258" y="360339"/>
                    <a:pt x="214487" y="359329"/>
                    <a:pt x="215971" y="358148"/>
                  </a:cubicBezTo>
                  <a:cubicBezTo>
                    <a:pt x="216425" y="359051"/>
                    <a:pt x="216590" y="359696"/>
                    <a:pt x="216544" y="360156"/>
                  </a:cubicBezTo>
                  <a:lnTo>
                    <a:pt x="215950" y="360923"/>
                  </a:lnTo>
                  <a:lnTo>
                    <a:pt x="216647" y="360085"/>
                  </a:lnTo>
                  <a:cubicBezTo>
                    <a:pt x="216733" y="359599"/>
                    <a:pt x="216615" y="358923"/>
                    <a:pt x="216225" y="357977"/>
                  </a:cubicBezTo>
                  <a:cubicBezTo>
                    <a:pt x="216225" y="357977"/>
                    <a:pt x="216308" y="357697"/>
                    <a:pt x="216841" y="357845"/>
                  </a:cubicBezTo>
                  <a:lnTo>
                    <a:pt x="219244" y="357837"/>
                  </a:lnTo>
                  <a:lnTo>
                    <a:pt x="216981" y="357805"/>
                  </a:lnTo>
                  <a:cubicBezTo>
                    <a:pt x="217618" y="356863"/>
                    <a:pt x="218647" y="356109"/>
                    <a:pt x="219915" y="355193"/>
                  </a:cubicBezTo>
                  <a:lnTo>
                    <a:pt x="220112" y="357834"/>
                  </a:lnTo>
                  <a:lnTo>
                    <a:pt x="220125" y="357834"/>
                  </a:lnTo>
                  <a:cubicBezTo>
                    <a:pt x="220707" y="357407"/>
                    <a:pt x="220747" y="356516"/>
                    <a:pt x="220153" y="355031"/>
                  </a:cubicBezTo>
                  <a:cubicBezTo>
                    <a:pt x="220153" y="355031"/>
                    <a:pt x="220236" y="354751"/>
                    <a:pt x="220757" y="354898"/>
                  </a:cubicBezTo>
                  <a:cubicBezTo>
                    <a:pt x="222684" y="354901"/>
                    <a:pt x="224378" y="355217"/>
                    <a:pt x="225452" y="354543"/>
                  </a:cubicBezTo>
                  <a:cubicBezTo>
                    <a:pt x="239180" y="345933"/>
                    <a:pt x="253900" y="339721"/>
                    <a:pt x="269572" y="335657"/>
                  </a:cubicBezTo>
                  <a:cubicBezTo>
                    <a:pt x="270554" y="335402"/>
                    <a:pt x="271229" y="333963"/>
                    <a:pt x="272047" y="333074"/>
                  </a:cubicBezTo>
                  <a:cubicBezTo>
                    <a:pt x="272485" y="333027"/>
                    <a:pt x="272924" y="332980"/>
                    <a:pt x="273773" y="333301"/>
                  </a:cubicBezTo>
                  <a:cubicBezTo>
                    <a:pt x="274495" y="333991"/>
                    <a:pt x="275076" y="334382"/>
                    <a:pt x="275551" y="334551"/>
                  </a:cubicBezTo>
                  <a:lnTo>
                    <a:pt x="275637" y="334545"/>
                  </a:lnTo>
                  <a:lnTo>
                    <a:pt x="274098" y="333372"/>
                  </a:lnTo>
                  <a:cubicBezTo>
                    <a:pt x="275089" y="332702"/>
                    <a:pt x="276167" y="332329"/>
                    <a:pt x="277592" y="332024"/>
                  </a:cubicBezTo>
                  <a:close/>
                  <a:moveTo>
                    <a:pt x="224628" y="227098"/>
                  </a:moveTo>
                  <a:lnTo>
                    <a:pt x="224045" y="227549"/>
                  </a:lnTo>
                  <a:lnTo>
                    <a:pt x="224027" y="227602"/>
                  </a:lnTo>
                  <a:close/>
                  <a:moveTo>
                    <a:pt x="181250" y="159234"/>
                  </a:moveTo>
                  <a:cubicBezTo>
                    <a:pt x="182066" y="159685"/>
                    <a:pt x="183064" y="160423"/>
                    <a:pt x="182961" y="160945"/>
                  </a:cubicBezTo>
                  <a:cubicBezTo>
                    <a:pt x="180853" y="171683"/>
                    <a:pt x="176149" y="181264"/>
                    <a:pt x="169568" y="189936"/>
                  </a:cubicBezTo>
                  <a:cubicBezTo>
                    <a:pt x="168837" y="190900"/>
                    <a:pt x="167469" y="191381"/>
                    <a:pt x="166165" y="192333"/>
                  </a:cubicBezTo>
                  <a:cubicBezTo>
                    <a:pt x="166087" y="191593"/>
                    <a:pt x="165912" y="190360"/>
                    <a:pt x="166442" y="189659"/>
                  </a:cubicBezTo>
                  <a:cubicBezTo>
                    <a:pt x="173322" y="180551"/>
                    <a:pt x="178759" y="170778"/>
                    <a:pt x="181250" y="159234"/>
                  </a:cubicBezTo>
                  <a:close/>
                  <a:moveTo>
                    <a:pt x="74879" y="74358"/>
                  </a:moveTo>
                  <a:lnTo>
                    <a:pt x="74697" y="74408"/>
                  </a:lnTo>
                  <a:lnTo>
                    <a:pt x="74695" y="74410"/>
                  </a:lnTo>
                  <a:close/>
                  <a:moveTo>
                    <a:pt x="89821" y="35"/>
                  </a:moveTo>
                  <a:cubicBezTo>
                    <a:pt x="102490" y="-34"/>
                    <a:pt x="115160" y="13"/>
                    <a:pt x="128294" y="47"/>
                  </a:cubicBezTo>
                  <a:cubicBezTo>
                    <a:pt x="128809" y="9436"/>
                    <a:pt x="128859" y="18803"/>
                    <a:pt x="129387" y="28729"/>
                  </a:cubicBezTo>
                  <a:lnTo>
                    <a:pt x="129772" y="28966"/>
                  </a:lnTo>
                  <a:lnTo>
                    <a:pt x="160344" y="38346"/>
                  </a:lnTo>
                  <a:cubicBezTo>
                    <a:pt x="161993" y="38872"/>
                    <a:pt x="163576" y="39605"/>
                    <a:pt x="165564" y="40195"/>
                  </a:cubicBezTo>
                  <a:lnTo>
                    <a:pt x="166189" y="42747"/>
                  </a:lnTo>
                  <a:lnTo>
                    <a:pt x="166239" y="42752"/>
                  </a:lnTo>
                  <a:cubicBezTo>
                    <a:pt x="166621" y="42350"/>
                    <a:pt x="166526" y="41470"/>
                    <a:pt x="165939" y="40147"/>
                  </a:cubicBezTo>
                  <a:cubicBezTo>
                    <a:pt x="171807" y="32986"/>
                    <a:pt x="177674" y="25826"/>
                    <a:pt x="183795" y="18355"/>
                  </a:cubicBezTo>
                  <a:cubicBezTo>
                    <a:pt x="193868" y="26823"/>
                    <a:pt x="203860" y="35221"/>
                    <a:pt x="213851" y="43622"/>
                  </a:cubicBezTo>
                  <a:cubicBezTo>
                    <a:pt x="216107" y="45519"/>
                    <a:pt x="216701" y="47013"/>
                    <a:pt x="214194" y="49682"/>
                  </a:cubicBezTo>
                  <a:cubicBezTo>
                    <a:pt x="209256" y="54940"/>
                    <a:pt x="204777" y="60655"/>
                    <a:pt x="200451" y="66438"/>
                  </a:cubicBezTo>
                  <a:cubicBezTo>
                    <a:pt x="199668" y="67486"/>
                    <a:pt x="199950" y="70092"/>
                    <a:pt x="200716" y="71413"/>
                  </a:cubicBezTo>
                  <a:cubicBezTo>
                    <a:pt x="205177" y="79116"/>
                    <a:pt x="209984" y="86618"/>
                    <a:pt x="214545" y="94264"/>
                  </a:cubicBezTo>
                  <a:cubicBezTo>
                    <a:pt x="215671" y="96152"/>
                    <a:pt x="216314" y="98328"/>
                    <a:pt x="217216" y="100456"/>
                  </a:cubicBezTo>
                  <a:cubicBezTo>
                    <a:pt x="218812" y="100368"/>
                    <a:pt x="220491" y="100275"/>
                    <a:pt x="222665" y="100574"/>
                  </a:cubicBezTo>
                  <a:lnTo>
                    <a:pt x="223450" y="100546"/>
                  </a:lnTo>
                  <a:lnTo>
                    <a:pt x="236298" y="97316"/>
                  </a:lnTo>
                  <a:cubicBezTo>
                    <a:pt x="235076" y="98372"/>
                    <a:pt x="233568" y="99855"/>
                    <a:pt x="231817" y="100244"/>
                  </a:cubicBezTo>
                  <a:lnTo>
                    <a:pt x="231800" y="100245"/>
                  </a:lnTo>
                  <a:lnTo>
                    <a:pt x="231817" y="100244"/>
                  </a:lnTo>
                  <a:cubicBezTo>
                    <a:pt x="233568" y="99855"/>
                    <a:pt x="235076" y="98372"/>
                    <a:pt x="236693" y="97379"/>
                  </a:cubicBezTo>
                  <a:cubicBezTo>
                    <a:pt x="237131" y="97332"/>
                    <a:pt x="237569" y="97285"/>
                    <a:pt x="238434" y="97622"/>
                  </a:cubicBezTo>
                  <a:lnTo>
                    <a:pt x="238789" y="97684"/>
                  </a:lnTo>
                  <a:lnTo>
                    <a:pt x="247108" y="95270"/>
                  </a:lnTo>
                  <a:cubicBezTo>
                    <a:pt x="247234" y="96339"/>
                    <a:pt x="247354" y="97364"/>
                    <a:pt x="247403" y="98785"/>
                  </a:cubicBezTo>
                  <a:lnTo>
                    <a:pt x="239042" y="97728"/>
                  </a:lnTo>
                  <a:lnTo>
                    <a:pt x="247332" y="99180"/>
                  </a:lnTo>
                  <a:cubicBezTo>
                    <a:pt x="249794" y="111985"/>
                    <a:pt x="252256" y="124789"/>
                    <a:pt x="254786" y="137945"/>
                  </a:cubicBezTo>
                  <a:cubicBezTo>
                    <a:pt x="244784" y="139690"/>
                    <a:pt x="235260" y="141351"/>
                    <a:pt x="226577" y="142865"/>
                  </a:cubicBezTo>
                  <a:cubicBezTo>
                    <a:pt x="225527" y="148947"/>
                    <a:pt x="224409" y="155129"/>
                    <a:pt x="223406" y="161329"/>
                  </a:cubicBezTo>
                  <a:cubicBezTo>
                    <a:pt x="222803" y="165058"/>
                    <a:pt x="222377" y="168816"/>
                    <a:pt x="221874" y="172561"/>
                  </a:cubicBezTo>
                  <a:cubicBezTo>
                    <a:pt x="221791" y="173178"/>
                    <a:pt x="221945" y="174168"/>
                    <a:pt x="221619" y="174362"/>
                  </a:cubicBezTo>
                  <a:cubicBezTo>
                    <a:pt x="215830" y="177796"/>
                    <a:pt x="219817" y="179759"/>
                    <a:pt x="222901" y="182555"/>
                  </a:cubicBezTo>
                  <a:lnTo>
                    <a:pt x="223832" y="183286"/>
                  </a:lnTo>
                  <a:lnTo>
                    <a:pt x="244096" y="193810"/>
                  </a:lnTo>
                  <a:cubicBezTo>
                    <a:pt x="244806" y="194210"/>
                    <a:pt x="244523" y="196367"/>
                    <a:pt x="244543" y="198038"/>
                  </a:cubicBezTo>
                  <a:cubicBezTo>
                    <a:pt x="244385" y="198367"/>
                    <a:pt x="243976" y="198368"/>
                    <a:pt x="243772" y="198368"/>
                  </a:cubicBezTo>
                  <a:cubicBezTo>
                    <a:pt x="239092" y="194985"/>
                    <a:pt x="234632" y="191581"/>
                    <a:pt x="230134" y="188229"/>
                  </a:cubicBezTo>
                  <a:cubicBezTo>
                    <a:pt x="234632" y="191581"/>
                    <a:pt x="239092" y="194985"/>
                    <a:pt x="243248" y="198513"/>
                  </a:cubicBezTo>
                  <a:cubicBezTo>
                    <a:pt x="240786" y="199136"/>
                    <a:pt x="239270" y="200245"/>
                    <a:pt x="238478" y="201752"/>
                  </a:cubicBezTo>
                  <a:lnTo>
                    <a:pt x="238051" y="207332"/>
                  </a:lnTo>
                  <a:lnTo>
                    <a:pt x="238504" y="201752"/>
                  </a:lnTo>
                  <a:cubicBezTo>
                    <a:pt x="239321" y="200245"/>
                    <a:pt x="240888" y="199136"/>
                    <a:pt x="243452" y="198513"/>
                  </a:cubicBezTo>
                  <a:cubicBezTo>
                    <a:pt x="243976" y="198368"/>
                    <a:pt x="244385" y="198367"/>
                    <a:pt x="244385" y="198367"/>
                  </a:cubicBezTo>
                  <a:cubicBezTo>
                    <a:pt x="239775" y="206788"/>
                    <a:pt x="235165" y="215208"/>
                    <a:pt x="230245" y="223784"/>
                  </a:cubicBezTo>
                  <a:cubicBezTo>
                    <a:pt x="227688" y="221644"/>
                    <a:pt x="227430" y="220073"/>
                    <a:pt x="229800" y="218090"/>
                  </a:cubicBezTo>
                  <a:lnTo>
                    <a:pt x="232397" y="216372"/>
                  </a:lnTo>
                  <a:lnTo>
                    <a:pt x="229796" y="218092"/>
                  </a:lnTo>
                  <a:cubicBezTo>
                    <a:pt x="227411" y="220083"/>
                    <a:pt x="227610" y="221683"/>
                    <a:pt x="229934" y="223940"/>
                  </a:cubicBezTo>
                  <a:cubicBezTo>
                    <a:pt x="229473" y="224846"/>
                    <a:pt x="229012" y="225752"/>
                    <a:pt x="227956" y="226648"/>
                  </a:cubicBezTo>
                  <a:cubicBezTo>
                    <a:pt x="226820" y="226355"/>
                    <a:pt x="225990" y="226344"/>
                    <a:pt x="225369" y="226524"/>
                  </a:cubicBezTo>
                  <a:lnTo>
                    <a:pt x="225293" y="226583"/>
                  </a:lnTo>
                  <a:lnTo>
                    <a:pt x="227660" y="226767"/>
                  </a:lnTo>
                  <a:cubicBezTo>
                    <a:pt x="227277" y="228458"/>
                    <a:pt x="226752" y="230127"/>
                    <a:pt x="225813" y="231517"/>
                  </a:cubicBezTo>
                  <a:cubicBezTo>
                    <a:pt x="225538" y="231925"/>
                    <a:pt x="224090" y="231542"/>
                    <a:pt x="223042" y="231206"/>
                  </a:cubicBezTo>
                  <a:lnTo>
                    <a:pt x="224019" y="227625"/>
                  </a:lnTo>
                  <a:lnTo>
                    <a:pt x="222905" y="230892"/>
                  </a:lnTo>
                  <a:cubicBezTo>
                    <a:pt x="217042" y="227762"/>
                    <a:pt x="211072" y="224815"/>
                    <a:pt x="205347" y="221451"/>
                  </a:cubicBezTo>
                  <a:cubicBezTo>
                    <a:pt x="199679" y="218120"/>
                    <a:pt x="199106" y="218301"/>
                    <a:pt x="194205" y="222538"/>
                  </a:cubicBezTo>
                  <a:cubicBezTo>
                    <a:pt x="189399" y="226693"/>
                    <a:pt x="184106" y="230301"/>
                    <a:pt x="178906" y="233978"/>
                  </a:cubicBezTo>
                  <a:cubicBezTo>
                    <a:pt x="175209" y="236591"/>
                    <a:pt x="173531" y="232919"/>
                    <a:pt x="173093" y="230865"/>
                  </a:cubicBezTo>
                  <a:cubicBezTo>
                    <a:pt x="170447" y="218438"/>
                    <a:pt x="168295" y="205906"/>
                    <a:pt x="166187" y="192748"/>
                  </a:cubicBezTo>
                  <a:cubicBezTo>
                    <a:pt x="167469" y="191381"/>
                    <a:pt x="168837" y="190900"/>
                    <a:pt x="169568" y="189936"/>
                  </a:cubicBezTo>
                  <a:cubicBezTo>
                    <a:pt x="176149" y="181264"/>
                    <a:pt x="180853" y="171683"/>
                    <a:pt x="182961" y="160945"/>
                  </a:cubicBezTo>
                  <a:cubicBezTo>
                    <a:pt x="183064" y="160423"/>
                    <a:pt x="182066" y="159685"/>
                    <a:pt x="181581" y="159047"/>
                  </a:cubicBezTo>
                  <a:cubicBezTo>
                    <a:pt x="181947" y="152830"/>
                    <a:pt x="182467" y="146616"/>
                    <a:pt x="182612" y="140394"/>
                  </a:cubicBezTo>
                  <a:cubicBezTo>
                    <a:pt x="182681" y="137418"/>
                    <a:pt x="182039" y="134427"/>
                    <a:pt x="182089" y="130928"/>
                  </a:cubicBezTo>
                  <a:lnTo>
                    <a:pt x="180431" y="124604"/>
                  </a:lnTo>
                  <a:lnTo>
                    <a:pt x="178915" y="118821"/>
                  </a:lnTo>
                  <a:cubicBezTo>
                    <a:pt x="178530" y="118070"/>
                    <a:pt x="178146" y="117319"/>
                    <a:pt x="177907" y="116077"/>
                  </a:cubicBezTo>
                  <a:lnTo>
                    <a:pt x="177550" y="115269"/>
                  </a:lnTo>
                  <a:lnTo>
                    <a:pt x="176950" y="113911"/>
                  </a:lnTo>
                  <a:cubicBezTo>
                    <a:pt x="171860" y="106437"/>
                    <a:pt x="167701" y="98034"/>
                    <a:pt x="161421" y="91748"/>
                  </a:cubicBezTo>
                  <a:cubicBezTo>
                    <a:pt x="155020" y="85342"/>
                    <a:pt x="146912" y="80325"/>
                    <a:pt x="138868" y="75957"/>
                  </a:cubicBezTo>
                  <a:cubicBezTo>
                    <a:pt x="128630" y="70398"/>
                    <a:pt x="117051" y="68923"/>
                    <a:pt x="105559" y="69904"/>
                  </a:cubicBezTo>
                  <a:cubicBezTo>
                    <a:pt x="97742" y="70572"/>
                    <a:pt x="90076" y="73000"/>
                    <a:pt x="81859" y="74353"/>
                  </a:cubicBezTo>
                  <a:cubicBezTo>
                    <a:pt x="80642" y="73704"/>
                    <a:pt x="79376" y="73426"/>
                    <a:pt x="78152" y="73456"/>
                  </a:cubicBezTo>
                  <a:lnTo>
                    <a:pt x="78035" y="73488"/>
                  </a:lnTo>
                  <a:lnTo>
                    <a:pt x="81471" y="74404"/>
                  </a:lnTo>
                  <a:cubicBezTo>
                    <a:pt x="78183" y="76596"/>
                    <a:pt x="74801" y="78447"/>
                    <a:pt x="71071" y="80328"/>
                  </a:cubicBezTo>
                  <a:cubicBezTo>
                    <a:pt x="71139" y="79019"/>
                    <a:pt x="71543" y="77829"/>
                    <a:pt x="72180" y="76822"/>
                  </a:cubicBezTo>
                  <a:lnTo>
                    <a:pt x="74652" y="74449"/>
                  </a:lnTo>
                  <a:lnTo>
                    <a:pt x="72040" y="76834"/>
                  </a:lnTo>
                  <a:cubicBezTo>
                    <a:pt x="71347" y="77846"/>
                    <a:pt x="70878" y="79041"/>
                    <a:pt x="70723" y="80357"/>
                  </a:cubicBezTo>
                  <a:cubicBezTo>
                    <a:pt x="60725" y="87045"/>
                    <a:pt x="52361" y="95338"/>
                    <a:pt x="46140" y="105674"/>
                  </a:cubicBezTo>
                  <a:cubicBezTo>
                    <a:pt x="44450" y="108484"/>
                    <a:pt x="42642" y="108423"/>
                    <a:pt x="39816" y="107254"/>
                  </a:cubicBezTo>
                  <a:cubicBezTo>
                    <a:pt x="35803" y="105595"/>
                    <a:pt x="31502" y="104634"/>
                    <a:pt x="26857" y="102825"/>
                  </a:cubicBezTo>
                  <a:cubicBezTo>
                    <a:pt x="26039" y="101985"/>
                    <a:pt x="25253" y="101170"/>
                    <a:pt x="24467" y="100475"/>
                  </a:cubicBezTo>
                  <a:lnTo>
                    <a:pt x="22884" y="99392"/>
                  </a:lnTo>
                  <a:lnTo>
                    <a:pt x="24305" y="100385"/>
                  </a:lnTo>
                  <a:cubicBezTo>
                    <a:pt x="25030" y="101049"/>
                    <a:pt x="25742" y="101824"/>
                    <a:pt x="26460" y="102610"/>
                  </a:cubicBezTo>
                  <a:cubicBezTo>
                    <a:pt x="23428" y="102012"/>
                    <a:pt x="20325" y="101080"/>
                    <a:pt x="16889" y="100073"/>
                  </a:cubicBezTo>
                  <a:cubicBezTo>
                    <a:pt x="17872" y="99180"/>
                    <a:pt x="18781" y="98695"/>
                    <a:pt x="19638" y="98520"/>
                  </a:cubicBezTo>
                  <a:lnTo>
                    <a:pt x="20555" y="98634"/>
                  </a:lnTo>
                  <a:lnTo>
                    <a:pt x="19504" y="98492"/>
                  </a:lnTo>
                  <a:cubicBezTo>
                    <a:pt x="18594" y="98653"/>
                    <a:pt x="17622" y="99124"/>
                    <a:pt x="16556" y="99998"/>
                  </a:cubicBezTo>
                  <a:cubicBezTo>
                    <a:pt x="15860" y="99788"/>
                    <a:pt x="15163" y="99577"/>
                    <a:pt x="14047" y="98861"/>
                  </a:cubicBezTo>
                  <a:lnTo>
                    <a:pt x="6020" y="93008"/>
                  </a:lnTo>
                  <a:lnTo>
                    <a:pt x="13695" y="98685"/>
                  </a:lnTo>
                  <a:cubicBezTo>
                    <a:pt x="11979" y="98490"/>
                    <a:pt x="10196" y="97959"/>
                    <a:pt x="8409" y="97439"/>
                  </a:cubicBezTo>
                  <a:cubicBezTo>
                    <a:pt x="1860" y="95535"/>
                    <a:pt x="1771" y="95490"/>
                    <a:pt x="4961" y="89396"/>
                  </a:cubicBezTo>
                  <a:cubicBezTo>
                    <a:pt x="6566" y="86329"/>
                    <a:pt x="8561" y="83466"/>
                    <a:pt x="10650" y="80349"/>
                  </a:cubicBezTo>
                  <a:cubicBezTo>
                    <a:pt x="11038" y="81360"/>
                    <a:pt x="11626" y="82758"/>
                    <a:pt x="11191" y="83666"/>
                  </a:cubicBezTo>
                  <a:cubicBezTo>
                    <a:pt x="11626" y="82758"/>
                    <a:pt x="11038" y="81360"/>
                    <a:pt x="10919" y="80187"/>
                  </a:cubicBezTo>
                  <a:cubicBezTo>
                    <a:pt x="10898" y="79981"/>
                    <a:pt x="10877" y="79775"/>
                    <a:pt x="11345" y="79411"/>
                  </a:cubicBezTo>
                  <a:cubicBezTo>
                    <a:pt x="15903" y="79541"/>
                    <a:pt x="15925" y="77677"/>
                    <a:pt x="14167" y="74867"/>
                  </a:cubicBezTo>
                  <a:cubicBezTo>
                    <a:pt x="17918" y="71892"/>
                    <a:pt x="18370" y="69490"/>
                    <a:pt x="14425" y="65655"/>
                  </a:cubicBezTo>
                  <a:cubicBezTo>
                    <a:pt x="9162" y="60539"/>
                    <a:pt x="4927" y="54366"/>
                    <a:pt x="0" y="48340"/>
                  </a:cubicBezTo>
                  <a:cubicBezTo>
                    <a:pt x="9635" y="40164"/>
                    <a:pt x="19247" y="31873"/>
                    <a:pt x="29037" y="23797"/>
                  </a:cubicBezTo>
                  <a:cubicBezTo>
                    <a:pt x="31402" y="21847"/>
                    <a:pt x="33911" y="22072"/>
                    <a:pt x="36165" y="24825"/>
                  </a:cubicBezTo>
                  <a:cubicBezTo>
                    <a:pt x="39388" y="28761"/>
                    <a:pt x="43088" y="32302"/>
                    <a:pt x="46416" y="36157"/>
                  </a:cubicBezTo>
                  <a:cubicBezTo>
                    <a:pt x="47939" y="37921"/>
                    <a:pt x="49061" y="40032"/>
                    <a:pt x="50871" y="42341"/>
                  </a:cubicBezTo>
                  <a:cubicBezTo>
                    <a:pt x="51676" y="42647"/>
                    <a:pt x="52404" y="42992"/>
                    <a:pt x="53039" y="43219"/>
                  </a:cubicBezTo>
                  <a:lnTo>
                    <a:pt x="53071" y="43222"/>
                  </a:lnTo>
                  <a:lnTo>
                    <a:pt x="51207" y="42405"/>
                  </a:lnTo>
                  <a:cubicBezTo>
                    <a:pt x="61258" y="38020"/>
                    <a:pt x="71473" y="33913"/>
                    <a:pt x="81711" y="29865"/>
                  </a:cubicBezTo>
                  <a:cubicBezTo>
                    <a:pt x="82574" y="29524"/>
                    <a:pt x="83593" y="29578"/>
                    <a:pt x="84941" y="29430"/>
                  </a:cubicBezTo>
                  <a:cubicBezTo>
                    <a:pt x="85440" y="30047"/>
                    <a:pt x="85742" y="31191"/>
                    <a:pt x="85606" y="31245"/>
                  </a:cubicBezTo>
                  <a:cubicBezTo>
                    <a:pt x="85742" y="31191"/>
                    <a:pt x="85440" y="30047"/>
                    <a:pt x="85343" y="29411"/>
                  </a:cubicBezTo>
                  <a:cubicBezTo>
                    <a:pt x="85059" y="20210"/>
                    <a:pt x="84776" y="11009"/>
                    <a:pt x="84563" y="1377"/>
                  </a:cubicBezTo>
                  <a:cubicBezTo>
                    <a:pt x="86363" y="628"/>
                    <a:pt x="88090" y="44"/>
                    <a:pt x="89821" y="35"/>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85" name="Freeform: Shape 1984">
              <a:extLst>
                <a:ext uri="{FF2B5EF4-FFF2-40B4-BE49-F238E27FC236}">
                  <a16:creationId xmlns:a16="http://schemas.microsoft.com/office/drawing/2014/main" id="{52BCA7DF-B6C4-0656-C83F-CEF9F24E114E}"/>
                </a:ext>
                <a:ext uri="{C183D7F6-B498-43B3-948B-1728B52AA6E4}">
                  <adec:decorative xmlns:adec="http://schemas.microsoft.com/office/drawing/2017/decorative" val="1"/>
                </a:ext>
              </a:extLst>
            </p:cNvPr>
            <p:cNvSpPr/>
            <p:nvPr/>
          </p:nvSpPr>
          <p:spPr>
            <a:xfrm>
              <a:off x="4355313" y="3674789"/>
              <a:ext cx="391436" cy="419026"/>
            </a:xfrm>
            <a:custGeom>
              <a:avLst/>
              <a:gdLst>
                <a:gd name="connsiteX0" fmla="*/ 621908 w 688374"/>
                <a:gd name="connsiteY0" fmla="*/ 670427 h 736893"/>
                <a:gd name="connsiteX1" fmla="*/ 688374 w 688374"/>
                <a:gd name="connsiteY1" fmla="*/ 670427 h 736893"/>
                <a:gd name="connsiteX2" fmla="*/ 688374 w 688374"/>
                <a:gd name="connsiteY2" fmla="*/ 736893 h 736893"/>
                <a:gd name="connsiteX3" fmla="*/ 621908 w 688374"/>
                <a:gd name="connsiteY3" fmla="*/ 736893 h 736893"/>
                <a:gd name="connsiteX4" fmla="*/ 163486 w 688374"/>
                <a:gd name="connsiteY4" fmla="*/ 164929 h 736893"/>
                <a:gd name="connsiteX5" fmla="*/ 207288 w 688374"/>
                <a:gd name="connsiteY5" fmla="*/ 164929 h 736893"/>
                <a:gd name="connsiteX6" fmla="*/ 207288 w 688374"/>
                <a:gd name="connsiteY6" fmla="*/ 208515 h 736893"/>
                <a:gd name="connsiteX7" fmla="*/ 163486 w 688374"/>
                <a:gd name="connsiteY7" fmla="*/ 208515 h 736893"/>
                <a:gd name="connsiteX8" fmla="*/ 179636 w 688374"/>
                <a:gd name="connsiteY8" fmla="*/ 84295 h 736893"/>
                <a:gd name="connsiteX9" fmla="*/ 162283 w 688374"/>
                <a:gd name="connsiteY9" fmla="*/ 87066 h 736893"/>
                <a:gd name="connsiteX10" fmla="*/ 96576 w 688374"/>
                <a:gd name="connsiteY10" fmla="*/ 138630 h 736893"/>
                <a:gd name="connsiteX11" fmla="*/ 85754 w 688374"/>
                <a:gd name="connsiteY11" fmla="*/ 194741 h 736893"/>
                <a:gd name="connsiteX12" fmla="*/ 95789 w 688374"/>
                <a:gd name="connsiteY12" fmla="*/ 229311 h 736893"/>
                <a:gd name="connsiteX13" fmla="*/ 125647 w 688374"/>
                <a:gd name="connsiteY13" fmla="*/ 264667 h 736893"/>
                <a:gd name="connsiteX14" fmla="*/ 177804 w 688374"/>
                <a:gd name="connsiteY14" fmla="*/ 284362 h 736893"/>
                <a:gd name="connsiteX15" fmla="*/ 234677 w 688374"/>
                <a:gd name="connsiteY15" fmla="*/ 271409 h 736893"/>
                <a:gd name="connsiteX16" fmla="*/ 278535 w 688374"/>
                <a:gd name="connsiteY16" fmla="*/ 220728 h 736893"/>
                <a:gd name="connsiteX17" fmla="*/ 284147 w 688374"/>
                <a:gd name="connsiteY17" fmla="*/ 177737 h 736893"/>
                <a:gd name="connsiteX18" fmla="*/ 280507 w 688374"/>
                <a:gd name="connsiteY18" fmla="*/ 154451 h 736893"/>
                <a:gd name="connsiteX19" fmla="*/ 262222 w 688374"/>
                <a:gd name="connsiteY19" fmla="*/ 120465 h 736893"/>
                <a:gd name="connsiteX20" fmla="*/ 229600 w 688374"/>
                <a:gd name="connsiteY20" fmla="*/ 94679 h 736893"/>
                <a:gd name="connsiteX21" fmla="*/ 179636 w 688374"/>
                <a:gd name="connsiteY21" fmla="*/ 84295 h 736893"/>
                <a:gd name="connsiteX22" fmla="*/ 160539 w 688374"/>
                <a:gd name="connsiteY22" fmla="*/ 0 h 736893"/>
                <a:gd name="connsiteX23" fmla="*/ 205608 w 688374"/>
                <a:gd name="connsiteY23" fmla="*/ 0 h 736893"/>
                <a:gd name="connsiteX24" fmla="*/ 205608 w 688374"/>
                <a:gd name="connsiteY24" fmla="*/ 40442 h 736893"/>
                <a:gd name="connsiteX25" fmla="*/ 255953 w 688374"/>
                <a:gd name="connsiteY25" fmla="*/ 57224 h 736893"/>
                <a:gd name="connsiteX26" fmla="*/ 261076 w 688374"/>
                <a:gd name="connsiteY26" fmla="*/ 56013 h 736893"/>
                <a:gd name="connsiteX27" fmla="*/ 285232 w 688374"/>
                <a:gd name="connsiteY27" fmla="*/ 26878 h 736893"/>
                <a:gd name="connsiteX28" fmla="*/ 301358 w 688374"/>
                <a:gd name="connsiteY28" fmla="*/ 39804 h 736893"/>
                <a:gd name="connsiteX29" fmla="*/ 316407 w 688374"/>
                <a:gd name="connsiteY29" fmla="*/ 51999 h 736893"/>
                <a:gd name="connsiteX30" fmla="*/ 317241 w 688374"/>
                <a:gd name="connsiteY30" fmla="*/ 59753 h 736893"/>
                <a:gd name="connsiteX31" fmla="*/ 296517 w 688374"/>
                <a:gd name="connsiteY31" fmla="*/ 85330 h 736893"/>
                <a:gd name="connsiteX32" fmla="*/ 296824 w 688374"/>
                <a:gd name="connsiteY32" fmla="*/ 91018 h 736893"/>
                <a:gd name="connsiteX33" fmla="*/ 322336 w 688374"/>
                <a:gd name="connsiteY33" fmla="*/ 135317 h 736893"/>
                <a:gd name="connsiteX34" fmla="*/ 341917 w 688374"/>
                <a:gd name="connsiteY34" fmla="*/ 131857 h 736893"/>
                <a:gd name="connsiteX35" fmla="*/ 359408 w 688374"/>
                <a:gd name="connsiteY35" fmla="*/ 128380 h 736893"/>
                <a:gd name="connsiteX36" fmla="*/ 364991 w 688374"/>
                <a:gd name="connsiteY36" fmla="*/ 132336 h 736893"/>
                <a:gd name="connsiteX37" fmla="*/ 372423 w 688374"/>
                <a:gd name="connsiteY37" fmla="*/ 172129 h 736893"/>
                <a:gd name="connsiteX38" fmla="*/ 334360 w 688374"/>
                <a:gd name="connsiteY38" fmla="*/ 179244 h 736893"/>
                <a:gd name="connsiteX39" fmla="*/ 330414 w 688374"/>
                <a:gd name="connsiteY39" fmla="*/ 183434 h 736893"/>
                <a:gd name="connsiteX40" fmla="*/ 323131 w 688374"/>
                <a:gd name="connsiteY40" fmla="*/ 231587 h 736893"/>
                <a:gd name="connsiteX41" fmla="*/ 325001 w 688374"/>
                <a:gd name="connsiteY41" fmla="*/ 235998 h 736893"/>
                <a:gd name="connsiteX42" fmla="*/ 359224 w 688374"/>
                <a:gd name="connsiteY42" fmla="*/ 255403 h 736893"/>
                <a:gd name="connsiteX43" fmla="*/ 350648 w 688374"/>
                <a:gd name="connsiteY43" fmla="*/ 271530 h 736893"/>
                <a:gd name="connsiteX44" fmla="*/ 340158 w 688374"/>
                <a:gd name="connsiteY44" fmla="*/ 290599 h 736893"/>
                <a:gd name="connsiteX45" fmla="*/ 332689 w 688374"/>
                <a:gd name="connsiteY45" fmla="*/ 292595 h 736893"/>
                <a:gd name="connsiteX46" fmla="*/ 305269 w 688374"/>
                <a:gd name="connsiteY46" fmla="*/ 277264 h 736893"/>
                <a:gd name="connsiteX47" fmla="*/ 295591 w 688374"/>
                <a:gd name="connsiteY47" fmla="*/ 279215 h 736893"/>
                <a:gd name="connsiteX48" fmla="*/ 261357 w 688374"/>
                <a:gd name="connsiteY48" fmla="*/ 308615 h 736893"/>
                <a:gd name="connsiteX49" fmla="*/ 259513 w 688374"/>
                <a:gd name="connsiteY49" fmla="*/ 313543 h 736893"/>
                <a:gd name="connsiteX50" fmla="*/ 273627 w 688374"/>
                <a:gd name="connsiteY50" fmla="*/ 350240 h 736893"/>
                <a:gd name="connsiteX51" fmla="*/ 259446 w 688374"/>
                <a:gd name="connsiteY51" fmla="*/ 355816 h 736893"/>
                <a:gd name="connsiteX52" fmla="*/ 236553 w 688374"/>
                <a:gd name="connsiteY52" fmla="*/ 364840 h 736893"/>
                <a:gd name="connsiteX53" fmla="*/ 229119 w 688374"/>
                <a:gd name="connsiteY53" fmla="*/ 361348 h 736893"/>
                <a:gd name="connsiteX54" fmla="*/ 215856 w 688374"/>
                <a:gd name="connsiteY54" fmla="*/ 326729 h 736893"/>
                <a:gd name="connsiteX55" fmla="*/ 160764 w 688374"/>
                <a:gd name="connsiteY55" fmla="*/ 327982 h 736893"/>
                <a:gd name="connsiteX56" fmla="*/ 146840 w 688374"/>
                <a:gd name="connsiteY56" fmla="*/ 367916 h 736893"/>
                <a:gd name="connsiteX57" fmla="*/ 104541 w 688374"/>
                <a:gd name="connsiteY57" fmla="*/ 353590 h 736893"/>
                <a:gd name="connsiteX58" fmla="*/ 105196 w 688374"/>
                <a:gd name="connsiteY58" fmla="*/ 350027 h 736893"/>
                <a:gd name="connsiteX59" fmla="*/ 116293 w 688374"/>
                <a:gd name="connsiteY59" fmla="*/ 318127 h 736893"/>
                <a:gd name="connsiteX60" fmla="*/ 113627 w 688374"/>
                <a:gd name="connsiteY60" fmla="*/ 310890 h 736893"/>
                <a:gd name="connsiteX61" fmla="*/ 77956 w 688374"/>
                <a:gd name="connsiteY61" fmla="*/ 282754 h 736893"/>
                <a:gd name="connsiteX62" fmla="*/ 69012 w 688374"/>
                <a:gd name="connsiteY62" fmla="*/ 281885 h 736893"/>
                <a:gd name="connsiteX63" fmla="*/ 39885 w 688374"/>
                <a:gd name="connsiteY63" fmla="*/ 299165 h 736893"/>
                <a:gd name="connsiteX64" fmla="*/ 37944 w 688374"/>
                <a:gd name="connsiteY64" fmla="*/ 299167 h 736893"/>
                <a:gd name="connsiteX65" fmla="*/ 14824 w 688374"/>
                <a:gd name="connsiteY65" fmla="*/ 261489 h 736893"/>
                <a:gd name="connsiteX66" fmla="*/ 49613 w 688374"/>
                <a:gd name="connsiteY66" fmla="*/ 240259 h 736893"/>
                <a:gd name="connsiteX67" fmla="*/ 41488 w 688374"/>
                <a:gd name="connsiteY67" fmla="*/ 205215 h 736893"/>
                <a:gd name="connsiteX68" fmla="*/ 39797 w 688374"/>
                <a:gd name="connsiteY68" fmla="*/ 188371 h 736893"/>
                <a:gd name="connsiteX69" fmla="*/ 36343 w 688374"/>
                <a:gd name="connsiteY69" fmla="*/ 184189 h 736893"/>
                <a:gd name="connsiteX70" fmla="*/ 5363 w 688374"/>
                <a:gd name="connsiteY70" fmla="*/ 179478 h 736893"/>
                <a:gd name="connsiteX71" fmla="*/ 41 w 688374"/>
                <a:gd name="connsiteY71" fmla="*/ 179393 h 736893"/>
                <a:gd name="connsiteX72" fmla="*/ 431 w 688374"/>
                <a:gd name="connsiteY72" fmla="*/ 167159 h 736893"/>
                <a:gd name="connsiteX73" fmla="*/ 4372 w 688374"/>
                <a:gd name="connsiteY73" fmla="*/ 145117 h 736893"/>
                <a:gd name="connsiteX74" fmla="*/ 17190 w 688374"/>
                <a:gd name="connsiteY74" fmla="*/ 135711 h 736893"/>
                <a:gd name="connsiteX75" fmla="*/ 43882 w 688374"/>
                <a:gd name="connsiteY75" fmla="*/ 139865 h 736893"/>
                <a:gd name="connsiteX76" fmla="*/ 47531 w 688374"/>
                <a:gd name="connsiteY76" fmla="*/ 137267 h 736893"/>
                <a:gd name="connsiteX77" fmla="*/ 71888 w 688374"/>
                <a:gd name="connsiteY77" fmla="*/ 93601 h 736893"/>
                <a:gd name="connsiteX78" fmla="*/ 71116 w 688374"/>
                <a:gd name="connsiteY78" fmla="*/ 85392 h 736893"/>
                <a:gd name="connsiteX79" fmla="*/ 48280 w 688374"/>
                <a:gd name="connsiteY79" fmla="*/ 58849 h 736893"/>
                <a:gd name="connsiteX80" fmla="*/ 79797 w 688374"/>
                <a:gd name="connsiteY80" fmla="*/ 31652 h 736893"/>
                <a:gd name="connsiteX81" fmla="*/ 85446 w 688374"/>
                <a:gd name="connsiteY81" fmla="*/ 32080 h 736893"/>
                <a:gd name="connsiteX82" fmla="*/ 104511 w 688374"/>
                <a:gd name="connsiteY82" fmla="*/ 54727 h 736893"/>
                <a:gd name="connsiteX83" fmla="*/ 114923 w 688374"/>
                <a:gd name="connsiteY83" fmla="*/ 56838 h 736893"/>
                <a:gd name="connsiteX84" fmla="*/ 156099 w 688374"/>
                <a:gd name="connsiteY84" fmla="*/ 41970 h 736893"/>
                <a:gd name="connsiteX85" fmla="*/ 160604 w 688374"/>
                <a:gd name="connsiteY85" fmla="*/ 36630 h 736893"/>
                <a:gd name="connsiteX86" fmla="*/ 160539 w 688374"/>
                <a:gd name="connsiteY86" fmla="*/ 0 h 736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88374" h="736893">
                  <a:moveTo>
                    <a:pt x="621908" y="670427"/>
                  </a:moveTo>
                  <a:lnTo>
                    <a:pt x="688374" y="670427"/>
                  </a:lnTo>
                  <a:lnTo>
                    <a:pt x="688374" y="736893"/>
                  </a:lnTo>
                  <a:lnTo>
                    <a:pt x="621908" y="736893"/>
                  </a:lnTo>
                  <a:close/>
                  <a:moveTo>
                    <a:pt x="163486" y="164929"/>
                  </a:moveTo>
                  <a:lnTo>
                    <a:pt x="207288" y="164929"/>
                  </a:lnTo>
                  <a:lnTo>
                    <a:pt x="207288" y="208515"/>
                  </a:lnTo>
                  <a:lnTo>
                    <a:pt x="163486" y="208515"/>
                  </a:lnTo>
                  <a:close/>
                  <a:moveTo>
                    <a:pt x="179636" y="84295"/>
                  </a:moveTo>
                  <a:cubicBezTo>
                    <a:pt x="173913" y="84654"/>
                    <a:pt x="168130" y="85563"/>
                    <a:pt x="162283" y="87066"/>
                  </a:cubicBezTo>
                  <a:cubicBezTo>
                    <a:pt x="132858" y="94636"/>
                    <a:pt x="110618" y="111532"/>
                    <a:pt x="96576" y="138630"/>
                  </a:cubicBezTo>
                  <a:cubicBezTo>
                    <a:pt x="87469" y="156203"/>
                    <a:pt x="83324" y="174739"/>
                    <a:pt x="85754" y="194741"/>
                  </a:cubicBezTo>
                  <a:cubicBezTo>
                    <a:pt x="87233" y="206916"/>
                    <a:pt x="90500" y="218423"/>
                    <a:pt x="95789" y="229311"/>
                  </a:cubicBezTo>
                  <a:cubicBezTo>
                    <a:pt x="102709" y="243557"/>
                    <a:pt x="113161" y="255094"/>
                    <a:pt x="125647" y="264667"/>
                  </a:cubicBezTo>
                  <a:cubicBezTo>
                    <a:pt x="140999" y="276437"/>
                    <a:pt x="158590" y="282870"/>
                    <a:pt x="177804" y="284362"/>
                  </a:cubicBezTo>
                  <a:cubicBezTo>
                    <a:pt x="198018" y="285932"/>
                    <a:pt x="217105" y="281423"/>
                    <a:pt x="234677" y="271409"/>
                  </a:cubicBezTo>
                  <a:cubicBezTo>
                    <a:pt x="255183" y="259723"/>
                    <a:pt x="269503" y="242588"/>
                    <a:pt x="278535" y="220728"/>
                  </a:cubicBezTo>
                  <a:cubicBezTo>
                    <a:pt x="284295" y="206788"/>
                    <a:pt x="285030" y="192351"/>
                    <a:pt x="284147" y="177737"/>
                  </a:cubicBezTo>
                  <a:cubicBezTo>
                    <a:pt x="283675" y="169923"/>
                    <a:pt x="282364" y="162064"/>
                    <a:pt x="280507" y="154451"/>
                  </a:cubicBezTo>
                  <a:cubicBezTo>
                    <a:pt x="277438" y="141873"/>
                    <a:pt x="270349" y="131230"/>
                    <a:pt x="262222" y="120465"/>
                  </a:cubicBezTo>
                  <a:cubicBezTo>
                    <a:pt x="252683" y="110179"/>
                    <a:pt x="242454" y="100715"/>
                    <a:pt x="229600" y="94679"/>
                  </a:cubicBezTo>
                  <a:cubicBezTo>
                    <a:pt x="213436" y="87088"/>
                    <a:pt x="196806" y="83218"/>
                    <a:pt x="179636" y="84295"/>
                  </a:cubicBezTo>
                  <a:close/>
                  <a:moveTo>
                    <a:pt x="160539" y="0"/>
                  </a:moveTo>
                  <a:cubicBezTo>
                    <a:pt x="175627" y="0"/>
                    <a:pt x="190398" y="0"/>
                    <a:pt x="205608" y="0"/>
                  </a:cubicBezTo>
                  <a:cubicBezTo>
                    <a:pt x="205608" y="13479"/>
                    <a:pt x="205608" y="26831"/>
                    <a:pt x="205608" y="40442"/>
                  </a:cubicBezTo>
                  <a:cubicBezTo>
                    <a:pt x="223700" y="42876"/>
                    <a:pt x="240299" y="48676"/>
                    <a:pt x="255953" y="57224"/>
                  </a:cubicBezTo>
                  <a:cubicBezTo>
                    <a:pt x="258117" y="58406"/>
                    <a:pt x="259380" y="58128"/>
                    <a:pt x="261076" y="56013"/>
                  </a:cubicBezTo>
                  <a:cubicBezTo>
                    <a:pt x="268856" y="46313"/>
                    <a:pt x="276924" y="36843"/>
                    <a:pt x="285232" y="26878"/>
                  </a:cubicBezTo>
                  <a:cubicBezTo>
                    <a:pt x="290599" y="31178"/>
                    <a:pt x="295990" y="35477"/>
                    <a:pt x="301358" y="39804"/>
                  </a:cubicBezTo>
                  <a:cubicBezTo>
                    <a:pt x="306384" y="43857"/>
                    <a:pt x="311362" y="47969"/>
                    <a:pt x="316407" y="51999"/>
                  </a:cubicBezTo>
                  <a:cubicBezTo>
                    <a:pt x="319342" y="54345"/>
                    <a:pt x="320574" y="56069"/>
                    <a:pt x="317241" y="59753"/>
                  </a:cubicBezTo>
                  <a:cubicBezTo>
                    <a:pt x="309887" y="67881"/>
                    <a:pt x="303166" y="76600"/>
                    <a:pt x="296517" y="85330"/>
                  </a:cubicBezTo>
                  <a:cubicBezTo>
                    <a:pt x="295609" y="86521"/>
                    <a:pt x="295811" y="89812"/>
                    <a:pt x="296824" y="91018"/>
                  </a:cubicBezTo>
                  <a:cubicBezTo>
                    <a:pt x="307827" y="104114"/>
                    <a:pt x="316050" y="118755"/>
                    <a:pt x="322336" y="135317"/>
                  </a:cubicBezTo>
                  <a:cubicBezTo>
                    <a:pt x="328717" y="134195"/>
                    <a:pt x="335330" y="133094"/>
                    <a:pt x="341917" y="131857"/>
                  </a:cubicBezTo>
                  <a:cubicBezTo>
                    <a:pt x="347759" y="130760"/>
                    <a:pt x="353552" y="129392"/>
                    <a:pt x="359408" y="128380"/>
                  </a:cubicBezTo>
                  <a:cubicBezTo>
                    <a:pt x="362325" y="127876"/>
                    <a:pt x="364341" y="128179"/>
                    <a:pt x="364991" y="132336"/>
                  </a:cubicBezTo>
                  <a:cubicBezTo>
                    <a:pt x="367047" y="145499"/>
                    <a:pt x="369829" y="158548"/>
                    <a:pt x="372423" y="172129"/>
                  </a:cubicBezTo>
                  <a:cubicBezTo>
                    <a:pt x="359811" y="174525"/>
                    <a:pt x="347120" y="177088"/>
                    <a:pt x="334360" y="179244"/>
                  </a:cubicBezTo>
                  <a:cubicBezTo>
                    <a:pt x="331482" y="179730"/>
                    <a:pt x="330309" y="180530"/>
                    <a:pt x="330414" y="183434"/>
                  </a:cubicBezTo>
                  <a:cubicBezTo>
                    <a:pt x="331008" y="199937"/>
                    <a:pt x="328094" y="215901"/>
                    <a:pt x="323131" y="231587"/>
                  </a:cubicBezTo>
                  <a:cubicBezTo>
                    <a:pt x="322752" y="232785"/>
                    <a:pt x="323856" y="235328"/>
                    <a:pt x="325001" y="235998"/>
                  </a:cubicBezTo>
                  <a:cubicBezTo>
                    <a:pt x="336113" y="242503"/>
                    <a:pt x="347382" y="248742"/>
                    <a:pt x="359224" y="255403"/>
                  </a:cubicBezTo>
                  <a:cubicBezTo>
                    <a:pt x="356319" y="260872"/>
                    <a:pt x="353523" y="266222"/>
                    <a:pt x="350648" y="271530"/>
                  </a:cubicBezTo>
                  <a:cubicBezTo>
                    <a:pt x="347193" y="277909"/>
                    <a:pt x="343718" y="284278"/>
                    <a:pt x="340158" y="290599"/>
                  </a:cubicBezTo>
                  <a:cubicBezTo>
                    <a:pt x="338412" y="293700"/>
                    <a:pt x="336892" y="295285"/>
                    <a:pt x="332689" y="292595"/>
                  </a:cubicBezTo>
                  <a:cubicBezTo>
                    <a:pt x="323886" y="286961"/>
                    <a:pt x="314359" y="282469"/>
                    <a:pt x="305269" y="277264"/>
                  </a:cubicBezTo>
                  <a:cubicBezTo>
                    <a:pt x="301208" y="274939"/>
                    <a:pt x="298905" y="275435"/>
                    <a:pt x="295591" y="279215"/>
                  </a:cubicBezTo>
                  <a:cubicBezTo>
                    <a:pt x="285619" y="290593"/>
                    <a:pt x="274365" y="300696"/>
                    <a:pt x="261357" y="308615"/>
                  </a:cubicBezTo>
                  <a:cubicBezTo>
                    <a:pt x="259179" y="309941"/>
                    <a:pt x="258418" y="310822"/>
                    <a:pt x="259513" y="313543"/>
                  </a:cubicBezTo>
                  <a:cubicBezTo>
                    <a:pt x="264310" y="325462"/>
                    <a:pt x="268771" y="337517"/>
                    <a:pt x="273627" y="350240"/>
                  </a:cubicBezTo>
                  <a:cubicBezTo>
                    <a:pt x="268895" y="352101"/>
                    <a:pt x="264171" y="353961"/>
                    <a:pt x="259446" y="355816"/>
                  </a:cubicBezTo>
                  <a:cubicBezTo>
                    <a:pt x="251811" y="358815"/>
                    <a:pt x="244144" y="361735"/>
                    <a:pt x="236553" y="364840"/>
                  </a:cubicBezTo>
                  <a:cubicBezTo>
                    <a:pt x="232629" y="366445"/>
                    <a:pt x="230665" y="365784"/>
                    <a:pt x="229119" y="361348"/>
                  </a:cubicBezTo>
                  <a:cubicBezTo>
                    <a:pt x="225055" y="349692"/>
                    <a:pt x="220328" y="338268"/>
                    <a:pt x="215856" y="326729"/>
                  </a:cubicBezTo>
                  <a:cubicBezTo>
                    <a:pt x="197587" y="330446"/>
                    <a:pt x="179408" y="330562"/>
                    <a:pt x="160764" y="327982"/>
                  </a:cubicBezTo>
                  <a:cubicBezTo>
                    <a:pt x="156181" y="341126"/>
                    <a:pt x="151545" y="354422"/>
                    <a:pt x="146840" y="367916"/>
                  </a:cubicBezTo>
                  <a:cubicBezTo>
                    <a:pt x="132589" y="363090"/>
                    <a:pt x="118789" y="358416"/>
                    <a:pt x="104541" y="353590"/>
                  </a:cubicBezTo>
                  <a:cubicBezTo>
                    <a:pt x="104747" y="352427"/>
                    <a:pt x="104805" y="351170"/>
                    <a:pt x="105196" y="350027"/>
                  </a:cubicBezTo>
                  <a:cubicBezTo>
                    <a:pt x="108843" y="339375"/>
                    <a:pt x="112448" y="328707"/>
                    <a:pt x="116293" y="318127"/>
                  </a:cubicBezTo>
                  <a:cubicBezTo>
                    <a:pt x="117544" y="314687"/>
                    <a:pt x="117313" y="312773"/>
                    <a:pt x="113627" y="310890"/>
                  </a:cubicBezTo>
                  <a:cubicBezTo>
                    <a:pt x="99917" y="303888"/>
                    <a:pt x="88326" y="294022"/>
                    <a:pt x="77956" y="282754"/>
                  </a:cubicBezTo>
                  <a:cubicBezTo>
                    <a:pt x="74936" y="279472"/>
                    <a:pt x="72802" y="279375"/>
                    <a:pt x="69012" y="281885"/>
                  </a:cubicBezTo>
                  <a:cubicBezTo>
                    <a:pt x="59767" y="288005"/>
                    <a:pt x="50068" y="293437"/>
                    <a:pt x="39885" y="299165"/>
                  </a:cubicBezTo>
                  <a:cubicBezTo>
                    <a:pt x="38794" y="299178"/>
                    <a:pt x="38369" y="299172"/>
                    <a:pt x="37944" y="299167"/>
                  </a:cubicBezTo>
                  <a:cubicBezTo>
                    <a:pt x="30303" y="286714"/>
                    <a:pt x="22661" y="274261"/>
                    <a:pt x="14824" y="261489"/>
                  </a:cubicBezTo>
                  <a:cubicBezTo>
                    <a:pt x="26906" y="254116"/>
                    <a:pt x="38671" y="246937"/>
                    <a:pt x="49613" y="240259"/>
                  </a:cubicBezTo>
                  <a:cubicBezTo>
                    <a:pt x="46795" y="228256"/>
                    <a:pt x="43863" y="216792"/>
                    <a:pt x="41488" y="205215"/>
                  </a:cubicBezTo>
                  <a:cubicBezTo>
                    <a:pt x="40359" y="199714"/>
                    <a:pt x="40177" y="194003"/>
                    <a:pt x="39797" y="188371"/>
                  </a:cubicBezTo>
                  <a:cubicBezTo>
                    <a:pt x="39633" y="185950"/>
                    <a:pt x="39250" y="184580"/>
                    <a:pt x="36343" y="184189"/>
                  </a:cubicBezTo>
                  <a:cubicBezTo>
                    <a:pt x="25992" y="182799"/>
                    <a:pt x="15693" y="181028"/>
                    <a:pt x="5363" y="179478"/>
                  </a:cubicBezTo>
                  <a:cubicBezTo>
                    <a:pt x="3761" y="179238"/>
                    <a:pt x="2100" y="179397"/>
                    <a:pt x="41" y="179393"/>
                  </a:cubicBezTo>
                  <a:cubicBezTo>
                    <a:pt x="-107" y="175472"/>
                    <a:pt x="170" y="171527"/>
                    <a:pt x="431" y="167159"/>
                  </a:cubicBezTo>
                  <a:cubicBezTo>
                    <a:pt x="1738" y="159530"/>
                    <a:pt x="3139" y="152337"/>
                    <a:pt x="4372" y="145117"/>
                  </a:cubicBezTo>
                  <a:cubicBezTo>
                    <a:pt x="6743" y="131229"/>
                    <a:pt x="3649" y="133767"/>
                    <a:pt x="17190" y="135711"/>
                  </a:cubicBezTo>
                  <a:cubicBezTo>
                    <a:pt x="26103" y="136990"/>
                    <a:pt x="34958" y="138679"/>
                    <a:pt x="43882" y="139865"/>
                  </a:cubicBezTo>
                  <a:cubicBezTo>
                    <a:pt x="45002" y="140013"/>
                    <a:pt x="47118" y="138461"/>
                    <a:pt x="47531" y="137267"/>
                  </a:cubicBezTo>
                  <a:cubicBezTo>
                    <a:pt x="53071" y="121254"/>
                    <a:pt x="60955" y="106574"/>
                    <a:pt x="71888" y="93601"/>
                  </a:cubicBezTo>
                  <a:cubicBezTo>
                    <a:pt x="74557" y="90434"/>
                    <a:pt x="73634" y="88212"/>
                    <a:pt x="71116" y="85392"/>
                  </a:cubicBezTo>
                  <a:cubicBezTo>
                    <a:pt x="63374" y="76723"/>
                    <a:pt x="55930" y="67787"/>
                    <a:pt x="48280" y="58849"/>
                  </a:cubicBezTo>
                  <a:cubicBezTo>
                    <a:pt x="59056" y="49587"/>
                    <a:pt x="69526" y="40733"/>
                    <a:pt x="79797" y="31652"/>
                  </a:cubicBezTo>
                  <a:cubicBezTo>
                    <a:pt x="82201" y="29528"/>
                    <a:pt x="83681" y="29989"/>
                    <a:pt x="85446" y="32080"/>
                  </a:cubicBezTo>
                  <a:cubicBezTo>
                    <a:pt x="91810" y="39622"/>
                    <a:pt x="98379" y="47001"/>
                    <a:pt x="104511" y="54727"/>
                  </a:cubicBezTo>
                  <a:cubicBezTo>
                    <a:pt x="108747" y="60064"/>
                    <a:pt x="108788" y="60099"/>
                    <a:pt x="114923" y="56838"/>
                  </a:cubicBezTo>
                  <a:cubicBezTo>
                    <a:pt x="127920" y="49930"/>
                    <a:pt x="141610" y="44728"/>
                    <a:pt x="156099" y="41970"/>
                  </a:cubicBezTo>
                  <a:cubicBezTo>
                    <a:pt x="159543" y="41315"/>
                    <a:pt x="160651" y="40051"/>
                    <a:pt x="160604" y="36630"/>
                  </a:cubicBezTo>
                  <a:cubicBezTo>
                    <a:pt x="160437" y="24541"/>
                    <a:pt x="160539" y="12449"/>
                    <a:pt x="160539"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75" name="Group 174">
            <a:extLst>
              <a:ext uri="{FF2B5EF4-FFF2-40B4-BE49-F238E27FC236}">
                <a16:creationId xmlns:a16="http://schemas.microsoft.com/office/drawing/2014/main" id="{3CA05EFF-5BD1-A5EA-FE98-D3C26346101D}"/>
              </a:ext>
              <a:ext uri="{C183D7F6-B498-43B3-948B-1728B52AA6E4}">
                <adec:decorative xmlns:adec="http://schemas.microsoft.com/office/drawing/2017/decorative" val="1"/>
              </a:ext>
            </a:extLst>
          </p:cNvPr>
          <p:cNvGrpSpPr>
            <a:grpSpLocks noChangeAspect="1"/>
          </p:cNvGrpSpPr>
          <p:nvPr/>
        </p:nvGrpSpPr>
        <p:grpSpPr>
          <a:xfrm>
            <a:off x="4873375" y="3636615"/>
            <a:ext cx="449958" cy="457200"/>
            <a:chOff x="4873375" y="3636615"/>
            <a:chExt cx="449958" cy="457200"/>
          </a:xfrm>
          <a:solidFill>
            <a:srgbClr val="FF0000"/>
          </a:solidFill>
        </p:grpSpPr>
        <p:sp>
          <p:nvSpPr>
            <p:cNvPr id="1988" name="Freeform: Shape 1987">
              <a:extLst>
                <a:ext uri="{FF2B5EF4-FFF2-40B4-BE49-F238E27FC236}">
                  <a16:creationId xmlns:a16="http://schemas.microsoft.com/office/drawing/2014/main" id="{FF7A3FC4-69FF-9DC2-6699-099734CE98FC}"/>
                </a:ext>
                <a:ext uri="{C183D7F6-B498-43B3-948B-1728B52AA6E4}">
                  <adec:decorative xmlns:adec="http://schemas.microsoft.com/office/drawing/2017/decorative" val="1"/>
                </a:ext>
              </a:extLst>
            </p:cNvPr>
            <p:cNvSpPr/>
            <p:nvPr/>
          </p:nvSpPr>
          <p:spPr>
            <a:xfrm>
              <a:off x="4873375" y="3636615"/>
              <a:ext cx="441904" cy="457200"/>
            </a:xfrm>
            <a:custGeom>
              <a:avLst/>
              <a:gdLst>
                <a:gd name="connsiteX0" fmla="*/ 514306 w 681926"/>
                <a:gd name="connsiteY0" fmla="*/ 508431 h 705530"/>
                <a:gd name="connsiteX1" fmla="*/ 583829 w 681926"/>
                <a:gd name="connsiteY1" fmla="*/ 522825 h 705530"/>
                <a:gd name="connsiteX2" fmla="*/ 636603 w 681926"/>
                <a:gd name="connsiteY2" fmla="*/ 554318 h 705530"/>
                <a:gd name="connsiteX3" fmla="*/ 681926 w 681926"/>
                <a:gd name="connsiteY3" fmla="*/ 609828 h 705530"/>
                <a:gd name="connsiteX4" fmla="*/ 623956 w 681926"/>
                <a:gd name="connsiteY4" fmla="*/ 609828 h 705530"/>
                <a:gd name="connsiteX5" fmla="*/ 585853 w 681926"/>
                <a:gd name="connsiteY5" fmla="*/ 574299 h 705530"/>
                <a:gd name="connsiteX6" fmla="*/ 530742 w 681926"/>
                <a:gd name="connsiteY6" fmla="*/ 555332 h 705530"/>
                <a:gd name="connsiteX7" fmla="*/ 453967 w 681926"/>
                <a:gd name="connsiteY7" fmla="*/ 564733 h 705530"/>
                <a:gd name="connsiteX8" fmla="*/ 400834 w 681926"/>
                <a:gd name="connsiteY8" fmla="*/ 600214 h 705530"/>
                <a:gd name="connsiteX9" fmla="*/ 361541 w 681926"/>
                <a:gd name="connsiteY9" fmla="*/ 674970 h 705530"/>
                <a:gd name="connsiteX10" fmla="*/ 358515 w 681926"/>
                <a:gd name="connsiteY10" fmla="*/ 699790 h 705530"/>
                <a:gd name="connsiteX11" fmla="*/ 357381 w 681926"/>
                <a:gd name="connsiteY11" fmla="*/ 705530 h 705530"/>
                <a:gd name="connsiteX12" fmla="*/ 312491 w 681926"/>
                <a:gd name="connsiteY12" fmla="*/ 705530 h 705530"/>
                <a:gd name="connsiteX13" fmla="*/ 314590 w 681926"/>
                <a:gd name="connsiteY13" fmla="*/ 678467 h 705530"/>
                <a:gd name="connsiteX14" fmla="*/ 325277 w 681926"/>
                <a:gd name="connsiteY14" fmla="*/ 636991 h 705530"/>
                <a:gd name="connsiteX15" fmla="*/ 354480 w 681926"/>
                <a:gd name="connsiteY15" fmla="*/ 584726 h 705530"/>
                <a:gd name="connsiteX16" fmla="*/ 378983 w 681926"/>
                <a:gd name="connsiteY16" fmla="*/ 558349 h 705530"/>
                <a:gd name="connsiteX17" fmla="*/ 431232 w 681926"/>
                <a:gd name="connsiteY17" fmla="*/ 525125 h 705530"/>
                <a:gd name="connsiteX18" fmla="*/ 468289 w 681926"/>
                <a:gd name="connsiteY18" fmla="*/ 513127 h 705530"/>
                <a:gd name="connsiteX19" fmla="*/ 494404 w 681926"/>
                <a:gd name="connsiteY19" fmla="*/ 509394 h 705530"/>
                <a:gd name="connsiteX20" fmla="*/ 514306 w 681926"/>
                <a:gd name="connsiteY20" fmla="*/ 508431 h 705530"/>
                <a:gd name="connsiteX21" fmla="*/ 525826 w 681926"/>
                <a:gd name="connsiteY21" fmla="*/ 279200 h 705530"/>
                <a:gd name="connsiteX22" fmla="*/ 489239 w 681926"/>
                <a:gd name="connsiteY22" fmla="*/ 280550 h 705530"/>
                <a:gd name="connsiteX23" fmla="*/ 444681 w 681926"/>
                <a:gd name="connsiteY23" fmla="*/ 309657 h 705530"/>
                <a:gd name="connsiteX24" fmla="*/ 427610 w 681926"/>
                <a:gd name="connsiteY24" fmla="*/ 376845 h 705530"/>
                <a:gd name="connsiteX25" fmla="*/ 458184 w 681926"/>
                <a:gd name="connsiteY25" fmla="*/ 426908 h 705530"/>
                <a:gd name="connsiteX26" fmla="*/ 527088 w 681926"/>
                <a:gd name="connsiteY26" fmla="*/ 443400 h 705530"/>
                <a:gd name="connsiteX27" fmla="*/ 574325 w 681926"/>
                <a:gd name="connsiteY27" fmla="*/ 414741 h 705530"/>
                <a:gd name="connsiteX28" fmla="*/ 593040 w 681926"/>
                <a:gd name="connsiteY28" fmla="*/ 350998 h 705530"/>
                <a:gd name="connsiteX29" fmla="*/ 587356 w 681926"/>
                <a:gd name="connsiteY29" fmla="*/ 330137 h 705530"/>
                <a:gd name="connsiteX30" fmla="*/ 559151 w 681926"/>
                <a:gd name="connsiteY30" fmla="*/ 294218 h 705530"/>
                <a:gd name="connsiteX31" fmla="*/ 525826 w 681926"/>
                <a:gd name="connsiteY31" fmla="*/ 279200 h 705530"/>
                <a:gd name="connsiteX32" fmla="*/ 499357 w 681926"/>
                <a:gd name="connsiteY32" fmla="*/ 233166 h 705530"/>
                <a:gd name="connsiteX33" fmla="*/ 571952 w 681926"/>
                <a:gd name="connsiteY33" fmla="*/ 248318 h 705530"/>
                <a:gd name="connsiteX34" fmla="*/ 620882 w 681926"/>
                <a:gd name="connsiteY34" fmla="*/ 295571 h 705530"/>
                <a:gd name="connsiteX35" fmla="*/ 637154 w 681926"/>
                <a:gd name="connsiteY35" fmla="*/ 339564 h 705530"/>
                <a:gd name="connsiteX36" fmla="*/ 628616 w 681926"/>
                <a:gd name="connsiteY36" fmla="*/ 412407 h 705530"/>
                <a:gd name="connsiteX37" fmla="*/ 597068 w 681926"/>
                <a:gd name="connsiteY37" fmla="*/ 456783 h 705530"/>
                <a:gd name="connsiteX38" fmla="*/ 536023 w 681926"/>
                <a:gd name="connsiteY38" fmla="*/ 487645 h 705530"/>
                <a:gd name="connsiteX39" fmla="*/ 510205 w 681926"/>
                <a:gd name="connsiteY39" fmla="*/ 490515 h 705530"/>
                <a:gd name="connsiteX40" fmla="*/ 458027 w 681926"/>
                <a:gd name="connsiteY40" fmla="*/ 479664 h 705530"/>
                <a:gd name="connsiteX41" fmla="*/ 417218 w 681926"/>
                <a:gd name="connsiteY41" fmla="*/ 451457 h 705530"/>
                <a:gd name="connsiteX42" fmla="*/ 383146 w 681926"/>
                <a:gd name="connsiteY42" fmla="*/ 386204 h 705530"/>
                <a:gd name="connsiteX43" fmla="*/ 381151 w 681926"/>
                <a:gd name="connsiteY43" fmla="*/ 372453 h 705530"/>
                <a:gd name="connsiteX44" fmla="*/ 388990 w 681926"/>
                <a:gd name="connsiteY44" fmla="*/ 316505 h 705530"/>
                <a:gd name="connsiteX45" fmla="*/ 413296 w 681926"/>
                <a:gd name="connsiteY45" fmla="*/ 276138 h 705530"/>
                <a:gd name="connsiteX46" fmla="*/ 450079 w 681926"/>
                <a:gd name="connsiteY46" fmla="*/ 247199 h 705530"/>
                <a:gd name="connsiteX47" fmla="*/ 499357 w 681926"/>
                <a:gd name="connsiteY47" fmla="*/ 233166 h 705530"/>
                <a:gd name="connsiteX48" fmla="*/ 178573 w 681926"/>
                <a:gd name="connsiteY48" fmla="*/ 28133 h 705530"/>
                <a:gd name="connsiteX49" fmla="*/ 132046 w 681926"/>
                <a:gd name="connsiteY49" fmla="*/ 54721 h 705530"/>
                <a:gd name="connsiteX50" fmla="*/ 124800 w 681926"/>
                <a:gd name="connsiteY50" fmla="*/ 58591 h 705530"/>
                <a:gd name="connsiteX51" fmla="*/ 109320 w 681926"/>
                <a:gd name="connsiteY51" fmla="*/ 68390 h 705530"/>
                <a:gd name="connsiteX52" fmla="*/ 106090 w 681926"/>
                <a:gd name="connsiteY52" fmla="*/ 70344 h 705530"/>
                <a:gd name="connsiteX53" fmla="*/ 25840 w 681926"/>
                <a:gd name="connsiteY53" fmla="*/ 116590 h 705530"/>
                <a:gd name="connsiteX54" fmla="*/ 22806 w 681926"/>
                <a:gd name="connsiteY54" fmla="*/ 121821 h 705530"/>
                <a:gd name="connsiteX55" fmla="*/ 22709 w 681926"/>
                <a:gd name="connsiteY55" fmla="*/ 176252 h 705530"/>
                <a:gd name="connsiteX56" fmla="*/ 22683 w 681926"/>
                <a:gd name="connsiteY56" fmla="*/ 207839 h 705530"/>
                <a:gd name="connsiteX57" fmla="*/ 22709 w 681926"/>
                <a:gd name="connsiteY57" fmla="*/ 262673 h 705530"/>
                <a:gd name="connsiteX58" fmla="*/ 22683 w 681926"/>
                <a:gd name="connsiteY58" fmla="*/ 294218 h 705530"/>
                <a:gd name="connsiteX59" fmla="*/ 25852 w 681926"/>
                <a:gd name="connsiteY59" fmla="*/ 303823 h 705530"/>
                <a:gd name="connsiteX60" fmla="*/ 66175 w 681926"/>
                <a:gd name="connsiteY60" fmla="*/ 327201 h 705530"/>
                <a:gd name="connsiteX61" fmla="*/ 88670 w 681926"/>
                <a:gd name="connsiteY61" fmla="*/ 340102 h 705530"/>
                <a:gd name="connsiteX62" fmla="*/ 119477 w 681926"/>
                <a:gd name="connsiteY62" fmla="*/ 357346 h 705530"/>
                <a:gd name="connsiteX63" fmla="*/ 179757 w 681926"/>
                <a:gd name="connsiteY63" fmla="*/ 392345 h 705530"/>
                <a:gd name="connsiteX64" fmla="*/ 184970 w 681926"/>
                <a:gd name="connsiteY64" fmla="*/ 392496 h 705530"/>
                <a:gd name="connsiteX65" fmla="*/ 265853 w 681926"/>
                <a:gd name="connsiteY65" fmla="*/ 346214 h 705530"/>
                <a:gd name="connsiteX66" fmla="*/ 272648 w 681926"/>
                <a:gd name="connsiteY66" fmla="*/ 342544 h 705530"/>
                <a:gd name="connsiteX67" fmla="*/ 288587 w 681926"/>
                <a:gd name="connsiteY67" fmla="*/ 332538 h 705530"/>
                <a:gd name="connsiteX68" fmla="*/ 310051 w 681926"/>
                <a:gd name="connsiteY68" fmla="*/ 320686 h 705530"/>
                <a:gd name="connsiteX69" fmla="*/ 322285 w 681926"/>
                <a:gd name="connsiteY69" fmla="*/ 313850 h 705530"/>
                <a:gd name="connsiteX70" fmla="*/ 332781 w 681926"/>
                <a:gd name="connsiteY70" fmla="*/ 307004 h 705530"/>
                <a:gd name="connsiteX71" fmla="*/ 338896 w 681926"/>
                <a:gd name="connsiteY71" fmla="*/ 303421 h 705530"/>
                <a:gd name="connsiteX72" fmla="*/ 341716 w 681926"/>
                <a:gd name="connsiteY72" fmla="*/ 298695 h 705530"/>
                <a:gd name="connsiteX73" fmla="*/ 341800 w 681926"/>
                <a:gd name="connsiteY73" fmla="*/ 222708 h 705530"/>
                <a:gd name="connsiteX74" fmla="*/ 341827 w 681926"/>
                <a:gd name="connsiteY74" fmla="*/ 199957 h 705530"/>
                <a:gd name="connsiteX75" fmla="*/ 341800 w 681926"/>
                <a:gd name="connsiteY75" fmla="*/ 168695 h 705530"/>
                <a:gd name="connsiteX76" fmla="*/ 341827 w 681926"/>
                <a:gd name="connsiteY76" fmla="*/ 145943 h 705530"/>
                <a:gd name="connsiteX77" fmla="*/ 341950 w 681926"/>
                <a:gd name="connsiteY77" fmla="*/ 121971 h 705530"/>
                <a:gd name="connsiteX78" fmla="*/ 338616 w 681926"/>
                <a:gd name="connsiteY78" fmla="*/ 115840 h 705530"/>
                <a:gd name="connsiteX79" fmla="*/ 329024 w 681926"/>
                <a:gd name="connsiteY79" fmla="*/ 110583 h 705530"/>
                <a:gd name="connsiteX80" fmla="*/ 298190 w 681926"/>
                <a:gd name="connsiteY80" fmla="*/ 92325 h 705530"/>
                <a:gd name="connsiteX81" fmla="*/ 278864 w 681926"/>
                <a:gd name="connsiteY81" fmla="*/ 81090 h 705530"/>
                <a:gd name="connsiteX82" fmla="*/ 258126 w 681926"/>
                <a:gd name="connsiteY82" fmla="*/ 69651 h 705530"/>
                <a:gd name="connsiteX83" fmla="*/ 227579 w 681926"/>
                <a:gd name="connsiteY83" fmla="*/ 51939 h 705530"/>
                <a:gd name="connsiteX84" fmla="*/ 187052 w 681926"/>
                <a:gd name="connsiteY84" fmla="*/ 28620 h 705530"/>
                <a:gd name="connsiteX85" fmla="*/ 178573 w 681926"/>
                <a:gd name="connsiteY85" fmla="*/ 28133 h 705530"/>
                <a:gd name="connsiteX86" fmla="*/ 180830 w 681926"/>
                <a:gd name="connsiteY86" fmla="*/ 249 h 705530"/>
                <a:gd name="connsiteX87" fmla="*/ 185192 w 681926"/>
                <a:gd name="connsiteY87" fmla="*/ 856 h 705530"/>
                <a:gd name="connsiteX88" fmla="*/ 219078 w 681926"/>
                <a:gd name="connsiteY88" fmla="*/ 20257 h 705530"/>
                <a:gd name="connsiteX89" fmla="*/ 297620 w 681926"/>
                <a:gd name="connsiteY89" fmla="*/ 65426 h 705530"/>
                <a:gd name="connsiteX90" fmla="*/ 360929 w 681926"/>
                <a:gd name="connsiteY90" fmla="*/ 101857 h 705530"/>
                <a:gd name="connsiteX91" fmla="*/ 365536 w 681926"/>
                <a:gd name="connsiteY91" fmla="*/ 109884 h 705530"/>
                <a:gd name="connsiteX92" fmla="*/ 365410 w 681926"/>
                <a:gd name="connsiteY92" fmla="*/ 297933 h 705530"/>
                <a:gd name="connsiteX93" fmla="*/ 365410 w 681926"/>
                <a:gd name="connsiteY93" fmla="*/ 315223 h 705530"/>
                <a:gd name="connsiteX94" fmla="*/ 293104 w 681926"/>
                <a:gd name="connsiteY94" fmla="*/ 357057 h 705530"/>
                <a:gd name="connsiteX95" fmla="*/ 227465 w 681926"/>
                <a:gd name="connsiteY95" fmla="*/ 395194 h 705530"/>
                <a:gd name="connsiteX96" fmla="*/ 185567 w 681926"/>
                <a:gd name="connsiteY96" fmla="*/ 419040 h 705530"/>
                <a:gd name="connsiteX97" fmla="*/ 178883 w 681926"/>
                <a:gd name="connsiteY97" fmla="*/ 418754 h 705530"/>
                <a:gd name="connsiteX98" fmla="*/ 138851 w 681926"/>
                <a:gd name="connsiteY98" fmla="*/ 395443 h 705530"/>
                <a:gd name="connsiteX99" fmla="*/ 85580 w 681926"/>
                <a:gd name="connsiteY99" fmla="*/ 364553 h 705530"/>
                <a:gd name="connsiteX100" fmla="*/ 43282 w 681926"/>
                <a:gd name="connsiteY100" fmla="*/ 340402 h 705530"/>
                <a:gd name="connsiteX101" fmla="*/ 3115 w 681926"/>
                <a:gd name="connsiteY101" fmla="*/ 317353 h 705530"/>
                <a:gd name="connsiteX102" fmla="*/ 0 w 681926"/>
                <a:gd name="connsiteY102" fmla="*/ 311593 h 705530"/>
                <a:gd name="connsiteX103" fmla="*/ 26 w 681926"/>
                <a:gd name="connsiteY103" fmla="*/ 108814 h 705530"/>
                <a:gd name="connsiteX104" fmla="*/ 3780 w 681926"/>
                <a:gd name="connsiteY104" fmla="*/ 102311 h 705530"/>
                <a:gd name="connsiteX105" fmla="*/ 53383 w 681926"/>
                <a:gd name="connsiteY105" fmla="*/ 73616 h 705530"/>
                <a:gd name="connsiteX106" fmla="*/ 108100 w 681926"/>
                <a:gd name="connsiteY106" fmla="*/ 42336 h 705530"/>
                <a:gd name="connsiteX107" fmla="*/ 160063 w 681926"/>
                <a:gd name="connsiteY107" fmla="*/ 12023 h 705530"/>
                <a:gd name="connsiteX108" fmla="*/ 180830 w 681926"/>
                <a:gd name="connsiteY108" fmla="*/ 249 h 70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81926" h="705530">
                  <a:moveTo>
                    <a:pt x="514306" y="508431"/>
                  </a:moveTo>
                  <a:cubicBezTo>
                    <a:pt x="538246" y="509391"/>
                    <a:pt x="561538" y="513642"/>
                    <a:pt x="583829" y="522825"/>
                  </a:cubicBezTo>
                  <a:cubicBezTo>
                    <a:pt x="603000" y="530723"/>
                    <a:pt x="620785" y="540997"/>
                    <a:pt x="636603" y="554318"/>
                  </a:cubicBezTo>
                  <a:lnTo>
                    <a:pt x="681926" y="609828"/>
                  </a:lnTo>
                  <a:lnTo>
                    <a:pt x="623956" y="609828"/>
                  </a:lnTo>
                  <a:lnTo>
                    <a:pt x="585853" y="574299"/>
                  </a:lnTo>
                  <a:cubicBezTo>
                    <a:pt x="568785" y="564287"/>
                    <a:pt x="550373" y="558287"/>
                    <a:pt x="530742" y="555332"/>
                  </a:cubicBezTo>
                  <a:cubicBezTo>
                    <a:pt x="504169" y="551330"/>
                    <a:pt x="478718" y="554981"/>
                    <a:pt x="453967" y="564733"/>
                  </a:cubicBezTo>
                  <a:cubicBezTo>
                    <a:pt x="433721" y="572711"/>
                    <a:pt x="415774" y="584381"/>
                    <a:pt x="400834" y="600214"/>
                  </a:cubicBezTo>
                  <a:cubicBezTo>
                    <a:pt x="380826" y="621419"/>
                    <a:pt x="366911" y="646045"/>
                    <a:pt x="361541" y="674970"/>
                  </a:cubicBezTo>
                  <a:cubicBezTo>
                    <a:pt x="360022" y="683149"/>
                    <a:pt x="359537" y="691517"/>
                    <a:pt x="358515" y="699790"/>
                  </a:cubicBezTo>
                  <a:cubicBezTo>
                    <a:pt x="358283" y="701668"/>
                    <a:pt x="357788" y="703513"/>
                    <a:pt x="357381" y="705530"/>
                  </a:cubicBezTo>
                  <a:cubicBezTo>
                    <a:pt x="342417" y="705530"/>
                    <a:pt x="327589" y="705530"/>
                    <a:pt x="312491" y="705530"/>
                  </a:cubicBezTo>
                  <a:cubicBezTo>
                    <a:pt x="313132" y="696350"/>
                    <a:pt x="312842" y="687204"/>
                    <a:pt x="314590" y="678467"/>
                  </a:cubicBezTo>
                  <a:cubicBezTo>
                    <a:pt x="317387" y="664481"/>
                    <a:pt x="320852" y="650543"/>
                    <a:pt x="325277" y="636991"/>
                  </a:cubicBezTo>
                  <a:cubicBezTo>
                    <a:pt x="331556" y="617765"/>
                    <a:pt x="341478" y="600253"/>
                    <a:pt x="354480" y="584726"/>
                  </a:cubicBezTo>
                  <a:cubicBezTo>
                    <a:pt x="362181" y="575533"/>
                    <a:pt x="370199" y="566481"/>
                    <a:pt x="378983" y="558349"/>
                  </a:cubicBezTo>
                  <a:cubicBezTo>
                    <a:pt x="394312" y="544155"/>
                    <a:pt x="411688" y="532704"/>
                    <a:pt x="431232" y="525125"/>
                  </a:cubicBezTo>
                  <a:cubicBezTo>
                    <a:pt x="443325" y="520436"/>
                    <a:pt x="455744" y="516407"/>
                    <a:pt x="468289" y="513127"/>
                  </a:cubicBezTo>
                  <a:cubicBezTo>
                    <a:pt x="476746" y="510916"/>
                    <a:pt x="485655" y="510308"/>
                    <a:pt x="494404" y="509394"/>
                  </a:cubicBezTo>
                  <a:cubicBezTo>
                    <a:pt x="501005" y="508705"/>
                    <a:pt x="507692" y="508166"/>
                    <a:pt x="514306" y="508431"/>
                  </a:cubicBezTo>
                  <a:close/>
                  <a:moveTo>
                    <a:pt x="525826" y="279200"/>
                  </a:moveTo>
                  <a:cubicBezTo>
                    <a:pt x="514164" y="276825"/>
                    <a:pt x="501958" y="277178"/>
                    <a:pt x="489239" y="280550"/>
                  </a:cubicBezTo>
                  <a:cubicBezTo>
                    <a:pt x="471252" y="285321"/>
                    <a:pt x="456325" y="294883"/>
                    <a:pt x="444681" y="309657"/>
                  </a:cubicBezTo>
                  <a:cubicBezTo>
                    <a:pt x="428965" y="329594"/>
                    <a:pt x="422961" y="352236"/>
                    <a:pt x="427610" y="376845"/>
                  </a:cubicBezTo>
                  <a:cubicBezTo>
                    <a:pt x="431410" y="396959"/>
                    <a:pt x="441572" y="414019"/>
                    <a:pt x="458184" y="426908"/>
                  </a:cubicBezTo>
                  <a:cubicBezTo>
                    <a:pt x="478753" y="442864"/>
                    <a:pt x="501685" y="448719"/>
                    <a:pt x="527088" y="443400"/>
                  </a:cubicBezTo>
                  <a:cubicBezTo>
                    <a:pt x="546043" y="439430"/>
                    <a:pt x="561884" y="429603"/>
                    <a:pt x="574325" y="414741"/>
                  </a:cubicBezTo>
                  <a:cubicBezTo>
                    <a:pt x="589784" y="396277"/>
                    <a:pt x="595345" y="374605"/>
                    <a:pt x="593040" y="350998"/>
                  </a:cubicBezTo>
                  <a:cubicBezTo>
                    <a:pt x="592376" y="344185"/>
                    <a:pt x="589357" y="337602"/>
                    <a:pt x="587356" y="330137"/>
                  </a:cubicBezTo>
                  <a:cubicBezTo>
                    <a:pt x="581528" y="315358"/>
                    <a:pt x="571909" y="303339"/>
                    <a:pt x="559151" y="294218"/>
                  </a:cubicBezTo>
                  <a:cubicBezTo>
                    <a:pt x="548607" y="286679"/>
                    <a:pt x="537488" y="281576"/>
                    <a:pt x="525826" y="279200"/>
                  </a:cubicBezTo>
                  <a:close/>
                  <a:moveTo>
                    <a:pt x="499357" y="233166"/>
                  </a:moveTo>
                  <a:cubicBezTo>
                    <a:pt x="525311" y="230698"/>
                    <a:pt x="549398" y="236237"/>
                    <a:pt x="571952" y="248318"/>
                  </a:cubicBezTo>
                  <a:cubicBezTo>
                    <a:pt x="592561" y="259357"/>
                    <a:pt x="608728" y="275402"/>
                    <a:pt x="620882" y="295571"/>
                  </a:cubicBezTo>
                  <a:cubicBezTo>
                    <a:pt x="629139" y="309275"/>
                    <a:pt x="634968" y="323977"/>
                    <a:pt x="637154" y="339564"/>
                  </a:cubicBezTo>
                  <a:cubicBezTo>
                    <a:pt x="640633" y="364387"/>
                    <a:pt x="638995" y="388952"/>
                    <a:pt x="628616" y="412407"/>
                  </a:cubicBezTo>
                  <a:cubicBezTo>
                    <a:pt x="621098" y="429397"/>
                    <a:pt x="610752" y="444335"/>
                    <a:pt x="597068" y="456783"/>
                  </a:cubicBezTo>
                  <a:cubicBezTo>
                    <a:pt x="579625" y="472652"/>
                    <a:pt x="559470" y="483603"/>
                    <a:pt x="536023" y="487645"/>
                  </a:cubicBezTo>
                  <a:cubicBezTo>
                    <a:pt x="527498" y="489115"/>
                    <a:pt x="518826" y="490398"/>
                    <a:pt x="510205" y="490515"/>
                  </a:cubicBezTo>
                  <a:cubicBezTo>
                    <a:pt x="492097" y="490760"/>
                    <a:pt x="474714" y="486898"/>
                    <a:pt x="458027" y="479664"/>
                  </a:cubicBezTo>
                  <a:cubicBezTo>
                    <a:pt x="442516" y="472939"/>
                    <a:pt x="428824" y="463543"/>
                    <a:pt x="417218" y="451457"/>
                  </a:cubicBezTo>
                  <a:cubicBezTo>
                    <a:pt x="399591" y="433105"/>
                    <a:pt x="388212" y="411225"/>
                    <a:pt x="383146" y="386204"/>
                  </a:cubicBezTo>
                  <a:cubicBezTo>
                    <a:pt x="382258" y="381820"/>
                    <a:pt x="381820" y="377346"/>
                    <a:pt x="381151" y="372453"/>
                  </a:cubicBezTo>
                  <a:cubicBezTo>
                    <a:pt x="380323" y="353012"/>
                    <a:pt x="382276" y="334404"/>
                    <a:pt x="388990" y="316505"/>
                  </a:cubicBezTo>
                  <a:cubicBezTo>
                    <a:pt x="394595" y="301565"/>
                    <a:pt x="402768" y="288228"/>
                    <a:pt x="413296" y="276138"/>
                  </a:cubicBezTo>
                  <a:cubicBezTo>
                    <a:pt x="423783" y="264095"/>
                    <a:pt x="436109" y="254523"/>
                    <a:pt x="450079" y="247199"/>
                  </a:cubicBezTo>
                  <a:cubicBezTo>
                    <a:pt x="465445" y="239142"/>
                    <a:pt x="481907" y="234824"/>
                    <a:pt x="499357" y="233166"/>
                  </a:cubicBezTo>
                  <a:close/>
                  <a:moveTo>
                    <a:pt x="178573" y="28133"/>
                  </a:moveTo>
                  <a:cubicBezTo>
                    <a:pt x="163318" y="37030"/>
                    <a:pt x="148030" y="45870"/>
                    <a:pt x="132046" y="54721"/>
                  </a:cubicBezTo>
                  <a:cubicBezTo>
                    <a:pt x="129624" y="56001"/>
                    <a:pt x="127101" y="57122"/>
                    <a:pt x="124800" y="58591"/>
                  </a:cubicBezTo>
                  <a:cubicBezTo>
                    <a:pt x="119819" y="61771"/>
                    <a:pt x="114952" y="65128"/>
                    <a:pt x="109320" y="68390"/>
                  </a:cubicBezTo>
                  <a:cubicBezTo>
                    <a:pt x="108243" y="69042"/>
                    <a:pt x="107181" y="69717"/>
                    <a:pt x="106090" y="70344"/>
                  </a:cubicBezTo>
                  <a:cubicBezTo>
                    <a:pt x="79320" y="85724"/>
                    <a:pt x="52520" y="101055"/>
                    <a:pt x="25840" y="116590"/>
                  </a:cubicBezTo>
                  <a:cubicBezTo>
                    <a:pt x="24292" y="117490"/>
                    <a:pt x="22825" y="120029"/>
                    <a:pt x="22806" y="121821"/>
                  </a:cubicBezTo>
                  <a:cubicBezTo>
                    <a:pt x="22617" y="139653"/>
                    <a:pt x="22741" y="157489"/>
                    <a:pt x="22709" y="176252"/>
                  </a:cubicBezTo>
                  <a:cubicBezTo>
                    <a:pt x="22733" y="186479"/>
                    <a:pt x="22758" y="196706"/>
                    <a:pt x="22683" y="207839"/>
                  </a:cubicBezTo>
                  <a:cubicBezTo>
                    <a:pt x="22715" y="225807"/>
                    <a:pt x="22745" y="243775"/>
                    <a:pt x="22709" y="262673"/>
                  </a:cubicBezTo>
                  <a:cubicBezTo>
                    <a:pt x="22733" y="272900"/>
                    <a:pt x="22758" y="283127"/>
                    <a:pt x="22683" y="294218"/>
                  </a:cubicBezTo>
                  <a:cubicBezTo>
                    <a:pt x="22871" y="297695"/>
                    <a:pt x="21547" y="301430"/>
                    <a:pt x="25852" y="303823"/>
                  </a:cubicBezTo>
                  <a:cubicBezTo>
                    <a:pt x="39260" y="311280"/>
                    <a:pt x="52526" y="318990"/>
                    <a:pt x="66175" y="327201"/>
                  </a:cubicBezTo>
                  <a:cubicBezTo>
                    <a:pt x="73557" y="331296"/>
                    <a:pt x="80939" y="335390"/>
                    <a:pt x="88670" y="340102"/>
                  </a:cubicBezTo>
                  <a:cubicBezTo>
                    <a:pt x="98943" y="345843"/>
                    <a:pt x="109288" y="351461"/>
                    <a:pt x="119477" y="357346"/>
                  </a:cubicBezTo>
                  <a:cubicBezTo>
                    <a:pt x="139598" y="368966"/>
                    <a:pt x="159608" y="380776"/>
                    <a:pt x="179757" y="392345"/>
                  </a:cubicBezTo>
                  <a:cubicBezTo>
                    <a:pt x="181115" y="393126"/>
                    <a:pt x="183656" y="393248"/>
                    <a:pt x="184970" y="392496"/>
                  </a:cubicBezTo>
                  <a:cubicBezTo>
                    <a:pt x="211756" y="377172"/>
                    <a:pt x="238441" y="361676"/>
                    <a:pt x="265853" y="346214"/>
                  </a:cubicBezTo>
                  <a:cubicBezTo>
                    <a:pt x="268124" y="344999"/>
                    <a:pt x="270483" y="343924"/>
                    <a:pt x="272648" y="342544"/>
                  </a:cubicBezTo>
                  <a:cubicBezTo>
                    <a:pt x="277769" y="339278"/>
                    <a:pt x="282797" y="335869"/>
                    <a:pt x="288587" y="332538"/>
                  </a:cubicBezTo>
                  <a:cubicBezTo>
                    <a:pt x="295505" y="328586"/>
                    <a:pt x="302423" y="324633"/>
                    <a:pt x="310051" y="320686"/>
                  </a:cubicBezTo>
                  <a:cubicBezTo>
                    <a:pt x="314138" y="318423"/>
                    <a:pt x="318316" y="316304"/>
                    <a:pt x="322285" y="313850"/>
                  </a:cubicBezTo>
                  <a:cubicBezTo>
                    <a:pt x="325665" y="311761"/>
                    <a:pt x="328807" y="309287"/>
                    <a:pt x="332781" y="307004"/>
                  </a:cubicBezTo>
                  <a:cubicBezTo>
                    <a:pt x="334845" y="305838"/>
                    <a:pt x="337143" y="304944"/>
                    <a:pt x="338896" y="303421"/>
                  </a:cubicBezTo>
                  <a:cubicBezTo>
                    <a:pt x="340235" y="302257"/>
                    <a:pt x="341707" y="300304"/>
                    <a:pt x="341716" y="298695"/>
                  </a:cubicBezTo>
                  <a:cubicBezTo>
                    <a:pt x="341857" y="273676"/>
                    <a:pt x="341767" y="248656"/>
                    <a:pt x="341800" y="222708"/>
                  </a:cubicBezTo>
                  <a:cubicBezTo>
                    <a:pt x="341777" y="215426"/>
                    <a:pt x="341754" y="208143"/>
                    <a:pt x="341827" y="199957"/>
                  </a:cubicBezTo>
                  <a:cubicBezTo>
                    <a:pt x="341795" y="189846"/>
                    <a:pt x="341762" y="179734"/>
                    <a:pt x="341800" y="168695"/>
                  </a:cubicBezTo>
                  <a:cubicBezTo>
                    <a:pt x="341777" y="161413"/>
                    <a:pt x="341754" y="154130"/>
                    <a:pt x="341827" y="145943"/>
                  </a:cubicBezTo>
                  <a:cubicBezTo>
                    <a:pt x="341831" y="137952"/>
                    <a:pt x="341618" y="129950"/>
                    <a:pt x="341950" y="121971"/>
                  </a:cubicBezTo>
                  <a:cubicBezTo>
                    <a:pt x="342078" y="118913"/>
                    <a:pt x="340927" y="117171"/>
                    <a:pt x="338616" y="115840"/>
                  </a:cubicBezTo>
                  <a:cubicBezTo>
                    <a:pt x="335458" y="114021"/>
                    <a:pt x="332176" y="112415"/>
                    <a:pt x="329024" y="110583"/>
                  </a:cubicBezTo>
                  <a:cubicBezTo>
                    <a:pt x="318878" y="104689"/>
                    <a:pt x="308769" y="98733"/>
                    <a:pt x="298190" y="92325"/>
                  </a:cubicBezTo>
                  <a:cubicBezTo>
                    <a:pt x="291755" y="88569"/>
                    <a:pt x="285386" y="84689"/>
                    <a:pt x="278864" y="81090"/>
                  </a:cubicBezTo>
                  <a:cubicBezTo>
                    <a:pt x="272097" y="77356"/>
                    <a:pt x="265180" y="73893"/>
                    <a:pt x="258126" y="69651"/>
                  </a:cubicBezTo>
                  <a:cubicBezTo>
                    <a:pt x="247945" y="63744"/>
                    <a:pt x="237789" y="57794"/>
                    <a:pt x="227579" y="51939"/>
                  </a:cubicBezTo>
                  <a:cubicBezTo>
                    <a:pt x="214057" y="44185"/>
                    <a:pt x="200346" y="36743"/>
                    <a:pt x="187052" y="28620"/>
                  </a:cubicBezTo>
                  <a:cubicBezTo>
                    <a:pt x="183786" y="26624"/>
                    <a:pt x="181592" y="26372"/>
                    <a:pt x="178573" y="28133"/>
                  </a:cubicBezTo>
                  <a:close/>
                  <a:moveTo>
                    <a:pt x="180830" y="249"/>
                  </a:moveTo>
                  <a:cubicBezTo>
                    <a:pt x="181895" y="-319"/>
                    <a:pt x="183974" y="166"/>
                    <a:pt x="185192" y="856"/>
                  </a:cubicBezTo>
                  <a:cubicBezTo>
                    <a:pt x="196415" y="7218"/>
                    <a:pt x="207552" y="13733"/>
                    <a:pt x="219078" y="20257"/>
                  </a:cubicBezTo>
                  <a:cubicBezTo>
                    <a:pt x="245502" y="35350"/>
                    <a:pt x="271554" y="50399"/>
                    <a:pt x="297620" y="65426"/>
                  </a:cubicBezTo>
                  <a:cubicBezTo>
                    <a:pt x="318714" y="77586"/>
                    <a:pt x="339820" y="89725"/>
                    <a:pt x="360929" y="101857"/>
                  </a:cubicBezTo>
                  <a:cubicBezTo>
                    <a:pt x="364050" y="103651"/>
                    <a:pt x="365547" y="105824"/>
                    <a:pt x="365536" y="109884"/>
                  </a:cubicBezTo>
                  <a:cubicBezTo>
                    <a:pt x="365355" y="172567"/>
                    <a:pt x="365410" y="235250"/>
                    <a:pt x="365410" y="297933"/>
                  </a:cubicBezTo>
                  <a:cubicBezTo>
                    <a:pt x="365410" y="303657"/>
                    <a:pt x="365410" y="309382"/>
                    <a:pt x="365410" y="315223"/>
                  </a:cubicBezTo>
                  <a:cubicBezTo>
                    <a:pt x="341278" y="329183"/>
                    <a:pt x="317178" y="343097"/>
                    <a:pt x="293104" y="357057"/>
                  </a:cubicBezTo>
                  <a:cubicBezTo>
                    <a:pt x="271214" y="369750"/>
                    <a:pt x="249383" y="382546"/>
                    <a:pt x="227465" y="395194"/>
                  </a:cubicBezTo>
                  <a:cubicBezTo>
                    <a:pt x="213546" y="403225"/>
                    <a:pt x="199491" y="411019"/>
                    <a:pt x="185567" y="419040"/>
                  </a:cubicBezTo>
                  <a:cubicBezTo>
                    <a:pt x="183086" y="420468"/>
                    <a:pt x="181472" y="420321"/>
                    <a:pt x="178883" y="418754"/>
                  </a:cubicBezTo>
                  <a:cubicBezTo>
                    <a:pt x="165676" y="410758"/>
                    <a:pt x="152212" y="403185"/>
                    <a:pt x="138851" y="395443"/>
                  </a:cubicBezTo>
                  <a:cubicBezTo>
                    <a:pt x="121090" y="385152"/>
                    <a:pt x="103364" y="374803"/>
                    <a:pt x="85580" y="364553"/>
                  </a:cubicBezTo>
                  <a:cubicBezTo>
                    <a:pt x="71513" y="356446"/>
                    <a:pt x="57375" y="348464"/>
                    <a:pt x="43282" y="340402"/>
                  </a:cubicBezTo>
                  <a:cubicBezTo>
                    <a:pt x="29883" y="332737"/>
                    <a:pt x="16499" y="325045"/>
                    <a:pt x="3115" y="317353"/>
                  </a:cubicBezTo>
                  <a:cubicBezTo>
                    <a:pt x="905" y="316083"/>
                    <a:pt x="-5" y="314390"/>
                    <a:pt x="0" y="311593"/>
                  </a:cubicBezTo>
                  <a:cubicBezTo>
                    <a:pt x="106" y="244000"/>
                    <a:pt x="100" y="176407"/>
                    <a:pt x="26" y="108814"/>
                  </a:cubicBezTo>
                  <a:cubicBezTo>
                    <a:pt x="23" y="105690"/>
                    <a:pt x="955" y="103914"/>
                    <a:pt x="3780" y="102311"/>
                  </a:cubicBezTo>
                  <a:cubicBezTo>
                    <a:pt x="20388" y="92878"/>
                    <a:pt x="36826" y="83143"/>
                    <a:pt x="53383" y="73616"/>
                  </a:cubicBezTo>
                  <a:cubicBezTo>
                    <a:pt x="71591" y="63136"/>
                    <a:pt x="89905" y="52838"/>
                    <a:pt x="108100" y="42336"/>
                  </a:cubicBezTo>
                  <a:cubicBezTo>
                    <a:pt x="125468" y="32313"/>
                    <a:pt x="142735" y="22114"/>
                    <a:pt x="160063" y="12023"/>
                  </a:cubicBezTo>
                  <a:cubicBezTo>
                    <a:pt x="166940" y="8018"/>
                    <a:pt x="173812" y="3996"/>
                    <a:pt x="180830" y="249"/>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89" name="Freeform: Shape 1988">
              <a:extLst>
                <a:ext uri="{FF2B5EF4-FFF2-40B4-BE49-F238E27FC236}">
                  <a16:creationId xmlns:a16="http://schemas.microsoft.com/office/drawing/2014/main" id="{B615C82B-F11E-B5D0-DD2C-47212AAFBF35}"/>
                </a:ext>
                <a:ext uri="{C183D7F6-B498-43B3-948B-1728B52AA6E4}">
                  <adec:decorative xmlns:adec="http://schemas.microsoft.com/office/drawing/2017/decorative" val="1"/>
                </a:ext>
              </a:extLst>
            </p:cNvPr>
            <p:cNvSpPr/>
            <p:nvPr/>
          </p:nvSpPr>
          <p:spPr>
            <a:xfrm>
              <a:off x="4888112" y="3672370"/>
              <a:ext cx="435221" cy="421445"/>
            </a:xfrm>
            <a:custGeom>
              <a:avLst/>
              <a:gdLst>
                <a:gd name="connsiteX0" fmla="*/ 605147 w 671613"/>
                <a:gd name="connsiteY0" fmla="*/ 583889 h 650355"/>
                <a:gd name="connsiteX1" fmla="*/ 671613 w 671613"/>
                <a:gd name="connsiteY1" fmla="*/ 583889 h 650355"/>
                <a:gd name="connsiteX2" fmla="*/ 671613 w 671613"/>
                <a:gd name="connsiteY2" fmla="*/ 650355 h 650355"/>
                <a:gd name="connsiteX3" fmla="*/ 605147 w 671613"/>
                <a:gd name="connsiteY3" fmla="*/ 650355 h 650355"/>
                <a:gd name="connsiteX4" fmla="*/ 185479 w 671613"/>
                <a:gd name="connsiteY4" fmla="*/ 259712 h 650355"/>
                <a:gd name="connsiteX5" fmla="*/ 176701 w 671613"/>
                <a:gd name="connsiteY5" fmla="*/ 271387 h 650355"/>
                <a:gd name="connsiteX6" fmla="*/ 186766 w 671613"/>
                <a:gd name="connsiteY6" fmla="*/ 280320 h 650355"/>
                <a:gd name="connsiteX7" fmla="*/ 197320 w 671613"/>
                <a:gd name="connsiteY7" fmla="*/ 269212 h 650355"/>
                <a:gd name="connsiteX8" fmla="*/ 185479 w 671613"/>
                <a:gd name="connsiteY8" fmla="*/ 259712 h 650355"/>
                <a:gd name="connsiteX9" fmla="*/ 242406 w 671613"/>
                <a:gd name="connsiteY9" fmla="*/ 236419 h 650355"/>
                <a:gd name="connsiteX10" fmla="*/ 265092 w 671613"/>
                <a:gd name="connsiteY10" fmla="*/ 236419 h 650355"/>
                <a:gd name="connsiteX11" fmla="*/ 265106 w 671613"/>
                <a:gd name="connsiteY11" fmla="*/ 276884 h 650355"/>
                <a:gd name="connsiteX12" fmla="*/ 249907 w 671613"/>
                <a:gd name="connsiteY12" fmla="*/ 287368 h 650355"/>
                <a:gd name="connsiteX13" fmla="*/ 242759 w 671613"/>
                <a:gd name="connsiteY13" fmla="*/ 291038 h 650355"/>
                <a:gd name="connsiteX14" fmla="*/ 242406 w 671613"/>
                <a:gd name="connsiteY14" fmla="*/ 236419 h 650355"/>
                <a:gd name="connsiteX15" fmla="*/ 107817 w 671613"/>
                <a:gd name="connsiteY15" fmla="*/ 230823 h 650355"/>
                <a:gd name="connsiteX16" fmla="*/ 102523 w 671613"/>
                <a:gd name="connsiteY16" fmla="*/ 247887 h 650355"/>
                <a:gd name="connsiteX17" fmla="*/ 115424 w 671613"/>
                <a:gd name="connsiteY17" fmla="*/ 249973 h 650355"/>
                <a:gd name="connsiteX18" fmla="*/ 119892 w 671613"/>
                <a:gd name="connsiteY18" fmla="*/ 237632 h 650355"/>
                <a:gd name="connsiteX19" fmla="*/ 107817 w 671613"/>
                <a:gd name="connsiteY19" fmla="*/ 230823 h 650355"/>
                <a:gd name="connsiteX20" fmla="*/ 43108 w 671613"/>
                <a:gd name="connsiteY20" fmla="*/ 213889 h 650355"/>
                <a:gd name="connsiteX21" fmla="*/ 65695 w 671613"/>
                <a:gd name="connsiteY21" fmla="*/ 213889 h 650355"/>
                <a:gd name="connsiteX22" fmla="*/ 65637 w 671613"/>
                <a:gd name="connsiteY22" fmla="*/ 283850 h 650355"/>
                <a:gd name="connsiteX23" fmla="*/ 43271 w 671613"/>
                <a:gd name="connsiteY23" fmla="*/ 271727 h 650355"/>
                <a:gd name="connsiteX24" fmla="*/ 43108 w 671613"/>
                <a:gd name="connsiteY24" fmla="*/ 213889 h 650355"/>
                <a:gd name="connsiteX25" fmla="*/ 286599 w 671613"/>
                <a:gd name="connsiteY25" fmla="*/ 198119 h 650355"/>
                <a:gd name="connsiteX26" fmla="*/ 309285 w 671613"/>
                <a:gd name="connsiteY26" fmla="*/ 198119 h 650355"/>
                <a:gd name="connsiteX27" fmla="*/ 309298 w 671613"/>
                <a:gd name="connsiteY27" fmla="*/ 251351 h 650355"/>
                <a:gd name="connsiteX28" fmla="*/ 299544 w 671613"/>
                <a:gd name="connsiteY28" fmla="*/ 258675 h 650355"/>
                <a:gd name="connsiteX29" fmla="*/ 286955 w 671613"/>
                <a:gd name="connsiteY29" fmla="*/ 265508 h 650355"/>
                <a:gd name="connsiteX30" fmla="*/ 286599 w 671613"/>
                <a:gd name="connsiteY30" fmla="*/ 198119 h 650355"/>
                <a:gd name="connsiteX31" fmla="*/ 293547 w 671613"/>
                <a:gd name="connsiteY31" fmla="*/ 145688 h 650355"/>
                <a:gd name="connsiteX32" fmla="*/ 318538 w 671613"/>
                <a:gd name="connsiteY32" fmla="*/ 145722 h 650355"/>
                <a:gd name="connsiteX33" fmla="*/ 319024 w 671613"/>
                <a:gd name="connsiteY33" fmla="*/ 167997 h 650355"/>
                <a:gd name="connsiteX34" fmla="*/ 304767 w 671613"/>
                <a:gd name="connsiteY34" fmla="*/ 168274 h 650355"/>
                <a:gd name="connsiteX35" fmla="*/ 291872 w 671613"/>
                <a:gd name="connsiteY35" fmla="*/ 173472 h 650355"/>
                <a:gd name="connsiteX36" fmla="*/ 259403 w 671613"/>
                <a:gd name="connsiteY36" fmla="*/ 203809 h 650355"/>
                <a:gd name="connsiteX37" fmla="*/ 253744 w 671613"/>
                <a:gd name="connsiteY37" fmla="*/ 205606 h 650355"/>
                <a:gd name="connsiteX38" fmla="*/ 204164 w 671613"/>
                <a:gd name="connsiteY38" fmla="*/ 205685 h 650355"/>
                <a:gd name="connsiteX39" fmla="*/ 198336 w 671613"/>
                <a:gd name="connsiteY39" fmla="*/ 205685 h 650355"/>
                <a:gd name="connsiteX40" fmla="*/ 198455 w 671613"/>
                <a:gd name="connsiteY40" fmla="*/ 236415 h 650355"/>
                <a:gd name="connsiteX41" fmla="*/ 201079 w 671613"/>
                <a:gd name="connsiteY41" fmla="*/ 239363 h 650355"/>
                <a:gd name="connsiteX42" fmla="*/ 220821 w 671613"/>
                <a:gd name="connsiteY42" fmla="*/ 269348 h 650355"/>
                <a:gd name="connsiteX43" fmla="*/ 192609 w 671613"/>
                <a:gd name="connsiteY43" fmla="*/ 302921 h 650355"/>
                <a:gd name="connsiteX44" fmla="*/ 154982 w 671613"/>
                <a:gd name="connsiteY44" fmla="*/ 280044 h 650355"/>
                <a:gd name="connsiteX45" fmla="*/ 171438 w 671613"/>
                <a:gd name="connsiteY45" fmla="*/ 240302 h 650355"/>
                <a:gd name="connsiteX46" fmla="*/ 175801 w 671613"/>
                <a:gd name="connsiteY46" fmla="*/ 233299 h 650355"/>
                <a:gd name="connsiteX47" fmla="*/ 175717 w 671613"/>
                <a:gd name="connsiteY47" fmla="*/ 206033 h 650355"/>
                <a:gd name="connsiteX48" fmla="*/ 120403 w 671613"/>
                <a:gd name="connsiteY48" fmla="*/ 206033 h 650355"/>
                <a:gd name="connsiteX49" fmla="*/ 124777 w 671613"/>
                <a:gd name="connsiteY49" fmla="*/ 210551 h 650355"/>
                <a:gd name="connsiteX50" fmla="*/ 137603 w 671613"/>
                <a:gd name="connsiteY50" fmla="*/ 260196 h 650355"/>
                <a:gd name="connsiteX51" fmla="*/ 105125 w 671613"/>
                <a:gd name="connsiteY51" fmla="*/ 274171 h 650355"/>
                <a:gd name="connsiteX52" fmla="*/ 77625 w 671613"/>
                <a:gd name="connsiteY52" fmla="*/ 249585 h 650355"/>
                <a:gd name="connsiteX53" fmla="*/ 94635 w 671613"/>
                <a:gd name="connsiteY53" fmla="*/ 211096 h 650355"/>
                <a:gd name="connsiteX54" fmla="*/ 98160 w 671613"/>
                <a:gd name="connsiteY54" fmla="*/ 205295 h 650355"/>
                <a:gd name="connsiteX55" fmla="*/ 98134 w 671613"/>
                <a:gd name="connsiteY55" fmla="*/ 182116 h 650355"/>
                <a:gd name="connsiteX56" fmla="*/ 104182 w 671613"/>
                <a:gd name="connsiteY56" fmla="*/ 182116 h 650355"/>
                <a:gd name="connsiteX57" fmla="*/ 239665 w 671613"/>
                <a:gd name="connsiteY57" fmla="*/ 182329 h 650355"/>
                <a:gd name="connsiteX58" fmla="*/ 256726 w 671613"/>
                <a:gd name="connsiteY58" fmla="*/ 175253 h 650355"/>
                <a:gd name="connsiteX59" fmla="*/ 282791 w 671613"/>
                <a:gd name="connsiteY59" fmla="*/ 150125 h 650355"/>
                <a:gd name="connsiteX60" fmla="*/ 293547 w 671613"/>
                <a:gd name="connsiteY60" fmla="*/ 145688 h 650355"/>
                <a:gd name="connsiteX61" fmla="*/ 205285 w 671613"/>
                <a:gd name="connsiteY61" fmla="*/ 131486 h 650355"/>
                <a:gd name="connsiteX62" fmla="*/ 203448 w 671613"/>
                <a:gd name="connsiteY62" fmla="*/ 143830 h 650355"/>
                <a:gd name="connsiteX63" fmla="*/ 212952 w 671613"/>
                <a:gd name="connsiteY63" fmla="*/ 149297 h 650355"/>
                <a:gd name="connsiteX64" fmla="*/ 222444 w 671613"/>
                <a:gd name="connsiteY64" fmla="*/ 141764 h 650355"/>
                <a:gd name="connsiteX65" fmla="*/ 219240 w 671613"/>
                <a:gd name="connsiteY65" fmla="*/ 131824 h 650355"/>
                <a:gd name="connsiteX66" fmla="*/ 205285 w 671613"/>
                <a:gd name="connsiteY66" fmla="*/ 131486 h 650355"/>
                <a:gd name="connsiteX67" fmla="*/ 242539 w 671613"/>
                <a:gd name="connsiteY67" fmla="*/ 91704 h 650355"/>
                <a:gd name="connsiteX68" fmla="*/ 318538 w 671613"/>
                <a:gd name="connsiteY68" fmla="*/ 91709 h 650355"/>
                <a:gd name="connsiteX69" fmla="*/ 319024 w 671613"/>
                <a:gd name="connsiteY69" fmla="*/ 113984 h 650355"/>
                <a:gd name="connsiteX70" fmla="*/ 251783 w 671613"/>
                <a:gd name="connsiteY70" fmla="*/ 114381 h 650355"/>
                <a:gd name="connsiteX71" fmla="*/ 243447 w 671613"/>
                <a:gd name="connsiteY71" fmla="*/ 126385 h 650355"/>
                <a:gd name="connsiteX72" fmla="*/ 235593 w 671613"/>
                <a:gd name="connsiteY72" fmla="*/ 163025 h 650355"/>
                <a:gd name="connsiteX73" fmla="*/ 193577 w 671613"/>
                <a:gd name="connsiteY73" fmla="*/ 166994 h 650355"/>
                <a:gd name="connsiteX74" fmla="*/ 184690 w 671613"/>
                <a:gd name="connsiteY74" fmla="*/ 120178 h 650355"/>
                <a:gd name="connsiteX75" fmla="*/ 210125 w 671613"/>
                <a:gd name="connsiteY75" fmla="*/ 106531 h 650355"/>
                <a:gd name="connsiteX76" fmla="*/ 222184 w 671613"/>
                <a:gd name="connsiteY76" fmla="*/ 107332 h 650355"/>
                <a:gd name="connsiteX77" fmla="*/ 226293 w 671613"/>
                <a:gd name="connsiteY77" fmla="*/ 105384 h 650355"/>
                <a:gd name="connsiteX78" fmla="*/ 234490 w 671613"/>
                <a:gd name="connsiteY78" fmla="*/ 95804 h 650355"/>
                <a:gd name="connsiteX79" fmla="*/ 242539 w 671613"/>
                <a:gd name="connsiteY79" fmla="*/ 91704 h 650355"/>
                <a:gd name="connsiteX80" fmla="*/ 41392 w 671613"/>
                <a:gd name="connsiteY80" fmla="*/ 85226 h 650355"/>
                <a:gd name="connsiteX81" fmla="*/ 35255 w 671613"/>
                <a:gd name="connsiteY81" fmla="*/ 95741 h 650355"/>
                <a:gd name="connsiteX82" fmla="*/ 44787 w 671613"/>
                <a:gd name="connsiteY82" fmla="*/ 105495 h 650355"/>
                <a:gd name="connsiteX83" fmla="*/ 53622 w 671613"/>
                <a:gd name="connsiteY83" fmla="*/ 101172 h 650355"/>
                <a:gd name="connsiteX84" fmla="*/ 54236 w 671613"/>
                <a:gd name="connsiteY84" fmla="*/ 88674 h 650355"/>
                <a:gd name="connsiteX85" fmla="*/ 41392 w 671613"/>
                <a:gd name="connsiteY85" fmla="*/ 85226 h 650355"/>
                <a:gd name="connsiteX86" fmla="*/ 147388 w 671613"/>
                <a:gd name="connsiteY86" fmla="*/ 76096 h 650355"/>
                <a:gd name="connsiteX87" fmla="*/ 136477 w 671613"/>
                <a:gd name="connsiteY87" fmla="*/ 78219 h 650355"/>
                <a:gd name="connsiteX88" fmla="*/ 132860 w 671613"/>
                <a:gd name="connsiteY88" fmla="*/ 87088 h 650355"/>
                <a:gd name="connsiteX89" fmla="*/ 142967 w 671613"/>
                <a:gd name="connsiteY89" fmla="*/ 96651 h 650355"/>
                <a:gd name="connsiteX90" fmla="*/ 153812 w 671613"/>
                <a:gd name="connsiteY90" fmla="*/ 88518 h 650355"/>
                <a:gd name="connsiteX91" fmla="*/ 147388 w 671613"/>
                <a:gd name="connsiteY91" fmla="*/ 76096 h 650355"/>
                <a:gd name="connsiteX92" fmla="*/ 43904 w 671613"/>
                <a:gd name="connsiteY92" fmla="*/ 61147 h 650355"/>
                <a:gd name="connsiteX93" fmla="*/ 67529 w 671613"/>
                <a:gd name="connsiteY93" fmla="*/ 69407 h 650355"/>
                <a:gd name="connsiteX94" fmla="*/ 79218 w 671613"/>
                <a:gd name="connsiteY94" fmla="*/ 94059 h 650355"/>
                <a:gd name="connsiteX95" fmla="*/ 49014 w 671613"/>
                <a:gd name="connsiteY95" fmla="*/ 127917 h 650355"/>
                <a:gd name="connsiteX96" fmla="*/ 32386 w 671613"/>
                <a:gd name="connsiteY96" fmla="*/ 125766 h 650355"/>
                <a:gd name="connsiteX97" fmla="*/ 28596 w 671613"/>
                <a:gd name="connsiteY97" fmla="*/ 126554 h 650355"/>
                <a:gd name="connsiteX98" fmla="*/ 330 w 671613"/>
                <a:gd name="connsiteY98" fmla="*/ 151606 h 650355"/>
                <a:gd name="connsiteX99" fmla="*/ 1 w 671613"/>
                <a:gd name="connsiteY99" fmla="*/ 120612 h 650355"/>
                <a:gd name="connsiteX100" fmla="*/ 13047 w 671613"/>
                <a:gd name="connsiteY100" fmla="*/ 109365 h 650355"/>
                <a:gd name="connsiteX101" fmla="*/ 13434 w 671613"/>
                <a:gd name="connsiteY101" fmla="*/ 105094 h 650355"/>
                <a:gd name="connsiteX102" fmla="*/ 21104 w 671613"/>
                <a:gd name="connsiteY102" fmla="*/ 71471 h 650355"/>
                <a:gd name="connsiteX103" fmla="*/ 43904 w 671613"/>
                <a:gd name="connsiteY103" fmla="*/ 61147 h 650355"/>
                <a:gd name="connsiteX104" fmla="*/ 136114 w 671613"/>
                <a:gd name="connsiteY104" fmla="*/ 52956 h 650355"/>
                <a:gd name="connsiteX105" fmla="*/ 176893 w 671613"/>
                <a:gd name="connsiteY105" fmla="*/ 84260 h 650355"/>
                <a:gd name="connsiteX106" fmla="*/ 149911 w 671613"/>
                <a:gd name="connsiteY106" fmla="*/ 118698 h 650355"/>
                <a:gd name="connsiteX107" fmla="*/ 133216 w 671613"/>
                <a:gd name="connsiteY107" fmla="*/ 117488 h 650355"/>
                <a:gd name="connsiteX108" fmla="*/ 127286 w 671613"/>
                <a:gd name="connsiteY108" fmla="*/ 118936 h 650355"/>
                <a:gd name="connsiteX109" fmla="*/ 86642 w 671613"/>
                <a:gd name="connsiteY109" fmla="*/ 157739 h 650355"/>
                <a:gd name="connsiteX110" fmla="*/ 56357 w 671613"/>
                <a:gd name="connsiteY110" fmla="*/ 186082 h 650355"/>
                <a:gd name="connsiteX111" fmla="*/ 24664 w 671613"/>
                <a:gd name="connsiteY111" fmla="*/ 215791 h 650355"/>
                <a:gd name="connsiteX112" fmla="*/ 330 w 671613"/>
                <a:gd name="connsiteY112" fmla="*/ 238026 h 650355"/>
                <a:gd name="connsiteX113" fmla="*/ 1 w 671613"/>
                <a:gd name="connsiteY113" fmla="*/ 207032 h 650355"/>
                <a:gd name="connsiteX114" fmla="*/ 15870 w 671613"/>
                <a:gd name="connsiteY114" fmla="*/ 192160 h 650355"/>
                <a:gd name="connsiteX115" fmla="*/ 40937 w 671613"/>
                <a:gd name="connsiteY115" fmla="*/ 168138 h 650355"/>
                <a:gd name="connsiteX116" fmla="*/ 89332 w 671613"/>
                <a:gd name="connsiteY116" fmla="*/ 122693 h 650355"/>
                <a:gd name="connsiteX117" fmla="*/ 110275 w 671613"/>
                <a:gd name="connsiteY117" fmla="*/ 103746 h 650355"/>
                <a:gd name="connsiteX118" fmla="*/ 111950 w 671613"/>
                <a:gd name="connsiteY118" fmla="*/ 97017 h 650355"/>
                <a:gd name="connsiteX119" fmla="*/ 136114 w 671613"/>
                <a:gd name="connsiteY119" fmla="*/ 52956 h 650355"/>
                <a:gd name="connsiteX120" fmla="*/ 109623 w 671613"/>
                <a:gd name="connsiteY120" fmla="*/ 0 h 650355"/>
                <a:gd name="connsiteX121" fmla="*/ 109940 w 671613"/>
                <a:gd name="connsiteY121" fmla="*/ 15134 h 650355"/>
                <a:gd name="connsiteX122" fmla="*/ 235587 w 671613"/>
                <a:gd name="connsiteY122" fmla="*/ 15134 h 650355"/>
                <a:gd name="connsiteX123" fmla="*/ 256124 w 671613"/>
                <a:gd name="connsiteY123" fmla="*/ 25914 h 650355"/>
                <a:gd name="connsiteX124" fmla="*/ 275676 w 671613"/>
                <a:gd name="connsiteY124" fmla="*/ 37387 h 650355"/>
                <a:gd name="connsiteX125" fmla="*/ 187124 w 671613"/>
                <a:gd name="connsiteY125" fmla="*/ 37748 h 650355"/>
                <a:gd name="connsiteX126" fmla="*/ 93922 w 671613"/>
                <a:gd name="connsiteY126" fmla="*/ 37753 h 650355"/>
                <a:gd name="connsiteX127" fmla="*/ 87325 w 671613"/>
                <a:gd name="connsiteY127" fmla="*/ 37753 h 650355"/>
                <a:gd name="connsiteX128" fmla="*/ 87311 w 671613"/>
                <a:gd name="connsiteY128" fmla="*/ 13695 h 650355"/>
                <a:gd name="connsiteX129" fmla="*/ 102059 w 671613"/>
                <a:gd name="connsiteY129" fmla="*/ 3415 h 650355"/>
                <a:gd name="connsiteX130" fmla="*/ 109623 w 671613"/>
                <a:gd name="connsiteY130" fmla="*/ 0 h 650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71613" h="650355">
                  <a:moveTo>
                    <a:pt x="605147" y="583889"/>
                  </a:moveTo>
                  <a:lnTo>
                    <a:pt x="671613" y="583889"/>
                  </a:lnTo>
                  <a:lnTo>
                    <a:pt x="671613" y="650355"/>
                  </a:lnTo>
                  <a:lnTo>
                    <a:pt x="605147" y="650355"/>
                  </a:lnTo>
                  <a:close/>
                  <a:moveTo>
                    <a:pt x="185479" y="259712"/>
                  </a:moveTo>
                  <a:cubicBezTo>
                    <a:pt x="179663" y="260429"/>
                    <a:pt x="176403" y="264765"/>
                    <a:pt x="176701" y="271387"/>
                  </a:cubicBezTo>
                  <a:cubicBezTo>
                    <a:pt x="176920" y="276239"/>
                    <a:pt x="181414" y="280229"/>
                    <a:pt x="186766" y="280320"/>
                  </a:cubicBezTo>
                  <a:cubicBezTo>
                    <a:pt x="192474" y="280417"/>
                    <a:pt x="196695" y="276294"/>
                    <a:pt x="197320" y="269212"/>
                  </a:cubicBezTo>
                  <a:cubicBezTo>
                    <a:pt x="195990" y="262754"/>
                    <a:pt x="191305" y="258994"/>
                    <a:pt x="185479" y="259712"/>
                  </a:cubicBezTo>
                  <a:close/>
                  <a:moveTo>
                    <a:pt x="242406" y="236419"/>
                  </a:moveTo>
                  <a:cubicBezTo>
                    <a:pt x="250089" y="236419"/>
                    <a:pt x="257210" y="236419"/>
                    <a:pt x="265092" y="236419"/>
                  </a:cubicBezTo>
                  <a:cubicBezTo>
                    <a:pt x="265092" y="249755"/>
                    <a:pt x="265092" y="263091"/>
                    <a:pt x="265106" y="276884"/>
                  </a:cubicBezTo>
                  <a:cubicBezTo>
                    <a:pt x="260056" y="280693"/>
                    <a:pt x="255027" y="284103"/>
                    <a:pt x="249907" y="287368"/>
                  </a:cubicBezTo>
                  <a:cubicBezTo>
                    <a:pt x="247742" y="288748"/>
                    <a:pt x="245383" y="289823"/>
                    <a:pt x="242759" y="291038"/>
                  </a:cubicBezTo>
                  <a:cubicBezTo>
                    <a:pt x="242406" y="272927"/>
                    <a:pt x="242406" y="254816"/>
                    <a:pt x="242406" y="236419"/>
                  </a:cubicBezTo>
                  <a:close/>
                  <a:moveTo>
                    <a:pt x="107817" y="230823"/>
                  </a:moveTo>
                  <a:cubicBezTo>
                    <a:pt x="99803" y="233319"/>
                    <a:pt x="97612" y="239560"/>
                    <a:pt x="102523" y="247887"/>
                  </a:cubicBezTo>
                  <a:cubicBezTo>
                    <a:pt x="107167" y="252370"/>
                    <a:pt x="109918" y="252815"/>
                    <a:pt x="115424" y="249973"/>
                  </a:cubicBezTo>
                  <a:cubicBezTo>
                    <a:pt x="119985" y="247617"/>
                    <a:pt x="121896" y="242339"/>
                    <a:pt x="119892" y="237632"/>
                  </a:cubicBezTo>
                  <a:cubicBezTo>
                    <a:pt x="117382" y="231734"/>
                    <a:pt x="112936" y="229228"/>
                    <a:pt x="107817" y="230823"/>
                  </a:cubicBezTo>
                  <a:close/>
                  <a:moveTo>
                    <a:pt x="43108" y="213889"/>
                  </a:moveTo>
                  <a:cubicBezTo>
                    <a:pt x="50719" y="213889"/>
                    <a:pt x="57944" y="213889"/>
                    <a:pt x="65695" y="213889"/>
                  </a:cubicBezTo>
                  <a:cubicBezTo>
                    <a:pt x="65695" y="237155"/>
                    <a:pt x="65695" y="260273"/>
                    <a:pt x="65637" y="283850"/>
                  </a:cubicBezTo>
                  <a:cubicBezTo>
                    <a:pt x="58198" y="280216"/>
                    <a:pt x="50816" y="276121"/>
                    <a:pt x="43271" y="271727"/>
                  </a:cubicBezTo>
                  <a:cubicBezTo>
                    <a:pt x="43108" y="252363"/>
                    <a:pt x="43108" y="233298"/>
                    <a:pt x="43108" y="213889"/>
                  </a:cubicBezTo>
                  <a:close/>
                  <a:moveTo>
                    <a:pt x="286599" y="198119"/>
                  </a:moveTo>
                  <a:cubicBezTo>
                    <a:pt x="294282" y="198119"/>
                    <a:pt x="301405" y="198119"/>
                    <a:pt x="309285" y="198119"/>
                  </a:cubicBezTo>
                  <a:cubicBezTo>
                    <a:pt x="309285" y="215714"/>
                    <a:pt x="309285" y="233303"/>
                    <a:pt x="309298" y="251351"/>
                  </a:cubicBezTo>
                  <a:cubicBezTo>
                    <a:pt x="306066" y="254112"/>
                    <a:pt x="302924" y="256586"/>
                    <a:pt x="299544" y="258675"/>
                  </a:cubicBezTo>
                  <a:cubicBezTo>
                    <a:pt x="295574" y="261129"/>
                    <a:pt x="291397" y="263248"/>
                    <a:pt x="286955" y="265508"/>
                  </a:cubicBezTo>
                  <a:cubicBezTo>
                    <a:pt x="286599" y="243139"/>
                    <a:pt x="286599" y="220771"/>
                    <a:pt x="286599" y="198119"/>
                  </a:cubicBezTo>
                  <a:close/>
                  <a:moveTo>
                    <a:pt x="293547" y="145688"/>
                  </a:moveTo>
                  <a:cubicBezTo>
                    <a:pt x="301715" y="146003"/>
                    <a:pt x="309906" y="145765"/>
                    <a:pt x="318538" y="145722"/>
                  </a:cubicBezTo>
                  <a:cubicBezTo>
                    <a:pt x="319012" y="152967"/>
                    <a:pt x="319036" y="160250"/>
                    <a:pt x="319024" y="167997"/>
                  </a:cubicBezTo>
                  <a:cubicBezTo>
                    <a:pt x="314246" y="168430"/>
                    <a:pt x="309465" y="168752"/>
                    <a:pt x="304767" y="168274"/>
                  </a:cubicBezTo>
                  <a:cubicBezTo>
                    <a:pt x="299378" y="167725"/>
                    <a:pt x="295520" y="170023"/>
                    <a:pt x="291872" y="173472"/>
                  </a:cubicBezTo>
                  <a:cubicBezTo>
                    <a:pt x="281109" y="183648"/>
                    <a:pt x="270343" y="193825"/>
                    <a:pt x="259403" y="203809"/>
                  </a:cubicBezTo>
                  <a:cubicBezTo>
                    <a:pt x="258063" y="205033"/>
                    <a:pt x="255661" y="205590"/>
                    <a:pt x="253744" y="205606"/>
                  </a:cubicBezTo>
                  <a:cubicBezTo>
                    <a:pt x="237217" y="205743"/>
                    <a:pt x="220690" y="205685"/>
                    <a:pt x="204164" y="205685"/>
                  </a:cubicBezTo>
                  <a:cubicBezTo>
                    <a:pt x="202399" y="205685"/>
                    <a:pt x="200634" y="205685"/>
                    <a:pt x="198336" y="205685"/>
                  </a:cubicBezTo>
                  <a:cubicBezTo>
                    <a:pt x="198336" y="216234"/>
                    <a:pt x="198259" y="226327"/>
                    <a:pt x="198455" y="236415"/>
                  </a:cubicBezTo>
                  <a:cubicBezTo>
                    <a:pt x="198475" y="237435"/>
                    <a:pt x="199952" y="238839"/>
                    <a:pt x="201079" y="239363"/>
                  </a:cubicBezTo>
                  <a:cubicBezTo>
                    <a:pt x="213869" y="245307"/>
                    <a:pt x="219501" y="256003"/>
                    <a:pt x="220821" y="269348"/>
                  </a:cubicBezTo>
                  <a:cubicBezTo>
                    <a:pt x="222339" y="284674"/>
                    <a:pt x="208356" y="301117"/>
                    <a:pt x="192609" y="302921"/>
                  </a:cubicBezTo>
                  <a:cubicBezTo>
                    <a:pt x="174155" y="305035"/>
                    <a:pt x="160344" y="296639"/>
                    <a:pt x="154982" y="280044"/>
                  </a:cubicBezTo>
                  <a:cubicBezTo>
                    <a:pt x="149978" y="264560"/>
                    <a:pt x="156908" y="247450"/>
                    <a:pt x="171438" y="240302"/>
                  </a:cubicBezTo>
                  <a:cubicBezTo>
                    <a:pt x="174718" y="238688"/>
                    <a:pt x="175903" y="236901"/>
                    <a:pt x="175801" y="233299"/>
                  </a:cubicBezTo>
                  <a:cubicBezTo>
                    <a:pt x="175546" y="224331"/>
                    <a:pt x="175717" y="215351"/>
                    <a:pt x="175717" y="206033"/>
                  </a:cubicBezTo>
                  <a:cubicBezTo>
                    <a:pt x="157622" y="206033"/>
                    <a:pt x="139880" y="206033"/>
                    <a:pt x="120403" y="206033"/>
                  </a:cubicBezTo>
                  <a:cubicBezTo>
                    <a:pt x="122410" y="208154"/>
                    <a:pt x="123351" y="209838"/>
                    <a:pt x="124777" y="210551"/>
                  </a:cubicBezTo>
                  <a:cubicBezTo>
                    <a:pt x="144069" y="220197"/>
                    <a:pt x="148894" y="244070"/>
                    <a:pt x="137603" y="260196"/>
                  </a:cubicBezTo>
                  <a:cubicBezTo>
                    <a:pt x="128897" y="272630"/>
                    <a:pt x="117153" y="276035"/>
                    <a:pt x="105125" y="274171"/>
                  </a:cubicBezTo>
                  <a:cubicBezTo>
                    <a:pt x="91075" y="271993"/>
                    <a:pt x="81371" y="263630"/>
                    <a:pt x="77625" y="249585"/>
                  </a:cubicBezTo>
                  <a:cubicBezTo>
                    <a:pt x="73527" y="234216"/>
                    <a:pt x="80597" y="218005"/>
                    <a:pt x="94635" y="211096"/>
                  </a:cubicBezTo>
                  <a:cubicBezTo>
                    <a:pt x="97753" y="209562"/>
                    <a:pt x="98186" y="208052"/>
                    <a:pt x="98160" y="205295"/>
                  </a:cubicBezTo>
                  <a:cubicBezTo>
                    <a:pt x="98086" y="197795"/>
                    <a:pt x="98134" y="190294"/>
                    <a:pt x="98134" y="182116"/>
                  </a:cubicBezTo>
                  <a:cubicBezTo>
                    <a:pt x="100390" y="182116"/>
                    <a:pt x="102287" y="182116"/>
                    <a:pt x="104182" y="182116"/>
                  </a:cubicBezTo>
                  <a:cubicBezTo>
                    <a:pt x="149344" y="182116"/>
                    <a:pt x="194507" y="181907"/>
                    <a:pt x="239665" y="182329"/>
                  </a:cubicBezTo>
                  <a:cubicBezTo>
                    <a:pt x="246924" y="182396"/>
                    <a:pt x="251960" y="179852"/>
                    <a:pt x="256726" y="175253"/>
                  </a:cubicBezTo>
                  <a:cubicBezTo>
                    <a:pt x="265410" y="166872"/>
                    <a:pt x="274146" y="158545"/>
                    <a:pt x="282791" y="150125"/>
                  </a:cubicBezTo>
                  <a:cubicBezTo>
                    <a:pt x="285825" y="147170"/>
                    <a:pt x="289079" y="145515"/>
                    <a:pt x="293547" y="145688"/>
                  </a:cubicBezTo>
                  <a:close/>
                  <a:moveTo>
                    <a:pt x="205285" y="131486"/>
                  </a:moveTo>
                  <a:cubicBezTo>
                    <a:pt x="201305" y="136122"/>
                    <a:pt x="200214" y="140076"/>
                    <a:pt x="203448" y="143830"/>
                  </a:cubicBezTo>
                  <a:cubicBezTo>
                    <a:pt x="205750" y="146503"/>
                    <a:pt x="209624" y="149082"/>
                    <a:pt x="212952" y="149297"/>
                  </a:cubicBezTo>
                  <a:cubicBezTo>
                    <a:pt x="217321" y="149580"/>
                    <a:pt x="220988" y="146512"/>
                    <a:pt x="222444" y="141764"/>
                  </a:cubicBezTo>
                  <a:cubicBezTo>
                    <a:pt x="223703" y="137659"/>
                    <a:pt x="222245" y="134561"/>
                    <a:pt x="219240" y="131824"/>
                  </a:cubicBezTo>
                  <a:cubicBezTo>
                    <a:pt x="215390" y="128317"/>
                    <a:pt x="212094" y="128085"/>
                    <a:pt x="205285" y="131486"/>
                  </a:cubicBezTo>
                  <a:close/>
                  <a:moveTo>
                    <a:pt x="242539" y="91704"/>
                  </a:moveTo>
                  <a:cubicBezTo>
                    <a:pt x="267721" y="91816"/>
                    <a:pt x="292904" y="91752"/>
                    <a:pt x="318538" y="91709"/>
                  </a:cubicBezTo>
                  <a:cubicBezTo>
                    <a:pt x="319012" y="98955"/>
                    <a:pt x="319036" y="106238"/>
                    <a:pt x="319024" y="113984"/>
                  </a:cubicBezTo>
                  <a:cubicBezTo>
                    <a:pt x="296587" y="114417"/>
                    <a:pt x="274185" y="114355"/>
                    <a:pt x="251783" y="114381"/>
                  </a:cubicBezTo>
                  <a:cubicBezTo>
                    <a:pt x="246938" y="114386"/>
                    <a:pt x="241978" y="121690"/>
                    <a:pt x="243447" y="126385"/>
                  </a:cubicBezTo>
                  <a:cubicBezTo>
                    <a:pt x="247724" y="140074"/>
                    <a:pt x="246262" y="152495"/>
                    <a:pt x="235593" y="163025"/>
                  </a:cubicBezTo>
                  <a:cubicBezTo>
                    <a:pt x="224917" y="173560"/>
                    <a:pt x="205933" y="175414"/>
                    <a:pt x="193577" y="166994"/>
                  </a:cubicBezTo>
                  <a:cubicBezTo>
                    <a:pt x="177952" y="156348"/>
                    <a:pt x="173745" y="135515"/>
                    <a:pt x="184690" y="120178"/>
                  </a:cubicBezTo>
                  <a:cubicBezTo>
                    <a:pt x="190752" y="111683"/>
                    <a:pt x="199099" y="106247"/>
                    <a:pt x="210125" y="106531"/>
                  </a:cubicBezTo>
                  <a:cubicBezTo>
                    <a:pt x="214150" y="106635"/>
                    <a:pt x="218164" y="107319"/>
                    <a:pt x="222184" y="107332"/>
                  </a:cubicBezTo>
                  <a:cubicBezTo>
                    <a:pt x="223572" y="107337"/>
                    <a:pt x="225290" y="106423"/>
                    <a:pt x="226293" y="105384"/>
                  </a:cubicBezTo>
                  <a:cubicBezTo>
                    <a:pt x="229213" y="102361"/>
                    <a:pt x="232203" y="99295"/>
                    <a:pt x="234490" y="95804"/>
                  </a:cubicBezTo>
                  <a:cubicBezTo>
                    <a:pt x="236549" y="92658"/>
                    <a:pt x="238937" y="91687"/>
                    <a:pt x="242539" y="91704"/>
                  </a:cubicBezTo>
                  <a:close/>
                  <a:moveTo>
                    <a:pt x="41392" y="85226"/>
                  </a:moveTo>
                  <a:cubicBezTo>
                    <a:pt x="36990" y="87387"/>
                    <a:pt x="34831" y="90714"/>
                    <a:pt x="35255" y="95741"/>
                  </a:cubicBezTo>
                  <a:cubicBezTo>
                    <a:pt x="35722" y="101276"/>
                    <a:pt x="39285" y="103832"/>
                    <a:pt x="44787" y="105495"/>
                  </a:cubicBezTo>
                  <a:cubicBezTo>
                    <a:pt x="47768" y="104097"/>
                    <a:pt x="51184" y="103218"/>
                    <a:pt x="53622" y="101172"/>
                  </a:cubicBezTo>
                  <a:cubicBezTo>
                    <a:pt x="56933" y="98392"/>
                    <a:pt x="56849" y="92125"/>
                    <a:pt x="54236" y="88674"/>
                  </a:cubicBezTo>
                  <a:cubicBezTo>
                    <a:pt x="51246" y="84722"/>
                    <a:pt x="45485" y="83217"/>
                    <a:pt x="41392" y="85226"/>
                  </a:cubicBezTo>
                  <a:close/>
                  <a:moveTo>
                    <a:pt x="147388" y="76096"/>
                  </a:moveTo>
                  <a:cubicBezTo>
                    <a:pt x="143154" y="73722"/>
                    <a:pt x="139199" y="75116"/>
                    <a:pt x="136477" y="78219"/>
                  </a:cubicBezTo>
                  <a:cubicBezTo>
                    <a:pt x="134454" y="80526"/>
                    <a:pt x="132879" y="84079"/>
                    <a:pt x="132860" y="87088"/>
                  </a:cubicBezTo>
                  <a:cubicBezTo>
                    <a:pt x="132833" y="91467"/>
                    <a:pt x="138835" y="96401"/>
                    <a:pt x="142967" y="96651"/>
                  </a:cubicBezTo>
                  <a:cubicBezTo>
                    <a:pt x="146922" y="96889"/>
                    <a:pt x="152391" y="92788"/>
                    <a:pt x="153812" y="88518"/>
                  </a:cubicBezTo>
                  <a:cubicBezTo>
                    <a:pt x="155180" y="84408"/>
                    <a:pt x="152715" y="79206"/>
                    <a:pt x="147388" y="76096"/>
                  </a:cubicBezTo>
                  <a:close/>
                  <a:moveTo>
                    <a:pt x="43904" y="61147"/>
                  </a:moveTo>
                  <a:cubicBezTo>
                    <a:pt x="52318" y="60783"/>
                    <a:pt x="60870" y="63516"/>
                    <a:pt x="67529" y="69407"/>
                  </a:cubicBezTo>
                  <a:cubicBezTo>
                    <a:pt x="75049" y="76059"/>
                    <a:pt x="79149" y="84492"/>
                    <a:pt x="79218" y="94059"/>
                  </a:cubicBezTo>
                  <a:cubicBezTo>
                    <a:pt x="79343" y="111242"/>
                    <a:pt x="67813" y="126498"/>
                    <a:pt x="49014" y="127917"/>
                  </a:cubicBezTo>
                  <a:cubicBezTo>
                    <a:pt x="43560" y="128328"/>
                    <a:pt x="37948" y="126428"/>
                    <a:pt x="32386" y="125766"/>
                  </a:cubicBezTo>
                  <a:cubicBezTo>
                    <a:pt x="31150" y="125619"/>
                    <a:pt x="29453" y="125803"/>
                    <a:pt x="28596" y="126554"/>
                  </a:cubicBezTo>
                  <a:cubicBezTo>
                    <a:pt x="19198" y="134770"/>
                    <a:pt x="9925" y="143131"/>
                    <a:pt x="330" y="151606"/>
                  </a:cubicBezTo>
                  <a:cubicBezTo>
                    <a:pt x="17" y="141531"/>
                    <a:pt x="-8" y="131304"/>
                    <a:pt x="1" y="120612"/>
                  </a:cubicBezTo>
                  <a:cubicBezTo>
                    <a:pt x="4405" y="116588"/>
                    <a:pt x="8885" y="113152"/>
                    <a:pt x="13047" y="109365"/>
                  </a:cubicBezTo>
                  <a:cubicBezTo>
                    <a:pt x="13842" y="108642"/>
                    <a:pt x="13829" y="106405"/>
                    <a:pt x="13434" y="105094"/>
                  </a:cubicBezTo>
                  <a:cubicBezTo>
                    <a:pt x="9610" y="92393"/>
                    <a:pt x="12352" y="80779"/>
                    <a:pt x="21104" y="71471"/>
                  </a:cubicBezTo>
                  <a:cubicBezTo>
                    <a:pt x="27213" y="64973"/>
                    <a:pt x="35490" y="61511"/>
                    <a:pt x="43904" y="61147"/>
                  </a:cubicBezTo>
                  <a:close/>
                  <a:moveTo>
                    <a:pt x="136114" y="52956"/>
                  </a:moveTo>
                  <a:cubicBezTo>
                    <a:pt x="158198" y="48720"/>
                    <a:pt x="176310" y="65402"/>
                    <a:pt x="176893" y="84260"/>
                  </a:cubicBezTo>
                  <a:cubicBezTo>
                    <a:pt x="177434" y="101762"/>
                    <a:pt x="166146" y="115592"/>
                    <a:pt x="149911" y="118698"/>
                  </a:cubicBezTo>
                  <a:cubicBezTo>
                    <a:pt x="144609" y="119712"/>
                    <a:pt x="138768" y="118188"/>
                    <a:pt x="133216" y="117488"/>
                  </a:cubicBezTo>
                  <a:cubicBezTo>
                    <a:pt x="130897" y="117195"/>
                    <a:pt x="129268" y="117010"/>
                    <a:pt x="127286" y="118936"/>
                  </a:cubicBezTo>
                  <a:cubicBezTo>
                    <a:pt x="113857" y="131992"/>
                    <a:pt x="100252" y="144870"/>
                    <a:pt x="86642" y="157739"/>
                  </a:cubicBezTo>
                  <a:cubicBezTo>
                    <a:pt x="76595" y="167238"/>
                    <a:pt x="66447" y="176630"/>
                    <a:pt x="56357" y="186082"/>
                  </a:cubicBezTo>
                  <a:cubicBezTo>
                    <a:pt x="45789" y="195981"/>
                    <a:pt x="35265" y="205928"/>
                    <a:pt x="24664" y="215791"/>
                  </a:cubicBezTo>
                  <a:cubicBezTo>
                    <a:pt x="16696" y="223204"/>
                    <a:pt x="8636" y="230516"/>
                    <a:pt x="330" y="238026"/>
                  </a:cubicBezTo>
                  <a:cubicBezTo>
                    <a:pt x="17" y="227951"/>
                    <a:pt x="-8" y="217724"/>
                    <a:pt x="1" y="207032"/>
                  </a:cubicBezTo>
                  <a:cubicBezTo>
                    <a:pt x="5320" y="201771"/>
                    <a:pt x="10683" y="197059"/>
                    <a:pt x="15870" y="192160"/>
                  </a:cubicBezTo>
                  <a:cubicBezTo>
                    <a:pt x="24283" y="184213"/>
                    <a:pt x="32524" y="176084"/>
                    <a:pt x="40937" y="168138"/>
                  </a:cubicBezTo>
                  <a:cubicBezTo>
                    <a:pt x="57027" y="152944"/>
                    <a:pt x="73153" y="137790"/>
                    <a:pt x="89332" y="122693"/>
                  </a:cubicBezTo>
                  <a:cubicBezTo>
                    <a:pt x="96215" y="116271"/>
                    <a:pt x="103226" y="109985"/>
                    <a:pt x="110275" y="103746"/>
                  </a:cubicBezTo>
                  <a:cubicBezTo>
                    <a:pt x="112494" y="101781"/>
                    <a:pt x="113110" y="100008"/>
                    <a:pt x="111950" y="97017"/>
                  </a:cubicBezTo>
                  <a:cubicBezTo>
                    <a:pt x="104504" y="77797"/>
                    <a:pt x="117862" y="56458"/>
                    <a:pt x="136114" y="52956"/>
                  </a:cubicBezTo>
                  <a:close/>
                  <a:moveTo>
                    <a:pt x="109623" y="0"/>
                  </a:moveTo>
                  <a:cubicBezTo>
                    <a:pt x="109940" y="5279"/>
                    <a:pt x="109940" y="10103"/>
                    <a:pt x="109940" y="15134"/>
                  </a:cubicBezTo>
                  <a:cubicBezTo>
                    <a:pt x="152331" y="15134"/>
                    <a:pt x="193960" y="15134"/>
                    <a:pt x="235587" y="15134"/>
                  </a:cubicBezTo>
                  <a:cubicBezTo>
                    <a:pt x="242439" y="18717"/>
                    <a:pt x="249356" y="22180"/>
                    <a:pt x="256124" y="25914"/>
                  </a:cubicBezTo>
                  <a:cubicBezTo>
                    <a:pt x="262645" y="29513"/>
                    <a:pt x="269014" y="33393"/>
                    <a:pt x="275676" y="37387"/>
                  </a:cubicBezTo>
                  <a:cubicBezTo>
                    <a:pt x="246311" y="37667"/>
                    <a:pt x="216718" y="37727"/>
                    <a:pt x="187124" y="37748"/>
                  </a:cubicBezTo>
                  <a:cubicBezTo>
                    <a:pt x="156057" y="37770"/>
                    <a:pt x="124989" y="37753"/>
                    <a:pt x="93922" y="37753"/>
                  </a:cubicBezTo>
                  <a:cubicBezTo>
                    <a:pt x="91977" y="37753"/>
                    <a:pt x="90032" y="37753"/>
                    <a:pt x="87325" y="37753"/>
                  </a:cubicBezTo>
                  <a:cubicBezTo>
                    <a:pt x="87325" y="29703"/>
                    <a:pt x="87325" y="21928"/>
                    <a:pt x="87311" y="13695"/>
                  </a:cubicBezTo>
                  <a:cubicBezTo>
                    <a:pt x="92211" y="9952"/>
                    <a:pt x="97078" y="6595"/>
                    <a:pt x="102059" y="3415"/>
                  </a:cubicBezTo>
                  <a:cubicBezTo>
                    <a:pt x="104360" y="1946"/>
                    <a:pt x="106883" y="825"/>
                    <a:pt x="109623"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77" name="Group 176">
            <a:extLst>
              <a:ext uri="{FF2B5EF4-FFF2-40B4-BE49-F238E27FC236}">
                <a16:creationId xmlns:a16="http://schemas.microsoft.com/office/drawing/2014/main" id="{FEAB5096-6859-E76F-B11C-85D3FF0362F3}"/>
              </a:ext>
              <a:ext uri="{C183D7F6-B498-43B3-948B-1728B52AA6E4}">
                <adec:decorative xmlns:adec="http://schemas.microsoft.com/office/drawing/2017/decorative" val="1"/>
              </a:ext>
            </a:extLst>
          </p:cNvPr>
          <p:cNvGrpSpPr>
            <a:grpSpLocks noChangeAspect="1"/>
          </p:cNvGrpSpPr>
          <p:nvPr/>
        </p:nvGrpSpPr>
        <p:grpSpPr>
          <a:xfrm>
            <a:off x="6037149" y="3636615"/>
            <a:ext cx="378343" cy="457200"/>
            <a:chOff x="6037149" y="3636615"/>
            <a:chExt cx="378343" cy="457200"/>
          </a:xfrm>
          <a:solidFill>
            <a:srgbClr val="FF0000"/>
          </a:solidFill>
        </p:grpSpPr>
        <p:sp>
          <p:nvSpPr>
            <p:cNvPr id="1993" name="Freeform: Shape 1992">
              <a:extLst>
                <a:ext uri="{FF2B5EF4-FFF2-40B4-BE49-F238E27FC236}">
                  <a16:creationId xmlns:a16="http://schemas.microsoft.com/office/drawing/2014/main" id="{791EDB19-4CB7-EF99-A1F8-2D5D66057C92}"/>
                </a:ext>
                <a:ext uri="{C183D7F6-B498-43B3-948B-1728B52AA6E4}">
                  <adec:decorative xmlns:adec="http://schemas.microsoft.com/office/drawing/2017/decorative" val="1"/>
                </a:ext>
              </a:extLst>
            </p:cNvPr>
            <p:cNvSpPr/>
            <p:nvPr/>
          </p:nvSpPr>
          <p:spPr>
            <a:xfrm>
              <a:off x="6037149" y="3636615"/>
              <a:ext cx="372850" cy="457200"/>
            </a:xfrm>
            <a:custGeom>
              <a:avLst/>
              <a:gdLst>
                <a:gd name="connsiteX0" fmla="*/ 297119 w 577450"/>
                <a:gd name="connsiteY0" fmla="*/ 613081 h 708088"/>
                <a:gd name="connsiteX1" fmla="*/ 385287 w 577450"/>
                <a:gd name="connsiteY1" fmla="*/ 646982 h 708088"/>
                <a:gd name="connsiteX2" fmla="*/ 412212 w 577450"/>
                <a:gd name="connsiteY2" fmla="*/ 674904 h 708088"/>
                <a:gd name="connsiteX3" fmla="*/ 431002 w 577450"/>
                <a:gd name="connsiteY3" fmla="*/ 708067 h 708088"/>
                <a:gd name="connsiteX4" fmla="*/ 383408 w 577450"/>
                <a:gd name="connsiteY4" fmla="*/ 707931 h 708088"/>
                <a:gd name="connsiteX5" fmla="*/ 378161 w 577450"/>
                <a:gd name="connsiteY5" fmla="*/ 704897 h 708088"/>
                <a:gd name="connsiteX6" fmla="*/ 322310 w 577450"/>
                <a:gd name="connsiteY6" fmla="*/ 663581 h 708088"/>
                <a:gd name="connsiteX7" fmla="*/ 282958 w 577450"/>
                <a:gd name="connsiteY7" fmla="*/ 658079 h 708088"/>
                <a:gd name="connsiteX8" fmla="*/ 219668 w 577450"/>
                <a:gd name="connsiteY8" fmla="*/ 683237 h 708088"/>
                <a:gd name="connsiteX9" fmla="*/ 199175 w 577450"/>
                <a:gd name="connsiteY9" fmla="*/ 705565 h 708088"/>
                <a:gd name="connsiteX10" fmla="*/ 194851 w 577450"/>
                <a:gd name="connsiteY10" fmla="*/ 707960 h 708088"/>
                <a:gd name="connsiteX11" fmla="*/ 145929 w 577450"/>
                <a:gd name="connsiteY11" fmla="*/ 708066 h 708088"/>
                <a:gd name="connsiteX12" fmla="*/ 155235 w 577450"/>
                <a:gd name="connsiteY12" fmla="*/ 689489 h 708088"/>
                <a:gd name="connsiteX13" fmla="*/ 181180 w 577450"/>
                <a:gd name="connsiteY13" fmla="*/ 656170 h 708088"/>
                <a:gd name="connsiteX14" fmla="*/ 260048 w 577450"/>
                <a:gd name="connsiteY14" fmla="*/ 615871 h 708088"/>
                <a:gd name="connsiteX15" fmla="*/ 297119 w 577450"/>
                <a:gd name="connsiteY15" fmla="*/ 613081 h 708088"/>
                <a:gd name="connsiteX16" fmla="*/ 295476 w 577450"/>
                <a:gd name="connsiteY16" fmla="*/ 438166 h 708088"/>
                <a:gd name="connsiteX17" fmla="*/ 268323 w 577450"/>
                <a:gd name="connsiteY17" fmla="*/ 441782 h 708088"/>
                <a:gd name="connsiteX18" fmla="*/ 232089 w 577450"/>
                <a:gd name="connsiteY18" fmla="*/ 508181 h 708088"/>
                <a:gd name="connsiteX19" fmla="*/ 294715 w 577450"/>
                <a:gd name="connsiteY19" fmla="*/ 552964 h 708088"/>
                <a:gd name="connsiteX20" fmla="*/ 339932 w 577450"/>
                <a:gd name="connsiteY20" fmla="*/ 521632 h 708088"/>
                <a:gd name="connsiteX21" fmla="*/ 346665 w 577450"/>
                <a:gd name="connsiteY21" fmla="*/ 500020 h 708088"/>
                <a:gd name="connsiteX22" fmla="*/ 345670 w 577450"/>
                <a:gd name="connsiteY22" fmla="*/ 487500 h 708088"/>
                <a:gd name="connsiteX23" fmla="*/ 320825 w 577450"/>
                <a:gd name="connsiteY23" fmla="*/ 447860 h 708088"/>
                <a:gd name="connsiteX24" fmla="*/ 295476 w 577450"/>
                <a:gd name="connsiteY24" fmla="*/ 438166 h 708088"/>
                <a:gd name="connsiteX25" fmla="*/ 273831 w 577450"/>
                <a:gd name="connsiteY25" fmla="*/ 393738 h 708088"/>
                <a:gd name="connsiteX26" fmla="*/ 320541 w 577450"/>
                <a:gd name="connsiteY26" fmla="*/ 397593 h 708088"/>
                <a:gd name="connsiteX27" fmla="*/ 389908 w 577450"/>
                <a:gd name="connsiteY27" fmla="*/ 476874 h 708088"/>
                <a:gd name="connsiteX28" fmla="*/ 380622 w 577450"/>
                <a:gd name="connsiteY28" fmla="*/ 542664 h 708088"/>
                <a:gd name="connsiteX29" fmla="*/ 309438 w 577450"/>
                <a:gd name="connsiteY29" fmla="*/ 596901 h 708088"/>
                <a:gd name="connsiteX30" fmla="*/ 286871 w 577450"/>
                <a:gd name="connsiteY30" fmla="*/ 599059 h 708088"/>
                <a:gd name="connsiteX31" fmla="*/ 223432 w 577450"/>
                <a:gd name="connsiteY31" fmla="*/ 575624 h 708088"/>
                <a:gd name="connsiteX32" fmla="*/ 186768 w 577450"/>
                <a:gd name="connsiteY32" fmla="*/ 512336 h 708088"/>
                <a:gd name="connsiteX33" fmla="*/ 194416 w 577450"/>
                <a:gd name="connsiteY33" fmla="*/ 453474 h 708088"/>
                <a:gd name="connsiteX34" fmla="*/ 214647 w 577450"/>
                <a:gd name="connsiteY34" fmla="*/ 423464 h 708088"/>
                <a:gd name="connsiteX35" fmla="*/ 273831 w 577450"/>
                <a:gd name="connsiteY35" fmla="*/ 393738 h 708088"/>
                <a:gd name="connsiteX36" fmla="*/ 4373 w 577450"/>
                <a:gd name="connsiteY36" fmla="*/ 13 h 708088"/>
                <a:gd name="connsiteX37" fmla="*/ 554318 w 577450"/>
                <a:gd name="connsiteY37" fmla="*/ 67 h 708088"/>
                <a:gd name="connsiteX38" fmla="*/ 577406 w 577450"/>
                <a:gd name="connsiteY38" fmla="*/ 24592 h 708088"/>
                <a:gd name="connsiteX39" fmla="*/ 577450 w 577450"/>
                <a:gd name="connsiteY39" fmla="*/ 265758 h 708088"/>
                <a:gd name="connsiteX40" fmla="*/ 532260 w 577450"/>
                <a:gd name="connsiteY40" fmla="*/ 265758 h 708088"/>
                <a:gd name="connsiteX41" fmla="*/ 532276 w 577450"/>
                <a:gd name="connsiteY41" fmla="*/ 45468 h 708088"/>
                <a:gd name="connsiteX42" fmla="*/ 45485 w 577450"/>
                <a:gd name="connsiteY42" fmla="*/ 45468 h 708088"/>
                <a:gd name="connsiteX43" fmla="*/ 45485 w 577450"/>
                <a:gd name="connsiteY43" fmla="*/ 309350 h 708088"/>
                <a:gd name="connsiteX44" fmla="*/ 48180 w 577450"/>
                <a:gd name="connsiteY44" fmla="*/ 309350 h 708088"/>
                <a:gd name="connsiteX45" fmla="*/ 486696 w 577450"/>
                <a:gd name="connsiteY45" fmla="*/ 309748 h 708088"/>
                <a:gd name="connsiteX46" fmla="*/ 486696 w 577450"/>
                <a:gd name="connsiteY46" fmla="*/ 354569 h 708088"/>
                <a:gd name="connsiteX47" fmla="*/ 22567 w 577450"/>
                <a:gd name="connsiteY47" fmla="*/ 354665 h 708088"/>
                <a:gd name="connsiteX48" fmla="*/ 40 w 577450"/>
                <a:gd name="connsiteY48" fmla="*/ 332077 h 708088"/>
                <a:gd name="connsiteX49" fmla="*/ 10 w 577450"/>
                <a:gd name="connsiteY49" fmla="*/ 2601 h 708088"/>
                <a:gd name="connsiteX50" fmla="*/ 137 w 577450"/>
                <a:gd name="connsiteY50" fmla="*/ 262 h 708088"/>
                <a:gd name="connsiteX51" fmla="*/ 4373 w 577450"/>
                <a:gd name="connsiteY51" fmla="*/ 13 h 70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77450" h="708088">
                  <a:moveTo>
                    <a:pt x="297119" y="613081"/>
                  </a:moveTo>
                  <a:cubicBezTo>
                    <a:pt x="329913" y="614995"/>
                    <a:pt x="359672" y="625843"/>
                    <a:pt x="385287" y="646982"/>
                  </a:cubicBezTo>
                  <a:cubicBezTo>
                    <a:pt x="395237" y="655193"/>
                    <a:pt x="404428" y="664116"/>
                    <a:pt x="412212" y="674904"/>
                  </a:cubicBezTo>
                  <a:cubicBezTo>
                    <a:pt x="420094" y="685199"/>
                    <a:pt x="426372" y="695983"/>
                    <a:pt x="431002" y="708067"/>
                  </a:cubicBezTo>
                  <a:cubicBezTo>
                    <a:pt x="414806" y="708067"/>
                    <a:pt x="399104" y="708167"/>
                    <a:pt x="383408" y="707931"/>
                  </a:cubicBezTo>
                  <a:cubicBezTo>
                    <a:pt x="381615" y="707904"/>
                    <a:pt x="379262" y="706422"/>
                    <a:pt x="378161" y="704897"/>
                  </a:cubicBezTo>
                  <a:cubicBezTo>
                    <a:pt x="363916" y="685170"/>
                    <a:pt x="345326" y="671317"/>
                    <a:pt x="322310" y="663581"/>
                  </a:cubicBezTo>
                  <a:cubicBezTo>
                    <a:pt x="309589" y="659306"/>
                    <a:pt x="296374" y="657050"/>
                    <a:pt x="282958" y="658079"/>
                  </a:cubicBezTo>
                  <a:cubicBezTo>
                    <a:pt x="259339" y="659891"/>
                    <a:pt x="238008" y="667768"/>
                    <a:pt x="219668" y="683237"/>
                  </a:cubicBezTo>
                  <a:cubicBezTo>
                    <a:pt x="211847" y="689834"/>
                    <a:pt x="204661" y="696852"/>
                    <a:pt x="199175" y="705565"/>
                  </a:cubicBezTo>
                  <a:cubicBezTo>
                    <a:pt x="198390" y="706812"/>
                    <a:pt x="196333" y="707944"/>
                    <a:pt x="194851" y="707960"/>
                  </a:cubicBezTo>
                  <a:cubicBezTo>
                    <a:pt x="178830" y="708130"/>
                    <a:pt x="162806" y="708066"/>
                    <a:pt x="145929" y="708066"/>
                  </a:cubicBezTo>
                  <a:cubicBezTo>
                    <a:pt x="149169" y="701536"/>
                    <a:pt x="151834" y="695298"/>
                    <a:pt x="155235" y="689489"/>
                  </a:cubicBezTo>
                  <a:cubicBezTo>
                    <a:pt x="162395" y="677258"/>
                    <a:pt x="170779" y="665812"/>
                    <a:pt x="181180" y="656170"/>
                  </a:cubicBezTo>
                  <a:cubicBezTo>
                    <a:pt x="203630" y="635359"/>
                    <a:pt x="229429" y="620579"/>
                    <a:pt x="260048" y="615871"/>
                  </a:cubicBezTo>
                  <a:cubicBezTo>
                    <a:pt x="272278" y="613990"/>
                    <a:pt x="284847" y="612364"/>
                    <a:pt x="297119" y="613081"/>
                  </a:cubicBezTo>
                  <a:close/>
                  <a:moveTo>
                    <a:pt x="295476" y="438166"/>
                  </a:moveTo>
                  <a:cubicBezTo>
                    <a:pt x="286730" y="437156"/>
                    <a:pt x="277684" y="438365"/>
                    <a:pt x="268323" y="441782"/>
                  </a:cubicBezTo>
                  <a:cubicBezTo>
                    <a:pt x="240727" y="451856"/>
                    <a:pt x="225857" y="481233"/>
                    <a:pt x="232089" y="508181"/>
                  </a:cubicBezTo>
                  <a:cubicBezTo>
                    <a:pt x="238285" y="534972"/>
                    <a:pt x="263992" y="556680"/>
                    <a:pt x="294715" y="552964"/>
                  </a:cubicBezTo>
                  <a:cubicBezTo>
                    <a:pt x="315437" y="550458"/>
                    <a:pt x="330560" y="539948"/>
                    <a:pt x="339932" y="521632"/>
                  </a:cubicBezTo>
                  <a:cubicBezTo>
                    <a:pt x="343194" y="515256"/>
                    <a:pt x="344450" y="507854"/>
                    <a:pt x="346665" y="500020"/>
                  </a:cubicBezTo>
                  <a:cubicBezTo>
                    <a:pt x="346342" y="495846"/>
                    <a:pt x="346175" y="491653"/>
                    <a:pt x="345670" y="487500"/>
                  </a:cubicBezTo>
                  <a:cubicBezTo>
                    <a:pt x="343594" y="470422"/>
                    <a:pt x="334887" y="457265"/>
                    <a:pt x="320825" y="447860"/>
                  </a:cubicBezTo>
                  <a:cubicBezTo>
                    <a:pt x="312666" y="442403"/>
                    <a:pt x="304221" y="439175"/>
                    <a:pt x="295476" y="438166"/>
                  </a:cubicBezTo>
                  <a:close/>
                  <a:moveTo>
                    <a:pt x="273831" y="393738"/>
                  </a:moveTo>
                  <a:cubicBezTo>
                    <a:pt x="289729" y="391798"/>
                    <a:pt x="305383" y="392254"/>
                    <a:pt x="320541" y="397593"/>
                  </a:cubicBezTo>
                  <a:cubicBezTo>
                    <a:pt x="358490" y="410960"/>
                    <a:pt x="381746" y="437340"/>
                    <a:pt x="389908" y="476874"/>
                  </a:cubicBezTo>
                  <a:cubicBezTo>
                    <a:pt x="394667" y="499926"/>
                    <a:pt x="391168" y="522054"/>
                    <a:pt x="380622" y="542664"/>
                  </a:cubicBezTo>
                  <a:cubicBezTo>
                    <a:pt x="365684" y="571858"/>
                    <a:pt x="341233" y="589572"/>
                    <a:pt x="309438" y="596901"/>
                  </a:cubicBezTo>
                  <a:cubicBezTo>
                    <a:pt x="302285" y="598550"/>
                    <a:pt x="294714" y="598388"/>
                    <a:pt x="286871" y="599059"/>
                  </a:cubicBezTo>
                  <a:cubicBezTo>
                    <a:pt x="263044" y="597621"/>
                    <a:pt x="241840" y="590687"/>
                    <a:pt x="223432" y="575624"/>
                  </a:cubicBezTo>
                  <a:cubicBezTo>
                    <a:pt x="203183" y="559054"/>
                    <a:pt x="191057" y="537821"/>
                    <a:pt x="186768" y="512336"/>
                  </a:cubicBezTo>
                  <a:cubicBezTo>
                    <a:pt x="183367" y="492127"/>
                    <a:pt x="186091" y="472404"/>
                    <a:pt x="194416" y="453474"/>
                  </a:cubicBezTo>
                  <a:cubicBezTo>
                    <a:pt x="199376" y="442196"/>
                    <a:pt x="206019" y="431969"/>
                    <a:pt x="214647" y="423464"/>
                  </a:cubicBezTo>
                  <a:cubicBezTo>
                    <a:pt x="231050" y="407294"/>
                    <a:pt x="250481" y="396588"/>
                    <a:pt x="273831" y="393738"/>
                  </a:cubicBezTo>
                  <a:close/>
                  <a:moveTo>
                    <a:pt x="4373" y="13"/>
                  </a:moveTo>
                  <a:cubicBezTo>
                    <a:pt x="187688" y="2"/>
                    <a:pt x="371003" y="-29"/>
                    <a:pt x="554318" y="67"/>
                  </a:cubicBezTo>
                  <a:cubicBezTo>
                    <a:pt x="567820" y="74"/>
                    <a:pt x="577389" y="9331"/>
                    <a:pt x="577406" y="24592"/>
                  </a:cubicBezTo>
                  <a:lnTo>
                    <a:pt x="577450" y="265758"/>
                  </a:lnTo>
                  <a:lnTo>
                    <a:pt x="532260" y="265758"/>
                  </a:lnTo>
                  <a:lnTo>
                    <a:pt x="532276" y="45468"/>
                  </a:lnTo>
                  <a:cubicBezTo>
                    <a:pt x="369621" y="45468"/>
                    <a:pt x="207541" y="45468"/>
                    <a:pt x="45485" y="45468"/>
                  </a:cubicBezTo>
                  <a:cubicBezTo>
                    <a:pt x="45485" y="133539"/>
                    <a:pt x="45485" y="221320"/>
                    <a:pt x="45485" y="309350"/>
                  </a:cubicBezTo>
                  <a:cubicBezTo>
                    <a:pt x="46587" y="309350"/>
                    <a:pt x="47384" y="309350"/>
                    <a:pt x="48180" y="309350"/>
                  </a:cubicBezTo>
                  <a:lnTo>
                    <a:pt x="486696" y="309748"/>
                  </a:lnTo>
                  <a:lnTo>
                    <a:pt x="486696" y="354569"/>
                  </a:lnTo>
                  <a:lnTo>
                    <a:pt x="22567" y="354665"/>
                  </a:lnTo>
                  <a:cubicBezTo>
                    <a:pt x="11161" y="354678"/>
                    <a:pt x="47" y="345073"/>
                    <a:pt x="40" y="332077"/>
                  </a:cubicBezTo>
                  <a:cubicBezTo>
                    <a:pt x="-24" y="222252"/>
                    <a:pt x="5" y="112426"/>
                    <a:pt x="10" y="2601"/>
                  </a:cubicBezTo>
                  <a:cubicBezTo>
                    <a:pt x="10" y="1958"/>
                    <a:pt x="78" y="1315"/>
                    <a:pt x="137" y="262"/>
                  </a:cubicBezTo>
                  <a:cubicBezTo>
                    <a:pt x="1567" y="174"/>
                    <a:pt x="2970" y="13"/>
                    <a:pt x="4373" y="1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4" name="Freeform: Shape 1993">
              <a:extLst>
                <a:ext uri="{FF2B5EF4-FFF2-40B4-BE49-F238E27FC236}">
                  <a16:creationId xmlns:a16="http://schemas.microsoft.com/office/drawing/2014/main" id="{848C58D7-53C0-09B8-B3CA-5C761B1D6305}"/>
                </a:ext>
                <a:ext uri="{C183D7F6-B498-43B3-948B-1728B52AA6E4}">
                  <adec:decorative xmlns:adec="http://schemas.microsoft.com/office/drawing/2017/decorative" val="1"/>
                </a:ext>
              </a:extLst>
            </p:cNvPr>
            <p:cNvSpPr/>
            <p:nvPr/>
          </p:nvSpPr>
          <p:spPr>
            <a:xfrm>
              <a:off x="6159022" y="3686567"/>
              <a:ext cx="256470" cy="185661"/>
            </a:xfrm>
            <a:custGeom>
              <a:avLst/>
              <a:gdLst>
                <a:gd name="connsiteX0" fmla="*/ 330741 w 397207"/>
                <a:gd name="connsiteY0" fmla="*/ 221153 h 287543"/>
                <a:gd name="connsiteX1" fmla="*/ 397207 w 397207"/>
                <a:gd name="connsiteY1" fmla="*/ 221153 h 287543"/>
                <a:gd name="connsiteX2" fmla="*/ 397207 w 397207"/>
                <a:gd name="connsiteY2" fmla="*/ 287543 h 287543"/>
                <a:gd name="connsiteX3" fmla="*/ 330741 w 397207"/>
                <a:gd name="connsiteY3" fmla="*/ 287543 h 287543"/>
                <a:gd name="connsiteX4" fmla="*/ 88194 w 397207"/>
                <a:gd name="connsiteY4" fmla="*/ 85047 h 287543"/>
                <a:gd name="connsiteX5" fmla="*/ 88194 w 397207"/>
                <a:gd name="connsiteY5" fmla="*/ 101850 h 287543"/>
                <a:gd name="connsiteX6" fmla="*/ 88194 w 397207"/>
                <a:gd name="connsiteY6" fmla="*/ 115188 h 287543"/>
                <a:gd name="connsiteX7" fmla="*/ 114331 w 397207"/>
                <a:gd name="connsiteY7" fmla="*/ 99983 h 287543"/>
                <a:gd name="connsiteX8" fmla="*/ 88194 w 397207"/>
                <a:gd name="connsiteY8" fmla="*/ 85047 h 287543"/>
                <a:gd name="connsiteX9" fmla="*/ 65114 w 397207"/>
                <a:gd name="connsiteY9" fmla="*/ 44545 h 287543"/>
                <a:gd name="connsiteX10" fmla="*/ 161157 w 397207"/>
                <a:gd name="connsiteY10" fmla="*/ 100014 h 287543"/>
                <a:gd name="connsiteX11" fmla="*/ 96052 w 397207"/>
                <a:gd name="connsiteY11" fmla="*/ 137710 h 287543"/>
                <a:gd name="connsiteX12" fmla="*/ 65114 w 397207"/>
                <a:gd name="connsiteY12" fmla="*/ 155614 h 287543"/>
                <a:gd name="connsiteX13" fmla="*/ 65114 w 397207"/>
                <a:gd name="connsiteY13" fmla="*/ 44545 h 287543"/>
                <a:gd name="connsiteX14" fmla="*/ 98147 w 397207"/>
                <a:gd name="connsiteY14" fmla="*/ 23025 h 287543"/>
                <a:gd name="connsiteX15" fmla="*/ 60767 w 397207"/>
                <a:gd name="connsiteY15" fmla="*/ 34075 h 287543"/>
                <a:gd name="connsiteX16" fmla="*/ 44348 w 397207"/>
                <a:gd name="connsiteY16" fmla="*/ 47671 h 287543"/>
                <a:gd name="connsiteX17" fmla="*/ 23678 w 397207"/>
                <a:gd name="connsiteY17" fmla="*/ 109504 h 287543"/>
                <a:gd name="connsiteX18" fmla="*/ 48993 w 397207"/>
                <a:gd name="connsiteY18" fmla="*/ 157002 h 287543"/>
                <a:gd name="connsiteX19" fmla="*/ 130933 w 397207"/>
                <a:gd name="connsiteY19" fmla="*/ 170015 h 287543"/>
                <a:gd name="connsiteX20" fmla="*/ 172719 w 397207"/>
                <a:gd name="connsiteY20" fmla="*/ 75982 h 287543"/>
                <a:gd name="connsiteX21" fmla="*/ 129221 w 397207"/>
                <a:gd name="connsiteY21" fmla="*/ 29100 h 287543"/>
                <a:gd name="connsiteX22" fmla="*/ 98147 w 397207"/>
                <a:gd name="connsiteY22" fmla="*/ 23025 h 287543"/>
                <a:gd name="connsiteX23" fmla="*/ 108788 w 397207"/>
                <a:gd name="connsiteY23" fmla="*/ 386 h 287543"/>
                <a:gd name="connsiteX24" fmla="*/ 162941 w 397207"/>
                <a:gd name="connsiteY24" fmla="*/ 22391 h 287543"/>
                <a:gd name="connsiteX25" fmla="*/ 197572 w 397207"/>
                <a:gd name="connsiteY25" fmla="*/ 78529 h 287543"/>
                <a:gd name="connsiteX26" fmla="*/ 198920 w 397207"/>
                <a:gd name="connsiteY26" fmla="*/ 115582 h 287543"/>
                <a:gd name="connsiteX27" fmla="*/ 166871 w 397207"/>
                <a:gd name="connsiteY27" fmla="*/ 174367 h 287543"/>
                <a:gd name="connsiteX28" fmla="*/ 116206 w 397207"/>
                <a:gd name="connsiteY28" fmla="*/ 198588 h 287543"/>
                <a:gd name="connsiteX29" fmla="*/ 69588 w 397207"/>
                <a:gd name="connsiteY29" fmla="*/ 195500 h 287543"/>
                <a:gd name="connsiteX30" fmla="*/ 34800 w 397207"/>
                <a:gd name="connsiteY30" fmla="*/ 176052 h 287543"/>
                <a:gd name="connsiteX31" fmla="*/ 6087 w 397207"/>
                <a:gd name="connsiteY31" fmla="*/ 134651 h 287543"/>
                <a:gd name="connsiteX32" fmla="*/ 564 w 397207"/>
                <a:gd name="connsiteY32" fmla="*/ 89964 h 287543"/>
                <a:gd name="connsiteX33" fmla="*/ 12701 w 397207"/>
                <a:gd name="connsiteY33" fmla="*/ 51064 h 287543"/>
                <a:gd name="connsiteX34" fmla="*/ 49667 w 397207"/>
                <a:gd name="connsiteY34" fmla="*/ 13541 h 287543"/>
                <a:gd name="connsiteX35" fmla="*/ 108788 w 397207"/>
                <a:gd name="connsiteY35" fmla="*/ 386 h 28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97207" h="287543">
                  <a:moveTo>
                    <a:pt x="330741" y="221153"/>
                  </a:moveTo>
                  <a:lnTo>
                    <a:pt x="397207" y="221153"/>
                  </a:lnTo>
                  <a:lnTo>
                    <a:pt x="397207" y="287543"/>
                  </a:lnTo>
                  <a:lnTo>
                    <a:pt x="330741" y="287543"/>
                  </a:lnTo>
                  <a:close/>
                  <a:moveTo>
                    <a:pt x="88194" y="85047"/>
                  </a:moveTo>
                  <a:cubicBezTo>
                    <a:pt x="88194" y="91099"/>
                    <a:pt x="88194" y="95988"/>
                    <a:pt x="88194" y="101850"/>
                  </a:cubicBezTo>
                  <a:cubicBezTo>
                    <a:pt x="88194" y="106020"/>
                    <a:pt x="88194" y="110191"/>
                    <a:pt x="88194" y="115188"/>
                  </a:cubicBezTo>
                  <a:cubicBezTo>
                    <a:pt x="97181" y="109960"/>
                    <a:pt x="105441" y="105155"/>
                    <a:pt x="114331" y="99983"/>
                  </a:cubicBezTo>
                  <a:cubicBezTo>
                    <a:pt x="105351" y="94852"/>
                    <a:pt x="97115" y="90145"/>
                    <a:pt x="88194" y="85047"/>
                  </a:cubicBezTo>
                  <a:close/>
                  <a:moveTo>
                    <a:pt x="65114" y="44545"/>
                  </a:moveTo>
                  <a:cubicBezTo>
                    <a:pt x="97027" y="62976"/>
                    <a:pt x="128830" y="81344"/>
                    <a:pt x="161157" y="100014"/>
                  </a:cubicBezTo>
                  <a:cubicBezTo>
                    <a:pt x="139235" y="112747"/>
                    <a:pt x="117821" y="125184"/>
                    <a:pt x="96052" y="137710"/>
                  </a:cubicBezTo>
                  <a:cubicBezTo>
                    <a:pt x="85686" y="143630"/>
                    <a:pt x="75675" y="149462"/>
                    <a:pt x="65114" y="155614"/>
                  </a:cubicBezTo>
                  <a:cubicBezTo>
                    <a:pt x="65114" y="118574"/>
                    <a:pt x="65114" y="81950"/>
                    <a:pt x="65114" y="44545"/>
                  </a:cubicBezTo>
                  <a:close/>
                  <a:moveTo>
                    <a:pt x="98147" y="23025"/>
                  </a:moveTo>
                  <a:cubicBezTo>
                    <a:pt x="85156" y="23384"/>
                    <a:pt x="72791" y="27196"/>
                    <a:pt x="60767" y="34075"/>
                  </a:cubicBezTo>
                  <a:cubicBezTo>
                    <a:pt x="55266" y="38580"/>
                    <a:pt x="49308" y="42634"/>
                    <a:pt x="44348" y="47671"/>
                  </a:cubicBezTo>
                  <a:cubicBezTo>
                    <a:pt x="27448" y="64830"/>
                    <a:pt x="20893" y="86081"/>
                    <a:pt x="23678" y="109504"/>
                  </a:cubicBezTo>
                  <a:cubicBezTo>
                    <a:pt x="25898" y="128171"/>
                    <a:pt x="34354" y="144388"/>
                    <a:pt x="48993" y="157002"/>
                  </a:cubicBezTo>
                  <a:cubicBezTo>
                    <a:pt x="73687" y="178280"/>
                    <a:pt x="101366" y="183030"/>
                    <a:pt x="130933" y="170015"/>
                  </a:cubicBezTo>
                  <a:cubicBezTo>
                    <a:pt x="166686" y="154277"/>
                    <a:pt x="185583" y="114436"/>
                    <a:pt x="172719" y="75982"/>
                  </a:cubicBezTo>
                  <a:cubicBezTo>
                    <a:pt x="165310" y="53837"/>
                    <a:pt x="150290" y="38588"/>
                    <a:pt x="129221" y="29100"/>
                  </a:cubicBezTo>
                  <a:cubicBezTo>
                    <a:pt x="119372" y="24665"/>
                    <a:pt x="108765" y="22732"/>
                    <a:pt x="98147" y="23025"/>
                  </a:cubicBezTo>
                  <a:close/>
                  <a:moveTo>
                    <a:pt x="108788" y="386"/>
                  </a:moveTo>
                  <a:cubicBezTo>
                    <a:pt x="128930" y="2067"/>
                    <a:pt x="147119" y="9494"/>
                    <a:pt x="162941" y="22391"/>
                  </a:cubicBezTo>
                  <a:cubicBezTo>
                    <a:pt x="181005" y="37115"/>
                    <a:pt x="192422" y="55860"/>
                    <a:pt x="197572" y="78529"/>
                  </a:cubicBezTo>
                  <a:cubicBezTo>
                    <a:pt x="200328" y="90661"/>
                    <a:pt x="200420" y="102882"/>
                    <a:pt x="198920" y="115582"/>
                  </a:cubicBezTo>
                  <a:cubicBezTo>
                    <a:pt x="194594" y="138980"/>
                    <a:pt x="184362" y="158714"/>
                    <a:pt x="166871" y="174367"/>
                  </a:cubicBezTo>
                  <a:cubicBezTo>
                    <a:pt x="152379" y="187336"/>
                    <a:pt x="135636" y="195869"/>
                    <a:pt x="116206" y="198588"/>
                  </a:cubicBezTo>
                  <a:cubicBezTo>
                    <a:pt x="100464" y="200791"/>
                    <a:pt x="84805" y="200342"/>
                    <a:pt x="69588" y="195500"/>
                  </a:cubicBezTo>
                  <a:cubicBezTo>
                    <a:pt x="56732" y="191409"/>
                    <a:pt x="44937" y="185036"/>
                    <a:pt x="34800" y="176052"/>
                  </a:cubicBezTo>
                  <a:cubicBezTo>
                    <a:pt x="21899" y="164619"/>
                    <a:pt x="11727" y="151209"/>
                    <a:pt x="6087" y="134651"/>
                  </a:cubicBezTo>
                  <a:cubicBezTo>
                    <a:pt x="1137" y="120119"/>
                    <a:pt x="-1149" y="105461"/>
                    <a:pt x="564" y="89964"/>
                  </a:cubicBezTo>
                  <a:cubicBezTo>
                    <a:pt x="2102" y="76064"/>
                    <a:pt x="5976" y="63129"/>
                    <a:pt x="12701" y="51064"/>
                  </a:cubicBezTo>
                  <a:cubicBezTo>
                    <a:pt x="21537" y="35210"/>
                    <a:pt x="33922" y="22786"/>
                    <a:pt x="49667" y="13541"/>
                  </a:cubicBezTo>
                  <a:cubicBezTo>
                    <a:pt x="68032" y="2758"/>
                    <a:pt x="87908" y="-1356"/>
                    <a:pt x="108788" y="386"/>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82" name="Group 181">
            <a:extLst>
              <a:ext uri="{FF2B5EF4-FFF2-40B4-BE49-F238E27FC236}">
                <a16:creationId xmlns:a16="http://schemas.microsoft.com/office/drawing/2014/main" id="{6F4EC6A1-73CD-3301-6CDC-D1C87EB48577}"/>
              </a:ext>
              <a:ext uri="{C183D7F6-B498-43B3-948B-1728B52AA6E4}">
                <adec:decorative xmlns:adec="http://schemas.microsoft.com/office/drawing/2017/decorative" val="1"/>
              </a:ext>
            </a:extLst>
          </p:cNvPr>
          <p:cNvGrpSpPr>
            <a:grpSpLocks noChangeAspect="1"/>
          </p:cNvGrpSpPr>
          <p:nvPr/>
        </p:nvGrpSpPr>
        <p:grpSpPr>
          <a:xfrm>
            <a:off x="7042277" y="3636615"/>
            <a:ext cx="475042" cy="457200"/>
            <a:chOff x="7042277" y="3636615"/>
            <a:chExt cx="475042" cy="457200"/>
          </a:xfrm>
          <a:solidFill>
            <a:srgbClr val="FF0000"/>
          </a:solidFill>
        </p:grpSpPr>
        <p:sp>
          <p:nvSpPr>
            <p:cNvPr id="1800" name="Freeform: Shape 1799">
              <a:extLst>
                <a:ext uri="{FF2B5EF4-FFF2-40B4-BE49-F238E27FC236}">
                  <a16:creationId xmlns:a16="http://schemas.microsoft.com/office/drawing/2014/main" id="{E6EA5EA4-E7FC-4139-C411-2F07E2831543}"/>
                </a:ext>
                <a:ext uri="{C183D7F6-B498-43B3-948B-1728B52AA6E4}">
                  <adec:decorative xmlns:adec="http://schemas.microsoft.com/office/drawing/2017/decorative" val="1"/>
                </a:ext>
              </a:extLst>
            </p:cNvPr>
            <p:cNvSpPr/>
            <p:nvPr/>
          </p:nvSpPr>
          <p:spPr>
            <a:xfrm>
              <a:off x="7104206" y="3636615"/>
              <a:ext cx="354942" cy="354785"/>
            </a:xfrm>
            <a:custGeom>
              <a:avLst/>
              <a:gdLst>
                <a:gd name="connsiteX0" fmla="*/ 142719 w 594357"/>
                <a:gd name="connsiteY0" fmla="*/ 458300 h 594095"/>
                <a:gd name="connsiteX1" fmla="*/ 100701 w 594357"/>
                <a:gd name="connsiteY1" fmla="*/ 468634 h 594095"/>
                <a:gd name="connsiteX2" fmla="*/ 174681 w 594357"/>
                <a:gd name="connsiteY2" fmla="*/ 527379 h 594095"/>
                <a:gd name="connsiteX3" fmla="*/ 153231 w 594357"/>
                <a:gd name="connsiteY3" fmla="*/ 484333 h 594095"/>
                <a:gd name="connsiteX4" fmla="*/ 142719 w 594357"/>
                <a:gd name="connsiteY4" fmla="*/ 458300 h 594095"/>
                <a:gd name="connsiteX5" fmla="*/ 435768 w 594357"/>
                <a:gd name="connsiteY5" fmla="*/ 456385 h 594095"/>
                <a:gd name="connsiteX6" fmla="*/ 429567 w 594357"/>
                <a:gd name="connsiteY6" fmla="*/ 472896 h 594095"/>
                <a:gd name="connsiteX7" fmla="*/ 407818 w 594357"/>
                <a:gd name="connsiteY7" fmla="*/ 518597 h 594095"/>
                <a:gd name="connsiteX8" fmla="*/ 398496 w 594357"/>
                <a:gd name="connsiteY8" fmla="*/ 533526 h 594095"/>
                <a:gd name="connsiteX9" fmla="*/ 486930 w 594357"/>
                <a:gd name="connsiteY9" fmla="*/ 468542 h 594095"/>
                <a:gd name="connsiteX10" fmla="*/ 435768 w 594357"/>
                <a:gd name="connsiteY10" fmla="*/ 456385 h 594095"/>
                <a:gd name="connsiteX11" fmla="*/ 460129 w 594357"/>
                <a:gd name="connsiteY11" fmla="*/ 324019 h 594095"/>
                <a:gd name="connsiteX12" fmla="*/ 448800 w 594357"/>
                <a:gd name="connsiteY12" fmla="*/ 412909 h 594095"/>
                <a:gd name="connsiteX13" fmla="*/ 512167 w 594357"/>
                <a:gd name="connsiteY13" fmla="*/ 429417 h 594095"/>
                <a:gd name="connsiteX14" fmla="*/ 516806 w 594357"/>
                <a:gd name="connsiteY14" fmla="*/ 426548 h 594095"/>
                <a:gd name="connsiteX15" fmla="*/ 536001 w 594357"/>
                <a:gd name="connsiteY15" fmla="*/ 383087 h 594095"/>
                <a:gd name="connsiteX16" fmla="*/ 546807 w 594357"/>
                <a:gd name="connsiteY16" fmla="*/ 340753 h 594095"/>
                <a:gd name="connsiteX17" fmla="*/ 548790 w 594357"/>
                <a:gd name="connsiteY17" fmla="*/ 324019 h 594095"/>
                <a:gd name="connsiteX18" fmla="*/ 460129 w 594357"/>
                <a:gd name="connsiteY18" fmla="*/ 324019 h 594095"/>
                <a:gd name="connsiteX19" fmla="*/ 163956 w 594357"/>
                <a:gd name="connsiteY19" fmla="*/ 323966 h 594095"/>
                <a:gd name="connsiteX20" fmla="*/ 163987 w 594357"/>
                <a:gd name="connsiteY20" fmla="*/ 330375 h 594095"/>
                <a:gd name="connsiteX21" fmla="*/ 167899 w 594357"/>
                <a:gd name="connsiteY21" fmla="*/ 364390 h 594095"/>
                <a:gd name="connsiteX22" fmla="*/ 174523 w 594357"/>
                <a:gd name="connsiteY22" fmla="*/ 403997 h 594095"/>
                <a:gd name="connsiteX23" fmla="*/ 178816 w 594357"/>
                <a:gd name="connsiteY23" fmla="*/ 407084 h 594095"/>
                <a:gd name="connsiteX24" fmla="*/ 193385 w 594357"/>
                <a:gd name="connsiteY24" fmla="*/ 405178 h 594095"/>
                <a:gd name="connsiteX25" fmla="*/ 236408 w 594357"/>
                <a:gd name="connsiteY25" fmla="*/ 400427 h 594095"/>
                <a:gd name="connsiteX26" fmla="*/ 276682 w 594357"/>
                <a:gd name="connsiteY26" fmla="*/ 398496 h 594095"/>
                <a:gd name="connsiteX27" fmla="*/ 316688 w 594357"/>
                <a:gd name="connsiteY27" fmla="*/ 399363 h 594095"/>
                <a:gd name="connsiteX28" fmla="*/ 351319 w 594357"/>
                <a:gd name="connsiteY28" fmla="*/ 400330 h 594095"/>
                <a:gd name="connsiteX29" fmla="*/ 403113 w 594357"/>
                <a:gd name="connsiteY29" fmla="*/ 405738 h 594095"/>
                <a:gd name="connsiteX30" fmla="*/ 414084 w 594357"/>
                <a:gd name="connsiteY30" fmla="*/ 323966 h 594095"/>
                <a:gd name="connsiteX31" fmla="*/ 163956 w 594357"/>
                <a:gd name="connsiteY31" fmla="*/ 323966 h 594095"/>
                <a:gd name="connsiteX32" fmla="*/ 179794 w 594357"/>
                <a:gd name="connsiteY32" fmla="*/ 197157 h 594095"/>
                <a:gd name="connsiteX33" fmla="*/ 173653 w 594357"/>
                <a:gd name="connsiteY33" fmla="*/ 201252 h 594095"/>
                <a:gd name="connsiteX34" fmla="*/ 173610 w 594357"/>
                <a:gd name="connsiteY34" fmla="*/ 203187 h 594095"/>
                <a:gd name="connsiteX35" fmla="*/ 167854 w 594357"/>
                <a:gd name="connsiteY35" fmla="*/ 237209 h 594095"/>
                <a:gd name="connsiteX36" fmla="*/ 165033 w 594357"/>
                <a:gd name="connsiteY36" fmla="*/ 257888 h 594095"/>
                <a:gd name="connsiteX37" fmla="*/ 163929 w 594357"/>
                <a:gd name="connsiteY37" fmla="*/ 278862 h 594095"/>
                <a:gd name="connsiteX38" fmla="*/ 414238 w 594357"/>
                <a:gd name="connsiteY38" fmla="*/ 278862 h 594095"/>
                <a:gd name="connsiteX39" fmla="*/ 403204 w 594357"/>
                <a:gd name="connsiteY39" fmla="*/ 197381 h 594095"/>
                <a:gd name="connsiteX40" fmla="*/ 400853 w 594357"/>
                <a:gd name="connsiteY40" fmla="*/ 198486 h 594095"/>
                <a:gd name="connsiteX41" fmla="*/ 351541 w 594357"/>
                <a:gd name="connsiteY41" fmla="*/ 203438 h 594095"/>
                <a:gd name="connsiteX42" fmla="*/ 316100 w 594357"/>
                <a:gd name="connsiteY42" fmla="*/ 205337 h 594095"/>
                <a:gd name="connsiteX43" fmla="*/ 248939 w 594357"/>
                <a:gd name="connsiteY43" fmla="*/ 204475 h 594095"/>
                <a:gd name="connsiteX44" fmla="*/ 247487 w 594357"/>
                <a:gd name="connsiteY44" fmla="*/ 204430 h 594095"/>
                <a:gd name="connsiteX45" fmla="*/ 206174 w 594357"/>
                <a:gd name="connsiteY45" fmla="*/ 200566 h 594095"/>
                <a:gd name="connsiteX46" fmla="*/ 179794 w 594357"/>
                <a:gd name="connsiteY46" fmla="*/ 197157 h 594095"/>
                <a:gd name="connsiteX47" fmla="*/ 515850 w 594357"/>
                <a:gd name="connsiteY47" fmla="*/ 173975 h 594095"/>
                <a:gd name="connsiteX48" fmla="*/ 448097 w 594357"/>
                <a:gd name="connsiteY48" fmla="*/ 190997 h 594095"/>
                <a:gd name="connsiteX49" fmla="*/ 448056 w 594357"/>
                <a:gd name="connsiteY49" fmla="*/ 192059 h 594095"/>
                <a:gd name="connsiteX50" fmla="*/ 455785 w 594357"/>
                <a:gd name="connsiteY50" fmla="*/ 241574 h 594095"/>
                <a:gd name="connsiteX51" fmla="*/ 457728 w 594357"/>
                <a:gd name="connsiteY51" fmla="*/ 256583 h 594095"/>
                <a:gd name="connsiteX52" fmla="*/ 458887 w 594357"/>
                <a:gd name="connsiteY52" fmla="*/ 278865 h 594095"/>
                <a:gd name="connsiteX53" fmla="*/ 548855 w 594357"/>
                <a:gd name="connsiteY53" fmla="*/ 278865 h 594095"/>
                <a:gd name="connsiteX54" fmla="*/ 515850 w 594357"/>
                <a:gd name="connsiteY54" fmla="*/ 173975 h 594095"/>
                <a:gd name="connsiteX55" fmla="*/ 175081 w 594357"/>
                <a:gd name="connsiteY55" fmla="*/ 74704 h 594095"/>
                <a:gd name="connsiteX56" fmla="*/ 99428 w 594357"/>
                <a:gd name="connsiteY56" fmla="*/ 134820 h 594095"/>
                <a:gd name="connsiteX57" fmla="*/ 118643 w 594357"/>
                <a:gd name="connsiteY57" fmla="*/ 139577 h 594095"/>
                <a:gd name="connsiteX58" fmla="*/ 142360 w 594357"/>
                <a:gd name="connsiteY58" fmla="*/ 145668 h 594095"/>
                <a:gd name="connsiteX59" fmla="*/ 175081 w 594357"/>
                <a:gd name="connsiteY59" fmla="*/ 74704 h 594095"/>
                <a:gd name="connsiteX60" fmla="*/ 398688 w 594357"/>
                <a:gd name="connsiteY60" fmla="*/ 68347 h 594095"/>
                <a:gd name="connsiteX61" fmla="*/ 409596 w 594357"/>
                <a:gd name="connsiteY61" fmla="*/ 86961 h 594095"/>
                <a:gd name="connsiteX62" fmla="*/ 434898 w 594357"/>
                <a:gd name="connsiteY62" fmla="*/ 143352 h 594095"/>
                <a:gd name="connsiteX63" fmla="*/ 439571 w 594357"/>
                <a:gd name="connsiteY63" fmla="*/ 146415 h 594095"/>
                <a:gd name="connsiteX64" fmla="*/ 472563 w 594357"/>
                <a:gd name="connsiteY64" fmla="*/ 138829 h 594095"/>
                <a:gd name="connsiteX65" fmla="*/ 487962 w 594357"/>
                <a:gd name="connsiteY65" fmla="*/ 134814 h 594095"/>
                <a:gd name="connsiteX66" fmla="*/ 398688 w 594357"/>
                <a:gd name="connsiteY66" fmla="*/ 68347 h 594095"/>
                <a:gd name="connsiteX67" fmla="*/ 284126 w 594357"/>
                <a:gd name="connsiteY67" fmla="*/ 45370 h 594095"/>
                <a:gd name="connsiteX68" fmla="*/ 230631 w 594357"/>
                <a:gd name="connsiteY68" fmla="*/ 75700 h 594095"/>
                <a:gd name="connsiteX69" fmla="*/ 206428 w 594357"/>
                <a:gd name="connsiteY69" fmla="*/ 110519 h 594095"/>
                <a:gd name="connsiteX70" fmla="*/ 186458 w 594357"/>
                <a:gd name="connsiteY70" fmla="*/ 153092 h 594095"/>
                <a:gd name="connsiteX71" fmla="*/ 266074 w 594357"/>
                <a:gd name="connsiteY71" fmla="*/ 159877 h 594095"/>
                <a:gd name="connsiteX72" fmla="*/ 273613 w 594357"/>
                <a:gd name="connsiteY72" fmla="*/ 160798 h 594095"/>
                <a:gd name="connsiteX73" fmla="*/ 335888 w 594357"/>
                <a:gd name="connsiteY73" fmla="*/ 159841 h 594095"/>
                <a:gd name="connsiteX74" fmla="*/ 351659 w 594357"/>
                <a:gd name="connsiteY74" fmla="*/ 158844 h 594095"/>
                <a:gd name="connsiteX75" fmla="*/ 386164 w 594357"/>
                <a:gd name="connsiteY75" fmla="*/ 155087 h 594095"/>
                <a:gd name="connsiteX76" fmla="*/ 389677 w 594357"/>
                <a:gd name="connsiteY76" fmla="*/ 149788 h 594095"/>
                <a:gd name="connsiteX77" fmla="*/ 370158 w 594357"/>
                <a:gd name="connsiteY77" fmla="*/ 108039 h 594095"/>
                <a:gd name="connsiteX78" fmla="*/ 329360 w 594357"/>
                <a:gd name="connsiteY78" fmla="*/ 59241 h 594095"/>
                <a:gd name="connsiteX79" fmla="*/ 284126 w 594357"/>
                <a:gd name="connsiteY79" fmla="*/ 45370 h 594095"/>
                <a:gd name="connsiteX80" fmla="*/ 296055 w 594357"/>
                <a:gd name="connsiteY80" fmla="*/ 53 h 594095"/>
                <a:gd name="connsiteX81" fmla="*/ 377426 w 594357"/>
                <a:gd name="connsiteY81" fmla="*/ 12278 h 594095"/>
                <a:gd name="connsiteX82" fmla="*/ 427360 w 594357"/>
                <a:gd name="connsiteY82" fmla="*/ 31510 h 594095"/>
                <a:gd name="connsiteX83" fmla="*/ 483535 w 594357"/>
                <a:gd name="connsiteY83" fmla="*/ 67873 h 594095"/>
                <a:gd name="connsiteX84" fmla="*/ 505793 w 594357"/>
                <a:gd name="connsiteY84" fmla="*/ 87406 h 594095"/>
                <a:gd name="connsiteX85" fmla="*/ 556616 w 594357"/>
                <a:gd name="connsiteY85" fmla="*/ 154637 h 594095"/>
                <a:gd name="connsiteX86" fmla="*/ 587414 w 594357"/>
                <a:gd name="connsiteY86" fmla="*/ 235241 h 594095"/>
                <a:gd name="connsiteX87" fmla="*/ 592352 w 594357"/>
                <a:gd name="connsiteY87" fmla="*/ 267996 h 594095"/>
                <a:gd name="connsiteX88" fmla="*/ 594141 w 594357"/>
                <a:gd name="connsiteY88" fmla="*/ 314066 h 594095"/>
                <a:gd name="connsiteX89" fmla="*/ 587995 w 594357"/>
                <a:gd name="connsiteY89" fmla="*/ 362524 h 594095"/>
                <a:gd name="connsiteX90" fmla="*/ 571098 w 594357"/>
                <a:gd name="connsiteY90" fmla="*/ 417714 h 594095"/>
                <a:gd name="connsiteX91" fmla="*/ 537405 w 594357"/>
                <a:gd name="connsiteY91" fmla="*/ 477061 h 594095"/>
                <a:gd name="connsiteX92" fmla="*/ 508739 w 594357"/>
                <a:gd name="connsiteY92" fmla="*/ 511411 h 594095"/>
                <a:gd name="connsiteX93" fmla="*/ 480996 w 594357"/>
                <a:gd name="connsiteY93" fmla="*/ 536400 h 594095"/>
                <a:gd name="connsiteX94" fmla="*/ 427348 w 594357"/>
                <a:gd name="connsiteY94" fmla="*/ 570582 h 594095"/>
                <a:gd name="connsiteX95" fmla="*/ 363743 w 594357"/>
                <a:gd name="connsiteY95" fmla="*/ 593321 h 594095"/>
                <a:gd name="connsiteX96" fmla="*/ 361245 w 594357"/>
                <a:gd name="connsiteY96" fmla="*/ 593867 h 594095"/>
                <a:gd name="connsiteX97" fmla="*/ 364812 w 594357"/>
                <a:gd name="connsiteY97" fmla="*/ 553358 h 594095"/>
                <a:gd name="connsiteX98" fmla="*/ 351434 w 594357"/>
                <a:gd name="connsiteY98" fmla="*/ 521407 h 594095"/>
                <a:gd name="connsiteX99" fmla="*/ 390246 w 594357"/>
                <a:gd name="connsiteY99" fmla="*/ 449352 h 594095"/>
                <a:gd name="connsiteX100" fmla="*/ 186923 w 594357"/>
                <a:gd name="connsiteY100" fmla="*/ 450895 h 594095"/>
                <a:gd name="connsiteX101" fmla="*/ 209201 w 594357"/>
                <a:gd name="connsiteY101" fmla="*/ 496068 h 594095"/>
                <a:gd name="connsiteX102" fmla="*/ 231743 w 594357"/>
                <a:gd name="connsiteY102" fmla="*/ 527649 h 594095"/>
                <a:gd name="connsiteX103" fmla="*/ 223205 w 594357"/>
                <a:gd name="connsiteY103" fmla="*/ 583951 h 594095"/>
                <a:gd name="connsiteX104" fmla="*/ 225948 w 594357"/>
                <a:gd name="connsiteY104" fmla="*/ 594095 h 594095"/>
                <a:gd name="connsiteX105" fmla="*/ 176089 w 594357"/>
                <a:gd name="connsiteY105" fmla="*/ 577599 h 594095"/>
                <a:gd name="connsiteX106" fmla="*/ 118717 w 594357"/>
                <a:gd name="connsiteY106" fmla="*/ 545334 h 594095"/>
                <a:gd name="connsiteX107" fmla="*/ 79207 w 594357"/>
                <a:gd name="connsiteY107" fmla="*/ 511576 h 594095"/>
                <a:gd name="connsiteX108" fmla="*/ 32150 w 594357"/>
                <a:gd name="connsiteY108" fmla="*/ 449269 h 594095"/>
                <a:gd name="connsiteX109" fmla="*/ 507 w 594357"/>
                <a:gd name="connsiteY109" fmla="*/ 367975 h 594095"/>
                <a:gd name="connsiteX110" fmla="*/ 0 w 594357"/>
                <a:gd name="connsiteY110" fmla="*/ 364503 h 594095"/>
                <a:gd name="connsiteX111" fmla="*/ 46894 w 594357"/>
                <a:gd name="connsiteY111" fmla="*/ 364503 h 594095"/>
                <a:gd name="connsiteX112" fmla="*/ 55559 w 594357"/>
                <a:gd name="connsiteY112" fmla="*/ 393714 h 594095"/>
                <a:gd name="connsiteX113" fmla="*/ 72008 w 594357"/>
                <a:gd name="connsiteY113" fmla="*/ 430047 h 594095"/>
                <a:gd name="connsiteX114" fmla="*/ 130983 w 594357"/>
                <a:gd name="connsiteY114" fmla="*/ 414886 h 594095"/>
                <a:gd name="connsiteX115" fmla="*/ 119097 w 594357"/>
                <a:gd name="connsiteY115" fmla="*/ 322829 h 594095"/>
                <a:gd name="connsiteX116" fmla="*/ 80320 w 594357"/>
                <a:gd name="connsiteY116" fmla="*/ 322574 h 594095"/>
                <a:gd name="connsiteX117" fmla="*/ 80320 w 594357"/>
                <a:gd name="connsiteY117" fmla="*/ 279110 h 594095"/>
                <a:gd name="connsiteX118" fmla="*/ 117783 w 594357"/>
                <a:gd name="connsiteY118" fmla="*/ 279125 h 594095"/>
                <a:gd name="connsiteX119" fmla="*/ 129188 w 594357"/>
                <a:gd name="connsiteY119" fmla="*/ 188703 h 594095"/>
                <a:gd name="connsiteX120" fmla="*/ 72045 w 594357"/>
                <a:gd name="connsiteY120" fmla="*/ 173890 h 594095"/>
                <a:gd name="connsiteX121" fmla="*/ 52074 w 594357"/>
                <a:gd name="connsiteY121" fmla="*/ 216780 h 594095"/>
                <a:gd name="connsiteX122" fmla="*/ 46941 w 594357"/>
                <a:gd name="connsiteY122" fmla="*/ 237403 h 594095"/>
                <a:gd name="connsiteX123" fmla="*/ 899 w 594357"/>
                <a:gd name="connsiteY123" fmla="*/ 237403 h 594095"/>
                <a:gd name="connsiteX124" fmla="*/ 4250 w 594357"/>
                <a:gd name="connsiteY124" fmla="*/ 219711 h 594095"/>
                <a:gd name="connsiteX125" fmla="*/ 30152 w 594357"/>
                <a:gd name="connsiteY125" fmla="*/ 156204 h 594095"/>
                <a:gd name="connsiteX126" fmla="*/ 59708 w 594357"/>
                <a:gd name="connsiteY126" fmla="*/ 112422 h 594095"/>
                <a:gd name="connsiteX127" fmla="*/ 79895 w 594357"/>
                <a:gd name="connsiteY127" fmla="*/ 89449 h 594095"/>
                <a:gd name="connsiteX128" fmla="*/ 149872 w 594357"/>
                <a:gd name="connsiteY128" fmla="*/ 36793 h 594095"/>
                <a:gd name="connsiteX129" fmla="*/ 229807 w 594357"/>
                <a:gd name="connsiteY129" fmla="*/ 6909 h 594095"/>
                <a:gd name="connsiteX130" fmla="*/ 265478 w 594357"/>
                <a:gd name="connsiteY130" fmla="*/ 1922 h 594095"/>
                <a:gd name="connsiteX131" fmla="*/ 296055 w 594357"/>
                <a:gd name="connsiteY131" fmla="*/ 53 h 59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94357" h="594095">
                  <a:moveTo>
                    <a:pt x="142719" y="458300"/>
                  </a:moveTo>
                  <a:cubicBezTo>
                    <a:pt x="128783" y="461727"/>
                    <a:pt x="115062" y="465102"/>
                    <a:pt x="100701" y="468634"/>
                  </a:cubicBezTo>
                  <a:cubicBezTo>
                    <a:pt x="122101" y="493099"/>
                    <a:pt x="146666" y="512550"/>
                    <a:pt x="174681" y="527379"/>
                  </a:cubicBezTo>
                  <a:cubicBezTo>
                    <a:pt x="167542" y="513227"/>
                    <a:pt x="160444" y="499155"/>
                    <a:pt x="153231" y="484333"/>
                  </a:cubicBezTo>
                  <a:cubicBezTo>
                    <a:pt x="149749" y="475708"/>
                    <a:pt x="146267" y="467085"/>
                    <a:pt x="142719" y="458300"/>
                  </a:cubicBezTo>
                  <a:close/>
                  <a:moveTo>
                    <a:pt x="435768" y="456385"/>
                  </a:moveTo>
                  <a:cubicBezTo>
                    <a:pt x="433646" y="462103"/>
                    <a:pt x="431974" y="467668"/>
                    <a:pt x="429567" y="472896"/>
                  </a:cubicBezTo>
                  <a:cubicBezTo>
                    <a:pt x="422613" y="488002"/>
                    <a:pt x="415363" y="502973"/>
                    <a:pt x="407818" y="518597"/>
                  </a:cubicBezTo>
                  <a:cubicBezTo>
                    <a:pt x="404710" y="523574"/>
                    <a:pt x="401603" y="528550"/>
                    <a:pt x="398496" y="533526"/>
                  </a:cubicBezTo>
                  <a:cubicBezTo>
                    <a:pt x="432698" y="518549"/>
                    <a:pt x="461995" y="497331"/>
                    <a:pt x="486930" y="468542"/>
                  </a:cubicBezTo>
                  <a:cubicBezTo>
                    <a:pt x="469176" y="464324"/>
                    <a:pt x="452601" y="460385"/>
                    <a:pt x="435768" y="456385"/>
                  </a:cubicBezTo>
                  <a:close/>
                  <a:moveTo>
                    <a:pt x="460129" y="324019"/>
                  </a:moveTo>
                  <a:cubicBezTo>
                    <a:pt x="456283" y="354203"/>
                    <a:pt x="452491" y="383958"/>
                    <a:pt x="448800" y="412909"/>
                  </a:cubicBezTo>
                  <a:cubicBezTo>
                    <a:pt x="468981" y="418226"/>
                    <a:pt x="490195" y="423816"/>
                    <a:pt x="512167" y="429417"/>
                  </a:cubicBezTo>
                  <a:cubicBezTo>
                    <a:pt x="515090" y="430709"/>
                    <a:pt x="516014" y="428287"/>
                    <a:pt x="516806" y="426548"/>
                  </a:cubicBezTo>
                  <a:cubicBezTo>
                    <a:pt x="523374" y="412129"/>
                    <a:pt x="530738" y="397978"/>
                    <a:pt x="536001" y="383087"/>
                  </a:cubicBezTo>
                  <a:cubicBezTo>
                    <a:pt x="540836" y="369407"/>
                    <a:pt x="543560" y="354957"/>
                    <a:pt x="546807" y="340753"/>
                  </a:cubicBezTo>
                  <a:cubicBezTo>
                    <a:pt x="548048" y="335320"/>
                    <a:pt x="548159" y="329629"/>
                    <a:pt x="548790" y="324019"/>
                  </a:cubicBezTo>
                  <a:cubicBezTo>
                    <a:pt x="518544" y="324019"/>
                    <a:pt x="488752" y="324019"/>
                    <a:pt x="460129" y="324019"/>
                  </a:cubicBezTo>
                  <a:close/>
                  <a:moveTo>
                    <a:pt x="163956" y="323966"/>
                  </a:moveTo>
                  <a:cubicBezTo>
                    <a:pt x="163956" y="326255"/>
                    <a:pt x="163768" y="328338"/>
                    <a:pt x="163987" y="330375"/>
                  </a:cubicBezTo>
                  <a:cubicBezTo>
                    <a:pt x="165211" y="341723"/>
                    <a:pt x="166245" y="353103"/>
                    <a:pt x="167899" y="364390"/>
                  </a:cubicBezTo>
                  <a:cubicBezTo>
                    <a:pt x="169840" y="377631"/>
                    <a:pt x="172469" y="390771"/>
                    <a:pt x="174523" y="403997"/>
                  </a:cubicBezTo>
                  <a:cubicBezTo>
                    <a:pt x="174992" y="407019"/>
                    <a:pt x="176561" y="407349"/>
                    <a:pt x="178816" y="407084"/>
                  </a:cubicBezTo>
                  <a:cubicBezTo>
                    <a:pt x="183680" y="406513"/>
                    <a:pt x="188520" y="405739"/>
                    <a:pt x="193385" y="405178"/>
                  </a:cubicBezTo>
                  <a:cubicBezTo>
                    <a:pt x="207719" y="403528"/>
                    <a:pt x="222034" y="401609"/>
                    <a:pt x="236408" y="400427"/>
                  </a:cubicBezTo>
                  <a:cubicBezTo>
                    <a:pt x="249797" y="399325"/>
                    <a:pt x="263250" y="398660"/>
                    <a:pt x="276682" y="398496"/>
                  </a:cubicBezTo>
                  <a:cubicBezTo>
                    <a:pt x="290013" y="398333"/>
                    <a:pt x="303354" y="399014"/>
                    <a:pt x="316688" y="399363"/>
                  </a:cubicBezTo>
                  <a:cubicBezTo>
                    <a:pt x="327926" y="399657"/>
                    <a:pt x="339161" y="400005"/>
                    <a:pt x="351319" y="400330"/>
                  </a:cubicBezTo>
                  <a:cubicBezTo>
                    <a:pt x="368489" y="402122"/>
                    <a:pt x="385659" y="403915"/>
                    <a:pt x="403113" y="405738"/>
                  </a:cubicBezTo>
                  <a:cubicBezTo>
                    <a:pt x="409111" y="379070"/>
                    <a:pt x="412744" y="351763"/>
                    <a:pt x="414084" y="323966"/>
                  </a:cubicBezTo>
                  <a:cubicBezTo>
                    <a:pt x="330516" y="323966"/>
                    <a:pt x="247416" y="323966"/>
                    <a:pt x="163956" y="323966"/>
                  </a:cubicBezTo>
                  <a:close/>
                  <a:moveTo>
                    <a:pt x="179794" y="197157"/>
                  </a:moveTo>
                  <a:cubicBezTo>
                    <a:pt x="175966" y="196377"/>
                    <a:pt x="174624" y="197223"/>
                    <a:pt x="173653" y="201252"/>
                  </a:cubicBezTo>
                  <a:cubicBezTo>
                    <a:pt x="173643" y="201898"/>
                    <a:pt x="173715" y="202558"/>
                    <a:pt x="173610" y="203187"/>
                  </a:cubicBezTo>
                  <a:cubicBezTo>
                    <a:pt x="171694" y="214529"/>
                    <a:pt x="169682" y="225855"/>
                    <a:pt x="167854" y="237209"/>
                  </a:cubicBezTo>
                  <a:cubicBezTo>
                    <a:pt x="166748" y="244077"/>
                    <a:pt x="165681" y="250967"/>
                    <a:pt x="165033" y="257888"/>
                  </a:cubicBezTo>
                  <a:cubicBezTo>
                    <a:pt x="164383" y="264828"/>
                    <a:pt x="164277" y="271819"/>
                    <a:pt x="163929" y="278862"/>
                  </a:cubicBezTo>
                  <a:cubicBezTo>
                    <a:pt x="247591" y="278862"/>
                    <a:pt x="330705" y="278862"/>
                    <a:pt x="414238" y="278862"/>
                  </a:cubicBezTo>
                  <a:cubicBezTo>
                    <a:pt x="412419" y="251332"/>
                    <a:pt x="409691" y="224258"/>
                    <a:pt x="403204" y="197381"/>
                  </a:cubicBezTo>
                  <a:cubicBezTo>
                    <a:pt x="401963" y="197979"/>
                    <a:pt x="401428" y="198427"/>
                    <a:pt x="400853" y="198486"/>
                  </a:cubicBezTo>
                  <a:cubicBezTo>
                    <a:pt x="384419" y="200184"/>
                    <a:pt x="368000" y="202045"/>
                    <a:pt x="351541" y="203438"/>
                  </a:cubicBezTo>
                  <a:cubicBezTo>
                    <a:pt x="339754" y="204437"/>
                    <a:pt x="327917" y="205308"/>
                    <a:pt x="316100" y="205337"/>
                  </a:cubicBezTo>
                  <a:cubicBezTo>
                    <a:pt x="293714" y="205391"/>
                    <a:pt x="271326" y="204799"/>
                    <a:pt x="248939" y="204475"/>
                  </a:cubicBezTo>
                  <a:cubicBezTo>
                    <a:pt x="248455" y="204467"/>
                    <a:pt x="247969" y="204475"/>
                    <a:pt x="247487" y="204430"/>
                  </a:cubicBezTo>
                  <a:cubicBezTo>
                    <a:pt x="233714" y="203156"/>
                    <a:pt x="219934" y="201968"/>
                    <a:pt x="206174" y="200566"/>
                  </a:cubicBezTo>
                  <a:cubicBezTo>
                    <a:pt x="197350" y="199666"/>
                    <a:pt x="188460" y="198923"/>
                    <a:pt x="179794" y="197157"/>
                  </a:cubicBezTo>
                  <a:close/>
                  <a:moveTo>
                    <a:pt x="515850" y="173975"/>
                  </a:moveTo>
                  <a:cubicBezTo>
                    <a:pt x="493067" y="179699"/>
                    <a:pt x="470644" y="185333"/>
                    <a:pt x="448097" y="190997"/>
                  </a:cubicBezTo>
                  <a:cubicBezTo>
                    <a:pt x="448092" y="191096"/>
                    <a:pt x="447983" y="191592"/>
                    <a:pt x="448056" y="192059"/>
                  </a:cubicBezTo>
                  <a:cubicBezTo>
                    <a:pt x="450626" y="208565"/>
                    <a:pt x="453232" y="225065"/>
                    <a:pt x="455785" y="241574"/>
                  </a:cubicBezTo>
                  <a:cubicBezTo>
                    <a:pt x="456509" y="246260"/>
                    <a:pt x="457080" y="250970"/>
                    <a:pt x="457728" y="256583"/>
                  </a:cubicBezTo>
                  <a:cubicBezTo>
                    <a:pt x="458116" y="264034"/>
                    <a:pt x="458503" y="271484"/>
                    <a:pt x="458887" y="278865"/>
                  </a:cubicBezTo>
                  <a:cubicBezTo>
                    <a:pt x="489115" y="278865"/>
                    <a:pt x="518906" y="278865"/>
                    <a:pt x="548855" y="278865"/>
                  </a:cubicBezTo>
                  <a:cubicBezTo>
                    <a:pt x="545587" y="241069"/>
                    <a:pt x="534302" y="206137"/>
                    <a:pt x="515850" y="173975"/>
                  </a:cubicBezTo>
                  <a:close/>
                  <a:moveTo>
                    <a:pt x="175081" y="74704"/>
                  </a:moveTo>
                  <a:cubicBezTo>
                    <a:pt x="146115" y="89725"/>
                    <a:pt x="121120" y="109488"/>
                    <a:pt x="99428" y="134820"/>
                  </a:cubicBezTo>
                  <a:cubicBezTo>
                    <a:pt x="106075" y="136519"/>
                    <a:pt x="111948" y="138021"/>
                    <a:pt x="118643" y="139577"/>
                  </a:cubicBezTo>
                  <a:cubicBezTo>
                    <a:pt x="126369" y="141561"/>
                    <a:pt x="134095" y="143545"/>
                    <a:pt x="142360" y="145668"/>
                  </a:cubicBezTo>
                  <a:cubicBezTo>
                    <a:pt x="150715" y="120710"/>
                    <a:pt x="161541" y="97105"/>
                    <a:pt x="175081" y="74704"/>
                  </a:cubicBezTo>
                  <a:close/>
                  <a:moveTo>
                    <a:pt x="398688" y="68347"/>
                  </a:moveTo>
                  <a:cubicBezTo>
                    <a:pt x="402324" y="74550"/>
                    <a:pt x="405977" y="80746"/>
                    <a:pt x="409596" y="86961"/>
                  </a:cubicBezTo>
                  <a:cubicBezTo>
                    <a:pt x="419896" y="104646"/>
                    <a:pt x="428114" y="123262"/>
                    <a:pt x="434898" y="143352"/>
                  </a:cubicBezTo>
                  <a:cubicBezTo>
                    <a:pt x="435463" y="145884"/>
                    <a:pt x="436217" y="147269"/>
                    <a:pt x="439571" y="146415"/>
                  </a:cubicBezTo>
                  <a:cubicBezTo>
                    <a:pt x="450504" y="143635"/>
                    <a:pt x="461573" y="141390"/>
                    <a:pt x="472563" y="138829"/>
                  </a:cubicBezTo>
                  <a:cubicBezTo>
                    <a:pt x="477616" y="137652"/>
                    <a:pt x="482609" y="136218"/>
                    <a:pt x="487962" y="134814"/>
                  </a:cubicBezTo>
                  <a:cubicBezTo>
                    <a:pt x="463978" y="106959"/>
                    <a:pt x="413856" y="69775"/>
                    <a:pt x="398688" y="68347"/>
                  </a:cubicBezTo>
                  <a:close/>
                  <a:moveTo>
                    <a:pt x="284126" y="45370"/>
                  </a:moveTo>
                  <a:cubicBezTo>
                    <a:pt x="261542" y="47342"/>
                    <a:pt x="244736" y="59681"/>
                    <a:pt x="230631" y="75700"/>
                  </a:cubicBezTo>
                  <a:cubicBezTo>
                    <a:pt x="221339" y="86254"/>
                    <a:pt x="213345" y="98240"/>
                    <a:pt x="206428" y="110519"/>
                  </a:cubicBezTo>
                  <a:cubicBezTo>
                    <a:pt x="198878" y="123921"/>
                    <a:pt x="193242" y="138402"/>
                    <a:pt x="186458" y="153092"/>
                  </a:cubicBezTo>
                  <a:cubicBezTo>
                    <a:pt x="213430" y="156721"/>
                    <a:pt x="239159" y="159671"/>
                    <a:pt x="266074" y="159877"/>
                  </a:cubicBezTo>
                  <a:cubicBezTo>
                    <a:pt x="268587" y="160200"/>
                    <a:pt x="271103" y="160827"/>
                    <a:pt x="273613" y="160798"/>
                  </a:cubicBezTo>
                  <a:cubicBezTo>
                    <a:pt x="294372" y="160559"/>
                    <a:pt x="315131" y="160248"/>
                    <a:pt x="335888" y="159841"/>
                  </a:cubicBezTo>
                  <a:cubicBezTo>
                    <a:pt x="341151" y="159738"/>
                    <a:pt x="346421" y="159377"/>
                    <a:pt x="351659" y="158844"/>
                  </a:cubicBezTo>
                  <a:cubicBezTo>
                    <a:pt x="363168" y="157671"/>
                    <a:pt x="374647" y="156189"/>
                    <a:pt x="386164" y="155087"/>
                  </a:cubicBezTo>
                  <a:cubicBezTo>
                    <a:pt x="390960" y="154628"/>
                    <a:pt x="391664" y="154164"/>
                    <a:pt x="389677" y="149788"/>
                  </a:cubicBezTo>
                  <a:cubicBezTo>
                    <a:pt x="383324" y="135799"/>
                    <a:pt x="377402" y="121561"/>
                    <a:pt x="370158" y="108039"/>
                  </a:cubicBezTo>
                  <a:cubicBezTo>
                    <a:pt x="359988" y="89054"/>
                    <a:pt x="347104" y="71965"/>
                    <a:pt x="329360" y="59241"/>
                  </a:cubicBezTo>
                  <a:cubicBezTo>
                    <a:pt x="315920" y="49601"/>
                    <a:pt x="301238" y="43877"/>
                    <a:pt x="284126" y="45370"/>
                  </a:cubicBezTo>
                  <a:close/>
                  <a:moveTo>
                    <a:pt x="296055" y="53"/>
                  </a:moveTo>
                  <a:cubicBezTo>
                    <a:pt x="323626" y="891"/>
                    <a:pt x="351102" y="3388"/>
                    <a:pt x="377426" y="12278"/>
                  </a:cubicBezTo>
                  <a:cubicBezTo>
                    <a:pt x="394320" y="17983"/>
                    <a:pt x="411257" y="23938"/>
                    <a:pt x="427360" y="31510"/>
                  </a:cubicBezTo>
                  <a:cubicBezTo>
                    <a:pt x="447612" y="41034"/>
                    <a:pt x="466521" y="53110"/>
                    <a:pt x="483535" y="67873"/>
                  </a:cubicBezTo>
                  <a:cubicBezTo>
                    <a:pt x="490993" y="74345"/>
                    <a:pt x="498893" y="80384"/>
                    <a:pt x="505793" y="87406"/>
                  </a:cubicBezTo>
                  <a:cubicBezTo>
                    <a:pt x="525626" y="107586"/>
                    <a:pt x="542773" y="129852"/>
                    <a:pt x="556616" y="154637"/>
                  </a:cubicBezTo>
                  <a:cubicBezTo>
                    <a:pt x="570803" y="180037"/>
                    <a:pt x="580967" y="206961"/>
                    <a:pt x="587414" y="235241"/>
                  </a:cubicBezTo>
                  <a:cubicBezTo>
                    <a:pt x="589863" y="245984"/>
                    <a:pt x="591465" y="257010"/>
                    <a:pt x="592352" y="267996"/>
                  </a:cubicBezTo>
                  <a:cubicBezTo>
                    <a:pt x="593588" y="283313"/>
                    <a:pt x="594879" y="298767"/>
                    <a:pt x="594141" y="314066"/>
                  </a:cubicBezTo>
                  <a:cubicBezTo>
                    <a:pt x="593358" y="330284"/>
                    <a:pt x="590718" y="346473"/>
                    <a:pt x="587995" y="362524"/>
                  </a:cubicBezTo>
                  <a:cubicBezTo>
                    <a:pt x="584761" y="381592"/>
                    <a:pt x="578618" y="399913"/>
                    <a:pt x="571098" y="417714"/>
                  </a:cubicBezTo>
                  <a:cubicBezTo>
                    <a:pt x="562190" y="438796"/>
                    <a:pt x="551212" y="458803"/>
                    <a:pt x="537405" y="477061"/>
                  </a:cubicBezTo>
                  <a:cubicBezTo>
                    <a:pt x="528415" y="488949"/>
                    <a:pt x="518947" y="500568"/>
                    <a:pt x="508739" y="511411"/>
                  </a:cubicBezTo>
                  <a:cubicBezTo>
                    <a:pt x="500233" y="520445"/>
                    <a:pt x="490639" y="528540"/>
                    <a:pt x="480996" y="536400"/>
                  </a:cubicBezTo>
                  <a:cubicBezTo>
                    <a:pt x="464476" y="549867"/>
                    <a:pt x="446453" y="561198"/>
                    <a:pt x="427348" y="570582"/>
                  </a:cubicBezTo>
                  <a:cubicBezTo>
                    <a:pt x="407051" y="580552"/>
                    <a:pt x="385982" y="588642"/>
                    <a:pt x="363743" y="593321"/>
                  </a:cubicBezTo>
                  <a:cubicBezTo>
                    <a:pt x="362994" y="593479"/>
                    <a:pt x="362301" y="593906"/>
                    <a:pt x="361245" y="593867"/>
                  </a:cubicBezTo>
                  <a:cubicBezTo>
                    <a:pt x="366140" y="580519"/>
                    <a:pt x="366708" y="567069"/>
                    <a:pt x="364812" y="553358"/>
                  </a:cubicBezTo>
                  <a:cubicBezTo>
                    <a:pt x="363166" y="541464"/>
                    <a:pt x="358150" y="531049"/>
                    <a:pt x="351434" y="521407"/>
                  </a:cubicBezTo>
                  <a:cubicBezTo>
                    <a:pt x="369084" y="499733"/>
                    <a:pt x="381264" y="475463"/>
                    <a:pt x="390246" y="449352"/>
                  </a:cubicBezTo>
                  <a:cubicBezTo>
                    <a:pt x="322237" y="440765"/>
                    <a:pt x="255224" y="441052"/>
                    <a:pt x="186923" y="450895"/>
                  </a:cubicBezTo>
                  <a:cubicBezTo>
                    <a:pt x="194575" y="466634"/>
                    <a:pt x="201004" y="481861"/>
                    <a:pt x="209201" y="496068"/>
                  </a:cubicBezTo>
                  <a:cubicBezTo>
                    <a:pt x="215588" y="507140"/>
                    <a:pt x="224177" y="516940"/>
                    <a:pt x="231743" y="527649"/>
                  </a:cubicBezTo>
                  <a:cubicBezTo>
                    <a:pt x="221547" y="545534"/>
                    <a:pt x="218277" y="564126"/>
                    <a:pt x="223205" y="583951"/>
                  </a:cubicBezTo>
                  <a:cubicBezTo>
                    <a:pt x="224049" y="587350"/>
                    <a:pt x="225031" y="590714"/>
                    <a:pt x="225948" y="594095"/>
                  </a:cubicBezTo>
                  <a:cubicBezTo>
                    <a:pt x="209308" y="588648"/>
                    <a:pt x="192434" y="583820"/>
                    <a:pt x="176089" y="577599"/>
                  </a:cubicBezTo>
                  <a:cubicBezTo>
                    <a:pt x="155435" y="569739"/>
                    <a:pt x="136283" y="558667"/>
                    <a:pt x="118717" y="545334"/>
                  </a:cubicBezTo>
                  <a:cubicBezTo>
                    <a:pt x="104934" y="534871"/>
                    <a:pt x="91482" y="523744"/>
                    <a:pt x="79207" y="511576"/>
                  </a:cubicBezTo>
                  <a:cubicBezTo>
                    <a:pt x="60615" y="493145"/>
                    <a:pt x="45070" y="472154"/>
                    <a:pt x="32150" y="449269"/>
                  </a:cubicBezTo>
                  <a:cubicBezTo>
                    <a:pt x="17699" y="423669"/>
                    <a:pt x="7089" y="396572"/>
                    <a:pt x="507" y="367975"/>
                  </a:cubicBezTo>
                  <a:lnTo>
                    <a:pt x="0" y="364503"/>
                  </a:lnTo>
                  <a:lnTo>
                    <a:pt x="46894" y="364503"/>
                  </a:lnTo>
                  <a:lnTo>
                    <a:pt x="55559" y="393714"/>
                  </a:lnTo>
                  <a:cubicBezTo>
                    <a:pt x="60132" y="406314"/>
                    <a:pt x="66578" y="418234"/>
                    <a:pt x="72008" y="430047"/>
                  </a:cubicBezTo>
                  <a:cubicBezTo>
                    <a:pt x="92368" y="424813"/>
                    <a:pt x="111595" y="419870"/>
                    <a:pt x="130983" y="414886"/>
                  </a:cubicBezTo>
                  <a:cubicBezTo>
                    <a:pt x="123988" y="384844"/>
                    <a:pt x="120588" y="354058"/>
                    <a:pt x="119097" y="322829"/>
                  </a:cubicBezTo>
                  <a:lnTo>
                    <a:pt x="80320" y="322574"/>
                  </a:lnTo>
                  <a:lnTo>
                    <a:pt x="80320" y="279110"/>
                  </a:lnTo>
                  <a:lnTo>
                    <a:pt x="117783" y="279125"/>
                  </a:lnTo>
                  <a:cubicBezTo>
                    <a:pt x="121658" y="248411"/>
                    <a:pt x="125438" y="218437"/>
                    <a:pt x="129188" y="188703"/>
                  </a:cubicBezTo>
                  <a:cubicBezTo>
                    <a:pt x="110486" y="183855"/>
                    <a:pt x="91290" y="178878"/>
                    <a:pt x="72045" y="173890"/>
                  </a:cubicBezTo>
                  <a:cubicBezTo>
                    <a:pt x="64790" y="185120"/>
                    <a:pt x="57820" y="200297"/>
                    <a:pt x="52074" y="216780"/>
                  </a:cubicBezTo>
                  <a:lnTo>
                    <a:pt x="46941" y="237403"/>
                  </a:lnTo>
                  <a:lnTo>
                    <a:pt x="899" y="237403"/>
                  </a:lnTo>
                  <a:lnTo>
                    <a:pt x="4250" y="219711"/>
                  </a:lnTo>
                  <a:cubicBezTo>
                    <a:pt x="9921" y="197438"/>
                    <a:pt x="19040" y="176351"/>
                    <a:pt x="30152" y="156204"/>
                  </a:cubicBezTo>
                  <a:cubicBezTo>
                    <a:pt x="38684" y="140735"/>
                    <a:pt x="48237" y="125913"/>
                    <a:pt x="59708" y="112422"/>
                  </a:cubicBezTo>
                  <a:cubicBezTo>
                    <a:pt x="66312" y="104654"/>
                    <a:pt x="72683" y="96622"/>
                    <a:pt x="79895" y="89449"/>
                  </a:cubicBezTo>
                  <a:cubicBezTo>
                    <a:pt x="100765" y="68691"/>
                    <a:pt x="123981" y="50997"/>
                    <a:pt x="149872" y="36793"/>
                  </a:cubicBezTo>
                  <a:cubicBezTo>
                    <a:pt x="175106" y="22947"/>
                    <a:pt x="201890" y="13301"/>
                    <a:pt x="229807" y="6909"/>
                  </a:cubicBezTo>
                  <a:cubicBezTo>
                    <a:pt x="241470" y="4237"/>
                    <a:pt x="253538" y="3181"/>
                    <a:pt x="265478" y="1922"/>
                  </a:cubicBezTo>
                  <a:cubicBezTo>
                    <a:pt x="275630" y="852"/>
                    <a:pt x="285887" y="-257"/>
                    <a:pt x="296055" y="5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8" name="Freeform: Shape 1997">
              <a:extLst>
                <a:ext uri="{FF2B5EF4-FFF2-40B4-BE49-F238E27FC236}">
                  <a16:creationId xmlns:a16="http://schemas.microsoft.com/office/drawing/2014/main" id="{23F1E62B-DD7D-01D6-90E2-9F097F160F1D}"/>
                </a:ext>
                <a:ext uri="{C183D7F6-B498-43B3-948B-1728B52AA6E4}">
                  <adec:decorative xmlns:adec="http://schemas.microsoft.com/office/drawing/2017/decorative" val="1"/>
                </a:ext>
              </a:extLst>
            </p:cNvPr>
            <p:cNvSpPr/>
            <p:nvPr/>
          </p:nvSpPr>
          <p:spPr>
            <a:xfrm>
              <a:off x="7042277" y="3796350"/>
              <a:ext cx="475042" cy="297465"/>
            </a:xfrm>
            <a:custGeom>
              <a:avLst/>
              <a:gdLst>
                <a:gd name="connsiteX0" fmla="*/ 378267 w 795467"/>
                <a:gd name="connsiteY0" fmla="*/ 387153 h 498112"/>
                <a:gd name="connsiteX1" fmla="*/ 465116 w 795467"/>
                <a:gd name="connsiteY1" fmla="*/ 408168 h 498112"/>
                <a:gd name="connsiteX2" fmla="*/ 502760 w 795467"/>
                <a:gd name="connsiteY2" fmla="*/ 458961 h 498112"/>
                <a:gd name="connsiteX3" fmla="*/ 508821 w 795467"/>
                <a:gd name="connsiteY3" fmla="*/ 498079 h 498112"/>
                <a:gd name="connsiteX4" fmla="*/ 486942 w 795467"/>
                <a:gd name="connsiteY4" fmla="*/ 498079 h 498112"/>
                <a:gd name="connsiteX5" fmla="*/ 455468 w 795467"/>
                <a:gd name="connsiteY5" fmla="*/ 429989 h 498112"/>
                <a:gd name="connsiteX6" fmla="*/ 392871 w 795467"/>
                <a:gd name="connsiteY6" fmla="*/ 408330 h 498112"/>
                <a:gd name="connsiteX7" fmla="*/ 307860 w 795467"/>
                <a:gd name="connsiteY7" fmla="*/ 498112 h 498112"/>
                <a:gd name="connsiteX8" fmla="*/ 286076 w 795467"/>
                <a:gd name="connsiteY8" fmla="*/ 498112 h 498112"/>
                <a:gd name="connsiteX9" fmla="*/ 315875 w 795467"/>
                <a:gd name="connsiteY9" fmla="*/ 420579 h 498112"/>
                <a:gd name="connsiteX10" fmla="*/ 378267 w 795467"/>
                <a:gd name="connsiteY10" fmla="*/ 387153 h 498112"/>
                <a:gd name="connsiteX11" fmla="*/ 674052 w 795467"/>
                <a:gd name="connsiteY11" fmla="*/ 385643 h 498112"/>
                <a:gd name="connsiteX12" fmla="*/ 737755 w 795467"/>
                <a:gd name="connsiteY12" fmla="*/ 399588 h 498112"/>
                <a:gd name="connsiteX13" fmla="*/ 795467 w 795467"/>
                <a:gd name="connsiteY13" fmla="*/ 498028 h 498112"/>
                <a:gd name="connsiteX14" fmla="*/ 772932 w 795467"/>
                <a:gd name="connsiteY14" fmla="*/ 498028 h 498112"/>
                <a:gd name="connsiteX15" fmla="*/ 756085 w 795467"/>
                <a:gd name="connsiteY15" fmla="*/ 446284 h 498112"/>
                <a:gd name="connsiteX16" fmla="*/ 663715 w 795467"/>
                <a:gd name="connsiteY16" fmla="*/ 410436 h 498112"/>
                <a:gd name="connsiteX17" fmla="*/ 593927 w 795467"/>
                <a:gd name="connsiteY17" fmla="*/ 498090 h 498112"/>
                <a:gd name="connsiteX18" fmla="*/ 571325 w 795467"/>
                <a:gd name="connsiteY18" fmla="*/ 498090 h 498112"/>
                <a:gd name="connsiteX19" fmla="*/ 610818 w 795467"/>
                <a:gd name="connsiteY19" fmla="*/ 411966 h 498112"/>
                <a:gd name="connsiteX20" fmla="*/ 674052 w 795467"/>
                <a:gd name="connsiteY20" fmla="*/ 385643 h 498112"/>
                <a:gd name="connsiteX21" fmla="*/ 100313 w 795467"/>
                <a:gd name="connsiteY21" fmla="*/ 385149 h 498112"/>
                <a:gd name="connsiteX22" fmla="*/ 169028 w 795467"/>
                <a:gd name="connsiteY22" fmla="*/ 401621 h 498112"/>
                <a:gd name="connsiteX23" fmla="*/ 223434 w 795467"/>
                <a:gd name="connsiteY23" fmla="*/ 497992 h 498112"/>
                <a:gd name="connsiteX24" fmla="*/ 201031 w 795467"/>
                <a:gd name="connsiteY24" fmla="*/ 497992 h 498112"/>
                <a:gd name="connsiteX25" fmla="*/ 180676 w 795467"/>
                <a:gd name="connsiteY25" fmla="*/ 441808 h 498112"/>
                <a:gd name="connsiteX26" fmla="*/ 145700 w 795467"/>
                <a:gd name="connsiteY26" fmla="*/ 415191 h 498112"/>
                <a:gd name="connsiteX27" fmla="*/ 108413 w 795467"/>
                <a:gd name="connsiteY27" fmla="*/ 408291 h 498112"/>
                <a:gd name="connsiteX28" fmla="*/ 56214 w 795467"/>
                <a:gd name="connsiteY28" fmla="*/ 428034 h 498112"/>
                <a:gd name="connsiteX29" fmla="*/ 24832 w 795467"/>
                <a:gd name="connsiteY29" fmla="*/ 478066 h 498112"/>
                <a:gd name="connsiteX30" fmla="*/ 21757 w 795467"/>
                <a:gd name="connsiteY30" fmla="*/ 498104 h 498112"/>
                <a:gd name="connsiteX31" fmla="*/ 15 w 795467"/>
                <a:gd name="connsiteY31" fmla="*/ 498104 h 498112"/>
                <a:gd name="connsiteX32" fmla="*/ 36101 w 795467"/>
                <a:gd name="connsiteY32" fmla="*/ 414910 h 498112"/>
                <a:gd name="connsiteX33" fmla="*/ 100313 w 795467"/>
                <a:gd name="connsiteY33" fmla="*/ 385149 h 498112"/>
                <a:gd name="connsiteX34" fmla="*/ 677189 w 795467"/>
                <a:gd name="connsiteY34" fmla="*/ 249056 h 498112"/>
                <a:gd name="connsiteX35" fmla="*/ 635205 w 795467"/>
                <a:gd name="connsiteY35" fmla="*/ 284891 h 498112"/>
                <a:gd name="connsiteX36" fmla="*/ 633278 w 795467"/>
                <a:gd name="connsiteY36" fmla="*/ 297100 h 498112"/>
                <a:gd name="connsiteX37" fmla="*/ 649912 w 795467"/>
                <a:gd name="connsiteY37" fmla="*/ 335344 h 498112"/>
                <a:gd name="connsiteX38" fmla="*/ 706113 w 795467"/>
                <a:gd name="connsiteY38" fmla="*/ 343065 h 498112"/>
                <a:gd name="connsiteX39" fmla="*/ 732209 w 795467"/>
                <a:gd name="connsiteY39" fmla="*/ 288426 h 498112"/>
                <a:gd name="connsiteX40" fmla="*/ 677189 w 795467"/>
                <a:gd name="connsiteY40" fmla="*/ 249056 h 498112"/>
                <a:gd name="connsiteX41" fmla="*/ 390876 w 795467"/>
                <a:gd name="connsiteY41" fmla="*/ 248973 h 498112"/>
                <a:gd name="connsiteX42" fmla="*/ 348016 w 795467"/>
                <a:gd name="connsiteY42" fmla="*/ 305058 h 498112"/>
                <a:gd name="connsiteX43" fmla="*/ 376018 w 795467"/>
                <a:gd name="connsiteY43" fmla="*/ 343513 h 498112"/>
                <a:gd name="connsiteX44" fmla="*/ 405502 w 795467"/>
                <a:gd name="connsiteY44" fmla="*/ 348074 h 498112"/>
                <a:gd name="connsiteX45" fmla="*/ 407756 w 795467"/>
                <a:gd name="connsiteY45" fmla="*/ 347332 h 498112"/>
                <a:gd name="connsiteX46" fmla="*/ 446972 w 795467"/>
                <a:gd name="connsiteY46" fmla="*/ 290837 h 498112"/>
                <a:gd name="connsiteX47" fmla="*/ 390876 w 795467"/>
                <a:gd name="connsiteY47" fmla="*/ 248973 h 498112"/>
                <a:gd name="connsiteX48" fmla="*/ 105056 w 795467"/>
                <a:gd name="connsiteY48" fmla="*/ 248904 h 498112"/>
                <a:gd name="connsiteX49" fmla="*/ 61982 w 795467"/>
                <a:gd name="connsiteY49" fmla="*/ 302898 h 498112"/>
                <a:gd name="connsiteX50" fmla="*/ 85891 w 795467"/>
                <a:gd name="connsiteY50" fmla="*/ 341330 h 498112"/>
                <a:gd name="connsiteX51" fmla="*/ 120132 w 795467"/>
                <a:gd name="connsiteY51" fmla="*/ 347906 h 498112"/>
                <a:gd name="connsiteX52" fmla="*/ 161236 w 795467"/>
                <a:gd name="connsiteY52" fmla="*/ 291740 h 498112"/>
                <a:gd name="connsiteX53" fmla="*/ 105056 w 795467"/>
                <a:gd name="connsiteY53" fmla="*/ 248904 h 498112"/>
                <a:gd name="connsiteX54" fmla="*/ 126586 w 795467"/>
                <a:gd name="connsiteY54" fmla="*/ 227018 h 498112"/>
                <a:gd name="connsiteX55" fmla="*/ 155581 w 795467"/>
                <a:gd name="connsiteY55" fmla="*/ 240306 h 498112"/>
                <a:gd name="connsiteX56" fmla="*/ 183959 w 795467"/>
                <a:gd name="connsiteY56" fmla="*/ 288395 h 498112"/>
                <a:gd name="connsiteX57" fmla="*/ 157084 w 795467"/>
                <a:gd name="connsiteY57" fmla="*/ 355461 h 498112"/>
                <a:gd name="connsiteX58" fmla="*/ 154393 w 795467"/>
                <a:gd name="connsiteY58" fmla="*/ 358061 h 498112"/>
                <a:gd name="connsiteX59" fmla="*/ 107496 w 795467"/>
                <a:gd name="connsiteY59" fmla="*/ 371391 h 498112"/>
                <a:gd name="connsiteX60" fmla="*/ 67351 w 795467"/>
                <a:gd name="connsiteY60" fmla="*/ 356644 h 498112"/>
                <a:gd name="connsiteX61" fmla="*/ 40490 w 795467"/>
                <a:gd name="connsiteY61" fmla="*/ 314405 h 498112"/>
                <a:gd name="connsiteX62" fmla="*/ 54288 w 795467"/>
                <a:gd name="connsiteY62" fmla="*/ 253537 h 498112"/>
                <a:gd name="connsiteX63" fmla="*/ 94892 w 795467"/>
                <a:gd name="connsiteY63" fmla="*/ 227623 h 498112"/>
                <a:gd name="connsiteX64" fmla="*/ 126586 w 795467"/>
                <a:gd name="connsiteY64" fmla="*/ 227018 h 498112"/>
                <a:gd name="connsiteX65" fmla="*/ 673441 w 795467"/>
                <a:gd name="connsiteY65" fmla="*/ 226176 h 498112"/>
                <a:gd name="connsiteX66" fmla="*/ 727644 w 795467"/>
                <a:gd name="connsiteY66" fmla="*/ 240479 h 498112"/>
                <a:gd name="connsiteX67" fmla="*/ 756099 w 795467"/>
                <a:gd name="connsiteY67" fmla="*/ 303651 h 498112"/>
                <a:gd name="connsiteX68" fmla="*/ 750793 w 795467"/>
                <a:gd name="connsiteY68" fmla="*/ 326125 h 498112"/>
                <a:gd name="connsiteX69" fmla="*/ 731482 w 795467"/>
                <a:gd name="connsiteY69" fmla="*/ 353349 h 498112"/>
                <a:gd name="connsiteX70" fmla="*/ 699110 w 795467"/>
                <a:gd name="connsiteY70" fmla="*/ 369813 h 498112"/>
                <a:gd name="connsiteX71" fmla="*/ 639795 w 795467"/>
                <a:gd name="connsiteY71" fmla="*/ 357108 h 498112"/>
                <a:gd name="connsiteX72" fmla="*/ 611193 w 795467"/>
                <a:gd name="connsiteY72" fmla="*/ 309161 h 498112"/>
                <a:gd name="connsiteX73" fmla="*/ 629871 w 795467"/>
                <a:gd name="connsiteY73" fmla="*/ 248968 h 498112"/>
                <a:gd name="connsiteX74" fmla="*/ 673441 w 795467"/>
                <a:gd name="connsiteY74" fmla="*/ 226176 h 498112"/>
                <a:gd name="connsiteX75" fmla="*/ 389021 w 795467"/>
                <a:gd name="connsiteY75" fmla="*/ 226090 h 498112"/>
                <a:gd name="connsiteX76" fmla="*/ 436477 w 795467"/>
                <a:gd name="connsiteY76" fmla="*/ 236849 h 498112"/>
                <a:gd name="connsiteX77" fmla="*/ 454812 w 795467"/>
                <a:gd name="connsiteY77" fmla="*/ 254009 h 498112"/>
                <a:gd name="connsiteX78" fmla="*/ 468512 w 795467"/>
                <a:gd name="connsiteY78" fmla="*/ 285879 h 498112"/>
                <a:gd name="connsiteX79" fmla="*/ 464560 w 795467"/>
                <a:gd name="connsiteY79" fmla="*/ 326407 h 498112"/>
                <a:gd name="connsiteX80" fmla="*/ 424169 w 795467"/>
                <a:gd name="connsiteY80" fmla="*/ 366409 h 498112"/>
                <a:gd name="connsiteX81" fmla="*/ 350109 w 795467"/>
                <a:gd name="connsiteY81" fmla="*/ 354231 h 498112"/>
                <a:gd name="connsiteX82" fmla="*/ 329956 w 795467"/>
                <a:gd name="connsiteY82" fmla="*/ 326785 h 498112"/>
                <a:gd name="connsiteX83" fmla="*/ 326906 w 795467"/>
                <a:gd name="connsiteY83" fmla="*/ 316471 h 498112"/>
                <a:gd name="connsiteX84" fmla="*/ 335569 w 795467"/>
                <a:gd name="connsiteY84" fmla="*/ 259862 h 498112"/>
                <a:gd name="connsiteX85" fmla="*/ 337048 w 795467"/>
                <a:gd name="connsiteY85" fmla="*/ 257794 h 498112"/>
                <a:gd name="connsiteX86" fmla="*/ 389021 w 795467"/>
                <a:gd name="connsiteY86" fmla="*/ 226090 h 498112"/>
                <a:gd name="connsiteX87" fmla="*/ 87430 w 795467"/>
                <a:gd name="connsiteY87" fmla="*/ 0 h 498112"/>
                <a:gd name="connsiteX88" fmla="*/ 154078 w 795467"/>
                <a:gd name="connsiteY88" fmla="*/ 0 h 498112"/>
                <a:gd name="connsiteX89" fmla="*/ 154078 w 795467"/>
                <a:gd name="connsiteY89" fmla="*/ 66945 h 498112"/>
                <a:gd name="connsiteX90" fmla="*/ 87430 w 795467"/>
                <a:gd name="connsiteY90" fmla="*/ 66945 h 49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795467" h="498112">
                  <a:moveTo>
                    <a:pt x="378267" y="387153"/>
                  </a:moveTo>
                  <a:cubicBezTo>
                    <a:pt x="409835" y="382220"/>
                    <a:pt x="439038" y="388613"/>
                    <a:pt x="465116" y="408168"/>
                  </a:cubicBezTo>
                  <a:cubicBezTo>
                    <a:pt x="482844" y="421463"/>
                    <a:pt x="495027" y="438645"/>
                    <a:pt x="502760" y="458961"/>
                  </a:cubicBezTo>
                  <a:cubicBezTo>
                    <a:pt x="507459" y="471305"/>
                    <a:pt x="510127" y="484324"/>
                    <a:pt x="508821" y="498079"/>
                  </a:cubicBezTo>
                  <a:cubicBezTo>
                    <a:pt x="501600" y="498079"/>
                    <a:pt x="494567" y="498079"/>
                    <a:pt x="486942" y="498079"/>
                  </a:cubicBezTo>
                  <a:cubicBezTo>
                    <a:pt x="485954" y="471092"/>
                    <a:pt x="476105" y="447819"/>
                    <a:pt x="455468" y="429989"/>
                  </a:cubicBezTo>
                  <a:cubicBezTo>
                    <a:pt x="437620" y="414568"/>
                    <a:pt x="416433" y="407084"/>
                    <a:pt x="392871" y="408330"/>
                  </a:cubicBezTo>
                  <a:cubicBezTo>
                    <a:pt x="354175" y="410379"/>
                    <a:pt x="310090" y="440972"/>
                    <a:pt x="307860" y="498112"/>
                  </a:cubicBezTo>
                  <a:cubicBezTo>
                    <a:pt x="300838" y="498112"/>
                    <a:pt x="293802" y="498112"/>
                    <a:pt x="286076" y="498112"/>
                  </a:cubicBezTo>
                  <a:cubicBezTo>
                    <a:pt x="285217" y="468116"/>
                    <a:pt x="295987" y="442811"/>
                    <a:pt x="315875" y="420579"/>
                  </a:cubicBezTo>
                  <a:cubicBezTo>
                    <a:pt x="333199" y="402458"/>
                    <a:pt x="353996" y="390946"/>
                    <a:pt x="378267" y="387153"/>
                  </a:cubicBezTo>
                  <a:close/>
                  <a:moveTo>
                    <a:pt x="674052" y="385643"/>
                  </a:moveTo>
                  <a:cubicBezTo>
                    <a:pt x="696327" y="383819"/>
                    <a:pt x="718680" y="388706"/>
                    <a:pt x="737755" y="399588"/>
                  </a:cubicBezTo>
                  <a:cubicBezTo>
                    <a:pt x="775461" y="421101"/>
                    <a:pt x="793969" y="454398"/>
                    <a:pt x="795467" y="498028"/>
                  </a:cubicBezTo>
                  <a:cubicBezTo>
                    <a:pt x="787605" y="498028"/>
                    <a:pt x="780449" y="498028"/>
                    <a:pt x="772932" y="498028"/>
                  </a:cubicBezTo>
                  <a:cubicBezTo>
                    <a:pt x="771779" y="479398"/>
                    <a:pt x="767183" y="461935"/>
                    <a:pt x="756085" y="446284"/>
                  </a:cubicBezTo>
                  <a:cubicBezTo>
                    <a:pt x="734474" y="415634"/>
                    <a:pt x="696759" y="402730"/>
                    <a:pt x="663715" y="410436"/>
                  </a:cubicBezTo>
                  <a:cubicBezTo>
                    <a:pt x="630553" y="418169"/>
                    <a:pt x="595344" y="448078"/>
                    <a:pt x="593927" y="498090"/>
                  </a:cubicBezTo>
                  <a:cubicBezTo>
                    <a:pt x="586584" y="498090"/>
                    <a:pt x="579228" y="498090"/>
                    <a:pt x="571325" y="498090"/>
                  </a:cubicBezTo>
                  <a:cubicBezTo>
                    <a:pt x="571691" y="463414"/>
                    <a:pt x="584608" y="434266"/>
                    <a:pt x="610818" y="411966"/>
                  </a:cubicBezTo>
                  <a:cubicBezTo>
                    <a:pt x="629580" y="396002"/>
                    <a:pt x="651777" y="387467"/>
                    <a:pt x="674052" y="385643"/>
                  </a:cubicBezTo>
                  <a:close/>
                  <a:moveTo>
                    <a:pt x="100313" y="385149"/>
                  </a:moveTo>
                  <a:cubicBezTo>
                    <a:pt x="122651" y="382886"/>
                    <a:pt x="145739" y="388329"/>
                    <a:pt x="169028" y="401621"/>
                  </a:cubicBezTo>
                  <a:cubicBezTo>
                    <a:pt x="205254" y="422296"/>
                    <a:pt x="222751" y="455589"/>
                    <a:pt x="223434" y="497992"/>
                  </a:cubicBezTo>
                  <a:cubicBezTo>
                    <a:pt x="215640" y="497992"/>
                    <a:pt x="208489" y="497992"/>
                    <a:pt x="201031" y="497992"/>
                  </a:cubicBezTo>
                  <a:cubicBezTo>
                    <a:pt x="200158" y="477247"/>
                    <a:pt x="194578" y="458183"/>
                    <a:pt x="180676" y="441808"/>
                  </a:cubicBezTo>
                  <a:cubicBezTo>
                    <a:pt x="171281" y="429579"/>
                    <a:pt x="159381" y="421065"/>
                    <a:pt x="145700" y="415191"/>
                  </a:cubicBezTo>
                  <a:cubicBezTo>
                    <a:pt x="133876" y="410114"/>
                    <a:pt x="121321" y="407473"/>
                    <a:pt x="108413" y="408291"/>
                  </a:cubicBezTo>
                  <a:cubicBezTo>
                    <a:pt x="89074" y="409516"/>
                    <a:pt x="71548" y="415697"/>
                    <a:pt x="56214" y="428034"/>
                  </a:cubicBezTo>
                  <a:cubicBezTo>
                    <a:pt x="39897" y="441161"/>
                    <a:pt x="29663" y="457929"/>
                    <a:pt x="24832" y="478066"/>
                  </a:cubicBezTo>
                  <a:cubicBezTo>
                    <a:pt x="23283" y="484521"/>
                    <a:pt x="22781" y="491227"/>
                    <a:pt x="21757" y="498104"/>
                  </a:cubicBezTo>
                  <a:cubicBezTo>
                    <a:pt x="14852" y="498104"/>
                    <a:pt x="7814" y="498104"/>
                    <a:pt x="15" y="498104"/>
                  </a:cubicBezTo>
                  <a:cubicBezTo>
                    <a:pt x="-499" y="464793"/>
                    <a:pt x="11403" y="436251"/>
                    <a:pt x="36101" y="414910"/>
                  </a:cubicBezTo>
                  <a:cubicBezTo>
                    <a:pt x="56389" y="397380"/>
                    <a:pt x="77976" y="387411"/>
                    <a:pt x="100313" y="385149"/>
                  </a:cubicBezTo>
                  <a:close/>
                  <a:moveTo>
                    <a:pt x="677189" y="249056"/>
                  </a:moveTo>
                  <a:cubicBezTo>
                    <a:pt x="656112" y="252596"/>
                    <a:pt x="642581" y="264348"/>
                    <a:pt x="635205" y="284891"/>
                  </a:cubicBezTo>
                  <a:cubicBezTo>
                    <a:pt x="634530" y="288960"/>
                    <a:pt x="633289" y="293028"/>
                    <a:pt x="633278" y="297100"/>
                  </a:cubicBezTo>
                  <a:cubicBezTo>
                    <a:pt x="633237" y="312195"/>
                    <a:pt x="638749" y="324917"/>
                    <a:pt x="649912" y="335344"/>
                  </a:cubicBezTo>
                  <a:cubicBezTo>
                    <a:pt x="665278" y="349697"/>
                    <a:pt x="688042" y="352706"/>
                    <a:pt x="706113" y="343065"/>
                  </a:cubicBezTo>
                  <a:cubicBezTo>
                    <a:pt x="726515" y="332179"/>
                    <a:pt x="736268" y="311630"/>
                    <a:pt x="732209" y="288426"/>
                  </a:cubicBezTo>
                  <a:cubicBezTo>
                    <a:pt x="727980" y="264252"/>
                    <a:pt x="701452" y="244981"/>
                    <a:pt x="677189" y="249056"/>
                  </a:cubicBezTo>
                  <a:close/>
                  <a:moveTo>
                    <a:pt x="390876" y="248973"/>
                  </a:moveTo>
                  <a:cubicBezTo>
                    <a:pt x="365547" y="252462"/>
                    <a:pt x="343803" y="278156"/>
                    <a:pt x="348016" y="305058"/>
                  </a:cubicBezTo>
                  <a:cubicBezTo>
                    <a:pt x="350821" y="322962"/>
                    <a:pt x="360413" y="335348"/>
                    <a:pt x="376018" y="343513"/>
                  </a:cubicBezTo>
                  <a:cubicBezTo>
                    <a:pt x="384974" y="348200"/>
                    <a:pt x="394662" y="349341"/>
                    <a:pt x="405502" y="348074"/>
                  </a:cubicBezTo>
                  <a:cubicBezTo>
                    <a:pt x="406252" y="347821"/>
                    <a:pt x="406985" y="347463"/>
                    <a:pt x="407756" y="347332"/>
                  </a:cubicBezTo>
                  <a:cubicBezTo>
                    <a:pt x="430924" y="343382"/>
                    <a:pt x="451354" y="319252"/>
                    <a:pt x="446972" y="290837"/>
                  </a:cubicBezTo>
                  <a:cubicBezTo>
                    <a:pt x="443197" y="266367"/>
                    <a:pt x="418703" y="245141"/>
                    <a:pt x="390876" y="248973"/>
                  </a:cubicBezTo>
                  <a:close/>
                  <a:moveTo>
                    <a:pt x="105056" y="248904"/>
                  </a:moveTo>
                  <a:cubicBezTo>
                    <a:pt x="80565" y="252411"/>
                    <a:pt x="59030" y="276617"/>
                    <a:pt x="61982" y="302898"/>
                  </a:cubicBezTo>
                  <a:cubicBezTo>
                    <a:pt x="63843" y="319464"/>
                    <a:pt x="71473" y="331954"/>
                    <a:pt x="85891" y="341330"/>
                  </a:cubicBezTo>
                  <a:cubicBezTo>
                    <a:pt x="96468" y="347879"/>
                    <a:pt x="108105" y="350055"/>
                    <a:pt x="120132" y="347906"/>
                  </a:cubicBezTo>
                  <a:cubicBezTo>
                    <a:pt x="145124" y="343443"/>
                    <a:pt x="164894" y="319011"/>
                    <a:pt x="161236" y="291740"/>
                  </a:cubicBezTo>
                  <a:cubicBezTo>
                    <a:pt x="157890" y="266796"/>
                    <a:pt x="131559" y="245109"/>
                    <a:pt x="105056" y="248904"/>
                  </a:cubicBezTo>
                  <a:close/>
                  <a:moveTo>
                    <a:pt x="126586" y="227018"/>
                  </a:moveTo>
                  <a:cubicBezTo>
                    <a:pt x="136735" y="229039"/>
                    <a:pt x="146433" y="233375"/>
                    <a:pt x="155581" y="240306"/>
                  </a:cubicBezTo>
                  <a:cubicBezTo>
                    <a:pt x="171688" y="252508"/>
                    <a:pt x="181796" y="268609"/>
                    <a:pt x="183959" y="288395"/>
                  </a:cubicBezTo>
                  <a:cubicBezTo>
                    <a:pt x="186874" y="315067"/>
                    <a:pt x="179135" y="338350"/>
                    <a:pt x="157084" y="355461"/>
                  </a:cubicBezTo>
                  <a:cubicBezTo>
                    <a:pt x="156197" y="356150"/>
                    <a:pt x="155456" y="357028"/>
                    <a:pt x="154393" y="358061"/>
                  </a:cubicBezTo>
                  <a:cubicBezTo>
                    <a:pt x="139896" y="367313"/>
                    <a:pt x="124578" y="372370"/>
                    <a:pt x="107496" y="371391"/>
                  </a:cubicBezTo>
                  <a:cubicBezTo>
                    <a:pt x="92585" y="370537"/>
                    <a:pt x="79171" y="365614"/>
                    <a:pt x="67351" y="356644"/>
                  </a:cubicBezTo>
                  <a:cubicBezTo>
                    <a:pt x="53230" y="345930"/>
                    <a:pt x="44132" y="331753"/>
                    <a:pt x="40490" y="314405"/>
                  </a:cubicBezTo>
                  <a:cubicBezTo>
                    <a:pt x="35809" y="292102"/>
                    <a:pt x="40323" y="271774"/>
                    <a:pt x="54288" y="253537"/>
                  </a:cubicBezTo>
                  <a:cubicBezTo>
                    <a:pt x="64725" y="239907"/>
                    <a:pt x="78346" y="231147"/>
                    <a:pt x="94892" y="227623"/>
                  </a:cubicBezTo>
                  <a:cubicBezTo>
                    <a:pt x="105840" y="225292"/>
                    <a:pt x="116438" y="224997"/>
                    <a:pt x="126586" y="227018"/>
                  </a:cubicBezTo>
                  <a:close/>
                  <a:moveTo>
                    <a:pt x="673441" y="226176"/>
                  </a:moveTo>
                  <a:cubicBezTo>
                    <a:pt x="693107" y="223809"/>
                    <a:pt x="711663" y="228080"/>
                    <a:pt x="727644" y="240479"/>
                  </a:cubicBezTo>
                  <a:cubicBezTo>
                    <a:pt x="748239" y="256458"/>
                    <a:pt x="757515" y="277889"/>
                    <a:pt x="756099" y="303651"/>
                  </a:cubicBezTo>
                  <a:cubicBezTo>
                    <a:pt x="755688" y="311104"/>
                    <a:pt x="752757" y="318417"/>
                    <a:pt x="750793" y="326125"/>
                  </a:cubicBezTo>
                  <a:cubicBezTo>
                    <a:pt x="746516" y="337046"/>
                    <a:pt x="739941" y="345727"/>
                    <a:pt x="731482" y="353349"/>
                  </a:cubicBezTo>
                  <a:cubicBezTo>
                    <a:pt x="722075" y="361826"/>
                    <a:pt x="711280" y="367326"/>
                    <a:pt x="699110" y="369813"/>
                  </a:cubicBezTo>
                  <a:cubicBezTo>
                    <a:pt x="677608" y="374207"/>
                    <a:pt x="657615" y="370292"/>
                    <a:pt x="639795" y="357108"/>
                  </a:cubicBezTo>
                  <a:cubicBezTo>
                    <a:pt x="623608" y="345132"/>
                    <a:pt x="613545" y="328950"/>
                    <a:pt x="611193" y="309161"/>
                  </a:cubicBezTo>
                  <a:cubicBezTo>
                    <a:pt x="608528" y="286723"/>
                    <a:pt x="613755" y="266112"/>
                    <a:pt x="629871" y="248968"/>
                  </a:cubicBezTo>
                  <a:cubicBezTo>
                    <a:pt x="641860" y="236214"/>
                    <a:pt x="656361" y="228233"/>
                    <a:pt x="673441" y="226176"/>
                  </a:cubicBezTo>
                  <a:close/>
                  <a:moveTo>
                    <a:pt x="389021" y="226090"/>
                  </a:moveTo>
                  <a:cubicBezTo>
                    <a:pt x="405871" y="224184"/>
                    <a:pt x="422292" y="227079"/>
                    <a:pt x="436477" y="236849"/>
                  </a:cubicBezTo>
                  <a:cubicBezTo>
                    <a:pt x="443295" y="241544"/>
                    <a:pt x="448743" y="248227"/>
                    <a:pt x="454812" y="254009"/>
                  </a:cubicBezTo>
                  <a:cubicBezTo>
                    <a:pt x="461851" y="263570"/>
                    <a:pt x="466867" y="273985"/>
                    <a:pt x="468512" y="285879"/>
                  </a:cubicBezTo>
                  <a:cubicBezTo>
                    <a:pt x="470409" y="299589"/>
                    <a:pt x="469841" y="313040"/>
                    <a:pt x="464560" y="326407"/>
                  </a:cubicBezTo>
                  <a:cubicBezTo>
                    <a:pt x="457003" y="346025"/>
                    <a:pt x="443191" y="359160"/>
                    <a:pt x="424169" y="366409"/>
                  </a:cubicBezTo>
                  <a:cubicBezTo>
                    <a:pt x="397322" y="376639"/>
                    <a:pt x="372434" y="371797"/>
                    <a:pt x="350109" y="354231"/>
                  </a:cubicBezTo>
                  <a:cubicBezTo>
                    <a:pt x="341073" y="347122"/>
                    <a:pt x="334773" y="337581"/>
                    <a:pt x="329956" y="326785"/>
                  </a:cubicBezTo>
                  <a:cubicBezTo>
                    <a:pt x="328732" y="323235"/>
                    <a:pt x="327750" y="319871"/>
                    <a:pt x="326906" y="316471"/>
                  </a:cubicBezTo>
                  <a:cubicBezTo>
                    <a:pt x="321978" y="296647"/>
                    <a:pt x="325248" y="278054"/>
                    <a:pt x="335569" y="259862"/>
                  </a:cubicBezTo>
                  <a:cubicBezTo>
                    <a:pt x="336179" y="258742"/>
                    <a:pt x="336691" y="258322"/>
                    <a:pt x="337048" y="257794"/>
                  </a:cubicBezTo>
                  <a:cubicBezTo>
                    <a:pt x="349557" y="239326"/>
                    <a:pt x="367021" y="228579"/>
                    <a:pt x="389021" y="226090"/>
                  </a:cubicBezTo>
                  <a:close/>
                  <a:moveTo>
                    <a:pt x="87430" y="0"/>
                  </a:moveTo>
                  <a:lnTo>
                    <a:pt x="154078" y="0"/>
                  </a:lnTo>
                  <a:lnTo>
                    <a:pt x="154078" y="66945"/>
                  </a:lnTo>
                  <a:lnTo>
                    <a:pt x="87430" y="66945"/>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84" name="Group 183">
            <a:extLst>
              <a:ext uri="{FF2B5EF4-FFF2-40B4-BE49-F238E27FC236}">
                <a16:creationId xmlns:a16="http://schemas.microsoft.com/office/drawing/2014/main" id="{5AE95A94-D6C6-BC10-B30B-28EF2FB21C3F}"/>
              </a:ext>
              <a:ext uri="{C183D7F6-B498-43B3-948B-1728B52AA6E4}">
                <adec:decorative xmlns:adec="http://schemas.microsoft.com/office/drawing/2017/decorative" val="1"/>
              </a:ext>
            </a:extLst>
          </p:cNvPr>
          <p:cNvGrpSpPr>
            <a:grpSpLocks noChangeAspect="1"/>
          </p:cNvGrpSpPr>
          <p:nvPr/>
        </p:nvGrpSpPr>
        <p:grpSpPr>
          <a:xfrm>
            <a:off x="8280612" y="3636615"/>
            <a:ext cx="449438" cy="457200"/>
            <a:chOff x="8280612" y="3636615"/>
            <a:chExt cx="449438" cy="457200"/>
          </a:xfrm>
          <a:solidFill>
            <a:srgbClr val="FF0000"/>
          </a:solidFill>
        </p:grpSpPr>
        <p:sp>
          <p:nvSpPr>
            <p:cNvPr id="2001" name="Freeform: Shape 2000">
              <a:extLst>
                <a:ext uri="{FF2B5EF4-FFF2-40B4-BE49-F238E27FC236}">
                  <a16:creationId xmlns:a16="http://schemas.microsoft.com/office/drawing/2014/main" id="{FB412CEB-E03E-7FBC-4A6D-C970032D9380}"/>
                </a:ext>
                <a:ext uri="{C183D7F6-B498-43B3-948B-1728B52AA6E4}">
                  <adec:decorative xmlns:adec="http://schemas.microsoft.com/office/drawing/2017/decorative" val="1"/>
                </a:ext>
              </a:extLst>
            </p:cNvPr>
            <p:cNvSpPr/>
            <p:nvPr/>
          </p:nvSpPr>
          <p:spPr>
            <a:xfrm>
              <a:off x="8280612" y="3642954"/>
              <a:ext cx="449438" cy="450861"/>
            </a:xfrm>
            <a:custGeom>
              <a:avLst/>
              <a:gdLst>
                <a:gd name="connsiteX0" fmla="*/ 567002 w 836240"/>
                <a:gd name="connsiteY0" fmla="*/ 620812 h 838888"/>
                <a:gd name="connsiteX1" fmla="*/ 534455 w 836240"/>
                <a:gd name="connsiteY1" fmla="*/ 652451 h 838888"/>
                <a:gd name="connsiteX2" fmla="*/ 567002 w 836240"/>
                <a:gd name="connsiteY2" fmla="*/ 684090 h 838888"/>
                <a:gd name="connsiteX3" fmla="*/ 599549 w 836240"/>
                <a:gd name="connsiteY3" fmla="*/ 652451 h 838888"/>
                <a:gd name="connsiteX4" fmla="*/ 567002 w 836240"/>
                <a:gd name="connsiteY4" fmla="*/ 620812 h 838888"/>
                <a:gd name="connsiteX5" fmla="*/ 269238 w 836240"/>
                <a:gd name="connsiteY5" fmla="*/ 620812 h 838888"/>
                <a:gd name="connsiteX6" fmla="*/ 236691 w 836240"/>
                <a:gd name="connsiteY6" fmla="*/ 652451 h 838888"/>
                <a:gd name="connsiteX7" fmla="*/ 269238 w 836240"/>
                <a:gd name="connsiteY7" fmla="*/ 684090 h 838888"/>
                <a:gd name="connsiteX8" fmla="*/ 301785 w 836240"/>
                <a:gd name="connsiteY8" fmla="*/ 652451 h 838888"/>
                <a:gd name="connsiteX9" fmla="*/ 269238 w 836240"/>
                <a:gd name="connsiteY9" fmla="*/ 620812 h 838888"/>
                <a:gd name="connsiteX10" fmla="*/ 567002 w 836240"/>
                <a:gd name="connsiteY10" fmla="*/ 575285 h 838888"/>
                <a:gd name="connsiteX11" fmla="*/ 645075 w 836240"/>
                <a:gd name="connsiteY11" fmla="*/ 652451 h 838888"/>
                <a:gd name="connsiteX12" fmla="*/ 622208 w 836240"/>
                <a:gd name="connsiteY12" fmla="*/ 707016 h 838888"/>
                <a:gd name="connsiteX13" fmla="*/ 597396 w 836240"/>
                <a:gd name="connsiteY13" fmla="*/ 723550 h 838888"/>
                <a:gd name="connsiteX14" fmla="*/ 599307 w 836240"/>
                <a:gd name="connsiteY14" fmla="*/ 723818 h 838888"/>
                <a:gd name="connsiteX15" fmla="*/ 628686 w 836240"/>
                <a:gd name="connsiteY15" fmla="*/ 736338 h 838888"/>
                <a:gd name="connsiteX16" fmla="*/ 684087 w 836240"/>
                <a:gd name="connsiteY16" fmla="*/ 810520 h 838888"/>
                <a:gd name="connsiteX17" fmla="*/ 687357 w 836240"/>
                <a:gd name="connsiteY17" fmla="*/ 838888 h 838888"/>
                <a:gd name="connsiteX18" fmla="*/ 644168 w 836240"/>
                <a:gd name="connsiteY18" fmla="*/ 838888 h 838888"/>
                <a:gd name="connsiteX19" fmla="*/ 634989 w 836240"/>
                <a:gd name="connsiteY19" fmla="*/ 802243 h 838888"/>
                <a:gd name="connsiteX20" fmla="*/ 606776 w 836240"/>
                <a:gd name="connsiteY20" fmla="*/ 773262 h 838888"/>
                <a:gd name="connsiteX21" fmla="*/ 528675 w 836240"/>
                <a:gd name="connsiteY21" fmla="*/ 772564 h 838888"/>
                <a:gd name="connsiteX22" fmla="*/ 499949 w 836240"/>
                <a:gd name="connsiteY22" fmla="*/ 801035 h 838888"/>
                <a:gd name="connsiteX23" fmla="*/ 489745 w 836240"/>
                <a:gd name="connsiteY23" fmla="*/ 838888 h 838888"/>
                <a:gd name="connsiteX24" fmla="*/ 446647 w 836240"/>
                <a:gd name="connsiteY24" fmla="*/ 838888 h 838888"/>
                <a:gd name="connsiteX25" fmla="*/ 450711 w 836240"/>
                <a:gd name="connsiteY25" fmla="*/ 808433 h 838888"/>
                <a:gd name="connsiteX26" fmla="*/ 507430 w 836240"/>
                <a:gd name="connsiteY26" fmla="*/ 735254 h 838888"/>
                <a:gd name="connsiteX27" fmla="*/ 536497 w 836240"/>
                <a:gd name="connsiteY27" fmla="*/ 723476 h 838888"/>
                <a:gd name="connsiteX28" fmla="*/ 511796 w 836240"/>
                <a:gd name="connsiteY28" fmla="*/ 707016 h 838888"/>
                <a:gd name="connsiteX29" fmla="*/ 488929 w 836240"/>
                <a:gd name="connsiteY29" fmla="*/ 652451 h 838888"/>
                <a:gd name="connsiteX30" fmla="*/ 567002 w 836240"/>
                <a:gd name="connsiteY30" fmla="*/ 575285 h 838888"/>
                <a:gd name="connsiteX31" fmla="*/ 269238 w 836240"/>
                <a:gd name="connsiteY31" fmla="*/ 575285 h 838888"/>
                <a:gd name="connsiteX32" fmla="*/ 347311 w 836240"/>
                <a:gd name="connsiteY32" fmla="*/ 652451 h 838888"/>
                <a:gd name="connsiteX33" fmla="*/ 324444 w 836240"/>
                <a:gd name="connsiteY33" fmla="*/ 707016 h 838888"/>
                <a:gd name="connsiteX34" fmla="*/ 299633 w 836240"/>
                <a:gd name="connsiteY34" fmla="*/ 723550 h 838888"/>
                <a:gd name="connsiteX35" fmla="*/ 301543 w 836240"/>
                <a:gd name="connsiteY35" fmla="*/ 723818 h 838888"/>
                <a:gd name="connsiteX36" fmla="*/ 330922 w 836240"/>
                <a:gd name="connsiteY36" fmla="*/ 736338 h 838888"/>
                <a:gd name="connsiteX37" fmla="*/ 386323 w 836240"/>
                <a:gd name="connsiteY37" fmla="*/ 810520 h 838888"/>
                <a:gd name="connsiteX38" fmla="*/ 389593 w 836240"/>
                <a:gd name="connsiteY38" fmla="*/ 838888 h 838888"/>
                <a:gd name="connsiteX39" fmla="*/ 346404 w 836240"/>
                <a:gd name="connsiteY39" fmla="*/ 838888 h 838888"/>
                <a:gd name="connsiteX40" fmla="*/ 337225 w 836240"/>
                <a:gd name="connsiteY40" fmla="*/ 802243 h 838888"/>
                <a:gd name="connsiteX41" fmla="*/ 309012 w 836240"/>
                <a:gd name="connsiteY41" fmla="*/ 773262 h 838888"/>
                <a:gd name="connsiteX42" fmla="*/ 230911 w 836240"/>
                <a:gd name="connsiteY42" fmla="*/ 772564 h 838888"/>
                <a:gd name="connsiteX43" fmla="*/ 202185 w 836240"/>
                <a:gd name="connsiteY43" fmla="*/ 801035 h 838888"/>
                <a:gd name="connsiteX44" fmla="*/ 191981 w 836240"/>
                <a:gd name="connsiteY44" fmla="*/ 838888 h 838888"/>
                <a:gd name="connsiteX45" fmla="*/ 148883 w 836240"/>
                <a:gd name="connsiteY45" fmla="*/ 838888 h 838888"/>
                <a:gd name="connsiteX46" fmla="*/ 152947 w 836240"/>
                <a:gd name="connsiteY46" fmla="*/ 808433 h 838888"/>
                <a:gd name="connsiteX47" fmla="*/ 209666 w 836240"/>
                <a:gd name="connsiteY47" fmla="*/ 735254 h 838888"/>
                <a:gd name="connsiteX48" fmla="*/ 238733 w 836240"/>
                <a:gd name="connsiteY48" fmla="*/ 723476 h 838888"/>
                <a:gd name="connsiteX49" fmla="*/ 214032 w 836240"/>
                <a:gd name="connsiteY49" fmla="*/ 707016 h 838888"/>
                <a:gd name="connsiteX50" fmla="*/ 191165 w 836240"/>
                <a:gd name="connsiteY50" fmla="*/ 652451 h 838888"/>
                <a:gd name="connsiteX51" fmla="*/ 269238 w 836240"/>
                <a:gd name="connsiteY51" fmla="*/ 575285 h 838888"/>
                <a:gd name="connsiteX52" fmla="*/ 715885 w 836240"/>
                <a:gd name="connsiteY52" fmla="*/ 333400 h 838888"/>
                <a:gd name="connsiteX53" fmla="*/ 683338 w 836240"/>
                <a:gd name="connsiteY53" fmla="*/ 365039 h 838888"/>
                <a:gd name="connsiteX54" fmla="*/ 715885 w 836240"/>
                <a:gd name="connsiteY54" fmla="*/ 396678 h 838888"/>
                <a:gd name="connsiteX55" fmla="*/ 748432 w 836240"/>
                <a:gd name="connsiteY55" fmla="*/ 365039 h 838888"/>
                <a:gd name="connsiteX56" fmla="*/ 715885 w 836240"/>
                <a:gd name="connsiteY56" fmla="*/ 333400 h 838888"/>
                <a:gd name="connsiteX57" fmla="*/ 120355 w 836240"/>
                <a:gd name="connsiteY57" fmla="*/ 333400 h 838888"/>
                <a:gd name="connsiteX58" fmla="*/ 87808 w 836240"/>
                <a:gd name="connsiteY58" fmla="*/ 365039 h 838888"/>
                <a:gd name="connsiteX59" fmla="*/ 120355 w 836240"/>
                <a:gd name="connsiteY59" fmla="*/ 396678 h 838888"/>
                <a:gd name="connsiteX60" fmla="*/ 152902 w 836240"/>
                <a:gd name="connsiteY60" fmla="*/ 365039 h 838888"/>
                <a:gd name="connsiteX61" fmla="*/ 120355 w 836240"/>
                <a:gd name="connsiteY61" fmla="*/ 333400 h 838888"/>
                <a:gd name="connsiteX62" fmla="*/ 418120 w 836240"/>
                <a:gd name="connsiteY62" fmla="*/ 333397 h 838888"/>
                <a:gd name="connsiteX63" fmla="*/ 385573 w 836240"/>
                <a:gd name="connsiteY63" fmla="*/ 365036 h 838888"/>
                <a:gd name="connsiteX64" fmla="*/ 418120 w 836240"/>
                <a:gd name="connsiteY64" fmla="*/ 396675 h 838888"/>
                <a:gd name="connsiteX65" fmla="*/ 450667 w 836240"/>
                <a:gd name="connsiteY65" fmla="*/ 365036 h 838888"/>
                <a:gd name="connsiteX66" fmla="*/ 418120 w 836240"/>
                <a:gd name="connsiteY66" fmla="*/ 333397 h 838888"/>
                <a:gd name="connsiteX67" fmla="*/ 715885 w 836240"/>
                <a:gd name="connsiteY67" fmla="*/ 287873 h 838888"/>
                <a:gd name="connsiteX68" fmla="*/ 793958 w 836240"/>
                <a:gd name="connsiteY68" fmla="*/ 365039 h 838888"/>
                <a:gd name="connsiteX69" fmla="*/ 771091 w 836240"/>
                <a:gd name="connsiteY69" fmla="*/ 419604 h 838888"/>
                <a:gd name="connsiteX70" fmla="*/ 746279 w 836240"/>
                <a:gd name="connsiteY70" fmla="*/ 436138 h 838888"/>
                <a:gd name="connsiteX71" fmla="*/ 748190 w 836240"/>
                <a:gd name="connsiteY71" fmla="*/ 436406 h 838888"/>
                <a:gd name="connsiteX72" fmla="*/ 777569 w 836240"/>
                <a:gd name="connsiteY72" fmla="*/ 448926 h 838888"/>
                <a:gd name="connsiteX73" fmla="*/ 832970 w 836240"/>
                <a:gd name="connsiteY73" fmla="*/ 523108 h 838888"/>
                <a:gd name="connsiteX74" fmla="*/ 836240 w 836240"/>
                <a:gd name="connsiteY74" fmla="*/ 551476 h 838888"/>
                <a:gd name="connsiteX75" fmla="*/ 793051 w 836240"/>
                <a:gd name="connsiteY75" fmla="*/ 551476 h 838888"/>
                <a:gd name="connsiteX76" fmla="*/ 783872 w 836240"/>
                <a:gd name="connsiteY76" fmla="*/ 514831 h 838888"/>
                <a:gd name="connsiteX77" fmla="*/ 755659 w 836240"/>
                <a:gd name="connsiteY77" fmla="*/ 485850 h 838888"/>
                <a:gd name="connsiteX78" fmla="*/ 677558 w 836240"/>
                <a:gd name="connsiteY78" fmla="*/ 485152 h 838888"/>
                <a:gd name="connsiteX79" fmla="*/ 648832 w 836240"/>
                <a:gd name="connsiteY79" fmla="*/ 513623 h 838888"/>
                <a:gd name="connsiteX80" fmla="*/ 638628 w 836240"/>
                <a:gd name="connsiteY80" fmla="*/ 551476 h 838888"/>
                <a:gd name="connsiteX81" fmla="*/ 595530 w 836240"/>
                <a:gd name="connsiteY81" fmla="*/ 551476 h 838888"/>
                <a:gd name="connsiteX82" fmla="*/ 599594 w 836240"/>
                <a:gd name="connsiteY82" fmla="*/ 521021 h 838888"/>
                <a:gd name="connsiteX83" fmla="*/ 656313 w 836240"/>
                <a:gd name="connsiteY83" fmla="*/ 447842 h 838888"/>
                <a:gd name="connsiteX84" fmla="*/ 685380 w 836240"/>
                <a:gd name="connsiteY84" fmla="*/ 436064 h 838888"/>
                <a:gd name="connsiteX85" fmla="*/ 660679 w 836240"/>
                <a:gd name="connsiteY85" fmla="*/ 419604 h 838888"/>
                <a:gd name="connsiteX86" fmla="*/ 637812 w 836240"/>
                <a:gd name="connsiteY86" fmla="*/ 365039 h 838888"/>
                <a:gd name="connsiteX87" fmla="*/ 715885 w 836240"/>
                <a:gd name="connsiteY87" fmla="*/ 287873 h 838888"/>
                <a:gd name="connsiteX88" fmla="*/ 120355 w 836240"/>
                <a:gd name="connsiteY88" fmla="*/ 287873 h 838888"/>
                <a:gd name="connsiteX89" fmla="*/ 198428 w 836240"/>
                <a:gd name="connsiteY89" fmla="*/ 365039 h 838888"/>
                <a:gd name="connsiteX90" fmla="*/ 150745 w 836240"/>
                <a:gd name="connsiteY90" fmla="*/ 436141 h 838888"/>
                <a:gd name="connsiteX91" fmla="*/ 142287 w 836240"/>
                <a:gd name="connsiteY91" fmla="*/ 437829 h 838888"/>
                <a:gd name="connsiteX92" fmla="*/ 182039 w 836240"/>
                <a:gd name="connsiteY92" fmla="*/ 448926 h 838888"/>
                <a:gd name="connsiteX93" fmla="*/ 237440 w 836240"/>
                <a:gd name="connsiteY93" fmla="*/ 523108 h 838888"/>
                <a:gd name="connsiteX94" fmla="*/ 240710 w 836240"/>
                <a:gd name="connsiteY94" fmla="*/ 551476 h 838888"/>
                <a:gd name="connsiteX95" fmla="*/ 197521 w 836240"/>
                <a:gd name="connsiteY95" fmla="*/ 551476 h 838888"/>
                <a:gd name="connsiteX96" fmla="*/ 188342 w 836240"/>
                <a:gd name="connsiteY96" fmla="*/ 514831 h 838888"/>
                <a:gd name="connsiteX97" fmla="*/ 160129 w 836240"/>
                <a:gd name="connsiteY97" fmla="*/ 485850 h 838888"/>
                <a:gd name="connsiteX98" fmla="*/ 82028 w 836240"/>
                <a:gd name="connsiteY98" fmla="*/ 485152 h 838888"/>
                <a:gd name="connsiteX99" fmla="*/ 53302 w 836240"/>
                <a:gd name="connsiteY99" fmla="*/ 513623 h 838888"/>
                <a:gd name="connsiteX100" fmla="*/ 43098 w 836240"/>
                <a:gd name="connsiteY100" fmla="*/ 551476 h 838888"/>
                <a:gd name="connsiteX101" fmla="*/ 0 w 836240"/>
                <a:gd name="connsiteY101" fmla="*/ 551476 h 838888"/>
                <a:gd name="connsiteX102" fmla="*/ 4064 w 836240"/>
                <a:gd name="connsiteY102" fmla="*/ 521021 h 838888"/>
                <a:gd name="connsiteX103" fmla="*/ 60783 w 836240"/>
                <a:gd name="connsiteY103" fmla="*/ 447842 h 838888"/>
                <a:gd name="connsiteX104" fmla="*/ 98918 w 836240"/>
                <a:gd name="connsiteY104" fmla="*/ 437927 h 838888"/>
                <a:gd name="connsiteX105" fmla="*/ 89965 w 836240"/>
                <a:gd name="connsiteY105" fmla="*/ 436141 h 838888"/>
                <a:gd name="connsiteX106" fmla="*/ 42282 w 836240"/>
                <a:gd name="connsiteY106" fmla="*/ 365039 h 838888"/>
                <a:gd name="connsiteX107" fmla="*/ 120355 w 836240"/>
                <a:gd name="connsiteY107" fmla="*/ 287873 h 838888"/>
                <a:gd name="connsiteX108" fmla="*/ 418120 w 836240"/>
                <a:gd name="connsiteY108" fmla="*/ 287871 h 838888"/>
                <a:gd name="connsiteX109" fmla="*/ 496193 w 836240"/>
                <a:gd name="connsiteY109" fmla="*/ 365036 h 838888"/>
                <a:gd name="connsiteX110" fmla="*/ 448510 w 836240"/>
                <a:gd name="connsiteY110" fmla="*/ 436137 h 838888"/>
                <a:gd name="connsiteX111" fmla="*/ 440052 w 836240"/>
                <a:gd name="connsiteY111" fmla="*/ 437825 h 838888"/>
                <a:gd name="connsiteX112" fmla="*/ 479804 w 836240"/>
                <a:gd name="connsiteY112" fmla="*/ 448922 h 838888"/>
                <a:gd name="connsiteX113" fmla="*/ 535205 w 836240"/>
                <a:gd name="connsiteY113" fmla="*/ 523104 h 838888"/>
                <a:gd name="connsiteX114" fmla="*/ 538475 w 836240"/>
                <a:gd name="connsiteY114" fmla="*/ 551472 h 838888"/>
                <a:gd name="connsiteX115" fmla="*/ 495286 w 836240"/>
                <a:gd name="connsiteY115" fmla="*/ 551472 h 838888"/>
                <a:gd name="connsiteX116" fmla="*/ 486107 w 836240"/>
                <a:gd name="connsiteY116" fmla="*/ 514827 h 838888"/>
                <a:gd name="connsiteX117" fmla="*/ 457894 w 836240"/>
                <a:gd name="connsiteY117" fmla="*/ 485846 h 838888"/>
                <a:gd name="connsiteX118" fmla="*/ 379793 w 836240"/>
                <a:gd name="connsiteY118" fmla="*/ 485148 h 838888"/>
                <a:gd name="connsiteX119" fmla="*/ 351067 w 836240"/>
                <a:gd name="connsiteY119" fmla="*/ 513619 h 838888"/>
                <a:gd name="connsiteX120" fmla="*/ 340863 w 836240"/>
                <a:gd name="connsiteY120" fmla="*/ 551472 h 838888"/>
                <a:gd name="connsiteX121" fmla="*/ 297765 w 836240"/>
                <a:gd name="connsiteY121" fmla="*/ 551472 h 838888"/>
                <a:gd name="connsiteX122" fmla="*/ 301829 w 836240"/>
                <a:gd name="connsiteY122" fmla="*/ 521017 h 838888"/>
                <a:gd name="connsiteX123" fmla="*/ 358548 w 836240"/>
                <a:gd name="connsiteY123" fmla="*/ 447838 h 838888"/>
                <a:gd name="connsiteX124" fmla="*/ 396683 w 836240"/>
                <a:gd name="connsiteY124" fmla="*/ 437923 h 838888"/>
                <a:gd name="connsiteX125" fmla="*/ 387730 w 836240"/>
                <a:gd name="connsiteY125" fmla="*/ 436137 h 838888"/>
                <a:gd name="connsiteX126" fmla="*/ 340047 w 836240"/>
                <a:gd name="connsiteY126" fmla="*/ 365036 h 838888"/>
                <a:gd name="connsiteX127" fmla="*/ 418120 w 836240"/>
                <a:gd name="connsiteY127" fmla="*/ 287871 h 838888"/>
                <a:gd name="connsiteX128" fmla="*/ 399230 w 836240"/>
                <a:gd name="connsiteY128" fmla="*/ 0 h 838888"/>
                <a:gd name="connsiteX129" fmla="*/ 555041 w 836240"/>
                <a:gd name="connsiteY129" fmla="*/ 0 h 838888"/>
                <a:gd name="connsiteX130" fmla="*/ 594607 w 836240"/>
                <a:gd name="connsiteY130" fmla="*/ 0 h 838888"/>
                <a:gd name="connsiteX131" fmla="*/ 642375 w 836240"/>
                <a:gd name="connsiteY131" fmla="*/ 0 h 838888"/>
                <a:gd name="connsiteX132" fmla="*/ 642375 w 836240"/>
                <a:gd name="connsiteY132" fmla="*/ 45095 h 838888"/>
                <a:gd name="connsiteX133" fmla="*/ 594607 w 836240"/>
                <a:gd name="connsiteY133" fmla="*/ 45095 h 838888"/>
                <a:gd name="connsiteX134" fmla="*/ 594607 w 836240"/>
                <a:gd name="connsiteY134" fmla="*/ 45095 h 838888"/>
                <a:gd name="connsiteX135" fmla="*/ 417631 w 836240"/>
                <a:gd name="connsiteY135" fmla="*/ 45095 h 838888"/>
                <a:gd name="connsiteX136" fmla="*/ 417631 w 836240"/>
                <a:gd name="connsiteY136" fmla="*/ 219372 h 838888"/>
                <a:gd name="connsiteX137" fmla="*/ 682410 w 836240"/>
                <a:gd name="connsiteY137" fmla="*/ 219372 h 838888"/>
                <a:gd name="connsiteX138" fmla="*/ 682410 w 836240"/>
                <a:gd name="connsiteY138" fmla="*/ 166668 h 838888"/>
                <a:gd name="connsiteX139" fmla="*/ 682408 w 836240"/>
                <a:gd name="connsiteY139" fmla="*/ 166668 h 838888"/>
                <a:gd name="connsiteX140" fmla="*/ 682408 w 836240"/>
                <a:gd name="connsiteY140" fmla="*/ 80889 h 838888"/>
                <a:gd name="connsiteX141" fmla="*/ 725562 w 836240"/>
                <a:gd name="connsiteY141" fmla="*/ 80889 h 838888"/>
                <a:gd name="connsiteX142" fmla="*/ 725562 w 836240"/>
                <a:gd name="connsiteY142" fmla="*/ 132212 h 838888"/>
                <a:gd name="connsiteX143" fmla="*/ 725564 w 836240"/>
                <a:gd name="connsiteY143" fmla="*/ 132212 h 838888"/>
                <a:gd name="connsiteX144" fmla="*/ 725564 w 836240"/>
                <a:gd name="connsiteY144" fmla="*/ 239309 h 838888"/>
                <a:gd name="connsiteX145" fmla="*/ 700811 w 836240"/>
                <a:gd name="connsiteY145" fmla="*/ 264062 h 838888"/>
                <a:gd name="connsiteX146" fmla="*/ 374477 w 836240"/>
                <a:gd name="connsiteY146" fmla="*/ 264062 h 838888"/>
                <a:gd name="connsiteX147" fmla="*/ 374477 w 836240"/>
                <a:gd name="connsiteY147" fmla="*/ 24753 h 838888"/>
                <a:gd name="connsiteX148" fmla="*/ 399230 w 836240"/>
                <a:gd name="connsiteY148" fmla="*/ 0 h 83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836240" h="838888">
                  <a:moveTo>
                    <a:pt x="567002" y="620812"/>
                  </a:moveTo>
                  <a:cubicBezTo>
                    <a:pt x="549027" y="620812"/>
                    <a:pt x="534455" y="634977"/>
                    <a:pt x="534455" y="652451"/>
                  </a:cubicBezTo>
                  <a:cubicBezTo>
                    <a:pt x="534455" y="669925"/>
                    <a:pt x="549027" y="684090"/>
                    <a:pt x="567002" y="684090"/>
                  </a:cubicBezTo>
                  <a:cubicBezTo>
                    <a:pt x="584977" y="684090"/>
                    <a:pt x="599549" y="669925"/>
                    <a:pt x="599549" y="652451"/>
                  </a:cubicBezTo>
                  <a:cubicBezTo>
                    <a:pt x="599549" y="634977"/>
                    <a:pt x="584977" y="620812"/>
                    <a:pt x="567002" y="620812"/>
                  </a:cubicBezTo>
                  <a:close/>
                  <a:moveTo>
                    <a:pt x="269238" y="620812"/>
                  </a:moveTo>
                  <a:cubicBezTo>
                    <a:pt x="251263" y="620812"/>
                    <a:pt x="236691" y="634977"/>
                    <a:pt x="236691" y="652451"/>
                  </a:cubicBezTo>
                  <a:cubicBezTo>
                    <a:pt x="236691" y="669925"/>
                    <a:pt x="251263" y="684090"/>
                    <a:pt x="269238" y="684090"/>
                  </a:cubicBezTo>
                  <a:cubicBezTo>
                    <a:pt x="287213" y="684090"/>
                    <a:pt x="301785" y="669925"/>
                    <a:pt x="301785" y="652451"/>
                  </a:cubicBezTo>
                  <a:cubicBezTo>
                    <a:pt x="301785" y="634977"/>
                    <a:pt x="287213" y="620812"/>
                    <a:pt x="269238" y="620812"/>
                  </a:cubicBezTo>
                  <a:close/>
                  <a:moveTo>
                    <a:pt x="567002" y="575285"/>
                  </a:moveTo>
                  <a:cubicBezTo>
                    <a:pt x="610121" y="575285"/>
                    <a:pt x="645075" y="609833"/>
                    <a:pt x="645075" y="652451"/>
                  </a:cubicBezTo>
                  <a:cubicBezTo>
                    <a:pt x="645075" y="673760"/>
                    <a:pt x="636337" y="693051"/>
                    <a:pt x="622208" y="707016"/>
                  </a:cubicBezTo>
                  <a:lnTo>
                    <a:pt x="597396" y="723550"/>
                  </a:lnTo>
                  <a:lnTo>
                    <a:pt x="599307" y="723818"/>
                  </a:lnTo>
                  <a:cubicBezTo>
                    <a:pt x="609479" y="726633"/>
                    <a:pt x="619364" y="730807"/>
                    <a:pt x="628686" y="736338"/>
                  </a:cubicBezTo>
                  <a:cubicBezTo>
                    <a:pt x="656651" y="752932"/>
                    <a:pt x="676325" y="779823"/>
                    <a:pt x="684087" y="810520"/>
                  </a:cubicBezTo>
                  <a:lnTo>
                    <a:pt x="687357" y="838888"/>
                  </a:lnTo>
                  <a:lnTo>
                    <a:pt x="644168" y="838888"/>
                  </a:lnTo>
                  <a:lnTo>
                    <a:pt x="634989" y="802243"/>
                  </a:lnTo>
                  <a:cubicBezTo>
                    <a:pt x="628419" y="790461"/>
                    <a:pt x="618785" y="780388"/>
                    <a:pt x="606776" y="773262"/>
                  </a:cubicBezTo>
                  <a:cubicBezTo>
                    <a:pt x="582759" y="759012"/>
                    <a:pt x="552943" y="758745"/>
                    <a:pt x="528675" y="772564"/>
                  </a:cubicBezTo>
                  <a:cubicBezTo>
                    <a:pt x="516541" y="779473"/>
                    <a:pt x="506728" y="789372"/>
                    <a:pt x="499949" y="801035"/>
                  </a:cubicBezTo>
                  <a:lnTo>
                    <a:pt x="489745" y="838888"/>
                  </a:lnTo>
                  <a:lnTo>
                    <a:pt x="446647" y="838888"/>
                  </a:lnTo>
                  <a:lnTo>
                    <a:pt x="450711" y="808433"/>
                  </a:lnTo>
                  <a:cubicBezTo>
                    <a:pt x="459021" y="777880"/>
                    <a:pt x="479172" y="751345"/>
                    <a:pt x="507430" y="735254"/>
                  </a:cubicBezTo>
                  <a:lnTo>
                    <a:pt x="536497" y="723476"/>
                  </a:lnTo>
                  <a:lnTo>
                    <a:pt x="511796" y="707016"/>
                  </a:lnTo>
                  <a:cubicBezTo>
                    <a:pt x="497667" y="693051"/>
                    <a:pt x="488929" y="673760"/>
                    <a:pt x="488929" y="652451"/>
                  </a:cubicBezTo>
                  <a:cubicBezTo>
                    <a:pt x="488929" y="609833"/>
                    <a:pt x="523883" y="575285"/>
                    <a:pt x="567002" y="575285"/>
                  </a:cubicBezTo>
                  <a:close/>
                  <a:moveTo>
                    <a:pt x="269238" y="575285"/>
                  </a:moveTo>
                  <a:cubicBezTo>
                    <a:pt x="312357" y="575285"/>
                    <a:pt x="347311" y="609833"/>
                    <a:pt x="347311" y="652451"/>
                  </a:cubicBezTo>
                  <a:cubicBezTo>
                    <a:pt x="347311" y="673760"/>
                    <a:pt x="338573" y="693051"/>
                    <a:pt x="324444" y="707016"/>
                  </a:cubicBezTo>
                  <a:lnTo>
                    <a:pt x="299633" y="723550"/>
                  </a:lnTo>
                  <a:lnTo>
                    <a:pt x="301543" y="723818"/>
                  </a:lnTo>
                  <a:cubicBezTo>
                    <a:pt x="311715" y="726633"/>
                    <a:pt x="321600" y="730807"/>
                    <a:pt x="330922" y="736338"/>
                  </a:cubicBezTo>
                  <a:cubicBezTo>
                    <a:pt x="358887" y="752932"/>
                    <a:pt x="378561" y="779823"/>
                    <a:pt x="386323" y="810520"/>
                  </a:cubicBezTo>
                  <a:lnTo>
                    <a:pt x="389593" y="838888"/>
                  </a:lnTo>
                  <a:lnTo>
                    <a:pt x="346404" y="838888"/>
                  </a:lnTo>
                  <a:lnTo>
                    <a:pt x="337225" y="802243"/>
                  </a:lnTo>
                  <a:cubicBezTo>
                    <a:pt x="330655" y="790461"/>
                    <a:pt x="321021" y="780388"/>
                    <a:pt x="309012" y="773262"/>
                  </a:cubicBezTo>
                  <a:cubicBezTo>
                    <a:pt x="284995" y="759012"/>
                    <a:pt x="255179" y="758745"/>
                    <a:pt x="230911" y="772564"/>
                  </a:cubicBezTo>
                  <a:cubicBezTo>
                    <a:pt x="218777" y="779473"/>
                    <a:pt x="208964" y="789372"/>
                    <a:pt x="202185" y="801035"/>
                  </a:cubicBezTo>
                  <a:lnTo>
                    <a:pt x="191981" y="838888"/>
                  </a:lnTo>
                  <a:lnTo>
                    <a:pt x="148883" y="838888"/>
                  </a:lnTo>
                  <a:lnTo>
                    <a:pt x="152947" y="808433"/>
                  </a:lnTo>
                  <a:cubicBezTo>
                    <a:pt x="161257" y="777880"/>
                    <a:pt x="181408" y="751345"/>
                    <a:pt x="209666" y="735254"/>
                  </a:cubicBezTo>
                  <a:lnTo>
                    <a:pt x="238733" y="723476"/>
                  </a:lnTo>
                  <a:lnTo>
                    <a:pt x="214032" y="707016"/>
                  </a:lnTo>
                  <a:cubicBezTo>
                    <a:pt x="199904" y="693051"/>
                    <a:pt x="191165" y="673760"/>
                    <a:pt x="191165" y="652451"/>
                  </a:cubicBezTo>
                  <a:cubicBezTo>
                    <a:pt x="191165" y="609833"/>
                    <a:pt x="226119" y="575285"/>
                    <a:pt x="269238" y="575285"/>
                  </a:cubicBezTo>
                  <a:close/>
                  <a:moveTo>
                    <a:pt x="715885" y="333400"/>
                  </a:moveTo>
                  <a:cubicBezTo>
                    <a:pt x="697910" y="333400"/>
                    <a:pt x="683338" y="347565"/>
                    <a:pt x="683338" y="365039"/>
                  </a:cubicBezTo>
                  <a:cubicBezTo>
                    <a:pt x="683338" y="382513"/>
                    <a:pt x="697910" y="396678"/>
                    <a:pt x="715885" y="396678"/>
                  </a:cubicBezTo>
                  <a:cubicBezTo>
                    <a:pt x="733860" y="396678"/>
                    <a:pt x="748432" y="382513"/>
                    <a:pt x="748432" y="365039"/>
                  </a:cubicBezTo>
                  <a:cubicBezTo>
                    <a:pt x="748432" y="347565"/>
                    <a:pt x="733860" y="333400"/>
                    <a:pt x="715885" y="333400"/>
                  </a:cubicBezTo>
                  <a:close/>
                  <a:moveTo>
                    <a:pt x="120355" y="333400"/>
                  </a:moveTo>
                  <a:cubicBezTo>
                    <a:pt x="102380" y="333400"/>
                    <a:pt x="87808" y="347565"/>
                    <a:pt x="87808" y="365039"/>
                  </a:cubicBezTo>
                  <a:cubicBezTo>
                    <a:pt x="87808" y="382513"/>
                    <a:pt x="102380" y="396678"/>
                    <a:pt x="120355" y="396678"/>
                  </a:cubicBezTo>
                  <a:cubicBezTo>
                    <a:pt x="138330" y="396678"/>
                    <a:pt x="152902" y="382513"/>
                    <a:pt x="152902" y="365039"/>
                  </a:cubicBezTo>
                  <a:cubicBezTo>
                    <a:pt x="152902" y="347565"/>
                    <a:pt x="138330" y="333400"/>
                    <a:pt x="120355" y="333400"/>
                  </a:cubicBezTo>
                  <a:close/>
                  <a:moveTo>
                    <a:pt x="418120" y="333397"/>
                  </a:moveTo>
                  <a:cubicBezTo>
                    <a:pt x="400145" y="333397"/>
                    <a:pt x="385573" y="347562"/>
                    <a:pt x="385573" y="365036"/>
                  </a:cubicBezTo>
                  <a:cubicBezTo>
                    <a:pt x="385573" y="382510"/>
                    <a:pt x="400145" y="396675"/>
                    <a:pt x="418120" y="396675"/>
                  </a:cubicBezTo>
                  <a:cubicBezTo>
                    <a:pt x="436095" y="396675"/>
                    <a:pt x="450667" y="382510"/>
                    <a:pt x="450667" y="365036"/>
                  </a:cubicBezTo>
                  <a:cubicBezTo>
                    <a:pt x="450667" y="347562"/>
                    <a:pt x="436095" y="333397"/>
                    <a:pt x="418120" y="333397"/>
                  </a:cubicBezTo>
                  <a:close/>
                  <a:moveTo>
                    <a:pt x="715885" y="287873"/>
                  </a:moveTo>
                  <a:cubicBezTo>
                    <a:pt x="759004" y="287873"/>
                    <a:pt x="793958" y="322421"/>
                    <a:pt x="793958" y="365039"/>
                  </a:cubicBezTo>
                  <a:cubicBezTo>
                    <a:pt x="793958" y="386348"/>
                    <a:pt x="785219" y="405639"/>
                    <a:pt x="771091" y="419604"/>
                  </a:cubicBezTo>
                  <a:lnTo>
                    <a:pt x="746279" y="436138"/>
                  </a:lnTo>
                  <a:lnTo>
                    <a:pt x="748190" y="436406"/>
                  </a:lnTo>
                  <a:cubicBezTo>
                    <a:pt x="758362" y="439221"/>
                    <a:pt x="768247" y="443395"/>
                    <a:pt x="777569" y="448926"/>
                  </a:cubicBezTo>
                  <a:cubicBezTo>
                    <a:pt x="805534" y="465520"/>
                    <a:pt x="825208" y="492411"/>
                    <a:pt x="832970" y="523108"/>
                  </a:cubicBezTo>
                  <a:lnTo>
                    <a:pt x="836240" y="551476"/>
                  </a:lnTo>
                  <a:lnTo>
                    <a:pt x="793051" y="551476"/>
                  </a:lnTo>
                  <a:lnTo>
                    <a:pt x="783872" y="514831"/>
                  </a:lnTo>
                  <a:cubicBezTo>
                    <a:pt x="777302" y="503049"/>
                    <a:pt x="767668" y="492976"/>
                    <a:pt x="755659" y="485850"/>
                  </a:cubicBezTo>
                  <a:cubicBezTo>
                    <a:pt x="731642" y="471600"/>
                    <a:pt x="701826" y="471333"/>
                    <a:pt x="677558" y="485152"/>
                  </a:cubicBezTo>
                  <a:cubicBezTo>
                    <a:pt x="665424" y="492061"/>
                    <a:pt x="655611" y="501960"/>
                    <a:pt x="648832" y="513623"/>
                  </a:cubicBezTo>
                  <a:lnTo>
                    <a:pt x="638628" y="551476"/>
                  </a:lnTo>
                  <a:lnTo>
                    <a:pt x="595530" y="551476"/>
                  </a:lnTo>
                  <a:lnTo>
                    <a:pt x="599594" y="521021"/>
                  </a:lnTo>
                  <a:cubicBezTo>
                    <a:pt x="607904" y="490468"/>
                    <a:pt x="628055" y="463932"/>
                    <a:pt x="656313" y="447842"/>
                  </a:cubicBezTo>
                  <a:lnTo>
                    <a:pt x="685380" y="436064"/>
                  </a:lnTo>
                  <a:lnTo>
                    <a:pt x="660679" y="419604"/>
                  </a:lnTo>
                  <a:cubicBezTo>
                    <a:pt x="646551" y="405639"/>
                    <a:pt x="637812" y="386348"/>
                    <a:pt x="637812" y="365039"/>
                  </a:cubicBezTo>
                  <a:cubicBezTo>
                    <a:pt x="637812" y="322421"/>
                    <a:pt x="672766" y="287873"/>
                    <a:pt x="715885" y="287873"/>
                  </a:cubicBezTo>
                  <a:close/>
                  <a:moveTo>
                    <a:pt x="120355" y="287873"/>
                  </a:moveTo>
                  <a:cubicBezTo>
                    <a:pt x="163474" y="287873"/>
                    <a:pt x="198428" y="322421"/>
                    <a:pt x="198428" y="365039"/>
                  </a:cubicBezTo>
                  <a:cubicBezTo>
                    <a:pt x="198428" y="397002"/>
                    <a:pt x="178766" y="424427"/>
                    <a:pt x="150745" y="436141"/>
                  </a:cubicBezTo>
                  <a:lnTo>
                    <a:pt x="142287" y="437829"/>
                  </a:lnTo>
                  <a:lnTo>
                    <a:pt x="182039" y="448926"/>
                  </a:lnTo>
                  <a:cubicBezTo>
                    <a:pt x="210004" y="465520"/>
                    <a:pt x="229678" y="492411"/>
                    <a:pt x="237440" y="523108"/>
                  </a:cubicBezTo>
                  <a:lnTo>
                    <a:pt x="240710" y="551476"/>
                  </a:lnTo>
                  <a:lnTo>
                    <a:pt x="197521" y="551476"/>
                  </a:lnTo>
                  <a:lnTo>
                    <a:pt x="188342" y="514831"/>
                  </a:lnTo>
                  <a:cubicBezTo>
                    <a:pt x="181772" y="503049"/>
                    <a:pt x="172138" y="492976"/>
                    <a:pt x="160129" y="485850"/>
                  </a:cubicBezTo>
                  <a:cubicBezTo>
                    <a:pt x="136112" y="471600"/>
                    <a:pt x="106296" y="471333"/>
                    <a:pt x="82028" y="485152"/>
                  </a:cubicBezTo>
                  <a:cubicBezTo>
                    <a:pt x="69894" y="492061"/>
                    <a:pt x="60081" y="501960"/>
                    <a:pt x="53302" y="513623"/>
                  </a:cubicBezTo>
                  <a:lnTo>
                    <a:pt x="43098" y="551476"/>
                  </a:lnTo>
                  <a:lnTo>
                    <a:pt x="0" y="551476"/>
                  </a:lnTo>
                  <a:lnTo>
                    <a:pt x="4064" y="521021"/>
                  </a:lnTo>
                  <a:cubicBezTo>
                    <a:pt x="12374" y="490468"/>
                    <a:pt x="32525" y="463932"/>
                    <a:pt x="60783" y="447842"/>
                  </a:cubicBezTo>
                  <a:lnTo>
                    <a:pt x="98918" y="437927"/>
                  </a:lnTo>
                  <a:lnTo>
                    <a:pt x="89965" y="436141"/>
                  </a:lnTo>
                  <a:cubicBezTo>
                    <a:pt x="61944" y="424427"/>
                    <a:pt x="42282" y="397002"/>
                    <a:pt x="42282" y="365039"/>
                  </a:cubicBezTo>
                  <a:cubicBezTo>
                    <a:pt x="42282" y="322421"/>
                    <a:pt x="77236" y="287873"/>
                    <a:pt x="120355" y="287873"/>
                  </a:cubicBezTo>
                  <a:close/>
                  <a:moveTo>
                    <a:pt x="418120" y="287871"/>
                  </a:moveTo>
                  <a:cubicBezTo>
                    <a:pt x="461239" y="287871"/>
                    <a:pt x="496193" y="322419"/>
                    <a:pt x="496193" y="365036"/>
                  </a:cubicBezTo>
                  <a:cubicBezTo>
                    <a:pt x="496193" y="396999"/>
                    <a:pt x="476531" y="424423"/>
                    <a:pt x="448510" y="436137"/>
                  </a:cubicBezTo>
                  <a:lnTo>
                    <a:pt x="440052" y="437825"/>
                  </a:lnTo>
                  <a:lnTo>
                    <a:pt x="479804" y="448922"/>
                  </a:lnTo>
                  <a:cubicBezTo>
                    <a:pt x="507769" y="465516"/>
                    <a:pt x="527443" y="492407"/>
                    <a:pt x="535205" y="523104"/>
                  </a:cubicBezTo>
                  <a:lnTo>
                    <a:pt x="538475" y="551472"/>
                  </a:lnTo>
                  <a:lnTo>
                    <a:pt x="495286" y="551472"/>
                  </a:lnTo>
                  <a:lnTo>
                    <a:pt x="486107" y="514827"/>
                  </a:lnTo>
                  <a:cubicBezTo>
                    <a:pt x="479537" y="503045"/>
                    <a:pt x="469903" y="492972"/>
                    <a:pt x="457894" y="485846"/>
                  </a:cubicBezTo>
                  <a:cubicBezTo>
                    <a:pt x="433877" y="471596"/>
                    <a:pt x="404061" y="471329"/>
                    <a:pt x="379793" y="485148"/>
                  </a:cubicBezTo>
                  <a:cubicBezTo>
                    <a:pt x="367659" y="492057"/>
                    <a:pt x="357846" y="501956"/>
                    <a:pt x="351067" y="513619"/>
                  </a:cubicBezTo>
                  <a:lnTo>
                    <a:pt x="340863" y="551472"/>
                  </a:lnTo>
                  <a:lnTo>
                    <a:pt x="297765" y="551472"/>
                  </a:lnTo>
                  <a:lnTo>
                    <a:pt x="301829" y="521017"/>
                  </a:lnTo>
                  <a:cubicBezTo>
                    <a:pt x="310139" y="490464"/>
                    <a:pt x="330290" y="463928"/>
                    <a:pt x="358548" y="447838"/>
                  </a:cubicBezTo>
                  <a:lnTo>
                    <a:pt x="396683" y="437923"/>
                  </a:lnTo>
                  <a:lnTo>
                    <a:pt x="387730" y="436137"/>
                  </a:lnTo>
                  <a:cubicBezTo>
                    <a:pt x="359709" y="424423"/>
                    <a:pt x="340047" y="396999"/>
                    <a:pt x="340047" y="365036"/>
                  </a:cubicBezTo>
                  <a:cubicBezTo>
                    <a:pt x="340047" y="322419"/>
                    <a:pt x="375001" y="287871"/>
                    <a:pt x="418120" y="287871"/>
                  </a:cubicBezTo>
                  <a:close/>
                  <a:moveTo>
                    <a:pt x="399230" y="0"/>
                  </a:moveTo>
                  <a:lnTo>
                    <a:pt x="555041" y="0"/>
                  </a:lnTo>
                  <a:lnTo>
                    <a:pt x="594607" y="0"/>
                  </a:lnTo>
                  <a:lnTo>
                    <a:pt x="642375" y="0"/>
                  </a:lnTo>
                  <a:lnTo>
                    <a:pt x="642375" y="45095"/>
                  </a:lnTo>
                  <a:lnTo>
                    <a:pt x="594607" y="45095"/>
                  </a:lnTo>
                  <a:lnTo>
                    <a:pt x="594607" y="45095"/>
                  </a:lnTo>
                  <a:lnTo>
                    <a:pt x="417631" y="45095"/>
                  </a:lnTo>
                  <a:lnTo>
                    <a:pt x="417631" y="219372"/>
                  </a:lnTo>
                  <a:lnTo>
                    <a:pt x="682410" y="219372"/>
                  </a:lnTo>
                  <a:lnTo>
                    <a:pt x="682410" y="166668"/>
                  </a:lnTo>
                  <a:lnTo>
                    <a:pt x="682408" y="166668"/>
                  </a:lnTo>
                  <a:lnTo>
                    <a:pt x="682408" y="80889"/>
                  </a:lnTo>
                  <a:lnTo>
                    <a:pt x="725562" y="80889"/>
                  </a:lnTo>
                  <a:lnTo>
                    <a:pt x="725562" y="132212"/>
                  </a:lnTo>
                  <a:lnTo>
                    <a:pt x="725564" y="132212"/>
                  </a:lnTo>
                  <a:lnTo>
                    <a:pt x="725564" y="239309"/>
                  </a:lnTo>
                  <a:cubicBezTo>
                    <a:pt x="725564" y="252979"/>
                    <a:pt x="714481" y="264062"/>
                    <a:pt x="700811" y="264062"/>
                  </a:cubicBezTo>
                  <a:lnTo>
                    <a:pt x="374477" y="264062"/>
                  </a:lnTo>
                  <a:lnTo>
                    <a:pt x="374477" y="24753"/>
                  </a:lnTo>
                  <a:cubicBezTo>
                    <a:pt x="374477" y="11082"/>
                    <a:pt x="385560" y="0"/>
                    <a:pt x="399230" y="0"/>
                  </a:cubicBez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sp>
          <p:nvSpPr>
            <p:cNvPr id="2002" name="Freeform: Shape 2001">
              <a:extLst>
                <a:ext uri="{FF2B5EF4-FFF2-40B4-BE49-F238E27FC236}">
                  <a16:creationId xmlns:a16="http://schemas.microsoft.com/office/drawing/2014/main" id="{138E1B1D-4047-2C8D-8F71-08E2D577B85D}"/>
                </a:ext>
                <a:ext uri="{C183D7F6-B498-43B3-948B-1728B52AA6E4}">
                  <adec:decorative xmlns:adec="http://schemas.microsoft.com/office/drawing/2017/decorative" val="1"/>
                </a:ext>
              </a:extLst>
            </p:cNvPr>
            <p:cNvSpPr/>
            <p:nvPr/>
          </p:nvSpPr>
          <p:spPr>
            <a:xfrm>
              <a:off x="8340076" y="3636615"/>
              <a:ext cx="336474" cy="148260"/>
            </a:xfrm>
            <a:custGeom>
              <a:avLst/>
              <a:gdLst>
                <a:gd name="connsiteX0" fmla="*/ 350771 w 626055"/>
                <a:gd name="connsiteY0" fmla="*/ 148909 h 275857"/>
                <a:gd name="connsiteX1" fmla="*/ 376088 w 626055"/>
                <a:gd name="connsiteY1" fmla="*/ 148909 h 275857"/>
                <a:gd name="connsiteX2" fmla="*/ 376088 w 626055"/>
                <a:gd name="connsiteY2" fmla="*/ 189639 h 275857"/>
                <a:gd name="connsiteX3" fmla="*/ 350771 w 626055"/>
                <a:gd name="connsiteY3" fmla="*/ 189639 h 275857"/>
                <a:gd name="connsiteX4" fmla="*/ 451919 w 626055"/>
                <a:gd name="connsiteY4" fmla="*/ 138744 h 275857"/>
                <a:gd name="connsiteX5" fmla="*/ 477362 w 626055"/>
                <a:gd name="connsiteY5" fmla="*/ 138744 h 275857"/>
                <a:gd name="connsiteX6" fmla="*/ 477362 w 626055"/>
                <a:gd name="connsiteY6" fmla="*/ 189656 h 275857"/>
                <a:gd name="connsiteX7" fmla="*/ 451919 w 626055"/>
                <a:gd name="connsiteY7" fmla="*/ 189656 h 275857"/>
                <a:gd name="connsiteX8" fmla="*/ 401401 w 626055"/>
                <a:gd name="connsiteY8" fmla="*/ 118361 h 275857"/>
                <a:gd name="connsiteX9" fmla="*/ 426718 w 626055"/>
                <a:gd name="connsiteY9" fmla="*/ 118361 h 275857"/>
                <a:gd name="connsiteX10" fmla="*/ 426718 w 626055"/>
                <a:gd name="connsiteY10" fmla="*/ 189638 h 275857"/>
                <a:gd name="connsiteX11" fmla="*/ 401401 w 626055"/>
                <a:gd name="connsiteY11" fmla="*/ 189638 h 275857"/>
                <a:gd name="connsiteX12" fmla="*/ 502669 w 626055"/>
                <a:gd name="connsiteY12" fmla="*/ 97996 h 275857"/>
                <a:gd name="connsiteX13" fmla="*/ 527986 w 626055"/>
                <a:gd name="connsiteY13" fmla="*/ 97996 h 275857"/>
                <a:gd name="connsiteX14" fmla="*/ 527986 w 626055"/>
                <a:gd name="connsiteY14" fmla="*/ 189638 h 275857"/>
                <a:gd name="connsiteX15" fmla="*/ 502669 w 626055"/>
                <a:gd name="connsiteY15" fmla="*/ 189638 h 275857"/>
                <a:gd name="connsiteX16" fmla="*/ 120355 w 626055"/>
                <a:gd name="connsiteY16" fmla="*/ 57321 h 275857"/>
                <a:gd name="connsiteX17" fmla="*/ 87808 w 626055"/>
                <a:gd name="connsiteY17" fmla="*/ 88960 h 275857"/>
                <a:gd name="connsiteX18" fmla="*/ 120355 w 626055"/>
                <a:gd name="connsiteY18" fmla="*/ 120599 h 275857"/>
                <a:gd name="connsiteX19" fmla="*/ 152902 w 626055"/>
                <a:gd name="connsiteY19" fmla="*/ 88960 h 275857"/>
                <a:gd name="connsiteX20" fmla="*/ 120355 w 626055"/>
                <a:gd name="connsiteY20" fmla="*/ 57321 h 275857"/>
                <a:gd name="connsiteX21" fmla="*/ 120355 w 626055"/>
                <a:gd name="connsiteY21" fmla="*/ 11795 h 275857"/>
                <a:gd name="connsiteX22" fmla="*/ 198428 w 626055"/>
                <a:gd name="connsiteY22" fmla="*/ 88960 h 275857"/>
                <a:gd name="connsiteX23" fmla="*/ 150745 w 626055"/>
                <a:gd name="connsiteY23" fmla="*/ 160061 h 275857"/>
                <a:gd name="connsiteX24" fmla="*/ 141324 w 626055"/>
                <a:gd name="connsiteY24" fmla="*/ 161941 h 275857"/>
                <a:gd name="connsiteX25" fmla="*/ 182039 w 626055"/>
                <a:gd name="connsiteY25" fmla="*/ 173307 h 275857"/>
                <a:gd name="connsiteX26" fmla="*/ 237440 w 626055"/>
                <a:gd name="connsiteY26" fmla="*/ 247489 h 275857"/>
                <a:gd name="connsiteX27" fmla="*/ 240710 w 626055"/>
                <a:gd name="connsiteY27" fmla="*/ 275857 h 275857"/>
                <a:gd name="connsiteX28" fmla="*/ 197521 w 626055"/>
                <a:gd name="connsiteY28" fmla="*/ 275857 h 275857"/>
                <a:gd name="connsiteX29" fmla="*/ 188342 w 626055"/>
                <a:gd name="connsiteY29" fmla="*/ 239212 h 275857"/>
                <a:gd name="connsiteX30" fmla="*/ 160129 w 626055"/>
                <a:gd name="connsiteY30" fmla="*/ 210231 h 275857"/>
                <a:gd name="connsiteX31" fmla="*/ 82028 w 626055"/>
                <a:gd name="connsiteY31" fmla="*/ 209533 h 275857"/>
                <a:gd name="connsiteX32" fmla="*/ 53302 w 626055"/>
                <a:gd name="connsiteY32" fmla="*/ 238004 h 275857"/>
                <a:gd name="connsiteX33" fmla="*/ 43098 w 626055"/>
                <a:gd name="connsiteY33" fmla="*/ 275857 h 275857"/>
                <a:gd name="connsiteX34" fmla="*/ 0 w 626055"/>
                <a:gd name="connsiteY34" fmla="*/ 275857 h 275857"/>
                <a:gd name="connsiteX35" fmla="*/ 4064 w 626055"/>
                <a:gd name="connsiteY35" fmla="*/ 245402 h 275857"/>
                <a:gd name="connsiteX36" fmla="*/ 60783 w 626055"/>
                <a:gd name="connsiteY36" fmla="*/ 172223 h 275857"/>
                <a:gd name="connsiteX37" fmla="*/ 99921 w 626055"/>
                <a:gd name="connsiteY37" fmla="*/ 162048 h 275857"/>
                <a:gd name="connsiteX38" fmla="*/ 89965 w 626055"/>
                <a:gd name="connsiteY38" fmla="*/ 160061 h 275857"/>
                <a:gd name="connsiteX39" fmla="*/ 42282 w 626055"/>
                <a:gd name="connsiteY39" fmla="*/ 88960 h 275857"/>
                <a:gd name="connsiteX40" fmla="*/ 120355 w 626055"/>
                <a:gd name="connsiteY40" fmla="*/ 11795 h 275857"/>
                <a:gd name="connsiteX41" fmla="*/ 561954 w 626055"/>
                <a:gd name="connsiteY41" fmla="*/ 0 h 275857"/>
                <a:gd name="connsiteX42" fmla="*/ 626055 w 626055"/>
                <a:gd name="connsiteY42" fmla="*/ 0 h 275857"/>
                <a:gd name="connsiteX43" fmla="*/ 626055 w 626055"/>
                <a:gd name="connsiteY43" fmla="*/ 64101 h 275857"/>
                <a:gd name="connsiteX44" fmla="*/ 561954 w 626055"/>
                <a:gd name="connsiteY44" fmla="*/ 64101 h 27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26055" h="275857">
                  <a:moveTo>
                    <a:pt x="350771" y="148909"/>
                  </a:moveTo>
                  <a:lnTo>
                    <a:pt x="376088" y="148909"/>
                  </a:lnTo>
                  <a:lnTo>
                    <a:pt x="376088" y="189639"/>
                  </a:lnTo>
                  <a:lnTo>
                    <a:pt x="350771" y="189639"/>
                  </a:lnTo>
                  <a:close/>
                  <a:moveTo>
                    <a:pt x="451919" y="138744"/>
                  </a:moveTo>
                  <a:lnTo>
                    <a:pt x="477362" y="138744"/>
                  </a:lnTo>
                  <a:lnTo>
                    <a:pt x="477362" y="189656"/>
                  </a:lnTo>
                  <a:lnTo>
                    <a:pt x="451919" y="189656"/>
                  </a:lnTo>
                  <a:close/>
                  <a:moveTo>
                    <a:pt x="401401" y="118361"/>
                  </a:moveTo>
                  <a:lnTo>
                    <a:pt x="426718" y="118361"/>
                  </a:lnTo>
                  <a:lnTo>
                    <a:pt x="426718" y="189638"/>
                  </a:lnTo>
                  <a:lnTo>
                    <a:pt x="401401" y="189638"/>
                  </a:lnTo>
                  <a:close/>
                  <a:moveTo>
                    <a:pt x="502669" y="97996"/>
                  </a:moveTo>
                  <a:lnTo>
                    <a:pt x="527986" y="97996"/>
                  </a:lnTo>
                  <a:lnTo>
                    <a:pt x="527986" y="189638"/>
                  </a:lnTo>
                  <a:lnTo>
                    <a:pt x="502669" y="189638"/>
                  </a:lnTo>
                  <a:close/>
                  <a:moveTo>
                    <a:pt x="120355" y="57321"/>
                  </a:moveTo>
                  <a:cubicBezTo>
                    <a:pt x="102380" y="57321"/>
                    <a:pt x="87808" y="71486"/>
                    <a:pt x="87808" y="88960"/>
                  </a:cubicBezTo>
                  <a:cubicBezTo>
                    <a:pt x="87808" y="106434"/>
                    <a:pt x="102380" y="120599"/>
                    <a:pt x="120355" y="120599"/>
                  </a:cubicBezTo>
                  <a:cubicBezTo>
                    <a:pt x="138330" y="120599"/>
                    <a:pt x="152902" y="106434"/>
                    <a:pt x="152902" y="88960"/>
                  </a:cubicBezTo>
                  <a:cubicBezTo>
                    <a:pt x="152902" y="71486"/>
                    <a:pt x="138330" y="57321"/>
                    <a:pt x="120355" y="57321"/>
                  </a:cubicBezTo>
                  <a:close/>
                  <a:moveTo>
                    <a:pt x="120355" y="11795"/>
                  </a:moveTo>
                  <a:cubicBezTo>
                    <a:pt x="163474" y="11795"/>
                    <a:pt x="198428" y="46343"/>
                    <a:pt x="198428" y="88960"/>
                  </a:cubicBezTo>
                  <a:cubicBezTo>
                    <a:pt x="198428" y="120923"/>
                    <a:pt x="178766" y="148347"/>
                    <a:pt x="150745" y="160061"/>
                  </a:cubicBezTo>
                  <a:lnTo>
                    <a:pt x="141324" y="161941"/>
                  </a:lnTo>
                  <a:lnTo>
                    <a:pt x="182039" y="173307"/>
                  </a:lnTo>
                  <a:cubicBezTo>
                    <a:pt x="210004" y="189901"/>
                    <a:pt x="229678" y="216792"/>
                    <a:pt x="237440" y="247489"/>
                  </a:cubicBezTo>
                  <a:lnTo>
                    <a:pt x="240710" y="275857"/>
                  </a:lnTo>
                  <a:lnTo>
                    <a:pt x="197521" y="275857"/>
                  </a:lnTo>
                  <a:lnTo>
                    <a:pt x="188342" y="239212"/>
                  </a:lnTo>
                  <a:cubicBezTo>
                    <a:pt x="181772" y="227430"/>
                    <a:pt x="172138" y="217357"/>
                    <a:pt x="160129" y="210231"/>
                  </a:cubicBezTo>
                  <a:cubicBezTo>
                    <a:pt x="136112" y="195981"/>
                    <a:pt x="106296" y="195714"/>
                    <a:pt x="82028" y="209533"/>
                  </a:cubicBezTo>
                  <a:cubicBezTo>
                    <a:pt x="69894" y="216442"/>
                    <a:pt x="60081" y="226341"/>
                    <a:pt x="53302" y="238004"/>
                  </a:cubicBezTo>
                  <a:lnTo>
                    <a:pt x="43098" y="275857"/>
                  </a:lnTo>
                  <a:lnTo>
                    <a:pt x="0" y="275857"/>
                  </a:lnTo>
                  <a:lnTo>
                    <a:pt x="4064" y="245402"/>
                  </a:lnTo>
                  <a:cubicBezTo>
                    <a:pt x="12374" y="214849"/>
                    <a:pt x="32525" y="188314"/>
                    <a:pt x="60783" y="172223"/>
                  </a:cubicBezTo>
                  <a:lnTo>
                    <a:pt x="99921" y="162048"/>
                  </a:lnTo>
                  <a:lnTo>
                    <a:pt x="89965" y="160061"/>
                  </a:lnTo>
                  <a:cubicBezTo>
                    <a:pt x="61944" y="148347"/>
                    <a:pt x="42282" y="120923"/>
                    <a:pt x="42282" y="88960"/>
                  </a:cubicBezTo>
                  <a:cubicBezTo>
                    <a:pt x="42282" y="46343"/>
                    <a:pt x="77236" y="11795"/>
                    <a:pt x="120355" y="11795"/>
                  </a:cubicBezTo>
                  <a:close/>
                  <a:moveTo>
                    <a:pt x="561954" y="0"/>
                  </a:moveTo>
                  <a:lnTo>
                    <a:pt x="626055" y="0"/>
                  </a:lnTo>
                  <a:lnTo>
                    <a:pt x="626055" y="64101"/>
                  </a:lnTo>
                  <a:lnTo>
                    <a:pt x="561954" y="64101"/>
                  </a:lnTo>
                  <a:close/>
                </a:path>
              </a:pathLst>
            </a:custGeom>
            <a:solidFill>
              <a:schemeClr val="accent1"/>
            </a:solidFill>
            <a:ln w="9525" cap="flat">
              <a:noFill/>
              <a:prstDash val="solid"/>
              <a:miter/>
            </a:ln>
          </p:spPr>
          <p:txBody>
            <a:bodyPr wrap="square" rtlCol="0" anchor="ctr">
              <a:noAutofit/>
            </a:bodyPr>
            <a:lstStyle/>
            <a:p>
              <a:endParaRPr lang="en-US"/>
            </a:p>
          </p:txBody>
        </p:sp>
      </p:grpSp>
      <p:grpSp>
        <p:nvGrpSpPr>
          <p:cNvPr id="171" name="Group 170">
            <a:extLst>
              <a:ext uri="{FF2B5EF4-FFF2-40B4-BE49-F238E27FC236}">
                <a16:creationId xmlns:a16="http://schemas.microsoft.com/office/drawing/2014/main" id="{3FD7BA8C-9859-18CA-EA34-8D90232514FC}"/>
              </a:ext>
              <a:ext uri="{C183D7F6-B498-43B3-948B-1728B52AA6E4}">
                <adec:decorative xmlns:adec="http://schemas.microsoft.com/office/drawing/2017/decorative" val="1"/>
              </a:ext>
            </a:extLst>
          </p:cNvPr>
          <p:cNvGrpSpPr>
            <a:grpSpLocks noChangeAspect="1"/>
          </p:cNvGrpSpPr>
          <p:nvPr/>
        </p:nvGrpSpPr>
        <p:grpSpPr>
          <a:xfrm>
            <a:off x="1787622" y="3636615"/>
            <a:ext cx="406164" cy="457200"/>
            <a:chOff x="1787622" y="3636615"/>
            <a:chExt cx="406164" cy="457200"/>
          </a:xfrm>
          <a:solidFill>
            <a:srgbClr val="FF0000"/>
          </a:solidFill>
        </p:grpSpPr>
        <p:sp>
          <p:nvSpPr>
            <p:cNvPr id="1960" name="Freeform: Shape 1959">
              <a:extLst>
                <a:ext uri="{FF2B5EF4-FFF2-40B4-BE49-F238E27FC236}">
                  <a16:creationId xmlns:a16="http://schemas.microsoft.com/office/drawing/2014/main" id="{D0FA66FC-480E-6258-611F-97417F925985}"/>
                </a:ext>
                <a:ext uri="{C183D7F6-B498-43B3-948B-1728B52AA6E4}">
                  <adec:decorative xmlns:adec="http://schemas.microsoft.com/office/drawing/2017/decorative" val="1"/>
                </a:ext>
              </a:extLst>
            </p:cNvPr>
            <p:cNvSpPr/>
            <p:nvPr/>
          </p:nvSpPr>
          <p:spPr>
            <a:xfrm>
              <a:off x="1787622" y="4042728"/>
              <a:ext cx="51092" cy="51087"/>
            </a:xfrm>
            <a:custGeom>
              <a:avLst/>
              <a:gdLst>
                <a:gd name="connsiteX0" fmla="*/ -18 w 420640"/>
                <a:gd name="connsiteY0" fmla="*/ 26 h 420600"/>
                <a:gd name="connsiteX1" fmla="*/ 420622 w 420640"/>
                <a:gd name="connsiteY1" fmla="*/ 26 h 420600"/>
                <a:gd name="connsiteX2" fmla="*/ 420622 w 420640"/>
                <a:gd name="connsiteY2" fmla="*/ 420627 h 420600"/>
                <a:gd name="connsiteX3" fmla="*/ -18 w 420640"/>
                <a:gd name="connsiteY3" fmla="*/ 420627 h 420600"/>
                <a:gd name="connsiteX4" fmla="*/ -18 w 420640"/>
                <a:gd name="connsiteY4" fmla="*/ 26 h 42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640" h="420600">
                  <a:moveTo>
                    <a:pt x="-18" y="26"/>
                  </a:moveTo>
                  <a:lnTo>
                    <a:pt x="420622" y="26"/>
                  </a:lnTo>
                  <a:lnTo>
                    <a:pt x="420622" y="420627"/>
                  </a:lnTo>
                  <a:lnTo>
                    <a:pt x="-18" y="420627"/>
                  </a:lnTo>
                  <a:lnTo>
                    <a:pt x="-18" y="26"/>
                  </a:lnTo>
                </a:path>
              </a:pathLst>
            </a:custGeom>
            <a:solidFill>
              <a:schemeClr val="accent1"/>
            </a:solidFill>
            <a:ln w="10102"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506A651D-6B74-6562-5224-42446CF58D70}"/>
                </a:ext>
                <a:ext uri="{C183D7F6-B498-43B3-948B-1728B52AA6E4}">
                  <adec:decorative xmlns:adec="http://schemas.microsoft.com/office/drawing/2017/decorative" val="1"/>
                </a:ext>
              </a:extLst>
            </p:cNvPr>
            <p:cNvSpPr/>
            <p:nvPr/>
          </p:nvSpPr>
          <p:spPr>
            <a:xfrm>
              <a:off x="1801186" y="3636615"/>
              <a:ext cx="392600" cy="450093"/>
            </a:xfrm>
            <a:custGeom>
              <a:avLst/>
              <a:gdLst>
                <a:gd name="connsiteX0" fmla="*/ 267600 w 521831"/>
                <a:gd name="connsiteY0" fmla="*/ 489443 h 598249"/>
                <a:gd name="connsiteX1" fmla="*/ 346591 w 521831"/>
                <a:gd name="connsiteY1" fmla="*/ 510172 h 598249"/>
                <a:gd name="connsiteX2" fmla="*/ 342444 w 521831"/>
                <a:gd name="connsiteY2" fmla="*/ 525962 h 598249"/>
                <a:gd name="connsiteX3" fmla="*/ 263451 w 521831"/>
                <a:gd name="connsiteY3" fmla="*/ 505233 h 598249"/>
                <a:gd name="connsiteX4" fmla="*/ 247265 w 521831"/>
                <a:gd name="connsiteY4" fmla="*/ 472659 h 598249"/>
                <a:gd name="connsiteX5" fmla="*/ 256338 w 521831"/>
                <a:gd name="connsiteY5" fmla="*/ 486236 h 598249"/>
                <a:gd name="connsiteX6" fmla="*/ 222377 w 521831"/>
                <a:gd name="connsiteY6" fmla="*/ 508956 h 598249"/>
                <a:gd name="connsiteX7" fmla="*/ 207295 w 521831"/>
                <a:gd name="connsiteY7" fmla="*/ 486721 h 598249"/>
                <a:gd name="connsiteX8" fmla="*/ 220807 w 521831"/>
                <a:gd name="connsiteY8" fmla="*/ 477546 h 598249"/>
                <a:gd name="connsiteX9" fmla="*/ 226778 w 521831"/>
                <a:gd name="connsiteY9" fmla="*/ 486351 h 598249"/>
                <a:gd name="connsiteX10" fmla="*/ 199557 w 521831"/>
                <a:gd name="connsiteY10" fmla="*/ 431221 h 598249"/>
                <a:gd name="connsiteX11" fmla="*/ 168593 w 521831"/>
                <a:gd name="connsiteY11" fmla="*/ 549250 h 598249"/>
                <a:gd name="connsiteX12" fmla="*/ 177911 w 521831"/>
                <a:gd name="connsiteY12" fmla="*/ 549250 h 598249"/>
                <a:gd name="connsiteX13" fmla="*/ 207317 w 521831"/>
                <a:gd name="connsiteY13" fmla="*/ 549250 h 598249"/>
                <a:gd name="connsiteX14" fmla="*/ 365274 w 521831"/>
                <a:gd name="connsiteY14" fmla="*/ 549250 h 598249"/>
                <a:gd name="connsiteX15" fmla="*/ 382323 w 521831"/>
                <a:gd name="connsiteY15" fmla="*/ 483978 h 598249"/>
                <a:gd name="connsiteX16" fmla="*/ 381825 w 521831"/>
                <a:gd name="connsiteY16" fmla="*/ 480546 h 598249"/>
                <a:gd name="connsiteX17" fmla="*/ 379050 w 521831"/>
                <a:gd name="connsiteY17" fmla="*/ 478428 h 598249"/>
                <a:gd name="connsiteX18" fmla="*/ 332176 w 521831"/>
                <a:gd name="connsiteY18" fmla="*/ 466178 h 598249"/>
                <a:gd name="connsiteX19" fmla="*/ 329241 w 521831"/>
                <a:gd name="connsiteY19" fmla="*/ 477286 h 598249"/>
                <a:gd name="connsiteX20" fmla="*/ 247900 w 521831"/>
                <a:gd name="connsiteY20" fmla="*/ 455887 h 598249"/>
                <a:gd name="connsiteX21" fmla="*/ 250842 w 521831"/>
                <a:gd name="connsiteY21" fmla="*/ 444779 h 598249"/>
                <a:gd name="connsiteX22" fmla="*/ 256603 w 521831"/>
                <a:gd name="connsiteY22" fmla="*/ 48999 h 598249"/>
                <a:gd name="connsiteX23" fmla="*/ 144097 w 521831"/>
                <a:gd name="connsiteY23" fmla="*/ 146685 h 598249"/>
                <a:gd name="connsiteX24" fmla="*/ 143038 w 521831"/>
                <a:gd name="connsiteY24" fmla="*/ 162233 h 598249"/>
                <a:gd name="connsiteX25" fmla="*/ 256661 w 521831"/>
                <a:gd name="connsiteY25" fmla="*/ 275844 h 598249"/>
                <a:gd name="connsiteX26" fmla="*/ 369416 w 521831"/>
                <a:gd name="connsiteY26" fmla="*/ 176212 h 598249"/>
                <a:gd name="connsiteX27" fmla="*/ 370228 w 521831"/>
                <a:gd name="connsiteY27" fmla="*/ 162623 h 598249"/>
                <a:gd name="connsiteX28" fmla="*/ 256603 w 521831"/>
                <a:gd name="connsiteY28" fmla="*/ 48999 h 598249"/>
                <a:gd name="connsiteX29" fmla="*/ 256603 w 521831"/>
                <a:gd name="connsiteY29" fmla="*/ 0 h 598249"/>
                <a:gd name="connsiteX30" fmla="*/ 375554 w 521831"/>
                <a:gd name="connsiteY30" fmla="*/ 51844 h 598249"/>
                <a:gd name="connsiteX31" fmla="*/ 375828 w 521831"/>
                <a:gd name="connsiteY31" fmla="*/ 51583 h 598249"/>
                <a:gd name="connsiteX32" fmla="*/ 419271 w 521831"/>
                <a:gd name="connsiteY32" fmla="*/ 162233 h 598249"/>
                <a:gd name="connsiteX33" fmla="*/ 418059 w 521831"/>
                <a:gd name="connsiteY33" fmla="*/ 182146 h 598249"/>
                <a:gd name="connsiteX34" fmla="*/ 375784 w 521831"/>
                <a:gd name="connsiteY34" fmla="*/ 273260 h 598249"/>
                <a:gd name="connsiteX35" fmla="*/ 375560 w 521831"/>
                <a:gd name="connsiteY35" fmla="*/ 273056 h 598249"/>
                <a:gd name="connsiteX36" fmla="*/ 322551 w 521831"/>
                <a:gd name="connsiteY36" fmla="*/ 310893 h 598249"/>
                <a:gd name="connsiteX37" fmla="*/ 308774 w 521831"/>
                <a:gd name="connsiteY37" fmla="*/ 313810 h 598249"/>
                <a:gd name="connsiteX38" fmla="*/ 309993 w 521831"/>
                <a:gd name="connsiteY38" fmla="*/ 313933 h 598249"/>
                <a:gd name="connsiteX39" fmla="*/ 521831 w 521831"/>
                <a:gd name="connsiteY39" fmla="*/ 573749 h 598249"/>
                <a:gd name="connsiteX40" fmla="*/ 521831 w 521831"/>
                <a:gd name="connsiteY40" fmla="*/ 598249 h 598249"/>
                <a:gd name="connsiteX41" fmla="*/ 207317 w 521831"/>
                <a:gd name="connsiteY41" fmla="*/ 598249 h 598249"/>
                <a:gd name="connsiteX42" fmla="*/ 177911 w 521831"/>
                <a:gd name="connsiteY42" fmla="*/ 598249 h 598249"/>
                <a:gd name="connsiteX43" fmla="*/ 79618 w 521831"/>
                <a:gd name="connsiteY43" fmla="*/ 598249 h 598249"/>
                <a:gd name="connsiteX44" fmla="*/ 79618 w 521831"/>
                <a:gd name="connsiteY44" fmla="*/ 549250 h 598249"/>
                <a:gd name="connsiteX45" fmla="*/ 151637 w 521831"/>
                <a:gd name="connsiteY45" fmla="*/ 549250 h 598249"/>
                <a:gd name="connsiteX46" fmla="*/ 187959 w 521831"/>
                <a:gd name="connsiteY46" fmla="*/ 411303 h 598249"/>
                <a:gd name="connsiteX47" fmla="*/ 255083 w 521831"/>
                <a:gd name="connsiteY47" fmla="*/ 428944 h 598249"/>
                <a:gd name="connsiteX48" fmla="*/ 260310 w 521831"/>
                <a:gd name="connsiteY48" fmla="*/ 430246 h 598249"/>
                <a:gd name="connsiteX49" fmla="*/ 304574 w 521831"/>
                <a:gd name="connsiteY49" fmla="*/ 405905 h 598249"/>
                <a:gd name="connsiteX50" fmla="*/ 331032 w 521831"/>
                <a:gd name="connsiteY50" fmla="*/ 448862 h 598249"/>
                <a:gd name="connsiteX51" fmla="*/ 336424 w 521831"/>
                <a:gd name="connsiteY51" fmla="*/ 450330 h 598249"/>
                <a:gd name="connsiteX52" fmla="*/ 383133 w 521831"/>
                <a:gd name="connsiteY52" fmla="*/ 462579 h 598249"/>
                <a:gd name="connsiteX53" fmla="*/ 396040 w 521831"/>
                <a:gd name="connsiteY53" fmla="*/ 472220 h 598249"/>
                <a:gd name="connsiteX54" fmla="*/ 398158 w 521831"/>
                <a:gd name="connsiteY54" fmla="*/ 488228 h 598249"/>
                <a:gd name="connsiteX55" fmla="*/ 382076 w 521831"/>
                <a:gd name="connsiteY55" fmla="*/ 549250 h 598249"/>
                <a:gd name="connsiteX56" fmla="*/ 471454 w 521831"/>
                <a:gd name="connsiteY56" fmla="*/ 549250 h 598249"/>
                <a:gd name="connsiteX57" fmla="*/ 256610 w 521831"/>
                <a:gd name="connsiteY57" fmla="*/ 357534 h 598249"/>
                <a:gd name="connsiteX58" fmla="*/ 85862 w 521831"/>
                <a:gd name="connsiteY58" fmla="*/ 441248 h 598249"/>
                <a:gd name="connsiteX59" fmla="*/ 85859 w 521831"/>
                <a:gd name="connsiteY59" fmla="*/ 441253 h 598249"/>
                <a:gd name="connsiteX60" fmla="*/ 56629 w 521831"/>
                <a:gd name="connsiteY60" fmla="*/ 491553 h 598249"/>
                <a:gd name="connsiteX61" fmla="*/ 51866 w 521831"/>
                <a:gd name="connsiteY61" fmla="*/ 510061 h 598249"/>
                <a:gd name="connsiteX62" fmla="*/ 0 w 521831"/>
                <a:gd name="connsiteY62" fmla="*/ 510061 h 598249"/>
                <a:gd name="connsiteX63" fmla="*/ 12271 w 521831"/>
                <a:gd name="connsiteY63" fmla="*/ 470615 h 598249"/>
                <a:gd name="connsiteX64" fmla="*/ 16520 w 521831"/>
                <a:gd name="connsiteY64" fmla="*/ 462798 h 598249"/>
                <a:gd name="connsiteX65" fmla="*/ 36752 w 521831"/>
                <a:gd name="connsiteY65" fmla="*/ 425569 h 598249"/>
                <a:gd name="connsiteX66" fmla="*/ 190408 w 521831"/>
                <a:gd name="connsiteY66" fmla="*/ 316899 h 598249"/>
                <a:gd name="connsiteX67" fmla="*/ 208404 w 521831"/>
                <a:gd name="connsiteY67" fmla="*/ 314625 h 598249"/>
                <a:gd name="connsiteX68" fmla="*/ 190762 w 521831"/>
                <a:gd name="connsiteY68" fmla="*/ 310890 h 598249"/>
                <a:gd name="connsiteX69" fmla="*/ 137749 w 521831"/>
                <a:gd name="connsiteY69" fmla="*/ 273056 h 598249"/>
                <a:gd name="connsiteX70" fmla="*/ 137468 w 521831"/>
                <a:gd name="connsiteY70" fmla="*/ 273310 h 598249"/>
                <a:gd name="connsiteX71" fmla="*/ 93981 w 521831"/>
                <a:gd name="connsiteY71" fmla="*/ 162623 h 598249"/>
                <a:gd name="connsiteX72" fmla="*/ 95551 w 521831"/>
                <a:gd name="connsiteY72" fmla="*/ 140005 h 598249"/>
                <a:gd name="connsiteX73" fmla="*/ 137526 w 521831"/>
                <a:gd name="connsiteY73" fmla="*/ 51538 h 598249"/>
                <a:gd name="connsiteX74" fmla="*/ 137749 w 521831"/>
                <a:gd name="connsiteY74" fmla="*/ 51743 h 598249"/>
                <a:gd name="connsiteX75" fmla="*/ 256603 w 521831"/>
                <a:gd name="connsiteY75" fmla="*/ 0 h 59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21831" h="598249">
                  <a:moveTo>
                    <a:pt x="267600" y="489443"/>
                  </a:moveTo>
                  <a:lnTo>
                    <a:pt x="346591" y="510172"/>
                  </a:lnTo>
                  <a:lnTo>
                    <a:pt x="342444" y="525962"/>
                  </a:lnTo>
                  <a:lnTo>
                    <a:pt x="263451" y="505233"/>
                  </a:lnTo>
                  <a:close/>
                  <a:moveTo>
                    <a:pt x="247265" y="472659"/>
                  </a:moveTo>
                  <a:lnTo>
                    <a:pt x="256338" y="486236"/>
                  </a:lnTo>
                  <a:lnTo>
                    <a:pt x="222377" y="508956"/>
                  </a:lnTo>
                  <a:lnTo>
                    <a:pt x="207295" y="486721"/>
                  </a:lnTo>
                  <a:lnTo>
                    <a:pt x="220807" y="477546"/>
                  </a:lnTo>
                  <a:lnTo>
                    <a:pt x="226778" y="486351"/>
                  </a:lnTo>
                  <a:close/>
                  <a:moveTo>
                    <a:pt x="199557" y="431221"/>
                  </a:moveTo>
                  <a:lnTo>
                    <a:pt x="168593" y="549250"/>
                  </a:lnTo>
                  <a:lnTo>
                    <a:pt x="177911" y="549250"/>
                  </a:lnTo>
                  <a:lnTo>
                    <a:pt x="207317" y="549250"/>
                  </a:lnTo>
                  <a:lnTo>
                    <a:pt x="365274" y="549250"/>
                  </a:lnTo>
                  <a:lnTo>
                    <a:pt x="382323" y="483978"/>
                  </a:lnTo>
                  <a:cubicBezTo>
                    <a:pt x="382648" y="482836"/>
                    <a:pt x="382481" y="481528"/>
                    <a:pt x="381825" y="480546"/>
                  </a:cubicBezTo>
                  <a:cubicBezTo>
                    <a:pt x="381175" y="479404"/>
                    <a:pt x="380198" y="478753"/>
                    <a:pt x="379050" y="478428"/>
                  </a:cubicBezTo>
                  <a:lnTo>
                    <a:pt x="332176" y="466178"/>
                  </a:lnTo>
                  <a:lnTo>
                    <a:pt x="329241" y="477286"/>
                  </a:lnTo>
                  <a:lnTo>
                    <a:pt x="247900" y="455887"/>
                  </a:lnTo>
                  <a:lnTo>
                    <a:pt x="250842" y="444779"/>
                  </a:lnTo>
                  <a:close/>
                  <a:moveTo>
                    <a:pt x="256603" y="48999"/>
                  </a:moveTo>
                  <a:cubicBezTo>
                    <a:pt x="199354" y="48999"/>
                    <a:pt x="151868" y="91555"/>
                    <a:pt x="144097" y="146685"/>
                  </a:cubicBezTo>
                  <a:cubicBezTo>
                    <a:pt x="143395" y="151807"/>
                    <a:pt x="143038" y="156988"/>
                    <a:pt x="143038" y="162233"/>
                  </a:cubicBezTo>
                  <a:cubicBezTo>
                    <a:pt x="143038" y="224880"/>
                    <a:pt x="194009" y="275844"/>
                    <a:pt x="256661" y="275844"/>
                  </a:cubicBezTo>
                  <a:cubicBezTo>
                    <a:pt x="314573" y="275844"/>
                    <a:pt x="362513" y="232287"/>
                    <a:pt x="369416" y="176212"/>
                  </a:cubicBezTo>
                  <a:cubicBezTo>
                    <a:pt x="369953" y="171733"/>
                    <a:pt x="370228" y="167190"/>
                    <a:pt x="370228" y="162623"/>
                  </a:cubicBezTo>
                  <a:cubicBezTo>
                    <a:pt x="370228" y="99969"/>
                    <a:pt x="319257" y="48999"/>
                    <a:pt x="256603" y="48999"/>
                  </a:cubicBezTo>
                  <a:close/>
                  <a:moveTo>
                    <a:pt x="256603" y="0"/>
                  </a:moveTo>
                  <a:cubicBezTo>
                    <a:pt x="303510" y="0"/>
                    <a:pt x="345842" y="19963"/>
                    <a:pt x="375554" y="51844"/>
                  </a:cubicBezTo>
                  <a:lnTo>
                    <a:pt x="375828" y="51583"/>
                  </a:lnTo>
                  <a:cubicBezTo>
                    <a:pt x="403851" y="81748"/>
                    <a:pt x="419271" y="121037"/>
                    <a:pt x="419271" y="162233"/>
                  </a:cubicBezTo>
                  <a:cubicBezTo>
                    <a:pt x="419271" y="168970"/>
                    <a:pt x="418856" y="175613"/>
                    <a:pt x="418059" y="182146"/>
                  </a:cubicBezTo>
                  <a:cubicBezTo>
                    <a:pt x="413982" y="216094"/>
                    <a:pt x="399333" y="247898"/>
                    <a:pt x="375784" y="273260"/>
                  </a:cubicBezTo>
                  <a:lnTo>
                    <a:pt x="375560" y="273056"/>
                  </a:lnTo>
                  <a:cubicBezTo>
                    <a:pt x="360708" y="288980"/>
                    <a:pt x="342703" y="301927"/>
                    <a:pt x="322551" y="310893"/>
                  </a:cubicBezTo>
                  <a:lnTo>
                    <a:pt x="308774" y="313810"/>
                  </a:lnTo>
                  <a:lnTo>
                    <a:pt x="309993" y="313933"/>
                  </a:lnTo>
                  <a:cubicBezTo>
                    <a:pt x="430735" y="338705"/>
                    <a:pt x="521831" y="445791"/>
                    <a:pt x="521831" y="573749"/>
                  </a:cubicBezTo>
                  <a:lnTo>
                    <a:pt x="521831" y="598249"/>
                  </a:lnTo>
                  <a:lnTo>
                    <a:pt x="207317" y="598249"/>
                  </a:lnTo>
                  <a:lnTo>
                    <a:pt x="177911" y="598249"/>
                  </a:lnTo>
                  <a:lnTo>
                    <a:pt x="79618" y="598249"/>
                  </a:lnTo>
                  <a:lnTo>
                    <a:pt x="79618" y="549250"/>
                  </a:lnTo>
                  <a:lnTo>
                    <a:pt x="151637" y="549250"/>
                  </a:lnTo>
                  <a:lnTo>
                    <a:pt x="187959" y="411303"/>
                  </a:lnTo>
                  <a:lnTo>
                    <a:pt x="255083" y="428944"/>
                  </a:lnTo>
                  <a:lnTo>
                    <a:pt x="260310" y="430246"/>
                  </a:lnTo>
                  <a:cubicBezTo>
                    <a:pt x="266358" y="411788"/>
                    <a:pt x="285633" y="401011"/>
                    <a:pt x="304574" y="405905"/>
                  </a:cubicBezTo>
                  <a:cubicBezTo>
                    <a:pt x="323351" y="410971"/>
                    <a:pt x="334957" y="429913"/>
                    <a:pt x="331032" y="448862"/>
                  </a:cubicBezTo>
                  <a:lnTo>
                    <a:pt x="336424" y="450330"/>
                  </a:lnTo>
                  <a:lnTo>
                    <a:pt x="383133" y="462579"/>
                  </a:lnTo>
                  <a:cubicBezTo>
                    <a:pt x="388683" y="464053"/>
                    <a:pt x="393104" y="467486"/>
                    <a:pt x="396040" y="472220"/>
                  </a:cubicBezTo>
                  <a:cubicBezTo>
                    <a:pt x="398814" y="477120"/>
                    <a:pt x="399638" y="482836"/>
                    <a:pt x="398158" y="488228"/>
                  </a:cubicBezTo>
                  <a:lnTo>
                    <a:pt x="382076" y="549250"/>
                  </a:lnTo>
                  <a:lnTo>
                    <a:pt x="471454" y="549250"/>
                  </a:lnTo>
                  <a:cubicBezTo>
                    <a:pt x="459248" y="441522"/>
                    <a:pt x="367554" y="357534"/>
                    <a:pt x="256610" y="357534"/>
                  </a:cubicBezTo>
                  <a:cubicBezTo>
                    <a:pt x="187271" y="357534"/>
                    <a:pt x="125452" y="390342"/>
                    <a:pt x="85862" y="441248"/>
                  </a:cubicBezTo>
                  <a:lnTo>
                    <a:pt x="85859" y="441253"/>
                  </a:lnTo>
                  <a:lnTo>
                    <a:pt x="56629" y="491553"/>
                  </a:lnTo>
                  <a:lnTo>
                    <a:pt x="51866" y="510061"/>
                  </a:lnTo>
                  <a:lnTo>
                    <a:pt x="0" y="510061"/>
                  </a:lnTo>
                  <a:lnTo>
                    <a:pt x="12271" y="470615"/>
                  </a:lnTo>
                  <a:lnTo>
                    <a:pt x="16520" y="462798"/>
                  </a:lnTo>
                  <a:lnTo>
                    <a:pt x="36752" y="425569"/>
                  </a:lnTo>
                  <a:cubicBezTo>
                    <a:pt x="72535" y="372650"/>
                    <a:pt x="126902" y="333278"/>
                    <a:pt x="190408" y="316899"/>
                  </a:cubicBezTo>
                  <a:lnTo>
                    <a:pt x="208404" y="314625"/>
                  </a:lnTo>
                  <a:lnTo>
                    <a:pt x="190762" y="310890"/>
                  </a:lnTo>
                  <a:cubicBezTo>
                    <a:pt x="170608" y="301924"/>
                    <a:pt x="152602" y="288977"/>
                    <a:pt x="137749" y="273056"/>
                  </a:cubicBezTo>
                  <a:lnTo>
                    <a:pt x="137468" y="273310"/>
                  </a:lnTo>
                  <a:cubicBezTo>
                    <a:pt x="109428" y="243138"/>
                    <a:pt x="93981" y="203831"/>
                    <a:pt x="93981" y="162623"/>
                  </a:cubicBezTo>
                  <a:cubicBezTo>
                    <a:pt x="93981" y="154946"/>
                    <a:pt x="94517" y="147399"/>
                    <a:pt x="95551" y="140005"/>
                  </a:cubicBezTo>
                  <a:cubicBezTo>
                    <a:pt x="100068" y="107032"/>
                    <a:pt x="114576" y="76216"/>
                    <a:pt x="137526" y="51538"/>
                  </a:cubicBezTo>
                  <a:lnTo>
                    <a:pt x="137749" y="51743"/>
                  </a:lnTo>
                  <a:cubicBezTo>
                    <a:pt x="167448" y="19924"/>
                    <a:pt x="209742" y="0"/>
                    <a:pt x="256603"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8" name="Group 167">
            <a:extLst>
              <a:ext uri="{FF2B5EF4-FFF2-40B4-BE49-F238E27FC236}">
                <a16:creationId xmlns:a16="http://schemas.microsoft.com/office/drawing/2014/main" id="{A01659F9-9B11-A31C-7010-BF91790FAE97}"/>
              </a:ext>
              <a:ext uri="{C183D7F6-B498-43B3-948B-1728B52AA6E4}">
                <adec:decorative xmlns:adec="http://schemas.microsoft.com/office/drawing/2017/decorative" val="1"/>
              </a:ext>
            </a:extLst>
          </p:cNvPr>
          <p:cNvGrpSpPr>
            <a:grpSpLocks noChangeAspect="1"/>
          </p:cNvGrpSpPr>
          <p:nvPr/>
        </p:nvGrpSpPr>
        <p:grpSpPr>
          <a:xfrm>
            <a:off x="9441368" y="3636615"/>
            <a:ext cx="462916" cy="457200"/>
            <a:chOff x="9441368" y="3636615"/>
            <a:chExt cx="462916" cy="457200"/>
          </a:xfrm>
          <a:solidFill>
            <a:srgbClr val="FF0000"/>
          </a:solidFill>
        </p:grpSpPr>
        <p:sp>
          <p:nvSpPr>
            <p:cNvPr id="2017" name="Freeform: Shape 2016">
              <a:extLst>
                <a:ext uri="{FF2B5EF4-FFF2-40B4-BE49-F238E27FC236}">
                  <a16:creationId xmlns:a16="http://schemas.microsoft.com/office/drawing/2014/main" id="{E25C0DB1-5CA0-003B-4780-EDBFF77945A0}"/>
                </a:ext>
                <a:ext uri="{C183D7F6-B498-43B3-948B-1728B52AA6E4}">
                  <adec:decorative xmlns:adec="http://schemas.microsoft.com/office/drawing/2017/decorative" val="1"/>
                </a:ext>
              </a:extLst>
            </p:cNvPr>
            <p:cNvSpPr/>
            <p:nvPr/>
          </p:nvSpPr>
          <p:spPr>
            <a:xfrm>
              <a:off x="9441368" y="3847181"/>
              <a:ext cx="36097" cy="36097"/>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accent1"/>
            </a:solidFill>
            <a:ln w="952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48369DAC-0C6F-02F4-55C0-8D26C7F0CA27}"/>
                </a:ext>
                <a:ext uri="{C183D7F6-B498-43B3-948B-1728B52AA6E4}">
                  <adec:decorative xmlns:adec="http://schemas.microsoft.com/office/drawing/2017/decorative" val="1"/>
                </a:ext>
              </a:extLst>
            </p:cNvPr>
            <p:cNvSpPr/>
            <p:nvPr/>
          </p:nvSpPr>
          <p:spPr>
            <a:xfrm>
              <a:off x="9449669" y="3636615"/>
              <a:ext cx="454615" cy="457200"/>
            </a:xfrm>
            <a:custGeom>
              <a:avLst/>
              <a:gdLst>
                <a:gd name="connsiteX0" fmla="*/ 633332 w 834921"/>
                <a:gd name="connsiteY0" fmla="*/ 634434 h 839669"/>
                <a:gd name="connsiteX1" fmla="*/ 597698 w 834921"/>
                <a:gd name="connsiteY1" fmla="*/ 712219 h 839669"/>
                <a:gd name="connsiteX2" fmla="*/ 558806 w 834921"/>
                <a:gd name="connsiteY2" fmla="*/ 766856 h 839669"/>
                <a:gd name="connsiteX3" fmla="*/ 710454 w 834921"/>
                <a:gd name="connsiteY3" fmla="*/ 651504 h 839669"/>
                <a:gd name="connsiteX4" fmla="*/ 633332 w 834921"/>
                <a:gd name="connsiteY4" fmla="*/ 634434 h 839669"/>
                <a:gd name="connsiteX5" fmla="*/ 196676 w 834921"/>
                <a:gd name="connsiteY5" fmla="*/ 634434 h 839669"/>
                <a:gd name="connsiteX6" fmla="*/ 119664 w 834921"/>
                <a:gd name="connsiteY6" fmla="*/ 651504 h 839669"/>
                <a:gd name="connsiteX7" fmla="*/ 271146 w 834921"/>
                <a:gd name="connsiteY7" fmla="*/ 766801 h 839669"/>
                <a:gd name="connsiteX8" fmla="*/ 232309 w 834921"/>
                <a:gd name="connsiteY8" fmla="*/ 712219 h 839669"/>
                <a:gd name="connsiteX9" fmla="*/ 196676 w 834921"/>
                <a:gd name="connsiteY9" fmla="*/ 634434 h 839669"/>
                <a:gd name="connsiteX10" fmla="*/ 435831 w 834921"/>
                <a:gd name="connsiteY10" fmla="*/ 615540 h 839669"/>
                <a:gd name="connsiteX11" fmla="*/ 435831 w 834921"/>
                <a:gd name="connsiteY11" fmla="*/ 793594 h 839669"/>
                <a:gd name="connsiteX12" fmla="*/ 559469 w 834921"/>
                <a:gd name="connsiteY12" fmla="*/ 690066 h 839669"/>
                <a:gd name="connsiteX13" fmla="*/ 588914 w 834921"/>
                <a:gd name="connsiteY13" fmla="*/ 627307 h 839669"/>
                <a:gd name="connsiteX14" fmla="*/ 435831 w 834921"/>
                <a:gd name="connsiteY14" fmla="*/ 615540 h 839669"/>
                <a:gd name="connsiteX15" fmla="*/ 394232 w 834921"/>
                <a:gd name="connsiteY15" fmla="*/ 615485 h 839669"/>
                <a:gd name="connsiteX16" fmla="*/ 241148 w 834921"/>
                <a:gd name="connsiteY16" fmla="*/ 627251 h 839669"/>
                <a:gd name="connsiteX17" fmla="*/ 270593 w 834921"/>
                <a:gd name="connsiteY17" fmla="*/ 690010 h 839669"/>
                <a:gd name="connsiteX18" fmla="*/ 394232 w 834921"/>
                <a:gd name="connsiteY18" fmla="*/ 793594 h 839669"/>
                <a:gd name="connsiteX19" fmla="*/ 668136 w 834921"/>
                <a:gd name="connsiteY19" fmla="*/ 440524 h 839669"/>
                <a:gd name="connsiteX20" fmla="*/ 646535 w 834921"/>
                <a:gd name="connsiteY20" fmla="*/ 591895 h 839669"/>
                <a:gd name="connsiteX21" fmla="*/ 737137 w 834921"/>
                <a:gd name="connsiteY21" fmla="*/ 612944 h 839669"/>
                <a:gd name="connsiteX22" fmla="*/ 790117 w 834921"/>
                <a:gd name="connsiteY22" fmla="*/ 440524 h 839669"/>
                <a:gd name="connsiteX23" fmla="*/ 435831 w 834921"/>
                <a:gd name="connsiteY23" fmla="*/ 440524 h 839669"/>
                <a:gd name="connsiteX24" fmla="*/ 435831 w 834921"/>
                <a:gd name="connsiteY24" fmla="*/ 571344 h 839669"/>
                <a:gd name="connsiteX25" fmla="*/ 602781 w 834921"/>
                <a:gd name="connsiteY25" fmla="*/ 584603 h 839669"/>
                <a:gd name="connsiteX26" fmla="*/ 623885 w 834921"/>
                <a:gd name="connsiteY26" fmla="*/ 440524 h 839669"/>
                <a:gd name="connsiteX27" fmla="*/ 206178 w 834921"/>
                <a:gd name="connsiteY27" fmla="*/ 440524 h 839669"/>
                <a:gd name="connsiteX28" fmla="*/ 227281 w 834921"/>
                <a:gd name="connsiteY28" fmla="*/ 584603 h 839669"/>
                <a:gd name="connsiteX29" fmla="*/ 394232 w 834921"/>
                <a:gd name="connsiteY29" fmla="*/ 571344 h 839669"/>
                <a:gd name="connsiteX30" fmla="*/ 394232 w 834921"/>
                <a:gd name="connsiteY30" fmla="*/ 440524 h 839669"/>
                <a:gd name="connsiteX31" fmla="*/ 603002 w 834921"/>
                <a:gd name="connsiteY31" fmla="*/ 255729 h 839669"/>
                <a:gd name="connsiteX32" fmla="*/ 435831 w 834921"/>
                <a:gd name="connsiteY32" fmla="*/ 269043 h 839669"/>
                <a:gd name="connsiteX33" fmla="*/ 435831 w 834921"/>
                <a:gd name="connsiteY33" fmla="*/ 395941 h 839669"/>
                <a:gd name="connsiteX34" fmla="*/ 623774 w 834921"/>
                <a:gd name="connsiteY34" fmla="*/ 395941 h 839669"/>
                <a:gd name="connsiteX35" fmla="*/ 603002 w 834921"/>
                <a:gd name="connsiteY35" fmla="*/ 255729 h 839669"/>
                <a:gd name="connsiteX36" fmla="*/ 227060 w 834921"/>
                <a:gd name="connsiteY36" fmla="*/ 255674 h 839669"/>
                <a:gd name="connsiteX37" fmla="*/ 206288 w 834921"/>
                <a:gd name="connsiteY37" fmla="*/ 395886 h 839669"/>
                <a:gd name="connsiteX38" fmla="*/ 394232 w 834921"/>
                <a:gd name="connsiteY38" fmla="*/ 395886 h 839669"/>
                <a:gd name="connsiteX39" fmla="*/ 394232 w 834921"/>
                <a:gd name="connsiteY39" fmla="*/ 268988 h 839669"/>
                <a:gd name="connsiteX40" fmla="*/ 227060 w 834921"/>
                <a:gd name="connsiteY40" fmla="*/ 255674 h 839669"/>
                <a:gd name="connsiteX41" fmla="*/ 737414 w 834921"/>
                <a:gd name="connsiteY41" fmla="*/ 227333 h 839669"/>
                <a:gd name="connsiteX42" fmla="*/ 646701 w 834921"/>
                <a:gd name="connsiteY42" fmla="*/ 248493 h 839669"/>
                <a:gd name="connsiteX43" fmla="*/ 667970 w 834921"/>
                <a:gd name="connsiteY43" fmla="*/ 395941 h 839669"/>
                <a:gd name="connsiteX44" fmla="*/ 789841 w 834921"/>
                <a:gd name="connsiteY44" fmla="*/ 395941 h 839669"/>
                <a:gd name="connsiteX45" fmla="*/ 737414 w 834921"/>
                <a:gd name="connsiteY45" fmla="*/ 227333 h 839669"/>
                <a:gd name="connsiteX46" fmla="*/ 271256 w 834921"/>
                <a:gd name="connsiteY46" fmla="*/ 72924 h 839669"/>
                <a:gd name="connsiteX47" fmla="*/ 119277 w 834921"/>
                <a:gd name="connsiteY47" fmla="*/ 188772 h 839669"/>
                <a:gd name="connsiteX48" fmla="*/ 196565 w 834921"/>
                <a:gd name="connsiteY48" fmla="*/ 205898 h 839669"/>
                <a:gd name="connsiteX49" fmla="*/ 232419 w 834921"/>
                <a:gd name="connsiteY49" fmla="*/ 127506 h 839669"/>
                <a:gd name="connsiteX50" fmla="*/ 271256 w 834921"/>
                <a:gd name="connsiteY50" fmla="*/ 72924 h 839669"/>
                <a:gd name="connsiteX51" fmla="*/ 558806 w 834921"/>
                <a:gd name="connsiteY51" fmla="*/ 72814 h 839669"/>
                <a:gd name="connsiteX52" fmla="*/ 597698 w 834921"/>
                <a:gd name="connsiteY52" fmla="*/ 127450 h 839669"/>
                <a:gd name="connsiteX53" fmla="*/ 633553 w 834921"/>
                <a:gd name="connsiteY53" fmla="*/ 205843 h 839669"/>
                <a:gd name="connsiteX54" fmla="*/ 710840 w 834921"/>
                <a:gd name="connsiteY54" fmla="*/ 188717 h 839669"/>
                <a:gd name="connsiteX55" fmla="*/ 558806 w 834921"/>
                <a:gd name="connsiteY55" fmla="*/ 72814 h 839669"/>
                <a:gd name="connsiteX56" fmla="*/ 435831 w 834921"/>
                <a:gd name="connsiteY56" fmla="*/ 46130 h 839669"/>
                <a:gd name="connsiteX57" fmla="*/ 435831 w 834921"/>
                <a:gd name="connsiteY57" fmla="*/ 224848 h 839669"/>
                <a:gd name="connsiteX58" fmla="*/ 589136 w 834921"/>
                <a:gd name="connsiteY58" fmla="*/ 213080 h 839669"/>
                <a:gd name="connsiteX59" fmla="*/ 559469 w 834921"/>
                <a:gd name="connsiteY59" fmla="*/ 149714 h 839669"/>
                <a:gd name="connsiteX60" fmla="*/ 435831 w 834921"/>
                <a:gd name="connsiteY60" fmla="*/ 46130 h 839669"/>
                <a:gd name="connsiteX61" fmla="*/ 394232 w 834921"/>
                <a:gd name="connsiteY61" fmla="*/ 46130 h 839669"/>
                <a:gd name="connsiteX62" fmla="*/ 270593 w 834921"/>
                <a:gd name="connsiteY62" fmla="*/ 149714 h 839669"/>
                <a:gd name="connsiteX63" fmla="*/ 240927 w 834921"/>
                <a:gd name="connsiteY63" fmla="*/ 213080 h 839669"/>
                <a:gd name="connsiteX64" fmla="*/ 394232 w 834921"/>
                <a:gd name="connsiteY64" fmla="*/ 224848 h 839669"/>
                <a:gd name="connsiteX65" fmla="*/ 415004 w 834921"/>
                <a:gd name="connsiteY65" fmla="*/ 0 h 839669"/>
                <a:gd name="connsiteX66" fmla="*/ 834147 w 834921"/>
                <a:gd name="connsiteY66" fmla="*/ 395886 h 839669"/>
                <a:gd name="connsiteX67" fmla="*/ 834921 w 834921"/>
                <a:gd name="connsiteY67" fmla="*/ 395886 h 839669"/>
                <a:gd name="connsiteX68" fmla="*/ 834921 w 834921"/>
                <a:gd name="connsiteY68" fmla="*/ 440468 h 839669"/>
                <a:gd name="connsiteX69" fmla="*/ 834424 w 834921"/>
                <a:gd name="connsiteY69" fmla="*/ 440468 h 839669"/>
                <a:gd name="connsiteX70" fmla="*/ 415059 w 834921"/>
                <a:gd name="connsiteY70" fmla="*/ 839669 h 839669"/>
                <a:gd name="connsiteX71" fmla="*/ 38185 w 834921"/>
                <a:gd name="connsiteY71" fmla="*/ 604530 h 839669"/>
                <a:gd name="connsiteX72" fmla="*/ 33624 w 834921"/>
                <a:gd name="connsiteY72" fmla="*/ 592537 h 839669"/>
                <a:gd name="connsiteX73" fmla="*/ 22666 w 834921"/>
                <a:gd name="connsiteY73" fmla="*/ 568874 h 839669"/>
                <a:gd name="connsiteX74" fmla="*/ 5629 w 834921"/>
                <a:gd name="connsiteY74" fmla="*/ 512421 h 839669"/>
                <a:gd name="connsiteX75" fmla="*/ 0 w 834921"/>
                <a:gd name="connsiteY75" fmla="*/ 475208 h 839669"/>
                <a:gd name="connsiteX76" fmla="*/ 45519 w 834921"/>
                <a:gd name="connsiteY76" fmla="*/ 475208 h 839669"/>
                <a:gd name="connsiteX77" fmla="*/ 58211 w 834921"/>
                <a:gd name="connsiteY77" fmla="*/ 536899 h 839669"/>
                <a:gd name="connsiteX78" fmla="*/ 85634 w 834921"/>
                <a:gd name="connsiteY78" fmla="*/ 596642 h 839669"/>
                <a:gd name="connsiteX79" fmla="*/ 84497 w 834921"/>
                <a:gd name="connsiteY79" fmla="*/ 596642 h 839669"/>
                <a:gd name="connsiteX80" fmla="*/ 93091 w 834921"/>
                <a:gd name="connsiteY80" fmla="*/ 612888 h 839669"/>
                <a:gd name="connsiteX81" fmla="*/ 183527 w 834921"/>
                <a:gd name="connsiteY81" fmla="*/ 591840 h 839669"/>
                <a:gd name="connsiteX82" fmla="*/ 161926 w 834921"/>
                <a:gd name="connsiteY82" fmla="*/ 440468 h 839669"/>
                <a:gd name="connsiteX83" fmla="*/ 149289 w 834921"/>
                <a:gd name="connsiteY83" fmla="*/ 440468 h 839669"/>
                <a:gd name="connsiteX84" fmla="*/ 118044 w 834921"/>
                <a:gd name="connsiteY84" fmla="*/ 440468 h 839669"/>
                <a:gd name="connsiteX85" fmla="*/ 73248 w 834921"/>
                <a:gd name="connsiteY85" fmla="*/ 440468 h 839669"/>
                <a:gd name="connsiteX86" fmla="*/ 73248 w 834921"/>
                <a:gd name="connsiteY86" fmla="*/ 395886 h 839669"/>
                <a:gd name="connsiteX87" fmla="*/ 118044 w 834921"/>
                <a:gd name="connsiteY87" fmla="*/ 395886 h 839669"/>
                <a:gd name="connsiteX88" fmla="*/ 149289 w 834921"/>
                <a:gd name="connsiteY88" fmla="*/ 395886 h 839669"/>
                <a:gd name="connsiteX89" fmla="*/ 162037 w 834921"/>
                <a:gd name="connsiteY89" fmla="*/ 395886 h 839669"/>
                <a:gd name="connsiteX90" fmla="*/ 183306 w 834921"/>
                <a:gd name="connsiteY90" fmla="*/ 248437 h 839669"/>
                <a:gd name="connsiteX91" fmla="*/ 92704 w 834921"/>
                <a:gd name="connsiteY91" fmla="*/ 227333 h 839669"/>
                <a:gd name="connsiteX92" fmla="*/ 84414 w 834921"/>
                <a:gd name="connsiteY92" fmla="*/ 243072 h 839669"/>
                <a:gd name="connsiteX93" fmla="*/ 85505 w 834921"/>
                <a:gd name="connsiteY93" fmla="*/ 243072 h 839669"/>
                <a:gd name="connsiteX94" fmla="*/ 58052 w 834921"/>
                <a:gd name="connsiteY94" fmla="*/ 303088 h 839669"/>
                <a:gd name="connsiteX95" fmla="*/ 45442 w 834921"/>
                <a:gd name="connsiteY95" fmla="*/ 364516 h 839669"/>
                <a:gd name="connsiteX96" fmla="*/ 476 w 834921"/>
                <a:gd name="connsiteY96" fmla="*/ 364516 h 839669"/>
                <a:gd name="connsiteX97" fmla="*/ 10388 w 834921"/>
                <a:gd name="connsiteY97" fmla="*/ 308065 h 839669"/>
                <a:gd name="connsiteX98" fmla="*/ 26702 w 834921"/>
                <a:gd name="connsiteY98" fmla="*/ 265170 h 839669"/>
                <a:gd name="connsiteX99" fmla="*/ 26701 w 834921"/>
                <a:gd name="connsiteY99" fmla="*/ 265170 h 839669"/>
                <a:gd name="connsiteX100" fmla="*/ 38122 w 834921"/>
                <a:gd name="connsiteY100" fmla="*/ 235139 h 839669"/>
                <a:gd name="connsiteX101" fmla="*/ 415004 w 834921"/>
                <a:gd name="connsiteY101" fmla="*/ 0 h 83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34921" h="839669">
                  <a:moveTo>
                    <a:pt x="633332" y="634434"/>
                  </a:moveTo>
                  <a:cubicBezTo>
                    <a:pt x="623443" y="662332"/>
                    <a:pt x="611510" y="688463"/>
                    <a:pt x="597698" y="712219"/>
                  </a:cubicBezTo>
                  <a:cubicBezTo>
                    <a:pt x="585766" y="732770"/>
                    <a:pt x="572728" y="751056"/>
                    <a:pt x="558806" y="766856"/>
                  </a:cubicBezTo>
                  <a:cubicBezTo>
                    <a:pt x="618747" y="741941"/>
                    <a:pt x="670843" y="701888"/>
                    <a:pt x="710454" y="651504"/>
                  </a:cubicBezTo>
                  <a:cubicBezTo>
                    <a:pt x="685538" y="644931"/>
                    <a:pt x="659794" y="639240"/>
                    <a:pt x="633332" y="634434"/>
                  </a:cubicBezTo>
                  <a:close/>
                  <a:moveTo>
                    <a:pt x="196676" y="634434"/>
                  </a:moveTo>
                  <a:cubicBezTo>
                    <a:pt x="170269" y="639240"/>
                    <a:pt x="144524" y="644931"/>
                    <a:pt x="119664" y="651504"/>
                  </a:cubicBezTo>
                  <a:cubicBezTo>
                    <a:pt x="159219" y="701833"/>
                    <a:pt x="211315" y="741885"/>
                    <a:pt x="271146" y="766801"/>
                  </a:cubicBezTo>
                  <a:cubicBezTo>
                    <a:pt x="257279" y="751001"/>
                    <a:pt x="244241" y="732770"/>
                    <a:pt x="232309" y="712219"/>
                  </a:cubicBezTo>
                  <a:cubicBezTo>
                    <a:pt x="218497" y="688463"/>
                    <a:pt x="206620" y="662332"/>
                    <a:pt x="196676" y="634434"/>
                  </a:cubicBezTo>
                  <a:close/>
                  <a:moveTo>
                    <a:pt x="435831" y="615540"/>
                  </a:moveTo>
                  <a:lnTo>
                    <a:pt x="435831" y="793594"/>
                  </a:lnTo>
                  <a:cubicBezTo>
                    <a:pt x="481795" y="785197"/>
                    <a:pt x="525052" y="749177"/>
                    <a:pt x="559469" y="690066"/>
                  </a:cubicBezTo>
                  <a:cubicBezTo>
                    <a:pt x="570684" y="670785"/>
                    <a:pt x="580518" y="649737"/>
                    <a:pt x="588914" y="627307"/>
                  </a:cubicBezTo>
                  <a:cubicBezTo>
                    <a:pt x="539526" y="620346"/>
                    <a:pt x="488148" y="616368"/>
                    <a:pt x="435831" y="615540"/>
                  </a:cubicBezTo>
                  <a:close/>
                  <a:moveTo>
                    <a:pt x="394232" y="615485"/>
                  </a:moveTo>
                  <a:cubicBezTo>
                    <a:pt x="341860" y="616313"/>
                    <a:pt x="290536" y="620291"/>
                    <a:pt x="241148" y="627251"/>
                  </a:cubicBezTo>
                  <a:cubicBezTo>
                    <a:pt x="249600" y="649681"/>
                    <a:pt x="259378" y="670730"/>
                    <a:pt x="270593" y="690010"/>
                  </a:cubicBezTo>
                  <a:cubicBezTo>
                    <a:pt x="305011" y="749177"/>
                    <a:pt x="348268" y="785197"/>
                    <a:pt x="394232" y="793594"/>
                  </a:cubicBezTo>
                  <a:close/>
                  <a:moveTo>
                    <a:pt x="668136" y="440524"/>
                  </a:moveTo>
                  <a:cubicBezTo>
                    <a:pt x="666589" y="493449"/>
                    <a:pt x="659187" y="544606"/>
                    <a:pt x="646535" y="591895"/>
                  </a:cubicBezTo>
                  <a:cubicBezTo>
                    <a:pt x="677749" y="597696"/>
                    <a:pt x="708023" y="604767"/>
                    <a:pt x="737137" y="612944"/>
                  </a:cubicBezTo>
                  <a:cubicBezTo>
                    <a:pt x="767743" y="562063"/>
                    <a:pt x="786692" y="503338"/>
                    <a:pt x="790117" y="440524"/>
                  </a:cubicBezTo>
                  <a:close/>
                  <a:moveTo>
                    <a:pt x="435831" y="440524"/>
                  </a:moveTo>
                  <a:lnTo>
                    <a:pt x="435831" y="571344"/>
                  </a:lnTo>
                  <a:cubicBezTo>
                    <a:pt x="492899" y="572228"/>
                    <a:pt x="548973" y="576703"/>
                    <a:pt x="602781" y="584603"/>
                  </a:cubicBezTo>
                  <a:cubicBezTo>
                    <a:pt x="615156" y="539965"/>
                    <a:pt x="622338" y="491183"/>
                    <a:pt x="623885" y="440524"/>
                  </a:cubicBezTo>
                  <a:close/>
                  <a:moveTo>
                    <a:pt x="206178" y="440524"/>
                  </a:moveTo>
                  <a:cubicBezTo>
                    <a:pt x="207725" y="491183"/>
                    <a:pt x="214906" y="539965"/>
                    <a:pt x="227281" y="584603"/>
                  </a:cubicBezTo>
                  <a:cubicBezTo>
                    <a:pt x="281090" y="576703"/>
                    <a:pt x="337108" y="572228"/>
                    <a:pt x="394232" y="571344"/>
                  </a:cubicBezTo>
                  <a:lnTo>
                    <a:pt x="394232" y="440524"/>
                  </a:lnTo>
                  <a:close/>
                  <a:moveTo>
                    <a:pt x="603002" y="255729"/>
                  </a:moveTo>
                  <a:cubicBezTo>
                    <a:pt x="549139" y="263684"/>
                    <a:pt x="493010" y="268160"/>
                    <a:pt x="435831" y="269043"/>
                  </a:cubicBezTo>
                  <a:lnTo>
                    <a:pt x="435831" y="395941"/>
                  </a:lnTo>
                  <a:lnTo>
                    <a:pt x="623774" y="395941"/>
                  </a:lnTo>
                  <a:cubicBezTo>
                    <a:pt x="622062" y="346663"/>
                    <a:pt x="614991" y="299262"/>
                    <a:pt x="603002" y="255729"/>
                  </a:cubicBezTo>
                  <a:close/>
                  <a:moveTo>
                    <a:pt x="227060" y="255674"/>
                  </a:moveTo>
                  <a:cubicBezTo>
                    <a:pt x="215072" y="299207"/>
                    <a:pt x="208056" y="346608"/>
                    <a:pt x="206288" y="395886"/>
                  </a:cubicBezTo>
                  <a:lnTo>
                    <a:pt x="394232" y="395886"/>
                  </a:lnTo>
                  <a:lnTo>
                    <a:pt x="394232" y="268988"/>
                  </a:lnTo>
                  <a:cubicBezTo>
                    <a:pt x="337053" y="268104"/>
                    <a:pt x="280924" y="263629"/>
                    <a:pt x="227060" y="255674"/>
                  </a:cubicBezTo>
                  <a:close/>
                  <a:moveTo>
                    <a:pt x="737414" y="227333"/>
                  </a:moveTo>
                  <a:cubicBezTo>
                    <a:pt x="708244" y="235510"/>
                    <a:pt x="677970" y="242581"/>
                    <a:pt x="646701" y="248493"/>
                  </a:cubicBezTo>
                  <a:cubicBezTo>
                    <a:pt x="658966" y="294567"/>
                    <a:pt x="666258" y="344397"/>
                    <a:pt x="667970" y="395941"/>
                  </a:cubicBezTo>
                  <a:lnTo>
                    <a:pt x="789841" y="395941"/>
                  </a:lnTo>
                  <a:cubicBezTo>
                    <a:pt x="785918" y="334619"/>
                    <a:pt x="767301" y="277220"/>
                    <a:pt x="737414" y="227333"/>
                  </a:cubicBezTo>
                  <a:close/>
                  <a:moveTo>
                    <a:pt x="271256" y="72924"/>
                  </a:moveTo>
                  <a:cubicBezTo>
                    <a:pt x="211094" y="97950"/>
                    <a:pt x="158888" y="138168"/>
                    <a:pt x="119277" y="188772"/>
                  </a:cubicBezTo>
                  <a:cubicBezTo>
                    <a:pt x="144193" y="195346"/>
                    <a:pt x="169992" y="201037"/>
                    <a:pt x="196565" y="205898"/>
                  </a:cubicBezTo>
                  <a:cubicBezTo>
                    <a:pt x="206509" y="177779"/>
                    <a:pt x="218497" y="151427"/>
                    <a:pt x="232419" y="127506"/>
                  </a:cubicBezTo>
                  <a:cubicBezTo>
                    <a:pt x="244352" y="106954"/>
                    <a:pt x="257390" y="88724"/>
                    <a:pt x="271256" y="72924"/>
                  </a:cubicBezTo>
                  <a:close/>
                  <a:moveTo>
                    <a:pt x="558806" y="72814"/>
                  </a:moveTo>
                  <a:cubicBezTo>
                    <a:pt x="572728" y="88613"/>
                    <a:pt x="585711" y="106900"/>
                    <a:pt x="597698" y="127450"/>
                  </a:cubicBezTo>
                  <a:cubicBezTo>
                    <a:pt x="611620" y="151427"/>
                    <a:pt x="623609" y="177723"/>
                    <a:pt x="633553" y="205843"/>
                  </a:cubicBezTo>
                  <a:cubicBezTo>
                    <a:pt x="660071" y="201037"/>
                    <a:pt x="685869" y="195292"/>
                    <a:pt x="710840" y="188717"/>
                  </a:cubicBezTo>
                  <a:cubicBezTo>
                    <a:pt x="671230" y="138113"/>
                    <a:pt x="618968" y="97839"/>
                    <a:pt x="558806" y="72814"/>
                  </a:cubicBezTo>
                  <a:close/>
                  <a:moveTo>
                    <a:pt x="435831" y="46130"/>
                  </a:moveTo>
                  <a:lnTo>
                    <a:pt x="435831" y="224848"/>
                  </a:lnTo>
                  <a:cubicBezTo>
                    <a:pt x="488258" y="224019"/>
                    <a:pt x="539691" y="220041"/>
                    <a:pt x="589136" y="213080"/>
                  </a:cubicBezTo>
                  <a:cubicBezTo>
                    <a:pt x="580683" y="190430"/>
                    <a:pt x="570795" y="169161"/>
                    <a:pt x="559469" y="149714"/>
                  </a:cubicBezTo>
                  <a:cubicBezTo>
                    <a:pt x="525052" y="90547"/>
                    <a:pt x="481795" y="54527"/>
                    <a:pt x="435831" y="46130"/>
                  </a:cubicBezTo>
                  <a:close/>
                  <a:moveTo>
                    <a:pt x="394232" y="46130"/>
                  </a:moveTo>
                  <a:cubicBezTo>
                    <a:pt x="348268" y="54527"/>
                    <a:pt x="305011" y="90547"/>
                    <a:pt x="270593" y="149714"/>
                  </a:cubicBezTo>
                  <a:cubicBezTo>
                    <a:pt x="259268" y="169161"/>
                    <a:pt x="249379" y="190430"/>
                    <a:pt x="240927" y="213080"/>
                  </a:cubicBezTo>
                  <a:cubicBezTo>
                    <a:pt x="290371" y="220041"/>
                    <a:pt x="341804" y="224019"/>
                    <a:pt x="394232" y="224848"/>
                  </a:cubicBezTo>
                  <a:close/>
                  <a:moveTo>
                    <a:pt x="415004" y="0"/>
                  </a:moveTo>
                  <a:cubicBezTo>
                    <a:pt x="638525" y="0"/>
                    <a:pt x="821717" y="175513"/>
                    <a:pt x="834147" y="395886"/>
                  </a:cubicBezTo>
                  <a:lnTo>
                    <a:pt x="834921" y="395886"/>
                  </a:lnTo>
                  <a:lnTo>
                    <a:pt x="834921" y="440468"/>
                  </a:lnTo>
                  <a:lnTo>
                    <a:pt x="834424" y="440468"/>
                  </a:lnTo>
                  <a:cubicBezTo>
                    <a:pt x="823596" y="662443"/>
                    <a:pt x="639630" y="839669"/>
                    <a:pt x="415059" y="839669"/>
                  </a:cubicBezTo>
                  <a:cubicBezTo>
                    <a:pt x="249821" y="839669"/>
                    <a:pt x="106616" y="743677"/>
                    <a:pt x="38185" y="604530"/>
                  </a:cubicBezTo>
                  <a:lnTo>
                    <a:pt x="33624" y="592537"/>
                  </a:lnTo>
                  <a:lnTo>
                    <a:pt x="22666" y="568874"/>
                  </a:lnTo>
                  <a:cubicBezTo>
                    <a:pt x="15716" y="550628"/>
                    <a:pt x="10003" y="531776"/>
                    <a:pt x="5629" y="512421"/>
                  </a:cubicBezTo>
                  <a:lnTo>
                    <a:pt x="0" y="475208"/>
                  </a:lnTo>
                  <a:lnTo>
                    <a:pt x="45519" y="475208"/>
                  </a:lnTo>
                  <a:lnTo>
                    <a:pt x="58211" y="536899"/>
                  </a:lnTo>
                  <a:lnTo>
                    <a:pt x="85634" y="596642"/>
                  </a:lnTo>
                  <a:lnTo>
                    <a:pt x="84497" y="596642"/>
                  </a:lnTo>
                  <a:lnTo>
                    <a:pt x="93091" y="612888"/>
                  </a:lnTo>
                  <a:cubicBezTo>
                    <a:pt x="122150" y="604712"/>
                    <a:pt x="152369" y="597640"/>
                    <a:pt x="183527" y="591840"/>
                  </a:cubicBezTo>
                  <a:cubicBezTo>
                    <a:pt x="170876" y="544606"/>
                    <a:pt x="163473" y="493394"/>
                    <a:pt x="161926" y="440468"/>
                  </a:cubicBezTo>
                  <a:lnTo>
                    <a:pt x="149289" y="440468"/>
                  </a:lnTo>
                  <a:lnTo>
                    <a:pt x="118044" y="440468"/>
                  </a:lnTo>
                  <a:lnTo>
                    <a:pt x="73248" y="440468"/>
                  </a:lnTo>
                  <a:lnTo>
                    <a:pt x="73248" y="395886"/>
                  </a:lnTo>
                  <a:lnTo>
                    <a:pt x="118044" y="395886"/>
                  </a:lnTo>
                  <a:lnTo>
                    <a:pt x="149289" y="395886"/>
                  </a:lnTo>
                  <a:lnTo>
                    <a:pt x="162037" y="395886"/>
                  </a:lnTo>
                  <a:cubicBezTo>
                    <a:pt x="163750" y="344342"/>
                    <a:pt x="170986" y="294567"/>
                    <a:pt x="183306" y="248437"/>
                  </a:cubicBezTo>
                  <a:cubicBezTo>
                    <a:pt x="152093" y="242581"/>
                    <a:pt x="121819" y="235510"/>
                    <a:pt x="92704" y="227333"/>
                  </a:cubicBezTo>
                  <a:lnTo>
                    <a:pt x="84414" y="243072"/>
                  </a:lnTo>
                  <a:lnTo>
                    <a:pt x="85505" y="243072"/>
                  </a:lnTo>
                  <a:lnTo>
                    <a:pt x="58052" y="303088"/>
                  </a:lnTo>
                  <a:lnTo>
                    <a:pt x="45442" y="364516"/>
                  </a:lnTo>
                  <a:lnTo>
                    <a:pt x="476" y="364516"/>
                  </a:lnTo>
                  <a:lnTo>
                    <a:pt x="10388" y="308065"/>
                  </a:lnTo>
                  <a:lnTo>
                    <a:pt x="26702" y="265170"/>
                  </a:lnTo>
                  <a:lnTo>
                    <a:pt x="26701" y="265170"/>
                  </a:lnTo>
                  <a:lnTo>
                    <a:pt x="38122" y="235139"/>
                  </a:lnTo>
                  <a:cubicBezTo>
                    <a:pt x="106540" y="95992"/>
                    <a:pt x="249725" y="0"/>
                    <a:pt x="415004" y="0"/>
                  </a:cubicBez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170" name="Group 169">
            <a:extLst>
              <a:ext uri="{FF2B5EF4-FFF2-40B4-BE49-F238E27FC236}">
                <a16:creationId xmlns:a16="http://schemas.microsoft.com/office/drawing/2014/main" id="{DF336D27-38CA-8392-922D-A90F83281868}"/>
              </a:ext>
              <a:ext uri="{C183D7F6-B498-43B3-948B-1728B52AA6E4}">
                <adec:decorative xmlns:adec="http://schemas.microsoft.com/office/drawing/2017/decorative" val="1"/>
              </a:ext>
            </a:extLst>
          </p:cNvPr>
          <p:cNvGrpSpPr>
            <a:grpSpLocks noChangeAspect="1"/>
          </p:cNvGrpSpPr>
          <p:nvPr/>
        </p:nvGrpSpPr>
        <p:grpSpPr>
          <a:xfrm>
            <a:off x="10030910" y="3636615"/>
            <a:ext cx="436059" cy="457200"/>
            <a:chOff x="10030910" y="3636615"/>
            <a:chExt cx="436059" cy="457200"/>
          </a:xfrm>
          <a:solidFill>
            <a:srgbClr val="FF0000"/>
          </a:solidFill>
        </p:grpSpPr>
        <p:sp>
          <p:nvSpPr>
            <p:cNvPr id="2020" name="Freeform: Shape 2019">
              <a:extLst>
                <a:ext uri="{FF2B5EF4-FFF2-40B4-BE49-F238E27FC236}">
                  <a16:creationId xmlns:a16="http://schemas.microsoft.com/office/drawing/2014/main" id="{3C71FDC4-1703-220A-18F2-E09629C7F50B}"/>
                </a:ext>
                <a:ext uri="{C183D7F6-B498-43B3-948B-1728B52AA6E4}">
                  <adec:decorative xmlns:adec="http://schemas.microsoft.com/office/drawing/2017/decorative" val="1"/>
                </a:ext>
              </a:extLst>
            </p:cNvPr>
            <p:cNvSpPr/>
            <p:nvPr/>
          </p:nvSpPr>
          <p:spPr>
            <a:xfrm>
              <a:off x="10030910" y="3638783"/>
              <a:ext cx="406615" cy="455032"/>
            </a:xfrm>
            <a:custGeom>
              <a:avLst/>
              <a:gdLst>
                <a:gd name="connsiteX0" fmla="*/ 304097 w 900912"/>
                <a:gd name="connsiteY0" fmla="*/ 48 h 1008187"/>
                <a:gd name="connsiteX1" fmla="*/ 352440 w 900912"/>
                <a:gd name="connsiteY1" fmla="*/ 18777 h 1008187"/>
                <a:gd name="connsiteX2" fmla="*/ 377156 w 900912"/>
                <a:gd name="connsiteY2" fmla="*/ 48167 h 1008187"/>
                <a:gd name="connsiteX3" fmla="*/ 423424 w 900912"/>
                <a:gd name="connsiteY3" fmla="*/ 110614 h 1008187"/>
                <a:gd name="connsiteX4" fmla="*/ 465702 w 900912"/>
                <a:gd name="connsiteY4" fmla="*/ 168226 h 1008187"/>
                <a:gd name="connsiteX5" fmla="*/ 514565 w 900912"/>
                <a:gd name="connsiteY5" fmla="*/ 234165 h 1008187"/>
                <a:gd name="connsiteX6" fmla="*/ 549986 w 900912"/>
                <a:gd name="connsiteY6" fmla="*/ 282562 h 1008187"/>
                <a:gd name="connsiteX7" fmla="*/ 590981 w 900912"/>
                <a:gd name="connsiteY7" fmla="*/ 340967 h 1008187"/>
                <a:gd name="connsiteX8" fmla="*/ 593362 w 900912"/>
                <a:gd name="connsiteY8" fmla="*/ 343779 h 1008187"/>
                <a:gd name="connsiteX9" fmla="*/ 602175 w 900912"/>
                <a:gd name="connsiteY9" fmla="*/ 331727 h 1008187"/>
                <a:gd name="connsiteX10" fmla="*/ 608103 w 900912"/>
                <a:gd name="connsiteY10" fmla="*/ 287883 h 1008187"/>
                <a:gd name="connsiteX11" fmla="*/ 615754 w 900912"/>
                <a:gd name="connsiteY11" fmla="*/ 239053 h 1008187"/>
                <a:gd name="connsiteX12" fmla="*/ 620927 w 900912"/>
                <a:gd name="connsiteY12" fmla="*/ 201407 h 1008187"/>
                <a:gd name="connsiteX13" fmla="*/ 632575 w 900912"/>
                <a:gd name="connsiteY13" fmla="*/ 152323 h 1008187"/>
                <a:gd name="connsiteX14" fmla="*/ 686701 w 900912"/>
                <a:gd name="connsiteY14" fmla="*/ 113125 h 1008187"/>
                <a:gd name="connsiteX15" fmla="*/ 751331 w 900912"/>
                <a:gd name="connsiteY15" fmla="*/ 129395 h 1008187"/>
                <a:gd name="connsiteX16" fmla="*/ 778886 w 900912"/>
                <a:gd name="connsiteY16" fmla="*/ 178022 h 1008187"/>
                <a:gd name="connsiteX17" fmla="*/ 780876 w 900912"/>
                <a:gd name="connsiteY17" fmla="*/ 206061 h 1008187"/>
                <a:gd name="connsiteX18" fmla="*/ 782875 w 900912"/>
                <a:gd name="connsiteY18" fmla="*/ 247376 h 1008187"/>
                <a:gd name="connsiteX19" fmla="*/ 784819 w 900912"/>
                <a:gd name="connsiteY19" fmla="*/ 286238 h 1008187"/>
                <a:gd name="connsiteX20" fmla="*/ 786817 w 900912"/>
                <a:gd name="connsiteY20" fmla="*/ 331972 h 1008187"/>
                <a:gd name="connsiteX21" fmla="*/ 788741 w 900912"/>
                <a:gd name="connsiteY21" fmla="*/ 367889 h 1008187"/>
                <a:gd name="connsiteX22" fmla="*/ 790743 w 900912"/>
                <a:gd name="connsiteY22" fmla="*/ 414114 h 1008187"/>
                <a:gd name="connsiteX23" fmla="*/ 792685 w 900912"/>
                <a:gd name="connsiteY23" fmla="*/ 450521 h 1008187"/>
                <a:gd name="connsiteX24" fmla="*/ 795546 w 900912"/>
                <a:gd name="connsiteY24" fmla="*/ 506851 h 1008187"/>
                <a:gd name="connsiteX25" fmla="*/ 795385 w 900912"/>
                <a:gd name="connsiteY25" fmla="*/ 550110 h 1008187"/>
                <a:gd name="connsiteX26" fmla="*/ 788720 w 900912"/>
                <a:gd name="connsiteY26" fmla="*/ 595714 h 1008187"/>
                <a:gd name="connsiteX27" fmla="*/ 779738 w 900912"/>
                <a:gd name="connsiteY27" fmla="*/ 643194 h 1008187"/>
                <a:gd name="connsiteX28" fmla="*/ 768255 w 900912"/>
                <a:gd name="connsiteY28" fmla="*/ 680519 h 1008187"/>
                <a:gd name="connsiteX29" fmla="*/ 768798 w 900912"/>
                <a:gd name="connsiteY29" fmla="*/ 685604 h 1008187"/>
                <a:gd name="connsiteX30" fmla="*/ 812314 w 900912"/>
                <a:gd name="connsiteY30" fmla="*/ 746984 h 1008187"/>
                <a:gd name="connsiteX31" fmla="*/ 877401 w 900912"/>
                <a:gd name="connsiteY31" fmla="*/ 839422 h 1008187"/>
                <a:gd name="connsiteX32" fmla="*/ 900912 w 900912"/>
                <a:gd name="connsiteY32" fmla="*/ 872605 h 1008187"/>
                <a:gd name="connsiteX33" fmla="*/ 864035 w 900912"/>
                <a:gd name="connsiteY33" fmla="*/ 900547 h 1008187"/>
                <a:gd name="connsiteX34" fmla="*/ 810562 w 900912"/>
                <a:gd name="connsiteY34" fmla="*/ 824770 h 1008187"/>
                <a:gd name="connsiteX35" fmla="*/ 741685 w 900912"/>
                <a:gd name="connsiteY35" fmla="*/ 727348 h 1008187"/>
                <a:gd name="connsiteX36" fmla="*/ 723651 w 900912"/>
                <a:gd name="connsiteY36" fmla="*/ 700289 h 1008187"/>
                <a:gd name="connsiteX37" fmla="*/ 722590 w 900912"/>
                <a:gd name="connsiteY37" fmla="*/ 670527 h 1008187"/>
                <a:gd name="connsiteX38" fmla="*/ 740332 w 900912"/>
                <a:gd name="connsiteY38" fmla="*/ 610666 h 1008187"/>
                <a:gd name="connsiteX39" fmla="*/ 746640 w 900912"/>
                <a:gd name="connsiteY39" fmla="*/ 567892 h 1008187"/>
                <a:gd name="connsiteX40" fmla="*/ 750346 w 900912"/>
                <a:gd name="connsiteY40" fmla="*/ 507860 h 1008187"/>
                <a:gd name="connsiteX41" fmla="*/ 747509 w 900912"/>
                <a:gd name="connsiteY41" fmla="*/ 453985 h 1008187"/>
                <a:gd name="connsiteX42" fmla="*/ 745558 w 900912"/>
                <a:gd name="connsiteY42" fmla="*/ 417579 h 1008187"/>
                <a:gd name="connsiteX43" fmla="*/ 743582 w 900912"/>
                <a:gd name="connsiteY43" fmla="*/ 375772 h 1008187"/>
                <a:gd name="connsiteX44" fmla="*/ 741623 w 900912"/>
                <a:gd name="connsiteY44" fmla="*/ 333964 h 1008187"/>
                <a:gd name="connsiteX45" fmla="*/ 739646 w 900912"/>
                <a:gd name="connsiteY45" fmla="*/ 290193 h 1008187"/>
                <a:gd name="connsiteX46" fmla="*/ 737691 w 900912"/>
                <a:gd name="connsiteY46" fmla="*/ 250349 h 1008187"/>
                <a:gd name="connsiteX47" fmla="*/ 735660 w 900912"/>
                <a:gd name="connsiteY47" fmla="*/ 210510 h 1008187"/>
                <a:gd name="connsiteX48" fmla="*/ 732639 w 900912"/>
                <a:gd name="connsiteY48" fmla="*/ 181747 h 1008187"/>
                <a:gd name="connsiteX49" fmla="*/ 705109 w 900912"/>
                <a:gd name="connsiteY49" fmla="*/ 158042 h 1008187"/>
                <a:gd name="connsiteX50" fmla="*/ 679948 w 900912"/>
                <a:gd name="connsiteY50" fmla="*/ 165590 h 1008187"/>
                <a:gd name="connsiteX51" fmla="*/ 669961 w 900912"/>
                <a:gd name="connsiteY51" fmla="*/ 184210 h 1008187"/>
                <a:gd name="connsiteX52" fmla="*/ 664106 w 900912"/>
                <a:gd name="connsiteY52" fmla="*/ 222157 h 1008187"/>
                <a:gd name="connsiteX53" fmla="*/ 659102 w 900912"/>
                <a:gd name="connsiteY53" fmla="*/ 258361 h 1008187"/>
                <a:gd name="connsiteX54" fmla="*/ 652341 w 900912"/>
                <a:gd name="connsiteY54" fmla="*/ 302485 h 1008187"/>
                <a:gd name="connsiteX55" fmla="*/ 648235 w 900912"/>
                <a:gd name="connsiteY55" fmla="*/ 333006 h 1008187"/>
                <a:gd name="connsiteX56" fmla="*/ 641811 w 900912"/>
                <a:gd name="connsiteY56" fmla="*/ 362303 h 1008187"/>
                <a:gd name="connsiteX57" fmla="*/ 621672 w 900912"/>
                <a:gd name="connsiteY57" fmla="*/ 381214 h 1008187"/>
                <a:gd name="connsiteX58" fmla="*/ 579041 w 900912"/>
                <a:gd name="connsiteY58" fmla="*/ 417674 h 1008187"/>
                <a:gd name="connsiteX59" fmla="*/ 531437 w 900912"/>
                <a:gd name="connsiteY59" fmla="*/ 501576 h 1008187"/>
                <a:gd name="connsiteX60" fmla="*/ 522773 w 900912"/>
                <a:gd name="connsiteY60" fmla="*/ 543172 h 1008187"/>
                <a:gd name="connsiteX61" fmla="*/ 519653 w 900912"/>
                <a:gd name="connsiteY61" fmla="*/ 576875 h 1008187"/>
                <a:gd name="connsiteX62" fmla="*/ 518199 w 900912"/>
                <a:gd name="connsiteY62" fmla="*/ 588362 h 1008187"/>
                <a:gd name="connsiteX63" fmla="*/ 472861 w 900912"/>
                <a:gd name="connsiteY63" fmla="*/ 584375 h 1008187"/>
                <a:gd name="connsiteX64" fmla="*/ 473625 w 900912"/>
                <a:gd name="connsiteY64" fmla="*/ 568623 h 1008187"/>
                <a:gd name="connsiteX65" fmla="*/ 475423 w 900912"/>
                <a:gd name="connsiteY65" fmla="*/ 553818 h 1008187"/>
                <a:gd name="connsiteX66" fmla="*/ 487285 w 900912"/>
                <a:gd name="connsiteY66" fmla="*/ 487378 h 1008187"/>
                <a:gd name="connsiteX67" fmla="*/ 522268 w 900912"/>
                <a:gd name="connsiteY67" fmla="*/ 415512 h 1008187"/>
                <a:gd name="connsiteX68" fmla="*/ 545327 w 900912"/>
                <a:gd name="connsiteY68" fmla="*/ 386490 h 1008187"/>
                <a:gd name="connsiteX69" fmla="*/ 557113 w 900912"/>
                <a:gd name="connsiteY69" fmla="*/ 373165 h 1008187"/>
                <a:gd name="connsiteX70" fmla="*/ 545122 w 900912"/>
                <a:gd name="connsiteY70" fmla="*/ 356047 h 1008187"/>
                <a:gd name="connsiteX71" fmla="*/ 473172 w 900912"/>
                <a:gd name="connsiteY71" fmla="*/ 256600 h 1008187"/>
                <a:gd name="connsiteX72" fmla="*/ 417383 w 900912"/>
                <a:gd name="connsiteY72" fmla="*/ 180361 h 1008187"/>
                <a:gd name="connsiteX73" fmla="*/ 365559 w 900912"/>
                <a:gd name="connsiteY73" fmla="*/ 110623 h 1008187"/>
                <a:gd name="connsiteX74" fmla="*/ 329017 w 900912"/>
                <a:gd name="connsiteY74" fmla="*/ 60730 h 1008187"/>
                <a:gd name="connsiteX75" fmla="*/ 276945 w 900912"/>
                <a:gd name="connsiteY75" fmla="*/ 55758 h 1008187"/>
                <a:gd name="connsiteX76" fmla="*/ 275194 w 900912"/>
                <a:gd name="connsiteY76" fmla="*/ 106990 h 1008187"/>
                <a:gd name="connsiteX77" fmla="*/ 317370 w 900912"/>
                <a:gd name="connsiteY77" fmla="*/ 164094 h 1008187"/>
                <a:gd name="connsiteX78" fmla="*/ 360057 w 900912"/>
                <a:gd name="connsiteY78" fmla="*/ 222030 h 1008187"/>
                <a:gd name="connsiteX79" fmla="*/ 398728 w 900912"/>
                <a:gd name="connsiteY79" fmla="*/ 274599 h 1008187"/>
                <a:gd name="connsiteX80" fmla="*/ 438692 w 900912"/>
                <a:gd name="connsiteY80" fmla="*/ 329142 h 1008187"/>
                <a:gd name="connsiteX81" fmla="*/ 476494 w 900912"/>
                <a:gd name="connsiteY81" fmla="*/ 380646 h 1008187"/>
                <a:gd name="connsiteX82" fmla="*/ 438732 w 900912"/>
                <a:gd name="connsiteY82" fmla="*/ 407295 h 1008187"/>
                <a:gd name="connsiteX83" fmla="*/ 423478 w 900912"/>
                <a:gd name="connsiteY83" fmla="*/ 386602 h 1008187"/>
                <a:gd name="connsiteX84" fmla="*/ 377188 w 900912"/>
                <a:gd name="connsiteY84" fmla="*/ 323580 h 1008187"/>
                <a:gd name="connsiteX85" fmla="*/ 341782 w 900912"/>
                <a:gd name="connsiteY85" fmla="*/ 274656 h 1008187"/>
                <a:gd name="connsiteX86" fmla="*/ 294556 w 900912"/>
                <a:gd name="connsiteY86" fmla="*/ 210505 h 1008187"/>
                <a:gd name="connsiteX87" fmla="*/ 248603 w 900912"/>
                <a:gd name="connsiteY87" fmla="*/ 147289 h 1008187"/>
                <a:gd name="connsiteX88" fmla="*/ 205577 w 900912"/>
                <a:gd name="connsiteY88" fmla="*/ 88456 h 1008187"/>
                <a:gd name="connsiteX89" fmla="*/ 151831 w 900912"/>
                <a:gd name="connsiteY89" fmla="*/ 84926 h 1008187"/>
                <a:gd name="connsiteX90" fmla="*/ 149423 w 900912"/>
                <a:gd name="connsiteY90" fmla="*/ 131215 h 1008187"/>
                <a:gd name="connsiteX91" fmla="*/ 193629 w 900912"/>
                <a:gd name="connsiteY91" fmla="*/ 191589 h 1008187"/>
                <a:gd name="connsiteX92" fmla="*/ 230233 w 900912"/>
                <a:gd name="connsiteY92" fmla="*/ 241481 h 1008187"/>
                <a:gd name="connsiteX93" fmla="*/ 262213 w 900912"/>
                <a:gd name="connsiteY93" fmla="*/ 285236 h 1008187"/>
                <a:gd name="connsiteX94" fmla="*/ 299917 w 900912"/>
                <a:gd name="connsiteY94" fmla="*/ 336700 h 1008187"/>
                <a:gd name="connsiteX95" fmla="*/ 345874 w 900912"/>
                <a:gd name="connsiteY95" fmla="*/ 399364 h 1008187"/>
                <a:gd name="connsiteX96" fmla="*/ 375383 w 900912"/>
                <a:gd name="connsiteY96" fmla="*/ 439583 h 1008187"/>
                <a:gd name="connsiteX97" fmla="*/ 373973 w 900912"/>
                <a:gd name="connsiteY97" fmla="*/ 443893 h 1008187"/>
                <a:gd name="connsiteX98" fmla="*/ 339107 w 900912"/>
                <a:gd name="connsiteY98" fmla="*/ 468541 h 1008187"/>
                <a:gd name="connsiteX99" fmla="*/ 320908 w 900912"/>
                <a:gd name="connsiteY99" fmla="*/ 444087 h 1008187"/>
                <a:gd name="connsiteX100" fmla="*/ 282837 w 900912"/>
                <a:gd name="connsiteY100" fmla="*/ 392294 h 1008187"/>
                <a:gd name="connsiteX101" fmla="*/ 245635 w 900912"/>
                <a:gd name="connsiteY101" fmla="*/ 341661 h 1008187"/>
                <a:gd name="connsiteX102" fmla="*/ 199623 w 900912"/>
                <a:gd name="connsiteY102" fmla="*/ 279579 h 1008187"/>
                <a:gd name="connsiteX103" fmla="*/ 158194 w 900912"/>
                <a:gd name="connsiteY103" fmla="*/ 223127 h 1008187"/>
                <a:gd name="connsiteX104" fmla="*/ 136993 w 900912"/>
                <a:gd name="connsiteY104" fmla="*/ 199305 h 1008187"/>
                <a:gd name="connsiteX105" fmla="*/ 102663 w 900912"/>
                <a:gd name="connsiteY105" fmla="*/ 198833 h 1008187"/>
                <a:gd name="connsiteX106" fmla="*/ 83997 w 900912"/>
                <a:gd name="connsiteY106" fmla="*/ 229773 h 1008187"/>
                <a:gd name="connsiteX107" fmla="*/ 93858 w 900912"/>
                <a:gd name="connsiteY107" fmla="*/ 254572 h 1008187"/>
                <a:gd name="connsiteX108" fmla="*/ 135513 w 900912"/>
                <a:gd name="connsiteY108" fmla="*/ 310899 h 1008187"/>
                <a:gd name="connsiteX109" fmla="*/ 170432 w 900912"/>
                <a:gd name="connsiteY109" fmla="*/ 358442 h 1008187"/>
                <a:gd name="connsiteX110" fmla="*/ 209116 w 900912"/>
                <a:gd name="connsiteY110" fmla="*/ 410999 h 1008187"/>
                <a:gd name="connsiteX111" fmla="*/ 244026 w 900912"/>
                <a:gd name="connsiteY111" fmla="*/ 458549 h 1008187"/>
                <a:gd name="connsiteX112" fmla="*/ 281014 w 900912"/>
                <a:gd name="connsiteY112" fmla="*/ 508772 h 1008187"/>
                <a:gd name="connsiteX113" fmla="*/ 287241 w 900912"/>
                <a:gd name="connsiteY113" fmla="*/ 517700 h 1008187"/>
                <a:gd name="connsiteX114" fmla="*/ 249781 w 900912"/>
                <a:gd name="connsiteY114" fmla="*/ 544199 h 1008187"/>
                <a:gd name="connsiteX115" fmla="*/ 231992 w 900912"/>
                <a:gd name="connsiteY115" fmla="*/ 520911 h 1008187"/>
                <a:gd name="connsiteX116" fmla="*/ 189192 w 900912"/>
                <a:gd name="connsiteY116" fmla="*/ 463632 h 1008187"/>
                <a:gd name="connsiteX117" fmla="*/ 143501 w 900912"/>
                <a:gd name="connsiteY117" fmla="*/ 402511 h 1008187"/>
                <a:gd name="connsiteX118" fmla="*/ 107016 w 900912"/>
                <a:gd name="connsiteY118" fmla="*/ 354250 h 1008187"/>
                <a:gd name="connsiteX119" fmla="*/ 75183 w 900912"/>
                <a:gd name="connsiteY119" fmla="*/ 343150 h 1008187"/>
                <a:gd name="connsiteX120" fmla="*/ 48176 w 900912"/>
                <a:gd name="connsiteY120" fmla="*/ 365228 h 1008187"/>
                <a:gd name="connsiteX121" fmla="*/ 56925 w 900912"/>
                <a:gd name="connsiteY121" fmla="*/ 405060 h 1008187"/>
                <a:gd name="connsiteX122" fmla="*/ 93487 w 900912"/>
                <a:gd name="connsiteY122" fmla="*/ 454968 h 1008187"/>
                <a:gd name="connsiteX123" fmla="*/ 145639 w 900912"/>
                <a:gd name="connsiteY123" fmla="*/ 526183 h 1008187"/>
                <a:gd name="connsiteX124" fmla="*/ 190801 w 900912"/>
                <a:gd name="connsiteY124" fmla="*/ 588750 h 1008187"/>
                <a:gd name="connsiteX125" fmla="*/ 237997 w 900912"/>
                <a:gd name="connsiteY125" fmla="*/ 652922 h 1008187"/>
                <a:gd name="connsiteX126" fmla="*/ 283139 w 900912"/>
                <a:gd name="connsiteY126" fmla="*/ 715504 h 1008187"/>
                <a:gd name="connsiteX127" fmla="*/ 338243 w 900912"/>
                <a:gd name="connsiteY127" fmla="*/ 791662 h 1008187"/>
                <a:gd name="connsiteX128" fmla="*/ 379769 w 900912"/>
                <a:gd name="connsiteY128" fmla="*/ 840704 h 1008187"/>
                <a:gd name="connsiteX129" fmla="*/ 424796 w 900912"/>
                <a:gd name="connsiteY129" fmla="*/ 873288 h 1008187"/>
                <a:gd name="connsiteX130" fmla="*/ 458120 w 900912"/>
                <a:gd name="connsiteY130" fmla="*/ 896637 h 1008187"/>
                <a:gd name="connsiteX131" fmla="*/ 475270 w 900912"/>
                <a:gd name="connsiteY131" fmla="*/ 919775 h 1008187"/>
                <a:gd name="connsiteX132" fmla="*/ 518869 w 900912"/>
                <a:gd name="connsiteY132" fmla="*/ 981604 h 1008187"/>
                <a:gd name="connsiteX133" fmla="*/ 481122 w 900912"/>
                <a:gd name="connsiteY133" fmla="*/ 1008187 h 1008187"/>
                <a:gd name="connsiteX134" fmla="*/ 462850 w 900912"/>
                <a:gd name="connsiteY134" fmla="*/ 982645 h 1008187"/>
                <a:gd name="connsiteX135" fmla="*/ 422878 w 900912"/>
                <a:gd name="connsiteY135" fmla="*/ 926435 h 1008187"/>
                <a:gd name="connsiteX136" fmla="*/ 413142 w 900912"/>
                <a:gd name="connsiteY136" fmla="*/ 919589 h 1008187"/>
                <a:gd name="connsiteX137" fmla="*/ 358122 w 900912"/>
                <a:gd name="connsiteY137" fmla="*/ 883107 h 1008187"/>
                <a:gd name="connsiteX138" fmla="*/ 301511 w 900912"/>
                <a:gd name="connsiteY138" fmla="*/ 819940 h 1008187"/>
                <a:gd name="connsiteX139" fmla="*/ 246429 w 900912"/>
                <a:gd name="connsiteY139" fmla="*/ 743771 h 1008187"/>
                <a:gd name="connsiteX140" fmla="*/ 204387 w 900912"/>
                <a:gd name="connsiteY140" fmla="*/ 685448 h 1008187"/>
                <a:gd name="connsiteX141" fmla="*/ 165188 w 900912"/>
                <a:gd name="connsiteY141" fmla="*/ 632084 h 1008187"/>
                <a:gd name="connsiteX142" fmla="*/ 127906 w 900912"/>
                <a:gd name="connsiteY142" fmla="*/ 580904 h 1008187"/>
                <a:gd name="connsiteX143" fmla="*/ 89309 w 900912"/>
                <a:gd name="connsiteY143" fmla="*/ 527769 h 1008187"/>
                <a:gd name="connsiteX144" fmla="*/ 51355 w 900912"/>
                <a:gd name="connsiteY144" fmla="*/ 475877 h 1008187"/>
                <a:gd name="connsiteX145" fmla="*/ 15626 w 900912"/>
                <a:gd name="connsiteY145" fmla="*/ 426589 h 1008187"/>
                <a:gd name="connsiteX146" fmla="*/ 82 w 900912"/>
                <a:gd name="connsiteY146" fmla="*/ 382618 h 1008187"/>
                <a:gd name="connsiteX147" fmla="*/ 8168 w 900912"/>
                <a:gd name="connsiteY147" fmla="*/ 341500 h 1008187"/>
                <a:gd name="connsiteX148" fmla="*/ 62466 w 900912"/>
                <a:gd name="connsiteY148" fmla="*/ 298669 h 1008187"/>
                <a:gd name="connsiteX149" fmla="*/ 66907 w 900912"/>
                <a:gd name="connsiteY149" fmla="*/ 297422 h 1008187"/>
                <a:gd name="connsiteX150" fmla="*/ 47683 w 900912"/>
                <a:gd name="connsiteY150" fmla="*/ 267946 h 1008187"/>
                <a:gd name="connsiteX151" fmla="*/ 38471 w 900912"/>
                <a:gd name="connsiteY151" fmla="*/ 236605 h 1008187"/>
                <a:gd name="connsiteX152" fmla="*/ 44530 w 900912"/>
                <a:gd name="connsiteY152" fmla="*/ 197859 h 1008187"/>
                <a:gd name="connsiteX153" fmla="*/ 75589 w 900912"/>
                <a:gd name="connsiteY153" fmla="*/ 161274 h 1008187"/>
                <a:gd name="connsiteX154" fmla="*/ 102879 w 900912"/>
                <a:gd name="connsiteY154" fmla="*/ 150323 h 1008187"/>
                <a:gd name="connsiteX155" fmla="*/ 105949 w 900912"/>
                <a:gd name="connsiteY155" fmla="*/ 149074 h 1008187"/>
                <a:gd name="connsiteX156" fmla="*/ 126600 w 900912"/>
                <a:gd name="connsiteY156" fmla="*/ 45356 h 1008187"/>
                <a:gd name="connsiteX157" fmla="*/ 227582 w 900912"/>
                <a:gd name="connsiteY157" fmla="*/ 45028 h 1008187"/>
                <a:gd name="connsiteX158" fmla="*/ 286255 w 900912"/>
                <a:gd name="connsiteY158" fmla="*/ 1359 h 1008187"/>
                <a:gd name="connsiteX159" fmla="*/ 304097 w 900912"/>
                <a:gd name="connsiteY159" fmla="*/ 48 h 10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00912" h="1008187">
                  <a:moveTo>
                    <a:pt x="304097" y="48"/>
                  </a:moveTo>
                  <a:cubicBezTo>
                    <a:pt x="321534" y="653"/>
                    <a:pt x="337731" y="6979"/>
                    <a:pt x="352440" y="18777"/>
                  </a:cubicBezTo>
                  <a:cubicBezTo>
                    <a:pt x="362717" y="27021"/>
                    <a:pt x="369405" y="38013"/>
                    <a:pt x="377156" y="48167"/>
                  </a:cubicBezTo>
                  <a:cubicBezTo>
                    <a:pt x="392873" y="68758"/>
                    <a:pt x="408064" y="89751"/>
                    <a:pt x="423424" y="110614"/>
                  </a:cubicBezTo>
                  <a:cubicBezTo>
                    <a:pt x="437546" y="129797"/>
                    <a:pt x="451558" y="149060"/>
                    <a:pt x="465702" y="168226"/>
                  </a:cubicBezTo>
                  <a:cubicBezTo>
                    <a:pt x="481946" y="190238"/>
                    <a:pt x="498315" y="212157"/>
                    <a:pt x="514565" y="234165"/>
                  </a:cubicBezTo>
                  <a:cubicBezTo>
                    <a:pt x="526440" y="250247"/>
                    <a:pt x="538369" y="266294"/>
                    <a:pt x="549986" y="282562"/>
                  </a:cubicBezTo>
                  <a:cubicBezTo>
                    <a:pt x="563807" y="301919"/>
                    <a:pt x="577316" y="321499"/>
                    <a:pt x="590981" y="340967"/>
                  </a:cubicBezTo>
                  <a:cubicBezTo>
                    <a:pt x="591730" y="342034"/>
                    <a:pt x="592669" y="342967"/>
                    <a:pt x="593362" y="343779"/>
                  </a:cubicBezTo>
                  <a:cubicBezTo>
                    <a:pt x="600037" y="342082"/>
                    <a:pt x="601468" y="337281"/>
                    <a:pt x="602175" y="331727"/>
                  </a:cubicBezTo>
                  <a:cubicBezTo>
                    <a:pt x="604038" y="317098"/>
                    <a:pt x="605946" y="302471"/>
                    <a:pt x="608103" y="287883"/>
                  </a:cubicBezTo>
                  <a:cubicBezTo>
                    <a:pt x="610513" y="271586"/>
                    <a:pt x="613330" y="255349"/>
                    <a:pt x="615754" y="239053"/>
                  </a:cubicBezTo>
                  <a:cubicBezTo>
                    <a:pt x="617618" y="226524"/>
                    <a:pt x="618741" y="213874"/>
                    <a:pt x="620927" y="201407"/>
                  </a:cubicBezTo>
                  <a:cubicBezTo>
                    <a:pt x="623833" y="184839"/>
                    <a:pt x="623893" y="167589"/>
                    <a:pt x="632575" y="152323"/>
                  </a:cubicBezTo>
                  <a:cubicBezTo>
                    <a:pt x="644703" y="130997"/>
                    <a:pt x="662389" y="117307"/>
                    <a:pt x="686701" y="113125"/>
                  </a:cubicBezTo>
                  <a:cubicBezTo>
                    <a:pt x="710515" y="109028"/>
                    <a:pt x="732590" y="113894"/>
                    <a:pt x="751331" y="129395"/>
                  </a:cubicBezTo>
                  <a:cubicBezTo>
                    <a:pt x="766483" y="141927"/>
                    <a:pt x="776711" y="157915"/>
                    <a:pt x="778886" y="178022"/>
                  </a:cubicBezTo>
                  <a:cubicBezTo>
                    <a:pt x="779893" y="187332"/>
                    <a:pt x="780361" y="196706"/>
                    <a:pt x="780876" y="206061"/>
                  </a:cubicBezTo>
                  <a:cubicBezTo>
                    <a:pt x="781634" y="219828"/>
                    <a:pt x="782201" y="233605"/>
                    <a:pt x="782875" y="247376"/>
                  </a:cubicBezTo>
                  <a:cubicBezTo>
                    <a:pt x="783510" y="260331"/>
                    <a:pt x="784221" y="273282"/>
                    <a:pt x="784819" y="286238"/>
                  </a:cubicBezTo>
                  <a:cubicBezTo>
                    <a:pt x="785524" y="301481"/>
                    <a:pt x="786091" y="316731"/>
                    <a:pt x="786817" y="331972"/>
                  </a:cubicBezTo>
                  <a:cubicBezTo>
                    <a:pt x="787387" y="343948"/>
                    <a:pt x="788176" y="355914"/>
                    <a:pt x="788741" y="367889"/>
                  </a:cubicBezTo>
                  <a:cubicBezTo>
                    <a:pt x="789469" y="383295"/>
                    <a:pt x="790018" y="398709"/>
                    <a:pt x="790743" y="414114"/>
                  </a:cubicBezTo>
                  <a:cubicBezTo>
                    <a:pt x="791314" y="426253"/>
                    <a:pt x="792043" y="438385"/>
                    <a:pt x="792685" y="450521"/>
                  </a:cubicBezTo>
                  <a:cubicBezTo>
                    <a:pt x="793678" y="469297"/>
                    <a:pt x="794942" y="488063"/>
                    <a:pt x="795546" y="506851"/>
                  </a:cubicBezTo>
                  <a:cubicBezTo>
                    <a:pt x="796009" y="521263"/>
                    <a:pt x="796519" y="535772"/>
                    <a:pt x="795385" y="550110"/>
                  </a:cubicBezTo>
                  <a:cubicBezTo>
                    <a:pt x="794177" y="565393"/>
                    <a:pt x="791281" y="580563"/>
                    <a:pt x="788720" y="595714"/>
                  </a:cubicBezTo>
                  <a:cubicBezTo>
                    <a:pt x="786036" y="611598"/>
                    <a:pt x="783462" y="627540"/>
                    <a:pt x="779738" y="643194"/>
                  </a:cubicBezTo>
                  <a:cubicBezTo>
                    <a:pt x="776732" y="655830"/>
                    <a:pt x="772018" y="668054"/>
                    <a:pt x="768255" y="680519"/>
                  </a:cubicBezTo>
                  <a:cubicBezTo>
                    <a:pt x="767793" y="682050"/>
                    <a:pt x="767927" y="684364"/>
                    <a:pt x="768798" y="685604"/>
                  </a:cubicBezTo>
                  <a:cubicBezTo>
                    <a:pt x="783211" y="706128"/>
                    <a:pt x="797845" y="726498"/>
                    <a:pt x="812314" y="746984"/>
                  </a:cubicBezTo>
                  <a:cubicBezTo>
                    <a:pt x="834054" y="777765"/>
                    <a:pt x="855685" y="808624"/>
                    <a:pt x="877401" y="839422"/>
                  </a:cubicBezTo>
                  <a:lnTo>
                    <a:pt x="900912" y="872605"/>
                  </a:lnTo>
                  <a:lnTo>
                    <a:pt x="864035" y="900547"/>
                  </a:lnTo>
                  <a:lnTo>
                    <a:pt x="810562" y="824770"/>
                  </a:lnTo>
                  <a:cubicBezTo>
                    <a:pt x="787621" y="792283"/>
                    <a:pt x="764584" y="759864"/>
                    <a:pt x="741685" y="727348"/>
                  </a:cubicBezTo>
                  <a:cubicBezTo>
                    <a:pt x="735442" y="718484"/>
                    <a:pt x="728949" y="709711"/>
                    <a:pt x="723651" y="700289"/>
                  </a:cubicBezTo>
                  <a:cubicBezTo>
                    <a:pt x="718366" y="690889"/>
                    <a:pt x="719326" y="680764"/>
                    <a:pt x="722590" y="670527"/>
                  </a:cubicBezTo>
                  <a:cubicBezTo>
                    <a:pt x="728913" y="650697"/>
                    <a:pt x="735421" y="630866"/>
                    <a:pt x="740332" y="610666"/>
                  </a:cubicBezTo>
                  <a:cubicBezTo>
                    <a:pt x="743722" y="596723"/>
                    <a:pt x="744121" y="582082"/>
                    <a:pt x="746640" y="567892"/>
                  </a:cubicBezTo>
                  <a:cubicBezTo>
                    <a:pt x="750174" y="547986"/>
                    <a:pt x="750848" y="527940"/>
                    <a:pt x="750346" y="507860"/>
                  </a:cubicBezTo>
                  <a:cubicBezTo>
                    <a:pt x="749897" y="489889"/>
                    <a:pt x="748487" y="471943"/>
                    <a:pt x="747509" y="453985"/>
                  </a:cubicBezTo>
                  <a:cubicBezTo>
                    <a:pt x="746848" y="441850"/>
                    <a:pt x="746165" y="429716"/>
                    <a:pt x="745558" y="417579"/>
                  </a:cubicBezTo>
                  <a:cubicBezTo>
                    <a:pt x="744861" y="403645"/>
                    <a:pt x="744236" y="389707"/>
                    <a:pt x="743582" y="375772"/>
                  </a:cubicBezTo>
                  <a:cubicBezTo>
                    <a:pt x="742927" y="361836"/>
                    <a:pt x="742263" y="347900"/>
                    <a:pt x="741623" y="333964"/>
                  </a:cubicBezTo>
                  <a:cubicBezTo>
                    <a:pt x="740953" y="319374"/>
                    <a:pt x="740330" y="304782"/>
                    <a:pt x="739646" y="290193"/>
                  </a:cubicBezTo>
                  <a:cubicBezTo>
                    <a:pt x="739023" y="276910"/>
                    <a:pt x="738347" y="263630"/>
                    <a:pt x="737691" y="250349"/>
                  </a:cubicBezTo>
                  <a:cubicBezTo>
                    <a:pt x="737037" y="237068"/>
                    <a:pt x="736568" y="223774"/>
                    <a:pt x="735660" y="210510"/>
                  </a:cubicBezTo>
                  <a:cubicBezTo>
                    <a:pt x="735002" y="200893"/>
                    <a:pt x="734334" y="191214"/>
                    <a:pt x="732639" y="181747"/>
                  </a:cubicBezTo>
                  <a:cubicBezTo>
                    <a:pt x="730425" y="169385"/>
                    <a:pt x="717558" y="159564"/>
                    <a:pt x="705109" y="158042"/>
                  </a:cubicBezTo>
                  <a:cubicBezTo>
                    <a:pt x="695280" y="156841"/>
                    <a:pt x="687168" y="159727"/>
                    <a:pt x="679948" y="165590"/>
                  </a:cubicBezTo>
                  <a:cubicBezTo>
                    <a:pt x="674181" y="170273"/>
                    <a:pt x="671150" y="176905"/>
                    <a:pt x="669961" y="184210"/>
                  </a:cubicBezTo>
                  <a:cubicBezTo>
                    <a:pt x="667904" y="196842"/>
                    <a:pt x="665953" y="209493"/>
                    <a:pt x="664106" y="222157"/>
                  </a:cubicBezTo>
                  <a:cubicBezTo>
                    <a:pt x="662347" y="234212"/>
                    <a:pt x="660877" y="246309"/>
                    <a:pt x="659102" y="258361"/>
                  </a:cubicBezTo>
                  <a:cubicBezTo>
                    <a:pt x="656935" y="273082"/>
                    <a:pt x="654495" y="287762"/>
                    <a:pt x="652341" y="302485"/>
                  </a:cubicBezTo>
                  <a:cubicBezTo>
                    <a:pt x="650855" y="312642"/>
                    <a:pt x="649965" y="322894"/>
                    <a:pt x="648235" y="333006"/>
                  </a:cubicBezTo>
                  <a:cubicBezTo>
                    <a:pt x="646548" y="342861"/>
                    <a:pt x="644935" y="352858"/>
                    <a:pt x="641811" y="362303"/>
                  </a:cubicBezTo>
                  <a:cubicBezTo>
                    <a:pt x="638680" y="371769"/>
                    <a:pt x="629565" y="376081"/>
                    <a:pt x="621672" y="381214"/>
                  </a:cubicBezTo>
                  <a:cubicBezTo>
                    <a:pt x="605872" y="391488"/>
                    <a:pt x="591562" y="403647"/>
                    <a:pt x="579041" y="417674"/>
                  </a:cubicBezTo>
                  <a:cubicBezTo>
                    <a:pt x="557176" y="442169"/>
                    <a:pt x="540735" y="470007"/>
                    <a:pt x="531437" y="501576"/>
                  </a:cubicBezTo>
                  <a:cubicBezTo>
                    <a:pt x="527447" y="515124"/>
                    <a:pt x="524994" y="529192"/>
                    <a:pt x="522773" y="543172"/>
                  </a:cubicBezTo>
                  <a:cubicBezTo>
                    <a:pt x="521006" y="554290"/>
                    <a:pt x="520690" y="565637"/>
                    <a:pt x="519653" y="576875"/>
                  </a:cubicBezTo>
                  <a:cubicBezTo>
                    <a:pt x="519314" y="580545"/>
                    <a:pt x="518735" y="584192"/>
                    <a:pt x="518199" y="588362"/>
                  </a:cubicBezTo>
                  <a:cubicBezTo>
                    <a:pt x="503294" y="587051"/>
                    <a:pt x="488273" y="585730"/>
                    <a:pt x="472861" y="584375"/>
                  </a:cubicBezTo>
                  <a:cubicBezTo>
                    <a:pt x="473102" y="579090"/>
                    <a:pt x="473182" y="573841"/>
                    <a:pt x="473625" y="568623"/>
                  </a:cubicBezTo>
                  <a:cubicBezTo>
                    <a:pt x="474046" y="563672"/>
                    <a:pt x="475185" y="558770"/>
                    <a:pt x="475423" y="553818"/>
                  </a:cubicBezTo>
                  <a:cubicBezTo>
                    <a:pt x="476512" y="531148"/>
                    <a:pt x="480490" y="509022"/>
                    <a:pt x="487285" y="487378"/>
                  </a:cubicBezTo>
                  <a:cubicBezTo>
                    <a:pt x="495357" y="461669"/>
                    <a:pt x="506573" y="437450"/>
                    <a:pt x="522268" y="415512"/>
                  </a:cubicBezTo>
                  <a:cubicBezTo>
                    <a:pt x="529449" y="405475"/>
                    <a:pt x="537519" y="396067"/>
                    <a:pt x="545327" y="386490"/>
                  </a:cubicBezTo>
                  <a:cubicBezTo>
                    <a:pt x="548909" y="382096"/>
                    <a:pt x="552834" y="377980"/>
                    <a:pt x="557113" y="373165"/>
                  </a:cubicBezTo>
                  <a:cubicBezTo>
                    <a:pt x="553273" y="367675"/>
                    <a:pt x="549279" y="361802"/>
                    <a:pt x="545122" y="356047"/>
                  </a:cubicBezTo>
                  <a:cubicBezTo>
                    <a:pt x="521166" y="322879"/>
                    <a:pt x="497223" y="289700"/>
                    <a:pt x="473172" y="256600"/>
                  </a:cubicBezTo>
                  <a:cubicBezTo>
                    <a:pt x="454662" y="231125"/>
                    <a:pt x="436072" y="205706"/>
                    <a:pt x="417383" y="180361"/>
                  </a:cubicBezTo>
                  <a:cubicBezTo>
                    <a:pt x="400195" y="157051"/>
                    <a:pt x="382769" y="133916"/>
                    <a:pt x="365559" y="110623"/>
                  </a:cubicBezTo>
                  <a:cubicBezTo>
                    <a:pt x="353309" y="94043"/>
                    <a:pt x="341512" y="77121"/>
                    <a:pt x="329017" y="60730"/>
                  </a:cubicBezTo>
                  <a:cubicBezTo>
                    <a:pt x="316310" y="44059"/>
                    <a:pt x="293391" y="40748"/>
                    <a:pt x="276945" y="55758"/>
                  </a:cubicBezTo>
                  <a:cubicBezTo>
                    <a:pt x="262084" y="69323"/>
                    <a:pt x="261546" y="89749"/>
                    <a:pt x="275194" y="106990"/>
                  </a:cubicBezTo>
                  <a:cubicBezTo>
                    <a:pt x="289873" y="125534"/>
                    <a:pt x="303347" y="145030"/>
                    <a:pt x="317370" y="164094"/>
                  </a:cubicBezTo>
                  <a:cubicBezTo>
                    <a:pt x="331584" y="183417"/>
                    <a:pt x="345833" y="202714"/>
                    <a:pt x="360057" y="222030"/>
                  </a:cubicBezTo>
                  <a:cubicBezTo>
                    <a:pt x="372956" y="239547"/>
                    <a:pt x="385856" y="257063"/>
                    <a:pt x="398728" y="274599"/>
                  </a:cubicBezTo>
                  <a:cubicBezTo>
                    <a:pt x="412065" y="292768"/>
                    <a:pt x="425364" y="310966"/>
                    <a:pt x="438692" y="329142"/>
                  </a:cubicBezTo>
                  <a:cubicBezTo>
                    <a:pt x="451266" y="346291"/>
                    <a:pt x="463856" y="363428"/>
                    <a:pt x="476494" y="380646"/>
                  </a:cubicBezTo>
                  <a:cubicBezTo>
                    <a:pt x="463979" y="389478"/>
                    <a:pt x="451610" y="398206"/>
                    <a:pt x="438732" y="407295"/>
                  </a:cubicBezTo>
                  <a:cubicBezTo>
                    <a:pt x="433502" y="400202"/>
                    <a:pt x="428482" y="393408"/>
                    <a:pt x="423478" y="386602"/>
                  </a:cubicBezTo>
                  <a:cubicBezTo>
                    <a:pt x="408039" y="365601"/>
                    <a:pt x="392558" y="344631"/>
                    <a:pt x="377188" y="323580"/>
                  </a:cubicBezTo>
                  <a:cubicBezTo>
                    <a:pt x="365318" y="307322"/>
                    <a:pt x="353667" y="290903"/>
                    <a:pt x="341782" y="274656"/>
                  </a:cubicBezTo>
                  <a:cubicBezTo>
                    <a:pt x="326104" y="253225"/>
                    <a:pt x="310238" y="231933"/>
                    <a:pt x="294556" y="210505"/>
                  </a:cubicBezTo>
                  <a:cubicBezTo>
                    <a:pt x="279171" y="189482"/>
                    <a:pt x="263920" y="168361"/>
                    <a:pt x="248603" y="147289"/>
                  </a:cubicBezTo>
                  <a:cubicBezTo>
                    <a:pt x="234316" y="127635"/>
                    <a:pt x="220552" y="107571"/>
                    <a:pt x="205577" y="88456"/>
                  </a:cubicBezTo>
                  <a:cubicBezTo>
                    <a:pt x="190912" y="69737"/>
                    <a:pt x="167770" y="68689"/>
                    <a:pt x="151831" y="84926"/>
                  </a:cubicBezTo>
                  <a:cubicBezTo>
                    <a:pt x="138977" y="98021"/>
                    <a:pt x="138163" y="115905"/>
                    <a:pt x="149423" y="131215"/>
                  </a:cubicBezTo>
                  <a:cubicBezTo>
                    <a:pt x="164201" y="151308"/>
                    <a:pt x="178887" y="171469"/>
                    <a:pt x="193629" y="191589"/>
                  </a:cubicBezTo>
                  <a:cubicBezTo>
                    <a:pt x="205819" y="208227"/>
                    <a:pt x="218045" y="224840"/>
                    <a:pt x="230233" y="241481"/>
                  </a:cubicBezTo>
                  <a:cubicBezTo>
                    <a:pt x="240908" y="256055"/>
                    <a:pt x="251544" y="270658"/>
                    <a:pt x="262213" y="285236"/>
                  </a:cubicBezTo>
                  <a:cubicBezTo>
                    <a:pt x="274772" y="302398"/>
                    <a:pt x="287343" y="319550"/>
                    <a:pt x="299917" y="336700"/>
                  </a:cubicBezTo>
                  <a:cubicBezTo>
                    <a:pt x="315232" y="357591"/>
                    <a:pt x="330562" y="378470"/>
                    <a:pt x="345874" y="399364"/>
                  </a:cubicBezTo>
                  <a:cubicBezTo>
                    <a:pt x="355702" y="412776"/>
                    <a:pt x="365437" y="426258"/>
                    <a:pt x="375383" y="439583"/>
                  </a:cubicBezTo>
                  <a:cubicBezTo>
                    <a:pt x="377346" y="442212"/>
                    <a:pt x="375506" y="442809"/>
                    <a:pt x="373973" y="443893"/>
                  </a:cubicBezTo>
                  <a:cubicBezTo>
                    <a:pt x="362490" y="452008"/>
                    <a:pt x="351009" y="460126"/>
                    <a:pt x="339107" y="468541"/>
                  </a:cubicBezTo>
                  <a:cubicBezTo>
                    <a:pt x="333081" y="460448"/>
                    <a:pt x="326957" y="452295"/>
                    <a:pt x="320908" y="444087"/>
                  </a:cubicBezTo>
                  <a:cubicBezTo>
                    <a:pt x="308196" y="426838"/>
                    <a:pt x="295522" y="409562"/>
                    <a:pt x="282837" y="392294"/>
                  </a:cubicBezTo>
                  <a:cubicBezTo>
                    <a:pt x="270437" y="375416"/>
                    <a:pt x="258080" y="358506"/>
                    <a:pt x="245635" y="341661"/>
                  </a:cubicBezTo>
                  <a:cubicBezTo>
                    <a:pt x="230330" y="320943"/>
                    <a:pt x="214903" y="300315"/>
                    <a:pt x="199623" y="279579"/>
                  </a:cubicBezTo>
                  <a:cubicBezTo>
                    <a:pt x="185776" y="260788"/>
                    <a:pt x="172243" y="241764"/>
                    <a:pt x="158194" y="223127"/>
                  </a:cubicBezTo>
                  <a:cubicBezTo>
                    <a:pt x="151803" y="214649"/>
                    <a:pt x="146898" y="204733"/>
                    <a:pt x="136993" y="199305"/>
                  </a:cubicBezTo>
                  <a:cubicBezTo>
                    <a:pt x="125609" y="193067"/>
                    <a:pt x="114043" y="192686"/>
                    <a:pt x="102663" y="198833"/>
                  </a:cubicBezTo>
                  <a:cubicBezTo>
                    <a:pt x="90510" y="205397"/>
                    <a:pt x="84478" y="216483"/>
                    <a:pt x="83997" y="229773"/>
                  </a:cubicBezTo>
                  <a:cubicBezTo>
                    <a:pt x="83666" y="238949"/>
                    <a:pt x="88115" y="247062"/>
                    <a:pt x="93858" y="254572"/>
                  </a:cubicBezTo>
                  <a:cubicBezTo>
                    <a:pt x="108043" y="273118"/>
                    <a:pt x="121675" y="292088"/>
                    <a:pt x="135513" y="310899"/>
                  </a:cubicBezTo>
                  <a:cubicBezTo>
                    <a:pt x="147164" y="326739"/>
                    <a:pt x="158783" y="342601"/>
                    <a:pt x="170432" y="358442"/>
                  </a:cubicBezTo>
                  <a:cubicBezTo>
                    <a:pt x="183319" y="375967"/>
                    <a:pt x="196231" y="393472"/>
                    <a:pt x="209116" y="410999"/>
                  </a:cubicBezTo>
                  <a:cubicBezTo>
                    <a:pt x="220763" y="426841"/>
                    <a:pt x="232376" y="442709"/>
                    <a:pt x="244026" y="458549"/>
                  </a:cubicBezTo>
                  <a:cubicBezTo>
                    <a:pt x="256345" y="475298"/>
                    <a:pt x="268702" y="492018"/>
                    <a:pt x="281014" y="508772"/>
                  </a:cubicBezTo>
                  <a:cubicBezTo>
                    <a:pt x="283166" y="511701"/>
                    <a:pt x="285178" y="514734"/>
                    <a:pt x="287241" y="517700"/>
                  </a:cubicBezTo>
                  <a:cubicBezTo>
                    <a:pt x="274580" y="526656"/>
                    <a:pt x="262336" y="535318"/>
                    <a:pt x="249781" y="544199"/>
                  </a:cubicBezTo>
                  <a:cubicBezTo>
                    <a:pt x="243855" y="536449"/>
                    <a:pt x="237856" y="528731"/>
                    <a:pt x="231992" y="520911"/>
                  </a:cubicBezTo>
                  <a:cubicBezTo>
                    <a:pt x="217692" y="501843"/>
                    <a:pt x="203458" y="482725"/>
                    <a:pt x="189192" y="463632"/>
                  </a:cubicBezTo>
                  <a:cubicBezTo>
                    <a:pt x="173967" y="443254"/>
                    <a:pt x="158748" y="422872"/>
                    <a:pt x="143501" y="402511"/>
                  </a:cubicBezTo>
                  <a:cubicBezTo>
                    <a:pt x="131411" y="386367"/>
                    <a:pt x="119705" y="369910"/>
                    <a:pt x="107016" y="354250"/>
                  </a:cubicBezTo>
                  <a:cubicBezTo>
                    <a:pt x="99061" y="344430"/>
                    <a:pt x="87318" y="340854"/>
                    <a:pt x="75183" y="343150"/>
                  </a:cubicBezTo>
                  <a:cubicBezTo>
                    <a:pt x="62749" y="345502"/>
                    <a:pt x="53176" y="352679"/>
                    <a:pt x="48176" y="365228"/>
                  </a:cubicBezTo>
                  <a:cubicBezTo>
                    <a:pt x="42015" y="380688"/>
                    <a:pt x="47995" y="393039"/>
                    <a:pt x="56925" y="405060"/>
                  </a:cubicBezTo>
                  <a:cubicBezTo>
                    <a:pt x="69223" y="421614"/>
                    <a:pt x="81302" y="438330"/>
                    <a:pt x="93487" y="454968"/>
                  </a:cubicBezTo>
                  <a:cubicBezTo>
                    <a:pt x="110871" y="478706"/>
                    <a:pt x="128330" y="502390"/>
                    <a:pt x="145639" y="526183"/>
                  </a:cubicBezTo>
                  <a:cubicBezTo>
                    <a:pt x="160770" y="546983"/>
                    <a:pt x="175650" y="567965"/>
                    <a:pt x="190801" y="588750"/>
                  </a:cubicBezTo>
                  <a:cubicBezTo>
                    <a:pt x="206441" y="610208"/>
                    <a:pt x="222358" y="631463"/>
                    <a:pt x="237997" y="652922"/>
                  </a:cubicBezTo>
                  <a:cubicBezTo>
                    <a:pt x="253145" y="673709"/>
                    <a:pt x="268055" y="694670"/>
                    <a:pt x="283139" y="715504"/>
                  </a:cubicBezTo>
                  <a:cubicBezTo>
                    <a:pt x="301515" y="740886"/>
                    <a:pt x="320371" y="765932"/>
                    <a:pt x="338243" y="791662"/>
                  </a:cubicBezTo>
                  <a:cubicBezTo>
                    <a:pt x="350559" y="809395"/>
                    <a:pt x="363891" y="826117"/>
                    <a:pt x="379769" y="840704"/>
                  </a:cubicBezTo>
                  <a:cubicBezTo>
                    <a:pt x="393483" y="853302"/>
                    <a:pt x="408475" y="864213"/>
                    <a:pt x="424796" y="873288"/>
                  </a:cubicBezTo>
                  <a:cubicBezTo>
                    <a:pt x="436701" y="879907"/>
                    <a:pt x="449390" y="885554"/>
                    <a:pt x="458120" y="896637"/>
                  </a:cubicBezTo>
                  <a:cubicBezTo>
                    <a:pt x="464059" y="904175"/>
                    <a:pt x="469713" y="911948"/>
                    <a:pt x="475270" y="919775"/>
                  </a:cubicBezTo>
                  <a:cubicBezTo>
                    <a:pt x="489778" y="940209"/>
                    <a:pt x="504163" y="960730"/>
                    <a:pt x="518869" y="981604"/>
                  </a:cubicBezTo>
                  <a:cubicBezTo>
                    <a:pt x="506419" y="990372"/>
                    <a:pt x="493951" y="999152"/>
                    <a:pt x="481122" y="1008187"/>
                  </a:cubicBezTo>
                  <a:cubicBezTo>
                    <a:pt x="474890" y="999480"/>
                    <a:pt x="468834" y="991088"/>
                    <a:pt x="462850" y="982645"/>
                  </a:cubicBezTo>
                  <a:cubicBezTo>
                    <a:pt x="449556" y="963886"/>
                    <a:pt x="436448" y="944992"/>
                    <a:pt x="422878" y="926435"/>
                  </a:cubicBezTo>
                  <a:cubicBezTo>
                    <a:pt x="420653" y="923392"/>
                    <a:pt x="416676" y="921358"/>
                    <a:pt x="413142" y="919589"/>
                  </a:cubicBezTo>
                  <a:cubicBezTo>
                    <a:pt x="393305" y="909660"/>
                    <a:pt x="375234" y="897183"/>
                    <a:pt x="358122" y="883107"/>
                  </a:cubicBezTo>
                  <a:cubicBezTo>
                    <a:pt x="336000" y="864909"/>
                    <a:pt x="317861" y="843336"/>
                    <a:pt x="301511" y="819940"/>
                  </a:cubicBezTo>
                  <a:cubicBezTo>
                    <a:pt x="283565" y="794260"/>
                    <a:pt x="264793" y="769159"/>
                    <a:pt x="246429" y="743771"/>
                  </a:cubicBezTo>
                  <a:cubicBezTo>
                    <a:pt x="232383" y="724353"/>
                    <a:pt x="218481" y="704831"/>
                    <a:pt x="204387" y="685448"/>
                  </a:cubicBezTo>
                  <a:cubicBezTo>
                    <a:pt x="191407" y="667598"/>
                    <a:pt x="178224" y="649894"/>
                    <a:pt x="165188" y="632084"/>
                  </a:cubicBezTo>
                  <a:cubicBezTo>
                    <a:pt x="152721" y="615053"/>
                    <a:pt x="140319" y="597974"/>
                    <a:pt x="127906" y="580904"/>
                  </a:cubicBezTo>
                  <a:cubicBezTo>
                    <a:pt x="115032" y="563198"/>
                    <a:pt x="102204" y="545459"/>
                    <a:pt x="89309" y="527769"/>
                  </a:cubicBezTo>
                  <a:cubicBezTo>
                    <a:pt x="76685" y="510452"/>
                    <a:pt x="63971" y="493200"/>
                    <a:pt x="51355" y="475877"/>
                  </a:cubicBezTo>
                  <a:cubicBezTo>
                    <a:pt x="39408" y="459475"/>
                    <a:pt x="27561" y="443000"/>
                    <a:pt x="15626" y="426589"/>
                  </a:cubicBezTo>
                  <a:cubicBezTo>
                    <a:pt x="6080" y="413463"/>
                    <a:pt x="694" y="398985"/>
                    <a:pt x="82" y="382618"/>
                  </a:cubicBezTo>
                  <a:cubicBezTo>
                    <a:pt x="-456" y="368197"/>
                    <a:pt x="1586" y="354370"/>
                    <a:pt x="8168" y="341500"/>
                  </a:cubicBezTo>
                  <a:cubicBezTo>
                    <a:pt x="19684" y="318981"/>
                    <a:pt x="37923" y="304780"/>
                    <a:pt x="62466" y="298669"/>
                  </a:cubicBezTo>
                  <a:cubicBezTo>
                    <a:pt x="63960" y="298297"/>
                    <a:pt x="65432" y="297838"/>
                    <a:pt x="66907" y="297422"/>
                  </a:cubicBezTo>
                  <a:cubicBezTo>
                    <a:pt x="60329" y="287412"/>
                    <a:pt x="53585" y="277928"/>
                    <a:pt x="47683" y="267946"/>
                  </a:cubicBezTo>
                  <a:cubicBezTo>
                    <a:pt x="42029" y="258385"/>
                    <a:pt x="39043" y="247781"/>
                    <a:pt x="38471" y="236605"/>
                  </a:cubicBezTo>
                  <a:cubicBezTo>
                    <a:pt x="37789" y="223273"/>
                    <a:pt x="39271" y="210338"/>
                    <a:pt x="44530" y="197859"/>
                  </a:cubicBezTo>
                  <a:cubicBezTo>
                    <a:pt x="51072" y="182336"/>
                    <a:pt x="61857" y="170519"/>
                    <a:pt x="75589" y="161274"/>
                  </a:cubicBezTo>
                  <a:cubicBezTo>
                    <a:pt x="83839" y="155718"/>
                    <a:pt x="93005" y="152055"/>
                    <a:pt x="102879" y="150323"/>
                  </a:cubicBezTo>
                  <a:cubicBezTo>
                    <a:pt x="103941" y="150137"/>
                    <a:pt x="104925" y="149502"/>
                    <a:pt x="105949" y="149074"/>
                  </a:cubicBezTo>
                  <a:cubicBezTo>
                    <a:pt x="85156" y="109051"/>
                    <a:pt x="97491" y="68505"/>
                    <a:pt x="126600" y="45356"/>
                  </a:cubicBezTo>
                  <a:cubicBezTo>
                    <a:pt x="154616" y="23075"/>
                    <a:pt x="194108" y="20665"/>
                    <a:pt x="227582" y="45028"/>
                  </a:cubicBezTo>
                  <a:cubicBezTo>
                    <a:pt x="240171" y="21104"/>
                    <a:pt x="259836" y="6046"/>
                    <a:pt x="286255" y="1359"/>
                  </a:cubicBezTo>
                  <a:cubicBezTo>
                    <a:pt x="292334" y="280"/>
                    <a:pt x="298284" y="-154"/>
                    <a:pt x="304097" y="4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038" name="Freeform: Shape 2037">
              <a:extLst>
                <a:ext uri="{FF2B5EF4-FFF2-40B4-BE49-F238E27FC236}">
                  <a16:creationId xmlns:a16="http://schemas.microsoft.com/office/drawing/2014/main" id="{E5CE3927-049D-8E24-7771-6C21680A8A84}"/>
                </a:ext>
                <a:ext uri="{C183D7F6-B498-43B3-948B-1728B52AA6E4}">
                  <adec:decorative xmlns:adec="http://schemas.microsoft.com/office/drawing/2017/decorative" val="1"/>
                </a:ext>
              </a:extLst>
            </p:cNvPr>
            <p:cNvSpPr/>
            <p:nvPr/>
          </p:nvSpPr>
          <p:spPr>
            <a:xfrm>
              <a:off x="10037790" y="3636615"/>
              <a:ext cx="429179" cy="445903"/>
            </a:xfrm>
            <a:custGeom>
              <a:avLst/>
              <a:gdLst>
                <a:gd name="connsiteX0" fmla="*/ 2030066 w 2119536"/>
                <a:gd name="connsiteY0" fmla="*/ 1994573 h 2202126"/>
                <a:gd name="connsiteX1" fmla="*/ 2119536 w 2119536"/>
                <a:gd name="connsiteY1" fmla="*/ 2112655 h 2202126"/>
                <a:gd name="connsiteX2" fmla="*/ 2001454 w 2119536"/>
                <a:gd name="connsiteY2" fmla="*/ 2202126 h 2202126"/>
                <a:gd name="connsiteX3" fmla="*/ 1911984 w 2119536"/>
                <a:gd name="connsiteY3" fmla="*/ 2084043 h 2202126"/>
                <a:gd name="connsiteX4" fmla="*/ 115622 w 2119536"/>
                <a:gd name="connsiteY4" fmla="*/ 1506781 h 2202126"/>
                <a:gd name="connsiteX5" fmla="*/ 175963 w 2119536"/>
                <a:gd name="connsiteY5" fmla="*/ 1506781 h 2202126"/>
                <a:gd name="connsiteX6" fmla="*/ 218407 w 2119536"/>
                <a:gd name="connsiteY6" fmla="*/ 1607635 h 2202126"/>
                <a:gd name="connsiteX7" fmla="*/ 320281 w 2119536"/>
                <a:gd name="connsiteY7" fmla="*/ 1650657 h 2202126"/>
                <a:gd name="connsiteX8" fmla="*/ 320281 w 2119536"/>
                <a:gd name="connsiteY8" fmla="*/ 1709171 h 2202126"/>
                <a:gd name="connsiteX9" fmla="*/ 235481 w 2119536"/>
                <a:gd name="connsiteY9" fmla="*/ 1692194 h 2202126"/>
                <a:gd name="connsiteX10" fmla="*/ 115622 w 2119536"/>
                <a:gd name="connsiteY10" fmla="*/ 1506781 h 2202126"/>
                <a:gd name="connsiteX11" fmla="*/ 48 w 2119536"/>
                <a:gd name="connsiteY11" fmla="*/ 1506636 h 2202126"/>
                <a:gd name="connsiteX12" fmla="*/ 60245 w 2119536"/>
                <a:gd name="connsiteY12" fmla="*/ 1506636 h 2202126"/>
                <a:gd name="connsiteX13" fmla="*/ 80765 w 2119536"/>
                <a:gd name="connsiteY13" fmla="*/ 1608003 h 2202126"/>
                <a:gd name="connsiteX14" fmla="*/ 136486 w 2119536"/>
                <a:gd name="connsiteY14" fmla="*/ 1690106 h 2202126"/>
                <a:gd name="connsiteX15" fmla="*/ 270747 w 2119536"/>
                <a:gd name="connsiteY15" fmla="*/ 1761795 h 2202126"/>
                <a:gd name="connsiteX16" fmla="*/ 320432 w 2119536"/>
                <a:gd name="connsiteY16" fmla="*/ 1767606 h 2202126"/>
                <a:gd name="connsiteX17" fmla="*/ 320432 w 2119536"/>
                <a:gd name="connsiteY17" fmla="*/ 1823949 h 2202126"/>
                <a:gd name="connsiteX18" fmla="*/ 48 w 2119536"/>
                <a:gd name="connsiteY18" fmla="*/ 1506636 h 2202126"/>
                <a:gd name="connsiteX19" fmla="*/ 1617264 w 2119536"/>
                <a:gd name="connsiteY19" fmla="*/ 117490 h 2202126"/>
                <a:gd name="connsiteX20" fmla="*/ 1821900 w 2119536"/>
                <a:gd name="connsiteY20" fmla="*/ 321275 h 2202126"/>
                <a:gd name="connsiteX21" fmla="*/ 1762369 w 2119536"/>
                <a:gd name="connsiteY21" fmla="*/ 321275 h 2202126"/>
                <a:gd name="connsiteX22" fmla="*/ 1636288 w 2119536"/>
                <a:gd name="connsiteY22" fmla="*/ 177332 h 2202126"/>
                <a:gd name="connsiteX23" fmla="*/ 1625685 w 2119536"/>
                <a:gd name="connsiteY23" fmla="*/ 176258 h 2202126"/>
                <a:gd name="connsiteX24" fmla="*/ 1617264 w 2119536"/>
                <a:gd name="connsiteY24" fmla="*/ 174136 h 2202126"/>
                <a:gd name="connsiteX25" fmla="*/ 1617264 w 2119536"/>
                <a:gd name="connsiteY25" fmla="*/ 117490 h 2202126"/>
                <a:gd name="connsiteX26" fmla="*/ 1617373 w 2119536"/>
                <a:gd name="connsiteY26" fmla="*/ 33 h 2202126"/>
                <a:gd name="connsiteX27" fmla="*/ 1809847 w 2119536"/>
                <a:gd name="connsiteY27" fmla="*/ 63339 h 2202126"/>
                <a:gd name="connsiteX28" fmla="*/ 1938261 w 2119536"/>
                <a:gd name="connsiteY28" fmla="*/ 320963 h 2202126"/>
                <a:gd name="connsiteX29" fmla="*/ 1878446 w 2119536"/>
                <a:gd name="connsiteY29" fmla="*/ 320963 h 2202126"/>
                <a:gd name="connsiteX30" fmla="*/ 1732871 w 2119536"/>
                <a:gd name="connsiteY30" fmla="*/ 87577 h 2202126"/>
                <a:gd name="connsiteX31" fmla="*/ 1617373 w 2119536"/>
                <a:gd name="connsiteY31" fmla="*/ 58812 h 2202126"/>
                <a:gd name="connsiteX32" fmla="*/ 1617373 w 2119536"/>
                <a:gd name="connsiteY32" fmla="*/ 33 h 220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19536" h="2202126">
                  <a:moveTo>
                    <a:pt x="2030066" y="1994573"/>
                  </a:moveTo>
                  <a:lnTo>
                    <a:pt x="2119536" y="2112655"/>
                  </a:lnTo>
                  <a:lnTo>
                    <a:pt x="2001454" y="2202126"/>
                  </a:lnTo>
                  <a:lnTo>
                    <a:pt x="1911984" y="2084043"/>
                  </a:lnTo>
                  <a:close/>
                  <a:moveTo>
                    <a:pt x="115622" y="1506781"/>
                  </a:moveTo>
                  <a:cubicBezTo>
                    <a:pt x="135459" y="1506781"/>
                    <a:pt x="155308" y="1506781"/>
                    <a:pt x="175963" y="1506781"/>
                  </a:cubicBezTo>
                  <a:cubicBezTo>
                    <a:pt x="177143" y="1545706"/>
                    <a:pt x="190698" y="1580236"/>
                    <a:pt x="218407" y="1607635"/>
                  </a:cubicBezTo>
                  <a:cubicBezTo>
                    <a:pt x="246072" y="1634991"/>
                    <a:pt x="280218" y="1649641"/>
                    <a:pt x="320281" y="1650657"/>
                  </a:cubicBezTo>
                  <a:cubicBezTo>
                    <a:pt x="320281" y="1670045"/>
                    <a:pt x="320281" y="1689164"/>
                    <a:pt x="320281" y="1709171"/>
                  </a:cubicBezTo>
                  <a:cubicBezTo>
                    <a:pt x="290649" y="1711519"/>
                    <a:pt x="262870" y="1705143"/>
                    <a:pt x="235481" y="1692194"/>
                  </a:cubicBezTo>
                  <a:cubicBezTo>
                    <a:pt x="158413" y="1656683"/>
                    <a:pt x="116362" y="1583329"/>
                    <a:pt x="115622" y="1506781"/>
                  </a:cubicBezTo>
                  <a:close/>
                  <a:moveTo>
                    <a:pt x="48" y="1506636"/>
                  </a:moveTo>
                  <a:cubicBezTo>
                    <a:pt x="19595" y="1506636"/>
                    <a:pt x="39170" y="1506636"/>
                    <a:pt x="60245" y="1506636"/>
                  </a:cubicBezTo>
                  <a:cubicBezTo>
                    <a:pt x="59427" y="1541379"/>
                    <a:pt x="67955" y="1574731"/>
                    <a:pt x="80765" y="1608003"/>
                  </a:cubicBezTo>
                  <a:cubicBezTo>
                    <a:pt x="95017" y="1638993"/>
                    <a:pt x="112725" y="1666812"/>
                    <a:pt x="136486" y="1690106"/>
                  </a:cubicBezTo>
                  <a:cubicBezTo>
                    <a:pt x="174121" y="1727001"/>
                    <a:pt x="219000" y="1751274"/>
                    <a:pt x="270747" y="1761795"/>
                  </a:cubicBezTo>
                  <a:cubicBezTo>
                    <a:pt x="286837" y="1765066"/>
                    <a:pt x="303464" y="1765699"/>
                    <a:pt x="320432" y="1767606"/>
                  </a:cubicBezTo>
                  <a:cubicBezTo>
                    <a:pt x="320432" y="1786244"/>
                    <a:pt x="320432" y="1805086"/>
                    <a:pt x="320432" y="1823949"/>
                  </a:cubicBezTo>
                  <a:cubicBezTo>
                    <a:pt x="165153" y="1836741"/>
                    <a:pt x="-3292" y="1692449"/>
                    <a:pt x="48" y="1506636"/>
                  </a:cubicBezTo>
                  <a:close/>
                  <a:moveTo>
                    <a:pt x="1617264" y="117490"/>
                  </a:moveTo>
                  <a:cubicBezTo>
                    <a:pt x="1712125" y="109547"/>
                    <a:pt x="1821903" y="194529"/>
                    <a:pt x="1821900" y="321275"/>
                  </a:cubicBezTo>
                  <a:cubicBezTo>
                    <a:pt x="1802048" y="321275"/>
                    <a:pt x="1782196" y="321275"/>
                    <a:pt x="1762369" y="321275"/>
                  </a:cubicBezTo>
                  <a:cubicBezTo>
                    <a:pt x="1758165" y="239493"/>
                    <a:pt x="1702379" y="187478"/>
                    <a:pt x="1636288" y="177332"/>
                  </a:cubicBezTo>
                  <a:cubicBezTo>
                    <a:pt x="1632104" y="176989"/>
                    <a:pt x="1628864" y="176802"/>
                    <a:pt x="1625685" y="176258"/>
                  </a:cubicBezTo>
                  <a:cubicBezTo>
                    <a:pt x="1622950" y="175790"/>
                    <a:pt x="1620284" y="174915"/>
                    <a:pt x="1617264" y="174136"/>
                  </a:cubicBezTo>
                  <a:cubicBezTo>
                    <a:pt x="1617264" y="155144"/>
                    <a:pt x="1617264" y="136307"/>
                    <a:pt x="1617264" y="117490"/>
                  </a:cubicBezTo>
                  <a:close/>
                  <a:moveTo>
                    <a:pt x="1617373" y="33"/>
                  </a:moveTo>
                  <a:cubicBezTo>
                    <a:pt x="1688943" y="-971"/>
                    <a:pt x="1753508" y="20346"/>
                    <a:pt x="1809847" y="63339"/>
                  </a:cubicBezTo>
                  <a:cubicBezTo>
                    <a:pt x="1894065" y="127608"/>
                    <a:pt x="1935742" y="214389"/>
                    <a:pt x="1938261" y="320963"/>
                  </a:cubicBezTo>
                  <a:cubicBezTo>
                    <a:pt x="1918525" y="320963"/>
                    <a:pt x="1898703" y="320963"/>
                    <a:pt x="1878446" y="320963"/>
                  </a:cubicBezTo>
                  <a:cubicBezTo>
                    <a:pt x="1873297" y="216780"/>
                    <a:pt x="1826627" y="137873"/>
                    <a:pt x="1732871" y="87577"/>
                  </a:cubicBezTo>
                  <a:cubicBezTo>
                    <a:pt x="1696585" y="67558"/>
                    <a:pt x="1657501" y="61791"/>
                    <a:pt x="1617373" y="58812"/>
                  </a:cubicBezTo>
                  <a:cubicBezTo>
                    <a:pt x="1617373" y="39316"/>
                    <a:pt x="1617373" y="20467"/>
                    <a:pt x="1617373" y="33"/>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69" name="Group 168">
            <a:extLst>
              <a:ext uri="{FF2B5EF4-FFF2-40B4-BE49-F238E27FC236}">
                <a16:creationId xmlns:a16="http://schemas.microsoft.com/office/drawing/2014/main" id="{8322136C-D3AB-C769-70D2-54A1626CA1EF}"/>
              </a:ext>
              <a:ext uri="{C183D7F6-B498-43B3-948B-1728B52AA6E4}">
                <adec:decorative xmlns:adec="http://schemas.microsoft.com/office/drawing/2017/decorative" val="1"/>
              </a:ext>
            </a:extLst>
          </p:cNvPr>
          <p:cNvGrpSpPr>
            <a:grpSpLocks noChangeAspect="1"/>
          </p:cNvGrpSpPr>
          <p:nvPr/>
        </p:nvGrpSpPr>
        <p:grpSpPr>
          <a:xfrm>
            <a:off x="8856676" y="3636615"/>
            <a:ext cx="458066" cy="457200"/>
            <a:chOff x="8856676" y="3636615"/>
            <a:chExt cx="458066" cy="457200"/>
          </a:xfrm>
          <a:solidFill>
            <a:srgbClr val="FF0000"/>
          </a:solidFill>
        </p:grpSpPr>
        <p:sp>
          <p:nvSpPr>
            <p:cNvPr id="2040" name="Freeform: Shape 2039">
              <a:extLst>
                <a:ext uri="{FF2B5EF4-FFF2-40B4-BE49-F238E27FC236}">
                  <a16:creationId xmlns:a16="http://schemas.microsoft.com/office/drawing/2014/main" id="{3824C080-F7E2-8E0B-16F6-F01435405EC4}"/>
                </a:ext>
                <a:ext uri="{C183D7F6-B498-43B3-948B-1728B52AA6E4}">
                  <adec:decorative xmlns:adec="http://schemas.microsoft.com/office/drawing/2017/decorative" val="1"/>
                </a:ext>
              </a:extLst>
            </p:cNvPr>
            <p:cNvSpPr/>
            <p:nvPr/>
          </p:nvSpPr>
          <p:spPr>
            <a:xfrm>
              <a:off x="8856676" y="3636615"/>
              <a:ext cx="458066" cy="457200"/>
            </a:xfrm>
            <a:custGeom>
              <a:avLst/>
              <a:gdLst>
                <a:gd name="connsiteX0" fmla="*/ 9733 w 1874757"/>
                <a:gd name="connsiteY0" fmla="*/ 1771160 h 1871214"/>
                <a:gd name="connsiteX1" fmla="*/ 1862390 w 1874757"/>
                <a:gd name="connsiteY1" fmla="*/ 1771160 h 1871214"/>
                <a:gd name="connsiteX2" fmla="*/ 1862390 w 1874757"/>
                <a:gd name="connsiteY2" fmla="*/ 1871214 h 1871214"/>
                <a:gd name="connsiteX3" fmla="*/ 9733 w 1874757"/>
                <a:gd name="connsiteY3" fmla="*/ 1871214 h 1871214"/>
                <a:gd name="connsiteX4" fmla="*/ 147654 w 1874757"/>
                <a:gd name="connsiteY4" fmla="*/ 1625152 h 1871214"/>
                <a:gd name="connsiteX5" fmla="*/ 1722279 w 1874757"/>
                <a:gd name="connsiteY5" fmla="*/ 1625152 h 1871214"/>
                <a:gd name="connsiteX6" fmla="*/ 1722279 w 1874757"/>
                <a:gd name="connsiteY6" fmla="*/ 1725190 h 1871214"/>
                <a:gd name="connsiteX7" fmla="*/ 147654 w 1874757"/>
                <a:gd name="connsiteY7" fmla="*/ 1725190 h 1871214"/>
                <a:gd name="connsiteX8" fmla="*/ 952659 w 1874757"/>
                <a:gd name="connsiteY8" fmla="*/ 801 h 1871214"/>
                <a:gd name="connsiteX9" fmla="*/ 1000154 w 1874757"/>
                <a:gd name="connsiteY9" fmla="*/ 9829 h 1871214"/>
                <a:gd name="connsiteX10" fmla="*/ 1124029 w 1874757"/>
                <a:gd name="connsiteY10" fmla="*/ 65223 h 1871214"/>
                <a:gd name="connsiteX11" fmla="*/ 1263976 w 1874757"/>
                <a:gd name="connsiteY11" fmla="*/ 146355 h 1871214"/>
                <a:gd name="connsiteX12" fmla="*/ 1410270 w 1874757"/>
                <a:gd name="connsiteY12" fmla="*/ 231354 h 1871214"/>
                <a:gd name="connsiteX13" fmla="*/ 1520378 w 1874757"/>
                <a:gd name="connsiteY13" fmla="*/ 293887 h 1871214"/>
                <a:gd name="connsiteX14" fmla="*/ 1626182 w 1874757"/>
                <a:gd name="connsiteY14" fmla="*/ 355462 h 1871214"/>
                <a:gd name="connsiteX15" fmla="*/ 1715546 w 1874757"/>
                <a:gd name="connsiteY15" fmla="*/ 407217 h 1871214"/>
                <a:gd name="connsiteX16" fmla="*/ 1835304 w 1874757"/>
                <a:gd name="connsiteY16" fmla="*/ 476270 h 1871214"/>
                <a:gd name="connsiteX17" fmla="*/ 1850409 w 1874757"/>
                <a:gd name="connsiteY17" fmla="*/ 611496 h 1871214"/>
                <a:gd name="connsiteX18" fmla="*/ 1778666 w 1874757"/>
                <a:gd name="connsiteY18" fmla="*/ 641641 h 1871214"/>
                <a:gd name="connsiteX19" fmla="*/ 1082028 w 1874757"/>
                <a:gd name="connsiteY19" fmla="*/ 641195 h 1871214"/>
                <a:gd name="connsiteX20" fmla="*/ 1082028 w 1874757"/>
                <a:gd name="connsiteY20" fmla="*/ 540829 h 1871214"/>
                <a:gd name="connsiteX21" fmla="*/ 1741255 w 1874757"/>
                <a:gd name="connsiteY21" fmla="*/ 540928 h 1871214"/>
                <a:gd name="connsiteX22" fmla="*/ 1616001 w 1874757"/>
                <a:gd name="connsiteY22" fmla="*/ 466576 h 1871214"/>
                <a:gd name="connsiteX23" fmla="*/ 1525574 w 1874757"/>
                <a:gd name="connsiteY23" fmla="*/ 414623 h 1871214"/>
                <a:gd name="connsiteX24" fmla="*/ 1419772 w 1874757"/>
                <a:gd name="connsiteY24" fmla="*/ 353051 h 1871214"/>
                <a:gd name="connsiteX25" fmla="*/ 1309665 w 1874757"/>
                <a:gd name="connsiteY25" fmla="*/ 290515 h 1871214"/>
                <a:gd name="connsiteX26" fmla="*/ 1188250 w 1874757"/>
                <a:gd name="connsiteY26" fmla="*/ 219817 h 1871214"/>
                <a:gd name="connsiteX27" fmla="*/ 1078808 w 1874757"/>
                <a:gd name="connsiteY27" fmla="*/ 156129 h 1871214"/>
                <a:gd name="connsiteX28" fmla="*/ 979122 w 1874757"/>
                <a:gd name="connsiteY28" fmla="*/ 109234 h 1871214"/>
                <a:gd name="connsiteX29" fmla="*/ 928707 w 1874757"/>
                <a:gd name="connsiteY29" fmla="*/ 101820 h 1871214"/>
                <a:gd name="connsiteX30" fmla="*/ 827439 w 1874757"/>
                <a:gd name="connsiteY30" fmla="*/ 138206 h 1871214"/>
                <a:gd name="connsiteX31" fmla="*/ 677853 w 1874757"/>
                <a:gd name="connsiteY31" fmla="*/ 223902 h 1871214"/>
                <a:gd name="connsiteX32" fmla="*/ 501105 w 1874757"/>
                <a:gd name="connsiteY32" fmla="*/ 326459 h 1871214"/>
                <a:gd name="connsiteX33" fmla="*/ 336782 w 1874757"/>
                <a:gd name="connsiteY33" fmla="*/ 420693 h 1871214"/>
                <a:gd name="connsiteX34" fmla="*/ 167332 w 1874757"/>
                <a:gd name="connsiteY34" fmla="*/ 518961 h 1871214"/>
                <a:gd name="connsiteX35" fmla="*/ 132228 w 1874757"/>
                <a:gd name="connsiteY35" fmla="*/ 539147 h 1871214"/>
                <a:gd name="connsiteX36" fmla="*/ 133028 w 1874757"/>
                <a:gd name="connsiteY36" fmla="*/ 540876 h 1871214"/>
                <a:gd name="connsiteX37" fmla="*/ 792727 w 1874757"/>
                <a:gd name="connsiteY37" fmla="*/ 541808 h 1871214"/>
                <a:gd name="connsiteX38" fmla="*/ 792727 w 1874757"/>
                <a:gd name="connsiteY38" fmla="*/ 641699 h 1871214"/>
                <a:gd name="connsiteX39" fmla="*/ 91228 w 1874757"/>
                <a:gd name="connsiteY39" fmla="*/ 641389 h 1871214"/>
                <a:gd name="connsiteX40" fmla="*/ 628 w 1874757"/>
                <a:gd name="connsiteY40" fmla="*/ 538195 h 1871214"/>
                <a:gd name="connsiteX41" fmla="*/ 51733 w 1874757"/>
                <a:gd name="connsiteY41" fmla="*/ 468090 h 1871214"/>
                <a:gd name="connsiteX42" fmla="*/ 204665 w 1874757"/>
                <a:gd name="connsiteY42" fmla="*/ 379566 h 1871214"/>
                <a:gd name="connsiteX43" fmla="*/ 326615 w 1874757"/>
                <a:gd name="connsiteY43" fmla="*/ 309838 h 1871214"/>
                <a:gd name="connsiteX44" fmla="*/ 478559 w 1874757"/>
                <a:gd name="connsiteY44" fmla="*/ 221772 h 1871214"/>
                <a:gd name="connsiteX45" fmla="*/ 616173 w 1874757"/>
                <a:gd name="connsiteY45" fmla="*/ 142969 h 1871214"/>
                <a:gd name="connsiteX46" fmla="*/ 749195 w 1874757"/>
                <a:gd name="connsiteY46" fmla="*/ 64817 h 1871214"/>
                <a:gd name="connsiteX47" fmla="*/ 904469 w 1874757"/>
                <a:gd name="connsiteY47" fmla="*/ 2689 h 1871214"/>
                <a:gd name="connsiteX48" fmla="*/ 952659 w 1874757"/>
                <a:gd name="connsiteY48" fmla="*/ 801 h 18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74757" h="1871214">
                  <a:moveTo>
                    <a:pt x="9733" y="1771160"/>
                  </a:moveTo>
                  <a:lnTo>
                    <a:pt x="1862390" y="1771160"/>
                  </a:lnTo>
                  <a:lnTo>
                    <a:pt x="1862390" y="1871214"/>
                  </a:lnTo>
                  <a:lnTo>
                    <a:pt x="9733" y="1871214"/>
                  </a:lnTo>
                  <a:close/>
                  <a:moveTo>
                    <a:pt x="147654" y="1625152"/>
                  </a:moveTo>
                  <a:lnTo>
                    <a:pt x="1722279" y="1625152"/>
                  </a:lnTo>
                  <a:lnTo>
                    <a:pt x="1722279" y="1725190"/>
                  </a:lnTo>
                  <a:lnTo>
                    <a:pt x="147654" y="1725190"/>
                  </a:lnTo>
                  <a:close/>
                  <a:moveTo>
                    <a:pt x="952659" y="801"/>
                  </a:moveTo>
                  <a:cubicBezTo>
                    <a:pt x="968607" y="2229"/>
                    <a:pt x="984440" y="5477"/>
                    <a:pt x="1000154" y="9829"/>
                  </a:cubicBezTo>
                  <a:cubicBezTo>
                    <a:pt x="1044245" y="22041"/>
                    <a:pt x="1084821" y="41921"/>
                    <a:pt x="1124029" y="65223"/>
                  </a:cubicBezTo>
                  <a:cubicBezTo>
                    <a:pt x="1170378" y="92770"/>
                    <a:pt x="1217333" y="119300"/>
                    <a:pt x="1263976" y="146355"/>
                  </a:cubicBezTo>
                  <a:cubicBezTo>
                    <a:pt x="1312762" y="174654"/>
                    <a:pt x="1361400" y="203204"/>
                    <a:pt x="1410270" y="231354"/>
                  </a:cubicBezTo>
                  <a:cubicBezTo>
                    <a:pt x="1446845" y="252422"/>
                    <a:pt x="1483779" y="272864"/>
                    <a:pt x="1520378" y="293887"/>
                  </a:cubicBezTo>
                  <a:cubicBezTo>
                    <a:pt x="1555761" y="314213"/>
                    <a:pt x="1590905" y="334956"/>
                    <a:pt x="1626182" y="355462"/>
                  </a:cubicBezTo>
                  <a:cubicBezTo>
                    <a:pt x="1655944" y="372761"/>
                    <a:pt x="1685680" y="390103"/>
                    <a:pt x="1715546" y="407217"/>
                  </a:cubicBezTo>
                  <a:cubicBezTo>
                    <a:pt x="1755545" y="430135"/>
                    <a:pt x="1797315" y="450416"/>
                    <a:pt x="1835304" y="476270"/>
                  </a:cubicBezTo>
                  <a:cubicBezTo>
                    <a:pt x="1883389" y="508991"/>
                    <a:pt x="1886414" y="570047"/>
                    <a:pt x="1850409" y="611496"/>
                  </a:cubicBezTo>
                  <a:cubicBezTo>
                    <a:pt x="1831621" y="633126"/>
                    <a:pt x="1806780" y="641639"/>
                    <a:pt x="1778666" y="641641"/>
                  </a:cubicBezTo>
                  <a:lnTo>
                    <a:pt x="1082028" y="641195"/>
                  </a:lnTo>
                  <a:lnTo>
                    <a:pt x="1082028" y="540829"/>
                  </a:lnTo>
                  <a:lnTo>
                    <a:pt x="1741255" y="540928"/>
                  </a:lnTo>
                  <a:cubicBezTo>
                    <a:pt x="1699613" y="514760"/>
                    <a:pt x="1657818" y="490644"/>
                    <a:pt x="1616001" y="466576"/>
                  </a:cubicBezTo>
                  <a:cubicBezTo>
                    <a:pt x="1585872" y="449235"/>
                    <a:pt x="1555656" y="432045"/>
                    <a:pt x="1525574" y="414623"/>
                  </a:cubicBezTo>
                  <a:cubicBezTo>
                    <a:pt x="1490263" y="394175"/>
                    <a:pt x="1455152" y="373379"/>
                    <a:pt x="1419772" y="353051"/>
                  </a:cubicBezTo>
                  <a:cubicBezTo>
                    <a:pt x="1383174" y="332023"/>
                    <a:pt x="1346247" y="311570"/>
                    <a:pt x="1309665" y="290515"/>
                  </a:cubicBezTo>
                  <a:cubicBezTo>
                    <a:pt x="1269076" y="267153"/>
                    <a:pt x="1228721" y="243386"/>
                    <a:pt x="1188250" y="219817"/>
                  </a:cubicBezTo>
                  <a:cubicBezTo>
                    <a:pt x="1151775" y="198577"/>
                    <a:pt x="1115258" y="177411"/>
                    <a:pt x="1078808" y="156129"/>
                  </a:cubicBezTo>
                  <a:cubicBezTo>
                    <a:pt x="1046956" y="137535"/>
                    <a:pt x="1014959" y="118976"/>
                    <a:pt x="979122" y="109234"/>
                  </a:cubicBezTo>
                  <a:cubicBezTo>
                    <a:pt x="962757" y="104785"/>
                    <a:pt x="945070" y="99990"/>
                    <a:pt x="928707" y="101820"/>
                  </a:cubicBezTo>
                  <a:cubicBezTo>
                    <a:pt x="892538" y="105861"/>
                    <a:pt x="859063" y="120062"/>
                    <a:pt x="827439" y="138206"/>
                  </a:cubicBezTo>
                  <a:cubicBezTo>
                    <a:pt x="777595" y="166803"/>
                    <a:pt x="727621" y="195173"/>
                    <a:pt x="677853" y="223902"/>
                  </a:cubicBezTo>
                  <a:cubicBezTo>
                    <a:pt x="618861" y="257957"/>
                    <a:pt x="560101" y="292412"/>
                    <a:pt x="501105" y="326459"/>
                  </a:cubicBezTo>
                  <a:cubicBezTo>
                    <a:pt x="446415" y="358019"/>
                    <a:pt x="391480" y="389151"/>
                    <a:pt x="336782" y="420693"/>
                  </a:cubicBezTo>
                  <a:cubicBezTo>
                    <a:pt x="280220" y="453312"/>
                    <a:pt x="223816" y="486204"/>
                    <a:pt x="167332" y="518961"/>
                  </a:cubicBezTo>
                  <a:cubicBezTo>
                    <a:pt x="155656" y="525730"/>
                    <a:pt x="143930" y="532420"/>
                    <a:pt x="132228" y="539147"/>
                  </a:cubicBezTo>
                  <a:cubicBezTo>
                    <a:pt x="132495" y="539724"/>
                    <a:pt x="132760" y="540299"/>
                    <a:pt x="133028" y="540876"/>
                  </a:cubicBezTo>
                  <a:lnTo>
                    <a:pt x="792727" y="541808"/>
                  </a:lnTo>
                  <a:lnTo>
                    <a:pt x="792727" y="641699"/>
                  </a:lnTo>
                  <a:lnTo>
                    <a:pt x="91228" y="641389"/>
                  </a:lnTo>
                  <a:cubicBezTo>
                    <a:pt x="33351" y="641249"/>
                    <a:pt x="-5464" y="593551"/>
                    <a:pt x="628" y="538195"/>
                  </a:cubicBezTo>
                  <a:cubicBezTo>
                    <a:pt x="4172" y="505966"/>
                    <a:pt x="23396" y="483933"/>
                    <a:pt x="51733" y="468090"/>
                  </a:cubicBezTo>
                  <a:cubicBezTo>
                    <a:pt x="103138" y="439347"/>
                    <a:pt x="153648" y="409011"/>
                    <a:pt x="204665" y="379566"/>
                  </a:cubicBezTo>
                  <a:cubicBezTo>
                    <a:pt x="245220" y="356160"/>
                    <a:pt x="286048" y="333224"/>
                    <a:pt x="326615" y="309838"/>
                  </a:cubicBezTo>
                  <a:cubicBezTo>
                    <a:pt x="377331" y="280601"/>
                    <a:pt x="427839" y="251002"/>
                    <a:pt x="478559" y="221772"/>
                  </a:cubicBezTo>
                  <a:cubicBezTo>
                    <a:pt x="524358" y="195376"/>
                    <a:pt x="570455" y="169500"/>
                    <a:pt x="616173" y="142969"/>
                  </a:cubicBezTo>
                  <a:cubicBezTo>
                    <a:pt x="660654" y="117158"/>
                    <a:pt x="704558" y="90348"/>
                    <a:pt x="749195" y="64817"/>
                  </a:cubicBezTo>
                  <a:cubicBezTo>
                    <a:pt x="797996" y="36906"/>
                    <a:pt x="848556" y="12802"/>
                    <a:pt x="904469" y="2689"/>
                  </a:cubicBezTo>
                  <a:cubicBezTo>
                    <a:pt x="920646" y="-236"/>
                    <a:pt x="936710" y="-627"/>
                    <a:pt x="952659" y="80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037" name="Freeform: Shape 2036">
              <a:extLst>
                <a:ext uri="{FF2B5EF4-FFF2-40B4-BE49-F238E27FC236}">
                  <a16:creationId xmlns:a16="http://schemas.microsoft.com/office/drawing/2014/main" id="{10B2888E-1761-4B70-D755-DFC13B4D312D}"/>
                </a:ext>
                <a:ext uri="{C183D7F6-B498-43B3-948B-1728B52AA6E4}">
                  <adec:decorative xmlns:adec="http://schemas.microsoft.com/office/drawing/2017/decorative" val="1"/>
                </a:ext>
              </a:extLst>
            </p:cNvPr>
            <p:cNvSpPr/>
            <p:nvPr/>
          </p:nvSpPr>
          <p:spPr>
            <a:xfrm>
              <a:off x="8871391" y="3762517"/>
              <a:ext cx="428570" cy="247326"/>
            </a:xfrm>
            <a:custGeom>
              <a:avLst/>
              <a:gdLst>
                <a:gd name="connsiteX0" fmla="*/ 116047 w 1754036"/>
                <a:gd name="connsiteY0" fmla="*/ 324034 h 1012248"/>
                <a:gd name="connsiteX1" fmla="*/ 116047 w 1754036"/>
                <a:gd name="connsiteY1" fmla="*/ 339074 h 1012248"/>
                <a:gd name="connsiteX2" fmla="*/ 140564 w 1754036"/>
                <a:gd name="connsiteY2" fmla="*/ 339074 h 1012248"/>
                <a:gd name="connsiteX3" fmla="*/ 140564 w 1754036"/>
                <a:gd name="connsiteY3" fmla="*/ 945422 h 1012248"/>
                <a:gd name="connsiteX4" fmla="*/ 116058 w 1754036"/>
                <a:gd name="connsiteY4" fmla="*/ 945422 h 1012248"/>
                <a:gd name="connsiteX5" fmla="*/ 116058 w 1754036"/>
                <a:gd name="connsiteY5" fmla="*/ 959694 h 1012248"/>
                <a:gd name="connsiteX6" fmla="*/ 311298 w 1754036"/>
                <a:gd name="connsiteY6" fmla="*/ 959694 h 1012248"/>
                <a:gd name="connsiteX7" fmla="*/ 311298 w 1754036"/>
                <a:gd name="connsiteY7" fmla="*/ 944654 h 1012248"/>
                <a:gd name="connsiteX8" fmla="*/ 285909 w 1754036"/>
                <a:gd name="connsiteY8" fmla="*/ 944654 h 1012248"/>
                <a:gd name="connsiteX9" fmla="*/ 285909 w 1754036"/>
                <a:gd name="connsiteY9" fmla="*/ 482069 h 1012248"/>
                <a:gd name="connsiteX10" fmla="*/ 285909 w 1754036"/>
                <a:gd name="connsiteY10" fmla="*/ 338305 h 1012248"/>
                <a:gd name="connsiteX11" fmla="*/ 311287 w 1754036"/>
                <a:gd name="connsiteY11" fmla="*/ 338305 h 1012248"/>
                <a:gd name="connsiteX12" fmla="*/ 311287 w 1754036"/>
                <a:gd name="connsiteY12" fmla="*/ 324034 h 1012248"/>
                <a:gd name="connsiteX13" fmla="*/ 116047 w 1754036"/>
                <a:gd name="connsiteY13" fmla="*/ 324034 h 1012248"/>
                <a:gd name="connsiteX14" fmla="*/ 1442557 w 1754036"/>
                <a:gd name="connsiteY14" fmla="*/ 324028 h 1012248"/>
                <a:gd name="connsiteX15" fmla="*/ 1442557 w 1754036"/>
                <a:gd name="connsiteY15" fmla="*/ 339062 h 1012248"/>
                <a:gd name="connsiteX16" fmla="*/ 1465765 w 1754036"/>
                <a:gd name="connsiteY16" fmla="*/ 339062 h 1012248"/>
                <a:gd name="connsiteX17" fmla="*/ 1465765 w 1754036"/>
                <a:gd name="connsiteY17" fmla="*/ 549926 h 1012248"/>
                <a:gd name="connsiteX18" fmla="*/ 1465765 w 1754036"/>
                <a:gd name="connsiteY18" fmla="*/ 945412 h 1012248"/>
                <a:gd name="connsiteX19" fmla="*/ 1442566 w 1754036"/>
                <a:gd name="connsiteY19" fmla="*/ 945412 h 1012248"/>
                <a:gd name="connsiteX20" fmla="*/ 1442566 w 1754036"/>
                <a:gd name="connsiteY20" fmla="*/ 959701 h 1012248"/>
                <a:gd name="connsiteX21" fmla="*/ 1637824 w 1754036"/>
                <a:gd name="connsiteY21" fmla="*/ 959701 h 1012248"/>
                <a:gd name="connsiteX22" fmla="*/ 1637824 w 1754036"/>
                <a:gd name="connsiteY22" fmla="*/ 944669 h 1012248"/>
                <a:gd name="connsiteX23" fmla="*/ 1613293 w 1754036"/>
                <a:gd name="connsiteY23" fmla="*/ 944669 h 1012248"/>
                <a:gd name="connsiteX24" fmla="*/ 1613293 w 1754036"/>
                <a:gd name="connsiteY24" fmla="*/ 338316 h 1012248"/>
                <a:gd name="connsiteX25" fmla="*/ 1637812 w 1754036"/>
                <a:gd name="connsiteY25" fmla="*/ 338316 h 1012248"/>
                <a:gd name="connsiteX26" fmla="*/ 1637812 w 1754036"/>
                <a:gd name="connsiteY26" fmla="*/ 324028 h 1012248"/>
                <a:gd name="connsiteX27" fmla="*/ 1442557 w 1754036"/>
                <a:gd name="connsiteY27" fmla="*/ 324028 h 1012248"/>
                <a:gd name="connsiteX28" fmla="*/ 779096 w 1754036"/>
                <a:gd name="connsiteY28" fmla="*/ 323368 h 1012248"/>
                <a:gd name="connsiteX29" fmla="*/ 779096 w 1754036"/>
                <a:gd name="connsiteY29" fmla="*/ 339081 h 1012248"/>
                <a:gd name="connsiteX30" fmla="*/ 804020 w 1754036"/>
                <a:gd name="connsiteY30" fmla="*/ 339081 h 1012248"/>
                <a:gd name="connsiteX31" fmla="*/ 804020 w 1754036"/>
                <a:gd name="connsiteY31" fmla="*/ 945395 h 1012248"/>
                <a:gd name="connsiteX32" fmla="*/ 779104 w 1754036"/>
                <a:gd name="connsiteY32" fmla="*/ 945395 h 1012248"/>
                <a:gd name="connsiteX33" fmla="*/ 779104 w 1754036"/>
                <a:gd name="connsiteY33" fmla="*/ 959523 h 1012248"/>
                <a:gd name="connsiteX34" fmla="*/ 974769 w 1754036"/>
                <a:gd name="connsiteY34" fmla="*/ 959523 h 1012248"/>
                <a:gd name="connsiteX35" fmla="*/ 974769 w 1754036"/>
                <a:gd name="connsiteY35" fmla="*/ 944647 h 1012248"/>
                <a:gd name="connsiteX36" fmla="*/ 949847 w 1754036"/>
                <a:gd name="connsiteY36" fmla="*/ 944647 h 1012248"/>
                <a:gd name="connsiteX37" fmla="*/ 949847 w 1754036"/>
                <a:gd name="connsiteY37" fmla="*/ 338333 h 1012248"/>
                <a:gd name="connsiteX38" fmla="*/ 974762 w 1754036"/>
                <a:gd name="connsiteY38" fmla="*/ 338333 h 1012248"/>
                <a:gd name="connsiteX39" fmla="*/ 974762 w 1754036"/>
                <a:gd name="connsiteY39" fmla="*/ 323368 h 1012248"/>
                <a:gd name="connsiteX40" fmla="*/ 891161 w 1754036"/>
                <a:gd name="connsiteY40" fmla="*/ 323368 h 1012248"/>
                <a:gd name="connsiteX41" fmla="*/ 779096 w 1754036"/>
                <a:gd name="connsiteY41" fmla="*/ 323368 h 1012248"/>
                <a:gd name="connsiteX42" fmla="*/ 661114 w 1754036"/>
                <a:gd name="connsiteY42" fmla="*/ 271523 h 1012248"/>
                <a:gd name="connsiteX43" fmla="*/ 1090532 w 1754036"/>
                <a:gd name="connsiteY43" fmla="*/ 271523 h 1012248"/>
                <a:gd name="connsiteX44" fmla="*/ 1090532 w 1754036"/>
                <a:gd name="connsiteY44" fmla="*/ 344812 h 1012248"/>
                <a:gd name="connsiteX45" fmla="*/ 1056879 w 1754036"/>
                <a:gd name="connsiteY45" fmla="*/ 344812 h 1012248"/>
                <a:gd name="connsiteX46" fmla="*/ 1056879 w 1754036"/>
                <a:gd name="connsiteY46" fmla="*/ 366739 h 1012248"/>
                <a:gd name="connsiteX47" fmla="*/ 1026201 w 1754036"/>
                <a:gd name="connsiteY47" fmla="*/ 366739 h 1012248"/>
                <a:gd name="connsiteX48" fmla="*/ 1026201 w 1754036"/>
                <a:gd name="connsiteY48" fmla="*/ 388641 h 1012248"/>
                <a:gd name="connsiteX49" fmla="*/ 1002573 w 1754036"/>
                <a:gd name="connsiteY49" fmla="*/ 388641 h 1012248"/>
                <a:gd name="connsiteX50" fmla="*/ 1002573 w 1754036"/>
                <a:gd name="connsiteY50" fmla="*/ 894210 h 1012248"/>
                <a:gd name="connsiteX51" fmla="*/ 1025312 w 1754036"/>
                <a:gd name="connsiteY51" fmla="*/ 894210 h 1012248"/>
                <a:gd name="connsiteX52" fmla="*/ 1025312 w 1754036"/>
                <a:gd name="connsiteY52" fmla="*/ 916142 h 1012248"/>
                <a:gd name="connsiteX53" fmla="*/ 1055980 w 1754036"/>
                <a:gd name="connsiteY53" fmla="*/ 916142 h 1012248"/>
                <a:gd name="connsiteX54" fmla="*/ 1055980 w 1754036"/>
                <a:gd name="connsiteY54" fmla="*/ 938057 h 1012248"/>
                <a:gd name="connsiteX55" fmla="*/ 1091453 w 1754036"/>
                <a:gd name="connsiteY55" fmla="*/ 938057 h 1012248"/>
                <a:gd name="connsiteX56" fmla="*/ 1091453 w 1754036"/>
                <a:gd name="connsiteY56" fmla="*/ 986589 h 1012248"/>
                <a:gd name="connsiteX57" fmla="*/ 1091453 w 1754036"/>
                <a:gd name="connsiteY57" fmla="*/ 1012200 h 1012248"/>
                <a:gd name="connsiteX58" fmla="*/ 661150 w 1754036"/>
                <a:gd name="connsiteY58" fmla="*/ 1012200 h 1012248"/>
                <a:gd name="connsiteX59" fmla="*/ 661150 w 1754036"/>
                <a:gd name="connsiteY59" fmla="*/ 938926 h 1012248"/>
                <a:gd name="connsiteX60" fmla="*/ 696977 w 1754036"/>
                <a:gd name="connsiteY60" fmla="*/ 938926 h 1012248"/>
                <a:gd name="connsiteX61" fmla="*/ 696977 w 1754036"/>
                <a:gd name="connsiteY61" fmla="*/ 917002 h 1012248"/>
                <a:gd name="connsiteX62" fmla="*/ 725465 w 1754036"/>
                <a:gd name="connsiteY62" fmla="*/ 917002 h 1012248"/>
                <a:gd name="connsiteX63" fmla="*/ 725465 w 1754036"/>
                <a:gd name="connsiteY63" fmla="*/ 895094 h 1012248"/>
                <a:gd name="connsiteX64" fmla="*/ 751287 w 1754036"/>
                <a:gd name="connsiteY64" fmla="*/ 895094 h 1012248"/>
                <a:gd name="connsiteX65" fmla="*/ 751287 w 1754036"/>
                <a:gd name="connsiteY65" fmla="*/ 389519 h 1012248"/>
                <a:gd name="connsiteX66" fmla="*/ 726370 w 1754036"/>
                <a:gd name="connsiteY66" fmla="*/ 389519 h 1012248"/>
                <a:gd name="connsiteX67" fmla="*/ 726370 w 1754036"/>
                <a:gd name="connsiteY67" fmla="*/ 367590 h 1012248"/>
                <a:gd name="connsiteX68" fmla="*/ 697888 w 1754036"/>
                <a:gd name="connsiteY68" fmla="*/ 367590 h 1012248"/>
                <a:gd name="connsiteX69" fmla="*/ 697888 w 1754036"/>
                <a:gd name="connsiteY69" fmla="*/ 345674 h 1012248"/>
                <a:gd name="connsiteX70" fmla="*/ 661114 w 1754036"/>
                <a:gd name="connsiteY70" fmla="*/ 345674 h 1012248"/>
                <a:gd name="connsiteX71" fmla="*/ 661114 w 1754036"/>
                <a:gd name="connsiteY71" fmla="*/ 271523 h 1012248"/>
                <a:gd name="connsiteX72" fmla="*/ 0 w 1754036"/>
                <a:gd name="connsiteY72" fmla="*/ 271481 h 1012248"/>
                <a:gd name="connsiteX73" fmla="*/ 430381 w 1754036"/>
                <a:gd name="connsiteY73" fmla="*/ 271481 h 1012248"/>
                <a:gd name="connsiteX74" fmla="*/ 430381 w 1754036"/>
                <a:gd name="connsiteY74" fmla="*/ 308045 h 1012248"/>
                <a:gd name="connsiteX75" fmla="*/ 430381 w 1754036"/>
                <a:gd name="connsiteY75" fmla="*/ 344891 h 1012248"/>
                <a:gd name="connsiteX76" fmla="*/ 393535 w 1754036"/>
                <a:gd name="connsiteY76" fmla="*/ 344891 h 1012248"/>
                <a:gd name="connsiteX77" fmla="*/ 393535 w 1754036"/>
                <a:gd name="connsiteY77" fmla="*/ 366814 h 1012248"/>
                <a:gd name="connsiteX78" fmla="*/ 365048 w 1754036"/>
                <a:gd name="connsiteY78" fmla="*/ 366814 h 1012248"/>
                <a:gd name="connsiteX79" fmla="*/ 365048 w 1754036"/>
                <a:gd name="connsiteY79" fmla="*/ 388724 h 1012248"/>
                <a:gd name="connsiteX80" fmla="*/ 339274 w 1754036"/>
                <a:gd name="connsiteY80" fmla="*/ 388724 h 1012248"/>
                <a:gd name="connsiteX81" fmla="*/ 339274 w 1754036"/>
                <a:gd name="connsiteY81" fmla="*/ 894296 h 1012248"/>
                <a:gd name="connsiteX82" fmla="*/ 364325 w 1754036"/>
                <a:gd name="connsiteY82" fmla="*/ 894296 h 1012248"/>
                <a:gd name="connsiteX83" fmla="*/ 364325 w 1754036"/>
                <a:gd name="connsiteY83" fmla="*/ 916222 h 1012248"/>
                <a:gd name="connsiteX84" fmla="*/ 392807 w 1754036"/>
                <a:gd name="connsiteY84" fmla="*/ 916222 h 1012248"/>
                <a:gd name="connsiteX85" fmla="*/ 392807 w 1754036"/>
                <a:gd name="connsiteY85" fmla="*/ 938139 h 1012248"/>
                <a:gd name="connsiteX86" fmla="*/ 429535 w 1754036"/>
                <a:gd name="connsiteY86" fmla="*/ 938139 h 1012248"/>
                <a:gd name="connsiteX87" fmla="*/ 429535 w 1754036"/>
                <a:gd name="connsiteY87" fmla="*/ 1012248 h 1012248"/>
                <a:gd name="connsiteX88" fmla="*/ 32 w 1754036"/>
                <a:gd name="connsiteY88" fmla="*/ 1012248 h 1012248"/>
                <a:gd name="connsiteX89" fmla="*/ 32 w 1754036"/>
                <a:gd name="connsiteY89" fmla="*/ 938832 h 1012248"/>
                <a:gd name="connsiteX90" fmla="*/ 33815 w 1754036"/>
                <a:gd name="connsiteY90" fmla="*/ 938832 h 1012248"/>
                <a:gd name="connsiteX91" fmla="*/ 33815 w 1754036"/>
                <a:gd name="connsiteY91" fmla="*/ 916906 h 1012248"/>
                <a:gd name="connsiteX92" fmla="*/ 64492 w 1754036"/>
                <a:gd name="connsiteY92" fmla="*/ 916906 h 1012248"/>
                <a:gd name="connsiteX93" fmla="*/ 64492 w 1754036"/>
                <a:gd name="connsiteY93" fmla="*/ 895002 h 1012248"/>
                <a:gd name="connsiteX94" fmla="*/ 88075 w 1754036"/>
                <a:gd name="connsiteY94" fmla="*/ 895002 h 1012248"/>
                <a:gd name="connsiteX95" fmla="*/ 88075 w 1754036"/>
                <a:gd name="connsiteY95" fmla="*/ 389436 h 1012248"/>
                <a:gd name="connsiteX96" fmla="*/ 65211 w 1754036"/>
                <a:gd name="connsiteY96" fmla="*/ 389436 h 1012248"/>
                <a:gd name="connsiteX97" fmla="*/ 65211 w 1754036"/>
                <a:gd name="connsiteY97" fmla="*/ 367508 h 1012248"/>
                <a:gd name="connsiteX98" fmla="*/ 34542 w 1754036"/>
                <a:gd name="connsiteY98" fmla="*/ 367508 h 1012248"/>
                <a:gd name="connsiteX99" fmla="*/ 34542 w 1754036"/>
                <a:gd name="connsiteY99" fmla="*/ 345591 h 1012248"/>
                <a:gd name="connsiteX100" fmla="*/ 0 w 1754036"/>
                <a:gd name="connsiteY100" fmla="*/ 345591 h 1012248"/>
                <a:gd name="connsiteX101" fmla="*/ 0 w 1754036"/>
                <a:gd name="connsiteY101" fmla="*/ 271481 h 1012248"/>
                <a:gd name="connsiteX102" fmla="*/ 1324154 w 1754036"/>
                <a:gd name="connsiteY102" fmla="*/ 270832 h 1012248"/>
                <a:gd name="connsiteX103" fmla="*/ 1522678 w 1754036"/>
                <a:gd name="connsiteY103" fmla="*/ 270832 h 1012248"/>
                <a:gd name="connsiteX104" fmla="*/ 1754006 w 1754036"/>
                <a:gd name="connsiteY104" fmla="*/ 270832 h 1012248"/>
                <a:gd name="connsiteX105" fmla="*/ 1754006 w 1754036"/>
                <a:gd name="connsiteY105" fmla="*/ 344849 h 1012248"/>
                <a:gd name="connsiteX106" fmla="*/ 1720088 w 1754036"/>
                <a:gd name="connsiteY106" fmla="*/ 344849 h 1012248"/>
                <a:gd name="connsiteX107" fmla="*/ 1720088 w 1754036"/>
                <a:gd name="connsiteY107" fmla="*/ 366783 h 1012248"/>
                <a:gd name="connsiteX108" fmla="*/ 1689408 w 1754036"/>
                <a:gd name="connsiteY108" fmla="*/ 366783 h 1012248"/>
                <a:gd name="connsiteX109" fmla="*/ 1689408 w 1754036"/>
                <a:gd name="connsiteY109" fmla="*/ 388693 h 1012248"/>
                <a:gd name="connsiteX110" fmla="*/ 1665619 w 1754036"/>
                <a:gd name="connsiteY110" fmla="*/ 388693 h 1012248"/>
                <a:gd name="connsiteX111" fmla="*/ 1665619 w 1754036"/>
                <a:gd name="connsiteY111" fmla="*/ 894245 h 1012248"/>
                <a:gd name="connsiteX112" fmla="*/ 1688609 w 1754036"/>
                <a:gd name="connsiteY112" fmla="*/ 894245 h 1012248"/>
                <a:gd name="connsiteX113" fmla="*/ 1688609 w 1754036"/>
                <a:gd name="connsiteY113" fmla="*/ 916182 h 1012248"/>
                <a:gd name="connsiteX114" fmla="*/ 1719280 w 1754036"/>
                <a:gd name="connsiteY114" fmla="*/ 916182 h 1012248"/>
                <a:gd name="connsiteX115" fmla="*/ 1719280 w 1754036"/>
                <a:gd name="connsiteY115" fmla="*/ 938105 h 1012248"/>
                <a:gd name="connsiteX116" fmla="*/ 1754036 w 1754036"/>
                <a:gd name="connsiteY116" fmla="*/ 938105 h 1012248"/>
                <a:gd name="connsiteX117" fmla="*/ 1754036 w 1754036"/>
                <a:gd name="connsiteY117" fmla="*/ 1012034 h 1012248"/>
                <a:gd name="connsiteX118" fmla="*/ 1324188 w 1754036"/>
                <a:gd name="connsiteY118" fmla="*/ 1012034 h 1012248"/>
                <a:gd name="connsiteX119" fmla="*/ 1324188 w 1754036"/>
                <a:gd name="connsiteY119" fmla="*/ 938880 h 1012248"/>
                <a:gd name="connsiteX120" fmla="*/ 1360290 w 1754036"/>
                <a:gd name="connsiteY120" fmla="*/ 938880 h 1012248"/>
                <a:gd name="connsiteX121" fmla="*/ 1360290 w 1754036"/>
                <a:gd name="connsiteY121" fmla="*/ 916950 h 1012248"/>
                <a:gd name="connsiteX122" fmla="*/ 1388777 w 1754036"/>
                <a:gd name="connsiteY122" fmla="*/ 916950 h 1012248"/>
                <a:gd name="connsiteX123" fmla="*/ 1388777 w 1754036"/>
                <a:gd name="connsiteY123" fmla="*/ 895034 h 1012248"/>
                <a:gd name="connsiteX124" fmla="*/ 1414760 w 1754036"/>
                <a:gd name="connsiteY124" fmla="*/ 895034 h 1012248"/>
                <a:gd name="connsiteX125" fmla="*/ 1414760 w 1754036"/>
                <a:gd name="connsiteY125" fmla="*/ 389476 h 1012248"/>
                <a:gd name="connsiteX126" fmla="*/ 1389578 w 1754036"/>
                <a:gd name="connsiteY126" fmla="*/ 389476 h 1012248"/>
                <a:gd name="connsiteX127" fmla="*/ 1389578 w 1754036"/>
                <a:gd name="connsiteY127" fmla="*/ 367542 h 1012248"/>
                <a:gd name="connsiteX128" fmla="*/ 1361096 w 1754036"/>
                <a:gd name="connsiteY128" fmla="*/ 367542 h 1012248"/>
                <a:gd name="connsiteX129" fmla="*/ 1361096 w 1754036"/>
                <a:gd name="connsiteY129" fmla="*/ 345618 h 1012248"/>
                <a:gd name="connsiteX130" fmla="*/ 1324154 w 1754036"/>
                <a:gd name="connsiteY130" fmla="*/ 345618 h 1012248"/>
                <a:gd name="connsiteX131" fmla="*/ 1324154 w 1754036"/>
                <a:gd name="connsiteY131" fmla="*/ 270832 h 1012248"/>
                <a:gd name="connsiteX132" fmla="*/ 803077 w 1754036"/>
                <a:gd name="connsiteY132" fmla="*/ 0 h 1012248"/>
                <a:gd name="connsiteX133" fmla="*/ 951227 w 1754036"/>
                <a:gd name="connsiteY133" fmla="*/ 0 h 1012248"/>
                <a:gd name="connsiteX134" fmla="*/ 951227 w 1754036"/>
                <a:gd name="connsiteY134" fmla="*/ 148150 h 1012248"/>
                <a:gd name="connsiteX135" fmla="*/ 803077 w 1754036"/>
                <a:gd name="connsiteY135" fmla="*/ 148150 h 101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1754036" h="1012248">
                  <a:moveTo>
                    <a:pt x="116047" y="324034"/>
                  </a:moveTo>
                  <a:cubicBezTo>
                    <a:pt x="116047" y="329176"/>
                    <a:pt x="116047" y="333638"/>
                    <a:pt x="116047" y="339074"/>
                  </a:cubicBezTo>
                  <a:cubicBezTo>
                    <a:pt x="124774" y="339074"/>
                    <a:pt x="132656" y="339074"/>
                    <a:pt x="140564" y="339074"/>
                  </a:cubicBezTo>
                  <a:cubicBezTo>
                    <a:pt x="140564" y="541535"/>
                    <a:pt x="140564" y="743002"/>
                    <a:pt x="140564" y="945422"/>
                  </a:cubicBezTo>
                  <a:cubicBezTo>
                    <a:pt x="131806" y="945422"/>
                    <a:pt x="123918" y="945422"/>
                    <a:pt x="116058" y="945422"/>
                  </a:cubicBezTo>
                  <a:cubicBezTo>
                    <a:pt x="116058" y="950851"/>
                    <a:pt x="116058" y="955309"/>
                    <a:pt x="116058" y="959694"/>
                  </a:cubicBezTo>
                  <a:cubicBezTo>
                    <a:pt x="181718" y="959694"/>
                    <a:pt x="246495" y="959694"/>
                    <a:pt x="311298" y="959694"/>
                  </a:cubicBezTo>
                  <a:cubicBezTo>
                    <a:pt x="311298" y="954526"/>
                    <a:pt x="311298" y="950071"/>
                    <a:pt x="311298" y="944654"/>
                  </a:cubicBezTo>
                  <a:cubicBezTo>
                    <a:pt x="302566" y="944654"/>
                    <a:pt x="294696" y="944654"/>
                    <a:pt x="285909" y="944654"/>
                  </a:cubicBezTo>
                  <a:cubicBezTo>
                    <a:pt x="285909" y="790528"/>
                    <a:pt x="285909" y="637393"/>
                    <a:pt x="285909" y="482069"/>
                  </a:cubicBezTo>
                  <a:cubicBezTo>
                    <a:pt x="285909" y="434459"/>
                    <a:pt x="285909" y="386850"/>
                    <a:pt x="285909" y="338305"/>
                  </a:cubicBezTo>
                  <a:cubicBezTo>
                    <a:pt x="295536" y="338305"/>
                    <a:pt x="303431" y="338305"/>
                    <a:pt x="311287" y="338305"/>
                  </a:cubicBezTo>
                  <a:cubicBezTo>
                    <a:pt x="311287" y="332876"/>
                    <a:pt x="311287" y="328420"/>
                    <a:pt x="311287" y="324034"/>
                  </a:cubicBezTo>
                  <a:cubicBezTo>
                    <a:pt x="245627" y="324034"/>
                    <a:pt x="180850" y="324034"/>
                    <a:pt x="116047" y="324034"/>
                  </a:cubicBezTo>
                  <a:close/>
                  <a:moveTo>
                    <a:pt x="1442557" y="324028"/>
                  </a:moveTo>
                  <a:cubicBezTo>
                    <a:pt x="1442557" y="329166"/>
                    <a:pt x="1442557" y="333629"/>
                    <a:pt x="1442557" y="339062"/>
                  </a:cubicBezTo>
                  <a:cubicBezTo>
                    <a:pt x="1450550" y="339062"/>
                    <a:pt x="1457686" y="339062"/>
                    <a:pt x="1465765" y="339062"/>
                  </a:cubicBezTo>
                  <a:cubicBezTo>
                    <a:pt x="1465765" y="409276"/>
                    <a:pt x="1465765" y="478507"/>
                    <a:pt x="1465765" y="549926"/>
                  </a:cubicBezTo>
                  <a:cubicBezTo>
                    <a:pt x="1465765" y="681440"/>
                    <a:pt x="1465765" y="812954"/>
                    <a:pt x="1465765" y="945412"/>
                  </a:cubicBezTo>
                  <a:cubicBezTo>
                    <a:pt x="1456886" y="945412"/>
                    <a:pt x="1449733" y="945412"/>
                    <a:pt x="1442566" y="945412"/>
                  </a:cubicBezTo>
                  <a:cubicBezTo>
                    <a:pt x="1442566" y="950836"/>
                    <a:pt x="1442566" y="955293"/>
                    <a:pt x="1442566" y="959701"/>
                  </a:cubicBezTo>
                  <a:cubicBezTo>
                    <a:pt x="1508217" y="959701"/>
                    <a:pt x="1572995" y="959701"/>
                    <a:pt x="1637824" y="959701"/>
                  </a:cubicBezTo>
                  <a:cubicBezTo>
                    <a:pt x="1637824" y="954567"/>
                    <a:pt x="1637824" y="950105"/>
                    <a:pt x="1637824" y="944669"/>
                  </a:cubicBezTo>
                  <a:cubicBezTo>
                    <a:pt x="1629101" y="944669"/>
                    <a:pt x="1621230" y="944669"/>
                    <a:pt x="1613293" y="944669"/>
                  </a:cubicBezTo>
                  <a:cubicBezTo>
                    <a:pt x="1613293" y="742207"/>
                    <a:pt x="1613293" y="540739"/>
                    <a:pt x="1613293" y="338316"/>
                  </a:cubicBezTo>
                  <a:cubicBezTo>
                    <a:pt x="1622042" y="338316"/>
                    <a:pt x="1629936" y="338316"/>
                    <a:pt x="1637812" y="338316"/>
                  </a:cubicBezTo>
                  <a:cubicBezTo>
                    <a:pt x="1637812" y="332887"/>
                    <a:pt x="1637812" y="328430"/>
                    <a:pt x="1637812" y="324028"/>
                  </a:cubicBezTo>
                  <a:cubicBezTo>
                    <a:pt x="1572158" y="324028"/>
                    <a:pt x="1507380" y="324028"/>
                    <a:pt x="1442557" y="324028"/>
                  </a:cubicBezTo>
                  <a:close/>
                  <a:moveTo>
                    <a:pt x="779096" y="323368"/>
                  </a:moveTo>
                  <a:cubicBezTo>
                    <a:pt x="779096" y="329295"/>
                    <a:pt x="779096" y="333524"/>
                    <a:pt x="779096" y="339081"/>
                  </a:cubicBezTo>
                  <a:cubicBezTo>
                    <a:pt x="787856" y="339081"/>
                    <a:pt x="796008" y="339081"/>
                    <a:pt x="804020" y="339081"/>
                  </a:cubicBezTo>
                  <a:cubicBezTo>
                    <a:pt x="804020" y="541655"/>
                    <a:pt x="804020" y="742860"/>
                    <a:pt x="804020" y="945395"/>
                  </a:cubicBezTo>
                  <a:cubicBezTo>
                    <a:pt x="795203" y="945395"/>
                    <a:pt x="787042" y="945395"/>
                    <a:pt x="779104" y="945395"/>
                  </a:cubicBezTo>
                  <a:cubicBezTo>
                    <a:pt x="779104" y="950977"/>
                    <a:pt x="779104" y="955202"/>
                    <a:pt x="779104" y="959523"/>
                  </a:cubicBezTo>
                  <a:cubicBezTo>
                    <a:pt x="844827" y="959523"/>
                    <a:pt x="909884" y="959523"/>
                    <a:pt x="974769" y="959523"/>
                  </a:cubicBezTo>
                  <a:cubicBezTo>
                    <a:pt x="974769" y="954433"/>
                    <a:pt x="974769" y="950204"/>
                    <a:pt x="974769" y="944647"/>
                  </a:cubicBezTo>
                  <a:cubicBezTo>
                    <a:pt x="965996" y="944647"/>
                    <a:pt x="957851" y="944647"/>
                    <a:pt x="949847" y="944647"/>
                  </a:cubicBezTo>
                  <a:cubicBezTo>
                    <a:pt x="949847" y="742073"/>
                    <a:pt x="949847" y="540868"/>
                    <a:pt x="949847" y="338333"/>
                  </a:cubicBezTo>
                  <a:cubicBezTo>
                    <a:pt x="958664" y="338333"/>
                    <a:pt x="966824" y="338333"/>
                    <a:pt x="974762" y="338333"/>
                  </a:cubicBezTo>
                  <a:cubicBezTo>
                    <a:pt x="974762" y="332771"/>
                    <a:pt x="974762" y="328547"/>
                    <a:pt x="974762" y="323368"/>
                  </a:cubicBezTo>
                  <a:cubicBezTo>
                    <a:pt x="947191" y="323368"/>
                    <a:pt x="920271" y="323368"/>
                    <a:pt x="891161" y="323368"/>
                  </a:cubicBezTo>
                  <a:cubicBezTo>
                    <a:pt x="853744" y="323368"/>
                    <a:pt x="816327" y="323368"/>
                    <a:pt x="779096" y="323368"/>
                  </a:cubicBezTo>
                  <a:close/>
                  <a:moveTo>
                    <a:pt x="661114" y="271523"/>
                  </a:moveTo>
                  <a:cubicBezTo>
                    <a:pt x="803995" y="271523"/>
                    <a:pt x="946803" y="271523"/>
                    <a:pt x="1090532" y="271523"/>
                  </a:cubicBezTo>
                  <a:cubicBezTo>
                    <a:pt x="1090532" y="295478"/>
                    <a:pt x="1090532" y="319642"/>
                    <a:pt x="1090532" y="344812"/>
                  </a:cubicBezTo>
                  <a:cubicBezTo>
                    <a:pt x="1079807" y="344812"/>
                    <a:pt x="1069019" y="344812"/>
                    <a:pt x="1056879" y="344812"/>
                  </a:cubicBezTo>
                  <a:cubicBezTo>
                    <a:pt x="1056879" y="352431"/>
                    <a:pt x="1056879" y="359099"/>
                    <a:pt x="1056879" y="366739"/>
                  </a:cubicBezTo>
                  <a:cubicBezTo>
                    <a:pt x="1046222" y="366739"/>
                    <a:pt x="1036888" y="366739"/>
                    <a:pt x="1026201" y="366739"/>
                  </a:cubicBezTo>
                  <a:cubicBezTo>
                    <a:pt x="1026201" y="374348"/>
                    <a:pt x="1026201" y="381018"/>
                    <a:pt x="1026201" y="388641"/>
                  </a:cubicBezTo>
                  <a:cubicBezTo>
                    <a:pt x="1017731" y="388641"/>
                    <a:pt x="1010585" y="388641"/>
                    <a:pt x="1002573" y="388641"/>
                  </a:cubicBezTo>
                  <a:cubicBezTo>
                    <a:pt x="1002573" y="557478"/>
                    <a:pt x="1002573" y="725353"/>
                    <a:pt x="1002573" y="894210"/>
                  </a:cubicBezTo>
                  <a:cubicBezTo>
                    <a:pt x="1009676" y="894210"/>
                    <a:pt x="1016818" y="894210"/>
                    <a:pt x="1025312" y="894210"/>
                  </a:cubicBezTo>
                  <a:cubicBezTo>
                    <a:pt x="1025312" y="901821"/>
                    <a:pt x="1025312" y="908494"/>
                    <a:pt x="1025312" y="916142"/>
                  </a:cubicBezTo>
                  <a:cubicBezTo>
                    <a:pt x="1035958" y="916142"/>
                    <a:pt x="1045292" y="916142"/>
                    <a:pt x="1055980" y="916142"/>
                  </a:cubicBezTo>
                  <a:cubicBezTo>
                    <a:pt x="1055980" y="923749"/>
                    <a:pt x="1055980" y="930418"/>
                    <a:pt x="1055980" y="938057"/>
                  </a:cubicBezTo>
                  <a:cubicBezTo>
                    <a:pt x="1068096" y="938057"/>
                    <a:pt x="1078892" y="938057"/>
                    <a:pt x="1091453" y="938057"/>
                  </a:cubicBezTo>
                  <a:cubicBezTo>
                    <a:pt x="1091453" y="954487"/>
                    <a:pt x="1091453" y="969995"/>
                    <a:pt x="1091453" y="986589"/>
                  </a:cubicBezTo>
                  <a:cubicBezTo>
                    <a:pt x="1091453" y="995627"/>
                    <a:pt x="1091453" y="1003579"/>
                    <a:pt x="1091453" y="1012200"/>
                  </a:cubicBezTo>
                  <a:cubicBezTo>
                    <a:pt x="947692" y="1012200"/>
                    <a:pt x="804885" y="1012200"/>
                    <a:pt x="661150" y="1012200"/>
                  </a:cubicBezTo>
                  <a:cubicBezTo>
                    <a:pt x="661150" y="988260"/>
                    <a:pt x="661150" y="964096"/>
                    <a:pt x="661150" y="938926"/>
                  </a:cubicBezTo>
                  <a:cubicBezTo>
                    <a:pt x="672593" y="938926"/>
                    <a:pt x="684108" y="938926"/>
                    <a:pt x="696977" y="938926"/>
                  </a:cubicBezTo>
                  <a:cubicBezTo>
                    <a:pt x="696977" y="931312"/>
                    <a:pt x="696977" y="924638"/>
                    <a:pt x="696977" y="917002"/>
                  </a:cubicBezTo>
                  <a:cubicBezTo>
                    <a:pt x="706901" y="917002"/>
                    <a:pt x="715505" y="917002"/>
                    <a:pt x="725465" y="917002"/>
                  </a:cubicBezTo>
                  <a:cubicBezTo>
                    <a:pt x="725465" y="909401"/>
                    <a:pt x="725465" y="902712"/>
                    <a:pt x="725465" y="895094"/>
                  </a:cubicBezTo>
                  <a:cubicBezTo>
                    <a:pt x="734656" y="895094"/>
                    <a:pt x="742541" y="895094"/>
                    <a:pt x="751287" y="895094"/>
                  </a:cubicBezTo>
                  <a:cubicBezTo>
                    <a:pt x="751287" y="726253"/>
                    <a:pt x="751287" y="558380"/>
                    <a:pt x="751287" y="389519"/>
                  </a:cubicBezTo>
                  <a:cubicBezTo>
                    <a:pt x="743473" y="389519"/>
                    <a:pt x="735593" y="389519"/>
                    <a:pt x="726370" y="389519"/>
                  </a:cubicBezTo>
                  <a:cubicBezTo>
                    <a:pt x="726370" y="381905"/>
                    <a:pt x="726370" y="375233"/>
                    <a:pt x="726370" y="367590"/>
                  </a:cubicBezTo>
                  <a:cubicBezTo>
                    <a:pt x="716451" y="367590"/>
                    <a:pt x="707848" y="367590"/>
                    <a:pt x="697888" y="367590"/>
                  </a:cubicBezTo>
                  <a:cubicBezTo>
                    <a:pt x="697888" y="359984"/>
                    <a:pt x="697888" y="353314"/>
                    <a:pt x="697888" y="345674"/>
                  </a:cubicBezTo>
                  <a:cubicBezTo>
                    <a:pt x="685043" y="345674"/>
                    <a:pt x="673519" y="345674"/>
                    <a:pt x="661114" y="345674"/>
                  </a:cubicBezTo>
                  <a:cubicBezTo>
                    <a:pt x="661114" y="320550"/>
                    <a:pt x="661114" y="296386"/>
                    <a:pt x="661114" y="271523"/>
                  </a:cubicBezTo>
                  <a:close/>
                  <a:moveTo>
                    <a:pt x="0" y="271481"/>
                  </a:moveTo>
                  <a:cubicBezTo>
                    <a:pt x="143008" y="271481"/>
                    <a:pt x="285815" y="271481"/>
                    <a:pt x="430381" y="271481"/>
                  </a:cubicBezTo>
                  <a:cubicBezTo>
                    <a:pt x="430381" y="283217"/>
                    <a:pt x="430381" y="295085"/>
                    <a:pt x="430381" y="308045"/>
                  </a:cubicBezTo>
                  <a:cubicBezTo>
                    <a:pt x="430381" y="320731"/>
                    <a:pt x="430381" y="332323"/>
                    <a:pt x="430381" y="344891"/>
                  </a:cubicBezTo>
                  <a:cubicBezTo>
                    <a:pt x="417919" y="344891"/>
                    <a:pt x="406403" y="344891"/>
                    <a:pt x="393535" y="344891"/>
                  </a:cubicBezTo>
                  <a:cubicBezTo>
                    <a:pt x="393535" y="352512"/>
                    <a:pt x="393535" y="359181"/>
                    <a:pt x="393535" y="366814"/>
                  </a:cubicBezTo>
                  <a:cubicBezTo>
                    <a:pt x="383609" y="366814"/>
                    <a:pt x="375002" y="366814"/>
                    <a:pt x="365048" y="366814"/>
                  </a:cubicBezTo>
                  <a:cubicBezTo>
                    <a:pt x="365048" y="374420"/>
                    <a:pt x="365048" y="381113"/>
                    <a:pt x="365048" y="388724"/>
                  </a:cubicBezTo>
                  <a:cubicBezTo>
                    <a:pt x="355853" y="388724"/>
                    <a:pt x="347973" y="388724"/>
                    <a:pt x="339274" y="388724"/>
                  </a:cubicBezTo>
                  <a:cubicBezTo>
                    <a:pt x="339274" y="557566"/>
                    <a:pt x="339274" y="725438"/>
                    <a:pt x="339274" y="894296"/>
                  </a:cubicBezTo>
                  <a:cubicBezTo>
                    <a:pt x="347232" y="894296"/>
                    <a:pt x="355102" y="894296"/>
                    <a:pt x="364325" y="894296"/>
                  </a:cubicBezTo>
                  <a:cubicBezTo>
                    <a:pt x="364325" y="901911"/>
                    <a:pt x="364325" y="908584"/>
                    <a:pt x="364325" y="916222"/>
                  </a:cubicBezTo>
                  <a:cubicBezTo>
                    <a:pt x="374244" y="916222"/>
                    <a:pt x="382854" y="916222"/>
                    <a:pt x="392807" y="916222"/>
                  </a:cubicBezTo>
                  <a:cubicBezTo>
                    <a:pt x="392807" y="923825"/>
                    <a:pt x="392807" y="930517"/>
                    <a:pt x="392807" y="938139"/>
                  </a:cubicBezTo>
                  <a:cubicBezTo>
                    <a:pt x="405648" y="938139"/>
                    <a:pt x="417177" y="938139"/>
                    <a:pt x="429535" y="938139"/>
                  </a:cubicBezTo>
                  <a:cubicBezTo>
                    <a:pt x="429535" y="963268"/>
                    <a:pt x="429535" y="987430"/>
                    <a:pt x="429535" y="1012248"/>
                  </a:cubicBezTo>
                  <a:cubicBezTo>
                    <a:pt x="286524" y="1012248"/>
                    <a:pt x="143717" y="1012248"/>
                    <a:pt x="32" y="1012248"/>
                  </a:cubicBezTo>
                  <a:cubicBezTo>
                    <a:pt x="32" y="988161"/>
                    <a:pt x="32" y="963998"/>
                    <a:pt x="32" y="938832"/>
                  </a:cubicBezTo>
                  <a:cubicBezTo>
                    <a:pt x="10889" y="938832"/>
                    <a:pt x="21677" y="938832"/>
                    <a:pt x="33815" y="938832"/>
                  </a:cubicBezTo>
                  <a:cubicBezTo>
                    <a:pt x="33815" y="931211"/>
                    <a:pt x="33815" y="924542"/>
                    <a:pt x="33815" y="916906"/>
                  </a:cubicBezTo>
                  <a:cubicBezTo>
                    <a:pt x="44469" y="916906"/>
                    <a:pt x="53808" y="916906"/>
                    <a:pt x="64492" y="916906"/>
                  </a:cubicBezTo>
                  <a:cubicBezTo>
                    <a:pt x="64492" y="909294"/>
                    <a:pt x="64492" y="902622"/>
                    <a:pt x="64492" y="895002"/>
                  </a:cubicBezTo>
                  <a:cubicBezTo>
                    <a:pt x="72966" y="895002"/>
                    <a:pt x="80110" y="895002"/>
                    <a:pt x="88075" y="895002"/>
                  </a:cubicBezTo>
                  <a:cubicBezTo>
                    <a:pt x="88075" y="726164"/>
                    <a:pt x="88075" y="558290"/>
                    <a:pt x="88075" y="389436"/>
                  </a:cubicBezTo>
                  <a:cubicBezTo>
                    <a:pt x="80838" y="389436"/>
                    <a:pt x="73701" y="389436"/>
                    <a:pt x="65211" y="389436"/>
                  </a:cubicBezTo>
                  <a:cubicBezTo>
                    <a:pt x="65211" y="381825"/>
                    <a:pt x="65211" y="375150"/>
                    <a:pt x="65211" y="367508"/>
                  </a:cubicBezTo>
                  <a:cubicBezTo>
                    <a:pt x="54564" y="367508"/>
                    <a:pt x="45227" y="367508"/>
                    <a:pt x="34542" y="367508"/>
                  </a:cubicBezTo>
                  <a:cubicBezTo>
                    <a:pt x="34542" y="359897"/>
                    <a:pt x="34542" y="353227"/>
                    <a:pt x="34542" y="345591"/>
                  </a:cubicBezTo>
                  <a:cubicBezTo>
                    <a:pt x="22423" y="345591"/>
                    <a:pt x="11628" y="345591"/>
                    <a:pt x="0" y="345591"/>
                  </a:cubicBezTo>
                  <a:cubicBezTo>
                    <a:pt x="0" y="320462"/>
                    <a:pt x="0" y="296299"/>
                    <a:pt x="0" y="271481"/>
                  </a:cubicBezTo>
                  <a:close/>
                  <a:moveTo>
                    <a:pt x="1324154" y="270832"/>
                  </a:moveTo>
                  <a:cubicBezTo>
                    <a:pt x="1389924" y="270832"/>
                    <a:pt x="1455754" y="270832"/>
                    <a:pt x="1522678" y="270832"/>
                  </a:cubicBezTo>
                  <a:cubicBezTo>
                    <a:pt x="1600284" y="270832"/>
                    <a:pt x="1676795" y="270832"/>
                    <a:pt x="1754006" y="270832"/>
                  </a:cubicBezTo>
                  <a:cubicBezTo>
                    <a:pt x="1754006" y="295660"/>
                    <a:pt x="1754006" y="319564"/>
                    <a:pt x="1754006" y="344849"/>
                  </a:cubicBezTo>
                  <a:cubicBezTo>
                    <a:pt x="1743141" y="344849"/>
                    <a:pt x="1732085" y="344849"/>
                    <a:pt x="1720088" y="344849"/>
                  </a:cubicBezTo>
                  <a:cubicBezTo>
                    <a:pt x="1720088" y="352604"/>
                    <a:pt x="1720088" y="359014"/>
                    <a:pt x="1720088" y="366783"/>
                  </a:cubicBezTo>
                  <a:cubicBezTo>
                    <a:pt x="1709563" y="366783"/>
                    <a:pt x="1699957" y="366783"/>
                    <a:pt x="1689408" y="366783"/>
                  </a:cubicBezTo>
                  <a:cubicBezTo>
                    <a:pt x="1689408" y="374520"/>
                    <a:pt x="1689408" y="380929"/>
                    <a:pt x="1689408" y="388693"/>
                  </a:cubicBezTo>
                  <a:cubicBezTo>
                    <a:pt x="1681083" y="388693"/>
                    <a:pt x="1673666" y="388693"/>
                    <a:pt x="1665619" y="388693"/>
                  </a:cubicBezTo>
                  <a:cubicBezTo>
                    <a:pt x="1665619" y="557656"/>
                    <a:pt x="1665619" y="725265"/>
                    <a:pt x="1665619" y="894245"/>
                  </a:cubicBezTo>
                  <a:cubicBezTo>
                    <a:pt x="1672859" y="894245"/>
                    <a:pt x="1680271" y="894245"/>
                    <a:pt x="1688609" y="894245"/>
                  </a:cubicBezTo>
                  <a:cubicBezTo>
                    <a:pt x="1688609" y="901996"/>
                    <a:pt x="1688609" y="908409"/>
                    <a:pt x="1688609" y="916182"/>
                  </a:cubicBezTo>
                  <a:cubicBezTo>
                    <a:pt x="1699130" y="916182"/>
                    <a:pt x="1708743" y="916182"/>
                    <a:pt x="1719280" y="916182"/>
                  </a:cubicBezTo>
                  <a:cubicBezTo>
                    <a:pt x="1719280" y="923920"/>
                    <a:pt x="1719280" y="930331"/>
                    <a:pt x="1719280" y="938105"/>
                  </a:cubicBezTo>
                  <a:cubicBezTo>
                    <a:pt x="1731259" y="938105"/>
                    <a:pt x="1742325" y="938105"/>
                    <a:pt x="1754036" y="938105"/>
                  </a:cubicBezTo>
                  <a:cubicBezTo>
                    <a:pt x="1754036" y="963358"/>
                    <a:pt x="1754036" y="987262"/>
                    <a:pt x="1754036" y="1012034"/>
                  </a:cubicBezTo>
                  <a:cubicBezTo>
                    <a:pt x="1611024" y="1012034"/>
                    <a:pt x="1467960" y="1012034"/>
                    <a:pt x="1324188" y="1012034"/>
                  </a:cubicBezTo>
                  <a:cubicBezTo>
                    <a:pt x="1324188" y="988070"/>
                    <a:pt x="1324188" y="964166"/>
                    <a:pt x="1324188" y="938880"/>
                  </a:cubicBezTo>
                  <a:cubicBezTo>
                    <a:pt x="1335766" y="938880"/>
                    <a:pt x="1347566" y="938880"/>
                    <a:pt x="1360290" y="938880"/>
                  </a:cubicBezTo>
                  <a:cubicBezTo>
                    <a:pt x="1360290" y="931127"/>
                    <a:pt x="1360290" y="924717"/>
                    <a:pt x="1360290" y="916950"/>
                  </a:cubicBezTo>
                  <a:cubicBezTo>
                    <a:pt x="1370085" y="916950"/>
                    <a:pt x="1378964" y="916950"/>
                    <a:pt x="1388777" y="916950"/>
                  </a:cubicBezTo>
                  <a:cubicBezTo>
                    <a:pt x="1388777" y="909230"/>
                    <a:pt x="1388777" y="902805"/>
                    <a:pt x="1388777" y="895034"/>
                  </a:cubicBezTo>
                  <a:cubicBezTo>
                    <a:pt x="1397834" y="895034"/>
                    <a:pt x="1405982" y="895034"/>
                    <a:pt x="1414760" y="895034"/>
                  </a:cubicBezTo>
                  <a:cubicBezTo>
                    <a:pt x="1414760" y="726068"/>
                    <a:pt x="1414760" y="558458"/>
                    <a:pt x="1414760" y="389476"/>
                  </a:cubicBezTo>
                  <a:cubicBezTo>
                    <a:pt x="1406793" y="389476"/>
                    <a:pt x="1398656" y="389476"/>
                    <a:pt x="1389578" y="389476"/>
                  </a:cubicBezTo>
                  <a:cubicBezTo>
                    <a:pt x="1389578" y="381724"/>
                    <a:pt x="1389578" y="375312"/>
                    <a:pt x="1389578" y="367542"/>
                  </a:cubicBezTo>
                  <a:cubicBezTo>
                    <a:pt x="1379787" y="367542"/>
                    <a:pt x="1370909" y="367542"/>
                    <a:pt x="1361096" y="367542"/>
                  </a:cubicBezTo>
                  <a:cubicBezTo>
                    <a:pt x="1361096" y="359804"/>
                    <a:pt x="1361096" y="353392"/>
                    <a:pt x="1361096" y="345618"/>
                  </a:cubicBezTo>
                  <a:cubicBezTo>
                    <a:pt x="1348401" y="345618"/>
                    <a:pt x="1336593" y="345618"/>
                    <a:pt x="1324154" y="345618"/>
                  </a:cubicBezTo>
                  <a:cubicBezTo>
                    <a:pt x="1324154" y="320365"/>
                    <a:pt x="1324154" y="296461"/>
                    <a:pt x="1324154" y="270832"/>
                  </a:cubicBezTo>
                  <a:close/>
                  <a:moveTo>
                    <a:pt x="803077" y="0"/>
                  </a:moveTo>
                  <a:lnTo>
                    <a:pt x="951227" y="0"/>
                  </a:lnTo>
                  <a:lnTo>
                    <a:pt x="951227" y="148150"/>
                  </a:lnTo>
                  <a:lnTo>
                    <a:pt x="803077" y="148150"/>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56" name="Group 155">
            <a:extLst>
              <a:ext uri="{FF2B5EF4-FFF2-40B4-BE49-F238E27FC236}">
                <a16:creationId xmlns:a16="http://schemas.microsoft.com/office/drawing/2014/main" id="{A13F3D53-5093-A229-977B-DF33F1653168}"/>
              </a:ext>
              <a:ext uri="{C183D7F6-B498-43B3-948B-1728B52AA6E4}">
                <adec:decorative xmlns:adec="http://schemas.microsoft.com/office/drawing/2017/decorative" val="1"/>
              </a:ext>
            </a:extLst>
          </p:cNvPr>
          <p:cNvGrpSpPr>
            <a:grpSpLocks noChangeAspect="1"/>
          </p:cNvGrpSpPr>
          <p:nvPr/>
        </p:nvGrpSpPr>
        <p:grpSpPr>
          <a:xfrm>
            <a:off x="10593595" y="3636615"/>
            <a:ext cx="548855" cy="457200"/>
            <a:chOff x="10593595" y="3636615"/>
            <a:chExt cx="548855" cy="457200"/>
          </a:xfrm>
          <a:solidFill>
            <a:srgbClr val="FF0000"/>
          </a:solidFill>
        </p:grpSpPr>
        <p:sp>
          <p:nvSpPr>
            <p:cNvPr id="2108" name="Freeform: Shape 2107">
              <a:extLst>
                <a:ext uri="{FF2B5EF4-FFF2-40B4-BE49-F238E27FC236}">
                  <a16:creationId xmlns:a16="http://schemas.microsoft.com/office/drawing/2014/main" id="{14851156-CCA3-F92C-F493-EA789C207F8D}"/>
                </a:ext>
                <a:ext uri="{C183D7F6-B498-43B3-948B-1728B52AA6E4}">
                  <adec:decorative xmlns:adec="http://schemas.microsoft.com/office/drawing/2017/decorative" val="1"/>
                </a:ext>
              </a:extLst>
            </p:cNvPr>
            <p:cNvSpPr/>
            <p:nvPr/>
          </p:nvSpPr>
          <p:spPr>
            <a:xfrm>
              <a:off x="10593595" y="3636615"/>
              <a:ext cx="401547" cy="457200"/>
            </a:xfrm>
            <a:custGeom>
              <a:avLst/>
              <a:gdLst>
                <a:gd name="connsiteX0" fmla="*/ 0 w 1140931"/>
                <a:gd name="connsiteY0" fmla="*/ 266924 h 1299059"/>
                <a:gd name="connsiteX1" fmla="*/ 121502 w 1140931"/>
                <a:gd name="connsiteY1" fmla="*/ 266924 h 1299059"/>
                <a:gd name="connsiteX2" fmla="*/ 121502 w 1140931"/>
                <a:gd name="connsiteY2" fmla="*/ 388426 h 1299059"/>
                <a:gd name="connsiteX3" fmla="*/ 0 w 1140931"/>
                <a:gd name="connsiteY3" fmla="*/ 388426 h 1299059"/>
                <a:gd name="connsiteX4" fmla="*/ 776809 w 1140931"/>
                <a:gd name="connsiteY4" fmla="*/ 82014 h 1299059"/>
                <a:gd name="connsiteX5" fmla="*/ 431541 w 1140931"/>
                <a:gd name="connsiteY5" fmla="*/ 716862 h 1299059"/>
                <a:gd name="connsiteX6" fmla="*/ 726183 w 1140931"/>
                <a:gd name="connsiteY6" fmla="*/ 715849 h 1299059"/>
                <a:gd name="connsiteX7" fmla="*/ 473055 w 1140931"/>
                <a:gd name="connsiteY7" fmla="*/ 1211983 h 1299059"/>
                <a:gd name="connsiteX8" fmla="*/ 478117 w 1140931"/>
                <a:gd name="connsiteY8" fmla="*/ 1219070 h 1299059"/>
                <a:gd name="connsiteX9" fmla="*/ 482167 w 1140931"/>
                <a:gd name="connsiteY9" fmla="*/ 1217044 h 1299059"/>
                <a:gd name="connsiteX10" fmla="*/ 1012726 w 1140931"/>
                <a:gd name="connsiteY10" fmla="*/ 549797 h 1299059"/>
                <a:gd name="connsiteX11" fmla="*/ 694796 w 1140931"/>
                <a:gd name="connsiteY11" fmla="*/ 548784 h 1299059"/>
                <a:gd name="connsiteX12" fmla="*/ 983363 w 1140931"/>
                <a:gd name="connsiteY12" fmla="*/ 83026 h 1299059"/>
                <a:gd name="connsiteX13" fmla="*/ 729221 w 1140931"/>
                <a:gd name="connsiteY13" fmla="*/ 0 h 1299059"/>
                <a:gd name="connsiteX14" fmla="*/ 776809 w 1140931"/>
                <a:gd name="connsiteY14" fmla="*/ 1013 h 1299059"/>
                <a:gd name="connsiteX15" fmla="*/ 980326 w 1140931"/>
                <a:gd name="connsiteY15" fmla="*/ 2025 h 1299059"/>
                <a:gd name="connsiteX16" fmla="*/ 1075502 w 1140931"/>
                <a:gd name="connsiteY16" fmla="*/ 2025 h 1299059"/>
                <a:gd name="connsiteX17" fmla="*/ 1105877 w 1140931"/>
                <a:gd name="connsiteY17" fmla="*/ 69863 h 1299059"/>
                <a:gd name="connsiteX18" fmla="*/ 845661 w 1140931"/>
                <a:gd name="connsiteY18" fmla="*/ 468795 h 1299059"/>
                <a:gd name="connsiteX19" fmla="*/ 1012726 w 1140931"/>
                <a:gd name="connsiteY19" fmla="*/ 468795 h 1299059"/>
                <a:gd name="connsiteX20" fmla="*/ 1099802 w 1140931"/>
                <a:gd name="connsiteY20" fmla="*/ 468795 h 1299059"/>
                <a:gd name="connsiteX21" fmla="*/ 1131190 w 1140931"/>
                <a:gd name="connsiteY21" fmla="*/ 536634 h 1299059"/>
                <a:gd name="connsiteX22" fmla="*/ 1074490 w 1140931"/>
                <a:gd name="connsiteY22" fmla="*/ 602447 h 1299059"/>
                <a:gd name="connsiteX23" fmla="*/ 545956 w 1140931"/>
                <a:gd name="connsiteY23" fmla="*/ 1268683 h 1299059"/>
                <a:gd name="connsiteX24" fmla="*/ 480142 w 1140931"/>
                <a:gd name="connsiteY24" fmla="*/ 1299059 h 1299059"/>
                <a:gd name="connsiteX25" fmla="*/ 397116 w 1140931"/>
                <a:gd name="connsiteY25" fmla="*/ 1237295 h 1299059"/>
                <a:gd name="connsiteX26" fmla="*/ 401166 w 1140931"/>
                <a:gd name="connsiteY26" fmla="*/ 1178569 h 1299059"/>
                <a:gd name="connsiteX27" fmla="*/ 401166 w 1140931"/>
                <a:gd name="connsiteY27" fmla="*/ 1177556 h 1299059"/>
                <a:gd name="connsiteX28" fmla="*/ 401166 w 1140931"/>
                <a:gd name="connsiteY28" fmla="*/ 1176544 h 1299059"/>
                <a:gd name="connsiteX29" fmla="*/ 599619 w 1140931"/>
                <a:gd name="connsiteY29" fmla="*/ 795838 h 1299059"/>
                <a:gd name="connsiteX30" fmla="*/ 433566 w 1140931"/>
                <a:gd name="connsiteY30" fmla="*/ 795838 h 1299059"/>
                <a:gd name="connsiteX31" fmla="*/ 364716 w 1140931"/>
                <a:gd name="connsiteY31" fmla="*/ 795838 h 1299059"/>
                <a:gd name="connsiteX32" fmla="*/ 329277 w 1140931"/>
                <a:gd name="connsiteY32" fmla="*/ 736099 h 1299059"/>
                <a:gd name="connsiteX33" fmla="*/ 361678 w 1140931"/>
                <a:gd name="connsiteY33" fmla="*/ 676361 h 1299059"/>
                <a:gd name="connsiteX34" fmla="*/ 705934 w 1140931"/>
                <a:gd name="connsiteY34" fmla="*/ 42526 h 129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0931" h="1299059">
                  <a:moveTo>
                    <a:pt x="0" y="266924"/>
                  </a:moveTo>
                  <a:lnTo>
                    <a:pt x="121502" y="266924"/>
                  </a:lnTo>
                  <a:lnTo>
                    <a:pt x="121502" y="388426"/>
                  </a:lnTo>
                  <a:lnTo>
                    <a:pt x="0" y="388426"/>
                  </a:lnTo>
                  <a:close/>
                  <a:moveTo>
                    <a:pt x="776809" y="82014"/>
                  </a:moveTo>
                  <a:lnTo>
                    <a:pt x="431541" y="716862"/>
                  </a:lnTo>
                  <a:lnTo>
                    <a:pt x="726183" y="715849"/>
                  </a:lnTo>
                  <a:lnTo>
                    <a:pt x="473055" y="1211983"/>
                  </a:lnTo>
                  <a:cubicBezTo>
                    <a:pt x="472042" y="1216033"/>
                    <a:pt x="475080" y="1219070"/>
                    <a:pt x="478117" y="1219070"/>
                  </a:cubicBezTo>
                  <a:cubicBezTo>
                    <a:pt x="480142" y="1219070"/>
                    <a:pt x="481155" y="1218057"/>
                    <a:pt x="482167" y="1217044"/>
                  </a:cubicBezTo>
                  <a:lnTo>
                    <a:pt x="1012726" y="549797"/>
                  </a:lnTo>
                  <a:lnTo>
                    <a:pt x="694796" y="548784"/>
                  </a:lnTo>
                  <a:lnTo>
                    <a:pt x="983363" y="83026"/>
                  </a:lnTo>
                  <a:close/>
                  <a:moveTo>
                    <a:pt x="729221" y="0"/>
                  </a:moveTo>
                  <a:lnTo>
                    <a:pt x="776809" y="1013"/>
                  </a:lnTo>
                  <a:lnTo>
                    <a:pt x="980326" y="2025"/>
                  </a:lnTo>
                  <a:lnTo>
                    <a:pt x="1075502" y="2025"/>
                  </a:lnTo>
                  <a:cubicBezTo>
                    <a:pt x="1110940" y="3038"/>
                    <a:pt x="1129165" y="43538"/>
                    <a:pt x="1105877" y="69863"/>
                  </a:cubicBezTo>
                  <a:lnTo>
                    <a:pt x="845661" y="468795"/>
                  </a:lnTo>
                  <a:lnTo>
                    <a:pt x="1012726" y="468795"/>
                  </a:lnTo>
                  <a:lnTo>
                    <a:pt x="1099802" y="468795"/>
                  </a:lnTo>
                  <a:cubicBezTo>
                    <a:pt x="1135240" y="468795"/>
                    <a:pt x="1153466" y="510308"/>
                    <a:pt x="1131190" y="536634"/>
                  </a:cubicBezTo>
                  <a:lnTo>
                    <a:pt x="1074490" y="602447"/>
                  </a:lnTo>
                  <a:lnTo>
                    <a:pt x="545956" y="1268683"/>
                  </a:lnTo>
                  <a:cubicBezTo>
                    <a:pt x="529756" y="1287921"/>
                    <a:pt x="505455" y="1299059"/>
                    <a:pt x="480142" y="1299059"/>
                  </a:cubicBezTo>
                  <a:cubicBezTo>
                    <a:pt x="442679" y="1299059"/>
                    <a:pt x="408254" y="1275771"/>
                    <a:pt x="397116" y="1237295"/>
                  </a:cubicBezTo>
                  <a:cubicBezTo>
                    <a:pt x="391041" y="1218057"/>
                    <a:pt x="393066" y="1196795"/>
                    <a:pt x="401166" y="1178569"/>
                  </a:cubicBezTo>
                  <a:lnTo>
                    <a:pt x="401166" y="1177556"/>
                  </a:lnTo>
                  <a:lnTo>
                    <a:pt x="401166" y="1176544"/>
                  </a:lnTo>
                  <a:lnTo>
                    <a:pt x="599619" y="795838"/>
                  </a:lnTo>
                  <a:lnTo>
                    <a:pt x="433566" y="795838"/>
                  </a:lnTo>
                  <a:lnTo>
                    <a:pt x="364716" y="795838"/>
                  </a:lnTo>
                  <a:cubicBezTo>
                    <a:pt x="334340" y="795838"/>
                    <a:pt x="315102" y="763438"/>
                    <a:pt x="329277" y="736099"/>
                  </a:cubicBezTo>
                  <a:lnTo>
                    <a:pt x="361678" y="676361"/>
                  </a:lnTo>
                  <a:lnTo>
                    <a:pt x="705934" y="42526"/>
                  </a:lnTo>
                  <a:close/>
                </a:path>
              </a:pathLst>
            </a:custGeom>
            <a:solidFill>
              <a:schemeClr val="accent1"/>
            </a:solidFill>
            <a:ln w="12601" cap="flat">
              <a:noFill/>
              <a:prstDash val="solid"/>
              <a:miter/>
            </a:ln>
          </p:spPr>
          <p:txBody>
            <a:bodyPr wrap="square" rtlCol="0" anchor="ctr">
              <a:noAutofit/>
            </a:bodyPr>
            <a:lstStyle/>
            <a:p>
              <a:endParaRPr lang="en-US" dirty="0"/>
            </a:p>
          </p:txBody>
        </p:sp>
        <p:sp>
          <p:nvSpPr>
            <p:cNvPr id="2109" name="Freeform: Shape 2108">
              <a:extLst>
                <a:ext uri="{FF2B5EF4-FFF2-40B4-BE49-F238E27FC236}">
                  <a16:creationId xmlns:a16="http://schemas.microsoft.com/office/drawing/2014/main" id="{0BD21524-0D0B-995C-2A4E-5F4AACE972CD}"/>
                </a:ext>
                <a:ext uri="{C183D7F6-B498-43B3-948B-1728B52AA6E4}">
                  <adec:decorative xmlns:adec="http://schemas.microsoft.com/office/drawing/2017/decorative" val="1"/>
                </a:ext>
              </a:extLst>
            </p:cNvPr>
            <p:cNvSpPr/>
            <p:nvPr/>
          </p:nvSpPr>
          <p:spPr>
            <a:xfrm>
              <a:off x="10600273" y="3737463"/>
              <a:ext cx="542177" cy="256574"/>
            </a:xfrm>
            <a:custGeom>
              <a:avLst/>
              <a:gdLst>
                <a:gd name="connsiteX0" fmla="*/ 0 w 1540508"/>
                <a:gd name="connsiteY0" fmla="*/ 138167 h 729012"/>
                <a:gd name="connsiteX1" fmla="*/ 80701 w 1540508"/>
                <a:gd name="connsiteY1" fmla="*/ 138167 h 729012"/>
                <a:gd name="connsiteX2" fmla="*/ 80701 w 1540508"/>
                <a:gd name="connsiteY2" fmla="*/ 628169 h 729012"/>
                <a:gd name="connsiteX3" fmla="*/ 81433 w 1540508"/>
                <a:gd name="connsiteY3" fmla="*/ 628169 h 729012"/>
                <a:gd name="connsiteX4" fmla="*/ 81433 w 1540508"/>
                <a:gd name="connsiteY4" fmla="*/ 647948 h 729012"/>
                <a:gd name="connsiteX5" fmla="*/ 447964 w 1540508"/>
                <a:gd name="connsiteY5" fmla="*/ 647948 h 729012"/>
                <a:gd name="connsiteX6" fmla="*/ 404427 w 1540508"/>
                <a:gd name="connsiteY6" fmla="*/ 728949 h 729012"/>
                <a:gd name="connsiteX7" fmla="*/ 81433 w 1540508"/>
                <a:gd name="connsiteY7" fmla="*/ 728949 h 729012"/>
                <a:gd name="connsiteX8" fmla="*/ 433 w 1540508"/>
                <a:gd name="connsiteY8" fmla="*/ 647948 h 729012"/>
                <a:gd name="connsiteX9" fmla="*/ 433 w 1540508"/>
                <a:gd name="connsiteY9" fmla="*/ 635293 h 729012"/>
                <a:gd name="connsiteX10" fmla="*/ 0 w 1540508"/>
                <a:gd name="connsiteY10" fmla="*/ 635293 h 729012"/>
                <a:gd name="connsiteX11" fmla="*/ 1003874 w 1540508"/>
                <a:gd name="connsiteY11" fmla="*/ 0 h 729012"/>
                <a:gd name="connsiteX12" fmla="*/ 1379518 w 1540508"/>
                <a:gd name="connsiteY12" fmla="*/ 0 h 729012"/>
                <a:gd name="connsiteX13" fmla="*/ 1460519 w 1540508"/>
                <a:gd name="connsiteY13" fmla="*/ 81001 h 729012"/>
                <a:gd name="connsiteX14" fmla="*/ 1460519 w 1540508"/>
                <a:gd name="connsiteY14" fmla="*/ 244016 h 729012"/>
                <a:gd name="connsiteX15" fmla="*/ 1500007 w 1540508"/>
                <a:gd name="connsiteY15" fmla="*/ 244016 h 729012"/>
                <a:gd name="connsiteX16" fmla="*/ 1540508 w 1540508"/>
                <a:gd name="connsiteY16" fmla="*/ 284517 h 729012"/>
                <a:gd name="connsiteX17" fmla="*/ 1540508 w 1540508"/>
                <a:gd name="connsiteY17" fmla="*/ 446520 h 729012"/>
                <a:gd name="connsiteX18" fmla="*/ 1500007 w 1540508"/>
                <a:gd name="connsiteY18" fmla="*/ 487020 h 729012"/>
                <a:gd name="connsiteX19" fmla="*/ 1460519 w 1540508"/>
                <a:gd name="connsiteY19" fmla="*/ 487020 h 729012"/>
                <a:gd name="connsiteX20" fmla="*/ 1460519 w 1540508"/>
                <a:gd name="connsiteY20" fmla="*/ 648010 h 729012"/>
                <a:gd name="connsiteX21" fmla="*/ 1460519 w 1540508"/>
                <a:gd name="connsiteY21" fmla="*/ 729012 h 729012"/>
                <a:gd name="connsiteX22" fmla="*/ 1379518 w 1540508"/>
                <a:gd name="connsiteY22" fmla="*/ 729012 h 729012"/>
                <a:gd name="connsiteX23" fmla="*/ 787196 w 1540508"/>
                <a:gd name="connsiteY23" fmla="*/ 729012 h 729012"/>
                <a:gd name="connsiteX24" fmla="*/ 851997 w 1540508"/>
                <a:gd name="connsiteY24" fmla="*/ 648010 h 729012"/>
                <a:gd name="connsiteX25" fmla="*/ 1379518 w 1540508"/>
                <a:gd name="connsiteY25" fmla="*/ 648010 h 729012"/>
                <a:gd name="connsiteX26" fmla="*/ 1379518 w 1540508"/>
                <a:gd name="connsiteY26" fmla="*/ 81001 h 729012"/>
                <a:gd name="connsiteX27" fmla="*/ 952236 w 1540508"/>
                <a:gd name="connsiteY27" fmla="*/ 81001 h 729012"/>
                <a:gd name="connsiteX28" fmla="*/ 142704 w 1540508"/>
                <a:gd name="connsiteY28" fmla="*/ 0 h 729012"/>
                <a:gd name="connsiteX29" fmla="*/ 501514 w 1540508"/>
                <a:gd name="connsiteY29" fmla="*/ 0 h 729012"/>
                <a:gd name="connsiteX30" fmla="*/ 456963 w 1540508"/>
                <a:gd name="connsiteY30" fmla="*/ 81001 h 729012"/>
                <a:gd name="connsiteX31" fmla="*/ 142704 w 1540508"/>
                <a:gd name="connsiteY31" fmla="*/ 81001 h 72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0508" h="729012">
                  <a:moveTo>
                    <a:pt x="0" y="138167"/>
                  </a:moveTo>
                  <a:lnTo>
                    <a:pt x="80701" y="138167"/>
                  </a:lnTo>
                  <a:lnTo>
                    <a:pt x="80701" y="628169"/>
                  </a:lnTo>
                  <a:lnTo>
                    <a:pt x="81433" y="628169"/>
                  </a:lnTo>
                  <a:lnTo>
                    <a:pt x="81433" y="647948"/>
                  </a:lnTo>
                  <a:lnTo>
                    <a:pt x="447964" y="647948"/>
                  </a:lnTo>
                  <a:lnTo>
                    <a:pt x="404427" y="728949"/>
                  </a:lnTo>
                  <a:lnTo>
                    <a:pt x="81433" y="728949"/>
                  </a:lnTo>
                  <a:cubicBezTo>
                    <a:pt x="36884" y="728949"/>
                    <a:pt x="433" y="692500"/>
                    <a:pt x="433" y="647948"/>
                  </a:cubicBezTo>
                  <a:lnTo>
                    <a:pt x="433" y="635293"/>
                  </a:lnTo>
                  <a:lnTo>
                    <a:pt x="0" y="635293"/>
                  </a:lnTo>
                  <a:close/>
                  <a:moveTo>
                    <a:pt x="1003874" y="0"/>
                  </a:moveTo>
                  <a:lnTo>
                    <a:pt x="1379518" y="0"/>
                  </a:lnTo>
                  <a:cubicBezTo>
                    <a:pt x="1424069" y="0"/>
                    <a:pt x="1460519" y="36450"/>
                    <a:pt x="1460519" y="81001"/>
                  </a:cubicBezTo>
                  <a:lnTo>
                    <a:pt x="1460519" y="244016"/>
                  </a:lnTo>
                  <a:lnTo>
                    <a:pt x="1500007" y="244016"/>
                  </a:lnTo>
                  <a:cubicBezTo>
                    <a:pt x="1522282" y="244016"/>
                    <a:pt x="1540508" y="262242"/>
                    <a:pt x="1540508" y="284517"/>
                  </a:cubicBezTo>
                  <a:lnTo>
                    <a:pt x="1540508" y="446520"/>
                  </a:lnTo>
                  <a:cubicBezTo>
                    <a:pt x="1540508" y="468795"/>
                    <a:pt x="1522282" y="487020"/>
                    <a:pt x="1500007" y="487020"/>
                  </a:cubicBezTo>
                  <a:lnTo>
                    <a:pt x="1460519" y="487020"/>
                  </a:lnTo>
                  <a:lnTo>
                    <a:pt x="1460519" y="648010"/>
                  </a:lnTo>
                  <a:lnTo>
                    <a:pt x="1460519" y="729012"/>
                  </a:lnTo>
                  <a:lnTo>
                    <a:pt x="1379518" y="729012"/>
                  </a:lnTo>
                  <a:lnTo>
                    <a:pt x="787196" y="729012"/>
                  </a:lnTo>
                  <a:lnTo>
                    <a:pt x="851997" y="648010"/>
                  </a:lnTo>
                  <a:lnTo>
                    <a:pt x="1379518" y="648010"/>
                  </a:lnTo>
                  <a:lnTo>
                    <a:pt x="1379518" y="81001"/>
                  </a:lnTo>
                  <a:lnTo>
                    <a:pt x="952236" y="81001"/>
                  </a:lnTo>
                  <a:close/>
                  <a:moveTo>
                    <a:pt x="142704" y="0"/>
                  </a:moveTo>
                  <a:lnTo>
                    <a:pt x="501514" y="0"/>
                  </a:lnTo>
                  <a:lnTo>
                    <a:pt x="456963" y="81001"/>
                  </a:lnTo>
                  <a:lnTo>
                    <a:pt x="142704" y="81001"/>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157" name="Group 156">
            <a:extLst>
              <a:ext uri="{FF2B5EF4-FFF2-40B4-BE49-F238E27FC236}">
                <a16:creationId xmlns:a16="http://schemas.microsoft.com/office/drawing/2014/main" id="{AC61319F-AE4D-3C0D-C55B-79AFA79A6690}"/>
              </a:ext>
              <a:ext uri="{C183D7F6-B498-43B3-948B-1728B52AA6E4}">
                <adec:decorative xmlns:adec="http://schemas.microsoft.com/office/drawing/2017/decorative" val="1"/>
              </a:ext>
            </a:extLst>
          </p:cNvPr>
          <p:cNvGrpSpPr>
            <a:grpSpLocks noChangeAspect="1"/>
          </p:cNvGrpSpPr>
          <p:nvPr/>
        </p:nvGrpSpPr>
        <p:grpSpPr>
          <a:xfrm>
            <a:off x="11269080" y="3636615"/>
            <a:ext cx="283158" cy="457200"/>
            <a:chOff x="11269080" y="3636615"/>
            <a:chExt cx="283158" cy="457200"/>
          </a:xfrm>
          <a:solidFill>
            <a:srgbClr val="FF0000"/>
          </a:solidFill>
        </p:grpSpPr>
        <p:sp>
          <p:nvSpPr>
            <p:cNvPr id="2098" name="Freeform: Shape 2097">
              <a:extLst>
                <a:ext uri="{FF2B5EF4-FFF2-40B4-BE49-F238E27FC236}">
                  <a16:creationId xmlns:a16="http://schemas.microsoft.com/office/drawing/2014/main" id="{4F0EFF66-2796-53AB-F6D9-1467D834740A}"/>
                </a:ext>
                <a:ext uri="{C183D7F6-B498-43B3-948B-1728B52AA6E4}">
                  <adec:decorative xmlns:adec="http://schemas.microsoft.com/office/drawing/2017/decorative" val="1"/>
                </a:ext>
              </a:extLst>
            </p:cNvPr>
            <p:cNvSpPr/>
            <p:nvPr/>
          </p:nvSpPr>
          <p:spPr>
            <a:xfrm>
              <a:off x="11269080" y="3643732"/>
              <a:ext cx="283158" cy="450083"/>
            </a:xfrm>
            <a:custGeom>
              <a:avLst/>
              <a:gdLst>
                <a:gd name="connsiteX0" fmla="*/ 288897 w 445442"/>
                <a:gd name="connsiteY0" fmla="*/ 0 h 708034"/>
                <a:gd name="connsiteX1" fmla="*/ 359395 w 445442"/>
                <a:gd name="connsiteY1" fmla="*/ 327 h 708034"/>
                <a:gd name="connsiteX2" fmla="*/ 359395 w 445442"/>
                <a:gd name="connsiteY2" fmla="*/ 353 h 708034"/>
                <a:gd name="connsiteX3" fmla="*/ 409743 w 445442"/>
                <a:gd name="connsiteY3" fmla="*/ 353 h 708034"/>
                <a:gd name="connsiteX4" fmla="*/ 426316 w 445442"/>
                <a:gd name="connsiteY4" fmla="*/ 37367 h 708034"/>
                <a:gd name="connsiteX5" fmla="*/ 284338 w 445442"/>
                <a:gd name="connsiteY5" fmla="*/ 255030 h 708034"/>
                <a:gd name="connsiteX6" fmla="*/ 375491 w 445442"/>
                <a:gd name="connsiteY6" fmla="*/ 255030 h 708034"/>
                <a:gd name="connsiteX7" fmla="*/ 423001 w 445442"/>
                <a:gd name="connsiteY7" fmla="*/ 255030 h 708034"/>
                <a:gd name="connsiteX8" fmla="*/ 440127 w 445442"/>
                <a:gd name="connsiteY8" fmla="*/ 292044 h 708034"/>
                <a:gd name="connsiteX9" fmla="*/ 409190 w 445442"/>
                <a:gd name="connsiteY9" fmla="*/ 327952 h 708034"/>
                <a:gd name="connsiteX10" fmla="*/ 120815 w 445442"/>
                <a:gd name="connsiteY10" fmla="*/ 691461 h 708034"/>
                <a:gd name="connsiteX11" fmla="*/ 84905 w 445442"/>
                <a:gd name="connsiteY11" fmla="*/ 708034 h 708034"/>
                <a:gd name="connsiteX12" fmla="*/ 39605 w 445442"/>
                <a:gd name="connsiteY12" fmla="*/ 674335 h 708034"/>
                <a:gd name="connsiteX13" fmla="*/ 41815 w 445442"/>
                <a:gd name="connsiteY13" fmla="*/ 642293 h 708034"/>
                <a:gd name="connsiteX14" fmla="*/ 41815 w 445442"/>
                <a:gd name="connsiteY14" fmla="*/ 641741 h 708034"/>
                <a:gd name="connsiteX15" fmla="*/ 41815 w 445442"/>
                <a:gd name="connsiteY15" fmla="*/ 641188 h 708034"/>
                <a:gd name="connsiteX16" fmla="*/ 150094 w 445442"/>
                <a:gd name="connsiteY16" fmla="*/ 433469 h 708034"/>
                <a:gd name="connsiteX17" fmla="*/ 59493 w 445442"/>
                <a:gd name="connsiteY17" fmla="*/ 433469 h 708034"/>
                <a:gd name="connsiteX18" fmla="*/ 21927 w 445442"/>
                <a:gd name="connsiteY18" fmla="*/ 433469 h 708034"/>
                <a:gd name="connsiteX19" fmla="*/ 2591 w 445442"/>
                <a:gd name="connsiteY19" fmla="*/ 400875 h 708034"/>
                <a:gd name="connsiteX20" fmla="*/ 20270 w 445442"/>
                <a:gd name="connsiteY20" fmla="*/ 368281 h 708034"/>
                <a:gd name="connsiteX21" fmla="*/ 145856 w 445442"/>
                <a:gd name="connsiteY21" fmla="*/ 137055 h 708034"/>
                <a:gd name="connsiteX22" fmla="*/ 174649 w 445442"/>
                <a:gd name="connsiteY22" fmla="*/ 84043 h 708034"/>
                <a:gd name="connsiteX23" fmla="*/ 224992 w 445442"/>
                <a:gd name="connsiteY23" fmla="*/ 84043 h 708034"/>
                <a:gd name="connsiteX24" fmla="*/ 181224 w 445442"/>
                <a:gd name="connsiteY24" fmla="*/ 164520 h 708034"/>
                <a:gd name="connsiteX25" fmla="*/ 58388 w 445442"/>
                <a:gd name="connsiteY25" fmla="*/ 390379 h 708034"/>
                <a:gd name="connsiteX26" fmla="*/ 219149 w 445442"/>
                <a:gd name="connsiteY26" fmla="*/ 389826 h 708034"/>
                <a:gd name="connsiteX27" fmla="*/ 81038 w 445442"/>
                <a:gd name="connsiteY27" fmla="*/ 660524 h 708034"/>
                <a:gd name="connsiteX28" fmla="*/ 83801 w 445442"/>
                <a:gd name="connsiteY28" fmla="*/ 664391 h 708034"/>
                <a:gd name="connsiteX29" fmla="*/ 86010 w 445442"/>
                <a:gd name="connsiteY29" fmla="*/ 663286 h 708034"/>
                <a:gd name="connsiteX30" fmla="*/ 375491 w 445442"/>
                <a:gd name="connsiteY30" fmla="*/ 299226 h 708034"/>
                <a:gd name="connsiteX31" fmla="*/ 202024 w 445442"/>
                <a:gd name="connsiteY31" fmla="*/ 298673 h 708034"/>
                <a:gd name="connsiteX32" fmla="*/ 359470 w 445442"/>
                <a:gd name="connsiteY32" fmla="*/ 44549 h 708034"/>
                <a:gd name="connsiteX33" fmla="*/ 352518 w 445442"/>
                <a:gd name="connsiteY33" fmla="*/ 44515 h 708034"/>
                <a:gd name="connsiteX34" fmla="*/ 352518 w 445442"/>
                <a:gd name="connsiteY34" fmla="*/ 44483 h 708034"/>
                <a:gd name="connsiteX35" fmla="*/ 288897 w 445442"/>
                <a:gd name="connsiteY35" fmla="*/ 44192 h 70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5442" h="708034">
                  <a:moveTo>
                    <a:pt x="288897" y="0"/>
                  </a:moveTo>
                  <a:lnTo>
                    <a:pt x="359395" y="327"/>
                  </a:lnTo>
                  <a:lnTo>
                    <a:pt x="359395" y="353"/>
                  </a:lnTo>
                  <a:lnTo>
                    <a:pt x="409743" y="353"/>
                  </a:lnTo>
                  <a:cubicBezTo>
                    <a:pt x="429078" y="906"/>
                    <a:pt x="439022" y="23003"/>
                    <a:pt x="426316" y="37367"/>
                  </a:cubicBezTo>
                  <a:lnTo>
                    <a:pt x="284338" y="255030"/>
                  </a:lnTo>
                  <a:lnTo>
                    <a:pt x="375491" y="255030"/>
                  </a:lnTo>
                  <a:lnTo>
                    <a:pt x="423001" y="255030"/>
                  </a:lnTo>
                  <a:cubicBezTo>
                    <a:pt x="442337" y="255030"/>
                    <a:pt x="452281" y="277680"/>
                    <a:pt x="440127" y="292044"/>
                  </a:cubicBezTo>
                  <a:lnTo>
                    <a:pt x="409190" y="327952"/>
                  </a:lnTo>
                  <a:lnTo>
                    <a:pt x="120815" y="691461"/>
                  </a:lnTo>
                  <a:cubicBezTo>
                    <a:pt x="111975" y="701957"/>
                    <a:pt x="98716" y="708034"/>
                    <a:pt x="84905" y="708034"/>
                  </a:cubicBezTo>
                  <a:cubicBezTo>
                    <a:pt x="64465" y="708034"/>
                    <a:pt x="45682" y="695328"/>
                    <a:pt x="39605" y="674335"/>
                  </a:cubicBezTo>
                  <a:cubicBezTo>
                    <a:pt x="36290" y="663838"/>
                    <a:pt x="37395" y="652237"/>
                    <a:pt x="41815" y="642293"/>
                  </a:cubicBezTo>
                  <a:lnTo>
                    <a:pt x="41815" y="641741"/>
                  </a:lnTo>
                  <a:lnTo>
                    <a:pt x="41815" y="641188"/>
                  </a:lnTo>
                  <a:lnTo>
                    <a:pt x="150094" y="433469"/>
                  </a:lnTo>
                  <a:lnTo>
                    <a:pt x="59493" y="433469"/>
                  </a:lnTo>
                  <a:lnTo>
                    <a:pt x="21927" y="433469"/>
                  </a:lnTo>
                  <a:cubicBezTo>
                    <a:pt x="5353" y="433469"/>
                    <a:pt x="-5143" y="415791"/>
                    <a:pt x="2591" y="400875"/>
                  </a:cubicBezTo>
                  <a:lnTo>
                    <a:pt x="20270" y="368281"/>
                  </a:lnTo>
                  <a:lnTo>
                    <a:pt x="145856" y="137055"/>
                  </a:lnTo>
                  <a:lnTo>
                    <a:pt x="174649" y="84043"/>
                  </a:lnTo>
                  <a:lnTo>
                    <a:pt x="224992" y="84043"/>
                  </a:lnTo>
                  <a:lnTo>
                    <a:pt x="181224" y="164520"/>
                  </a:lnTo>
                  <a:lnTo>
                    <a:pt x="58388" y="390379"/>
                  </a:lnTo>
                  <a:lnTo>
                    <a:pt x="219149" y="389826"/>
                  </a:lnTo>
                  <a:lnTo>
                    <a:pt x="81038" y="660524"/>
                  </a:lnTo>
                  <a:cubicBezTo>
                    <a:pt x="80486" y="662734"/>
                    <a:pt x="82143" y="664391"/>
                    <a:pt x="83801" y="664391"/>
                  </a:cubicBezTo>
                  <a:cubicBezTo>
                    <a:pt x="84905" y="664391"/>
                    <a:pt x="85458" y="663838"/>
                    <a:pt x="86010" y="663286"/>
                  </a:cubicBezTo>
                  <a:lnTo>
                    <a:pt x="375491" y="299226"/>
                  </a:lnTo>
                  <a:lnTo>
                    <a:pt x="202024" y="298673"/>
                  </a:lnTo>
                  <a:lnTo>
                    <a:pt x="359470" y="44549"/>
                  </a:lnTo>
                  <a:lnTo>
                    <a:pt x="352518" y="44515"/>
                  </a:lnTo>
                  <a:lnTo>
                    <a:pt x="352518" y="44483"/>
                  </a:lnTo>
                  <a:lnTo>
                    <a:pt x="288897" y="44192"/>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2099" name="Freeform: Shape 2098">
              <a:extLst>
                <a:ext uri="{FF2B5EF4-FFF2-40B4-BE49-F238E27FC236}">
                  <a16:creationId xmlns:a16="http://schemas.microsoft.com/office/drawing/2014/main" id="{66FC9683-0898-8CE9-2CC7-4C5B9ECEAA5C}"/>
                </a:ext>
                <a:ext uri="{C183D7F6-B498-43B3-948B-1728B52AA6E4}">
                  <adec:decorative xmlns:adec="http://schemas.microsoft.com/office/drawing/2017/decorative" val="1"/>
                </a:ext>
              </a:extLst>
            </p:cNvPr>
            <p:cNvSpPr/>
            <p:nvPr/>
          </p:nvSpPr>
          <p:spPr>
            <a:xfrm>
              <a:off x="11392184" y="3636615"/>
              <a:ext cx="42141" cy="42141"/>
            </a:xfrm>
            <a:custGeom>
              <a:avLst/>
              <a:gdLst>
                <a:gd name="connsiteX0" fmla="*/ 0 w 151437"/>
                <a:gd name="connsiteY0" fmla="*/ 0 h 151437"/>
                <a:gd name="connsiteX1" fmla="*/ 151437 w 151437"/>
                <a:gd name="connsiteY1" fmla="*/ 0 h 151437"/>
                <a:gd name="connsiteX2" fmla="*/ 151437 w 151437"/>
                <a:gd name="connsiteY2" fmla="*/ 151437 h 151437"/>
                <a:gd name="connsiteX3" fmla="*/ 0 w 151437"/>
                <a:gd name="connsiteY3" fmla="*/ 151437 h 151437"/>
              </a:gdLst>
              <a:ahLst/>
              <a:cxnLst>
                <a:cxn ang="0">
                  <a:pos x="connsiteX0" y="connsiteY0"/>
                </a:cxn>
                <a:cxn ang="0">
                  <a:pos x="connsiteX1" y="connsiteY1"/>
                </a:cxn>
                <a:cxn ang="0">
                  <a:pos x="connsiteX2" y="connsiteY2"/>
                </a:cxn>
                <a:cxn ang="0">
                  <a:pos x="connsiteX3" y="connsiteY3"/>
                </a:cxn>
              </a:cxnLst>
              <a:rect l="l" t="t" r="r" b="b"/>
              <a:pathLst>
                <a:path w="151437" h="151437">
                  <a:moveTo>
                    <a:pt x="0" y="0"/>
                  </a:moveTo>
                  <a:lnTo>
                    <a:pt x="151437" y="0"/>
                  </a:lnTo>
                  <a:lnTo>
                    <a:pt x="151437" y="151437"/>
                  </a:lnTo>
                  <a:lnTo>
                    <a:pt x="0" y="151437"/>
                  </a:lnTo>
                  <a:close/>
                </a:path>
              </a:pathLst>
            </a:custGeom>
            <a:solidFill>
              <a:schemeClr val="accent1"/>
            </a:solidFill>
            <a:ln w="12601" cap="flat">
              <a:noFill/>
              <a:prstDash val="solid"/>
              <a:miter/>
            </a:ln>
          </p:spPr>
          <p:txBody>
            <a:bodyPr rtlCol="0" anchor="ctr"/>
            <a:lstStyle/>
            <a:p>
              <a:endParaRPr lang="en-US"/>
            </a:p>
          </p:txBody>
        </p:sp>
      </p:grpSp>
      <p:grpSp>
        <p:nvGrpSpPr>
          <p:cNvPr id="166" name="Group 165">
            <a:extLst>
              <a:ext uri="{FF2B5EF4-FFF2-40B4-BE49-F238E27FC236}">
                <a16:creationId xmlns:a16="http://schemas.microsoft.com/office/drawing/2014/main" id="{FEC842C0-9855-ED6B-7E2D-48914E12E449}"/>
              </a:ext>
              <a:ext uri="{C183D7F6-B498-43B3-948B-1728B52AA6E4}">
                <adec:decorative xmlns:adec="http://schemas.microsoft.com/office/drawing/2017/decorative" val="1"/>
              </a:ext>
            </a:extLst>
          </p:cNvPr>
          <p:cNvGrpSpPr>
            <a:grpSpLocks noChangeAspect="1"/>
          </p:cNvGrpSpPr>
          <p:nvPr/>
        </p:nvGrpSpPr>
        <p:grpSpPr>
          <a:xfrm>
            <a:off x="2056382" y="4343071"/>
            <a:ext cx="628715" cy="457200"/>
            <a:chOff x="2056382" y="4343071"/>
            <a:chExt cx="628715" cy="457200"/>
          </a:xfrm>
          <a:solidFill>
            <a:srgbClr val="FF0000"/>
          </a:solidFill>
        </p:grpSpPr>
        <p:sp>
          <p:nvSpPr>
            <p:cNvPr id="2121" name="Freeform: Shape 2120">
              <a:extLst>
                <a:ext uri="{FF2B5EF4-FFF2-40B4-BE49-F238E27FC236}">
                  <a16:creationId xmlns:a16="http://schemas.microsoft.com/office/drawing/2014/main" id="{D9486371-F5F9-3C16-9788-545824076879}"/>
                </a:ext>
                <a:ext uri="{C183D7F6-B498-43B3-948B-1728B52AA6E4}">
                  <adec:decorative xmlns:adec="http://schemas.microsoft.com/office/drawing/2017/decorative" val="1"/>
                </a:ext>
              </a:extLst>
            </p:cNvPr>
            <p:cNvSpPr/>
            <p:nvPr/>
          </p:nvSpPr>
          <p:spPr>
            <a:xfrm>
              <a:off x="2056382" y="4343071"/>
              <a:ext cx="628715" cy="293005"/>
            </a:xfrm>
            <a:custGeom>
              <a:avLst/>
              <a:gdLst>
                <a:gd name="connsiteX0" fmla="*/ 0 w 1791812"/>
                <a:gd name="connsiteY0" fmla="*/ 287795 h 835053"/>
                <a:gd name="connsiteX1" fmla="*/ 121402 w 1791812"/>
                <a:gd name="connsiteY1" fmla="*/ 287795 h 835053"/>
                <a:gd name="connsiteX2" fmla="*/ 121402 w 1791812"/>
                <a:gd name="connsiteY2" fmla="*/ 409197 h 835053"/>
                <a:gd name="connsiteX3" fmla="*/ 0 w 1791812"/>
                <a:gd name="connsiteY3" fmla="*/ 409197 h 835053"/>
                <a:gd name="connsiteX4" fmla="*/ 1703220 w 1791812"/>
                <a:gd name="connsiteY4" fmla="*/ 270901 h 835053"/>
                <a:gd name="connsiteX5" fmla="*/ 1697848 w 1791812"/>
                <a:gd name="connsiteY5" fmla="*/ 270961 h 835053"/>
                <a:gd name="connsiteX6" fmla="*/ 1695151 w 1791812"/>
                <a:gd name="connsiteY6" fmla="*/ 271073 h 835053"/>
                <a:gd name="connsiteX7" fmla="*/ 1694611 w 1791812"/>
                <a:gd name="connsiteY7" fmla="*/ 270935 h 835053"/>
                <a:gd name="connsiteX8" fmla="*/ 1688190 w 1791812"/>
                <a:gd name="connsiteY8" fmla="*/ 271070 h 835053"/>
                <a:gd name="connsiteX9" fmla="*/ 1683837 w 1791812"/>
                <a:gd name="connsiteY9" fmla="*/ 271734 h 835053"/>
                <a:gd name="connsiteX10" fmla="*/ 1678351 w 1791812"/>
                <a:gd name="connsiteY10" fmla="*/ 272151 h 835053"/>
                <a:gd name="connsiteX11" fmla="*/ 1533521 w 1791812"/>
                <a:gd name="connsiteY11" fmla="*/ 332436 h 835053"/>
                <a:gd name="connsiteX12" fmla="*/ 1473917 w 1791812"/>
                <a:gd name="connsiteY12" fmla="*/ 466327 h 835053"/>
                <a:gd name="connsiteX13" fmla="*/ 1473712 w 1791812"/>
                <a:gd name="connsiteY13" fmla="*/ 468294 h 835053"/>
                <a:gd name="connsiteX14" fmla="*/ 1473651 w 1791812"/>
                <a:gd name="connsiteY14" fmla="*/ 468691 h 835053"/>
                <a:gd name="connsiteX15" fmla="*/ 1472420 w 1791812"/>
                <a:gd name="connsiteY15" fmla="*/ 479161 h 835053"/>
                <a:gd name="connsiteX16" fmla="*/ 1471877 w 1791812"/>
                <a:gd name="connsiteY16" fmla="*/ 485437 h 835053"/>
                <a:gd name="connsiteX17" fmla="*/ 1471336 w 1791812"/>
                <a:gd name="connsiteY17" fmla="*/ 490190 h 835053"/>
                <a:gd name="connsiteX18" fmla="*/ 1471418 w 1791812"/>
                <a:gd name="connsiteY18" fmla="*/ 491945 h 835053"/>
                <a:gd name="connsiteX19" fmla="*/ 1471200 w 1791812"/>
                <a:gd name="connsiteY19" fmla="*/ 495643 h 835053"/>
                <a:gd name="connsiteX20" fmla="*/ 1470981 w 1791812"/>
                <a:gd name="connsiteY20" fmla="*/ 505939 h 835053"/>
                <a:gd name="connsiteX21" fmla="*/ 1478238 w 1791812"/>
                <a:gd name="connsiteY21" fmla="*/ 505904 h 835053"/>
                <a:gd name="connsiteX22" fmla="*/ 1480936 w 1791812"/>
                <a:gd name="connsiteY22" fmla="*/ 505793 h 835053"/>
                <a:gd name="connsiteX23" fmla="*/ 1481476 w 1791812"/>
                <a:gd name="connsiteY23" fmla="*/ 505930 h 835053"/>
                <a:gd name="connsiteX24" fmla="*/ 1487896 w 1791812"/>
                <a:gd name="connsiteY24" fmla="*/ 505795 h 835053"/>
                <a:gd name="connsiteX25" fmla="*/ 1492250 w 1791812"/>
                <a:gd name="connsiteY25" fmla="*/ 505131 h 835053"/>
                <a:gd name="connsiteX26" fmla="*/ 1497736 w 1791812"/>
                <a:gd name="connsiteY26" fmla="*/ 504714 h 835053"/>
                <a:gd name="connsiteX27" fmla="*/ 1642565 w 1791812"/>
                <a:gd name="connsiteY27" fmla="*/ 444430 h 835053"/>
                <a:gd name="connsiteX28" fmla="*/ 1702169 w 1791812"/>
                <a:gd name="connsiteY28" fmla="*/ 310539 h 835053"/>
                <a:gd name="connsiteX29" fmla="*/ 1702375 w 1791812"/>
                <a:gd name="connsiteY29" fmla="*/ 308572 h 835053"/>
                <a:gd name="connsiteX30" fmla="*/ 1702435 w 1791812"/>
                <a:gd name="connsiteY30" fmla="*/ 308175 h 835053"/>
                <a:gd name="connsiteX31" fmla="*/ 1703666 w 1791812"/>
                <a:gd name="connsiteY31" fmla="*/ 297705 h 835053"/>
                <a:gd name="connsiteX32" fmla="*/ 1704210 w 1791812"/>
                <a:gd name="connsiteY32" fmla="*/ 291429 h 835053"/>
                <a:gd name="connsiteX33" fmla="*/ 1704750 w 1791812"/>
                <a:gd name="connsiteY33" fmla="*/ 286676 h 835053"/>
                <a:gd name="connsiteX34" fmla="*/ 1704669 w 1791812"/>
                <a:gd name="connsiteY34" fmla="*/ 284920 h 835053"/>
                <a:gd name="connsiteX35" fmla="*/ 1704886 w 1791812"/>
                <a:gd name="connsiteY35" fmla="*/ 281223 h 835053"/>
                <a:gd name="connsiteX36" fmla="*/ 1705106 w 1791812"/>
                <a:gd name="connsiteY36" fmla="*/ 270927 h 835053"/>
                <a:gd name="connsiteX37" fmla="*/ 1703220 w 1791812"/>
                <a:gd name="connsiteY37" fmla="*/ 270901 h 835053"/>
                <a:gd name="connsiteX38" fmla="*/ 863011 w 1791812"/>
                <a:gd name="connsiteY38" fmla="*/ 88275 h 835053"/>
                <a:gd name="connsiteX39" fmla="*/ 852631 w 1791812"/>
                <a:gd name="connsiteY39" fmla="*/ 88496 h 835053"/>
                <a:gd name="connsiteX40" fmla="*/ 853360 w 1791812"/>
                <a:gd name="connsiteY40" fmla="*/ 126767 h 835053"/>
                <a:gd name="connsiteX41" fmla="*/ 854276 w 1791812"/>
                <a:gd name="connsiteY41" fmla="*/ 137735 h 835053"/>
                <a:gd name="connsiteX42" fmla="*/ 854671 w 1791812"/>
                <a:gd name="connsiteY42" fmla="*/ 143163 h 835053"/>
                <a:gd name="connsiteX43" fmla="*/ 893921 w 1791812"/>
                <a:gd name="connsiteY43" fmla="*/ 279907 h 835053"/>
                <a:gd name="connsiteX44" fmla="*/ 901384 w 1791812"/>
                <a:gd name="connsiteY44" fmla="*/ 291665 h 835053"/>
                <a:gd name="connsiteX45" fmla="*/ 903793 w 1791812"/>
                <a:gd name="connsiteY45" fmla="*/ 295822 h 835053"/>
                <a:gd name="connsiteX46" fmla="*/ 905983 w 1791812"/>
                <a:gd name="connsiteY46" fmla="*/ 298911 h 835053"/>
                <a:gd name="connsiteX47" fmla="*/ 911400 w 1791812"/>
                <a:gd name="connsiteY47" fmla="*/ 307446 h 835053"/>
                <a:gd name="connsiteX48" fmla="*/ 915099 w 1791812"/>
                <a:gd name="connsiteY48" fmla="*/ 311766 h 835053"/>
                <a:gd name="connsiteX49" fmla="*/ 917160 w 1791812"/>
                <a:gd name="connsiteY49" fmla="*/ 314672 h 835053"/>
                <a:gd name="connsiteX50" fmla="*/ 932646 w 1791812"/>
                <a:gd name="connsiteY50" fmla="*/ 332379 h 835053"/>
                <a:gd name="connsiteX51" fmla="*/ 933021 w 1791812"/>
                <a:gd name="connsiteY51" fmla="*/ 332701 h 835053"/>
                <a:gd name="connsiteX52" fmla="*/ 933183 w 1791812"/>
                <a:gd name="connsiteY52" fmla="*/ 332891 h 835053"/>
                <a:gd name="connsiteX53" fmla="*/ 1010679 w 1791812"/>
                <a:gd name="connsiteY53" fmla="*/ 383708 h 835053"/>
                <a:gd name="connsiteX54" fmla="*/ 1010860 w 1791812"/>
                <a:gd name="connsiteY54" fmla="*/ 383775 h 835053"/>
                <a:gd name="connsiteX55" fmla="*/ 1011255 w 1791812"/>
                <a:gd name="connsiteY55" fmla="*/ 383968 h 835053"/>
                <a:gd name="connsiteX56" fmla="*/ 1117136 w 1791812"/>
                <a:gd name="connsiteY56" fmla="*/ 410402 h 835053"/>
                <a:gd name="connsiteX57" fmla="*/ 1128290 w 1791812"/>
                <a:gd name="connsiteY57" fmla="*/ 411268 h 835053"/>
                <a:gd name="connsiteX58" fmla="*/ 1136380 w 1791812"/>
                <a:gd name="connsiteY58" fmla="*/ 411998 h 835053"/>
                <a:gd name="connsiteX59" fmla="*/ 1174574 w 1791812"/>
                <a:gd name="connsiteY59" fmla="*/ 412722 h 835053"/>
                <a:gd name="connsiteX60" fmla="*/ 1173845 w 1791812"/>
                <a:gd name="connsiteY60" fmla="*/ 374451 h 835053"/>
                <a:gd name="connsiteX61" fmla="*/ 1172929 w 1791812"/>
                <a:gd name="connsiteY61" fmla="*/ 363482 h 835053"/>
                <a:gd name="connsiteX62" fmla="*/ 1172535 w 1791812"/>
                <a:gd name="connsiteY62" fmla="*/ 358054 h 835053"/>
                <a:gd name="connsiteX63" fmla="*/ 1133284 w 1791812"/>
                <a:gd name="connsiteY63" fmla="*/ 221310 h 835053"/>
                <a:gd name="connsiteX64" fmla="*/ 1125821 w 1791812"/>
                <a:gd name="connsiteY64" fmla="*/ 209552 h 835053"/>
                <a:gd name="connsiteX65" fmla="*/ 1123412 w 1791812"/>
                <a:gd name="connsiteY65" fmla="*/ 205395 h 835053"/>
                <a:gd name="connsiteX66" fmla="*/ 1121222 w 1791812"/>
                <a:gd name="connsiteY66" fmla="*/ 202306 h 835053"/>
                <a:gd name="connsiteX67" fmla="*/ 1115805 w 1791812"/>
                <a:gd name="connsiteY67" fmla="*/ 193772 h 835053"/>
                <a:gd name="connsiteX68" fmla="*/ 1112106 w 1791812"/>
                <a:gd name="connsiteY68" fmla="*/ 189451 h 835053"/>
                <a:gd name="connsiteX69" fmla="*/ 1110046 w 1791812"/>
                <a:gd name="connsiteY69" fmla="*/ 186545 h 835053"/>
                <a:gd name="connsiteX70" fmla="*/ 1094560 w 1791812"/>
                <a:gd name="connsiteY70" fmla="*/ 168838 h 835053"/>
                <a:gd name="connsiteX71" fmla="*/ 1094184 w 1791812"/>
                <a:gd name="connsiteY71" fmla="*/ 168516 h 835053"/>
                <a:gd name="connsiteX72" fmla="*/ 1094022 w 1791812"/>
                <a:gd name="connsiteY72" fmla="*/ 168326 h 835053"/>
                <a:gd name="connsiteX73" fmla="*/ 1016526 w 1791812"/>
                <a:gd name="connsiteY73" fmla="*/ 117509 h 835053"/>
                <a:gd name="connsiteX74" fmla="*/ 1016345 w 1791812"/>
                <a:gd name="connsiteY74" fmla="*/ 117442 h 835053"/>
                <a:gd name="connsiteX75" fmla="*/ 1015951 w 1791812"/>
                <a:gd name="connsiteY75" fmla="*/ 117250 h 835053"/>
                <a:gd name="connsiteX76" fmla="*/ 910070 w 1791812"/>
                <a:gd name="connsiteY76" fmla="*/ 90815 h 835053"/>
                <a:gd name="connsiteX77" fmla="*/ 898915 w 1791812"/>
                <a:gd name="connsiteY77" fmla="*/ 89949 h 835053"/>
                <a:gd name="connsiteX78" fmla="*/ 890826 w 1791812"/>
                <a:gd name="connsiteY78" fmla="*/ 89219 h 835053"/>
                <a:gd name="connsiteX79" fmla="*/ 863011 w 1791812"/>
                <a:gd name="connsiteY79" fmla="*/ 88275 h 835053"/>
                <a:gd name="connsiteX80" fmla="*/ 831869 w 1791812"/>
                <a:gd name="connsiteY80" fmla="*/ 18 h 835053"/>
                <a:gd name="connsiteX81" fmla="*/ 1155975 w 1791812"/>
                <a:gd name="connsiteY81" fmla="*/ 105248 h 835053"/>
                <a:gd name="connsiteX82" fmla="*/ 1261821 w 1791812"/>
                <a:gd name="connsiteY82" fmla="*/ 441107 h 835053"/>
                <a:gd name="connsiteX83" fmla="*/ 1365632 w 1791812"/>
                <a:gd name="connsiteY83" fmla="*/ 569343 h 835053"/>
                <a:gd name="connsiteX84" fmla="*/ 1381916 w 1791812"/>
                <a:gd name="connsiteY84" fmla="*/ 544918 h 835053"/>
                <a:gd name="connsiteX85" fmla="*/ 1469442 w 1791812"/>
                <a:gd name="connsiteY85" fmla="*/ 270124 h 835053"/>
                <a:gd name="connsiteX86" fmla="*/ 1789017 w 1791812"/>
                <a:gd name="connsiteY86" fmla="*/ 186668 h 835053"/>
                <a:gd name="connsiteX87" fmla="*/ 1705561 w 1791812"/>
                <a:gd name="connsiteY87" fmla="*/ 506243 h 835053"/>
                <a:gd name="connsiteX88" fmla="*/ 1451123 w 1791812"/>
                <a:gd name="connsiteY88" fmla="*/ 593770 h 835053"/>
                <a:gd name="connsiteX89" fmla="*/ 1406342 w 1791812"/>
                <a:gd name="connsiteY89" fmla="*/ 677226 h 835053"/>
                <a:gd name="connsiteX90" fmla="*/ 1402271 w 1791812"/>
                <a:gd name="connsiteY90" fmla="*/ 715900 h 835053"/>
                <a:gd name="connsiteX91" fmla="*/ 1401975 w 1791812"/>
                <a:gd name="connsiteY91" fmla="*/ 715900 h 835053"/>
                <a:gd name="connsiteX92" fmla="*/ 1401975 w 1791812"/>
                <a:gd name="connsiteY92" fmla="*/ 835053 h 835053"/>
                <a:gd name="connsiteX93" fmla="*/ 1320127 w 1791812"/>
                <a:gd name="connsiteY93" fmla="*/ 835053 h 835053"/>
                <a:gd name="connsiteX94" fmla="*/ 1320127 w 1791812"/>
                <a:gd name="connsiteY94" fmla="*/ 715900 h 835053"/>
                <a:gd name="connsiteX95" fmla="*/ 1318815 w 1791812"/>
                <a:gd name="connsiteY95" fmla="*/ 715900 h 835053"/>
                <a:gd name="connsiteX96" fmla="*/ 1294389 w 1791812"/>
                <a:gd name="connsiteY96" fmla="*/ 614125 h 835053"/>
                <a:gd name="connsiteX97" fmla="*/ 1198720 w 1791812"/>
                <a:gd name="connsiteY97" fmla="*/ 500136 h 835053"/>
                <a:gd name="connsiteX98" fmla="*/ 871004 w 1791812"/>
                <a:gd name="connsiteY98" fmla="*/ 394290 h 835053"/>
                <a:gd name="connsiteX99" fmla="*/ 769228 w 1791812"/>
                <a:gd name="connsiteY99" fmla="*/ 3472 h 835053"/>
                <a:gd name="connsiteX100" fmla="*/ 831869 w 1791812"/>
                <a:gd name="connsiteY100" fmla="*/ 18 h 835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91812" h="835053">
                  <a:moveTo>
                    <a:pt x="0" y="287795"/>
                  </a:moveTo>
                  <a:lnTo>
                    <a:pt x="121402" y="287795"/>
                  </a:lnTo>
                  <a:lnTo>
                    <a:pt x="121402" y="409197"/>
                  </a:lnTo>
                  <a:lnTo>
                    <a:pt x="0" y="409197"/>
                  </a:lnTo>
                  <a:close/>
                  <a:moveTo>
                    <a:pt x="1703220" y="270901"/>
                  </a:moveTo>
                  <a:cubicBezTo>
                    <a:pt x="1701987" y="270896"/>
                    <a:pt x="1700173" y="270905"/>
                    <a:pt x="1697848" y="270961"/>
                  </a:cubicBezTo>
                  <a:lnTo>
                    <a:pt x="1695151" y="271073"/>
                  </a:lnTo>
                  <a:lnTo>
                    <a:pt x="1694611" y="270935"/>
                  </a:lnTo>
                  <a:cubicBezTo>
                    <a:pt x="1692743" y="270767"/>
                    <a:pt x="1690606" y="270827"/>
                    <a:pt x="1688190" y="271070"/>
                  </a:cubicBezTo>
                  <a:lnTo>
                    <a:pt x="1683837" y="271734"/>
                  </a:lnTo>
                  <a:lnTo>
                    <a:pt x="1678351" y="272151"/>
                  </a:lnTo>
                  <a:cubicBezTo>
                    <a:pt x="1642443" y="275542"/>
                    <a:pt x="1578036" y="287922"/>
                    <a:pt x="1533521" y="332436"/>
                  </a:cubicBezTo>
                  <a:cubicBezTo>
                    <a:pt x="1493348" y="372609"/>
                    <a:pt x="1478751" y="429345"/>
                    <a:pt x="1473917" y="466327"/>
                  </a:cubicBezTo>
                  <a:lnTo>
                    <a:pt x="1473712" y="468294"/>
                  </a:lnTo>
                  <a:lnTo>
                    <a:pt x="1473651" y="468691"/>
                  </a:lnTo>
                  <a:cubicBezTo>
                    <a:pt x="1473155" y="472392"/>
                    <a:pt x="1472750" y="475894"/>
                    <a:pt x="1472420" y="479161"/>
                  </a:cubicBezTo>
                  <a:lnTo>
                    <a:pt x="1471877" y="485437"/>
                  </a:lnTo>
                  <a:lnTo>
                    <a:pt x="1471336" y="490190"/>
                  </a:lnTo>
                  <a:lnTo>
                    <a:pt x="1471418" y="491945"/>
                  </a:lnTo>
                  <a:lnTo>
                    <a:pt x="1471200" y="495643"/>
                  </a:lnTo>
                  <a:cubicBezTo>
                    <a:pt x="1470905" y="502179"/>
                    <a:pt x="1470981" y="505939"/>
                    <a:pt x="1470981" y="505939"/>
                  </a:cubicBezTo>
                  <a:cubicBezTo>
                    <a:pt x="1470981" y="505939"/>
                    <a:pt x="1473590" y="506018"/>
                    <a:pt x="1478238" y="505904"/>
                  </a:cubicBezTo>
                  <a:lnTo>
                    <a:pt x="1480936" y="505793"/>
                  </a:lnTo>
                  <a:lnTo>
                    <a:pt x="1481476" y="505930"/>
                  </a:lnTo>
                  <a:cubicBezTo>
                    <a:pt x="1483344" y="506098"/>
                    <a:pt x="1485481" y="506038"/>
                    <a:pt x="1487896" y="505795"/>
                  </a:cubicBezTo>
                  <a:lnTo>
                    <a:pt x="1492250" y="505131"/>
                  </a:lnTo>
                  <a:lnTo>
                    <a:pt x="1497736" y="504714"/>
                  </a:lnTo>
                  <a:cubicBezTo>
                    <a:pt x="1533644" y="501323"/>
                    <a:pt x="1598051" y="488944"/>
                    <a:pt x="1642565" y="444430"/>
                  </a:cubicBezTo>
                  <a:cubicBezTo>
                    <a:pt x="1682738" y="404256"/>
                    <a:pt x="1697336" y="347521"/>
                    <a:pt x="1702169" y="310539"/>
                  </a:cubicBezTo>
                  <a:lnTo>
                    <a:pt x="1702375" y="308572"/>
                  </a:lnTo>
                  <a:lnTo>
                    <a:pt x="1702435" y="308175"/>
                  </a:lnTo>
                  <a:cubicBezTo>
                    <a:pt x="1702931" y="304474"/>
                    <a:pt x="1703336" y="300971"/>
                    <a:pt x="1703666" y="297705"/>
                  </a:cubicBezTo>
                  <a:lnTo>
                    <a:pt x="1704210" y="291429"/>
                  </a:lnTo>
                  <a:lnTo>
                    <a:pt x="1704750" y="286676"/>
                  </a:lnTo>
                  <a:lnTo>
                    <a:pt x="1704669" y="284920"/>
                  </a:lnTo>
                  <a:lnTo>
                    <a:pt x="1704886" y="281223"/>
                  </a:lnTo>
                  <a:cubicBezTo>
                    <a:pt x="1705182" y="274687"/>
                    <a:pt x="1705106" y="270927"/>
                    <a:pt x="1705106" y="270927"/>
                  </a:cubicBezTo>
                  <a:cubicBezTo>
                    <a:pt x="1705106" y="270927"/>
                    <a:pt x="1704453" y="270907"/>
                    <a:pt x="1703220" y="270901"/>
                  </a:cubicBezTo>
                  <a:close/>
                  <a:moveTo>
                    <a:pt x="863011" y="88275"/>
                  </a:moveTo>
                  <a:cubicBezTo>
                    <a:pt x="856368" y="88288"/>
                    <a:pt x="852631" y="88496"/>
                    <a:pt x="852631" y="88496"/>
                  </a:cubicBezTo>
                  <a:cubicBezTo>
                    <a:pt x="852631" y="88496"/>
                    <a:pt x="851801" y="103443"/>
                    <a:pt x="853360" y="126767"/>
                  </a:cubicBezTo>
                  <a:lnTo>
                    <a:pt x="854276" y="137735"/>
                  </a:lnTo>
                  <a:lnTo>
                    <a:pt x="854671" y="143163"/>
                  </a:lnTo>
                  <a:cubicBezTo>
                    <a:pt x="858289" y="180782"/>
                    <a:pt x="868116" y="232779"/>
                    <a:pt x="893921" y="279907"/>
                  </a:cubicBezTo>
                  <a:lnTo>
                    <a:pt x="901384" y="291665"/>
                  </a:lnTo>
                  <a:lnTo>
                    <a:pt x="903793" y="295822"/>
                  </a:lnTo>
                  <a:lnTo>
                    <a:pt x="905983" y="298911"/>
                  </a:lnTo>
                  <a:lnTo>
                    <a:pt x="911400" y="307446"/>
                  </a:lnTo>
                  <a:lnTo>
                    <a:pt x="915099" y="311766"/>
                  </a:lnTo>
                  <a:lnTo>
                    <a:pt x="917160" y="314672"/>
                  </a:lnTo>
                  <a:cubicBezTo>
                    <a:pt x="921960" y="320783"/>
                    <a:pt x="927114" y="326703"/>
                    <a:pt x="932646" y="332379"/>
                  </a:cubicBezTo>
                  <a:lnTo>
                    <a:pt x="933021" y="332701"/>
                  </a:lnTo>
                  <a:lnTo>
                    <a:pt x="933183" y="332891"/>
                  </a:lnTo>
                  <a:cubicBezTo>
                    <a:pt x="955957" y="355665"/>
                    <a:pt x="983034" y="372003"/>
                    <a:pt x="1010679" y="383708"/>
                  </a:cubicBezTo>
                  <a:lnTo>
                    <a:pt x="1010860" y="383775"/>
                  </a:lnTo>
                  <a:lnTo>
                    <a:pt x="1011255" y="383968"/>
                  </a:lnTo>
                  <a:cubicBezTo>
                    <a:pt x="1048631" y="399815"/>
                    <a:pt x="1086973" y="407251"/>
                    <a:pt x="1117136" y="410402"/>
                  </a:cubicBezTo>
                  <a:lnTo>
                    <a:pt x="1128290" y="411268"/>
                  </a:lnTo>
                  <a:lnTo>
                    <a:pt x="1136380" y="411998"/>
                  </a:lnTo>
                  <a:cubicBezTo>
                    <a:pt x="1159627" y="413552"/>
                    <a:pt x="1174574" y="412722"/>
                    <a:pt x="1174574" y="412722"/>
                  </a:cubicBezTo>
                  <a:cubicBezTo>
                    <a:pt x="1174574" y="412722"/>
                    <a:pt x="1175404" y="397775"/>
                    <a:pt x="1173845" y="374451"/>
                  </a:cubicBezTo>
                  <a:lnTo>
                    <a:pt x="1172929" y="363482"/>
                  </a:lnTo>
                  <a:lnTo>
                    <a:pt x="1172535" y="358054"/>
                  </a:lnTo>
                  <a:cubicBezTo>
                    <a:pt x="1168916" y="320435"/>
                    <a:pt x="1159090" y="268438"/>
                    <a:pt x="1133284" y="221310"/>
                  </a:cubicBezTo>
                  <a:lnTo>
                    <a:pt x="1125821" y="209552"/>
                  </a:lnTo>
                  <a:lnTo>
                    <a:pt x="1123412" y="205395"/>
                  </a:lnTo>
                  <a:lnTo>
                    <a:pt x="1121222" y="202306"/>
                  </a:lnTo>
                  <a:lnTo>
                    <a:pt x="1115805" y="193772"/>
                  </a:lnTo>
                  <a:lnTo>
                    <a:pt x="1112106" y="189451"/>
                  </a:lnTo>
                  <a:lnTo>
                    <a:pt x="1110046" y="186545"/>
                  </a:lnTo>
                  <a:cubicBezTo>
                    <a:pt x="1105245" y="180435"/>
                    <a:pt x="1100092" y="174515"/>
                    <a:pt x="1094560" y="168838"/>
                  </a:cubicBezTo>
                  <a:lnTo>
                    <a:pt x="1094184" y="168516"/>
                  </a:lnTo>
                  <a:lnTo>
                    <a:pt x="1094022" y="168326"/>
                  </a:lnTo>
                  <a:cubicBezTo>
                    <a:pt x="1071248" y="145552"/>
                    <a:pt x="1044172" y="129215"/>
                    <a:pt x="1016526" y="117509"/>
                  </a:cubicBezTo>
                  <a:lnTo>
                    <a:pt x="1016345" y="117442"/>
                  </a:lnTo>
                  <a:lnTo>
                    <a:pt x="1015951" y="117250"/>
                  </a:lnTo>
                  <a:cubicBezTo>
                    <a:pt x="978574" y="101403"/>
                    <a:pt x="940232" y="93966"/>
                    <a:pt x="910070" y="90815"/>
                  </a:cubicBezTo>
                  <a:lnTo>
                    <a:pt x="898915" y="89949"/>
                  </a:lnTo>
                  <a:lnTo>
                    <a:pt x="890826" y="89219"/>
                  </a:lnTo>
                  <a:cubicBezTo>
                    <a:pt x="879202" y="88442"/>
                    <a:pt x="869653" y="88261"/>
                    <a:pt x="863011" y="88275"/>
                  </a:cubicBezTo>
                  <a:close/>
                  <a:moveTo>
                    <a:pt x="831869" y="18"/>
                  </a:moveTo>
                  <a:cubicBezTo>
                    <a:pt x="915451" y="-583"/>
                    <a:pt x="1063614" y="12887"/>
                    <a:pt x="1155975" y="105248"/>
                  </a:cubicBezTo>
                  <a:cubicBezTo>
                    <a:pt x="1253679" y="202952"/>
                    <a:pt x="1263856" y="359686"/>
                    <a:pt x="1261821" y="441107"/>
                  </a:cubicBezTo>
                  <a:cubicBezTo>
                    <a:pt x="1304567" y="471639"/>
                    <a:pt x="1341206" y="516421"/>
                    <a:pt x="1365632" y="569343"/>
                  </a:cubicBezTo>
                  <a:cubicBezTo>
                    <a:pt x="1371738" y="561202"/>
                    <a:pt x="1375809" y="553060"/>
                    <a:pt x="1381916" y="544918"/>
                  </a:cubicBezTo>
                  <a:cubicBezTo>
                    <a:pt x="1379880" y="477745"/>
                    <a:pt x="1390058" y="349509"/>
                    <a:pt x="1469442" y="270124"/>
                  </a:cubicBezTo>
                  <a:cubicBezTo>
                    <a:pt x="1581396" y="158171"/>
                    <a:pt x="1789017" y="186668"/>
                    <a:pt x="1789017" y="186668"/>
                  </a:cubicBezTo>
                  <a:cubicBezTo>
                    <a:pt x="1789017" y="186668"/>
                    <a:pt x="1815479" y="394290"/>
                    <a:pt x="1705561" y="506243"/>
                  </a:cubicBezTo>
                  <a:cubicBezTo>
                    <a:pt x="1634318" y="577486"/>
                    <a:pt x="1520330" y="591734"/>
                    <a:pt x="1451123" y="593770"/>
                  </a:cubicBezTo>
                  <a:cubicBezTo>
                    <a:pt x="1430768" y="616160"/>
                    <a:pt x="1416519" y="648729"/>
                    <a:pt x="1406342" y="677226"/>
                  </a:cubicBezTo>
                  <a:cubicBezTo>
                    <a:pt x="1404306" y="683332"/>
                    <a:pt x="1402271" y="697580"/>
                    <a:pt x="1402271" y="715900"/>
                  </a:cubicBezTo>
                  <a:lnTo>
                    <a:pt x="1401975" y="715900"/>
                  </a:lnTo>
                  <a:lnTo>
                    <a:pt x="1401975" y="835053"/>
                  </a:lnTo>
                  <a:lnTo>
                    <a:pt x="1320127" y="835053"/>
                  </a:lnTo>
                  <a:lnTo>
                    <a:pt x="1320127" y="715900"/>
                  </a:lnTo>
                  <a:lnTo>
                    <a:pt x="1318815" y="715900"/>
                  </a:lnTo>
                  <a:cubicBezTo>
                    <a:pt x="1316780" y="673154"/>
                    <a:pt x="1310673" y="648729"/>
                    <a:pt x="1294389" y="614125"/>
                  </a:cubicBezTo>
                  <a:cubicBezTo>
                    <a:pt x="1274034" y="565272"/>
                    <a:pt x="1239431" y="524562"/>
                    <a:pt x="1198720" y="500136"/>
                  </a:cubicBezTo>
                  <a:cubicBezTo>
                    <a:pt x="1115264" y="502172"/>
                    <a:pt x="964637" y="487923"/>
                    <a:pt x="871004" y="394290"/>
                  </a:cubicBezTo>
                  <a:cubicBezTo>
                    <a:pt x="736661" y="255876"/>
                    <a:pt x="769228" y="3472"/>
                    <a:pt x="769228" y="3472"/>
                  </a:cubicBezTo>
                  <a:cubicBezTo>
                    <a:pt x="769228" y="3472"/>
                    <a:pt x="793877" y="292"/>
                    <a:pt x="831869" y="18"/>
                  </a:cubicBezTo>
                  <a:close/>
                </a:path>
              </a:pathLst>
            </a:custGeom>
            <a:solidFill>
              <a:schemeClr val="accent1"/>
            </a:solidFill>
            <a:ln w="43656" cap="flat">
              <a:noFill/>
              <a:prstDash val="solid"/>
              <a:miter/>
            </a:ln>
          </p:spPr>
          <p:txBody>
            <a:bodyPr wrap="square" rtlCol="0" anchor="ctr">
              <a:noAutofit/>
            </a:bodyPr>
            <a:lstStyle/>
            <a:p>
              <a:endParaRPr lang="en-US"/>
            </a:p>
          </p:txBody>
        </p:sp>
        <p:sp>
          <p:nvSpPr>
            <p:cNvPr id="2062" name="Freeform: Shape 2061">
              <a:extLst>
                <a:ext uri="{FF2B5EF4-FFF2-40B4-BE49-F238E27FC236}">
                  <a16:creationId xmlns:a16="http://schemas.microsoft.com/office/drawing/2014/main" id="{10A5F9CF-68A4-A68D-1E9E-9504EDF25449}"/>
                </a:ext>
                <a:ext uri="{C183D7F6-B498-43B3-948B-1728B52AA6E4}">
                  <adec:decorative xmlns:adec="http://schemas.microsoft.com/office/drawing/2017/decorative" val="1"/>
                </a:ext>
              </a:extLst>
            </p:cNvPr>
            <p:cNvSpPr/>
            <p:nvPr/>
          </p:nvSpPr>
          <p:spPr>
            <a:xfrm>
              <a:off x="2056382" y="4449904"/>
              <a:ext cx="583603" cy="350367"/>
            </a:xfrm>
            <a:custGeom>
              <a:avLst/>
              <a:gdLst>
                <a:gd name="connsiteX0" fmla="*/ 309869 w 903463"/>
                <a:gd name="connsiteY0" fmla="*/ 0 h 542395"/>
                <a:gd name="connsiteX1" fmla="*/ 326778 w 903463"/>
                <a:gd name="connsiteY1" fmla="*/ 7005 h 542395"/>
                <a:gd name="connsiteX2" fmla="*/ 327128 w 903463"/>
                <a:gd name="connsiteY2" fmla="*/ 7524 h 542395"/>
                <a:gd name="connsiteX3" fmla="*/ 327206 w 903463"/>
                <a:gd name="connsiteY3" fmla="*/ 7436 h 542395"/>
                <a:gd name="connsiteX4" fmla="*/ 562574 w 903463"/>
                <a:gd name="connsiteY4" fmla="*/ 215944 h 542395"/>
                <a:gd name="connsiteX5" fmla="*/ 562410 w 903463"/>
                <a:gd name="connsiteY5" fmla="*/ 216129 h 542395"/>
                <a:gd name="connsiteX6" fmla="*/ 564026 w 903463"/>
                <a:gd name="connsiteY6" fmla="*/ 217462 h 542395"/>
                <a:gd name="connsiteX7" fmla="*/ 589428 w 903463"/>
                <a:gd name="connsiteY7" fmla="*/ 278788 h 542395"/>
                <a:gd name="connsiteX8" fmla="*/ 574616 w 903463"/>
                <a:gd name="connsiteY8" fmla="*/ 327278 h 542395"/>
                <a:gd name="connsiteX9" fmla="*/ 570587 w 903463"/>
                <a:gd name="connsiteY9" fmla="*/ 332162 h 542395"/>
                <a:gd name="connsiteX10" fmla="*/ 828234 w 903463"/>
                <a:gd name="connsiteY10" fmla="*/ 371364 h 542395"/>
                <a:gd name="connsiteX11" fmla="*/ 828174 w 903463"/>
                <a:gd name="connsiteY11" fmla="*/ 371757 h 542395"/>
                <a:gd name="connsiteX12" fmla="*/ 834913 w 903463"/>
                <a:gd name="connsiteY12" fmla="*/ 372437 h 542395"/>
                <a:gd name="connsiteX13" fmla="*/ 903463 w 903463"/>
                <a:gd name="connsiteY13" fmla="*/ 456544 h 542395"/>
                <a:gd name="connsiteX14" fmla="*/ 834913 w 903463"/>
                <a:gd name="connsiteY14" fmla="*/ 540651 h 542395"/>
                <a:gd name="connsiteX15" fmla="*/ 818136 w 903463"/>
                <a:gd name="connsiteY15" fmla="*/ 542343 h 542395"/>
                <a:gd name="connsiteX16" fmla="*/ 818136 w 903463"/>
                <a:gd name="connsiteY16" fmla="*/ 542395 h 542395"/>
                <a:gd name="connsiteX17" fmla="*/ 817611 w 903463"/>
                <a:gd name="connsiteY17" fmla="*/ 542395 h 542395"/>
                <a:gd name="connsiteX18" fmla="*/ 376160 w 903463"/>
                <a:gd name="connsiteY18" fmla="*/ 542395 h 542395"/>
                <a:gd name="connsiteX19" fmla="*/ 376160 w 903463"/>
                <a:gd name="connsiteY19" fmla="*/ 541791 h 542395"/>
                <a:gd name="connsiteX20" fmla="*/ 115954 w 903463"/>
                <a:gd name="connsiteY20" fmla="*/ 343623 h 542395"/>
                <a:gd name="connsiteX21" fmla="*/ 0 w 903463"/>
                <a:gd name="connsiteY21" fmla="*/ 343623 h 542395"/>
                <a:gd name="connsiteX22" fmla="*/ 0 w 903463"/>
                <a:gd name="connsiteY22" fmla="*/ 299309 h 542395"/>
                <a:gd name="connsiteX23" fmla="*/ 137010 w 903463"/>
                <a:gd name="connsiteY23" fmla="*/ 299309 h 542395"/>
                <a:gd name="connsiteX24" fmla="*/ 137010 w 903463"/>
                <a:gd name="connsiteY24" fmla="*/ 299931 h 542395"/>
                <a:gd name="connsiteX25" fmla="*/ 137199 w 903463"/>
                <a:gd name="connsiteY25" fmla="*/ 299683 h 542395"/>
                <a:gd name="connsiteX26" fmla="*/ 397977 w 903463"/>
                <a:gd name="connsiteY26" fmla="*/ 498287 h 542395"/>
                <a:gd name="connsiteX27" fmla="*/ 818136 w 903463"/>
                <a:gd name="connsiteY27" fmla="*/ 498287 h 542395"/>
                <a:gd name="connsiteX28" fmla="*/ 818136 w 903463"/>
                <a:gd name="connsiteY28" fmla="*/ 497722 h 542395"/>
                <a:gd name="connsiteX29" fmla="*/ 825921 w 903463"/>
                <a:gd name="connsiteY29" fmla="*/ 496937 h 542395"/>
                <a:gd name="connsiteX30" fmla="*/ 858842 w 903463"/>
                <a:gd name="connsiteY30" fmla="*/ 456544 h 542395"/>
                <a:gd name="connsiteX31" fmla="*/ 825921 w 903463"/>
                <a:gd name="connsiteY31" fmla="*/ 416151 h 542395"/>
                <a:gd name="connsiteX32" fmla="*/ 821488 w 903463"/>
                <a:gd name="connsiteY32" fmla="*/ 415704 h 542395"/>
                <a:gd name="connsiteX33" fmla="*/ 821561 w 903463"/>
                <a:gd name="connsiteY33" fmla="*/ 415226 h 542395"/>
                <a:gd name="connsiteX34" fmla="*/ 488963 w 903463"/>
                <a:gd name="connsiteY34" fmla="*/ 364620 h 542395"/>
                <a:gd name="connsiteX35" fmla="*/ 489037 w 903463"/>
                <a:gd name="connsiteY35" fmla="*/ 364138 h 542395"/>
                <a:gd name="connsiteX36" fmla="*/ 485221 w 903463"/>
                <a:gd name="connsiteY36" fmla="*/ 363754 h 542395"/>
                <a:gd name="connsiteX37" fmla="*/ 470899 w 903463"/>
                <a:gd name="connsiteY37" fmla="*/ 359500 h 542395"/>
                <a:gd name="connsiteX38" fmla="*/ 460283 w 903463"/>
                <a:gd name="connsiteY38" fmla="*/ 354229 h 542395"/>
                <a:gd name="connsiteX39" fmla="*/ 460064 w 903463"/>
                <a:gd name="connsiteY39" fmla="*/ 354556 h 542395"/>
                <a:gd name="connsiteX40" fmla="*/ 284340 w 903463"/>
                <a:gd name="connsiteY40" fmla="*/ 236729 h 542395"/>
                <a:gd name="connsiteX41" fmla="*/ 310976 w 903463"/>
                <a:gd name="connsiteY41" fmla="*/ 197004 h 542395"/>
                <a:gd name="connsiteX42" fmla="*/ 417047 w 903463"/>
                <a:gd name="connsiteY42" fmla="*/ 268127 h 542395"/>
                <a:gd name="connsiteX43" fmla="*/ 480208 w 903463"/>
                <a:gd name="connsiteY43" fmla="*/ 310478 h 542395"/>
                <a:gd name="connsiteX44" fmla="*/ 481804 w 903463"/>
                <a:gd name="connsiteY44" fmla="*/ 311548 h 542395"/>
                <a:gd name="connsiteX45" fmla="*/ 486701 w 903463"/>
                <a:gd name="connsiteY45" fmla="*/ 314831 h 542395"/>
                <a:gd name="connsiteX46" fmla="*/ 487008 w 903463"/>
                <a:gd name="connsiteY46" fmla="*/ 314372 h 542395"/>
                <a:gd name="connsiteX47" fmla="*/ 487544 w 903463"/>
                <a:gd name="connsiteY47" fmla="*/ 314664 h 542395"/>
                <a:gd name="connsiteX48" fmla="*/ 502700 w 903463"/>
                <a:gd name="connsiteY48" fmla="*/ 317723 h 542395"/>
                <a:gd name="connsiteX49" fmla="*/ 541635 w 903463"/>
                <a:gd name="connsiteY49" fmla="*/ 278788 h 542395"/>
                <a:gd name="connsiteX50" fmla="*/ 530232 w 903463"/>
                <a:gd name="connsiteY50" fmla="*/ 251256 h 542395"/>
                <a:gd name="connsiteX51" fmla="*/ 526088 w 903463"/>
                <a:gd name="connsiteY51" fmla="*/ 247837 h 542395"/>
                <a:gd name="connsiteX52" fmla="*/ 526246 w 903463"/>
                <a:gd name="connsiteY52" fmla="*/ 247659 h 542395"/>
                <a:gd name="connsiteX53" fmla="*/ 300674 w 903463"/>
                <a:gd name="connsiteY53" fmla="*/ 47829 h 542395"/>
                <a:gd name="connsiteX54" fmla="*/ 94779 w 903463"/>
                <a:gd name="connsiteY54" fmla="*/ 47829 h 542395"/>
                <a:gd name="connsiteX55" fmla="*/ 94779 w 903463"/>
                <a:gd name="connsiteY55" fmla="*/ 1 h 542395"/>
                <a:gd name="connsiteX56" fmla="*/ 309864 w 903463"/>
                <a:gd name="connsiteY56" fmla="*/ 1 h 542395"/>
                <a:gd name="connsiteX57" fmla="*/ 309864 w 903463"/>
                <a:gd name="connsiteY57" fmla="*/ 2 h 54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03463" h="542395">
                  <a:moveTo>
                    <a:pt x="309869" y="0"/>
                  </a:moveTo>
                  <a:cubicBezTo>
                    <a:pt x="316472" y="1"/>
                    <a:pt x="322451" y="2677"/>
                    <a:pt x="326778" y="7005"/>
                  </a:cubicBezTo>
                  <a:lnTo>
                    <a:pt x="327128" y="7524"/>
                  </a:lnTo>
                  <a:lnTo>
                    <a:pt x="327206" y="7436"/>
                  </a:lnTo>
                  <a:lnTo>
                    <a:pt x="562574" y="215944"/>
                  </a:lnTo>
                  <a:lnTo>
                    <a:pt x="562410" y="216129"/>
                  </a:lnTo>
                  <a:lnTo>
                    <a:pt x="564026" y="217462"/>
                  </a:lnTo>
                  <a:cubicBezTo>
                    <a:pt x="579720" y="233156"/>
                    <a:pt x="589428" y="254839"/>
                    <a:pt x="589428" y="278788"/>
                  </a:cubicBezTo>
                  <a:cubicBezTo>
                    <a:pt x="589428" y="296750"/>
                    <a:pt x="583967" y="313436"/>
                    <a:pt x="574616" y="327278"/>
                  </a:cubicBezTo>
                  <a:lnTo>
                    <a:pt x="570587" y="332162"/>
                  </a:lnTo>
                  <a:lnTo>
                    <a:pt x="828234" y="371364"/>
                  </a:lnTo>
                  <a:lnTo>
                    <a:pt x="828174" y="371757"/>
                  </a:lnTo>
                  <a:lnTo>
                    <a:pt x="834913" y="372437"/>
                  </a:lnTo>
                  <a:cubicBezTo>
                    <a:pt x="874035" y="380442"/>
                    <a:pt x="903463" y="415056"/>
                    <a:pt x="903463" y="456544"/>
                  </a:cubicBezTo>
                  <a:cubicBezTo>
                    <a:pt x="903463" y="498032"/>
                    <a:pt x="874035" y="532646"/>
                    <a:pt x="834913" y="540651"/>
                  </a:cubicBezTo>
                  <a:lnTo>
                    <a:pt x="818136" y="542343"/>
                  </a:lnTo>
                  <a:lnTo>
                    <a:pt x="818136" y="542395"/>
                  </a:lnTo>
                  <a:lnTo>
                    <a:pt x="817611" y="542395"/>
                  </a:lnTo>
                  <a:lnTo>
                    <a:pt x="376160" y="542395"/>
                  </a:lnTo>
                  <a:lnTo>
                    <a:pt x="376160" y="541791"/>
                  </a:lnTo>
                  <a:lnTo>
                    <a:pt x="115954" y="343623"/>
                  </a:lnTo>
                  <a:lnTo>
                    <a:pt x="0" y="343623"/>
                  </a:lnTo>
                  <a:lnTo>
                    <a:pt x="0" y="299309"/>
                  </a:lnTo>
                  <a:lnTo>
                    <a:pt x="137010" y="299309"/>
                  </a:lnTo>
                  <a:lnTo>
                    <a:pt x="137010" y="299931"/>
                  </a:lnTo>
                  <a:lnTo>
                    <a:pt x="137199" y="299683"/>
                  </a:lnTo>
                  <a:lnTo>
                    <a:pt x="397977" y="498287"/>
                  </a:lnTo>
                  <a:lnTo>
                    <a:pt x="818136" y="498287"/>
                  </a:lnTo>
                  <a:lnTo>
                    <a:pt x="818136" y="497722"/>
                  </a:lnTo>
                  <a:lnTo>
                    <a:pt x="825921" y="496937"/>
                  </a:lnTo>
                  <a:cubicBezTo>
                    <a:pt x="844709" y="493093"/>
                    <a:pt x="858842" y="476469"/>
                    <a:pt x="858842" y="456544"/>
                  </a:cubicBezTo>
                  <a:cubicBezTo>
                    <a:pt x="858842" y="436619"/>
                    <a:pt x="844709" y="419995"/>
                    <a:pt x="825921" y="416151"/>
                  </a:cubicBezTo>
                  <a:lnTo>
                    <a:pt x="821488" y="415704"/>
                  </a:lnTo>
                  <a:lnTo>
                    <a:pt x="821561" y="415226"/>
                  </a:lnTo>
                  <a:lnTo>
                    <a:pt x="488963" y="364620"/>
                  </a:lnTo>
                  <a:lnTo>
                    <a:pt x="489037" y="364138"/>
                  </a:lnTo>
                  <a:lnTo>
                    <a:pt x="485221" y="363754"/>
                  </a:lnTo>
                  <a:cubicBezTo>
                    <a:pt x="480281" y="362743"/>
                    <a:pt x="475494" y="361312"/>
                    <a:pt x="470899" y="359500"/>
                  </a:cubicBezTo>
                  <a:lnTo>
                    <a:pt x="460283" y="354229"/>
                  </a:lnTo>
                  <a:lnTo>
                    <a:pt x="460064" y="354556"/>
                  </a:lnTo>
                  <a:lnTo>
                    <a:pt x="284340" y="236729"/>
                  </a:lnTo>
                  <a:lnTo>
                    <a:pt x="310976" y="197004"/>
                  </a:lnTo>
                  <a:lnTo>
                    <a:pt x="417047" y="268127"/>
                  </a:lnTo>
                  <a:lnTo>
                    <a:pt x="480208" y="310478"/>
                  </a:lnTo>
                  <a:lnTo>
                    <a:pt x="481804" y="311548"/>
                  </a:lnTo>
                  <a:lnTo>
                    <a:pt x="486701" y="314831"/>
                  </a:lnTo>
                  <a:lnTo>
                    <a:pt x="487008" y="314372"/>
                  </a:lnTo>
                  <a:lnTo>
                    <a:pt x="487544" y="314664"/>
                  </a:lnTo>
                  <a:cubicBezTo>
                    <a:pt x="492203" y="316634"/>
                    <a:pt x="497324" y="317723"/>
                    <a:pt x="502700" y="317723"/>
                  </a:cubicBezTo>
                  <a:cubicBezTo>
                    <a:pt x="524203" y="317723"/>
                    <a:pt x="541635" y="300291"/>
                    <a:pt x="541635" y="278788"/>
                  </a:cubicBezTo>
                  <a:cubicBezTo>
                    <a:pt x="541636" y="268036"/>
                    <a:pt x="537278" y="258302"/>
                    <a:pt x="530232" y="251256"/>
                  </a:cubicBezTo>
                  <a:lnTo>
                    <a:pt x="526088" y="247837"/>
                  </a:lnTo>
                  <a:lnTo>
                    <a:pt x="526246" y="247659"/>
                  </a:lnTo>
                  <a:lnTo>
                    <a:pt x="300674" y="47829"/>
                  </a:lnTo>
                  <a:lnTo>
                    <a:pt x="94779" y="47829"/>
                  </a:lnTo>
                  <a:lnTo>
                    <a:pt x="94779" y="1"/>
                  </a:lnTo>
                  <a:lnTo>
                    <a:pt x="309864" y="1"/>
                  </a:lnTo>
                  <a:lnTo>
                    <a:pt x="309864" y="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7" name="Group 166">
            <a:extLst>
              <a:ext uri="{FF2B5EF4-FFF2-40B4-BE49-F238E27FC236}">
                <a16:creationId xmlns:a16="http://schemas.microsoft.com/office/drawing/2014/main" id="{7AA9238A-41FB-F15A-BEB4-DD31D4A9300A}"/>
              </a:ext>
              <a:ext uri="{C183D7F6-B498-43B3-948B-1728B52AA6E4}">
                <adec:decorative xmlns:adec="http://schemas.microsoft.com/office/drawing/2017/decorative" val="1"/>
              </a:ext>
            </a:extLst>
          </p:cNvPr>
          <p:cNvGrpSpPr>
            <a:grpSpLocks noChangeAspect="1"/>
          </p:cNvGrpSpPr>
          <p:nvPr/>
        </p:nvGrpSpPr>
        <p:grpSpPr>
          <a:xfrm>
            <a:off x="639763" y="4343071"/>
            <a:ext cx="333578" cy="457200"/>
            <a:chOff x="639763" y="4343071"/>
            <a:chExt cx="333578" cy="457200"/>
          </a:xfrm>
          <a:solidFill>
            <a:srgbClr val="FF0000"/>
          </a:solidFill>
        </p:grpSpPr>
        <p:sp>
          <p:nvSpPr>
            <p:cNvPr id="2112" name="Freeform: Shape 2111">
              <a:extLst>
                <a:ext uri="{FF2B5EF4-FFF2-40B4-BE49-F238E27FC236}">
                  <a16:creationId xmlns:a16="http://schemas.microsoft.com/office/drawing/2014/main" id="{0D658EEA-CF69-20D7-2F8B-D785D20B4E69}"/>
                </a:ext>
                <a:ext uri="{C183D7F6-B498-43B3-948B-1728B52AA6E4}">
                  <adec:decorative xmlns:adec="http://schemas.microsoft.com/office/drawing/2017/decorative" val="1"/>
                </a:ext>
              </a:extLst>
            </p:cNvPr>
            <p:cNvSpPr/>
            <p:nvPr/>
          </p:nvSpPr>
          <p:spPr>
            <a:xfrm>
              <a:off x="639763" y="4378455"/>
              <a:ext cx="333578" cy="421816"/>
            </a:xfrm>
            <a:custGeom>
              <a:avLst/>
              <a:gdLst>
                <a:gd name="connsiteX0" fmla="*/ 985625 w 1304412"/>
                <a:gd name="connsiteY0" fmla="*/ 1301364 h 1649454"/>
                <a:gd name="connsiteX1" fmla="*/ 703842 w 1304412"/>
                <a:gd name="connsiteY1" fmla="*/ 1420556 h 1649454"/>
                <a:gd name="connsiteX2" fmla="*/ 1101655 w 1304412"/>
                <a:gd name="connsiteY2" fmla="*/ 1588828 h 1649454"/>
                <a:gd name="connsiteX3" fmla="*/ 323444 w 1304412"/>
                <a:gd name="connsiteY3" fmla="*/ 1301011 h 1649454"/>
                <a:gd name="connsiteX4" fmla="*/ 207711 w 1304412"/>
                <a:gd name="connsiteY4" fmla="*/ 1587741 h 1649454"/>
                <a:gd name="connsiteX5" fmla="*/ 604509 w 1304412"/>
                <a:gd name="connsiteY5" fmla="*/ 1419899 h 1649454"/>
                <a:gd name="connsiteX6" fmla="*/ 653362 w 1304412"/>
                <a:gd name="connsiteY6" fmla="*/ 1120939 h 1649454"/>
                <a:gd name="connsiteX7" fmla="*/ 339012 w 1304412"/>
                <a:gd name="connsiteY7" fmla="*/ 1262441 h 1649454"/>
                <a:gd name="connsiteX8" fmla="*/ 337704 w 1304412"/>
                <a:gd name="connsiteY8" fmla="*/ 1265683 h 1649454"/>
                <a:gd name="connsiteX9" fmla="*/ 653398 w 1304412"/>
                <a:gd name="connsiteY9" fmla="*/ 1399219 h 1649454"/>
                <a:gd name="connsiteX10" fmla="*/ 970912 w 1304412"/>
                <a:gd name="connsiteY10" fmla="*/ 1264913 h 1649454"/>
                <a:gd name="connsiteX11" fmla="*/ 970404 w 1304412"/>
                <a:gd name="connsiteY11" fmla="*/ 1263653 h 1649454"/>
                <a:gd name="connsiteX12" fmla="*/ 435679 w 1304412"/>
                <a:gd name="connsiteY12" fmla="*/ 1022950 h 1649454"/>
                <a:gd name="connsiteX13" fmla="*/ 359433 w 1304412"/>
                <a:gd name="connsiteY13" fmla="*/ 1211850 h 1649454"/>
                <a:gd name="connsiteX14" fmla="*/ 607378 w 1304412"/>
                <a:gd name="connsiteY14" fmla="*/ 1100239 h 1649454"/>
                <a:gd name="connsiteX15" fmla="*/ 872909 w 1304412"/>
                <a:gd name="connsiteY15" fmla="*/ 1022111 h 1649454"/>
                <a:gd name="connsiteX16" fmla="*/ 701285 w 1304412"/>
                <a:gd name="connsiteY16" fmla="*/ 1099367 h 1649454"/>
                <a:gd name="connsiteX17" fmla="*/ 949123 w 1304412"/>
                <a:gd name="connsiteY17" fmla="*/ 1210929 h 1649454"/>
                <a:gd name="connsiteX18" fmla="*/ 470493 w 1304412"/>
                <a:gd name="connsiteY18" fmla="*/ 855372 h 1649454"/>
                <a:gd name="connsiteX19" fmla="*/ 457882 w 1304412"/>
                <a:gd name="connsiteY19" fmla="*/ 964335 h 1649454"/>
                <a:gd name="connsiteX20" fmla="*/ 459134 w 1304412"/>
                <a:gd name="connsiteY20" fmla="*/ 964840 h 1649454"/>
                <a:gd name="connsiteX21" fmla="*/ 450415 w 1304412"/>
                <a:gd name="connsiteY21" fmla="*/ 986440 h 1649454"/>
                <a:gd name="connsiteX22" fmla="*/ 655300 w 1304412"/>
                <a:gd name="connsiteY22" fmla="*/ 1078667 h 1649454"/>
                <a:gd name="connsiteX23" fmla="*/ 858769 w 1304412"/>
                <a:gd name="connsiteY23" fmla="*/ 987077 h 1649454"/>
                <a:gd name="connsiteX24" fmla="*/ 849792 w 1304412"/>
                <a:gd name="connsiteY24" fmla="*/ 964838 h 1649454"/>
                <a:gd name="connsiteX25" fmla="*/ 851044 w 1304412"/>
                <a:gd name="connsiteY25" fmla="*/ 964333 h 1649454"/>
                <a:gd name="connsiteX26" fmla="*/ 838433 w 1304412"/>
                <a:gd name="connsiteY26" fmla="*/ 855372 h 1649454"/>
                <a:gd name="connsiteX27" fmla="*/ 901899 w 1304412"/>
                <a:gd name="connsiteY27" fmla="*/ 696681 h 1649454"/>
                <a:gd name="connsiteX28" fmla="*/ 915586 w 1304412"/>
                <a:gd name="connsiteY28" fmla="*/ 814942 h 1649454"/>
                <a:gd name="connsiteX29" fmla="*/ 1164618 w 1304412"/>
                <a:gd name="connsiteY29" fmla="*/ 814942 h 1649454"/>
                <a:gd name="connsiteX30" fmla="*/ 407147 w 1304412"/>
                <a:gd name="connsiteY30" fmla="*/ 695644 h 1649454"/>
                <a:gd name="connsiteX31" fmla="*/ 142126 w 1304412"/>
                <a:gd name="connsiteY31" fmla="*/ 814942 h 1649454"/>
                <a:gd name="connsiteX32" fmla="*/ 393340 w 1304412"/>
                <a:gd name="connsiteY32" fmla="*/ 814942 h 1649454"/>
                <a:gd name="connsiteX33" fmla="*/ 494035 w 1304412"/>
                <a:gd name="connsiteY33" fmla="*/ 651969 h 1649454"/>
                <a:gd name="connsiteX34" fmla="*/ 475173 w 1304412"/>
                <a:gd name="connsiteY34" fmla="*/ 814942 h 1649454"/>
                <a:gd name="connsiteX35" fmla="*/ 833753 w 1304412"/>
                <a:gd name="connsiteY35" fmla="*/ 814942 h 1649454"/>
                <a:gd name="connsiteX36" fmla="*/ 815568 w 1304412"/>
                <a:gd name="connsiteY36" fmla="*/ 657820 h 1649454"/>
                <a:gd name="connsiteX37" fmla="*/ 802571 w 1304412"/>
                <a:gd name="connsiteY37" fmla="*/ 651969 h 1649454"/>
                <a:gd name="connsiteX38" fmla="*/ 519749 w 1304412"/>
                <a:gd name="connsiteY38" fmla="*/ 429795 h 1649454"/>
                <a:gd name="connsiteX39" fmla="*/ 503444 w 1304412"/>
                <a:gd name="connsiteY39" fmla="*/ 570679 h 1649454"/>
                <a:gd name="connsiteX40" fmla="*/ 805483 w 1304412"/>
                <a:gd name="connsiteY40" fmla="*/ 570679 h 1649454"/>
                <a:gd name="connsiteX41" fmla="*/ 789177 w 1304412"/>
                <a:gd name="connsiteY41" fmla="*/ 429795 h 1649454"/>
                <a:gd name="connsiteX42" fmla="*/ 849936 w 1304412"/>
                <a:gd name="connsiteY42" fmla="*/ 247711 h 1649454"/>
                <a:gd name="connsiteX43" fmla="*/ 866331 w 1304412"/>
                <a:gd name="connsiteY43" fmla="*/ 389365 h 1649454"/>
                <a:gd name="connsiteX44" fmla="*/ 1164621 w 1304412"/>
                <a:gd name="connsiteY44" fmla="*/ 389365 h 1649454"/>
                <a:gd name="connsiteX45" fmla="*/ 459110 w 1304412"/>
                <a:gd name="connsiteY45" fmla="*/ 246675 h 1649454"/>
                <a:gd name="connsiteX46" fmla="*/ 142124 w 1304412"/>
                <a:gd name="connsiteY46" fmla="*/ 389365 h 1649454"/>
                <a:gd name="connsiteX47" fmla="*/ 442596 w 1304412"/>
                <a:gd name="connsiteY47" fmla="*/ 389365 h 1649454"/>
                <a:gd name="connsiteX48" fmla="*/ 543291 w 1304412"/>
                <a:gd name="connsiteY48" fmla="*/ 226392 h 1649454"/>
                <a:gd name="connsiteX49" fmla="*/ 524429 w 1304412"/>
                <a:gd name="connsiteY49" fmla="*/ 389365 h 1649454"/>
                <a:gd name="connsiteX50" fmla="*/ 784498 w 1304412"/>
                <a:gd name="connsiteY50" fmla="*/ 389365 h 1649454"/>
                <a:gd name="connsiteX51" fmla="*/ 765636 w 1304412"/>
                <a:gd name="connsiteY51" fmla="*/ 226392 h 1649454"/>
                <a:gd name="connsiteX52" fmla="*/ 767763 w 1304412"/>
                <a:gd name="connsiteY52" fmla="*/ 0 h 1649454"/>
                <a:gd name="connsiteX53" fmla="*/ 827948 w 1304412"/>
                <a:gd name="connsiteY53" fmla="*/ 60185 h 1649454"/>
                <a:gd name="connsiteX54" fmla="*/ 828228 w 1304412"/>
                <a:gd name="connsiteY54" fmla="*/ 60153 h 1649454"/>
                <a:gd name="connsiteX55" fmla="*/ 828269 w 1304412"/>
                <a:gd name="connsiteY55" fmla="*/ 60506 h 1649454"/>
                <a:gd name="connsiteX56" fmla="*/ 828502 w 1304412"/>
                <a:gd name="connsiteY56" fmla="*/ 60739 h 1649454"/>
                <a:gd name="connsiteX57" fmla="*/ 828317 w 1304412"/>
                <a:gd name="connsiteY57" fmla="*/ 60924 h 1649454"/>
                <a:gd name="connsiteX58" fmla="*/ 839051 w 1304412"/>
                <a:gd name="connsiteY58" fmla="*/ 153667 h 1649454"/>
                <a:gd name="connsiteX59" fmla="*/ 1278055 w 1304412"/>
                <a:gd name="connsiteY59" fmla="*/ 351281 h 1649454"/>
                <a:gd name="connsiteX60" fmla="*/ 1276834 w 1304412"/>
                <a:gd name="connsiteY60" fmla="*/ 353993 h 1649454"/>
                <a:gd name="connsiteX61" fmla="*/ 1292347 w 1304412"/>
                <a:gd name="connsiteY61" fmla="*/ 360418 h 1649454"/>
                <a:gd name="connsiteX62" fmla="*/ 1302382 w 1304412"/>
                <a:gd name="connsiteY62" fmla="*/ 384645 h 1649454"/>
                <a:gd name="connsiteX63" fmla="*/ 1304412 w 1304412"/>
                <a:gd name="connsiteY63" fmla="*/ 384645 h 1649454"/>
                <a:gd name="connsiteX64" fmla="*/ 1304412 w 1304412"/>
                <a:gd name="connsiteY64" fmla="*/ 511985 h 1649454"/>
                <a:gd name="connsiteX65" fmla="*/ 1224186 w 1304412"/>
                <a:gd name="connsiteY65" fmla="*/ 511985 h 1649454"/>
                <a:gd name="connsiteX66" fmla="*/ 1224186 w 1304412"/>
                <a:gd name="connsiteY66" fmla="*/ 429795 h 1649454"/>
                <a:gd name="connsiteX67" fmla="*/ 871010 w 1304412"/>
                <a:gd name="connsiteY67" fmla="*/ 429795 h 1649454"/>
                <a:gd name="connsiteX68" fmla="*/ 891014 w 1304412"/>
                <a:gd name="connsiteY68" fmla="*/ 602635 h 1649454"/>
                <a:gd name="connsiteX69" fmla="*/ 1278055 w 1304412"/>
                <a:gd name="connsiteY69" fmla="*/ 776859 h 1649454"/>
                <a:gd name="connsiteX70" fmla="*/ 1276834 w 1304412"/>
                <a:gd name="connsiteY70" fmla="*/ 779572 h 1649454"/>
                <a:gd name="connsiteX71" fmla="*/ 1292348 w 1304412"/>
                <a:gd name="connsiteY71" fmla="*/ 785998 h 1649454"/>
                <a:gd name="connsiteX72" fmla="*/ 1302382 w 1304412"/>
                <a:gd name="connsiteY72" fmla="*/ 810222 h 1649454"/>
                <a:gd name="connsiteX73" fmla="*/ 1304412 w 1304412"/>
                <a:gd name="connsiteY73" fmla="*/ 810222 h 1649454"/>
                <a:gd name="connsiteX74" fmla="*/ 1304412 w 1304412"/>
                <a:gd name="connsiteY74" fmla="*/ 937562 h 1649454"/>
                <a:gd name="connsiteX75" fmla="*/ 1224186 w 1304412"/>
                <a:gd name="connsiteY75" fmla="*/ 937562 h 1649454"/>
                <a:gd name="connsiteX76" fmla="*/ 1224186 w 1304412"/>
                <a:gd name="connsiteY76" fmla="*/ 855372 h 1649454"/>
                <a:gd name="connsiteX77" fmla="*/ 920265 w 1304412"/>
                <a:gd name="connsiteY77" fmla="*/ 855372 h 1649454"/>
                <a:gd name="connsiteX78" fmla="*/ 931118 w 1304412"/>
                <a:gd name="connsiteY78" fmla="*/ 949140 h 1649454"/>
                <a:gd name="connsiteX79" fmla="*/ 1189282 w 1304412"/>
                <a:gd name="connsiteY79" fmla="*/ 1588742 h 1649454"/>
                <a:gd name="connsiteX80" fmla="*/ 1186744 w 1304412"/>
                <a:gd name="connsiteY80" fmla="*/ 1589767 h 1649454"/>
                <a:gd name="connsiteX81" fmla="*/ 1194617 w 1304412"/>
                <a:gd name="connsiteY81" fmla="*/ 1608773 h 1649454"/>
                <a:gd name="connsiteX82" fmla="*/ 1153936 w 1304412"/>
                <a:gd name="connsiteY82" fmla="*/ 1649454 h 1649454"/>
                <a:gd name="connsiteX83" fmla="*/ 1145844 w 1304412"/>
                <a:gd name="connsiteY83" fmla="*/ 1646102 h 1649454"/>
                <a:gd name="connsiteX84" fmla="*/ 1144848 w 1304412"/>
                <a:gd name="connsiteY84" fmla="*/ 1648458 h 1649454"/>
                <a:gd name="connsiteX85" fmla="*/ 654952 w 1304412"/>
                <a:gd name="connsiteY85" fmla="*/ 1441236 h 1649454"/>
                <a:gd name="connsiteX86" fmla="*/ 165058 w 1304412"/>
                <a:gd name="connsiteY86" fmla="*/ 1648457 h 1649454"/>
                <a:gd name="connsiteX87" fmla="*/ 163973 w 1304412"/>
                <a:gd name="connsiteY87" fmla="*/ 1645890 h 1649454"/>
                <a:gd name="connsiteX88" fmla="*/ 155368 w 1304412"/>
                <a:gd name="connsiteY88" fmla="*/ 1649454 h 1649454"/>
                <a:gd name="connsiteX89" fmla="*/ 114687 w 1304412"/>
                <a:gd name="connsiteY89" fmla="*/ 1608773 h 1649454"/>
                <a:gd name="connsiteX90" fmla="*/ 122505 w 1304412"/>
                <a:gd name="connsiteY90" fmla="*/ 1589899 h 1649454"/>
                <a:gd name="connsiteX91" fmla="*/ 119644 w 1304412"/>
                <a:gd name="connsiteY91" fmla="*/ 1588744 h 1649454"/>
                <a:gd name="connsiteX92" fmla="*/ 377808 w 1304412"/>
                <a:gd name="connsiteY92" fmla="*/ 949142 h 1649454"/>
                <a:gd name="connsiteX93" fmla="*/ 388661 w 1304412"/>
                <a:gd name="connsiteY93" fmla="*/ 855372 h 1649454"/>
                <a:gd name="connsiteX94" fmla="*/ 80226 w 1304412"/>
                <a:gd name="connsiteY94" fmla="*/ 855372 h 1649454"/>
                <a:gd name="connsiteX95" fmla="*/ 80226 w 1304412"/>
                <a:gd name="connsiteY95" fmla="*/ 937562 h 1649454"/>
                <a:gd name="connsiteX96" fmla="*/ 0 w 1304412"/>
                <a:gd name="connsiteY96" fmla="*/ 937562 h 1649454"/>
                <a:gd name="connsiteX97" fmla="*/ 0 w 1304412"/>
                <a:gd name="connsiteY97" fmla="*/ 810222 h 1649454"/>
                <a:gd name="connsiteX98" fmla="*/ 4361 w 1304412"/>
                <a:gd name="connsiteY98" fmla="*/ 810222 h 1649454"/>
                <a:gd name="connsiteX99" fmla="*/ 14395 w 1304412"/>
                <a:gd name="connsiteY99" fmla="*/ 785998 h 1649454"/>
                <a:gd name="connsiteX100" fmla="*/ 29909 w 1304412"/>
                <a:gd name="connsiteY100" fmla="*/ 779571 h 1649454"/>
                <a:gd name="connsiteX101" fmla="*/ 28688 w 1304412"/>
                <a:gd name="connsiteY101" fmla="*/ 776859 h 1649454"/>
                <a:gd name="connsiteX102" fmla="*/ 418032 w 1304412"/>
                <a:gd name="connsiteY102" fmla="*/ 601598 h 1649454"/>
                <a:gd name="connsiteX103" fmla="*/ 437916 w 1304412"/>
                <a:gd name="connsiteY103" fmla="*/ 429795 h 1649454"/>
                <a:gd name="connsiteX104" fmla="*/ 80226 w 1304412"/>
                <a:gd name="connsiteY104" fmla="*/ 429795 h 1649454"/>
                <a:gd name="connsiteX105" fmla="*/ 80226 w 1304412"/>
                <a:gd name="connsiteY105" fmla="*/ 511985 h 1649454"/>
                <a:gd name="connsiteX106" fmla="*/ 0 w 1304412"/>
                <a:gd name="connsiteY106" fmla="*/ 511985 h 1649454"/>
                <a:gd name="connsiteX107" fmla="*/ 0 w 1304412"/>
                <a:gd name="connsiteY107" fmla="*/ 384645 h 1649454"/>
                <a:gd name="connsiteX108" fmla="*/ 4361 w 1304412"/>
                <a:gd name="connsiteY108" fmla="*/ 384645 h 1649454"/>
                <a:gd name="connsiteX109" fmla="*/ 14395 w 1304412"/>
                <a:gd name="connsiteY109" fmla="*/ 360420 h 1649454"/>
                <a:gd name="connsiteX110" fmla="*/ 29909 w 1304412"/>
                <a:gd name="connsiteY110" fmla="*/ 353994 h 1649454"/>
                <a:gd name="connsiteX111" fmla="*/ 28688 w 1304412"/>
                <a:gd name="connsiteY111" fmla="*/ 351281 h 1649454"/>
                <a:gd name="connsiteX112" fmla="*/ 469995 w 1304412"/>
                <a:gd name="connsiteY112" fmla="*/ 152630 h 1649454"/>
                <a:gd name="connsiteX113" fmla="*/ 480609 w 1304412"/>
                <a:gd name="connsiteY113" fmla="*/ 60922 h 1649454"/>
                <a:gd name="connsiteX114" fmla="*/ 480425 w 1304412"/>
                <a:gd name="connsiteY114" fmla="*/ 60738 h 1649454"/>
                <a:gd name="connsiteX115" fmla="*/ 480657 w 1304412"/>
                <a:gd name="connsiteY115" fmla="*/ 60506 h 1649454"/>
                <a:gd name="connsiteX116" fmla="*/ 480698 w 1304412"/>
                <a:gd name="connsiteY116" fmla="*/ 60154 h 1649454"/>
                <a:gd name="connsiteX117" fmla="*/ 480976 w 1304412"/>
                <a:gd name="connsiteY117" fmla="*/ 60186 h 1649454"/>
                <a:gd name="connsiteX118" fmla="*/ 540064 w 1304412"/>
                <a:gd name="connsiteY118" fmla="*/ 1099 h 1649454"/>
                <a:gd name="connsiteX119" fmla="*/ 597545 w 1304412"/>
                <a:gd name="connsiteY119" fmla="*/ 58580 h 1649454"/>
                <a:gd name="connsiteX120" fmla="*/ 558154 w 1304412"/>
                <a:gd name="connsiteY120" fmla="*/ 97971 h 1649454"/>
                <a:gd name="connsiteX121" fmla="*/ 552699 w 1304412"/>
                <a:gd name="connsiteY121" fmla="*/ 145102 h 1649454"/>
                <a:gd name="connsiteX122" fmla="*/ 756227 w 1304412"/>
                <a:gd name="connsiteY122" fmla="*/ 145102 h 1649454"/>
                <a:gd name="connsiteX123" fmla="*/ 750772 w 1304412"/>
                <a:gd name="connsiteY123" fmla="*/ 97971 h 1649454"/>
                <a:gd name="connsiteX124" fmla="*/ 710282 w 1304412"/>
                <a:gd name="connsiteY124" fmla="*/ 57481 h 164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304412" h="1649454">
                  <a:moveTo>
                    <a:pt x="985625" y="1301364"/>
                  </a:moveTo>
                  <a:lnTo>
                    <a:pt x="703842" y="1420556"/>
                  </a:lnTo>
                  <a:lnTo>
                    <a:pt x="1101655" y="1588828"/>
                  </a:lnTo>
                  <a:close/>
                  <a:moveTo>
                    <a:pt x="323444" y="1301011"/>
                  </a:moveTo>
                  <a:lnTo>
                    <a:pt x="207711" y="1587741"/>
                  </a:lnTo>
                  <a:lnTo>
                    <a:pt x="604509" y="1419899"/>
                  </a:lnTo>
                  <a:close/>
                  <a:moveTo>
                    <a:pt x="653362" y="1120939"/>
                  </a:moveTo>
                  <a:lnTo>
                    <a:pt x="339012" y="1262441"/>
                  </a:lnTo>
                  <a:lnTo>
                    <a:pt x="337704" y="1265683"/>
                  </a:lnTo>
                  <a:lnTo>
                    <a:pt x="653398" y="1399219"/>
                  </a:lnTo>
                  <a:lnTo>
                    <a:pt x="970912" y="1264913"/>
                  </a:lnTo>
                  <a:lnTo>
                    <a:pt x="970404" y="1263653"/>
                  </a:lnTo>
                  <a:close/>
                  <a:moveTo>
                    <a:pt x="435679" y="1022950"/>
                  </a:moveTo>
                  <a:lnTo>
                    <a:pt x="359433" y="1211850"/>
                  </a:lnTo>
                  <a:lnTo>
                    <a:pt x="607378" y="1100239"/>
                  </a:lnTo>
                  <a:close/>
                  <a:moveTo>
                    <a:pt x="872909" y="1022111"/>
                  </a:moveTo>
                  <a:lnTo>
                    <a:pt x="701285" y="1099367"/>
                  </a:lnTo>
                  <a:lnTo>
                    <a:pt x="949123" y="1210929"/>
                  </a:lnTo>
                  <a:close/>
                  <a:moveTo>
                    <a:pt x="470493" y="855372"/>
                  </a:moveTo>
                  <a:lnTo>
                    <a:pt x="457882" y="964335"/>
                  </a:lnTo>
                  <a:lnTo>
                    <a:pt x="459134" y="964840"/>
                  </a:lnTo>
                  <a:lnTo>
                    <a:pt x="450415" y="986440"/>
                  </a:lnTo>
                  <a:lnTo>
                    <a:pt x="655300" y="1078667"/>
                  </a:lnTo>
                  <a:lnTo>
                    <a:pt x="858769" y="987077"/>
                  </a:lnTo>
                  <a:lnTo>
                    <a:pt x="849792" y="964838"/>
                  </a:lnTo>
                  <a:lnTo>
                    <a:pt x="851044" y="964333"/>
                  </a:lnTo>
                  <a:lnTo>
                    <a:pt x="838433" y="855372"/>
                  </a:lnTo>
                  <a:close/>
                  <a:moveTo>
                    <a:pt x="901899" y="696681"/>
                  </a:moveTo>
                  <a:lnTo>
                    <a:pt x="915586" y="814942"/>
                  </a:lnTo>
                  <a:lnTo>
                    <a:pt x="1164618" y="814942"/>
                  </a:lnTo>
                  <a:close/>
                  <a:moveTo>
                    <a:pt x="407147" y="695644"/>
                  </a:moveTo>
                  <a:lnTo>
                    <a:pt x="142126" y="814942"/>
                  </a:lnTo>
                  <a:lnTo>
                    <a:pt x="393340" y="814942"/>
                  </a:lnTo>
                  <a:close/>
                  <a:moveTo>
                    <a:pt x="494035" y="651969"/>
                  </a:moveTo>
                  <a:lnTo>
                    <a:pt x="475173" y="814942"/>
                  </a:lnTo>
                  <a:lnTo>
                    <a:pt x="833753" y="814942"/>
                  </a:lnTo>
                  <a:lnTo>
                    <a:pt x="815568" y="657820"/>
                  </a:lnTo>
                  <a:lnTo>
                    <a:pt x="802571" y="651969"/>
                  </a:lnTo>
                  <a:close/>
                  <a:moveTo>
                    <a:pt x="519749" y="429795"/>
                  </a:moveTo>
                  <a:lnTo>
                    <a:pt x="503444" y="570679"/>
                  </a:lnTo>
                  <a:lnTo>
                    <a:pt x="805483" y="570679"/>
                  </a:lnTo>
                  <a:lnTo>
                    <a:pt x="789177" y="429795"/>
                  </a:lnTo>
                  <a:close/>
                  <a:moveTo>
                    <a:pt x="849936" y="247711"/>
                  </a:moveTo>
                  <a:lnTo>
                    <a:pt x="866331" y="389365"/>
                  </a:lnTo>
                  <a:lnTo>
                    <a:pt x="1164621" y="389365"/>
                  </a:lnTo>
                  <a:close/>
                  <a:moveTo>
                    <a:pt x="459110" y="246675"/>
                  </a:moveTo>
                  <a:lnTo>
                    <a:pt x="142124" y="389365"/>
                  </a:lnTo>
                  <a:lnTo>
                    <a:pt x="442596" y="389365"/>
                  </a:lnTo>
                  <a:close/>
                  <a:moveTo>
                    <a:pt x="543291" y="226392"/>
                  </a:moveTo>
                  <a:lnTo>
                    <a:pt x="524429" y="389365"/>
                  </a:lnTo>
                  <a:lnTo>
                    <a:pt x="784498" y="389365"/>
                  </a:lnTo>
                  <a:lnTo>
                    <a:pt x="765636" y="226392"/>
                  </a:lnTo>
                  <a:close/>
                  <a:moveTo>
                    <a:pt x="767763" y="0"/>
                  </a:moveTo>
                  <a:lnTo>
                    <a:pt x="827948" y="60185"/>
                  </a:lnTo>
                  <a:lnTo>
                    <a:pt x="828228" y="60153"/>
                  </a:lnTo>
                  <a:lnTo>
                    <a:pt x="828269" y="60506"/>
                  </a:lnTo>
                  <a:lnTo>
                    <a:pt x="828502" y="60739"/>
                  </a:lnTo>
                  <a:lnTo>
                    <a:pt x="828317" y="60924"/>
                  </a:lnTo>
                  <a:lnTo>
                    <a:pt x="839051" y="153667"/>
                  </a:lnTo>
                  <a:lnTo>
                    <a:pt x="1278055" y="351281"/>
                  </a:lnTo>
                  <a:lnTo>
                    <a:pt x="1276834" y="353993"/>
                  </a:lnTo>
                  <a:lnTo>
                    <a:pt x="1292347" y="360418"/>
                  </a:lnTo>
                  <a:lnTo>
                    <a:pt x="1302382" y="384645"/>
                  </a:lnTo>
                  <a:lnTo>
                    <a:pt x="1304412" y="384645"/>
                  </a:lnTo>
                  <a:lnTo>
                    <a:pt x="1304412" y="511985"/>
                  </a:lnTo>
                  <a:lnTo>
                    <a:pt x="1224186" y="511985"/>
                  </a:lnTo>
                  <a:lnTo>
                    <a:pt x="1224186" y="429795"/>
                  </a:lnTo>
                  <a:lnTo>
                    <a:pt x="871010" y="429795"/>
                  </a:lnTo>
                  <a:lnTo>
                    <a:pt x="891014" y="602635"/>
                  </a:lnTo>
                  <a:lnTo>
                    <a:pt x="1278055" y="776859"/>
                  </a:lnTo>
                  <a:lnTo>
                    <a:pt x="1276834" y="779572"/>
                  </a:lnTo>
                  <a:lnTo>
                    <a:pt x="1292348" y="785998"/>
                  </a:lnTo>
                  <a:lnTo>
                    <a:pt x="1302382" y="810222"/>
                  </a:lnTo>
                  <a:lnTo>
                    <a:pt x="1304412" y="810222"/>
                  </a:lnTo>
                  <a:lnTo>
                    <a:pt x="1304412" y="937562"/>
                  </a:lnTo>
                  <a:lnTo>
                    <a:pt x="1224186" y="937562"/>
                  </a:lnTo>
                  <a:lnTo>
                    <a:pt x="1224186" y="855372"/>
                  </a:lnTo>
                  <a:lnTo>
                    <a:pt x="920265" y="855372"/>
                  </a:lnTo>
                  <a:lnTo>
                    <a:pt x="931118" y="949140"/>
                  </a:lnTo>
                  <a:lnTo>
                    <a:pt x="1189282" y="1588742"/>
                  </a:lnTo>
                  <a:lnTo>
                    <a:pt x="1186744" y="1589767"/>
                  </a:lnTo>
                  <a:lnTo>
                    <a:pt x="1194617" y="1608773"/>
                  </a:lnTo>
                  <a:cubicBezTo>
                    <a:pt x="1194617" y="1631240"/>
                    <a:pt x="1176403" y="1649454"/>
                    <a:pt x="1153936" y="1649454"/>
                  </a:cubicBezTo>
                  <a:lnTo>
                    <a:pt x="1145844" y="1646102"/>
                  </a:lnTo>
                  <a:lnTo>
                    <a:pt x="1144848" y="1648458"/>
                  </a:lnTo>
                  <a:lnTo>
                    <a:pt x="654952" y="1441236"/>
                  </a:lnTo>
                  <a:lnTo>
                    <a:pt x="165058" y="1648457"/>
                  </a:lnTo>
                  <a:lnTo>
                    <a:pt x="163973" y="1645890"/>
                  </a:lnTo>
                  <a:lnTo>
                    <a:pt x="155368" y="1649454"/>
                  </a:lnTo>
                  <a:cubicBezTo>
                    <a:pt x="132901" y="1649454"/>
                    <a:pt x="114687" y="1631240"/>
                    <a:pt x="114687" y="1608773"/>
                  </a:cubicBezTo>
                  <a:lnTo>
                    <a:pt x="122505" y="1589899"/>
                  </a:lnTo>
                  <a:lnTo>
                    <a:pt x="119644" y="1588744"/>
                  </a:lnTo>
                  <a:lnTo>
                    <a:pt x="377808" y="949142"/>
                  </a:lnTo>
                  <a:lnTo>
                    <a:pt x="388661" y="855372"/>
                  </a:lnTo>
                  <a:lnTo>
                    <a:pt x="80226" y="855372"/>
                  </a:lnTo>
                  <a:lnTo>
                    <a:pt x="80226" y="937562"/>
                  </a:lnTo>
                  <a:lnTo>
                    <a:pt x="0" y="937562"/>
                  </a:lnTo>
                  <a:lnTo>
                    <a:pt x="0" y="810222"/>
                  </a:lnTo>
                  <a:lnTo>
                    <a:pt x="4361" y="810222"/>
                  </a:lnTo>
                  <a:lnTo>
                    <a:pt x="14395" y="785998"/>
                  </a:lnTo>
                  <a:lnTo>
                    <a:pt x="29909" y="779571"/>
                  </a:lnTo>
                  <a:lnTo>
                    <a:pt x="28688" y="776859"/>
                  </a:lnTo>
                  <a:lnTo>
                    <a:pt x="418032" y="601598"/>
                  </a:lnTo>
                  <a:lnTo>
                    <a:pt x="437916" y="429795"/>
                  </a:lnTo>
                  <a:lnTo>
                    <a:pt x="80226" y="429795"/>
                  </a:lnTo>
                  <a:lnTo>
                    <a:pt x="80226" y="511985"/>
                  </a:lnTo>
                  <a:lnTo>
                    <a:pt x="0" y="511985"/>
                  </a:lnTo>
                  <a:lnTo>
                    <a:pt x="0" y="384645"/>
                  </a:lnTo>
                  <a:lnTo>
                    <a:pt x="4361" y="384645"/>
                  </a:lnTo>
                  <a:lnTo>
                    <a:pt x="14395" y="360420"/>
                  </a:lnTo>
                  <a:lnTo>
                    <a:pt x="29909" y="353994"/>
                  </a:lnTo>
                  <a:lnTo>
                    <a:pt x="28688" y="351281"/>
                  </a:lnTo>
                  <a:lnTo>
                    <a:pt x="469995" y="152630"/>
                  </a:lnTo>
                  <a:lnTo>
                    <a:pt x="480609" y="60922"/>
                  </a:lnTo>
                  <a:lnTo>
                    <a:pt x="480425" y="60738"/>
                  </a:lnTo>
                  <a:lnTo>
                    <a:pt x="480657" y="60506"/>
                  </a:lnTo>
                  <a:lnTo>
                    <a:pt x="480698" y="60154"/>
                  </a:lnTo>
                  <a:lnTo>
                    <a:pt x="480976" y="60186"/>
                  </a:lnTo>
                  <a:lnTo>
                    <a:pt x="540064" y="1099"/>
                  </a:lnTo>
                  <a:lnTo>
                    <a:pt x="597545" y="58580"/>
                  </a:lnTo>
                  <a:lnTo>
                    <a:pt x="558154" y="97971"/>
                  </a:lnTo>
                  <a:lnTo>
                    <a:pt x="552699" y="145102"/>
                  </a:lnTo>
                  <a:lnTo>
                    <a:pt x="756227" y="145102"/>
                  </a:lnTo>
                  <a:lnTo>
                    <a:pt x="750772" y="97971"/>
                  </a:lnTo>
                  <a:lnTo>
                    <a:pt x="710282" y="5748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113" name="Freeform: Shape 2112">
              <a:extLst>
                <a:ext uri="{FF2B5EF4-FFF2-40B4-BE49-F238E27FC236}">
                  <a16:creationId xmlns:a16="http://schemas.microsoft.com/office/drawing/2014/main" id="{42F62EE9-FB38-FD23-9262-78836A71EE77}"/>
                </a:ext>
                <a:ext uri="{C183D7F6-B498-43B3-948B-1728B52AA6E4}">
                  <adec:decorative xmlns:adec="http://schemas.microsoft.com/office/drawing/2017/decorative" val="1"/>
                </a:ext>
              </a:extLst>
            </p:cNvPr>
            <p:cNvSpPr/>
            <p:nvPr/>
          </p:nvSpPr>
          <p:spPr>
            <a:xfrm>
              <a:off x="784779" y="4343071"/>
              <a:ext cx="44138" cy="44137"/>
            </a:xfrm>
            <a:custGeom>
              <a:avLst/>
              <a:gdLst>
                <a:gd name="connsiteX0" fmla="*/ 303096 w 606191"/>
                <a:gd name="connsiteY0" fmla="*/ 0 h 606189"/>
                <a:gd name="connsiteX1" fmla="*/ 606191 w 606191"/>
                <a:gd name="connsiteY1" fmla="*/ 303095 h 606189"/>
                <a:gd name="connsiteX2" fmla="*/ 303096 w 606191"/>
                <a:gd name="connsiteY2" fmla="*/ 606189 h 606189"/>
                <a:gd name="connsiteX3" fmla="*/ 0 w 606191"/>
                <a:gd name="connsiteY3" fmla="*/ 303095 h 606189"/>
              </a:gdLst>
              <a:ahLst/>
              <a:cxnLst>
                <a:cxn ang="0">
                  <a:pos x="connsiteX0" y="connsiteY0"/>
                </a:cxn>
                <a:cxn ang="0">
                  <a:pos x="connsiteX1" y="connsiteY1"/>
                </a:cxn>
                <a:cxn ang="0">
                  <a:pos x="connsiteX2" y="connsiteY2"/>
                </a:cxn>
                <a:cxn ang="0">
                  <a:pos x="connsiteX3" y="connsiteY3"/>
                </a:cxn>
              </a:cxnLst>
              <a:rect l="l" t="t" r="r" b="b"/>
              <a:pathLst>
                <a:path w="606191" h="606189">
                  <a:moveTo>
                    <a:pt x="303096" y="0"/>
                  </a:moveTo>
                  <a:lnTo>
                    <a:pt x="606191" y="303095"/>
                  </a:lnTo>
                  <a:lnTo>
                    <a:pt x="303096" y="606189"/>
                  </a:lnTo>
                  <a:lnTo>
                    <a:pt x="0" y="30309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58" name="Group 157">
            <a:extLst>
              <a:ext uri="{FF2B5EF4-FFF2-40B4-BE49-F238E27FC236}">
                <a16:creationId xmlns:a16="http://schemas.microsoft.com/office/drawing/2014/main" id="{8582B272-CC3A-5D90-5EAA-537BF0CCCF7B}"/>
              </a:ext>
              <a:ext uri="{C183D7F6-B498-43B3-948B-1728B52AA6E4}">
                <adec:decorative xmlns:adec="http://schemas.microsoft.com/office/drawing/2017/decorative" val="1"/>
              </a:ext>
            </a:extLst>
          </p:cNvPr>
          <p:cNvGrpSpPr>
            <a:grpSpLocks noChangeAspect="1"/>
          </p:cNvGrpSpPr>
          <p:nvPr/>
        </p:nvGrpSpPr>
        <p:grpSpPr>
          <a:xfrm>
            <a:off x="1040221" y="4343071"/>
            <a:ext cx="439874" cy="457200"/>
            <a:chOff x="1040221" y="4343071"/>
            <a:chExt cx="439874" cy="457200"/>
          </a:xfrm>
          <a:solidFill>
            <a:srgbClr val="FF0000"/>
          </a:solidFill>
        </p:grpSpPr>
        <p:sp>
          <p:nvSpPr>
            <p:cNvPr id="2116" name="Freeform: Shape 2115">
              <a:extLst>
                <a:ext uri="{FF2B5EF4-FFF2-40B4-BE49-F238E27FC236}">
                  <a16:creationId xmlns:a16="http://schemas.microsoft.com/office/drawing/2014/main" id="{D2DB9A2B-1BE3-3F97-FD54-F7039D98F600}"/>
                </a:ext>
                <a:ext uri="{C183D7F6-B498-43B3-948B-1728B52AA6E4}">
                  <adec:decorative xmlns:adec="http://schemas.microsoft.com/office/drawing/2017/decorative" val="1"/>
                </a:ext>
              </a:extLst>
            </p:cNvPr>
            <p:cNvSpPr/>
            <p:nvPr/>
          </p:nvSpPr>
          <p:spPr>
            <a:xfrm flipH="1">
              <a:off x="1040221" y="4343071"/>
              <a:ext cx="435621" cy="412221"/>
            </a:xfrm>
            <a:custGeom>
              <a:avLst/>
              <a:gdLst>
                <a:gd name="connsiteX0" fmla="*/ 487469 w 1627308"/>
                <a:gd name="connsiteY0" fmla="*/ 668925 h 1539894"/>
                <a:gd name="connsiteX1" fmla="*/ 492577 w 1627308"/>
                <a:gd name="connsiteY1" fmla="*/ 668982 h 1539894"/>
                <a:gd name="connsiteX2" fmla="*/ 495144 w 1627308"/>
                <a:gd name="connsiteY2" fmla="*/ 669089 h 1539894"/>
                <a:gd name="connsiteX3" fmla="*/ 495657 w 1627308"/>
                <a:gd name="connsiteY3" fmla="*/ 668956 h 1539894"/>
                <a:gd name="connsiteX4" fmla="*/ 501766 w 1627308"/>
                <a:gd name="connsiteY4" fmla="*/ 669085 h 1539894"/>
                <a:gd name="connsiteX5" fmla="*/ 505906 w 1627308"/>
                <a:gd name="connsiteY5" fmla="*/ 669717 h 1539894"/>
                <a:gd name="connsiteX6" fmla="*/ 511125 w 1627308"/>
                <a:gd name="connsiteY6" fmla="*/ 670114 h 1539894"/>
                <a:gd name="connsiteX7" fmla="*/ 648885 w 1627308"/>
                <a:gd name="connsiteY7" fmla="*/ 727457 h 1539894"/>
                <a:gd name="connsiteX8" fmla="*/ 705581 w 1627308"/>
                <a:gd name="connsiteY8" fmla="*/ 854814 h 1539894"/>
                <a:gd name="connsiteX9" fmla="*/ 705776 w 1627308"/>
                <a:gd name="connsiteY9" fmla="*/ 856684 h 1539894"/>
                <a:gd name="connsiteX10" fmla="*/ 705834 w 1627308"/>
                <a:gd name="connsiteY10" fmla="*/ 857061 h 1539894"/>
                <a:gd name="connsiteX11" fmla="*/ 707004 w 1627308"/>
                <a:gd name="connsiteY11" fmla="*/ 867021 h 1539894"/>
                <a:gd name="connsiteX12" fmla="*/ 707522 w 1627308"/>
                <a:gd name="connsiteY12" fmla="*/ 872991 h 1539894"/>
                <a:gd name="connsiteX13" fmla="*/ 708035 w 1627308"/>
                <a:gd name="connsiteY13" fmla="*/ 877511 h 1539894"/>
                <a:gd name="connsiteX14" fmla="*/ 707958 w 1627308"/>
                <a:gd name="connsiteY14" fmla="*/ 879181 h 1539894"/>
                <a:gd name="connsiteX15" fmla="*/ 708164 w 1627308"/>
                <a:gd name="connsiteY15" fmla="*/ 882699 h 1539894"/>
                <a:gd name="connsiteX16" fmla="*/ 708372 w 1627308"/>
                <a:gd name="connsiteY16" fmla="*/ 892491 h 1539894"/>
                <a:gd name="connsiteX17" fmla="*/ 701470 w 1627308"/>
                <a:gd name="connsiteY17" fmla="*/ 892460 h 1539894"/>
                <a:gd name="connsiteX18" fmla="*/ 698904 w 1627308"/>
                <a:gd name="connsiteY18" fmla="*/ 892353 h 1539894"/>
                <a:gd name="connsiteX19" fmla="*/ 698391 w 1627308"/>
                <a:gd name="connsiteY19" fmla="*/ 892484 h 1539894"/>
                <a:gd name="connsiteX20" fmla="*/ 692284 w 1627308"/>
                <a:gd name="connsiteY20" fmla="*/ 892355 h 1539894"/>
                <a:gd name="connsiteX21" fmla="*/ 688142 w 1627308"/>
                <a:gd name="connsiteY21" fmla="*/ 891723 h 1539894"/>
                <a:gd name="connsiteX22" fmla="*/ 682925 w 1627308"/>
                <a:gd name="connsiteY22" fmla="*/ 891328 h 1539894"/>
                <a:gd name="connsiteX23" fmla="*/ 545163 w 1627308"/>
                <a:gd name="connsiteY23" fmla="*/ 833985 h 1539894"/>
                <a:gd name="connsiteX24" fmla="*/ 488468 w 1627308"/>
                <a:gd name="connsiteY24" fmla="*/ 706628 h 1539894"/>
                <a:gd name="connsiteX25" fmla="*/ 488273 w 1627308"/>
                <a:gd name="connsiteY25" fmla="*/ 704758 h 1539894"/>
                <a:gd name="connsiteX26" fmla="*/ 488216 w 1627308"/>
                <a:gd name="connsiteY26" fmla="*/ 704380 h 1539894"/>
                <a:gd name="connsiteX27" fmla="*/ 487044 w 1627308"/>
                <a:gd name="connsiteY27" fmla="*/ 694421 h 1539894"/>
                <a:gd name="connsiteX28" fmla="*/ 486528 w 1627308"/>
                <a:gd name="connsiteY28" fmla="*/ 688450 h 1539894"/>
                <a:gd name="connsiteX29" fmla="*/ 486013 w 1627308"/>
                <a:gd name="connsiteY29" fmla="*/ 683929 h 1539894"/>
                <a:gd name="connsiteX30" fmla="*/ 486090 w 1627308"/>
                <a:gd name="connsiteY30" fmla="*/ 682259 h 1539894"/>
                <a:gd name="connsiteX31" fmla="*/ 485884 w 1627308"/>
                <a:gd name="connsiteY31" fmla="*/ 678743 h 1539894"/>
                <a:gd name="connsiteX32" fmla="*/ 485676 w 1627308"/>
                <a:gd name="connsiteY32" fmla="*/ 668949 h 1539894"/>
                <a:gd name="connsiteX33" fmla="*/ 487469 w 1627308"/>
                <a:gd name="connsiteY33" fmla="*/ 668925 h 1539894"/>
                <a:gd name="connsiteX34" fmla="*/ 1286672 w 1627308"/>
                <a:gd name="connsiteY34" fmla="*/ 495211 h 1539894"/>
                <a:gd name="connsiteX35" fmla="*/ 1296545 w 1627308"/>
                <a:gd name="connsiteY35" fmla="*/ 495421 h 1539894"/>
                <a:gd name="connsiteX36" fmla="*/ 1295851 w 1627308"/>
                <a:gd name="connsiteY36" fmla="*/ 531824 h 1539894"/>
                <a:gd name="connsiteX37" fmla="*/ 1294979 w 1627308"/>
                <a:gd name="connsiteY37" fmla="*/ 542257 h 1539894"/>
                <a:gd name="connsiteX38" fmla="*/ 1294605 w 1627308"/>
                <a:gd name="connsiteY38" fmla="*/ 547421 h 1539894"/>
                <a:gd name="connsiteX39" fmla="*/ 1257270 w 1627308"/>
                <a:gd name="connsiteY39" fmla="*/ 677491 h 1539894"/>
                <a:gd name="connsiteX40" fmla="*/ 1250171 w 1627308"/>
                <a:gd name="connsiteY40" fmla="*/ 688675 h 1539894"/>
                <a:gd name="connsiteX41" fmla="*/ 1247879 w 1627308"/>
                <a:gd name="connsiteY41" fmla="*/ 692629 h 1539894"/>
                <a:gd name="connsiteX42" fmla="*/ 1245795 w 1627308"/>
                <a:gd name="connsiteY42" fmla="*/ 695568 h 1539894"/>
                <a:gd name="connsiteX43" fmla="*/ 1240644 w 1627308"/>
                <a:gd name="connsiteY43" fmla="*/ 703686 h 1539894"/>
                <a:gd name="connsiteX44" fmla="*/ 1237124 w 1627308"/>
                <a:gd name="connsiteY44" fmla="*/ 707795 h 1539894"/>
                <a:gd name="connsiteX45" fmla="*/ 1235166 w 1627308"/>
                <a:gd name="connsiteY45" fmla="*/ 710560 h 1539894"/>
                <a:gd name="connsiteX46" fmla="*/ 1220434 w 1627308"/>
                <a:gd name="connsiteY46" fmla="*/ 727402 h 1539894"/>
                <a:gd name="connsiteX47" fmla="*/ 1220079 w 1627308"/>
                <a:gd name="connsiteY47" fmla="*/ 727709 h 1539894"/>
                <a:gd name="connsiteX48" fmla="*/ 1219924 w 1627308"/>
                <a:gd name="connsiteY48" fmla="*/ 727890 h 1539894"/>
                <a:gd name="connsiteX49" fmla="*/ 1146210 w 1627308"/>
                <a:gd name="connsiteY49" fmla="*/ 776226 h 1539894"/>
                <a:gd name="connsiteX50" fmla="*/ 1146037 w 1627308"/>
                <a:gd name="connsiteY50" fmla="*/ 776291 h 1539894"/>
                <a:gd name="connsiteX51" fmla="*/ 1145663 w 1627308"/>
                <a:gd name="connsiteY51" fmla="*/ 776473 h 1539894"/>
                <a:gd name="connsiteX52" fmla="*/ 1044949 w 1627308"/>
                <a:gd name="connsiteY52" fmla="*/ 801619 h 1539894"/>
                <a:gd name="connsiteX53" fmla="*/ 1034340 w 1627308"/>
                <a:gd name="connsiteY53" fmla="*/ 802442 h 1539894"/>
                <a:gd name="connsiteX54" fmla="*/ 1026645 w 1627308"/>
                <a:gd name="connsiteY54" fmla="*/ 803136 h 1539894"/>
                <a:gd name="connsiteX55" fmla="*/ 990313 w 1627308"/>
                <a:gd name="connsiteY55" fmla="*/ 803824 h 1539894"/>
                <a:gd name="connsiteX56" fmla="*/ 991007 w 1627308"/>
                <a:gd name="connsiteY56" fmla="*/ 767421 h 1539894"/>
                <a:gd name="connsiteX57" fmla="*/ 991878 w 1627308"/>
                <a:gd name="connsiteY57" fmla="*/ 756988 h 1539894"/>
                <a:gd name="connsiteX58" fmla="*/ 992253 w 1627308"/>
                <a:gd name="connsiteY58" fmla="*/ 751824 h 1539894"/>
                <a:gd name="connsiteX59" fmla="*/ 1029588 w 1627308"/>
                <a:gd name="connsiteY59" fmla="*/ 621754 h 1539894"/>
                <a:gd name="connsiteX60" fmla="*/ 1036687 w 1627308"/>
                <a:gd name="connsiteY60" fmla="*/ 610570 h 1539894"/>
                <a:gd name="connsiteX61" fmla="*/ 1038979 w 1627308"/>
                <a:gd name="connsiteY61" fmla="*/ 606615 h 1539894"/>
                <a:gd name="connsiteX62" fmla="*/ 1041063 w 1627308"/>
                <a:gd name="connsiteY62" fmla="*/ 603677 h 1539894"/>
                <a:gd name="connsiteX63" fmla="*/ 1046214 w 1627308"/>
                <a:gd name="connsiteY63" fmla="*/ 595560 h 1539894"/>
                <a:gd name="connsiteX64" fmla="*/ 1049734 w 1627308"/>
                <a:gd name="connsiteY64" fmla="*/ 591450 h 1539894"/>
                <a:gd name="connsiteX65" fmla="*/ 1051693 w 1627308"/>
                <a:gd name="connsiteY65" fmla="*/ 588686 h 1539894"/>
                <a:gd name="connsiteX66" fmla="*/ 1066424 w 1627308"/>
                <a:gd name="connsiteY66" fmla="*/ 571843 h 1539894"/>
                <a:gd name="connsiteX67" fmla="*/ 1066780 w 1627308"/>
                <a:gd name="connsiteY67" fmla="*/ 571536 h 1539894"/>
                <a:gd name="connsiteX68" fmla="*/ 1066934 w 1627308"/>
                <a:gd name="connsiteY68" fmla="*/ 571355 h 1539894"/>
                <a:gd name="connsiteX69" fmla="*/ 1140648 w 1627308"/>
                <a:gd name="connsiteY69" fmla="*/ 523019 h 1539894"/>
                <a:gd name="connsiteX70" fmla="*/ 1140822 w 1627308"/>
                <a:gd name="connsiteY70" fmla="*/ 522954 h 1539894"/>
                <a:gd name="connsiteX71" fmla="*/ 1141195 w 1627308"/>
                <a:gd name="connsiteY71" fmla="*/ 522772 h 1539894"/>
                <a:gd name="connsiteX72" fmla="*/ 1241909 w 1627308"/>
                <a:gd name="connsiteY72" fmla="*/ 497628 h 1539894"/>
                <a:gd name="connsiteX73" fmla="*/ 1252519 w 1627308"/>
                <a:gd name="connsiteY73" fmla="*/ 496803 h 1539894"/>
                <a:gd name="connsiteX74" fmla="*/ 1260214 w 1627308"/>
                <a:gd name="connsiteY74" fmla="*/ 496109 h 1539894"/>
                <a:gd name="connsiteX75" fmla="*/ 1286672 w 1627308"/>
                <a:gd name="connsiteY75" fmla="*/ 495211 h 1539894"/>
                <a:gd name="connsiteX76" fmla="*/ 1316294 w 1627308"/>
                <a:gd name="connsiteY76" fmla="*/ 411262 h 1539894"/>
                <a:gd name="connsiteX77" fmla="*/ 1008005 w 1627308"/>
                <a:gd name="connsiteY77" fmla="*/ 511356 h 1539894"/>
                <a:gd name="connsiteX78" fmla="*/ 907326 w 1627308"/>
                <a:gd name="connsiteY78" fmla="*/ 830824 h 1539894"/>
                <a:gd name="connsiteX79" fmla="*/ 808582 w 1627308"/>
                <a:gd name="connsiteY79" fmla="*/ 952803 h 1539894"/>
                <a:gd name="connsiteX80" fmla="*/ 793092 w 1627308"/>
                <a:gd name="connsiteY80" fmla="*/ 929568 h 1539894"/>
                <a:gd name="connsiteX81" fmla="*/ 709838 w 1627308"/>
                <a:gd name="connsiteY81" fmla="*/ 668185 h 1539894"/>
                <a:gd name="connsiteX82" fmla="*/ 405859 w 1627308"/>
                <a:gd name="connsiteY82" fmla="*/ 588802 h 1539894"/>
                <a:gd name="connsiteX83" fmla="*/ 485241 w 1627308"/>
                <a:gd name="connsiteY83" fmla="*/ 892782 h 1539894"/>
                <a:gd name="connsiteX84" fmla="*/ 727262 w 1627308"/>
                <a:gd name="connsiteY84" fmla="*/ 976036 h 1539894"/>
                <a:gd name="connsiteX85" fmla="*/ 752191 w 1627308"/>
                <a:gd name="connsiteY85" fmla="*/ 1013550 h 1539894"/>
                <a:gd name="connsiteX86" fmla="*/ 766182 w 1627308"/>
                <a:gd name="connsiteY86" fmla="*/ 1046711 h 1539894"/>
                <a:gd name="connsiteX87" fmla="*/ 858906 w 1627308"/>
                <a:gd name="connsiteY87" fmla="*/ 1046711 h 1539894"/>
                <a:gd name="connsiteX88" fmla="*/ 859647 w 1627308"/>
                <a:gd name="connsiteY88" fmla="*/ 1040897 h 1539894"/>
                <a:gd name="connsiteX89" fmla="*/ 876346 w 1627308"/>
                <a:gd name="connsiteY89" fmla="*/ 995398 h 1539894"/>
                <a:gd name="connsiteX90" fmla="*/ 967347 w 1627308"/>
                <a:gd name="connsiteY90" fmla="*/ 886974 h 1539894"/>
                <a:gd name="connsiteX91" fmla="*/ 1279069 w 1627308"/>
                <a:gd name="connsiteY91" fmla="*/ 786293 h 1539894"/>
                <a:gd name="connsiteX92" fmla="*/ 1375877 w 1627308"/>
                <a:gd name="connsiteY92" fmla="*/ 414547 h 1539894"/>
                <a:gd name="connsiteX93" fmla="*/ 1316294 w 1627308"/>
                <a:gd name="connsiteY93" fmla="*/ 411262 h 1539894"/>
                <a:gd name="connsiteX94" fmla="*/ 813653 w 1627308"/>
                <a:gd name="connsiteY94" fmla="*/ 0 h 1539894"/>
                <a:gd name="connsiteX95" fmla="*/ 0 w 1627308"/>
                <a:gd name="connsiteY95" fmla="*/ 813656 h 1539894"/>
                <a:gd name="connsiteX96" fmla="*/ 70861 w 1627308"/>
                <a:gd name="connsiteY96" fmla="*/ 1146250 h 1539894"/>
                <a:gd name="connsiteX97" fmla="*/ 83311 w 1627308"/>
                <a:gd name="connsiteY97" fmla="*/ 1171648 h 1539894"/>
                <a:gd name="connsiteX98" fmla="*/ 91387 w 1627308"/>
                <a:gd name="connsiteY98" fmla="*/ 1154249 h 1539894"/>
                <a:gd name="connsiteX99" fmla="*/ 121837 w 1627308"/>
                <a:gd name="connsiteY99" fmla="*/ 1108195 h 1539894"/>
                <a:gd name="connsiteX100" fmla="*/ 132134 w 1627308"/>
                <a:gd name="connsiteY100" fmla="*/ 1096805 h 1539894"/>
                <a:gd name="connsiteX101" fmla="*/ 130000 w 1627308"/>
                <a:gd name="connsiteY101" fmla="*/ 1092089 h 1539894"/>
                <a:gd name="connsiteX102" fmla="*/ 75669 w 1627308"/>
                <a:gd name="connsiteY102" fmla="*/ 813656 h 1539894"/>
                <a:gd name="connsiteX103" fmla="*/ 813653 w 1627308"/>
                <a:gd name="connsiteY103" fmla="*/ 75669 h 1539894"/>
                <a:gd name="connsiteX104" fmla="*/ 1551637 w 1627308"/>
                <a:gd name="connsiteY104" fmla="*/ 813656 h 1539894"/>
                <a:gd name="connsiteX105" fmla="*/ 1207669 w 1627308"/>
                <a:gd name="connsiteY105" fmla="*/ 1437766 h 1539894"/>
                <a:gd name="connsiteX106" fmla="*/ 1184920 w 1627308"/>
                <a:gd name="connsiteY106" fmla="*/ 1451123 h 1539894"/>
                <a:gd name="connsiteX107" fmla="*/ 1170877 w 1627308"/>
                <a:gd name="connsiteY107" fmla="*/ 1456263 h 1539894"/>
                <a:gd name="connsiteX108" fmla="*/ 1097135 w 1627308"/>
                <a:gd name="connsiteY108" fmla="*/ 1467411 h 1539894"/>
                <a:gd name="connsiteX109" fmla="*/ 876281 w 1627308"/>
                <a:gd name="connsiteY109" fmla="*/ 1332323 h 1539894"/>
                <a:gd name="connsiteX110" fmla="*/ 862128 w 1627308"/>
                <a:gd name="connsiteY110" fmla="*/ 1284388 h 1539894"/>
                <a:gd name="connsiteX111" fmla="*/ 787830 w 1627308"/>
                <a:gd name="connsiteY111" fmla="*/ 1284388 h 1539894"/>
                <a:gd name="connsiteX112" fmla="*/ 811728 w 1627308"/>
                <a:gd name="connsiteY112" fmla="*/ 1365320 h 1539894"/>
                <a:gd name="connsiteX113" fmla="*/ 1097135 w 1627308"/>
                <a:gd name="connsiteY113" fmla="*/ 1539894 h 1539894"/>
                <a:gd name="connsiteX114" fmla="*/ 1249887 w 1627308"/>
                <a:gd name="connsiteY114" fmla="*/ 1501215 h 1539894"/>
                <a:gd name="connsiteX115" fmla="*/ 1269137 w 1627308"/>
                <a:gd name="connsiteY115" fmla="*/ 1489522 h 1539894"/>
                <a:gd name="connsiteX116" fmla="*/ 1266650 w 1627308"/>
                <a:gd name="connsiteY116" fmla="*/ 1489522 h 1539894"/>
                <a:gd name="connsiteX117" fmla="*/ 1268575 w 1627308"/>
                <a:gd name="connsiteY117" fmla="*/ 1488352 h 1539894"/>
                <a:gd name="connsiteX118" fmla="*/ 1627308 w 1627308"/>
                <a:gd name="connsiteY118" fmla="*/ 813656 h 1539894"/>
                <a:gd name="connsiteX119" fmla="*/ 813653 w 1627308"/>
                <a:gd name="connsiteY119" fmla="*/ 0 h 153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627308" h="1539894">
                  <a:moveTo>
                    <a:pt x="487469" y="668925"/>
                  </a:moveTo>
                  <a:cubicBezTo>
                    <a:pt x="488641" y="668920"/>
                    <a:pt x="490368" y="668929"/>
                    <a:pt x="492577" y="668982"/>
                  </a:cubicBezTo>
                  <a:lnTo>
                    <a:pt x="495144" y="669089"/>
                  </a:lnTo>
                  <a:lnTo>
                    <a:pt x="495657" y="668956"/>
                  </a:lnTo>
                  <a:cubicBezTo>
                    <a:pt x="497436" y="668798"/>
                    <a:pt x="499468" y="668855"/>
                    <a:pt x="501766" y="669085"/>
                  </a:cubicBezTo>
                  <a:lnTo>
                    <a:pt x="505906" y="669717"/>
                  </a:lnTo>
                  <a:lnTo>
                    <a:pt x="511125" y="670114"/>
                  </a:lnTo>
                  <a:cubicBezTo>
                    <a:pt x="545279" y="673340"/>
                    <a:pt x="606545" y="685115"/>
                    <a:pt x="648885" y="727457"/>
                  </a:cubicBezTo>
                  <a:cubicBezTo>
                    <a:pt x="687098" y="765670"/>
                    <a:pt x="700983" y="819636"/>
                    <a:pt x="705581" y="854814"/>
                  </a:cubicBezTo>
                  <a:lnTo>
                    <a:pt x="705776" y="856684"/>
                  </a:lnTo>
                  <a:lnTo>
                    <a:pt x="705834" y="857061"/>
                  </a:lnTo>
                  <a:cubicBezTo>
                    <a:pt x="706305" y="860581"/>
                    <a:pt x="706690" y="863914"/>
                    <a:pt x="707004" y="867021"/>
                  </a:cubicBezTo>
                  <a:lnTo>
                    <a:pt x="707522" y="872991"/>
                  </a:lnTo>
                  <a:lnTo>
                    <a:pt x="708035" y="877511"/>
                  </a:lnTo>
                  <a:lnTo>
                    <a:pt x="707958" y="879181"/>
                  </a:lnTo>
                  <a:lnTo>
                    <a:pt x="708164" y="882699"/>
                  </a:lnTo>
                  <a:cubicBezTo>
                    <a:pt x="708446" y="888916"/>
                    <a:pt x="708372" y="892491"/>
                    <a:pt x="708372" y="892491"/>
                  </a:cubicBezTo>
                  <a:cubicBezTo>
                    <a:pt x="708372" y="892491"/>
                    <a:pt x="705892" y="892566"/>
                    <a:pt x="701470" y="892460"/>
                  </a:cubicBezTo>
                  <a:lnTo>
                    <a:pt x="698904" y="892353"/>
                  </a:lnTo>
                  <a:lnTo>
                    <a:pt x="698391" y="892484"/>
                  </a:lnTo>
                  <a:cubicBezTo>
                    <a:pt x="696614" y="892644"/>
                    <a:pt x="694582" y="892587"/>
                    <a:pt x="692284" y="892355"/>
                  </a:cubicBezTo>
                  <a:lnTo>
                    <a:pt x="688142" y="891723"/>
                  </a:lnTo>
                  <a:lnTo>
                    <a:pt x="682925" y="891328"/>
                  </a:lnTo>
                  <a:cubicBezTo>
                    <a:pt x="648769" y="888102"/>
                    <a:pt x="587505" y="876327"/>
                    <a:pt x="545163" y="833985"/>
                  </a:cubicBezTo>
                  <a:cubicBezTo>
                    <a:pt x="506952" y="795772"/>
                    <a:pt x="493065" y="741805"/>
                    <a:pt x="488468" y="706628"/>
                  </a:cubicBezTo>
                  <a:lnTo>
                    <a:pt x="488273" y="704758"/>
                  </a:lnTo>
                  <a:lnTo>
                    <a:pt x="488216" y="704380"/>
                  </a:lnTo>
                  <a:cubicBezTo>
                    <a:pt x="487743" y="700859"/>
                    <a:pt x="487358" y="697528"/>
                    <a:pt x="487044" y="694421"/>
                  </a:cubicBezTo>
                  <a:lnTo>
                    <a:pt x="486528" y="688450"/>
                  </a:lnTo>
                  <a:lnTo>
                    <a:pt x="486013" y="683929"/>
                  </a:lnTo>
                  <a:lnTo>
                    <a:pt x="486090" y="682259"/>
                  </a:lnTo>
                  <a:lnTo>
                    <a:pt x="485884" y="678743"/>
                  </a:lnTo>
                  <a:cubicBezTo>
                    <a:pt x="485602" y="672526"/>
                    <a:pt x="485676" y="668949"/>
                    <a:pt x="485676" y="668949"/>
                  </a:cubicBezTo>
                  <a:cubicBezTo>
                    <a:pt x="485676" y="668949"/>
                    <a:pt x="486296" y="668931"/>
                    <a:pt x="487469" y="668925"/>
                  </a:cubicBezTo>
                  <a:close/>
                  <a:moveTo>
                    <a:pt x="1286672" y="495211"/>
                  </a:moveTo>
                  <a:cubicBezTo>
                    <a:pt x="1292991" y="495224"/>
                    <a:pt x="1296545" y="495421"/>
                    <a:pt x="1296545" y="495421"/>
                  </a:cubicBezTo>
                  <a:cubicBezTo>
                    <a:pt x="1296545" y="495421"/>
                    <a:pt x="1297335" y="509639"/>
                    <a:pt x="1295851" y="531824"/>
                  </a:cubicBezTo>
                  <a:lnTo>
                    <a:pt x="1294979" y="542257"/>
                  </a:lnTo>
                  <a:lnTo>
                    <a:pt x="1294605" y="547421"/>
                  </a:lnTo>
                  <a:cubicBezTo>
                    <a:pt x="1291162" y="583204"/>
                    <a:pt x="1281816" y="632663"/>
                    <a:pt x="1257270" y="677491"/>
                  </a:cubicBezTo>
                  <a:lnTo>
                    <a:pt x="1250171" y="688675"/>
                  </a:lnTo>
                  <a:lnTo>
                    <a:pt x="1247879" y="692629"/>
                  </a:lnTo>
                  <a:lnTo>
                    <a:pt x="1245795" y="695568"/>
                  </a:lnTo>
                  <a:lnTo>
                    <a:pt x="1240644" y="703686"/>
                  </a:lnTo>
                  <a:lnTo>
                    <a:pt x="1237124" y="707795"/>
                  </a:lnTo>
                  <a:lnTo>
                    <a:pt x="1235166" y="710560"/>
                  </a:lnTo>
                  <a:cubicBezTo>
                    <a:pt x="1230598" y="716372"/>
                    <a:pt x="1225698" y="722002"/>
                    <a:pt x="1220434" y="727402"/>
                  </a:cubicBezTo>
                  <a:lnTo>
                    <a:pt x="1220079" y="727709"/>
                  </a:lnTo>
                  <a:lnTo>
                    <a:pt x="1219924" y="727890"/>
                  </a:lnTo>
                  <a:cubicBezTo>
                    <a:pt x="1198262" y="749552"/>
                    <a:pt x="1172506" y="765092"/>
                    <a:pt x="1146210" y="776226"/>
                  </a:cubicBezTo>
                  <a:lnTo>
                    <a:pt x="1146037" y="776291"/>
                  </a:lnTo>
                  <a:lnTo>
                    <a:pt x="1145663" y="776473"/>
                  </a:lnTo>
                  <a:cubicBezTo>
                    <a:pt x="1110110" y="791547"/>
                    <a:pt x="1073641" y="798620"/>
                    <a:pt x="1044949" y="801619"/>
                  </a:cubicBezTo>
                  <a:lnTo>
                    <a:pt x="1034340" y="802442"/>
                  </a:lnTo>
                  <a:lnTo>
                    <a:pt x="1026645" y="803136"/>
                  </a:lnTo>
                  <a:cubicBezTo>
                    <a:pt x="1004531" y="804614"/>
                    <a:pt x="990313" y="803824"/>
                    <a:pt x="990313" y="803824"/>
                  </a:cubicBezTo>
                  <a:cubicBezTo>
                    <a:pt x="990313" y="803824"/>
                    <a:pt x="989525" y="789606"/>
                    <a:pt x="991007" y="767421"/>
                  </a:cubicBezTo>
                  <a:lnTo>
                    <a:pt x="991878" y="756988"/>
                  </a:lnTo>
                  <a:lnTo>
                    <a:pt x="992253" y="751824"/>
                  </a:lnTo>
                  <a:cubicBezTo>
                    <a:pt x="995696" y="716041"/>
                    <a:pt x="1005043" y="666581"/>
                    <a:pt x="1029588" y="621754"/>
                  </a:cubicBezTo>
                  <a:lnTo>
                    <a:pt x="1036687" y="610570"/>
                  </a:lnTo>
                  <a:lnTo>
                    <a:pt x="1038979" y="606615"/>
                  </a:lnTo>
                  <a:lnTo>
                    <a:pt x="1041063" y="603677"/>
                  </a:lnTo>
                  <a:lnTo>
                    <a:pt x="1046214" y="595560"/>
                  </a:lnTo>
                  <a:lnTo>
                    <a:pt x="1049734" y="591450"/>
                  </a:lnTo>
                  <a:lnTo>
                    <a:pt x="1051693" y="588686"/>
                  </a:lnTo>
                  <a:cubicBezTo>
                    <a:pt x="1056258" y="582874"/>
                    <a:pt x="1061161" y="577243"/>
                    <a:pt x="1066424" y="571843"/>
                  </a:cubicBezTo>
                  <a:lnTo>
                    <a:pt x="1066780" y="571536"/>
                  </a:lnTo>
                  <a:lnTo>
                    <a:pt x="1066934" y="571355"/>
                  </a:lnTo>
                  <a:cubicBezTo>
                    <a:pt x="1088597" y="549693"/>
                    <a:pt x="1114352" y="534153"/>
                    <a:pt x="1140648" y="523019"/>
                  </a:cubicBezTo>
                  <a:lnTo>
                    <a:pt x="1140822" y="522954"/>
                  </a:lnTo>
                  <a:lnTo>
                    <a:pt x="1141195" y="522772"/>
                  </a:lnTo>
                  <a:cubicBezTo>
                    <a:pt x="1176748" y="507698"/>
                    <a:pt x="1213218" y="500625"/>
                    <a:pt x="1241909" y="497628"/>
                  </a:cubicBezTo>
                  <a:lnTo>
                    <a:pt x="1252519" y="496803"/>
                  </a:lnTo>
                  <a:lnTo>
                    <a:pt x="1260214" y="496109"/>
                  </a:lnTo>
                  <a:cubicBezTo>
                    <a:pt x="1271271" y="495371"/>
                    <a:pt x="1280354" y="495198"/>
                    <a:pt x="1286672" y="495211"/>
                  </a:cubicBezTo>
                  <a:close/>
                  <a:moveTo>
                    <a:pt x="1316294" y="411262"/>
                  </a:moveTo>
                  <a:cubicBezTo>
                    <a:pt x="1236791" y="410690"/>
                    <a:pt x="1095860" y="423501"/>
                    <a:pt x="1008005" y="511356"/>
                  </a:cubicBezTo>
                  <a:cubicBezTo>
                    <a:pt x="915071" y="604292"/>
                    <a:pt x="905389" y="753378"/>
                    <a:pt x="907326" y="830824"/>
                  </a:cubicBezTo>
                  <a:cubicBezTo>
                    <a:pt x="866666" y="859867"/>
                    <a:pt x="831815" y="902462"/>
                    <a:pt x="808582" y="952803"/>
                  </a:cubicBezTo>
                  <a:cubicBezTo>
                    <a:pt x="802773" y="945058"/>
                    <a:pt x="798900" y="937313"/>
                    <a:pt x="793092" y="929568"/>
                  </a:cubicBezTo>
                  <a:cubicBezTo>
                    <a:pt x="795029" y="865675"/>
                    <a:pt x="785347" y="743696"/>
                    <a:pt x="709838" y="668185"/>
                  </a:cubicBezTo>
                  <a:cubicBezTo>
                    <a:pt x="603347" y="561696"/>
                    <a:pt x="405859" y="588802"/>
                    <a:pt x="405859" y="588802"/>
                  </a:cubicBezTo>
                  <a:cubicBezTo>
                    <a:pt x="405859" y="588802"/>
                    <a:pt x="380688" y="786293"/>
                    <a:pt x="485241" y="892782"/>
                  </a:cubicBezTo>
                  <a:cubicBezTo>
                    <a:pt x="553007" y="960548"/>
                    <a:pt x="661433" y="974100"/>
                    <a:pt x="727262" y="976036"/>
                  </a:cubicBezTo>
                  <a:cubicBezTo>
                    <a:pt x="736942" y="986686"/>
                    <a:pt x="745171" y="999755"/>
                    <a:pt x="752191" y="1013550"/>
                  </a:cubicBezTo>
                  <a:lnTo>
                    <a:pt x="766182" y="1046711"/>
                  </a:lnTo>
                  <a:lnTo>
                    <a:pt x="858906" y="1046711"/>
                  </a:lnTo>
                  <a:lnTo>
                    <a:pt x="859647" y="1040897"/>
                  </a:lnTo>
                  <a:cubicBezTo>
                    <a:pt x="863277" y="1025893"/>
                    <a:pt x="868603" y="1011856"/>
                    <a:pt x="876346" y="995398"/>
                  </a:cubicBezTo>
                  <a:cubicBezTo>
                    <a:pt x="895707" y="948930"/>
                    <a:pt x="928622" y="910207"/>
                    <a:pt x="967347" y="886974"/>
                  </a:cubicBezTo>
                  <a:cubicBezTo>
                    <a:pt x="1046730" y="888908"/>
                    <a:pt x="1190005" y="875355"/>
                    <a:pt x="1279069" y="786293"/>
                  </a:cubicBezTo>
                  <a:cubicBezTo>
                    <a:pt x="1406855" y="654632"/>
                    <a:pt x="1375877" y="414547"/>
                    <a:pt x="1375877" y="414547"/>
                  </a:cubicBezTo>
                  <a:cubicBezTo>
                    <a:pt x="1375877" y="414547"/>
                    <a:pt x="1352432" y="411522"/>
                    <a:pt x="1316294" y="411262"/>
                  </a:cubicBezTo>
                  <a:close/>
                  <a:moveTo>
                    <a:pt x="813653" y="0"/>
                  </a:moveTo>
                  <a:cubicBezTo>
                    <a:pt x="364285" y="0"/>
                    <a:pt x="0" y="364286"/>
                    <a:pt x="0" y="813656"/>
                  </a:cubicBezTo>
                  <a:cubicBezTo>
                    <a:pt x="0" y="932141"/>
                    <a:pt x="25326" y="1044713"/>
                    <a:pt x="70861" y="1146250"/>
                  </a:cubicBezTo>
                  <a:lnTo>
                    <a:pt x="83311" y="1171648"/>
                  </a:lnTo>
                  <a:lnTo>
                    <a:pt x="91387" y="1154249"/>
                  </a:lnTo>
                  <a:cubicBezTo>
                    <a:pt x="99845" y="1138154"/>
                    <a:pt x="109996" y="1122715"/>
                    <a:pt x="121837" y="1108195"/>
                  </a:cubicBezTo>
                  <a:lnTo>
                    <a:pt x="132134" y="1096805"/>
                  </a:lnTo>
                  <a:lnTo>
                    <a:pt x="130000" y="1092089"/>
                  </a:lnTo>
                  <a:cubicBezTo>
                    <a:pt x="94972" y="1006171"/>
                    <a:pt x="75669" y="912167"/>
                    <a:pt x="75669" y="813656"/>
                  </a:cubicBezTo>
                  <a:cubicBezTo>
                    <a:pt x="75669" y="406078"/>
                    <a:pt x="406077" y="75669"/>
                    <a:pt x="813653" y="75669"/>
                  </a:cubicBezTo>
                  <a:cubicBezTo>
                    <a:pt x="1221231" y="75669"/>
                    <a:pt x="1551637" y="406078"/>
                    <a:pt x="1551637" y="813656"/>
                  </a:cubicBezTo>
                  <a:cubicBezTo>
                    <a:pt x="1551637" y="1076352"/>
                    <a:pt x="1414380" y="1306991"/>
                    <a:pt x="1207669" y="1437766"/>
                  </a:cubicBezTo>
                  <a:lnTo>
                    <a:pt x="1184920" y="1451123"/>
                  </a:lnTo>
                  <a:lnTo>
                    <a:pt x="1170877" y="1456263"/>
                  </a:lnTo>
                  <a:cubicBezTo>
                    <a:pt x="1147583" y="1463509"/>
                    <a:pt x="1122815" y="1467411"/>
                    <a:pt x="1097135" y="1467411"/>
                  </a:cubicBezTo>
                  <a:cubicBezTo>
                    <a:pt x="1000838" y="1467411"/>
                    <a:pt x="917359" y="1412521"/>
                    <a:pt x="876281" y="1332323"/>
                  </a:cubicBezTo>
                  <a:lnTo>
                    <a:pt x="862128" y="1284388"/>
                  </a:lnTo>
                  <a:lnTo>
                    <a:pt x="787830" y="1284388"/>
                  </a:lnTo>
                  <a:lnTo>
                    <a:pt x="811728" y="1365320"/>
                  </a:lnTo>
                  <a:cubicBezTo>
                    <a:pt x="864812" y="1468962"/>
                    <a:pt x="972689" y="1539894"/>
                    <a:pt x="1097135" y="1539894"/>
                  </a:cubicBezTo>
                  <a:cubicBezTo>
                    <a:pt x="1152443" y="1539894"/>
                    <a:pt x="1204480" y="1525883"/>
                    <a:pt x="1249887" y="1501215"/>
                  </a:cubicBezTo>
                  <a:lnTo>
                    <a:pt x="1269137" y="1489522"/>
                  </a:lnTo>
                  <a:lnTo>
                    <a:pt x="1266650" y="1489522"/>
                  </a:lnTo>
                  <a:lnTo>
                    <a:pt x="1268575" y="1488352"/>
                  </a:lnTo>
                  <a:cubicBezTo>
                    <a:pt x="1485009" y="1342131"/>
                    <a:pt x="1627308" y="1094511"/>
                    <a:pt x="1627308" y="813656"/>
                  </a:cubicBezTo>
                  <a:cubicBezTo>
                    <a:pt x="1627308" y="364286"/>
                    <a:pt x="1263023" y="0"/>
                    <a:pt x="813653" y="0"/>
                  </a:cubicBezTo>
                  <a:close/>
                </a:path>
              </a:pathLst>
            </a:custGeom>
            <a:solidFill>
              <a:schemeClr val="accent2"/>
            </a:solidFill>
            <a:ln w="49017" cap="flat">
              <a:noFill/>
              <a:prstDash val="solid"/>
              <a:miter/>
            </a:ln>
          </p:spPr>
          <p:txBody>
            <a:bodyPr wrap="square" rtlCol="0" anchor="ctr">
              <a:noAutofit/>
            </a:bodyPr>
            <a:lstStyle/>
            <a:p>
              <a:endParaRPr lang="en-US" dirty="0"/>
            </a:p>
          </p:txBody>
        </p:sp>
        <p:sp>
          <p:nvSpPr>
            <p:cNvPr id="2117" name="Freeform: Shape 2116">
              <a:extLst>
                <a:ext uri="{FF2B5EF4-FFF2-40B4-BE49-F238E27FC236}">
                  <a16:creationId xmlns:a16="http://schemas.microsoft.com/office/drawing/2014/main" id="{83556085-F8B6-E7AA-222C-EACAD92B9AE6}"/>
                </a:ext>
                <a:ext uri="{C183D7F6-B498-43B3-948B-1728B52AA6E4}">
                  <adec:decorative xmlns:adec="http://schemas.microsoft.com/office/drawing/2017/decorative" val="1"/>
                </a:ext>
              </a:extLst>
            </p:cNvPr>
            <p:cNvSpPr/>
            <p:nvPr/>
          </p:nvSpPr>
          <p:spPr>
            <a:xfrm>
              <a:off x="1241696" y="4618699"/>
              <a:ext cx="238399" cy="181572"/>
            </a:xfrm>
            <a:custGeom>
              <a:avLst/>
              <a:gdLst>
                <a:gd name="connsiteX0" fmla="*/ 587809 w 890565"/>
                <a:gd name="connsiteY0" fmla="*/ 82077 h 678283"/>
                <a:gd name="connsiteX1" fmla="*/ 431765 w 890565"/>
                <a:gd name="connsiteY1" fmla="*/ 146713 h 678283"/>
                <a:gd name="connsiteX2" fmla="*/ 386323 w 890565"/>
                <a:gd name="connsiteY2" fmla="*/ 192155 h 678283"/>
                <a:gd name="connsiteX3" fmla="*/ 698411 w 890565"/>
                <a:gd name="connsiteY3" fmla="*/ 504243 h 678283"/>
                <a:gd name="connsiteX4" fmla="*/ 743853 w 890565"/>
                <a:gd name="connsiteY4" fmla="*/ 458801 h 678283"/>
                <a:gd name="connsiteX5" fmla="*/ 743853 w 890565"/>
                <a:gd name="connsiteY5" fmla="*/ 146713 h 678283"/>
                <a:gd name="connsiteX6" fmla="*/ 587809 w 890565"/>
                <a:gd name="connsiteY6" fmla="*/ 82077 h 678283"/>
                <a:gd name="connsiteX7" fmla="*/ 0 w 890565"/>
                <a:gd name="connsiteY7" fmla="*/ 74889 h 678283"/>
                <a:gd name="connsiteX8" fmla="*/ 122049 w 890565"/>
                <a:gd name="connsiteY8" fmla="*/ 74889 h 678283"/>
                <a:gd name="connsiteX9" fmla="*/ 122049 w 890565"/>
                <a:gd name="connsiteY9" fmla="*/ 196938 h 678283"/>
                <a:gd name="connsiteX10" fmla="*/ 0 w 890565"/>
                <a:gd name="connsiteY10" fmla="*/ 196938 h 678283"/>
                <a:gd name="connsiteX11" fmla="*/ 585534 w 890565"/>
                <a:gd name="connsiteY11" fmla="*/ 0 h 678283"/>
                <a:gd name="connsiteX12" fmla="*/ 801224 w 890565"/>
                <a:gd name="connsiteY12" fmla="*/ 89342 h 678283"/>
                <a:gd name="connsiteX13" fmla="*/ 801225 w 890565"/>
                <a:gd name="connsiteY13" fmla="*/ 520720 h 678283"/>
                <a:gd name="connsiteX14" fmla="*/ 758056 w 890565"/>
                <a:gd name="connsiteY14" fmla="*/ 563889 h 678283"/>
                <a:gd name="connsiteX15" fmla="*/ 758188 w 890565"/>
                <a:gd name="connsiteY15" fmla="*/ 564020 h 678283"/>
                <a:gd name="connsiteX16" fmla="*/ 699993 w 890565"/>
                <a:gd name="connsiteY16" fmla="*/ 622215 h 678283"/>
                <a:gd name="connsiteX17" fmla="*/ 699862 w 890565"/>
                <a:gd name="connsiteY17" fmla="*/ 622083 h 678283"/>
                <a:gd name="connsiteX18" fmla="*/ 640216 w 890565"/>
                <a:gd name="connsiteY18" fmla="*/ 562438 h 678283"/>
                <a:gd name="connsiteX19" fmla="*/ 613547 w 890565"/>
                <a:gd name="connsiteY19" fmla="*/ 535768 h 678283"/>
                <a:gd name="connsiteX20" fmla="*/ 471032 w 890565"/>
                <a:gd name="connsiteY20" fmla="*/ 678283 h 678283"/>
                <a:gd name="connsiteX21" fmla="*/ 413497 w 890565"/>
                <a:gd name="connsiteY21" fmla="*/ 620748 h 678283"/>
                <a:gd name="connsiteX22" fmla="*/ 556012 w 890565"/>
                <a:gd name="connsiteY22" fmla="*/ 478233 h 678283"/>
                <a:gd name="connsiteX23" fmla="*/ 414276 w 890565"/>
                <a:gd name="connsiteY23" fmla="*/ 336497 h 678283"/>
                <a:gd name="connsiteX24" fmla="*/ 271760 w 890565"/>
                <a:gd name="connsiteY24" fmla="*/ 479013 h 678283"/>
                <a:gd name="connsiteX25" fmla="*/ 214225 w 890565"/>
                <a:gd name="connsiteY25" fmla="*/ 421478 h 678283"/>
                <a:gd name="connsiteX26" fmla="*/ 356741 w 890565"/>
                <a:gd name="connsiteY26" fmla="*/ 278962 h 678283"/>
                <a:gd name="connsiteX27" fmla="*/ 328128 w 890565"/>
                <a:gd name="connsiteY27" fmla="*/ 250350 h 678283"/>
                <a:gd name="connsiteX28" fmla="*/ 268482 w 890565"/>
                <a:gd name="connsiteY28" fmla="*/ 190704 h 678283"/>
                <a:gd name="connsiteX29" fmla="*/ 326677 w 890565"/>
                <a:gd name="connsiteY29" fmla="*/ 132509 h 678283"/>
                <a:gd name="connsiteX30" fmla="*/ 369845 w 890565"/>
                <a:gd name="connsiteY30" fmla="*/ 89341 h 678283"/>
                <a:gd name="connsiteX31" fmla="*/ 585534 w 890565"/>
                <a:gd name="connsiteY31" fmla="*/ 0 h 67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0565" h="678283">
                  <a:moveTo>
                    <a:pt x="587809" y="82077"/>
                  </a:moveTo>
                  <a:cubicBezTo>
                    <a:pt x="531332" y="82077"/>
                    <a:pt x="474856" y="103622"/>
                    <a:pt x="431765" y="146713"/>
                  </a:cubicBezTo>
                  <a:lnTo>
                    <a:pt x="386323" y="192155"/>
                  </a:lnTo>
                  <a:lnTo>
                    <a:pt x="698411" y="504243"/>
                  </a:lnTo>
                  <a:lnTo>
                    <a:pt x="743853" y="458801"/>
                  </a:lnTo>
                  <a:cubicBezTo>
                    <a:pt x="830034" y="372620"/>
                    <a:pt x="830033" y="232894"/>
                    <a:pt x="743853" y="146713"/>
                  </a:cubicBezTo>
                  <a:cubicBezTo>
                    <a:pt x="700762" y="103623"/>
                    <a:pt x="644285" y="82078"/>
                    <a:pt x="587809" y="82077"/>
                  </a:cubicBezTo>
                  <a:close/>
                  <a:moveTo>
                    <a:pt x="0" y="74889"/>
                  </a:moveTo>
                  <a:lnTo>
                    <a:pt x="122049" y="74889"/>
                  </a:lnTo>
                  <a:lnTo>
                    <a:pt x="122049" y="196938"/>
                  </a:lnTo>
                  <a:lnTo>
                    <a:pt x="0" y="196938"/>
                  </a:lnTo>
                  <a:close/>
                  <a:moveTo>
                    <a:pt x="585534" y="0"/>
                  </a:moveTo>
                  <a:cubicBezTo>
                    <a:pt x="663599" y="0"/>
                    <a:pt x="741663" y="29781"/>
                    <a:pt x="801224" y="89342"/>
                  </a:cubicBezTo>
                  <a:cubicBezTo>
                    <a:pt x="920346" y="208464"/>
                    <a:pt x="920346" y="401599"/>
                    <a:pt x="801225" y="520720"/>
                  </a:cubicBezTo>
                  <a:lnTo>
                    <a:pt x="758056" y="563889"/>
                  </a:lnTo>
                  <a:lnTo>
                    <a:pt x="758188" y="564020"/>
                  </a:lnTo>
                  <a:lnTo>
                    <a:pt x="699993" y="622215"/>
                  </a:lnTo>
                  <a:lnTo>
                    <a:pt x="699862" y="622083"/>
                  </a:lnTo>
                  <a:lnTo>
                    <a:pt x="640216" y="562438"/>
                  </a:lnTo>
                  <a:lnTo>
                    <a:pt x="613547" y="535768"/>
                  </a:lnTo>
                  <a:lnTo>
                    <a:pt x="471032" y="678283"/>
                  </a:lnTo>
                  <a:lnTo>
                    <a:pt x="413497" y="620748"/>
                  </a:lnTo>
                  <a:lnTo>
                    <a:pt x="556012" y="478233"/>
                  </a:lnTo>
                  <a:lnTo>
                    <a:pt x="414276" y="336497"/>
                  </a:lnTo>
                  <a:lnTo>
                    <a:pt x="271760" y="479013"/>
                  </a:lnTo>
                  <a:lnTo>
                    <a:pt x="214225" y="421478"/>
                  </a:lnTo>
                  <a:lnTo>
                    <a:pt x="356741" y="278962"/>
                  </a:lnTo>
                  <a:lnTo>
                    <a:pt x="328128" y="250350"/>
                  </a:lnTo>
                  <a:lnTo>
                    <a:pt x="268482" y="190704"/>
                  </a:lnTo>
                  <a:lnTo>
                    <a:pt x="326677" y="132509"/>
                  </a:lnTo>
                  <a:lnTo>
                    <a:pt x="369845" y="89341"/>
                  </a:lnTo>
                  <a:cubicBezTo>
                    <a:pt x="429406" y="29780"/>
                    <a:pt x="507470" y="-1"/>
                    <a:pt x="58553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2" name="Group 161">
            <a:extLst>
              <a:ext uri="{FF2B5EF4-FFF2-40B4-BE49-F238E27FC236}">
                <a16:creationId xmlns:a16="http://schemas.microsoft.com/office/drawing/2014/main" id="{9BE88A5C-CE89-7E67-F8C6-8AB52717BEBA}"/>
              </a:ext>
              <a:ext uri="{C183D7F6-B498-43B3-948B-1728B52AA6E4}">
                <adec:decorative xmlns:adec="http://schemas.microsoft.com/office/drawing/2017/decorative" val="1"/>
              </a:ext>
            </a:extLst>
          </p:cNvPr>
          <p:cNvGrpSpPr>
            <a:grpSpLocks noChangeAspect="1"/>
          </p:cNvGrpSpPr>
          <p:nvPr/>
        </p:nvGrpSpPr>
        <p:grpSpPr>
          <a:xfrm>
            <a:off x="1546975" y="4343071"/>
            <a:ext cx="442527" cy="457200"/>
            <a:chOff x="1546975" y="4343071"/>
            <a:chExt cx="442527" cy="457200"/>
          </a:xfrm>
          <a:solidFill>
            <a:srgbClr val="FF0000"/>
          </a:solidFill>
        </p:grpSpPr>
        <p:sp>
          <p:nvSpPr>
            <p:cNvPr id="2119" name="Freeform: Shape 2118">
              <a:extLst>
                <a:ext uri="{FF2B5EF4-FFF2-40B4-BE49-F238E27FC236}">
                  <a16:creationId xmlns:a16="http://schemas.microsoft.com/office/drawing/2014/main" id="{09670F12-1ED6-C070-F6AD-5AF6B6FBF0CA}"/>
                </a:ext>
                <a:ext uri="{C183D7F6-B498-43B3-948B-1728B52AA6E4}">
                  <adec:decorative xmlns:adec="http://schemas.microsoft.com/office/drawing/2017/decorative" val="1"/>
                </a:ext>
              </a:extLst>
            </p:cNvPr>
            <p:cNvSpPr/>
            <p:nvPr/>
          </p:nvSpPr>
          <p:spPr>
            <a:xfrm>
              <a:off x="1546975" y="4343071"/>
              <a:ext cx="442527" cy="237130"/>
            </a:xfrm>
            <a:custGeom>
              <a:avLst/>
              <a:gdLst>
                <a:gd name="connsiteX0" fmla="*/ 840065 w 1497430"/>
                <a:gd name="connsiteY0" fmla="*/ 408836 h 802405"/>
                <a:gd name="connsiteX1" fmla="*/ 840065 w 1497430"/>
                <a:gd name="connsiteY1" fmla="*/ 628833 h 802405"/>
                <a:gd name="connsiteX2" fmla="*/ 1008535 w 1497430"/>
                <a:gd name="connsiteY2" fmla="*/ 628833 h 802405"/>
                <a:gd name="connsiteX3" fmla="*/ 1061297 w 1497430"/>
                <a:gd name="connsiteY3" fmla="*/ 628833 h 802405"/>
                <a:gd name="connsiteX4" fmla="*/ 1061297 w 1497430"/>
                <a:gd name="connsiteY4" fmla="*/ 408836 h 802405"/>
                <a:gd name="connsiteX5" fmla="*/ 840065 w 1497430"/>
                <a:gd name="connsiteY5" fmla="*/ 408836 h 802405"/>
                <a:gd name="connsiteX6" fmla="*/ 1032745 w 1497430"/>
                <a:gd name="connsiteY6" fmla="*/ 325566 h 802405"/>
                <a:gd name="connsiteX7" fmla="*/ 1074235 w 1497430"/>
                <a:gd name="connsiteY7" fmla="*/ 325566 h 802405"/>
                <a:gd name="connsiteX8" fmla="*/ 1074235 w 1497430"/>
                <a:gd name="connsiteY8" fmla="*/ 364376 h 802405"/>
                <a:gd name="connsiteX9" fmla="*/ 1103070 w 1497430"/>
                <a:gd name="connsiteY9" fmla="*/ 364376 h 802405"/>
                <a:gd name="connsiteX10" fmla="*/ 1103070 w 1497430"/>
                <a:gd name="connsiteY10" fmla="*/ 393533 h 802405"/>
                <a:gd name="connsiteX11" fmla="*/ 1144532 w 1497430"/>
                <a:gd name="connsiteY11" fmla="*/ 393533 h 802405"/>
                <a:gd name="connsiteX12" fmla="*/ 1144532 w 1497430"/>
                <a:gd name="connsiteY12" fmla="*/ 437149 h 802405"/>
                <a:gd name="connsiteX13" fmla="*/ 1103840 w 1497430"/>
                <a:gd name="connsiteY13" fmla="*/ 437149 h 802405"/>
                <a:gd name="connsiteX14" fmla="*/ 1103840 w 1497430"/>
                <a:gd name="connsiteY14" fmla="*/ 462051 h 802405"/>
                <a:gd name="connsiteX15" fmla="*/ 1144439 w 1497430"/>
                <a:gd name="connsiteY15" fmla="*/ 462051 h 802405"/>
                <a:gd name="connsiteX16" fmla="*/ 1144439 w 1497430"/>
                <a:gd name="connsiteY16" fmla="*/ 505666 h 802405"/>
                <a:gd name="connsiteX17" fmla="*/ 1103471 w 1497430"/>
                <a:gd name="connsiteY17" fmla="*/ 505666 h 802405"/>
                <a:gd name="connsiteX18" fmla="*/ 1103612 w 1497430"/>
                <a:gd name="connsiteY18" fmla="*/ 527872 h 802405"/>
                <a:gd name="connsiteX19" fmla="*/ 1107485 w 1497430"/>
                <a:gd name="connsiteY19" fmla="*/ 531192 h 802405"/>
                <a:gd name="connsiteX20" fmla="*/ 1144639 w 1497430"/>
                <a:gd name="connsiteY20" fmla="*/ 531202 h 802405"/>
                <a:gd name="connsiteX21" fmla="*/ 1144639 w 1497430"/>
                <a:gd name="connsiteY21" fmla="*/ 574131 h 802405"/>
                <a:gd name="connsiteX22" fmla="*/ 1104053 w 1497430"/>
                <a:gd name="connsiteY22" fmla="*/ 574131 h 802405"/>
                <a:gd name="connsiteX23" fmla="*/ 1104053 w 1497430"/>
                <a:gd name="connsiteY23" fmla="*/ 599669 h 802405"/>
                <a:gd name="connsiteX24" fmla="*/ 1144546 w 1497430"/>
                <a:gd name="connsiteY24" fmla="*/ 599669 h 802405"/>
                <a:gd name="connsiteX25" fmla="*/ 1144546 w 1497430"/>
                <a:gd name="connsiteY25" fmla="*/ 642966 h 802405"/>
                <a:gd name="connsiteX26" fmla="*/ 1103990 w 1497430"/>
                <a:gd name="connsiteY26" fmla="*/ 642966 h 802405"/>
                <a:gd name="connsiteX27" fmla="*/ 1103990 w 1497430"/>
                <a:gd name="connsiteY27" fmla="*/ 671801 h 802405"/>
                <a:gd name="connsiteX28" fmla="*/ 1074833 w 1497430"/>
                <a:gd name="connsiteY28" fmla="*/ 671801 h 802405"/>
                <a:gd name="connsiteX29" fmla="*/ 1074833 w 1497430"/>
                <a:gd name="connsiteY29" fmla="*/ 711476 h 802405"/>
                <a:gd name="connsiteX30" fmla="*/ 1033025 w 1497430"/>
                <a:gd name="connsiteY30" fmla="*/ 711476 h 802405"/>
                <a:gd name="connsiteX31" fmla="*/ 1033025 w 1497430"/>
                <a:gd name="connsiteY31" fmla="*/ 672633 h 802405"/>
                <a:gd name="connsiteX32" fmla="*/ 1006315 w 1497430"/>
                <a:gd name="connsiteY32" fmla="*/ 672633 h 802405"/>
                <a:gd name="connsiteX33" fmla="*/ 1006315 w 1497430"/>
                <a:gd name="connsiteY33" fmla="*/ 711383 h 802405"/>
                <a:gd name="connsiteX34" fmla="*/ 964507 w 1497430"/>
                <a:gd name="connsiteY34" fmla="*/ 711383 h 802405"/>
                <a:gd name="connsiteX35" fmla="*/ 964507 w 1497430"/>
                <a:gd name="connsiteY35" fmla="*/ 672726 h 802405"/>
                <a:gd name="connsiteX36" fmla="*/ 937161 w 1497430"/>
                <a:gd name="connsiteY36" fmla="*/ 672726 h 802405"/>
                <a:gd name="connsiteX37" fmla="*/ 937161 w 1497430"/>
                <a:gd name="connsiteY37" fmla="*/ 711610 h 802405"/>
                <a:gd name="connsiteX38" fmla="*/ 895990 w 1497430"/>
                <a:gd name="connsiteY38" fmla="*/ 711610 h 802405"/>
                <a:gd name="connsiteX39" fmla="*/ 895990 w 1497430"/>
                <a:gd name="connsiteY39" fmla="*/ 672819 h 802405"/>
                <a:gd name="connsiteX40" fmla="*/ 868643 w 1497430"/>
                <a:gd name="connsiteY40" fmla="*/ 672819 h 802405"/>
                <a:gd name="connsiteX41" fmla="*/ 868643 w 1497430"/>
                <a:gd name="connsiteY41" fmla="*/ 711518 h 802405"/>
                <a:gd name="connsiteX42" fmla="*/ 827154 w 1497430"/>
                <a:gd name="connsiteY42" fmla="*/ 711518 h 802405"/>
                <a:gd name="connsiteX43" fmla="*/ 827154 w 1497430"/>
                <a:gd name="connsiteY43" fmla="*/ 672747 h 802405"/>
                <a:gd name="connsiteX44" fmla="*/ 796511 w 1497430"/>
                <a:gd name="connsiteY44" fmla="*/ 672747 h 802405"/>
                <a:gd name="connsiteX45" fmla="*/ 796511 w 1497430"/>
                <a:gd name="connsiteY45" fmla="*/ 641783 h 802405"/>
                <a:gd name="connsiteX46" fmla="*/ 756844 w 1497430"/>
                <a:gd name="connsiteY46" fmla="*/ 641783 h 802405"/>
                <a:gd name="connsiteX47" fmla="*/ 756844 w 1497430"/>
                <a:gd name="connsiteY47" fmla="*/ 598167 h 802405"/>
                <a:gd name="connsiteX48" fmla="*/ 795701 w 1497430"/>
                <a:gd name="connsiteY48" fmla="*/ 598167 h 802405"/>
                <a:gd name="connsiteX49" fmla="*/ 795701 w 1497430"/>
                <a:gd name="connsiteY49" fmla="*/ 573264 h 802405"/>
                <a:gd name="connsiteX50" fmla="*/ 756936 w 1497430"/>
                <a:gd name="connsiteY50" fmla="*/ 573264 h 802405"/>
                <a:gd name="connsiteX51" fmla="*/ 756936 w 1497430"/>
                <a:gd name="connsiteY51" fmla="*/ 529650 h 802405"/>
                <a:gd name="connsiteX52" fmla="*/ 795607 w 1497430"/>
                <a:gd name="connsiteY52" fmla="*/ 529650 h 802405"/>
                <a:gd name="connsiteX53" fmla="*/ 795607 w 1497430"/>
                <a:gd name="connsiteY53" fmla="*/ 502620 h 802405"/>
                <a:gd name="connsiteX54" fmla="*/ 757030 w 1497430"/>
                <a:gd name="connsiteY54" fmla="*/ 502620 h 802405"/>
                <a:gd name="connsiteX55" fmla="*/ 757030 w 1497430"/>
                <a:gd name="connsiteY55" fmla="*/ 461132 h 802405"/>
                <a:gd name="connsiteX56" fmla="*/ 795514 w 1497430"/>
                <a:gd name="connsiteY56" fmla="*/ 461132 h 802405"/>
                <a:gd name="connsiteX57" fmla="*/ 795514 w 1497430"/>
                <a:gd name="connsiteY57" fmla="*/ 433785 h 802405"/>
                <a:gd name="connsiteX58" fmla="*/ 756802 w 1497430"/>
                <a:gd name="connsiteY58" fmla="*/ 433785 h 802405"/>
                <a:gd name="connsiteX59" fmla="*/ 756802 w 1497430"/>
                <a:gd name="connsiteY59" fmla="*/ 392295 h 802405"/>
                <a:gd name="connsiteX60" fmla="*/ 795590 w 1497430"/>
                <a:gd name="connsiteY60" fmla="*/ 392295 h 802405"/>
                <a:gd name="connsiteX61" fmla="*/ 795590 w 1497430"/>
                <a:gd name="connsiteY61" fmla="*/ 365269 h 802405"/>
                <a:gd name="connsiteX62" fmla="*/ 826555 w 1497430"/>
                <a:gd name="connsiteY62" fmla="*/ 365269 h 802405"/>
                <a:gd name="connsiteX63" fmla="*/ 826555 w 1497430"/>
                <a:gd name="connsiteY63" fmla="*/ 325608 h 802405"/>
                <a:gd name="connsiteX64" fmla="*/ 868364 w 1497430"/>
                <a:gd name="connsiteY64" fmla="*/ 325608 h 802405"/>
                <a:gd name="connsiteX65" fmla="*/ 868364 w 1497430"/>
                <a:gd name="connsiteY65" fmla="*/ 364478 h 802405"/>
                <a:gd name="connsiteX66" fmla="*/ 895073 w 1497430"/>
                <a:gd name="connsiteY66" fmla="*/ 364478 h 802405"/>
                <a:gd name="connsiteX67" fmla="*/ 895073 w 1497430"/>
                <a:gd name="connsiteY67" fmla="*/ 325701 h 802405"/>
                <a:gd name="connsiteX68" fmla="*/ 936882 w 1497430"/>
                <a:gd name="connsiteY68" fmla="*/ 325701 h 802405"/>
                <a:gd name="connsiteX69" fmla="*/ 936882 w 1497430"/>
                <a:gd name="connsiteY69" fmla="*/ 364385 h 802405"/>
                <a:gd name="connsiteX70" fmla="*/ 963909 w 1497430"/>
                <a:gd name="connsiteY70" fmla="*/ 364385 h 802405"/>
                <a:gd name="connsiteX71" fmla="*/ 963909 w 1497430"/>
                <a:gd name="connsiteY71" fmla="*/ 325793 h 802405"/>
                <a:gd name="connsiteX72" fmla="*/ 1005399 w 1497430"/>
                <a:gd name="connsiteY72" fmla="*/ 325793 h 802405"/>
                <a:gd name="connsiteX73" fmla="*/ 1005399 w 1497430"/>
                <a:gd name="connsiteY73" fmla="*/ 364292 h 802405"/>
                <a:gd name="connsiteX74" fmla="*/ 1032745 w 1497430"/>
                <a:gd name="connsiteY74" fmla="*/ 364292 h 802405"/>
                <a:gd name="connsiteX75" fmla="*/ 1032745 w 1497430"/>
                <a:gd name="connsiteY75" fmla="*/ 325566 h 802405"/>
                <a:gd name="connsiteX76" fmla="*/ 210960 w 1497430"/>
                <a:gd name="connsiteY76" fmla="*/ 182493 h 802405"/>
                <a:gd name="connsiteX77" fmla="*/ 178399 w 1497430"/>
                <a:gd name="connsiteY77" fmla="*/ 193961 h 802405"/>
                <a:gd name="connsiteX78" fmla="*/ 121588 w 1497430"/>
                <a:gd name="connsiteY78" fmla="*/ 259770 h 802405"/>
                <a:gd name="connsiteX79" fmla="*/ 98193 w 1497430"/>
                <a:gd name="connsiteY79" fmla="*/ 331214 h 802405"/>
                <a:gd name="connsiteX80" fmla="*/ 83847 w 1497430"/>
                <a:gd name="connsiteY80" fmla="*/ 448050 h 802405"/>
                <a:gd name="connsiteX81" fmla="*/ 83775 w 1497430"/>
                <a:gd name="connsiteY81" fmla="*/ 504982 h 802405"/>
                <a:gd name="connsiteX82" fmla="*/ 87050 w 1497430"/>
                <a:gd name="connsiteY82" fmla="*/ 537595 h 802405"/>
                <a:gd name="connsiteX83" fmla="*/ 103499 w 1497430"/>
                <a:gd name="connsiteY83" fmla="*/ 517493 h 802405"/>
                <a:gd name="connsiteX84" fmla="*/ 183239 w 1497430"/>
                <a:gd name="connsiteY84" fmla="*/ 458959 h 802405"/>
                <a:gd name="connsiteX85" fmla="*/ 252866 w 1497430"/>
                <a:gd name="connsiteY85" fmla="*/ 435192 h 802405"/>
                <a:gd name="connsiteX86" fmla="*/ 315844 w 1497430"/>
                <a:gd name="connsiteY86" fmla="*/ 392011 h 802405"/>
                <a:gd name="connsiteX87" fmla="*/ 349351 w 1497430"/>
                <a:gd name="connsiteY87" fmla="*/ 291805 h 802405"/>
                <a:gd name="connsiteX88" fmla="*/ 347435 w 1497430"/>
                <a:gd name="connsiteY88" fmla="*/ 251598 h 802405"/>
                <a:gd name="connsiteX89" fmla="*/ 338764 w 1497430"/>
                <a:gd name="connsiteY89" fmla="*/ 219309 h 802405"/>
                <a:gd name="connsiteX90" fmla="*/ 330632 w 1497430"/>
                <a:gd name="connsiteY90" fmla="*/ 222430 h 802405"/>
                <a:gd name="connsiteX91" fmla="*/ 268676 w 1497430"/>
                <a:gd name="connsiteY91" fmla="*/ 267738 h 802405"/>
                <a:gd name="connsiteX92" fmla="*/ 225787 w 1497430"/>
                <a:gd name="connsiteY92" fmla="*/ 287791 h 802405"/>
                <a:gd name="connsiteX93" fmla="*/ 188036 w 1497430"/>
                <a:gd name="connsiteY93" fmla="*/ 225386 h 802405"/>
                <a:gd name="connsiteX94" fmla="*/ 211658 w 1497430"/>
                <a:gd name="connsiteY94" fmla="*/ 184684 h 802405"/>
                <a:gd name="connsiteX95" fmla="*/ 210960 w 1497430"/>
                <a:gd name="connsiteY95" fmla="*/ 182493 h 802405"/>
                <a:gd name="connsiteX96" fmla="*/ 760175 w 1497430"/>
                <a:gd name="connsiteY96" fmla="*/ 75 h 802405"/>
                <a:gd name="connsiteX97" fmla="*/ 838107 w 1497430"/>
                <a:gd name="connsiteY97" fmla="*/ 6852 h 802405"/>
                <a:gd name="connsiteX98" fmla="*/ 970896 w 1497430"/>
                <a:gd name="connsiteY98" fmla="*/ 36630 h 802405"/>
                <a:gd name="connsiteX99" fmla="*/ 1090127 w 1497430"/>
                <a:gd name="connsiteY99" fmla="*/ 88059 h 802405"/>
                <a:gd name="connsiteX100" fmla="*/ 1205263 w 1497430"/>
                <a:gd name="connsiteY100" fmla="*/ 164194 h 802405"/>
                <a:gd name="connsiteX101" fmla="*/ 1287011 w 1497430"/>
                <a:gd name="connsiteY101" fmla="*/ 239169 h 802405"/>
                <a:gd name="connsiteX102" fmla="*/ 1355521 w 1497430"/>
                <a:gd name="connsiteY102" fmla="*/ 321831 h 802405"/>
                <a:gd name="connsiteX103" fmla="*/ 1425997 w 1497430"/>
                <a:gd name="connsiteY103" fmla="*/ 442477 h 802405"/>
                <a:gd name="connsiteX104" fmla="*/ 1477577 w 1497430"/>
                <a:gd name="connsiteY104" fmla="*/ 595922 h 802405"/>
                <a:gd name="connsiteX105" fmla="*/ 1491780 w 1497430"/>
                <a:gd name="connsiteY105" fmla="*/ 687446 h 802405"/>
                <a:gd name="connsiteX106" fmla="*/ 1497430 w 1497430"/>
                <a:gd name="connsiteY106" fmla="*/ 802405 h 802405"/>
                <a:gd name="connsiteX107" fmla="*/ 1315207 w 1497430"/>
                <a:gd name="connsiteY107" fmla="*/ 801781 h 802405"/>
                <a:gd name="connsiteX108" fmla="*/ 1315207 w 1497430"/>
                <a:gd name="connsiteY108" fmla="*/ 719164 h 802405"/>
                <a:gd name="connsiteX109" fmla="*/ 1412302 w 1497430"/>
                <a:gd name="connsiteY109" fmla="*/ 719164 h 802405"/>
                <a:gd name="connsiteX110" fmla="*/ 1129472 w 1497430"/>
                <a:gd name="connsiteY110" fmla="*/ 209545 h 802405"/>
                <a:gd name="connsiteX111" fmla="*/ 404192 w 1497430"/>
                <a:gd name="connsiteY111" fmla="*/ 165787 h 802405"/>
                <a:gd name="connsiteX112" fmla="*/ 430059 w 1497430"/>
                <a:gd name="connsiteY112" fmla="*/ 239381 h 802405"/>
                <a:gd name="connsiteX113" fmla="*/ 430943 w 1497430"/>
                <a:gd name="connsiteY113" fmla="*/ 308977 h 802405"/>
                <a:gd name="connsiteX114" fmla="*/ 418358 w 1497430"/>
                <a:gd name="connsiteY114" fmla="*/ 375466 h 802405"/>
                <a:gd name="connsiteX115" fmla="*/ 358913 w 1497430"/>
                <a:gd name="connsiteY115" fmla="*/ 468267 h 802405"/>
                <a:gd name="connsiteX116" fmla="*/ 275580 w 1497430"/>
                <a:gd name="connsiteY116" fmla="*/ 516556 h 802405"/>
                <a:gd name="connsiteX117" fmla="*/ 207052 w 1497430"/>
                <a:gd name="connsiteY117" fmla="*/ 540553 h 802405"/>
                <a:gd name="connsiteX118" fmla="*/ 148796 w 1497430"/>
                <a:gd name="connsiteY118" fmla="*/ 598266 h 802405"/>
                <a:gd name="connsiteX119" fmla="*/ 119863 w 1497430"/>
                <a:gd name="connsiteY119" fmla="*/ 688101 h 802405"/>
                <a:gd name="connsiteX120" fmla="*/ 61015 w 1497430"/>
                <a:gd name="connsiteY120" fmla="*/ 722481 h 802405"/>
                <a:gd name="connsiteX121" fmla="*/ 26379 w 1497430"/>
                <a:gd name="connsiteY121" fmla="*/ 684351 h 802405"/>
                <a:gd name="connsiteX122" fmla="*/ 9746 w 1497430"/>
                <a:gd name="connsiteY122" fmla="*/ 610762 h 802405"/>
                <a:gd name="connsiteX123" fmla="*/ 1106 w 1497430"/>
                <a:gd name="connsiteY123" fmla="*/ 425717 h 802405"/>
                <a:gd name="connsiteX124" fmla="*/ 14713 w 1497430"/>
                <a:gd name="connsiteY124" fmla="*/ 319590 h 802405"/>
                <a:gd name="connsiteX125" fmla="*/ 53003 w 1497430"/>
                <a:gd name="connsiteY125" fmla="*/ 209710 h 802405"/>
                <a:gd name="connsiteX126" fmla="*/ 153730 w 1497430"/>
                <a:gd name="connsiteY126" fmla="*/ 113269 h 802405"/>
                <a:gd name="connsiteX127" fmla="*/ 256338 w 1497430"/>
                <a:gd name="connsiteY127" fmla="*/ 101062 h 802405"/>
                <a:gd name="connsiteX128" fmla="*/ 320816 w 1497430"/>
                <a:gd name="connsiteY128" fmla="*/ 114306 h 802405"/>
                <a:gd name="connsiteX129" fmla="*/ 336424 w 1497430"/>
                <a:gd name="connsiteY129" fmla="*/ 110900 h 802405"/>
                <a:gd name="connsiteX130" fmla="*/ 474027 w 1497430"/>
                <a:gd name="connsiteY130" fmla="*/ 45124 h 802405"/>
                <a:gd name="connsiteX131" fmla="*/ 587829 w 1497430"/>
                <a:gd name="connsiteY131" fmla="*/ 12931 h 802405"/>
                <a:gd name="connsiteX132" fmla="*/ 657951 w 1497430"/>
                <a:gd name="connsiteY132" fmla="*/ 3564 h 802405"/>
                <a:gd name="connsiteX133" fmla="*/ 760175 w 1497430"/>
                <a:gd name="connsiteY133" fmla="*/ 75 h 80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497430" h="802405">
                  <a:moveTo>
                    <a:pt x="840065" y="408836"/>
                  </a:moveTo>
                  <a:cubicBezTo>
                    <a:pt x="840065" y="482404"/>
                    <a:pt x="840065" y="555398"/>
                    <a:pt x="840065" y="628833"/>
                  </a:cubicBezTo>
                  <a:cubicBezTo>
                    <a:pt x="896000" y="628833"/>
                    <a:pt x="951363" y="628833"/>
                    <a:pt x="1008535" y="628833"/>
                  </a:cubicBezTo>
                  <a:cubicBezTo>
                    <a:pt x="1026173" y="628833"/>
                    <a:pt x="1043811" y="628833"/>
                    <a:pt x="1061297" y="628833"/>
                  </a:cubicBezTo>
                  <a:cubicBezTo>
                    <a:pt x="1061297" y="554693"/>
                    <a:pt x="1061297" y="481699"/>
                    <a:pt x="1061297" y="408836"/>
                  </a:cubicBezTo>
                  <a:cubicBezTo>
                    <a:pt x="987126" y="408836"/>
                    <a:pt x="913530" y="408836"/>
                    <a:pt x="840065" y="408836"/>
                  </a:cubicBezTo>
                  <a:close/>
                  <a:moveTo>
                    <a:pt x="1032745" y="325566"/>
                  </a:moveTo>
                  <a:cubicBezTo>
                    <a:pt x="1046962" y="325566"/>
                    <a:pt x="1060331" y="325566"/>
                    <a:pt x="1074235" y="325566"/>
                  </a:cubicBezTo>
                  <a:cubicBezTo>
                    <a:pt x="1074235" y="338407"/>
                    <a:pt x="1074235" y="350969"/>
                    <a:pt x="1074235" y="364376"/>
                  </a:cubicBezTo>
                  <a:cubicBezTo>
                    <a:pt x="1083891" y="364376"/>
                    <a:pt x="1093059" y="364376"/>
                    <a:pt x="1103070" y="364376"/>
                  </a:cubicBezTo>
                  <a:cubicBezTo>
                    <a:pt x="1103070" y="374361"/>
                    <a:pt x="1103070" y="383528"/>
                    <a:pt x="1103070" y="393533"/>
                  </a:cubicBezTo>
                  <a:cubicBezTo>
                    <a:pt x="1117271" y="393533"/>
                    <a:pt x="1130659" y="393533"/>
                    <a:pt x="1144532" y="393533"/>
                  </a:cubicBezTo>
                  <a:cubicBezTo>
                    <a:pt x="1144532" y="408349"/>
                    <a:pt x="1144532" y="422322"/>
                    <a:pt x="1144532" y="437149"/>
                  </a:cubicBezTo>
                  <a:cubicBezTo>
                    <a:pt x="1130980" y="437149"/>
                    <a:pt x="1117589" y="437149"/>
                    <a:pt x="1103840" y="437149"/>
                  </a:cubicBezTo>
                  <a:cubicBezTo>
                    <a:pt x="1103840" y="445722"/>
                    <a:pt x="1103840" y="453460"/>
                    <a:pt x="1103840" y="462051"/>
                  </a:cubicBezTo>
                  <a:cubicBezTo>
                    <a:pt x="1117072" y="462051"/>
                    <a:pt x="1130465" y="462051"/>
                    <a:pt x="1144439" y="462051"/>
                  </a:cubicBezTo>
                  <a:cubicBezTo>
                    <a:pt x="1144439" y="476856"/>
                    <a:pt x="1144439" y="490832"/>
                    <a:pt x="1144439" y="505666"/>
                  </a:cubicBezTo>
                  <a:cubicBezTo>
                    <a:pt x="1131166" y="505666"/>
                    <a:pt x="1117782" y="505666"/>
                    <a:pt x="1103471" y="505666"/>
                  </a:cubicBezTo>
                  <a:cubicBezTo>
                    <a:pt x="1103471" y="513614"/>
                    <a:pt x="1103333" y="520751"/>
                    <a:pt x="1103612" y="527872"/>
                  </a:cubicBezTo>
                  <a:cubicBezTo>
                    <a:pt x="1103657" y="529013"/>
                    <a:pt x="1105568" y="530081"/>
                    <a:pt x="1107485" y="531192"/>
                  </a:cubicBezTo>
                  <a:cubicBezTo>
                    <a:pt x="1120322" y="531202"/>
                    <a:pt x="1132291" y="531202"/>
                    <a:pt x="1144639" y="531202"/>
                  </a:cubicBezTo>
                  <a:cubicBezTo>
                    <a:pt x="1144639" y="545754"/>
                    <a:pt x="1144639" y="559515"/>
                    <a:pt x="1144639" y="574131"/>
                  </a:cubicBezTo>
                  <a:cubicBezTo>
                    <a:pt x="1131421" y="574131"/>
                    <a:pt x="1118031" y="574131"/>
                    <a:pt x="1104053" y="574131"/>
                  </a:cubicBezTo>
                  <a:cubicBezTo>
                    <a:pt x="1104053" y="582915"/>
                    <a:pt x="1104053" y="590862"/>
                    <a:pt x="1104053" y="599669"/>
                  </a:cubicBezTo>
                  <a:cubicBezTo>
                    <a:pt x="1117305" y="599669"/>
                    <a:pt x="1130690" y="599669"/>
                    <a:pt x="1144546" y="599669"/>
                  </a:cubicBezTo>
                  <a:cubicBezTo>
                    <a:pt x="1144546" y="614486"/>
                    <a:pt x="1144546" y="628458"/>
                    <a:pt x="1144546" y="642966"/>
                  </a:cubicBezTo>
                  <a:cubicBezTo>
                    <a:pt x="1131163" y="642966"/>
                    <a:pt x="1118001" y="642966"/>
                    <a:pt x="1103990" y="642966"/>
                  </a:cubicBezTo>
                  <a:cubicBezTo>
                    <a:pt x="1103990" y="652622"/>
                    <a:pt x="1103990" y="661787"/>
                    <a:pt x="1103990" y="671801"/>
                  </a:cubicBezTo>
                  <a:cubicBezTo>
                    <a:pt x="1094007" y="671801"/>
                    <a:pt x="1084842" y="671801"/>
                    <a:pt x="1074833" y="671801"/>
                  </a:cubicBezTo>
                  <a:cubicBezTo>
                    <a:pt x="1074833" y="685395"/>
                    <a:pt x="1074833" y="698183"/>
                    <a:pt x="1074833" y="711476"/>
                  </a:cubicBezTo>
                  <a:cubicBezTo>
                    <a:pt x="1060621" y="711476"/>
                    <a:pt x="1047251" y="711476"/>
                    <a:pt x="1033025" y="711476"/>
                  </a:cubicBezTo>
                  <a:cubicBezTo>
                    <a:pt x="1033025" y="698590"/>
                    <a:pt x="1033025" y="685802"/>
                    <a:pt x="1033025" y="672633"/>
                  </a:cubicBezTo>
                  <a:cubicBezTo>
                    <a:pt x="1023850" y="672633"/>
                    <a:pt x="1015510" y="672633"/>
                    <a:pt x="1006315" y="672633"/>
                  </a:cubicBezTo>
                  <a:cubicBezTo>
                    <a:pt x="1006315" y="685202"/>
                    <a:pt x="1006315" y="697990"/>
                    <a:pt x="1006315" y="711383"/>
                  </a:cubicBezTo>
                  <a:cubicBezTo>
                    <a:pt x="992114" y="711383"/>
                    <a:pt x="978740" y="711383"/>
                    <a:pt x="964507" y="711383"/>
                  </a:cubicBezTo>
                  <a:cubicBezTo>
                    <a:pt x="964507" y="698780"/>
                    <a:pt x="964507" y="685995"/>
                    <a:pt x="964507" y="672726"/>
                  </a:cubicBezTo>
                  <a:cubicBezTo>
                    <a:pt x="955116" y="672726"/>
                    <a:pt x="946567" y="672726"/>
                    <a:pt x="937161" y="672726"/>
                  </a:cubicBezTo>
                  <a:cubicBezTo>
                    <a:pt x="937161" y="685674"/>
                    <a:pt x="937161" y="698464"/>
                    <a:pt x="937161" y="711610"/>
                  </a:cubicBezTo>
                  <a:cubicBezTo>
                    <a:pt x="923161" y="711610"/>
                    <a:pt x="910003" y="711610"/>
                    <a:pt x="895990" y="711610"/>
                  </a:cubicBezTo>
                  <a:cubicBezTo>
                    <a:pt x="895990" y="698975"/>
                    <a:pt x="895990" y="686188"/>
                    <a:pt x="895990" y="672819"/>
                  </a:cubicBezTo>
                  <a:cubicBezTo>
                    <a:pt x="886605" y="672819"/>
                    <a:pt x="878058" y="672819"/>
                    <a:pt x="868643" y="672819"/>
                  </a:cubicBezTo>
                  <a:cubicBezTo>
                    <a:pt x="868643" y="685490"/>
                    <a:pt x="868643" y="698271"/>
                    <a:pt x="868643" y="711518"/>
                  </a:cubicBezTo>
                  <a:cubicBezTo>
                    <a:pt x="854428" y="711518"/>
                    <a:pt x="841059" y="711518"/>
                    <a:pt x="827154" y="711518"/>
                  </a:cubicBezTo>
                  <a:cubicBezTo>
                    <a:pt x="827154" y="698718"/>
                    <a:pt x="827154" y="686156"/>
                    <a:pt x="827154" y="672747"/>
                  </a:cubicBezTo>
                  <a:cubicBezTo>
                    <a:pt x="816898" y="672747"/>
                    <a:pt x="807126" y="672747"/>
                    <a:pt x="796511" y="672747"/>
                  </a:cubicBezTo>
                  <a:cubicBezTo>
                    <a:pt x="796511" y="662165"/>
                    <a:pt x="796511" y="652392"/>
                    <a:pt x="796511" y="641783"/>
                  </a:cubicBezTo>
                  <a:cubicBezTo>
                    <a:pt x="782915" y="641783"/>
                    <a:pt x="770128" y="641783"/>
                    <a:pt x="756844" y="641783"/>
                  </a:cubicBezTo>
                  <a:cubicBezTo>
                    <a:pt x="756844" y="626967"/>
                    <a:pt x="756844" y="612994"/>
                    <a:pt x="756844" y="598167"/>
                  </a:cubicBezTo>
                  <a:cubicBezTo>
                    <a:pt x="769754" y="598167"/>
                    <a:pt x="782541" y="598167"/>
                    <a:pt x="795701" y="598167"/>
                  </a:cubicBezTo>
                  <a:cubicBezTo>
                    <a:pt x="795701" y="589595"/>
                    <a:pt x="795701" y="581856"/>
                    <a:pt x="795701" y="573264"/>
                  </a:cubicBezTo>
                  <a:cubicBezTo>
                    <a:pt x="783112" y="573264"/>
                    <a:pt x="770323" y="573264"/>
                    <a:pt x="756936" y="573264"/>
                  </a:cubicBezTo>
                  <a:cubicBezTo>
                    <a:pt x="756936" y="558460"/>
                    <a:pt x="756936" y="544484"/>
                    <a:pt x="756936" y="529650"/>
                  </a:cubicBezTo>
                  <a:cubicBezTo>
                    <a:pt x="769563" y="529650"/>
                    <a:pt x="782345" y="529650"/>
                    <a:pt x="795607" y="529650"/>
                  </a:cubicBezTo>
                  <a:cubicBezTo>
                    <a:pt x="795607" y="520259"/>
                    <a:pt x="795607" y="511710"/>
                    <a:pt x="795607" y="502620"/>
                  </a:cubicBezTo>
                  <a:cubicBezTo>
                    <a:pt x="782852" y="502620"/>
                    <a:pt x="770291" y="502620"/>
                    <a:pt x="757030" y="502620"/>
                  </a:cubicBezTo>
                  <a:cubicBezTo>
                    <a:pt x="757030" y="488745"/>
                    <a:pt x="757030" y="475369"/>
                    <a:pt x="757030" y="461132"/>
                  </a:cubicBezTo>
                  <a:cubicBezTo>
                    <a:pt x="769366" y="461132"/>
                    <a:pt x="782153" y="461132"/>
                    <a:pt x="795514" y="461132"/>
                  </a:cubicBezTo>
                  <a:cubicBezTo>
                    <a:pt x="795514" y="451745"/>
                    <a:pt x="795514" y="443195"/>
                    <a:pt x="795514" y="433785"/>
                  </a:cubicBezTo>
                  <a:cubicBezTo>
                    <a:pt x="782823" y="433785"/>
                    <a:pt x="770042" y="433785"/>
                    <a:pt x="756802" y="433785"/>
                  </a:cubicBezTo>
                  <a:cubicBezTo>
                    <a:pt x="756802" y="419570"/>
                    <a:pt x="756802" y="406200"/>
                    <a:pt x="756802" y="392295"/>
                  </a:cubicBezTo>
                  <a:cubicBezTo>
                    <a:pt x="769623" y="392295"/>
                    <a:pt x="782183" y="392295"/>
                    <a:pt x="795590" y="392295"/>
                  </a:cubicBezTo>
                  <a:cubicBezTo>
                    <a:pt x="795590" y="383245"/>
                    <a:pt x="795590" y="374677"/>
                    <a:pt x="795590" y="365269"/>
                  </a:cubicBezTo>
                  <a:cubicBezTo>
                    <a:pt x="806175" y="365269"/>
                    <a:pt x="815945" y="365269"/>
                    <a:pt x="826555" y="365269"/>
                  </a:cubicBezTo>
                  <a:cubicBezTo>
                    <a:pt x="826555" y="351673"/>
                    <a:pt x="826555" y="338886"/>
                    <a:pt x="826555" y="325608"/>
                  </a:cubicBezTo>
                  <a:cubicBezTo>
                    <a:pt x="840769" y="325608"/>
                    <a:pt x="854138" y="325608"/>
                    <a:pt x="868364" y="325608"/>
                  </a:cubicBezTo>
                  <a:cubicBezTo>
                    <a:pt x="868364" y="338537"/>
                    <a:pt x="868364" y="351324"/>
                    <a:pt x="868364" y="364478"/>
                  </a:cubicBezTo>
                  <a:cubicBezTo>
                    <a:pt x="877539" y="364478"/>
                    <a:pt x="885880" y="364478"/>
                    <a:pt x="895073" y="364478"/>
                  </a:cubicBezTo>
                  <a:cubicBezTo>
                    <a:pt x="895073" y="351869"/>
                    <a:pt x="895073" y="339078"/>
                    <a:pt x="895073" y="325701"/>
                  </a:cubicBezTo>
                  <a:cubicBezTo>
                    <a:pt x="909276" y="325701"/>
                    <a:pt x="922649" y="325701"/>
                    <a:pt x="936882" y="325701"/>
                  </a:cubicBezTo>
                  <a:cubicBezTo>
                    <a:pt x="936882" y="338350"/>
                    <a:pt x="936882" y="351130"/>
                    <a:pt x="936882" y="364385"/>
                  </a:cubicBezTo>
                  <a:cubicBezTo>
                    <a:pt x="946274" y="364385"/>
                    <a:pt x="954823" y="364385"/>
                    <a:pt x="963909" y="364385"/>
                  </a:cubicBezTo>
                  <a:cubicBezTo>
                    <a:pt x="963909" y="351607"/>
                    <a:pt x="963909" y="339046"/>
                    <a:pt x="963909" y="325793"/>
                  </a:cubicBezTo>
                  <a:cubicBezTo>
                    <a:pt x="977783" y="325793"/>
                    <a:pt x="991161" y="325793"/>
                    <a:pt x="1005399" y="325793"/>
                  </a:cubicBezTo>
                  <a:cubicBezTo>
                    <a:pt x="1005399" y="338149"/>
                    <a:pt x="1005399" y="350938"/>
                    <a:pt x="1005399" y="364292"/>
                  </a:cubicBezTo>
                  <a:cubicBezTo>
                    <a:pt x="1014784" y="364292"/>
                    <a:pt x="1023332" y="364292"/>
                    <a:pt x="1032745" y="364292"/>
                  </a:cubicBezTo>
                  <a:cubicBezTo>
                    <a:pt x="1032745" y="351580"/>
                    <a:pt x="1032745" y="338798"/>
                    <a:pt x="1032745" y="325566"/>
                  </a:cubicBezTo>
                  <a:close/>
                  <a:moveTo>
                    <a:pt x="210960" y="182493"/>
                  </a:moveTo>
                  <a:cubicBezTo>
                    <a:pt x="200060" y="186227"/>
                    <a:pt x="188419" y="188585"/>
                    <a:pt x="178399" y="193961"/>
                  </a:cubicBezTo>
                  <a:cubicBezTo>
                    <a:pt x="151283" y="208506"/>
                    <a:pt x="133290" y="232240"/>
                    <a:pt x="121588" y="259770"/>
                  </a:cubicBezTo>
                  <a:cubicBezTo>
                    <a:pt x="111820" y="282756"/>
                    <a:pt x="104902" y="307075"/>
                    <a:pt x="98193" y="331214"/>
                  </a:cubicBezTo>
                  <a:cubicBezTo>
                    <a:pt x="87595" y="369352"/>
                    <a:pt x="84751" y="408644"/>
                    <a:pt x="83847" y="448050"/>
                  </a:cubicBezTo>
                  <a:cubicBezTo>
                    <a:pt x="83425" y="466417"/>
                    <a:pt x="83775" y="484801"/>
                    <a:pt x="83775" y="504982"/>
                  </a:cubicBezTo>
                  <a:cubicBezTo>
                    <a:pt x="84856" y="515512"/>
                    <a:pt x="81192" y="526637"/>
                    <a:pt x="87050" y="537595"/>
                  </a:cubicBezTo>
                  <a:cubicBezTo>
                    <a:pt x="93079" y="530232"/>
                    <a:pt x="98343" y="523905"/>
                    <a:pt x="103499" y="517493"/>
                  </a:cubicBezTo>
                  <a:cubicBezTo>
                    <a:pt x="124884" y="490893"/>
                    <a:pt x="151221" y="470835"/>
                    <a:pt x="183239" y="458959"/>
                  </a:cubicBezTo>
                  <a:cubicBezTo>
                    <a:pt x="206225" y="450434"/>
                    <a:pt x="229939" y="443858"/>
                    <a:pt x="252866" y="435192"/>
                  </a:cubicBezTo>
                  <a:cubicBezTo>
                    <a:pt x="277211" y="425991"/>
                    <a:pt x="299395" y="412661"/>
                    <a:pt x="315844" y="392011"/>
                  </a:cubicBezTo>
                  <a:cubicBezTo>
                    <a:pt x="339082" y="362837"/>
                    <a:pt x="347788" y="328298"/>
                    <a:pt x="349351" y="291805"/>
                  </a:cubicBezTo>
                  <a:cubicBezTo>
                    <a:pt x="349926" y="278437"/>
                    <a:pt x="349269" y="264847"/>
                    <a:pt x="347435" y="251598"/>
                  </a:cubicBezTo>
                  <a:cubicBezTo>
                    <a:pt x="345946" y="240837"/>
                    <a:pt x="341857" y="230436"/>
                    <a:pt x="338764" y="219309"/>
                  </a:cubicBezTo>
                  <a:cubicBezTo>
                    <a:pt x="334898" y="220752"/>
                    <a:pt x="332429" y="221128"/>
                    <a:pt x="330632" y="222430"/>
                  </a:cubicBezTo>
                  <a:cubicBezTo>
                    <a:pt x="309910" y="237437"/>
                    <a:pt x="289203" y="252467"/>
                    <a:pt x="268676" y="267738"/>
                  </a:cubicBezTo>
                  <a:cubicBezTo>
                    <a:pt x="255740" y="277360"/>
                    <a:pt x="244120" y="287051"/>
                    <a:pt x="225787" y="287791"/>
                  </a:cubicBezTo>
                  <a:cubicBezTo>
                    <a:pt x="197957" y="288914"/>
                    <a:pt x="172025" y="254809"/>
                    <a:pt x="188036" y="225386"/>
                  </a:cubicBezTo>
                  <a:cubicBezTo>
                    <a:pt x="195531" y="211612"/>
                    <a:pt x="203762" y="198239"/>
                    <a:pt x="211658" y="184684"/>
                  </a:cubicBezTo>
                  <a:cubicBezTo>
                    <a:pt x="211426" y="183953"/>
                    <a:pt x="211192" y="183222"/>
                    <a:pt x="210960" y="182493"/>
                  </a:cubicBezTo>
                  <a:close/>
                  <a:moveTo>
                    <a:pt x="760175" y="75"/>
                  </a:moveTo>
                  <a:cubicBezTo>
                    <a:pt x="786179" y="422"/>
                    <a:pt x="812140" y="4376"/>
                    <a:pt x="838107" y="6852"/>
                  </a:cubicBezTo>
                  <a:cubicBezTo>
                    <a:pt x="883616" y="11191"/>
                    <a:pt x="927608" y="22738"/>
                    <a:pt x="970896" y="36630"/>
                  </a:cubicBezTo>
                  <a:cubicBezTo>
                    <a:pt x="1012215" y="49890"/>
                    <a:pt x="1051774" y="67611"/>
                    <a:pt x="1090127" y="88059"/>
                  </a:cubicBezTo>
                  <a:cubicBezTo>
                    <a:pt x="1130939" y="109819"/>
                    <a:pt x="1170060" y="134210"/>
                    <a:pt x="1205263" y="164194"/>
                  </a:cubicBezTo>
                  <a:cubicBezTo>
                    <a:pt x="1233407" y="188165"/>
                    <a:pt x="1261519" y="212488"/>
                    <a:pt x="1287011" y="239169"/>
                  </a:cubicBezTo>
                  <a:cubicBezTo>
                    <a:pt x="1311680" y="264989"/>
                    <a:pt x="1333994" y="293263"/>
                    <a:pt x="1355521" y="321831"/>
                  </a:cubicBezTo>
                  <a:cubicBezTo>
                    <a:pt x="1383664" y="359181"/>
                    <a:pt x="1406307" y="400067"/>
                    <a:pt x="1425997" y="442477"/>
                  </a:cubicBezTo>
                  <a:cubicBezTo>
                    <a:pt x="1448851" y="491697"/>
                    <a:pt x="1467361" y="542504"/>
                    <a:pt x="1477577" y="595922"/>
                  </a:cubicBezTo>
                  <a:cubicBezTo>
                    <a:pt x="1483376" y="626241"/>
                    <a:pt x="1488984" y="656755"/>
                    <a:pt x="1491780" y="687446"/>
                  </a:cubicBezTo>
                  <a:cubicBezTo>
                    <a:pt x="1495221" y="725219"/>
                    <a:pt x="1495646" y="763268"/>
                    <a:pt x="1497430" y="802405"/>
                  </a:cubicBezTo>
                  <a:lnTo>
                    <a:pt x="1315207" y="801781"/>
                  </a:lnTo>
                  <a:lnTo>
                    <a:pt x="1315207" y="719164"/>
                  </a:lnTo>
                  <a:lnTo>
                    <a:pt x="1412302" y="719164"/>
                  </a:lnTo>
                  <a:cubicBezTo>
                    <a:pt x="1393975" y="506215"/>
                    <a:pt x="1299183" y="337255"/>
                    <a:pt x="1129472" y="209545"/>
                  </a:cubicBezTo>
                  <a:cubicBezTo>
                    <a:pt x="896504" y="53197"/>
                    <a:pt x="655065" y="42600"/>
                    <a:pt x="404192" y="165787"/>
                  </a:cubicBezTo>
                  <a:cubicBezTo>
                    <a:pt x="418277" y="189955"/>
                    <a:pt x="427410" y="213992"/>
                    <a:pt x="430059" y="239381"/>
                  </a:cubicBezTo>
                  <a:cubicBezTo>
                    <a:pt x="432458" y="262362"/>
                    <a:pt x="430993" y="285763"/>
                    <a:pt x="430943" y="308977"/>
                  </a:cubicBezTo>
                  <a:cubicBezTo>
                    <a:pt x="430893" y="331894"/>
                    <a:pt x="425475" y="353840"/>
                    <a:pt x="418358" y="375466"/>
                  </a:cubicBezTo>
                  <a:cubicBezTo>
                    <a:pt x="406497" y="411518"/>
                    <a:pt x="386926" y="442768"/>
                    <a:pt x="358913" y="468267"/>
                  </a:cubicBezTo>
                  <a:cubicBezTo>
                    <a:pt x="334732" y="490278"/>
                    <a:pt x="306094" y="505302"/>
                    <a:pt x="275580" y="516556"/>
                  </a:cubicBezTo>
                  <a:cubicBezTo>
                    <a:pt x="252870" y="524930"/>
                    <a:pt x="229252" y="531059"/>
                    <a:pt x="207052" y="540553"/>
                  </a:cubicBezTo>
                  <a:cubicBezTo>
                    <a:pt x="180505" y="551904"/>
                    <a:pt x="163088" y="573768"/>
                    <a:pt x="148796" y="598266"/>
                  </a:cubicBezTo>
                  <a:cubicBezTo>
                    <a:pt x="132544" y="626121"/>
                    <a:pt x="126476" y="657151"/>
                    <a:pt x="119863" y="688101"/>
                  </a:cubicBezTo>
                  <a:cubicBezTo>
                    <a:pt x="114066" y="715239"/>
                    <a:pt x="87155" y="730467"/>
                    <a:pt x="61015" y="722481"/>
                  </a:cubicBezTo>
                  <a:cubicBezTo>
                    <a:pt x="41707" y="716581"/>
                    <a:pt x="31508" y="701706"/>
                    <a:pt x="26379" y="684351"/>
                  </a:cubicBezTo>
                  <a:cubicBezTo>
                    <a:pt x="19265" y="660282"/>
                    <a:pt x="14542" y="635451"/>
                    <a:pt x="9746" y="610762"/>
                  </a:cubicBezTo>
                  <a:cubicBezTo>
                    <a:pt x="-2151" y="549550"/>
                    <a:pt x="-470" y="487500"/>
                    <a:pt x="1106" y="425717"/>
                  </a:cubicBezTo>
                  <a:cubicBezTo>
                    <a:pt x="2014" y="390142"/>
                    <a:pt x="6898" y="354644"/>
                    <a:pt x="14713" y="319590"/>
                  </a:cubicBezTo>
                  <a:cubicBezTo>
                    <a:pt x="23235" y="281359"/>
                    <a:pt x="34450" y="244315"/>
                    <a:pt x="53003" y="209710"/>
                  </a:cubicBezTo>
                  <a:cubicBezTo>
                    <a:pt x="76102" y="166635"/>
                    <a:pt x="107704" y="132205"/>
                    <a:pt x="153730" y="113269"/>
                  </a:cubicBezTo>
                  <a:cubicBezTo>
                    <a:pt x="186663" y="99722"/>
                    <a:pt x="221128" y="95272"/>
                    <a:pt x="256338" y="101062"/>
                  </a:cubicBezTo>
                  <a:cubicBezTo>
                    <a:pt x="277971" y="104619"/>
                    <a:pt x="299227" y="110425"/>
                    <a:pt x="320816" y="114306"/>
                  </a:cubicBezTo>
                  <a:cubicBezTo>
                    <a:pt x="325713" y="115186"/>
                    <a:pt x="332129" y="113606"/>
                    <a:pt x="336424" y="110900"/>
                  </a:cubicBezTo>
                  <a:cubicBezTo>
                    <a:pt x="379757" y="83606"/>
                    <a:pt x="425446" y="61045"/>
                    <a:pt x="474027" y="45124"/>
                  </a:cubicBezTo>
                  <a:cubicBezTo>
                    <a:pt x="511469" y="32854"/>
                    <a:pt x="549513" y="22104"/>
                    <a:pt x="587829" y="12931"/>
                  </a:cubicBezTo>
                  <a:cubicBezTo>
                    <a:pt x="610659" y="7465"/>
                    <a:pt x="634448" y="5160"/>
                    <a:pt x="657951" y="3564"/>
                  </a:cubicBezTo>
                  <a:cubicBezTo>
                    <a:pt x="691960" y="1254"/>
                    <a:pt x="726115" y="-377"/>
                    <a:pt x="760175" y="75"/>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120" name="Freeform: Shape 2119">
              <a:extLst>
                <a:ext uri="{FF2B5EF4-FFF2-40B4-BE49-F238E27FC236}">
                  <a16:creationId xmlns:a16="http://schemas.microsoft.com/office/drawing/2014/main" id="{07221B30-6875-C6FD-6341-0A8688A655D0}"/>
                </a:ext>
                <a:ext uri="{C183D7F6-B498-43B3-948B-1728B52AA6E4}">
                  <adec:decorative xmlns:adec="http://schemas.microsoft.com/office/drawing/2017/decorative" val="1"/>
                </a:ext>
              </a:extLst>
            </p:cNvPr>
            <p:cNvSpPr/>
            <p:nvPr/>
          </p:nvSpPr>
          <p:spPr>
            <a:xfrm>
              <a:off x="1547292" y="4550435"/>
              <a:ext cx="441863" cy="249836"/>
            </a:xfrm>
            <a:custGeom>
              <a:avLst/>
              <a:gdLst>
                <a:gd name="connsiteX0" fmla="*/ 1408846 w 1495182"/>
                <a:gd name="connsiteY0" fmla="*/ 307718 h 845397"/>
                <a:gd name="connsiteX1" fmla="*/ 1404582 w 1495182"/>
                <a:gd name="connsiteY1" fmla="*/ 310014 h 845397"/>
                <a:gd name="connsiteX2" fmla="*/ 1368797 w 1495182"/>
                <a:gd name="connsiteY2" fmla="*/ 350059 h 845397"/>
                <a:gd name="connsiteX3" fmla="*/ 1318222 w 1495182"/>
                <a:gd name="connsiteY3" fmla="*/ 382660 h 845397"/>
                <a:gd name="connsiteX4" fmla="*/ 1237158 w 1495182"/>
                <a:gd name="connsiteY4" fmla="*/ 411411 h 845397"/>
                <a:gd name="connsiteX5" fmla="*/ 1161130 w 1495182"/>
                <a:gd name="connsiteY5" fmla="*/ 482199 h 845397"/>
                <a:gd name="connsiteX6" fmla="*/ 1156486 w 1495182"/>
                <a:gd name="connsiteY6" fmla="*/ 624894 h 845397"/>
                <a:gd name="connsiteX7" fmla="*/ 1164879 w 1495182"/>
                <a:gd name="connsiteY7" fmla="*/ 621184 h 845397"/>
                <a:gd name="connsiteX8" fmla="*/ 1207096 w 1495182"/>
                <a:gd name="connsiteY8" fmla="*/ 591570 h 845397"/>
                <a:gd name="connsiteX9" fmla="*/ 1245120 w 1495182"/>
                <a:gd name="connsiteY9" fmla="*/ 562129 h 845397"/>
                <a:gd name="connsiteX10" fmla="*/ 1288498 w 1495182"/>
                <a:gd name="connsiteY10" fmla="*/ 561129 h 845397"/>
                <a:gd name="connsiteX11" fmla="*/ 1309988 w 1495182"/>
                <a:gd name="connsiteY11" fmla="*/ 606213 h 845397"/>
                <a:gd name="connsiteX12" fmla="*/ 1290386 w 1495182"/>
                <a:gd name="connsiteY12" fmla="*/ 647502 h 845397"/>
                <a:gd name="connsiteX13" fmla="*/ 1282623 w 1495182"/>
                <a:gd name="connsiteY13" fmla="*/ 658873 h 845397"/>
                <a:gd name="connsiteX14" fmla="*/ 1283988 w 1495182"/>
                <a:gd name="connsiteY14" fmla="*/ 661085 h 845397"/>
                <a:gd name="connsiteX15" fmla="*/ 1310479 w 1495182"/>
                <a:gd name="connsiteY15" fmla="*/ 652732 h 845397"/>
                <a:gd name="connsiteX16" fmla="*/ 1371551 w 1495182"/>
                <a:gd name="connsiteY16" fmla="*/ 588819 h 845397"/>
                <a:gd name="connsiteX17" fmla="*/ 1400606 w 1495182"/>
                <a:gd name="connsiteY17" fmla="*/ 495990 h 845397"/>
                <a:gd name="connsiteX18" fmla="*/ 1411156 w 1495182"/>
                <a:gd name="connsiteY18" fmla="*/ 407596 h 845397"/>
                <a:gd name="connsiteX19" fmla="*/ 1411425 w 1495182"/>
                <a:gd name="connsiteY19" fmla="*/ 323582 h 845397"/>
                <a:gd name="connsiteX20" fmla="*/ 1408846 w 1495182"/>
                <a:gd name="connsiteY20" fmla="*/ 307718 h 845397"/>
                <a:gd name="connsiteX21" fmla="*/ 434005 w 1495182"/>
                <a:gd name="connsiteY21" fmla="*/ 212803 h 845397"/>
                <a:gd name="connsiteX22" fmla="*/ 434005 w 1495182"/>
                <a:gd name="connsiteY22" fmla="*/ 434458 h 845397"/>
                <a:gd name="connsiteX23" fmla="*/ 655260 w 1495182"/>
                <a:gd name="connsiteY23" fmla="*/ 434458 h 845397"/>
                <a:gd name="connsiteX24" fmla="*/ 655260 w 1495182"/>
                <a:gd name="connsiteY24" fmla="*/ 212803 h 845397"/>
                <a:gd name="connsiteX25" fmla="*/ 598871 w 1495182"/>
                <a:gd name="connsiteY25" fmla="*/ 212803 h 845397"/>
                <a:gd name="connsiteX26" fmla="*/ 434005 w 1495182"/>
                <a:gd name="connsiteY26" fmla="*/ 212803 h 845397"/>
                <a:gd name="connsiteX27" fmla="*/ 530836 w 1495182"/>
                <a:gd name="connsiteY27" fmla="*/ 129667 h 845397"/>
                <a:gd name="connsiteX28" fmla="*/ 530836 w 1495182"/>
                <a:gd name="connsiteY28" fmla="*/ 170542 h 845397"/>
                <a:gd name="connsiteX29" fmla="*/ 557995 w 1495182"/>
                <a:gd name="connsiteY29" fmla="*/ 170542 h 845397"/>
                <a:gd name="connsiteX30" fmla="*/ 557995 w 1495182"/>
                <a:gd name="connsiteY30" fmla="*/ 130296 h 845397"/>
                <a:gd name="connsiteX31" fmla="*/ 599616 w 1495182"/>
                <a:gd name="connsiteY31" fmla="*/ 130296 h 845397"/>
                <a:gd name="connsiteX32" fmla="*/ 599616 w 1495182"/>
                <a:gd name="connsiteY32" fmla="*/ 170582 h 845397"/>
                <a:gd name="connsiteX33" fmla="*/ 626453 w 1495182"/>
                <a:gd name="connsiteY33" fmla="*/ 170582 h 845397"/>
                <a:gd name="connsiteX34" fmla="*/ 626453 w 1495182"/>
                <a:gd name="connsiteY34" fmla="*/ 130257 h 845397"/>
                <a:gd name="connsiteX35" fmla="*/ 668077 w 1495182"/>
                <a:gd name="connsiteY35" fmla="*/ 130257 h 845397"/>
                <a:gd name="connsiteX36" fmla="*/ 668077 w 1495182"/>
                <a:gd name="connsiteY36" fmla="*/ 170840 h 845397"/>
                <a:gd name="connsiteX37" fmla="*/ 697044 w 1495182"/>
                <a:gd name="connsiteY37" fmla="*/ 170840 h 845397"/>
                <a:gd name="connsiteX38" fmla="*/ 697044 w 1495182"/>
                <a:gd name="connsiteY38" fmla="*/ 199809 h 845397"/>
                <a:gd name="connsiteX39" fmla="*/ 738257 w 1495182"/>
                <a:gd name="connsiteY39" fmla="*/ 199809 h 845397"/>
                <a:gd name="connsiteX40" fmla="*/ 738257 w 1495182"/>
                <a:gd name="connsiteY40" fmla="*/ 241431 h 845397"/>
                <a:gd name="connsiteX41" fmla="*/ 698114 w 1495182"/>
                <a:gd name="connsiteY41" fmla="*/ 241431 h 845397"/>
                <a:gd name="connsiteX42" fmla="*/ 698114 w 1495182"/>
                <a:gd name="connsiteY42" fmla="*/ 268589 h 845397"/>
                <a:gd name="connsiteX43" fmla="*/ 738296 w 1495182"/>
                <a:gd name="connsiteY43" fmla="*/ 268589 h 845397"/>
                <a:gd name="connsiteX44" fmla="*/ 738296 w 1495182"/>
                <a:gd name="connsiteY44" fmla="*/ 310210 h 845397"/>
                <a:gd name="connsiteX45" fmla="*/ 698074 w 1495182"/>
                <a:gd name="connsiteY45" fmla="*/ 310210 h 845397"/>
                <a:gd name="connsiteX46" fmla="*/ 698074 w 1495182"/>
                <a:gd name="connsiteY46" fmla="*/ 337369 h 845397"/>
                <a:gd name="connsiteX47" fmla="*/ 738335 w 1495182"/>
                <a:gd name="connsiteY47" fmla="*/ 337369 h 845397"/>
                <a:gd name="connsiteX48" fmla="*/ 738335 w 1495182"/>
                <a:gd name="connsiteY48" fmla="*/ 378990 h 845397"/>
                <a:gd name="connsiteX49" fmla="*/ 698035 w 1495182"/>
                <a:gd name="connsiteY49" fmla="*/ 378990 h 845397"/>
                <a:gd name="connsiteX50" fmla="*/ 698035 w 1495182"/>
                <a:gd name="connsiteY50" fmla="*/ 405829 h 845397"/>
                <a:gd name="connsiteX51" fmla="*/ 738374 w 1495182"/>
                <a:gd name="connsiteY51" fmla="*/ 405829 h 845397"/>
                <a:gd name="connsiteX52" fmla="*/ 738374 w 1495182"/>
                <a:gd name="connsiteY52" fmla="*/ 447450 h 845397"/>
                <a:gd name="connsiteX53" fmla="*/ 697768 w 1495182"/>
                <a:gd name="connsiteY53" fmla="*/ 447450 h 845397"/>
                <a:gd name="connsiteX54" fmla="*/ 697768 w 1495182"/>
                <a:gd name="connsiteY54" fmla="*/ 478225 h 845397"/>
                <a:gd name="connsiteX55" fmla="*/ 668800 w 1495182"/>
                <a:gd name="connsiteY55" fmla="*/ 478225 h 845397"/>
                <a:gd name="connsiteX56" fmla="*/ 668800 w 1495182"/>
                <a:gd name="connsiteY56" fmla="*/ 517623 h 845397"/>
                <a:gd name="connsiteX57" fmla="*/ 627178 w 1495182"/>
                <a:gd name="connsiteY57" fmla="*/ 517623 h 845397"/>
                <a:gd name="connsiteX58" fmla="*/ 627178 w 1495182"/>
                <a:gd name="connsiteY58" fmla="*/ 479272 h 845397"/>
                <a:gd name="connsiteX59" fmla="*/ 600019 w 1495182"/>
                <a:gd name="connsiteY59" fmla="*/ 479272 h 845397"/>
                <a:gd name="connsiteX60" fmla="*/ 600019 w 1495182"/>
                <a:gd name="connsiteY60" fmla="*/ 517662 h 845397"/>
                <a:gd name="connsiteX61" fmla="*/ 558397 w 1495182"/>
                <a:gd name="connsiteY61" fmla="*/ 517662 h 845397"/>
                <a:gd name="connsiteX62" fmla="*/ 558397 w 1495182"/>
                <a:gd name="connsiteY62" fmla="*/ 479233 h 845397"/>
                <a:gd name="connsiteX63" fmla="*/ 531238 w 1495182"/>
                <a:gd name="connsiteY63" fmla="*/ 479233 h 845397"/>
                <a:gd name="connsiteX64" fmla="*/ 531238 w 1495182"/>
                <a:gd name="connsiteY64" fmla="*/ 517702 h 845397"/>
                <a:gd name="connsiteX65" fmla="*/ 489616 w 1495182"/>
                <a:gd name="connsiteY65" fmla="*/ 517702 h 845397"/>
                <a:gd name="connsiteX66" fmla="*/ 489616 w 1495182"/>
                <a:gd name="connsiteY66" fmla="*/ 479193 h 845397"/>
                <a:gd name="connsiteX67" fmla="*/ 462776 w 1495182"/>
                <a:gd name="connsiteY67" fmla="*/ 479193 h 845397"/>
                <a:gd name="connsiteX68" fmla="*/ 462776 w 1495182"/>
                <a:gd name="connsiteY68" fmla="*/ 517741 h 845397"/>
                <a:gd name="connsiteX69" fmla="*/ 421155 w 1495182"/>
                <a:gd name="connsiteY69" fmla="*/ 517741 h 845397"/>
                <a:gd name="connsiteX70" fmla="*/ 421155 w 1495182"/>
                <a:gd name="connsiteY70" fmla="*/ 478918 h 845397"/>
                <a:gd name="connsiteX71" fmla="*/ 392187 w 1495182"/>
                <a:gd name="connsiteY71" fmla="*/ 478918 h 845397"/>
                <a:gd name="connsiteX72" fmla="*/ 392187 w 1495182"/>
                <a:gd name="connsiteY72" fmla="*/ 446334 h 845397"/>
                <a:gd name="connsiteX73" fmla="*/ 350991 w 1495182"/>
                <a:gd name="connsiteY73" fmla="*/ 446334 h 845397"/>
                <a:gd name="connsiteX74" fmla="*/ 350991 w 1495182"/>
                <a:gd name="connsiteY74" fmla="*/ 404712 h 845397"/>
                <a:gd name="connsiteX75" fmla="*/ 391167 w 1495182"/>
                <a:gd name="connsiteY75" fmla="*/ 404712 h 845397"/>
                <a:gd name="connsiteX76" fmla="*/ 391167 w 1495182"/>
                <a:gd name="connsiteY76" fmla="*/ 377553 h 845397"/>
                <a:gd name="connsiteX77" fmla="*/ 350952 w 1495182"/>
                <a:gd name="connsiteY77" fmla="*/ 377553 h 845397"/>
                <a:gd name="connsiteX78" fmla="*/ 350952 w 1495182"/>
                <a:gd name="connsiteY78" fmla="*/ 335932 h 845397"/>
                <a:gd name="connsiteX79" fmla="*/ 391206 w 1495182"/>
                <a:gd name="connsiteY79" fmla="*/ 335932 h 845397"/>
                <a:gd name="connsiteX80" fmla="*/ 391206 w 1495182"/>
                <a:gd name="connsiteY80" fmla="*/ 308774 h 845397"/>
                <a:gd name="connsiteX81" fmla="*/ 350913 w 1495182"/>
                <a:gd name="connsiteY81" fmla="*/ 308774 h 845397"/>
                <a:gd name="connsiteX82" fmla="*/ 350913 w 1495182"/>
                <a:gd name="connsiteY82" fmla="*/ 267474 h 845397"/>
                <a:gd name="connsiteX83" fmla="*/ 391245 w 1495182"/>
                <a:gd name="connsiteY83" fmla="*/ 267474 h 845397"/>
                <a:gd name="connsiteX84" fmla="*/ 391245 w 1495182"/>
                <a:gd name="connsiteY84" fmla="*/ 240312 h 845397"/>
                <a:gd name="connsiteX85" fmla="*/ 350874 w 1495182"/>
                <a:gd name="connsiteY85" fmla="*/ 240312 h 845397"/>
                <a:gd name="connsiteX86" fmla="*/ 350874 w 1495182"/>
                <a:gd name="connsiteY86" fmla="*/ 198693 h 845397"/>
                <a:gd name="connsiteX87" fmla="*/ 391526 w 1495182"/>
                <a:gd name="connsiteY87" fmla="*/ 198693 h 845397"/>
                <a:gd name="connsiteX88" fmla="*/ 391526 w 1495182"/>
                <a:gd name="connsiteY88" fmla="*/ 171533 h 845397"/>
                <a:gd name="connsiteX89" fmla="*/ 420495 w 1495182"/>
                <a:gd name="connsiteY89" fmla="*/ 171533 h 845397"/>
                <a:gd name="connsiteX90" fmla="*/ 420495 w 1495182"/>
                <a:gd name="connsiteY90" fmla="*/ 130344 h 845397"/>
                <a:gd name="connsiteX91" fmla="*/ 462117 w 1495182"/>
                <a:gd name="connsiteY91" fmla="*/ 130344 h 845397"/>
                <a:gd name="connsiteX92" fmla="*/ 462117 w 1495182"/>
                <a:gd name="connsiteY92" fmla="*/ 170534 h 845397"/>
                <a:gd name="connsiteX93" fmla="*/ 489490 w 1495182"/>
                <a:gd name="connsiteY93" fmla="*/ 170534 h 845397"/>
                <a:gd name="connsiteX94" fmla="*/ 489491 w 1495182"/>
                <a:gd name="connsiteY94" fmla="*/ 137223 h 845397"/>
                <a:gd name="connsiteX95" fmla="*/ 494117 w 1495182"/>
                <a:gd name="connsiteY95" fmla="*/ 129964 h 845397"/>
                <a:gd name="connsiteX96" fmla="*/ 530836 w 1495182"/>
                <a:gd name="connsiteY96" fmla="*/ 129667 h 845397"/>
                <a:gd name="connsiteX97" fmla="*/ 97796 w 1495182"/>
                <a:gd name="connsiteY97" fmla="*/ 41065 h 845397"/>
                <a:gd name="connsiteX98" fmla="*/ 302684 w 1495182"/>
                <a:gd name="connsiteY98" fmla="*/ 41512 h 845397"/>
                <a:gd name="connsiteX99" fmla="*/ 304779 w 1495182"/>
                <a:gd name="connsiteY99" fmla="*/ 42818 h 845397"/>
                <a:gd name="connsiteX100" fmla="*/ 304617 w 1495182"/>
                <a:gd name="connsiteY100" fmla="*/ 121819 h 845397"/>
                <a:gd name="connsiteX101" fmla="*/ 303312 w 1495182"/>
                <a:gd name="connsiteY101" fmla="*/ 123914 h 845397"/>
                <a:gd name="connsiteX102" fmla="*/ 94517 w 1495182"/>
                <a:gd name="connsiteY102" fmla="*/ 124214 h 845397"/>
                <a:gd name="connsiteX103" fmla="*/ 82043 w 1495182"/>
                <a:gd name="connsiteY103" fmla="*/ 124215 h 845397"/>
                <a:gd name="connsiteX104" fmla="*/ 435793 w 1495182"/>
                <a:gd name="connsiteY104" fmla="*/ 677117 h 845397"/>
                <a:gd name="connsiteX105" fmla="*/ 1090318 w 1495182"/>
                <a:gd name="connsiteY105" fmla="*/ 677871 h 845397"/>
                <a:gd name="connsiteX106" fmla="*/ 1064181 w 1495182"/>
                <a:gd name="connsiteY106" fmla="*/ 595549 h 845397"/>
                <a:gd name="connsiteX107" fmla="*/ 1091644 w 1495182"/>
                <a:gd name="connsiteY107" fmla="*/ 433335 h 845397"/>
                <a:gd name="connsiteX108" fmla="*/ 1177752 w 1495182"/>
                <a:gd name="connsiteY108" fmla="*/ 346705 h 845397"/>
                <a:gd name="connsiteX109" fmla="*/ 1269592 w 1495182"/>
                <a:gd name="connsiteY109" fmla="*/ 311608 h 845397"/>
                <a:gd name="connsiteX110" fmla="*/ 1334914 w 1495182"/>
                <a:gd name="connsiteY110" fmla="*/ 263319 h 845397"/>
                <a:gd name="connsiteX111" fmla="*/ 1372027 w 1495182"/>
                <a:gd name="connsiteY111" fmla="*/ 169053 h 845397"/>
                <a:gd name="connsiteX112" fmla="*/ 1403109 w 1495182"/>
                <a:gd name="connsiteY112" fmla="*/ 122750 h 845397"/>
                <a:gd name="connsiteX113" fmla="*/ 1467250 w 1495182"/>
                <a:gd name="connsiteY113" fmla="*/ 154927 h 845397"/>
                <a:gd name="connsiteX114" fmla="*/ 1485731 w 1495182"/>
                <a:gd name="connsiteY114" fmla="*/ 233346 h 845397"/>
                <a:gd name="connsiteX115" fmla="*/ 1494304 w 1495182"/>
                <a:gd name="connsiteY115" fmla="*/ 398044 h 845397"/>
                <a:gd name="connsiteX116" fmla="*/ 1483736 w 1495182"/>
                <a:gd name="connsiteY116" fmla="*/ 504545 h 845397"/>
                <a:gd name="connsiteX117" fmla="*/ 1440093 w 1495182"/>
                <a:gd name="connsiteY117" fmla="*/ 638186 h 845397"/>
                <a:gd name="connsiteX118" fmla="*/ 1314171 w 1495182"/>
                <a:gd name="connsiteY118" fmla="*/ 739678 h 845397"/>
                <a:gd name="connsiteX119" fmla="*/ 1232256 w 1495182"/>
                <a:gd name="connsiteY119" fmla="*/ 742383 h 845397"/>
                <a:gd name="connsiteX120" fmla="*/ 1173395 w 1495182"/>
                <a:gd name="connsiteY120" fmla="*/ 729465 h 845397"/>
                <a:gd name="connsiteX121" fmla="*/ 1161932 w 1495182"/>
                <a:gd name="connsiteY121" fmla="*/ 731234 h 845397"/>
                <a:gd name="connsiteX122" fmla="*/ 995951 w 1495182"/>
                <a:gd name="connsiteY122" fmla="*/ 807989 h 845397"/>
                <a:gd name="connsiteX123" fmla="*/ 890097 w 1495182"/>
                <a:gd name="connsiteY123" fmla="*/ 834247 h 845397"/>
                <a:gd name="connsiteX124" fmla="*/ 822786 w 1495182"/>
                <a:gd name="connsiteY124" fmla="*/ 841866 h 845397"/>
                <a:gd name="connsiteX125" fmla="*/ 759266 w 1495182"/>
                <a:gd name="connsiteY125" fmla="*/ 845197 h 845397"/>
                <a:gd name="connsiteX126" fmla="*/ 651501 w 1495182"/>
                <a:gd name="connsiteY126" fmla="*/ 836469 h 845397"/>
                <a:gd name="connsiteX127" fmla="*/ 514392 w 1495182"/>
                <a:gd name="connsiteY127" fmla="*/ 803988 h 845397"/>
                <a:gd name="connsiteX128" fmla="*/ 351018 w 1495182"/>
                <a:gd name="connsiteY128" fmla="*/ 723894 h 845397"/>
                <a:gd name="connsiteX129" fmla="*/ 262871 w 1495182"/>
                <a:gd name="connsiteY129" fmla="*/ 657535 h 845397"/>
                <a:gd name="connsiteX130" fmla="*/ 160959 w 1495182"/>
                <a:gd name="connsiteY130" fmla="*/ 550825 h 845397"/>
                <a:gd name="connsiteX131" fmla="*/ 68524 w 1495182"/>
                <a:gd name="connsiteY131" fmla="*/ 401098 h 845397"/>
                <a:gd name="connsiteX132" fmla="*/ 16069 w 1495182"/>
                <a:gd name="connsiteY132" fmla="*/ 243912 h 845397"/>
                <a:gd name="connsiteX133" fmla="*/ 3555 w 1495182"/>
                <a:gd name="connsiteY133" fmla="*/ 159522 h 845397"/>
                <a:gd name="connsiteX134" fmla="*/ 0 w 1495182"/>
                <a:gd name="connsiteY134" fmla="*/ 43446 h 845397"/>
                <a:gd name="connsiteX135" fmla="*/ 1305 w 1495182"/>
                <a:gd name="connsiteY135" fmla="*/ 41351 h 845397"/>
                <a:gd name="connsiteX136" fmla="*/ 97796 w 1495182"/>
                <a:gd name="connsiteY136" fmla="*/ 41065 h 845397"/>
                <a:gd name="connsiteX137" fmla="*/ 1135300 w 1495182"/>
                <a:gd name="connsiteY137" fmla="*/ 0 h 845397"/>
                <a:gd name="connsiteX138" fmla="*/ 1257603 w 1495182"/>
                <a:gd name="connsiteY138" fmla="*/ 0 h 845397"/>
                <a:gd name="connsiteX139" fmla="*/ 1257603 w 1495182"/>
                <a:gd name="connsiteY139" fmla="*/ 121874 h 845397"/>
                <a:gd name="connsiteX140" fmla="*/ 1135300 w 1495182"/>
                <a:gd name="connsiteY140" fmla="*/ 121874 h 845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495182" h="845397">
                  <a:moveTo>
                    <a:pt x="1408846" y="307718"/>
                  </a:moveTo>
                  <a:cubicBezTo>
                    <a:pt x="1406482" y="308962"/>
                    <a:pt x="1405262" y="309248"/>
                    <a:pt x="1404582" y="310014"/>
                  </a:cubicBezTo>
                  <a:cubicBezTo>
                    <a:pt x="1392680" y="323395"/>
                    <a:pt x="1381589" y="337599"/>
                    <a:pt x="1368797" y="350059"/>
                  </a:cubicBezTo>
                  <a:cubicBezTo>
                    <a:pt x="1354289" y="364188"/>
                    <a:pt x="1337383" y="375579"/>
                    <a:pt x="1318222" y="382660"/>
                  </a:cubicBezTo>
                  <a:cubicBezTo>
                    <a:pt x="1291330" y="392598"/>
                    <a:pt x="1263923" y="401158"/>
                    <a:pt x="1237158" y="411411"/>
                  </a:cubicBezTo>
                  <a:cubicBezTo>
                    <a:pt x="1203000" y="424498"/>
                    <a:pt x="1176399" y="446382"/>
                    <a:pt x="1161130" y="482199"/>
                  </a:cubicBezTo>
                  <a:cubicBezTo>
                    <a:pt x="1142140" y="529127"/>
                    <a:pt x="1139550" y="576461"/>
                    <a:pt x="1156486" y="624894"/>
                  </a:cubicBezTo>
                  <a:cubicBezTo>
                    <a:pt x="1160076" y="623339"/>
                    <a:pt x="1162746" y="622652"/>
                    <a:pt x="1164879" y="621184"/>
                  </a:cubicBezTo>
                  <a:cubicBezTo>
                    <a:pt x="1179036" y="611434"/>
                    <a:pt x="1193292" y="601805"/>
                    <a:pt x="1207096" y="591570"/>
                  </a:cubicBezTo>
                  <a:cubicBezTo>
                    <a:pt x="1219977" y="582019"/>
                    <a:pt x="1231647" y="570679"/>
                    <a:pt x="1245120" y="562129"/>
                  </a:cubicBezTo>
                  <a:cubicBezTo>
                    <a:pt x="1258659" y="553536"/>
                    <a:pt x="1274342" y="553237"/>
                    <a:pt x="1288498" y="561129"/>
                  </a:cubicBezTo>
                  <a:cubicBezTo>
                    <a:pt x="1305856" y="570805"/>
                    <a:pt x="1315004" y="586851"/>
                    <a:pt x="1309988" y="606213"/>
                  </a:cubicBezTo>
                  <a:cubicBezTo>
                    <a:pt x="1306235" y="620704"/>
                    <a:pt x="1297310" y="633889"/>
                    <a:pt x="1290386" y="647502"/>
                  </a:cubicBezTo>
                  <a:cubicBezTo>
                    <a:pt x="1288322" y="651559"/>
                    <a:pt x="1285239" y="655097"/>
                    <a:pt x="1282623" y="658873"/>
                  </a:cubicBezTo>
                  <a:cubicBezTo>
                    <a:pt x="1283078" y="659610"/>
                    <a:pt x="1283533" y="660348"/>
                    <a:pt x="1283988" y="661085"/>
                  </a:cubicBezTo>
                  <a:cubicBezTo>
                    <a:pt x="1292840" y="658350"/>
                    <a:pt x="1302046" y="656424"/>
                    <a:pt x="1310479" y="652732"/>
                  </a:cubicBezTo>
                  <a:cubicBezTo>
                    <a:pt x="1339604" y="639981"/>
                    <a:pt x="1357690" y="615985"/>
                    <a:pt x="1371551" y="588819"/>
                  </a:cubicBezTo>
                  <a:cubicBezTo>
                    <a:pt x="1386433" y="559651"/>
                    <a:pt x="1395918" y="528413"/>
                    <a:pt x="1400606" y="495990"/>
                  </a:cubicBezTo>
                  <a:cubicBezTo>
                    <a:pt x="1404851" y="466620"/>
                    <a:pt x="1409264" y="437168"/>
                    <a:pt x="1411156" y="407596"/>
                  </a:cubicBezTo>
                  <a:cubicBezTo>
                    <a:pt x="1412942" y="379697"/>
                    <a:pt x="1411664" y="351593"/>
                    <a:pt x="1411425" y="323582"/>
                  </a:cubicBezTo>
                  <a:cubicBezTo>
                    <a:pt x="1411382" y="318558"/>
                    <a:pt x="1409836" y="313547"/>
                    <a:pt x="1408846" y="307718"/>
                  </a:cubicBezTo>
                  <a:close/>
                  <a:moveTo>
                    <a:pt x="434005" y="212803"/>
                  </a:moveTo>
                  <a:cubicBezTo>
                    <a:pt x="434005" y="287620"/>
                    <a:pt x="434005" y="360993"/>
                    <a:pt x="434005" y="434458"/>
                  </a:cubicBezTo>
                  <a:cubicBezTo>
                    <a:pt x="508155" y="434458"/>
                    <a:pt x="581742" y="434458"/>
                    <a:pt x="655260" y="434458"/>
                  </a:cubicBezTo>
                  <a:cubicBezTo>
                    <a:pt x="655260" y="360363"/>
                    <a:pt x="655260" y="286989"/>
                    <a:pt x="655260" y="212803"/>
                  </a:cubicBezTo>
                  <a:cubicBezTo>
                    <a:pt x="636700" y="212803"/>
                    <a:pt x="618689" y="212803"/>
                    <a:pt x="598871" y="212803"/>
                  </a:cubicBezTo>
                  <a:cubicBezTo>
                    <a:pt x="543889" y="212803"/>
                    <a:pt x="488908" y="212803"/>
                    <a:pt x="434005" y="212803"/>
                  </a:cubicBezTo>
                  <a:close/>
                  <a:moveTo>
                    <a:pt x="530836" y="129667"/>
                  </a:moveTo>
                  <a:cubicBezTo>
                    <a:pt x="530836" y="143620"/>
                    <a:pt x="530836" y="156749"/>
                    <a:pt x="530836" y="170542"/>
                  </a:cubicBezTo>
                  <a:cubicBezTo>
                    <a:pt x="540151" y="170542"/>
                    <a:pt x="548656" y="170542"/>
                    <a:pt x="557995" y="170542"/>
                  </a:cubicBezTo>
                  <a:cubicBezTo>
                    <a:pt x="557995" y="157200"/>
                    <a:pt x="557995" y="144069"/>
                    <a:pt x="557995" y="130296"/>
                  </a:cubicBezTo>
                  <a:cubicBezTo>
                    <a:pt x="572133" y="130296"/>
                    <a:pt x="585462" y="130296"/>
                    <a:pt x="599616" y="130296"/>
                  </a:cubicBezTo>
                  <a:cubicBezTo>
                    <a:pt x="599616" y="143700"/>
                    <a:pt x="599616" y="156831"/>
                    <a:pt x="599616" y="170582"/>
                  </a:cubicBezTo>
                  <a:cubicBezTo>
                    <a:pt x="608711" y="170582"/>
                    <a:pt x="617006" y="170582"/>
                    <a:pt x="626453" y="170582"/>
                  </a:cubicBezTo>
                  <a:cubicBezTo>
                    <a:pt x="626453" y="157558"/>
                    <a:pt x="626453" y="144204"/>
                    <a:pt x="626453" y="130257"/>
                  </a:cubicBezTo>
                  <a:cubicBezTo>
                    <a:pt x="640691" y="130257"/>
                    <a:pt x="653811" y="130257"/>
                    <a:pt x="668077" y="130257"/>
                  </a:cubicBezTo>
                  <a:cubicBezTo>
                    <a:pt x="668077" y="143334"/>
                    <a:pt x="668077" y="156692"/>
                    <a:pt x="668077" y="170840"/>
                  </a:cubicBezTo>
                  <a:cubicBezTo>
                    <a:pt x="678090" y="170840"/>
                    <a:pt x="687001" y="170840"/>
                    <a:pt x="697044" y="170840"/>
                  </a:cubicBezTo>
                  <a:cubicBezTo>
                    <a:pt x="697044" y="180739"/>
                    <a:pt x="697044" y="189878"/>
                    <a:pt x="697044" y="199809"/>
                  </a:cubicBezTo>
                  <a:cubicBezTo>
                    <a:pt x="711282" y="199809"/>
                    <a:pt x="724409" y="199809"/>
                    <a:pt x="738257" y="199809"/>
                  </a:cubicBezTo>
                  <a:cubicBezTo>
                    <a:pt x="738257" y="213938"/>
                    <a:pt x="738257" y="227269"/>
                    <a:pt x="738257" y="241431"/>
                  </a:cubicBezTo>
                  <a:cubicBezTo>
                    <a:pt x="725065" y="241431"/>
                    <a:pt x="711940" y="241431"/>
                    <a:pt x="698114" y="241431"/>
                  </a:cubicBezTo>
                  <a:cubicBezTo>
                    <a:pt x="698114" y="250740"/>
                    <a:pt x="698114" y="259250"/>
                    <a:pt x="698114" y="268589"/>
                  </a:cubicBezTo>
                  <a:cubicBezTo>
                    <a:pt x="711362" y="268589"/>
                    <a:pt x="724489" y="268589"/>
                    <a:pt x="738296" y="268589"/>
                  </a:cubicBezTo>
                  <a:cubicBezTo>
                    <a:pt x="738296" y="282723"/>
                    <a:pt x="738296" y="296053"/>
                    <a:pt x="738296" y="310210"/>
                  </a:cubicBezTo>
                  <a:cubicBezTo>
                    <a:pt x="724990" y="310210"/>
                    <a:pt x="711860" y="310210"/>
                    <a:pt x="698074" y="310210"/>
                  </a:cubicBezTo>
                  <a:cubicBezTo>
                    <a:pt x="698074" y="319526"/>
                    <a:pt x="698074" y="328034"/>
                    <a:pt x="698074" y="337369"/>
                  </a:cubicBezTo>
                  <a:cubicBezTo>
                    <a:pt x="711439" y="337369"/>
                    <a:pt x="724570" y="337369"/>
                    <a:pt x="738335" y="337369"/>
                  </a:cubicBezTo>
                  <a:cubicBezTo>
                    <a:pt x="738335" y="351507"/>
                    <a:pt x="738335" y="364836"/>
                    <a:pt x="738335" y="378990"/>
                  </a:cubicBezTo>
                  <a:cubicBezTo>
                    <a:pt x="724909" y="378990"/>
                    <a:pt x="711778" y="378990"/>
                    <a:pt x="698035" y="378990"/>
                  </a:cubicBezTo>
                  <a:cubicBezTo>
                    <a:pt x="698035" y="388087"/>
                    <a:pt x="698035" y="396384"/>
                    <a:pt x="698035" y="405829"/>
                  </a:cubicBezTo>
                  <a:cubicBezTo>
                    <a:pt x="711075" y="405829"/>
                    <a:pt x="724432" y="405829"/>
                    <a:pt x="738374" y="405829"/>
                  </a:cubicBezTo>
                  <a:cubicBezTo>
                    <a:pt x="738374" y="420065"/>
                    <a:pt x="738374" y="433184"/>
                    <a:pt x="738374" y="447450"/>
                  </a:cubicBezTo>
                  <a:cubicBezTo>
                    <a:pt x="725277" y="447450"/>
                    <a:pt x="711917" y="447450"/>
                    <a:pt x="697768" y="447450"/>
                  </a:cubicBezTo>
                  <a:cubicBezTo>
                    <a:pt x="697768" y="458069"/>
                    <a:pt x="697768" y="467582"/>
                    <a:pt x="697768" y="478225"/>
                  </a:cubicBezTo>
                  <a:cubicBezTo>
                    <a:pt x="687862" y="478225"/>
                    <a:pt x="678730" y="478225"/>
                    <a:pt x="668800" y="478225"/>
                  </a:cubicBezTo>
                  <a:cubicBezTo>
                    <a:pt x="668800" y="491862"/>
                    <a:pt x="668800" y="504385"/>
                    <a:pt x="668800" y="517623"/>
                  </a:cubicBezTo>
                  <a:cubicBezTo>
                    <a:pt x="654670" y="517623"/>
                    <a:pt x="641340" y="517623"/>
                    <a:pt x="627178" y="517623"/>
                  </a:cubicBezTo>
                  <a:cubicBezTo>
                    <a:pt x="627178" y="505013"/>
                    <a:pt x="627178" y="492489"/>
                    <a:pt x="627178" y="479272"/>
                  </a:cubicBezTo>
                  <a:cubicBezTo>
                    <a:pt x="617866" y="479272"/>
                    <a:pt x="609361" y="479272"/>
                    <a:pt x="600019" y="479272"/>
                  </a:cubicBezTo>
                  <a:cubicBezTo>
                    <a:pt x="600019" y="491939"/>
                    <a:pt x="600019" y="504467"/>
                    <a:pt x="600019" y="517662"/>
                  </a:cubicBezTo>
                  <a:cubicBezTo>
                    <a:pt x="585884" y="517662"/>
                    <a:pt x="572554" y="517662"/>
                    <a:pt x="558397" y="517662"/>
                  </a:cubicBezTo>
                  <a:cubicBezTo>
                    <a:pt x="558397" y="504935"/>
                    <a:pt x="558397" y="492406"/>
                    <a:pt x="558397" y="479233"/>
                  </a:cubicBezTo>
                  <a:cubicBezTo>
                    <a:pt x="549080" y="479233"/>
                    <a:pt x="540573" y="479233"/>
                    <a:pt x="531238" y="479233"/>
                  </a:cubicBezTo>
                  <a:cubicBezTo>
                    <a:pt x="531238" y="492021"/>
                    <a:pt x="531238" y="504550"/>
                    <a:pt x="531238" y="517702"/>
                  </a:cubicBezTo>
                  <a:cubicBezTo>
                    <a:pt x="517099" y="517702"/>
                    <a:pt x="503770" y="517702"/>
                    <a:pt x="489616" y="517702"/>
                  </a:cubicBezTo>
                  <a:cubicBezTo>
                    <a:pt x="489616" y="504852"/>
                    <a:pt x="489616" y="492323"/>
                    <a:pt x="489616" y="479193"/>
                  </a:cubicBezTo>
                  <a:cubicBezTo>
                    <a:pt x="480520" y="479193"/>
                    <a:pt x="472223" y="479193"/>
                    <a:pt x="462776" y="479193"/>
                  </a:cubicBezTo>
                  <a:cubicBezTo>
                    <a:pt x="462776" y="491652"/>
                    <a:pt x="462776" y="504409"/>
                    <a:pt x="462776" y="517741"/>
                  </a:cubicBezTo>
                  <a:cubicBezTo>
                    <a:pt x="448539" y="517741"/>
                    <a:pt x="435421" y="517741"/>
                    <a:pt x="421155" y="517741"/>
                  </a:cubicBezTo>
                  <a:cubicBezTo>
                    <a:pt x="421155" y="505219"/>
                    <a:pt x="421155" y="492463"/>
                    <a:pt x="421155" y="478918"/>
                  </a:cubicBezTo>
                  <a:cubicBezTo>
                    <a:pt x="411142" y="478918"/>
                    <a:pt x="402229" y="478918"/>
                    <a:pt x="392187" y="478918"/>
                  </a:cubicBezTo>
                  <a:cubicBezTo>
                    <a:pt x="392187" y="467816"/>
                    <a:pt x="392187" y="457468"/>
                    <a:pt x="392187" y="446334"/>
                  </a:cubicBezTo>
                  <a:cubicBezTo>
                    <a:pt x="377947" y="446334"/>
                    <a:pt x="364821" y="446334"/>
                    <a:pt x="350991" y="446334"/>
                  </a:cubicBezTo>
                  <a:cubicBezTo>
                    <a:pt x="350991" y="432202"/>
                    <a:pt x="350991" y="418871"/>
                    <a:pt x="350991" y="404712"/>
                  </a:cubicBezTo>
                  <a:cubicBezTo>
                    <a:pt x="364231" y="404712"/>
                    <a:pt x="377357" y="404712"/>
                    <a:pt x="391167" y="404712"/>
                  </a:cubicBezTo>
                  <a:cubicBezTo>
                    <a:pt x="391167" y="395399"/>
                    <a:pt x="391167" y="386891"/>
                    <a:pt x="391167" y="377553"/>
                  </a:cubicBezTo>
                  <a:cubicBezTo>
                    <a:pt x="377872" y="377553"/>
                    <a:pt x="364742" y="377553"/>
                    <a:pt x="350952" y="377553"/>
                  </a:cubicBezTo>
                  <a:cubicBezTo>
                    <a:pt x="350952" y="363418"/>
                    <a:pt x="350952" y="350088"/>
                    <a:pt x="350952" y="335932"/>
                  </a:cubicBezTo>
                  <a:cubicBezTo>
                    <a:pt x="364307" y="335932"/>
                    <a:pt x="377438" y="335932"/>
                    <a:pt x="391206" y="335932"/>
                  </a:cubicBezTo>
                  <a:cubicBezTo>
                    <a:pt x="391206" y="326614"/>
                    <a:pt x="391206" y="318107"/>
                    <a:pt x="391206" y="308774"/>
                  </a:cubicBezTo>
                  <a:cubicBezTo>
                    <a:pt x="377791" y="308774"/>
                    <a:pt x="364660" y="308774"/>
                    <a:pt x="350913" y="308774"/>
                  </a:cubicBezTo>
                  <a:cubicBezTo>
                    <a:pt x="350913" y="294861"/>
                    <a:pt x="350913" y="281741"/>
                    <a:pt x="350913" y="267474"/>
                  </a:cubicBezTo>
                  <a:cubicBezTo>
                    <a:pt x="363944" y="267474"/>
                    <a:pt x="377300" y="267474"/>
                    <a:pt x="391245" y="267474"/>
                  </a:cubicBezTo>
                  <a:cubicBezTo>
                    <a:pt x="391245" y="258055"/>
                    <a:pt x="391245" y="249758"/>
                    <a:pt x="391245" y="240312"/>
                  </a:cubicBezTo>
                  <a:cubicBezTo>
                    <a:pt x="378159" y="240312"/>
                    <a:pt x="364800" y="240312"/>
                    <a:pt x="350874" y="240312"/>
                  </a:cubicBezTo>
                  <a:cubicBezTo>
                    <a:pt x="350874" y="226075"/>
                    <a:pt x="350874" y="212957"/>
                    <a:pt x="350874" y="198693"/>
                  </a:cubicBezTo>
                  <a:cubicBezTo>
                    <a:pt x="364023" y="198693"/>
                    <a:pt x="377381" y="198693"/>
                    <a:pt x="391526" y="198693"/>
                  </a:cubicBezTo>
                  <a:cubicBezTo>
                    <a:pt x="391526" y="189285"/>
                    <a:pt x="391526" y="180973"/>
                    <a:pt x="391526" y="171533"/>
                  </a:cubicBezTo>
                  <a:cubicBezTo>
                    <a:pt x="401431" y="171533"/>
                    <a:pt x="410570" y="171533"/>
                    <a:pt x="420495" y="171533"/>
                  </a:cubicBezTo>
                  <a:cubicBezTo>
                    <a:pt x="420495" y="157294"/>
                    <a:pt x="420495" y="144168"/>
                    <a:pt x="420495" y="130344"/>
                  </a:cubicBezTo>
                  <a:cubicBezTo>
                    <a:pt x="434627" y="130344"/>
                    <a:pt x="447957" y="130344"/>
                    <a:pt x="462117" y="130344"/>
                  </a:cubicBezTo>
                  <a:cubicBezTo>
                    <a:pt x="462117" y="143603"/>
                    <a:pt x="462117" y="156731"/>
                    <a:pt x="462117" y="170534"/>
                  </a:cubicBezTo>
                  <a:cubicBezTo>
                    <a:pt x="471430" y="170534"/>
                    <a:pt x="479939" y="170534"/>
                    <a:pt x="489490" y="170534"/>
                  </a:cubicBezTo>
                  <a:cubicBezTo>
                    <a:pt x="489490" y="159591"/>
                    <a:pt x="489490" y="148839"/>
                    <a:pt x="489491" y="137223"/>
                  </a:cubicBezTo>
                  <a:cubicBezTo>
                    <a:pt x="491029" y="134128"/>
                    <a:pt x="492481" y="130039"/>
                    <a:pt x="494117" y="129964"/>
                  </a:cubicBezTo>
                  <a:cubicBezTo>
                    <a:pt x="506067" y="129412"/>
                    <a:pt x="518054" y="129667"/>
                    <a:pt x="530836" y="129667"/>
                  </a:cubicBezTo>
                  <a:close/>
                  <a:moveTo>
                    <a:pt x="97796" y="41065"/>
                  </a:moveTo>
                  <a:cubicBezTo>
                    <a:pt x="165742" y="41038"/>
                    <a:pt x="233688" y="41094"/>
                    <a:pt x="302684" y="41512"/>
                  </a:cubicBezTo>
                  <a:cubicBezTo>
                    <a:pt x="304040" y="42260"/>
                    <a:pt x="304388" y="42564"/>
                    <a:pt x="304779" y="42818"/>
                  </a:cubicBezTo>
                  <a:cubicBezTo>
                    <a:pt x="304857" y="68801"/>
                    <a:pt x="304935" y="94785"/>
                    <a:pt x="304617" y="121819"/>
                  </a:cubicBezTo>
                  <a:cubicBezTo>
                    <a:pt x="303869" y="123175"/>
                    <a:pt x="303566" y="123523"/>
                    <a:pt x="303312" y="123914"/>
                  </a:cubicBezTo>
                  <a:cubicBezTo>
                    <a:pt x="233714" y="124014"/>
                    <a:pt x="164115" y="124115"/>
                    <a:pt x="94517" y="124214"/>
                  </a:cubicBezTo>
                  <a:cubicBezTo>
                    <a:pt x="90935" y="124220"/>
                    <a:pt x="87353" y="124215"/>
                    <a:pt x="82043" y="124215"/>
                  </a:cubicBezTo>
                  <a:cubicBezTo>
                    <a:pt x="106406" y="369358"/>
                    <a:pt x="220171" y="558483"/>
                    <a:pt x="435793" y="677117"/>
                  </a:cubicBezTo>
                  <a:cubicBezTo>
                    <a:pt x="651438" y="795765"/>
                    <a:pt x="871642" y="788744"/>
                    <a:pt x="1090318" y="677871"/>
                  </a:cubicBezTo>
                  <a:cubicBezTo>
                    <a:pt x="1075971" y="650912"/>
                    <a:pt x="1066870" y="624432"/>
                    <a:pt x="1064181" y="595549"/>
                  </a:cubicBezTo>
                  <a:cubicBezTo>
                    <a:pt x="1058907" y="538901"/>
                    <a:pt x="1065080" y="484359"/>
                    <a:pt x="1091644" y="433335"/>
                  </a:cubicBezTo>
                  <a:cubicBezTo>
                    <a:pt x="1111275" y="395624"/>
                    <a:pt x="1140382" y="367003"/>
                    <a:pt x="1177752" y="346705"/>
                  </a:cubicBezTo>
                  <a:cubicBezTo>
                    <a:pt x="1206822" y="330916"/>
                    <a:pt x="1237868" y="320571"/>
                    <a:pt x="1269592" y="311608"/>
                  </a:cubicBezTo>
                  <a:cubicBezTo>
                    <a:pt x="1297159" y="303820"/>
                    <a:pt x="1318461" y="286680"/>
                    <a:pt x="1334914" y="263319"/>
                  </a:cubicBezTo>
                  <a:cubicBezTo>
                    <a:pt x="1354939" y="234884"/>
                    <a:pt x="1366730" y="203417"/>
                    <a:pt x="1372027" y="169053"/>
                  </a:cubicBezTo>
                  <a:cubicBezTo>
                    <a:pt x="1375080" y="149245"/>
                    <a:pt x="1381716" y="129760"/>
                    <a:pt x="1403109" y="122750"/>
                  </a:cubicBezTo>
                  <a:cubicBezTo>
                    <a:pt x="1431966" y="113295"/>
                    <a:pt x="1454251" y="125381"/>
                    <a:pt x="1467250" y="154927"/>
                  </a:cubicBezTo>
                  <a:cubicBezTo>
                    <a:pt x="1478179" y="179766"/>
                    <a:pt x="1481318" y="206767"/>
                    <a:pt x="1485731" y="233346"/>
                  </a:cubicBezTo>
                  <a:cubicBezTo>
                    <a:pt x="1494795" y="287937"/>
                    <a:pt x="1496539" y="343001"/>
                    <a:pt x="1494304" y="398044"/>
                  </a:cubicBezTo>
                  <a:cubicBezTo>
                    <a:pt x="1492859" y="433636"/>
                    <a:pt x="1488436" y="469189"/>
                    <a:pt x="1483736" y="504545"/>
                  </a:cubicBezTo>
                  <a:cubicBezTo>
                    <a:pt x="1477475" y="551654"/>
                    <a:pt x="1463273" y="596663"/>
                    <a:pt x="1440093" y="638186"/>
                  </a:cubicBezTo>
                  <a:cubicBezTo>
                    <a:pt x="1411925" y="688641"/>
                    <a:pt x="1372214" y="725819"/>
                    <a:pt x="1314171" y="739678"/>
                  </a:cubicBezTo>
                  <a:cubicBezTo>
                    <a:pt x="1287066" y="746149"/>
                    <a:pt x="1259544" y="746476"/>
                    <a:pt x="1232256" y="742383"/>
                  </a:cubicBezTo>
                  <a:cubicBezTo>
                    <a:pt x="1212439" y="739410"/>
                    <a:pt x="1193070" y="733531"/>
                    <a:pt x="1173395" y="729465"/>
                  </a:cubicBezTo>
                  <a:cubicBezTo>
                    <a:pt x="1169802" y="728723"/>
                    <a:pt x="1164993" y="729335"/>
                    <a:pt x="1161932" y="731234"/>
                  </a:cubicBezTo>
                  <a:cubicBezTo>
                    <a:pt x="1109723" y="763607"/>
                    <a:pt x="1054624" y="789990"/>
                    <a:pt x="995951" y="807989"/>
                  </a:cubicBezTo>
                  <a:cubicBezTo>
                    <a:pt x="961235" y="818639"/>
                    <a:pt x="925686" y="826918"/>
                    <a:pt x="890097" y="834247"/>
                  </a:cubicBezTo>
                  <a:cubicBezTo>
                    <a:pt x="868066" y="838784"/>
                    <a:pt x="845293" y="839970"/>
                    <a:pt x="822786" y="841866"/>
                  </a:cubicBezTo>
                  <a:cubicBezTo>
                    <a:pt x="801652" y="843648"/>
                    <a:pt x="780355" y="846121"/>
                    <a:pt x="759266" y="845197"/>
                  </a:cubicBezTo>
                  <a:cubicBezTo>
                    <a:pt x="723282" y="843621"/>
                    <a:pt x="687328" y="840333"/>
                    <a:pt x="651501" y="836469"/>
                  </a:cubicBezTo>
                  <a:cubicBezTo>
                    <a:pt x="604512" y="831402"/>
                    <a:pt x="558971" y="819420"/>
                    <a:pt x="514392" y="803988"/>
                  </a:cubicBezTo>
                  <a:cubicBezTo>
                    <a:pt x="456674" y="784009"/>
                    <a:pt x="401463" y="758474"/>
                    <a:pt x="351018" y="723894"/>
                  </a:cubicBezTo>
                  <a:cubicBezTo>
                    <a:pt x="320708" y="703117"/>
                    <a:pt x="291508" y="680593"/>
                    <a:pt x="262871" y="657535"/>
                  </a:cubicBezTo>
                  <a:cubicBezTo>
                    <a:pt x="224310" y="626488"/>
                    <a:pt x="191727" y="589553"/>
                    <a:pt x="160959" y="550825"/>
                  </a:cubicBezTo>
                  <a:cubicBezTo>
                    <a:pt x="124168" y="504517"/>
                    <a:pt x="93470" y="454518"/>
                    <a:pt x="68524" y="401098"/>
                  </a:cubicBezTo>
                  <a:cubicBezTo>
                    <a:pt x="45037" y="350805"/>
                    <a:pt x="27013" y="298402"/>
                    <a:pt x="16069" y="243912"/>
                  </a:cubicBezTo>
                  <a:cubicBezTo>
                    <a:pt x="10473" y="216051"/>
                    <a:pt x="5667" y="187816"/>
                    <a:pt x="3555" y="159522"/>
                  </a:cubicBezTo>
                  <a:cubicBezTo>
                    <a:pt x="701" y="121295"/>
                    <a:pt x="782" y="82848"/>
                    <a:pt x="0" y="43446"/>
                  </a:cubicBezTo>
                  <a:cubicBezTo>
                    <a:pt x="748" y="42090"/>
                    <a:pt x="1051" y="41742"/>
                    <a:pt x="1305" y="41351"/>
                  </a:cubicBezTo>
                  <a:cubicBezTo>
                    <a:pt x="33469" y="41250"/>
                    <a:pt x="65632" y="41078"/>
                    <a:pt x="97796" y="41065"/>
                  </a:cubicBezTo>
                  <a:close/>
                  <a:moveTo>
                    <a:pt x="1135300" y="0"/>
                  </a:moveTo>
                  <a:lnTo>
                    <a:pt x="1257603" y="0"/>
                  </a:lnTo>
                  <a:lnTo>
                    <a:pt x="1257603" y="121874"/>
                  </a:lnTo>
                  <a:lnTo>
                    <a:pt x="1135300" y="121874"/>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54" name="Group 153">
            <a:extLst>
              <a:ext uri="{FF2B5EF4-FFF2-40B4-BE49-F238E27FC236}">
                <a16:creationId xmlns:a16="http://schemas.microsoft.com/office/drawing/2014/main" id="{04737D8E-1659-AEC2-1EF4-362D1817D431}"/>
              </a:ext>
              <a:ext uri="{C183D7F6-B498-43B3-948B-1728B52AA6E4}">
                <adec:decorative xmlns:adec="http://schemas.microsoft.com/office/drawing/2017/decorative" val="1"/>
              </a:ext>
            </a:extLst>
          </p:cNvPr>
          <p:cNvGrpSpPr>
            <a:grpSpLocks noChangeAspect="1"/>
          </p:cNvGrpSpPr>
          <p:nvPr/>
        </p:nvGrpSpPr>
        <p:grpSpPr>
          <a:xfrm>
            <a:off x="6610770" y="4343071"/>
            <a:ext cx="503491" cy="457200"/>
            <a:chOff x="6610770" y="4343071"/>
            <a:chExt cx="503491" cy="457200"/>
          </a:xfrm>
          <a:solidFill>
            <a:srgbClr val="FF0000"/>
          </a:solidFill>
        </p:grpSpPr>
        <p:sp>
          <p:nvSpPr>
            <p:cNvPr id="2249" name="Freeform: Shape 2248">
              <a:extLst>
                <a:ext uri="{FF2B5EF4-FFF2-40B4-BE49-F238E27FC236}">
                  <a16:creationId xmlns:a16="http://schemas.microsoft.com/office/drawing/2014/main" id="{FB6A47D4-EFBA-3AD3-5CF9-7BF4A7B8DE00}"/>
                </a:ext>
                <a:ext uri="{C183D7F6-B498-43B3-948B-1728B52AA6E4}">
                  <adec:decorative xmlns:adec="http://schemas.microsoft.com/office/drawing/2017/decorative" val="1"/>
                </a:ext>
              </a:extLst>
            </p:cNvPr>
            <p:cNvSpPr/>
            <p:nvPr/>
          </p:nvSpPr>
          <p:spPr>
            <a:xfrm>
              <a:off x="6619514" y="4357246"/>
              <a:ext cx="494747" cy="443025"/>
            </a:xfrm>
            <a:custGeom>
              <a:avLst/>
              <a:gdLst>
                <a:gd name="connsiteX0" fmla="*/ 108917 w 839093"/>
                <a:gd name="connsiteY0" fmla="*/ 110494 h 751372"/>
                <a:gd name="connsiteX1" fmla="*/ 208414 w 839093"/>
                <a:gd name="connsiteY1" fmla="*/ 707162 h 751372"/>
                <a:gd name="connsiteX2" fmla="*/ 630031 w 839093"/>
                <a:gd name="connsiteY2" fmla="*/ 707162 h 751372"/>
                <a:gd name="connsiteX3" fmla="*/ 729528 w 839093"/>
                <a:gd name="connsiteY3" fmla="*/ 110494 h 751372"/>
                <a:gd name="connsiteX4" fmla="*/ 77693 w 839093"/>
                <a:gd name="connsiteY4" fmla="*/ 0 h 751372"/>
                <a:gd name="connsiteX5" fmla="*/ 793260 w 839093"/>
                <a:gd name="connsiteY5" fmla="*/ 0 h 751372"/>
                <a:gd name="connsiteX6" fmla="*/ 839093 w 839093"/>
                <a:gd name="connsiteY6" fmla="*/ 45833 h 751372"/>
                <a:gd name="connsiteX7" fmla="*/ 839093 w 839093"/>
                <a:gd name="connsiteY7" fmla="*/ 110494 h 751372"/>
                <a:gd name="connsiteX8" fmla="*/ 774764 w 839093"/>
                <a:gd name="connsiteY8" fmla="*/ 110494 h 751372"/>
                <a:gd name="connsiteX9" fmla="*/ 667698 w 839093"/>
                <a:gd name="connsiteY9" fmla="*/ 751372 h 751372"/>
                <a:gd name="connsiteX10" fmla="*/ 208065 w 839093"/>
                <a:gd name="connsiteY10" fmla="*/ 751372 h 751372"/>
                <a:gd name="connsiteX11" fmla="*/ 206813 w 839093"/>
                <a:gd name="connsiteY11" fmla="*/ 751372 h 751372"/>
                <a:gd name="connsiteX12" fmla="*/ 206696 w 839093"/>
                <a:gd name="connsiteY12" fmla="*/ 751234 h 751372"/>
                <a:gd name="connsiteX13" fmla="*/ 199158 w 839093"/>
                <a:gd name="connsiteY13" fmla="*/ 750474 h 751372"/>
                <a:gd name="connsiteX14" fmla="*/ 167341 w 839093"/>
                <a:gd name="connsiteY14" fmla="*/ 724378 h 751372"/>
                <a:gd name="connsiteX15" fmla="*/ 165581 w 839093"/>
                <a:gd name="connsiteY15" fmla="*/ 718709 h 751372"/>
                <a:gd name="connsiteX16" fmla="*/ 164635 w 839093"/>
                <a:gd name="connsiteY16" fmla="*/ 714787 h 751372"/>
                <a:gd name="connsiteX17" fmla="*/ 63681 w 839093"/>
                <a:gd name="connsiteY17" fmla="*/ 110494 h 751372"/>
                <a:gd name="connsiteX18" fmla="*/ 45185 w 839093"/>
                <a:gd name="connsiteY18" fmla="*/ 110494 h 751372"/>
                <a:gd name="connsiteX19" fmla="*/ 12776 w 839093"/>
                <a:gd name="connsiteY19" fmla="*/ 97070 h 751372"/>
                <a:gd name="connsiteX20" fmla="*/ 0 w 839093"/>
                <a:gd name="connsiteY20" fmla="*/ 66225 h 751372"/>
                <a:gd name="connsiteX21" fmla="*/ 43539 w 839093"/>
                <a:gd name="connsiteY21" fmla="*/ 66225 h 751372"/>
                <a:gd name="connsiteX22" fmla="*/ 43539 w 839093"/>
                <a:gd name="connsiteY22" fmla="*/ 66296 h 751372"/>
                <a:gd name="connsiteX23" fmla="*/ 794907 w 839093"/>
                <a:gd name="connsiteY23" fmla="*/ 66296 h 751372"/>
                <a:gd name="connsiteX24" fmla="*/ 794907 w 839093"/>
                <a:gd name="connsiteY24" fmla="*/ 44198 h 751372"/>
                <a:gd name="connsiteX25" fmla="*/ 77693 w 839093"/>
                <a:gd name="connsiteY25" fmla="*/ 44198 h 75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9093" h="751372">
                  <a:moveTo>
                    <a:pt x="108917" y="110494"/>
                  </a:moveTo>
                  <a:lnTo>
                    <a:pt x="208414" y="707162"/>
                  </a:lnTo>
                  <a:lnTo>
                    <a:pt x="630031" y="707162"/>
                  </a:lnTo>
                  <a:lnTo>
                    <a:pt x="729528" y="110494"/>
                  </a:lnTo>
                  <a:close/>
                  <a:moveTo>
                    <a:pt x="77693" y="0"/>
                  </a:moveTo>
                  <a:lnTo>
                    <a:pt x="793260" y="0"/>
                  </a:lnTo>
                  <a:cubicBezTo>
                    <a:pt x="818573" y="0"/>
                    <a:pt x="839093" y="20520"/>
                    <a:pt x="839093" y="45833"/>
                  </a:cubicBezTo>
                  <a:lnTo>
                    <a:pt x="839093" y="110494"/>
                  </a:lnTo>
                  <a:lnTo>
                    <a:pt x="774764" y="110494"/>
                  </a:lnTo>
                  <a:lnTo>
                    <a:pt x="667698" y="751372"/>
                  </a:lnTo>
                  <a:lnTo>
                    <a:pt x="208065" y="751372"/>
                  </a:lnTo>
                  <a:lnTo>
                    <a:pt x="206813" y="751372"/>
                  </a:lnTo>
                  <a:lnTo>
                    <a:pt x="206696" y="751234"/>
                  </a:lnTo>
                  <a:lnTo>
                    <a:pt x="199158" y="750474"/>
                  </a:lnTo>
                  <a:cubicBezTo>
                    <a:pt x="184772" y="747530"/>
                    <a:pt x="172932" y="737598"/>
                    <a:pt x="167341" y="724378"/>
                  </a:cubicBezTo>
                  <a:lnTo>
                    <a:pt x="165581" y="718709"/>
                  </a:lnTo>
                  <a:lnTo>
                    <a:pt x="164635" y="714787"/>
                  </a:lnTo>
                  <a:lnTo>
                    <a:pt x="63681" y="110494"/>
                  </a:lnTo>
                  <a:lnTo>
                    <a:pt x="45185" y="110494"/>
                  </a:lnTo>
                  <a:cubicBezTo>
                    <a:pt x="32529" y="110494"/>
                    <a:pt x="21071" y="105364"/>
                    <a:pt x="12776" y="97070"/>
                  </a:cubicBezTo>
                  <a:lnTo>
                    <a:pt x="0" y="66225"/>
                  </a:lnTo>
                  <a:lnTo>
                    <a:pt x="43539" y="66225"/>
                  </a:lnTo>
                  <a:lnTo>
                    <a:pt x="43539" y="66296"/>
                  </a:lnTo>
                  <a:lnTo>
                    <a:pt x="794907" y="66296"/>
                  </a:lnTo>
                  <a:lnTo>
                    <a:pt x="794907" y="44198"/>
                  </a:lnTo>
                  <a:lnTo>
                    <a:pt x="77693" y="4419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50" name="Freeform: Shape 2249">
              <a:extLst>
                <a:ext uri="{FF2B5EF4-FFF2-40B4-BE49-F238E27FC236}">
                  <a16:creationId xmlns:a16="http://schemas.microsoft.com/office/drawing/2014/main" id="{330F48D4-E4CD-84AA-D164-18EA730D5409}"/>
                </a:ext>
                <a:ext uri="{C183D7F6-B498-43B3-948B-1728B52AA6E4}">
                  <adec:decorative xmlns:adec="http://schemas.microsoft.com/office/drawing/2017/decorative" val="1"/>
                </a:ext>
              </a:extLst>
            </p:cNvPr>
            <p:cNvSpPr/>
            <p:nvPr/>
          </p:nvSpPr>
          <p:spPr>
            <a:xfrm>
              <a:off x="6610770" y="4343071"/>
              <a:ext cx="386723" cy="365239"/>
            </a:xfrm>
            <a:custGeom>
              <a:avLst/>
              <a:gdLst>
                <a:gd name="connsiteX0" fmla="*/ 613389 w 655884"/>
                <a:gd name="connsiteY0" fmla="*/ 423308 h 619446"/>
                <a:gd name="connsiteX1" fmla="*/ 646078 w 655884"/>
                <a:gd name="connsiteY1" fmla="*/ 479970 h 619446"/>
                <a:gd name="connsiteX2" fmla="*/ 652616 w 655884"/>
                <a:gd name="connsiteY2" fmla="*/ 495225 h 619446"/>
                <a:gd name="connsiteX3" fmla="*/ 653706 w 655884"/>
                <a:gd name="connsiteY3" fmla="*/ 498494 h 619446"/>
                <a:gd name="connsiteX4" fmla="*/ 647168 w 655884"/>
                <a:gd name="connsiteY4" fmla="*/ 546439 h 619446"/>
                <a:gd name="connsiteX5" fmla="*/ 591595 w 655884"/>
                <a:gd name="connsiteY5" fmla="*/ 576950 h 619446"/>
                <a:gd name="connsiteX6" fmla="*/ 589416 w 655884"/>
                <a:gd name="connsiteY6" fmla="*/ 576950 h 619446"/>
                <a:gd name="connsiteX7" fmla="*/ 478270 w 655884"/>
                <a:gd name="connsiteY7" fmla="*/ 576950 h 619446"/>
                <a:gd name="connsiteX8" fmla="*/ 478270 w 655884"/>
                <a:gd name="connsiteY8" fmla="*/ 619446 h 619446"/>
                <a:gd name="connsiteX9" fmla="*/ 412891 w 655884"/>
                <a:gd name="connsiteY9" fmla="*/ 554067 h 619446"/>
                <a:gd name="connsiteX10" fmla="*/ 478270 w 655884"/>
                <a:gd name="connsiteY10" fmla="*/ 488687 h 619446"/>
                <a:gd name="connsiteX11" fmla="*/ 478270 w 655884"/>
                <a:gd name="connsiteY11" fmla="*/ 533363 h 619446"/>
                <a:gd name="connsiteX12" fmla="*/ 589416 w 655884"/>
                <a:gd name="connsiteY12" fmla="*/ 533363 h 619446"/>
                <a:gd name="connsiteX13" fmla="*/ 609030 w 655884"/>
                <a:gd name="connsiteY13" fmla="*/ 524646 h 619446"/>
                <a:gd name="connsiteX14" fmla="*/ 607940 w 655884"/>
                <a:gd name="connsiteY14" fmla="*/ 501763 h 619446"/>
                <a:gd name="connsiteX15" fmla="*/ 575250 w 655884"/>
                <a:gd name="connsiteY15" fmla="*/ 445101 h 619446"/>
                <a:gd name="connsiteX16" fmla="*/ 332703 w 655884"/>
                <a:gd name="connsiteY16" fmla="*/ 333471 h 619446"/>
                <a:gd name="connsiteX17" fmla="*/ 357012 w 655884"/>
                <a:gd name="connsiteY17" fmla="*/ 424076 h 619446"/>
                <a:gd name="connsiteX18" fmla="*/ 317234 w 655884"/>
                <a:gd name="connsiteY18" fmla="*/ 400873 h 619446"/>
                <a:gd name="connsiteX19" fmla="*/ 261987 w 655884"/>
                <a:gd name="connsiteY19" fmla="*/ 499212 h 619446"/>
                <a:gd name="connsiteX20" fmla="*/ 259777 w 655884"/>
                <a:gd name="connsiteY20" fmla="*/ 521311 h 619446"/>
                <a:gd name="connsiteX21" fmla="*/ 280771 w 655884"/>
                <a:gd name="connsiteY21" fmla="*/ 532361 h 619446"/>
                <a:gd name="connsiteX22" fmla="*/ 347068 w 655884"/>
                <a:gd name="connsiteY22" fmla="*/ 532361 h 619446"/>
                <a:gd name="connsiteX23" fmla="*/ 347068 w 655884"/>
                <a:gd name="connsiteY23" fmla="*/ 576558 h 619446"/>
                <a:gd name="connsiteX24" fmla="*/ 280771 w 655884"/>
                <a:gd name="connsiteY24" fmla="*/ 576558 h 619446"/>
                <a:gd name="connsiteX25" fmla="*/ 221104 w 655884"/>
                <a:gd name="connsiteY25" fmla="*/ 542305 h 619446"/>
                <a:gd name="connsiteX26" fmla="*/ 223314 w 655884"/>
                <a:gd name="connsiteY26" fmla="*/ 476008 h 619446"/>
                <a:gd name="connsiteX27" fmla="*/ 279666 w 655884"/>
                <a:gd name="connsiteY27" fmla="*/ 378774 h 619446"/>
                <a:gd name="connsiteX28" fmla="*/ 242098 w 655884"/>
                <a:gd name="connsiteY28" fmla="*/ 357780 h 619446"/>
                <a:gd name="connsiteX29" fmla="*/ 434954 w 655884"/>
                <a:gd name="connsiteY29" fmla="*/ 178779 h 619446"/>
                <a:gd name="connsiteX30" fmla="*/ 491306 w 655884"/>
                <a:gd name="connsiteY30" fmla="*/ 214137 h 619446"/>
                <a:gd name="connsiteX31" fmla="*/ 547658 w 655884"/>
                <a:gd name="connsiteY31" fmla="*/ 311372 h 619446"/>
                <a:gd name="connsiteX32" fmla="*/ 585226 w 655884"/>
                <a:gd name="connsiteY32" fmla="*/ 290378 h 619446"/>
                <a:gd name="connsiteX33" fmla="*/ 560918 w 655884"/>
                <a:gd name="connsiteY33" fmla="*/ 380983 h 619446"/>
                <a:gd name="connsiteX34" fmla="*/ 470312 w 655884"/>
                <a:gd name="connsiteY34" fmla="*/ 356674 h 619446"/>
                <a:gd name="connsiteX35" fmla="*/ 508985 w 655884"/>
                <a:gd name="connsiteY35" fmla="*/ 333471 h 619446"/>
                <a:gd name="connsiteX36" fmla="*/ 452633 w 655884"/>
                <a:gd name="connsiteY36" fmla="*/ 235131 h 619446"/>
                <a:gd name="connsiteX37" fmla="*/ 434954 w 655884"/>
                <a:gd name="connsiteY37" fmla="*/ 221872 h 619446"/>
                <a:gd name="connsiteX38" fmla="*/ 415065 w 655884"/>
                <a:gd name="connsiteY38" fmla="*/ 234026 h 619446"/>
                <a:gd name="connsiteX39" fmla="*/ 381917 w 655884"/>
                <a:gd name="connsiteY39" fmla="*/ 291483 h 619446"/>
                <a:gd name="connsiteX40" fmla="*/ 343244 w 655884"/>
                <a:gd name="connsiteY40" fmla="*/ 270489 h 619446"/>
                <a:gd name="connsiteX41" fmla="*/ 376392 w 655884"/>
                <a:gd name="connsiteY41" fmla="*/ 213032 h 619446"/>
                <a:gd name="connsiteX42" fmla="*/ 434954 w 655884"/>
                <a:gd name="connsiteY42" fmla="*/ 178779 h 619446"/>
                <a:gd name="connsiteX43" fmla="*/ 0 w 655884"/>
                <a:gd name="connsiteY43" fmla="*/ 0 h 619446"/>
                <a:gd name="connsiteX44" fmla="*/ 66259 w 655884"/>
                <a:gd name="connsiteY44" fmla="*/ 0 h 619446"/>
                <a:gd name="connsiteX45" fmla="*/ 66259 w 655884"/>
                <a:gd name="connsiteY45" fmla="*/ 66259 h 619446"/>
                <a:gd name="connsiteX46" fmla="*/ 0 w 655884"/>
                <a:gd name="connsiteY46" fmla="*/ 66259 h 61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55884" h="619446">
                  <a:moveTo>
                    <a:pt x="613389" y="423308"/>
                  </a:moveTo>
                  <a:lnTo>
                    <a:pt x="646078" y="479970"/>
                  </a:lnTo>
                  <a:cubicBezTo>
                    <a:pt x="649347" y="485419"/>
                    <a:pt x="651526" y="489777"/>
                    <a:pt x="652616" y="495225"/>
                  </a:cubicBezTo>
                  <a:lnTo>
                    <a:pt x="653706" y="498494"/>
                  </a:lnTo>
                  <a:cubicBezTo>
                    <a:pt x="658064" y="514839"/>
                    <a:pt x="655885" y="532274"/>
                    <a:pt x="647168" y="546439"/>
                  </a:cubicBezTo>
                  <a:cubicBezTo>
                    <a:pt x="635181" y="566053"/>
                    <a:pt x="615568" y="576950"/>
                    <a:pt x="591595" y="576950"/>
                  </a:cubicBezTo>
                  <a:lnTo>
                    <a:pt x="589416" y="576950"/>
                  </a:lnTo>
                  <a:lnTo>
                    <a:pt x="478270" y="576950"/>
                  </a:lnTo>
                  <a:lnTo>
                    <a:pt x="478270" y="619446"/>
                  </a:lnTo>
                  <a:lnTo>
                    <a:pt x="412891" y="554067"/>
                  </a:lnTo>
                  <a:lnTo>
                    <a:pt x="478270" y="488687"/>
                  </a:lnTo>
                  <a:lnTo>
                    <a:pt x="478270" y="533363"/>
                  </a:lnTo>
                  <a:lnTo>
                    <a:pt x="589416" y="533363"/>
                  </a:lnTo>
                  <a:cubicBezTo>
                    <a:pt x="599223" y="533363"/>
                    <a:pt x="605761" y="530094"/>
                    <a:pt x="609030" y="524646"/>
                  </a:cubicBezTo>
                  <a:cubicBezTo>
                    <a:pt x="613389" y="518108"/>
                    <a:pt x="612299" y="509391"/>
                    <a:pt x="607940" y="501763"/>
                  </a:cubicBezTo>
                  <a:lnTo>
                    <a:pt x="575250" y="445101"/>
                  </a:lnTo>
                  <a:close/>
                  <a:moveTo>
                    <a:pt x="332703" y="333471"/>
                  </a:moveTo>
                  <a:lnTo>
                    <a:pt x="357012" y="424076"/>
                  </a:lnTo>
                  <a:lnTo>
                    <a:pt x="317234" y="400873"/>
                  </a:lnTo>
                  <a:lnTo>
                    <a:pt x="261987" y="499212"/>
                  </a:lnTo>
                  <a:cubicBezTo>
                    <a:pt x="256462" y="506947"/>
                    <a:pt x="255357" y="514681"/>
                    <a:pt x="259777" y="521311"/>
                  </a:cubicBezTo>
                  <a:cubicBezTo>
                    <a:pt x="264197" y="527941"/>
                    <a:pt x="271932" y="532361"/>
                    <a:pt x="280771" y="532361"/>
                  </a:cubicBezTo>
                  <a:lnTo>
                    <a:pt x="347068" y="532361"/>
                  </a:lnTo>
                  <a:lnTo>
                    <a:pt x="347068" y="576558"/>
                  </a:lnTo>
                  <a:lnTo>
                    <a:pt x="280771" y="576558"/>
                  </a:lnTo>
                  <a:cubicBezTo>
                    <a:pt x="256462" y="576558"/>
                    <a:pt x="233259" y="563299"/>
                    <a:pt x="221104" y="542305"/>
                  </a:cubicBezTo>
                  <a:cubicBezTo>
                    <a:pt x="210055" y="521311"/>
                    <a:pt x="210055" y="498107"/>
                    <a:pt x="223314" y="476008"/>
                  </a:cubicBezTo>
                  <a:lnTo>
                    <a:pt x="279666" y="378774"/>
                  </a:lnTo>
                  <a:lnTo>
                    <a:pt x="242098" y="357780"/>
                  </a:lnTo>
                  <a:close/>
                  <a:moveTo>
                    <a:pt x="434954" y="178779"/>
                  </a:moveTo>
                  <a:cubicBezTo>
                    <a:pt x="458158" y="178779"/>
                    <a:pt x="479152" y="192038"/>
                    <a:pt x="491306" y="214137"/>
                  </a:cubicBezTo>
                  <a:lnTo>
                    <a:pt x="547658" y="311372"/>
                  </a:lnTo>
                  <a:lnTo>
                    <a:pt x="585226" y="290378"/>
                  </a:lnTo>
                  <a:lnTo>
                    <a:pt x="560918" y="380983"/>
                  </a:lnTo>
                  <a:lnTo>
                    <a:pt x="470312" y="356674"/>
                  </a:lnTo>
                  <a:lnTo>
                    <a:pt x="508985" y="333471"/>
                  </a:lnTo>
                  <a:lnTo>
                    <a:pt x="452633" y="235131"/>
                  </a:lnTo>
                  <a:cubicBezTo>
                    <a:pt x="448213" y="226291"/>
                    <a:pt x="441584" y="222976"/>
                    <a:pt x="434954" y="221872"/>
                  </a:cubicBezTo>
                  <a:cubicBezTo>
                    <a:pt x="427220" y="221872"/>
                    <a:pt x="419485" y="226291"/>
                    <a:pt x="415065" y="234026"/>
                  </a:cubicBezTo>
                  <a:lnTo>
                    <a:pt x="381917" y="291483"/>
                  </a:lnTo>
                  <a:lnTo>
                    <a:pt x="343244" y="270489"/>
                  </a:lnTo>
                  <a:lnTo>
                    <a:pt x="376392" y="213032"/>
                  </a:lnTo>
                  <a:cubicBezTo>
                    <a:pt x="388547" y="192038"/>
                    <a:pt x="410645" y="177674"/>
                    <a:pt x="434954" y="178779"/>
                  </a:cubicBezTo>
                  <a:close/>
                  <a:moveTo>
                    <a:pt x="0" y="0"/>
                  </a:moveTo>
                  <a:lnTo>
                    <a:pt x="66259" y="0"/>
                  </a:lnTo>
                  <a:lnTo>
                    <a:pt x="66259" y="66259"/>
                  </a:lnTo>
                  <a:lnTo>
                    <a:pt x="0" y="6625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50" name="Group 149">
            <a:extLst>
              <a:ext uri="{FF2B5EF4-FFF2-40B4-BE49-F238E27FC236}">
                <a16:creationId xmlns:a16="http://schemas.microsoft.com/office/drawing/2014/main" id="{366B1C94-9A01-7824-8337-ADE4593479D0}"/>
              </a:ext>
              <a:ext uri="{C183D7F6-B498-43B3-948B-1728B52AA6E4}">
                <adec:decorative xmlns:adec="http://schemas.microsoft.com/office/drawing/2017/decorative" val="1"/>
              </a:ext>
            </a:extLst>
          </p:cNvPr>
          <p:cNvGrpSpPr>
            <a:grpSpLocks noChangeAspect="1"/>
          </p:cNvGrpSpPr>
          <p:nvPr/>
        </p:nvGrpSpPr>
        <p:grpSpPr>
          <a:xfrm>
            <a:off x="4363496" y="4343071"/>
            <a:ext cx="450510" cy="457200"/>
            <a:chOff x="4363496" y="4343071"/>
            <a:chExt cx="450510" cy="457200"/>
          </a:xfrm>
          <a:solidFill>
            <a:srgbClr val="FF0000"/>
          </a:solidFill>
        </p:grpSpPr>
        <p:sp>
          <p:nvSpPr>
            <p:cNvPr id="2261" name="Freeform: Shape 2260">
              <a:extLst>
                <a:ext uri="{FF2B5EF4-FFF2-40B4-BE49-F238E27FC236}">
                  <a16:creationId xmlns:a16="http://schemas.microsoft.com/office/drawing/2014/main" id="{49B049E1-2FA6-D138-C114-0FB65061AEAC}"/>
                </a:ext>
                <a:ext uri="{C183D7F6-B498-43B3-948B-1728B52AA6E4}">
                  <adec:decorative xmlns:adec="http://schemas.microsoft.com/office/drawing/2017/decorative" val="1"/>
                </a:ext>
              </a:extLst>
            </p:cNvPr>
            <p:cNvSpPr/>
            <p:nvPr/>
          </p:nvSpPr>
          <p:spPr>
            <a:xfrm>
              <a:off x="4363496" y="4413193"/>
              <a:ext cx="280873" cy="377744"/>
            </a:xfrm>
            <a:custGeom>
              <a:avLst/>
              <a:gdLst>
                <a:gd name="connsiteX0" fmla="*/ 126848 w 522418"/>
                <a:gd name="connsiteY0" fmla="*/ 416531 h 702596"/>
                <a:gd name="connsiteX1" fmla="*/ 143135 w 522418"/>
                <a:gd name="connsiteY1" fmla="*/ 432471 h 702596"/>
                <a:gd name="connsiteX2" fmla="*/ 143459 w 522418"/>
                <a:gd name="connsiteY2" fmla="*/ 445631 h 702596"/>
                <a:gd name="connsiteX3" fmla="*/ 156972 w 522418"/>
                <a:gd name="connsiteY3" fmla="*/ 509169 h 702596"/>
                <a:gd name="connsiteX4" fmla="*/ 200441 w 522418"/>
                <a:gd name="connsiteY4" fmla="*/ 549385 h 702596"/>
                <a:gd name="connsiteX5" fmla="*/ 235203 w 522418"/>
                <a:gd name="connsiteY5" fmla="*/ 558899 h 702596"/>
                <a:gd name="connsiteX6" fmla="*/ 253406 w 522418"/>
                <a:gd name="connsiteY6" fmla="*/ 558906 h 702596"/>
                <a:gd name="connsiteX7" fmla="*/ 276948 w 522418"/>
                <a:gd name="connsiteY7" fmla="*/ 583518 h 702596"/>
                <a:gd name="connsiteX8" fmla="*/ 251252 w 522418"/>
                <a:gd name="connsiteY8" fmla="*/ 604861 h 702596"/>
                <a:gd name="connsiteX9" fmla="*/ 161118 w 522418"/>
                <a:gd name="connsiteY9" fmla="*/ 578967 h 702596"/>
                <a:gd name="connsiteX10" fmla="*/ 130814 w 522418"/>
                <a:gd name="connsiteY10" fmla="*/ 551061 h 702596"/>
                <a:gd name="connsiteX11" fmla="*/ 115999 w 522418"/>
                <a:gd name="connsiteY11" fmla="*/ 528966 h 702596"/>
                <a:gd name="connsiteX12" fmla="*/ 99688 w 522418"/>
                <a:gd name="connsiteY12" fmla="*/ 484492 h 702596"/>
                <a:gd name="connsiteX13" fmla="*/ 98416 w 522418"/>
                <a:gd name="connsiteY13" fmla="*/ 442508 h 702596"/>
                <a:gd name="connsiteX14" fmla="*/ 101458 w 522418"/>
                <a:gd name="connsiteY14" fmla="*/ 428659 h 702596"/>
                <a:gd name="connsiteX15" fmla="*/ 126848 w 522418"/>
                <a:gd name="connsiteY15" fmla="*/ 416531 h 702596"/>
                <a:gd name="connsiteX16" fmla="*/ 254556 w 522418"/>
                <a:gd name="connsiteY16" fmla="*/ 299 h 702596"/>
                <a:gd name="connsiteX17" fmla="*/ 280132 w 522418"/>
                <a:gd name="connsiteY17" fmla="*/ 5038 h 702596"/>
                <a:gd name="connsiteX18" fmla="*/ 295732 w 522418"/>
                <a:gd name="connsiteY18" fmla="*/ 23524 h 702596"/>
                <a:gd name="connsiteX19" fmla="*/ 343343 w 522418"/>
                <a:gd name="connsiteY19" fmla="*/ 96303 h 702596"/>
                <a:gd name="connsiteX20" fmla="*/ 400204 w 522418"/>
                <a:gd name="connsiteY20" fmla="*/ 183595 h 702596"/>
                <a:gd name="connsiteX21" fmla="*/ 457386 w 522418"/>
                <a:gd name="connsiteY21" fmla="*/ 271252 h 702596"/>
                <a:gd name="connsiteX22" fmla="*/ 489504 w 522418"/>
                <a:gd name="connsiteY22" fmla="*/ 321039 h 702596"/>
                <a:gd name="connsiteX23" fmla="*/ 491926 w 522418"/>
                <a:gd name="connsiteY23" fmla="*/ 326297 h 702596"/>
                <a:gd name="connsiteX24" fmla="*/ 492448 w 522418"/>
                <a:gd name="connsiteY24" fmla="*/ 327632 h 702596"/>
                <a:gd name="connsiteX25" fmla="*/ 493032 w 522418"/>
                <a:gd name="connsiteY25" fmla="*/ 329126 h 702596"/>
                <a:gd name="connsiteX26" fmla="*/ 496838 w 522418"/>
                <a:gd name="connsiteY26" fmla="*/ 337102 h 702596"/>
                <a:gd name="connsiteX27" fmla="*/ 497359 w 522418"/>
                <a:gd name="connsiteY27" fmla="*/ 338436 h 702596"/>
                <a:gd name="connsiteX28" fmla="*/ 497942 w 522418"/>
                <a:gd name="connsiteY28" fmla="*/ 339928 h 702596"/>
                <a:gd name="connsiteX29" fmla="*/ 500770 w 522418"/>
                <a:gd name="connsiteY29" fmla="*/ 345946 h 702596"/>
                <a:gd name="connsiteX30" fmla="*/ 501291 w 522418"/>
                <a:gd name="connsiteY30" fmla="*/ 347282 h 702596"/>
                <a:gd name="connsiteX31" fmla="*/ 501871 w 522418"/>
                <a:gd name="connsiteY31" fmla="*/ 348767 h 702596"/>
                <a:gd name="connsiteX32" fmla="*/ 502756 w 522418"/>
                <a:gd name="connsiteY32" fmla="*/ 350896 h 702596"/>
                <a:gd name="connsiteX33" fmla="*/ 503266 w 522418"/>
                <a:gd name="connsiteY33" fmla="*/ 352211 h 702596"/>
                <a:gd name="connsiteX34" fmla="*/ 503835 w 522418"/>
                <a:gd name="connsiteY34" fmla="*/ 353677 h 702596"/>
                <a:gd name="connsiteX35" fmla="*/ 504702 w 522418"/>
                <a:gd name="connsiteY35" fmla="*/ 355855 h 702596"/>
                <a:gd name="connsiteX36" fmla="*/ 507367 w 522418"/>
                <a:gd name="connsiteY36" fmla="*/ 363601 h 702596"/>
                <a:gd name="connsiteX37" fmla="*/ 510709 w 522418"/>
                <a:gd name="connsiteY37" fmla="*/ 373318 h 702596"/>
                <a:gd name="connsiteX38" fmla="*/ 511623 w 522418"/>
                <a:gd name="connsiteY38" fmla="*/ 377358 h 702596"/>
                <a:gd name="connsiteX39" fmla="*/ 512182 w 522418"/>
                <a:gd name="connsiteY39" fmla="*/ 378867 h 702596"/>
                <a:gd name="connsiteX40" fmla="*/ 512673 w 522418"/>
                <a:gd name="connsiteY40" fmla="*/ 380193 h 702596"/>
                <a:gd name="connsiteX41" fmla="*/ 518532 w 522418"/>
                <a:gd name="connsiteY41" fmla="*/ 405057 h 702596"/>
                <a:gd name="connsiteX42" fmla="*/ 522412 w 522418"/>
                <a:gd name="connsiteY42" fmla="*/ 450266 h 702596"/>
                <a:gd name="connsiteX43" fmla="*/ 502592 w 522418"/>
                <a:gd name="connsiteY43" fmla="*/ 549233 h 702596"/>
                <a:gd name="connsiteX44" fmla="*/ 464814 w 522418"/>
                <a:gd name="connsiteY44" fmla="*/ 613088 h 702596"/>
                <a:gd name="connsiteX45" fmla="*/ 440198 w 522418"/>
                <a:gd name="connsiteY45" fmla="*/ 639372 h 702596"/>
                <a:gd name="connsiteX46" fmla="*/ 438218 w 522418"/>
                <a:gd name="connsiteY46" fmla="*/ 640959 h 702596"/>
                <a:gd name="connsiteX47" fmla="*/ 436278 w 522418"/>
                <a:gd name="connsiteY47" fmla="*/ 642515 h 702596"/>
                <a:gd name="connsiteX48" fmla="*/ 431351 w 522418"/>
                <a:gd name="connsiteY48" fmla="*/ 647235 h 702596"/>
                <a:gd name="connsiteX49" fmla="*/ 429374 w 522418"/>
                <a:gd name="connsiteY49" fmla="*/ 648820 h 702596"/>
                <a:gd name="connsiteX50" fmla="*/ 427439 w 522418"/>
                <a:gd name="connsiteY50" fmla="*/ 650371 h 702596"/>
                <a:gd name="connsiteX51" fmla="*/ 426375 w 522418"/>
                <a:gd name="connsiteY51" fmla="*/ 651219 h 702596"/>
                <a:gd name="connsiteX52" fmla="*/ 424449 w 522418"/>
                <a:gd name="connsiteY52" fmla="*/ 652761 h 702596"/>
                <a:gd name="connsiteX53" fmla="*/ 422529 w 522418"/>
                <a:gd name="connsiteY53" fmla="*/ 654299 h 702596"/>
                <a:gd name="connsiteX54" fmla="*/ 421465 w 522418"/>
                <a:gd name="connsiteY54" fmla="*/ 655147 h 702596"/>
                <a:gd name="connsiteX55" fmla="*/ 419563 w 522418"/>
                <a:gd name="connsiteY55" fmla="*/ 656668 h 702596"/>
                <a:gd name="connsiteX56" fmla="*/ 417636 w 522418"/>
                <a:gd name="connsiteY56" fmla="*/ 658208 h 702596"/>
                <a:gd name="connsiteX57" fmla="*/ 417256 w 522418"/>
                <a:gd name="connsiteY57" fmla="*/ 658150 h 702596"/>
                <a:gd name="connsiteX58" fmla="*/ 413708 w 522418"/>
                <a:gd name="connsiteY58" fmla="*/ 661155 h 702596"/>
                <a:gd name="connsiteX59" fmla="*/ 413330 w 522418"/>
                <a:gd name="connsiteY59" fmla="*/ 661097 h 702596"/>
                <a:gd name="connsiteX60" fmla="*/ 410549 w 522418"/>
                <a:gd name="connsiteY60" fmla="*/ 663488 h 702596"/>
                <a:gd name="connsiteX61" fmla="*/ 409975 w 522418"/>
                <a:gd name="connsiteY61" fmla="*/ 663677 h 702596"/>
                <a:gd name="connsiteX62" fmla="*/ 408190 w 522418"/>
                <a:gd name="connsiteY62" fmla="*/ 665012 h 702596"/>
                <a:gd name="connsiteX63" fmla="*/ 407603 w 522418"/>
                <a:gd name="connsiteY63" fmla="*/ 665451 h 702596"/>
                <a:gd name="connsiteX64" fmla="*/ 407029 w 522418"/>
                <a:gd name="connsiteY64" fmla="*/ 665641 h 702596"/>
                <a:gd name="connsiteX65" fmla="*/ 405245 w 522418"/>
                <a:gd name="connsiteY65" fmla="*/ 666975 h 702596"/>
                <a:gd name="connsiteX66" fmla="*/ 404657 w 522418"/>
                <a:gd name="connsiteY66" fmla="*/ 667415 h 702596"/>
                <a:gd name="connsiteX67" fmla="*/ 404082 w 522418"/>
                <a:gd name="connsiteY67" fmla="*/ 667605 h 702596"/>
                <a:gd name="connsiteX68" fmla="*/ 402295 w 522418"/>
                <a:gd name="connsiteY68" fmla="*/ 668942 h 702596"/>
                <a:gd name="connsiteX69" fmla="*/ 401710 w 522418"/>
                <a:gd name="connsiteY69" fmla="*/ 669379 h 702596"/>
                <a:gd name="connsiteX70" fmla="*/ 401109 w 522418"/>
                <a:gd name="connsiteY70" fmla="*/ 669554 h 702596"/>
                <a:gd name="connsiteX71" fmla="*/ 398666 w 522418"/>
                <a:gd name="connsiteY71" fmla="*/ 669563 h 702596"/>
                <a:gd name="connsiteX72" fmla="*/ 400963 w 522418"/>
                <a:gd name="connsiteY72" fmla="*/ 669595 h 702596"/>
                <a:gd name="connsiteX73" fmla="*/ 397055 w 522418"/>
                <a:gd name="connsiteY73" fmla="*/ 672153 h 702596"/>
                <a:gd name="connsiteX74" fmla="*/ 397764 w 522418"/>
                <a:gd name="connsiteY74" fmla="*/ 669566 h 702596"/>
                <a:gd name="connsiteX75" fmla="*/ 397755 w 522418"/>
                <a:gd name="connsiteY75" fmla="*/ 669567 h 702596"/>
                <a:gd name="connsiteX76" fmla="*/ 396802 w 522418"/>
                <a:gd name="connsiteY76" fmla="*/ 672320 h 702596"/>
                <a:gd name="connsiteX77" fmla="*/ 396200 w 522418"/>
                <a:gd name="connsiteY77" fmla="*/ 672499 h 702596"/>
                <a:gd name="connsiteX78" fmla="*/ 393731 w 522418"/>
                <a:gd name="connsiteY78" fmla="*/ 672509 h 702596"/>
                <a:gd name="connsiteX79" fmla="*/ 396052 w 522418"/>
                <a:gd name="connsiteY79" fmla="*/ 672541 h 702596"/>
                <a:gd name="connsiteX80" fmla="*/ 392145 w 522418"/>
                <a:gd name="connsiteY80" fmla="*/ 675099 h 702596"/>
                <a:gd name="connsiteX81" fmla="*/ 392853 w 522418"/>
                <a:gd name="connsiteY81" fmla="*/ 672512 h 702596"/>
                <a:gd name="connsiteX82" fmla="*/ 392845 w 522418"/>
                <a:gd name="connsiteY82" fmla="*/ 672512 h 702596"/>
                <a:gd name="connsiteX83" fmla="*/ 391892 w 522418"/>
                <a:gd name="connsiteY83" fmla="*/ 675266 h 702596"/>
                <a:gd name="connsiteX84" fmla="*/ 391290 w 522418"/>
                <a:gd name="connsiteY84" fmla="*/ 675444 h 702596"/>
                <a:gd name="connsiteX85" fmla="*/ 387893 w 522418"/>
                <a:gd name="connsiteY85" fmla="*/ 676035 h 702596"/>
                <a:gd name="connsiteX86" fmla="*/ 391143 w 522418"/>
                <a:gd name="connsiteY86" fmla="*/ 675486 h 702596"/>
                <a:gd name="connsiteX87" fmla="*/ 381369 w 522418"/>
                <a:gd name="connsiteY87" fmla="*/ 680977 h 702596"/>
                <a:gd name="connsiteX88" fmla="*/ 382702 w 522418"/>
                <a:gd name="connsiteY88" fmla="*/ 678076 h 702596"/>
                <a:gd name="connsiteX89" fmla="*/ 383316 w 522418"/>
                <a:gd name="connsiteY89" fmla="*/ 677659 h 702596"/>
                <a:gd name="connsiteX90" fmla="*/ 382586 w 522418"/>
                <a:gd name="connsiteY90" fmla="*/ 678152 h 702596"/>
                <a:gd name="connsiteX91" fmla="*/ 381090 w 522418"/>
                <a:gd name="connsiteY91" fmla="*/ 681157 h 702596"/>
                <a:gd name="connsiteX92" fmla="*/ 380497 w 522418"/>
                <a:gd name="connsiteY92" fmla="*/ 681338 h 702596"/>
                <a:gd name="connsiteX93" fmla="*/ 379408 w 522418"/>
                <a:gd name="connsiteY93" fmla="*/ 682000 h 702596"/>
                <a:gd name="connsiteX94" fmla="*/ 375348 w 522418"/>
                <a:gd name="connsiteY94" fmla="*/ 684467 h 702596"/>
                <a:gd name="connsiteX95" fmla="*/ 373501 w 522418"/>
                <a:gd name="connsiteY95" fmla="*/ 684472 h 702596"/>
                <a:gd name="connsiteX96" fmla="*/ 369519 w 522418"/>
                <a:gd name="connsiteY96" fmla="*/ 686653 h 702596"/>
                <a:gd name="connsiteX97" fmla="*/ 364545 w 522418"/>
                <a:gd name="connsiteY97" fmla="*/ 689378 h 702596"/>
                <a:gd name="connsiteX98" fmla="*/ 362722 w 522418"/>
                <a:gd name="connsiteY98" fmla="*/ 689395 h 702596"/>
                <a:gd name="connsiteX99" fmla="*/ 361325 w 522418"/>
                <a:gd name="connsiteY99" fmla="*/ 690276 h 702596"/>
                <a:gd name="connsiteX100" fmla="*/ 359635 w 522418"/>
                <a:gd name="connsiteY100" fmla="*/ 691342 h 702596"/>
                <a:gd name="connsiteX101" fmla="*/ 357812 w 522418"/>
                <a:gd name="connsiteY101" fmla="*/ 691359 h 702596"/>
                <a:gd name="connsiteX102" fmla="*/ 356415 w 522418"/>
                <a:gd name="connsiteY102" fmla="*/ 692240 h 702596"/>
                <a:gd name="connsiteX103" fmla="*/ 354724 w 522418"/>
                <a:gd name="connsiteY103" fmla="*/ 693306 h 702596"/>
                <a:gd name="connsiteX104" fmla="*/ 352901 w 522418"/>
                <a:gd name="connsiteY104" fmla="*/ 693323 h 702596"/>
                <a:gd name="connsiteX105" fmla="*/ 351505 w 522418"/>
                <a:gd name="connsiteY105" fmla="*/ 694204 h 702596"/>
                <a:gd name="connsiteX106" fmla="*/ 349814 w 522418"/>
                <a:gd name="connsiteY106" fmla="*/ 695270 h 702596"/>
                <a:gd name="connsiteX107" fmla="*/ 327548 w 522418"/>
                <a:gd name="connsiteY107" fmla="*/ 701104 h 702596"/>
                <a:gd name="connsiteX108" fmla="*/ 327548 w 522418"/>
                <a:gd name="connsiteY108" fmla="*/ 651319 h 702596"/>
                <a:gd name="connsiteX109" fmla="*/ 373466 w 522418"/>
                <a:gd name="connsiteY109" fmla="*/ 633576 h 702596"/>
                <a:gd name="connsiteX110" fmla="*/ 428308 w 522418"/>
                <a:gd name="connsiteY110" fmla="*/ 585792 h 702596"/>
                <a:gd name="connsiteX111" fmla="*/ 459621 w 522418"/>
                <a:gd name="connsiteY111" fmla="*/ 533987 h 702596"/>
                <a:gd name="connsiteX112" fmla="*/ 476420 w 522418"/>
                <a:gd name="connsiteY112" fmla="*/ 441509 h 702596"/>
                <a:gd name="connsiteX113" fmla="*/ 472482 w 522418"/>
                <a:gd name="connsiteY113" fmla="*/ 407079 h 702596"/>
                <a:gd name="connsiteX114" fmla="*/ 444412 w 522418"/>
                <a:gd name="connsiteY114" fmla="*/ 335107 h 702596"/>
                <a:gd name="connsiteX115" fmla="*/ 387375 w 522418"/>
                <a:gd name="connsiteY115" fmla="*/ 247372 h 702596"/>
                <a:gd name="connsiteX116" fmla="*/ 341934 w 522418"/>
                <a:gd name="connsiteY116" fmla="*/ 177749 h 702596"/>
                <a:gd name="connsiteX117" fmla="*/ 270516 w 522418"/>
                <a:gd name="connsiteY117" fmla="*/ 68556 h 702596"/>
                <a:gd name="connsiteX118" fmla="*/ 251626 w 522418"/>
                <a:gd name="connsiteY118" fmla="*/ 68890 h 702596"/>
                <a:gd name="connsiteX119" fmla="*/ 200158 w 522418"/>
                <a:gd name="connsiteY119" fmla="*/ 148260 h 702596"/>
                <a:gd name="connsiteX120" fmla="*/ 156049 w 522418"/>
                <a:gd name="connsiteY120" fmla="*/ 215902 h 702596"/>
                <a:gd name="connsiteX121" fmla="*/ 98218 w 522418"/>
                <a:gd name="connsiteY121" fmla="*/ 304279 h 702596"/>
                <a:gd name="connsiteX122" fmla="*/ 60043 w 522418"/>
                <a:gd name="connsiteY122" fmla="*/ 371298 h 702596"/>
                <a:gd name="connsiteX123" fmla="*/ 45484 w 522418"/>
                <a:gd name="connsiteY123" fmla="*/ 438865 h 702596"/>
                <a:gd name="connsiteX124" fmla="*/ 48297 w 522418"/>
                <a:gd name="connsiteY124" fmla="*/ 484838 h 702596"/>
                <a:gd name="connsiteX125" fmla="*/ 65301 w 522418"/>
                <a:gd name="connsiteY125" fmla="*/ 539774 h 702596"/>
                <a:gd name="connsiteX126" fmla="*/ 124362 w 522418"/>
                <a:gd name="connsiteY126" fmla="*/ 615970 h 702596"/>
                <a:gd name="connsiteX127" fmla="*/ 188922 w 522418"/>
                <a:gd name="connsiteY127" fmla="*/ 652559 h 702596"/>
                <a:gd name="connsiteX128" fmla="*/ 200762 w 522418"/>
                <a:gd name="connsiteY128" fmla="*/ 655627 h 702596"/>
                <a:gd name="connsiteX129" fmla="*/ 200762 w 522418"/>
                <a:gd name="connsiteY129" fmla="*/ 702596 h 702596"/>
                <a:gd name="connsiteX130" fmla="*/ 192886 w 522418"/>
                <a:gd name="connsiteY130" fmla="*/ 701038 h 702596"/>
                <a:gd name="connsiteX131" fmla="*/ 191414 w 522418"/>
                <a:gd name="connsiteY131" fmla="*/ 700613 h 702596"/>
                <a:gd name="connsiteX132" fmla="*/ 189888 w 522418"/>
                <a:gd name="connsiteY132" fmla="*/ 700172 h 702596"/>
                <a:gd name="connsiteX133" fmla="*/ 186019 w 522418"/>
                <a:gd name="connsiteY133" fmla="*/ 699049 h 702596"/>
                <a:gd name="connsiteX134" fmla="*/ 179481 w 522418"/>
                <a:gd name="connsiteY134" fmla="*/ 696929 h 702596"/>
                <a:gd name="connsiteX135" fmla="*/ 168247 w 522418"/>
                <a:gd name="connsiteY135" fmla="*/ 693285 h 702596"/>
                <a:gd name="connsiteX136" fmla="*/ 166292 w 522418"/>
                <a:gd name="connsiteY136" fmla="*/ 692137 h 702596"/>
                <a:gd name="connsiteX137" fmla="*/ 165261 w 522418"/>
                <a:gd name="connsiteY137" fmla="*/ 691853 h 702596"/>
                <a:gd name="connsiteX138" fmla="*/ 163373 w 522418"/>
                <a:gd name="connsiteY138" fmla="*/ 691333 h 702596"/>
                <a:gd name="connsiteX139" fmla="*/ 161385 w 522418"/>
                <a:gd name="connsiteY139" fmla="*/ 690175 h 702596"/>
                <a:gd name="connsiteX140" fmla="*/ 160333 w 522418"/>
                <a:gd name="connsiteY140" fmla="*/ 689885 h 702596"/>
                <a:gd name="connsiteX141" fmla="*/ 158462 w 522418"/>
                <a:gd name="connsiteY141" fmla="*/ 689369 h 702596"/>
                <a:gd name="connsiteX142" fmla="*/ 154533 w 522418"/>
                <a:gd name="connsiteY142" fmla="*/ 687246 h 702596"/>
                <a:gd name="connsiteX143" fmla="*/ 153345 w 522418"/>
                <a:gd name="connsiteY143" fmla="*/ 686914 h 702596"/>
                <a:gd name="connsiteX144" fmla="*/ 151588 w 522418"/>
                <a:gd name="connsiteY144" fmla="*/ 686423 h 702596"/>
                <a:gd name="connsiteX145" fmla="*/ 97136 w 522418"/>
                <a:gd name="connsiteY145" fmla="*/ 652289 h 702596"/>
                <a:gd name="connsiteX146" fmla="*/ 67325 w 522418"/>
                <a:gd name="connsiteY146" fmla="*/ 624325 h 702596"/>
                <a:gd name="connsiteX147" fmla="*/ 32625 w 522418"/>
                <a:gd name="connsiteY147" fmla="*/ 575698 h 702596"/>
                <a:gd name="connsiteX148" fmla="*/ 25849 w 522418"/>
                <a:gd name="connsiteY148" fmla="*/ 562105 h 702596"/>
                <a:gd name="connsiteX149" fmla="*/ 25474 w 522418"/>
                <a:gd name="connsiteY149" fmla="*/ 561222 h 702596"/>
                <a:gd name="connsiteX150" fmla="*/ 24917 w 522418"/>
                <a:gd name="connsiteY150" fmla="*/ 559909 h 702596"/>
                <a:gd name="connsiteX151" fmla="*/ 21920 w 522418"/>
                <a:gd name="connsiteY151" fmla="*/ 553258 h 702596"/>
                <a:gd name="connsiteX152" fmla="*/ 21551 w 522418"/>
                <a:gd name="connsiteY152" fmla="*/ 552392 h 702596"/>
                <a:gd name="connsiteX153" fmla="*/ 20988 w 522418"/>
                <a:gd name="connsiteY153" fmla="*/ 551071 h 702596"/>
                <a:gd name="connsiteX154" fmla="*/ 19955 w 522418"/>
                <a:gd name="connsiteY154" fmla="*/ 548319 h 702596"/>
                <a:gd name="connsiteX155" fmla="*/ 19610 w 522418"/>
                <a:gd name="connsiteY155" fmla="*/ 547519 h 702596"/>
                <a:gd name="connsiteX156" fmla="*/ 19024 w 522418"/>
                <a:gd name="connsiteY156" fmla="*/ 546160 h 702596"/>
                <a:gd name="connsiteX157" fmla="*/ 17991 w 522418"/>
                <a:gd name="connsiteY157" fmla="*/ 543409 h 702596"/>
                <a:gd name="connsiteX158" fmla="*/ 17646 w 522418"/>
                <a:gd name="connsiteY158" fmla="*/ 542608 h 702596"/>
                <a:gd name="connsiteX159" fmla="*/ 17060 w 522418"/>
                <a:gd name="connsiteY159" fmla="*/ 541250 h 702596"/>
                <a:gd name="connsiteX160" fmla="*/ 16053 w 522418"/>
                <a:gd name="connsiteY160" fmla="*/ 538422 h 702596"/>
                <a:gd name="connsiteX161" fmla="*/ 15034 w 522418"/>
                <a:gd name="connsiteY161" fmla="*/ 535570 h 702596"/>
                <a:gd name="connsiteX162" fmla="*/ 12150 w 522418"/>
                <a:gd name="connsiteY162" fmla="*/ 527501 h 702596"/>
                <a:gd name="connsiteX163" fmla="*/ 11113 w 522418"/>
                <a:gd name="connsiteY163" fmla="*/ 522831 h 702596"/>
                <a:gd name="connsiteX164" fmla="*/ 10728 w 522418"/>
                <a:gd name="connsiteY164" fmla="*/ 521916 h 702596"/>
                <a:gd name="connsiteX165" fmla="*/ 10186 w 522418"/>
                <a:gd name="connsiteY165" fmla="*/ 520627 h 702596"/>
                <a:gd name="connsiteX166" fmla="*/ 4222 w 522418"/>
                <a:gd name="connsiteY166" fmla="*/ 496210 h 702596"/>
                <a:gd name="connsiteX167" fmla="*/ 278 w 522418"/>
                <a:gd name="connsiteY167" fmla="*/ 438692 h 702596"/>
                <a:gd name="connsiteX168" fmla="*/ 9290 w 522418"/>
                <a:gd name="connsiteY168" fmla="*/ 380443 h 702596"/>
                <a:gd name="connsiteX169" fmla="*/ 30790 w 522418"/>
                <a:gd name="connsiteY169" fmla="*/ 325601 h 702596"/>
                <a:gd name="connsiteX170" fmla="*/ 53783 w 522418"/>
                <a:gd name="connsiteY170" fmla="*/ 288855 h 702596"/>
                <a:gd name="connsiteX171" fmla="*/ 115699 w 522418"/>
                <a:gd name="connsiteY171" fmla="*/ 194407 h 702596"/>
                <a:gd name="connsiteX172" fmla="*/ 157496 w 522418"/>
                <a:gd name="connsiteY172" fmla="*/ 130101 h 702596"/>
                <a:gd name="connsiteX173" fmla="*/ 214758 w 522418"/>
                <a:gd name="connsiteY173" fmla="*/ 42311 h 702596"/>
                <a:gd name="connsiteX174" fmla="*/ 231840 w 522418"/>
                <a:gd name="connsiteY174" fmla="*/ 15966 h 702596"/>
                <a:gd name="connsiteX175" fmla="*/ 232818 w 522418"/>
                <a:gd name="connsiteY175" fmla="*/ 14916 h 702596"/>
                <a:gd name="connsiteX176" fmla="*/ 233821 w 522418"/>
                <a:gd name="connsiteY176" fmla="*/ 13841 h 702596"/>
                <a:gd name="connsiteX177" fmla="*/ 237823 w 522418"/>
                <a:gd name="connsiteY177" fmla="*/ 9057 h 702596"/>
                <a:gd name="connsiteX178" fmla="*/ 240142 w 522418"/>
                <a:gd name="connsiteY178" fmla="*/ 7202 h 702596"/>
                <a:gd name="connsiteX179" fmla="*/ 240960 w 522418"/>
                <a:gd name="connsiteY179" fmla="*/ 6547 h 702596"/>
                <a:gd name="connsiteX180" fmla="*/ 241534 w 522418"/>
                <a:gd name="connsiteY180" fmla="*/ 6358 h 702596"/>
                <a:gd name="connsiteX181" fmla="*/ 243317 w 522418"/>
                <a:gd name="connsiteY181" fmla="*/ 5025 h 702596"/>
                <a:gd name="connsiteX182" fmla="*/ 243906 w 522418"/>
                <a:gd name="connsiteY182" fmla="*/ 4585 h 702596"/>
                <a:gd name="connsiteX183" fmla="*/ 244507 w 522418"/>
                <a:gd name="connsiteY183" fmla="*/ 4410 h 702596"/>
                <a:gd name="connsiteX184" fmla="*/ 245695 w 522418"/>
                <a:gd name="connsiteY184" fmla="*/ 3803 h 702596"/>
                <a:gd name="connsiteX185" fmla="*/ 250627 w 522418"/>
                <a:gd name="connsiteY185" fmla="*/ 1281 h 702596"/>
                <a:gd name="connsiteX186" fmla="*/ 252349 w 522418"/>
                <a:gd name="connsiteY186" fmla="*/ 1453 h 702596"/>
                <a:gd name="connsiteX187" fmla="*/ 253608 w 522418"/>
                <a:gd name="connsiteY187" fmla="*/ 795 h 70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22418" h="702596">
                  <a:moveTo>
                    <a:pt x="126848" y="416531"/>
                  </a:moveTo>
                  <a:cubicBezTo>
                    <a:pt x="133325" y="417226"/>
                    <a:pt x="141451" y="424661"/>
                    <a:pt x="143135" y="432471"/>
                  </a:cubicBezTo>
                  <a:cubicBezTo>
                    <a:pt x="144045" y="436695"/>
                    <a:pt x="144011" y="441312"/>
                    <a:pt x="143459" y="445631"/>
                  </a:cubicBezTo>
                  <a:cubicBezTo>
                    <a:pt x="140542" y="468435"/>
                    <a:pt x="145495" y="489382"/>
                    <a:pt x="156972" y="509169"/>
                  </a:cubicBezTo>
                  <a:cubicBezTo>
                    <a:pt x="167382" y="527117"/>
                    <a:pt x="182136" y="540249"/>
                    <a:pt x="200441" y="549385"/>
                  </a:cubicBezTo>
                  <a:cubicBezTo>
                    <a:pt x="211300" y="554804"/>
                    <a:pt x="222866" y="558545"/>
                    <a:pt x="235203" y="558899"/>
                  </a:cubicBezTo>
                  <a:cubicBezTo>
                    <a:pt x="241266" y="559072"/>
                    <a:pt x="247342" y="559070"/>
                    <a:pt x="253406" y="558906"/>
                  </a:cubicBezTo>
                  <a:cubicBezTo>
                    <a:pt x="266604" y="558549"/>
                    <a:pt x="279396" y="570236"/>
                    <a:pt x="276948" y="583518"/>
                  </a:cubicBezTo>
                  <a:cubicBezTo>
                    <a:pt x="273891" y="600103"/>
                    <a:pt x="266398" y="604208"/>
                    <a:pt x="251252" y="604861"/>
                  </a:cubicBezTo>
                  <a:cubicBezTo>
                    <a:pt x="218514" y="606273"/>
                    <a:pt x="188292" y="597602"/>
                    <a:pt x="161118" y="578967"/>
                  </a:cubicBezTo>
                  <a:cubicBezTo>
                    <a:pt x="149760" y="571178"/>
                    <a:pt x="139695" y="561974"/>
                    <a:pt x="130814" y="551061"/>
                  </a:cubicBezTo>
                  <a:cubicBezTo>
                    <a:pt x="125833" y="543469"/>
                    <a:pt x="120765" y="536315"/>
                    <a:pt x="115999" y="528966"/>
                  </a:cubicBezTo>
                  <a:cubicBezTo>
                    <a:pt x="107201" y="515401"/>
                    <a:pt x="102632" y="500093"/>
                    <a:pt x="99688" y="484492"/>
                  </a:cubicBezTo>
                  <a:cubicBezTo>
                    <a:pt x="97085" y="470702"/>
                    <a:pt x="95954" y="456577"/>
                    <a:pt x="98416" y="442508"/>
                  </a:cubicBezTo>
                  <a:cubicBezTo>
                    <a:pt x="99232" y="437844"/>
                    <a:pt x="99586" y="432899"/>
                    <a:pt x="101458" y="428659"/>
                  </a:cubicBezTo>
                  <a:cubicBezTo>
                    <a:pt x="105781" y="418865"/>
                    <a:pt x="114218" y="415177"/>
                    <a:pt x="126848" y="416531"/>
                  </a:cubicBezTo>
                  <a:close/>
                  <a:moveTo>
                    <a:pt x="254556" y="299"/>
                  </a:moveTo>
                  <a:cubicBezTo>
                    <a:pt x="263517" y="-480"/>
                    <a:pt x="272223" y="-10"/>
                    <a:pt x="280132" y="5038"/>
                  </a:cubicBezTo>
                  <a:cubicBezTo>
                    <a:pt x="287267" y="9592"/>
                    <a:pt x="291281" y="16774"/>
                    <a:pt x="295732" y="23524"/>
                  </a:cubicBezTo>
                  <a:cubicBezTo>
                    <a:pt x="311690" y="47726"/>
                    <a:pt x="327507" y="72021"/>
                    <a:pt x="343343" y="96303"/>
                  </a:cubicBezTo>
                  <a:cubicBezTo>
                    <a:pt x="362314" y="125390"/>
                    <a:pt x="381240" y="154505"/>
                    <a:pt x="400204" y="183595"/>
                  </a:cubicBezTo>
                  <a:cubicBezTo>
                    <a:pt x="419256" y="212820"/>
                    <a:pt x="438362" y="242009"/>
                    <a:pt x="457386" y="271252"/>
                  </a:cubicBezTo>
                  <a:cubicBezTo>
                    <a:pt x="468156" y="287806"/>
                    <a:pt x="478817" y="304431"/>
                    <a:pt x="489504" y="321039"/>
                  </a:cubicBezTo>
                  <a:cubicBezTo>
                    <a:pt x="490449" y="322509"/>
                    <a:pt x="491226" y="324088"/>
                    <a:pt x="491926" y="326297"/>
                  </a:cubicBezTo>
                  <a:lnTo>
                    <a:pt x="492448" y="327632"/>
                  </a:lnTo>
                  <a:lnTo>
                    <a:pt x="493032" y="329126"/>
                  </a:lnTo>
                  <a:cubicBezTo>
                    <a:pt x="494352" y="331558"/>
                    <a:pt x="495673" y="333990"/>
                    <a:pt x="496838" y="337102"/>
                  </a:cubicBezTo>
                  <a:lnTo>
                    <a:pt x="497359" y="338436"/>
                  </a:lnTo>
                  <a:lnTo>
                    <a:pt x="497942" y="339928"/>
                  </a:lnTo>
                  <a:cubicBezTo>
                    <a:pt x="498938" y="341709"/>
                    <a:pt x="499934" y="343491"/>
                    <a:pt x="500770" y="345946"/>
                  </a:cubicBezTo>
                  <a:lnTo>
                    <a:pt x="501291" y="347282"/>
                  </a:lnTo>
                  <a:lnTo>
                    <a:pt x="501871" y="348767"/>
                  </a:lnTo>
                  <a:cubicBezTo>
                    <a:pt x="502226" y="349265"/>
                    <a:pt x="502582" y="349764"/>
                    <a:pt x="502756" y="350896"/>
                  </a:cubicBezTo>
                  <a:lnTo>
                    <a:pt x="503266" y="352211"/>
                  </a:lnTo>
                  <a:lnTo>
                    <a:pt x="503835" y="353677"/>
                  </a:lnTo>
                  <a:cubicBezTo>
                    <a:pt x="504188" y="354166"/>
                    <a:pt x="504542" y="354655"/>
                    <a:pt x="504702" y="355855"/>
                  </a:cubicBezTo>
                  <a:lnTo>
                    <a:pt x="507367" y="363601"/>
                  </a:lnTo>
                  <a:lnTo>
                    <a:pt x="510709" y="373318"/>
                  </a:lnTo>
                  <a:cubicBezTo>
                    <a:pt x="511084" y="374436"/>
                    <a:pt x="511458" y="375553"/>
                    <a:pt x="511623" y="377358"/>
                  </a:cubicBezTo>
                  <a:lnTo>
                    <a:pt x="512182" y="378867"/>
                  </a:lnTo>
                  <a:lnTo>
                    <a:pt x="512673" y="380193"/>
                  </a:lnTo>
                  <a:cubicBezTo>
                    <a:pt x="514682" y="388474"/>
                    <a:pt x="517458" y="396657"/>
                    <a:pt x="518532" y="405057"/>
                  </a:cubicBezTo>
                  <a:cubicBezTo>
                    <a:pt x="520448" y="420058"/>
                    <a:pt x="522550" y="435202"/>
                    <a:pt x="522412" y="450266"/>
                  </a:cubicBezTo>
                  <a:cubicBezTo>
                    <a:pt x="522100" y="484395"/>
                    <a:pt x="515733" y="517473"/>
                    <a:pt x="502592" y="549233"/>
                  </a:cubicBezTo>
                  <a:cubicBezTo>
                    <a:pt x="493011" y="572387"/>
                    <a:pt x="480251" y="593551"/>
                    <a:pt x="464814" y="613088"/>
                  </a:cubicBezTo>
                  <a:cubicBezTo>
                    <a:pt x="457506" y="622338"/>
                    <a:pt x="448898" y="630561"/>
                    <a:pt x="440198" y="639372"/>
                  </a:cubicBezTo>
                  <a:lnTo>
                    <a:pt x="438218" y="640959"/>
                  </a:lnTo>
                  <a:lnTo>
                    <a:pt x="436278" y="642515"/>
                  </a:lnTo>
                  <a:cubicBezTo>
                    <a:pt x="434860" y="644050"/>
                    <a:pt x="433443" y="645585"/>
                    <a:pt x="431351" y="647235"/>
                  </a:cubicBezTo>
                  <a:lnTo>
                    <a:pt x="429374" y="648820"/>
                  </a:lnTo>
                  <a:lnTo>
                    <a:pt x="427439" y="650371"/>
                  </a:lnTo>
                  <a:cubicBezTo>
                    <a:pt x="427426" y="650715"/>
                    <a:pt x="427274" y="650977"/>
                    <a:pt x="426375" y="651219"/>
                  </a:cubicBezTo>
                  <a:lnTo>
                    <a:pt x="424449" y="652761"/>
                  </a:lnTo>
                  <a:lnTo>
                    <a:pt x="422529" y="654299"/>
                  </a:lnTo>
                  <a:cubicBezTo>
                    <a:pt x="422516" y="654643"/>
                    <a:pt x="422364" y="654905"/>
                    <a:pt x="421465" y="655147"/>
                  </a:cubicBezTo>
                  <a:lnTo>
                    <a:pt x="419563" y="656668"/>
                  </a:lnTo>
                  <a:lnTo>
                    <a:pt x="417636" y="658208"/>
                  </a:lnTo>
                  <a:cubicBezTo>
                    <a:pt x="417636" y="658208"/>
                    <a:pt x="417599" y="658137"/>
                    <a:pt x="417256" y="658150"/>
                  </a:cubicBezTo>
                  <a:cubicBezTo>
                    <a:pt x="415845" y="659160"/>
                    <a:pt x="414777" y="660157"/>
                    <a:pt x="413708" y="661155"/>
                  </a:cubicBezTo>
                  <a:cubicBezTo>
                    <a:pt x="413708" y="661155"/>
                    <a:pt x="413671" y="661083"/>
                    <a:pt x="413330" y="661097"/>
                  </a:cubicBezTo>
                  <a:cubicBezTo>
                    <a:pt x="412177" y="661904"/>
                    <a:pt x="411363" y="662696"/>
                    <a:pt x="410549" y="663488"/>
                  </a:cubicBezTo>
                  <a:cubicBezTo>
                    <a:pt x="410549" y="663488"/>
                    <a:pt x="410463" y="663777"/>
                    <a:pt x="409975" y="663677"/>
                  </a:cubicBezTo>
                  <a:lnTo>
                    <a:pt x="408190" y="665012"/>
                  </a:lnTo>
                  <a:lnTo>
                    <a:pt x="407603" y="665451"/>
                  </a:lnTo>
                  <a:cubicBezTo>
                    <a:pt x="407603" y="665451"/>
                    <a:pt x="407517" y="665740"/>
                    <a:pt x="407029" y="665641"/>
                  </a:cubicBezTo>
                  <a:lnTo>
                    <a:pt x="405245" y="666975"/>
                  </a:lnTo>
                  <a:lnTo>
                    <a:pt x="404657" y="667415"/>
                  </a:lnTo>
                  <a:cubicBezTo>
                    <a:pt x="404657" y="667415"/>
                    <a:pt x="404571" y="667704"/>
                    <a:pt x="404082" y="667605"/>
                  </a:cubicBezTo>
                  <a:lnTo>
                    <a:pt x="402295" y="668942"/>
                  </a:lnTo>
                  <a:lnTo>
                    <a:pt x="401710" y="669379"/>
                  </a:lnTo>
                  <a:cubicBezTo>
                    <a:pt x="401710" y="669379"/>
                    <a:pt x="401623" y="669670"/>
                    <a:pt x="401109" y="669554"/>
                  </a:cubicBezTo>
                  <a:lnTo>
                    <a:pt x="398666" y="669563"/>
                  </a:lnTo>
                  <a:lnTo>
                    <a:pt x="400963" y="669595"/>
                  </a:lnTo>
                  <a:cubicBezTo>
                    <a:pt x="399990" y="670496"/>
                    <a:pt x="398649" y="671241"/>
                    <a:pt x="397055" y="672153"/>
                  </a:cubicBezTo>
                  <a:lnTo>
                    <a:pt x="397764" y="669566"/>
                  </a:lnTo>
                  <a:lnTo>
                    <a:pt x="397755" y="669567"/>
                  </a:lnTo>
                  <a:cubicBezTo>
                    <a:pt x="396956" y="669898"/>
                    <a:pt x="396558" y="670686"/>
                    <a:pt x="396802" y="672320"/>
                  </a:cubicBezTo>
                  <a:cubicBezTo>
                    <a:pt x="396802" y="672320"/>
                    <a:pt x="396715" y="672613"/>
                    <a:pt x="396200" y="672499"/>
                  </a:cubicBezTo>
                  <a:lnTo>
                    <a:pt x="393731" y="672509"/>
                  </a:lnTo>
                  <a:lnTo>
                    <a:pt x="396052" y="672541"/>
                  </a:lnTo>
                  <a:cubicBezTo>
                    <a:pt x="395079" y="673442"/>
                    <a:pt x="393738" y="674187"/>
                    <a:pt x="392145" y="675099"/>
                  </a:cubicBezTo>
                  <a:lnTo>
                    <a:pt x="392853" y="672512"/>
                  </a:lnTo>
                  <a:lnTo>
                    <a:pt x="392845" y="672512"/>
                  </a:lnTo>
                  <a:cubicBezTo>
                    <a:pt x="392046" y="672844"/>
                    <a:pt x="391648" y="673632"/>
                    <a:pt x="391892" y="675266"/>
                  </a:cubicBezTo>
                  <a:cubicBezTo>
                    <a:pt x="391892" y="675266"/>
                    <a:pt x="391805" y="675559"/>
                    <a:pt x="391290" y="675444"/>
                  </a:cubicBezTo>
                  <a:lnTo>
                    <a:pt x="387893" y="676035"/>
                  </a:lnTo>
                  <a:lnTo>
                    <a:pt x="391143" y="675486"/>
                  </a:lnTo>
                  <a:cubicBezTo>
                    <a:pt x="388223" y="677361"/>
                    <a:pt x="384936" y="679078"/>
                    <a:pt x="381369" y="680977"/>
                  </a:cubicBezTo>
                  <a:cubicBezTo>
                    <a:pt x="381620" y="679729"/>
                    <a:pt x="382082" y="678790"/>
                    <a:pt x="382702" y="678076"/>
                  </a:cubicBezTo>
                  <a:lnTo>
                    <a:pt x="383316" y="677659"/>
                  </a:lnTo>
                  <a:lnTo>
                    <a:pt x="382586" y="678152"/>
                  </a:lnTo>
                  <a:cubicBezTo>
                    <a:pt x="381925" y="678891"/>
                    <a:pt x="381411" y="679864"/>
                    <a:pt x="381090" y="681157"/>
                  </a:cubicBezTo>
                  <a:cubicBezTo>
                    <a:pt x="381090" y="681157"/>
                    <a:pt x="381003" y="681451"/>
                    <a:pt x="380497" y="681338"/>
                  </a:cubicBezTo>
                  <a:lnTo>
                    <a:pt x="379408" y="682000"/>
                  </a:lnTo>
                  <a:lnTo>
                    <a:pt x="375348" y="684467"/>
                  </a:lnTo>
                  <a:cubicBezTo>
                    <a:pt x="374922" y="684526"/>
                    <a:pt x="374497" y="684584"/>
                    <a:pt x="373501" y="684472"/>
                  </a:cubicBezTo>
                  <a:lnTo>
                    <a:pt x="369519" y="686653"/>
                  </a:lnTo>
                  <a:lnTo>
                    <a:pt x="364545" y="689378"/>
                  </a:lnTo>
                  <a:cubicBezTo>
                    <a:pt x="364119" y="689436"/>
                    <a:pt x="363694" y="689494"/>
                    <a:pt x="362722" y="689395"/>
                  </a:cubicBezTo>
                  <a:lnTo>
                    <a:pt x="361325" y="690276"/>
                  </a:lnTo>
                  <a:lnTo>
                    <a:pt x="359635" y="691342"/>
                  </a:lnTo>
                  <a:cubicBezTo>
                    <a:pt x="359209" y="691400"/>
                    <a:pt x="358784" y="691458"/>
                    <a:pt x="357812" y="691359"/>
                  </a:cubicBezTo>
                  <a:lnTo>
                    <a:pt x="356415" y="692240"/>
                  </a:lnTo>
                  <a:lnTo>
                    <a:pt x="354724" y="693306"/>
                  </a:lnTo>
                  <a:cubicBezTo>
                    <a:pt x="354299" y="693364"/>
                    <a:pt x="353873" y="693422"/>
                    <a:pt x="352901" y="693323"/>
                  </a:cubicBezTo>
                  <a:lnTo>
                    <a:pt x="351505" y="694204"/>
                  </a:lnTo>
                  <a:lnTo>
                    <a:pt x="349814" y="695270"/>
                  </a:lnTo>
                  <a:lnTo>
                    <a:pt x="327548" y="701104"/>
                  </a:lnTo>
                  <a:lnTo>
                    <a:pt x="327548" y="651319"/>
                  </a:lnTo>
                  <a:lnTo>
                    <a:pt x="373466" y="633576"/>
                  </a:lnTo>
                  <a:cubicBezTo>
                    <a:pt x="394550" y="620840"/>
                    <a:pt x="412689" y="604652"/>
                    <a:pt x="428308" y="585792"/>
                  </a:cubicBezTo>
                  <a:cubicBezTo>
                    <a:pt x="441264" y="570148"/>
                    <a:pt x="451714" y="552797"/>
                    <a:pt x="459621" y="533987"/>
                  </a:cubicBezTo>
                  <a:cubicBezTo>
                    <a:pt x="472061" y="504392"/>
                    <a:pt x="478636" y="473709"/>
                    <a:pt x="476420" y="441509"/>
                  </a:cubicBezTo>
                  <a:cubicBezTo>
                    <a:pt x="475627" y="429993"/>
                    <a:pt x="474370" y="418462"/>
                    <a:pt x="472482" y="407079"/>
                  </a:cubicBezTo>
                  <a:cubicBezTo>
                    <a:pt x="468184" y="381171"/>
                    <a:pt x="458178" y="357217"/>
                    <a:pt x="444412" y="335107"/>
                  </a:cubicBezTo>
                  <a:cubicBezTo>
                    <a:pt x="425980" y="305501"/>
                    <a:pt x="406440" y="276584"/>
                    <a:pt x="387375" y="247372"/>
                  </a:cubicBezTo>
                  <a:cubicBezTo>
                    <a:pt x="372229" y="224164"/>
                    <a:pt x="357096" y="200947"/>
                    <a:pt x="341934" y="177749"/>
                  </a:cubicBezTo>
                  <a:cubicBezTo>
                    <a:pt x="318142" y="141343"/>
                    <a:pt x="294344" y="104939"/>
                    <a:pt x="270516" y="68556"/>
                  </a:cubicBezTo>
                  <a:cubicBezTo>
                    <a:pt x="265118" y="60314"/>
                    <a:pt x="257123" y="60437"/>
                    <a:pt x="251626" y="68890"/>
                  </a:cubicBezTo>
                  <a:cubicBezTo>
                    <a:pt x="234435" y="95324"/>
                    <a:pt x="217339" y="121819"/>
                    <a:pt x="200158" y="148260"/>
                  </a:cubicBezTo>
                  <a:cubicBezTo>
                    <a:pt x="185491" y="170831"/>
                    <a:pt x="170776" y="193370"/>
                    <a:pt x="156049" y="215902"/>
                  </a:cubicBezTo>
                  <a:cubicBezTo>
                    <a:pt x="136788" y="245371"/>
                    <a:pt x="117484" y="274813"/>
                    <a:pt x="98218" y="304279"/>
                  </a:cubicBezTo>
                  <a:cubicBezTo>
                    <a:pt x="84125" y="325835"/>
                    <a:pt x="69197" y="346875"/>
                    <a:pt x="60043" y="371298"/>
                  </a:cubicBezTo>
                  <a:cubicBezTo>
                    <a:pt x="51853" y="393146"/>
                    <a:pt x="46906" y="415657"/>
                    <a:pt x="45484" y="438865"/>
                  </a:cubicBezTo>
                  <a:cubicBezTo>
                    <a:pt x="44542" y="454242"/>
                    <a:pt x="45694" y="469603"/>
                    <a:pt x="48297" y="484838"/>
                  </a:cubicBezTo>
                  <a:cubicBezTo>
                    <a:pt x="51556" y="503908"/>
                    <a:pt x="57061" y="522332"/>
                    <a:pt x="65301" y="539774"/>
                  </a:cubicBezTo>
                  <a:cubicBezTo>
                    <a:pt x="79331" y="569472"/>
                    <a:pt x="98793" y="595033"/>
                    <a:pt x="124362" y="615970"/>
                  </a:cubicBezTo>
                  <a:cubicBezTo>
                    <a:pt x="143841" y="631920"/>
                    <a:pt x="165201" y="644512"/>
                    <a:pt x="188922" y="652559"/>
                  </a:cubicBezTo>
                  <a:lnTo>
                    <a:pt x="200762" y="655627"/>
                  </a:lnTo>
                  <a:lnTo>
                    <a:pt x="200762" y="702596"/>
                  </a:lnTo>
                  <a:lnTo>
                    <a:pt x="192886" y="701038"/>
                  </a:lnTo>
                  <a:lnTo>
                    <a:pt x="191414" y="700613"/>
                  </a:lnTo>
                  <a:lnTo>
                    <a:pt x="189888" y="700172"/>
                  </a:lnTo>
                  <a:cubicBezTo>
                    <a:pt x="188752" y="699955"/>
                    <a:pt x="187616" y="699739"/>
                    <a:pt x="186019" y="699049"/>
                  </a:cubicBezTo>
                  <a:lnTo>
                    <a:pt x="179481" y="696929"/>
                  </a:lnTo>
                  <a:lnTo>
                    <a:pt x="168247" y="693285"/>
                  </a:lnTo>
                  <a:cubicBezTo>
                    <a:pt x="167742" y="693045"/>
                    <a:pt x="167238" y="692805"/>
                    <a:pt x="166292" y="692137"/>
                  </a:cubicBezTo>
                  <a:lnTo>
                    <a:pt x="165261" y="691853"/>
                  </a:lnTo>
                  <a:lnTo>
                    <a:pt x="163373" y="691333"/>
                  </a:lnTo>
                  <a:cubicBezTo>
                    <a:pt x="162858" y="691091"/>
                    <a:pt x="162344" y="690849"/>
                    <a:pt x="161385" y="690175"/>
                  </a:cubicBezTo>
                  <a:lnTo>
                    <a:pt x="160333" y="689885"/>
                  </a:lnTo>
                  <a:lnTo>
                    <a:pt x="158462" y="689369"/>
                  </a:lnTo>
                  <a:cubicBezTo>
                    <a:pt x="157308" y="688811"/>
                    <a:pt x="156154" y="688253"/>
                    <a:pt x="154533" y="687246"/>
                  </a:cubicBezTo>
                  <a:lnTo>
                    <a:pt x="153345" y="686914"/>
                  </a:lnTo>
                  <a:lnTo>
                    <a:pt x="151588" y="686423"/>
                  </a:lnTo>
                  <a:cubicBezTo>
                    <a:pt x="131951" y="677415"/>
                    <a:pt x="113508" y="666415"/>
                    <a:pt x="97136" y="652289"/>
                  </a:cubicBezTo>
                  <a:cubicBezTo>
                    <a:pt x="86824" y="643392"/>
                    <a:pt x="76603" y="634266"/>
                    <a:pt x="67325" y="624325"/>
                  </a:cubicBezTo>
                  <a:cubicBezTo>
                    <a:pt x="53673" y="609698"/>
                    <a:pt x="42119" y="593385"/>
                    <a:pt x="32625" y="575698"/>
                  </a:cubicBezTo>
                  <a:cubicBezTo>
                    <a:pt x="30298" y="571362"/>
                    <a:pt x="28028" y="566995"/>
                    <a:pt x="25849" y="562105"/>
                  </a:cubicBezTo>
                  <a:lnTo>
                    <a:pt x="25474" y="561222"/>
                  </a:lnTo>
                  <a:lnTo>
                    <a:pt x="24917" y="559909"/>
                  </a:lnTo>
                  <a:cubicBezTo>
                    <a:pt x="23878" y="557869"/>
                    <a:pt x="22840" y="555828"/>
                    <a:pt x="21920" y="553258"/>
                  </a:cubicBezTo>
                  <a:lnTo>
                    <a:pt x="21551" y="552392"/>
                  </a:lnTo>
                  <a:lnTo>
                    <a:pt x="20988" y="551071"/>
                  </a:lnTo>
                  <a:cubicBezTo>
                    <a:pt x="20604" y="550320"/>
                    <a:pt x="20220" y="549569"/>
                    <a:pt x="19955" y="548319"/>
                  </a:cubicBezTo>
                  <a:lnTo>
                    <a:pt x="19610" y="547519"/>
                  </a:lnTo>
                  <a:lnTo>
                    <a:pt x="19024" y="546160"/>
                  </a:lnTo>
                  <a:cubicBezTo>
                    <a:pt x="18640" y="545410"/>
                    <a:pt x="18256" y="544659"/>
                    <a:pt x="17991" y="543409"/>
                  </a:cubicBezTo>
                  <a:lnTo>
                    <a:pt x="17646" y="542608"/>
                  </a:lnTo>
                  <a:lnTo>
                    <a:pt x="17060" y="541250"/>
                  </a:lnTo>
                  <a:cubicBezTo>
                    <a:pt x="16676" y="540499"/>
                    <a:pt x="16292" y="539749"/>
                    <a:pt x="16053" y="538422"/>
                  </a:cubicBezTo>
                  <a:lnTo>
                    <a:pt x="15034" y="535570"/>
                  </a:lnTo>
                  <a:lnTo>
                    <a:pt x="12150" y="527501"/>
                  </a:lnTo>
                  <a:cubicBezTo>
                    <a:pt x="11764" y="526126"/>
                    <a:pt x="11377" y="524751"/>
                    <a:pt x="11113" y="522831"/>
                  </a:cubicBezTo>
                  <a:lnTo>
                    <a:pt x="10728" y="521916"/>
                  </a:lnTo>
                  <a:lnTo>
                    <a:pt x="10186" y="520627"/>
                  </a:lnTo>
                  <a:cubicBezTo>
                    <a:pt x="8169" y="512493"/>
                    <a:pt x="5724" y="504438"/>
                    <a:pt x="4222" y="496210"/>
                  </a:cubicBezTo>
                  <a:cubicBezTo>
                    <a:pt x="751" y="477210"/>
                    <a:pt x="-647" y="457983"/>
                    <a:pt x="278" y="438692"/>
                  </a:cubicBezTo>
                  <a:cubicBezTo>
                    <a:pt x="1224" y="418990"/>
                    <a:pt x="4110" y="399555"/>
                    <a:pt x="9290" y="380443"/>
                  </a:cubicBezTo>
                  <a:cubicBezTo>
                    <a:pt x="14465" y="361348"/>
                    <a:pt x="21807" y="343072"/>
                    <a:pt x="30790" y="325601"/>
                  </a:cubicBezTo>
                  <a:cubicBezTo>
                    <a:pt x="37374" y="312795"/>
                    <a:pt x="45884" y="300961"/>
                    <a:pt x="53783" y="288855"/>
                  </a:cubicBezTo>
                  <a:cubicBezTo>
                    <a:pt x="74354" y="257328"/>
                    <a:pt x="95096" y="225913"/>
                    <a:pt x="115699" y="194407"/>
                  </a:cubicBezTo>
                  <a:cubicBezTo>
                    <a:pt x="129692" y="173011"/>
                    <a:pt x="143540" y="151521"/>
                    <a:pt x="157496" y="130101"/>
                  </a:cubicBezTo>
                  <a:cubicBezTo>
                    <a:pt x="176568" y="100828"/>
                    <a:pt x="195716" y="71604"/>
                    <a:pt x="214758" y="42311"/>
                  </a:cubicBezTo>
                  <a:cubicBezTo>
                    <a:pt x="220375" y="33670"/>
                    <a:pt x="225740" y="24865"/>
                    <a:pt x="231840" y="15966"/>
                  </a:cubicBezTo>
                  <a:lnTo>
                    <a:pt x="232818" y="14916"/>
                  </a:lnTo>
                  <a:lnTo>
                    <a:pt x="233821" y="13841"/>
                  </a:lnTo>
                  <a:cubicBezTo>
                    <a:pt x="234928" y="12288"/>
                    <a:pt x="236036" y="10735"/>
                    <a:pt x="237823" y="9057"/>
                  </a:cubicBezTo>
                  <a:lnTo>
                    <a:pt x="240142" y="7202"/>
                  </a:lnTo>
                  <a:lnTo>
                    <a:pt x="240960" y="6547"/>
                  </a:lnTo>
                  <a:cubicBezTo>
                    <a:pt x="240960" y="6547"/>
                    <a:pt x="241046" y="6259"/>
                    <a:pt x="241534" y="6358"/>
                  </a:cubicBezTo>
                  <a:lnTo>
                    <a:pt x="243317" y="5025"/>
                  </a:lnTo>
                  <a:lnTo>
                    <a:pt x="243906" y="4585"/>
                  </a:lnTo>
                  <a:cubicBezTo>
                    <a:pt x="243906" y="4585"/>
                    <a:pt x="243992" y="4295"/>
                    <a:pt x="244507" y="4410"/>
                  </a:cubicBezTo>
                  <a:lnTo>
                    <a:pt x="245695" y="3803"/>
                  </a:lnTo>
                  <a:lnTo>
                    <a:pt x="250627" y="1281"/>
                  </a:lnTo>
                  <a:cubicBezTo>
                    <a:pt x="251065" y="1234"/>
                    <a:pt x="251504" y="1187"/>
                    <a:pt x="252349" y="1453"/>
                  </a:cubicBezTo>
                  <a:lnTo>
                    <a:pt x="253608" y="795"/>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60" name="Freeform: Shape 2259">
              <a:extLst>
                <a:ext uri="{FF2B5EF4-FFF2-40B4-BE49-F238E27FC236}">
                  <a16:creationId xmlns:a16="http://schemas.microsoft.com/office/drawing/2014/main" id="{5C3845CD-B1A6-4939-61D1-A5990928285D}"/>
                </a:ext>
                <a:ext uri="{C183D7F6-B498-43B3-948B-1728B52AA6E4}">
                  <adec:decorative xmlns:adec="http://schemas.microsoft.com/office/drawing/2017/decorative" val="1"/>
                </a:ext>
              </a:extLst>
            </p:cNvPr>
            <p:cNvSpPr/>
            <p:nvPr/>
          </p:nvSpPr>
          <p:spPr>
            <a:xfrm>
              <a:off x="4487649" y="4343071"/>
              <a:ext cx="326357" cy="457200"/>
            </a:xfrm>
            <a:custGeom>
              <a:avLst/>
              <a:gdLst>
                <a:gd name="connsiteX0" fmla="*/ 0 w 607017"/>
                <a:gd name="connsiteY0" fmla="*/ 783917 h 850383"/>
                <a:gd name="connsiteX1" fmla="*/ 66466 w 607017"/>
                <a:gd name="connsiteY1" fmla="*/ 783917 h 850383"/>
                <a:gd name="connsiteX2" fmla="*/ 66466 w 607017"/>
                <a:gd name="connsiteY2" fmla="*/ 850383 h 850383"/>
                <a:gd name="connsiteX3" fmla="*/ 0 w 607017"/>
                <a:gd name="connsiteY3" fmla="*/ 850383 h 850383"/>
                <a:gd name="connsiteX4" fmla="*/ 327461 w 607017"/>
                <a:gd name="connsiteY4" fmla="*/ 279154 h 850383"/>
                <a:gd name="connsiteX5" fmla="*/ 341918 w 607017"/>
                <a:gd name="connsiteY5" fmla="*/ 281283 h 850383"/>
                <a:gd name="connsiteX6" fmla="*/ 353494 w 607017"/>
                <a:gd name="connsiteY6" fmla="*/ 307379 h 850383"/>
                <a:gd name="connsiteX7" fmla="*/ 360261 w 607017"/>
                <a:gd name="connsiteY7" fmla="*/ 342730 h 850383"/>
                <a:gd name="connsiteX8" fmla="*/ 384144 w 607017"/>
                <a:gd name="connsiteY8" fmla="*/ 366968 h 850383"/>
                <a:gd name="connsiteX9" fmla="*/ 411656 w 607017"/>
                <a:gd name="connsiteY9" fmla="*/ 375046 h 850383"/>
                <a:gd name="connsiteX10" fmla="*/ 420968 w 607017"/>
                <a:gd name="connsiteY10" fmla="*/ 375047 h 850383"/>
                <a:gd name="connsiteX11" fmla="*/ 442742 w 607017"/>
                <a:gd name="connsiteY11" fmla="*/ 391947 h 850383"/>
                <a:gd name="connsiteX12" fmla="*/ 427974 w 607017"/>
                <a:gd name="connsiteY12" fmla="*/ 418599 h 850383"/>
                <a:gd name="connsiteX13" fmla="*/ 406779 w 607017"/>
                <a:gd name="connsiteY13" fmla="*/ 419984 h 850383"/>
                <a:gd name="connsiteX14" fmla="*/ 373635 w 607017"/>
                <a:gd name="connsiteY14" fmla="*/ 412149 h 850383"/>
                <a:gd name="connsiteX15" fmla="*/ 331684 w 607017"/>
                <a:gd name="connsiteY15" fmla="*/ 381110 h 850383"/>
                <a:gd name="connsiteX16" fmla="*/ 315880 w 607017"/>
                <a:gd name="connsiteY16" fmla="*/ 356570 h 850383"/>
                <a:gd name="connsiteX17" fmla="*/ 308666 w 607017"/>
                <a:gd name="connsiteY17" fmla="*/ 326279 h 850383"/>
                <a:gd name="connsiteX18" fmla="*/ 308694 w 607017"/>
                <a:gd name="connsiteY18" fmla="*/ 299702 h 850383"/>
                <a:gd name="connsiteX19" fmla="*/ 314545 w 607017"/>
                <a:gd name="connsiteY19" fmla="*/ 285998 h 850383"/>
                <a:gd name="connsiteX20" fmla="*/ 327461 w 607017"/>
                <a:gd name="connsiteY20" fmla="*/ 279154 h 850383"/>
                <a:gd name="connsiteX21" fmla="*/ 424554 w 607017"/>
                <a:gd name="connsiteY21" fmla="*/ 66515 h 850383"/>
                <a:gd name="connsiteX22" fmla="*/ 414846 w 607017"/>
                <a:gd name="connsiteY22" fmla="*/ 72778 h 850383"/>
                <a:gd name="connsiteX23" fmla="*/ 400260 w 607017"/>
                <a:gd name="connsiteY23" fmla="*/ 95242 h 850383"/>
                <a:gd name="connsiteX24" fmla="*/ 332929 w 607017"/>
                <a:gd name="connsiteY24" fmla="*/ 198938 h 850383"/>
                <a:gd name="connsiteX25" fmla="*/ 300888 w 607017"/>
                <a:gd name="connsiteY25" fmla="*/ 250567 h 850383"/>
                <a:gd name="connsiteX26" fmla="*/ 289008 w 607017"/>
                <a:gd name="connsiteY26" fmla="*/ 327517 h 850383"/>
                <a:gd name="connsiteX27" fmla="*/ 306447 w 607017"/>
                <a:gd name="connsiteY27" fmla="*/ 377310 h 850383"/>
                <a:gd name="connsiteX28" fmla="*/ 364507 w 607017"/>
                <a:gd name="connsiteY28" fmla="*/ 431445 h 850383"/>
                <a:gd name="connsiteX29" fmla="*/ 435284 w 607017"/>
                <a:gd name="connsiteY29" fmla="*/ 444988 h 850383"/>
                <a:gd name="connsiteX30" fmla="*/ 490302 w 607017"/>
                <a:gd name="connsiteY30" fmla="*/ 428530 h 850383"/>
                <a:gd name="connsiteX31" fmla="*/ 547051 w 607017"/>
                <a:gd name="connsiteY31" fmla="*/ 369867 h 850383"/>
                <a:gd name="connsiteX32" fmla="*/ 561071 w 607017"/>
                <a:gd name="connsiteY32" fmla="*/ 320495 h 850383"/>
                <a:gd name="connsiteX33" fmla="*/ 558223 w 607017"/>
                <a:gd name="connsiteY33" fmla="*/ 278609 h 850383"/>
                <a:gd name="connsiteX34" fmla="*/ 535649 w 607017"/>
                <a:gd name="connsiteY34" fmla="*/ 227691 h 850383"/>
                <a:gd name="connsiteX35" fmla="*/ 477456 w 607017"/>
                <a:gd name="connsiteY35" fmla="*/ 138773 h 850383"/>
                <a:gd name="connsiteX36" fmla="*/ 434953 w 607017"/>
                <a:gd name="connsiteY36" fmla="*/ 73109 h 850383"/>
                <a:gd name="connsiteX37" fmla="*/ 424554 w 607017"/>
                <a:gd name="connsiteY37" fmla="*/ 66515 h 850383"/>
                <a:gd name="connsiteX38" fmla="*/ 424495 w 607017"/>
                <a:gd name="connsiteY38" fmla="*/ 0 h 850383"/>
                <a:gd name="connsiteX39" fmla="*/ 449627 w 607017"/>
                <a:gd name="connsiteY39" fmla="*/ 13047 h 850383"/>
                <a:gd name="connsiteX40" fmla="*/ 519098 w 607017"/>
                <a:gd name="connsiteY40" fmla="*/ 118862 h 850383"/>
                <a:gd name="connsiteX41" fmla="*/ 562822 w 607017"/>
                <a:gd name="connsiteY41" fmla="*/ 186089 h 850383"/>
                <a:gd name="connsiteX42" fmla="*/ 584705 w 607017"/>
                <a:gd name="connsiteY42" fmla="*/ 220230 h 850383"/>
                <a:gd name="connsiteX43" fmla="*/ 599829 w 607017"/>
                <a:gd name="connsiteY43" fmla="*/ 258300 h 850383"/>
                <a:gd name="connsiteX44" fmla="*/ 606963 w 607017"/>
                <a:gd name="connsiteY44" fmla="*/ 311910 h 850383"/>
                <a:gd name="connsiteX45" fmla="*/ 593301 w 607017"/>
                <a:gd name="connsiteY45" fmla="*/ 377802 h 850383"/>
                <a:gd name="connsiteX46" fmla="*/ 559878 w 607017"/>
                <a:gd name="connsiteY46" fmla="*/ 430755 h 850383"/>
                <a:gd name="connsiteX47" fmla="*/ 478076 w 607017"/>
                <a:gd name="connsiteY47" fmla="*/ 483049 h 850383"/>
                <a:gd name="connsiteX48" fmla="*/ 475764 w 607017"/>
                <a:gd name="connsiteY48" fmla="*/ 483411 h 850383"/>
                <a:gd name="connsiteX49" fmla="*/ 439326 w 607017"/>
                <a:gd name="connsiteY49" fmla="*/ 489908 h 850383"/>
                <a:gd name="connsiteX50" fmla="*/ 422328 w 607017"/>
                <a:gd name="connsiteY50" fmla="*/ 490907 h 850383"/>
                <a:gd name="connsiteX51" fmla="*/ 356353 w 607017"/>
                <a:gd name="connsiteY51" fmla="*/ 477581 h 850383"/>
                <a:gd name="connsiteX52" fmla="*/ 305047 w 607017"/>
                <a:gd name="connsiteY52" fmla="*/ 446039 h 850383"/>
                <a:gd name="connsiteX53" fmla="*/ 260694 w 607017"/>
                <a:gd name="connsiteY53" fmla="*/ 388385 h 850383"/>
                <a:gd name="connsiteX54" fmla="*/ 244652 w 607017"/>
                <a:gd name="connsiteY54" fmla="*/ 334559 h 850383"/>
                <a:gd name="connsiteX55" fmla="*/ 242880 w 607017"/>
                <a:gd name="connsiteY55" fmla="*/ 296633 h 850383"/>
                <a:gd name="connsiteX56" fmla="*/ 259765 w 607017"/>
                <a:gd name="connsiteY56" fmla="*/ 230589 h 850383"/>
                <a:gd name="connsiteX57" fmla="*/ 290285 w 607017"/>
                <a:gd name="connsiteY57" fmla="*/ 180840 h 850383"/>
                <a:gd name="connsiteX58" fmla="*/ 362942 w 607017"/>
                <a:gd name="connsiteY58" fmla="*/ 69606 h 850383"/>
                <a:gd name="connsiteX59" fmla="*/ 399532 w 607017"/>
                <a:gd name="connsiteY59" fmla="*/ 13293 h 850383"/>
                <a:gd name="connsiteX60" fmla="*/ 424495 w 607017"/>
                <a:gd name="connsiteY60" fmla="*/ 0 h 85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7017" h="850383">
                  <a:moveTo>
                    <a:pt x="0" y="783917"/>
                  </a:moveTo>
                  <a:lnTo>
                    <a:pt x="66466" y="783917"/>
                  </a:lnTo>
                  <a:lnTo>
                    <a:pt x="66466" y="850383"/>
                  </a:lnTo>
                  <a:lnTo>
                    <a:pt x="0" y="850383"/>
                  </a:lnTo>
                  <a:close/>
                  <a:moveTo>
                    <a:pt x="327461" y="279154"/>
                  </a:moveTo>
                  <a:cubicBezTo>
                    <a:pt x="332669" y="278395"/>
                    <a:pt x="338135" y="279133"/>
                    <a:pt x="341918" y="281283"/>
                  </a:cubicBezTo>
                  <a:cubicBezTo>
                    <a:pt x="350701" y="286274"/>
                    <a:pt x="355619" y="296727"/>
                    <a:pt x="353494" y="307379"/>
                  </a:cubicBezTo>
                  <a:cubicBezTo>
                    <a:pt x="350959" y="320087"/>
                    <a:pt x="354509" y="331781"/>
                    <a:pt x="360261" y="342730"/>
                  </a:cubicBezTo>
                  <a:cubicBezTo>
                    <a:pt x="365689" y="353063"/>
                    <a:pt x="373899" y="361044"/>
                    <a:pt x="384144" y="366968"/>
                  </a:cubicBezTo>
                  <a:cubicBezTo>
                    <a:pt x="392720" y="371927"/>
                    <a:pt x="401999" y="374079"/>
                    <a:pt x="411656" y="375046"/>
                  </a:cubicBezTo>
                  <a:cubicBezTo>
                    <a:pt x="414732" y="375354"/>
                    <a:pt x="417892" y="375355"/>
                    <a:pt x="420968" y="375047"/>
                  </a:cubicBezTo>
                  <a:cubicBezTo>
                    <a:pt x="431326" y="374007"/>
                    <a:pt x="441217" y="382390"/>
                    <a:pt x="442742" y="391947"/>
                  </a:cubicBezTo>
                  <a:cubicBezTo>
                    <a:pt x="444773" y="404677"/>
                    <a:pt x="440584" y="414341"/>
                    <a:pt x="427974" y="418599"/>
                  </a:cubicBezTo>
                  <a:cubicBezTo>
                    <a:pt x="421454" y="420801"/>
                    <a:pt x="413681" y="420985"/>
                    <a:pt x="406779" y="419984"/>
                  </a:cubicBezTo>
                  <a:cubicBezTo>
                    <a:pt x="395570" y="418358"/>
                    <a:pt x="384230" y="416046"/>
                    <a:pt x="373635" y="412149"/>
                  </a:cubicBezTo>
                  <a:cubicBezTo>
                    <a:pt x="356842" y="405972"/>
                    <a:pt x="342467" y="395648"/>
                    <a:pt x="331684" y="381110"/>
                  </a:cubicBezTo>
                  <a:cubicBezTo>
                    <a:pt x="325882" y="373287"/>
                    <a:pt x="319568" y="365417"/>
                    <a:pt x="315880" y="356570"/>
                  </a:cubicBezTo>
                  <a:cubicBezTo>
                    <a:pt x="311929" y="347095"/>
                    <a:pt x="310017" y="336548"/>
                    <a:pt x="308666" y="326279"/>
                  </a:cubicBezTo>
                  <a:cubicBezTo>
                    <a:pt x="307517" y="317552"/>
                    <a:pt x="307790" y="308487"/>
                    <a:pt x="308694" y="299702"/>
                  </a:cubicBezTo>
                  <a:cubicBezTo>
                    <a:pt x="309170" y="295076"/>
                    <a:pt x="312342" y="290727"/>
                    <a:pt x="314545" y="285998"/>
                  </a:cubicBezTo>
                  <a:cubicBezTo>
                    <a:pt x="317300" y="282165"/>
                    <a:pt x="322252" y="279912"/>
                    <a:pt x="327461" y="279154"/>
                  </a:cubicBezTo>
                  <a:close/>
                  <a:moveTo>
                    <a:pt x="424554" y="66515"/>
                  </a:moveTo>
                  <a:cubicBezTo>
                    <a:pt x="420867" y="66555"/>
                    <a:pt x="417296" y="68738"/>
                    <a:pt x="414846" y="72778"/>
                  </a:cubicBezTo>
                  <a:cubicBezTo>
                    <a:pt x="410341" y="80207"/>
                    <a:pt x="405462" y="87409"/>
                    <a:pt x="400260" y="95242"/>
                  </a:cubicBezTo>
                  <a:cubicBezTo>
                    <a:pt x="377803" y="129799"/>
                    <a:pt x="355253" y="164295"/>
                    <a:pt x="332929" y="198938"/>
                  </a:cubicBezTo>
                  <a:cubicBezTo>
                    <a:pt x="321960" y="215962"/>
                    <a:pt x="309685" y="232166"/>
                    <a:pt x="300888" y="250567"/>
                  </a:cubicBezTo>
                  <a:cubicBezTo>
                    <a:pt x="289177" y="275064"/>
                    <a:pt x="285295" y="300838"/>
                    <a:pt x="289008" y="327517"/>
                  </a:cubicBezTo>
                  <a:cubicBezTo>
                    <a:pt x="291458" y="345127"/>
                    <a:pt x="297300" y="361806"/>
                    <a:pt x="306447" y="377310"/>
                  </a:cubicBezTo>
                  <a:cubicBezTo>
                    <a:pt x="320504" y="401136"/>
                    <a:pt x="339865" y="419327"/>
                    <a:pt x="364507" y="431445"/>
                  </a:cubicBezTo>
                  <a:cubicBezTo>
                    <a:pt x="386695" y="442357"/>
                    <a:pt x="410240" y="447305"/>
                    <a:pt x="435284" y="444988"/>
                  </a:cubicBezTo>
                  <a:cubicBezTo>
                    <a:pt x="454856" y="443177"/>
                    <a:pt x="473097" y="437914"/>
                    <a:pt x="490302" y="428530"/>
                  </a:cubicBezTo>
                  <a:cubicBezTo>
                    <a:pt x="515352" y="414868"/>
                    <a:pt x="534198" y="395165"/>
                    <a:pt x="547051" y="369867"/>
                  </a:cubicBezTo>
                  <a:cubicBezTo>
                    <a:pt x="554904" y="354408"/>
                    <a:pt x="559434" y="337969"/>
                    <a:pt x="561071" y="320495"/>
                  </a:cubicBezTo>
                  <a:cubicBezTo>
                    <a:pt x="562407" y="306221"/>
                    <a:pt x="561072" y="292430"/>
                    <a:pt x="558223" y="278609"/>
                  </a:cubicBezTo>
                  <a:cubicBezTo>
                    <a:pt x="554390" y="260013"/>
                    <a:pt x="545947" y="243432"/>
                    <a:pt x="535649" y="227691"/>
                  </a:cubicBezTo>
                  <a:cubicBezTo>
                    <a:pt x="516255" y="198049"/>
                    <a:pt x="496804" y="168444"/>
                    <a:pt x="477456" y="138773"/>
                  </a:cubicBezTo>
                  <a:cubicBezTo>
                    <a:pt x="463214" y="116933"/>
                    <a:pt x="449043" y="95046"/>
                    <a:pt x="434953" y="73109"/>
                  </a:cubicBezTo>
                  <a:cubicBezTo>
                    <a:pt x="432043" y="68578"/>
                    <a:pt x="428241" y="66475"/>
                    <a:pt x="424554" y="66515"/>
                  </a:cubicBezTo>
                  <a:close/>
                  <a:moveTo>
                    <a:pt x="424495" y="0"/>
                  </a:moveTo>
                  <a:cubicBezTo>
                    <a:pt x="434135" y="-68"/>
                    <a:pt x="443803" y="4255"/>
                    <a:pt x="449627" y="13047"/>
                  </a:cubicBezTo>
                  <a:cubicBezTo>
                    <a:pt x="472928" y="48223"/>
                    <a:pt x="495997" y="83553"/>
                    <a:pt x="519098" y="118862"/>
                  </a:cubicBezTo>
                  <a:cubicBezTo>
                    <a:pt x="533733" y="141232"/>
                    <a:pt x="548247" y="163680"/>
                    <a:pt x="562822" y="186089"/>
                  </a:cubicBezTo>
                  <a:cubicBezTo>
                    <a:pt x="570198" y="197429"/>
                    <a:pt x="578543" y="208267"/>
                    <a:pt x="584705" y="220230"/>
                  </a:cubicBezTo>
                  <a:cubicBezTo>
                    <a:pt x="590933" y="232322"/>
                    <a:pt x="595796" y="245280"/>
                    <a:pt x="599829" y="258300"/>
                  </a:cubicBezTo>
                  <a:cubicBezTo>
                    <a:pt x="605204" y="275652"/>
                    <a:pt x="607401" y="293674"/>
                    <a:pt x="606963" y="311910"/>
                  </a:cubicBezTo>
                  <a:cubicBezTo>
                    <a:pt x="606416" y="334696"/>
                    <a:pt x="602109" y="356712"/>
                    <a:pt x="593301" y="377802"/>
                  </a:cubicBezTo>
                  <a:cubicBezTo>
                    <a:pt x="585140" y="397343"/>
                    <a:pt x="574087" y="414915"/>
                    <a:pt x="559878" y="430755"/>
                  </a:cubicBezTo>
                  <a:cubicBezTo>
                    <a:pt x="537373" y="455844"/>
                    <a:pt x="509865" y="472697"/>
                    <a:pt x="478076" y="483049"/>
                  </a:cubicBezTo>
                  <a:cubicBezTo>
                    <a:pt x="477470" y="483246"/>
                    <a:pt x="476777" y="483175"/>
                    <a:pt x="475764" y="483411"/>
                  </a:cubicBezTo>
                  <a:cubicBezTo>
                    <a:pt x="463382" y="485728"/>
                    <a:pt x="451391" y="488065"/>
                    <a:pt x="439326" y="489908"/>
                  </a:cubicBezTo>
                  <a:cubicBezTo>
                    <a:pt x="433735" y="490761"/>
                    <a:pt x="427987" y="491051"/>
                    <a:pt x="422328" y="490907"/>
                  </a:cubicBezTo>
                  <a:cubicBezTo>
                    <a:pt x="399578" y="490325"/>
                    <a:pt x="377463" y="486362"/>
                    <a:pt x="356353" y="477581"/>
                  </a:cubicBezTo>
                  <a:cubicBezTo>
                    <a:pt x="337591" y="469776"/>
                    <a:pt x="320544" y="459316"/>
                    <a:pt x="305047" y="446039"/>
                  </a:cubicBezTo>
                  <a:cubicBezTo>
                    <a:pt x="286166" y="429863"/>
                    <a:pt x="271558" y="410489"/>
                    <a:pt x="260694" y="388385"/>
                  </a:cubicBezTo>
                  <a:cubicBezTo>
                    <a:pt x="252366" y="371445"/>
                    <a:pt x="246265" y="353558"/>
                    <a:pt x="244652" y="334559"/>
                  </a:cubicBezTo>
                  <a:cubicBezTo>
                    <a:pt x="243580" y="321946"/>
                    <a:pt x="242153" y="309203"/>
                    <a:pt x="242880" y="296633"/>
                  </a:cubicBezTo>
                  <a:cubicBezTo>
                    <a:pt x="244211" y="273661"/>
                    <a:pt x="250168" y="251668"/>
                    <a:pt x="259765" y="230589"/>
                  </a:cubicBezTo>
                  <a:cubicBezTo>
                    <a:pt x="267912" y="212696"/>
                    <a:pt x="279758" y="197185"/>
                    <a:pt x="290285" y="180840"/>
                  </a:cubicBezTo>
                  <a:cubicBezTo>
                    <a:pt x="314265" y="143608"/>
                    <a:pt x="338722" y="106683"/>
                    <a:pt x="362942" y="69606"/>
                  </a:cubicBezTo>
                  <a:cubicBezTo>
                    <a:pt x="375185" y="50865"/>
                    <a:pt x="387315" y="32050"/>
                    <a:pt x="399532" y="13293"/>
                  </a:cubicBezTo>
                  <a:cubicBezTo>
                    <a:pt x="405244" y="4524"/>
                    <a:pt x="414855" y="67"/>
                    <a:pt x="424495"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4" name="Group 3">
            <a:extLst>
              <a:ext uri="{FF2B5EF4-FFF2-40B4-BE49-F238E27FC236}">
                <a16:creationId xmlns:a16="http://schemas.microsoft.com/office/drawing/2014/main" id="{4A857A0C-7561-8E0F-671D-BA92A71DCD9F}"/>
              </a:ext>
              <a:ext uri="{C183D7F6-B498-43B3-948B-1728B52AA6E4}">
                <adec:decorative xmlns:adec="http://schemas.microsoft.com/office/drawing/2017/decorative" val="1"/>
              </a:ext>
            </a:extLst>
          </p:cNvPr>
          <p:cNvGrpSpPr>
            <a:grpSpLocks noChangeAspect="1"/>
          </p:cNvGrpSpPr>
          <p:nvPr/>
        </p:nvGrpSpPr>
        <p:grpSpPr>
          <a:xfrm>
            <a:off x="4880886" y="4343066"/>
            <a:ext cx="462703" cy="457205"/>
            <a:chOff x="4880886" y="4343066"/>
            <a:chExt cx="462703" cy="457205"/>
          </a:xfrm>
        </p:grpSpPr>
        <p:sp>
          <p:nvSpPr>
            <p:cNvPr id="2182" name="Freeform: Shape 2181">
              <a:extLst>
                <a:ext uri="{FF2B5EF4-FFF2-40B4-BE49-F238E27FC236}">
                  <a16:creationId xmlns:a16="http://schemas.microsoft.com/office/drawing/2014/main" id="{AB79F5CA-7523-9252-FA80-A47BE00C9D96}"/>
                </a:ext>
                <a:ext uri="{C183D7F6-B498-43B3-948B-1728B52AA6E4}">
                  <adec:decorative xmlns:adec="http://schemas.microsoft.com/office/drawing/2017/decorative" val="1"/>
                </a:ext>
              </a:extLst>
            </p:cNvPr>
            <p:cNvSpPr/>
            <p:nvPr/>
          </p:nvSpPr>
          <p:spPr>
            <a:xfrm>
              <a:off x="4887668" y="4475162"/>
              <a:ext cx="455921" cy="325109"/>
            </a:xfrm>
            <a:custGeom>
              <a:avLst/>
              <a:gdLst>
                <a:gd name="connsiteX0" fmla="*/ 82663 w 837768"/>
                <a:gd name="connsiteY0" fmla="*/ 0 h 597398"/>
                <a:gd name="connsiteX1" fmla="*/ 813194 w 837768"/>
                <a:gd name="connsiteY1" fmla="*/ 16 h 597398"/>
                <a:gd name="connsiteX2" fmla="*/ 837549 w 837768"/>
                <a:gd name="connsiteY2" fmla="*/ 23730 h 597398"/>
                <a:gd name="connsiteX3" fmla="*/ 837679 w 837768"/>
                <a:gd name="connsiteY3" fmla="*/ 175940 h 597398"/>
                <a:gd name="connsiteX4" fmla="*/ 837358 w 837768"/>
                <a:gd name="connsiteY4" fmla="*/ 177595 h 597398"/>
                <a:gd name="connsiteX5" fmla="*/ 756609 w 837768"/>
                <a:gd name="connsiteY5" fmla="*/ 177595 h 597398"/>
                <a:gd name="connsiteX6" fmla="*/ 731649 w 837768"/>
                <a:gd name="connsiteY6" fmla="*/ 309131 h 597398"/>
                <a:gd name="connsiteX7" fmla="*/ 794158 w 837768"/>
                <a:gd name="connsiteY7" fmla="*/ 309131 h 597398"/>
                <a:gd name="connsiteX8" fmla="*/ 794158 w 837768"/>
                <a:gd name="connsiteY8" fmla="*/ 442771 h 597398"/>
                <a:gd name="connsiteX9" fmla="*/ 701197 w 837768"/>
                <a:gd name="connsiteY9" fmla="*/ 442771 h 597398"/>
                <a:gd name="connsiteX10" fmla="*/ 701190 w 837768"/>
                <a:gd name="connsiteY10" fmla="*/ 470545 h 597398"/>
                <a:gd name="connsiteX11" fmla="*/ 677340 w 837768"/>
                <a:gd name="connsiteY11" fmla="*/ 546441 h 597398"/>
                <a:gd name="connsiteX12" fmla="*/ 611731 w 837768"/>
                <a:gd name="connsiteY12" fmla="*/ 592464 h 597398"/>
                <a:gd name="connsiteX13" fmla="*/ 563294 w 837768"/>
                <a:gd name="connsiteY13" fmla="*/ 596820 h 597398"/>
                <a:gd name="connsiteX14" fmla="*/ 501031 w 837768"/>
                <a:gd name="connsiteY14" fmla="*/ 572249 h 597398"/>
                <a:gd name="connsiteX15" fmla="*/ 461686 w 837768"/>
                <a:gd name="connsiteY15" fmla="*/ 521537 h 597398"/>
                <a:gd name="connsiteX16" fmla="*/ 452822 w 837768"/>
                <a:gd name="connsiteY16" fmla="*/ 486038 h 597398"/>
                <a:gd name="connsiteX17" fmla="*/ 452732 w 837768"/>
                <a:gd name="connsiteY17" fmla="*/ 443249 h 597398"/>
                <a:gd name="connsiteX18" fmla="*/ 385955 w 837768"/>
                <a:gd name="connsiteY18" fmla="*/ 443249 h 597398"/>
                <a:gd name="connsiteX19" fmla="*/ 386003 w 837768"/>
                <a:gd name="connsiteY19" fmla="*/ 469962 h 597398"/>
                <a:gd name="connsiteX20" fmla="*/ 369644 w 837768"/>
                <a:gd name="connsiteY20" fmla="*/ 535252 h 597398"/>
                <a:gd name="connsiteX21" fmla="*/ 322151 w 837768"/>
                <a:gd name="connsiteY21" fmla="*/ 581903 h 597398"/>
                <a:gd name="connsiteX22" fmla="*/ 282862 w 837768"/>
                <a:gd name="connsiteY22" fmla="*/ 595860 h 597398"/>
                <a:gd name="connsiteX23" fmla="*/ 212415 w 837768"/>
                <a:gd name="connsiteY23" fmla="*/ 587462 h 597398"/>
                <a:gd name="connsiteX24" fmla="*/ 168267 w 837768"/>
                <a:gd name="connsiteY24" fmla="*/ 555574 h 597398"/>
                <a:gd name="connsiteX25" fmla="*/ 139592 w 837768"/>
                <a:gd name="connsiteY25" fmla="*/ 497158 h 597398"/>
                <a:gd name="connsiteX26" fmla="*/ 137563 w 837768"/>
                <a:gd name="connsiteY26" fmla="*/ 470633 h 597398"/>
                <a:gd name="connsiteX27" fmla="*/ 137491 w 837768"/>
                <a:gd name="connsiteY27" fmla="*/ 442911 h 597398"/>
                <a:gd name="connsiteX28" fmla="*/ 132225 w 837768"/>
                <a:gd name="connsiteY28" fmla="*/ 442911 h 597398"/>
                <a:gd name="connsiteX29" fmla="*/ 64958 w 837768"/>
                <a:gd name="connsiteY29" fmla="*/ 442954 h 597398"/>
                <a:gd name="connsiteX30" fmla="*/ 43041 w 837768"/>
                <a:gd name="connsiteY30" fmla="*/ 421100 h 597398"/>
                <a:gd name="connsiteX31" fmla="*/ 43215 w 837768"/>
                <a:gd name="connsiteY31" fmla="*/ 315046 h 597398"/>
                <a:gd name="connsiteX32" fmla="*/ 43215 w 837768"/>
                <a:gd name="connsiteY32" fmla="*/ 309392 h 597398"/>
                <a:gd name="connsiteX33" fmla="*/ 105979 w 837768"/>
                <a:gd name="connsiteY33" fmla="*/ 309392 h 597398"/>
                <a:gd name="connsiteX34" fmla="*/ 81066 w 837768"/>
                <a:gd name="connsiteY34" fmla="*/ 177919 h 597398"/>
                <a:gd name="connsiteX35" fmla="*/ 0 w 837768"/>
                <a:gd name="connsiteY35" fmla="*/ 177919 h 597398"/>
                <a:gd name="connsiteX36" fmla="*/ 342 w 837768"/>
                <a:gd name="connsiteY36" fmla="*/ 84712 h 597398"/>
                <a:gd name="connsiteX37" fmla="*/ 45192 w 837768"/>
                <a:gd name="connsiteY37" fmla="*/ 84712 h 597398"/>
                <a:gd name="connsiteX38" fmla="*/ 45182 w 837768"/>
                <a:gd name="connsiteY38" fmla="*/ 132591 h 597398"/>
                <a:gd name="connsiteX39" fmla="*/ 118617 w 837768"/>
                <a:gd name="connsiteY39" fmla="*/ 132591 h 597398"/>
                <a:gd name="connsiteX40" fmla="*/ 160733 w 837768"/>
                <a:gd name="connsiteY40" fmla="*/ 354774 h 597398"/>
                <a:gd name="connsiteX41" fmla="*/ 89585 w 837768"/>
                <a:gd name="connsiteY41" fmla="*/ 354774 h 597398"/>
                <a:gd name="connsiteX42" fmla="*/ 89585 w 837768"/>
                <a:gd name="connsiteY42" fmla="*/ 397759 h 597398"/>
                <a:gd name="connsiteX43" fmla="*/ 182668 w 837768"/>
                <a:gd name="connsiteY43" fmla="*/ 397759 h 597398"/>
                <a:gd name="connsiteX44" fmla="*/ 182668 w 837768"/>
                <a:gd name="connsiteY44" fmla="*/ 403497 h 597398"/>
                <a:gd name="connsiteX45" fmla="*/ 182733 w 837768"/>
                <a:gd name="connsiteY45" fmla="*/ 479103 h 597398"/>
                <a:gd name="connsiteX46" fmla="*/ 184175 w 837768"/>
                <a:gd name="connsiteY46" fmla="*/ 490051 h 597398"/>
                <a:gd name="connsiteX47" fmla="*/ 221883 w 837768"/>
                <a:gd name="connsiteY47" fmla="*/ 541519 h 597398"/>
                <a:gd name="connsiteX48" fmla="*/ 272006 w 837768"/>
                <a:gd name="connsiteY48" fmla="*/ 551584 h 597398"/>
                <a:gd name="connsiteX49" fmla="*/ 321664 w 837768"/>
                <a:gd name="connsiteY49" fmla="*/ 523499 h 597398"/>
                <a:gd name="connsiteX50" fmla="*/ 340706 w 837768"/>
                <a:gd name="connsiteY50" fmla="*/ 473477 h 597398"/>
                <a:gd name="connsiteX51" fmla="*/ 340777 w 837768"/>
                <a:gd name="connsiteY51" fmla="*/ 403272 h 597398"/>
                <a:gd name="connsiteX52" fmla="*/ 340777 w 837768"/>
                <a:gd name="connsiteY52" fmla="*/ 398029 h 597398"/>
                <a:gd name="connsiteX53" fmla="*/ 496928 w 837768"/>
                <a:gd name="connsiteY53" fmla="*/ 398029 h 597398"/>
                <a:gd name="connsiteX54" fmla="*/ 496931 w 837768"/>
                <a:gd name="connsiteY54" fmla="*/ 403647 h 597398"/>
                <a:gd name="connsiteX55" fmla="*/ 498136 w 837768"/>
                <a:gd name="connsiteY55" fmla="*/ 482455 h 597398"/>
                <a:gd name="connsiteX56" fmla="*/ 517517 w 837768"/>
                <a:gd name="connsiteY56" fmla="*/ 525699 h 597398"/>
                <a:gd name="connsiteX57" fmla="*/ 590281 w 837768"/>
                <a:gd name="connsiteY57" fmla="*/ 550915 h 597398"/>
                <a:gd name="connsiteX58" fmla="*/ 637813 w 837768"/>
                <a:gd name="connsiteY58" fmla="*/ 522157 h 597398"/>
                <a:gd name="connsiteX59" fmla="*/ 656068 w 837768"/>
                <a:gd name="connsiteY59" fmla="*/ 466892 h 597398"/>
                <a:gd name="connsiteX60" fmla="*/ 656019 w 837768"/>
                <a:gd name="connsiteY60" fmla="*/ 403069 h 597398"/>
                <a:gd name="connsiteX61" fmla="*/ 656019 w 837768"/>
                <a:gd name="connsiteY61" fmla="*/ 397456 h 597398"/>
                <a:gd name="connsiteX62" fmla="*/ 748109 w 837768"/>
                <a:gd name="connsiteY62" fmla="*/ 397456 h 597398"/>
                <a:gd name="connsiteX63" fmla="*/ 748109 w 837768"/>
                <a:gd name="connsiteY63" fmla="*/ 354512 h 597398"/>
                <a:gd name="connsiteX64" fmla="*/ 676887 w 837768"/>
                <a:gd name="connsiteY64" fmla="*/ 354512 h 597398"/>
                <a:gd name="connsiteX65" fmla="*/ 719015 w 837768"/>
                <a:gd name="connsiteY65" fmla="*/ 132465 h 597398"/>
                <a:gd name="connsiteX66" fmla="*/ 792228 w 837768"/>
                <a:gd name="connsiteY66" fmla="*/ 132465 h 597398"/>
                <a:gd name="connsiteX67" fmla="*/ 792228 w 837768"/>
                <a:gd name="connsiteY67" fmla="*/ 45177 h 597398"/>
                <a:gd name="connsiteX68" fmla="*/ 786109 w 837768"/>
                <a:gd name="connsiteY68" fmla="*/ 45177 h 597398"/>
                <a:gd name="connsiteX69" fmla="*/ 82663 w 837768"/>
                <a:gd name="connsiteY69" fmla="*/ 45182 h 597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37768" h="597398">
                  <a:moveTo>
                    <a:pt x="82663" y="0"/>
                  </a:moveTo>
                  <a:lnTo>
                    <a:pt x="813194" y="16"/>
                  </a:lnTo>
                  <a:cubicBezTo>
                    <a:pt x="828608" y="17"/>
                    <a:pt x="837438" y="9260"/>
                    <a:pt x="837549" y="23730"/>
                  </a:cubicBezTo>
                  <a:cubicBezTo>
                    <a:pt x="837937" y="74464"/>
                    <a:pt x="837695" y="125203"/>
                    <a:pt x="837679" y="175940"/>
                  </a:cubicBezTo>
                  <a:cubicBezTo>
                    <a:pt x="837679" y="176396"/>
                    <a:pt x="837507" y="176853"/>
                    <a:pt x="837358" y="177595"/>
                  </a:cubicBezTo>
                  <a:cubicBezTo>
                    <a:pt x="810525" y="177595"/>
                    <a:pt x="783741" y="177595"/>
                    <a:pt x="756609" y="177595"/>
                  </a:cubicBezTo>
                  <a:cubicBezTo>
                    <a:pt x="748287" y="221452"/>
                    <a:pt x="740009" y="265076"/>
                    <a:pt x="731649" y="309131"/>
                  </a:cubicBezTo>
                  <a:cubicBezTo>
                    <a:pt x="752455" y="309131"/>
                    <a:pt x="773141" y="309131"/>
                    <a:pt x="794158" y="309131"/>
                  </a:cubicBezTo>
                  <a:cubicBezTo>
                    <a:pt x="794158" y="353802"/>
                    <a:pt x="794158" y="398054"/>
                    <a:pt x="794158" y="442771"/>
                  </a:cubicBezTo>
                  <a:cubicBezTo>
                    <a:pt x="763402" y="442771"/>
                    <a:pt x="732568" y="442771"/>
                    <a:pt x="701197" y="442771"/>
                  </a:cubicBezTo>
                  <a:cubicBezTo>
                    <a:pt x="701197" y="452332"/>
                    <a:pt x="701233" y="461439"/>
                    <a:pt x="701190" y="470545"/>
                  </a:cubicBezTo>
                  <a:cubicBezTo>
                    <a:pt x="701057" y="498298"/>
                    <a:pt x="693915" y="524057"/>
                    <a:pt x="677340" y="546441"/>
                  </a:cubicBezTo>
                  <a:cubicBezTo>
                    <a:pt x="660702" y="568909"/>
                    <a:pt x="638937" y="584354"/>
                    <a:pt x="611731" y="592464"/>
                  </a:cubicBezTo>
                  <a:cubicBezTo>
                    <a:pt x="595676" y="597250"/>
                    <a:pt x="579462" y="598199"/>
                    <a:pt x="563294" y="596820"/>
                  </a:cubicBezTo>
                  <a:cubicBezTo>
                    <a:pt x="540362" y="594864"/>
                    <a:pt x="519512" y="586245"/>
                    <a:pt x="501031" y="572249"/>
                  </a:cubicBezTo>
                  <a:cubicBezTo>
                    <a:pt x="483357" y="558864"/>
                    <a:pt x="470408" y="541752"/>
                    <a:pt x="461686" y="521537"/>
                  </a:cubicBezTo>
                  <a:cubicBezTo>
                    <a:pt x="456824" y="510265"/>
                    <a:pt x="453164" y="498439"/>
                    <a:pt x="452822" y="486038"/>
                  </a:cubicBezTo>
                  <a:cubicBezTo>
                    <a:pt x="452432" y="471897"/>
                    <a:pt x="452732" y="457737"/>
                    <a:pt x="452732" y="443249"/>
                  </a:cubicBezTo>
                  <a:cubicBezTo>
                    <a:pt x="429896" y="443249"/>
                    <a:pt x="408229" y="443249"/>
                    <a:pt x="385955" y="443249"/>
                  </a:cubicBezTo>
                  <a:cubicBezTo>
                    <a:pt x="385955" y="452093"/>
                    <a:pt x="385708" y="461036"/>
                    <a:pt x="386003" y="469962"/>
                  </a:cubicBezTo>
                  <a:cubicBezTo>
                    <a:pt x="386774" y="493315"/>
                    <a:pt x="381174" y="515094"/>
                    <a:pt x="369644" y="535252"/>
                  </a:cubicBezTo>
                  <a:cubicBezTo>
                    <a:pt x="358239" y="555192"/>
                    <a:pt x="342272" y="570676"/>
                    <a:pt x="322151" y="581903"/>
                  </a:cubicBezTo>
                  <a:cubicBezTo>
                    <a:pt x="309814" y="588787"/>
                    <a:pt x="296714" y="593969"/>
                    <a:pt x="282862" y="595860"/>
                  </a:cubicBezTo>
                  <a:cubicBezTo>
                    <a:pt x="258814" y="599143"/>
                    <a:pt x="235186" y="597370"/>
                    <a:pt x="212415" y="587462"/>
                  </a:cubicBezTo>
                  <a:cubicBezTo>
                    <a:pt x="195252" y="579995"/>
                    <a:pt x="180617" y="569349"/>
                    <a:pt x="168267" y="555574"/>
                  </a:cubicBezTo>
                  <a:cubicBezTo>
                    <a:pt x="153277" y="538856"/>
                    <a:pt x="143433" y="519332"/>
                    <a:pt x="139592" y="497158"/>
                  </a:cubicBezTo>
                  <a:cubicBezTo>
                    <a:pt x="138086" y="488457"/>
                    <a:pt x="137886" y="479494"/>
                    <a:pt x="137563" y="470633"/>
                  </a:cubicBezTo>
                  <a:cubicBezTo>
                    <a:pt x="137236" y="461648"/>
                    <a:pt x="137491" y="452642"/>
                    <a:pt x="137491" y="442911"/>
                  </a:cubicBezTo>
                  <a:cubicBezTo>
                    <a:pt x="135656" y="442911"/>
                    <a:pt x="133940" y="442911"/>
                    <a:pt x="132225" y="442911"/>
                  </a:cubicBezTo>
                  <a:cubicBezTo>
                    <a:pt x="109803" y="442911"/>
                    <a:pt x="87380" y="442809"/>
                    <a:pt x="64958" y="442954"/>
                  </a:cubicBezTo>
                  <a:cubicBezTo>
                    <a:pt x="53559" y="443028"/>
                    <a:pt x="42875" y="433194"/>
                    <a:pt x="43041" y="421100"/>
                  </a:cubicBezTo>
                  <a:cubicBezTo>
                    <a:pt x="43529" y="385754"/>
                    <a:pt x="43215" y="350398"/>
                    <a:pt x="43215" y="315046"/>
                  </a:cubicBezTo>
                  <a:cubicBezTo>
                    <a:pt x="43215" y="313284"/>
                    <a:pt x="43215" y="311522"/>
                    <a:pt x="43215" y="309392"/>
                  </a:cubicBezTo>
                  <a:cubicBezTo>
                    <a:pt x="64364" y="309392"/>
                    <a:pt x="85087" y="309392"/>
                    <a:pt x="105979" y="309392"/>
                  </a:cubicBezTo>
                  <a:cubicBezTo>
                    <a:pt x="97652" y="265449"/>
                    <a:pt x="89403" y="221917"/>
                    <a:pt x="81066" y="177919"/>
                  </a:cubicBezTo>
                  <a:cubicBezTo>
                    <a:pt x="54464" y="177919"/>
                    <a:pt x="27535" y="177919"/>
                    <a:pt x="0" y="177919"/>
                  </a:cubicBezTo>
                  <a:lnTo>
                    <a:pt x="342" y="84712"/>
                  </a:lnTo>
                  <a:lnTo>
                    <a:pt x="45192" y="84712"/>
                  </a:lnTo>
                  <a:lnTo>
                    <a:pt x="45182" y="132591"/>
                  </a:lnTo>
                  <a:cubicBezTo>
                    <a:pt x="69957" y="132591"/>
                    <a:pt x="94137" y="132591"/>
                    <a:pt x="118617" y="132591"/>
                  </a:cubicBezTo>
                  <a:cubicBezTo>
                    <a:pt x="132639" y="206561"/>
                    <a:pt x="146621" y="280324"/>
                    <a:pt x="160733" y="354774"/>
                  </a:cubicBezTo>
                  <a:cubicBezTo>
                    <a:pt x="136118" y="354774"/>
                    <a:pt x="112814" y="354774"/>
                    <a:pt x="89585" y="354774"/>
                  </a:cubicBezTo>
                  <a:cubicBezTo>
                    <a:pt x="89585" y="369263"/>
                    <a:pt x="89585" y="383284"/>
                    <a:pt x="89585" y="397759"/>
                  </a:cubicBezTo>
                  <a:cubicBezTo>
                    <a:pt x="120627" y="397759"/>
                    <a:pt x="151458" y="397759"/>
                    <a:pt x="182668" y="397759"/>
                  </a:cubicBezTo>
                  <a:cubicBezTo>
                    <a:pt x="182668" y="399973"/>
                    <a:pt x="182668" y="401735"/>
                    <a:pt x="182668" y="403497"/>
                  </a:cubicBezTo>
                  <a:cubicBezTo>
                    <a:pt x="182668" y="428699"/>
                    <a:pt x="182610" y="453902"/>
                    <a:pt x="182733" y="479103"/>
                  </a:cubicBezTo>
                  <a:cubicBezTo>
                    <a:pt x="182751" y="482759"/>
                    <a:pt x="183318" y="486487"/>
                    <a:pt x="184175" y="490051"/>
                  </a:cubicBezTo>
                  <a:cubicBezTo>
                    <a:pt x="189560" y="512437"/>
                    <a:pt x="202270" y="529541"/>
                    <a:pt x="221883" y="541519"/>
                  </a:cubicBezTo>
                  <a:cubicBezTo>
                    <a:pt x="237351" y="550966"/>
                    <a:pt x="254546" y="554055"/>
                    <a:pt x="272006" y="551584"/>
                  </a:cubicBezTo>
                  <a:cubicBezTo>
                    <a:pt x="291806" y="548781"/>
                    <a:pt x="308760" y="539505"/>
                    <a:pt x="321664" y="523499"/>
                  </a:cubicBezTo>
                  <a:cubicBezTo>
                    <a:pt x="333498" y="508820"/>
                    <a:pt x="340465" y="492364"/>
                    <a:pt x="340706" y="473477"/>
                  </a:cubicBezTo>
                  <a:cubicBezTo>
                    <a:pt x="341004" y="450079"/>
                    <a:pt x="340777" y="426674"/>
                    <a:pt x="340777" y="403272"/>
                  </a:cubicBezTo>
                  <a:cubicBezTo>
                    <a:pt x="340777" y="401531"/>
                    <a:pt x="340777" y="399790"/>
                    <a:pt x="340777" y="398029"/>
                  </a:cubicBezTo>
                  <a:cubicBezTo>
                    <a:pt x="393097" y="398029"/>
                    <a:pt x="444875" y="398029"/>
                    <a:pt x="496928" y="398029"/>
                  </a:cubicBezTo>
                  <a:cubicBezTo>
                    <a:pt x="496928" y="400096"/>
                    <a:pt x="496909" y="401871"/>
                    <a:pt x="496931" y="403647"/>
                  </a:cubicBezTo>
                  <a:cubicBezTo>
                    <a:pt x="497254" y="429920"/>
                    <a:pt x="496961" y="456220"/>
                    <a:pt x="498136" y="482455"/>
                  </a:cubicBezTo>
                  <a:cubicBezTo>
                    <a:pt x="498876" y="499001"/>
                    <a:pt x="506226" y="513633"/>
                    <a:pt x="517517" y="525699"/>
                  </a:cubicBezTo>
                  <a:cubicBezTo>
                    <a:pt x="537227" y="546762"/>
                    <a:pt x="561565" y="555509"/>
                    <a:pt x="590281" y="550915"/>
                  </a:cubicBezTo>
                  <a:cubicBezTo>
                    <a:pt x="609963" y="547766"/>
                    <a:pt x="625649" y="537257"/>
                    <a:pt x="637813" y="522157"/>
                  </a:cubicBezTo>
                  <a:cubicBezTo>
                    <a:pt x="650619" y="506260"/>
                    <a:pt x="656280" y="487460"/>
                    <a:pt x="656068" y="466892"/>
                  </a:cubicBezTo>
                  <a:cubicBezTo>
                    <a:pt x="655849" y="445620"/>
                    <a:pt x="656019" y="424344"/>
                    <a:pt x="656019" y="403069"/>
                  </a:cubicBezTo>
                  <a:cubicBezTo>
                    <a:pt x="656019" y="401347"/>
                    <a:pt x="656019" y="399626"/>
                    <a:pt x="656019" y="397456"/>
                  </a:cubicBezTo>
                  <a:cubicBezTo>
                    <a:pt x="687207" y="397456"/>
                    <a:pt x="717712" y="397456"/>
                    <a:pt x="748109" y="397456"/>
                  </a:cubicBezTo>
                  <a:cubicBezTo>
                    <a:pt x="748109" y="382977"/>
                    <a:pt x="748109" y="368956"/>
                    <a:pt x="748109" y="354512"/>
                  </a:cubicBezTo>
                  <a:cubicBezTo>
                    <a:pt x="724282" y="354512"/>
                    <a:pt x="700676" y="354512"/>
                    <a:pt x="676887" y="354512"/>
                  </a:cubicBezTo>
                  <a:cubicBezTo>
                    <a:pt x="690963" y="280318"/>
                    <a:pt x="704955" y="206572"/>
                    <a:pt x="719015" y="132465"/>
                  </a:cubicBezTo>
                  <a:cubicBezTo>
                    <a:pt x="743605" y="132465"/>
                    <a:pt x="767909" y="132465"/>
                    <a:pt x="792228" y="132465"/>
                  </a:cubicBezTo>
                  <a:cubicBezTo>
                    <a:pt x="792228" y="103171"/>
                    <a:pt x="792228" y="74306"/>
                    <a:pt x="792228" y="45177"/>
                  </a:cubicBezTo>
                  <a:cubicBezTo>
                    <a:pt x="789990" y="45177"/>
                    <a:pt x="788049" y="45177"/>
                    <a:pt x="786109" y="45177"/>
                  </a:cubicBezTo>
                  <a:lnTo>
                    <a:pt x="82663" y="45182"/>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 name="Freeform: Shape 2">
              <a:extLst>
                <a:ext uri="{FF2B5EF4-FFF2-40B4-BE49-F238E27FC236}">
                  <a16:creationId xmlns:a16="http://schemas.microsoft.com/office/drawing/2014/main" id="{7564E365-528C-6DF8-CD66-F14779208B3B}"/>
                </a:ext>
                <a:ext uri="{C183D7F6-B498-43B3-948B-1728B52AA6E4}">
                  <adec:decorative xmlns:adec="http://schemas.microsoft.com/office/drawing/2017/decorative" val="1"/>
                </a:ext>
              </a:extLst>
            </p:cNvPr>
            <p:cNvSpPr/>
            <p:nvPr/>
          </p:nvSpPr>
          <p:spPr>
            <a:xfrm>
              <a:off x="4880886" y="4343066"/>
              <a:ext cx="390968" cy="413019"/>
            </a:xfrm>
            <a:custGeom>
              <a:avLst/>
              <a:gdLst>
                <a:gd name="connsiteX0" fmla="*/ 143510 w 390968"/>
                <a:gd name="connsiteY0" fmla="*/ 367155 h 413019"/>
                <a:gd name="connsiteX1" fmla="*/ 131903 w 390968"/>
                <a:gd name="connsiteY1" fmla="*/ 382686 h 413019"/>
                <a:gd name="connsiteX2" fmla="*/ 145029 w 390968"/>
                <a:gd name="connsiteY2" fmla="*/ 399873 h 413019"/>
                <a:gd name="connsiteX3" fmla="*/ 152356 w 390968"/>
                <a:gd name="connsiteY3" fmla="*/ 400166 h 413019"/>
                <a:gd name="connsiteX4" fmla="*/ 165780 w 390968"/>
                <a:gd name="connsiteY4" fmla="*/ 387527 h 413019"/>
                <a:gd name="connsiteX5" fmla="*/ 160801 w 390968"/>
                <a:gd name="connsiteY5" fmla="*/ 370841 h 413019"/>
                <a:gd name="connsiteX6" fmla="*/ 143510 w 390968"/>
                <a:gd name="connsiteY6" fmla="*/ 367155 h 413019"/>
                <a:gd name="connsiteX7" fmla="*/ 320587 w 390968"/>
                <a:gd name="connsiteY7" fmla="*/ 366112 h 413019"/>
                <a:gd name="connsiteX8" fmla="*/ 303512 w 390968"/>
                <a:gd name="connsiteY8" fmla="*/ 386203 h 413019"/>
                <a:gd name="connsiteX9" fmla="*/ 326133 w 390968"/>
                <a:gd name="connsiteY9" fmla="*/ 399394 h 413019"/>
                <a:gd name="connsiteX10" fmla="*/ 326922 w 390968"/>
                <a:gd name="connsiteY10" fmla="*/ 399273 h 413019"/>
                <a:gd name="connsiteX11" fmla="*/ 337469 w 390968"/>
                <a:gd name="connsiteY11" fmla="*/ 380281 h 413019"/>
                <a:gd name="connsiteX12" fmla="*/ 320587 w 390968"/>
                <a:gd name="connsiteY12" fmla="*/ 366112 h 413019"/>
                <a:gd name="connsiteX13" fmla="*/ 312799 w 390968"/>
                <a:gd name="connsiteY13" fmla="*/ 354595 h 413019"/>
                <a:gd name="connsiteX14" fmla="*/ 346574 w 390968"/>
                <a:gd name="connsiteY14" fmla="*/ 368794 h 413019"/>
                <a:gd name="connsiteX15" fmla="*/ 342193 w 390968"/>
                <a:gd name="connsiteY15" fmla="*/ 403624 h 413019"/>
                <a:gd name="connsiteX16" fmla="*/ 322961 w 390968"/>
                <a:gd name="connsiteY16" fmla="*/ 412787 h 413019"/>
                <a:gd name="connsiteX17" fmla="*/ 292204 w 390968"/>
                <a:gd name="connsiteY17" fmla="*/ 392704 h 413019"/>
                <a:gd name="connsiteX18" fmla="*/ 291986 w 390968"/>
                <a:gd name="connsiteY18" fmla="*/ 391452 h 413019"/>
                <a:gd name="connsiteX19" fmla="*/ 293013 w 390968"/>
                <a:gd name="connsiteY19" fmla="*/ 372001 h 413019"/>
                <a:gd name="connsiteX20" fmla="*/ 312799 w 390968"/>
                <a:gd name="connsiteY20" fmla="*/ 354595 h 413019"/>
                <a:gd name="connsiteX21" fmla="*/ 141925 w 390968"/>
                <a:gd name="connsiteY21" fmla="*/ 354492 h 413019"/>
                <a:gd name="connsiteX22" fmla="*/ 169671 w 390968"/>
                <a:gd name="connsiteY22" fmla="*/ 361636 h 413019"/>
                <a:gd name="connsiteX23" fmla="*/ 176227 w 390968"/>
                <a:gd name="connsiteY23" fmla="*/ 395541 h 413019"/>
                <a:gd name="connsiteX24" fmla="*/ 155849 w 390968"/>
                <a:gd name="connsiteY24" fmla="*/ 412199 h 413019"/>
                <a:gd name="connsiteX25" fmla="*/ 130883 w 390968"/>
                <a:gd name="connsiteY25" fmla="*/ 406669 h 413019"/>
                <a:gd name="connsiteX26" fmla="*/ 129605 w 390968"/>
                <a:gd name="connsiteY26" fmla="*/ 405883 h 413019"/>
                <a:gd name="connsiteX27" fmla="*/ 119666 w 390968"/>
                <a:gd name="connsiteY27" fmla="*/ 379604 h 413019"/>
                <a:gd name="connsiteX28" fmla="*/ 141925 w 390968"/>
                <a:gd name="connsiteY28" fmla="*/ 354492 h 413019"/>
                <a:gd name="connsiteX29" fmla="*/ 0 w 390968"/>
                <a:gd name="connsiteY29" fmla="*/ 126360 h 413019"/>
                <a:gd name="connsiteX30" fmla="*/ 36171 w 390968"/>
                <a:gd name="connsiteY30" fmla="*/ 126360 h 413019"/>
                <a:gd name="connsiteX31" fmla="*/ 36171 w 390968"/>
                <a:gd name="connsiteY31" fmla="*/ 162579 h 413019"/>
                <a:gd name="connsiteX32" fmla="*/ 0 w 390968"/>
                <a:gd name="connsiteY32" fmla="*/ 162579 h 413019"/>
                <a:gd name="connsiteX33" fmla="*/ 293004 w 390968"/>
                <a:gd name="connsiteY33" fmla="*/ 24629 h 413019"/>
                <a:gd name="connsiteX34" fmla="*/ 220343 w 390968"/>
                <a:gd name="connsiteY34" fmla="*/ 24632 h 413019"/>
                <a:gd name="connsiteX35" fmla="*/ 217150 w 390968"/>
                <a:gd name="connsiteY35" fmla="*/ 26594 h 413019"/>
                <a:gd name="connsiteX36" fmla="*/ 203938 w 390968"/>
                <a:gd name="connsiteY36" fmla="*/ 53191 h 413019"/>
                <a:gd name="connsiteX37" fmla="*/ 193210 w 390968"/>
                <a:gd name="connsiteY37" fmla="*/ 74686 h 413019"/>
                <a:gd name="connsiteX38" fmla="*/ 189733 w 390968"/>
                <a:gd name="connsiteY38" fmla="*/ 75867 h 413019"/>
                <a:gd name="connsiteX39" fmla="*/ 165919 w 390968"/>
                <a:gd name="connsiteY39" fmla="*/ 63875 h 413019"/>
                <a:gd name="connsiteX40" fmla="*/ 140143 w 390968"/>
                <a:gd name="connsiteY40" fmla="*/ 51019 h 413019"/>
                <a:gd name="connsiteX41" fmla="*/ 135510 w 390968"/>
                <a:gd name="connsiteY41" fmla="*/ 54933 h 413019"/>
                <a:gd name="connsiteX42" fmla="*/ 120778 w 390968"/>
                <a:gd name="connsiteY42" fmla="*/ 67375 h 413019"/>
                <a:gd name="connsiteX43" fmla="*/ 102958 w 390968"/>
                <a:gd name="connsiteY43" fmla="*/ 82242 h 413019"/>
                <a:gd name="connsiteX44" fmla="*/ 102534 w 390968"/>
                <a:gd name="connsiteY44" fmla="*/ 84629 h 413019"/>
                <a:gd name="connsiteX45" fmla="*/ 106820 w 390968"/>
                <a:gd name="connsiteY45" fmla="*/ 93957 h 413019"/>
                <a:gd name="connsiteX46" fmla="*/ 110581 w 390968"/>
                <a:gd name="connsiteY46" fmla="*/ 96341 h 413019"/>
                <a:gd name="connsiteX47" fmla="*/ 363562 w 390968"/>
                <a:gd name="connsiteY47" fmla="*/ 96285 h 413019"/>
                <a:gd name="connsiteX48" fmla="*/ 366459 w 390968"/>
                <a:gd name="connsiteY48" fmla="*/ 96285 h 413019"/>
                <a:gd name="connsiteX49" fmla="*/ 366498 w 390968"/>
                <a:gd name="connsiteY49" fmla="*/ 91564 h 413019"/>
                <a:gd name="connsiteX50" fmla="*/ 363757 w 390968"/>
                <a:gd name="connsiteY50" fmla="*/ 87940 h 413019"/>
                <a:gd name="connsiteX51" fmla="*/ 346237 w 390968"/>
                <a:gd name="connsiteY51" fmla="*/ 82435 h 413019"/>
                <a:gd name="connsiteX52" fmla="*/ 322219 w 390968"/>
                <a:gd name="connsiteY52" fmla="*/ 74814 h 413019"/>
                <a:gd name="connsiteX53" fmla="*/ 317610 w 390968"/>
                <a:gd name="connsiteY53" fmla="*/ 70773 h 413019"/>
                <a:gd name="connsiteX54" fmla="*/ 312910 w 390968"/>
                <a:gd name="connsiteY54" fmla="*/ 60761 h 413019"/>
                <a:gd name="connsiteX55" fmla="*/ 296144 w 390968"/>
                <a:gd name="connsiteY55" fmla="*/ 26675 h 413019"/>
                <a:gd name="connsiteX56" fmla="*/ 293004 w 390968"/>
                <a:gd name="connsiteY56" fmla="*/ 24629 h 413019"/>
                <a:gd name="connsiteX57" fmla="*/ 307600 w 390968"/>
                <a:gd name="connsiteY57" fmla="*/ 29 h 413019"/>
                <a:gd name="connsiteX58" fmla="*/ 311987 w 390968"/>
                <a:gd name="connsiteY58" fmla="*/ 2696 h 413019"/>
                <a:gd name="connsiteX59" fmla="*/ 335313 w 390968"/>
                <a:gd name="connsiteY59" fmla="*/ 50600 h 413019"/>
                <a:gd name="connsiteX60" fmla="*/ 339759 w 390968"/>
                <a:gd name="connsiteY60" fmla="*/ 54431 h 413019"/>
                <a:gd name="connsiteX61" fmla="*/ 379482 w 390968"/>
                <a:gd name="connsiteY61" fmla="*/ 67255 h 413019"/>
                <a:gd name="connsiteX62" fmla="*/ 390968 w 390968"/>
                <a:gd name="connsiteY62" fmla="*/ 70792 h 413019"/>
                <a:gd name="connsiteX63" fmla="*/ 390968 w 390968"/>
                <a:gd name="connsiteY63" fmla="*/ 120870 h 413019"/>
                <a:gd name="connsiteX64" fmla="*/ 388148 w 390968"/>
                <a:gd name="connsiteY64" fmla="*/ 120870 h 413019"/>
                <a:gd name="connsiteX65" fmla="*/ 95042 w 390968"/>
                <a:gd name="connsiteY65" fmla="*/ 120927 h 413019"/>
                <a:gd name="connsiteX66" fmla="*/ 91298 w 390968"/>
                <a:gd name="connsiteY66" fmla="*/ 118510 h 413019"/>
                <a:gd name="connsiteX67" fmla="*/ 72057 w 390968"/>
                <a:gd name="connsiteY67" fmla="*/ 78894 h 413019"/>
                <a:gd name="connsiteX68" fmla="*/ 73061 w 390968"/>
                <a:gd name="connsiteY68" fmla="*/ 74998 h 413019"/>
                <a:gd name="connsiteX69" fmla="*/ 94861 w 390968"/>
                <a:gd name="connsiteY69" fmla="*/ 56589 h 413019"/>
                <a:gd name="connsiteX70" fmla="*/ 116184 w 390968"/>
                <a:gd name="connsiteY70" fmla="*/ 38911 h 413019"/>
                <a:gd name="connsiteX71" fmla="*/ 130693 w 390968"/>
                <a:gd name="connsiteY71" fmla="*/ 26607 h 413019"/>
                <a:gd name="connsiteX72" fmla="*/ 135248 w 390968"/>
                <a:gd name="connsiteY72" fmla="*/ 22568 h 413019"/>
                <a:gd name="connsiteX73" fmla="*/ 138759 w 390968"/>
                <a:gd name="connsiteY73" fmla="*/ 22502 h 413019"/>
                <a:gd name="connsiteX74" fmla="*/ 177945 w 390968"/>
                <a:gd name="connsiteY74" fmla="*/ 42126 h 413019"/>
                <a:gd name="connsiteX75" fmla="*/ 181134 w 390968"/>
                <a:gd name="connsiteY75" fmla="*/ 43608 h 413019"/>
                <a:gd name="connsiteX76" fmla="*/ 202264 w 390968"/>
                <a:gd name="connsiteY76" fmla="*/ 1437 h 413019"/>
                <a:gd name="connsiteX77" fmla="*/ 205538 w 390968"/>
                <a:gd name="connsiteY77" fmla="*/ 133 h 413019"/>
                <a:gd name="connsiteX78" fmla="*/ 299322 w 390968"/>
                <a:gd name="connsiteY78" fmla="*/ 84 h 413019"/>
                <a:gd name="connsiteX79" fmla="*/ 307600 w 390968"/>
                <a:gd name="connsiteY79" fmla="*/ 29 h 413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90968" h="413019">
                  <a:moveTo>
                    <a:pt x="143510" y="367155"/>
                  </a:moveTo>
                  <a:cubicBezTo>
                    <a:pt x="136504" y="369796"/>
                    <a:pt x="132397" y="375138"/>
                    <a:pt x="131903" y="382686"/>
                  </a:cubicBezTo>
                  <a:cubicBezTo>
                    <a:pt x="131431" y="389903"/>
                    <a:pt x="136402" y="397256"/>
                    <a:pt x="145029" y="399873"/>
                  </a:cubicBezTo>
                  <a:cubicBezTo>
                    <a:pt x="147479" y="400005"/>
                    <a:pt x="150048" y="400676"/>
                    <a:pt x="152356" y="400166"/>
                  </a:cubicBezTo>
                  <a:cubicBezTo>
                    <a:pt x="159214" y="398651"/>
                    <a:pt x="163929" y="394446"/>
                    <a:pt x="165780" y="387527"/>
                  </a:cubicBezTo>
                  <a:cubicBezTo>
                    <a:pt x="167523" y="381010"/>
                    <a:pt x="165674" y="375419"/>
                    <a:pt x="160801" y="370841"/>
                  </a:cubicBezTo>
                  <a:cubicBezTo>
                    <a:pt x="155801" y="366143"/>
                    <a:pt x="149873" y="364757"/>
                    <a:pt x="143510" y="367155"/>
                  </a:cubicBezTo>
                  <a:close/>
                  <a:moveTo>
                    <a:pt x="320587" y="366112"/>
                  </a:moveTo>
                  <a:cubicBezTo>
                    <a:pt x="310459" y="366039"/>
                    <a:pt x="301603" y="375165"/>
                    <a:pt x="303512" y="386203"/>
                  </a:cubicBezTo>
                  <a:cubicBezTo>
                    <a:pt x="305212" y="396033"/>
                    <a:pt x="314912" y="402926"/>
                    <a:pt x="326133" y="399394"/>
                  </a:cubicBezTo>
                  <a:cubicBezTo>
                    <a:pt x="326398" y="399356"/>
                    <a:pt x="326686" y="399375"/>
                    <a:pt x="326922" y="399273"/>
                  </a:cubicBezTo>
                  <a:cubicBezTo>
                    <a:pt x="334861" y="395857"/>
                    <a:pt x="338820" y="388614"/>
                    <a:pt x="337469" y="380281"/>
                  </a:cubicBezTo>
                  <a:cubicBezTo>
                    <a:pt x="336174" y="372298"/>
                    <a:pt x="328919" y="366171"/>
                    <a:pt x="320587" y="366112"/>
                  </a:cubicBezTo>
                  <a:close/>
                  <a:moveTo>
                    <a:pt x="312799" y="354595"/>
                  </a:moveTo>
                  <a:cubicBezTo>
                    <a:pt x="326436" y="351114"/>
                    <a:pt x="339410" y="356386"/>
                    <a:pt x="346574" y="368794"/>
                  </a:cubicBezTo>
                  <a:cubicBezTo>
                    <a:pt x="352701" y="379405"/>
                    <a:pt x="351218" y="394587"/>
                    <a:pt x="342193" y="403624"/>
                  </a:cubicBezTo>
                  <a:cubicBezTo>
                    <a:pt x="336799" y="409026"/>
                    <a:pt x="330656" y="412076"/>
                    <a:pt x="322961" y="412787"/>
                  </a:cubicBezTo>
                  <a:cubicBezTo>
                    <a:pt x="308831" y="414094"/>
                    <a:pt x="296500" y="405246"/>
                    <a:pt x="292204" y="392704"/>
                  </a:cubicBezTo>
                  <a:cubicBezTo>
                    <a:pt x="292092" y="392377"/>
                    <a:pt x="292132" y="391999"/>
                    <a:pt x="291986" y="391452"/>
                  </a:cubicBezTo>
                  <a:cubicBezTo>
                    <a:pt x="290274" y="384722"/>
                    <a:pt x="290403" y="378273"/>
                    <a:pt x="293013" y="372001"/>
                  </a:cubicBezTo>
                  <a:cubicBezTo>
                    <a:pt x="296765" y="362989"/>
                    <a:pt x="303369" y="357002"/>
                    <a:pt x="312799" y="354595"/>
                  </a:cubicBezTo>
                  <a:close/>
                  <a:moveTo>
                    <a:pt x="141925" y="354492"/>
                  </a:moveTo>
                  <a:cubicBezTo>
                    <a:pt x="152312" y="351943"/>
                    <a:pt x="161879" y="354244"/>
                    <a:pt x="169671" y="361636"/>
                  </a:cubicBezTo>
                  <a:cubicBezTo>
                    <a:pt x="178719" y="370219"/>
                    <a:pt x="181684" y="383756"/>
                    <a:pt x="176227" y="395541"/>
                  </a:cubicBezTo>
                  <a:cubicBezTo>
                    <a:pt x="172117" y="404419"/>
                    <a:pt x="165427" y="410057"/>
                    <a:pt x="155849" y="412199"/>
                  </a:cubicBezTo>
                  <a:cubicBezTo>
                    <a:pt x="146666" y="414253"/>
                    <a:pt x="138332" y="412465"/>
                    <a:pt x="130883" y="406669"/>
                  </a:cubicBezTo>
                  <a:cubicBezTo>
                    <a:pt x="130541" y="406403"/>
                    <a:pt x="130125" y="406232"/>
                    <a:pt x="129605" y="405883"/>
                  </a:cubicBezTo>
                  <a:cubicBezTo>
                    <a:pt x="121702" y="398720"/>
                    <a:pt x="118427" y="389783"/>
                    <a:pt x="119666" y="379604"/>
                  </a:cubicBezTo>
                  <a:cubicBezTo>
                    <a:pt x="121188" y="367102"/>
                    <a:pt x="129290" y="357592"/>
                    <a:pt x="141925" y="354492"/>
                  </a:cubicBezTo>
                  <a:close/>
                  <a:moveTo>
                    <a:pt x="0" y="126360"/>
                  </a:moveTo>
                  <a:lnTo>
                    <a:pt x="36171" y="126360"/>
                  </a:lnTo>
                  <a:lnTo>
                    <a:pt x="36171" y="162579"/>
                  </a:lnTo>
                  <a:lnTo>
                    <a:pt x="0" y="162579"/>
                  </a:lnTo>
                  <a:close/>
                  <a:moveTo>
                    <a:pt x="293004" y="24629"/>
                  </a:moveTo>
                  <a:cubicBezTo>
                    <a:pt x="268784" y="24688"/>
                    <a:pt x="244563" y="24686"/>
                    <a:pt x="220343" y="24632"/>
                  </a:cubicBezTo>
                  <a:cubicBezTo>
                    <a:pt x="218713" y="24628"/>
                    <a:pt x="217890" y="25081"/>
                    <a:pt x="217150" y="26594"/>
                  </a:cubicBezTo>
                  <a:cubicBezTo>
                    <a:pt x="212857" y="35368"/>
                    <a:pt x="208422" y="44072"/>
                    <a:pt x="203938" y="53191"/>
                  </a:cubicBezTo>
                  <a:cubicBezTo>
                    <a:pt x="200353" y="60352"/>
                    <a:pt x="196730" y="67493"/>
                    <a:pt x="193210" y="74686"/>
                  </a:cubicBezTo>
                  <a:cubicBezTo>
                    <a:pt x="192364" y="76415"/>
                    <a:pt x="191533" y="76795"/>
                    <a:pt x="189733" y="75867"/>
                  </a:cubicBezTo>
                  <a:cubicBezTo>
                    <a:pt x="181833" y="71796"/>
                    <a:pt x="173868" y="67850"/>
                    <a:pt x="165919" y="63875"/>
                  </a:cubicBezTo>
                  <a:cubicBezTo>
                    <a:pt x="157293" y="59561"/>
                    <a:pt x="148658" y="55265"/>
                    <a:pt x="140143" y="51019"/>
                  </a:cubicBezTo>
                  <a:cubicBezTo>
                    <a:pt x="138472" y="52430"/>
                    <a:pt x="136991" y="53682"/>
                    <a:pt x="135510" y="54933"/>
                  </a:cubicBezTo>
                  <a:cubicBezTo>
                    <a:pt x="130601" y="59083"/>
                    <a:pt x="125710" y="63254"/>
                    <a:pt x="120778" y="67375"/>
                  </a:cubicBezTo>
                  <a:cubicBezTo>
                    <a:pt x="114841" y="72335"/>
                    <a:pt x="108844" y="77224"/>
                    <a:pt x="102958" y="82242"/>
                  </a:cubicBezTo>
                  <a:cubicBezTo>
                    <a:pt x="102467" y="82660"/>
                    <a:pt x="102262" y="83983"/>
                    <a:pt x="102534" y="84629"/>
                  </a:cubicBezTo>
                  <a:cubicBezTo>
                    <a:pt x="103859" y="87782"/>
                    <a:pt x="105468" y="90814"/>
                    <a:pt x="106820" y="93957"/>
                  </a:cubicBezTo>
                  <a:cubicBezTo>
                    <a:pt x="107575" y="95712"/>
                    <a:pt x="108570" y="96342"/>
                    <a:pt x="110581" y="96341"/>
                  </a:cubicBezTo>
                  <a:cubicBezTo>
                    <a:pt x="194908" y="96276"/>
                    <a:pt x="279235" y="96285"/>
                    <a:pt x="363562" y="96285"/>
                  </a:cubicBezTo>
                  <a:cubicBezTo>
                    <a:pt x="364492" y="96285"/>
                    <a:pt x="365421" y="96285"/>
                    <a:pt x="366459" y="96285"/>
                  </a:cubicBezTo>
                  <a:cubicBezTo>
                    <a:pt x="366459" y="94403"/>
                    <a:pt x="366288" y="92955"/>
                    <a:pt x="366498" y="91564"/>
                  </a:cubicBezTo>
                  <a:cubicBezTo>
                    <a:pt x="366840" y="89296"/>
                    <a:pt x="365703" y="88520"/>
                    <a:pt x="363757" y="87940"/>
                  </a:cubicBezTo>
                  <a:cubicBezTo>
                    <a:pt x="357891" y="86193"/>
                    <a:pt x="352068" y="84299"/>
                    <a:pt x="346237" y="82435"/>
                  </a:cubicBezTo>
                  <a:cubicBezTo>
                    <a:pt x="338236" y="79877"/>
                    <a:pt x="330286" y="77142"/>
                    <a:pt x="322219" y="74814"/>
                  </a:cubicBezTo>
                  <a:cubicBezTo>
                    <a:pt x="319804" y="74118"/>
                    <a:pt x="318537" y="72915"/>
                    <a:pt x="317610" y="70773"/>
                  </a:cubicBezTo>
                  <a:cubicBezTo>
                    <a:pt x="316146" y="67391"/>
                    <a:pt x="314536" y="64070"/>
                    <a:pt x="312910" y="60761"/>
                  </a:cubicBezTo>
                  <a:cubicBezTo>
                    <a:pt x="307327" y="49397"/>
                    <a:pt x="301679" y="38063"/>
                    <a:pt x="296144" y="26675"/>
                  </a:cubicBezTo>
                  <a:cubicBezTo>
                    <a:pt x="295434" y="25215"/>
                    <a:pt x="294684" y="24625"/>
                    <a:pt x="293004" y="24629"/>
                  </a:cubicBezTo>
                  <a:close/>
                  <a:moveTo>
                    <a:pt x="307600" y="29"/>
                  </a:moveTo>
                  <a:cubicBezTo>
                    <a:pt x="309886" y="-168"/>
                    <a:pt x="310995" y="639"/>
                    <a:pt x="311987" y="2696"/>
                  </a:cubicBezTo>
                  <a:cubicBezTo>
                    <a:pt x="319701" y="18693"/>
                    <a:pt x="327586" y="34608"/>
                    <a:pt x="335313" y="50600"/>
                  </a:cubicBezTo>
                  <a:cubicBezTo>
                    <a:pt x="336304" y="52651"/>
                    <a:pt x="337517" y="53731"/>
                    <a:pt x="339759" y="54431"/>
                  </a:cubicBezTo>
                  <a:cubicBezTo>
                    <a:pt x="353039" y="58580"/>
                    <a:pt x="366243" y="62974"/>
                    <a:pt x="379482" y="67255"/>
                  </a:cubicBezTo>
                  <a:cubicBezTo>
                    <a:pt x="383291" y="68486"/>
                    <a:pt x="387135" y="69614"/>
                    <a:pt x="390968" y="70792"/>
                  </a:cubicBezTo>
                  <a:cubicBezTo>
                    <a:pt x="390968" y="87473"/>
                    <a:pt x="390968" y="103940"/>
                    <a:pt x="390968" y="120870"/>
                  </a:cubicBezTo>
                  <a:cubicBezTo>
                    <a:pt x="390007" y="120870"/>
                    <a:pt x="389077" y="120870"/>
                    <a:pt x="388148" y="120870"/>
                  </a:cubicBezTo>
                  <a:cubicBezTo>
                    <a:pt x="290446" y="120870"/>
                    <a:pt x="192744" y="120862"/>
                    <a:pt x="95042" y="120927"/>
                  </a:cubicBezTo>
                  <a:cubicBezTo>
                    <a:pt x="93005" y="120929"/>
                    <a:pt x="92105" y="120185"/>
                    <a:pt x="91298" y="118510"/>
                  </a:cubicBezTo>
                  <a:cubicBezTo>
                    <a:pt x="84927" y="105284"/>
                    <a:pt x="78500" y="92085"/>
                    <a:pt x="72057" y="78894"/>
                  </a:cubicBezTo>
                  <a:cubicBezTo>
                    <a:pt x="71240" y="77222"/>
                    <a:pt x="71424" y="76325"/>
                    <a:pt x="73061" y="74998"/>
                  </a:cubicBezTo>
                  <a:cubicBezTo>
                    <a:pt x="80448" y="69010"/>
                    <a:pt x="87577" y="62705"/>
                    <a:pt x="94861" y="56589"/>
                  </a:cubicBezTo>
                  <a:cubicBezTo>
                    <a:pt x="101931" y="50652"/>
                    <a:pt x="109096" y="44826"/>
                    <a:pt x="116184" y="38911"/>
                  </a:cubicBezTo>
                  <a:cubicBezTo>
                    <a:pt x="121052" y="34848"/>
                    <a:pt x="125867" y="30720"/>
                    <a:pt x="130693" y="26607"/>
                  </a:cubicBezTo>
                  <a:cubicBezTo>
                    <a:pt x="132237" y="25291"/>
                    <a:pt x="133790" y="23977"/>
                    <a:pt x="135248" y="22568"/>
                  </a:cubicBezTo>
                  <a:cubicBezTo>
                    <a:pt x="136462" y="21396"/>
                    <a:pt x="137508" y="21873"/>
                    <a:pt x="138759" y="22502"/>
                  </a:cubicBezTo>
                  <a:cubicBezTo>
                    <a:pt x="151807" y="29070"/>
                    <a:pt x="164878" y="35596"/>
                    <a:pt x="177945" y="42126"/>
                  </a:cubicBezTo>
                  <a:cubicBezTo>
                    <a:pt x="178880" y="42594"/>
                    <a:pt x="179842" y="43009"/>
                    <a:pt x="181134" y="43608"/>
                  </a:cubicBezTo>
                  <a:cubicBezTo>
                    <a:pt x="188179" y="29547"/>
                    <a:pt x="195172" y="15588"/>
                    <a:pt x="202264" y="1437"/>
                  </a:cubicBezTo>
                  <a:cubicBezTo>
                    <a:pt x="203420" y="859"/>
                    <a:pt x="204479" y="135"/>
                    <a:pt x="205538" y="133"/>
                  </a:cubicBezTo>
                  <a:cubicBezTo>
                    <a:pt x="236799" y="73"/>
                    <a:pt x="268060" y="84"/>
                    <a:pt x="299322" y="84"/>
                  </a:cubicBezTo>
                  <a:cubicBezTo>
                    <a:pt x="302082" y="84"/>
                    <a:pt x="304859" y="264"/>
                    <a:pt x="307600" y="29"/>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46" name="Group 145">
            <a:extLst>
              <a:ext uri="{FF2B5EF4-FFF2-40B4-BE49-F238E27FC236}">
                <a16:creationId xmlns:a16="http://schemas.microsoft.com/office/drawing/2014/main" id="{60AC3F10-96F0-7522-59B4-F2081C11264E}"/>
              </a:ext>
              <a:ext uri="{C183D7F6-B498-43B3-948B-1728B52AA6E4}">
                <adec:decorative xmlns:adec="http://schemas.microsoft.com/office/drawing/2017/decorative" val="1"/>
              </a:ext>
            </a:extLst>
          </p:cNvPr>
          <p:cNvGrpSpPr>
            <a:grpSpLocks noChangeAspect="1"/>
          </p:cNvGrpSpPr>
          <p:nvPr/>
        </p:nvGrpSpPr>
        <p:grpSpPr>
          <a:xfrm>
            <a:off x="3271735" y="4343071"/>
            <a:ext cx="495499" cy="457200"/>
            <a:chOff x="3271735" y="4343071"/>
            <a:chExt cx="495499" cy="457200"/>
          </a:xfrm>
          <a:solidFill>
            <a:srgbClr val="FF0000"/>
          </a:solidFill>
        </p:grpSpPr>
        <p:sp>
          <p:nvSpPr>
            <p:cNvPr id="2190" name="Freeform: Shape 2189">
              <a:extLst>
                <a:ext uri="{FF2B5EF4-FFF2-40B4-BE49-F238E27FC236}">
                  <a16:creationId xmlns:a16="http://schemas.microsoft.com/office/drawing/2014/main" id="{A06BB373-7B19-81A7-BB6E-CC8A0AFB3FA4}"/>
                </a:ext>
                <a:ext uri="{C183D7F6-B498-43B3-948B-1728B52AA6E4}">
                  <adec:decorative xmlns:adec="http://schemas.microsoft.com/office/drawing/2017/decorative" val="1"/>
                </a:ext>
              </a:extLst>
            </p:cNvPr>
            <p:cNvSpPr/>
            <p:nvPr/>
          </p:nvSpPr>
          <p:spPr>
            <a:xfrm>
              <a:off x="3271735" y="4392297"/>
              <a:ext cx="495499" cy="407974"/>
            </a:xfrm>
            <a:custGeom>
              <a:avLst/>
              <a:gdLst>
                <a:gd name="connsiteX0" fmla="*/ 183347 w 840757"/>
                <a:gd name="connsiteY0" fmla="*/ 336142 h 692246"/>
                <a:gd name="connsiteX1" fmla="*/ 171548 w 840757"/>
                <a:gd name="connsiteY1" fmla="*/ 342623 h 692246"/>
                <a:gd name="connsiteX2" fmla="*/ 115180 w 840757"/>
                <a:gd name="connsiteY2" fmla="*/ 372064 h 692246"/>
                <a:gd name="connsiteX3" fmla="*/ 111601 w 840757"/>
                <a:gd name="connsiteY3" fmla="*/ 378555 h 692246"/>
                <a:gd name="connsiteX4" fmla="*/ 111656 w 840757"/>
                <a:gd name="connsiteY4" fmla="*/ 642215 h 692246"/>
                <a:gd name="connsiteX5" fmla="*/ 111656 w 840757"/>
                <a:gd name="connsiteY5" fmla="*/ 646711 h 692246"/>
                <a:gd name="connsiteX6" fmla="*/ 419669 w 840757"/>
                <a:gd name="connsiteY6" fmla="*/ 646711 h 692246"/>
                <a:gd name="connsiteX7" fmla="*/ 419669 w 840757"/>
                <a:gd name="connsiteY7" fmla="*/ 337593 h 692246"/>
                <a:gd name="connsiteX8" fmla="*/ 301180 w 840757"/>
                <a:gd name="connsiteY8" fmla="*/ 402792 h 692246"/>
                <a:gd name="connsiteX9" fmla="*/ 301180 w 840757"/>
                <a:gd name="connsiteY9" fmla="*/ 337513 h 692246"/>
                <a:gd name="connsiteX10" fmla="*/ 183347 w 840757"/>
                <a:gd name="connsiteY10" fmla="*/ 402660 h 692246"/>
                <a:gd name="connsiteX11" fmla="*/ 183347 w 840757"/>
                <a:gd name="connsiteY11" fmla="*/ 343286 h 692246"/>
                <a:gd name="connsiteX12" fmla="*/ 183347 w 840757"/>
                <a:gd name="connsiteY12" fmla="*/ 336142 h 692246"/>
                <a:gd name="connsiteX13" fmla="*/ 465070 w 840757"/>
                <a:gd name="connsiteY13" fmla="*/ 260610 h 692246"/>
                <a:gd name="connsiteX14" fmla="*/ 465070 w 840757"/>
                <a:gd name="connsiteY14" fmla="*/ 647091 h 692246"/>
                <a:gd name="connsiteX15" fmla="*/ 481438 w 840757"/>
                <a:gd name="connsiteY15" fmla="*/ 647580 h 692246"/>
                <a:gd name="connsiteX16" fmla="*/ 480334 w 840757"/>
                <a:gd name="connsiteY16" fmla="*/ 660067 h 692246"/>
                <a:gd name="connsiteX17" fmla="*/ 475019 w 840757"/>
                <a:gd name="connsiteY17" fmla="*/ 692082 h 692246"/>
                <a:gd name="connsiteX18" fmla="*/ 470120 w 840757"/>
                <a:gd name="connsiteY18" fmla="*/ 692239 h 692246"/>
                <a:gd name="connsiteX19" fmla="*/ 5137 w 840757"/>
                <a:gd name="connsiteY19" fmla="*/ 692246 h 692246"/>
                <a:gd name="connsiteX20" fmla="*/ 0 w 840757"/>
                <a:gd name="connsiteY20" fmla="*/ 692246 h 692246"/>
                <a:gd name="connsiteX21" fmla="*/ 0 w 840757"/>
                <a:gd name="connsiteY21" fmla="*/ 647142 h 692246"/>
                <a:gd name="connsiteX22" fmla="*/ 66482 w 840757"/>
                <a:gd name="connsiteY22" fmla="*/ 647142 h 692246"/>
                <a:gd name="connsiteX23" fmla="*/ 66482 w 840757"/>
                <a:gd name="connsiteY23" fmla="*/ 640944 h 692246"/>
                <a:gd name="connsiteX24" fmla="*/ 66469 w 840757"/>
                <a:gd name="connsiteY24" fmla="*/ 360088 h 692246"/>
                <a:gd name="connsiteX25" fmla="*/ 79017 w 840757"/>
                <a:gd name="connsiteY25" fmla="*/ 339717 h 692246"/>
                <a:gd name="connsiteX26" fmla="*/ 140442 w 840757"/>
                <a:gd name="connsiteY26" fmla="*/ 307544 h 692246"/>
                <a:gd name="connsiteX27" fmla="*/ 199760 w 840757"/>
                <a:gd name="connsiteY27" fmla="*/ 276522 h 692246"/>
                <a:gd name="connsiteX28" fmla="*/ 222901 w 840757"/>
                <a:gd name="connsiteY28" fmla="*/ 264047 h 692246"/>
                <a:gd name="connsiteX29" fmla="*/ 228480 w 840757"/>
                <a:gd name="connsiteY29" fmla="*/ 261597 h 692246"/>
                <a:gd name="connsiteX30" fmla="*/ 228480 w 840757"/>
                <a:gd name="connsiteY30" fmla="*/ 325635 h 692246"/>
                <a:gd name="connsiteX31" fmla="*/ 346072 w 840757"/>
                <a:gd name="connsiteY31" fmla="*/ 260640 h 692246"/>
                <a:gd name="connsiteX32" fmla="*/ 346072 w 840757"/>
                <a:gd name="connsiteY32" fmla="*/ 326108 h 692246"/>
                <a:gd name="connsiteX33" fmla="*/ 465070 w 840757"/>
                <a:gd name="connsiteY33" fmla="*/ 260610 h 692246"/>
                <a:gd name="connsiteX34" fmla="*/ 417367 w 840757"/>
                <a:gd name="connsiteY34" fmla="*/ 157 h 692246"/>
                <a:gd name="connsiteX35" fmla="*/ 433493 w 840757"/>
                <a:gd name="connsiteY35" fmla="*/ 3201 h 692246"/>
                <a:gd name="connsiteX36" fmla="*/ 492305 w 840757"/>
                <a:gd name="connsiteY36" fmla="*/ 35615 h 692246"/>
                <a:gd name="connsiteX37" fmla="*/ 533970 w 840757"/>
                <a:gd name="connsiteY37" fmla="*/ 74892 h 692246"/>
                <a:gd name="connsiteX38" fmla="*/ 573531 w 840757"/>
                <a:gd name="connsiteY38" fmla="*/ 135185 h 692246"/>
                <a:gd name="connsiteX39" fmla="*/ 591891 w 840757"/>
                <a:gd name="connsiteY39" fmla="*/ 192120 h 692246"/>
                <a:gd name="connsiteX40" fmla="*/ 596810 w 840757"/>
                <a:gd name="connsiteY40" fmla="*/ 226749 h 692246"/>
                <a:gd name="connsiteX41" fmla="*/ 605695 w 840757"/>
                <a:gd name="connsiteY41" fmla="*/ 226764 h 692246"/>
                <a:gd name="connsiteX42" fmla="*/ 605695 w 840757"/>
                <a:gd name="connsiteY42" fmla="*/ 272915 h 692246"/>
                <a:gd name="connsiteX43" fmla="*/ 592287 w 840757"/>
                <a:gd name="connsiteY43" fmla="*/ 272910 h 692246"/>
                <a:gd name="connsiteX44" fmla="*/ 532259 w 840757"/>
                <a:gd name="connsiteY44" fmla="*/ 646855 h 692246"/>
                <a:gd name="connsiteX45" fmla="*/ 710787 w 840757"/>
                <a:gd name="connsiteY45" fmla="*/ 646855 h 692246"/>
                <a:gd name="connsiteX46" fmla="*/ 706787 w 840757"/>
                <a:gd name="connsiteY46" fmla="*/ 621619 h 692246"/>
                <a:gd name="connsiteX47" fmla="*/ 701555 w 840757"/>
                <a:gd name="connsiteY47" fmla="*/ 588471 h 692246"/>
                <a:gd name="connsiteX48" fmla="*/ 695983 w 840757"/>
                <a:gd name="connsiteY48" fmla="*/ 554926 h 692246"/>
                <a:gd name="connsiteX49" fmla="*/ 690327 w 840757"/>
                <a:gd name="connsiteY49" fmla="*/ 520909 h 692246"/>
                <a:gd name="connsiteX50" fmla="*/ 685189 w 840757"/>
                <a:gd name="connsiteY50" fmla="*/ 489214 h 692246"/>
                <a:gd name="connsiteX51" fmla="*/ 679795 w 840757"/>
                <a:gd name="connsiteY51" fmla="*/ 454631 h 692246"/>
                <a:gd name="connsiteX52" fmla="*/ 674402 w 840757"/>
                <a:gd name="connsiteY52" fmla="*/ 422518 h 692246"/>
                <a:gd name="connsiteX53" fmla="*/ 669256 w 840757"/>
                <a:gd name="connsiteY53" fmla="*/ 388362 h 692246"/>
                <a:gd name="connsiteX54" fmla="*/ 662589 w 840757"/>
                <a:gd name="connsiteY54" fmla="*/ 348204 h 692246"/>
                <a:gd name="connsiteX55" fmla="*/ 656966 w 840757"/>
                <a:gd name="connsiteY55" fmla="*/ 314673 h 692246"/>
                <a:gd name="connsiteX56" fmla="*/ 656762 w 840757"/>
                <a:gd name="connsiteY56" fmla="*/ 313055 h 692246"/>
                <a:gd name="connsiteX57" fmla="*/ 702780 w 840757"/>
                <a:gd name="connsiteY57" fmla="*/ 313055 h 692246"/>
                <a:gd name="connsiteX58" fmla="*/ 702851 w 840757"/>
                <a:gd name="connsiteY58" fmla="*/ 313475 h 692246"/>
                <a:gd name="connsiteX59" fmla="*/ 709600 w 840757"/>
                <a:gd name="connsiteY59" fmla="*/ 354106 h 692246"/>
                <a:gd name="connsiteX60" fmla="*/ 715645 w 840757"/>
                <a:gd name="connsiteY60" fmla="*/ 392962 h 692246"/>
                <a:gd name="connsiteX61" fmla="*/ 722335 w 840757"/>
                <a:gd name="connsiteY61" fmla="*/ 432624 h 692246"/>
                <a:gd name="connsiteX62" fmla="*/ 728406 w 840757"/>
                <a:gd name="connsiteY62" fmla="*/ 471473 h 692246"/>
                <a:gd name="connsiteX63" fmla="*/ 733976 w 840757"/>
                <a:gd name="connsiteY63" fmla="*/ 505018 h 692246"/>
                <a:gd name="connsiteX64" fmla="*/ 739202 w 840757"/>
                <a:gd name="connsiteY64" fmla="*/ 537679 h 692246"/>
                <a:gd name="connsiteX65" fmla="*/ 744963 w 840757"/>
                <a:gd name="connsiteY65" fmla="*/ 572159 h 692246"/>
                <a:gd name="connsiteX66" fmla="*/ 750008 w 840757"/>
                <a:gd name="connsiteY66" fmla="*/ 604375 h 692246"/>
                <a:gd name="connsiteX67" fmla="*/ 755807 w 840757"/>
                <a:gd name="connsiteY67" fmla="*/ 638849 h 692246"/>
                <a:gd name="connsiteX68" fmla="*/ 766057 w 840757"/>
                <a:gd name="connsiteY68" fmla="*/ 647069 h 692246"/>
                <a:gd name="connsiteX69" fmla="*/ 840757 w 840757"/>
                <a:gd name="connsiteY69" fmla="*/ 647069 h 692246"/>
                <a:gd name="connsiteX70" fmla="*/ 839116 w 840757"/>
                <a:gd name="connsiteY70" fmla="*/ 677591 h 692246"/>
                <a:gd name="connsiteX71" fmla="*/ 819497 w 840757"/>
                <a:gd name="connsiteY71" fmla="*/ 692240 h 692246"/>
                <a:gd name="connsiteX72" fmla="*/ 479410 w 840757"/>
                <a:gd name="connsiteY72" fmla="*/ 691755 h 692246"/>
                <a:gd name="connsiteX73" fmla="*/ 480603 w 840757"/>
                <a:gd name="connsiteY73" fmla="*/ 681726 h 692246"/>
                <a:gd name="connsiteX74" fmla="*/ 478955 w 840757"/>
                <a:gd name="connsiteY74" fmla="*/ 691683 h 692246"/>
                <a:gd name="connsiteX75" fmla="*/ 475407 w 840757"/>
                <a:gd name="connsiteY75" fmla="*/ 692154 h 692246"/>
                <a:gd name="connsiteX76" fmla="*/ 480334 w 840757"/>
                <a:gd name="connsiteY76" fmla="*/ 660067 h 692246"/>
                <a:gd name="connsiteX77" fmla="*/ 481893 w 840757"/>
                <a:gd name="connsiteY77" fmla="*/ 647652 h 692246"/>
                <a:gd name="connsiteX78" fmla="*/ 485432 w 840757"/>
                <a:gd name="connsiteY78" fmla="*/ 647163 h 692246"/>
                <a:gd name="connsiteX79" fmla="*/ 480604 w 840757"/>
                <a:gd name="connsiteY79" fmla="*/ 681724 h 692246"/>
                <a:gd name="connsiteX80" fmla="*/ 485821 w 840757"/>
                <a:gd name="connsiteY80" fmla="*/ 647235 h 692246"/>
                <a:gd name="connsiteX81" fmla="*/ 488731 w 840757"/>
                <a:gd name="connsiteY81" fmla="*/ 632918 h 692246"/>
                <a:gd name="connsiteX82" fmla="*/ 494878 w 840757"/>
                <a:gd name="connsiteY82" fmla="*/ 592610 h 692246"/>
                <a:gd name="connsiteX83" fmla="*/ 500549 w 840757"/>
                <a:gd name="connsiteY83" fmla="*/ 559088 h 692246"/>
                <a:gd name="connsiteX84" fmla="*/ 506306 w 840757"/>
                <a:gd name="connsiteY84" fmla="*/ 524606 h 692246"/>
                <a:gd name="connsiteX85" fmla="*/ 511378 w 840757"/>
                <a:gd name="connsiteY85" fmla="*/ 490918 h 692246"/>
                <a:gd name="connsiteX86" fmla="*/ 517957 w 840757"/>
                <a:gd name="connsiteY86" fmla="*/ 451226 h 692246"/>
                <a:gd name="connsiteX87" fmla="*/ 523152 w 840757"/>
                <a:gd name="connsiteY87" fmla="*/ 418065 h 692246"/>
                <a:gd name="connsiteX88" fmla="*/ 529833 w 840757"/>
                <a:gd name="connsiteY88" fmla="*/ 377414 h 692246"/>
                <a:gd name="connsiteX89" fmla="*/ 534937 w 840757"/>
                <a:gd name="connsiteY89" fmla="*/ 344720 h 692246"/>
                <a:gd name="connsiteX90" fmla="*/ 541459 w 840757"/>
                <a:gd name="connsiteY90" fmla="*/ 305014 h 692246"/>
                <a:gd name="connsiteX91" fmla="*/ 545728 w 840757"/>
                <a:gd name="connsiteY91" fmla="*/ 276545 h 692246"/>
                <a:gd name="connsiteX92" fmla="*/ 548710 w 840757"/>
                <a:gd name="connsiteY92" fmla="*/ 256615 h 692246"/>
                <a:gd name="connsiteX93" fmla="*/ 549823 w 840757"/>
                <a:gd name="connsiteY93" fmla="*/ 217006 h 692246"/>
                <a:gd name="connsiteX94" fmla="*/ 540026 w 840757"/>
                <a:gd name="connsiteY94" fmla="*/ 172295 h 692246"/>
                <a:gd name="connsiteX95" fmla="*/ 506282 w 840757"/>
                <a:gd name="connsiteY95" fmla="*/ 110005 h 692246"/>
                <a:gd name="connsiteX96" fmla="*/ 457163 w 840757"/>
                <a:gd name="connsiteY96" fmla="*/ 64031 h 692246"/>
                <a:gd name="connsiteX97" fmla="*/ 412384 w 840757"/>
                <a:gd name="connsiteY97" fmla="*/ 43139 h 692246"/>
                <a:gd name="connsiteX98" fmla="*/ 398334 w 840757"/>
                <a:gd name="connsiteY98" fmla="*/ 23753 h 692246"/>
                <a:gd name="connsiteX99" fmla="*/ 411765 w 840757"/>
                <a:gd name="connsiteY99" fmla="*/ 1686 h 692246"/>
                <a:gd name="connsiteX100" fmla="*/ 417367 w 840757"/>
                <a:gd name="connsiteY100" fmla="*/ 157 h 69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0757" h="692246">
                  <a:moveTo>
                    <a:pt x="183347" y="336142"/>
                  </a:moveTo>
                  <a:cubicBezTo>
                    <a:pt x="178975" y="338548"/>
                    <a:pt x="175297" y="340653"/>
                    <a:pt x="171548" y="342623"/>
                  </a:cubicBezTo>
                  <a:cubicBezTo>
                    <a:pt x="152784" y="352485"/>
                    <a:pt x="134045" y="362396"/>
                    <a:pt x="115180" y="372064"/>
                  </a:cubicBezTo>
                  <a:cubicBezTo>
                    <a:pt x="112153" y="373615"/>
                    <a:pt x="111598" y="375512"/>
                    <a:pt x="111601" y="378555"/>
                  </a:cubicBezTo>
                  <a:cubicBezTo>
                    <a:pt x="111670" y="466442"/>
                    <a:pt x="111656" y="554328"/>
                    <a:pt x="111656" y="642215"/>
                  </a:cubicBezTo>
                  <a:cubicBezTo>
                    <a:pt x="111656" y="643774"/>
                    <a:pt x="111656" y="645333"/>
                    <a:pt x="111656" y="646711"/>
                  </a:cubicBezTo>
                  <a:cubicBezTo>
                    <a:pt x="214849" y="646711"/>
                    <a:pt x="317366" y="646711"/>
                    <a:pt x="419669" y="646711"/>
                  </a:cubicBezTo>
                  <a:cubicBezTo>
                    <a:pt x="419669" y="543536"/>
                    <a:pt x="419669" y="440722"/>
                    <a:pt x="419669" y="337593"/>
                  </a:cubicBezTo>
                  <a:cubicBezTo>
                    <a:pt x="380082" y="359376"/>
                    <a:pt x="340899" y="380936"/>
                    <a:pt x="301180" y="402792"/>
                  </a:cubicBezTo>
                  <a:cubicBezTo>
                    <a:pt x="301180" y="380576"/>
                    <a:pt x="301180" y="359467"/>
                    <a:pt x="301180" y="337513"/>
                  </a:cubicBezTo>
                  <a:cubicBezTo>
                    <a:pt x="261807" y="359281"/>
                    <a:pt x="222862" y="380813"/>
                    <a:pt x="183347" y="402660"/>
                  </a:cubicBezTo>
                  <a:cubicBezTo>
                    <a:pt x="183347" y="382714"/>
                    <a:pt x="183347" y="363473"/>
                    <a:pt x="183347" y="343286"/>
                  </a:cubicBezTo>
                  <a:cubicBezTo>
                    <a:pt x="183347" y="341203"/>
                    <a:pt x="183347" y="339120"/>
                    <a:pt x="183347" y="336142"/>
                  </a:cubicBezTo>
                  <a:close/>
                  <a:moveTo>
                    <a:pt x="465070" y="260610"/>
                  </a:moveTo>
                  <a:cubicBezTo>
                    <a:pt x="465070" y="389743"/>
                    <a:pt x="465070" y="518115"/>
                    <a:pt x="465070" y="647091"/>
                  </a:cubicBezTo>
                  <a:cubicBezTo>
                    <a:pt x="470637" y="647091"/>
                    <a:pt x="475810" y="647091"/>
                    <a:pt x="481438" y="647580"/>
                  </a:cubicBezTo>
                  <a:cubicBezTo>
                    <a:pt x="481380" y="652069"/>
                    <a:pt x="480974" y="656087"/>
                    <a:pt x="480334" y="660067"/>
                  </a:cubicBezTo>
                  <a:cubicBezTo>
                    <a:pt x="478616" y="670748"/>
                    <a:pt x="476797" y="681412"/>
                    <a:pt x="475019" y="692082"/>
                  </a:cubicBezTo>
                  <a:cubicBezTo>
                    <a:pt x="473386" y="692137"/>
                    <a:pt x="471753" y="692239"/>
                    <a:pt x="470120" y="692239"/>
                  </a:cubicBezTo>
                  <a:cubicBezTo>
                    <a:pt x="315126" y="692247"/>
                    <a:pt x="160131" y="692246"/>
                    <a:pt x="5137" y="692246"/>
                  </a:cubicBezTo>
                  <a:cubicBezTo>
                    <a:pt x="3524" y="692246"/>
                    <a:pt x="1910" y="692246"/>
                    <a:pt x="0" y="692246"/>
                  </a:cubicBezTo>
                  <a:cubicBezTo>
                    <a:pt x="0" y="677191"/>
                    <a:pt x="0" y="662399"/>
                    <a:pt x="0" y="647142"/>
                  </a:cubicBezTo>
                  <a:cubicBezTo>
                    <a:pt x="22021" y="647142"/>
                    <a:pt x="44019" y="647142"/>
                    <a:pt x="66482" y="647142"/>
                  </a:cubicBezTo>
                  <a:cubicBezTo>
                    <a:pt x="66482" y="644773"/>
                    <a:pt x="66482" y="642858"/>
                    <a:pt x="66482" y="640944"/>
                  </a:cubicBezTo>
                  <a:cubicBezTo>
                    <a:pt x="66482" y="547325"/>
                    <a:pt x="66490" y="453707"/>
                    <a:pt x="66469" y="360088"/>
                  </a:cubicBezTo>
                  <a:cubicBezTo>
                    <a:pt x="66467" y="350667"/>
                    <a:pt x="70784" y="344024"/>
                    <a:pt x="79017" y="339717"/>
                  </a:cubicBezTo>
                  <a:cubicBezTo>
                    <a:pt x="99496" y="329001"/>
                    <a:pt x="119963" y="318260"/>
                    <a:pt x="140442" y="307544"/>
                  </a:cubicBezTo>
                  <a:cubicBezTo>
                    <a:pt x="160213" y="297199"/>
                    <a:pt x="180009" y="286903"/>
                    <a:pt x="199760" y="276522"/>
                  </a:cubicBezTo>
                  <a:cubicBezTo>
                    <a:pt x="207517" y="272446"/>
                    <a:pt x="215171" y="268175"/>
                    <a:pt x="222901" y="264047"/>
                  </a:cubicBezTo>
                  <a:cubicBezTo>
                    <a:pt x="224518" y="263183"/>
                    <a:pt x="226265" y="262560"/>
                    <a:pt x="228480" y="261597"/>
                  </a:cubicBezTo>
                  <a:cubicBezTo>
                    <a:pt x="228480" y="283110"/>
                    <a:pt x="228480" y="303861"/>
                    <a:pt x="228480" y="325635"/>
                  </a:cubicBezTo>
                  <a:cubicBezTo>
                    <a:pt x="267917" y="303838"/>
                    <a:pt x="306699" y="282402"/>
                    <a:pt x="346072" y="260640"/>
                  </a:cubicBezTo>
                  <a:cubicBezTo>
                    <a:pt x="346072" y="282625"/>
                    <a:pt x="346072" y="303946"/>
                    <a:pt x="346072" y="326108"/>
                  </a:cubicBezTo>
                  <a:cubicBezTo>
                    <a:pt x="385969" y="304148"/>
                    <a:pt x="425204" y="282553"/>
                    <a:pt x="465070" y="260610"/>
                  </a:cubicBezTo>
                  <a:close/>
                  <a:moveTo>
                    <a:pt x="417367" y="157"/>
                  </a:moveTo>
                  <a:cubicBezTo>
                    <a:pt x="422901" y="-526"/>
                    <a:pt x="428241" y="1122"/>
                    <a:pt x="433493" y="3201"/>
                  </a:cubicBezTo>
                  <a:cubicBezTo>
                    <a:pt x="454464" y="11501"/>
                    <a:pt x="474320" y="22007"/>
                    <a:pt x="492305" y="35615"/>
                  </a:cubicBezTo>
                  <a:cubicBezTo>
                    <a:pt x="507569" y="47165"/>
                    <a:pt x="521295" y="60455"/>
                    <a:pt x="533970" y="74892"/>
                  </a:cubicBezTo>
                  <a:cubicBezTo>
                    <a:pt x="550017" y="93170"/>
                    <a:pt x="563178" y="113237"/>
                    <a:pt x="573531" y="135185"/>
                  </a:cubicBezTo>
                  <a:cubicBezTo>
                    <a:pt x="582105" y="153363"/>
                    <a:pt x="588825" y="172169"/>
                    <a:pt x="591891" y="192120"/>
                  </a:cubicBezTo>
                  <a:cubicBezTo>
                    <a:pt x="593621" y="203376"/>
                    <a:pt x="595103" y="214669"/>
                    <a:pt x="596810" y="226749"/>
                  </a:cubicBezTo>
                  <a:lnTo>
                    <a:pt x="605695" y="226764"/>
                  </a:lnTo>
                  <a:lnTo>
                    <a:pt x="605695" y="272915"/>
                  </a:lnTo>
                  <a:lnTo>
                    <a:pt x="592287" y="272910"/>
                  </a:lnTo>
                  <a:cubicBezTo>
                    <a:pt x="572306" y="397384"/>
                    <a:pt x="552290" y="522073"/>
                    <a:pt x="532259" y="646855"/>
                  </a:cubicBezTo>
                  <a:cubicBezTo>
                    <a:pt x="591776" y="646855"/>
                    <a:pt x="651113" y="646855"/>
                    <a:pt x="710787" y="646855"/>
                  </a:cubicBezTo>
                  <a:cubicBezTo>
                    <a:pt x="709426" y="638272"/>
                    <a:pt x="708101" y="629947"/>
                    <a:pt x="706787" y="621619"/>
                  </a:cubicBezTo>
                  <a:cubicBezTo>
                    <a:pt x="705042" y="610570"/>
                    <a:pt x="703343" y="599513"/>
                    <a:pt x="701555" y="588471"/>
                  </a:cubicBezTo>
                  <a:cubicBezTo>
                    <a:pt x="699742" y="577282"/>
                    <a:pt x="697844" y="566107"/>
                    <a:pt x="695983" y="554926"/>
                  </a:cubicBezTo>
                  <a:cubicBezTo>
                    <a:pt x="694096" y="543587"/>
                    <a:pt x="692192" y="532252"/>
                    <a:pt x="690327" y="520909"/>
                  </a:cubicBezTo>
                  <a:cubicBezTo>
                    <a:pt x="688590" y="510348"/>
                    <a:pt x="686864" y="499785"/>
                    <a:pt x="685189" y="489214"/>
                  </a:cubicBezTo>
                  <a:cubicBezTo>
                    <a:pt x="683363" y="477691"/>
                    <a:pt x="681658" y="466148"/>
                    <a:pt x="679795" y="454631"/>
                  </a:cubicBezTo>
                  <a:cubicBezTo>
                    <a:pt x="678062" y="443916"/>
                    <a:pt x="676103" y="433237"/>
                    <a:pt x="674402" y="422518"/>
                  </a:cubicBezTo>
                  <a:cubicBezTo>
                    <a:pt x="672597" y="411147"/>
                    <a:pt x="671065" y="399732"/>
                    <a:pt x="669256" y="388362"/>
                  </a:cubicBezTo>
                  <a:cubicBezTo>
                    <a:pt x="667124" y="374962"/>
                    <a:pt x="664830" y="361587"/>
                    <a:pt x="662589" y="348204"/>
                  </a:cubicBezTo>
                  <a:cubicBezTo>
                    <a:pt x="660717" y="337026"/>
                    <a:pt x="658714" y="325870"/>
                    <a:pt x="656966" y="314673"/>
                  </a:cubicBezTo>
                  <a:lnTo>
                    <a:pt x="656762" y="313055"/>
                  </a:lnTo>
                  <a:lnTo>
                    <a:pt x="702780" y="313055"/>
                  </a:lnTo>
                  <a:lnTo>
                    <a:pt x="702851" y="313475"/>
                  </a:lnTo>
                  <a:cubicBezTo>
                    <a:pt x="705119" y="327016"/>
                    <a:pt x="707421" y="340551"/>
                    <a:pt x="709600" y="354106"/>
                  </a:cubicBezTo>
                  <a:cubicBezTo>
                    <a:pt x="711680" y="367048"/>
                    <a:pt x="713546" y="380024"/>
                    <a:pt x="715645" y="392962"/>
                  </a:cubicBezTo>
                  <a:cubicBezTo>
                    <a:pt x="717793" y="406196"/>
                    <a:pt x="720182" y="419391"/>
                    <a:pt x="722335" y="432624"/>
                  </a:cubicBezTo>
                  <a:cubicBezTo>
                    <a:pt x="724439" y="445560"/>
                    <a:pt x="726331" y="458532"/>
                    <a:pt x="728406" y="471473"/>
                  </a:cubicBezTo>
                  <a:cubicBezTo>
                    <a:pt x="730200" y="482665"/>
                    <a:pt x="732151" y="493831"/>
                    <a:pt x="733976" y="505018"/>
                  </a:cubicBezTo>
                  <a:cubicBezTo>
                    <a:pt x="735752" y="515900"/>
                    <a:pt x="737420" y="526799"/>
                    <a:pt x="739202" y="537679"/>
                  </a:cubicBezTo>
                  <a:cubicBezTo>
                    <a:pt x="741086" y="549178"/>
                    <a:pt x="743099" y="560657"/>
                    <a:pt x="744963" y="572159"/>
                  </a:cubicBezTo>
                  <a:cubicBezTo>
                    <a:pt x="746703" y="582888"/>
                    <a:pt x="748274" y="593645"/>
                    <a:pt x="750008" y="604375"/>
                  </a:cubicBezTo>
                  <a:cubicBezTo>
                    <a:pt x="751867" y="615879"/>
                    <a:pt x="753648" y="627400"/>
                    <a:pt x="755807" y="638849"/>
                  </a:cubicBezTo>
                  <a:cubicBezTo>
                    <a:pt x="757366" y="647117"/>
                    <a:pt x="757616" y="647069"/>
                    <a:pt x="766057" y="647069"/>
                  </a:cubicBezTo>
                  <a:cubicBezTo>
                    <a:pt x="790588" y="647069"/>
                    <a:pt x="815119" y="647069"/>
                    <a:pt x="840757" y="647069"/>
                  </a:cubicBezTo>
                  <a:cubicBezTo>
                    <a:pt x="840297" y="657386"/>
                    <a:pt x="840766" y="667664"/>
                    <a:pt x="839116" y="677591"/>
                  </a:cubicBezTo>
                  <a:cubicBezTo>
                    <a:pt x="837677" y="686257"/>
                    <a:pt x="828311" y="692239"/>
                    <a:pt x="819497" y="692240"/>
                  </a:cubicBezTo>
                  <a:cubicBezTo>
                    <a:pt x="706284" y="692245"/>
                    <a:pt x="593071" y="692234"/>
                    <a:pt x="479410" y="691755"/>
                  </a:cubicBezTo>
                  <a:lnTo>
                    <a:pt x="480603" y="681726"/>
                  </a:lnTo>
                  <a:lnTo>
                    <a:pt x="478955" y="691683"/>
                  </a:lnTo>
                  <a:cubicBezTo>
                    <a:pt x="477897" y="692130"/>
                    <a:pt x="476846" y="692178"/>
                    <a:pt x="475407" y="692154"/>
                  </a:cubicBezTo>
                  <a:cubicBezTo>
                    <a:pt x="476797" y="681412"/>
                    <a:pt x="478616" y="670748"/>
                    <a:pt x="480334" y="660067"/>
                  </a:cubicBezTo>
                  <a:cubicBezTo>
                    <a:pt x="480974" y="656087"/>
                    <a:pt x="481380" y="652069"/>
                    <a:pt x="481893" y="647652"/>
                  </a:cubicBezTo>
                  <a:cubicBezTo>
                    <a:pt x="482943" y="647187"/>
                    <a:pt x="483993" y="647139"/>
                    <a:pt x="485432" y="647163"/>
                  </a:cubicBezTo>
                  <a:lnTo>
                    <a:pt x="480604" y="681724"/>
                  </a:lnTo>
                  <a:lnTo>
                    <a:pt x="485821" y="647235"/>
                  </a:lnTo>
                  <a:cubicBezTo>
                    <a:pt x="486803" y="642464"/>
                    <a:pt x="487968" y="637723"/>
                    <a:pt x="488731" y="632918"/>
                  </a:cubicBezTo>
                  <a:cubicBezTo>
                    <a:pt x="490861" y="619495"/>
                    <a:pt x="492744" y="606032"/>
                    <a:pt x="494878" y="592610"/>
                  </a:cubicBezTo>
                  <a:cubicBezTo>
                    <a:pt x="496657" y="581418"/>
                    <a:pt x="498663" y="570263"/>
                    <a:pt x="500549" y="559088"/>
                  </a:cubicBezTo>
                  <a:cubicBezTo>
                    <a:pt x="502488" y="547597"/>
                    <a:pt x="504481" y="536115"/>
                    <a:pt x="506306" y="524606"/>
                  </a:cubicBezTo>
                  <a:cubicBezTo>
                    <a:pt x="508084" y="513390"/>
                    <a:pt x="509593" y="502132"/>
                    <a:pt x="511378" y="490918"/>
                  </a:cubicBezTo>
                  <a:cubicBezTo>
                    <a:pt x="513487" y="477674"/>
                    <a:pt x="515810" y="464464"/>
                    <a:pt x="517957" y="451226"/>
                  </a:cubicBezTo>
                  <a:cubicBezTo>
                    <a:pt x="519748" y="440182"/>
                    <a:pt x="521371" y="429110"/>
                    <a:pt x="523152" y="418065"/>
                  </a:cubicBezTo>
                  <a:cubicBezTo>
                    <a:pt x="525338" y="404508"/>
                    <a:pt x="527649" y="390971"/>
                    <a:pt x="529833" y="377414"/>
                  </a:cubicBezTo>
                  <a:cubicBezTo>
                    <a:pt x="531587" y="366524"/>
                    <a:pt x="533184" y="355609"/>
                    <a:pt x="534937" y="344720"/>
                  </a:cubicBezTo>
                  <a:cubicBezTo>
                    <a:pt x="537069" y="331478"/>
                    <a:pt x="539347" y="318259"/>
                    <a:pt x="541459" y="305014"/>
                  </a:cubicBezTo>
                  <a:cubicBezTo>
                    <a:pt x="542969" y="295538"/>
                    <a:pt x="544312" y="286036"/>
                    <a:pt x="545728" y="276545"/>
                  </a:cubicBezTo>
                  <a:cubicBezTo>
                    <a:pt x="546719" y="269901"/>
                    <a:pt x="547650" y="263248"/>
                    <a:pt x="548710" y="256615"/>
                  </a:cubicBezTo>
                  <a:cubicBezTo>
                    <a:pt x="550814" y="243455"/>
                    <a:pt x="551085" y="230334"/>
                    <a:pt x="549823" y="217006"/>
                  </a:cubicBezTo>
                  <a:cubicBezTo>
                    <a:pt x="548368" y="201635"/>
                    <a:pt x="545091" y="186801"/>
                    <a:pt x="540026" y="172295"/>
                  </a:cubicBezTo>
                  <a:cubicBezTo>
                    <a:pt x="532140" y="149712"/>
                    <a:pt x="520900" y="129038"/>
                    <a:pt x="506282" y="110005"/>
                  </a:cubicBezTo>
                  <a:cubicBezTo>
                    <a:pt x="492382" y="91905"/>
                    <a:pt x="476018" y="76704"/>
                    <a:pt x="457163" y="64031"/>
                  </a:cubicBezTo>
                  <a:cubicBezTo>
                    <a:pt x="443325" y="54732"/>
                    <a:pt x="428189" y="48238"/>
                    <a:pt x="412384" y="43139"/>
                  </a:cubicBezTo>
                  <a:cubicBezTo>
                    <a:pt x="403671" y="40328"/>
                    <a:pt x="398741" y="32881"/>
                    <a:pt x="398334" y="23753"/>
                  </a:cubicBezTo>
                  <a:cubicBezTo>
                    <a:pt x="397863" y="13188"/>
                    <a:pt x="402000" y="5898"/>
                    <a:pt x="411765" y="1686"/>
                  </a:cubicBezTo>
                  <a:cubicBezTo>
                    <a:pt x="413657" y="870"/>
                    <a:pt x="415523" y="384"/>
                    <a:pt x="417367" y="157"/>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68" name="Freeform: Shape 2267">
              <a:extLst>
                <a:ext uri="{FF2B5EF4-FFF2-40B4-BE49-F238E27FC236}">
                  <a16:creationId xmlns:a16="http://schemas.microsoft.com/office/drawing/2014/main" id="{6246EAAC-1D6D-F0C2-9C1C-8A08CAF2F874}"/>
                </a:ext>
                <a:ext uri="{C183D7F6-B498-43B3-948B-1728B52AA6E4}">
                  <adec:decorative xmlns:adec="http://schemas.microsoft.com/office/drawing/2017/decorative" val="1"/>
                </a:ext>
              </a:extLst>
            </p:cNvPr>
            <p:cNvSpPr/>
            <p:nvPr/>
          </p:nvSpPr>
          <p:spPr>
            <a:xfrm>
              <a:off x="3363195" y="4343071"/>
              <a:ext cx="321405" cy="392433"/>
            </a:xfrm>
            <a:custGeom>
              <a:avLst/>
              <a:gdLst>
                <a:gd name="connsiteX0" fmla="*/ 88388 w 545357"/>
                <a:gd name="connsiteY0" fmla="*/ 621015 h 665876"/>
                <a:gd name="connsiteX1" fmla="*/ 132916 w 545357"/>
                <a:gd name="connsiteY1" fmla="*/ 621015 h 665876"/>
                <a:gd name="connsiteX2" fmla="*/ 132916 w 545357"/>
                <a:gd name="connsiteY2" fmla="*/ 665780 h 665876"/>
                <a:gd name="connsiteX3" fmla="*/ 88388 w 545357"/>
                <a:gd name="connsiteY3" fmla="*/ 665780 h 665876"/>
                <a:gd name="connsiteX4" fmla="*/ 176868 w 545357"/>
                <a:gd name="connsiteY4" fmla="*/ 620934 h 665876"/>
                <a:gd name="connsiteX5" fmla="*/ 221672 w 545357"/>
                <a:gd name="connsiteY5" fmla="*/ 620934 h 665876"/>
                <a:gd name="connsiteX6" fmla="*/ 221672 w 545357"/>
                <a:gd name="connsiteY6" fmla="*/ 665876 h 665876"/>
                <a:gd name="connsiteX7" fmla="*/ 176868 w 545357"/>
                <a:gd name="connsiteY7" fmla="*/ 665876 h 665876"/>
                <a:gd name="connsiteX8" fmla="*/ 14 w 545357"/>
                <a:gd name="connsiteY8" fmla="*/ 620605 h 665876"/>
                <a:gd name="connsiteX9" fmla="*/ 44512 w 545357"/>
                <a:gd name="connsiteY9" fmla="*/ 620605 h 665876"/>
                <a:gd name="connsiteX10" fmla="*/ 44512 w 545357"/>
                <a:gd name="connsiteY10" fmla="*/ 665354 h 665876"/>
                <a:gd name="connsiteX11" fmla="*/ 14 w 545357"/>
                <a:gd name="connsiteY11" fmla="*/ 665354 h 665876"/>
                <a:gd name="connsiteX12" fmla="*/ 88373 w 545357"/>
                <a:gd name="connsiteY12" fmla="*/ 532616 h 665876"/>
                <a:gd name="connsiteX13" fmla="*/ 132929 w 545357"/>
                <a:gd name="connsiteY13" fmla="*/ 532616 h 665876"/>
                <a:gd name="connsiteX14" fmla="*/ 132929 w 545357"/>
                <a:gd name="connsiteY14" fmla="*/ 577395 h 665876"/>
                <a:gd name="connsiteX15" fmla="*/ 88373 w 545357"/>
                <a:gd name="connsiteY15" fmla="*/ 577395 h 665876"/>
                <a:gd name="connsiteX16" fmla="*/ 176449 w 545357"/>
                <a:gd name="connsiteY16" fmla="*/ 532479 h 665876"/>
                <a:gd name="connsiteX17" fmla="*/ 221281 w 545357"/>
                <a:gd name="connsiteY17" fmla="*/ 532479 h 665876"/>
                <a:gd name="connsiteX18" fmla="*/ 221281 w 545357"/>
                <a:gd name="connsiteY18" fmla="*/ 576967 h 665876"/>
                <a:gd name="connsiteX19" fmla="*/ 176449 w 545357"/>
                <a:gd name="connsiteY19" fmla="*/ 576967 h 665876"/>
                <a:gd name="connsiteX20" fmla="*/ 0 w 545357"/>
                <a:gd name="connsiteY20" fmla="*/ 532220 h 665876"/>
                <a:gd name="connsiteX21" fmla="*/ 44528 w 545357"/>
                <a:gd name="connsiteY21" fmla="*/ 532220 h 665876"/>
                <a:gd name="connsiteX22" fmla="*/ 44528 w 545357"/>
                <a:gd name="connsiteY22" fmla="*/ 576985 h 665876"/>
                <a:gd name="connsiteX23" fmla="*/ 0 w 545357"/>
                <a:gd name="connsiteY23" fmla="*/ 576985 h 665876"/>
                <a:gd name="connsiteX24" fmla="*/ 478891 w 545357"/>
                <a:gd name="connsiteY24" fmla="*/ 301729 h 665876"/>
                <a:gd name="connsiteX25" fmla="*/ 545357 w 545357"/>
                <a:gd name="connsiteY25" fmla="*/ 301729 h 665876"/>
                <a:gd name="connsiteX26" fmla="*/ 545357 w 545357"/>
                <a:gd name="connsiteY26" fmla="*/ 368195 h 665876"/>
                <a:gd name="connsiteX27" fmla="*/ 478891 w 545357"/>
                <a:gd name="connsiteY27" fmla="*/ 368195 h 665876"/>
                <a:gd name="connsiteX28" fmla="*/ 299892 w 545357"/>
                <a:gd name="connsiteY28" fmla="*/ 318 h 665876"/>
                <a:gd name="connsiteX29" fmla="*/ 344012 w 545357"/>
                <a:gd name="connsiteY29" fmla="*/ 8010 h 665876"/>
                <a:gd name="connsiteX30" fmla="*/ 407436 w 545357"/>
                <a:gd name="connsiteY30" fmla="*/ 43646 h 665876"/>
                <a:gd name="connsiteX31" fmla="*/ 452310 w 545357"/>
                <a:gd name="connsiteY31" fmla="*/ 124986 h 665876"/>
                <a:gd name="connsiteX32" fmla="*/ 458222 w 545357"/>
                <a:gd name="connsiteY32" fmla="*/ 169545 h 665876"/>
                <a:gd name="connsiteX33" fmla="*/ 460206 w 545357"/>
                <a:gd name="connsiteY33" fmla="*/ 201106 h 665876"/>
                <a:gd name="connsiteX34" fmla="*/ 450290 w 545357"/>
                <a:gd name="connsiteY34" fmla="*/ 212135 h 665876"/>
                <a:gd name="connsiteX35" fmla="*/ 437693 w 545357"/>
                <a:gd name="connsiteY35" fmla="*/ 201720 h 665876"/>
                <a:gd name="connsiteX36" fmla="*/ 435627 w 545357"/>
                <a:gd name="connsiteY36" fmla="*/ 168688 h 665876"/>
                <a:gd name="connsiteX37" fmla="*/ 421876 w 545357"/>
                <a:gd name="connsiteY37" fmla="*/ 102257 h 665876"/>
                <a:gd name="connsiteX38" fmla="*/ 388957 w 545357"/>
                <a:gd name="connsiteY38" fmla="*/ 58459 h 665876"/>
                <a:gd name="connsiteX39" fmla="*/ 358089 w 545357"/>
                <a:gd name="connsiteY39" fmla="*/ 37777 h 665876"/>
                <a:gd name="connsiteX40" fmla="*/ 311425 w 545357"/>
                <a:gd name="connsiteY40" fmla="*/ 24546 h 665876"/>
                <a:gd name="connsiteX41" fmla="*/ 276432 w 545357"/>
                <a:gd name="connsiteY41" fmla="*/ 22649 h 665876"/>
                <a:gd name="connsiteX42" fmla="*/ 216903 w 545357"/>
                <a:gd name="connsiteY42" fmla="*/ 29875 h 665876"/>
                <a:gd name="connsiteX43" fmla="*/ 167529 w 545357"/>
                <a:gd name="connsiteY43" fmla="*/ 40876 h 665876"/>
                <a:gd name="connsiteX44" fmla="*/ 134536 w 545357"/>
                <a:gd name="connsiteY44" fmla="*/ 43135 h 665876"/>
                <a:gd name="connsiteX45" fmla="*/ 126769 w 545357"/>
                <a:gd name="connsiteY45" fmla="*/ 43154 h 665876"/>
                <a:gd name="connsiteX46" fmla="*/ 131781 w 545357"/>
                <a:gd name="connsiteY46" fmla="*/ 65757 h 665876"/>
                <a:gd name="connsiteX47" fmla="*/ 155169 w 545357"/>
                <a:gd name="connsiteY47" fmla="*/ 125876 h 665876"/>
                <a:gd name="connsiteX48" fmla="*/ 184973 w 545357"/>
                <a:gd name="connsiteY48" fmla="*/ 169801 h 665876"/>
                <a:gd name="connsiteX49" fmla="*/ 241654 w 545357"/>
                <a:gd name="connsiteY49" fmla="*/ 218482 h 665876"/>
                <a:gd name="connsiteX50" fmla="*/ 271732 w 545357"/>
                <a:gd name="connsiteY50" fmla="*/ 232697 h 665876"/>
                <a:gd name="connsiteX51" fmla="*/ 326433 w 545357"/>
                <a:gd name="connsiteY51" fmla="*/ 245458 h 665876"/>
                <a:gd name="connsiteX52" fmla="*/ 345406 w 545357"/>
                <a:gd name="connsiteY52" fmla="*/ 246412 h 665876"/>
                <a:gd name="connsiteX53" fmla="*/ 358090 w 545357"/>
                <a:gd name="connsiteY53" fmla="*/ 261727 h 665876"/>
                <a:gd name="connsiteX54" fmla="*/ 342329 w 545357"/>
                <a:gd name="connsiteY54" fmla="*/ 270006 h 665876"/>
                <a:gd name="connsiteX55" fmla="*/ 322072 w 545357"/>
                <a:gd name="connsiteY55" fmla="*/ 267973 h 665876"/>
                <a:gd name="connsiteX56" fmla="*/ 282746 w 545357"/>
                <a:gd name="connsiteY56" fmla="*/ 260637 h 665876"/>
                <a:gd name="connsiteX57" fmla="*/ 218335 w 545357"/>
                <a:gd name="connsiteY57" fmla="*/ 231421 h 665876"/>
                <a:gd name="connsiteX58" fmla="*/ 172451 w 545357"/>
                <a:gd name="connsiteY58" fmla="*/ 191119 h 665876"/>
                <a:gd name="connsiteX59" fmla="*/ 128050 w 545357"/>
                <a:gd name="connsiteY59" fmla="*/ 123909 h 665876"/>
                <a:gd name="connsiteX60" fmla="*/ 105793 w 545357"/>
                <a:gd name="connsiteY60" fmla="*/ 53801 h 665876"/>
                <a:gd name="connsiteX61" fmla="*/ 101758 w 545357"/>
                <a:gd name="connsiteY61" fmla="*/ 20166 h 665876"/>
                <a:gd name="connsiteX62" fmla="*/ 100857 w 545357"/>
                <a:gd name="connsiteY62" fmla="*/ 16698 h 665876"/>
                <a:gd name="connsiteX63" fmla="*/ 111886 w 545357"/>
                <a:gd name="connsiteY63" fmla="*/ 17808 h 665876"/>
                <a:gd name="connsiteX64" fmla="*/ 159126 w 545357"/>
                <a:gd name="connsiteY64" fmla="*/ 18583 h 665876"/>
                <a:gd name="connsiteX65" fmla="*/ 212462 w 545357"/>
                <a:gd name="connsiteY65" fmla="*/ 7552 h 665876"/>
                <a:gd name="connsiteX66" fmla="*/ 247741 w 545357"/>
                <a:gd name="connsiteY66" fmla="*/ 2077 h 665876"/>
                <a:gd name="connsiteX67" fmla="*/ 299892 w 545357"/>
                <a:gd name="connsiteY67" fmla="*/ 318 h 66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5357" h="665876">
                  <a:moveTo>
                    <a:pt x="88388" y="621015"/>
                  </a:moveTo>
                  <a:lnTo>
                    <a:pt x="132916" y="621015"/>
                  </a:lnTo>
                  <a:lnTo>
                    <a:pt x="132916" y="665780"/>
                  </a:lnTo>
                  <a:lnTo>
                    <a:pt x="88388" y="665780"/>
                  </a:lnTo>
                  <a:close/>
                  <a:moveTo>
                    <a:pt x="176868" y="620934"/>
                  </a:moveTo>
                  <a:lnTo>
                    <a:pt x="221672" y="620934"/>
                  </a:lnTo>
                  <a:lnTo>
                    <a:pt x="221672" y="665876"/>
                  </a:lnTo>
                  <a:lnTo>
                    <a:pt x="176868" y="665876"/>
                  </a:lnTo>
                  <a:close/>
                  <a:moveTo>
                    <a:pt x="14" y="620605"/>
                  </a:moveTo>
                  <a:lnTo>
                    <a:pt x="44512" y="620605"/>
                  </a:lnTo>
                  <a:lnTo>
                    <a:pt x="44512" y="665354"/>
                  </a:lnTo>
                  <a:lnTo>
                    <a:pt x="14" y="665354"/>
                  </a:lnTo>
                  <a:close/>
                  <a:moveTo>
                    <a:pt x="88373" y="532616"/>
                  </a:moveTo>
                  <a:lnTo>
                    <a:pt x="132929" y="532616"/>
                  </a:lnTo>
                  <a:lnTo>
                    <a:pt x="132929" y="577395"/>
                  </a:lnTo>
                  <a:lnTo>
                    <a:pt x="88373" y="577395"/>
                  </a:lnTo>
                  <a:close/>
                  <a:moveTo>
                    <a:pt x="176449" y="532479"/>
                  </a:moveTo>
                  <a:lnTo>
                    <a:pt x="221281" y="532479"/>
                  </a:lnTo>
                  <a:lnTo>
                    <a:pt x="221281" y="576967"/>
                  </a:lnTo>
                  <a:lnTo>
                    <a:pt x="176449" y="576967"/>
                  </a:lnTo>
                  <a:close/>
                  <a:moveTo>
                    <a:pt x="0" y="532220"/>
                  </a:moveTo>
                  <a:lnTo>
                    <a:pt x="44528" y="532220"/>
                  </a:lnTo>
                  <a:lnTo>
                    <a:pt x="44528" y="576985"/>
                  </a:lnTo>
                  <a:lnTo>
                    <a:pt x="0" y="576985"/>
                  </a:lnTo>
                  <a:close/>
                  <a:moveTo>
                    <a:pt x="478891" y="301729"/>
                  </a:moveTo>
                  <a:lnTo>
                    <a:pt x="545357" y="301729"/>
                  </a:lnTo>
                  <a:lnTo>
                    <a:pt x="545357" y="368195"/>
                  </a:lnTo>
                  <a:lnTo>
                    <a:pt x="478891" y="368195"/>
                  </a:lnTo>
                  <a:close/>
                  <a:moveTo>
                    <a:pt x="299892" y="318"/>
                  </a:moveTo>
                  <a:cubicBezTo>
                    <a:pt x="314707" y="1134"/>
                    <a:pt x="329552" y="4368"/>
                    <a:pt x="344012" y="8010"/>
                  </a:cubicBezTo>
                  <a:cubicBezTo>
                    <a:pt x="368229" y="14108"/>
                    <a:pt x="388663" y="27289"/>
                    <a:pt x="407436" y="43646"/>
                  </a:cubicBezTo>
                  <a:cubicBezTo>
                    <a:pt x="432419" y="65414"/>
                    <a:pt x="446505" y="92940"/>
                    <a:pt x="452310" y="124986"/>
                  </a:cubicBezTo>
                  <a:cubicBezTo>
                    <a:pt x="454979" y="139715"/>
                    <a:pt x="456622" y="154649"/>
                    <a:pt x="458222" y="169545"/>
                  </a:cubicBezTo>
                  <a:cubicBezTo>
                    <a:pt x="459347" y="180017"/>
                    <a:pt x="459768" y="190575"/>
                    <a:pt x="460206" y="201106"/>
                  </a:cubicBezTo>
                  <a:cubicBezTo>
                    <a:pt x="460461" y="207253"/>
                    <a:pt x="455999" y="211565"/>
                    <a:pt x="450290" y="212135"/>
                  </a:cubicBezTo>
                  <a:cubicBezTo>
                    <a:pt x="442528" y="212911"/>
                    <a:pt x="438049" y="207424"/>
                    <a:pt x="437693" y="201720"/>
                  </a:cubicBezTo>
                  <a:cubicBezTo>
                    <a:pt x="437005" y="190708"/>
                    <a:pt x="436759" y="179653"/>
                    <a:pt x="435627" y="168688"/>
                  </a:cubicBezTo>
                  <a:cubicBezTo>
                    <a:pt x="433293" y="146100"/>
                    <a:pt x="430582" y="123513"/>
                    <a:pt x="421876" y="102257"/>
                  </a:cubicBezTo>
                  <a:cubicBezTo>
                    <a:pt x="414740" y="84838"/>
                    <a:pt x="403465" y="70514"/>
                    <a:pt x="388957" y="58459"/>
                  </a:cubicBezTo>
                  <a:cubicBezTo>
                    <a:pt x="379336" y="50465"/>
                    <a:pt x="369439" y="43030"/>
                    <a:pt x="358089" y="37777"/>
                  </a:cubicBezTo>
                  <a:cubicBezTo>
                    <a:pt x="343257" y="30912"/>
                    <a:pt x="327806" y="25899"/>
                    <a:pt x="311425" y="24546"/>
                  </a:cubicBezTo>
                  <a:cubicBezTo>
                    <a:pt x="299785" y="23585"/>
                    <a:pt x="288098" y="22650"/>
                    <a:pt x="276432" y="22649"/>
                  </a:cubicBezTo>
                  <a:cubicBezTo>
                    <a:pt x="256340" y="22648"/>
                    <a:pt x="236523" y="25792"/>
                    <a:pt x="216903" y="29875"/>
                  </a:cubicBezTo>
                  <a:cubicBezTo>
                    <a:pt x="200394" y="33311"/>
                    <a:pt x="184120" y="37974"/>
                    <a:pt x="167529" y="40876"/>
                  </a:cubicBezTo>
                  <a:cubicBezTo>
                    <a:pt x="156729" y="42765"/>
                    <a:pt x="145549" y="42493"/>
                    <a:pt x="134536" y="43135"/>
                  </a:cubicBezTo>
                  <a:cubicBezTo>
                    <a:pt x="132290" y="43266"/>
                    <a:pt x="130030" y="43154"/>
                    <a:pt x="126769" y="43154"/>
                  </a:cubicBezTo>
                  <a:cubicBezTo>
                    <a:pt x="128538" y="51146"/>
                    <a:pt x="130111" y="58463"/>
                    <a:pt x="131781" y="65757"/>
                  </a:cubicBezTo>
                  <a:cubicBezTo>
                    <a:pt x="136633" y="86940"/>
                    <a:pt x="144322" y="107179"/>
                    <a:pt x="155169" y="125876"/>
                  </a:cubicBezTo>
                  <a:cubicBezTo>
                    <a:pt x="164028" y="141148"/>
                    <a:pt x="174362" y="155654"/>
                    <a:pt x="184973" y="169801"/>
                  </a:cubicBezTo>
                  <a:cubicBezTo>
                    <a:pt x="200209" y="190116"/>
                    <a:pt x="219848" y="205756"/>
                    <a:pt x="241654" y="218482"/>
                  </a:cubicBezTo>
                  <a:cubicBezTo>
                    <a:pt x="251088" y="223988"/>
                    <a:pt x="261428" y="227943"/>
                    <a:pt x="271732" y="232697"/>
                  </a:cubicBezTo>
                  <a:cubicBezTo>
                    <a:pt x="289662" y="239388"/>
                    <a:pt x="307633" y="244222"/>
                    <a:pt x="326433" y="245458"/>
                  </a:cubicBezTo>
                  <a:cubicBezTo>
                    <a:pt x="332751" y="245873"/>
                    <a:pt x="339077" y="246241"/>
                    <a:pt x="345406" y="246412"/>
                  </a:cubicBezTo>
                  <a:cubicBezTo>
                    <a:pt x="354888" y="246669"/>
                    <a:pt x="359770" y="252467"/>
                    <a:pt x="358090" y="261727"/>
                  </a:cubicBezTo>
                  <a:cubicBezTo>
                    <a:pt x="357098" y="267189"/>
                    <a:pt x="350033" y="270839"/>
                    <a:pt x="342329" y="270006"/>
                  </a:cubicBezTo>
                  <a:cubicBezTo>
                    <a:pt x="335581" y="269276"/>
                    <a:pt x="328756" y="269067"/>
                    <a:pt x="322072" y="267973"/>
                  </a:cubicBezTo>
                  <a:cubicBezTo>
                    <a:pt x="308911" y="265818"/>
                    <a:pt x="295648" y="263905"/>
                    <a:pt x="282746" y="260637"/>
                  </a:cubicBezTo>
                  <a:cubicBezTo>
                    <a:pt x="259606" y="254774"/>
                    <a:pt x="238197" y="244497"/>
                    <a:pt x="218335" y="231421"/>
                  </a:cubicBezTo>
                  <a:cubicBezTo>
                    <a:pt x="201245" y="220169"/>
                    <a:pt x="186013" y="206654"/>
                    <a:pt x="172451" y="191119"/>
                  </a:cubicBezTo>
                  <a:cubicBezTo>
                    <a:pt x="154588" y="170657"/>
                    <a:pt x="139641" y="148397"/>
                    <a:pt x="128050" y="123909"/>
                  </a:cubicBezTo>
                  <a:cubicBezTo>
                    <a:pt x="117477" y="101572"/>
                    <a:pt x="109633" y="78276"/>
                    <a:pt x="105793" y="53801"/>
                  </a:cubicBezTo>
                  <a:cubicBezTo>
                    <a:pt x="104045" y="42653"/>
                    <a:pt x="103100" y="31379"/>
                    <a:pt x="101758" y="20166"/>
                  </a:cubicBezTo>
                  <a:cubicBezTo>
                    <a:pt x="101646" y="19231"/>
                    <a:pt x="101288" y="18324"/>
                    <a:pt x="100857" y="16698"/>
                  </a:cubicBezTo>
                  <a:cubicBezTo>
                    <a:pt x="104717" y="17071"/>
                    <a:pt x="108352" y="17163"/>
                    <a:pt x="111886" y="17808"/>
                  </a:cubicBezTo>
                  <a:cubicBezTo>
                    <a:pt x="127602" y="20677"/>
                    <a:pt x="143391" y="21577"/>
                    <a:pt x="159126" y="18583"/>
                  </a:cubicBezTo>
                  <a:cubicBezTo>
                    <a:pt x="176958" y="15189"/>
                    <a:pt x="194638" y="10994"/>
                    <a:pt x="212462" y="7552"/>
                  </a:cubicBezTo>
                  <a:cubicBezTo>
                    <a:pt x="224145" y="5295"/>
                    <a:pt x="235908" y="2997"/>
                    <a:pt x="247741" y="2077"/>
                  </a:cubicBezTo>
                  <a:cubicBezTo>
                    <a:pt x="265082" y="727"/>
                    <a:pt x="282585" y="-635"/>
                    <a:pt x="299892" y="318"/>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55" name="Group 154">
            <a:extLst>
              <a:ext uri="{FF2B5EF4-FFF2-40B4-BE49-F238E27FC236}">
                <a16:creationId xmlns:a16="http://schemas.microsoft.com/office/drawing/2014/main" id="{7BBB24E8-56A8-3AF1-656D-8AD63F55CDAD}"/>
              </a:ext>
              <a:ext uri="{C183D7F6-B498-43B3-948B-1728B52AA6E4}">
                <adec:decorative xmlns:adec="http://schemas.microsoft.com/office/drawing/2017/decorative" val="1"/>
              </a:ext>
            </a:extLst>
          </p:cNvPr>
          <p:cNvGrpSpPr>
            <a:grpSpLocks noChangeAspect="1"/>
          </p:cNvGrpSpPr>
          <p:nvPr/>
        </p:nvGrpSpPr>
        <p:grpSpPr>
          <a:xfrm>
            <a:off x="6010840" y="4343071"/>
            <a:ext cx="533050" cy="457200"/>
            <a:chOff x="6010840" y="4343071"/>
            <a:chExt cx="533050" cy="457200"/>
          </a:xfrm>
          <a:solidFill>
            <a:srgbClr val="FF0000"/>
          </a:solidFill>
        </p:grpSpPr>
        <p:sp>
          <p:nvSpPr>
            <p:cNvPr id="2227" name="Rectangle 2226">
              <a:extLst>
                <a:ext uri="{FF2B5EF4-FFF2-40B4-BE49-F238E27FC236}">
                  <a16:creationId xmlns:a16="http://schemas.microsoft.com/office/drawing/2014/main" id="{559CA8DA-C703-8EAC-F30D-6EB9470EB3EF}"/>
                </a:ext>
                <a:ext uri="{C183D7F6-B498-43B3-948B-1728B52AA6E4}">
                  <adec:decorative xmlns:adec="http://schemas.microsoft.com/office/drawing/2017/decorative" val="1"/>
                </a:ext>
              </a:extLst>
            </p:cNvPr>
            <p:cNvSpPr/>
            <p:nvPr/>
          </p:nvSpPr>
          <p:spPr>
            <a:xfrm>
              <a:off x="6010840" y="4510355"/>
              <a:ext cx="46169" cy="45796"/>
            </a:xfrm>
            <a:prstGeom prst="rect">
              <a:avLst/>
            </a:prstGeom>
            <a:solidFill>
              <a:schemeClr val="accent1"/>
            </a:solidFill>
            <a:ln w="6350" cap="flat">
              <a:noFill/>
              <a:prstDash val="solid"/>
              <a:miter/>
            </a:ln>
          </p:spPr>
          <p:txBody>
            <a:bodyPr rtlCol="0" anchor="ctr"/>
            <a:lstStyle/>
            <a:p>
              <a:endParaRPr lang="en-US" dirty="0"/>
            </a:p>
          </p:txBody>
        </p:sp>
        <p:sp>
          <p:nvSpPr>
            <p:cNvPr id="2251" name="Freeform: Shape 2250">
              <a:extLst>
                <a:ext uri="{FF2B5EF4-FFF2-40B4-BE49-F238E27FC236}">
                  <a16:creationId xmlns:a16="http://schemas.microsoft.com/office/drawing/2014/main" id="{194519CB-9D1D-39BC-685B-221A43C60BE8}"/>
                </a:ext>
                <a:ext uri="{C183D7F6-B498-43B3-948B-1728B52AA6E4}">
                  <adec:decorative xmlns:adec="http://schemas.microsoft.com/office/drawing/2017/decorative" val="1"/>
                </a:ext>
              </a:extLst>
            </p:cNvPr>
            <p:cNvSpPr/>
            <p:nvPr/>
          </p:nvSpPr>
          <p:spPr>
            <a:xfrm>
              <a:off x="6048990" y="4343071"/>
              <a:ext cx="494900" cy="457200"/>
            </a:xfrm>
            <a:custGeom>
              <a:avLst/>
              <a:gdLst>
                <a:gd name="connsiteX0" fmla="*/ 42384 w 718279"/>
                <a:gd name="connsiteY0" fmla="*/ 251998 h 663562"/>
                <a:gd name="connsiteX1" fmla="*/ 194187 w 718279"/>
                <a:gd name="connsiteY1" fmla="*/ 252128 h 663562"/>
                <a:gd name="connsiteX2" fmla="*/ 245745 w 718279"/>
                <a:gd name="connsiteY2" fmla="*/ 270393 h 663562"/>
                <a:gd name="connsiteX3" fmla="*/ 272110 w 718279"/>
                <a:gd name="connsiteY3" fmla="*/ 293231 h 663562"/>
                <a:gd name="connsiteX4" fmla="*/ 307759 w 718279"/>
                <a:gd name="connsiteY4" fmla="*/ 323974 h 663562"/>
                <a:gd name="connsiteX5" fmla="*/ 331875 w 718279"/>
                <a:gd name="connsiteY5" fmla="*/ 345206 h 663562"/>
                <a:gd name="connsiteX6" fmla="*/ 361985 w 718279"/>
                <a:gd name="connsiteY6" fmla="*/ 371151 h 663562"/>
                <a:gd name="connsiteX7" fmla="*/ 382075 w 718279"/>
                <a:gd name="connsiteY7" fmla="*/ 389065 h 663562"/>
                <a:gd name="connsiteX8" fmla="*/ 408575 w 718279"/>
                <a:gd name="connsiteY8" fmla="*/ 412908 h 663562"/>
                <a:gd name="connsiteX9" fmla="*/ 427514 w 718279"/>
                <a:gd name="connsiteY9" fmla="*/ 450001 h 663562"/>
                <a:gd name="connsiteX10" fmla="*/ 422348 w 718279"/>
                <a:gd name="connsiteY10" fmla="*/ 496669 h 663562"/>
                <a:gd name="connsiteX11" fmla="*/ 421707 w 718279"/>
                <a:gd name="connsiteY11" fmla="*/ 498917 h 663562"/>
                <a:gd name="connsiteX12" fmla="*/ 448309 w 718279"/>
                <a:gd name="connsiteY12" fmla="*/ 502615 h 663562"/>
                <a:gd name="connsiteX13" fmla="*/ 476060 w 718279"/>
                <a:gd name="connsiteY13" fmla="*/ 506752 h 663562"/>
                <a:gd name="connsiteX14" fmla="*/ 503229 w 718279"/>
                <a:gd name="connsiteY14" fmla="*/ 510386 h 663562"/>
                <a:gd name="connsiteX15" fmla="*/ 530288 w 718279"/>
                <a:gd name="connsiteY15" fmla="*/ 514459 h 663562"/>
                <a:gd name="connsiteX16" fmla="*/ 552291 w 718279"/>
                <a:gd name="connsiteY16" fmla="*/ 517442 h 663562"/>
                <a:gd name="connsiteX17" fmla="*/ 574894 w 718279"/>
                <a:gd name="connsiteY17" fmla="*/ 520811 h 663562"/>
                <a:gd name="connsiteX18" fmla="*/ 597697 w 718279"/>
                <a:gd name="connsiteY18" fmla="*/ 527350 h 663562"/>
                <a:gd name="connsiteX19" fmla="*/ 612655 w 718279"/>
                <a:gd name="connsiteY19" fmla="*/ 536558 h 663562"/>
                <a:gd name="connsiteX20" fmla="*/ 638467 w 718279"/>
                <a:gd name="connsiteY20" fmla="*/ 581343 h 663562"/>
                <a:gd name="connsiteX21" fmla="*/ 632963 w 718279"/>
                <a:gd name="connsiteY21" fmla="*/ 620351 h 663562"/>
                <a:gd name="connsiteX22" fmla="*/ 580822 w 718279"/>
                <a:gd name="connsiteY22" fmla="*/ 662043 h 663562"/>
                <a:gd name="connsiteX23" fmla="*/ 573797 w 718279"/>
                <a:gd name="connsiteY23" fmla="*/ 663231 h 663562"/>
                <a:gd name="connsiteX24" fmla="*/ 571536 w 718279"/>
                <a:gd name="connsiteY24" fmla="*/ 663562 h 663562"/>
                <a:gd name="connsiteX25" fmla="*/ 279503 w 718279"/>
                <a:gd name="connsiteY25" fmla="*/ 663507 h 663562"/>
                <a:gd name="connsiteX26" fmla="*/ 260279 w 718279"/>
                <a:gd name="connsiteY26" fmla="*/ 658552 h 663562"/>
                <a:gd name="connsiteX27" fmla="*/ 231971 w 718279"/>
                <a:gd name="connsiteY27" fmla="*/ 642131 h 663562"/>
                <a:gd name="connsiteX28" fmla="*/ 201560 w 718279"/>
                <a:gd name="connsiteY28" fmla="*/ 619084 h 663562"/>
                <a:gd name="connsiteX29" fmla="*/ 161027 w 718279"/>
                <a:gd name="connsiteY29" fmla="*/ 588116 h 663562"/>
                <a:gd name="connsiteX30" fmla="*/ 122851 w 718279"/>
                <a:gd name="connsiteY30" fmla="*/ 559217 h 663562"/>
                <a:gd name="connsiteX31" fmla="*/ 85780 w 718279"/>
                <a:gd name="connsiteY31" fmla="*/ 531192 h 663562"/>
                <a:gd name="connsiteX32" fmla="*/ 72826 w 718279"/>
                <a:gd name="connsiteY32" fmla="*/ 521271 h 663562"/>
                <a:gd name="connsiteX33" fmla="*/ 67400 w 718279"/>
                <a:gd name="connsiteY33" fmla="*/ 519617 h 663562"/>
                <a:gd name="connsiteX34" fmla="*/ 20454 w 718279"/>
                <a:gd name="connsiteY34" fmla="*/ 519544 h 663562"/>
                <a:gd name="connsiteX35" fmla="*/ 343 w 718279"/>
                <a:gd name="connsiteY35" fmla="*/ 519544 h 663562"/>
                <a:gd name="connsiteX36" fmla="*/ 343 w 718279"/>
                <a:gd name="connsiteY36" fmla="*/ 514948 h 663562"/>
                <a:gd name="connsiteX37" fmla="*/ 334 w 718279"/>
                <a:gd name="connsiteY37" fmla="*/ 479649 h 663562"/>
                <a:gd name="connsiteX38" fmla="*/ 256 w 718279"/>
                <a:gd name="connsiteY38" fmla="*/ 475185 h 663562"/>
                <a:gd name="connsiteX39" fmla="*/ 5594 w 718279"/>
                <a:gd name="connsiteY39" fmla="*/ 474388 h 663562"/>
                <a:gd name="connsiteX40" fmla="*/ 54303 w 718279"/>
                <a:gd name="connsiteY40" fmla="*/ 474443 h 663562"/>
                <a:gd name="connsiteX41" fmla="*/ 88404 w 718279"/>
                <a:gd name="connsiteY41" fmla="*/ 480062 h 663562"/>
                <a:gd name="connsiteX42" fmla="*/ 121860 w 718279"/>
                <a:gd name="connsiteY42" fmla="*/ 498718 h 663562"/>
                <a:gd name="connsiteX43" fmla="*/ 164441 w 718279"/>
                <a:gd name="connsiteY43" fmla="*/ 530952 h 663562"/>
                <a:gd name="connsiteX44" fmla="*/ 204144 w 718279"/>
                <a:gd name="connsiteY44" fmla="*/ 561308 h 663562"/>
                <a:gd name="connsiteX45" fmla="*/ 250127 w 718279"/>
                <a:gd name="connsiteY45" fmla="*/ 595956 h 663562"/>
                <a:gd name="connsiteX46" fmla="*/ 272248 w 718279"/>
                <a:gd name="connsiteY46" fmla="*/ 610140 h 663562"/>
                <a:gd name="connsiteX47" fmla="*/ 299777 w 718279"/>
                <a:gd name="connsiteY47" fmla="*/ 617639 h 663562"/>
                <a:gd name="connsiteX48" fmla="*/ 324700 w 718279"/>
                <a:gd name="connsiteY48" fmla="*/ 618352 h 663562"/>
                <a:gd name="connsiteX49" fmla="*/ 566846 w 718279"/>
                <a:gd name="connsiteY49" fmla="*/ 618326 h 663562"/>
                <a:gd name="connsiteX50" fmla="*/ 589747 w 718279"/>
                <a:gd name="connsiteY50" fmla="*/ 604777 h 663562"/>
                <a:gd name="connsiteX51" fmla="*/ 588515 w 718279"/>
                <a:gd name="connsiteY51" fmla="*/ 577701 h 663562"/>
                <a:gd name="connsiteX52" fmla="*/ 570770 w 718279"/>
                <a:gd name="connsiteY52" fmla="*/ 567519 h 663562"/>
                <a:gd name="connsiteX53" fmla="*/ 550940 w 718279"/>
                <a:gd name="connsiteY53" fmla="*/ 564341 h 663562"/>
                <a:gd name="connsiteX54" fmla="*/ 525586 w 718279"/>
                <a:gd name="connsiteY54" fmla="*/ 560490 h 663562"/>
                <a:gd name="connsiteX55" fmla="*/ 501258 w 718279"/>
                <a:gd name="connsiteY55" fmla="*/ 556785 h 663562"/>
                <a:gd name="connsiteX56" fmla="*/ 476312 w 718279"/>
                <a:gd name="connsiteY56" fmla="*/ 552727 h 663562"/>
                <a:gd name="connsiteX57" fmla="*/ 451020 w 718279"/>
                <a:gd name="connsiteY57" fmla="*/ 548636 h 663562"/>
                <a:gd name="connsiteX58" fmla="*/ 425629 w 718279"/>
                <a:gd name="connsiteY58" fmla="*/ 544938 h 663562"/>
                <a:gd name="connsiteX59" fmla="*/ 396917 w 718279"/>
                <a:gd name="connsiteY59" fmla="*/ 540286 h 663562"/>
                <a:gd name="connsiteX60" fmla="*/ 371552 w 718279"/>
                <a:gd name="connsiteY60" fmla="*/ 536481 h 663562"/>
                <a:gd name="connsiteX61" fmla="*/ 348963 w 718279"/>
                <a:gd name="connsiteY61" fmla="*/ 532927 h 663562"/>
                <a:gd name="connsiteX62" fmla="*/ 326664 w 718279"/>
                <a:gd name="connsiteY62" fmla="*/ 528305 h 663562"/>
                <a:gd name="connsiteX63" fmla="*/ 300482 w 718279"/>
                <a:gd name="connsiteY63" fmla="*/ 513567 h 663562"/>
                <a:gd name="connsiteX64" fmla="*/ 203257 w 718279"/>
                <a:gd name="connsiteY64" fmla="*/ 448316 h 663562"/>
                <a:gd name="connsiteX65" fmla="*/ 200569 w 718279"/>
                <a:gd name="connsiteY65" fmla="*/ 446376 h 663562"/>
                <a:gd name="connsiteX66" fmla="*/ 231051 w 718279"/>
                <a:gd name="connsiteY66" fmla="*/ 425542 h 663562"/>
                <a:gd name="connsiteX67" fmla="*/ 266578 w 718279"/>
                <a:gd name="connsiteY67" fmla="*/ 438087 h 663562"/>
                <a:gd name="connsiteX68" fmla="*/ 289446 w 718279"/>
                <a:gd name="connsiteY68" fmla="*/ 453760 h 663562"/>
                <a:gd name="connsiteX69" fmla="*/ 337884 w 718279"/>
                <a:gd name="connsiteY69" fmla="*/ 486612 h 663562"/>
                <a:gd name="connsiteX70" fmla="*/ 375946 w 718279"/>
                <a:gd name="connsiteY70" fmla="*/ 483718 h 663562"/>
                <a:gd name="connsiteX71" fmla="*/ 382764 w 718279"/>
                <a:gd name="connsiteY71" fmla="*/ 459842 h 663562"/>
                <a:gd name="connsiteX72" fmla="*/ 368124 w 718279"/>
                <a:gd name="connsiteY72" fmla="*/ 437087 h 663562"/>
                <a:gd name="connsiteX73" fmla="*/ 345940 w 718279"/>
                <a:gd name="connsiteY73" fmla="*/ 417919 h 663562"/>
                <a:gd name="connsiteX74" fmla="*/ 318065 w 718279"/>
                <a:gd name="connsiteY74" fmla="*/ 394214 h 663562"/>
                <a:gd name="connsiteX75" fmla="*/ 300712 w 718279"/>
                <a:gd name="connsiteY75" fmla="*/ 379044 h 663562"/>
                <a:gd name="connsiteX76" fmla="*/ 277863 w 718279"/>
                <a:gd name="connsiteY76" fmla="*/ 359658 h 663562"/>
                <a:gd name="connsiteX77" fmla="*/ 261263 w 718279"/>
                <a:gd name="connsiteY77" fmla="*/ 345232 h 663562"/>
                <a:gd name="connsiteX78" fmla="*/ 237668 w 718279"/>
                <a:gd name="connsiteY78" fmla="*/ 325095 h 663562"/>
                <a:gd name="connsiteX79" fmla="*/ 220271 w 718279"/>
                <a:gd name="connsiteY79" fmla="*/ 309979 h 663562"/>
                <a:gd name="connsiteX80" fmla="*/ 204527 w 718279"/>
                <a:gd name="connsiteY80" fmla="*/ 298822 h 663562"/>
                <a:gd name="connsiteX81" fmla="*/ 193826 w 718279"/>
                <a:gd name="connsiteY81" fmla="*/ 296544 h 663562"/>
                <a:gd name="connsiteX82" fmla="*/ 42384 w 718279"/>
                <a:gd name="connsiteY82" fmla="*/ 296269 h 663562"/>
                <a:gd name="connsiteX83" fmla="*/ 433535 w 718279"/>
                <a:gd name="connsiteY83" fmla="*/ 150351 h 663562"/>
                <a:gd name="connsiteX84" fmla="*/ 455525 w 718279"/>
                <a:gd name="connsiteY84" fmla="*/ 207615 h 663562"/>
                <a:gd name="connsiteX85" fmla="*/ 454536 w 718279"/>
                <a:gd name="connsiteY85" fmla="*/ 208236 h 663562"/>
                <a:gd name="connsiteX86" fmla="*/ 429968 w 718279"/>
                <a:gd name="connsiteY86" fmla="*/ 193318 h 663562"/>
                <a:gd name="connsiteX87" fmla="*/ 417955 w 718279"/>
                <a:gd name="connsiteY87" fmla="*/ 213873 h 663562"/>
                <a:gd name="connsiteX88" fmla="*/ 397137 w 718279"/>
                <a:gd name="connsiteY88" fmla="*/ 250647 h 663562"/>
                <a:gd name="connsiteX89" fmla="*/ 399392 w 718279"/>
                <a:gd name="connsiteY89" fmla="*/ 283180 h 663562"/>
                <a:gd name="connsiteX90" fmla="*/ 419440 w 718279"/>
                <a:gd name="connsiteY90" fmla="*/ 295015 h 663562"/>
                <a:gd name="connsiteX91" fmla="*/ 431999 w 718279"/>
                <a:gd name="connsiteY91" fmla="*/ 295713 h 663562"/>
                <a:gd name="connsiteX92" fmla="*/ 533979 w 718279"/>
                <a:gd name="connsiteY92" fmla="*/ 295744 h 663562"/>
                <a:gd name="connsiteX93" fmla="*/ 538063 w 718279"/>
                <a:gd name="connsiteY93" fmla="*/ 295744 h 663562"/>
                <a:gd name="connsiteX94" fmla="*/ 538063 w 718279"/>
                <a:gd name="connsiteY94" fmla="*/ 331044 h 663562"/>
                <a:gd name="connsiteX95" fmla="*/ 534264 w 718279"/>
                <a:gd name="connsiteY95" fmla="*/ 331044 h 663562"/>
                <a:gd name="connsiteX96" fmla="*/ 423112 w 718279"/>
                <a:gd name="connsiteY96" fmla="*/ 330883 h 663562"/>
                <a:gd name="connsiteX97" fmla="*/ 365494 w 718279"/>
                <a:gd name="connsiteY97" fmla="*/ 295390 h 663562"/>
                <a:gd name="connsiteX98" fmla="*/ 362290 w 718279"/>
                <a:gd name="connsiteY98" fmla="*/ 288185 h 663562"/>
                <a:gd name="connsiteX99" fmla="*/ 358374 w 718279"/>
                <a:gd name="connsiteY99" fmla="*/ 258094 h 663562"/>
                <a:gd name="connsiteX100" fmla="*/ 367839 w 718279"/>
                <a:gd name="connsiteY100" fmla="*/ 230102 h 663562"/>
                <a:gd name="connsiteX101" fmla="*/ 383234 w 718279"/>
                <a:gd name="connsiteY101" fmla="*/ 203408 h 663562"/>
                <a:gd name="connsiteX102" fmla="*/ 398222 w 718279"/>
                <a:gd name="connsiteY102" fmla="*/ 177265 h 663562"/>
                <a:gd name="connsiteX103" fmla="*/ 397256 w 718279"/>
                <a:gd name="connsiteY103" fmla="*/ 173287 h 663562"/>
                <a:gd name="connsiteX104" fmla="*/ 373322 w 718279"/>
                <a:gd name="connsiteY104" fmla="*/ 158810 h 663562"/>
                <a:gd name="connsiteX105" fmla="*/ 373368 w 718279"/>
                <a:gd name="connsiteY105" fmla="*/ 157776 h 663562"/>
                <a:gd name="connsiteX106" fmla="*/ 433535 w 718279"/>
                <a:gd name="connsiteY106" fmla="*/ 150351 h 663562"/>
                <a:gd name="connsiteX107" fmla="*/ 654322 w 718279"/>
                <a:gd name="connsiteY107" fmla="*/ 135417 h 663562"/>
                <a:gd name="connsiteX108" fmla="*/ 680062 w 718279"/>
                <a:gd name="connsiteY108" fmla="*/ 180246 h 663562"/>
                <a:gd name="connsiteX109" fmla="*/ 708910 w 718279"/>
                <a:gd name="connsiteY109" fmla="*/ 230373 h 663562"/>
                <a:gd name="connsiteX110" fmla="*/ 717127 w 718279"/>
                <a:gd name="connsiteY110" fmla="*/ 251589 h 663562"/>
                <a:gd name="connsiteX111" fmla="*/ 717957 w 718279"/>
                <a:gd name="connsiteY111" fmla="*/ 251932 h 663562"/>
                <a:gd name="connsiteX112" fmla="*/ 718277 w 718279"/>
                <a:gd name="connsiteY112" fmla="*/ 277093 h 663562"/>
                <a:gd name="connsiteX113" fmla="*/ 715500 w 718279"/>
                <a:gd name="connsiteY113" fmla="*/ 284975 h 663562"/>
                <a:gd name="connsiteX114" fmla="*/ 673437 w 718279"/>
                <a:gd name="connsiteY114" fmla="*/ 327495 h 663562"/>
                <a:gd name="connsiteX115" fmla="*/ 652677 w 718279"/>
                <a:gd name="connsiteY115" fmla="*/ 330888 h 663562"/>
                <a:gd name="connsiteX116" fmla="*/ 591274 w 718279"/>
                <a:gd name="connsiteY116" fmla="*/ 331044 h 663562"/>
                <a:gd name="connsiteX117" fmla="*/ 587086 w 718279"/>
                <a:gd name="connsiteY117" fmla="*/ 331044 h 663562"/>
                <a:gd name="connsiteX118" fmla="*/ 586846 w 718279"/>
                <a:gd name="connsiteY118" fmla="*/ 362459 h 663562"/>
                <a:gd name="connsiteX119" fmla="*/ 585790 w 718279"/>
                <a:gd name="connsiteY119" fmla="*/ 362468 h 663562"/>
                <a:gd name="connsiteX120" fmla="*/ 551443 w 718279"/>
                <a:gd name="connsiteY120" fmla="*/ 316803 h 663562"/>
                <a:gd name="connsiteX121" fmla="*/ 551396 w 718279"/>
                <a:gd name="connsiteY121" fmla="*/ 312165 h 663562"/>
                <a:gd name="connsiteX122" fmla="*/ 581360 w 718279"/>
                <a:gd name="connsiteY122" fmla="*/ 269301 h 663562"/>
                <a:gd name="connsiteX123" fmla="*/ 587513 w 718279"/>
                <a:gd name="connsiteY123" fmla="*/ 261947 h 663562"/>
                <a:gd name="connsiteX124" fmla="*/ 587513 w 718279"/>
                <a:gd name="connsiteY124" fmla="*/ 295568 h 663562"/>
                <a:gd name="connsiteX125" fmla="*/ 591089 w 718279"/>
                <a:gd name="connsiteY125" fmla="*/ 295737 h 663562"/>
                <a:gd name="connsiteX126" fmla="*/ 652141 w 718279"/>
                <a:gd name="connsiteY126" fmla="*/ 295672 h 663562"/>
                <a:gd name="connsiteX127" fmla="*/ 677439 w 718279"/>
                <a:gd name="connsiteY127" fmla="*/ 282798 h 663562"/>
                <a:gd name="connsiteX128" fmla="*/ 677585 w 718279"/>
                <a:gd name="connsiteY128" fmla="*/ 246802 h 663562"/>
                <a:gd name="connsiteX129" fmla="*/ 659730 w 718279"/>
                <a:gd name="connsiteY129" fmla="*/ 215922 h 663562"/>
                <a:gd name="connsiteX130" fmla="*/ 639167 w 718279"/>
                <a:gd name="connsiteY130" fmla="*/ 180202 h 663562"/>
                <a:gd name="connsiteX131" fmla="*/ 623020 w 718279"/>
                <a:gd name="connsiteY131" fmla="*/ 151931 h 663562"/>
                <a:gd name="connsiteX132" fmla="*/ 638544 w 718279"/>
                <a:gd name="connsiteY132" fmla="*/ 143621 h 663562"/>
                <a:gd name="connsiteX133" fmla="*/ 654322 w 718279"/>
                <a:gd name="connsiteY133" fmla="*/ 135417 h 663562"/>
                <a:gd name="connsiteX134" fmla="*/ 550788 w 718279"/>
                <a:gd name="connsiteY134" fmla="*/ 0 h 663562"/>
                <a:gd name="connsiteX135" fmla="*/ 556427 w 718279"/>
                <a:gd name="connsiteY135" fmla="*/ 2017 h 663562"/>
                <a:gd name="connsiteX136" fmla="*/ 579615 w 718279"/>
                <a:gd name="connsiteY136" fmla="*/ 13967 h 663562"/>
                <a:gd name="connsiteX137" fmla="*/ 600411 w 718279"/>
                <a:gd name="connsiteY137" fmla="*/ 41475 h 663562"/>
                <a:gd name="connsiteX138" fmla="*/ 621138 w 718279"/>
                <a:gd name="connsiteY138" fmla="*/ 77489 h 663562"/>
                <a:gd name="connsiteX139" fmla="*/ 628585 w 718279"/>
                <a:gd name="connsiteY139" fmla="*/ 90708 h 663562"/>
                <a:gd name="connsiteX140" fmla="*/ 655915 w 718279"/>
                <a:gd name="connsiteY140" fmla="*/ 75544 h 663562"/>
                <a:gd name="connsiteX141" fmla="*/ 656848 w 718279"/>
                <a:gd name="connsiteY141" fmla="*/ 76053 h 663562"/>
                <a:gd name="connsiteX142" fmla="*/ 654098 w 718279"/>
                <a:gd name="connsiteY142" fmla="*/ 84481 h 663562"/>
                <a:gd name="connsiteX143" fmla="*/ 638589 w 718279"/>
                <a:gd name="connsiteY143" fmla="*/ 122213 h 663562"/>
                <a:gd name="connsiteX144" fmla="*/ 634931 w 718279"/>
                <a:gd name="connsiteY144" fmla="*/ 131166 h 663562"/>
                <a:gd name="connsiteX145" fmla="*/ 632904 w 718279"/>
                <a:gd name="connsiteY145" fmla="*/ 132528 h 663562"/>
                <a:gd name="connsiteX146" fmla="*/ 609608 w 718279"/>
                <a:gd name="connsiteY146" fmla="*/ 129210 h 663562"/>
                <a:gd name="connsiteX147" fmla="*/ 585116 w 718279"/>
                <a:gd name="connsiteY147" fmla="*/ 126289 h 663562"/>
                <a:gd name="connsiteX148" fmla="*/ 569276 w 718279"/>
                <a:gd name="connsiteY148" fmla="*/ 124046 h 663562"/>
                <a:gd name="connsiteX149" fmla="*/ 597749 w 718279"/>
                <a:gd name="connsiteY149" fmla="*/ 108028 h 663562"/>
                <a:gd name="connsiteX150" fmla="*/ 585060 w 718279"/>
                <a:gd name="connsiteY150" fmla="*/ 85879 h 663562"/>
                <a:gd name="connsiteX151" fmla="*/ 567301 w 718279"/>
                <a:gd name="connsiteY151" fmla="*/ 54948 h 663562"/>
                <a:gd name="connsiteX152" fmla="*/ 545423 w 718279"/>
                <a:gd name="connsiteY152" fmla="*/ 35798 h 663562"/>
                <a:gd name="connsiteX153" fmla="*/ 511920 w 718279"/>
                <a:gd name="connsiteY153" fmla="*/ 50500 h 663562"/>
                <a:gd name="connsiteX154" fmla="*/ 474882 w 718279"/>
                <a:gd name="connsiteY154" fmla="*/ 114700 h 663562"/>
                <a:gd name="connsiteX155" fmla="*/ 455771 w 718279"/>
                <a:gd name="connsiteY155" fmla="*/ 148047 h 663562"/>
                <a:gd name="connsiteX156" fmla="*/ 452382 w 718279"/>
                <a:gd name="connsiteY156" fmla="*/ 149390 h 663562"/>
                <a:gd name="connsiteX157" fmla="*/ 424935 w 718279"/>
                <a:gd name="connsiteY157" fmla="*/ 131218 h 663562"/>
                <a:gd name="connsiteX158" fmla="*/ 433532 w 718279"/>
                <a:gd name="connsiteY158" fmla="*/ 115691 h 663562"/>
                <a:gd name="connsiteX159" fmla="*/ 451673 w 718279"/>
                <a:gd name="connsiteY159" fmla="*/ 84183 h 663562"/>
                <a:gd name="connsiteX160" fmla="*/ 472366 w 718279"/>
                <a:gd name="connsiteY160" fmla="*/ 48542 h 663562"/>
                <a:gd name="connsiteX161" fmla="*/ 485660 w 718279"/>
                <a:gd name="connsiteY161" fmla="*/ 26250 h 663562"/>
                <a:gd name="connsiteX162" fmla="*/ 523484 w 718279"/>
                <a:gd name="connsiteY162" fmla="*/ 1289 h 663562"/>
                <a:gd name="connsiteX163" fmla="*/ 524644 w 718279"/>
                <a:gd name="connsiteY163" fmla="*/ 688 h 663562"/>
                <a:gd name="connsiteX164" fmla="*/ 548567 w 718279"/>
                <a:gd name="connsiteY164" fmla="*/ 50 h 663562"/>
                <a:gd name="connsiteX165" fmla="*/ 550788 w 718279"/>
                <a:gd name="connsiteY165" fmla="*/ 0 h 66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718279" h="663562">
                  <a:moveTo>
                    <a:pt x="42384" y="251998"/>
                  </a:moveTo>
                  <a:lnTo>
                    <a:pt x="194187" y="252128"/>
                  </a:lnTo>
                  <a:cubicBezTo>
                    <a:pt x="213168" y="252259"/>
                    <a:pt x="230938" y="257608"/>
                    <a:pt x="245745" y="270393"/>
                  </a:cubicBezTo>
                  <a:lnTo>
                    <a:pt x="272110" y="293231"/>
                  </a:lnTo>
                  <a:lnTo>
                    <a:pt x="307759" y="323974"/>
                  </a:lnTo>
                  <a:cubicBezTo>
                    <a:pt x="315845" y="330997"/>
                    <a:pt x="323791" y="338181"/>
                    <a:pt x="331875" y="345206"/>
                  </a:cubicBezTo>
                  <a:lnTo>
                    <a:pt x="361985" y="371151"/>
                  </a:lnTo>
                  <a:cubicBezTo>
                    <a:pt x="368750" y="377043"/>
                    <a:pt x="375385" y="383086"/>
                    <a:pt x="382075" y="389065"/>
                  </a:cubicBezTo>
                  <a:cubicBezTo>
                    <a:pt x="390936" y="396984"/>
                    <a:pt x="400090" y="404604"/>
                    <a:pt x="408575" y="412908"/>
                  </a:cubicBezTo>
                  <a:cubicBezTo>
                    <a:pt x="418949" y="423061"/>
                    <a:pt x="424539" y="435874"/>
                    <a:pt x="427514" y="450001"/>
                  </a:cubicBezTo>
                  <a:cubicBezTo>
                    <a:pt x="430922" y="466179"/>
                    <a:pt x="427479" y="481491"/>
                    <a:pt x="422348" y="496669"/>
                  </a:cubicBezTo>
                  <a:cubicBezTo>
                    <a:pt x="422133" y="497305"/>
                    <a:pt x="421978" y="497961"/>
                    <a:pt x="421707" y="498917"/>
                  </a:cubicBezTo>
                  <a:lnTo>
                    <a:pt x="448309" y="502615"/>
                  </a:lnTo>
                  <a:lnTo>
                    <a:pt x="476060" y="506752"/>
                  </a:lnTo>
                  <a:lnTo>
                    <a:pt x="503229" y="510386"/>
                  </a:lnTo>
                  <a:lnTo>
                    <a:pt x="530288" y="514459"/>
                  </a:lnTo>
                  <a:lnTo>
                    <a:pt x="552291" y="517442"/>
                  </a:lnTo>
                  <a:cubicBezTo>
                    <a:pt x="559832" y="518527"/>
                    <a:pt x="567325" y="520015"/>
                    <a:pt x="574894" y="520811"/>
                  </a:cubicBezTo>
                  <a:cubicBezTo>
                    <a:pt x="582929" y="521655"/>
                    <a:pt x="590592" y="523627"/>
                    <a:pt x="597697" y="527350"/>
                  </a:cubicBezTo>
                  <a:cubicBezTo>
                    <a:pt x="602879" y="530066"/>
                    <a:pt x="608213" y="532832"/>
                    <a:pt x="612655" y="536558"/>
                  </a:cubicBezTo>
                  <a:cubicBezTo>
                    <a:pt x="626627" y="548281"/>
                    <a:pt x="635748" y="563123"/>
                    <a:pt x="638467" y="581343"/>
                  </a:cubicBezTo>
                  <a:cubicBezTo>
                    <a:pt x="640475" y="594799"/>
                    <a:pt x="638589" y="607863"/>
                    <a:pt x="632963" y="620351"/>
                  </a:cubicBezTo>
                  <a:cubicBezTo>
                    <a:pt x="622686" y="643162"/>
                    <a:pt x="604766" y="656375"/>
                    <a:pt x="580822" y="662043"/>
                  </a:cubicBezTo>
                  <a:cubicBezTo>
                    <a:pt x="578581" y="662573"/>
                    <a:pt x="576241" y="662688"/>
                    <a:pt x="573797" y="663231"/>
                  </a:cubicBezTo>
                  <a:cubicBezTo>
                    <a:pt x="572944" y="663499"/>
                    <a:pt x="572240" y="663562"/>
                    <a:pt x="571536" y="663562"/>
                  </a:cubicBezTo>
                  <a:lnTo>
                    <a:pt x="279503" y="663507"/>
                  </a:lnTo>
                  <a:cubicBezTo>
                    <a:pt x="272871" y="661842"/>
                    <a:pt x="266507" y="660423"/>
                    <a:pt x="260279" y="658552"/>
                  </a:cubicBezTo>
                  <a:cubicBezTo>
                    <a:pt x="249569" y="655337"/>
                    <a:pt x="240700" y="648855"/>
                    <a:pt x="231971" y="642131"/>
                  </a:cubicBezTo>
                  <a:cubicBezTo>
                    <a:pt x="221895" y="634370"/>
                    <a:pt x="211679" y="626790"/>
                    <a:pt x="201560" y="619084"/>
                  </a:cubicBezTo>
                  <a:lnTo>
                    <a:pt x="161027" y="588116"/>
                  </a:lnTo>
                  <a:lnTo>
                    <a:pt x="122851" y="559217"/>
                  </a:lnTo>
                  <a:lnTo>
                    <a:pt x="85780" y="531192"/>
                  </a:lnTo>
                  <a:cubicBezTo>
                    <a:pt x="81446" y="527905"/>
                    <a:pt x="77275" y="524391"/>
                    <a:pt x="72826" y="521271"/>
                  </a:cubicBezTo>
                  <a:cubicBezTo>
                    <a:pt x="71344" y="520231"/>
                    <a:pt x="69231" y="519631"/>
                    <a:pt x="67400" y="519617"/>
                  </a:cubicBezTo>
                  <a:lnTo>
                    <a:pt x="20454" y="519544"/>
                  </a:lnTo>
                  <a:lnTo>
                    <a:pt x="343" y="519544"/>
                  </a:lnTo>
                  <a:lnTo>
                    <a:pt x="343" y="514948"/>
                  </a:lnTo>
                  <a:cubicBezTo>
                    <a:pt x="343" y="503182"/>
                    <a:pt x="350" y="491415"/>
                    <a:pt x="334" y="479649"/>
                  </a:cubicBezTo>
                  <a:cubicBezTo>
                    <a:pt x="332" y="478094"/>
                    <a:pt x="-362" y="475537"/>
                    <a:pt x="256" y="475185"/>
                  </a:cubicBezTo>
                  <a:cubicBezTo>
                    <a:pt x="1718" y="474352"/>
                    <a:pt x="3776" y="474393"/>
                    <a:pt x="5594" y="474388"/>
                  </a:cubicBezTo>
                  <a:lnTo>
                    <a:pt x="54303" y="474443"/>
                  </a:lnTo>
                  <a:cubicBezTo>
                    <a:pt x="65886" y="474678"/>
                    <a:pt x="77400" y="476145"/>
                    <a:pt x="88404" y="480062"/>
                  </a:cubicBezTo>
                  <a:cubicBezTo>
                    <a:pt x="100582" y="484397"/>
                    <a:pt x="111624" y="490774"/>
                    <a:pt x="121860" y="498718"/>
                  </a:cubicBezTo>
                  <a:cubicBezTo>
                    <a:pt x="135921" y="509633"/>
                    <a:pt x="150266" y="520183"/>
                    <a:pt x="164441" y="530952"/>
                  </a:cubicBezTo>
                  <a:lnTo>
                    <a:pt x="204144" y="561308"/>
                  </a:lnTo>
                  <a:cubicBezTo>
                    <a:pt x="219426" y="572920"/>
                    <a:pt x="234646" y="584616"/>
                    <a:pt x="250127" y="595956"/>
                  </a:cubicBezTo>
                  <a:cubicBezTo>
                    <a:pt x="257186" y="601127"/>
                    <a:pt x="264522" y="606072"/>
                    <a:pt x="272248" y="610140"/>
                  </a:cubicBezTo>
                  <a:cubicBezTo>
                    <a:pt x="280746" y="614616"/>
                    <a:pt x="290085" y="617143"/>
                    <a:pt x="299777" y="617639"/>
                  </a:cubicBezTo>
                  <a:cubicBezTo>
                    <a:pt x="308075" y="618064"/>
                    <a:pt x="316391" y="618347"/>
                    <a:pt x="324700" y="618352"/>
                  </a:cubicBezTo>
                  <a:lnTo>
                    <a:pt x="566846" y="618326"/>
                  </a:lnTo>
                  <a:cubicBezTo>
                    <a:pt x="576926" y="618314"/>
                    <a:pt x="585270" y="614021"/>
                    <a:pt x="589747" y="604777"/>
                  </a:cubicBezTo>
                  <a:cubicBezTo>
                    <a:pt x="594088" y="595811"/>
                    <a:pt x="594468" y="586502"/>
                    <a:pt x="588515" y="577701"/>
                  </a:cubicBezTo>
                  <a:cubicBezTo>
                    <a:pt x="584238" y="571377"/>
                    <a:pt x="578098" y="568538"/>
                    <a:pt x="570770" y="567519"/>
                  </a:cubicBezTo>
                  <a:cubicBezTo>
                    <a:pt x="564141" y="566596"/>
                    <a:pt x="557555" y="565371"/>
                    <a:pt x="550940" y="564341"/>
                  </a:cubicBezTo>
                  <a:lnTo>
                    <a:pt x="525586" y="560490"/>
                  </a:lnTo>
                  <a:lnTo>
                    <a:pt x="501258" y="556785"/>
                  </a:lnTo>
                  <a:lnTo>
                    <a:pt x="476312" y="552727"/>
                  </a:lnTo>
                  <a:lnTo>
                    <a:pt x="451020" y="548636"/>
                  </a:lnTo>
                  <a:lnTo>
                    <a:pt x="425629" y="544938"/>
                  </a:lnTo>
                  <a:lnTo>
                    <a:pt x="396917" y="540286"/>
                  </a:lnTo>
                  <a:lnTo>
                    <a:pt x="371552" y="536481"/>
                  </a:lnTo>
                  <a:cubicBezTo>
                    <a:pt x="364016" y="535334"/>
                    <a:pt x="356464" y="534271"/>
                    <a:pt x="348963" y="532927"/>
                  </a:cubicBezTo>
                  <a:cubicBezTo>
                    <a:pt x="341489" y="531589"/>
                    <a:pt x="333904" y="530492"/>
                    <a:pt x="326664" y="528305"/>
                  </a:cubicBezTo>
                  <a:cubicBezTo>
                    <a:pt x="316945" y="525370"/>
                    <a:pt x="308827" y="519154"/>
                    <a:pt x="300482" y="513567"/>
                  </a:cubicBezTo>
                  <a:lnTo>
                    <a:pt x="203257" y="448316"/>
                  </a:lnTo>
                  <a:cubicBezTo>
                    <a:pt x="202408" y="447747"/>
                    <a:pt x="201597" y="447120"/>
                    <a:pt x="200569" y="446376"/>
                  </a:cubicBezTo>
                  <a:cubicBezTo>
                    <a:pt x="207038" y="433690"/>
                    <a:pt x="217242" y="427334"/>
                    <a:pt x="231051" y="425542"/>
                  </a:cubicBezTo>
                  <a:cubicBezTo>
                    <a:pt x="245213" y="423703"/>
                    <a:pt x="255870" y="430700"/>
                    <a:pt x="266578" y="438087"/>
                  </a:cubicBezTo>
                  <a:lnTo>
                    <a:pt x="289446" y="453760"/>
                  </a:lnTo>
                  <a:cubicBezTo>
                    <a:pt x="305566" y="464752"/>
                    <a:pt x="321508" y="476017"/>
                    <a:pt x="337884" y="486612"/>
                  </a:cubicBezTo>
                  <a:cubicBezTo>
                    <a:pt x="349765" y="494298"/>
                    <a:pt x="365129" y="494180"/>
                    <a:pt x="375946" y="483718"/>
                  </a:cubicBezTo>
                  <a:cubicBezTo>
                    <a:pt x="382595" y="477287"/>
                    <a:pt x="384046" y="468771"/>
                    <a:pt x="382764" y="459842"/>
                  </a:cubicBezTo>
                  <a:cubicBezTo>
                    <a:pt x="381362" y="450068"/>
                    <a:pt x="375733" y="443077"/>
                    <a:pt x="368124" y="437087"/>
                  </a:cubicBezTo>
                  <a:cubicBezTo>
                    <a:pt x="360453" y="431048"/>
                    <a:pt x="353358" y="424283"/>
                    <a:pt x="345940" y="417919"/>
                  </a:cubicBezTo>
                  <a:lnTo>
                    <a:pt x="318065" y="394214"/>
                  </a:lnTo>
                  <a:cubicBezTo>
                    <a:pt x="312233" y="389213"/>
                    <a:pt x="306542" y="384048"/>
                    <a:pt x="300712" y="379044"/>
                  </a:cubicBezTo>
                  <a:lnTo>
                    <a:pt x="277863" y="359658"/>
                  </a:lnTo>
                  <a:cubicBezTo>
                    <a:pt x="272293" y="354892"/>
                    <a:pt x="266825" y="350008"/>
                    <a:pt x="261263" y="345232"/>
                  </a:cubicBezTo>
                  <a:lnTo>
                    <a:pt x="237668" y="325095"/>
                  </a:lnTo>
                  <a:cubicBezTo>
                    <a:pt x="231845" y="320083"/>
                    <a:pt x="226247" y="314798"/>
                    <a:pt x="220271" y="309979"/>
                  </a:cubicBezTo>
                  <a:cubicBezTo>
                    <a:pt x="215265" y="305943"/>
                    <a:pt x="210105" y="301964"/>
                    <a:pt x="204527" y="298822"/>
                  </a:cubicBezTo>
                  <a:cubicBezTo>
                    <a:pt x="201481" y="297106"/>
                    <a:pt x="197428" y="296552"/>
                    <a:pt x="193826" y="296544"/>
                  </a:cubicBezTo>
                  <a:lnTo>
                    <a:pt x="42384" y="296269"/>
                  </a:lnTo>
                  <a:close/>
                  <a:moveTo>
                    <a:pt x="433535" y="150351"/>
                  </a:moveTo>
                  <a:cubicBezTo>
                    <a:pt x="440889" y="169502"/>
                    <a:pt x="448207" y="188559"/>
                    <a:pt x="455525" y="207615"/>
                  </a:cubicBezTo>
                  <a:cubicBezTo>
                    <a:pt x="455195" y="207822"/>
                    <a:pt x="454866" y="208029"/>
                    <a:pt x="454536" y="208236"/>
                  </a:cubicBezTo>
                  <a:cubicBezTo>
                    <a:pt x="446430" y="203314"/>
                    <a:pt x="438325" y="198393"/>
                    <a:pt x="429968" y="193318"/>
                  </a:cubicBezTo>
                  <a:cubicBezTo>
                    <a:pt x="425955" y="200175"/>
                    <a:pt x="421892" y="206988"/>
                    <a:pt x="417955" y="213873"/>
                  </a:cubicBezTo>
                  <a:cubicBezTo>
                    <a:pt x="410961" y="226100"/>
                    <a:pt x="403903" y="238294"/>
                    <a:pt x="397137" y="250647"/>
                  </a:cubicBezTo>
                  <a:cubicBezTo>
                    <a:pt x="390993" y="261864"/>
                    <a:pt x="392144" y="273008"/>
                    <a:pt x="399392" y="283180"/>
                  </a:cubicBezTo>
                  <a:cubicBezTo>
                    <a:pt x="404159" y="289870"/>
                    <a:pt x="410932" y="294223"/>
                    <a:pt x="419440" y="295015"/>
                  </a:cubicBezTo>
                  <a:cubicBezTo>
                    <a:pt x="423613" y="295404"/>
                    <a:pt x="427812" y="295706"/>
                    <a:pt x="431999" y="295713"/>
                  </a:cubicBezTo>
                  <a:cubicBezTo>
                    <a:pt x="465992" y="295768"/>
                    <a:pt x="499986" y="295744"/>
                    <a:pt x="533979" y="295744"/>
                  </a:cubicBezTo>
                  <a:cubicBezTo>
                    <a:pt x="535259" y="295744"/>
                    <a:pt x="536539" y="295744"/>
                    <a:pt x="538063" y="295744"/>
                  </a:cubicBezTo>
                  <a:cubicBezTo>
                    <a:pt x="538063" y="307509"/>
                    <a:pt x="538063" y="319073"/>
                    <a:pt x="538063" y="331044"/>
                  </a:cubicBezTo>
                  <a:cubicBezTo>
                    <a:pt x="536772" y="331044"/>
                    <a:pt x="535518" y="331044"/>
                    <a:pt x="534264" y="331044"/>
                  </a:cubicBezTo>
                  <a:cubicBezTo>
                    <a:pt x="497213" y="331044"/>
                    <a:pt x="460153" y="331514"/>
                    <a:pt x="423112" y="330883"/>
                  </a:cubicBezTo>
                  <a:cubicBezTo>
                    <a:pt x="397327" y="330444"/>
                    <a:pt x="377813" y="318376"/>
                    <a:pt x="365494" y="295390"/>
                  </a:cubicBezTo>
                  <a:cubicBezTo>
                    <a:pt x="364300" y="293161"/>
                    <a:pt x="363451" y="290748"/>
                    <a:pt x="362290" y="288185"/>
                  </a:cubicBezTo>
                  <a:cubicBezTo>
                    <a:pt x="358215" y="278336"/>
                    <a:pt x="357648" y="268224"/>
                    <a:pt x="358374" y="258094"/>
                  </a:cubicBezTo>
                  <a:cubicBezTo>
                    <a:pt x="359095" y="248036"/>
                    <a:pt x="362883" y="238814"/>
                    <a:pt x="367839" y="230102"/>
                  </a:cubicBezTo>
                  <a:cubicBezTo>
                    <a:pt x="372917" y="221173"/>
                    <a:pt x="378125" y="212319"/>
                    <a:pt x="383234" y="203408"/>
                  </a:cubicBezTo>
                  <a:cubicBezTo>
                    <a:pt x="388230" y="194693"/>
                    <a:pt x="393052" y="185875"/>
                    <a:pt x="398222" y="177265"/>
                  </a:cubicBezTo>
                  <a:cubicBezTo>
                    <a:pt x="399506" y="175127"/>
                    <a:pt x="399247" y="174458"/>
                    <a:pt x="397256" y="173287"/>
                  </a:cubicBezTo>
                  <a:cubicBezTo>
                    <a:pt x="389220" y="168560"/>
                    <a:pt x="381291" y="163652"/>
                    <a:pt x="373322" y="158810"/>
                  </a:cubicBezTo>
                  <a:cubicBezTo>
                    <a:pt x="373337" y="158465"/>
                    <a:pt x="373352" y="158120"/>
                    <a:pt x="373368" y="157776"/>
                  </a:cubicBezTo>
                  <a:cubicBezTo>
                    <a:pt x="393371" y="155307"/>
                    <a:pt x="413373" y="152839"/>
                    <a:pt x="433535" y="150351"/>
                  </a:cubicBezTo>
                  <a:close/>
                  <a:moveTo>
                    <a:pt x="654322" y="135417"/>
                  </a:moveTo>
                  <a:cubicBezTo>
                    <a:pt x="662942" y="150433"/>
                    <a:pt x="671485" y="165349"/>
                    <a:pt x="680062" y="180246"/>
                  </a:cubicBezTo>
                  <a:cubicBezTo>
                    <a:pt x="689680" y="196954"/>
                    <a:pt x="699432" y="213586"/>
                    <a:pt x="708910" y="230373"/>
                  </a:cubicBezTo>
                  <a:cubicBezTo>
                    <a:pt x="712654" y="237004"/>
                    <a:pt x="715942" y="243915"/>
                    <a:pt x="717127" y="251589"/>
                  </a:cubicBezTo>
                  <a:cubicBezTo>
                    <a:pt x="717148" y="251726"/>
                    <a:pt x="717489" y="251813"/>
                    <a:pt x="717957" y="251932"/>
                  </a:cubicBezTo>
                  <a:cubicBezTo>
                    <a:pt x="718261" y="260216"/>
                    <a:pt x="718290" y="268490"/>
                    <a:pt x="718277" y="277093"/>
                  </a:cubicBezTo>
                  <a:cubicBezTo>
                    <a:pt x="717320" y="279939"/>
                    <a:pt x="716363" y="282441"/>
                    <a:pt x="715500" y="284975"/>
                  </a:cubicBezTo>
                  <a:cubicBezTo>
                    <a:pt x="708350" y="305953"/>
                    <a:pt x="694666" y="320667"/>
                    <a:pt x="673437" y="327495"/>
                  </a:cubicBezTo>
                  <a:cubicBezTo>
                    <a:pt x="666822" y="329622"/>
                    <a:pt x="659633" y="330739"/>
                    <a:pt x="652677" y="330888"/>
                  </a:cubicBezTo>
                  <a:cubicBezTo>
                    <a:pt x="632218" y="331325"/>
                    <a:pt x="611743" y="331044"/>
                    <a:pt x="591274" y="331044"/>
                  </a:cubicBezTo>
                  <a:cubicBezTo>
                    <a:pt x="590001" y="331044"/>
                    <a:pt x="588729" y="331044"/>
                    <a:pt x="587086" y="331044"/>
                  </a:cubicBezTo>
                  <a:cubicBezTo>
                    <a:pt x="586851" y="341668"/>
                    <a:pt x="587263" y="352085"/>
                    <a:pt x="586846" y="362459"/>
                  </a:cubicBezTo>
                  <a:cubicBezTo>
                    <a:pt x="586494" y="362462"/>
                    <a:pt x="586142" y="362465"/>
                    <a:pt x="585790" y="362468"/>
                  </a:cubicBezTo>
                  <a:cubicBezTo>
                    <a:pt x="574308" y="347271"/>
                    <a:pt x="562782" y="332106"/>
                    <a:pt x="551443" y="316803"/>
                  </a:cubicBezTo>
                  <a:cubicBezTo>
                    <a:pt x="550675" y="315768"/>
                    <a:pt x="550657" y="313240"/>
                    <a:pt x="551396" y="312165"/>
                  </a:cubicBezTo>
                  <a:cubicBezTo>
                    <a:pt x="561267" y="297797"/>
                    <a:pt x="571330" y="283561"/>
                    <a:pt x="581360" y="269301"/>
                  </a:cubicBezTo>
                  <a:cubicBezTo>
                    <a:pt x="583133" y="266780"/>
                    <a:pt x="584967" y="264302"/>
                    <a:pt x="587513" y="261947"/>
                  </a:cubicBezTo>
                  <a:cubicBezTo>
                    <a:pt x="587513" y="273085"/>
                    <a:pt x="587513" y="284224"/>
                    <a:pt x="587513" y="295568"/>
                  </a:cubicBezTo>
                  <a:cubicBezTo>
                    <a:pt x="589042" y="295643"/>
                    <a:pt x="590065" y="295737"/>
                    <a:pt x="591089" y="295737"/>
                  </a:cubicBezTo>
                  <a:cubicBezTo>
                    <a:pt x="611440" y="295746"/>
                    <a:pt x="631793" y="295916"/>
                    <a:pt x="652141" y="295672"/>
                  </a:cubicBezTo>
                  <a:cubicBezTo>
                    <a:pt x="662514" y="295548"/>
                    <a:pt x="671251" y="291468"/>
                    <a:pt x="677439" y="282798"/>
                  </a:cubicBezTo>
                  <a:cubicBezTo>
                    <a:pt x="685485" y="271524"/>
                    <a:pt x="684760" y="258604"/>
                    <a:pt x="677585" y="246802"/>
                  </a:cubicBezTo>
                  <a:cubicBezTo>
                    <a:pt x="671410" y="236644"/>
                    <a:pt x="665664" y="226226"/>
                    <a:pt x="659730" y="215922"/>
                  </a:cubicBezTo>
                  <a:cubicBezTo>
                    <a:pt x="652874" y="204017"/>
                    <a:pt x="646006" y="192118"/>
                    <a:pt x="639167" y="180202"/>
                  </a:cubicBezTo>
                  <a:cubicBezTo>
                    <a:pt x="633822" y="170888"/>
                    <a:pt x="628514" y="161553"/>
                    <a:pt x="623020" y="151931"/>
                  </a:cubicBezTo>
                  <a:cubicBezTo>
                    <a:pt x="628249" y="149129"/>
                    <a:pt x="633381" y="146345"/>
                    <a:pt x="638544" y="143621"/>
                  </a:cubicBezTo>
                  <a:cubicBezTo>
                    <a:pt x="643750" y="140874"/>
                    <a:pt x="648988" y="138187"/>
                    <a:pt x="654322" y="135417"/>
                  </a:cubicBezTo>
                  <a:close/>
                  <a:moveTo>
                    <a:pt x="550788" y="0"/>
                  </a:moveTo>
                  <a:cubicBezTo>
                    <a:pt x="552842" y="705"/>
                    <a:pt x="554590" y="1530"/>
                    <a:pt x="556427" y="2017"/>
                  </a:cubicBezTo>
                  <a:cubicBezTo>
                    <a:pt x="565043" y="4301"/>
                    <a:pt x="572583" y="8518"/>
                    <a:pt x="579615" y="13967"/>
                  </a:cubicBezTo>
                  <a:cubicBezTo>
                    <a:pt x="589073" y="21296"/>
                    <a:pt x="594627" y="31442"/>
                    <a:pt x="600411" y="41475"/>
                  </a:cubicBezTo>
                  <a:cubicBezTo>
                    <a:pt x="607329" y="53474"/>
                    <a:pt x="614243" y="65476"/>
                    <a:pt x="621138" y="77489"/>
                  </a:cubicBezTo>
                  <a:cubicBezTo>
                    <a:pt x="623548" y="81689"/>
                    <a:pt x="625894" y="85927"/>
                    <a:pt x="628585" y="90708"/>
                  </a:cubicBezTo>
                  <a:cubicBezTo>
                    <a:pt x="637733" y="85632"/>
                    <a:pt x="646824" y="80588"/>
                    <a:pt x="655915" y="75544"/>
                  </a:cubicBezTo>
                  <a:cubicBezTo>
                    <a:pt x="656226" y="75714"/>
                    <a:pt x="656537" y="75883"/>
                    <a:pt x="656848" y="76053"/>
                  </a:cubicBezTo>
                  <a:cubicBezTo>
                    <a:pt x="655942" y="78866"/>
                    <a:pt x="655207" y="81750"/>
                    <a:pt x="654098" y="84481"/>
                  </a:cubicBezTo>
                  <a:cubicBezTo>
                    <a:pt x="648984" y="97081"/>
                    <a:pt x="643760" y="109636"/>
                    <a:pt x="638589" y="122213"/>
                  </a:cubicBezTo>
                  <a:cubicBezTo>
                    <a:pt x="637363" y="125195"/>
                    <a:pt x="636264" y="128233"/>
                    <a:pt x="634931" y="131166"/>
                  </a:cubicBezTo>
                  <a:cubicBezTo>
                    <a:pt x="634634" y="131818"/>
                    <a:pt x="633530" y="132610"/>
                    <a:pt x="632904" y="132528"/>
                  </a:cubicBezTo>
                  <a:cubicBezTo>
                    <a:pt x="625128" y="131501"/>
                    <a:pt x="617384" y="130233"/>
                    <a:pt x="609608" y="129210"/>
                  </a:cubicBezTo>
                  <a:cubicBezTo>
                    <a:pt x="601457" y="128138"/>
                    <a:pt x="593274" y="127307"/>
                    <a:pt x="585116" y="126289"/>
                  </a:cubicBezTo>
                  <a:cubicBezTo>
                    <a:pt x="580201" y="125675"/>
                    <a:pt x="575305" y="124906"/>
                    <a:pt x="569276" y="124046"/>
                  </a:cubicBezTo>
                  <a:cubicBezTo>
                    <a:pt x="579272" y="118423"/>
                    <a:pt x="588374" y="113302"/>
                    <a:pt x="597749" y="108028"/>
                  </a:cubicBezTo>
                  <a:cubicBezTo>
                    <a:pt x="593534" y="100668"/>
                    <a:pt x="589309" y="93267"/>
                    <a:pt x="585060" y="85879"/>
                  </a:cubicBezTo>
                  <a:cubicBezTo>
                    <a:pt x="579133" y="75572"/>
                    <a:pt x="573021" y="65368"/>
                    <a:pt x="567301" y="54948"/>
                  </a:cubicBezTo>
                  <a:cubicBezTo>
                    <a:pt x="562297" y="45832"/>
                    <a:pt x="556209" y="38471"/>
                    <a:pt x="545423" y="35798"/>
                  </a:cubicBezTo>
                  <a:cubicBezTo>
                    <a:pt x="531878" y="32441"/>
                    <a:pt x="518154" y="39447"/>
                    <a:pt x="511920" y="50500"/>
                  </a:cubicBezTo>
                  <a:cubicBezTo>
                    <a:pt x="499786" y="72019"/>
                    <a:pt x="487235" y="93304"/>
                    <a:pt x="474882" y="114700"/>
                  </a:cubicBezTo>
                  <a:cubicBezTo>
                    <a:pt x="468476" y="125795"/>
                    <a:pt x="462103" y="136909"/>
                    <a:pt x="455771" y="148047"/>
                  </a:cubicBezTo>
                  <a:cubicBezTo>
                    <a:pt x="454927" y="149531"/>
                    <a:pt x="454162" y="150568"/>
                    <a:pt x="452382" y="149390"/>
                  </a:cubicBezTo>
                  <a:cubicBezTo>
                    <a:pt x="443356" y="143414"/>
                    <a:pt x="434330" y="137438"/>
                    <a:pt x="424935" y="131218"/>
                  </a:cubicBezTo>
                  <a:cubicBezTo>
                    <a:pt x="427849" y="125945"/>
                    <a:pt x="430626" y="120781"/>
                    <a:pt x="433532" y="115691"/>
                  </a:cubicBezTo>
                  <a:cubicBezTo>
                    <a:pt x="439541" y="105167"/>
                    <a:pt x="445604" y="94673"/>
                    <a:pt x="451673" y="84183"/>
                  </a:cubicBezTo>
                  <a:cubicBezTo>
                    <a:pt x="458553" y="72292"/>
                    <a:pt x="465441" y="60407"/>
                    <a:pt x="472366" y="48542"/>
                  </a:cubicBezTo>
                  <a:cubicBezTo>
                    <a:pt x="476729" y="41068"/>
                    <a:pt x="480741" y="33343"/>
                    <a:pt x="485660" y="26250"/>
                  </a:cubicBezTo>
                  <a:cubicBezTo>
                    <a:pt x="494861" y="12980"/>
                    <a:pt x="507599" y="4648"/>
                    <a:pt x="523484" y="1289"/>
                  </a:cubicBezTo>
                  <a:cubicBezTo>
                    <a:pt x="523807" y="1220"/>
                    <a:pt x="524090" y="967"/>
                    <a:pt x="524644" y="688"/>
                  </a:cubicBezTo>
                  <a:cubicBezTo>
                    <a:pt x="532787" y="402"/>
                    <a:pt x="540677" y="228"/>
                    <a:pt x="548567" y="50"/>
                  </a:cubicBezTo>
                  <a:cubicBezTo>
                    <a:pt x="549219" y="35"/>
                    <a:pt x="549870" y="-7"/>
                    <a:pt x="550788" y="0"/>
                  </a:cubicBez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151" name="Group 150">
            <a:extLst>
              <a:ext uri="{FF2B5EF4-FFF2-40B4-BE49-F238E27FC236}">
                <a16:creationId xmlns:a16="http://schemas.microsoft.com/office/drawing/2014/main" id="{F7B0CA0D-34A7-9ABE-F168-19019C3A028D}"/>
              </a:ext>
              <a:ext uri="{C183D7F6-B498-43B3-948B-1728B52AA6E4}">
                <adec:decorative xmlns:adec="http://schemas.microsoft.com/office/drawing/2017/decorative" val="1"/>
              </a:ext>
            </a:extLst>
          </p:cNvPr>
          <p:cNvGrpSpPr>
            <a:grpSpLocks noChangeAspect="1"/>
          </p:cNvGrpSpPr>
          <p:nvPr/>
        </p:nvGrpSpPr>
        <p:grpSpPr>
          <a:xfrm>
            <a:off x="8102973" y="4343071"/>
            <a:ext cx="455867" cy="457200"/>
            <a:chOff x="8102973" y="4343071"/>
            <a:chExt cx="455867" cy="457200"/>
          </a:xfrm>
          <a:solidFill>
            <a:srgbClr val="FF0000"/>
          </a:solidFill>
        </p:grpSpPr>
        <p:sp>
          <p:nvSpPr>
            <p:cNvPr id="2240" name="Rectangle 2239">
              <a:extLst>
                <a:ext uri="{FF2B5EF4-FFF2-40B4-BE49-F238E27FC236}">
                  <a16:creationId xmlns:a16="http://schemas.microsoft.com/office/drawing/2014/main" id="{1DFBC2C3-4F33-0CFA-5C36-EA2C3163E0F6}"/>
                </a:ext>
                <a:ext uri="{C183D7F6-B498-43B3-948B-1728B52AA6E4}">
                  <adec:decorative xmlns:adec="http://schemas.microsoft.com/office/drawing/2017/decorative" val="1"/>
                </a:ext>
              </a:extLst>
            </p:cNvPr>
            <p:cNvSpPr/>
            <p:nvPr/>
          </p:nvSpPr>
          <p:spPr>
            <a:xfrm>
              <a:off x="8336101" y="4661510"/>
              <a:ext cx="38390" cy="3839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1" name="Freeform: Shape 2240">
              <a:extLst>
                <a:ext uri="{FF2B5EF4-FFF2-40B4-BE49-F238E27FC236}">
                  <a16:creationId xmlns:a16="http://schemas.microsoft.com/office/drawing/2014/main" id="{9067F5BA-3AD0-D425-238D-295B8AFCC8C5}"/>
                </a:ext>
                <a:ext uri="{C183D7F6-B498-43B3-948B-1728B52AA6E4}">
                  <adec:decorative xmlns:adec="http://schemas.microsoft.com/office/drawing/2017/decorative" val="1"/>
                </a:ext>
              </a:extLst>
            </p:cNvPr>
            <p:cNvSpPr/>
            <p:nvPr/>
          </p:nvSpPr>
          <p:spPr>
            <a:xfrm>
              <a:off x="8102973" y="4343071"/>
              <a:ext cx="455867" cy="457200"/>
            </a:xfrm>
            <a:custGeom>
              <a:avLst/>
              <a:gdLst>
                <a:gd name="connsiteX0" fmla="*/ 723144 w 784708"/>
                <a:gd name="connsiteY0" fmla="*/ 449291 h 787002"/>
                <a:gd name="connsiteX1" fmla="*/ 767269 w 784708"/>
                <a:gd name="connsiteY1" fmla="*/ 449291 h 787002"/>
                <a:gd name="connsiteX2" fmla="*/ 767269 w 784708"/>
                <a:gd name="connsiteY2" fmla="*/ 692575 h 787002"/>
                <a:gd name="connsiteX3" fmla="*/ 693537 w 784708"/>
                <a:gd name="connsiteY3" fmla="*/ 766307 h 787002"/>
                <a:gd name="connsiteX4" fmla="*/ 429594 w 784708"/>
                <a:gd name="connsiteY4" fmla="*/ 766307 h 787002"/>
                <a:gd name="connsiteX5" fmla="*/ 429594 w 784708"/>
                <a:gd name="connsiteY5" fmla="*/ 787002 h 787002"/>
                <a:gd name="connsiteX6" fmla="*/ 361822 w 784708"/>
                <a:gd name="connsiteY6" fmla="*/ 744244 h 787002"/>
                <a:gd name="connsiteX7" fmla="*/ 429594 w 784708"/>
                <a:gd name="connsiteY7" fmla="*/ 701487 h 787002"/>
                <a:gd name="connsiteX8" fmla="*/ 429594 w 784708"/>
                <a:gd name="connsiteY8" fmla="*/ 722182 h 787002"/>
                <a:gd name="connsiteX9" fmla="*/ 693537 w 784708"/>
                <a:gd name="connsiteY9" fmla="*/ 722182 h 787002"/>
                <a:gd name="connsiteX10" fmla="*/ 723144 w 784708"/>
                <a:gd name="connsiteY10" fmla="*/ 692575 h 787002"/>
                <a:gd name="connsiteX11" fmla="*/ 42758 w 784708"/>
                <a:gd name="connsiteY11" fmla="*/ 360501 h 787002"/>
                <a:gd name="connsiteX12" fmla="*/ 85515 w 784708"/>
                <a:gd name="connsiteY12" fmla="*/ 428273 h 787002"/>
                <a:gd name="connsiteX13" fmla="*/ 64820 w 784708"/>
                <a:gd name="connsiteY13" fmla="*/ 428273 h 787002"/>
                <a:gd name="connsiteX14" fmla="*/ 64820 w 784708"/>
                <a:gd name="connsiteY14" fmla="*/ 692216 h 787002"/>
                <a:gd name="connsiteX15" fmla="*/ 94427 w 784708"/>
                <a:gd name="connsiteY15" fmla="*/ 721823 h 787002"/>
                <a:gd name="connsiteX16" fmla="*/ 337711 w 784708"/>
                <a:gd name="connsiteY16" fmla="*/ 721823 h 787002"/>
                <a:gd name="connsiteX17" fmla="*/ 337711 w 784708"/>
                <a:gd name="connsiteY17" fmla="*/ 765948 h 787002"/>
                <a:gd name="connsiteX18" fmla="*/ 94427 w 784708"/>
                <a:gd name="connsiteY18" fmla="*/ 765948 h 787002"/>
                <a:gd name="connsiteX19" fmla="*/ 20695 w 784708"/>
                <a:gd name="connsiteY19" fmla="*/ 692216 h 787002"/>
                <a:gd name="connsiteX20" fmla="*/ 20695 w 784708"/>
                <a:gd name="connsiteY20" fmla="*/ 428273 h 787002"/>
                <a:gd name="connsiteX21" fmla="*/ 0 w 784708"/>
                <a:gd name="connsiteY21" fmla="*/ 428273 h 787002"/>
                <a:gd name="connsiteX22" fmla="*/ 610944 w 784708"/>
                <a:gd name="connsiteY22" fmla="*/ 312295 h 787002"/>
                <a:gd name="connsiteX23" fmla="*/ 608178 w 784708"/>
                <a:gd name="connsiteY23" fmla="*/ 312326 h 787002"/>
                <a:gd name="connsiteX24" fmla="*/ 606788 w 784708"/>
                <a:gd name="connsiteY24" fmla="*/ 312384 h 787002"/>
                <a:gd name="connsiteX25" fmla="*/ 606510 w 784708"/>
                <a:gd name="connsiteY25" fmla="*/ 312312 h 787002"/>
                <a:gd name="connsiteX26" fmla="*/ 603203 w 784708"/>
                <a:gd name="connsiteY26" fmla="*/ 312382 h 787002"/>
                <a:gd name="connsiteX27" fmla="*/ 600961 w 784708"/>
                <a:gd name="connsiteY27" fmla="*/ 312724 h 787002"/>
                <a:gd name="connsiteX28" fmla="*/ 598135 w 784708"/>
                <a:gd name="connsiteY28" fmla="*/ 312939 h 787002"/>
                <a:gd name="connsiteX29" fmla="*/ 523547 w 784708"/>
                <a:gd name="connsiteY29" fmla="*/ 343986 h 787002"/>
                <a:gd name="connsiteX30" fmla="*/ 492850 w 784708"/>
                <a:gd name="connsiteY30" fmla="*/ 412942 h 787002"/>
                <a:gd name="connsiteX31" fmla="*/ 492744 w 784708"/>
                <a:gd name="connsiteY31" fmla="*/ 413955 h 787002"/>
                <a:gd name="connsiteX32" fmla="*/ 492713 w 784708"/>
                <a:gd name="connsiteY32" fmla="*/ 414159 h 787002"/>
                <a:gd name="connsiteX33" fmla="*/ 492079 w 784708"/>
                <a:gd name="connsiteY33" fmla="*/ 419551 h 787002"/>
                <a:gd name="connsiteX34" fmla="*/ 491799 w 784708"/>
                <a:gd name="connsiteY34" fmla="*/ 422784 h 787002"/>
                <a:gd name="connsiteX35" fmla="*/ 491521 w 784708"/>
                <a:gd name="connsiteY35" fmla="*/ 425231 h 787002"/>
                <a:gd name="connsiteX36" fmla="*/ 491563 w 784708"/>
                <a:gd name="connsiteY36" fmla="*/ 426135 h 787002"/>
                <a:gd name="connsiteX37" fmla="*/ 491451 w 784708"/>
                <a:gd name="connsiteY37" fmla="*/ 428040 h 787002"/>
                <a:gd name="connsiteX38" fmla="*/ 491339 w 784708"/>
                <a:gd name="connsiteY38" fmla="*/ 433342 h 787002"/>
                <a:gd name="connsiteX39" fmla="*/ 495076 w 784708"/>
                <a:gd name="connsiteY39" fmla="*/ 433325 h 787002"/>
                <a:gd name="connsiteX40" fmla="*/ 496465 w 784708"/>
                <a:gd name="connsiteY40" fmla="*/ 433267 h 787002"/>
                <a:gd name="connsiteX41" fmla="*/ 496743 w 784708"/>
                <a:gd name="connsiteY41" fmla="*/ 433338 h 787002"/>
                <a:gd name="connsiteX42" fmla="*/ 500049 w 784708"/>
                <a:gd name="connsiteY42" fmla="*/ 433268 h 787002"/>
                <a:gd name="connsiteX43" fmla="*/ 502292 w 784708"/>
                <a:gd name="connsiteY43" fmla="*/ 432926 h 787002"/>
                <a:gd name="connsiteX44" fmla="*/ 505117 w 784708"/>
                <a:gd name="connsiteY44" fmla="*/ 432712 h 787002"/>
                <a:gd name="connsiteX45" fmla="*/ 579706 w 784708"/>
                <a:gd name="connsiteY45" fmla="*/ 401664 h 787002"/>
                <a:gd name="connsiteX46" fmla="*/ 610403 w 784708"/>
                <a:gd name="connsiteY46" fmla="*/ 332709 h 787002"/>
                <a:gd name="connsiteX47" fmla="*/ 610508 w 784708"/>
                <a:gd name="connsiteY47" fmla="*/ 331696 h 787002"/>
                <a:gd name="connsiteX48" fmla="*/ 610539 w 784708"/>
                <a:gd name="connsiteY48" fmla="*/ 331492 h 787002"/>
                <a:gd name="connsiteX49" fmla="*/ 611174 w 784708"/>
                <a:gd name="connsiteY49" fmla="*/ 326099 h 787002"/>
                <a:gd name="connsiteX50" fmla="*/ 611453 w 784708"/>
                <a:gd name="connsiteY50" fmla="*/ 322867 h 787002"/>
                <a:gd name="connsiteX51" fmla="*/ 611732 w 784708"/>
                <a:gd name="connsiteY51" fmla="*/ 320419 h 787002"/>
                <a:gd name="connsiteX52" fmla="*/ 611690 w 784708"/>
                <a:gd name="connsiteY52" fmla="*/ 319515 h 787002"/>
                <a:gd name="connsiteX53" fmla="*/ 611802 w 784708"/>
                <a:gd name="connsiteY53" fmla="*/ 317611 h 787002"/>
                <a:gd name="connsiteX54" fmla="*/ 611915 w 784708"/>
                <a:gd name="connsiteY54" fmla="*/ 312308 h 787002"/>
                <a:gd name="connsiteX55" fmla="*/ 610944 w 784708"/>
                <a:gd name="connsiteY55" fmla="*/ 312295 h 787002"/>
                <a:gd name="connsiteX56" fmla="*/ 178226 w 784708"/>
                <a:gd name="connsiteY56" fmla="*/ 218240 h 787002"/>
                <a:gd name="connsiteX57" fmla="*/ 172880 w 784708"/>
                <a:gd name="connsiteY57" fmla="*/ 218353 h 787002"/>
                <a:gd name="connsiteX58" fmla="*/ 173256 w 784708"/>
                <a:gd name="connsiteY58" fmla="*/ 238064 h 787002"/>
                <a:gd name="connsiteX59" fmla="*/ 173728 w 784708"/>
                <a:gd name="connsiteY59" fmla="*/ 243712 h 787002"/>
                <a:gd name="connsiteX60" fmla="*/ 173931 w 784708"/>
                <a:gd name="connsiteY60" fmla="*/ 246508 h 787002"/>
                <a:gd name="connsiteX61" fmla="*/ 194145 w 784708"/>
                <a:gd name="connsiteY61" fmla="*/ 316933 h 787002"/>
                <a:gd name="connsiteX62" fmla="*/ 197989 w 784708"/>
                <a:gd name="connsiteY62" fmla="*/ 322988 h 787002"/>
                <a:gd name="connsiteX63" fmla="*/ 199230 w 784708"/>
                <a:gd name="connsiteY63" fmla="*/ 325129 h 787002"/>
                <a:gd name="connsiteX64" fmla="*/ 200358 w 784708"/>
                <a:gd name="connsiteY64" fmla="*/ 326720 h 787002"/>
                <a:gd name="connsiteX65" fmla="*/ 203147 w 784708"/>
                <a:gd name="connsiteY65" fmla="*/ 331116 h 787002"/>
                <a:gd name="connsiteX66" fmla="*/ 205053 w 784708"/>
                <a:gd name="connsiteY66" fmla="*/ 333341 h 787002"/>
                <a:gd name="connsiteX67" fmla="*/ 206113 w 784708"/>
                <a:gd name="connsiteY67" fmla="*/ 334838 h 787002"/>
                <a:gd name="connsiteX68" fmla="*/ 214089 w 784708"/>
                <a:gd name="connsiteY68" fmla="*/ 343956 h 787002"/>
                <a:gd name="connsiteX69" fmla="*/ 214282 w 784708"/>
                <a:gd name="connsiteY69" fmla="*/ 344123 h 787002"/>
                <a:gd name="connsiteX70" fmla="*/ 214365 w 784708"/>
                <a:gd name="connsiteY70" fmla="*/ 344221 h 787002"/>
                <a:gd name="connsiteX71" fmla="*/ 254277 w 784708"/>
                <a:gd name="connsiteY71" fmla="*/ 370392 h 787002"/>
                <a:gd name="connsiteX72" fmla="*/ 254371 w 784708"/>
                <a:gd name="connsiteY72" fmla="*/ 370427 h 787002"/>
                <a:gd name="connsiteX73" fmla="*/ 254573 w 784708"/>
                <a:gd name="connsiteY73" fmla="*/ 370525 h 787002"/>
                <a:gd name="connsiteX74" fmla="*/ 309103 w 784708"/>
                <a:gd name="connsiteY74" fmla="*/ 384140 h 787002"/>
                <a:gd name="connsiteX75" fmla="*/ 314848 w 784708"/>
                <a:gd name="connsiteY75" fmla="*/ 384586 h 787002"/>
                <a:gd name="connsiteX76" fmla="*/ 319014 w 784708"/>
                <a:gd name="connsiteY76" fmla="*/ 384962 h 787002"/>
                <a:gd name="connsiteX77" fmla="*/ 338685 w 784708"/>
                <a:gd name="connsiteY77" fmla="*/ 385334 h 787002"/>
                <a:gd name="connsiteX78" fmla="*/ 338310 w 784708"/>
                <a:gd name="connsiteY78" fmla="*/ 365624 h 787002"/>
                <a:gd name="connsiteX79" fmla="*/ 337838 w 784708"/>
                <a:gd name="connsiteY79" fmla="*/ 359975 h 787002"/>
                <a:gd name="connsiteX80" fmla="*/ 337635 w 784708"/>
                <a:gd name="connsiteY80" fmla="*/ 357180 h 787002"/>
                <a:gd name="connsiteX81" fmla="*/ 317420 w 784708"/>
                <a:gd name="connsiteY81" fmla="*/ 286755 h 787002"/>
                <a:gd name="connsiteX82" fmla="*/ 313577 w 784708"/>
                <a:gd name="connsiteY82" fmla="*/ 280699 h 787002"/>
                <a:gd name="connsiteX83" fmla="*/ 312336 w 784708"/>
                <a:gd name="connsiteY83" fmla="*/ 278558 h 787002"/>
                <a:gd name="connsiteX84" fmla="*/ 311208 w 784708"/>
                <a:gd name="connsiteY84" fmla="*/ 276967 h 787002"/>
                <a:gd name="connsiteX85" fmla="*/ 308419 w 784708"/>
                <a:gd name="connsiteY85" fmla="*/ 272573 h 787002"/>
                <a:gd name="connsiteX86" fmla="*/ 306513 w 784708"/>
                <a:gd name="connsiteY86" fmla="*/ 270347 h 787002"/>
                <a:gd name="connsiteX87" fmla="*/ 305452 w 784708"/>
                <a:gd name="connsiteY87" fmla="*/ 268851 h 787002"/>
                <a:gd name="connsiteX88" fmla="*/ 297476 w 784708"/>
                <a:gd name="connsiteY88" fmla="*/ 259731 h 787002"/>
                <a:gd name="connsiteX89" fmla="*/ 297284 w 784708"/>
                <a:gd name="connsiteY89" fmla="*/ 259565 h 787002"/>
                <a:gd name="connsiteX90" fmla="*/ 297200 w 784708"/>
                <a:gd name="connsiteY90" fmla="*/ 259467 h 787002"/>
                <a:gd name="connsiteX91" fmla="*/ 257288 w 784708"/>
                <a:gd name="connsiteY91" fmla="*/ 233296 h 787002"/>
                <a:gd name="connsiteX92" fmla="*/ 257195 w 784708"/>
                <a:gd name="connsiteY92" fmla="*/ 233261 h 787002"/>
                <a:gd name="connsiteX93" fmla="*/ 256992 w 784708"/>
                <a:gd name="connsiteY93" fmla="*/ 233162 h 787002"/>
                <a:gd name="connsiteX94" fmla="*/ 202462 w 784708"/>
                <a:gd name="connsiteY94" fmla="*/ 219549 h 787002"/>
                <a:gd name="connsiteX95" fmla="*/ 196718 w 784708"/>
                <a:gd name="connsiteY95" fmla="*/ 219102 h 787002"/>
                <a:gd name="connsiteX96" fmla="*/ 192551 w 784708"/>
                <a:gd name="connsiteY96" fmla="*/ 218726 h 787002"/>
                <a:gd name="connsiteX97" fmla="*/ 178226 w 784708"/>
                <a:gd name="connsiteY97" fmla="*/ 218240 h 787002"/>
                <a:gd name="connsiteX98" fmla="*/ 162188 w 784708"/>
                <a:gd name="connsiteY98" fmla="*/ 172787 h 787002"/>
                <a:gd name="connsiteX99" fmla="*/ 329107 w 784708"/>
                <a:gd name="connsiteY99" fmla="*/ 226981 h 787002"/>
                <a:gd name="connsiteX100" fmla="*/ 383618 w 784708"/>
                <a:gd name="connsiteY100" fmla="*/ 399953 h 787002"/>
                <a:gd name="connsiteX101" fmla="*/ 437082 w 784708"/>
                <a:gd name="connsiteY101" fmla="*/ 465997 h 787002"/>
                <a:gd name="connsiteX102" fmla="*/ 445468 w 784708"/>
                <a:gd name="connsiteY102" fmla="*/ 453417 h 787002"/>
                <a:gd name="connsiteX103" fmla="*/ 490545 w 784708"/>
                <a:gd name="connsiteY103" fmla="*/ 311894 h 787002"/>
                <a:gd name="connsiteX104" fmla="*/ 655131 w 784708"/>
                <a:gd name="connsiteY104" fmla="*/ 268914 h 787002"/>
                <a:gd name="connsiteX105" fmla="*/ 612150 w 784708"/>
                <a:gd name="connsiteY105" fmla="*/ 433499 h 787002"/>
                <a:gd name="connsiteX106" fmla="*/ 481111 w 784708"/>
                <a:gd name="connsiteY106" fmla="*/ 478576 h 787002"/>
                <a:gd name="connsiteX107" fmla="*/ 467614 w 784708"/>
                <a:gd name="connsiteY107" fmla="*/ 498887 h 787002"/>
                <a:gd name="connsiteX108" fmla="*/ 460038 w 784708"/>
                <a:gd name="connsiteY108" fmla="*/ 516842 h 787002"/>
                <a:gd name="connsiteX109" fmla="*/ 409834 w 784708"/>
                <a:gd name="connsiteY109" fmla="*/ 516842 h 787002"/>
                <a:gd name="connsiteX110" fmla="*/ 409433 w 784708"/>
                <a:gd name="connsiteY110" fmla="*/ 513694 h 787002"/>
                <a:gd name="connsiteX111" fmla="*/ 400391 w 784708"/>
                <a:gd name="connsiteY111" fmla="*/ 489059 h 787002"/>
                <a:gd name="connsiteX112" fmla="*/ 351120 w 784708"/>
                <a:gd name="connsiteY112" fmla="*/ 430354 h 787002"/>
                <a:gd name="connsiteX113" fmla="*/ 182342 w 784708"/>
                <a:gd name="connsiteY113" fmla="*/ 375842 h 787002"/>
                <a:gd name="connsiteX114" fmla="*/ 129927 w 784708"/>
                <a:gd name="connsiteY114" fmla="*/ 174565 h 787002"/>
                <a:gd name="connsiteX115" fmla="*/ 162188 w 784708"/>
                <a:gd name="connsiteY115" fmla="*/ 172787 h 787002"/>
                <a:gd name="connsiteX116" fmla="*/ 446997 w 784708"/>
                <a:gd name="connsiteY116" fmla="*/ 21160 h 787002"/>
                <a:gd name="connsiteX117" fmla="*/ 690281 w 784708"/>
                <a:gd name="connsiteY117" fmla="*/ 21160 h 787002"/>
                <a:gd name="connsiteX118" fmla="*/ 764013 w 784708"/>
                <a:gd name="connsiteY118" fmla="*/ 94892 h 787002"/>
                <a:gd name="connsiteX119" fmla="*/ 764013 w 784708"/>
                <a:gd name="connsiteY119" fmla="*/ 358835 h 787002"/>
                <a:gd name="connsiteX120" fmla="*/ 784708 w 784708"/>
                <a:gd name="connsiteY120" fmla="*/ 358835 h 787002"/>
                <a:gd name="connsiteX121" fmla="*/ 741950 w 784708"/>
                <a:gd name="connsiteY121" fmla="*/ 426607 h 787002"/>
                <a:gd name="connsiteX122" fmla="*/ 699193 w 784708"/>
                <a:gd name="connsiteY122" fmla="*/ 358835 h 787002"/>
                <a:gd name="connsiteX123" fmla="*/ 719888 w 784708"/>
                <a:gd name="connsiteY123" fmla="*/ 358835 h 787002"/>
                <a:gd name="connsiteX124" fmla="*/ 719888 w 784708"/>
                <a:gd name="connsiteY124" fmla="*/ 94892 h 787002"/>
                <a:gd name="connsiteX125" fmla="*/ 690281 w 784708"/>
                <a:gd name="connsiteY125" fmla="*/ 65285 h 787002"/>
                <a:gd name="connsiteX126" fmla="*/ 446997 w 784708"/>
                <a:gd name="connsiteY126" fmla="*/ 65285 h 787002"/>
                <a:gd name="connsiteX127" fmla="*/ 357898 w 784708"/>
                <a:gd name="connsiteY127" fmla="*/ 0 h 787002"/>
                <a:gd name="connsiteX128" fmla="*/ 425670 w 784708"/>
                <a:gd name="connsiteY128" fmla="*/ 42758 h 787002"/>
                <a:gd name="connsiteX129" fmla="*/ 357898 w 784708"/>
                <a:gd name="connsiteY129" fmla="*/ 85515 h 787002"/>
                <a:gd name="connsiteX130" fmla="*/ 357898 w 784708"/>
                <a:gd name="connsiteY130" fmla="*/ 64820 h 787002"/>
                <a:gd name="connsiteX131" fmla="*/ 93955 w 784708"/>
                <a:gd name="connsiteY131" fmla="*/ 64820 h 787002"/>
                <a:gd name="connsiteX132" fmla="*/ 64348 w 784708"/>
                <a:gd name="connsiteY132" fmla="*/ 94427 h 787002"/>
                <a:gd name="connsiteX133" fmla="*/ 64348 w 784708"/>
                <a:gd name="connsiteY133" fmla="*/ 337711 h 787002"/>
                <a:gd name="connsiteX134" fmla="*/ 20223 w 784708"/>
                <a:gd name="connsiteY134" fmla="*/ 337711 h 787002"/>
                <a:gd name="connsiteX135" fmla="*/ 20223 w 784708"/>
                <a:gd name="connsiteY135" fmla="*/ 94427 h 787002"/>
                <a:gd name="connsiteX136" fmla="*/ 93955 w 784708"/>
                <a:gd name="connsiteY136" fmla="*/ 20695 h 787002"/>
                <a:gd name="connsiteX137" fmla="*/ 357898 w 784708"/>
                <a:gd name="connsiteY137" fmla="*/ 20695 h 78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84708" h="787002">
                  <a:moveTo>
                    <a:pt x="723144" y="449291"/>
                  </a:moveTo>
                  <a:lnTo>
                    <a:pt x="767269" y="449291"/>
                  </a:lnTo>
                  <a:lnTo>
                    <a:pt x="767269" y="692575"/>
                  </a:lnTo>
                  <a:cubicBezTo>
                    <a:pt x="767269" y="733296"/>
                    <a:pt x="734258" y="766307"/>
                    <a:pt x="693537" y="766307"/>
                  </a:cubicBezTo>
                  <a:lnTo>
                    <a:pt x="429594" y="766307"/>
                  </a:lnTo>
                  <a:lnTo>
                    <a:pt x="429594" y="787002"/>
                  </a:lnTo>
                  <a:lnTo>
                    <a:pt x="361822" y="744244"/>
                  </a:lnTo>
                  <a:lnTo>
                    <a:pt x="429594" y="701487"/>
                  </a:lnTo>
                  <a:lnTo>
                    <a:pt x="429594" y="722182"/>
                  </a:lnTo>
                  <a:lnTo>
                    <a:pt x="693537" y="722182"/>
                  </a:lnTo>
                  <a:cubicBezTo>
                    <a:pt x="709888" y="722182"/>
                    <a:pt x="723144" y="708926"/>
                    <a:pt x="723144" y="692575"/>
                  </a:cubicBezTo>
                  <a:close/>
                  <a:moveTo>
                    <a:pt x="42758" y="360501"/>
                  </a:moveTo>
                  <a:lnTo>
                    <a:pt x="85515" y="428273"/>
                  </a:lnTo>
                  <a:lnTo>
                    <a:pt x="64820" y="428273"/>
                  </a:lnTo>
                  <a:lnTo>
                    <a:pt x="64820" y="692216"/>
                  </a:lnTo>
                  <a:cubicBezTo>
                    <a:pt x="64820" y="708567"/>
                    <a:pt x="78076" y="721823"/>
                    <a:pt x="94427" y="721823"/>
                  </a:cubicBezTo>
                  <a:lnTo>
                    <a:pt x="337711" y="721823"/>
                  </a:lnTo>
                  <a:lnTo>
                    <a:pt x="337711" y="765948"/>
                  </a:lnTo>
                  <a:lnTo>
                    <a:pt x="94427" y="765948"/>
                  </a:lnTo>
                  <a:cubicBezTo>
                    <a:pt x="53706" y="765948"/>
                    <a:pt x="20695" y="732937"/>
                    <a:pt x="20695" y="692216"/>
                  </a:cubicBezTo>
                  <a:lnTo>
                    <a:pt x="20695" y="428273"/>
                  </a:lnTo>
                  <a:lnTo>
                    <a:pt x="0" y="428273"/>
                  </a:lnTo>
                  <a:close/>
                  <a:moveTo>
                    <a:pt x="610944" y="312295"/>
                  </a:moveTo>
                  <a:cubicBezTo>
                    <a:pt x="610309" y="312292"/>
                    <a:pt x="609374" y="312297"/>
                    <a:pt x="608178" y="312326"/>
                  </a:cubicBezTo>
                  <a:lnTo>
                    <a:pt x="606788" y="312384"/>
                  </a:lnTo>
                  <a:lnTo>
                    <a:pt x="606510" y="312312"/>
                  </a:lnTo>
                  <a:cubicBezTo>
                    <a:pt x="605547" y="312226"/>
                    <a:pt x="604447" y="312257"/>
                    <a:pt x="603203" y="312382"/>
                  </a:cubicBezTo>
                  <a:lnTo>
                    <a:pt x="600961" y="312724"/>
                  </a:lnTo>
                  <a:lnTo>
                    <a:pt x="598135" y="312939"/>
                  </a:lnTo>
                  <a:cubicBezTo>
                    <a:pt x="579643" y="314685"/>
                    <a:pt x="546472" y="321061"/>
                    <a:pt x="523547" y="343986"/>
                  </a:cubicBezTo>
                  <a:cubicBezTo>
                    <a:pt x="502857" y="364676"/>
                    <a:pt x="495340" y="393896"/>
                    <a:pt x="492850" y="412942"/>
                  </a:cubicBezTo>
                  <a:lnTo>
                    <a:pt x="492744" y="413955"/>
                  </a:lnTo>
                  <a:lnTo>
                    <a:pt x="492713" y="414159"/>
                  </a:lnTo>
                  <a:cubicBezTo>
                    <a:pt x="492458" y="416065"/>
                    <a:pt x="492250" y="417869"/>
                    <a:pt x="492079" y="419551"/>
                  </a:cubicBezTo>
                  <a:lnTo>
                    <a:pt x="491799" y="422784"/>
                  </a:lnTo>
                  <a:lnTo>
                    <a:pt x="491521" y="425231"/>
                  </a:lnTo>
                  <a:lnTo>
                    <a:pt x="491563" y="426135"/>
                  </a:lnTo>
                  <a:lnTo>
                    <a:pt x="491451" y="428040"/>
                  </a:lnTo>
                  <a:cubicBezTo>
                    <a:pt x="491299" y="431406"/>
                    <a:pt x="491339" y="433342"/>
                    <a:pt x="491339" y="433342"/>
                  </a:cubicBezTo>
                  <a:cubicBezTo>
                    <a:pt x="491339" y="433342"/>
                    <a:pt x="492681" y="433383"/>
                    <a:pt x="495076" y="433325"/>
                  </a:cubicBezTo>
                  <a:lnTo>
                    <a:pt x="496465" y="433267"/>
                  </a:lnTo>
                  <a:lnTo>
                    <a:pt x="496743" y="433338"/>
                  </a:lnTo>
                  <a:cubicBezTo>
                    <a:pt x="497705" y="433424"/>
                    <a:pt x="498805" y="433394"/>
                    <a:pt x="500049" y="433268"/>
                  </a:cubicBezTo>
                  <a:lnTo>
                    <a:pt x="502292" y="432926"/>
                  </a:lnTo>
                  <a:lnTo>
                    <a:pt x="505117" y="432712"/>
                  </a:lnTo>
                  <a:cubicBezTo>
                    <a:pt x="523610" y="430965"/>
                    <a:pt x="556780" y="424590"/>
                    <a:pt x="579706" y="401664"/>
                  </a:cubicBezTo>
                  <a:cubicBezTo>
                    <a:pt x="600395" y="380974"/>
                    <a:pt x="607914" y="351755"/>
                    <a:pt x="610403" y="332709"/>
                  </a:cubicBezTo>
                  <a:lnTo>
                    <a:pt x="610508" y="331696"/>
                  </a:lnTo>
                  <a:lnTo>
                    <a:pt x="610539" y="331492"/>
                  </a:lnTo>
                  <a:cubicBezTo>
                    <a:pt x="610795" y="329585"/>
                    <a:pt x="611004" y="327782"/>
                    <a:pt x="611174" y="326099"/>
                  </a:cubicBezTo>
                  <a:lnTo>
                    <a:pt x="611453" y="322867"/>
                  </a:lnTo>
                  <a:lnTo>
                    <a:pt x="611732" y="320419"/>
                  </a:lnTo>
                  <a:lnTo>
                    <a:pt x="611690" y="319515"/>
                  </a:lnTo>
                  <a:lnTo>
                    <a:pt x="611802" y="317611"/>
                  </a:lnTo>
                  <a:cubicBezTo>
                    <a:pt x="611955" y="314245"/>
                    <a:pt x="611915" y="312308"/>
                    <a:pt x="611915" y="312308"/>
                  </a:cubicBezTo>
                  <a:cubicBezTo>
                    <a:pt x="611915" y="312308"/>
                    <a:pt x="611579" y="312298"/>
                    <a:pt x="610944" y="312295"/>
                  </a:cubicBezTo>
                  <a:close/>
                  <a:moveTo>
                    <a:pt x="178226" y="218240"/>
                  </a:moveTo>
                  <a:cubicBezTo>
                    <a:pt x="174805" y="218247"/>
                    <a:pt x="172880" y="218353"/>
                    <a:pt x="172880" y="218353"/>
                  </a:cubicBezTo>
                  <a:cubicBezTo>
                    <a:pt x="172880" y="218353"/>
                    <a:pt x="172452" y="226051"/>
                    <a:pt x="173256" y="238064"/>
                  </a:cubicBezTo>
                  <a:lnTo>
                    <a:pt x="173728" y="243712"/>
                  </a:lnTo>
                  <a:lnTo>
                    <a:pt x="173931" y="246508"/>
                  </a:lnTo>
                  <a:cubicBezTo>
                    <a:pt x="175795" y="265882"/>
                    <a:pt x="180855" y="292662"/>
                    <a:pt x="194145" y="316933"/>
                  </a:cubicBezTo>
                  <a:lnTo>
                    <a:pt x="197989" y="322988"/>
                  </a:lnTo>
                  <a:lnTo>
                    <a:pt x="199230" y="325129"/>
                  </a:lnTo>
                  <a:lnTo>
                    <a:pt x="200358" y="326720"/>
                  </a:lnTo>
                  <a:lnTo>
                    <a:pt x="203147" y="331116"/>
                  </a:lnTo>
                  <a:lnTo>
                    <a:pt x="205053" y="333341"/>
                  </a:lnTo>
                  <a:lnTo>
                    <a:pt x="206113" y="334838"/>
                  </a:lnTo>
                  <a:cubicBezTo>
                    <a:pt x="208586" y="337985"/>
                    <a:pt x="211240" y="341033"/>
                    <a:pt x="214089" y="343956"/>
                  </a:cubicBezTo>
                  <a:lnTo>
                    <a:pt x="214282" y="344123"/>
                  </a:lnTo>
                  <a:lnTo>
                    <a:pt x="214365" y="344221"/>
                  </a:lnTo>
                  <a:cubicBezTo>
                    <a:pt x="226094" y="355950"/>
                    <a:pt x="240039" y="364363"/>
                    <a:pt x="254277" y="370392"/>
                  </a:cubicBezTo>
                  <a:lnTo>
                    <a:pt x="254371" y="370427"/>
                  </a:lnTo>
                  <a:lnTo>
                    <a:pt x="254573" y="370525"/>
                  </a:lnTo>
                  <a:cubicBezTo>
                    <a:pt x="273823" y="378687"/>
                    <a:pt x="293569" y="382516"/>
                    <a:pt x="309103" y="384140"/>
                  </a:cubicBezTo>
                  <a:lnTo>
                    <a:pt x="314848" y="384586"/>
                  </a:lnTo>
                  <a:lnTo>
                    <a:pt x="319014" y="384962"/>
                  </a:lnTo>
                  <a:cubicBezTo>
                    <a:pt x="330987" y="385762"/>
                    <a:pt x="338685" y="385334"/>
                    <a:pt x="338685" y="385334"/>
                  </a:cubicBezTo>
                  <a:cubicBezTo>
                    <a:pt x="338685" y="385334"/>
                    <a:pt x="339112" y="377636"/>
                    <a:pt x="338310" y="365624"/>
                  </a:cubicBezTo>
                  <a:lnTo>
                    <a:pt x="337838" y="359975"/>
                  </a:lnTo>
                  <a:lnTo>
                    <a:pt x="337635" y="357180"/>
                  </a:lnTo>
                  <a:cubicBezTo>
                    <a:pt x="335771" y="337805"/>
                    <a:pt x="330710" y="311026"/>
                    <a:pt x="317420" y="286755"/>
                  </a:cubicBezTo>
                  <a:lnTo>
                    <a:pt x="313577" y="280699"/>
                  </a:lnTo>
                  <a:lnTo>
                    <a:pt x="312336" y="278558"/>
                  </a:lnTo>
                  <a:lnTo>
                    <a:pt x="311208" y="276967"/>
                  </a:lnTo>
                  <a:lnTo>
                    <a:pt x="308419" y="272573"/>
                  </a:lnTo>
                  <a:lnTo>
                    <a:pt x="306513" y="270347"/>
                  </a:lnTo>
                  <a:lnTo>
                    <a:pt x="305452" y="268851"/>
                  </a:lnTo>
                  <a:cubicBezTo>
                    <a:pt x="302980" y="265704"/>
                    <a:pt x="300326" y="262655"/>
                    <a:pt x="297476" y="259731"/>
                  </a:cubicBezTo>
                  <a:lnTo>
                    <a:pt x="297284" y="259565"/>
                  </a:lnTo>
                  <a:lnTo>
                    <a:pt x="297200" y="259467"/>
                  </a:lnTo>
                  <a:cubicBezTo>
                    <a:pt x="285471" y="247738"/>
                    <a:pt x="271526" y="239324"/>
                    <a:pt x="257288" y="233296"/>
                  </a:cubicBezTo>
                  <a:lnTo>
                    <a:pt x="257195" y="233261"/>
                  </a:lnTo>
                  <a:lnTo>
                    <a:pt x="256992" y="233162"/>
                  </a:lnTo>
                  <a:cubicBezTo>
                    <a:pt x="237743" y="225001"/>
                    <a:pt x="217997" y="221171"/>
                    <a:pt x="202462" y="219549"/>
                  </a:cubicBezTo>
                  <a:lnTo>
                    <a:pt x="196718" y="219102"/>
                  </a:lnTo>
                  <a:lnTo>
                    <a:pt x="192551" y="218726"/>
                  </a:lnTo>
                  <a:cubicBezTo>
                    <a:pt x="186565" y="218327"/>
                    <a:pt x="181647" y="218233"/>
                    <a:pt x="178226" y="218240"/>
                  </a:cubicBezTo>
                  <a:close/>
                  <a:moveTo>
                    <a:pt x="162188" y="172787"/>
                  </a:moveTo>
                  <a:cubicBezTo>
                    <a:pt x="205233" y="172477"/>
                    <a:pt x="281539" y="179414"/>
                    <a:pt x="329107" y="226981"/>
                  </a:cubicBezTo>
                  <a:cubicBezTo>
                    <a:pt x="379424" y="277300"/>
                    <a:pt x="384666" y="358021"/>
                    <a:pt x="383618" y="399953"/>
                  </a:cubicBezTo>
                  <a:cubicBezTo>
                    <a:pt x="405632" y="415678"/>
                    <a:pt x="424502" y="438740"/>
                    <a:pt x="437082" y="465997"/>
                  </a:cubicBezTo>
                  <a:cubicBezTo>
                    <a:pt x="440226" y="461804"/>
                    <a:pt x="442324" y="457610"/>
                    <a:pt x="445468" y="453417"/>
                  </a:cubicBezTo>
                  <a:cubicBezTo>
                    <a:pt x="444420" y="418823"/>
                    <a:pt x="449662" y="352779"/>
                    <a:pt x="490545" y="311894"/>
                  </a:cubicBezTo>
                  <a:cubicBezTo>
                    <a:pt x="548203" y="254237"/>
                    <a:pt x="655131" y="268914"/>
                    <a:pt x="655131" y="268914"/>
                  </a:cubicBezTo>
                  <a:cubicBezTo>
                    <a:pt x="655131" y="268914"/>
                    <a:pt x="668758" y="375842"/>
                    <a:pt x="612150" y="433499"/>
                  </a:cubicBezTo>
                  <a:cubicBezTo>
                    <a:pt x="575459" y="470190"/>
                    <a:pt x="516753" y="477528"/>
                    <a:pt x="481111" y="478576"/>
                  </a:cubicBezTo>
                  <a:cubicBezTo>
                    <a:pt x="475870" y="484342"/>
                    <a:pt x="471414" y="491419"/>
                    <a:pt x="467614" y="498887"/>
                  </a:cubicBezTo>
                  <a:lnTo>
                    <a:pt x="460038" y="516842"/>
                  </a:lnTo>
                  <a:lnTo>
                    <a:pt x="409834" y="516842"/>
                  </a:lnTo>
                  <a:lnTo>
                    <a:pt x="409433" y="513694"/>
                  </a:lnTo>
                  <a:cubicBezTo>
                    <a:pt x="407468" y="505571"/>
                    <a:pt x="404584" y="497970"/>
                    <a:pt x="400391" y="489059"/>
                  </a:cubicBezTo>
                  <a:cubicBezTo>
                    <a:pt x="389908" y="463900"/>
                    <a:pt x="372087" y="442934"/>
                    <a:pt x="351120" y="430354"/>
                  </a:cubicBezTo>
                  <a:cubicBezTo>
                    <a:pt x="308139" y="431402"/>
                    <a:pt x="230565" y="424064"/>
                    <a:pt x="182342" y="375842"/>
                  </a:cubicBezTo>
                  <a:cubicBezTo>
                    <a:pt x="113155" y="304556"/>
                    <a:pt x="129927" y="174565"/>
                    <a:pt x="129927" y="174565"/>
                  </a:cubicBezTo>
                  <a:cubicBezTo>
                    <a:pt x="129927" y="174565"/>
                    <a:pt x="142621" y="172928"/>
                    <a:pt x="162188" y="172787"/>
                  </a:cubicBezTo>
                  <a:close/>
                  <a:moveTo>
                    <a:pt x="446997" y="21160"/>
                  </a:moveTo>
                  <a:lnTo>
                    <a:pt x="690281" y="21160"/>
                  </a:lnTo>
                  <a:cubicBezTo>
                    <a:pt x="731002" y="21160"/>
                    <a:pt x="764013" y="54171"/>
                    <a:pt x="764013" y="94892"/>
                  </a:cubicBezTo>
                  <a:lnTo>
                    <a:pt x="764013" y="358835"/>
                  </a:lnTo>
                  <a:lnTo>
                    <a:pt x="784708" y="358835"/>
                  </a:lnTo>
                  <a:lnTo>
                    <a:pt x="741950" y="426607"/>
                  </a:lnTo>
                  <a:lnTo>
                    <a:pt x="699193" y="358835"/>
                  </a:lnTo>
                  <a:lnTo>
                    <a:pt x="719888" y="358835"/>
                  </a:lnTo>
                  <a:lnTo>
                    <a:pt x="719888" y="94892"/>
                  </a:lnTo>
                  <a:cubicBezTo>
                    <a:pt x="719888" y="78541"/>
                    <a:pt x="706632" y="65285"/>
                    <a:pt x="690281" y="65285"/>
                  </a:cubicBezTo>
                  <a:lnTo>
                    <a:pt x="446997" y="65285"/>
                  </a:lnTo>
                  <a:close/>
                  <a:moveTo>
                    <a:pt x="357898" y="0"/>
                  </a:moveTo>
                  <a:lnTo>
                    <a:pt x="425670" y="42758"/>
                  </a:lnTo>
                  <a:lnTo>
                    <a:pt x="357898" y="85515"/>
                  </a:lnTo>
                  <a:lnTo>
                    <a:pt x="357898" y="64820"/>
                  </a:lnTo>
                  <a:lnTo>
                    <a:pt x="93955" y="64820"/>
                  </a:lnTo>
                  <a:cubicBezTo>
                    <a:pt x="77604" y="64820"/>
                    <a:pt x="64348" y="78076"/>
                    <a:pt x="64348" y="94427"/>
                  </a:cubicBezTo>
                  <a:lnTo>
                    <a:pt x="64348" y="337711"/>
                  </a:lnTo>
                  <a:lnTo>
                    <a:pt x="20223" y="337711"/>
                  </a:lnTo>
                  <a:lnTo>
                    <a:pt x="20223" y="94427"/>
                  </a:lnTo>
                  <a:cubicBezTo>
                    <a:pt x="20223" y="53706"/>
                    <a:pt x="53234" y="20695"/>
                    <a:pt x="93955" y="20695"/>
                  </a:cubicBezTo>
                  <a:lnTo>
                    <a:pt x="357898" y="206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solidFill>
              </a:endParaRPr>
            </a:p>
          </p:txBody>
        </p:sp>
      </p:grpSp>
      <p:grpSp>
        <p:nvGrpSpPr>
          <p:cNvPr id="152" name="Group 151">
            <a:extLst>
              <a:ext uri="{FF2B5EF4-FFF2-40B4-BE49-F238E27FC236}">
                <a16:creationId xmlns:a16="http://schemas.microsoft.com/office/drawing/2014/main" id="{B02E0B07-F299-9B5B-3A18-BFE40EE287C6}"/>
              </a:ext>
              <a:ext uri="{C183D7F6-B498-43B3-948B-1728B52AA6E4}">
                <adec:decorative xmlns:adec="http://schemas.microsoft.com/office/drawing/2017/decorative" val="1"/>
              </a:ext>
            </a:extLst>
          </p:cNvPr>
          <p:cNvGrpSpPr>
            <a:grpSpLocks noChangeAspect="1"/>
          </p:cNvGrpSpPr>
          <p:nvPr/>
        </p:nvGrpSpPr>
        <p:grpSpPr>
          <a:xfrm>
            <a:off x="7579563" y="4343071"/>
            <a:ext cx="456530" cy="457200"/>
            <a:chOff x="7579563" y="4343071"/>
            <a:chExt cx="456530" cy="457200"/>
          </a:xfrm>
          <a:solidFill>
            <a:srgbClr val="FF0000"/>
          </a:solidFill>
        </p:grpSpPr>
        <p:sp>
          <p:nvSpPr>
            <p:cNvPr id="2244" name="Freeform: Shape 2243">
              <a:extLst>
                <a:ext uri="{FF2B5EF4-FFF2-40B4-BE49-F238E27FC236}">
                  <a16:creationId xmlns:a16="http://schemas.microsoft.com/office/drawing/2014/main" id="{12E341E2-4A31-DF49-DB14-1CAE4327B482}"/>
                </a:ext>
                <a:ext uri="{C183D7F6-B498-43B3-948B-1728B52AA6E4}">
                  <adec:decorative xmlns:adec="http://schemas.microsoft.com/office/drawing/2017/decorative" val="1"/>
                </a:ext>
              </a:extLst>
            </p:cNvPr>
            <p:cNvSpPr/>
            <p:nvPr/>
          </p:nvSpPr>
          <p:spPr>
            <a:xfrm>
              <a:off x="7579563" y="4386361"/>
              <a:ext cx="456530" cy="234012"/>
            </a:xfrm>
            <a:custGeom>
              <a:avLst/>
              <a:gdLst>
                <a:gd name="connsiteX0" fmla="*/ 386438 w 839342"/>
                <a:gd name="connsiteY0" fmla="*/ 363770 h 430236"/>
                <a:gd name="connsiteX1" fmla="*/ 452904 w 839342"/>
                <a:gd name="connsiteY1" fmla="*/ 363770 h 430236"/>
                <a:gd name="connsiteX2" fmla="*/ 452904 w 839342"/>
                <a:gd name="connsiteY2" fmla="*/ 430236 h 430236"/>
                <a:gd name="connsiteX3" fmla="*/ 386438 w 839342"/>
                <a:gd name="connsiteY3" fmla="*/ 430236 h 430236"/>
                <a:gd name="connsiteX4" fmla="*/ 117613 w 839342"/>
                <a:gd name="connsiteY4" fmla="*/ 293975 h 430236"/>
                <a:gd name="connsiteX5" fmla="*/ 122619 w 839342"/>
                <a:gd name="connsiteY5" fmla="*/ 294671 h 430236"/>
                <a:gd name="connsiteX6" fmla="*/ 142042 w 839342"/>
                <a:gd name="connsiteY6" fmla="*/ 328103 h 430236"/>
                <a:gd name="connsiteX7" fmla="*/ 143474 w 839342"/>
                <a:gd name="connsiteY7" fmla="*/ 331452 h 430236"/>
                <a:gd name="connsiteX8" fmla="*/ 76648 w 839342"/>
                <a:gd name="connsiteY8" fmla="*/ 369741 h 430236"/>
                <a:gd name="connsiteX9" fmla="*/ 47008 w 839342"/>
                <a:gd name="connsiteY9" fmla="*/ 387194 h 430236"/>
                <a:gd name="connsiteX10" fmla="*/ 24463 w 839342"/>
                <a:gd name="connsiteY10" fmla="*/ 347947 h 430236"/>
                <a:gd name="connsiteX11" fmla="*/ 44837 w 839342"/>
                <a:gd name="connsiteY11" fmla="*/ 336075 h 430236"/>
                <a:gd name="connsiteX12" fmla="*/ 97504 w 839342"/>
                <a:gd name="connsiteY12" fmla="*/ 305528 h 430236"/>
                <a:gd name="connsiteX13" fmla="*/ 117613 w 839342"/>
                <a:gd name="connsiteY13" fmla="*/ 293975 h 430236"/>
                <a:gd name="connsiteX14" fmla="*/ 720986 w 839342"/>
                <a:gd name="connsiteY14" fmla="*/ 293749 h 430236"/>
                <a:gd name="connsiteX15" fmla="*/ 810821 w 839342"/>
                <a:gd name="connsiteY15" fmla="*/ 345925 h 430236"/>
                <a:gd name="connsiteX16" fmla="*/ 813530 w 839342"/>
                <a:gd name="connsiteY16" fmla="*/ 349439 h 430236"/>
                <a:gd name="connsiteX17" fmla="*/ 792095 w 839342"/>
                <a:gd name="connsiteY17" fmla="*/ 387183 h 430236"/>
                <a:gd name="connsiteX18" fmla="*/ 695419 w 839342"/>
                <a:gd name="connsiteY18" fmla="*/ 331267 h 430236"/>
                <a:gd name="connsiteX19" fmla="*/ 706231 w 839342"/>
                <a:gd name="connsiteY19" fmla="*/ 311666 h 430236"/>
                <a:gd name="connsiteX20" fmla="*/ 715683 w 839342"/>
                <a:gd name="connsiteY20" fmla="*/ 295379 h 430236"/>
                <a:gd name="connsiteX21" fmla="*/ 720986 w 839342"/>
                <a:gd name="connsiteY21" fmla="*/ 293749 h 430236"/>
                <a:gd name="connsiteX22" fmla="*/ 728700 w 839342"/>
                <a:gd name="connsiteY22" fmla="*/ 170502 h 430236"/>
                <a:gd name="connsiteX23" fmla="*/ 839342 w 839342"/>
                <a:gd name="connsiteY23" fmla="*/ 170502 h 430236"/>
                <a:gd name="connsiteX24" fmla="*/ 839342 w 839342"/>
                <a:gd name="connsiteY24" fmla="*/ 215250 h 430236"/>
                <a:gd name="connsiteX25" fmla="*/ 728700 w 839342"/>
                <a:gd name="connsiteY25" fmla="*/ 215250 h 430236"/>
                <a:gd name="connsiteX26" fmla="*/ 0 w 839342"/>
                <a:gd name="connsiteY26" fmla="*/ 170098 h 430236"/>
                <a:gd name="connsiteX27" fmla="*/ 110351 w 839342"/>
                <a:gd name="connsiteY27" fmla="*/ 170098 h 430236"/>
                <a:gd name="connsiteX28" fmla="*/ 110351 w 839342"/>
                <a:gd name="connsiteY28" fmla="*/ 214878 h 430236"/>
                <a:gd name="connsiteX29" fmla="*/ 0 w 839342"/>
                <a:gd name="connsiteY29" fmla="*/ 214878 h 430236"/>
                <a:gd name="connsiteX30" fmla="*/ 421397 w 839342"/>
                <a:gd name="connsiteY30" fmla="*/ 83195 h 430236"/>
                <a:gd name="connsiteX31" fmla="*/ 399196 w 839342"/>
                <a:gd name="connsiteY31" fmla="*/ 86146 h 430236"/>
                <a:gd name="connsiteX32" fmla="*/ 341122 w 839342"/>
                <a:gd name="connsiteY32" fmla="*/ 139258 h 430236"/>
                <a:gd name="connsiteX33" fmla="*/ 336812 w 839342"/>
                <a:gd name="connsiteY33" fmla="*/ 177550 h 430236"/>
                <a:gd name="connsiteX34" fmla="*/ 362291 w 839342"/>
                <a:gd name="connsiteY34" fmla="*/ 227864 h 430236"/>
                <a:gd name="connsiteX35" fmla="*/ 438916 w 839342"/>
                <a:gd name="connsiteY35" fmla="*/ 249626 h 430236"/>
                <a:gd name="connsiteX36" fmla="*/ 473227 w 839342"/>
                <a:gd name="connsiteY36" fmla="*/ 232525 h 430236"/>
                <a:gd name="connsiteX37" fmla="*/ 504232 w 839342"/>
                <a:gd name="connsiteY37" fmla="*/ 174416 h 430236"/>
                <a:gd name="connsiteX38" fmla="*/ 479778 w 839342"/>
                <a:gd name="connsiteY38" fmla="*/ 108482 h 430236"/>
                <a:gd name="connsiteX39" fmla="*/ 421397 w 839342"/>
                <a:gd name="connsiteY39" fmla="*/ 83195 h 430236"/>
                <a:gd name="connsiteX40" fmla="*/ 395458 w 839342"/>
                <a:gd name="connsiteY40" fmla="*/ 7474 h 430236"/>
                <a:gd name="connsiteX41" fmla="*/ 440461 w 839342"/>
                <a:gd name="connsiteY41" fmla="*/ 7474 h 430236"/>
                <a:gd name="connsiteX42" fmla="*/ 440461 w 839342"/>
                <a:gd name="connsiteY42" fmla="*/ 38903 h 430236"/>
                <a:gd name="connsiteX43" fmla="*/ 461127 w 839342"/>
                <a:gd name="connsiteY43" fmla="*/ 44542 h 430236"/>
                <a:gd name="connsiteX44" fmla="*/ 479382 w 839342"/>
                <a:gd name="connsiteY44" fmla="*/ 52155 h 430236"/>
                <a:gd name="connsiteX45" fmla="*/ 487320 w 839342"/>
                <a:gd name="connsiteY45" fmla="*/ 50194 h 430236"/>
                <a:gd name="connsiteX46" fmla="*/ 502757 w 839342"/>
                <a:gd name="connsiteY46" fmla="*/ 30924 h 430236"/>
                <a:gd name="connsiteX47" fmla="*/ 505348 w 839342"/>
                <a:gd name="connsiteY47" fmla="*/ 28528 h 430236"/>
                <a:gd name="connsiteX48" fmla="*/ 540177 w 839342"/>
                <a:gd name="connsiteY48" fmla="*/ 57073 h 430236"/>
                <a:gd name="connsiteX49" fmla="*/ 519825 w 839342"/>
                <a:gd name="connsiteY49" fmla="*/ 82379 h 430236"/>
                <a:gd name="connsiteX50" fmla="*/ 542706 w 839342"/>
                <a:gd name="connsiteY50" fmla="*/ 120997 h 430236"/>
                <a:gd name="connsiteX51" fmla="*/ 573486 w 839342"/>
                <a:gd name="connsiteY51" fmla="*/ 115961 h 430236"/>
                <a:gd name="connsiteX52" fmla="*/ 575012 w 839342"/>
                <a:gd name="connsiteY52" fmla="*/ 116081 h 430236"/>
                <a:gd name="connsiteX53" fmla="*/ 580049 w 839342"/>
                <a:gd name="connsiteY53" fmla="*/ 139898 h 430236"/>
                <a:gd name="connsiteX54" fmla="*/ 583051 w 839342"/>
                <a:gd name="connsiteY54" fmla="*/ 158088 h 430236"/>
                <a:gd name="connsiteX55" fmla="*/ 583074 w 839342"/>
                <a:gd name="connsiteY55" fmla="*/ 159406 h 430236"/>
                <a:gd name="connsiteX56" fmla="*/ 554398 w 839342"/>
                <a:gd name="connsiteY56" fmla="*/ 165090 h 430236"/>
                <a:gd name="connsiteX57" fmla="*/ 549579 w 839342"/>
                <a:gd name="connsiteY57" fmla="*/ 170120 h 430236"/>
                <a:gd name="connsiteX58" fmla="*/ 543935 w 839342"/>
                <a:gd name="connsiteY58" fmla="*/ 205794 h 430236"/>
                <a:gd name="connsiteX59" fmla="*/ 546549 w 839342"/>
                <a:gd name="connsiteY59" fmla="*/ 211844 h 430236"/>
                <a:gd name="connsiteX60" fmla="*/ 569765 w 839342"/>
                <a:gd name="connsiteY60" fmla="*/ 224821 h 430236"/>
                <a:gd name="connsiteX61" fmla="*/ 571167 w 839342"/>
                <a:gd name="connsiteY61" fmla="*/ 230662 h 430236"/>
                <a:gd name="connsiteX62" fmla="*/ 553663 w 839342"/>
                <a:gd name="connsiteY62" fmla="*/ 262443 h 430236"/>
                <a:gd name="connsiteX63" fmla="*/ 547625 w 839342"/>
                <a:gd name="connsiteY63" fmla="*/ 264373 h 430236"/>
                <a:gd name="connsiteX64" fmla="*/ 524784 w 839342"/>
                <a:gd name="connsiteY64" fmla="*/ 251690 h 430236"/>
                <a:gd name="connsiteX65" fmla="*/ 517569 w 839342"/>
                <a:gd name="connsiteY65" fmla="*/ 252809 h 430236"/>
                <a:gd name="connsiteX66" fmla="*/ 491364 w 839342"/>
                <a:gd name="connsiteY66" fmla="*/ 275666 h 430236"/>
                <a:gd name="connsiteX67" fmla="*/ 489213 w 839342"/>
                <a:gd name="connsiteY67" fmla="*/ 283061 h 430236"/>
                <a:gd name="connsiteX68" fmla="*/ 499307 w 839342"/>
                <a:gd name="connsiteY68" fmla="*/ 308131 h 430236"/>
                <a:gd name="connsiteX69" fmla="*/ 499577 w 839342"/>
                <a:gd name="connsiteY69" fmla="*/ 310914 h 430236"/>
                <a:gd name="connsiteX70" fmla="*/ 457687 w 839342"/>
                <a:gd name="connsiteY70" fmla="*/ 327102 h 430236"/>
                <a:gd name="connsiteX71" fmla="*/ 446581 w 839342"/>
                <a:gd name="connsiteY71" fmla="*/ 298065 h 430236"/>
                <a:gd name="connsiteX72" fmla="*/ 441136 w 839342"/>
                <a:gd name="connsiteY72" fmla="*/ 294995 h 430236"/>
                <a:gd name="connsiteX73" fmla="*/ 406789 w 839342"/>
                <a:gd name="connsiteY73" fmla="*/ 295893 h 430236"/>
                <a:gd name="connsiteX74" fmla="*/ 400967 w 839342"/>
                <a:gd name="connsiteY74" fmla="*/ 295851 h 430236"/>
                <a:gd name="connsiteX75" fmla="*/ 389845 w 839342"/>
                <a:gd name="connsiteY75" fmla="*/ 327664 h 430236"/>
                <a:gd name="connsiteX76" fmla="*/ 382083 w 839342"/>
                <a:gd name="connsiteY76" fmla="*/ 325386 h 430236"/>
                <a:gd name="connsiteX77" fmla="*/ 350572 w 839342"/>
                <a:gd name="connsiteY77" fmla="*/ 314642 h 430236"/>
                <a:gd name="connsiteX78" fmla="*/ 347880 w 839342"/>
                <a:gd name="connsiteY78" fmla="*/ 310342 h 430236"/>
                <a:gd name="connsiteX79" fmla="*/ 357492 w 839342"/>
                <a:gd name="connsiteY79" fmla="*/ 281635 h 430236"/>
                <a:gd name="connsiteX80" fmla="*/ 335683 w 839342"/>
                <a:gd name="connsiteY80" fmla="*/ 265326 h 430236"/>
                <a:gd name="connsiteX81" fmla="*/ 326061 w 839342"/>
                <a:gd name="connsiteY81" fmla="*/ 256321 h 430236"/>
                <a:gd name="connsiteX82" fmla="*/ 319153 w 839342"/>
                <a:gd name="connsiteY82" fmla="*/ 255664 h 430236"/>
                <a:gd name="connsiteX83" fmla="*/ 294316 w 839342"/>
                <a:gd name="connsiteY83" fmla="*/ 270747 h 430236"/>
                <a:gd name="connsiteX84" fmla="*/ 282852 w 839342"/>
                <a:gd name="connsiteY84" fmla="*/ 252299 h 430236"/>
                <a:gd name="connsiteX85" fmla="*/ 271982 w 839342"/>
                <a:gd name="connsiteY85" fmla="*/ 234603 h 430236"/>
                <a:gd name="connsiteX86" fmla="*/ 273523 w 839342"/>
                <a:gd name="connsiteY86" fmla="*/ 230026 h 430236"/>
                <a:gd name="connsiteX87" fmla="*/ 296174 w 839342"/>
                <a:gd name="connsiteY87" fmla="*/ 216164 h 430236"/>
                <a:gd name="connsiteX88" fmla="*/ 298326 w 839342"/>
                <a:gd name="connsiteY88" fmla="*/ 211895 h 430236"/>
                <a:gd name="connsiteX89" fmla="*/ 291337 w 839342"/>
                <a:gd name="connsiteY89" fmla="*/ 170556 h 430236"/>
                <a:gd name="connsiteX90" fmla="*/ 257937 w 839342"/>
                <a:gd name="connsiteY90" fmla="*/ 165204 h 430236"/>
                <a:gd name="connsiteX91" fmla="*/ 264887 w 839342"/>
                <a:gd name="connsiteY91" fmla="*/ 120660 h 430236"/>
                <a:gd name="connsiteX92" fmla="*/ 297804 w 839342"/>
                <a:gd name="connsiteY92" fmla="*/ 125555 h 430236"/>
                <a:gd name="connsiteX93" fmla="*/ 318703 w 839342"/>
                <a:gd name="connsiteY93" fmla="*/ 87349 h 430236"/>
                <a:gd name="connsiteX94" fmla="*/ 317759 w 839342"/>
                <a:gd name="connsiteY94" fmla="*/ 82047 h 430236"/>
                <a:gd name="connsiteX95" fmla="*/ 298829 w 839342"/>
                <a:gd name="connsiteY95" fmla="*/ 59997 h 430236"/>
                <a:gd name="connsiteX96" fmla="*/ 333496 w 839342"/>
                <a:gd name="connsiteY96" fmla="*/ 30524 h 430236"/>
                <a:gd name="connsiteX97" fmla="*/ 354104 w 839342"/>
                <a:gd name="connsiteY97" fmla="*/ 54584 h 430236"/>
                <a:gd name="connsiteX98" fmla="*/ 395458 w 839342"/>
                <a:gd name="connsiteY98" fmla="*/ 39093 h 430236"/>
                <a:gd name="connsiteX99" fmla="*/ 395458 w 839342"/>
                <a:gd name="connsiteY99" fmla="*/ 7474 h 430236"/>
                <a:gd name="connsiteX100" fmla="*/ 787879 w 839342"/>
                <a:gd name="connsiteY100" fmla="*/ 19 h 430236"/>
                <a:gd name="connsiteX101" fmla="*/ 810439 w 839342"/>
                <a:gd name="connsiteY101" fmla="*/ 39175 h 430236"/>
                <a:gd name="connsiteX102" fmla="*/ 713703 w 839342"/>
                <a:gd name="connsiteY102" fmla="*/ 95143 h 430236"/>
                <a:gd name="connsiteX103" fmla="*/ 690998 w 839342"/>
                <a:gd name="connsiteY103" fmla="*/ 55933 h 430236"/>
                <a:gd name="connsiteX104" fmla="*/ 746283 w 839342"/>
                <a:gd name="connsiteY104" fmla="*/ 24014 h 430236"/>
                <a:gd name="connsiteX105" fmla="*/ 787879 w 839342"/>
                <a:gd name="connsiteY105" fmla="*/ 19 h 430236"/>
                <a:gd name="connsiteX106" fmla="*/ 51194 w 839342"/>
                <a:gd name="connsiteY106" fmla="*/ 0 h 430236"/>
                <a:gd name="connsiteX107" fmla="*/ 147975 w 839342"/>
                <a:gd name="connsiteY107" fmla="*/ 55919 h 430236"/>
                <a:gd name="connsiteX108" fmla="*/ 125356 w 839342"/>
                <a:gd name="connsiteY108" fmla="*/ 95157 h 430236"/>
                <a:gd name="connsiteX109" fmla="*/ 52742 w 839342"/>
                <a:gd name="connsiteY109" fmla="*/ 53233 h 430236"/>
                <a:gd name="connsiteX110" fmla="*/ 32298 w 839342"/>
                <a:gd name="connsiteY110" fmla="*/ 41533 h 430236"/>
                <a:gd name="connsiteX111" fmla="*/ 30169 w 839342"/>
                <a:gd name="connsiteY111" fmla="*/ 36316 h 430236"/>
                <a:gd name="connsiteX112" fmla="*/ 51194 w 839342"/>
                <a:gd name="connsiteY112" fmla="*/ 0 h 43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839342" h="430236">
                  <a:moveTo>
                    <a:pt x="386438" y="363770"/>
                  </a:moveTo>
                  <a:lnTo>
                    <a:pt x="452904" y="363770"/>
                  </a:lnTo>
                  <a:lnTo>
                    <a:pt x="452904" y="430236"/>
                  </a:lnTo>
                  <a:lnTo>
                    <a:pt x="386438" y="430236"/>
                  </a:lnTo>
                  <a:close/>
                  <a:moveTo>
                    <a:pt x="117613" y="293975"/>
                  </a:moveTo>
                  <a:cubicBezTo>
                    <a:pt x="118873" y="293307"/>
                    <a:pt x="122044" y="293720"/>
                    <a:pt x="122619" y="294671"/>
                  </a:cubicBezTo>
                  <a:cubicBezTo>
                    <a:pt x="129289" y="305697"/>
                    <a:pt x="135635" y="316920"/>
                    <a:pt x="142042" y="328103"/>
                  </a:cubicBezTo>
                  <a:cubicBezTo>
                    <a:pt x="142513" y="328924"/>
                    <a:pt x="142797" y="329852"/>
                    <a:pt x="143474" y="331452"/>
                  </a:cubicBezTo>
                  <a:cubicBezTo>
                    <a:pt x="121251" y="344178"/>
                    <a:pt x="99103" y="356860"/>
                    <a:pt x="76648" y="369741"/>
                  </a:cubicBezTo>
                  <a:cubicBezTo>
                    <a:pt x="66663" y="375632"/>
                    <a:pt x="56985" y="381325"/>
                    <a:pt x="47008" y="387194"/>
                  </a:cubicBezTo>
                  <a:cubicBezTo>
                    <a:pt x="39469" y="374070"/>
                    <a:pt x="32112" y="361263"/>
                    <a:pt x="24463" y="347947"/>
                  </a:cubicBezTo>
                  <a:cubicBezTo>
                    <a:pt x="31610" y="343781"/>
                    <a:pt x="38217" y="339917"/>
                    <a:pt x="44837" y="336075"/>
                  </a:cubicBezTo>
                  <a:cubicBezTo>
                    <a:pt x="62390" y="325888"/>
                    <a:pt x="79951" y="315715"/>
                    <a:pt x="97504" y="305528"/>
                  </a:cubicBezTo>
                  <a:cubicBezTo>
                    <a:pt x="104191" y="301646"/>
                    <a:pt x="110788" y="297595"/>
                    <a:pt x="117613" y="293975"/>
                  </a:cubicBezTo>
                  <a:close/>
                  <a:moveTo>
                    <a:pt x="720986" y="293749"/>
                  </a:moveTo>
                  <a:cubicBezTo>
                    <a:pt x="750900" y="311193"/>
                    <a:pt x="780892" y="328504"/>
                    <a:pt x="810821" y="345925"/>
                  </a:cubicBezTo>
                  <a:cubicBezTo>
                    <a:pt x="812000" y="346611"/>
                    <a:pt x="812753" y="348031"/>
                    <a:pt x="813530" y="349439"/>
                  </a:cubicBezTo>
                  <a:cubicBezTo>
                    <a:pt x="806359" y="362080"/>
                    <a:pt x="799363" y="374392"/>
                    <a:pt x="792095" y="387183"/>
                  </a:cubicBezTo>
                  <a:cubicBezTo>
                    <a:pt x="759878" y="368550"/>
                    <a:pt x="727911" y="350060"/>
                    <a:pt x="695419" y="331267"/>
                  </a:cubicBezTo>
                  <a:cubicBezTo>
                    <a:pt x="699112" y="324558"/>
                    <a:pt x="702610" y="318077"/>
                    <a:pt x="706231" y="311666"/>
                  </a:cubicBezTo>
                  <a:cubicBezTo>
                    <a:pt x="709317" y="306201"/>
                    <a:pt x="712602" y="300847"/>
                    <a:pt x="715683" y="295379"/>
                  </a:cubicBezTo>
                  <a:cubicBezTo>
                    <a:pt x="717010" y="293025"/>
                    <a:pt x="718226" y="292140"/>
                    <a:pt x="720986" y="293749"/>
                  </a:cubicBezTo>
                  <a:close/>
                  <a:moveTo>
                    <a:pt x="728700" y="170502"/>
                  </a:moveTo>
                  <a:lnTo>
                    <a:pt x="839342" y="170502"/>
                  </a:lnTo>
                  <a:lnTo>
                    <a:pt x="839342" y="215250"/>
                  </a:lnTo>
                  <a:lnTo>
                    <a:pt x="728700" y="215250"/>
                  </a:lnTo>
                  <a:close/>
                  <a:moveTo>
                    <a:pt x="0" y="170098"/>
                  </a:moveTo>
                  <a:lnTo>
                    <a:pt x="110351" y="170098"/>
                  </a:lnTo>
                  <a:lnTo>
                    <a:pt x="110351" y="214878"/>
                  </a:lnTo>
                  <a:lnTo>
                    <a:pt x="0" y="214878"/>
                  </a:lnTo>
                  <a:close/>
                  <a:moveTo>
                    <a:pt x="421397" y="83195"/>
                  </a:moveTo>
                  <a:cubicBezTo>
                    <a:pt x="414196" y="83238"/>
                    <a:pt x="406786" y="84224"/>
                    <a:pt x="399196" y="86146"/>
                  </a:cubicBezTo>
                  <a:cubicBezTo>
                    <a:pt x="371084" y="93264"/>
                    <a:pt x="351525" y="111680"/>
                    <a:pt x="341122" y="139258"/>
                  </a:cubicBezTo>
                  <a:cubicBezTo>
                    <a:pt x="336425" y="151712"/>
                    <a:pt x="335190" y="164690"/>
                    <a:pt x="336812" y="177550"/>
                  </a:cubicBezTo>
                  <a:cubicBezTo>
                    <a:pt x="339279" y="197107"/>
                    <a:pt x="347669" y="214083"/>
                    <a:pt x="362291" y="227864"/>
                  </a:cubicBezTo>
                  <a:cubicBezTo>
                    <a:pt x="383892" y="248222"/>
                    <a:pt x="409114" y="255271"/>
                    <a:pt x="438916" y="249626"/>
                  </a:cubicBezTo>
                  <a:cubicBezTo>
                    <a:pt x="451361" y="245953"/>
                    <a:pt x="462974" y="240933"/>
                    <a:pt x="473227" y="232525"/>
                  </a:cubicBezTo>
                  <a:cubicBezTo>
                    <a:pt x="491738" y="217347"/>
                    <a:pt x="502269" y="197834"/>
                    <a:pt x="504232" y="174416"/>
                  </a:cubicBezTo>
                  <a:cubicBezTo>
                    <a:pt x="506360" y="149017"/>
                    <a:pt x="498113" y="126815"/>
                    <a:pt x="479778" y="108482"/>
                  </a:cubicBezTo>
                  <a:cubicBezTo>
                    <a:pt x="462719" y="91425"/>
                    <a:pt x="443000" y="83065"/>
                    <a:pt x="421397" y="83195"/>
                  </a:cubicBezTo>
                  <a:close/>
                  <a:moveTo>
                    <a:pt x="395458" y="7474"/>
                  </a:moveTo>
                  <a:cubicBezTo>
                    <a:pt x="410481" y="7474"/>
                    <a:pt x="425251" y="7474"/>
                    <a:pt x="440461" y="7474"/>
                  </a:cubicBezTo>
                  <a:cubicBezTo>
                    <a:pt x="440461" y="17913"/>
                    <a:pt x="440461" y="28322"/>
                    <a:pt x="440461" y="38903"/>
                  </a:cubicBezTo>
                  <a:cubicBezTo>
                    <a:pt x="447599" y="40815"/>
                    <a:pt x="454487" y="42308"/>
                    <a:pt x="461127" y="44542"/>
                  </a:cubicBezTo>
                  <a:cubicBezTo>
                    <a:pt x="467365" y="46640"/>
                    <a:pt x="473467" y="49261"/>
                    <a:pt x="479382" y="52155"/>
                  </a:cubicBezTo>
                  <a:cubicBezTo>
                    <a:pt x="482956" y="53903"/>
                    <a:pt x="485145" y="52941"/>
                    <a:pt x="487320" y="50194"/>
                  </a:cubicBezTo>
                  <a:cubicBezTo>
                    <a:pt x="492429" y="43742"/>
                    <a:pt x="497580" y="37322"/>
                    <a:pt x="502757" y="30924"/>
                  </a:cubicBezTo>
                  <a:cubicBezTo>
                    <a:pt x="503451" y="30065"/>
                    <a:pt x="504389" y="29403"/>
                    <a:pt x="505348" y="28528"/>
                  </a:cubicBezTo>
                  <a:cubicBezTo>
                    <a:pt x="516856" y="37960"/>
                    <a:pt x="528202" y="47258"/>
                    <a:pt x="540177" y="57073"/>
                  </a:cubicBezTo>
                  <a:cubicBezTo>
                    <a:pt x="533080" y="65898"/>
                    <a:pt x="525982" y="74723"/>
                    <a:pt x="519825" y="82379"/>
                  </a:cubicBezTo>
                  <a:cubicBezTo>
                    <a:pt x="527641" y="95570"/>
                    <a:pt x="534921" y="107857"/>
                    <a:pt x="542706" y="120997"/>
                  </a:cubicBezTo>
                  <a:cubicBezTo>
                    <a:pt x="551860" y="119472"/>
                    <a:pt x="562299" y="117733"/>
                    <a:pt x="573486" y="115961"/>
                  </a:cubicBezTo>
                  <a:cubicBezTo>
                    <a:pt x="574494" y="115979"/>
                    <a:pt x="574753" y="116030"/>
                    <a:pt x="575012" y="116081"/>
                  </a:cubicBezTo>
                  <a:cubicBezTo>
                    <a:pt x="576701" y="124018"/>
                    <a:pt x="578481" y="131937"/>
                    <a:pt x="580049" y="139898"/>
                  </a:cubicBezTo>
                  <a:cubicBezTo>
                    <a:pt x="581191" y="145694"/>
                    <a:pt x="582054" y="151546"/>
                    <a:pt x="583051" y="158088"/>
                  </a:cubicBezTo>
                  <a:cubicBezTo>
                    <a:pt x="583065" y="159005"/>
                    <a:pt x="583070" y="159205"/>
                    <a:pt x="583074" y="159406"/>
                  </a:cubicBezTo>
                  <a:cubicBezTo>
                    <a:pt x="573521" y="161333"/>
                    <a:pt x="563998" y="163437"/>
                    <a:pt x="554398" y="165090"/>
                  </a:cubicBezTo>
                  <a:cubicBezTo>
                    <a:pt x="551154" y="165649"/>
                    <a:pt x="549457" y="166408"/>
                    <a:pt x="549579" y="170120"/>
                  </a:cubicBezTo>
                  <a:cubicBezTo>
                    <a:pt x="549983" y="182348"/>
                    <a:pt x="547462" y="194172"/>
                    <a:pt x="543935" y="205794"/>
                  </a:cubicBezTo>
                  <a:cubicBezTo>
                    <a:pt x="543041" y="208742"/>
                    <a:pt x="543698" y="210341"/>
                    <a:pt x="546549" y="211844"/>
                  </a:cubicBezTo>
                  <a:cubicBezTo>
                    <a:pt x="554389" y="215977"/>
                    <a:pt x="561978" y="220582"/>
                    <a:pt x="569765" y="224821"/>
                  </a:cubicBezTo>
                  <a:cubicBezTo>
                    <a:pt x="572662" y="226398"/>
                    <a:pt x="572689" y="227984"/>
                    <a:pt x="571167" y="230662"/>
                  </a:cubicBezTo>
                  <a:cubicBezTo>
                    <a:pt x="565191" y="241177"/>
                    <a:pt x="559281" y="251735"/>
                    <a:pt x="553663" y="262443"/>
                  </a:cubicBezTo>
                  <a:cubicBezTo>
                    <a:pt x="552025" y="265566"/>
                    <a:pt x="550418" y="265932"/>
                    <a:pt x="547625" y="264373"/>
                  </a:cubicBezTo>
                  <a:cubicBezTo>
                    <a:pt x="540021" y="260127"/>
                    <a:pt x="532305" y="256077"/>
                    <a:pt x="524784" y="251690"/>
                  </a:cubicBezTo>
                  <a:cubicBezTo>
                    <a:pt x="521811" y="249956"/>
                    <a:pt x="519469" y="250231"/>
                    <a:pt x="517569" y="252809"/>
                  </a:cubicBezTo>
                  <a:cubicBezTo>
                    <a:pt x="510518" y="262374"/>
                    <a:pt x="500978" y="269126"/>
                    <a:pt x="491364" y="275666"/>
                  </a:cubicBezTo>
                  <a:cubicBezTo>
                    <a:pt x="487989" y="277962"/>
                    <a:pt x="487849" y="279815"/>
                    <a:pt x="489213" y="283061"/>
                  </a:cubicBezTo>
                  <a:cubicBezTo>
                    <a:pt x="492704" y="291364"/>
                    <a:pt x="495992" y="299754"/>
                    <a:pt x="499307" y="308131"/>
                  </a:cubicBezTo>
                  <a:cubicBezTo>
                    <a:pt x="499591" y="308849"/>
                    <a:pt x="499474" y="309725"/>
                    <a:pt x="499577" y="310914"/>
                  </a:cubicBezTo>
                  <a:cubicBezTo>
                    <a:pt x="485698" y="316277"/>
                    <a:pt x="471821" y="321640"/>
                    <a:pt x="457687" y="327102"/>
                  </a:cubicBezTo>
                  <a:cubicBezTo>
                    <a:pt x="453896" y="317267"/>
                    <a:pt x="450072" y="307726"/>
                    <a:pt x="446581" y="298065"/>
                  </a:cubicBezTo>
                  <a:cubicBezTo>
                    <a:pt x="445511" y="295103"/>
                    <a:pt x="443956" y="294462"/>
                    <a:pt x="441136" y="294995"/>
                  </a:cubicBezTo>
                  <a:cubicBezTo>
                    <a:pt x="429743" y="297147"/>
                    <a:pt x="418302" y="297684"/>
                    <a:pt x="406789" y="295893"/>
                  </a:cubicBezTo>
                  <a:cubicBezTo>
                    <a:pt x="404889" y="295597"/>
                    <a:pt x="402903" y="295851"/>
                    <a:pt x="400967" y="295851"/>
                  </a:cubicBezTo>
                  <a:cubicBezTo>
                    <a:pt x="397286" y="306381"/>
                    <a:pt x="393691" y="316662"/>
                    <a:pt x="389845" y="327664"/>
                  </a:cubicBezTo>
                  <a:cubicBezTo>
                    <a:pt x="387188" y="326891"/>
                    <a:pt x="384600" y="326241"/>
                    <a:pt x="382083" y="325386"/>
                  </a:cubicBezTo>
                  <a:cubicBezTo>
                    <a:pt x="371576" y="321814"/>
                    <a:pt x="361121" y="318084"/>
                    <a:pt x="350572" y="314642"/>
                  </a:cubicBezTo>
                  <a:cubicBezTo>
                    <a:pt x="348119" y="313842"/>
                    <a:pt x="346857" y="313275"/>
                    <a:pt x="347880" y="310342"/>
                  </a:cubicBezTo>
                  <a:cubicBezTo>
                    <a:pt x="351214" y="300781"/>
                    <a:pt x="354327" y="291143"/>
                    <a:pt x="357492" y="281635"/>
                  </a:cubicBezTo>
                  <a:cubicBezTo>
                    <a:pt x="350323" y="276302"/>
                    <a:pt x="342885" y="270965"/>
                    <a:pt x="335683" y="265326"/>
                  </a:cubicBezTo>
                  <a:cubicBezTo>
                    <a:pt x="332236" y="262628"/>
                    <a:pt x="329154" y="259440"/>
                    <a:pt x="326061" y="256321"/>
                  </a:cubicBezTo>
                  <a:cubicBezTo>
                    <a:pt x="323838" y="254078"/>
                    <a:pt x="321779" y="254030"/>
                    <a:pt x="319153" y="255664"/>
                  </a:cubicBezTo>
                  <a:cubicBezTo>
                    <a:pt x="311107" y="260672"/>
                    <a:pt x="302960" y="265515"/>
                    <a:pt x="294316" y="270747"/>
                  </a:cubicBezTo>
                  <a:cubicBezTo>
                    <a:pt x="290410" y="264465"/>
                    <a:pt x="286615" y="258392"/>
                    <a:pt x="282852" y="252299"/>
                  </a:cubicBezTo>
                  <a:cubicBezTo>
                    <a:pt x="279214" y="246409"/>
                    <a:pt x="275631" y="240485"/>
                    <a:pt x="271982" y="234603"/>
                  </a:cubicBezTo>
                  <a:cubicBezTo>
                    <a:pt x="270606" y="232384"/>
                    <a:pt x="271620" y="231166"/>
                    <a:pt x="273523" y="230026"/>
                  </a:cubicBezTo>
                  <a:cubicBezTo>
                    <a:pt x="281116" y="225474"/>
                    <a:pt x="288732" y="220952"/>
                    <a:pt x="296174" y="216164"/>
                  </a:cubicBezTo>
                  <a:cubicBezTo>
                    <a:pt x="297369" y="215395"/>
                    <a:pt x="298657" y="213059"/>
                    <a:pt x="298326" y="211895"/>
                  </a:cubicBezTo>
                  <a:cubicBezTo>
                    <a:pt x="294482" y="198383"/>
                    <a:pt x="290802" y="184872"/>
                    <a:pt x="291337" y="170556"/>
                  </a:cubicBezTo>
                  <a:cubicBezTo>
                    <a:pt x="279943" y="168730"/>
                    <a:pt x="268948" y="166968"/>
                    <a:pt x="257937" y="165204"/>
                  </a:cubicBezTo>
                  <a:cubicBezTo>
                    <a:pt x="260312" y="149982"/>
                    <a:pt x="262540" y="135705"/>
                    <a:pt x="264887" y="120660"/>
                  </a:cubicBezTo>
                  <a:cubicBezTo>
                    <a:pt x="276089" y="122326"/>
                    <a:pt x="286832" y="123923"/>
                    <a:pt x="297804" y="125555"/>
                  </a:cubicBezTo>
                  <a:cubicBezTo>
                    <a:pt x="302405" y="111645"/>
                    <a:pt x="309330" y="98800"/>
                    <a:pt x="318703" y="87349"/>
                  </a:cubicBezTo>
                  <a:cubicBezTo>
                    <a:pt x="320743" y="84856"/>
                    <a:pt x="319203" y="83706"/>
                    <a:pt x="317759" y="82047"/>
                  </a:cubicBezTo>
                  <a:cubicBezTo>
                    <a:pt x="311504" y="74857"/>
                    <a:pt x="305335" y="67591"/>
                    <a:pt x="298829" y="59997"/>
                  </a:cubicBezTo>
                  <a:cubicBezTo>
                    <a:pt x="310472" y="50099"/>
                    <a:pt x="321886" y="40395"/>
                    <a:pt x="333496" y="30524"/>
                  </a:cubicBezTo>
                  <a:cubicBezTo>
                    <a:pt x="340604" y="38823"/>
                    <a:pt x="347614" y="47007"/>
                    <a:pt x="354104" y="54584"/>
                  </a:cubicBezTo>
                  <a:cubicBezTo>
                    <a:pt x="368074" y="49351"/>
                    <a:pt x="381551" y="44302"/>
                    <a:pt x="395458" y="39093"/>
                  </a:cubicBezTo>
                  <a:cubicBezTo>
                    <a:pt x="395458" y="29102"/>
                    <a:pt x="395458" y="18486"/>
                    <a:pt x="395458" y="7474"/>
                  </a:cubicBezTo>
                  <a:close/>
                  <a:moveTo>
                    <a:pt x="787879" y="19"/>
                  </a:moveTo>
                  <a:cubicBezTo>
                    <a:pt x="795332" y="12955"/>
                    <a:pt x="802702" y="25746"/>
                    <a:pt x="810439" y="39175"/>
                  </a:cubicBezTo>
                  <a:cubicBezTo>
                    <a:pt x="778122" y="57873"/>
                    <a:pt x="746135" y="76379"/>
                    <a:pt x="713703" y="95143"/>
                  </a:cubicBezTo>
                  <a:cubicBezTo>
                    <a:pt x="706031" y="81894"/>
                    <a:pt x="698643" y="69135"/>
                    <a:pt x="690998" y="55933"/>
                  </a:cubicBezTo>
                  <a:cubicBezTo>
                    <a:pt x="709318" y="45387"/>
                    <a:pt x="727666" y="34823"/>
                    <a:pt x="746283" y="24014"/>
                  </a:cubicBezTo>
                  <a:cubicBezTo>
                    <a:pt x="760214" y="15917"/>
                    <a:pt x="773877" y="8066"/>
                    <a:pt x="787879" y="19"/>
                  </a:cubicBezTo>
                  <a:close/>
                  <a:moveTo>
                    <a:pt x="51194" y="0"/>
                  </a:moveTo>
                  <a:cubicBezTo>
                    <a:pt x="83517" y="18676"/>
                    <a:pt x="115658" y="37247"/>
                    <a:pt x="147975" y="55919"/>
                  </a:cubicBezTo>
                  <a:cubicBezTo>
                    <a:pt x="140577" y="68753"/>
                    <a:pt x="133199" y="81552"/>
                    <a:pt x="125356" y="95157"/>
                  </a:cubicBezTo>
                  <a:cubicBezTo>
                    <a:pt x="101190" y="81166"/>
                    <a:pt x="77142" y="67245"/>
                    <a:pt x="52742" y="53233"/>
                  </a:cubicBezTo>
                  <a:cubicBezTo>
                    <a:pt x="45699" y="49262"/>
                    <a:pt x="39041" y="45321"/>
                    <a:pt x="32298" y="41533"/>
                  </a:cubicBezTo>
                  <a:cubicBezTo>
                    <a:pt x="30057" y="40274"/>
                    <a:pt x="28541" y="39111"/>
                    <a:pt x="30169" y="36316"/>
                  </a:cubicBezTo>
                  <a:cubicBezTo>
                    <a:pt x="37134" y="24360"/>
                    <a:pt x="44039" y="12371"/>
                    <a:pt x="51194" y="0"/>
                  </a:cubicBezTo>
                  <a:close/>
                </a:path>
              </a:pathLst>
            </a:custGeom>
            <a:solidFill>
              <a:schemeClr val="accent1"/>
            </a:solidFill>
            <a:ln w="6350" cap="flat">
              <a:noFill/>
              <a:prstDash val="solid"/>
              <a:miter/>
            </a:ln>
          </p:spPr>
          <p:txBody>
            <a:bodyPr wrap="square" rtlCol="0" anchor="ctr">
              <a:noAutofit/>
            </a:bodyPr>
            <a:lstStyle/>
            <a:p>
              <a:endParaRPr lang="en-US"/>
            </a:p>
          </p:txBody>
        </p:sp>
        <p:sp>
          <p:nvSpPr>
            <p:cNvPr id="2245" name="Freeform: Shape 2244">
              <a:extLst>
                <a:ext uri="{FF2B5EF4-FFF2-40B4-BE49-F238E27FC236}">
                  <a16:creationId xmlns:a16="http://schemas.microsoft.com/office/drawing/2014/main" id="{9BDCB2C4-4D40-3C13-A5F7-CD6144A781F8}"/>
                </a:ext>
                <a:ext uri="{C183D7F6-B498-43B3-948B-1728B52AA6E4}">
                  <adec:decorative xmlns:adec="http://schemas.microsoft.com/office/drawing/2017/decorative" val="1"/>
                </a:ext>
              </a:extLst>
            </p:cNvPr>
            <p:cNvSpPr/>
            <p:nvPr/>
          </p:nvSpPr>
          <p:spPr>
            <a:xfrm>
              <a:off x="7660615" y="4343071"/>
              <a:ext cx="295304" cy="457200"/>
            </a:xfrm>
            <a:custGeom>
              <a:avLst/>
              <a:gdLst>
                <a:gd name="connsiteX0" fmla="*/ 171174 w 542923"/>
                <a:gd name="connsiteY0" fmla="*/ 750452 h 840573"/>
                <a:gd name="connsiteX1" fmla="*/ 372460 w 542923"/>
                <a:gd name="connsiteY1" fmla="*/ 750452 h 840573"/>
                <a:gd name="connsiteX2" fmla="*/ 394690 w 542923"/>
                <a:gd name="connsiteY2" fmla="*/ 771918 h 840573"/>
                <a:gd name="connsiteX3" fmla="*/ 377352 w 542923"/>
                <a:gd name="connsiteY3" fmla="*/ 794572 h 840573"/>
                <a:gd name="connsiteX4" fmla="*/ 356534 w 542923"/>
                <a:gd name="connsiteY4" fmla="*/ 795578 h 840573"/>
                <a:gd name="connsiteX5" fmla="*/ 339242 w 542923"/>
                <a:gd name="connsiteY5" fmla="*/ 802658 h 840573"/>
                <a:gd name="connsiteX6" fmla="*/ 320108 w 542923"/>
                <a:gd name="connsiteY6" fmla="*/ 827299 h 840573"/>
                <a:gd name="connsiteX7" fmla="*/ 292544 w 542923"/>
                <a:gd name="connsiteY7" fmla="*/ 840112 h 840573"/>
                <a:gd name="connsiteX8" fmla="*/ 275882 w 542923"/>
                <a:gd name="connsiteY8" fmla="*/ 839908 h 840573"/>
                <a:gd name="connsiteX9" fmla="*/ 247407 w 542923"/>
                <a:gd name="connsiteY9" fmla="*/ 839906 h 840573"/>
                <a:gd name="connsiteX10" fmla="*/ 234675 w 542923"/>
                <a:gd name="connsiteY10" fmla="*/ 839911 h 840573"/>
                <a:gd name="connsiteX11" fmla="*/ 219419 w 542923"/>
                <a:gd name="connsiteY11" fmla="*/ 830940 h 840573"/>
                <a:gd name="connsiteX12" fmla="*/ 199770 w 542923"/>
                <a:gd name="connsiteY12" fmla="*/ 806618 h 840573"/>
                <a:gd name="connsiteX13" fmla="*/ 175302 w 542923"/>
                <a:gd name="connsiteY13" fmla="*/ 795611 h 840573"/>
                <a:gd name="connsiteX14" fmla="*/ 156187 w 542923"/>
                <a:gd name="connsiteY14" fmla="*/ 790836 h 840573"/>
                <a:gd name="connsiteX15" fmla="*/ 152777 w 542923"/>
                <a:gd name="connsiteY15" fmla="*/ 758210 h 840573"/>
                <a:gd name="connsiteX16" fmla="*/ 171174 w 542923"/>
                <a:gd name="connsiteY16" fmla="*/ 750452 h 840573"/>
                <a:gd name="connsiteX17" fmla="*/ 372494 w 542923"/>
                <a:gd name="connsiteY17" fmla="*/ 684829 h 840573"/>
                <a:gd name="connsiteX18" fmla="*/ 394825 w 542923"/>
                <a:gd name="connsiteY18" fmla="*/ 708078 h 840573"/>
                <a:gd name="connsiteX19" fmla="*/ 372093 w 542923"/>
                <a:gd name="connsiteY19" fmla="*/ 729997 h 840573"/>
                <a:gd name="connsiteX20" fmla="*/ 173859 w 542923"/>
                <a:gd name="connsiteY20" fmla="*/ 729915 h 840573"/>
                <a:gd name="connsiteX21" fmla="*/ 149371 w 542923"/>
                <a:gd name="connsiteY21" fmla="*/ 715180 h 840573"/>
                <a:gd name="connsiteX22" fmla="*/ 170321 w 542923"/>
                <a:gd name="connsiteY22" fmla="*/ 684837 h 840573"/>
                <a:gd name="connsiteX23" fmla="*/ 372494 w 542923"/>
                <a:gd name="connsiteY23" fmla="*/ 684829 h 840573"/>
                <a:gd name="connsiteX24" fmla="*/ 248408 w 542923"/>
                <a:gd name="connsiteY24" fmla="*/ 221538 h 840573"/>
                <a:gd name="connsiteX25" fmla="*/ 292274 w 542923"/>
                <a:gd name="connsiteY25" fmla="*/ 221538 h 840573"/>
                <a:gd name="connsiteX26" fmla="*/ 292274 w 542923"/>
                <a:gd name="connsiteY26" fmla="*/ 266057 h 840573"/>
                <a:gd name="connsiteX27" fmla="*/ 248408 w 542923"/>
                <a:gd name="connsiteY27" fmla="*/ 266057 h 840573"/>
                <a:gd name="connsiteX28" fmla="*/ 286080 w 542923"/>
                <a:gd name="connsiteY28" fmla="*/ 434 h 840573"/>
                <a:gd name="connsiteX29" fmla="*/ 349775 w 542923"/>
                <a:gd name="connsiteY29" fmla="*/ 11156 h 840573"/>
                <a:gd name="connsiteX30" fmla="*/ 394174 w 542923"/>
                <a:gd name="connsiteY30" fmla="*/ 28165 h 840573"/>
                <a:gd name="connsiteX31" fmla="*/ 442408 w 542923"/>
                <a:gd name="connsiteY31" fmla="*/ 60040 h 840573"/>
                <a:gd name="connsiteX32" fmla="*/ 507687 w 542923"/>
                <a:gd name="connsiteY32" fmla="*/ 138612 h 840573"/>
                <a:gd name="connsiteX33" fmla="*/ 536767 w 542923"/>
                <a:gd name="connsiteY33" fmla="*/ 211841 h 840573"/>
                <a:gd name="connsiteX34" fmla="*/ 540980 w 542923"/>
                <a:gd name="connsiteY34" fmla="*/ 240318 h 840573"/>
                <a:gd name="connsiteX35" fmla="*/ 542892 w 542923"/>
                <a:gd name="connsiteY35" fmla="*/ 269827 h 840573"/>
                <a:gd name="connsiteX36" fmla="*/ 521861 w 542923"/>
                <a:gd name="connsiteY36" fmla="*/ 375504 h 840573"/>
                <a:gd name="connsiteX37" fmla="*/ 483926 w 542923"/>
                <a:gd name="connsiteY37" fmla="*/ 438823 h 840573"/>
                <a:gd name="connsiteX38" fmla="*/ 458681 w 542923"/>
                <a:gd name="connsiteY38" fmla="*/ 467027 h 840573"/>
                <a:gd name="connsiteX39" fmla="*/ 415269 w 542923"/>
                <a:gd name="connsiteY39" fmla="*/ 512704 h 840573"/>
                <a:gd name="connsiteX40" fmla="*/ 395815 w 542923"/>
                <a:gd name="connsiteY40" fmla="*/ 554981 h 840573"/>
                <a:gd name="connsiteX41" fmla="*/ 393835 w 542923"/>
                <a:gd name="connsiteY41" fmla="*/ 589388 h 840573"/>
                <a:gd name="connsiteX42" fmla="*/ 393666 w 542923"/>
                <a:gd name="connsiteY42" fmla="*/ 637996 h 840573"/>
                <a:gd name="connsiteX43" fmla="*/ 391818 w 542923"/>
                <a:gd name="connsiteY43" fmla="*/ 649264 h 840573"/>
                <a:gd name="connsiteX44" fmla="*/ 377817 w 542923"/>
                <a:gd name="connsiteY44" fmla="*/ 662028 h 840573"/>
                <a:gd name="connsiteX45" fmla="*/ 366300 w 542923"/>
                <a:gd name="connsiteY45" fmla="*/ 663091 h 840573"/>
                <a:gd name="connsiteX46" fmla="*/ 254348 w 542923"/>
                <a:gd name="connsiteY46" fmla="*/ 663136 h 840573"/>
                <a:gd name="connsiteX47" fmla="*/ 248404 w 542923"/>
                <a:gd name="connsiteY47" fmla="*/ 663136 h 840573"/>
                <a:gd name="connsiteX48" fmla="*/ 248767 w 542923"/>
                <a:gd name="connsiteY48" fmla="*/ 538715 h 840573"/>
                <a:gd name="connsiteX49" fmla="*/ 293619 w 542923"/>
                <a:gd name="connsiteY49" fmla="*/ 538715 h 840573"/>
                <a:gd name="connsiteX50" fmla="*/ 293619 w 542923"/>
                <a:gd name="connsiteY50" fmla="*/ 617961 h 840573"/>
                <a:gd name="connsiteX51" fmla="*/ 314328 w 542923"/>
                <a:gd name="connsiteY51" fmla="*/ 617961 h 840573"/>
                <a:gd name="connsiteX52" fmla="*/ 342807 w 542923"/>
                <a:gd name="connsiteY52" fmla="*/ 617953 h 840573"/>
                <a:gd name="connsiteX53" fmla="*/ 350534 w 542923"/>
                <a:gd name="connsiteY53" fmla="*/ 610209 h 840573"/>
                <a:gd name="connsiteX54" fmla="*/ 350590 w 542923"/>
                <a:gd name="connsiteY54" fmla="*/ 570929 h 840573"/>
                <a:gd name="connsiteX55" fmla="*/ 365645 w 542923"/>
                <a:gd name="connsiteY55" fmla="*/ 508656 h 840573"/>
                <a:gd name="connsiteX56" fmla="*/ 386982 w 542923"/>
                <a:gd name="connsiteY56" fmla="*/ 479218 h 840573"/>
                <a:gd name="connsiteX57" fmla="*/ 418007 w 542923"/>
                <a:gd name="connsiteY57" fmla="*/ 447770 h 840573"/>
                <a:gd name="connsiteX58" fmla="*/ 465786 w 542923"/>
                <a:gd name="connsiteY58" fmla="*/ 389137 h 840573"/>
                <a:gd name="connsiteX59" fmla="*/ 494112 w 542923"/>
                <a:gd name="connsiteY59" fmla="*/ 318707 h 840573"/>
                <a:gd name="connsiteX60" fmla="*/ 498538 w 542923"/>
                <a:gd name="connsiteY60" fmla="*/ 259434 h 840573"/>
                <a:gd name="connsiteX61" fmla="*/ 490332 w 542923"/>
                <a:gd name="connsiteY61" fmla="*/ 211836 h 840573"/>
                <a:gd name="connsiteX62" fmla="*/ 471719 w 542923"/>
                <a:gd name="connsiteY62" fmla="*/ 164485 h 840573"/>
                <a:gd name="connsiteX63" fmla="*/ 440660 w 542923"/>
                <a:gd name="connsiteY63" fmla="*/ 119105 h 840573"/>
                <a:gd name="connsiteX64" fmla="*/ 394978 w 542923"/>
                <a:gd name="connsiteY64" fmla="*/ 79902 h 840573"/>
                <a:gd name="connsiteX65" fmla="*/ 335555 w 542923"/>
                <a:gd name="connsiteY65" fmla="*/ 53435 h 840573"/>
                <a:gd name="connsiteX66" fmla="*/ 291559 w 542923"/>
                <a:gd name="connsiteY66" fmla="*/ 44590 h 840573"/>
                <a:gd name="connsiteX67" fmla="*/ 263051 w 542923"/>
                <a:gd name="connsiteY67" fmla="*/ 42610 h 840573"/>
                <a:gd name="connsiteX68" fmla="*/ 188901 w 542923"/>
                <a:gd name="connsiteY68" fmla="*/ 58058 h 840573"/>
                <a:gd name="connsiteX69" fmla="*/ 128371 w 542923"/>
                <a:gd name="connsiteY69" fmla="*/ 94312 h 840573"/>
                <a:gd name="connsiteX70" fmla="*/ 62763 w 542923"/>
                <a:gd name="connsiteY70" fmla="*/ 179306 h 840573"/>
                <a:gd name="connsiteX71" fmla="*/ 46927 w 542923"/>
                <a:gd name="connsiteY71" fmla="*/ 234124 h 840573"/>
                <a:gd name="connsiteX72" fmla="*/ 44331 w 542923"/>
                <a:gd name="connsiteY72" fmla="*/ 285523 h 840573"/>
                <a:gd name="connsiteX73" fmla="*/ 52931 w 542923"/>
                <a:gd name="connsiteY73" fmla="*/ 334504 h 840573"/>
                <a:gd name="connsiteX74" fmla="*/ 86001 w 542923"/>
                <a:gd name="connsiteY74" fmla="*/ 402908 h 840573"/>
                <a:gd name="connsiteX75" fmla="*/ 107648 w 542923"/>
                <a:gd name="connsiteY75" fmla="*/ 429377 h 840573"/>
                <a:gd name="connsiteX76" fmla="*/ 153788 w 542923"/>
                <a:gd name="connsiteY76" fmla="*/ 476737 h 840573"/>
                <a:gd name="connsiteX77" fmla="*/ 184660 w 542923"/>
                <a:gd name="connsiteY77" fmla="*/ 526291 h 840573"/>
                <a:gd name="connsiteX78" fmla="*/ 191192 w 542923"/>
                <a:gd name="connsiteY78" fmla="*/ 559981 h 840573"/>
                <a:gd name="connsiteX79" fmla="*/ 194305 w 542923"/>
                <a:gd name="connsiteY79" fmla="*/ 662852 h 840573"/>
                <a:gd name="connsiteX80" fmla="*/ 148238 w 542923"/>
                <a:gd name="connsiteY80" fmla="*/ 662852 h 840573"/>
                <a:gd name="connsiteX81" fmla="*/ 148238 w 542923"/>
                <a:gd name="connsiteY81" fmla="*/ 657545 h 840573"/>
                <a:gd name="connsiteX82" fmla="*/ 148151 w 542923"/>
                <a:gd name="connsiteY82" fmla="*/ 568671 h 840573"/>
                <a:gd name="connsiteX83" fmla="*/ 124667 w 542923"/>
                <a:gd name="connsiteY83" fmla="*/ 510516 h 840573"/>
                <a:gd name="connsiteX84" fmla="*/ 89274 w 542923"/>
                <a:gd name="connsiteY84" fmla="*/ 473935 h 840573"/>
                <a:gd name="connsiteX85" fmla="*/ 42476 w 542923"/>
                <a:gd name="connsiteY85" fmla="*/ 417509 h 840573"/>
                <a:gd name="connsiteX86" fmla="*/ 7842 w 542923"/>
                <a:gd name="connsiteY86" fmla="*/ 336312 h 840573"/>
                <a:gd name="connsiteX87" fmla="*/ 882 w 542923"/>
                <a:gd name="connsiteY87" fmla="*/ 285883 h 840573"/>
                <a:gd name="connsiteX88" fmla="*/ 6 w 542923"/>
                <a:gd name="connsiteY88" fmla="*/ 270876 h 840573"/>
                <a:gd name="connsiteX89" fmla="*/ 12784 w 542923"/>
                <a:gd name="connsiteY89" fmla="*/ 188505 h 840573"/>
                <a:gd name="connsiteX90" fmla="*/ 47147 w 542923"/>
                <a:gd name="connsiteY90" fmla="*/ 118035 h 840573"/>
                <a:gd name="connsiteX91" fmla="*/ 96570 w 542923"/>
                <a:gd name="connsiteY91" fmla="*/ 64112 h 840573"/>
                <a:gd name="connsiteX92" fmla="*/ 160287 w 542923"/>
                <a:gd name="connsiteY92" fmla="*/ 22802 h 840573"/>
                <a:gd name="connsiteX93" fmla="*/ 215994 w 542923"/>
                <a:gd name="connsiteY93" fmla="*/ 5049 h 840573"/>
                <a:gd name="connsiteX94" fmla="*/ 286080 w 542923"/>
                <a:gd name="connsiteY94" fmla="*/ 434 h 84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42923" h="840573">
                  <a:moveTo>
                    <a:pt x="171174" y="750452"/>
                  </a:moveTo>
                  <a:cubicBezTo>
                    <a:pt x="238269" y="750600"/>
                    <a:pt x="305365" y="750628"/>
                    <a:pt x="372460" y="750452"/>
                  </a:cubicBezTo>
                  <a:cubicBezTo>
                    <a:pt x="383865" y="750422"/>
                    <a:pt x="393193" y="758961"/>
                    <a:pt x="394690" y="771918"/>
                  </a:cubicBezTo>
                  <a:cubicBezTo>
                    <a:pt x="395804" y="781564"/>
                    <a:pt x="387442" y="792903"/>
                    <a:pt x="377352" y="794572"/>
                  </a:cubicBezTo>
                  <a:cubicBezTo>
                    <a:pt x="370535" y="795700"/>
                    <a:pt x="363458" y="795870"/>
                    <a:pt x="356534" y="795578"/>
                  </a:cubicBezTo>
                  <a:cubicBezTo>
                    <a:pt x="349453" y="795279"/>
                    <a:pt x="344166" y="798412"/>
                    <a:pt x="339242" y="802658"/>
                  </a:cubicBezTo>
                  <a:cubicBezTo>
                    <a:pt x="331225" y="809570"/>
                    <a:pt x="325149" y="818071"/>
                    <a:pt x="320108" y="827299"/>
                  </a:cubicBezTo>
                  <a:cubicBezTo>
                    <a:pt x="315479" y="835770"/>
                    <a:pt x="305303" y="842416"/>
                    <a:pt x="292544" y="840112"/>
                  </a:cubicBezTo>
                  <a:cubicBezTo>
                    <a:pt x="287153" y="839138"/>
                    <a:pt x="281445" y="839912"/>
                    <a:pt x="275882" y="839908"/>
                  </a:cubicBezTo>
                  <a:cubicBezTo>
                    <a:pt x="266390" y="839901"/>
                    <a:pt x="256898" y="839905"/>
                    <a:pt x="247407" y="839906"/>
                  </a:cubicBezTo>
                  <a:cubicBezTo>
                    <a:pt x="243305" y="839907"/>
                    <a:pt x="239202" y="839912"/>
                    <a:pt x="234675" y="839911"/>
                  </a:cubicBezTo>
                  <a:cubicBezTo>
                    <a:pt x="227689" y="839601"/>
                    <a:pt x="223267" y="835534"/>
                    <a:pt x="219419" y="830940"/>
                  </a:cubicBezTo>
                  <a:cubicBezTo>
                    <a:pt x="212726" y="822952"/>
                    <a:pt x="206606" y="814476"/>
                    <a:pt x="199770" y="806618"/>
                  </a:cubicBezTo>
                  <a:cubicBezTo>
                    <a:pt x="193430" y="799332"/>
                    <a:pt x="185834" y="794386"/>
                    <a:pt x="175302" y="795611"/>
                  </a:cubicBezTo>
                  <a:cubicBezTo>
                    <a:pt x="168514" y="796400"/>
                    <a:pt x="161948" y="795024"/>
                    <a:pt x="156187" y="790836"/>
                  </a:cubicBezTo>
                  <a:cubicBezTo>
                    <a:pt x="145980" y="783417"/>
                    <a:pt x="144360" y="767580"/>
                    <a:pt x="152777" y="758210"/>
                  </a:cubicBezTo>
                  <a:cubicBezTo>
                    <a:pt x="157757" y="752665"/>
                    <a:pt x="163700" y="750436"/>
                    <a:pt x="171174" y="750452"/>
                  </a:cubicBezTo>
                  <a:close/>
                  <a:moveTo>
                    <a:pt x="372494" y="684829"/>
                  </a:moveTo>
                  <a:cubicBezTo>
                    <a:pt x="384376" y="684861"/>
                    <a:pt x="395089" y="694298"/>
                    <a:pt x="394825" y="708078"/>
                  </a:cubicBezTo>
                  <a:cubicBezTo>
                    <a:pt x="394603" y="719688"/>
                    <a:pt x="384362" y="730029"/>
                    <a:pt x="372093" y="729997"/>
                  </a:cubicBezTo>
                  <a:cubicBezTo>
                    <a:pt x="306175" y="729823"/>
                    <a:pt x="240256" y="729915"/>
                    <a:pt x="173859" y="729915"/>
                  </a:cubicBezTo>
                  <a:cubicBezTo>
                    <a:pt x="160097" y="731062"/>
                    <a:pt x="152051" y="723072"/>
                    <a:pt x="149371" y="715180"/>
                  </a:cubicBezTo>
                  <a:cubicBezTo>
                    <a:pt x="144177" y="699888"/>
                    <a:pt x="154339" y="684892"/>
                    <a:pt x="170321" y="684837"/>
                  </a:cubicBezTo>
                  <a:cubicBezTo>
                    <a:pt x="237711" y="684608"/>
                    <a:pt x="305103" y="684645"/>
                    <a:pt x="372494" y="684829"/>
                  </a:cubicBezTo>
                  <a:close/>
                  <a:moveTo>
                    <a:pt x="248408" y="221538"/>
                  </a:moveTo>
                  <a:lnTo>
                    <a:pt x="292274" y="221538"/>
                  </a:lnTo>
                  <a:lnTo>
                    <a:pt x="292274" y="266057"/>
                  </a:lnTo>
                  <a:lnTo>
                    <a:pt x="248408" y="266057"/>
                  </a:lnTo>
                  <a:close/>
                  <a:moveTo>
                    <a:pt x="286080" y="434"/>
                  </a:moveTo>
                  <a:cubicBezTo>
                    <a:pt x="307644" y="1496"/>
                    <a:pt x="329163" y="4323"/>
                    <a:pt x="349775" y="11156"/>
                  </a:cubicBezTo>
                  <a:cubicBezTo>
                    <a:pt x="364813" y="16140"/>
                    <a:pt x="379900" y="21377"/>
                    <a:pt x="394174" y="28165"/>
                  </a:cubicBezTo>
                  <a:cubicBezTo>
                    <a:pt x="411629" y="36465"/>
                    <a:pt x="427460" y="47608"/>
                    <a:pt x="442408" y="60040"/>
                  </a:cubicBezTo>
                  <a:cubicBezTo>
                    <a:pt x="469077" y="82221"/>
                    <a:pt x="489904" y="109098"/>
                    <a:pt x="507687" y="138612"/>
                  </a:cubicBezTo>
                  <a:cubicBezTo>
                    <a:pt x="521438" y="161433"/>
                    <a:pt x="530823" y="185988"/>
                    <a:pt x="536767" y="211841"/>
                  </a:cubicBezTo>
                  <a:cubicBezTo>
                    <a:pt x="538912" y="221167"/>
                    <a:pt x="539975" y="230778"/>
                    <a:pt x="540980" y="240318"/>
                  </a:cubicBezTo>
                  <a:cubicBezTo>
                    <a:pt x="542012" y="250118"/>
                    <a:pt x="543125" y="260008"/>
                    <a:pt x="542892" y="269827"/>
                  </a:cubicBezTo>
                  <a:cubicBezTo>
                    <a:pt x="542026" y="306231"/>
                    <a:pt x="536174" y="341717"/>
                    <a:pt x="521861" y="375504"/>
                  </a:cubicBezTo>
                  <a:cubicBezTo>
                    <a:pt x="512164" y="398395"/>
                    <a:pt x="499933" y="419766"/>
                    <a:pt x="483926" y="438823"/>
                  </a:cubicBezTo>
                  <a:cubicBezTo>
                    <a:pt x="475814" y="448480"/>
                    <a:pt x="467315" y="457830"/>
                    <a:pt x="458681" y="467027"/>
                  </a:cubicBezTo>
                  <a:cubicBezTo>
                    <a:pt x="444303" y="482341"/>
                    <a:pt x="429314" y="497096"/>
                    <a:pt x="415269" y="512704"/>
                  </a:cubicBezTo>
                  <a:cubicBezTo>
                    <a:pt x="404546" y="524621"/>
                    <a:pt x="397484" y="538793"/>
                    <a:pt x="395815" y="554981"/>
                  </a:cubicBezTo>
                  <a:cubicBezTo>
                    <a:pt x="394637" y="566399"/>
                    <a:pt x="394065" y="577908"/>
                    <a:pt x="393835" y="589388"/>
                  </a:cubicBezTo>
                  <a:cubicBezTo>
                    <a:pt x="393511" y="605585"/>
                    <a:pt x="393870" y="621795"/>
                    <a:pt x="393666" y="637996"/>
                  </a:cubicBezTo>
                  <a:cubicBezTo>
                    <a:pt x="393618" y="641761"/>
                    <a:pt x="392579" y="645532"/>
                    <a:pt x="391818" y="649264"/>
                  </a:cubicBezTo>
                  <a:cubicBezTo>
                    <a:pt x="390265" y="656878"/>
                    <a:pt x="384703" y="660409"/>
                    <a:pt x="377817" y="662028"/>
                  </a:cubicBezTo>
                  <a:cubicBezTo>
                    <a:pt x="374097" y="662903"/>
                    <a:pt x="370147" y="663084"/>
                    <a:pt x="366300" y="663091"/>
                  </a:cubicBezTo>
                  <a:cubicBezTo>
                    <a:pt x="328983" y="663165"/>
                    <a:pt x="291665" y="663136"/>
                    <a:pt x="254348" y="663136"/>
                  </a:cubicBezTo>
                  <a:cubicBezTo>
                    <a:pt x="252569" y="663136"/>
                    <a:pt x="250791" y="663136"/>
                    <a:pt x="248404" y="663136"/>
                  </a:cubicBezTo>
                  <a:lnTo>
                    <a:pt x="248767" y="538715"/>
                  </a:lnTo>
                  <a:lnTo>
                    <a:pt x="293619" y="538715"/>
                  </a:lnTo>
                  <a:lnTo>
                    <a:pt x="293619" y="617961"/>
                  </a:lnTo>
                  <a:cubicBezTo>
                    <a:pt x="300700" y="617961"/>
                    <a:pt x="307514" y="617961"/>
                    <a:pt x="314328" y="617961"/>
                  </a:cubicBezTo>
                  <a:cubicBezTo>
                    <a:pt x="323821" y="617961"/>
                    <a:pt x="333314" y="617980"/>
                    <a:pt x="342807" y="617953"/>
                  </a:cubicBezTo>
                  <a:cubicBezTo>
                    <a:pt x="347641" y="617939"/>
                    <a:pt x="350526" y="615052"/>
                    <a:pt x="350534" y="610209"/>
                  </a:cubicBezTo>
                  <a:cubicBezTo>
                    <a:pt x="350557" y="597116"/>
                    <a:pt x="350332" y="584017"/>
                    <a:pt x="350590" y="570929"/>
                  </a:cubicBezTo>
                  <a:cubicBezTo>
                    <a:pt x="351019" y="549088"/>
                    <a:pt x="355188" y="527880"/>
                    <a:pt x="365645" y="508656"/>
                  </a:cubicBezTo>
                  <a:cubicBezTo>
                    <a:pt x="371396" y="498084"/>
                    <a:pt x="379007" y="488301"/>
                    <a:pt x="386982" y="479218"/>
                  </a:cubicBezTo>
                  <a:cubicBezTo>
                    <a:pt x="396679" y="468171"/>
                    <a:pt x="407871" y="458452"/>
                    <a:pt x="418007" y="447770"/>
                  </a:cubicBezTo>
                  <a:cubicBezTo>
                    <a:pt x="435401" y="429439"/>
                    <a:pt x="452500" y="410760"/>
                    <a:pt x="465786" y="389137"/>
                  </a:cubicBezTo>
                  <a:cubicBezTo>
                    <a:pt x="479186" y="367328"/>
                    <a:pt x="488769" y="343933"/>
                    <a:pt x="494112" y="318707"/>
                  </a:cubicBezTo>
                  <a:cubicBezTo>
                    <a:pt x="498273" y="299059"/>
                    <a:pt x="500098" y="279252"/>
                    <a:pt x="498538" y="259434"/>
                  </a:cubicBezTo>
                  <a:cubicBezTo>
                    <a:pt x="497278" y="243427"/>
                    <a:pt x="494731" y="227247"/>
                    <a:pt x="490332" y="211836"/>
                  </a:cubicBezTo>
                  <a:cubicBezTo>
                    <a:pt x="485695" y="195592"/>
                    <a:pt x="478951" y="179806"/>
                    <a:pt x="471719" y="164485"/>
                  </a:cubicBezTo>
                  <a:cubicBezTo>
                    <a:pt x="463854" y="147824"/>
                    <a:pt x="452808" y="133094"/>
                    <a:pt x="440660" y="119105"/>
                  </a:cubicBezTo>
                  <a:cubicBezTo>
                    <a:pt x="427303" y="103726"/>
                    <a:pt x="411858" y="90976"/>
                    <a:pt x="394978" y="79902"/>
                  </a:cubicBezTo>
                  <a:cubicBezTo>
                    <a:pt x="376649" y="67878"/>
                    <a:pt x="356801" y="58833"/>
                    <a:pt x="335555" y="53435"/>
                  </a:cubicBezTo>
                  <a:cubicBezTo>
                    <a:pt x="321070" y="49755"/>
                    <a:pt x="306323" y="46949"/>
                    <a:pt x="291559" y="44590"/>
                  </a:cubicBezTo>
                  <a:cubicBezTo>
                    <a:pt x="282182" y="43091"/>
                    <a:pt x="272546" y="42418"/>
                    <a:pt x="263051" y="42610"/>
                  </a:cubicBezTo>
                  <a:cubicBezTo>
                    <a:pt x="237429" y="43129"/>
                    <a:pt x="212669" y="48172"/>
                    <a:pt x="188901" y="58058"/>
                  </a:cubicBezTo>
                  <a:cubicBezTo>
                    <a:pt x="166924" y="67198"/>
                    <a:pt x="146859" y="79448"/>
                    <a:pt x="128371" y="94312"/>
                  </a:cubicBezTo>
                  <a:cubicBezTo>
                    <a:pt x="99699" y="117364"/>
                    <a:pt x="77446" y="145438"/>
                    <a:pt x="62763" y="179306"/>
                  </a:cubicBezTo>
                  <a:cubicBezTo>
                    <a:pt x="55138" y="196894"/>
                    <a:pt x="50217" y="215213"/>
                    <a:pt x="46927" y="234124"/>
                  </a:cubicBezTo>
                  <a:cubicBezTo>
                    <a:pt x="43952" y="251221"/>
                    <a:pt x="43511" y="268383"/>
                    <a:pt x="44331" y="285523"/>
                  </a:cubicBezTo>
                  <a:cubicBezTo>
                    <a:pt x="45124" y="302114"/>
                    <a:pt x="48314" y="318464"/>
                    <a:pt x="52931" y="334504"/>
                  </a:cubicBezTo>
                  <a:cubicBezTo>
                    <a:pt x="60044" y="359218"/>
                    <a:pt x="70741" y="382204"/>
                    <a:pt x="86001" y="402908"/>
                  </a:cubicBezTo>
                  <a:cubicBezTo>
                    <a:pt x="92758" y="412076"/>
                    <a:pt x="99866" y="421080"/>
                    <a:pt x="107648" y="429377"/>
                  </a:cubicBezTo>
                  <a:cubicBezTo>
                    <a:pt x="122724" y="445449"/>
                    <a:pt x="138470" y="460889"/>
                    <a:pt x="153788" y="476737"/>
                  </a:cubicBezTo>
                  <a:cubicBezTo>
                    <a:pt x="167604" y="491031"/>
                    <a:pt x="179376" y="506798"/>
                    <a:pt x="184660" y="526291"/>
                  </a:cubicBezTo>
                  <a:cubicBezTo>
                    <a:pt x="187650" y="537320"/>
                    <a:pt x="190637" y="548661"/>
                    <a:pt x="191192" y="559981"/>
                  </a:cubicBezTo>
                  <a:cubicBezTo>
                    <a:pt x="192866" y="594136"/>
                    <a:pt x="193349" y="628349"/>
                    <a:pt x="194305" y="662852"/>
                  </a:cubicBezTo>
                  <a:cubicBezTo>
                    <a:pt x="178329" y="662852"/>
                    <a:pt x="163536" y="662852"/>
                    <a:pt x="148238" y="662852"/>
                  </a:cubicBezTo>
                  <a:cubicBezTo>
                    <a:pt x="148238" y="661038"/>
                    <a:pt x="148238" y="659291"/>
                    <a:pt x="148238" y="657545"/>
                  </a:cubicBezTo>
                  <a:cubicBezTo>
                    <a:pt x="148238" y="627920"/>
                    <a:pt x="148502" y="598292"/>
                    <a:pt x="148151" y="568671"/>
                  </a:cubicBezTo>
                  <a:cubicBezTo>
                    <a:pt x="147888" y="546381"/>
                    <a:pt x="139889" y="526824"/>
                    <a:pt x="124667" y="510516"/>
                  </a:cubicBezTo>
                  <a:cubicBezTo>
                    <a:pt x="113091" y="498116"/>
                    <a:pt x="100815" y="486367"/>
                    <a:pt x="89274" y="473935"/>
                  </a:cubicBezTo>
                  <a:cubicBezTo>
                    <a:pt x="72632" y="456011"/>
                    <a:pt x="55777" y="438256"/>
                    <a:pt x="42476" y="417509"/>
                  </a:cubicBezTo>
                  <a:cubicBezTo>
                    <a:pt x="26354" y="392363"/>
                    <a:pt x="14718" y="365350"/>
                    <a:pt x="7842" y="336312"/>
                  </a:cubicBezTo>
                  <a:cubicBezTo>
                    <a:pt x="3919" y="319742"/>
                    <a:pt x="979" y="303011"/>
                    <a:pt x="882" y="285883"/>
                  </a:cubicBezTo>
                  <a:cubicBezTo>
                    <a:pt x="854" y="280879"/>
                    <a:pt x="-87" y="275871"/>
                    <a:pt x="6" y="270876"/>
                  </a:cubicBezTo>
                  <a:cubicBezTo>
                    <a:pt x="532" y="242852"/>
                    <a:pt x="4281" y="215299"/>
                    <a:pt x="12784" y="188505"/>
                  </a:cubicBezTo>
                  <a:cubicBezTo>
                    <a:pt x="20773" y="163331"/>
                    <a:pt x="32036" y="139704"/>
                    <a:pt x="47147" y="118035"/>
                  </a:cubicBezTo>
                  <a:cubicBezTo>
                    <a:pt x="61201" y="97884"/>
                    <a:pt x="78205" y="80378"/>
                    <a:pt x="96570" y="64112"/>
                  </a:cubicBezTo>
                  <a:cubicBezTo>
                    <a:pt x="115752" y="47122"/>
                    <a:pt x="137061" y="33497"/>
                    <a:pt x="160287" y="22802"/>
                  </a:cubicBezTo>
                  <a:cubicBezTo>
                    <a:pt x="178121" y="14590"/>
                    <a:pt x="196746" y="8985"/>
                    <a:pt x="215994" y="5049"/>
                  </a:cubicBezTo>
                  <a:cubicBezTo>
                    <a:pt x="239192" y="305"/>
                    <a:pt x="262626" y="-722"/>
                    <a:pt x="286080" y="434"/>
                  </a:cubicBez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153" name="Group 152">
            <a:extLst>
              <a:ext uri="{FF2B5EF4-FFF2-40B4-BE49-F238E27FC236}">
                <a16:creationId xmlns:a16="http://schemas.microsoft.com/office/drawing/2014/main" id="{7180B022-D1D4-8671-5572-55A8D01C095D}"/>
              </a:ext>
              <a:ext uri="{C183D7F6-B498-43B3-948B-1728B52AA6E4}">
                <adec:decorative xmlns:adec="http://schemas.microsoft.com/office/drawing/2017/decorative" val="1"/>
              </a:ext>
            </a:extLst>
          </p:cNvPr>
          <p:cNvGrpSpPr>
            <a:grpSpLocks noChangeAspect="1"/>
          </p:cNvGrpSpPr>
          <p:nvPr/>
        </p:nvGrpSpPr>
        <p:grpSpPr>
          <a:xfrm>
            <a:off x="7181141" y="4343071"/>
            <a:ext cx="331542" cy="457200"/>
            <a:chOff x="7181141" y="4343071"/>
            <a:chExt cx="331542" cy="457200"/>
          </a:xfrm>
          <a:solidFill>
            <a:srgbClr val="FF0000"/>
          </a:solidFill>
        </p:grpSpPr>
        <p:sp>
          <p:nvSpPr>
            <p:cNvPr id="2247" name="Freeform: Shape 2246">
              <a:extLst>
                <a:ext uri="{FF2B5EF4-FFF2-40B4-BE49-F238E27FC236}">
                  <a16:creationId xmlns:a16="http://schemas.microsoft.com/office/drawing/2014/main" id="{004B3B7E-C3A3-6B1E-4AFE-35D106CA9B00}"/>
                </a:ext>
                <a:ext uri="{C183D7F6-B498-43B3-948B-1728B52AA6E4}">
                  <adec:decorative xmlns:adec="http://schemas.microsoft.com/office/drawing/2017/decorative" val="1"/>
                </a:ext>
              </a:extLst>
            </p:cNvPr>
            <p:cNvSpPr/>
            <p:nvPr/>
          </p:nvSpPr>
          <p:spPr>
            <a:xfrm>
              <a:off x="7181141" y="4343071"/>
              <a:ext cx="331542" cy="457200"/>
            </a:xfrm>
            <a:custGeom>
              <a:avLst/>
              <a:gdLst>
                <a:gd name="connsiteX0" fmla="*/ 29819 w 572232"/>
                <a:gd name="connsiteY0" fmla="*/ 192161 h 789114"/>
                <a:gd name="connsiteX1" fmla="*/ 542407 w 572232"/>
                <a:gd name="connsiteY1" fmla="*/ 192207 h 789114"/>
                <a:gd name="connsiteX2" fmla="*/ 563893 w 572232"/>
                <a:gd name="connsiteY2" fmla="*/ 217203 h 789114"/>
                <a:gd name="connsiteX3" fmla="*/ 561396 w 572232"/>
                <a:gd name="connsiteY3" fmla="*/ 245816 h 789114"/>
                <a:gd name="connsiteX4" fmla="*/ 559632 w 572232"/>
                <a:gd name="connsiteY4" fmla="*/ 269526 h 789114"/>
                <a:gd name="connsiteX5" fmla="*/ 556344 w 572232"/>
                <a:gd name="connsiteY5" fmla="*/ 307683 h 789114"/>
                <a:gd name="connsiteX6" fmla="*/ 554584 w 572232"/>
                <a:gd name="connsiteY6" fmla="*/ 332657 h 789114"/>
                <a:gd name="connsiteX7" fmla="*/ 553494 w 572232"/>
                <a:gd name="connsiteY7" fmla="*/ 345279 h 789114"/>
                <a:gd name="connsiteX8" fmla="*/ 509436 w 572232"/>
                <a:gd name="connsiteY8" fmla="*/ 345279 h 789114"/>
                <a:gd name="connsiteX9" fmla="*/ 509981 w 572232"/>
                <a:gd name="connsiteY9" fmla="*/ 337811 h 789114"/>
                <a:gd name="connsiteX10" fmla="*/ 510853 w 572232"/>
                <a:gd name="connsiteY10" fmla="*/ 326589 h 789114"/>
                <a:gd name="connsiteX11" fmla="*/ 514140 w 572232"/>
                <a:gd name="connsiteY11" fmla="*/ 290966 h 789114"/>
                <a:gd name="connsiteX12" fmla="*/ 515902 w 572232"/>
                <a:gd name="connsiteY12" fmla="*/ 264732 h 789114"/>
                <a:gd name="connsiteX13" fmla="*/ 517500 w 572232"/>
                <a:gd name="connsiteY13" fmla="*/ 250289 h 789114"/>
                <a:gd name="connsiteX14" fmla="*/ 518275 w 572232"/>
                <a:gd name="connsiteY14" fmla="*/ 236392 h 789114"/>
                <a:gd name="connsiteX15" fmla="*/ 53592 w 572232"/>
                <a:gd name="connsiteY15" fmla="*/ 236392 h 789114"/>
                <a:gd name="connsiteX16" fmla="*/ 55592 w 572232"/>
                <a:gd name="connsiteY16" fmla="*/ 265860 h 789114"/>
                <a:gd name="connsiteX17" fmla="*/ 57425 w 572232"/>
                <a:gd name="connsiteY17" fmla="*/ 288748 h 789114"/>
                <a:gd name="connsiteX18" fmla="*/ 59712 w 572232"/>
                <a:gd name="connsiteY18" fmla="*/ 310958 h 789114"/>
                <a:gd name="connsiteX19" fmla="*/ 63125 w 572232"/>
                <a:gd name="connsiteY19" fmla="*/ 354159 h 789114"/>
                <a:gd name="connsiteX20" fmla="*/ 65632 w 572232"/>
                <a:gd name="connsiteY20" fmla="*/ 384455 h 789114"/>
                <a:gd name="connsiteX21" fmla="*/ 69021 w 572232"/>
                <a:gd name="connsiteY21" fmla="*/ 427237 h 789114"/>
                <a:gd name="connsiteX22" fmla="*/ 71543 w 572232"/>
                <a:gd name="connsiteY22" fmla="*/ 458797 h 789114"/>
                <a:gd name="connsiteX23" fmla="*/ 74914 w 572232"/>
                <a:gd name="connsiteY23" fmla="*/ 500314 h 789114"/>
                <a:gd name="connsiteX24" fmla="*/ 77432 w 572232"/>
                <a:gd name="connsiteY24" fmla="*/ 532296 h 789114"/>
                <a:gd name="connsiteX25" fmla="*/ 79989 w 572232"/>
                <a:gd name="connsiteY25" fmla="*/ 569334 h 789114"/>
                <a:gd name="connsiteX26" fmla="*/ 80878 w 572232"/>
                <a:gd name="connsiteY26" fmla="*/ 581397 h 789114"/>
                <a:gd name="connsiteX27" fmla="*/ 84184 w 572232"/>
                <a:gd name="connsiteY27" fmla="*/ 619967 h 789114"/>
                <a:gd name="connsiteX28" fmla="*/ 85938 w 572232"/>
                <a:gd name="connsiteY28" fmla="*/ 643673 h 789114"/>
                <a:gd name="connsiteX29" fmla="*/ 89258 w 572232"/>
                <a:gd name="connsiteY29" fmla="*/ 680557 h 789114"/>
                <a:gd name="connsiteX30" fmla="*/ 91867 w 572232"/>
                <a:gd name="connsiteY30" fmla="*/ 707868 h 789114"/>
                <a:gd name="connsiteX31" fmla="*/ 136036 w 572232"/>
                <a:gd name="connsiteY31" fmla="*/ 745272 h 789114"/>
                <a:gd name="connsiteX32" fmla="*/ 431901 w 572232"/>
                <a:gd name="connsiteY32" fmla="*/ 745245 h 789114"/>
                <a:gd name="connsiteX33" fmla="*/ 442263 w 572232"/>
                <a:gd name="connsiteY33" fmla="*/ 744418 h 789114"/>
                <a:gd name="connsiteX34" fmla="*/ 475556 w 572232"/>
                <a:gd name="connsiteY34" fmla="*/ 720653 h 789114"/>
                <a:gd name="connsiteX35" fmla="*/ 481246 w 572232"/>
                <a:gd name="connsiteY35" fmla="*/ 696761 h 789114"/>
                <a:gd name="connsiteX36" fmla="*/ 482110 w 572232"/>
                <a:gd name="connsiteY36" fmla="*/ 690249 h 789114"/>
                <a:gd name="connsiteX37" fmla="*/ 485480 w 572232"/>
                <a:gd name="connsiteY37" fmla="*/ 648744 h 789114"/>
                <a:gd name="connsiteX38" fmla="*/ 488044 w 572232"/>
                <a:gd name="connsiteY38" fmla="*/ 610876 h 789114"/>
                <a:gd name="connsiteX39" fmla="*/ 488940 w 572232"/>
                <a:gd name="connsiteY39" fmla="*/ 598817 h 789114"/>
                <a:gd name="connsiteX40" fmla="*/ 492230 w 572232"/>
                <a:gd name="connsiteY40" fmla="*/ 561522 h 789114"/>
                <a:gd name="connsiteX41" fmla="*/ 493995 w 572232"/>
                <a:gd name="connsiteY41" fmla="*/ 536560 h 789114"/>
                <a:gd name="connsiteX42" fmla="*/ 497300 w 572232"/>
                <a:gd name="connsiteY42" fmla="*/ 497160 h 789114"/>
                <a:gd name="connsiteX43" fmla="*/ 498203 w 572232"/>
                <a:gd name="connsiteY43" fmla="*/ 484258 h 789114"/>
                <a:gd name="connsiteX44" fmla="*/ 499264 w 572232"/>
                <a:gd name="connsiteY44" fmla="*/ 471515 h 789114"/>
                <a:gd name="connsiteX45" fmla="*/ 542904 w 572232"/>
                <a:gd name="connsiteY45" fmla="*/ 471515 h 789114"/>
                <a:gd name="connsiteX46" fmla="*/ 541161 w 572232"/>
                <a:gd name="connsiteY46" fmla="*/ 493261 h 789114"/>
                <a:gd name="connsiteX47" fmla="*/ 537781 w 572232"/>
                <a:gd name="connsiteY47" fmla="*/ 535192 h 789114"/>
                <a:gd name="connsiteX48" fmla="*/ 535256 w 572232"/>
                <a:gd name="connsiteY48" fmla="*/ 566746 h 789114"/>
                <a:gd name="connsiteX49" fmla="*/ 531885 w 572232"/>
                <a:gd name="connsiteY49" fmla="*/ 608256 h 789114"/>
                <a:gd name="connsiteX50" fmla="*/ 529351 w 572232"/>
                <a:gd name="connsiteY50" fmla="*/ 640230 h 789114"/>
                <a:gd name="connsiteX51" fmla="*/ 525980 w 572232"/>
                <a:gd name="connsiteY51" fmla="*/ 681740 h 789114"/>
                <a:gd name="connsiteX52" fmla="*/ 523353 w 572232"/>
                <a:gd name="connsiteY52" fmla="*/ 713273 h 789114"/>
                <a:gd name="connsiteX53" fmla="*/ 513009 w 572232"/>
                <a:gd name="connsiteY53" fmla="*/ 743520 h 789114"/>
                <a:gd name="connsiteX54" fmla="*/ 493089 w 572232"/>
                <a:gd name="connsiteY54" fmla="*/ 767738 h 789114"/>
                <a:gd name="connsiteX55" fmla="*/ 455367 w 572232"/>
                <a:gd name="connsiteY55" fmla="*/ 786554 h 789114"/>
                <a:gd name="connsiteX56" fmla="*/ 440833 w 572232"/>
                <a:gd name="connsiteY56" fmla="*/ 788985 h 789114"/>
                <a:gd name="connsiteX57" fmla="*/ 438315 w 572232"/>
                <a:gd name="connsiteY57" fmla="*/ 789114 h 789114"/>
                <a:gd name="connsiteX58" fmla="*/ 131572 w 572232"/>
                <a:gd name="connsiteY58" fmla="*/ 788762 h 789114"/>
                <a:gd name="connsiteX59" fmla="*/ 124243 w 572232"/>
                <a:gd name="connsiteY59" fmla="*/ 788204 h 789114"/>
                <a:gd name="connsiteX60" fmla="*/ 83026 w 572232"/>
                <a:gd name="connsiteY60" fmla="*/ 771270 h 789114"/>
                <a:gd name="connsiteX61" fmla="*/ 50747 w 572232"/>
                <a:gd name="connsiteY61" fmla="*/ 722902 h 789114"/>
                <a:gd name="connsiteX62" fmla="*/ 44606 w 572232"/>
                <a:gd name="connsiteY62" fmla="*/ 670573 h 789114"/>
                <a:gd name="connsiteX63" fmla="*/ 42077 w 572232"/>
                <a:gd name="connsiteY63" fmla="*/ 641538 h 789114"/>
                <a:gd name="connsiteX64" fmla="*/ 38670 w 572232"/>
                <a:gd name="connsiteY64" fmla="*/ 593692 h 789114"/>
                <a:gd name="connsiteX65" fmla="*/ 37775 w 572232"/>
                <a:gd name="connsiteY65" fmla="*/ 581205 h 789114"/>
                <a:gd name="connsiteX66" fmla="*/ 34467 w 572232"/>
                <a:gd name="connsiteY66" fmla="*/ 542206 h 789114"/>
                <a:gd name="connsiteX67" fmla="*/ 33551 w 572232"/>
                <a:gd name="connsiteY67" fmla="*/ 528877 h 789114"/>
                <a:gd name="connsiteX68" fmla="*/ 30260 w 572232"/>
                <a:gd name="connsiteY68" fmla="*/ 490721 h 789114"/>
                <a:gd name="connsiteX69" fmla="*/ 28487 w 572232"/>
                <a:gd name="connsiteY69" fmla="*/ 465748 h 789114"/>
                <a:gd name="connsiteX70" fmla="*/ 25196 w 572232"/>
                <a:gd name="connsiteY70" fmla="*/ 430541 h 789114"/>
                <a:gd name="connsiteX71" fmla="*/ 22680 w 572232"/>
                <a:gd name="connsiteY71" fmla="*/ 400662 h 789114"/>
                <a:gd name="connsiteX72" fmla="*/ 19297 w 572232"/>
                <a:gd name="connsiteY72" fmla="*/ 357029 h 789114"/>
                <a:gd name="connsiteX73" fmla="*/ 17581 w 572232"/>
                <a:gd name="connsiteY73" fmla="*/ 330788 h 789114"/>
                <a:gd name="connsiteX74" fmla="*/ 16709 w 572232"/>
                <a:gd name="connsiteY74" fmla="*/ 319143 h 789114"/>
                <a:gd name="connsiteX75" fmla="*/ 13406 w 572232"/>
                <a:gd name="connsiteY75" fmla="*/ 282673 h 789114"/>
                <a:gd name="connsiteX76" fmla="*/ 11656 w 572232"/>
                <a:gd name="connsiteY76" fmla="*/ 256855 h 789114"/>
                <a:gd name="connsiteX77" fmla="*/ 8344 w 572232"/>
                <a:gd name="connsiteY77" fmla="*/ 213640 h 789114"/>
                <a:gd name="connsiteX78" fmla="*/ 29819 w 572232"/>
                <a:gd name="connsiteY78" fmla="*/ 192161 h 789114"/>
                <a:gd name="connsiteX79" fmla="*/ 471658 w 572232"/>
                <a:gd name="connsiteY79" fmla="*/ 97810 h 789114"/>
                <a:gd name="connsiteX80" fmla="*/ 210834 w 572232"/>
                <a:gd name="connsiteY80" fmla="*/ 97830 h 789114"/>
                <a:gd name="connsiteX81" fmla="*/ 91751 w 572232"/>
                <a:gd name="connsiteY81" fmla="*/ 98851 h 789114"/>
                <a:gd name="connsiteX82" fmla="*/ 72952 w 572232"/>
                <a:gd name="connsiteY82" fmla="*/ 103758 h 789114"/>
                <a:gd name="connsiteX83" fmla="*/ 48255 w 572232"/>
                <a:gd name="connsiteY83" fmla="*/ 129465 h 789114"/>
                <a:gd name="connsiteX84" fmla="*/ 524383 w 572232"/>
                <a:gd name="connsiteY84" fmla="*/ 129465 h 789114"/>
                <a:gd name="connsiteX85" fmla="*/ 515893 w 572232"/>
                <a:gd name="connsiteY85" fmla="*/ 116918 h 789114"/>
                <a:gd name="connsiteX86" fmla="*/ 471658 w 572232"/>
                <a:gd name="connsiteY86" fmla="*/ 97810 h 789114"/>
                <a:gd name="connsiteX87" fmla="*/ 193775 w 572232"/>
                <a:gd name="connsiteY87" fmla="*/ 0 h 789114"/>
                <a:gd name="connsiteX88" fmla="*/ 380760 w 572232"/>
                <a:gd name="connsiteY88" fmla="*/ 339 h 789114"/>
                <a:gd name="connsiteX89" fmla="*/ 390723 w 572232"/>
                <a:gd name="connsiteY89" fmla="*/ 3653 h 789114"/>
                <a:gd name="connsiteX90" fmla="*/ 416344 w 572232"/>
                <a:gd name="connsiteY90" fmla="*/ 44218 h 789114"/>
                <a:gd name="connsiteX91" fmla="*/ 416372 w 572232"/>
                <a:gd name="connsiteY91" fmla="*/ 55637 h 789114"/>
                <a:gd name="connsiteX92" fmla="*/ 421570 w 572232"/>
                <a:gd name="connsiteY92" fmla="*/ 55637 h 789114"/>
                <a:gd name="connsiteX93" fmla="*/ 484330 w 572232"/>
                <a:gd name="connsiteY93" fmla="*/ 55639 h 789114"/>
                <a:gd name="connsiteX94" fmla="*/ 487696 w 572232"/>
                <a:gd name="connsiteY94" fmla="*/ 55700 h 789114"/>
                <a:gd name="connsiteX95" fmla="*/ 533564 w 572232"/>
                <a:gd name="connsiteY95" fmla="*/ 74157 h 789114"/>
                <a:gd name="connsiteX96" fmla="*/ 565807 w 572232"/>
                <a:gd name="connsiteY96" fmla="*/ 117076 h 789114"/>
                <a:gd name="connsiteX97" fmla="*/ 572207 w 572232"/>
                <a:gd name="connsiteY97" fmla="*/ 141622 h 789114"/>
                <a:gd name="connsiteX98" fmla="*/ 571999 w 572232"/>
                <a:gd name="connsiteY98" fmla="*/ 154918 h 789114"/>
                <a:gd name="connsiteX99" fmla="*/ 550603 w 572232"/>
                <a:gd name="connsiteY99" fmla="*/ 173846 h 789114"/>
                <a:gd name="connsiteX100" fmla="*/ 21326 w 572232"/>
                <a:gd name="connsiteY100" fmla="*/ 173642 h 789114"/>
                <a:gd name="connsiteX101" fmla="*/ 15607 w 572232"/>
                <a:gd name="connsiteY101" fmla="*/ 172975 h 789114"/>
                <a:gd name="connsiteX102" fmla="*/ 25 w 572232"/>
                <a:gd name="connsiteY102" fmla="*/ 156818 h 789114"/>
                <a:gd name="connsiteX103" fmla="*/ 237 w 572232"/>
                <a:gd name="connsiteY103" fmla="*/ 138458 h 789114"/>
                <a:gd name="connsiteX104" fmla="*/ 1839 w 572232"/>
                <a:gd name="connsiteY104" fmla="*/ 130991 h 789114"/>
                <a:gd name="connsiteX105" fmla="*/ 38124 w 572232"/>
                <a:gd name="connsiteY105" fmla="*/ 74422 h 789114"/>
                <a:gd name="connsiteX106" fmla="*/ 91457 w 572232"/>
                <a:gd name="connsiteY106" fmla="*/ 55673 h 789114"/>
                <a:gd name="connsiteX107" fmla="*/ 150386 w 572232"/>
                <a:gd name="connsiteY107" fmla="*/ 55637 h 789114"/>
                <a:gd name="connsiteX108" fmla="*/ 154582 w 572232"/>
                <a:gd name="connsiteY108" fmla="*/ 55637 h 789114"/>
                <a:gd name="connsiteX109" fmla="*/ 155915 w 572232"/>
                <a:gd name="connsiteY109" fmla="*/ 37516 h 789114"/>
                <a:gd name="connsiteX110" fmla="*/ 171308 w 572232"/>
                <a:gd name="connsiteY110" fmla="*/ 10254 h 789114"/>
                <a:gd name="connsiteX111" fmla="*/ 191259 w 572232"/>
                <a:gd name="connsiteY111" fmla="*/ 130 h 789114"/>
                <a:gd name="connsiteX112" fmla="*/ 193775 w 572232"/>
                <a:gd name="connsiteY112" fmla="*/ 0 h 78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572232" h="789114">
                  <a:moveTo>
                    <a:pt x="29819" y="192161"/>
                  </a:moveTo>
                  <a:cubicBezTo>
                    <a:pt x="200682" y="192243"/>
                    <a:pt x="371544" y="192222"/>
                    <a:pt x="542407" y="192207"/>
                  </a:cubicBezTo>
                  <a:cubicBezTo>
                    <a:pt x="556236" y="192205"/>
                    <a:pt x="565156" y="204663"/>
                    <a:pt x="563893" y="217203"/>
                  </a:cubicBezTo>
                  <a:cubicBezTo>
                    <a:pt x="562934" y="226728"/>
                    <a:pt x="562171" y="236274"/>
                    <a:pt x="561396" y="245816"/>
                  </a:cubicBezTo>
                  <a:cubicBezTo>
                    <a:pt x="560755" y="253715"/>
                    <a:pt x="560287" y="261628"/>
                    <a:pt x="559632" y="269526"/>
                  </a:cubicBezTo>
                  <a:cubicBezTo>
                    <a:pt x="558577" y="282248"/>
                    <a:pt x="557379" y="294959"/>
                    <a:pt x="556344" y="307683"/>
                  </a:cubicBezTo>
                  <a:cubicBezTo>
                    <a:pt x="555668" y="316000"/>
                    <a:pt x="555225" y="324337"/>
                    <a:pt x="554584" y="332657"/>
                  </a:cubicBezTo>
                  <a:lnTo>
                    <a:pt x="553494" y="345279"/>
                  </a:lnTo>
                  <a:lnTo>
                    <a:pt x="509436" y="345279"/>
                  </a:lnTo>
                  <a:lnTo>
                    <a:pt x="509981" y="337811"/>
                  </a:lnTo>
                  <a:cubicBezTo>
                    <a:pt x="510253" y="334069"/>
                    <a:pt x="510511" y="330325"/>
                    <a:pt x="510853" y="326589"/>
                  </a:cubicBezTo>
                  <a:cubicBezTo>
                    <a:pt x="511939" y="314714"/>
                    <a:pt x="513155" y="302850"/>
                    <a:pt x="514140" y="290966"/>
                  </a:cubicBezTo>
                  <a:cubicBezTo>
                    <a:pt x="514864" y="282233"/>
                    <a:pt x="515223" y="273470"/>
                    <a:pt x="515902" y="264732"/>
                  </a:cubicBezTo>
                  <a:cubicBezTo>
                    <a:pt x="516278" y="259906"/>
                    <a:pt x="517088" y="255114"/>
                    <a:pt x="517500" y="250289"/>
                  </a:cubicBezTo>
                  <a:cubicBezTo>
                    <a:pt x="517895" y="245654"/>
                    <a:pt x="518029" y="240996"/>
                    <a:pt x="518275" y="236392"/>
                  </a:cubicBezTo>
                  <a:cubicBezTo>
                    <a:pt x="363210" y="236392"/>
                    <a:pt x="208621" y="236392"/>
                    <a:pt x="53592" y="236392"/>
                  </a:cubicBezTo>
                  <a:cubicBezTo>
                    <a:pt x="54281" y="246324"/>
                    <a:pt x="54945" y="255896"/>
                    <a:pt x="55592" y="265860"/>
                  </a:cubicBezTo>
                  <a:cubicBezTo>
                    <a:pt x="56148" y="273644"/>
                    <a:pt x="56722" y="281035"/>
                    <a:pt x="57425" y="288748"/>
                  </a:cubicBezTo>
                  <a:cubicBezTo>
                    <a:pt x="58281" y="296365"/>
                    <a:pt x="59104" y="303653"/>
                    <a:pt x="59712" y="310958"/>
                  </a:cubicBezTo>
                  <a:cubicBezTo>
                    <a:pt x="60911" y="325353"/>
                    <a:pt x="61973" y="339760"/>
                    <a:pt x="63125" y="354159"/>
                  </a:cubicBezTo>
                  <a:cubicBezTo>
                    <a:pt x="63933" y="364260"/>
                    <a:pt x="64819" y="374355"/>
                    <a:pt x="65632" y="384455"/>
                  </a:cubicBezTo>
                  <a:cubicBezTo>
                    <a:pt x="66780" y="398714"/>
                    <a:pt x="67889" y="412977"/>
                    <a:pt x="69021" y="427237"/>
                  </a:cubicBezTo>
                  <a:cubicBezTo>
                    <a:pt x="69856" y="437757"/>
                    <a:pt x="70693" y="448277"/>
                    <a:pt x="71543" y="458797"/>
                  </a:cubicBezTo>
                  <a:cubicBezTo>
                    <a:pt x="72661" y="472636"/>
                    <a:pt x="73801" y="486474"/>
                    <a:pt x="74914" y="500314"/>
                  </a:cubicBezTo>
                  <a:cubicBezTo>
                    <a:pt x="75772" y="510974"/>
                    <a:pt x="76652" y="521631"/>
                    <a:pt x="77432" y="532296"/>
                  </a:cubicBezTo>
                  <a:cubicBezTo>
                    <a:pt x="78335" y="544638"/>
                    <a:pt x="79135" y="556988"/>
                    <a:pt x="79989" y="569334"/>
                  </a:cubicBezTo>
                  <a:cubicBezTo>
                    <a:pt x="80267" y="573356"/>
                    <a:pt x="80538" y="577380"/>
                    <a:pt x="80878" y="581397"/>
                  </a:cubicBezTo>
                  <a:cubicBezTo>
                    <a:pt x="81968" y="594255"/>
                    <a:pt x="83127" y="607107"/>
                    <a:pt x="84184" y="619967"/>
                  </a:cubicBezTo>
                  <a:cubicBezTo>
                    <a:pt x="84834" y="627864"/>
                    <a:pt x="85268" y="635778"/>
                    <a:pt x="85938" y="643673"/>
                  </a:cubicBezTo>
                  <a:cubicBezTo>
                    <a:pt x="86982" y="655973"/>
                    <a:pt x="88139" y="668263"/>
                    <a:pt x="89258" y="680557"/>
                  </a:cubicBezTo>
                  <a:cubicBezTo>
                    <a:pt x="90087" y="689666"/>
                    <a:pt x="90445" y="698851"/>
                    <a:pt x="91867" y="707868"/>
                  </a:cubicBezTo>
                  <a:cubicBezTo>
                    <a:pt x="95109" y="728435"/>
                    <a:pt x="114866" y="745269"/>
                    <a:pt x="136036" y="745272"/>
                  </a:cubicBezTo>
                  <a:cubicBezTo>
                    <a:pt x="234658" y="745290"/>
                    <a:pt x="333279" y="745288"/>
                    <a:pt x="431901" y="745245"/>
                  </a:cubicBezTo>
                  <a:cubicBezTo>
                    <a:pt x="435357" y="745244"/>
                    <a:pt x="438844" y="744937"/>
                    <a:pt x="442263" y="744418"/>
                  </a:cubicBezTo>
                  <a:cubicBezTo>
                    <a:pt x="457236" y="742149"/>
                    <a:pt x="468153" y="734094"/>
                    <a:pt x="475556" y="720653"/>
                  </a:cubicBezTo>
                  <a:cubicBezTo>
                    <a:pt x="480307" y="713313"/>
                    <a:pt x="481127" y="705305"/>
                    <a:pt x="481246" y="696761"/>
                  </a:cubicBezTo>
                  <a:cubicBezTo>
                    <a:pt x="481559" y="694348"/>
                    <a:pt x="481938" y="692307"/>
                    <a:pt x="482110" y="690249"/>
                  </a:cubicBezTo>
                  <a:cubicBezTo>
                    <a:pt x="483264" y="676416"/>
                    <a:pt x="484445" y="662586"/>
                    <a:pt x="485480" y="648744"/>
                  </a:cubicBezTo>
                  <a:cubicBezTo>
                    <a:pt x="486423" y="636128"/>
                    <a:pt x="487187" y="623499"/>
                    <a:pt x="488044" y="610876"/>
                  </a:cubicBezTo>
                  <a:cubicBezTo>
                    <a:pt x="488317" y="606855"/>
                    <a:pt x="488590" y="602832"/>
                    <a:pt x="488940" y="598817"/>
                  </a:cubicBezTo>
                  <a:cubicBezTo>
                    <a:pt x="490024" y="586384"/>
                    <a:pt x="491204" y="573959"/>
                    <a:pt x="492230" y="561522"/>
                  </a:cubicBezTo>
                  <a:cubicBezTo>
                    <a:pt x="492916" y="553209"/>
                    <a:pt x="493332" y="544875"/>
                    <a:pt x="493995" y="536560"/>
                  </a:cubicBezTo>
                  <a:cubicBezTo>
                    <a:pt x="495044" y="523423"/>
                    <a:pt x="496215" y="510295"/>
                    <a:pt x="497300" y="497160"/>
                  </a:cubicBezTo>
                  <a:cubicBezTo>
                    <a:pt x="497655" y="492863"/>
                    <a:pt x="497870" y="488556"/>
                    <a:pt x="498203" y="484258"/>
                  </a:cubicBezTo>
                  <a:lnTo>
                    <a:pt x="499264" y="471515"/>
                  </a:lnTo>
                  <a:lnTo>
                    <a:pt x="542904" y="471515"/>
                  </a:lnTo>
                  <a:lnTo>
                    <a:pt x="541161" y="493261"/>
                  </a:lnTo>
                  <a:cubicBezTo>
                    <a:pt x="540038" y="507239"/>
                    <a:pt x="538905" y="521215"/>
                    <a:pt x="537781" y="535192"/>
                  </a:cubicBezTo>
                  <a:cubicBezTo>
                    <a:pt x="536936" y="545710"/>
                    <a:pt x="536106" y="556229"/>
                    <a:pt x="535256" y="566746"/>
                  </a:cubicBezTo>
                  <a:cubicBezTo>
                    <a:pt x="534138" y="580583"/>
                    <a:pt x="532999" y="594418"/>
                    <a:pt x="531885" y="608256"/>
                  </a:cubicBezTo>
                  <a:cubicBezTo>
                    <a:pt x="531028" y="618913"/>
                    <a:pt x="530209" y="629573"/>
                    <a:pt x="529351" y="640230"/>
                  </a:cubicBezTo>
                  <a:cubicBezTo>
                    <a:pt x="528238" y="654068"/>
                    <a:pt x="527100" y="667903"/>
                    <a:pt x="525980" y="681740"/>
                  </a:cubicBezTo>
                  <a:cubicBezTo>
                    <a:pt x="525129" y="692254"/>
                    <a:pt x="524622" y="702810"/>
                    <a:pt x="523353" y="713273"/>
                  </a:cubicBezTo>
                  <a:cubicBezTo>
                    <a:pt x="522050" y="724009"/>
                    <a:pt x="518466" y="734121"/>
                    <a:pt x="513009" y="743520"/>
                  </a:cubicBezTo>
                  <a:cubicBezTo>
                    <a:pt x="507690" y="752682"/>
                    <a:pt x="501304" y="760877"/>
                    <a:pt x="493089" y="767738"/>
                  </a:cubicBezTo>
                  <a:cubicBezTo>
                    <a:pt x="481956" y="777036"/>
                    <a:pt x="469490" y="783437"/>
                    <a:pt x="455367" y="786554"/>
                  </a:cubicBezTo>
                  <a:cubicBezTo>
                    <a:pt x="450577" y="787611"/>
                    <a:pt x="445681" y="788188"/>
                    <a:pt x="440833" y="788985"/>
                  </a:cubicBezTo>
                  <a:cubicBezTo>
                    <a:pt x="439994" y="789030"/>
                    <a:pt x="439154" y="789114"/>
                    <a:pt x="438315" y="789114"/>
                  </a:cubicBezTo>
                  <a:cubicBezTo>
                    <a:pt x="336269" y="789112"/>
                    <a:pt x="234224" y="789103"/>
                    <a:pt x="131572" y="788762"/>
                  </a:cubicBezTo>
                  <a:cubicBezTo>
                    <a:pt x="128723" y="788367"/>
                    <a:pt x="126439" y="788556"/>
                    <a:pt x="124243" y="788204"/>
                  </a:cubicBezTo>
                  <a:cubicBezTo>
                    <a:pt x="109189" y="785789"/>
                    <a:pt x="95192" y="780603"/>
                    <a:pt x="83026" y="771270"/>
                  </a:cubicBezTo>
                  <a:cubicBezTo>
                    <a:pt x="66816" y="758835"/>
                    <a:pt x="54682" y="743083"/>
                    <a:pt x="50747" y="722902"/>
                  </a:cubicBezTo>
                  <a:cubicBezTo>
                    <a:pt x="47395" y="705712"/>
                    <a:pt x="46453" y="688045"/>
                    <a:pt x="44606" y="670573"/>
                  </a:cubicBezTo>
                  <a:cubicBezTo>
                    <a:pt x="43585" y="660913"/>
                    <a:pt x="42807" y="651225"/>
                    <a:pt x="42077" y="641538"/>
                  </a:cubicBezTo>
                  <a:cubicBezTo>
                    <a:pt x="40874" y="625595"/>
                    <a:pt x="39799" y="609641"/>
                    <a:pt x="38670" y="593692"/>
                  </a:cubicBezTo>
                  <a:cubicBezTo>
                    <a:pt x="38375" y="589529"/>
                    <a:pt x="38123" y="585363"/>
                    <a:pt x="37775" y="581205"/>
                  </a:cubicBezTo>
                  <a:cubicBezTo>
                    <a:pt x="36688" y="568204"/>
                    <a:pt x="35545" y="555208"/>
                    <a:pt x="34467" y="542206"/>
                  </a:cubicBezTo>
                  <a:cubicBezTo>
                    <a:pt x="34100" y="537768"/>
                    <a:pt x="33925" y="533314"/>
                    <a:pt x="33551" y="528877"/>
                  </a:cubicBezTo>
                  <a:cubicBezTo>
                    <a:pt x="32478" y="516156"/>
                    <a:pt x="31295" y="503444"/>
                    <a:pt x="30260" y="490721"/>
                  </a:cubicBezTo>
                  <a:cubicBezTo>
                    <a:pt x="29583" y="482403"/>
                    <a:pt x="29199" y="474061"/>
                    <a:pt x="28487" y="465748"/>
                  </a:cubicBezTo>
                  <a:cubicBezTo>
                    <a:pt x="27481" y="454004"/>
                    <a:pt x="26254" y="442280"/>
                    <a:pt x="25196" y="430541"/>
                  </a:cubicBezTo>
                  <a:cubicBezTo>
                    <a:pt x="24299" y="420586"/>
                    <a:pt x="23475" y="410625"/>
                    <a:pt x="22680" y="400662"/>
                  </a:cubicBezTo>
                  <a:cubicBezTo>
                    <a:pt x="21519" y="386120"/>
                    <a:pt x="20372" y="371577"/>
                    <a:pt x="19297" y="357029"/>
                  </a:cubicBezTo>
                  <a:cubicBezTo>
                    <a:pt x="18650" y="348288"/>
                    <a:pt x="18163" y="339534"/>
                    <a:pt x="17581" y="330788"/>
                  </a:cubicBezTo>
                  <a:cubicBezTo>
                    <a:pt x="17323" y="326904"/>
                    <a:pt x="17056" y="323020"/>
                    <a:pt x="16709" y="319143"/>
                  </a:cubicBezTo>
                  <a:cubicBezTo>
                    <a:pt x="15620" y="306985"/>
                    <a:pt x="14412" y="294837"/>
                    <a:pt x="13406" y="282673"/>
                  </a:cubicBezTo>
                  <a:cubicBezTo>
                    <a:pt x="12696" y="274077"/>
                    <a:pt x="12294" y="265457"/>
                    <a:pt x="11656" y="256855"/>
                  </a:cubicBezTo>
                  <a:cubicBezTo>
                    <a:pt x="10586" y="242448"/>
                    <a:pt x="9364" y="228051"/>
                    <a:pt x="8344" y="213640"/>
                  </a:cubicBezTo>
                  <a:cubicBezTo>
                    <a:pt x="7537" y="202250"/>
                    <a:pt x="17518" y="192155"/>
                    <a:pt x="29819" y="192161"/>
                  </a:cubicBezTo>
                  <a:close/>
                  <a:moveTo>
                    <a:pt x="471658" y="97810"/>
                  </a:moveTo>
                  <a:cubicBezTo>
                    <a:pt x="384717" y="97770"/>
                    <a:pt x="297776" y="97707"/>
                    <a:pt x="210834" y="97830"/>
                  </a:cubicBezTo>
                  <a:cubicBezTo>
                    <a:pt x="171138" y="97886"/>
                    <a:pt x="131439" y="98149"/>
                    <a:pt x="91751" y="98851"/>
                  </a:cubicBezTo>
                  <a:cubicBezTo>
                    <a:pt x="85667" y="98959"/>
                    <a:pt x="79634" y="101956"/>
                    <a:pt x="72952" y="103758"/>
                  </a:cubicBezTo>
                  <a:cubicBezTo>
                    <a:pt x="61898" y="109605"/>
                    <a:pt x="53448" y="117881"/>
                    <a:pt x="48255" y="129465"/>
                  </a:cubicBezTo>
                  <a:cubicBezTo>
                    <a:pt x="206951" y="129465"/>
                    <a:pt x="365121" y="129465"/>
                    <a:pt x="524383" y="129465"/>
                  </a:cubicBezTo>
                  <a:cubicBezTo>
                    <a:pt x="521242" y="124770"/>
                    <a:pt x="518947" y="120523"/>
                    <a:pt x="515893" y="116918"/>
                  </a:cubicBezTo>
                  <a:cubicBezTo>
                    <a:pt x="504355" y="103292"/>
                    <a:pt x="489103" y="97818"/>
                    <a:pt x="471658" y="97810"/>
                  </a:cubicBezTo>
                  <a:close/>
                  <a:moveTo>
                    <a:pt x="193775" y="0"/>
                  </a:moveTo>
                  <a:cubicBezTo>
                    <a:pt x="255913" y="2"/>
                    <a:pt x="318051" y="11"/>
                    <a:pt x="380760" y="339"/>
                  </a:cubicBezTo>
                  <a:cubicBezTo>
                    <a:pt x="384473" y="1634"/>
                    <a:pt x="387814" y="2209"/>
                    <a:pt x="390723" y="3653"/>
                  </a:cubicBezTo>
                  <a:cubicBezTo>
                    <a:pt x="407436" y="11949"/>
                    <a:pt x="415365" y="25945"/>
                    <a:pt x="416344" y="44218"/>
                  </a:cubicBezTo>
                  <a:cubicBezTo>
                    <a:pt x="416543" y="47935"/>
                    <a:pt x="416372" y="51673"/>
                    <a:pt x="416372" y="55637"/>
                  </a:cubicBezTo>
                  <a:cubicBezTo>
                    <a:pt x="418514" y="55637"/>
                    <a:pt x="420042" y="55637"/>
                    <a:pt x="421570" y="55637"/>
                  </a:cubicBezTo>
                  <a:cubicBezTo>
                    <a:pt x="442490" y="55637"/>
                    <a:pt x="463410" y="55637"/>
                    <a:pt x="484330" y="55639"/>
                  </a:cubicBezTo>
                  <a:cubicBezTo>
                    <a:pt x="485453" y="55639"/>
                    <a:pt x="486596" y="55532"/>
                    <a:pt x="487696" y="55700"/>
                  </a:cubicBezTo>
                  <a:cubicBezTo>
                    <a:pt x="504432" y="58246"/>
                    <a:pt x="519929" y="63804"/>
                    <a:pt x="533564" y="74157"/>
                  </a:cubicBezTo>
                  <a:cubicBezTo>
                    <a:pt x="548407" y="85428"/>
                    <a:pt x="559555" y="99519"/>
                    <a:pt x="565807" y="117076"/>
                  </a:cubicBezTo>
                  <a:cubicBezTo>
                    <a:pt x="568633" y="125012"/>
                    <a:pt x="570115" y="133425"/>
                    <a:pt x="572207" y="141622"/>
                  </a:cubicBezTo>
                  <a:cubicBezTo>
                    <a:pt x="572244" y="145865"/>
                    <a:pt x="572281" y="150108"/>
                    <a:pt x="571999" y="154918"/>
                  </a:cubicBezTo>
                  <a:cubicBezTo>
                    <a:pt x="570866" y="165167"/>
                    <a:pt x="560391" y="173860"/>
                    <a:pt x="550603" y="173846"/>
                  </a:cubicBezTo>
                  <a:cubicBezTo>
                    <a:pt x="374177" y="173603"/>
                    <a:pt x="197751" y="173672"/>
                    <a:pt x="21326" y="173642"/>
                  </a:cubicBezTo>
                  <a:cubicBezTo>
                    <a:pt x="19417" y="173642"/>
                    <a:pt x="17471" y="173394"/>
                    <a:pt x="15607" y="172975"/>
                  </a:cubicBezTo>
                  <a:cubicBezTo>
                    <a:pt x="6896" y="171017"/>
                    <a:pt x="3084" y="164265"/>
                    <a:pt x="25" y="156818"/>
                  </a:cubicBezTo>
                  <a:cubicBezTo>
                    <a:pt x="-12" y="150889"/>
                    <a:pt x="-49" y="144961"/>
                    <a:pt x="237" y="138458"/>
                  </a:cubicBezTo>
                  <a:cubicBezTo>
                    <a:pt x="981" y="135585"/>
                    <a:pt x="1324" y="133269"/>
                    <a:pt x="1839" y="130991"/>
                  </a:cubicBezTo>
                  <a:cubicBezTo>
                    <a:pt x="7091" y="107750"/>
                    <a:pt x="19054" y="88692"/>
                    <a:pt x="38124" y="74422"/>
                  </a:cubicBezTo>
                  <a:cubicBezTo>
                    <a:pt x="53859" y="62648"/>
                    <a:pt x="71590" y="55840"/>
                    <a:pt x="91457" y="55673"/>
                  </a:cubicBezTo>
                  <a:cubicBezTo>
                    <a:pt x="111099" y="55508"/>
                    <a:pt x="130743" y="55637"/>
                    <a:pt x="150386" y="55637"/>
                  </a:cubicBezTo>
                  <a:cubicBezTo>
                    <a:pt x="151861" y="55637"/>
                    <a:pt x="153335" y="55637"/>
                    <a:pt x="154582" y="55637"/>
                  </a:cubicBezTo>
                  <a:cubicBezTo>
                    <a:pt x="155039" y="49153"/>
                    <a:pt x="155186" y="43298"/>
                    <a:pt x="155915" y="37516"/>
                  </a:cubicBezTo>
                  <a:cubicBezTo>
                    <a:pt x="157320" y="26386"/>
                    <a:pt x="162135" y="16717"/>
                    <a:pt x="171308" y="10254"/>
                  </a:cubicBezTo>
                  <a:cubicBezTo>
                    <a:pt x="177341" y="6002"/>
                    <a:pt x="184567" y="3445"/>
                    <a:pt x="191259" y="130"/>
                  </a:cubicBezTo>
                  <a:cubicBezTo>
                    <a:pt x="192098" y="85"/>
                    <a:pt x="192937" y="0"/>
                    <a:pt x="19377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48" name="Freeform: Shape 2247">
              <a:extLst>
                <a:ext uri="{FF2B5EF4-FFF2-40B4-BE49-F238E27FC236}">
                  <a16:creationId xmlns:a16="http://schemas.microsoft.com/office/drawing/2014/main" id="{56AE5F98-0081-057C-0019-C070464B1CE8}"/>
                </a:ext>
                <a:ext uri="{C183D7F6-B498-43B3-948B-1728B52AA6E4}">
                  <adec:decorative xmlns:adec="http://schemas.microsoft.com/office/drawing/2017/decorative" val="1"/>
                </a:ext>
              </a:extLst>
            </p:cNvPr>
            <p:cNvSpPr/>
            <p:nvPr/>
          </p:nvSpPr>
          <p:spPr>
            <a:xfrm>
              <a:off x="7213350" y="4496924"/>
              <a:ext cx="292888" cy="263785"/>
            </a:xfrm>
            <a:custGeom>
              <a:avLst/>
              <a:gdLst>
                <a:gd name="connsiteX0" fmla="*/ 425234 w 505517"/>
                <a:gd name="connsiteY0" fmla="*/ 431615 h 455286"/>
                <a:gd name="connsiteX1" fmla="*/ 419964 w 505517"/>
                <a:gd name="connsiteY1" fmla="*/ 455107 h 455286"/>
                <a:gd name="connsiteX2" fmla="*/ 237720 w 505517"/>
                <a:gd name="connsiteY2" fmla="*/ 455280 h 455286"/>
                <a:gd name="connsiteX3" fmla="*/ 224596 w 505517"/>
                <a:gd name="connsiteY3" fmla="*/ 445122 h 455286"/>
                <a:gd name="connsiteX4" fmla="*/ 232438 w 505517"/>
                <a:gd name="connsiteY4" fmla="*/ 432599 h 455286"/>
                <a:gd name="connsiteX5" fmla="*/ 241133 w 505517"/>
                <a:gd name="connsiteY5" fmla="*/ 431716 h 455286"/>
                <a:gd name="connsiteX6" fmla="*/ 425234 w 505517"/>
                <a:gd name="connsiteY6" fmla="*/ 431615 h 455286"/>
                <a:gd name="connsiteX7" fmla="*/ 116697 w 505517"/>
                <a:gd name="connsiteY7" fmla="*/ 274041 h 455286"/>
                <a:gd name="connsiteX8" fmla="*/ 150097 w 505517"/>
                <a:gd name="connsiteY8" fmla="*/ 278112 h 455286"/>
                <a:gd name="connsiteX9" fmla="*/ 176237 w 505517"/>
                <a:gd name="connsiteY9" fmla="*/ 280775 h 455286"/>
                <a:gd name="connsiteX10" fmla="*/ 180035 w 505517"/>
                <a:gd name="connsiteY10" fmla="*/ 281280 h 455286"/>
                <a:gd name="connsiteX11" fmla="*/ 165841 w 505517"/>
                <a:gd name="connsiteY11" fmla="*/ 301013 h 455286"/>
                <a:gd name="connsiteX12" fmla="*/ 301991 w 505517"/>
                <a:gd name="connsiteY12" fmla="*/ 282889 h 455286"/>
                <a:gd name="connsiteX13" fmla="*/ 317837 w 505517"/>
                <a:gd name="connsiteY13" fmla="*/ 301700 h 455286"/>
                <a:gd name="connsiteX14" fmla="*/ 317149 w 505517"/>
                <a:gd name="connsiteY14" fmla="*/ 305044 h 455286"/>
                <a:gd name="connsiteX15" fmla="*/ 249652 w 505517"/>
                <a:gd name="connsiteY15" fmla="*/ 337879 h 455286"/>
                <a:gd name="connsiteX16" fmla="*/ 198166 w 505517"/>
                <a:gd name="connsiteY16" fmla="*/ 336864 h 455286"/>
                <a:gd name="connsiteX17" fmla="*/ 152929 w 505517"/>
                <a:gd name="connsiteY17" fmla="*/ 318487 h 455286"/>
                <a:gd name="connsiteX18" fmla="*/ 140666 w 505517"/>
                <a:gd name="connsiteY18" fmla="*/ 334568 h 455286"/>
                <a:gd name="connsiteX19" fmla="*/ 131161 w 505517"/>
                <a:gd name="connsiteY19" fmla="*/ 312969 h 455286"/>
                <a:gd name="connsiteX20" fmla="*/ 115711 w 505517"/>
                <a:gd name="connsiteY20" fmla="*/ 276978 h 455286"/>
                <a:gd name="connsiteX21" fmla="*/ 116697 w 505517"/>
                <a:gd name="connsiteY21" fmla="*/ 274041 h 455286"/>
                <a:gd name="connsiteX22" fmla="*/ 438605 w 505517"/>
                <a:gd name="connsiteY22" fmla="*/ 109619 h 455286"/>
                <a:gd name="connsiteX23" fmla="*/ 505517 w 505517"/>
                <a:gd name="connsiteY23" fmla="*/ 109619 h 455286"/>
                <a:gd name="connsiteX24" fmla="*/ 505517 w 505517"/>
                <a:gd name="connsiteY24" fmla="*/ 176085 h 455286"/>
                <a:gd name="connsiteX25" fmla="*/ 438605 w 505517"/>
                <a:gd name="connsiteY25" fmla="*/ 176085 h 455286"/>
                <a:gd name="connsiteX26" fmla="*/ 271576 w 505517"/>
                <a:gd name="connsiteY26" fmla="*/ 67588 h 455286"/>
                <a:gd name="connsiteX27" fmla="*/ 304874 w 505517"/>
                <a:gd name="connsiteY27" fmla="*/ 85730 h 455286"/>
                <a:gd name="connsiteX28" fmla="*/ 341231 w 505517"/>
                <a:gd name="connsiteY28" fmla="*/ 123388 h 455286"/>
                <a:gd name="connsiteX29" fmla="*/ 359876 w 505517"/>
                <a:gd name="connsiteY29" fmla="*/ 174250 h 455286"/>
                <a:gd name="connsiteX30" fmla="*/ 362373 w 505517"/>
                <a:gd name="connsiteY30" fmla="*/ 202864 h 455286"/>
                <a:gd name="connsiteX31" fmla="*/ 384537 w 505517"/>
                <a:gd name="connsiteY31" fmla="*/ 205342 h 455286"/>
                <a:gd name="connsiteX32" fmla="*/ 371780 w 505517"/>
                <a:gd name="connsiteY32" fmla="*/ 222942 h 455286"/>
                <a:gd name="connsiteX33" fmla="*/ 348681 w 505517"/>
                <a:gd name="connsiteY33" fmla="*/ 254053 h 455286"/>
                <a:gd name="connsiteX34" fmla="*/ 343889 w 505517"/>
                <a:gd name="connsiteY34" fmla="*/ 256166 h 455286"/>
                <a:gd name="connsiteX35" fmla="*/ 319618 w 505517"/>
                <a:gd name="connsiteY35" fmla="*/ 199565 h 455286"/>
                <a:gd name="connsiteX36" fmla="*/ 319868 w 505517"/>
                <a:gd name="connsiteY36" fmla="*/ 198082 h 455286"/>
                <a:gd name="connsiteX37" fmla="*/ 339028 w 505517"/>
                <a:gd name="connsiteY37" fmla="*/ 199962 h 455286"/>
                <a:gd name="connsiteX38" fmla="*/ 258147 w 505517"/>
                <a:gd name="connsiteY38" fmla="*/ 91237 h 455286"/>
                <a:gd name="connsiteX39" fmla="*/ 265762 w 505517"/>
                <a:gd name="connsiteY39" fmla="*/ 70119 h 455286"/>
                <a:gd name="connsiteX40" fmla="*/ 271576 w 505517"/>
                <a:gd name="connsiteY40" fmla="*/ 67588 h 455286"/>
                <a:gd name="connsiteX41" fmla="*/ 149843 w 505517"/>
                <a:gd name="connsiteY41" fmla="*/ 59107 h 455286"/>
                <a:gd name="connsiteX42" fmla="*/ 185453 w 505517"/>
                <a:gd name="connsiteY42" fmla="*/ 63250 h 455286"/>
                <a:gd name="connsiteX43" fmla="*/ 215562 w 505517"/>
                <a:gd name="connsiteY43" fmla="*/ 66753 h 455286"/>
                <a:gd name="connsiteX44" fmla="*/ 176240 w 505517"/>
                <a:gd name="connsiteY44" fmla="*/ 119976 h 455286"/>
                <a:gd name="connsiteX45" fmla="*/ 166778 w 505517"/>
                <a:gd name="connsiteY45" fmla="*/ 98939 h 455286"/>
                <a:gd name="connsiteX46" fmla="*/ 153230 w 505517"/>
                <a:gd name="connsiteY46" fmla="*/ 109459 h 455286"/>
                <a:gd name="connsiteX47" fmla="*/ 121253 w 505517"/>
                <a:gd name="connsiteY47" fmla="*/ 151961 h 455286"/>
                <a:gd name="connsiteX48" fmla="*/ 111997 w 505517"/>
                <a:gd name="connsiteY48" fmla="*/ 185957 h 455286"/>
                <a:gd name="connsiteX49" fmla="*/ 113650 w 505517"/>
                <a:gd name="connsiteY49" fmla="*/ 223363 h 455286"/>
                <a:gd name="connsiteX50" fmla="*/ 109946 w 505517"/>
                <a:gd name="connsiteY50" fmla="*/ 227581 h 455286"/>
                <a:gd name="connsiteX51" fmla="*/ 88287 w 505517"/>
                <a:gd name="connsiteY51" fmla="*/ 231540 h 455286"/>
                <a:gd name="connsiteX52" fmla="*/ 158040 w 505517"/>
                <a:gd name="connsiteY52" fmla="*/ 78678 h 455286"/>
                <a:gd name="connsiteX53" fmla="*/ 149843 w 505517"/>
                <a:gd name="connsiteY53" fmla="*/ 59107 h 455286"/>
                <a:gd name="connsiteX54" fmla="*/ 85507 w 505517"/>
                <a:gd name="connsiteY54" fmla="*/ 27 h 455286"/>
                <a:gd name="connsiteX55" fmla="*/ 96861 w 505517"/>
                <a:gd name="connsiteY55" fmla="*/ 9116 h 455286"/>
                <a:gd name="connsiteX56" fmla="*/ 89158 w 505517"/>
                <a:gd name="connsiteY56" fmla="*/ 22367 h 455286"/>
                <a:gd name="connsiteX57" fmla="*/ 84604 w 505517"/>
                <a:gd name="connsiteY57" fmla="*/ 22767 h 455286"/>
                <a:gd name="connsiteX58" fmla="*/ 2092 w 505517"/>
                <a:gd name="connsiteY58" fmla="*/ 22846 h 455286"/>
                <a:gd name="connsiteX59" fmla="*/ 0 w 505517"/>
                <a:gd name="connsiteY59" fmla="*/ 315 h 455286"/>
                <a:gd name="connsiteX60" fmla="*/ 85507 w 505517"/>
                <a:gd name="connsiteY60" fmla="*/ 27 h 45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5517" h="455286">
                  <a:moveTo>
                    <a:pt x="425234" y="431615"/>
                  </a:moveTo>
                  <a:cubicBezTo>
                    <a:pt x="425535" y="439759"/>
                    <a:pt x="424715" y="447767"/>
                    <a:pt x="419964" y="455107"/>
                  </a:cubicBezTo>
                  <a:cubicBezTo>
                    <a:pt x="359071" y="455298"/>
                    <a:pt x="298396" y="455295"/>
                    <a:pt x="237720" y="455280"/>
                  </a:cubicBezTo>
                  <a:cubicBezTo>
                    <a:pt x="230208" y="455278"/>
                    <a:pt x="226257" y="452190"/>
                    <a:pt x="224596" y="445122"/>
                  </a:cubicBezTo>
                  <a:cubicBezTo>
                    <a:pt x="223443" y="440213"/>
                    <a:pt x="227515" y="433527"/>
                    <a:pt x="232438" y="432599"/>
                  </a:cubicBezTo>
                  <a:cubicBezTo>
                    <a:pt x="235292" y="432061"/>
                    <a:pt x="238231" y="431719"/>
                    <a:pt x="241133" y="431716"/>
                  </a:cubicBezTo>
                  <a:cubicBezTo>
                    <a:pt x="302370" y="431657"/>
                    <a:pt x="363608" y="431659"/>
                    <a:pt x="425234" y="431615"/>
                  </a:cubicBezTo>
                  <a:close/>
                  <a:moveTo>
                    <a:pt x="116697" y="274041"/>
                  </a:moveTo>
                  <a:cubicBezTo>
                    <a:pt x="128061" y="275400"/>
                    <a:pt x="139069" y="276845"/>
                    <a:pt x="150097" y="278112"/>
                  </a:cubicBezTo>
                  <a:cubicBezTo>
                    <a:pt x="158797" y="279112"/>
                    <a:pt x="167523" y="279891"/>
                    <a:pt x="176237" y="280775"/>
                  </a:cubicBezTo>
                  <a:cubicBezTo>
                    <a:pt x="177044" y="280857"/>
                    <a:pt x="177846" y="280987"/>
                    <a:pt x="180035" y="281280"/>
                  </a:cubicBezTo>
                  <a:cubicBezTo>
                    <a:pt x="175089" y="288156"/>
                    <a:pt x="170613" y="294379"/>
                    <a:pt x="165841" y="301013"/>
                  </a:cubicBezTo>
                  <a:cubicBezTo>
                    <a:pt x="215302" y="323192"/>
                    <a:pt x="260573" y="318391"/>
                    <a:pt x="301991" y="282889"/>
                  </a:cubicBezTo>
                  <a:cubicBezTo>
                    <a:pt x="307490" y="289352"/>
                    <a:pt x="312769" y="295440"/>
                    <a:pt x="317837" y="301700"/>
                  </a:cubicBezTo>
                  <a:cubicBezTo>
                    <a:pt x="318311" y="302287"/>
                    <a:pt x="317865" y="304470"/>
                    <a:pt x="317149" y="305044"/>
                  </a:cubicBezTo>
                  <a:cubicBezTo>
                    <a:pt x="297142" y="321086"/>
                    <a:pt x="275095" y="333143"/>
                    <a:pt x="249652" y="337879"/>
                  </a:cubicBezTo>
                  <a:cubicBezTo>
                    <a:pt x="232494" y="341073"/>
                    <a:pt x="215248" y="340687"/>
                    <a:pt x="198166" y="336864"/>
                  </a:cubicBezTo>
                  <a:cubicBezTo>
                    <a:pt x="182331" y="333320"/>
                    <a:pt x="167319" y="327681"/>
                    <a:pt x="152929" y="318487"/>
                  </a:cubicBezTo>
                  <a:cubicBezTo>
                    <a:pt x="149031" y="323599"/>
                    <a:pt x="145073" y="328789"/>
                    <a:pt x="140666" y="334568"/>
                  </a:cubicBezTo>
                  <a:cubicBezTo>
                    <a:pt x="137269" y="326855"/>
                    <a:pt x="134181" y="319928"/>
                    <a:pt x="131161" y="312969"/>
                  </a:cubicBezTo>
                  <a:cubicBezTo>
                    <a:pt x="125964" y="300993"/>
                    <a:pt x="120780" y="289009"/>
                    <a:pt x="115711" y="276978"/>
                  </a:cubicBezTo>
                  <a:cubicBezTo>
                    <a:pt x="115394" y="276226"/>
                    <a:pt x="116113" y="275037"/>
                    <a:pt x="116697" y="274041"/>
                  </a:cubicBezTo>
                  <a:close/>
                  <a:moveTo>
                    <a:pt x="438605" y="109619"/>
                  </a:moveTo>
                  <a:lnTo>
                    <a:pt x="505517" y="109619"/>
                  </a:lnTo>
                  <a:lnTo>
                    <a:pt x="505517" y="176085"/>
                  </a:lnTo>
                  <a:lnTo>
                    <a:pt x="438605" y="176085"/>
                  </a:lnTo>
                  <a:close/>
                  <a:moveTo>
                    <a:pt x="271576" y="67588"/>
                  </a:moveTo>
                  <a:cubicBezTo>
                    <a:pt x="282737" y="73534"/>
                    <a:pt x="294374" y="78776"/>
                    <a:pt x="304874" y="85730"/>
                  </a:cubicBezTo>
                  <a:cubicBezTo>
                    <a:pt x="319635" y="95506"/>
                    <a:pt x="331763" y="108301"/>
                    <a:pt x="341231" y="123388"/>
                  </a:cubicBezTo>
                  <a:cubicBezTo>
                    <a:pt x="351034" y="139007"/>
                    <a:pt x="357461" y="155953"/>
                    <a:pt x="359876" y="174250"/>
                  </a:cubicBezTo>
                  <a:cubicBezTo>
                    <a:pt x="361112" y="183621"/>
                    <a:pt x="361547" y="193097"/>
                    <a:pt x="362373" y="202864"/>
                  </a:cubicBezTo>
                  <a:cubicBezTo>
                    <a:pt x="369230" y="203630"/>
                    <a:pt x="376473" y="204440"/>
                    <a:pt x="384537" y="205342"/>
                  </a:cubicBezTo>
                  <a:cubicBezTo>
                    <a:pt x="379991" y="211619"/>
                    <a:pt x="375914" y="217302"/>
                    <a:pt x="371780" y="222942"/>
                  </a:cubicBezTo>
                  <a:cubicBezTo>
                    <a:pt x="364145" y="233362"/>
                    <a:pt x="356569" y="243828"/>
                    <a:pt x="348681" y="254053"/>
                  </a:cubicBezTo>
                  <a:cubicBezTo>
                    <a:pt x="347866" y="255109"/>
                    <a:pt x="347494" y="259677"/>
                    <a:pt x="343889" y="256166"/>
                  </a:cubicBezTo>
                  <a:cubicBezTo>
                    <a:pt x="335728" y="237103"/>
                    <a:pt x="327663" y="218338"/>
                    <a:pt x="319618" y="199565"/>
                  </a:cubicBezTo>
                  <a:cubicBezTo>
                    <a:pt x="319526" y="199352"/>
                    <a:pt x="319698" y="199026"/>
                    <a:pt x="319868" y="198082"/>
                  </a:cubicBezTo>
                  <a:cubicBezTo>
                    <a:pt x="326198" y="198703"/>
                    <a:pt x="332601" y="199331"/>
                    <a:pt x="339028" y="199962"/>
                  </a:cubicBezTo>
                  <a:cubicBezTo>
                    <a:pt x="339759" y="162949"/>
                    <a:pt x="315127" y="110144"/>
                    <a:pt x="258147" y="91237"/>
                  </a:cubicBezTo>
                  <a:cubicBezTo>
                    <a:pt x="260716" y="84206"/>
                    <a:pt x="263506" y="77247"/>
                    <a:pt x="265762" y="70119"/>
                  </a:cubicBezTo>
                  <a:cubicBezTo>
                    <a:pt x="266898" y="66529"/>
                    <a:pt x="268711" y="66061"/>
                    <a:pt x="271576" y="67588"/>
                  </a:cubicBezTo>
                  <a:close/>
                  <a:moveTo>
                    <a:pt x="149843" y="59107"/>
                  </a:moveTo>
                  <a:cubicBezTo>
                    <a:pt x="161979" y="60534"/>
                    <a:pt x="173523" y="61891"/>
                    <a:pt x="185453" y="63250"/>
                  </a:cubicBezTo>
                  <a:cubicBezTo>
                    <a:pt x="195443" y="64383"/>
                    <a:pt x="205048" y="65514"/>
                    <a:pt x="215562" y="66753"/>
                  </a:cubicBezTo>
                  <a:cubicBezTo>
                    <a:pt x="202258" y="84760"/>
                    <a:pt x="189499" y="102029"/>
                    <a:pt x="176240" y="119976"/>
                  </a:cubicBezTo>
                  <a:cubicBezTo>
                    <a:pt x="173030" y="112840"/>
                    <a:pt x="170060" y="106237"/>
                    <a:pt x="166778" y="98939"/>
                  </a:cubicBezTo>
                  <a:cubicBezTo>
                    <a:pt x="162081" y="102554"/>
                    <a:pt x="157360" y="105683"/>
                    <a:pt x="153230" y="109459"/>
                  </a:cubicBezTo>
                  <a:cubicBezTo>
                    <a:pt x="139939" y="121611"/>
                    <a:pt x="128589" y="135264"/>
                    <a:pt x="121253" y="151961"/>
                  </a:cubicBezTo>
                  <a:cubicBezTo>
                    <a:pt x="116467" y="162854"/>
                    <a:pt x="113249" y="174087"/>
                    <a:pt x="111997" y="185957"/>
                  </a:cubicBezTo>
                  <a:cubicBezTo>
                    <a:pt x="110669" y="198541"/>
                    <a:pt x="110668" y="211003"/>
                    <a:pt x="113650" y="223363"/>
                  </a:cubicBezTo>
                  <a:cubicBezTo>
                    <a:pt x="114426" y="226577"/>
                    <a:pt x="112174" y="227157"/>
                    <a:pt x="109946" y="227581"/>
                  </a:cubicBezTo>
                  <a:cubicBezTo>
                    <a:pt x="102736" y="228953"/>
                    <a:pt x="95508" y="230228"/>
                    <a:pt x="88287" y="231540"/>
                  </a:cubicBezTo>
                  <a:cubicBezTo>
                    <a:pt x="77696" y="180092"/>
                    <a:pt x="90863" y="116318"/>
                    <a:pt x="158040" y="78678"/>
                  </a:cubicBezTo>
                  <a:cubicBezTo>
                    <a:pt x="155384" y="72336"/>
                    <a:pt x="152721" y="65977"/>
                    <a:pt x="149843" y="59107"/>
                  </a:cubicBezTo>
                  <a:close/>
                  <a:moveTo>
                    <a:pt x="85507" y="27"/>
                  </a:moveTo>
                  <a:cubicBezTo>
                    <a:pt x="91357" y="37"/>
                    <a:pt x="96102" y="3876"/>
                    <a:pt x="96861" y="9116"/>
                  </a:cubicBezTo>
                  <a:cubicBezTo>
                    <a:pt x="97759" y="15307"/>
                    <a:pt x="94810" y="20522"/>
                    <a:pt x="89158" y="22367"/>
                  </a:cubicBezTo>
                  <a:cubicBezTo>
                    <a:pt x="87745" y="22828"/>
                    <a:pt x="86128" y="22765"/>
                    <a:pt x="84604" y="22767"/>
                  </a:cubicBezTo>
                  <a:cubicBezTo>
                    <a:pt x="57229" y="22798"/>
                    <a:pt x="29855" y="22802"/>
                    <a:pt x="2092" y="22846"/>
                  </a:cubicBezTo>
                  <a:cubicBezTo>
                    <a:pt x="1130" y="15490"/>
                    <a:pt x="556" y="8099"/>
                    <a:pt x="0" y="315"/>
                  </a:cubicBezTo>
                  <a:cubicBezTo>
                    <a:pt x="28514" y="-46"/>
                    <a:pt x="57010" y="-21"/>
                    <a:pt x="85507" y="27"/>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48" name="Group 147">
            <a:extLst>
              <a:ext uri="{FF2B5EF4-FFF2-40B4-BE49-F238E27FC236}">
                <a16:creationId xmlns:a16="http://schemas.microsoft.com/office/drawing/2014/main" id="{0B1B860F-7349-E749-1F2A-73E3886DE373}"/>
              </a:ext>
              <a:ext uri="{C183D7F6-B498-43B3-948B-1728B52AA6E4}">
                <adec:decorative xmlns:adec="http://schemas.microsoft.com/office/drawing/2017/decorative" val="1"/>
              </a:ext>
            </a:extLst>
          </p:cNvPr>
          <p:cNvGrpSpPr>
            <a:grpSpLocks noChangeAspect="1"/>
          </p:cNvGrpSpPr>
          <p:nvPr/>
        </p:nvGrpSpPr>
        <p:grpSpPr>
          <a:xfrm>
            <a:off x="5410469" y="4343071"/>
            <a:ext cx="533491" cy="457200"/>
            <a:chOff x="5410469" y="4343071"/>
            <a:chExt cx="533491" cy="457200"/>
          </a:xfrm>
          <a:solidFill>
            <a:srgbClr val="FF0000"/>
          </a:solidFill>
        </p:grpSpPr>
        <p:sp>
          <p:nvSpPr>
            <p:cNvPr id="2152" name="Freeform: Shape 2151">
              <a:extLst>
                <a:ext uri="{FF2B5EF4-FFF2-40B4-BE49-F238E27FC236}">
                  <a16:creationId xmlns:a16="http://schemas.microsoft.com/office/drawing/2014/main" id="{5EBF94BC-75F6-7EE2-EE57-571A378F595F}"/>
                </a:ext>
                <a:ext uri="{C183D7F6-B498-43B3-948B-1728B52AA6E4}">
                  <adec:decorative xmlns:adec="http://schemas.microsoft.com/office/drawing/2017/decorative" val="1"/>
                </a:ext>
              </a:extLst>
            </p:cNvPr>
            <p:cNvSpPr/>
            <p:nvPr/>
          </p:nvSpPr>
          <p:spPr>
            <a:xfrm>
              <a:off x="5410469" y="4343071"/>
              <a:ext cx="533491" cy="457200"/>
            </a:xfrm>
            <a:custGeom>
              <a:avLst/>
              <a:gdLst>
                <a:gd name="connsiteX0" fmla="*/ 892402 w 1013204"/>
                <a:gd name="connsiteY0" fmla="*/ 670851 h 868312"/>
                <a:gd name="connsiteX1" fmla="*/ 858522 w 1013204"/>
                <a:gd name="connsiteY1" fmla="*/ 670861 h 868312"/>
                <a:gd name="connsiteX2" fmla="*/ 651172 w 1013204"/>
                <a:gd name="connsiteY2" fmla="*/ 670861 h 868312"/>
                <a:gd name="connsiteX3" fmla="*/ 651172 w 1013204"/>
                <a:gd name="connsiteY3" fmla="*/ 823080 h 868312"/>
                <a:gd name="connsiteX4" fmla="*/ 654449 w 1013204"/>
                <a:gd name="connsiteY4" fmla="*/ 823080 h 868312"/>
                <a:gd name="connsiteX5" fmla="*/ 897013 w 1013204"/>
                <a:gd name="connsiteY5" fmla="*/ 823031 h 868312"/>
                <a:gd name="connsiteX6" fmla="*/ 906567 w 1013204"/>
                <a:gd name="connsiteY6" fmla="*/ 821865 h 868312"/>
                <a:gd name="connsiteX7" fmla="*/ 952999 w 1013204"/>
                <a:gd name="connsiteY7" fmla="*/ 792394 h 868312"/>
                <a:gd name="connsiteX8" fmla="*/ 966325 w 1013204"/>
                <a:gd name="connsiteY8" fmla="*/ 729516 h 868312"/>
                <a:gd name="connsiteX9" fmla="*/ 945173 w 1013204"/>
                <a:gd name="connsiteY9" fmla="*/ 692611 h 868312"/>
                <a:gd name="connsiteX10" fmla="*/ 892402 w 1013204"/>
                <a:gd name="connsiteY10" fmla="*/ 670851 h 868312"/>
                <a:gd name="connsiteX11" fmla="*/ 101844 w 1013204"/>
                <a:gd name="connsiteY11" fmla="*/ 44307 h 868312"/>
                <a:gd name="connsiteX12" fmla="*/ 101844 w 1013204"/>
                <a:gd name="connsiteY12" fmla="*/ 50142 h 868312"/>
                <a:gd name="connsiteX13" fmla="*/ 101844 w 1013204"/>
                <a:gd name="connsiteY13" fmla="*/ 245519 h 868312"/>
                <a:gd name="connsiteX14" fmla="*/ 109717 w 1013204"/>
                <a:gd name="connsiteY14" fmla="*/ 255960 h 868312"/>
                <a:gd name="connsiteX15" fmla="*/ 111086 w 1013204"/>
                <a:gd name="connsiteY15" fmla="*/ 256397 h 868312"/>
                <a:gd name="connsiteX16" fmla="*/ 176855 w 1013204"/>
                <a:gd name="connsiteY16" fmla="*/ 267207 h 868312"/>
                <a:gd name="connsiteX17" fmla="*/ 242628 w 1013204"/>
                <a:gd name="connsiteY17" fmla="*/ 277991 h 868312"/>
                <a:gd name="connsiteX18" fmla="*/ 271531 w 1013204"/>
                <a:gd name="connsiteY18" fmla="*/ 282516 h 868312"/>
                <a:gd name="connsiteX19" fmla="*/ 271531 w 1013204"/>
                <a:gd name="connsiteY19" fmla="*/ 328576 h 868312"/>
                <a:gd name="connsiteX20" fmla="*/ 245889 w 1013204"/>
                <a:gd name="connsiteY20" fmla="*/ 324212 h 868312"/>
                <a:gd name="connsiteX21" fmla="*/ 207519 w 1013204"/>
                <a:gd name="connsiteY21" fmla="*/ 318127 h 868312"/>
                <a:gd name="connsiteX22" fmla="*/ 167350 w 1013204"/>
                <a:gd name="connsiteY22" fmla="*/ 311432 h 868312"/>
                <a:gd name="connsiteX23" fmla="*/ 135650 w 1013204"/>
                <a:gd name="connsiteY23" fmla="*/ 306253 h 868312"/>
                <a:gd name="connsiteX24" fmla="*/ 95949 w 1013204"/>
                <a:gd name="connsiteY24" fmla="*/ 299639 h 868312"/>
                <a:gd name="connsiteX25" fmla="*/ 63352 w 1013204"/>
                <a:gd name="connsiteY25" fmla="*/ 294154 h 868312"/>
                <a:gd name="connsiteX26" fmla="*/ 45222 w 1013204"/>
                <a:gd name="connsiteY26" fmla="*/ 291577 h 868312"/>
                <a:gd name="connsiteX27" fmla="*/ 45222 w 1013204"/>
                <a:gd name="connsiteY27" fmla="*/ 383851 h 868312"/>
                <a:gd name="connsiteX28" fmla="*/ 65489 w 1013204"/>
                <a:gd name="connsiteY28" fmla="*/ 381137 h 868312"/>
                <a:gd name="connsiteX29" fmla="*/ 87818 w 1013204"/>
                <a:gd name="connsiteY29" fmla="*/ 377864 h 868312"/>
                <a:gd name="connsiteX30" fmla="*/ 118185 w 1013204"/>
                <a:gd name="connsiteY30" fmla="*/ 373299 h 868312"/>
                <a:gd name="connsiteX31" fmla="*/ 142398 w 1013204"/>
                <a:gd name="connsiteY31" fmla="*/ 369707 h 868312"/>
                <a:gd name="connsiteX32" fmla="*/ 179001 w 1013204"/>
                <a:gd name="connsiteY32" fmla="*/ 364459 h 868312"/>
                <a:gd name="connsiteX33" fmla="*/ 208482 w 1013204"/>
                <a:gd name="connsiteY33" fmla="*/ 360255 h 868312"/>
                <a:gd name="connsiteX34" fmla="*/ 239818 w 1013204"/>
                <a:gd name="connsiteY34" fmla="*/ 355627 h 868312"/>
                <a:gd name="connsiteX35" fmla="*/ 269305 w 1013204"/>
                <a:gd name="connsiteY35" fmla="*/ 351444 h 868312"/>
                <a:gd name="connsiteX36" fmla="*/ 271531 w 1013204"/>
                <a:gd name="connsiteY36" fmla="*/ 351173 h 868312"/>
                <a:gd name="connsiteX37" fmla="*/ 271531 w 1013204"/>
                <a:gd name="connsiteY37" fmla="*/ 396726 h 868312"/>
                <a:gd name="connsiteX38" fmla="*/ 102209 w 1013204"/>
                <a:gd name="connsiteY38" fmla="*/ 421414 h 868312"/>
                <a:gd name="connsiteX39" fmla="*/ 102209 w 1013204"/>
                <a:gd name="connsiteY39" fmla="*/ 625686 h 868312"/>
                <a:gd name="connsiteX40" fmla="*/ 108448 w 1013204"/>
                <a:gd name="connsiteY40" fmla="*/ 625686 h 868312"/>
                <a:gd name="connsiteX41" fmla="*/ 884238 w 1013204"/>
                <a:gd name="connsiteY41" fmla="*/ 625727 h 868312"/>
                <a:gd name="connsiteX42" fmla="*/ 907585 w 1013204"/>
                <a:gd name="connsiteY42" fmla="*/ 626706 h 868312"/>
                <a:gd name="connsiteX43" fmla="*/ 941480 w 1013204"/>
                <a:gd name="connsiteY43" fmla="*/ 636102 h 868312"/>
                <a:gd name="connsiteX44" fmla="*/ 968021 w 1013204"/>
                <a:gd name="connsiteY44" fmla="*/ 650794 h 868312"/>
                <a:gd name="connsiteX45" fmla="*/ 968021 w 1013204"/>
                <a:gd name="connsiteY45" fmla="*/ 645828 h 868312"/>
                <a:gd name="connsiteX46" fmla="*/ 968016 w 1013204"/>
                <a:gd name="connsiteY46" fmla="*/ 354662 h 868312"/>
                <a:gd name="connsiteX47" fmla="*/ 967985 w 1013204"/>
                <a:gd name="connsiteY47" fmla="*/ 348844 h 868312"/>
                <a:gd name="connsiteX48" fmla="*/ 968005 w 1013204"/>
                <a:gd name="connsiteY48" fmla="*/ 317351 h 868312"/>
                <a:gd name="connsiteX49" fmla="*/ 968021 w 1013204"/>
                <a:gd name="connsiteY49" fmla="*/ 113628 h 868312"/>
                <a:gd name="connsiteX50" fmla="*/ 967980 w 1013204"/>
                <a:gd name="connsiteY50" fmla="*/ 110687 h 868312"/>
                <a:gd name="connsiteX51" fmla="*/ 941820 w 1013204"/>
                <a:gd name="connsiteY51" fmla="*/ 63593 h 868312"/>
                <a:gd name="connsiteX52" fmla="*/ 890384 w 1013204"/>
                <a:gd name="connsiteY52" fmla="*/ 44430 h 868312"/>
                <a:gd name="connsiteX53" fmla="*/ 107893 w 1013204"/>
                <a:gd name="connsiteY53" fmla="*/ 44307 h 868312"/>
                <a:gd name="connsiteX54" fmla="*/ 101844 w 1013204"/>
                <a:gd name="connsiteY54" fmla="*/ 44307 h 868312"/>
                <a:gd name="connsiteX55" fmla="*/ 56699 w 1013204"/>
                <a:gd name="connsiteY55" fmla="*/ 114 h 868312"/>
                <a:gd name="connsiteX56" fmla="*/ 849192 w 1013204"/>
                <a:gd name="connsiteY56" fmla="*/ 114 h 868312"/>
                <a:gd name="connsiteX57" fmla="*/ 899269 w 1013204"/>
                <a:gd name="connsiteY57" fmla="*/ 185 h 868312"/>
                <a:gd name="connsiteX58" fmla="*/ 963760 w 1013204"/>
                <a:gd name="connsiteY58" fmla="*/ 22939 h 868312"/>
                <a:gd name="connsiteX59" fmla="*/ 1001831 w 1013204"/>
                <a:gd name="connsiteY59" fmla="*/ 68849 h 868312"/>
                <a:gd name="connsiteX60" fmla="*/ 1012183 w 1013204"/>
                <a:gd name="connsiteY60" fmla="*/ 104930 h 868312"/>
                <a:gd name="connsiteX61" fmla="*/ 1013155 w 1013204"/>
                <a:gd name="connsiteY61" fmla="*/ 125329 h 868312"/>
                <a:gd name="connsiteX62" fmla="*/ 1013204 w 1013204"/>
                <a:gd name="connsiteY62" fmla="*/ 750819 h 868312"/>
                <a:gd name="connsiteX63" fmla="*/ 997115 w 1013204"/>
                <a:gd name="connsiteY63" fmla="*/ 807869 h 868312"/>
                <a:gd name="connsiteX64" fmla="*/ 945603 w 1013204"/>
                <a:gd name="connsiteY64" fmla="*/ 855807 h 868312"/>
                <a:gd name="connsiteX65" fmla="*/ 903909 w 1013204"/>
                <a:gd name="connsiteY65" fmla="*/ 867254 h 868312"/>
                <a:gd name="connsiteX66" fmla="*/ 871229 w 1013204"/>
                <a:gd name="connsiteY66" fmla="*/ 868211 h 868312"/>
                <a:gd name="connsiteX67" fmla="*/ 644894 w 1013204"/>
                <a:gd name="connsiteY67" fmla="*/ 868142 h 868312"/>
                <a:gd name="connsiteX68" fmla="*/ 606698 w 1013204"/>
                <a:gd name="connsiteY68" fmla="*/ 836691 h 868312"/>
                <a:gd name="connsiteX69" fmla="*/ 606625 w 1013204"/>
                <a:gd name="connsiteY69" fmla="*/ 832281 h 868312"/>
                <a:gd name="connsiteX70" fmla="*/ 606623 w 1013204"/>
                <a:gd name="connsiteY70" fmla="*/ 676645 h 868312"/>
                <a:gd name="connsiteX71" fmla="*/ 606623 w 1013204"/>
                <a:gd name="connsiteY71" fmla="*/ 670912 h 868312"/>
                <a:gd name="connsiteX72" fmla="*/ 56702 w 1013204"/>
                <a:gd name="connsiteY72" fmla="*/ 670912 h 868312"/>
                <a:gd name="connsiteX73" fmla="*/ 56702 w 1013204"/>
                <a:gd name="connsiteY73" fmla="*/ 428049 h 868312"/>
                <a:gd name="connsiteX74" fmla="*/ 0 w 1013204"/>
                <a:gd name="connsiteY74" fmla="*/ 436623 h 868312"/>
                <a:gd name="connsiteX75" fmla="*/ 0 w 1013204"/>
                <a:gd name="connsiteY75" fmla="*/ 237524 h 868312"/>
                <a:gd name="connsiteX76" fmla="*/ 56699 w 1013204"/>
                <a:gd name="connsiteY76" fmla="*/ 247253 h 868312"/>
                <a:gd name="connsiteX77" fmla="*/ 56699 w 1013204"/>
                <a:gd name="connsiteY77" fmla="*/ 114 h 86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13204" h="868312">
                  <a:moveTo>
                    <a:pt x="892402" y="670851"/>
                  </a:moveTo>
                  <a:cubicBezTo>
                    <a:pt x="881436" y="670907"/>
                    <a:pt x="870470" y="670861"/>
                    <a:pt x="858522" y="670861"/>
                  </a:cubicBezTo>
                  <a:cubicBezTo>
                    <a:pt x="789362" y="670861"/>
                    <a:pt x="720203" y="670861"/>
                    <a:pt x="651172" y="670861"/>
                  </a:cubicBezTo>
                  <a:cubicBezTo>
                    <a:pt x="651172" y="721977"/>
                    <a:pt x="651172" y="772450"/>
                    <a:pt x="651172" y="823080"/>
                  </a:cubicBezTo>
                  <a:cubicBezTo>
                    <a:pt x="652503" y="823080"/>
                    <a:pt x="653476" y="823080"/>
                    <a:pt x="654449" y="823080"/>
                  </a:cubicBezTo>
                  <a:cubicBezTo>
                    <a:pt x="735304" y="823080"/>
                    <a:pt x="816158" y="823094"/>
                    <a:pt x="897013" y="823031"/>
                  </a:cubicBezTo>
                  <a:cubicBezTo>
                    <a:pt x="900201" y="823028"/>
                    <a:pt x="903447" y="822559"/>
                    <a:pt x="906567" y="821865"/>
                  </a:cubicBezTo>
                  <a:cubicBezTo>
                    <a:pt x="925573" y="817637"/>
                    <a:pt x="941312" y="808109"/>
                    <a:pt x="952999" y="792394"/>
                  </a:cubicBezTo>
                  <a:cubicBezTo>
                    <a:pt x="967042" y="773513"/>
                    <a:pt x="971267" y="752397"/>
                    <a:pt x="966325" y="729516"/>
                  </a:cubicBezTo>
                  <a:cubicBezTo>
                    <a:pt x="963200" y="715050"/>
                    <a:pt x="955819" y="702938"/>
                    <a:pt x="945173" y="692611"/>
                  </a:cubicBezTo>
                  <a:cubicBezTo>
                    <a:pt x="930415" y="678295"/>
                    <a:pt x="913039" y="670746"/>
                    <a:pt x="892402" y="670851"/>
                  </a:cubicBezTo>
                  <a:close/>
                  <a:moveTo>
                    <a:pt x="101844" y="44307"/>
                  </a:moveTo>
                  <a:cubicBezTo>
                    <a:pt x="101844" y="46606"/>
                    <a:pt x="101844" y="48374"/>
                    <a:pt x="101844" y="50142"/>
                  </a:cubicBezTo>
                  <a:cubicBezTo>
                    <a:pt x="101844" y="115268"/>
                    <a:pt x="101844" y="180394"/>
                    <a:pt x="101844" y="245519"/>
                  </a:cubicBezTo>
                  <a:cubicBezTo>
                    <a:pt x="101844" y="253942"/>
                    <a:pt x="101844" y="253940"/>
                    <a:pt x="109717" y="255960"/>
                  </a:cubicBezTo>
                  <a:cubicBezTo>
                    <a:pt x="110180" y="256079"/>
                    <a:pt x="110619" y="256320"/>
                    <a:pt x="111086" y="256397"/>
                  </a:cubicBezTo>
                  <a:cubicBezTo>
                    <a:pt x="133008" y="260008"/>
                    <a:pt x="154932" y="263607"/>
                    <a:pt x="176855" y="267207"/>
                  </a:cubicBezTo>
                  <a:cubicBezTo>
                    <a:pt x="198778" y="270808"/>
                    <a:pt x="220692" y="274469"/>
                    <a:pt x="242628" y="277991"/>
                  </a:cubicBezTo>
                  <a:lnTo>
                    <a:pt x="271531" y="282516"/>
                  </a:lnTo>
                  <a:lnTo>
                    <a:pt x="271531" y="328576"/>
                  </a:lnTo>
                  <a:lnTo>
                    <a:pt x="245889" y="324212"/>
                  </a:lnTo>
                  <a:cubicBezTo>
                    <a:pt x="233111" y="322110"/>
                    <a:pt x="220301" y="320206"/>
                    <a:pt x="207519" y="318127"/>
                  </a:cubicBezTo>
                  <a:cubicBezTo>
                    <a:pt x="194121" y="315948"/>
                    <a:pt x="180742" y="313649"/>
                    <a:pt x="167350" y="311432"/>
                  </a:cubicBezTo>
                  <a:cubicBezTo>
                    <a:pt x="156787" y="309683"/>
                    <a:pt x="146214" y="307998"/>
                    <a:pt x="135650" y="306253"/>
                  </a:cubicBezTo>
                  <a:cubicBezTo>
                    <a:pt x="122413" y="304066"/>
                    <a:pt x="109180" y="301857"/>
                    <a:pt x="95949" y="299639"/>
                  </a:cubicBezTo>
                  <a:cubicBezTo>
                    <a:pt x="85082" y="297818"/>
                    <a:pt x="74229" y="295914"/>
                    <a:pt x="63352" y="294154"/>
                  </a:cubicBezTo>
                  <a:cubicBezTo>
                    <a:pt x="57391" y="293190"/>
                    <a:pt x="51393" y="292447"/>
                    <a:pt x="45222" y="291577"/>
                  </a:cubicBezTo>
                  <a:cubicBezTo>
                    <a:pt x="45222" y="322741"/>
                    <a:pt x="45222" y="353353"/>
                    <a:pt x="45222" y="383851"/>
                  </a:cubicBezTo>
                  <a:cubicBezTo>
                    <a:pt x="52189" y="382922"/>
                    <a:pt x="58845" y="382073"/>
                    <a:pt x="65489" y="381137"/>
                  </a:cubicBezTo>
                  <a:cubicBezTo>
                    <a:pt x="72938" y="380088"/>
                    <a:pt x="80377" y="378974"/>
                    <a:pt x="87818" y="377864"/>
                  </a:cubicBezTo>
                  <a:cubicBezTo>
                    <a:pt x="97942" y="376354"/>
                    <a:pt x="108062" y="374814"/>
                    <a:pt x="118185" y="373299"/>
                  </a:cubicBezTo>
                  <a:cubicBezTo>
                    <a:pt x="126255" y="372091"/>
                    <a:pt x="134323" y="370877"/>
                    <a:pt x="142398" y="369707"/>
                  </a:cubicBezTo>
                  <a:cubicBezTo>
                    <a:pt x="154597" y="367939"/>
                    <a:pt x="166799" y="366203"/>
                    <a:pt x="179001" y="364459"/>
                  </a:cubicBezTo>
                  <a:cubicBezTo>
                    <a:pt x="188828" y="363055"/>
                    <a:pt x="198659" y="361683"/>
                    <a:pt x="208482" y="360255"/>
                  </a:cubicBezTo>
                  <a:cubicBezTo>
                    <a:pt x="218931" y="358736"/>
                    <a:pt x="229368" y="357141"/>
                    <a:pt x="239818" y="355627"/>
                  </a:cubicBezTo>
                  <a:cubicBezTo>
                    <a:pt x="249643" y="354204"/>
                    <a:pt x="259484" y="352889"/>
                    <a:pt x="269305" y="351444"/>
                  </a:cubicBezTo>
                  <a:lnTo>
                    <a:pt x="271531" y="351173"/>
                  </a:lnTo>
                  <a:lnTo>
                    <a:pt x="271531" y="396726"/>
                  </a:lnTo>
                  <a:lnTo>
                    <a:pt x="102209" y="421414"/>
                  </a:lnTo>
                  <a:cubicBezTo>
                    <a:pt x="102209" y="489903"/>
                    <a:pt x="102209" y="557724"/>
                    <a:pt x="102209" y="625686"/>
                  </a:cubicBezTo>
                  <a:cubicBezTo>
                    <a:pt x="104532" y="625686"/>
                    <a:pt x="106490" y="625686"/>
                    <a:pt x="108448" y="625686"/>
                  </a:cubicBezTo>
                  <a:cubicBezTo>
                    <a:pt x="367045" y="625686"/>
                    <a:pt x="625641" y="625678"/>
                    <a:pt x="884238" y="625727"/>
                  </a:cubicBezTo>
                  <a:cubicBezTo>
                    <a:pt x="892021" y="625729"/>
                    <a:pt x="899816" y="626167"/>
                    <a:pt x="907585" y="626706"/>
                  </a:cubicBezTo>
                  <a:cubicBezTo>
                    <a:pt x="919496" y="627532"/>
                    <a:pt x="930835" y="630884"/>
                    <a:pt x="941480" y="636102"/>
                  </a:cubicBezTo>
                  <a:cubicBezTo>
                    <a:pt x="950425" y="640487"/>
                    <a:pt x="958950" y="645730"/>
                    <a:pt x="968021" y="650794"/>
                  </a:cubicBezTo>
                  <a:cubicBezTo>
                    <a:pt x="968021" y="649278"/>
                    <a:pt x="968021" y="647553"/>
                    <a:pt x="968021" y="645828"/>
                  </a:cubicBezTo>
                  <a:cubicBezTo>
                    <a:pt x="968021" y="548773"/>
                    <a:pt x="968022" y="451717"/>
                    <a:pt x="968016" y="354662"/>
                  </a:cubicBezTo>
                  <a:cubicBezTo>
                    <a:pt x="968016" y="353027"/>
                    <a:pt x="967932" y="351393"/>
                    <a:pt x="967985" y="348844"/>
                  </a:cubicBezTo>
                  <a:cubicBezTo>
                    <a:pt x="967955" y="338649"/>
                    <a:pt x="967924" y="328455"/>
                    <a:pt x="968005" y="317351"/>
                  </a:cubicBezTo>
                  <a:cubicBezTo>
                    <a:pt x="968011" y="249443"/>
                    <a:pt x="968016" y="181536"/>
                    <a:pt x="968021" y="113628"/>
                  </a:cubicBezTo>
                  <a:cubicBezTo>
                    <a:pt x="968021" y="112647"/>
                    <a:pt x="968160" y="111636"/>
                    <a:pt x="967980" y="110687"/>
                  </a:cubicBezTo>
                  <a:cubicBezTo>
                    <a:pt x="964458" y="92109"/>
                    <a:pt x="956345" y="76256"/>
                    <a:pt x="941820" y="63593"/>
                  </a:cubicBezTo>
                  <a:cubicBezTo>
                    <a:pt x="926947" y="50626"/>
                    <a:pt x="909581" y="44443"/>
                    <a:pt x="890384" y="44430"/>
                  </a:cubicBezTo>
                  <a:cubicBezTo>
                    <a:pt x="629554" y="44247"/>
                    <a:pt x="368723" y="44307"/>
                    <a:pt x="107893" y="44307"/>
                  </a:cubicBezTo>
                  <a:cubicBezTo>
                    <a:pt x="105986" y="44307"/>
                    <a:pt x="104080" y="44307"/>
                    <a:pt x="101844" y="44307"/>
                  </a:cubicBezTo>
                  <a:close/>
                  <a:moveTo>
                    <a:pt x="56699" y="114"/>
                  </a:moveTo>
                  <a:cubicBezTo>
                    <a:pt x="320878" y="114"/>
                    <a:pt x="584789" y="114"/>
                    <a:pt x="849192" y="114"/>
                  </a:cubicBezTo>
                  <a:cubicBezTo>
                    <a:pt x="866212" y="114"/>
                    <a:pt x="882748" y="-185"/>
                    <a:pt x="899269" y="185"/>
                  </a:cubicBezTo>
                  <a:cubicBezTo>
                    <a:pt x="923176" y="720"/>
                    <a:pt x="944524" y="9103"/>
                    <a:pt x="963760" y="22939"/>
                  </a:cubicBezTo>
                  <a:cubicBezTo>
                    <a:pt x="980392" y="34902"/>
                    <a:pt x="993000" y="50405"/>
                    <a:pt x="1001831" y="68849"/>
                  </a:cubicBezTo>
                  <a:cubicBezTo>
                    <a:pt x="1007289" y="80250"/>
                    <a:pt x="1011204" y="92215"/>
                    <a:pt x="1012183" y="104930"/>
                  </a:cubicBezTo>
                  <a:cubicBezTo>
                    <a:pt x="1012706" y="111716"/>
                    <a:pt x="1013153" y="118528"/>
                    <a:pt x="1013155" y="125329"/>
                  </a:cubicBezTo>
                  <a:cubicBezTo>
                    <a:pt x="1013205" y="333826"/>
                    <a:pt x="1013191" y="542323"/>
                    <a:pt x="1013204" y="750819"/>
                  </a:cubicBezTo>
                  <a:cubicBezTo>
                    <a:pt x="1013205" y="771362"/>
                    <a:pt x="1007384" y="790420"/>
                    <a:pt x="997115" y="807869"/>
                  </a:cubicBezTo>
                  <a:cubicBezTo>
                    <a:pt x="984791" y="828810"/>
                    <a:pt x="967655" y="845128"/>
                    <a:pt x="945603" y="855807"/>
                  </a:cubicBezTo>
                  <a:cubicBezTo>
                    <a:pt x="932446" y="862178"/>
                    <a:pt x="918678" y="866670"/>
                    <a:pt x="903909" y="867254"/>
                  </a:cubicBezTo>
                  <a:cubicBezTo>
                    <a:pt x="893019" y="867684"/>
                    <a:pt x="882123" y="868199"/>
                    <a:pt x="871229" y="868211"/>
                  </a:cubicBezTo>
                  <a:cubicBezTo>
                    <a:pt x="795784" y="868294"/>
                    <a:pt x="720338" y="868419"/>
                    <a:pt x="644894" y="868142"/>
                  </a:cubicBezTo>
                  <a:cubicBezTo>
                    <a:pt x="625603" y="868072"/>
                    <a:pt x="610971" y="855890"/>
                    <a:pt x="606698" y="836691"/>
                  </a:cubicBezTo>
                  <a:cubicBezTo>
                    <a:pt x="606385" y="835285"/>
                    <a:pt x="606625" y="833754"/>
                    <a:pt x="606625" y="832281"/>
                  </a:cubicBezTo>
                  <a:cubicBezTo>
                    <a:pt x="606623" y="780402"/>
                    <a:pt x="606623" y="728524"/>
                    <a:pt x="606623" y="676645"/>
                  </a:cubicBezTo>
                  <a:cubicBezTo>
                    <a:pt x="606623" y="674881"/>
                    <a:pt x="606623" y="673118"/>
                    <a:pt x="606623" y="670912"/>
                  </a:cubicBezTo>
                  <a:cubicBezTo>
                    <a:pt x="423214" y="670912"/>
                    <a:pt x="240180" y="670912"/>
                    <a:pt x="56702" y="670912"/>
                  </a:cubicBezTo>
                  <a:cubicBezTo>
                    <a:pt x="56702" y="589869"/>
                    <a:pt x="56702" y="509273"/>
                    <a:pt x="56702" y="428049"/>
                  </a:cubicBezTo>
                  <a:cubicBezTo>
                    <a:pt x="37582" y="430940"/>
                    <a:pt x="18979" y="433753"/>
                    <a:pt x="0" y="436623"/>
                  </a:cubicBezTo>
                  <a:cubicBezTo>
                    <a:pt x="0" y="370059"/>
                    <a:pt x="0" y="304188"/>
                    <a:pt x="0" y="237524"/>
                  </a:cubicBezTo>
                  <a:cubicBezTo>
                    <a:pt x="18891" y="240765"/>
                    <a:pt x="37648" y="243984"/>
                    <a:pt x="56699" y="247253"/>
                  </a:cubicBezTo>
                  <a:cubicBezTo>
                    <a:pt x="56699" y="164924"/>
                    <a:pt x="56699" y="82807"/>
                    <a:pt x="56699" y="114"/>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258" name="Freeform: Shape 2257">
              <a:extLst>
                <a:ext uri="{FF2B5EF4-FFF2-40B4-BE49-F238E27FC236}">
                  <a16:creationId xmlns:a16="http://schemas.microsoft.com/office/drawing/2014/main" id="{45963EF8-188E-EBB6-7668-031553E75CC0}"/>
                </a:ext>
                <a:ext uri="{C183D7F6-B498-43B3-948B-1728B52AA6E4}">
                  <adec:decorative xmlns:adec="http://schemas.microsoft.com/office/drawing/2017/decorative" val="1"/>
                </a:ext>
              </a:extLst>
            </p:cNvPr>
            <p:cNvSpPr/>
            <p:nvPr/>
          </p:nvSpPr>
          <p:spPr>
            <a:xfrm>
              <a:off x="5569321" y="4418073"/>
              <a:ext cx="350805" cy="197053"/>
            </a:xfrm>
            <a:custGeom>
              <a:avLst/>
              <a:gdLst>
                <a:gd name="connsiteX0" fmla="*/ 0 w 666247"/>
                <a:gd name="connsiteY0" fmla="*/ 165289 h 374243"/>
                <a:gd name="connsiteX1" fmla="*/ 65419 w 666247"/>
                <a:gd name="connsiteY1" fmla="*/ 165289 h 374243"/>
                <a:gd name="connsiteX2" fmla="*/ 65419 w 666247"/>
                <a:gd name="connsiteY2" fmla="*/ 230708 h 374243"/>
                <a:gd name="connsiteX3" fmla="*/ 0 w 666247"/>
                <a:gd name="connsiteY3" fmla="*/ 230708 h 374243"/>
                <a:gd name="connsiteX4" fmla="*/ 269548 w 666247"/>
                <a:gd name="connsiteY4" fmla="*/ 1155 h 374243"/>
                <a:gd name="connsiteX5" fmla="*/ 275455 w 666247"/>
                <a:gd name="connsiteY5" fmla="*/ 9943 h 374243"/>
                <a:gd name="connsiteX6" fmla="*/ 281387 w 666247"/>
                <a:gd name="connsiteY6" fmla="*/ 53865 h 374243"/>
                <a:gd name="connsiteX7" fmla="*/ 287153 w 666247"/>
                <a:gd name="connsiteY7" fmla="*/ 93400 h 374243"/>
                <a:gd name="connsiteX8" fmla="*/ 291218 w 666247"/>
                <a:gd name="connsiteY8" fmla="*/ 126941 h 374243"/>
                <a:gd name="connsiteX9" fmla="*/ 295910 w 666247"/>
                <a:gd name="connsiteY9" fmla="*/ 158844 h 374243"/>
                <a:gd name="connsiteX10" fmla="*/ 299057 w 666247"/>
                <a:gd name="connsiteY10" fmla="*/ 184227 h 374243"/>
                <a:gd name="connsiteX11" fmla="*/ 303707 w 666247"/>
                <a:gd name="connsiteY11" fmla="*/ 217616 h 374243"/>
                <a:gd name="connsiteX12" fmla="*/ 306901 w 666247"/>
                <a:gd name="connsiteY12" fmla="*/ 242985 h 374243"/>
                <a:gd name="connsiteX13" fmla="*/ 310173 w 666247"/>
                <a:gd name="connsiteY13" fmla="*/ 267841 h 374243"/>
                <a:gd name="connsiteX14" fmla="*/ 313917 w 666247"/>
                <a:gd name="connsiteY14" fmla="*/ 285540 h 374243"/>
                <a:gd name="connsiteX15" fmla="*/ 315722 w 666247"/>
                <a:gd name="connsiteY15" fmla="*/ 276846 h 374243"/>
                <a:gd name="connsiteX16" fmla="*/ 326423 w 666247"/>
                <a:gd name="connsiteY16" fmla="*/ 220250 h 374243"/>
                <a:gd name="connsiteX17" fmla="*/ 336414 w 666247"/>
                <a:gd name="connsiteY17" fmla="*/ 163464 h 374243"/>
                <a:gd name="connsiteX18" fmla="*/ 347215 w 666247"/>
                <a:gd name="connsiteY18" fmla="*/ 105409 h 374243"/>
                <a:gd name="connsiteX19" fmla="*/ 356652 w 666247"/>
                <a:gd name="connsiteY19" fmla="*/ 96328 h 374243"/>
                <a:gd name="connsiteX20" fmla="*/ 368884 w 666247"/>
                <a:gd name="connsiteY20" fmla="*/ 102871 h 374243"/>
                <a:gd name="connsiteX21" fmla="*/ 380550 w 666247"/>
                <a:gd name="connsiteY21" fmla="*/ 132234 h 374243"/>
                <a:gd name="connsiteX22" fmla="*/ 401719 w 666247"/>
                <a:gd name="connsiteY22" fmla="*/ 186713 h 374243"/>
                <a:gd name="connsiteX23" fmla="*/ 403457 w 666247"/>
                <a:gd name="connsiteY23" fmla="*/ 189417 h 374243"/>
                <a:gd name="connsiteX24" fmla="*/ 411928 w 666247"/>
                <a:gd name="connsiteY24" fmla="*/ 154972 h 374243"/>
                <a:gd name="connsiteX25" fmla="*/ 425805 w 666247"/>
                <a:gd name="connsiteY25" fmla="*/ 97185 h 374243"/>
                <a:gd name="connsiteX26" fmla="*/ 441441 w 666247"/>
                <a:gd name="connsiteY26" fmla="*/ 32950 h 374243"/>
                <a:gd name="connsiteX27" fmla="*/ 451517 w 666247"/>
                <a:gd name="connsiteY27" fmla="*/ 23245 h 374243"/>
                <a:gd name="connsiteX28" fmla="*/ 461986 w 666247"/>
                <a:gd name="connsiteY28" fmla="*/ 27492 h 374243"/>
                <a:gd name="connsiteX29" fmla="*/ 464940 w 666247"/>
                <a:gd name="connsiteY29" fmla="*/ 36321 h 374243"/>
                <a:gd name="connsiteX30" fmla="*/ 474757 w 666247"/>
                <a:gd name="connsiteY30" fmla="*/ 97576 h 374243"/>
                <a:gd name="connsiteX31" fmla="*/ 482732 w 666247"/>
                <a:gd name="connsiteY31" fmla="*/ 151385 h 374243"/>
                <a:gd name="connsiteX32" fmla="*/ 490437 w 666247"/>
                <a:gd name="connsiteY32" fmla="*/ 197362 h 374243"/>
                <a:gd name="connsiteX33" fmla="*/ 496429 w 666247"/>
                <a:gd name="connsiteY33" fmla="*/ 237353 h 374243"/>
                <a:gd name="connsiteX34" fmla="*/ 501460 w 666247"/>
                <a:gd name="connsiteY34" fmla="*/ 271159 h 374243"/>
                <a:gd name="connsiteX35" fmla="*/ 502812 w 666247"/>
                <a:gd name="connsiteY35" fmla="*/ 273740 h 374243"/>
                <a:gd name="connsiteX36" fmla="*/ 520647 w 666247"/>
                <a:gd name="connsiteY36" fmla="*/ 200078 h 374243"/>
                <a:gd name="connsiteX37" fmla="*/ 535805 w 666247"/>
                <a:gd name="connsiteY37" fmla="*/ 134718 h 374243"/>
                <a:gd name="connsiteX38" fmla="*/ 544998 w 666247"/>
                <a:gd name="connsiteY38" fmla="*/ 125877 h 374243"/>
                <a:gd name="connsiteX39" fmla="*/ 557113 w 666247"/>
                <a:gd name="connsiteY39" fmla="*/ 131223 h 374243"/>
                <a:gd name="connsiteX40" fmla="*/ 567997 w 666247"/>
                <a:gd name="connsiteY40" fmla="*/ 149896 h 374243"/>
                <a:gd name="connsiteX41" fmla="*/ 596628 w 666247"/>
                <a:gd name="connsiteY41" fmla="*/ 200287 h 374243"/>
                <a:gd name="connsiteX42" fmla="*/ 608986 w 666247"/>
                <a:gd name="connsiteY42" fmla="*/ 186587 h 374243"/>
                <a:gd name="connsiteX43" fmla="*/ 633671 w 666247"/>
                <a:gd name="connsiteY43" fmla="*/ 160797 h 374243"/>
                <a:gd name="connsiteX44" fmla="*/ 649568 w 666247"/>
                <a:gd name="connsiteY44" fmla="*/ 160621 h 374243"/>
                <a:gd name="connsiteX45" fmla="*/ 665899 w 666247"/>
                <a:gd name="connsiteY45" fmla="*/ 175711 h 374243"/>
                <a:gd name="connsiteX46" fmla="*/ 666244 w 666247"/>
                <a:gd name="connsiteY46" fmla="*/ 206858 h 374243"/>
                <a:gd name="connsiteX47" fmla="*/ 642021 w 666247"/>
                <a:gd name="connsiteY47" fmla="*/ 185411 h 374243"/>
                <a:gd name="connsiteX48" fmla="*/ 603310 w 666247"/>
                <a:gd name="connsiteY48" fmla="*/ 227473 h 374243"/>
                <a:gd name="connsiteX49" fmla="*/ 584770 w 666247"/>
                <a:gd name="connsiteY49" fmla="*/ 225961 h 374243"/>
                <a:gd name="connsiteX50" fmla="*/ 570129 w 666247"/>
                <a:gd name="connsiteY50" fmla="*/ 200579 h 374243"/>
                <a:gd name="connsiteX51" fmla="*/ 551825 w 666247"/>
                <a:gd name="connsiteY51" fmla="*/ 168377 h 374243"/>
                <a:gd name="connsiteX52" fmla="*/ 542599 w 666247"/>
                <a:gd name="connsiteY52" fmla="*/ 206176 h 374243"/>
                <a:gd name="connsiteX53" fmla="*/ 527185 w 666247"/>
                <a:gd name="connsiteY53" fmla="*/ 270467 h 374243"/>
                <a:gd name="connsiteX54" fmla="*/ 511179 w 666247"/>
                <a:gd name="connsiteY54" fmla="*/ 337577 h 374243"/>
                <a:gd name="connsiteX55" fmla="*/ 499804 w 666247"/>
                <a:gd name="connsiteY55" fmla="*/ 346734 h 374243"/>
                <a:gd name="connsiteX56" fmla="*/ 488524 w 666247"/>
                <a:gd name="connsiteY56" fmla="*/ 336308 h 374243"/>
                <a:gd name="connsiteX57" fmla="*/ 482781 w 666247"/>
                <a:gd name="connsiteY57" fmla="*/ 300723 h 374243"/>
                <a:gd name="connsiteX58" fmla="*/ 476767 w 666247"/>
                <a:gd name="connsiteY58" fmla="*/ 260247 h 374243"/>
                <a:gd name="connsiteX59" fmla="*/ 470111 w 666247"/>
                <a:gd name="connsiteY59" fmla="*/ 219446 h 374243"/>
                <a:gd name="connsiteX60" fmla="*/ 464996 w 666247"/>
                <a:gd name="connsiteY60" fmla="*/ 186149 h 374243"/>
                <a:gd name="connsiteX61" fmla="*/ 459248 w 666247"/>
                <a:gd name="connsiteY61" fmla="*/ 150558 h 374243"/>
                <a:gd name="connsiteX62" fmla="*/ 454173 w 666247"/>
                <a:gd name="connsiteY62" fmla="*/ 115283 h 374243"/>
                <a:gd name="connsiteX63" fmla="*/ 450597 w 666247"/>
                <a:gd name="connsiteY63" fmla="*/ 94446 h 374243"/>
                <a:gd name="connsiteX64" fmla="*/ 447547 w 666247"/>
                <a:gd name="connsiteY64" fmla="*/ 104727 h 374243"/>
                <a:gd name="connsiteX65" fmla="*/ 432503 w 666247"/>
                <a:gd name="connsiteY65" fmla="*/ 168146 h 374243"/>
                <a:gd name="connsiteX66" fmla="*/ 416894 w 666247"/>
                <a:gd name="connsiteY66" fmla="*/ 231882 h 374243"/>
                <a:gd name="connsiteX67" fmla="*/ 407231 w 666247"/>
                <a:gd name="connsiteY67" fmla="*/ 240667 h 374243"/>
                <a:gd name="connsiteX68" fmla="*/ 395432 w 666247"/>
                <a:gd name="connsiteY68" fmla="*/ 234127 h 374243"/>
                <a:gd name="connsiteX69" fmla="*/ 380577 w 666247"/>
                <a:gd name="connsiteY69" fmla="*/ 196221 h 374243"/>
                <a:gd name="connsiteX70" fmla="*/ 362619 w 666247"/>
                <a:gd name="connsiteY70" fmla="*/ 149840 h 374243"/>
                <a:gd name="connsiteX71" fmla="*/ 356998 w 666247"/>
                <a:gd name="connsiteY71" fmla="*/ 179075 h 374243"/>
                <a:gd name="connsiteX72" fmla="*/ 350656 w 666247"/>
                <a:gd name="connsiteY72" fmla="*/ 214038 h 374243"/>
                <a:gd name="connsiteX73" fmla="*/ 343216 w 666247"/>
                <a:gd name="connsiteY73" fmla="*/ 255149 h 374243"/>
                <a:gd name="connsiteX74" fmla="*/ 336932 w 666247"/>
                <a:gd name="connsiteY74" fmla="*/ 288649 h 374243"/>
                <a:gd name="connsiteX75" fmla="*/ 329465 w 666247"/>
                <a:gd name="connsiteY75" fmla="*/ 329755 h 374243"/>
                <a:gd name="connsiteX76" fmla="*/ 322523 w 666247"/>
                <a:gd name="connsiteY76" fmla="*/ 366048 h 374243"/>
                <a:gd name="connsiteX77" fmla="*/ 310202 w 666247"/>
                <a:gd name="connsiteY77" fmla="*/ 374234 h 374243"/>
                <a:gd name="connsiteX78" fmla="*/ 300150 w 666247"/>
                <a:gd name="connsiteY78" fmla="*/ 365461 h 374243"/>
                <a:gd name="connsiteX79" fmla="*/ 297059 w 666247"/>
                <a:gd name="connsiteY79" fmla="*/ 342040 h 374243"/>
                <a:gd name="connsiteX80" fmla="*/ 292298 w 666247"/>
                <a:gd name="connsiteY80" fmla="*/ 308679 h 374243"/>
                <a:gd name="connsiteX81" fmla="*/ 288222 w 666247"/>
                <a:gd name="connsiteY81" fmla="*/ 277110 h 374243"/>
                <a:gd name="connsiteX82" fmla="*/ 283429 w 666247"/>
                <a:gd name="connsiteY82" fmla="*/ 242775 h 374243"/>
                <a:gd name="connsiteX83" fmla="*/ 279364 w 666247"/>
                <a:gd name="connsiteY83" fmla="*/ 209235 h 374243"/>
                <a:gd name="connsiteX84" fmla="*/ 274741 w 666247"/>
                <a:gd name="connsiteY84" fmla="*/ 177317 h 374243"/>
                <a:gd name="connsiteX85" fmla="*/ 271523 w 666247"/>
                <a:gd name="connsiteY85" fmla="*/ 151953 h 374243"/>
                <a:gd name="connsiteX86" fmla="*/ 266739 w 666247"/>
                <a:gd name="connsiteY86" fmla="*/ 118109 h 374243"/>
                <a:gd name="connsiteX87" fmla="*/ 263669 w 666247"/>
                <a:gd name="connsiteY87" fmla="*/ 92221 h 374243"/>
                <a:gd name="connsiteX88" fmla="*/ 262936 w 666247"/>
                <a:gd name="connsiteY88" fmla="*/ 88684 h 374243"/>
                <a:gd name="connsiteX89" fmla="*/ 261593 w 666247"/>
                <a:gd name="connsiteY89" fmla="*/ 88605 h 374243"/>
                <a:gd name="connsiteX90" fmla="*/ 258852 w 666247"/>
                <a:gd name="connsiteY90" fmla="*/ 101243 h 374243"/>
                <a:gd name="connsiteX91" fmla="*/ 246060 w 666247"/>
                <a:gd name="connsiteY91" fmla="*/ 168194 h 374243"/>
                <a:gd name="connsiteX92" fmla="*/ 232321 w 666247"/>
                <a:gd name="connsiteY92" fmla="*/ 240828 h 374243"/>
                <a:gd name="connsiteX93" fmla="*/ 228304 w 666247"/>
                <a:gd name="connsiteY93" fmla="*/ 263024 h 374243"/>
                <a:gd name="connsiteX94" fmla="*/ 217504 w 666247"/>
                <a:gd name="connsiteY94" fmla="*/ 272100 h 374243"/>
                <a:gd name="connsiteX95" fmla="*/ 205780 w 666247"/>
                <a:gd name="connsiteY95" fmla="*/ 262927 h 374243"/>
                <a:gd name="connsiteX96" fmla="*/ 189921 w 666247"/>
                <a:gd name="connsiteY96" fmla="*/ 194290 h 374243"/>
                <a:gd name="connsiteX97" fmla="*/ 182017 w 666247"/>
                <a:gd name="connsiteY97" fmla="*/ 161693 h 374243"/>
                <a:gd name="connsiteX98" fmla="*/ 167761 w 666247"/>
                <a:gd name="connsiteY98" fmla="*/ 102228 h 374243"/>
                <a:gd name="connsiteX99" fmla="*/ 160049 w 666247"/>
                <a:gd name="connsiteY99" fmla="*/ 123867 h 374243"/>
                <a:gd name="connsiteX100" fmla="*/ 134004 w 666247"/>
                <a:gd name="connsiteY100" fmla="*/ 197456 h 374243"/>
                <a:gd name="connsiteX101" fmla="*/ 122514 w 666247"/>
                <a:gd name="connsiteY101" fmla="*/ 205318 h 374243"/>
                <a:gd name="connsiteX102" fmla="*/ 95581 w 666247"/>
                <a:gd name="connsiteY102" fmla="*/ 205319 h 374243"/>
                <a:gd name="connsiteX103" fmla="*/ 95581 w 666247"/>
                <a:gd name="connsiteY103" fmla="*/ 182650 h 374243"/>
                <a:gd name="connsiteX104" fmla="*/ 112275 w 666247"/>
                <a:gd name="connsiteY104" fmla="*/ 182606 h 374243"/>
                <a:gd name="connsiteX105" fmla="*/ 115346 w 666247"/>
                <a:gd name="connsiteY105" fmla="*/ 179860 h 374243"/>
                <a:gd name="connsiteX106" fmla="*/ 132106 w 666247"/>
                <a:gd name="connsiteY106" fmla="*/ 132943 h 374243"/>
                <a:gd name="connsiteX107" fmla="*/ 158747 w 666247"/>
                <a:gd name="connsiteY107" fmla="*/ 58033 h 374243"/>
                <a:gd name="connsiteX108" fmla="*/ 172621 w 666247"/>
                <a:gd name="connsiteY108" fmla="*/ 50137 h 374243"/>
                <a:gd name="connsiteX109" fmla="*/ 181201 w 666247"/>
                <a:gd name="connsiteY109" fmla="*/ 59084 h 374243"/>
                <a:gd name="connsiteX110" fmla="*/ 197551 w 666247"/>
                <a:gd name="connsiteY110" fmla="*/ 127091 h 374243"/>
                <a:gd name="connsiteX111" fmla="*/ 214654 w 666247"/>
                <a:gd name="connsiteY111" fmla="*/ 201349 h 374243"/>
                <a:gd name="connsiteX112" fmla="*/ 216019 w 666247"/>
                <a:gd name="connsiteY112" fmla="*/ 203942 h 374243"/>
                <a:gd name="connsiteX113" fmla="*/ 225275 w 666247"/>
                <a:gd name="connsiteY113" fmla="*/ 157381 h 374243"/>
                <a:gd name="connsiteX114" fmla="*/ 234251 w 666247"/>
                <a:gd name="connsiteY114" fmla="*/ 108243 h 374243"/>
                <a:gd name="connsiteX115" fmla="*/ 242788 w 666247"/>
                <a:gd name="connsiteY115" fmla="*/ 64441 h 374243"/>
                <a:gd name="connsiteX116" fmla="*/ 251935 w 666247"/>
                <a:gd name="connsiteY116" fmla="*/ 15346 h 374243"/>
                <a:gd name="connsiteX117" fmla="*/ 258870 w 666247"/>
                <a:gd name="connsiteY117" fmla="*/ 1406 h 374243"/>
                <a:gd name="connsiteX118" fmla="*/ 269548 w 666247"/>
                <a:gd name="connsiteY118" fmla="*/ 1155 h 37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66247" h="374243">
                  <a:moveTo>
                    <a:pt x="0" y="165289"/>
                  </a:moveTo>
                  <a:lnTo>
                    <a:pt x="65419" y="165289"/>
                  </a:lnTo>
                  <a:lnTo>
                    <a:pt x="65419" y="230708"/>
                  </a:lnTo>
                  <a:lnTo>
                    <a:pt x="0" y="230708"/>
                  </a:lnTo>
                  <a:close/>
                  <a:moveTo>
                    <a:pt x="269548" y="1155"/>
                  </a:moveTo>
                  <a:cubicBezTo>
                    <a:pt x="272607" y="2710"/>
                    <a:pt x="274872" y="5772"/>
                    <a:pt x="275455" y="9943"/>
                  </a:cubicBezTo>
                  <a:cubicBezTo>
                    <a:pt x="277500" y="24574"/>
                    <a:pt x="279338" y="39234"/>
                    <a:pt x="281387" y="53865"/>
                  </a:cubicBezTo>
                  <a:cubicBezTo>
                    <a:pt x="283235" y="67054"/>
                    <a:pt x="285368" y="80203"/>
                    <a:pt x="287153" y="93400"/>
                  </a:cubicBezTo>
                  <a:cubicBezTo>
                    <a:pt x="288662" y="104560"/>
                    <a:pt x="289730" y="115779"/>
                    <a:pt x="291218" y="126941"/>
                  </a:cubicBezTo>
                  <a:cubicBezTo>
                    <a:pt x="292640" y="137594"/>
                    <a:pt x="294438" y="148197"/>
                    <a:pt x="295910" y="158844"/>
                  </a:cubicBezTo>
                  <a:cubicBezTo>
                    <a:pt x="297078" y="167288"/>
                    <a:pt x="297929" y="175776"/>
                    <a:pt x="299057" y="184227"/>
                  </a:cubicBezTo>
                  <a:cubicBezTo>
                    <a:pt x="300543" y="195365"/>
                    <a:pt x="302209" y="206479"/>
                    <a:pt x="303707" y="217616"/>
                  </a:cubicBezTo>
                  <a:cubicBezTo>
                    <a:pt x="304843" y="226063"/>
                    <a:pt x="305817" y="234531"/>
                    <a:pt x="306901" y="242985"/>
                  </a:cubicBezTo>
                  <a:cubicBezTo>
                    <a:pt x="307963" y="251274"/>
                    <a:pt x="309039" y="259562"/>
                    <a:pt x="310173" y="267841"/>
                  </a:cubicBezTo>
                  <a:cubicBezTo>
                    <a:pt x="310976" y="273699"/>
                    <a:pt x="311886" y="279542"/>
                    <a:pt x="313917" y="285540"/>
                  </a:cubicBezTo>
                  <a:cubicBezTo>
                    <a:pt x="314521" y="282642"/>
                    <a:pt x="315169" y="279753"/>
                    <a:pt x="315722" y="276846"/>
                  </a:cubicBezTo>
                  <a:cubicBezTo>
                    <a:pt x="319310" y="257984"/>
                    <a:pt x="322981" y="239138"/>
                    <a:pt x="326423" y="220250"/>
                  </a:cubicBezTo>
                  <a:cubicBezTo>
                    <a:pt x="329869" y="201342"/>
                    <a:pt x="332998" y="182377"/>
                    <a:pt x="336414" y="163464"/>
                  </a:cubicBezTo>
                  <a:cubicBezTo>
                    <a:pt x="339914" y="144094"/>
                    <a:pt x="343561" y="124751"/>
                    <a:pt x="347215" y="105409"/>
                  </a:cubicBezTo>
                  <a:cubicBezTo>
                    <a:pt x="348142" y="100508"/>
                    <a:pt x="351970" y="96978"/>
                    <a:pt x="356652" y="96328"/>
                  </a:cubicBezTo>
                  <a:cubicBezTo>
                    <a:pt x="362262" y="95548"/>
                    <a:pt x="366530" y="97420"/>
                    <a:pt x="368884" y="102871"/>
                  </a:cubicBezTo>
                  <a:cubicBezTo>
                    <a:pt x="373058" y="112535"/>
                    <a:pt x="376727" y="122420"/>
                    <a:pt x="380550" y="132234"/>
                  </a:cubicBezTo>
                  <a:cubicBezTo>
                    <a:pt x="387622" y="150388"/>
                    <a:pt x="394648" y="168559"/>
                    <a:pt x="401719" y="186713"/>
                  </a:cubicBezTo>
                  <a:cubicBezTo>
                    <a:pt x="401983" y="187393"/>
                    <a:pt x="402513" y="187968"/>
                    <a:pt x="403457" y="189417"/>
                  </a:cubicBezTo>
                  <a:cubicBezTo>
                    <a:pt x="406419" y="177386"/>
                    <a:pt x="409218" y="166190"/>
                    <a:pt x="411928" y="154972"/>
                  </a:cubicBezTo>
                  <a:cubicBezTo>
                    <a:pt x="416580" y="135716"/>
                    <a:pt x="421145" y="116439"/>
                    <a:pt x="425805" y="97185"/>
                  </a:cubicBezTo>
                  <a:cubicBezTo>
                    <a:pt x="430988" y="75766"/>
                    <a:pt x="436259" y="54369"/>
                    <a:pt x="441441" y="32950"/>
                  </a:cubicBezTo>
                  <a:cubicBezTo>
                    <a:pt x="442761" y="27493"/>
                    <a:pt x="445745" y="23164"/>
                    <a:pt x="451517" y="23245"/>
                  </a:cubicBezTo>
                  <a:cubicBezTo>
                    <a:pt x="455097" y="23296"/>
                    <a:pt x="459296" y="25095"/>
                    <a:pt x="461986" y="27492"/>
                  </a:cubicBezTo>
                  <a:cubicBezTo>
                    <a:pt x="464006" y="29291"/>
                    <a:pt x="464428" y="33231"/>
                    <a:pt x="464940" y="36321"/>
                  </a:cubicBezTo>
                  <a:cubicBezTo>
                    <a:pt x="468315" y="56722"/>
                    <a:pt x="471608" y="77138"/>
                    <a:pt x="474757" y="97576"/>
                  </a:cubicBezTo>
                  <a:cubicBezTo>
                    <a:pt x="477519" y="115496"/>
                    <a:pt x="479929" y="133471"/>
                    <a:pt x="482732" y="151385"/>
                  </a:cubicBezTo>
                  <a:cubicBezTo>
                    <a:pt x="485135" y="166736"/>
                    <a:pt x="487977" y="182019"/>
                    <a:pt x="490437" y="197362"/>
                  </a:cubicBezTo>
                  <a:cubicBezTo>
                    <a:pt x="492571" y="210670"/>
                    <a:pt x="494450" y="224020"/>
                    <a:pt x="496429" y="237353"/>
                  </a:cubicBezTo>
                  <a:cubicBezTo>
                    <a:pt x="498102" y="248622"/>
                    <a:pt x="499734" y="259898"/>
                    <a:pt x="501460" y="271159"/>
                  </a:cubicBezTo>
                  <a:cubicBezTo>
                    <a:pt x="501596" y="272048"/>
                    <a:pt x="502327" y="272845"/>
                    <a:pt x="502812" y="273740"/>
                  </a:cubicBezTo>
                  <a:cubicBezTo>
                    <a:pt x="508784" y="249114"/>
                    <a:pt x="514824" y="224622"/>
                    <a:pt x="520647" y="200078"/>
                  </a:cubicBezTo>
                  <a:cubicBezTo>
                    <a:pt x="525809" y="178317"/>
                    <a:pt x="530670" y="156485"/>
                    <a:pt x="535805" y="134718"/>
                  </a:cubicBezTo>
                  <a:cubicBezTo>
                    <a:pt x="536923" y="129980"/>
                    <a:pt x="540171" y="126736"/>
                    <a:pt x="544998" y="125877"/>
                  </a:cubicBezTo>
                  <a:cubicBezTo>
                    <a:pt x="550033" y="124982"/>
                    <a:pt x="554381" y="126823"/>
                    <a:pt x="557113" y="131223"/>
                  </a:cubicBezTo>
                  <a:cubicBezTo>
                    <a:pt x="560913" y="137341"/>
                    <a:pt x="564430" y="143636"/>
                    <a:pt x="567997" y="149896"/>
                  </a:cubicBezTo>
                  <a:cubicBezTo>
                    <a:pt x="577407" y="166410"/>
                    <a:pt x="586778" y="182946"/>
                    <a:pt x="596628" y="200287"/>
                  </a:cubicBezTo>
                  <a:cubicBezTo>
                    <a:pt x="601012" y="195413"/>
                    <a:pt x="604896" y="190903"/>
                    <a:pt x="608986" y="186587"/>
                  </a:cubicBezTo>
                  <a:cubicBezTo>
                    <a:pt x="617170" y="177949"/>
                    <a:pt x="625592" y="169532"/>
                    <a:pt x="633671" y="160797"/>
                  </a:cubicBezTo>
                  <a:cubicBezTo>
                    <a:pt x="638610" y="155457"/>
                    <a:pt x="645443" y="156950"/>
                    <a:pt x="649568" y="160621"/>
                  </a:cubicBezTo>
                  <a:cubicBezTo>
                    <a:pt x="655031" y="165481"/>
                    <a:pt x="660265" y="170598"/>
                    <a:pt x="665899" y="175711"/>
                  </a:cubicBezTo>
                  <a:cubicBezTo>
                    <a:pt x="666231" y="186012"/>
                    <a:pt x="666262" y="196206"/>
                    <a:pt x="666244" y="206858"/>
                  </a:cubicBezTo>
                  <a:cubicBezTo>
                    <a:pt x="658268" y="200133"/>
                    <a:pt x="650341" y="192951"/>
                    <a:pt x="642021" y="185411"/>
                  </a:cubicBezTo>
                  <a:cubicBezTo>
                    <a:pt x="629046" y="199511"/>
                    <a:pt x="616185" y="213498"/>
                    <a:pt x="603310" y="227473"/>
                  </a:cubicBezTo>
                  <a:cubicBezTo>
                    <a:pt x="599515" y="231591"/>
                    <a:pt x="588747" y="233220"/>
                    <a:pt x="584770" y="225961"/>
                  </a:cubicBezTo>
                  <a:cubicBezTo>
                    <a:pt x="580078" y="217398"/>
                    <a:pt x="574984" y="209054"/>
                    <a:pt x="570129" y="200579"/>
                  </a:cubicBezTo>
                  <a:cubicBezTo>
                    <a:pt x="564177" y="190189"/>
                    <a:pt x="558292" y="179761"/>
                    <a:pt x="551825" y="168377"/>
                  </a:cubicBezTo>
                  <a:cubicBezTo>
                    <a:pt x="548587" y="181635"/>
                    <a:pt x="545558" y="193897"/>
                    <a:pt x="542599" y="206176"/>
                  </a:cubicBezTo>
                  <a:cubicBezTo>
                    <a:pt x="537438" y="227600"/>
                    <a:pt x="532310" y="249033"/>
                    <a:pt x="527185" y="270467"/>
                  </a:cubicBezTo>
                  <a:cubicBezTo>
                    <a:pt x="521838" y="292834"/>
                    <a:pt x="516501" y="315204"/>
                    <a:pt x="511179" y="337577"/>
                  </a:cubicBezTo>
                  <a:cubicBezTo>
                    <a:pt x="509827" y="343262"/>
                    <a:pt x="505194" y="347030"/>
                    <a:pt x="499804" y="346734"/>
                  </a:cubicBezTo>
                  <a:cubicBezTo>
                    <a:pt x="493629" y="346396"/>
                    <a:pt x="489394" y="342186"/>
                    <a:pt x="488524" y="336308"/>
                  </a:cubicBezTo>
                  <a:cubicBezTo>
                    <a:pt x="486764" y="324423"/>
                    <a:pt x="484617" y="312597"/>
                    <a:pt x="482781" y="300723"/>
                  </a:cubicBezTo>
                  <a:cubicBezTo>
                    <a:pt x="480698" y="287243"/>
                    <a:pt x="478867" y="273724"/>
                    <a:pt x="476767" y="260247"/>
                  </a:cubicBezTo>
                  <a:cubicBezTo>
                    <a:pt x="474645" y="246632"/>
                    <a:pt x="472281" y="233054"/>
                    <a:pt x="470111" y="219446"/>
                  </a:cubicBezTo>
                  <a:cubicBezTo>
                    <a:pt x="468343" y="208357"/>
                    <a:pt x="466749" y="197241"/>
                    <a:pt x="464996" y="186149"/>
                  </a:cubicBezTo>
                  <a:cubicBezTo>
                    <a:pt x="463121" y="174279"/>
                    <a:pt x="461061" y="162438"/>
                    <a:pt x="459248" y="150558"/>
                  </a:cubicBezTo>
                  <a:cubicBezTo>
                    <a:pt x="457456" y="138815"/>
                    <a:pt x="455938" y="127030"/>
                    <a:pt x="454173" y="115283"/>
                  </a:cubicBezTo>
                  <a:cubicBezTo>
                    <a:pt x="453197" y="108784"/>
                    <a:pt x="451959" y="102324"/>
                    <a:pt x="450597" y="94446"/>
                  </a:cubicBezTo>
                  <a:cubicBezTo>
                    <a:pt x="449346" y="98626"/>
                    <a:pt x="448285" y="101638"/>
                    <a:pt x="447547" y="104727"/>
                  </a:cubicBezTo>
                  <a:cubicBezTo>
                    <a:pt x="442501" y="125859"/>
                    <a:pt x="437593" y="147025"/>
                    <a:pt x="432503" y="168146"/>
                  </a:cubicBezTo>
                  <a:cubicBezTo>
                    <a:pt x="427380" y="189411"/>
                    <a:pt x="422088" y="210635"/>
                    <a:pt x="416894" y="231882"/>
                  </a:cubicBezTo>
                  <a:cubicBezTo>
                    <a:pt x="415732" y="236637"/>
                    <a:pt x="412011" y="240074"/>
                    <a:pt x="407231" y="240667"/>
                  </a:cubicBezTo>
                  <a:cubicBezTo>
                    <a:pt x="402401" y="241266"/>
                    <a:pt x="397283" y="238707"/>
                    <a:pt x="395432" y="234127"/>
                  </a:cubicBezTo>
                  <a:cubicBezTo>
                    <a:pt x="390347" y="221545"/>
                    <a:pt x="385491" y="208871"/>
                    <a:pt x="380577" y="196221"/>
                  </a:cubicBezTo>
                  <a:cubicBezTo>
                    <a:pt x="374698" y="181089"/>
                    <a:pt x="368852" y="165944"/>
                    <a:pt x="362619" y="149840"/>
                  </a:cubicBezTo>
                  <a:cubicBezTo>
                    <a:pt x="360609" y="160268"/>
                    <a:pt x="358747" y="169661"/>
                    <a:pt x="356998" y="179075"/>
                  </a:cubicBezTo>
                  <a:cubicBezTo>
                    <a:pt x="354835" y="190720"/>
                    <a:pt x="352764" y="202382"/>
                    <a:pt x="350656" y="214038"/>
                  </a:cubicBezTo>
                  <a:cubicBezTo>
                    <a:pt x="348178" y="227742"/>
                    <a:pt x="345733" y="241452"/>
                    <a:pt x="343216" y="255149"/>
                  </a:cubicBezTo>
                  <a:cubicBezTo>
                    <a:pt x="341162" y="266323"/>
                    <a:pt x="338988" y="277475"/>
                    <a:pt x="336932" y="288649"/>
                  </a:cubicBezTo>
                  <a:cubicBezTo>
                    <a:pt x="334412" y="302345"/>
                    <a:pt x="332000" y="316061"/>
                    <a:pt x="329465" y="329755"/>
                  </a:cubicBezTo>
                  <a:cubicBezTo>
                    <a:pt x="327224" y="341866"/>
                    <a:pt x="325003" y="353984"/>
                    <a:pt x="322523" y="366048"/>
                  </a:cubicBezTo>
                  <a:cubicBezTo>
                    <a:pt x="321320" y="371900"/>
                    <a:pt x="317161" y="374423"/>
                    <a:pt x="310202" y="374234"/>
                  </a:cubicBezTo>
                  <a:cubicBezTo>
                    <a:pt x="305316" y="374102"/>
                    <a:pt x="300953" y="370568"/>
                    <a:pt x="300150" y="365461"/>
                  </a:cubicBezTo>
                  <a:cubicBezTo>
                    <a:pt x="298928" y="357684"/>
                    <a:pt x="298140" y="349840"/>
                    <a:pt x="297059" y="342040"/>
                  </a:cubicBezTo>
                  <a:cubicBezTo>
                    <a:pt x="295518" y="330913"/>
                    <a:pt x="293814" y="319809"/>
                    <a:pt x="292298" y="308679"/>
                  </a:cubicBezTo>
                  <a:cubicBezTo>
                    <a:pt x="290865" y="298166"/>
                    <a:pt x="289640" y="287625"/>
                    <a:pt x="288222" y="277110"/>
                  </a:cubicBezTo>
                  <a:cubicBezTo>
                    <a:pt x="286677" y="265658"/>
                    <a:pt x="284923" y="254233"/>
                    <a:pt x="283429" y="242775"/>
                  </a:cubicBezTo>
                  <a:cubicBezTo>
                    <a:pt x="281973" y="231608"/>
                    <a:pt x="280842" y="220398"/>
                    <a:pt x="279364" y="209235"/>
                  </a:cubicBezTo>
                  <a:cubicBezTo>
                    <a:pt x="277953" y="198578"/>
                    <a:pt x="276211" y="187966"/>
                    <a:pt x="274741" y="177317"/>
                  </a:cubicBezTo>
                  <a:cubicBezTo>
                    <a:pt x="273576" y="168876"/>
                    <a:pt x="272673" y="160398"/>
                    <a:pt x="271523" y="151953"/>
                  </a:cubicBezTo>
                  <a:cubicBezTo>
                    <a:pt x="269986" y="140664"/>
                    <a:pt x="268240" y="129403"/>
                    <a:pt x="266739" y="118109"/>
                  </a:cubicBezTo>
                  <a:cubicBezTo>
                    <a:pt x="265595" y="109496"/>
                    <a:pt x="264706" y="100849"/>
                    <a:pt x="263669" y="92221"/>
                  </a:cubicBezTo>
                  <a:cubicBezTo>
                    <a:pt x="263526" y="91030"/>
                    <a:pt x="263185" y="89862"/>
                    <a:pt x="262936" y="88684"/>
                  </a:cubicBezTo>
                  <a:cubicBezTo>
                    <a:pt x="262488" y="88658"/>
                    <a:pt x="262041" y="88631"/>
                    <a:pt x="261593" y="88605"/>
                  </a:cubicBezTo>
                  <a:cubicBezTo>
                    <a:pt x="260674" y="92817"/>
                    <a:pt x="259666" y="97011"/>
                    <a:pt x="258852" y="101243"/>
                  </a:cubicBezTo>
                  <a:cubicBezTo>
                    <a:pt x="254559" y="123555"/>
                    <a:pt x="250302" y="145873"/>
                    <a:pt x="246060" y="168194"/>
                  </a:cubicBezTo>
                  <a:cubicBezTo>
                    <a:pt x="241461" y="192401"/>
                    <a:pt x="236875" y="216612"/>
                    <a:pt x="232321" y="240828"/>
                  </a:cubicBezTo>
                  <a:cubicBezTo>
                    <a:pt x="230931" y="248217"/>
                    <a:pt x="229770" y="255651"/>
                    <a:pt x="228304" y="263024"/>
                  </a:cubicBezTo>
                  <a:cubicBezTo>
                    <a:pt x="227145" y="268855"/>
                    <a:pt x="223093" y="272107"/>
                    <a:pt x="217504" y="272100"/>
                  </a:cubicBezTo>
                  <a:cubicBezTo>
                    <a:pt x="211099" y="272093"/>
                    <a:pt x="207210" y="269099"/>
                    <a:pt x="205780" y="262927"/>
                  </a:cubicBezTo>
                  <a:cubicBezTo>
                    <a:pt x="200482" y="240051"/>
                    <a:pt x="195256" y="217157"/>
                    <a:pt x="189921" y="194290"/>
                  </a:cubicBezTo>
                  <a:cubicBezTo>
                    <a:pt x="187380" y="183402"/>
                    <a:pt x="184633" y="172563"/>
                    <a:pt x="182017" y="161693"/>
                  </a:cubicBezTo>
                  <a:cubicBezTo>
                    <a:pt x="177358" y="142328"/>
                    <a:pt x="172728" y="122956"/>
                    <a:pt x="167761" y="102228"/>
                  </a:cubicBezTo>
                  <a:cubicBezTo>
                    <a:pt x="164920" y="110197"/>
                    <a:pt x="162471" y="117027"/>
                    <a:pt x="160049" y="123867"/>
                  </a:cubicBezTo>
                  <a:cubicBezTo>
                    <a:pt x="151364" y="148395"/>
                    <a:pt x="142695" y="172929"/>
                    <a:pt x="134004" y="197456"/>
                  </a:cubicBezTo>
                  <a:cubicBezTo>
                    <a:pt x="132171" y="202629"/>
                    <a:pt x="128213" y="205316"/>
                    <a:pt x="122514" y="205318"/>
                  </a:cubicBezTo>
                  <a:lnTo>
                    <a:pt x="95581" y="205319"/>
                  </a:lnTo>
                  <a:lnTo>
                    <a:pt x="95581" y="182650"/>
                  </a:lnTo>
                  <a:lnTo>
                    <a:pt x="112275" y="182606"/>
                  </a:lnTo>
                  <a:cubicBezTo>
                    <a:pt x="113336" y="182594"/>
                    <a:pt x="114919" y="181033"/>
                    <a:pt x="115346" y="179860"/>
                  </a:cubicBezTo>
                  <a:cubicBezTo>
                    <a:pt x="121029" y="164256"/>
                    <a:pt x="126558" y="148596"/>
                    <a:pt x="132106" y="132943"/>
                  </a:cubicBezTo>
                  <a:cubicBezTo>
                    <a:pt x="140961" y="107963"/>
                    <a:pt x="149663" y="82928"/>
                    <a:pt x="158747" y="58033"/>
                  </a:cubicBezTo>
                  <a:cubicBezTo>
                    <a:pt x="160946" y="52008"/>
                    <a:pt x="164432" y="49421"/>
                    <a:pt x="172621" y="50137"/>
                  </a:cubicBezTo>
                  <a:cubicBezTo>
                    <a:pt x="176885" y="50510"/>
                    <a:pt x="179879" y="53581"/>
                    <a:pt x="181201" y="59084"/>
                  </a:cubicBezTo>
                  <a:cubicBezTo>
                    <a:pt x="186647" y="81754"/>
                    <a:pt x="192222" y="104394"/>
                    <a:pt x="197551" y="127091"/>
                  </a:cubicBezTo>
                  <a:cubicBezTo>
                    <a:pt x="203356" y="151819"/>
                    <a:pt x="208934" y="176601"/>
                    <a:pt x="214654" y="201349"/>
                  </a:cubicBezTo>
                  <a:cubicBezTo>
                    <a:pt x="214860" y="202239"/>
                    <a:pt x="215524" y="203025"/>
                    <a:pt x="216019" y="203942"/>
                  </a:cubicBezTo>
                  <a:cubicBezTo>
                    <a:pt x="219137" y="188308"/>
                    <a:pt x="222332" y="172869"/>
                    <a:pt x="225275" y="157381"/>
                  </a:cubicBezTo>
                  <a:cubicBezTo>
                    <a:pt x="228384" y="141024"/>
                    <a:pt x="231175" y="124607"/>
                    <a:pt x="234251" y="108243"/>
                  </a:cubicBezTo>
                  <a:cubicBezTo>
                    <a:pt x="236999" y="93624"/>
                    <a:pt x="240011" y="79055"/>
                    <a:pt x="242788" y="64441"/>
                  </a:cubicBezTo>
                  <a:cubicBezTo>
                    <a:pt x="245895" y="48087"/>
                    <a:pt x="248806" y="31696"/>
                    <a:pt x="251935" y="15346"/>
                  </a:cubicBezTo>
                  <a:cubicBezTo>
                    <a:pt x="252935" y="10116"/>
                    <a:pt x="252922" y="4337"/>
                    <a:pt x="258870" y="1406"/>
                  </a:cubicBezTo>
                  <a:cubicBezTo>
                    <a:pt x="262633" y="-449"/>
                    <a:pt x="266488" y="-401"/>
                    <a:pt x="269548" y="1155"/>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45" name="Group 144">
            <a:extLst>
              <a:ext uri="{FF2B5EF4-FFF2-40B4-BE49-F238E27FC236}">
                <a16:creationId xmlns:a16="http://schemas.microsoft.com/office/drawing/2014/main" id="{44D3F7A7-F279-97BC-ED45-E0D60F276E52}"/>
              </a:ext>
              <a:ext uri="{C183D7F6-B498-43B3-948B-1728B52AA6E4}">
                <adec:decorative xmlns:adec="http://schemas.microsoft.com/office/drawing/2017/decorative" val="1"/>
              </a:ext>
            </a:extLst>
          </p:cNvPr>
          <p:cNvGrpSpPr>
            <a:grpSpLocks noChangeAspect="1"/>
          </p:cNvGrpSpPr>
          <p:nvPr/>
        </p:nvGrpSpPr>
        <p:grpSpPr>
          <a:xfrm>
            <a:off x="3834114" y="4343071"/>
            <a:ext cx="462502" cy="457200"/>
            <a:chOff x="3834114" y="4343071"/>
            <a:chExt cx="462502" cy="457200"/>
          </a:xfrm>
          <a:solidFill>
            <a:srgbClr val="FF0000"/>
          </a:solidFill>
        </p:grpSpPr>
        <p:sp>
          <p:nvSpPr>
            <p:cNvPr id="2266" name="Freeform: Shape 2265">
              <a:extLst>
                <a:ext uri="{FF2B5EF4-FFF2-40B4-BE49-F238E27FC236}">
                  <a16:creationId xmlns:a16="http://schemas.microsoft.com/office/drawing/2014/main" id="{106405B3-F0DB-516A-5E6E-664F1AED3774}"/>
                </a:ext>
                <a:ext uri="{C183D7F6-B498-43B3-948B-1728B52AA6E4}">
                  <adec:decorative xmlns:adec="http://schemas.microsoft.com/office/drawing/2017/decorative" val="1"/>
                </a:ext>
              </a:extLst>
            </p:cNvPr>
            <p:cNvSpPr/>
            <p:nvPr/>
          </p:nvSpPr>
          <p:spPr>
            <a:xfrm>
              <a:off x="3887542" y="4372056"/>
              <a:ext cx="409074" cy="284349"/>
            </a:xfrm>
            <a:custGeom>
              <a:avLst/>
              <a:gdLst>
                <a:gd name="connsiteX0" fmla="*/ 243069 w 751348"/>
                <a:gd name="connsiteY0" fmla="*/ 46905 h 522264"/>
                <a:gd name="connsiteX1" fmla="*/ 243069 w 751348"/>
                <a:gd name="connsiteY1" fmla="*/ 132847 h 522264"/>
                <a:gd name="connsiteX2" fmla="*/ 221401 w 751348"/>
                <a:gd name="connsiteY2" fmla="*/ 167997 h 522264"/>
                <a:gd name="connsiteX3" fmla="*/ 308936 w 751348"/>
                <a:gd name="connsiteY3" fmla="*/ 167997 h 522264"/>
                <a:gd name="connsiteX4" fmla="*/ 287267 w 751348"/>
                <a:gd name="connsiteY4" fmla="*/ 132847 h 522264"/>
                <a:gd name="connsiteX5" fmla="*/ 287267 w 751348"/>
                <a:gd name="connsiteY5" fmla="*/ 46905 h 522264"/>
                <a:gd name="connsiteX6" fmla="*/ 88359 w 751348"/>
                <a:gd name="connsiteY6" fmla="*/ 0 h 522264"/>
                <a:gd name="connsiteX7" fmla="*/ 441976 w 751348"/>
                <a:gd name="connsiteY7" fmla="*/ 0 h 522264"/>
                <a:gd name="connsiteX8" fmla="*/ 441976 w 751348"/>
                <a:gd name="connsiteY8" fmla="*/ 46905 h 522264"/>
                <a:gd name="connsiteX9" fmla="*/ 332097 w 751348"/>
                <a:gd name="connsiteY9" fmla="*/ 46905 h 522264"/>
                <a:gd name="connsiteX10" fmla="*/ 332097 w 751348"/>
                <a:gd name="connsiteY10" fmla="*/ 123629 h 522264"/>
                <a:gd name="connsiteX11" fmla="*/ 360908 w 751348"/>
                <a:gd name="connsiteY11" fmla="*/ 167997 h 522264"/>
                <a:gd name="connsiteX12" fmla="*/ 423324 w 751348"/>
                <a:gd name="connsiteY12" fmla="*/ 167997 h 522264"/>
                <a:gd name="connsiteX13" fmla="*/ 751348 w 751348"/>
                <a:gd name="connsiteY13" fmla="*/ 496021 h 522264"/>
                <a:gd name="connsiteX14" fmla="*/ 751348 w 751348"/>
                <a:gd name="connsiteY14" fmla="*/ 522263 h 522264"/>
                <a:gd name="connsiteX15" fmla="*/ 740372 w 751348"/>
                <a:gd name="connsiteY15" fmla="*/ 522263 h 522264"/>
                <a:gd name="connsiteX16" fmla="*/ 740372 w 751348"/>
                <a:gd name="connsiteY16" fmla="*/ 522264 h 522264"/>
                <a:gd name="connsiteX17" fmla="*/ 554180 w 751348"/>
                <a:gd name="connsiteY17" fmla="*/ 522264 h 522264"/>
                <a:gd name="connsiteX18" fmla="*/ 554180 w 751348"/>
                <a:gd name="connsiteY18" fmla="*/ 522263 h 522264"/>
                <a:gd name="connsiteX19" fmla="*/ 541413 w 751348"/>
                <a:gd name="connsiteY19" fmla="*/ 522263 h 522264"/>
                <a:gd name="connsiteX20" fmla="*/ 541413 w 751348"/>
                <a:gd name="connsiteY20" fmla="*/ 496021 h 522264"/>
                <a:gd name="connsiteX21" fmla="*/ 423324 w 751348"/>
                <a:gd name="connsiteY21" fmla="*/ 377932 h 522264"/>
                <a:gd name="connsiteX22" fmla="*/ 55185 w 751348"/>
                <a:gd name="connsiteY22" fmla="*/ 377932 h 522264"/>
                <a:gd name="connsiteX23" fmla="*/ 0 w 751348"/>
                <a:gd name="connsiteY23" fmla="*/ 377932 h 522264"/>
                <a:gd name="connsiteX24" fmla="*/ 0 w 751348"/>
                <a:gd name="connsiteY24" fmla="*/ 330760 h 522264"/>
                <a:gd name="connsiteX25" fmla="*/ 55185 w 751348"/>
                <a:gd name="connsiteY25" fmla="*/ 330760 h 522264"/>
                <a:gd name="connsiteX26" fmla="*/ 420045 w 751348"/>
                <a:gd name="connsiteY26" fmla="*/ 330760 h 522264"/>
                <a:gd name="connsiteX27" fmla="*/ 420045 w 751348"/>
                <a:gd name="connsiteY27" fmla="*/ 311107 h 522264"/>
                <a:gd name="connsiteX28" fmla="*/ 420045 w 751348"/>
                <a:gd name="connsiteY28" fmla="*/ 311107 h 522264"/>
                <a:gd name="connsiteX29" fmla="*/ 420045 w 751348"/>
                <a:gd name="connsiteY29" fmla="*/ 330401 h 522264"/>
                <a:gd name="connsiteX30" fmla="*/ 420630 w 751348"/>
                <a:gd name="connsiteY30" fmla="*/ 330371 h 522264"/>
                <a:gd name="connsiteX31" fmla="*/ 575745 w 751348"/>
                <a:gd name="connsiteY31" fmla="*/ 433189 h 522264"/>
                <a:gd name="connsiteX32" fmla="*/ 584806 w 751348"/>
                <a:gd name="connsiteY32" fmla="*/ 478066 h 522264"/>
                <a:gd name="connsiteX33" fmla="*/ 706092 w 751348"/>
                <a:gd name="connsiteY33" fmla="*/ 478066 h 522264"/>
                <a:gd name="connsiteX34" fmla="*/ 705655 w 751348"/>
                <a:gd name="connsiteY34" fmla="*/ 469422 h 522264"/>
                <a:gd name="connsiteX35" fmla="*/ 420630 w 751348"/>
                <a:gd name="connsiteY35" fmla="*/ 212211 h 522264"/>
                <a:gd name="connsiteX36" fmla="*/ 420045 w 751348"/>
                <a:gd name="connsiteY36" fmla="*/ 212241 h 522264"/>
                <a:gd name="connsiteX37" fmla="*/ 420045 w 751348"/>
                <a:gd name="connsiteY37" fmla="*/ 212211 h 522264"/>
                <a:gd name="connsiteX38" fmla="*/ 34 w 751348"/>
                <a:gd name="connsiteY38" fmla="*/ 212211 h 522264"/>
                <a:gd name="connsiteX39" fmla="*/ 34 w 751348"/>
                <a:gd name="connsiteY39" fmla="*/ 167997 h 522264"/>
                <a:gd name="connsiteX40" fmla="*/ 169428 w 751348"/>
                <a:gd name="connsiteY40" fmla="*/ 167997 h 522264"/>
                <a:gd name="connsiteX41" fmla="*/ 198239 w 751348"/>
                <a:gd name="connsiteY41" fmla="*/ 123629 h 522264"/>
                <a:gd name="connsiteX42" fmla="*/ 198239 w 751348"/>
                <a:gd name="connsiteY42" fmla="*/ 46905 h 522264"/>
                <a:gd name="connsiteX43" fmla="*/ 88359 w 751348"/>
                <a:gd name="connsiteY43" fmla="*/ 46905 h 52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1348" h="522264">
                  <a:moveTo>
                    <a:pt x="243069" y="46905"/>
                  </a:moveTo>
                  <a:lnTo>
                    <a:pt x="243069" y="132847"/>
                  </a:lnTo>
                  <a:lnTo>
                    <a:pt x="221401" y="167997"/>
                  </a:lnTo>
                  <a:lnTo>
                    <a:pt x="308936" y="167997"/>
                  </a:lnTo>
                  <a:lnTo>
                    <a:pt x="287267" y="132847"/>
                  </a:lnTo>
                  <a:lnTo>
                    <a:pt x="287267" y="46905"/>
                  </a:lnTo>
                  <a:close/>
                  <a:moveTo>
                    <a:pt x="88359" y="0"/>
                  </a:moveTo>
                  <a:lnTo>
                    <a:pt x="441976" y="0"/>
                  </a:lnTo>
                  <a:lnTo>
                    <a:pt x="441976" y="46905"/>
                  </a:lnTo>
                  <a:lnTo>
                    <a:pt x="332097" y="46905"/>
                  </a:lnTo>
                  <a:lnTo>
                    <a:pt x="332097" y="123629"/>
                  </a:lnTo>
                  <a:lnTo>
                    <a:pt x="360908" y="167997"/>
                  </a:lnTo>
                  <a:lnTo>
                    <a:pt x="423324" y="167997"/>
                  </a:lnTo>
                  <a:cubicBezTo>
                    <a:pt x="604402" y="168199"/>
                    <a:pt x="751146" y="314943"/>
                    <a:pt x="751348" y="496021"/>
                  </a:cubicBezTo>
                  <a:lnTo>
                    <a:pt x="751348" y="522263"/>
                  </a:lnTo>
                  <a:lnTo>
                    <a:pt x="740372" y="522263"/>
                  </a:lnTo>
                  <a:lnTo>
                    <a:pt x="740372" y="522264"/>
                  </a:lnTo>
                  <a:lnTo>
                    <a:pt x="554180" y="522264"/>
                  </a:lnTo>
                  <a:lnTo>
                    <a:pt x="554180" y="522263"/>
                  </a:lnTo>
                  <a:lnTo>
                    <a:pt x="541413" y="522263"/>
                  </a:lnTo>
                  <a:lnTo>
                    <a:pt x="541413" y="496021"/>
                  </a:lnTo>
                  <a:cubicBezTo>
                    <a:pt x="541341" y="430832"/>
                    <a:pt x="488513" y="378005"/>
                    <a:pt x="423324" y="377932"/>
                  </a:cubicBezTo>
                  <a:lnTo>
                    <a:pt x="55185" y="377932"/>
                  </a:lnTo>
                  <a:lnTo>
                    <a:pt x="0" y="377932"/>
                  </a:lnTo>
                  <a:lnTo>
                    <a:pt x="0" y="330760"/>
                  </a:lnTo>
                  <a:lnTo>
                    <a:pt x="55185" y="330760"/>
                  </a:lnTo>
                  <a:lnTo>
                    <a:pt x="420045" y="330760"/>
                  </a:lnTo>
                  <a:lnTo>
                    <a:pt x="420045" y="311107"/>
                  </a:lnTo>
                  <a:lnTo>
                    <a:pt x="420045" y="311107"/>
                  </a:lnTo>
                  <a:lnTo>
                    <a:pt x="420045" y="330401"/>
                  </a:lnTo>
                  <a:lnTo>
                    <a:pt x="420630" y="330371"/>
                  </a:lnTo>
                  <a:cubicBezTo>
                    <a:pt x="490361" y="330371"/>
                    <a:pt x="550189" y="372767"/>
                    <a:pt x="575745" y="433189"/>
                  </a:cubicBezTo>
                  <a:lnTo>
                    <a:pt x="584806" y="478066"/>
                  </a:lnTo>
                  <a:lnTo>
                    <a:pt x="706092" y="478066"/>
                  </a:lnTo>
                  <a:lnTo>
                    <a:pt x="705655" y="469422"/>
                  </a:lnTo>
                  <a:cubicBezTo>
                    <a:pt x="690984" y="324950"/>
                    <a:pt x="568972" y="212211"/>
                    <a:pt x="420630" y="212211"/>
                  </a:cubicBezTo>
                  <a:lnTo>
                    <a:pt x="420045" y="212241"/>
                  </a:lnTo>
                  <a:lnTo>
                    <a:pt x="420045" y="212211"/>
                  </a:lnTo>
                  <a:lnTo>
                    <a:pt x="34" y="212211"/>
                  </a:lnTo>
                  <a:lnTo>
                    <a:pt x="34" y="167997"/>
                  </a:lnTo>
                  <a:lnTo>
                    <a:pt x="169428" y="167997"/>
                  </a:lnTo>
                  <a:lnTo>
                    <a:pt x="198239" y="123629"/>
                  </a:lnTo>
                  <a:lnTo>
                    <a:pt x="198239" y="46905"/>
                  </a:lnTo>
                  <a:lnTo>
                    <a:pt x="88359" y="46905"/>
                  </a:lnTo>
                  <a:close/>
                </a:path>
              </a:pathLst>
            </a:custGeom>
            <a:solidFill>
              <a:schemeClr val="accent2"/>
            </a:solidFill>
            <a:ln w="52685" cap="flat">
              <a:noFill/>
              <a:prstDash val="solid"/>
              <a:miter/>
            </a:ln>
          </p:spPr>
          <p:txBody>
            <a:bodyPr wrap="square" rtlCol="0" anchor="ctr">
              <a:noAutofit/>
            </a:bodyPr>
            <a:lstStyle/>
            <a:p>
              <a:endParaRPr lang="en-US" dirty="0"/>
            </a:p>
          </p:txBody>
        </p:sp>
        <p:sp>
          <p:nvSpPr>
            <p:cNvPr id="2267" name="Freeform: Shape 2266">
              <a:extLst>
                <a:ext uri="{FF2B5EF4-FFF2-40B4-BE49-F238E27FC236}">
                  <a16:creationId xmlns:a16="http://schemas.microsoft.com/office/drawing/2014/main" id="{CCAD8710-30FE-A263-DBAD-DF29B0C25975}"/>
                </a:ext>
                <a:ext uri="{C183D7F6-B498-43B3-948B-1728B52AA6E4}">
                  <adec:decorative xmlns:adec="http://schemas.microsoft.com/office/drawing/2017/decorative" val="1"/>
                </a:ext>
              </a:extLst>
            </p:cNvPr>
            <p:cNvSpPr/>
            <p:nvPr/>
          </p:nvSpPr>
          <p:spPr>
            <a:xfrm>
              <a:off x="3834114" y="4343071"/>
              <a:ext cx="445653" cy="457200"/>
            </a:xfrm>
            <a:custGeom>
              <a:avLst/>
              <a:gdLst>
                <a:gd name="connsiteX0" fmla="*/ 746595 w 818534"/>
                <a:gd name="connsiteY0" fmla="*/ 618715 h 839741"/>
                <a:gd name="connsiteX1" fmla="*/ 818529 w 818534"/>
                <a:gd name="connsiteY1" fmla="*/ 767030 h 839741"/>
                <a:gd name="connsiteX2" fmla="*/ 818529 w 818534"/>
                <a:gd name="connsiteY2" fmla="*/ 768770 h 839741"/>
                <a:gd name="connsiteX3" fmla="*/ 745719 w 818534"/>
                <a:gd name="connsiteY3" fmla="*/ 839736 h 839741"/>
                <a:gd name="connsiteX4" fmla="*/ 674652 w 818534"/>
                <a:gd name="connsiteY4" fmla="*/ 767030 h 839741"/>
                <a:gd name="connsiteX5" fmla="*/ 746595 w 818534"/>
                <a:gd name="connsiteY5" fmla="*/ 618715 h 839741"/>
                <a:gd name="connsiteX6" fmla="*/ 0 w 818534"/>
                <a:gd name="connsiteY6" fmla="*/ 209770 h 839741"/>
                <a:gd name="connsiteX7" fmla="*/ 66259 w 818534"/>
                <a:gd name="connsiteY7" fmla="*/ 209770 h 839741"/>
                <a:gd name="connsiteX8" fmla="*/ 66259 w 818534"/>
                <a:gd name="connsiteY8" fmla="*/ 276029 h 839741"/>
                <a:gd name="connsiteX9" fmla="*/ 0 w 818534"/>
                <a:gd name="connsiteY9" fmla="*/ 276029 h 839741"/>
                <a:gd name="connsiteX10" fmla="*/ 316151 w 818534"/>
                <a:gd name="connsiteY10" fmla="*/ 0 h 839741"/>
                <a:gd name="connsiteX11" fmla="*/ 410449 w 818534"/>
                <a:gd name="connsiteY11" fmla="*/ 0 h 839741"/>
                <a:gd name="connsiteX12" fmla="*/ 448168 w 818534"/>
                <a:gd name="connsiteY12" fmla="*/ 53237 h 839741"/>
                <a:gd name="connsiteX13" fmla="*/ 278432 w 818534"/>
                <a:gd name="connsiteY13" fmla="*/ 53237 h 83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8534" h="839741">
                  <a:moveTo>
                    <a:pt x="746595" y="618715"/>
                  </a:moveTo>
                  <a:cubicBezTo>
                    <a:pt x="746595" y="618715"/>
                    <a:pt x="818539" y="720790"/>
                    <a:pt x="818529" y="767030"/>
                  </a:cubicBezTo>
                  <a:cubicBezTo>
                    <a:pt x="818536" y="767611"/>
                    <a:pt x="818536" y="768190"/>
                    <a:pt x="818529" y="768770"/>
                  </a:cubicBezTo>
                  <a:cubicBezTo>
                    <a:pt x="818048" y="808444"/>
                    <a:pt x="785449" y="840216"/>
                    <a:pt x="745719" y="839736"/>
                  </a:cubicBezTo>
                  <a:cubicBezTo>
                    <a:pt x="705989" y="839256"/>
                    <a:pt x="674171" y="806704"/>
                    <a:pt x="674652" y="767030"/>
                  </a:cubicBezTo>
                  <a:cubicBezTo>
                    <a:pt x="674652" y="721085"/>
                    <a:pt x="746595" y="618715"/>
                    <a:pt x="746595" y="618715"/>
                  </a:cubicBezTo>
                  <a:close/>
                  <a:moveTo>
                    <a:pt x="0" y="209770"/>
                  </a:moveTo>
                  <a:lnTo>
                    <a:pt x="66259" y="209770"/>
                  </a:lnTo>
                  <a:lnTo>
                    <a:pt x="66259" y="276029"/>
                  </a:lnTo>
                  <a:lnTo>
                    <a:pt x="0" y="276029"/>
                  </a:lnTo>
                  <a:close/>
                  <a:moveTo>
                    <a:pt x="316151" y="0"/>
                  </a:moveTo>
                  <a:lnTo>
                    <a:pt x="410449" y="0"/>
                  </a:lnTo>
                  <a:lnTo>
                    <a:pt x="448168" y="53237"/>
                  </a:lnTo>
                  <a:lnTo>
                    <a:pt x="278432" y="53237"/>
                  </a:lnTo>
                  <a:close/>
                </a:path>
              </a:pathLst>
            </a:custGeom>
            <a:solidFill>
              <a:schemeClr val="accent1"/>
            </a:solidFill>
            <a:ln w="52685" cap="flat">
              <a:noFill/>
              <a:prstDash val="solid"/>
              <a:miter/>
            </a:ln>
          </p:spPr>
          <p:txBody>
            <a:bodyPr wrap="square" rtlCol="0" anchor="ctr">
              <a:noAutofit/>
            </a:bodyPr>
            <a:lstStyle/>
            <a:p>
              <a:endParaRPr lang="en-US" dirty="0"/>
            </a:p>
          </p:txBody>
        </p:sp>
      </p:grpSp>
      <p:grpSp>
        <p:nvGrpSpPr>
          <p:cNvPr id="147" name="Group 146">
            <a:extLst>
              <a:ext uri="{FF2B5EF4-FFF2-40B4-BE49-F238E27FC236}">
                <a16:creationId xmlns:a16="http://schemas.microsoft.com/office/drawing/2014/main" id="{E31BB2AC-F06F-78B2-40BC-60B3FBC2FD48}"/>
              </a:ext>
              <a:ext uri="{C183D7F6-B498-43B3-948B-1728B52AA6E4}">
                <adec:decorative xmlns:adec="http://schemas.microsoft.com/office/drawing/2017/decorative" val="1"/>
              </a:ext>
            </a:extLst>
          </p:cNvPr>
          <p:cNvGrpSpPr>
            <a:grpSpLocks noChangeAspect="1"/>
          </p:cNvGrpSpPr>
          <p:nvPr/>
        </p:nvGrpSpPr>
        <p:grpSpPr>
          <a:xfrm>
            <a:off x="2751977" y="4343071"/>
            <a:ext cx="452878" cy="457200"/>
            <a:chOff x="2751977" y="4343071"/>
            <a:chExt cx="452878" cy="457200"/>
          </a:xfrm>
          <a:solidFill>
            <a:srgbClr val="FF0000"/>
          </a:solidFill>
        </p:grpSpPr>
        <p:sp>
          <p:nvSpPr>
            <p:cNvPr id="2270" name="Freeform: Shape 2269">
              <a:extLst>
                <a:ext uri="{FF2B5EF4-FFF2-40B4-BE49-F238E27FC236}">
                  <a16:creationId xmlns:a16="http://schemas.microsoft.com/office/drawing/2014/main" id="{CC186A11-D640-980A-B7CF-429EE8E1A648}"/>
                </a:ext>
                <a:ext uri="{C183D7F6-B498-43B3-948B-1728B52AA6E4}">
                  <adec:decorative xmlns:adec="http://schemas.microsoft.com/office/drawing/2017/decorative" val="1"/>
                </a:ext>
              </a:extLst>
            </p:cNvPr>
            <p:cNvSpPr/>
            <p:nvPr/>
          </p:nvSpPr>
          <p:spPr>
            <a:xfrm>
              <a:off x="2751977" y="4347418"/>
              <a:ext cx="452878" cy="452853"/>
            </a:xfrm>
            <a:custGeom>
              <a:avLst/>
              <a:gdLst>
                <a:gd name="connsiteX0" fmla="*/ 643163 w 775441"/>
                <a:gd name="connsiteY0" fmla="*/ 395132 h 775398"/>
                <a:gd name="connsiteX1" fmla="*/ 618695 w 775441"/>
                <a:gd name="connsiteY1" fmla="*/ 396779 h 775398"/>
                <a:gd name="connsiteX2" fmla="*/ 578033 w 775441"/>
                <a:gd name="connsiteY2" fmla="*/ 405598 h 775398"/>
                <a:gd name="connsiteX3" fmla="*/ 515555 w 775441"/>
                <a:gd name="connsiteY3" fmla="*/ 440078 h 775398"/>
                <a:gd name="connsiteX4" fmla="*/ 488441 w 775441"/>
                <a:gd name="connsiteY4" fmla="*/ 466210 h 775398"/>
                <a:gd name="connsiteX5" fmla="*/ 466822 w 775441"/>
                <a:gd name="connsiteY5" fmla="*/ 497292 h 775398"/>
                <a:gd name="connsiteX6" fmla="*/ 445724 w 775441"/>
                <a:gd name="connsiteY6" fmla="*/ 552650 h 775398"/>
                <a:gd name="connsiteX7" fmla="*/ 441732 w 775441"/>
                <a:gd name="connsiteY7" fmla="*/ 579098 h 775398"/>
                <a:gd name="connsiteX8" fmla="*/ 440938 w 775441"/>
                <a:gd name="connsiteY8" fmla="*/ 587199 h 775398"/>
                <a:gd name="connsiteX9" fmla="*/ 442115 w 775441"/>
                <a:gd name="connsiteY9" fmla="*/ 625283 h 775398"/>
                <a:gd name="connsiteX10" fmla="*/ 459826 w 775441"/>
                <a:gd name="connsiteY10" fmla="*/ 624175 h 775398"/>
                <a:gd name="connsiteX11" fmla="*/ 477263 w 775441"/>
                <a:gd name="connsiteY11" fmla="*/ 622463 h 775398"/>
                <a:gd name="connsiteX12" fmla="*/ 521339 w 775441"/>
                <a:gd name="connsiteY12" fmla="*/ 610825 h 775398"/>
                <a:gd name="connsiteX13" fmla="*/ 566056 w 775441"/>
                <a:gd name="connsiteY13" fmla="*/ 586315 h 775398"/>
                <a:gd name="connsiteX14" fmla="*/ 600186 w 775441"/>
                <a:gd name="connsiteY14" fmla="*/ 554642 h 775398"/>
                <a:gd name="connsiteX15" fmla="*/ 625573 w 775441"/>
                <a:gd name="connsiteY15" fmla="*/ 516573 h 775398"/>
                <a:gd name="connsiteX16" fmla="*/ 642487 w 775441"/>
                <a:gd name="connsiteY16" fmla="*/ 469483 h 775398"/>
                <a:gd name="connsiteX17" fmla="*/ 647623 w 775441"/>
                <a:gd name="connsiteY17" fmla="*/ 433752 h 775398"/>
                <a:gd name="connsiteX18" fmla="*/ 646766 w 775441"/>
                <a:gd name="connsiteY18" fmla="*/ 397863 h 775398"/>
                <a:gd name="connsiteX19" fmla="*/ 643163 w 775441"/>
                <a:gd name="connsiteY19" fmla="*/ 395132 h 775398"/>
                <a:gd name="connsiteX20" fmla="*/ 132278 w 775441"/>
                <a:gd name="connsiteY20" fmla="*/ 395132 h 775398"/>
                <a:gd name="connsiteX21" fmla="*/ 128675 w 775441"/>
                <a:gd name="connsiteY21" fmla="*/ 397863 h 775398"/>
                <a:gd name="connsiteX22" fmla="*/ 127818 w 775441"/>
                <a:gd name="connsiteY22" fmla="*/ 433752 h 775398"/>
                <a:gd name="connsiteX23" fmla="*/ 132954 w 775441"/>
                <a:gd name="connsiteY23" fmla="*/ 469483 h 775398"/>
                <a:gd name="connsiteX24" fmla="*/ 149868 w 775441"/>
                <a:gd name="connsiteY24" fmla="*/ 516573 h 775398"/>
                <a:gd name="connsiteX25" fmla="*/ 175255 w 775441"/>
                <a:gd name="connsiteY25" fmla="*/ 554642 h 775398"/>
                <a:gd name="connsiteX26" fmla="*/ 209385 w 775441"/>
                <a:gd name="connsiteY26" fmla="*/ 586315 h 775398"/>
                <a:gd name="connsiteX27" fmla="*/ 254102 w 775441"/>
                <a:gd name="connsiteY27" fmla="*/ 610825 h 775398"/>
                <a:gd name="connsiteX28" fmla="*/ 298178 w 775441"/>
                <a:gd name="connsiteY28" fmla="*/ 622463 h 775398"/>
                <a:gd name="connsiteX29" fmla="*/ 315615 w 775441"/>
                <a:gd name="connsiteY29" fmla="*/ 624175 h 775398"/>
                <a:gd name="connsiteX30" fmla="*/ 333326 w 775441"/>
                <a:gd name="connsiteY30" fmla="*/ 625283 h 775398"/>
                <a:gd name="connsiteX31" fmla="*/ 334503 w 775441"/>
                <a:gd name="connsiteY31" fmla="*/ 587199 h 775398"/>
                <a:gd name="connsiteX32" fmla="*/ 333709 w 775441"/>
                <a:gd name="connsiteY32" fmla="*/ 579098 h 775398"/>
                <a:gd name="connsiteX33" fmla="*/ 329717 w 775441"/>
                <a:gd name="connsiteY33" fmla="*/ 552650 h 775398"/>
                <a:gd name="connsiteX34" fmla="*/ 308619 w 775441"/>
                <a:gd name="connsiteY34" fmla="*/ 497292 h 775398"/>
                <a:gd name="connsiteX35" fmla="*/ 287001 w 775441"/>
                <a:gd name="connsiteY35" fmla="*/ 466210 h 775398"/>
                <a:gd name="connsiteX36" fmla="*/ 259886 w 775441"/>
                <a:gd name="connsiteY36" fmla="*/ 440078 h 775398"/>
                <a:gd name="connsiteX37" fmla="*/ 197408 w 775441"/>
                <a:gd name="connsiteY37" fmla="*/ 405598 h 775398"/>
                <a:gd name="connsiteX38" fmla="*/ 156746 w 775441"/>
                <a:gd name="connsiteY38" fmla="*/ 396779 h 775398"/>
                <a:gd name="connsiteX39" fmla="*/ 132278 w 775441"/>
                <a:gd name="connsiteY39" fmla="*/ 395132 h 775398"/>
                <a:gd name="connsiteX40" fmla="*/ 633268 w 775441"/>
                <a:gd name="connsiteY40" fmla="*/ 360523 h 775398"/>
                <a:gd name="connsiteX41" fmla="*/ 661616 w 775441"/>
                <a:gd name="connsiteY41" fmla="*/ 361248 h 775398"/>
                <a:gd name="connsiteX42" fmla="*/ 677845 w 775441"/>
                <a:gd name="connsiteY42" fmla="*/ 374119 h 775398"/>
                <a:gd name="connsiteX43" fmla="*/ 682848 w 775441"/>
                <a:gd name="connsiteY43" fmla="*/ 417724 h 775398"/>
                <a:gd name="connsiteX44" fmla="*/ 680620 w 775441"/>
                <a:gd name="connsiteY44" fmla="*/ 452768 h 775398"/>
                <a:gd name="connsiteX45" fmla="*/ 671171 w 775441"/>
                <a:gd name="connsiteY45" fmla="*/ 496614 h 775398"/>
                <a:gd name="connsiteX46" fmla="*/ 651146 w 775441"/>
                <a:gd name="connsiteY46" fmla="*/ 542615 h 775398"/>
                <a:gd name="connsiteX47" fmla="*/ 623370 w 775441"/>
                <a:gd name="connsiteY47" fmla="*/ 581519 h 775398"/>
                <a:gd name="connsiteX48" fmla="*/ 596394 w 775441"/>
                <a:gd name="connsiteY48" fmla="*/ 606751 h 775398"/>
                <a:gd name="connsiteX49" fmla="*/ 558350 w 775441"/>
                <a:gd name="connsiteY49" fmla="*/ 632171 h 775398"/>
                <a:gd name="connsiteX50" fmla="*/ 511089 w 775441"/>
                <a:gd name="connsiteY50" fmla="*/ 651102 h 775398"/>
                <a:gd name="connsiteX51" fmla="*/ 454992 w 775441"/>
                <a:gd name="connsiteY51" fmla="*/ 659565 h 775398"/>
                <a:gd name="connsiteX52" fmla="*/ 427473 w 775441"/>
                <a:gd name="connsiteY52" fmla="*/ 658787 h 775398"/>
                <a:gd name="connsiteX53" fmla="*/ 411520 w 775441"/>
                <a:gd name="connsiteY53" fmla="*/ 646122 h 775398"/>
                <a:gd name="connsiteX54" fmla="*/ 406360 w 775441"/>
                <a:gd name="connsiteY54" fmla="*/ 606667 h 775398"/>
                <a:gd name="connsiteX55" fmla="*/ 407127 w 775441"/>
                <a:gd name="connsiteY55" fmla="*/ 577101 h 775398"/>
                <a:gd name="connsiteX56" fmla="*/ 412067 w 775441"/>
                <a:gd name="connsiteY56" fmla="*/ 542993 h 775398"/>
                <a:gd name="connsiteX57" fmla="*/ 438601 w 775441"/>
                <a:gd name="connsiteY57" fmla="*/ 475817 h 775398"/>
                <a:gd name="connsiteX58" fmla="*/ 483677 w 775441"/>
                <a:gd name="connsiteY58" fmla="*/ 420647 h 775398"/>
                <a:gd name="connsiteX59" fmla="*/ 499765 w 775441"/>
                <a:gd name="connsiteY59" fmla="*/ 407744 h 775398"/>
                <a:gd name="connsiteX60" fmla="*/ 529666 w 775441"/>
                <a:gd name="connsiteY60" fmla="*/ 388563 h 775398"/>
                <a:gd name="connsiteX61" fmla="*/ 578393 w 775441"/>
                <a:gd name="connsiteY61" fmla="*/ 368909 h 775398"/>
                <a:gd name="connsiteX62" fmla="*/ 633268 w 775441"/>
                <a:gd name="connsiteY62" fmla="*/ 360523 h 775398"/>
                <a:gd name="connsiteX63" fmla="*/ 142173 w 775441"/>
                <a:gd name="connsiteY63" fmla="*/ 360523 h 775398"/>
                <a:gd name="connsiteX64" fmla="*/ 197048 w 775441"/>
                <a:gd name="connsiteY64" fmla="*/ 368909 h 775398"/>
                <a:gd name="connsiteX65" fmla="*/ 245775 w 775441"/>
                <a:gd name="connsiteY65" fmla="*/ 388563 h 775398"/>
                <a:gd name="connsiteX66" fmla="*/ 275676 w 775441"/>
                <a:gd name="connsiteY66" fmla="*/ 407744 h 775398"/>
                <a:gd name="connsiteX67" fmla="*/ 291764 w 775441"/>
                <a:gd name="connsiteY67" fmla="*/ 420647 h 775398"/>
                <a:gd name="connsiteX68" fmla="*/ 336840 w 775441"/>
                <a:gd name="connsiteY68" fmla="*/ 475817 h 775398"/>
                <a:gd name="connsiteX69" fmla="*/ 363374 w 775441"/>
                <a:gd name="connsiteY69" fmla="*/ 542993 h 775398"/>
                <a:gd name="connsiteX70" fmla="*/ 368314 w 775441"/>
                <a:gd name="connsiteY70" fmla="*/ 577101 h 775398"/>
                <a:gd name="connsiteX71" fmla="*/ 369081 w 775441"/>
                <a:gd name="connsiteY71" fmla="*/ 606667 h 775398"/>
                <a:gd name="connsiteX72" fmla="*/ 363921 w 775441"/>
                <a:gd name="connsiteY72" fmla="*/ 646122 h 775398"/>
                <a:gd name="connsiteX73" fmla="*/ 347968 w 775441"/>
                <a:gd name="connsiteY73" fmla="*/ 658787 h 775398"/>
                <a:gd name="connsiteX74" fmla="*/ 320449 w 775441"/>
                <a:gd name="connsiteY74" fmla="*/ 659565 h 775398"/>
                <a:gd name="connsiteX75" fmla="*/ 264352 w 775441"/>
                <a:gd name="connsiteY75" fmla="*/ 651102 h 775398"/>
                <a:gd name="connsiteX76" fmla="*/ 217091 w 775441"/>
                <a:gd name="connsiteY76" fmla="*/ 632171 h 775398"/>
                <a:gd name="connsiteX77" fmla="*/ 179047 w 775441"/>
                <a:gd name="connsiteY77" fmla="*/ 606751 h 775398"/>
                <a:gd name="connsiteX78" fmla="*/ 152071 w 775441"/>
                <a:gd name="connsiteY78" fmla="*/ 581519 h 775398"/>
                <a:gd name="connsiteX79" fmla="*/ 124295 w 775441"/>
                <a:gd name="connsiteY79" fmla="*/ 542615 h 775398"/>
                <a:gd name="connsiteX80" fmla="*/ 104270 w 775441"/>
                <a:gd name="connsiteY80" fmla="*/ 496614 h 775398"/>
                <a:gd name="connsiteX81" fmla="*/ 94821 w 775441"/>
                <a:gd name="connsiteY81" fmla="*/ 452768 h 775398"/>
                <a:gd name="connsiteX82" fmla="*/ 92593 w 775441"/>
                <a:gd name="connsiteY82" fmla="*/ 417724 h 775398"/>
                <a:gd name="connsiteX83" fmla="*/ 97596 w 775441"/>
                <a:gd name="connsiteY83" fmla="*/ 374119 h 775398"/>
                <a:gd name="connsiteX84" fmla="*/ 113825 w 775441"/>
                <a:gd name="connsiteY84" fmla="*/ 361248 h 775398"/>
                <a:gd name="connsiteX85" fmla="*/ 142173 w 775441"/>
                <a:gd name="connsiteY85" fmla="*/ 360523 h 775398"/>
                <a:gd name="connsiteX86" fmla="*/ 387312 w 775441"/>
                <a:gd name="connsiteY86" fmla="*/ 134609 h 775398"/>
                <a:gd name="connsiteX87" fmla="*/ 385221 w 775441"/>
                <a:gd name="connsiteY87" fmla="*/ 136001 h 775398"/>
                <a:gd name="connsiteX88" fmla="*/ 368003 w 775441"/>
                <a:gd name="connsiteY88" fmla="*/ 153463 h 775398"/>
                <a:gd name="connsiteX89" fmla="*/ 343423 w 775441"/>
                <a:gd name="connsiteY89" fmla="*/ 187033 h 775398"/>
                <a:gd name="connsiteX90" fmla="*/ 319539 w 775441"/>
                <a:gd name="connsiteY90" fmla="*/ 254279 h 775398"/>
                <a:gd name="connsiteX91" fmla="*/ 316581 w 775441"/>
                <a:gd name="connsiteY91" fmla="*/ 291820 h 775398"/>
                <a:gd name="connsiteX92" fmla="*/ 321020 w 775441"/>
                <a:gd name="connsiteY92" fmla="*/ 329420 h 775398"/>
                <a:gd name="connsiteX93" fmla="*/ 341950 w 775441"/>
                <a:gd name="connsiteY93" fmla="*/ 384841 h 775398"/>
                <a:gd name="connsiteX94" fmla="*/ 356506 w 775441"/>
                <a:gd name="connsiteY94" fmla="*/ 407282 h 775398"/>
                <a:gd name="connsiteX95" fmla="*/ 361285 w 775441"/>
                <a:gd name="connsiteY95" fmla="*/ 413871 h 775398"/>
                <a:gd name="connsiteX96" fmla="*/ 387428 w 775441"/>
                <a:gd name="connsiteY96" fmla="*/ 441590 h 775398"/>
                <a:gd name="connsiteX97" fmla="*/ 399946 w 775441"/>
                <a:gd name="connsiteY97" fmla="*/ 429013 h 775398"/>
                <a:gd name="connsiteX98" fmla="*/ 411860 w 775441"/>
                <a:gd name="connsiteY98" fmla="*/ 416166 h 775398"/>
                <a:gd name="connsiteX99" fmla="*/ 437124 w 775441"/>
                <a:gd name="connsiteY99" fmla="*/ 378221 h 775398"/>
                <a:gd name="connsiteX100" fmla="*/ 454330 w 775441"/>
                <a:gd name="connsiteY100" fmla="*/ 330218 h 775398"/>
                <a:gd name="connsiteX101" fmla="*/ 458863 w 775441"/>
                <a:gd name="connsiteY101" fmla="*/ 283877 h 775398"/>
                <a:gd name="connsiteX102" fmla="*/ 452610 w 775441"/>
                <a:gd name="connsiteY102" fmla="*/ 238548 h 775398"/>
                <a:gd name="connsiteX103" fmla="*/ 434032 w 775441"/>
                <a:gd name="connsiteY103" fmla="*/ 192089 h 775398"/>
                <a:gd name="connsiteX104" fmla="*/ 414175 w 775441"/>
                <a:gd name="connsiteY104" fmla="*/ 161944 h 775398"/>
                <a:gd name="connsiteX105" fmla="*/ 389728 w 775441"/>
                <a:gd name="connsiteY105" fmla="*/ 135654 h 775398"/>
                <a:gd name="connsiteX106" fmla="*/ 387312 w 775441"/>
                <a:gd name="connsiteY106" fmla="*/ 134609 h 775398"/>
                <a:gd name="connsiteX107" fmla="*/ 387008 w 775441"/>
                <a:gd name="connsiteY107" fmla="*/ 94289 h 775398"/>
                <a:gd name="connsiteX108" fmla="*/ 397237 w 775441"/>
                <a:gd name="connsiteY108" fmla="*/ 97270 h 775398"/>
                <a:gd name="connsiteX109" fmla="*/ 429905 w 775441"/>
                <a:gd name="connsiteY109" fmla="*/ 126584 h 775398"/>
                <a:gd name="connsiteX110" fmla="*/ 451482 w 775441"/>
                <a:gd name="connsiteY110" fmla="*/ 154288 h 775398"/>
                <a:gd name="connsiteX111" fmla="*/ 473494 w 775441"/>
                <a:gd name="connsiteY111" fmla="*/ 193367 h 775398"/>
                <a:gd name="connsiteX112" fmla="*/ 489021 w 775441"/>
                <a:gd name="connsiteY112" fmla="*/ 241074 h 775398"/>
                <a:gd name="connsiteX113" fmla="*/ 494041 w 775441"/>
                <a:gd name="connsiteY113" fmla="*/ 288612 h 775398"/>
                <a:gd name="connsiteX114" fmla="*/ 490589 w 775441"/>
                <a:gd name="connsiteY114" fmla="*/ 325388 h 775398"/>
                <a:gd name="connsiteX115" fmla="*/ 478980 w 775441"/>
                <a:gd name="connsiteY115" fmla="*/ 369646 h 775398"/>
                <a:gd name="connsiteX116" fmla="*/ 456170 w 775441"/>
                <a:gd name="connsiteY116" fmla="*/ 415161 h 775398"/>
                <a:gd name="connsiteX117" fmla="*/ 419804 w 775441"/>
                <a:gd name="connsiteY117" fmla="*/ 458704 h 775398"/>
                <a:gd name="connsiteX118" fmla="*/ 403472 w 775441"/>
                <a:gd name="connsiteY118" fmla="*/ 472375 h 775398"/>
                <a:gd name="connsiteX119" fmla="*/ 403472 w 775441"/>
                <a:gd name="connsiteY119" fmla="*/ 728913 h 775398"/>
                <a:gd name="connsiteX120" fmla="*/ 371970 w 775441"/>
                <a:gd name="connsiteY120" fmla="*/ 728913 h 775398"/>
                <a:gd name="connsiteX121" fmla="*/ 371970 w 775441"/>
                <a:gd name="connsiteY121" fmla="*/ 471929 h 775398"/>
                <a:gd name="connsiteX122" fmla="*/ 348322 w 775441"/>
                <a:gd name="connsiteY122" fmla="*/ 451375 h 775398"/>
                <a:gd name="connsiteX123" fmla="*/ 329285 w 775441"/>
                <a:gd name="connsiteY123" fmla="*/ 428741 h 775398"/>
                <a:gd name="connsiteX124" fmla="*/ 310358 w 775441"/>
                <a:gd name="connsiteY124" fmla="*/ 399940 h 775398"/>
                <a:gd name="connsiteX125" fmla="*/ 285656 w 775441"/>
                <a:gd name="connsiteY125" fmla="*/ 332068 h 775398"/>
                <a:gd name="connsiteX126" fmla="*/ 282794 w 775441"/>
                <a:gd name="connsiteY126" fmla="*/ 260882 h 775398"/>
                <a:gd name="connsiteX127" fmla="*/ 286275 w 775441"/>
                <a:gd name="connsiteY127" fmla="*/ 240555 h 775398"/>
                <a:gd name="connsiteX128" fmla="*/ 295928 w 775441"/>
                <a:gd name="connsiteY128" fmla="*/ 206368 h 775398"/>
                <a:gd name="connsiteX129" fmla="*/ 319356 w 775441"/>
                <a:gd name="connsiteY129" fmla="*/ 159339 h 775398"/>
                <a:gd name="connsiteX130" fmla="*/ 354860 w 775441"/>
                <a:gd name="connsiteY130" fmla="*/ 116664 h 775398"/>
                <a:gd name="connsiteX131" fmla="*/ 376555 w 775441"/>
                <a:gd name="connsiteY131" fmla="*/ 98403 h 775398"/>
                <a:gd name="connsiteX132" fmla="*/ 387008 w 775441"/>
                <a:gd name="connsiteY132" fmla="*/ 94289 h 775398"/>
                <a:gd name="connsiteX133" fmla="*/ 724826 w 775441"/>
                <a:gd name="connsiteY133" fmla="*/ 0 h 775398"/>
                <a:gd name="connsiteX134" fmla="*/ 737047 w 775441"/>
                <a:gd name="connsiteY134" fmla="*/ 905 h 775398"/>
                <a:gd name="connsiteX135" fmla="*/ 773814 w 775441"/>
                <a:gd name="connsiteY135" fmla="*/ 35337 h 775398"/>
                <a:gd name="connsiteX136" fmla="*/ 775322 w 775441"/>
                <a:gd name="connsiteY136" fmla="*/ 37949 h 775398"/>
                <a:gd name="connsiteX137" fmla="*/ 775436 w 775441"/>
                <a:gd name="connsiteY137" fmla="*/ 42903 h 775398"/>
                <a:gd name="connsiteX138" fmla="*/ 775441 w 775441"/>
                <a:gd name="connsiteY138" fmla="*/ 769985 h 775398"/>
                <a:gd name="connsiteX139" fmla="*/ 775441 w 775441"/>
                <a:gd name="connsiteY139" fmla="*/ 775126 h 775398"/>
                <a:gd name="connsiteX140" fmla="*/ 772033 w 775441"/>
                <a:gd name="connsiteY140" fmla="*/ 775398 h 775398"/>
                <a:gd name="connsiteX141" fmla="*/ 42315 w 775441"/>
                <a:gd name="connsiteY141" fmla="*/ 775062 h 775398"/>
                <a:gd name="connsiteX142" fmla="*/ 5665 w 775441"/>
                <a:gd name="connsiteY142" fmla="*/ 750746 h 775398"/>
                <a:gd name="connsiteX143" fmla="*/ 113 w 775441"/>
                <a:gd name="connsiteY143" fmla="*/ 733293 h 775398"/>
                <a:gd name="connsiteX144" fmla="*/ 0 w 775441"/>
                <a:gd name="connsiteY144" fmla="*/ 730823 h 775398"/>
                <a:gd name="connsiteX145" fmla="*/ 67 w 775441"/>
                <a:gd name="connsiteY145" fmla="*/ 531055 h 775398"/>
                <a:gd name="connsiteX146" fmla="*/ 46186 w 775441"/>
                <a:gd name="connsiteY146" fmla="*/ 530671 h 775398"/>
                <a:gd name="connsiteX147" fmla="*/ 46186 w 775441"/>
                <a:gd name="connsiteY147" fmla="*/ 729108 h 775398"/>
                <a:gd name="connsiteX148" fmla="*/ 371102 w 775441"/>
                <a:gd name="connsiteY148" fmla="*/ 729104 h 775398"/>
                <a:gd name="connsiteX149" fmla="*/ 406001 w 775441"/>
                <a:gd name="connsiteY149" fmla="*/ 729080 h 775398"/>
                <a:gd name="connsiteX150" fmla="*/ 725058 w 775441"/>
                <a:gd name="connsiteY150" fmla="*/ 729114 h 775398"/>
                <a:gd name="connsiteX151" fmla="*/ 728087 w 775441"/>
                <a:gd name="connsiteY151" fmla="*/ 729114 h 775398"/>
                <a:gd name="connsiteX152" fmla="*/ 728087 w 775441"/>
                <a:gd name="connsiteY152" fmla="*/ 46727 h 775398"/>
                <a:gd name="connsiteX153" fmla="*/ 462310 w 775441"/>
                <a:gd name="connsiteY153" fmla="*/ 46727 h 775398"/>
                <a:gd name="connsiteX154" fmla="*/ 263278 w 775441"/>
                <a:gd name="connsiteY154" fmla="*/ 46727 h 775398"/>
                <a:gd name="connsiteX155" fmla="*/ 263278 w 775441"/>
                <a:gd name="connsiteY155" fmla="*/ 1 h 775398"/>
                <a:gd name="connsiteX156" fmla="*/ 448756 w 775441"/>
                <a:gd name="connsiteY156" fmla="*/ 1 h 77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775441" h="775398">
                  <a:moveTo>
                    <a:pt x="643163" y="395132"/>
                  </a:moveTo>
                  <a:cubicBezTo>
                    <a:pt x="635006" y="395668"/>
                    <a:pt x="626847" y="396176"/>
                    <a:pt x="618695" y="396779"/>
                  </a:cubicBezTo>
                  <a:cubicBezTo>
                    <a:pt x="604733" y="397812"/>
                    <a:pt x="591220" y="401165"/>
                    <a:pt x="578033" y="405598"/>
                  </a:cubicBezTo>
                  <a:cubicBezTo>
                    <a:pt x="555154" y="413289"/>
                    <a:pt x="533884" y="424210"/>
                    <a:pt x="515555" y="440078"/>
                  </a:cubicBezTo>
                  <a:cubicBezTo>
                    <a:pt x="506078" y="448283"/>
                    <a:pt x="497451" y="457468"/>
                    <a:pt x="488441" y="466210"/>
                  </a:cubicBezTo>
                  <a:cubicBezTo>
                    <a:pt x="480902" y="476821"/>
                    <a:pt x="473133" y="486625"/>
                    <a:pt x="466822" y="497292"/>
                  </a:cubicBezTo>
                  <a:cubicBezTo>
                    <a:pt x="456667" y="514457"/>
                    <a:pt x="449602" y="533026"/>
                    <a:pt x="445724" y="552650"/>
                  </a:cubicBezTo>
                  <a:cubicBezTo>
                    <a:pt x="443998" y="561388"/>
                    <a:pt x="443000" y="570272"/>
                    <a:pt x="441732" y="579098"/>
                  </a:cubicBezTo>
                  <a:cubicBezTo>
                    <a:pt x="441346" y="581784"/>
                    <a:pt x="440875" y="584506"/>
                    <a:pt x="440938" y="587199"/>
                  </a:cubicBezTo>
                  <a:cubicBezTo>
                    <a:pt x="441226" y="599616"/>
                    <a:pt x="441688" y="612028"/>
                    <a:pt x="442115" y="625283"/>
                  </a:cubicBezTo>
                  <a:cubicBezTo>
                    <a:pt x="448486" y="624893"/>
                    <a:pt x="454164" y="624630"/>
                    <a:pt x="459826" y="624175"/>
                  </a:cubicBezTo>
                  <a:cubicBezTo>
                    <a:pt x="465647" y="623707"/>
                    <a:pt x="471463" y="623140"/>
                    <a:pt x="477263" y="622463"/>
                  </a:cubicBezTo>
                  <a:cubicBezTo>
                    <a:pt x="492504" y="620684"/>
                    <a:pt x="507120" y="616473"/>
                    <a:pt x="521339" y="610825"/>
                  </a:cubicBezTo>
                  <a:cubicBezTo>
                    <a:pt x="537251" y="604503"/>
                    <a:pt x="552162" y="596350"/>
                    <a:pt x="566056" y="586315"/>
                  </a:cubicBezTo>
                  <a:cubicBezTo>
                    <a:pt x="578742" y="577152"/>
                    <a:pt x="589820" y="566327"/>
                    <a:pt x="600186" y="554642"/>
                  </a:cubicBezTo>
                  <a:cubicBezTo>
                    <a:pt x="610429" y="543097"/>
                    <a:pt x="618639" y="530208"/>
                    <a:pt x="625573" y="516573"/>
                  </a:cubicBezTo>
                  <a:cubicBezTo>
                    <a:pt x="633168" y="501638"/>
                    <a:pt x="639321" y="486000"/>
                    <a:pt x="642487" y="469483"/>
                  </a:cubicBezTo>
                  <a:cubicBezTo>
                    <a:pt x="644750" y="457679"/>
                    <a:pt x="645710" y="445631"/>
                    <a:pt x="647623" y="433752"/>
                  </a:cubicBezTo>
                  <a:cubicBezTo>
                    <a:pt x="649564" y="421694"/>
                    <a:pt x="647363" y="409817"/>
                    <a:pt x="646766" y="397863"/>
                  </a:cubicBezTo>
                  <a:cubicBezTo>
                    <a:pt x="646636" y="395272"/>
                    <a:pt x="645125" y="395004"/>
                    <a:pt x="643163" y="395132"/>
                  </a:cubicBezTo>
                  <a:close/>
                  <a:moveTo>
                    <a:pt x="132278" y="395132"/>
                  </a:moveTo>
                  <a:cubicBezTo>
                    <a:pt x="130316" y="395004"/>
                    <a:pt x="128805" y="395272"/>
                    <a:pt x="128675" y="397863"/>
                  </a:cubicBezTo>
                  <a:cubicBezTo>
                    <a:pt x="128078" y="409817"/>
                    <a:pt x="125877" y="421694"/>
                    <a:pt x="127818" y="433752"/>
                  </a:cubicBezTo>
                  <a:cubicBezTo>
                    <a:pt x="129731" y="445631"/>
                    <a:pt x="130691" y="457679"/>
                    <a:pt x="132954" y="469483"/>
                  </a:cubicBezTo>
                  <a:cubicBezTo>
                    <a:pt x="136120" y="486000"/>
                    <a:pt x="142273" y="501638"/>
                    <a:pt x="149868" y="516573"/>
                  </a:cubicBezTo>
                  <a:cubicBezTo>
                    <a:pt x="156802" y="530208"/>
                    <a:pt x="165012" y="543097"/>
                    <a:pt x="175255" y="554642"/>
                  </a:cubicBezTo>
                  <a:cubicBezTo>
                    <a:pt x="185621" y="566327"/>
                    <a:pt x="196699" y="577152"/>
                    <a:pt x="209385" y="586315"/>
                  </a:cubicBezTo>
                  <a:cubicBezTo>
                    <a:pt x="223279" y="596350"/>
                    <a:pt x="238190" y="604503"/>
                    <a:pt x="254102" y="610825"/>
                  </a:cubicBezTo>
                  <a:cubicBezTo>
                    <a:pt x="268321" y="616473"/>
                    <a:pt x="282937" y="620684"/>
                    <a:pt x="298178" y="622463"/>
                  </a:cubicBezTo>
                  <a:cubicBezTo>
                    <a:pt x="303978" y="623140"/>
                    <a:pt x="309794" y="623707"/>
                    <a:pt x="315615" y="624175"/>
                  </a:cubicBezTo>
                  <a:cubicBezTo>
                    <a:pt x="321277" y="624630"/>
                    <a:pt x="326955" y="624893"/>
                    <a:pt x="333326" y="625283"/>
                  </a:cubicBezTo>
                  <a:cubicBezTo>
                    <a:pt x="333753" y="612028"/>
                    <a:pt x="334215" y="599616"/>
                    <a:pt x="334503" y="587199"/>
                  </a:cubicBezTo>
                  <a:cubicBezTo>
                    <a:pt x="334566" y="584506"/>
                    <a:pt x="334095" y="581784"/>
                    <a:pt x="333709" y="579098"/>
                  </a:cubicBezTo>
                  <a:cubicBezTo>
                    <a:pt x="332441" y="570272"/>
                    <a:pt x="331443" y="561388"/>
                    <a:pt x="329717" y="552650"/>
                  </a:cubicBezTo>
                  <a:cubicBezTo>
                    <a:pt x="325839" y="533026"/>
                    <a:pt x="318774" y="514457"/>
                    <a:pt x="308619" y="497292"/>
                  </a:cubicBezTo>
                  <a:cubicBezTo>
                    <a:pt x="302308" y="486625"/>
                    <a:pt x="294539" y="476821"/>
                    <a:pt x="287001" y="466210"/>
                  </a:cubicBezTo>
                  <a:cubicBezTo>
                    <a:pt x="277990" y="457468"/>
                    <a:pt x="269363" y="448283"/>
                    <a:pt x="259886" y="440078"/>
                  </a:cubicBezTo>
                  <a:cubicBezTo>
                    <a:pt x="241557" y="424210"/>
                    <a:pt x="220287" y="413289"/>
                    <a:pt x="197408" y="405598"/>
                  </a:cubicBezTo>
                  <a:cubicBezTo>
                    <a:pt x="184221" y="401165"/>
                    <a:pt x="170708" y="397812"/>
                    <a:pt x="156746" y="396779"/>
                  </a:cubicBezTo>
                  <a:cubicBezTo>
                    <a:pt x="148594" y="396176"/>
                    <a:pt x="140435" y="395668"/>
                    <a:pt x="132278" y="395132"/>
                  </a:cubicBezTo>
                  <a:close/>
                  <a:moveTo>
                    <a:pt x="633268" y="360523"/>
                  </a:moveTo>
                  <a:cubicBezTo>
                    <a:pt x="642691" y="360128"/>
                    <a:pt x="652167" y="360911"/>
                    <a:pt x="661616" y="361248"/>
                  </a:cubicBezTo>
                  <a:cubicBezTo>
                    <a:pt x="669180" y="361518"/>
                    <a:pt x="676781" y="366968"/>
                    <a:pt x="677845" y="374119"/>
                  </a:cubicBezTo>
                  <a:cubicBezTo>
                    <a:pt x="679999" y="388591"/>
                    <a:pt x="682235" y="403140"/>
                    <a:pt x="682848" y="417724"/>
                  </a:cubicBezTo>
                  <a:cubicBezTo>
                    <a:pt x="683337" y="429355"/>
                    <a:pt x="681574" y="441093"/>
                    <a:pt x="680620" y="452768"/>
                  </a:cubicBezTo>
                  <a:cubicBezTo>
                    <a:pt x="679392" y="467785"/>
                    <a:pt x="675648" y="482308"/>
                    <a:pt x="671171" y="496614"/>
                  </a:cubicBezTo>
                  <a:cubicBezTo>
                    <a:pt x="666156" y="512644"/>
                    <a:pt x="659466" y="527967"/>
                    <a:pt x="651146" y="542615"/>
                  </a:cubicBezTo>
                  <a:cubicBezTo>
                    <a:pt x="643220" y="556570"/>
                    <a:pt x="634223" y="569784"/>
                    <a:pt x="623370" y="581519"/>
                  </a:cubicBezTo>
                  <a:cubicBezTo>
                    <a:pt x="615024" y="590546"/>
                    <a:pt x="606117" y="599276"/>
                    <a:pt x="596394" y="606751"/>
                  </a:cubicBezTo>
                  <a:cubicBezTo>
                    <a:pt x="584321" y="616032"/>
                    <a:pt x="571541" y="624561"/>
                    <a:pt x="558350" y="632171"/>
                  </a:cubicBezTo>
                  <a:cubicBezTo>
                    <a:pt x="543599" y="640681"/>
                    <a:pt x="527581" y="646549"/>
                    <a:pt x="511089" y="651102"/>
                  </a:cubicBezTo>
                  <a:cubicBezTo>
                    <a:pt x="492701" y="656179"/>
                    <a:pt x="473978" y="658864"/>
                    <a:pt x="454992" y="659565"/>
                  </a:cubicBezTo>
                  <a:cubicBezTo>
                    <a:pt x="445839" y="659903"/>
                    <a:pt x="436635" y="659300"/>
                    <a:pt x="427473" y="658787"/>
                  </a:cubicBezTo>
                  <a:cubicBezTo>
                    <a:pt x="419893" y="658362"/>
                    <a:pt x="412794" y="653447"/>
                    <a:pt x="411520" y="646122"/>
                  </a:cubicBezTo>
                  <a:cubicBezTo>
                    <a:pt x="409249" y="633060"/>
                    <a:pt x="407316" y="619879"/>
                    <a:pt x="406360" y="606667"/>
                  </a:cubicBezTo>
                  <a:cubicBezTo>
                    <a:pt x="405652" y="596874"/>
                    <a:pt x="406202" y="586904"/>
                    <a:pt x="407127" y="577101"/>
                  </a:cubicBezTo>
                  <a:cubicBezTo>
                    <a:pt x="408205" y="565674"/>
                    <a:pt x="409776" y="554236"/>
                    <a:pt x="412067" y="542993"/>
                  </a:cubicBezTo>
                  <a:cubicBezTo>
                    <a:pt x="416937" y="519087"/>
                    <a:pt x="426369" y="496824"/>
                    <a:pt x="438601" y="475817"/>
                  </a:cubicBezTo>
                  <a:cubicBezTo>
                    <a:pt x="450676" y="455078"/>
                    <a:pt x="465999" y="436844"/>
                    <a:pt x="483677" y="420647"/>
                  </a:cubicBezTo>
                  <a:cubicBezTo>
                    <a:pt x="488661" y="416080"/>
                    <a:pt x="494242" y="412165"/>
                    <a:pt x="499765" y="407744"/>
                  </a:cubicBezTo>
                  <a:cubicBezTo>
                    <a:pt x="509855" y="401176"/>
                    <a:pt x="519471" y="394361"/>
                    <a:pt x="529666" y="388563"/>
                  </a:cubicBezTo>
                  <a:cubicBezTo>
                    <a:pt x="544980" y="379853"/>
                    <a:pt x="561424" y="373686"/>
                    <a:pt x="578393" y="368909"/>
                  </a:cubicBezTo>
                  <a:cubicBezTo>
                    <a:pt x="596348" y="363853"/>
                    <a:pt x="614705" y="361302"/>
                    <a:pt x="633268" y="360523"/>
                  </a:cubicBezTo>
                  <a:close/>
                  <a:moveTo>
                    <a:pt x="142173" y="360523"/>
                  </a:moveTo>
                  <a:cubicBezTo>
                    <a:pt x="160736" y="361302"/>
                    <a:pt x="179093" y="363853"/>
                    <a:pt x="197048" y="368909"/>
                  </a:cubicBezTo>
                  <a:cubicBezTo>
                    <a:pt x="214017" y="373686"/>
                    <a:pt x="230461" y="379853"/>
                    <a:pt x="245775" y="388563"/>
                  </a:cubicBezTo>
                  <a:cubicBezTo>
                    <a:pt x="255970" y="394361"/>
                    <a:pt x="265586" y="401176"/>
                    <a:pt x="275676" y="407744"/>
                  </a:cubicBezTo>
                  <a:cubicBezTo>
                    <a:pt x="281199" y="412165"/>
                    <a:pt x="286780" y="416080"/>
                    <a:pt x="291764" y="420647"/>
                  </a:cubicBezTo>
                  <a:cubicBezTo>
                    <a:pt x="309442" y="436844"/>
                    <a:pt x="324765" y="455078"/>
                    <a:pt x="336840" y="475817"/>
                  </a:cubicBezTo>
                  <a:cubicBezTo>
                    <a:pt x="349072" y="496824"/>
                    <a:pt x="358504" y="519087"/>
                    <a:pt x="363374" y="542993"/>
                  </a:cubicBezTo>
                  <a:cubicBezTo>
                    <a:pt x="365665" y="554236"/>
                    <a:pt x="367236" y="565674"/>
                    <a:pt x="368314" y="577101"/>
                  </a:cubicBezTo>
                  <a:cubicBezTo>
                    <a:pt x="369240" y="586904"/>
                    <a:pt x="369789" y="596874"/>
                    <a:pt x="369081" y="606667"/>
                  </a:cubicBezTo>
                  <a:cubicBezTo>
                    <a:pt x="368125" y="619879"/>
                    <a:pt x="366192" y="633060"/>
                    <a:pt x="363921" y="646122"/>
                  </a:cubicBezTo>
                  <a:cubicBezTo>
                    <a:pt x="362647" y="653447"/>
                    <a:pt x="355548" y="658362"/>
                    <a:pt x="347968" y="658787"/>
                  </a:cubicBezTo>
                  <a:cubicBezTo>
                    <a:pt x="338806" y="659300"/>
                    <a:pt x="329602" y="659903"/>
                    <a:pt x="320449" y="659565"/>
                  </a:cubicBezTo>
                  <a:cubicBezTo>
                    <a:pt x="301463" y="658864"/>
                    <a:pt x="282741" y="656179"/>
                    <a:pt x="264352" y="651102"/>
                  </a:cubicBezTo>
                  <a:cubicBezTo>
                    <a:pt x="247860" y="646549"/>
                    <a:pt x="231842" y="640681"/>
                    <a:pt x="217091" y="632171"/>
                  </a:cubicBezTo>
                  <a:cubicBezTo>
                    <a:pt x="203900" y="624561"/>
                    <a:pt x="191120" y="616032"/>
                    <a:pt x="179047" y="606751"/>
                  </a:cubicBezTo>
                  <a:cubicBezTo>
                    <a:pt x="169324" y="599276"/>
                    <a:pt x="160418" y="590546"/>
                    <a:pt x="152071" y="581519"/>
                  </a:cubicBezTo>
                  <a:cubicBezTo>
                    <a:pt x="141218" y="569784"/>
                    <a:pt x="132221" y="556570"/>
                    <a:pt x="124295" y="542615"/>
                  </a:cubicBezTo>
                  <a:cubicBezTo>
                    <a:pt x="115975" y="527967"/>
                    <a:pt x="109285" y="512644"/>
                    <a:pt x="104270" y="496614"/>
                  </a:cubicBezTo>
                  <a:cubicBezTo>
                    <a:pt x="99793" y="482308"/>
                    <a:pt x="96049" y="467785"/>
                    <a:pt x="94821" y="452768"/>
                  </a:cubicBezTo>
                  <a:cubicBezTo>
                    <a:pt x="93867" y="441093"/>
                    <a:pt x="92104" y="429355"/>
                    <a:pt x="92593" y="417724"/>
                  </a:cubicBezTo>
                  <a:cubicBezTo>
                    <a:pt x="93206" y="403140"/>
                    <a:pt x="95442" y="388591"/>
                    <a:pt x="97596" y="374119"/>
                  </a:cubicBezTo>
                  <a:cubicBezTo>
                    <a:pt x="98660" y="366968"/>
                    <a:pt x="106261" y="361518"/>
                    <a:pt x="113825" y="361248"/>
                  </a:cubicBezTo>
                  <a:cubicBezTo>
                    <a:pt x="123274" y="360911"/>
                    <a:pt x="132750" y="360128"/>
                    <a:pt x="142173" y="360523"/>
                  </a:cubicBezTo>
                  <a:close/>
                  <a:moveTo>
                    <a:pt x="387312" y="134609"/>
                  </a:moveTo>
                  <a:cubicBezTo>
                    <a:pt x="386585" y="134752"/>
                    <a:pt x="385913" y="135302"/>
                    <a:pt x="385221" y="136001"/>
                  </a:cubicBezTo>
                  <a:cubicBezTo>
                    <a:pt x="379472" y="141812"/>
                    <a:pt x="373703" y="147604"/>
                    <a:pt x="368003" y="153463"/>
                  </a:cubicBezTo>
                  <a:cubicBezTo>
                    <a:pt x="358239" y="163497"/>
                    <a:pt x="350351" y="174969"/>
                    <a:pt x="343423" y="187033"/>
                  </a:cubicBezTo>
                  <a:cubicBezTo>
                    <a:pt x="331403" y="207965"/>
                    <a:pt x="322729" y="230247"/>
                    <a:pt x="319539" y="254279"/>
                  </a:cubicBezTo>
                  <a:cubicBezTo>
                    <a:pt x="317889" y="266705"/>
                    <a:pt x="317526" y="279301"/>
                    <a:pt x="316581" y="291820"/>
                  </a:cubicBezTo>
                  <a:cubicBezTo>
                    <a:pt x="317978" y="304761"/>
                    <a:pt x="318667" y="317251"/>
                    <a:pt x="321020" y="329420"/>
                  </a:cubicBezTo>
                  <a:cubicBezTo>
                    <a:pt x="324806" y="349001"/>
                    <a:pt x="331836" y="367584"/>
                    <a:pt x="341950" y="384841"/>
                  </a:cubicBezTo>
                  <a:cubicBezTo>
                    <a:pt x="346455" y="392525"/>
                    <a:pt x="351600" y="399836"/>
                    <a:pt x="356506" y="407282"/>
                  </a:cubicBezTo>
                  <a:cubicBezTo>
                    <a:pt x="357999" y="409548"/>
                    <a:pt x="359452" y="411896"/>
                    <a:pt x="361285" y="413871"/>
                  </a:cubicBezTo>
                  <a:cubicBezTo>
                    <a:pt x="369737" y="422972"/>
                    <a:pt x="378316" y="431954"/>
                    <a:pt x="387428" y="441590"/>
                  </a:cubicBezTo>
                  <a:cubicBezTo>
                    <a:pt x="391936" y="437072"/>
                    <a:pt x="396011" y="433109"/>
                    <a:pt x="399946" y="429013"/>
                  </a:cubicBezTo>
                  <a:cubicBezTo>
                    <a:pt x="403992" y="424802"/>
                    <a:pt x="407968" y="420519"/>
                    <a:pt x="411860" y="416166"/>
                  </a:cubicBezTo>
                  <a:cubicBezTo>
                    <a:pt x="422086" y="404725"/>
                    <a:pt x="430230" y="391879"/>
                    <a:pt x="437124" y="378221"/>
                  </a:cubicBezTo>
                  <a:cubicBezTo>
                    <a:pt x="444839" y="362935"/>
                    <a:pt x="450589" y="346943"/>
                    <a:pt x="454330" y="330218"/>
                  </a:cubicBezTo>
                  <a:cubicBezTo>
                    <a:pt x="457746" y="314946"/>
                    <a:pt x="458856" y="299497"/>
                    <a:pt x="458863" y="283877"/>
                  </a:cubicBezTo>
                  <a:cubicBezTo>
                    <a:pt x="458870" y="268443"/>
                    <a:pt x="456465" y="253352"/>
                    <a:pt x="452610" y="238548"/>
                  </a:cubicBezTo>
                  <a:cubicBezTo>
                    <a:pt x="448387" y="222334"/>
                    <a:pt x="442619" y="206551"/>
                    <a:pt x="434032" y="192089"/>
                  </a:cubicBezTo>
                  <a:cubicBezTo>
                    <a:pt x="427896" y="181755"/>
                    <a:pt x="420623" y="172102"/>
                    <a:pt x="414175" y="161944"/>
                  </a:cubicBezTo>
                  <a:cubicBezTo>
                    <a:pt x="407630" y="151632"/>
                    <a:pt x="398105" y="144204"/>
                    <a:pt x="389728" y="135654"/>
                  </a:cubicBezTo>
                  <a:cubicBezTo>
                    <a:pt x="388820" y="134728"/>
                    <a:pt x="388039" y="134465"/>
                    <a:pt x="387312" y="134609"/>
                  </a:cubicBezTo>
                  <a:close/>
                  <a:moveTo>
                    <a:pt x="387008" y="94289"/>
                  </a:moveTo>
                  <a:cubicBezTo>
                    <a:pt x="390757" y="94027"/>
                    <a:pt x="394467" y="94948"/>
                    <a:pt x="397237" y="97270"/>
                  </a:cubicBezTo>
                  <a:cubicBezTo>
                    <a:pt x="408448" y="106672"/>
                    <a:pt x="419772" y="116077"/>
                    <a:pt x="429905" y="126584"/>
                  </a:cubicBezTo>
                  <a:cubicBezTo>
                    <a:pt x="437985" y="134964"/>
                    <a:pt x="444452" y="144917"/>
                    <a:pt x="451482" y="154288"/>
                  </a:cubicBezTo>
                  <a:cubicBezTo>
                    <a:pt x="460524" y="166340"/>
                    <a:pt x="467355" y="179691"/>
                    <a:pt x="473494" y="193367"/>
                  </a:cubicBezTo>
                  <a:cubicBezTo>
                    <a:pt x="480373" y="208689"/>
                    <a:pt x="485531" y="224594"/>
                    <a:pt x="489021" y="241074"/>
                  </a:cubicBezTo>
                  <a:cubicBezTo>
                    <a:pt x="492346" y="256775"/>
                    <a:pt x="494378" y="272632"/>
                    <a:pt x="494041" y="288612"/>
                  </a:cubicBezTo>
                  <a:cubicBezTo>
                    <a:pt x="493782" y="300903"/>
                    <a:pt x="492908" y="313345"/>
                    <a:pt x="490589" y="325388"/>
                  </a:cubicBezTo>
                  <a:cubicBezTo>
                    <a:pt x="487711" y="340341"/>
                    <a:pt x="483804" y="355201"/>
                    <a:pt x="478980" y="369646"/>
                  </a:cubicBezTo>
                  <a:cubicBezTo>
                    <a:pt x="473586" y="385799"/>
                    <a:pt x="465491" y="400815"/>
                    <a:pt x="456170" y="415161"/>
                  </a:cubicBezTo>
                  <a:cubicBezTo>
                    <a:pt x="445776" y="431157"/>
                    <a:pt x="433547" y="445586"/>
                    <a:pt x="419804" y="458704"/>
                  </a:cubicBezTo>
                  <a:lnTo>
                    <a:pt x="403472" y="472375"/>
                  </a:lnTo>
                  <a:lnTo>
                    <a:pt x="403472" y="728913"/>
                  </a:lnTo>
                  <a:lnTo>
                    <a:pt x="371970" y="728913"/>
                  </a:lnTo>
                  <a:lnTo>
                    <a:pt x="371970" y="471929"/>
                  </a:lnTo>
                  <a:lnTo>
                    <a:pt x="348322" y="451375"/>
                  </a:lnTo>
                  <a:cubicBezTo>
                    <a:pt x="341297" y="444516"/>
                    <a:pt x="335095" y="436691"/>
                    <a:pt x="329285" y="428741"/>
                  </a:cubicBezTo>
                  <a:cubicBezTo>
                    <a:pt x="322512" y="419475"/>
                    <a:pt x="316101" y="409873"/>
                    <a:pt x="310358" y="399940"/>
                  </a:cubicBezTo>
                  <a:cubicBezTo>
                    <a:pt x="298145" y="378818"/>
                    <a:pt x="290437" y="355902"/>
                    <a:pt x="285656" y="332068"/>
                  </a:cubicBezTo>
                  <a:cubicBezTo>
                    <a:pt x="280936" y="308539"/>
                    <a:pt x="280309" y="284730"/>
                    <a:pt x="282794" y="260882"/>
                  </a:cubicBezTo>
                  <a:cubicBezTo>
                    <a:pt x="283495" y="254159"/>
                    <a:pt x="285075" y="247527"/>
                    <a:pt x="286275" y="240555"/>
                  </a:cubicBezTo>
                  <a:cubicBezTo>
                    <a:pt x="289469" y="228947"/>
                    <a:pt x="292145" y="217469"/>
                    <a:pt x="295928" y="206368"/>
                  </a:cubicBezTo>
                  <a:cubicBezTo>
                    <a:pt x="301611" y="189692"/>
                    <a:pt x="309826" y="174169"/>
                    <a:pt x="319356" y="159339"/>
                  </a:cubicBezTo>
                  <a:cubicBezTo>
                    <a:pt x="329440" y="143646"/>
                    <a:pt x="341485" y="129561"/>
                    <a:pt x="354860" y="116664"/>
                  </a:cubicBezTo>
                  <a:cubicBezTo>
                    <a:pt x="361649" y="110118"/>
                    <a:pt x="369260" y="104419"/>
                    <a:pt x="376555" y="98403"/>
                  </a:cubicBezTo>
                  <a:cubicBezTo>
                    <a:pt x="379474" y="95996"/>
                    <a:pt x="383260" y="94551"/>
                    <a:pt x="387008" y="94289"/>
                  </a:cubicBezTo>
                  <a:close/>
                  <a:moveTo>
                    <a:pt x="724826" y="0"/>
                  </a:moveTo>
                  <a:cubicBezTo>
                    <a:pt x="728905" y="2"/>
                    <a:pt x="733086" y="63"/>
                    <a:pt x="737047" y="905"/>
                  </a:cubicBezTo>
                  <a:cubicBezTo>
                    <a:pt x="755404" y="4807"/>
                    <a:pt x="768688" y="16337"/>
                    <a:pt x="773814" y="35337"/>
                  </a:cubicBezTo>
                  <a:cubicBezTo>
                    <a:pt x="774067" y="36275"/>
                    <a:pt x="774808" y="37082"/>
                    <a:pt x="775322" y="37949"/>
                  </a:cubicBezTo>
                  <a:cubicBezTo>
                    <a:pt x="775361" y="39601"/>
                    <a:pt x="775436" y="41252"/>
                    <a:pt x="775436" y="42903"/>
                  </a:cubicBezTo>
                  <a:cubicBezTo>
                    <a:pt x="775441" y="285264"/>
                    <a:pt x="775441" y="527624"/>
                    <a:pt x="775441" y="769985"/>
                  </a:cubicBezTo>
                  <a:lnTo>
                    <a:pt x="775441" y="775126"/>
                  </a:lnTo>
                  <a:cubicBezTo>
                    <a:pt x="774138" y="775234"/>
                    <a:pt x="773085" y="775398"/>
                    <a:pt x="772033" y="775398"/>
                  </a:cubicBezTo>
                  <a:lnTo>
                    <a:pt x="42315" y="775062"/>
                  </a:lnTo>
                  <a:cubicBezTo>
                    <a:pt x="25344" y="773317"/>
                    <a:pt x="13089" y="765325"/>
                    <a:pt x="5665" y="750746"/>
                  </a:cubicBezTo>
                  <a:cubicBezTo>
                    <a:pt x="2932" y="745378"/>
                    <a:pt x="1914" y="739136"/>
                    <a:pt x="113" y="733293"/>
                  </a:cubicBezTo>
                  <a:cubicBezTo>
                    <a:pt x="74" y="732470"/>
                    <a:pt x="0" y="731646"/>
                    <a:pt x="0" y="730823"/>
                  </a:cubicBezTo>
                  <a:cubicBezTo>
                    <a:pt x="2" y="664362"/>
                    <a:pt x="9" y="597901"/>
                    <a:pt x="67" y="531055"/>
                  </a:cubicBezTo>
                  <a:cubicBezTo>
                    <a:pt x="15372" y="530671"/>
                    <a:pt x="30625" y="530671"/>
                    <a:pt x="46186" y="530671"/>
                  </a:cubicBezTo>
                  <a:lnTo>
                    <a:pt x="46186" y="729108"/>
                  </a:lnTo>
                  <a:lnTo>
                    <a:pt x="371102" y="729104"/>
                  </a:lnTo>
                  <a:lnTo>
                    <a:pt x="406001" y="729080"/>
                  </a:lnTo>
                  <a:lnTo>
                    <a:pt x="725058" y="729114"/>
                  </a:lnTo>
                  <a:lnTo>
                    <a:pt x="728087" y="729114"/>
                  </a:lnTo>
                  <a:lnTo>
                    <a:pt x="728087" y="46727"/>
                  </a:lnTo>
                  <a:lnTo>
                    <a:pt x="462310" y="46727"/>
                  </a:lnTo>
                  <a:lnTo>
                    <a:pt x="263278" y="46727"/>
                  </a:lnTo>
                  <a:lnTo>
                    <a:pt x="263278" y="1"/>
                  </a:lnTo>
                  <a:lnTo>
                    <a:pt x="448756" y="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71" name="Freeform: Shape 2270">
              <a:extLst>
                <a:ext uri="{FF2B5EF4-FFF2-40B4-BE49-F238E27FC236}">
                  <a16:creationId xmlns:a16="http://schemas.microsoft.com/office/drawing/2014/main" id="{B80423A0-4372-BE2E-63DA-9011CCA60B5E}"/>
                </a:ext>
                <a:ext uri="{C183D7F6-B498-43B3-948B-1728B52AA6E4}">
                  <adec:decorative xmlns:adec="http://schemas.microsoft.com/office/drawing/2017/decorative" val="1"/>
                </a:ext>
              </a:extLst>
            </p:cNvPr>
            <p:cNvSpPr/>
            <p:nvPr/>
          </p:nvSpPr>
          <p:spPr>
            <a:xfrm>
              <a:off x="2845296" y="4343071"/>
              <a:ext cx="266241" cy="347724"/>
            </a:xfrm>
            <a:custGeom>
              <a:avLst/>
              <a:gdLst>
                <a:gd name="connsiteX0" fmla="*/ 452689 w 455872"/>
                <a:gd name="connsiteY0" fmla="*/ 456289 h 595391"/>
                <a:gd name="connsiteX1" fmla="*/ 451534 w 455872"/>
                <a:gd name="connsiteY1" fmla="*/ 474272 h 595391"/>
                <a:gd name="connsiteX2" fmla="*/ 405972 w 455872"/>
                <a:gd name="connsiteY2" fmla="*/ 519693 h 595391"/>
                <a:gd name="connsiteX3" fmla="*/ 334472 w 455872"/>
                <a:gd name="connsiteY3" fmla="*/ 591180 h 595391"/>
                <a:gd name="connsiteX4" fmla="*/ 314292 w 455872"/>
                <a:gd name="connsiteY4" fmla="*/ 587949 h 595391"/>
                <a:gd name="connsiteX5" fmla="*/ 317602 w 455872"/>
                <a:gd name="connsiteY5" fmla="*/ 574116 h 595391"/>
                <a:gd name="connsiteX6" fmla="*/ 390083 w 455872"/>
                <a:gd name="connsiteY6" fmla="*/ 501687 h 595391"/>
                <a:gd name="connsiteX7" fmla="*/ 434415 w 455872"/>
                <a:gd name="connsiteY7" fmla="*/ 457206 h 595391"/>
                <a:gd name="connsiteX8" fmla="*/ 452689 w 455872"/>
                <a:gd name="connsiteY8" fmla="*/ 456289 h 595391"/>
                <a:gd name="connsiteX9" fmla="*/ 7208 w 455872"/>
                <a:gd name="connsiteY9" fmla="*/ 453840 h 595391"/>
                <a:gd name="connsiteX10" fmla="*/ 20443 w 455872"/>
                <a:gd name="connsiteY10" fmla="*/ 456375 h 595391"/>
                <a:gd name="connsiteX11" fmla="*/ 53383 w 455872"/>
                <a:gd name="connsiteY11" fmla="*/ 489304 h 595391"/>
                <a:gd name="connsiteX12" fmla="*/ 138615 w 455872"/>
                <a:gd name="connsiteY12" fmla="*/ 574544 h 595391"/>
                <a:gd name="connsiteX13" fmla="*/ 140481 w 455872"/>
                <a:gd name="connsiteY13" fmla="*/ 590200 h 595391"/>
                <a:gd name="connsiteX14" fmla="*/ 126302 w 455872"/>
                <a:gd name="connsiteY14" fmla="*/ 594427 h 595391"/>
                <a:gd name="connsiteX15" fmla="*/ 120991 w 455872"/>
                <a:gd name="connsiteY15" fmla="*/ 590743 h 595391"/>
                <a:gd name="connsiteX16" fmla="*/ 4087 w 455872"/>
                <a:gd name="connsiteY16" fmla="*/ 473889 h 595391"/>
                <a:gd name="connsiteX17" fmla="*/ 7208 w 455872"/>
                <a:gd name="connsiteY17" fmla="*/ 453840 h 595391"/>
                <a:gd name="connsiteX18" fmla="*/ 228132 w 455872"/>
                <a:gd name="connsiteY18" fmla="*/ 198376 h 595391"/>
                <a:gd name="connsiteX19" fmla="*/ 239509 w 455872"/>
                <a:gd name="connsiteY19" fmla="*/ 209960 h 595391"/>
                <a:gd name="connsiteX20" fmla="*/ 239509 w 455872"/>
                <a:gd name="connsiteY20" fmla="*/ 377697 h 595391"/>
                <a:gd name="connsiteX21" fmla="*/ 230481 w 455872"/>
                <a:gd name="connsiteY21" fmla="*/ 389716 h 595391"/>
                <a:gd name="connsiteX22" fmla="*/ 217519 w 455872"/>
                <a:gd name="connsiteY22" fmla="*/ 384045 h 595391"/>
                <a:gd name="connsiteX23" fmla="*/ 216409 w 455872"/>
                <a:gd name="connsiteY23" fmla="*/ 378547 h 595391"/>
                <a:gd name="connsiteX24" fmla="*/ 216363 w 455872"/>
                <a:gd name="connsiteY24" fmla="*/ 277740 h 595391"/>
                <a:gd name="connsiteX25" fmla="*/ 216366 w 455872"/>
                <a:gd name="connsiteY25" fmla="*/ 209984 h 595391"/>
                <a:gd name="connsiteX26" fmla="*/ 228132 w 455872"/>
                <a:gd name="connsiteY26" fmla="*/ 198376 h 595391"/>
                <a:gd name="connsiteX27" fmla="*/ 6013 w 455872"/>
                <a:gd name="connsiteY27" fmla="*/ 0 h 595391"/>
                <a:gd name="connsiteX28" fmla="*/ 72479 w 455872"/>
                <a:gd name="connsiteY28" fmla="*/ 0 h 595391"/>
                <a:gd name="connsiteX29" fmla="*/ 72479 w 455872"/>
                <a:gd name="connsiteY29" fmla="*/ 66466 h 595391"/>
                <a:gd name="connsiteX30" fmla="*/ 6013 w 455872"/>
                <a:gd name="connsiteY30" fmla="*/ 66466 h 59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55872" h="595391">
                  <a:moveTo>
                    <a:pt x="452689" y="456289"/>
                  </a:moveTo>
                  <a:cubicBezTo>
                    <a:pt x="457085" y="460913"/>
                    <a:pt x="457136" y="468821"/>
                    <a:pt x="451534" y="474272"/>
                  </a:cubicBezTo>
                  <a:cubicBezTo>
                    <a:pt x="436236" y="489158"/>
                    <a:pt x="421274" y="504391"/>
                    <a:pt x="405972" y="519693"/>
                  </a:cubicBezTo>
                  <a:cubicBezTo>
                    <a:pt x="382003" y="543662"/>
                    <a:pt x="358250" y="567433"/>
                    <a:pt x="334472" y="591180"/>
                  </a:cubicBezTo>
                  <a:cubicBezTo>
                    <a:pt x="327722" y="597922"/>
                    <a:pt x="317431" y="596370"/>
                    <a:pt x="314292" y="587949"/>
                  </a:cubicBezTo>
                  <a:cubicBezTo>
                    <a:pt x="312386" y="582836"/>
                    <a:pt x="313546" y="578154"/>
                    <a:pt x="317602" y="574116"/>
                  </a:cubicBezTo>
                  <a:cubicBezTo>
                    <a:pt x="341808" y="550019"/>
                    <a:pt x="365932" y="525839"/>
                    <a:pt x="390083" y="501687"/>
                  </a:cubicBezTo>
                  <a:cubicBezTo>
                    <a:pt x="404885" y="486884"/>
                    <a:pt x="419839" y="472229"/>
                    <a:pt x="434415" y="457206"/>
                  </a:cubicBezTo>
                  <a:cubicBezTo>
                    <a:pt x="440126" y="451320"/>
                    <a:pt x="448427" y="451805"/>
                    <a:pt x="452689" y="456289"/>
                  </a:cubicBezTo>
                  <a:close/>
                  <a:moveTo>
                    <a:pt x="7208" y="453840"/>
                  </a:moveTo>
                  <a:cubicBezTo>
                    <a:pt x="11519" y="451983"/>
                    <a:pt x="17095" y="453033"/>
                    <a:pt x="20443" y="456375"/>
                  </a:cubicBezTo>
                  <a:cubicBezTo>
                    <a:pt x="31360" y="467276"/>
                    <a:pt x="42266" y="478189"/>
                    <a:pt x="53383" y="489304"/>
                  </a:cubicBezTo>
                  <a:cubicBezTo>
                    <a:pt x="81933" y="517853"/>
                    <a:pt x="110282" y="546191"/>
                    <a:pt x="138615" y="574544"/>
                  </a:cubicBezTo>
                  <a:cubicBezTo>
                    <a:pt x="143231" y="579164"/>
                    <a:pt x="143915" y="585224"/>
                    <a:pt x="140481" y="590200"/>
                  </a:cubicBezTo>
                  <a:cubicBezTo>
                    <a:pt x="137413" y="594647"/>
                    <a:pt x="131306" y="596603"/>
                    <a:pt x="126302" y="594427"/>
                  </a:cubicBezTo>
                  <a:cubicBezTo>
                    <a:pt x="124359" y="593582"/>
                    <a:pt x="122498" y="592247"/>
                    <a:pt x="120991" y="590743"/>
                  </a:cubicBezTo>
                  <a:cubicBezTo>
                    <a:pt x="81989" y="551825"/>
                    <a:pt x="43030" y="512865"/>
                    <a:pt x="4087" y="473889"/>
                  </a:cubicBezTo>
                  <a:cubicBezTo>
                    <a:pt x="-2493" y="467304"/>
                    <a:pt x="-896" y="457333"/>
                    <a:pt x="7208" y="453840"/>
                  </a:cubicBezTo>
                  <a:close/>
                  <a:moveTo>
                    <a:pt x="228132" y="198376"/>
                  </a:moveTo>
                  <a:cubicBezTo>
                    <a:pt x="235178" y="198394"/>
                    <a:pt x="239508" y="202785"/>
                    <a:pt x="239509" y="209960"/>
                  </a:cubicBezTo>
                  <a:cubicBezTo>
                    <a:pt x="239514" y="265873"/>
                    <a:pt x="239513" y="321785"/>
                    <a:pt x="239509" y="377697"/>
                  </a:cubicBezTo>
                  <a:cubicBezTo>
                    <a:pt x="239509" y="383930"/>
                    <a:pt x="236494" y="387926"/>
                    <a:pt x="230481" y="389716"/>
                  </a:cubicBezTo>
                  <a:cubicBezTo>
                    <a:pt x="226007" y="391047"/>
                    <a:pt x="220220" y="388704"/>
                    <a:pt x="217519" y="384045"/>
                  </a:cubicBezTo>
                  <a:cubicBezTo>
                    <a:pt x="216626" y="382507"/>
                    <a:pt x="216412" y="380397"/>
                    <a:pt x="216409" y="378547"/>
                  </a:cubicBezTo>
                  <a:cubicBezTo>
                    <a:pt x="216346" y="345082"/>
                    <a:pt x="216363" y="311618"/>
                    <a:pt x="216363" y="277740"/>
                  </a:cubicBezTo>
                  <a:cubicBezTo>
                    <a:pt x="216363" y="254879"/>
                    <a:pt x="216358" y="232431"/>
                    <a:pt x="216366" y="209984"/>
                  </a:cubicBezTo>
                  <a:cubicBezTo>
                    <a:pt x="216368" y="202616"/>
                    <a:pt x="220701" y="198357"/>
                    <a:pt x="228132" y="198376"/>
                  </a:cubicBezTo>
                  <a:close/>
                  <a:moveTo>
                    <a:pt x="6013" y="0"/>
                  </a:moveTo>
                  <a:lnTo>
                    <a:pt x="72479" y="0"/>
                  </a:lnTo>
                  <a:lnTo>
                    <a:pt x="72479" y="66466"/>
                  </a:lnTo>
                  <a:lnTo>
                    <a:pt x="6013" y="66466"/>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21" name="Group 120">
            <a:extLst>
              <a:ext uri="{FF2B5EF4-FFF2-40B4-BE49-F238E27FC236}">
                <a16:creationId xmlns:a16="http://schemas.microsoft.com/office/drawing/2014/main" id="{07C52129-373B-E6EB-ADAE-0683C6529D17}"/>
              </a:ext>
              <a:ext uri="{C183D7F6-B498-43B3-948B-1728B52AA6E4}">
                <adec:decorative xmlns:adec="http://schemas.microsoft.com/office/drawing/2017/decorative" val="1"/>
              </a:ext>
            </a:extLst>
          </p:cNvPr>
          <p:cNvGrpSpPr>
            <a:grpSpLocks noChangeAspect="1"/>
          </p:cNvGrpSpPr>
          <p:nvPr/>
        </p:nvGrpSpPr>
        <p:grpSpPr>
          <a:xfrm>
            <a:off x="10831889" y="4343071"/>
            <a:ext cx="720349" cy="457200"/>
            <a:chOff x="10831889" y="4343071"/>
            <a:chExt cx="720349" cy="457200"/>
          </a:xfrm>
          <a:solidFill>
            <a:srgbClr val="FF0000"/>
          </a:solidFill>
        </p:grpSpPr>
        <p:sp>
          <p:nvSpPr>
            <p:cNvPr id="2487" name="Freeform: Shape 2486">
              <a:extLst>
                <a:ext uri="{FF2B5EF4-FFF2-40B4-BE49-F238E27FC236}">
                  <a16:creationId xmlns:a16="http://schemas.microsoft.com/office/drawing/2014/main" id="{3F593337-F7F5-2BB6-8393-2ED021D2139A}"/>
                </a:ext>
                <a:ext uri="{C183D7F6-B498-43B3-948B-1728B52AA6E4}">
                  <adec:decorative xmlns:adec="http://schemas.microsoft.com/office/drawing/2017/decorative" val="1"/>
                </a:ext>
              </a:extLst>
            </p:cNvPr>
            <p:cNvSpPr/>
            <p:nvPr/>
          </p:nvSpPr>
          <p:spPr>
            <a:xfrm>
              <a:off x="10831889" y="4343071"/>
              <a:ext cx="720349" cy="449668"/>
            </a:xfrm>
            <a:custGeom>
              <a:avLst/>
              <a:gdLst>
                <a:gd name="connsiteX0" fmla="*/ 520025 w 976522"/>
                <a:gd name="connsiteY0" fmla="*/ 0 h 609580"/>
                <a:gd name="connsiteX1" fmla="*/ 761582 w 976522"/>
                <a:gd name="connsiteY1" fmla="*/ 241557 h 609580"/>
                <a:gd name="connsiteX2" fmla="*/ 760805 w 976522"/>
                <a:gd name="connsiteY2" fmla="*/ 272855 h 609580"/>
                <a:gd name="connsiteX3" fmla="*/ 804587 w 976522"/>
                <a:gd name="connsiteY3" fmla="*/ 272855 h 609580"/>
                <a:gd name="connsiteX4" fmla="*/ 976447 w 976522"/>
                <a:gd name="connsiteY4" fmla="*/ 436112 h 609580"/>
                <a:gd name="connsiteX5" fmla="*/ 808139 w 976522"/>
                <a:gd name="connsiteY5" fmla="*/ 609580 h 609580"/>
                <a:gd name="connsiteX6" fmla="*/ 678457 w 976522"/>
                <a:gd name="connsiteY6" fmla="*/ 609580 h 609580"/>
                <a:gd name="connsiteX7" fmla="*/ 554768 w 976522"/>
                <a:gd name="connsiteY7" fmla="*/ 609580 h 609580"/>
                <a:gd name="connsiteX8" fmla="*/ 483247 w 976522"/>
                <a:gd name="connsiteY8" fmla="*/ 609580 h 609580"/>
                <a:gd name="connsiteX9" fmla="*/ 483247 w 976522"/>
                <a:gd name="connsiteY9" fmla="*/ 564854 h 609580"/>
                <a:gd name="connsiteX10" fmla="*/ 554768 w 976522"/>
                <a:gd name="connsiteY10" fmla="*/ 564854 h 609580"/>
                <a:gd name="connsiteX11" fmla="*/ 678457 w 976522"/>
                <a:gd name="connsiteY11" fmla="*/ 564854 h 609580"/>
                <a:gd name="connsiteX12" fmla="*/ 806585 w 976522"/>
                <a:gd name="connsiteY12" fmla="*/ 564854 h 609580"/>
                <a:gd name="connsiteX13" fmla="*/ 930943 w 976522"/>
                <a:gd name="connsiteY13" fmla="*/ 435669 h 609580"/>
                <a:gd name="connsiteX14" fmla="*/ 803644 w 976522"/>
                <a:gd name="connsiteY14" fmla="*/ 316138 h 609580"/>
                <a:gd name="connsiteX15" fmla="*/ 731838 w 976522"/>
                <a:gd name="connsiteY15" fmla="*/ 316138 h 609580"/>
                <a:gd name="connsiteX16" fmla="*/ 715635 w 976522"/>
                <a:gd name="connsiteY16" fmla="*/ 299547 h 609580"/>
                <a:gd name="connsiteX17" fmla="*/ 717022 w 976522"/>
                <a:gd name="connsiteY17" fmla="*/ 241224 h 609580"/>
                <a:gd name="connsiteX18" fmla="*/ 519859 w 976522"/>
                <a:gd name="connsiteY18" fmla="*/ 44616 h 609580"/>
                <a:gd name="connsiteX19" fmla="*/ 340675 w 976522"/>
                <a:gd name="connsiteY19" fmla="*/ 171915 h 609580"/>
                <a:gd name="connsiteX20" fmla="*/ 338622 w 976522"/>
                <a:gd name="connsiteY20" fmla="*/ 176632 h 609580"/>
                <a:gd name="connsiteX21" fmla="*/ 317979 w 976522"/>
                <a:gd name="connsiteY21" fmla="*/ 185233 h 609580"/>
                <a:gd name="connsiteX22" fmla="*/ 313151 w 976522"/>
                <a:gd name="connsiteY22" fmla="*/ 183401 h 609580"/>
                <a:gd name="connsiteX23" fmla="*/ 243009 w 976522"/>
                <a:gd name="connsiteY23" fmla="*/ 170417 h 609580"/>
                <a:gd name="connsiteX24" fmla="*/ 46179 w 976522"/>
                <a:gd name="connsiteY24" fmla="*/ 352208 h 609580"/>
                <a:gd name="connsiteX25" fmla="*/ 242732 w 976522"/>
                <a:gd name="connsiteY25" fmla="*/ 564687 h 609580"/>
                <a:gd name="connsiteX26" fmla="*/ 242732 w 976522"/>
                <a:gd name="connsiteY26" fmla="*/ 564854 h 609580"/>
                <a:gd name="connsiteX27" fmla="*/ 287861 w 976522"/>
                <a:gd name="connsiteY27" fmla="*/ 564854 h 609580"/>
                <a:gd name="connsiteX28" fmla="*/ 363690 w 976522"/>
                <a:gd name="connsiteY28" fmla="*/ 564854 h 609580"/>
                <a:gd name="connsiteX29" fmla="*/ 363690 w 976522"/>
                <a:gd name="connsiteY29" fmla="*/ 609580 h 609580"/>
                <a:gd name="connsiteX30" fmla="*/ 287861 w 976522"/>
                <a:gd name="connsiteY30" fmla="*/ 609580 h 609580"/>
                <a:gd name="connsiteX31" fmla="*/ 241511 w 976522"/>
                <a:gd name="connsiteY31" fmla="*/ 609580 h 609580"/>
                <a:gd name="connsiteX32" fmla="*/ 216272 w 976522"/>
                <a:gd name="connsiteY32" fmla="*/ 609580 h 609580"/>
                <a:gd name="connsiteX33" fmla="*/ 216272 w 976522"/>
                <a:gd name="connsiteY33" fmla="*/ 606738 h 609580"/>
                <a:gd name="connsiteX34" fmla="*/ 190602 w 976522"/>
                <a:gd name="connsiteY34" fmla="*/ 604015 h 609580"/>
                <a:gd name="connsiteX35" fmla="*/ 787 w 976522"/>
                <a:gd name="connsiteY35" fmla="*/ 348158 h 609580"/>
                <a:gd name="connsiteX36" fmla="*/ 218593 w 976522"/>
                <a:gd name="connsiteY36" fmla="*/ 127410 h 609580"/>
                <a:gd name="connsiteX37" fmla="*/ 308934 w 976522"/>
                <a:gd name="connsiteY37" fmla="*/ 135900 h 609580"/>
                <a:gd name="connsiteX38" fmla="*/ 520025 w 976522"/>
                <a:gd name="connsiteY38" fmla="*/ 0 h 6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6522" h="609580">
                  <a:moveTo>
                    <a:pt x="520025" y="0"/>
                  </a:moveTo>
                  <a:cubicBezTo>
                    <a:pt x="653206" y="0"/>
                    <a:pt x="761582" y="108376"/>
                    <a:pt x="761582" y="241557"/>
                  </a:cubicBezTo>
                  <a:lnTo>
                    <a:pt x="760805" y="272855"/>
                  </a:lnTo>
                  <a:lnTo>
                    <a:pt x="804587" y="272855"/>
                  </a:lnTo>
                  <a:cubicBezTo>
                    <a:pt x="896205" y="272855"/>
                    <a:pt x="973727" y="344550"/>
                    <a:pt x="976447" y="436112"/>
                  </a:cubicBezTo>
                  <a:cubicBezTo>
                    <a:pt x="979276" y="531281"/>
                    <a:pt x="902642" y="609580"/>
                    <a:pt x="808139" y="609580"/>
                  </a:cubicBezTo>
                  <a:lnTo>
                    <a:pt x="678457" y="609580"/>
                  </a:lnTo>
                  <a:lnTo>
                    <a:pt x="554768" y="609580"/>
                  </a:lnTo>
                  <a:lnTo>
                    <a:pt x="483247" y="609580"/>
                  </a:lnTo>
                  <a:lnTo>
                    <a:pt x="483247" y="564854"/>
                  </a:lnTo>
                  <a:lnTo>
                    <a:pt x="554768" y="564854"/>
                  </a:lnTo>
                  <a:lnTo>
                    <a:pt x="678457" y="564854"/>
                  </a:lnTo>
                  <a:lnTo>
                    <a:pt x="806585" y="564854"/>
                  </a:lnTo>
                  <a:cubicBezTo>
                    <a:pt x="876727" y="564854"/>
                    <a:pt x="933496" y="506476"/>
                    <a:pt x="930943" y="435669"/>
                  </a:cubicBezTo>
                  <a:cubicBezTo>
                    <a:pt x="928390" y="368412"/>
                    <a:pt x="870956" y="316138"/>
                    <a:pt x="803644" y="316138"/>
                  </a:cubicBezTo>
                  <a:lnTo>
                    <a:pt x="731838" y="316138"/>
                  </a:lnTo>
                  <a:cubicBezTo>
                    <a:pt x="722737" y="316138"/>
                    <a:pt x="715413" y="308647"/>
                    <a:pt x="715635" y="299547"/>
                  </a:cubicBezTo>
                  <a:lnTo>
                    <a:pt x="717022" y="241224"/>
                  </a:lnTo>
                  <a:cubicBezTo>
                    <a:pt x="717022" y="133070"/>
                    <a:pt x="628567" y="44616"/>
                    <a:pt x="519859" y="44616"/>
                  </a:cubicBezTo>
                  <a:cubicBezTo>
                    <a:pt x="434845" y="44616"/>
                    <a:pt x="368587" y="108542"/>
                    <a:pt x="340675" y="171915"/>
                  </a:cubicBezTo>
                  <a:lnTo>
                    <a:pt x="338622" y="176632"/>
                  </a:lnTo>
                  <a:cubicBezTo>
                    <a:pt x="335126" y="184511"/>
                    <a:pt x="326025" y="188341"/>
                    <a:pt x="317979" y="185233"/>
                  </a:cubicBezTo>
                  <a:lnTo>
                    <a:pt x="313151" y="183401"/>
                  </a:lnTo>
                  <a:cubicBezTo>
                    <a:pt x="290677" y="174800"/>
                    <a:pt x="267093" y="170472"/>
                    <a:pt x="243009" y="170417"/>
                  </a:cubicBezTo>
                  <a:cubicBezTo>
                    <a:pt x="140682" y="170305"/>
                    <a:pt x="53892" y="250214"/>
                    <a:pt x="46179" y="352208"/>
                  </a:cubicBezTo>
                  <a:cubicBezTo>
                    <a:pt x="37356" y="467798"/>
                    <a:pt x="128974" y="564687"/>
                    <a:pt x="242732" y="564687"/>
                  </a:cubicBezTo>
                  <a:lnTo>
                    <a:pt x="242732" y="564854"/>
                  </a:lnTo>
                  <a:lnTo>
                    <a:pt x="287861" y="564854"/>
                  </a:lnTo>
                  <a:lnTo>
                    <a:pt x="363690" y="564854"/>
                  </a:lnTo>
                  <a:lnTo>
                    <a:pt x="363690" y="609580"/>
                  </a:lnTo>
                  <a:lnTo>
                    <a:pt x="287861" y="609580"/>
                  </a:lnTo>
                  <a:lnTo>
                    <a:pt x="241511" y="609580"/>
                  </a:lnTo>
                  <a:lnTo>
                    <a:pt x="216272" y="609580"/>
                  </a:lnTo>
                  <a:lnTo>
                    <a:pt x="216272" y="606738"/>
                  </a:lnTo>
                  <a:lnTo>
                    <a:pt x="190602" y="604015"/>
                  </a:lnTo>
                  <a:cubicBezTo>
                    <a:pt x="75677" y="579258"/>
                    <a:pt x="-9119" y="472460"/>
                    <a:pt x="787" y="348158"/>
                  </a:cubicBezTo>
                  <a:cubicBezTo>
                    <a:pt x="10054" y="232179"/>
                    <a:pt x="102726" y="138175"/>
                    <a:pt x="218593" y="127410"/>
                  </a:cubicBezTo>
                  <a:cubicBezTo>
                    <a:pt x="249446" y="124580"/>
                    <a:pt x="279856" y="127465"/>
                    <a:pt x="308934" y="135900"/>
                  </a:cubicBezTo>
                  <a:cubicBezTo>
                    <a:pt x="352495" y="53883"/>
                    <a:pt x="435123" y="0"/>
                    <a:pt x="520025"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2486" name="TextBox 2485">
              <a:extLst>
                <a:ext uri="{FF2B5EF4-FFF2-40B4-BE49-F238E27FC236}">
                  <a16:creationId xmlns:a16="http://schemas.microsoft.com/office/drawing/2014/main" id="{65DCFC3B-0E68-B0D2-7A4B-0BC72FA899F4}"/>
                </a:ext>
                <a:ext uri="{C183D7F6-B498-43B3-948B-1728B52AA6E4}">
                  <adec:decorative xmlns:adec="http://schemas.microsoft.com/office/drawing/2017/decorative" val="1"/>
                </a:ext>
              </a:extLst>
            </p:cNvPr>
            <p:cNvSpPr txBox="1"/>
            <p:nvPr/>
          </p:nvSpPr>
          <p:spPr>
            <a:xfrm>
              <a:off x="10910952" y="4501760"/>
              <a:ext cx="514687" cy="298511"/>
            </a:xfrm>
            <a:custGeom>
              <a:avLst/>
              <a:gdLst>
                <a:gd name="connsiteX0" fmla="*/ 283714 w 697722"/>
                <a:gd name="connsiteY0" fmla="*/ 339520 h 404668"/>
                <a:gd name="connsiteX1" fmla="*/ 348861 w 697722"/>
                <a:gd name="connsiteY1" fmla="*/ 339520 h 404668"/>
                <a:gd name="connsiteX2" fmla="*/ 348861 w 697722"/>
                <a:gd name="connsiteY2" fmla="*/ 404668 h 404668"/>
                <a:gd name="connsiteX3" fmla="*/ 283714 w 697722"/>
                <a:gd name="connsiteY3" fmla="*/ 404668 h 404668"/>
                <a:gd name="connsiteX4" fmla="*/ 644238 w 697722"/>
                <a:gd name="connsiteY4" fmla="*/ 163959 h 404668"/>
                <a:gd name="connsiteX5" fmla="*/ 681130 w 697722"/>
                <a:gd name="connsiteY5" fmla="*/ 176062 h 404668"/>
                <a:gd name="connsiteX6" fmla="*/ 694990 w 697722"/>
                <a:gd name="connsiteY6" fmla="*/ 208074 h 404668"/>
                <a:gd name="connsiteX7" fmla="*/ 686010 w 697722"/>
                <a:gd name="connsiteY7" fmla="*/ 232669 h 404668"/>
                <a:gd name="connsiteX8" fmla="*/ 655950 w 697722"/>
                <a:gd name="connsiteY8" fmla="*/ 260388 h 404668"/>
                <a:gd name="connsiteX9" fmla="*/ 633697 w 697722"/>
                <a:gd name="connsiteY9" fmla="*/ 277565 h 404668"/>
                <a:gd name="connsiteX10" fmla="*/ 697722 w 697722"/>
                <a:gd name="connsiteY10" fmla="*/ 276784 h 404668"/>
                <a:gd name="connsiteX11" fmla="*/ 697722 w 697722"/>
                <a:gd name="connsiteY11" fmla="*/ 306064 h 404668"/>
                <a:gd name="connsiteX12" fmla="*/ 587240 w 697722"/>
                <a:gd name="connsiteY12" fmla="*/ 306064 h 404668"/>
                <a:gd name="connsiteX13" fmla="*/ 587240 w 697722"/>
                <a:gd name="connsiteY13" fmla="*/ 278736 h 404668"/>
                <a:gd name="connsiteX14" fmla="*/ 627841 w 697722"/>
                <a:gd name="connsiteY14" fmla="*/ 246333 h 404668"/>
                <a:gd name="connsiteX15" fmla="*/ 654583 w 697722"/>
                <a:gd name="connsiteY15" fmla="*/ 224080 h 404668"/>
                <a:gd name="connsiteX16" fmla="*/ 661025 w 697722"/>
                <a:gd name="connsiteY16" fmla="*/ 210026 h 404668"/>
                <a:gd name="connsiteX17" fmla="*/ 655754 w 697722"/>
                <a:gd name="connsiteY17" fmla="*/ 198509 h 404668"/>
                <a:gd name="connsiteX18" fmla="*/ 642286 w 697722"/>
                <a:gd name="connsiteY18" fmla="*/ 194020 h 404668"/>
                <a:gd name="connsiteX19" fmla="*/ 625694 w 697722"/>
                <a:gd name="connsiteY19" fmla="*/ 200657 h 404668"/>
                <a:gd name="connsiteX20" fmla="*/ 619252 w 697722"/>
                <a:gd name="connsiteY20" fmla="*/ 219786 h 404668"/>
                <a:gd name="connsiteX21" fmla="*/ 585678 w 697722"/>
                <a:gd name="connsiteY21" fmla="*/ 219786 h 404668"/>
                <a:gd name="connsiteX22" fmla="*/ 602075 w 697722"/>
                <a:gd name="connsiteY22" fmla="*/ 178989 h 404668"/>
                <a:gd name="connsiteX23" fmla="*/ 644238 w 697722"/>
                <a:gd name="connsiteY23" fmla="*/ 163959 h 404668"/>
                <a:gd name="connsiteX24" fmla="*/ 424569 w 697722"/>
                <a:gd name="connsiteY24" fmla="*/ 43725 h 404668"/>
                <a:gd name="connsiteX25" fmla="*/ 359177 w 697722"/>
                <a:gd name="connsiteY25" fmla="*/ 71834 h 404668"/>
                <a:gd name="connsiteX26" fmla="*/ 333216 w 697722"/>
                <a:gd name="connsiteY26" fmla="*/ 142496 h 404668"/>
                <a:gd name="connsiteX27" fmla="*/ 359372 w 697722"/>
                <a:gd name="connsiteY27" fmla="*/ 213548 h 404668"/>
                <a:gd name="connsiteX28" fmla="*/ 424959 w 697722"/>
                <a:gd name="connsiteY28" fmla="*/ 242047 h 404668"/>
                <a:gd name="connsiteX29" fmla="*/ 489765 w 697722"/>
                <a:gd name="connsiteY29" fmla="*/ 213939 h 404668"/>
                <a:gd name="connsiteX30" fmla="*/ 515532 w 697722"/>
                <a:gd name="connsiteY30" fmla="*/ 143277 h 404668"/>
                <a:gd name="connsiteX31" fmla="*/ 489375 w 697722"/>
                <a:gd name="connsiteY31" fmla="*/ 72419 h 404668"/>
                <a:gd name="connsiteX32" fmla="*/ 424569 w 697722"/>
                <a:gd name="connsiteY32" fmla="*/ 43725 h 404668"/>
                <a:gd name="connsiteX33" fmla="*/ 424959 w 697722"/>
                <a:gd name="connsiteY33" fmla="*/ 0 h 404668"/>
                <a:gd name="connsiteX34" fmla="*/ 526072 w 697722"/>
                <a:gd name="connsiteY34" fmla="*/ 40797 h 404668"/>
                <a:gd name="connsiteX35" fmla="*/ 566283 w 697722"/>
                <a:gd name="connsiteY35" fmla="*/ 142496 h 404668"/>
                <a:gd name="connsiteX36" fmla="*/ 525682 w 697722"/>
                <a:gd name="connsiteY36" fmla="*/ 244585 h 404668"/>
                <a:gd name="connsiteX37" fmla="*/ 424569 w 697722"/>
                <a:gd name="connsiteY37" fmla="*/ 285772 h 404668"/>
                <a:gd name="connsiteX38" fmla="*/ 323261 w 697722"/>
                <a:gd name="connsiteY38" fmla="*/ 244975 h 404668"/>
                <a:gd name="connsiteX39" fmla="*/ 282854 w 697722"/>
                <a:gd name="connsiteY39" fmla="*/ 143277 h 404668"/>
                <a:gd name="connsiteX40" fmla="*/ 323456 w 697722"/>
                <a:gd name="connsiteY40" fmla="*/ 41187 h 404668"/>
                <a:gd name="connsiteX41" fmla="*/ 424959 w 697722"/>
                <a:gd name="connsiteY41" fmla="*/ 0 h 404668"/>
                <a:gd name="connsiteX42" fmla="*/ 143276 w 697722"/>
                <a:gd name="connsiteY42" fmla="*/ 0 h 404668"/>
                <a:gd name="connsiteX43" fmla="*/ 212181 w 697722"/>
                <a:gd name="connsiteY43" fmla="*/ 17763 h 404668"/>
                <a:gd name="connsiteX44" fmla="*/ 258444 w 697722"/>
                <a:gd name="connsiteY44" fmla="*/ 68710 h 404668"/>
                <a:gd name="connsiteX45" fmla="*/ 219794 w 697722"/>
                <a:gd name="connsiteY45" fmla="*/ 92915 h 404668"/>
                <a:gd name="connsiteX46" fmla="*/ 186806 w 697722"/>
                <a:gd name="connsiteY46" fmla="*/ 55632 h 404668"/>
                <a:gd name="connsiteX47" fmla="*/ 142105 w 697722"/>
                <a:gd name="connsiteY47" fmla="*/ 43725 h 404668"/>
                <a:gd name="connsiteX48" fmla="*/ 76323 w 697722"/>
                <a:gd name="connsiteY48" fmla="*/ 71834 h 404668"/>
                <a:gd name="connsiteX49" fmla="*/ 50362 w 697722"/>
                <a:gd name="connsiteY49" fmla="*/ 142496 h 404668"/>
                <a:gd name="connsiteX50" fmla="*/ 76323 w 697722"/>
                <a:gd name="connsiteY50" fmla="*/ 213548 h 404668"/>
                <a:gd name="connsiteX51" fmla="*/ 141324 w 697722"/>
                <a:gd name="connsiteY51" fmla="*/ 242047 h 404668"/>
                <a:gd name="connsiteX52" fmla="*/ 187391 w 697722"/>
                <a:gd name="connsiteY52" fmla="*/ 229750 h 404668"/>
                <a:gd name="connsiteX53" fmla="*/ 222137 w 697722"/>
                <a:gd name="connsiteY53" fmla="*/ 193248 h 404668"/>
                <a:gd name="connsiteX54" fmla="*/ 259224 w 697722"/>
                <a:gd name="connsiteY54" fmla="*/ 215500 h 404668"/>
                <a:gd name="connsiteX55" fmla="*/ 210620 w 697722"/>
                <a:gd name="connsiteY55" fmla="*/ 267033 h 404668"/>
                <a:gd name="connsiteX56" fmla="*/ 139763 w 697722"/>
                <a:gd name="connsiteY56" fmla="*/ 285772 h 404668"/>
                <a:gd name="connsiteX57" fmla="*/ 39235 w 697722"/>
                <a:gd name="connsiteY57" fmla="*/ 245561 h 404668"/>
                <a:gd name="connsiteX58" fmla="*/ 0 w 697722"/>
                <a:gd name="connsiteY58" fmla="*/ 143277 h 404668"/>
                <a:gd name="connsiteX59" fmla="*/ 40992 w 697722"/>
                <a:gd name="connsiteY59" fmla="*/ 41187 h 404668"/>
                <a:gd name="connsiteX60" fmla="*/ 143276 w 697722"/>
                <a:gd name="connsiteY60" fmla="*/ 0 h 40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97722" h="404668">
                  <a:moveTo>
                    <a:pt x="283714" y="339520"/>
                  </a:moveTo>
                  <a:lnTo>
                    <a:pt x="348861" y="339520"/>
                  </a:lnTo>
                  <a:lnTo>
                    <a:pt x="348861" y="404668"/>
                  </a:lnTo>
                  <a:lnTo>
                    <a:pt x="283714" y="404668"/>
                  </a:lnTo>
                  <a:close/>
                  <a:moveTo>
                    <a:pt x="644238" y="163959"/>
                  </a:moveTo>
                  <a:cubicBezTo>
                    <a:pt x="659594" y="163959"/>
                    <a:pt x="671891" y="167993"/>
                    <a:pt x="681130" y="176062"/>
                  </a:cubicBezTo>
                  <a:cubicBezTo>
                    <a:pt x="690370" y="184130"/>
                    <a:pt x="694990" y="194801"/>
                    <a:pt x="694990" y="208074"/>
                  </a:cubicBezTo>
                  <a:cubicBezTo>
                    <a:pt x="694990" y="216403"/>
                    <a:pt x="691996" y="224601"/>
                    <a:pt x="686010" y="232669"/>
                  </a:cubicBezTo>
                  <a:cubicBezTo>
                    <a:pt x="680024" y="240737"/>
                    <a:pt x="670004" y="249977"/>
                    <a:pt x="655950" y="260388"/>
                  </a:cubicBezTo>
                  <a:lnTo>
                    <a:pt x="633697" y="277565"/>
                  </a:lnTo>
                  <a:lnTo>
                    <a:pt x="697722" y="276784"/>
                  </a:lnTo>
                  <a:lnTo>
                    <a:pt x="697722" y="306064"/>
                  </a:lnTo>
                  <a:lnTo>
                    <a:pt x="587240" y="306064"/>
                  </a:lnTo>
                  <a:lnTo>
                    <a:pt x="587240" y="278736"/>
                  </a:lnTo>
                  <a:lnTo>
                    <a:pt x="627841" y="246333"/>
                  </a:lnTo>
                  <a:cubicBezTo>
                    <a:pt x="641375" y="236183"/>
                    <a:pt x="650289" y="228765"/>
                    <a:pt x="654583" y="224080"/>
                  </a:cubicBezTo>
                  <a:cubicBezTo>
                    <a:pt x="658878" y="219396"/>
                    <a:pt x="661025" y="214711"/>
                    <a:pt x="661025" y="210026"/>
                  </a:cubicBezTo>
                  <a:cubicBezTo>
                    <a:pt x="661025" y="205341"/>
                    <a:pt x="659268" y="201503"/>
                    <a:pt x="655754" y="198509"/>
                  </a:cubicBezTo>
                  <a:cubicBezTo>
                    <a:pt x="652241" y="195516"/>
                    <a:pt x="647751" y="194020"/>
                    <a:pt x="642286" y="194020"/>
                  </a:cubicBezTo>
                  <a:cubicBezTo>
                    <a:pt x="635259" y="194020"/>
                    <a:pt x="629728" y="196232"/>
                    <a:pt x="625694" y="200657"/>
                  </a:cubicBezTo>
                  <a:cubicBezTo>
                    <a:pt x="621660" y="205081"/>
                    <a:pt x="619513" y="211458"/>
                    <a:pt x="619252" y="219786"/>
                  </a:cubicBezTo>
                  <a:lnTo>
                    <a:pt x="585678" y="219786"/>
                  </a:lnTo>
                  <a:cubicBezTo>
                    <a:pt x="586199" y="202609"/>
                    <a:pt x="591664" y="189010"/>
                    <a:pt x="602075" y="178989"/>
                  </a:cubicBezTo>
                  <a:cubicBezTo>
                    <a:pt x="612485" y="168969"/>
                    <a:pt x="626540" y="163959"/>
                    <a:pt x="644238" y="163959"/>
                  </a:cubicBezTo>
                  <a:close/>
                  <a:moveTo>
                    <a:pt x="424569" y="43725"/>
                  </a:moveTo>
                  <a:cubicBezTo>
                    <a:pt x="398282" y="43725"/>
                    <a:pt x="376485" y="53094"/>
                    <a:pt x="359177" y="71834"/>
                  </a:cubicBezTo>
                  <a:cubicBezTo>
                    <a:pt x="341870" y="90573"/>
                    <a:pt x="333216" y="114127"/>
                    <a:pt x="333216" y="142496"/>
                  </a:cubicBezTo>
                  <a:cubicBezTo>
                    <a:pt x="333216" y="170865"/>
                    <a:pt x="341935" y="194549"/>
                    <a:pt x="359372" y="213548"/>
                  </a:cubicBezTo>
                  <a:cubicBezTo>
                    <a:pt x="376810" y="232548"/>
                    <a:pt x="398672" y="242047"/>
                    <a:pt x="424959" y="242047"/>
                  </a:cubicBezTo>
                  <a:cubicBezTo>
                    <a:pt x="450986" y="242047"/>
                    <a:pt x="472588" y="232678"/>
                    <a:pt x="489765" y="213939"/>
                  </a:cubicBezTo>
                  <a:cubicBezTo>
                    <a:pt x="506943" y="195200"/>
                    <a:pt x="515532" y="171645"/>
                    <a:pt x="515532" y="143277"/>
                  </a:cubicBezTo>
                  <a:cubicBezTo>
                    <a:pt x="515532" y="115168"/>
                    <a:pt x="506813" y="91549"/>
                    <a:pt x="489375" y="72419"/>
                  </a:cubicBezTo>
                  <a:cubicBezTo>
                    <a:pt x="471937" y="53290"/>
                    <a:pt x="450335" y="43725"/>
                    <a:pt x="424569" y="43725"/>
                  </a:cubicBezTo>
                  <a:close/>
                  <a:moveTo>
                    <a:pt x="424959" y="0"/>
                  </a:moveTo>
                  <a:cubicBezTo>
                    <a:pt x="465561" y="0"/>
                    <a:pt x="499265" y="13599"/>
                    <a:pt x="526072" y="40797"/>
                  </a:cubicBezTo>
                  <a:cubicBezTo>
                    <a:pt x="552880" y="67995"/>
                    <a:pt x="566283" y="101894"/>
                    <a:pt x="566283" y="142496"/>
                  </a:cubicBezTo>
                  <a:cubicBezTo>
                    <a:pt x="566283" y="183097"/>
                    <a:pt x="552749" y="217127"/>
                    <a:pt x="525682" y="244585"/>
                  </a:cubicBezTo>
                  <a:cubicBezTo>
                    <a:pt x="498614" y="272043"/>
                    <a:pt x="464910" y="285772"/>
                    <a:pt x="424569" y="285772"/>
                  </a:cubicBezTo>
                  <a:cubicBezTo>
                    <a:pt x="383967" y="285772"/>
                    <a:pt x="350198" y="272173"/>
                    <a:pt x="323261" y="244975"/>
                  </a:cubicBezTo>
                  <a:cubicBezTo>
                    <a:pt x="296323" y="217778"/>
                    <a:pt x="282854" y="183878"/>
                    <a:pt x="282854" y="143277"/>
                  </a:cubicBezTo>
                  <a:cubicBezTo>
                    <a:pt x="282854" y="102675"/>
                    <a:pt x="296388" y="68645"/>
                    <a:pt x="323456" y="41187"/>
                  </a:cubicBezTo>
                  <a:cubicBezTo>
                    <a:pt x="350523" y="13729"/>
                    <a:pt x="384358" y="0"/>
                    <a:pt x="424959" y="0"/>
                  </a:cubicBezTo>
                  <a:close/>
                  <a:moveTo>
                    <a:pt x="143276" y="0"/>
                  </a:moveTo>
                  <a:cubicBezTo>
                    <a:pt x="169563" y="0"/>
                    <a:pt x="192531" y="5921"/>
                    <a:pt x="212181" y="17763"/>
                  </a:cubicBezTo>
                  <a:cubicBezTo>
                    <a:pt x="231831" y="29605"/>
                    <a:pt x="247252" y="46588"/>
                    <a:pt x="258444" y="68710"/>
                  </a:cubicBezTo>
                  <a:lnTo>
                    <a:pt x="219794" y="92915"/>
                  </a:lnTo>
                  <a:cubicBezTo>
                    <a:pt x="210164" y="75998"/>
                    <a:pt x="199168" y="63570"/>
                    <a:pt x="186806" y="55632"/>
                  </a:cubicBezTo>
                  <a:cubicBezTo>
                    <a:pt x="174443" y="47694"/>
                    <a:pt x="159543" y="43725"/>
                    <a:pt x="142105" y="43725"/>
                  </a:cubicBezTo>
                  <a:cubicBezTo>
                    <a:pt x="115558" y="43725"/>
                    <a:pt x="93631" y="53094"/>
                    <a:pt x="76323" y="71834"/>
                  </a:cubicBezTo>
                  <a:cubicBezTo>
                    <a:pt x="59015" y="90573"/>
                    <a:pt x="50362" y="114127"/>
                    <a:pt x="50362" y="142496"/>
                  </a:cubicBezTo>
                  <a:cubicBezTo>
                    <a:pt x="50362" y="170865"/>
                    <a:pt x="59015" y="194549"/>
                    <a:pt x="76323" y="213548"/>
                  </a:cubicBezTo>
                  <a:cubicBezTo>
                    <a:pt x="93631" y="232548"/>
                    <a:pt x="115298" y="242047"/>
                    <a:pt x="141324" y="242047"/>
                  </a:cubicBezTo>
                  <a:cubicBezTo>
                    <a:pt x="158502" y="242047"/>
                    <a:pt x="173857" y="237948"/>
                    <a:pt x="187391" y="229750"/>
                  </a:cubicBezTo>
                  <a:cubicBezTo>
                    <a:pt x="200925" y="221552"/>
                    <a:pt x="212507" y="209384"/>
                    <a:pt x="222137" y="193248"/>
                  </a:cubicBezTo>
                  <a:lnTo>
                    <a:pt x="259224" y="215500"/>
                  </a:lnTo>
                  <a:cubicBezTo>
                    <a:pt x="247773" y="237363"/>
                    <a:pt x="231571" y="254540"/>
                    <a:pt x="210620" y="267033"/>
                  </a:cubicBezTo>
                  <a:cubicBezTo>
                    <a:pt x="189668" y="279526"/>
                    <a:pt x="166049" y="285772"/>
                    <a:pt x="139763" y="285772"/>
                  </a:cubicBezTo>
                  <a:cubicBezTo>
                    <a:pt x="98901" y="285772"/>
                    <a:pt x="65392" y="272369"/>
                    <a:pt x="39235" y="245561"/>
                  </a:cubicBezTo>
                  <a:cubicBezTo>
                    <a:pt x="13079" y="218754"/>
                    <a:pt x="0" y="184659"/>
                    <a:pt x="0" y="143277"/>
                  </a:cubicBezTo>
                  <a:cubicBezTo>
                    <a:pt x="0" y="102675"/>
                    <a:pt x="13664" y="68645"/>
                    <a:pt x="40992" y="41187"/>
                  </a:cubicBezTo>
                  <a:cubicBezTo>
                    <a:pt x="68320" y="13729"/>
                    <a:pt x="102415" y="0"/>
                    <a:pt x="143276"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sz="19900" dirty="0">
                <a:latin typeface="IntelOne Display Medium" panose="020B0703020203020204" pitchFamily="34" charset="0"/>
              </a:endParaRPr>
            </a:p>
          </p:txBody>
        </p:sp>
      </p:grpSp>
      <p:grpSp>
        <p:nvGrpSpPr>
          <p:cNvPr id="133" name="Group 132">
            <a:extLst>
              <a:ext uri="{FF2B5EF4-FFF2-40B4-BE49-F238E27FC236}">
                <a16:creationId xmlns:a16="http://schemas.microsoft.com/office/drawing/2014/main" id="{E85B2F6F-122C-84B4-1EDE-9ED20A32519C}"/>
              </a:ext>
              <a:ext uri="{C183D7F6-B498-43B3-948B-1728B52AA6E4}">
                <adec:decorative xmlns:adec="http://schemas.microsoft.com/office/drawing/2017/decorative" val="1"/>
              </a:ext>
            </a:extLst>
          </p:cNvPr>
          <p:cNvGrpSpPr>
            <a:grpSpLocks noChangeAspect="1"/>
          </p:cNvGrpSpPr>
          <p:nvPr/>
        </p:nvGrpSpPr>
        <p:grpSpPr>
          <a:xfrm>
            <a:off x="8625720" y="4343071"/>
            <a:ext cx="455847" cy="457200"/>
            <a:chOff x="8625720" y="4343071"/>
            <a:chExt cx="455847" cy="457200"/>
          </a:xfrm>
          <a:solidFill>
            <a:srgbClr val="FF0000"/>
          </a:solidFill>
        </p:grpSpPr>
        <p:sp>
          <p:nvSpPr>
            <p:cNvPr id="2477" name="Freeform: Shape 2476">
              <a:extLst>
                <a:ext uri="{FF2B5EF4-FFF2-40B4-BE49-F238E27FC236}">
                  <a16:creationId xmlns:a16="http://schemas.microsoft.com/office/drawing/2014/main" id="{BAF75A11-72B8-FD70-0E24-5A4D549B0B91}"/>
                </a:ext>
                <a:ext uri="{C183D7F6-B498-43B3-948B-1728B52AA6E4}">
                  <adec:decorative xmlns:adec="http://schemas.microsoft.com/office/drawing/2017/decorative" val="1"/>
                </a:ext>
              </a:extLst>
            </p:cNvPr>
            <p:cNvSpPr/>
            <p:nvPr/>
          </p:nvSpPr>
          <p:spPr>
            <a:xfrm>
              <a:off x="8625720" y="4497086"/>
              <a:ext cx="455847" cy="303185"/>
            </a:xfrm>
            <a:custGeom>
              <a:avLst/>
              <a:gdLst>
                <a:gd name="connsiteX0" fmla="*/ 462654 w 969469"/>
                <a:gd name="connsiteY0" fmla="*/ 197950 h 644796"/>
                <a:gd name="connsiteX1" fmla="*/ 454545 w 969469"/>
                <a:gd name="connsiteY1" fmla="*/ 207566 h 644796"/>
                <a:gd name="connsiteX2" fmla="*/ 454433 w 969469"/>
                <a:gd name="connsiteY2" fmla="*/ 207526 h 644796"/>
                <a:gd name="connsiteX3" fmla="*/ 397429 w 969469"/>
                <a:gd name="connsiteY3" fmla="*/ 275122 h 644796"/>
                <a:gd name="connsiteX4" fmla="*/ 397541 w 969469"/>
                <a:gd name="connsiteY4" fmla="*/ 275162 h 644796"/>
                <a:gd name="connsiteX5" fmla="*/ 367211 w 969469"/>
                <a:gd name="connsiteY5" fmla="*/ 311128 h 644796"/>
                <a:gd name="connsiteX6" fmla="*/ 367099 w 969469"/>
                <a:gd name="connsiteY6" fmla="*/ 311087 h 644796"/>
                <a:gd name="connsiteX7" fmla="*/ 367057 w 969469"/>
                <a:gd name="connsiteY7" fmla="*/ 311137 h 644796"/>
                <a:gd name="connsiteX8" fmla="*/ 366921 w 969469"/>
                <a:gd name="connsiteY8" fmla="*/ 311023 h 644796"/>
                <a:gd name="connsiteX9" fmla="*/ 153854 w 969469"/>
                <a:gd name="connsiteY9" fmla="*/ 233617 h 644796"/>
                <a:gd name="connsiteX10" fmla="*/ 153854 w 969469"/>
                <a:gd name="connsiteY10" fmla="*/ 477183 h 644796"/>
                <a:gd name="connsiteX11" fmla="*/ 462654 w 969469"/>
                <a:gd name="connsiteY11" fmla="*/ 589368 h 644796"/>
                <a:gd name="connsiteX12" fmla="*/ 484735 w 969469"/>
                <a:gd name="connsiteY12" fmla="*/ 171767 h 644796"/>
                <a:gd name="connsiteX13" fmla="*/ 484712 w 969469"/>
                <a:gd name="connsiteY13" fmla="*/ 171793 h 644796"/>
                <a:gd name="connsiteX14" fmla="*/ 484757 w 969469"/>
                <a:gd name="connsiteY14" fmla="*/ 171793 h 644796"/>
                <a:gd name="connsiteX15" fmla="*/ 838484 w 969469"/>
                <a:gd name="connsiteY15" fmla="*/ 90019 h 644796"/>
                <a:gd name="connsiteX16" fmla="*/ 559256 w 969469"/>
                <a:gd name="connsiteY16" fmla="*/ 191461 h 644796"/>
                <a:gd name="connsiteX17" fmla="*/ 616260 w 969469"/>
                <a:gd name="connsiteY17" fmla="*/ 259057 h 644796"/>
                <a:gd name="connsiteX18" fmla="*/ 895488 w 969469"/>
                <a:gd name="connsiteY18" fmla="*/ 157615 h 644796"/>
                <a:gd name="connsiteX19" fmla="*/ 130984 w 969469"/>
                <a:gd name="connsiteY19" fmla="*/ 90019 h 644796"/>
                <a:gd name="connsiteX20" fmla="*/ 73980 w 969469"/>
                <a:gd name="connsiteY20" fmla="*/ 157615 h 644796"/>
                <a:gd name="connsiteX21" fmla="*/ 353209 w 969469"/>
                <a:gd name="connsiteY21" fmla="*/ 259057 h 644796"/>
                <a:gd name="connsiteX22" fmla="*/ 410213 w 969469"/>
                <a:gd name="connsiteY22" fmla="*/ 191461 h 644796"/>
                <a:gd name="connsiteX23" fmla="*/ 220205 w 969469"/>
                <a:gd name="connsiteY23" fmla="*/ 0 h 644796"/>
                <a:gd name="connsiteX24" fmla="*/ 284340 w 969469"/>
                <a:gd name="connsiteY24" fmla="*/ 23300 h 644796"/>
                <a:gd name="connsiteX25" fmla="*/ 181617 w 969469"/>
                <a:gd name="connsiteY25" fmla="*/ 61428 h 644796"/>
                <a:gd name="connsiteX26" fmla="*/ 484735 w 969469"/>
                <a:gd name="connsiteY26" fmla="*/ 171549 h 644796"/>
                <a:gd name="connsiteX27" fmla="*/ 787852 w 969469"/>
                <a:gd name="connsiteY27" fmla="*/ 61428 h 644796"/>
                <a:gd name="connsiteX28" fmla="*/ 685129 w 969469"/>
                <a:gd name="connsiteY28" fmla="*/ 23300 h 644796"/>
                <a:gd name="connsiteX29" fmla="*/ 749264 w 969469"/>
                <a:gd name="connsiteY29" fmla="*/ 0 h 644796"/>
                <a:gd name="connsiteX30" fmla="*/ 851730 w 969469"/>
                <a:gd name="connsiteY30" fmla="*/ 38034 h 644796"/>
                <a:gd name="connsiteX31" fmla="*/ 851650 w 969469"/>
                <a:gd name="connsiteY31" fmla="*/ 38251 h 644796"/>
                <a:gd name="connsiteX32" fmla="*/ 852022 w 969469"/>
                <a:gd name="connsiteY32" fmla="*/ 38116 h 644796"/>
                <a:gd name="connsiteX33" fmla="*/ 852173 w 969469"/>
                <a:gd name="connsiteY33" fmla="*/ 38529 h 644796"/>
                <a:gd name="connsiteX34" fmla="*/ 852557 w 969469"/>
                <a:gd name="connsiteY34" fmla="*/ 38205 h 644796"/>
                <a:gd name="connsiteX35" fmla="*/ 939708 w 969469"/>
                <a:gd name="connsiteY35" fmla="*/ 141550 h 644796"/>
                <a:gd name="connsiteX36" fmla="*/ 940321 w 969469"/>
                <a:gd name="connsiteY36" fmla="*/ 141327 h 644796"/>
                <a:gd name="connsiteX37" fmla="*/ 969115 w 969469"/>
                <a:gd name="connsiteY37" fmla="*/ 176749 h 644796"/>
                <a:gd name="connsiteX38" fmla="*/ 969469 w 969469"/>
                <a:gd name="connsiteY38" fmla="*/ 177723 h 644796"/>
                <a:gd name="connsiteX39" fmla="*/ 860947 w 969469"/>
                <a:gd name="connsiteY39" fmla="*/ 217148 h 644796"/>
                <a:gd name="connsiteX40" fmla="*/ 860947 w 969469"/>
                <a:gd name="connsiteY40" fmla="*/ 420598 h 644796"/>
                <a:gd name="connsiteX41" fmla="*/ 816786 w 969469"/>
                <a:gd name="connsiteY41" fmla="*/ 420598 h 644796"/>
                <a:gd name="connsiteX42" fmla="*/ 816786 w 969469"/>
                <a:gd name="connsiteY42" fmla="*/ 233192 h 644796"/>
                <a:gd name="connsiteX43" fmla="*/ 602548 w 969469"/>
                <a:gd name="connsiteY43" fmla="*/ 311023 h 644796"/>
                <a:gd name="connsiteX44" fmla="*/ 602412 w 969469"/>
                <a:gd name="connsiteY44" fmla="*/ 311137 h 644796"/>
                <a:gd name="connsiteX45" fmla="*/ 602370 w 969469"/>
                <a:gd name="connsiteY45" fmla="*/ 311087 h 644796"/>
                <a:gd name="connsiteX46" fmla="*/ 602258 w 969469"/>
                <a:gd name="connsiteY46" fmla="*/ 311128 h 644796"/>
                <a:gd name="connsiteX47" fmla="*/ 571928 w 969469"/>
                <a:gd name="connsiteY47" fmla="*/ 275162 h 644796"/>
                <a:gd name="connsiteX48" fmla="*/ 572040 w 969469"/>
                <a:gd name="connsiteY48" fmla="*/ 275122 h 644796"/>
                <a:gd name="connsiteX49" fmla="*/ 515036 w 969469"/>
                <a:gd name="connsiteY49" fmla="*/ 207526 h 644796"/>
                <a:gd name="connsiteX50" fmla="*/ 514924 w 969469"/>
                <a:gd name="connsiteY50" fmla="*/ 207566 h 644796"/>
                <a:gd name="connsiteX51" fmla="*/ 506815 w 969469"/>
                <a:gd name="connsiteY51" fmla="*/ 197950 h 644796"/>
                <a:gd name="connsiteX52" fmla="*/ 506815 w 969469"/>
                <a:gd name="connsiteY52" fmla="*/ 589793 h 644796"/>
                <a:gd name="connsiteX53" fmla="*/ 772928 w 969469"/>
                <a:gd name="connsiteY53" fmla="*/ 493116 h 644796"/>
                <a:gd name="connsiteX54" fmla="*/ 772928 w 969469"/>
                <a:gd name="connsiteY54" fmla="*/ 540101 h 644796"/>
                <a:gd name="connsiteX55" fmla="*/ 486068 w 969469"/>
                <a:gd name="connsiteY55" fmla="*/ 644315 h 644796"/>
                <a:gd name="connsiteX56" fmla="*/ 485894 w 969469"/>
                <a:gd name="connsiteY56" fmla="*/ 644796 h 644796"/>
                <a:gd name="connsiteX57" fmla="*/ 485319 w 969469"/>
                <a:gd name="connsiteY57" fmla="*/ 644587 h 644796"/>
                <a:gd name="connsiteX58" fmla="*/ 484747 w 969469"/>
                <a:gd name="connsiteY58" fmla="*/ 644795 h 644796"/>
                <a:gd name="connsiteX59" fmla="*/ 484573 w 969469"/>
                <a:gd name="connsiteY59" fmla="*/ 644316 h 644796"/>
                <a:gd name="connsiteX60" fmla="*/ 109394 w 969469"/>
                <a:gd name="connsiteY60" fmla="*/ 508016 h 644796"/>
                <a:gd name="connsiteX61" fmla="*/ 109693 w 969469"/>
                <a:gd name="connsiteY61" fmla="*/ 507194 h 644796"/>
                <a:gd name="connsiteX62" fmla="*/ 109693 w 969469"/>
                <a:gd name="connsiteY62" fmla="*/ 217574 h 644796"/>
                <a:gd name="connsiteX63" fmla="*/ 0 w 969469"/>
                <a:gd name="connsiteY63" fmla="*/ 177723 h 644796"/>
                <a:gd name="connsiteX64" fmla="*/ 354 w 969469"/>
                <a:gd name="connsiteY64" fmla="*/ 176749 h 644796"/>
                <a:gd name="connsiteX65" fmla="*/ 29148 w 969469"/>
                <a:gd name="connsiteY65" fmla="*/ 141327 h 644796"/>
                <a:gd name="connsiteX66" fmla="*/ 29760 w 969469"/>
                <a:gd name="connsiteY66" fmla="*/ 141550 h 644796"/>
                <a:gd name="connsiteX67" fmla="*/ 116911 w 969469"/>
                <a:gd name="connsiteY67" fmla="*/ 38205 h 644796"/>
                <a:gd name="connsiteX68" fmla="*/ 117296 w 969469"/>
                <a:gd name="connsiteY68" fmla="*/ 38530 h 644796"/>
                <a:gd name="connsiteX69" fmla="*/ 117447 w 969469"/>
                <a:gd name="connsiteY69" fmla="*/ 38116 h 644796"/>
                <a:gd name="connsiteX70" fmla="*/ 117820 w 969469"/>
                <a:gd name="connsiteY70" fmla="*/ 38251 h 644796"/>
                <a:gd name="connsiteX71" fmla="*/ 117739 w 969469"/>
                <a:gd name="connsiteY71" fmla="*/ 38033 h 644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69469" h="644796">
                  <a:moveTo>
                    <a:pt x="462654" y="197950"/>
                  </a:moveTo>
                  <a:lnTo>
                    <a:pt x="454545" y="207566"/>
                  </a:lnTo>
                  <a:lnTo>
                    <a:pt x="454433" y="207526"/>
                  </a:lnTo>
                  <a:lnTo>
                    <a:pt x="397429" y="275122"/>
                  </a:lnTo>
                  <a:lnTo>
                    <a:pt x="397541" y="275162"/>
                  </a:lnTo>
                  <a:lnTo>
                    <a:pt x="367211" y="311128"/>
                  </a:lnTo>
                  <a:lnTo>
                    <a:pt x="367099" y="311087"/>
                  </a:lnTo>
                  <a:lnTo>
                    <a:pt x="367057" y="311137"/>
                  </a:lnTo>
                  <a:lnTo>
                    <a:pt x="366921" y="311023"/>
                  </a:lnTo>
                  <a:lnTo>
                    <a:pt x="153854" y="233617"/>
                  </a:lnTo>
                  <a:lnTo>
                    <a:pt x="153854" y="477183"/>
                  </a:lnTo>
                  <a:lnTo>
                    <a:pt x="462654" y="589368"/>
                  </a:lnTo>
                  <a:close/>
                  <a:moveTo>
                    <a:pt x="484735" y="171767"/>
                  </a:moveTo>
                  <a:lnTo>
                    <a:pt x="484712" y="171793"/>
                  </a:lnTo>
                  <a:lnTo>
                    <a:pt x="484757" y="171793"/>
                  </a:lnTo>
                  <a:close/>
                  <a:moveTo>
                    <a:pt x="838484" y="90019"/>
                  </a:moveTo>
                  <a:lnTo>
                    <a:pt x="559256" y="191461"/>
                  </a:lnTo>
                  <a:lnTo>
                    <a:pt x="616260" y="259057"/>
                  </a:lnTo>
                  <a:lnTo>
                    <a:pt x="895488" y="157615"/>
                  </a:lnTo>
                  <a:close/>
                  <a:moveTo>
                    <a:pt x="130984" y="90019"/>
                  </a:moveTo>
                  <a:lnTo>
                    <a:pt x="73980" y="157615"/>
                  </a:lnTo>
                  <a:lnTo>
                    <a:pt x="353209" y="259057"/>
                  </a:lnTo>
                  <a:lnTo>
                    <a:pt x="410213" y="191461"/>
                  </a:lnTo>
                  <a:close/>
                  <a:moveTo>
                    <a:pt x="220205" y="0"/>
                  </a:moveTo>
                  <a:lnTo>
                    <a:pt x="284340" y="23300"/>
                  </a:lnTo>
                  <a:lnTo>
                    <a:pt x="181617" y="61428"/>
                  </a:lnTo>
                  <a:lnTo>
                    <a:pt x="484735" y="171549"/>
                  </a:lnTo>
                  <a:lnTo>
                    <a:pt x="787852" y="61428"/>
                  </a:lnTo>
                  <a:lnTo>
                    <a:pt x="685129" y="23300"/>
                  </a:lnTo>
                  <a:lnTo>
                    <a:pt x="749264" y="0"/>
                  </a:lnTo>
                  <a:lnTo>
                    <a:pt x="851730" y="38034"/>
                  </a:lnTo>
                  <a:lnTo>
                    <a:pt x="851650" y="38251"/>
                  </a:lnTo>
                  <a:lnTo>
                    <a:pt x="852022" y="38116"/>
                  </a:lnTo>
                  <a:lnTo>
                    <a:pt x="852173" y="38529"/>
                  </a:lnTo>
                  <a:lnTo>
                    <a:pt x="852557" y="38205"/>
                  </a:lnTo>
                  <a:lnTo>
                    <a:pt x="939708" y="141550"/>
                  </a:lnTo>
                  <a:lnTo>
                    <a:pt x="940321" y="141327"/>
                  </a:lnTo>
                  <a:lnTo>
                    <a:pt x="969115" y="176749"/>
                  </a:lnTo>
                  <a:lnTo>
                    <a:pt x="969469" y="177723"/>
                  </a:lnTo>
                  <a:lnTo>
                    <a:pt x="860947" y="217148"/>
                  </a:lnTo>
                  <a:lnTo>
                    <a:pt x="860947" y="420598"/>
                  </a:lnTo>
                  <a:lnTo>
                    <a:pt x="816786" y="420598"/>
                  </a:lnTo>
                  <a:lnTo>
                    <a:pt x="816786" y="233192"/>
                  </a:lnTo>
                  <a:lnTo>
                    <a:pt x="602548" y="311023"/>
                  </a:lnTo>
                  <a:lnTo>
                    <a:pt x="602412" y="311137"/>
                  </a:lnTo>
                  <a:lnTo>
                    <a:pt x="602370" y="311087"/>
                  </a:lnTo>
                  <a:lnTo>
                    <a:pt x="602258" y="311128"/>
                  </a:lnTo>
                  <a:lnTo>
                    <a:pt x="571928" y="275162"/>
                  </a:lnTo>
                  <a:lnTo>
                    <a:pt x="572040" y="275122"/>
                  </a:lnTo>
                  <a:lnTo>
                    <a:pt x="515036" y="207526"/>
                  </a:lnTo>
                  <a:lnTo>
                    <a:pt x="514924" y="207566"/>
                  </a:lnTo>
                  <a:lnTo>
                    <a:pt x="506815" y="197950"/>
                  </a:lnTo>
                  <a:lnTo>
                    <a:pt x="506815" y="589793"/>
                  </a:lnTo>
                  <a:lnTo>
                    <a:pt x="772928" y="493116"/>
                  </a:lnTo>
                  <a:lnTo>
                    <a:pt x="772928" y="540101"/>
                  </a:lnTo>
                  <a:lnTo>
                    <a:pt x="486068" y="644315"/>
                  </a:lnTo>
                  <a:lnTo>
                    <a:pt x="485894" y="644796"/>
                  </a:lnTo>
                  <a:lnTo>
                    <a:pt x="485319" y="644587"/>
                  </a:lnTo>
                  <a:lnTo>
                    <a:pt x="484747" y="644795"/>
                  </a:lnTo>
                  <a:lnTo>
                    <a:pt x="484573" y="644316"/>
                  </a:lnTo>
                  <a:lnTo>
                    <a:pt x="109394" y="508016"/>
                  </a:lnTo>
                  <a:lnTo>
                    <a:pt x="109693" y="507194"/>
                  </a:lnTo>
                  <a:lnTo>
                    <a:pt x="109693" y="217574"/>
                  </a:lnTo>
                  <a:lnTo>
                    <a:pt x="0" y="177723"/>
                  </a:lnTo>
                  <a:lnTo>
                    <a:pt x="354" y="176749"/>
                  </a:lnTo>
                  <a:lnTo>
                    <a:pt x="29148" y="141327"/>
                  </a:lnTo>
                  <a:lnTo>
                    <a:pt x="29760" y="141550"/>
                  </a:lnTo>
                  <a:lnTo>
                    <a:pt x="116911" y="38205"/>
                  </a:lnTo>
                  <a:lnTo>
                    <a:pt x="117296" y="38530"/>
                  </a:lnTo>
                  <a:lnTo>
                    <a:pt x="117447" y="38116"/>
                  </a:lnTo>
                  <a:lnTo>
                    <a:pt x="117820" y="38251"/>
                  </a:lnTo>
                  <a:lnTo>
                    <a:pt x="117739" y="3803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69" name="Freeform: Shape 2468">
              <a:extLst>
                <a:ext uri="{FF2B5EF4-FFF2-40B4-BE49-F238E27FC236}">
                  <a16:creationId xmlns:a16="http://schemas.microsoft.com/office/drawing/2014/main" id="{9CBF044A-F6F1-87ED-42FB-BD604CA5485F}"/>
                </a:ext>
                <a:ext uri="{C183D7F6-B498-43B3-948B-1728B52AA6E4}">
                  <adec:decorative xmlns:adec="http://schemas.microsoft.com/office/drawing/2017/decorative" val="1"/>
                </a:ext>
              </a:extLst>
            </p:cNvPr>
            <p:cNvSpPr/>
            <p:nvPr/>
          </p:nvSpPr>
          <p:spPr>
            <a:xfrm>
              <a:off x="8731849" y="4343071"/>
              <a:ext cx="304151" cy="398628"/>
            </a:xfrm>
            <a:custGeom>
              <a:avLst/>
              <a:gdLst>
                <a:gd name="connsiteX0" fmla="*/ 580087 w 646850"/>
                <a:gd name="connsiteY0" fmla="*/ 781017 h 847780"/>
                <a:gd name="connsiteX1" fmla="*/ 646850 w 646850"/>
                <a:gd name="connsiteY1" fmla="*/ 781017 h 847780"/>
                <a:gd name="connsiteX2" fmla="*/ 646850 w 646850"/>
                <a:gd name="connsiteY2" fmla="*/ 847780 h 847780"/>
                <a:gd name="connsiteX3" fmla="*/ 580087 w 646850"/>
                <a:gd name="connsiteY3" fmla="*/ 847780 h 847780"/>
                <a:gd name="connsiteX4" fmla="*/ 404615 w 646850"/>
                <a:gd name="connsiteY4" fmla="*/ 207242 h 847780"/>
                <a:gd name="connsiteX5" fmla="*/ 379582 w 646850"/>
                <a:gd name="connsiteY5" fmla="*/ 215586 h 847780"/>
                <a:gd name="connsiteX6" fmla="*/ 370182 w 646850"/>
                <a:gd name="connsiteY6" fmla="*/ 237872 h 847780"/>
                <a:gd name="connsiteX7" fmla="*/ 394897 w 646850"/>
                <a:gd name="connsiteY7" fmla="*/ 237872 h 847780"/>
                <a:gd name="connsiteX8" fmla="*/ 397221 w 646850"/>
                <a:gd name="connsiteY8" fmla="*/ 231324 h 847780"/>
                <a:gd name="connsiteX9" fmla="*/ 403136 w 646850"/>
                <a:gd name="connsiteY9" fmla="*/ 229212 h 847780"/>
                <a:gd name="connsiteX10" fmla="*/ 407255 w 646850"/>
                <a:gd name="connsiteY10" fmla="*/ 230479 h 847780"/>
                <a:gd name="connsiteX11" fmla="*/ 408839 w 646850"/>
                <a:gd name="connsiteY11" fmla="*/ 233648 h 847780"/>
                <a:gd name="connsiteX12" fmla="*/ 405460 w 646850"/>
                <a:gd name="connsiteY12" fmla="*/ 239246 h 847780"/>
                <a:gd name="connsiteX13" fmla="*/ 390672 w 646850"/>
                <a:gd name="connsiteY13" fmla="*/ 250336 h 847780"/>
                <a:gd name="connsiteX14" fmla="*/ 370393 w 646850"/>
                <a:gd name="connsiteY14" fmla="*/ 264912 h 847780"/>
                <a:gd name="connsiteX15" fmla="*/ 370393 w 646850"/>
                <a:gd name="connsiteY15" fmla="*/ 284134 h 847780"/>
                <a:gd name="connsiteX16" fmla="*/ 435667 w 646850"/>
                <a:gd name="connsiteY16" fmla="*/ 284134 h 847780"/>
                <a:gd name="connsiteX17" fmla="*/ 435667 w 646850"/>
                <a:gd name="connsiteY17" fmla="*/ 262799 h 847780"/>
                <a:gd name="connsiteX18" fmla="*/ 406516 w 646850"/>
                <a:gd name="connsiteY18" fmla="*/ 263433 h 847780"/>
                <a:gd name="connsiteX19" fmla="*/ 411797 w 646850"/>
                <a:gd name="connsiteY19" fmla="*/ 259842 h 847780"/>
                <a:gd name="connsiteX20" fmla="*/ 428485 w 646850"/>
                <a:gd name="connsiteY20" fmla="*/ 245372 h 847780"/>
                <a:gd name="connsiteX21" fmla="*/ 433977 w 646850"/>
                <a:gd name="connsiteY21" fmla="*/ 231958 h 847780"/>
                <a:gd name="connsiteX22" fmla="*/ 426372 w 646850"/>
                <a:gd name="connsiteY22" fmla="*/ 213791 h 847780"/>
                <a:gd name="connsiteX23" fmla="*/ 404615 w 646850"/>
                <a:gd name="connsiteY23" fmla="*/ 207242 h 847780"/>
                <a:gd name="connsiteX24" fmla="*/ 275819 w 646850"/>
                <a:gd name="connsiteY24" fmla="*/ 151795 h 847780"/>
                <a:gd name="connsiteX25" fmla="*/ 303808 w 646850"/>
                <a:gd name="connsiteY25" fmla="*/ 164152 h 847780"/>
                <a:gd name="connsiteX26" fmla="*/ 314898 w 646850"/>
                <a:gd name="connsiteY26" fmla="*/ 195311 h 847780"/>
                <a:gd name="connsiteX27" fmla="*/ 304019 w 646850"/>
                <a:gd name="connsiteY27" fmla="*/ 226258 h 847780"/>
                <a:gd name="connsiteX28" fmla="*/ 276241 w 646850"/>
                <a:gd name="connsiteY28" fmla="*/ 238404 h 847780"/>
                <a:gd name="connsiteX29" fmla="*/ 248252 w 646850"/>
                <a:gd name="connsiteY29" fmla="*/ 226046 h 847780"/>
                <a:gd name="connsiteX30" fmla="*/ 237162 w 646850"/>
                <a:gd name="connsiteY30" fmla="*/ 194888 h 847780"/>
                <a:gd name="connsiteX31" fmla="*/ 248040 w 646850"/>
                <a:gd name="connsiteY31" fmla="*/ 163941 h 847780"/>
                <a:gd name="connsiteX32" fmla="*/ 275819 w 646850"/>
                <a:gd name="connsiteY32" fmla="*/ 151795 h 847780"/>
                <a:gd name="connsiteX33" fmla="*/ 276241 w 646850"/>
                <a:gd name="connsiteY33" fmla="*/ 117785 h 847780"/>
                <a:gd name="connsiteX34" fmla="*/ 219523 w 646850"/>
                <a:gd name="connsiteY34" fmla="*/ 139860 h 847780"/>
                <a:gd name="connsiteX35" fmla="*/ 197026 w 646850"/>
                <a:gd name="connsiteY35" fmla="*/ 195311 h 847780"/>
                <a:gd name="connsiteX36" fmla="*/ 219312 w 646850"/>
                <a:gd name="connsiteY36" fmla="*/ 250445 h 847780"/>
                <a:gd name="connsiteX37" fmla="*/ 275819 w 646850"/>
                <a:gd name="connsiteY37" fmla="*/ 272414 h 847780"/>
                <a:gd name="connsiteX38" fmla="*/ 332537 w 646850"/>
                <a:gd name="connsiteY38" fmla="*/ 250339 h 847780"/>
                <a:gd name="connsiteX39" fmla="*/ 355034 w 646850"/>
                <a:gd name="connsiteY39" fmla="*/ 194888 h 847780"/>
                <a:gd name="connsiteX40" fmla="*/ 332748 w 646850"/>
                <a:gd name="connsiteY40" fmla="*/ 139754 h 847780"/>
                <a:gd name="connsiteX41" fmla="*/ 276241 w 646850"/>
                <a:gd name="connsiteY41" fmla="*/ 117785 h 847780"/>
                <a:gd name="connsiteX42" fmla="*/ 124255 w 646850"/>
                <a:gd name="connsiteY42" fmla="*/ 117785 h 847780"/>
                <a:gd name="connsiteX43" fmla="*/ 66692 w 646850"/>
                <a:gd name="connsiteY43" fmla="*/ 139965 h 847780"/>
                <a:gd name="connsiteX44" fmla="*/ 43772 w 646850"/>
                <a:gd name="connsiteY44" fmla="*/ 195311 h 847780"/>
                <a:gd name="connsiteX45" fmla="*/ 65741 w 646850"/>
                <a:gd name="connsiteY45" fmla="*/ 250762 h 847780"/>
                <a:gd name="connsiteX46" fmla="*/ 122565 w 646850"/>
                <a:gd name="connsiteY46" fmla="*/ 272414 h 847780"/>
                <a:gd name="connsiteX47" fmla="*/ 161962 w 646850"/>
                <a:gd name="connsiteY47" fmla="*/ 261958 h 847780"/>
                <a:gd name="connsiteX48" fmla="*/ 188895 w 646850"/>
                <a:gd name="connsiteY48" fmla="*/ 234179 h 847780"/>
                <a:gd name="connsiteX49" fmla="*/ 159955 w 646850"/>
                <a:gd name="connsiteY49" fmla="*/ 216013 h 847780"/>
                <a:gd name="connsiteX50" fmla="*/ 144006 w 646850"/>
                <a:gd name="connsiteY50" fmla="*/ 232595 h 847780"/>
                <a:gd name="connsiteX51" fmla="*/ 123622 w 646850"/>
                <a:gd name="connsiteY51" fmla="*/ 238404 h 847780"/>
                <a:gd name="connsiteX52" fmla="*/ 95210 w 646850"/>
                <a:gd name="connsiteY52" fmla="*/ 225941 h 847780"/>
                <a:gd name="connsiteX53" fmla="*/ 83908 w 646850"/>
                <a:gd name="connsiteY53" fmla="*/ 194888 h 847780"/>
                <a:gd name="connsiteX54" fmla="*/ 94893 w 646850"/>
                <a:gd name="connsiteY54" fmla="*/ 163836 h 847780"/>
                <a:gd name="connsiteX55" fmla="*/ 123622 w 646850"/>
                <a:gd name="connsiteY55" fmla="*/ 151795 h 847780"/>
                <a:gd name="connsiteX56" fmla="*/ 143267 w 646850"/>
                <a:gd name="connsiteY56" fmla="*/ 157076 h 847780"/>
                <a:gd name="connsiteX57" fmla="*/ 158476 w 646850"/>
                <a:gd name="connsiteY57" fmla="*/ 174398 h 847780"/>
                <a:gd name="connsiteX58" fmla="*/ 188895 w 646850"/>
                <a:gd name="connsiteY58" fmla="*/ 155386 h 847780"/>
                <a:gd name="connsiteX59" fmla="*/ 162912 w 646850"/>
                <a:gd name="connsiteY59" fmla="*/ 127291 h 847780"/>
                <a:gd name="connsiteX60" fmla="*/ 124255 w 646850"/>
                <a:gd name="connsiteY60" fmla="*/ 117785 h 847780"/>
                <a:gd name="connsiteX61" fmla="*/ 266536 w 646850"/>
                <a:gd name="connsiteY61" fmla="*/ 0 h 847780"/>
                <a:gd name="connsiteX62" fmla="*/ 396312 w 646850"/>
                <a:gd name="connsiteY62" fmla="*/ 120136 h 847780"/>
                <a:gd name="connsiteX63" fmla="*/ 490514 w 646850"/>
                <a:gd name="connsiteY63" fmla="*/ 226417 h 847780"/>
                <a:gd name="connsiteX64" fmla="*/ 383124 w 646850"/>
                <a:gd name="connsiteY64" fmla="*/ 333475 h 847780"/>
                <a:gd name="connsiteX65" fmla="*/ 134321 w 646850"/>
                <a:gd name="connsiteY65" fmla="*/ 333475 h 847780"/>
                <a:gd name="connsiteX66" fmla="*/ 0 w 646850"/>
                <a:gd name="connsiteY66" fmla="*/ 199486 h 847780"/>
                <a:gd name="connsiteX67" fmla="*/ 134321 w 646850"/>
                <a:gd name="connsiteY67" fmla="*/ 65387 h 847780"/>
                <a:gd name="connsiteX68" fmla="*/ 152828 w 646850"/>
                <a:gd name="connsiteY68" fmla="*/ 66606 h 847780"/>
                <a:gd name="connsiteX69" fmla="*/ 266536 w 646850"/>
                <a:gd name="connsiteY69" fmla="*/ 0 h 84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6850" h="847780">
                  <a:moveTo>
                    <a:pt x="580087" y="781017"/>
                  </a:moveTo>
                  <a:lnTo>
                    <a:pt x="646850" y="781017"/>
                  </a:lnTo>
                  <a:lnTo>
                    <a:pt x="646850" y="847780"/>
                  </a:lnTo>
                  <a:lnTo>
                    <a:pt x="580087" y="847780"/>
                  </a:lnTo>
                  <a:close/>
                  <a:moveTo>
                    <a:pt x="404615" y="207242"/>
                  </a:moveTo>
                  <a:cubicBezTo>
                    <a:pt x="394052" y="207242"/>
                    <a:pt x="385708" y="210024"/>
                    <a:pt x="379582" y="215586"/>
                  </a:cubicBezTo>
                  <a:cubicBezTo>
                    <a:pt x="373456" y="221149"/>
                    <a:pt x="370323" y="228578"/>
                    <a:pt x="370182" y="237872"/>
                  </a:cubicBezTo>
                  <a:lnTo>
                    <a:pt x="394897" y="237872"/>
                  </a:lnTo>
                  <a:cubicBezTo>
                    <a:pt x="395038" y="234915"/>
                    <a:pt x="395813" y="232732"/>
                    <a:pt x="397221" y="231324"/>
                  </a:cubicBezTo>
                  <a:cubicBezTo>
                    <a:pt x="398629" y="229916"/>
                    <a:pt x="400601" y="229212"/>
                    <a:pt x="403136" y="229212"/>
                  </a:cubicBezTo>
                  <a:cubicBezTo>
                    <a:pt x="404826" y="229212"/>
                    <a:pt x="406199" y="229634"/>
                    <a:pt x="407255" y="230479"/>
                  </a:cubicBezTo>
                  <a:cubicBezTo>
                    <a:pt x="408311" y="231324"/>
                    <a:pt x="408839" y="232380"/>
                    <a:pt x="408839" y="233648"/>
                  </a:cubicBezTo>
                  <a:cubicBezTo>
                    <a:pt x="408839" y="235338"/>
                    <a:pt x="407713" y="237204"/>
                    <a:pt x="405460" y="239246"/>
                  </a:cubicBezTo>
                  <a:cubicBezTo>
                    <a:pt x="403206" y="241288"/>
                    <a:pt x="398277" y="244984"/>
                    <a:pt x="390672" y="250336"/>
                  </a:cubicBezTo>
                  <a:lnTo>
                    <a:pt x="370393" y="264912"/>
                  </a:lnTo>
                  <a:lnTo>
                    <a:pt x="370393" y="284134"/>
                  </a:lnTo>
                  <a:lnTo>
                    <a:pt x="435667" y="284134"/>
                  </a:lnTo>
                  <a:lnTo>
                    <a:pt x="435667" y="262799"/>
                  </a:lnTo>
                  <a:lnTo>
                    <a:pt x="406516" y="263433"/>
                  </a:lnTo>
                  <a:lnTo>
                    <a:pt x="411797" y="259842"/>
                  </a:lnTo>
                  <a:cubicBezTo>
                    <a:pt x="419261" y="254772"/>
                    <a:pt x="424823" y="249949"/>
                    <a:pt x="428485" y="245372"/>
                  </a:cubicBezTo>
                  <a:cubicBezTo>
                    <a:pt x="432146" y="240795"/>
                    <a:pt x="433977" y="236323"/>
                    <a:pt x="433977" y="231958"/>
                  </a:cubicBezTo>
                  <a:cubicBezTo>
                    <a:pt x="433977" y="224212"/>
                    <a:pt x="431442" y="218157"/>
                    <a:pt x="426372" y="213791"/>
                  </a:cubicBezTo>
                  <a:cubicBezTo>
                    <a:pt x="421303" y="209425"/>
                    <a:pt x="414050" y="207242"/>
                    <a:pt x="404615" y="207242"/>
                  </a:cubicBezTo>
                  <a:close/>
                  <a:moveTo>
                    <a:pt x="275819" y="151795"/>
                  </a:moveTo>
                  <a:cubicBezTo>
                    <a:pt x="287085" y="151795"/>
                    <a:pt x="296415" y="155914"/>
                    <a:pt x="303808" y="164152"/>
                  </a:cubicBezTo>
                  <a:cubicBezTo>
                    <a:pt x="311202" y="172391"/>
                    <a:pt x="314898" y="182777"/>
                    <a:pt x="314898" y="195311"/>
                  </a:cubicBezTo>
                  <a:cubicBezTo>
                    <a:pt x="314898" y="207845"/>
                    <a:pt x="311272" y="218160"/>
                    <a:pt x="304019" y="226258"/>
                  </a:cubicBezTo>
                  <a:cubicBezTo>
                    <a:pt x="296767" y="234355"/>
                    <a:pt x="287507" y="238404"/>
                    <a:pt x="276241" y="238404"/>
                  </a:cubicBezTo>
                  <a:cubicBezTo>
                    <a:pt x="264975" y="238404"/>
                    <a:pt x="255645" y="234285"/>
                    <a:pt x="248252" y="226046"/>
                  </a:cubicBezTo>
                  <a:cubicBezTo>
                    <a:pt x="240858" y="217808"/>
                    <a:pt x="237162" y="207422"/>
                    <a:pt x="237162" y="194888"/>
                  </a:cubicBezTo>
                  <a:cubicBezTo>
                    <a:pt x="237162" y="182355"/>
                    <a:pt x="240788" y="172039"/>
                    <a:pt x="248040" y="163941"/>
                  </a:cubicBezTo>
                  <a:cubicBezTo>
                    <a:pt x="255293" y="155844"/>
                    <a:pt x="264553" y="151795"/>
                    <a:pt x="275819" y="151795"/>
                  </a:cubicBezTo>
                  <a:close/>
                  <a:moveTo>
                    <a:pt x="276241" y="117785"/>
                  </a:moveTo>
                  <a:cubicBezTo>
                    <a:pt x="253427" y="117785"/>
                    <a:pt x="234521" y="125143"/>
                    <a:pt x="219523" y="139860"/>
                  </a:cubicBezTo>
                  <a:cubicBezTo>
                    <a:pt x="204525" y="154576"/>
                    <a:pt x="197026" y="173060"/>
                    <a:pt x="197026" y="195311"/>
                  </a:cubicBezTo>
                  <a:cubicBezTo>
                    <a:pt x="197026" y="217421"/>
                    <a:pt x="204454" y="235799"/>
                    <a:pt x="219312" y="250445"/>
                  </a:cubicBezTo>
                  <a:cubicBezTo>
                    <a:pt x="234169" y="265091"/>
                    <a:pt x="253005" y="272414"/>
                    <a:pt x="275819" y="272414"/>
                  </a:cubicBezTo>
                  <a:cubicBezTo>
                    <a:pt x="298633" y="272414"/>
                    <a:pt x="317539" y="265056"/>
                    <a:pt x="332537" y="250339"/>
                  </a:cubicBezTo>
                  <a:cubicBezTo>
                    <a:pt x="347535" y="235623"/>
                    <a:pt x="355034" y="217139"/>
                    <a:pt x="355034" y="194888"/>
                  </a:cubicBezTo>
                  <a:cubicBezTo>
                    <a:pt x="355034" y="172778"/>
                    <a:pt x="347606" y="154400"/>
                    <a:pt x="332748" y="139754"/>
                  </a:cubicBezTo>
                  <a:cubicBezTo>
                    <a:pt x="317891" y="125108"/>
                    <a:pt x="299055" y="117785"/>
                    <a:pt x="276241" y="117785"/>
                  </a:cubicBezTo>
                  <a:close/>
                  <a:moveTo>
                    <a:pt x="124255" y="117785"/>
                  </a:moveTo>
                  <a:cubicBezTo>
                    <a:pt x="101160" y="117785"/>
                    <a:pt x="81972" y="125178"/>
                    <a:pt x="66692" y="139965"/>
                  </a:cubicBezTo>
                  <a:cubicBezTo>
                    <a:pt x="51412" y="154752"/>
                    <a:pt x="43772" y="173201"/>
                    <a:pt x="43772" y="195311"/>
                  </a:cubicBezTo>
                  <a:cubicBezTo>
                    <a:pt x="43772" y="217843"/>
                    <a:pt x="51096" y="236327"/>
                    <a:pt x="65741" y="250762"/>
                  </a:cubicBezTo>
                  <a:cubicBezTo>
                    <a:pt x="80387" y="265197"/>
                    <a:pt x="99329" y="272414"/>
                    <a:pt x="122565" y="272414"/>
                  </a:cubicBezTo>
                  <a:cubicBezTo>
                    <a:pt x="136930" y="272414"/>
                    <a:pt x="150062" y="268929"/>
                    <a:pt x="161962" y="261958"/>
                  </a:cubicBezTo>
                  <a:cubicBezTo>
                    <a:pt x="173862" y="254987"/>
                    <a:pt x="182840" y="245727"/>
                    <a:pt x="188895" y="234179"/>
                  </a:cubicBezTo>
                  <a:lnTo>
                    <a:pt x="159955" y="216013"/>
                  </a:lnTo>
                  <a:cubicBezTo>
                    <a:pt x="155589" y="223195"/>
                    <a:pt x="150273" y="228722"/>
                    <a:pt x="144006" y="232595"/>
                  </a:cubicBezTo>
                  <a:cubicBezTo>
                    <a:pt x="137740" y="236468"/>
                    <a:pt x="130944" y="238404"/>
                    <a:pt x="123622" y="238404"/>
                  </a:cubicBezTo>
                  <a:cubicBezTo>
                    <a:pt x="112214" y="238404"/>
                    <a:pt x="102744" y="234250"/>
                    <a:pt x="95210" y="225941"/>
                  </a:cubicBezTo>
                  <a:cubicBezTo>
                    <a:pt x="87675" y="217632"/>
                    <a:pt x="83908" y="207281"/>
                    <a:pt x="83908" y="194888"/>
                  </a:cubicBezTo>
                  <a:cubicBezTo>
                    <a:pt x="83908" y="182214"/>
                    <a:pt x="87570" y="171863"/>
                    <a:pt x="94893" y="163836"/>
                  </a:cubicBezTo>
                  <a:cubicBezTo>
                    <a:pt x="102216" y="155808"/>
                    <a:pt x="111792" y="151795"/>
                    <a:pt x="123622" y="151795"/>
                  </a:cubicBezTo>
                  <a:cubicBezTo>
                    <a:pt x="131367" y="151795"/>
                    <a:pt x="137916" y="153555"/>
                    <a:pt x="143267" y="157076"/>
                  </a:cubicBezTo>
                  <a:cubicBezTo>
                    <a:pt x="148618" y="160597"/>
                    <a:pt x="153688" y="166370"/>
                    <a:pt x="158476" y="174398"/>
                  </a:cubicBezTo>
                  <a:lnTo>
                    <a:pt x="188895" y="155386"/>
                  </a:lnTo>
                  <a:cubicBezTo>
                    <a:pt x="182558" y="142993"/>
                    <a:pt x="173897" y="133628"/>
                    <a:pt x="162912" y="127291"/>
                  </a:cubicBezTo>
                  <a:cubicBezTo>
                    <a:pt x="151928" y="120953"/>
                    <a:pt x="139042" y="117785"/>
                    <a:pt x="124255" y="117785"/>
                  </a:cubicBezTo>
                  <a:close/>
                  <a:moveTo>
                    <a:pt x="266536" y="0"/>
                  </a:moveTo>
                  <a:cubicBezTo>
                    <a:pt x="335026" y="0"/>
                    <a:pt x="391214" y="53086"/>
                    <a:pt x="396312" y="120136"/>
                  </a:cubicBezTo>
                  <a:cubicBezTo>
                    <a:pt x="449287" y="126564"/>
                    <a:pt x="490514" y="171780"/>
                    <a:pt x="490514" y="226417"/>
                  </a:cubicBezTo>
                  <a:cubicBezTo>
                    <a:pt x="490403" y="285487"/>
                    <a:pt x="442305" y="333475"/>
                    <a:pt x="383124" y="333475"/>
                  </a:cubicBezTo>
                  <a:lnTo>
                    <a:pt x="134321" y="333475"/>
                  </a:lnTo>
                  <a:cubicBezTo>
                    <a:pt x="60289" y="333475"/>
                    <a:pt x="0" y="273407"/>
                    <a:pt x="0" y="199486"/>
                  </a:cubicBezTo>
                  <a:cubicBezTo>
                    <a:pt x="0" y="125566"/>
                    <a:pt x="60289" y="65387"/>
                    <a:pt x="134321" y="65387"/>
                  </a:cubicBezTo>
                  <a:cubicBezTo>
                    <a:pt x="140527" y="65387"/>
                    <a:pt x="146733" y="65830"/>
                    <a:pt x="152828" y="66606"/>
                  </a:cubicBezTo>
                  <a:cubicBezTo>
                    <a:pt x="175548" y="25822"/>
                    <a:pt x="218880" y="0"/>
                    <a:pt x="2665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4" name="Group 143">
            <a:extLst>
              <a:ext uri="{FF2B5EF4-FFF2-40B4-BE49-F238E27FC236}">
                <a16:creationId xmlns:a16="http://schemas.microsoft.com/office/drawing/2014/main" id="{B7CC618A-DF85-D6B9-CA13-C8D27533D11A}"/>
              </a:ext>
              <a:ext uri="{C183D7F6-B498-43B3-948B-1728B52AA6E4}">
                <adec:decorative xmlns:adec="http://schemas.microsoft.com/office/drawing/2017/decorative" val="1"/>
              </a:ext>
            </a:extLst>
          </p:cNvPr>
          <p:cNvGrpSpPr>
            <a:grpSpLocks noChangeAspect="1"/>
          </p:cNvGrpSpPr>
          <p:nvPr/>
        </p:nvGrpSpPr>
        <p:grpSpPr>
          <a:xfrm>
            <a:off x="9148447" y="4343071"/>
            <a:ext cx="457199" cy="457200"/>
            <a:chOff x="9148447" y="4343071"/>
            <a:chExt cx="457199" cy="457200"/>
          </a:xfrm>
          <a:solidFill>
            <a:srgbClr val="FF0000"/>
          </a:solidFill>
        </p:grpSpPr>
        <p:sp>
          <p:nvSpPr>
            <p:cNvPr id="2473" name="Freeform: Shape 2472">
              <a:extLst>
                <a:ext uri="{FF2B5EF4-FFF2-40B4-BE49-F238E27FC236}">
                  <a16:creationId xmlns:a16="http://schemas.microsoft.com/office/drawing/2014/main" id="{2835548A-2BCB-1C41-847D-4DA818AD08E2}"/>
                </a:ext>
                <a:ext uri="{C183D7F6-B498-43B3-948B-1728B52AA6E4}">
                  <adec:decorative xmlns:adec="http://schemas.microsoft.com/office/drawing/2017/decorative" val="1"/>
                </a:ext>
              </a:extLst>
            </p:cNvPr>
            <p:cNvSpPr/>
            <p:nvPr/>
          </p:nvSpPr>
          <p:spPr>
            <a:xfrm>
              <a:off x="9148447" y="4343071"/>
              <a:ext cx="457199" cy="457200"/>
            </a:xfrm>
            <a:custGeom>
              <a:avLst/>
              <a:gdLst>
                <a:gd name="connsiteX0" fmla="*/ 221342 w 971172"/>
                <a:gd name="connsiteY0" fmla="*/ 568338 h 971174"/>
                <a:gd name="connsiteX1" fmla="*/ 221484 w 971172"/>
                <a:gd name="connsiteY1" fmla="*/ 656329 h 971174"/>
                <a:gd name="connsiteX2" fmla="*/ 224734 w 971172"/>
                <a:gd name="connsiteY2" fmla="*/ 660439 h 971174"/>
                <a:gd name="connsiteX3" fmla="*/ 253597 w 971172"/>
                <a:gd name="connsiteY3" fmla="*/ 670976 h 971174"/>
                <a:gd name="connsiteX4" fmla="*/ 302729 w 971172"/>
                <a:gd name="connsiteY4" fmla="*/ 688473 h 971174"/>
                <a:gd name="connsiteX5" fmla="*/ 353573 w 971172"/>
                <a:gd name="connsiteY5" fmla="*/ 707264 h 971174"/>
                <a:gd name="connsiteX6" fmla="*/ 405913 w 971172"/>
                <a:gd name="connsiteY6" fmla="*/ 725928 h 971174"/>
                <a:gd name="connsiteX7" fmla="*/ 461293 w 971172"/>
                <a:gd name="connsiteY7" fmla="*/ 746724 h 971174"/>
                <a:gd name="connsiteX8" fmla="*/ 461293 w 971172"/>
                <a:gd name="connsiteY8" fmla="*/ 649267 h 971174"/>
                <a:gd name="connsiteX9" fmla="*/ 461293 w 971172"/>
                <a:gd name="connsiteY9" fmla="*/ 593513 h 971174"/>
                <a:gd name="connsiteX10" fmla="*/ 445409 w 971172"/>
                <a:gd name="connsiteY10" fmla="*/ 611857 h 971174"/>
                <a:gd name="connsiteX11" fmla="*/ 423670 w 971172"/>
                <a:gd name="connsiteY11" fmla="*/ 637500 h 971174"/>
                <a:gd name="connsiteX12" fmla="*/ 417161 w 971172"/>
                <a:gd name="connsiteY12" fmla="*/ 638853 h 971174"/>
                <a:gd name="connsiteX13" fmla="*/ 374400 w 971172"/>
                <a:gd name="connsiteY13" fmla="*/ 623487 h 971174"/>
                <a:gd name="connsiteX14" fmla="*/ 322607 w 971172"/>
                <a:gd name="connsiteY14" fmla="*/ 604546 h 971174"/>
                <a:gd name="connsiteX15" fmla="*/ 288212 w 971172"/>
                <a:gd name="connsiteY15" fmla="*/ 592020 h 971174"/>
                <a:gd name="connsiteX16" fmla="*/ 236881 w 971172"/>
                <a:gd name="connsiteY16" fmla="*/ 573308 h 971174"/>
                <a:gd name="connsiteX17" fmla="*/ 221342 w 971172"/>
                <a:gd name="connsiteY17" fmla="*/ 568338 h 971174"/>
                <a:gd name="connsiteX18" fmla="*/ 207573 w 971172"/>
                <a:gd name="connsiteY18" fmla="*/ 452019 h 971174"/>
                <a:gd name="connsiteX19" fmla="*/ 203915 w 971172"/>
                <a:gd name="connsiteY19" fmla="*/ 453023 h 971174"/>
                <a:gd name="connsiteX20" fmla="*/ 179335 w 971172"/>
                <a:gd name="connsiteY20" fmla="*/ 481591 h 971174"/>
                <a:gd name="connsiteX21" fmla="*/ 166506 w 971172"/>
                <a:gd name="connsiteY21" fmla="*/ 497041 h 971174"/>
                <a:gd name="connsiteX22" fmla="*/ 200018 w 971172"/>
                <a:gd name="connsiteY22" fmla="*/ 508678 h 971174"/>
                <a:gd name="connsiteX23" fmla="*/ 232535 w 971172"/>
                <a:gd name="connsiteY23" fmla="*/ 520760 h 971174"/>
                <a:gd name="connsiteX24" fmla="*/ 284250 w 971172"/>
                <a:gd name="connsiteY24" fmla="*/ 539613 h 971174"/>
                <a:gd name="connsiteX25" fmla="*/ 328164 w 971172"/>
                <a:gd name="connsiteY25" fmla="*/ 555458 h 971174"/>
                <a:gd name="connsiteX26" fmla="*/ 344776 w 971172"/>
                <a:gd name="connsiteY26" fmla="*/ 561212 h 971174"/>
                <a:gd name="connsiteX27" fmla="*/ 399573 w 971172"/>
                <a:gd name="connsiteY27" fmla="*/ 581776 h 971174"/>
                <a:gd name="connsiteX28" fmla="*/ 411350 w 971172"/>
                <a:gd name="connsiteY28" fmla="*/ 578234 h 971174"/>
                <a:gd name="connsiteX29" fmla="*/ 427619 w 971172"/>
                <a:gd name="connsiteY29" fmla="*/ 558928 h 971174"/>
                <a:gd name="connsiteX30" fmla="*/ 444890 w 971172"/>
                <a:gd name="connsiteY30" fmla="*/ 538353 h 971174"/>
                <a:gd name="connsiteX31" fmla="*/ 415899 w 971172"/>
                <a:gd name="connsiteY31" fmla="*/ 527751 h 971174"/>
                <a:gd name="connsiteX32" fmla="*/ 380522 w 971172"/>
                <a:gd name="connsiteY32" fmla="*/ 515111 h 971174"/>
                <a:gd name="connsiteX33" fmla="*/ 326045 w 971172"/>
                <a:gd name="connsiteY33" fmla="*/ 494975 h 971174"/>
                <a:gd name="connsiteX34" fmla="*/ 277793 w 971172"/>
                <a:gd name="connsiteY34" fmla="*/ 477837 h 971174"/>
                <a:gd name="connsiteX35" fmla="*/ 249457 w 971172"/>
                <a:gd name="connsiteY35" fmla="*/ 467250 h 971174"/>
                <a:gd name="connsiteX36" fmla="*/ 207573 w 971172"/>
                <a:gd name="connsiteY36" fmla="*/ 452019 h 971174"/>
                <a:gd name="connsiteX37" fmla="*/ 765739 w 971172"/>
                <a:gd name="connsiteY37" fmla="*/ 451201 h 971174"/>
                <a:gd name="connsiteX38" fmla="*/ 725696 w 971172"/>
                <a:gd name="connsiteY38" fmla="*/ 465607 h 971174"/>
                <a:gd name="connsiteX39" fmla="*/ 683172 w 971172"/>
                <a:gd name="connsiteY39" fmla="*/ 480815 h 971174"/>
                <a:gd name="connsiteX40" fmla="*/ 652077 w 971172"/>
                <a:gd name="connsiteY40" fmla="*/ 492491 h 971174"/>
                <a:gd name="connsiteX41" fmla="*/ 583212 w 971172"/>
                <a:gd name="connsiteY41" fmla="*/ 517246 h 971174"/>
                <a:gd name="connsiteX42" fmla="*/ 540646 w 971172"/>
                <a:gd name="connsiteY42" fmla="*/ 532828 h 971174"/>
                <a:gd name="connsiteX43" fmla="*/ 526216 w 971172"/>
                <a:gd name="connsiteY43" fmla="*/ 538531 h 971174"/>
                <a:gd name="connsiteX44" fmla="*/ 538704 w 971172"/>
                <a:gd name="connsiteY44" fmla="*/ 553282 h 971174"/>
                <a:gd name="connsiteX45" fmla="*/ 559724 w 971172"/>
                <a:gd name="connsiteY45" fmla="*/ 578305 h 971174"/>
                <a:gd name="connsiteX46" fmla="*/ 571068 w 971172"/>
                <a:gd name="connsiteY46" fmla="*/ 581959 h 971174"/>
                <a:gd name="connsiteX47" fmla="*/ 593400 w 971172"/>
                <a:gd name="connsiteY47" fmla="*/ 573631 h 971174"/>
                <a:gd name="connsiteX48" fmla="*/ 645101 w 971172"/>
                <a:gd name="connsiteY48" fmla="*/ 554286 h 971174"/>
                <a:gd name="connsiteX49" fmla="*/ 676943 w 971172"/>
                <a:gd name="connsiteY49" fmla="*/ 543450 h 971174"/>
                <a:gd name="connsiteX50" fmla="*/ 715813 w 971172"/>
                <a:gd name="connsiteY50" fmla="*/ 528976 h 971174"/>
                <a:gd name="connsiteX51" fmla="*/ 749712 w 971172"/>
                <a:gd name="connsiteY51" fmla="*/ 516647 h 971174"/>
                <a:gd name="connsiteX52" fmla="*/ 804354 w 971172"/>
                <a:gd name="connsiteY52" fmla="*/ 496862 h 971174"/>
                <a:gd name="connsiteX53" fmla="*/ 765739 w 971172"/>
                <a:gd name="connsiteY53" fmla="*/ 451201 h 971174"/>
                <a:gd name="connsiteX54" fmla="*/ 276533 w 971172"/>
                <a:gd name="connsiteY54" fmla="*/ 368624 h 971174"/>
                <a:gd name="connsiteX55" fmla="*/ 347361 w 971172"/>
                <a:gd name="connsiteY55" fmla="*/ 394405 h 971174"/>
                <a:gd name="connsiteX56" fmla="*/ 342151 w 971172"/>
                <a:gd name="connsiteY56" fmla="*/ 396367 h 971174"/>
                <a:gd name="connsiteX57" fmla="*/ 300288 w 971172"/>
                <a:gd name="connsiteY57" fmla="*/ 411159 h 971174"/>
                <a:gd name="connsiteX58" fmla="*/ 269553 w 971172"/>
                <a:gd name="connsiteY58" fmla="*/ 423498 h 971174"/>
                <a:gd name="connsiteX59" fmla="*/ 277921 w 971172"/>
                <a:gd name="connsiteY59" fmla="*/ 425979 h 971174"/>
                <a:gd name="connsiteX60" fmla="*/ 332659 w 971172"/>
                <a:gd name="connsiteY60" fmla="*/ 446818 h 971174"/>
                <a:gd name="connsiteX61" fmla="*/ 396560 w 971172"/>
                <a:gd name="connsiteY61" fmla="*/ 469664 h 971174"/>
                <a:gd name="connsiteX62" fmla="*/ 434741 w 971172"/>
                <a:gd name="connsiteY62" fmla="*/ 483647 h 971174"/>
                <a:gd name="connsiteX63" fmla="*/ 483061 w 971172"/>
                <a:gd name="connsiteY63" fmla="*/ 500620 h 971174"/>
                <a:gd name="connsiteX64" fmla="*/ 491027 w 971172"/>
                <a:gd name="connsiteY64" fmla="*/ 500224 h 971174"/>
                <a:gd name="connsiteX65" fmla="*/ 525731 w 971172"/>
                <a:gd name="connsiteY65" fmla="*/ 487006 h 971174"/>
                <a:gd name="connsiteX66" fmla="*/ 573692 w 971172"/>
                <a:gd name="connsiteY66" fmla="*/ 470077 h 971174"/>
                <a:gd name="connsiteX67" fmla="*/ 609355 w 971172"/>
                <a:gd name="connsiteY67" fmla="*/ 456816 h 971174"/>
                <a:gd name="connsiteX68" fmla="*/ 651948 w 971172"/>
                <a:gd name="connsiteY68" fmla="*/ 441131 h 971174"/>
                <a:gd name="connsiteX69" fmla="*/ 699254 w 971172"/>
                <a:gd name="connsiteY69" fmla="*/ 424408 h 971174"/>
                <a:gd name="connsiteX70" fmla="*/ 702267 w 971172"/>
                <a:gd name="connsiteY70" fmla="*/ 422698 h 971174"/>
                <a:gd name="connsiteX71" fmla="*/ 684810 w 971172"/>
                <a:gd name="connsiteY71" fmla="*/ 416194 h 971174"/>
                <a:gd name="connsiteX72" fmla="*/ 634357 w 971172"/>
                <a:gd name="connsiteY72" fmla="*/ 397736 h 971174"/>
                <a:gd name="connsiteX73" fmla="*/ 624508 w 971172"/>
                <a:gd name="connsiteY73" fmla="*/ 394152 h 971174"/>
                <a:gd name="connsiteX74" fmla="*/ 693959 w 971172"/>
                <a:gd name="connsiteY74" fmla="*/ 368872 h 971174"/>
                <a:gd name="connsiteX75" fmla="*/ 700869 w 971172"/>
                <a:gd name="connsiteY75" fmla="*/ 371382 h 971174"/>
                <a:gd name="connsiteX76" fmla="*/ 764162 w 971172"/>
                <a:gd name="connsiteY76" fmla="*/ 394422 h 971174"/>
                <a:gd name="connsiteX77" fmla="*/ 782965 w 971172"/>
                <a:gd name="connsiteY77" fmla="*/ 401029 h 971174"/>
                <a:gd name="connsiteX78" fmla="*/ 796485 w 971172"/>
                <a:gd name="connsiteY78" fmla="*/ 412901 h 971174"/>
                <a:gd name="connsiteX79" fmla="*/ 817856 w 971172"/>
                <a:gd name="connsiteY79" fmla="*/ 438222 h 971174"/>
                <a:gd name="connsiteX80" fmla="*/ 848012 w 971172"/>
                <a:gd name="connsiteY80" fmla="*/ 474390 h 971174"/>
                <a:gd name="connsiteX81" fmla="*/ 866419 w 971172"/>
                <a:gd name="connsiteY81" fmla="*/ 495873 h 971174"/>
                <a:gd name="connsiteX82" fmla="*/ 882685 w 971172"/>
                <a:gd name="connsiteY82" fmla="*/ 515163 h 971174"/>
                <a:gd name="connsiteX83" fmla="*/ 880269 w 971172"/>
                <a:gd name="connsiteY83" fmla="*/ 520414 h 971174"/>
                <a:gd name="connsiteX84" fmla="*/ 856843 w 971172"/>
                <a:gd name="connsiteY84" fmla="*/ 528819 h 971174"/>
                <a:gd name="connsiteX85" fmla="*/ 811474 w 971172"/>
                <a:gd name="connsiteY85" fmla="*/ 545634 h 971174"/>
                <a:gd name="connsiteX86" fmla="*/ 797052 w 971172"/>
                <a:gd name="connsiteY86" fmla="*/ 550248 h 971174"/>
                <a:gd name="connsiteX87" fmla="*/ 796887 w 971172"/>
                <a:gd name="connsiteY87" fmla="*/ 597323 h 971174"/>
                <a:gd name="connsiteX88" fmla="*/ 749626 w 971172"/>
                <a:gd name="connsiteY88" fmla="*/ 597323 h 971174"/>
                <a:gd name="connsiteX89" fmla="*/ 749633 w 971172"/>
                <a:gd name="connsiteY89" fmla="*/ 568081 h 971174"/>
                <a:gd name="connsiteX90" fmla="*/ 735113 w 971172"/>
                <a:gd name="connsiteY90" fmla="*/ 573150 h 971174"/>
                <a:gd name="connsiteX91" fmla="*/ 680857 w 971172"/>
                <a:gd name="connsiteY91" fmla="*/ 592390 h 971174"/>
                <a:gd name="connsiteX92" fmla="*/ 641491 w 971172"/>
                <a:gd name="connsiteY92" fmla="*/ 607095 h 971174"/>
                <a:gd name="connsiteX93" fmla="*/ 597483 w 971172"/>
                <a:gd name="connsiteY93" fmla="*/ 622988 h 971174"/>
                <a:gd name="connsiteX94" fmla="*/ 553358 w 971172"/>
                <a:gd name="connsiteY94" fmla="*/ 638828 h 971174"/>
                <a:gd name="connsiteX95" fmla="*/ 547846 w 971172"/>
                <a:gd name="connsiteY95" fmla="*/ 637783 h 971174"/>
                <a:gd name="connsiteX96" fmla="*/ 525762 w 971172"/>
                <a:gd name="connsiteY96" fmla="*/ 612262 h 971174"/>
                <a:gd name="connsiteX97" fmla="*/ 509947 w 971172"/>
                <a:gd name="connsiteY97" fmla="*/ 593764 h 971174"/>
                <a:gd name="connsiteX98" fmla="*/ 509947 w 971172"/>
                <a:gd name="connsiteY98" fmla="*/ 746391 h 971174"/>
                <a:gd name="connsiteX99" fmla="*/ 532576 w 971172"/>
                <a:gd name="connsiteY99" fmla="*/ 738162 h 971174"/>
                <a:gd name="connsiteX100" fmla="*/ 565960 w 971172"/>
                <a:gd name="connsiteY100" fmla="*/ 725450 h 971174"/>
                <a:gd name="connsiteX101" fmla="*/ 613381 w 971172"/>
                <a:gd name="connsiteY101" fmla="*/ 708793 h 971174"/>
                <a:gd name="connsiteX102" fmla="*/ 649059 w 971172"/>
                <a:gd name="connsiteY102" fmla="*/ 695484 h 971174"/>
                <a:gd name="connsiteX103" fmla="*/ 695639 w 971172"/>
                <a:gd name="connsiteY103" fmla="*/ 678817 h 971174"/>
                <a:gd name="connsiteX104" fmla="*/ 695639 w 971172"/>
                <a:gd name="connsiteY104" fmla="*/ 730120 h 971174"/>
                <a:gd name="connsiteX105" fmla="*/ 686840 w 971172"/>
                <a:gd name="connsiteY105" fmla="*/ 733389 h 971174"/>
                <a:gd name="connsiteX106" fmla="*/ 633156 w 971172"/>
                <a:gd name="connsiteY106" fmla="*/ 752636 h 971174"/>
                <a:gd name="connsiteX107" fmla="*/ 583321 w 971172"/>
                <a:gd name="connsiteY107" fmla="*/ 771266 h 971174"/>
                <a:gd name="connsiteX108" fmla="*/ 521351 w 971172"/>
                <a:gd name="connsiteY108" fmla="*/ 793684 h 971174"/>
                <a:gd name="connsiteX109" fmla="*/ 488184 w 971172"/>
                <a:gd name="connsiteY109" fmla="*/ 805037 h 971174"/>
                <a:gd name="connsiteX110" fmla="*/ 483143 w 971172"/>
                <a:gd name="connsiteY110" fmla="*/ 805217 h 971174"/>
                <a:gd name="connsiteX111" fmla="*/ 434517 w 971172"/>
                <a:gd name="connsiteY111" fmla="*/ 787721 h 971174"/>
                <a:gd name="connsiteX112" fmla="*/ 392393 w 971172"/>
                <a:gd name="connsiteY112" fmla="*/ 772078 h 971174"/>
                <a:gd name="connsiteX113" fmla="*/ 350972 w 971172"/>
                <a:gd name="connsiteY113" fmla="*/ 757481 h 971174"/>
                <a:gd name="connsiteX114" fmla="*/ 309673 w 971172"/>
                <a:gd name="connsiteY114" fmla="*/ 742444 h 971174"/>
                <a:gd name="connsiteX115" fmla="*/ 271186 w 971172"/>
                <a:gd name="connsiteY115" fmla="*/ 728273 h 971174"/>
                <a:gd name="connsiteX116" fmla="*/ 203198 w 971172"/>
                <a:gd name="connsiteY116" fmla="*/ 704154 h 971174"/>
                <a:gd name="connsiteX117" fmla="*/ 177601 w 971172"/>
                <a:gd name="connsiteY117" fmla="*/ 694453 h 971174"/>
                <a:gd name="connsiteX118" fmla="*/ 173883 w 971172"/>
                <a:gd name="connsiteY118" fmla="*/ 688587 h 971174"/>
                <a:gd name="connsiteX119" fmla="*/ 173957 w 971172"/>
                <a:gd name="connsiteY119" fmla="*/ 555018 h 971174"/>
                <a:gd name="connsiteX120" fmla="*/ 173957 w 971172"/>
                <a:gd name="connsiteY120" fmla="*/ 550694 h 971174"/>
                <a:gd name="connsiteX121" fmla="*/ 124403 w 971172"/>
                <a:gd name="connsiteY121" fmla="*/ 532228 h 971174"/>
                <a:gd name="connsiteX122" fmla="*/ 91666 w 971172"/>
                <a:gd name="connsiteY122" fmla="*/ 520715 h 971174"/>
                <a:gd name="connsiteX123" fmla="*/ 89637 w 971172"/>
                <a:gd name="connsiteY123" fmla="*/ 513750 h 971174"/>
                <a:gd name="connsiteX124" fmla="*/ 124145 w 971172"/>
                <a:gd name="connsiteY124" fmla="*/ 472270 h 971174"/>
                <a:gd name="connsiteX125" fmla="*/ 148653 w 971172"/>
                <a:gd name="connsiteY125" fmla="*/ 443661 h 971174"/>
                <a:gd name="connsiteX126" fmla="*/ 179434 w 971172"/>
                <a:gd name="connsiteY126" fmla="*/ 406901 h 971174"/>
                <a:gd name="connsiteX127" fmla="*/ 184788 w 971172"/>
                <a:gd name="connsiteY127" fmla="*/ 402602 h 971174"/>
                <a:gd name="connsiteX128" fmla="*/ 224957 w 971172"/>
                <a:gd name="connsiteY128" fmla="*/ 387627 h 971174"/>
                <a:gd name="connsiteX129" fmla="*/ 258378 w 971172"/>
                <a:gd name="connsiteY129" fmla="*/ 375224 h 971174"/>
                <a:gd name="connsiteX130" fmla="*/ 485586 w 971172"/>
                <a:gd name="connsiteY130" fmla="*/ 44626 h 971174"/>
                <a:gd name="connsiteX131" fmla="*/ 44625 w 971172"/>
                <a:gd name="connsiteY131" fmla="*/ 485587 h 971174"/>
                <a:gd name="connsiteX132" fmla="*/ 119934 w 971172"/>
                <a:gd name="connsiteY132" fmla="*/ 732133 h 971174"/>
                <a:gd name="connsiteX133" fmla="*/ 160635 w 971172"/>
                <a:gd name="connsiteY133" fmla="*/ 781462 h 971174"/>
                <a:gd name="connsiteX134" fmla="*/ 172783 w 971172"/>
                <a:gd name="connsiteY134" fmla="*/ 781462 h 971174"/>
                <a:gd name="connsiteX135" fmla="*/ 271279 w 971172"/>
                <a:gd name="connsiteY135" fmla="*/ 781462 h 971174"/>
                <a:gd name="connsiteX136" fmla="*/ 271279 w 971172"/>
                <a:gd name="connsiteY136" fmla="*/ 825696 h 971174"/>
                <a:gd name="connsiteX137" fmla="*/ 208082 w 971172"/>
                <a:gd name="connsiteY137" fmla="*/ 825696 h 971174"/>
                <a:gd name="connsiteX138" fmla="*/ 239040 w 971172"/>
                <a:gd name="connsiteY138" fmla="*/ 851239 h 971174"/>
                <a:gd name="connsiteX139" fmla="*/ 485586 w 971172"/>
                <a:gd name="connsiteY139" fmla="*/ 926548 h 971174"/>
                <a:gd name="connsiteX140" fmla="*/ 926547 w 971172"/>
                <a:gd name="connsiteY140" fmla="*/ 485587 h 971174"/>
                <a:gd name="connsiteX141" fmla="*/ 851238 w 971172"/>
                <a:gd name="connsiteY141" fmla="*/ 239042 h 971174"/>
                <a:gd name="connsiteX142" fmla="*/ 820680 w 971172"/>
                <a:gd name="connsiteY142" fmla="*/ 202005 h 971174"/>
                <a:gd name="connsiteX143" fmla="*/ 810362 w 971172"/>
                <a:gd name="connsiteY143" fmla="*/ 202005 h 971174"/>
                <a:gd name="connsiteX144" fmla="*/ 711866 w 971172"/>
                <a:gd name="connsiteY144" fmla="*/ 202005 h 971174"/>
                <a:gd name="connsiteX145" fmla="*/ 711866 w 971172"/>
                <a:gd name="connsiteY145" fmla="*/ 157771 h 971174"/>
                <a:gd name="connsiteX146" fmla="*/ 777989 w 971172"/>
                <a:gd name="connsiteY146" fmla="*/ 157771 h 971174"/>
                <a:gd name="connsiteX147" fmla="*/ 732131 w 971172"/>
                <a:gd name="connsiteY147" fmla="*/ 119935 h 971174"/>
                <a:gd name="connsiteX148" fmla="*/ 485586 w 971172"/>
                <a:gd name="connsiteY148" fmla="*/ 44626 h 971174"/>
                <a:gd name="connsiteX149" fmla="*/ 485586 w 971172"/>
                <a:gd name="connsiteY149" fmla="*/ 0 h 971174"/>
                <a:gd name="connsiteX150" fmla="*/ 757082 w 971172"/>
                <a:gd name="connsiteY150" fmla="*/ 82931 h 971174"/>
                <a:gd name="connsiteX151" fmla="*/ 810362 w 971172"/>
                <a:gd name="connsiteY151" fmla="*/ 126891 h 971174"/>
                <a:gd name="connsiteX152" fmla="*/ 810362 w 971172"/>
                <a:gd name="connsiteY152" fmla="*/ 58792 h 971174"/>
                <a:gd name="connsiteX153" fmla="*/ 854596 w 971172"/>
                <a:gd name="connsiteY153" fmla="*/ 58792 h 971174"/>
                <a:gd name="connsiteX154" fmla="*/ 854596 w 971172"/>
                <a:gd name="connsiteY154" fmla="*/ 157771 h 971174"/>
                <a:gd name="connsiteX155" fmla="*/ 854596 w 971172"/>
                <a:gd name="connsiteY155" fmla="*/ 173312 h 971174"/>
                <a:gd name="connsiteX156" fmla="*/ 888242 w 971172"/>
                <a:gd name="connsiteY156" fmla="*/ 214091 h 971174"/>
                <a:gd name="connsiteX157" fmla="*/ 971172 w 971172"/>
                <a:gd name="connsiteY157" fmla="*/ 485587 h 971174"/>
                <a:gd name="connsiteX158" fmla="*/ 485586 w 971172"/>
                <a:gd name="connsiteY158" fmla="*/ 971174 h 971174"/>
                <a:gd name="connsiteX159" fmla="*/ 214090 w 971172"/>
                <a:gd name="connsiteY159" fmla="*/ 888243 h 971174"/>
                <a:gd name="connsiteX160" fmla="*/ 172783 w 971172"/>
                <a:gd name="connsiteY160" fmla="*/ 854162 h 971174"/>
                <a:gd name="connsiteX161" fmla="*/ 172783 w 971172"/>
                <a:gd name="connsiteY161" fmla="*/ 924675 h 971174"/>
                <a:gd name="connsiteX162" fmla="*/ 128549 w 971172"/>
                <a:gd name="connsiteY162" fmla="*/ 924675 h 971174"/>
                <a:gd name="connsiteX163" fmla="*/ 128549 w 971172"/>
                <a:gd name="connsiteY163" fmla="*/ 825696 h 971174"/>
                <a:gd name="connsiteX164" fmla="*/ 128549 w 971172"/>
                <a:gd name="connsiteY164" fmla="*/ 812374 h 971174"/>
                <a:gd name="connsiteX165" fmla="*/ 82930 w 971172"/>
                <a:gd name="connsiteY165" fmla="*/ 757083 h 971174"/>
                <a:gd name="connsiteX166" fmla="*/ 0 w 971172"/>
                <a:gd name="connsiteY166" fmla="*/ 485587 h 971174"/>
                <a:gd name="connsiteX167" fmla="*/ 485586 w 971172"/>
                <a:gd name="connsiteY167" fmla="*/ 0 h 971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971172" h="971174">
                  <a:moveTo>
                    <a:pt x="221342" y="568338"/>
                  </a:moveTo>
                  <a:cubicBezTo>
                    <a:pt x="221342" y="598571"/>
                    <a:pt x="221294" y="627450"/>
                    <a:pt x="221484" y="656329"/>
                  </a:cubicBezTo>
                  <a:cubicBezTo>
                    <a:pt x="221494" y="657745"/>
                    <a:pt x="223288" y="659879"/>
                    <a:pt x="224734" y="660439"/>
                  </a:cubicBezTo>
                  <a:cubicBezTo>
                    <a:pt x="234280" y="664143"/>
                    <a:pt x="243950" y="667534"/>
                    <a:pt x="253597" y="670976"/>
                  </a:cubicBezTo>
                  <a:cubicBezTo>
                    <a:pt x="269971" y="676820"/>
                    <a:pt x="286389" y="682537"/>
                    <a:pt x="302729" y="688473"/>
                  </a:cubicBezTo>
                  <a:cubicBezTo>
                    <a:pt x="319712" y="694643"/>
                    <a:pt x="336589" y="701102"/>
                    <a:pt x="353573" y="707264"/>
                  </a:cubicBezTo>
                  <a:cubicBezTo>
                    <a:pt x="370985" y="713581"/>
                    <a:pt x="388521" y="719560"/>
                    <a:pt x="405913" y="725928"/>
                  </a:cubicBezTo>
                  <a:cubicBezTo>
                    <a:pt x="424224" y="732633"/>
                    <a:pt x="442430" y="739626"/>
                    <a:pt x="461293" y="746724"/>
                  </a:cubicBezTo>
                  <a:cubicBezTo>
                    <a:pt x="461293" y="714294"/>
                    <a:pt x="461293" y="682285"/>
                    <a:pt x="461293" y="649267"/>
                  </a:cubicBezTo>
                  <a:cubicBezTo>
                    <a:pt x="461293" y="631100"/>
                    <a:pt x="461293" y="612933"/>
                    <a:pt x="461293" y="593513"/>
                  </a:cubicBezTo>
                  <a:cubicBezTo>
                    <a:pt x="455356" y="600363"/>
                    <a:pt x="450345" y="606078"/>
                    <a:pt x="445409" y="611857"/>
                  </a:cubicBezTo>
                  <a:cubicBezTo>
                    <a:pt x="438133" y="620378"/>
                    <a:pt x="430898" y="628937"/>
                    <a:pt x="423670" y="637500"/>
                  </a:cubicBezTo>
                  <a:cubicBezTo>
                    <a:pt x="421818" y="639695"/>
                    <a:pt x="420058" y="639943"/>
                    <a:pt x="417161" y="638853"/>
                  </a:cubicBezTo>
                  <a:cubicBezTo>
                    <a:pt x="402987" y="633519"/>
                    <a:pt x="388642" y="628639"/>
                    <a:pt x="374400" y="623487"/>
                  </a:cubicBezTo>
                  <a:cubicBezTo>
                    <a:pt x="357114" y="617232"/>
                    <a:pt x="339873" y="610855"/>
                    <a:pt x="322607" y="604546"/>
                  </a:cubicBezTo>
                  <a:cubicBezTo>
                    <a:pt x="311147" y="600357"/>
                    <a:pt x="299674" y="596201"/>
                    <a:pt x="288212" y="592020"/>
                  </a:cubicBezTo>
                  <a:cubicBezTo>
                    <a:pt x="271102" y="585778"/>
                    <a:pt x="254014" y="579481"/>
                    <a:pt x="236881" y="573308"/>
                  </a:cubicBezTo>
                  <a:cubicBezTo>
                    <a:pt x="231962" y="571536"/>
                    <a:pt x="226918" y="570110"/>
                    <a:pt x="221342" y="568338"/>
                  </a:cubicBezTo>
                  <a:close/>
                  <a:moveTo>
                    <a:pt x="207573" y="452019"/>
                  </a:moveTo>
                  <a:cubicBezTo>
                    <a:pt x="206568" y="451662"/>
                    <a:pt x="204631" y="452206"/>
                    <a:pt x="203915" y="453023"/>
                  </a:cubicBezTo>
                  <a:cubicBezTo>
                    <a:pt x="195631" y="462466"/>
                    <a:pt x="187472" y="472019"/>
                    <a:pt x="179335" y="481591"/>
                  </a:cubicBezTo>
                  <a:cubicBezTo>
                    <a:pt x="175093" y="486581"/>
                    <a:pt x="170962" y="491667"/>
                    <a:pt x="166506" y="497041"/>
                  </a:cubicBezTo>
                  <a:cubicBezTo>
                    <a:pt x="177976" y="501013"/>
                    <a:pt x="189038" y="504731"/>
                    <a:pt x="200018" y="508678"/>
                  </a:cubicBezTo>
                  <a:cubicBezTo>
                    <a:pt x="210899" y="512589"/>
                    <a:pt x="221680" y="516775"/>
                    <a:pt x="232535" y="520760"/>
                  </a:cubicBezTo>
                  <a:cubicBezTo>
                    <a:pt x="249759" y="527084"/>
                    <a:pt x="266995" y="533377"/>
                    <a:pt x="284250" y="539613"/>
                  </a:cubicBezTo>
                  <a:cubicBezTo>
                    <a:pt x="298636" y="544813"/>
                    <a:pt x="313058" y="549915"/>
                    <a:pt x="328164" y="555458"/>
                  </a:cubicBezTo>
                  <a:cubicBezTo>
                    <a:pt x="333703" y="557369"/>
                    <a:pt x="339280" y="559183"/>
                    <a:pt x="344776" y="561212"/>
                  </a:cubicBezTo>
                  <a:cubicBezTo>
                    <a:pt x="363080" y="567968"/>
                    <a:pt x="381469" y="574518"/>
                    <a:pt x="399573" y="581776"/>
                  </a:cubicBezTo>
                  <a:cubicBezTo>
                    <a:pt x="405200" y="584032"/>
                    <a:pt x="408176" y="582052"/>
                    <a:pt x="411350" y="578234"/>
                  </a:cubicBezTo>
                  <a:cubicBezTo>
                    <a:pt x="416731" y="571764"/>
                    <a:pt x="422200" y="565367"/>
                    <a:pt x="427619" y="558928"/>
                  </a:cubicBezTo>
                  <a:cubicBezTo>
                    <a:pt x="433234" y="552255"/>
                    <a:pt x="438834" y="545569"/>
                    <a:pt x="444890" y="538353"/>
                  </a:cubicBezTo>
                  <a:cubicBezTo>
                    <a:pt x="434770" y="534648"/>
                    <a:pt x="425350" y="531155"/>
                    <a:pt x="415899" y="527751"/>
                  </a:cubicBezTo>
                  <a:cubicBezTo>
                    <a:pt x="404118" y="523506"/>
                    <a:pt x="392281" y="519416"/>
                    <a:pt x="380522" y="515111"/>
                  </a:cubicBezTo>
                  <a:cubicBezTo>
                    <a:pt x="362342" y="508455"/>
                    <a:pt x="344241" y="501583"/>
                    <a:pt x="326045" y="494975"/>
                  </a:cubicBezTo>
                  <a:cubicBezTo>
                    <a:pt x="310002" y="489148"/>
                    <a:pt x="293852" y="483616"/>
                    <a:pt x="277793" y="477837"/>
                  </a:cubicBezTo>
                  <a:cubicBezTo>
                    <a:pt x="268306" y="474423"/>
                    <a:pt x="258916" y="470739"/>
                    <a:pt x="249457" y="467250"/>
                  </a:cubicBezTo>
                  <a:cubicBezTo>
                    <a:pt x="235519" y="462108"/>
                    <a:pt x="221572" y="456988"/>
                    <a:pt x="207573" y="452019"/>
                  </a:cubicBezTo>
                  <a:close/>
                  <a:moveTo>
                    <a:pt x="765739" y="451201"/>
                  </a:moveTo>
                  <a:cubicBezTo>
                    <a:pt x="752360" y="456016"/>
                    <a:pt x="739038" y="460840"/>
                    <a:pt x="725696" y="465607"/>
                  </a:cubicBezTo>
                  <a:cubicBezTo>
                    <a:pt x="711774" y="470581"/>
                    <a:pt x="697832" y="475503"/>
                    <a:pt x="683172" y="480815"/>
                  </a:cubicBezTo>
                  <a:cubicBezTo>
                    <a:pt x="672809" y="484715"/>
                    <a:pt x="662485" y="488721"/>
                    <a:pt x="652077" y="492491"/>
                  </a:cubicBezTo>
                  <a:cubicBezTo>
                    <a:pt x="629143" y="500803"/>
                    <a:pt x="606156" y="508963"/>
                    <a:pt x="583212" y="517246"/>
                  </a:cubicBezTo>
                  <a:cubicBezTo>
                    <a:pt x="569000" y="522376"/>
                    <a:pt x="554818" y="527588"/>
                    <a:pt x="540646" y="532828"/>
                  </a:cubicBezTo>
                  <a:cubicBezTo>
                    <a:pt x="535974" y="534555"/>
                    <a:pt x="531377" y="536484"/>
                    <a:pt x="526216" y="538531"/>
                  </a:cubicBezTo>
                  <a:cubicBezTo>
                    <a:pt x="530640" y="543754"/>
                    <a:pt x="534686" y="548506"/>
                    <a:pt x="538704" y="553282"/>
                  </a:cubicBezTo>
                  <a:cubicBezTo>
                    <a:pt x="545718" y="561617"/>
                    <a:pt x="552707" y="569973"/>
                    <a:pt x="559724" y="578305"/>
                  </a:cubicBezTo>
                  <a:cubicBezTo>
                    <a:pt x="562723" y="581867"/>
                    <a:pt x="565543" y="584544"/>
                    <a:pt x="571068" y="581959"/>
                  </a:cubicBezTo>
                  <a:cubicBezTo>
                    <a:pt x="578241" y="578604"/>
                    <a:pt x="585952" y="576412"/>
                    <a:pt x="593400" y="573631"/>
                  </a:cubicBezTo>
                  <a:cubicBezTo>
                    <a:pt x="610638" y="567195"/>
                    <a:pt x="627812" y="560581"/>
                    <a:pt x="645101" y="554286"/>
                  </a:cubicBezTo>
                  <a:cubicBezTo>
                    <a:pt x="655634" y="550451"/>
                    <a:pt x="666392" y="547236"/>
                    <a:pt x="676943" y="543450"/>
                  </a:cubicBezTo>
                  <a:cubicBezTo>
                    <a:pt x="689955" y="538779"/>
                    <a:pt x="702843" y="533766"/>
                    <a:pt x="715813" y="528976"/>
                  </a:cubicBezTo>
                  <a:cubicBezTo>
                    <a:pt x="727092" y="524812"/>
                    <a:pt x="738408" y="520744"/>
                    <a:pt x="749712" y="516647"/>
                  </a:cubicBezTo>
                  <a:cubicBezTo>
                    <a:pt x="767833" y="510079"/>
                    <a:pt x="785958" y="503522"/>
                    <a:pt x="804354" y="496862"/>
                  </a:cubicBezTo>
                  <a:cubicBezTo>
                    <a:pt x="791294" y="481420"/>
                    <a:pt x="778506" y="466299"/>
                    <a:pt x="765739" y="451201"/>
                  </a:cubicBezTo>
                  <a:close/>
                  <a:moveTo>
                    <a:pt x="276533" y="368624"/>
                  </a:moveTo>
                  <a:lnTo>
                    <a:pt x="347361" y="394405"/>
                  </a:lnTo>
                  <a:lnTo>
                    <a:pt x="342151" y="396367"/>
                  </a:lnTo>
                  <a:cubicBezTo>
                    <a:pt x="328256" y="401461"/>
                    <a:pt x="314235" y="406208"/>
                    <a:pt x="300288" y="411159"/>
                  </a:cubicBezTo>
                  <a:cubicBezTo>
                    <a:pt x="290064" y="414789"/>
                    <a:pt x="279867" y="418502"/>
                    <a:pt x="269553" y="423498"/>
                  </a:cubicBezTo>
                  <a:cubicBezTo>
                    <a:pt x="272347" y="424315"/>
                    <a:pt x="275208" y="424951"/>
                    <a:pt x="277921" y="425979"/>
                  </a:cubicBezTo>
                  <a:cubicBezTo>
                    <a:pt x="296179" y="432895"/>
                    <a:pt x="314336" y="440082"/>
                    <a:pt x="332659" y="446818"/>
                  </a:cubicBezTo>
                  <a:cubicBezTo>
                    <a:pt x="353890" y="454622"/>
                    <a:pt x="375273" y="462011"/>
                    <a:pt x="396560" y="469664"/>
                  </a:cubicBezTo>
                  <a:cubicBezTo>
                    <a:pt x="409315" y="474248"/>
                    <a:pt x="421985" y="479066"/>
                    <a:pt x="434741" y="483647"/>
                  </a:cubicBezTo>
                  <a:cubicBezTo>
                    <a:pt x="450808" y="489417"/>
                    <a:pt x="466884" y="495173"/>
                    <a:pt x="483061" y="500620"/>
                  </a:cubicBezTo>
                  <a:cubicBezTo>
                    <a:pt x="485428" y="501417"/>
                    <a:pt x="488612" y="501100"/>
                    <a:pt x="491027" y="500224"/>
                  </a:cubicBezTo>
                  <a:cubicBezTo>
                    <a:pt x="502663" y="496004"/>
                    <a:pt x="514100" y="491236"/>
                    <a:pt x="525731" y="487006"/>
                  </a:cubicBezTo>
                  <a:cubicBezTo>
                    <a:pt x="541662" y="481210"/>
                    <a:pt x="557737" y="475809"/>
                    <a:pt x="573692" y="470077"/>
                  </a:cubicBezTo>
                  <a:cubicBezTo>
                    <a:pt x="585628" y="465788"/>
                    <a:pt x="597463" y="461221"/>
                    <a:pt x="609355" y="456816"/>
                  </a:cubicBezTo>
                  <a:cubicBezTo>
                    <a:pt x="623543" y="451559"/>
                    <a:pt x="637712" y="446254"/>
                    <a:pt x="651948" y="441131"/>
                  </a:cubicBezTo>
                  <a:cubicBezTo>
                    <a:pt x="667684" y="435468"/>
                    <a:pt x="683488" y="429991"/>
                    <a:pt x="699254" y="424408"/>
                  </a:cubicBezTo>
                  <a:cubicBezTo>
                    <a:pt x="699961" y="424158"/>
                    <a:pt x="700584" y="423665"/>
                    <a:pt x="702267" y="422698"/>
                  </a:cubicBezTo>
                  <a:cubicBezTo>
                    <a:pt x="695866" y="420311"/>
                    <a:pt x="690348" y="418225"/>
                    <a:pt x="684810" y="416194"/>
                  </a:cubicBezTo>
                  <a:cubicBezTo>
                    <a:pt x="667998" y="410027"/>
                    <a:pt x="651188" y="403853"/>
                    <a:pt x="634357" y="397736"/>
                  </a:cubicBezTo>
                  <a:lnTo>
                    <a:pt x="624508" y="394152"/>
                  </a:lnTo>
                  <a:lnTo>
                    <a:pt x="693959" y="368872"/>
                  </a:lnTo>
                  <a:lnTo>
                    <a:pt x="700869" y="371382"/>
                  </a:lnTo>
                  <a:cubicBezTo>
                    <a:pt x="721969" y="379056"/>
                    <a:pt x="743046" y="386794"/>
                    <a:pt x="764162" y="394422"/>
                  </a:cubicBezTo>
                  <a:cubicBezTo>
                    <a:pt x="770425" y="396683"/>
                    <a:pt x="777242" y="397849"/>
                    <a:pt x="782965" y="401029"/>
                  </a:cubicBezTo>
                  <a:cubicBezTo>
                    <a:pt x="788100" y="403881"/>
                    <a:pt x="792474" y="408456"/>
                    <a:pt x="796485" y="412901"/>
                  </a:cubicBezTo>
                  <a:cubicBezTo>
                    <a:pt x="803881" y="421097"/>
                    <a:pt x="810777" y="429742"/>
                    <a:pt x="817856" y="438222"/>
                  </a:cubicBezTo>
                  <a:cubicBezTo>
                    <a:pt x="827915" y="450272"/>
                    <a:pt x="837915" y="462373"/>
                    <a:pt x="848012" y="474390"/>
                  </a:cubicBezTo>
                  <a:cubicBezTo>
                    <a:pt x="854078" y="481610"/>
                    <a:pt x="860307" y="488692"/>
                    <a:pt x="866419" y="495873"/>
                  </a:cubicBezTo>
                  <a:cubicBezTo>
                    <a:pt x="871871" y="502278"/>
                    <a:pt x="877262" y="508733"/>
                    <a:pt x="882685" y="515163"/>
                  </a:cubicBezTo>
                  <a:cubicBezTo>
                    <a:pt x="885583" y="518599"/>
                    <a:pt x="882373" y="519614"/>
                    <a:pt x="880269" y="520414"/>
                  </a:cubicBezTo>
                  <a:cubicBezTo>
                    <a:pt x="872518" y="523365"/>
                    <a:pt x="864629" y="525955"/>
                    <a:pt x="856843" y="528819"/>
                  </a:cubicBezTo>
                  <a:cubicBezTo>
                    <a:pt x="841706" y="534385"/>
                    <a:pt x="826623" y="540099"/>
                    <a:pt x="811474" y="545634"/>
                  </a:cubicBezTo>
                  <a:cubicBezTo>
                    <a:pt x="806770" y="547354"/>
                    <a:pt x="801929" y="548700"/>
                    <a:pt x="797052" y="550248"/>
                  </a:cubicBezTo>
                  <a:lnTo>
                    <a:pt x="796887" y="597323"/>
                  </a:lnTo>
                  <a:lnTo>
                    <a:pt x="749626" y="597323"/>
                  </a:lnTo>
                  <a:lnTo>
                    <a:pt x="749633" y="568081"/>
                  </a:lnTo>
                  <a:cubicBezTo>
                    <a:pt x="744235" y="569964"/>
                    <a:pt x="739668" y="571540"/>
                    <a:pt x="735113" y="573150"/>
                  </a:cubicBezTo>
                  <a:cubicBezTo>
                    <a:pt x="717022" y="579546"/>
                    <a:pt x="698901" y="585864"/>
                    <a:pt x="680857" y="592390"/>
                  </a:cubicBezTo>
                  <a:cubicBezTo>
                    <a:pt x="667684" y="597152"/>
                    <a:pt x="654640" y="602268"/>
                    <a:pt x="641491" y="607095"/>
                  </a:cubicBezTo>
                  <a:cubicBezTo>
                    <a:pt x="626850" y="612469"/>
                    <a:pt x="612151" y="617688"/>
                    <a:pt x="597483" y="622988"/>
                  </a:cubicBezTo>
                  <a:cubicBezTo>
                    <a:pt x="582785" y="628299"/>
                    <a:pt x="568122" y="633711"/>
                    <a:pt x="553358" y="638828"/>
                  </a:cubicBezTo>
                  <a:cubicBezTo>
                    <a:pt x="551779" y="639374"/>
                    <a:pt x="548872" y="638917"/>
                    <a:pt x="547846" y="637783"/>
                  </a:cubicBezTo>
                  <a:cubicBezTo>
                    <a:pt x="540303" y="629440"/>
                    <a:pt x="533080" y="620808"/>
                    <a:pt x="525762" y="612262"/>
                  </a:cubicBezTo>
                  <a:cubicBezTo>
                    <a:pt x="520678" y="606326"/>
                    <a:pt x="515603" y="600381"/>
                    <a:pt x="509947" y="593764"/>
                  </a:cubicBezTo>
                  <a:cubicBezTo>
                    <a:pt x="509947" y="645404"/>
                    <a:pt x="509947" y="695851"/>
                    <a:pt x="509947" y="746391"/>
                  </a:cubicBezTo>
                  <a:cubicBezTo>
                    <a:pt x="517670" y="743589"/>
                    <a:pt x="525153" y="740955"/>
                    <a:pt x="532576" y="738162"/>
                  </a:cubicBezTo>
                  <a:cubicBezTo>
                    <a:pt x="543722" y="733969"/>
                    <a:pt x="554762" y="729494"/>
                    <a:pt x="565960" y="725450"/>
                  </a:cubicBezTo>
                  <a:cubicBezTo>
                    <a:pt x="581717" y="719759"/>
                    <a:pt x="597613" y="714455"/>
                    <a:pt x="613381" y="708793"/>
                  </a:cubicBezTo>
                  <a:cubicBezTo>
                    <a:pt x="625326" y="704504"/>
                    <a:pt x="637131" y="699823"/>
                    <a:pt x="649059" y="695484"/>
                  </a:cubicBezTo>
                  <a:lnTo>
                    <a:pt x="695639" y="678817"/>
                  </a:lnTo>
                  <a:lnTo>
                    <a:pt x="695639" y="730120"/>
                  </a:lnTo>
                  <a:lnTo>
                    <a:pt x="686840" y="733389"/>
                  </a:lnTo>
                  <a:cubicBezTo>
                    <a:pt x="668972" y="739878"/>
                    <a:pt x="651010" y="746108"/>
                    <a:pt x="633156" y="752636"/>
                  </a:cubicBezTo>
                  <a:cubicBezTo>
                    <a:pt x="616502" y="758727"/>
                    <a:pt x="599970" y="765155"/>
                    <a:pt x="583321" y="771266"/>
                  </a:cubicBezTo>
                  <a:cubicBezTo>
                    <a:pt x="562701" y="778837"/>
                    <a:pt x="542038" y="786293"/>
                    <a:pt x="521351" y="793684"/>
                  </a:cubicBezTo>
                  <a:cubicBezTo>
                    <a:pt x="510348" y="797615"/>
                    <a:pt x="499274" y="801356"/>
                    <a:pt x="488184" y="805037"/>
                  </a:cubicBezTo>
                  <a:cubicBezTo>
                    <a:pt x="486636" y="805552"/>
                    <a:pt x="484631" y="805742"/>
                    <a:pt x="483143" y="805217"/>
                  </a:cubicBezTo>
                  <a:cubicBezTo>
                    <a:pt x="466898" y="799491"/>
                    <a:pt x="450693" y="793645"/>
                    <a:pt x="434517" y="787721"/>
                  </a:cubicBezTo>
                  <a:cubicBezTo>
                    <a:pt x="420452" y="782571"/>
                    <a:pt x="406476" y="777176"/>
                    <a:pt x="392393" y="772078"/>
                  </a:cubicBezTo>
                  <a:cubicBezTo>
                    <a:pt x="378629" y="767095"/>
                    <a:pt x="364756" y="762413"/>
                    <a:pt x="350972" y="757481"/>
                  </a:cubicBezTo>
                  <a:cubicBezTo>
                    <a:pt x="337178" y="752547"/>
                    <a:pt x="323428" y="747487"/>
                    <a:pt x="309673" y="742444"/>
                  </a:cubicBezTo>
                  <a:cubicBezTo>
                    <a:pt x="296837" y="737739"/>
                    <a:pt x="284057" y="732880"/>
                    <a:pt x="271186" y="728273"/>
                  </a:cubicBezTo>
                  <a:cubicBezTo>
                    <a:pt x="248546" y="720169"/>
                    <a:pt x="225835" y="712265"/>
                    <a:pt x="203198" y="704154"/>
                  </a:cubicBezTo>
                  <a:cubicBezTo>
                    <a:pt x="194610" y="701077"/>
                    <a:pt x="186184" y="697545"/>
                    <a:pt x="177601" y="694453"/>
                  </a:cubicBezTo>
                  <a:cubicBezTo>
                    <a:pt x="174580" y="693363"/>
                    <a:pt x="173876" y="691653"/>
                    <a:pt x="173883" y="688587"/>
                  </a:cubicBezTo>
                  <a:cubicBezTo>
                    <a:pt x="173989" y="644065"/>
                    <a:pt x="173956" y="599541"/>
                    <a:pt x="173957" y="555018"/>
                  </a:cubicBezTo>
                  <a:cubicBezTo>
                    <a:pt x="173957" y="553518"/>
                    <a:pt x="173957" y="552017"/>
                    <a:pt x="173957" y="550694"/>
                  </a:cubicBezTo>
                  <a:cubicBezTo>
                    <a:pt x="157265" y="544464"/>
                    <a:pt x="140868" y="538253"/>
                    <a:pt x="124403" y="532228"/>
                  </a:cubicBezTo>
                  <a:cubicBezTo>
                    <a:pt x="113542" y="528253"/>
                    <a:pt x="102582" y="524545"/>
                    <a:pt x="91666" y="520715"/>
                  </a:cubicBezTo>
                  <a:cubicBezTo>
                    <a:pt x="86392" y="518864"/>
                    <a:pt x="86199" y="517854"/>
                    <a:pt x="89637" y="513750"/>
                  </a:cubicBezTo>
                  <a:cubicBezTo>
                    <a:pt x="101187" y="499961"/>
                    <a:pt x="112578" y="486042"/>
                    <a:pt x="124145" y="472270"/>
                  </a:cubicBezTo>
                  <a:cubicBezTo>
                    <a:pt x="132222" y="462656"/>
                    <a:pt x="140554" y="453256"/>
                    <a:pt x="148653" y="443661"/>
                  </a:cubicBezTo>
                  <a:cubicBezTo>
                    <a:pt x="158962" y="431448"/>
                    <a:pt x="169110" y="419099"/>
                    <a:pt x="179434" y="406901"/>
                  </a:cubicBezTo>
                  <a:cubicBezTo>
                    <a:pt x="180896" y="405174"/>
                    <a:pt x="182744" y="403390"/>
                    <a:pt x="184788" y="402602"/>
                  </a:cubicBezTo>
                  <a:cubicBezTo>
                    <a:pt x="198121" y="397462"/>
                    <a:pt x="211557" y="392593"/>
                    <a:pt x="224957" y="387627"/>
                  </a:cubicBezTo>
                  <a:cubicBezTo>
                    <a:pt x="236099" y="383495"/>
                    <a:pt x="247223" y="379318"/>
                    <a:pt x="258378" y="375224"/>
                  </a:cubicBezTo>
                  <a:close/>
                  <a:moveTo>
                    <a:pt x="485586" y="44626"/>
                  </a:moveTo>
                  <a:cubicBezTo>
                    <a:pt x="242050" y="44626"/>
                    <a:pt x="44625" y="242051"/>
                    <a:pt x="44625" y="485587"/>
                  </a:cubicBezTo>
                  <a:cubicBezTo>
                    <a:pt x="44625" y="576913"/>
                    <a:pt x="72388" y="661755"/>
                    <a:pt x="119934" y="732133"/>
                  </a:cubicBezTo>
                  <a:lnTo>
                    <a:pt x="160635" y="781462"/>
                  </a:lnTo>
                  <a:lnTo>
                    <a:pt x="172783" y="781462"/>
                  </a:lnTo>
                  <a:lnTo>
                    <a:pt x="271279" y="781462"/>
                  </a:lnTo>
                  <a:lnTo>
                    <a:pt x="271279" y="825696"/>
                  </a:lnTo>
                  <a:lnTo>
                    <a:pt x="208082" y="825696"/>
                  </a:lnTo>
                  <a:lnTo>
                    <a:pt x="239040" y="851239"/>
                  </a:lnTo>
                  <a:cubicBezTo>
                    <a:pt x="309418" y="898785"/>
                    <a:pt x="394260" y="926548"/>
                    <a:pt x="485586" y="926548"/>
                  </a:cubicBezTo>
                  <a:cubicBezTo>
                    <a:pt x="729122" y="926548"/>
                    <a:pt x="926547" y="729123"/>
                    <a:pt x="926547" y="485587"/>
                  </a:cubicBezTo>
                  <a:cubicBezTo>
                    <a:pt x="926547" y="394261"/>
                    <a:pt x="898784" y="309419"/>
                    <a:pt x="851238" y="239042"/>
                  </a:cubicBezTo>
                  <a:lnTo>
                    <a:pt x="820680" y="202005"/>
                  </a:lnTo>
                  <a:lnTo>
                    <a:pt x="810362" y="202005"/>
                  </a:lnTo>
                  <a:lnTo>
                    <a:pt x="711866" y="202005"/>
                  </a:lnTo>
                  <a:lnTo>
                    <a:pt x="711866" y="157771"/>
                  </a:lnTo>
                  <a:lnTo>
                    <a:pt x="777989" y="157771"/>
                  </a:lnTo>
                  <a:lnTo>
                    <a:pt x="732131" y="119935"/>
                  </a:lnTo>
                  <a:cubicBezTo>
                    <a:pt x="661754" y="72389"/>
                    <a:pt x="576912" y="44626"/>
                    <a:pt x="485586" y="44626"/>
                  </a:cubicBezTo>
                  <a:close/>
                  <a:moveTo>
                    <a:pt x="485586" y="0"/>
                  </a:moveTo>
                  <a:cubicBezTo>
                    <a:pt x="586154" y="0"/>
                    <a:pt x="679582" y="30572"/>
                    <a:pt x="757082" y="82931"/>
                  </a:cubicBezTo>
                  <a:lnTo>
                    <a:pt x="810362" y="126891"/>
                  </a:lnTo>
                  <a:lnTo>
                    <a:pt x="810362" y="58792"/>
                  </a:lnTo>
                  <a:lnTo>
                    <a:pt x="854596" y="58792"/>
                  </a:lnTo>
                  <a:lnTo>
                    <a:pt x="854596" y="157771"/>
                  </a:lnTo>
                  <a:lnTo>
                    <a:pt x="854596" y="173312"/>
                  </a:lnTo>
                  <a:lnTo>
                    <a:pt x="888242" y="214091"/>
                  </a:lnTo>
                  <a:cubicBezTo>
                    <a:pt x="940600" y="291591"/>
                    <a:pt x="971172" y="385019"/>
                    <a:pt x="971172" y="485587"/>
                  </a:cubicBezTo>
                  <a:cubicBezTo>
                    <a:pt x="971172" y="753769"/>
                    <a:pt x="753768" y="971174"/>
                    <a:pt x="485586" y="971174"/>
                  </a:cubicBezTo>
                  <a:cubicBezTo>
                    <a:pt x="385018" y="971174"/>
                    <a:pt x="291590" y="940602"/>
                    <a:pt x="214090" y="888243"/>
                  </a:cubicBezTo>
                  <a:lnTo>
                    <a:pt x="172783" y="854162"/>
                  </a:lnTo>
                  <a:lnTo>
                    <a:pt x="172783" y="924675"/>
                  </a:lnTo>
                  <a:lnTo>
                    <a:pt x="128549" y="924675"/>
                  </a:lnTo>
                  <a:lnTo>
                    <a:pt x="128549" y="825696"/>
                  </a:lnTo>
                  <a:lnTo>
                    <a:pt x="128549" y="812374"/>
                  </a:lnTo>
                  <a:lnTo>
                    <a:pt x="82930" y="757083"/>
                  </a:lnTo>
                  <a:cubicBezTo>
                    <a:pt x="30572" y="679583"/>
                    <a:pt x="0" y="586155"/>
                    <a:pt x="0" y="485587"/>
                  </a:cubicBezTo>
                  <a:cubicBezTo>
                    <a:pt x="0" y="217405"/>
                    <a:pt x="217404" y="0"/>
                    <a:pt x="4855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74" name="Freeform: Shape 2473">
              <a:extLst>
                <a:ext uri="{FF2B5EF4-FFF2-40B4-BE49-F238E27FC236}">
                  <a16:creationId xmlns:a16="http://schemas.microsoft.com/office/drawing/2014/main" id="{B9BA07E1-8D02-B08C-716E-596C8678367F}"/>
                </a:ext>
                <a:ext uri="{C183D7F6-B498-43B3-948B-1728B52AA6E4}">
                  <adec:decorative xmlns:adec="http://schemas.microsoft.com/office/drawing/2017/decorative" val="1"/>
                </a:ext>
              </a:extLst>
            </p:cNvPr>
            <p:cNvSpPr/>
            <p:nvPr/>
          </p:nvSpPr>
          <p:spPr>
            <a:xfrm>
              <a:off x="9290314" y="4405851"/>
              <a:ext cx="237924" cy="270607"/>
            </a:xfrm>
            <a:custGeom>
              <a:avLst/>
              <a:gdLst>
                <a:gd name="connsiteX0" fmla="*/ 438579 w 505392"/>
                <a:gd name="connsiteY0" fmla="*/ 508004 h 574818"/>
                <a:gd name="connsiteX1" fmla="*/ 505392 w 505392"/>
                <a:gd name="connsiteY1" fmla="*/ 508004 h 574818"/>
                <a:gd name="connsiteX2" fmla="*/ 505392 w 505392"/>
                <a:gd name="connsiteY2" fmla="*/ 574818 h 574818"/>
                <a:gd name="connsiteX3" fmla="*/ 438579 w 505392"/>
                <a:gd name="connsiteY3" fmla="*/ 574818 h 574818"/>
                <a:gd name="connsiteX4" fmla="*/ 294265 w 505392"/>
                <a:gd name="connsiteY4" fmla="*/ 150722 h 574818"/>
                <a:gd name="connsiteX5" fmla="*/ 276060 w 505392"/>
                <a:gd name="connsiteY5" fmla="*/ 156790 h 574818"/>
                <a:gd name="connsiteX6" fmla="*/ 269223 w 505392"/>
                <a:gd name="connsiteY6" fmla="*/ 172998 h 574818"/>
                <a:gd name="connsiteX7" fmla="*/ 287198 w 505392"/>
                <a:gd name="connsiteY7" fmla="*/ 172998 h 574818"/>
                <a:gd name="connsiteX8" fmla="*/ 288888 w 505392"/>
                <a:gd name="connsiteY8" fmla="*/ 168235 h 574818"/>
                <a:gd name="connsiteX9" fmla="*/ 293189 w 505392"/>
                <a:gd name="connsiteY9" fmla="*/ 166699 h 574818"/>
                <a:gd name="connsiteX10" fmla="*/ 296185 w 505392"/>
                <a:gd name="connsiteY10" fmla="*/ 167621 h 574818"/>
                <a:gd name="connsiteX11" fmla="*/ 297337 w 505392"/>
                <a:gd name="connsiteY11" fmla="*/ 169925 h 574818"/>
                <a:gd name="connsiteX12" fmla="*/ 294879 w 505392"/>
                <a:gd name="connsiteY12" fmla="*/ 173997 h 574818"/>
                <a:gd name="connsiteX13" fmla="*/ 284125 w 505392"/>
                <a:gd name="connsiteY13" fmla="*/ 182062 h 574818"/>
                <a:gd name="connsiteX14" fmla="*/ 269377 w 505392"/>
                <a:gd name="connsiteY14" fmla="*/ 192663 h 574818"/>
                <a:gd name="connsiteX15" fmla="*/ 269377 w 505392"/>
                <a:gd name="connsiteY15" fmla="*/ 206643 h 574818"/>
                <a:gd name="connsiteX16" fmla="*/ 316848 w 505392"/>
                <a:gd name="connsiteY16" fmla="*/ 206643 h 574818"/>
                <a:gd name="connsiteX17" fmla="*/ 316848 w 505392"/>
                <a:gd name="connsiteY17" fmla="*/ 191126 h 574818"/>
                <a:gd name="connsiteX18" fmla="*/ 295647 w 505392"/>
                <a:gd name="connsiteY18" fmla="*/ 191587 h 574818"/>
                <a:gd name="connsiteX19" fmla="*/ 299488 w 505392"/>
                <a:gd name="connsiteY19" fmla="*/ 188976 h 574818"/>
                <a:gd name="connsiteX20" fmla="*/ 311625 w 505392"/>
                <a:gd name="connsiteY20" fmla="*/ 178452 h 574818"/>
                <a:gd name="connsiteX21" fmla="*/ 315619 w 505392"/>
                <a:gd name="connsiteY21" fmla="*/ 168696 h 574818"/>
                <a:gd name="connsiteX22" fmla="*/ 310089 w 505392"/>
                <a:gd name="connsiteY22" fmla="*/ 155484 h 574818"/>
                <a:gd name="connsiteX23" fmla="*/ 294265 w 505392"/>
                <a:gd name="connsiteY23" fmla="*/ 150722 h 574818"/>
                <a:gd name="connsiteX24" fmla="*/ 200595 w 505392"/>
                <a:gd name="connsiteY24" fmla="*/ 110396 h 574818"/>
                <a:gd name="connsiteX25" fmla="*/ 220951 w 505392"/>
                <a:gd name="connsiteY25" fmla="*/ 119384 h 574818"/>
                <a:gd name="connsiteX26" fmla="*/ 229017 w 505392"/>
                <a:gd name="connsiteY26" fmla="*/ 142044 h 574818"/>
                <a:gd name="connsiteX27" fmla="*/ 221105 w 505392"/>
                <a:gd name="connsiteY27" fmla="*/ 164551 h 574818"/>
                <a:gd name="connsiteX28" fmla="*/ 200903 w 505392"/>
                <a:gd name="connsiteY28" fmla="*/ 173385 h 574818"/>
                <a:gd name="connsiteX29" fmla="*/ 180547 w 505392"/>
                <a:gd name="connsiteY29" fmla="*/ 164397 h 574818"/>
                <a:gd name="connsiteX30" fmla="*/ 172481 w 505392"/>
                <a:gd name="connsiteY30" fmla="*/ 141737 h 574818"/>
                <a:gd name="connsiteX31" fmla="*/ 180393 w 505392"/>
                <a:gd name="connsiteY31" fmla="*/ 119230 h 574818"/>
                <a:gd name="connsiteX32" fmla="*/ 200595 w 505392"/>
                <a:gd name="connsiteY32" fmla="*/ 110396 h 574818"/>
                <a:gd name="connsiteX33" fmla="*/ 200903 w 505392"/>
                <a:gd name="connsiteY33" fmla="*/ 85662 h 574818"/>
                <a:gd name="connsiteX34" fmla="*/ 159653 w 505392"/>
                <a:gd name="connsiteY34" fmla="*/ 101716 h 574818"/>
                <a:gd name="connsiteX35" fmla="*/ 143291 w 505392"/>
                <a:gd name="connsiteY35" fmla="*/ 142044 h 574818"/>
                <a:gd name="connsiteX36" fmla="*/ 159499 w 505392"/>
                <a:gd name="connsiteY36" fmla="*/ 182141 h 574818"/>
                <a:gd name="connsiteX37" fmla="*/ 200595 w 505392"/>
                <a:gd name="connsiteY37" fmla="*/ 198119 h 574818"/>
                <a:gd name="connsiteX38" fmla="*/ 241845 w 505392"/>
                <a:gd name="connsiteY38" fmla="*/ 182065 h 574818"/>
                <a:gd name="connsiteX39" fmla="*/ 258206 w 505392"/>
                <a:gd name="connsiteY39" fmla="*/ 141737 h 574818"/>
                <a:gd name="connsiteX40" fmla="*/ 241998 w 505392"/>
                <a:gd name="connsiteY40" fmla="*/ 101639 h 574818"/>
                <a:gd name="connsiteX41" fmla="*/ 200903 w 505392"/>
                <a:gd name="connsiteY41" fmla="*/ 85662 h 574818"/>
                <a:gd name="connsiteX42" fmla="*/ 90367 w 505392"/>
                <a:gd name="connsiteY42" fmla="*/ 85662 h 574818"/>
                <a:gd name="connsiteX43" fmla="*/ 48503 w 505392"/>
                <a:gd name="connsiteY43" fmla="*/ 101793 h 574818"/>
                <a:gd name="connsiteX44" fmla="*/ 31834 w 505392"/>
                <a:gd name="connsiteY44" fmla="*/ 142044 h 574818"/>
                <a:gd name="connsiteX45" fmla="*/ 47812 w 505392"/>
                <a:gd name="connsiteY45" fmla="*/ 182372 h 574818"/>
                <a:gd name="connsiteX46" fmla="*/ 89138 w 505392"/>
                <a:gd name="connsiteY46" fmla="*/ 198119 h 574818"/>
                <a:gd name="connsiteX47" fmla="*/ 117790 w 505392"/>
                <a:gd name="connsiteY47" fmla="*/ 190515 h 574818"/>
                <a:gd name="connsiteX48" fmla="*/ 137378 w 505392"/>
                <a:gd name="connsiteY48" fmla="*/ 170312 h 574818"/>
                <a:gd name="connsiteX49" fmla="*/ 116331 w 505392"/>
                <a:gd name="connsiteY49" fmla="*/ 157100 h 574818"/>
                <a:gd name="connsiteX50" fmla="*/ 104732 w 505392"/>
                <a:gd name="connsiteY50" fmla="*/ 169160 h 574818"/>
                <a:gd name="connsiteX51" fmla="*/ 89907 w 505392"/>
                <a:gd name="connsiteY51" fmla="*/ 173385 h 574818"/>
                <a:gd name="connsiteX52" fmla="*/ 69243 w 505392"/>
                <a:gd name="connsiteY52" fmla="*/ 164320 h 574818"/>
                <a:gd name="connsiteX53" fmla="*/ 61024 w 505392"/>
                <a:gd name="connsiteY53" fmla="*/ 141737 h 574818"/>
                <a:gd name="connsiteX54" fmla="*/ 69013 w 505392"/>
                <a:gd name="connsiteY54" fmla="*/ 119153 h 574818"/>
                <a:gd name="connsiteX55" fmla="*/ 89907 w 505392"/>
                <a:gd name="connsiteY55" fmla="*/ 110396 h 574818"/>
                <a:gd name="connsiteX56" fmla="*/ 104194 w 505392"/>
                <a:gd name="connsiteY56" fmla="*/ 114237 h 574818"/>
                <a:gd name="connsiteX57" fmla="*/ 115256 w 505392"/>
                <a:gd name="connsiteY57" fmla="*/ 126835 h 574818"/>
                <a:gd name="connsiteX58" fmla="*/ 137378 w 505392"/>
                <a:gd name="connsiteY58" fmla="*/ 113008 h 574818"/>
                <a:gd name="connsiteX59" fmla="*/ 118482 w 505392"/>
                <a:gd name="connsiteY59" fmla="*/ 92575 h 574818"/>
                <a:gd name="connsiteX60" fmla="*/ 90367 w 505392"/>
                <a:gd name="connsiteY60" fmla="*/ 85662 h 574818"/>
                <a:gd name="connsiteX61" fmla="*/ 193844 w 505392"/>
                <a:gd name="connsiteY61" fmla="*/ 0 h 574818"/>
                <a:gd name="connsiteX62" fmla="*/ 288227 w 505392"/>
                <a:gd name="connsiteY62" fmla="*/ 87371 h 574818"/>
                <a:gd name="connsiteX63" fmla="*/ 356737 w 505392"/>
                <a:gd name="connsiteY63" fmla="*/ 164667 h 574818"/>
                <a:gd name="connsiteX64" fmla="*/ 278635 w 505392"/>
                <a:gd name="connsiteY64" fmla="*/ 242527 h 574818"/>
                <a:gd name="connsiteX65" fmla="*/ 97688 w 505392"/>
                <a:gd name="connsiteY65" fmla="*/ 242527 h 574818"/>
                <a:gd name="connsiteX66" fmla="*/ 0 w 505392"/>
                <a:gd name="connsiteY66" fmla="*/ 145081 h 574818"/>
                <a:gd name="connsiteX67" fmla="*/ 97688 w 505392"/>
                <a:gd name="connsiteY67" fmla="*/ 47555 h 574818"/>
                <a:gd name="connsiteX68" fmla="*/ 111148 w 505392"/>
                <a:gd name="connsiteY68" fmla="*/ 48441 h 574818"/>
                <a:gd name="connsiteX69" fmla="*/ 193844 w 505392"/>
                <a:gd name="connsiteY69" fmla="*/ 0 h 57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05392" h="574818">
                  <a:moveTo>
                    <a:pt x="438579" y="508004"/>
                  </a:moveTo>
                  <a:lnTo>
                    <a:pt x="505392" y="508004"/>
                  </a:lnTo>
                  <a:lnTo>
                    <a:pt x="505392" y="574818"/>
                  </a:lnTo>
                  <a:lnTo>
                    <a:pt x="438579" y="574818"/>
                  </a:lnTo>
                  <a:close/>
                  <a:moveTo>
                    <a:pt x="294265" y="150722"/>
                  </a:moveTo>
                  <a:cubicBezTo>
                    <a:pt x="286583" y="150722"/>
                    <a:pt x="280515" y="152744"/>
                    <a:pt x="276060" y="156790"/>
                  </a:cubicBezTo>
                  <a:cubicBezTo>
                    <a:pt x="271604" y="160836"/>
                    <a:pt x="269326" y="166238"/>
                    <a:pt x="269223" y="172998"/>
                  </a:cubicBezTo>
                  <a:lnTo>
                    <a:pt x="287198" y="172998"/>
                  </a:lnTo>
                  <a:cubicBezTo>
                    <a:pt x="287300" y="170847"/>
                    <a:pt x="287864" y="169260"/>
                    <a:pt x="288888" y="168235"/>
                  </a:cubicBezTo>
                  <a:cubicBezTo>
                    <a:pt x="289912" y="167211"/>
                    <a:pt x="291346" y="166699"/>
                    <a:pt x="293189" y="166699"/>
                  </a:cubicBezTo>
                  <a:cubicBezTo>
                    <a:pt x="294418" y="166699"/>
                    <a:pt x="295417" y="167006"/>
                    <a:pt x="296185" y="167621"/>
                  </a:cubicBezTo>
                  <a:cubicBezTo>
                    <a:pt x="296953" y="168235"/>
                    <a:pt x="297337" y="169004"/>
                    <a:pt x="297337" y="169925"/>
                  </a:cubicBezTo>
                  <a:cubicBezTo>
                    <a:pt x="297337" y="171154"/>
                    <a:pt x="296518" y="172512"/>
                    <a:pt x="294879" y="173997"/>
                  </a:cubicBezTo>
                  <a:cubicBezTo>
                    <a:pt x="293241" y="175482"/>
                    <a:pt x="289656" y="178170"/>
                    <a:pt x="284125" y="182062"/>
                  </a:cubicBezTo>
                  <a:lnTo>
                    <a:pt x="269377" y="192663"/>
                  </a:lnTo>
                  <a:lnTo>
                    <a:pt x="269377" y="206643"/>
                  </a:lnTo>
                  <a:lnTo>
                    <a:pt x="316848" y="206643"/>
                  </a:lnTo>
                  <a:lnTo>
                    <a:pt x="316848" y="191126"/>
                  </a:lnTo>
                  <a:lnTo>
                    <a:pt x="295647" y="191587"/>
                  </a:lnTo>
                  <a:lnTo>
                    <a:pt x="299488" y="188976"/>
                  </a:lnTo>
                  <a:cubicBezTo>
                    <a:pt x="304916" y="185288"/>
                    <a:pt x="308962" y="181781"/>
                    <a:pt x="311625" y="178452"/>
                  </a:cubicBezTo>
                  <a:cubicBezTo>
                    <a:pt x="314288" y="175123"/>
                    <a:pt x="315619" y="171871"/>
                    <a:pt x="315619" y="168696"/>
                  </a:cubicBezTo>
                  <a:cubicBezTo>
                    <a:pt x="315619" y="163063"/>
                    <a:pt x="313776" y="158659"/>
                    <a:pt x="310089" y="155484"/>
                  </a:cubicBezTo>
                  <a:cubicBezTo>
                    <a:pt x="306402" y="152309"/>
                    <a:pt x="301127" y="150722"/>
                    <a:pt x="294265" y="150722"/>
                  </a:cubicBezTo>
                  <a:close/>
                  <a:moveTo>
                    <a:pt x="200595" y="110396"/>
                  </a:moveTo>
                  <a:cubicBezTo>
                    <a:pt x="208789" y="110396"/>
                    <a:pt x="215574" y="113392"/>
                    <a:pt x="220951" y="119384"/>
                  </a:cubicBezTo>
                  <a:cubicBezTo>
                    <a:pt x="226328" y="125375"/>
                    <a:pt x="229017" y="132929"/>
                    <a:pt x="229017" y="142044"/>
                  </a:cubicBezTo>
                  <a:cubicBezTo>
                    <a:pt x="229017" y="151160"/>
                    <a:pt x="226380" y="158662"/>
                    <a:pt x="221105" y="164551"/>
                  </a:cubicBezTo>
                  <a:cubicBezTo>
                    <a:pt x="215830" y="170440"/>
                    <a:pt x="209096" y="173385"/>
                    <a:pt x="200903" y="173385"/>
                  </a:cubicBezTo>
                  <a:cubicBezTo>
                    <a:pt x="192709" y="173385"/>
                    <a:pt x="185924" y="170389"/>
                    <a:pt x="180547" y="164397"/>
                  </a:cubicBezTo>
                  <a:cubicBezTo>
                    <a:pt x="175170" y="158406"/>
                    <a:pt x="172481" y="150852"/>
                    <a:pt x="172481" y="141737"/>
                  </a:cubicBezTo>
                  <a:cubicBezTo>
                    <a:pt x="172481" y="132621"/>
                    <a:pt x="175118" y="125119"/>
                    <a:pt x="180393" y="119230"/>
                  </a:cubicBezTo>
                  <a:cubicBezTo>
                    <a:pt x="185668" y="113341"/>
                    <a:pt x="192402" y="110396"/>
                    <a:pt x="200595" y="110396"/>
                  </a:cubicBezTo>
                  <a:close/>
                  <a:moveTo>
                    <a:pt x="200903" y="85662"/>
                  </a:moveTo>
                  <a:cubicBezTo>
                    <a:pt x="184311" y="85662"/>
                    <a:pt x="170561" y="91013"/>
                    <a:pt x="159653" y="101716"/>
                  </a:cubicBezTo>
                  <a:cubicBezTo>
                    <a:pt x="148745" y="112419"/>
                    <a:pt x="143291" y="125862"/>
                    <a:pt x="143291" y="142044"/>
                  </a:cubicBezTo>
                  <a:cubicBezTo>
                    <a:pt x="143291" y="158124"/>
                    <a:pt x="148694" y="171490"/>
                    <a:pt x="159499" y="182141"/>
                  </a:cubicBezTo>
                  <a:cubicBezTo>
                    <a:pt x="170305" y="192793"/>
                    <a:pt x="184003" y="198119"/>
                    <a:pt x="200595" y="198119"/>
                  </a:cubicBezTo>
                  <a:cubicBezTo>
                    <a:pt x="217187" y="198119"/>
                    <a:pt x="230937" y="192768"/>
                    <a:pt x="241845" y="182065"/>
                  </a:cubicBezTo>
                  <a:cubicBezTo>
                    <a:pt x="252753" y="171362"/>
                    <a:pt x="258206" y="157919"/>
                    <a:pt x="258206" y="141737"/>
                  </a:cubicBezTo>
                  <a:cubicBezTo>
                    <a:pt x="258206" y="125657"/>
                    <a:pt x="252804" y="112291"/>
                    <a:pt x="241998" y="101639"/>
                  </a:cubicBezTo>
                  <a:cubicBezTo>
                    <a:pt x="231193" y="90988"/>
                    <a:pt x="217495" y="85662"/>
                    <a:pt x="200903" y="85662"/>
                  </a:cubicBezTo>
                  <a:close/>
                  <a:moveTo>
                    <a:pt x="90367" y="85662"/>
                  </a:moveTo>
                  <a:cubicBezTo>
                    <a:pt x="73571" y="85662"/>
                    <a:pt x="59616" y="91039"/>
                    <a:pt x="48503" y="101793"/>
                  </a:cubicBezTo>
                  <a:cubicBezTo>
                    <a:pt x="37391" y="112547"/>
                    <a:pt x="31834" y="125964"/>
                    <a:pt x="31834" y="142044"/>
                  </a:cubicBezTo>
                  <a:cubicBezTo>
                    <a:pt x="31834" y="158431"/>
                    <a:pt x="37160" y="171874"/>
                    <a:pt x="47812" y="182372"/>
                  </a:cubicBezTo>
                  <a:cubicBezTo>
                    <a:pt x="58464" y="192870"/>
                    <a:pt x="72239" y="198119"/>
                    <a:pt x="89138" y="198119"/>
                  </a:cubicBezTo>
                  <a:cubicBezTo>
                    <a:pt x="99585" y="198119"/>
                    <a:pt x="109136" y="195584"/>
                    <a:pt x="117790" y="190515"/>
                  </a:cubicBezTo>
                  <a:cubicBezTo>
                    <a:pt x="126445" y="185445"/>
                    <a:pt x="132974" y="178711"/>
                    <a:pt x="137378" y="170312"/>
                  </a:cubicBezTo>
                  <a:lnTo>
                    <a:pt x="116331" y="157100"/>
                  </a:lnTo>
                  <a:cubicBezTo>
                    <a:pt x="113156" y="162323"/>
                    <a:pt x="109290" y="166343"/>
                    <a:pt x="104732" y="169160"/>
                  </a:cubicBezTo>
                  <a:cubicBezTo>
                    <a:pt x="100174" y="171976"/>
                    <a:pt x="95232" y="173385"/>
                    <a:pt x="89907" y="173385"/>
                  </a:cubicBezTo>
                  <a:cubicBezTo>
                    <a:pt x="81610" y="173385"/>
                    <a:pt x="74723" y="170363"/>
                    <a:pt x="69243" y="164320"/>
                  </a:cubicBezTo>
                  <a:cubicBezTo>
                    <a:pt x="63764" y="158278"/>
                    <a:pt x="61024" y="150750"/>
                    <a:pt x="61024" y="141737"/>
                  </a:cubicBezTo>
                  <a:cubicBezTo>
                    <a:pt x="61024" y="132519"/>
                    <a:pt x="63687" y="124991"/>
                    <a:pt x="69013" y="119153"/>
                  </a:cubicBezTo>
                  <a:cubicBezTo>
                    <a:pt x="74339" y="113315"/>
                    <a:pt x="81303" y="110396"/>
                    <a:pt x="89907" y="110396"/>
                  </a:cubicBezTo>
                  <a:cubicBezTo>
                    <a:pt x="95540" y="110396"/>
                    <a:pt x="100302" y="111676"/>
                    <a:pt x="104194" y="114237"/>
                  </a:cubicBezTo>
                  <a:cubicBezTo>
                    <a:pt x="108086" y="116797"/>
                    <a:pt x="111773" y="120997"/>
                    <a:pt x="115256" y="126835"/>
                  </a:cubicBezTo>
                  <a:lnTo>
                    <a:pt x="137378" y="113008"/>
                  </a:lnTo>
                  <a:cubicBezTo>
                    <a:pt x="132769" y="103995"/>
                    <a:pt x="126470" y="97184"/>
                    <a:pt x="118482" y="92575"/>
                  </a:cubicBezTo>
                  <a:cubicBezTo>
                    <a:pt x="110493" y="87966"/>
                    <a:pt x="101122" y="85662"/>
                    <a:pt x="90367" y="85662"/>
                  </a:cubicBezTo>
                  <a:close/>
                  <a:moveTo>
                    <a:pt x="193844" y="0"/>
                  </a:moveTo>
                  <a:cubicBezTo>
                    <a:pt x="243655" y="0"/>
                    <a:pt x="284519" y="38608"/>
                    <a:pt x="288227" y="87371"/>
                  </a:cubicBezTo>
                  <a:cubicBezTo>
                    <a:pt x="326754" y="92046"/>
                    <a:pt x="356737" y="124931"/>
                    <a:pt x="356737" y="164667"/>
                  </a:cubicBezTo>
                  <a:cubicBezTo>
                    <a:pt x="356656" y="207627"/>
                    <a:pt x="321676" y="242527"/>
                    <a:pt x="278635" y="242527"/>
                  </a:cubicBezTo>
                  <a:lnTo>
                    <a:pt x="97688" y="242527"/>
                  </a:lnTo>
                  <a:cubicBezTo>
                    <a:pt x="43847" y="242527"/>
                    <a:pt x="0" y="198841"/>
                    <a:pt x="0" y="145081"/>
                  </a:cubicBezTo>
                  <a:cubicBezTo>
                    <a:pt x="0" y="91320"/>
                    <a:pt x="43847" y="47555"/>
                    <a:pt x="97688" y="47555"/>
                  </a:cubicBezTo>
                  <a:cubicBezTo>
                    <a:pt x="102201" y="47555"/>
                    <a:pt x="106715" y="47877"/>
                    <a:pt x="111148" y="48441"/>
                  </a:cubicBezTo>
                  <a:cubicBezTo>
                    <a:pt x="127671" y="18780"/>
                    <a:pt x="159186" y="0"/>
                    <a:pt x="19384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43" name="Group 142">
            <a:extLst>
              <a:ext uri="{FF2B5EF4-FFF2-40B4-BE49-F238E27FC236}">
                <a16:creationId xmlns:a16="http://schemas.microsoft.com/office/drawing/2014/main" id="{6308B1F3-3070-C7AB-762B-98C08C711151}"/>
              </a:ext>
              <a:ext uri="{C183D7F6-B498-43B3-948B-1728B52AA6E4}">
                <adec:decorative xmlns:adec="http://schemas.microsoft.com/office/drawing/2017/decorative" val="1"/>
              </a:ext>
            </a:extLst>
          </p:cNvPr>
          <p:cNvGrpSpPr>
            <a:grpSpLocks noChangeAspect="1"/>
          </p:cNvGrpSpPr>
          <p:nvPr/>
        </p:nvGrpSpPr>
        <p:grpSpPr>
          <a:xfrm>
            <a:off x="9672526" y="4343071"/>
            <a:ext cx="512806" cy="457200"/>
            <a:chOff x="9672526" y="4343071"/>
            <a:chExt cx="512806" cy="457200"/>
          </a:xfrm>
          <a:solidFill>
            <a:srgbClr val="FF0000"/>
          </a:solidFill>
        </p:grpSpPr>
        <p:sp>
          <p:nvSpPr>
            <p:cNvPr id="2479" name="TextBox 2478">
              <a:extLst>
                <a:ext uri="{FF2B5EF4-FFF2-40B4-BE49-F238E27FC236}">
                  <a16:creationId xmlns:a16="http://schemas.microsoft.com/office/drawing/2014/main" id="{E5E76FF7-4061-040E-1C1E-F162194A6CAA}"/>
                </a:ext>
                <a:ext uri="{C183D7F6-B498-43B3-948B-1728B52AA6E4}">
                  <adec:decorative xmlns:adec="http://schemas.microsoft.com/office/drawing/2017/decorative" val="1"/>
                </a:ext>
              </a:extLst>
            </p:cNvPr>
            <p:cNvSpPr txBox="1"/>
            <p:nvPr/>
          </p:nvSpPr>
          <p:spPr>
            <a:xfrm>
              <a:off x="9678705" y="4343071"/>
              <a:ext cx="506627" cy="451022"/>
            </a:xfrm>
            <a:custGeom>
              <a:avLst/>
              <a:gdLst>
                <a:gd name="connsiteX0" fmla="*/ 462419 w 906457"/>
                <a:gd name="connsiteY0" fmla="*/ 515862 h 806969"/>
                <a:gd name="connsiteX1" fmla="*/ 478822 w 906457"/>
                <a:gd name="connsiteY1" fmla="*/ 520799 h 806969"/>
                <a:gd name="connsiteX2" fmla="*/ 484555 w 906457"/>
                <a:gd name="connsiteY2" fmla="*/ 534495 h 806969"/>
                <a:gd name="connsiteX3" fmla="*/ 480415 w 906457"/>
                <a:gd name="connsiteY3" fmla="*/ 544608 h 806969"/>
                <a:gd name="connsiteX4" fmla="*/ 467833 w 906457"/>
                <a:gd name="connsiteY4" fmla="*/ 555517 h 806969"/>
                <a:gd name="connsiteX5" fmla="*/ 463852 w 906457"/>
                <a:gd name="connsiteY5" fmla="*/ 558224 h 806969"/>
                <a:gd name="connsiteX6" fmla="*/ 485829 w 906457"/>
                <a:gd name="connsiteY6" fmla="*/ 557746 h 806969"/>
                <a:gd name="connsiteX7" fmla="*/ 485829 w 906457"/>
                <a:gd name="connsiteY7" fmla="*/ 573831 h 806969"/>
                <a:gd name="connsiteX8" fmla="*/ 436619 w 906457"/>
                <a:gd name="connsiteY8" fmla="*/ 573831 h 806969"/>
                <a:gd name="connsiteX9" fmla="*/ 436619 w 906457"/>
                <a:gd name="connsiteY9" fmla="*/ 559339 h 806969"/>
                <a:gd name="connsiteX10" fmla="*/ 451908 w 906457"/>
                <a:gd name="connsiteY10" fmla="*/ 548350 h 806969"/>
                <a:gd name="connsiteX11" fmla="*/ 463056 w 906457"/>
                <a:gd name="connsiteY11" fmla="*/ 539989 h 806969"/>
                <a:gd name="connsiteX12" fmla="*/ 465604 w 906457"/>
                <a:gd name="connsiteY12" fmla="*/ 535769 h 806969"/>
                <a:gd name="connsiteX13" fmla="*/ 464409 w 906457"/>
                <a:gd name="connsiteY13" fmla="*/ 533380 h 806969"/>
                <a:gd name="connsiteX14" fmla="*/ 461304 w 906457"/>
                <a:gd name="connsiteY14" fmla="*/ 532425 h 806969"/>
                <a:gd name="connsiteX15" fmla="*/ 456845 w 906457"/>
                <a:gd name="connsiteY15" fmla="*/ 534017 h 806969"/>
                <a:gd name="connsiteX16" fmla="*/ 455093 w 906457"/>
                <a:gd name="connsiteY16" fmla="*/ 538954 h 806969"/>
                <a:gd name="connsiteX17" fmla="*/ 436460 w 906457"/>
                <a:gd name="connsiteY17" fmla="*/ 538954 h 806969"/>
                <a:gd name="connsiteX18" fmla="*/ 443547 w 906457"/>
                <a:gd name="connsiteY18" fmla="*/ 522153 h 806969"/>
                <a:gd name="connsiteX19" fmla="*/ 462419 w 906457"/>
                <a:gd name="connsiteY19" fmla="*/ 515862 h 806969"/>
                <a:gd name="connsiteX20" fmla="*/ 370552 w 906457"/>
                <a:gd name="connsiteY20" fmla="*/ 458371 h 806969"/>
                <a:gd name="connsiteX21" fmla="*/ 349610 w 906457"/>
                <a:gd name="connsiteY21" fmla="*/ 467528 h 806969"/>
                <a:gd name="connsiteX22" fmla="*/ 341409 w 906457"/>
                <a:gd name="connsiteY22" fmla="*/ 490859 h 806969"/>
                <a:gd name="connsiteX23" fmla="*/ 349770 w 906457"/>
                <a:gd name="connsiteY23" fmla="*/ 514349 h 806969"/>
                <a:gd name="connsiteX24" fmla="*/ 370871 w 906457"/>
                <a:gd name="connsiteY24" fmla="*/ 523666 h 806969"/>
                <a:gd name="connsiteX25" fmla="*/ 391813 w 906457"/>
                <a:gd name="connsiteY25" fmla="*/ 514509 h 806969"/>
                <a:gd name="connsiteX26" fmla="*/ 400014 w 906457"/>
                <a:gd name="connsiteY26" fmla="*/ 491178 h 806969"/>
                <a:gd name="connsiteX27" fmla="*/ 391654 w 906457"/>
                <a:gd name="connsiteY27" fmla="*/ 467687 h 806969"/>
                <a:gd name="connsiteX28" fmla="*/ 370552 w 906457"/>
                <a:gd name="connsiteY28" fmla="*/ 458371 h 806969"/>
                <a:gd name="connsiteX29" fmla="*/ 370871 w 906457"/>
                <a:gd name="connsiteY29" fmla="*/ 432731 h 806969"/>
                <a:gd name="connsiteX30" fmla="*/ 413471 w 906457"/>
                <a:gd name="connsiteY30" fmla="*/ 449293 h 806969"/>
                <a:gd name="connsiteX31" fmla="*/ 430273 w 906457"/>
                <a:gd name="connsiteY31" fmla="*/ 490859 h 806969"/>
                <a:gd name="connsiteX32" fmla="*/ 413312 w 906457"/>
                <a:gd name="connsiteY32" fmla="*/ 532664 h 806969"/>
                <a:gd name="connsiteX33" fmla="*/ 370552 w 906457"/>
                <a:gd name="connsiteY33" fmla="*/ 549306 h 806969"/>
                <a:gd name="connsiteX34" fmla="*/ 327952 w 906457"/>
                <a:gd name="connsiteY34" fmla="*/ 532744 h 806969"/>
                <a:gd name="connsiteX35" fmla="*/ 311150 w 906457"/>
                <a:gd name="connsiteY35" fmla="*/ 491178 h 806969"/>
                <a:gd name="connsiteX36" fmla="*/ 328111 w 906457"/>
                <a:gd name="connsiteY36" fmla="*/ 449373 h 806969"/>
                <a:gd name="connsiteX37" fmla="*/ 370871 w 906457"/>
                <a:gd name="connsiteY37" fmla="*/ 432731 h 806969"/>
                <a:gd name="connsiteX38" fmla="*/ 256289 w 906457"/>
                <a:gd name="connsiteY38" fmla="*/ 432731 h 806969"/>
                <a:gd name="connsiteX39" fmla="*/ 285432 w 906457"/>
                <a:gd name="connsiteY39" fmla="*/ 439897 h 806969"/>
                <a:gd name="connsiteX40" fmla="*/ 305021 w 906457"/>
                <a:gd name="connsiteY40" fmla="*/ 461078 h 806969"/>
                <a:gd name="connsiteX41" fmla="*/ 282088 w 906457"/>
                <a:gd name="connsiteY41" fmla="*/ 475411 h 806969"/>
                <a:gd name="connsiteX42" fmla="*/ 270622 w 906457"/>
                <a:gd name="connsiteY42" fmla="*/ 462352 h 806969"/>
                <a:gd name="connsiteX43" fmla="*/ 255811 w 906457"/>
                <a:gd name="connsiteY43" fmla="*/ 458371 h 806969"/>
                <a:gd name="connsiteX44" fmla="*/ 234153 w 906457"/>
                <a:gd name="connsiteY44" fmla="*/ 467449 h 806969"/>
                <a:gd name="connsiteX45" fmla="*/ 225871 w 906457"/>
                <a:gd name="connsiteY45" fmla="*/ 490859 h 806969"/>
                <a:gd name="connsiteX46" fmla="*/ 234391 w 906457"/>
                <a:gd name="connsiteY46" fmla="*/ 514270 h 806969"/>
                <a:gd name="connsiteX47" fmla="*/ 255811 w 906457"/>
                <a:gd name="connsiteY47" fmla="*/ 523666 h 806969"/>
                <a:gd name="connsiteX48" fmla="*/ 271179 w 906457"/>
                <a:gd name="connsiteY48" fmla="*/ 519287 h 806969"/>
                <a:gd name="connsiteX49" fmla="*/ 283203 w 906457"/>
                <a:gd name="connsiteY49" fmla="*/ 506785 h 806969"/>
                <a:gd name="connsiteX50" fmla="*/ 305021 w 906457"/>
                <a:gd name="connsiteY50" fmla="*/ 520481 h 806969"/>
                <a:gd name="connsiteX51" fmla="*/ 284716 w 906457"/>
                <a:gd name="connsiteY51" fmla="*/ 541423 h 806969"/>
                <a:gd name="connsiteX52" fmla="*/ 255015 w 906457"/>
                <a:gd name="connsiteY52" fmla="*/ 549306 h 806969"/>
                <a:gd name="connsiteX53" fmla="*/ 212175 w 906457"/>
                <a:gd name="connsiteY53" fmla="*/ 532983 h 806969"/>
                <a:gd name="connsiteX54" fmla="*/ 195613 w 906457"/>
                <a:gd name="connsiteY54" fmla="*/ 491178 h 806969"/>
                <a:gd name="connsiteX55" fmla="*/ 212892 w 906457"/>
                <a:gd name="connsiteY55" fmla="*/ 449453 h 806969"/>
                <a:gd name="connsiteX56" fmla="*/ 256289 w 906457"/>
                <a:gd name="connsiteY56" fmla="*/ 432731 h 806969"/>
                <a:gd name="connsiteX57" fmla="*/ 358815 w 906457"/>
                <a:gd name="connsiteY57" fmla="*/ 340311 h 806969"/>
                <a:gd name="connsiteX58" fmla="*/ 294929 w 906457"/>
                <a:gd name="connsiteY58" fmla="*/ 384097 h 806969"/>
                <a:gd name="connsiteX59" fmla="*/ 278872 w 906457"/>
                <a:gd name="connsiteY59" fmla="*/ 412028 h 806969"/>
                <a:gd name="connsiteX60" fmla="*/ 267301 w 906457"/>
                <a:gd name="connsiteY60" fmla="*/ 408806 h 806969"/>
                <a:gd name="connsiteX61" fmla="*/ 219874 w 906457"/>
                <a:gd name="connsiteY61" fmla="*/ 403914 h 806969"/>
                <a:gd name="connsiteX62" fmla="*/ 153351 w 906457"/>
                <a:gd name="connsiteY62" fmla="*/ 443260 h 806969"/>
                <a:gd name="connsiteX63" fmla="*/ 138689 w 906457"/>
                <a:gd name="connsiteY63" fmla="*/ 532812 h 806969"/>
                <a:gd name="connsiteX64" fmla="*/ 169397 w 906457"/>
                <a:gd name="connsiteY64" fmla="*/ 578507 h 806969"/>
                <a:gd name="connsiteX65" fmla="*/ 232704 w 906457"/>
                <a:gd name="connsiteY65" fmla="*/ 602094 h 806969"/>
                <a:gd name="connsiteX66" fmla="*/ 519439 w 906457"/>
                <a:gd name="connsiteY66" fmla="*/ 602193 h 806969"/>
                <a:gd name="connsiteX67" fmla="*/ 568294 w 906457"/>
                <a:gd name="connsiteY67" fmla="*/ 579498 h 806969"/>
                <a:gd name="connsiteX68" fmla="*/ 582209 w 906457"/>
                <a:gd name="connsiteY68" fmla="*/ 529790 h 806969"/>
                <a:gd name="connsiteX69" fmla="*/ 518851 w 906457"/>
                <a:gd name="connsiteY69" fmla="*/ 477088 h 806969"/>
                <a:gd name="connsiteX70" fmla="*/ 477314 w 906457"/>
                <a:gd name="connsiteY70" fmla="*/ 477066 h 806969"/>
                <a:gd name="connsiteX71" fmla="*/ 473026 w 906457"/>
                <a:gd name="connsiteY71" fmla="*/ 476808 h 806969"/>
                <a:gd name="connsiteX72" fmla="*/ 473070 w 906457"/>
                <a:gd name="connsiteY72" fmla="*/ 466299 h 806969"/>
                <a:gd name="connsiteX73" fmla="*/ 472062 w 906457"/>
                <a:gd name="connsiteY73" fmla="*/ 419916 h 806969"/>
                <a:gd name="connsiteX74" fmla="*/ 430983 w 906457"/>
                <a:gd name="connsiteY74" fmla="*/ 356668 h 806969"/>
                <a:gd name="connsiteX75" fmla="*/ 358815 w 906457"/>
                <a:gd name="connsiteY75" fmla="*/ 340311 h 806969"/>
                <a:gd name="connsiteX76" fmla="*/ 361404 w 906457"/>
                <a:gd name="connsiteY76" fmla="*/ 293764 h 806969"/>
                <a:gd name="connsiteX77" fmla="*/ 445872 w 906457"/>
                <a:gd name="connsiteY77" fmla="*/ 311460 h 806969"/>
                <a:gd name="connsiteX78" fmla="*/ 487294 w 906457"/>
                <a:gd name="connsiteY78" fmla="*/ 346691 h 806969"/>
                <a:gd name="connsiteX79" fmla="*/ 494777 w 906457"/>
                <a:gd name="connsiteY79" fmla="*/ 356246 h 806969"/>
                <a:gd name="connsiteX80" fmla="*/ 519762 w 906457"/>
                <a:gd name="connsiteY80" fmla="*/ 429617 h 806969"/>
                <a:gd name="connsiteX81" fmla="*/ 556838 w 906457"/>
                <a:gd name="connsiteY81" fmla="*/ 438162 h 806969"/>
                <a:gd name="connsiteX82" fmla="*/ 605695 w 906457"/>
                <a:gd name="connsiteY82" fmla="*/ 472992 h 806969"/>
                <a:gd name="connsiteX83" fmla="*/ 626649 w 906457"/>
                <a:gd name="connsiteY83" fmla="*/ 516453 h 806969"/>
                <a:gd name="connsiteX84" fmla="*/ 627410 w 906457"/>
                <a:gd name="connsiteY84" fmla="*/ 558032 h 806969"/>
                <a:gd name="connsiteX85" fmla="*/ 594293 w 906457"/>
                <a:gd name="connsiteY85" fmla="*/ 619308 h 806969"/>
                <a:gd name="connsiteX86" fmla="*/ 538975 w 906457"/>
                <a:gd name="connsiteY86" fmla="*/ 646132 h 806969"/>
                <a:gd name="connsiteX87" fmla="*/ 508407 w 906457"/>
                <a:gd name="connsiteY87" fmla="*/ 648148 h 806969"/>
                <a:gd name="connsiteX88" fmla="*/ 232168 w 906457"/>
                <a:gd name="connsiteY88" fmla="*/ 648060 h 806969"/>
                <a:gd name="connsiteX89" fmla="*/ 144947 w 906457"/>
                <a:gd name="connsiteY89" fmla="*/ 618134 h 806969"/>
                <a:gd name="connsiteX90" fmla="*/ 103180 w 906457"/>
                <a:gd name="connsiteY90" fmla="*/ 567938 h 806969"/>
                <a:gd name="connsiteX91" fmla="*/ 89647 w 906457"/>
                <a:gd name="connsiteY91" fmla="*/ 523958 h 806969"/>
                <a:gd name="connsiteX92" fmla="*/ 87800 w 906457"/>
                <a:gd name="connsiteY92" fmla="*/ 497888 h 806969"/>
                <a:gd name="connsiteX93" fmla="*/ 99467 w 906457"/>
                <a:gd name="connsiteY93" fmla="*/ 445268 h 806969"/>
                <a:gd name="connsiteX94" fmla="*/ 138299 w 906457"/>
                <a:gd name="connsiteY94" fmla="*/ 392123 h 806969"/>
                <a:gd name="connsiteX95" fmla="*/ 192301 w 906457"/>
                <a:gd name="connsiteY95" fmla="*/ 362842 h 806969"/>
                <a:gd name="connsiteX96" fmla="*/ 240957 w 906457"/>
                <a:gd name="connsiteY96" fmla="*/ 357021 h 806969"/>
                <a:gd name="connsiteX97" fmla="*/ 256424 w 906457"/>
                <a:gd name="connsiteY97" fmla="*/ 358605 h 806969"/>
                <a:gd name="connsiteX98" fmla="*/ 321947 w 906457"/>
                <a:gd name="connsiteY98" fmla="*/ 303955 h 806969"/>
                <a:gd name="connsiteX99" fmla="*/ 361404 w 906457"/>
                <a:gd name="connsiteY99" fmla="*/ 293764 h 806969"/>
                <a:gd name="connsiteX100" fmla="*/ 68261 w 906457"/>
                <a:gd name="connsiteY100" fmla="*/ 44217 h 806969"/>
                <a:gd name="connsiteX101" fmla="*/ 44272 w 906457"/>
                <a:gd name="connsiteY101" fmla="*/ 68205 h 806969"/>
                <a:gd name="connsiteX102" fmla="*/ 44272 w 906457"/>
                <a:gd name="connsiteY102" fmla="*/ 187924 h 806969"/>
                <a:gd name="connsiteX103" fmla="*/ 862240 w 906457"/>
                <a:gd name="connsiteY103" fmla="*/ 187924 h 806969"/>
                <a:gd name="connsiteX104" fmla="*/ 862240 w 906457"/>
                <a:gd name="connsiteY104" fmla="*/ 44217 h 806969"/>
                <a:gd name="connsiteX105" fmla="*/ 68205 w 906457"/>
                <a:gd name="connsiteY105" fmla="*/ 0 h 806969"/>
                <a:gd name="connsiteX106" fmla="*/ 906457 w 906457"/>
                <a:gd name="connsiteY106" fmla="*/ 0 h 806969"/>
                <a:gd name="connsiteX107" fmla="*/ 906457 w 906457"/>
                <a:gd name="connsiteY107" fmla="*/ 738764 h 806969"/>
                <a:gd name="connsiteX108" fmla="*/ 838252 w 906457"/>
                <a:gd name="connsiteY108" fmla="*/ 806969 h 806969"/>
                <a:gd name="connsiteX109" fmla="*/ 88435 w 906457"/>
                <a:gd name="connsiteY109" fmla="*/ 806969 h 806969"/>
                <a:gd name="connsiteX110" fmla="*/ 88435 w 906457"/>
                <a:gd name="connsiteY110" fmla="*/ 762752 h 806969"/>
                <a:gd name="connsiteX111" fmla="*/ 838252 w 906457"/>
                <a:gd name="connsiteY111" fmla="*/ 762752 h 806969"/>
                <a:gd name="connsiteX112" fmla="*/ 862240 w 906457"/>
                <a:gd name="connsiteY112" fmla="*/ 738764 h 806969"/>
                <a:gd name="connsiteX113" fmla="*/ 862240 w 906457"/>
                <a:gd name="connsiteY113" fmla="*/ 232141 h 806969"/>
                <a:gd name="connsiteX114" fmla="*/ 44272 w 906457"/>
                <a:gd name="connsiteY114" fmla="*/ 232141 h 806969"/>
                <a:gd name="connsiteX115" fmla="*/ 44272 w 906457"/>
                <a:gd name="connsiteY115" fmla="*/ 718534 h 806969"/>
                <a:gd name="connsiteX116" fmla="*/ 0 w 906457"/>
                <a:gd name="connsiteY116" fmla="*/ 718534 h 806969"/>
                <a:gd name="connsiteX117" fmla="*/ 0 w 906457"/>
                <a:gd name="connsiteY117" fmla="*/ 68205 h 806969"/>
                <a:gd name="connsiteX118" fmla="*/ 68205 w 906457"/>
                <a:gd name="connsiteY118" fmla="*/ 0 h 80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06457" h="806969">
                  <a:moveTo>
                    <a:pt x="462419" y="515862"/>
                  </a:moveTo>
                  <a:cubicBezTo>
                    <a:pt x="469532" y="515862"/>
                    <a:pt x="475000" y="517508"/>
                    <a:pt x="478822" y="520799"/>
                  </a:cubicBezTo>
                  <a:cubicBezTo>
                    <a:pt x="482644" y="524090"/>
                    <a:pt x="484555" y="528656"/>
                    <a:pt x="484555" y="534495"/>
                  </a:cubicBezTo>
                  <a:cubicBezTo>
                    <a:pt x="484555" y="537786"/>
                    <a:pt x="483175" y="541157"/>
                    <a:pt x="480415" y="544608"/>
                  </a:cubicBezTo>
                  <a:cubicBezTo>
                    <a:pt x="477654" y="548058"/>
                    <a:pt x="473460" y="551695"/>
                    <a:pt x="467833" y="555517"/>
                  </a:cubicBezTo>
                  <a:lnTo>
                    <a:pt x="463852" y="558224"/>
                  </a:lnTo>
                  <a:lnTo>
                    <a:pt x="485829" y="557746"/>
                  </a:lnTo>
                  <a:lnTo>
                    <a:pt x="485829" y="573831"/>
                  </a:lnTo>
                  <a:lnTo>
                    <a:pt x="436619" y="573831"/>
                  </a:lnTo>
                  <a:lnTo>
                    <a:pt x="436619" y="559339"/>
                  </a:lnTo>
                  <a:lnTo>
                    <a:pt x="451908" y="548350"/>
                  </a:lnTo>
                  <a:cubicBezTo>
                    <a:pt x="457641" y="544316"/>
                    <a:pt x="461357" y="541529"/>
                    <a:pt x="463056" y="539989"/>
                  </a:cubicBezTo>
                  <a:cubicBezTo>
                    <a:pt x="464754" y="538450"/>
                    <a:pt x="465604" y="537043"/>
                    <a:pt x="465604" y="535769"/>
                  </a:cubicBezTo>
                  <a:cubicBezTo>
                    <a:pt x="465604" y="534814"/>
                    <a:pt x="465206" y="534017"/>
                    <a:pt x="464409" y="533380"/>
                  </a:cubicBezTo>
                  <a:cubicBezTo>
                    <a:pt x="463613" y="532743"/>
                    <a:pt x="462578" y="532425"/>
                    <a:pt x="461304" y="532425"/>
                  </a:cubicBezTo>
                  <a:cubicBezTo>
                    <a:pt x="459393" y="532425"/>
                    <a:pt x="457906" y="532956"/>
                    <a:pt x="456845" y="534017"/>
                  </a:cubicBezTo>
                  <a:cubicBezTo>
                    <a:pt x="455783" y="535079"/>
                    <a:pt x="455199" y="536725"/>
                    <a:pt x="455093" y="538954"/>
                  </a:cubicBezTo>
                  <a:lnTo>
                    <a:pt x="436460" y="538954"/>
                  </a:lnTo>
                  <a:cubicBezTo>
                    <a:pt x="436566" y="531947"/>
                    <a:pt x="438929" y="526346"/>
                    <a:pt x="443547" y="522153"/>
                  </a:cubicBezTo>
                  <a:cubicBezTo>
                    <a:pt x="448165" y="517959"/>
                    <a:pt x="454456" y="515862"/>
                    <a:pt x="462419" y="515862"/>
                  </a:cubicBezTo>
                  <a:close/>
                  <a:moveTo>
                    <a:pt x="370552" y="458371"/>
                  </a:moveTo>
                  <a:cubicBezTo>
                    <a:pt x="362059" y="458371"/>
                    <a:pt x="355078" y="461423"/>
                    <a:pt x="349610" y="467528"/>
                  </a:cubicBezTo>
                  <a:cubicBezTo>
                    <a:pt x="344143" y="473633"/>
                    <a:pt x="341409" y="481410"/>
                    <a:pt x="341409" y="490859"/>
                  </a:cubicBezTo>
                  <a:cubicBezTo>
                    <a:pt x="341409" y="500308"/>
                    <a:pt x="344196" y="508138"/>
                    <a:pt x="349770" y="514349"/>
                  </a:cubicBezTo>
                  <a:cubicBezTo>
                    <a:pt x="355344" y="520561"/>
                    <a:pt x="362377" y="523666"/>
                    <a:pt x="370871" y="523666"/>
                  </a:cubicBezTo>
                  <a:cubicBezTo>
                    <a:pt x="379365" y="523666"/>
                    <a:pt x="386345" y="520614"/>
                    <a:pt x="391813" y="514509"/>
                  </a:cubicBezTo>
                  <a:cubicBezTo>
                    <a:pt x="397281" y="508404"/>
                    <a:pt x="400014" y="500627"/>
                    <a:pt x="400014" y="491178"/>
                  </a:cubicBezTo>
                  <a:cubicBezTo>
                    <a:pt x="400014" y="481729"/>
                    <a:pt x="397228" y="473898"/>
                    <a:pt x="391654" y="467687"/>
                  </a:cubicBezTo>
                  <a:cubicBezTo>
                    <a:pt x="386080" y="461476"/>
                    <a:pt x="379046" y="458371"/>
                    <a:pt x="370552" y="458371"/>
                  </a:cubicBezTo>
                  <a:close/>
                  <a:moveTo>
                    <a:pt x="370871" y="432731"/>
                  </a:moveTo>
                  <a:cubicBezTo>
                    <a:pt x="388070" y="432731"/>
                    <a:pt x="402271" y="438252"/>
                    <a:pt x="413471" y="449293"/>
                  </a:cubicBezTo>
                  <a:cubicBezTo>
                    <a:pt x="424672" y="460335"/>
                    <a:pt x="430273" y="474190"/>
                    <a:pt x="430273" y="490859"/>
                  </a:cubicBezTo>
                  <a:cubicBezTo>
                    <a:pt x="430273" y="507634"/>
                    <a:pt x="424619" y="521569"/>
                    <a:pt x="413312" y="532664"/>
                  </a:cubicBezTo>
                  <a:cubicBezTo>
                    <a:pt x="402005" y="543759"/>
                    <a:pt x="387752" y="549306"/>
                    <a:pt x="370552" y="549306"/>
                  </a:cubicBezTo>
                  <a:cubicBezTo>
                    <a:pt x="353353" y="549306"/>
                    <a:pt x="339153" y="543785"/>
                    <a:pt x="327952" y="532744"/>
                  </a:cubicBezTo>
                  <a:cubicBezTo>
                    <a:pt x="316751" y="521702"/>
                    <a:pt x="311150" y="507846"/>
                    <a:pt x="311150" y="491178"/>
                  </a:cubicBezTo>
                  <a:cubicBezTo>
                    <a:pt x="311150" y="474403"/>
                    <a:pt x="316804" y="460468"/>
                    <a:pt x="328111" y="449373"/>
                  </a:cubicBezTo>
                  <a:cubicBezTo>
                    <a:pt x="339418" y="438278"/>
                    <a:pt x="353671" y="432731"/>
                    <a:pt x="370871" y="432731"/>
                  </a:cubicBezTo>
                  <a:close/>
                  <a:moveTo>
                    <a:pt x="256289" y="432731"/>
                  </a:moveTo>
                  <a:cubicBezTo>
                    <a:pt x="267437" y="432731"/>
                    <a:pt x="277151" y="435120"/>
                    <a:pt x="285432" y="439897"/>
                  </a:cubicBezTo>
                  <a:cubicBezTo>
                    <a:pt x="293714" y="444675"/>
                    <a:pt x="300243" y="451735"/>
                    <a:pt x="305021" y="461078"/>
                  </a:cubicBezTo>
                  <a:lnTo>
                    <a:pt x="282088" y="475411"/>
                  </a:lnTo>
                  <a:cubicBezTo>
                    <a:pt x="278478" y="469360"/>
                    <a:pt x="274656" y="465007"/>
                    <a:pt x="270622" y="462352"/>
                  </a:cubicBezTo>
                  <a:cubicBezTo>
                    <a:pt x="266587" y="459698"/>
                    <a:pt x="261650" y="458371"/>
                    <a:pt x="255811" y="458371"/>
                  </a:cubicBezTo>
                  <a:cubicBezTo>
                    <a:pt x="246893" y="458371"/>
                    <a:pt x="239673" y="461397"/>
                    <a:pt x="234153" y="467449"/>
                  </a:cubicBezTo>
                  <a:cubicBezTo>
                    <a:pt x="228632" y="473500"/>
                    <a:pt x="225871" y="481304"/>
                    <a:pt x="225871" y="490859"/>
                  </a:cubicBezTo>
                  <a:cubicBezTo>
                    <a:pt x="225871" y="500202"/>
                    <a:pt x="228711" y="508006"/>
                    <a:pt x="234391" y="514270"/>
                  </a:cubicBezTo>
                  <a:cubicBezTo>
                    <a:pt x="240071" y="520534"/>
                    <a:pt x="247211" y="523666"/>
                    <a:pt x="255811" y="523666"/>
                  </a:cubicBezTo>
                  <a:cubicBezTo>
                    <a:pt x="261332" y="523666"/>
                    <a:pt x="266455" y="522206"/>
                    <a:pt x="271179" y="519287"/>
                  </a:cubicBezTo>
                  <a:cubicBezTo>
                    <a:pt x="275904" y="516367"/>
                    <a:pt x="279912" y="512199"/>
                    <a:pt x="283203" y="506785"/>
                  </a:cubicBezTo>
                  <a:lnTo>
                    <a:pt x="305021" y="520481"/>
                  </a:lnTo>
                  <a:cubicBezTo>
                    <a:pt x="300455" y="529187"/>
                    <a:pt x="293687" y="536168"/>
                    <a:pt x="284716" y="541423"/>
                  </a:cubicBezTo>
                  <a:cubicBezTo>
                    <a:pt x="275744" y="546678"/>
                    <a:pt x="265844" y="549306"/>
                    <a:pt x="255015" y="549306"/>
                  </a:cubicBezTo>
                  <a:cubicBezTo>
                    <a:pt x="237497" y="549306"/>
                    <a:pt x="223217" y="543865"/>
                    <a:pt x="212175" y="532983"/>
                  </a:cubicBezTo>
                  <a:cubicBezTo>
                    <a:pt x="201134" y="522100"/>
                    <a:pt x="195613" y="508165"/>
                    <a:pt x="195613" y="491178"/>
                  </a:cubicBezTo>
                  <a:cubicBezTo>
                    <a:pt x="195613" y="474509"/>
                    <a:pt x="201373" y="460601"/>
                    <a:pt x="212892" y="449453"/>
                  </a:cubicBezTo>
                  <a:cubicBezTo>
                    <a:pt x="224411" y="438305"/>
                    <a:pt x="238877" y="432731"/>
                    <a:pt x="256289" y="432731"/>
                  </a:cubicBezTo>
                  <a:close/>
                  <a:moveTo>
                    <a:pt x="358815" y="340311"/>
                  </a:moveTo>
                  <a:cubicBezTo>
                    <a:pt x="331820" y="345763"/>
                    <a:pt x="310445" y="361269"/>
                    <a:pt x="294929" y="384097"/>
                  </a:cubicBezTo>
                  <a:cubicBezTo>
                    <a:pt x="288934" y="392917"/>
                    <a:pt x="284230" y="402614"/>
                    <a:pt x="278872" y="412028"/>
                  </a:cubicBezTo>
                  <a:cubicBezTo>
                    <a:pt x="275084" y="410982"/>
                    <a:pt x="271139" y="410058"/>
                    <a:pt x="267301" y="408806"/>
                  </a:cubicBezTo>
                  <a:cubicBezTo>
                    <a:pt x="251835" y="403760"/>
                    <a:pt x="236198" y="401566"/>
                    <a:pt x="219874" y="403914"/>
                  </a:cubicBezTo>
                  <a:cubicBezTo>
                    <a:pt x="192181" y="407897"/>
                    <a:pt x="169598" y="421003"/>
                    <a:pt x="153351" y="443260"/>
                  </a:cubicBezTo>
                  <a:cubicBezTo>
                    <a:pt x="133647" y="470253"/>
                    <a:pt x="128170" y="500558"/>
                    <a:pt x="138689" y="532812"/>
                  </a:cubicBezTo>
                  <a:cubicBezTo>
                    <a:pt x="144564" y="550828"/>
                    <a:pt x="154500" y="566263"/>
                    <a:pt x="169397" y="578507"/>
                  </a:cubicBezTo>
                  <a:cubicBezTo>
                    <a:pt x="187887" y="593704"/>
                    <a:pt x="208915" y="602034"/>
                    <a:pt x="232704" y="602094"/>
                  </a:cubicBezTo>
                  <a:cubicBezTo>
                    <a:pt x="327955" y="602333"/>
                    <a:pt x="423207" y="602193"/>
                    <a:pt x="519439" y="602193"/>
                  </a:cubicBezTo>
                  <a:cubicBezTo>
                    <a:pt x="538963" y="601601"/>
                    <a:pt x="555618" y="594953"/>
                    <a:pt x="568294" y="579498"/>
                  </a:cubicBezTo>
                  <a:cubicBezTo>
                    <a:pt x="580247" y="564925"/>
                    <a:pt x="585011" y="548638"/>
                    <a:pt x="582209" y="529790"/>
                  </a:cubicBezTo>
                  <a:cubicBezTo>
                    <a:pt x="577680" y="499313"/>
                    <a:pt x="548891" y="477222"/>
                    <a:pt x="518851" y="477088"/>
                  </a:cubicBezTo>
                  <a:cubicBezTo>
                    <a:pt x="505006" y="477026"/>
                    <a:pt x="491160" y="477085"/>
                    <a:pt x="477314" y="477066"/>
                  </a:cubicBezTo>
                  <a:cubicBezTo>
                    <a:pt x="475897" y="477064"/>
                    <a:pt x="474479" y="476899"/>
                    <a:pt x="473026" y="476808"/>
                  </a:cubicBezTo>
                  <a:cubicBezTo>
                    <a:pt x="473026" y="472963"/>
                    <a:pt x="472767" y="469605"/>
                    <a:pt x="473070" y="466299"/>
                  </a:cubicBezTo>
                  <a:cubicBezTo>
                    <a:pt x="474493" y="450792"/>
                    <a:pt x="474915" y="435349"/>
                    <a:pt x="472062" y="419916"/>
                  </a:cubicBezTo>
                  <a:cubicBezTo>
                    <a:pt x="467108" y="393113"/>
                    <a:pt x="452994" y="372158"/>
                    <a:pt x="430983" y="356668"/>
                  </a:cubicBezTo>
                  <a:cubicBezTo>
                    <a:pt x="409311" y="341417"/>
                    <a:pt x="384773" y="335070"/>
                    <a:pt x="358815" y="340311"/>
                  </a:cubicBezTo>
                  <a:close/>
                  <a:moveTo>
                    <a:pt x="361404" y="293764"/>
                  </a:moveTo>
                  <a:cubicBezTo>
                    <a:pt x="391597" y="290484"/>
                    <a:pt x="419561" y="297135"/>
                    <a:pt x="445872" y="311460"/>
                  </a:cubicBezTo>
                  <a:cubicBezTo>
                    <a:pt x="462060" y="320273"/>
                    <a:pt x="475712" y="332334"/>
                    <a:pt x="487294" y="346691"/>
                  </a:cubicBezTo>
                  <a:cubicBezTo>
                    <a:pt x="489757" y="349743"/>
                    <a:pt x="492115" y="352880"/>
                    <a:pt x="494777" y="356246"/>
                  </a:cubicBezTo>
                  <a:cubicBezTo>
                    <a:pt x="509845" y="378976"/>
                    <a:pt x="518213" y="403636"/>
                    <a:pt x="519762" y="429617"/>
                  </a:cubicBezTo>
                  <a:cubicBezTo>
                    <a:pt x="532574" y="432504"/>
                    <a:pt x="544982" y="434453"/>
                    <a:pt x="556838" y="438162"/>
                  </a:cubicBezTo>
                  <a:cubicBezTo>
                    <a:pt x="576747" y="444391"/>
                    <a:pt x="592430" y="456965"/>
                    <a:pt x="605695" y="472992"/>
                  </a:cubicBezTo>
                  <a:cubicBezTo>
                    <a:pt x="616333" y="485844"/>
                    <a:pt x="623095" y="500467"/>
                    <a:pt x="626649" y="516453"/>
                  </a:cubicBezTo>
                  <a:cubicBezTo>
                    <a:pt x="629688" y="530120"/>
                    <a:pt x="629792" y="543936"/>
                    <a:pt x="627410" y="558032"/>
                  </a:cubicBezTo>
                  <a:cubicBezTo>
                    <a:pt x="623288" y="582429"/>
                    <a:pt x="612097" y="602730"/>
                    <a:pt x="594293" y="619308"/>
                  </a:cubicBezTo>
                  <a:cubicBezTo>
                    <a:pt x="578734" y="633795"/>
                    <a:pt x="560321" y="643396"/>
                    <a:pt x="538975" y="646132"/>
                  </a:cubicBezTo>
                  <a:cubicBezTo>
                    <a:pt x="528862" y="647428"/>
                    <a:pt x="518602" y="648131"/>
                    <a:pt x="508407" y="648148"/>
                  </a:cubicBezTo>
                  <a:cubicBezTo>
                    <a:pt x="416327" y="648297"/>
                    <a:pt x="324245" y="648556"/>
                    <a:pt x="232168" y="648060"/>
                  </a:cubicBezTo>
                  <a:cubicBezTo>
                    <a:pt x="200065" y="647888"/>
                    <a:pt x="170819" y="637780"/>
                    <a:pt x="144947" y="618134"/>
                  </a:cubicBezTo>
                  <a:cubicBezTo>
                    <a:pt x="127064" y="604555"/>
                    <a:pt x="113224" y="587732"/>
                    <a:pt x="103180" y="567938"/>
                  </a:cubicBezTo>
                  <a:cubicBezTo>
                    <a:pt x="96199" y="554179"/>
                    <a:pt x="91095" y="539543"/>
                    <a:pt x="89647" y="523958"/>
                  </a:cubicBezTo>
                  <a:cubicBezTo>
                    <a:pt x="88840" y="515278"/>
                    <a:pt x="87464" y="506542"/>
                    <a:pt x="87800" y="497888"/>
                  </a:cubicBezTo>
                  <a:cubicBezTo>
                    <a:pt x="88505" y="479727"/>
                    <a:pt x="92437" y="462212"/>
                    <a:pt x="99467" y="445268"/>
                  </a:cubicBezTo>
                  <a:cubicBezTo>
                    <a:pt x="108161" y="424313"/>
                    <a:pt x="121479" y="406829"/>
                    <a:pt x="138299" y="392123"/>
                  </a:cubicBezTo>
                  <a:cubicBezTo>
                    <a:pt x="153984" y="378410"/>
                    <a:pt x="172085" y="368694"/>
                    <a:pt x="192301" y="362842"/>
                  </a:cubicBezTo>
                  <a:cubicBezTo>
                    <a:pt x="208277" y="358217"/>
                    <a:pt x="224450" y="356412"/>
                    <a:pt x="240957" y="357021"/>
                  </a:cubicBezTo>
                  <a:cubicBezTo>
                    <a:pt x="245990" y="357206"/>
                    <a:pt x="251001" y="358031"/>
                    <a:pt x="256424" y="358605"/>
                  </a:cubicBezTo>
                  <a:cubicBezTo>
                    <a:pt x="272868" y="334409"/>
                    <a:pt x="294682" y="315846"/>
                    <a:pt x="321947" y="303955"/>
                  </a:cubicBezTo>
                  <a:cubicBezTo>
                    <a:pt x="334515" y="298474"/>
                    <a:pt x="347652" y="295257"/>
                    <a:pt x="361404" y="293764"/>
                  </a:cubicBezTo>
                  <a:close/>
                  <a:moveTo>
                    <a:pt x="68261" y="44217"/>
                  </a:moveTo>
                  <a:cubicBezTo>
                    <a:pt x="55051" y="44217"/>
                    <a:pt x="44272" y="54996"/>
                    <a:pt x="44272" y="68205"/>
                  </a:cubicBezTo>
                  <a:lnTo>
                    <a:pt x="44272" y="187924"/>
                  </a:lnTo>
                  <a:lnTo>
                    <a:pt x="862240" y="187924"/>
                  </a:lnTo>
                  <a:lnTo>
                    <a:pt x="862240" y="44217"/>
                  </a:lnTo>
                  <a:close/>
                  <a:moveTo>
                    <a:pt x="68205" y="0"/>
                  </a:moveTo>
                  <a:lnTo>
                    <a:pt x="906457" y="0"/>
                  </a:lnTo>
                  <a:lnTo>
                    <a:pt x="906457" y="738764"/>
                  </a:lnTo>
                  <a:cubicBezTo>
                    <a:pt x="906457" y="776404"/>
                    <a:pt x="875836" y="806969"/>
                    <a:pt x="838252" y="806969"/>
                  </a:cubicBezTo>
                  <a:lnTo>
                    <a:pt x="88435" y="806969"/>
                  </a:lnTo>
                  <a:lnTo>
                    <a:pt x="88435" y="762752"/>
                  </a:lnTo>
                  <a:lnTo>
                    <a:pt x="838252" y="762752"/>
                  </a:lnTo>
                  <a:cubicBezTo>
                    <a:pt x="851462" y="762752"/>
                    <a:pt x="862240" y="751973"/>
                    <a:pt x="862240" y="738764"/>
                  </a:cubicBezTo>
                  <a:lnTo>
                    <a:pt x="862240" y="232141"/>
                  </a:lnTo>
                  <a:lnTo>
                    <a:pt x="44272" y="232141"/>
                  </a:lnTo>
                  <a:lnTo>
                    <a:pt x="44272" y="718534"/>
                  </a:lnTo>
                  <a:lnTo>
                    <a:pt x="0" y="718534"/>
                  </a:lnTo>
                  <a:lnTo>
                    <a:pt x="0" y="68205"/>
                  </a:lnTo>
                  <a:cubicBezTo>
                    <a:pt x="0" y="30565"/>
                    <a:pt x="30621" y="0"/>
                    <a:pt x="68205"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sz="11500" dirty="0">
                <a:latin typeface="IntelOne Display Bold" panose="020B0803020203020204" pitchFamily="34" charset="0"/>
              </a:endParaRPr>
            </a:p>
          </p:txBody>
        </p:sp>
        <p:sp>
          <p:nvSpPr>
            <p:cNvPr id="2480" name="Freeform: Shape 2479">
              <a:extLst>
                <a:ext uri="{FF2B5EF4-FFF2-40B4-BE49-F238E27FC236}">
                  <a16:creationId xmlns:a16="http://schemas.microsoft.com/office/drawing/2014/main" id="{D31EDAE8-B955-507B-DDE6-4178EC72EEC9}"/>
                </a:ext>
                <a:ext uri="{C183D7F6-B498-43B3-948B-1728B52AA6E4}">
                  <adec:decorative xmlns:adec="http://schemas.microsoft.com/office/drawing/2017/decorative" val="1"/>
                </a:ext>
              </a:extLst>
            </p:cNvPr>
            <p:cNvSpPr/>
            <p:nvPr/>
          </p:nvSpPr>
          <p:spPr>
            <a:xfrm>
              <a:off x="9672526" y="4395402"/>
              <a:ext cx="457200" cy="404869"/>
            </a:xfrm>
            <a:custGeom>
              <a:avLst/>
              <a:gdLst>
                <a:gd name="connsiteX0" fmla="*/ 0 w 818022"/>
                <a:gd name="connsiteY0" fmla="*/ 658066 h 724392"/>
                <a:gd name="connsiteX1" fmla="*/ 66326 w 818022"/>
                <a:gd name="connsiteY1" fmla="*/ 658066 h 724392"/>
                <a:gd name="connsiteX2" fmla="*/ 66326 w 818022"/>
                <a:gd name="connsiteY2" fmla="*/ 724392 h 724392"/>
                <a:gd name="connsiteX3" fmla="*/ 0 w 818022"/>
                <a:gd name="connsiteY3" fmla="*/ 724392 h 724392"/>
                <a:gd name="connsiteX4" fmla="*/ 707172 w 818022"/>
                <a:gd name="connsiteY4" fmla="*/ 508833 h 724392"/>
                <a:gd name="connsiteX5" fmla="*/ 795607 w 818022"/>
                <a:gd name="connsiteY5" fmla="*/ 508833 h 724392"/>
                <a:gd name="connsiteX6" fmla="*/ 806661 w 818022"/>
                <a:gd name="connsiteY6" fmla="*/ 519888 h 724392"/>
                <a:gd name="connsiteX7" fmla="*/ 806661 w 818022"/>
                <a:gd name="connsiteY7" fmla="*/ 608323 h 724392"/>
                <a:gd name="connsiteX8" fmla="*/ 795607 w 818022"/>
                <a:gd name="connsiteY8" fmla="*/ 619377 h 724392"/>
                <a:gd name="connsiteX9" fmla="*/ 707172 w 818022"/>
                <a:gd name="connsiteY9" fmla="*/ 619377 h 724392"/>
                <a:gd name="connsiteX10" fmla="*/ 696117 w 818022"/>
                <a:gd name="connsiteY10" fmla="*/ 608323 h 724392"/>
                <a:gd name="connsiteX11" fmla="*/ 696117 w 818022"/>
                <a:gd name="connsiteY11" fmla="*/ 519888 h 724392"/>
                <a:gd name="connsiteX12" fmla="*/ 707172 w 818022"/>
                <a:gd name="connsiteY12" fmla="*/ 508833 h 724392"/>
                <a:gd name="connsiteX13" fmla="*/ 707172 w 818022"/>
                <a:gd name="connsiteY13" fmla="*/ 354071 h 724392"/>
                <a:gd name="connsiteX14" fmla="*/ 795607 w 818022"/>
                <a:gd name="connsiteY14" fmla="*/ 354071 h 724392"/>
                <a:gd name="connsiteX15" fmla="*/ 806661 w 818022"/>
                <a:gd name="connsiteY15" fmla="*/ 365126 h 724392"/>
                <a:gd name="connsiteX16" fmla="*/ 806661 w 818022"/>
                <a:gd name="connsiteY16" fmla="*/ 453561 h 724392"/>
                <a:gd name="connsiteX17" fmla="*/ 795607 w 818022"/>
                <a:gd name="connsiteY17" fmla="*/ 464615 h 724392"/>
                <a:gd name="connsiteX18" fmla="*/ 707172 w 818022"/>
                <a:gd name="connsiteY18" fmla="*/ 464615 h 724392"/>
                <a:gd name="connsiteX19" fmla="*/ 696117 w 818022"/>
                <a:gd name="connsiteY19" fmla="*/ 453561 h 724392"/>
                <a:gd name="connsiteX20" fmla="*/ 696117 w 818022"/>
                <a:gd name="connsiteY20" fmla="*/ 365126 h 724392"/>
                <a:gd name="connsiteX21" fmla="*/ 707172 w 818022"/>
                <a:gd name="connsiteY21" fmla="*/ 354071 h 724392"/>
                <a:gd name="connsiteX22" fmla="*/ 707172 w 818022"/>
                <a:gd name="connsiteY22" fmla="*/ 199310 h 724392"/>
                <a:gd name="connsiteX23" fmla="*/ 795607 w 818022"/>
                <a:gd name="connsiteY23" fmla="*/ 199310 h 724392"/>
                <a:gd name="connsiteX24" fmla="*/ 806661 w 818022"/>
                <a:gd name="connsiteY24" fmla="*/ 210365 h 724392"/>
                <a:gd name="connsiteX25" fmla="*/ 806661 w 818022"/>
                <a:gd name="connsiteY25" fmla="*/ 298800 h 724392"/>
                <a:gd name="connsiteX26" fmla="*/ 795607 w 818022"/>
                <a:gd name="connsiteY26" fmla="*/ 309854 h 724392"/>
                <a:gd name="connsiteX27" fmla="*/ 707172 w 818022"/>
                <a:gd name="connsiteY27" fmla="*/ 309854 h 724392"/>
                <a:gd name="connsiteX28" fmla="*/ 696117 w 818022"/>
                <a:gd name="connsiteY28" fmla="*/ 298800 h 724392"/>
                <a:gd name="connsiteX29" fmla="*/ 696117 w 818022"/>
                <a:gd name="connsiteY29" fmla="*/ 210365 h 724392"/>
                <a:gd name="connsiteX30" fmla="*/ 707172 w 818022"/>
                <a:gd name="connsiteY30" fmla="*/ 199310 h 724392"/>
                <a:gd name="connsiteX31" fmla="*/ 320577 w 818022"/>
                <a:gd name="connsiteY31" fmla="*/ 332 h 724392"/>
                <a:gd name="connsiteX32" fmla="*/ 795913 w 818022"/>
                <a:gd name="connsiteY32" fmla="*/ 332 h 724392"/>
                <a:gd name="connsiteX33" fmla="*/ 818022 w 818022"/>
                <a:gd name="connsiteY33" fmla="*/ 22441 h 724392"/>
                <a:gd name="connsiteX34" fmla="*/ 795913 w 818022"/>
                <a:gd name="connsiteY34" fmla="*/ 44549 h 724392"/>
                <a:gd name="connsiteX35" fmla="*/ 320577 w 818022"/>
                <a:gd name="connsiteY35" fmla="*/ 44549 h 724392"/>
                <a:gd name="connsiteX36" fmla="*/ 298468 w 818022"/>
                <a:gd name="connsiteY36" fmla="*/ 22441 h 724392"/>
                <a:gd name="connsiteX37" fmla="*/ 320577 w 818022"/>
                <a:gd name="connsiteY37" fmla="*/ 332 h 724392"/>
                <a:gd name="connsiteX38" fmla="*/ 254250 w 818022"/>
                <a:gd name="connsiteY38" fmla="*/ 332 h 724392"/>
                <a:gd name="connsiteX39" fmla="*/ 276358 w 818022"/>
                <a:gd name="connsiteY39" fmla="*/ 22441 h 724392"/>
                <a:gd name="connsiteX40" fmla="*/ 254250 w 818022"/>
                <a:gd name="connsiteY40" fmla="*/ 44549 h 724392"/>
                <a:gd name="connsiteX41" fmla="*/ 232141 w 818022"/>
                <a:gd name="connsiteY41" fmla="*/ 22441 h 724392"/>
                <a:gd name="connsiteX42" fmla="*/ 254250 w 818022"/>
                <a:gd name="connsiteY42" fmla="*/ 332 h 724392"/>
                <a:gd name="connsiteX43" fmla="*/ 132653 w 818022"/>
                <a:gd name="connsiteY43" fmla="*/ 332 h 724392"/>
                <a:gd name="connsiteX44" fmla="*/ 154761 w 818022"/>
                <a:gd name="connsiteY44" fmla="*/ 22441 h 724392"/>
                <a:gd name="connsiteX45" fmla="*/ 132653 w 818022"/>
                <a:gd name="connsiteY45" fmla="*/ 44549 h 724392"/>
                <a:gd name="connsiteX46" fmla="*/ 110544 w 818022"/>
                <a:gd name="connsiteY46" fmla="*/ 22441 h 724392"/>
                <a:gd name="connsiteX47" fmla="*/ 132653 w 818022"/>
                <a:gd name="connsiteY47" fmla="*/ 332 h 724392"/>
                <a:gd name="connsiteX48" fmla="*/ 193783 w 818022"/>
                <a:gd name="connsiteY48" fmla="*/ 0 h 724392"/>
                <a:gd name="connsiteX49" fmla="*/ 215891 w 818022"/>
                <a:gd name="connsiteY49" fmla="*/ 22109 h 724392"/>
                <a:gd name="connsiteX50" fmla="*/ 193783 w 818022"/>
                <a:gd name="connsiteY50" fmla="*/ 44217 h 724392"/>
                <a:gd name="connsiteX51" fmla="*/ 171674 w 818022"/>
                <a:gd name="connsiteY51" fmla="*/ 22109 h 724392"/>
                <a:gd name="connsiteX52" fmla="*/ 193783 w 818022"/>
                <a:gd name="connsiteY52" fmla="*/ 0 h 7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18022" h="724392">
                  <a:moveTo>
                    <a:pt x="0" y="658066"/>
                  </a:moveTo>
                  <a:lnTo>
                    <a:pt x="66326" y="658066"/>
                  </a:lnTo>
                  <a:lnTo>
                    <a:pt x="66326" y="724392"/>
                  </a:lnTo>
                  <a:lnTo>
                    <a:pt x="0" y="724392"/>
                  </a:lnTo>
                  <a:close/>
                  <a:moveTo>
                    <a:pt x="707172" y="508833"/>
                  </a:moveTo>
                  <a:lnTo>
                    <a:pt x="795607" y="508833"/>
                  </a:lnTo>
                  <a:cubicBezTo>
                    <a:pt x="801712" y="508833"/>
                    <a:pt x="806661" y="513783"/>
                    <a:pt x="806661" y="519888"/>
                  </a:cubicBezTo>
                  <a:lnTo>
                    <a:pt x="806661" y="608323"/>
                  </a:lnTo>
                  <a:cubicBezTo>
                    <a:pt x="806661" y="614428"/>
                    <a:pt x="801712" y="619377"/>
                    <a:pt x="795607" y="619377"/>
                  </a:cubicBezTo>
                  <a:lnTo>
                    <a:pt x="707172" y="619377"/>
                  </a:lnTo>
                  <a:cubicBezTo>
                    <a:pt x="701067" y="619377"/>
                    <a:pt x="696117" y="614428"/>
                    <a:pt x="696117" y="608323"/>
                  </a:cubicBezTo>
                  <a:lnTo>
                    <a:pt x="696117" y="519888"/>
                  </a:lnTo>
                  <a:cubicBezTo>
                    <a:pt x="696117" y="513783"/>
                    <a:pt x="701067" y="508833"/>
                    <a:pt x="707172" y="508833"/>
                  </a:cubicBezTo>
                  <a:close/>
                  <a:moveTo>
                    <a:pt x="707172" y="354071"/>
                  </a:moveTo>
                  <a:lnTo>
                    <a:pt x="795607" y="354071"/>
                  </a:lnTo>
                  <a:cubicBezTo>
                    <a:pt x="801712" y="354071"/>
                    <a:pt x="806661" y="359021"/>
                    <a:pt x="806661" y="365126"/>
                  </a:cubicBezTo>
                  <a:lnTo>
                    <a:pt x="806661" y="453561"/>
                  </a:lnTo>
                  <a:cubicBezTo>
                    <a:pt x="806661" y="459666"/>
                    <a:pt x="801712" y="464615"/>
                    <a:pt x="795607" y="464615"/>
                  </a:cubicBezTo>
                  <a:lnTo>
                    <a:pt x="707172" y="464615"/>
                  </a:lnTo>
                  <a:cubicBezTo>
                    <a:pt x="701067" y="464615"/>
                    <a:pt x="696117" y="459666"/>
                    <a:pt x="696117" y="453561"/>
                  </a:cubicBezTo>
                  <a:lnTo>
                    <a:pt x="696117" y="365126"/>
                  </a:lnTo>
                  <a:cubicBezTo>
                    <a:pt x="696117" y="359021"/>
                    <a:pt x="701067" y="354071"/>
                    <a:pt x="707172" y="354071"/>
                  </a:cubicBezTo>
                  <a:close/>
                  <a:moveTo>
                    <a:pt x="707172" y="199310"/>
                  </a:moveTo>
                  <a:lnTo>
                    <a:pt x="795607" y="199310"/>
                  </a:lnTo>
                  <a:cubicBezTo>
                    <a:pt x="801712" y="199310"/>
                    <a:pt x="806661" y="204260"/>
                    <a:pt x="806661" y="210365"/>
                  </a:cubicBezTo>
                  <a:lnTo>
                    <a:pt x="806661" y="298800"/>
                  </a:lnTo>
                  <a:cubicBezTo>
                    <a:pt x="806661" y="304905"/>
                    <a:pt x="801712" y="309854"/>
                    <a:pt x="795607" y="309854"/>
                  </a:cubicBezTo>
                  <a:lnTo>
                    <a:pt x="707172" y="309854"/>
                  </a:lnTo>
                  <a:cubicBezTo>
                    <a:pt x="701067" y="309854"/>
                    <a:pt x="696117" y="304905"/>
                    <a:pt x="696117" y="298800"/>
                  </a:cubicBezTo>
                  <a:lnTo>
                    <a:pt x="696117" y="210365"/>
                  </a:lnTo>
                  <a:cubicBezTo>
                    <a:pt x="696117" y="204260"/>
                    <a:pt x="701067" y="199310"/>
                    <a:pt x="707172" y="199310"/>
                  </a:cubicBezTo>
                  <a:close/>
                  <a:moveTo>
                    <a:pt x="320577" y="332"/>
                  </a:moveTo>
                  <a:lnTo>
                    <a:pt x="795913" y="332"/>
                  </a:lnTo>
                  <a:cubicBezTo>
                    <a:pt x="808128" y="332"/>
                    <a:pt x="818022" y="10226"/>
                    <a:pt x="818022" y="22441"/>
                  </a:cubicBezTo>
                  <a:cubicBezTo>
                    <a:pt x="818022" y="34655"/>
                    <a:pt x="808128" y="44549"/>
                    <a:pt x="795913" y="44549"/>
                  </a:cubicBezTo>
                  <a:lnTo>
                    <a:pt x="320577" y="44549"/>
                  </a:lnTo>
                  <a:cubicBezTo>
                    <a:pt x="308362" y="44549"/>
                    <a:pt x="298468" y="34655"/>
                    <a:pt x="298468" y="22441"/>
                  </a:cubicBezTo>
                  <a:cubicBezTo>
                    <a:pt x="298468" y="10226"/>
                    <a:pt x="308362" y="332"/>
                    <a:pt x="320577" y="332"/>
                  </a:cubicBezTo>
                  <a:close/>
                  <a:moveTo>
                    <a:pt x="254250" y="332"/>
                  </a:moveTo>
                  <a:cubicBezTo>
                    <a:pt x="266459" y="332"/>
                    <a:pt x="276358" y="10231"/>
                    <a:pt x="276358" y="22441"/>
                  </a:cubicBezTo>
                  <a:cubicBezTo>
                    <a:pt x="276358" y="34650"/>
                    <a:pt x="266459" y="44549"/>
                    <a:pt x="254250" y="44549"/>
                  </a:cubicBezTo>
                  <a:cubicBezTo>
                    <a:pt x="242040" y="44549"/>
                    <a:pt x="232141" y="34650"/>
                    <a:pt x="232141" y="22441"/>
                  </a:cubicBezTo>
                  <a:cubicBezTo>
                    <a:pt x="232141" y="10231"/>
                    <a:pt x="242040" y="332"/>
                    <a:pt x="254250" y="332"/>
                  </a:cubicBezTo>
                  <a:close/>
                  <a:moveTo>
                    <a:pt x="132653" y="332"/>
                  </a:moveTo>
                  <a:cubicBezTo>
                    <a:pt x="144862" y="332"/>
                    <a:pt x="154761" y="10231"/>
                    <a:pt x="154761" y="22441"/>
                  </a:cubicBezTo>
                  <a:cubicBezTo>
                    <a:pt x="154761" y="34650"/>
                    <a:pt x="144862" y="44549"/>
                    <a:pt x="132653" y="44549"/>
                  </a:cubicBezTo>
                  <a:cubicBezTo>
                    <a:pt x="120443" y="44549"/>
                    <a:pt x="110544" y="34650"/>
                    <a:pt x="110544" y="22441"/>
                  </a:cubicBezTo>
                  <a:cubicBezTo>
                    <a:pt x="110544" y="10231"/>
                    <a:pt x="120443" y="332"/>
                    <a:pt x="132653" y="332"/>
                  </a:cubicBezTo>
                  <a:close/>
                  <a:moveTo>
                    <a:pt x="193783" y="0"/>
                  </a:moveTo>
                  <a:cubicBezTo>
                    <a:pt x="205992" y="0"/>
                    <a:pt x="215891" y="9899"/>
                    <a:pt x="215891" y="22109"/>
                  </a:cubicBezTo>
                  <a:cubicBezTo>
                    <a:pt x="215891" y="34318"/>
                    <a:pt x="205992" y="44217"/>
                    <a:pt x="193783" y="44217"/>
                  </a:cubicBezTo>
                  <a:cubicBezTo>
                    <a:pt x="181573" y="44217"/>
                    <a:pt x="171674" y="34318"/>
                    <a:pt x="171674" y="22109"/>
                  </a:cubicBezTo>
                  <a:cubicBezTo>
                    <a:pt x="171674" y="9899"/>
                    <a:pt x="181573" y="0"/>
                    <a:pt x="193783" y="0"/>
                  </a:cubicBez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132" name="Group 131">
            <a:extLst>
              <a:ext uri="{FF2B5EF4-FFF2-40B4-BE49-F238E27FC236}">
                <a16:creationId xmlns:a16="http://schemas.microsoft.com/office/drawing/2014/main" id="{25440581-43CF-E983-3BD7-7FD21C146D11}"/>
              </a:ext>
              <a:ext uri="{C183D7F6-B498-43B3-948B-1728B52AA6E4}">
                <adec:decorative xmlns:adec="http://schemas.microsoft.com/office/drawing/2017/decorative" val="1"/>
              </a:ext>
            </a:extLst>
          </p:cNvPr>
          <p:cNvGrpSpPr>
            <a:grpSpLocks noChangeAspect="1"/>
          </p:cNvGrpSpPr>
          <p:nvPr/>
        </p:nvGrpSpPr>
        <p:grpSpPr>
          <a:xfrm>
            <a:off x="10252212" y="4343071"/>
            <a:ext cx="512806" cy="457200"/>
            <a:chOff x="10252212" y="4343071"/>
            <a:chExt cx="512806" cy="457200"/>
          </a:xfrm>
          <a:solidFill>
            <a:srgbClr val="FF0000"/>
          </a:solidFill>
        </p:grpSpPr>
        <p:sp>
          <p:nvSpPr>
            <p:cNvPr id="2483" name="Freeform: Shape 2482">
              <a:extLst>
                <a:ext uri="{FF2B5EF4-FFF2-40B4-BE49-F238E27FC236}">
                  <a16:creationId xmlns:a16="http://schemas.microsoft.com/office/drawing/2014/main" id="{F9991D3C-B07D-71E1-3967-315A08CE945E}"/>
                </a:ext>
                <a:ext uri="{C183D7F6-B498-43B3-948B-1728B52AA6E4}">
                  <adec:decorative xmlns:adec="http://schemas.microsoft.com/office/drawing/2017/decorative" val="1"/>
                </a:ext>
              </a:extLst>
            </p:cNvPr>
            <p:cNvSpPr/>
            <p:nvPr/>
          </p:nvSpPr>
          <p:spPr>
            <a:xfrm>
              <a:off x="10258391" y="4343071"/>
              <a:ext cx="506627" cy="451022"/>
            </a:xfrm>
            <a:custGeom>
              <a:avLst/>
              <a:gdLst>
                <a:gd name="connsiteX0" fmla="*/ 363444 w 906457"/>
                <a:gd name="connsiteY0" fmla="*/ 564665 h 806969"/>
                <a:gd name="connsiteX1" fmla="*/ 342145 w 906457"/>
                <a:gd name="connsiteY1" fmla="*/ 585964 h 806969"/>
                <a:gd name="connsiteX2" fmla="*/ 363444 w 906457"/>
                <a:gd name="connsiteY2" fmla="*/ 607263 h 806969"/>
                <a:gd name="connsiteX3" fmla="*/ 384743 w 906457"/>
                <a:gd name="connsiteY3" fmla="*/ 585964 h 806969"/>
                <a:gd name="connsiteX4" fmla="*/ 363444 w 906457"/>
                <a:gd name="connsiteY4" fmla="*/ 564665 h 806969"/>
                <a:gd name="connsiteX5" fmla="*/ 343285 w 906457"/>
                <a:gd name="connsiteY5" fmla="*/ 430245 h 806969"/>
                <a:gd name="connsiteX6" fmla="*/ 387067 w 906457"/>
                <a:gd name="connsiteY6" fmla="*/ 430245 h 806969"/>
                <a:gd name="connsiteX7" fmla="*/ 387067 w 906457"/>
                <a:gd name="connsiteY7" fmla="*/ 551315 h 806969"/>
                <a:gd name="connsiteX8" fmla="*/ 394864 w 906457"/>
                <a:gd name="connsiteY8" fmla="*/ 554545 h 806969"/>
                <a:gd name="connsiteX9" fmla="*/ 407878 w 906457"/>
                <a:gd name="connsiteY9" fmla="*/ 585964 h 806969"/>
                <a:gd name="connsiteX10" fmla="*/ 363444 w 906457"/>
                <a:gd name="connsiteY10" fmla="*/ 630398 h 806969"/>
                <a:gd name="connsiteX11" fmla="*/ 319010 w 906457"/>
                <a:gd name="connsiteY11" fmla="*/ 585964 h 806969"/>
                <a:gd name="connsiteX12" fmla="*/ 332025 w 906457"/>
                <a:gd name="connsiteY12" fmla="*/ 554545 h 806969"/>
                <a:gd name="connsiteX13" fmla="*/ 343285 w 906457"/>
                <a:gd name="connsiteY13" fmla="*/ 549880 h 806969"/>
                <a:gd name="connsiteX14" fmla="*/ 364131 w 906457"/>
                <a:gd name="connsiteY14" fmla="*/ 342363 h 806969"/>
                <a:gd name="connsiteX15" fmla="*/ 462975 w 906457"/>
                <a:gd name="connsiteY15" fmla="*/ 377847 h 806969"/>
                <a:gd name="connsiteX16" fmla="*/ 477667 w 906457"/>
                <a:gd name="connsiteY16" fmla="*/ 394817 h 806969"/>
                <a:gd name="connsiteX17" fmla="*/ 480111 w 906457"/>
                <a:gd name="connsiteY17" fmla="*/ 397261 h 806969"/>
                <a:gd name="connsiteX18" fmla="*/ 479935 w 906457"/>
                <a:gd name="connsiteY18" fmla="*/ 397437 h 806969"/>
                <a:gd name="connsiteX19" fmla="*/ 497026 w 906457"/>
                <a:gd name="connsiteY19" fmla="*/ 417178 h 806969"/>
                <a:gd name="connsiteX20" fmla="*/ 516366 w 906457"/>
                <a:gd name="connsiteY20" fmla="*/ 466438 h 806969"/>
                <a:gd name="connsiteX21" fmla="*/ 519519 w 906457"/>
                <a:gd name="connsiteY21" fmla="*/ 497719 h 806969"/>
                <a:gd name="connsiteX22" fmla="*/ 515796 w 906457"/>
                <a:gd name="connsiteY22" fmla="*/ 497719 h 806969"/>
                <a:gd name="connsiteX23" fmla="*/ 515796 w 906457"/>
                <a:gd name="connsiteY23" fmla="*/ 497875 h 806969"/>
                <a:gd name="connsiteX24" fmla="*/ 475729 w 906457"/>
                <a:gd name="connsiteY24" fmla="*/ 497875 h 806969"/>
                <a:gd name="connsiteX25" fmla="*/ 475729 w 906457"/>
                <a:gd name="connsiteY25" fmla="*/ 475438 h 806969"/>
                <a:gd name="connsiteX26" fmla="*/ 495078 w 906457"/>
                <a:gd name="connsiteY26" fmla="*/ 475438 h 806969"/>
                <a:gd name="connsiteX27" fmla="*/ 494622 w 906457"/>
                <a:gd name="connsiteY27" fmla="*/ 470910 h 806969"/>
                <a:gd name="connsiteX28" fmla="*/ 483483 w 906457"/>
                <a:gd name="connsiteY28" fmla="*/ 438557 h 806969"/>
                <a:gd name="connsiteX29" fmla="*/ 465623 w 906457"/>
                <a:gd name="connsiteY29" fmla="*/ 411750 h 806969"/>
                <a:gd name="connsiteX30" fmla="*/ 448728 w 906457"/>
                <a:gd name="connsiteY30" fmla="*/ 428645 h 806969"/>
                <a:gd name="connsiteX31" fmla="*/ 432862 w 906457"/>
                <a:gd name="connsiteY31" fmla="*/ 412779 h 806969"/>
                <a:gd name="connsiteX32" fmla="*/ 449149 w 906457"/>
                <a:gd name="connsiteY32" fmla="*/ 396492 h 806969"/>
                <a:gd name="connsiteX33" fmla="*/ 439926 w 906457"/>
                <a:gd name="connsiteY33" fmla="*/ 388211 h 806969"/>
                <a:gd name="connsiteX34" fmla="*/ 409929 w 906457"/>
                <a:gd name="connsiteY34" fmla="*/ 372640 h 806969"/>
                <a:gd name="connsiteX35" fmla="*/ 375350 w 906457"/>
                <a:gd name="connsiteY35" fmla="*/ 366538 h 806969"/>
                <a:gd name="connsiteX36" fmla="*/ 375350 w 906457"/>
                <a:gd name="connsiteY36" fmla="*/ 386855 h 806969"/>
                <a:gd name="connsiteX37" fmla="*/ 352913 w 906457"/>
                <a:gd name="connsiteY37" fmla="*/ 386855 h 806969"/>
                <a:gd name="connsiteX38" fmla="*/ 352913 w 906457"/>
                <a:gd name="connsiteY38" fmla="*/ 366537 h 806969"/>
                <a:gd name="connsiteX39" fmla="*/ 318333 w 906457"/>
                <a:gd name="connsiteY39" fmla="*/ 372640 h 806969"/>
                <a:gd name="connsiteX40" fmla="*/ 288336 w 906457"/>
                <a:gd name="connsiteY40" fmla="*/ 388211 h 806969"/>
                <a:gd name="connsiteX41" fmla="*/ 279034 w 906457"/>
                <a:gd name="connsiteY41" fmla="*/ 396563 h 806969"/>
                <a:gd name="connsiteX42" fmla="*/ 295840 w 906457"/>
                <a:gd name="connsiteY42" fmla="*/ 413370 h 806969"/>
                <a:gd name="connsiteX43" fmla="*/ 279975 w 906457"/>
                <a:gd name="connsiteY43" fmla="*/ 429235 h 806969"/>
                <a:gd name="connsiteX44" fmla="*/ 262580 w 906457"/>
                <a:gd name="connsiteY44" fmla="*/ 411840 h 806969"/>
                <a:gd name="connsiteX45" fmla="*/ 244779 w 906457"/>
                <a:gd name="connsiteY45" fmla="*/ 438557 h 806969"/>
                <a:gd name="connsiteX46" fmla="*/ 233640 w 906457"/>
                <a:gd name="connsiteY46" fmla="*/ 470910 h 806969"/>
                <a:gd name="connsiteX47" fmla="*/ 233184 w 906457"/>
                <a:gd name="connsiteY47" fmla="*/ 475437 h 806969"/>
                <a:gd name="connsiteX48" fmla="*/ 253172 w 906457"/>
                <a:gd name="connsiteY48" fmla="*/ 475437 h 806969"/>
                <a:gd name="connsiteX49" fmla="*/ 253172 w 906457"/>
                <a:gd name="connsiteY49" fmla="*/ 497874 h 806969"/>
                <a:gd name="connsiteX50" fmla="*/ 219860 w 906457"/>
                <a:gd name="connsiteY50" fmla="*/ 497874 h 806969"/>
                <a:gd name="connsiteX51" fmla="*/ 219860 w 906457"/>
                <a:gd name="connsiteY51" fmla="*/ 497719 h 806969"/>
                <a:gd name="connsiteX52" fmla="*/ 208743 w 906457"/>
                <a:gd name="connsiteY52" fmla="*/ 497719 h 806969"/>
                <a:gd name="connsiteX53" fmla="*/ 211896 w 906457"/>
                <a:gd name="connsiteY53" fmla="*/ 466438 h 806969"/>
                <a:gd name="connsiteX54" fmla="*/ 364131 w 906457"/>
                <a:gd name="connsiteY54" fmla="*/ 342363 h 806969"/>
                <a:gd name="connsiteX55" fmla="*/ 364131 w 906457"/>
                <a:gd name="connsiteY55" fmla="*/ 320331 h 806969"/>
                <a:gd name="connsiteX56" fmla="*/ 186707 w 906457"/>
                <a:gd name="connsiteY56" fmla="*/ 497899 h 806969"/>
                <a:gd name="connsiteX57" fmla="*/ 364131 w 906457"/>
                <a:gd name="connsiteY57" fmla="*/ 675467 h 806969"/>
                <a:gd name="connsiteX58" fmla="*/ 541555 w 906457"/>
                <a:gd name="connsiteY58" fmla="*/ 497899 h 806969"/>
                <a:gd name="connsiteX59" fmla="*/ 364131 w 906457"/>
                <a:gd name="connsiteY59" fmla="*/ 320331 h 806969"/>
                <a:gd name="connsiteX60" fmla="*/ 364132 w 906457"/>
                <a:gd name="connsiteY60" fmla="*/ 275858 h 806969"/>
                <a:gd name="connsiteX61" fmla="*/ 586029 w 906457"/>
                <a:gd name="connsiteY61" fmla="*/ 497899 h 806969"/>
                <a:gd name="connsiteX62" fmla="*/ 364132 w 906457"/>
                <a:gd name="connsiteY62" fmla="*/ 719940 h 806969"/>
                <a:gd name="connsiteX63" fmla="*/ 142235 w 906457"/>
                <a:gd name="connsiteY63" fmla="*/ 497899 h 806969"/>
                <a:gd name="connsiteX64" fmla="*/ 364132 w 906457"/>
                <a:gd name="connsiteY64" fmla="*/ 275858 h 806969"/>
                <a:gd name="connsiteX65" fmla="*/ 68261 w 906457"/>
                <a:gd name="connsiteY65" fmla="*/ 44217 h 806969"/>
                <a:gd name="connsiteX66" fmla="*/ 44272 w 906457"/>
                <a:gd name="connsiteY66" fmla="*/ 68205 h 806969"/>
                <a:gd name="connsiteX67" fmla="*/ 44272 w 906457"/>
                <a:gd name="connsiteY67" fmla="*/ 187924 h 806969"/>
                <a:gd name="connsiteX68" fmla="*/ 862240 w 906457"/>
                <a:gd name="connsiteY68" fmla="*/ 187924 h 806969"/>
                <a:gd name="connsiteX69" fmla="*/ 862240 w 906457"/>
                <a:gd name="connsiteY69" fmla="*/ 44217 h 806969"/>
                <a:gd name="connsiteX70" fmla="*/ 68205 w 906457"/>
                <a:gd name="connsiteY70" fmla="*/ 0 h 806969"/>
                <a:gd name="connsiteX71" fmla="*/ 906457 w 906457"/>
                <a:gd name="connsiteY71" fmla="*/ 0 h 806969"/>
                <a:gd name="connsiteX72" fmla="*/ 906457 w 906457"/>
                <a:gd name="connsiteY72" fmla="*/ 738764 h 806969"/>
                <a:gd name="connsiteX73" fmla="*/ 838252 w 906457"/>
                <a:gd name="connsiteY73" fmla="*/ 806969 h 806969"/>
                <a:gd name="connsiteX74" fmla="*/ 88435 w 906457"/>
                <a:gd name="connsiteY74" fmla="*/ 806969 h 806969"/>
                <a:gd name="connsiteX75" fmla="*/ 88435 w 906457"/>
                <a:gd name="connsiteY75" fmla="*/ 762752 h 806969"/>
                <a:gd name="connsiteX76" fmla="*/ 838252 w 906457"/>
                <a:gd name="connsiteY76" fmla="*/ 762752 h 806969"/>
                <a:gd name="connsiteX77" fmla="*/ 862240 w 906457"/>
                <a:gd name="connsiteY77" fmla="*/ 738764 h 806969"/>
                <a:gd name="connsiteX78" fmla="*/ 862240 w 906457"/>
                <a:gd name="connsiteY78" fmla="*/ 232141 h 806969"/>
                <a:gd name="connsiteX79" fmla="*/ 44272 w 906457"/>
                <a:gd name="connsiteY79" fmla="*/ 232141 h 806969"/>
                <a:gd name="connsiteX80" fmla="*/ 44272 w 906457"/>
                <a:gd name="connsiteY80" fmla="*/ 718534 h 806969"/>
                <a:gd name="connsiteX81" fmla="*/ 0 w 906457"/>
                <a:gd name="connsiteY81" fmla="*/ 718534 h 806969"/>
                <a:gd name="connsiteX82" fmla="*/ 0 w 906457"/>
                <a:gd name="connsiteY82" fmla="*/ 68205 h 806969"/>
                <a:gd name="connsiteX83" fmla="*/ 68205 w 906457"/>
                <a:gd name="connsiteY83" fmla="*/ 0 h 80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06457" h="806969">
                  <a:moveTo>
                    <a:pt x="363444" y="564665"/>
                  </a:moveTo>
                  <a:cubicBezTo>
                    <a:pt x="351681" y="564665"/>
                    <a:pt x="342145" y="574201"/>
                    <a:pt x="342145" y="585964"/>
                  </a:cubicBezTo>
                  <a:cubicBezTo>
                    <a:pt x="342145" y="597727"/>
                    <a:pt x="351681" y="607263"/>
                    <a:pt x="363444" y="607263"/>
                  </a:cubicBezTo>
                  <a:cubicBezTo>
                    <a:pt x="375207" y="607263"/>
                    <a:pt x="384743" y="597727"/>
                    <a:pt x="384743" y="585964"/>
                  </a:cubicBezTo>
                  <a:cubicBezTo>
                    <a:pt x="384743" y="574201"/>
                    <a:pt x="375207" y="564665"/>
                    <a:pt x="363444" y="564665"/>
                  </a:cubicBezTo>
                  <a:close/>
                  <a:moveTo>
                    <a:pt x="343285" y="430245"/>
                  </a:moveTo>
                  <a:lnTo>
                    <a:pt x="387067" y="430245"/>
                  </a:lnTo>
                  <a:lnTo>
                    <a:pt x="387067" y="551315"/>
                  </a:lnTo>
                  <a:lnTo>
                    <a:pt x="394864" y="554545"/>
                  </a:lnTo>
                  <a:cubicBezTo>
                    <a:pt x="402905" y="562586"/>
                    <a:pt x="407878" y="573694"/>
                    <a:pt x="407878" y="585964"/>
                  </a:cubicBezTo>
                  <a:cubicBezTo>
                    <a:pt x="407878" y="610504"/>
                    <a:pt x="387984" y="630398"/>
                    <a:pt x="363444" y="630398"/>
                  </a:cubicBezTo>
                  <a:cubicBezTo>
                    <a:pt x="338904" y="630398"/>
                    <a:pt x="319010" y="610504"/>
                    <a:pt x="319010" y="585964"/>
                  </a:cubicBezTo>
                  <a:cubicBezTo>
                    <a:pt x="319010" y="573694"/>
                    <a:pt x="323984" y="562586"/>
                    <a:pt x="332025" y="554545"/>
                  </a:cubicBezTo>
                  <a:lnTo>
                    <a:pt x="343285" y="549880"/>
                  </a:lnTo>
                  <a:close/>
                  <a:moveTo>
                    <a:pt x="364131" y="342363"/>
                  </a:moveTo>
                  <a:cubicBezTo>
                    <a:pt x="401678" y="342363"/>
                    <a:pt x="436114" y="355679"/>
                    <a:pt x="462975" y="377847"/>
                  </a:cubicBezTo>
                  <a:lnTo>
                    <a:pt x="477667" y="394817"/>
                  </a:lnTo>
                  <a:lnTo>
                    <a:pt x="480111" y="397261"/>
                  </a:lnTo>
                  <a:lnTo>
                    <a:pt x="479935" y="397437"/>
                  </a:lnTo>
                  <a:lnTo>
                    <a:pt x="497026" y="417178"/>
                  </a:lnTo>
                  <a:cubicBezTo>
                    <a:pt x="506111" y="432129"/>
                    <a:pt x="512743" y="448735"/>
                    <a:pt x="516366" y="466438"/>
                  </a:cubicBezTo>
                  <a:lnTo>
                    <a:pt x="519519" y="497719"/>
                  </a:lnTo>
                  <a:lnTo>
                    <a:pt x="515796" y="497719"/>
                  </a:lnTo>
                  <a:lnTo>
                    <a:pt x="515796" y="497875"/>
                  </a:lnTo>
                  <a:lnTo>
                    <a:pt x="475729" y="497875"/>
                  </a:lnTo>
                  <a:lnTo>
                    <a:pt x="475729" y="475438"/>
                  </a:lnTo>
                  <a:lnTo>
                    <a:pt x="495078" y="475438"/>
                  </a:lnTo>
                  <a:lnTo>
                    <a:pt x="494622" y="470910"/>
                  </a:lnTo>
                  <a:cubicBezTo>
                    <a:pt x="492293" y="459530"/>
                    <a:pt x="488513" y="448678"/>
                    <a:pt x="483483" y="438557"/>
                  </a:cubicBezTo>
                  <a:lnTo>
                    <a:pt x="465623" y="411750"/>
                  </a:lnTo>
                  <a:lnTo>
                    <a:pt x="448728" y="428645"/>
                  </a:lnTo>
                  <a:lnTo>
                    <a:pt x="432862" y="412779"/>
                  </a:lnTo>
                  <a:lnTo>
                    <a:pt x="449149" y="396492"/>
                  </a:lnTo>
                  <a:lnTo>
                    <a:pt x="439926" y="388211"/>
                  </a:lnTo>
                  <a:cubicBezTo>
                    <a:pt x="430705" y="381819"/>
                    <a:pt x="420639" y="376561"/>
                    <a:pt x="409929" y="372640"/>
                  </a:cubicBezTo>
                  <a:lnTo>
                    <a:pt x="375350" y="366538"/>
                  </a:lnTo>
                  <a:lnTo>
                    <a:pt x="375350" y="386855"/>
                  </a:lnTo>
                  <a:lnTo>
                    <a:pt x="352913" y="386855"/>
                  </a:lnTo>
                  <a:lnTo>
                    <a:pt x="352913" y="366537"/>
                  </a:lnTo>
                  <a:lnTo>
                    <a:pt x="318333" y="372640"/>
                  </a:lnTo>
                  <a:cubicBezTo>
                    <a:pt x="307623" y="376561"/>
                    <a:pt x="297557" y="381819"/>
                    <a:pt x="288336" y="388211"/>
                  </a:cubicBezTo>
                  <a:lnTo>
                    <a:pt x="279034" y="396563"/>
                  </a:lnTo>
                  <a:lnTo>
                    <a:pt x="295840" y="413370"/>
                  </a:lnTo>
                  <a:lnTo>
                    <a:pt x="279975" y="429235"/>
                  </a:lnTo>
                  <a:lnTo>
                    <a:pt x="262580" y="411840"/>
                  </a:lnTo>
                  <a:lnTo>
                    <a:pt x="244779" y="438557"/>
                  </a:lnTo>
                  <a:cubicBezTo>
                    <a:pt x="239749" y="448678"/>
                    <a:pt x="235969" y="459530"/>
                    <a:pt x="233640" y="470910"/>
                  </a:cubicBezTo>
                  <a:lnTo>
                    <a:pt x="233184" y="475437"/>
                  </a:lnTo>
                  <a:lnTo>
                    <a:pt x="253172" y="475437"/>
                  </a:lnTo>
                  <a:lnTo>
                    <a:pt x="253172" y="497874"/>
                  </a:lnTo>
                  <a:lnTo>
                    <a:pt x="219860" y="497874"/>
                  </a:lnTo>
                  <a:lnTo>
                    <a:pt x="219860" y="497719"/>
                  </a:lnTo>
                  <a:lnTo>
                    <a:pt x="208743" y="497719"/>
                  </a:lnTo>
                  <a:lnTo>
                    <a:pt x="211896" y="466438"/>
                  </a:lnTo>
                  <a:cubicBezTo>
                    <a:pt x="226386" y="395628"/>
                    <a:pt x="289038" y="342363"/>
                    <a:pt x="364131" y="342363"/>
                  </a:cubicBezTo>
                  <a:close/>
                  <a:moveTo>
                    <a:pt x="364131" y="320331"/>
                  </a:moveTo>
                  <a:cubicBezTo>
                    <a:pt x="266142" y="320331"/>
                    <a:pt x="186707" y="399831"/>
                    <a:pt x="186707" y="497899"/>
                  </a:cubicBezTo>
                  <a:cubicBezTo>
                    <a:pt x="186707" y="595967"/>
                    <a:pt x="266142" y="675467"/>
                    <a:pt x="364131" y="675467"/>
                  </a:cubicBezTo>
                  <a:cubicBezTo>
                    <a:pt x="462120" y="675467"/>
                    <a:pt x="541555" y="595967"/>
                    <a:pt x="541555" y="497899"/>
                  </a:cubicBezTo>
                  <a:cubicBezTo>
                    <a:pt x="541555" y="399831"/>
                    <a:pt x="462120" y="320331"/>
                    <a:pt x="364131" y="320331"/>
                  </a:cubicBezTo>
                  <a:close/>
                  <a:moveTo>
                    <a:pt x="364132" y="275858"/>
                  </a:moveTo>
                  <a:cubicBezTo>
                    <a:pt x="486682" y="275858"/>
                    <a:pt x="586029" y="375269"/>
                    <a:pt x="586029" y="497899"/>
                  </a:cubicBezTo>
                  <a:cubicBezTo>
                    <a:pt x="586029" y="620529"/>
                    <a:pt x="486682" y="719940"/>
                    <a:pt x="364132" y="719940"/>
                  </a:cubicBezTo>
                  <a:cubicBezTo>
                    <a:pt x="241582" y="719940"/>
                    <a:pt x="142235" y="620529"/>
                    <a:pt x="142235" y="497899"/>
                  </a:cubicBezTo>
                  <a:cubicBezTo>
                    <a:pt x="142235" y="375269"/>
                    <a:pt x="241582" y="275858"/>
                    <a:pt x="364132" y="275858"/>
                  </a:cubicBezTo>
                  <a:close/>
                  <a:moveTo>
                    <a:pt x="68261" y="44217"/>
                  </a:moveTo>
                  <a:cubicBezTo>
                    <a:pt x="55050" y="44217"/>
                    <a:pt x="44272" y="54996"/>
                    <a:pt x="44272" y="68205"/>
                  </a:cubicBezTo>
                  <a:lnTo>
                    <a:pt x="44272" y="187924"/>
                  </a:lnTo>
                  <a:lnTo>
                    <a:pt x="862240" y="187924"/>
                  </a:lnTo>
                  <a:lnTo>
                    <a:pt x="862240" y="44217"/>
                  </a:lnTo>
                  <a:close/>
                  <a:moveTo>
                    <a:pt x="68205" y="0"/>
                  </a:moveTo>
                  <a:lnTo>
                    <a:pt x="906457" y="0"/>
                  </a:lnTo>
                  <a:lnTo>
                    <a:pt x="906457" y="738764"/>
                  </a:lnTo>
                  <a:cubicBezTo>
                    <a:pt x="906457" y="776404"/>
                    <a:pt x="875836" y="806969"/>
                    <a:pt x="838252" y="806969"/>
                  </a:cubicBezTo>
                  <a:lnTo>
                    <a:pt x="88435" y="806969"/>
                  </a:lnTo>
                  <a:lnTo>
                    <a:pt x="88435" y="762752"/>
                  </a:lnTo>
                  <a:lnTo>
                    <a:pt x="838252" y="762752"/>
                  </a:lnTo>
                  <a:cubicBezTo>
                    <a:pt x="851462" y="762752"/>
                    <a:pt x="862240" y="751973"/>
                    <a:pt x="862240" y="738764"/>
                  </a:cubicBezTo>
                  <a:lnTo>
                    <a:pt x="862240" y="232141"/>
                  </a:lnTo>
                  <a:lnTo>
                    <a:pt x="44272" y="232141"/>
                  </a:lnTo>
                  <a:lnTo>
                    <a:pt x="44272" y="718534"/>
                  </a:lnTo>
                  <a:lnTo>
                    <a:pt x="0" y="718534"/>
                  </a:lnTo>
                  <a:lnTo>
                    <a:pt x="0" y="68205"/>
                  </a:lnTo>
                  <a:cubicBezTo>
                    <a:pt x="0" y="30565"/>
                    <a:pt x="30621" y="0"/>
                    <a:pt x="68205" y="0"/>
                  </a:cubicBez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sz="800">
                <a:latin typeface="IntelOne Display Regular" panose="020B0503020203020204" pitchFamily="34" charset="0"/>
              </a:endParaRPr>
            </a:p>
          </p:txBody>
        </p:sp>
        <p:sp>
          <p:nvSpPr>
            <p:cNvPr id="2484" name="Freeform: Shape 2483">
              <a:extLst>
                <a:ext uri="{FF2B5EF4-FFF2-40B4-BE49-F238E27FC236}">
                  <a16:creationId xmlns:a16="http://schemas.microsoft.com/office/drawing/2014/main" id="{E751995F-1095-1D63-2677-582EFCC3C802}"/>
                </a:ext>
                <a:ext uri="{C183D7F6-B498-43B3-948B-1728B52AA6E4}">
                  <adec:decorative xmlns:adec="http://schemas.microsoft.com/office/drawing/2017/decorative" val="1"/>
                </a:ext>
              </a:extLst>
            </p:cNvPr>
            <p:cNvSpPr/>
            <p:nvPr/>
          </p:nvSpPr>
          <p:spPr>
            <a:xfrm>
              <a:off x="10252212" y="4395402"/>
              <a:ext cx="457200" cy="404869"/>
            </a:xfrm>
            <a:custGeom>
              <a:avLst/>
              <a:gdLst>
                <a:gd name="connsiteX0" fmla="*/ 0 w 818022"/>
                <a:gd name="connsiteY0" fmla="*/ 658066 h 724392"/>
                <a:gd name="connsiteX1" fmla="*/ 66326 w 818022"/>
                <a:gd name="connsiteY1" fmla="*/ 658066 h 724392"/>
                <a:gd name="connsiteX2" fmla="*/ 66326 w 818022"/>
                <a:gd name="connsiteY2" fmla="*/ 724392 h 724392"/>
                <a:gd name="connsiteX3" fmla="*/ 0 w 818022"/>
                <a:gd name="connsiteY3" fmla="*/ 724392 h 724392"/>
                <a:gd name="connsiteX4" fmla="*/ 707172 w 818022"/>
                <a:gd name="connsiteY4" fmla="*/ 508833 h 724392"/>
                <a:gd name="connsiteX5" fmla="*/ 795607 w 818022"/>
                <a:gd name="connsiteY5" fmla="*/ 508833 h 724392"/>
                <a:gd name="connsiteX6" fmla="*/ 806661 w 818022"/>
                <a:gd name="connsiteY6" fmla="*/ 519888 h 724392"/>
                <a:gd name="connsiteX7" fmla="*/ 806661 w 818022"/>
                <a:gd name="connsiteY7" fmla="*/ 608323 h 724392"/>
                <a:gd name="connsiteX8" fmla="*/ 795607 w 818022"/>
                <a:gd name="connsiteY8" fmla="*/ 619377 h 724392"/>
                <a:gd name="connsiteX9" fmla="*/ 707172 w 818022"/>
                <a:gd name="connsiteY9" fmla="*/ 619377 h 724392"/>
                <a:gd name="connsiteX10" fmla="*/ 696117 w 818022"/>
                <a:gd name="connsiteY10" fmla="*/ 608323 h 724392"/>
                <a:gd name="connsiteX11" fmla="*/ 696117 w 818022"/>
                <a:gd name="connsiteY11" fmla="*/ 519888 h 724392"/>
                <a:gd name="connsiteX12" fmla="*/ 707172 w 818022"/>
                <a:gd name="connsiteY12" fmla="*/ 508833 h 724392"/>
                <a:gd name="connsiteX13" fmla="*/ 707172 w 818022"/>
                <a:gd name="connsiteY13" fmla="*/ 354071 h 724392"/>
                <a:gd name="connsiteX14" fmla="*/ 795607 w 818022"/>
                <a:gd name="connsiteY14" fmla="*/ 354071 h 724392"/>
                <a:gd name="connsiteX15" fmla="*/ 806661 w 818022"/>
                <a:gd name="connsiteY15" fmla="*/ 365126 h 724392"/>
                <a:gd name="connsiteX16" fmla="*/ 806661 w 818022"/>
                <a:gd name="connsiteY16" fmla="*/ 453561 h 724392"/>
                <a:gd name="connsiteX17" fmla="*/ 795607 w 818022"/>
                <a:gd name="connsiteY17" fmla="*/ 464615 h 724392"/>
                <a:gd name="connsiteX18" fmla="*/ 707172 w 818022"/>
                <a:gd name="connsiteY18" fmla="*/ 464615 h 724392"/>
                <a:gd name="connsiteX19" fmla="*/ 696117 w 818022"/>
                <a:gd name="connsiteY19" fmla="*/ 453561 h 724392"/>
                <a:gd name="connsiteX20" fmla="*/ 696117 w 818022"/>
                <a:gd name="connsiteY20" fmla="*/ 365126 h 724392"/>
                <a:gd name="connsiteX21" fmla="*/ 707172 w 818022"/>
                <a:gd name="connsiteY21" fmla="*/ 354071 h 724392"/>
                <a:gd name="connsiteX22" fmla="*/ 707172 w 818022"/>
                <a:gd name="connsiteY22" fmla="*/ 199310 h 724392"/>
                <a:gd name="connsiteX23" fmla="*/ 795607 w 818022"/>
                <a:gd name="connsiteY23" fmla="*/ 199310 h 724392"/>
                <a:gd name="connsiteX24" fmla="*/ 806661 w 818022"/>
                <a:gd name="connsiteY24" fmla="*/ 210365 h 724392"/>
                <a:gd name="connsiteX25" fmla="*/ 806661 w 818022"/>
                <a:gd name="connsiteY25" fmla="*/ 298800 h 724392"/>
                <a:gd name="connsiteX26" fmla="*/ 795607 w 818022"/>
                <a:gd name="connsiteY26" fmla="*/ 309854 h 724392"/>
                <a:gd name="connsiteX27" fmla="*/ 707172 w 818022"/>
                <a:gd name="connsiteY27" fmla="*/ 309854 h 724392"/>
                <a:gd name="connsiteX28" fmla="*/ 696117 w 818022"/>
                <a:gd name="connsiteY28" fmla="*/ 298800 h 724392"/>
                <a:gd name="connsiteX29" fmla="*/ 696117 w 818022"/>
                <a:gd name="connsiteY29" fmla="*/ 210365 h 724392"/>
                <a:gd name="connsiteX30" fmla="*/ 707172 w 818022"/>
                <a:gd name="connsiteY30" fmla="*/ 199310 h 724392"/>
                <a:gd name="connsiteX31" fmla="*/ 320577 w 818022"/>
                <a:gd name="connsiteY31" fmla="*/ 332 h 724392"/>
                <a:gd name="connsiteX32" fmla="*/ 795914 w 818022"/>
                <a:gd name="connsiteY32" fmla="*/ 332 h 724392"/>
                <a:gd name="connsiteX33" fmla="*/ 818022 w 818022"/>
                <a:gd name="connsiteY33" fmla="*/ 22441 h 724392"/>
                <a:gd name="connsiteX34" fmla="*/ 795914 w 818022"/>
                <a:gd name="connsiteY34" fmla="*/ 44549 h 724392"/>
                <a:gd name="connsiteX35" fmla="*/ 320577 w 818022"/>
                <a:gd name="connsiteY35" fmla="*/ 44549 h 724392"/>
                <a:gd name="connsiteX36" fmla="*/ 298468 w 818022"/>
                <a:gd name="connsiteY36" fmla="*/ 22441 h 724392"/>
                <a:gd name="connsiteX37" fmla="*/ 320577 w 818022"/>
                <a:gd name="connsiteY37" fmla="*/ 332 h 724392"/>
                <a:gd name="connsiteX38" fmla="*/ 254250 w 818022"/>
                <a:gd name="connsiteY38" fmla="*/ 332 h 724392"/>
                <a:gd name="connsiteX39" fmla="*/ 276358 w 818022"/>
                <a:gd name="connsiteY39" fmla="*/ 22441 h 724392"/>
                <a:gd name="connsiteX40" fmla="*/ 254250 w 818022"/>
                <a:gd name="connsiteY40" fmla="*/ 44549 h 724392"/>
                <a:gd name="connsiteX41" fmla="*/ 232141 w 818022"/>
                <a:gd name="connsiteY41" fmla="*/ 22441 h 724392"/>
                <a:gd name="connsiteX42" fmla="*/ 254250 w 818022"/>
                <a:gd name="connsiteY42" fmla="*/ 332 h 724392"/>
                <a:gd name="connsiteX43" fmla="*/ 132653 w 818022"/>
                <a:gd name="connsiteY43" fmla="*/ 332 h 724392"/>
                <a:gd name="connsiteX44" fmla="*/ 154761 w 818022"/>
                <a:gd name="connsiteY44" fmla="*/ 22441 h 724392"/>
                <a:gd name="connsiteX45" fmla="*/ 132653 w 818022"/>
                <a:gd name="connsiteY45" fmla="*/ 44549 h 724392"/>
                <a:gd name="connsiteX46" fmla="*/ 110544 w 818022"/>
                <a:gd name="connsiteY46" fmla="*/ 22441 h 724392"/>
                <a:gd name="connsiteX47" fmla="*/ 132653 w 818022"/>
                <a:gd name="connsiteY47" fmla="*/ 332 h 724392"/>
                <a:gd name="connsiteX48" fmla="*/ 193783 w 818022"/>
                <a:gd name="connsiteY48" fmla="*/ 0 h 724392"/>
                <a:gd name="connsiteX49" fmla="*/ 215891 w 818022"/>
                <a:gd name="connsiteY49" fmla="*/ 22109 h 724392"/>
                <a:gd name="connsiteX50" fmla="*/ 193783 w 818022"/>
                <a:gd name="connsiteY50" fmla="*/ 44217 h 724392"/>
                <a:gd name="connsiteX51" fmla="*/ 171674 w 818022"/>
                <a:gd name="connsiteY51" fmla="*/ 22109 h 724392"/>
                <a:gd name="connsiteX52" fmla="*/ 193783 w 818022"/>
                <a:gd name="connsiteY52" fmla="*/ 0 h 7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18022" h="724392">
                  <a:moveTo>
                    <a:pt x="0" y="658066"/>
                  </a:moveTo>
                  <a:lnTo>
                    <a:pt x="66326" y="658066"/>
                  </a:lnTo>
                  <a:lnTo>
                    <a:pt x="66326" y="724392"/>
                  </a:lnTo>
                  <a:lnTo>
                    <a:pt x="0" y="724392"/>
                  </a:lnTo>
                  <a:close/>
                  <a:moveTo>
                    <a:pt x="707172" y="508833"/>
                  </a:moveTo>
                  <a:lnTo>
                    <a:pt x="795607" y="508833"/>
                  </a:lnTo>
                  <a:cubicBezTo>
                    <a:pt x="801712" y="508833"/>
                    <a:pt x="806661" y="513783"/>
                    <a:pt x="806661" y="519888"/>
                  </a:cubicBezTo>
                  <a:lnTo>
                    <a:pt x="806661" y="608323"/>
                  </a:lnTo>
                  <a:cubicBezTo>
                    <a:pt x="806661" y="614428"/>
                    <a:pt x="801712" y="619377"/>
                    <a:pt x="795607" y="619377"/>
                  </a:cubicBezTo>
                  <a:lnTo>
                    <a:pt x="707172" y="619377"/>
                  </a:lnTo>
                  <a:cubicBezTo>
                    <a:pt x="701067" y="619377"/>
                    <a:pt x="696117" y="614428"/>
                    <a:pt x="696117" y="608323"/>
                  </a:cubicBezTo>
                  <a:lnTo>
                    <a:pt x="696117" y="519888"/>
                  </a:lnTo>
                  <a:cubicBezTo>
                    <a:pt x="696117" y="513783"/>
                    <a:pt x="701067" y="508833"/>
                    <a:pt x="707172" y="508833"/>
                  </a:cubicBezTo>
                  <a:close/>
                  <a:moveTo>
                    <a:pt x="707172" y="354071"/>
                  </a:moveTo>
                  <a:lnTo>
                    <a:pt x="795607" y="354071"/>
                  </a:lnTo>
                  <a:cubicBezTo>
                    <a:pt x="801712" y="354071"/>
                    <a:pt x="806661" y="359021"/>
                    <a:pt x="806661" y="365126"/>
                  </a:cubicBezTo>
                  <a:lnTo>
                    <a:pt x="806661" y="453561"/>
                  </a:lnTo>
                  <a:cubicBezTo>
                    <a:pt x="806661" y="459666"/>
                    <a:pt x="801712" y="464615"/>
                    <a:pt x="795607" y="464615"/>
                  </a:cubicBezTo>
                  <a:lnTo>
                    <a:pt x="707172" y="464615"/>
                  </a:lnTo>
                  <a:cubicBezTo>
                    <a:pt x="701067" y="464615"/>
                    <a:pt x="696117" y="459666"/>
                    <a:pt x="696117" y="453561"/>
                  </a:cubicBezTo>
                  <a:lnTo>
                    <a:pt x="696117" y="365126"/>
                  </a:lnTo>
                  <a:cubicBezTo>
                    <a:pt x="696117" y="359021"/>
                    <a:pt x="701067" y="354071"/>
                    <a:pt x="707172" y="354071"/>
                  </a:cubicBezTo>
                  <a:close/>
                  <a:moveTo>
                    <a:pt x="707172" y="199310"/>
                  </a:moveTo>
                  <a:lnTo>
                    <a:pt x="795607" y="199310"/>
                  </a:lnTo>
                  <a:cubicBezTo>
                    <a:pt x="801712" y="199310"/>
                    <a:pt x="806661" y="204260"/>
                    <a:pt x="806661" y="210365"/>
                  </a:cubicBezTo>
                  <a:lnTo>
                    <a:pt x="806661" y="298800"/>
                  </a:lnTo>
                  <a:cubicBezTo>
                    <a:pt x="806661" y="304905"/>
                    <a:pt x="801712" y="309854"/>
                    <a:pt x="795607" y="309854"/>
                  </a:cubicBezTo>
                  <a:lnTo>
                    <a:pt x="707172" y="309854"/>
                  </a:lnTo>
                  <a:cubicBezTo>
                    <a:pt x="701067" y="309854"/>
                    <a:pt x="696117" y="304905"/>
                    <a:pt x="696117" y="298800"/>
                  </a:cubicBezTo>
                  <a:lnTo>
                    <a:pt x="696117" y="210365"/>
                  </a:lnTo>
                  <a:cubicBezTo>
                    <a:pt x="696117" y="204260"/>
                    <a:pt x="701067" y="199310"/>
                    <a:pt x="707172" y="199310"/>
                  </a:cubicBezTo>
                  <a:close/>
                  <a:moveTo>
                    <a:pt x="320577" y="332"/>
                  </a:moveTo>
                  <a:lnTo>
                    <a:pt x="795914" y="332"/>
                  </a:lnTo>
                  <a:cubicBezTo>
                    <a:pt x="808128" y="332"/>
                    <a:pt x="818022" y="10226"/>
                    <a:pt x="818022" y="22441"/>
                  </a:cubicBezTo>
                  <a:cubicBezTo>
                    <a:pt x="818022" y="34655"/>
                    <a:pt x="808128" y="44549"/>
                    <a:pt x="795914" y="44549"/>
                  </a:cubicBezTo>
                  <a:lnTo>
                    <a:pt x="320577" y="44549"/>
                  </a:lnTo>
                  <a:cubicBezTo>
                    <a:pt x="308362" y="44549"/>
                    <a:pt x="298468" y="34655"/>
                    <a:pt x="298468" y="22441"/>
                  </a:cubicBezTo>
                  <a:cubicBezTo>
                    <a:pt x="298468" y="10226"/>
                    <a:pt x="308362" y="332"/>
                    <a:pt x="320577" y="332"/>
                  </a:cubicBezTo>
                  <a:close/>
                  <a:moveTo>
                    <a:pt x="254250" y="332"/>
                  </a:moveTo>
                  <a:cubicBezTo>
                    <a:pt x="266460" y="332"/>
                    <a:pt x="276358" y="10231"/>
                    <a:pt x="276358" y="22441"/>
                  </a:cubicBezTo>
                  <a:cubicBezTo>
                    <a:pt x="276358" y="34650"/>
                    <a:pt x="266460" y="44549"/>
                    <a:pt x="254250" y="44549"/>
                  </a:cubicBezTo>
                  <a:cubicBezTo>
                    <a:pt x="242040" y="44549"/>
                    <a:pt x="232141" y="34650"/>
                    <a:pt x="232141" y="22441"/>
                  </a:cubicBezTo>
                  <a:cubicBezTo>
                    <a:pt x="232141" y="10231"/>
                    <a:pt x="242040" y="332"/>
                    <a:pt x="254250" y="332"/>
                  </a:cubicBezTo>
                  <a:close/>
                  <a:moveTo>
                    <a:pt x="132653" y="332"/>
                  </a:moveTo>
                  <a:cubicBezTo>
                    <a:pt x="144863" y="332"/>
                    <a:pt x="154761" y="10231"/>
                    <a:pt x="154761" y="22441"/>
                  </a:cubicBezTo>
                  <a:cubicBezTo>
                    <a:pt x="154761" y="34650"/>
                    <a:pt x="144863" y="44549"/>
                    <a:pt x="132653" y="44549"/>
                  </a:cubicBezTo>
                  <a:cubicBezTo>
                    <a:pt x="120443" y="44549"/>
                    <a:pt x="110544" y="34650"/>
                    <a:pt x="110544" y="22441"/>
                  </a:cubicBezTo>
                  <a:cubicBezTo>
                    <a:pt x="110544" y="10231"/>
                    <a:pt x="120443" y="332"/>
                    <a:pt x="132653" y="332"/>
                  </a:cubicBezTo>
                  <a:close/>
                  <a:moveTo>
                    <a:pt x="193783" y="0"/>
                  </a:moveTo>
                  <a:cubicBezTo>
                    <a:pt x="205993" y="0"/>
                    <a:pt x="215891" y="9899"/>
                    <a:pt x="215891" y="22109"/>
                  </a:cubicBezTo>
                  <a:cubicBezTo>
                    <a:pt x="215891" y="34318"/>
                    <a:pt x="205993" y="44217"/>
                    <a:pt x="193783" y="44217"/>
                  </a:cubicBezTo>
                  <a:cubicBezTo>
                    <a:pt x="181573" y="44217"/>
                    <a:pt x="171674" y="34318"/>
                    <a:pt x="171674" y="22109"/>
                  </a:cubicBezTo>
                  <a:cubicBezTo>
                    <a:pt x="171674" y="9899"/>
                    <a:pt x="181573" y="0"/>
                    <a:pt x="193783" y="0"/>
                  </a:cubicBezTo>
                  <a:close/>
                </a:path>
              </a:pathLst>
            </a:custGeom>
            <a:solidFill>
              <a:schemeClr val="accent1"/>
            </a:solidFill>
            <a:ln w="5507" cap="flat">
              <a:noFill/>
              <a:prstDash val="solid"/>
              <a:miter/>
            </a:ln>
          </p:spPr>
          <p:txBody>
            <a:bodyPr wrap="square" rtlCol="0" anchor="ctr">
              <a:noAutofit/>
            </a:bodyPr>
            <a:lstStyle/>
            <a:p>
              <a:endParaRPr lang="en-US"/>
            </a:p>
          </p:txBody>
        </p:sp>
      </p:grpSp>
      <p:grpSp>
        <p:nvGrpSpPr>
          <p:cNvPr id="116" name="Group 115">
            <a:extLst>
              <a:ext uri="{FF2B5EF4-FFF2-40B4-BE49-F238E27FC236}">
                <a16:creationId xmlns:a16="http://schemas.microsoft.com/office/drawing/2014/main" id="{6B853FAC-5A8F-2B70-7205-2B8CD6E25F03}"/>
              </a:ext>
              <a:ext uri="{C183D7F6-B498-43B3-948B-1728B52AA6E4}">
                <adec:decorative xmlns:adec="http://schemas.microsoft.com/office/drawing/2017/decorative" val="1"/>
              </a:ext>
            </a:extLst>
          </p:cNvPr>
          <p:cNvGrpSpPr>
            <a:grpSpLocks noChangeAspect="1"/>
          </p:cNvGrpSpPr>
          <p:nvPr/>
        </p:nvGrpSpPr>
        <p:grpSpPr>
          <a:xfrm>
            <a:off x="1988304" y="5049527"/>
            <a:ext cx="486653" cy="457200"/>
            <a:chOff x="1915870" y="5049527"/>
            <a:chExt cx="486653" cy="457200"/>
          </a:xfrm>
          <a:solidFill>
            <a:srgbClr val="FF0000"/>
          </a:solidFill>
        </p:grpSpPr>
        <p:sp>
          <p:nvSpPr>
            <p:cNvPr id="2285" name="Freeform: Shape 2284">
              <a:extLst>
                <a:ext uri="{FF2B5EF4-FFF2-40B4-BE49-F238E27FC236}">
                  <a16:creationId xmlns:a16="http://schemas.microsoft.com/office/drawing/2014/main" id="{B45AD9F6-A6AF-3A2D-7107-DC3820DA20BC}"/>
                </a:ext>
                <a:ext uri="{C183D7F6-B498-43B3-948B-1728B52AA6E4}">
                  <adec:decorative xmlns:adec="http://schemas.microsoft.com/office/drawing/2017/decorative" val="1"/>
                </a:ext>
              </a:extLst>
            </p:cNvPr>
            <p:cNvSpPr/>
            <p:nvPr/>
          </p:nvSpPr>
          <p:spPr>
            <a:xfrm>
              <a:off x="2027659" y="5049527"/>
              <a:ext cx="263077" cy="406629"/>
            </a:xfrm>
            <a:custGeom>
              <a:avLst/>
              <a:gdLst>
                <a:gd name="connsiteX0" fmla="*/ 251390 w 502749"/>
                <a:gd name="connsiteY0" fmla="*/ 68580 h 777083"/>
                <a:gd name="connsiteX1" fmla="*/ 173681 w 502749"/>
                <a:gd name="connsiteY1" fmla="*/ 202896 h 777083"/>
                <a:gd name="connsiteX2" fmla="*/ 194930 w 502749"/>
                <a:gd name="connsiteY2" fmla="*/ 202922 h 777083"/>
                <a:gd name="connsiteX3" fmla="*/ 199459 w 502749"/>
                <a:gd name="connsiteY3" fmla="*/ 203505 h 777083"/>
                <a:gd name="connsiteX4" fmla="*/ 211991 w 502749"/>
                <a:gd name="connsiteY4" fmla="*/ 238397 h 777083"/>
                <a:gd name="connsiteX5" fmla="*/ 206803 w 502749"/>
                <a:gd name="connsiteY5" fmla="*/ 247049 h 777083"/>
                <a:gd name="connsiteX6" fmla="*/ 180879 w 502749"/>
                <a:gd name="connsiteY6" fmla="*/ 291992 h 777083"/>
                <a:gd name="connsiteX7" fmla="*/ 154421 w 502749"/>
                <a:gd name="connsiteY7" fmla="*/ 337674 h 777083"/>
                <a:gd name="connsiteX8" fmla="*/ 127946 w 502749"/>
                <a:gd name="connsiteY8" fmla="*/ 383346 h 777083"/>
                <a:gd name="connsiteX9" fmla="*/ 118333 w 502749"/>
                <a:gd name="connsiteY9" fmla="*/ 400347 h 777083"/>
                <a:gd name="connsiteX10" fmla="*/ 140466 w 502749"/>
                <a:gd name="connsiteY10" fmla="*/ 400343 h 777083"/>
                <a:gd name="connsiteX11" fmla="*/ 160449 w 502749"/>
                <a:gd name="connsiteY11" fmla="*/ 433809 h 777083"/>
                <a:gd name="connsiteX12" fmla="*/ 139872 w 502749"/>
                <a:gd name="connsiteY12" fmla="*/ 469623 h 777083"/>
                <a:gd name="connsiteX13" fmla="*/ 113196 w 502749"/>
                <a:gd name="connsiteY13" fmla="*/ 515698 h 777083"/>
                <a:gd name="connsiteX14" fmla="*/ 86927 w 502749"/>
                <a:gd name="connsiteY14" fmla="*/ 560969 h 777083"/>
                <a:gd name="connsiteX15" fmla="*/ 63049 w 502749"/>
                <a:gd name="connsiteY15" fmla="*/ 602253 h 777083"/>
                <a:gd name="connsiteX16" fmla="*/ 63885 w 502749"/>
                <a:gd name="connsiteY16" fmla="*/ 602419 h 777083"/>
                <a:gd name="connsiteX17" fmla="*/ 241180 w 502749"/>
                <a:gd name="connsiteY17" fmla="*/ 602434 h 777083"/>
                <a:gd name="connsiteX18" fmla="*/ 245766 w 502749"/>
                <a:gd name="connsiteY18" fmla="*/ 601823 h 777083"/>
                <a:gd name="connsiteX19" fmla="*/ 263007 w 502749"/>
                <a:gd name="connsiteY19" fmla="*/ 602461 h 777083"/>
                <a:gd name="connsiteX20" fmla="*/ 439535 w 502749"/>
                <a:gd name="connsiteY20" fmla="*/ 602461 h 777083"/>
                <a:gd name="connsiteX21" fmla="*/ 428474 w 502749"/>
                <a:gd name="connsiteY21" fmla="*/ 582458 h 777083"/>
                <a:gd name="connsiteX22" fmla="*/ 387615 w 502749"/>
                <a:gd name="connsiteY22" fmla="*/ 512207 h 777083"/>
                <a:gd name="connsiteX23" fmla="*/ 364348 w 502749"/>
                <a:gd name="connsiteY23" fmla="*/ 472110 h 777083"/>
                <a:gd name="connsiteX24" fmla="*/ 341937 w 502749"/>
                <a:gd name="connsiteY24" fmla="*/ 432574 h 777083"/>
                <a:gd name="connsiteX25" fmla="*/ 361989 w 502749"/>
                <a:gd name="connsiteY25" fmla="*/ 400330 h 777083"/>
                <a:gd name="connsiteX26" fmla="*/ 383511 w 502749"/>
                <a:gd name="connsiteY26" fmla="*/ 400347 h 777083"/>
                <a:gd name="connsiteX27" fmla="*/ 383477 w 502749"/>
                <a:gd name="connsiteY27" fmla="*/ 398144 h 777083"/>
                <a:gd name="connsiteX28" fmla="*/ 362279 w 502749"/>
                <a:gd name="connsiteY28" fmla="*/ 361622 h 777083"/>
                <a:gd name="connsiteX29" fmla="*/ 336020 w 502749"/>
                <a:gd name="connsiteY29" fmla="*/ 316346 h 777083"/>
                <a:gd name="connsiteX30" fmla="*/ 313266 w 502749"/>
                <a:gd name="connsiteY30" fmla="*/ 277016 h 777083"/>
                <a:gd name="connsiteX31" fmla="*/ 289451 w 502749"/>
                <a:gd name="connsiteY31" fmla="*/ 235092 h 777083"/>
                <a:gd name="connsiteX32" fmla="*/ 309481 w 502749"/>
                <a:gd name="connsiteY32" fmla="*/ 202850 h 777083"/>
                <a:gd name="connsiteX33" fmla="*/ 328966 w 502749"/>
                <a:gd name="connsiteY33" fmla="*/ 202896 h 777083"/>
                <a:gd name="connsiteX34" fmla="*/ 257072 w 502749"/>
                <a:gd name="connsiteY34" fmla="*/ 0 h 777083"/>
                <a:gd name="connsiteX35" fmla="*/ 279677 w 502749"/>
                <a:gd name="connsiteY35" fmla="*/ 25659 h 777083"/>
                <a:gd name="connsiteX36" fmla="*/ 309168 w 502749"/>
                <a:gd name="connsiteY36" fmla="*/ 76464 h 777083"/>
                <a:gd name="connsiteX37" fmla="*/ 335031 w 502749"/>
                <a:gd name="connsiteY37" fmla="*/ 121436 h 777083"/>
                <a:gd name="connsiteX38" fmla="*/ 361465 w 502749"/>
                <a:gd name="connsiteY38" fmla="*/ 167128 h 777083"/>
                <a:gd name="connsiteX39" fmla="*/ 388694 w 502749"/>
                <a:gd name="connsiteY39" fmla="*/ 215019 h 777083"/>
                <a:gd name="connsiteX40" fmla="*/ 374820 w 502749"/>
                <a:gd name="connsiteY40" fmla="*/ 247568 h 777083"/>
                <a:gd name="connsiteX41" fmla="*/ 371111 w 502749"/>
                <a:gd name="connsiteY41" fmla="*/ 247804 h 777083"/>
                <a:gd name="connsiteX42" fmla="*/ 349595 w 502749"/>
                <a:gd name="connsiteY42" fmla="*/ 247813 h 777083"/>
                <a:gd name="connsiteX43" fmla="*/ 358336 w 502749"/>
                <a:gd name="connsiteY43" fmla="*/ 263147 h 777083"/>
                <a:gd name="connsiteX44" fmla="*/ 380885 w 502749"/>
                <a:gd name="connsiteY44" fmla="*/ 302073 h 777083"/>
                <a:gd name="connsiteX45" fmla="*/ 407345 w 502749"/>
                <a:gd name="connsiteY45" fmla="*/ 347751 h 777083"/>
                <a:gd name="connsiteX46" fmla="*/ 433261 w 502749"/>
                <a:gd name="connsiteY46" fmla="*/ 392695 h 777083"/>
                <a:gd name="connsiteX47" fmla="*/ 442098 w 502749"/>
                <a:gd name="connsiteY47" fmla="*/ 407723 h 777083"/>
                <a:gd name="connsiteX48" fmla="*/ 430741 w 502749"/>
                <a:gd name="connsiteY48" fmla="*/ 444558 h 777083"/>
                <a:gd name="connsiteX49" fmla="*/ 426244 w 502749"/>
                <a:gd name="connsiteY49" fmla="*/ 445234 h 777083"/>
                <a:gd name="connsiteX50" fmla="*/ 402114 w 502749"/>
                <a:gd name="connsiteY50" fmla="*/ 445264 h 777083"/>
                <a:gd name="connsiteX51" fmla="*/ 413325 w 502749"/>
                <a:gd name="connsiteY51" fmla="*/ 465033 h 777083"/>
                <a:gd name="connsiteX52" fmla="*/ 439822 w 502749"/>
                <a:gd name="connsiteY52" fmla="*/ 510692 h 777083"/>
                <a:gd name="connsiteX53" fmla="*/ 466252 w 502749"/>
                <a:gd name="connsiteY53" fmla="*/ 556386 h 777083"/>
                <a:gd name="connsiteX54" fmla="*/ 492271 w 502749"/>
                <a:gd name="connsiteY54" fmla="*/ 601787 h 777083"/>
                <a:gd name="connsiteX55" fmla="*/ 501543 w 502749"/>
                <a:gd name="connsiteY55" fmla="*/ 619560 h 777083"/>
                <a:gd name="connsiteX56" fmla="*/ 480721 w 502749"/>
                <a:gd name="connsiteY56" fmla="*/ 648313 h 777083"/>
                <a:gd name="connsiteX57" fmla="*/ 335239 w 502749"/>
                <a:gd name="connsiteY57" fmla="*/ 648330 h 777083"/>
                <a:gd name="connsiteX58" fmla="*/ 276079 w 502749"/>
                <a:gd name="connsiteY58" fmla="*/ 648330 h 777083"/>
                <a:gd name="connsiteX59" fmla="*/ 275860 w 502749"/>
                <a:gd name="connsiteY59" fmla="*/ 756182 h 777083"/>
                <a:gd name="connsiteX60" fmla="*/ 275807 w 502749"/>
                <a:gd name="connsiteY60" fmla="*/ 777083 h 777083"/>
                <a:gd name="connsiteX61" fmla="*/ 229287 w 502749"/>
                <a:gd name="connsiteY61" fmla="*/ 777083 h 777083"/>
                <a:gd name="connsiteX62" fmla="*/ 229287 w 502749"/>
                <a:gd name="connsiteY62" fmla="*/ 648330 h 777083"/>
                <a:gd name="connsiteX63" fmla="*/ 222639 w 502749"/>
                <a:gd name="connsiteY63" fmla="*/ 648330 h 777083"/>
                <a:gd name="connsiteX64" fmla="*/ 24298 w 502749"/>
                <a:gd name="connsiteY64" fmla="*/ 648386 h 777083"/>
                <a:gd name="connsiteX65" fmla="*/ 3702 w 502749"/>
                <a:gd name="connsiteY65" fmla="*/ 637667 h 777083"/>
                <a:gd name="connsiteX66" fmla="*/ 4125 w 502749"/>
                <a:gd name="connsiteY66" fmla="*/ 612061 h 777083"/>
                <a:gd name="connsiteX67" fmla="*/ 30476 w 502749"/>
                <a:gd name="connsiteY67" fmla="*/ 566850 h 777083"/>
                <a:gd name="connsiteX68" fmla="*/ 70825 w 502749"/>
                <a:gd name="connsiteY68" fmla="*/ 497386 h 777083"/>
                <a:gd name="connsiteX69" fmla="*/ 99331 w 502749"/>
                <a:gd name="connsiteY69" fmla="*/ 447591 h 777083"/>
                <a:gd name="connsiteX70" fmla="*/ 100501 w 502749"/>
                <a:gd name="connsiteY70" fmla="*/ 445264 h 777083"/>
                <a:gd name="connsiteX71" fmla="*/ 77312 w 502749"/>
                <a:gd name="connsiteY71" fmla="*/ 445379 h 777083"/>
                <a:gd name="connsiteX72" fmla="*/ 55897 w 502749"/>
                <a:gd name="connsiteY72" fmla="*/ 424265 h 777083"/>
                <a:gd name="connsiteX73" fmla="*/ 62096 w 502749"/>
                <a:gd name="connsiteY73" fmla="*/ 405363 h 777083"/>
                <a:gd name="connsiteX74" fmla="*/ 93386 w 502749"/>
                <a:gd name="connsiteY74" fmla="*/ 351327 h 777083"/>
                <a:gd name="connsiteX75" fmla="*/ 125945 w 502749"/>
                <a:gd name="connsiteY75" fmla="*/ 295401 h 777083"/>
                <a:gd name="connsiteX76" fmla="*/ 151096 w 502749"/>
                <a:gd name="connsiteY76" fmla="*/ 251616 h 777083"/>
                <a:gd name="connsiteX77" fmla="*/ 152784 w 502749"/>
                <a:gd name="connsiteY77" fmla="*/ 247813 h 777083"/>
                <a:gd name="connsiteX78" fmla="*/ 133671 w 502749"/>
                <a:gd name="connsiteY78" fmla="*/ 247828 h 777083"/>
                <a:gd name="connsiteX79" fmla="*/ 113591 w 502749"/>
                <a:gd name="connsiteY79" fmla="*/ 215612 h 777083"/>
                <a:gd name="connsiteX80" fmla="*/ 136590 w 502749"/>
                <a:gd name="connsiteY80" fmla="*/ 175355 h 777083"/>
                <a:gd name="connsiteX81" fmla="*/ 159117 w 502749"/>
                <a:gd name="connsiteY81" fmla="*/ 136417 h 777083"/>
                <a:gd name="connsiteX82" fmla="*/ 185600 w 502749"/>
                <a:gd name="connsiteY82" fmla="*/ 90752 h 777083"/>
                <a:gd name="connsiteX83" fmla="*/ 211051 w 502749"/>
                <a:gd name="connsiteY83" fmla="*/ 46606 h 777083"/>
                <a:gd name="connsiteX84" fmla="*/ 232183 w 502749"/>
                <a:gd name="connsiteY84" fmla="*/ 10049 h 777083"/>
                <a:gd name="connsiteX85" fmla="*/ 244857 w 502749"/>
                <a:gd name="connsiteY85" fmla="*/ 732 h 777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02749" h="777083">
                  <a:moveTo>
                    <a:pt x="251390" y="68580"/>
                  </a:moveTo>
                  <a:lnTo>
                    <a:pt x="173681" y="202896"/>
                  </a:lnTo>
                  <a:lnTo>
                    <a:pt x="194930" y="202922"/>
                  </a:lnTo>
                  <a:cubicBezTo>
                    <a:pt x="196445" y="202935"/>
                    <a:pt x="198028" y="203053"/>
                    <a:pt x="199459" y="203505"/>
                  </a:cubicBezTo>
                  <a:cubicBezTo>
                    <a:pt x="215434" y="208557"/>
                    <a:pt x="219254" y="225646"/>
                    <a:pt x="211991" y="238397"/>
                  </a:cubicBezTo>
                  <a:cubicBezTo>
                    <a:pt x="210326" y="241318"/>
                    <a:pt x="208485" y="244138"/>
                    <a:pt x="206803" y="247049"/>
                  </a:cubicBezTo>
                  <a:lnTo>
                    <a:pt x="180879" y="291992"/>
                  </a:lnTo>
                  <a:lnTo>
                    <a:pt x="154421" y="337674"/>
                  </a:lnTo>
                  <a:lnTo>
                    <a:pt x="127946" y="383346"/>
                  </a:lnTo>
                  <a:cubicBezTo>
                    <a:pt x="124804" y="388783"/>
                    <a:pt x="121761" y="394277"/>
                    <a:pt x="118333" y="400347"/>
                  </a:cubicBezTo>
                  <a:lnTo>
                    <a:pt x="140466" y="400343"/>
                  </a:lnTo>
                  <a:cubicBezTo>
                    <a:pt x="158720" y="400293"/>
                    <a:pt x="168058" y="418469"/>
                    <a:pt x="160449" y="433809"/>
                  </a:cubicBezTo>
                  <a:cubicBezTo>
                    <a:pt x="154342" y="446120"/>
                    <a:pt x="146777" y="457707"/>
                    <a:pt x="139872" y="469623"/>
                  </a:cubicBezTo>
                  <a:lnTo>
                    <a:pt x="113196" y="515698"/>
                  </a:lnTo>
                  <a:lnTo>
                    <a:pt x="86927" y="560969"/>
                  </a:lnTo>
                  <a:lnTo>
                    <a:pt x="63049" y="602253"/>
                  </a:lnTo>
                  <a:cubicBezTo>
                    <a:pt x="63589" y="602363"/>
                    <a:pt x="63737" y="602419"/>
                    <a:pt x="63885" y="602419"/>
                  </a:cubicBezTo>
                  <a:lnTo>
                    <a:pt x="241180" y="602434"/>
                  </a:lnTo>
                  <a:cubicBezTo>
                    <a:pt x="242490" y="602434"/>
                    <a:pt x="243801" y="601810"/>
                    <a:pt x="245766" y="601823"/>
                  </a:cubicBezTo>
                  <a:cubicBezTo>
                    <a:pt x="251134" y="604694"/>
                    <a:pt x="256631" y="603784"/>
                    <a:pt x="263007" y="602461"/>
                  </a:cubicBezTo>
                  <a:lnTo>
                    <a:pt x="439535" y="602461"/>
                  </a:lnTo>
                  <a:cubicBezTo>
                    <a:pt x="435703" y="595514"/>
                    <a:pt x="432212" y="588914"/>
                    <a:pt x="428474" y="582458"/>
                  </a:cubicBezTo>
                  <a:lnTo>
                    <a:pt x="387615" y="512207"/>
                  </a:lnTo>
                  <a:lnTo>
                    <a:pt x="364348" y="472110"/>
                  </a:lnTo>
                  <a:cubicBezTo>
                    <a:pt x="356785" y="458981"/>
                    <a:pt x="348735" y="446091"/>
                    <a:pt x="341937" y="432574"/>
                  </a:cubicBezTo>
                  <a:cubicBezTo>
                    <a:pt x="334443" y="417673"/>
                    <a:pt x="345247" y="400105"/>
                    <a:pt x="361989" y="400330"/>
                  </a:cubicBezTo>
                  <a:cubicBezTo>
                    <a:pt x="369125" y="400427"/>
                    <a:pt x="376264" y="400347"/>
                    <a:pt x="383511" y="400347"/>
                  </a:cubicBezTo>
                  <a:cubicBezTo>
                    <a:pt x="383511" y="399333"/>
                    <a:pt x="383739" y="398597"/>
                    <a:pt x="383477" y="398144"/>
                  </a:cubicBezTo>
                  <a:lnTo>
                    <a:pt x="362279" y="361622"/>
                  </a:lnTo>
                  <a:lnTo>
                    <a:pt x="336020" y="316346"/>
                  </a:lnTo>
                  <a:lnTo>
                    <a:pt x="313266" y="277016"/>
                  </a:lnTo>
                  <a:cubicBezTo>
                    <a:pt x="305258" y="263080"/>
                    <a:pt x="296960" y="249294"/>
                    <a:pt x="289451" y="235092"/>
                  </a:cubicBezTo>
                  <a:cubicBezTo>
                    <a:pt x="282035" y="221068"/>
                    <a:pt x="292622" y="202024"/>
                    <a:pt x="309481" y="202850"/>
                  </a:cubicBezTo>
                  <a:cubicBezTo>
                    <a:pt x="315373" y="203138"/>
                    <a:pt x="321291" y="202896"/>
                    <a:pt x="328966" y="202896"/>
                  </a:cubicBezTo>
                  <a:close/>
                  <a:moveTo>
                    <a:pt x="257072" y="0"/>
                  </a:moveTo>
                  <a:cubicBezTo>
                    <a:pt x="269549" y="4436"/>
                    <a:pt x="273841" y="15769"/>
                    <a:pt x="279677" y="25659"/>
                  </a:cubicBezTo>
                  <a:cubicBezTo>
                    <a:pt x="289628" y="42523"/>
                    <a:pt x="299375" y="59507"/>
                    <a:pt x="309168" y="76464"/>
                  </a:cubicBezTo>
                  <a:lnTo>
                    <a:pt x="335031" y="121436"/>
                  </a:lnTo>
                  <a:lnTo>
                    <a:pt x="361465" y="167128"/>
                  </a:lnTo>
                  <a:cubicBezTo>
                    <a:pt x="370616" y="183050"/>
                    <a:pt x="379967" y="198867"/>
                    <a:pt x="388694" y="215019"/>
                  </a:cubicBezTo>
                  <a:cubicBezTo>
                    <a:pt x="395626" y="227848"/>
                    <a:pt x="388745" y="243332"/>
                    <a:pt x="374820" y="247568"/>
                  </a:cubicBezTo>
                  <a:cubicBezTo>
                    <a:pt x="373665" y="247919"/>
                    <a:pt x="372351" y="247801"/>
                    <a:pt x="371111" y="247804"/>
                  </a:cubicBezTo>
                  <a:lnTo>
                    <a:pt x="349595" y="247813"/>
                  </a:lnTo>
                  <a:cubicBezTo>
                    <a:pt x="352713" y="253288"/>
                    <a:pt x="355496" y="258233"/>
                    <a:pt x="358336" y="263147"/>
                  </a:cubicBezTo>
                  <a:lnTo>
                    <a:pt x="380885" y="302073"/>
                  </a:lnTo>
                  <a:lnTo>
                    <a:pt x="407345" y="347751"/>
                  </a:lnTo>
                  <a:lnTo>
                    <a:pt x="433261" y="392695"/>
                  </a:lnTo>
                  <a:cubicBezTo>
                    <a:pt x="436168" y="397727"/>
                    <a:pt x="438967" y="402832"/>
                    <a:pt x="442098" y="407723"/>
                  </a:cubicBezTo>
                  <a:cubicBezTo>
                    <a:pt x="452441" y="423881"/>
                    <a:pt x="445152" y="440467"/>
                    <a:pt x="430741" y="444558"/>
                  </a:cubicBezTo>
                  <a:cubicBezTo>
                    <a:pt x="429292" y="444969"/>
                    <a:pt x="427747" y="445221"/>
                    <a:pt x="426244" y="445234"/>
                  </a:cubicBezTo>
                  <a:lnTo>
                    <a:pt x="402114" y="445264"/>
                  </a:lnTo>
                  <a:cubicBezTo>
                    <a:pt x="406030" y="452177"/>
                    <a:pt x="409626" y="458635"/>
                    <a:pt x="413325" y="465033"/>
                  </a:cubicBezTo>
                  <a:lnTo>
                    <a:pt x="439822" y="510692"/>
                  </a:lnTo>
                  <a:lnTo>
                    <a:pt x="466252" y="556386"/>
                  </a:lnTo>
                  <a:lnTo>
                    <a:pt x="492271" y="601787"/>
                  </a:lnTo>
                  <a:cubicBezTo>
                    <a:pt x="495568" y="607605"/>
                    <a:pt x="499322" y="613324"/>
                    <a:pt x="501543" y="619560"/>
                  </a:cubicBezTo>
                  <a:cubicBezTo>
                    <a:pt x="506500" y="633474"/>
                    <a:pt x="495525" y="648300"/>
                    <a:pt x="480721" y="648313"/>
                  </a:cubicBezTo>
                  <a:lnTo>
                    <a:pt x="335239" y="648330"/>
                  </a:lnTo>
                  <a:lnTo>
                    <a:pt x="276079" y="648330"/>
                  </a:lnTo>
                  <a:cubicBezTo>
                    <a:pt x="276079" y="687949"/>
                    <a:pt x="275982" y="712772"/>
                    <a:pt x="275860" y="756182"/>
                  </a:cubicBezTo>
                  <a:lnTo>
                    <a:pt x="275807" y="777083"/>
                  </a:lnTo>
                  <a:lnTo>
                    <a:pt x="229287" y="777083"/>
                  </a:lnTo>
                  <a:lnTo>
                    <a:pt x="229287" y="648330"/>
                  </a:lnTo>
                  <a:lnTo>
                    <a:pt x="222639" y="648330"/>
                  </a:lnTo>
                  <a:lnTo>
                    <a:pt x="24298" y="648386"/>
                  </a:lnTo>
                  <a:cubicBezTo>
                    <a:pt x="15373" y="648400"/>
                    <a:pt x="8498" y="645127"/>
                    <a:pt x="3702" y="637667"/>
                  </a:cubicBezTo>
                  <a:cubicBezTo>
                    <a:pt x="-1818" y="629080"/>
                    <a:pt x="-737" y="620471"/>
                    <a:pt x="4125" y="612061"/>
                  </a:cubicBezTo>
                  <a:cubicBezTo>
                    <a:pt x="12854" y="596959"/>
                    <a:pt x="21704" y="581927"/>
                    <a:pt x="30476" y="566850"/>
                  </a:cubicBezTo>
                  <a:lnTo>
                    <a:pt x="70825" y="497386"/>
                  </a:lnTo>
                  <a:cubicBezTo>
                    <a:pt x="80395" y="480827"/>
                    <a:pt x="89836" y="464194"/>
                    <a:pt x="99331" y="447591"/>
                  </a:cubicBezTo>
                  <a:cubicBezTo>
                    <a:pt x="99618" y="447089"/>
                    <a:pt x="99853" y="446558"/>
                    <a:pt x="100501" y="445264"/>
                  </a:cubicBezTo>
                  <a:cubicBezTo>
                    <a:pt x="92381" y="445264"/>
                    <a:pt x="84805" y="444792"/>
                    <a:pt x="77312" y="445379"/>
                  </a:cubicBezTo>
                  <a:cubicBezTo>
                    <a:pt x="66936" y="446192"/>
                    <a:pt x="55775" y="434481"/>
                    <a:pt x="55897" y="424265"/>
                  </a:cubicBezTo>
                  <a:cubicBezTo>
                    <a:pt x="55983" y="416951"/>
                    <a:pt x="58762" y="411186"/>
                    <a:pt x="62096" y="405363"/>
                  </a:cubicBezTo>
                  <a:cubicBezTo>
                    <a:pt x="72439" y="387302"/>
                    <a:pt x="82926" y="369322"/>
                    <a:pt x="93386" y="351327"/>
                  </a:cubicBezTo>
                  <a:lnTo>
                    <a:pt x="125945" y="295401"/>
                  </a:lnTo>
                  <a:cubicBezTo>
                    <a:pt x="134384" y="280838"/>
                    <a:pt x="142732" y="266222"/>
                    <a:pt x="151096" y="251616"/>
                  </a:cubicBezTo>
                  <a:cubicBezTo>
                    <a:pt x="151678" y="250599"/>
                    <a:pt x="152058" y="249466"/>
                    <a:pt x="152784" y="247813"/>
                  </a:cubicBezTo>
                  <a:lnTo>
                    <a:pt x="133671" y="247828"/>
                  </a:lnTo>
                  <a:cubicBezTo>
                    <a:pt x="116180" y="248091"/>
                    <a:pt x="106351" y="229792"/>
                    <a:pt x="113591" y="215612"/>
                  </a:cubicBezTo>
                  <a:cubicBezTo>
                    <a:pt x="120610" y="201862"/>
                    <a:pt x="128862" y="188742"/>
                    <a:pt x="136590" y="175355"/>
                  </a:cubicBezTo>
                  <a:lnTo>
                    <a:pt x="159117" y="136417"/>
                  </a:lnTo>
                  <a:lnTo>
                    <a:pt x="185600" y="90752"/>
                  </a:lnTo>
                  <a:lnTo>
                    <a:pt x="211051" y="46606"/>
                  </a:lnTo>
                  <a:cubicBezTo>
                    <a:pt x="218078" y="34410"/>
                    <a:pt x="224986" y="22144"/>
                    <a:pt x="232183" y="10049"/>
                  </a:cubicBezTo>
                  <a:cubicBezTo>
                    <a:pt x="234947" y="5404"/>
                    <a:pt x="239443" y="2592"/>
                    <a:pt x="244857" y="732"/>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491" name="Freeform: Shape 2490">
              <a:extLst>
                <a:ext uri="{FF2B5EF4-FFF2-40B4-BE49-F238E27FC236}">
                  <a16:creationId xmlns:a16="http://schemas.microsoft.com/office/drawing/2014/main" id="{B21BA52E-08C7-57B4-BE65-7F06174F5BA3}"/>
                </a:ext>
                <a:ext uri="{C183D7F6-B498-43B3-948B-1728B52AA6E4}">
                  <adec:decorative xmlns:adec="http://schemas.microsoft.com/office/drawing/2017/decorative" val="1"/>
                </a:ext>
              </a:extLst>
            </p:cNvPr>
            <p:cNvSpPr/>
            <p:nvPr/>
          </p:nvSpPr>
          <p:spPr>
            <a:xfrm>
              <a:off x="1915870" y="5070574"/>
              <a:ext cx="486653" cy="436153"/>
            </a:xfrm>
            <a:custGeom>
              <a:avLst/>
              <a:gdLst>
                <a:gd name="connsiteX0" fmla="*/ 431773 w 930011"/>
                <a:gd name="connsiteY0" fmla="*/ 767038 h 833504"/>
                <a:gd name="connsiteX1" fmla="*/ 498239 w 930011"/>
                <a:gd name="connsiteY1" fmla="*/ 767038 h 833504"/>
                <a:gd name="connsiteX2" fmla="*/ 498239 w 930011"/>
                <a:gd name="connsiteY2" fmla="*/ 833504 h 833504"/>
                <a:gd name="connsiteX3" fmla="*/ 431773 w 930011"/>
                <a:gd name="connsiteY3" fmla="*/ 833504 h 833504"/>
                <a:gd name="connsiteX4" fmla="*/ 465041 w 930011"/>
                <a:gd name="connsiteY4" fmla="*/ 236627 h 833504"/>
                <a:gd name="connsiteX5" fmla="*/ 474533 w 930011"/>
                <a:gd name="connsiteY5" fmla="*/ 247184 h 833504"/>
                <a:gd name="connsiteX6" fmla="*/ 474473 w 930011"/>
                <a:gd name="connsiteY6" fmla="*/ 262615 h 833504"/>
                <a:gd name="connsiteX7" fmla="*/ 478516 w 930011"/>
                <a:gd name="connsiteY7" fmla="*/ 269473 h 833504"/>
                <a:gd name="connsiteX8" fmla="*/ 514692 w 930011"/>
                <a:gd name="connsiteY8" fmla="*/ 290083 h 833504"/>
                <a:gd name="connsiteX9" fmla="*/ 520087 w 930011"/>
                <a:gd name="connsiteY9" fmla="*/ 297393 h 833504"/>
                <a:gd name="connsiteX10" fmla="*/ 517407 w 930011"/>
                <a:gd name="connsiteY10" fmla="*/ 306064 h 833504"/>
                <a:gd name="connsiteX11" fmla="*/ 506702 w 930011"/>
                <a:gd name="connsiteY11" fmla="*/ 306846 h 833504"/>
                <a:gd name="connsiteX12" fmla="*/ 481676 w 930011"/>
                <a:gd name="connsiteY12" fmla="*/ 292842 h 833504"/>
                <a:gd name="connsiteX13" fmla="*/ 474554 w 930011"/>
                <a:gd name="connsiteY13" fmla="*/ 288924 h 833504"/>
                <a:gd name="connsiteX14" fmla="*/ 474554 w 930011"/>
                <a:gd name="connsiteY14" fmla="*/ 314670 h 833504"/>
                <a:gd name="connsiteX15" fmla="*/ 474475 w 930011"/>
                <a:gd name="connsiteY15" fmla="*/ 337121 h 833504"/>
                <a:gd name="connsiteX16" fmla="*/ 478495 w 930011"/>
                <a:gd name="connsiteY16" fmla="*/ 343455 h 833504"/>
                <a:gd name="connsiteX17" fmla="*/ 514956 w 930011"/>
                <a:gd name="connsiteY17" fmla="*/ 364471 h 833504"/>
                <a:gd name="connsiteX18" fmla="*/ 519321 w 930011"/>
                <a:gd name="connsiteY18" fmla="*/ 378230 h 833504"/>
                <a:gd name="connsiteX19" fmla="*/ 504902 w 930011"/>
                <a:gd name="connsiteY19" fmla="*/ 380460 h 833504"/>
                <a:gd name="connsiteX20" fmla="*/ 476087 w 930011"/>
                <a:gd name="connsiteY20" fmla="*/ 363805 h 833504"/>
                <a:gd name="connsiteX21" fmla="*/ 474752 w 930011"/>
                <a:gd name="connsiteY21" fmla="*/ 363468 h 833504"/>
                <a:gd name="connsiteX22" fmla="*/ 474563 w 930011"/>
                <a:gd name="connsiteY22" fmla="*/ 367404 h 833504"/>
                <a:gd name="connsiteX23" fmla="*/ 474441 w 930011"/>
                <a:gd name="connsiteY23" fmla="*/ 410439 h 833504"/>
                <a:gd name="connsiteX24" fmla="*/ 478593 w 930011"/>
                <a:gd name="connsiteY24" fmla="*/ 417841 h 833504"/>
                <a:gd name="connsiteX25" fmla="*/ 514056 w 930011"/>
                <a:gd name="connsiteY25" fmla="*/ 437813 h 833504"/>
                <a:gd name="connsiteX26" fmla="*/ 519556 w 930011"/>
                <a:gd name="connsiteY26" fmla="*/ 451597 h 833504"/>
                <a:gd name="connsiteX27" fmla="*/ 505659 w 930011"/>
                <a:gd name="connsiteY27" fmla="*/ 454657 h 833504"/>
                <a:gd name="connsiteX28" fmla="*/ 480298 w 930011"/>
                <a:gd name="connsiteY28" fmla="*/ 440314 h 833504"/>
                <a:gd name="connsiteX29" fmla="*/ 474931 w 930011"/>
                <a:gd name="connsiteY29" fmla="*/ 437575 h 833504"/>
                <a:gd name="connsiteX30" fmla="*/ 474569 w 930011"/>
                <a:gd name="connsiteY30" fmla="*/ 441503 h 833504"/>
                <a:gd name="connsiteX31" fmla="*/ 474471 w 930011"/>
                <a:gd name="connsiteY31" fmla="*/ 485006 h 833504"/>
                <a:gd name="connsiteX32" fmla="*/ 478674 w 930011"/>
                <a:gd name="connsiteY32" fmla="*/ 491916 h 833504"/>
                <a:gd name="connsiteX33" fmla="*/ 515977 w 930011"/>
                <a:gd name="connsiteY33" fmla="*/ 513311 h 833504"/>
                <a:gd name="connsiteX34" fmla="*/ 519097 w 930011"/>
                <a:gd name="connsiteY34" fmla="*/ 526518 h 833504"/>
                <a:gd name="connsiteX35" fmla="*/ 505391 w 930011"/>
                <a:gd name="connsiteY35" fmla="*/ 528966 h 833504"/>
                <a:gd name="connsiteX36" fmla="*/ 476558 w 930011"/>
                <a:gd name="connsiteY36" fmla="*/ 512324 h 833504"/>
                <a:gd name="connsiteX37" fmla="*/ 474580 w 930011"/>
                <a:gd name="connsiteY37" fmla="*/ 511725 h 833504"/>
                <a:gd name="connsiteX38" fmla="*/ 474618 w 930011"/>
                <a:gd name="connsiteY38" fmla="*/ 561734 h 833504"/>
                <a:gd name="connsiteX39" fmla="*/ 457950 w 930011"/>
                <a:gd name="connsiteY39" fmla="*/ 561426 h 833504"/>
                <a:gd name="connsiteX40" fmla="*/ 455918 w 930011"/>
                <a:gd name="connsiteY40" fmla="*/ 555247 h 833504"/>
                <a:gd name="connsiteX41" fmla="*/ 455839 w 930011"/>
                <a:gd name="connsiteY41" fmla="*/ 511204 h 833504"/>
                <a:gd name="connsiteX42" fmla="*/ 436899 w 930011"/>
                <a:gd name="connsiteY42" fmla="*/ 521796 h 833504"/>
                <a:gd name="connsiteX43" fmla="*/ 423145 w 930011"/>
                <a:gd name="connsiteY43" fmla="*/ 529436 h 833504"/>
                <a:gd name="connsiteX44" fmla="*/ 410896 w 930011"/>
                <a:gd name="connsiteY44" fmla="*/ 526579 h 833504"/>
                <a:gd name="connsiteX45" fmla="*/ 414188 w 930011"/>
                <a:gd name="connsiteY45" fmla="*/ 512929 h 833504"/>
                <a:gd name="connsiteX46" fmla="*/ 449647 w 930011"/>
                <a:gd name="connsiteY46" fmla="*/ 492957 h 833504"/>
                <a:gd name="connsiteX47" fmla="*/ 456022 w 930011"/>
                <a:gd name="connsiteY47" fmla="*/ 482629 h 833504"/>
                <a:gd name="connsiteX48" fmla="*/ 455839 w 930011"/>
                <a:gd name="connsiteY48" fmla="*/ 437012 h 833504"/>
                <a:gd name="connsiteX49" fmla="*/ 439923 w 930011"/>
                <a:gd name="connsiteY49" fmla="*/ 445826 h 833504"/>
                <a:gd name="connsiteX50" fmla="*/ 423939 w 930011"/>
                <a:gd name="connsiteY50" fmla="*/ 455122 h 833504"/>
                <a:gd name="connsiteX51" fmla="*/ 410618 w 930011"/>
                <a:gd name="connsiteY51" fmla="*/ 451776 h 833504"/>
                <a:gd name="connsiteX52" fmla="*/ 414188 w 930011"/>
                <a:gd name="connsiteY52" fmla="*/ 439041 h 833504"/>
                <a:gd name="connsiteX53" fmla="*/ 440646 w 930011"/>
                <a:gd name="connsiteY53" fmla="*/ 423822 h 833504"/>
                <a:gd name="connsiteX54" fmla="*/ 453853 w 930011"/>
                <a:gd name="connsiteY54" fmla="*/ 416180 h 833504"/>
                <a:gd name="connsiteX55" fmla="*/ 455755 w 930011"/>
                <a:gd name="connsiteY55" fmla="*/ 412474 h 833504"/>
                <a:gd name="connsiteX56" fmla="*/ 455838 w 930011"/>
                <a:gd name="connsiteY56" fmla="*/ 362892 h 833504"/>
                <a:gd name="connsiteX57" fmla="*/ 437548 w 930011"/>
                <a:gd name="connsiteY57" fmla="*/ 373271 h 833504"/>
                <a:gd name="connsiteX58" fmla="*/ 423528 w 930011"/>
                <a:gd name="connsiteY58" fmla="*/ 381355 h 833504"/>
                <a:gd name="connsiteX59" fmla="*/ 410538 w 930011"/>
                <a:gd name="connsiteY59" fmla="*/ 377818 h 833504"/>
                <a:gd name="connsiteX60" fmla="*/ 413885 w 930011"/>
                <a:gd name="connsiteY60" fmla="*/ 365040 h 833504"/>
                <a:gd name="connsiteX61" fmla="*/ 450453 w 930011"/>
                <a:gd name="connsiteY61" fmla="*/ 344220 h 833504"/>
                <a:gd name="connsiteX62" fmla="*/ 455979 w 930011"/>
                <a:gd name="connsiteY62" fmla="*/ 335387 h 833504"/>
                <a:gd name="connsiteX63" fmla="*/ 455839 w 930011"/>
                <a:gd name="connsiteY63" fmla="*/ 288703 h 833504"/>
                <a:gd name="connsiteX64" fmla="*/ 440317 w 930011"/>
                <a:gd name="connsiteY64" fmla="*/ 297501 h 833504"/>
                <a:gd name="connsiteX65" fmla="*/ 424230 w 930011"/>
                <a:gd name="connsiteY65" fmla="*/ 306639 h 833504"/>
                <a:gd name="connsiteX66" fmla="*/ 409727 w 930011"/>
                <a:gd name="connsiteY66" fmla="*/ 300547 h 833504"/>
                <a:gd name="connsiteX67" fmla="*/ 413539 w 930011"/>
                <a:gd name="connsiteY67" fmla="*/ 291026 h 833504"/>
                <a:gd name="connsiteX68" fmla="*/ 452896 w 930011"/>
                <a:gd name="connsiteY68" fmla="*/ 268547 h 833504"/>
                <a:gd name="connsiteX69" fmla="*/ 455897 w 930011"/>
                <a:gd name="connsiteY69" fmla="*/ 263582 h 833504"/>
                <a:gd name="connsiteX70" fmla="*/ 455845 w 930011"/>
                <a:gd name="connsiteY70" fmla="*/ 247212 h 833504"/>
                <a:gd name="connsiteX71" fmla="*/ 465041 w 930011"/>
                <a:gd name="connsiteY71" fmla="*/ 236627 h 833504"/>
                <a:gd name="connsiteX72" fmla="*/ 737986 w 930011"/>
                <a:gd name="connsiteY72" fmla="*/ 140 h 833504"/>
                <a:gd name="connsiteX73" fmla="*/ 746457 w 930011"/>
                <a:gd name="connsiteY73" fmla="*/ 5655 h 833504"/>
                <a:gd name="connsiteX74" fmla="*/ 776064 w 930011"/>
                <a:gd name="connsiteY74" fmla="*/ 56899 h 833504"/>
                <a:gd name="connsiteX75" fmla="*/ 805728 w 930011"/>
                <a:gd name="connsiteY75" fmla="*/ 108660 h 833504"/>
                <a:gd name="connsiteX76" fmla="*/ 834777 w 930011"/>
                <a:gd name="connsiteY76" fmla="*/ 158636 h 833504"/>
                <a:gd name="connsiteX77" fmla="*/ 840182 w 930011"/>
                <a:gd name="connsiteY77" fmla="*/ 168814 h 833504"/>
                <a:gd name="connsiteX78" fmla="*/ 831407 w 930011"/>
                <a:gd name="connsiteY78" fmla="*/ 181360 h 833504"/>
                <a:gd name="connsiteX79" fmla="*/ 801113 w 930011"/>
                <a:gd name="connsiteY79" fmla="*/ 181387 h 833504"/>
                <a:gd name="connsiteX80" fmla="*/ 806746 w 930011"/>
                <a:gd name="connsiteY80" fmla="*/ 192065 h 833504"/>
                <a:gd name="connsiteX81" fmla="*/ 851295 w 930011"/>
                <a:gd name="connsiteY81" fmla="*/ 268877 h 833504"/>
                <a:gd name="connsiteX82" fmla="*/ 883794 w 930011"/>
                <a:gd name="connsiteY82" fmla="*/ 325406 h 833504"/>
                <a:gd name="connsiteX83" fmla="*/ 875595 w 930011"/>
                <a:gd name="connsiteY83" fmla="*/ 340430 h 833504"/>
                <a:gd name="connsiteX84" fmla="*/ 843132 w 930011"/>
                <a:gd name="connsiteY84" fmla="*/ 340470 h 833504"/>
                <a:gd name="connsiteX85" fmla="*/ 868368 w 930011"/>
                <a:gd name="connsiteY85" fmla="*/ 384031 h 833504"/>
                <a:gd name="connsiteX86" fmla="*/ 894508 w 930011"/>
                <a:gd name="connsiteY86" fmla="*/ 429283 h 833504"/>
                <a:gd name="connsiteX87" fmla="*/ 920888 w 930011"/>
                <a:gd name="connsiteY87" fmla="*/ 474924 h 833504"/>
                <a:gd name="connsiteX88" fmla="*/ 928871 w 930011"/>
                <a:gd name="connsiteY88" fmla="*/ 488171 h 833504"/>
                <a:gd name="connsiteX89" fmla="*/ 930011 w 930011"/>
                <a:gd name="connsiteY89" fmla="*/ 500100 h 833504"/>
                <a:gd name="connsiteX90" fmla="*/ 911896 w 930011"/>
                <a:gd name="connsiteY90" fmla="*/ 503324 h 833504"/>
                <a:gd name="connsiteX91" fmla="*/ 759385 w 930011"/>
                <a:gd name="connsiteY91" fmla="*/ 503298 h 833504"/>
                <a:gd name="connsiteX92" fmla="*/ 753423 w 930011"/>
                <a:gd name="connsiteY92" fmla="*/ 503298 h 833504"/>
                <a:gd name="connsiteX93" fmla="*/ 753423 w 930011"/>
                <a:gd name="connsiteY93" fmla="*/ 601165 h 833504"/>
                <a:gd name="connsiteX94" fmla="*/ 729047 w 930011"/>
                <a:gd name="connsiteY94" fmla="*/ 601165 h 833504"/>
                <a:gd name="connsiteX95" fmla="*/ 729047 w 930011"/>
                <a:gd name="connsiteY95" fmla="*/ 503298 h 833504"/>
                <a:gd name="connsiteX96" fmla="*/ 714805 w 930011"/>
                <a:gd name="connsiteY96" fmla="*/ 503298 h 833504"/>
                <a:gd name="connsiteX97" fmla="*/ 694222 w 930011"/>
                <a:gd name="connsiteY97" fmla="*/ 503229 h 833504"/>
                <a:gd name="connsiteX98" fmla="*/ 690398 w 930011"/>
                <a:gd name="connsiteY98" fmla="*/ 501712 h 833504"/>
                <a:gd name="connsiteX99" fmla="*/ 681563 w 930011"/>
                <a:gd name="connsiteY99" fmla="*/ 485683 h 833504"/>
                <a:gd name="connsiteX100" fmla="*/ 905612 w 930011"/>
                <a:gd name="connsiteY100" fmla="*/ 485683 h 833504"/>
                <a:gd name="connsiteX101" fmla="*/ 894702 w 930011"/>
                <a:gd name="connsiteY101" fmla="*/ 466532 h 833504"/>
                <a:gd name="connsiteX102" fmla="*/ 868317 w 930011"/>
                <a:gd name="connsiteY102" fmla="*/ 420894 h 833504"/>
                <a:gd name="connsiteX103" fmla="*/ 842194 w 930011"/>
                <a:gd name="connsiteY103" fmla="*/ 375632 h 833504"/>
                <a:gd name="connsiteX104" fmla="*/ 819554 w 930011"/>
                <a:gd name="connsiteY104" fmla="*/ 336377 h 833504"/>
                <a:gd name="connsiteX105" fmla="*/ 828512 w 930011"/>
                <a:gd name="connsiteY105" fmla="*/ 321711 h 833504"/>
                <a:gd name="connsiteX106" fmla="*/ 860487 w 930011"/>
                <a:gd name="connsiteY106" fmla="*/ 321756 h 833504"/>
                <a:gd name="connsiteX107" fmla="*/ 850628 w 930011"/>
                <a:gd name="connsiteY107" fmla="*/ 304533 h 833504"/>
                <a:gd name="connsiteX108" fmla="*/ 824291 w 930011"/>
                <a:gd name="connsiteY108" fmla="*/ 258868 h 833504"/>
                <a:gd name="connsiteX109" fmla="*/ 798111 w 930011"/>
                <a:gd name="connsiteY109" fmla="*/ 213639 h 833504"/>
                <a:gd name="connsiteX110" fmla="*/ 776981 w 930011"/>
                <a:gd name="connsiteY110" fmla="*/ 177251 h 833504"/>
                <a:gd name="connsiteX111" fmla="*/ 785295 w 930011"/>
                <a:gd name="connsiteY111" fmla="*/ 163609 h 833504"/>
                <a:gd name="connsiteX112" fmla="*/ 816319 w 930011"/>
                <a:gd name="connsiteY112" fmla="*/ 163608 h 833504"/>
                <a:gd name="connsiteX113" fmla="*/ 737710 w 930011"/>
                <a:gd name="connsiteY113" fmla="*/ 27607 h 833504"/>
                <a:gd name="connsiteX114" fmla="*/ 659019 w 930011"/>
                <a:gd name="connsiteY114" fmla="*/ 163608 h 833504"/>
                <a:gd name="connsiteX115" fmla="*/ 688806 w 930011"/>
                <a:gd name="connsiteY115" fmla="*/ 163608 h 833504"/>
                <a:gd name="connsiteX116" fmla="*/ 697734 w 930011"/>
                <a:gd name="connsiteY116" fmla="*/ 178093 h 833504"/>
                <a:gd name="connsiteX117" fmla="*/ 675520 w 930011"/>
                <a:gd name="connsiteY117" fmla="*/ 216530 h 833504"/>
                <a:gd name="connsiteX118" fmla="*/ 649391 w 930011"/>
                <a:gd name="connsiteY118" fmla="*/ 261788 h 833504"/>
                <a:gd name="connsiteX119" fmla="*/ 630389 w 930011"/>
                <a:gd name="connsiteY119" fmla="*/ 295142 h 833504"/>
                <a:gd name="connsiteX120" fmla="*/ 628243 w 930011"/>
                <a:gd name="connsiteY120" fmla="*/ 298481 h 833504"/>
                <a:gd name="connsiteX121" fmla="*/ 618507 w 930011"/>
                <a:gd name="connsiteY121" fmla="*/ 282142 h 833504"/>
                <a:gd name="connsiteX122" fmla="*/ 618885 w 930011"/>
                <a:gd name="connsiteY122" fmla="*/ 278015 h 833504"/>
                <a:gd name="connsiteX123" fmla="*/ 644802 w 930011"/>
                <a:gd name="connsiteY123" fmla="*/ 233173 h 833504"/>
                <a:gd name="connsiteX124" fmla="*/ 671270 w 930011"/>
                <a:gd name="connsiteY124" fmla="*/ 187043 h 833504"/>
                <a:gd name="connsiteX125" fmla="*/ 673202 w 930011"/>
                <a:gd name="connsiteY125" fmla="*/ 181387 h 833504"/>
                <a:gd name="connsiteX126" fmla="*/ 645808 w 930011"/>
                <a:gd name="connsiteY126" fmla="*/ 181481 h 833504"/>
                <a:gd name="connsiteX127" fmla="*/ 636262 w 930011"/>
                <a:gd name="connsiteY127" fmla="*/ 166239 h 833504"/>
                <a:gd name="connsiteX128" fmla="*/ 662465 w 930011"/>
                <a:gd name="connsiteY128" fmla="*/ 121021 h 833504"/>
                <a:gd name="connsiteX129" fmla="*/ 688620 w 930011"/>
                <a:gd name="connsiteY129" fmla="*/ 75778 h 833504"/>
                <a:gd name="connsiteX130" fmla="*/ 717540 w 930011"/>
                <a:gd name="connsiteY130" fmla="*/ 25731 h 833504"/>
                <a:gd name="connsiteX131" fmla="*/ 729346 w 930011"/>
                <a:gd name="connsiteY131" fmla="*/ 5321 h 833504"/>
                <a:gd name="connsiteX132" fmla="*/ 737986 w 930011"/>
                <a:gd name="connsiteY132" fmla="*/ 140 h 833504"/>
                <a:gd name="connsiteX133" fmla="*/ 192260 w 930011"/>
                <a:gd name="connsiteY133" fmla="*/ 2 h 833504"/>
                <a:gd name="connsiteX134" fmla="*/ 199812 w 930011"/>
                <a:gd name="connsiteY134" fmla="*/ 4077 h 833504"/>
                <a:gd name="connsiteX135" fmla="*/ 224452 w 930011"/>
                <a:gd name="connsiteY135" fmla="*/ 46440 h 833504"/>
                <a:gd name="connsiteX136" fmla="*/ 253342 w 930011"/>
                <a:gd name="connsiteY136" fmla="*/ 96492 h 833504"/>
                <a:gd name="connsiteX137" fmla="*/ 279569 w 930011"/>
                <a:gd name="connsiteY137" fmla="*/ 141682 h 833504"/>
                <a:gd name="connsiteX138" fmla="*/ 294192 w 930011"/>
                <a:gd name="connsiteY138" fmla="*/ 167402 h 833504"/>
                <a:gd name="connsiteX139" fmla="*/ 285776 w 930011"/>
                <a:gd name="connsiteY139" fmla="*/ 181360 h 833504"/>
                <a:gd name="connsiteX140" fmla="*/ 255555 w 930011"/>
                <a:gd name="connsiteY140" fmla="*/ 181387 h 833504"/>
                <a:gd name="connsiteX141" fmla="*/ 264330 w 930011"/>
                <a:gd name="connsiteY141" fmla="*/ 197267 h 833504"/>
                <a:gd name="connsiteX142" fmla="*/ 294279 w 930011"/>
                <a:gd name="connsiteY142" fmla="*/ 248841 h 833504"/>
                <a:gd name="connsiteX143" fmla="*/ 310119 w 930011"/>
                <a:gd name="connsiteY143" fmla="*/ 275990 h 833504"/>
                <a:gd name="connsiteX144" fmla="*/ 311263 w 930011"/>
                <a:gd name="connsiteY144" fmla="*/ 280240 h 833504"/>
                <a:gd name="connsiteX145" fmla="*/ 301075 w 930011"/>
                <a:gd name="connsiteY145" fmla="*/ 296152 h 833504"/>
                <a:gd name="connsiteX146" fmla="*/ 291873 w 930011"/>
                <a:gd name="connsiteY146" fmla="*/ 281370 h 833504"/>
                <a:gd name="connsiteX147" fmla="*/ 244252 w 930011"/>
                <a:gd name="connsiteY147" fmla="*/ 199400 h 833504"/>
                <a:gd name="connsiteX148" fmla="*/ 232913 w 930011"/>
                <a:gd name="connsiteY148" fmla="*/ 179252 h 833504"/>
                <a:gd name="connsiteX149" fmla="*/ 230897 w 930011"/>
                <a:gd name="connsiteY149" fmla="*/ 169295 h 833504"/>
                <a:gd name="connsiteX150" fmla="*/ 238799 w 930011"/>
                <a:gd name="connsiteY150" fmla="*/ 163555 h 833504"/>
                <a:gd name="connsiteX151" fmla="*/ 270948 w 930011"/>
                <a:gd name="connsiteY151" fmla="*/ 163607 h 833504"/>
                <a:gd name="connsiteX152" fmla="*/ 192264 w 930011"/>
                <a:gd name="connsiteY152" fmla="*/ 27594 h 833504"/>
                <a:gd name="connsiteX153" fmla="*/ 113865 w 930011"/>
                <a:gd name="connsiteY153" fmla="*/ 163249 h 833504"/>
                <a:gd name="connsiteX154" fmla="*/ 118278 w 930011"/>
                <a:gd name="connsiteY154" fmla="*/ 163593 h 833504"/>
                <a:gd name="connsiteX155" fmla="*/ 145411 w 930011"/>
                <a:gd name="connsiteY155" fmla="*/ 163613 h 833504"/>
                <a:gd name="connsiteX156" fmla="*/ 153188 w 930011"/>
                <a:gd name="connsiteY156" fmla="*/ 176067 h 833504"/>
                <a:gd name="connsiteX157" fmla="*/ 129131 w 930011"/>
                <a:gd name="connsiteY157" fmla="*/ 218257 h 833504"/>
                <a:gd name="connsiteX158" fmla="*/ 102937 w 930011"/>
                <a:gd name="connsiteY158" fmla="*/ 263477 h 833504"/>
                <a:gd name="connsiteX159" fmla="*/ 76324 w 930011"/>
                <a:gd name="connsiteY159" fmla="*/ 309508 h 833504"/>
                <a:gd name="connsiteX160" fmla="*/ 69470 w 930011"/>
                <a:gd name="connsiteY160" fmla="*/ 321755 h 833504"/>
                <a:gd name="connsiteX161" fmla="*/ 100886 w 930011"/>
                <a:gd name="connsiteY161" fmla="*/ 321765 h 833504"/>
                <a:gd name="connsiteX162" fmla="*/ 111568 w 930011"/>
                <a:gd name="connsiteY162" fmla="*/ 329240 h 833504"/>
                <a:gd name="connsiteX163" fmla="*/ 110080 w 930011"/>
                <a:gd name="connsiteY163" fmla="*/ 337046 h 833504"/>
                <a:gd name="connsiteX164" fmla="*/ 59937 w 930011"/>
                <a:gd name="connsiteY164" fmla="*/ 423433 h 833504"/>
                <a:gd name="connsiteX165" fmla="*/ 25269 w 930011"/>
                <a:gd name="connsiteY165" fmla="*/ 483507 h 833504"/>
                <a:gd name="connsiteX166" fmla="*/ 24750 w 930011"/>
                <a:gd name="connsiteY166" fmla="*/ 485629 h 833504"/>
                <a:gd name="connsiteX167" fmla="*/ 248391 w 930011"/>
                <a:gd name="connsiteY167" fmla="*/ 485629 h 833504"/>
                <a:gd name="connsiteX168" fmla="*/ 239267 w 930011"/>
                <a:gd name="connsiteY168" fmla="*/ 502354 h 833504"/>
                <a:gd name="connsiteX169" fmla="*/ 235532 w 930011"/>
                <a:gd name="connsiteY169" fmla="*/ 503259 h 833504"/>
                <a:gd name="connsiteX170" fmla="*/ 199409 w 930011"/>
                <a:gd name="connsiteY170" fmla="*/ 503298 h 833504"/>
                <a:gd name="connsiteX171" fmla="*/ 199409 w 930011"/>
                <a:gd name="connsiteY171" fmla="*/ 601261 h 833504"/>
                <a:gd name="connsiteX172" fmla="*/ 175036 w 930011"/>
                <a:gd name="connsiteY172" fmla="*/ 601261 h 833504"/>
                <a:gd name="connsiteX173" fmla="*/ 175036 w 930011"/>
                <a:gd name="connsiteY173" fmla="*/ 503298 h 833504"/>
                <a:gd name="connsiteX174" fmla="*/ 168973 w 930011"/>
                <a:gd name="connsiteY174" fmla="*/ 503298 h 833504"/>
                <a:gd name="connsiteX175" fmla="*/ 13660 w 930011"/>
                <a:gd name="connsiteY175" fmla="*/ 503179 h 833504"/>
                <a:gd name="connsiteX176" fmla="*/ 411 w 930011"/>
                <a:gd name="connsiteY176" fmla="*/ 500540 h 833504"/>
                <a:gd name="connsiteX177" fmla="*/ 4 w 930011"/>
                <a:gd name="connsiteY177" fmla="*/ 488718 h 833504"/>
                <a:gd name="connsiteX178" fmla="*/ 6461 w 930011"/>
                <a:gd name="connsiteY178" fmla="*/ 479726 h 833504"/>
                <a:gd name="connsiteX179" fmla="*/ 50482 w 930011"/>
                <a:gd name="connsiteY179" fmla="*/ 403155 h 833504"/>
                <a:gd name="connsiteX180" fmla="*/ 86926 w 930011"/>
                <a:gd name="connsiteY180" fmla="*/ 340471 h 833504"/>
                <a:gd name="connsiteX181" fmla="*/ 60003 w 930011"/>
                <a:gd name="connsiteY181" fmla="*/ 340471 h 833504"/>
                <a:gd name="connsiteX182" fmla="*/ 54391 w 930011"/>
                <a:gd name="connsiteY182" fmla="*/ 340460 h 833504"/>
                <a:gd name="connsiteX183" fmla="*/ 45777 w 930011"/>
                <a:gd name="connsiteY183" fmla="*/ 325668 h 833504"/>
                <a:gd name="connsiteX184" fmla="*/ 63390 w 930011"/>
                <a:gd name="connsiteY184" fmla="*/ 295265 h 833504"/>
                <a:gd name="connsiteX185" fmla="*/ 89777 w 930011"/>
                <a:gd name="connsiteY185" fmla="*/ 249640 h 833504"/>
                <a:gd name="connsiteX186" fmla="*/ 116200 w 930011"/>
                <a:gd name="connsiteY186" fmla="*/ 204035 h 833504"/>
                <a:gd name="connsiteX187" fmla="*/ 129150 w 930011"/>
                <a:gd name="connsiteY187" fmla="*/ 181387 h 833504"/>
                <a:gd name="connsiteX188" fmla="*/ 100049 w 930011"/>
                <a:gd name="connsiteY188" fmla="*/ 181402 h 833504"/>
                <a:gd name="connsiteX189" fmla="*/ 90190 w 930011"/>
                <a:gd name="connsiteY189" fmla="*/ 176760 h 833504"/>
                <a:gd name="connsiteX190" fmla="*/ 91200 w 930011"/>
                <a:gd name="connsiteY190" fmla="*/ 165477 h 833504"/>
                <a:gd name="connsiteX191" fmla="*/ 121742 w 930011"/>
                <a:gd name="connsiteY191" fmla="*/ 112646 h 833504"/>
                <a:gd name="connsiteX192" fmla="*/ 150834 w 930011"/>
                <a:gd name="connsiteY192" fmla="*/ 62709 h 833504"/>
                <a:gd name="connsiteX193" fmla="*/ 176850 w 930011"/>
                <a:gd name="connsiteY193" fmla="*/ 17400 h 833504"/>
                <a:gd name="connsiteX194" fmla="*/ 184492 w 930011"/>
                <a:gd name="connsiteY194" fmla="*/ 4199 h 833504"/>
                <a:gd name="connsiteX195" fmla="*/ 192260 w 930011"/>
                <a:gd name="connsiteY195" fmla="*/ 2 h 83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930011" h="833504">
                  <a:moveTo>
                    <a:pt x="431773" y="767038"/>
                  </a:moveTo>
                  <a:lnTo>
                    <a:pt x="498239" y="767038"/>
                  </a:lnTo>
                  <a:lnTo>
                    <a:pt x="498239" y="833504"/>
                  </a:lnTo>
                  <a:lnTo>
                    <a:pt x="431773" y="833504"/>
                  </a:lnTo>
                  <a:close/>
                  <a:moveTo>
                    <a:pt x="465041" y="236627"/>
                  </a:moveTo>
                  <a:cubicBezTo>
                    <a:pt x="470002" y="236494"/>
                    <a:pt x="474417" y="241314"/>
                    <a:pt x="474533" y="247184"/>
                  </a:cubicBezTo>
                  <a:cubicBezTo>
                    <a:pt x="474634" y="252328"/>
                    <a:pt x="474787" y="257489"/>
                    <a:pt x="474473" y="262615"/>
                  </a:cubicBezTo>
                  <a:cubicBezTo>
                    <a:pt x="474261" y="266064"/>
                    <a:pt x="475622" y="267875"/>
                    <a:pt x="478516" y="269473"/>
                  </a:cubicBezTo>
                  <a:cubicBezTo>
                    <a:pt x="490665" y="276184"/>
                    <a:pt x="502805" y="282925"/>
                    <a:pt x="514692" y="290083"/>
                  </a:cubicBezTo>
                  <a:cubicBezTo>
                    <a:pt x="517156" y="291566"/>
                    <a:pt x="519623" y="294685"/>
                    <a:pt x="520087" y="297393"/>
                  </a:cubicBezTo>
                  <a:cubicBezTo>
                    <a:pt x="520555" y="300125"/>
                    <a:pt x="519348" y="304079"/>
                    <a:pt x="517407" y="306064"/>
                  </a:cubicBezTo>
                  <a:cubicBezTo>
                    <a:pt x="514642" y="308892"/>
                    <a:pt x="510361" y="308847"/>
                    <a:pt x="506702" y="306846"/>
                  </a:cubicBezTo>
                  <a:cubicBezTo>
                    <a:pt x="498315" y="302260"/>
                    <a:pt x="490016" y="297514"/>
                    <a:pt x="481676" y="292842"/>
                  </a:cubicBezTo>
                  <a:cubicBezTo>
                    <a:pt x="479548" y="291650"/>
                    <a:pt x="477403" y="290490"/>
                    <a:pt x="474554" y="288924"/>
                  </a:cubicBezTo>
                  <a:cubicBezTo>
                    <a:pt x="474554" y="298012"/>
                    <a:pt x="474554" y="306341"/>
                    <a:pt x="474554" y="314670"/>
                  </a:cubicBezTo>
                  <a:cubicBezTo>
                    <a:pt x="474554" y="322154"/>
                    <a:pt x="474729" y="329645"/>
                    <a:pt x="474475" y="337121"/>
                  </a:cubicBezTo>
                  <a:cubicBezTo>
                    <a:pt x="474362" y="340444"/>
                    <a:pt x="475664" y="341891"/>
                    <a:pt x="478495" y="343455"/>
                  </a:cubicBezTo>
                  <a:cubicBezTo>
                    <a:pt x="490772" y="350238"/>
                    <a:pt x="502911" y="357282"/>
                    <a:pt x="514956" y="364471"/>
                  </a:cubicBezTo>
                  <a:cubicBezTo>
                    <a:pt x="520574" y="367824"/>
                    <a:pt x="522162" y="373601"/>
                    <a:pt x="519321" y="378230"/>
                  </a:cubicBezTo>
                  <a:cubicBezTo>
                    <a:pt x="516687" y="382521"/>
                    <a:pt x="510148" y="383508"/>
                    <a:pt x="504902" y="380460"/>
                  </a:cubicBezTo>
                  <a:cubicBezTo>
                    <a:pt x="495309" y="374888"/>
                    <a:pt x="485697" y="369347"/>
                    <a:pt x="476087" y="363805"/>
                  </a:cubicBezTo>
                  <a:cubicBezTo>
                    <a:pt x="475836" y="363660"/>
                    <a:pt x="475506" y="363653"/>
                    <a:pt x="474752" y="363468"/>
                  </a:cubicBezTo>
                  <a:cubicBezTo>
                    <a:pt x="474684" y="364825"/>
                    <a:pt x="474564" y="366114"/>
                    <a:pt x="474563" y="367404"/>
                  </a:cubicBezTo>
                  <a:cubicBezTo>
                    <a:pt x="474550" y="381750"/>
                    <a:pt x="474718" y="396098"/>
                    <a:pt x="474441" y="410439"/>
                  </a:cubicBezTo>
                  <a:cubicBezTo>
                    <a:pt x="474371" y="414106"/>
                    <a:pt x="475653" y="416190"/>
                    <a:pt x="478593" y="417841"/>
                  </a:cubicBezTo>
                  <a:cubicBezTo>
                    <a:pt x="490423" y="424482"/>
                    <a:pt x="502183" y="431251"/>
                    <a:pt x="514056" y="437813"/>
                  </a:cubicBezTo>
                  <a:cubicBezTo>
                    <a:pt x="520044" y="441123"/>
                    <a:pt x="522266" y="446292"/>
                    <a:pt x="519556" y="451597"/>
                  </a:cubicBezTo>
                  <a:cubicBezTo>
                    <a:pt x="516879" y="456837"/>
                    <a:pt x="511996" y="458086"/>
                    <a:pt x="505659" y="454657"/>
                  </a:cubicBezTo>
                  <a:cubicBezTo>
                    <a:pt x="497118" y="450036"/>
                    <a:pt x="488753" y="445092"/>
                    <a:pt x="480298" y="440314"/>
                  </a:cubicBezTo>
                  <a:cubicBezTo>
                    <a:pt x="478711" y="439417"/>
                    <a:pt x="477050" y="438651"/>
                    <a:pt x="474931" y="437575"/>
                  </a:cubicBezTo>
                  <a:cubicBezTo>
                    <a:pt x="474775" y="439203"/>
                    <a:pt x="474570" y="440353"/>
                    <a:pt x="474569" y="441503"/>
                  </a:cubicBezTo>
                  <a:cubicBezTo>
                    <a:pt x="474547" y="456005"/>
                    <a:pt x="474670" y="470508"/>
                    <a:pt x="474471" y="485006"/>
                  </a:cubicBezTo>
                  <a:cubicBezTo>
                    <a:pt x="474423" y="488505"/>
                    <a:pt x="475768" y="490290"/>
                    <a:pt x="478674" y="491916"/>
                  </a:cubicBezTo>
                  <a:cubicBezTo>
                    <a:pt x="491184" y="498913"/>
                    <a:pt x="503627" y="506035"/>
                    <a:pt x="515977" y="513311"/>
                  </a:cubicBezTo>
                  <a:cubicBezTo>
                    <a:pt x="520761" y="516130"/>
                    <a:pt x="521994" y="522270"/>
                    <a:pt x="519097" y="526518"/>
                  </a:cubicBezTo>
                  <a:cubicBezTo>
                    <a:pt x="516210" y="530751"/>
                    <a:pt x="510099" y="531733"/>
                    <a:pt x="505391" y="528966"/>
                  </a:cubicBezTo>
                  <a:cubicBezTo>
                    <a:pt x="495824" y="523344"/>
                    <a:pt x="486180" y="517853"/>
                    <a:pt x="476558" y="512324"/>
                  </a:cubicBezTo>
                  <a:cubicBezTo>
                    <a:pt x="476188" y="512111"/>
                    <a:pt x="475723" y="512063"/>
                    <a:pt x="474580" y="511725"/>
                  </a:cubicBezTo>
                  <a:cubicBezTo>
                    <a:pt x="474580" y="528454"/>
                    <a:pt x="474580" y="544879"/>
                    <a:pt x="474618" y="561734"/>
                  </a:cubicBezTo>
                  <a:cubicBezTo>
                    <a:pt x="469143" y="563560"/>
                    <a:pt x="463645" y="564470"/>
                    <a:pt x="457950" y="561426"/>
                  </a:cubicBezTo>
                  <a:cubicBezTo>
                    <a:pt x="457028" y="559251"/>
                    <a:pt x="455939" y="557255"/>
                    <a:pt x="455918" y="555247"/>
                  </a:cubicBezTo>
                  <a:cubicBezTo>
                    <a:pt x="455770" y="540915"/>
                    <a:pt x="455839" y="526580"/>
                    <a:pt x="455839" y="511204"/>
                  </a:cubicBezTo>
                  <a:cubicBezTo>
                    <a:pt x="449100" y="514973"/>
                    <a:pt x="442999" y="518384"/>
                    <a:pt x="436899" y="521796"/>
                  </a:cubicBezTo>
                  <a:cubicBezTo>
                    <a:pt x="432321" y="524357"/>
                    <a:pt x="427822" y="527071"/>
                    <a:pt x="423145" y="529436"/>
                  </a:cubicBezTo>
                  <a:cubicBezTo>
                    <a:pt x="418311" y="531881"/>
                    <a:pt x="413009" y="530497"/>
                    <a:pt x="410896" y="526579"/>
                  </a:cubicBezTo>
                  <a:cubicBezTo>
                    <a:pt x="408186" y="521554"/>
                    <a:pt x="409401" y="515700"/>
                    <a:pt x="414188" y="512929"/>
                  </a:cubicBezTo>
                  <a:cubicBezTo>
                    <a:pt x="425929" y="506134"/>
                    <a:pt x="437746" y="499467"/>
                    <a:pt x="449647" y="492957"/>
                  </a:cubicBezTo>
                  <a:cubicBezTo>
                    <a:pt x="453895" y="490633"/>
                    <a:pt x="456221" y="488157"/>
                    <a:pt x="456022" y="482629"/>
                  </a:cubicBezTo>
                  <a:cubicBezTo>
                    <a:pt x="455486" y="467684"/>
                    <a:pt x="455839" y="452706"/>
                    <a:pt x="455839" y="437012"/>
                  </a:cubicBezTo>
                  <a:cubicBezTo>
                    <a:pt x="450254" y="440098"/>
                    <a:pt x="445055" y="442903"/>
                    <a:pt x="439923" y="445826"/>
                  </a:cubicBezTo>
                  <a:cubicBezTo>
                    <a:pt x="434567" y="448876"/>
                    <a:pt x="429336" y="452149"/>
                    <a:pt x="423939" y="455122"/>
                  </a:cubicBezTo>
                  <a:cubicBezTo>
                    <a:pt x="418827" y="457937"/>
                    <a:pt x="412990" y="456619"/>
                    <a:pt x="410618" y="451776"/>
                  </a:cubicBezTo>
                  <a:cubicBezTo>
                    <a:pt x="408495" y="447441"/>
                    <a:pt x="408479" y="442560"/>
                    <a:pt x="414188" y="439041"/>
                  </a:cubicBezTo>
                  <a:cubicBezTo>
                    <a:pt x="422845" y="433705"/>
                    <a:pt x="431810" y="428867"/>
                    <a:pt x="440646" y="423822"/>
                  </a:cubicBezTo>
                  <a:cubicBezTo>
                    <a:pt x="445065" y="421300"/>
                    <a:pt x="449569" y="418912"/>
                    <a:pt x="453853" y="416180"/>
                  </a:cubicBezTo>
                  <a:cubicBezTo>
                    <a:pt x="454884" y="415523"/>
                    <a:pt x="455745" y="413744"/>
                    <a:pt x="455755" y="412474"/>
                  </a:cubicBezTo>
                  <a:cubicBezTo>
                    <a:pt x="455881" y="396263"/>
                    <a:pt x="455838" y="380050"/>
                    <a:pt x="455838" y="362892"/>
                  </a:cubicBezTo>
                  <a:cubicBezTo>
                    <a:pt x="449406" y="366539"/>
                    <a:pt x="443465" y="369883"/>
                    <a:pt x="437548" y="373271"/>
                  </a:cubicBezTo>
                  <a:cubicBezTo>
                    <a:pt x="432866" y="375951"/>
                    <a:pt x="428288" y="378822"/>
                    <a:pt x="423528" y="381355"/>
                  </a:cubicBezTo>
                  <a:cubicBezTo>
                    <a:pt x="418887" y="383825"/>
                    <a:pt x="412782" y="382189"/>
                    <a:pt x="410538" y="377818"/>
                  </a:cubicBezTo>
                  <a:cubicBezTo>
                    <a:pt x="408499" y="373847"/>
                    <a:pt x="408780" y="367920"/>
                    <a:pt x="413885" y="365040"/>
                  </a:cubicBezTo>
                  <a:cubicBezTo>
                    <a:pt x="426102" y="358148"/>
                    <a:pt x="438184" y="351016"/>
                    <a:pt x="450453" y="344220"/>
                  </a:cubicBezTo>
                  <a:cubicBezTo>
                    <a:pt x="454137" y="342180"/>
                    <a:pt x="456094" y="340078"/>
                    <a:pt x="455979" y="335387"/>
                  </a:cubicBezTo>
                  <a:cubicBezTo>
                    <a:pt x="455605" y="320125"/>
                    <a:pt x="455839" y="304848"/>
                    <a:pt x="455839" y="288703"/>
                  </a:cubicBezTo>
                  <a:cubicBezTo>
                    <a:pt x="450297" y="291843"/>
                    <a:pt x="445301" y="294662"/>
                    <a:pt x="440317" y="297501"/>
                  </a:cubicBezTo>
                  <a:cubicBezTo>
                    <a:pt x="434958" y="300554"/>
                    <a:pt x="429713" y="303828"/>
                    <a:pt x="424230" y="306639"/>
                  </a:cubicBezTo>
                  <a:cubicBezTo>
                    <a:pt x="417493" y="310094"/>
                    <a:pt x="411619" y="307546"/>
                    <a:pt x="409727" y="300547"/>
                  </a:cubicBezTo>
                  <a:cubicBezTo>
                    <a:pt x="408641" y="296530"/>
                    <a:pt x="410154" y="293022"/>
                    <a:pt x="413539" y="291026"/>
                  </a:cubicBezTo>
                  <a:cubicBezTo>
                    <a:pt x="426552" y="283353"/>
                    <a:pt x="439687" y="275879"/>
                    <a:pt x="452896" y="268547"/>
                  </a:cubicBezTo>
                  <a:cubicBezTo>
                    <a:pt x="455136" y="267303"/>
                    <a:pt x="455984" y="266093"/>
                    <a:pt x="455897" y="263582"/>
                  </a:cubicBezTo>
                  <a:cubicBezTo>
                    <a:pt x="455708" y="258131"/>
                    <a:pt x="455817" y="252669"/>
                    <a:pt x="455845" y="247212"/>
                  </a:cubicBezTo>
                  <a:cubicBezTo>
                    <a:pt x="455877" y="240884"/>
                    <a:pt x="459467" y="236776"/>
                    <a:pt x="465041" y="236627"/>
                  </a:cubicBezTo>
                  <a:close/>
                  <a:moveTo>
                    <a:pt x="737986" y="140"/>
                  </a:moveTo>
                  <a:cubicBezTo>
                    <a:pt x="741389" y="207"/>
                    <a:pt x="744427" y="2060"/>
                    <a:pt x="746457" y="5655"/>
                  </a:cubicBezTo>
                  <a:cubicBezTo>
                    <a:pt x="756153" y="22834"/>
                    <a:pt x="766212" y="39808"/>
                    <a:pt x="776064" y="56899"/>
                  </a:cubicBezTo>
                  <a:cubicBezTo>
                    <a:pt x="785995" y="74128"/>
                    <a:pt x="795788" y="91436"/>
                    <a:pt x="805728" y="108660"/>
                  </a:cubicBezTo>
                  <a:cubicBezTo>
                    <a:pt x="815359" y="125349"/>
                    <a:pt x="825117" y="141964"/>
                    <a:pt x="834777" y="158636"/>
                  </a:cubicBezTo>
                  <a:cubicBezTo>
                    <a:pt x="836704" y="161962"/>
                    <a:pt x="838804" y="165256"/>
                    <a:pt x="840182" y="168814"/>
                  </a:cubicBezTo>
                  <a:cubicBezTo>
                    <a:pt x="842769" y="175493"/>
                    <a:pt x="838642" y="181280"/>
                    <a:pt x="831407" y="181360"/>
                  </a:cubicBezTo>
                  <a:cubicBezTo>
                    <a:pt x="821588" y="181469"/>
                    <a:pt x="811766" y="181387"/>
                    <a:pt x="801113" y="181387"/>
                  </a:cubicBezTo>
                  <a:cubicBezTo>
                    <a:pt x="803135" y="185236"/>
                    <a:pt x="804813" y="188724"/>
                    <a:pt x="806746" y="192065"/>
                  </a:cubicBezTo>
                  <a:cubicBezTo>
                    <a:pt x="821572" y="217683"/>
                    <a:pt x="836480" y="243253"/>
                    <a:pt x="851295" y="268877"/>
                  </a:cubicBezTo>
                  <a:cubicBezTo>
                    <a:pt x="862175" y="287693"/>
                    <a:pt x="872914" y="306590"/>
                    <a:pt x="883794" y="325406"/>
                  </a:cubicBezTo>
                  <a:cubicBezTo>
                    <a:pt x="888162" y="332959"/>
                    <a:pt x="884330" y="340292"/>
                    <a:pt x="875595" y="340430"/>
                  </a:cubicBezTo>
                  <a:cubicBezTo>
                    <a:pt x="865017" y="340598"/>
                    <a:pt x="854434" y="340470"/>
                    <a:pt x="843132" y="340470"/>
                  </a:cubicBezTo>
                  <a:cubicBezTo>
                    <a:pt x="851732" y="355312"/>
                    <a:pt x="860059" y="369666"/>
                    <a:pt x="868368" y="384031"/>
                  </a:cubicBezTo>
                  <a:cubicBezTo>
                    <a:pt x="877090" y="399110"/>
                    <a:pt x="885794" y="414199"/>
                    <a:pt x="894508" y="429283"/>
                  </a:cubicBezTo>
                  <a:cubicBezTo>
                    <a:pt x="903299" y="444498"/>
                    <a:pt x="912089" y="459713"/>
                    <a:pt x="920888" y="474924"/>
                  </a:cubicBezTo>
                  <a:cubicBezTo>
                    <a:pt x="923430" y="479319"/>
                    <a:pt x="926002" y="483698"/>
                    <a:pt x="928871" y="488171"/>
                  </a:cubicBezTo>
                  <a:cubicBezTo>
                    <a:pt x="929480" y="492062"/>
                    <a:pt x="929777" y="495867"/>
                    <a:pt x="930011" y="500100"/>
                  </a:cubicBezTo>
                  <a:cubicBezTo>
                    <a:pt x="924276" y="503707"/>
                    <a:pt x="918085" y="503330"/>
                    <a:pt x="911896" y="503324"/>
                  </a:cubicBezTo>
                  <a:cubicBezTo>
                    <a:pt x="861059" y="503278"/>
                    <a:pt x="810222" y="503298"/>
                    <a:pt x="759385" y="503298"/>
                  </a:cubicBezTo>
                  <a:cubicBezTo>
                    <a:pt x="757544" y="503298"/>
                    <a:pt x="755702" y="503298"/>
                    <a:pt x="753423" y="503298"/>
                  </a:cubicBezTo>
                  <a:cubicBezTo>
                    <a:pt x="753423" y="536050"/>
                    <a:pt x="753423" y="568414"/>
                    <a:pt x="753423" y="601165"/>
                  </a:cubicBezTo>
                  <a:cubicBezTo>
                    <a:pt x="745160" y="601165"/>
                    <a:pt x="737327" y="601165"/>
                    <a:pt x="729047" y="601165"/>
                  </a:cubicBezTo>
                  <a:cubicBezTo>
                    <a:pt x="729047" y="568757"/>
                    <a:pt x="729047" y="536394"/>
                    <a:pt x="729047" y="503298"/>
                  </a:cubicBezTo>
                  <a:cubicBezTo>
                    <a:pt x="724022" y="503298"/>
                    <a:pt x="719414" y="503298"/>
                    <a:pt x="714805" y="503298"/>
                  </a:cubicBezTo>
                  <a:cubicBezTo>
                    <a:pt x="707944" y="503298"/>
                    <a:pt x="701080" y="503377"/>
                    <a:pt x="694222" y="503229"/>
                  </a:cubicBezTo>
                  <a:cubicBezTo>
                    <a:pt x="692902" y="503201"/>
                    <a:pt x="690971" y="502663"/>
                    <a:pt x="690398" y="501712"/>
                  </a:cubicBezTo>
                  <a:cubicBezTo>
                    <a:pt x="687396" y="496731"/>
                    <a:pt x="684741" y="491541"/>
                    <a:pt x="681563" y="485683"/>
                  </a:cubicBezTo>
                  <a:cubicBezTo>
                    <a:pt x="756420" y="485683"/>
                    <a:pt x="830384" y="485683"/>
                    <a:pt x="905612" y="485683"/>
                  </a:cubicBezTo>
                  <a:cubicBezTo>
                    <a:pt x="901639" y="478703"/>
                    <a:pt x="898202" y="472599"/>
                    <a:pt x="894702" y="466532"/>
                  </a:cubicBezTo>
                  <a:cubicBezTo>
                    <a:pt x="885922" y="451310"/>
                    <a:pt x="877108" y="436109"/>
                    <a:pt x="868317" y="420894"/>
                  </a:cubicBezTo>
                  <a:cubicBezTo>
                    <a:pt x="859603" y="405810"/>
                    <a:pt x="850897" y="390722"/>
                    <a:pt x="842194" y="375632"/>
                  </a:cubicBezTo>
                  <a:cubicBezTo>
                    <a:pt x="834647" y="362548"/>
                    <a:pt x="827139" y="349440"/>
                    <a:pt x="819554" y="336377"/>
                  </a:cubicBezTo>
                  <a:cubicBezTo>
                    <a:pt x="814798" y="328187"/>
                    <a:pt x="821887" y="321599"/>
                    <a:pt x="828512" y="321711"/>
                  </a:cubicBezTo>
                  <a:cubicBezTo>
                    <a:pt x="838790" y="321883"/>
                    <a:pt x="849074" y="321756"/>
                    <a:pt x="860487" y="321756"/>
                  </a:cubicBezTo>
                  <a:cubicBezTo>
                    <a:pt x="856946" y="315568"/>
                    <a:pt x="853802" y="310042"/>
                    <a:pt x="850628" y="304533"/>
                  </a:cubicBezTo>
                  <a:cubicBezTo>
                    <a:pt x="841857" y="289307"/>
                    <a:pt x="833081" y="274083"/>
                    <a:pt x="824291" y="258868"/>
                  </a:cubicBezTo>
                  <a:cubicBezTo>
                    <a:pt x="815576" y="243785"/>
                    <a:pt x="806856" y="228705"/>
                    <a:pt x="798111" y="213639"/>
                  </a:cubicBezTo>
                  <a:cubicBezTo>
                    <a:pt x="791070" y="201508"/>
                    <a:pt x="783837" y="189485"/>
                    <a:pt x="776981" y="177251"/>
                  </a:cubicBezTo>
                  <a:cubicBezTo>
                    <a:pt x="773151" y="170415"/>
                    <a:pt x="777487" y="163614"/>
                    <a:pt x="785295" y="163609"/>
                  </a:cubicBezTo>
                  <a:cubicBezTo>
                    <a:pt x="795371" y="163603"/>
                    <a:pt x="805447" y="163608"/>
                    <a:pt x="816319" y="163608"/>
                  </a:cubicBezTo>
                  <a:cubicBezTo>
                    <a:pt x="789939" y="117969"/>
                    <a:pt x="763983" y="73061"/>
                    <a:pt x="737710" y="27607"/>
                  </a:cubicBezTo>
                  <a:cubicBezTo>
                    <a:pt x="711454" y="72986"/>
                    <a:pt x="685487" y="117863"/>
                    <a:pt x="659019" y="163608"/>
                  </a:cubicBezTo>
                  <a:cubicBezTo>
                    <a:pt x="669614" y="163608"/>
                    <a:pt x="679210" y="163605"/>
                    <a:pt x="688806" y="163608"/>
                  </a:cubicBezTo>
                  <a:cubicBezTo>
                    <a:pt x="698559" y="163611"/>
                    <a:pt x="702447" y="169551"/>
                    <a:pt x="697734" y="178093"/>
                  </a:cubicBezTo>
                  <a:cubicBezTo>
                    <a:pt x="690586" y="191047"/>
                    <a:pt x="682934" y="203722"/>
                    <a:pt x="675520" y="216530"/>
                  </a:cubicBezTo>
                  <a:cubicBezTo>
                    <a:pt x="666794" y="231606"/>
                    <a:pt x="658067" y="246683"/>
                    <a:pt x="649391" y="261788"/>
                  </a:cubicBezTo>
                  <a:cubicBezTo>
                    <a:pt x="643017" y="272883"/>
                    <a:pt x="636728" y="284027"/>
                    <a:pt x="630389" y="295142"/>
                  </a:cubicBezTo>
                  <a:cubicBezTo>
                    <a:pt x="629854" y="296081"/>
                    <a:pt x="629222" y="296965"/>
                    <a:pt x="628243" y="298481"/>
                  </a:cubicBezTo>
                  <a:cubicBezTo>
                    <a:pt x="624548" y="292363"/>
                    <a:pt x="621359" y="287344"/>
                    <a:pt x="618507" y="282142"/>
                  </a:cubicBezTo>
                  <a:cubicBezTo>
                    <a:pt x="617946" y="281118"/>
                    <a:pt x="618245" y="279134"/>
                    <a:pt x="618885" y="278015"/>
                  </a:cubicBezTo>
                  <a:cubicBezTo>
                    <a:pt x="627450" y="263025"/>
                    <a:pt x="636170" y="248124"/>
                    <a:pt x="644802" y="233173"/>
                  </a:cubicBezTo>
                  <a:cubicBezTo>
                    <a:pt x="653666" y="217820"/>
                    <a:pt x="662501" y="202450"/>
                    <a:pt x="671270" y="187043"/>
                  </a:cubicBezTo>
                  <a:cubicBezTo>
                    <a:pt x="672125" y="185541"/>
                    <a:pt x="672424" y="183722"/>
                    <a:pt x="673202" y="181387"/>
                  </a:cubicBezTo>
                  <a:cubicBezTo>
                    <a:pt x="663525" y="181387"/>
                    <a:pt x="654647" y="181041"/>
                    <a:pt x="645808" y="181481"/>
                  </a:cubicBezTo>
                  <a:cubicBezTo>
                    <a:pt x="636233" y="181958"/>
                    <a:pt x="631410" y="174458"/>
                    <a:pt x="636262" y="166239"/>
                  </a:cubicBezTo>
                  <a:cubicBezTo>
                    <a:pt x="645118" y="151238"/>
                    <a:pt x="653745" y="136102"/>
                    <a:pt x="662465" y="121021"/>
                  </a:cubicBezTo>
                  <a:cubicBezTo>
                    <a:pt x="671185" y="105941"/>
                    <a:pt x="679904" y="90861"/>
                    <a:pt x="688620" y="75778"/>
                  </a:cubicBezTo>
                  <a:cubicBezTo>
                    <a:pt x="698261" y="59096"/>
                    <a:pt x="707889" y="42407"/>
                    <a:pt x="717540" y="25731"/>
                  </a:cubicBezTo>
                  <a:cubicBezTo>
                    <a:pt x="721478" y="18928"/>
                    <a:pt x="725663" y="12259"/>
                    <a:pt x="729346" y="5321"/>
                  </a:cubicBezTo>
                  <a:cubicBezTo>
                    <a:pt x="731307" y="1626"/>
                    <a:pt x="734595" y="74"/>
                    <a:pt x="737986" y="140"/>
                  </a:cubicBezTo>
                  <a:close/>
                  <a:moveTo>
                    <a:pt x="192260" y="2"/>
                  </a:moveTo>
                  <a:cubicBezTo>
                    <a:pt x="195187" y="-59"/>
                    <a:pt x="198078" y="1260"/>
                    <a:pt x="199812" y="4077"/>
                  </a:cubicBezTo>
                  <a:cubicBezTo>
                    <a:pt x="208371" y="17985"/>
                    <a:pt x="216284" y="32291"/>
                    <a:pt x="224452" y="46440"/>
                  </a:cubicBezTo>
                  <a:cubicBezTo>
                    <a:pt x="234083" y="63123"/>
                    <a:pt x="243693" y="79819"/>
                    <a:pt x="253342" y="96492"/>
                  </a:cubicBezTo>
                  <a:cubicBezTo>
                    <a:pt x="262066" y="111566"/>
                    <a:pt x="270853" y="126604"/>
                    <a:pt x="279569" y="141682"/>
                  </a:cubicBezTo>
                  <a:cubicBezTo>
                    <a:pt x="284505" y="150221"/>
                    <a:pt x="289534" y="158713"/>
                    <a:pt x="294192" y="167402"/>
                  </a:cubicBezTo>
                  <a:cubicBezTo>
                    <a:pt x="298137" y="174762"/>
                    <a:pt x="294133" y="181260"/>
                    <a:pt x="285776" y="181360"/>
                  </a:cubicBezTo>
                  <a:cubicBezTo>
                    <a:pt x="275959" y="181476"/>
                    <a:pt x="266140" y="181387"/>
                    <a:pt x="255555" y="181387"/>
                  </a:cubicBezTo>
                  <a:cubicBezTo>
                    <a:pt x="258629" y="186964"/>
                    <a:pt x="261385" y="192170"/>
                    <a:pt x="264330" y="197267"/>
                  </a:cubicBezTo>
                  <a:cubicBezTo>
                    <a:pt x="274276" y="214480"/>
                    <a:pt x="284279" y="231659"/>
                    <a:pt x="294279" y="248841"/>
                  </a:cubicBezTo>
                  <a:cubicBezTo>
                    <a:pt x="299549" y="257896"/>
                    <a:pt x="304880" y="266917"/>
                    <a:pt x="310119" y="275990"/>
                  </a:cubicBezTo>
                  <a:cubicBezTo>
                    <a:pt x="310797" y="277163"/>
                    <a:pt x="311091" y="278558"/>
                    <a:pt x="311263" y="280240"/>
                  </a:cubicBezTo>
                  <a:cubicBezTo>
                    <a:pt x="307667" y="285804"/>
                    <a:pt x="304371" y="290978"/>
                    <a:pt x="301075" y="296152"/>
                  </a:cubicBezTo>
                  <a:cubicBezTo>
                    <a:pt x="298000" y="291229"/>
                    <a:pt x="294796" y="286382"/>
                    <a:pt x="291873" y="281370"/>
                  </a:cubicBezTo>
                  <a:cubicBezTo>
                    <a:pt x="275958" y="254071"/>
                    <a:pt x="260097" y="226740"/>
                    <a:pt x="244252" y="199400"/>
                  </a:cubicBezTo>
                  <a:cubicBezTo>
                    <a:pt x="240388" y="192732"/>
                    <a:pt x="236546" y="186047"/>
                    <a:pt x="232913" y="179252"/>
                  </a:cubicBezTo>
                  <a:cubicBezTo>
                    <a:pt x="231295" y="176224"/>
                    <a:pt x="229146" y="173258"/>
                    <a:pt x="230897" y="169295"/>
                  </a:cubicBezTo>
                  <a:cubicBezTo>
                    <a:pt x="232489" y="165691"/>
                    <a:pt x="234514" y="163489"/>
                    <a:pt x="238799" y="163555"/>
                  </a:cubicBezTo>
                  <a:cubicBezTo>
                    <a:pt x="249185" y="163716"/>
                    <a:pt x="259576" y="163607"/>
                    <a:pt x="270948" y="163607"/>
                  </a:cubicBezTo>
                  <a:cubicBezTo>
                    <a:pt x="244519" y="117922"/>
                    <a:pt x="218557" y="73044"/>
                    <a:pt x="192264" y="27594"/>
                  </a:cubicBezTo>
                  <a:cubicBezTo>
                    <a:pt x="166034" y="72980"/>
                    <a:pt x="140098" y="117857"/>
                    <a:pt x="113865" y="163249"/>
                  </a:cubicBezTo>
                  <a:cubicBezTo>
                    <a:pt x="115665" y="163395"/>
                    <a:pt x="116971" y="163589"/>
                    <a:pt x="118278" y="163593"/>
                  </a:cubicBezTo>
                  <a:cubicBezTo>
                    <a:pt x="127322" y="163620"/>
                    <a:pt x="136367" y="163590"/>
                    <a:pt x="145411" y="163613"/>
                  </a:cubicBezTo>
                  <a:cubicBezTo>
                    <a:pt x="152375" y="163631"/>
                    <a:pt x="156558" y="169965"/>
                    <a:pt x="153188" y="176067"/>
                  </a:cubicBezTo>
                  <a:cubicBezTo>
                    <a:pt x="145363" y="190238"/>
                    <a:pt x="137212" y="204229"/>
                    <a:pt x="129131" y="218257"/>
                  </a:cubicBezTo>
                  <a:cubicBezTo>
                    <a:pt x="120436" y="233351"/>
                    <a:pt x="111665" y="248402"/>
                    <a:pt x="102937" y="263477"/>
                  </a:cubicBezTo>
                  <a:cubicBezTo>
                    <a:pt x="94057" y="278815"/>
                    <a:pt x="85178" y="294154"/>
                    <a:pt x="76324" y="309508"/>
                  </a:cubicBezTo>
                  <a:cubicBezTo>
                    <a:pt x="74101" y="313362"/>
                    <a:pt x="71975" y="317272"/>
                    <a:pt x="69470" y="321755"/>
                  </a:cubicBezTo>
                  <a:cubicBezTo>
                    <a:pt x="80202" y="321755"/>
                    <a:pt x="90544" y="321730"/>
                    <a:pt x="100886" y="321765"/>
                  </a:cubicBezTo>
                  <a:cubicBezTo>
                    <a:pt x="106764" y="321786"/>
                    <a:pt x="110670" y="324183"/>
                    <a:pt x="111568" y="329240"/>
                  </a:cubicBezTo>
                  <a:cubicBezTo>
                    <a:pt x="112006" y="331701"/>
                    <a:pt x="111346" y="334846"/>
                    <a:pt x="110080" y="337046"/>
                  </a:cubicBezTo>
                  <a:cubicBezTo>
                    <a:pt x="93478" y="365906"/>
                    <a:pt x="76651" y="394637"/>
                    <a:pt x="59937" y="423433"/>
                  </a:cubicBezTo>
                  <a:cubicBezTo>
                    <a:pt x="48330" y="443428"/>
                    <a:pt x="36806" y="463472"/>
                    <a:pt x="25269" y="483507"/>
                  </a:cubicBezTo>
                  <a:cubicBezTo>
                    <a:pt x="24984" y="484002"/>
                    <a:pt x="24978" y="484657"/>
                    <a:pt x="24750" y="485629"/>
                  </a:cubicBezTo>
                  <a:cubicBezTo>
                    <a:pt x="99170" y="485629"/>
                    <a:pt x="173325" y="485629"/>
                    <a:pt x="248391" y="485629"/>
                  </a:cubicBezTo>
                  <a:cubicBezTo>
                    <a:pt x="245159" y="491653"/>
                    <a:pt x="242375" y="497099"/>
                    <a:pt x="239267" y="502354"/>
                  </a:cubicBezTo>
                  <a:cubicBezTo>
                    <a:pt x="238806" y="503133"/>
                    <a:pt x="236816" y="503252"/>
                    <a:pt x="235532" y="503259"/>
                  </a:cubicBezTo>
                  <a:cubicBezTo>
                    <a:pt x="223692" y="503325"/>
                    <a:pt x="211853" y="503298"/>
                    <a:pt x="199409" y="503298"/>
                  </a:cubicBezTo>
                  <a:cubicBezTo>
                    <a:pt x="199409" y="536022"/>
                    <a:pt x="199409" y="568497"/>
                    <a:pt x="199409" y="601261"/>
                  </a:cubicBezTo>
                  <a:cubicBezTo>
                    <a:pt x="191089" y="601261"/>
                    <a:pt x="183367" y="601261"/>
                    <a:pt x="175036" y="601261"/>
                  </a:cubicBezTo>
                  <a:cubicBezTo>
                    <a:pt x="175036" y="568788"/>
                    <a:pt x="175036" y="536313"/>
                    <a:pt x="175036" y="503298"/>
                  </a:cubicBezTo>
                  <a:cubicBezTo>
                    <a:pt x="172617" y="503298"/>
                    <a:pt x="170795" y="503298"/>
                    <a:pt x="168973" y="503298"/>
                  </a:cubicBezTo>
                  <a:cubicBezTo>
                    <a:pt x="117202" y="503298"/>
                    <a:pt x="65430" y="503363"/>
                    <a:pt x="13660" y="503179"/>
                  </a:cubicBezTo>
                  <a:cubicBezTo>
                    <a:pt x="9355" y="503163"/>
                    <a:pt x="5056" y="501466"/>
                    <a:pt x="411" y="500540"/>
                  </a:cubicBezTo>
                  <a:cubicBezTo>
                    <a:pt x="25" y="496736"/>
                    <a:pt x="-17" y="492943"/>
                    <a:pt x="4" y="488718"/>
                  </a:cubicBezTo>
                  <a:cubicBezTo>
                    <a:pt x="2216" y="485443"/>
                    <a:pt x="4690" y="482788"/>
                    <a:pt x="6461" y="479726"/>
                  </a:cubicBezTo>
                  <a:cubicBezTo>
                    <a:pt x="21203" y="454242"/>
                    <a:pt x="35768" y="428656"/>
                    <a:pt x="50482" y="403155"/>
                  </a:cubicBezTo>
                  <a:cubicBezTo>
                    <a:pt x="62412" y="382478"/>
                    <a:pt x="74475" y="361876"/>
                    <a:pt x="86926" y="340471"/>
                  </a:cubicBezTo>
                  <a:cubicBezTo>
                    <a:pt x="77524" y="340471"/>
                    <a:pt x="68764" y="340471"/>
                    <a:pt x="60003" y="340471"/>
                  </a:cubicBezTo>
                  <a:cubicBezTo>
                    <a:pt x="58132" y="340471"/>
                    <a:pt x="56259" y="340529"/>
                    <a:pt x="54391" y="340460"/>
                  </a:cubicBezTo>
                  <a:cubicBezTo>
                    <a:pt x="45939" y="340149"/>
                    <a:pt x="41665" y="333014"/>
                    <a:pt x="45777" y="325668"/>
                  </a:cubicBezTo>
                  <a:cubicBezTo>
                    <a:pt x="51497" y="315449"/>
                    <a:pt x="57519" y="305400"/>
                    <a:pt x="63390" y="295265"/>
                  </a:cubicBezTo>
                  <a:cubicBezTo>
                    <a:pt x="72195" y="280063"/>
                    <a:pt x="80975" y="264845"/>
                    <a:pt x="89777" y="249640"/>
                  </a:cubicBezTo>
                  <a:cubicBezTo>
                    <a:pt x="98579" y="234435"/>
                    <a:pt x="107410" y="219246"/>
                    <a:pt x="116200" y="204035"/>
                  </a:cubicBezTo>
                  <a:cubicBezTo>
                    <a:pt x="120422" y="196727"/>
                    <a:pt x="124580" y="189383"/>
                    <a:pt x="129150" y="181387"/>
                  </a:cubicBezTo>
                  <a:cubicBezTo>
                    <a:pt x="118924" y="181387"/>
                    <a:pt x="109486" y="181357"/>
                    <a:pt x="100049" y="181402"/>
                  </a:cubicBezTo>
                  <a:cubicBezTo>
                    <a:pt x="95992" y="181421"/>
                    <a:pt x="92520" y="180621"/>
                    <a:pt x="90190" y="176760"/>
                  </a:cubicBezTo>
                  <a:cubicBezTo>
                    <a:pt x="87694" y="172624"/>
                    <a:pt x="89096" y="169109"/>
                    <a:pt x="91200" y="165477"/>
                  </a:cubicBezTo>
                  <a:cubicBezTo>
                    <a:pt x="101398" y="147877"/>
                    <a:pt x="111534" y="130240"/>
                    <a:pt x="121742" y="112646"/>
                  </a:cubicBezTo>
                  <a:cubicBezTo>
                    <a:pt x="131411" y="95984"/>
                    <a:pt x="141183" y="79381"/>
                    <a:pt x="150834" y="62709"/>
                  </a:cubicBezTo>
                  <a:cubicBezTo>
                    <a:pt x="159559" y="47637"/>
                    <a:pt x="168185" y="32507"/>
                    <a:pt x="176850" y="17400"/>
                  </a:cubicBezTo>
                  <a:cubicBezTo>
                    <a:pt x="179381" y="12987"/>
                    <a:pt x="181597" y="8357"/>
                    <a:pt x="184492" y="4199"/>
                  </a:cubicBezTo>
                  <a:cubicBezTo>
                    <a:pt x="186370" y="1502"/>
                    <a:pt x="189333" y="63"/>
                    <a:pt x="192260" y="2"/>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22" name="Group 121">
            <a:extLst>
              <a:ext uri="{FF2B5EF4-FFF2-40B4-BE49-F238E27FC236}">
                <a16:creationId xmlns:a16="http://schemas.microsoft.com/office/drawing/2014/main" id="{9AD66935-0B17-0CEC-C68D-4CB34D856C8E}"/>
              </a:ext>
              <a:ext uri="{C183D7F6-B498-43B3-948B-1728B52AA6E4}">
                <adec:decorative xmlns:adec="http://schemas.microsoft.com/office/drawing/2017/decorative" val="1"/>
              </a:ext>
            </a:extLst>
          </p:cNvPr>
          <p:cNvGrpSpPr>
            <a:grpSpLocks noChangeAspect="1"/>
          </p:cNvGrpSpPr>
          <p:nvPr/>
        </p:nvGrpSpPr>
        <p:grpSpPr>
          <a:xfrm>
            <a:off x="639763" y="5049527"/>
            <a:ext cx="498296" cy="457200"/>
            <a:chOff x="639763" y="5049527"/>
            <a:chExt cx="498296" cy="457200"/>
          </a:xfrm>
          <a:solidFill>
            <a:srgbClr val="FF0000"/>
          </a:solidFill>
        </p:grpSpPr>
        <p:sp>
          <p:nvSpPr>
            <p:cNvPr id="2485" name="Freeform: Shape 2484">
              <a:extLst>
                <a:ext uri="{FF2B5EF4-FFF2-40B4-BE49-F238E27FC236}">
                  <a16:creationId xmlns:a16="http://schemas.microsoft.com/office/drawing/2014/main" id="{0186B8CA-E60B-EC9A-8DC8-C64819C8FFE6}"/>
                </a:ext>
                <a:ext uri="{C183D7F6-B498-43B3-948B-1728B52AA6E4}">
                  <adec:decorative xmlns:adec="http://schemas.microsoft.com/office/drawing/2017/decorative" val="1"/>
                </a:ext>
              </a:extLst>
            </p:cNvPr>
            <p:cNvSpPr/>
            <p:nvPr/>
          </p:nvSpPr>
          <p:spPr>
            <a:xfrm>
              <a:off x="639763" y="5049527"/>
              <a:ext cx="398940" cy="457200"/>
            </a:xfrm>
            <a:custGeom>
              <a:avLst/>
              <a:gdLst>
                <a:gd name="connsiteX0" fmla="*/ 0 w 728746"/>
                <a:gd name="connsiteY0" fmla="*/ 768408 h 835171"/>
                <a:gd name="connsiteX1" fmla="*/ 66763 w 728746"/>
                <a:gd name="connsiteY1" fmla="*/ 768408 h 835171"/>
                <a:gd name="connsiteX2" fmla="*/ 66763 w 728746"/>
                <a:gd name="connsiteY2" fmla="*/ 835171 h 835171"/>
                <a:gd name="connsiteX3" fmla="*/ 0 w 728746"/>
                <a:gd name="connsiteY3" fmla="*/ 835171 h 835171"/>
                <a:gd name="connsiteX4" fmla="*/ 310391 w 728746"/>
                <a:gd name="connsiteY4" fmla="*/ 669516 h 835171"/>
                <a:gd name="connsiteX5" fmla="*/ 355118 w 728746"/>
                <a:gd name="connsiteY5" fmla="*/ 669516 h 835171"/>
                <a:gd name="connsiteX6" fmla="*/ 355118 w 728746"/>
                <a:gd name="connsiteY6" fmla="*/ 714481 h 835171"/>
                <a:gd name="connsiteX7" fmla="*/ 310391 w 728746"/>
                <a:gd name="connsiteY7" fmla="*/ 714481 h 835171"/>
                <a:gd name="connsiteX8" fmla="*/ 399267 w 728746"/>
                <a:gd name="connsiteY8" fmla="*/ 669435 h 835171"/>
                <a:gd name="connsiteX9" fmla="*/ 444271 w 728746"/>
                <a:gd name="connsiteY9" fmla="*/ 669435 h 835171"/>
                <a:gd name="connsiteX10" fmla="*/ 444271 w 728746"/>
                <a:gd name="connsiteY10" fmla="*/ 714578 h 835171"/>
                <a:gd name="connsiteX11" fmla="*/ 399267 w 728746"/>
                <a:gd name="connsiteY11" fmla="*/ 714578 h 835171"/>
                <a:gd name="connsiteX12" fmla="*/ 221622 w 728746"/>
                <a:gd name="connsiteY12" fmla="*/ 669104 h 835171"/>
                <a:gd name="connsiteX13" fmla="*/ 266319 w 728746"/>
                <a:gd name="connsiteY13" fmla="*/ 669104 h 835171"/>
                <a:gd name="connsiteX14" fmla="*/ 266319 w 728746"/>
                <a:gd name="connsiteY14" fmla="*/ 714053 h 835171"/>
                <a:gd name="connsiteX15" fmla="*/ 221622 w 728746"/>
                <a:gd name="connsiteY15" fmla="*/ 714053 h 835171"/>
                <a:gd name="connsiteX16" fmla="*/ 310376 w 728746"/>
                <a:gd name="connsiteY16" fmla="*/ 580722 h 835171"/>
                <a:gd name="connsiteX17" fmla="*/ 355131 w 728746"/>
                <a:gd name="connsiteY17" fmla="*/ 580722 h 835171"/>
                <a:gd name="connsiteX18" fmla="*/ 355131 w 728746"/>
                <a:gd name="connsiteY18" fmla="*/ 625701 h 835171"/>
                <a:gd name="connsiteX19" fmla="*/ 310376 w 728746"/>
                <a:gd name="connsiteY19" fmla="*/ 625701 h 835171"/>
                <a:gd name="connsiteX20" fmla="*/ 398846 w 728746"/>
                <a:gd name="connsiteY20" fmla="*/ 580584 h 835171"/>
                <a:gd name="connsiteX21" fmla="*/ 443878 w 728746"/>
                <a:gd name="connsiteY21" fmla="*/ 580584 h 835171"/>
                <a:gd name="connsiteX22" fmla="*/ 443878 w 728746"/>
                <a:gd name="connsiteY22" fmla="*/ 625271 h 835171"/>
                <a:gd name="connsiteX23" fmla="*/ 398846 w 728746"/>
                <a:gd name="connsiteY23" fmla="*/ 625271 h 835171"/>
                <a:gd name="connsiteX24" fmla="*/ 221608 w 728746"/>
                <a:gd name="connsiteY24" fmla="*/ 580324 h 835171"/>
                <a:gd name="connsiteX25" fmla="*/ 266335 w 728746"/>
                <a:gd name="connsiteY25" fmla="*/ 580324 h 835171"/>
                <a:gd name="connsiteX26" fmla="*/ 266335 w 728746"/>
                <a:gd name="connsiteY26" fmla="*/ 625289 h 835171"/>
                <a:gd name="connsiteX27" fmla="*/ 221608 w 728746"/>
                <a:gd name="connsiteY27" fmla="*/ 625289 h 835171"/>
                <a:gd name="connsiteX28" fmla="*/ 361792 w 728746"/>
                <a:gd name="connsiteY28" fmla="*/ 46015 h 835171"/>
                <a:gd name="connsiteX29" fmla="*/ 256261 w 728746"/>
                <a:gd name="connsiteY29" fmla="*/ 151545 h 835171"/>
                <a:gd name="connsiteX30" fmla="*/ 361792 w 728746"/>
                <a:gd name="connsiteY30" fmla="*/ 257075 h 835171"/>
                <a:gd name="connsiteX31" fmla="*/ 436413 w 728746"/>
                <a:gd name="connsiteY31" fmla="*/ 226166 h 835171"/>
                <a:gd name="connsiteX32" fmla="*/ 445126 w 728746"/>
                <a:gd name="connsiteY32" fmla="*/ 215606 h 835171"/>
                <a:gd name="connsiteX33" fmla="*/ 445073 w 728746"/>
                <a:gd name="connsiteY33" fmla="*/ 215437 h 835171"/>
                <a:gd name="connsiteX34" fmla="*/ 446001 w 728746"/>
                <a:gd name="connsiteY34" fmla="*/ 215992 h 835171"/>
                <a:gd name="connsiteX35" fmla="*/ 458209 w 728746"/>
                <a:gd name="connsiteY35" fmla="*/ 220898 h 835171"/>
                <a:gd name="connsiteX36" fmla="*/ 483558 w 728746"/>
                <a:gd name="connsiteY36" fmla="*/ 224745 h 835171"/>
                <a:gd name="connsiteX37" fmla="*/ 495231 w 728746"/>
                <a:gd name="connsiteY37" fmla="*/ 223683 h 835171"/>
                <a:gd name="connsiteX38" fmla="*/ 501839 w 728746"/>
                <a:gd name="connsiteY38" fmla="*/ 231692 h 835171"/>
                <a:gd name="connsiteX39" fmla="*/ 544686 w 728746"/>
                <a:gd name="connsiteY39" fmla="*/ 249440 h 835171"/>
                <a:gd name="connsiteX40" fmla="*/ 568272 w 728746"/>
                <a:gd name="connsiteY40" fmla="*/ 244678 h 835171"/>
                <a:gd name="connsiteX41" fmla="*/ 578019 w 728746"/>
                <a:gd name="connsiteY41" fmla="*/ 239388 h 835171"/>
                <a:gd name="connsiteX42" fmla="*/ 578551 w 728746"/>
                <a:gd name="connsiteY42" fmla="*/ 242957 h 835171"/>
                <a:gd name="connsiteX43" fmla="*/ 596566 w 728746"/>
                <a:gd name="connsiteY43" fmla="*/ 263337 h 835171"/>
                <a:gd name="connsiteX44" fmla="*/ 623602 w 728746"/>
                <a:gd name="connsiteY44" fmla="*/ 266340 h 835171"/>
                <a:gd name="connsiteX45" fmla="*/ 625902 w 728746"/>
                <a:gd name="connsiteY45" fmla="*/ 265456 h 835171"/>
                <a:gd name="connsiteX46" fmla="*/ 627953 w 728746"/>
                <a:gd name="connsiteY46" fmla="*/ 275612 h 835171"/>
                <a:gd name="connsiteX47" fmla="*/ 654630 w 728746"/>
                <a:gd name="connsiteY47" fmla="*/ 293295 h 835171"/>
                <a:gd name="connsiteX48" fmla="*/ 683583 w 728746"/>
                <a:gd name="connsiteY48" fmla="*/ 264342 h 835171"/>
                <a:gd name="connsiteX49" fmla="*/ 654630 w 728746"/>
                <a:gd name="connsiteY49" fmla="*/ 235389 h 835171"/>
                <a:gd name="connsiteX50" fmla="*/ 648795 w 728746"/>
                <a:gd name="connsiteY50" fmla="*/ 235977 h 835171"/>
                <a:gd name="connsiteX51" fmla="*/ 647178 w 728746"/>
                <a:gd name="connsiteY51" fmla="*/ 236479 h 835171"/>
                <a:gd name="connsiteX52" fmla="*/ 645377 w 728746"/>
                <a:gd name="connsiteY52" fmla="*/ 224389 h 835171"/>
                <a:gd name="connsiteX53" fmla="*/ 627361 w 728746"/>
                <a:gd name="connsiteY53" fmla="*/ 204009 h 835171"/>
                <a:gd name="connsiteX54" fmla="*/ 606920 w 728746"/>
                <a:gd name="connsiteY54" fmla="*/ 199830 h 835171"/>
                <a:gd name="connsiteX55" fmla="*/ 604123 w 728746"/>
                <a:gd name="connsiteY55" fmla="*/ 200328 h 835171"/>
                <a:gd name="connsiteX56" fmla="*/ 605281 w 728746"/>
                <a:gd name="connsiteY56" fmla="*/ 188845 h 835171"/>
                <a:gd name="connsiteX57" fmla="*/ 544686 w 728746"/>
                <a:gd name="connsiteY57" fmla="*/ 128251 h 835171"/>
                <a:gd name="connsiteX58" fmla="*/ 521100 w 728746"/>
                <a:gd name="connsiteY58" fmla="*/ 133013 h 835171"/>
                <a:gd name="connsiteX59" fmla="*/ 512405 w 728746"/>
                <a:gd name="connsiteY59" fmla="*/ 137732 h 835171"/>
                <a:gd name="connsiteX60" fmla="*/ 511233 w 728746"/>
                <a:gd name="connsiteY60" fmla="*/ 136745 h 835171"/>
                <a:gd name="connsiteX61" fmla="*/ 488245 w 728746"/>
                <a:gd name="connsiteY61" fmla="*/ 125392 h 835171"/>
                <a:gd name="connsiteX62" fmla="*/ 462896 w 728746"/>
                <a:gd name="connsiteY62" fmla="*/ 121544 h 835171"/>
                <a:gd name="connsiteX63" fmla="*/ 462479 w 728746"/>
                <a:gd name="connsiteY63" fmla="*/ 121582 h 835171"/>
                <a:gd name="connsiteX64" fmla="*/ 459029 w 728746"/>
                <a:gd name="connsiteY64" fmla="*/ 110468 h 835171"/>
                <a:gd name="connsiteX65" fmla="*/ 361792 w 728746"/>
                <a:gd name="connsiteY65" fmla="*/ 46015 h 835171"/>
                <a:gd name="connsiteX66" fmla="*/ 361792 w 728746"/>
                <a:gd name="connsiteY66" fmla="*/ 0 h 835171"/>
                <a:gd name="connsiteX67" fmla="*/ 501428 w 728746"/>
                <a:gd name="connsiteY67" fmla="*/ 92557 h 835171"/>
                <a:gd name="connsiteX68" fmla="*/ 502103 w 728746"/>
                <a:gd name="connsiteY68" fmla="*/ 94731 h 835171"/>
                <a:gd name="connsiteX69" fmla="*/ 504401 w 728746"/>
                <a:gd name="connsiteY69" fmla="*/ 93483 h 835171"/>
                <a:gd name="connsiteX70" fmla="*/ 544686 w 728746"/>
                <a:gd name="connsiteY70" fmla="*/ 85350 h 835171"/>
                <a:gd name="connsiteX71" fmla="*/ 648182 w 728746"/>
                <a:gd name="connsiteY71" fmla="*/ 188845 h 835171"/>
                <a:gd name="connsiteX72" fmla="*/ 647975 w 728746"/>
                <a:gd name="connsiteY72" fmla="*/ 190897 h 835171"/>
                <a:gd name="connsiteX73" fmla="*/ 654630 w 728746"/>
                <a:gd name="connsiteY73" fmla="*/ 190226 h 835171"/>
                <a:gd name="connsiteX74" fmla="*/ 728746 w 728746"/>
                <a:gd name="connsiteY74" fmla="*/ 264342 h 835171"/>
                <a:gd name="connsiteX75" fmla="*/ 654630 w 728746"/>
                <a:gd name="connsiteY75" fmla="*/ 338458 h 835171"/>
                <a:gd name="connsiteX76" fmla="*/ 586338 w 728746"/>
                <a:gd name="connsiteY76" fmla="*/ 293191 h 835171"/>
                <a:gd name="connsiteX77" fmla="*/ 583675 w 728746"/>
                <a:gd name="connsiteY77" fmla="*/ 284610 h 835171"/>
                <a:gd name="connsiteX78" fmla="*/ 565544 w 728746"/>
                <a:gd name="connsiteY78" fmla="*/ 290238 h 835171"/>
                <a:gd name="connsiteX79" fmla="*/ 544686 w 728746"/>
                <a:gd name="connsiteY79" fmla="*/ 292341 h 835171"/>
                <a:gd name="connsiteX80" fmla="*/ 471504 w 728746"/>
                <a:gd name="connsiteY80" fmla="*/ 262028 h 835171"/>
                <a:gd name="connsiteX81" fmla="*/ 468838 w 728746"/>
                <a:gd name="connsiteY81" fmla="*/ 258796 h 835171"/>
                <a:gd name="connsiteX82" fmla="*/ 446522 w 728746"/>
                <a:gd name="connsiteY82" fmla="*/ 277208 h 835171"/>
                <a:gd name="connsiteX83" fmla="*/ 361792 w 728746"/>
                <a:gd name="connsiteY83" fmla="*/ 303090 h 835171"/>
                <a:gd name="connsiteX84" fmla="*/ 210246 w 728746"/>
                <a:gd name="connsiteY84" fmla="*/ 151545 h 835171"/>
                <a:gd name="connsiteX85" fmla="*/ 361792 w 728746"/>
                <a:gd name="connsiteY85" fmla="*/ 0 h 83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728746" h="835171">
                  <a:moveTo>
                    <a:pt x="0" y="768408"/>
                  </a:moveTo>
                  <a:lnTo>
                    <a:pt x="66763" y="768408"/>
                  </a:lnTo>
                  <a:lnTo>
                    <a:pt x="66763" y="835171"/>
                  </a:lnTo>
                  <a:lnTo>
                    <a:pt x="0" y="835171"/>
                  </a:lnTo>
                  <a:close/>
                  <a:moveTo>
                    <a:pt x="310391" y="669516"/>
                  </a:moveTo>
                  <a:lnTo>
                    <a:pt x="355118" y="669516"/>
                  </a:lnTo>
                  <a:lnTo>
                    <a:pt x="355118" y="714481"/>
                  </a:lnTo>
                  <a:lnTo>
                    <a:pt x="310391" y="714481"/>
                  </a:lnTo>
                  <a:close/>
                  <a:moveTo>
                    <a:pt x="399267" y="669435"/>
                  </a:moveTo>
                  <a:lnTo>
                    <a:pt x="444271" y="669435"/>
                  </a:lnTo>
                  <a:lnTo>
                    <a:pt x="444271" y="714578"/>
                  </a:lnTo>
                  <a:lnTo>
                    <a:pt x="399267" y="714578"/>
                  </a:lnTo>
                  <a:close/>
                  <a:moveTo>
                    <a:pt x="221622" y="669104"/>
                  </a:moveTo>
                  <a:lnTo>
                    <a:pt x="266319" y="669104"/>
                  </a:lnTo>
                  <a:lnTo>
                    <a:pt x="266319" y="714053"/>
                  </a:lnTo>
                  <a:lnTo>
                    <a:pt x="221622" y="714053"/>
                  </a:lnTo>
                  <a:close/>
                  <a:moveTo>
                    <a:pt x="310376" y="580722"/>
                  </a:moveTo>
                  <a:lnTo>
                    <a:pt x="355131" y="580722"/>
                  </a:lnTo>
                  <a:lnTo>
                    <a:pt x="355131" y="625701"/>
                  </a:lnTo>
                  <a:lnTo>
                    <a:pt x="310376" y="625701"/>
                  </a:lnTo>
                  <a:close/>
                  <a:moveTo>
                    <a:pt x="398846" y="580584"/>
                  </a:moveTo>
                  <a:lnTo>
                    <a:pt x="443878" y="580584"/>
                  </a:lnTo>
                  <a:lnTo>
                    <a:pt x="443878" y="625271"/>
                  </a:lnTo>
                  <a:lnTo>
                    <a:pt x="398846" y="625271"/>
                  </a:lnTo>
                  <a:close/>
                  <a:moveTo>
                    <a:pt x="221608" y="580324"/>
                  </a:moveTo>
                  <a:lnTo>
                    <a:pt x="266335" y="580324"/>
                  </a:lnTo>
                  <a:lnTo>
                    <a:pt x="266335" y="625289"/>
                  </a:lnTo>
                  <a:lnTo>
                    <a:pt x="221608" y="625289"/>
                  </a:lnTo>
                  <a:close/>
                  <a:moveTo>
                    <a:pt x="361792" y="46015"/>
                  </a:moveTo>
                  <a:cubicBezTo>
                    <a:pt x="303509" y="46015"/>
                    <a:pt x="256261" y="93262"/>
                    <a:pt x="256261" y="151545"/>
                  </a:cubicBezTo>
                  <a:cubicBezTo>
                    <a:pt x="256261" y="209827"/>
                    <a:pt x="303509" y="257075"/>
                    <a:pt x="361792" y="257075"/>
                  </a:cubicBezTo>
                  <a:cubicBezTo>
                    <a:pt x="390933" y="257075"/>
                    <a:pt x="417315" y="245263"/>
                    <a:pt x="436413" y="226166"/>
                  </a:cubicBezTo>
                  <a:lnTo>
                    <a:pt x="445126" y="215606"/>
                  </a:lnTo>
                  <a:lnTo>
                    <a:pt x="445073" y="215437"/>
                  </a:lnTo>
                  <a:lnTo>
                    <a:pt x="446001" y="215992"/>
                  </a:lnTo>
                  <a:cubicBezTo>
                    <a:pt x="449843" y="217899"/>
                    <a:pt x="453923" y="219550"/>
                    <a:pt x="458209" y="220898"/>
                  </a:cubicBezTo>
                  <a:cubicBezTo>
                    <a:pt x="466782" y="223594"/>
                    <a:pt x="475370" y="224826"/>
                    <a:pt x="483558" y="224745"/>
                  </a:cubicBezTo>
                  <a:lnTo>
                    <a:pt x="495231" y="223683"/>
                  </a:lnTo>
                  <a:lnTo>
                    <a:pt x="501839" y="231692"/>
                  </a:lnTo>
                  <a:cubicBezTo>
                    <a:pt x="512805" y="242658"/>
                    <a:pt x="527954" y="249440"/>
                    <a:pt x="544686" y="249440"/>
                  </a:cubicBezTo>
                  <a:cubicBezTo>
                    <a:pt x="553053" y="249440"/>
                    <a:pt x="561023" y="247744"/>
                    <a:pt x="568272" y="244678"/>
                  </a:cubicBezTo>
                  <a:lnTo>
                    <a:pt x="578019" y="239388"/>
                  </a:lnTo>
                  <a:lnTo>
                    <a:pt x="578551" y="242957"/>
                  </a:lnTo>
                  <a:cubicBezTo>
                    <a:pt x="581529" y="251317"/>
                    <a:pt x="587770" y="258771"/>
                    <a:pt x="596566" y="263337"/>
                  </a:cubicBezTo>
                  <a:cubicBezTo>
                    <a:pt x="605363" y="267903"/>
                    <a:pt x="615051" y="268716"/>
                    <a:pt x="623602" y="266340"/>
                  </a:cubicBezTo>
                  <a:lnTo>
                    <a:pt x="625902" y="265456"/>
                  </a:lnTo>
                  <a:lnTo>
                    <a:pt x="627953" y="275612"/>
                  </a:lnTo>
                  <a:cubicBezTo>
                    <a:pt x="632348" y="286003"/>
                    <a:pt x="642638" y="293295"/>
                    <a:pt x="654630" y="293295"/>
                  </a:cubicBezTo>
                  <a:cubicBezTo>
                    <a:pt x="670620" y="293295"/>
                    <a:pt x="683583" y="280332"/>
                    <a:pt x="683583" y="264342"/>
                  </a:cubicBezTo>
                  <a:cubicBezTo>
                    <a:pt x="683583" y="248352"/>
                    <a:pt x="670620" y="235389"/>
                    <a:pt x="654630" y="235389"/>
                  </a:cubicBezTo>
                  <a:cubicBezTo>
                    <a:pt x="652631" y="235389"/>
                    <a:pt x="650680" y="235592"/>
                    <a:pt x="648795" y="235977"/>
                  </a:cubicBezTo>
                  <a:lnTo>
                    <a:pt x="647178" y="236479"/>
                  </a:lnTo>
                  <a:lnTo>
                    <a:pt x="645377" y="224389"/>
                  </a:lnTo>
                  <a:cubicBezTo>
                    <a:pt x="642398" y="216029"/>
                    <a:pt x="636158" y="208575"/>
                    <a:pt x="627361" y="204009"/>
                  </a:cubicBezTo>
                  <a:cubicBezTo>
                    <a:pt x="620763" y="200584"/>
                    <a:pt x="613665" y="199270"/>
                    <a:pt x="606920" y="199830"/>
                  </a:cubicBezTo>
                  <a:lnTo>
                    <a:pt x="604123" y="200328"/>
                  </a:lnTo>
                  <a:lnTo>
                    <a:pt x="605281" y="188845"/>
                  </a:lnTo>
                  <a:cubicBezTo>
                    <a:pt x="605281" y="155380"/>
                    <a:pt x="578152" y="128251"/>
                    <a:pt x="544686" y="128251"/>
                  </a:cubicBezTo>
                  <a:cubicBezTo>
                    <a:pt x="536320" y="128251"/>
                    <a:pt x="528350" y="129946"/>
                    <a:pt x="521100" y="133013"/>
                  </a:cubicBezTo>
                  <a:lnTo>
                    <a:pt x="512405" y="137732"/>
                  </a:lnTo>
                  <a:lnTo>
                    <a:pt x="511233" y="136745"/>
                  </a:lnTo>
                  <a:cubicBezTo>
                    <a:pt x="504564" y="131992"/>
                    <a:pt x="496818" y="128088"/>
                    <a:pt x="488245" y="125392"/>
                  </a:cubicBezTo>
                  <a:cubicBezTo>
                    <a:pt x="479672" y="122696"/>
                    <a:pt x="471084" y="121463"/>
                    <a:pt x="462896" y="121544"/>
                  </a:cubicBezTo>
                  <a:lnTo>
                    <a:pt x="462479" y="121582"/>
                  </a:lnTo>
                  <a:lnTo>
                    <a:pt x="459029" y="110468"/>
                  </a:lnTo>
                  <a:cubicBezTo>
                    <a:pt x="443008" y="72592"/>
                    <a:pt x="405504" y="46015"/>
                    <a:pt x="361792" y="46015"/>
                  </a:cubicBezTo>
                  <a:close/>
                  <a:moveTo>
                    <a:pt x="361792" y="0"/>
                  </a:moveTo>
                  <a:cubicBezTo>
                    <a:pt x="424564" y="0"/>
                    <a:pt x="478422" y="38165"/>
                    <a:pt x="501428" y="92557"/>
                  </a:cubicBezTo>
                  <a:lnTo>
                    <a:pt x="502103" y="94731"/>
                  </a:lnTo>
                  <a:lnTo>
                    <a:pt x="504401" y="93483"/>
                  </a:lnTo>
                  <a:cubicBezTo>
                    <a:pt x="516783" y="88246"/>
                    <a:pt x="530396" y="85350"/>
                    <a:pt x="544686" y="85350"/>
                  </a:cubicBezTo>
                  <a:cubicBezTo>
                    <a:pt x="601845" y="85350"/>
                    <a:pt x="648182" y="131686"/>
                    <a:pt x="648182" y="188845"/>
                  </a:cubicBezTo>
                  <a:lnTo>
                    <a:pt x="647975" y="190897"/>
                  </a:lnTo>
                  <a:lnTo>
                    <a:pt x="654630" y="190226"/>
                  </a:lnTo>
                  <a:cubicBezTo>
                    <a:pt x="695563" y="190226"/>
                    <a:pt x="728746" y="223409"/>
                    <a:pt x="728746" y="264342"/>
                  </a:cubicBezTo>
                  <a:cubicBezTo>
                    <a:pt x="728746" y="305275"/>
                    <a:pt x="695563" y="338458"/>
                    <a:pt x="654630" y="338458"/>
                  </a:cubicBezTo>
                  <a:cubicBezTo>
                    <a:pt x="623930" y="338458"/>
                    <a:pt x="597590" y="319793"/>
                    <a:pt x="586338" y="293191"/>
                  </a:cubicBezTo>
                  <a:lnTo>
                    <a:pt x="583675" y="284610"/>
                  </a:lnTo>
                  <a:lnTo>
                    <a:pt x="565544" y="290238"/>
                  </a:lnTo>
                  <a:cubicBezTo>
                    <a:pt x="558807" y="291617"/>
                    <a:pt x="551831" y="292341"/>
                    <a:pt x="544686" y="292341"/>
                  </a:cubicBezTo>
                  <a:cubicBezTo>
                    <a:pt x="516107" y="292341"/>
                    <a:pt x="490233" y="280757"/>
                    <a:pt x="471504" y="262028"/>
                  </a:cubicBezTo>
                  <a:lnTo>
                    <a:pt x="468838" y="258796"/>
                  </a:lnTo>
                  <a:lnTo>
                    <a:pt x="446522" y="277208"/>
                  </a:lnTo>
                  <a:cubicBezTo>
                    <a:pt x="422335" y="293549"/>
                    <a:pt x="393178" y="303090"/>
                    <a:pt x="361792" y="303090"/>
                  </a:cubicBezTo>
                  <a:cubicBezTo>
                    <a:pt x="278095" y="303090"/>
                    <a:pt x="210246" y="235241"/>
                    <a:pt x="210246" y="151545"/>
                  </a:cubicBezTo>
                  <a:cubicBezTo>
                    <a:pt x="210246" y="67849"/>
                    <a:pt x="278095" y="0"/>
                    <a:pt x="361792" y="0"/>
                  </a:cubicBezTo>
                  <a:close/>
                </a:path>
              </a:pathLst>
            </a:custGeom>
            <a:solidFill>
              <a:schemeClr val="accent1"/>
            </a:solidFill>
            <a:ln w="6350" cap="flat">
              <a:noFill/>
              <a:prstDash val="solid"/>
              <a:miter/>
            </a:ln>
          </p:spPr>
          <p:txBody>
            <a:bodyPr wrap="square" rtlCol="0" anchor="ctr">
              <a:noAutofit/>
            </a:bodyPr>
            <a:lstStyle/>
            <a:p>
              <a:endParaRPr lang="en-US"/>
            </a:p>
          </p:txBody>
        </p:sp>
        <p:sp>
          <p:nvSpPr>
            <p:cNvPr id="2308" name="Freeform: Shape 2307">
              <a:extLst>
                <a:ext uri="{FF2B5EF4-FFF2-40B4-BE49-F238E27FC236}">
                  <a16:creationId xmlns:a16="http://schemas.microsoft.com/office/drawing/2014/main" id="{3C5A3A4B-6F00-BFF0-C5C4-04BB95E5AE20}"/>
                </a:ext>
                <a:ext uri="{C183D7F6-B498-43B3-948B-1728B52AA6E4}">
                  <adec:decorative xmlns:adec="http://schemas.microsoft.com/office/drawing/2017/decorative" val="1"/>
                </a:ext>
              </a:extLst>
            </p:cNvPr>
            <p:cNvSpPr/>
            <p:nvPr/>
          </p:nvSpPr>
          <p:spPr>
            <a:xfrm>
              <a:off x="694459" y="5246154"/>
              <a:ext cx="443600" cy="254985"/>
            </a:xfrm>
            <a:custGeom>
              <a:avLst/>
              <a:gdLst>
                <a:gd name="connsiteX0" fmla="*/ 969642 w 5238921"/>
                <a:gd name="connsiteY0" fmla="*/ 698803 h 3011375"/>
                <a:gd name="connsiteX1" fmla="*/ 893018 w 5238921"/>
                <a:gd name="connsiteY1" fmla="*/ 740891 h 3011375"/>
                <a:gd name="connsiteX2" fmla="*/ 526959 w 5238921"/>
                <a:gd name="connsiteY2" fmla="*/ 932084 h 3011375"/>
                <a:gd name="connsiteX3" fmla="*/ 503717 w 5238921"/>
                <a:gd name="connsiteY3" fmla="*/ 974237 h 3011375"/>
                <a:gd name="connsiteX4" fmla="*/ 504074 w 5238921"/>
                <a:gd name="connsiteY4" fmla="*/ 2686472 h 3011375"/>
                <a:gd name="connsiteX5" fmla="*/ 504074 w 5238921"/>
                <a:gd name="connsiteY5" fmla="*/ 2715669 h 3011375"/>
                <a:gd name="connsiteX6" fmla="*/ 2246222 w 5238921"/>
                <a:gd name="connsiteY6" fmla="*/ 2715669 h 3011375"/>
                <a:gd name="connsiteX7" fmla="*/ 2246222 w 5238921"/>
                <a:gd name="connsiteY7" fmla="*/ 2714720 h 3011375"/>
                <a:gd name="connsiteX8" fmla="*/ 2504338 w 5238921"/>
                <a:gd name="connsiteY8" fmla="*/ 2714720 h 3011375"/>
                <a:gd name="connsiteX9" fmla="*/ 2504338 w 5238921"/>
                <a:gd name="connsiteY9" fmla="*/ 708226 h 3011375"/>
                <a:gd name="connsiteX10" fmla="*/ 1734860 w 5238921"/>
                <a:gd name="connsiteY10" fmla="*/ 1131635 h 3011375"/>
                <a:gd name="connsiteX11" fmla="*/ 1734860 w 5238921"/>
                <a:gd name="connsiteY11" fmla="*/ 707706 h 3011375"/>
                <a:gd name="connsiteX12" fmla="*/ 969642 w 5238921"/>
                <a:gd name="connsiteY12" fmla="*/ 1130778 h 3011375"/>
                <a:gd name="connsiteX13" fmla="*/ 969642 w 5238921"/>
                <a:gd name="connsiteY13" fmla="*/ 745197 h 3011375"/>
                <a:gd name="connsiteX14" fmla="*/ 3712408 w 5238921"/>
                <a:gd name="connsiteY14" fmla="*/ 285760 h 3011375"/>
                <a:gd name="connsiteX15" fmla="*/ 3712408 w 5238921"/>
                <a:gd name="connsiteY15" fmla="*/ 288201 h 3011375"/>
                <a:gd name="connsiteX16" fmla="*/ 3625335 w 5238921"/>
                <a:gd name="connsiteY16" fmla="*/ 288168 h 3011375"/>
                <a:gd name="connsiteX17" fmla="*/ 3235811 w 5238921"/>
                <a:gd name="connsiteY17" fmla="*/ 2714720 h 3011375"/>
                <a:gd name="connsiteX18" fmla="*/ 3524353 w 5238921"/>
                <a:gd name="connsiteY18" fmla="*/ 2714720 h 3011375"/>
                <a:gd name="connsiteX19" fmla="*/ 3524353 w 5238921"/>
                <a:gd name="connsiteY19" fmla="*/ 2716605 h 3011375"/>
                <a:gd name="connsiteX20" fmla="*/ 4394884 w 5238921"/>
                <a:gd name="connsiteY20" fmla="*/ 2716605 h 3011375"/>
                <a:gd name="connsiteX21" fmla="*/ 4368908 w 5238921"/>
                <a:gd name="connsiteY21" fmla="*/ 2552719 h 3011375"/>
                <a:gd name="connsiteX22" fmla="*/ 4334931 w 5238921"/>
                <a:gd name="connsiteY22" fmla="*/ 2337453 h 3011375"/>
                <a:gd name="connsiteX23" fmla="*/ 4298746 w 5238921"/>
                <a:gd name="connsiteY23" fmla="*/ 2119608 h 3011375"/>
                <a:gd name="connsiteX24" fmla="*/ 4277247 w 5238921"/>
                <a:gd name="connsiteY24" fmla="*/ 1990308 h 3011375"/>
                <a:gd name="connsiteX25" fmla="*/ 4270492 w 5238921"/>
                <a:gd name="connsiteY25" fmla="*/ 1990308 h 3011375"/>
                <a:gd name="connsiteX26" fmla="*/ 4239187 w 5238921"/>
                <a:gd name="connsiteY26" fmla="*/ 1791972 h 3011375"/>
                <a:gd name="connsiteX27" fmla="*/ 4203002 w 5238921"/>
                <a:gd name="connsiteY27" fmla="*/ 1574127 h 3011375"/>
                <a:gd name="connsiteX28" fmla="*/ 4166271 w 5238921"/>
                <a:gd name="connsiteY28" fmla="*/ 1353217 h 3011375"/>
                <a:gd name="connsiteX29" fmla="*/ 4132905 w 5238921"/>
                <a:gd name="connsiteY29" fmla="*/ 1147387 h 3011375"/>
                <a:gd name="connsiteX30" fmla="*/ 4097876 w 5238921"/>
                <a:gd name="connsiteY30" fmla="*/ 922801 h 3011375"/>
                <a:gd name="connsiteX31" fmla="*/ 4062853 w 5238921"/>
                <a:gd name="connsiteY31" fmla="*/ 714256 h 3011375"/>
                <a:gd name="connsiteX32" fmla="*/ 4029434 w 5238921"/>
                <a:gd name="connsiteY32" fmla="*/ 492444 h 3011375"/>
                <a:gd name="connsiteX33" fmla="*/ 3995121 w 5238921"/>
                <a:gd name="connsiteY33" fmla="*/ 285760 h 3011375"/>
                <a:gd name="connsiteX34" fmla="*/ 3353239 w 5238921"/>
                <a:gd name="connsiteY34" fmla="*/ 0 h 3011375"/>
                <a:gd name="connsiteX35" fmla="*/ 4271872 w 5238921"/>
                <a:gd name="connsiteY35" fmla="*/ 0 h 3011375"/>
                <a:gd name="connsiteX36" fmla="*/ 4271872 w 5238921"/>
                <a:gd name="connsiteY36" fmla="*/ 152226 h 3011375"/>
                <a:gd name="connsiteX37" fmla="*/ 4342886 w 5238921"/>
                <a:gd name="connsiteY37" fmla="*/ 548874 h 3011375"/>
                <a:gd name="connsiteX38" fmla="*/ 4387176 w 5238921"/>
                <a:gd name="connsiteY38" fmla="*/ 815463 h 3011375"/>
                <a:gd name="connsiteX39" fmla="*/ 4426433 w 5238921"/>
                <a:gd name="connsiteY39" fmla="*/ 1067798 h 3011375"/>
                <a:gd name="connsiteX40" fmla="*/ 4469878 w 5238921"/>
                <a:gd name="connsiteY40" fmla="*/ 1325367 h 3011375"/>
                <a:gd name="connsiteX41" fmla="*/ 4509304 w 5238921"/>
                <a:gd name="connsiteY41" fmla="*/ 1577656 h 3011375"/>
                <a:gd name="connsiteX42" fmla="*/ 4545476 w 5238921"/>
                <a:gd name="connsiteY42" fmla="*/ 1795501 h 3011375"/>
                <a:gd name="connsiteX43" fmla="*/ 4579414 w 5238921"/>
                <a:gd name="connsiteY43" fmla="*/ 2007605 h 3011375"/>
                <a:gd name="connsiteX44" fmla="*/ 4616826 w 5238921"/>
                <a:gd name="connsiteY44" fmla="*/ 2231521 h 3011375"/>
                <a:gd name="connsiteX45" fmla="*/ 4649589 w 5238921"/>
                <a:gd name="connsiteY45" fmla="*/ 2440735 h 3011375"/>
                <a:gd name="connsiteX46" fmla="*/ 4687248 w 5238921"/>
                <a:gd name="connsiteY46" fmla="*/ 2664613 h 3011375"/>
                <a:gd name="connsiteX47" fmla="*/ 4753813 w 5238921"/>
                <a:gd name="connsiteY47" fmla="*/ 2717994 h 3011375"/>
                <a:gd name="connsiteX48" fmla="*/ 5238921 w 5238921"/>
                <a:gd name="connsiteY48" fmla="*/ 2717994 h 3011375"/>
                <a:gd name="connsiteX49" fmla="*/ 5228264 w 5238921"/>
                <a:gd name="connsiteY49" fmla="*/ 2916207 h 3011375"/>
                <a:gd name="connsiteX50" fmla="*/ 5100856 w 5238921"/>
                <a:gd name="connsiteY50" fmla="*/ 3011339 h 3011375"/>
                <a:gd name="connsiteX51" fmla="*/ 3524353 w 5238921"/>
                <a:gd name="connsiteY51" fmla="*/ 3009091 h 3011375"/>
                <a:gd name="connsiteX52" fmla="*/ 3524353 w 5238921"/>
                <a:gd name="connsiteY52" fmla="*/ 3011372 h 3011375"/>
                <a:gd name="connsiteX53" fmla="*/ 2246222 w 5238921"/>
                <a:gd name="connsiteY53" fmla="*/ 3011372 h 3011375"/>
                <a:gd name="connsiteX54" fmla="*/ 2246222 w 5238921"/>
                <a:gd name="connsiteY54" fmla="*/ 3011342 h 3011375"/>
                <a:gd name="connsiteX55" fmla="*/ 0 w 5238921"/>
                <a:gd name="connsiteY55" fmla="*/ 3011375 h 3011375"/>
                <a:gd name="connsiteX56" fmla="*/ 0 w 5238921"/>
                <a:gd name="connsiteY56" fmla="*/ 2718468 h 3011375"/>
                <a:gd name="connsiteX57" fmla="*/ 210710 w 5238921"/>
                <a:gd name="connsiteY57" fmla="*/ 2718468 h 3011375"/>
                <a:gd name="connsiteX58" fmla="*/ 210710 w 5238921"/>
                <a:gd name="connsiteY58" fmla="*/ 2678218 h 3011375"/>
                <a:gd name="connsiteX59" fmla="*/ 210626 w 5238921"/>
                <a:gd name="connsiteY59" fmla="*/ 854311 h 3011375"/>
                <a:gd name="connsiteX60" fmla="*/ 292114 w 5238921"/>
                <a:gd name="connsiteY60" fmla="*/ 722019 h 3011375"/>
                <a:gd name="connsiteX61" fmla="*/ 691013 w 5238921"/>
                <a:gd name="connsiteY61" fmla="*/ 513085 h 3011375"/>
                <a:gd name="connsiteX62" fmla="*/ 1076229 w 5238921"/>
                <a:gd name="connsiteY62" fmla="*/ 311625 h 3011375"/>
                <a:gd name="connsiteX63" fmla="*/ 1226509 w 5238921"/>
                <a:gd name="connsiteY63" fmla="*/ 230611 h 3011375"/>
                <a:gd name="connsiteX64" fmla="*/ 1262740 w 5238921"/>
                <a:gd name="connsiteY64" fmla="*/ 214700 h 3011375"/>
                <a:gd name="connsiteX65" fmla="*/ 1262740 w 5238921"/>
                <a:gd name="connsiteY65" fmla="*/ 630569 h 3011375"/>
                <a:gd name="connsiteX66" fmla="*/ 2026393 w 5238921"/>
                <a:gd name="connsiteY66" fmla="*/ 208486 h 3011375"/>
                <a:gd name="connsiteX67" fmla="*/ 2026393 w 5238921"/>
                <a:gd name="connsiteY67" fmla="*/ 633641 h 3011375"/>
                <a:gd name="connsiteX68" fmla="*/ 2799176 w 5238921"/>
                <a:gd name="connsiteY68" fmla="*/ 208291 h 3011375"/>
                <a:gd name="connsiteX69" fmla="*/ 2799176 w 5238921"/>
                <a:gd name="connsiteY69" fmla="*/ 2714720 h 3011375"/>
                <a:gd name="connsiteX70" fmla="*/ 2934820 w 5238921"/>
                <a:gd name="connsiteY70" fmla="*/ 2714720 h 3011375"/>
                <a:gd name="connsiteX71" fmla="*/ 2952833 w 5238921"/>
                <a:gd name="connsiteY71" fmla="*/ 2626096 h 3011375"/>
                <a:gd name="connsiteX72" fmla="*/ 2992752 w 5238921"/>
                <a:gd name="connsiteY72" fmla="*/ 2364332 h 3011375"/>
                <a:gd name="connsiteX73" fmla="*/ 3029580 w 5238921"/>
                <a:gd name="connsiteY73" fmla="*/ 2146637 h 3011375"/>
                <a:gd name="connsiteX74" fmla="*/ 3066966 w 5238921"/>
                <a:gd name="connsiteY74" fmla="*/ 1922707 h 3011375"/>
                <a:gd name="connsiteX75" fmla="*/ 3099905 w 5238921"/>
                <a:gd name="connsiteY75" fmla="*/ 1703934 h 3011375"/>
                <a:gd name="connsiteX76" fmla="*/ 3142629 w 5238921"/>
                <a:gd name="connsiteY76" fmla="*/ 1446170 h 3011375"/>
                <a:gd name="connsiteX77" fmla="*/ 3176366 w 5238921"/>
                <a:gd name="connsiteY77" fmla="*/ 1230819 h 3011375"/>
                <a:gd name="connsiteX78" fmla="*/ 3219753 w 5238921"/>
                <a:gd name="connsiteY78" fmla="*/ 966828 h 3011375"/>
                <a:gd name="connsiteX79" fmla="*/ 3252899 w 5238921"/>
                <a:gd name="connsiteY79" fmla="*/ 754509 h 3011375"/>
                <a:gd name="connsiteX80" fmla="*/ 3295253 w 5238921"/>
                <a:gd name="connsiteY80" fmla="*/ 496655 h 3011375"/>
                <a:gd name="connsiteX81" fmla="*/ 3322976 w 5238921"/>
                <a:gd name="connsiteY81" fmla="*/ 311774 h 3011375"/>
                <a:gd name="connsiteX82" fmla="*/ 3345517 w 5238921"/>
                <a:gd name="connsiteY82" fmla="*/ 134722 h 3011375"/>
                <a:gd name="connsiteX83" fmla="*/ 3352350 w 5238921"/>
                <a:gd name="connsiteY83" fmla="*/ 3393 h 3011375"/>
                <a:gd name="connsiteX84" fmla="*/ 3353239 w 5238921"/>
                <a:gd name="connsiteY84" fmla="*/ 3393 h 3011375"/>
                <a:gd name="connsiteX0" fmla="*/ 969642 w 5238921"/>
                <a:gd name="connsiteY0" fmla="*/ 698803 h 3011375"/>
                <a:gd name="connsiteX1" fmla="*/ 893018 w 5238921"/>
                <a:gd name="connsiteY1" fmla="*/ 740891 h 3011375"/>
                <a:gd name="connsiteX2" fmla="*/ 526959 w 5238921"/>
                <a:gd name="connsiteY2" fmla="*/ 932084 h 3011375"/>
                <a:gd name="connsiteX3" fmla="*/ 503717 w 5238921"/>
                <a:gd name="connsiteY3" fmla="*/ 974237 h 3011375"/>
                <a:gd name="connsiteX4" fmla="*/ 504074 w 5238921"/>
                <a:gd name="connsiteY4" fmla="*/ 2686472 h 3011375"/>
                <a:gd name="connsiteX5" fmla="*/ 504074 w 5238921"/>
                <a:gd name="connsiteY5" fmla="*/ 2715669 h 3011375"/>
                <a:gd name="connsiteX6" fmla="*/ 2246222 w 5238921"/>
                <a:gd name="connsiteY6" fmla="*/ 2715669 h 3011375"/>
                <a:gd name="connsiteX7" fmla="*/ 2246222 w 5238921"/>
                <a:gd name="connsiteY7" fmla="*/ 2714720 h 3011375"/>
                <a:gd name="connsiteX8" fmla="*/ 2504338 w 5238921"/>
                <a:gd name="connsiteY8" fmla="*/ 2714720 h 3011375"/>
                <a:gd name="connsiteX9" fmla="*/ 2504338 w 5238921"/>
                <a:gd name="connsiteY9" fmla="*/ 708226 h 3011375"/>
                <a:gd name="connsiteX10" fmla="*/ 1734860 w 5238921"/>
                <a:gd name="connsiteY10" fmla="*/ 1131635 h 3011375"/>
                <a:gd name="connsiteX11" fmla="*/ 1734860 w 5238921"/>
                <a:gd name="connsiteY11" fmla="*/ 707706 h 3011375"/>
                <a:gd name="connsiteX12" fmla="*/ 969642 w 5238921"/>
                <a:gd name="connsiteY12" fmla="*/ 1130778 h 3011375"/>
                <a:gd name="connsiteX13" fmla="*/ 969642 w 5238921"/>
                <a:gd name="connsiteY13" fmla="*/ 745197 h 3011375"/>
                <a:gd name="connsiteX14" fmla="*/ 969642 w 5238921"/>
                <a:gd name="connsiteY14" fmla="*/ 698803 h 3011375"/>
                <a:gd name="connsiteX15" fmla="*/ 3712408 w 5238921"/>
                <a:gd name="connsiteY15" fmla="*/ 285760 h 3011375"/>
                <a:gd name="connsiteX16" fmla="*/ 3712408 w 5238921"/>
                <a:gd name="connsiteY16" fmla="*/ 288201 h 3011375"/>
                <a:gd name="connsiteX17" fmla="*/ 3625335 w 5238921"/>
                <a:gd name="connsiteY17" fmla="*/ 288168 h 3011375"/>
                <a:gd name="connsiteX18" fmla="*/ 3235811 w 5238921"/>
                <a:gd name="connsiteY18" fmla="*/ 2714720 h 3011375"/>
                <a:gd name="connsiteX19" fmla="*/ 3524353 w 5238921"/>
                <a:gd name="connsiteY19" fmla="*/ 2714720 h 3011375"/>
                <a:gd name="connsiteX20" fmla="*/ 3524353 w 5238921"/>
                <a:gd name="connsiteY20" fmla="*/ 2716605 h 3011375"/>
                <a:gd name="connsiteX21" fmla="*/ 4394884 w 5238921"/>
                <a:gd name="connsiteY21" fmla="*/ 2716605 h 3011375"/>
                <a:gd name="connsiteX22" fmla="*/ 4368908 w 5238921"/>
                <a:gd name="connsiteY22" fmla="*/ 2552719 h 3011375"/>
                <a:gd name="connsiteX23" fmla="*/ 4334931 w 5238921"/>
                <a:gd name="connsiteY23" fmla="*/ 2337453 h 3011375"/>
                <a:gd name="connsiteX24" fmla="*/ 4298746 w 5238921"/>
                <a:gd name="connsiteY24" fmla="*/ 2119608 h 3011375"/>
                <a:gd name="connsiteX25" fmla="*/ 4277247 w 5238921"/>
                <a:gd name="connsiteY25" fmla="*/ 1990308 h 3011375"/>
                <a:gd name="connsiteX26" fmla="*/ 4270492 w 5238921"/>
                <a:gd name="connsiteY26" fmla="*/ 1990308 h 3011375"/>
                <a:gd name="connsiteX27" fmla="*/ 4239187 w 5238921"/>
                <a:gd name="connsiteY27" fmla="*/ 1791972 h 3011375"/>
                <a:gd name="connsiteX28" fmla="*/ 4203002 w 5238921"/>
                <a:gd name="connsiteY28" fmla="*/ 1574127 h 3011375"/>
                <a:gd name="connsiteX29" fmla="*/ 4166271 w 5238921"/>
                <a:gd name="connsiteY29" fmla="*/ 1353217 h 3011375"/>
                <a:gd name="connsiteX30" fmla="*/ 4132905 w 5238921"/>
                <a:gd name="connsiteY30" fmla="*/ 1147387 h 3011375"/>
                <a:gd name="connsiteX31" fmla="*/ 4097876 w 5238921"/>
                <a:gd name="connsiteY31" fmla="*/ 922801 h 3011375"/>
                <a:gd name="connsiteX32" fmla="*/ 4062853 w 5238921"/>
                <a:gd name="connsiteY32" fmla="*/ 714256 h 3011375"/>
                <a:gd name="connsiteX33" fmla="*/ 4029434 w 5238921"/>
                <a:gd name="connsiteY33" fmla="*/ 492444 h 3011375"/>
                <a:gd name="connsiteX34" fmla="*/ 3995121 w 5238921"/>
                <a:gd name="connsiteY34" fmla="*/ 285760 h 3011375"/>
                <a:gd name="connsiteX35" fmla="*/ 3712408 w 5238921"/>
                <a:gd name="connsiteY35" fmla="*/ 285760 h 3011375"/>
                <a:gd name="connsiteX36" fmla="*/ 3353239 w 5238921"/>
                <a:gd name="connsiteY36" fmla="*/ 0 h 3011375"/>
                <a:gd name="connsiteX37" fmla="*/ 4255997 w 5238921"/>
                <a:gd name="connsiteY37" fmla="*/ 0 h 3011375"/>
                <a:gd name="connsiteX38" fmla="*/ 4271872 w 5238921"/>
                <a:gd name="connsiteY38" fmla="*/ 152226 h 3011375"/>
                <a:gd name="connsiteX39" fmla="*/ 4342886 w 5238921"/>
                <a:gd name="connsiteY39" fmla="*/ 548874 h 3011375"/>
                <a:gd name="connsiteX40" fmla="*/ 4387176 w 5238921"/>
                <a:gd name="connsiteY40" fmla="*/ 815463 h 3011375"/>
                <a:gd name="connsiteX41" fmla="*/ 4426433 w 5238921"/>
                <a:gd name="connsiteY41" fmla="*/ 1067798 h 3011375"/>
                <a:gd name="connsiteX42" fmla="*/ 4469878 w 5238921"/>
                <a:gd name="connsiteY42" fmla="*/ 1325367 h 3011375"/>
                <a:gd name="connsiteX43" fmla="*/ 4509304 w 5238921"/>
                <a:gd name="connsiteY43" fmla="*/ 1577656 h 3011375"/>
                <a:gd name="connsiteX44" fmla="*/ 4545476 w 5238921"/>
                <a:gd name="connsiteY44" fmla="*/ 1795501 h 3011375"/>
                <a:gd name="connsiteX45" fmla="*/ 4579414 w 5238921"/>
                <a:gd name="connsiteY45" fmla="*/ 2007605 h 3011375"/>
                <a:gd name="connsiteX46" fmla="*/ 4616826 w 5238921"/>
                <a:gd name="connsiteY46" fmla="*/ 2231521 h 3011375"/>
                <a:gd name="connsiteX47" fmla="*/ 4649589 w 5238921"/>
                <a:gd name="connsiteY47" fmla="*/ 2440735 h 3011375"/>
                <a:gd name="connsiteX48" fmla="*/ 4687248 w 5238921"/>
                <a:gd name="connsiteY48" fmla="*/ 2664613 h 3011375"/>
                <a:gd name="connsiteX49" fmla="*/ 4753813 w 5238921"/>
                <a:gd name="connsiteY49" fmla="*/ 2717994 h 3011375"/>
                <a:gd name="connsiteX50" fmla="*/ 5238921 w 5238921"/>
                <a:gd name="connsiteY50" fmla="*/ 2717994 h 3011375"/>
                <a:gd name="connsiteX51" fmla="*/ 5228264 w 5238921"/>
                <a:gd name="connsiteY51" fmla="*/ 2916207 h 3011375"/>
                <a:gd name="connsiteX52" fmla="*/ 5100856 w 5238921"/>
                <a:gd name="connsiteY52" fmla="*/ 3011339 h 3011375"/>
                <a:gd name="connsiteX53" fmla="*/ 3524353 w 5238921"/>
                <a:gd name="connsiteY53" fmla="*/ 3009091 h 3011375"/>
                <a:gd name="connsiteX54" fmla="*/ 3524353 w 5238921"/>
                <a:gd name="connsiteY54" fmla="*/ 3011372 h 3011375"/>
                <a:gd name="connsiteX55" fmla="*/ 2246222 w 5238921"/>
                <a:gd name="connsiteY55" fmla="*/ 3011372 h 3011375"/>
                <a:gd name="connsiteX56" fmla="*/ 2246222 w 5238921"/>
                <a:gd name="connsiteY56" fmla="*/ 3011342 h 3011375"/>
                <a:gd name="connsiteX57" fmla="*/ 0 w 5238921"/>
                <a:gd name="connsiteY57" fmla="*/ 3011375 h 3011375"/>
                <a:gd name="connsiteX58" fmla="*/ 0 w 5238921"/>
                <a:gd name="connsiteY58" fmla="*/ 2718468 h 3011375"/>
                <a:gd name="connsiteX59" fmla="*/ 210710 w 5238921"/>
                <a:gd name="connsiteY59" fmla="*/ 2718468 h 3011375"/>
                <a:gd name="connsiteX60" fmla="*/ 210710 w 5238921"/>
                <a:gd name="connsiteY60" fmla="*/ 2678218 h 3011375"/>
                <a:gd name="connsiteX61" fmla="*/ 210626 w 5238921"/>
                <a:gd name="connsiteY61" fmla="*/ 854311 h 3011375"/>
                <a:gd name="connsiteX62" fmla="*/ 292114 w 5238921"/>
                <a:gd name="connsiteY62" fmla="*/ 722019 h 3011375"/>
                <a:gd name="connsiteX63" fmla="*/ 691013 w 5238921"/>
                <a:gd name="connsiteY63" fmla="*/ 513085 h 3011375"/>
                <a:gd name="connsiteX64" fmla="*/ 1076229 w 5238921"/>
                <a:gd name="connsiteY64" fmla="*/ 311625 h 3011375"/>
                <a:gd name="connsiteX65" fmla="*/ 1226509 w 5238921"/>
                <a:gd name="connsiteY65" fmla="*/ 230611 h 3011375"/>
                <a:gd name="connsiteX66" fmla="*/ 1262740 w 5238921"/>
                <a:gd name="connsiteY66" fmla="*/ 214700 h 3011375"/>
                <a:gd name="connsiteX67" fmla="*/ 1262740 w 5238921"/>
                <a:gd name="connsiteY67" fmla="*/ 630569 h 3011375"/>
                <a:gd name="connsiteX68" fmla="*/ 2026393 w 5238921"/>
                <a:gd name="connsiteY68" fmla="*/ 208486 h 3011375"/>
                <a:gd name="connsiteX69" fmla="*/ 2026393 w 5238921"/>
                <a:gd name="connsiteY69" fmla="*/ 633641 h 3011375"/>
                <a:gd name="connsiteX70" fmla="*/ 2799176 w 5238921"/>
                <a:gd name="connsiteY70" fmla="*/ 208291 h 3011375"/>
                <a:gd name="connsiteX71" fmla="*/ 2799176 w 5238921"/>
                <a:gd name="connsiteY71" fmla="*/ 2714720 h 3011375"/>
                <a:gd name="connsiteX72" fmla="*/ 2934820 w 5238921"/>
                <a:gd name="connsiteY72" fmla="*/ 2714720 h 3011375"/>
                <a:gd name="connsiteX73" fmla="*/ 2952833 w 5238921"/>
                <a:gd name="connsiteY73" fmla="*/ 2626096 h 3011375"/>
                <a:gd name="connsiteX74" fmla="*/ 2992752 w 5238921"/>
                <a:gd name="connsiteY74" fmla="*/ 2364332 h 3011375"/>
                <a:gd name="connsiteX75" fmla="*/ 3029580 w 5238921"/>
                <a:gd name="connsiteY75" fmla="*/ 2146637 h 3011375"/>
                <a:gd name="connsiteX76" fmla="*/ 3066966 w 5238921"/>
                <a:gd name="connsiteY76" fmla="*/ 1922707 h 3011375"/>
                <a:gd name="connsiteX77" fmla="*/ 3099905 w 5238921"/>
                <a:gd name="connsiteY77" fmla="*/ 1703934 h 3011375"/>
                <a:gd name="connsiteX78" fmla="*/ 3142629 w 5238921"/>
                <a:gd name="connsiteY78" fmla="*/ 1446170 h 3011375"/>
                <a:gd name="connsiteX79" fmla="*/ 3176366 w 5238921"/>
                <a:gd name="connsiteY79" fmla="*/ 1230819 h 3011375"/>
                <a:gd name="connsiteX80" fmla="*/ 3219753 w 5238921"/>
                <a:gd name="connsiteY80" fmla="*/ 966828 h 3011375"/>
                <a:gd name="connsiteX81" fmla="*/ 3252899 w 5238921"/>
                <a:gd name="connsiteY81" fmla="*/ 754509 h 3011375"/>
                <a:gd name="connsiteX82" fmla="*/ 3295253 w 5238921"/>
                <a:gd name="connsiteY82" fmla="*/ 496655 h 3011375"/>
                <a:gd name="connsiteX83" fmla="*/ 3322976 w 5238921"/>
                <a:gd name="connsiteY83" fmla="*/ 311774 h 3011375"/>
                <a:gd name="connsiteX84" fmla="*/ 3345517 w 5238921"/>
                <a:gd name="connsiteY84" fmla="*/ 134722 h 3011375"/>
                <a:gd name="connsiteX85" fmla="*/ 3352350 w 5238921"/>
                <a:gd name="connsiteY85" fmla="*/ 3393 h 3011375"/>
                <a:gd name="connsiteX86" fmla="*/ 3353239 w 5238921"/>
                <a:gd name="connsiteY86" fmla="*/ 3393 h 3011375"/>
                <a:gd name="connsiteX87" fmla="*/ 3353239 w 5238921"/>
                <a:gd name="connsiteY87" fmla="*/ 0 h 301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38921" h="3011375">
                  <a:moveTo>
                    <a:pt x="969642" y="698803"/>
                  </a:moveTo>
                  <a:lnTo>
                    <a:pt x="893018" y="740891"/>
                  </a:lnTo>
                  <a:lnTo>
                    <a:pt x="526959" y="932084"/>
                  </a:lnTo>
                  <a:cubicBezTo>
                    <a:pt x="507302" y="942156"/>
                    <a:pt x="503698" y="954476"/>
                    <a:pt x="503717" y="974237"/>
                  </a:cubicBezTo>
                  <a:cubicBezTo>
                    <a:pt x="504165" y="1544984"/>
                    <a:pt x="504074" y="2115725"/>
                    <a:pt x="504074" y="2686472"/>
                  </a:cubicBezTo>
                  <a:lnTo>
                    <a:pt x="504074" y="2715669"/>
                  </a:lnTo>
                  <a:lnTo>
                    <a:pt x="2246222" y="2715669"/>
                  </a:lnTo>
                  <a:lnTo>
                    <a:pt x="2246222" y="2714720"/>
                  </a:lnTo>
                  <a:lnTo>
                    <a:pt x="2504338" y="2714720"/>
                  </a:lnTo>
                  <a:lnTo>
                    <a:pt x="2504338" y="708226"/>
                  </a:lnTo>
                  <a:lnTo>
                    <a:pt x="1734860" y="1131635"/>
                  </a:lnTo>
                  <a:lnTo>
                    <a:pt x="1734860" y="707706"/>
                  </a:lnTo>
                  <a:lnTo>
                    <a:pt x="969642" y="1130778"/>
                  </a:lnTo>
                  <a:lnTo>
                    <a:pt x="969642" y="745197"/>
                  </a:lnTo>
                  <a:lnTo>
                    <a:pt x="969642" y="698803"/>
                  </a:lnTo>
                  <a:close/>
                  <a:moveTo>
                    <a:pt x="3712408" y="285760"/>
                  </a:moveTo>
                  <a:lnTo>
                    <a:pt x="3712408" y="288201"/>
                  </a:lnTo>
                  <a:lnTo>
                    <a:pt x="3625335" y="288168"/>
                  </a:lnTo>
                  <a:lnTo>
                    <a:pt x="3235811" y="2714720"/>
                  </a:lnTo>
                  <a:lnTo>
                    <a:pt x="3524353" y="2714720"/>
                  </a:lnTo>
                  <a:lnTo>
                    <a:pt x="3524353" y="2716605"/>
                  </a:lnTo>
                  <a:lnTo>
                    <a:pt x="4394884" y="2716605"/>
                  </a:lnTo>
                  <a:cubicBezTo>
                    <a:pt x="4386046" y="2660866"/>
                    <a:pt x="4377441" y="2606802"/>
                    <a:pt x="4368908" y="2552719"/>
                  </a:cubicBezTo>
                  <a:cubicBezTo>
                    <a:pt x="4357576" y="2480966"/>
                    <a:pt x="4346542" y="2409161"/>
                    <a:pt x="4334931" y="2337453"/>
                  </a:cubicBezTo>
                  <a:cubicBezTo>
                    <a:pt x="4323157" y="2264790"/>
                    <a:pt x="4310831" y="2192219"/>
                    <a:pt x="4298746" y="2119608"/>
                  </a:cubicBezTo>
                  <a:lnTo>
                    <a:pt x="4277247" y="1990308"/>
                  </a:lnTo>
                  <a:lnTo>
                    <a:pt x="4270492" y="1990308"/>
                  </a:lnTo>
                  <a:lnTo>
                    <a:pt x="4239187" y="1791972"/>
                  </a:lnTo>
                  <a:cubicBezTo>
                    <a:pt x="4227413" y="1719309"/>
                    <a:pt x="4215087" y="1646738"/>
                    <a:pt x="4203002" y="1574127"/>
                  </a:cubicBezTo>
                  <a:cubicBezTo>
                    <a:pt x="4190748" y="1500491"/>
                    <a:pt x="4178383" y="1426880"/>
                    <a:pt x="4166271" y="1353217"/>
                  </a:cubicBezTo>
                  <a:cubicBezTo>
                    <a:pt x="4154991" y="1284633"/>
                    <a:pt x="4143782" y="1216036"/>
                    <a:pt x="4132905" y="1147387"/>
                  </a:cubicBezTo>
                  <a:cubicBezTo>
                    <a:pt x="4121047" y="1072555"/>
                    <a:pt x="4109974" y="997594"/>
                    <a:pt x="4097876" y="922801"/>
                  </a:cubicBezTo>
                  <a:cubicBezTo>
                    <a:pt x="4086621" y="853217"/>
                    <a:pt x="4073899" y="783867"/>
                    <a:pt x="4062853" y="714256"/>
                  </a:cubicBezTo>
                  <a:cubicBezTo>
                    <a:pt x="4051131" y="640412"/>
                    <a:pt x="4041182" y="566282"/>
                    <a:pt x="4029434" y="492444"/>
                  </a:cubicBezTo>
                  <a:lnTo>
                    <a:pt x="3995121" y="285760"/>
                  </a:lnTo>
                  <a:lnTo>
                    <a:pt x="3712408" y="285760"/>
                  </a:lnTo>
                  <a:close/>
                  <a:moveTo>
                    <a:pt x="3353239" y="0"/>
                  </a:moveTo>
                  <a:lnTo>
                    <a:pt x="4255997" y="0"/>
                  </a:lnTo>
                  <a:lnTo>
                    <a:pt x="4271872" y="152226"/>
                  </a:lnTo>
                  <a:lnTo>
                    <a:pt x="4342886" y="548874"/>
                  </a:lnTo>
                  <a:cubicBezTo>
                    <a:pt x="4358843" y="639787"/>
                    <a:pt x="4373252" y="728976"/>
                    <a:pt x="4387176" y="815463"/>
                  </a:cubicBezTo>
                  <a:cubicBezTo>
                    <a:pt x="4401100" y="901950"/>
                    <a:pt x="4412802" y="983777"/>
                    <a:pt x="4426433" y="1067798"/>
                  </a:cubicBezTo>
                  <a:cubicBezTo>
                    <a:pt x="4440382" y="1153741"/>
                    <a:pt x="4455896" y="1239430"/>
                    <a:pt x="4469878" y="1325367"/>
                  </a:cubicBezTo>
                  <a:cubicBezTo>
                    <a:pt x="4483542" y="1409374"/>
                    <a:pt x="4495829" y="1493616"/>
                    <a:pt x="4509304" y="1577656"/>
                  </a:cubicBezTo>
                  <a:cubicBezTo>
                    <a:pt x="4520954" y="1650338"/>
                    <a:pt x="4533624" y="1722851"/>
                    <a:pt x="4545476" y="1795501"/>
                  </a:cubicBezTo>
                  <a:cubicBezTo>
                    <a:pt x="4557009" y="1866170"/>
                    <a:pt x="4567842" y="1936949"/>
                    <a:pt x="4579414" y="2007605"/>
                  </a:cubicBezTo>
                  <a:cubicBezTo>
                    <a:pt x="4591649" y="2082280"/>
                    <a:pt x="4604721" y="2156826"/>
                    <a:pt x="4616826" y="2231521"/>
                  </a:cubicBezTo>
                  <a:cubicBezTo>
                    <a:pt x="4628126" y="2301196"/>
                    <a:pt x="4638328" y="2371053"/>
                    <a:pt x="4649589" y="2440735"/>
                  </a:cubicBezTo>
                  <a:cubicBezTo>
                    <a:pt x="4661662" y="2515443"/>
                    <a:pt x="4673228" y="2590262"/>
                    <a:pt x="4687248" y="2664613"/>
                  </a:cubicBezTo>
                  <a:cubicBezTo>
                    <a:pt x="4697373" y="2718306"/>
                    <a:pt x="4698996" y="2717994"/>
                    <a:pt x="4753813" y="2717994"/>
                  </a:cubicBezTo>
                  <a:lnTo>
                    <a:pt x="5238921" y="2717994"/>
                  </a:lnTo>
                  <a:cubicBezTo>
                    <a:pt x="5235934" y="2784994"/>
                    <a:pt x="5238980" y="2851740"/>
                    <a:pt x="5228264" y="2916207"/>
                  </a:cubicBezTo>
                  <a:cubicBezTo>
                    <a:pt x="5218919" y="2972485"/>
                    <a:pt x="5158096" y="3011333"/>
                    <a:pt x="5100856" y="3011339"/>
                  </a:cubicBezTo>
                  <a:lnTo>
                    <a:pt x="3524353" y="3009091"/>
                  </a:lnTo>
                  <a:lnTo>
                    <a:pt x="3524353" y="3011372"/>
                  </a:lnTo>
                  <a:lnTo>
                    <a:pt x="2246222" y="3011372"/>
                  </a:lnTo>
                  <a:lnTo>
                    <a:pt x="2246222" y="3011342"/>
                  </a:lnTo>
                  <a:lnTo>
                    <a:pt x="0" y="3011375"/>
                  </a:lnTo>
                  <a:lnTo>
                    <a:pt x="0" y="2718468"/>
                  </a:lnTo>
                  <a:lnTo>
                    <a:pt x="210710" y="2718468"/>
                  </a:lnTo>
                  <a:lnTo>
                    <a:pt x="210710" y="2678218"/>
                  </a:lnTo>
                  <a:cubicBezTo>
                    <a:pt x="210710" y="2070247"/>
                    <a:pt x="210762" y="1462282"/>
                    <a:pt x="210626" y="854311"/>
                  </a:cubicBezTo>
                  <a:cubicBezTo>
                    <a:pt x="210613" y="793130"/>
                    <a:pt x="238648" y="749990"/>
                    <a:pt x="292114" y="722019"/>
                  </a:cubicBezTo>
                  <a:lnTo>
                    <a:pt x="691013" y="513085"/>
                  </a:lnTo>
                  <a:lnTo>
                    <a:pt x="1076229" y="311625"/>
                  </a:lnTo>
                  <a:cubicBezTo>
                    <a:pt x="1126604" y="285155"/>
                    <a:pt x="1176310" y="257419"/>
                    <a:pt x="1226509" y="230611"/>
                  </a:cubicBezTo>
                  <a:cubicBezTo>
                    <a:pt x="1237010" y="225000"/>
                    <a:pt x="1248355" y="220954"/>
                    <a:pt x="1262740" y="214700"/>
                  </a:cubicBezTo>
                  <a:lnTo>
                    <a:pt x="1262740" y="630569"/>
                  </a:lnTo>
                  <a:lnTo>
                    <a:pt x="2026393" y="208486"/>
                  </a:lnTo>
                  <a:lnTo>
                    <a:pt x="2026393" y="633641"/>
                  </a:lnTo>
                  <a:lnTo>
                    <a:pt x="2799176" y="208291"/>
                  </a:lnTo>
                  <a:lnTo>
                    <a:pt x="2799176" y="2714720"/>
                  </a:lnTo>
                  <a:lnTo>
                    <a:pt x="2934820" y="2714720"/>
                  </a:lnTo>
                  <a:lnTo>
                    <a:pt x="2952833" y="2626096"/>
                  </a:lnTo>
                  <a:cubicBezTo>
                    <a:pt x="2966665" y="2538926"/>
                    <a:pt x="2978894" y="2451496"/>
                    <a:pt x="2992752" y="2364332"/>
                  </a:cubicBezTo>
                  <a:cubicBezTo>
                    <a:pt x="3004305" y="2291650"/>
                    <a:pt x="3017332" y="2219208"/>
                    <a:pt x="3029580" y="2146637"/>
                  </a:cubicBezTo>
                  <a:cubicBezTo>
                    <a:pt x="3042172" y="2072013"/>
                    <a:pt x="3055115" y="1997448"/>
                    <a:pt x="3066966" y="1922707"/>
                  </a:cubicBezTo>
                  <a:cubicBezTo>
                    <a:pt x="3078513" y="1849869"/>
                    <a:pt x="3088313" y="1776759"/>
                    <a:pt x="3099905" y="1703934"/>
                  </a:cubicBezTo>
                  <a:cubicBezTo>
                    <a:pt x="3113601" y="1617926"/>
                    <a:pt x="3128686" y="1532139"/>
                    <a:pt x="3142629" y="1446170"/>
                  </a:cubicBezTo>
                  <a:cubicBezTo>
                    <a:pt x="3154260" y="1374449"/>
                    <a:pt x="3164800" y="1302547"/>
                    <a:pt x="3176366" y="1230819"/>
                  </a:cubicBezTo>
                  <a:cubicBezTo>
                    <a:pt x="3190562" y="1142779"/>
                    <a:pt x="3205570" y="1054868"/>
                    <a:pt x="3219753" y="966828"/>
                  </a:cubicBezTo>
                  <a:cubicBezTo>
                    <a:pt x="3231144" y="896107"/>
                    <a:pt x="3241515" y="825224"/>
                    <a:pt x="3252899" y="754509"/>
                  </a:cubicBezTo>
                  <a:cubicBezTo>
                    <a:pt x="3266744" y="668515"/>
                    <a:pt x="3281538" y="582669"/>
                    <a:pt x="3295253" y="496655"/>
                  </a:cubicBezTo>
                  <a:cubicBezTo>
                    <a:pt x="3305059" y="435117"/>
                    <a:pt x="3314599" y="372096"/>
                    <a:pt x="3322976" y="311774"/>
                  </a:cubicBezTo>
                  <a:cubicBezTo>
                    <a:pt x="3331353" y="251452"/>
                    <a:pt x="3338633" y="177797"/>
                    <a:pt x="3345517" y="134722"/>
                  </a:cubicBezTo>
                  <a:lnTo>
                    <a:pt x="3352350" y="3393"/>
                  </a:lnTo>
                  <a:lnTo>
                    <a:pt x="3353239" y="3393"/>
                  </a:lnTo>
                  <a:lnTo>
                    <a:pt x="3353239" y="0"/>
                  </a:ln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17" name="Group 116">
            <a:extLst>
              <a:ext uri="{FF2B5EF4-FFF2-40B4-BE49-F238E27FC236}">
                <a16:creationId xmlns:a16="http://schemas.microsoft.com/office/drawing/2014/main" id="{EED7DE84-6C0B-E296-6ADA-6CAA8689DED7}"/>
              </a:ext>
              <a:ext uri="{C183D7F6-B498-43B3-948B-1728B52AA6E4}">
                <adec:decorative xmlns:adec="http://schemas.microsoft.com/office/drawing/2017/decorative" val="1"/>
              </a:ext>
            </a:extLst>
          </p:cNvPr>
          <p:cNvGrpSpPr>
            <a:grpSpLocks noChangeAspect="1"/>
          </p:cNvGrpSpPr>
          <p:nvPr/>
        </p:nvGrpSpPr>
        <p:grpSpPr>
          <a:xfrm>
            <a:off x="1345757" y="5049527"/>
            <a:ext cx="434849" cy="457200"/>
            <a:chOff x="1309540" y="5049527"/>
            <a:chExt cx="434849" cy="457200"/>
          </a:xfrm>
          <a:solidFill>
            <a:srgbClr val="FF0000"/>
          </a:solidFill>
        </p:grpSpPr>
        <p:sp>
          <p:nvSpPr>
            <p:cNvPr id="2489" name="Freeform: Shape 2488">
              <a:extLst>
                <a:ext uri="{FF2B5EF4-FFF2-40B4-BE49-F238E27FC236}">
                  <a16:creationId xmlns:a16="http://schemas.microsoft.com/office/drawing/2014/main" id="{7FAA884C-A05F-89B0-E7AC-D434F8457DD8}"/>
                </a:ext>
                <a:ext uri="{C183D7F6-B498-43B3-948B-1728B52AA6E4}">
                  <adec:decorative xmlns:adec="http://schemas.microsoft.com/office/drawing/2017/decorative" val="1"/>
                </a:ext>
              </a:extLst>
            </p:cNvPr>
            <p:cNvSpPr/>
            <p:nvPr/>
          </p:nvSpPr>
          <p:spPr>
            <a:xfrm>
              <a:off x="1336145" y="5049527"/>
              <a:ext cx="408244" cy="457200"/>
            </a:xfrm>
            <a:custGeom>
              <a:avLst/>
              <a:gdLst>
                <a:gd name="connsiteX0" fmla="*/ 260590 w 749354"/>
                <a:gd name="connsiteY0" fmla="*/ 42599 h 839215"/>
                <a:gd name="connsiteX1" fmla="*/ 260590 w 749354"/>
                <a:gd name="connsiteY1" fmla="*/ 86247 h 839215"/>
                <a:gd name="connsiteX2" fmla="*/ 438042 w 749354"/>
                <a:gd name="connsiteY2" fmla="*/ 86247 h 839215"/>
                <a:gd name="connsiteX3" fmla="*/ 438042 w 749354"/>
                <a:gd name="connsiteY3" fmla="*/ 42599 h 839215"/>
                <a:gd name="connsiteX4" fmla="*/ 261998 w 749354"/>
                <a:gd name="connsiteY4" fmla="*/ 0 h 839215"/>
                <a:gd name="connsiteX5" fmla="*/ 436634 w 749354"/>
                <a:gd name="connsiteY5" fmla="*/ 0 h 839215"/>
                <a:gd name="connsiteX6" fmla="*/ 481904 w 749354"/>
                <a:gd name="connsiteY6" fmla="*/ 45270 h 839215"/>
                <a:gd name="connsiteX7" fmla="*/ 481904 w 749354"/>
                <a:gd name="connsiteY7" fmla="*/ 86247 h 839215"/>
                <a:gd name="connsiteX8" fmla="*/ 749354 w 749354"/>
                <a:gd name="connsiteY8" fmla="*/ 86247 h 839215"/>
                <a:gd name="connsiteX9" fmla="*/ 749354 w 749354"/>
                <a:gd name="connsiteY9" fmla="*/ 132768 h 839215"/>
                <a:gd name="connsiteX10" fmla="*/ 703989 w 749354"/>
                <a:gd name="connsiteY10" fmla="*/ 132768 h 839215"/>
                <a:gd name="connsiteX11" fmla="*/ 642473 w 749354"/>
                <a:gd name="connsiteY11" fmla="*/ 838618 h 839215"/>
                <a:gd name="connsiteX12" fmla="*/ 642473 w 749354"/>
                <a:gd name="connsiteY12" fmla="*/ 838967 h 839215"/>
                <a:gd name="connsiteX13" fmla="*/ 642443 w 749354"/>
                <a:gd name="connsiteY13" fmla="*/ 838967 h 839215"/>
                <a:gd name="connsiteX14" fmla="*/ 642421 w 749354"/>
                <a:gd name="connsiteY14" fmla="*/ 839215 h 839215"/>
                <a:gd name="connsiteX15" fmla="*/ 639575 w 749354"/>
                <a:gd name="connsiteY15" fmla="*/ 838967 h 839215"/>
                <a:gd name="connsiteX16" fmla="*/ 78485 w 749354"/>
                <a:gd name="connsiteY16" fmla="*/ 838967 h 839215"/>
                <a:gd name="connsiteX17" fmla="*/ 62699 w 749354"/>
                <a:gd name="connsiteY17" fmla="*/ 832428 h 839215"/>
                <a:gd name="connsiteX18" fmla="*/ 56974 w 749354"/>
                <a:gd name="connsiteY18" fmla="*/ 818607 h 839215"/>
                <a:gd name="connsiteX19" fmla="*/ 56043 w 749354"/>
                <a:gd name="connsiteY19" fmla="*/ 818689 h 839215"/>
                <a:gd name="connsiteX20" fmla="*/ 0 w 749354"/>
                <a:gd name="connsiteY20" fmla="*/ 175633 h 839215"/>
                <a:gd name="connsiteX21" fmla="*/ 46845 w 749354"/>
                <a:gd name="connsiteY21" fmla="*/ 175634 h 839215"/>
                <a:gd name="connsiteX22" fmla="*/ 46844 w 749354"/>
                <a:gd name="connsiteY22" fmla="*/ 169935 h 839215"/>
                <a:gd name="connsiteX23" fmla="*/ 46902 w 749354"/>
                <a:gd name="connsiteY23" fmla="*/ 169930 h 839215"/>
                <a:gd name="connsiteX24" fmla="*/ 101318 w 749354"/>
                <a:gd name="connsiteY24" fmla="*/ 794317 h 839215"/>
                <a:gd name="connsiteX25" fmla="*/ 600134 w 749354"/>
                <a:gd name="connsiteY25" fmla="*/ 794317 h 839215"/>
                <a:gd name="connsiteX26" fmla="*/ 657788 w 749354"/>
                <a:gd name="connsiteY26" fmla="*/ 132768 h 839215"/>
                <a:gd name="connsiteX27" fmla="*/ 52711 w 749354"/>
                <a:gd name="connsiteY27" fmla="*/ 132768 h 839215"/>
                <a:gd name="connsiteX28" fmla="*/ 52711 w 749354"/>
                <a:gd name="connsiteY28" fmla="*/ 86247 h 839215"/>
                <a:gd name="connsiteX29" fmla="*/ 216728 w 749354"/>
                <a:gd name="connsiteY29" fmla="*/ 86247 h 839215"/>
                <a:gd name="connsiteX30" fmla="*/ 216728 w 749354"/>
                <a:gd name="connsiteY30" fmla="*/ 45270 h 839215"/>
                <a:gd name="connsiteX31" fmla="*/ 261998 w 749354"/>
                <a:gd name="connsiteY31" fmla="*/ 0 h 839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9354" h="839215">
                  <a:moveTo>
                    <a:pt x="260590" y="42599"/>
                  </a:moveTo>
                  <a:lnTo>
                    <a:pt x="260590" y="86247"/>
                  </a:lnTo>
                  <a:lnTo>
                    <a:pt x="438042" y="86247"/>
                  </a:lnTo>
                  <a:lnTo>
                    <a:pt x="438042" y="42599"/>
                  </a:lnTo>
                  <a:close/>
                  <a:moveTo>
                    <a:pt x="261998" y="0"/>
                  </a:moveTo>
                  <a:lnTo>
                    <a:pt x="436634" y="0"/>
                  </a:lnTo>
                  <a:cubicBezTo>
                    <a:pt x="461636" y="0"/>
                    <a:pt x="481904" y="20268"/>
                    <a:pt x="481904" y="45270"/>
                  </a:cubicBezTo>
                  <a:lnTo>
                    <a:pt x="481904" y="86247"/>
                  </a:lnTo>
                  <a:lnTo>
                    <a:pt x="749354" y="86247"/>
                  </a:lnTo>
                  <a:lnTo>
                    <a:pt x="749354" y="132768"/>
                  </a:lnTo>
                  <a:lnTo>
                    <a:pt x="703989" y="132768"/>
                  </a:lnTo>
                  <a:lnTo>
                    <a:pt x="642473" y="838618"/>
                  </a:lnTo>
                  <a:lnTo>
                    <a:pt x="642473" y="838967"/>
                  </a:lnTo>
                  <a:lnTo>
                    <a:pt x="642443" y="838967"/>
                  </a:lnTo>
                  <a:lnTo>
                    <a:pt x="642421" y="839215"/>
                  </a:lnTo>
                  <a:lnTo>
                    <a:pt x="639575" y="838967"/>
                  </a:lnTo>
                  <a:lnTo>
                    <a:pt x="78485" y="838967"/>
                  </a:lnTo>
                  <a:cubicBezTo>
                    <a:pt x="72320" y="838967"/>
                    <a:pt x="66739" y="836468"/>
                    <a:pt x="62699" y="832428"/>
                  </a:cubicBezTo>
                  <a:lnTo>
                    <a:pt x="56974" y="818607"/>
                  </a:lnTo>
                  <a:lnTo>
                    <a:pt x="56043" y="818689"/>
                  </a:lnTo>
                  <a:lnTo>
                    <a:pt x="0" y="175633"/>
                  </a:lnTo>
                  <a:lnTo>
                    <a:pt x="46845" y="175634"/>
                  </a:lnTo>
                  <a:lnTo>
                    <a:pt x="46844" y="169935"/>
                  </a:lnTo>
                  <a:lnTo>
                    <a:pt x="46902" y="169930"/>
                  </a:lnTo>
                  <a:lnTo>
                    <a:pt x="101318" y="794317"/>
                  </a:lnTo>
                  <a:lnTo>
                    <a:pt x="600134" y="794317"/>
                  </a:lnTo>
                  <a:lnTo>
                    <a:pt x="657788" y="132768"/>
                  </a:lnTo>
                  <a:lnTo>
                    <a:pt x="52711" y="132768"/>
                  </a:lnTo>
                  <a:lnTo>
                    <a:pt x="52711" y="86247"/>
                  </a:lnTo>
                  <a:lnTo>
                    <a:pt x="216728" y="86247"/>
                  </a:lnTo>
                  <a:lnTo>
                    <a:pt x="216728" y="45270"/>
                  </a:lnTo>
                  <a:cubicBezTo>
                    <a:pt x="216728" y="20268"/>
                    <a:pt x="236996" y="0"/>
                    <a:pt x="26199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90" name="Freeform: Shape 2489">
              <a:extLst>
                <a:ext uri="{FF2B5EF4-FFF2-40B4-BE49-F238E27FC236}">
                  <a16:creationId xmlns:a16="http://schemas.microsoft.com/office/drawing/2014/main" id="{8D5B2E66-CE2D-C727-612C-206AA079D801}"/>
                </a:ext>
                <a:ext uri="{C183D7F6-B498-43B3-948B-1728B52AA6E4}">
                  <adec:decorative xmlns:adec="http://schemas.microsoft.com/office/drawing/2017/decorative" val="1"/>
                </a:ext>
              </a:extLst>
            </p:cNvPr>
            <p:cNvSpPr/>
            <p:nvPr/>
          </p:nvSpPr>
          <p:spPr>
            <a:xfrm>
              <a:off x="1309540" y="5090854"/>
              <a:ext cx="325025" cy="319220"/>
            </a:xfrm>
            <a:custGeom>
              <a:avLst/>
              <a:gdLst>
                <a:gd name="connsiteX0" fmla="*/ 454952 w 596601"/>
                <a:gd name="connsiteY0" fmla="*/ 188356 h 585946"/>
                <a:gd name="connsiteX1" fmla="*/ 479445 w 596601"/>
                <a:gd name="connsiteY1" fmla="*/ 188356 h 585946"/>
                <a:gd name="connsiteX2" fmla="*/ 460930 w 596601"/>
                <a:gd name="connsiteY2" fmla="*/ 585946 h 585946"/>
                <a:gd name="connsiteX3" fmla="*/ 436436 w 596601"/>
                <a:gd name="connsiteY3" fmla="*/ 585946 h 585946"/>
                <a:gd name="connsiteX4" fmla="*/ 316856 w 596601"/>
                <a:gd name="connsiteY4" fmla="*/ 188356 h 585946"/>
                <a:gd name="connsiteX5" fmla="*/ 341350 w 596601"/>
                <a:gd name="connsiteY5" fmla="*/ 188356 h 585946"/>
                <a:gd name="connsiteX6" fmla="*/ 359865 w 596601"/>
                <a:gd name="connsiteY6" fmla="*/ 585946 h 585946"/>
                <a:gd name="connsiteX7" fmla="*/ 335372 w 596601"/>
                <a:gd name="connsiteY7" fmla="*/ 585946 h 585946"/>
                <a:gd name="connsiteX8" fmla="*/ 596601 w 596601"/>
                <a:gd name="connsiteY8" fmla="*/ 188356 h 585946"/>
                <a:gd name="connsiteX9" fmla="*/ 562626 w 596601"/>
                <a:gd name="connsiteY9" fmla="*/ 585946 h 585946"/>
                <a:gd name="connsiteX10" fmla="*/ 538070 w 596601"/>
                <a:gd name="connsiteY10" fmla="*/ 585946 h 585946"/>
                <a:gd name="connsiteX11" fmla="*/ 572045 w 596601"/>
                <a:gd name="connsiteY11" fmla="*/ 188356 h 585946"/>
                <a:gd name="connsiteX12" fmla="*/ 199701 w 596601"/>
                <a:gd name="connsiteY12" fmla="*/ 188356 h 585946"/>
                <a:gd name="connsiteX13" fmla="*/ 224257 w 596601"/>
                <a:gd name="connsiteY13" fmla="*/ 188356 h 585946"/>
                <a:gd name="connsiteX14" fmla="*/ 258231 w 596601"/>
                <a:gd name="connsiteY14" fmla="*/ 585946 h 585946"/>
                <a:gd name="connsiteX15" fmla="*/ 233675 w 596601"/>
                <a:gd name="connsiteY15" fmla="*/ 585946 h 585946"/>
                <a:gd name="connsiteX16" fmla="*/ 0 w 596601"/>
                <a:gd name="connsiteY16" fmla="*/ 0 h 585946"/>
                <a:gd name="connsiteX17" fmla="*/ 66674 w 596601"/>
                <a:gd name="connsiteY17" fmla="*/ 0 h 585946"/>
                <a:gd name="connsiteX18" fmla="*/ 66674 w 596601"/>
                <a:gd name="connsiteY18" fmla="*/ 67020 h 585946"/>
                <a:gd name="connsiteX19" fmla="*/ 0 w 596601"/>
                <a:gd name="connsiteY19" fmla="*/ 67020 h 58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6601" h="585946">
                  <a:moveTo>
                    <a:pt x="454952" y="188356"/>
                  </a:moveTo>
                  <a:lnTo>
                    <a:pt x="479445" y="188356"/>
                  </a:lnTo>
                  <a:lnTo>
                    <a:pt x="460930" y="585946"/>
                  </a:lnTo>
                  <a:lnTo>
                    <a:pt x="436436" y="585946"/>
                  </a:lnTo>
                  <a:close/>
                  <a:moveTo>
                    <a:pt x="316856" y="188356"/>
                  </a:moveTo>
                  <a:lnTo>
                    <a:pt x="341350" y="188356"/>
                  </a:lnTo>
                  <a:lnTo>
                    <a:pt x="359865" y="585946"/>
                  </a:lnTo>
                  <a:lnTo>
                    <a:pt x="335372" y="585946"/>
                  </a:lnTo>
                  <a:close/>
                  <a:moveTo>
                    <a:pt x="596601" y="188356"/>
                  </a:moveTo>
                  <a:lnTo>
                    <a:pt x="562626" y="585946"/>
                  </a:lnTo>
                  <a:lnTo>
                    <a:pt x="538070" y="585946"/>
                  </a:lnTo>
                  <a:lnTo>
                    <a:pt x="572045" y="188356"/>
                  </a:lnTo>
                  <a:close/>
                  <a:moveTo>
                    <a:pt x="199701" y="188356"/>
                  </a:moveTo>
                  <a:lnTo>
                    <a:pt x="224257" y="188356"/>
                  </a:lnTo>
                  <a:lnTo>
                    <a:pt x="258231" y="585946"/>
                  </a:lnTo>
                  <a:lnTo>
                    <a:pt x="233675" y="585946"/>
                  </a:lnTo>
                  <a:close/>
                  <a:moveTo>
                    <a:pt x="0" y="0"/>
                  </a:moveTo>
                  <a:lnTo>
                    <a:pt x="66674" y="0"/>
                  </a:lnTo>
                  <a:lnTo>
                    <a:pt x="66674" y="67020"/>
                  </a:lnTo>
                  <a:lnTo>
                    <a:pt x="0" y="6702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42" name="Group 141">
            <a:extLst>
              <a:ext uri="{FF2B5EF4-FFF2-40B4-BE49-F238E27FC236}">
                <a16:creationId xmlns:a16="http://schemas.microsoft.com/office/drawing/2014/main" id="{DAB5EC4E-7BB9-0486-910D-1131B1B163C7}"/>
              </a:ext>
              <a:ext uri="{C183D7F6-B498-43B3-948B-1728B52AA6E4}">
                <adec:decorative xmlns:adec="http://schemas.microsoft.com/office/drawing/2017/decorative" val="1"/>
              </a:ext>
            </a:extLst>
          </p:cNvPr>
          <p:cNvGrpSpPr>
            <a:grpSpLocks noChangeAspect="1"/>
          </p:cNvGrpSpPr>
          <p:nvPr/>
        </p:nvGrpSpPr>
        <p:grpSpPr>
          <a:xfrm>
            <a:off x="2682655" y="5049527"/>
            <a:ext cx="388866" cy="457200"/>
            <a:chOff x="2574004" y="5049527"/>
            <a:chExt cx="388866" cy="457200"/>
          </a:xfrm>
          <a:solidFill>
            <a:srgbClr val="FF0000"/>
          </a:solidFill>
        </p:grpSpPr>
        <p:sp>
          <p:nvSpPr>
            <p:cNvPr id="2493" name="Freeform: Shape 2492">
              <a:extLst>
                <a:ext uri="{FF2B5EF4-FFF2-40B4-BE49-F238E27FC236}">
                  <a16:creationId xmlns:a16="http://schemas.microsoft.com/office/drawing/2014/main" id="{1E371D48-367A-4A6F-7559-CA3D22D0B9E7}"/>
                </a:ext>
                <a:ext uri="{C183D7F6-B498-43B3-948B-1728B52AA6E4}">
                  <adec:decorative xmlns:adec="http://schemas.microsoft.com/office/drawing/2017/decorative" val="1"/>
                </a:ext>
              </a:extLst>
            </p:cNvPr>
            <p:cNvSpPr/>
            <p:nvPr/>
          </p:nvSpPr>
          <p:spPr>
            <a:xfrm>
              <a:off x="2574004" y="5049527"/>
              <a:ext cx="377312" cy="457200"/>
            </a:xfrm>
            <a:custGeom>
              <a:avLst/>
              <a:gdLst>
                <a:gd name="connsiteX0" fmla="*/ 329770 w 802833"/>
                <a:gd name="connsiteY0" fmla="*/ 677808 h 972817"/>
                <a:gd name="connsiteX1" fmla="*/ 253863 w 802833"/>
                <a:gd name="connsiteY1" fmla="*/ 753715 h 972817"/>
                <a:gd name="connsiteX2" fmla="*/ 259835 w 802833"/>
                <a:gd name="connsiteY2" fmla="*/ 783241 h 972817"/>
                <a:gd name="connsiteX3" fmla="*/ 272865 w 802833"/>
                <a:gd name="connsiteY3" fmla="*/ 802557 h 972817"/>
                <a:gd name="connsiteX4" fmla="*/ 277007 w 802833"/>
                <a:gd name="connsiteY4" fmla="*/ 807974 h 972817"/>
                <a:gd name="connsiteX5" fmla="*/ 295943 w 802833"/>
                <a:gd name="connsiteY5" fmla="*/ 820748 h 972817"/>
                <a:gd name="connsiteX6" fmla="*/ 301370 w 802833"/>
                <a:gd name="connsiteY6" fmla="*/ 823877 h 972817"/>
                <a:gd name="connsiteX7" fmla="*/ 327459 w 802833"/>
                <a:gd name="connsiteY7" fmla="*/ 829154 h 972817"/>
                <a:gd name="connsiteX8" fmla="*/ 330223 w 802833"/>
                <a:gd name="connsiteY8" fmla="*/ 829529 h 972817"/>
                <a:gd name="connsiteX9" fmla="*/ 358980 w 802833"/>
                <a:gd name="connsiteY9" fmla="*/ 823713 h 972817"/>
                <a:gd name="connsiteX10" fmla="*/ 359346 w 802833"/>
                <a:gd name="connsiteY10" fmla="*/ 823616 h 972817"/>
                <a:gd name="connsiteX11" fmla="*/ 381757 w 802833"/>
                <a:gd name="connsiteY11" fmla="*/ 808498 h 972817"/>
                <a:gd name="connsiteX12" fmla="*/ 383634 w 802833"/>
                <a:gd name="connsiteY12" fmla="*/ 807064 h 972817"/>
                <a:gd name="connsiteX13" fmla="*/ 396272 w 802833"/>
                <a:gd name="connsiteY13" fmla="*/ 788330 h 972817"/>
                <a:gd name="connsiteX14" fmla="*/ 399969 w 802833"/>
                <a:gd name="connsiteY14" fmla="*/ 781938 h 972817"/>
                <a:gd name="connsiteX15" fmla="*/ 404133 w 802833"/>
                <a:gd name="connsiteY15" fmla="*/ 761347 h 972817"/>
                <a:gd name="connsiteX16" fmla="*/ 405374 w 802833"/>
                <a:gd name="connsiteY16" fmla="*/ 752219 h 972817"/>
                <a:gd name="connsiteX17" fmla="*/ 401724 w 802833"/>
                <a:gd name="connsiteY17" fmla="*/ 734192 h 972817"/>
                <a:gd name="connsiteX18" fmla="*/ 398656 w 802833"/>
                <a:gd name="connsiteY18" fmla="*/ 722645 h 972817"/>
                <a:gd name="connsiteX19" fmla="*/ 383406 w 802833"/>
                <a:gd name="connsiteY19" fmla="*/ 700058 h 972817"/>
                <a:gd name="connsiteX20" fmla="*/ 329770 w 802833"/>
                <a:gd name="connsiteY20" fmla="*/ 677808 h 972817"/>
                <a:gd name="connsiteX21" fmla="*/ 166654 w 802833"/>
                <a:gd name="connsiteY21" fmla="*/ 595929 h 972817"/>
                <a:gd name="connsiteX22" fmla="*/ 227643 w 802833"/>
                <a:gd name="connsiteY22" fmla="*/ 719219 h 972817"/>
                <a:gd name="connsiteX23" fmla="*/ 229249 w 802833"/>
                <a:gd name="connsiteY23" fmla="*/ 711286 h 972817"/>
                <a:gd name="connsiteX24" fmla="*/ 329770 w 802833"/>
                <a:gd name="connsiteY24" fmla="*/ 644606 h 972817"/>
                <a:gd name="connsiteX25" fmla="*/ 363884 w 802833"/>
                <a:gd name="connsiteY25" fmla="*/ 651511 h 972817"/>
                <a:gd name="connsiteX26" fmla="*/ 336382 w 802833"/>
                <a:gd name="connsiteY26" fmla="*/ 595929 h 972817"/>
                <a:gd name="connsiteX27" fmla="*/ 217349 w 802833"/>
                <a:gd name="connsiteY27" fmla="*/ 355362 h 972817"/>
                <a:gd name="connsiteX28" fmla="*/ 167957 w 802833"/>
                <a:gd name="connsiteY28" fmla="*/ 388435 h 972817"/>
                <a:gd name="connsiteX29" fmla="*/ 107574 w 802833"/>
                <a:gd name="connsiteY29" fmla="*/ 406832 h 972817"/>
                <a:gd name="connsiteX30" fmla="*/ 86029 w 802833"/>
                <a:gd name="connsiteY30" fmla="*/ 404733 h 972817"/>
                <a:gd name="connsiteX31" fmla="*/ 68516 w 802833"/>
                <a:gd name="connsiteY31" fmla="*/ 397543 h 972817"/>
                <a:gd name="connsiteX32" fmla="*/ 145012 w 802833"/>
                <a:gd name="connsiteY32" fmla="*/ 552181 h 972817"/>
                <a:gd name="connsiteX33" fmla="*/ 162703 w 802833"/>
                <a:gd name="connsiteY33" fmla="*/ 552181 h 972817"/>
                <a:gd name="connsiteX34" fmla="*/ 314735 w 802833"/>
                <a:gd name="connsiteY34" fmla="*/ 552181 h 972817"/>
                <a:gd name="connsiteX35" fmla="*/ 108679 w 802833"/>
                <a:gd name="connsiteY35" fmla="*/ 231760 h 972817"/>
                <a:gd name="connsiteX36" fmla="*/ 75477 w 802833"/>
                <a:gd name="connsiteY36" fmla="*/ 239494 h 972817"/>
                <a:gd name="connsiteX37" fmla="*/ 37082 w 802833"/>
                <a:gd name="connsiteY37" fmla="*/ 283193 h 972817"/>
                <a:gd name="connsiteX38" fmla="*/ 33076 w 802833"/>
                <a:gd name="connsiteY38" fmla="*/ 312660 h 972817"/>
                <a:gd name="connsiteX39" fmla="*/ 33705 w 802833"/>
                <a:gd name="connsiteY39" fmla="*/ 315025 h 972817"/>
                <a:gd name="connsiteX40" fmla="*/ 43987 w 802833"/>
                <a:gd name="connsiteY40" fmla="*/ 340041 h 972817"/>
                <a:gd name="connsiteX41" fmla="*/ 149505 w 802833"/>
                <a:gd name="connsiteY41" fmla="*/ 360924 h 972817"/>
                <a:gd name="connsiteX42" fmla="*/ 202531 w 802833"/>
                <a:gd name="connsiteY42" fmla="*/ 325417 h 972817"/>
                <a:gd name="connsiteX43" fmla="*/ 177238 w 802833"/>
                <a:gd name="connsiteY43" fmla="*/ 274299 h 972817"/>
                <a:gd name="connsiteX44" fmla="*/ 133484 w 802833"/>
                <a:gd name="connsiteY44" fmla="*/ 235904 h 972817"/>
                <a:gd name="connsiteX45" fmla="*/ 108679 w 802833"/>
                <a:gd name="connsiteY45" fmla="*/ 231760 h 972817"/>
                <a:gd name="connsiteX46" fmla="*/ 286900 w 802833"/>
                <a:gd name="connsiteY46" fmla="*/ 85850 h 972817"/>
                <a:gd name="connsiteX47" fmla="*/ 115511 w 802833"/>
                <a:gd name="connsiteY47" fmla="*/ 200614 h 972817"/>
                <a:gd name="connsiteX48" fmla="*/ 144257 w 802833"/>
                <a:gd name="connsiteY48" fmla="*/ 204524 h 972817"/>
                <a:gd name="connsiteX49" fmla="*/ 207015 w 802833"/>
                <a:gd name="connsiteY49" fmla="*/ 259659 h 972817"/>
                <a:gd name="connsiteX50" fmla="*/ 230334 w 802833"/>
                <a:gd name="connsiteY50" fmla="*/ 306799 h 972817"/>
                <a:gd name="connsiteX51" fmla="*/ 370002 w 802833"/>
                <a:gd name="connsiteY51" fmla="*/ 213277 h 972817"/>
                <a:gd name="connsiteX52" fmla="*/ 363104 w 802833"/>
                <a:gd name="connsiteY52" fmla="*/ 208982 h 972817"/>
                <a:gd name="connsiteX53" fmla="*/ 294412 w 802833"/>
                <a:gd name="connsiteY53" fmla="*/ 136242 h 972817"/>
                <a:gd name="connsiteX54" fmla="*/ 285081 w 802833"/>
                <a:gd name="connsiteY54" fmla="*/ 101625 h 972817"/>
                <a:gd name="connsiteX55" fmla="*/ 373951 w 802833"/>
                <a:gd name="connsiteY55" fmla="*/ 34481 h 972817"/>
                <a:gd name="connsiteX56" fmla="*/ 349122 w 802833"/>
                <a:gd name="connsiteY56" fmla="*/ 44819 h 972817"/>
                <a:gd name="connsiteX57" fmla="*/ 332003 w 802833"/>
                <a:gd name="connsiteY57" fmla="*/ 59304 h 972817"/>
                <a:gd name="connsiteX58" fmla="*/ 324576 w 802833"/>
                <a:gd name="connsiteY58" fmla="*/ 122596 h 972817"/>
                <a:gd name="connsiteX59" fmla="*/ 392969 w 802833"/>
                <a:gd name="connsiteY59" fmla="*/ 188614 h 972817"/>
                <a:gd name="connsiteX60" fmla="*/ 394350 w 802833"/>
                <a:gd name="connsiteY60" fmla="*/ 189498 h 972817"/>
                <a:gd name="connsiteX61" fmla="*/ 399844 w 802833"/>
                <a:gd name="connsiteY61" fmla="*/ 193294 h 972817"/>
                <a:gd name="connsiteX62" fmla="*/ 431254 w 802833"/>
                <a:gd name="connsiteY62" fmla="*/ 172262 h 972817"/>
                <a:gd name="connsiteX63" fmla="*/ 452137 w 802833"/>
                <a:gd name="connsiteY63" fmla="*/ 66743 h 972817"/>
                <a:gd name="connsiteX64" fmla="*/ 403687 w 802833"/>
                <a:gd name="connsiteY64" fmla="*/ 34536 h 972817"/>
                <a:gd name="connsiteX65" fmla="*/ 373951 w 802833"/>
                <a:gd name="connsiteY65" fmla="*/ 34481 h 972817"/>
                <a:gd name="connsiteX66" fmla="*/ 367488 w 802833"/>
                <a:gd name="connsiteY66" fmla="*/ 2072 h 972817"/>
                <a:gd name="connsiteX67" fmla="*/ 410151 w 802833"/>
                <a:gd name="connsiteY67" fmla="*/ 2107 h 972817"/>
                <a:gd name="connsiteX68" fmla="*/ 449609 w 802833"/>
                <a:gd name="connsiteY68" fmla="*/ 18308 h 972817"/>
                <a:gd name="connsiteX69" fmla="*/ 470125 w 802833"/>
                <a:gd name="connsiteY69" fmla="*/ 38785 h 972817"/>
                <a:gd name="connsiteX70" fmla="*/ 471459 w 802833"/>
                <a:gd name="connsiteY70" fmla="*/ 37505 h 972817"/>
                <a:gd name="connsiteX71" fmla="*/ 802833 w 802833"/>
                <a:gd name="connsiteY71" fmla="*/ 382806 h 972817"/>
                <a:gd name="connsiteX72" fmla="*/ 778957 w 802833"/>
                <a:gd name="connsiteY72" fmla="*/ 405719 h 972817"/>
                <a:gd name="connsiteX73" fmla="*/ 496098 w 802833"/>
                <a:gd name="connsiteY73" fmla="*/ 110972 h 972817"/>
                <a:gd name="connsiteX74" fmla="*/ 496029 w 802833"/>
                <a:gd name="connsiteY74" fmla="*/ 130255 h 972817"/>
                <a:gd name="connsiteX75" fmla="*/ 449706 w 802833"/>
                <a:gd name="connsiteY75" fmla="*/ 199773 h 972817"/>
                <a:gd name="connsiteX76" fmla="*/ 429145 w 802833"/>
                <a:gd name="connsiteY76" fmla="*/ 213541 h 972817"/>
                <a:gd name="connsiteX77" fmla="*/ 683448 w 802833"/>
                <a:gd name="connsiteY77" fmla="*/ 389264 h 972817"/>
                <a:gd name="connsiteX78" fmla="*/ 664664 w 802833"/>
                <a:gd name="connsiteY78" fmla="*/ 416500 h 972817"/>
                <a:gd name="connsiteX79" fmla="*/ 399611 w 802833"/>
                <a:gd name="connsiteY79" fmla="*/ 233318 h 972817"/>
                <a:gd name="connsiteX80" fmla="*/ 245149 w 802833"/>
                <a:gd name="connsiteY80" fmla="*/ 336747 h 972817"/>
                <a:gd name="connsiteX81" fmla="*/ 351720 w 802833"/>
                <a:gd name="connsiteY81" fmla="*/ 552181 h 972817"/>
                <a:gd name="connsiteX82" fmla="*/ 438995 w 802833"/>
                <a:gd name="connsiteY82" fmla="*/ 552181 h 972817"/>
                <a:gd name="connsiteX83" fmla="*/ 438995 w 802833"/>
                <a:gd name="connsiteY83" fmla="*/ 595929 h 972817"/>
                <a:gd name="connsiteX84" fmla="*/ 373361 w 802833"/>
                <a:gd name="connsiteY84" fmla="*/ 595929 h 972817"/>
                <a:gd name="connsiteX85" fmla="*/ 427885 w 802833"/>
                <a:gd name="connsiteY85" fmla="*/ 706149 h 972817"/>
                <a:gd name="connsiteX86" fmla="*/ 428575 w 802833"/>
                <a:gd name="connsiteY86" fmla="*/ 708743 h 972817"/>
                <a:gd name="connsiteX87" fmla="*/ 430291 w 802833"/>
                <a:gd name="connsiteY87" fmla="*/ 711286 h 972817"/>
                <a:gd name="connsiteX88" fmla="*/ 433592 w 802833"/>
                <a:gd name="connsiteY88" fmla="*/ 727594 h 972817"/>
                <a:gd name="connsiteX89" fmla="*/ 438831 w 802833"/>
                <a:gd name="connsiteY89" fmla="*/ 747279 h 972817"/>
                <a:gd name="connsiteX90" fmla="*/ 438326 w 802833"/>
                <a:gd name="connsiteY90" fmla="*/ 750985 h 972817"/>
                <a:gd name="connsiteX91" fmla="*/ 438879 w 802833"/>
                <a:gd name="connsiteY91" fmla="*/ 753715 h 972817"/>
                <a:gd name="connsiteX92" fmla="*/ 436062 w 802833"/>
                <a:gd name="connsiteY92" fmla="*/ 767632 h 972817"/>
                <a:gd name="connsiteX93" fmla="*/ 433078 w 802833"/>
                <a:gd name="connsiteY93" fmla="*/ 789569 h 972817"/>
                <a:gd name="connsiteX94" fmla="*/ 430834 w 802833"/>
                <a:gd name="connsiteY94" fmla="*/ 793460 h 972817"/>
                <a:gd name="connsiteX95" fmla="*/ 430291 w 802833"/>
                <a:gd name="connsiteY95" fmla="*/ 796143 h 972817"/>
                <a:gd name="connsiteX96" fmla="*/ 423380 w 802833"/>
                <a:gd name="connsiteY96" fmla="*/ 806385 h 972817"/>
                <a:gd name="connsiteX97" fmla="*/ 411767 w 802833"/>
                <a:gd name="connsiteY97" fmla="*/ 826521 h 972817"/>
                <a:gd name="connsiteX98" fmla="*/ 407697 w 802833"/>
                <a:gd name="connsiteY98" fmla="*/ 829627 h 972817"/>
                <a:gd name="connsiteX99" fmla="*/ 406885 w 802833"/>
                <a:gd name="connsiteY99" fmla="*/ 830829 h 972817"/>
                <a:gd name="connsiteX100" fmla="*/ 400267 w 802833"/>
                <a:gd name="connsiteY100" fmla="*/ 835295 h 972817"/>
                <a:gd name="connsiteX101" fmla="*/ 377943 w 802833"/>
                <a:gd name="connsiteY101" fmla="*/ 852327 h 972817"/>
                <a:gd name="connsiteX102" fmla="*/ 373497 w 802833"/>
                <a:gd name="connsiteY102" fmla="*/ 853359 h 972817"/>
                <a:gd name="connsiteX103" fmla="*/ 372199 w 802833"/>
                <a:gd name="connsiteY103" fmla="*/ 854235 h 972817"/>
                <a:gd name="connsiteX104" fmla="*/ 352852 w 802833"/>
                <a:gd name="connsiteY104" fmla="*/ 858151 h 972817"/>
                <a:gd name="connsiteX105" fmla="*/ 330101 w 802833"/>
                <a:gd name="connsiteY105" fmla="*/ 863431 h 972817"/>
                <a:gd name="connsiteX106" fmla="*/ 294524 w 802833"/>
                <a:gd name="connsiteY106" fmla="*/ 857465 h 972817"/>
                <a:gd name="connsiteX107" fmla="*/ 289779 w 802833"/>
                <a:gd name="connsiteY107" fmla="*/ 854728 h 972817"/>
                <a:gd name="connsiteX108" fmla="*/ 287341 w 802833"/>
                <a:gd name="connsiteY108" fmla="*/ 854235 h 972817"/>
                <a:gd name="connsiteX109" fmla="*/ 278035 w 802833"/>
                <a:gd name="connsiteY109" fmla="*/ 847956 h 972817"/>
                <a:gd name="connsiteX110" fmla="*/ 257572 w 802833"/>
                <a:gd name="connsiteY110" fmla="*/ 836154 h 972817"/>
                <a:gd name="connsiteX111" fmla="*/ 254415 w 802833"/>
                <a:gd name="connsiteY111" fmla="*/ 832017 h 972817"/>
                <a:gd name="connsiteX112" fmla="*/ 252655 w 802833"/>
                <a:gd name="connsiteY112" fmla="*/ 830829 h 972817"/>
                <a:gd name="connsiteX113" fmla="*/ 246118 w 802833"/>
                <a:gd name="connsiteY113" fmla="*/ 821142 h 972817"/>
                <a:gd name="connsiteX114" fmla="*/ 231765 w 802833"/>
                <a:gd name="connsiteY114" fmla="*/ 802330 h 972817"/>
                <a:gd name="connsiteX115" fmla="*/ 162703 w 802833"/>
                <a:gd name="connsiteY115" fmla="*/ 662703 h 972817"/>
                <a:gd name="connsiteX116" fmla="*/ 162703 w 802833"/>
                <a:gd name="connsiteY116" fmla="*/ 929068 h 972817"/>
                <a:gd name="connsiteX117" fmla="*/ 495844 w 802833"/>
                <a:gd name="connsiteY117" fmla="*/ 929068 h 972817"/>
                <a:gd name="connsiteX118" fmla="*/ 495844 w 802833"/>
                <a:gd name="connsiteY118" fmla="*/ 652776 h 972817"/>
                <a:gd name="connsiteX119" fmla="*/ 539592 w 802833"/>
                <a:gd name="connsiteY119" fmla="*/ 652776 h 972817"/>
                <a:gd name="connsiteX120" fmla="*/ 539592 w 802833"/>
                <a:gd name="connsiteY120" fmla="*/ 929068 h 972817"/>
                <a:gd name="connsiteX121" fmla="*/ 539592 w 802833"/>
                <a:gd name="connsiteY121" fmla="*/ 972816 h 972817"/>
                <a:gd name="connsiteX122" fmla="*/ 495844 w 802833"/>
                <a:gd name="connsiteY122" fmla="*/ 972816 h 972817"/>
                <a:gd name="connsiteX123" fmla="*/ 162703 w 802833"/>
                <a:gd name="connsiteY123" fmla="*/ 972816 h 972817"/>
                <a:gd name="connsiteX124" fmla="*/ 162703 w 802833"/>
                <a:gd name="connsiteY124" fmla="*/ 972817 h 972817"/>
                <a:gd name="connsiteX125" fmla="*/ 118955 w 802833"/>
                <a:gd name="connsiteY125" fmla="*/ 972817 h 972817"/>
                <a:gd name="connsiteX126" fmla="*/ 118955 w 802833"/>
                <a:gd name="connsiteY126" fmla="*/ 972816 h 972817"/>
                <a:gd name="connsiteX127" fmla="*/ 118955 w 802833"/>
                <a:gd name="connsiteY127" fmla="*/ 929068 h 972817"/>
                <a:gd name="connsiteX128" fmla="*/ 118955 w 802833"/>
                <a:gd name="connsiteY128" fmla="*/ 595929 h 972817"/>
                <a:gd name="connsiteX129" fmla="*/ 118955 w 802833"/>
                <a:gd name="connsiteY129" fmla="*/ 574255 h 972817"/>
                <a:gd name="connsiteX130" fmla="*/ 10951 w 802833"/>
                <a:gd name="connsiteY130" fmla="*/ 355896 h 972817"/>
                <a:gd name="connsiteX131" fmla="*/ 2789 w 802833"/>
                <a:gd name="connsiteY131" fmla="*/ 325227 h 972817"/>
                <a:gd name="connsiteX132" fmla="*/ 0 w 802833"/>
                <a:gd name="connsiteY132" fmla="*/ 318448 h 972817"/>
                <a:gd name="connsiteX133" fmla="*/ 13 w 802833"/>
                <a:gd name="connsiteY133" fmla="*/ 314796 h 972817"/>
                <a:gd name="connsiteX134" fmla="*/ 5 w 802833"/>
                <a:gd name="connsiteY134" fmla="*/ 314766 h 972817"/>
                <a:gd name="connsiteX135" fmla="*/ 14 w 802833"/>
                <a:gd name="connsiteY135" fmla="*/ 314704 h 972817"/>
                <a:gd name="connsiteX136" fmla="*/ 150 w 802833"/>
                <a:gd name="connsiteY136" fmla="*/ 276585 h 972817"/>
                <a:gd name="connsiteX137" fmla="*/ 46473 w 802833"/>
                <a:gd name="connsiteY137" fmla="*/ 207066 h 972817"/>
                <a:gd name="connsiteX138" fmla="*/ 328223 w 802833"/>
                <a:gd name="connsiteY138" fmla="*/ 18404 h 972817"/>
                <a:gd name="connsiteX139" fmla="*/ 330939 w 802833"/>
                <a:gd name="connsiteY139" fmla="*/ 17275 h 972817"/>
                <a:gd name="connsiteX140" fmla="*/ 334134 w 802833"/>
                <a:gd name="connsiteY140" fmla="*/ 14482 h 972817"/>
                <a:gd name="connsiteX141" fmla="*/ 334884 w 802833"/>
                <a:gd name="connsiteY141" fmla="*/ 15634 h 97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02833" h="972817">
                  <a:moveTo>
                    <a:pt x="329770" y="677808"/>
                  </a:moveTo>
                  <a:cubicBezTo>
                    <a:pt x="287894" y="677808"/>
                    <a:pt x="253863" y="711839"/>
                    <a:pt x="253863" y="753715"/>
                  </a:cubicBezTo>
                  <a:cubicBezTo>
                    <a:pt x="253863" y="764183"/>
                    <a:pt x="255990" y="774162"/>
                    <a:pt x="259835" y="783241"/>
                  </a:cubicBezTo>
                  <a:lnTo>
                    <a:pt x="272865" y="802557"/>
                  </a:lnTo>
                  <a:lnTo>
                    <a:pt x="277007" y="807974"/>
                  </a:lnTo>
                  <a:lnTo>
                    <a:pt x="295943" y="820748"/>
                  </a:lnTo>
                  <a:lnTo>
                    <a:pt x="301370" y="823877"/>
                  </a:lnTo>
                  <a:lnTo>
                    <a:pt x="327459" y="829154"/>
                  </a:lnTo>
                  <a:lnTo>
                    <a:pt x="330223" y="829529"/>
                  </a:lnTo>
                  <a:lnTo>
                    <a:pt x="358980" y="823713"/>
                  </a:lnTo>
                  <a:lnTo>
                    <a:pt x="359346" y="823616"/>
                  </a:lnTo>
                  <a:lnTo>
                    <a:pt x="381757" y="808498"/>
                  </a:lnTo>
                  <a:lnTo>
                    <a:pt x="383634" y="807064"/>
                  </a:lnTo>
                  <a:lnTo>
                    <a:pt x="396272" y="788330"/>
                  </a:lnTo>
                  <a:lnTo>
                    <a:pt x="399969" y="781938"/>
                  </a:lnTo>
                  <a:lnTo>
                    <a:pt x="404133" y="761347"/>
                  </a:lnTo>
                  <a:lnTo>
                    <a:pt x="405374" y="752219"/>
                  </a:lnTo>
                  <a:lnTo>
                    <a:pt x="401724" y="734192"/>
                  </a:lnTo>
                  <a:lnTo>
                    <a:pt x="398656" y="722645"/>
                  </a:lnTo>
                  <a:lnTo>
                    <a:pt x="383406" y="700058"/>
                  </a:lnTo>
                  <a:cubicBezTo>
                    <a:pt x="369657" y="686316"/>
                    <a:pt x="350681" y="677808"/>
                    <a:pt x="329770" y="677808"/>
                  </a:cubicBezTo>
                  <a:close/>
                  <a:moveTo>
                    <a:pt x="166654" y="595929"/>
                  </a:moveTo>
                  <a:lnTo>
                    <a:pt x="227643" y="719219"/>
                  </a:lnTo>
                  <a:lnTo>
                    <a:pt x="229249" y="711286"/>
                  </a:lnTo>
                  <a:cubicBezTo>
                    <a:pt x="245835" y="672138"/>
                    <a:pt x="284649" y="644606"/>
                    <a:pt x="329770" y="644606"/>
                  </a:cubicBezTo>
                  <a:lnTo>
                    <a:pt x="363884" y="651511"/>
                  </a:lnTo>
                  <a:lnTo>
                    <a:pt x="336382" y="595929"/>
                  </a:lnTo>
                  <a:close/>
                  <a:moveTo>
                    <a:pt x="217349" y="355362"/>
                  </a:moveTo>
                  <a:lnTo>
                    <a:pt x="167957" y="388435"/>
                  </a:lnTo>
                  <a:cubicBezTo>
                    <a:pt x="149837" y="400534"/>
                    <a:pt x="128954" y="406832"/>
                    <a:pt x="107574" y="406832"/>
                  </a:cubicBezTo>
                  <a:cubicBezTo>
                    <a:pt x="100392" y="406832"/>
                    <a:pt x="93210" y="406114"/>
                    <a:pt x="86029" y="404733"/>
                  </a:cubicBezTo>
                  <a:lnTo>
                    <a:pt x="68516" y="397543"/>
                  </a:lnTo>
                  <a:lnTo>
                    <a:pt x="145012" y="552181"/>
                  </a:lnTo>
                  <a:lnTo>
                    <a:pt x="162703" y="552181"/>
                  </a:lnTo>
                  <a:lnTo>
                    <a:pt x="314735" y="552181"/>
                  </a:lnTo>
                  <a:close/>
                  <a:moveTo>
                    <a:pt x="108679" y="231760"/>
                  </a:moveTo>
                  <a:cubicBezTo>
                    <a:pt x="97243" y="231760"/>
                    <a:pt x="85973" y="234357"/>
                    <a:pt x="75477" y="239494"/>
                  </a:cubicBezTo>
                  <a:cubicBezTo>
                    <a:pt x="57301" y="248389"/>
                    <a:pt x="43711" y="263913"/>
                    <a:pt x="37082" y="283193"/>
                  </a:cubicBezTo>
                  <a:cubicBezTo>
                    <a:pt x="33795" y="292833"/>
                    <a:pt x="32469" y="302819"/>
                    <a:pt x="33076" y="312660"/>
                  </a:cubicBezTo>
                  <a:lnTo>
                    <a:pt x="33705" y="315025"/>
                  </a:lnTo>
                  <a:lnTo>
                    <a:pt x="43987" y="340041"/>
                  </a:lnTo>
                  <a:cubicBezTo>
                    <a:pt x="67300" y="374901"/>
                    <a:pt x="114645" y="384237"/>
                    <a:pt x="149505" y="360924"/>
                  </a:cubicBezTo>
                  <a:lnTo>
                    <a:pt x="202531" y="325417"/>
                  </a:lnTo>
                  <a:lnTo>
                    <a:pt x="177238" y="274299"/>
                  </a:lnTo>
                  <a:cubicBezTo>
                    <a:pt x="168289" y="256123"/>
                    <a:pt x="152764" y="242478"/>
                    <a:pt x="133484" y="235904"/>
                  </a:cubicBezTo>
                  <a:cubicBezTo>
                    <a:pt x="125363" y="233142"/>
                    <a:pt x="116966" y="231760"/>
                    <a:pt x="108679" y="231760"/>
                  </a:cubicBezTo>
                  <a:close/>
                  <a:moveTo>
                    <a:pt x="286900" y="85850"/>
                  </a:moveTo>
                  <a:lnTo>
                    <a:pt x="115511" y="200614"/>
                  </a:lnTo>
                  <a:lnTo>
                    <a:pt x="144257" y="204524"/>
                  </a:lnTo>
                  <a:cubicBezTo>
                    <a:pt x="171935" y="213971"/>
                    <a:pt x="194198" y="233528"/>
                    <a:pt x="207015" y="259659"/>
                  </a:cubicBezTo>
                  <a:lnTo>
                    <a:pt x="230334" y="306799"/>
                  </a:lnTo>
                  <a:lnTo>
                    <a:pt x="370002" y="213277"/>
                  </a:lnTo>
                  <a:lnTo>
                    <a:pt x="363104" y="208982"/>
                  </a:lnTo>
                  <a:cubicBezTo>
                    <a:pt x="343812" y="196124"/>
                    <a:pt x="309618" y="169803"/>
                    <a:pt x="294412" y="136242"/>
                  </a:cubicBezTo>
                  <a:cubicBezTo>
                    <a:pt x="289081" y="124475"/>
                    <a:pt x="285991" y="112877"/>
                    <a:pt x="285081" y="101625"/>
                  </a:cubicBezTo>
                  <a:close/>
                  <a:moveTo>
                    <a:pt x="373951" y="34481"/>
                  </a:moveTo>
                  <a:lnTo>
                    <a:pt x="349122" y="44819"/>
                  </a:lnTo>
                  <a:lnTo>
                    <a:pt x="332003" y="59304"/>
                  </a:lnTo>
                  <a:cubicBezTo>
                    <a:pt x="316227" y="77434"/>
                    <a:pt x="313721" y="98648"/>
                    <a:pt x="324576" y="122596"/>
                  </a:cubicBezTo>
                  <a:cubicBezTo>
                    <a:pt x="341371" y="159666"/>
                    <a:pt x="392472" y="188338"/>
                    <a:pt x="392969" y="188614"/>
                  </a:cubicBezTo>
                  <a:lnTo>
                    <a:pt x="394350" y="189498"/>
                  </a:lnTo>
                  <a:lnTo>
                    <a:pt x="399844" y="193294"/>
                  </a:lnTo>
                  <a:lnTo>
                    <a:pt x="431254" y="172262"/>
                  </a:lnTo>
                  <a:cubicBezTo>
                    <a:pt x="466114" y="148948"/>
                    <a:pt x="475450" y="101603"/>
                    <a:pt x="452137" y="66743"/>
                  </a:cubicBezTo>
                  <a:cubicBezTo>
                    <a:pt x="440867" y="49949"/>
                    <a:pt x="423686" y="38514"/>
                    <a:pt x="403687" y="34536"/>
                  </a:cubicBezTo>
                  <a:cubicBezTo>
                    <a:pt x="393688" y="32547"/>
                    <a:pt x="383619" y="32561"/>
                    <a:pt x="373951" y="34481"/>
                  </a:cubicBezTo>
                  <a:close/>
                  <a:moveTo>
                    <a:pt x="367488" y="2072"/>
                  </a:moveTo>
                  <a:cubicBezTo>
                    <a:pt x="381368" y="-683"/>
                    <a:pt x="395815" y="-711"/>
                    <a:pt x="410151" y="2107"/>
                  </a:cubicBezTo>
                  <a:cubicBezTo>
                    <a:pt x="424487" y="4952"/>
                    <a:pt x="437828" y="10477"/>
                    <a:pt x="449609" y="18308"/>
                  </a:cubicBezTo>
                  <a:lnTo>
                    <a:pt x="470125" y="38785"/>
                  </a:lnTo>
                  <a:lnTo>
                    <a:pt x="471459" y="37505"/>
                  </a:lnTo>
                  <a:lnTo>
                    <a:pt x="802833" y="382806"/>
                  </a:lnTo>
                  <a:lnTo>
                    <a:pt x="778957" y="405719"/>
                  </a:lnTo>
                  <a:lnTo>
                    <a:pt x="496098" y="110972"/>
                  </a:lnTo>
                  <a:lnTo>
                    <a:pt x="496029" y="130255"/>
                  </a:lnTo>
                  <a:cubicBezTo>
                    <a:pt x="490601" y="157677"/>
                    <a:pt x="474732" y="183034"/>
                    <a:pt x="449706" y="199773"/>
                  </a:cubicBezTo>
                  <a:lnTo>
                    <a:pt x="429145" y="213541"/>
                  </a:lnTo>
                  <a:lnTo>
                    <a:pt x="683448" y="389264"/>
                  </a:lnTo>
                  <a:lnTo>
                    <a:pt x="664664" y="416500"/>
                  </a:lnTo>
                  <a:lnTo>
                    <a:pt x="399611" y="233318"/>
                  </a:lnTo>
                  <a:lnTo>
                    <a:pt x="245149" y="336747"/>
                  </a:lnTo>
                  <a:lnTo>
                    <a:pt x="351720" y="552181"/>
                  </a:lnTo>
                  <a:lnTo>
                    <a:pt x="438995" y="552181"/>
                  </a:lnTo>
                  <a:lnTo>
                    <a:pt x="438995" y="595929"/>
                  </a:lnTo>
                  <a:lnTo>
                    <a:pt x="373361" y="595929"/>
                  </a:lnTo>
                  <a:lnTo>
                    <a:pt x="427885" y="706149"/>
                  </a:lnTo>
                  <a:lnTo>
                    <a:pt x="428575" y="708743"/>
                  </a:lnTo>
                  <a:lnTo>
                    <a:pt x="430291" y="711286"/>
                  </a:lnTo>
                  <a:lnTo>
                    <a:pt x="433592" y="727594"/>
                  </a:lnTo>
                  <a:lnTo>
                    <a:pt x="438831" y="747279"/>
                  </a:lnTo>
                  <a:lnTo>
                    <a:pt x="438326" y="750985"/>
                  </a:lnTo>
                  <a:lnTo>
                    <a:pt x="438879" y="753715"/>
                  </a:lnTo>
                  <a:lnTo>
                    <a:pt x="436062" y="767632"/>
                  </a:lnTo>
                  <a:lnTo>
                    <a:pt x="433078" y="789569"/>
                  </a:lnTo>
                  <a:lnTo>
                    <a:pt x="430834" y="793460"/>
                  </a:lnTo>
                  <a:lnTo>
                    <a:pt x="430291" y="796143"/>
                  </a:lnTo>
                  <a:lnTo>
                    <a:pt x="423380" y="806385"/>
                  </a:lnTo>
                  <a:lnTo>
                    <a:pt x="411767" y="826521"/>
                  </a:lnTo>
                  <a:lnTo>
                    <a:pt x="407697" y="829627"/>
                  </a:lnTo>
                  <a:lnTo>
                    <a:pt x="406885" y="830829"/>
                  </a:lnTo>
                  <a:lnTo>
                    <a:pt x="400267" y="835295"/>
                  </a:lnTo>
                  <a:lnTo>
                    <a:pt x="377943" y="852327"/>
                  </a:lnTo>
                  <a:lnTo>
                    <a:pt x="373497" y="853359"/>
                  </a:lnTo>
                  <a:lnTo>
                    <a:pt x="372199" y="854235"/>
                  </a:lnTo>
                  <a:lnTo>
                    <a:pt x="352852" y="858151"/>
                  </a:lnTo>
                  <a:lnTo>
                    <a:pt x="330101" y="863431"/>
                  </a:lnTo>
                  <a:cubicBezTo>
                    <a:pt x="318168" y="863431"/>
                    <a:pt x="306180" y="861443"/>
                    <a:pt x="294524" y="857465"/>
                  </a:cubicBezTo>
                  <a:lnTo>
                    <a:pt x="289779" y="854728"/>
                  </a:lnTo>
                  <a:lnTo>
                    <a:pt x="287341" y="854235"/>
                  </a:lnTo>
                  <a:lnTo>
                    <a:pt x="278035" y="847956"/>
                  </a:lnTo>
                  <a:lnTo>
                    <a:pt x="257572" y="836154"/>
                  </a:lnTo>
                  <a:lnTo>
                    <a:pt x="254415" y="832017"/>
                  </a:lnTo>
                  <a:lnTo>
                    <a:pt x="252655" y="830829"/>
                  </a:lnTo>
                  <a:lnTo>
                    <a:pt x="246118" y="821142"/>
                  </a:lnTo>
                  <a:lnTo>
                    <a:pt x="231765" y="802330"/>
                  </a:lnTo>
                  <a:lnTo>
                    <a:pt x="162703" y="662703"/>
                  </a:lnTo>
                  <a:lnTo>
                    <a:pt x="162703" y="929068"/>
                  </a:lnTo>
                  <a:lnTo>
                    <a:pt x="495844" y="929068"/>
                  </a:lnTo>
                  <a:lnTo>
                    <a:pt x="495844" y="652776"/>
                  </a:lnTo>
                  <a:lnTo>
                    <a:pt x="539592" y="652776"/>
                  </a:lnTo>
                  <a:lnTo>
                    <a:pt x="539592" y="929068"/>
                  </a:lnTo>
                  <a:lnTo>
                    <a:pt x="539592" y="972816"/>
                  </a:lnTo>
                  <a:lnTo>
                    <a:pt x="495844" y="972816"/>
                  </a:lnTo>
                  <a:lnTo>
                    <a:pt x="162703" y="972816"/>
                  </a:lnTo>
                  <a:lnTo>
                    <a:pt x="162703" y="972817"/>
                  </a:lnTo>
                  <a:lnTo>
                    <a:pt x="118955" y="972817"/>
                  </a:lnTo>
                  <a:lnTo>
                    <a:pt x="118955" y="972816"/>
                  </a:lnTo>
                  <a:lnTo>
                    <a:pt x="118955" y="929068"/>
                  </a:lnTo>
                  <a:lnTo>
                    <a:pt x="118955" y="595929"/>
                  </a:lnTo>
                  <a:lnTo>
                    <a:pt x="118955" y="574255"/>
                  </a:lnTo>
                  <a:lnTo>
                    <a:pt x="10951" y="355896"/>
                  </a:lnTo>
                  <a:lnTo>
                    <a:pt x="2789" y="325227"/>
                  </a:lnTo>
                  <a:lnTo>
                    <a:pt x="0" y="318448"/>
                  </a:lnTo>
                  <a:lnTo>
                    <a:pt x="13" y="314796"/>
                  </a:lnTo>
                  <a:lnTo>
                    <a:pt x="5" y="314766"/>
                  </a:lnTo>
                  <a:lnTo>
                    <a:pt x="14" y="314704"/>
                  </a:lnTo>
                  <a:lnTo>
                    <a:pt x="150" y="276585"/>
                  </a:lnTo>
                  <a:cubicBezTo>
                    <a:pt x="5578" y="249163"/>
                    <a:pt x="21447" y="223805"/>
                    <a:pt x="46473" y="207066"/>
                  </a:cubicBezTo>
                  <a:lnTo>
                    <a:pt x="328223" y="18404"/>
                  </a:lnTo>
                  <a:lnTo>
                    <a:pt x="330939" y="17275"/>
                  </a:lnTo>
                  <a:lnTo>
                    <a:pt x="334134" y="14482"/>
                  </a:lnTo>
                  <a:lnTo>
                    <a:pt x="334884" y="15634"/>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494" name="Freeform: Shape 2493">
              <a:extLst>
                <a:ext uri="{FF2B5EF4-FFF2-40B4-BE49-F238E27FC236}">
                  <a16:creationId xmlns:a16="http://schemas.microsoft.com/office/drawing/2014/main" id="{92E64588-C2C9-8355-556E-F63FA5C2389A}"/>
                </a:ext>
                <a:ext uri="{C183D7F6-B498-43B3-948B-1728B52AA6E4}">
                  <adec:decorative xmlns:adec="http://schemas.microsoft.com/office/drawing/2017/decorative" val="1"/>
                </a:ext>
              </a:extLst>
            </p:cNvPr>
            <p:cNvSpPr/>
            <p:nvPr/>
          </p:nvSpPr>
          <p:spPr>
            <a:xfrm>
              <a:off x="2799791" y="5215024"/>
              <a:ext cx="163079" cy="122835"/>
            </a:xfrm>
            <a:custGeom>
              <a:avLst/>
              <a:gdLst>
                <a:gd name="connsiteX0" fmla="*/ 0 w 346994"/>
                <a:gd name="connsiteY0" fmla="*/ 185899 h 261364"/>
                <a:gd name="connsiteX1" fmla="*/ 75465 w 346994"/>
                <a:gd name="connsiteY1" fmla="*/ 185899 h 261364"/>
                <a:gd name="connsiteX2" fmla="*/ 75465 w 346994"/>
                <a:gd name="connsiteY2" fmla="*/ 261364 h 261364"/>
                <a:gd name="connsiteX3" fmla="*/ 0 w 346994"/>
                <a:gd name="connsiteY3" fmla="*/ 261364 h 261364"/>
                <a:gd name="connsiteX4" fmla="*/ 253519 w 346994"/>
                <a:gd name="connsiteY4" fmla="*/ 33092 h 261364"/>
                <a:gd name="connsiteX5" fmla="*/ 193137 w 346994"/>
                <a:gd name="connsiteY5" fmla="*/ 93474 h 261364"/>
                <a:gd name="connsiteX6" fmla="*/ 193137 w 346994"/>
                <a:gd name="connsiteY6" fmla="*/ 156730 h 261364"/>
                <a:gd name="connsiteX7" fmla="*/ 313902 w 346994"/>
                <a:gd name="connsiteY7" fmla="*/ 156730 h 261364"/>
                <a:gd name="connsiteX8" fmla="*/ 313902 w 346994"/>
                <a:gd name="connsiteY8" fmla="*/ 93474 h 261364"/>
                <a:gd name="connsiteX9" fmla="*/ 253519 w 346994"/>
                <a:gd name="connsiteY9" fmla="*/ 33092 h 261364"/>
                <a:gd name="connsiteX10" fmla="*/ 253519 w 346994"/>
                <a:gd name="connsiteY10" fmla="*/ 0 h 261364"/>
                <a:gd name="connsiteX11" fmla="*/ 346994 w 346994"/>
                <a:gd name="connsiteY11" fmla="*/ 93474 h 261364"/>
                <a:gd name="connsiteX12" fmla="*/ 346994 w 346994"/>
                <a:gd name="connsiteY12" fmla="*/ 189822 h 261364"/>
                <a:gd name="connsiteX13" fmla="*/ 279484 w 346994"/>
                <a:gd name="connsiteY13" fmla="*/ 189822 h 261364"/>
                <a:gd name="connsiteX14" fmla="*/ 279484 w 346994"/>
                <a:gd name="connsiteY14" fmla="*/ 243687 h 261364"/>
                <a:gd name="connsiteX15" fmla="*/ 238106 w 346994"/>
                <a:gd name="connsiteY15" fmla="*/ 243687 h 261364"/>
                <a:gd name="connsiteX16" fmla="*/ 238106 w 346994"/>
                <a:gd name="connsiteY16" fmla="*/ 189822 h 261364"/>
                <a:gd name="connsiteX17" fmla="*/ 160045 w 346994"/>
                <a:gd name="connsiteY17" fmla="*/ 189822 h 261364"/>
                <a:gd name="connsiteX18" fmla="*/ 160045 w 346994"/>
                <a:gd name="connsiteY18" fmla="*/ 93474 h 261364"/>
                <a:gd name="connsiteX19" fmla="*/ 253519 w 346994"/>
                <a:gd name="connsiteY19" fmla="*/ 0 h 26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994" h="261364">
                  <a:moveTo>
                    <a:pt x="0" y="185899"/>
                  </a:moveTo>
                  <a:lnTo>
                    <a:pt x="75465" y="185899"/>
                  </a:lnTo>
                  <a:lnTo>
                    <a:pt x="75465" y="261364"/>
                  </a:lnTo>
                  <a:lnTo>
                    <a:pt x="0" y="261364"/>
                  </a:lnTo>
                  <a:close/>
                  <a:moveTo>
                    <a:pt x="253519" y="33092"/>
                  </a:moveTo>
                  <a:cubicBezTo>
                    <a:pt x="220207" y="33092"/>
                    <a:pt x="193137" y="60162"/>
                    <a:pt x="193137" y="93474"/>
                  </a:cubicBezTo>
                  <a:lnTo>
                    <a:pt x="193137" y="156730"/>
                  </a:lnTo>
                  <a:lnTo>
                    <a:pt x="313902" y="156730"/>
                  </a:lnTo>
                  <a:lnTo>
                    <a:pt x="313902" y="93474"/>
                  </a:lnTo>
                  <a:cubicBezTo>
                    <a:pt x="313902" y="60162"/>
                    <a:pt x="286832" y="33092"/>
                    <a:pt x="253519" y="33092"/>
                  </a:cubicBezTo>
                  <a:close/>
                  <a:moveTo>
                    <a:pt x="253519" y="0"/>
                  </a:moveTo>
                  <a:cubicBezTo>
                    <a:pt x="305063" y="0"/>
                    <a:pt x="346994" y="41931"/>
                    <a:pt x="346994" y="93474"/>
                  </a:cubicBezTo>
                  <a:lnTo>
                    <a:pt x="346994" y="189822"/>
                  </a:lnTo>
                  <a:lnTo>
                    <a:pt x="279484" y="189822"/>
                  </a:lnTo>
                  <a:lnTo>
                    <a:pt x="279484" y="243687"/>
                  </a:lnTo>
                  <a:lnTo>
                    <a:pt x="238106" y="243687"/>
                  </a:lnTo>
                  <a:lnTo>
                    <a:pt x="238106" y="189822"/>
                  </a:lnTo>
                  <a:lnTo>
                    <a:pt x="160045" y="189822"/>
                  </a:lnTo>
                  <a:lnTo>
                    <a:pt x="160045" y="93474"/>
                  </a:lnTo>
                  <a:cubicBezTo>
                    <a:pt x="160045" y="41931"/>
                    <a:pt x="201976" y="0"/>
                    <a:pt x="253519" y="0"/>
                  </a:cubicBez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141" name="Group 140">
            <a:extLst>
              <a:ext uri="{FF2B5EF4-FFF2-40B4-BE49-F238E27FC236}">
                <a16:creationId xmlns:a16="http://schemas.microsoft.com/office/drawing/2014/main" id="{76A06F44-106C-8B44-7B31-1CA9A1ED91A5}"/>
              </a:ext>
              <a:ext uri="{C183D7F6-B498-43B3-948B-1728B52AA6E4}">
                <adec:decorative xmlns:adec="http://schemas.microsoft.com/office/drawing/2017/decorative" val="1"/>
              </a:ext>
            </a:extLst>
          </p:cNvPr>
          <p:cNvGrpSpPr>
            <a:grpSpLocks noChangeAspect="1"/>
          </p:cNvGrpSpPr>
          <p:nvPr/>
        </p:nvGrpSpPr>
        <p:grpSpPr>
          <a:xfrm>
            <a:off x="3873338" y="5118107"/>
            <a:ext cx="413556" cy="320040"/>
            <a:chOff x="3692253" y="5118107"/>
            <a:chExt cx="413556" cy="320040"/>
          </a:xfrm>
          <a:solidFill>
            <a:srgbClr val="FF0000"/>
          </a:solidFill>
        </p:grpSpPr>
        <p:sp>
          <p:nvSpPr>
            <p:cNvPr id="2499" name="Freeform: Shape 2498">
              <a:extLst>
                <a:ext uri="{FF2B5EF4-FFF2-40B4-BE49-F238E27FC236}">
                  <a16:creationId xmlns:a16="http://schemas.microsoft.com/office/drawing/2014/main" id="{1A83FE28-6242-F5AF-18CE-296FD411AD90}"/>
                </a:ext>
                <a:ext uri="{C183D7F6-B498-43B3-948B-1728B52AA6E4}">
                  <adec:decorative xmlns:adec="http://schemas.microsoft.com/office/drawing/2017/decorative" val="1"/>
                </a:ext>
              </a:extLst>
            </p:cNvPr>
            <p:cNvSpPr/>
            <p:nvPr/>
          </p:nvSpPr>
          <p:spPr>
            <a:xfrm>
              <a:off x="3692253" y="5118107"/>
              <a:ext cx="413556" cy="320040"/>
            </a:xfrm>
            <a:custGeom>
              <a:avLst/>
              <a:gdLst>
                <a:gd name="connsiteX0" fmla="*/ 169243 w 886048"/>
                <a:gd name="connsiteY0" fmla="*/ 421368 h 685689"/>
                <a:gd name="connsiteX1" fmla="*/ 169243 w 886048"/>
                <a:gd name="connsiteY1" fmla="*/ 465336 h 685689"/>
                <a:gd name="connsiteX2" fmla="*/ 716793 w 886048"/>
                <a:gd name="connsiteY2" fmla="*/ 465336 h 685689"/>
                <a:gd name="connsiteX3" fmla="*/ 716793 w 886048"/>
                <a:gd name="connsiteY3" fmla="*/ 421368 h 685689"/>
                <a:gd name="connsiteX4" fmla="*/ 147074 w 886048"/>
                <a:gd name="connsiteY4" fmla="*/ 399199 h 685689"/>
                <a:gd name="connsiteX5" fmla="*/ 738962 w 886048"/>
                <a:gd name="connsiteY5" fmla="*/ 399199 h 685689"/>
                <a:gd name="connsiteX6" fmla="*/ 738962 w 886048"/>
                <a:gd name="connsiteY6" fmla="*/ 487505 h 685689"/>
                <a:gd name="connsiteX7" fmla="*/ 147074 w 886048"/>
                <a:gd name="connsiteY7" fmla="*/ 487505 h 685689"/>
                <a:gd name="connsiteX8" fmla="*/ 169243 w 886048"/>
                <a:gd name="connsiteY8" fmla="*/ 299113 h 685689"/>
                <a:gd name="connsiteX9" fmla="*/ 169243 w 886048"/>
                <a:gd name="connsiteY9" fmla="*/ 343081 h 685689"/>
                <a:gd name="connsiteX10" fmla="*/ 716793 w 886048"/>
                <a:gd name="connsiteY10" fmla="*/ 343081 h 685689"/>
                <a:gd name="connsiteX11" fmla="*/ 716793 w 886048"/>
                <a:gd name="connsiteY11" fmla="*/ 299113 h 685689"/>
                <a:gd name="connsiteX12" fmla="*/ 147074 w 886048"/>
                <a:gd name="connsiteY12" fmla="*/ 276944 h 685689"/>
                <a:gd name="connsiteX13" fmla="*/ 738962 w 886048"/>
                <a:gd name="connsiteY13" fmla="*/ 276944 h 685689"/>
                <a:gd name="connsiteX14" fmla="*/ 738962 w 886048"/>
                <a:gd name="connsiteY14" fmla="*/ 365250 h 685689"/>
                <a:gd name="connsiteX15" fmla="*/ 147074 w 886048"/>
                <a:gd name="connsiteY15" fmla="*/ 365250 h 685689"/>
                <a:gd name="connsiteX16" fmla="*/ 55650 w 886048"/>
                <a:gd name="connsiteY16" fmla="*/ 273958 h 685689"/>
                <a:gd name="connsiteX17" fmla="*/ 24085 w 886048"/>
                <a:gd name="connsiteY17" fmla="*/ 291407 h 685689"/>
                <a:gd name="connsiteX18" fmla="*/ 24085 w 886048"/>
                <a:gd name="connsiteY18" fmla="*/ 382899 h 685689"/>
                <a:gd name="connsiteX19" fmla="*/ 55650 w 886048"/>
                <a:gd name="connsiteY19" fmla="*/ 400349 h 685689"/>
                <a:gd name="connsiteX20" fmla="*/ 830397 w 886048"/>
                <a:gd name="connsiteY20" fmla="*/ 273957 h 685689"/>
                <a:gd name="connsiteX21" fmla="*/ 830397 w 886048"/>
                <a:gd name="connsiteY21" fmla="*/ 400349 h 685689"/>
                <a:gd name="connsiteX22" fmla="*/ 861963 w 886048"/>
                <a:gd name="connsiteY22" fmla="*/ 382899 h 685689"/>
                <a:gd name="connsiteX23" fmla="*/ 861963 w 886048"/>
                <a:gd name="connsiteY23" fmla="*/ 291407 h 685689"/>
                <a:gd name="connsiteX24" fmla="*/ 67093 w 886048"/>
                <a:gd name="connsiteY24" fmla="*/ 155077 h 685689"/>
                <a:gd name="connsiteX25" fmla="*/ 67093 w 886048"/>
                <a:gd name="connsiteY25" fmla="*/ 177708 h 685689"/>
                <a:gd name="connsiteX26" fmla="*/ 376741 w 886048"/>
                <a:gd name="connsiteY26" fmla="*/ 177708 h 685689"/>
                <a:gd name="connsiteX27" fmla="*/ 376741 w 886048"/>
                <a:gd name="connsiteY27" fmla="*/ 221639 h 685689"/>
                <a:gd name="connsiteX28" fmla="*/ 99475 w 886048"/>
                <a:gd name="connsiteY28" fmla="*/ 221639 h 685689"/>
                <a:gd name="connsiteX29" fmla="*/ 99475 w 886048"/>
                <a:gd name="connsiteY29" fmla="*/ 553210 h 685689"/>
                <a:gd name="connsiteX30" fmla="*/ 786572 w 886048"/>
                <a:gd name="connsiteY30" fmla="*/ 553210 h 685689"/>
                <a:gd name="connsiteX31" fmla="*/ 786572 w 886048"/>
                <a:gd name="connsiteY31" fmla="*/ 221639 h 685689"/>
                <a:gd name="connsiteX32" fmla="*/ 509306 w 886048"/>
                <a:gd name="connsiteY32" fmla="*/ 221639 h 685689"/>
                <a:gd name="connsiteX33" fmla="*/ 509306 w 886048"/>
                <a:gd name="connsiteY33" fmla="*/ 177708 h 685689"/>
                <a:gd name="connsiteX34" fmla="*/ 818956 w 886048"/>
                <a:gd name="connsiteY34" fmla="*/ 177708 h 685689"/>
                <a:gd name="connsiteX35" fmla="*/ 818956 w 886048"/>
                <a:gd name="connsiteY35" fmla="*/ 155077 h 685689"/>
                <a:gd name="connsiteX36" fmla="*/ 738314 w 886048"/>
                <a:gd name="connsiteY36" fmla="*/ 44850 h 685689"/>
                <a:gd name="connsiteX37" fmla="*/ 705421 w 886048"/>
                <a:gd name="connsiteY37" fmla="*/ 111146 h 685689"/>
                <a:gd name="connsiteX38" fmla="*/ 779981 w 886048"/>
                <a:gd name="connsiteY38" fmla="*/ 111146 h 685689"/>
                <a:gd name="connsiteX39" fmla="*/ 747088 w 886048"/>
                <a:gd name="connsiteY39" fmla="*/ 44850 h 685689"/>
                <a:gd name="connsiteX40" fmla="*/ 678650 w 886048"/>
                <a:gd name="connsiteY40" fmla="*/ 44850 h 685689"/>
                <a:gd name="connsiteX41" fmla="*/ 645757 w 886048"/>
                <a:gd name="connsiteY41" fmla="*/ 111146 h 685689"/>
                <a:gd name="connsiteX42" fmla="*/ 680161 w 886048"/>
                <a:gd name="connsiteY42" fmla="*/ 111146 h 685689"/>
                <a:gd name="connsiteX43" fmla="*/ 713054 w 886048"/>
                <a:gd name="connsiteY43" fmla="*/ 44850 h 685689"/>
                <a:gd name="connsiteX44" fmla="*/ 618985 w 886048"/>
                <a:gd name="connsiteY44" fmla="*/ 44850 h 685689"/>
                <a:gd name="connsiteX45" fmla="*/ 586092 w 886048"/>
                <a:gd name="connsiteY45" fmla="*/ 111146 h 685689"/>
                <a:gd name="connsiteX46" fmla="*/ 620497 w 886048"/>
                <a:gd name="connsiteY46" fmla="*/ 111146 h 685689"/>
                <a:gd name="connsiteX47" fmla="*/ 653390 w 886048"/>
                <a:gd name="connsiteY47" fmla="*/ 44850 h 685689"/>
                <a:gd name="connsiteX48" fmla="*/ 559320 w 886048"/>
                <a:gd name="connsiteY48" fmla="*/ 44850 h 685689"/>
                <a:gd name="connsiteX49" fmla="*/ 526428 w 886048"/>
                <a:gd name="connsiteY49" fmla="*/ 111146 h 685689"/>
                <a:gd name="connsiteX50" fmla="*/ 560832 w 886048"/>
                <a:gd name="connsiteY50" fmla="*/ 111146 h 685689"/>
                <a:gd name="connsiteX51" fmla="*/ 593725 w 886048"/>
                <a:gd name="connsiteY51" fmla="*/ 44850 h 685689"/>
                <a:gd name="connsiteX52" fmla="*/ 499657 w 886048"/>
                <a:gd name="connsiteY52" fmla="*/ 44850 h 685689"/>
                <a:gd name="connsiteX53" fmla="*/ 466763 w 886048"/>
                <a:gd name="connsiteY53" fmla="*/ 111146 h 685689"/>
                <a:gd name="connsiteX54" fmla="*/ 501168 w 886048"/>
                <a:gd name="connsiteY54" fmla="*/ 111146 h 685689"/>
                <a:gd name="connsiteX55" fmla="*/ 534060 w 886048"/>
                <a:gd name="connsiteY55" fmla="*/ 44850 h 685689"/>
                <a:gd name="connsiteX56" fmla="*/ 439992 w 886048"/>
                <a:gd name="connsiteY56" fmla="*/ 44850 h 685689"/>
                <a:gd name="connsiteX57" fmla="*/ 407099 w 886048"/>
                <a:gd name="connsiteY57" fmla="*/ 111146 h 685689"/>
                <a:gd name="connsiteX58" fmla="*/ 441503 w 886048"/>
                <a:gd name="connsiteY58" fmla="*/ 111146 h 685689"/>
                <a:gd name="connsiteX59" fmla="*/ 474397 w 886048"/>
                <a:gd name="connsiteY59" fmla="*/ 44850 h 685689"/>
                <a:gd name="connsiteX60" fmla="*/ 380328 w 886048"/>
                <a:gd name="connsiteY60" fmla="*/ 44850 h 685689"/>
                <a:gd name="connsiteX61" fmla="*/ 347435 w 886048"/>
                <a:gd name="connsiteY61" fmla="*/ 111146 h 685689"/>
                <a:gd name="connsiteX62" fmla="*/ 381839 w 886048"/>
                <a:gd name="connsiteY62" fmla="*/ 111146 h 685689"/>
                <a:gd name="connsiteX63" fmla="*/ 414732 w 886048"/>
                <a:gd name="connsiteY63" fmla="*/ 44850 h 685689"/>
                <a:gd name="connsiteX64" fmla="*/ 320662 w 886048"/>
                <a:gd name="connsiteY64" fmla="*/ 44850 h 685689"/>
                <a:gd name="connsiteX65" fmla="*/ 287770 w 886048"/>
                <a:gd name="connsiteY65" fmla="*/ 111146 h 685689"/>
                <a:gd name="connsiteX66" fmla="*/ 322175 w 886048"/>
                <a:gd name="connsiteY66" fmla="*/ 111146 h 685689"/>
                <a:gd name="connsiteX67" fmla="*/ 355068 w 886048"/>
                <a:gd name="connsiteY67" fmla="*/ 44850 h 685689"/>
                <a:gd name="connsiteX68" fmla="*/ 260999 w 886048"/>
                <a:gd name="connsiteY68" fmla="*/ 44850 h 685689"/>
                <a:gd name="connsiteX69" fmla="*/ 228105 w 886048"/>
                <a:gd name="connsiteY69" fmla="*/ 111146 h 685689"/>
                <a:gd name="connsiteX70" fmla="*/ 262510 w 886048"/>
                <a:gd name="connsiteY70" fmla="*/ 111146 h 685689"/>
                <a:gd name="connsiteX71" fmla="*/ 295402 w 886048"/>
                <a:gd name="connsiteY71" fmla="*/ 44850 h 685689"/>
                <a:gd name="connsiteX72" fmla="*/ 201335 w 886048"/>
                <a:gd name="connsiteY72" fmla="*/ 44850 h 685689"/>
                <a:gd name="connsiteX73" fmla="*/ 168442 w 886048"/>
                <a:gd name="connsiteY73" fmla="*/ 111146 h 685689"/>
                <a:gd name="connsiteX74" fmla="*/ 202845 w 886048"/>
                <a:gd name="connsiteY74" fmla="*/ 111146 h 685689"/>
                <a:gd name="connsiteX75" fmla="*/ 235739 w 886048"/>
                <a:gd name="connsiteY75" fmla="*/ 44850 h 685689"/>
                <a:gd name="connsiteX76" fmla="*/ 138520 w 886048"/>
                <a:gd name="connsiteY76" fmla="*/ 44850 h 685689"/>
                <a:gd name="connsiteX77" fmla="*/ 105626 w 886048"/>
                <a:gd name="connsiteY77" fmla="*/ 111146 h 685689"/>
                <a:gd name="connsiteX78" fmla="*/ 143182 w 886048"/>
                <a:gd name="connsiteY78" fmla="*/ 111146 h 685689"/>
                <a:gd name="connsiteX79" fmla="*/ 176075 w 886048"/>
                <a:gd name="connsiteY79" fmla="*/ 44850 h 685689"/>
                <a:gd name="connsiteX80" fmla="*/ 111533 w 886048"/>
                <a:gd name="connsiteY80" fmla="*/ 0 h 685689"/>
                <a:gd name="connsiteX81" fmla="*/ 113026 w 886048"/>
                <a:gd name="connsiteY81" fmla="*/ 741 h 685689"/>
                <a:gd name="connsiteX82" fmla="*/ 772581 w 886048"/>
                <a:gd name="connsiteY82" fmla="*/ 741 h 685689"/>
                <a:gd name="connsiteX83" fmla="*/ 774074 w 886048"/>
                <a:gd name="connsiteY83" fmla="*/ 0 h 685689"/>
                <a:gd name="connsiteX84" fmla="*/ 774442 w 886048"/>
                <a:gd name="connsiteY84" fmla="*/ 741 h 685689"/>
                <a:gd name="connsiteX85" fmla="*/ 774489 w 886048"/>
                <a:gd name="connsiteY85" fmla="*/ 741 h 685689"/>
                <a:gd name="connsiteX86" fmla="*/ 774489 w 886048"/>
                <a:gd name="connsiteY86" fmla="*/ 837 h 685689"/>
                <a:gd name="connsiteX87" fmla="*/ 829098 w 886048"/>
                <a:gd name="connsiteY87" fmla="*/ 110897 h 685689"/>
                <a:gd name="connsiteX88" fmla="*/ 828596 w 886048"/>
                <a:gd name="connsiteY88" fmla="*/ 111146 h 685689"/>
                <a:gd name="connsiteX89" fmla="*/ 862887 w 886048"/>
                <a:gd name="connsiteY89" fmla="*/ 111146 h 685689"/>
                <a:gd name="connsiteX90" fmla="*/ 862887 w 886048"/>
                <a:gd name="connsiteY90" fmla="*/ 221639 h 685689"/>
                <a:gd name="connsiteX91" fmla="*/ 830397 w 886048"/>
                <a:gd name="connsiteY91" fmla="*/ 221639 h 685689"/>
                <a:gd name="connsiteX92" fmla="*/ 830397 w 886048"/>
                <a:gd name="connsiteY92" fmla="*/ 241716 h 685689"/>
                <a:gd name="connsiteX93" fmla="*/ 886048 w 886048"/>
                <a:gd name="connsiteY93" fmla="*/ 272481 h 685689"/>
                <a:gd name="connsiteX94" fmla="*/ 886048 w 886048"/>
                <a:gd name="connsiteY94" fmla="*/ 401825 h 685689"/>
                <a:gd name="connsiteX95" fmla="*/ 830397 w 886048"/>
                <a:gd name="connsiteY95" fmla="*/ 432590 h 685689"/>
                <a:gd name="connsiteX96" fmla="*/ 830397 w 886048"/>
                <a:gd name="connsiteY96" fmla="*/ 597319 h 685689"/>
                <a:gd name="connsiteX97" fmla="*/ 808298 w 886048"/>
                <a:gd name="connsiteY97" fmla="*/ 597319 h 685689"/>
                <a:gd name="connsiteX98" fmla="*/ 786572 w 886048"/>
                <a:gd name="connsiteY98" fmla="*/ 597319 h 685689"/>
                <a:gd name="connsiteX99" fmla="*/ 775011 w 886048"/>
                <a:gd name="connsiteY99" fmla="*/ 597319 h 685689"/>
                <a:gd name="connsiteX100" fmla="*/ 775011 w 886048"/>
                <a:gd name="connsiteY100" fmla="*/ 612529 h 685689"/>
                <a:gd name="connsiteX101" fmla="*/ 784923 w 886048"/>
                <a:gd name="connsiteY101" fmla="*/ 616635 h 685689"/>
                <a:gd name="connsiteX102" fmla="*/ 796771 w 886048"/>
                <a:gd name="connsiteY102" fmla="*/ 645238 h 685689"/>
                <a:gd name="connsiteX103" fmla="*/ 756320 w 886048"/>
                <a:gd name="connsiteY103" fmla="*/ 685689 h 685689"/>
                <a:gd name="connsiteX104" fmla="*/ 715869 w 886048"/>
                <a:gd name="connsiteY104" fmla="*/ 645238 h 685689"/>
                <a:gd name="connsiteX105" fmla="*/ 721100 w 886048"/>
                <a:gd name="connsiteY105" fmla="*/ 632611 h 685689"/>
                <a:gd name="connsiteX106" fmla="*/ 685808 w 886048"/>
                <a:gd name="connsiteY106" fmla="*/ 597319 h 685689"/>
                <a:gd name="connsiteX107" fmla="*/ 200238 w 886048"/>
                <a:gd name="connsiteY107" fmla="*/ 597319 h 685689"/>
                <a:gd name="connsiteX108" fmla="*/ 165222 w 886048"/>
                <a:gd name="connsiteY108" fmla="*/ 632335 h 685689"/>
                <a:gd name="connsiteX109" fmla="*/ 170567 w 886048"/>
                <a:gd name="connsiteY109" fmla="*/ 645238 h 685689"/>
                <a:gd name="connsiteX110" fmla="*/ 130116 w 886048"/>
                <a:gd name="connsiteY110" fmla="*/ 685689 h 685689"/>
                <a:gd name="connsiteX111" fmla="*/ 89665 w 886048"/>
                <a:gd name="connsiteY111" fmla="*/ 645238 h 685689"/>
                <a:gd name="connsiteX112" fmla="*/ 101513 w 886048"/>
                <a:gd name="connsiteY112" fmla="*/ 616635 h 685689"/>
                <a:gd name="connsiteX113" fmla="*/ 111035 w 886048"/>
                <a:gd name="connsiteY113" fmla="*/ 612691 h 685689"/>
                <a:gd name="connsiteX114" fmla="*/ 111035 w 886048"/>
                <a:gd name="connsiteY114" fmla="*/ 597319 h 685689"/>
                <a:gd name="connsiteX115" fmla="*/ 99475 w 886048"/>
                <a:gd name="connsiteY115" fmla="*/ 597319 h 685689"/>
                <a:gd name="connsiteX116" fmla="*/ 77737 w 886048"/>
                <a:gd name="connsiteY116" fmla="*/ 597319 h 685689"/>
                <a:gd name="connsiteX117" fmla="*/ 55650 w 886048"/>
                <a:gd name="connsiteY117" fmla="*/ 597319 h 685689"/>
                <a:gd name="connsiteX118" fmla="*/ 55650 w 886048"/>
                <a:gd name="connsiteY118" fmla="*/ 432589 h 685689"/>
                <a:gd name="connsiteX119" fmla="*/ 0 w 886048"/>
                <a:gd name="connsiteY119" fmla="*/ 401825 h 685689"/>
                <a:gd name="connsiteX120" fmla="*/ 0 w 886048"/>
                <a:gd name="connsiteY120" fmla="*/ 272481 h 685689"/>
                <a:gd name="connsiteX121" fmla="*/ 55650 w 886048"/>
                <a:gd name="connsiteY121" fmla="*/ 241717 h 685689"/>
                <a:gd name="connsiteX122" fmla="*/ 55650 w 886048"/>
                <a:gd name="connsiteY122" fmla="*/ 221639 h 685689"/>
                <a:gd name="connsiteX123" fmla="*/ 23162 w 886048"/>
                <a:gd name="connsiteY123" fmla="*/ 221639 h 685689"/>
                <a:gd name="connsiteX124" fmla="*/ 23162 w 886048"/>
                <a:gd name="connsiteY124" fmla="*/ 111146 h 685689"/>
                <a:gd name="connsiteX125" fmla="*/ 57011 w 886048"/>
                <a:gd name="connsiteY125" fmla="*/ 111146 h 685689"/>
                <a:gd name="connsiteX126" fmla="*/ 56509 w 886048"/>
                <a:gd name="connsiteY126" fmla="*/ 110897 h 68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86048" h="685689">
                  <a:moveTo>
                    <a:pt x="169243" y="421368"/>
                  </a:moveTo>
                  <a:lnTo>
                    <a:pt x="169243" y="465336"/>
                  </a:lnTo>
                  <a:lnTo>
                    <a:pt x="716793" y="465336"/>
                  </a:lnTo>
                  <a:lnTo>
                    <a:pt x="716793" y="421368"/>
                  </a:lnTo>
                  <a:close/>
                  <a:moveTo>
                    <a:pt x="147074" y="399199"/>
                  </a:moveTo>
                  <a:lnTo>
                    <a:pt x="738962" y="399199"/>
                  </a:lnTo>
                  <a:lnTo>
                    <a:pt x="738962" y="487505"/>
                  </a:lnTo>
                  <a:lnTo>
                    <a:pt x="147074" y="487505"/>
                  </a:lnTo>
                  <a:close/>
                  <a:moveTo>
                    <a:pt x="169243" y="299113"/>
                  </a:moveTo>
                  <a:lnTo>
                    <a:pt x="169243" y="343081"/>
                  </a:lnTo>
                  <a:lnTo>
                    <a:pt x="716793" y="343081"/>
                  </a:lnTo>
                  <a:lnTo>
                    <a:pt x="716793" y="299113"/>
                  </a:lnTo>
                  <a:close/>
                  <a:moveTo>
                    <a:pt x="147074" y="276944"/>
                  </a:moveTo>
                  <a:lnTo>
                    <a:pt x="738962" y="276944"/>
                  </a:lnTo>
                  <a:lnTo>
                    <a:pt x="738962" y="365250"/>
                  </a:lnTo>
                  <a:lnTo>
                    <a:pt x="147074" y="365250"/>
                  </a:lnTo>
                  <a:close/>
                  <a:moveTo>
                    <a:pt x="55650" y="273958"/>
                  </a:moveTo>
                  <a:lnTo>
                    <a:pt x="24085" y="291407"/>
                  </a:lnTo>
                  <a:lnTo>
                    <a:pt x="24085" y="382899"/>
                  </a:lnTo>
                  <a:lnTo>
                    <a:pt x="55650" y="400349"/>
                  </a:lnTo>
                  <a:close/>
                  <a:moveTo>
                    <a:pt x="830397" y="273957"/>
                  </a:moveTo>
                  <a:lnTo>
                    <a:pt x="830397" y="400349"/>
                  </a:lnTo>
                  <a:lnTo>
                    <a:pt x="861963" y="382899"/>
                  </a:lnTo>
                  <a:lnTo>
                    <a:pt x="861963" y="291407"/>
                  </a:lnTo>
                  <a:close/>
                  <a:moveTo>
                    <a:pt x="67093" y="155077"/>
                  </a:moveTo>
                  <a:lnTo>
                    <a:pt x="67093" y="177708"/>
                  </a:lnTo>
                  <a:lnTo>
                    <a:pt x="376741" y="177708"/>
                  </a:lnTo>
                  <a:lnTo>
                    <a:pt x="376741" y="221639"/>
                  </a:lnTo>
                  <a:lnTo>
                    <a:pt x="99475" y="221639"/>
                  </a:lnTo>
                  <a:lnTo>
                    <a:pt x="99475" y="553210"/>
                  </a:lnTo>
                  <a:lnTo>
                    <a:pt x="786572" y="553210"/>
                  </a:lnTo>
                  <a:lnTo>
                    <a:pt x="786572" y="221639"/>
                  </a:lnTo>
                  <a:lnTo>
                    <a:pt x="509306" y="221639"/>
                  </a:lnTo>
                  <a:lnTo>
                    <a:pt x="509306" y="177708"/>
                  </a:lnTo>
                  <a:lnTo>
                    <a:pt x="818956" y="177708"/>
                  </a:lnTo>
                  <a:lnTo>
                    <a:pt x="818956" y="155077"/>
                  </a:lnTo>
                  <a:close/>
                  <a:moveTo>
                    <a:pt x="738314" y="44850"/>
                  </a:moveTo>
                  <a:lnTo>
                    <a:pt x="705421" y="111146"/>
                  </a:lnTo>
                  <a:lnTo>
                    <a:pt x="779981" y="111146"/>
                  </a:lnTo>
                  <a:lnTo>
                    <a:pt x="747088" y="44850"/>
                  </a:lnTo>
                  <a:close/>
                  <a:moveTo>
                    <a:pt x="678650" y="44850"/>
                  </a:moveTo>
                  <a:lnTo>
                    <a:pt x="645757" y="111146"/>
                  </a:lnTo>
                  <a:lnTo>
                    <a:pt x="680161" y="111146"/>
                  </a:lnTo>
                  <a:lnTo>
                    <a:pt x="713054" y="44850"/>
                  </a:lnTo>
                  <a:close/>
                  <a:moveTo>
                    <a:pt x="618985" y="44850"/>
                  </a:moveTo>
                  <a:lnTo>
                    <a:pt x="586092" y="111146"/>
                  </a:lnTo>
                  <a:lnTo>
                    <a:pt x="620497" y="111146"/>
                  </a:lnTo>
                  <a:lnTo>
                    <a:pt x="653390" y="44850"/>
                  </a:lnTo>
                  <a:close/>
                  <a:moveTo>
                    <a:pt x="559320" y="44850"/>
                  </a:moveTo>
                  <a:lnTo>
                    <a:pt x="526428" y="111146"/>
                  </a:lnTo>
                  <a:lnTo>
                    <a:pt x="560832" y="111146"/>
                  </a:lnTo>
                  <a:lnTo>
                    <a:pt x="593725" y="44850"/>
                  </a:lnTo>
                  <a:close/>
                  <a:moveTo>
                    <a:pt x="499657" y="44850"/>
                  </a:moveTo>
                  <a:lnTo>
                    <a:pt x="466763" y="111146"/>
                  </a:lnTo>
                  <a:lnTo>
                    <a:pt x="501168" y="111146"/>
                  </a:lnTo>
                  <a:lnTo>
                    <a:pt x="534060" y="44850"/>
                  </a:lnTo>
                  <a:close/>
                  <a:moveTo>
                    <a:pt x="439992" y="44850"/>
                  </a:moveTo>
                  <a:lnTo>
                    <a:pt x="407099" y="111146"/>
                  </a:lnTo>
                  <a:lnTo>
                    <a:pt x="441503" y="111146"/>
                  </a:lnTo>
                  <a:lnTo>
                    <a:pt x="474397" y="44850"/>
                  </a:lnTo>
                  <a:close/>
                  <a:moveTo>
                    <a:pt x="380328" y="44850"/>
                  </a:moveTo>
                  <a:lnTo>
                    <a:pt x="347435" y="111146"/>
                  </a:lnTo>
                  <a:lnTo>
                    <a:pt x="381839" y="111146"/>
                  </a:lnTo>
                  <a:lnTo>
                    <a:pt x="414732" y="44850"/>
                  </a:lnTo>
                  <a:close/>
                  <a:moveTo>
                    <a:pt x="320662" y="44850"/>
                  </a:moveTo>
                  <a:lnTo>
                    <a:pt x="287770" y="111146"/>
                  </a:lnTo>
                  <a:lnTo>
                    <a:pt x="322175" y="111146"/>
                  </a:lnTo>
                  <a:lnTo>
                    <a:pt x="355068" y="44850"/>
                  </a:lnTo>
                  <a:close/>
                  <a:moveTo>
                    <a:pt x="260999" y="44850"/>
                  </a:moveTo>
                  <a:lnTo>
                    <a:pt x="228105" y="111146"/>
                  </a:lnTo>
                  <a:lnTo>
                    <a:pt x="262510" y="111146"/>
                  </a:lnTo>
                  <a:lnTo>
                    <a:pt x="295402" y="44850"/>
                  </a:lnTo>
                  <a:close/>
                  <a:moveTo>
                    <a:pt x="201335" y="44850"/>
                  </a:moveTo>
                  <a:lnTo>
                    <a:pt x="168442" y="111146"/>
                  </a:lnTo>
                  <a:lnTo>
                    <a:pt x="202845" y="111146"/>
                  </a:lnTo>
                  <a:lnTo>
                    <a:pt x="235739" y="44850"/>
                  </a:lnTo>
                  <a:close/>
                  <a:moveTo>
                    <a:pt x="138520" y="44850"/>
                  </a:moveTo>
                  <a:lnTo>
                    <a:pt x="105626" y="111146"/>
                  </a:lnTo>
                  <a:lnTo>
                    <a:pt x="143182" y="111146"/>
                  </a:lnTo>
                  <a:lnTo>
                    <a:pt x="176075" y="44850"/>
                  </a:lnTo>
                  <a:close/>
                  <a:moveTo>
                    <a:pt x="111533" y="0"/>
                  </a:moveTo>
                  <a:lnTo>
                    <a:pt x="113026" y="741"/>
                  </a:lnTo>
                  <a:lnTo>
                    <a:pt x="772581" y="741"/>
                  </a:lnTo>
                  <a:lnTo>
                    <a:pt x="774074" y="0"/>
                  </a:lnTo>
                  <a:lnTo>
                    <a:pt x="774442" y="741"/>
                  </a:lnTo>
                  <a:lnTo>
                    <a:pt x="774489" y="741"/>
                  </a:lnTo>
                  <a:lnTo>
                    <a:pt x="774489" y="837"/>
                  </a:lnTo>
                  <a:lnTo>
                    <a:pt x="829098" y="110897"/>
                  </a:lnTo>
                  <a:lnTo>
                    <a:pt x="828596" y="111146"/>
                  </a:lnTo>
                  <a:lnTo>
                    <a:pt x="862887" y="111146"/>
                  </a:lnTo>
                  <a:lnTo>
                    <a:pt x="862887" y="221639"/>
                  </a:lnTo>
                  <a:lnTo>
                    <a:pt x="830397" y="221639"/>
                  </a:lnTo>
                  <a:lnTo>
                    <a:pt x="830397" y="241716"/>
                  </a:lnTo>
                  <a:lnTo>
                    <a:pt x="886048" y="272481"/>
                  </a:lnTo>
                  <a:lnTo>
                    <a:pt x="886048" y="401825"/>
                  </a:lnTo>
                  <a:lnTo>
                    <a:pt x="830397" y="432590"/>
                  </a:lnTo>
                  <a:lnTo>
                    <a:pt x="830397" y="597319"/>
                  </a:lnTo>
                  <a:lnTo>
                    <a:pt x="808298" y="597319"/>
                  </a:lnTo>
                  <a:lnTo>
                    <a:pt x="786572" y="597319"/>
                  </a:lnTo>
                  <a:lnTo>
                    <a:pt x="775011" y="597319"/>
                  </a:lnTo>
                  <a:lnTo>
                    <a:pt x="775011" y="612529"/>
                  </a:lnTo>
                  <a:lnTo>
                    <a:pt x="784923" y="616635"/>
                  </a:lnTo>
                  <a:cubicBezTo>
                    <a:pt x="792243" y="623955"/>
                    <a:pt x="796771" y="634068"/>
                    <a:pt x="796771" y="645238"/>
                  </a:cubicBezTo>
                  <a:cubicBezTo>
                    <a:pt x="796771" y="667578"/>
                    <a:pt x="778660" y="685689"/>
                    <a:pt x="756320" y="685689"/>
                  </a:cubicBezTo>
                  <a:cubicBezTo>
                    <a:pt x="733980" y="685689"/>
                    <a:pt x="715869" y="667578"/>
                    <a:pt x="715869" y="645238"/>
                  </a:cubicBezTo>
                  <a:lnTo>
                    <a:pt x="721100" y="632611"/>
                  </a:lnTo>
                  <a:lnTo>
                    <a:pt x="685808" y="597319"/>
                  </a:lnTo>
                  <a:lnTo>
                    <a:pt x="200238" y="597319"/>
                  </a:lnTo>
                  <a:lnTo>
                    <a:pt x="165222" y="632335"/>
                  </a:lnTo>
                  <a:lnTo>
                    <a:pt x="170567" y="645238"/>
                  </a:lnTo>
                  <a:cubicBezTo>
                    <a:pt x="170567" y="667578"/>
                    <a:pt x="152456" y="685689"/>
                    <a:pt x="130116" y="685689"/>
                  </a:cubicBezTo>
                  <a:cubicBezTo>
                    <a:pt x="107776" y="685689"/>
                    <a:pt x="89665" y="667578"/>
                    <a:pt x="89665" y="645238"/>
                  </a:cubicBezTo>
                  <a:cubicBezTo>
                    <a:pt x="89665" y="634068"/>
                    <a:pt x="94193" y="623955"/>
                    <a:pt x="101513" y="616635"/>
                  </a:cubicBezTo>
                  <a:lnTo>
                    <a:pt x="111035" y="612691"/>
                  </a:lnTo>
                  <a:lnTo>
                    <a:pt x="111035" y="597319"/>
                  </a:lnTo>
                  <a:lnTo>
                    <a:pt x="99475" y="597319"/>
                  </a:lnTo>
                  <a:lnTo>
                    <a:pt x="77737" y="597319"/>
                  </a:lnTo>
                  <a:lnTo>
                    <a:pt x="55650" y="597319"/>
                  </a:lnTo>
                  <a:lnTo>
                    <a:pt x="55650" y="432589"/>
                  </a:lnTo>
                  <a:lnTo>
                    <a:pt x="0" y="401825"/>
                  </a:lnTo>
                  <a:lnTo>
                    <a:pt x="0" y="272481"/>
                  </a:lnTo>
                  <a:lnTo>
                    <a:pt x="55650" y="241717"/>
                  </a:lnTo>
                  <a:lnTo>
                    <a:pt x="55650" y="221639"/>
                  </a:lnTo>
                  <a:lnTo>
                    <a:pt x="23162" y="221639"/>
                  </a:lnTo>
                  <a:lnTo>
                    <a:pt x="23162" y="111146"/>
                  </a:lnTo>
                  <a:lnTo>
                    <a:pt x="57011" y="111146"/>
                  </a:lnTo>
                  <a:lnTo>
                    <a:pt x="56509" y="1108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00" name="Rectangle 2499">
              <a:extLst>
                <a:ext uri="{FF2B5EF4-FFF2-40B4-BE49-F238E27FC236}">
                  <a16:creationId xmlns:a16="http://schemas.microsoft.com/office/drawing/2014/main" id="{1EC2F558-4011-3797-109B-A2971B772B3F}"/>
                </a:ext>
                <a:ext uri="{C183D7F6-B498-43B3-948B-1728B52AA6E4}">
                  <adec:decorative xmlns:adec="http://schemas.microsoft.com/office/drawing/2017/decorative" val="1"/>
                </a:ext>
              </a:extLst>
            </p:cNvPr>
            <p:cNvSpPr/>
            <p:nvPr/>
          </p:nvSpPr>
          <p:spPr>
            <a:xfrm>
              <a:off x="3883564" y="5195003"/>
              <a:ext cx="30934" cy="3093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4" name="Group 133">
            <a:extLst>
              <a:ext uri="{FF2B5EF4-FFF2-40B4-BE49-F238E27FC236}">
                <a16:creationId xmlns:a16="http://schemas.microsoft.com/office/drawing/2014/main" id="{EFB0AB30-A8E8-CF84-45FA-385E9113D4AF}"/>
              </a:ext>
              <a:ext uri="{C183D7F6-B498-43B3-948B-1728B52AA6E4}">
                <adec:decorative xmlns:adec="http://schemas.microsoft.com/office/drawing/2017/decorative" val="1"/>
              </a:ext>
            </a:extLst>
          </p:cNvPr>
          <p:cNvGrpSpPr>
            <a:grpSpLocks noChangeAspect="1"/>
          </p:cNvGrpSpPr>
          <p:nvPr/>
        </p:nvGrpSpPr>
        <p:grpSpPr>
          <a:xfrm>
            <a:off x="4494592" y="5049527"/>
            <a:ext cx="457248" cy="457200"/>
            <a:chOff x="4277290" y="5049527"/>
            <a:chExt cx="457248" cy="457200"/>
          </a:xfrm>
          <a:solidFill>
            <a:srgbClr val="FF0000"/>
          </a:solidFill>
        </p:grpSpPr>
        <p:sp>
          <p:nvSpPr>
            <p:cNvPr id="2504" name="Freeform: Shape 2503">
              <a:extLst>
                <a:ext uri="{FF2B5EF4-FFF2-40B4-BE49-F238E27FC236}">
                  <a16:creationId xmlns:a16="http://schemas.microsoft.com/office/drawing/2014/main" id="{4988085A-8402-0CF0-26C9-9061CD4AEFC5}"/>
                </a:ext>
                <a:ext uri="{C183D7F6-B498-43B3-948B-1728B52AA6E4}">
                  <adec:decorative xmlns:adec="http://schemas.microsoft.com/office/drawing/2017/decorative" val="1"/>
                </a:ext>
              </a:extLst>
            </p:cNvPr>
            <p:cNvSpPr/>
            <p:nvPr/>
          </p:nvSpPr>
          <p:spPr>
            <a:xfrm>
              <a:off x="4277290" y="5049527"/>
              <a:ext cx="457248" cy="457200"/>
            </a:xfrm>
            <a:custGeom>
              <a:avLst/>
              <a:gdLst>
                <a:gd name="connsiteX0" fmla="*/ 508240 w 972408"/>
                <a:gd name="connsiteY0" fmla="*/ 707041 h 972306"/>
                <a:gd name="connsiteX1" fmla="*/ 508240 w 972408"/>
                <a:gd name="connsiteY1" fmla="*/ 764795 h 972306"/>
                <a:gd name="connsiteX2" fmla="*/ 420928 w 972408"/>
                <a:gd name="connsiteY2" fmla="*/ 839673 h 972306"/>
                <a:gd name="connsiteX3" fmla="*/ 508240 w 972408"/>
                <a:gd name="connsiteY3" fmla="*/ 914551 h 972306"/>
                <a:gd name="connsiteX4" fmla="*/ 508240 w 972408"/>
                <a:gd name="connsiteY4" fmla="*/ 972306 h 972306"/>
                <a:gd name="connsiteX5" fmla="*/ 353584 w 972408"/>
                <a:gd name="connsiteY5" fmla="*/ 839673 h 972306"/>
                <a:gd name="connsiteX6" fmla="*/ 861871 w 972408"/>
                <a:gd name="connsiteY6" fmla="*/ 685070 h 972306"/>
                <a:gd name="connsiteX7" fmla="*/ 906086 w 972408"/>
                <a:gd name="connsiteY7" fmla="*/ 685070 h 972306"/>
                <a:gd name="connsiteX8" fmla="*/ 906086 w 972408"/>
                <a:gd name="connsiteY8" fmla="*/ 861903 h 972306"/>
                <a:gd name="connsiteX9" fmla="*/ 906086 w 972408"/>
                <a:gd name="connsiteY9" fmla="*/ 861905 h 972306"/>
                <a:gd name="connsiteX10" fmla="*/ 861933 w 972408"/>
                <a:gd name="connsiteY10" fmla="*/ 906057 h 972306"/>
                <a:gd name="connsiteX11" fmla="*/ 861932 w 972408"/>
                <a:gd name="connsiteY11" fmla="*/ 906057 h 972306"/>
                <a:gd name="connsiteX12" fmla="*/ 552451 w 972408"/>
                <a:gd name="connsiteY12" fmla="*/ 906057 h 972306"/>
                <a:gd name="connsiteX13" fmla="*/ 552451 w 972408"/>
                <a:gd name="connsiteY13" fmla="*/ 972305 h 972306"/>
                <a:gd name="connsiteX14" fmla="*/ 508272 w 972408"/>
                <a:gd name="connsiteY14" fmla="*/ 972305 h 972306"/>
                <a:gd name="connsiteX15" fmla="*/ 508272 w 972408"/>
                <a:gd name="connsiteY15" fmla="*/ 861860 h 972306"/>
                <a:gd name="connsiteX16" fmla="*/ 525452 w 972408"/>
                <a:gd name="connsiteY16" fmla="*/ 861860 h 972306"/>
                <a:gd name="connsiteX17" fmla="*/ 861871 w 972408"/>
                <a:gd name="connsiteY17" fmla="*/ 861860 h 972306"/>
                <a:gd name="connsiteX18" fmla="*/ 773494 w 972408"/>
                <a:gd name="connsiteY18" fmla="*/ 685070 h 972306"/>
                <a:gd name="connsiteX19" fmla="*/ 817655 w 972408"/>
                <a:gd name="connsiteY19" fmla="*/ 685070 h 972306"/>
                <a:gd name="connsiteX20" fmla="*/ 817655 w 972408"/>
                <a:gd name="connsiteY20" fmla="*/ 773465 h 972306"/>
                <a:gd name="connsiteX21" fmla="*/ 817691 w 972408"/>
                <a:gd name="connsiteY21" fmla="*/ 773465 h 972306"/>
                <a:gd name="connsiteX22" fmla="*/ 817691 w 972408"/>
                <a:gd name="connsiteY22" fmla="*/ 817662 h 972306"/>
                <a:gd name="connsiteX23" fmla="*/ 817655 w 972408"/>
                <a:gd name="connsiteY23" fmla="*/ 817662 h 972306"/>
                <a:gd name="connsiteX24" fmla="*/ 773494 w 972408"/>
                <a:gd name="connsiteY24" fmla="*/ 817662 h 972306"/>
                <a:gd name="connsiteX25" fmla="*/ 525452 w 972408"/>
                <a:gd name="connsiteY25" fmla="*/ 817662 h 972306"/>
                <a:gd name="connsiteX26" fmla="*/ 525452 w 972408"/>
                <a:gd name="connsiteY26" fmla="*/ 817485 h 972306"/>
                <a:gd name="connsiteX27" fmla="*/ 508272 w 972408"/>
                <a:gd name="connsiteY27" fmla="*/ 817485 h 972306"/>
                <a:gd name="connsiteX28" fmla="*/ 508272 w 972408"/>
                <a:gd name="connsiteY28" fmla="*/ 707040 h 972306"/>
                <a:gd name="connsiteX29" fmla="*/ 552451 w 972408"/>
                <a:gd name="connsiteY29" fmla="*/ 707040 h 972306"/>
                <a:gd name="connsiteX30" fmla="*/ 552451 w 972408"/>
                <a:gd name="connsiteY30" fmla="*/ 773465 h 972306"/>
                <a:gd name="connsiteX31" fmla="*/ 773494 w 972408"/>
                <a:gd name="connsiteY31" fmla="*/ 773465 h 972306"/>
                <a:gd name="connsiteX32" fmla="*/ 773495 w 972408"/>
                <a:gd name="connsiteY32" fmla="*/ 640783 h 972306"/>
                <a:gd name="connsiteX33" fmla="*/ 906086 w 972408"/>
                <a:gd name="connsiteY33" fmla="*/ 640783 h 972306"/>
                <a:gd name="connsiteX34" fmla="*/ 906086 w 972408"/>
                <a:gd name="connsiteY34" fmla="*/ 685069 h 972306"/>
                <a:gd name="connsiteX35" fmla="*/ 773495 w 972408"/>
                <a:gd name="connsiteY35" fmla="*/ 685069 h 972306"/>
                <a:gd name="connsiteX36" fmla="*/ 0 w 972408"/>
                <a:gd name="connsiteY36" fmla="*/ 508212 h 972306"/>
                <a:gd name="connsiteX37" fmla="*/ 110445 w 972408"/>
                <a:gd name="connsiteY37" fmla="*/ 508212 h 972306"/>
                <a:gd name="connsiteX38" fmla="*/ 110445 w 972408"/>
                <a:gd name="connsiteY38" fmla="*/ 525392 h 972306"/>
                <a:gd name="connsiteX39" fmla="*/ 110446 w 972408"/>
                <a:gd name="connsiteY39" fmla="*/ 525392 h 972306"/>
                <a:gd name="connsiteX40" fmla="*/ 110446 w 972408"/>
                <a:gd name="connsiteY40" fmla="*/ 861811 h 972306"/>
                <a:gd name="connsiteX41" fmla="*/ 287236 w 972408"/>
                <a:gd name="connsiteY41" fmla="*/ 861811 h 972306"/>
                <a:gd name="connsiteX42" fmla="*/ 287236 w 972408"/>
                <a:gd name="connsiteY42" fmla="*/ 817595 h 972306"/>
                <a:gd name="connsiteX43" fmla="*/ 198840 w 972408"/>
                <a:gd name="connsiteY43" fmla="*/ 817595 h 972306"/>
                <a:gd name="connsiteX44" fmla="*/ 198840 w 972408"/>
                <a:gd name="connsiteY44" fmla="*/ 817631 h 972306"/>
                <a:gd name="connsiteX45" fmla="*/ 154643 w 972408"/>
                <a:gd name="connsiteY45" fmla="*/ 817631 h 972306"/>
                <a:gd name="connsiteX46" fmla="*/ 154643 w 972408"/>
                <a:gd name="connsiteY46" fmla="*/ 525392 h 972306"/>
                <a:gd name="connsiteX47" fmla="*/ 154820 w 972408"/>
                <a:gd name="connsiteY47" fmla="*/ 525392 h 972306"/>
                <a:gd name="connsiteX48" fmla="*/ 154820 w 972408"/>
                <a:gd name="connsiteY48" fmla="*/ 508212 h 972306"/>
                <a:gd name="connsiteX49" fmla="*/ 265265 w 972408"/>
                <a:gd name="connsiteY49" fmla="*/ 508212 h 972306"/>
                <a:gd name="connsiteX50" fmla="*/ 265265 w 972408"/>
                <a:gd name="connsiteY50" fmla="*/ 552391 h 972306"/>
                <a:gd name="connsiteX51" fmla="*/ 198840 w 972408"/>
                <a:gd name="connsiteY51" fmla="*/ 552391 h 972306"/>
                <a:gd name="connsiteX52" fmla="*/ 198840 w 972408"/>
                <a:gd name="connsiteY52" fmla="*/ 773434 h 972306"/>
                <a:gd name="connsiteX53" fmla="*/ 287236 w 972408"/>
                <a:gd name="connsiteY53" fmla="*/ 773434 h 972306"/>
                <a:gd name="connsiteX54" fmla="*/ 287236 w 972408"/>
                <a:gd name="connsiteY54" fmla="*/ 773435 h 972306"/>
                <a:gd name="connsiteX55" fmla="*/ 331522 w 972408"/>
                <a:gd name="connsiteY55" fmla="*/ 773435 h 972306"/>
                <a:gd name="connsiteX56" fmla="*/ 331522 w 972408"/>
                <a:gd name="connsiteY56" fmla="*/ 906026 h 972306"/>
                <a:gd name="connsiteX57" fmla="*/ 287236 w 972408"/>
                <a:gd name="connsiteY57" fmla="*/ 906026 h 972306"/>
                <a:gd name="connsiteX58" fmla="*/ 287236 w 972408"/>
                <a:gd name="connsiteY58" fmla="*/ 906025 h 972306"/>
                <a:gd name="connsiteX59" fmla="*/ 110403 w 972408"/>
                <a:gd name="connsiteY59" fmla="*/ 906025 h 972306"/>
                <a:gd name="connsiteX60" fmla="*/ 110401 w 972408"/>
                <a:gd name="connsiteY60" fmla="*/ 906026 h 972306"/>
                <a:gd name="connsiteX61" fmla="*/ 66248 w 972408"/>
                <a:gd name="connsiteY61" fmla="*/ 861873 h 972306"/>
                <a:gd name="connsiteX62" fmla="*/ 66249 w 972408"/>
                <a:gd name="connsiteY62" fmla="*/ 861871 h 972306"/>
                <a:gd name="connsiteX63" fmla="*/ 66249 w 972408"/>
                <a:gd name="connsiteY63" fmla="*/ 552391 h 972306"/>
                <a:gd name="connsiteX64" fmla="*/ 0 w 972408"/>
                <a:gd name="connsiteY64" fmla="*/ 552391 h 972306"/>
                <a:gd name="connsiteX65" fmla="*/ 707143 w 972408"/>
                <a:gd name="connsiteY65" fmla="*/ 464126 h 972306"/>
                <a:gd name="connsiteX66" fmla="*/ 764897 w 972408"/>
                <a:gd name="connsiteY66" fmla="*/ 464126 h 972306"/>
                <a:gd name="connsiteX67" fmla="*/ 839776 w 972408"/>
                <a:gd name="connsiteY67" fmla="*/ 551438 h 972306"/>
                <a:gd name="connsiteX68" fmla="*/ 914654 w 972408"/>
                <a:gd name="connsiteY68" fmla="*/ 464126 h 972306"/>
                <a:gd name="connsiteX69" fmla="*/ 972408 w 972408"/>
                <a:gd name="connsiteY69" fmla="*/ 464126 h 972306"/>
                <a:gd name="connsiteX70" fmla="*/ 839776 w 972408"/>
                <a:gd name="connsiteY70" fmla="*/ 618782 h 972306"/>
                <a:gd name="connsiteX71" fmla="*/ 132632 w 972408"/>
                <a:gd name="connsiteY71" fmla="*/ 353524 h 972306"/>
                <a:gd name="connsiteX72" fmla="*/ 265265 w 972408"/>
                <a:gd name="connsiteY72" fmla="*/ 508180 h 972306"/>
                <a:gd name="connsiteX73" fmla="*/ 207511 w 972408"/>
                <a:gd name="connsiteY73" fmla="*/ 508180 h 972306"/>
                <a:gd name="connsiteX74" fmla="*/ 132632 w 972408"/>
                <a:gd name="connsiteY74" fmla="*/ 420869 h 972306"/>
                <a:gd name="connsiteX75" fmla="*/ 57754 w 972408"/>
                <a:gd name="connsiteY75" fmla="*/ 508180 h 972306"/>
                <a:gd name="connsiteX76" fmla="*/ 0 w 972408"/>
                <a:gd name="connsiteY76" fmla="*/ 508180 h 972306"/>
                <a:gd name="connsiteX77" fmla="*/ 154753 w 972408"/>
                <a:gd name="connsiteY77" fmla="*/ 154643 h 972306"/>
                <a:gd name="connsiteX78" fmla="*/ 198914 w 972408"/>
                <a:gd name="connsiteY78" fmla="*/ 154643 h 972306"/>
                <a:gd name="connsiteX79" fmla="*/ 198914 w 972408"/>
                <a:gd name="connsiteY79" fmla="*/ 154645 h 972306"/>
                <a:gd name="connsiteX80" fmla="*/ 446956 w 972408"/>
                <a:gd name="connsiteY80" fmla="*/ 154645 h 972306"/>
                <a:gd name="connsiteX81" fmla="*/ 446956 w 972408"/>
                <a:gd name="connsiteY81" fmla="*/ 154820 h 972306"/>
                <a:gd name="connsiteX82" fmla="*/ 464136 w 972408"/>
                <a:gd name="connsiteY82" fmla="*/ 154820 h 972306"/>
                <a:gd name="connsiteX83" fmla="*/ 464136 w 972408"/>
                <a:gd name="connsiteY83" fmla="*/ 265265 h 972306"/>
                <a:gd name="connsiteX84" fmla="*/ 419957 w 972408"/>
                <a:gd name="connsiteY84" fmla="*/ 265265 h 972306"/>
                <a:gd name="connsiteX85" fmla="*/ 419957 w 972408"/>
                <a:gd name="connsiteY85" fmla="*/ 198842 h 972306"/>
                <a:gd name="connsiteX86" fmla="*/ 198914 w 972408"/>
                <a:gd name="connsiteY86" fmla="*/ 198842 h 972306"/>
                <a:gd name="connsiteX87" fmla="*/ 198914 w 972408"/>
                <a:gd name="connsiteY87" fmla="*/ 331389 h 972306"/>
                <a:gd name="connsiteX88" fmla="*/ 154753 w 972408"/>
                <a:gd name="connsiteY88" fmla="*/ 331389 h 972306"/>
                <a:gd name="connsiteX89" fmla="*/ 154753 w 972408"/>
                <a:gd name="connsiteY89" fmla="*/ 198842 h 972306"/>
                <a:gd name="connsiteX90" fmla="*/ 154717 w 972408"/>
                <a:gd name="connsiteY90" fmla="*/ 198842 h 972306"/>
                <a:gd name="connsiteX91" fmla="*/ 154717 w 972408"/>
                <a:gd name="connsiteY91" fmla="*/ 154645 h 972306"/>
                <a:gd name="connsiteX92" fmla="*/ 154753 w 972408"/>
                <a:gd name="connsiteY92" fmla="*/ 154645 h 972306"/>
                <a:gd name="connsiteX93" fmla="*/ 640886 w 972408"/>
                <a:gd name="connsiteY93" fmla="*/ 66280 h 972306"/>
                <a:gd name="connsiteX94" fmla="*/ 685172 w 972408"/>
                <a:gd name="connsiteY94" fmla="*/ 66280 h 972306"/>
                <a:gd name="connsiteX95" fmla="*/ 862005 w 972408"/>
                <a:gd name="connsiteY95" fmla="*/ 66280 h 972306"/>
                <a:gd name="connsiteX96" fmla="*/ 862007 w 972408"/>
                <a:gd name="connsiteY96" fmla="*/ 66280 h 972306"/>
                <a:gd name="connsiteX97" fmla="*/ 906160 w 972408"/>
                <a:gd name="connsiteY97" fmla="*/ 110432 h 972306"/>
                <a:gd name="connsiteX98" fmla="*/ 906159 w 972408"/>
                <a:gd name="connsiteY98" fmla="*/ 110434 h 972306"/>
                <a:gd name="connsiteX99" fmla="*/ 906159 w 972408"/>
                <a:gd name="connsiteY99" fmla="*/ 419914 h 972306"/>
                <a:gd name="connsiteX100" fmla="*/ 972408 w 972408"/>
                <a:gd name="connsiteY100" fmla="*/ 419914 h 972306"/>
                <a:gd name="connsiteX101" fmla="*/ 972408 w 972408"/>
                <a:gd name="connsiteY101" fmla="*/ 464093 h 972306"/>
                <a:gd name="connsiteX102" fmla="*/ 861963 w 972408"/>
                <a:gd name="connsiteY102" fmla="*/ 464093 h 972306"/>
                <a:gd name="connsiteX103" fmla="*/ 861963 w 972408"/>
                <a:gd name="connsiteY103" fmla="*/ 446914 h 972306"/>
                <a:gd name="connsiteX104" fmla="*/ 861962 w 972408"/>
                <a:gd name="connsiteY104" fmla="*/ 446914 h 972306"/>
                <a:gd name="connsiteX105" fmla="*/ 861962 w 972408"/>
                <a:gd name="connsiteY105" fmla="*/ 110495 h 972306"/>
                <a:gd name="connsiteX106" fmla="*/ 685172 w 972408"/>
                <a:gd name="connsiteY106" fmla="*/ 110495 h 972306"/>
                <a:gd name="connsiteX107" fmla="*/ 685172 w 972408"/>
                <a:gd name="connsiteY107" fmla="*/ 154711 h 972306"/>
                <a:gd name="connsiteX108" fmla="*/ 773568 w 972408"/>
                <a:gd name="connsiteY108" fmla="*/ 154711 h 972306"/>
                <a:gd name="connsiteX109" fmla="*/ 773568 w 972408"/>
                <a:gd name="connsiteY109" fmla="*/ 154675 h 972306"/>
                <a:gd name="connsiteX110" fmla="*/ 817765 w 972408"/>
                <a:gd name="connsiteY110" fmla="*/ 154675 h 972306"/>
                <a:gd name="connsiteX111" fmla="*/ 817765 w 972408"/>
                <a:gd name="connsiteY111" fmla="*/ 446914 h 972306"/>
                <a:gd name="connsiteX112" fmla="*/ 817588 w 972408"/>
                <a:gd name="connsiteY112" fmla="*/ 446914 h 972306"/>
                <a:gd name="connsiteX113" fmla="*/ 817588 w 972408"/>
                <a:gd name="connsiteY113" fmla="*/ 464093 h 972306"/>
                <a:gd name="connsiteX114" fmla="*/ 707143 w 972408"/>
                <a:gd name="connsiteY114" fmla="*/ 464093 h 972306"/>
                <a:gd name="connsiteX115" fmla="*/ 707143 w 972408"/>
                <a:gd name="connsiteY115" fmla="*/ 419914 h 972306"/>
                <a:gd name="connsiteX116" fmla="*/ 773568 w 972408"/>
                <a:gd name="connsiteY116" fmla="*/ 419914 h 972306"/>
                <a:gd name="connsiteX117" fmla="*/ 773568 w 972408"/>
                <a:gd name="connsiteY117" fmla="*/ 198872 h 972306"/>
                <a:gd name="connsiteX118" fmla="*/ 685172 w 972408"/>
                <a:gd name="connsiteY118" fmla="*/ 198872 h 972306"/>
                <a:gd name="connsiteX119" fmla="*/ 685172 w 972408"/>
                <a:gd name="connsiteY119" fmla="*/ 198871 h 972306"/>
                <a:gd name="connsiteX120" fmla="*/ 640886 w 972408"/>
                <a:gd name="connsiteY120" fmla="*/ 198871 h 972306"/>
                <a:gd name="connsiteX121" fmla="*/ 464168 w 972408"/>
                <a:gd name="connsiteY121" fmla="*/ 0 h 972306"/>
                <a:gd name="connsiteX122" fmla="*/ 618824 w 972408"/>
                <a:gd name="connsiteY122" fmla="*/ 132633 h 972306"/>
                <a:gd name="connsiteX123" fmla="*/ 464168 w 972408"/>
                <a:gd name="connsiteY123" fmla="*/ 265266 h 972306"/>
                <a:gd name="connsiteX124" fmla="*/ 464168 w 972408"/>
                <a:gd name="connsiteY124" fmla="*/ 207511 h 972306"/>
                <a:gd name="connsiteX125" fmla="*/ 551479 w 972408"/>
                <a:gd name="connsiteY125" fmla="*/ 132633 h 972306"/>
                <a:gd name="connsiteX126" fmla="*/ 464168 w 972408"/>
                <a:gd name="connsiteY126" fmla="*/ 57755 h 972306"/>
                <a:gd name="connsiteX127" fmla="*/ 419957 w 972408"/>
                <a:gd name="connsiteY127" fmla="*/ 0 h 972306"/>
                <a:gd name="connsiteX128" fmla="*/ 464136 w 972408"/>
                <a:gd name="connsiteY128" fmla="*/ 0 h 972306"/>
                <a:gd name="connsiteX129" fmla="*/ 464136 w 972408"/>
                <a:gd name="connsiteY129" fmla="*/ 110445 h 972306"/>
                <a:gd name="connsiteX130" fmla="*/ 446956 w 972408"/>
                <a:gd name="connsiteY130" fmla="*/ 110445 h 972306"/>
                <a:gd name="connsiteX131" fmla="*/ 446956 w 972408"/>
                <a:gd name="connsiteY131" fmla="*/ 110446 h 972306"/>
                <a:gd name="connsiteX132" fmla="*/ 110537 w 972408"/>
                <a:gd name="connsiteY132" fmla="*/ 110446 h 972306"/>
                <a:gd name="connsiteX133" fmla="*/ 110537 w 972408"/>
                <a:gd name="connsiteY133" fmla="*/ 243037 h 972306"/>
                <a:gd name="connsiteX134" fmla="*/ 66322 w 972408"/>
                <a:gd name="connsiteY134" fmla="*/ 243037 h 972306"/>
                <a:gd name="connsiteX135" fmla="*/ 66322 w 972408"/>
                <a:gd name="connsiteY135" fmla="*/ 110402 h 972306"/>
                <a:gd name="connsiteX136" fmla="*/ 66322 w 972408"/>
                <a:gd name="connsiteY136" fmla="*/ 110401 h 972306"/>
                <a:gd name="connsiteX137" fmla="*/ 110475 w 972408"/>
                <a:gd name="connsiteY137" fmla="*/ 66248 h 972306"/>
                <a:gd name="connsiteX138" fmla="*/ 110476 w 972408"/>
                <a:gd name="connsiteY138" fmla="*/ 66248 h 972306"/>
                <a:gd name="connsiteX139" fmla="*/ 419957 w 972408"/>
                <a:gd name="connsiteY139" fmla="*/ 66248 h 97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972408" h="972306">
                  <a:moveTo>
                    <a:pt x="508240" y="707041"/>
                  </a:moveTo>
                  <a:lnTo>
                    <a:pt x="508240" y="764795"/>
                  </a:lnTo>
                  <a:lnTo>
                    <a:pt x="420928" y="839673"/>
                  </a:lnTo>
                  <a:lnTo>
                    <a:pt x="508240" y="914551"/>
                  </a:lnTo>
                  <a:lnTo>
                    <a:pt x="508240" y="972306"/>
                  </a:lnTo>
                  <a:lnTo>
                    <a:pt x="353584" y="839673"/>
                  </a:lnTo>
                  <a:close/>
                  <a:moveTo>
                    <a:pt x="861871" y="685070"/>
                  </a:moveTo>
                  <a:lnTo>
                    <a:pt x="906086" y="685070"/>
                  </a:lnTo>
                  <a:lnTo>
                    <a:pt x="906086" y="861903"/>
                  </a:lnTo>
                  <a:lnTo>
                    <a:pt x="906086" y="861905"/>
                  </a:lnTo>
                  <a:cubicBezTo>
                    <a:pt x="906086" y="886289"/>
                    <a:pt x="886318" y="906057"/>
                    <a:pt x="861933" y="906057"/>
                  </a:cubicBezTo>
                  <a:lnTo>
                    <a:pt x="861932" y="906057"/>
                  </a:lnTo>
                  <a:lnTo>
                    <a:pt x="552451" y="906057"/>
                  </a:lnTo>
                  <a:lnTo>
                    <a:pt x="552451" y="972305"/>
                  </a:lnTo>
                  <a:lnTo>
                    <a:pt x="508272" y="972305"/>
                  </a:lnTo>
                  <a:lnTo>
                    <a:pt x="508272" y="861860"/>
                  </a:lnTo>
                  <a:lnTo>
                    <a:pt x="525452" y="861860"/>
                  </a:lnTo>
                  <a:lnTo>
                    <a:pt x="861871" y="861860"/>
                  </a:lnTo>
                  <a:close/>
                  <a:moveTo>
                    <a:pt x="773494" y="685070"/>
                  </a:moveTo>
                  <a:lnTo>
                    <a:pt x="817655" y="685070"/>
                  </a:lnTo>
                  <a:lnTo>
                    <a:pt x="817655" y="773465"/>
                  </a:lnTo>
                  <a:lnTo>
                    <a:pt x="817691" y="773465"/>
                  </a:lnTo>
                  <a:lnTo>
                    <a:pt x="817691" y="817662"/>
                  </a:lnTo>
                  <a:lnTo>
                    <a:pt x="817655" y="817662"/>
                  </a:lnTo>
                  <a:lnTo>
                    <a:pt x="773494" y="817662"/>
                  </a:lnTo>
                  <a:lnTo>
                    <a:pt x="525452" y="817662"/>
                  </a:lnTo>
                  <a:lnTo>
                    <a:pt x="525452" y="817485"/>
                  </a:lnTo>
                  <a:lnTo>
                    <a:pt x="508272" y="817485"/>
                  </a:lnTo>
                  <a:lnTo>
                    <a:pt x="508272" y="707040"/>
                  </a:lnTo>
                  <a:lnTo>
                    <a:pt x="552451" y="707040"/>
                  </a:lnTo>
                  <a:lnTo>
                    <a:pt x="552451" y="773465"/>
                  </a:lnTo>
                  <a:lnTo>
                    <a:pt x="773494" y="773465"/>
                  </a:lnTo>
                  <a:close/>
                  <a:moveTo>
                    <a:pt x="773495" y="640783"/>
                  </a:moveTo>
                  <a:lnTo>
                    <a:pt x="906086" y="640783"/>
                  </a:lnTo>
                  <a:lnTo>
                    <a:pt x="906086" y="685069"/>
                  </a:lnTo>
                  <a:lnTo>
                    <a:pt x="773495" y="685069"/>
                  </a:lnTo>
                  <a:close/>
                  <a:moveTo>
                    <a:pt x="0" y="508212"/>
                  </a:moveTo>
                  <a:lnTo>
                    <a:pt x="110445" y="508212"/>
                  </a:lnTo>
                  <a:lnTo>
                    <a:pt x="110445" y="525392"/>
                  </a:lnTo>
                  <a:lnTo>
                    <a:pt x="110446" y="525392"/>
                  </a:lnTo>
                  <a:lnTo>
                    <a:pt x="110446" y="861811"/>
                  </a:lnTo>
                  <a:lnTo>
                    <a:pt x="287236" y="861811"/>
                  </a:lnTo>
                  <a:lnTo>
                    <a:pt x="287236" y="817595"/>
                  </a:lnTo>
                  <a:lnTo>
                    <a:pt x="198840" y="817595"/>
                  </a:lnTo>
                  <a:lnTo>
                    <a:pt x="198840" y="817631"/>
                  </a:lnTo>
                  <a:lnTo>
                    <a:pt x="154643" y="817631"/>
                  </a:lnTo>
                  <a:lnTo>
                    <a:pt x="154643" y="525392"/>
                  </a:lnTo>
                  <a:lnTo>
                    <a:pt x="154820" y="525392"/>
                  </a:lnTo>
                  <a:lnTo>
                    <a:pt x="154820" y="508212"/>
                  </a:lnTo>
                  <a:lnTo>
                    <a:pt x="265265" y="508212"/>
                  </a:lnTo>
                  <a:lnTo>
                    <a:pt x="265265" y="552391"/>
                  </a:lnTo>
                  <a:lnTo>
                    <a:pt x="198840" y="552391"/>
                  </a:lnTo>
                  <a:lnTo>
                    <a:pt x="198840" y="773434"/>
                  </a:lnTo>
                  <a:lnTo>
                    <a:pt x="287236" y="773434"/>
                  </a:lnTo>
                  <a:lnTo>
                    <a:pt x="287236" y="773435"/>
                  </a:lnTo>
                  <a:lnTo>
                    <a:pt x="331522" y="773435"/>
                  </a:lnTo>
                  <a:lnTo>
                    <a:pt x="331522" y="906026"/>
                  </a:lnTo>
                  <a:lnTo>
                    <a:pt x="287236" y="906026"/>
                  </a:lnTo>
                  <a:lnTo>
                    <a:pt x="287236" y="906025"/>
                  </a:lnTo>
                  <a:lnTo>
                    <a:pt x="110403" y="906025"/>
                  </a:lnTo>
                  <a:lnTo>
                    <a:pt x="110401" y="906026"/>
                  </a:lnTo>
                  <a:cubicBezTo>
                    <a:pt x="86016" y="906026"/>
                    <a:pt x="66248" y="886258"/>
                    <a:pt x="66248" y="861873"/>
                  </a:cubicBezTo>
                  <a:lnTo>
                    <a:pt x="66249" y="861871"/>
                  </a:lnTo>
                  <a:lnTo>
                    <a:pt x="66249" y="552391"/>
                  </a:lnTo>
                  <a:lnTo>
                    <a:pt x="0" y="552391"/>
                  </a:lnTo>
                  <a:close/>
                  <a:moveTo>
                    <a:pt x="707143" y="464126"/>
                  </a:moveTo>
                  <a:lnTo>
                    <a:pt x="764897" y="464126"/>
                  </a:lnTo>
                  <a:lnTo>
                    <a:pt x="839776" y="551438"/>
                  </a:lnTo>
                  <a:lnTo>
                    <a:pt x="914654" y="464126"/>
                  </a:lnTo>
                  <a:lnTo>
                    <a:pt x="972408" y="464126"/>
                  </a:lnTo>
                  <a:lnTo>
                    <a:pt x="839776" y="618782"/>
                  </a:lnTo>
                  <a:close/>
                  <a:moveTo>
                    <a:pt x="132632" y="353524"/>
                  </a:moveTo>
                  <a:lnTo>
                    <a:pt x="265265" y="508180"/>
                  </a:lnTo>
                  <a:lnTo>
                    <a:pt x="207511" y="508180"/>
                  </a:lnTo>
                  <a:lnTo>
                    <a:pt x="132632" y="420869"/>
                  </a:lnTo>
                  <a:lnTo>
                    <a:pt x="57754" y="508180"/>
                  </a:lnTo>
                  <a:lnTo>
                    <a:pt x="0" y="508180"/>
                  </a:lnTo>
                  <a:close/>
                  <a:moveTo>
                    <a:pt x="154753" y="154643"/>
                  </a:moveTo>
                  <a:lnTo>
                    <a:pt x="198914" y="154643"/>
                  </a:lnTo>
                  <a:lnTo>
                    <a:pt x="198914" y="154645"/>
                  </a:lnTo>
                  <a:lnTo>
                    <a:pt x="446956" y="154645"/>
                  </a:lnTo>
                  <a:lnTo>
                    <a:pt x="446956" y="154820"/>
                  </a:lnTo>
                  <a:lnTo>
                    <a:pt x="464136" y="154820"/>
                  </a:lnTo>
                  <a:lnTo>
                    <a:pt x="464136" y="265265"/>
                  </a:lnTo>
                  <a:lnTo>
                    <a:pt x="419957" y="265265"/>
                  </a:lnTo>
                  <a:lnTo>
                    <a:pt x="419957" y="198842"/>
                  </a:lnTo>
                  <a:lnTo>
                    <a:pt x="198914" y="198842"/>
                  </a:lnTo>
                  <a:lnTo>
                    <a:pt x="198914" y="331389"/>
                  </a:lnTo>
                  <a:lnTo>
                    <a:pt x="154753" y="331389"/>
                  </a:lnTo>
                  <a:lnTo>
                    <a:pt x="154753" y="198842"/>
                  </a:lnTo>
                  <a:lnTo>
                    <a:pt x="154717" y="198842"/>
                  </a:lnTo>
                  <a:lnTo>
                    <a:pt x="154717" y="154645"/>
                  </a:lnTo>
                  <a:lnTo>
                    <a:pt x="154753" y="154645"/>
                  </a:lnTo>
                  <a:close/>
                  <a:moveTo>
                    <a:pt x="640886" y="66280"/>
                  </a:moveTo>
                  <a:lnTo>
                    <a:pt x="685172" y="66280"/>
                  </a:lnTo>
                  <a:lnTo>
                    <a:pt x="862005" y="66280"/>
                  </a:lnTo>
                  <a:lnTo>
                    <a:pt x="862007" y="66280"/>
                  </a:lnTo>
                  <a:cubicBezTo>
                    <a:pt x="886392" y="66280"/>
                    <a:pt x="906160" y="86047"/>
                    <a:pt x="906160" y="110432"/>
                  </a:cubicBezTo>
                  <a:lnTo>
                    <a:pt x="906159" y="110434"/>
                  </a:lnTo>
                  <a:lnTo>
                    <a:pt x="906159" y="419914"/>
                  </a:lnTo>
                  <a:lnTo>
                    <a:pt x="972408" y="419914"/>
                  </a:lnTo>
                  <a:lnTo>
                    <a:pt x="972408" y="464093"/>
                  </a:lnTo>
                  <a:lnTo>
                    <a:pt x="861963" y="464093"/>
                  </a:lnTo>
                  <a:lnTo>
                    <a:pt x="861963" y="446914"/>
                  </a:lnTo>
                  <a:lnTo>
                    <a:pt x="861962" y="446914"/>
                  </a:lnTo>
                  <a:lnTo>
                    <a:pt x="861962" y="110495"/>
                  </a:lnTo>
                  <a:lnTo>
                    <a:pt x="685172" y="110495"/>
                  </a:lnTo>
                  <a:lnTo>
                    <a:pt x="685172" y="154711"/>
                  </a:lnTo>
                  <a:lnTo>
                    <a:pt x="773568" y="154711"/>
                  </a:lnTo>
                  <a:lnTo>
                    <a:pt x="773568" y="154675"/>
                  </a:lnTo>
                  <a:lnTo>
                    <a:pt x="817765" y="154675"/>
                  </a:lnTo>
                  <a:lnTo>
                    <a:pt x="817765" y="446914"/>
                  </a:lnTo>
                  <a:lnTo>
                    <a:pt x="817588" y="446914"/>
                  </a:lnTo>
                  <a:lnTo>
                    <a:pt x="817588" y="464093"/>
                  </a:lnTo>
                  <a:lnTo>
                    <a:pt x="707143" y="464093"/>
                  </a:lnTo>
                  <a:lnTo>
                    <a:pt x="707143" y="419914"/>
                  </a:lnTo>
                  <a:lnTo>
                    <a:pt x="773568" y="419914"/>
                  </a:lnTo>
                  <a:lnTo>
                    <a:pt x="773568" y="198872"/>
                  </a:lnTo>
                  <a:lnTo>
                    <a:pt x="685172" y="198872"/>
                  </a:lnTo>
                  <a:lnTo>
                    <a:pt x="685172" y="198871"/>
                  </a:lnTo>
                  <a:lnTo>
                    <a:pt x="640886" y="198871"/>
                  </a:lnTo>
                  <a:close/>
                  <a:moveTo>
                    <a:pt x="464168" y="0"/>
                  </a:moveTo>
                  <a:lnTo>
                    <a:pt x="618824" y="132633"/>
                  </a:lnTo>
                  <a:lnTo>
                    <a:pt x="464168" y="265266"/>
                  </a:lnTo>
                  <a:lnTo>
                    <a:pt x="464168" y="207511"/>
                  </a:lnTo>
                  <a:lnTo>
                    <a:pt x="551479" y="132633"/>
                  </a:lnTo>
                  <a:lnTo>
                    <a:pt x="464168" y="57755"/>
                  </a:lnTo>
                  <a:close/>
                  <a:moveTo>
                    <a:pt x="419957" y="0"/>
                  </a:moveTo>
                  <a:lnTo>
                    <a:pt x="464136" y="0"/>
                  </a:lnTo>
                  <a:lnTo>
                    <a:pt x="464136" y="110445"/>
                  </a:lnTo>
                  <a:lnTo>
                    <a:pt x="446956" y="110445"/>
                  </a:lnTo>
                  <a:lnTo>
                    <a:pt x="446956" y="110446"/>
                  </a:lnTo>
                  <a:lnTo>
                    <a:pt x="110537" y="110446"/>
                  </a:lnTo>
                  <a:lnTo>
                    <a:pt x="110537" y="243037"/>
                  </a:lnTo>
                  <a:lnTo>
                    <a:pt x="66322" y="243037"/>
                  </a:lnTo>
                  <a:lnTo>
                    <a:pt x="66322" y="110402"/>
                  </a:lnTo>
                  <a:lnTo>
                    <a:pt x="66322" y="110401"/>
                  </a:lnTo>
                  <a:cubicBezTo>
                    <a:pt x="66322" y="86016"/>
                    <a:pt x="86090" y="66248"/>
                    <a:pt x="110475" y="66248"/>
                  </a:cubicBezTo>
                  <a:lnTo>
                    <a:pt x="110476" y="66248"/>
                  </a:lnTo>
                  <a:lnTo>
                    <a:pt x="419957" y="6624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05" name="Rectangle 2504">
              <a:extLst>
                <a:ext uri="{FF2B5EF4-FFF2-40B4-BE49-F238E27FC236}">
                  <a16:creationId xmlns:a16="http://schemas.microsoft.com/office/drawing/2014/main" id="{0B3E24A3-322F-EB8F-AEF9-EA4E48D93BCE}"/>
                </a:ext>
                <a:ext uri="{C183D7F6-B498-43B3-948B-1728B52AA6E4}">
                  <adec:decorative xmlns:adec="http://schemas.microsoft.com/office/drawing/2017/decorative" val="1"/>
                </a:ext>
              </a:extLst>
            </p:cNvPr>
            <p:cNvSpPr/>
            <p:nvPr/>
          </p:nvSpPr>
          <p:spPr>
            <a:xfrm>
              <a:off x="4303295" y="5179425"/>
              <a:ext cx="31107" cy="3110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5" name="Group 114">
            <a:extLst>
              <a:ext uri="{FF2B5EF4-FFF2-40B4-BE49-F238E27FC236}">
                <a16:creationId xmlns:a16="http://schemas.microsoft.com/office/drawing/2014/main" id="{94ABBDD9-8441-A94B-72A9-DA4FABC7AD3B}"/>
              </a:ext>
              <a:ext uri="{C183D7F6-B498-43B3-948B-1728B52AA6E4}">
                <adec:decorative xmlns:adec="http://schemas.microsoft.com/office/drawing/2017/decorative" val="1"/>
              </a:ext>
            </a:extLst>
          </p:cNvPr>
          <p:cNvGrpSpPr>
            <a:grpSpLocks noChangeAspect="1"/>
          </p:cNvGrpSpPr>
          <p:nvPr/>
        </p:nvGrpSpPr>
        <p:grpSpPr>
          <a:xfrm>
            <a:off x="8389300" y="5118107"/>
            <a:ext cx="462792" cy="320040"/>
            <a:chOff x="8153349" y="5049527"/>
            <a:chExt cx="661132" cy="457200"/>
          </a:xfrm>
          <a:solidFill>
            <a:srgbClr val="FF0000"/>
          </a:solidFill>
        </p:grpSpPr>
        <p:sp>
          <p:nvSpPr>
            <p:cNvPr id="2670" name="Freeform: Shape 2669">
              <a:extLst>
                <a:ext uri="{FF2B5EF4-FFF2-40B4-BE49-F238E27FC236}">
                  <a16:creationId xmlns:a16="http://schemas.microsoft.com/office/drawing/2014/main" id="{F88C0FC6-3289-E612-A552-679EB4A1309F}"/>
                </a:ext>
                <a:ext uri="{C183D7F6-B498-43B3-948B-1728B52AA6E4}">
                  <adec:decorative xmlns:adec="http://schemas.microsoft.com/office/drawing/2017/decorative" val="1"/>
                </a:ext>
              </a:extLst>
            </p:cNvPr>
            <p:cNvSpPr/>
            <p:nvPr/>
          </p:nvSpPr>
          <p:spPr>
            <a:xfrm>
              <a:off x="8207366" y="5049527"/>
              <a:ext cx="607115" cy="457200"/>
            </a:xfrm>
            <a:custGeom>
              <a:avLst/>
              <a:gdLst>
                <a:gd name="connsiteX0" fmla="*/ 166676 w 649327"/>
                <a:gd name="connsiteY0" fmla="*/ 124292 h 488989"/>
                <a:gd name="connsiteX1" fmla="*/ 228628 w 649327"/>
                <a:gd name="connsiteY1" fmla="*/ 148305 h 488989"/>
                <a:gd name="connsiteX2" fmla="*/ 280331 w 649327"/>
                <a:gd name="connsiteY2" fmla="*/ 192832 h 488989"/>
                <a:gd name="connsiteX3" fmla="*/ 328636 w 649327"/>
                <a:gd name="connsiteY3" fmla="*/ 235361 h 488989"/>
                <a:gd name="connsiteX4" fmla="*/ 350511 w 649327"/>
                <a:gd name="connsiteY4" fmla="*/ 254199 h 488989"/>
                <a:gd name="connsiteX5" fmla="*/ 366998 w 649327"/>
                <a:gd name="connsiteY5" fmla="*/ 270890 h 488989"/>
                <a:gd name="connsiteX6" fmla="*/ 380140 w 649327"/>
                <a:gd name="connsiteY6" fmla="*/ 323946 h 488989"/>
                <a:gd name="connsiteX7" fmla="*/ 377302 w 649327"/>
                <a:gd name="connsiteY7" fmla="*/ 338730 h 488989"/>
                <a:gd name="connsiteX8" fmla="*/ 417820 w 649327"/>
                <a:gd name="connsiteY8" fmla="*/ 344802 h 488989"/>
                <a:gd name="connsiteX9" fmla="*/ 485474 w 649327"/>
                <a:gd name="connsiteY9" fmla="*/ 354236 h 488989"/>
                <a:gd name="connsiteX10" fmla="*/ 511437 w 649327"/>
                <a:gd name="connsiteY10" fmla="*/ 358253 h 488989"/>
                <a:gd name="connsiteX11" fmla="*/ 560902 w 649327"/>
                <a:gd name="connsiteY11" fmla="*/ 442764 h 488989"/>
                <a:gd name="connsiteX12" fmla="*/ 497258 w 649327"/>
                <a:gd name="connsiteY12" fmla="*/ 488988 h 488989"/>
                <a:gd name="connsiteX13" fmla="*/ 411749 w 649327"/>
                <a:gd name="connsiteY13" fmla="*/ 488934 h 488989"/>
                <a:gd name="connsiteX14" fmla="*/ 255200 w 649327"/>
                <a:gd name="connsiteY14" fmla="*/ 488921 h 488989"/>
                <a:gd name="connsiteX15" fmla="*/ 199353 w 649327"/>
                <a:gd name="connsiteY15" fmla="*/ 468183 h 488989"/>
                <a:gd name="connsiteX16" fmla="*/ 172678 w 649327"/>
                <a:gd name="connsiteY16" fmla="*/ 448804 h 488989"/>
                <a:gd name="connsiteX17" fmla="*/ 157821 w 649327"/>
                <a:gd name="connsiteY17" fmla="*/ 436866 h 488989"/>
                <a:gd name="connsiteX18" fmla="*/ 141319 w 649327"/>
                <a:gd name="connsiteY18" fmla="*/ 425291 h 488989"/>
                <a:gd name="connsiteX19" fmla="*/ 113225 w 649327"/>
                <a:gd name="connsiteY19" fmla="*/ 403042 h 488989"/>
                <a:gd name="connsiteX20" fmla="*/ 100024 w 649327"/>
                <a:gd name="connsiteY20" fmla="*/ 393019 h 488989"/>
                <a:gd name="connsiteX21" fmla="*/ 72939 w 649327"/>
                <a:gd name="connsiteY21" fmla="*/ 372164 h 488989"/>
                <a:gd name="connsiteX22" fmla="*/ 52905 w 649327"/>
                <a:gd name="connsiteY22" fmla="*/ 364460 h 488989"/>
                <a:gd name="connsiteX23" fmla="*/ 13444 w 649327"/>
                <a:gd name="connsiteY23" fmla="*/ 364571 h 488989"/>
                <a:gd name="connsiteX24" fmla="*/ 1955 w 649327"/>
                <a:gd name="connsiteY24" fmla="*/ 364084 h 488989"/>
                <a:gd name="connsiteX25" fmla="*/ 1582 w 649327"/>
                <a:gd name="connsiteY25" fmla="*/ 317791 h 488989"/>
                <a:gd name="connsiteX26" fmla="*/ 10352 w 649327"/>
                <a:gd name="connsiteY26" fmla="*/ 317008 h 488989"/>
                <a:gd name="connsiteX27" fmla="*/ 45868 w 649327"/>
                <a:gd name="connsiteY27" fmla="*/ 316886 h 488989"/>
                <a:gd name="connsiteX28" fmla="*/ 115154 w 649327"/>
                <a:gd name="connsiteY28" fmla="*/ 340458 h 488989"/>
                <a:gd name="connsiteX29" fmla="*/ 226752 w 649327"/>
                <a:gd name="connsiteY29" fmla="*/ 425415 h 488989"/>
                <a:gd name="connsiteX30" fmla="*/ 275680 w 649327"/>
                <a:gd name="connsiteY30" fmla="*/ 441669 h 488989"/>
                <a:gd name="connsiteX31" fmla="*/ 490111 w 649327"/>
                <a:gd name="connsiteY31" fmla="*/ 441782 h 488989"/>
                <a:gd name="connsiteX32" fmla="*/ 506125 w 649327"/>
                <a:gd name="connsiteY32" fmla="*/ 437673 h 488989"/>
                <a:gd name="connsiteX33" fmla="*/ 514444 w 649327"/>
                <a:gd name="connsiteY33" fmla="*/ 421344 h 488989"/>
                <a:gd name="connsiteX34" fmla="*/ 503965 w 649327"/>
                <a:gd name="connsiteY34" fmla="*/ 407548 h 488989"/>
                <a:gd name="connsiteX35" fmla="*/ 497672 w 649327"/>
                <a:gd name="connsiteY35" fmla="*/ 405848 h 488989"/>
                <a:gd name="connsiteX36" fmla="*/ 409346 w 649327"/>
                <a:gd name="connsiteY36" fmla="*/ 392347 h 488989"/>
                <a:gd name="connsiteX37" fmla="*/ 313278 w 649327"/>
                <a:gd name="connsiteY37" fmla="*/ 377474 h 488989"/>
                <a:gd name="connsiteX38" fmla="*/ 308072 w 649327"/>
                <a:gd name="connsiteY38" fmla="*/ 376770 h 488989"/>
                <a:gd name="connsiteX39" fmla="*/ 262347 w 649327"/>
                <a:gd name="connsiteY39" fmla="*/ 359620 h 488989"/>
                <a:gd name="connsiteX40" fmla="*/ 227340 w 649327"/>
                <a:gd name="connsiteY40" fmla="*/ 336470 h 488989"/>
                <a:gd name="connsiteX41" fmla="*/ 184315 w 649327"/>
                <a:gd name="connsiteY41" fmla="*/ 307316 h 488989"/>
                <a:gd name="connsiteX42" fmla="*/ 178636 w 649327"/>
                <a:gd name="connsiteY42" fmla="*/ 304626 h 488989"/>
                <a:gd name="connsiteX43" fmla="*/ 175166 w 649327"/>
                <a:gd name="connsiteY43" fmla="*/ 293781 h 488989"/>
                <a:gd name="connsiteX44" fmla="*/ 216491 w 649327"/>
                <a:gd name="connsiteY44" fmla="*/ 275254 h 488989"/>
                <a:gd name="connsiteX45" fmla="*/ 235220 w 649327"/>
                <a:gd name="connsiteY45" fmla="*/ 284425 h 488989"/>
                <a:gd name="connsiteX46" fmla="*/ 291780 w 649327"/>
                <a:gd name="connsiteY46" fmla="*/ 322471 h 488989"/>
                <a:gd name="connsiteX47" fmla="*/ 300515 w 649327"/>
                <a:gd name="connsiteY47" fmla="*/ 328295 h 488989"/>
                <a:gd name="connsiteX48" fmla="*/ 314333 w 649327"/>
                <a:gd name="connsiteY48" fmla="*/ 331673 h 488989"/>
                <a:gd name="connsiteX49" fmla="*/ 330244 w 649327"/>
                <a:gd name="connsiteY49" fmla="*/ 304202 h 488989"/>
                <a:gd name="connsiteX50" fmla="*/ 321002 w 649327"/>
                <a:gd name="connsiteY50" fmla="*/ 293749 h 488989"/>
                <a:gd name="connsiteX51" fmla="*/ 314134 w 649327"/>
                <a:gd name="connsiteY51" fmla="*/ 287890 h 488989"/>
                <a:gd name="connsiteX52" fmla="*/ 311963 w 649327"/>
                <a:gd name="connsiteY52" fmla="*/ 284718 h 488989"/>
                <a:gd name="connsiteX53" fmla="*/ 297187 w 649327"/>
                <a:gd name="connsiteY53" fmla="*/ 274104 h 488989"/>
                <a:gd name="connsiteX54" fmla="*/ 283599 w 649327"/>
                <a:gd name="connsiteY54" fmla="*/ 262301 h 488989"/>
                <a:gd name="connsiteX55" fmla="*/ 281519 w 649327"/>
                <a:gd name="connsiteY55" fmla="*/ 260762 h 488989"/>
                <a:gd name="connsiteX56" fmla="*/ 258989 w 649327"/>
                <a:gd name="connsiteY56" fmla="*/ 241209 h 488989"/>
                <a:gd name="connsiteX57" fmla="*/ 236080 w 649327"/>
                <a:gd name="connsiteY57" fmla="*/ 220134 h 488989"/>
                <a:gd name="connsiteX58" fmla="*/ 226563 w 649327"/>
                <a:gd name="connsiteY58" fmla="*/ 213572 h 488989"/>
                <a:gd name="connsiteX59" fmla="*/ 200243 w 649327"/>
                <a:gd name="connsiteY59" fmla="*/ 190464 h 488989"/>
                <a:gd name="connsiteX60" fmla="*/ 181665 w 649327"/>
                <a:gd name="connsiteY60" fmla="*/ 174480 h 488989"/>
                <a:gd name="connsiteX61" fmla="*/ 166391 w 649327"/>
                <a:gd name="connsiteY61" fmla="*/ 171658 h 488989"/>
                <a:gd name="connsiteX62" fmla="*/ 94038 w 649327"/>
                <a:gd name="connsiteY62" fmla="*/ 171647 h 488989"/>
                <a:gd name="connsiteX63" fmla="*/ 69787 w 649327"/>
                <a:gd name="connsiteY63" fmla="*/ 170132 h 488989"/>
                <a:gd name="connsiteX64" fmla="*/ 38750 w 649327"/>
                <a:gd name="connsiteY64" fmla="*/ 170132 h 488989"/>
                <a:gd name="connsiteX65" fmla="*/ 38750 w 649327"/>
                <a:gd name="connsiteY65" fmla="*/ 124649 h 488989"/>
                <a:gd name="connsiteX66" fmla="*/ 65157 w 649327"/>
                <a:gd name="connsiteY66" fmla="*/ 124649 h 488989"/>
                <a:gd name="connsiteX67" fmla="*/ 70643 w 649327"/>
                <a:gd name="connsiteY67" fmla="*/ 124372 h 488989"/>
                <a:gd name="connsiteX68" fmla="*/ 166676 w 649327"/>
                <a:gd name="connsiteY68" fmla="*/ 124292 h 488989"/>
                <a:gd name="connsiteX69" fmla="*/ 558688 w 649327"/>
                <a:gd name="connsiteY69" fmla="*/ 39728 h 488989"/>
                <a:gd name="connsiteX70" fmla="*/ 524414 w 649327"/>
                <a:gd name="connsiteY70" fmla="*/ 44620 h 488989"/>
                <a:gd name="connsiteX71" fmla="*/ 491634 w 649327"/>
                <a:gd name="connsiteY71" fmla="*/ 68253 h 488989"/>
                <a:gd name="connsiteX72" fmla="*/ 472472 w 649327"/>
                <a:gd name="connsiteY72" fmla="*/ 93296 h 488989"/>
                <a:gd name="connsiteX73" fmla="*/ 464847 w 649327"/>
                <a:gd name="connsiteY73" fmla="*/ 103179 h 488989"/>
                <a:gd name="connsiteX74" fmla="*/ 456425 w 649327"/>
                <a:gd name="connsiteY74" fmla="*/ 91998 h 488989"/>
                <a:gd name="connsiteX75" fmla="*/ 438022 w 649327"/>
                <a:gd name="connsiteY75" fmla="*/ 68029 h 488989"/>
                <a:gd name="connsiteX76" fmla="*/ 395245 w 649327"/>
                <a:gd name="connsiteY76" fmla="*/ 41220 h 488989"/>
                <a:gd name="connsiteX77" fmla="*/ 320924 w 649327"/>
                <a:gd name="connsiteY77" fmla="*/ 103166 h 488989"/>
                <a:gd name="connsiteX78" fmla="*/ 331195 w 649327"/>
                <a:gd name="connsiteY78" fmla="*/ 136865 h 488989"/>
                <a:gd name="connsiteX79" fmla="*/ 356348 w 649327"/>
                <a:gd name="connsiteY79" fmla="*/ 170414 h 488989"/>
                <a:gd name="connsiteX80" fmla="*/ 429426 w 649327"/>
                <a:gd name="connsiteY80" fmla="*/ 242407 h 488989"/>
                <a:gd name="connsiteX81" fmla="*/ 457782 w 649327"/>
                <a:gd name="connsiteY81" fmla="*/ 269823 h 488989"/>
                <a:gd name="connsiteX82" fmla="*/ 465410 w 649327"/>
                <a:gd name="connsiteY82" fmla="*/ 276457 h 488989"/>
                <a:gd name="connsiteX83" fmla="*/ 547366 w 649327"/>
                <a:gd name="connsiteY83" fmla="*/ 195719 h 488989"/>
                <a:gd name="connsiteX84" fmla="*/ 577434 w 649327"/>
                <a:gd name="connsiteY84" fmla="*/ 166329 h 488989"/>
                <a:gd name="connsiteX85" fmla="*/ 596771 w 649327"/>
                <a:gd name="connsiteY85" fmla="*/ 139874 h 488989"/>
                <a:gd name="connsiteX86" fmla="*/ 606820 w 649327"/>
                <a:gd name="connsiteY86" fmla="*/ 115748 h 488989"/>
                <a:gd name="connsiteX87" fmla="*/ 589545 w 649327"/>
                <a:gd name="connsiteY87" fmla="*/ 54675 h 488989"/>
                <a:gd name="connsiteX88" fmla="*/ 558688 w 649327"/>
                <a:gd name="connsiteY88" fmla="*/ 39728 h 488989"/>
                <a:gd name="connsiteX89" fmla="*/ 374442 w 649327"/>
                <a:gd name="connsiteY89" fmla="*/ 165 h 488989"/>
                <a:gd name="connsiteX90" fmla="*/ 459209 w 649327"/>
                <a:gd name="connsiteY90" fmla="*/ 32426 h 488989"/>
                <a:gd name="connsiteX91" fmla="*/ 463103 w 649327"/>
                <a:gd name="connsiteY91" fmla="*/ 35953 h 488989"/>
                <a:gd name="connsiteX92" fmla="*/ 465151 w 649327"/>
                <a:gd name="connsiteY92" fmla="*/ 36900 h 488989"/>
                <a:gd name="connsiteX93" fmla="*/ 471481 w 649327"/>
                <a:gd name="connsiteY93" fmla="*/ 31626 h 488989"/>
                <a:gd name="connsiteX94" fmla="*/ 501997 w 649327"/>
                <a:gd name="connsiteY94" fmla="*/ 10851 h 488989"/>
                <a:gd name="connsiteX95" fmla="*/ 538458 w 649327"/>
                <a:gd name="connsiteY95" fmla="*/ 449 h 488989"/>
                <a:gd name="connsiteX96" fmla="*/ 603646 w 649327"/>
                <a:gd name="connsiteY96" fmla="*/ 15721 h 488989"/>
                <a:gd name="connsiteX97" fmla="*/ 649162 w 649327"/>
                <a:gd name="connsiteY97" fmla="*/ 92915 h 488989"/>
                <a:gd name="connsiteX98" fmla="*/ 625172 w 649327"/>
                <a:gd name="connsiteY98" fmla="*/ 170476 h 488989"/>
                <a:gd name="connsiteX99" fmla="*/ 587358 w 649327"/>
                <a:gd name="connsiteY99" fmla="*/ 211994 h 488989"/>
                <a:gd name="connsiteX100" fmla="*/ 582677 w 649327"/>
                <a:gd name="connsiteY100" fmla="*/ 216602 h 488989"/>
                <a:gd name="connsiteX101" fmla="*/ 500939 w 649327"/>
                <a:gd name="connsiteY101" fmla="*/ 297967 h 488989"/>
                <a:gd name="connsiteX102" fmla="*/ 466715 w 649327"/>
                <a:gd name="connsiteY102" fmla="*/ 331164 h 488989"/>
                <a:gd name="connsiteX103" fmla="*/ 456930 w 649327"/>
                <a:gd name="connsiteY103" fmla="*/ 327398 h 488989"/>
                <a:gd name="connsiteX104" fmla="*/ 430456 w 649327"/>
                <a:gd name="connsiteY104" fmla="*/ 301845 h 488989"/>
                <a:gd name="connsiteX105" fmla="*/ 348369 w 649327"/>
                <a:gd name="connsiteY105" fmla="*/ 220286 h 488989"/>
                <a:gd name="connsiteX106" fmla="*/ 340477 w 649327"/>
                <a:gd name="connsiteY106" fmla="*/ 213669 h 488989"/>
                <a:gd name="connsiteX107" fmla="*/ 311065 w 649327"/>
                <a:gd name="connsiteY107" fmla="*/ 180614 h 488989"/>
                <a:gd name="connsiteX108" fmla="*/ 290854 w 649327"/>
                <a:gd name="connsiteY108" fmla="*/ 145994 h 488989"/>
                <a:gd name="connsiteX109" fmla="*/ 293877 w 649327"/>
                <a:gd name="connsiteY109" fmla="*/ 47407 h 488989"/>
                <a:gd name="connsiteX110" fmla="*/ 305513 w 649327"/>
                <a:gd name="connsiteY110" fmla="*/ 32047 h 488989"/>
                <a:gd name="connsiteX111" fmla="*/ 322826 w 649327"/>
                <a:gd name="connsiteY111" fmla="*/ 16716 h 488989"/>
                <a:gd name="connsiteX112" fmla="*/ 374442 w 649327"/>
                <a:gd name="connsiteY112" fmla="*/ 165 h 48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9327" h="488989">
                  <a:moveTo>
                    <a:pt x="166676" y="124292"/>
                  </a:moveTo>
                  <a:cubicBezTo>
                    <a:pt x="190563" y="124154"/>
                    <a:pt x="210940" y="131909"/>
                    <a:pt x="228628" y="148305"/>
                  </a:cubicBezTo>
                  <a:cubicBezTo>
                    <a:pt x="245297" y="163757"/>
                    <a:pt x="263151" y="177925"/>
                    <a:pt x="280331" y="192832"/>
                  </a:cubicBezTo>
                  <a:cubicBezTo>
                    <a:pt x="296534" y="206892"/>
                    <a:pt x="312527" y="221192"/>
                    <a:pt x="328636" y="235361"/>
                  </a:cubicBezTo>
                  <a:cubicBezTo>
                    <a:pt x="335865" y="241719"/>
                    <a:pt x="342811" y="248468"/>
                    <a:pt x="350511" y="254199"/>
                  </a:cubicBezTo>
                  <a:cubicBezTo>
                    <a:pt x="356943" y="258986"/>
                    <a:pt x="362168" y="264664"/>
                    <a:pt x="366998" y="270890"/>
                  </a:cubicBezTo>
                  <a:cubicBezTo>
                    <a:pt x="379219" y="286640"/>
                    <a:pt x="383672" y="304307"/>
                    <a:pt x="380140" y="323946"/>
                  </a:cubicBezTo>
                  <a:cubicBezTo>
                    <a:pt x="379295" y="328644"/>
                    <a:pt x="378343" y="333322"/>
                    <a:pt x="377302" y="338730"/>
                  </a:cubicBezTo>
                  <a:cubicBezTo>
                    <a:pt x="391093" y="340803"/>
                    <a:pt x="404442" y="342900"/>
                    <a:pt x="417820" y="344802"/>
                  </a:cubicBezTo>
                  <a:cubicBezTo>
                    <a:pt x="440363" y="348007"/>
                    <a:pt x="462928" y="351059"/>
                    <a:pt x="485474" y="354236"/>
                  </a:cubicBezTo>
                  <a:cubicBezTo>
                    <a:pt x="494148" y="355459"/>
                    <a:pt x="502914" y="356330"/>
                    <a:pt x="511437" y="358253"/>
                  </a:cubicBezTo>
                  <a:cubicBezTo>
                    <a:pt x="550024" y="366957"/>
                    <a:pt x="573037" y="405519"/>
                    <a:pt x="560902" y="442764"/>
                  </a:cubicBezTo>
                  <a:cubicBezTo>
                    <a:pt x="550150" y="475764"/>
                    <a:pt x="520181" y="489169"/>
                    <a:pt x="497258" y="488988"/>
                  </a:cubicBezTo>
                  <a:cubicBezTo>
                    <a:pt x="468756" y="488762"/>
                    <a:pt x="440252" y="488933"/>
                    <a:pt x="411749" y="488934"/>
                  </a:cubicBezTo>
                  <a:cubicBezTo>
                    <a:pt x="359566" y="488934"/>
                    <a:pt x="307384" y="488958"/>
                    <a:pt x="255200" y="488921"/>
                  </a:cubicBezTo>
                  <a:cubicBezTo>
                    <a:pt x="234041" y="488907"/>
                    <a:pt x="215977" y="481450"/>
                    <a:pt x="199353" y="468183"/>
                  </a:cubicBezTo>
                  <a:cubicBezTo>
                    <a:pt x="190864" y="461408"/>
                    <a:pt x="182341" y="454285"/>
                    <a:pt x="172678" y="448804"/>
                  </a:cubicBezTo>
                  <a:cubicBezTo>
                    <a:pt x="167223" y="445711"/>
                    <a:pt x="163281" y="439946"/>
                    <a:pt x="157821" y="436866"/>
                  </a:cubicBezTo>
                  <a:cubicBezTo>
                    <a:pt x="151871" y="433510"/>
                    <a:pt x="147972" y="427448"/>
                    <a:pt x="141319" y="425291"/>
                  </a:cubicBezTo>
                  <a:cubicBezTo>
                    <a:pt x="133105" y="416434"/>
                    <a:pt x="121165" y="412309"/>
                    <a:pt x="113225" y="403042"/>
                  </a:cubicBezTo>
                  <a:cubicBezTo>
                    <a:pt x="109607" y="398821"/>
                    <a:pt x="104419" y="396241"/>
                    <a:pt x="100024" y="393019"/>
                  </a:cubicBezTo>
                  <a:cubicBezTo>
                    <a:pt x="90821" y="386272"/>
                    <a:pt x="81675" y="379525"/>
                    <a:pt x="72939" y="372164"/>
                  </a:cubicBezTo>
                  <a:cubicBezTo>
                    <a:pt x="67260" y="367378"/>
                    <a:pt x="60952" y="364152"/>
                    <a:pt x="52905" y="364460"/>
                  </a:cubicBezTo>
                  <a:cubicBezTo>
                    <a:pt x="39768" y="364965"/>
                    <a:pt x="26599" y="364634"/>
                    <a:pt x="13444" y="364571"/>
                  </a:cubicBezTo>
                  <a:cubicBezTo>
                    <a:pt x="9554" y="364553"/>
                    <a:pt x="5665" y="364249"/>
                    <a:pt x="1955" y="364084"/>
                  </a:cubicBezTo>
                  <a:cubicBezTo>
                    <a:pt x="-487" y="354508"/>
                    <a:pt x="-675" y="329545"/>
                    <a:pt x="1582" y="317791"/>
                  </a:cubicBezTo>
                  <a:cubicBezTo>
                    <a:pt x="4389" y="317527"/>
                    <a:pt x="7368" y="317032"/>
                    <a:pt x="10352" y="317008"/>
                  </a:cubicBezTo>
                  <a:cubicBezTo>
                    <a:pt x="22191" y="316914"/>
                    <a:pt x="34046" y="317358"/>
                    <a:pt x="45868" y="316886"/>
                  </a:cubicBezTo>
                  <a:cubicBezTo>
                    <a:pt x="72071" y="315840"/>
                    <a:pt x="94621" y="324618"/>
                    <a:pt x="115154" y="340458"/>
                  </a:cubicBezTo>
                  <a:cubicBezTo>
                    <a:pt x="152170" y="369015"/>
                    <a:pt x="189517" y="397143"/>
                    <a:pt x="226752" y="425415"/>
                  </a:cubicBezTo>
                  <a:cubicBezTo>
                    <a:pt x="241198" y="436384"/>
                    <a:pt x="257626" y="441654"/>
                    <a:pt x="275680" y="441669"/>
                  </a:cubicBezTo>
                  <a:cubicBezTo>
                    <a:pt x="347157" y="441732"/>
                    <a:pt x="418634" y="441648"/>
                    <a:pt x="490111" y="441782"/>
                  </a:cubicBezTo>
                  <a:cubicBezTo>
                    <a:pt x="495964" y="441793"/>
                    <a:pt x="500928" y="440446"/>
                    <a:pt x="506125" y="437673"/>
                  </a:cubicBezTo>
                  <a:cubicBezTo>
                    <a:pt x="513121" y="433942"/>
                    <a:pt x="514639" y="428179"/>
                    <a:pt x="514444" y="421344"/>
                  </a:cubicBezTo>
                  <a:cubicBezTo>
                    <a:pt x="514246" y="414403"/>
                    <a:pt x="509014" y="410869"/>
                    <a:pt x="503965" y="407548"/>
                  </a:cubicBezTo>
                  <a:cubicBezTo>
                    <a:pt x="502238" y="406411"/>
                    <a:pt x="499822" y="406178"/>
                    <a:pt x="497672" y="405848"/>
                  </a:cubicBezTo>
                  <a:cubicBezTo>
                    <a:pt x="468235" y="401317"/>
                    <a:pt x="438784" y="396874"/>
                    <a:pt x="409346" y="392347"/>
                  </a:cubicBezTo>
                  <a:cubicBezTo>
                    <a:pt x="377319" y="387421"/>
                    <a:pt x="345301" y="382430"/>
                    <a:pt x="313278" y="377474"/>
                  </a:cubicBezTo>
                  <a:cubicBezTo>
                    <a:pt x="311548" y="377206"/>
                    <a:pt x="309816" y="376876"/>
                    <a:pt x="308072" y="376770"/>
                  </a:cubicBezTo>
                  <a:cubicBezTo>
                    <a:pt x="291071" y="375739"/>
                    <a:pt x="275892" y="369232"/>
                    <a:pt x="262347" y="359620"/>
                  </a:cubicBezTo>
                  <a:cubicBezTo>
                    <a:pt x="250907" y="351500"/>
                    <a:pt x="238840" y="344421"/>
                    <a:pt x="227340" y="336470"/>
                  </a:cubicBezTo>
                  <a:cubicBezTo>
                    <a:pt x="213090" y="326618"/>
                    <a:pt x="197655" y="318519"/>
                    <a:pt x="184315" y="307316"/>
                  </a:cubicBezTo>
                  <a:cubicBezTo>
                    <a:pt x="182765" y="306014"/>
                    <a:pt x="180493" y="305603"/>
                    <a:pt x="178636" y="304626"/>
                  </a:cubicBezTo>
                  <a:cubicBezTo>
                    <a:pt x="173751" y="302056"/>
                    <a:pt x="172744" y="298806"/>
                    <a:pt x="175166" y="293781"/>
                  </a:cubicBezTo>
                  <a:cubicBezTo>
                    <a:pt x="181963" y="279676"/>
                    <a:pt x="199797" y="271830"/>
                    <a:pt x="216491" y="275254"/>
                  </a:cubicBezTo>
                  <a:cubicBezTo>
                    <a:pt x="223608" y="276715"/>
                    <a:pt x="229417" y="280561"/>
                    <a:pt x="235220" y="284425"/>
                  </a:cubicBezTo>
                  <a:cubicBezTo>
                    <a:pt x="254133" y="297018"/>
                    <a:pt x="272934" y="309778"/>
                    <a:pt x="291780" y="322471"/>
                  </a:cubicBezTo>
                  <a:cubicBezTo>
                    <a:pt x="294682" y="324427"/>
                    <a:pt x="297521" y="326491"/>
                    <a:pt x="300515" y="328295"/>
                  </a:cubicBezTo>
                  <a:cubicBezTo>
                    <a:pt x="304740" y="330841"/>
                    <a:pt x="309343" y="331988"/>
                    <a:pt x="314333" y="331673"/>
                  </a:cubicBezTo>
                  <a:cubicBezTo>
                    <a:pt x="328630" y="330771"/>
                    <a:pt x="337001" y="316788"/>
                    <a:pt x="330244" y="304202"/>
                  </a:cubicBezTo>
                  <a:cubicBezTo>
                    <a:pt x="328126" y="300258"/>
                    <a:pt x="326524" y="295423"/>
                    <a:pt x="321002" y="293749"/>
                  </a:cubicBezTo>
                  <a:cubicBezTo>
                    <a:pt x="318356" y="292947"/>
                    <a:pt x="316309" y="290007"/>
                    <a:pt x="314134" y="287890"/>
                  </a:cubicBezTo>
                  <a:cubicBezTo>
                    <a:pt x="313231" y="287012"/>
                    <a:pt x="312932" y="285443"/>
                    <a:pt x="311963" y="284718"/>
                  </a:cubicBezTo>
                  <a:cubicBezTo>
                    <a:pt x="307108" y="281085"/>
                    <a:pt x="302110" y="277645"/>
                    <a:pt x="297187" y="274104"/>
                  </a:cubicBezTo>
                  <a:cubicBezTo>
                    <a:pt x="292305" y="270594"/>
                    <a:pt x="290389" y="263675"/>
                    <a:pt x="283599" y="262301"/>
                  </a:cubicBezTo>
                  <a:cubicBezTo>
                    <a:pt x="282828" y="262145"/>
                    <a:pt x="282072" y="261409"/>
                    <a:pt x="281519" y="260762"/>
                  </a:cubicBezTo>
                  <a:cubicBezTo>
                    <a:pt x="274981" y="253115"/>
                    <a:pt x="265935" y="248354"/>
                    <a:pt x="258989" y="241209"/>
                  </a:cubicBezTo>
                  <a:cubicBezTo>
                    <a:pt x="251750" y="233765"/>
                    <a:pt x="242504" y="228584"/>
                    <a:pt x="236080" y="220134"/>
                  </a:cubicBezTo>
                  <a:cubicBezTo>
                    <a:pt x="233867" y="217222"/>
                    <a:pt x="229001" y="216398"/>
                    <a:pt x="226563" y="213572"/>
                  </a:cubicBezTo>
                  <a:cubicBezTo>
                    <a:pt x="218848" y="204630"/>
                    <a:pt x="207982" y="199469"/>
                    <a:pt x="200243" y="190464"/>
                  </a:cubicBezTo>
                  <a:cubicBezTo>
                    <a:pt x="194971" y="184328"/>
                    <a:pt x="188256" y="179294"/>
                    <a:pt x="181665" y="174480"/>
                  </a:cubicBezTo>
                  <a:cubicBezTo>
                    <a:pt x="177327" y="171311"/>
                    <a:pt x="171711" y="171641"/>
                    <a:pt x="166391" y="171658"/>
                  </a:cubicBezTo>
                  <a:cubicBezTo>
                    <a:pt x="142274" y="171733"/>
                    <a:pt x="118155" y="171792"/>
                    <a:pt x="94038" y="171647"/>
                  </a:cubicBezTo>
                  <a:lnTo>
                    <a:pt x="69787" y="170132"/>
                  </a:lnTo>
                  <a:lnTo>
                    <a:pt x="38750" y="170132"/>
                  </a:lnTo>
                  <a:lnTo>
                    <a:pt x="38750" y="124649"/>
                  </a:lnTo>
                  <a:lnTo>
                    <a:pt x="65157" y="124649"/>
                  </a:lnTo>
                  <a:lnTo>
                    <a:pt x="70643" y="124372"/>
                  </a:lnTo>
                  <a:cubicBezTo>
                    <a:pt x="102654" y="124307"/>
                    <a:pt x="134666" y="124477"/>
                    <a:pt x="166676" y="124292"/>
                  </a:cubicBezTo>
                  <a:close/>
                  <a:moveTo>
                    <a:pt x="558688" y="39728"/>
                  </a:moveTo>
                  <a:cubicBezTo>
                    <a:pt x="547746" y="38119"/>
                    <a:pt x="536236" y="39815"/>
                    <a:pt x="524414" y="44620"/>
                  </a:cubicBezTo>
                  <a:cubicBezTo>
                    <a:pt x="511624" y="49817"/>
                    <a:pt x="500578" y="57796"/>
                    <a:pt x="491634" y="68253"/>
                  </a:cubicBezTo>
                  <a:cubicBezTo>
                    <a:pt x="484812" y="76228"/>
                    <a:pt x="478838" y="84928"/>
                    <a:pt x="472472" y="93296"/>
                  </a:cubicBezTo>
                  <a:cubicBezTo>
                    <a:pt x="470146" y="96353"/>
                    <a:pt x="467780" y="99380"/>
                    <a:pt x="464847" y="103179"/>
                  </a:cubicBezTo>
                  <a:cubicBezTo>
                    <a:pt x="461647" y="98928"/>
                    <a:pt x="459051" y="95452"/>
                    <a:pt x="456425" y="91998"/>
                  </a:cubicBezTo>
                  <a:cubicBezTo>
                    <a:pt x="450329" y="83976"/>
                    <a:pt x="444641" y="75595"/>
                    <a:pt x="438022" y="68029"/>
                  </a:cubicBezTo>
                  <a:cubicBezTo>
                    <a:pt x="426525" y="54886"/>
                    <a:pt x="412393" y="45535"/>
                    <a:pt x="395245" y="41220"/>
                  </a:cubicBezTo>
                  <a:cubicBezTo>
                    <a:pt x="358294" y="31922"/>
                    <a:pt x="318136" y="58935"/>
                    <a:pt x="320924" y="103166"/>
                  </a:cubicBezTo>
                  <a:cubicBezTo>
                    <a:pt x="321679" y="115160"/>
                    <a:pt x="325524" y="126329"/>
                    <a:pt x="331195" y="136865"/>
                  </a:cubicBezTo>
                  <a:cubicBezTo>
                    <a:pt x="337890" y="149305"/>
                    <a:pt x="346315" y="160490"/>
                    <a:pt x="356348" y="170414"/>
                  </a:cubicBezTo>
                  <a:cubicBezTo>
                    <a:pt x="380658" y="194462"/>
                    <a:pt x="405030" y="218446"/>
                    <a:pt x="429426" y="242407"/>
                  </a:cubicBezTo>
                  <a:cubicBezTo>
                    <a:pt x="438805" y="251619"/>
                    <a:pt x="448294" y="260721"/>
                    <a:pt x="457782" y="269823"/>
                  </a:cubicBezTo>
                  <a:cubicBezTo>
                    <a:pt x="459973" y="271925"/>
                    <a:pt x="462364" y="273820"/>
                    <a:pt x="465410" y="276457"/>
                  </a:cubicBezTo>
                  <a:cubicBezTo>
                    <a:pt x="492365" y="249779"/>
                    <a:pt x="519658" y="223865"/>
                    <a:pt x="547366" y="195719"/>
                  </a:cubicBezTo>
                  <a:cubicBezTo>
                    <a:pt x="557445" y="185973"/>
                    <a:pt x="568046" y="176700"/>
                    <a:pt x="577434" y="166329"/>
                  </a:cubicBezTo>
                  <a:cubicBezTo>
                    <a:pt x="584736" y="158263"/>
                    <a:pt x="591209" y="149234"/>
                    <a:pt x="596771" y="139874"/>
                  </a:cubicBezTo>
                  <a:cubicBezTo>
                    <a:pt x="601185" y="132445"/>
                    <a:pt x="604588" y="124112"/>
                    <a:pt x="606820" y="115748"/>
                  </a:cubicBezTo>
                  <a:cubicBezTo>
                    <a:pt x="613106" y="92193"/>
                    <a:pt x="607921" y="70888"/>
                    <a:pt x="589545" y="54675"/>
                  </a:cubicBezTo>
                  <a:cubicBezTo>
                    <a:pt x="580001" y="46254"/>
                    <a:pt x="569629" y="41338"/>
                    <a:pt x="558688" y="39728"/>
                  </a:cubicBezTo>
                  <a:close/>
                  <a:moveTo>
                    <a:pt x="374442" y="165"/>
                  </a:moveTo>
                  <a:cubicBezTo>
                    <a:pt x="407561" y="-1597"/>
                    <a:pt x="435078" y="10841"/>
                    <a:pt x="459209" y="32426"/>
                  </a:cubicBezTo>
                  <a:cubicBezTo>
                    <a:pt x="460514" y="33593"/>
                    <a:pt x="461781" y="34805"/>
                    <a:pt x="463103" y="35953"/>
                  </a:cubicBezTo>
                  <a:cubicBezTo>
                    <a:pt x="463418" y="36226"/>
                    <a:pt x="463884" y="36327"/>
                    <a:pt x="465151" y="36900"/>
                  </a:cubicBezTo>
                  <a:cubicBezTo>
                    <a:pt x="467064" y="35344"/>
                    <a:pt x="469790" y="33874"/>
                    <a:pt x="471481" y="31626"/>
                  </a:cubicBezTo>
                  <a:cubicBezTo>
                    <a:pt x="479322" y="21197"/>
                    <a:pt x="490885" y="16292"/>
                    <a:pt x="501997" y="10851"/>
                  </a:cubicBezTo>
                  <a:cubicBezTo>
                    <a:pt x="513474" y="5232"/>
                    <a:pt x="525669" y="1470"/>
                    <a:pt x="538458" y="449"/>
                  </a:cubicBezTo>
                  <a:cubicBezTo>
                    <a:pt x="561762" y="-1412"/>
                    <a:pt x="583936" y="2495"/>
                    <a:pt x="603646" y="15721"/>
                  </a:cubicBezTo>
                  <a:cubicBezTo>
                    <a:pt x="631061" y="34117"/>
                    <a:pt x="647385" y="59238"/>
                    <a:pt x="649162" y="92915"/>
                  </a:cubicBezTo>
                  <a:cubicBezTo>
                    <a:pt x="650682" y="121748"/>
                    <a:pt x="641625" y="147417"/>
                    <a:pt x="625172" y="170476"/>
                  </a:cubicBezTo>
                  <a:cubicBezTo>
                    <a:pt x="614279" y="185743"/>
                    <a:pt x="602785" y="200719"/>
                    <a:pt x="587358" y="211994"/>
                  </a:cubicBezTo>
                  <a:cubicBezTo>
                    <a:pt x="585609" y="213272"/>
                    <a:pt x="584230" y="215056"/>
                    <a:pt x="582677" y="216602"/>
                  </a:cubicBezTo>
                  <a:cubicBezTo>
                    <a:pt x="555651" y="243505"/>
                    <a:pt x="528624" y="270407"/>
                    <a:pt x="500939" y="297967"/>
                  </a:cubicBezTo>
                  <a:cubicBezTo>
                    <a:pt x="488972" y="309588"/>
                    <a:pt x="477663" y="320551"/>
                    <a:pt x="466715" y="331164"/>
                  </a:cubicBezTo>
                  <a:cubicBezTo>
                    <a:pt x="462221" y="331962"/>
                    <a:pt x="459514" y="329900"/>
                    <a:pt x="456930" y="327398"/>
                  </a:cubicBezTo>
                  <a:cubicBezTo>
                    <a:pt x="448120" y="318865"/>
                    <a:pt x="439167" y="310478"/>
                    <a:pt x="430456" y="301845"/>
                  </a:cubicBezTo>
                  <a:cubicBezTo>
                    <a:pt x="403057" y="274696"/>
                    <a:pt x="375761" y="247442"/>
                    <a:pt x="348369" y="220286"/>
                  </a:cubicBezTo>
                  <a:cubicBezTo>
                    <a:pt x="345939" y="217877"/>
                    <a:pt x="342956" y="216033"/>
                    <a:pt x="340477" y="213669"/>
                  </a:cubicBezTo>
                  <a:cubicBezTo>
                    <a:pt x="329768" y="203459"/>
                    <a:pt x="320210" y="192320"/>
                    <a:pt x="311065" y="180614"/>
                  </a:cubicBezTo>
                  <a:cubicBezTo>
                    <a:pt x="302651" y="169844"/>
                    <a:pt x="296336" y="158178"/>
                    <a:pt x="290854" y="145994"/>
                  </a:cubicBezTo>
                  <a:cubicBezTo>
                    <a:pt x="275897" y="112753"/>
                    <a:pt x="276819" y="79621"/>
                    <a:pt x="293877" y="47407"/>
                  </a:cubicBezTo>
                  <a:cubicBezTo>
                    <a:pt x="296767" y="41949"/>
                    <a:pt x="299737" y="36115"/>
                    <a:pt x="305513" y="32047"/>
                  </a:cubicBezTo>
                  <a:cubicBezTo>
                    <a:pt x="311730" y="27668"/>
                    <a:pt x="315623" y="20683"/>
                    <a:pt x="322826" y="16716"/>
                  </a:cubicBezTo>
                  <a:cubicBezTo>
                    <a:pt x="336157" y="9373"/>
                    <a:pt x="355092" y="1195"/>
                    <a:pt x="374442" y="16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671" name="Rectangle 2670">
              <a:extLst>
                <a:ext uri="{FF2B5EF4-FFF2-40B4-BE49-F238E27FC236}">
                  <a16:creationId xmlns:a16="http://schemas.microsoft.com/office/drawing/2014/main" id="{E10F5AFB-C294-3B36-DECC-71B883980517}"/>
                </a:ext>
                <a:ext uri="{C183D7F6-B498-43B3-948B-1728B52AA6E4}">
                  <adec:decorative xmlns:adec="http://schemas.microsoft.com/office/drawing/2017/decorative" val="1"/>
                </a:ext>
              </a:extLst>
            </p:cNvPr>
            <p:cNvSpPr/>
            <p:nvPr/>
          </p:nvSpPr>
          <p:spPr>
            <a:xfrm>
              <a:off x="8153349" y="5155017"/>
              <a:ext cx="62145" cy="62145"/>
            </a:xfrm>
            <a:prstGeom prst="rect">
              <a:avLst/>
            </a:prstGeom>
            <a:solidFill>
              <a:schemeClr val="accent1"/>
            </a:solidFill>
            <a:ln w="1155" cap="flat">
              <a:noFill/>
              <a:prstDash val="solid"/>
              <a:miter/>
            </a:ln>
          </p:spPr>
          <p:txBody>
            <a:bodyPr rtlCol="0" anchor="ctr"/>
            <a:lstStyle/>
            <a:p>
              <a:endParaRPr lang="en-US"/>
            </a:p>
          </p:txBody>
        </p:sp>
      </p:grpSp>
      <p:grpSp>
        <p:nvGrpSpPr>
          <p:cNvPr id="114" name="Group 113">
            <a:extLst>
              <a:ext uri="{FF2B5EF4-FFF2-40B4-BE49-F238E27FC236}">
                <a16:creationId xmlns:a16="http://schemas.microsoft.com/office/drawing/2014/main" id="{B6D4E723-CA90-B1EA-7BF2-721E714471E0}"/>
              </a:ext>
              <a:ext uri="{C183D7F6-B498-43B3-948B-1728B52AA6E4}">
                <adec:decorative xmlns:adec="http://schemas.microsoft.com/office/drawing/2017/decorative" val="1"/>
              </a:ext>
            </a:extLst>
          </p:cNvPr>
          <p:cNvGrpSpPr>
            <a:grpSpLocks noChangeAspect="1"/>
          </p:cNvGrpSpPr>
          <p:nvPr/>
        </p:nvGrpSpPr>
        <p:grpSpPr>
          <a:xfrm>
            <a:off x="9059790" y="5118107"/>
            <a:ext cx="425787" cy="320040"/>
            <a:chOff x="8985962" y="5049527"/>
            <a:chExt cx="608267" cy="457200"/>
          </a:xfrm>
          <a:solidFill>
            <a:srgbClr val="FF0000"/>
          </a:solidFill>
        </p:grpSpPr>
        <p:sp>
          <p:nvSpPr>
            <p:cNvPr id="2673" name="Freeform: Shape 2672">
              <a:extLst>
                <a:ext uri="{FF2B5EF4-FFF2-40B4-BE49-F238E27FC236}">
                  <a16:creationId xmlns:a16="http://schemas.microsoft.com/office/drawing/2014/main" id="{F768A7D9-69C9-9D90-7C70-BCA8D72D6F56}"/>
                </a:ext>
                <a:ext uri="{C183D7F6-B498-43B3-948B-1728B52AA6E4}">
                  <adec:decorative xmlns:adec="http://schemas.microsoft.com/office/drawing/2017/decorative" val="1"/>
                </a:ext>
              </a:extLst>
            </p:cNvPr>
            <p:cNvSpPr/>
            <p:nvPr/>
          </p:nvSpPr>
          <p:spPr>
            <a:xfrm>
              <a:off x="8985962" y="5049527"/>
              <a:ext cx="608267" cy="457200"/>
            </a:xfrm>
            <a:custGeom>
              <a:avLst/>
              <a:gdLst>
                <a:gd name="connsiteX0" fmla="*/ 764732 w 839664"/>
                <a:gd name="connsiteY0" fmla="*/ 97005 h 631128"/>
                <a:gd name="connsiteX1" fmla="*/ 838246 w 839664"/>
                <a:gd name="connsiteY1" fmla="*/ 151262 h 631128"/>
                <a:gd name="connsiteX2" fmla="*/ 839595 w 839664"/>
                <a:gd name="connsiteY2" fmla="*/ 168744 h 631128"/>
                <a:gd name="connsiteX3" fmla="*/ 839664 w 839664"/>
                <a:gd name="connsiteY3" fmla="*/ 381280 h 631128"/>
                <a:gd name="connsiteX4" fmla="*/ 826790 w 839664"/>
                <a:gd name="connsiteY4" fmla="*/ 429673 h 631128"/>
                <a:gd name="connsiteX5" fmla="*/ 804555 w 839664"/>
                <a:gd name="connsiteY5" fmla="*/ 459011 h 631128"/>
                <a:gd name="connsiteX6" fmla="*/ 737040 w 839664"/>
                <a:gd name="connsiteY6" fmla="*/ 546184 h 631128"/>
                <a:gd name="connsiteX7" fmla="*/ 733993 w 839664"/>
                <a:gd name="connsiteY7" fmla="*/ 550463 h 631128"/>
                <a:gd name="connsiteX8" fmla="*/ 718953 w 839664"/>
                <a:gd name="connsiteY8" fmla="*/ 594936 h 631128"/>
                <a:gd name="connsiteX9" fmla="*/ 718912 w 839664"/>
                <a:gd name="connsiteY9" fmla="*/ 621267 h 631128"/>
                <a:gd name="connsiteX10" fmla="*/ 716854 w 839664"/>
                <a:gd name="connsiteY10" fmla="*/ 630141 h 631128"/>
                <a:gd name="connsiteX11" fmla="*/ 675242 w 839664"/>
                <a:gd name="connsiteY11" fmla="*/ 630141 h 631128"/>
                <a:gd name="connsiteX12" fmla="*/ 673759 w 839664"/>
                <a:gd name="connsiteY12" fmla="*/ 628031 h 631128"/>
                <a:gd name="connsiteX13" fmla="*/ 677940 w 839664"/>
                <a:gd name="connsiteY13" fmla="*/ 548161 h 631128"/>
                <a:gd name="connsiteX14" fmla="*/ 691819 w 839664"/>
                <a:gd name="connsiteY14" fmla="*/ 522326 h 631128"/>
                <a:gd name="connsiteX15" fmla="*/ 721813 w 839664"/>
                <a:gd name="connsiteY15" fmla="*/ 484506 h 631128"/>
                <a:gd name="connsiteX16" fmla="*/ 751006 w 839664"/>
                <a:gd name="connsiteY16" fmla="*/ 446040 h 631128"/>
                <a:gd name="connsiteX17" fmla="*/ 778160 w 839664"/>
                <a:gd name="connsiteY17" fmla="*/ 410268 h 631128"/>
                <a:gd name="connsiteX18" fmla="*/ 791693 w 839664"/>
                <a:gd name="connsiteY18" fmla="*/ 376993 h 631128"/>
                <a:gd name="connsiteX19" fmla="*/ 792015 w 839664"/>
                <a:gd name="connsiteY19" fmla="*/ 362955 h 631128"/>
                <a:gd name="connsiteX20" fmla="*/ 792021 w 839664"/>
                <a:gd name="connsiteY20" fmla="*/ 173254 h 631128"/>
                <a:gd name="connsiteX21" fmla="*/ 791774 w 839664"/>
                <a:gd name="connsiteY21" fmla="*/ 160971 h 631128"/>
                <a:gd name="connsiteX22" fmla="*/ 775219 w 839664"/>
                <a:gd name="connsiteY22" fmla="*/ 143858 h 631128"/>
                <a:gd name="connsiteX23" fmla="*/ 759131 w 839664"/>
                <a:gd name="connsiteY23" fmla="*/ 159193 h 631128"/>
                <a:gd name="connsiteX24" fmla="*/ 748972 w 839664"/>
                <a:gd name="connsiteY24" fmla="*/ 221520 h 631128"/>
                <a:gd name="connsiteX25" fmla="*/ 732894 w 839664"/>
                <a:gd name="connsiteY25" fmla="*/ 327293 h 631128"/>
                <a:gd name="connsiteX26" fmla="*/ 704993 w 839664"/>
                <a:gd name="connsiteY26" fmla="*/ 394213 h 631128"/>
                <a:gd name="connsiteX27" fmla="*/ 663487 w 839664"/>
                <a:gd name="connsiteY27" fmla="*/ 454960 h 631128"/>
                <a:gd name="connsiteX28" fmla="*/ 656352 w 839664"/>
                <a:gd name="connsiteY28" fmla="*/ 464697 h 631128"/>
                <a:gd name="connsiteX29" fmla="*/ 636768 w 839664"/>
                <a:gd name="connsiteY29" fmla="*/ 454211 h 631128"/>
                <a:gd name="connsiteX30" fmla="*/ 640073 w 839664"/>
                <a:gd name="connsiteY30" fmla="*/ 406439 h 631128"/>
                <a:gd name="connsiteX31" fmla="*/ 680663 w 839664"/>
                <a:gd name="connsiteY31" fmla="*/ 346755 h 631128"/>
                <a:gd name="connsiteX32" fmla="*/ 685583 w 839664"/>
                <a:gd name="connsiteY32" fmla="*/ 337844 h 631128"/>
                <a:gd name="connsiteX33" fmla="*/ 678733 w 839664"/>
                <a:gd name="connsiteY33" fmla="*/ 319260 h 631128"/>
                <a:gd name="connsiteX34" fmla="*/ 655721 w 839664"/>
                <a:gd name="connsiteY34" fmla="*/ 320545 h 631128"/>
                <a:gd name="connsiteX35" fmla="*/ 636274 w 839664"/>
                <a:gd name="connsiteY35" fmla="*/ 340771 h 631128"/>
                <a:gd name="connsiteX36" fmla="*/ 593697 w 839664"/>
                <a:gd name="connsiteY36" fmla="*/ 389709 h 631128"/>
                <a:gd name="connsiteX37" fmla="*/ 540588 w 839664"/>
                <a:gd name="connsiteY37" fmla="*/ 450343 h 631128"/>
                <a:gd name="connsiteX38" fmla="*/ 532887 w 839664"/>
                <a:gd name="connsiteY38" fmla="*/ 473033 h 631128"/>
                <a:gd name="connsiteX39" fmla="*/ 532722 w 839664"/>
                <a:gd name="connsiteY39" fmla="*/ 515186 h 631128"/>
                <a:gd name="connsiteX40" fmla="*/ 530927 w 839664"/>
                <a:gd name="connsiteY40" fmla="*/ 533615 h 631128"/>
                <a:gd name="connsiteX41" fmla="*/ 486555 w 839664"/>
                <a:gd name="connsiteY41" fmla="*/ 533615 h 631128"/>
                <a:gd name="connsiteX42" fmla="*/ 485441 w 839664"/>
                <a:gd name="connsiteY42" fmla="*/ 522886 h 631128"/>
                <a:gd name="connsiteX43" fmla="*/ 486294 w 839664"/>
                <a:gd name="connsiteY43" fmla="*/ 466724 h 631128"/>
                <a:gd name="connsiteX44" fmla="*/ 488015 w 839664"/>
                <a:gd name="connsiteY44" fmla="*/ 454840 h 631128"/>
                <a:gd name="connsiteX45" fmla="*/ 493894 w 839664"/>
                <a:gd name="connsiteY45" fmla="*/ 433146 h 631128"/>
                <a:gd name="connsiteX46" fmla="*/ 503111 w 839664"/>
                <a:gd name="connsiteY46" fmla="*/ 418554 h 631128"/>
                <a:gd name="connsiteX47" fmla="*/ 517614 w 839664"/>
                <a:gd name="connsiteY47" fmla="*/ 401536 h 631128"/>
                <a:gd name="connsiteX48" fmla="*/ 556409 w 839664"/>
                <a:gd name="connsiteY48" fmla="*/ 359524 h 631128"/>
                <a:gd name="connsiteX49" fmla="*/ 564631 w 839664"/>
                <a:gd name="connsiteY49" fmla="*/ 350498 h 631128"/>
                <a:gd name="connsiteX50" fmla="*/ 587562 w 839664"/>
                <a:gd name="connsiteY50" fmla="*/ 324504 h 631128"/>
                <a:gd name="connsiteX51" fmla="*/ 591158 w 839664"/>
                <a:gd name="connsiteY51" fmla="*/ 320697 h 631128"/>
                <a:gd name="connsiteX52" fmla="*/ 616338 w 839664"/>
                <a:gd name="connsiteY52" fmla="*/ 292273 h 631128"/>
                <a:gd name="connsiteX53" fmla="*/ 686497 w 839664"/>
                <a:gd name="connsiteY53" fmla="*/ 271315 h 631128"/>
                <a:gd name="connsiteX54" fmla="*/ 691260 w 839664"/>
                <a:gd name="connsiteY54" fmla="*/ 271827 h 631128"/>
                <a:gd name="connsiteX55" fmla="*/ 695062 w 839664"/>
                <a:gd name="connsiteY55" fmla="*/ 261305 h 631128"/>
                <a:gd name="connsiteX56" fmla="*/ 706955 w 839664"/>
                <a:gd name="connsiteY56" fmla="*/ 177906 h 631128"/>
                <a:gd name="connsiteX57" fmla="*/ 714986 w 839664"/>
                <a:gd name="connsiteY57" fmla="*/ 136687 h 631128"/>
                <a:gd name="connsiteX58" fmla="*/ 764732 w 839664"/>
                <a:gd name="connsiteY58" fmla="*/ 97005 h 631128"/>
                <a:gd name="connsiteX59" fmla="*/ 65426 w 839664"/>
                <a:gd name="connsiteY59" fmla="*/ 95987 h 631128"/>
                <a:gd name="connsiteX60" fmla="*/ 110439 w 839664"/>
                <a:gd name="connsiteY60" fmla="*/ 115486 h 631128"/>
                <a:gd name="connsiteX61" fmla="*/ 127483 w 839664"/>
                <a:gd name="connsiteY61" fmla="*/ 147432 h 631128"/>
                <a:gd name="connsiteX62" fmla="*/ 137331 w 839664"/>
                <a:gd name="connsiteY62" fmla="*/ 213336 h 631128"/>
                <a:gd name="connsiteX63" fmla="*/ 145837 w 839664"/>
                <a:gd name="connsiteY63" fmla="*/ 271574 h 631128"/>
                <a:gd name="connsiteX64" fmla="*/ 156205 w 839664"/>
                <a:gd name="connsiteY64" fmla="*/ 270285 h 631128"/>
                <a:gd name="connsiteX65" fmla="*/ 218795 w 839664"/>
                <a:gd name="connsiteY65" fmla="*/ 289260 h 631128"/>
                <a:gd name="connsiteX66" fmla="*/ 270184 w 839664"/>
                <a:gd name="connsiteY66" fmla="*/ 346703 h 631128"/>
                <a:gd name="connsiteX67" fmla="*/ 302572 w 839664"/>
                <a:gd name="connsiteY67" fmla="*/ 383489 h 631128"/>
                <a:gd name="connsiteX68" fmla="*/ 336387 w 839664"/>
                <a:gd name="connsiteY68" fmla="*/ 421419 h 631128"/>
                <a:gd name="connsiteX69" fmla="*/ 351736 w 839664"/>
                <a:gd name="connsiteY69" fmla="*/ 459752 h 631128"/>
                <a:gd name="connsiteX70" fmla="*/ 351675 w 839664"/>
                <a:gd name="connsiteY70" fmla="*/ 624828 h 631128"/>
                <a:gd name="connsiteX71" fmla="*/ 350578 w 839664"/>
                <a:gd name="connsiteY71" fmla="*/ 629227 h 631128"/>
                <a:gd name="connsiteX72" fmla="*/ 307040 w 839664"/>
                <a:gd name="connsiteY72" fmla="*/ 630089 h 631128"/>
                <a:gd name="connsiteX73" fmla="*/ 306023 w 839664"/>
                <a:gd name="connsiteY73" fmla="*/ 614161 h 631128"/>
                <a:gd name="connsiteX74" fmla="*/ 306205 w 839664"/>
                <a:gd name="connsiteY74" fmla="*/ 475422 h 631128"/>
                <a:gd name="connsiteX75" fmla="*/ 293220 w 839664"/>
                <a:gd name="connsiteY75" fmla="*/ 446863 h 631128"/>
                <a:gd name="connsiteX76" fmla="*/ 275045 w 839664"/>
                <a:gd name="connsiteY76" fmla="*/ 425753 h 631128"/>
                <a:gd name="connsiteX77" fmla="*/ 269230 w 839664"/>
                <a:gd name="connsiteY77" fmla="*/ 419535 h 631128"/>
                <a:gd name="connsiteX78" fmla="*/ 250373 w 839664"/>
                <a:gd name="connsiteY78" fmla="*/ 396782 h 631128"/>
                <a:gd name="connsiteX79" fmla="*/ 247241 w 839664"/>
                <a:gd name="connsiteY79" fmla="*/ 392615 h 631128"/>
                <a:gd name="connsiteX80" fmla="*/ 217617 w 839664"/>
                <a:gd name="connsiteY80" fmla="*/ 360806 h 631128"/>
                <a:gd name="connsiteX81" fmla="*/ 203706 w 839664"/>
                <a:gd name="connsiteY81" fmla="*/ 343074 h 631128"/>
                <a:gd name="connsiteX82" fmla="*/ 184399 w 839664"/>
                <a:gd name="connsiteY82" fmla="*/ 323093 h 631128"/>
                <a:gd name="connsiteX83" fmla="*/ 167593 w 839664"/>
                <a:gd name="connsiteY83" fmla="*/ 316606 h 631128"/>
                <a:gd name="connsiteX84" fmla="*/ 153781 w 839664"/>
                <a:gd name="connsiteY84" fmla="*/ 330288 h 631128"/>
                <a:gd name="connsiteX85" fmla="*/ 158180 w 839664"/>
                <a:gd name="connsiteY85" fmla="*/ 348593 h 631128"/>
                <a:gd name="connsiteX86" fmla="*/ 182994 w 839664"/>
                <a:gd name="connsiteY86" fmla="*/ 384612 h 631128"/>
                <a:gd name="connsiteX87" fmla="*/ 202552 w 839664"/>
                <a:gd name="connsiteY87" fmla="*/ 413634 h 631128"/>
                <a:gd name="connsiteX88" fmla="*/ 206539 w 839664"/>
                <a:gd name="connsiteY88" fmla="*/ 443978 h 631128"/>
                <a:gd name="connsiteX89" fmla="*/ 184797 w 839664"/>
                <a:gd name="connsiteY89" fmla="*/ 465862 h 631128"/>
                <a:gd name="connsiteX90" fmla="*/ 177208 w 839664"/>
                <a:gd name="connsiteY90" fmla="*/ 459424 h 631128"/>
                <a:gd name="connsiteX91" fmla="*/ 150087 w 839664"/>
                <a:gd name="connsiteY91" fmla="*/ 419663 h 631128"/>
                <a:gd name="connsiteX92" fmla="*/ 118652 w 839664"/>
                <a:gd name="connsiteY92" fmla="*/ 372498 h 631128"/>
                <a:gd name="connsiteX93" fmla="*/ 109635 w 839664"/>
                <a:gd name="connsiteY93" fmla="*/ 346250 h 631128"/>
                <a:gd name="connsiteX94" fmla="*/ 81402 w 839664"/>
                <a:gd name="connsiteY94" fmla="*/ 164216 h 631128"/>
                <a:gd name="connsiteX95" fmla="*/ 68007 w 839664"/>
                <a:gd name="connsiteY95" fmla="*/ 144902 h 631128"/>
                <a:gd name="connsiteX96" fmla="*/ 49435 w 839664"/>
                <a:gd name="connsiteY96" fmla="*/ 152735 h 631128"/>
                <a:gd name="connsiteX97" fmla="*/ 47733 w 839664"/>
                <a:gd name="connsiteY97" fmla="*/ 170077 h 631128"/>
                <a:gd name="connsiteX98" fmla="*/ 47661 w 839664"/>
                <a:gd name="connsiteY98" fmla="*/ 294769 h 631128"/>
                <a:gd name="connsiteX99" fmla="*/ 47541 w 839664"/>
                <a:gd name="connsiteY99" fmla="*/ 366771 h 631128"/>
                <a:gd name="connsiteX100" fmla="*/ 61859 w 839664"/>
                <a:gd name="connsiteY100" fmla="*/ 414033 h 631128"/>
                <a:gd name="connsiteX101" fmla="*/ 145139 w 839664"/>
                <a:gd name="connsiteY101" fmla="*/ 521791 h 631128"/>
                <a:gd name="connsiteX102" fmla="*/ 167278 w 839664"/>
                <a:gd name="connsiteY102" fmla="*/ 584985 h 631128"/>
                <a:gd name="connsiteX103" fmla="*/ 166672 w 839664"/>
                <a:gd name="connsiteY103" fmla="*/ 629477 h 631128"/>
                <a:gd name="connsiteX104" fmla="*/ 122044 w 839664"/>
                <a:gd name="connsiteY104" fmla="*/ 629894 h 631128"/>
                <a:gd name="connsiteX105" fmla="*/ 119192 w 839664"/>
                <a:gd name="connsiteY105" fmla="*/ 570525 h 631128"/>
                <a:gd name="connsiteX106" fmla="*/ 77467 w 839664"/>
                <a:gd name="connsiteY106" fmla="*/ 515491 h 631128"/>
                <a:gd name="connsiteX107" fmla="*/ 36897 w 839664"/>
                <a:gd name="connsiteY107" fmla="*/ 464282 h 631128"/>
                <a:gd name="connsiteX108" fmla="*/ 12289 w 839664"/>
                <a:gd name="connsiteY108" fmla="*/ 431099 h 631128"/>
                <a:gd name="connsiteX109" fmla="*/ 116 w 839664"/>
                <a:gd name="connsiteY109" fmla="*/ 387808 h 631128"/>
                <a:gd name="connsiteX110" fmla="*/ 259 w 839664"/>
                <a:gd name="connsiteY110" fmla="*/ 243800 h 631128"/>
                <a:gd name="connsiteX111" fmla="*/ 33 w 839664"/>
                <a:gd name="connsiteY111" fmla="*/ 164777 h 631128"/>
                <a:gd name="connsiteX112" fmla="*/ 13593 w 839664"/>
                <a:gd name="connsiteY112" fmla="*/ 118320 h 631128"/>
                <a:gd name="connsiteX113" fmla="*/ 20649 w 839664"/>
                <a:gd name="connsiteY113" fmla="*/ 110625 h 631128"/>
                <a:gd name="connsiteX114" fmla="*/ 65426 w 839664"/>
                <a:gd name="connsiteY114" fmla="*/ 95987 h 631128"/>
                <a:gd name="connsiteX115" fmla="*/ 529792 w 839664"/>
                <a:gd name="connsiteY115" fmla="*/ 46982 h 631128"/>
                <a:gd name="connsiteX116" fmla="*/ 493030 w 839664"/>
                <a:gd name="connsiteY116" fmla="*/ 54264 h 631128"/>
                <a:gd name="connsiteX117" fmla="*/ 451359 w 839664"/>
                <a:gd name="connsiteY117" fmla="*/ 85632 h 631128"/>
                <a:gd name="connsiteX118" fmla="*/ 430304 w 839664"/>
                <a:gd name="connsiteY118" fmla="*/ 113650 h 631128"/>
                <a:gd name="connsiteX119" fmla="*/ 419905 w 839664"/>
                <a:gd name="connsiteY119" fmla="*/ 126821 h 631128"/>
                <a:gd name="connsiteX120" fmla="*/ 408612 w 839664"/>
                <a:gd name="connsiteY120" fmla="*/ 112258 h 631128"/>
                <a:gd name="connsiteX121" fmla="*/ 389700 w 839664"/>
                <a:gd name="connsiteY121" fmla="*/ 87003 h 631128"/>
                <a:gd name="connsiteX122" fmla="*/ 332079 w 839664"/>
                <a:gd name="connsiteY122" fmla="*/ 49138 h 631128"/>
                <a:gd name="connsiteX123" fmla="*/ 236315 w 839664"/>
                <a:gd name="connsiteY123" fmla="*/ 113029 h 631128"/>
                <a:gd name="connsiteX124" fmla="*/ 249509 w 839664"/>
                <a:gd name="connsiteY124" fmla="*/ 177085 h 631128"/>
                <a:gd name="connsiteX125" fmla="*/ 282968 w 839664"/>
                <a:gd name="connsiteY125" fmla="*/ 221900 h 631128"/>
                <a:gd name="connsiteX126" fmla="*/ 411986 w 839664"/>
                <a:gd name="connsiteY126" fmla="*/ 350917 h 631128"/>
                <a:gd name="connsiteX127" fmla="*/ 420298 w 839664"/>
                <a:gd name="connsiteY127" fmla="*/ 357793 h 631128"/>
                <a:gd name="connsiteX128" fmla="*/ 433547 w 839664"/>
                <a:gd name="connsiteY128" fmla="*/ 345236 h 631128"/>
                <a:gd name="connsiteX129" fmla="*/ 537736 w 839664"/>
                <a:gd name="connsiteY129" fmla="*/ 241013 h 631128"/>
                <a:gd name="connsiteX130" fmla="*/ 571926 w 839664"/>
                <a:gd name="connsiteY130" fmla="*/ 204787 h 631128"/>
                <a:gd name="connsiteX131" fmla="*/ 593382 w 839664"/>
                <a:gd name="connsiteY131" fmla="*/ 170758 h 631128"/>
                <a:gd name="connsiteX132" fmla="*/ 604855 w 839664"/>
                <a:gd name="connsiteY132" fmla="*/ 121791 h 631128"/>
                <a:gd name="connsiteX133" fmla="*/ 529792 w 839664"/>
                <a:gd name="connsiteY133" fmla="*/ 46982 h 631128"/>
                <a:gd name="connsiteX134" fmla="*/ 324543 w 839664"/>
                <a:gd name="connsiteY134" fmla="*/ 405 h 631128"/>
                <a:gd name="connsiteX135" fmla="*/ 405304 w 839664"/>
                <a:gd name="connsiteY135" fmla="*/ 36239 h 631128"/>
                <a:gd name="connsiteX136" fmla="*/ 419424 w 839664"/>
                <a:gd name="connsiteY136" fmla="*/ 48469 h 631128"/>
                <a:gd name="connsiteX137" fmla="*/ 442227 w 839664"/>
                <a:gd name="connsiteY137" fmla="*/ 27923 h 631128"/>
                <a:gd name="connsiteX138" fmla="*/ 501317 w 839664"/>
                <a:gd name="connsiteY138" fmla="*/ 2353 h 631128"/>
                <a:gd name="connsiteX139" fmla="*/ 595209 w 839664"/>
                <a:gd name="connsiteY139" fmla="*/ 20378 h 631128"/>
                <a:gd name="connsiteX140" fmla="*/ 651242 w 839664"/>
                <a:gd name="connsiteY140" fmla="*/ 120189 h 631128"/>
                <a:gd name="connsiteX141" fmla="*/ 633390 w 839664"/>
                <a:gd name="connsiteY141" fmla="*/ 196098 h 631128"/>
                <a:gd name="connsiteX142" fmla="*/ 596985 w 839664"/>
                <a:gd name="connsiteY142" fmla="*/ 247281 h 631128"/>
                <a:gd name="connsiteX143" fmla="*/ 541710 w 839664"/>
                <a:gd name="connsiteY143" fmla="*/ 302967 h 631128"/>
                <a:gd name="connsiteX144" fmla="*/ 421097 w 839664"/>
                <a:gd name="connsiteY144" fmla="*/ 423584 h 631128"/>
                <a:gd name="connsiteX145" fmla="*/ 412037 w 839664"/>
                <a:gd name="connsiteY145" fmla="*/ 419655 h 631128"/>
                <a:gd name="connsiteX146" fmla="*/ 405709 w 839664"/>
                <a:gd name="connsiteY146" fmla="*/ 413615 h 631128"/>
                <a:gd name="connsiteX147" fmla="*/ 256400 w 839664"/>
                <a:gd name="connsiteY147" fmla="*/ 265083 h 631128"/>
                <a:gd name="connsiteX148" fmla="*/ 210970 w 839664"/>
                <a:gd name="connsiteY148" fmla="*/ 206248 h 631128"/>
                <a:gd name="connsiteX149" fmla="*/ 188667 w 839664"/>
                <a:gd name="connsiteY149" fmla="*/ 115740 h 631128"/>
                <a:gd name="connsiteX150" fmla="*/ 209841 w 839664"/>
                <a:gd name="connsiteY150" fmla="*/ 53585 h 631128"/>
                <a:gd name="connsiteX151" fmla="*/ 220785 w 839664"/>
                <a:gd name="connsiteY151" fmla="*/ 38008 h 631128"/>
                <a:gd name="connsiteX152" fmla="*/ 293611 w 839664"/>
                <a:gd name="connsiteY152" fmla="*/ 1788 h 631128"/>
                <a:gd name="connsiteX153" fmla="*/ 324543 w 839664"/>
                <a:gd name="connsiteY153" fmla="*/ 405 h 631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39664" h="631128">
                  <a:moveTo>
                    <a:pt x="764732" y="97005"/>
                  </a:moveTo>
                  <a:cubicBezTo>
                    <a:pt x="803418" y="91367"/>
                    <a:pt x="833915" y="118407"/>
                    <a:pt x="838246" y="151262"/>
                  </a:cubicBezTo>
                  <a:cubicBezTo>
                    <a:pt x="839009" y="157050"/>
                    <a:pt x="839587" y="162914"/>
                    <a:pt x="839595" y="168744"/>
                  </a:cubicBezTo>
                  <a:cubicBezTo>
                    <a:pt x="839685" y="239590"/>
                    <a:pt x="839633" y="310434"/>
                    <a:pt x="839664" y="381280"/>
                  </a:cubicBezTo>
                  <a:cubicBezTo>
                    <a:pt x="839672" y="398579"/>
                    <a:pt x="836887" y="415200"/>
                    <a:pt x="826790" y="429673"/>
                  </a:cubicBezTo>
                  <a:cubicBezTo>
                    <a:pt x="819774" y="439729"/>
                    <a:pt x="812061" y="449302"/>
                    <a:pt x="804555" y="459011"/>
                  </a:cubicBezTo>
                  <a:cubicBezTo>
                    <a:pt x="782074" y="488087"/>
                    <a:pt x="759539" y="517121"/>
                    <a:pt x="737040" y="546184"/>
                  </a:cubicBezTo>
                  <a:cubicBezTo>
                    <a:pt x="735966" y="547570"/>
                    <a:pt x="735278" y="549348"/>
                    <a:pt x="733993" y="550463"/>
                  </a:cubicBezTo>
                  <a:cubicBezTo>
                    <a:pt x="720262" y="562375"/>
                    <a:pt x="717430" y="577742"/>
                    <a:pt x="718953" y="594936"/>
                  </a:cubicBezTo>
                  <a:cubicBezTo>
                    <a:pt x="719725" y="603647"/>
                    <a:pt x="719189" y="612493"/>
                    <a:pt x="718912" y="621267"/>
                  </a:cubicBezTo>
                  <a:cubicBezTo>
                    <a:pt x="718824" y="624050"/>
                    <a:pt x="717664" y="626799"/>
                    <a:pt x="716854" y="630141"/>
                  </a:cubicBezTo>
                  <a:cubicBezTo>
                    <a:pt x="702522" y="630141"/>
                    <a:pt x="688635" y="630141"/>
                    <a:pt x="675242" y="630141"/>
                  </a:cubicBezTo>
                  <a:cubicBezTo>
                    <a:pt x="674405" y="628983"/>
                    <a:pt x="673784" y="628522"/>
                    <a:pt x="673759" y="628031"/>
                  </a:cubicBezTo>
                  <a:cubicBezTo>
                    <a:pt x="672407" y="601282"/>
                    <a:pt x="669578" y="574593"/>
                    <a:pt x="677940" y="548161"/>
                  </a:cubicBezTo>
                  <a:cubicBezTo>
                    <a:pt x="681025" y="538412"/>
                    <a:pt x="686449" y="530250"/>
                    <a:pt x="691819" y="522326"/>
                  </a:cubicBezTo>
                  <a:cubicBezTo>
                    <a:pt x="700822" y="509042"/>
                    <a:pt x="713146" y="497967"/>
                    <a:pt x="721813" y="484506"/>
                  </a:cubicBezTo>
                  <a:cubicBezTo>
                    <a:pt x="730598" y="470863"/>
                    <a:pt x="741379" y="458905"/>
                    <a:pt x="751006" y="446040"/>
                  </a:cubicBezTo>
                  <a:cubicBezTo>
                    <a:pt x="759956" y="434080"/>
                    <a:pt x="768084" y="421419"/>
                    <a:pt x="778160" y="410268"/>
                  </a:cubicBezTo>
                  <a:cubicBezTo>
                    <a:pt x="786651" y="400872"/>
                    <a:pt x="791140" y="389682"/>
                    <a:pt x="791693" y="376993"/>
                  </a:cubicBezTo>
                  <a:cubicBezTo>
                    <a:pt x="791896" y="372317"/>
                    <a:pt x="792013" y="367635"/>
                    <a:pt x="792015" y="362955"/>
                  </a:cubicBezTo>
                  <a:cubicBezTo>
                    <a:pt x="792036" y="299722"/>
                    <a:pt x="792033" y="236488"/>
                    <a:pt x="792021" y="173254"/>
                  </a:cubicBezTo>
                  <a:cubicBezTo>
                    <a:pt x="792020" y="169158"/>
                    <a:pt x="792191" y="165031"/>
                    <a:pt x="791774" y="160971"/>
                  </a:cubicBezTo>
                  <a:cubicBezTo>
                    <a:pt x="790675" y="150281"/>
                    <a:pt x="784678" y="144230"/>
                    <a:pt x="775219" y="143858"/>
                  </a:cubicBezTo>
                  <a:cubicBezTo>
                    <a:pt x="767136" y="143538"/>
                    <a:pt x="760883" y="149098"/>
                    <a:pt x="759131" y="159193"/>
                  </a:cubicBezTo>
                  <a:cubicBezTo>
                    <a:pt x="755532" y="179932"/>
                    <a:pt x="752248" y="200727"/>
                    <a:pt x="748972" y="221520"/>
                  </a:cubicBezTo>
                  <a:cubicBezTo>
                    <a:pt x="743419" y="256754"/>
                    <a:pt x="736742" y="291871"/>
                    <a:pt x="732894" y="327293"/>
                  </a:cubicBezTo>
                  <a:cubicBezTo>
                    <a:pt x="730113" y="352880"/>
                    <a:pt x="719596" y="373979"/>
                    <a:pt x="704993" y="394213"/>
                  </a:cubicBezTo>
                  <a:cubicBezTo>
                    <a:pt x="690646" y="414092"/>
                    <a:pt x="677310" y="434700"/>
                    <a:pt x="663487" y="454960"/>
                  </a:cubicBezTo>
                  <a:cubicBezTo>
                    <a:pt x="661203" y="458308"/>
                    <a:pt x="658700" y="461505"/>
                    <a:pt x="656352" y="464697"/>
                  </a:cubicBezTo>
                  <a:cubicBezTo>
                    <a:pt x="646506" y="466684"/>
                    <a:pt x="640770" y="462884"/>
                    <a:pt x="636768" y="454211"/>
                  </a:cubicBezTo>
                  <a:cubicBezTo>
                    <a:pt x="629060" y="437507"/>
                    <a:pt x="629245" y="421887"/>
                    <a:pt x="640073" y="406439"/>
                  </a:cubicBezTo>
                  <a:cubicBezTo>
                    <a:pt x="653883" y="386740"/>
                    <a:pt x="667203" y="366698"/>
                    <a:pt x="680663" y="346755"/>
                  </a:cubicBezTo>
                  <a:cubicBezTo>
                    <a:pt x="682567" y="343935"/>
                    <a:pt x="684948" y="341020"/>
                    <a:pt x="685583" y="337844"/>
                  </a:cubicBezTo>
                  <a:cubicBezTo>
                    <a:pt x="687047" y="330520"/>
                    <a:pt x="685302" y="323777"/>
                    <a:pt x="678733" y="319260"/>
                  </a:cubicBezTo>
                  <a:cubicBezTo>
                    <a:pt x="672466" y="314950"/>
                    <a:pt x="661711" y="315142"/>
                    <a:pt x="655721" y="320545"/>
                  </a:cubicBezTo>
                  <a:cubicBezTo>
                    <a:pt x="648793" y="326796"/>
                    <a:pt x="642465" y="333764"/>
                    <a:pt x="636274" y="340771"/>
                  </a:cubicBezTo>
                  <a:cubicBezTo>
                    <a:pt x="621957" y="356974"/>
                    <a:pt x="607913" y="373417"/>
                    <a:pt x="593697" y="389709"/>
                  </a:cubicBezTo>
                  <a:cubicBezTo>
                    <a:pt x="576031" y="409953"/>
                    <a:pt x="558329" y="430166"/>
                    <a:pt x="540588" y="450343"/>
                  </a:cubicBezTo>
                  <a:cubicBezTo>
                    <a:pt x="534847" y="456874"/>
                    <a:pt x="532920" y="464630"/>
                    <a:pt x="532887" y="473033"/>
                  </a:cubicBezTo>
                  <a:cubicBezTo>
                    <a:pt x="532832" y="487086"/>
                    <a:pt x="533190" y="501149"/>
                    <a:pt x="532722" y="515186"/>
                  </a:cubicBezTo>
                  <a:lnTo>
                    <a:pt x="530927" y="533615"/>
                  </a:lnTo>
                  <a:lnTo>
                    <a:pt x="486555" y="533615"/>
                  </a:lnTo>
                  <a:lnTo>
                    <a:pt x="485441" y="522886"/>
                  </a:lnTo>
                  <a:cubicBezTo>
                    <a:pt x="485529" y="504165"/>
                    <a:pt x="485870" y="485442"/>
                    <a:pt x="486294" y="466724"/>
                  </a:cubicBezTo>
                  <a:cubicBezTo>
                    <a:pt x="486374" y="463251"/>
                    <a:pt x="487286" y="459796"/>
                    <a:pt x="488015" y="454840"/>
                  </a:cubicBezTo>
                  <a:cubicBezTo>
                    <a:pt x="490046" y="446588"/>
                    <a:pt x="491277" y="439585"/>
                    <a:pt x="493894" y="433146"/>
                  </a:cubicBezTo>
                  <a:cubicBezTo>
                    <a:pt x="496043" y="427859"/>
                    <a:pt x="498988" y="422308"/>
                    <a:pt x="503111" y="418554"/>
                  </a:cubicBezTo>
                  <a:cubicBezTo>
                    <a:pt x="508798" y="413373"/>
                    <a:pt x="512405" y="406420"/>
                    <a:pt x="517614" y="401536"/>
                  </a:cubicBezTo>
                  <a:cubicBezTo>
                    <a:pt x="531602" y="388421"/>
                    <a:pt x="541782" y="371937"/>
                    <a:pt x="556409" y="359524"/>
                  </a:cubicBezTo>
                  <a:cubicBezTo>
                    <a:pt x="559502" y="356898"/>
                    <a:pt x="562790" y="353991"/>
                    <a:pt x="564631" y="350498"/>
                  </a:cubicBezTo>
                  <a:cubicBezTo>
                    <a:pt x="570215" y="339909"/>
                    <a:pt x="578540" y="331954"/>
                    <a:pt x="587562" y="324504"/>
                  </a:cubicBezTo>
                  <a:cubicBezTo>
                    <a:pt x="588908" y="323394"/>
                    <a:pt x="590508" y="322207"/>
                    <a:pt x="591158" y="320697"/>
                  </a:cubicBezTo>
                  <a:cubicBezTo>
                    <a:pt x="596439" y="308428"/>
                    <a:pt x="607627" y="301455"/>
                    <a:pt x="616338" y="292273"/>
                  </a:cubicBezTo>
                  <a:cubicBezTo>
                    <a:pt x="635705" y="271862"/>
                    <a:pt x="658934" y="264342"/>
                    <a:pt x="686497" y="271315"/>
                  </a:cubicBezTo>
                  <a:cubicBezTo>
                    <a:pt x="687618" y="271599"/>
                    <a:pt x="688816" y="271575"/>
                    <a:pt x="691260" y="271827"/>
                  </a:cubicBezTo>
                  <a:cubicBezTo>
                    <a:pt x="692490" y="268522"/>
                    <a:pt x="694513" y="265022"/>
                    <a:pt x="695062" y="261305"/>
                  </a:cubicBezTo>
                  <a:cubicBezTo>
                    <a:pt x="699159" y="233525"/>
                    <a:pt x="702742" y="205668"/>
                    <a:pt x="706955" y="177906"/>
                  </a:cubicBezTo>
                  <a:cubicBezTo>
                    <a:pt x="709056" y="164071"/>
                    <a:pt x="711211" y="150122"/>
                    <a:pt x="714986" y="136687"/>
                  </a:cubicBezTo>
                  <a:cubicBezTo>
                    <a:pt x="721936" y="111952"/>
                    <a:pt x="740754" y="100498"/>
                    <a:pt x="764732" y="97005"/>
                  </a:cubicBezTo>
                  <a:close/>
                  <a:moveTo>
                    <a:pt x="65426" y="95987"/>
                  </a:moveTo>
                  <a:cubicBezTo>
                    <a:pt x="80476" y="95959"/>
                    <a:pt x="95565" y="101621"/>
                    <a:pt x="110439" y="115486"/>
                  </a:cubicBezTo>
                  <a:cubicBezTo>
                    <a:pt x="119370" y="123812"/>
                    <a:pt x="125635" y="134682"/>
                    <a:pt x="127483" y="147432"/>
                  </a:cubicBezTo>
                  <a:cubicBezTo>
                    <a:pt x="130668" y="169413"/>
                    <a:pt x="134073" y="191364"/>
                    <a:pt x="137331" y="213336"/>
                  </a:cubicBezTo>
                  <a:cubicBezTo>
                    <a:pt x="140152" y="232369"/>
                    <a:pt x="142896" y="251414"/>
                    <a:pt x="145837" y="271574"/>
                  </a:cubicBezTo>
                  <a:cubicBezTo>
                    <a:pt x="149778" y="271095"/>
                    <a:pt x="153026" y="270875"/>
                    <a:pt x="156205" y="270285"/>
                  </a:cubicBezTo>
                  <a:cubicBezTo>
                    <a:pt x="180363" y="265800"/>
                    <a:pt x="201807" y="271219"/>
                    <a:pt x="218795" y="289260"/>
                  </a:cubicBezTo>
                  <a:cubicBezTo>
                    <a:pt x="236402" y="307958"/>
                    <a:pt x="253129" y="327487"/>
                    <a:pt x="270184" y="346703"/>
                  </a:cubicBezTo>
                  <a:cubicBezTo>
                    <a:pt x="281029" y="358921"/>
                    <a:pt x="291733" y="371265"/>
                    <a:pt x="302572" y="383489"/>
                  </a:cubicBezTo>
                  <a:cubicBezTo>
                    <a:pt x="313810" y="396163"/>
                    <a:pt x="325240" y="408667"/>
                    <a:pt x="336387" y="421419"/>
                  </a:cubicBezTo>
                  <a:cubicBezTo>
                    <a:pt x="345948" y="432356"/>
                    <a:pt x="351667" y="445251"/>
                    <a:pt x="351736" y="459752"/>
                  </a:cubicBezTo>
                  <a:cubicBezTo>
                    <a:pt x="351996" y="514776"/>
                    <a:pt x="351766" y="569802"/>
                    <a:pt x="351675" y="624828"/>
                  </a:cubicBezTo>
                  <a:cubicBezTo>
                    <a:pt x="351673" y="625939"/>
                    <a:pt x="351139" y="627050"/>
                    <a:pt x="350578" y="629227"/>
                  </a:cubicBezTo>
                  <a:cubicBezTo>
                    <a:pt x="336730" y="632449"/>
                    <a:pt x="322463" y="630746"/>
                    <a:pt x="307040" y="630089"/>
                  </a:cubicBezTo>
                  <a:cubicBezTo>
                    <a:pt x="306656" y="624318"/>
                    <a:pt x="306032" y="619240"/>
                    <a:pt x="306023" y="614161"/>
                  </a:cubicBezTo>
                  <a:cubicBezTo>
                    <a:pt x="305947" y="567913"/>
                    <a:pt x="305638" y="521662"/>
                    <a:pt x="306205" y="475422"/>
                  </a:cubicBezTo>
                  <a:cubicBezTo>
                    <a:pt x="306355" y="463225"/>
                    <a:pt x="301702" y="454805"/>
                    <a:pt x="293220" y="446863"/>
                  </a:cubicBezTo>
                  <a:cubicBezTo>
                    <a:pt x="286482" y="440554"/>
                    <a:pt x="281090" y="432812"/>
                    <a:pt x="275045" y="425753"/>
                  </a:cubicBezTo>
                  <a:cubicBezTo>
                    <a:pt x="273201" y="423600"/>
                    <a:pt x="271157" y="421619"/>
                    <a:pt x="269230" y="419535"/>
                  </a:cubicBezTo>
                  <a:cubicBezTo>
                    <a:pt x="262536" y="412294"/>
                    <a:pt x="254565" y="406126"/>
                    <a:pt x="250373" y="396782"/>
                  </a:cubicBezTo>
                  <a:cubicBezTo>
                    <a:pt x="249674" y="395223"/>
                    <a:pt x="248611" y="393537"/>
                    <a:pt x="247241" y="392615"/>
                  </a:cubicBezTo>
                  <a:cubicBezTo>
                    <a:pt x="234901" y="384301"/>
                    <a:pt x="227747" y="371173"/>
                    <a:pt x="217617" y="360806"/>
                  </a:cubicBezTo>
                  <a:cubicBezTo>
                    <a:pt x="212399" y="355465"/>
                    <a:pt x="208711" y="348657"/>
                    <a:pt x="203706" y="343074"/>
                  </a:cubicBezTo>
                  <a:cubicBezTo>
                    <a:pt x="197519" y="336174"/>
                    <a:pt x="189785" y="330511"/>
                    <a:pt x="184399" y="323093"/>
                  </a:cubicBezTo>
                  <a:cubicBezTo>
                    <a:pt x="179700" y="316622"/>
                    <a:pt x="173963" y="316120"/>
                    <a:pt x="167593" y="316606"/>
                  </a:cubicBezTo>
                  <a:cubicBezTo>
                    <a:pt x="160079" y="317180"/>
                    <a:pt x="154673" y="322830"/>
                    <a:pt x="153781" y="330288"/>
                  </a:cubicBezTo>
                  <a:cubicBezTo>
                    <a:pt x="152994" y="336872"/>
                    <a:pt x="154229" y="342988"/>
                    <a:pt x="158180" y="348593"/>
                  </a:cubicBezTo>
                  <a:cubicBezTo>
                    <a:pt x="166579" y="360509"/>
                    <a:pt x="174779" y="372568"/>
                    <a:pt x="182994" y="384612"/>
                  </a:cubicBezTo>
                  <a:cubicBezTo>
                    <a:pt x="189567" y="394249"/>
                    <a:pt x="196087" y="403924"/>
                    <a:pt x="202552" y="413634"/>
                  </a:cubicBezTo>
                  <a:cubicBezTo>
                    <a:pt x="208833" y="423070"/>
                    <a:pt x="209414" y="433422"/>
                    <a:pt x="206539" y="443978"/>
                  </a:cubicBezTo>
                  <a:cubicBezTo>
                    <a:pt x="203899" y="453675"/>
                    <a:pt x="197467" y="459870"/>
                    <a:pt x="184797" y="465862"/>
                  </a:cubicBezTo>
                  <a:cubicBezTo>
                    <a:pt x="182383" y="463867"/>
                    <a:pt x="179113" y="462126"/>
                    <a:pt x="177208" y="459424"/>
                  </a:cubicBezTo>
                  <a:cubicBezTo>
                    <a:pt x="167966" y="446312"/>
                    <a:pt x="159075" y="432952"/>
                    <a:pt x="150087" y="419663"/>
                  </a:cubicBezTo>
                  <a:cubicBezTo>
                    <a:pt x="139499" y="404007"/>
                    <a:pt x="128280" y="388725"/>
                    <a:pt x="118652" y="372498"/>
                  </a:cubicBezTo>
                  <a:cubicBezTo>
                    <a:pt x="114017" y="364686"/>
                    <a:pt x="111103" y="355290"/>
                    <a:pt x="109635" y="346250"/>
                  </a:cubicBezTo>
                  <a:cubicBezTo>
                    <a:pt x="99796" y="285640"/>
                    <a:pt x="90283" y="224973"/>
                    <a:pt x="81402" y="164216"/>
                  </a:cubicBezTo>
                  <a:cubicBezTo>
                    <a:pt x="80012" y="154706"/>
                    <a:pt x="74162" y="149899"/>
                    <a:pt x="68007" y="144902"/>
                  </a:cubicBezTo>
                  <a:cubicBezTo>
                    <a:pt x="62916" y="140769"/>
                    <a:pt x="51252" y="145672"/>
                    <a:pt x="49435" y="152735"/>
                  </a:cubicBezTo>
                  <a:cubicBezTo>
                    <a:pt x="48004" y="158300"/>
                    <a:pt x="47752" y="164279"/>
                    <a:pt x="47733" y="170077"/>
                  </a:cubicBezTo>
                  <a:cubicBezTo>
                    <a:pt x="47601" y="211641"/>
                    <a:pt x="47662" y="253205"/>
                    <a:pt x="47661" y="294769"/>
                  </a:cubicBezTo>
                  <a:cubicBezTo>
                    <a:pt x="47661" y="318771"/>
                    <a:pt x="48021" y="342779"/>
                    <a:pt x="47541" y="366771"/>
                  </a:cubicBezTo>
                  <a:cubicBezTo>
                    <a:pt x="47201" y="383771"/>
                    <a:pt x="51059" y="399213"/>
                    <a:pt x="61859" y="414033"/>
                  </a:cubicBezTo>
                  <a:cubicBezTo>
                    <a:pt x="90164" y="450625"/>
                    <a:pt x="117378" y="486423"/>
                    <a:pt x="145139" y="521791"/>
                  </a:cubicBezTo>
                  <a:cubicBezTo>
                    <a:pt x="159821" y="540496"/>
                    <a:pt x="167639" y="561198"/>
                    <a:pt x="167278" y="584985"/>
                  </a:cubicBezTo>
                  <a:cubicBezTo>
                    <a:pt x="167058" y="599530"/>
                    <a:pt x="167732" y="614104"/>
                    <a:pt x="166672" y="629477"/>
                  </a:cubicBezTo>
                  <a:cubicBezTo>
                    <a:pt x="151495" y="631879"/>
                    <a:pt x="137217" y="631113"/>
                    <a:pt x="122044" y="629894"/>
                  </a:cubicBezTo>
                  <a:cubicBezTo>
                    <a:pt x="117183" y="609894"/>
                    <a:pt x="121523" y="589875"/>
                    <a:pt x="119192" y="570525"/>
                  </a:cubicBezTo>
                  <a:cubicBezTo>
                    <a:pt x="105406" y="551873"/>
                    <a:pt x="90776" y="534216"/>
                    <a:pt x="77467" y="515491"/>
                  </a:cubicBezTo>
                  <a:cubicBezTo>
                    <a:pt x="64869" y="497765"/>
                    <a:pt x="50344" y="481417"/>
                    <a:pt x="36897" y="464282"/>
                  </a:cubicBezTo>
                  <a:cubicBezTo>
                    <a:pt x="28390" y="453444"/>
                    <a:pt x="19332" y="442858"/>
                    <a:pt x="12289" y="431099"/>
                  </a:cubicBezTo>
                  <a:cubicBezTo>
                    <a:pt x="4471" y="418045"/>
                    <a:pt x="-19" y="403653"/>
                    <a:pt x="116" y="387808"/>
                  </a:cubicBezTo>
                  <a:cubicBezTo>
                    <a:pt x="527" y="339808"/>
                    <a:pt x="261" y="291803"/>
                    <a:pt x="259" y="243800"/>
                  </a:cubicBezTo>
                  <a:cubicBezTo>
                    <a:pt x="258" y="217457"/>
                    <a:pt x="896" y="191092"/>
                    <a:pt x="33" y="164777"/>
                  </a:cubicBezTo>
                  <a:cubicBezTo>
                    <a:pt x="-533" y="147483"/>
                    <a:pt x="6119" y="132891"/>
                    <a:pt x="13593" y="118320"/>
                  </a:cubicBezTo>
                  <a:cubicBezTo>
                    <a:pt x="15136" y="115315"/>
                    <a:pt x="17771" y="112364"/>
                    <a:pt x="20649" y="110625"/>
                  </a:cubicBezTo>
                  <a:cubicBezTo>
                    <a:pt x="35367" y="101733"/>
                    <a:pt x="50377" y="96015"/>
                    <a:pt x="65426" y="95987"/>
                  </a:cubicBezTo>
                  <a:close/>
                  <a:moveTo>
                    <a:pt x="529792" y="46982"/>
                  </a:moveTo>
                  <a:cubicBezTo>
                    <a:pt x="517493" y="46570"/>
                    <a:pt x="504898" y="48946"/>
                    <a:pt x="493030" y="54264"/>
                  </a:cubicBezTo>
                  <a:cubicBezTo>
                    <a:pt x="476741" y="61564"/>
                    <a:pt x="462724" y="71964"/>
                    <a:pt x="451359" y="85632"/>
                  </a:cubicBezTo>
                  <a:cubicBezTo>
                    <a:pt x="443899" y="94605"/>
                    <a:pt x="437337" y="104319"/>
                    <a:pt x="430304" y="113650"/>
                  </a:cubicBezTo>
                  <a:cubicBezTo>
                    <a:pt x="427249" y="117702"/>
                    <a:pt x="424020" y="121622"/>
                    <a:pt x="419905" y="126821"/>
                  </a:cubicBezTo>
                  <a:cubicBezTo>
                    <a:pt x="415552" y="121217"/>
                    <a:pt x="412014" y="116788"/>
                    <a:pt x="408612" y="112258"/>
                  </a:cubicBezTo>
                  <a:cubicBezTo>
                    <a:pt x="402295" y="103847"/>
                    <a:pt x="396476" y="95022"/>
                    <a:pt x="389700" y="87003"/>
                  </a:cubicBezTo>
                  <a:cubicBezTo>
                    <a:pt x="374283" y="68754"/>
                    <a:pt x="355749" y="54622"/>
                    <a:pt x="332079" y="49138"/>
                  </a:cubicBezTo>
                  <a:cubicBezTo>
                    <a:pt x="283246" y="37825"/>
                    <a:pt x="241953" y="71185"/>
                    <a:pt x="236315" y="113029"/>
                  </a:cubicBezTo>
                  <a:cubicBezTo>
                    <a:pt x="233197" y="136169"/>
                    <a:pt x="239064" y="157059"/>
                    <a:pt x="249509" y="177085"/>
                  </a:cubicBezTo>
                  <a:cubicBezTo>
                    <a:pt x="258219" y="193783"/>
                    <a:pt x="269694" y="208581"/>
                    <a:pt x="282968" y="221900"/>
                  </a:cubicBezTo>
                  <a:cubicBezTo>
                    <a:pt x="325903" y="264977"/>
                    <a:pt x="368940" y="307951"/>
                    <a:pt x="411986" y="350917"/>
                  </a:cubicBezTo>
                  <a:cubicBezTo>
                    <a:pt x="414354" y="353282"/>
                    <a:pt x="417153" y="355212"/>
                    <a:pt x="420298" y="357793"/>
                  </a:cubicBezTo>
                  <a:cubicBezTo>
                    <a:pt x="425193" y="353164"/>
                    <a:pt x="429474" y="349304"/>
                    <a:pt x="433547" y="345236"/>
                  </a:cubicBezTo>
                  <a:cubicBezTo>
                    <a:pt x="468310" y="310528"/>
                    <a:pt x="503095" y="275842"/>
                    <a:pt x="537736" y="241013"/>
                  </a:cubicBezTo>
                  <a:cubicBezTo>
                    <a:pt x="548860" y="229827"/>
                    <a:pt x="559572" y="218231"/>
                    <a:pt x="571926" y="204787"/>
                  </a:cubicBezTo>
                  <a:cubicBezTo>
                    <a:pt x="579139" y="193476"/>
                    <a:pt x="587083" y="182556"/>
                    <a:pt x="593382" y="170758"/>
                  </a:cubicBezTo>
                  <a:cubicBezTo>
                    <a:pt x="601466" y="155615"/>
                    <a:pt x="606271" y="138782"/>
                    <a:pt x="604855" y="121791"/>
                  </a:cubicBezTo>
                  <a:cubicBezTo>
                    <a:pt x="600919" y="74547"/>
                    <a:pt x="566689" y="48219"/>
                    <a:pt x="529792" y="46982"/>
                  </a:cubicBezTo>
                  <a:close/>
                  <a:moveTo>
                    <a:pt x="324543" y="405"/>
                  </a:moveTo>
                  <a:cubicBezTo>
                    <a:pt x="354382" y="2729"/>
                    <a:pt x="381031" y="15802"/>
                    <a:pt x="405304" y="36239"/>
                  </a:cubicBezTo>
                  <a:cubicBezTo>
                    <a:pt x="409744" y="39977"/>
                    <a:pt x="414082" y="43836"/>
                    <a:pt x="419424" y="48469"/>
                  </a:cubicBezTo>
                  <a:cubicBezTo>
                    <a:pt x="426403" y="40464"/>
                    <a:pt x="436685" y="37070"/>
                    <a:pt x="442227" y="27923"/>
                  </a:cubicBezTo>
                  <a:cubicBezTo>
                    <a:pt x="461121" y="17539"/>
                    <a:pt x="479617" y="6109"/>
                    <a:pt x="501317" y="2353"/>
                  </a:cubicBezTo>
                  <a:cubicBezTo>
                    <a:pt x="534828" y="-3448"/>
                    <a:pt x="566796" y="1080"/>
                    <a:pt x="595209" y="20378"/>
                  </a:cubicBezTo>
                  <a:cubicBezTo>
                    <a:pt x="630197" y="44143"/>
                    <a:pt x="649459" y="77395"/>
                    <a:pt x="651242" y="120189"/>
                  </a:cubicBezTo>
                  <a:cubicBezTo>
                    <a:pt x="652366" y="147189"/>
                    <a:pt x="645994" y="172413"/>
                    <a:pt x="633390" y="196098"/>
                  </a:cubicBezTo>
                  <a:cubicBezTo>
                    <a:pt x="623488" y="214707"/>
                    <a:pt x="611996" y="232250"/>
                    <a:pt x="596985" y="247281"/>
                  </a:cubicBezTo>
                  <a:cubicBezTo>
                    <a:pt x="578796" y="265494"/>
                    <a:pt x="560716" y="283815"/>
                    <a:pt x="541710" y="302967"/>
                  </a:cubicBezTo>
                  <a:cubicBezTo>
                    <a:pt x="501131" y="343547"/>
                    <a:pt x="461429" y="383250"/>
                    <a:pt x="421097" y="423584"/>
                  </a:cubicBezTo>
                  <a:cubicBezTo>
                    <a:pt x="418014" y="422294"/>
                    <a:pt x="414762" y="421388"/>
                    <a:pt x="412037" y="419655"/>
                  </a:cubicBezTo>
                  <a:cubicBezTo>
                    <a:pt x="409622" y="418120"/>
                    <a:pt x="407781" y="415678"/>
                    <a:pt x="405709" y="413615"/>
                  </a:cubicBezTo>
                  <a:cubicBezTo>
                    <a:pt x="355956" y="364087"/>
                    <a:pt x="306311" y="314451"/>
                    <a:pt x="256400" y="265083"/>
                  </a:cubicBezTo>
                  <a:cubicBezTo>
                    <a:pt x="238585" y="247461"/>
                    <a:pt x="223345" y="227675"/>
                    <a:pt x="210970" y="206248"/>
                  </a:cubicBezTo>
                  <a:cubicBezTo>
                    <a:pt x="195000" y="178597"/>
                    <a:pt x="186351" y="148179"/>
                    <a:pt x="188667" y="115740"/>
                  </a:cubicBezTo>
                  <a:cubicBezTo>
                    <a:pt x="190269" y="93317"/>
                    <a:pt x="197269" y="72414"/>
                    <a:pt x="209841" y="53585"/>
                  </a:cubicBezTo>
                  <a:cubicBezTo>
                    <a:pt x="213367" y="48305"/>
                    <a:pt x="216606" y="42731"/>
                    <a:pt x="220785" y="38008"/>
                  </a:cubicBezTo>
                  <a:cubicBezTo>
                    <a:pt x="240122" y="16158"/>
                    <a:pt x="265768" y="6318"/>
                    <a:pt x="293611" y="1788"/>
                  </a:cubicBezTo>
                  <a:cubicBezTo>
                    <a:pt x="304296" y="49"/>
                    <a:pt x="314597" y="-370"/>
                    <a:pt x="324543" y="40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674" name="Rectangle 2673">
              <a:extLst>
                <a:ext uri="{FF2B5EF4-FFF2-40B4-BE49-F238E27FC236}">
                  <a16:creationId xmlns:a16="http://schemas.microsoft.com/office/drawing/2014/main" id="{799DB4C6-B45F-BB18-FA92-41053B25A619}"/>
                </a:ext>
                <a:ext uri="{C183D7F6-B498-43B3-948B-1728B52AA6E4}">
                  <adec:decorative xmlns:adec="http://schemas.microsoft.com/office/drawing/2017/decorative" val="1"/>
                </a:ext>
              </a:extLst>
            </p:cNvPr>
            <p:cNvSpPr/>
            <p:nvPr/>
          </p:nvSpPr>
          <p:spPr>
            <a:xfrm>
              <a:off x="9330850" y="5457863"/>
              <a:ext cx="48148" cy="48149"/>
            </a:xfrm>
            <a:prstGeom prst="rect">
              <a:avLst/>
            </a:prstGeom>
            <a:solidFill>
              <a:schemeClr val="accent1"/>
            </a:solidFill>
            <a:ln w="1155" cap="flat">
              <a:noFill/>
              <a:prstDash val="solid"/>
              <a:miter/>
            </a:ln>
          </p:spPr>
          <p:txBody>
            <a:bodyPr rtlCol="0" anchor="ctr"/>
            <a:lstStyle/>
            <a:p>
              <a:endParaRPr lang="en-US" dirty="0"/>
            </a:p>
          </p:txBody>
        </p:sp>
      </p:grpSp>
      <p:grpSp>
        <p:nvGrpSpPr>
          <p:cNvPr id="113" name="Group 112">
            <a:extLst>
              <a:ext uri="{FF2B5EF4-FFF2-40B4-BE49-F238E27FC236}">
                <a16:creationId xmlns:a16="http://schemas.microsoft.com/office/drawing/2014/main" id="{8E391A50-1728-CD38-A665-A585A3A6AAEB}"/>
              </a:ext>
              <a:ext uri="{C183D7F6-B498-43B3-948B-1728B52AA6E4}">
                <adec:decorative xmlns:adec="http://schemas.microsoft.com/office/drawing/2017/decorative" val="1"/>
              </a:ext>
            </a:extLst>
          </p:cNvPr>
          <p:cNvGrpSpPr>
            <a:grpSpLocks noChangeAspect="1"/>
          </p:cNvGrpSpPr>
          <p:nvPr/>
        </p:nvGrpSpPr>
        <p:grpSpPr>
          <a:xfrm>
            <a:off x="5159538" y="5049527"/>
            <a:ext cx="456834" cy="457200"/>
            <a:chOff x="4906019" y="5049527"/>
            <a:chExt cx="456834" cy="457200"/>
          </a:xfrm>
          <a:solidFill>
            <a:srgbClr val="FF0000"/>
          </a:solidFill>
        </p:grpSpPr>
        <p:sp>
          <p:nvSpPr>
            <p:cNvPr id="2676" name="Freeform: Shape 2675">
              <a:extLst>
                <a:ext uri="{FF2B5EF4-FFF2-40B4-BE49-F238E27FC236}">
                  <a16:creationId xmlns:a16="http://schemas.microsoft.com/office/drawing/2014/main" id="{8388F92D-3115-20AF-2A42-822B3B6A04A4}"/>
                </a:ext>
                <a:ext uri="{C183D7F6-B498-43B3-948B-1728B52AA6E4}">
                  <adec:decorative xmlns:adec="http://schemas.microsoft.com/office/drawing/2017/decorative" val="1"/>
                </a:ext>
              </a:extLst>
            </p:cNvPr>
            <p:cNvSpPr/>
            <p:nvPr/>
          </p:nvSpPr>
          <p:spPr>
            <a:xfrm>
              <a:off x="4906019" y="5049527"/>
              <a:ext cx="456834" cy="457200"/>
            </a:xfrm>
            <a:custGeom>
              <a:avLst/>
              <a:gdLst>
                <a:gd name="connsiteX0" fmla="*/ 116364 w 838845"/>
                <a:gd name="connsiteY0" fmla="*/ 479562 h 839517"/>
                <a:gd name="connsiteX1" fmla="*/ 95747 w 838845"/>
                <a:gd name="connsiteY1" fmla="*/ 493463 h 839517"/>
                <a:gd name="connsiteX2" fmla="*/ 78682 w 838845"/>
                <a:gd name="connsiteY2" fmla="*/ 518773 h 839517"/>
                <a:gd name="connsiteX3" fmla="*/ 320744 w 838845"/>
                <a:gd name="connsiteY3" fmla="*/ 760835 h 839517"/>
                <a:gd name="connsiteX4" fmla="*/ 346055 w 838845"/>
                <a:gd name="connsiteY4" fmla="*/ 743770 h 839517"/>
                <a:gd name="connsiteX5" fmla="*/ 359955 w 838845"/>
                <a:gd name="connsiteY5" fmla="*/ 723153 h 839517"/>
                <a:gd name="connsiteX6" fmla="*/ 215123 w 838845"/>
                <a:gd name="connsiteY6" fmla="*/ 442789 h 839517"/>
                <a:gd name="connsiteX7" fmla="*/ 152007 w 838845"/>
                <a:gd name="connsiteY7" fmla="*/ 455531 h 839517"/>
                <a:gd name="connsiteX8" fmla="*/ 151385 w 838845"/>
                <a:gd name="connsiteY8" fmla="*/ 455951 h 839517"/>
                <a:gd name="connsiteX9" fmla="*/ 383567 w 838845"/>
                <a:gd name="connsiteY9" fmla="*/ 688133 h 839517"/>
                <a:gd name="connsiteX10" fmla="*/ 383986 w 838845"/>
                <a:gd name="connsiteY10" fmla="*/ 687511 h 839517"/>
                <a:gd name="connsiteX11" fmla="*/ 396728 w 838845"/>
                <a:gd name="connsiteY11" fmla="*/ 624395 h 839517"/>
                <a:gd name="connsiteX12" fmla="*/ 285330 w 838845"/>
                <a:gd name="connsiteY12" fmla="*/ 397715 h 839517"/>
                <a:gd name="connsiteX13" fmla="*/ 357350 w 838845"/>
                <a:gd name="connsiteY13" fmla="*/ 397715 h 839517"/>
                <a:gd name="connsiteX14" fmla="*/ 357350 w 838845"/>
                <a:gd name="connsiteY14" fmla="*/ 441622 h 839517"/>
                <a:gd name="connsiteX15" fmla="*/ 287054 w 838845"/>
                <a:gd name="connsiteY15" fmla="*/ 441622 h 839517"/>
                <a:gd name="connsiteX16" fmla="*/ 272588 w 838845"/>
                <a:gd name="connsiteY16" fmla="*/ 441622 h 839517"/>
                <a:gd name="connsiteX17" fmla="*/ 397895 w 838845"/>
                <a:gd name="connsiteY17" fmla="*/ 566929 h 839517"/>
                <a:gd name="connsiteX18" fmla="*/ 397895 w 838845"/>
                <a:gd name="connsiteY18" fmla="*/ 553850 h 839517"/>
                <a:gd name="connsiteX19" fmla="*/ 397895 w 838845"/>
                <a:gd name="connsiteY19" fmla="*/ 552126 h 839517"/>
                <a:gd name="connsiteX20" fmla="*/ 397895 w 838845"/>
                <a:gd name="connsiteY20" fmla="*/ 481833 h 839517"/>
                <a:gd name="connsiteX21" fmla="*/ 441801 w 838845"/>
                <a:gd name="connsiteY21" fmla="*/ 481833 h 839517"/>
                <a:gd name="connsiteX22" fmla="*/ 441801 w 838845"/>
                <a:gd name="connsiteY22" fmla="*/ 552126 h 839517"/>
                <a:gd name="connsiteX23" fmla="*/ 441801 w 838845"/>
                <a:gd name="connsiteY23" fmla="*/ 553850 h 839517"/>
                <a:gd name="connsiteX24" fmla="*/ 441801 w 838845"/>
                <a:gd name="connsiteY24" fmla="*/ 618616 h 839517"/>
                <a:gd name="connsiteX25" fmla="*/ 220901 w 838845"/>
                <a:gd name="connsiteY25" fmla="*/ 839517 h 839517"/>
                <a:gd name="connsiteX26" fmla="*/ 220814 w 838845"/>
                <a:gd name="connsiteY26" fmla="*/ 839508 h 839517"/>
                <a:gd name="connsiteX27" fmla="*/ 220814 w 838845"/>
                <a:gd name="connsiteY27" fmla="*/ 795602 h 839517"/>
                <a:gd name="connsiteX28" fmla="*/ 220901 w 838845"/>
                <a:gd name="connsiteY28" fmla="*/ 795610 h 839517"/>
                <a:gd name="connsiteX29" fmla="*/ 284123 w 838845"/>
                <a:gd name="connsiteY29" fmla="*/ 782846 h 839517"/>
                <a:gd name="connsiteX30" fmla="*/ 56671 w 838845"/>
                <a:gd name="connsiteY30" fmla="*/ 555394 h 839517"/>
                <a:gd name="connsiteX31" fmla="*/ 43907 w 838845"/>
                <a:gd name="connsiteY31" fmla="*/ 618616 h 839517"/>
                <a:gd name="connsiteX32" fmla="*/ 43913 w 838845"/>
                <a:gd name="connsiteY32" fmla="*/ 618676 h 839517"/>
                <a:gd name="connsiteX33" fmla="*/ 6 w 838845"/>
                <a:gd name="connsiteY33" fmla="*/ 618676 h 839517"/>
                <a:gd name="connsiteX34" fmla="*/ 0 w 838845"/>
                <a:gd name="connsiteY34" fmla="*/ 618616 h 839517"/>
                <a:gd name="connsiteX35" fmla="*/ 220901 w 838845"/>
                <a:gd name="connsiteY35" fmla="*/ 397716 h 839517"/>
                <a:gd name="connsiteX36" fmla="*/ 285330 w 838845"/>
                <a:gd name="connsiteY36" fmla="*/ 397716 h 839517"/>
                <a:gd name="connsiteX37" fmla="*/ 455278 w 838845"/>
                <a:gd name="connsiteY37" fmla="*/ 151386 h 839517"/>
                <a:gd name="connsiteX38" fmla="*/ 454859 w 838845"/>
                <a:gd name="connsiteY38" fmla="*/ 152007 h 839517"/>
                <a:gd name="connsiteX39" fmla="*/ 442117 w 838845"/>
                <a:gd name="connsiteY39" fmla="*/ 215123 h 839517"/>
                <a:gd name="connsiteX40" fmla="*/ 623722 w 838845"/>
                <a:gd name="connsiteY40" fmla="*/ 396729 h 839517"/>
                <a:gd name="connsiteX41" fmla="*/ 686838 w 838845"/>
                <a:gd name="connsiteY41" fmla="*/ 383986 h 839517"/>
                <a:gd name="connsiteX42" fmla="*/ 687460 w 838845"/>
                <a:gd name="connsiteY42" fmla="*/ 383567 h 839517"/>
                <a:gd name="connsiteX43" fmla="*/ 518100 w 838845"/>
                <a:gd name="connsiteY43" fmla="*/ 78683 h 839517"/>
                <a:gd name="connsiteX44" fmla="*/ 492790 w 838845"/>
                <a:gd name="connsiteY44" fmla="*/ 95748 h 839517"/>
                <a:gd name="connsiteX45" fmla="*/ 478890 w 838845"/>
                <a:gd name="connsiteY45" fmla="*/ 116365 h 839517"/>
                <a:gd name="connsiteX46" fmla="*/ 722480 w 838845"/>
                <a:gd name="connsiteY46" fmla="*/ 359956 h 839517"/>
                <a:gd name="connsiteX47" fmla="*/ 743098 w 838845"/>
                <a:gd name="connsiteY47" fmla="*/ 346055 h 839517"/>
                <a:gd name="connsiteX48" fmla="*/ 760162 w 838845"/>
                <a:gd name="connsiteY48" fmla="*/ 320745 h 839517"/>
                <a:gd name="connsiteX49" fmla="*/ 617944 w 838845"/>
                <a:gd name="connsiteY49" fmla="*/ 0 h 839517"/>
                <a:gd name="connsiteX50" fmla="*/ 618031 w 838845"/>
                <a:gd name="connsiteY50" fmla="*/ 9 h 839517"/>
                <a:gd name="connsiteX51" fmla="*/ 618031 w 838845"/>
                <a:gd name="connsiteY51" fmla="*/ 43916 h 839517"/>
                <a:gd name="connsiteX52" fmla="*/ 617944 w 838845"/>
                <a:gd name="connsiteY52" fmla="*/ 43907 h 839517"/>
                <a:gd name="connsiteX53" fmla="*/ 554721 w 838845"/>
                <a:gd name="connsiteY53" fmla="*/ 56671 h 839517"/>
                <a:gd name="connsiteX54" fmla="*/ 782174 w 838845"/>
                <a:gd name="connsiteY54" fmla="*/ 284125 h 839517"/>
                <a:gd name="connsiteX55" fmla="*/ 794938 w 838845"/>
                <a:gd name="connsiteY55" fmla="*/ 220901 h 839517"/>
                <a:gd name="connsiteX56" fmla="*/ 794932 w 838845"/>
                <a:gd name="connsiteY56" fmla="*/ 220841 h 839517"/>
                <a:gd name="connsiteX57" fmla="*/ 838839 w 838845"/>
                <a:gd name="connsiteY57" fmla="*/ 220841 h 839517"/>
                <a:gd name="connsiteX58" fmla="*/ 838845 w 838845"/>
                <a:gd name="connsiteY58" fmla="*/ 220901 h 839517"/>
                <a:gd name="connsiteX59" fmla="*/ 617944 w 838845"/>
                <a:gd name="connsiteY59" fmla="*/ 441802 h 839517"/>
                <a:gd name="connsiteX60" fmla="*/ 551790 w 838845"/>
                <a:gd name="connsiteY60" fmla="*/ 441802 h 839517"/>
                <a:gd name="connsiteX61" fmla="*/ 551790 w 838845"/>
                <a:gd name="connsiteY61" fmla="*/ 441801 h 839517"/>
                <a:gd name="connsiteX62" fmla="*/ 481494 w 838845"/>
                <a:gd name="connsiteY62" fmla="*/ 441801 h 839517"/>
                <a:gd name="connsiteX63" fmla="*/ 481494 w 838845"/>
                <a:gd name="connsiteY63" fmla="*/ 397894 h 839517"/>
                <a:gd name="connsiteX64" fmla="*/ 553514 w 838845"/>
                <a:gd name="connsiteY64" fmla="*/ 397894 h 839517"/>
                <a:gd name="connsiteX65" fmla="*/ 553514 w 838845"/>
                <a:gd name="connsiteY65" fmla="*/ 397895 h 839517"/>
                <a:gd name="connsiteX66" fmla="*/ 566257 w 838845"/>
                <a:gd name="connsiteY66" fmla="*/ 397895 h 839517"/>
                <a:gd name="connsiteX67" fmla="*/ 440950 w 838845"/>
                <a:gd name="connsiteY67" fmla="*/ 272589 h 839517"/>
                <a:gd name="connsiteX68" fmla="*/ 440950 w 838845"/>
                <a:gd name="connsiteY68" fmla="*/ 285666 h 839517"/>
                <a:gd name="connsiteX69" fmla="*/ 440950 w 838845"/>
                <a:gd name="connsiteY69" fmla="*/ 287390 h 839517"/>
                <a:gd name="connsiteX70" fmla="*/ 440950 w 838845"/>
                <a:gd name="connsiteY70" fmla="*/ 357685 h 839517"/>
                <a:gd name="connsiteX71" fmla="*/ 397044 w 838845"/>
                <a:gd name="connsiteY71" fmla="*/ 357685 h 839517"/>
                <a:gd name="connsiteX72" fmla="*/ 397044 w 838845"/>
                <a:gd name="connsiteY72" fmla="*/ 287390 h 839517"/>
                <a:gd name="connsiteX73" fmla="*/ 397044 w 838845"/>
                <a:gd name="connsiteY73" fmla="*/ 285666 h 839517"/>
                <a:gd name="connsiteX74" fmla="*/ 397044 w 838845"/>
                <a:gd name="connsiteY74" fmla="*/ 220901 h 839517"/>
                <a:gd name="connsiteX75" fmla="*/ 617944 w 838845"/>
                <a:gd name="connsiteY75" fmla="*/ 0 h 83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38845" h="839517">
                  <a:moveTo>
                    <a:pt x="116364" y="479562"/>
                  </a:moveTo>
                  <a:lnTo>
                    <a:pt x="95747" y="493463"/>
                  </a:lnTo>
                  <a:lnTo>
                    <a:pt x="78682" y="518773"/>
                  </a:lnTo>
                  <a:lnTo>
                    <a:pt x="320744" y="760835"/>
                  </a:lnTo>
                  <a:lnTo>
                    <a:pt x="346055" y="743770"/>
                  </a:lnTo>
                  <a:lnTo>
                    <a:pt x="359955" y="723153"/>
                  </a:lnTo>
                  <a:close/>
                  <a:moveTo>
                    <a:pt x="215123" y="442789"/>
                  </a:moveTo>
                  <a:lnTo>
                    <a:pt x="152007" y="455531"/>
                  </a:lnTo>
                  <a:lnTo>
                    <a:pt x="151385" y="455951"/>
                  </a:lnTo>
                  <a:lnTo>
                    <a:pt x="383567" y="688133"/>
                  </a:lnTo>
                  <a:lnTo>
                    <a:pt x="383986" y="687511"/>
                  </a:lnTo>
                  <a:lnTo>
                    <a:pt x="396728" y="624395"/>
                  </a:lnTo>
                  <a:close/>
                  <a:moveTo>
                    <a:pt x="285330" y="397715"/>
                  </a:moveTo>
                  <a:lnTo>
                    <a:pt x="357350" y="397715"/>
                  </a:lnTo>
                  <a:lnTo>
                    <a:pt x="357350" y="441622"/>
                  </a:lnTo>
                  <a:lnTo>
                    <a:pt x="287054" y="441622"/>
                  </a:lnTo>
                  <a:lnTo>
                    <a:pt x="272588" y="441622"/>
                  </a:lnTo>
                  <a:lnTo>
                    <a:pt x="397895" y="566929"/>
                  </a:lnTo>
                  <a:lnTo>
                    <a:pt x="397895" y="553850"/>
                  </a:lnTo>
                  <a:lnTo>
                    <a:pt x="397895" y="552126"/>
                  </a:lnTo>
                  <a:lnTo>
                    <a:pt x="397895" y="481833"/>
                  </a:lnTo>
                  <a:lnTo>
                    <a:pt x="441801" y="481833"/>
                  </a:lnTo>
                  <a:lnTo>
                    <a:pt x="441801" y="552126"/>
                  </a:lnTo>
                  <a:lnTo>
                    <a:pt x="441801" y="553850"/>
                  </a:lnTo>
                  <a:lnTo>
                    <a:pt x="441801" y="618616"/>
                  </a:lnTo>
                  <a:cubicBezTo>
                    <a:pt x="441801" y="740617"/>
                    <a:pt x="342901" y="839517"/>
                    <a:pt x="220901" y="839517"/>
                  </a:cubicBezTo>
                  <a:lnTo>
                    <a:pt x="220814" y="839508"/>
                  </a:lnTo>
                  <a:lnTo>
                    <a:pt x="220814" y="795602"/>
                  </a:lnTo>
                  <a:lnTo>
                    <a:pt x="220901" y="795610"/>
                  </a:lnTo>
                  <a:lnTo>
                    <a:pt x="284123" y="782846"/>
                  </a:lnTo>
                  <a:lnTo>
                    <a:pt x="56671" y="555394"/>
                  </a:lnTo>
                  <a:lnTo>
                    <a:pt x="43907" y="618616"/>
                  </a:lnTo>
                  <a:lnTo>
                    <a:pt x="43913" y="618676"/>
                  </a:lnTo>
                  <a:lnTo>
                    <a:pt x="6" y="618676"/>
                  </a:lnTo>
                  <a:lnTo>
                    <a:pt x="0" y="618616"/>
                  </a:lnTo>
                  <a:cubicBezTo>
                    <a:pt x="0" y="496616"/>
                    <a:pt x="98901" y="397716"/>
                    <a:pt x="220901" y="397716"/>
                  </a:cubicBezTo>
                  <a:lnTo>
                    <a:pt x="285330" y="397716"/>
                  </a:lnTo>
                  <a:close/>
                  <a:moveTo>
                    <a:pt x="455278" y="151386"/>
                  </a:moveTo>
                  <a:lnTo>
                    <a:pt x="454859" y="152007"/>
                  </a:lnTo>
                  <a:lnTo>
                    <a:pt x="442117" y="215123"/>
                  </a:lnTo>
                  <a:lnTo>
                    <a:pt x="623722" y="396729"/>
                  </a:lnTo>
                  <a:lnTo>
                    <a:pt x="686838" y="383986"/>
                  </a:lnTo>
                  <a:lnTo>
                    <a:pt x="687460" y="383567"/>
                  </a:lnTo>
                  <a:close/>
                  <a:moveTo>
                    <a:pt x="518100" y="78683"/>
                  </a:moveTo>
                  <a:lnTo>
                    <a:pt x="492790" y="95748"/>
                  </a:lnTo>
                  <a:lnTo>
                    <a:pt x="478890" y="116365"/>
                  </a:lnTo>
                  <a:lnTo>
                    <a:pt x="722480" y="359956"/>
                  </a:lnTo>
                  <a:lnTo>
                    <a:pt x="743098" y="346055"/>
                  </a:lnTo>
                  <a:lnTo>
                    <a:pt x="760162" y="320745"/>
                  </a:lnTo>
                  <a:close/>
                  <a:moveTo>
                    <a:pt x="617944" y="0"/>
                  </a:moveTo>
                  <a:lnTo>
                    <a:pt x="618031" y="9"/>
                  </a:lnTo>
                  <a:lnTo>
                    <a:pt x="618031" y="43916"/>
                  </a:lnTo>
                  <a:lnTo>
                    <a:pt x="617944" y="43907"/>
                  </a:lnTo>
                  <a:lnTo>
                    <a:pt x="554721" y="56671"/>
                  </a:lnTo>
                  <a:lnTo>
                    <a:pt x="782174" y="284125"/>
                  </a:lnTo>
                  <a:lnTo>
                    <a:pt x="794938" y="220901"/>
                  </a:lnTo>
                  <a:lnTo>
                    <a:pt x="794932" y="220841"/>
                  </a:lnTo>
                  <a:lnTo>
                    <a:pt x="838839" y="220841"/>
                  </a:lnTo>
                  <a:lnTo>
                    <a:pt x="838845" y="220901"/>
                  </a:lnTo>
                  <a:cubicBezTo>
                    <a:pt x="838845" y="342901"/>
                    <a:pt x="739944" y="441802"/>
                    <a:pt x="617944" y="441802"/>
                  </a:cubicBezTo>
                  <a:lnTo>
                    <a:pt x="551790" y="441802"/>
                  </a:lnTo>
                  <a:lnTo>
                    <a:pt x="551790" y="441801"/>
                  </a:lnTo>
                  <a:lnTo>
                    <a:pt x="481494" y="441801"/>
                  </a:lnTo>
                  <a:lnTo>
                    <a:pt x="481494" y="397894"/>
                  </a:lnTo>
                  <a:lnTo>
                    <a:pt x="553514" y="397894"/>
                  </a:lnTo>
                  <a:lnTo>
                    <a:pt x="553514" y="397895"/>
                  </a:lnTo>
                  <a:lnTo>
                    <a:pt x="566257" y="397895"/>
                  </a:lnTo>
                  <a:lnTo>
                    <a:pt x="440950" y="272589"/>
                  </a:lnTo>
                  <a:lnTo>
                    <a:pt x="440950" y="285666"/>
                  </a:lnTo>
                  <a:lnTo>
                    <a:pt x="440950" y="287390"/>
                  </a:lnTo>
                  <a:lnTo>
                    <a:pt x="440950" y="357685"/>
                  </a:lnTo>
                  <a:lnTo>
                    <a:pt x="397044" y="357685"/>
                  </a:lnTo>
                  <a:lnTo>
                    <a:pt x="397044" y="287390"/>
                  </a:lnTo>
                  <a:lnTo>
                    <a:pt x="397044" y="285666"/>
                  </a:lnTo>
                  <a:lnTo>
                    <a:pt x="397044" y="220901"/>
                  </a:lnTo>
                  <a:cubicBezTo>
                    <a:pt x="397044" y="98901"/>
                    <a:pt x="495944" y="0"/>
                    <a:pt x="617944" y="0"/>
                  </a:cubicBezTo>
                  <a:close/>
                </a:path>
              </a:pathLst>
            </a:custGeom>
            <a:solidFill>
              <a:schemeClr val="accent2"/>
            </a:solidFill>
            <a:ln w="12700">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77" name="Rectangle 2676">
              <a:extLst>
                <a:ext uri="{FF2B5EF4-FFF2-40B4-BE49-F238E27FC236}">
                  <a16:creationId xmlns:a16="http://schemas.microsoft.com/office/drawing/2014/main" id="{EC56CAC2-E4C1-4758-7F63-0FD6E365BF0C}"/>
                </a:ext>
                <a:ext uri="{C183D7F6-B498-43B3-948B-1728B52AA6E4}">
                  <adec:decorative xmlns:adec="http://schemas.microsoft.com/office/drawing/2017/decorative" val="1"/>
                </a:ext>
              </a:extLst>
            </p:cNvPr>
            <p:cNvSpPr/>
            <p:nvPr/>
          </p:nvSpPr>
          <p:spPr>
            <a:xfrm>
              <a:off x="5116348" y="5260039"/>
              <a:ext cx="36176" cy="36176"/>
            </a:xfrm>
            <a:prstGeom prst="rect">
              <a:avLst/>
            </a:pr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35365815-21A4-A4EE-0FA9-4EE3823FA8C6}"/>
              </a:ext>
              <a:ext uri="{C183D7F6-B498-43B3-948B-1728B52AA6E4}">
                <adec:decorative xmlns:adec="http://schemas.microsoft.com/office/drawing/2017/decorative" val="1"/>
              </a:ext>
            </a:extLst>
          </p:cNvPr>
          <p:cNvGrpSpPr>
            <a:grpSpLocks noChangeAspect="1"/>
          </p:cNvGrpSpPr>
          <p:nvPr/>
        </p:nvGrpSpPr>
        <p:grpSpPr>
          <a:xfrm>
            <a:off x="5824070" y="5163827"/>
            <a:ext cx="496633" cy="228600"/>
            <a:chOff x="5534334" y="5118107"/>
            <a:chExt cx="695286" cy="320040"/>
          </a:xfrm>
          <a:solidFill>
            <a:srgbClr val="FF0000"/>
          </a:solidFill>
        </p:grpSpPr>
        <p:sp>
          <p:nvSpPr>
            <p:cNvPr id="2679" name="Freeform: Shape 2678">
              <a:extLst>
                <a:ext uri="{FF2B5EF4-FFF2-40B4-BE49-F238E27FC236}">
                  <a16:creationId xmlns:a16="http://schemas.microsoft.com/office/drawing/2014/main" id="{BB0CA644-33B1-0368-8E6F-AF47379EAB29}"/>
                </a:ext>
                <a:ext uri="{C183D7F6-B498-43B3-948B-1728B52AA6E4}">
                  <adec:decorative xmlns:adec="http://schemas.microsoft.com/office/drawing/2017/decorative" val="1"/>
                </a:ext>
              </a:extLst>
            </p:cNvPr>
            <p:cNvSpPr/>
            <p:nvPr/>
          </p:nvSpPr>
          <p:spPr>
            <a:xfrm>
              <a:off x="5534334" y="5118107"/>
              <a:ext cx="695286" cy="314441"/>
            </a:xfrm>
            <a:custGeom>
              <a:avLst/>
              <a:gdLst>
                <a:gd name="connsiteX0" fmla="*/ 96235 w 942710"/>
                <a:gd name="connsiteY0" fmla="*/ 386579 h 426337"/>
                <a:gd name="connsiteX1" fmla="*/ 110297 w 942710"/>
                <a:gd name="connsiteY1" fmla="*/ 408745 h 426337"/>
                <a:gd name="connsiteX2" fmla="*/ 99804 w 942710"/>
                <a:gd name="connsiteY2" fmla="*/ 413676 h 426337"/>
                <a:gd name="connsiteX3" fmla="*/ 98176 w 942710"/>
                <a:gd name="connsiteY3" fmla="*/ 409951 h 426337"/>
                <a:gd name="connsiteX4" fmla="*/ 99429 w 942710"/>
                <a:gd name="connsiteY4" fmla="*/ 413723 h 426337"/>
                <a:gd name="connsiteX5" fmla="*/ 96235 w 942710"/>
                <a:gd name="connsiteY5" fmla="*/ 414927 h 426337"/>
                <a:gd name="connsiteX6" fmla="*/ 96235 w 942710"/>
                <a:gd name="connsiteY6" fmla="*/ 372392 h 426337"/>
                <a:gd name="connsiteX7" fmla="*/ 113572 w 942710"/>
                <a:gd name="connsiteY7" fmla="*/ 399980 h 426337"/>
                <a:gd name="connsiteX8" fmla="*/ 116112 w 942710"/>
                <a:gd name="connsiteY8" fmla="*/ 405497 h 426337"/>
                <a:gd name="connsiteX9" fmla="*/ 110644 w 942710"/>
                <a:gd name="connsiteY9" fmla="*/ 408726 h 426337"/>
                <a:gd name="connsiteX10" fmla="*/ 96235 w 942710"/>
                <a:gd name="connsiteY10" fmla="*/ 386001 h 426337"/>
                <a:gd name="connsiteX11" fmla="*/ 101135 w 942710"/>
                <a:gd name="connsiteY11" fmla="*/ 362884 h 426337"/>
                <a:gd name="connsiteX12" fmla="*/ 110059 w 942710"/>
                <a:gd name="connsiteY12" fmla="*/ 376634 h 426337"/>
                <a:gd name="connsiteX13" fmla="*/ 124961 w 942710"/>
                <a:gd name="connsiteY13" fmla="*/ 400955 h 426337"/>
                <a:gd name="connsiteX14" fmla="*/ 116468 w 942710"/>
                <a:gd name="connsiteY14" fmla="*/ 405449 h 426337"/>
                <a:gd name="connsiteX15" fmla="*/ 113572 w 942710"/>
                <a:gd name="connsiteY15" fmla="*/ 399980 h 426337"/>
                <a:gd name="connsiteX16" fmla="*/ 96235 w 942710"/>
                <a:gd name="connsiteY16" fmla="*/ 371857 h 426337"/>
                <a:gd name="connsiteX17" fmla="*/ 96235 w 942710"/>
                <a:gd name="connsiteY17" fmla="*/ 365724 h 426337"/>
                <a:gd name="connsiteX18" fmla="*/ 108076 w 942710"/>
                <a:gd name="connsiteY18" fmla="*/ 358748 h 426337"/>
                <a:gd name="connsiteX19" fmla="*/ 132821 w 942710"/>
                <a:gd name="connsiteY19" fmla="*/ 396041 h 426337"/>
                <a:gd name="connsiteX20" fmla="*/ 125280 w 942710"/>
                <a:gd name="connsiteY20" fmla="*/ 400821 h 426337"/>
                <a:gd name="connsiteX21" fmla="*/ 110059 w 942710"/>
                <a:gd name="connsiteY21" fmla="*/ 376634 h 426337"/>
                <a:gd name="connsiteX22" fmla="*/ 101454 w 942710"/>
                <a:gd name="connsiteY22" fmla="*/ 362745 h 426337"/>
                <a:gd name="connsiteX23" fmla="*/ 108076 w 942710"/>
                <a:gd name="connsiteY23" fmla="*/ 358748 h 426337"/>
                <a:gd name="connsiteX24" fmla="*/ 114708 w 942710"/>
                <a:gd name="connsiteY24" fmla="*/ 353651 h 426337"/>
                <a:gd name="connsiteX25" fmla="*/ 127150 w 942710"/>
                <a:gd name="connsiteY25" fmla="*/ 374150 h 426337"/>
                <a:gd name="connsiteX26" fmla="*/ 137890 w 942710"/>
                <a:gd name="connsiteY26" fmla="*/ 391526 h 426337"/>
                <a:gd name="connsiteX27" fmla="*/ 133120 w 942710"/>
                <a:gd name="connsiteY27" fmla="*/ 395922 h 426337"/>
                <a:gd name="connsiteX28" fmla="*/ 108423 w 942710"/>
                <a:gd name="connsiteY28" fmla="*/ 358718 h 426337"/>
                <a:gd name="connsiteX29" fmla="*/ 114708 w 942710"/>
                <a:gd name="connsiteY29" fmla="*/ 353651 h 426337"/>
                <a:gd name="connsiteX30" fmla="*/ 140887 w 942710"/>
                <a:gd name="connsiteY30" fmla="*/ 348671 h 426337"/>
                <a:gd name="connsiteX31" fmla="*/ 140887 w 942710"/>
                <a:gd name="connsiteY31" fmla="*/ 348672 h 426337"/>
                <a:gd name="connsiteX32" fmla="*/ 142833 w 942710"/>
                <a:gd name="connsiteY32" fmla="*/ 353021 h 426337"/>
                <a:gd name="connsiteX33" fmla="*/ 132403 w 942710"/>
                <a:gd name="connsiteY33" fmla="*/ 339371 h 426337"/>
                <a:gd name="connsiteX34" fmla="*/ 134015 w 942710"/>
                <a:gd name="connsiteY34" fmla="*/ 350168 h 426337"/>
                <a:gd name="connsiteX35" fmla="*/ 152826 w 942710"/>
                <a:gd name="connsiteY35" fmla="*/ 373424 h 426337"/>
                <a:gd name="connsiteX36" fmla="*/ 156389 w 942710"/>
                <a:gd name="connsiteY36" fmla="*/ 377382 h 426337"/>
                <a:gd name="connsiteX37" fmla="*/ 145689 w 942710"/>
                <a:gd name="connsiteY37" fmla="*/ 385990 h 426337"/>
                <a:gd name="connsiteX38" fmla="*/ 134366 w 942710"/>
                <a:gd name="connsiteY38" fmla="*/ 371517 h 426337"/>
                <a:gd name="connsiteX39" fmla="*/ 145344 w 942710"/>
                <a:gd name="connsiteY39" fmla="*/ 386012 h 426337"/>
                <a:gd name="connsiteX40" fmla="*/ 138261 w 942710"/>
                <a:gd name="connsiteY40" fmla="*/ 391556 h 426337"/>
                <a:gd name="connsiteX41" fmla="*/ 127150 w 942710"/>
                <a:gd name="connsiteY41" fmla="*/ 374150 h 426337"/>
                <a:gd name="connsiteX42" fmla="*/ 115054 w 942710"/>
                <a:gd name="connsiteY42" fmla="*/ 353598 h 426337"/>
                <a:gd name="connsiteX43" fmla="*/ 119599 w 942710"/>
                <a:gd name="connsiteY43" fmla="*/ 349855 h 426337"/>
                <a:gd name="connsiteX44" fmla="*/ 134359 w 942710"/>
                <a:gd name="connsiteY44" fmla="*/ 371506 h 426337"/>
                <a:gd name="connsiteX45" fmla="*/ 119898 w 942710"/>
                <a:gd name="connsiteY45" fmla="*/ 349732 h 426337"/>
                <a:gd name="connsiteX46" fmla="*/ 132403 w 942710"/>
                <a:gd name="connsiteY46" fmla="*/ 339371 h 426337"/>
                <a:gd name="connsiteX47" fmla="*/ 913383 w 942710"/>
                <a:gd name="connsiteY47" fmla="*/ 80422 h 426337"/>
                <a:gd name="connsiteX48" fmla="*/ 934148 w 942710"/>
                <a:gd name="connsiteY48" fmla="*/ 103000 h 426337"/>
                <a:gd name="connsiteX49" fmla="*/ 934107 w 942710"/>
                <a:gd name="connsiteY49" fmla="*/ 323400 h 426337"/>
                <a:gd name="connsiteX50" fmla="*/ 919008 w 942710"/>
                <a:gd name="connsiteY50" fmla="*/ 344889 h 426337"/>
                <a:gd name="connsiteX51" fmla="*/ 896058 w 942710"/>
                <a:gd name="connsiteY51" fmla="*/ 340374 h 426337"/>
                <a:gd name="connsiteX52" fmla="*/ 888912 w 942710"/>
                <a:gd name="connsiteY52" fmla="*/ 323200 h 426337"/>
                <a:gd name="connsiteX53" fmla="*/ 888959 w 942710"/>
                <a:gd name="connsiteY53" fmla="*/ 130779 h 426337"/>
                <a:gd name="connsiteX54" fmla="*/ 888945 w 942710"/>
                <a:gd name="connsiteY54" fmla="*/ 102799 h 426337"/>
                <a:gd name="connsiteX55" fmla="*/ 913383 w 942710"/>
                <a:gd name="connsiteY55" fmla="*/ 80422 h 426337"/>
                <a:gd name="connsiteX56" fmla="*/ 467986 w 942710"/>
                <a:gd name="connsiteY56" fmla="*/ 80395 h 426337"/>
                <a:gd name="connsiteX57" fmla="*/ 492354 w 942710"/>
                <a:gd name="connsiteY57" fmla="*/ 104971 h 426337"/>
                <a:gd name="connsiteX58" fmla="*/ 492228 w 942710"/>
                <a:gd name="connsiteY58" fmla="*/ 322425 h 426337"/>
                <a:gd name="connsiteX59" fmla="*/ 477542 w 942710"/>
                <a:gd name="connsiteY59" fmla="*/ 344751 h 426337"/>
                <a:gd name="connsiteX60" fmla="*/ 453751 w 942710"/>
                <a:gd name="connsiteY60" fmla="*/ 340061 h 426337"/>
                <a:gd name="connsiteX61" fmla="*/ 447003 w 942710"/>
                <a:gd name="connsiteY61" fmla="*/ 323198 h 426337"/>
                <a:gd name="connsiteX62" fmla="*/ 447032 w 942710"/>
                <a:gd name="connsiteY62" fmla="*/ 123905 h 426337"/>
                <a:gd name="connsiteX63" fmla="*/ 448145 w 942710"/>
                <a:gd name="connsiteY63" fmla="*/ 96695 h 426337"/>
                <a:gd name="connsiteX64" fmla="*/ 467986 w 942710"/>
                <a:gd name="connsiteY64" fmla="*/ 80395 h 426337"/>
                <a:gd name="connsiteX65" fmla="*/ 30223 w 942710"/>
                <a:gd name="connsiteY65" fmla="*/ 80231 h 426337"/>
                <a:gd name="connsiteX66" fmla="*/ 42340 w 942710"/>
                <a:gd name="connsiteY66" fmla="*/ 85220 h 426337"/>
                <a:gd name="connsiteX67" fmla="*/ 50229 w 942710"/>
                <a:gd name="connsiteY67" fmla="*/ 102072 h 426337"/>
                <a:gd name="connsiteX68" fmla="*/ 50250 w 942710"/>
                <a:gd name="connsiteY68" fmla="*/ 324447 h 426337"/>
                <a:gd name="connsiteX69" fmla="*/ 29013 w 942710"/>
                <a:gd name="connsiteY69" fmla="*/ 346058 h 426337"/>
                <a:gd name="connsiteX70" fmla="*/ 5105 w 942710"/>
                <a:gd name="connsiteY70" fmla="*/ 321182 h 426337"/>
                <a:gd name="connsiteX71" fmla="*/ 5101 w 942710"/>
                <a:gd name="connsiteY71" fmla="*/ 103731 h 426337"/>
                <a:gd name="connsiteX72" fmla="*/ 17401 w 942710"/>
                <a:gd name="connsiteY72" fmla="*/ 82684 h 426337"/>
                <a:gd name="connsiteX73" fmla="*/ 30223 w 942710"/>
                <a:gd name="connsiteY73" fmla="*/ 80231 h 426337"/>
                <a:gd name="connsiteX74" fmla="*/ 469959 w 942710"/>
                <a:gd name="connsiteY74" fmla="*/ 48011 h 426337"/>
                <a:gd name="connsiteX75" fmla="*/ 455214 w 942710"/>
                <a:gd name="connsiteY75" fmla="*/ 49391 h 426337"/>
                <a:gd name="connsiteX76" fmla="*/ 393460 w 942710"/>
                <a:gd name="connsiteY76" fmla="*/ 74946 h 426337"/>
                <a:gd name="connsiteX77" fmla="*/ 344581 w 942710"/>
                <a:gd name="connsiteY77" fmla="*/ 117894 h 426337"/>
                <a:gd name="connsiteX78" fmla="*/ 322233 w 942710"/>
                <a:gd name="connsiteY78" fmla="*/ 146180 h 426337"/>
                <a:gd name="connsiteX79" fmla="*/ 278010 w 942710"/>
                <a:gd name="connsiteY79" fmla="*/ 213324 h 426337"/>
                <a:gd name="connsiteX80" fmla="*/ 311476 w 942710"/>
                <a:gd name="connsiteY80" fmla="*/ 264536 h 426337"/>
                <a:gd name="connsiteX81" fmla="*/ 366800 w 942710"/>
                <a:gd name="connsiteY81" fmla="*/ 331097 h 426337"/>
                <a:gd name="connsiteX82" fmla="*/ 421155 w 942710"/>
                <a:gd name="connsiteY82" fmla="*/ 366654 h 426337"/>
                <a:gd name="connsiteX83" fmla="*/ 461345 w 942710"/>
                <a:gd name="connsiteY83" fmla="*/ 378122 h 426337"/>
                <a:gd name="connsiteX84" fmla="*/ 507427 w 942710"/>
                <a:gd name="connsiteY84" fmla="*/ 372056 h 426337"/>
                <a:gd name="connsiteX85" fmla="*/ 580900 w 942710"/>
                <a:gd name="connsiteY85" fmla="*/ 326261 h 426337"/>
                <a:gd name="connsiteX86" fmla="*/ 602731 w 942710"/>
                <a:gd name="connsiteY86" fmla="*/ 303593 h 426337"/>
                <a:gd name="connsiteX87" fmla="*/ 664151 w 942710"/>
                <a:gd name="connsiteY87" fmla="*/ 213554 h 426337"/>
                <a:gd name="connsiteX88" fmla="*/ 632613 w 942710"/>
                <a:gd name="connsiteY88" fmla="*/ 164950 h 426337"/>
                <a:gd name="connsiteX89" fmla="*/ 593024 w 942710"/>
                <a:gd name="connsiteY89" fmla="*/ 112514 h 426337"/>
                <a:gd name="connsiteX90" fmla="*/ 564201 w 942710"/>
                <a:gd name="connsiteY90" fmla="*/ 86520 h 426337"/>
                <a:gd name="connsiteX91" fmla="*/ 512782 w 942710"/>
                <a:gd name="connsiteY91" fmla="*/ 56619 h 426337"/>
                <a:gd name="connsiteX92" fmla="*/ 469959 w 942710"/>
                <a:gd name="connsiteY92" fmla="*/ 48011 h 426337"/>
                <a:gd name="connsiteX93" fmla="*/ 35944 w 942710"/>
                <a:gd name="connsiteY93" fmla="*/ 34 h 426337"/>
                <a:gd name="connsiteX94" fmla="*/ 56076 w 942710"/>
                <a:gd name="connsiteY94" fmla="*/ 969 h 426337"/>
                <a:gd name="connsiteX95" fmla="*/ 100186 w 942710"/>
                <a:gd name="connsiteY95" fmla="*/ 12788 h 426337"/>
                <a:gd name="connsiteX96" fmla="*/ 140328 w 942710"/>
                <a:gd name="connsiteY96" fmla="*/ 35739 h 426337"/>
                <a:gd name="connsiteX97" fmla="*/ 182370 w 942710"/>
                <a:gd name="connsiteY97" fmla="*/ 73988 h 426337"/>
                <a:gd name="connsiteX98" fmla="*/ 218292 w 942710"/>
                <a:gd name="connsiteY98" fmla="*/ 121953 h 426337"/>
                <a:gd name="connsiteX99" fmla="*/ 250818 w 942710"/>
                <a:gd name="connsiteY99" fmla="*/ 171708 h 426337"/>
                <a:gd name="connsiteX100" fmla="*/ 263335 w 942710"/>
                <a:gd name="connsiteY100" fmla="*/ 152765 h 426337"/>
                <a:gd name="connsiteX101" fmla="*/ 293873 w 942710"/>
                <a:gd name="connsiteY101" fmla="*/ 107626 h 426337"/>
                <a:gd name="connsiteX102" fmla="*/ 311313 w 942710"/>
                <a:gd name="connsiteY102" fmla="*/ 86431 h 426337"/>
                <a:gd name="connsiteX103" fmla="*/ 333612 w 942710"/>
                <a:gd name="connsiteY103" fmla="*/ 64081 h 426337"/>
                <a:gd name="connsiteX104" fmla="*/ 381083 w 942710"/>
                <a:gd name="connsiteY104" fmla="*/ 29171 h 426337"/>
                <a:gd name="connsiteX105" fmla="*/ 434325 w 942710"/>
                <a:gd name="connsiteY105" fmla="*/ 7453 h 426337"/>
                <a:gd name="connsiteX106" fmla="*/ 484351 w 942710"/>
                <a:gd name="connsiteY106" fmla="*/ 3342 h 426337"/>
                <a:gd name="connsiteX107" fmla="*/ 540701 w 942710"/>
                <a:gd name="connsiteY107" fmla="*/ 18846 h 426337"/>
                <a:gd name="connsiteX108" fmla="*/ 602324 w 942710"/>
                <a:gd name="connsiteY108" fmla="*/ 58831 h 426337"/>
                <a:gd name="connsiteX109" fmla="*/ 633293 w 942710"/>
                <a:gd name="connsiteY109" fmla="*/ 88935 h 426337"/>
                <a:gd name="connsiteX110" fmla="*/ 669007 w 942710"/>
                <a:gd name="connsiteY110" fmla="*/ 137586 h 426337"/>
                <a:gd name="connsiteX111" fmla="*/ 691281 w 942710"/>
                <a:gd name="connsiteY111" fmla="*/ 171683 h 426337"/>
                <a:gd name="connsiteX112" fmla="*/ 707261 w 942710"/>
                <a:gd name="connsiteY112" fmla="*/ 147556 h 426337"/>
                <a:gd name="connsiteX113" fmla="*/ 738580 w 942710"/>
                <a:gd name="connsiteY113" fmla="*/ 100084 h 426337"/>
                <a:gd name="connsiteX114" fmla="*/ 759513 w 942710"/>
                <a:gd name="connsiteY114" fmla="*/ 74306 h 426337"/>
                <a:gd name="connsiteX115" fmla="*/ 816595 w 942710"/>
                <a:gd name="connsiteY115" fmla="*/ 25867 h 426337"/>
                <a:gd name="connsiteX116" fmla="*/ 877102 w 942710"/>
                <a:gd name="connsiteY116" fmla="*/ 2299 h 426337"/>
                <a:gd name="connsiteX117" fmla="*/ 912459 w 942710"/>
                <a:gd name="connsiteY117" fmla="*/ 427 h 426337"/>
                <a:gd name="connsiteX118" fmla="*/ 936662 w 942710"/>
                <a:gd name="connsiteY118" fmla="*/ 8961 h 426337"/>
                <a:gd name="connsiteX119" fmla="*/ 941444 w 942710"/>
                <a:gd name="connsiteY119" fmla="*/ 31175 h 426337"/>
                <a:gd name="connsiteX120" fmla="*/ 923451 w 942710"/>
                <a:gd name="connsiteY120" fmla="*/ 46212 h 426337"/>
                <a:gd name="connsiteX121" fmla="*/ 906010 w 942710"/>
                <a:gd name="connsiteY121" fmla="*/ 45442 h 426337"/>
                <a:gd name="connsiteX122" fmla="*/ 879547 w 942710"/>
                <a:gd name="connsiteY122" fmla="*/ 47770 h 426337"/>
                <a:gd name="connsiteX123" fmla="*/ 820920 w 942710"/>
                <a:gd name="connsiteY123" fmla="*/ 78626 h 426337"/>
                <a:gd name="connsiteX124" fmla="*/ 793841 w 942710"/>
                <a:gd name="connsiteY124" fmla="*/ 103833 h 426337"/>
                <a:gd name="connsiteX125" fmla="*/ 760386 w 942710"/>
                <a:gd name="connsiteY125" fmla="*/ 148824 h 426337"/>
                <a:gd name="connsiteX126" fmla="*/ 720549 w 942710"/>
                <a:gd name="connsiteY126" fmla="*/ 210112 h 426337"/>
                <a:gd name="connsiteX127" fmla="*/ 720583 w 942710"/>
                <a:gd name="connsiteY127" fmla="*/ 216462 h 426337"/>
                <a:gd name="connsiteX128" fmla="*/ 763508 w 942710"/>
                <a:gd name="connsiteY128" fmla="*/ 282022 h 426337"/>
                <a:gd name="connsiteX129" fmla="*/ 808087 w 942710"/>
                <a:gd name="connsiteY129" fmla="*/ 336990 h 426337"/>
                <a:gd name="connsiteX130" fmla="*/ 874997 w 942710"/>
                <a:gd name="connsiteY130" fmla="*/ 377656 h 426337"/>
                <a:gd name="connsiteX131" fmla="*/ 916942 w 942710"/>
                <a:gd name="connsiteY131" fmla="*/ 379560 h 426337"/>
                <a:gd name="connsiteX132" fmla="*/ 942094 w 942710"/>
                <a:gd name="connsiteY132" fmla="*/ 396688 h 426337"/>
                <a:gd name="connsiteX133" fmla="*/ 918194 w 942710"/>
                <a:gd name="connsiteY133" fmla="*/ 425421 h 426337"/>
                <a:gd name="connsiteX134" fmla="*/ 896813 w 942710"/>
                <a:gd name="connsiteY134" fmla="*/ 426334 h 426337"/>
                <a:gd name="connsiteX135" fmla="*/ 845132 w 942710"/>
                <a:gd name="connsiteY135" fmla="*/ 415230 h 426337"/>
                <a:gd name="connsiteX136" fmla="*/ 786899 w 942710"/>
                <a:gd name="connsiteY136" fmla="*/ 378859 h 426337"/>
                <a:gd name="connsiteX137" fmla="*/ 721964 w 942710"/>
                <a:gd name="connsiteY137" fmla="*/ 301960 h 426337"/>
                <a:gd name="connsiteX138" fmla="*/ 691204 w 942710"/>
                <a:gd name="connsiteY138" fmla="*/ 254844 h 426337"/>
                <a:gd name="connsiteX139" fmla="*/ 653200 w 942710"/>
                <a:gd name="connsiteY139" fmla="*/ 312213 h 426337"/>
                <a:gd name="connsiteX140" fmla="*/ 605052 w 942710"/>
                <a:gd name="connsiteY140" fmla="*/ 365235 h 426337"/>
                <a:gd name="connsiteX141" fmla="*/ 561224 w 942710"/>
                <a:gd name="connsiteY141" fmla="*/ 397024 h 426337"/>
                <a:gd name="connsiteX142" fmla="*/ 503724 w 942710"/>
                <a:gd name="connsiteY142" fmla="*/ 419645 h 426337"/>
                <a:gd name="connsiteX143" fmla="*/ 467795 w 942710"/>
                <a:gd name="connsiteY143" fmla="*/ 423487 h 426337"/>
                <a:gd name="connsiteX144" fmla="*/ 412282 w 942710"/>
                <a:gd name="connsiteY144" fmla="*/ 411815 h 426337"/>
                <a:gd name="connsiteX145" fmla="*/ 348023 w 942710"/>
                <a:gd name="connsiteY145" fmla="*/ 374598 h 426337"/>
                <a:gd name="connsiteX146" fmla="*/ 308902 w 942710"/>
                <a:gd name="connsiteY146" fmla="*/ 336699 h 426337"/>
                <a:gd name="connsiteX147" fmla="*/ 253231 w 942710"/>
                <a:gd name="connsiteY147" fmla="*/ 257697 h 426337"/>
                <a:gd name="connsiteX148" fmla="*/ 251012 w 942710"/>
                <a:gd name="connsiteY148" fmla="*/ 254815 h 426337"/>
                <a:gd name="connsiteX149" fmla="*/ 203420 w 942710"/>
                <a:gd name="connsiteY149" fmla="*/ 326424 h 426337"/>
                <a:gd name="connsiteX150" fmla="*/ 168206 w 942710"/>
                <a:gd name="connsiteY150" fmla="*/ 366254 h 426337"/>
                <a:gd name="connsiteX151" fmla="*/ 152222 w 942710"/>
                <a:gd name="connsiteY151" fmla="*/ 356156 h 426337"/>
                <a:gd name="connsiteX152" fmla="*/ 167904 w 942710"/>
                <a:gd name="connsiteY152" fmla="*/ 366378 h 426337"/>
                <a:gd name="connsiteX153" fmla="*/ 162582 w 942710"/>
                <a:gd name="connsiteY153" fmla="*/ 372345 h 426337"/>
                <a:gd name="connsiteX154" fmla="*/ 153431 w 942710"/>
                <a:gd name="connsiteY154" fmla="*/ 364938 h 426337"/>
                <a:gd name="connsiteX155" fmla="*/ 162281 w 942710"/>
                <a:gd name="connsiteY155" fmla="*/ 372472 h 426337"/>
                <a:gd name="connsiteX156" fmla="*/ 156724 w 942710"/>
                <a:gd name="connsiteY156" fmla="*/ 377333 h 426337"/>
                <a:gd name="connsiteX157" fmla="*/ 152826 w 942710"/>
                <a:gd name="connsiteY157" fmla="*/ 373424 h 426337"/>
                <a:gd name="connsiteX158" fmla="*/ 134016 w 942710"/>
                <a:gd name="connsiteY158" fmla="*/ 350168 h 426337"/>
                <a:gd name="connsiteX159" fmla="*/ 132745 w 942710"/>
                <a:gd name="connsiteY159" fmla="*/ 339314 h 426337"/>
                <a:gd name="connsiteX160" fmla="*/ 141320 w 942710"/>
                <a:gd name="connsiteY160" fmla="*/ 330529 h 426337"/>
                <a:gd name="connsiteX161" fmla="*/ 141813 w 942710"/>
                <a:gd name="connsiteY161" fmla="*/ 335029 h 426337"/>
                <a:gd name="connsiteX162" fmla="*/ 141813 w 942710"/>
                <a:gd name="connsiteY162" fmla="*/ 335028 h 426337"/>
                <a:gd name="connsiteX163" fmla="*/ 141624 w 942710"/>
                <a:gd name="connsiteY163" fmla="*/ 330397 h 426337"/>
                <a:gd name="connsiteX164" fmla="*/ 148075 w 942710"/>
                <a:gd name="connsiteY164" fmla="*/ 322382 h 426337"/>
                <a:gd name="connsiteX165" fmla="*/ 149342 w 942710"/>
                <a:gd name="connsiteY165" fmla="*/ 331675 h 426337"/>
                <a:gd name="connsiteX166" fmla="*/ 148376 w 942710"/>
                <a:gd name="connsiteY166" fmla="*/ 322239 h 426337"/>
                <a:gd name="connsiteX167" fmla="*/ 196626 w 942710"/>
                <a:gd name="connsiteY167" fmla="*/ 254353 h 426337"/>
                <a:gd name="connsiteX168" fmla="*/ 221614 w 942710"/>
                <a:gd name="connsiteY168" fmla="*/ 216451 h 426337"/>
                <a:gd name="connsiteX169" fmla="*/ 221621 w 942710"/>
                <a:gd name="connsiteY169" fmla="*/ 210102 h 426337"/>
                <a:gd name="connsiteX170" fmla="*/ 167243 w 942710"/>
                <a:gd name="connsiteY170" fmla="*/ 127458 h 426337"/>
                <a:gd name="connsiteX171" fmla="*/ 128345 w 942710"/>
                <a:gd name="connsiteY171" fmla="*/ 84451 h 426337"/>
                <a:gd name="connsiteX172" fmla="*/ 87223 w 942710"/>
                <a:gd name="connsiteY172" fmla="*/ 56485 h 426337"/>
                <a:gd name="connsiteX173" fmla="*/ 45979 w 942710"/>
                <a:gd name="connsiteY173" fmla="*/ 45438 h 426337"/>
                <a:gd name="connsiteX174" fmla="*/ 23321 w 942710"/>
                <a:gd name="connsiteY174" fmla="*/ 47213 h 426337"/>
                <a:gd name="connsiteX175" fmla="*/ 96 w 942710"/>
                <a:gd name="connsiteY175" fmla="*/ 27807 h 426337"/>
                <a:gd name="connsiteX176" fmla="*/ 16098 w 942710"/>
                <a:gd name="connsiteY176" fmla="*/ 2642 h 426337"/>
                <a:gd name="connsiteX177" fmla="*/ 35944 w 942710"/>
                <a:gd name="connsiteY177" fmla="*/ 34 h 426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42710" h="426337">
                  <a:moveTo>
                    <a:pt x="96235" y="386579"/>
                  </a:moveTo>
                  <a:lnTo>
                    <a:pt x="110297" y="408745"/>
                  </a:lnTo>
                  <a:cubicBezTo>
                    <a:pt x="106925" y="410373"/>
                    <a:pt x="103552" y="412001"/>
                    <a:pt x="99804" y="413676"/>
                  </a:cubicBezTo>
                  <a:lnTo>
                    <a:pt x="98176" y="409951"/>
                  </a:lnTo>
                  <a:lnTo>
                    <a:pt x="99429" y="413723"/>
                  </a:lnTo>
                  <a:lnTo>
                    <a:pt x="96235" y="414927"/>
                  </a:lnTo>
                  <a:close/>
                  <a:moveTo>
                    <a:pt x="96235" y="372392"/>
                  </a:moveTo>
                  <a:lnTo>
                    <a:pt x="113572" y="399980"/>
                  </a:lnTo>
                  <a:cubicBezTo>
                    <a:pt x="114565" y="401603"/>
                    <a:pt x="115261" y="403408"/>
                    <a:pt x="116112" y="405497"/>
                  </a:cubicBezTo>
                  <a:cubicBezTo>
                    <a:pt x="114417" y="406813"/>
                    <a:pt x="112704" y="407760"/>
                    <a:pt x="110644" y="408726"/>
                  </a:cubicBezTo>
                  <a:lnTo>
                    <a:pt x="96235" y="386001"/>
                  </a:lnTo>
                  <a:close/>
                  <a:moveTo>
                    <a:pt x="101135" y="362884"/>
                  </a:moveTo>
                  <a:cubicBezTo>
                    <a:pt x="104425" y="367578"/>
                    <a:pt x="107265" y="372092"/>
                    <a:pt x="110059" y="376634"/>
                  </a:cubicBezTo>
                  <a:cubicBezTo>
                    <a:pt x="115041" y="384732"/>
                    <a:pt x="119995" y="392847"/>
                    <a:pt x="124961" y="400955"/>
                  </a:cubicBezTo>
                  <a:cubicBezTo>
                    <a:pt x="122255" y="402560"/>
                    <a:pt x="119549" y="404165"/>
                    <a:pt x="116468" y="405449"/>
                  </a:cubicBezTo>
                  <a:cubicBezTo>
                    <a:pt x="115261" y="403408"/>
                    <a:pt x="114565" y="401603"/>
                    <a:pt x="113572" y="399980"/>
                  </a:cubicBezTo>
                  <a:lnTo>
                    <a:pt x="96235" y="371857"/>
                  </a:lnTo>
                  <a:lnTo>
                    <a:pt x="96235" y="365724"/>
                  </a:lnTo>
                  <a:close/>
                  <a:moveTo>
                    <a:pt x="108076" y="358748"/>
                  </a:moveTo>
                  <a:cubicBezTo>
                    <a:pt x="116759" y="371262"/>
                    <a:pt x="124790" y="383651"/>
                    <a:pt x="132821" y="396041"/>
                  </a:cubicBezTo>
                  <a:cubicBezTo>
                    <a:pt x="130414" y="397590"/>
                    <a:pt x="128006" y="399139"/>
                    <a:pt x="125280" y="400821"/>
                  </a:cubicBezTo>
                  <a:cubicBezTo>
                    <a:pt x="119995" y="392847"/>
                    <a:pt x="115041" y="384732"/>
                    <a:pt x="110059" y="376634"/>
                  </a:cubicBezTo>
                  <a:cubicBezTo>
                    <a:pt x="107265" y="372092"/>
                    <a:pt x="104425" y="367578"/>
                    <a:pt x="101454" y="362745"/>
                  </a:cubicBezTo>
                  <a:cubicBezTo>
                    <a:pt x="103343" y="361167"/>
                    <a:pt x="105384" y="359895"/>
                    <a:pt x="108076" y="358748"/>
                  </a:cubicBezTo>
                  <a:close/>
                  <a:moveTo>
                    <a:pt x="114708" y="353651"/>
                  </a:moveTo>
                  <a:cubicBezTo>
                    <a:pt x="119080" y="360452"/>
                    <a:pt x="123044" y="367343"/>
                    <a:pt x="127150" y="374150"/>
                  </a:cubicBezTo>
                  <a:cubicBezTo>
                    <a:pt x="130599" y="379868"/>
                    <a:pt x="134212" y="385488"/>
                    <a:pt x="137890" y="391526"/>
                  </a:cubicBezTo>
                  <a:cubicBezTo>
                    <a:pt x="136491" y="393202"/>
                    <a:pt x="134955" y="394503"/>
                    <a:pt x="133120" y="395922"/>
                  </a:cubicBezTo>
                  <a:cubicBezTo>
                    <a:pt x="124790" y="383651"/>
                    <a:pt x="116758" y="371262"/>
                    <a:pt x="108423" y="358718"/>
                  </a:cubicBezTo>
                  <a:cubicBezTo>
                    <a:pt x="110200" y="356944"/>
                    <a:pt x="112281" y="355324"/>
                    <a:pt x="114708" y="353651"/>
                  </a:cubicBezTo>
                  <a:close/>
                  <a:moveTo>
                    <a:pt x="140887" y="348671"/>
                  </a:moveTo>
                  <a:lnTo>
                    <a:pt x="140887" y="348672"/>
                  </a:lnTo>
                  <a:cubicBezTo>
                    <a:pt x="141138" y="350155"/>
                    <a:pt x="141717" y="351610"/>
                    <a:pt x="142833" y="353021"/>
                  </a:cubicBezTo>
                  <a:close/>
                  <a:moveTo>
                    <a:pt x="132403" y="339371"/>
                  </a:moveTo>
                  <a:cubicBezTo>
                    <a:pt x="133105" y="343281"/>
                    <a:pt x="132318" y="347521"/>
                    <a:pt x="134015" y="350168"/>
                  </a:cubicBezTo>
                  <a:cubicBezTo>
                    <a:pt x="139393" y="358553"/>
                    <a:pt x="143510" y="368117"/>
                    <a:pt x="152826" y="373424"/>
                  </a:cubicBezTo>
                  <a:cubicBezTo>
                    <a:pt x="154290" y="374258"/>
                    <a:pt x="155215" y="376039"/>
                    <a:pt x="156389" y="377382"/>
                  </a:cubicBezTo>
                  <a:cubicBezTo>
                    <a:pt x="153038" y="380294"/>
                    <a:pt x="149687" y="383205"/>
                    <a:pt x="145689" y="385990"/>
                  </a:cubicBezTo>
                  <a:lnTo>
                    <a:pt x="134366" y="371517"/>
                  </a:lnTo>
                  <a:lnTo>
                    <a:pt x="145344" y="386012"/>
                  </a:lnTo>
                  <a:cubicBezTo>
                    <a:pt x="143354" y="388094"/>
                    <a:pt x="141062" y="390028"/>
                    <a:pt x="138261" y="391556"/>
                  </a:cubicBezTo>
                  <a:cubicBezTo>
                    <a:pt x="134212" y="385487"/>
                    <a:pt x="130599" y="379868"/>
                    <a:pt x="127150" y="374150"/>
                  </a:cubicBezTo>
                  <a:cubicBezTo>
                    <a:pt x="123044" y="367343"/>
                    <a:pt x="119080" y="360452"/>
                    <a:pt x="115054" y="353598"/>
                  </a:cubicBezTo>
                  <a:cubicBezTo>
                    <a:pt x="116469" y="352391"/>
                    <a:pt x="117885" y="351184"/>
                    <a:pt x="119599" y="349855"/>
                  </a:cubicBezTo>
                  <a:lnTo>
                    <a:pt x="134359" y="371506"/>
                  </a:lnTo>
                  <a:lnTo>
                    <a:pt x="119898" y="349732"/>
                  </a:lnTo>
                  <a:cubicBezTo>
                    <a:pt x="123949" y="346145"/>
                    <a:pt x="127999" y="342559"/>
                    <a:pt x="132403" y="339371"/>
                  </a:cubicBezTo>
                  <a:close/>
                  <a:moveTo>
                    <a:pt x="913383" y="80422"/>
                  </a:moveTo>
                  <a:cubicBezTo>
                    <a:pt x="924406" y="81085"/>
                    <a:pt x="934153" y="90776"/>
                    <a:pt x="934148" y="103000"/>
                  </a:cubicBezTo>
                  <a:cubicBezTo>
                    <a:pt x="934119" y="176467"/>
                    <a:pt x="934158" y="249934"/>
                    <a:pt x="934107" y="323400"/>
                  </a:cubicBezTo>
                  <a:cubicBezTo>
                    <a:pt x="934100" y="333974"/>
                    <a:pt x="928969" y="341434"/>
                    <a:pt x="919008" y="344889"/>
                  </a:cubicBezTo>
                  <a:cubicBezTo>
                    <a:pt x="910699" y="347770"/>
                    <a:pt x="902526" y="346187"/>
                    <a:pt x="896058" y="340374"/>
                  </a:cubicBezTo>
                  <a:cubicBezTo>
                    <a:pt x="891254" y="336056"/>
                    <a:pt x="888904" y="330052"/>
                    <a:pt x="888912" y="323200"/>
                  </a:cubicBezTo>
                  <a:cubicBezTo>
                    <a:pt x="888991" y="259223"/>
                    <a:pt x="888959" y="195246"/>
                    <a:pt x="888959" y="130779"/>
                  </a:cubicBezTo>
                  <a:cubicBezTo>
                    <a:pt x="888959" y="121125"/>
                    <a:pt x="889016" y="111961"/>
                    <a:pt x="888945" y="102799"/>
                  </a:cubicBezTo>
                  <a:cubicBezTo>
                    <a:pt x="888860" y="91920"/>
                    <a:pt x="897714" y="79478"/>
                    <a:pt x="913383" y="80422"/>
                  </a:cubicBezTo>
                  <a:close/>
                  <a:moveTo>
                    <a:pt x="467986" y="80395"/>
                  </a:moveTo>
                  <a:cubicBezTo>
                    <a:pt x="483134" y="79393"/>
                    <a:pt x="492409" y="92014"/>
                    <a:pt x="492354" y="104971"/>
                  </a:cubicBezTo>
                  <a:cubicBezTo>
                    <a:pt x="492047" y="177454"/>
                    <a:pt x="492187" y="249940"/>
                    <a:pt x="492228" y="322425"/>
                  </a:cubicBezTo>
                  <a:cubicBezTo>
                    <a:pt x="492234" y="333186"/>
                    <a:pt x="487632" y="341009"/>
                    <a:pt x="477542" y="344751"/>
                  </a:cubicBezTo>
                  <a:cubicBezTo>
                    <a:pt x="468915" y="347949"/>
                    <a:pt x="460511" y="346174"/>
                    <a:pt x="453751" y="340061"/>
                  </a:cubicBezTo>
                  <a:cubicBezTo>
                    <a:pt x="449018" y="335781"/>
                    <a:pt x="446998" y="329801"/>
                    <a:pt x="447003" y="323198"/>
                  </a:cubicBezTo>
                  <a:cubicBezTo>
                    <a:pt x="447050" y="256931"/>
                    <a:pt x="447032" y="190663"/>
                    <a:pt x="447032" y="123905"/>
                  </a:cubicBezTo>
                  <a:cubicBezTo>
                    <a:pt x="447357" y="114502"/>
                    <a:pt x="447203" y="105540"/>
                    <a:pt x="448145" y="96695"/>
                  </a:cubicBezTo>
                  <a:cubicBezTo>
                    <a:pt x="449047" y="88235"/>
                    <a:pt x="459363" y="80965"/>
                    <a:pt x="467986" y="80395"/>
                  </a:cubicBezTo>
                  <a:close/>
                  <a:moveTo>
                    <a:pt x="30223" y="80231"/>
                  </a:moveTo>
                  <a:cubicBezTo>
                    <a:pt x="34450" y="80614"/>
                    <a:pt x="38558" y="82238"/>
                    <a:pt x="42340" y="85220"/>
                  </a:cubicBezTo>
                  <a:cubicBezTo>
                    <a:pt x="47553" y="89331"/>
                    <a:pt x="50222" y="95385"/>
                    <a:pt x="50229" y="102072"/>
                  </a:cubicBezTo>
                  <a:cubicBezTo>
                    <a:pt x="50310" y="176197"/>
                    <a:pt x="50309" y="250322"/>
                    <a:pt x="50250" y="324447"/>
                  </a:cubicBezTo>
                  <a:cubicBezTo>
                    <a:pt x="50241" y="336049"/>
                    <a:pt x="40461" y="345316"/>
                    <a:pt x="29013" y="346058"/>
                  </a:cubicBezTo>
                  <a:cubicBezTo>
                    <a:pt x="14834" y="346978"/>
                    <a:pt x="3785" y="334517"/>
                    <a:pt x="5105" y="321182"/>
                  </a:cubicBezTo>
                  <a:cubicBezTo>
                    <a:pt x="5105" y="248382"/>
                    <a:pt x="5109" y="176056"/>
                    <a:pt x="5101" y="103731"/>
                  </a:cubicBezTo>
                  <a:cubicBezTo>
                    <a:pt x="5100" y="94297"/>
                    <a:pt x="8799" y="86687"/>
                    <a:pt x="17401" y="82684"/>
                  </a:cubicBezTo>
                  <a:cubicBezTo>
                    <a:pt x="21653" y="80706"/>
                    <a:pt x="25997" y="79848"/>
                    <a:pt x="30223" y="80231"/>
                  </a:cubicBezTo>
                  <a:close/>
                  <a:moveTo>
                    <a:pt x="469959" y="48011"/>
                  </a:moveTo>
                  <a:cubicBezTo>
                    <a:pt x="465085" y="48050"/>
                    <a:pt x="460171" y="48488"/>
                    <a:pt x="455214" y="49391"/>
                  </a:cubicBezTo>
                  <a:cubicBezTo>
                    <a:pt x="432869" y="53464"/>
                    <a:pt x="412324" y="62392"/>
                    <a:pt x="393460" y="74946"/>
                  </a:cubicBezTo>
                  <a:cubicBezTo>
                    <a:pt x="375269" y="87052"/>
                    <a:pt x="358516" y="100918"/>
                    <a:pt x="344581" y="117894"/>
                  </a:cubicBezTo>
                  <a:cubicBezTo>
                    <a:pt x="336956" y="127184"/>
                    <a:pt x="328986" y="136275"/>
                    <a:pt x="322233" y="146180"/>
                  </a:cubicBezTo>
                  <a:cubicBezTo>
                    <a:pt x="307164" y="168281"/>
                    <a:pt x="292762" y="190836"/>
                    <a:pt x="278010" y="213324"/>
                  </a:cubicBezTo>
                  <a:cubicBezTo>
                    <a:pt x="289203" y="230412"/>
                    <a:pt x="300598" y="247311"/>
                    <a:pt x="311476" y="264536"/>
                  </a:cubicBezTo>
                  <a:cubicBezTo>
                    <a:pt x="327027" y="289160"/>
                    <a:pt x="344777" y="311806"/>
                    <a:pt x="366800" y="331097"/>
                  </a:cubicBezTo>
                  <a:cubicBezTo>
                    <a:pt x="383301" y="345550"/>
                    <a:pt x="401145" y="357722"/>
                    <a:pt x="421155" y="366654"/>
                  </a:cubicBezTo>
                  <a:cubicBezTo>
                    <a:pt x="433987" y="372382"/>
                    <a:pt x="447405" y="376545"/>
                    <a:pt x="461345" y="378122"/>
                  </a:cubicBezTo>
                  <a:cubicBezTo>
                    <a:pt x="477082" y="379902"/>
                    <a:pt x="492573" y="377190"/>
                    <a:pt x="507427" y="372056"/>
                  </a:cubicBezTo>
                  <a:cubicBezTo>
                    <a:pt x="535344" y="362406"/>
                    <a:pt x="559456" y="346344"/>
                    <a:pt x="580900" y="326261"/>
                  </a:cubicBezTo>
                  <a:cubicBezTo>
                    <a:pt x="588374" y="319261"/>
                    <a:pt x="595133" y="311497"/>
                    <a:pt x="602731" y="303593"/>
                  </a:cubicBezTo>
                  <a:cubicBezTo>
                    <a:pt x="625901" y="275233"/>
                    <a:pt x="643500" y="243108"/>
                    <a:pt x="664151" y="213554"/>
                  </a:cubicBezTo>
                  <a:cubicBezTo>
                    <a:pt x="653422" y="197020"/>
                    <a:pt x="643009" y="180990"/>
                    <a:pt x="632613" y="164950"/>
                  </a:cubicBezTo>
                  <a:cubicBezTo>
                    <a:pt x="620670" y="146521"/>
                    <a:pt x="608322" y="128329"/>
                    <a:pt x="593024" y="112514"/>
                  </a:cubicBezTo>
                  <a:cubicBezTo>
                    <a:pt x="584047" y="103235"/>
                    <a:pt x="574134" y="94803"/>
                    <a:pt x="564201" y="86520"/>
                  </a:cubicBezTo>
                  <a:cubicBezTo>
                    <a:pt x="548791" y="73672"/>
                    <a:pt x="531584" y="63699"/>
                    <a:pt x="512782" y="56619"/>
                  </a:cubicBezTo>
                  <a:cubicBezTo>
                    <a:pt x="498836" y="51366"/>
                    <a:pt x="484580" y="47894"/>
                    <a:pt x="469959" y="48011"/>
                  </a:cubicBezTo>
                  <a:close/>
                  <a:moveTo>
                    <a:pt x="35944" y="34"/>
                  </a:moveTo>
                  <a:cubicBezTo>
                    <a:pt x="42617" y="-129"/>
                    <a:pt x="49338" y="298"/>
                    <a:pt x="56076" y="969"/>
                  </a:cubicBezTo>
                  <a:cubicBezTo>
                    <a:pt x="71497" y="2505"/>
                    <a:pt x="85960" y="6871"/>
                    <a:pt x="100186" y="12788"/>
                  </a:cubicBezTo>
                  <a:cubicBezTo>
                    <a:pt x="114573" y="18771"/>
                    <a:pt x="127643" y="26886"/>
                    <a:pt x="140328" y="35739"/>
                  </a:cubicBezTo>
                  <a:cubicBezTo>
                    <a:pt x="155986" y="46667"/>
                    <a:pt x="169396" y="60153"/>
                    <a:pt x="182370" y="73988"/>
                  </a:cubicBezTo>
                  <a:cubicBezTo>
                    <a:pt x="196083" y="88610"/>
                    <a:pt x="207628" y="104949"/>
                    <a:pt x="218292" y="121953"/>
                  </a:cubicBezTo>
                  <a:cubicBezTo>
                    <a:pt x="228678" y="138511"/>
                    <a:pt x="239661" y="154695"/>
                    <a:pt x="250818" y="171708"/>
                  </a:cubicBezTo>
                  <a:cubicBezTo>
                    <a:pt x="255154" y="165139"/>
                    <a:pt x="259201" y="158923"/>
                    <a:pt x="263335" y="152765"/>
                  </a:cubicBezTo>
                  <a:cubicBezTo>
                    <a:pt x="273460" y="137681"/>
                    <a:pt x="283396" y="122462"/>
                    <a:pt x="293873" y="107626"/>
                  </a:cubicBezTo>
                  <a:cubicBezTo>
                    <a:pt x="299138" y="100169"/>
                    <a:pt x="305128" y="93161"/>
                    <a:pt x="311313" y="86431"/>
                  </a:cubicBezTo>
                  <a:cubicBezTo>
                    <a:pt x="318429" y="78687"/>
                    <a:pt x="325912" y="71249"/>
                    <a:pt x="333612" y="64081"/>
                  </a:cubicBezTo>
                  <a:cubicBezTo>
                    <a:pt x="348069" y="50623"/>
                    <a:pt x="363898" y="38999"/>
                    <a:pt x="381083" y="29171"/>
                  </a:cubicBezTo>
                  <a:cubicBezTo>
                    <a:pt x="397894" y="19558"/>
                    <a:pt x="415643" y="12419"/>
                    <a:pt x="434325" y="7453"/>
                  </a:cubicBezTo>
                  <a:cubicBezTo>
                    <a:pt x="450765" y="3084"/>
                    <a:pt x="467607" y="1787"/>
                    <a:pt x="484351" y="3342"/>
                  </a:cubicBezTo>
                  <a:cubicBezTo>
                    <a:pt x="503902" y="5158"/>
                    <a:pt x="522706" y="10726"/>
                    <a:pt x="540701" y="18846"/>
                  </a:cubicBezTo>
                  <a:cubicBezTo>
                    <a:pt x="563295" y="29041"/>
                    <a:pt x="584029" y="42109"/>
                    <a:pt x="602324" y="58831"/>
                  </a:cubicBezTo>
                  <a:cubicBezTo>
                    <a:pt x="612949" y="68543"/>
                    <a:pt x="623548" y="78365"/>
                    <a:pt x="633293" y="88935"/>
                  </a:cubicBezTo>
                  <a:cubicBezTo>
                    <a:pt x="646974" y="103774"/>
                    <a:pt x="658234" y="120525"/>
                    <a:pt x="669007" y="137586"/>
                  </a:cubicBezTo>
                  <a:cubicBezTo>
                    <a:pt x="676142" y="148887"/>
                    <a:pt x="683614" y="159973"/>
                    <a:pt x="691281" y="171683"/>
                  </a:cubicBezTo>
                  <a:cubicBezTo>
                    <a:pt x="696816" y="163330"/>
                    <a:pt x="702065" y="155461"/>
                    <a:pt x="707261" y="147556"/>
                  </a:cubicBezTo>
                  <a:cubicBezTo>
                    <a:pt x="717675" y="131714"/>
                    <a:pt x="727740" y="115629"/>
                    <a:pt x="738580" y="100084"/>
                  </a:cubicBezTo>
                  <a:cubicBezTo>
                    <a:pt x="744897" y="91024"/>
                    <a:pt x="751990" y="82402"/>
                    <a:pt x="759513" y="74306"/>
                  </a:cubicBezTo>
                  <a:cubicBezTo>
                    <a:pt x="776595" y="55924"/>
                    <a:pt x="794944" y="38928"/>
                    <a:pt x="816595" y="25867"/>
                  </a:cubicBezTo>
                  <a:cubicBezTo>
                    <a:pt x="835414" y="14515"/>
                    <a:pt x="855187" y="5357"/>
                    <a:pt x="877102" y="2299"/>
                  </a:cubicBezTo>
                  <a:cubicBezTo>
                    <a:pt x="888763" y="672"/>
                    <a:pt x="900697" y="38"/>
                    <a:pt x="912459" y="427"/>
                  </a:cubicBezTo>
                  <a:cubicBezTo>
                    <a:pt x="921038" y="711"/>
                    <a:pt x="929982" y="1838"/>
                    <a:pt x="936662" y="8961"/>
                  </a:cubicBezTo>
                  <a:cubicBezTo>
                    <a:pt x="942827" y="15534"/>
                    <a:pt x="943514" y="23696"/>
                    <a:pt x="941444" y="31175"/>
                  </a:cubicBezTo>
                  <a:cubicBezTo>
                    <a:pt x="939155" y="39440"/>
                    <a:pt x="932982" y="45750"/>
                    <a:pt x="923451" y="46212"/>
                  </a:cubicBezTo>
                  <a:cubicBezTo>
                    <a:pt x="917664" y="46493"/>
                    <a:pt x="911805" y="45215"/>
                    <a:pt x="906010" y="45442"/>
                  </a:cubicBezTo>
                  <a:cubicBezTo>
                    <a:pt x="897160" y="45788"/>
                    <a:pt x="888116" y="45844"/>
                    <a:pt x="879547" y="47770"/>
                  </a:cubicBezTo>
                  <a:cubicBezTo>
                    <a:pt x="857354" y="52759"/>
                    <a:pt x="838060" y="63883"/>
                    <a:pt x="820920" y="78626"/>
                  </a:cubicBezTo>
                  <a:cubicBezTo>
                    <a:pt x="811575" y="86665"/>
                    <a:pt x="802369" y="94949"/>
                    <a:pt x="793841" y="103833"/>
                  </a:cubicBezTo>
                  <a:cubicBezTo>
                    <a:pt x="780833" y="117384"/>
                    <a:pt x="770503" y="133043"/>
                    <a:pt x="760386" y="148824"/>
                  </a:cubicBezTo>
                  <a:cubicBezTo>
                    <a:pt x="747235" y="169336"/>
                    <a:pt x="733957" y="189767"/>
                    <a:pt x="720549" y="210112"/>
                  </a:cubicBezTo>
                  <a:cubicBezTo>
                    <a:pt x="718906" y="212605"/>
                    <a:pt x="718941" y="213994"/>
                    <a:pt x="720583" y="216462"/>
                  </a:cubicBezTo>
                  <a:cubicBezTo>
                    <a:pt x="735054" y="238210"/>
                    <a:pt x="749824" y="259783"/>
                    <a:pt x="763508" y="282022"/>
                  </a:cubicBezTo>
                  <a:cubicBezTo>
                    <a:pt x="776022" y="302360"/>
                    <a:pt x="790819" y="320704"/>
                    <a:pt x="808087" y="336990"/>
                  </a:cubicBezTo>
                  <a:cubicBezTo>
                    <a:pt x="827433" y="355236"/>
                    <a:pt x="848954" y="370231"/>
                    <a:pt x="874997" y="377656"/>
                  </a:cubicBezTo>
                  <a:cubicBezTo>
                    <a:pt x="888849" y="381605"/>
                    <a:pt x="902724" y="382580"/>
                    <a:pt x="916942" y="379560"/>
                  </a:cubicBezTo>
                  <a:cubicBezTo>
                    <a:pt x="926856" y="377454"/>
                    <a:pt x="939441" y="384636"/>
                    <a:pt x="942094" y="396688"/>
                  </a:cubicBezTo>
                  <a:cubicBezTo>
                    <a:pt x="945693" y="413030"/>
                    <a:pt x="933001" y="425047"/>
                    <a:pt x="918194" y="425421"/>
                  </a:cubicBezTo>
                  <a:cubicBezTo>
                    <a:pt x="911063" y="425601"/>
                    <a:pt x="903941" y="426278"/>
                    <a:pt x="896813" y="426334"/>
                  </a:cubicBezTo>
                  <a:cubicBezTo>
                    <a:pt x="878784" y="426476"/>
                    <a:pt x="861659" y="421914"/>
                    <a:pt x="845132" y="415230"/>
                  </a:cubicBezTo>
                  <a:cubicBezTo>
                    <a:pt x="823634" y="406535"/>
                    <a:pt x="804412" y="394062"/>
                    <a:pt x="786899" y="378859"/>
                  </a:cubicBezTo>
                  <a:cubicBezTo>
                    <a:pt x="761248" y="356590"/>
                    <a:pt x="739750" y="330906"/>
                    <a:pt x="721964" y="301960"/>
                  </a:cubicBezTo>
                  <a:cubicBezTo>
                    <a:pt x="712130" y="285957"/>
                    <a:pt x="701448" y="270476"/>
                    <a:pt x="691204" y="254844"/>
                  </a:cubicBezTo>
                  <a:cubicBezTo>
                    <a:pt x="678556" y="274004"/>
                    <a:pt x="666255" y="293370"/>
                    <a:pt x="653200" y="312213"/>
                  </a:cubicBezTo>
                  <a:cubicBezTo>
                    <a:pt x="639517" y="331961"/>
                    <a:pt x="623040" y="349275"/>
                    <a:pt x="605052" y="365235"/>
                  </a:cubicBezTo>
                  <a:cubicBezTo>
                    <a:pt x="591456" y="377297"/>
                    <a:pt x="577023" y="388130"/>
                    <a:pt x="561224" y="397024"/>
                  </a:cubicBezTo>
                  <a:cubicBezTo>
                    <a:pt x="543140" y="407205"/>
                    <a:pt x="524184" y="415219"/>
                    <a:pt x="503724" y="419645"/>
                  </a:cubicBezTo>
                  <a:cubicBezTo>
                    <a:pt x="491817" y="422220"/>
                    <a:pt x="479958" y="423650"/>
                    <a:pt x="467795" y="423487"/>
                  </a:cubicBezTo>
                  <a:cubicBezTo>
                    <a:pt x="448495" y="423228"/>
                    <a:pt x="430190" y="418424"/>
                    <a:pt x="412282" y="411815"/>
                  </a:cubicBezTo>
                  <a:cubicBezTo>
                    <a:pt x="388734" y="403126"/>
                    <a:pt x="367212" y="390536"/>
                    <a:pt x="348023" y="374598"/>
                  </a:cubicBezTo>
                  <a:cubicBezTo>
                    <a:pt x="334093" y="363029"/>
                    <a:pt x="321419" y="349845"/>
                    <a:pt x="308902" y="336699"/>
                  </a:cubicBezTo>
                  <a:cubicBezTo>
                    <a:pt x="286482" y="313151"/>
                    <a:pt x="270937" y="284637"/>
                    <a:pt x="253231" y="257697"/>
                  </a:cubicBezTo>
                  <a:cubicBezTo>
                    <a:pt x="252562" y="256679"/>
                    <a:pt x="251743" y="255759"/>
                    <a:pt x="251012" y="254815"/>
                  </a:cubicBezTo>
                  <a:cubicBezTo>
                    <a:pt x="235237" y="278741"/>
                    <a:pt x="220147" y="303172"/>
                    <a:pt x="203420" y="326424"/>
                  </a:cubicBezTo>
                  <a:cubicBezTo>
                    <a:pt x="193192" y="340643"/>
                    <a:pt x="180448" y="353052"/>
                    <a:pt x="168206" y="366254"/>
                  </a:cubicBezTo>
                  <a:lnTo>
                    <a:pt x="152222" y="356156"/>
                  </a:lnTo>
                  <a:lnTo>
                    <a:pt x="167904" y="366378"/>
                  </a:lnTo>
                  <a:cubicBezTo>
                    <a:pt x="166448" y="368420"/>
                    <a:pt x="164666" y="370319"/>
                    <a:pt x="162582" y="372345"/>
                  </a:cubicBezTo>
                  <a:cubicBezTo>
                    <a:pt x="159314" y="369977"/>
                    <a:pt x="156143" y="367685"/>
                    <a:pt x="153431" y="364938"/>
                  </a:cubicBezTo>
                  <a:cubicBezTo>
                    <a:pt x="156143" y="367685"/>
                    <a:pt x="159314" y="369977"/>
                    <a:pt x="162281" y="372472"/>
                  </a:cubicBezTo>
                  <a:cubicBezTo>
                    <a:pt x="160541" y="374076"/>
                    <a:pt x="158800" y="375680"/>
                    <a:pt x="156724" y="377333"/>
                  </a:cubicBezTo>
                  <a:cubicBezTo>
                    <a:pt x="155215" y="376039"/>
                    <a:pt x="154290" y="374258"/>
                    <a:pt x="152826" y="373424"/>
                  </a:cubicBezTo>
                  <a:cubicBezTo>
                    <a:pt x="143510" y="368117"/>
                    <a:pt x="139393" y="358553"/>
                    <a:pt x="134016" y="350168"/>
                  </a:cubicBezTo>
                  <a:cubicBezTo>
                    <a:pt x="132318" y="347521"/>
                    <a:pt x="133106" y="343281"/>
                    <a:pt x="132745" y="339314"/>
                  </a:cubicBezTo>
                  <a:cubicBezTo>
                    <a:pt x="135478" y="336001"/>
                    <a:pt x="138221" y="333143"/>
                    <a:pt x="141320" y="330529"/>
                  </a:cubicBezTo>
                  <a:lnTo>
                    <a:pt x="141813" y="335029"/>
                  </a:lnTo>
                  <a:lnTo>
                    <a:pt x="141813" y="335028"/>
                  </a:lnTo>
                  <a:cubicBezTo>
                    <a:pt x="141651" y="333624"/>
                    <a:pt x="141715" y="332193"/>
                    <a:pt x="141624" y="330397"/>
                  </a:cubicBezTo>
                  <a:cubicBezTo>
                    <a:pt x="143640" y="327522"/>
                    <a:pt x="145707" y="325023"/>
                    <a:pt x="148075" y="322382"/>
                  </a:cubicBezTo>
                  <a:lnTo>
                    <a:pt x="149342" y="331675"/>
                  </a:lnTo>
                  <a:lnTo>
                    <a:pt x="148376" y="322239"/>
                  </a:lnTo>
                  <a:cubicBezTo>
                    <a:pt x="167659" y="301885"/>
                    <a:pt x="181345" y="277552"/>
                    <a:pt x="196626" y="254353"/>
                  </a:cubicBezTo>
                  <a:cubicBezTo>
                    <a:pt x="204950" y="241715"/>
                    <a:pt x="213133" y="228982"/>
                    <a:pt x="221614" y="216451"/>
                  </a:cubicBezTo>
                  <a:cubicBezTo>
                    <a:pt x="223284" y="213983"/>
                    <a:pt x="223264" y="212585"/>
                    <a:pt x="221621" y="210102"/>
                  </a:cubicBezTo>
                  <a:cubicBezTo>
                    <a:pt x="203422" y="182602"/>
                    <a:pt x="185619" y="154838"/>
                    <a:pt x="167243" y="127458"/>
                  </a:cubicBezTo>
                  <a:cubicBezTo>
                    <a:pt x="156397" y="111299"/>
                    <a:pt x="142967" y="97348"/>
                    <a:pt x="128345" y="84451"/>
                  </a:cubicBezTo>
                  <a:cubicBezTo>
                    <a:pt x="115773" y="73363"/>
                    <a:pt x="102367" y="63600"/>
                    <a:pt x="87223" y="56485"/>
                  </a:cubicBezTo>
                  <a:cubicBezTo>
                    <a:pt x="74196" y="50364"/>
                    <a:pt x="60650" y="45388"/>
                    <a:pt x="45979" y="45438"/>
                  </a:cubicBezTo>
                  <a:cubicBezTo>
                    <a:pt x="38420" y="45464"/>
                    <a:pt x="30811" y="46149"/>
                    <a:pt x="23321" y="47213"/>
                  </a:cubicBezTo>
                  <a:cubicBezTo>
                    <a:pt x="13584" y="48597"/>
                    <a:pt x="760" y="37737"/>
                    <a:pt x="96" y="27807"/>
                  </a:cubicBezTo>
                  <a:cubicBezTo>
                    <a:pt x="-1009" y="11263"/>
                    <a:pt x="7584" y="4840"/>
                    <a:pt x="16098" y="2642"/>
                  </a:cubicBezTo>
                  <a:cubicBezTo>
                    <a:pt x="22645" y="951"/>
                    <a:pt x="29270" y="197"/>
                    <a:pt x="35944" y="34"/>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80" name="Freeform: Shape 2679">
              <a:extLst>
                <a:ext uri="{FF2B5EF4-FFF2-40B4-BE49-F238E27FC236}">
                  <a16:creationId xmlns:a16="http://schemas.microsoft.com/office/drawing/2014/main" id="{FE3C0269-1B07-14BB-434B-C6EC8C0CC9C4}"/>
                </a:ext>
                <a:ext uri="{C183D7F6-B498-43B3-948B-1728B52AA6E4}">
                  <adec:decorative xmlns:adec="http://schemas.microsoft.com/office/drawing/2017/decorative" val="1"/>
                </a:ext>
              </a:extLst>
            </p:cNvPr>
            <p:cNvSpPr/>
            <p:nvPr/>
          </p:nvSpPr>
          <p:spPr>
            <a:xfrm>
              <a:off x="5534335" y="5209807"/>
              <a:ext cx="623795" cy="228340"/>
            </a:xfrm>
            <a:custGeom>
              <a:avLst/>
              <a:gdLst>
                <a:gd name="connsiteX0" fmla="*/ 0 w 845778"/>
                <a:gd name="connsiteY0" fmla="*/ 243514 h 309597"/>
                <a:gd name="connsiteX1" fmla="*/ 66466 w 845778"/>
                <a:gd name="connsiteY1" fmla="*/ 243514 h 309597"/>
                <a:gd name="connsiteX2" fmla="*/ 66466 w 845778"/>
                <a:gd name="connsiteY2" fmla="*/ 309597 h 309597"/>
                <a:gd name="connsiteX3" fmla="*/ 0 w 845778"/>
                <a:gd name="connsiteY3" fmla="*/ 309597 h 309597"/>
                <a:gd name="connsiteX4" fmla="*/ 374618 w 845778"/>
                <a:gd name="connsiteY4" fmla="*/ 1012 h 309597"/>
                <a:gd name="connsiteX5" fmla="*/ 403687 w 845778"/>
                <a:gd name="connsiteY5" fmla="*/ 23037 h 309597"/>
                <a:gd name="connsiteX6" fmla="*/ 403782 w 845778"/>
                <a:gd name="connsiteY6" fmla="*/ 158022 h 309597"/>
                <a:gd name="connsiteX7" fmla="*/ 388683 w 845778"/>
                <a:gd name="connsiteY7" fmla="*/ 179323 h 309597"/>
                <a:gd name="connsiteX8" fmla="*/ 365573 w 845778"/>
                <a:gd name="connsiteY8" fmla="*/ 174596 h 309597"/>
                <a:gd name="connsiteX9" fmla="*/ 358617 w 845778"/>
                <a:gd name="connsiteY9" fmla="*/ 158149 h 309597"/>
                <a:gd name="connsiteX10" fmla="*/ 358646 w 845778"/>
                <a:gd name="connsiteY10" fmla="*/ 84029 h 309597"/>
                <a:gd name="connsiteX11" fmla="*/ 358655 w 845778"/>
                <a:gd name="connsiteY11" fmla="*/ 22672 h 309597"/>
                <a:gd name="connsiteX12" fmla="*/ 374618 w 845778"/>
                <a:gd name="connsiteY12" fmla="*/ 1012 h 309597"/>
                <a:gd name="connsiteX13" fmla="*/ 825851 w 845778"/>
                <a:gd name="connsiteY13" fmla="*/ 104 h 309597"/>
                <a:gd name="connsiteX14" fmla="*/ 837844 w 845778"/>
                <a:gd name="connsiteY14" fmla="*/ 5133 h 309597"/>
                <a:gd name="connsiteX15" fmla="*/ 845696 w 845778"/>
                <a:gd name="connsiteY15" fmla="*/ 21696 h 309597"/>
                <a:gd name="connsiteX16" fmla="*/ 845698 w 845778"/>
                <a:gd name="connsiteY16" fmla="*/ 159149 h 309597"/>
                <a:gd name="connsiteX17" fmla="*/ 821372 w 845778"/>
                <a:gd name="connsiteY17" fmla="*/ 180389 h 309597"/>
                <a:gd name="connsiteX18" fmla="*/ 800574 w 845778"/>
                <a:gd name="connsiteY18" fmla="*/ 156542 h 309597"/>
                <a:gd name="connsiteX19" fmla="*/ 800575 w 845778"/>
                <a:gd name="connsiteY19" fmla="*/ 23527 h 309597"/>
                <a:gd name="connsiteX20" fmla="*/ 813140 w 845778"/>
                <a:gd name="connsiteY20" fmla="*/ 2400 h 309597"/>
                <a:gd name="connsiteX21" fmla="*/ 825851 w 845778"/>
                <a:gd name="connsiteY21" fmla="*/ 104 h 309597"/>
                <a:gd name="connsiteX22" fmla="*/ 117844 w 845778"/>
                <a:gd name="connsiteY22" fmla="*/ 55 h 309597"/>
                <a:gd name="connsiteX23" fmla="*/ 129861 w 845778"/>
                <a:gd name="connsiteY23" fmla="*/ 4531 h 309597"/>
                <a:gd name="connsiteX24" fmla="*/ 138599 w 845778"/>
                <a:gd name="connsiteY24" fmla="*/ 22059 h 309597"/>
                <a:gd name="connsiteX25" fmla="*/ 138673 w 845778"/>
                <a:gd name="connsiteY25" fmla="*/ 158517 h 309597"/>
                <a:gd name="connsiteX26" fmla="*/ 114924 w 845778"/>
                <a:gd name="connsiteY26" fmla="*/ 180396 h 309597"/>
                <a:gd name="connsiteX27" fmla="*/ 93501 w 845778"/>
                <a:gd name="connsiteY27" fmla="*/ 158143 h 309597"/>
                <a:gd name="connsiteX28" fmla="*/ 93490 w 845778"/>
                <a:gd name="connsiteY28" fmla="*/ 69298 h 309597"/>
                <a:gd name="connsiteX29" fmla="*/ 93476 w 845778"/>
                <a:gd name="connsiteY29" fmla="*/ 23648 h 309597"/>
                <a:gd name="connsiteX30" fmla="*/ 105508 w 845778"/>
                <a:gd name="connsiteY30" fmla="*/ 2644 h 309597"/>
                <a:gd name="connsiteX31" fmla="*/ 117844 w 845778"/>
                <a:gd name="connsiteY31" fmla="*/ 55 h 309597"/>
                <a:gd name="connsiteX32" fmla="*/ 559954 w 845778"/>
                <a:gd name="connsiteY32" fmla="*/ 51 h 309597"/>
                <a:gd name="connsiteX33" fmla="*/ 571910 w 845778"/>
                <a:gd name="connsiteY33" fmla="*/ 4593 h 309597"/>
                <a:gd name="connsiteX34" fmla="*/ 580525 w 845778"/>
                <a:gd name="connsiteY34" fmla="*/ 21702 h 309597"/>
                <a:gd name="connsiteX35" fmla="*/ 580562 w 845778"/>
                <a:gd name="connsiteY35" fmla="*/ 159060 h 309597"/>
                <a:gd name="connsiteX36" fmla="*/ 564627 w 845778"/>
                <a:gd name="connsiteY36" fmla="*/ 179947 h 309597"/>
                <a:gd name="connsiteX37" fmla="*/ 540308 w 845778"/>
                <a:gd name="connsiteY37" fmla="*/ 171923 h 309597"/>
                <a:gd name="connsiteX38" fmla="*/ 539037 w 845778"/>
                <a:gd name="connsiteY38" fmla="*/ 170595 h 309597"/>
                <a:gd name="connsiteX39" fmla="*/ 535566 w 845778"/>
                <a:gd name="connsiteY39" fmla="*/ 155434 h 309597"/>
                <a:gd name="connsiteX40" fmla="*/ 535395 w 845778"/>
                <a:gd name="connsiteY40" fmla="*/ 23963 h 309597"/>
                <a:gd name="connsiteX41" fmla="*/ 547582 w 845778"/>
                <a:gd name="connsiteY41" fmla="*/ 2587 h 309597"/>
                <a:gd name="connsiteX42" fmla="*/ 559954 w 845778"/>
                <a:gd name="connsiteY42" fmla="*/ 51 h 30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45778" h="309597">
                  <a:moveTo>
                    <a:pt x="0" y="243514"/>
                  </a:moveTo>
                  <a:lnTo>
                    <a:pt x="66466" y="243514"/>
                  </a:lnTo>
                  <a:lnTo>
                    <a:pt x="66466" y="309597"/>
                  </a:lnTo>
                  <a:lnTo>
                    <a:pt x="0" y="309597"/>
                  </a:lnTo>
                  <a:close/>
                  <a:moveTo>
                    <a:pt x="374618" y="1012"/>
                  </a:moveTo>
                  <a:cubicBezTo>
                    <a:pt x="390654" y="-2190"/>
                    <a:pt x="403528" y="5320"/>
                    <a:pt x="403687" y="23037"/>
                  </a:cubicBezTo>
                  <a:cubicBezTo>
                    <a:pt x="404090" y="68029"/>
                    <a:pt x="403872" y="113027"/>
                    <a:pt x="403782" y="158022"/>
                  </a:cubicBezTo>
                  <a:cubicBezTo>
                    <a:pt x="403761" y="168511"/>
                    <a:pt x="398589" y="175941"/>
                    <a:pt x="388683" y="179323"/>
                  </a:cubicBezTo>
                  <a:cubicBezTo>
                    <a:pt x="380290" y="182188"/>
                    <a:pt x="372084" y="180424"/>
                    <a:pt x="365573" y="174596"/>
                  </a:cubicBezTo>
                  <a:cubicBezTo>
                    <a:pt x="360979" y="170484"/>
                    <a:pt x="358598" y="164695"/>
                    <a:pt x="358617" y="158149"/>
                  </a:cubicBezTo>
                  <a:cubicBezTo>
                    <a:pt x="358690" y="133606"/>
                    <a:pt x="358646" y="109063"/>
                    <a:pt x="358646" y="84029"/>
                  </a:cubicBezTo>
                  <a:cubicBezTo>
                    <a:pt x="358646" y="63249"/>
                    <a:pt x="358625" y="42961"/>
                    <a:pt x="358655" y="22672"/>
                  </a:cubicBezTo>
                  <a:cubicBezTo>
                    <a:pt x="358671" y="12417"/>
                    <a:pt x="365144" y="2904"/>
                    <a:pt x="374618" y="1012"/>
                  </a:cubicBezTo>
                  <a:close/>
                  <a:moveTo>
                    <a:pt x="825851" y="104"/>
                  </a:moveTo>
                  <a:cubicBezTo>
                    <a:pt x="830042" y="505"/>
                    <a:pt x="834114" y="2127"/>
                    <a:pt x="837844" y="5133"/>
                  </a:cubicBezTo>
                  <a:cubicBezTo>
                    <a:pt x="842918" y="9223"/>
                    <a:pt x="845682" y="15100"/>
                    <a:pt x="845696" y="21696"/>
                  </a:cubicBezTo>
                  <a:cubicBezTo>
                    <a:pt x="845795" y="67514"/>
                    <a:pt x="845815" y="113332"/>
                    <a:pt x="845698" y="159149"/>
                  </a:cubicBezTo>
                  <a:cubicBezTo>
                    <a:pt x="845671" y="169732"/>
                    <a:pt x="836793" y="181336"/>
                    <a:pt x="821372" y="180389"/>
                  </a:cubicBezTo>
                  <a:cubicBezTo>
                    <a:pt x="809663" y="179669"/>
                    <a:pt x="800623" y="170073"/>
                    <a:pt x="800574" y="156542"/>
                  </a:cubicBezTo>
                  <a:cubicBezTo>
                    <a:pt x="800574" y="111890"/>
                    <a:pt x="800574" y="67709"/>
                    <a:pt x="800575" y="23527"/>
                  </a:cubicBezTo>
                  <a:cubicBezTo>
                    <a:pt x="800575" y="13990"/>
                    <a:pt x="804396" y="6301"/>
                    <a:pt x="813140" y="2400"/>
                  </a:cubicBezTo>
                  <a:cubicBezTo>
                    <a:pt x="817348" y="524"/>
                    <a:pt x="821659" y="-297"/>
                    <a:pt x="825851" y="104"/>
                  </a:cubicBezTo>
                  <a:close/>
                  <a:moveTo>
                    <a:pt x="117844" y="55"/>
                  </a:moveTo>
                  <a:cubicBezTo>
                    <a:pt x="121964" y="314"/>
                    <a:pt x="126031" y="1751"/>
                    <a:pt x="129861" y="4531"/>
                  </a:cubicBezTo>
                  <a:cubicBezTo>
                    <a:pt x="135740" y="8798"/>
                    <a:pt x="138579" y="14987"/>
                    <a:pt x="138599" y="22059"/>
                  </a:cubicBezTo>
                  <a:cubicBezTo>
                    <a:pt x="138728" y="67545"/>
                    <a:pt x="138654" y="113031"/>
                    <a:pt x="138673" y="158517"/>
                  </a:cubicBezTo>
                  <a:cubicBezTo>
                    <a:pt x="138677" y="169502"/>
                    <a:pt x="129525" y="181216"/>
                    <a:pt x="114924" y="180396"/>
                  </a:cubicBezTo>
                  <a:cubicBezTo>
                    <a:pt x="103064" y="179731"/>
                    <a:pt x="93514" y="170455"/>
                    <a:pt x="93501" y="158143"/>
                  </a:cubicBezTo>
                  <a:cubicBezTo>
                    <a:pt x="93468" y="128691"/>
                    <a:pt x="93490" y="99240"/>
                    <a:pt x="93490" y="69298"/>
                  </a:cubicBezTo>
                  <a:cubicBezTo>
                    <a:pt x="93490" y="53754"/>
                    <a:pt x="93527" y="38701"/>
                    <a:pt x="93476" y="23648"/>
                  </a:cubicBezTo>
                  <a:cubicBezTo>
                    <a:pt x="93445" y="14287"/>
                    <a:pt x="97117" y="6652"/>
                    <a:pt x="105508" y="2644"/>
                  </a:cubicBezTo>
                  <a:cubicBezTo>
                    <a:pt x="109549" y="714"/>
                    <a:pt x="113723" y="-204"/>
                    <a:pt x="117844" y="55"/>
                  </a:cubicBezTo>
                  <a:close/>
                  <a:moveTo>
                    <a:pt x="559954" y="51"/>
                  </a:moveTo>
                  <a:cubicBezTo>
                    <a:pt x="564073" y="336"/>
                    <a:pt x="568123" y="1801"/>
                    <a:pt x="571910" y="4593"/>
                  </a:cubicBezTo>
                  <a:cubicBezTo>
                    <a:pt x="577539" y="8744"/>
                    <a:pt x="580505" y="14781"/>
                    <a:pt x="580525" y="21702"/>
                  </a:cubicBezTo>
                  <a:cubicBezTo>
                    <a:pt x="580654" y="67488"/>
                    <a:pt x="580629" y="113274"/>
                    <a:pt x="580562" y="159060"/>
                  </a:cubicBezTo>
                  <a:cubicBezTo>
                    <a:pt x="580548" y="168399"/>
                    <a:pt x="573964" y="176777"/>
                    <a:pt x="564627" y="179947"/>
                  </a:cubicBezTo>
                  <a:cubicBezTo>
                    <a:pt x="556717" y="182632"/>
                    <a:pt x="545506" y="178927"/>
                    <a:pt x="540308" y="171923"/>
                  </a:cubicBezTo>
                  <a:cubicBezTo>
                    <a:pt x="540018" y="171533"/>
                    <a:pt x="539633" y="171213"/>
                    <a:pt x="539037" y="170595"/>
                  </a:cubicBezTo>
                  <a:cubicBezTo>
                    <a:pt x="537660" y="165364"/>
                    <a:pt x="535595" y="160405"/>
                    <a:pt x="535566" y="155434"/>
                  </a:cubicBezTo>
                  <a:cubicBezTo>
                    <a:pt x="535311" y="111612"/>
                    <a:pt x="535447" y="67787"/>
                    <a:pt x="535395" y="23963"/>
                  </a:cubicBezTo>
                  <a:cubicBezTo>
                    <a:pt x="535384" y="14429"/>
                    <a:pt x="538967" y="6672"/>
                    <a:pt x="547582" y="2587"/>
                  </a:cubicBezTo>
                  <a:cubicBezTo>
                    <a:pt x="551646" y="660"/>
                    <a:pt x="555834" y="-234"/>
                    <a:pt x="559954" y="51"/>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111" name="Group 110">
            <a:extLst>
              <a:ext uri="{FF2B5EF4-FFF2-40B4-BE49-F238E27FC236}">
                <a16:creationId xmlns:a16="http://schemas.microsoft.com/office/drawing/2014/main" id="{29E17B06-E747-BD7E-95DA-3D2FF964DCDB}"/>
              </a:ext>
              <a:ext uri="{C183D7F6-B498-43B3-948B-1728B52AA6E4}">
                <adec:decorative xmlns:adec="http://schemas.microsoft.com/office/drawing/2017/decorative" val="1"/>
              </a:ext>
            </a:extLst>
          </p:cNvPr>
          <p:cNvGrpSpPr>
            <a:grpSpLocks noChangeAspect="1"/>
          </p:cNvGrpSpPr>
          <p:nvPr/>
        </p:nvGrpSpPr>
        <p:grpSpPr>
          <a:xfrm>
            <a:off x="6528401" y="5049527"/>
            <a:ext cx="423526" cy="457200"/>
            <a:chOff x="6401101" y="5049527"/>
            <a:chExt cx="423526" cy="457200"/>
          </a:xfrm>
          <a:solidFill>
            <a:srgbClr val="FF0000"/>
          </a:solidFill>
        </p:grpSpPr>
        <p:sp>
          <p:nvSpPr>
            <p:cNvPr id="2682" name="Freeform: Shape 2681">
              <a:extLst>
                <a:ext uri="{FF2B5EF4-FFF2-40B4-BE49-F238E27FC236}">
                  <a16:creationId xmlns:a16="http://schemas.microsoft.com/office/drawing/2014/main" id="{9285DB2D-7C9D-A9C5-0753-38171D477388}"/>
                </a:ext>
                <a:ext uri="{C183D7F6-B498-43B3-948B-1728B52AA6E4}">
                  <adec:decorative xmlns:adec="http://schemas.microsoft.com/office/drawing/2017/decorative" val="1"/>
                </a:ext>
              </a:extLst>
            </p:cNvPr>
            <p:cNvSpPr/>
            <p:nvPr/>
          </p:nvSpPr>
          <p:spPr>
            <a:xfrm>
              <a:off x="6401101" y="5049527"/>
              <a:ext cx="423526" cy="457200"/>
            </a:xfrm>
            <a:custGeom>
              <a:avLst/>
              <a:gdLst>
                <a:gd name="connsiteX0" fmla="*/ 428530 w 901394"/>
                <a:gd name="connsiteY0" fmla="*/ 549324 h 973063"/>
                <a:gd name="connsiteX1" fmla="*/ 472864 w 901394"/>
                <a:gd name="connsiteY1" fmla="*/ 549324 h 973063"/>
                <a:gd name="connsiteX2" fmla="*/ 472864 w 901394"/>
                <a:gd name="connsiteY2" fmla="*/ 617529 h 973063"/>
                <a:gd name="connsiteX3" fmla="*/ 472864 w 901394"/>
                <a:gd name="connsiteY3" fmla="*/ 686292 h 973063"/>
                <a:gd name="connsiteX4" fmla="*/ 560699 w 901394"/>
                <a:gd name="connsiteY4" fmla="*/ 737004 h 973063"/>
                <a:gd name="connsiteX5" fmla="*/ 538532 w 901394"/>
                <a:gd name="connsiteY5" fmla="*/ 775398 h 973063"/>
                <a:gd name="connsiteX6" fmla="*/ 472864 w 901394"/>
                <a:gd name="connsiteY6" fmla="*/ 737485 h 973063"/>
                <a:gd name="connsiteX7" fmla="*/ 472864 w 901394"/>
                <a:gd name="connsiteY7" fmla="*/ 813855 h 973063"/>
                <a:gd name="connsiteX8" fmla="*/ 605568 w 901394"/>
                <a:gd name="connsiteY8" fmla="*/ 890471 h 973063"/>
                <a:gd name="connsiteX9" fmla="*/ 583401 w 901394"/>
                <a:gd name="connsiteY9" fmla="*/ 928866 h 973063"/>
                <a:gd name="connsiteX10" fmla="*/ 472864 w 901394"/>
                <a:gd name="connsiteY10" fmla="*/ 865048 h 973063"/>
                <a:gd name="connsiteX11" fmla="*/ 472864 w 901394"/>
                <a:gd name="connsiteY11" fmla="*/ 973063 h 973063"/>
                <a:gd name="connsiteX12" fmla="*/ 428530 w 901394"/>
                <a:gd name="connsiteY12" fmla="*/ 973063 h 973063"/>
                <a:gd name="connsiteX13" fmla="*/ 428530 w 901394"/>
                <a:gd name="connsiteY13" fmla="*/ 865048 h 973063"/>
                <a:gd name="connsiteX14" fmla="*/ 317993 w 901394"/>
                <a:gd name="connsiteY14" fmla="*/ 928866 h 973063"/>
                <a:gd name="connsiteX15" fmla="*/ 295826 w 901394"/>
                <a:gd name="connsiteY15" fmla="*/ 890472 h 973063"/>
                <a:gd name="connsiteX16" fmla="*/ 428530 w 901394"/>
                <a:gd name="connsiteY16" fmla="*/ 813855 h 973063"/>
                <a:gd name="connsiteX17" fmla="*/ 428530 w 901394"/>
                <a:gd name="connsiteY17" fmla="*/ 737485 h 973063"/>
                <a:gd name="connsiteX18" fmla="*/ 362863 w 901394"/>
                <a:gd name="connsiteY18" fmla="*/ 775399 h 973063"/>
                <a:gd name="connsiteX19" fmla="*/ 340696 w 901394"/>
                <a:gd name="connsiteY19" fmla="*/ 737004 h 973063"/>
                <a:gd name="connsiteX20" fmla="*/ 428530 w 901394"/>
                <a:gd name="connsiteY20" fmla="*/ 686293 h 973063"/>
                <a:gd name="connsiteX21" fmla="*/ 428530 w 901394"/>
                <a:gd name="connsiteY21" fmla="*/ 617529 h 973063"/>
                <a:gd name="connsiteX22" fmla="*/ 387740 w 901394"/>
                <a:gd name="connsiteY22" fmla="*/ 496831 h 973063"/>
                <a:gd name="connsiteX23" fmla="*/ 407954 w 901394"/>
                <a:gd name="connsiteY23" fmla="*/ 537260 h 973063"/>
                <a:gd name="connsiteX24" fmla="*/ 287509 w 901394"/>
                <a:gd name="connsiteY24" fmla="*/ 606799 h 973063"/>
                <a:gd name="connsiteX25" fmla="*/ 287509 w 901394"/>
                <a:gd name="connsiteY25" fmla="*/ 708222 h 973063"/>
                <a:gd name="connsiteX26" fmla="*/ 243175 w 901394"/>
                <a:gd name="connsiteY26" fmla="*/ 708222 h 973063"/>
                <a:gd name="connsiteX27" fmla="*/ 243175 w 901394"/>
                <a:gd name="connsiteY27" fmla="*/ 632395 h 973063"/>
                <a:gd name="connsiteX28" fmla="*/ 177037 w 901394"/>
                <a:gd name="connsiteY28" fmla="*/ 670580 h 973063"/>
                <a:gd name="connsiteX29" fmla="*/ 177037 w 901394"/>
                <a:gd name="connsiteY29" fmla="*/ 823813 h 973063"/>
                <a:gd name="connsiteX30" fmla="*/ 132704 w 901394"/>
                <a:gd name="connsiteY30" fmla="*/ 823813 h 973063"/>
                <a:gd name="connsiteX31" fmla="*/ 132704 w 901394"/>
                <a:gd name="connsiteY31" fmla="*/ 696176 h 973063"/>
                <a:gd name="connsiteX32" fmla="*/ 39159 w 901394"/>
                <a:gd name="connsiteY32" fmla="*/ 750184 h 973063"/>
                <a:gd name="connsiteX33" fmla="*/ 16992 w 901394"/>
                <a:gd name="connsiteY33" fmla="*/ 711789 h 973063"/>
                <a:gd name="connsiteX34" fmla="*/ 110536 w 901394"/>
                <a:gd name="connsiteY34" fmla="*/ 657782 h 973063"/>
                <a:gd name="connsiteX35" fmla="*/ 0 w 901394"/>
                <a:gd name="connsiteY35" fmla="*/ 593963 h 973063"/>
                <a:gd name="connsiteX36" fmla="*/ 22167 w 901394"/>
                <a:gd name="connsiteY36" fmla="*/ 555569 h 973063"/>
                <a:gd name="connsiteX37" fmla="*/ 154870 w 901394"/>
                <a:gd name="connsiteY37" fmla="*/ 632185 h 973063"/>
                <a:gd name="connsiteX38" fmla="*/ 221008 w 901394"/>
                <a:gd name="connsiteY38" fmla="*/ 594001 h 973063"/>
                <a:gd name="connsiteX39" fmla="*/ 155341 w 901394"/>
                <a:gd name="connsiteY39" fmla="*/ 556087 h 973063"/>
                <a:gd name="connsiteX40" fmla="*/ 177508 w 901394"/>
                <a:gd name="connsiteY40" fmla="*/ 517693 h 973063"/>
                <a:gd name="connsiteX41" fmla="*/ 265342 w 901394"/>
                <a:gd name="connsiteY41" fmla="*/ 568404 h 973063"/>
                <a:gd name="connsiteX42" fmla="*/ 371381 w 901394"/>
                <a:gd name="connsiteY42" fmla="*/ 507183 h 973063"/>
                <a:gd name="connsiteX43" fmla="*/ 370988 w 901394"/>
                <a:gd name="connsiteY43" fmla="*/ 506503 h 973063"/>
                <a:gd name="connsiteX44" fmla="*/ 513655 w 901394"/>
                <a:gd name="connsiteY44" fmla="*/ 496831 h 973063"/>
                <a:gd name="connsiteX45" fmla="*/ 534679 w 901394"/>
                <a:gd name="connsiteY45" fmla="*/ 508969 h 973063"/>
                <a:gd name="connsiteX46" fmla="*/ 534286 w 901394"/>
                <a:gd name="connsiteY46" fmla="*/ 509649 h 973063"/>
                <a:gd name="connsiteX47" fmla="*/ 636052 w 901394"/>
                <a:gd name="connsiteY47" fmla="*/ 568403 h 973063"/>
                <a:gd name="connsiteX48" fmla="*/ 723886 w 901394"/>
                <a:gd name="connsiteY48" fmla="*/ 517693 h 973063"/>
                <a:gd name="connsiteX49" fmla="*/ 746053 w 901394"/>
                <a:gd name="connsiteY49" fmla="*/ 556087 h 973063"/>
                <a:gd name="connsiteX50" fmla="*/ 680386 w 901394"/>
                <a:gd name="connsiteY50" fmla="*/ 594000 h 973063"/>
                <a:gd name="connsiteX51" fmla="*/ 746525 w 901394"/>
                <a:gd name="connsiteY51" fmla="*/ 632185 h 973063"/>
                <a:gd name="connsiteX52" fmla="*/ 879227 w 901394"/>
                <a:gd name="connsiteY52" fmla="*/ 555569 h 973063"/>
                <a:gd name="connsiteX53" fmla="*/ 901394 w 901394"/>
                <a:gd name="connsiteY53" fmla="*/ 593963 h 973063"/>
                <a:gd name="connsiteX54" fmla="*/ 790859 w 901394"/>
                <a:gd name="connsiteY54" fmla="*/ 657781 h 973063"/>
                <a:gd name="connsiteX55" fmla="*/ 884403 w 901394"/>
                <a:gd name="connsiteY55" fmla="*/ 711789 h 973063"/>
                <a:gd name="connsiteX56" fmla="*/ 862236 w 901394"/>
                <a:gd name="connsiteY56" fmla="*/ 750183 h 973063"/>
                <a:gd name="connsiteX57" fmla="*/ 768691 w 901394"/>
                <a:gd name="connsiteY57" fmla="*/ 696175 h 973063"/>
                <a:gd name="connsiteX58" fmla="*/ 768691 w 901394"/>
                <a:gd name="connsiteY58" fmla="*/ 823813 h 973063"/>
                <a:gd name="connsiteX59" fmla="*/ 724357 w 901394"/>
                <a:gd name="connsiteY59" fmla="*/ 823813 h 973063"/>
                <a:gd name="connsiteX60" fmla="*/ 724357 w 901394"/>
                <a:gd name="connsiteY60" fmla="*/ 670579 h 973063"/>
                <a:gd name="connsiteX61" fmla="*/ 658219 w 901394"/>
                <a:gd name="connsiteY61" fmla="*/ 632394 h 973063"/>
                <a:gd name="connsiteX62" fmla="*/ 658219 w 901394"/>
                <a:gd name="connsiteY62" fmla="*/ 708221 h 973063"/>
                <a:gd name="connsiteX63" fmla="*/ 613885 w 901394"/>
                <a:gd name="connsiteY63" fmla="*/ 708221 h 973063"/>
                <a:gd name="connsiteX64" fmla="*/ 613885 w 901394"/>
                <a:gd name="connsiteY64" fmla="*/ 606798 h 973063"/>
                <a:gd name="connsiteX65" fmla="*/ 493441 w 901394"/>
                <a:gd name="connsiteY65" fmla="*/ 537259 h 973063"/>
                <a:gd name="connsiteX66" fmla="*/ 724357 w 901394"/>
                <a:gd name="connsiteY66" fmla="*/ 149251 h 973063"/>
                <a:gd name="connsiteX67" fmla="*/ 768691 w 901394"/>
                <a:gd name="connsiteY67" fmla="*/ 149251 h 973063"/>
                <a:gd name="connsiteX68" fmla="*/ 768691 w 901394"/>
                <a:gd name="connsiteY68" fmla="*/ 276889 h 973063"/>
                <a:gd name="connsiteX69" fmla="*/ 862236 w 901394"/>
                <a:gd name="connsiteY69" fmla="*/ 222881 h 973063"/>
                <a:gd name="connsiteX70" fmla="*/ 884403 w 901394"/>
                <a:gd name="connsiteY70" fmla="*/ 261275 h 973063"/>
                <a:gd name="connsiteX71" fmla="*/ 790858 w 901394"/>
                <a:gd name="connsiteY71" fmla="*/ 315283 h 973063"/>
                <a:gd name="connsiteX72" fmla="*/ 901394 w 901394"/>
                <a:gd name="connsiteY72" fmla="*/ 379101 h 973063"/>
                <a:gd name="connsiteX73" fmla="*/ 879227 w 901394"/>
                <a:gd name="connsiteY73" fmla="*/ 417495 h 973063"/>
                <a:gd name="connsiteX74" fmla="*/ 746525 w 901394"/>
                <a:gd name="connsiteY74" fmla="*/ 340879 h 973063"/>
                <a:gd name="connsiteX75" fmla="*/ 680386 w 901394"/>
                <a:gd name="connsiteY75" fmla="*/ 379064 h 973063"/>
                <a:gd name="connsiteX76" fmla="*/ 746053 w 901394"/>
                <a:gd name="connsiteY76" fmla="*/ 416977 h 973063"/>
                <a:gd name="connsiteX77" fmla="*/ 723886 w 901394"/>
                <a:gd name="connsiteY77" fmla="*/ 455372 h 973063"/>
                <a:gd name="connsiteX78" fmla="*/ 636052 w 901394"/>
                <a:gd name="connsiteY78" fmla="*/ 404660 h 973063"/>
                <a:gd name="connsiteX79" fmla="*/ 513303 w 901394"/>
                <a:gd name="connsiteY79" fmla="*/ 475530 h 973063"/>
                <a:gd name="connsiteX80" fmla="*/ 493440 w 901394"/>
                <a:gd name="connsiteY80" fmla="*/ 435805 h 973063"/>
                <a:gd name="connsiteX81" fmla="*/ 613885 w 901394"/>
                <a:gd name="connsiteY81" fmla="*/ 366266 h 973063"/>
                <a:gd name="connsiteX82" fmla="*/ 613885 w 901394"/>
                <a:gd name="connsiteY82" fmla="*/ 264843 h 973063"/>
                <a:gd name="connsiteX83" fmla="*/ 658219 w 901394"/>
                <a:gd name="connsiteY83" fmla="*/ 264843 h 973063"/>
                <a:gd name="connsiteX84" fmla="*/ 658219 w 901394"/>
                <a:gd name="connsiteY84" fmla="*/ 340670 h 973063"/>
                <a:gd name="connsiteX85" fmla="*/ 724357 w 901394"/>
                <a:gd name="connsiteY85" fmla="*/ 302485 h 973063"/>
                <a:gd name="connsiteX86" fmla="*/ 132704 w 901394"/>
                <a:gd name="connsiteY86" fmla="*/ 149251 h 973063"/>
                <a:gd name="connsiteX87" fmla="*/ 177037 w 901394"/>
                <a:gd name="connsiteY87" fmla="*/ 149251 h 973063"/>
                <a:gd name="connsiteX88" fmla="*/ 177037 w 901394"/>
                <a:gd name="connsiteY88" fmla="*/ 302484 h 973063"/>
                <a:gd name="connsiteX89" fmla="*/ 243175 w 901394"/>
                <a:gd name="connsiteY89" fmla="*/ 340669 h 973063"/>
                <a:gd name="connsiteX90" fmla="*/ 243175 w 901394"/>
                <a:gd name="connsiteY90" fmla="*/ 264842 h 973063"/>
                <a:gd name="connsiteX91" fmla="*/ 287509 w 901394"/>
                <a:gd name="connsiteY91" fmla="*/ 264842 h 973063"/>
                <a:gd name="connsiteX92" fmla="*/ 287509 w 901394"/>
                <a:gd name="connsiteY92" fmla="*/ 366265 h 973063"/>
                <a:gd name="connsiteX93" fmla="*/ 407954 w 901394"/>
                <a:gd name="connsiteY93" fmla="*/ 435804 h 973063"/>
                <a:gd name="connsiteX94" fmla="*/ 388092 w 901394"/>
                <a:gd name="connsiteY94" fmla="*/ 475529 h 973063"/>
                <a:gd name="connsiteX95" fmla="*/ 265342 w 901394"/>
                <a:gd name="connsiteY95" fmla="*/ 404660 h 973063"/>
                <a:gd name="connsiteX96" fmla="*/ 177508 w 901394"/>
                <a:gd name="connsiteY96" fmla="*/ 455371 h 973063"/>
                <a:gd name="connsiteX97" fmla="*/ 155341 w 901394"/>
                <a:gd name="connsiteY97" fmla="*/ 416977 h 973063"/>
                <a:gd name="connsiteX98" fmla="*/ 221008 w 901394"/>
                <a:gd name="connsiteY98" fmla="*/ 379064 h 973063"/>
                <a:gd name="connsiteX99" fmla="*/ 154870 w 901394"/>
                <a:gd name="connsiteY99" fmla="*/ 340879 h 973063"/>
                <a:gd name="connsiteX100" fmla="*/ 22167 w 901394"/>
                <a:gd name="connsiteY100" fmla="*/ 417495 h 973063"/>
                <a:gd name="connsiteX101" fmla="*/ 0 w 901394"/>
                <a:gd name="connsiteY101" fmla="*/ 379100 h 973063"/>
                <a:gd name="connsiteX102" fmla="*/ 110536 w 901394"/>
                <a:gd name="connsiteY102" fmla="*/ 315283 h 973063"/>
                <a:gd name="connsiteX103" fmla="*/ 16992 w 901394"/>
                <a:gd name="connsiteY103" fmla="*/ 261275 h 973063"/>
                <a:gd name="connsiteX104" fmla="*/ 39159 w 901394"/>
                <a:gd name="connsiteY104" fmla="*/ 222880 h 973063"/>
                <a:gd name="connsiteX105" fmla="*/ 132704 w 901394"/>
                <a:gd name="connsiteY105" fmla="*/ 276888 h 973063"/>
                <a:gd name="connsiteX106" fmla="*/ 428530 w 901394"/>
                <a:gd name="connsiteY106" fmla="*/ 0 h 973063"/>
                <a:gd name="connsiteX107" fmla="*/ 472864 w 901394"/>
                <a:gd name="connsiteY107" fmla="*/ 0 h 973063"/>
                <a:gd name="connsiteX108" fmla="*/ 472864 w 901394"/>
                <a:gd name="connsiteY108" fmla="*/ 108016 h 973063"/>
                <a:gd name="connsiteX109" fmla="*/ 583401 w 901394"/>
                <a:gd name="connsiteY109" fmla="*/ 44198 h 973063"/>
                <a:gd name="connsiteX110" fmla="*/ 605568 w 901394"/>
                <a:gd name="connsiteY110" fmla="*/ 82592 h 973063"/>
                <a:gd name="connsiteX111" fmla="*/ 472864 w 901394"/>
                <a:gd name="connsiteY111" fmla="*/ 159208 h 973063"/>
                <a:gd name="connsiteX112" fmla="*/ 472864 w 901394"/>
                <a:gd name="connsiteY112" fmla="*/ 235579 h 973063"/>
                <a:gd name="connsiteX113" fmla="*/ 538532 w 901394"/>
                <a:gd name="connsiteY113" fmla="*/ 197665 h 973063"/>
                <a:gd name="connsiteX114" fmla="*/ 560699 w 901394"/>
                <a:gd name="connsiteY114" fmla="*/ 236060 h 973063"/>
                <a:gd name="connsiteX115" fmla="*/ 472864 w 901394"/>
                <a:gd name="connsiteY115" fmla="*/ 286771 h 973063"/>
                <a:gd name="connsiteX116" fmla="*/ 472864 w 901394"/>
                <a:gd name="connsiteY116" fmla="*/ 423740 h 973063"/>
                <a:gd name="connsiteX117" fmla="*/ 428530 w 901394"/>
                <a:gd name="connsiteY117" fmla="*/ 423740 h 973063"/>
                <a:gd name="connsiteX118" fmla="*/ 428530 w 901394"/>
                <a:gd name="connsiteY118" fmla="*/ 286771 h 973063"/>
                <a:gd name="connsiteX119" fmla="*/ 340696 w 901394"/>
                <a:gd name="connsiteY119" fmla="*/ 236059 h 973063"/>
                <a:gd name="connsiteX120" fmla="*/ 362863 w 901394"/>
                <a:gd name="connsiteY120" fmla="*/ 197665 h 973063"/>
                <a:gd name="connsiteX121" fmla="*/ 428530 w 901394"/>
                <a:gd name="connsiteY121" fmla="*/ 235578 h 973063"/>
                <a:gd name="connsiteX122" fmla="*/ 428530 w 901394"/>
                <a:gd name="connsiteY122" fmla="*/ 159208 h 973063"/>
                <a:gd name="connsiteX123" fmla="*/ 295826 w 901394"/>
                <a:gd name="connsiteY123" fmla="*/ 82592 h 973063"/>
                <a:gd name="connsiteX124" fmla="*/ 317993 w 901394"/>
                <a:gd name="connsiteY124" fmla="*/ 44198 h 973063"/>
                <a:gd name="connsiteX125" fmla="*/ 428530 w 901394"/>
                <a:gd name="connsiteY125" fmla="*/ 108016 h 973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901394" h="973063">
                  <a:moveTo>
                    <a:pt x="428530" y="549324"/>
                  </a:moveTo>
                  <a:lnTo>
                    <a:pt x="472864" y="549324"/>
                  </a:lnTo>
                  <a:lnTo>
                    <a:pt x="472864" y="617529"/>
                  </a:lnTo>
                  <a:lnTo>
                    <a:pt x="472864" y="686292"/>
                  </a:lnTo>
                  <a:lnTo>
                    <a:pt x="560699" y="737004"/>
                  </a:lnTo>
                  <a:lnTo>
                    <a:pt x="538532" y="775398"/>
                  </a:lnTo>
                  <a:lnTo>
                    <a:pt x="472864" y="737485"/>
                  </a:lnTo>
                  <a:lnTo>
                    <a:pt x="472864" y="813855"/>
                  </a:lnTo>
                  <a:lnTo>
                    <a:pt x="605568" y="890471"/>
                  </a:lnTo>
                  <a:lnTo>
                    <a:pt x="583401" y="928866"/>
                  </a:lnTo>
                  <a:lnTo>
                    <a:pt x="472864" y="865048"/>
                  </a:lnTo>
                  <a:lnTo>
                    <a:pt x="472864" y="973063"/>
                  </a:lnTo>
                  <a:lnTo>
                    <a:pt x="428530" y="973063"/>
                  </a:lnTo>
                  <a:lnTo>
                    <a:pt x="428530" y="865048"/>
                  </a:lnTo>
                  <a:lnTo>
                    <a:pt x="317993" y="928866"/>
                  </a:lnTo>
                  <a:lnTo>
                    <a:pt x="295826" y="890472"/>
                  </a:lnTo>
                  <a:lnTo>
                    <a:pt x="428530" y="813855"/>
                  </a:lnTo>
                  <a:lnTo>
                    <a:pt x="428530" y="737485"/>
                  </a:lnTo>
                  <a:lnTo>
                    <a:pt x="362863" y="775399"/>
                  </a:lnTo>
                  <a:lnTo>
                    <a:pt x="340696" y="737004"/>
                  </a:lnTo>
                  <a:lnTo>
                    <a:pt x="428530" y="686293"/>
                  </a:lnTo>
                  <a:lnTo>
                    <a:pt x="428530" y="617529"/>
                  </a:lnTo>
                  <a:close/>
                  <a:moveTo>
                    <a:pt x="387740" y="496831"/>
                  </a:moveTo>
                  <a:lnTo>
                    <a:pt x="407954" y="537260"/>
                  </a:lnTo>
                  <a:lnTo>
                    <a:pt x="287509" y="606799"/>
                  </a:lnTo>
                  <a:lnTo>
                    <a:pt x="287509" y="708222"/>
                  </a:lnTo>
                  <a:lnTo>
                    <a:pt x="243175" y="708222"/>
                  </a:lnTo>
                  <a:lnTo>
                    <a:pt x="243175" y="632395"/>
                  </a:lnTo>
                  <a:lnTo>
                    <a:pt x="177037" y="670580"/>
                  </a:lnTo>
                  <a:lnTo>
                    <a:pt x="177037" y="823813"/>
                  </a:lnTo>
                  <a:lnTo>
                    <a:pt x="132704" y="823813"/>
                  </a:lnTo>
                  <a:lnTo>
                    <a:pt x="132704" y="696176"/>
                  </a:lnTo>
                  <a:lnTo>
                    <a:pt x="39159" y="750184"/>
                  </a:lnTo>
                  <a:lnTo>
                    <a:pt x="16992" y="711789"/>
                  </a:lnTo>
                  <a:lnTo>
                    <a:pt x="110536" y="657782"/>
                  </a:lnTo>
                  <a:lnTo>
                    <a:pt x="0" y="593963"/>
                  </a:lnTo>
                  <a:lnTo>
                    <a:pt x="22167" y="555569"/>
                  </a:lnTo>
                  <a:lnTo>
                    <a:pt x="154870" y="632185"/>
                  </a:lnTo>
                  <a:lnTo>
                    <a:pt x="221008" y="594001"/>
                  </a:lnTo>
                  <a:lnTo>
                    <a:pt x="155341" y="556087"/>
                  </a:lnTo>
                  <a:lnTo>
                    <a:pt x="177508" y="517693"/>
                  </a:lnTo>
                  <a:lnTo>
                    <a:pt x="265342" y="568404"/>
                  </a:lnTo>
                  <a:lnTo>
                    <a:pt x="371381" y="507183"/>
                  </a:lnTo>
                  <a:lnTo>
                    <a:pt x="370988" y="506503"/>
                  </a:lnTo>
                  <a:close/>
                  <a:moveTo>
                    <a:pt x="513655" y="496831"/>
                  </a:moveTo>
                  <a:lnTo>
                    <a:pt x="534679" y="508969"/>
                  </a:lnTo>
                  <a:lnTo>
                    <a:pt x="534286" y="509649"/>
                  </a:lnTo>
                  <a:lnTo>
                    <a:pt x="636052" y="568403"/>
                  </a:lnTo>
                  <a:lnTo>
                    <a:pt x="723886" y="517693"/>
                  </a:lnTo>
                  <a:lnTo>
                    <a:pt x="746053" y="556087"/>
                  </a:lnTo>
                  <a:lnTo>
                    <a:pt x="680386" y="594000"/>
                  </a:lnTo>
                  <a:lnTo>
                    <a:pt x="746525" y="632185"/>
                  </a:lnTo>
                  <a:lnTo>
                    <a:pt x="879227" y="555569"/>
                  </a:lnTo>
                  <a:lnTo>
                    <a:pt x="901394" y="593963"/>
                  </a:lnTo>
                  <a:lnTo>
                    <a:pt x="790859" y="657781"/>
                  </a:lnTo>
                  <a:lnTo>
                    <a:pt x="884403" y="711789"/>
                  </a:lnTo>
                  <a:lnTo>
                    <a:pt x="862236" y="750183"/>
                  </a:lnTo>
                  <a:lnTo>
                    <a:pt x="768691" y="696175"/>
                  </a:lnTo>
                  <a:lnTo>
                    <a:pt x="768691" y="823813"/>
                  </a:lnTo>
                  <a:lnTo>
                    <a:pt x="724357" y="823813"/>
                  </a:lnTo>
                  <a:lnTo>
                    <a:pt x="724357" y="670579"/>
                  </a:lnTo>
                  <a:lnTo>
                    <a:pt x="658219" y="632394"/>
                  </a:lnTo>
                  <a:lnTo>
                    <a:pt x="658219" y="708221"/>
                  </a:lnTo>
                  <a:lnTo>
                    <a:pt x="613885" y="708221"/>
                  </a:lnTo>
                  <a:lnTo>
                    <a:pt x="613885" y="606798"/>
                  </a:lnTo>
                  <a:lnTo>
                    <a:pt x="493441" y="537259"/>
                  </a:lnTo>
                  <a:close/>
                  <a:moveTo>
                    <a:pt x="724357" y="149251"/>
                  </a:moveTo>
                  <a:lnTo>
                    <a:pt x="768691" y="149251"/>
                  </a:lnTo>
                  <a:lnTo>
                    <a:pt x="768691" y="276889"/>
                  </a:lnTo>
                  <a:lnTo>
                    <a:pt x="862236" y="222881"/>
                  </a:lnTo>
                  <a:lnTo>
                    <a:pt x="884403" y="261275"/>
                  </a:lnTo>
                  <a:lnTo>
                    <a:pt x="790858" y="315283"/>
                  </a:lnTo>
                  <a:lnTo>
                    <a:pt x="901394" y="379101"/>
                  </a:lnTo>
                  <a:lnTo>
                    <a:pt x="879227" y="417495"/>
                  </a:lnTo>
                  <a:lnTo>
                    <a:pt x="746525" y="340879"/>
                  </a:lnTo>
                  <a:lnTo>
                    <a:pt x="680386" y="379064"/>
                  </a:lnTo>
                  <a:lnTo>
                    <a:pt x="746053" y="416977"/>
                  </a:lnTo>
                  <a:lnTo>
                    <a:pt x="723886" y="455372"/>
                  </a:lnTo>
                  <a:lnTo>
                    <a:pt x="636052" y="404660"/>
                  </a:lnTo>
                  <a:lnTo>
                    <a:pt x="513303" y="475530"/>
                  </a:lnTo>
                  <a:lnTo>
                    <a:pt x="493440" y="435805"/>
                  </a:lnTo>
                  <a:lnTo>
                    <a:pt x="613885" y="366266"/>
                  </a:lnTo>
                  <a:lnTo>
                    <a:pt x="613885" y="264843"/>
                  </a:lnTo>
                  <a:lnTo>
                    <a:pt x="658219" y="264843"/>
                  </a:lnTo>
                  <a:lnTo>
                    <a:pt x="658219" y="340670"/>
                  </a:lnTo>
                  <a:lnTo>
                    <a:pt x="724357" y="302485"/>
                  </a:lnTo>
                  <a:close/>
                  <a:moveTo>
                    <a:pt x="132704" y="149251"/>
                  </a:moveTo>
                  <a:lnTo>
                    <a:pt x="177037" y="149251"/>
                  </a:lnTo>
                  <a:lnTo>
                    <a:pt x="177037" y="302484"/>
                  </a:lnTo>
                  <a:lnTo>
                    <a:pt x="243175" y="340669"/>
                  </a:lnTo>
                  <a:lnTo>
                    <a:pt x="243175" y="264842"/>
                  </a:lnTo>
                  <a:lnTo>
                    <a:pt x="287509" y="264842"/>
                  </a:lnTo>
                  <a:lnTo>
                    <a:pt x="287509" y="366265"/>
                  </a:lnTo>
                  <a:lnTo>
                    <a:pt x="407954" y="435804"/>
                  </a:lnTo>
                  <a:lnTo>
                    <a:pt x="388092" y="475529"/>
                  </a:lnTo>
                  <a:lnTo>
                    <a:pt x="265342" y="404660"/>
                  </a:lnTo>
                  <a:lnTo>
                    <a:pt x="177508" y="455371"/>
                  </a:lnTo>
                  <a:lnTo>
                    <a:pt x="155341" y="416977"/>
                  </a:lnTo>
                  <a:lnTo>
                    <a:pt x="221008" y="379064"/>
                  </a:lnTo>
                  <a:lnTo>
                    <a:pt x="154870" y="340879"/>
                  </a:lnTo>
                  <a:lnTo>
                    <a:pt x="22167" y="417495"/>
                  </a:lnTo>
                  <a:lnTo>
                    <a:pt x="0" y="379100"/>
                  </a:lnTo>
                  <a:lnTo>
                    <a:pt x="110536" y="315283"/>
                  </a:lnTo>
                  <a:lnTo>
                    <a:pt x="16992" y="261275"/>
                  </a:lnTo>
                  <a:lnTo>
                    <a:pt x="39159" y="222880"/>
                  </a:lnTo>
                  <a:lnTo>
                    <a:pt x="132704" y="276888"/>
                  </a:lnTo>
                  <a:close/>
                  <a:moveTo>
                    <a:pt x="428530" y="0"/>
                  </a:moveTo>
                  <a:lnTo>
                    <a:pt x="472864" y="0"/>
                  </a:lnTo>
                  <a:lnTo>
                    <a:pt x="472864" y="108016"/>
                  </a:lnTo>
                  <a:lnTo>
                    <a:pt x="583401" y="44198"/>
                  </a:lnTo>
                  <a:lnTo>
                    <a:pt x="605568" y="82592"/>
                  </a:lnTo>
                  <a:lnTo>
                    <a:pt x="472864" y="159208"/>
                  </a:lnTo>
                  <a:lnTo>
                    <a:pt x="472864" y="235579"/>
                  </a:lnTo>
                  <a:lnTo>
                    <a:pt x="538532" y="197665"/>
                  </a:lnTo>
                  <a:lnTo>
                    <a:pt x="560699" y="236060"/>
                  </a:lnTo>
                  <a:lnTo>
                    <a:pt x="472864" y="286771"/>
                  </a:lnTo>
                  <a:lnTo>
                    <a:pt x="472864" y="423740"/>
                  </a:lnTo>
                  <a:lnTo>
                    <a:pt x="428530" y="423740"/>
                  </a:lnTo>
                  <a:lnTo>
                    <a:pt x="428530" y="286771"/>
                  </a:lnTo>
                  <a:lnTo>
                    <a:pt x="340696" y="236059"/>
                  </a:lnTo>
                  <a:lnTo>
                    <a:pt x="362863" y="197665"/>
                  </a:lnTo>
                  <a:lnTo>
                    <a:pt x="428530" y="235578"/>
                  </a:lnTo>
                  <a:lnTo>
                    <a:pt x="428530" y="159208"/>
                  </a:lnTo>
                  <a:lnTo>
                    <a:pt x="295826" y="82592"/>
                  </a:lnTo>
                  <a:lnTo>
                    <a:pt x="317993" y="44198"/>
                  </a:lnTo>
                  <a:lnTo>
                    <a:pt x="428530" y="108016"/>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83" name="Rectangle 2682">
              <a:extLst>
                <a:ext uri="{FF2B5EF4-FFF2-40B4-BE49-F238E27FC236}">
                  <a16:creationId xmlns:a16="http://schemas.microsoft.com/office/drawing/2014/main" id="{D1C83A24-8745-0DB1-0315-C9FBC24579C7}"/>
                </a:ext>
                <a:ext uri="{C183D7F6-B498-43B3-948B-1728B52AA6E4}">
                  <adec:decorative xmlns:adec="http://schemas.microsoft.com/office/drawing/2017/decorative" val="1"/>
                </a:ext>
              </a:extLst>
            </p:cNvPr>
            <p:cNvSpPr/>
            <p:nvPr/>
          </p:nvSpPr>
          <p:spPr>
            <a:xfrm>
              <a:off x="6597304" y="5262567"/>
              <a:ext cx="31120" cy="31120"/>
            </a:xfrm>
            <a:prstGeom prst="rect">
              <a:avLst/>
            </a:prstGeom>
            <a:solidFill>
              <a:schemeClr val="accent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0" name="Group 109">
            <a:extLst>
              <a:ext uri="{FF2B5EF4-FFF2-40B4-BE49-F238E27FC236}">
                <a16:creationId xmlns:a16="http://schemas.microsoft.com/office/drawing/2014/main" id="{52DA59D2-13FA-29BB-020B-94C78F30A638}"/>
              </a:ext>
              <a:ext uri="{C183D7F6-B498-43B3-948B-1728B52AA6E4}">
                <adec:decorative xmlns:adec="http://schemas.microsoft.com/office/drawing/2017/decorative" val="1"/>
              </a:ext>
            </a:extLst>
          </p:cNvPr>
          <p:cNvGrpSpPr>
            <a:grpSpLocks noChangeAspect="1"/>
          </p:cNvGrpSpPr>
          <p:nvPr/>
        </p:nvGrpSpPr>
        <p:grpSpPr>
          <a:xfrm>
            <a:off x="7159625" y="5049527"/>
            <a:ext cx="404660" cy="457200"/>
            <a:chOff x="6996108" y="5049527"/>
            <a:chExt cx="404660" cy="457200"/>
          </a:xfrm>
          <a:solidFill>
            <a:srgbClr val="FF0000"/>
          </a:solidFill>
        </p:grpSpPr>
        <p:sp>
          <p:nvSpPr>
            <p:cNvPr id="2685" name="Freeform: Shape 2684">
              <a:extLst>
                <a:ext uri="{FF2B5EF4-FFF2-40B4-BE49-F238E27FC236}">
                  <a16:creationId xmlns:a16="http://schemas.microsoft.com/office/drawing/2014/main" id="{A2543E2E-A8DC-A524-5606-3C5CDCF4894A}"/>
                </a:ext>
                <a:ext uri="{C183D7F6-B498-43B3-948B-1728B52AA6E4}">
                  <adec:decorative xmlns:adec="http://schemas.microsoft.com/office/drawing/2017/decorative" val="1"/>
                </a:ext>
              </a:extLst>
            </p:cNvPr>
            <p:cNvSpPr/>
            <p:nvPr/>
          </p:nvSpPr>
          <p:spPr>
            <a:xfrm>
              <a:off x="6996108" y="5049527"/>
              <a:ext cx="404660" cy="457200"/>
            </a:xfrm>
            <a:custGeom>
              <a:avLst/>
              <a:gdLst>
                <a:gd name="connsiteX0" fmla="*/ 432281 w 860605"/>
                <a:gd name="connsiteY0" fmla="*/ 685025 h 972344"/>
                <a:gd name="connsiteX1" fmla="*/ 432044 w 860605"/>
                <a:gd name="connsiteY1" fmla="*/ 685150 h 972344"/>
                <a:gd name="connsiteX2" fmla="*/ 319823 w 860605"/>
                <a:gd name="connsiteY2" fmla="*/ 730207 h 972344"/>
                <a:gd name="connsiteX3" fmla="*/ 320329 w 860605"/>
                <a:gd name="connsiteY3" fmla="*/ 733313 h 972344"/>
                <a:gd name="connsiteX4" fmla="*/ 430304 w 860605"/>
                <a:gd name="connsiteY4" fmla="*/ 928198 h 972344"/>
                <a:gd name="connsiteX5" fmla="*/ 532645 w 860605"/>
                <a:gd name="connsiteY5" fmla="*/ 767341 h 972344"/>
                <a:gd name="connsiteX6" fmla="*/ 539499 w 860605"/>
                <a:gd name="connsiteY6" fmla="*/ 729688 h 972344"/>
                <a:gd name="connsiteX7" fmla="*/ 471089 w 860605"/>
                <a:gd name="connsiteY7" fmla="*/ 704674 h 972344"/>
                <a:gd name="connsiteX8" fmla="*/ 305571 w 860605"/>
                <a:gd name="connsiteY8" fmla="*/ 616475 h 972344"/>
                <a:gd name="connsiteX9" fmla="*/ 308101 w 860605"/>
                <a:gd name="connsiteY9" fmla="*/ 658228 h 972344"/>
                <a:gd name="connsiteX10" fmla="*/ 313036 w 860605"/>
                <a:gd name="connsiteY10" fmla="*/ 688536 h 972344"/>
                <a:gd name="connsiteX11" fmla="*/ 342399 w 860605"/>
                <a:gd name="connsiteY11" fmla="*/ 678032 h 972344"/>
                <a:gd name="connsiteX12" fmla="*/ 380699 w 860605"/>
                <a:gd name="connsiteY12" fmla="*/ 658908 h 972344"/>
                <a:gd name="connsiteX13" fmla="*/ 341911 w 860605"/>
                <a:gd name="connsiteY13" fmla="*/ 639270 h 972344"/>
                <a:gd name="connsiteX14" fmla="*/ 555037 w 860605"/>
                <a:gd name="connsiteY14" fmla="*/ 616472 h 972344"/>
                <a:gd name="connsiteX15" fmla="*/ 518694 w 860605"/>
                <a:gd name="connsiteY15" fmla="*/ 639270 h 972344"/>
                <a:gd name="connsiteX16" fmla="*/ 478652 w 860605"/>
                <a:gd name="connsiteY16" fmla="*/ 660472 h 972344"/>
                <a:gd name="connsiteX17" fmla="*/ 480806 w 860605"/>
                <a:gd name="connsiteY17" fmla="*/ 661589 h 972344"/>
                <a:gd name="connsiteX18" fmla="*/ 547073 w 860605"/>
                <a:gd name="connsiteY18" fmla="*/ 688083 h 972344"/>
                <a:gd name="connsiteX19" fmla="*/ 552508 w 860605"/>
                <a:gd name="connsiteY19" fmla="*/ 658228 h 972344"/>
                <a:gd name="connsiteX20" fmla="*/ 26369 w 860605"/>
                <a:gd name="connsiteY20" fmla="*/ 613091 h 972344"/>
                <a:gd name="connsiteX21" fmla="*/ 56052 w 860605"/>
                <a:gd name="connsiteY21" fmla="*/ 637998 h 972344"/>
                <a:gd name="connsiteX22" fmla="*/ 51768 w 860605"/>
                <a:gd name="connsiteY22" fmla="*/ 645109 h 972344"/>
                <a:gd name="connsiteX23" fmla="*/ 47497 w 860605"/>
                <a:gd name="connsiteY23" fmla="*/ 707184 h 972344"/>
                <a:gd name="connsiteX24" fmla="*/ 9265 w 860605"/>
                <a:gd name="connsiteY24" fmla="*/ 729258 h 972344"/>
                <a:gd name="connsiteX25" fmla="*/ 7947 w 860605"/>
                <a:gd name="connsiteY25" fmla="*/ 650563 h 972344"/>
                <a:gd name="connsiteX26" fmla="*/ 605452 w 860605"/>
                <a:gd name="connsiteY26" fmla="*/ 441598 h 972344"/>
                <a:gd name="connsiteX27" fmla="*/ 607086 w 860605"/>
                <a:gd name="connsiteY27" fmla="*/ 486172 h 972344"/>
                <a:gd name="connsiteX28" fmla="*/ 605452 w 860605"/>
                <a:gd name="connsiteY28" fmla="*/ 530746 h 972344"/>
                <a:gd name="connsiteX29" fmla="*/ 640410 w 860605"/>
                <a:gd name="connsiteY29" fmla="*/ 505975 h 972344"/>
                <a:gd name="connsiteX30" fmla="*/ 664189 w 860605"/>
                <a:gd name="connsiteY30" fmla="*/ 485797 h 972344"/>
                <a:gd name="connsiteX31" fmla="*/ 640410 w 860605"/>
                <a:gd name="connsiteY31" fmla="*/ 466369 h 972344"/>
                <a:gd name="connsiteX32" fmla="*/ 255156 w 860605"/>
                <a:gd name="connsiteY32" fmla="*/ 441595 h 972344"/>
                <a:gd name="connsiteX33" fmla="*/ 220195 w 860605"/>
                <a:gd name="connsiteY33" fmla="*/ 466368 h 972344"/>
                <a:gd name="connsiteX34" fmla="*/ 196894 w 860605"/>
                <a:gd name="connsiteY34" fmla="*/ 486937 h 972344"/>
                <a:gd name="connsiteX35" fmla="*/ 220195 w 860605"/>
                <a:gd name="connsiteY35" fmla="*/ 505976 h 972344"/>
                <a:gd name="connsiteX36" fmla="*/ 255156 w 860605"/>
                <a:gd name="connsiteY36" fmla="*/ 530749 h 972344"/>
                <a:gd name="connsiteX37" fmla="*/ 253522 w 860605"/>
                <a:gd name="connsiteY37" fmla="*/ 486172 h 972344"/>
                <a:gd name="connsiteX38" fmla="*/ 430302 w 860605"/>
                <a:gd name="connsiteY38" fmla="*/ 338204 h 972344"/>
                <a:gd name="connsiteX39" fmla="*/ 363989 w 860605"/>
                <a:gd name="connsiteY39" fmla="*/ 371314 h 972344"/>
                <a:gd name="connsiteX40" fmla="*/ 302326 w 860605"/>
                <a:gd name="connsiteY40" fmla="*/ 409447 h 972344"/>
                <a:gd name="connsiteX41" fmla="*/ 297678 w 860605"/>
                <a:gd name="connsiteY41" fmla="*/ 486172 h 972344"/>
                <a:gd name="connsiteX42" fmla="*/ 302326 w 860605"/>
                <a:gd name="connsiteY42" fmla="*/ 562897 h 972344"/>
                <a:gd name="connsiteX43" fmla="*/ 363989 w 860605"/>
                <a:gd name="connsiteY43" fmla="*/ 601030 h 972344"/>
                <a:gd name="connsiteX44" fmla="*/ 429058 w 860605"/>
                <a:gd name="connsiteY44" fmla="*/ 634762 h 972344"/>
                <a:gd name="connsiteX45" fmla="*/ 496616 w 860605"/>
                <a:gd name="connsiteY45" fmla="*/ 601030 h 972344"/>
                <a:gd name="connsiteX46" fmla="*/ 558283 w 860605"/>
                <a:gd name="connsiteY46" fmla="*/ 562895 h 972344"/>
                <a:gd name="connsiteX47" fmla="*/ 562930 w 860605"/>
                <a:gd name="connsiteY47" fmla="*/ 486172 h 972344"/>
                <a:gd name="connsiteX48" fmla="*/ 558283 w 860605"/>
                <a:gd name="connsiteY48" fmla="*/ 409449 h 972344"/>
                <a:gd name="connsiteX49" fmla="*/ 496616 w 860605"/>
                <a:gd name="connsiteY49" fmla="*/ 371315 h 972344"/>
                <a:gd name="connsiteX50" fmla="*/ 314151 w 860605"/>
                <a:gd name="connsiteY50" fmla="*/ 284208 h 972344"/>
                <a:gd name="connsiteX51" fmla="*/ 308101 w 860605"/>
                <a:gd name="connsiteY51" fmla="*/ 314116 h 972344"/>
                <a:gd name="connsiteX52" fmla="*/ 305513 w 860605"/>
                <a:gd name="connsiteY52" fmla="*/ 356844 h 972344"/>
                <a:gd name="connsiteX53" fmla="*/ 341911 w 860605"/>
                <a:gd name="connsiteY53" fmla="*/ 333074 h 972344"/>
                <a:gd name="connsiteX54" fmla="*/ 380259 w 860605"/>
                <a:gd name="connsiteY54" fmla="*/ 313216 h 972344"/>
                <a:gd name="connsiteX55" fmla="*/ 342399 w 860605"/>
                <a:gd name="connsiteY55" fmla="*/ 294313 h 972344"/>
                <a:gd name="connsiteX56" fmla="*/ 547477 w 860605"/>
                <a:gd name="connsiteY56" fmla="*/ 283223 h 972344"/>
                <a:gd name="connsiteX57" fmla="*/ 518206 w 860605"/>
                <a:gd name="connsiteY57" fmla="*/ 294312 h 972344"/>
                <a:gd name="connsiteX58" fmla="*/ 480780 w 860605"/>
                <a:gd name="connsiteY58" fmla="*/ 313000 h 972344"/>
                <a:gd name="connsiteX59" fmla="*/ 518694 w 860605"/>
                <a:gd name="connsiteY59" fmla="*/ 333074 h 972344"/>
                <a:gd name="connsiteX60" fmla="*/ 555037 w 860605"/>
                <a:gd name="connsiteY60" fmla="*/ 355872 h 972344"/>
                <a:gd name="connsiteX61" fmla="*/ 552508 w 860605"/>
                <a:gd name="connsiteY61" fmla="*/ 314116 h 972344"/>
                <a:gd name="connsiteX62" fmla="*/ 430304 w 860605"/>
                <a:gd name="connsiteY62" fmla="*/ 0 h 972344"/>
                <a:gd name="connsiteX63" fmla="*/ 576895 w 860605"/>
                <a:gd name="connsiteY63" fmla="*/ 214349 h 972344"/>
                <a:gd name="connsiteX64" fmla="*/ 579660 w 860605"/>
                <a:gd name="connsiteY64" fmla="*/ 228359 h 972344"/>
                <a:gd name="connsiteX65" fmla="*/ 647970 w 860605"/>
                <a:gd name="connsiteY65" fmla="*/ 209401 h 972344"/>
                <a:gd name="connsiteX66" fmla="*/ 730013 w 860605"/>
                <a:gd name="connsiteY66" fmla="*/ 199004 h 972344"/>
                <a:gd name="connsiteX67" fmla="*/ 851340 w 860605"/>
                <a:gd name="connsiteY67" fmla="*/ 243086 h 972344"/>
                <a:gd name="connsiteX68" fmla="*/ 813108 w 860605"/>
                <a:gd name="connsiteY68" fmla="*/ 265159 h 972344"/>
                <a:gd name="connsiteX69" fmla="*/ 589345 w 860605"/>
                <a:gd name="connsiteY69" fmla="*/ 267360 h 972344"/>
                <a:gd name="connsiteX70" fmla="*/ 587496 w 860605"/>
                <a:gd name="connsiteY70" fmla="*/ 268061 h 972344"/>
                <a:gd name="connsiteX71" fmla="*/ 593194 w 860605"/>
                <a:gd name="connsiteY71" fmla="*/ 296932 h 972344"/>
                <a:gd name="connsiteX72" fmla="*/ 603282 w 860605"/>
                <a:gd name="connsiteY72" fmla="*/ 386305 h 972344"/>
                <a:gd name="connsiteX73" fmla="*/ 675634 w 860605"/>
                <a:gd name="connsiteY73" fmla="*/ 439725 h 972344"/>
                <a:gd name="connsiteX74" fmla="*/ 696737 w 860605"/>
                <a:gd name="connsiteY74" fmla="*/ 458177 h 972344"/>
                <a:gd name="connsiteX75" fmla="*/ 724973 w 860605"/>
                <a:gd name="connsiteY75" fmla="*/ 434217 h 972344"/>
                <a:gd name="connsiteX76" fmla="*/ 813108 w 860605"/>
                <a:gd name="connsiteY76" fmla="*/ 265160 h 972344"/>
                <a:gd name="connsiteX77" fmla="*/ 851340 w 860605"/>
                <a:gd name="connsiteY77" fmla="*/ 243086 h 972344"/>
                <a:gd name="connsiteX78" fmla="*/ 766329 w 860605"/>
                <a:gd name="connsiteY78" fmla="*/ 449685 h 972344"/>
                <a:gd name="connsiteX79" fmla="*/ 727565 w 860605"/>
                <a:gd name="connsiteY79" fmla="*/ 485131 h 972344"/>
                <a:gd name="connsiteX80" fmla="*/ 739004 w 860605"/>
                <a:gd name="connsiteY80" fmla="*/ 495133 h 972344"/>
                <a:gd name="connsiteX81" fmla="*/ 851340 w 860605"/>
                <a:gd name="connsiteY81" fmla="*/ 729258 h 972344"/>
                <a:gd name="connsiteX82" fmla="*/ 783847 w 860605"/>
                <a:gd name="connsiteY82" fmla="*/ 769747 h 972344"/>
                <a:gd name="connsiteX83" fmla="*/ 742186 w 860605"/>
                <a:gd name="connsiteY83" fmla="*/ 772528 h 972344"/>
                <a:gd name="connsiteX84" fmla="*/ 748915 w 860605"/>
                <a:gd name="connsiteY84" fmla="*/ 734370 h 972344"/>
                <a:gd name="connsiteX85" fmla="*/ 757213 w 860605"/>
                <a:gd name="connsiteY85" fmla="*/ 734524 h 972344"/>
                <a:gd name="connsiteX86" fmla="*/ 813108 w 860605"/>
                <a:gd name="connsiteY86" fmla="*/ 707185 h 972344"/>
                <a:gd name="connsiteX87" fmla="*/ 699321 w 860605"/>
                <a:gd name="connsiteY87" fmla="*/ 514501 h 972344"/>
                <a:gd name="connsiteX88" fmla="*/ 697275 w 860605"/>
                <a:gd name="connsiteY88" fmla="*/ 512830 h 972344"/>
                <a:gd name="connsiteX89" fmla="*/ 675634 w 860605"/>
                <a:gd name="connsiteY89" fmla="*/ 532619 h 972344"/>
                <a:gd name="connsiteX90" fmla="*/ 603282 w 860605"/>
                <a:gd name="connsiteY90" fmla="*/ 586040 h 972344"/>
                <a:gd name="connsiteX91" fmla="*/ 593194 w 860605"/>
                <a:gd name="connsiteY91" fmla="*/ 675412 h 972344"/>
                <a:gd name="connsiteX92" fmla="*/ 586887 w 860605"/>
                <a:gd name="connsiteY92" fmla="*/ 704001 h 972344"/>
                <a:gd name="connsiteX93" fmla="*/ 589346 w 860605"/>
                <a:gd name="connsiteY93" fmla="*/ 704984 h 972344"/>
                <a:gd name="connsiteX94" fmla="*/ 625959 w 860605"/>
                <a:gd name="connsiteY94" fmla="*/ 715549 h 972344"/>
                <a:gd name="connsiteX95" fmla="*/ 618949 w 860605"/>
                <a:gd name="connsiteY95" fmla="*/ 755308 h 972344"/>
                <a:gd name="connsiteX96" fmla="*/ 592413 w 860605"/>
                <a:gd name="connsiteY96" fmla="*/ 749035 h 972344"/>
                <a:gd name="connsiteX97" fmla="*/ 578106 w 860605"/>
                <a:gd name="connsiteY97" fmla="*/ 743804 h 972344"/>
                <a:gd name="connsiteX98" fmla="*/ 566718 w 860605"/>
                <a:gd name="connsiteY98" fmla="*/ 795423 h 972344"/>
                <a:gd name="connsiteX99" fmla="*/ 430304 w 860605"/>
                <a:gd name="connsiteY99" fmla="*/ 972344 h 972344"/>
                <a:gd name="connsiteX100" fmla="*/ 283714 w 860605"/>
                <a:gd name="connsiteY100" fmla="*/ 757996 h 972344"/>
                <a:gd name="connsiteX101" fmla="*/ 281070 w 860605"/>
                <a:gd name="connsiteY101" fmla="*/ 744599 h 972344"/>
                <a:gd name="connsiteX102" fmla="*/ 161635 w 860605"/>
                <a:gd name="connsiteY102" fmla="*/ 771134 h 972344"/>
                <a:gd name="connsiteX103" fmla="*/ 9265 w 860605"/>
                <a:gd name="connsiteY103" fmla="*/ 729258 h 972344"/>
                <a:gd name="connsiteX104" fmla="*/ 47497 w 860605"/>
                <a:gd name="connsiteY104" fmla="*/ 707185 h 972344"/>
                <a:gd name="connsiteX105" fmla="*/ 237973 w 860605"/>
                <a:gd name="connsiteY105" fmla="*/ 715387 h 972344"/>
                <a:gd name="connsiteX106" fmla="*/ 272842 w 860605"/>
                <a:gd name="connsiteY106" fmla="*/ 702913 h 972344"/>
                <a:gd name="connsiteX107" fmla="*/ 267415 w 860605"/>
                <a:gd name="connsiteY107" fmla="*/ 675412 h 972344"/>
                <a:gd name="connsiteX108" fmla="*/ 257327 w 860605"/>
                <a:gd name="connsiteY108" fmla="*/ 586042 h 972344"/>
                <a:gd name="connsiteX109" fmla="*/ 184971 w 860605"/>
                <a:gd name="connsiteY109" fmla="*/ 532619 h 972344"/>
                <a:gd name="connsiteX110" fmla="*/ 164963 w 860605"/>
                <a:gd name="connsiteY110" fmla="*/ 515125 h 972344"/>
                <a:gd name="connsiteX111" fmla="*/ 134804 w 860605"/>
                <a:gd name="connsiteY111" fmla="*/ 541747 h 972344"/>
                <a:gd name="connsiteX112" fmla="*/ 102901 w 860605"/>
                <a:gd name="connsiteY112" fmla="*/ 514977 h 972344"/>
                <a:gd name="connsiteX113" fmla="*/ 121602 w 860605"/>
                <a:gd name="connsiteY113" fmla="*/ 495133 h 972344"/>
                <a:gd name="connsiteX114" fmla="*/ 132076 w 860605"/>
                <a:gd name="connsiteY114" fmla="*/ 486370 h 972344"/>
                <a:gd name="connsiteX115" fmla="*/ 121601 w 860605"/>
                <a:gd name="connsiteY115" fmla="*/ 477212 h 972344"/>
                <a:gd name="connsiteX116" fmla="*/ 9265 w 860605"/>
                <a:gd name="connsiteY116" fmla="*/ 243086 h 972344"/>
                <a:gd name="connsiteX117" fmla="*/ 47497 w 860605"/>
                <a:gd name="connsiteY117" fmla="*/ 265160 h 972344"/>
                <a:gd name="connsiteX118" fmla="*/ 161285 w 860605"/>
                <a:gd name="connsiteY118" fmla="*/ 457844 h 972344"/>
                <a:gd name="connsiteX119" fmla="*/ 163759 w 860605"/>
                <a:gd name="connsiteY119" fmla="*/ 459865 h 972344"/>
                <a:gd name="connsiteX120" fmla="*/ 220681 w 860605"/>
                <a:gd name="connsiteY120" fmla="*/ 412244 h 972344"/>
                <a:gd name="connsiteX121" fmla="*/ 257104 w 860605"/>
                <a:gd name="connsiteY121" fmla="*/ 388458 h 972344"/>
                <a:gd name="connsiteX122" fmla="*/ 257114 w 860605"/>
                <a:gd name="connsiteY122" fmla="*/ 388192 h 972344"/>
                <a:gd name="connsiteX123" fmla="*/ 267414 w 860605"/>
                <a:gd name="connsiteY123" fmla="*/ 296932 h 972344"/>
                <a:gd name="connsiteX124" fmla="*/ 274051 w 860605"/>
                <a:gd name="connsiteY124" fmla="*/ 269864 h 972344"/>
                <a:gd name="connsiteX125" fmla="*/ 237973 w 860605"/>
                <a:gd name="connsiteY125" fmla="*/ 256958 h 972344"/>
                <a:gd name="connsiteX126" fmla="*/ 47497 w 860605"/>
                <a:gd name="connsiteY126" fmla="*/ 265159 h 972344"/>
                <a:gd name="connsiteX127" fmla="*/ 9265 w 860605"/>
                <a:gd name="connsiteY127" fmla="*/ 243086 h 972344"/>
                <a:gd name="connsiteX128" fmla="*/ 230690 w 860605"/>
                <a:gd name="connsiteY128" fmla="*/ 213409 h 972344"/>
                <a:gd name="connsiteX129" fmla="*/ 283773 w 860605"/>
                <a:gd name="connsiteY129" fmla="*/ 230206 h 972344"/>
                <a:gd name="connsiteX130" fmla="*/ 293857 w 860605"/>
                <a:gd name="connsiteY130" fmla="*/ 189074 h 972344"/>
                <a:gd name="connsiteX131" fmla="*/ 330684 w 860605"/>
                <a:gd name="connsiteY131" fmla="*/ 202478 h 972344"/>
                <a:gd name="connsiteX132" fmla="*/ 322591 w 860605"/>
                <a:gd name="connsiteY132" fmla="*/ 242489 h 972344"/>
                <a:gd name="connsiteX133" fmla="*/ 347860 w 860605"/>
                <a:gd name="connsiteY133" fmla="*/ 250485 h 972344"/>
                <a:gd name="connsiteX134" fmla="*/ 431211 w 860605"/>
                <a:gd name="connsiteY134" fmla="*/ 286831 h 972344"/>
                <a:gd name="connsiteX135" fmla="*/ 449918 w 860605"/>
                <a:gd name="connsiteY135" fmla="*/ 277143 h 972344"/>
                <a:gd name="connsiteX136" fmla="*/ 540565 w 860605"/>
                <a:gd name="connsiteY136" fmla="*/ 240781 h 972344"/>
                <a:gd name="connsiteX137" fmla="*/ 540280 w 860605"/>
                <a:gd name="connsiteY137" fmla="*/ 239031 h 972344"/>
                <a:gd name="connsiteX138" fmla="*/ 430304 w 860605"/>
                <a:gd name="connsiteY138" fmla="*/ 44147 h 972344"/>
                <a:gd name="connsiteX139" fmla="*/ 378680 w 860605"/>
                <a:gd name="connsiteY139" fmla="*/ 78883 h 972344"/>
                <a:gd name="connsiteX140" fmla="*/ 375338 w 860605"/>
                <a:gd name="connsiteY140" fmla="*/ 86393 h 972344"/>
                <a:gd name="connsiteX141" fmla="*/ 342041 w 860605"/>
                <a:gd name="connsiteY141" fmla="*/ 74273 h 972344"/>
                <a:gd name="connsiteX142" fmla="*/ 361493 w 860605"/>
                <a:gd name="connsiteY142" fmla="*/ 38206 h 972344"/>
                <a:gd name="connsiteX143" fmla="*/ 430304 w 860605"/>
                <a:gd name="connsiteY143" fmla="*/ 0 h 97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860605" h="972344">
                  <a:moveTo>
                    <a:pt x="432281" y="685025"/>
                  </a:moveTo>
                  <a:lnTo>
                    <a:pt x="432044" y="685150"/>
                  </a:lnTo>
                  <a:lnTo>
                    <a:pt x="319823" y="730207"/>
                  </a:lnTo>
                  <a:lnTo>
                    <a:pt x="320329" y="733313"/>
                  </a:lnTo>
                  <a:cubicBezTo>
                    <a:pt x="344163" y="850893"/>
                    <a:pt x="384525" y="928198"/>
                    <a:pt x="430304" y="928198"/>
                  </a:cubicBezTo>
                  <a:cubicBezTo>
                    <a:pt x="471505" y="928198"/>
                    <a:pt x="508319" y="865580"/>
                    <a:pt x="532645" y="767341"/>
                  </a:cubicBezTo>
                  <a:lnTo>
                    <a:pt x="539499" y="729688"/>
                  </a:lnTo>
                  <a:lnTo>
                    <a:pt x="471089" y="704674"/>
                  </a:lnTo>
                  <a:close/>
                  <a:moveTo>
                    <a:pt x="305571" y="616475"/>
                  </a:moveTo>
                  <a:lnTo>
                    <a:pt x="308101" y="658228"/>
                  </a:lnTo>
                  <a:lnTo>
                    <a:pt x="313036" y="688536"/>
                  </a:lnTo>
                  <a:lnTo>
                    <a:pt x="342399" y="678032"/>
                  </a:lnTo>
                  <a:lnTo>
                    <a:pt x="380699" y="658908"/>
                  </a:lnTo>
                  <a:lnTo>
                    <a:pt x="341911" y="639270"/>
                  </a:lnTo>
                  <a:close/>
                  <a:moveTo>
                    <a:pt x="555037" y="616472"/>
                  </a:moveTo>
                  <a:lnTo>
                    <a:pt x="518694" y="639270"/>
                  </a:lnTo>
                  <a:lnTo>
                    <a:pt x="478652" y="660472"/>
                  </a:lnTo>
                  <a:lnTo>
                    <a:pt x="480806" y="661589"/>
                  </a:lnTo>
                  <a:lnTo>
                    <a:pt x="547073" y="688083"/>
                  </a:lnTo>
                  <a:lnTo>
                    <a:pt x="552508" y="658228"/>
                  </a:lnTo>
                  <a:close/>
                  <a:moveTo>
                    <a:pt x="26369" y="613091"/>
                  </a:moveTo>
                  <a:lnTo>
                    <a:pt x="56052" y="637998"/>
                  </a:lnTo>
                  <a:lnTo>
                    <a:pt x="51768" y="645109"/>
                  </a:lnTo>
                  <a:cubicBezTo>
                    <a:pt x="40331" y="670034"/>
                    <a:pt x="38341" y="691326"/>
                    <a:pt x="47497" y="707184"/>
                  </a:cubicBezTo>
                  <a:lnTo>
                    <a:pt x="9265" y="729258"/>
                  </a:lnTo>
                  <a:cubicBezTo>
                    <a:pt x="-2939" y="708120"/>
                    <a:pt x="-2785" y="681179"/>
                    <a:pt x="7947" y="650563"/>
                  </a:cubicBezTo>
                  <a:close/>
                  <a:moveTo>
                    <a:pt x="605452" y="441598"/>
                  </a:moveTo>
                  <a:lnTo>
                    <a:pt x="607086" y="486172"/>
                  </a:lnTo>
                  <a:lnTo>
                    <a:pt x="605452" y="530746"/>
                  </a:lnTo>
                  <a:lnTo>
                    <a:pt x="640410" y="505975"/>
                  </a:lnTo>
                  <a:lnTo>
                    <a:pt x="664189" y="485797"/>
                  </a:lnTo>
                  <a:lnTo>
                    <a:pt x="640410" y="466369"/>
                  </a:lnTo>
                  <a:close/>
                  <a:moveTo>
                    <a:pt x="255156" y="441595"/>
                  </a:moveTo>
                  <a:lnTo>
                    <a:pt x="220195" y="466368"/>
                  </a:lnTo>
                  <a:lnTo>
                    <a:pt x="196894" y="486937"/>
                  </a:lnTo>
                  <a:lnTo>
                    <a:pt x="220195" y="505976"/>
                  </a:lnTo>
                  <a:lnTo>
                    <a:pt x="255156" y="530749"/>
                  </a:lnTo>
                  <a:lnTo>
                    <a:pt x="253522" y="486172"/>
                  </a:lnTo>
                  <a:close/>
                  <a:moveTo>
                    <a:pt x="430302" y="338204"/>
                  </a:moveTo>
                  <a:lnTo>
                    <a:pt x="363989" y="371314"/>
                  </a:lnTo>
                  <a:lnTo>
                    <a:pt x="302326" y="409447"/>
                  </a:lnTo>
                  <a:lnTo>
                    <a:pt x="297678" y="486172"/>
                  </a:lnTo>
                  <a:lnTo>
                    <a:pt x="302326" y="562897"/>
                  </a:lnTo>
                  <a:lnTo>
                    <a:pt x="363989" y="601030"/>
                  </a:lnTo>
                  <a:lnTo>
                    <a:pt x="429058" y="634762"/>
                  </a:lnTo>
                  <a:lnTo>
                    <a:pt x="496616" y="601030"/>
                  </a:lnTo>
                  <a:lnTo>
                    <a:pt x="558283" y="562895"/>
                  </a:lnTo>
                  <a:lnTo>
                    <a:pt x="562930" y="486172"/>
                  </a:lnTo>
                  <a:lnTo>
                    <a:pt x="558283" y="409449"/>
                  </a:lnTo>
                  <a:lnTo>
                    <a:pt x="496616" y="371315"/>
                  </a:lnTo>
                  <a:close/>
                  <a:moveTo>
                    <a:pt x="314151" y="284208"/>
                  </a:moveTo>
                  <a:lnTo>
                    <a:pt x="308101" y="314116"/>
                  </a:lnTo>
                  <a:lnTo>
                    <a:pt x="305513" y="356844"/>
                  </a:lnTo>
                  <a:lnTo>
                    <a:pt x="341911" y="333074"/>
                  </a:lnTo>
                  <a:lnTo>
                    <a:pt x="380259" y="313216"/>
                  </a:lnTo>
                  <a:lnTo>
                    <a:pt x="342399" y="294313"/>
                  </a:lnTo>
                  <a:close/>
                  <a:moveTo>
                    <a:pt x="547477" y="283223"/>
                  </a:moveTo>
                  <a:lnTo>
                    <a:pt x="518206" y="294312"/>
                  </a:lnTo>
                  <a:lnTo>
                    <a:pt x="480780" y="313000"/>
                  </a:lnTo>
                  <a:lnTo>
                    <a:pt x="518694" y="333074"/>
                  </a:lnTo>
                  <a:lnTo>
                    <a:pt x="555037" y="355872"/>
                  </a:lnTo>
                  <a:lnTo>
                    <a:pt x="552508" y="314116"/>
                  </a:lnTo>
                  <a:close/>
                  <a:moveTo>
                    <a:pt x="430304" y="0"/>
                  </a:moveTo>
                  <a:cubicBezTo>
                    <a:pt x="491326" y="0"/>
                    <a:pt x="545126" y="85026"/>
                    <a:pt x="576895" y="214349"/>
                  </a:cubicBezTo>
                  <a:lnTo>
                    <a:pt x="579660" y="228359"/>
                  </a:lnTo>
                  <a:lnTo>
                    <a:pt x="647970" y="209401"/>
                  </a:lnTo>
                  <a:cubicBezTo>
                    <a:pt x="677649" y="203248"/>
                    <a:pt x="705219" y="199743"/>
                    <a:pt x="730013" y="199004"/>
                  </a:cubicBezTo>
                  <a:cubicBezTo>
                    <a:pt x="789518" y="197227"/>
                    <a:pt x="833034" y="211378"/>
                    <a:pt x="851340" y="243086"/>
                  </a:cubicBezTo>
                  <a:lnTo>
                    <a:pt x="813108" y="265159"/>
                  </a:lnTo>
                  <a:cubicBezTo>
                    <a:pt x="790218" y="225513"/>
                    <a:pt x="703089" y="229211"/>
                    <a:pt x="589345" y="267360"/>
                  </a:cubicBezTo>
                  <a:lnTo>
                    <a:pt x="587496" y="268061"/>
                  </a:lnTo>
                  <a:lnTo>
                    <a:pt x="593194" y="296932"/>
                  </a:lnTo>
                  <a:lnTo>
                    <a:pt x="603282" y="386305"/>
                  </a:lnTo>
                  <a:lnTo>
                    <a:pt x="675634" y="439725"/>
                  </a:lnTo>
                  <a:lnTo>
                    <a:pt x="696737" y="458177"/>
                  </a:lnTo>
                  <a:lnTo>
                    <a:pt x="724973" y="434217"/>
                  </a:lnTo>
                  <a:cubicBezTo>
                    <a:pt x="797887" y="364031"/>
                    <a:pt x="833709" y="300841"/>
                    <a:pt x="813108" y="265160"/>
                  </a:cubicBezTo>
                  <a:lnTo>
                    <a:pt x="851340" y="243086"/>
                  </a:lnTo>
                  <a:cubicBezTo>
                    <a:pt x="878800" y="290648"/>
                    <a:pt x="843691" y="367579"/>
                    <a:pt x="766329" y="449685"/>
                  </a:cubicBezTo>
                  <a:lnTo>
                    <a:pt x="727565" y="485131"/>
                  </a:lnTo>
                  <a:lnTo>
                    <a:pt x="739004" y="495133"/>
                  </a:lnTo>
                  <a:cubicBezTo>
                    <a:pt x="835116" y="587307"/>
                    <a:pt x="881851" y="676412"/>
                    <a:pt x="851340" y="729258"/>
                  </a:cubicBezTo>
                  <a:cubicBezTo>
                    <a:pt x="839136" y="750397"/>
                    <a:pt x="815728" y="763732"/>
                    <a:pt x="783847" y="769747"/>
                  </a:cubicBezTo>
                  <a:lnTo>
                    <a:pt x="742186" y="772528"/>
                  </a:lnTo>
                  <a:lnTo>
                    <a:pt x="748915" y="734370"/>
                  </a:lnTo>
                  <a:lnTo>
                    <a:pt x="757213" y="734524"/>
                  </a:lnTo>
                  <a:cubicBezTo>
                    <a:pt x="784518" y="731967"/>
                    <a:pt x="803952" y="723043"/>
                    <a:pt x="813108" y="707185"/>
                  </a:cubicBezTo>
                  <a:cubicBezTo>
                    <a:pt x="835998" y="667539"/>
                    <a:pt x="789231" y="593931"/>
                    <a:pt x="699321" y="514501"/>
                  </a:cubicBezTo>
                  <a:lnTo>
                    <a:pt x="697275" y="512830"/>
                  </a:lnTo>
                  <a:lnTo>
                    <a:pt x="675634" y="532619"/>
                  </a:lnTo>
                  <a:lnTo>
                    <a:pt x="603282" y="586040"/>
                  </a:lnTo>
                  <a:lnTo>
                    <a:pt x="593194" y="675412"/>
                  </a:lnTo>
                  <a:lnTo>
                    <a:pt x="586887" y="704001"/>
                  </a:lnTo>
                  <a:lnTo>
                    <a:pt x="589346" y="704984"/>
                  </a:lnTo>
                  <a:lnTo>
                    <a:pt x="625959" y="715549"/>
                  </a:lnTo>
                  <a:lnTo>
                    <a:pt x="618949" y="755308"/>
                  </a:lnTo>
                  <a:lnTo>
                    <a:pt x="592413" y="749035"/>
                  </a:lnTo>
                  <a:lnTo>
                    <a:pt x="578106" y="743804"/>
                  </a:lnTo>
                  <a:lnTo>
                    <a:pt x="566718" y="795423"/>
                  </a:lnTo>
                  <a:cubicBezTo>
                    <a:pt x="534293" y="903473"/>
                    <a:pt x="485223" y="972344"/>
                    <a:pt x="430304" y="972344"/>
                  </a:cubicBezTo>
                  <a:cubicBezTo>
                    <a:pt x="369283" y="972344"/>
                    <a:pt x="315483" y="887318"/>
                    <a:pt x="283714" y="757996"/>
                  </a:cubicBezTo>
                  <a:lnTo>
                    <a:pt x="281070" y="744599"/>
                  </a:lnTo>
                  <a:lnTo>
                    <a:pt x="161635" y="771134"/>
                  </a:lnTo>
                  <a:cubicBezTo>
                    <a:pt x="86292" y="779347"/>
                    <a:pt x="30623" y="766251"/>
                    <a:pt x="9265" y="729258"/>
                  </a:cubicBezTo>
                  <a:lnTo>
                    <a:pt x="47497" y="707185"/>
                  </a:lnTo>
                  <a:cubicBezTo>
                    <a:pt x="68098" y="742866"/>
                    <a:pt x="140733" y="743439"/>
                    <a:pt x="237973" y="715387"/>
                  </a:cubicBezTo>
                  <a:lnTo>
                    <a:pt x="272842" y="702913"/>
                  </a:lnTo>
                  <a:lnTo>
                    <a:pt x="267415" y="675412"/>
                  </a:lnTo>
                  <a:lnTo>
                    <a:pt x="257327" y="586042"/>
                  </a:lnTo>
                  <a:lnTo>
                    <a:pt x="184971" y="532619"/>
                  </a:lnTo>
                  <a:lnTo>
                    <a:pt x="164963" y="515125"/>
                  </a:lnTo>
                  <a:lnTo>
                    <a:pt x="134804" y="541747"/>
                  </a:lnTo>
                  <a:lnTo>
                    <a:pt x="102901" y="514977"/>
                  </a:lnTo>
                  <a:lnTo>
                    <a:pt x="121602" y="495133"/>
                  </a:lnTo>
                  <a:lnTo>
                    <a:pt x="132076" y="486370"/>
                  </a:lnTo>
                  <a:lnTo>
                    <a:pt x="121601" y="477212"/>
                  </a:lnTo>
                  <a:cubicBezTo>
                    <a:pt x="25489" y="385038"/>
                    <a:pt x="-21245" y="295932"/>
                    <a:pt x="9265" y="243086"/>
                  </a:cubicBezTo>
                  <a:lnTo>
                    <a:pt x="47497" y="265160"/>
                  </a:lnTo>
                  <a:cubicBezTo>
                    <a:pt x="24608" y="304806"/>
                    <a:pt x="71375" y="378413"/>
                    <a:pt x="161285" y="457844"/>
                  </a:cubicBezTo>
                  <a:lnTo>
                    <a:pt x="163759" y="459865"/>
                  </a:lnTo>
                  <a:lnTo>
                    <a:pt x="220681" y="412244"/>
                  </a:lnTo>
                  <a:lnTo>
                    <a:pt x="257104" y="388458"/>
                  </a:lnTo>
                  <a:lnTo>
                    <a:pt x="257114" y="388192"/>
                  </a:lnTo>
                  <a:cubicBezTo>
                    <a:pt x="259469" y="356543"/>
                    <a:pt x="262942" y="326015"/>
                    <a:pt x="267414" y="296932"/>
                  </a:cubicBezTo>
                  <a:lnTo>
                    <a:pt x="274051" y="269864"/>
                  </a:lnTo>
                  <a:lnTo>
                    <a:pt x="237973" y="256958"/>
                  </a:lnTo>
                  <a:cubicBezTo>
                    <a:pt x="140733" y="228905"/>
                    <a:pt x="68098" y="229478"/>
                    <a:pt x="47497" y="265159"/>
                  </a:cubicBezTo>
                  <a:lnTo>
                    <a:pt x="9265" y="243086"/>
                  </a:lnTo>
                  <a:cubicBezTo>
                    <a:pt x="36725" y="195525"/>
                    <a:pt x="120904" y="187465"/>
                    <a:pt x="230690" y="213409"/>
                  </a:cubicBezTo>
                  <a:lnTo>
                    <a:pt x="283773" y="230206"/>
                  </a:lnTo>
                  <a:lnTo>
                    <a:pt x="293857" y="189074"/>
                  </a:lnTo>
                  <a:lnTo>
                    <a:pt x="330684" y="202478"/>
                  </a:lnTo>
                  <a:lnTo>
                    <a:pt x="322591" y="242489"/>
                  </a:lnTo>
                  <a:lnTo>
                    <a:pt x="347860" y="250485"/>
                  </a:lnTo>
                  <a:lnTo>
                    <a:pt x="431211" y="286831"/>
                  </a:lnTo>
                  <a:lnTo>
                    <a:pt x="449918" y="277143"/>
                  </a:lnTo>
                  <a:lnTo>
                    <a:pt x="540565" y="240781"/>
                  </a:lnTo>
                  <a:lnTo>
                    <a:pt x="540280" y="239031"/>
                  </a:lnTo>
                  <a:cubicBezTo>
                    <a:pt x="516446" y="121452"/>
                    <a:pt x="476084" y="44147"/>
                    <a:pt x="430304" y="44147"/>
                  </a:cubicBezTo>
                  <a:cubicBezTo>
                    <a:pt x="411992" y="44147"/>
                    <a:pt x="394547" y="56516"/>
                    <a:pt x="378680" y="78883"/>
                  </a:cubicBezTo>
                  <a:lnTo>
                    <a:pt x="375338" y="86393"/>
                  </a:lnTo>
                  <a:lnTo>
                    <a:pt x="342041" y="74273"/>
                  </a:lnTo>
                  <a:lnTo>
                    <a:pt x="361493" y="38206"/>
                  </a:lnTo>
                  <a:cubicBezTo>
                    <a:pt x="382643" y="13604"/>
                    <a:pt x="405896" y="0"/>
                    <a:pt x="430304"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86" name="Freeform: Shape 2685">
              <a:extLst>
                <a:ext uri="{FF2B5EF4-FFF2-40B4-BE49-F238E27FC236}">
                  <a16:creationId xmlns:a16="http://schemas.microsoft.com/office/drawing/2014/main" id="{4E7BDD58-93BD-AD9B-45E1-7C7A170188F9}"/>
                </a:ext>
                <a:ext uri="{C183D7F6-B498-43B3-948B-1728B52AA6E4}">
                  <adec:decorative xmlns:adec="http://schemas.microsoft.com/office/drawing/2017/decorative" val="1"/>
                </a:ext>
              </a:extLst>
            </p:cNvPr>
            <p:cNvSpPr/>
            <p:nvPr/>
          </p:nvSpPr>
          <p:spPr>
            <a:xfrm rot="1200000">
              <a:off x="7043014" y="5126900"/>
              <a:ext cx="333592" cy="269978"/>
            </a:xfrm>
            <a:custGeom>
              <a:avLst/>
              <a:gdLst>
                <a:gd name="connsiteX0" fmla="*/ 632732 w 709463"/>
                <a:gd name="connsiteY0" fmla="*/ 459981 h 574173"/>
                <a:gd name="connsiteX1" fmla="*/ 697961 w 709463"/>
                <a:gd name="connsiteY1" fmla="*/ 448480 h 574173"/>
                <a:gd name="connsiteX2" fmla="*/ 709463 w 709463"/>
                <a:gd name="connsiteY2" fmla="*/ 513708 h 574173"/>
                <a:gd name="connsiteX3" fmla="*/ 644234 w 709463"/>
                <a:gd name="connsiteY3" fmla="*/ 525210 h 574173"/>
                <a:gd name="connsiteX4" fmla="*/ 22654 w 709463"/>
                <a:gd name="connsiteY4" fmla="*/ 489279 h 574173"/>
                <a:gd name="connsiteX5" fmla="*/ 84895 w 709463"/>
                <a:gd name="connsiteY5" fmla="*/ 511933 h 574173"/>
                <a:gd name="connsiteX6" fmla="*/ 62241 w 709463"/>
                <a:gd name="connsiteY6" fmla="*/ 574173 h 574173"/>
                <a:gd name="connsiteX7" fmla="*/ 0 w 709463"/>
                <a:gd name="connsiteY7" fmla="*/ 551520 h 574173"/>
                <a:gd name="connsiteX8" fmla="*/ 301370 w 709463"/>
                <a:gd name="connsiteY8" fmla="*/ 308017 h 574173"/>
                <a:gd name="connsiteX9" fmla="*/ 363610 w 709463"/>
                <a:gd name="connsiteY9" fmla="*/ 285363 h 574173"/>
                <a:gd name="connsiteX10" fmla="*/ 386264 w 709463"/>
                <a:gd name="connsiteY10" fmla="*/ 347604 h 574173"/>
                <a:gd name="connsiteX11" fmla="*/ 324024 w 709463"/>
                <a:gd name="connsiteY11" fmla="*/ 370257 h 574173"/>
                <a:gd name="connsiteX12" fmla="*/ 97249 w 709463"/>
                <a:gd name="connsiteY12" fmla="*/ 0 h 574173"/>
                <a:gd name="connsiteX13" fmla="*/ 163484 w 709463"/>
                <a:gd name="connsiteY13" fmla="*/ 0 h 574173"/>
                <a:gd name="connsiteX14" fmla="*/ 163484 w 709463"/>
                <a:gd name="connsiteY14" fmla="*/ 66235 h 574173"/>
                <a:gd name="connsiteX15" fmla="*/ 97249 w 709463"/>
                <a:gd name="connsiteY15" fmla="*/ 66235 h 57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9463" h="574173">
                  <a:moveTo>
                    <a:pt x="632732" y="459981"/>
                  </a:moveTo>
                  <a:lnTo>
                    <a:pt x="697961" y="448480"/>
                  </a:lnTo>
                  <a:lnTo>
                    <a:pt x="709463" y="513708"/>
                  </a:lnTo>
                  <a:lnTo>
                    <a:pt x="644234" y="525210"/>
                  </a:lnTo>
                  <a:close/>
                  <a:moveTo>
                    <a:pt x="22654" y="489279"/>
                  </a:moveTo>
                  <a:lnTo>
                    <a:pt x="84895" y="511933"/>
                  </a:lnTo>
                  <a:lnTo>
                    <a:pt x="62241" y="574173"/>
                  </a:lnTo>
                  <a:lnTo>
                    <a:pt x="0" y="551520"/>
                  </a:lnTo>
                  <a:close/>
                  <a:moveTo>
                    <a:pt x="301370" y="308017"/>
                  </a:moveTo>
                  <a:lnTo>
                    <a:pt x="363610" y="285363"/>
                  </a:lnTo>
                  <a:lnTo>
                    <a:pt x="386264" y="347604"/>
                  </a:lnTo>
                  <a:lnTo>
                    <a:pt x="324024" y="370257"/>
                  </a:lnTo>
                  <a:close/>
                  <a:moveTo>
                    <a:pt x="97249" y="0"/>
                  </a:moveTo>
                  <a:lnTo>
                    <a:pt x="163484" y="0"/>
                  </a:lnTo>
                  <a:lnTo>
                    <a:pt x="163484" y="66235"/>
                  </a:lnTo>
                  <a:lnTo>
                    <a:pt x="97249" y="66235"/>
                  </a:lnTo>
                  <a:close/>
                </a:path>
              </a:pathLst>
            </a:custGeom>
            <a:solidFill>
              <a:schemeClr val="accent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grpSp>
      <p:grpSp>
        <p:nvGrpSpPr>
          <p:cNvPr id="109" name="Group 108">
            <a:extLst>
              <a:ext uri="{FF2B5EF4-FFF2-40B4-BE49-F238E27FC236}">
                <a16:creationId xmlns:a16="http://schemas.microsoft.com/office/drawing/2014/main" id="{F1A50CBD-405A-67D3-52A2-AD8CAD570B53}"/>
              </a:ext>
              <a:ext uri="{C183D7F6-B498-43B3-948B-1728B52AA6E4}">
                <adec:decorative xmlns:adec="http://schemas.microsoft.com/office/drawing/2017/decorative" val="1"/>
              </a:ext>
            </a:extLst>
          </p:cNvPr>
          <p:cNvGrpSpPr>
            <a:grpSpLocks noChangeAspect="1"/>
          </p:cNvGrpSpPr>
          <p:nvPr/>
        </p:nvGrpSpPr>
        <p:grpSpPr>
          <a:xfrm>
            <a:off x="7771983" y="5049527"/>
            <a:ext cx="409619" cy="457200"/>
            <a:chOff x="7572249" y="5049527"/>
            <a:chExt cx="409619" cy="457200"/>
          </a:xfrm>
          <a:solidFill>
            <a:srgbClr val="FF0000"/>
          </a:solidFill>
        </p:grpSpPr>
        <p:sp>
          <p:nvSpPr>
            <p:cNvPr id="2688" name="Freeform: Shape 2687">
              <a:extLst>
                <a:ext uri="{FF2B5EF4-FFF2-40B4-BE49-F238E27FC236}">
                  <a16:creationId xmlns:a16="http://schemas.microsoft.com/office/drawing/2014/main" id="{93FAAE34-37CE-6B3F-EC79-635ECA6DEDE3}"/>
                </a:ext>
                <a:ext uri="{C183D7F6-B498-43B3-948B-1728B52AA6E4}">
                  <adec:decorative xmlns:adec="http://schemas.microsoft.com/office/drawing/2017/decorative" val="1"/>
                </a:ext>
              </a:extLst>
            </p:cNvPr>
            <p:cNvSpPr/>
            <p:nvPr/>
          </p:nvSpPr>
          <p:spPr>
            <a:xfrm>
              <a:off x="7702101" y="5134455"/>
              <a:ext cx="237271" cy="371638"/>
            </a:xfrm>
            <a:custGeom>
              <a:avLst/>
              <a:gdLst>
                <a:gd name="connsiteX0" fmla="*/ 454713 w 521179"/>
                <a:gd name="connsiteY0" fmla="*/ 749859 h 816325"/>
                <a:gd name="connsiteX1" fmla="*/ 521179 w 521179"/>
                <a:gd name="connsiteY1" fmla="*/ 749859 h 816325"/>
                <a:gd name="connsiteX2" fmla="*/ 521179 w 521179"/>
                <a:gd name="connsiteY2" fmla="*/ 816325 h 816325"/>
                <a:gd name="connsiteX3" fmla="*/ 454713 w 521179"/>
                <a:gd name="connsiteY3" fmla="*/ 816325 h 816325"/>
                <a:gd name="connsiteX4" fmla="*/ 179082 w 521179"/>
                <a:gd name="connsiteY4" fmla="*/ 234993 h 816325"/>
                <a:gd name="connsiteX5" fmla="*/ 224003 w 521179"/>
                <a:gd name="connsiteY5" fmla="*/ 234993 h 816325"/>
                <a:gd name="connsiteX6" fmla="*/ 224003 w 521179"/>
                <a:gd name="connsiteY6" fmla="*/ 279487 h 816325"/>
                <a:gd name="connsiteX7" fmla="*/ 179082 w 521179"/>
                <a:gd name="connsiteY7" fmla="*/ 279487 h 816325"/>
                <a:gd name="connsiteX8" fmla="*/ 179329 w 521179"/>
                <a:gd name="connsiteY8" fmla="*/ 104464 h 816325"/>
                <a:gd name="connsiteX9" fmla="*/ 224256 w 521179"/>
                <a:gd name="connsiteY9" fmla="*/ 104464 h 816325"/>
                <a:gd name="connsiteX10" fmla="*/ 224256 w 521179"/>
                <a:gd name="connsiteY10" fmla="*/ 210831 h 816325"/>
                <a:gd name="connsiteX11" fmla="*/ 179329 w 521179"/>
                <a:gd name="connsiteY11" fmla="*/ 210831 h 816325"/>
                <a:gd name="connsiteX12" fmla="*/ 201017 w 521179"/>
                <a:gd name="connsiteY12" fmla="*/ 43866 h 816325"/>
                <a:gd name="connsiteX13" fmla="*/ 193007 w 521179"/>
                <a:gd name="connsiteY13" fmla="*/ 48698 h 816325"/>
                <a:gd name="connsiteX14" fmla="*/ 171912 w 521179"/>
                <a:gd name="connsiteY14" fmla="*/ 84165 h 816325"/>
                <a:gd name="connsiteX15" fmla="*/ 136194 w 521179"/>
                <a:gd name="connsiteY15" fmla="*/ 144482 h 816325"/>
                <a:gd name="connsiteX16" fmla="*/ 103895 w 521179"/>
                <a:gd name="connsiteY16" fmla="*/ 198442 h 816325"/>
                <a:gd name="connsiteX17" fmla="*/ 71573 w 521179"/>
                <a:gd name="connsiteY17" fmla="*/ 252384 h 816325"/>
                <a:gd name="connsiteX18" fmla="*/ 45746 w 521179"/>
                <a:gd name="connsiteY18" fmla="*/ 296235 h 816325"/>
                <a:gd name="connsiteX19" fmla="*/ 54357 w 521179"/>
                <a:gd name="connsiteY19" fmla="*/ 310303 h 816325"/>
                <a:gd name="connsiteX20" fmla="*/ 347901 w 521179"/>
                <a:gd name="connsiteY20" fmla="*/ 310304 h 816325"/>
                <a:gd name="connsiteX21" fmla="*/ 356772 w 521179"/>
                <a:gd name="connsiteY21" fmla="*/ 295433 h 816325"/>
                <a:gd name="connsiteX22" fmla="*/ 343286 w 521179"/>
                <a:gd name="connsiteY22" fmla="*/ 272718 h 816325"/>
                <a:gd name="connsiteX23" fmla="*/ 313959 w 521179"/>
                <a:gd name="connsiteY23" fmla="*/ 223687 h 816325"/>
                <a:gd name="connsiteX24" fmla="*/ 293911 w 521179"/>
                <a:gd name="connsiteY24" fmla="*/ 190119 h 816325"/>
                <a:gd name="connsiteX25" fmla="*/ 257653 w 521179"/>
                <a:gd name="connsiteY25" fmla="*/ 129560 h 816325"/>
                <a:gd name="connsiteX26" fmla="*/ 210430 w 521179"/>
                <a:gd name="connsiteY26" fmla="*/ 49857 h 816325"/>
                <a:gd name="connsiteX27" fmla="*/ 201017 w 521179"/>
                <a:gd name="connsiteY27" fmla="*/ 43866 h 816325"/>
                <a:gd name="connsiteX28" fmla="*/ 193220 w 521179"/>
                <a:gd name="connsiteY28" fmla="*/ 662 h 816325"/>
                <a:gd name="connsiteX29" fmla="*/ 237032 w 521179"/>
                <a:gd name="connsiteY29" fmla="*/ 13325 h 816325"/>
                <a:gd name="connsiteX30" fmla="*/ 259933 w 521179"/>
                <a:gd name="connsiteY30" fmla="*/ 47042 h 816325"/>
                <a:gd name="connsiteX31" fmla="*/ 298371 w 521179"/>
                <a:gd name="connsiteY31" fmla="*/ 111840 h 816325"/>
                <a:gd name="connsiteX32" fmla="*/ 345775 w 521179"/>
                <a:gd name="connsiteY32" fmla="*/ 190845 h 816325"/>
                <a:gd name="connsiteX33" fmla="*/ 380716 w 521179"/>
                <a:gd name="connsiteY33" fmla="*/ 249331 h 816325"/>
                <a:gd name="connsiteX34" fmla="*/ 388465 w 521179"/>
                <a:gd name="connsiteY34" fmla="*/ 264452 h 816325"/>
                <a:gd name="connsiteX35" fmla="*/ 402121 w 521179"/>
                <a:gd name="connsiteY35" fmla="*/ 294633 h 816325"/>
                <a:gd name="connsiteX36" fmla="*/ 395976 w 521179"/>
                <a:gd name="connsiteY36" fmla="*/ 326474 h 816325"/>
                <a:gd name="connsiteX37" fmla="*/ 356228 w 521179"/>
                <a:gd name="connsiteY37" fmla="*/ 353473 h 816325"/>
                <a:gd name="connsiteX38" fmla="*/ 334843 w 521179"/>
                <a:gd name="connsiteY38" fmla="*/ 354465 h 816325"/>
                <a:gd name="connsiteX39" fmla="*/ 54118 w 521179"/>
                <a:gd name="connsiteY39" fmla="*/ 354384 h 816325"/>
                <a:gd name="connsiteX40" fmla="*/ 1711 w 521179"/>
                <a:gd name="connsiteY40" fmla="*/ 313590 h 816325"/>
                <a:gd name="connsiteX41" fmla="*/ 10594 w 521179"/>
                <a:gd name="connsiteY41" fmla="*/ 268066 h 816325"/>
                <a:gd name="connsiteX42" fmla="*/ 43276 w 521179"/>
                <a:gd name="connsiteY42" fmla="*/ 213786 h 816325"/>
                <a:gd name="connsiteX43" fmla="*/ 66126 w 521179"/>
                <a:gd name="connsiteY43" fmla="*/ 175827 h 816325"/>
                <a:gd name="connsiteX44" fmla="*/ 78938 w 521179"/>
                <a:gd name="connsiteY44" fmla="*/ 153824 h 816325"/>
                <a:gd name="connsiteX45" fmla="*/ 101839 w 521179"/>
                <a:gd name="connsiteY45" fmla="*/ 115146 h 816325"/>
                <a:gd name="connsiteX46" fmla="*/ 152576 w 521179"/>
                <a:gd name="connsiteY46" fmla="*/ 30855 h 816325"/>
                <a:gd name="connsiteX47" fmla="*/ 165788 w 521179"/>
                <a:gd name="connsiteY47" fmla="*/ 13236 h 816325"/>
                <a:gd name="connsiteX48" fmla="*/ 193220 w 521179"/>
                <a:gd name="connsiteY48" fmla="*/ 662 h 81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21179" h="816325">
                  <a:moveTo>
                    <a:pt x="454713" y="749859"/>
                  </a:moveTo>
                  <a:lnTo>
                    <a:pt x="521179" y="749859"/>
                  </a:lnTo>
                  <a:lnTo>
                    <a:pt x="521179" y="816325"/>
                  </a:lnTo>
                  <a:lnTo>
                    <a:pt x="454713" y="816325"/>
                  </a:lnTo>
                  <a:close/>
                  <a:moveTo>
                    <a:pt x="179082" y="234993"/>
                  </a:moveTo>
                  <a:lnTo>
                    <a:pt x="224003" y="234993"/>
                  </a:lnTo>
                  <a:lnTo>
                    <a:pt x="224003" y="279487"/>
                  </a:lnTo>
                  <a:lnTo>
                    <a:pt x="179082" y="279487"/>
                  </a:lnTo>
                  <a:close/>
                  <a:moveTo>
                    <a:pt x="179329" y="104464"/>
                  </a:moveTo>
                  <a:lnTo>
                    <a:pt x="224256" y="104464"/>
                  </a:lnTo>
                  <a:lnTo>
                    <a:pt x="224256" y="210831"/>
                  </a:lnTo>
                  <a:lnTo>
                    <a:pt x="179329" y="210831"/>
                  </a:lnTo>
                  <a:close/>
                  <a:moveTo>
                    <a:pt x="201017" y="43866"/>
                  </a:moveTo>
                  <a:cubicBezTo>
                    <a:pt x="197747" y="43987"/>
                    <a:pt x="194711" y="45912"/>
                    <a:pt x="193007" y="48698"/>
                  </a:cubicBezTo>
                  <a:cubicBezTo>
                    <a:pt x="185831" y="60432"/>
                    <a:pt x="178922" y="72329"/>
                    <a:pt x="171912" y="84165"/>
                  </a:cubicBezTo>
                  <a:cubicBezTo>
                    <a:pt x="160006" y="104270"/>
                    <a:pt x="148143" y="124401"/>
                    <a:pt x="136194" y="144482"/>
                  </a:cubicBezTo>
                  <a:cubicBezTo>
                    <a:pt x="125475" y="162497"/>
                    <a:pt x="114669" y="180460"/>
                    <a:pt x="103895" y="198442"/>
                  </a:cubicBezTo>
                  <a:cubicBezTo>
                    <a:pt x="93122" y="216423"/>
                    <a:pt x="82306" y="234379"/>
                    <a:pt x="71573" y="252384"/>
                  </a:cubicBezTo>
                  <a:cubicBezTo>
                    <a:pt x="62887" y="266955"/>
                    <a:pt x="54103" y="281475"/>
                    <a:pt x="45746" y="296235"/>
                  </a:cubicBezTo>
                  <a:cubicBezTo>
                    <a:pt x="41817" y="303174"/>
                    <a:pt x="46423" y="310302"/>
                    <a:pt x="54357" y="310303"/>
                  </a:cubicBezTo>
                  <a:cubicBezTo>
                    <a:pt x="152205" y="310321"/>
                    <a:pt x="250053" y="310321"/>
                    <a:pt x="347901" y="310304"/>
                  </a:cubicBezTo>
                  <a:cubicBezTo>
                    <a:pt x="356448" y="310302"/>
                    <a:pt x="360978" y="302753"/>
                    <a:pt x="356772" y="295433"/>
                  </a:cubicBezTo>
                  <a:cubicBezTo>
                    <a:pt x="352386" y="287798"/>
                    <a:pt x="347802" y="280277"/>
                    <a:pt x="343286" y="272718"/>
                  </a:cubicBezTo>
                  <a:cubicBezTo>
                    <a:pt x="333519" y="256369"/>
                    <a:pt x="323766" y="240012"/>
                    <a:pt x="313959" y="223687"/>
                  </a:cubicBezTo>
                  <a:cubicBezTo>
                    <a:pt x="307365" y="212712"/>
                    <a:pt x="300690" y="201785"/>
                    <a:pt x="293911" y="190119"/>
                  </a:cubicBezTo>
                  <a:cubicBezTo>
                    <a:pt x="281821" y="169936"/>
                    <a:pt x="269677" y="149784"/>
                    <a:pt x="257653" y="129560"/>
                  </a:cubicBezTo>
                  <a:cubicBezTo>
                    <a:pt x="241872" y="103016"/>
                    <a:pt x="226238" y="76384"/>
                    <a:pt x="210430" y="49857"/>
                  </a:cubicBezTo>
                  <a:cubicBezTo>
                    <a:pt x="207790" y="45427"/>
                    <a:pt x="204287" y="43744"/>
                    <a:pt x="201017" y="43866"/>
                  </a:cubicBezTo>
                  <a:close/>
                  <a:moveTo>
                    <a:pt x="193220" y="662"/>
                  </a:moveTo>
                  <a:cubicBezTo>
                    <a:pt x="209938" y="-1749"/>
                    <a:pt x="224452" y="2415"/>
                    <a:pt x="237032" y="13325"/>
                  </a:cubicBezTo>
                  <a:cubicBezTo>
                    <a:pt x="247599" y="22490"/>
                    <a:pt x="252871" y="35438"/>
                    <a:pt x="259933" y="47042"/>
                  </a:cubicBezTo>
                  <a:cubicBezTo>
                    <a:pt x="272989" y="68493"/>
                    <a:pt x="285504" y="90272"/>
                    <a:pt x="298371" y="111840"/>
                  </a:cubicBezTo>
                  <a:cubicBezTo>
                    <a:pt x="314105" y="138215"/>
                    <a:pt x="329981" y="164505"/>
                    <a:pt x="345775" y="190845"/>
                  </a:cubicBezTo>
                  <a:cubicBezTo>
                    <a:pt x="357453" y="210321"/>
                    <a:pt x="369157" y="229783"/>
                    <a:pt x="380716" y="249331"/>
                  </a:cubicBezTo>
                  <a:cubicBezTo>
                    <a:pt x="383539" y="254105"/>
                    <a:pt x="385836" y="259189"/>
                    <a:pt x="388465" y="264452"/>
                  </a:cubicBezTo>
                  <a:cubicBezTo>
                    <a:pt x="395352" y="273692"/>
                    <a:pt x="399316" y="283900"/>
                    <a:pt x="402121" y="294633"/>
                  </a:cubicBezTo>
                  <a:cubicBezTo>
                    <a:pt x="402463" y="305708"/>
                    <a:pt x="401729" y="316575"/>
                    <a:pt x="395976" y="326474"/>
                  </a:cubicBezTo>
                  <a:cubicBezTo>
                    <a:pt x="387048" y="341840"/>
                    <a:pt x="374350" y="351761"/>
                    <a:pt x="356228" y="353473"/>
                  </a:cubicBezTo>
                  <a:cubicBezTo>
                    <a:pt x="349131" y="354144"/>
                    <a:pt x="341974" y="354460"/>
                    <a:pt x="334843" y="354465"/>
                  </a:cubicBezTo>
                  <a:cubicBezTo>
                    <a:pt x="241268" y="354529"/>
                    <a:pt x="147692" y="354699"/>
                    <a:pt x="54118" y="354384"/>
                  </a:cubicBezTo>
                  <a:cubicBezTo>
                    <a:pt x="27897" y="354296"/>
                    <a:pt x="8700" y="339259"/>
                    <a:pt x="1711" y="313590"/>
                  </a:cubicBezTo>
                  <a:cubicBezTo>
                    <a:pt x="-2692" y="297416"/>
                    <a:pt x="1802" y="282228"/>
                    <a:pt x="10594" y="268066"/>
                  </a:cubicBezTo>
                  <a:cubicBezTo>
                    <a:pt x="21733" y="250125"/>
                    <a:pt x="32378" y="231878"/>
                    <a:pt x="43276" y="213786"/>
                  </a:cubicBezTo>
                  <a:cubicBezTo>
                    <a:pt x="50784" y="201324"/>
                    <a:pt x="58359" y="188902"/>
                    <a:pt x="66126" y="175827"/>
                  </a:cubicBezTo>
                  <a:cubicBezTo>
                    <a:pt x="70496" y="168176"/>
                    <a:pt x="74643" y="161159"/>
                    <a:pt x="78938" y="153824"/>
                  </a:cubicBezTo>
                  <a:cubicBezTo>
                    <a:pt x="86666" y="140718"/>
                    <a:pt x="94197" y="127899"/>
                    <a:pt x="101839" y="115146"/>
                  </a:cubicBezTo>
                  <a:cubicBezTo>
                    <a:pt x="118695" y="87015"/>
                    <a:pt x="135500" y="58852"/>
                    <a:pt x="152576" y="30855"/>
                  </a:cubicBezTo>
                  <a:cubicBezTo>
                    <a:pt x="156393" y="24598"/>
                    <a:pt x="160522" y="18209"/>
                    <a:pt x="165788" y="13236"/>
                  </a:cubicBezTo>
                  <a:cubicBezTo>
                    <a:pt x="173301" y="6139"/>
                    <a:pt x="182642" y="2188"/>
                    <a:pt x="193220" y="662"/>
                  </a:cubicBezTo>
                  <a:close/>
                </a:path>
              </a:pathLst>
            </a:custGeom>
            <a:solidFill>
              <a:schemeClr val="accent1"/>
            </a:solidFill>
            <a:ln w="6350" cap="flat">
              <a:noFill/>
              <a:prstDash val="solid"/>
              <a:miter/>
            </a:ln>
          </p:spPr>
          <p:txBody>
            <a:bodyPr wrap="square" rtlCol="0" anchor="ctr">
              <a:noAutofit/>
            </a:bodyPr>
            <a:lstStyle/>
            <a:p>
              <a:endParaRPr lang="en-US"/>
            </a:p>
          </p:txBody>
        </p:sp>
        <p:sp>
          <p:nvSpPr>
            <p:cNvPr id="2689" name="Freeform: Shape 2688">
              <a:extLst>
                <a:ext uri="{FF2B5EF4-FFF2-40B4-BE49-F238E27FC236}">
                  <a16:creationId xmlns:a16="http://schemas.microsoft.com/office/drawing/2014/main" id="{7FA0CE79-1F9C-DF98-E94B-D0908160D5B6}"/>
                </a:ext>
                <a:ext uri="{C183D7F6-B498-43B3-948B-1728B52AA6E4}">
                  <adec:decorative xmlns:adec="http://schemas.microsoft.com/office/drawing/2017/decorative" val="1"/>
                </a:ext>
              </a:extLst>
            </p:cNvPr>
            <p:cNvSpPr/>
            <p:nvPr/>
          </p:nvSpPr>
          <p:spPr>
            <a:xfrm>
              <a:off x="7572249" y="5049527"/>
              <a:ext cx="409619" cy="457200"/>
            </a:xfrm>
            <a:custGeom>
              <a:avLst/>
              <a:gdLst>
                <a:gd name="connsiteX0" fmla="*/ 542878 w 899752"/>
                <a:gd name="connsiteY0" fmla="*/ 81792 h 1004267"/>
                <a:gd name="connsiteX1" fmla="*/ 601287 w 899752"/>
                <a:gd name="connsiteY1" fmla="*/ 90220 h 1004267"/>
                <a:gd name="connsiteX2" fmla="*/ 673437 w 899752"/>
                <a:gd name="connsiteY2" fmla="*/ 115899 h 1004267"/>
                <a:gd name="connsiteX3" fmla="*/ 733586 w 899752"/>
                <a:gd name="connsiteY3" fmla="*/ 155836 h 1004267"/>
                <a:gd name="connsiteX4" fmla="*/ 756838 w 899752"/>
                <a:gd name="connsiteY4" fmla="*/ 177242 h 1004267"/>
                <a:gd name="connsiteX5" fmla="*/ 795400 w 899752"/>
                <a:gd name="connsiteY5" fmla="*/ 228094 h 1004267"/>
                <a:gd name="connsiteX6" fmla="*/ 821387 w 899752"/>
                <a:gd name="connsiteY6" fmla="*/ 293027 h 1004267"/>
                <a:gd name="connsiteX7" fmla="*/ 825584 w 899752"/>
                <a:gd name="connsiteY7" fmla="*/ 321505 h 1004267"/>
                <a:gd name="connsiteX8" fmla="*/ 826531 w 899752"/>
                <a:gd name="connsiteY8" fmla="*/ 352200 h 1004267"/>
                <a:gd name="connsiteX9" fmla="*/ 813078 w 899752"/>
                <a:gd name="connsiteY9" fmla="*/ 411183 h 1004267"/>
                <a:gd name="connsiteX10" fmla="*/ 780684 w 899752"/>
                <a:gd name="connsiteY10" fmla="*/ 460679 h 1004267"/>
                <a:gd name="connsiteX11" fmla="*/ 733851 w 899752"/>
                <a:gd name="connsiteY11" fmla="*/ 484989 h 1004267"/>
                <a:gd name="connsiteX12" fmla="*/ 687740 w 899752"/>
                <a:gd name="connsiteY12" fmla="*/ 481170 h 1004267"/>
                <a:gd name="connsiteX13" fmla="*/ 674069 w 899752"/>
                <a:gd name="connsiteY13" fmla="*/ 451013 h 1004267"/>
                <a:gd name="connsiteX14" fmla="*/ 711568 w 899752"/>
                <a:gd name="connsiteY14" fmla="*/ 460727 h 1004267"/>
                <a:gd name="connsiteX15" fmla="*/ 747369 w 899752"/>
                <a:gd name="connsiteY15" fmla="*/ 454791 h 1004267"/>
                <a:gd name="connsiteX16" fmla="*/ 785543 w 899752"/>
                <a:gd name="connsiteY16" fmla="*/ 411977 h 1004267"/>
                <a:gd name="connsiteX17" fmla="*/ 801898 w 899752"/>
                <a:gd name="connsiteY17" fmla="*/ 355413 h 1004267"/>
                <a:gd name="connsiteX18" fmla="*/ 797582 w 899752"/>
                <a:gd name="connsiteY18" fmla="*/ 299049 h 1004267"/>
                <a:gd name="connsiteX19" fmla="*/ 775436 w 899752"/>
                <a:gd name="connsiteY19" fmla="*/ 242848 h 1004267"/>
                <a:gd name="connsiteX20" fmla="*/ 745071 w 899752"/>
                <a:gd name="connsiteY20" fmla="*/ 200975 h 1004267"/>
                <a:gd name="connsiteX21" fmla="*/ 708935 w 899752"/>
                <a:gd name="connsiteY21" fmla="*/ 167720 h 1004267"/>
                <a:gd name="connsiteX22" fmla="*/ 643699 w 899752"/>
                <a:gd name="connsiteY22" fmla="*/ 129009 h 1004267"/>
                <a:gd name="connsiteX23" fmla="*/ 545313 w 899752"/>
                <a:gd name="connsiteY23" fmla="*/ 106172 h 1004267"/>
                <a:gd name="connsiteX24" fmla="*/ 505015 w 899752"/>
                <a:gd name="connsiteY24" fmla="*/ 106157 h 1004267"/>
                <a:gd name="connsiteX25" fmla="*/ 453617 w 899752"/>
                <a:gd name="connsiteY25" fmla="*/ 111160 h 1004267"/>
                <a:gd name="connsiteX26" fmla="*/ 399207 w 899752"/>
                <a:gd name="connsiteY26" fmla="*/ 123569 h 1004267"/>
                <a:gd name="connsiteX27" fmla="*/ 326993 w 899752"/>
                <a:gd name="connsiteY27" fmla="*/ 154467 h 1004267"/>
                <a:gd name="connsiteX28" fmla="*/ 268731 w 899752"/>
                <a:gd name="connsiteY28" fmla="*/ 206844 h 1004267"/>
                <a:gd name="connsiteX29" fmla="*/ 259080 w 899752"/>
                <a:gd name="connsiteY29" fmla="*/ 267298 h 1004267"/>
                <a:gd name="connsiteX30" fmla="*/ 292594 w 899752"/>
                <a:gd name="connsiteY30" fmla="*/ 308291 h 1004267"/>
                <a:gd name="connsiteX31" fmla="*/ 364018 w 899752"/>
                <a:gd name="connsiteY31" fmla="*/ 340692 h 1004267"/>
                <a:gd name="connsiteX32" fmla="*/ 351413 w 899752"/>
                <a:gd name="connsiteY32" fmla="*/ 362044 h 1004267"/>
                <a:gd name="connsiteX33" fmla="*/ 275265 w 899752"/>
                <a:gd name="connsiteY33" fmla="*/ 326153 h 1004267"/>
                <a:gd name="connsiteX34" fmla="*/ 234062 w 899752"/>
                <a:gd name="connsiteY34" fmla="*/ 269031 h 1004267"/>
                <a:gd name="connsiteX35" fmla="*/ 238342 w 899752"/>
                <a:gd name="connsiteY35" fmla="*/ 212372 h 1004267"/>
                <a:gd name="connsiteX36" fmla="*/ 272497 w 899752"/>
                <a:gd name="connsiteY36" fmla="*/ 163991 h 1004267"/>
                <a:gd name="connsiteX37" fmla="*/ 321268 w 899752"/>
                <a:gd name="connsiteY37" fmla="*/ 129340 h 1004267"/>
                <a:gd name="connsiteX38" fmla="*/ 394902 w 899752"/>
                <a:gd name="connsiteY38" fmla="*/ 99206 h 1004267"/>
                <a:gd name="connsiteX39" fmla="*/ 445083 w 899752"/>
                <a:gd name="connsiteY39" fmla="*/ 87544 h 1004267"/>
                <a:gd name="connsiteX40" fmla="*/ 488632 w 899752"/>
                <a:gd name="connsiteY40" fmla="*/ 82595 h 1004267"/>
                <a:gd name="connsiteX41" fmla="*/ 542878 w 899752"/>
                <a:gd name="connsiteY41" fmla="*/ 81792 h 1004267"/>
                <a:gd name="connsiteX42" fmla="*/ 517452 w 899752"/>
                <a:gd name="connsiteY42" fmla="*/ 28 h 1004267"/>
                <a:gd name="connsiteX43" fmla="*/ 563168 w 899752"/>
                <a:gd name="connsiteY43" fmla="*/ 2100 h 1004267"/>
                <a:gd name="connsiteX44" fmla="*/ 623531 w 899752"/>
                <a:gd name="connsiteY44" fmla="*/ 14553 h 1004267"/>
                <a:gd name="connsiteX45" fmla="*/ 706100 w 899752"/>
                <a:gd name="connsiteY45" fmla="*/ 48200 h 1004267"/>
                <a:gd name="connsiteX46" fmla="*/ 770413 w 899752"/>
                <a:gd name="connsiteY46" fmla="*/ 90559 h 1004267"/>
                <a:gd name="connsiteX47" fmla="*/ 805498 w 899752"/>
                <a:gd name="connsiteY47" fmla="*/ 121903 h 1004267"/>
                <a:gd name="connsiteX48" fmla="*/ 856161 w 899752"/>
                <a:gd name="connsiteY48" fmla="*/ 188340 h 1004267"/>
                <a:gd name="connsiteX49" fmla="*/ 884812 w 899752"/>
                <a:gd name="connsiteY49" fmla="*/ 253808 h 1004267"/>
                <a:gd name="connsiteX50" fmla="*/ 896387 w 899752"/>
                <a:gd name="connsiteY50" fmla="*/ 307482 h 1004267"/>
                <a:gd name="connsiteX51" fmla="*/ 899250 w 899752"/>
                <a:gd name="connsiteY51" fmla="*/ 344153 h 1004267"/>
                <a:gd name="connsiteX52" fmla="*/ 899161 w 899752"/>
                <a:gd name="connsiteY52" fmla="*/ 383488 h 1004267"/>
                <a:gd name="connsiteX53" fmla="*/ 893540 w 899752"/>
                <a:gd name="connsiteY53" fmla="*/ 426876 h 1004267"/>
                <a:gd name="connsiteX54" fmla="*/ 876722 w 899752"/>
                <a:gd name="connsiteY54" fmla="*/ 489977 h 1004267"/>
                <a:gd name="connsiteX55" fmla="*/ 860901 w 899752"/>
                <a:gd name="connsiteY55" fmla="*/ 528326 h 1004267"/>
                <a:gd name="connsiteX56" fmla="*/ 828933 w 899752"/>
                <a:gd name="connsiteY56" fmla="*/ 590464 h 1004267"/>
                <a:gd name="connsiteX57" fmla="*/ 806445 w 899752"/>
                <a:gd name="connsiteY57" fmla="*/ 634852 h 1004267"/>
                <a:gd name="connsiteX58" fmla="*/ 796173 w 899752"/>
                <a:gd name="connsiteY58" fmla="*/ 675425 h 1004267"/>
                <a:gd name="connsiteX59" fmla="*/ 795282 w 899752"/>
                <a:gd name="connsiteY59" fmla="*/ 718424 h 1004267"/>
                <a:gd name="connsiteX60" fmla="*/ 794352 w 899752"/>
                <a:gd name="connsiteY60" fmla="*/ 795305 h 1004267"/>
                <a:gd name="connsiteX61" fmla="*/ 795289 w 899752"/>
                <a:gd name="connsiteY61" fmla="*/ 894282 h 1004267"/>
                <a:gd name="connsiteX62" fmla="*/ 795453 w 899752"/>
                <a:gd name="connsiteY62" fmla="*/ 907753 h 1004267"/>
                <a:gd name="connsiteX63" fmla="*/ 751051 w 899752"/>
                <a:gd name="connsiteY63" fmla="*/ 907753 h 1004267"/>
                <a:gd name="connsiteX64" fmla="*/ 751057 w 899752"/>
                <a:gd name="connsiteY64" fmla="*/ 883682 h 1004267"/>
                <a:gd name="connsiteX65" fmla="*/ 750213 w 899752"/>
                <a:gd name="connsiteY65" fmla="*/ 686990 h 1004267"/>
                <a:gd name="connsiteX66" fmla="*/ 766743 w 899752"/>
                <a:gd name="connsiteY66" fmla="*/ 613182 h 1004267"/>
                <a:gd name="connsiteX67" fmla="*/ 808877 w 899752"/>
                <a:gd name="connsiteY67" fmla="*/ 532083 h 1004267"/>
                <a:gd name="connsiteX68" fmla="*/ 833415 w 899752"/>
                <a:gd name="connsiteY68" fmla="*/ 477136 h 1004267"/>
                <a:gd name="connsiteX69" fmla="*/ 850069 w 899752"/>
                <a:gd name="connsiteY69" fmla="*/ 416482 h 1004267"/>
                <a:gd name="connsiteX70" fmla="*/ 853135 w 899752"/>
                <a:gd name="connsiteY70" fmla="*/ 389175 h 1004267"/>
                <a:gd name="connsiteX71" fmla="*/ 854987 w 899752"/>
                <a:gd name="connsiteY71" fmla="*/ 347872 h 1004267"/>
                <a:gd name="connsiteX72" fmla="*/ 832495 w 899752"/>
                <a:gd name="connsiteY72" fmla="*/ 241988 h 1004267"/>
                <a:gd name="connsiteX73" fmla="*/ 793574 w 899752"/>
                <a:gd name="connsiteY73" fmla="*/ 176934 h 1004267"/>
                <a:gd name="connsiteX74" fmla="*/ 753603 w 899752"/>
                <a:gd name="connsiteY74" fmla="*/ 135697 h 1004267"/>
                <a:gd name="connsiteX75" fmla="*/ 702177 w 899752"/>
                <a:gd name="connsiteY75" fmla="*/ 97982 h 1004267"/>
                <a:gd name="connsiteX76" fmla="*/ 640322 w 899752"/>
                <a:gd name="connsiteY76" fmla="*/ 67900 h 1004267"/>
                <a:gd name="connsiteX77" fmla="*/ 594863 w 899752"/>
                <a:gd name="connsiteY77" fmla="*/ 53648 h 1004267"/>
                <a:gd name="connsiteX78" fmla="*/ 557085 w 899752"/>
                <a:gd name="connsiteY78" fmla="*/ 47282 h 1004267"/>
                <a:gd name="connsiteX79" fmla="*/ 504990 w 899752"/>
                <a:gd name="connsiteY79" fmla="*/ 45334 h 1004267"/>
                <a:gd name="connsiteX80" fmla="*/ 459190 w 899752"/>
                <a:gd name="connsiteY80" fmla="*/ 48998 h 1004267"/>
                <a:gd name="connsiteX81" fmla="*/ 395713 w 899752"/>
                <a:gd name="connsiteY81" fmla="*/ 60987 h 1004267"/>
                <a:gd name="connsiteX82" fmla="*/ 345276 w 899752"/>
                <a:gd name="connsiteY82" fmla="*/ 78392 h 1004267"/>
                <a:gd name="connsiteX83" fmla="*/ 281925 w 899752"/>
                <a:gd name="connsiteY83" fmla="*/ 112916 h 1004267"/>
                <a:gd name="connsiteX84" fmla="*/ 248476 w 899752"/>
                <a:gd name="connsiteY84" fmla="*/ 138795 h 1004267"/>
                <a:gd name="connsiteX85" fmla="*/ 229717 w 899752"/>
                <a:gd name="connsiteY85" fmla="*/ 155666 h 1004267"/>
                <a:gd name="connsiteX86" fmla="*/ 198305 w 899752"/>
                <a:gd name="connsiteY86" fmla="*/ 191856 h 1004267"/>
                <a:gd name="connsiteX87" fmla="*/ 166205 w 899752"/>
                <a:gd name="connsiteY87" fmla="*/ 238901 h 1004267"/>
                <a:gd name="connsiteX88" fmla="*/ 134929 w 899752"/>
                <a:gd name="connsiteY88" fmla="*/ 308280 h 1004267"/>
                <a:gd name="connsiteX89" fmla="*/ 130447 w 899752"/>
                <a:gd name="connsiteY89" fmla="*/ 338202 h 1004267"/>
                <a:gd name="connsiteX90" fmla="*/ 126556 w 899752"/>
                <a:gd name="connsiteY90" fmla="*/ 372206 h 1004267"/>
                <a:gd name="connsiteX91" fmla="*/ 125523 w 899752"/>
                <a:gd name="connsiteY91" fmla="*/ 386231 h 1004267"/>
                <a:gd name="connsiteX92" fmla="*/ 124524 w 899752"/>
                <a:gd name="connsiteY92" fmla="*/ 411554 h 1004267"/>
                <a:gd name="connsiteX93" fmla="*/ 123557 w 899752"/>
                <a:gd name="connsiteY93" fmla="*/ 443752 h 1004267"/>
                <a:gd name="connsiteX94" fmla="*/ 123588 w 899752"/>
                <a:gd name="connsiteY94" fmla="*/ 460983 h 1004267"/>
                <a:gd name="connsiteX95" fmla="*/ 113562 w 899752"/>
                <a:gd name="connsiteY95" fmla="*/ 505051 h 1004267"/>
                <a:gd name="connsiteX96" fmla="*/ 72152 w 899752"/>
                <a:gd name="connsiteY96" fmla="*/ 579372 h 1004267"/>
                <a:gd name="connsiteX97" fmla="*/ 46705 w 899752"/>
                <a:gd name="connsiteY97" fmla="*/ 630666 h 1004267"/>
                <a:gd name="connsiteX98" fmla="*/ 49854 w 899752"/>
                <a:gd name="connsiteY98" fmla="*/ 636776 h 1004267"/>
                <a:gd name="connsiteX99" fmla="*/ 78293 w 899752"/>
                <a:gd name="connsiteY99" fmla="*/ 641047 h 1004267"/>
                <a:gd name="connsiteX100" fmla="*/ 140435 w 899752"/>
                <a:gd name="connsiteY100" fmla="*/ 642155 h 1004267"/>
                <a:gd name="connsiteX101" fmla="*/ 153478 w 899752"/>
                <a:gd name="connsiteY101" fmla="*/ 641303 h 1004267"/>
                <a:gd name="connsiteX102" fmla="*/ 174661 w 899752"/>
                <a:gd name="connsiteY102" fmla="*/ 662740 h 1004267"/>
                <a:gd name="connsiteX103" fmla="*/ 174596 w 899752"/>
                <a:gd name="connsiteY103" fmla="*/ 679922 h 1004267"/>
                <a:gd name="connsiteX104" fmla="*/ 173703 w 899752"/>
                <a:gd name="connsiteY104" fmla="*/ 836350 h 1004267"/>
                <a:gd name="connsiteX105" fmla="*/ 202339 w 899752"/>
                <a:gd name="connsiteY105" fmla="*/ 876844 h 1004267"/>
                <a:gd name="connsiteX106" fmla="*/ 246043 w 899752"/>
                <a:gd name="connsiteY106" fmla="*/ 884789 h 1004267"/>
                <a:gd name="connsiteX107" fmla="*/ 282442 w 899752"/>
                <a:gd name="connsiteY107" fmla="*/ 884653 h 1004267"/>
                <a:gd name="connsiteX108" fmla="*/ 328259 w 899752"/>
                <a:gd name="connsiteY108" fmla="*/ 881043 h 1004267"/>
                <a:gd name="connsiteX109" fmla="*/ 380977 w 899752"/>
                <a:gd name="connsiteY109" fmla="*/ 887694 h 1004267"/>
                <a:gd name="connsiteX110" fmla="*/ 415146 w 899752"/>
                <a:gd name="connsiteY110" fmla="*/ 921919 h 1004267"/>
                <a:gd name="connsiteX111" fmla="*/ 431910 w 899752"/>
                <a:gd name="connsiteY111" fmla="*/ 978406 h 1004267"/>
                <a:gd name="connsiteX112" fmla="*/ 434541 w 899752"/>
                <a:gd name="connsiteY112" fmla="*/ 1004267 h 1004267"/>
                <a:gd name="connsiteX113" fmla="*/ 389143 w 899752"/>
                <a:gd name="connsiteY113" fmla="*/ 1004267 h 1004267"/>
                <a:gd name="connsiteX114" fmla="*/ 387670 w 899752"/>
                <a:gd name="connsiteY114" fmla="*/ 986046 h 1004267"/>
                <a:gd name="connsiteX115" fmla="*/ 370375 w 899752"/>
                <a:gd name="connsiteY115" fmla="*/ 936024 h 1004267"/>
                <a:gd name="connsiteX116" fmla="*/ 342045 w 899752"/>
                <a:gd name="connsiteY116" fmla="*/ 925755 h 1004267"/>
                <a:gd name="connsiteX117" fmla="*/ 337182 w 899752"/>
                <a:gd name="connsiteY117" fmla="*/ 926026 h 1004267"/>
                <a:gd name="connsiteX118" fmla="*/ 286255 w 899752"/>
                <a:gd name="connsiteY118" fmla="*/ 928912 h 1004267"/>
                <a:gd name="connsiteX119" fmla="*/ 236396 w 899752"/>
                <a:gd name="connsiteY119" fmla="*/ 929693 h 1004267"/>
                <a:gd name="connsiteX120" fmla="*/ 183795 w 899752"/>
                <a:gd name="connsiteY120" fmla="*/ 918145 h 1004267"/>
                <a:gd name="connsiteX121" fmla="*/ 141412 w 899752"/>
                <a:gd name="connsiteY121" fmla="*/ 882334 h 1004267"/>
                <a:gd name="connsiteX122" fmla="*/ 129353 w 899752"/>
                <a:gd name="connsiteY122" fmla="*/ 842992 h 1004267"/>
                <a:gd name="connsiteX123" fmla="*/ 128512 w 899752"/>
                <a:gd name="connsiteY123" fmla="*/ 746961 h 1004267"/>
                <a:gd name="connsiteX124" fmla="*/ 129418 w 899752"/>
                <a:gd name="connsiteY124" fmla="*/ 690212 h 1004267"/>
                <a:gd name="connsiteX125" fmla="*/ 129287 w 899752"/>
                <a:gd name="connsiteY125" fmla="*/ 687383 h 1004267"/>
                <a:gd name="connsiteX126" fmla="*/ 90423 w 899752"/>
                <a:gd name="connsiteY126" fmla="*/ 687244 h 1004267"/>
                <a:gd name="connsiteX127" fmla="*/ 28920 w 899752"/>
                <a:gd name="connsiteY127" fmla="*/ 677526 h 1004267"/>
                <a:gd name="connsiteX128" fmla="*/ 1439 w 899752"/>
                <a:gd name="connsiteY128" fmla="*/ 650354 h 1004267"/>
                <a:gd name="connsiteX129" fmla="*/ 2427 w 899752"/>
                <a:gd name="connsiteY129" fmla="*/ 621413 h 1004267"/>
                <a:gd name="connsiteX130" fmla="*/ 32004 w 899752"/>
                <a:gd name="connsiteY130" fmla="*/ 558474 h 1004267"/>
                <a:gd name="connsiteX131" fmla="*/ 60971 w 899752"/>
                <a:gd name="connsiteY131" fmla="*/ 508949 h 1004267"/>
                <a:gd name="connsiteX132" fmla="*/ 77705 w 899752"/>
                <a:gd name="connsiteY132" fmla="*/ 470545 h 1004267"/>
                <a:gd name="connsiteX133" fmla="*/ 78330 w 899752"/>
                <a:gd name="connsiteY133" fmla="*/ 465795 h 1004267"/>
                <a:gd name="connsiteX134" fmla="*/ 78393 w 899752"/>
                <a:gd name="connsiteY134" fmla="*/ 436334 h 1004267"/>
                <a:gd name="connsiteX135" fmla="*/ 79398 w 899752"/>
                <a:gd name="connsiteY135" fmla="*/ 403157 h 1004267"/>
                <a:gd name="connsiteX136" fmla="*/ 82390 w 899752"/>
                <a:gd name="connsiteY136" fmla="*/ 361569 h 1004267"/>
                <a:gd name="connsiteX137" fmla="*/ 94170 w 899752"/>
                <a:gd name="connsiteY137" fmla="*/ 284734 h 1004267"/>
                <a:gd name="connsiteX138" fmla="*/ 101788 w 899752"/>
                <a:gd name="connsiteY138" fmla="*/ 264715 h 1004267"/>
                <a:gd name="connsiteX139" fmla="*/ 146428 w 899752"/>
                <a:gd name="connsiteY139" fmla="*/ 185139 h 1004267"/>
                <a:gd name="connsiteX140" fmla="*/ 176534 w 899752"/>
                <a:gd name="connsiteY140" fmla="*/ 146976 h 1004267"/>
                <a:gd name="connsiteX141" fmla="*/ 205186 w 899752"/>
                <a:gd name="connsiteY141" fmla="*/ 116394 h 1004267"/>
                <a:gd name="connsiteX142" fmla="*/ 272731 w 899752"/>
                <a:gd name="connsiteY142" fmla="*/ 64764 h 1004267"/>
                <a:gd name="connsiteX143" fmla="*/ 345850 w 899752"/>
                <a:gd name="connsiteY143" fmla="*/ 29534 h 1004267"/>
                <a:gd name="connsiteX144" fmla="*/ 395530 w 899752"/>
                <a:gd name="connsiteY144" fmla="*/ 14415 h 1004267"/>
                <a:gd name="connsiteX145" fmla="*/ 440687 w 899752"/>
                <a:gd name="connsiteY145" fmla="*/ 5957 h 1004267"/>
                <a:gd name="connsiteX146" fmla="*/ 480068 w 899752"/>
                <a:gd name="connsiteY146" fmla="*/ 1924 h 1004267"/>
                <a:gd name="connsiteX147" fmla="*/ 495568 w 899752"/>
                <a:gd name="connsiteY147" fmla="*/ 935 h 1004267"/>
                <a:gd name="connsiteX148" fmla="*/ 517452 w 899752"/>
                <a:gd name="connsiteY148" fmla="*/ 28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899752" h="1004267">
                  <a:moveTo>
                    <a:pt x="542878" y="81792"/>
                  </a:moveTo>
                  <a:cubicBezTo>
                    <a:pt x="562454" y="83175"/>
                    <a:pt x="581944" y="86655"/>
                    <a:pt x="601287" y="90220"/>
                  </a:cubicBezTo>
                  <a:cubicBezTo>
                    <a:pt x="626640" y="94893"/>
                    <a:pt x="650615" y="104018"/>
                    <a:pt x="673437" y="115899"/>
                  </a:cubicBezTo>
                  <a:cubicBezTo>
                    <a:pt x="694872" y="127059"/>
                    <a:pt x="715378" y="139771"/>
                    <a:pt x="733586" y="155836"/>
                  </a:cubicBezTo>
                  <a:cubicBezTo>
                    <a:pt x="741486" y="162807"/>
                    <a:pt x="749541" y="169669"/>
                    <a:pt x="756838" y="177242"/>
                  </a:cubicBezTo>
                  <a:cubicBezTo>
                    <a:pt x="771677" y="192641"/>
                    <a:pt x="784629" y="209507"/>
                    <a:pt x="795400" y="228094"/>
                  </a:cubicBezTo>
                  <a:cubicBezTo>
                    <a:pt x="807237" y="248521"/>
                    <a:pt x="816014" y="270119"/>
                    <a:pt x="821387" y="293027"/>
                  </a:cubicBezTo>
                  <a:cubicBezTo>
                    <a:pt x="823572" y="302342"/>
                    <a:pt x="824765" y="311956"/>
                    <a:pt x="825584" y="321505"/>
                  </a:cubicBezTo>
                  <a:cubicBezTo>
                    <a:pt x="826460" y="331696"/>
                    <a:pt x="827106" y="342013"/>
                    <a:pt x="826531" y="352200"/>
                  </a:cubicBezTo>
                  <a:cubicBezTo>
                    <a:pt x="825385" y="372548"/>
                    <a:pt x="821011" y="392244"/>
                    <a:pt x="813078" y="411183"/>
                  </a:cubicBezTo>
                  <a:cubicBezTo>
                    <a:pt x="805303" y="429744"/>
                    <a:pt x="794790" y="446466"/>
                    <a:pt x="780684" y="460679"/>
                  </a:cubicBezTo>
                  <a:cubicBezTo>
                    <a:pt x="767794" y="473668"/>
                    <a:pt x="752128" y="482200"/>
                    <a:pt x="733851" y="484989"/>
                  </a:cubicBezTo>
                  <a:cubicBezTo>
                    <a:pt x="718376" y="487350"/>
                    <a:pt x="703132" y="485312"/>
                    <a:pt x="687740" y="481170"/>
                  </a:cubicBezTo>
                  <a:cubicBezTo>
                    <a:pt x="684542" y="470449"/>
                    <a:pt x="680578" y="460242"/>
                    <a:pt x="674069" y="451013"/>
                  </a:cubicBezTo>
                  <a:cubicBezTo>
                    <a:pt x="686751" y="454097"/>
                    <a:pt x="699025" y="458040"/>
                    <a:pt x="711568" y="460727"/>
                  </a:cubicBezTo>
                  <a:cubicBezTo>
                    <a:pt x="724039" y="463398"/>
                    <a:pt x="736221" y="460866"/>
                    <a:pt x="747369" y="454791"/>
                  </a:cubicBezTo>
                  <a:cubicBezTo>
                    <a:pt x="765133" y="445111"/>
                    <a:pt x="776279" y="429352"/>
                    <a:pt x="785543" y="411977"/>
                  </a:cubicBezTo>
                  <a:cubicBezTo>
                    <a:pt x="794985" y="394266"/>
                    <a:pt x="800497" y="375241"/>
                    <a:pt x="801898" y="355413"/>
                  </a:cubicBezTo>
                  <a:cubicBezTo>
                    <a:pt x="803231" y="336557"/>
                    <a:pt x="802202" y="317661"/>
                    <a:pt x="797582" y="299049"/>
                  </a:cubicBezTo>
                  <a:cubicBezTo>
                    <a:pt x="792676" y="279283"/>
                    <a:pt x="785399" y="260590"/>
                    <a:pt x="775436" y="242848"/>
                  </a:cubicBezTo>
                  <a:cubicBezTo>
                    <a:pt x="766925" y="227693"/>
                    <a:pt x="757080" y="213422"/>
                    <a:pt x="745071" y="200975"/>
                  </a:cubicBezTo>
                  <a:cubicBezTo>
                    <a:pt x="733721" y="189210"/>
                    <a:pt x="721588" y="178075"/>
                    <a:pt x="708935" y="167720"/>
                  </a:cubicBezTo>
                  <a:cubicBezTo>
                    <a:pt x="689209" y="151576"/>
                    <a:pt x="667057" y="139063"/>
                    <a:pt x="643699" y="129009"/>
                  </a:cubicBezTo>
                  <a:cubicBezTo>
                    <a:pt x="612345" y="115515"/>
                    <a:pt x="579220" y="108738"/>
                    <a:pt x="545313" y="106172"/>
                  </a:cubicBezTo>
                  <a:cubicBezTo>
                    <a:pt x="531950" y="105160"/>
                    <a:pt x="518410" y="105381"/>
                    <a:pt x="505015" y="106157"/>
                  </a:cubicBezTo>
                  <a:cubicBezTo>
                    <a:pt x="487834" y="107152"/>
                    <a:pt x="470563" y="108339"/>
                    <a:pt x="453617" y="111160"/>
                  </a:cubicBezTo>
                  <a:cubicBezTo>
                    <a:pt x="435293" y="114210"/>
                    <a:pt x="417105" y="118548"/>
                    <a:pt x="399207" y="123569"/>
                  </a:cubicBezTo>
                  <a:cubicBezTo>
                    <a:pt x="373854" y="130682"/>
                    <a:pt x="349693" y="140937"/>
                    <a:pt x="326993" y="154467"/>
                  </a:cubicBezTo>
                  <a:cubicBezTo>
                    <a:pt x="304114" y="168102"/>
                    <a:pt x="283317" y="184035"/>
                    <a:pt x="268731" y="206844"/>
                  </a:cubicBezTo>
                  <a:cubicBezTo>
                    <a:pt x="256758" y="225566"/>
                    <a:pt x="252263" y="245612"/>
                    <a:pt x="259080" y="267298"/>
                  </a:cubicBezTo>
                  <a:cubicBezTo>
                    <a:pt x="264759" y="285367"/>
                    <a:pt x="277586" y="297833"/>
                    <a:pt x="292594" y="308291"/>
                  </a:cubicBezTo>
                  <a:cubicBezTo>
                    <a:pt x="314384" y="323476"/>
                    <a:pt x="338850" y="332887"/>
                    <a:pt x="364018" y="340692"/>
                  </a:cubicBezTo>
                  <a:cubicBezTo>
                    <a:pt x="359870" y="347708"/>
                    <a:pt x="355723" y="354725"/>
                    <a:pt x="351413" y="362044"/>
                  </a:cubicBezTo>
                  <a:cubicBezTo>
                    <a:pt x="324256" y="353781"/>
                    <a:pt x="298354" y="342955"/>
                    <a:pt x="275265" y="326153"/>
                  </a:cubicBezTo>
                  <a:cubicBezTo>
                    <a:pt x="255260" y="311595"/>
                    <a:pt x="239995" y="293608"/>
                    <a:pt x="234062" y="269031"/>
                  </a:cubicBezTo>
                  <a:cubicBezTo>
                    <a:pt x="229410" y="249761"/>
                    <a:pt x="231101" y="230867"/>
                    <a:pt x="238342" y="212372"/>
                  </a:cubicBezTo>
                  <a:cubicBezTo>
                    <a:pt x="245767" y="193405"/>
                    <a:pt x="257768" y="177601"/>
                    <a:pt x="272497" y="163991"/>
                  </a:cubicBezTo>
                  <a:cubicBezTo>
                    <a:pt x="287206" y="150399"/>
                    <a:pt x="303640" y="139087"/>
                    <a:pt x="321268" y="129340"/>
                  </a:cubicBezTo>
                  <a:cubicBezTo>
                    <a:pt x="344687" y="116391"/>
                    <a:pt x="369273" y="106456"/>
                    <a:pt x="394902" y="99206"/>
                  </a:cubicBezTo>
                  <a:cubicBezTo>
                    <a:pt x="411414" y="94534"/>
                    <a:pt x="428201" y="90603"/>
                    <a:pt x="445083" y="87544"/>
                  </a:cubicBezTo>
                  <a:cubicBezTo>
                    <a:pt x="459434" y="84944"/>
                    <a:pt x="474061" y="83416"/>
                    <a:pt x="488632" y="82595"/>
                  </a:cubicBezTo>
                  <a:cubicBezTo>
                    <a:pt x="506686" y="81578"/>
                    <a:pt x="524897" y="80521"/>
                    <a:pt x="542878" y="81792"/>
                  </a:cubicBezTo>
                  <a:close/>
                  <a:moveTo>
                    <a:pt x="517452" y="28"/>
                  </a:moveTo>
                  <a:cubicBezTo>
                    <a:pt x="532704" y="398"/>
                    <a:pt x="548028" y="472"/>
                    <a:pt x="563168" y="2100"/>
                  </a:cubicBezTo>
                  <a:cubicBezTo>
                    <a:pt x="583626" y="4300"/>
                    <a:pt x="603719" y="8742"/>
                    <a:pt x="623531" y="14553"/>
                  </a:cubicBezTo>
                  <a:cubicBezTo>
                    <a:pt x="652226" y="22968"/>
                    <a:pt x="679753" y="34207"/>
                    <a:pt x="706100" y="48200"/>
                  </a:cubicBezTo>
                  <a:cubicBezTo>
                    <a:pt x="728834" y="60274"/>
                    <a:pt x="750735" y="73811"/>
                    <a:pt x="770413" y="90559"/>
                  </a:cubicBezTo>
                  <a:cubicBezTo>
                    <a:pt x="782356" y="100725"/>
                    <a:pt x="794513" y="110753"/>
                    <a:pt x="805498" y="121903"/>
                  </a:cubicBezTo>
                  <a:cubicBezTo>
                    <a:pt x="825151" y="141852"/>
                    <a:pt x="842140" y="163989"/>
                    <a:pt x="856161" y="188340"/>
                  </a:cubicBezTo>
                  <a:cubicBezTo>
                    <a:pt x="868127" y="209123"/>
                    <a:pt x="877800" y="230869"/>
                    <a:pt x="884812" y="253808"/>
                  </a:cubicBezTo>
                  <a:cubicBezTo>
                    <a:pt x="890183" y="271378"/>
                    <a:pt x="894631" y="289151"/>
                    <a:pt x="896387" y="307482"/>
                  </a:cubicBezTo>
                  <a:cubicBezTo>
                    <a:pt x="897556" y="319687"/>
                    <a:pt x="898790" y="331910"/>
                    <a:pt x="899250" y="344153"/>
                  </a:cubicBezTo>
                  <a:cubicBezTo>
                    <a:pt x="899743" y="357253"/>
                    <a:pt x="900113" y="370439"/>
                    <a:pt x="899161" y="383488"/>
                  </a:cubicBezTo>
                  <a:cubicBezTo>
                    <a:pt x="898101" y="398010"/>
                    <a:pt x="895554" y="412428"/>
                    <a:pt x="893540" y="426876"/>
                  </a:cubicBezTo>
                  <a:cubicBezTo>
                    <a:pt x="890512" y="448590"/>
                    <a:pt x="884252" y="469485"/>
                    <a:pt x="876722" y="489977"/>
                  </a:cubicBezTo>
                  <a:cubicBezTo>
                    <a:pt x="871954" y="502952"/>
                    <a:pt x="866939" y="515911"/>
                    <a:pt x="860901" y="528326"/>
                  </a:cubicBezTo>
                  <a:cubicBezTo>
                    <a:pt x="850716" y="549268"/>
                    <a:pt x="839602" y="569757"/>
                    <a:pt x="828933" y="590464"/>
                  </a:cubicBezTo>
                  <a:cubicBezTo>
                    <a:pt x="821335" y="605211"/>
                    <a:pt x="813280" y="619757"/>
                    <a:pt x="806445" y="634852"/>
                  </a:cubicBezTo>
                  <a:cubicBezTo>
                    <a:pt x="800658" y="647631"/>
                    <a:pt x="796171" y="660969"/>
                    <a:pt x="796173" y="675425"/>
                  </a:cubicBezTo>
                  <a:cubicBezTo>
                    <a:pt x="796174" y="689758"/>
                    <a:pt x="795503" y="704089"/>
                    <a:pt x="795282" y="718424"/>
                  </a:cubicBezTo>
                  <a:cubicBezTo>
                    <a:pt x="794886" y="744050"/>
                    <a:pt x="794324" y="769678"/>
                    <a:pt x="794352" y="795305"/>
                  </a:cubicBezTo>
                  <a:cubicBezTo>
                    <a:pt x="794388" y="828298"/>
                    <a:pt x="794881" y="861291"/>
                    <a:pt x="795289" y="894282"/>
                  </a:cubicBezTo>
                  <a:lnTo>
                    <a:pt x="795453" y="907753"/>
                  </a:lnTo>
                  <a:lnTo>
                    <a:pt x="751051" y="907753"/>
                  </a:lnTo>
                  <a:lnTo>
                    <a:pt x="751057" y="883682"/>
                  </a:lnTo>
                  <a:cubicBezTo>
                    <a:pt x="750763" y="818118"/>
                    <a:pt x="750166" y="752554"/>
                    <a:pt x="750213" y="686990"/>
                  </a:cubicBezTo>
                  <a:cubicBezTo>
                    <a:pt x="750232" y="661309"/>
                    <a:pt x="754924" y="636302"/>
                    <a:pt x="766743" y="613182"/>
                  </a:cubicBezTo>
                  <a:cubicBezTo>
                    <a:pt x="780609" y="586057"/>
                    <a:pt x="795313" y="559355"/>
                    <a:pt x="808877" y="532083"/>
                  </a:cubicBezTo>
                  <a:cubicBezTo>
                    <a:pt x="817803" y="514136"/>
                    <a:pt x="825767" y="495675"/>
                    <a:pt x="833415" y="477136"/>
                  </a:cubicBezTo>
                  <a:cubicBezTo>
                    <a:pt x="841449" y="457661"/>
                    <a:pt x="846004" y="437086"/>
                    <a:pt x="850069" y="416482"/>
                  </a:cubicBezTo>
                  <a:cubicBezTo>
                    <a:pt x="851836" y="407524"/>
                    <a:pt x="852516" y="398311"/>
                    <a:pt x="853135" y="389175"/>
                  </a:cubicBezTo>
                  <a:cubicBezTo>
                    <a:pt x="854068" y="375423"/>
                    <a:pt x="855456" y="361605"/>
                    <a:pt x="854987" y="347872"/>
                  </a:cubicBezTo>
                  <a:cubicBezTo>
                    <a:pt x="853736" y="311326"/>
                    <a:pt x="846881" y="275852"/>
                    <a:pt x="832495" y="241988"/>
                  </a:cubicBezTo>
                  <a:cubicBezTo>
                    <a:pt x="822506" y="218478"/>
                    <a:pt x="809787" y="196491"/>
                    <a:pt x="793574" y="176934"/>
                  </a:cubicBezTo>
                  <a:cubicBezTo>
                    <a:pt x="781390" y="162238"/>
                    <a:pt x="767369" y="149001"/>
                    <a:pt x="753603" y="135697"/>
                  </a:cubicBezTo>
                  <a:cubicBezTo>
                    <a:pt x="738220" y="120830"/>
                    <a:pt x="720378" y="109067"/>
                    <a:pt x="702177" y="97982"/>
                  </a:cubicBezTo>
                  <a:cubicBezTo>
                    <a:pt x="682532" y="86016"/>
                    <a:pt x="661906" y="75835"/>
                    <a:pt x="640322" y="67900"/>
                  </a:cubicBezTo>
                  <a:cubicBezTo>
                    <a:pt x="625428" y="62424"/>
                    <a:pt x="610234" y="57561"/>
                    <a:pt x="594863" y="53648"/>
                  </a:cubicBezTo>
                  <a:cubicBezTo>
                    <a:pt x="582519" y="50505"/>
                    <a:pt x="569778" y="48362"/>
                    <a:pt x="557085" y="47282"/>
                  </a:cubicBezTo>
                  <a:cubicBezTo>
                    <a:pt x="539783" y="45810"/>
                    <a:pt x="522346" y="45045"/>
                    <a:pt x="504990" y="45334"/>
                  </a:cubicBezTo>
                  <a:cubicBezTo>
                    <a:pt x="489708" y="45588"/>
                    <a:pt x="474458" y="47728"/>
                    <a:pt x="459190" y="48998"/>
                  </a:cubicBezTo>
                  <a:cubicBezTo>
                    <a:pt x="437614" y="50794"/>
                    <a:pt x="416416" y="54900"/>
                    <a:pt x="395713" y="60987"/>
                  </a:cubicBezTo>
                  <a:cubicBezTo>
                    <a:pt x="378662" y="66000"/>
                    <a:pt x="361731" y="71697"/>
                    <a:pt x="345276" y="78392"/>
                  </a:cubicBezTo>
                  <a:cubicBezTo>
                    <a:pt x="322926" y="87486"/>
                    <a:pt x="301575" y="98786"/>
                    <a:pt x="281925" y="112916"/>
                  </a:cubicBezTo>
                  <a:cubicBezTo>
                    <a:pt x="270485" y="121142"/>
                    <a:pt x="259444" y="129941"/>
                    <a:pt x="248476" y="138795"/>
                  </a:cubicBezTo>
                  <a:cubicBezTo>
                    <a:pt x="241936" y="144075"/>
                    <a:pt x="235408" y="149517"/>
                    <a:pt x="229717" y="155666"/>
                  </a:cubicBezTo>
                  <a:cubicBezTo>
                    <a:pt x="218868" y="167389"/>
                    <a:pt x="207933" y="179149"/>
                    <a:pt x="198305" y="191856"/>
                  </a:cubicBezTo>
                  <a:cubicBezTo>
                    <a:pt x="186849" y="206974"/>
                    <a:pt x="176030" y="222680"/>
                    <a:pt x="166205" y="238901"/>
                  </a:cubicBezTo>
                  <a:cubicBezTo>
                    <a:pt x="153007" y="260689"/>
                    <a:pt x="140195" y="282887"/>
                    <a:pt x="134929" y="308280"/>
                  </a:cubicBezTo>
                  <a:cubicBezTo>
                    <a:pt x="132884" y="318140"/>
                    <a:pt x="131738" y="328199"/>
                    <a:pt x="130447" y="338202"/>
                  </a:cubicBezTo>
                  <a:cubicBezTo>
                    <a:pt x="128986" y="349516"/>
                    <a:pt x="127769" y="360862"/>
                    <a:pt x="126556" y="372206"/>
                  </a:cubicBezTo>
                  <a:cubicBezTo>
                    <a:pt x="126057" y="376865"/>
                    <a:pt x="125747" y="381550"/>
                    <a:pt x="125523" y="386231"/>
                  </a:cubicBezTo>
                  <a:cubicBezTo>
                    <a:pt x="125119" y="394669"/>
                    <a:pt x="124810" y="403111"/>
                    <a:pt x="124524" y="411554"/>
                  </a:cubicBezTo>
                  <a:cubicBezTo>
                    <a:pt x="124161" y="422285"/>
                    <a:pt x="123803" y="433017"/>
                    <a:pt x="123557" y="443752"/>
                  </a:cubicBezTo>
                  <a:cubicBezTo>
                    <a:pt x="123425" y="449493"/>
                    <a:pt x="123247" y="455258"/>
                    <a:pt x="123588" y="460983"/>
                  </a:cubicBezTo>
                  <a:cubicBezTo>
                    <a:pt x="124523" y="476677"/>
                    <a:pt x="119634" y="491064"/>
                    <a:pt x="113562" y="505051"/>
                  </a:cubicBezTo>
                  <a:cubicBezTo>
                    <a:pt x="102222" y="531174"/>
                    <a:pt x="86417" y="554845"/>
                    <a:pt x="72152" y="579372"/>
                  </a:cubicBezTo>
                  <a:cubicBezTo>
                    <a:pt x="62560" y="595864"/>
                    <a:pt x="52232" y="612058"/>
                    <a:pt x="46705" y="630666"/>
                  </a:cubicBezTo>
                  <a:cubicBezTo>
                    <a:pt x="45524" y="634640"/>
                    <a:pt x="46265" y="636184"/>
                    <a:pt x="49854" y="636776"/>
                  </a:cubicBezTo>
                  <a:cubicBezTo>
                    <a:pt x="59318" y="638338"/>
                    <a:pt x="68768" y="640628"/>
                    <a:pt x="78293" y="641047"/>
                  </a:cubicBezTo>
                  <a:cubicBezTo>
                    <a:pt x="98984" y="641957"/>
                    <a:pt x="119717" y="641948"/>
                    <a:pt x="140435" y="642155"/>
                  </a:cubicBezTo>
                  <a:cubicBezTo>
                    <a:pt x="144780" y="642198"/>
                    <a:pt x="149144" y="641162"/>
                    <a:pt x="153478" y="641303"/>
                  </a:cubicBezTo>
                  <a:cubicBezTo>
                    <a:pt x="164753" y="641670"/>
                    <a:pt x="175402" y="650657"/>
                    <a:pt x="174661" y="662740"/>
                  </a:cubicBezTo>
                  <a:cubicBezTo>
                    <a:pt x="174310" y="668447"/>
                    <a:pt x="174631" y="674194"/>
                    <a:pt x="174596" y="679922"/>
                  </a:cubicBezTo>
                  <a:cubicBezTo>
                    <a:pt x="174277" y="732065"/>
                    <a:pt x="173786" y="784207"/>
                    <a:pt x="173703" y="836350"/>
                  </a:cubicBezTo>
                  <a:cubicBezTo>
                    <a:pt x="173672" y="855473"/>
                    <a:pt x="184647" y="869736"/>
                    <a:pt x="202339" y="876844"/>
                  </a:cubicBezTo>
                  <a:cubicBezTo>
                    <a:pt x="216314" y="882460"/>
                    <a:pt x="230972" y="884863"/>
                    <a:pt x="246043" y="884789"/>
                  </a:cubicBezTo>
                  <a:cubicBezTo>
                    <a:pt x="258178" y="884730"/>
                    <a:pt x="270339" y="885273"/>
                    <a:pt x="282442" y="884653"/>
                  </a:cubicBezTo>
                  <a:cubicBezTo>
                    <a:pt x="297737" y="883869"/>
                    <a:pt x="312964" y="881540"/>
                    <a:pt x="328259" y="881043"/>
                  </a:cubicBezTo>
                  <a:cubicBezTo>
                    <a:pt x="346082" y="880465"/>
                    <a:pt x="364166" y="878986"/>
                    <a:pt x="380977" y="887694"/>
                  </a:cubicBezTo>
                  <a:cubicBezTo>
                    <a:pt x="396061" y="895508"/>
                    <a:pt x="407173" y="907157"/>
                    <a:pt x="415146" y="921919"/>
                  </a:cubicBezTo>
                  <a:cubicBezTo>
                    <a:pt x="424670" y="939555"/>
                    <a:pt x="429891" y="958518"/>
                    <a:pt x="431910" y="978406"/>
                  </a:cubicBezTo>
                  <a:cubicBezTo>
                    <a:pt x="432772" y="986892"/>
                    <a:pt x="433637" y="995377"/>
                    <a:pt x="434541" y="1004267"/>
                  </a:cubicBezTo>
                  <a:cubicBezTo>
                    <a:pt x="418849" y="1004267"/>
                    <a:pt x="404057" y="1004267"/>
                    <a:pt x="389143" y="1004267"/>
                  </a:cubicBezTo>
                  <a:cubicBezTo>
                    <a:pt x="388666" y="998213"/>
                    <a:pt x="388387" y="992104"/>
                    <a:pt x="387670" y="986046"/>
                  </a:cubicBezTo>
                  <a:cubicBezTo>
                    <a:pt x="385548" y="968121"/>
                    <a:pt x="381548" y="950594"/>
                    <a:pt x="370375" y="936024"/>
                  </a:cubicBezTo>
                  <a:cubicBezTo>
                    <a:pt x="363547" y="927120"/>
                    <a:pt x="353501" y="923689"/>
                    <a:pt x="342045" y="925755"/>
                  </a:cubicBezTo>
                  <a:cubicBezTo>
                    <a:pt x="340459" y="926041"/>
                    <a:pt x="338804" y="925932"/>
                    <a:pt x="337182" y="926026"/>
                  </a:cubicBezTo>
                  <a:cubicBezTo>
                    <a:pt x="320207" y="927009"/>
                    <a:pt x="303242" y="928248"/>
                    <a:pt x="286255" y="928912"/>
                  </a:cubicBezTo>
                  <a:cubicBezTo>
                    <a:pt x="269643" y="929561"/>
                    <a:pt x="252959" y="930562"/>
                    <a:pt x="236396" y="929693"/>
                  </a:cubicBezTo>
                  <a:cubicBezTo>
                    <a:pt x="218388" y="928748"/>
                    <a:pt x="200555" y="925463"/>
                    <a:pt x="183795" y="918145"/>
                  </a:cubicBezTo>
                  <a:cubicBezTo>
                    <a:pt x="166120" y="910427"/>
                    <a:pt x="151506" y="898974"/>
                    <a:pt x="141412" y="882334"/>
                  </a:cubicBezTo>
                  <a:cubicBezTo>
                    <a:pt x="134100" y="870281"/>
                    <a:pt x="129395" y="857439"/>
                    <a:pt x="129353" y="842992"/>
                  </a:cubicBezTo>
                  <a:cubicBezTo>
                    <a:pt x="129260" y="810981"/>
                    <a:pt x="128591" y="778972"/>
                    <a:pt x="128512" y="746961"/>
                  </a:cubicBezTo>
                  <a:cubicBezTo>
                    <a:pt x="128466" y="728045"/>
                    <a:pt x="129100" y="709128"/>
                    <a:pt x="129418" y="690212"/>
                  </a:cubicBezTo>
                  <a:cubicBezTo>
                    <a:pt x="129431" y="689427"/>
                    <a:pt x="129348" y="688640"/>
                    <a:pt x="129287" y="687383"/>
                  </a:cubicBezTo>
                  <a:cubicBezTo>
                    <a:pt x="116171" y="687383"/>
                    <a:pt x="103257" y="687994"/>
                    <a:pt x="90423" y="687244"/>
                  </a:cubicBezTo>
                  <a:cubicBezTo>
                    <a:pt x="69643" y="686030"/>
                    <a:pt x="48701" y="685086"/>
                    <a:pt x="28920" y="677526"/>
                  </a:cubicBezTo>
                  <a:cubicBezTo>
                    <a:pt x="15867" y="672537"/>
                    <a:pt x="5216" y="664963"/>
                    <a:pt x="1439" y="650354"/>
                  </a:cubicBezTo>
                  <a:cubicBezTo>
                    <a:pt x="-1095" y="640549"/>
                    <a:pt x="24" y="630913"/>
                    <a:pt x="2427" y="621413"/>
                  </a:cubicBezTo>
                  <a:cubicBezTo>
                    <a:pt x="8208" y="598550"/>
                    <a:pt x="20366" y="578613"/>
                    <a:pt x="32004" y="558474"/>
                  </a:cubicBezTo>
                  <a:cubicBezTo>
                    <a:pt x="41573" y="541915"/>
                    <a:pt x="51283" y="525439"/>
                    <a:pt x="60971" y="508949"/>
                  </a:cubicBezTo>
                  <a:cubicBezTo>
                    <a:pt x="68098" y="496818"/>
                    <a:pt x="74263" y="484273"/>
                    <a:pt x="77705" y="470545"/>
                  </a:cubicBezTo>
                  <a:cubicBezTo>
                    <a:pt x="78091" y="469004"/>
                    <a:pt x="78321" y="467382"/>
                    <a:pt x="78330" y="465795"/>
                  </a:cubicBezTo>
                  <a:cubicBezTo>
                    <a:pt x="78387" y="455975"/>
                    <a:pt x="78232" y="446152"/>
                    <a:pt x="78393" y="436334"/>
                  </a:cubicBezTo>
                  <a:cubicBezTo>
                    <a:pt x="78574" y="425272"/>
                    <a:pt x="78797" y="414202"/>
                    <a:pt x="79398" y="403157"/>
                  </a:cubicBezTo>
                  <a:cubicBezTo>
                    <a:pt x="80153" y="389279"/>
                    <a:pt x="80851" y="375372"/>
                    <a:pt x="82390" y="361569"/>
                  </a:cubicBezTo>
                  <a:cubicBezTo>
                    <a:pt x="85263" y="335805"/>
                    <a:pt x="87179" y="309851"/>
                    <a:pt x="94170" y="284734"/>
                  </a:cubicBezTo>
                  <a:cubicBezTo>
                    <a:pt x="96078" y="277883"/>
                    <a:pt x="98943" y="271260"/>
                    <a:pt x="101788" y="264715"/>
                  </a:cubicBezTo>
                  <a:cubicBezTo>
                    <a:pt x="113972" y="236686"/>
                    <a:pt x="128960" y="210158"/>
                    <a:pt x="146428" y="185139"/>
                  </a:cubicBezTo>
                  <a:cubicBezTo>
                    <a:pt x="155691" y="171873"/>
                    <a:pt x="166039" y="159313"/>
                    <a:pt x="176534" y="146976"/>
                  </a:cubicBezTo>
                  <a:cubicBezTo>
                    <a:pt x="185579" y="136343"/>
                    <a:pt x="194993" y="125907"/>
                    <a:pt x="205186" y="116394"/>
                  </a:cubicBezTo>
                  <a:cubicBezTo>
                    <a:pt x="225972" y="96994"/>
                    <a:pt x="248327" y="79505"/>
                    <a:pt x="272731" y="64764"/>
                  </a:cubicBezTo>
                  <a:cubicBezTo>
                    <a:pt x="295995" y="50712"/>
                    <a:pt x="320183" y="38489"/>
                    <a:pt x="345850" y="29534"/>
                  </a:cubicBezTo>
                  <a:cubicBezTo>
                    <a:pt x="362186" y="23834"/>
                    <a:pt x="378759" y="18633"/>
                    <a:pt x="395530" y="14415"/>
                  </a:cubicBezTo>
                  <a:cubicBezTo>
                    <a:pt x="410358" y="10686"/>
                    <a:pt x="425542" y="8201"/>
                    <a:pt x="440687" y="5957"/>
                  </a:cubicBezTo>
                  <a:cubicBezTo>
                    <a:pt x="453727" y="4025"/>
                    <a:pt x="466928" y="3156"/>
                    <a:pt x="480068" y="1924"/>
                  </a:cubicBezTo>
                  <a:cubicBezTo>
                    <a:pt x="485221" y="1441"/>
                    <a:pt x="490398" y="1200"/>
                    <a:pt x="495568" y="935"/>
                  </a:cubicBezTo>
                  <a:cubicBezTo>
                    <a:pt x="502862" y="561"/>
                    <a:pt x="510169" y="-149"/>
                    <a:pt x="517452" y="28"/>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08" name="Group 107">
            <a:extLst>
              <a:ext uri="{FF2B5EF4-FFF2-40B4-BE49-F238E27FC236}">
                <a16:creationId xmlns:a16="http://schemas.microsoft.com/office/drawing/2014/main" id="{84F5C4AE-4B2E-BCD7-1C4D-643EDC8DBCF0}"/>
              </a:ext>
              <a:ext uri="{C183D7F6-B498-43B3-948B-1728B52AA6E4}">
                <adec:decorative xmlns:adec="http://schemas.microsoft.com/office/drawing/2017/decorative" val="1"/>
              </a:ext>
            </a:extLst>
          </p:cNvPr>
          <p:cNvGrpSpPr>
            <a:grpSpLocks noChangeAspect="1"/>
          </p:cNvGrpSpPr>
          <p:nvPr/>
        </p:nvGrpSpPr>
        <p:grpSpPr>
          <a:xfrm>
            <a:off x="9693275" y="5049527"/>
            <a:ext cx="476100" cy="457200"/>
            <a:chOff x="9765710" y="5049527"/>
            <a:chExt cx="476100" cy="457200"/>
          </a:xfrm>
          <a:solidFill>
            <a:srgbClr val="FF0000"/>
          </a:solidFill>
        </p:grpSpPr>
        <p:sp>
          <p:nvSpPr>
            <p:cNvPr id="2691" name="Freeform: Shape 2690">
              <a:extLst>
                <a:ext uri="{FF2B5EF4-FFF2-40B4-BE49-F238E27FC236}">
                  <a16:creationId xmlns:a16="http://schemas.microsoft.com/office/drawing/2014/main" id="{6A8480F5-AB51-193B-9424-0E4D77D37DCB}"/>
                </a:ext>
                <a:ext uri="{C183D7F6-B498-43B3-948B-1728B52AA6E4}">
                  <adec:decorative xmlns:adec="http://schemas.microsoft.com/office/drawing/2017/decorative" val="1"/>
                </a:ext>
              </a:extLst>
            </p:cNvPr>
            <p:cNvSpPr/>
            <p:nvPr/>
          </p:nvSpPr>
          <p:spPr>
            <a:xfrm>
              <a:off x="9771507" y="5049527"/>
              <a:ext cx="470303" cy="457200"/>
            </a:xfrm>
            <a:custGeom>
              <a:avLst/>
              <a:gdLst>
                <a:gd name="connsiteX0" fmla="*/ 418464 w 836353"/>
                <a:gd name="connsiteY0" fmla="*/ 352254 h 813052"/>
                <a:gd name="connsiteX1" fmla="*/ 264049 w 836353"/>
                <a:gd name="connsiteY1" fmla="*/ 506394 h 813052"/>
                <a:gd name="connsiteX2" fmla="*/ 418464 w 836353"/>
                <a:gd name="connsiteY2" fmla="*/ 660535 h 813052"/>
                <a:gd name="connsiteX3" fmla="*/ 572879 w 836353"/>
                <a:gd name="connsiteY3" fmla="*/ 506394 h 813052"/>
                <a:gd name="connsiteX4" fmla="*/ 418464 w 836353"/>
                <a:gd name="connsiteY4" fmla="*/ 352254 h 813052"/>
                <a:gd name="connsiteX5" fmla="*/ 418464 w 836353"/>
                <a:gd name="connsiteY5" fmla="*/ 330696 h 813052"/>
                <a:gd name="connsiteX6" fmla="*/ 593935 w 836353"/>
                <a:gd name="connsiteY6" fmla="*/ 505856 h 813052"/>
                <a:gd name="connsiteX7" fmla="*/ 418464 w 836353"/>
                <a:gd name="connsiteY7" fmla="*/ 681016 h 813052"/>
                <a:gd name="connsiteX8" fmla="*/ 242992 w 836353"/>
                <a:gd name="connsiteY8" fmla="*/ 505856 h 813052"/>
                <a:gd name="connsiteX9" fmla="*/ 418464 w 836353"/>
                <a:gd name="connsiteY9" fmla="*/ 330696 h 813052"/>
                <a:gd name="connsiteX10" fmla="*/ 337251 w 836353"/>
                <a:gd name="connsiteY10" fmla="*/ 43592 h 813052"/>
                <a:gd name="connsiteX11" fmla="*/ 305676 w 836353"/>
                <a:gd name="connsiteY11" fmla="*/ 76148 h 813052"/>
                <a:gd name="connsiteX12" fmla="*/ 305676 w 836353"/>
                <a:gd name="connsiteY12" fmla="*/ 173817 h 813052"/>
                <a:gd name="connsiteX13" fmla="*/ 532054 w 836353"/>
                <a:gd name="connsiteY13" fmla="*/ 173817 h 813052"/>
                <a:gd name="connsiteX14" fmla="*/ 532054 w 836353"/>
                <a:gd name="connsiteY14" fmla="*/ 76148 h 813052"/>
                <a:gd name="connsiteX15" fmla="*/ 500479 w 836353"/>
                <a:gd name="connsiteY15" fmla="*/ 43592 h 813052"/>
                <a:gd name="connsiteX16" fmla="*/ 337251 w 836353"/>
                <a:gd name="connsiteY16" fmla="*/ 0 h 813052"/>
                <a:gd name="connsiteX17" fmla="*/ 500479 w 836353"/>
                <a:gd name="connsiteY17" fmla="*/ 0 h 813052"/>
                <a:gd name="connsiteX18" fmla="*/ 574333 w 836353"/>
                <a:gd name="connsiteY18" fmla="*/ 76148 h 813052"/>
                <a:gd name="connsiteX19" fmla="*/ 574333 w 836353"/>
                <a:gd name="connsiteY19" fmla="*/ 176776 h 813052"/>
                <a:gd name="connsiteX20" fmla="*/ 792835 w 836353"/>
                <a:gd name="connsiteY20" fmla="*/ 176776 h 813052"/>
                <a:gd name="connsiteX21" fmla="*/ 836353 w 836353"/>
                <a:gd name="connsiteY21" fmla="*/ 220034 h 813052"/>
                <a:gd name="connsiteX22" fmla="*/ 836353 w 836353"/>
                <a:gd name="connsiteY22" fmla="*/ 813052 h 813052"/>
                <a:gd name="connsiteX23" fmla="*/ 835802 w 836353"/>
                <a:gd name="connsiteY23" fmla="*/ 813052 h 813052"/>
                <a:gd name="connsiteX24" fmla="*/ 43660 w 836353"/>
                <a:gd name="connsiteY24" fmla="*/ 813052 h 813052"/>
                <a:gd name="connsiteX25" fmla="*/ 142 w 836353"/>
                <a:gd name="connsiteY25" fmla="*/ 769793 h 813052"/>
                <a:gd name="connsiteX26" fmla="*/ 142 w 836353"/>
                <a:gd name="connsiteY26" fmla="*/ 457873 h 813052"/>
                <a:gd name="connsiteX27" fmla="*/ 0 w 836353"/>
                <a:gd name="connsiteY27" fmla="*/ 457873 h 813052"/>
                <a:gd name="connsiteX28" fmla="*/ 0 w 836353"/>
                <a:gd name="connsiteY28" fmla="*/ 257675 h 813052"/>
                <a:gd name="connsiteX29" fmla="*/ 43449 w 836353"/>
                <a:gd name="connsiteY29" fmla="*/ 257675 h 813052"/>
                <a:gd name="connsiteX30" fmla="*/ 43449 w 836353"/>
                <a:gd name="connsiteY30" fmla="*/ 430301 h 813052"/>
                <a:gd name="connsiteX31" fmla="*/ 43660 w 836353"/>
                <a:gd name="connsiteY31" fmla="*/ 430301 h 813052"/>
                <a:gd name="connsiteX32" fmla="*/ 43660 w 836353"/>
                <a:gd name="connsiteY32" fmla="*/ 769793 h 813052"/>
                <a:gd name="connsiteX33" fmla="*/ 792284 w 836353"/>
                <a:gd name="connsiteY33" fmla="*/ 769793 h 813052"/>
                <a:gd name="connsiteX34" fmla="*/ 792284 w 836353"/>
                <a:gd name="connsiteY34" fmla="*/ 220034 h 813052"/>
                <a:gd name="connsiteX35" fmla="*/ 288684 w 836353"/>
                <a:gd name="connsiteY35" fmla="*/ 220034 h 813052"/>
                <a:gd name="connsiteX36" fmla="*/ 288684 w 836353"/>
                <a:gd name="connsiteY36" fmla="*/ 220179 h 813052"/>
                <a:gd name="connsiteX37" fmla="*/ 88487 w 836353"/>
                <a:gd name="connsiteY37" fmla="*/ 220179 h 813052"/>
                <a:gd name="connsiteX38" fmla="*/ 88487 w 836353"/>
                <a:gd name="connsiteY38" fmla="*/ 176730 h 813052"/>
                <a:gd name="connsiteX39" fmla="*/ 263397 w 836353"/>
                <a:gd name="connsiteY39" fmla="*/ 176730 h 813052"/>
                <a:gd name="connsiteX40" fmla="*/ 263397 w 836353"/>
                <a:gd name="connsiteY40" fmla="*/ 76148 h 813052"/>
                <a:gd name="connsiteX41" fmla="*/ 337251 w 836353"/>
                <a:gd name="connsiteY41" fmla="*/ 0 h 813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36353" h="813052">
                  <a:moveTo>
                    <a:pt x="418464" y="352254"/>
                  </a:moveTo>
                  <a:cubicBezTo>
                    <a:pt x="333697" y="352254"/>
                    <a:pt x="264049" y="421240"/>
                    <a:pt x="264049" y="506394"/>
                  </a:cubicBezTo>
                  <a:cubicBezTo>
                    <a:pt x="264049" y="591549"/>
                    <a:pt x="333157" y="660535"/>
                    <a:pt x="418464" y="660535"/>
                  </a:cubicBezTo>
                  <a:cubicBezTo>
                    <a:pt x="503770" y="660535"/>
                    <a:pt x="572879" y="591549"/>
                    <a:pt x="572879" y="506394"/>
                  </a:cubicBezTo>
                  <a:cubicBezTo>
                    <a:pt x="572879" y="421240"/>
                    <a:pt x="503230" y="352254"/>
                    <a:pt x="418464" y="352254"/>
                  </a:cubicBezTo>
                  <a:close/>
                  <a:moveTo>
                    <a:pt x="418464" y="330696"/>
                  </a:moveTo>
                  <a:cubicBezTo>
                    <a:pt x="515108" y="330696"/>
                    <a:pt x="593935" y="409383"/>
                    <a:pt x="593935" y="505856"/>
                  </a:cubicBezTo>
                  <a:cubicBezTo>
                    <a:pt x="593935" y="602328"/>
                    <a:pt x="515108" y="681016"/>
                    <a:pt x="418464" y="681016"/>
                  </a:cubicBezTo>
                  <a:cubicBezTo>
                    <a:pt x="321819" y="681016"/>
                    <a:pt x="242992" y="602328"/>
                    <a:pt x="242992" y="505856"/>
                  </a:cubicBezTo>
                  <a:cubicBezTo>
                    <a:pt x="242992" y="409383"/>
                    <a:pt x="321819" y="330696"/>
                    <a:pt x="418464" y="330696"/>
                  </a:cubicBezTo>
                  <a:close/>
                  <a:moveTo>
                    <a:pt x="337251" y="43592"/>
                  </a:moveTo>
                  <a:cubicBezTo>
                    <a:pt x="319590" y="43592"/>
                    <a:pt x="305676" y="58491"/>
                    <a:pt x="305676" y="76148"/>
                  </a:cubicBezTo>
                  <a:lnTo>
                    <a:pt x="305676" y="173817"/>
                  </a:lnTo>
                  <a:lnTo>
                    <a:pt x="532054" y="173817"/>
                  </a:lnTo>
                  <a:lnTo>
                    <a:pt x="532054" y="76148"/>
                  </a:lnTo>
                  <a:cubicBezTo>
                    <a:pt x="532054" y="57939"/>
                    <a:pt x="517605" y="43592"/>
                    <a:pt x="500479" y="43592"/>
                  </a:cubicBezTo>
                  <a:close/>
                  <a:moveTo>
                    <a:pt x="337251" y="0"/>
                  </a:moveTo>
                  <a:lnTo>
                    <a:pt x="500479" y="0"/>
                  </a:lnTo>
                  <a:cubicBezTo>
                    <a:pt x="541152" y="0"/>
                    <a:pt x="574333" y="34211"/>
                    <a:pt x="574333" y="76148"/>
                  </a:cubicBezTo>
                  <a:lnTo>
                    <a:pt x="574333" y="176776"/>
                  </a:lnTo>
                  <a:lnTo>
                    <a:pt x="792835" y="176776"/>
                  </a:lnTo>
                  <a:cubicBezTo>
                    <a:pt x="816522" y="176776"/>
                    <a:pt x="836353" y="195941"/>
                    <a:pt x="836353" y="220034"/>
                  </a:cubicBezTo>
                  <a:lnTo>
                    <a:pt x="836353" y="813052"/>
                  </a:lnTo>
                  <a:lnTo>
                    <a:pt x="835802" y="813052"/>
                  </a:lnTo>
                  <a:lnTo>
                    <a:pt x="43660" y="813052"/>
                  </a:lnTo>
                  <a:cubicBezTo>
                    <a:pt x="19973" y="813052"/>
                    <a:pt x="142" y="793887"/>
                    <a:pt x="142" y="769793"/>
                  </a:cubicBezTo>
                  <a:lnTo>
                    <a:pt x="142" y="457873"/>
                  </a:lnTo>
                  <a:lnTo>
                    <a:pt x="0" y="457873"/>
                  </a:lnTo>
                  <a:lnTo>
                    <a:pt x="0" y="257675"/>
                  </a:lnTo>
                  <a:lnTo>
                    <a:pt x="43449" y="257675"/>
                  </a:lnTo>
                  <a:lnTo>
                    <a:pt x="43449" y="430301"/>
                  </a:lnTo>
                  <a:lnTo>
                    <a:pt x="43660" y="430301"/>
                  </a:lnTo>
                  <a:lnTo>
                    <a:pt x="43660" y="769793"/>
                  </a:lnTo>
                  <a:lnTo>
                    <a:pt x="792284" y="769793"/>
                  </a:lnTo>
                  <a:lnTo>
                    <a:pt x="792284" y="220034"/>
                  </a:lnTo>
                  <a:lnTo>
                    <a:pt x="288684" y="220034"/>
                  </a:lnTo>
                  <a:lnTo>
                    <a:pt x="288684" y="220179"/>
                  </a:lnTo>
                  <a:lnTo>
                    <a:pt x="88487" y="220179"/>
                  </a:lnTo>
                  <a:lnTo>
                    <a:pt x="88487" y="176730"/>
                  </a:lnTo>
                  <a:lnTo>
                    <a:pt x="263397" y="176730"/>
                  </a:lnTo>
                  <a:lnTo>
                    <a:pt x="263397" y="76148"/>
                  </a:lnTo>
                  <a:cubicBezTo>
                    <a:pt x="263397" y="34211"/>
                    <a:pt x="296578" y="0"/>
                    <a:pt x="337251"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2692" name="Freeform: Shape 2691">
              <a:extLst>
                <a:ext uri="{FF2B5EF4-FFF2-40B4-BE49-F238E27FC236}">
                  <a16:creationId xmlns:a16="http://schemas.microsoft.com/office/drawing/2014/main" id="{89D3DC96-6618-3233-2D30-70D5B9131ADA}"/>
                </a:ext>
                <a:ext uri="{C183D7F6-B498-43B3-948B-1728B52AA6E4}">
                  <adec:decorative xmlns:adec="http://schemas.microsoft.com/office/drawing/2017/decorative" val="1"/>
                </a:ext>
              </a:extLst>
            </p:cNvPr>
            <p:cNvSpPr/>
            <p:nvPr/>
          </p:nvSpPr>
          <p:spPr>
            <a:xfrm>
              <a:off x="9765710" y="5141474"/>
              <a:ext cx="291213" cy="240889"/>
            </a:xfrm>
            <a:custGeom>
              <a:avLst/>
              <a:gdLst>
                <a:gd name="connsiteX0" fmla="*/ 407136 w 517872"/>
                <a:gd name="connsiteY0" fmla="*/ 255105 h 428379"/>
                <a:gd name="connsiteX1" fmla="*/ 450585 w 517872"/>
                <a:gd name="connsiteY1" fmla="*/ 255105 h 428379"/>
                <a:gd name="connsiteX2" fmla="*/ 450585 w 517872"/>
                <a:gd name="connsiteY2" fmla="*/ 321300 h 428379"/>
                <a:gd name="connsiteX3" fmla="*/ 517872 w 517872"/>
                <a:gd name="connsiteY3" fmla="*/ 321300 h 428379"/>
                <a:gd name="connsiteX4" fmla="*/ 517872 w 517872"/>
                <a:gd name="connsiteY4" fmla="*/ 364749 h 428379"/>
                <a:gd name="connsiteX5" fmla="*/ 450585 w 517872"/>
                <a:gd name="connsiteY5" fmla="*/ 364749 h 428379"/>
                <a:gd name="connsiteX6" fmla="*/ 450585 w 517872"/>
                <a:gd name="connsiteY6" fmla="*/ 428379 h 428379"/>
                <a:gd name="connsiteX7" fmla="*/ 407136 w 517872"/>
                <a:gd name="connsiteY7" fmla="*/ 428379 h 428379"/>
                <a:gd name="connsiteX8" fmla="*/ 407136 w 517872"/>
                <a:gd name="connsiteY8" fmla="*/ 364749 h 428379"/>
                <a:gd name="connsiteX9" fmla="*/ 341829 w 517872"/>
                <a:gd name="connsiteY9" fmla="*/ 364749 h 428379"/>
                <a:gd name="connsiteX10" fmla="*/ 341829 w 517872"/>
                <a:gd name="connsiteY10" fmla="*/ 321300 h 428379"/>
                <a:gd name="connsiteX11" fmla="*/ 407136 w 517872"/>
                <a:gd name="connsiteY11" fmla="*/ 321300 h 428379"/>
                <a:gd name="connsiteX12" fmla="*/ 0 w 517872"/>
                <a:gd name="connsiteY12" fmla="*/ 0 h 428379"/>
                <a:gd name="connsiteX13" fmla="*/ 64899 w 517872"/>
                <a:gd name="connsiteY13" fmla="*/ 0 h 428379"/>
                <a:gd name="connsiteX14" fmla="*/ 64899 w 517872"/>
                <a:gd name="connsiteY14" fmla="*/ 64899 h 428379"/>
                <a:gd name="connsiteX15" fmla="*/ 0 w 517872"/>
                <a:gd name="connsiteY15" fmla="*/ 64899 h 42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872" h="428379">
                  <a:moveTo>
                    <a:pt x="407136" y="255105"/>
                  </a:moveTo>
                  <a:lnTo>
                    <a:pt x="450585" y="255105"/>
                  </a:lnTo>
                  <a:lnTo>
                    <a:pt x="450585" y="321300"/>
                  </a:lnTo>
                  <a:lnTo>
                    <a:pt x="517872" y="321300"/>
                  </a:lnTo>
                  <a:lnTo>
                    <a:pt x="517872" y="364749"/>
                  </a:lnTo>
                  <a:lnTo>
                    <a:pt x="450585" y="364749"/>
                  </a:lnTo>
                  <a:lnTo>
                    <a:pt x="450585" y="428379"/>
                  </a:lnTo>
                  <a:lnTo>
                    <a:pt x="407136" y="428379"/>
                  </a:lnTo>
                  <a:lnTo>
                    <a:pt x="407136" y="364749"/>
                  </a:lnTo>
                  <a:lnTo>
                    <a:pt x="341829" y="364749"/>
                  </a:lnTo>
                  <a:lnTo>
                    <a:pt x="341829" y="321300"/>
                  </a:lnTo>
                  <a:lnTo>
                    <a:pt x="407136" y="321300"/>
                  </a:lnTo>
                  <a:close/>
                  <a:moveTo>
                    <a:pt x="0" y="0"/>
                  </a:moveTo>
                  <a:lnTo>
                    <a:pt x="64899" y="0"/>
                  </a:lnTo>
                  <a:lnTo>
                    <a:pt x="64899" y="64899"/>
                  </a:lnTo>
                  <a:lnTo>
                    <a:pt x="0" y="64899"/>
                  </a:lnTo>
                  <a:close/>
                </a:path>
              </a:pathLst>
            </a:custGeom>
            <a:solidFill>
              <a:schemeClr val="accent1"/>
            </a:solidFill>
            <a:ln w="12601" cap="flat">
              <a:noFill/>
              <a:prstDash val="solid"/>
              <a:miter/>
            </a:ln>
          </p:spPr>
          <p:txBody>
            <a:bodyPr wrap="square" rtlCol="0" anchor="ctr">
              <a:noAutofit/>
            </a:bodyPr>
            <a:lstStyle/>
            <a:p>
              <a:endParaRPr lang="en-US" dirty="0"/>
            </a:p>
          </p:txBody>
        </p:sp>
      </p:grpSp>
      <p:grpSp>
        <p:nvGrpSpPr>
          <p:cNvPr id="107" name="Group 106">
            <a:extLst>
              <a:ext uri="{FF2B5EF4-FFF2-40B4-BE49-F238E27FC236}">
                <a16:creationId xmlns:a16="http://schemas.microsoft.com/office/drawing/2014/main" id="{EE00D12F-15CE-500D-221A-EBA63B86087C}"/>
              </a:ext>
              <a:ext uri="{C183D7F6-B498-43B3-948B-1728B52AA6E4}">
                <adec:decorative xmlns:adec="http://schemas.microsoft.com/office/drawing/2017/decorative" val="1"/>
              </a:ext>
            </a:extLst>
          </p:cNvPr>
          <p:cNvGrpSpPr>
            <a:grpSpLocks noChangeAspect="1"/>
          </p:cNvGrpSpPr>
          <p:nvPr/>
        </p:nvGrpSpPr>
        <p:grpSpPr>
          <a:xfrm>
            <a:off x="10377073" y="5049527"/>
            <a:ext cx="464539" cy="457200"/>
            <a:chOff x="10413291" y="5049527"/>
            <a:chExt cx="464539" cy="457200"/>
          </a:xfrm>
          <a:solidFill>
            <a:srgbClr val="FF0000"/>
          </a:solidFill>
        </p:grpSpPr>
        <p:sp>
          <p:nvSpPr>
            <p:cNvPr id="2694" name="Freeform: Shape 2693">
              <a:extLst>
                <a:ext uri="{FF2B5EF4-FFF2-40B4-BE49-F238E27FC236}">
                  <a16:creationId xmlns:a16="http://schemas.microsoft.com/office/drawing/2014/main" id="{B2218EDE-0D00-38AD-1C49-19C1F672349F}"/>
                </a:ext>
                <a:ext uri="{C183D7F6-B498-43B3-948B-1728B52AA6E4}">
                  <adec:decorative xmlns:adec="http://schemas.microsoft.com/office/drawing/2017/decorative" val="1"/>
                </a:ext>
              </a:extLst>
            </p:cNvPr>
            <p:cNvSpPr/>
            <p:nvPr/>
          </p:nvSpPr>
          <p:spPr>
            <a:xfrm>
              <a:off x="10417558" y="5049527"/>
              <a:ext cx="375836" cy="365974"/>
            </a:xfrm>
            <a:custGeom>
              <a:avLst/>
              <a:gdLst>
                <a:gd name="connsiteX0" fmla="*/ 387723 w 821001"/>
                <a:gd name="connsiteY0" fmla="*/ 402064 h 799459"/>
                <a:gd name="connsiteX1" fmla="*/ 432846 w 821001"/>
                <a:gd name="connsiteY1" fmla="*/ 402064 h 799459"/>
                <a:gd name="connsiteX2" fmla="*/ 432846 w 821001"/>
                <a:gd name="connsiteY2" fmla="*/ 463426 h 799459"/>
                <a:gd name="connsiteX3" fmla="*/ 494642 w 821001"/>
                <a:gd name="connsiteY3" fmla="*/ 463426 h 799459"/>
                <a:gd name="connsiteX4" fmla="*/ 494642 w 821001"/>
                <a:gd name="connsiteY4" fmla="*/ 508723 h 799459"/>
                <a:gd name="connsiteX5" fmla="*/ 433183 w 821001"/>
                <a:gd name="connsiteY5" fmla="*/ 508723 h 799459"/>
                <a:gd name="connsiteX6" fmla="*/ 433183 w 821001"/>
                <a:gd name="connsiteY6" fmla="*/ 569273 h 799459"/>
                <a:gd name="connsiteX7" fmla="*/ 388060 w 821001"/>
                <a:gd name="connsiteY7" fmla="*/ 569273 h 799459"/>
                <a:gd name="connsiteX8" fmla="*/ 388060 w 821001"/>
                <a:gd name="connsiteY8" fmla="*/ 508872 h 799459"/>
                <a:gd name="connsiteX9" fmla="*/ 327036 w 821001"/>
                <a:gd name="connsiteY9" fmla="*/ 508872 h 799459"/>
                <a:gd name="connsiteX10" fmla="*/ 327106 w 821001"/>
                <a:gd name="connsiteY10" fmla="*/ 464901 h 799459"/>
                <a:gd name="connsiteX11" fmla="*/ 329174 w 821001"/>
                <a:gd name="connsiteY11" fmla="*/ 463576 h 799459"/>
                <a:gd name="connsiteX12" fmla="*/ 387723 w 821001"/>
                <a:gd name="connsiteY12" fmla="*/ 463570 h 799459"/>
                <a:gd name="connsiteX13" fmla="*/ 387723 w 821001"/>
                <a:gd name="connsiteY13" fmla="*/ 402064 h 799459"/>
                <a:gd name="connsiteX14" fmla="*/ 409632 w 821001"/>
                <a:gd name="connsiteY14" fmla="*/ 325198 h 799459"/>
                <a:gd name="connsiteX15" fmla="*/ 388957 w 821001"/>
                <a:gd name="connsiteY15" fmla="*/ 327056 h 799459"/>
                <a:gd name="connsiteX16" fmla="*/ 340678 w 821001"/>
                <a:gd name="connsiteY16" fmla="*/ 341449 h 799459"/>
                <a:gd name="connsiteX17" fmla="*/ 294261 w 821001"/>
                <a:gd name="connsiteY17" fmla="*/ 375777 h 799459"/>
                <a:gd name="connsiteX18" fmla="*/ 258348 w 821001"/>
                <a:gd name="connsiteY18" fmla="*/ 434765 h 799459"/>
                <a:gd name="connsiteX19" fmla="*/ 249786 w 821001"/>
                <a:gd name="connsiteY19" fmla="*/ 486127 h 799459"/>
                <a:gd name="connsiteX20" fmla="*/ 254234 w 821001"/>
                <a:gd name="connsiteY20" fmla="*/ 522149 h 799459"/>
                <a:gd name="connsiteX21" fmla="*/ 271970 w 821001"/>
                <a:gd name="connsiteY21" fmla="*/ 566775 h 799459"/>
                <a:gd name="connsiteX22" fmla="*/ 331194 w 821001"/>
                <a:gd name="connsiteY22" fmla="*/ 625529 h 799459"/>
                <a:gd name="connsiteX23" fmla="*/ 420960 w 821001"/>
                <a:gd name="connsiteY23" fmla="*/ 646362 h 799459"/>
                <a:gd name="connsiteX24" fmla="*/ 454437 w 821001"/>
                <a:gd name="connsiteY24" fmla="*/ 640527 h 799459"/>
                <a:gd name="connsiteX25" fmla="*/ 522281 w 821001"/>
                <a:gd name="connsiteY25" fmla="*/ 601571 h 799459"/>
                <a:gd name="connsiteX26" fmla="*/ 560073 w 821001"/>
                <a:gd name="connsiteY26" fmla="*/ 545302 h 799459"/>
                <a:gd name="connsiteX27" fmla="*/ 571447 w 821001"/>
                <a:gd name="connsiteY27" fmla="*/ 489710 h 799459"/>
                <a:gd name="connsiteX28" fmla="*/ 570530 w 821001"/>
                <a:gd name="connsiteY28" fmla="*/ 470781 h 799459"/>
                <a:gd name="connsiteX29" fmla="*/ 559003 w 821001"/>
                <a:gd name="connsiteY29" fmla="*/ 424108 h 799459"/>
                <a:gd name="connsiteX30" fmla="*/ 501225 w 821001"/>
                <a:gd name="connsiteY30" fmla="*/ 353486 h 799459"/>
                <a:gd name="connsiteX31" fmla="*/ 409632 w 821001"/>
                <a:gd name="connsiteY31" fmla="*/ 325198 h 799459"/>
                <a:gd name="connsiteX32" fmla="*/ 427568 w 821001"/>
                <a:gd name="connsiteY32" fmla="*/ 302735 h 799459"/>
                <a:gd name="connsiteX33" fmla="*/ 484281 w 821001"/>
                <a:gd name="connsiteY33" fmla="*/ 317199 h 799459"/>
                <a:gd name="connsiteX34" fmla="*/ 546906 w 821001"/>
                <a:gd name="connsiteY34" fmla="*/ 362001 h 799459"/>
                <a:gd name="connsiteX35" fmla="*/ 584149 w 821001"/>
                <a:gd name="connsiteY35" fmla="*/ 424022 h 799459"/>
                <a:gd name="connsiteX36" fmla="*/ 594328 w 821001"/>
                <a:gd name="connsiteY36" fmla="*/ 474593 h 799459"/>
                <a:gd name="connsiteX37" fmla="*/ 584566 w 821001"/>
                <a:gd name="connsiteY37" fmla="*/ 546392 h 799459"/>
                <a:gd name="connsiteX38" fmla="*/ 561492 w 821001"/>
                <a:gd name="connsiteY38" fmla="*/ 591667 h 799459"/>
                <a:gd name="connsiteX39" fmla="*/ 536501 w 821001"/>
                <a:gd name="connsiteY39" fmla="*/ 620560 h 799459"/>
                <a:gd name="connsiteX40" fmla="*/ 499725 w 821001"/>
                <a:gd name="connsiteY40" fmla="*/ 647310 h 799459"/>
                <a:gd name="connsiteX41" fmla="*/ 448538 w 821001"/>
                <a:gd name="connsiteY41" fmla="*/ 666370 h 799459"/>
                <a:gd name="connsiteX42" fmla="*/ 422295 w 821001"/>
                <a:gd name="connsiteY42" fmla="*/ 669678 h 799459"/>
                <a:gd name="connsiteX43" fmla="*/ 366482 w 821001"/>
                <a:gd name="connsiteY43" fmla="*/ 664934 h 799459"/>
                <a:gd name="connsiteX44" fmla="*/ 297827 w 821001"/>
                <a:gd name="connsiteY44" fmla="*/ 631456 h 799459"/>
                <a:gd name="connsiteX45" fmla="*/ 252899 w 821001"/>
                <a:gd name="connsiteY45" fmla="*/ 581280 h 799459"/>
                <a:gd name="connsiteX46" fmla="*/ 229655 w 821001"/>
                <a:gd name="connsiteY46" fmla="*/ 519504 h 799459"/>
                <a:gd name="connsiteX47" fmla="*/ 226984 w 821001"/>
                <a:gd name="connsiteY47" fmla="*/ 473525 h 799459"/>
                <a:gd name="connsiteX48" fmla="*/ 241501 w 821001"/>
                <a:gd name="connsiteY48" fmla="*/ 413367 h 799459"/>
                <a:gd name="connsiteX49" fmla="*/ 276408 w 821001"/>
                <a:gd name="connsiteY49" fmla="*/ 360307 h 799459"/>
                <a:gd name="connsiteX50" fmla="*/ 347234 w 821001"/>
                <a:gd name="connsiteY50" fmla="*/ 313195 h 799459"/>
                <a:gd name="connsiteX51" fmla="*/ 427568 w 821001"/>
                <a:gd name="connsiteY51" fmla="*/ 302735 h 799459"/>
                <a:gd name="connsiteX52" fmla="*/ 196 w 821001"/>
                <a:gd name="connsiteY52" fmla="*/ 264443 h 799459"/>
                <a:gd name="connsiteX53" fmla="*/ 45128 w 821001"/>
                <a:gd name="connsiteY53" fmla="*/ 264443 h 799459"/>
                <a:gd name="connsiteX54" fmla="*/ 45133 w 821001"/>
                <a:gd name="connsiteY54" fmla="*/ 754258 h 799459"/>
                <a:gd name="connsiteX55" fmla="*/ 49063 w 821001"/>
                <a:gd name="connsiteY55" fmla="*/ 754258 h 799459"/>
                <a:gd name="connsiteX56" fmla="*/ 648994 w 821001"/>
                <a:gd name="connsiteY56" fmla="*/ 754609 h 799459"/>
                <a:gd name="connsiteX57" fmla="*/ 639166 w 821001"/>
                <a:gd name="connsiteY57" fmla="*/ 799459 h 799459"/>
                <a:gd name="connsiteX58" fmla="*/ 43548 w 821001"/>
                <a:gd name="connsiteY58" fmla="*/ 799376 h 799459"/>
                <a:gd name="connsiteX59" fmla="*/ 969 w 821001"/>
                <a:gd name="connsiteY59" fmla="*/ 762877 h 799459"/>
                <a:gd name="connsiteX60" fmla="*/ 0 w 821001"/>
                <a:gd name="connsiteY60" fmla="*/ 751824 h 799459"/>
                <a:gd name="connsiteX61" fmla="*/ 326931 w 821001"/>
                <a:gd name="connsiteY61" fmla="*/ 45204 h 799459"/>
                <a:gd name="connsiteX62" fmla="*/ 295507 w 821001"/>
                <a:gd name="connsiteY62" fmla="*/ 58548 h 799459"/>
                <a:gd name="connsiteX63" fmla="*/ 288606 w 821001"/>
                <a:gd name="connsiteY63" fmla="*/ 81982 h 799459"/>
                <a:gd name="connsiteX64" fmla="*/ 288685 w 821001"/>
                <a:gd name="connsiteY64" fmla="*/ 172301 h 799459"/>
                <a:gd name="connsiteX65" fmla="*/ 288685 w 821001"/>
                <a:gd name="connsiteY65" fmla="*/ 177490 h 799459"/>
                <a:gd name="connsiteX66" fmla="*/ 526092 w 821001"/>
                <a:gd name="connsiteY66" fmla="*/ 177490 h 799459"/>
                <a:gd name="connsiteX67" fmla="*/ 526326 w 821001"/>
                <a:gd name="connsiteY67" fmla="*/ 175791 h 799459"/>
                <a:gd name="connsiteX68" fmla="*/ 526274 w 821001"/>
                <a:gd name="connsiteY68" fmla="*/ 74182 h 799459"/>
                <a:gd name="connsiteX69" fmla="*/ 516333 w 821001"/>
                <a:gd name="connsiteY69" fmla="*/ 54586 h 799459"/>
                <a:gd name="connsiteX70" fmla="*/ 488917 w 821001"/>
                <a:gd name="connsiteY70" fmla="*/ 45216 h 799459"/>
                <a:gd name="connsiteX71" fmla="*/ 326931 w 821001"/>
                <a:gd name="connsiteY71" fmla="*/ 45204 h 799459"/>
                <a:gd name="connsiteX72" fmla="*/ 323806 w 821001"/>
                <a:gd name="connsiteY72" fmla="*/ 0 h 799459"/>
                <a:gd name="connsiteX73" fmla="*/ 494181 w 821001"/>
                <a:gd name="connsiteY73" fmla="*/ 94 h 799459"/>
                <a:gd name="connsiteX74" fmla="*/ 550211 w 821001"/>
                <a:gd name="connsiteY74" fmla="*/ 23643 h 799459"/>
                <a:gd name="connsiteX75" fmla="*/ 571497 w 821001"/>
                <a:gd name="connsiteY75" fmla="*/ 68667 h 799459"/>
                <a:gd name="connsiteX76" fmla="*/ 572456 w 821001"/>
                <a:gd name="connsiteY76" fmla="*/ 86613 h 799459"/>
                <a:gd name="connsiteX77" fmla="*/ 572500 w 821001"/>
                <a:gd name="connsiteY77" fmla="*/ 172046 h 799459"/>
                <a:gd name="connsiteX78" fmla="*/ 572500 w 821001"/>
                <a:gd name="connsiteY78" fmla="*/ 177790 h 799459"/>
                <a:gd name="connsiteX79" fmla="*/ 578152 w 821001"/>
                <a:gd name="connsiteY79" fmla="*/ 177790 h 799459"/>
                <a:gd name="connsiteX80" fmla="*/ 772586 w 821001"/>
                <a:gd name="connsiteY80" fmla="*/ 177841 h 799459"/>
                <a:gd name="connsiteX81" fmla="*/ 809783 w 821001"/>
                <a:gd name="connsiteY81" fmla="*/ 192729 h 799459"/>
                <a:gd name="connsiteX82" fmla="*/ 821001 w 821001"/>
                <a:gd name="connsiteY82" fmla="*/ 220005 h 799459"/>
                <a:gd name="connsiteX83" fmla="*/ 820605 w 821001"/>
                <a:gd name="connsiteY83" fmla="*/ 632103 h 799459"/>
                <a:gd name="connsiteX84" fmla="*/ 815030 w 821001"/>
                <a:gd name="connsiteY84" fmla="*/ 633443 h 799459"/>
                <a:gd name="connsiteX85" fmla="*/ 801956 w 821001"/>
                <a:gd name="connsiteY85" fmla="*/ 634167 h 799459"/>
                <a:gd name="connsiteX86" fmla="*/ 775771 w 821001"/>
                <a:gd name="connsiteY86" fmla="*/ 637811 h 799459"/>
                <a:gd name="connsiteX87" fmla="*/ 775783 w 821001"/>
                <a:gd name="connsiteY87" fmla="*/ 223947 h 799459"/>
                <a:gd name="connsiteX88" fmla="*/ 772306 w 821001"/>
                <a:gd name="connsiteY88" fmla="*/ 223947 h 799459"/>
                <a:gd name="connsiteX89" fmla="*/ 86640 w 821001"/>
                <a:gd name="connsiteY89" fmla="*/ 223712 h 799459"/>
                <a:gd name="connsiteX90" fmla="*/ 86640 w 821001"/>
                <a:gd name="connsiteY90" fmla="*/ 177835 h 799459"/>
                <a:gd name="connsiteX91" fmla="*/ 237665 w 821001"/>
                <a:gd name="connsiteY91" fmla="*/ 177790 h 799459"/>
                <a:gd name="connsiteX92" fmla="*/ 243510 w 821001"/>
                <a:gd name="connsiteY92" fmla="*/ 177790 h 799459"/>
                <a:gd name="connsiteX93" fmla="*/ 243510 w 821001"/>
                <a:gd name="connsiteY93" fmla="*/ 172240 h 799459"/>
                <a:gd name="connsiteX94" fmla="*/ 243599 w 821001"/>
                <a:gd name="connsiteY94" fmla="*/ 76006 h 799459"/>
                <a:gd name="connsiteX95" fmla="*/ 282935 w 821001"/>
                <a:gd name="connsiteY95" fmla="*/ 10304 h 799459"/>
                <a:gd name="connsiteX96" fmla="*/ 323806 w 821001"/>
                <a:gd name="connsiteY96" fmla="*/ 0 h 79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821001" h="799459">
                  <a:moveTo>
                    <a:pt x="387723" y="402064"/>
                  </a:moveTo>
                  <a:cubicBezTo>
                    <a:pt x="402798" y="402064"/>
                    <a:pt x="417587" y="402064"/>
                    <a:pt x="432846" y="402064"/>
                  </a:cubicBezTo>
                  <a:cubicBezTo>
                    <a:pt x="432846" y="422251"/>
                    <a:pt x="432846" y="442608"/>
                    <a:pt x="432846" y="463426"/>
                  </a:cubicBezTo>
                  <a:cubicBezTo>
                    <a:pt x="453659" y="463426"/>
                    <a:pt x="474016" y="463426"/>
                    <a:pt x="494642" y="463426"/>
                  </a:cubicBezTo>
                  <a:cubicBezTo>
                    <a:pt x="494642" y="478679"/>
                    <a:pt x="494642" y="493467"/>
                    <a:pt x="494642" y="508723"/>
                  </a:cubicBezTo>
                  <a:cubicBezTo>
                    <a:pt x="474182" y="508723"/>
                    <a:pt x="453825" y="508723"/>
                    <a:pt x="433183" y="508723"/>
                  </a:cubicBezTo>
                  <a:cubicBezTo>
                    <a:pt x="433183" y="529095"/>
                    <a:pt x="433183" y="549006"/>
                    <a:pt x="433183" y="569273"/>
                  </a:cubicBezTo>
                  <a:cubicBezTo>
                    <a:pt x="418108" y="569273"/>
                    <a:pt x="403319" y="569273"/>
                    <a:pt x="388060" y="569273"/>
                  </a:cubicBezTo>
                  <a:cubicBezTo>
                    <a:pt x="388060" y="549392"/>
                    <a:pt x="388060" y="529363"/>
                    <a:pt x="388060" y="508872"/>
                  </a:cubicBezTo>
                  <a:cubicBezTo>
                    <a:pt x="367574" y="508872"/>
                    <a:pt x="347544" y="508872"/>
                    <a:pt x="327036" y="508872"/>
                  </a:cubicBezTo>
                  <a:cubicBezTo>
                    <a:pt x="327036" y="493908"/>
                    <a:pt x="327021" y="479404"/>
                    <a:pt x="327106" y="464901"/>
                  </a:cubicBezTo>
                  <a:cubicBezTo>
                    <a:pt x="327109" y="464458"/>
                    <a:pt x="328147" y="464021"/>
                    <a:pt x="329174" y="463576"/>
                  </a:cubicBezTo>
                  <a:cubicBezTo>
                    <a:pt x="348908" y="463570"/>
                    <a:pt x="368171" y="463570"/>
                    <a:pt x="387723" y="463570"/>
                  </a:cubicBezTo>
                  <a:cubicBezTo>
                    <a:pt x="387723" y="442903"/>
                    <a:pt x="387723" y="422666"/>
                    <a:pt x="387723" y="402064"/>
                  </a:cubicBezTo>
                  <a:close/>
                  <a:moveTo>
                    <a:pt x="409632" y="325198"/>
                  </a:moveTo>
                  <a:cubicBezTo>
                    <a:pt x="402744" y="325163"/>
                    <a:pt x="395848" y="326398"/>
                    <a:pt x="388957" y="327056"/>
                  </a:cubicBezTo>
                  <a:cubicBezTo>
                    <a:pt x="371921" y="328684"/>
                    <a:pt x="355917" y="334008"/>
                    <a:pt x="340678" y="341449"/>
                  </a:cubicBezTo>
                  <a:cubicBezTo>
                    <a:pt x="323150" y="350007"/>
                    <a:pt x="307893" y="361674"/>
                    <a:pt x="294261" y="375777"/>
                  </a:cubicBezTo>
                  <a:cubicBezTo>
                    <a:pt x="277780" y="392828"/>
                    <a:pt x="266386" y="412727"/>
                    <a:pt x="258348" y="434765"/>
                  </a:cubicBezTo>
                  <a:cubicBezTo>
                    <a:pt x="252304" y="451335"/>
                    <a:pt x="249879" y="468697"/>
                    <a:pt x="249786" y="486127"/>
                  </a:cubicBezTo>
                  <a:cubicBezTo>
                    <a:pt x="249723" y="497895"/>
                    <a:pt x="252342" y="509677"/>
                    <a:pt x="254234" y="522149"/>
                  </a:cubicBezTo>
                  <a:cubicBezTo>
                    <a:pt x="257639" y="538021"/>
                    <a:pt x="263814" y="552765"/>
                    <a:pt x="271970" y="566775"/>
                  </a:cubicBezTo>
                  <a:cubicBezTo>
                    <a:pt x="286468" y="591681"/>
                    <a:pt x="306206" y="611434"/>
                    <a:pt x="331194" y="625529"/>
                  </a:cubicBezTo>
                  <a:cubicBezTo>
                    <a:pt x="358952" y="641186"/>
                    <a:pt x="388739" y="648953"/>
                    <a:pt x="420960" y="646362"/>
                  </a:cubicBezTo>
                  <a:cubicBezTo>
                    <a:pt x="432366" y="645445"/>
                    <a:pt x="443397" y="643509"/>
                    <a:pt x="454437" y="640527"/>
                  </a:cubicBezTo>
                  <a:cubicBezTo>
                    <a:pt x="480548" y="633474"/>
                    <a:pt x="502913" y="620069"/>
                    <a:pt x="522281" y="601571"/>
                  </a:cubicBezTo>
                  <a:cubicBezTo>
                    <a:pt x="538960" y="585643"/>
                    <a:pt x="551438" y="566723"/>
                    <a:pt x="560073" y="545302"/>
                  </a:cubicBezTo>
                  <a:cubicBezTo>
                    <a:pt x="567263" y="527465"/>
                    <a:pt x="571082" y="508915"/>
                    <a:pt x="571447" y="489710"/>
                  </a:cubicBezTo>
                  <a:cubicBezTo>
                    <a:pt x="571567" y="483409"/>
                    <a:pt x="570900" y="477089"/>
                    <a:pt x="570530" y="470781"/>
                  </a:cubicBezTo>
                  <a:cubicBezTo>
                    <a:pt x="569574" y="454514"/>
                    <a:pt x="565410" y="438962"/>
                    <a:pt x="559003" y="424108"/>
                  </a:cubicBezTo>
                  <a:cubicBezTo>
                    <a:pt x="546501" y="395119"/>
                    <a:pt x="527455" y="371345"/>
                    <a:pt x="501225" y="353486"/>
                  </a:cubicBezTo>
                  <a:cubicBezTo>
                    <a:pt x="473579" y="334662"/>
                    <a:pt x="442977" y="325365"/>
                    <a:pt x="409632" y="325198"/>
                  </a:cubicBezTo>
                  <a:close/>
                  <a:moveTo>
                    <a:pt x="427568" y="302735"/>
                  </a:moveTo>
                  <a:cubicBezTo>
                    <a:pt x="447177" y="304042"/>
                    <a:pt x="466110" y="309304"/>
                    <a:pt x="484281" y="317199"/>
                  </a:cubicBezTo>
                  <a:cubicBezTo>
                    <a:pt x="508402" y="327679"/>
                    <a:pt x="529222" y="342727"/>
                    <a:pt x="546906" y="362001"/>
                  </a:cubicBezTo>
                  <a:cubicBezTo>
                    <a:pt x="563496" y="380084"/>
                    <a:pt x="576095" y="400789"/>
                    <a:pt x="584149" y="424022"/>
                  </a:cubicBezTo>
                  <a:cubicBezTo>
                    <a:pt x="589818" y="440373"/>
                    <a:pt x="593069" y="457183"/>
                    <a:pt x="594328" y="474593"/>
                  </a:cubicBezTo>
                  <a:cubicBezTo>
                    <a:pt x="596109" y="499225"/>
                    <a:pt x="592397" y="522829"/>
                    <a:pt x="584566" y="546392"/>
                  </a:cubicBezTo>
                  <a:cubicBezTo>
                    <a:pt x="579460" y="563095"/>
                    <a:pt x="571604" y="578075"/>
                    <a:pt x="561492" y="591667"/>
                  </a:cubicBezTo>
                  <a:cubicBezTo>
                    <a:pt x="553906" y="601864"/>
                    <a:pt x="545527" y="611617"/>
                    <a:pt x="536501" y="620560"/>
                  </a:cubicBezTo>
                  <a:cubicBezTo>
                    <a:pt x="525689" y="631273"/>
                    <a:pt x="513091" y="639845"/>
                    <a:pt x="499725" y="647310"/>
                  </a:cubicBezTo>
                  <a:cubicBezTo>
                    <a:pt x="483603" y="656314"/>
                    <a:pt x="466489" y="662550"/>
                    <a:pt x="448538" y="666370"/>
                  </a:cubicBezTo>
                  <a:cubicBezTo>
                    <a:pt x="439938" y="668199"/>
                    <a:pt x="431081" y="669296"/>
                    <a:pt x="422295" y="669678"/>
                  </a:cubicBezTo>
                  <a:cubicBezTo>
                    <a:pt x="403530" y="670495"/>
                    <a:pt x="384845" y="669682"/>
                    <a:pt x="366482" y="664934"/>
                  </a:cubicBezTo>
                  <a:cubicBezTo>
                    <a:pt x="341302" y="658423"/>
                    <a:pt x="318405" y="647507"/>
                    <a:pt x="297827" y="631456"/>
                  </a:cubicBezTo>
                  <a:cubicBezTo>
                    <a:pt x="279787" y="617385"/>
                    <a:pt x="264774" y="600658"/>
                    <a:pt x="252899" y="581280"/>
                  </a:cubicBezTo>
                  <a:cubicBezTo>
                    <a:pt x="241246" y="562264"/>
                    <a:pt x="233733" y="541538"/>
                    <a:pt x="229655" y="519504"/>
                  </a:cubicBezTo>
                  <a:cubicBezTo>
                    <a:pt x="226829" y="504235"/>
                    <a:pt x="226000" y="488864"/>
                    <a:pt x="226984" y="473525"/>
                  </a:cubicBezTo>
                  <a:cubicBezTo>
                    <a:pt x="228317" y="452729"/>
                    <a:pt x="233067" y="432596"/>
                    <a:pt x="241501" y="413367"/>
                  </a:cubicBezTo>
                  <a:cubicBezTo>
                    <a:pt x="250143" y="393662"/>
                    <a:pt x="261681" y="376058"/>
                    <a:pt x="276408" y="360307"/>
                  </a:cubicBezTo>
                  <a:cubicBezTo>
                    <a:pt x="296366" y="338960"/>
                    <a:pt x="320022" y="323650"/>
                    <a:pt x="347234" y="313195"/>
                  </a:cubicBezTo>
                  <a:cubicBezTo>
                    <a:pt x="373265" y="303194"/>
                    <a:pt x="400249" y="300915"/>
                    <a:pt x="427568" y="302735"/>
                  </a:cubicBezTo>
                  <a:close/>
                  <a:moveTo>
                    <a:pt x="196" y="264443"/>
                  </a:moveTo>
                  <a:lnTo>
                    <a:pt x="45128" y="264443"/>
                  </a:lnTo>
                  <a:lnTo>
                    <a:pt x="45133" y="754258"/>
                  </a:lnTo>
                  <a:cubicBezTo>
                    <a:pt x="46826" y="754258"/>
                    <a:pt x="47944" y="754258"/>
                    <a:pt x="49063" y="754258"/>
                  </a:cubicBezTo>
                  <a:cubicBezTo>
                    <a:pt x="249035" y="754250"/>
                    <a:pt x="449008" y="754242"/>
                    <a:pt x="648994" y="754609"/>
                  </a:cubicBezTo>
                  <a:cubicBezTo>
                    <a:pt x="645727" y="769809"/>
                    <a:pt x="642447" y="784634"/>
                    <a:pt x="639166" y="799459"/>
                  </a:cubicBezTo>
                  <a:cubicBezTo>
                    <a:pt x="440627" y="799451"/>
                    <a:pt x="242087" y="799480"/>
                    <a:pt x="43548" y="799376"/>
                  </a:cubicBezTo>
                  <a:cubicBezTo>
                    <a:pt x="22925" y="799365"/>
                    <a:pt x="4376" y="784164"/>
                    <a:pt x="969" y="762877"/>
                  </a:cubicBezTo>
                  <a:cubicBezTo>
                    <a:pt x="386" y="759232"/>
                    <a:pt x="1" y="755511"/>
                    <a:pt x="0" y="751824"/>
                  </a:cubicBezTo>
                  <a:close/>
                  <a:moveTo>
                    <a:pt x="326931" y="45204"/>
                  </a:moveTo>
                  <a:cubicBezTo>
                    <a:pt x="314825" y="45200"/>
                    <a:pt x="304105" y="48445"/>
                    <a:pt x="295507" y="58548"/>
                  </a:cubicBezTo>
                  <a:cubicBezTo>
                    <a:pt x="290194" y="65475"/>
                    <a:pt x="288548" y="73338"/>
                    <a:pt x="288606" y="81982"/>
                  </a:cubicBezTo>
                  <a:cubicBezTo>
                    <a:pt x="288811" y="112087"/>
                    <a:pt x="288685" y="142194"/>
                    <a:pt x="288685" y="172301"/>
                  </a:cubicBezTo>
                  <a:cubicBezTo>
                    <a:pt x="288685" y="174036"/>
                    <a:pt x="288685" y="175772"/>
                    <a:pt x="288685" y="177490"/>
                  </a:cubicBezTo>
                  <a:cubicBezTo>
                    <a:pt x="368203" y="177490"/>
                    <a:pt x="447136" y="177490"/>
                    <a:pt x="526092" y="177490"/>
                  </a:cubicBezTo>
                  <a:cubicBezTo>
                    <a:pt x="526200" y="176730"/>
                    <a:pt x="526326" y="176260"/>
                    <a:pt x="526326" y="175791"/>
                  </a:cubicBezTo>
                  <a:cubicBezTo>
                    <a:pt x="526338" y="141921"/>
                    <a:pt x="526435" y="108051"/>
                    <a:pt x="526274" y="74182"/>
                  </a:cubicBezTo>
                  <a:cubicBezTo>
                    <a:pt x="526235" y="66208"/>
                    <a:pt x="521769" y="59799"/>
                    <a:pt x="516333" y="54586"/>
                  </a:cubicBezTo>
                  <a:cubicBezTo>
                    <a:pt x="508812" y="47374"/>
                    <a:pt x="499120" y="45217"/>
                    <a:pt x="488917" y="45216"/>
                  </a:cubicBezTo>
                  <a:cubicBezTo>
                    <a:pt x="434922" y="45207"/>
                    <a:pt x="380927" y="45222"/>
                    <a:pt x="326931" y="45204"/>
                  </a:cubicBezTo>
                  <a:close/>
                  <a:moveTo>
                    <a:pt x="323806" y="0"/>
                  </a:moveTo>
                  <a:cubicBezTo>
                    <a:pt x="380597" y="90"/>
                    <a:pt x="437390" y="-75"/>
                    <a:pt x="494181" y="94"/>
                  </a:cubicBezTo>
                  <a:cubicBezTo>
                    <a:pt x="516002" y="158"/>
                    <a:pt x="535047" y="8019"/>
                    <a:pt x="550211" y="23643"/>
                  </a:cubicBezTo>
                  <a:cubicBezTo>
                    <a:pt x="562258" y="36055"/>
                    <a:pt x="570046" y="51015"/>
                    <a:pt x="571497" y="68667"/>
                  </a:cubicBezTo>
                  <a:cubicBezTo>
                    <a:pt x="571988" y="74636"/>
                    <a:pt x="572435" y="80629"/>
                    <a:pt x="572456" y="86613"/>
                  </a:cubicBezTo>
                  <a:cubicBezTo>
                    <a:pt x="572555" y="115090"/>
                    <a:pt x="572500" y="143568"/>
                    <a:pt x="572500" y="172046"/>
                  </a:cubicBezTo>
                  <a:cubicBezTo>
                    <a:pt x="572500" y="173806"/>
                    <a:pt x="572500" y="175566"/>
                    <a:pt x="572500" y="177790"/>
                  </a:cubicBezTo>
                  <a:cubicBezTo>
                    <a:pt x="574648" y="177790"/>
                    <a:pt x="576400" y="177790"/>
                    <a:pt x="578152" y="177790"/>
                  </a:cubicBezTo>
                  <a:cubicBezTo>
                    <a:pt x="642963" y="177790"/>
                    <a:pt x="707775" y="177724"/>
                    <a:pt x="772586" y="177841"/>
                  </a:cubicBezTo>
                  <a:cubicBezTo>
                    <a:pt x="786837" y="177867"/>
                    <a:pt x="799977" y="181563"/>
                    <a:pt x="809783" y="192729"/>
                  </a:cubicBezTo>
                  <a:cubicBezTo>
                    <a:pt x="816568" y="200457"/>
                    <a:pt x="821006" y="209262"/>
                    <a:pt x="821001" y="220005"/>
                  </a:cubicBezTo>
                  <a:cubicBezTo>
                    <a:pt x="820942" y="357156"/>
                    <a:pt x="820963" y="494307"/>
                    <a:pt x="820605" y="632103"/>
                  </a:cubicBezTo>
                  <a:cubicBezTo>
                    <a:pt x="818507" y="632986"/>
                    <a:pt x="816776" y="633332"/>
                    <a:pt x="815030" y="633443"/>
                  </a:cubicBezTo>
                  <a:cubicBezTo>
                    <a:pt x="810673" y="633721"/>
                    <a:pt x="806269" y="633589"/>
                    <a:pt x="801956" y="634167"/>
                  </a:cubicBezTo>
                  <a:cubicBezTo>
                    <a:pt x="793199" y="635341"/>
                    <a:pt x="784489" y="636875"/>
                    <a:pt x="775771" y="637811"/>
                  </a:cubicBezTo>
                  <a:cubicBezTo>
                    <a:pt x="775783" y="499646"/>
                    <a:pt x="775783" y="361930"/>
                    <a:pt x="775783" y="223947"/>
                  </a:cubicBezTo>
                  <a:cubicBezTo>
                    <a:pt x="774224" y="223947"/>
                    <a:pt x="773265" y="223947"/>
                    <a:pt x="772306" y="223947"/>
                  </a:cubicBezTo>
                  <a:lnTo>
                    <a:pt x="86640" y="223712"/>
                  </a:lnTo>
                  <a:lnTo>
                    <a:pt x="86640" y="177835"/>
                  </a:lnTo>
                  <a:lnTo>
                    <a:pt x="237665" y="177790"/>
                  </a:lnTo>
                  <a:cubicBezTo>
                    <a:pt x="239435" y="177790"/>
                    <a:pt x="241204" y="177790"/>
                    <a:pt x="243510" y="177790"/>
                  </a:cubicBezTo>
                  <a:cubicBezTo>
                    <a:pt x="243510" y="175724"/>
                    <a:pt x="243510" y="173982"/>
                    <a:pt x="243510" y="172240"/>
                  </a:cubicBezTo>
                  <a:cubicBezTo>
                    <a:pt x="243510" y="140161"/>
                    <a:pt x="243209" y="108079"/>
                    <a:pt x="243599" y="76006"/>
                  </a:cubicBezTo>
                  <a:cubicBezTo>
                    <a:pt x="243956" y="46680"/>
                    <a:pt x="258063" y="25093"/>
                    <a:pt x="282935" y="10304"/>
                  </a:cubicBezTo>
                  <a:cubicBezTo>
                    <a:pt x="295474" y="2848"/>
                    <a:pt x="309254" y="-23"/>
                    <a:pt x="323806"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95" name="Freeform: Shape 2694">
              <a:extLst>
                <a:ext uri="{FF2B5EF4-FFF2-40B4-BE49-F238E27FC236}">
                  <a16:creationId xmlns:a16="http://schemas.microsoft.com/office/drawing/2014/main" id="{FA297BFE-537B-DBD3-D5A7-371B167CF1B7}"/>
                </a:ext>
                <a:ext uri="{C183D7F6-B498-43B3-948B-1728B52AA6E4}">
                  <adec:decorative xmlns:adec="http://schemas.microsoft.com/office/drawing/2017/decorative" val="1"/>
                </a:ext>
              </a:extLst>
            </p:cNvPr>
            <p:cNvSpPr/>
            <p:nvPr/>
          </p:nvSpPr>
          <p:spPr>
            <a:xfrm>
              <a:off x="10413291" y="5126654"/>
              <a:ext cx="464539" cy="380073"/>
            </a:xfrm>
            <a:custGeom>
              <a:avLst/>
              <a:gdLst>
                <a:gd name="connsiteX0" fmla="*/ 793948 w 1014771"/>
                <a:gd name="connsiteY0" fmla="*/ 582639 h 830258"/>
                <a:gd name="connsiteX1" fmla="*/ 805579 w 1014771"/>
                <a:gd name="connsiteY1" fmla="*/ 585367 h 830258"/>
                <a:gd name="connsiteX2" fmla="*/ 853150 w 1014771"/>
                <a:gd name="connsiteY2" fmla="*/ 612377 h 830258"/>
                <a:gd name="connsiteX3" fmla="*/ 897781 w 1014771"/>
                <a:gd name="connsiteY3" fmla="*/ 638747 h 830258"/>
                <a:gd name="connsiteX4" fmla="*/ 896983 w 1014771"/>
                <a:gd name="connsiteY4" fmla="*/ 656098 h 830258"/>
                <a:gd name="connsiteX5" fmla="*/ 830601 w 1014771"/>
                <a:gd name="connsiteY5" fmla="*/ 694707 h 830258"/>
                <a:gd name="connsiteX6" fmla="*/ 807683 w 1014771"/>
                <a:gd name="connsiteY6" fmla="*/ 707557 h 830258"/>
                <a:gd name="connsiteX7" fmla="*/ 795513 w 1014771"/>
                <a:gd name="connsiteY7" fmla="*/ 712020 h 830258"/>
                <a:gd name="connsiteX8" fmla="*/ 787086 w 1014771"/>
                <a:gd name="connsiteY8" fmla="*/ 699750 h 830258"/>
                <a:gd name="connsiteX9" fmla="*/ 787073 w 1014771"/>
                <a:gd name="connsiteY9" fmla="*/ 654616 h 830258"/>
                <a:gd name="connsiteX10" fmla="*/ 787136 w 1014771"/>
                <a:gd name="connsiteY10" fmla="*/ 594763 h 830258"/>
                <a:gd name="connsiteX11" fmla="*/ 793948 w 1014771"/>
                <a:gd name="connsiteY11" fmla="*/ 582639 h 830258"/>
                <a:gd name="connsiteX12" fmla="*/ 837403 w 1014771"/>
                <a:gd name="connsiteY12" fmla="*/ 486768 h 830258"/>
                <a:gd name="connsiteX13" fmla="*/ 808850 w 1014771"/>
                <a:gd name="connsiteY13" fmla="*/ 488596 h 830258"/>
                <a:gd name="connsiteX14" fmla="*/ 763087 w 1014771"/>
                <a:gd name="connsiteY14" fmla="*/ 502161 h 830258"/>
                <a:gd name="connsiteX15" fmla="*/ 706413 w 1014771"/>
                <a:gd name="connsiteY15" fmla="*/ 546950 h 830258"/>
                <a:gd name="connsiteX16" fmla="*/ 671396 w 1014771"/>
                <a:gd name="connsiteY16" fmla="*/ 634406 h 830258"/>
                <a:gd name="connsiteX17" fmla="*/ 675083 w 1014771"/>
                <a:gd name="connsiteY17" fmla="*/ 683148 h 830258"/>
                <a:gd name="connsiteX18" fmla="*/ 723012 w 1014771"/>
                <a:gd name="connsiteY18" fmla="*/ 764869 h 830258"/>
                <a:gd name="connsiteX19" fmla="*/ 767910 w 1014771"/>
                <a:gd name="connsiteY19" fmla="*/ 794254 h 830258"/>
                <a:gd name="connsiteX20" fmla="*/ 827119 w 1014771"/>
                <a:gd name="connsiteY20" fmla="*/ 807552 h 830258"/>
                <a:gd name="connsiteX21" fmla="*/ 852730 w 1014771"/>
                <a:gd name="connsiteY21" fmla="*/ 805747 h 830258"/>
                <a:gd name="connsiteX22" fmla="*/ 901218 w 1014771"/>
                <a:gd name="connsiteY22" fmla="*/ 791320 h 830258"/>
                <a:gd name="connsiteX23" fmla="*/ 951539 w 1014771"/>
                <a:gd name="connsiteY23" fmla="*/ 752948 h 830258"/>
                <a:gd name="connsiteX24" fmla="*/ 974557 w 1014771"/>
                <a:gd name="connsiteY24" fmla="*/ 719237 h 830258"/>
                <a:gd name="connsiteX25" fmla="*/ 990411 w 1014771"/>
                <a:gd name="connsiteY25" fmla="*/ 666225 h 830258"/>
                <a:gd name="connsiteX26" fmla="*/ 987324 w 1014771"/>
                <a:gd name="connsiteY26" fmla="*/ 610830 h 830258"/>
                <a:gd name="connsiteX27" fmla="*/ 976697 w 1014771"/>
                <a:gd name="connsiteY27" fmla="*/ 579348 h 830258"/>
                <a:gd name="connsiteX28" fmla="*/ 946077 w 1014771"/>
                <a:gd name="connsiteY28" fmla="*/ 535166 h 830258"/>
                <a:gd name="connsiteX29" fmla="*/ 911808 w 1014771"/>
                <a:gd name="connsiteY29" fmla="*/ 508594 h 830258"/>
                <a:gd name="connsiteX30" fmla="*/ 837403 w 1014771"/>
                <a:gd name="connsiteY30" fmla="*/ 486768 h 830258"/>
                <a:gd name="connsiteX31" fmla="*/ 829937 w 1014771"/>
                <a:gd name="connsiteY31" fmla="*/ 464076 h 830258"/>
                <a:gd name="connsiteX32" fmla="*/ 894156 w 1014771"/>
                <a:gd name="connsiteY32" fmla="*/ 474758 h 830258"/>
                <a:gd name="connsiteX33" fmla="*/ 948081 w 1014771"/>
                <a:gd name="connsiteY33" fmla="*/ 505682 h 830258"/>
                <a:gd name="connsiteX34" fmla="*/ 989745 w 1014771"/>
                <a:gd name="connsiteY34" fmla="*/ 554434 h 830258"/>
                <a:gd name="connsiteX35" fmla="*/ 1010937 w 1014771"/>
                <a:gd name="connsiteY35" fmla="*/ 610771 h 830258"/>
                <a:gd name="connsiteX36" fmla="*/ 1014737 w 1014771"/>
                <a:gd name="connsiteY36" fmla="*/ 642841 h 830258"/>
                <a:gd name="connsiteX37" fmla="*/ 991947 w 1014771"/>
                <a:gd name="connsiteY37" fmla="*/ 735815 h 830258"/>
                <a:gd name="connsiteX38" fmla="*/ 949749 w 1014771"/>
                <a:gd name="connsiteY38" fmla="*/ 787117 h 830258"/>
                <a:gd name="connsiteX39" fmla="*/ 912034 w 1014771"/>
                <a:gd name="connsiteY39" fmla="*/ 811874 h 830258"/>
                <a:gd name="connsiteX40" fmla="*/ 857677 w 1014771"/>
                <a:gd name="connsiteY40" fmla="*/ 828260 h 830258"/>
                <a:gd name="connsiteX41" fmla="*/ 819808 w 1014771"/>
                <a:gd name="connsiteY41" fmla="*/ 830069 h 830258"/>
                <a:gd name="connsiteX42" fmla="*/ 754997 w 1014771"/>
                <a:gd name="connsiteY42" fmla="*/ 813778 h 830258"/>
                <a:gd name="connsiteX43" fmla="*/ 702479 w 1014771"/>
                <a:gd name="connsiteY43" fmla="*/ 777638 h 830258"/>
                <a:gd name="connsiteX44" fmla="*/ 656505 w 1014771"/>
                <a:gd name="connsiteY44" fmla="*/ 702318 h 830258"/>
                <a:gd name="connsiteX45" fmla="*/ 648582 w 1014771"/>
                <a:gd name="connsiteY45" fmla="*/ 652516 h 830258"/>
                <a:gd name="connsiteX46" fmla="*/ 648537 w 1014771"/>
                <a:gd name="connsiteY46" fmla="*/ 631437 h 830258"/>
                <a:gd name="connsiteX47" fmla="*/ 658478 w 1014771"/>
                <a:gd name="connsiteY47" fmla="*/ 585793 h 830258"/>
                <a:gd name="connsiteX48" fmla="*/ 663266 w 1014771"/>
                <a:gd name="connsiteY48" fmla="*/ 574090 h 830258"/>
                <a:gd name="connsiteX49" fmla="*/ 695915 w 1014771"/>
                <a:gd name="connsiteY49" fmla="*/ 523364 h 830258"/>
                <a:gd name="connsiteX50" fmla="*/ 737834 w 1014771"/>
                <a:gd name="connsiteY50" fmla="*/ 489234 h 830258"/>
                <a:gd name="connsiteX51" fmla="*/ 785082 w 1014771"/>
                <a:gd name="connsiteY51" fmla="*/ 469781 h 830258"/>
                <a:gd name="connsiteX52" fmla="*/ 811279 w 1014771"/>
                <a:gd name="connsiteY52" fmla="*/ 465687 h 830258"/>
                <a:gd name="connsiteX53" fmla="*/ 824353 w 1014771"/>
                <a:gd name="connsiteY53" fmla="*/ 464963 h 830258"/>
                <a:gd name="connsiteX54" fmla="*/ 829937 w 1014771"/>
                <a:gd name="connsiteY54" fmla="*/ 464076 h 830258"/>
                <a:gd name="connsiteX55" fmla="*/ 0 w 1014771"/>
                <a:gd name="connsiteY55" fmla="*/ 0 h 830258"/>
                <a:gd name="connsiteX56" fmla="*/ 66466 w 1014771"/>
                <a:gd name="connsiteY56" fmla="*/ 0 h 830258"/>
                <a:gd name="connsiteX57" fmla="*/ 66466 w 1014771"/>
                <a:gd name="connsiteY57" fmla="*/ 66466 h 830258"/>
                <a:gd name="connsiteX58" fmla="*/ 0 w 1014771"/>
                <a:gd name="connsiteY58" fmla="*/ 66466 h 830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14771" h="830258">
                  <a:moveTo>
                    <a:pt x="793948" y="582639"/>
                  </a:moveTo>
                  <a:cubicBezTo>
                    <a:pt x="797645" y="582102"/>
                    <a:pt x="802162" y="583501"/>
                    <a:pt x="805579" y="585367"/>
                  </a:cubicBezTo>
                  <a:cubicBezTo>
                    <a:pt x="821580" y="594107"/>
                    <a:pt x="837381" y="603219"/>
                    <a:pt x="853150" y="612377"/>
                  </a:cubicBezTo>
                  <a:cubicBezTo>
                    <a:pt x="868092" y="621054"/>
                    <a:pt x="882893" y="629976"/>
                    <a:pt x="897781" y="638747"/>
                  </a:cubicBezTo>
                  <a:cubicBezTo>
                    <a:pt x="907117" y="644248"/>
                    <a:pt x="904567" y="651721"/>
                    <a:pt x="896983" y="656098"/>
                  </a:cubicBezTo>
                  <a:cubicBezTo>
                    <a:pt x="874814" y="668895"/>
                    <a:pt x="852741" y="681859"/>
                    <a:pt x="830601" y="694707"/>
                  </a:cubicBezTo>
                  <a:cubicBezTo>
                    <a:pt x="823127" y="699044"/>
                    <a:pt x="815567" y="703231"/>
                    <a:pt x="807683" y="707557"/>
                  </a:cubicBezTo>
                  <a:cubicBezTo>
                    <a:pt x="803386" y="709187"/>
                    <a:pt x="799471" y="711956"/>
                    <a:pt x="795513" y="712020"/>
                  </a:cubicBezTo>
                  <a:cubicBezTo>
                    <a:pt x="789775" y="712113"/>
                    <a:pt x="787110" y="707432"/>
                    <a:pt x="787086" y="699750"/>
                  </a:cubicBezTo>
                  <a:cubicBezTo>
                    <a:pt x="787040" y="684706"/>
                    <a:pt x="787073" y="669661"/>
                    <a:pt x="787073" y="654616"/>
                  </a:cubicBezTo>
                  <a:cubicBezTo>
                    <a:pt x="787073" y="634665"/>
                    <a:pt x="786981" y="614713"/>
                    <a:pt x="787136" y="594763"/>
                  </a:cubicBezTo>
                  <a:cubicBezTo>
                    <a:pt x="787176" y="589625"/>
                    <a:pt x="787496" y="583576"/>
                    <a:pt x="793948" y="582639"/>
                  </a:cubicBezTo>
                  <a:close/>
                  <a:moveTo>
                    <a:pt x="837403" y="486768"/>
                  </a:moveTo>
                  <a:cubicBezTo>
                    <a:pt x="827935" y="486307"/>
                    <a:pt x="818343" y="487650"/>
                    <a:pt x="808850" y="488596"/>
                  </a:cubicBezTo>
                  <a:cubicBezTo>
                    <a:pt x="792763" y="490200"/>
                    <a:pt x="777591" y="495223"/>
                    <a:pt x="763087" y="502161"/>
                  </a:cubicBezTo>
                  <a:cubicBezTo>
                    <a:pt x="740845" y="512800"/>
                    <a:pt x="721947" y="527596"/>
                    <a:pt x="706413" y="546950"/>
                  </a:cubicBezTo>
                  <a:cubicBezTo>
                    <a:pt x="685795" y="572638"/>
                    <a:pt x="674284" y="601910"/>
                    <a:pt x="671396" y="634406"/>
                  </a:cubicBezTo>
                  <a:cubicBezTo>
                    <a:pt x="669949" y="650681"/>
                    <a:pt x="671082" y="667078"/>
                    <a:pt x="675083" y="683148"/>
                  </a:cubicBezTo>
                  <a:cubicBezTo>
                    <a:pt x="683045" y="715123"/>
                    <a:pt x="698459" y="742593"/>
                    <a:pt x="723012" y="764869"/>
                  </a:cubicBezTo>
                  <a:cubicBezTo>
                    <a:pt x="736463" y="777073"/>
                    <a:pt x="751301" y="786847"/>
                    <a:pt x="767910" y="794254"/>
                  </a:cubicBezTo>
                  <a:cubicBezTo>
                    <a:pt x="786821" y="802688"/>
                    <a:pt x="806670" y="806639"/>
                    <a:pt x="827119" y="807552"/>
                  </a:cubicBezTo>
                  <a:cubicBezTo>
                    <a:pt x="835613" y="807932"/>
                    <a:pt x="844202" y="806535"/>
                    <a:pt x="852730" y="805747"/>
                  </a:cubicBezTo>
                  <a:cubicBezTo>
                    <a:pt x="869839" y="804164"/>
                    <a:pt x="885881" y="798812"/>
                    <a:pt x="901218" y="791320"/>
                  </a:cubicBezTo>
                  <a:cubicBezTo>
                    <a:pt x="920522" y="781890"/>
                    <a:pt x="937309" y="769212"/>
                    <a:pt x="951539" y="752948"/>
                  </a:cubicBezTo>
                  <a:cubicBezTo>
                    <a:pt x="960612" y="742579"/>
                    <a:pt x="968384" y="731418"/>
                    <a:pt x="974557" y="719237"/>
                  </a:cubicBezTo>
                  <a:cubicBezTo>
                    <a:pt x="982999" y="702581"/>
                    <a:pt x="988533" y="684944"/>
                    <a:pt x="990411" y="666225"/>
                  </a:cubicBezTo>
                  <a:cubicBezTo>
                    <a:pt x="992282" y="647572"/>
                    <a:pt x="992290" y="629010"/>
                    <a:pt x="987324" y="610830"/>
                  </a:cubicBezTo>
                  <a:cubicBezTo>
                    <a:pt x="984473" y="600390"/>
                    <a:pt x="980584" y="590234"/>
                    <a:pt x="976697" y="579348"/>
                  </a:cubicBezTo>
                  <a:cubicBezTo>
                    <a:pt x="968932" y="562929"/>
                    <a:pt x="958743" y="548163"/>
                    <a:pt x="946077" y="535166"/>
                  </a:cubicBezTo>
                  <a:cubicBezTo>
                    <a:pt x="935907" y="524730"/>
                    <a:pt x="924372" y="516041"/>
                    <a:pt x="911808" y="508594"/>
                  </a:cubicBezTo>
                  <a:cubicBezTo>
                    <a:pt x="888825" y="494970"/>
                    <a:pt x="863863" y="488055"/>
                    <a:pt x="837403" y="486768"/>
                  </a:cubicBezTo>
                  <a:close/>
                  <a:moveTo>
                    <a:pt x="829937" y="464076"/>
                  </a:moveTo>
                  <a:cubicBezTo>
                    <a:pt x="852236" y="463716"/>
                    <a:pt x="873520" y="467332"/>
                    <a:pt x="894156" y="474758"/>
                  </a:cubicBezTo>
                  <a:cubicBezTo>
                    <a:pt x="913957" y="481883"/>
                    <a:pt x="931884" y="492263"/>
                    <a:pt x="948081" y="505682"/>
                  </a:cubicBezTo>
                  <a:cubicBezTo>
                    <a:pt x="964793" y="519527"/>
                    <a:pt x="979059" y="535576"/>
                    <a:pt x="989745" y="554434"/>
                  </a:cubicBezTo>
                  <a:cubicBezTo>
                    <a:pt x="999716" y="572030"/>
                    <a:pt x="1007788" y="590560"/>
                    <a:pt x="1010937" y="610771"/>
                  </a:cubicBezTo>
                  <a:cubicBezTo>
                    <a:pt x="1012594" y="621408"/>
                    <a:pt x="1014541" y="632129"/>
                    <a:pt x="1014737" y="642841"/>
                  </a:cubicBezTo>
                  <a:cubicBezTo>
                    <a:pt x="1015341" y="675747"/>
                    <a:pt x="1007949" y="706910"/>
                    <a:pt x="991947" y="735815"/>
                  </a:cubicBezTo>
                  <a:cubicBezTo>
                    <a:pt x="981053" y="755493"/>
                    <a:pt x="966945" y="772515"/>
                    <a:pt x="949749" y="787117"/>
                  </a:cubicBezTo>
                  <a:cubicBezTo>
                    <a:pt x="938155" y="796963"/>
                    <a:pt x="925607" y="805230"/>
                    <a:pt x="912034" y="811874"/>
                  </a:cubicBezTo>
                  <a:cubicBezTo>
                    <a:pt x="894852" y="820286"/>
                    <a:pt x="876844" y="826489"/>
                    <a:pt x="857677" y="828260"/>
                  </a:cubicBezTo>
                  <a:cubicBezTo>
                    <a:pt x="845094" y="829423"/>
                    <a:pt x="832364" y="830760"/>
                    <a:pt x="819808" y="830069"/>
                  </a:cubicBezTo>
                  <a:cubicBezTo>
                    <a:pt x="797291" y="828830"/>
                    <a:pt x="775618" y="823384"/>
                    <a:pt x="754997" y="813778"/>
                  </a:cubicBezTo>
                  <a:cubicBezTo>
                    <a:pt x="735407" y="804653"/>
                    <a:pt x="717806" y="792857"/>
                    <a:pt x="702479" y="777638"/>
                  </a:cubicBezTo>
                  <a:cubicBezTo>
                    <a:pt x="680985" y="756294"/>
                    <a:pt x="665483" y="731275"/>
                    <a:pt x="656505" y="702318"/>
                  </a:cubicBezTo>
                  <a:cubicBezTo>
                    <a:pt x="651481" y="686117"/>
                    <a:pt x="648294" y="669591"/>
                    <a:pt x="648582" y="652516"/>
                  </a:cubicBezTo>
                  <a:cubicBezTo>
                    <a:pt x="648698" y="645644"/>
                    <a:pt x="648591" y="638769"/>
                    <a:pt x="648537" y="631437"/>
                  </a:cubicBezTo>
                  <a:cubicBezTo>
                    <a:pt x="651769" y="616154"/>
                    <a:pt x="655050" y="601329"/>
                    <a:pt x="658478" y="585793"/>
                  </a:cubicBezTo>
                  <a:cubicBezTo>
                    <a:pt x="660175" y="581419"/>
                    <a:pt x="661782" y="577779"/>
                    <a:pt x="663266" y="574090"/>
                  </a:cubicBezTo>
                  <a:cubicBezTo>
                    <a:pt x="670907" y="555092"/>
                    <a:pt x="682276" y="538439"/>
                    <a:pt x="695915" y="523364"/>
                  </a:cubicBezTo>
                  <a:cubicBezTo>
                    <a:pt x="708109" y="509885"/>
                    <a:pt x="722122" y="498449"/>
                    <a:pt x="737834" y="489234"/>
                  </a:cubicBezTo>
                  <a:cubicBezTo>
                    <a:pt x="752657" y="480541"/>
                    <a:pt x="768305" y="473769"/>
                    <a:pt x="785082" y="469781"/>
                  </a:cubicBezTo>
                  <a:cubicBezTo>
                    <a:pt x="793811" y="468395"/>
                    <a:pt x="802521" y="466861"/>
                    <a:pt x="811279" y="465687"/>
                  </a:cubicBezTo>
                  <a:cubicBezTo>
                    <a:pt x="815591" y="465109"/>
                    <a:pt x="819995" y="465241"/>
                    <a:pt x="824353" y="464963"/>
                  </a:cubicBezTo>
                  <a:cubicBezTo>
                    <a:pt x="826099" y="464852"/>
                    <a:pt x="827830" y="464506"/>
                    <a:pt x="829937" y="464076"/>
                  </a:cubicBezTo>
                  <a:close/>
                  <a:moveTo>
                    <a:pt x="0" y="0"/>
                  </a:moveTo>
                  <a:lnTo>
                    <a:pt x="66466" y="0"/>
                  </a:lnTo>
                  <a:lnTo>
                    <a:pt x="66466" y="66466"/>
                  </a:lnTo>
                  <a:lnTo>
                    <a:pt x="0" y="66466"/>
                  </a:ln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03" name="Group 102">
            <a:extLst>
              <a:ext uri="{FF2B5EF4-FFF2-40B4-BE49-F238E27FC236}">
                <a16:creationId xmlns:a16="http://schemas.microsoft.com/office/drawing/2014/main" id="{AF82B2E3-ACFD-BBCB-9215-521DBA5D9EE6}"/>
              </a:ext>
              <a:ext uri="{C183D7F6-B498-43B3-948B-1728B52AA6E4}">
                <adec:decorative xmlns:adec="http://schemas.microsoft.com/office/drawing/2017/decorative" val="1"/>
              </a:ext>
            </a:extLst>
          </p:cNvPr>
          <p:cNvGrpSpPr>
            <a:grpSpLocks noChangeAspect="1"/>
          </p:cNvGrpSpPr>
          <p:nvPr/>
        </p:nvGrpSpPr>
        <p:grpSpPr>
          <a:xfrm>
            <a:off x="11049308" y="5049527"/>
            <a:ext cx="502930" cy="457200"/>
            <a:chOff x="11049308" y="5049527"/>
            <a:chExt cx="502930" cy="457200"/>
          </a:xfrm>
          <a:solidFill>
            <a:srgbClr val="FF0000"/>
          </a:solidFill>
        </p:grpSpPr>
        <p:sp>
          <p:nvSpPr>
            <p:cNvPr id="2697" name="Freeform: Shape 2696">
              <a:extLst>
                <a:ext uri="{FF2B5EF4-FFF2-40B4-BE49-F238E27FC236}">
                  <a16:creationId xmlns:a16="http://schemas.microsoft.com/office/drawing/2014/main" id="{AAC84E38-B695-1355-29E6-FD9C7D3733E5}"/>
                </a:ext>
                <a:ext uri="{C183D7F6-B498-43B3-948B-1728B52AA6E4}">
                  <adec:decorative xmlns:adec="http://schemas.microsoft.com/office/drawing/2017/decorative" val="1"/>
                </a:ext>
              </a:extLst>
            </p:cNvPr>
            <p:cNvSpPr/>
            <p:nvPr/>
          </p:nvSpPr>
          <p:spPr>
            <a:xfrm>
              <a:off x="11049308" y="5056386"/>
              <a:ext cx="502930" cy="450341"/>
            </a:xfrm>
            <a:custGeom>
              <a:avLst/>
              <a:gdLst>
                <a:gd name="connsiteX0" fmla="*/ 223362 w 847277"/>
                <a:gd name="connsiteY0" fmla="*/ 247947 h 758681"/>
                <a:gd name="connsiteX1" fmla="*/ 223362 w 847277"/>
                <a:gd name="connsiteY1" fmla="*/ 711941 h 758681"/>
                <a:gd name="connsiteX2" fmla="*/ 624217 w 847277"/>
                <a:gd name="connsiteY2" fmla="*/ 711941 h 758681"/>
                <a:gd name="connsiteX3" fmla="*/ 624217 w 847277"/>
                <a:gd name="connsiteY3" fmla="*/ 645585 h 758681"/>
                <a:gd name="connsiteX4" fmla="*/ 668835 w 847277"/>
                <a:gd name="connsiteY4" fmla="*/ 645585 h 758681"/>
                <a:gd name="connsiteX5" fmla="*/ 668835 w 847277"/>
                <a:gd name="connsiteY5" fmla="*/ 711941 h 758681"/>
                <a:gd name="connsiteX6" fmla="*/ 711369 w 847277"/>
                <a:gd name="connsiteY6" fmla="*/ 711941 h 758681"/>
                <a:gd name="connsiteX7" fmla="*/ 711369 w 847277"/>
                <a:gd name="connsiteY7" fmla="*/ 247947 h 758681"/>
                <a:gd name="connsiteX8" fmla="*/ 661924 w 847277"/>
                <a:gd name="connsiteY8" fmla="*/ 247947 h 758681"/>
                <a:gd name="connsiteX9" fmla="*/ 646347 w 847277"/>
                <a:gd name="connsiteY9" fmla="*/ 258449 h 758681"/>
                <a:gd name="connsiteX10" fmla="*/ 602975 w 847277"/>
                <a:gd name="connsiteY10" fmla="*/ 267205 h 758681"/>
                <a:gd name="connsiteX11" fmla="*/ 559603 w 847277"/>
                <a:gd name="connsiteY11" fmla="*/ 258449 h 758681"/>
                <a:gd name="connsiteX12" fmla="*/ 544026 w 847277"/>
                <a:gd name="connsiteY12" fmla="*/ 247947 h 758681"/>
                <a:gd name="connsiteX13" fmla="*/ 602975 w 847277"/>
                <a:gd name="connsiteY13" fmla="*/ 87112 h 758681"/>
                <a:gd name="connsiteX14" fmla="*/ 534308 w 847277"/>
                <a:gd name="connsiteY14" fmla="*/ 155779 h 758681"/>
                <a:gd name="connsiteX15" fmla="*/ 602975 w 847277"/>
                <a:gd name="connsiteY15" fmla="*/ 224446 h 758681"/>
                <a:gd name="connsiteX16" fmla="*/ 671642 w 847277"/>
                <a:gd name="connsiteY16" fmla="*/ 155779 h 758681"/>
                <a:gd name="connsiteX17" fmla="*/ 602975 w 847277"/>
                <a:gd name="connsiteY17" fmla="*/ 87112 h 758681"/>
                <a:gd name="connsiteX18" fmla="*/ 88865 w 847277"/>
                <a:gd name="connsiteY18" fmla="*/ 0 h 758681"/>
                <a:gd name="connsiteX19" fmla="*/ 130415 w 847277"/>
                <a:gd name="connsiteY19" fmla="*/ 0 h 758681"/>
                <a:gd name="connsiteX20" fmla="*/ 133483 w 847277"/>
                <a:gd name="connsiteY20" fmla="*/ 0 h 758681"/>
                <a:gd name="connsiteX21" fmla="*/ 247434 w 847277"/>
                <a:gd name="connsiteY21" fmla="*/ 0 h 758681"/>
                <a:gd name="connsiteX22" fmla="*/ 247434 w 847277"/>
                <a:gd name="connsiteY22" fmla="*/ 44618 h 758681"/>
                <a:gd name="connsiteX23" fmla="*/ 133483 w 847277"/>
                <a:gd name="connsiteY23" fmla="*/ 44618 h 758681"/>
                <a:gd name="connsiteX24" fmla="*/ 133483 w 847277"/>
                <a:gd name="connsiteY24" fmla="*/ 714062 h 758681"/>
                <a:gd name="connsiteX25" fmla="*/ 176624 w 847277"/>
                <a:gd name="connsiteY25" fmla="*/ 714062 h 758681"/>
                <a:gd name="connsiteX26" fmla="*/ 176624 w 847277"/>
                <a:gd name="connsiteY26" fmla="*/ 201208 h 758681"/>
                <a:gd name="connsiteX27" fmla="*/ 290385 w 847277"/>
                <a:gd name="connsiteY27" fmla="*/ 201208 h 758681"/>
                <a:gd name="connsiteX28" fmla="*/ 290385 w 847277"/>
                <a:gd name="connsiteY28" fmla="*/ 86757 h 758681"/>
                <a:gd name="connsiteX29" fmla="*/ 335004 w 847277"/>
                <a:gd name="connsiteY29" fmla="*/ 86757 h 758681"/>
                <a:gd name="connsiteX30" fmla="*/ 335004 w 847277"/>
                <a:gd name="connsiteY30" fmla="*/ 201208 h 758681"/>
                <a:gd name="connsiteX31" fmla="*/ 501421 w 847277"/>
                <a:gd name="connsiteY31" fmla="*/ 201208 h 758681"/>
                <a:gd name="connsiteX32" fmla="*/ 510578 w 847277"/>
                <a:gd name="connsiteY32" fmla="*/ 218078 h 758681"/>
                <a:gd name="connsiteX33" fmla="*/ 524184 w 847277"/>
                <a:gd name="connsiteY33" fmla="*/ 234569 h 758681"/>
                <a:gd name="connsiteX34" fmla="*/ 524185 w 847277"/>
                <a:gd name="connsiteY34" fmla="*/ 234569 h 758681"/>
                <a:gd name="connsiteX35" fmla="*/ 500305 w 847277"/>
                <a:gd name="connsiteY35" fmla="*/ 199151 h 758681"/>
                <a:gd name="connsiteX36" fmla="*/ 491549 w 847277"/>
                <a:gd name="connsiteY36" fmla="*/ 155779 h 758681"/>
                <a:gd name="connsiteX37" fmla="*/ 602975 w 847277"/>
                <a:gd name="connsiteY37" fmla="*/ 44353 h 758681"/>
                <a:gd name="connsiteX38" fmla="*/ 714401 w 847277"/>
                <a:gd name="connsiteY38" fmla="*/ 155779 h 758681"/>
                <a:gd name="connsiteX39" fmla="*/ 705645 w 847277"/>
                <a:gd name="connsiteY39" fmla="*/ 199151 h 758681"/>
                <a:gd name="connsiteX40" fmla="*/ 681772 w 847277"/>
                <a:gd name="connsiteY40" fmla="*/ 234558 h 758681"/>
                <a:gd name="connsiteX41" fmla="*/ 695370 w 847277"/>
                <a:gd name="connsiteY41" fmla="*/ 218078 h 758681"/>
                <a:gd name="connsiteX42" fmla="*/ 704527 w 847277"/>
                <a:gd name="connsiteY42" fmla="*/ 201208 h 758681"/>
                <a:gd name="connsiteX43" fmla="*/ 758107 w 847277"/>
                <a:gd name="connsiteY43" fmla="*/ 201208 h 758681"/>
                <a:gd name="connsiteX44" fmla="*/ 758107 w 847277"/>
                <a:gd name="connsiteY44" fmla="*/ 714062 h 758681"/>
                <a:gd name="connsiteX45" fmla="*/ 847277 w 847277"/>
                <a:gd name="connsiteY45" fmla="*/ 714062 h 758681"/>
                <a:gd name="connsiteX46" fmla="*/ 847277 w 847277"/>
                <a:gd name="connsiteY46" fmla="*/ 758681 h 758681"/>
                <a:gd name="connsiteX47" fmla="*/ 344054 w 847277"/>
                <a:gd name="connsiteY47" fmla="*/ 758681 h 758681"/>
                <a:gd name="connsiteX48" fmla="*/ 243662 w 847277"/>
                <a:gd name="connsiteY48" fmla="*/ 758681 h 758681"/>
                <a:gd name="connsiteX49" fmla="*/ 0 w 847277"/>
                <a:gd name="connsiteY49" fmla="*/ 758681 h 758681"/>
                <a:gd name="connsiteX50" fmla="*/ 0 w 847277"/>
                <a:gd name="connsiteY50" fmla="*/ 714062 h 758681"/>
                <a:gd name="connsiteX51" fmla="*/ 88865 w 847277"/>
                <a:gd name="connsiteY51" fmla="*/ 714062 h 75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47277" h="758681">
                  <a:moveTo>
                    <a:pt x="223362" y="247947"/>
                  </a:moveTo>
                  <a:lnTo>
                    <a:pt x="223362" y="711941"/>
                  </a:lnTo>
                  <a:lnTo>
                    <a:pt x="624217" y="711941"/>
                  </a:lnTo>
                  <a:lnTo>
                    <a:pt x="624217" y="645585"/>
                  </a:lnTo>
                  <a:lnTo>
                    <a:pt x="668835" y="645585"/>
                  </a:lnTo>
                  <a:lnTo>
                    <a:pt x="668835" y="711941"/>
                  </a:lnTo>
                  <a:lnTo>
                    <a:pt x="711369" y="711941"/>
                  </a:lnTo>
                  <a:lnTo>
                    <a:pt x="711369" y="247947"/>
                  </a:lnTo>
                  <a:lnTo>
                    <a:pt x="661924" y="247947"/>
                  </a:lnTo>
                  <a:lnTo>
                    <a:pt x="646347" y="258449"/>
                  </a:lnTo>
                  <a:cubicBezTo>
                    <a:pt x="633016" y="264087"/>
                    <a:pt x="618360" y="267205"/>
                    <a:pt x="602975" y="267205"/>
                  </a:cubicBezTo>
                  <a:cubicBezTo>
                    <a:pt x="587590" y="267205"/>
                    <a:pt x="572934" y="264087"/>
                    <a:pt x="559603" y="258449"/>
                  </a:cubicBezTo>
                  <a:lnTo>
                    <a:pt x="544026" y="247947"/>
                  </a:lnTo>
                  <a:close/>
                  <a:moveTo>
                    <a:pt x="602975" y="87112"/>
                  </a:moveTo>
                  <a:cubicBezTo>
                    <a:pt x="565051" y="87112"/>
                    <a:pt x="534308" y="117855"/>
                    <a:pt x="534308" y="155779"/>
                  </a:cubicBezTo>
                  <a:cubicBezTo>
                    <a:pt x="534308" y="193703"/>
                    <a:pt x="565051" y="224446"/>
                    <a:pt x="602975" y="224446"/>
                  </a:cubicBezTo>
                  <a:cubicBezTo>
                    <a:pt x="640899" y="224446"/>
                    <a:pt x="671642" y="193703"/>
                    <a:pt x="671642" y="155779"/>
                  </a:cubicBezTo>
                  <a:cubicBezTo>
                    <a:pt x="671642" y="117855"/>
                    <a:pt x="640899" y="87112"/>
                    <a:pt x="602975" y="87112"/>
                  </a:cubicBezTo>
                  <a:close/>
                  <a:moveTo>
                    <a:pt x="88865" y="0"/>
                  </a:moveTo>
                  <a:lnTo>
                    <a:pt x="130415" y="0"/>
                  </a:lnTo>
                  <a:lnTo>
                    <a:pt x="133483" y="0"/>
                  </a:lnTo>
                  <a:lnTo>
                    <a:pt x="247434" y="0"/>
                  </a:lnTo>
                  <a:lnTo>
                    <a:pt x="247434" y="44618"/>
                  </a:lnTo>
                  <a:lnTo>
                    <a:pt x="133483" y="44618"/>
                  </a:lnTo>
                  <a:lnTo>
                    <a:pt x="133483" y="714062"/>
                  </a:lnTo>
                  <a:lnTo>
                    <a:pt x="176624" y="714062"/>
                  </a:lnTo>
                  <a:lnTo>
                    <a:pt x="176624" y="201208"/>
                  </a:lnTo>
                  <a:lnTo>
                    <a:pt x="290385" y="201208"/>
                  </a:lnTo>
                  <a:lnTo>
                    <a:pt x="290385" y="86757"/>
                  </a:lnTo>
                  <a:lnTo>
                    <a:pt x="335004" y="86757"/>
                  </a:lnTo>
                  <a:lnTo>
                    <a:pt x="335004" y="201208"/>
                  </a:lnTo>
                  <a:lnTo>
                    <a:pt x="501421" y="201208"/>
                  </a:lnTo>
                  <a:lnTo>
                    <a:pt x="510578" y="218078"/>
                  </a:lnTo>
                  <a:cubicBezTo>
                    <a:pt x="514583" y="224005"/>
                    <a:pt x="519143" y="229527"/>
                    <a:pt x="524184" y="234569"/>
                  </a:cubicBezTo>
                  <a:lnTo>
                    <a:pt x="524185" y="234569"/>
                  </a:lnTo>
                  <a:lnTo>
                    <a:pt x="500305" y="199151"/>
                  </a:lnTo>
                  <a:cubicBezTo>
                    <a:pt x="494667" y="185820"/>
                    <a:pt x="491549" y="171164"/>
                    <a:pt x="491549" y="155779"/>
                  </a:cubicBezTo>
                  <a:cubicBezTo>
                    <a:pt x="491549" y="94240"/>
                    <a:pt x="541436" y="44353"/>
                    <a:pt x="602975" y="44353"/>
                  </a:cubicBezTo>
                  <a:cubicBezTo>
                    <a:pt x="664514" y="44353"/>
                    <a:pt x="714401" y="94240"/>
                    <a:pt x="714401" y="155779"/>
                  </a:cubicBezTo>
                  <a:cubicBezTo>
                    <a:pt x="714401" y="171164"/>
                    <a:pt x="711283" y="185820"/>
                    <a:pt x="705645" y="199151"/>
                  </a:cubicBezTo>
                  <a:lnTo>
                    <a:pt x="681772" y="234558"/>
                  </a:lnTo>
                  <a:lnTo>
                    <a:pt x="695370" y="218078"/>
                  </a:lnTo>
                  <a:lnTo>
                    <a:pt x="704527" y="201208"/>
                  </a:lnTo>
                  <a:lnTo>
                    <a:pt x="758107" y="201208"/>
                  </a:lnTo>
                  <a:lnTo>
                    <a:pt x="758107" y="714062"/>
                  </a:lnTo>
                  <a:lnTo>
                    <a:pt x="847277" y="714062"/>
                  </a:lnTo>
                  <a:lnTo>
                    <a:pt x="847277" y="758681"/>
                  </a:lnTo>
                  <a:lnTo>
                    <a:pt x="344054" y="758681"/>
                  </a:lnTo>
                  <a:lnTo>
                    <a:pt x="243662" y="758681"/>
                  </a:lnTo>
                  <a:lnTo>
                    <a:pt x="0" y="758681"/>
                  </a:lnTo>
                  <a:lnTo>
                    <a:pt x="0" y="714062"/>
                  </a:lnTo>
                  <a:lnTo>
                    <a:pt x="88865" y="7140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2698" name="Freeform: Shape 2697">
              <a:extLst>
                <a:ext uri="{FF2B5EF4-FFF2-40B4-BE49-F238E27FC236}">
                  <a16:creationId xmlns:a16="http://schemas.microsoft.com/office/drawing/2014/main" id="{8AE23EC2-5140-FFDD-139E-CFC33E635D58}"/>
                </a:ext>
                <a:ext uri="{C183D7F6-B498-43B3-948B-1728B52AA6E4}">
                  <adec:decorative xmlns:adec="http://schemas.microsoft.com/office/drawing/2017/decorative" val="1"/>
                </a:ext>
              </a:extLst>
            </p:cNvPr>
            <p:cNvSpPr/>
            <p:nvPr/>
          </p:nvSpPr>
          <p:spPr>
            <a:xfrm>
              <a:off x="11208391" y="5049527"/>
              <a:ext cx="238011" cy="364482"/>
            </a:xfrm>
            <a:custGeom>
              <a:avLst/>
              <a:gdLst>
                <a:gd name="connsiteX0" fmla="*/ 356353 w 400972"/>
                <a:gd name="connsiteY0" fmla="*/ 569417 h 614036"/>
                <a:gd name="connsiteX1" fmla="*/ 400972 w 400972"/>
                <a:gd name="connsiteY1" fmla="*/ 569417 h 614036"/>
                <a:gd name="connsiteX2" fmla="*/ 400972 w 400972"/>
                <a:gd name="connsiteY2" fmla="*/ 614036 h 614036"/>
                <a:gd name="connsiteX3" fmla="*/ 356353 w 400972"/>
                <a:gd name="connsiteY3" fmla="*/ 614036 h 614036"/>
                <a:gd name="connsiteX4" fmla="*/ 267116 w 400972"/>
                <a:gd name="connsiteY4" fmla="*/ 569417 h 614036"/>
                <a:gd name="connsiteX5" fmla="*/ 311735 w 400972"/>
                <a:gd name="connsiteY5" fmla="*/ 569417 h 614036"/>
                <a:gd name="connsiteX6" fmla="*/ 311735 w 400972"/>
                <a:gd name="connsiteY6" fmla="*/ 614036 h 614036"/>
                <a:gd name="connsiteX7" fmla="*/ 267116 w 400972"/>
                <a:gd name="connsiteY7" fmla="*/ 614036 h 614036"/>
                <a:gd name="connsiteX8" fmla="*/ 178475 w 400972"/>
                <a:gd name="connsiteY8" fmla="*/ 569417 h 614036"/>
                <a:gd name="connsiteX9" fmla="*/ 223093 w 400972"/>
                <a:gd name="connsiteY9" fmla="*/ 569417 h 614036"/>
                <a:gd name="connsiteX10" fmla="*/ 223093 w 400972"/>
                <a:gd name="connsiteY10" fmla="*/ 614036 h 614036"/>
                <a:gd name="connsiteX11" fmla="*/ 178475 w 400972"/>
                <a:gd name="connsiteY11" fmla="*/ 614036 h 614036"/>
                <a:gd name="connsiteX12" fmla="*/ 89237 w 400972"/>
                <a:gd name="connsiteY12" fmla="*/ 569417 h 614036"/>
                <a:gd name="connsiteX13" fmla="*/ 133855 w 400972"/>
                <a:gd name="connsiteY13" fmla="*/ 569417 h 614036"/>
                <a:gd name="connsiteX14" fmla="*/ 133855 w 400972"/>
                <a:gd name="connsiteY14" fmla="*/ 614036 h 614036"/>
                <a:gd name="connsiteX15" fmla="*/ 89237 w 400972"/>
                <a:gd name="connsiteY15" fmla="*/ 614036 h 614036"/>
                <a:gd name="connsiteX16" fmla="*/ 0 w 400972"/>
                <a:gd name="connsiteY16" fmla="*/ 569417 h 614036"/>
                <a:gd name="connsiteX17" fmla="*/ 44618 w 400972"/>
                <a:gd name="connsiteY17" fmla="*/ 569417 h 614036"/>
                <a:gd name="connsiteX18" fmla="*/ 44618 w 400972"/>
                <a:gd name="connsiteY18" fmla="*/ 614036 h 614036"/>
                <a:gd name="connsiteX19" fmla="*/ 0 w 400972"/>
                <a:gd name="connsiteY19" fmla="*/ 614036 h 614036"/>
                <a:gd name="connsiteX20" fmla="*/ 356353 w 400972"/>
                <a:gd name="connsiteY20" fmla="*/ 480512 h 614036"/>
                <a:gd name="connsiteX21" fmla="*/ 400972 w 400972"/>
                <a:gd name="connsiteY21" fmla="*/ 480512 h 614036"/>
                <a:gd name="connsiteX22" fmla="*/ 400972 w 400972"/>
                <a:gd name="connsiteY22" fmla="*/ 525130 h 614036"/>
                <a:gd name="connsiteX23" fmla="*/ 356353 w 400972"/>
                <a:gd name="connsiteY23" fmla="*/ 525130 h 614036"/>
                <a:gd name="connsiteX24" fmla="*/ 267116 w 400972"/>
                <a:gd name="connsiteY24" fmla="*/ 480512 h 614036"/>
                <a:gd name="connsiteX25" fmla="*/ 311735 w 400972"/>
                <a:gd name="connsiteY25" fmla="*/ 480512 h 614036"/>
                <a:gd name="connsiteX26" fmla="*/ 311735 w 400972"/>
                <a:gd name="connsiteY26" fmla="*/ 525130 h 614036"/>
                <a:gd name="connsiteX27" fmla="*/ 267116 w 400972"/>
                <a:gd name="connsiteY27" fmla="*/ 525130 h 614036"/>
                <a:gd name="connsiteX28" fmla="*/ 178475 w 400972"/>
                <a:gd name="connsiteY28" fmla="*/ 480180 h 614036"/>
                <a:gd name="connsiteX29" fmla="*/ 223093 w 400972"/>
                <a:gd name="connsiteY29" fmla="*/ 480180 h 614036"/>
                <a:gd name="connsiteX30" fmla="*/ 223093 w 400972"/>
                <a:gd name="connsiteY30" fmla="*/ 524798 h 614036"/>
                <a:gd name="connsiteX31" fmla="*/ 178475 w 400972"/>
                <a:gd name="connsiteY31" fmla="*/ 524798 h 614036"/>
                <a:gd name="connsiteX32" fmla="*/ 89237 w 400972"/>
                <a:gd name="connsiteY32" fmla="*/ 480180 h 614036"/>
                <a:gd name="connsiteX33" fmla="*/ 133855 w 400972"/>
                <a:gd name="connsiteY33" fmla="*/ 480180 h 614036"/>
                <a:gd name="connsiteX34" fmla="*/ 133855 w 400972"/>
                <a:gd name="connsiteY34" fmla="*/ 524798 h 614036"/>
                <a:gd name="connsiteX35" fmla="*/ 89237 w 400972"/>
                <a:gd name="connsiteY35" fmla="*/ 524798 h 614036"/>
                <a:gd name="connsiteX36" fmla="*/ 0 w 400972"/>
                <a:gd name="connsiteY36" fmla="*/ 480180 h 614036"/>
                <a:gd name="connsiteX37" fmla="*/ 44618 w 400972"/>
                <a:gd name="connsiteY37" fmla="*/ 480180 h 614036"/>
                <a:gd name="connsiteX38" fmla="*/ 44618 w 400972"/>
                <a:gd name="connsiteY38" fmla="*/ 524798 h 614036"/>
                <a:gd name="connsiteX39" fmla="*/ 0 w 400972"/>
                <a:gd name="connsiteY39" fmla="*/ 524798 h 614036"/>
                <a:gd name="connsiteX40" fmla="*/ 356353 w 400972"/>
                <a:gd name="connsiteY40" fmla="*/ 391608 h 614036"/>
                <a:gd name="connsiteX41" fmla="*/ 400972 w 400972"/>
                <a:gd name="connsiteY41" fmla="*/ 391608 h 614036"/>
                <a:gd name="connsiteX42" fmla="*/ 400972 w 400972"/>
                <a:gd name="connsiteY42" fmla="*/ 436226 h 614036"/>
                <a:gd name="connsiteX43" fmla="*/ 356353 w 400972"/>
                <a:gd name="connsiteY43" fmla="*/ 436226 h 614036"/>
                <a:gd name="connsiteX44" fmla="*/ 267116 w 400972"/>
                <a:gd name="connsiteY44" fmla="*/ 391608 h 614036"/>
                <a:gd name="connsiteX45" fmla="*/ 311735 w 400972"/>
                <a:gd name="connsiteY45" fmla="*/ 391608 h 614036"/>
                <a:gd name="connsiteX46" fmla="*/ 311735 w 400972"/>
                <a:gd name="connsiteY46" fmla="*/ 436226 h 614036"/>
                <a:gd name="connsiteX47" fmla="*/ 267116 w 400972"/>
                <a:gd name="connsiteY47" fmla="*/ 436226 h 614036"/>
                <a:gd name="connsiteX48" fmla="*/ 178475 w 400972"/>
                <a:gd name="connsiteY48" fmla="*/ 391142 h 614036"/>
                <a:gd name="connsiteX49" fmla="*/ 223093 w 400972"/>
                <a:gd name="connsiteY49" fmla="*/ 391142 h 614036"/>
                <a:gd name="connsiteX50" fmla="*/ 223093 w 400972"/>
                <a:gd name="connsiteY50" fmla="*/ 435760 h 614036"/>
                <a:gd name="connsiteX51" fmla="*/ 178475 w 400972"/>
                <a:gd name="connsiteY51" fmla="*/ 435760 h 614036"/>
                <a:gd name="connsiteX52" fmla="*/ 89237 w 400972"/>
                <a:gd name="connsiteY52" fmla="*/ 391142 h 614036"/>
                <a:gd name="connsiteX53" fmla="*/ 133855 w 400972"/>
                <a:gd name="connsiteY53" fmla="*/ 391142 h 614036"/>
                <a:gd name="connsiteX54" fmla="*/ 133855 w 400972"/>
                <a:gd name="connsiteY54" fmla="*/ 435760 h 614036"/>
                <a:gd name="connsiteX55" fmla="*/ 89237 w 400972"/>
                <a:gd name="connsiteY55" fmla="*/ 435760 h 614036"/>
                <a:gd name="connsiteX56" fmla="*/ 0 w 400972"/>
                <a:gd name="connsiteY56" fmla="*/ 391142 h 614036"/>
                <a:gd name="connsiteX57" fmla="*/ 44618 w 400972"/>
                <a:gd name="connsiteY57" fmla="*/ 391142 h 614036"/>
                <a:gd name="connsiteX58" fmla="*/ 44618 w 400972"/>
                <a:gd name="connsiteY58" fmla="*/ 435760 h 614036"/>
                <a:gd name="connsiteX59" fmla="*/ 0 w 400972"/>
                <a:gd name="connsiteY59" fmla="*/ 435760 h 614036"/>
                <a:gd name="connsiteX60" fmla="*/ 356353 w 400972"/>
                <a:gd name="connsiteY60" fmla="*/ 302703 h 614036"/>
                <a:gd name="connsiteX61" fmla="*/ 400972 w 400972"/>
                <a:gd name="connsiteY61" fmla="*/ 302703 h 614036"/>
                <a:gd name="connsiteX62" fmla="*/ 400972 w 400972"/>
                <a:gd name="connsiteY62" fmla="*/ 347321 h 614036"/>
                <a:gd name="connsiteX63" fmla="*/ 356353 w 400972"/>
                <a:gd name="connsiteY63" fmla="*/ 347321 h 614036"/>
                <a:gd name="connsiteX64" fmla="*/ 267116 w 400972"/>
                <a:gd name="connsiteY64" fmla="*/ 302703 h 614036"/>
                <a:gd name="connsiteX65" fmla="*/ 311735 w 400972"/>
                <a:gd name="connsiteY65" fmla="*/ 302703 h 614036"/>
                <a:gd name="connsiteX66" fmla="*/ 311735 w 400972"/>
                <a:gd name="connsiteY66" fmla="*/ 347321 h 614036"/>
                <a:gd name="connsiteX67" fmla="*/ 267116 w 400972"/>
                <a:gd name="connsiteY67" fmla="*/ 347321 h 614036"/>
                <a:gd name="connsiteX68" fmla="*/ 178475 w 400972"/>
                <a:gd name="connsiteY68" fmla="*/ 302703 h 614036"/>
                <a:gd name="connsiteX69" fmla="*/ 223093 w 400972"/>
                <a:gd name="connsiteY69" fmla="*/ 302703 h 614036"/>
                <a:gd name="connsiteX70" fmla="*/ 223093 w 400972"/>
                <a:gd name="connsiteY70" fmla="*/ 347321 h 614036"/>
                <a:gd name="connsiteX71" fmla="*/ 178475 w 400972"/>
                <a:gd name="connsiteY71" fmla="*/ 347321 h 614036"/>
                <a:gd name="connsiteX72" fmla="*/ 89237 w 400972"/>
                <a:gd name="connsiteY72" fmla="*/ 302703 h 614036"/>
                <a:gd name="connsiteX73" fmla="*/ 133855 w 400972"/>
                <a:gd name="connsiteY73" fmla="*/ 302703 h 614036"/>
                <a:gd name="connsiteX74" fmla="*/ 133855 w 400972"/>
                <a:gd name="connsiteY74" fmla="*/ 347321 h 614036"/>
                <a:gd name="connsiteX75" fmla="*/ 89237 w 400972"/>
                <a:gd name="connsiteY75" fmla="*/ 347321 h 614036"/>
                <a:gd name="connsiteX76" fmla="*/ 0 w 400972"/>
                <a:gd name="connsiteY76" fmla="*/ 302703 h 614036"/>
                <a:gd name="connsiteX77" fmla="*/ 44618 w 400972"/>
                <a:gd name="connsiteY77" fmla="*/ 302703 h 614036"/>
                <a:gd name="connsiteX78" fmla="*/ 44618 w 400972"/>
                <a:gd name="connsiteY78" fmla="*/ 347321 h 614036"/>
                <a:gd name="connsiteX79" fmla="*/ 0 w 400972"/>
                <a:gd name="connsiteY79" fmla="*/ 347321 h 614036"/>
                <a:gd name="connsiteX80" fmla="*/ 297928 w 400972"/>
                <a:gd name="connsiteY80" fmla="*/ 120353 h 614036"/>
                <a:gd name="connsiteX81" fmla="*/ 318818 w 400972"/>
                <a:gd name="connsiteY81" fmla="*/ 120353 h 614036"/>
                <a:gd name="connsiteX82" fmla="*/ 318818 w 400972"/>
                <a:gd name="connsiteY82" fmla="*/ 156890 h 614036"/>
                <a:gd name="connsiteX83" fmla="*/ 351119 w 400972"/>
                <a:gd name="connsiteY83" fmla="*/ 156890 h 614036"/>
                <a:gd name="connsiteX84" fmla="*/ 351119 w 400972"/>
                <a:gd name="connsiteY84" fmla="*/ 120353 h 614036"/>
                <a:gd name="connsiteX85" fmla="*/ 372009 w 400972"/>
                <a:gd name="connsiteY85" fmla="*/ 120353 h 614036"/>
                <a:gd name="connsiteX86" fmla="*/ 372009 w 400972"/>
                <a:gd name="connsiteY86" fmla="*/ 214317 h 614036"/>
                <a:gd name="connsiteX87" fmla="*/ 351119 w 400972"/>
                <a:gd name="connsiteY87" fmla="*/ 214317 h 614036"/>
                <a:gd name="connsiteX88" fmla="*/ 351119 w 400972"/>
                <a:gd name="connsiteY88" fmla="*/ 177780 h 614036"/>
                <a:gd name="connsiteX89" fmla="*/ 318818 w 400972"/>
                <a:gd name="connsiteY89" fmla="*/ 177780 h 614036"/>
                <a:gd name="connsiteX90" fmla="*/ 318818 w 400972"/>
                <a:gd name="connsiteY90" fmla="*/ 214317 h 614036"/>
                <a:gd name="connsiteX91" fmla="*/ 297928 w 400972"/>
                <a:gd name="connsiteY91" fmla="*/ 214317 h 614036"/>
                <a:gd name="connsiteX92" fmla="*/ 10811 w 400972"/>
                <a:gd name="connsiteY92" fmla="*/ 0 h 614036"/>
                <a:gd name="connsiteX93" fmla="*/ 77739 w 400972"/>
                <a:gd name="connsiteY93" fmla="*/ 0 h 614036"/>
                <a:gd name="connsiteX94" fmla="*/ 77739 w 400972"/>
                <a:gd name="connsiteY94" fmla="*/ 66928 h 614036"/>
                <a:gd name="connsiteX95" fmla="*/ 10811 w 400972"/>
                <a:gd name="connsiteY95" fmla="*/ 66928 h 614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400972" h="614036">
                  <a:moveTo>
                    <a:pt x="356353" y="569417"/>
                  </a:moveTo>
                  <a:lnTo>
                    <a:pt x="400972" y="569417"/>
                  </a:lnTo>
                  <a:lnTo>
                    <a:pt x="400972" y="614036"/>
                  </a:lnTo>
                  <a:lnTo>
                    <a:pt x="356353" y="614036"/>
                  </a:lnTo>
                  <a:close/>
                  <a:moveTo>
                    <a:pt x="267116" y="569417"/>
                  </a:moveTo>
                  <a:lnTo>
                    <a:pt x="311735" y="569417"/>
                  </a:lnTo>
                  <a:lnTo>
                    <a:pt x="311735" y="614036"/>
                  </a:lnTo>
                  <a:lnTo>
                    <a:pt x="267116" y="614036"/>
                  </a:lnTo>
                  <a:close/>
                  <a:moveTo>
                    <a:pt x="178475" y="569417"/>
                  </a:moveTo>
                  <a:lnTo>
                    <a:pt x="223093" y="569417"/>
                  </a:lnTo>
                  <a:lnTo>
                    <a:pt x="223093" y="614036"/>
                  </a:lnTo>
                  <a:lnTo>
                    <a:pt x="178475" y="614036"/>
                  </a:lnTo>
                  <a:close/>
                  <a:moveTo>
                    <a:pt x="89237" y="569417"/>
                  </a:moveTo>
                  <a:lnTo>
                    <a:pt x="133855" y="569417"/>
                  </a:lnTo>
                  <a:lnTo>
                    <a:pt x="133855" y="614036"/>
                  </a:lnTo>
                  <a:lnTo>
                    <a:pt x="89237" y="614036"/>
                  </a:lnTo>
                  <a:close/>
                  <a:moveTo>
                    <a:pt x="0" y="569417"/>
                  </a:moveTo>
                  <a:lnTo>
                    <a:pt x="44618" y="569417"/>
                  </a:lnTo>
                  <a:lnTo>
                    <a:pt x="44618" y="614036"/>
                  </a:lnTo>
                  <a:lnTo>
                    <a:pt x="0" y="614036"/>
                  </a:lnTo>
                  <a:close/>
                  <a:moveTo>
                    <a:pt x="356353" y="480512"/>
                  </a:moveTo>
                  <a:lnTo>
                    <a:pt x="400972" y="480512"/>
                  </a:lnTo>
                  <a:lnTo>
                    <a:pt x="400972" y="525130"/>
                  </a:lnTo>
                  <a:lnTo>
                    <a:pt x="356353" y="525130"/>
                  </a:lnTo>
                  <a:close/>
                  <a:moveTo>
                    <a:pt x="267116" y="480512"/>
                  </a:moveTo>
                  <a:lnTo>
                    <a:pt x="311735" y="480512"/>
                  </a:lnTo>
                  <a:lnTo>
                    <a:pt x="311735" y="525130"/>
                  </a:lnTo>
                  <a:lnTo>
                    <a:pt x="267116" y="525130"/>
                  </a:lnTo>
                  <a:close/>
                  <a:moveTo>
                    <a:pt x="178475" y="480180"/>
                  </a:moveTo>
                  <a:lnTo>
                    <a:pt x="223093" y="480180"/>
                  </a:lnTo>
                  <a:lnTo>
                    <a:pt x="223093" y="524798"/>
                  </a:lnTo>
                  <a:lnTo>
                    <a:pt x="178475" y="524798"/>
                  </a:lnTo>
                  <a:close/>
                  <a:moveTo>
                    <a:pt x="89237" y="480180"/>
                  </a:moveTo>
                  <a:lnTo>
                    <a:pt x="133855" y="480180"/>
                  </a:lnTo>
                  <a:lnTo>
                    <a:pt x="133855" y="524798"/>
                  </a:lnTo>
                  <a:lnTo>
                    <a:pt x="89237" y="524798"/>
                  </a:lnTo>
                  <a:close/>
                  <a:moveTo>
                    <a:pt x="0" y="480180"/>
                  </a:moveTo>
                  <a:lnTo>
                    <a:pt x="44618" y="480180"/>
                  </a:lnTo>
                  <a:lnTo>
                    <a:pt x="44618" y="524798"/>
                  </a:lnTo>
                  <a:lnTo>
                    <a:pt x="0" y="524798"/>
                  </a:lnTo>
                  <a:close/>
                  <a:moveTo>
                    <a:pt x="356353" y="391608"/>
                  </a:moveTo>
                  <a:lnTo>
                    <a:pt x="400972" y="391608"/>
                  </a:lnTo>
                  <a:lnTo>
                    <a:pt x="400972" y="436226"/>
                  </a:lnTo>
                  <a:lnTo>
                    <a:pt x="356353" y="436226"/>
                  </a:lnTo>
                  <a:close/>
                  <a:moveTo>
                    <a:pt x="267116" y="391608"/>
                  </a:moveTo>
                  <a:lnTo>
                    <a:pt x="311735" y="391608"/>
                  </a:lnTo>
                  <a:lnTo>
                    <a:pt x="311735" y="436226"/>
                  </a:lnTo>
                  <a:lnTo>
                    <a:pt x="267116" y="436226"/>
                  </a:lnTo>
                  <a:close/>
                  <a:moveTo>
                    <a:pt x="178475" y="391142"/>
                  </a:moveTo>
                  <a:lnTo>
                    <a:pt x="223093" y="391142"/>
                  </a:lnTo>
                  <a:lnTo>
                    <a:pt x="223093" y="435760"/>
                  </a:lnTo>
                  <a:lnTo>
                    <a:pt x="178475" y="435760"/>
                  </a:lnTo>
                  <a:close/>
                  <a:moveTo>
                    <a:pt x="89237" y="391142"/>
                  </a:moveTo>
                  <a:lnTo>
                    <a:pt x="133855" y="391142"/>
                  </a:lnTo>
                  <a:lnTo>
                    <a:pt x="133855" y="435760"/>
                  </a:lnTo>
                  <a:lnTo>
                    <a:pt x="89237" y="435760"/>
                  </a:lnTo>
                  <a:close/>
                  <a:moveTo>
                    <a:pt x="0" y="391142"/>
                  </a:moveTo>
                  <a:lnTo>
                    <a:pt x="44618" y="391142"/>
                  </a:lnTo>
                  <a:lnTo>
                    <a:pt x="44618" y="435760"/>
                  </a:lnTo>
                  <a:lnTo>
                    <a:pt x="0" y="435760"/>
                  </a:lnTo>
                  <a:close/>
                  <a:moveTo>
                    <a:pt x="356353" y="302703"/>
                  </a:moveTo>
                  <a:lnTo>
                    <a:pt x="400972" y="302703"/>
                  </a:lnTo>
                  <a:lnTo>
                    <a:pt x="400972" y="347321"/>
                  </a:lnTo>
                  <a:lnTo>
                    <a:pt x="356353" y="347321"/>
                  </a:lnTo>
                  <a:close/>
                  <a:moveTo>
                    <a:pt x="267116" y="302703"/>
                  </a:moveTo>
                  <a:lnTo>
                    <a:pt x="311735" y="302703"/>
                  </a:lnTo>
                  <a:lnTo>
                    <a:pt x="311735" y="347321"/>
                  </a:lnTo>
                  <a:lnTo>
                    <a:pt x="267116" y="347321"/>
                  </a:lnTo>
                  <a:close/>
                  <a:moveTo>
                    <a:pt x="178475" y="302703"/>
                  </a:moveTo>
                  <a:lnTo>
                    <a:pt x="223093" y="302703"/>
                  </a:lnTo>
                  <a:lnTo>
                    <a:pt x="223093" y="347321"/>
                  </a:lnTo>
                  <a:lnTo>
                    <a:pt x="178475" y="347321"/>
                  </a:lnTo>
                  <a:close/>
                  <a:moveTo>
                    <a:pt x="89237" y="302703"/>
                  </a:moveTo>
                  <a:lnTo>
                    <a:pt x="133855" y="302703"/>
                  </a:lnTo>
                  <a:lnTo>
                    <a:pt x="133855" y="347321"/>
                  </a:lnTo>
                  <a:lnTo>
                    <a:pt x="89237" y="347321"/>
                  </a:lnTo>
                  <a:close/>
                  <a:moveTo>
                    <a:pt x="0" y="302703"/>
                  </a:moveTo>
                  <a:lnTo>
                    <a:pt x="44618" y="302703"/>
                  </a:lnTo>
                  <a:lnTo>
                    <a:pt x="44618" y="347321"/>
                  </a:lnTo>
                  <a:lnTo>
                    <a:pt x="0" y="347321"/>
                  </a:lnTo>
                  <a:close/>
                  <a:moveTo>
                    <a:pt x="297928" y="120353"/>
                  </a:moveTo>
                  <a:lnTo>
                    <a:pt x="318818" y="120353"/>
                  </a:lnTo>
                  <a:lnTo>
                    <a:pt x="318818" y="156890"/>
                  </a:lnTo>
                  <a:lnTo>
                    <a:pt x="351119" y="156890"/>
                  </a:lnTo>
                  <a:lnTo>
                    <a:pt x="351119" y="120353"/>
                  </a:lnTo>
                  <a:lnTo>
                    <a:pt x="372009" y="120353"/>
                  </a:lnTo>
                  <a:lnTo>
                    <a:pt x="372009" y="214317"/>
                  </a:lnTo>
                  <a:lnTo>
                    <a:pt x="351119" y="214317"/>
                  </a:lnTo>
                  <a:lnTo>
                    <a:pt x="351119" y="177780"/>
                  </a:lnTo>
                  <a:lnTo>
                    <a:pt x="318818" y="177780"/>
                  </a:lnTo>
                  <a:lnTo>
                    <a:pt x="318818" y="214317"/>
                  </a:lnTo>
                  <a:lnTo>
                    <a:pt x="297928" y="214317"/>
                  </a:lnTo>
                  <a:close/>
                  <a:moveTo>
                    <a:pt x="10811" y="0"/>
                  </a:moveTo>
                  <a:lnTo>
                    <a:pt x="77739" y="0"/>
                  </a:lnTo>
                  <a:lnTo>
                    <a:pt x="77739" y="66928"/>
                  </a:lnTo>
                  <a:lnTo>
                    <a:pt x="10811" y="6692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00" name="Group 99">
            <a:extLst>
              <a:ext uri="{FF2B5EF4-FFF2-40B4-BE49-F238E27FC236}">
                <a16:creationId xmlns:a16="http://schemas.microsoft.com/office/drawing/2014/main" id="{8038BC7B-C8FC-5366-44EE-A386820F9004}"/>
              </a:ext>
              <a:ext uri="{C183D7F6-B498-43B3-948B-1728B52AA6E4}">
                <adec:decorative xmlns:adec="http://schemas.microsoft.com/office/drawing/2017/decorative" val="1"/>
              </a:ext>
            </a:extLst>
          </p:cNvPr>
          <p:cNvGrpSpPr>
            <a:grpSpLocks noChangeAspect="1"/>
          </p:cNvGrpSpPr>
          <p:nvPr/>
        </p:nvGrpSpPr>
        <p:grpSpPr>
          <a:xfrm>
            <a:off x="3279219" y="5049527"/>
            <a:ext cx="386421" cy="457200"/>
            <a:chOff x="3134351" y="5049527"/>
            <a:chExt cx="386421" cy="457200"/>
          </a:xfrm>
          <a:solidFill>
            <a:srgbClr val="FF0000"/>
          </a:solidFill>
        </p:grpSpPr>
        <p:sp>
          <p:nvSpPr>
            <p:cNvPr id="2875" name="Freeform: Shape 2874">
              <a:extLst>
                <a:ext uri="{FF2B5EF4-FFF2-40B4-BE49-F238E27FC236}">
                  <a16:creationId xmlns:a16="http://schemas.microsoft.com/office/drawing/2014/main" id="{5801A22F-FB0E-235E-2B0B-35B48FA407ED}"/>
                </a:ext>
                <a:ext uri="{C183D7F6-B498-43B3-948B-1728B52AA6E4}">
                  <adec:decorative xmlns:adec="http://schemas.microsoft.com/office/drawing/2017/decorative" val="1"/>
                </a:ext>
              </a:extLst>
            </p:cNvPr>
            <p:cNvSpPr/>
            <p:nvPr/>
          </p:nvSpPr>
          <p:spPr>
            <a:xfrm>
              <a:off x="3134351" y="5049527"/>
              <a:ext cx="355621" cy="457200"/>
            </a:xfrm>
            <a:custGeom>
              <a:avLst/>
              <a:gdLst>
                <a:gd name="connsiteX0" fmla="*/ 343344 w 788233"/>
                <a:gd name="connsiteY0" fmla="*/ 776212 h 1013383"/>
                <a:gd name="connsiteX1" fmla="*/ 339096 w 788233"/>
                <a:gd name="connsiteY1" fmla="*/ 782270 h 1013383"/>
                <a:gd name="connsiteX2" fmla="*/ 343982 w 788233"/>
                <a:gd name="connsiteY2" fmla="*/ 789023 h 1013383"/>
                <a:gd name="connsiteX3" fmla="*/ 351824 w 788233"/>
                <a:gd name="connsiteY3" fmla="*/ 779216 h 1013383"/>
                <a:gd name="connsiteX4" fmla="*/ 343344 w 788233"/>
                <a:gd name="connsiteY4" fmla="*/ 776212 h 1013383"/>
                <a:gd name="connsiteX5" fmla="*/ 348161 w 788233"/>
                <a:gd name="connsiteY5" fmla="*/ 752238 h 1013383"/>
                <a:gd name="connsiteX6" fmla="*/ 373507 w 788233"/>
                <a:gd name="connsiteY6" fmla="*/ 771288 h 1013383"/>
                <a:gd name="connsiteX7" fmla="*/ 367055 w 788233"/>
                <a:gd name="connsiteY7" fmla="*/ 803849 h 1013383"/>
                <a:gd name="connsiteX8" fmla="*/ 328941 w 788233"/>
                <a:gd name="connsiteY8" fmla="*/ 807452 h 1013383"/>
                <a:gd name="connsiteX9" fmla="*/ 318977 w 788233"/>
                <a:gd name="connsiteY9" fmla="*/ 768649 h 1013383"/>
                <a:gd name="connsiteX10" fmla="*/ 348161 w 788233"/>
                <a:gd name="connsiteY10" fmla="*/ 752238 h 1013383"/>
                <a:gd name="connsiteX11" fmla="*/ 331399 w 788233"/>
                <a:gd name="connsiteY11" fmla="*/ 698074 h 1013383"/>
                <a:gd name="connsiteX12" fmla="*/ 276021 w 788233"/>
                <a:gd name="connsiteY12" fmla="*/ 732955 h 1013383"/>
                <a:gd name="connsiteX13" fmla="*/ 261404 w 788233"/>
                <a:gd name="connsiteY13" fmla="*/ 796890 h 1013383"/>
                <a:gd name="connsiteX14" fmla="*/ 279456 w 788233"/>
                <a:gd name="connsiteY14" fmla="*/ 836395 h 1013383"/>
                <a:gd name="connsiteX15" fmla="*/ 329697 w 788233"/>
                <a:gd name="connsiteY15" fmla="*/ 866438 h 1013383"/>
                <a:gd name="connsiteX16" fmla="*/ 379997 w 788233"/>
                <a:gd name="connsiteY16" fmla="*/ 860760 h 1013383"/>
                <a:gd name="connsiteX17" fmla="*/ 417577 w 788233"/>
                <a:gd name="connsiteY17" fmla="*/ 828367 h 1013383"/>
                <a:gd name="connsiteX18" fmla="*/ 430395 w 788233"/>
                <a:gd name="connsiteY18" fmla="*/ 770593 h 1013383"/>
                <a:gd name="connsiteX19" fmla="*/ 391423 w 788233"/>
                <a:gd name="connsiteY19" fmla="*/ 710062 h 1013383"/>
                <a:gd name="connsiteX20" fmla="*/ 331399 w 788233"/>
                <a:gd name="connsiteY20" fmla="*/ 698074 h 1013383"/>
                <a:gd name="connsiteX21" fmla="*/ 229820 w 788233"/>
                <a:gd name="connsiteY21" fmla="*/ 354518 h 1013383"/>
                <a:gd name="connsiteX22" fmla="*/ 226812 w 788233"/>
                <a:gd name="connsiteY22" fmla="*/ 356106 h 1013383"/>
                <a:gd name="connsiteX23" fmla="*/ 184400 w 788233"/>
                <a:gd name="connsiteY23" fmla="*/ 384807 h 1013383"/>
                <a:gd name="connsiteX24" fmla="*/ 122899 w 788233"/>
                <a:gd name="connsiteY24" fmla="*/ 411607 h 1013383"/>
                <a:gd name="connsiteX25" fmla="*/ 70508 w 788233"/>
                <a:gd name="connsiteY25" fmla="*/ 405433 h 1013383"/>
                <a:gd name="connsiteX26" fmla="*/ 61682 w 788233"/>
                <a:gd name="connsiteY26" fmla="*/ 401595 h 1013383"/>
                <a:gd name="connsiteX27" fmla="*/ 237422 w 788233"/>
                <a:gd name="connsiteY27" fmla="*/ 756760 h 1013383"/>
                <a:gd name="connsiteX28" fmla="*/ 390960 w 788233"/>
                <a:gd name="connsiteY28" fmla="*/ 680337 h 1013383"/>
                <a:gd name="connsiteX29" fmla="*/ 229820 w 788233"/>
                <a:gd name="connsiteY29" fmla="*/ 354518 h 1013383"/>
                <a:gd name="connsiteX30" fmla="*/ 107010 w 788233"/>
                <a:gd name="connsiteY30" fmla="*/ 301439 h 1013383"/>
                <a:gd name="connsiteX31" fmla="*/ 104523 w 788233"/>
                <a:gd name="connsiteY31" fmla="*/ 302758 h 1013383"/>
                <a:gd name="connsiteX32" fmla="*/ 101638 w 788233"/>
                <a:gd name="connsiteY32" fmla="*/ 309750 h 1013383"/>
                <a:gd name="connsiteX33" fmla="*/ 108025 w 788233"/>
                <a:gd name="connsiteY33" fmla="*/ 315764 h 1013383"/>
                <a:gd name="connsiteX34" fmla="*/ 113906 w 788233"/>
                <a:gd name="connsiteY34" fmla="*/ 312644 h 1013383"/>
                <a:gd name="connsiteX35" fmla="*/ 107010 w 788233"/>
                <a:gd name="connsiteY35" fmla="*/ 301439 h 1013383"/>
                <a:gd name="connsiteX36" fmla="*/ 106767 w 788233"/>
                <a:gd name="connsiteY36" fmla="*/ 278754 h 1013383"/>
                <a:gd name="connsiteX37" fmla="*/ 136812 w 788233"/>
                <a:gd name="connsiteY37" fmla="*/ 299227 h 1013383"/>
                <a:gd name="connsiteX38" fmla="*/ 137678 w 788233"/>
                <a:gd name="connsiteY38" fmla="*/ 314188 h 1013383"/>
                <a:gd name="connsiteX39" fmla="*/ 116766 w 788233"/>
                <a:gd name="connsiteY39" fmla="*/ 337740 h 1013383"/>
                <a:gd name="connsiteX40" fmla="*/ 79362 w 788233"/>
                <a:gd name="connsiteY40" fmla="*/ 316348 h 1013383"/>
                <a:gd name="connsiteX41" fmla="*/ 106767 w 788233"/>
                <a:gd name="connsiteY41" fmla="*/ 278754 h 1013383"/>
                <a:gd name="connsiteX42" fmla="*/ 97030 w 788233"/>
                <a:gd name="connsiteY42" fmla="*/ 222819 h 1013383"/>
                <a:gd name="connsiteX43" fmla="*/ 43432 w 788233"/>
                <a:gd name="connsiteY43" fmla="*/ 254688 h 1013383"/>
                <a:gd name="connsiteX44" fmla="*/ 26583 w 788233"/>
                <a:gd name="connsiteY44" fmla="*/ 315796 h 1013383"/>
                <a:gd name="connsiteX45" fmla="*/ 63227 w 788233"/>
                <a:gd name="connsiteY45" fmla="*/ 374039 h 1013383"/>
                <a:gd name="connsiteX46" fmla="*/ 111351 w 788233"/>
                <a:gd name="connsiteY46" fmla="*/ 387969 h 1013383"/>
                <a:gd name="connsiteX47" fmla="*/ 152361 w 788233"/>
                <a:gd name="connsiteY47" fmla="*/ 376285 h 1013383"/>
                <a:gd name="connsiteX48" fmla="*/ 215719 w 788233"/>
                <a:gd name="connsiteY48" fmla="*/ 334117 h 1013383"/>
                <a:gd name="connsiteX49" fmla="*/ 217169 w 788233"/>
                <a:gd name="connsiteY49" fmla="*/ 328749 h 1013383"/>
                <a:gd name="connsiteX50" fmla="*/ 203919 w 788233"/>
                <a:gd name="connsiteY50" fmla="*/ 302373 h 1013383"/>
                <a:gd name="connsiteX51" fmla="*/ 190648 w 788233"/>
                <a:gd name="connsiteY51" fmla="*/ 274760 h 1013383"/>
                <a:gd name="connsiteX52" fmla="*/ 171570 w 788233"/>
                <a:gd name="connsiteY52" fmla="*/ 246704 h 1013383"/>
                <a:gd name="connsiteX53" fmla="*/ 144659 w 788233"/>
                <a:gd name="connsiteY53" fmla="*/ 228657 h 1013383"/>
                <a:gd name="connsiteX54" fmla="*/ 97030 w 788233"/>
                <a:gd name="connsiteY54" fmla="*/ 222819 h 1013383"/>
                <a:gd name="connsiteX55" fmla="*/ 403140 w 788233"/>
                <a:gd name="connsiteY55" fmla="*/ 98393 h 1013383"/>
                <a:gd name="connsiteX56" fmla="*/ 401789 w 788233"/>
                <a:gd name="connsiteY56" fmla="*/ 108393 h 1013383"/>
                <a:gd name="connsiteX57" fmla="*/ 411959 w 788233"/>
                <a:gd name="connsiteY57" fmla="*/ 109060 h 1013383"/>
                <a:gd name="connsiteX58" fmla="*/ 412221 w 788233"/>
                <a:gd name="connsiteY58" fmla="*/ 99354 h 1013383"/>
                <a:gd name="connsiteX59" fmla="*/ 403140 w 788233"/>
                <a:gd name="connsiteY59" fmla="*/ 98393 h 1013383"/>
                <a:gd name="connsiteX60" fmla="*/ 300460 w 788233"/>
                <a:gd name="connsiteY60" fmla="*/ 75993 h 1013383"/>
                <a:gd name="connsiteX61" fmla="*/ 298519 w 788233"/>
                <a:gd name="connsiteY61" fmla="*/ 77188 h 1013383"/>
                <a:gd name="connsiteX62" fmla="*/ 238122 w 788233"/>
                <a:gd name="connsiteY62" fmla="*/ 117678 h 1013383"/>
                <a:gd name="connsiteX63" fmla="*/ 143313 w 788233"/>
                <a:gd name="connsiteY63" fmla="*/ 180647 h 1013383"/>
                <a:gd name="connsiteX64" fmla="*/ 120168 w 788233"/>
                <a:gd name="connsiteY64" fmla="*/ 196526 h 1013383"/>
                <a:gd name="connsiteX65" fmla="*/ 122352 w 788233"/>
                <a:gd name="connsiteY65" fmla="*/ 197251 h 1013383"/>
                <a:gd name="connsiteX66" fmla="*/ 162861 w 788233"/>
                <a:gd name="connsiteY66" fmla="*/ 209130 h 1013383"/>
                <a:gd name="connsiteX67" fmla="*/ 211405 w 788233"/>
                <a:gd name="connsiteY67" fmla="*/ 259647 h 1013383"/>
                <a:gd name="connsiteX68" fmla="*/ 239970 w 788233"/>
                <a:gd name="connsiteY68" fmla="*/ 317846 h 1013383"/>
                <a:gd name="connsiteX69" fmla="*/ 391073 w 788233"/>
                <a:gd name="connsiteY69" fmla="*/ 216644 h 1013383"/>
                <a:gd name="connsiteX70" fmla="*/ 386827 w 788233"/>
                <a:gd name="connsiteY70" fmla="*/ 213953 h 1013383"/>
                <a:gd name="connsiteX71" fmla="*/ 340767 w 788233"/>
                <a:gd name="connsiteY71" fmla="*/ 178606 h 1013383"/>
                <a:gd name="connsiteX72" fmla="*/ 315272 w 788233"/>
                <a:gd name="connsiteY72" fmla="*/ 147248 h 1013383"/>
                <a:gd name="connsiteX73" fmla="*/ 298738 w 788233"/>
                <a:gd name="connsiteY73" fmla="*/ 92536 h 1013383"/>
                <a:gd name="connsiteX74" fmla="*/ 300287 w 788233"/>
                <a:gd name="connsiteY74" fmla="*/ 77332 h 1013383"/>
                <a:gd name="connsiteX75" fmla="*/ 300460 w 788233"/>
                <a:gd name="connsiteY75" fmla="*/ 75993 h 1013383"/>
                <a:gd name="connsiteX76" fmla="*/ 405229 w 788233"/>
                <a:gd name="connsiteY76" fmla="*/ 74526 h 1013383"/>
                <a:gd name="connsiteX77" fmla="*/ 435690 w 788233"/>
                <a:gd name="connsiteY77" fmla="*/ 95115 h 1013383"/>
                <a:gd name="connsiteX78" fmla="*/ 420663 w 788233"/>
                <a:gd name="connsiteY78" fmla="*/ 130841 h 1013383"/>
                <a:gd name="connsiteX79" fmla="*/ 378063 w 788233"/>
                <a:gd name="connsiteY79" fmla="*/ 112190 h 1013383"/>
                <a:gd name="connsiteX80" fmla="*/ 405229 w 788233"/>
                <a:gd name="connsiteY80" fmla="*/ 74526 h 1013383"/>
                <a:gd name="connsiteX81" fmla="*/ 411046 w 788233"/>
                <a:gd name="connsiteY81" fmla="*/ 25206 h 1013383"/>
                <a:gd name="connsiteX82" fmla="*/ 373747 w 788233"/>
                <a:gd name="connsiteY82" fmla="*/ 29635 h 1013383"/>
                <a:gd name="connsiteX83" fmla="*/ 337307 w 788233"/>
                <a:gd name="connsiteY83" fmla="*/ 56057 h 1013383"/>
                <a:gd name="connsiteX84" fmla="*/ 323288 w 788233"/>
                <a:gd name="connsiteY84" fmla="*/ 93420 h 1013383"/>
                <a:gd name="connsiteX85" fmla="*/ 331656 w 788233"/>
                <a:gd name="connsiteY85" fmla="*/ 126577 h 1013383"/>
                <a:gd name="connsiteX86" fmla="*/ 370675 w 788233"/>
                <a:gd name="connsiteY86" fmla="*/ 172187 h 1013383"/>
                <a:gd name="connsiteX87" fmla="*/ 410518 w 788233"/>
                <a:gd name="connsiteY87" fmla="*/ 199501 h 1013383"/>
                <a:gd name="connsiteX88" fmla="*/ 416299 w 788233"/>
                <a:gd name="connsiteY88" fmla="*/ 199720 h 1013383"/>
                <a:gd name="connsiteX89" fmla="*/ 427459 w 788233"/>
                <a:gd name="connsiteY89" fmla="*/ 192342 h 1013383"/>
                <a:gd name="connsiteX90" fmla="*/ 461708 w 788233"/>
                <a:gd name="connsiteY90" fmla="*/ 167337 h 1013383"/>
                <a:gd name="connsiteX91" fmla="*/ 484413 w 788233"/>
                <a:gd name="connsiteY91" fmla="*/ 93751 h 1013383"/>
                <a:gd name="connsiteX92" fmla="*/ 462485 w 788233"/>
                <a:gd name="connsiteY92" fmla="*/ 50460 h 1013383"/>
                <a:gd name="connsiteX93" fmla="*/ 411046 w 788233"/>
                <a:gd name="connsiteY93" fmla="*/ 25206 h 1013383"/>
                <a:gd name="connsiteX94" fmla="*/ 403157 w 788233"/>
                <a:gd name="connsiteY94" fmla="*/ 38 h 1013383"/>
                <a:gd name="connsiteX95" fmla="*/ 469076 w 788233"/>
                <a:gd name="connsiteY95" fmla="*/ 23693 h 1013383"/>
                <a:gd name="connsiteX96" fmla="*/ 498934 w 788233"/>
                <a:gd name="connsiteY96" fmla="*/ 53351 h 1013383"/>
                <a:gd name="connsiteX97" fmla="*/ 541374 w 788233"/>
                <a:gd name="connsiteY97" fmla="*/ 96785 h 1013383"/>
                <a:gd name="connsiteX98" fmla="*/ 587054 w 788233"/>
                <a:gd name="connsiteY98" fmla="*/ 144386 h 1013383"/>
                <a:gd name="connsiteX99" fmla="*/ 634791 w 788233"/>
                <a:gd name="connsiteY99" fmla="*/ 194097 h 1013383"/>
                <a:gd name="connsiteX100" fmla="*/ 657450 w 788233"/>
                <a:gd name="connsiteY100" fmla="*/ 217732 h 1013383"/>
                <a:gd name="connsiteX101" fmla="*/ 704495 w 788233"/>
                <a:gd name="connsiteY101" fmla="*/ 266746 h 1013383"/>
                <a:gd name="connsiteX102" fmla="*/ 751188 w 788233"/>
                <a:gd name="connsiteY102" fmla="*/ 315417 h 1013383"/>
                <a:gd name="connsiteX103" fmla="*/ 788233 w 788233"/>
                <a:gd name="connsiteY103" fmla="*/ 355028 h 1013383"/>
                <a:gd name="connsiteX104" fmla="*/ 750303 w 788233"/>
                <a:gd name="connsiteY104" fmla="*/ 351056 h 1013383"/>
                <a:gd name="connsiteX105" fmla="*/ 743859 w 788233"/>
                <a:gd name="connsiteY105" fmla="*/ 343456 h 1013383"/>
                <a:gd name="connsiteX106" fmla="*/ 696836 w 788233"/>
                <a:gd name="connsiteY106" fmla="*/ 294433 h 1013383"/>
                <a:gd name="connsiteX107" fmla="*/ 650484 w 788233"/>
                <a:gd name="connsiteY107" fmla="*/ 246127 h 1013383"/>
                <a:gd name="connsiteX108" fmla="*/ 602754 w 788233"/>
                <a:gd name="connsiteY108" fmla="*/ 196421 h 1013383"/>
                <a:gd name="connsiteX109" fmla="*/ 557088 w 788233"/>
                <a:gd name="connsiteY109" fmla="*/ 148816 h 1013383"/>
                <a:gd name="connsiteX110" fmla="*/ 527808 w 788233"/>
                <a:gd name="connsiteY110" fmla="*/ 118617 h 1013383"/>
                <a:gd name="connsiteX111" fmla="*/ 509828 w 788233"/>
                <a:gd name="connsiteY111" fmla="*/ 101768 h 1013383"/>
                <a:gd name="connsiteX112" fmla="*/ 509837 w 788233"/>
                <a:gd name="connsiteY112" fmla="*/ 112193 h 1013383"/>
                <a:gd name="connsiteX113" fmla="*/ 499407 w 788233"/>
                <a:gd name="connsiteY113" fmla="*/ 156135 h 1013383"/>
                <a:gd name="connsiteX114" fmla="*/ 457077 w 788233"/>
                <a:gd name="connsiteY114" fmla="*/ 202191 h 1013383"/>
                <a:gd name="connsiteX115" fmla="*/ 435788 w 788233"/>
                <a:gd name="connsiteY115" fmla="*/ 216566 h 1013383"/>
                <a:gd name="connsiteX116" fmla="*/ 437054 w 788233"/>
                <a:gd name="connsiteY116" fmla="*/ 218252 h 1013383"/>
                <a:gd name="connsiteX117" fmla="*/ 485823 w 788233"/>
                <a:gd name="connsiteY117" fmla="*/ 252159 h 1013383"/>
                <a:gd name="connsiteX118" fmla="*/ 552388 w 788233"/>
                <a:gd name="connsiteY118" fmla="*/ 298167 h 1013383"/>
                <a:gd name="connsiteX119" fmla="*/ 649042 w 788233"/>
                <a:gd name="connsiteY119" fmla="*/ 364599 h 1013383"/>
                <a:gd name="connsiteX120" fmla="*/ 681753 w 788233"/>
                <a:gd name="connsiteY120" fmla="*/ 388117 h 1013383"/>
                <a:gd name="connsiteX121" fmla="*/ 669084 w 788233"/>
                <a:gd name="connsiteY121" fmla="*/ 409396 h 1013383"/>
                <a:gd name="connsiteX122" fmla="*/ 644741 w 788233"/>
                <a:gd name="connsiteY122" fmla="*/ 391670 h 1013383"/>
                <a:gd name="connsiteX123" fmla="*/ 552578 w 788233"/>
                <a:gd name="connsiteY123" fmla="*/ 327952 h 1013383"/>
                <a:gd name="connsiteX124" fmla="*/ 478010 w 788233"/>
                <a:gd name="connsiteY124" fmla="*/ 276726 h 1013383"/>
                <a:gd name="connsiteX125" fmla="*/ 416288 w 788233"/>
                <a:gd name="connsiteY125" fmla="*/ 233766 h 1013383"/>
                <a:gd name="connsiteX126" fmla="*/ 410103 w 788233"/>
                <a:gd name="connsiteY126" fmla="*/ 233556 h 1013383"/>
                <a:gd name="connsiteX127" fmla="*/ 335348 w 788233"/>
                <a:gd name="connsiteY127" fmla="*/ 283655 h 1013383"/>
                <a:gd name="connsiteX128" fmla="*/ 254146 w 788233"/>
                <a:gd name="connsiteY128" fmla="*/ 337788 h 1013383"/>
                <a:gd name="connsiteX129" fmla="*/ 250941 w 788233"/>
                <a:gd name="connsiteY129" fmla="*/ 340082 h 1013383"/>
                <a:gd name="connsiteX130" fmla="*/ 303268 w 788233"/>
                <a:gd name="connsiteY130" fmla="*/ 445038 h 1013383"/>
                <a:gd name="connsiteX131" fmla="*/ 347825 w 788233"/>
                <a:gd name="connsiteY131" fmla="*/ 535302 h 1013383"/>
                <a:gd name="connsiteX132" fmla="*/ 393598 w 788233"/>
                <a:gd name="connsiteY132" fmla="*/ 627647 h 1013383"/>
                <a:gd name="connsiteX133" fmla="*/ 438521 w 788233"/>
                <a:gd name="connsiteY133" fmla="*/ 718798 h 1013383"/>
                <a:gd name="connsiteX134" fmla="*/ 452928 w 788233"/>
                <a:gd name="connsiteY134" fmla="*/ 753573 h 1013383"/>
                <a:gd name="connsiteX135" fmla="*/ 455239 w 788233"/>
                <a:gd name="connsiteY135" fmla="*/ 761972 h 1013383"/>
                <a:gd name="connsiteX136" fmla="*/ 479627 w 788233"/>
                <a:gd name="connsiteY136" fmla="*/ 762163 h 1013383"/>
                <a:gd name="connsiteX137" fmla="*/ 479627 w 788233"/>
                <a:gd name="connsiteY137" fmla="*/ 806176 h 1013383"/>
                <a:gd name="connsiteX138" fmla="*/ 455098 w 788233"/>
                <a:gd name="connsiteY138" fmla="*/ 806172 h 1013383"/>
                <a:gd name="connsiteX139" fmla="*/ 447030 w 788233"/>
                <a:gd name="connsiteY139" fmla="*/ 827491 h 1013383"/>
                <a:gd name="connsiteX140" fmla="*/ 416344 w 788233"/>
                <a:gd name="connsiteY140" fmla="*/ 868434 h 1013383"/>
                <a:gd name="connsiteX141" fmla="*/ 368065 w 788233"/>
                <a:gd name="connsiteY141" fmla="*/ 891322 h 1013383"/>
                <a:gd name="connsiteX142" fmla="*/ 329036 w 788233"/>
                <a:gd name="connsiteY142" fmla="*/ 892394 h 1013383"/>
                <a:gd name="connsiteX143" fmla="*/ 289723 w 788233"/>
                <a:gd name="connsiteY143" fmla="*/ 878353 h 1013383"/>
                <a:gd name="connsiteX144" fmla="*/ 255615 w 788233"/>
                <a:gd name="connsiteY144" fmla="*/ 847141 h 1013383"/>
                <a:gd name="connsiteX145" fmla="*/ 234147 w 788233"/>
                <a:gd name="connsiteY145" fmla="*/ 807597 h 1013383"/>
                <a:gd name="connsiteX146" fmla="*/ 228808 w 788233"/>
                <a:gd name="connsiteY146" fmla="*/ 804130 h 1013383"/>
                <a:gd name="connsiteX147" fmla="*/ 167927 w 788233"/>
                <a:gd name="connsiteY147" fmla="*/ 804219 h 1013383"/>
                <a:gd name="connsiteX148" fmla="*/ 164373 w 788233"/>
                <a:gd name="connsiteY148" fmla="*/ 804533 h 1013383"/>
                <a:gd name="connsiteX149" fmla="*/ 164373 w 788233"/>
                <a:gd name="connsiteY149" fmla="*/ 967955 h 1013383"/>
                <a:gd name="connsiteX150" fmla="*/ 523550 w 788233"/>
                <a:gd name="connsiteY150" fmla="*/ 967955 h 1013383"/>
                <a:gd name="connsiteX151" fmla="*/ 523911 w 788233"/>
                <a:gd name="connsiteY151" fmla="*/ 851881 h 1013383"/>
                <a:gd name="connsiteX152" fmla="*/ 567779 w 788233"/>
                <a:gd name="connsiteY152" fmla="*/ 851881 h 1013383"/>
                <a:gd name="connsiteX153" fmla="*/ 567709 w 788233"/>
                <a:gd name="connsiteY153" fmla="*/ 970772 h 1013383"/>
                <a:gd name="connsiteX154" fmla="*/ 531818 w 788233"/>
                <a:gd name="connsiteY154" fmla="*/ 1012336 h 1013383"/>
                <a:gd name="connsiteX155" fmla="*/ 518313 w 788233"/>
                <a:gd name="connsiteY155" fmla="*/ 1013341 h 1013383"/>
                <a:gd name="connsiteX156" fmla="*/ 126482 w 788233"/>
                <a:gd name="connsiteY156" fmla="*/ 1013383 h 1013383"/>
                <a:gd name="connsiteX157" fmla="*/ 120222 w 788233"/>
                <a:gd name="connsiteY157" fmla="*/ 1013383 h 1013383"/>
                <a:gd name="connsiteX158" fmla="*/ 119961 w 788233"/>
                <a:gd name="connsiteY158" fmla="*/ 1009010 h 1013383"/>
                <a:gd name="connsiteX159" fmla="*/ 120004 w 788233"/>
                <a:gd name="connsiteY159" fmla="*/ 798855 h 1013383"/>
                <a:gd name="connsiteX160" fmla="*/ 129338 w 788233"/>
                <a:gd name="connsiteY160" fmla="*/ 775745 h 1013383"/>
                <a:gd name="connsiteX161" fmla="*/ 167134 w 788233"/>
                <a:gd name="connsiteY161" fmla="*/ 758989 h 1013383"/>
                <a:gd name="connsiteX162" fmla="*/ 210300 w 788233"/>
                <a:gd name="connsiteY162" fmla="*/ 759029 h 1013383"/>
                <a:gd name="connsiteX163" fmla="*/ 189070 w 788233"/>
                <a:gd name="connsiteY163" fmla="*/ 716624 h 1013383"/>
                <a:gd name="connsiteX164" fmla="*/ 125109 w 788233"/>
                <a:gd name="connsiteY164" fmla="*/ 587771 h 1013383"/>
                <a:gd name="connsiteX165" fmla="*/ 80343 w 788233"/>
                <a:gd name="connsiteY165" fmla="*/ 497065 h 1013383"/>
                <a:gd name="connsiteX166" fmla="*/ 34776 w 788233"/>
                <a:gd name="connsiteY166" fmla="*/ 405128 h 1013383"/>
                <a:gd name="connsiteX167" fmla="*/ 9571 w 788233"/>
                <a:gd name="connsiteY167" fmla="*/ 353445 h 1013383"/>
                <a:gd name="connsiteX168" fmla="*/ 78 w 788233"/>
                <a:gd name="connsiteY168" fmla="*/ 313639 h 1013383"/>
                <a:gd name="connsiteX169" fmla="*/ 6723 w 788233"/>
                <a:gd name="connsiteY169" fmla="*/ 268599 h 1013383"/>
                <a:gd name="connsiteX170" fmla="*/ 47778 w 788233"/>
                <a:gd name="connsiteY170" fmla="*/ 215253 h 1013383"/>
                <a:gd name="connsiteX171" fmla="*/ 161580 w 788233"/>
                <a:gd name="connsiteY171" fmla="*/ 139238 h 1013383"/>
                <a:gd name="connsiteX172" fmla="*/ 273632 w 788233"/>
                <a:gd name="connsiteY172" fmla="*/ 63897 h 1013383"/>
                <a:gd name="connsiteX173" fmla="*/ 344116 w 788233"/>
                <a:gd name="connsiteY173" fmla="*/ 16923 h 1013383"/>
                <a:gd name="connsiteX174" fmla="*/ 384451 w 788233"/>
                <a:gd name="connsiteY174" fmla="*/ 1859 h 1013383"/>
                <a:gd name="connsiteX175" fmla="*/ 403157 w 788233"/>
                <a:gd name="connsiteY175" fmla="*/ 38 h 101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88233" h="1013383">
                  <a:moveTo>
                    <a:pt x="343344" y="776212"/>
                  </a:moveTo>
                  <a:cubicBezTo>
                    <a:pt x="341382" y="777045"/>
                    <a:pt x="339742" y="779966"/>
                    <a:pt x="339096" y="782270"/>
                  </a:cubicBezTo>
                  <a:cubicBezTo>
                    <a:pt x="338053" y="785987"/>
                    <a:pt x="341170" y="787807"/>
                    <a:pt x="343982" y="789023"/>
                  </a:cubicBezTo>
                  <a:cubicBezTo>
                    <a:pt x="348706" y="791066"/>
                    <a:pt x="353046" y="786189"/>
                    <a:pt x="351824" y="779216"/>
                  </a:cubicBezTo>
                  <a:cubicBezTo>
                    <a:pt x="350116" y="775085"/>
                    <a:pt x="346384" y="774922"/>
                    <a:pt x="343344" y="776212"/>
                  </a:cubicBezTo>
                  <a:close/>
                  <a:moveTo>
                    <a:pt x="348161" y="752238"/>
                  </a:moveTo>
                  <a:cubicBezTo>
                    <a:pt x="358501" y="753134"/>
                    <a:pt x="369787" y="759973"/>
                    <a:pt x="373507" y="771288"/>
                  </a:cubicBezTo>
                  <a:cubicBezTo>
                    <a:pt x="377524" y="783506"/>
                    <a:pt x="376006" y="794721"/>
                    <a:pt x="367055" y="803849"/>
                  </a:cubicBezTo>
                  <a:cubicBezTo>
                    <a:pt x="356951" y="814152"/>
                    <a:pt x="340685" y="814851"/>
                    <a:pt x="328941" y="807452"/>
                  </a:cubicBezTo>
                  <a:cubicBezTo>
                    <a:pt x="317875" y="800481"/>
                    <a:pt x="311556" y="783629"/>
                    <a:pt x="318977" y="768649"/>
                  </a:cubicBezTo>
                  <a:cubicBezTo>
                    <a:pt x="324136" y="757786"/>
                    <a:pt x="336489" y="751227"/>
                    <a:pt x="348161" y="752238"/>
                  </a:cubicBezTo>
                  <a:close/>
                  <a:moveTo>
                    <a:pt x="331399" y="698074"/>
                  </a:moveTo>
                  <a:cubicBezTo>
                    <a:pt x="308173" y="702286"/>
                    <a:pt x="289727" y="713827"/>
                    <a:pt x="276021" y="732955"/>
                  </a:cubicBezTo>
                  <a:cubicBezTo>
                    <a:pt x="262230" y="752203"/>
                    <a:pt x="257714" y="773665"/>
                    <a:pt x="261404" y="796890"/>
                  </a:cubicBezTo>
                  <a:cubicBezTo>
                    <a:pt x="263755" y="811684"/>
                    <a:pt x="269735" y="825058"/>
                    <a:pt x="279456" y="836395"/>
                  </a:cubicBezTo>
                  <a:cubicBezTo>
                    <a:pt x="292775" y="851930"/>
                    <a:pt x="309260" y="862339"/>
                    <a:pt x="329697" y="866438"/>
                  </a:cubicBezTo>
                  <a:cubicBezTo>
                    <a:pt x="347213" y="869951"/>
                    <a:pt x="363854" y="867709"/>
                    <a:pt x="379997" y="860760"/>
                  </a:cubicBezTo>
                  <a:cubicBezTo>
                    <a:pt x="395647" y="854023"/>
                    <a:pt x="407835" y="843028"/>
                    <a:pt x="417577" y="828367"/>
                  </a:cubicBezTo>
                  <a:cubicBezTo>
                    <a:pt x="429121" y="810722"/>
                    <a:pt x="433376" y="791574"/>
                    <a:pt x="430395" y="770593"/>
                  </a:cubicBezTo>
                  <a:cubicBezTo>
                    <a:pt x="426663" y="744328"/>
                    <a:pt x="413372" y="724225"/>
                    <a:pt x="391423" y="710062"/>
                  </a:cubicBezTo>
                  <a:cubicBezTo>
                    <a:pt x="373190" y="698296"/>
                    <a:pt x="353077" y="694144"/>
                    <a:pt x="331399" y="698074"/>
                  </a:cubicBezTo>
                  <a:close/>
                  <a:moveTo>
                    <a:pt x="229820" y="354518"/>
                  </a:moveTo>
                  <a:cubicBezTo>
                    <a:pt x="228685" y="355111"/>
                    <a:pt x="227687" y="355517"/>
                    <a:pt x="226812" y="356106"/>
                  </a:cubicBezTo>
                  <a:cubicBezTo>
                    <a:pt x="212657" y="365646"/>
                    <a:pt x="198408" y="375054"/>
                    <a:pt x="184400" y="384807"/>
                  </a:cubicBezTo>
                  <a:cubicBezTo>
                    <a:pt x="165664" y="397851"/>
                    <a:pt x="146482" y="409300"/>
                    <a:pt x="122899" y="411607"/>
                  </a:cubicBezTo>
                  <a:cubicBezTo>
                    <a:pt x="105095" y="413349"/>
                    <a:pt x="87984" y="411879"/>
                    <a:pt x="70508" y="405433"/>
                  </a:cubicBezTo>
                  <a:cubicBezTo>
                    <a:pt x="67802" y="404256"/>
                    <a:pt x="65095" y="403079"/>
                    <a:pt x="61682" y="401595"/>
                  </a:cubicBezTo>
                  <a:cubicBezTo>
                    <a:pt x="120447" y="520357"/>
                    <a:pt x="178923" y="638533"/>
                    <a:pt x="237422" y="756760"/>
                  </a:cubicBezTo>
                  <a:cubicBezTo>
                    <a:pt x="253118" y="692448"/>
                    <a:pt x="320904" y="652621"/>
                    <a:pt x="390960" y="680337"/>
                  </a:cubicBezTo>
                  <a:cubicBezTo>
                    <a:pt x="337173" y="571582"/>
                    <a:pt x="283537" y="463132"/>
                    <a:pt x="229820" y="354518"/>
                  </a:cubicBezTo>
                  <a:close/>
                  <a:moveTo>
                    <a:pt x="107010" y="301439"/>
                  </a:moveTo>
                  <a:cubicBezTo>
                    <a:pt x="106157" y="301865"/>
                    <a:pt x="104898" y="302070"/>
                    <a:pt x="104523" y="302758"/>
                  </a:cubicBezTo>
                  <a:cubicBezTo>
                    <a:pt x="103281" y="305034"/>
                    <a:pt x="100995" y="307979"/>
                    <a:pt x="101638" y="309750"/>
                  </a:cubicBezTo>
                  <a:cubicBezTo>
                    <a:pt x="102555" y="312278"/>
                    <a:pt x="105419" y="314706"/>
                    <a:pt x="108025" y="315764"/>
                  </a:cubicBezTo>
                  <a:cubicBezTo>
                    <a:pt x="109380" y="316315"/>
                    <a:pt x="112435" y="314262"/>
                    <a:pt x="113906" y="312644"/>
                  </a:cubicBezTo>
                  <a:cubicBezTo>
                    <a:pt x="117789" y="308372"/>
                    <a:pt x="114820" y="303129"/>
                    <a:pt x="107010" y="301439"/>
                  </a:cubicBezTo>
                  <a:close/>
                  <a:moveTo>
                    <a:pt x="106767" y="278754"/>
                  </a:moveTo>
                  <a:cubicBezTo>
                    <a:pt x="121322" y="277895"/>
                    <a:pt x="134003" y="287409"/>
                    <a:pt x="136812" y="299227"/>
                  </a:cubicBezTo>
                  <a:cubicBezTo>
                    <a:pt x="137918" y="303881"/>
                    <a:pt x="137461" y="308907"/>
                    <a:pt x="137678" y="314188"/>
                  </a:cubicBezTo>
                  <a:cubicBezTo>
                    <a:pt x="136704" y="324676"/>
                    <a:pt x="127179" y="334964"/>
                    <a:pt x="116766" y="337740"/>
                  </a:cubicBezTo>
                  <a:cubicBezTo>
                    <a:pt x="100352" y="342116"/>
                    <a:pt x="83074" y="332531"/>
                    <a:pt x="79362" y="316348"/>
                  </a:cubicBezTo>
                  <a:cubicBezTo>
                    <a:pt x="74913" y="296950"/>
                    <a:pt x="87710" y="279878"/>
                    <a:pt x="106767" y="278754"/>
                  </a:cubicBezTo>
                  <a:close/>
                  <a:moveTo>
                    <a:pt x="97030" y="222819"/>
                  </a:moveTo>
                  <a:cubicBezTo>
                    <a:pt x="75018" y="226415"/>
                    <a:pt x="57071" y="237027"/>
                    <a:pt x="43432" y="254688"/>
                  </a:cubicBezTo>
                  <a:cubicBezTo>
                    <a:pt x="29503" y="272726"/>
                    <a:pt x="23102" y="292813"/>
                    <a:pt x="26583" y="315796"/>
                  </a:cubicBezTo>
                  <a:cubicBezTo>
                    <a:pt x="30345" y="340638"/>
                    <a:pt x="42475" y="360099"/>
                    <a:pt x="63227" y="374039"/>
                  </a:cubicBezTo>
                  <a:cubicBezTo>
                    <a:pt x="77702" y="383762"/>
                    <a:pt x="93694" y="388310"/>
                    <a:pt x="111351" y="387969"/>
                  </a:cubicBezTo>
                  <a:cubicBezTo>
                    <a:pt x="126223" y="387682"/>
                    <a:pt x="140056" y="384144"/>
                    <a:pt x="152361" y="376285"/>
                  </a:cubicBezTo>
                  <a:cubicBezTo>
                    <a:pt x="173737" y="362631"/>
                    <a:pt x="194519" y="348052"/>
                    <a:pt x="215719" y="334117"/>
                  </a:cubicBezTo>
                  <a:cubicBezTo>
                    <a:pt x="218432" y="332334"/>
                    <a:pt x="218339" y="331071"/>
                    <a:pt x="217169" y="328749"/>
                  </a:cubicBezTo>
                  <a:cubicBezTo>
                    <a:pt x="212857" y="320181"/>
                    <a:pt x="208616" y="311577"/>
                    <a:pt x="203919" y="302373"/>
                  </a:cubicBezTo>
                  <a:cubicBezTo>
                    <a:pt x="199493" y="293170"/>
                    <a:pt x="195035" y="283982"/>
                    <a:pt x="190648" y="274760"/>
                  </a:cubicBezTo>
                  <a:cubicBezTo>
                    <a:pt x="185728" y="264420"/>
                    <a:pt x="179729" y="254671"/>
                    <a:pt x="171570" y="246704"/>
                  </a:cubicBezTo>
                  <a:cubicBezTo>
                    <a:pt x="163806" y="239123"/>
                    <a:pt x="154857" y="232967"/>
                    <a:pt x="144659" y="228657"/>
                  </a:cubicBezTo>
                  <a:cubicBezTo>
                    <a:pt x="129269" y="222153"/>
                    <a:pt x="113446" y="220137"/>
                    <a:pt x="97030" y="222819"/>
                  </a:cubicBezTo>
                  <a:close/>
                  <a:moveTo>
                    <a:pt x="403140" y="98393"/>
                  </a:moveTo>
                  <a:cubicBezTo>
                    <a:pt x="399785" y="100504"/>
                    <a:pt x="399118" y="104130"/>
                    <a:pt x="401789" y="108393"/>
                  </a:cubicBezTo>
                  <a:cubicBezTo>
                    <a:pt x="405144" y="111496"/>
                    <a:pt x="408874" y="111741"/>
                    <a:pt x="411959" y="109060"/>
                  </a:cubicBezTo>
                  <a:cubicBezTo>
                    <a:pt x="414087" y="107211"/>
                    <a:pt x="414401" y="101719"/>
                    <a:pt x="412221" y="99354"/>
                  </a:cubicBezTo>
                  <a:cubicBezTo>
                    <a:pt x="409587" y="96496"/>
                    <a:pt x="406354" y="96371"/>
                    <a:pt x="403140" y="98393"/>
                  </a:cubicBezTo>
                  <a:close/>
                  <a:moveTo>
                    <a:pt x="300460" y="75993"/>
                  </a:moveTo>
                  <a:cubicBezTo>
                    <a:pt x="299992" y="76247"/>
                    <a:pt x="299524" y="76501"/>
                    <a:pt x="298519" y="77188"/>
                  </a:cubicBezTo>
                  <a:cubicBezTo>
                    <a:pt x="278390" y="90689"/>
                    <a:pt x="258296" y="104244"/>
                    <a:pt x="238122" y="117678"/>
                  </a:cubicBezTo>
                  <a:cubicBezTo>
                    <a:pt x="206544" y="138705"/>
                    <a:pt x="174896" y="159627"/>
                    <a:pt x="143313" y="180647"/>
                  </a:cubicBezTo>
                  <a:cubicBezTo>
                    <a:pt x="135725" y="185697"/>
                    <a:pt x="128274" y="190956"/>
                    <a:pt x="120168" y="196526"/>
                  </a:cubicBezTo>
                  <a:cubicBezTo>
                    <a:pt x="121527" y="196987"/>
                    <a:pt x="121934" y="197232"/>
                    <a:pt x="122352" y="197251"/>
                  </a:cubicBezTo>
                  <a:cubicBezTo>
                    <a:pt x="136824" y="197908"/>
                    <a:pt x="150256" y="202474"/>
                    <a:pt x="162861" y="209130"/>
                  </a:cubicBezTo>
                  <a:cubicBezTo>
                    <a:pt x="184522" y="220567"/>
                    <a:pt x="200601" y="237642"/>
                    <a:pt x="211405" y="259647"/>
                  </a:cubicBezTo>
                  <a:cubicBezTo>
                    <a:pt x="220940" y="279065"/>
                    <a:pt x="230469" y="298487"/>
                    <a:pt x="239970" y="317846"/>
                  </a:cubicBezTo>
                  <a:cubicBezTo>
                    <a:pt x="290505" y="284000"/>
                    <a:pt x="340716" y="250371"/>
                    <a:pt x="391073" y="216644"/>
                  </a:cubicBezTo>
                  <a:cubicBezTo>
                    <a:pt x="389460" y="215619"/>
                    <a:pt x="388162" y="214755"/>
                    <a:pt x="386827" y="213953"/>
                  </a:cubicBezTo>
                  <a:cubicBezTo>
                    <a:pt x="370130" y="203918"/>
                    <a:pt x="354453" y="192369"/>
                    <a:pt x="340767" y="178606"/>
                  </a:cubicBezTo>
                  <a:cubicBezTo>
                    <a:pt x="331305" y="169090"/>
                    <a:pt x="322735" y="158413"/>
                    <a:pt x="315272" y="147248"/>
                  </a:cubicBezTo>
                  <a:cubicBezTo>
                    <a:pt x="304336" y="130888"/>
                    <a:pt x="298722" y="112416"/>
                    <a:pt x="298738" y="92536"/>
                  </a:cubicBezTo>
                  <a:cubicBezTo>
                    <a:pt x="298742" y="87540"/>
                    <a:pt x="299394" y="82545"/>
                    <a:pt x="300287" y="77332"/>
                  </a:cubicBezTo>
                  <a:cubicBezTo>
                    <a:pt x="300344" y="76885"/>
                    <a:pt x="300402" y="76439"/>
                    <a:pt x="300460" y="75993"/>
                  </a:cubicBezTo>
                  <a:close/>
                  <a:moveTo>
                    <a:pt x="405229" y="74526"/>
                  </a:moveTo>
                  <a:cubicBezTo>
                    <a:pt x="421122" y="74558"/>
                    <a:pt x="431428" y="81583"/>
                    <a:pt x="435690" y="95115"/>
                  </a:cubicBezTo>
                  <a:cubicBezTo>
                    <a:pt x="440299" y="109753"/>
                    <a:pt x="432725" y="125025"/>
                    <a:pt x="420663" y="130841"/>
                  </a:cubicBezTo>
                  <a:cubicBezTo>
                    <a:pt x="402250" y="139669"/>
                    <a:pt x="382745" y="130222"/>
                    <a:pt x="378063" y="112190"/>
                  </a:cubicBezTo>
                  <a:cubicBezTo>
                    <a:pt x="373079" y="92992"/>
                    <a:pt x="386227" y="74488"/>
                    <a:pt x="405229" y="74526"/>
                  </a:cubicBezTo>
                  <a:close/>
                  <a:moveTo>
                    <a:pt x="411046" y="25206"/>
                  </a:moveTo>
                  <a:cubicBezTo>
                    <a:pt x="398034" y="23611"/>
                    <a:pt x="385802" y="25422"/>
                    <a:pt x="373747" y="29635"/>
                  </a:cubicBezTo>
                  <a:cubicBezTo>
                    <a:pt x="359015" y="34782"/>
                    <a:pt x="347041" y="43935"/>
                    <a:pt x="337307" y="56057"/>
                  </a:cubicBezTo>
                  <a:cubicBezTo>
                    <a:pt x="328546" y="66966"/>
                    <a:pt x="323337" y="79299"/>
                    <a:pt x="323288" y="93420"/>
                  </a:cubicBezTo>
                  <a:cubicBezTo>
                    <a:pt x="323248" y="105129"/>
                    <a:pt x="326510" y="116195"/>
                    <a:pt x="331656" y="126577"/>
                  </a:cubicBezTo>
                  <a:cubicBezTo>
                    <a:pt x="340796" y="145017"/>
                    <a:pt x="354800" y="159639"/>
                    <a:pt x="370675" y="172187"/>
                  </a:cubicBezTo>
                  <a:cubicBezTo>
                    <a:pt x="383281" y="182151"/>
                    <a:pt x="397088" y="190609"/>
                    <a:pt x="410518" y="199501"/>
                  </a:cubicBezTo>
                  <a:cubicBezTo>
                    <a:pt x="411931" y="200436"/>
                    <a:pt x="414787" y="200519"/>
                    <a:pt x="416299" y="199720"/>
                  </a:cubicBezTo>
                  <a:cubicBezTo>
                    <a:pt x="420224" y="197647"/>
                    <a:pt x="423838" y="194951"/>
                    <a:pt x="427459" y="192342"/>
                  </a:cubicBezTo>
                  <a:cubicBezTo>
                    <a:pt x="438740" y="184212"/>
                    <a:pt x="449967" y="176006"/>
                    <a:pt x="461708" y="167337"/>
                  </a:cubicBezTo>
                  <a:cubicBezTo>
                    <a:pt x="480992" y="146424"/>
                    <a:pt x="489375" y="122284"/>
                    <a:pt x="484413" y="93751"/>
                  </a:cubicBezTo>
                  <a:cubicBezTo>
                    <a:pt x="481491" y="76945"/>
                    <a:pt x="474119" y="62512"/>
                    <a:pt x="462485" y="50460"/>
                  </a:cubicBezTo>
                  <a:cubicBezTo>
                    <a:pt x="448500" y="35972"/>
                    <a:pt x="431326" y="27692"/>
                    <a:pt x="411046" y="25206"/>
                  </a:cubicBezTo>
                  <a:close/>
                  <a:moveTo>
                    <a:pt x="403157" y="38"/>
                  </a:moveTo>
                  <a:cubicBezTo>
                    <a:pt x="427478" y="1174"/>
                    <a:pt x="450356" y="7276"/>
                    <a:pt x="469076" y="23693"/>
                  </a:cubicBezTo>
                  <a:cubicBezTo>
                    <a:pt x="479603" y="32925"/>
                    <a:pt x="489088" y="43354"/>
                    <a:pt x="498934" y="53351"/>
                  </a:cubicBezTo>
                  <a:cubicBezTo>
                    <a:pt x="513138" y="67773"/>
                    <a:pt x="527300" y="82236"/>
                    <a:pt x="541374" y="96785"/>
                  </a:cubicBezTo>
                  <a:cubicBezTo>
                    <a:pt x="556663" y="112591"/>
                    <a:pt x="571827" y="128519"/>
                    <a:pt x="587054" y="144386"/>
                  </a:cubicBezTo>
                  <a:cubicBezTo>
                    <a:pt x="602961" y="160961"/>
                    <a:pt x="618881" y="177524"/>
                    <a:pt x="634791" y="194097"/>
                  </a:cubicBezTo>
                  <a:cubicBezTo>
                    <a:pt x="642349" y="201970"/>
                    <a:pt x="649893" y="209857"/>
                    <a:pt x="657450" y="217732"/>
                  </a:cubicBezTo>
                  <a:cubicBezTo>
                    <a:pt x="673129" y="234072"/>
                    <a:pt x="688813" y="250408"/>
                    <a:pt x="704495" y="266746"/>
                  </a:cubicBezTo>
                  <a:cubicBezTo>
                    <a:pt x="720062" y="282967"/>
                    <a:pt x="735653" y="299165"/>
                    <a:pt x="751188" y="315417"/>
                  </a:cubicBezTo>
                  <a:cubicBezTo>
                    <a:pt x="763667" y="328472"/>
                    <a:pt x="776077" y="341592"/>
                    <a:pt x="788233" y="355028"/>
                  </a:cubicBezTo>
                  <a:cubicBezTo>
                    <a:pt x="775433" y="354036"/>
                    <a:pt x="762918" y="352700"/>
                    <a:pt x="750303" y="351056"/>
                  </a:cubicBezTo>
                  <a:cubicBezTo>
                    <a:pt x="748094" y="348313"/>
                    <a:pt x="746084" y="345782"/>
                    <a:pt x="743859" y="343456"/>
                  </a:cubicBezTo>
                  <a:cubicBezTo>
                    <a:pt x="728209" y="327092"/>
                    <a:pt x="712514" y="310770"/>
                    <a:pt x="696836" y="294433"/>
                  </a:cubicBezTo>
                  <a:cubicBezTo>
                    <a:pt x="681384" y="278332"/>
                    <a:pt x="665938" y="262226"/>
                    <a:pt x="650484" y="246127"/>
                  </a:cubicBezTo>
                  <a:cubicBezTo>
                    <a:pt x="634577" y="229555"/>
                    <a:pt x="618659" y="212995"/>
                    <a:pt x="602754" y="196421"/>
                  </a:cubicBezTo>
                  <a:cubicBezTo>
                    <a:pt x="587528" y="180556"/>
                    <a:pt x="572329" y="164667"/>
                    <a:pt x="557088" y="148816"/>
                  </a:cubicBezTo>
                  <a:cubicBezTo>
                    <a:pt x="547370" y="138710"/>
                    <a:pt x="537703" y="128549"/>
                    <a:pt x="527808" y="118617"/>
                  </a:cubicBezTo>
                  <a:cubicBezTo>
                    <a:pt x="521896" y="112682"/>
                    <a:pt x="515589" y="107141"/>
                    <a:pt x="509828" y="101768"/>
                  </a:cubicBezTo>
                  <a:cubicBezTo>
                    <a:pt x="509828" y="104485"/>
                    <a:pt x="509781" y="108340"/>
                    <a:pt x="509837" y="112193"/>
                  </a:cubicBezTo>
                  <a:cubicBezTo>
                    <a:pt x="510059" y="127721"/>
                    <a:pt x="505979" y="142262"/>
                    <a:pt x="499407" y="156135"/>
                  </a:cubicBezTo>
                  <a:cubicBezTo>
                    <a:pt x="490078" y="175827"/>
                    <a:pt x="475265" y="190556"/>
                    <a:pt x="457077" y="202191"/>
                  </a:cubicBezTo>
                  <a:cubicBezTo>
                    <a:pt x="449891" y="206787"/>
                    <a:pt x="442927" y="211731"/>
                    <a:pt x="435788" y="216566"/>
                  </a:cubicBezTo>
                  <a:cubicBezTo>
                    <a:pt x="436481" y="217506"/>
                    <a:pt x="436686" y="217995"/>
                    <a:pt x="437054" y="218252"/>
                  </a:cubicBezTo>
                  <a:cubicBezTo>
                    <a:pt x="453300" y="229569"/>
                    <a:pt x="469546" y="240886"/>
                    <a:pt x="485823" y="252159"/>
                  </a:cubicBezTo>
                  <a:cubicBezTo>
                    <a:pt x="507996" y="267516"/>
                    <a:pt x="530170" y="282873"/>
                    <a:pt x="552388" y="298167"/>
                  </a:cubicBezTo>
                  <a:cubicBezTo>
                    <a:pt x="584590" y="320333"/>
                    <a:pt x="616859" y="342404"/>
                    <a:pt x="649042" y="364599"/>
                  </a:cubicBezTo>
                  <a:cubicBezTo>
                    <a:pt x="660056" y="372194"/>
                    <a:pt x="670898" y="380039"/>
                    <a:pt x="681753" y="388117"/>
                  </a:cubicBezTo>
                  <a:cubicBezTo>
                    <a:pt x="677486" y="395441"/>
                    <a:pt x="673285" y="402418"/>
                    <a:pt x="669084" y="409396"/>
                  </a:cubicBezTo>
                  <a:cubicBezTo>
                    <a:pt x="660976" y="403477"/>
                    <a:pt x="652983" y="397395"/>
                    <a:pt x="644741" y="391670"/>
                  </a:cubicBezTo>
                  <a:cubicBezTo>
                    <a:pt x="614066" y="370364"/>
                    <a:pt x="583330" y="349146"/>
                    <a:pt x="552578" y="327952"/>
                  </a:cubicBezTo>
                  <a:cubicBezTo>
                    <a:pt x="527748" y="310839"/>
                    <a:pt x="502830" y="293853"/>
                    <a:pt x="478010" y="276726"/>
                  </a:cubicBezTo>
                  <a:cubicBezTo>
                    <a:pt x="457378" y="262489"/>
                    <a:pt x="436803" y="248171"/>
                    <a:pt x="416288" y="233766"/>
                  </a:cubicBezTo>
                  <a:cubicBezTo>
                    <a:pt x="414017" y="232171"/>
                    <a:pt x="412539" y="231911"/>
                    <a:pt x="410103" y="233556"/>
                  </a:cubicBezTo>
                  <a:cubicBezTo>
                    <a:pt x="385243" y="250342"/>
                    <a:pt x="360296" y="266999"/>
                    <a:pt x="335348" y="283655"/>
                  </a:cubicBezTo>
                  <a:cubicBezTo>
                    <a:pt x="308293" y="301718"/>
                    <a:pt x="281212" y="319741"/>
                    <a:pt x="254146" y="337788"/>
                  </a:cubicBezTo>
                  <a:cubicBezTo>
                    <a:pt x="253077" y="338502"/>
                    <a:pt x="252053" y="339284"/>
                    <a:pt x="250941" y="340082"/>
                  </a:cubicBezTo>
                  <a:cubicBezTo>
                    <a:pt x="268630" y="375549"/>
                    <a:pt x="286008" y="410264"/>
                    <a:pt x="303268" y="445038"/>
                  </a:cubicBezTo>
                  <a:cubicBezTo>
                    <a:pt x="318187" y="475093"/>
                    <a:pt x="332949" y="505226"/>
                    <a:pt x="347825" y="535302"/>
                  </a:cubicBezTo>
                  <a:cubicBezTo>
                    <a:pt x="363056" y="566097"/>
                    <a:pt x="378357" y="596857"/>
                    <a:pt x="393598" y="627647"/>
                  </a:cubicBezTo>
                  <a:cubicBezTo>
                    <a:pt x="408626" y="658005"/>
                    <a:pt x="423821" y="688282"/>
                    <a:pt x="438521" y="718798"/>
                  </a:cubicBezTo>
                  <a:cubicBezTo>
                    <a:pt x="443957" y="730085"/>
                    <a:pt x="448250" y="741928"/>
                    <a:pt x="452928" y="753573"/>
                  </a:cubicBezTo>
                  <a:cubicBezTo>
                    <a:pt x="453974" y="756178"/>
                    <a:pt x="454443" y="759015"/>
                    <a:pt x="455239" y="761972"/>
                  </a:cubicBezTo>
                  <a:lnTo>
                    <a:pt x="479627" y="762163"/>
                  </a:lnTo>
                  <a:lnTo>
                    <a:pt x="479627" y="806176"/>
                  </a:lnTo>
                  <a:lnTo>
                    <a:pt x="455098" y="806172"/>
                  </a:lnTo>
                  <a:cubicBezTo>
                    <a:pt x="452288" y="813604"/>
                    <a:pt x="449701" y="820563"/>
                    <a:pt x="447030" y="827491"/>
                  </a:cubicBezTo>
                  <a:cubicBezTo>
                    <a:pt x="440659" y="844019"/>
                    <a:pt x="429565" y="857252"/>
                    <a:pt x="416344" y="868434"/>
                  </a:cubicBezTo>
                  <a:cubicBezTo>
                    <a:pt x="402429" y="880203"/>
                    <a:pt x="386045" y="887656"/>
                    <a:pt x="368065" y="891322"/>
                  </a:cubicBezTo>
                  <a:cubicBezTo>
                    <a:pt x="355110" y="893964"/>
                    <a:pt x="342006" y="894655"/>
                    <a:pt x="329036" y="892394"/>
                  </a:cubicBezTo>
                  <a:cubicBezTo>
                    <a:pt x="315218" y="889984"/>
                    <a:pt x="301943" y="885685"/>
                    <a:pt x="289723" y="878353"/>
                  </a:cubicBezTo>
                  <a:cubicBezTo>
                    <a:pt x="276184" y="870231"/>
                    <a:pt x="263953" y="860555"/>
                    <a:pt x="255615" y="847141"/>
                  </a:cubicBezTo>
                  <a:cubicBezTo>
                    <a:pt x="247708" y="834423"/>
                    <a:pt x="241087" y="820896"/>
                    <a:pt x="234147" y="807597"/>
                  </a:cubicBezTo>
                  <a:cubicBezTo>
                    <a:pt x="232855" y="805121"/>
                    <a:pt x="231673" y="804111"/>
                    <a:pt x="228808" y="804130"/>
                  </a:cubicBezTo>
                  <a:cubicBezTo>
                    <a:pt x="208515" y="804268"/>
                    <a:pt x="188221" y="804198"/>
                    <a:pt x="167927" y="804219"/>
                  </a:cubicBezTo>
                  <a:cubicBezTo>
                    <a:pt x="166695" y="804220"/>
                    <a:pt x="165462" y="804432"/>
                    <a:pt x="164373" y="804533"/>
                  </a:cubicBezTo>
                  <a:cubicBezTo>
                    <a:pt x="164373" y="859233"/>
                    <a:pt x="164373" y="913514"/>
                    <a:pt x="164373" y="967955"/>
                  </a:cubicBezTo>
                  <a:cubicBezTo>
                    <a:pt x="284139" y="967955"/>
                    <a:pt x="403674" y="967955"/>
                    <a:pt x="523550" y="967955"/>
                  </a:cubicBezTo>
                  <a:lnTo>
                    <a:pt x="523911" y="851881"/>
                  </a:lnTo>
                  <a:lnTo>
                    <a:pt x="567779" y="851881"/>
                  </a:lnTo>
                  <a:lnTo>
                    <a:pt x="567709" y="970772"/>
                  </a:lnTo>
                  <a:cubicBezTo>
                    <a:pt x="567628" y="991455"/>
                    <a:pt x="551773" y="1008865"/>
                    <a:pt x="531818" y="1012336"/>
                  </a:cubicBezTo>
                  <a:cubicBezTo>
                    <a:pt x="527390" y="1013106"/>
                    <a:pt x="522819" y="1013339"/>
                    <a:pt x="518313" y="1013341"/>
                  </a:cubicBezTo>
                  <a:cubicBezTo>
                    <a:pt x="387703" y="1013392"/>
                    <a:pt x="257092" y="1013383"/>
                    <a:pt x="126482" y="1013383"/>
                  </a:cubicBezTo>
                  <a:cubicBezTo>
                    <a:pt x="124531" y="1013383"/>
                    <a:pt x="122580" y="1013383"/>
                    <a:pt x="120222" y="1013383"/>
                  </a:cubicBezTo>
                  <a:cubicBezTo>
                    <a:pt x="120124" y="1011815"/>
                    <a:pt x="119961" y="1010412"/>
                    <a:pt x="119961" y="1009010"/>
                  </a:cubicBezTo>
                  <a:cubicBezTo>
                    <a:pt x="119949" y="938958"/>
                    <a:pt x="119908" y="868906"/>
                    <a:pt x="120004" y="798855"/>
                  </a:cubicBezTo>
                  <a:cubicBezTo>
                    <a:pt x="120016" y="790044"/>
                    <a:pt x="123947" y="782430"/>
                    <a:pt x="129338" y="775745"/>
                  </a:cubicBezTo>
                  <a:cubicBezTo>
                    <a:pt x="139005" y="763756"/>
                    <a:pt x="151902" y="758789"/>
                    <a:pt x="167134" y="758989"/>
                  </a:cubicBezTo>
                  <a:cubicBezTo>
                    <a:pt x="181324" y="759175"/>
                    <a:pt x="195518" y="759029"/>
                    <a:pt x="210300" y="759029"/>
                  </a:cubicBezTo>
                  <a:cubicBezTo>
                    <a:pt x="203072" y="744599"/>
                    <a:pt x="196031" y="730631"/>
                    <a:pt x="189070" y="716624"/>
                  </a:cubicBezTo>
                  <a:cubicBezTo>
                    <a:pt x="167730" y="673683"/>
                    <a:pt x="146393" y="630740"/>
                    <a:pt x="125109" y="587771"/>
                  </a:cubicBezTo>
                  <a:cubicBezTo>
                    <a:pt x="110143" y="557557"/>
                    <a:pt x="95291" y="527287"/>
                    <a:pt x="80343" y="497065"/>
                  </a:cubicBezTo>
                  <a:cubicBezTo>
                    <a:pt x="65179" y="466407"/>
                    <a:pt x="49928" y="435791"/>
                    <a:pt x="34776" y="405128"/>
                  </a:cubicBezTo>
                  <a:cubicBezTo>
                    <a:pt x="26284" y="387944"/>
                    <a:pt x="17673" y="370813"/>
                    <a:pt x="9571" y="353445"/>
                  </a:cubicBezTo>
                  <a:cubicBezTo>
                    <a:pt x="3720" y="340901"/>
                    <a:pt x="515" y="327608"/>
                    <a:pt x="78" y="313639"/>
                  </a:cubicBezTo>
                  <a:cubicBezTo>
                    <a:pt x="-406" y="298188"/>
                    <a:pt x="1287" y="283183"/>
                    <a:pt x="6723" y="268599"/>
                  </a:cubicBezTo>
                  <a:cubicBezTo>
                    <a:pt x="14940" y="246554"/>
                    <a:pt x="28403" y="228418"/>
                    <a:pt x="47778" y="215253"/>
                  </a:cubicBezTo>
                  <a:cubicBezTo>
                    <a:pt x="85509" y="189616"/>
                    <a:pt x="123674" y="164619"/>
                    <a:pt x="161580" y="139238"/>
                  </a:cubicBezTo>
                  <a:cubicBezTo>
                    <a:pt x="198979" y="114197"/>
                    <a:pt x="236260" y="88979"/>
                    <a:pt x="273632" y="63897"/>
                  </a:cubicBezTo>
                  <a:cubicBezTo>
                    <a:pt x="297076" y="48162"/>
                    <a:pt x="320493" y="32385"/>
                    <a:pt x="344116" y="16923"/>
                  </a:cubicBezTo>
                  <a:cubicBezTo>
                    <a:pt x="356356" y="8912"/>
                    <a:pt x="369754" y="3511"/>
                    <a:pt x="384451" y="1859"/>
                  </a:cubicBezTo>
                  <a:cubicBezTo>
                    <a:pt x="390683" y="1159"/>
                    <a:pt x="396963" y="-252"/>
                    <a:pt x="403157" y="3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76" name="Freeform: Shape 2875">
              <a:extLst>
                <a:ext uri="{FF2B5EF4-FFF2-40B4-BE49-F238E27FC236}">
                  <a16:creationId xmlns:a16="http://schemas.microsoft.com/office/drawing/2014/main" id="{48DEEAB3-25F3-9B7B-D526-8AAFFA3A3D44}"/>
                </a:ext>
                <a:ext uri="{C183D7F6-B498-43B3-948B-1728B52AA6E4}">
                  <adec:decorative xmlns:adec="http://schemas.microsoft.com/office/drawing/2017/decorative" val="1"/>
                </a:ext>
              </a:extLst>
            </p:cNvPr>
            <p:cNvSpPr/>
            <p:nvPr/>
          </p:nvSpPr>
          <p:spPr>
            <a:xfrm>
              <a:off x="3365200" y="5208049"/>
              <a:ext cx="155572" cy="211382"/>
            </a:xfrm>
            <a:custGeom>
              <a:avLst/>
              <a:gdLst>
                <a:gd name="connsiteX0" fmla="*/ 0 w 344825"/>
                <a:gd name="connsiteY0" fmla="*/ 402062 h 468528"/>
                <a:gd name="connsiteX1" fmla="*/ 66589 w 344825"/>
                <a:gd name="connsiteY1" fmla="*/ 402062 h 468528"/>
                <a:gd name="connsiteX2" fmla="*/ 66589 w 344825"/>
                <a:gd name="connsiteY2" fmla="*/ 468528 h 468528"/>
                <a:gd name="connsiteX3" fmla="*/ 0 w 344825"/>
                <a:gd name="connsiteY3" fmla="*/ 468528 h 468528"/>
                <a:gd name="connsiteX4" fmla="*/ 242934 w 344825"/>
                <a:gd name="connsiteY4" fmla="*/ 331448 h 468528"/>
                <a:gd name="connsiteX5" fmla="*/ 265272 w 344825"/>
                <a:gd name="connsiteY5" fmla="*/ 331448 h 468528"/>
                <a:gd name="connsiteX6" fmla="*/ 265272 w 344825"/>
                <a:gd name="connsiteY6" fmla="*/ 364453 h 468528"/>
                <a:gd name="connsiteX7" fmla="*/ 265272 w 344825"/>
                <a:gd name="connsiteY7" fmla="*/ 380853 h 468528"/>
                <a:gd name="connsiteX8" fmla="*/ 242934 w 344825"/>
                <a:gd name="connsiteY8" fmla="*/ 380853 h 468528"/>
                <a:gd name="connsiteX9" fmla="*/ 242934 w 344825"/>
                <a:gd name="connsiteY9" fmla="*/ 331448 h 468528"/>
                <a:gd name="connsiteX10" fmla="*/ 216006 w 344825"/>
                <a:gd name="connsiteY10" fmla="*/ 309020 h 468528"/>
                <a:gd name="connsiteX11" fmla="*/ 229545 w 344825"/>
                <a:gd name="connsiteY11" fmla="*/ 325249 h 468528"/>
                <a:gd name="connsiteX12" fmla="*/ 212778 w 344825"/>
                <a:gd name="connsiteY12" fmla="*/ 339692 h 468528"/>
                <a:gd name="connsiteX13" fmla="*/ 196142 w 344825"/>
                <a:gd name="connsiteY13" fmla="*/ 353624 h 468528"/>
                <a:gd name="connsiteX14" fmla="*/ 187869 w 344825"/>
                <a:gd name="connsiteY14" fmla="*/ 353518 h 468528"/>
                <a:gd name="connsiteX15" fmla="*/ 176340 w 344825"/>
                <a:gd name="connsiteY15" fmla="*/ 339902 h 468528"/>
                <a:gd name="connsiteX16" fmla="*/ 191393 w 344825"/>
                <a:gd name="connsiteY16" fmla="*/ 326869 h 468528"/>
                <a:gd name="connsiteX17" fmla="*/ 212325 w 344825"/>
                <a:gd name="connsiteY17" fmla="*/ 309426 h 468528"/>
                <a:gd name="connsiteX18" fmla="*/ 216006 w 344825"/>
                <a:gd name="connsiteY18" fmla="*/ 309020 h 468528"/>
                <a:gd name="connsiteX19" fmla="*/ 292901 w 344825"/>
                <a:gd name="connsiteY19" fmla="*/ 307538 h 468528"/>
                <a:gd name="connsiteX20" fmla="*/ 331363 w 344825"/>
                <a:gd name="connsiteY20" fmla="*/ 339758 h 468528"/>
                <a:gd name="connsiteX21" fmla="*/ 317927 w 344825"/>
                <a:gd name="connsiteY21" fmla="*/ 355307 h 468528"/>
                <a:gd name="connsiteX22" fmla="*/ 313954 w 344825"/>
                <a:gd name="connsiteY22" fmla="*/ 355480 h 468528"/>
                <a:gd name="connsiteX23" fmla="*/ 305264 w 344825"/>
                <a:gd name="connsiteY23" fmla="*/ 347983 h 468528"/>
                <a:gd name="connsiteX24" fmla="*/ 282359 w 344825"/>
                <a:gd name="connsiteY24" fmla="*/ 328986 h 468528"/>
                <a:gd name="connsiteX25" fmla="*/ 277993 w 344825"/>
                <a:gd name="connsiteY25" fmla="*/ 325071 h 468528"/>
                <a:gd name="connsiteX26" fmla="*/ 292901 w 344825"/>
                <a:gd name="connsiteY26" fmla="*/ 307538 h 468528"/>
                <a:gd name="connsiteX27" fmla="*/ 162551 w 344825"/>
                <a:gd name="connsiteY27" fmla="*/ 278380 h 468528"/>
                <a:gd name="connsiteX28" fmla="*/ 212179 w 344825"/>
                <a:gd name="connsiteY28" fmla="*/ 278380 h 468528"/>
                <a:gd name="connsiteX29" fmla="*/ 212179 w 344825"/>
                <a:gd name="connsiteY29" fmla="*/ 301601 h 468528"/>
                <a:gd name="connsiteX30" fmla="*/ 162551 w 344825"/>
                <a:gd name="connsiteY30" fmla="*/ 301601 h 468528"/>
                <a:gd name="connsiteX31" fmla="*/ 295719 w 344825"/>
                <a:gd name="connsiteY31" fmla="*/ 278034 h 468528"/>
                <a:gd name="connsiteX32" fmla="*/ 344582 w 344825"/>
                <a:gd name="connsiteY32" fmla="*/ 278034 h 468528"/>
                <a:gd name="connsiteX33" fmla="*/ 344582 w 344825"/>
                <a:gd name="connsiteY33" fmla="*/ 301242 h 468528"/>
                <a:gd name="connsiteX34" fmla="*/ 295719 w 344825"/>
                <a:gd name="connsiteY34" fmla="*/ 301242 h 468528"/>
                <a:gd name="connsiteX35" fmla="*/ 255763 w 344825"/>
                <a:gd name="connsiteY35" fmla="*/ 45356 h 468528"/>
                <a:gd name="connsiteX36" fmla="*/ 232302 w 344825"/>
                <a:gd name="connsiteY36" fmla="*/ 47144 h 468528"/>
                <a:gd name="connsiteX37" fmla="*/ 194669 w 344825"/>
                <a:gd name="connsiteY37" fmla="*/ 96608 h 468528"/>
                <a:gd name="connsiteX38" fmla="*/ 194563 w 344825"/>
                <a:gd name="connsiteY38" fmla="*/ 151560 h 468528"/>
                <a:gd name="connsiteX39" fmla="*/ 194563 w 344825"/>
                <a:gd name="connsiteY39" fmla="*/ 166791 h 468528"/>
                <a:gd name="connsiteX40" fmla="*/ 299644 w 344825"/>
                <a:gd name="connsiteY40" fmla="*/ 166791 h 468528"/>
                <a:gd name="connsiteX41" fmla="*/ 299644 w 344825"/>
                <a:gd name="connsiteY41" fmla="*/ 161237 h 468528"/>
                <a:gd name="connsiteX42" fmla="*/ 299588 w 344825"/>
                <a:gd name="connsiteY42" fmla="*/ 96469 h 468528"/>
                <a:gd name="connsiteX43" fmla="*/ 276855 w 344825"/>
                <a:gd name="connsiteY43" fmla="*/ 54169 h 468528"/>
                <a:gd name="connsiteX44" fmla="*/ 255763 w 344825"/>
                <a:gd name="connsiteY44" fmla="*/ 45356 h 468528"/>
                <a:gd name="connsiteX45" fmla="*/ 238726 w 344825"/>
                <a:gd name="connsiteY45" fmla="*/ 0 h 468528"/>
                <a:gd name="connsiteX46" fmla="*/ 276677 w 344825"/>
                <a:gd name="connsiteY46" fmla="*/ 3966 h 468528"/>
                <a:gd name="connsiteX47" fmla="*/ 320540 w 344825"/>
                <a:gd name="connsiteY47" fmla="*/ 32420 h 468528"/>
                <a:gd name="connsiteX48" fmla="*/ 343818 w 344825"/>
                <a:gd name="connsiteY48" fmla="*/ 83654 h 468528"/>
                <a:gd name="connsiteX49" fmla="*/ 344775 w 344825"/>
                <a:gd name="connsiteY49" fmla="*/ 97680 h 468528"/>
                <a:gd name="connsiteX50" fmla="*/ 344818 w 344825"/>
                <a:gd name="connsiteY50" fmla="*/ 206173 h 468528"/>
                <a:gd name="connsiteX51" fmla="*/ 344818 w 344825"/>
                <a:gd name="connsiteY51" fmla="*/ 212041 h 468528"/>
                <a:gd name="connsiteX52" fmla="*/ 270281 w 344825"/>
                <a:gd name="connsiteY52" fmla="*/ 212041 h 468528"/>
                <a:gd name="connsiteX53" fmla="*/ 270281 w 344825"/>
                <a:gd name="connsiteY53" fmla="*/ 290542 h 468528"/>
                <a:gd name="connsiteX54" fmla="*/ 238025 w 344825"/>
                <a:gd name="connsiteY54" fmla="*/ 290542 h 468528"/>
                <a:gd name="connsiteX55" fmla="*/ 238025 w 344825"/>
                <a:gd name="connsiteY55" fmla="*/ 212393 h 468528"/>
                <a:gd name="connsiteX56" fmla="*/ 149389 w 344825"/>
                <a:gd name="connsiteY56" fmla="*/ 212393 h 468528"/>
                <a:gd name="connsiteX57" fmla="*/ 149389 w 344825"/>
                <a:gd name="connsiteY57" fmla="*/ 206671 h 468528"/>
                <a:gd name="connsiteX58" fmla="*/ 149343 w 344825"/>
                <a:gd name="connsiteY58" fmla="*/ 100634 h 468528"/>
                <a:gd name="connsiteX59" fmla="*/ 157330 w 344825"/>
                <a:gd name="connsiteY59" fmla="*/ 58406 h 468528"/>
                <a:gd name="connsiteX60" fmla="*/ 170381 w 344825"/>
                <a:gd name="connsiteY60" fmla="*/ 36642 h 468528"/>
                <a:gd name="connsiteX61" fmla="*/ 185127 w 344825"/>
                <a:gd name="connsiteY61" fmla="*/ 21954 h 468528"/>
                <a:gd name="connsiteX62" fmla="*/ 238726 w 344825"/>
                <a:gd name="connsiteY62" fmla="*/ 0 h 4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44825" h="468528">
                  <a:moveTo>
                    <a:pt x="0" y="402062"/>
                  </a:moveTo>
                  <a:lnTo>
                    <a:pt x="66589" y="402062"/>
                  </a:lnTo>
                  <a:lnTo>
                    <a:pt x="66589" y="468528"/>
                  </a:lnTo>
                  <a:lnTo>
                    <a:pt x="0" y="468528"/>
                  </a:lnTo>
                  <a:close/>
                  <a:moveTo>
                    <a:pt x="242934" y="331448"/>
                  </a:moveTo>
                  <a:cubicBezTo>
                    <a:pt x="250083" y="331448"/>
                    <a:pt x="257338" y="331448"/>
                    <a:pt x="265272" y="331448"/>
                  </a:cubicBezTo>
                  <a:cubicBezTo>
                    <a:pt x="265272" y="342190"/>
                    <a:pt x="265272" y="353076"/>
                    <a:pt x="265272" y="364453"/>
                  </a:cubicBezTo>
                  <a:cubicBezTo>
                    <a:pt x="265272" y="370150"/>
                    <a:pt x="265272" y="375356"/>
                    <a:pt x="265272" y="380853"/>
                  </a:cubicBezTo>
                  <a:cubicBezTo>
                    <a:pt x="257691" y="380853"/>
                    <a:pt x="250438" y="380853"/>
                    <a:pt x="242934" y="380853"/>
                  </a:cubicBezTo>
                  <a:cubicBezTo>
                    <a:pt x="242934" y="364428"/>
                    <a:pt x="242934" y="348130"/>
                    <a:pt x="242934" y="331448"/>
                  </a:cubicBezTo>
                  <a:close/>
                  <a:moveTo>
                    <a:pt x="216006" y="309020"/>
                  </a:moveTo>
                  <a:cubicBezTo>
                    <a:pt x="220558" y="314173"/>
                    <a:pt x="224856" y="319550"/>
                    <a:pt x="229545" y="325249"/>
                  </a:cubicBezTo>
                  <a:cubicBezTo>
                    <a:pt x="223719" y="330274"/>
                    <a:pt x="218286" y="335027"/>
                    <a:pt x="212778" y="339692"/>
                  </a:cubicBezTo>
                  <a:cubicBezTo>
                    <a:pt x="207258" y="344367"/>
                    <a:pt x="201561" y="348837"/>
                    <a:pt x="196142" y="353624"/>
                  </a:cubicBezTo>
                  <a:cubicBezTo>
                    <a:pt x="193157" y="356261"/>
                    <a:pt x="190984" y="357957"/>
                    <a:pt x="187869" y="353518"/>
                  </a:cubicBezTo>
                  <a:cubicBezTo>
                    <a:pt x="184564" y="348810"/>
                    <a:pt x="180441" y="344676"/>
                    <a:pt x="176340" y="339902"/>
                  </a:cubicBezTo>
                  <a:cubicBezTo>
                    <a:pt x="181474" y="335470"/>
                    <a:pt x="186311" y="331296"/>
                    <a:pt x="191393" y="326869"/>
                  </a:cubicBezTo>
                  <a:cubicBezTo>
                    <a:pt x="198514" y="320861"/>
                    <a:pt x="205344" y="315050"/>
                    <a:pt x="212325" y="309426"/>
                  </a:cubicBezTo>
                  <a:cubicBezTo>
                    <a:pt x="213172" y="308744"/>
                    <a:pt x="215514" y="308464"/>
                    <a:pt x="216006" y="309020"/>
                  </a:cubicBezTo>
                  <a:close/>
                  <a:moveTo>
                    <a:pt x="292901" y="307538"/>
                  </a:moveTo>
                  <a:cubicBezTo>
                    <a:pt x="305757" y="318308"/>
                    <a:pt x="318331" y="328841"/>
                    <a:pt x="331363" y="339758"/>
                  </a:cubicBezTo>
                  <a:cubicBezTo>
                    <a:pt x="326908" y="344983"/>
                    <a:pt x="322556" y="350272"/>
                    <a:pt x="317927" y="355307"/>
                  </a:cubicBezTo>
                  <a:cubicBezTo>
                    <a:pt x="317262" y="356030"/>
                    <a:pt x="314829" y="356116"/>
                    <a:pt x="313954" y="355480"/>
                  </a:cubicBezTo>
                  <a:cubicBezTo>
                    <a:pt x="310964" y="353308"/>
                    <a:pt x="308305" y="350682"/>
                    <a:pt x="305264" y="347983"/>
                  </a:cubicBezTo>
                  <a:cubicBezTo>
                    <a:pt x="297456" y="341490"/>
                    <a:pt x="289896" y="335251"/>
                    <a:pt x="282359" y="328986"/>
                  </a:cubicBezTo>
                  <a:cubicBezTo>
                    <a:pt x="280910" y="327781"/>
                    <a:pt x="279547" y="326470"/>
                    <a:pt x="277993" y="325071"/>
                  </a:cubicBezTo>
                  <a:cubicBezTo>
                    <a:pt x="282992" y="319192"/>
                    <a:pt x="287984" y="313321"/>
                    <a:pt x="292901" y="307538"/>
                  </a:cubicBezTo>
                  <a:close/>
                  <a:moveTo>
                    <a:pt x="162551" y="278380"/>
                  </a:moveTo>
                  <a:lnTo>
                    <a:pt x="212179" y="278380"/>
                  </a:lnTo>
                  <a:lnTo>
                    <a:pt x="212179" y="301601"/>
                  </a:lnTo>
                  <a:lnTo>
                    <a:pt x="162551" y="301601"/>
                  </a:lnTo>
                  <a:close/>
                  <a:moveTo>
                    <a:pt x="295719" y="278034"/>
                  </a:moveTo>
                  <a:lnTo>
                    <a:pt x="344582" y="278034"/>
                  </a:lnTo>
                  <a:lnTo>
                    <a:pt x="344582" y="301242"/>
                  </a:lnTo>
                  <a:lnTo>
                    <a:pt x="295719" y="301242"/>
                  </a:lnTo>
                  <a:close/>
                  <a:moveTo>
                    <a:pt x="255763" y="45356"/>
                  </a:moveTo>
                  <a:cubicBezTo>
                    <a:pt x="248348" y="44145"/>
                    <a:pt x="240539" y="44702"/>
                    <a:pt x="232302" y="47144"/>
                  </a:cubicBezTo>
                  <a:cubicBezTo>
                    <a:pt x="210815" y="53129"/>
                    <a:pt x="195333" y="73379"/>
                    <a:pt x="194669" y="96608"/>
                  </a:cubicBezTo>
                  <a:cubicBezTo>
                    <a:pt x="194145" y="114911"/>
                    <a:pt x="194563" y="133242"/>
                    <a:pt x="194563" y="151560"/>
                  </a:cubicBezTo>
                  <a:cubicBezTo>
                    <a:pt x="194563" y="156585"/>
                    <a:pt x="194563" y="161610"/>
                    <a:pt x="194563" y="166791"/>
                  </a:cubicBezTo>
                  <a:cubicBezTo>
                    <a:pt x="229785" y="166791"/>
                    <a:pt x="264520" y="166791"/>
                    <a:pt x="299644" y="166791"/>
                  </a:cubicBezTo>
                  <a:cubicBezTo>
                    <a:pt x="299644" y="164764"/>
                    <a:pt x="299644" y="163000"/>
                    <a:pt x="299644" y="161237"/>
                  </a:cubicBezTo>
                  <a:cubicBezTo>
                    <a:pt x="299644" y="139647"/>
                    <a:pt x="299825" y="118056"/>
                    <a:pt x="299588" y="96469"/>
                  </a:cubicBezTo>
                  <a:cubicBezTo>
                    <a:pt x="299390" y="78528"/>
                    <a:pt x="291460" y="64316"/>
                    <a:pt x="276855" y="54169"/>
                  </a:cubicBezTo>
                  <a:cubicBezTo>
                    <a:pt x="270198" y="49544"/>
                    <a:pt x="263178" y="46566"/>
                    <a:pt x="255763" y="45356"/>
                  </a:cubicBezTo>
                  <a:close/>
                  <a:moveTo>
                    <a:pt x="238726" y="0"/>
                  </a:moveTo>
                  <a:cubicBezTo>
                    <a:pt x="251241" y="1336"/>
                    <a:pt x="263756" y="2672"/>
                    <a:pt x="276677" y="3966"/>
                  </a:cubicBezTo>
                  <a:cubicBezTo>
                    <a:pt x="294163" y="9465"/>
                    <a:pt x="308764" y="18960"/>
                    <a:pt x="320540" y="32420"/>
                  </a:cubicBezTo>
                  <a:cubicBezTo>
                    <a:pt x="333375" y="47090"/>
                    <a:pt x="341633" y="64061"/>
                    <a:pt x="343818" y="83654"/>
                  </a:cubicBezTo>
                  <a:cubicBezTo>
                    <a:pt x="344337" y="88309"/>
                    <a:pt x="344765" y="93003"/>
                    <a:pt x="344775" y="97680"/>
                  </a:cubicBezTo>
                  <a:cubicBezTo>
                    <a:pt x="344853" y="133845"/>
                    <a:pt x="344818" y="170009"/>
                    <a:pt x="344818" y="206173"/>
                  </a:cubicBezTo>
                  <a:cubicBezTo>
                    <a:pt x="344818" y="207959"/>
                    <a:pt x="344818" y="209746"/>
                    <a:pt x="344818" y="212041"/>
                  </a:cubicBezTo>
                  <a:cubicBezTo>
                    <a:pt x="319999" y="212041"/>
                    <a:pt x="295393" y="212041"/>
                    <a:pt x="270281" y="212041"/>
                  </a:cubicBezTo>
                  <a:cubicBezTo>
                    <a:pt x="270281" y="238459"/>
                    <a:pt x="270281" y="264374"/>
                    <a:pt x="270281" y="290542"/>
                  </a:cubicBezTo>
                  <a:cubicBezTo>
                    <a:pt x="259364" y="290542"/>
                    <a:pt x="248950" y="290542"/>
                    <a:pt x="238025" y="290542"/>
                  </a:cubicBezTo>
                  <a:cubicBezTo>
                    <a:pt x="238025" y="264729"/>
                    <a:pt x="238025" y="238814"/>
                    <a:pt x="238025" y="212393"/>
                  </a:cubicBezTo>
                  <a:cubicBezTo>
                    <a:pt x="208335" y="212393"/>
                    <a:pt x="179147" y="212393"/>
                    <a:pt x="149389" y="212393"/>
                  </a:cubicBezTo>
                  <a:cubicBezTo>
                    <a:pt x="149389" y="210152"/>
                    <a:pt x="149389" y="208412"/>
                    <a:pt x="149389" y="206671"/>
                  </a:cubicBezTo>
                  <a:cubicBezTo>
                    <a:pt x="149389" y="171325"/>
                    <a:pt x="149483" y="135979"/>
                    <a:pt x="149343" y="100634"/>
                  </a:cubicBezTo>
                  <a:cubicBezTo>
                    <a:pt x="149285" y="86126"/>
                    <a:pt x="151889" y="72216"/>
                    <a:pt x="157330" y="58406"/>
                  </a:cubicBezTo>
                  <a:cubicBezTo>
                    <a:pt x="161608" y="51055"/>
                    <a:pt x="165809" y="44077"/>
                    <a:pt x="170381" y="36642"/>
                  </a:cubicBezTo>
                  <a:cubicBezTo>
                    <a:pt x="175524" y="31418"/>
                    <a:pt x="179980" y="26274"/>
                    <a:pt x="185127" y="21954"/>
                  </a:cubicBezTo>
                  <a:cubicBezTo>
                    <a:pt x="200605" y="8963"/>
                    <a:pt x="218428" y="1381"/>
                    <a:pt x="238726" y="0"/>
                  </a:cubicBezTo>
                  <a:close/>
                </a:path>
              </a:pathLst>
            </a:custGeom>
            <a:solidFill>
              <a:schemeClr val="accent1"/>
            </a:solidFill>
            <a:ln w="6350" cap="flat">
              <a:noFill/>
              <a:prstDash val="solid"/>
              <a:miter/>
            </a:ln>
          </p:spPr>
          <p:txBody>
            <a:bodyPr wrap="square" rtlCol="0" anchor="ctr">
              <a:noAutofit/>
            </a:bodyPr>
            <a:lstStyle/>
            <a:p>
              <a:endParaRPr lang="en-US"/>
            </a:p>
          </p:txBody>
        </p:sp>
      </p:grpSp>
      <p:grpSp>
        <p:nvGrpSpPr>
          <p:cNvPr id="102" name="Group 101">
            <a:extLst>
              <a:ext uri="{FF2B5EF4-FFF2-40B4-BE49-F238E27FC236}">
                <a16:creationId xmlns:a16="http://schemas.microsoft.com/office/drawing/2014/main" id="{AA8ADE92-531F-6F07-8B2E-57F5D07FC540}"/>
              </a:ext>
              <a:ext uri="{C183D7F6-B498-43B3-948B-1728B52AA6E4}">
                <adec:decorative xmlns:adec="http://schemas.microsoft.com/office/drawing/2017/decorative" val="1"/>
              </a:ext>
            </a:extLst>
          </p:cNvPr>
          <p:cNvGrpSpPr>
            <a:grpSpLocks noChangeAspect="1"/>
          </p:cNvGrpSpPr>
          <p:nvPr/>
        </p:nvGrpSpPr>
        <p:grpSpPr>
          <a:xfrm>
            <a:off x="1258237" y="5755986"/>
            <a:ext cx="589470" cy="457200"/>
            <a:chOff x="1779167" y="5755986"/>
            <a:chExt cx="589470" cy="457200"/>
          </a:xfrm>
          <a:solidFill>
            <a:srgbClr val="FF0000"/>
          </a:solidFill>
        </p:grpSpPr>
        <p:sp>
          <p:nvSpPr>
            <p:cNvPr id="2744" name="Rectangle 2743">
              <a:extLst>
                <a:ext uri="{FF2B5EF4-FFF2-40B4-BE49-F238E27FC236}">
                  <a16:creationId xmlns:a16="http://schemas.microsoft.com/office/drawing/2014/main" id="{2B863722-E85F-B12E-70CC-9E1E46DE9A4C}"/>
                </a:ext>
                <a:ext uri="{C183D7F6-B498-43B3-948B-1728B52AA6E4}">
                  <adec:decorative xmlns:adec="http://schemas.microsoft.com/office/drawing/2017/decorative" val="1"/>
                </a:ext>
              </a:extLst>
            </p:cNvPr>
            <p:cNvSpPr/>
            <p:nvPr/>
          </p:nvSpPr>
          <p:spPr>
            <a:xfrm>
              <a:off x="2019231" y="5755986"/>
              <a:ext cx="37701" cy="38046"/>
            </a:xfrm>
            <a:prstGeom prst="rect">
              <a:avLst/>
            </a:prstGeom>
            <a:solidFill>
              <a:schemeClr val="accent1"/>
            </a:solidFill>
            <a:ln w="6350" cap="flat">
              <a:noFill/>
              <a:prstDash val="solid"/>
              <a:miter/>
            </a:ln>
          </p:spPr>
          <p:txBody>
            <a:bodyPr rtlCol="0" anchor="ctr"/>
            <a:lstStyle/>
            <a:p>
              <a:endParaRPr lang="en-US" dirty="0">
                <a:solidFill>
                  <a:srgbClr val="AEAEAE"/>
                </a:solidFill>
              </a:endParaRPr>
            </a:p>
          </p:txBody>
        </p:sp>
        <p:sp>
          <p:nvSpPr>
            <p:cNvPr id="2879" name="Freeform: Shape 2878">
              <a:extLst>
                <a:ext uri="{FF2B5EF4-FFF2-40B4-BE49-F238E27FC236}">
                  <a16:creationId xmlns:a16="http://schemas.microsoft.com/office/drawing/2014/main" id="{DB7AD280-EDD9-6411-38BA-76EF10C00FAD}"/>
                </a:ext>
                <a:ext uri="{C183D7F6-B498-43B3-948B-1728B52AA6E4}">
                  <adec:decorative xmlns:adec="http://schemas.microsoft.com/office/drawing/2017/decorative" val="1"/>
                </a:ext>
              </a:extLst>
            </p:cNvPr>
            <p:cNvSpPr/>
            <p:nvPr/>
          </p:nvSpPr>
          <p:spPr>
            <a:xfrm>
              <a:off x="1779167" y="5811918"/>
              <a:ext cx="589470" cy="401268"/>
            </a:xfrm>
            <a:custGeom>
              <a:avLst/>
              <a:gdLst>
                <a:gd name="connsiteX0" fmla="*/ 503782 w 1039223"/>
                <a:gd name="connsiteY0" fmla="*/ 476586 h 707427"/>
                <a:gd name="connsiteX1" fmla="*/ 497849 w 1039223"/>
                <a:gd name="connsiteY1" fmla="*/ 478345 h 707427"/>
                <a:gd name="connsiteX2" fmla="*/ 460357 w 1039223"/>
                <a:gd name="connsiteY2" fmla="*/ 504005 h 707427"/>
                <a:gd name="connsiteX3" fmla="*/ 442417 w 1039223"/>
                <a:gd name="connsiteY3" fmla="*/ 547058 h 707427"/>
                <a:gd name="connsiteX4" fmla="*/ 451164 w 1039223"/>
                <a:gd name="connsiteY4" fmla="*/ 590862 h 707427"/>
                <a:gd name="connsiteX5" fmla="*/ 534137 w 1039223"/>
                <a:gd name="connsiteY5" fmla="*/ 633464 h 707427"/>
                <a:gd name="connsiteX6" fmla="*/ 583654 w 1039223"/>
                <a:gd name="connsiteY6" fmla="*/ 604836 h 707427"/>
                <a:gd name="connsiteX7" fmla="*/ 600410 w 1039223"/>
                <a:gd name="connsiteY7" fmla="*/ 539862 h 707427"/>
                <a:gd name="connsiteX8" fmla="*/ 547360 w 1039223"/>
                <a:gd name="connsiteY8" fmla="*/ 478671 h 707427"/>
                <a:gd name="connsiteX9" fmla="*/ 503782 w 1039223"/>
                <a:gd name="connsiteY9" fmla="*/ 476586 h 707427"/>
                <a:gd name="connsiteX10" fmla="*/ 303494 w 1039223"/>
                <a:gd name="connsiteY10" fmla="*/ 475968 h 707427"/>
                <a:gd name="connsiteX11" fmla="*/ 266987 w 1039223"/>
                <a:gd name="connsiteY11" fmla="*/ 477062 h 707427"/>
                <a:gd name="connsiteX12" fmla="*/ 215385 w 1039223"/>
                <a:gd name="connsiteY12" fmla="*/ 519241 h 707427"/>
                <a:gd name="connsiteX13" fmla="*/ 207639 w 1039223"/>
                <a:gd name="connsiteY13" fmla="*/ 559415 h 707427"/>
                <a:gd name="connsiteX14" fmla="*/ 212456 w 1039223"/>
                <a:gd name="connsiteY14" fmla="*/ 583047 h 707427"/>
                <a:gd name="connsiteX15" fmla="*/ 236144 w 1039223"/>
                <a:gd name="connsiteY15" fmla="*/ 615732 h 707427"/>
                <a:gd name="connsiteX16" fmla="*/ 304450 w 1039223"/>
                <a:gd name="connsiteY16" fmla="*/ 632269 h 707427"/>
                <a:gd name="connsiteX17" fmla="*/ 360983 w 1039223"/>
                <a:gd name="connsiteY17" fmla="*/ 584000 h 707427"/>
                <a:gd name="connsiteX18" fmla="*/ 365278 w 1039223"/>
                <a:gd name="connsiteY18" fmla="*/ 538100 h 707427"/>
                <a:gd name="connsiteX19" fmla="*/ 336674 w 1039223"/>
                <a:gd name="connsiteY19" fmla="*/ 492164 h 707427"/>
                <a:gd name="connsiteX20" fmla="*/ 303494 w 1039223"/>
                <a:gd name="connsiteY20" fmla="*/ 475968 h 707427"/>
                <a:gd name="connsiteX21" fmla="*/ 764869 w 1039223"/>
                <a:gd name="connsiteY21" fmla="*/ 474735 h 707427"/>
                <a:gd name="connsiteX22" fmla="*/ 718569 w 1039223"/>
                <a:gd name="connsiteY22" fmla="*/ 484633 h 707427"/>
                <a:gd name="connsiteX23" fmla="*/ 686885 w 1039223"/>
                <a:gd name="connsiteY23" fmla="*/ 516874 h 707427"/>
                <a:gd name="connsiteX24" fmla="*/ 677792 w 1039223"/>
                <a:gd name="connsiteY24" fmla="*/ 562631 h 707427"/>
                <a:gd name="connsiteX25" fmla="*/ 686886 w 1039223"/>
                <a:gd name="connsiteY25" fmla="*/ 592048 h 707427"/>
                <a:gd name="connsiteX26" fmla="*/ 716691 w 1039223"/>
                <a:gd name="connsiteY26" fmla="*/ 622974 h 707427"/>
                <a:gd name="connsiteX27" fmla="*/ 768730 w 1039223"/>
                <a:gd name="connsiteY27" fmla="*/ 633590 h 707427"/>
                <a:gd name="connsiteX28" fmla="*/ 824195 w 1039223"/>
                <a:gd name="connsiteY28" fmla="*/ 597496 h 707427"/>
                <a:gd name="connsiteX29" fmla="*/ 835088 w 1039223"/>
                <a:gd name="connsiteY29" fmla="*/ 536829 h 707427"/>
                <a:gd name="connsiteX30" fmla="*/ 805633 w 1039223"/>
                <a:gd name="connsiteY30" fmla="*/ 490910 h 707427"/>
                <a:gd name="connsiteX31" fmla="*/ 764869 w 1039223"/>
                <a:gd name="connsiteY31" fmla="*/ 474735 h 707427"/>
                <a:gd name="connsiteX32" fmla="*/ 925155 w 1039223"/>
                <a:gd name="connsiteY32" fmla="*/ 466806 h 707427"/>
                <a:gd name="connsiteX33" fmla="*/ 907824 w 1039223"/>
                <a:gd name="connsiteY33" fmla="*/ 470110 h 707427"/>
                <a:gd name="connsiteX34" fmla="*/ 907884 w 1039223"/>
                <a:gd name="connsiteY34" fmla="*/ 500839 h 707427"/>
                <a:gd name="connsiteX35" fmla="*/ 931835 w 1039223"/>
                <a:gd name="connsiteY35" fmla="*/ 501122 h 707427"/>
                <a:gd name="connsiteX36" fmla="*/ 937532 w 1039223"/>
                <a:gd name="connsiteY36" fmla="*/ 477190 h 707427"/>
                <a:gd name="connsiteX37" fmla="*/ 925155 w 1039223"/>
                <a:gd name="connsiteY37" fmla="*/ 466806 h 707427"/>
                <a:gd name="connsiteX38" fmla="*/ 120275 w 1039223"/>
                <a:gd name="connsiteY38" fmla="*/ 465863 h 707427"/>
                <a:gd name="connsiteX39" fmla="*/ 103559 w 1039223"/>
                <a:gd name="connsiteY39" fmla="*/ 477706 h 707427"/>
                <a:gd name="connsiteX40" fmla="*/ 107877 w 1039223"/>
                <a:gd name="connsiteY40" fmla="*/ 499171 h 707427"/>
                <a:gd name="connsiteX41" fmla="*/ 117654 w 1039223"/>
                <a:gd name="connsiteY41" fmla="*/ 504821 h 707427"/>
                <a:gd name="connsiteX42" fmla="*/ 137255 w 1039223"/>
                <a:gd name="connsiteY42" fmla="*/ 497162 h 707427"/>
                <a:gd name="connsiteX43" fmla="*/ 138720 w 1039223"/>
                <a:gd name="connsiteY43" fmla="*/ 476390 h 707427"/>
                <a:gd name="connsiteX44" fmla="*/ 120275 w 1039223"/>
                <a:gd name="connsiteY44" fmla="*/ 465863 h 707427"/>
                <a:gd name="connsiteX45" fmla="*/ 542023 w 1039223"/>
                <a:gd name="connsiteY45" fmla="*/ 455225 h 707427"/>
                <a:gd name="connsiteX46" fmla="*/ 582791 w 1039223"/>
                <a:gd name="connsiteY46" fmla="*/ 473457 h 707427"/>
                <a:gd name="connsiteX47" fmla="*/ 621709 w 1039223"/>
                <a:gd name="connsiteY47" fmla="*/ 537644 h 707427"/>
                <a:gd name="connsiteX48" fmla="*/ 602333 w 1039223"/>
                <a:gd name="connsiteY48" fmla="*/ 615625 h 707427"/>
                <a:gd name="connsiteX49" fmla="*/ 538270 w 1039223"/>
                <a:gd name="connsiteY49" fmla="*/ 654092 h 707427"/>
                <a:gd name="connsiteX50" fmla="*/ 458471 w 1039223"/>
                <a:gd name="connsiteY50" fmla="*/ 632843 h 707427"/>
                <a:gd name="connsiteX51" fmla="*/ 430465 w 1039223"/>
                <a:gd name="connsiteY51" fmla="*/ 597283 h 707427"/>
                <a:gd name="connsiteX52" fmla="*/ 421866 w 1039223"/>
                <a:gd name="connsiteY52" fmla="*/ 542753 h 707427"/>
                <a:gd name="connsiteX53" fmla="*/ 446950 w 1039223"/>
                <a:gd name="connsiteY53" fmla="*/ 486951 h 707427"/>
                <a:gd name="connsiteX54" fmla="*/ 497377 w 1039223"/>
                <a:gd name="connsiteY54" fmla="*/ 456546 h 707427"/>
                <a:gd name="connsiteX55" fmla="*/ 542023 w 1039223"/>
                <a:gd name="connsiteY55" fmla="*/ 455225 h 707427"/>
                <a:gd name="connsiteX56" fmla="*/ 297440 w 1039223"/>
                <a:gd name="connsiteY56" fmla="*/ 453953 h 707427"/>
                <a:gd name="connsiteX57" fmla="*/ 327344 w 1039223"/>
                <a:gd name="connsiteY57" fmla="*/ 461770 h 707427"/>
                <a:gd name="connsiteX58" fmla="*/ 358189 w 1039223"/>
                <a:gd name="connsiteY58" fmla="*/ 482561 h 707427"/>
                <a:gd name="connsiteX59" fmla="*/ 386340 w 1039223"/>
                <a:gd name="connsiteY59" fmla="*/ 537953 h 707427"/>
                <a:gd name="connsiteX60" fmla="*/ 368260 w 1039223"/>
                <a:gd name="connsiteY60" fmla="*/ 614589 h 707427"/>
                <a:gd name="connsiteX61" fmla="*/ 306071 w 1039223"/>
                <a:gd name="connsiteY61" fmla="*/ 653436 h 707427"/>
                <a:gd name="connsiteX62" fmla="*/ 241106 w 1039223"/>
                <a:gd name="connsiteY62" fmla="*/ 644434 h 707427"/>
                <a:gd name="connsiteX63" fmla="*/ 198970 w 1039223"/>
                <a:gd name="connsiteY63" fmla="*/ 603898 h 707427"/>
                <a:gd name="connsiteX64" fmla="*/ 186819 w 1039223"/>
                <a:gd name="connsiteY64" fmla="*/ 564996 h 707427"/>
                <a:gd name="connsiteX65" fmla="*/ 209398 w 1039223"/>
                <a:gd name="connsiteY65" fmla="*/ 489931 h 707427"/>
                <a:gd name="connsiteX66" fmla="*/ 212178 w 1039223"/>
                <a:gd name="connsiteY66" fmla="*/ 486191 h 707427"/>
                <a:gd name="connsiteX67" fmla="*/ 266789 w 1039223"/>
                <a:gd name="connsiteY67" fmla="*/ 455495 h 707427"/>
                <a:gd name="connsiteX68" fmla="*/ 297440 w 1039223"/>
                <a:gd name="connsiteY68" fmla="*/ 453953 h 707427"/>
                <a:gd name="connsiteX69" fmla="*/ 752605 w 1039223"/>
                <a:gd name="connsiteY69" fmla="*/ 453865 h 707427"/>
                <a:gd name="connsiteX70" fmla="*/ 804614 w 1039223"/>
                <a:gd name="connsiteY70" fmla="*/ 465199 h 707427"/>
                <a:gd name="connsiteX71" fmla="*/ 845289 w 1039223"/>
                <a:gd name="connsiteY71" fmla="*/ 504843 h 707427"/>
                <a:gd name="connsiteX72" fmla="*/ 857468 w 1039223"/>
                <a:gd name="connsiteY72" fmla="*/ 565800 h 707427"/>
                <a:gd name="connsiteX73" fmla="*/ 835410 w 1039223"/>
                <a:gd name="connsiteY73" fmla="*/ 618357 h 707427"/>
                <a:gd name="connsiteX74" fmla="*/ 786173 w 1039223"/>
                <a:gd name="connsiteY74" fmla="*/ 651150 h 707427"/>
                <a:gd name="connsiteX75" fmla="*/ 746129 w 1039223"/>
                <a:gd name="connsiteY75" fmla="*/ 654600 h 707427"/>
                <a:gd name="connsiteX76" fmla="*/ 693816 w 1039223"/>
                <a:gd name="connsiteY76" fmla="*/ 633111 h 707427"/>
                <a:gd name="connsiteX77" fmla="*/ 659235 w 1039223"/>
                <a:gd name="connsiteY77" fmla="*/ 578661 h 707427"/>
                <a:gd name="connsiteX78" fmla="*/ 656466 w 1039223"/>
                <a:gd name="connsiteY78" fmla="*/ 546463 h 707427"/>
                <a:gd name="connsiteX79" fmla="*/ 678402 w 1039223"/>
                <a:gd name="connsiteY79" fmla="*/ 491267 h 707427"/>
                <a:gd name="connsiteX80" fmla="*/ 710407 w 1039223"/>
                <a:gd name="connsiteY80" fmla="*/ 464788 h 707427"/>
                <a:gd name="connsiteX81" fmla="*/ 752605 w 1039223"/>
                <a:gd name="connsiteY81" fmla="*/ 453865 h 707427"/>
                <a:gd name="connsiteX82" fmla="*/ 128406 w 1039223"/>
                <a:gd name="connsiteY82" fmla="*/ 450756 h 707427"/>
                <a:gd name="connsiteX83" fmla="*/ 146155 w 1039223"/>
                <a:gd name="connsiteY83" fmla="*/ 459779 h 707427"/>
                <a:gd name="connsiteX84" fmla="*/ 155953 w 1039223"/>
                <a:gd name="connsiteY84" fmla="*/ 493963 h 707427"/>
                <a:gd name="connsiteX85" fmla="*/ 128160 w 1039223"/>
                <a:gd name="connsiteY85" fmla="*/ 520456 h 707427"/>
                <a:gd name="connsiteX86" fmla="*/ 106535 w 1039223"/>
                <a:gd name="connsiteY86" fmla="*/ 517852 h 707427"/>
                <a:gd name="connsiteX87" fmla="*/ 85924 w 1039223"/>
                <a:gd name="connsiteY87" fmla="*/ 484576 h 707427"/>
                <a:gd name="connsiteX88" fmla="*/ 108638 w 1039223"/>
                <a:gd name="connsiteY88" fmla="*/ 452356 h 707427"/>
                <a:gd name="connsiteX89" fmla="*/ 128406 w 1039223"/>
                <a:gd name="connsiteY89" fmla="*/ 450756 h 707427"/>
                <a:gd name="connsiteX90" fmla="*/ 925754 w 1039223"/>
                <a:gd name="connsiteY90" fmla="*/ 450163 h 707427"/>
                <a:gd name="connsiteX91" fmla="*/ 944289 w 1039223"/>
                <a:gd name="connsiteY91" fmla="*/ 459831 h 707427"/>
                <a:gd name="connsiteX92" fmla="*/ 952985 w 1039223"/>
                <a:gd name="connsiteY92" fmla="*/ 472723 h 707427"/>
                <a:gd name="connsiteX93" fmla="*/ 920585 w 1039223"/>
                <a:gd name="connsiteY93" fmla="*/ 520984 h 707427"/>
                <a:gd name="connsiteX94" fmla="*/ 884294 w 1039223"/>
                <a:gd name="connsiteY94" fmla="*/ 484195 h 707427"/>
                <a:gd name="connsiteX95" fmla="*/ 905162 w 1039223"/>
                <a:gd name="connsiteY95" fmla="*/ 453178 h 707427"/>
                <a:gd name="connsiteX96" fmla="*/ 925754 w 1039223"/>
                <a:gd name="connsiteY96" fmla="*/ 450163 h 707427"/>
                <a:gd name="connsiteX97" fmla="*/ 976594 w 1039223"/>
                <a:gd name="connsiteY97" fmla="*/ 445063 h 707427"/>
                <a:gd name="connsiteX98" fmla="*/ 63366 w 1039223"/>
                <a:gd name="connsiteY98" fmla="*/ 445155 h 707427"/>
                <a:gd name="connsiteX99" fmla="*/ 59932 w 1039223"/>
                <a:gd name="connsiteY99" fmla="*/ 445176 h 707427"/>
                <a:gd name="connsiteX100" fmla="*/ 45787 w 1039223"/>
                <a:gd name="connsiteY100" fmla="*/ 461832 h 707427"/>
                <a:gd name="connsiteX101" fmla="*/ 51974 w 1039223"/>
                <a:gd name="connsiteY101" fmla="*/ 474497 h 707427"/>
                <a:gd name="connsiteX102" fmla="*/ 87693 w 1039223"/>
                <a:gd name="connsiteY102" fmla="*/ 518167 h 707427"/>
                <a:gd name="connsiteX103" fmla="*/ 133415 w 1039223"/>
                <a:gd name="connsiteY103" fmla="*/ 570816 h 707427"/>
                <a:gd name="connsiteX104" fmla="*/ 170526 w 1039223"/>
                <a:gd name="connsiteY104" fmla="*/ 611932 h 707427"/>
                <a:gd name="connsiteX105" fmla="*/ 182278 w 1039223"/>
                <a:gd name="connsiteY105" fmla="*/ 625424 h 707427"/>
                <a:gd name="connsiteX106" fmla="*/ 204439 w 1039223"/>
                <a:gd name="connsiteY106" fmla="*/ 647128 h 707427"/>
                <a:gd name="connsiteX107" fmla="*/ 256209 w 1039223"/>
                <a:gd name="connsiteY107" fmla="*/ 662016 h 707427"/>
                <a:gd name="connsiteX108" fmla="*/ 732462 w 1039223"/>
                <a:gd name="connsiteY108" fmla="*/ 662190 h 707427"/>
                <a:gd name="connsiteX109" fmla="*/ 770760 w 1039223"/>
                <a:gd name="connsiteY109" fmla="*/ 662269 h 707427"/>
                <a:gd name="connsiteX110" fmla="*/ 823079 w 1039223"/>
                <a:gd name="connsiteY110" fmla="*/ 653200 h 707427"/>
                <a:gd name="connsiteX111" fmla="*/ 846093 w 1039223"/>
                <a:gd name="connsiteY111" fmla="*/ 638905 h 707427"/>
                <a:gd name="connsiteX112" fmla="*/ 871450 w 1039223"/>
                <a:gd name="connsiteY112" fmla="*/ 609636 h 707427"/>
                <a:gd name="connsiteX113" fmla="*/ 892517 w 1039223"/>
                <a:gd name="connsiteY113" fmla="*/ 585569 h 707427"/>
                <a:gd name="connsiteX114" fmla="*/ 925378 w 1039223"/>
                <a:gd name="connsiteY114" fmla="*/ 546898 h 707427"/>
                <a:gd name="connsiteX115" fmla="*/ 953132 w 1039223"/>
                <a:gd name="connsiteY115" fmla="*/ 515166 h 707427"/>
                <a:gd name="connsiteX116" fmla="*/ 989039 w 1039223"/>
                <a:gd name="connsiteY116" fmla="*/ 474453 h 707427"/>
                <a:gd name="connsiteX117" fmla="*/ 992738 w 1039223"/>
                <a:gd name="connsiteY117" fmla="*/ 456972 h 707427"/>
                <a:gd name="connsiteX118" fmla="*/ 976594 w 1039223"/>
                <a:gd name="connsiteY118" fmla="*/ 445063 h 707427"/>
                <a:gd name="connsiteX119" fmla="*/ 797681 w 1039223"/>
                <a:gd name="connsiteY119" fmla="*/ 304647 h 707427"/>
                <a:gd name="connsiteX120" fmla="*/ 240045 w 1039223"/>
                <a:gd name="connsiteY120" fmla="*/ 304720 h 707427"/>
                <a:gd name="connsiteX121" fmla="*/ 236627 w 1039223"/>
                <a:gd name="connsiteY121" fmla="*/ 304785 h 707427"/>
                <a:gd name="connsiteX122" fmla="*/ 233180 w 1039223"/>
                <a:gd name="connsiteY122" fmla="*/ 306659 h 707427"/>
                <a:gd name="connsiteX123" fmla="*/ 207378 w 1039223"/>
                <a:gd name="connsiteY123" fmla="*/ 343535 h 707427"/>
                <a:gd name="connsiteX124" fmla="*/ 178643 w 1039223"/>
                <a:gd name="connsiteY124" fmla="*/ 384251 h 707427"/>
                <a:gd name="connsiteX125" fmla="*/ 168238 w 1039223"/>
                <a:gd name="connsiteY125" fmla="*/ 399980 h 707427"/>
                <a:gd name="connsiteX126" fmla="*/ 755049 w 1039223"/>
                <a:gd name="connsiteY126" fmla="*/ 399980 h 707427"/>
                <a:gd name="connsiteX127" fmla="*/ 873826 w 1039223"/>
                <a:gd name="connsiteY127" fmla="*/ 399980 h 707427"/>
                <a:gd name="connsiteX128" fmla="*/ 871465 w 1039223"/>
                <a:gd name="connsiteY128" fmla="*/ 395670 h 707427"/>
                <a:gd name="connsiteX129" fmla="*/ 807205 w 1039223"/>
                <a:gd name="connsiteY129" fmla="*/ 309484 h 707427"/>
                <a:gd name="connsiteX130" fmla="*/ 797681 w 1039223"/>
                <a:gd name="connsiteY130" fmla="*/ 304647 h 707427"/>
                <a:gd name="connsiteX131" fmla="*/ 634070 w 1039223"/>
                <a:gd name="connsiteY131" fmla="*/ 169196 h 707427"/>
                <a:gd name="connsiteX132" fmla="*/ 634070 w 1039223"/>
                <a:gd name="connsiteY132" fmla="*/ 208203 h 707427"/>
                <a:gd name="connsiteX133" fmla="*/ 1004678 w 1039223"/>
                <a:gd name="connsiteY133" fmla="*/ 208203 h 707427"/>
                <a:gd name="connsiteX134" fmla="*/ 1004678 w 1039223"/>
                <a:gd name="connsiteY134" fmla="*/ 169196 h 707427"/>
                <a:gd name="connsiteX135" fmla="*/ 902358 w 1039223"/>
                <a:gd name="connsiteY135" fmla="*/ 169196 h 707427"/>
                <a:gd name="connsiteX136" fmla="*/ 634070 w 1039223"/>
                <a:gd name="connsiteY136" fmla="*/ 169196 h 707427"/>
                <a:gd name="connsiteX137" fmla="*/ 253019 w 1039223"/>
                <a:gd name="connsiteY137" fmla="*/ 156704 h 707427"/>
                <a:gd name="connsiteX138" fmla="*/ 253019 w 1039223"/>
                <a:gd name="connsiteY138" fmla="*/ 259545 h 707427"/>
                <a:gd name="connsiteX139" fmla="*/ 293481 w 1039223"/>
                <a:gd name="connsiteY139" fmla="*/ 259545 h 707427"/>
                <a:gd name="connsiteX140" fmla="*/ 588296 w 1039223"/>
                <a:gd name="connsiteY140" fmla="*/ 259545 h 707427"/>
                <a:gd name="connsiteX141" fmla="*/ 588296 w 1039223"/>
                <a:gd name="connsiteY141" fmla="*/ 156704 h 707427"/>
                <a:gd name="connsiteX142" fmla="*/ 253019 w 1039223"/>
                <a:gd name="connsiteY142" fmla="*/ 156704 h 707427"/>
                <a:gd name="connsiteX143" fmla="*/ 386849 w 1039223"/>
                <a:gd name="connsiteY143" fmla="*/ 72931 h 707427"/>
                <a:gd name="connsiteX144" fmla="*/ 297538 w 1039223"/>
                <a:gd name="connsiteY144" fmla="*/ 72954 h 707427"/>
                <a:gd name="connsiteX145" fmla="*/ 242577 w 1039223"/>
                <a:gd name="connsiteY145" fmla="*/ 72968 h 707427"/>
                <a:gd name="connsiteX146" fmla="*/ 231223 w 1039223"/>
                <a:gd name="connsiteY146" fmla="*/ 82576 h 707427"/>
                <a:gd name="connsiteX147" fmla="*/ 231129 w 1039223"/>
                <a:gd name="connsiteY147" fmla="*/ 111008 h 707427"/>
                <a:gd name="connsiteX148" fmla="*/ 391196 w 1039223"/>
                <a:gd name="connsiteY148" fmla="*/ 111008 h 707427"/>
                <a:gd name="connsiteX149" fmla="*/ 391196 w 1039223"/>
                <a:gd name="connsiteY149" fmla="*/ 76561 h 707427"/>
                <a:gd name="connsiteX150" fmla="*/ 386849 w 1039223"/>
                <a:gd name="connsiteY150" fmla="*/ 72931 h 707427"/>
                <a:gd name="connsiteX151" fmla="*/ 444947 w 1039223"/>
                <a:gd name="connsiteY151" fmla="*/ 0 h 707427"/>
                <a:gd name="connsiteX152" fmla="*/ 467669 w 1039223"/>
                <a:gd name="connsiteY152" fmla="*/ 0 h 707427"/>
                <a:gd name="connsiteX153" fmla="*/ 467669 w 1039223"/>
                <a:gd name="connsiteY153" fmla="*/ 111190 h 707427"/>
                <a:gd name="connsiteX154" fmla="*/ 633592 w 1039223"/>
                <a:gd name="connsiteY154" fmla="*/ 111190 h 707427"/>
                <a:gd name="connsiteX155" fmla="*/ 633592 w 1039223"/>
                <a:gd name="connsiteY155" fmla="*/ 145339 h 707427"/>
                <a:gd name="connsiteX156" fmla="*/ 1027220 w 1039223"/>
                <a:gd name="connsiteY156" fmla="*/ 145339 h 707427"/>
                <a:gd name="connsiteX157" fmla="*/ 1027220 w 1039223"/>
                <a:gd name="connsiteY157" fmla="*/ 230893 h 707427"/>
                <a:gd name="connsiteX158" fmla="*/ 634057 w 1039223"/>
                <a:gd name="connsiteY158" fmla="*/ 230893 h 707427"/>
                <a:gd name="connsiteX159" fmla="*/ 634057 w 1039223"/>
                <a:gd name="connsiteY159" fmla="*/ 259545 h 707427"/>
                <a:gd name="connsiteX160" fmla="*/ 639351 w 1039223"/>
                <a:gd name="connsiteY160" fmla="*/ 259545 h 707427"/>
                <a:gd name="connsiteX161" fmla="*/ 821507 w 1039223"/>
                <a:gd name="connsiteY161" fmla="*/ 259399 h 707427"/>
                <a:gd name="connsiteX162" fmla="*/ 830074 w 1039223"/>
                <a:gd name="connsiteY162" fmla="*/ 264028 h 707427"/>
                <a:gd name="connsiteX163" fmla="*/ 878200 w 1039223"/>
                <a:gd name="connsiteY163" fmla="*/ 328691 h 707427"/>
                <a:gd name="connsiteX164" fmla="*/ 921440 w 1039223"/>
                <a:gd name="connsiteY164" fmla="*/ 386862 h 707427"/>
                <a:gd name="connsiteX165" fmla="*/ 928060 w 1039223"/>
                <a:gd name="connsiteY165" fmla="*/ 396236 h 707427"/>
                <a:gd name="connsiteX166" fmla="*/ 936017 w 1039223"/>
                <a:gd name="connsiteY166" fmla="*/ 400092 h 707427"/>
                <a:gd name="connsiteX167" fmla="*/ 977748 w 1039223"/>
                <a:gd name="connsiteY167" fmla="*/ 400028 h 707427"/>
                <a:gd name="connsiteX168" fmla="*/ 1031587 w 1039223"/>
                <a:gd name="connsiteY168" fmla="*/ 433438 h 707427"/>
                <a:gd name="connsiteX169" fmla="*/ 1039174 w 1039223"/>
                <a:gd name="connsiteY169" fmla="*/ 465763 h 707427"/>
                <a:gd name="connsiteX170" fmla="*/ 1023504 w 1039223"/>
                <a:gd name="connsiteY170" fmla="*/ 503937 h 707427"/>
                <a:gd name="connsiteX171" fmla="*/ 988572 w 1039223"/>
                <a:gd name="connsiteY171" fmla="*/ 543545 h 707427"/>
                <a:gd name="connsiteX172" fmla="*/ 965781 w 1039223"/>
                <a:gd name="connsiteY172" fmla="*/ 569358 h 707427"/>
                <a:gd name="connsiteX173" fmla="*/ 939594 w 1039223"/>
                <a:gd name="connsiteY173" fmla="*/ 600354 h 707427"/>
                <a:gd name="connsiteX174" fmla="*/ 912193 w 1039223"/>
                <a:gd name="connsiteY174" fmla="*/ 631742 h 707427"/>
                <a:gd name="connsiteX175" fmla="*/ 881516 w 1039223"/>
                <a:gd name="connsiteY175" fmla="*/ 667271 h 707427"/>
                <a:gd name="connsiteX176" fmla="*/ 835919 w 1039223"/>
                <a:gd name="connsiteY176" fmla="*/ 696548 h 707427"/>
                <a:gd name="connsiteX177" fmla="*/ 789692 w 1039223"/>
                <a:gd name="connsiteY177" fmla="*/ 706399 h 707427"/>
                <a:gd name="connsiteX178" fmla="*/ 776157 w 1039223"/>
                <a:gd name="connsiteY178" fmla="*/ 707322 h 707427"/>
                <a:gd name="connsiteX179" fmla="*/ 634747 w 1039223"/>
                <a:gd name="connsiteY179" fmla="*/ 707364 h 707427"/>
                <a:gd name="connsiteX180" fmla="*/ 257670 w 1039223"/>
                <a:gd name="connsiteY180" fmla="*/ 707161 h 707427"/>
                <a:gd name="connsiteX181" fmla="*/ 187976 w 1039223"/>
                <a:gd name="connsiteY181" fmla="*/ 690160 h 707427"/>
                <a:gd name="connsiteX182" fmla="*/ 156713 w 1039223"/>
                <a:gd name="connsiteY182" fmla="*/ 664024 h 707427"/>
                <a:gd name="connsiteX183" fmla="*/ 143858 w 1039223"/>
                <a:gd name="connsiteY183" fmla="*/ 650046 h 707427"/>
                <a:gd name="connsiteX184" fmla="*/ 105686 w 1039223"/>
                <a:gd name="connsiteY184" fmla="*/ 607904 h 707427"/>
                <a:gd name="connsiteX185" fmla="*/ 71557 w 1039223"/>
                <a:gd name="connsiteY185" fmla="*/ 568889 h 707427"/>
                <a:gd name="connsiteX186" fmla="*/ 31800 w 1039223"/>
                <a:gd name="connsiteY186" fmla="*/ 522089 h 707427"/>
                <a:gd name="connsiteX187" fmla="*/ 8262 w 1039223"/>
                <a:gd name="connsiteY187" fmla="*/ 489498 h 707427"/>
                <a:gd name="connsiteX188" fmla="*/ 12057 w 1039223"/>
                <a:gd name="connsiteY188" fmla="*/ 422937 h 707427"/>
                <a:gd name="connsiteX189" fmla="*/ 45529 w 1039223"/>
                <a:gd name="connsiteY189" fmla="*/ 402060 h 707427"/>
                <a:gd name="connsiteX190" fmla="*/ 63208 w 1039223"/>
                <a:gd name="connsiteY190" fmla="*/ 400070 h 707427"/>
                <a:gd name="connsiteX191" fmla="*/ 107391 w 1039223"/>
                <a:gd name="connsiteY191" fmla="*/ 400129 h 707427"/>
                <a:gd name="connsiteX192" fmla="*/ 116009 w 1039223"/>
                <a:gd name="connsiteY192" fmla="*/ 395611 h 707427"/>
                <a:gd name="connsiteX193" fmla="*/ 165489 w 1039223"/>
                <a:gd name="connsiteY193" fmla="*/ 323909 h 707427"/>
                <a:gd name="connsiteX194" fmla="*/ 205669 w 1039223"/>
                <a:gd name="connsiteY194" fmla="*/ 266634 h 707427"/>
                <a:gd name="connsiteX195" fmla="*/ 208415 w 1039223"/>
                <a:gd name="connsiteY195" fmla="*/ 257840 h 707427"/>
                <a:gd name="connsiteX196" fmla="*/ 208352 w 1039223"/>
                <a:gd name="connsiteY196" fmla="*/ 81577 h 707427"/>
                <a:gd name="connsiteX197" fmla="*/ 229300 w 1039223"/>
                <a:gd name="connsiteY197" fmla="*/ 52447 h 707427"/>
                <a:gd name="connsiteX198" fmla="*/ 241520 w 1039223"/>
                <a:gd name="connsiteY198" fmla="*/ 50453 h 707427"/>
                <a:gd name="connsiteX199" fmla="*/ 407964 w 1039223"/>
                <a:gd name="connsiteY199" fmla="*/ 50367 h 707427"/>
                <a:gd name="connsiteX200" fmla="*/ 413731 w 1039223"/>
                <a:gd name="connsiteY200" fmla="*/ 50367 h 707427"/>
                <a:gd name="connsiteX201" fmla="*/ 413731 w 1039223"/>
                <a:gd name="connsiteY201" fmla="*/ 111027 h 707427"/>
                <a:gd name="connsiteX202" fmla="*/ 444947 w 1039223"/>
                <a:gd name="connsiteY202" fmla="*/ 111027 h 70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1039223" h="707427">
                  <a:moveTo>
                    <a:pt x="503782" y="476586"/>
                  </a:moveTo>
                  <a:cubicBezTo>
                    <a:pt x="501803" y="477169"/>
                    <a:pt x="499804" y="477691"/>
                    <a:pt x="497849" y="478345"/>
                  </a:cubicBezTo>
                  <a:cubicBezTo>
                    <a:pt x="482915" y="483333"/>
                    <a:pt x="470473" y="491769"/>
                    <a:pt x="460357" y="504005"/>
                  </a:cubicBezTo>
                  <a:cubicBezTo>
                    <a:pt x="449922" y="516627"/>
                    <a:pt x="444006" y="531066"/>
                    <a:pt x="442417" y="547058"/>
                  </a:cubicBezTo>
                  <a:cubicBezTo>
                    <a:pt x="440895" y="562362"/>
                    <a:pt x="443891" y="577128"/>
                    <a:pt x="451164" y="590862"/>
                  </a:cubicBezTo>
                  <a:cubicBezTo>
                    <a:pt x="467705" y="622093"/>
                    <a:pt x="500575" y="638789"/>
                    <a:pt x="534137" y="633464"/>
                  </a:cubicBezTo>
                  <a:cubicBezTo>
                    <a:pt x="553898" y="630329"/>
                    <a:pt x="570915" y="621024"/>
                    <a:pt x="583654" y="604836"/>
                  </a:cubicBezTo>
                  <a:cubicBezTo>
                    <a:pt x="598806" y="585581"/>
                    <a:pt x="605365" y="564288"/>
                    <a:pt x="600410" y="539862"/>
                  </a:cubicBezTo>
                  <a:cubicBezTo>
                    <a:pt x="594236" y="509431"/>
                    <a:pt x="576032" y="489389"/>
                    <a:pt x="547360" y="478671"/>
                  </a:cubicBezTo>
                  <a:cubicBezTo>
                    <a:pt x="533479" y="473482"/>
                    <a:pt x="519078" y="473118"/>
                    <a:pt x="503782" y="476586"/>
                  </a:cubicBezTo>
                  <a:close/>
                  <a:moveTo>
                    <a:pt x="303494" y="475968"/>
                  </a:moveTo>
                  <a:cubicBezTo>
                    <a:pt x="291844" y="473422"/>
                    <a:pt x="279639" y="473759"/>
                    <a:pt x="266987" y="477062"/>
                  </a:cubicBezTo>
                  <a:cubicBezTo>
                    <a:pt x="243804" y="483115"/>
                    <a:pt x="226150" y="497402"/>
                    <a:pt x="215385" y="519241"/>
                  </a:cubicBezTo>
                  <a:cubicBezTo>
                    <a:pt x="209160" y="531868"/>
                    <a:pt x="205613" y="545224"/>
                    <a:pt x="207639" y="559415"/>
                  </a:cubicBezTo>
                  <a:cubicBezTo>
                    <a:pt x="208736" y="567101"/>
                    <a:pt x="210772" y="574653"/>
                    <a:pt x="212456" y="583047"/>
                  </a:cubicBezTo>
                  <a:cubicBezTo>
                    <a:pt x="217880" y="595733"/>
                    <a:pt x="225152" y="606991"/>
                    <a:pt x="236144" y="615732"/>
                  </a:cubicBezTo>
                  <a:cubicBezTo>
                    <a:pt x="256414" y="631850"/>
                    <a:pt x="279179" y="638234"/>
                    <a:pt x="304450" y="632269"/>
                  </a:cubicBezTo>
                  <a:cubicBezTo>
                    <a:pt x="331285" y="625935"/>
                    <a:pt x="350142" y="609493"/>
                    <a:pt x="360983" y="584000"/>
                  </a:cubicBezTo>
                  <a:cubicBezTo>
                    <a:pt x="367303" y="569137"/>
                    <a:pt x="368639" y="553575"/>
                    <a:pt x="365278" y="538100"/>
                  </a:cubicBezTo>
                  <a:cubicBezTo>
                    <a:pt x="361271" y="519650"/>
                    <a:pt x="351828" y="504107"/>
                    <a:pt x="336674" y="492164"/>
                  </a:cubicBezTo>
                  <a:cubicBezTo>
                    <a:pt x="326240" y="483940"/>
                    <a:pt x="315144" y="478513"/>
                    <a:pt x="303494" y="475968"/>
                  </a:cubicBezTo>
                  <a:close/>
                  <a:moveTo>
                    <a:pt x="764869" y="474735"/>
                  </a:moveTo>
                  <a:cubicBezTo>
                    <a:pt x="748549" y="473256"/>
                    <a:pt x="732996" y="476423"/>
                    <a:pt x="718569" y="484633"/>
                  </a:cubicBezTo>
                  <a:cubicBezTo>
                    <a:pt x="704919" y="492401"/>
                    <a:pt x="694129" y="503026"/>
                    <a:pt x="686885" y="516874"/>
                  </a:cubicBezTo>
                  <a:cubicBezTo>
                    <a:pt x="679426" y="531133"/>
                    <a:pt x="675644" y="546186"/>
                    <a:pt x="677792" y="562631"/>
                  </a:cubicBezTo>
                  <a:cubicBezTo>
                    <a:pt x="679158" y="573084"/>
                    <a:pt x="681953" y="582834"/>
                    <a:pt x="686886" y="592048"/>
                  </a:cubicBezTo>
                  <a:cubicBezTo>
                    <a:pt x="693790" y="604943"/>
                    <a:pt x="703637" y="615074"/>
                    <a:pt x="716691" y="622974"/>
                  </a:cubicBezTo>
                  <a:cubicBezTo>
                    <a:pt x="732833" y="632423"/>
                    <a:pt x="750200" y="636640"/>
                    <a:pt x="768730" y="633590"/>
                  </a:cubicBezTo>
                  <a:cubicBezTo>
                    <a:pt x="792350" y="629704"/>
                    <a:pt x="811138" y="617659"/>
                    <a:pt x="824195" y="597496"/>
                  </a:cubicBezTo>
                  <a:cubicBezTo>
                    <a:pt x="836233" y="578905"/>
                    <a:pt x="840117" y="558596"/>
                    <a:pt x="835088" y="536829"/>
                  </a:cubicBezTo>
                  <a:cubicBezTo>
                    <a:pt x="830743" y="518023"/>
                    <a:pt x="820828" y="502694"/>
                    <a:pt x="805633" y="490910"/>
                  </a:cubicBezTo>
                  <a:cubicBezTo>
                    <a:pt x="793658" y="481625"/>
                    <a:pt x="779910" y="476098"/>
                    <a:pt x="764869" y="474735"/>
                  </a:cubicBezTo>
                  <a:close/>
                  <a:moveTo>
                    <a:pt x="925155" y="466806"/>
                  </a:moveTo>
                  <a:cubicBezTo>
                    <a:pt x="919671" y="465187"/>
                    <a:pt x="913360" y="465849"/>
                    <a:pt x="907824" y="470110"/>
                  </a:cubicBezTo>
                  <a:cubicBezTo>
                    <a:pt x="896710" y="479332"/>
                    <a:pt x="898234" y="492798"/>
                    <a:pt x="907884" y="500839"/>
                  </a:cubicBezTo>
                  <a:cubicBezTo>
                    <a:pt x="914432" y="506296"/>
                    <a:pt x="925130" y="506525"/>
                    <a:pt x="931835" y="501122"/>
                  </a:cubicBezTo>
                  <a:cubicBezTo>
                    <a:pt x="939075" y="495290"/>
                    <a:pt x="941108" y="484979"/>
                    <a:pt x="937532" y="477190"/>
                  </a:cubicBezTo>
                  <a:cubicBezTo>
                    <a:pt x="935299" y="472326"/>
                    <a:pt x="930640" y="468425"/>
                    <a:pt x="925155" y="466806"/>
                  </a:cubicBezTo>
                  <a:close/>
                  <a:moveTo>
                    <a:pt x="120275" y="465863"/>
                  </a:moveTo>
                  <a:cubicBezTo>
                    <a:pt x="112376" y="466206"/>
                    <a:pt x="106819" y="470805"/>
                    <a:pt x="103559" y="477706"/>
                  </a:cubicBezTo>
                  <a:cubicBezTo>
                    <a:pt x="99934" y="485382"/>
                    <a:pt x="101253" y="492557"/>
                    <a:pt x="107877" y="499171"/>
                  </a:cubicBezTo>
                  <a:cubicBezTo>
                    <a:pt x="111122" y="501127"/>
                    <a:pt x="114164" y="504162"/>
                    <a:pt x="117654" y="504821"/>
                  </a:cubicBezTo>
                  <a:cubicBezTo>
                    <a:pt x="125431" y="506288"/>
                    <a:pt x="132435" y="503671"/>
                    <a:pt x="137255" y="497162"/>
                  </a:cubicBezTo>
                  <a:cubicBezTo>
                    <a:pt x="142039" y="490704"/>
                    <a:pt x="142346" y="483493"/>
                    <a:pt x="138720" y="476390"/>
                  </a:cubicBezTo>
                  <a:cubicBezTo>
                    <a:pt x="134934" y="468972"/>
                    <a:pt x="128426" y="465509"/>
                    <a:pt x="120275" y="465863"/>
                  </a:cubicBezTo>
                  <a:close/>
                  <a:moveTo>
                    <a:pt x="542023" y="455225"/>
                  </a:moveTo>
                  <a:cubicBezTo>
                    <a:pt x="556335" y="457950"/>
                    <a:pt x="570000" y="463934"/>
                    <a:pt x="582791" y="473457"/>
                  </a:cubicBezTo>
                  <a:cubicBezTo>
                    <a:pt x="604248" y="489432"/>
                    <a:pt x="617537" y="511328"/>
                    <a:pt x="621709" y="537644"/>
                  </a:cubicBezTo>
                  <a:cubicBezTo>
                    <a:pt x="626206" y="566004"/>
                    <a:pt x="620168" y="592380"/>
                    <a:pt x="602333" y="615625"/>
                  </a:cubicBezTo>
                  <a:cubicBezTo>
                    <a:pt x="585985" y="636934"/>
                    <a:pt x="564507" y="650026"/>
                    <a:pt x="538270" y="654092"/>
                  </a:cubicBezTo>
                  <a:cubicBezTo>
                    <a:pt x="508891" y="658645"/>
                    <a:pt x="482041" y="651617"/>
                    <a:pt x="458471" y="632843"/>
                  </a:cubicBezTo>
                  <a:cubicBezTo>
                    <a:pt x="446381" y="623214"/>
                    <a:pt x="437620" y="611150"/>
                    <a:pt x="430465" y="597283"/>
                  </a:cubicBezTo>
                  <a:cubicBezTo>
                    <a:pt x="421953" y="579743"/>
                    <a:pt x="420016" y="561304"/>
                    <a:pt x="421866" y="542753"/>
                  </a:cubicBezTo>
                  <a:cubicBezTo>
                    <a:pt x="423972" y="521629"/>
                    <a:pt x="432561" y="502984"/>
                    <a:pt x="446950" y="486951"/>
                  </a:cubicBezTo>
                  <a:cubicBezTo>
                    <a:pt x="460750" y="471574"/>
                    <a:pt x="477494" y="461087"/>
                    <a:pt x="497377" y="456546"/>
                  </a:cubicBezTo>
                  <a:cubicBezTo>
                    <a:pt x="512753" y="453034"/>
                    <a:pt x="527712" y="452500"/>
                    <a:pt x="542023" y="455225"/>
                  </a:cubicBezTo>
                  <a:close/>
                  <a:moveTo>
                    <a:pt x="297440" y="453953"/>
                  </a:moveTo>
                  <a:cubicBezTo>
                    <a:pt x="307565" y="454872"/>
                    <a:pt x="317566" y="457351"/>
                    <a:pt x="327344" y="461770"/>
                  </a:cubicBezTo>
                  <a:cubicBezTo>
                    <a:pt x="338864" y="466975"/>
                    <a:pt x="349434" y="473610"/>
                    <a:pt x="358189" y="482561"/>
                  </a:cubicBezTo>
                  <a:cubicBezTo>
                    <a:pt x="373276" y="497989"/>
                    <a:pt x="383321" y="516196"/>
                    <a:pt x="386340" y="537953"/>
                  </a:cubicBezTo>
                  <a:cubicBezTo>
                    <a:pt x="390216" y="565885"/>
                    <a:pt x="385328" y="591869"/>
                    <a:pt x="368260" y="614589"/>
                  </a:cubicBezTo>
                  <a:cubicBezTo>
                    <a:pt x="352660" y="635355"/>
                    <a:pt x="331834" y="648407"/>
                    <a:pt x="306071" y="653436"/>
                  </a:cubicBezTo>
                  <a:cubicBezTo>
                    <a:pt x="283310" y="657879"/>
                    <a:pt x="261628" y="654664"/>
                    <a:pt x="241106" y="644434"/>
                  </a:cubicBezTo>
                  <a:cubicBezTo>
                    <a:pt x="222956" y="635385"/>
                    <a:pt x="208926" y="621640"/>
                    <a:pt x="198970" y="603898"/>
                  </a:cubicBezTo>
                  <a:cubicBezTo>
                    <a:pt x="192182" y="591801"/>
                    <a:pt x="188270" y="578882"/>
                    <a:pt x="186819" y="564996"/>
                  </a:cubicBezTo>
                  <a:cubicBezTo>
                    <a:pt x="183861" y="536711"/>
                    <a:pt x="191451" y="511822"/>
                    <a:pt x="209398" y="489931"/>
                  </a:cubicBezTo>
                  <a:cubicBezTo>
                    <a:pt x="210307" y="488821"/>
                    <a:pt x="211084" y="487603"/>
                    <a:pt x="212178" y="486191"/>
                  </a:cubicBezTo>
                  <a:cubicBezTo>
                    <a:pt x="227290" y="469969"/>
                    <a:pt x="245403" y="459285"/>
                    <a:pt x="266789" y="455495"/>
                  </a:cubicBezTo>
                  <a:cubicBezTo>
                    <a:pt x="277065" y="453674"/>
                    <a:pt x="287314" y="453033"/>
                    <a:pt x="297440" y="453953"/>
                  </a:cubicBezTo>
                  <a:close/>
                  <a:moveTo>
                    <a:pt x="752605" y="453865"/>
                  </a:moveTo>
                  <a:cubicBezTo>
                    <a:pt x="770986" y="453349"/>
                    <a:pt x="788291" y="456493"/>
                    <a:pt x="804614" y="465199"/>
                  </a:cubicBezTo>
                  <a:cubicBezTo>
                    <a:pt x="822060" y="474505"/>
                    <a:pt x="835408" y="487793"/>
                    <a:pt x="845289" y="504843"/>
                  </a:cubicBezTo>
                  <a:cubicBezTo>
                    <a:pt x="856289" y="523821"/>
                    <a:pt x="859553" y="544481"/>
                    <a:pt x="857468" y="565800"/>
                  </a:cubicBezTo>
                  <a:cubicBezTo>
                    <a:pt x="855559" y="585336"/>
                    <a:pt x="848047" y="602895"/>
                    <a:pt x="835410" y="618357"/>
                  </a:cubicBezTo>
                  <a:cubicBezTo>
                    <a:pt x="822258" y="634449"/>
                    <a:pt x="805762" y="645297"/>
                    <a:pt x="786173" y="651150"/>
                  </a:cubicBezTo>
                  <a:cubicBezTo>
                    <a:pt x="773238" y="655014"/>
                    <a:pt x="759907" y="656064"/>
                    <a:pt x="746129" y="654600"/>
                  </a:cubicBezTo>
                  <a:cubicBezTo>
                    <a:pt x="726372" y="652499"/>
                    <a:pt x="708934" y="645358"/>
                    <a:pt x="693816" y="633111"/>
                  </a:cubicBezTo>
                  <a:cubicBezTo>
                    <a:pt x="676362" y="618970"/>
                    <a:pt x="664464" y="600874"/>
                    <a:pt x="659235" y="578661"/>
                  </a:cubicBezTo>
                  <a:cubicBezTo>
                    <a:pt x="656729" y="568018"/>
                    <a:pt x="655500" y="557256"/>
                    <a:pt x="656466" y="546463"/>
                  </a:cubicBezTo>
                  <a:cubicBezTo>
                    <a:pt x="658300" y="525987"/>
                    <a:pt x="665548" y="507528"/>
                    <a:pt x="678402" y="491267"/>
                  </a:cubicBezTo>
                  <a:cubicBezTo>
                    <a:pt x="687144" y="480207"/>
                    <a:pt x="697855" y="471692"/>
                    <a:pt x="710407" y="464788"/>
                  </a:cubicBezTo>
                  <a:cubicBezTo>
                    <a:pt x="723961" y="458189"/>
                    <a:pt x="737706" y="454283"/>
                    <a:pt x="752605" y="453865"/>
                  </a:cubicBezTo>
                  <a:close/>
                  <a:moveTo>
                    <a:pt x="128406" y="450756"/>
                  </a:moveTo>
                  <a:cubicBezTo>
                    <a:pt x="135060" y="452112"/>
                    <a:pt x="141377" y="455239"/>
                    <a:pt x="146155" y="459779"/>
                  </a:cubicBezTo>
                  <a:cubicBezTo>
                    <a:pt x="156227" y="469350"/>
                    <a:pt x="158814" y="481296"/>
                    <a:pt x="155953" y="493963"/>
                  </a:cubicBezTo>
                  <a:cubicBezTo>
                    <a:pt x="152689" y="508412"/>
                    <a:pt x="142832" y="517725"/>
                    <a:pt x="128160" y="520456"/>
                  </a:cubicBezTo>
                  <a:cubicBezTo>
                    <a:pt x="121150" y="521760"/>
                    <a:pt x="113637" y="521717"/>
                    <a:pt x="106535" y="517852"/>
                  </a:cubicBezTo>
                  <a:cubicBezTo>
                    <a:pt x="92484" y="510937"/>
                    <a:pt x="85704" y="499533"/>
                    <a:pt x="85924" y="484576"/>
                  </a:cubicBezTo>
                  <a:cubicBezTo>
                    <a:pt x="86132" y="470463"/>
                    <a:pt x="93963" y="458446"/>
                    <a:pt x="108638" y="452356"/>
                  </a:cubicBezTo>
                  <a:cubicBezTo>
                    <a:pt x="114762" y="449815"/>
                    <a:pt x="121752" y="449400"/>
                    <a:pt x="128406" y="450756"/>
                  </a:cubicBezTo>
                  <a:close/>
                  <a:moveTo>
                    <a:pt x="925754" y="450163"/>
                  </a:moveTo>
                  <a:cubicBezTo>
                    <a:pt x="932346" y="451246"/>
                    <a:pt x="938595" y="454442"/>
                    <a:pt x="944289" y="459831"/>
                  </a:cubicBezTo>
                  <a:cubicBezTo>
                    <a:pt x="947889" y="463238"/>
                    <a:pt x="950097" y="468118"/>
                    <a:pt x="952985" y="472723"/>
                  </a:cubicBezTo>
                  <a:cubicBezTo>
                    <a:pt x="961616" y="497611"/>
                    <a:pt x="943934" y="520706"/>
                    <a:pt x="920585" y="520984"/>
                  </a:cubicBezTo>
                  <a:cubicBezTo>
                    <a:pt x="899413" y="521237"/>
                    <a:pt x="883506" y="504265"/>
                    <a:pt x="884294" y="484195"/>
                  </a:cubicBezTo>
                  <a:cubicBezTo>
                    <a:pt x="884873" y="469449"/>
                    <a:pt x="892873" y="458511"/>
                    <a:pt x="905162" y="453178"/>
                  </a:cubicBezTo>
                  <a:cubicBezTo>
                    <a:pt x="912228" y="450112"/>
                    <a:pt x="919163" y="449080"/>
                    <a:pt x="925754" y="450163"/>
                  </a:cubicBezTo>
                  <a:close/>
                  <a:moveTo>
                    <a:pt x="976594" y="445063"/>
                  </a:moveTo>
                  <a:cubicBezTo>
                    <a:pt x="672185" y="445173"/>
                    <a:pt x="367775" y="445155"/>
                    <a:pt x="63366" y="445155"/>
                  </a:cubicBezTo>
                  <a:cubicBezTo>
                    <a:pt x="62220" y="445155"/>
                    <a:pt x="61057" y="445022"/>
                    <a:pt x="59932" y="445176"/>
                  </a:cubicBezTo>
                  <a:cubicBezTo>
                    <a:pt x="48100" y="446797"/>
                    <a:pt x="44136" y="451606"/>
                    <a:pt x="45787" y="461832"/>
                  </a:cubicBezTo>
                  <a:cubicBezTo>
                    <a:pt x="46507" y="466294"/>
                    <a:pt x="49105" y="470864"/>
                    <a:pt x="51974" y="474497"/>
                  </a:cubicBezTo>
                  <a:cubicBezTo>
                    <a:pt x="63627" y="489255"/>
                    <a:pt x="75524" y="503831"/>
                    <a:pt x="87693" y="518167"/>
                  </a:cubicBezTo>
                  <a:cubicBezTo>
                    <a:pt x="102735" y="535886"/>
                    <a:pt x="118030" y="553393"/>
                    <a:pt x="133415" y="570816"/>
                  </a:cubicBezTo>
                  <a:cubicBezTo>
                    <a:pt x="145635" y="584654"/>
                    <a:pt x="158179" y="598206"/>
                    <a:pt x="170526" y="611932"/>
                  </a:cubicBezTo>
                  <a:cubicBezTo>
                    <a:pt x="174514" y="616366"/>
                    <a:pt x="178143" y="621136"/>
                    <a:pt x="182278" y="625424"/>
                  </a:cubicBezTo>
                  <a:cubicBezTo>
                    <a:pt x="189466" y="632877"/>
                    <a:pt x="196106" y="641223"/>
                    <a:pt x="204439" y="647128"/>
                  </a:cubicBezTo>
                  <a:cubicBezTo>
                    <a:pt x="219706" y="657947"/>
                    <a:pt x="237858" y="661981"/>
                    <a:pt x="256209" y="662016"/>
                  </a:cubicBezTo>
                  <a:cubicBezTo>
                    <a:pt x="414632" y="662318"/>
                    <a:pt x="573056" y="662190"/>
                    <a:pt x="732462" y="662190"/>
                  </a:cubicBezTo>
                  <a:cubicBezTo>
                    <a:pt x="745229" y="662190"/>
                    <a:pt x="758006" y="661859"/>
                    <a:pt x="770760" y="662269"/>
                  </a:cubicBezTo>
                  <a:cubicBezTo>
                    <a:pt x="788875" y="662851"/>
                    <a:pt x="806180" y="658986"/>
                    <a:pt x="823079" y="653200"/>
                  </a:cubicBezTo>
                  <a:cubicBezTo>
                    <a:pt x="831695" y="650250"/>
                    <a:pt x="839909" y="646077"/>
                    <a:pt x="846093" y="638905"/>
                  </a:cubicBezTo>
                  <a:cubicBezTo>
                    <a:pt x="854523" y="629129"/>
                    <a:pt x="862974" y="619371"/>
                    <a:pt x="871450" y="609636"/>
                  </a:cubicBezTo>
                  <a:cubicBezTo>
                    <a:pt x="878452" y="601595"/>
                    <a:pt x="885580" y="593664"/>
                    <a:pt x="892517" y="585569"/>
                  </a:cubicBezTo>
                  <a:cubicBezTo>
                    <a:pt x="903524" y="572723"/>
                    <a:pt x="914352" y="559726"/>
                    <a:pt x="925378" y="546898"/>
                  </a:cubicBezTo>
                  <a:cubicBezTo>
                    <a:pt x="934537" y="536241"/>
                    <a:pt x="943859" y="525725"/>
                    <a:pt x="953132" y="515166"/>
                  </a:cubicBezTo>
                  <a:cubicBezTo>
                    <a:pt x="965072" y="501570"/>
                    <a:pt x="976926" y="487895"/>
                    <a:pt x="989039" y="474453"/>
                  </a:cubicBezTo>
                  <a:cubicBezTo>
                    <a:pt x="994326" y="468586"/>
                    <a:pt x="995668" y="463838"/>
                    <a:pt x="992738" y="456972"/>
                  </a:cubicBezTo>
                  <a:cubicBezTo>
                    <a:pt x="989700" y="449854"/>
                    <a:pt x="985393" y="445059"/>
                    <a:pt x="976594" y="445063"/>
                  </a:cubicBezTo>
                  <a:close/>
                  <a:moveTo>
                    <a:pt x="797681" y="304647"/>
                  </a:moveTo>
                  <a:cubicBezTo>
                    <a:pt x="611803" y="304732"/>
                    <a:pt x="425924" y="304720"/>
                    <a:pt x="240045" y="304720"/>
                  </a:cubicBezTo>
                  <a:cubicBezTo>
                    <a:pt x="238900" y="304720"/>
                    <a:pt x="237684" y="304478"/>
                    <a:pt x="236627" y="304785"/>
                  </a:cubicBezTo>
                  <a:cubicBezTo>
                    <a:pt x="235385" y="305146"/>
                    <a:pt x="233867" y="305690"/>
                    <a:pt x="233180" y="306659"/>
                  </a:cubicBezTo>
                  <a:cubicBezTo>
                    <a:pt x="224508" y="318900"/>
                    <a:pt x="216000" y="331258"/>
                    <a:pt x="207378" y="343535"/>
                  </a:cubicBezTo>
                  <a:cubicBezTo>
                    <a:pt x="197831" y="357129"/>
                    <a:pt x="188167" y="370640"/>
                    <a:pt x="178643" y="384251"/>
                  </a:cubicBezTo>
                  <a:cubicBezTo>
                    <a:pt x="175127" y="389277"/>
                    <a:pt x="171864" y="394481"/>
                    <a:pt x="168238" y="399980"/>
                  </a:cubicBezTo>
                  <a:cubicBezTo>
                    <a:pt x="363986" y="399980"/>
                    <a:pt x="559027" y="399980"/>
                    <a:pt x="755049" y="399980"/>
                  </a:cubicBezTo>
                  <a:cubicBezTo>
                    <a:pt x="794407" y="399980"/>
                    <a:pt x="833764" y="399980"/>
                    <a:pt x="873826" y="399980"/>
                  </a:cubicBezTo>
                  <a:cubicBezTo>
                    <a:pt x="872798" y="398081"/>
                    <a:pt x="872282" y="396763"/>
                    <a:pt x="871465" y="395670"/>
                  </a:cubicBezTo>
                  <a:cubicBezTo>
                    <a:pt x="850017" y="366961"/>
                    <a:pt x="828425" y="338359"/>
                    <a:pt x="807205" y="309484"/>
                  </a:cubicBezTo>
                  <a:cubicBezTo>
                    <a:pt x="804506" y="305812"/>
                    <a:pt x="801953" y="304645"/>
                    <a:pt x="797681" y="304647"/>
                  </a:cubicBezTo>
                  <a:close/>
                  <a:moveTo>
                    <a:pt x="634070" y="169196"/>
                  </a:moveTo>
                  <a:cubicBezTo>
                    <a:pt x="634070" y="182573"/>
                    <a:pt x="634070" y="195396"/>
                    <a:pt x="634070" y="208203"/>
                  </a:cubicBezTo>
                  <a:cubicBezTo>
                    <a:pt x="757804" y="208203"/>
                    <a:pt x="881232" y="208203"/>
                    <a:pt x="1004678" y="208203"/>
                  </a:cubicBezTo>
                  <a:cubicBezTo>
                    <a:pt x="1004678" y="195101"/>
                    <a:pt x="1004678" y="182278"/>
                    <a:pt x="1004678" y="169196"/>
                  </a:cubicBezTo>
                  <a:cubicBezTo>
                    <a:pt x="970696" y="169196"/>
                    <a:pt x="937018" y="169196"/>
                    <a:pt x="902358" y="169196"/>
                  </a:cubicBezTo>
                  <a:cubicBezTo>
                    <a:pt x="812934" y="169196"/>
                    <a:pt x="723510" y="169196"/>
                    <a:pt x="634070" y="169196"/>
                  </a:cubicBezTo>
                  <a:close/>
                  <a:moveTo>
                    <a:pt x="253019" y="156704"/>
                  </a:moveTo>
                  <a:cubicBezTo>
                    <a:pt x="253019" y="191073"/>
                    <a:pt x="253019" y="225167"/>
                    <a:pt x="253019" y="259545"/>
                  </a:cubicBezTo>
                  <a:cubicBezTo>
                    <a:pt x="266374" y="259545"/>
                    <a:pt x="279436" y="259545"/>
                    <a:pt x="293481" y="259545"/>
                  </a:cubicBezTo>
                  <a:cubicBezTo>
                    <a:pt x="391743" y="259545"/>
                    <a:pt x="490004" y="259545"/>
                    <a:pt x="588296" y="259545"/>
                  </a:cubicBezTo>
                  <a:cubicBezTo>
                    <a:pt x="588296" y="224902"/>
                    <a:pt x="588296" y="190808"/>
                    <a:pt x="588296" y="156704"/>
                  </a:cubicBezTo>
                  <a:cubicBezTo>
                    <a:pt x="476351" y="156704"/>
                    <a:pt x="364701" y="156704"/>
                    <a:pt x="253019" y="156704"/>
                  </a:cubicBezTo>
                  <a:close/>
                  <a:moveTo>
                    <a:pt x="386849" y="72931"/>
                  </a:moveTo>
                  <a:cubicBezTo>
                    <a:pt x="357079" y="72968"/>
                    <a:pt x="327308" y="72954"/>
                    <a:pt x="297538" y="72954"/>
                  </a:cubicBezTo>
                  <a:cubicBezTo>
                    <a:pt x="279217" y="72954"/>
                    <a:pt x="260897" y="72930"/>
                    <a:pt x="242577" y="72968"/>
                  </a:cubicBezTo>
                  <a:cubicBezTo>
                    <a:pt x="236730" y="72980"/>
                    <a:pt x="231416" y="77150"/>
                    <a:pt x="231223" y="82576"/>
                  </a:cubicBezTo>
                  <a:cubicBezTo>
                    <a:pt x="230887" y="91999"/>
                    <a:pt x="231129" y="101444"/>
                    <a:pt x="231129" y="111008"/>
                  </a:cubicBezTo>
                  <a:cubicBezTo>
                    <a:pt x="284679" y="111008"/>
                    <a:pt x="337747" y="111008"/>
                    <a:pt x="391196" y="111008"/>
                  </a:cubicBezTo>
                  <a:cubicBezTo>
                    <a:pt x="391196" y="99681"/>
                    <a:pt x="391196" y="88595"/>
                    <a:pt x="391196" y="76561"/>
                  </a:cubicBezTo>
                  <a:cubicBezTo>
                    <a:pt x="391975" y="72674"/>
                    <a:pt x="389447" y="72927"/>
                    <a:pt x="386849" y="72931"/>
                  </a:cubicBezTo>
                  <a:close/>
                  <a:moveTo>
                    <a:pt x="444947" y="0"/>
                  </a:moveTo>
                  <a:lnTo>
                    <a:pt x="467669" y="0"/>
                  </a:lnTo>
                  <a:lnTo>
                    <a:pt x="467669" y="111190"/>
                  </a:lnTo>
                  <a:cubicBezTo>
                    <a:pt x="523189" y="111190"/>
                    <a:pt x="578242" y="111190"/>
                    <a:pt x="633592" y="111190"/>
                  </a:cubicBezTo>
                  <a:cubicBezTo>
                    <a:pt x="633592" y="122728"/>
                    <a:pt x="633592" y="133804"/>
                    <a:pt x="633592" y="145339"/>
                  </a:cubicBezTo>
                  <a:cubicBezTo>
                    <a:pt x="764883" y="145339"/>
                    <a:pt x="895877" y="145339"/>
                    <a:pt x="1027220" y="145339"/>
                  </a:cubicBezTo>
                  <a:cubicBezTo>
                    <a:pt x="1027220" y="174008"/>
                    <a:pt x="1027220" y="202220"/>
                    <a:pt x="1027220" y="230893"/>
                  </a:cubicBezTo>
                  <a:cubicBezTo>
                    <a:pt x="896337" y="230893"/>
                    <a:pt x="765344" y="230893"/>
                    <a:pt x="634057" y="230893"/>
                  </a:cubicBezTo>
                  <a:cubicBezTo>
                    <a:pt x="634057" y="240575"/>
                    <a:pt x="634057" y="249801"/>
                    <a:pt x="634057" y="259545"/>
                  </a:cubicBezTo>
                  <a:cubicBezTo>
                    <a:pt x="635860" y="259545"/>
                    <a:pt x="637606" y="259545"/>
                    <a:pt x="639351" y="259545"/>
                  </a:cubicBezTo>
                  <a:cubicBezTo>
                    <a:pt x="700070" y="259545"/>
                    <a:pt x="760789" y="259613"/>
                    <a:pt x="821507" y="259399"/>
                  </a:cubicBezTo>
                  <a:cubicBezTo>
                    <a:pt x="825737" y="259384"/>
                    <a:pt x="827980" y="261221"/>
                    <a:pt x="830074" y="264028"/>
                  </a:cubicBezTo>
                  <a:cubicBezTo>
                    <a:pt x="846143" y="285561"/>
                    <a:pt x="862165" y="307131"/>
                    <a:pt x="878200" y="328691"/>
                  </a:cubicBezTo>
                  <a:cubicBezTo>
                    <a:pt x="892618" y="348078"/>
                    <a:pt x="907043" y="367460"/>
                    <a:pt x="921440" y="386862"/>
                  </a:cubicBezTo>
                  <a:cubicBezTo>
                    <a:pt x="923719" y="389933"/>
                    <a:pt x="925927" y="393062"/>
                    <a:pt x="928060" y="396236"/>
                  </a:cubicBezTo>
                  <a:cubicBezTo>
                    <a:pt x="929993" y="399114"/>
                    <a:pt x="932377" y="400165"/>
                    <a:pt x="936017" y="400092"/>
                  </a:cubicBezTo>
                  <a:cubicBezTo>
                    <a:pt x="949923" y="399814"/>
                    <a:pt x="963842" y="399762"/>
                    <a:pt x="977748" y="400028"/>
                  </a:cubicBezTo>
                  <a:cubicBezTo>
                    <a:pt x="1002231" y="400496"/>
                    <a:pt x="1020052" y="411771"/>
                    <a:pt x="1031587" y="433438"/>
                  </a:cubicBezTo>
                  <a:cubicBezTo>
                    <a:pt x="1037018" y="443638"/>
                    <a:pt x="1039622" y="454511"/>
                    <a:pt x="1039174" y="465763"/>
                  </a:cubicBezTo>
                  <a:cubicBezTo>
                    <a:pt x="1038600" y="480157"/>
                    <a:pt x="1033775" y="493048"/>
                    <a:pt x="1023504" y="503937"/>
                  </a:cubicBezTo>
                  <a:cubicBezTo>
                    <a:pt x="1011432" y="516736"/>
                    <a:pt x="1000198" y="530324"/>
                    <a:pt x="988572" y="543545"/>
                  </a:cubicBezTo>
                  <a:cubicBezTo>
                    <a:pt x="980993" y="552165"/>
                    <a:pt x="973266" y="560658"/>
                    <a:pt x="965781" y="569358"/>
                  </a:cubicBezTo>
                  <a:cubicBezTo>
                    <a:pt x="956960" y="579611"/>
                    <a:pt x="948405" y="590092"/>
                    <a:pt x="939594" y="600354"/>
                  </a:cubicBezTo>
                  <a:cubicBezTo>
                    <a:pt x="930546" y="610890"/>
                    <a:pt x="921295" y="621252"/>
                    <a:pt x="912193" y="631742"/>
                  </a:cubicBezTo>
                  <a:cubicBezTo>
                    <a:pt x="901939" y="643560"/>
                    <a:pt x="891825" y="655501"/>
                    <a:pt x="881516" y="667271"/>
                  </a:cubicBezTo>
                  <a:cubicBezTo>
                    <a:pt x="869148" y="681392"/>
                    <a:pt x="853692" y="690772"/>
                    <a:pt x="835919" y="696548"/>
                  </a:cubicBezTo>
                  <a:cubicBezTo>
                    <a:pt x="820848" y="701446"/>
                    <a:pt x="805599" y="705442"/>
                    <a:pt x="789692" y="706399"/>
                  </a:cubicBezTo>
                  <a:cubicBezTo>
                    <a:pt x="785178" y="706671"/>
                    <a:pt x="780669" y="707315"/>
                    <a:pt x="776157" y="707322"/>
                  </a:cubicBezTo>
                  <a:cubicBezTo>
                    <a:pt x="729184" y="707391"/>
                    <a:pt x="682211" y="707364"/>
                    <a:pt x="634747" y="707364"/>
                  </a:cubicBezTo>
                  <a:cubicBezTo>
                    <a:pt x="508727" y="707364"/>
                    <a:pt x="383197" y="707600"/>
                    <a:pt x="257670" y="707161"/>
                  </a:cubicBezTo>
                  <a:cubicBezTo>
                    <a:pt x="233388" y="707076"/>
                    <a:pt x="209659" y="701981"/>
                    <a:pt x="187976" y="690160"/>
                  </a:cubicBezTo>
                  <a:cubicBezTo>
                    <a:pt x="175868" y="683559"/>
                    <a:pt x="165346" y="674942"/>
                    <a:pt x="156713" y="664024"/>
                  </a:cubicBezTo>
                  <a:cubicBezTo>
                    <a:pt x="152797" y="659073"/>
                    <a:pt x="148118" y="654730"/>
                    <a:pt x="143858" y="650046"/>
                  </a:cubicBezTo>
                  <a:cubicBezTo>
                    <a:pt x="131106" y="636024"/>
                    <a:pt x="118300" y="622049"/>
                    <a:pt x="105686" y="607904"/>
                  </a:cubicBezTo>
                  <a:cubicBezTo>
                    <a:pt x="94187" y="595008"/>
                    <a:pt x="82836" y="581978"/>
                    <a:pt x="71557" y="568889"/>
                  </a:cubicBezTo>
                  <a:cubicBezTo>
                    <a:pt x="58195" y="553382"/>
                    <a:pt x="44698" y="537977"/>
                    <a:pt x="31800" y="522089"/>
                  </a:cubicBezTo>
                  <a:cubicBezTo>
                    <a:pt x="23351" y="511683"/>
                    <a:pt x="14369" y="501273"/>
                    <a:pt x="8262" y="489498"/>
                  </a:cubicBezTo>
                  <a:cubicBezTo>
                    <a:pt x="-3358" y="467096"/>
                    <a:pt x="-3276" y="444326"/>
                    <a:pt x="12057" y="422937"/>
                  </a:cubicBezTo>
                  <a:cubicBezTo>
                    <a:pt x="20348" y="411371"/>
                    <a:pt x="32116" y="405222"/>
                    <a:pt x="45529" y="402060"/>
                  </a:cubicBezTo>
                  <a:cubicBezTo>
                    <a:pt x="51266" y="400708"/>
                    <a:pt x="57296" y="400179"/>
                    <a:pt x="63208" y="400070"/>
                  </a:cubicBezTo>
                  <a:cubicBezTo>
                    <a:pt x="77932" y="399797"/>
                    <a:pt x="92672" y="399746"/>
                    <a:pt x="107391" y="400129"/>
                  </a:cubicBezTo>
                  <a:cubicBezTo>
                    <a:pt x="111572" y="400237"/>
                    <a:pt x="113984" y="398539"/>
                    <a:pt x="116009" y="395611"/>
                  </a:cubicBezTo>
                  <a:cubicBezTo>
                    <a:pt x="132527" y="371727"/>
                    <a:pt x="148909" y="347749"/>
                    <a:pt x="165489" y="323909"/>
                  </a:cubicBezTo>
                  <a:cubicBezTo>
                    <a:pt x="178804" y="304762"/>
                    <a:pt x="192419" y="285825"/>
                    <a:pt x="205669" y="266634"/>
                  </a:cubicBezTo>
                  <a:cubicBezTo>
                    <a:pt x="207347" y="264203"/>
                    <a:pt x="208407" y="260797"/>
                    <a:pt x="208415" y="257840"/>
                  </a:cubicBezTo>
                  <a:cubicBezTo>
                    <a:pt x="208573" y="199086"/>
                    <a:pt x="208741" y="140330"/>
                    <a:pt x="208352" y="81577"/>
                  </a:cubicBezTo>
                  <a:cubicBezTo>
                    <a:pt x="208276" y="70234"/>
                    <a:pt x="218511" y="55809"/>
                    <a:pt x="229300" y="52447"/>
                  </a:cubicBezTo>
                  <a:cubicBezTo>
                    <a:pt x="233210" y="51229"/>
                    <a:pt x="237436" y="50462"/>
                    <a:pt x="241520" y="50453"/>
                  </a:cubicBezTo>
                  <a:cubicBezTo>
                    <a:pt x="297001" y="50325"/>
                    <a:pt x="352483" y="50367"/>
                    <a:pt x="407964" y="50367"/>
                  </a:cubicBezTo>
                  <a:cubicBezTo>
                    <a:pt x="409731" y="50367"/>
                    <a:pt x="411498" y="50367"/>
                    <a:pt x="413731" y="50367"/>
                  </a:cubicBezTo>
                  <a:cubicBezTo>
                    <a:pt x="413731" y="70742"/>
                    <a:pt x="413731" y="90774"/>
                    <a:pt x="413731" y="111027"/>
                  </a:cubicBezTo>
                  <a:cubicBezTo>
                    <a:pt x="424291" y="111027"/>
                    <a:pt x="434384" y="111027"/>
                    <a:pt x="444947" y="111027"/>
                  </a:cubicBezTo>
                  <a:close/>
                </a:path>
              </a:pathLst>
            </a:custGeom>
            <a:solidFill>
              <a:schemeClr val="accent2"/>
            </a:solidFill>
            <a:ln w="6350" cap="flat">
              <a:noFill/>
              <a:prstDash val="solid"/>
              <a:miter/>
            </a:ln>
          </p:spPr>
          <p:txBody>
            <a:bodyPr wrap="square" rtlCol="0" anchor="ctr">
              <a:noAutofit/>
            </a:bodyPr>
            <a:lstStyle/>
            <a:p>
              <a:endParaRPr lang="en-US" dirty="0">
                <a:solidFill>
                  <a:srgbClr val="AEAEAE"/>
                </a:solidFill>
              </a:endParaRPr>
            </a:p>
          </p:txBody>
        </p:sp>
      </p:grpSp>
      <p:grpSp>
        <p:nvGrpSpPr>
          <p:cNvPr id="99" name="Group 98">
            <a:extLst>
              <a:ext uri="{FF2B5EF4-FFF2-40B4-BE49-F238E27FC236}">
                <a16:creationId xmlns:a16="http://schemas.microsoft.com/office/drawing/2014/main" id="{F8BB5E36-D8E3-E1FD-8120-6D7F1B0CD151}"/>
              </a:ext>
              <a:ext uri="{C183D7F6-B498-43B3-948B-1728B52AA6E4}">
                <adec:decorative xmlns:adec="http://schemas.microsoft.com/office/drawing/2017/decorative" val="1"/>
              </a:ext>
            </a:extLst>
          </p:cNvPr>
          <p:cNvGrpSpPr>
            <a:grpSpLocks noChangeAspect="1"/>
          </p:cNvGrpSpPr>
          <p:nvPr/>
        </p:nvGrpSpPr>
        <p:grpSpPr>
          <a:xfrm>
            <a:off x="639763" y="5755986"/>
            <a:ext cx="455896" cy="457200"/>
            <a:chOff x="639763" y="5755986"/>
            <a:chExt cx="455896" cy="457200"/>
          </a:xfrm>
          <a:solidFill>
            <a:srgbClr val="FF0000"/>
          </a:solidFill>
        </p:grpSpPr>
        <p:sp>
          <p:nvSpPr>
            <p:cNvPr id="2872" name="Freeform: Shape 2871">
              <a:extLst>
                <a:ext uri="{FF2B5EF4-FFF2-40B4-BE49-F238E27FC236}">
                  <a16:creationId xmlns:a16="http://schemas.microsoft.com/office/drawing/2014/main" id="{3132663A-9F45-FD74-FCCA-985D1F5DED9F}"/>
                </a:ext>
                <a:ext uri="{C183D7F6-B498-43B3-948B-1728B52AA6E4}">
                  <adec:decorative xmlns:adec="http://schemas.microsoft.com/office/drawing/2017/decorative" val="1"/>
                </a:ext>
              </a:extLst>
            </p:cNvPr>
            <p:cNvSpPr/>
            <p:nvPr/>
          </p:nvSpPr>
          <p:spPr>
            <a:xfrm>
              <a:off x="639763" y="5860827"/>
              <a:ext cx="455896" cy="352359"/>
            </a:xfrm>
            <a:custGeom>
              <a:avLst/>
              <a:gdLst>
                <a:gd name="connsiteX0" fmla="*/ 705786 w 968518"/>
                <a:gd name="connsiteY0" fmla="*/ 418402 h 748561"/>
                <a:gd name="connsiteX1" fmla="*/ 642994 w 968518"/>
                <a:gd name="connsiteY1" fmla="*/ 484810 h 748561"/>
                <a:gd name="connsiteX2" fmla="*/ 642994 w 968518"/>
                <a:gd name="connsiteY2" fmla="*/ 703255 h 748561"/>
                <a:gd name="connsiteX3" fmla="*/ 698874 w 968518"/>
                <a:gd name="connsiteY3" fmla="*/ 703255 h 748561"/>
                <a:gd name="connsiteX4" fmla="*/ 698874 w 968518"/>
                <a:gd name="connsiteY4" fmla="*/ 614413 h 748561"/>
                <a:gd name="connsiteX5" fmla="*/ 742897 w 968518"/>
                <a:gd name="connsiteY5" fmla="*/ 614413 h 748561"/>
                <a:gd name="connsiteX6" fmla="*/ 742897 w 968518"/>
                <a:gd name="connsiteY6" fmla="*/ 703255 h 748561"/>
                <a:gd name="connsiteX7" fmla="*/ 818238 w 968518"/>
                <a:gd name="connsiteY7" fmla="*/ 703255 h 748561"/>
                <a:gd name="connsiteX8" fmla="*/ 818238 w 968518"/>
                <a:gd name="connsiteY8" fmla="*/ 418402 h 748561"/>
                <a:gd name="connsiteX9" fmla="*/ 705786 w 968518"/>
                <a:gd name="connsiteY9" fmla="*/ 537327 h 748561"/>
                <a:gd name="connsiteX10" fmla="*/ 247452 w 968518"/>
                <a:gd name="connsiteY10" fmla="*/ 396357 h 748561"/>
                <a:gd name="connsiteX11" fmla="*/ 247452 w 968518"/>
                <a:gd name="connsiteY11" fmla="*/ 704534 h 748561"/>
                <a:gd name="connsiteX12" fmla="*/ 593335 w 968518"/>
                <a:gd name="connsiteY12" fmla="*/ 704534 h 748561"/>
                <a:gd name="connsiteX13" fmla="*/ 593335 w 968518"/>
                <a:gd name="connsiteY13" fmla="*/ 472768 h 748561"/>
                <a:gd name="connsiteX14" fmla="*/ 593551 w 968518"/>
                <a:gd name="connsiteY14" fmla="*/ 472540 h 748561"/>
                <a:gd name="connsiteX15" fmla="*/ 593551 w 968518"/>
                <a:gd name="connsiteY15" fmla="*/ 396357 h 748561"/>
                <a:gd name="connsiteX16" fmla="*/ 111410 w 968518"/>
                <a:gd name="connsiteY16" fmla="*/ 0 h 748561"/>
                <a:gd name="connsiteX17" fmla="*/ 155434 w 968518"/>
                <a:gd name="connsiteY17" fmla="*/ 0 h 748561"/>
                <a:gd name="connsiteX18" fmla="*/ 155434 w 968518"/>
                <a:gd name="connsiteY18" fmla="*/ 692 h 748561"/>
                <a:gd name="connsiteX19" fmla="*/ 260748 w 968518"/>
                <a:gd name="connsiteY19" fmla="*/ 692 h 748561"/>
                <a:gd name="connsiteX20" fmla="*/ 260748 w 968518"/>
                <a:gd name="connsiteY20" fmla="*/ 44715 h 748561"/>
                <a:gd name="connsiteX21" fmla="*/ 155434 w 968518"/>
                <a:gd name="connsiteY21" fmla="*/ 44715 h 748561"/>
                <a:gd name="connsiteX22" fmla="*/ 155434 w 968518"/>
                <a:gd name="connsiteY22" fmla="*/ 704537 h 748561"/>
                <a:gd name="connsiteX23" fmla="*/ 198009 w 968518"/>
                <a:gd name="connsiteY23" fmla="*/ 704537 h 748561"/>
                <a:gd name="connsiteX24" fmla="*/ 198009 w 968518"/>
                <a:gd name="connsiteY24" fmla="*/ 352332 h 748561"/>
                <a:gd name="connsiteX25" fmla="*/ 310241 w 968518"/>
                <a:gd name="connsiteY25" fmla="*/ 352332 h 748561"/>
                <a:gd name="connsiteX26" fmla="*/ 310241 w 968518"/>
                <a:gd name="connsiteY26" fmla="*/ 286018 h 748561"/>
                <a:gd name="connsiteX27" fmla="*/ 310241 w 968518"/>
                <a:gd name="connsiteY27" fmla="*/ 286018 h 748561"/>
                <a:gd name="connsiteX28" fmla="*/ 310241 w 968518"/>
                <a:gd name="connsiteY28" fmla="*/ 93415 h 748561"/>
                <a:gd name="connsiteX29" fmla="*/ 354264 w 968518"/>
                <a:gd name="connsiteY29" fmla="*/ 93415 h 748561"/>
                <a:gd name="connsiteX30" fmla="*/ 354264 w 968518"/>
                <a:gd name="connsiteY30" fmla="*/ 251093 h 748561"/>
                <a:gd name="connsiteX31" fmla="*/ 354265 w 968518"/>
                <a:gd name="connsiteY31" fmla="*/ 251093 h 748561"/>
                <a:gd name="connsiteX32" fmla="*/ 354265 w 968518"/>
                <a:gd name="connsiteY32" fmla="*/ 352332 h 748561"/>
                <a:gd name="connsiteX33" fmla="*/ 642994 w 968518"/>
                <a:gd name="connsiteY33" fmla="*/ 352332 h 748561"/>
                <a:gd name="connsiteX34" fmla="*/ 642994 w 968518"/>
                <a:gd name="connsiteY34" fmla="*/ 420250 h 748561"/>
                <a:gd name="connsiteX35" fmla="*/ 748625 w 968518"/>
                <a:gd name="connsiteY35" fmla="*/ 308538 h 748561"/>
                <a:gd name="connsiteX36" fmla="*/ 748625 w 968518"/>
                <a:gd name="connsiteY36" fmla="*/ 427463 h 748561"/>
                <a:gd name="connsiteX37" fmla="*/ 861076 w 968518"/>
                <a:gd name="connsiteY37" fmla="*/ 308538 h 748561"/>
                <a:gd name="connsiteX38" fmla="*/ 861076 w 968518"/>
                <a:gd name="connsiteY38" fmla="*/ 704537 h 748561"/>
                <a:gd name="connsiteX39" fmla="*/ 968518 w 968518"/>
                <a:gd name="connsiteY39" fmla="*/ 704537 h 748561"/>
                <a:gd name="connsiteX40" fmla="*/ 968518 w 968518"/>
                <a:gd name="connsiteY40" fmla="*/ 748561 h 748561"/>
                <a:gd name="connsiteX41" fmla="*/ 861076 w 968518"/>
                <a:gd name="connsiteY41" fmla="*/ 748561 h 748561"/>
                <a:gd name="connsiteX42" fmla="*/ 593335 w 968518"/>
                <a:gd name="connsiteY42" fmla="*/ 748561 h 748561"/>
                <a:gd name="connsiteX43" fmla="*/ 363195 w 968518"/>
                <a:gd name="connsiteY43" fmla="*/ 748561 h 748561"/>
                <a:gd name="connsiteX44" fmla="*/ 264141 w 968518"/>
                <a:gd name="connsiteY44" fmla="*/ 748561 h 748561"/>
                <a:gd name="connsiteX45" fmla="*/ 0 w 968518"/>
                <a:gd name="connsiteY45" fmla="*/ 748561 h 748561"/>
                <a:gd name="connsiteX46" fmla="*/ 0 w 968518"/>
                <a:gd name="connsiteY46" fmla="*/ 704537 h 748561"/>
                <a:gd name="connsiteX47" fmla="*/ 111410 w 968518"/>
                <a:gd name="connsiteY47" fmla="*/ 704537 h 74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68518" h="748561">
                  <a:moveTo>
                    <a:pt x="705786" y="418402"/>
                  </a:moveTo>
                  <a:lnTo>
                    <a:pt x="642994" y="484810"/>
                  </a:lnTo>
                  <a:lnTo>
                    <a:pt x="642994" y="703255"/>
                  </a:lnTo>
                  <a:lnTo>
                    <a:pt x="698874" y="703255"/>
                  </a:lnTo>
                  <a:lnTo>
                    <a:pt x="698874" y="614413"/>
                  </a:lnTo>
                  <a:lnTo>
                    <a:pt x="742897" y="614413"/>
                  </a:lnTo>
                  <a:lnTo>
                    <a:pt x="742897" y="703255"/>
                  </a:lnTo>
                  <a:lnTo>
                    <a:pt x="818238" y="703255"/>
                  </a:lnTo>
                  <a:lnTo>
                    <a:pt x="818238" y="418402"/>
                  </a:lnTo>
                  <a:lnTo>
                    <a:pt x="705786" y="537327"/>
                  </a:lnTo>
                  <a:close/>
                  <a:moveTo>
                    <a:pt x="247452" y="396357"/>
                  </a:moveTo>
                  <a:lnTo>
                    <a:pt x="247452" y="704534"/>
                  </a:lnTo>
                  <a:lnTo>
                    <a:pt x="593335" y="704534"/>
                  </a:lnTo>
                  <a:lnTo>
                    <a:pt x="593335" y="472768"/>
                  </a:lnTo>
                  <a:lnTo>
                    <a:pt x="593551" y="472540"/>
                  </a:lnTo>
                  <a:lnTo>
                    <a:pt x="593551" y="396357"/>
                  </a:lnTo>
                  <a:close/>
                  <a:moveTo>
                    <a:pt x="111410" y="0"/>
                  </a:moveTo>
                  <a:lnTo>
                    <a:pt x="155434" y="0"/>
                  </a:lnTo>
                  <a:lnTo>
                    <a:pt x="155434" y="692"/>
                  </a:lnTo>
                  <a:lnTo>
                    <a:pt x="260748" y="692"/>
                  </a:lnTo>
                  <a:lnTo>
                    <a:pt x="260748" y="44715"/>
                  </a:lnTo>
                  <a:lnTo>
                    <a:pt x="155434" y="44715"/>
                  </a:lnTo>
                  <a:lnTo>
                    <a:pt x="155434" y="704537"/>
                  </a:lnTo>
                  <a:lnTo>
                    <a:pt x="198009" y="704537"/>
                  </a:lnTo>
                  <a:lnTo>
                    <a:pt x="198009" y="352332"/>
                  </a:lnTo>
                  <a:lnTo>
                    <a:pt x="310241" y="352332"/>
                  </a:lnTo>
                  <a:lnTo>
                    <a:pt x="310241" y="286018"/>
                  </a:lnTo>
                  <a:lnTo>
                    <a:pt x="310241" y="286018"/>
                  </a:lnTo>
                  <a:lnTo>
                    <a:pt x="310241" y="93415"/>
                  </a:lnTo>
                  <a:lnTo>
                    <a:pt x="354264" y="93415"/>
                  </a:lnTo>
                  <a:lnTo>
                    <a:pt x="354264" y="251093"/>
                  </a:lnTo>
                  <a:lnTo>
                    <a:pt x="354265" y="251093"/>
                  </a:lnTo>
                  <a:lnTo>
                    <a:pt x="354265" y="352332"/>
                  </a:lnTo>
                  <a:lnTo>
                    <a:pt x="642994" y="352332"/>
                  </a:lnTo>
                  <a:lnTo>
                    <a:pt x="642994" y="420250"/>
                  </a:lnTo>
                  <a:lnTo>
                    <a:pt x="748625" y="308538"/>
                  </a:lnTo>
                  <a:lnTo>
                    <a:pt x="748625" y="427463"/>
                  </a:lnTo>
                  <a:lnTo>
                    <a:pt x="861076" y="308538"/>
                  </a:lnTo>
                  <a:lnTo>
                    <a:pt x="861076" y="704537"/>
                  </a:lnTo>
                  <a:lnTo>
                    <a:pt x="968518" y="704537"/>
                  </a:lnTo>
                  <a:lnTo>
                    <a:pt x="968518" y="748561"/>
                  </a:lnTo>
                  <a:lnTo>
                    <a:pt x="861076" y="748561"/>
                  </a:lnTo>
                  <a:lnTo>
                    <a:pt x="593335" y="748561"/>
                  </a:lnTo>
                  <a:lnTo>
                    <a:pt x="363195" y="748561"/>
                  </a:lnTo>
                  <a:lnTo>
                    <a:pt x="264141" y="748561"/>
                  </a:lnTo>
                  <a:lnTo>
                    <a:pt x="0" y="748561"/>
                  </a:lnTo>
                  <a:lnTo>
                    <a:pt x="0" y="704537"/>
                  </a:lnTo>
                  <a:lnTo>
                    <a:pt x="111410" y="704537"/>
                  </a:lnTo>
                  <a:close/>
                </a:path>
              </a:pathLst>
            </a:custGeom>
            <a:solidFill>
              <a:schemeClr val="accent2"/>
            </a:solidFill>
            <a:ln w="12650" cap="flat">
              <a:noFill/>
              <a:prstDash val="solid"/>
              <a:miter/>
            </a:ln>
          </p:spPr>
          <p:txBody>
            <a:bodyPr wrap="square" rtlCol="0" anchor="ctr">
              <a:noAutofit/>
            </a:bodyPr>
            <a:lstStyle/>
            <a:p>
              <a:endParaRPr lang="en-US"/>
            </a:p>
          </p:txBody>
        </p:sp>
        <p:sp>
          <p:nvSpPr>
            <p:cNvPr id="2873" name="Freeform: Shape 2872">
              <a:extLst>
                <a:ext uri="{FF2B5EF4-FFF2-40B4-BE49-F238E27FC236}">
                  <a16:creationId xmlns:a16="http://schemas.microsoft.com/office/drawing/2014/main" id="{5A785A8F-D020-1C03-59A8-FE71B690765A}"/>
                </a:ext>
                <a:ext uri="{C183D7F6-B498-43B3-948B-1728B52AA6E4}">
                  <adec:decorative xmlns:adec="http://schemas.microsoft.com/office/drawing/2017/decorative" val="1"/>
                </a:ext>
              </a:extLst>
            </p:cNvPr>
            <p:cNvSpPr/>
            <p:nvPr/>
          </p:nvSpPr>
          <p:spPr>
            <a:xfrm>
              <a:off x="779640" y="5755986"/>
              <a:ext cx="131070" cy="384655"/>
            </a:xfrm>
            <a:custGeom>
              <a:avLst/>
              <a:gdLst>
                <a:gd name="connsiteX0" fmla="*/ 189109 w 278449"/>
                <a:gd name="connsiteY0" fmla="*/ 773147 h 817171"/>
                <a:gd name="connsiteX1" fmla="*/ 233132 w 278449"/>
                <a:gd name="connsiteY1" fmla="*/ 773147 h 817171"/>
                <a:gd name="connsiteX2" fmla="*/ 233132 w 278449"/>
                <a:gd name="connsiteY2" fmla="*/ 817171 h 817171"/>
                <a:gd name="connsiteX3" fmla="*/ 189109 w 278449"/>
                <a:gd name="connsiteY3" fmla="*/ 817171 h 817171"/>
                <a:gd name="connsiteX4" fmla="*/ 101062 w 278449"/>
                <a:gd name="connsiteY4" fmla="*/ 773147 h 817171"/>
                <a:gd name="connsiteX5" fmla="*/ 145085 w 278449"/>
                <a:gd name="connsiteY5" fmla="*/ 773147 h 817171"/>
                <a:gd name="connsiteX6" fmla="*/ 145085 w 278449"/>
                <a:gd name="connsiteY6" fmla="*/ 817171 h 817171"/>
                <a:gd name="connsiteX7" fmla="*/ 101062 w 278449"/>
                <a:gd name="connsiteY7" fmla="*/ 817171 h 817171"/>
                <a:gd name="connsiteX8" fmla="*/ 13014 w 278449"/>
                <a:gd name="connsiteY8" fmla="*/ 773147 h 817171"/>
                <a:gd name="connsiteX9" fmla="*/ 57037 w 278449"/>
                <a:gd name="connsiteY9" fmla="*/ 773147 h 817171"/>
                <a:gd name="connsiteX10" fmla="*/ 57037 w 278449"/>
                <a:gd name="connsiteY10" fmla="*/ 817171 h 817171"/>
                <a:gd name="connsiteX11" fmla="*/ 13014 w 278449"/>
                <a:gd name="connsiteY11" fmla="*/ 817171 h 817171"/>
                <a:gd name="connsiteX12" fmla="*/ 189109 w 278449"/>
                <a:gd name="connsiteY12" fmla="*/ 685100 h 817171"/>
                <a:gd name="connsiteX13" fmla="*/ 233132 w 278449"/>
                <a:gd name="connsiteY13" fmla="*/ 685100 h 817171"/>
                <a:gd name="connsiteX14" fmla="*/ 233132 w 278449"/>
                <a:gd name="connsiteY14" fmla="*/ 729124 h 817171"/>
                <a:gd name="connsiteX15" fmla="*/ 189109 w 278449"/>
                <a:gd name="connsiteY15" fmla="*/ 729124 h 817171"/>
                <a:gd name="connsiteX16" fmla="*/ 101062 w 278449"/>
                <a:gd name="connsiteY16" fmla="*/ 685100 h 817171"/>
                <a:gd name="connsiteX17" fmla="*/ 145085 w 278449"/>
                <a:gd name="connsiteY17" fmla="*/ 685100 h 817171"/>
                <a:gd name="connsiteX18" fmla="*/ 145085 w 278449"/>
                <a:gd name="connsiteY18" fmla="*/ 729124 h 817171"/>
                <a:gd name="connsiteX19" fmla="*/ 101062 w 278449"/>
                <a:gd name="connsiteY19" fmla="*/ 729124 h 817171"/>
                <a:gd name="connsiteX20" fmla="*/ 13014 w 278449"/>
                <a:gd name="connsiteY20" fmla="*/ 685100 h 817171"/>
                <a:gd name="connsiteX21" fmla="*/ 57037 w 278449"/>
                <a:gd name="connsiteY21" fmla="*/ 685100 h 817171"/>
                <a:gd name="connsiteX22" fmla="*/ 57037 w 278449"/>
                <a:gd name="connsiteY22" fmla="*/ 729124 h 817171"/>
                <a:gd name="connsiteX23" fmla="*/ 13014 w 278449"/>
                <a:gd name="connsiteY23" fmla="*/ 729124 h 817171"/>
                <a:gd name="connsiteX24" fmla="*/ 0 w 278449"/>
                <a:gd name="connsiteY24" fmla="*/ 213105 h 817171"/>
                <a:gd name="connsiteX25" fmla="*/ 66035 w 278449"/>
                <a:gd name="connsiteY25" fmla="*/ 213105 h 817171"/>
                <a:gd name="connsiteX26" fmla="*/ 66035 w 278449"/>
                <a:gd name="connsiteY26" fmla="*/ 279140 h 817171"/>
                <a:gd name="connsiteX27" fmla="*/ 0 w 278449"/>
                <a:gd name="connsiteY27" fmla="*/ 279140 h 817171"/>
                <a:gd name="connsiteX28" fmla="*/ 31917 w 278449"/>
                <a:gd name="connsiteY28" fmla="*/ 132069 h 817171"/>
                <a:gd name="connsiteX29" fmla="*/ 146378 w 278449"/>
                <a:gd name="connsiteY29" fmla="*/ 245980 h 817171"/>
                <a:gd name="connsiteX30" fmla="*/ 100704 w 278449"/>
                <a:gd name="connsiteY30" fmla="*/ 245980 h 817171"/>
                <a:gd name="connsiteX31" fmla="*/ 31917 w 278449"/>
                <a:gd name="connsiteY31" fmla="*/ 177743 h 817171"/>
                <a:gd name="connsiteX32" fmla="*/ 31917 w 278449"/>
                <a:gd name="connsiteY32" fmla="*/ 66035 h 817171"/>
                <a:gd name="connsiteX33" fmla="*/ 75390 w 278449"/>
                <a:gd name="connsiteY33" fmla="*/ 74289 h 817171"/>
                <a:gd name="connsiteX34" fmla="*/ 212413 w 278449"/>
                <a:gd name="connsiteY34" fmla="*/ 245981 h 817171"/>
                <a:gd name="connsiteX35" fmla="*/ 167840 w 278449"/>
                <a:gd name="connsiteY35" fmla="*/ 245981 h 817171"/>
                <a:gd name="connsiteX36" fmla="*/ 62183 w 278449"/>
                <a:gd name="connsiteY36" fmla="*/ 116662 h 817171"/>
                <a:gd name="connsiteX37" fmla="*/ 31917 w 278449"/>
                <a:gd name="connsiteY37" fmla="*/ 110609 h 817171"/>
                <a:gd name="connsiteX38" fmla="*/ 31367 w 278449"/>
                <a:gd name="connsiteY38" fmla="*/ 0 h 817171"/>
                <a:gd name="connsiteX39" fmla="*/ 32468 w 278449"/>
                <a:gd name="connsiteY39" fmla="*/ 0 h 817171"/>
                <a:gd name="connsiteX40" fmla="*/ 278449 w 278449"/>
                <a:gd name="connsiteY40" fmla="*/ 243780 h 817171"/>
                <a:gd name="connsiteX41" fmla="*/ 278449 w 278449"/>
                <a:gd name="connsiteY41" fmla="*/ 245431 h 817171"/>
                <a:gd name="connsiteX42" fmla="*/ 234426 w 278449"/>
                <a:gd name="connsiteY42" fmla="*/ 245431 h 817171"/>
                <a:gd name="connsiteX43" fmla="*/ 31917 w 278449"/>
                <a:gd name="connsiteY43" fmla="*/ 44024 h 817171"/>
                <a:gd name="connsiteX44" fmla="*/ 31367 w 278449"/>
                <a:gd name="connsiteY44" fmla="*/ 44024 h 81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78449" h="817171">
                  <a:moveTo>
                    <a:pt x="189109" y="773147"/>
                  </a:moveTo>
                  <a:lnTo>
                    <a:pt x="233132" y="773147"/>
                  </a:lnTo>
                  <a:lnTo>
                    <a:pt x="233132" y="817171"/>
                  </a:lnTo>
                  <a:lnTo>
                    <a:pt x="189109" y="817171"/>
                  </a:lnTo>
                  <a:close/>
                  <a:moveTo>
                    <a:pt x="101062" y="773147"/>
                  </a:moveTo>
                  <a:lnTo>
                    <a:pt x="145085" y="773147"/>
                  </a:lnTo>
                  <a:lnTo>
                    <a:pt x="145085" y="817171"/>
                  </a:lnTo>
                  <a:lnTo>
                    <a:pt x="101062" y="817171"/>
                  </a:lnTo>
                  <a:close/>
                  <a:moveTo>
                    <a:pt x="13014" y="773147"/>
                  </a:moveTo>
                  <a:lnTo>
                    <a:pt x="57037" y="773147"/>
                  </a:lnTo>
                  <a:lnTo>
                    <a:pt x="57037" y="817171"/>
                  </a:lnTo>
                  <a:lnTo>
                    <a:pt x="13014" y="817171"/>
                  </a:lnTo>
                  <a:close/>
                  <a:moveTo>
                    <a:pt x="189109" y="685100"/>
                  </a:moveTo>
                  <a:lnTo>
                    <a:pt x="233132" y="685100"/>
                  </a:lnTo>
                  <a:lnTo>
                    <a:pt x="233132" y="729124"/>
                  </a:lnTo>
                  <a:lnTo>
                    <a:pt x="189109" y="729124"/>
                  </a:lnTo>
                  <a:close/>
                  <a:moveTo>
                    <a:pt x="101062" y="685100"/>
                  </a:moveTo>
                  <a:lnTo>
                    <a:pt x="145085" y="685100"/>
                  </a:lnTo>
                  <a:lnTo>
                    <a:pt x="145085" y="729124"/>
                  </a:lnTo>
                  <a:lnTo>
                    <a:pt x="101062" y="729124"/>
                  </a:lnTo>
                  <a:close/>
                  <a:moveTo>
                    <a:pt x="13014" y="685100"/>
                  </a:moveTo>
                  <a:lnTo>
                    <a:pt x="57037" y="685100"/>
                  </a:lnTo>
                  <a:lnTo>
                    <a:pt x="57037" y="729124"/>
                  </a:lnTo>
                  <a:lnTo>
                    <a:pt x="13014" y="729124"/>
                  </a:lnTo>
                  <a:close/>
                  <a:moveTo>
                    <a:pt x="0" y="213105"/>
                  </a:moveTo>
                  <a:lnTo>
                    <a:pt x="66035" y="213105"/>
                  </a:lnTo>
                  <a:lnTo>
                    <a:pt x="66035" y="279140"/>
                  </a:lnTo>
                  <a:lnTo>
                    <a:pt x="0" y="279140"/>
                  </a:lnTo>
                  <a:close/>
                  <a:moveTo>
                    <a:pt x="31917" y="132069"/>
                  </a:moveTo>
                  <a:cubicBezTo>
                    <a:pt x="91349" y="138672"/>
                    <a:pt x="139224" y="185998"/>
                    <a:pt x="146378" y="245980"/>
                  </a:cubicBezTo>
                  <a:lnTo>
                    <a:pt x="100704" y="245980"/>
                  </a:lnTo>
                  <a:cubicBezTo>
                    <a:pt x="94651" y="211312"/>
                    <a:pt x="66586" y="183796"/>
                    <a:pt x="31917" y="177743"/>
                  </a:cubicBezTo>
                  <a:close/>
                  <a:moveTo>
                    <a:pt x="31917" y="66035"/>
                  </a:moveTo>
                  <a:cubicBezTo>
                    <a:pt x="46775" y="67136"/>
                    <a:pt x="61083" y="69887"/>
                    <a:pt x="75390" y="74289"/>
                  </a:cubicBezTo>
                  <a:cubicBezTo>
                    <a:pt x="152982" y="98502"/>
                    <a:pt x="206360" y="166188"/>
                    <a:pt x="212413" y="245981"/>
                  </a:cubicBezTo>
                  <a:lnTo>
                    <a:pt x="167840" y="245981"/>
                  </a:lnTo>
                  <a:cubicBezTo>
                    <a:pt x="161786" y="185449"/>
                    <a:pt x="121065" y="134822"/>
                    <a:pt x="62183" y="116662"/>
                  </a:cubicBezTo>
                  <a:cubicBezTo>
                    <a:pt x="52278" y="113360"/>
                    <a:pt x="42372" y="111709"/>
                    <a:pt x="31917" y="110609"/>
                  </a:cubicBezTo>
                  <a:close/>
                  <a:moveTo>
                    <a:pt x="31367" y="0"/>
                  </a:moveTo>
                  <a:cubicBezTo>
                    <a:pt x="31917" y="0"/>
                    <a:pt x="32468" y="0"/>
                    <a:pt x="32468" y="0"/>
                  </a:cubicBezTo>
                  <a:cubicBezTo>
                    <a:pt x="163988" y="7704"/>
                    <a:pt x="269645" y="112810"/>
                    <a:pt x="278449" y="243780"/>
                  </a:cubicBezTo>
                  <a:cubicBezTo>
                    <a:pt x="278449" y="244331"/>
                    <a:pt x="278449" y="244881"/>
                    <a:pt x="278449" y="245431"/>
                  </a:cubicBezTo>
                  <a:lnTo>
                    <a:pt x="234426" y="245431"/>
                  </a:lnTo>
                  <a:cubicBezTo>
                    <a:pt x="226722" y="137573"/>
                    <a:pt x="139775" y="51177"/>
                    <a:pt x="31917" y="44024"/>
                  </a:cubicBezTo>
                  <a:lnTo>
                    <a:pt x="31367" y="44024"/>
                  </a:lnTo>
                  <a:close/>
                </a:path>
              </a:pathLst>
            </a:custGeom>
            <a:solidFill>
              <a:schemeClr val="accent1"/>
            </a:solidFill>
            <a:ln w="12650" cap="flat">
              <a:noFill/>
              <a:prstDash val="solid"/>
              <a:miter/>
            </a:ln>
          </p:spPr>
          <p:txBody>
            <a:bodyPr wrap="square" rtlCol="0" anchor="ctr">
              <a:noAutofit/>
            </a:bodyPr>
            <a:lstStyle/>
            <a:p>
              <a:endParaRPr lang="en-US" dirty="0"/>
            </a:p>
          </p:txBody>
        </p:sp>
      </p:grpSp>
      <p:grpSp>
        <p:nvGrpSpPr>
          <p:cNvPr id="98" name="Group 97">
            <a:extLst>
              <a:ext uri="{FF2B5EF4-FFF2-40B4-BE49-F238E27FC236}">
                <a16:creationId xmlns:a16="http://schemas.microsoft.com/office/drawing/2014/main" id="{D3D1730C-1EFD-46D6-68CC-A053EC429421}"/>
              </a:ext>
              <a:ext uri="{C183D7F6-B498-43B3-948B-1728B52AA6E4}">
                <adec:decorative xmlns:adec="http://schemas.microsoft.com/office/drawing/2017/decorative" val="1"/>
              </a:ext>
            </a:extLst>
          </p:cNvPr>
          <p:cNvGrpSpPr>
            <a:grpSpLocks noChangeAspect="1"/>
          </p:cNvGrpSpPr>
          <p:nvPr/>
        </p:nvGrpSpPr>
        <p:grpSpPr>
          <a:xfrm>
            <a:off x="2010285" y="5755986"/>
            <a:ext cx="714537" cy="457200"/>
            <a:chOff x="2498657" y="5755986"/>
            <a:chExt cx="714537" cy="457200"/>
          </a:xfrm>
          <a:solidFill>
            <a:srgbClr val="FF0000"/>
          </a:solidFill>
        </p:grpSpPr>
        <p:sp>
          <p:nvSpPr>
            <p:cNvPr id="2885" name="Freeform: Shape 2884">
              <a:extLst>
                <a:ext uri="{FF2B5EF4-FFF2-40B4-BE49-F238E27FC236}">
                  <a16:creationId xmlns:a16="http://schemas.microsoft.com/office/drawing/2014/main" id="{0A0A7811-B0A2-E618-DD06-0821A4FE1798}"/>
                </a:ext>
                <a:ext uri="{C183D7F6-B498-43B3-948B-1728B52AA6E4}">
                  <adec:decorative xmlns:adec="http://schemas.microsoft.com/office/drawing/2017/decorative" val="1"/>
                </a:ext>
              </a:extLst>
            </p:cNvPr>
            <p:cNvSpPr/>
            <p:nvPr/>
          </p:nvSpPr>
          <p:spPr>
            <a:xfrm>
              <a:off x="2507022" y="5820370"/>
              <a:ext cx="512726" cy="384866"/>
            </a:xfrm>
            <a:custGeom>
              <a:avLst/>
              <a:gdLst>
                <a:gd name="connsiteX0" fmla="*/ 221296 w 706694"/>
                <a:gd name="connsiteY0" fmla="*/ 86713 h 530464"/>
                <a:gd name="connsiteX1" fmla="*/ 265492 w 706694"/>
                <a:gd name="connsiteY1" fmla="*/ 86713 h 530464"/>
                <a:gd name="connsiteX2" fmla="*/ 265492 w 706694"/>
                <a:gd name="connsiteY2" fmla="*/ 108811 h 530464"/>
                <a:gd name="connsiteX3" fmla="*/ 221296 w 706694"/>
                <a:gd name="connsiteY3" fmla="*/ 108811 h 530464"/>
                <a:gd name="connsiteX4" fmla="*/ 110545 w 706694"/>
                <a:gd name="connsiteY4" fmla="*/ 86514 h 530464"/>
                <a:gd name="connsiteX5" fmla="*/ 199159 w 706694"/>
                <a:gd name="connsiteY5" fmla="*/ 86514 h 530464"/>
                <a:gd name="connsiteX6" fmla="*/ 199159 w 706694"/>
                <a:gd name="connsiteY6" fmla="*/ 108612 h 530464"/>
                <a:gd name="connsiteX7" fmla="*/ 110600 w 706694"/>
                <a:gd name="connsiteY7" fmla="*/ 108612 h 530464"/>
                <a:gd name="connsiteX8" fmla="*/ 110600 w 706694"/>
                <a:gd name="connsiteY8" fmla="*/ 240869 h 530464"/>
                <a:gd name="connsiteX9" fmla="*/ 88502 w 706694"/>
                <a:gd name="connsiteY9" fmla="*/ 240869 h 530464"/>
                <a:gd name="connsiteX10" fmla="*/ 88502 w 706694"/>
                <a:gd name="connsiteY10" fmla="*/ 108557 h 530464"/>
                <a:gd name="connsiteX11" fmla="*/ 110545 w 706694"/>
                <a:gd name="connsiteY11" fmla="*/ 86514 h 530464"/>
                <a:gd name="connsiteX12" fmla="*/ 44196 w 706694"/>
                <a:gd name="connsiteY12" fmla="*/ 0 h 530464"/>
                <a:gd name="connsiteX13" fmla="*/ 66405 w 706694"/>
                <a:gd name="connsiteY13" fmla="*/ 0 h 530464"/>
                <a:gd name="connsiteX14" fmla="*/ 685480 w 706694"/>
                <a:gd name="connsiteY14" fmla="*/ 0 h 530464"/>
                <a:gd name="connsiteX15" fmla="*/ 706694 w 706694"/>
                <a:gd name="connsiteY15" fmla="*/ 0 h 530464"/>
                <a:gd name="connsiteX16" fmla="*/ 706694 w 706694"/>
                <a:gd name="connsiteY16" fmla="*/ 1381 h 530464"/>
                <a:gd name="connsiteX17" fmla="*/ 706694 w 706694"/>
                <a:gd name="connsiteY17" fmla="*/ 1657 h 530464"/>
                <a:gd name="connsiteX18" fmla="*/ 706694 w 706694"/>
                <a:gd name="connsiteY18" fmla="*/ 83199 h 530464"/>
                <a:gd name="connsiteX19" fmla="*/ 706584 w 706694"/>
                <a:gd name="connsiteY19" fmla="*/ 83199 h 530464"/>
                <a:gd name="connsiteX20" fmla="*/ 706087 w 706694"/>
                <a:gd name="connsiteY20" fmla="*/ 486322 h 530464"/>
                <a:gd name="connsiteX21" fmla="*/ 661890 w 706694"/>
                <a:gd name="connsiteY21" fmla="*/ 530463 h 530464"/>
                <a:gd name="connsiteX22" fmla="*/ 589800 w 706694"/>
                <a:gd name="connsiteY22" fmla="*/ 530463 h 530464"/>
                <a:gd name="connsiteX23" fmla="*/ 589800 w 706694"/>
                <a:gd name="connsiteY23" fmla="*/ 530464 h 530464"/>
                <a:gd name="connsiteX24" fmla="*/ 92472 w 706694"/>
                <a:gd name="connsiteY24" fmla="*/ 530464 h 530464"/>
                <a:gd name="connsiteX25" fmla="*/ 92472 w 706694"/>
                <a:gd name="connsiteY25" fmla="*/ 486488 h 530464"/>
                <a:gd name="connsiteX26" fmla="*/ 464127 w 706694"/>
                <a:gd name="connsiteY26" fmla="*/ 486488 h 530464"/>
                <a:gd name="connsiteX27" fmla="*/ 464127 w 706694"/>
                <a:gd name="connsiteY27" fmla="*/ 486487 h 530464"/>
                <a:gd name="connsiteX28" fmla="*/ 662388 w 706694"/>
                <a:gd name="connsiteY28" fmla="*/ 486487 h 530464"/>
                <a:gd name="connsiteX29" fmla="*/ 662388 w 706694"/>
                <a:gd name="connsiteY29" fmla="*/ 44417 h 530464"/>
                <a:gd name="connsiteX30" fmla="*/ 44584 w 706694"/>
                <a:gd name="connsiteY30" fmla="*/ 44417 h 530464"/>
                <a:gd name="connsiteX31" fmla="*/ 44499 w 706694"/>
                <a:gd name="connsiteY31" fmla="*/ 174807 h 530464"/>
                <a:gd name="connsiteX32" fmla="*/ 44479 w 706694"/>
                <a:gd name="connsiteY32" fmla="*/ 174807 h 530464"/>
                <a:gd name="connsiteX33" fmla="*/ 44308 w 706694"/>
                <a:gd name="connsiteY33" fmla="*/ 441224 h 530464"/>
                <a:gd name="connsiteX34" fmla="*/ 1 w 706694"/>
                <a:gd name="connsiteY34" fmla="*/ 441224 h 530464"/>
                <a:gd name="connsiteX35" fmla="*/ 1 w 706694"/>
                <a:gd name="connsiteY35" fmla="*/ 174807 h 530464"/>
                <a:gd name="connsiteX36" fmla="*/ 0 w 706694"/>
                <a:gd name="connsiteY36" fmla="*/ 174807 h 530464"/>
                <a:gd name="connsiteX37" fmla="*/ 0 w 706694"/>
                <a:gd name="connsiteY37" fmla="*/ 66294 h 530464"/>
                <a:gd name="connsiteX38" fmla="*/ 0 w 706694"/>
                <a:gd name="connsiteY38" fmla="*/ 44196 h 530464"/>
                <a:gd name="connsiteX39" fmla="*/ 44196 w 706694"/>
                <a:gd name="connsiteY39" fmla="*/ 0 h 5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06694" h="530464">
                  <a:moveTo>
                    <a:pt x="221296" y="86713"/>
                  </a:moveTo>
                  <a:lnTo>
                    <a:pt x="265492" y="86713"/>
                  </a:lnTo>
                  <a:lnTo>
                    <a:pt x="265492" y="108811"/>
                  </a:lnTo>
                  <a:lnTo>
                    <a:pt x="221296" y="108811"/>
                  </a:lnTo>
                  <a:close/>
                  <a:moveTo>
                    <a:pt x="110545" y="86514"/>
                  </a:moveTo>
                  <a:lnTo>
                    <a:pt x="199159" y="86514"/>
                  </a:lnTo>
                  <a:lnTo>
                    <a:pt x="199159" y="108612"/>
                  </a:lnTo>
                  <a:lnTo>
                    <a:pt x="110600" y="108612"/>
                  </a:lnTo>
                  <a:lnTo>
                    <a:pt x="110600" y="240869"/>
                  </a:lnTo>
                  <a:lnTo>
                    <a:pt x="88502" y="240869"/>
                  </a:lnTo>
                  <a:lnTo>
                    <a:pt x="88502" y="108557"/>
                  </a:lnTo>
                  <a:cubicBezTo>
                    <a:pt x="88502" y="96403"/>
                    <a:pt x="98391" y="86514"/>
                    <a:pt x="110545" y="86514"/>
                  </a:cubicBezTo>
                  <a:close/>
                  <a:moveTo>
                    <a:pt x="44196" y="0"/>
                  </a:moveTo>
                  <a:lnTo>
                    <a:pt x="66405" y="0"/>
                  </a:lnTo>
                  <a:lnTo>
                    <a:pt x="685480" y="0"/>
                  </a:lnTo>
                  <a:lnTo>
                    <a:pt x="706694" y="0"/>
                  </a:lnTo>
                  <a:lnTo>
                    <a:pt x="706694" y="1381"/>
                  </a:lnTo>
                  <a:lnTo>
                    <a:pt x="706694" y="1657"/>
                  </a:lnTo>
                  <a:lnTo>
                    <a:pt x="706694" y="83199"/>
                  </a:lnTo>
                  <a:lnTo>
                    <a:pt x="706584" y="83199"/>
                  </a:lnTo>
                  <a:lnTo>
                    <a:pt x="706087" y="486322"/>
                  </a:lnTo>
                  <a:cubicBezTo>
                    <a:pt x="706031" y="510740"/>
                    <a:pt x="686253" y="530463"/>
                    <a:pt x="661890" y="530463"/>
                  </a:cubicBezTo>
                  <a:lnTo>
                    <a:pt x="589800" y="530463"/>
                  </a:lnTo>
                  <a:lnTo>
                    <a:pt x="589800" y="530464"/>
                  </a:lnTo>
                  <a:lnTo>
                    <a:pt x="92472" y="530464"/>
                  </a:lnTo>
                  <a:lnTo>
                    <a:pt x="92472" y="486488"/>
                  </a:lnTo>
                  <a:lnTo>
                    <a:pt x="464127" y="486488"/>
                  </a:lnTo>
                  <a:lnTo>
                    <a:pt x="464127" y="486487"/>
                  </a:lnTo>
                  <a:lnTo>
                    <a:pt x="662388" y="486487"/>
                  </a:lnTo>
                  <a:lnTo>
                    <a:pt x="662388" y="44417"/>
                  </a:lnTo>
                  <a:lnTo>
                    <a:pt x="44584" y="44417"/>
                  </a:lnTo>
                  <a:lnTo>
                    <a:pt x="44499" y="174807"/>
                  </a:lnTo>
                  <a:lnTo>
                    <a:pt x="44479" y="174807"/>
                  </a:lnTo>
                  <a:lnTo>
                    <a:pt x="44308" y="441224"/>
                  </a:lnTo>
                  <a:lnTo>
                    <a:pt x="1" y="441224"/>
                  </a:lnTo>
                  <a:lnTo>
                    <a:pt x="1" y="174807"/>
                  </a:lnTo>
                  <a:lnTo>
                    <a:pt x="0" y="174807"/>
                  </a:lnTo>
                  <a:lnTo>
                    <a:pt x="0" y="66294"/>
                  </a:lnTo>
                  <a:lnTo>
                    <a:pt x="0" y="44196"/>
                  </a:lnTo>
                  <a:cubicBezTo>
                    <a:pt x="0" y="19778"/>
                    <a:pt x="19778" y="0"/>
                    <a:pt x="44196"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886" name="Freeform: Shape 2885">
              <a:extLst>
                <a:ext uri="{FF2B5EF4-FFF2-40B4-BE49-F238E27FC236}">
                  <a16:creationId xmlns:a16="http://schemas.microsoft.com/office/drawing/2014/main" id="{917CECA0-17C8-0F20-B860-C9ECDC057693}"/>
                </a:ext>
                <a:ext uri="{C183D7F6-B498-43B3-948B-1728B52AA6E4}">
                  <adec:decorative xmlns:adec="http://schemas.microsoft.com/office/drawing/2017/decorative" val="1"/>
                </a:ext>
              </a:extLst>
            </p:cNvPr>
            <p:cNvSpPr/>
            <p:nvPr/>
          </p:nvSpPr>
          <p:spPr>
            <a:xfrm rot="10800000" flipV="1">
              <a:off x="2498657" y="5755986"/>
              <a:ext cx="714537" cy="457200"/>
            </a:xfrm>
            <a:custGeom>
              <a:avLst/>
              <a:gdLst>
                <a:gd name="connsiteX0" fmla="*/ 984852 w 984852"/>
                <a:gd name="connsiteY0" fmla="*/ 563868 h 630162"/>
                <a:gd name="connsiteX1" fmla="*/ 918558 w 984852"/>
                <a:gd name="connsiteY1" fmla="*/ 563868 h 630162"/>
                <a:gd name="connsiteX2" fmla="*/ 918558 w 984852"/>
                <a:gd name="connsiteY2" fmla="*/ 630162 h 630162"/>
                <a:gd name="connsiteX3" fmla="*/ 984852 w 984852"/>
                <a:gd name="connsiteY3" fmla="*/ 630162 h 630162"/>
                <a:gd name="connsiteX4" fmla="*/ 731057 w 984852"/>
                <a:gd name="connsiteY4" fmla="*/ 442023 h 630162"/>
                <a:gd name="connsiteX5" fmla="*/ 399573 w 984852"/>
                <a:gd name="connsiteY5" fmla="*/ 442023 h 630162"/>
                <a:gd name="connsiteX6" fmla="*/ 399573 w 984852"/>
                <a:gd name="connsiteY6" fmla="*/ 464080 h 630162"/>
                <a:gd name="connsiteX7" fmla="*/ 731057 w 984852"/>
                <a:gd name="connsiteY7" fmla="*/ 464080 h 630162"/>
                <a:gd name="connsiteX8" fmla="*/ 820148 w 984852"/>
                <a:gd name="connsiteY8" fmla="*/ 442023 h 630162"/>
                <a:gd name="connsiteX9" fmla="*/ 753851 w 984852"/>
                <a:gd name="connsiteY9" fmla="*/ 442023 h 630162"/>
                <a:gd name="connsiteX10" fmla="*/ 753851 w 984852"/>
                <a:gd name="connsiteY10" fmla="*/ 464080 h 630162"/>
                <a:gd name="connsiteX11" fmla="*/ 820148 w 984852"/>
                <a:gd name="connsiteY11" fmla="*/ 464080 h 630162"/>
                <a:gd name="connsiteX12" fmla="*/ 731057 w 984852"/>
                <a:gd name="connsiteY12" fmla="*/ 375589 h 630162"/>
                <a:gd name="connsiteX13" fmla="*/ 399573 w 984852"/>
                <a:gd name="connsiteY13" fmla="*/ 375589 h 630162"/>
                <a:gd name="connsiteX14" fmla="*/ 399573 w 984852"/>
                <a:gd name="connsiteY14" fmla="*/ 397646 h 630162"/>
                <a:gd name="connsiteX15" fmla="*/ 731057 w 984852"/>
                <a:gd name="connsiteY15" fmla="*/ 397646 h 630162"/>
                <a:gd name="connsiteX16" fmla="*/ 820148 w 984852"/>
                <a:gd name="connsiteY16" fmla="*/ 375589 h 630162"/>
                <a:gd name="connsiteX17" fmla="*/ 753851 w 984852"/>
                <a:gd name="connsiteY17" fmla="*/ 375589 h 630162"/>
                <a:gd name="connsiteX18" fmla="*/ 753851 w 984852"/>
                <a:gd name="connsiteY18" fmla="*/ 397646 h 630162"/>
                <a:gd name="connsiteX19" fmla="*/ 820148 w 984852"/>
                <a:gd name="connsiteY19" fmla="*/ 397646 h 630162"/>
                <a:gd name="connsiteX20" fmla="*/ 100282 w 984852"/>
                <a:gd name="connsiteY20" fmla="*/ 315604 h 630162"/>
                <a:gd name="connsiteX21" fmla="*/ 118008 w 984852"/>
                <a:gd name="connsiteY21" fmla="*/ 354299 h 630162"/>
                <a:gd name="connsiteX22" fmla="*/ 137355 w 984852"/>
                <a:gd name="connsiteY22" fmla="*/ 381478 h 630162"/>
                <a:gd name="connsiteX23" fmla="*/ 61917 w 984852"/>
                <a:gd name="connsiteY23" fmla="*/ 324096 h 630162"/>
                <a:gd name="connsiteX24" fmla="*/ 100282 w 984852"/>
                <a:gd name="connsiteY24" fmla="*/ 315604 h 630162"/>
                <a:gd name="connsiteX25" fmla="*/ 731057 w 984852"/>
                <a:gd name="connsiteY25" fmla="*/ 309851 h 630162"/>
                <a:gd name="connsiteX26" fmla="*/ 399573 w 984852"/>
                <a:gd name="connsiteY26" fmla="*/ 309851 h 630162"/>
                <a:gd name="connsiteX27" fmla="*/ 399573 w 984852"/>
                <a:gd name="connsiteY27" fmla="*/ 331908 h 630162"/>
                <a:gd name="connsiteX28" fmla="*/ 731057 w 984852"/>
                <a:gd name="connsiteY28" fmla="*/ 331908 h 630162"/>
                <a:gd name="connsiteX29" fmla="*/ 820148 w 984852"/>
                <a:gd name="connsiteY29" fmla="*/ 309851 h 630162"/>
                <a:gd name="connsiteX30" fmla="*/ 753851 w 984852"/>
                <a:gd name="connsiteY30" fmla="*/ 309851 h 630162"/>
                <a:gd name="connsiteX31" fmla="*/ 753851 w 984852"/>
                <a:gd name="connsiteY31" fmla="*/ 331908 h 630162"/>
                <a:gd name="connsiteX32" fmla="*/ 820148 w 984852"/>
                <a:gd name="connsiteY32" fmla="*/ 331908 h 630162"/>
                <a:gd name="connsiteX33" fmla="*/ 198530 w 984852"/>
                <a:gd name="connsiteY33" fmla="*/ 306205 h 630162"/>
                <a:gd name="connsiteX34" fmla="*/ 198530 w 984852"/>
                <a:gd name="connsiteY34" fmla="*/ 394780 h 630162"/>
                <a:gd name="connsiteX35" fmla="*/ 137025 w 984852"/>
                <a:gd name="connsiteY35" fmla="*/ 343278 h 630162"/>
                <a:gd name="connsiteX36" fmla="*/ 122378 w 984852"/>
                <a:gd name="connsiteY36" fmla="*/ 312059 h 630162"/>
                <a:gd name="connsiteX37" fmla="*/ 198530 w 984852"/>
                <a:gd name="connsiteY37" fmla="*/ 306205 h 630162"/>
                <a:gd name="connsiteX38" fmla="*/ 731057 w 984852"/>
                <a:gd name="connsiteY38" fmla="*/ 243417 h 630162"/>
                <a:gd name="connsiteX39" fmla="*/ 399573 w 984852"/>
                <a:gd name="connsiteY39" fmla="*/ 243417 h 630162"/>
                <a:gd name="connsiteX40" fmla="*/ 399573 w 984852"/>
                <a:gd name="connsiteY40" fmla="*/ 265474 h 630162"/>
                <a:gd name="connsiteX41" fmla="*/ 731057 w 984852"/>
                <a:gd name="connsiteY41" fmla="*/ 265474 h 630162"/>
                <a:gd name="connsiteX42" fmla="*/ 820148 w 984852"/>
                <a:gd name="connsiteY42" fmla="*/ 243417 h 630162"/>
                <a:gd name="connsiteX43" fmla="*/ 753851 w 984852"/>
                <a:gd name="connsiteY43" fmla="*/ 243417 h 630162"/>
                <a:gd name="connsiteX44" fmla="*/ 753851 w 984852"/>
                <a:gd name="connsiteY44" fmla="*/ 265474 h 630162"/>
                <a:gd name="connsiteX45" fmla="*/ 820148 w 984852"/>
                <a:gd name="connsiteY45" fmla="*/ 265474 h 630162"/>
                <a:gd name="connsiteX46" fmla="*/ 82968 w 984852"/>
                <a:gd name="connsiteY46" fmla="*/ 219142 h 630162"/>
                <a:gd name="connsiteX47" fmla="*/ 93714 w 984852"/>
                <a:gd name="connsiteY47" fmla="*/ 294443 h 630162"/>
                <a:gd name="connsiteX48" fmla="*/ 48643 w 984852"/>
                <a:gd name="connsiteY48" fmla="*/ 304913 h 630162"/>
                <a:gd name="connsiteX49" fmla="*/ 22288 w 984852"/>
                <a:gd name="connsiteY49" fmla="*/ 219142 h 630162"/>
                <a:gd name="connsiteX50" fmla="*/ 198530 w 984852"/>
                <a:gd name="connsiteY50" fmla="*/ 219142 h 630162"/>
                <a:gd name="connsiteX51" fmla="*/ 198530 w 984852"/>
                <a:gd name="connsiteY51" fmla="*/ 284220 h 630162"/>
                <a:gd name="connsiteX52" fmla="*/ 115479 w 984852"/>
                <a:gd name="connsiteY52" fmla="*/ 290815 h 630162"/>
                <a:gd name="connsiteX53" fmla="*/ 104981 w 984852"/>
                <a:gd name="connsiteY53" fmla="*/ 219142 h 630162"/>
                <a:gd name="connsiteX54" fmla="*/ 115369 w 984852"/>
                <a:gd name="connsiteY54" fmla="*/ 127214 h 630162"/>
                <a:gd name="connsiteX55" fmla="*/ 198530 w 984852"/>
                <a:gd name="connsiteY55" fmla="*/ 133838 h 630162"/>
                <a:gd name="connsiteX56" fmla="*/ 198530 w 984852"/>
                <a:gd name="connsiteY56" fmla="*/ 196964 h 630162"/>
                <a:gd name="connsiteX57" fmla="*/ 105036 w 984852"/>
                <a:gd name="connsiteY57" fmla="*/ 196964 h 630162"/>
                <a:gd name="connsiteX58" fmla="*/ 115369 w 984852"/>
                <a:gd name="connsiteY58" fmla="*/ 127214 h 630162"/>
                <a:gd name="connsiteX59" fmla="*/ 48505 w 984852"/>
                <a:gd name="connsiteY59" fmla="*/ 113088 h 630162"/>
                <a:gd name="connsiteX60" fmla="*/ 93631 w 984852"/>
                <a:gd name="connsiteY60" fmla="*/ 123614 h 630162"/>
                <a:gd name="connsiteX61" fmla="*/ 83051 w 984852"/>
                <a:gd name="connsiteY61" fmla="*/ 196964 h 630162"/>
                <a:gd name="connsiteX62" fmla="*/ 22425 w 984852"/>
                <a:gd name="connsiteY62" fmla="*/ 196964 h 630162"/>
                <a:gd name="connsiteX63" fmla="*/ 48505 w 984852"/>
                <a:gd name="connsiteY63" fmla="*/ 113088 h 630162"/>
                <a:gd name="connsiteX64" fmla="*/ 137355 w 984852"/>
                <a:gd name="connsiteY64" fmla="*/ 36221 h 630162"/>
                <a:gd name="connsiteX65" fmla="*/ 118008 w 984852"/>
                <a:gd name="connsiteY65" fmla="*/ 63401 h 630162"/>
                <a:gd name="connsiteX66" fmla="*/ 100172 w 984852"/>
                <a:gd name="connsiteY66" fmla="*/ 102398 h 630162"/>
                <a:gd name="connsiteX67" fmla="*/ 61724 w 984852"/>
                <a:gd name="connsiteY67" fmla="*/ 93879 h 630162"/>
                <a:gd name="connsiteX68" fmla="*/ 137355 w 984852"/>
                <a:gd name="connsiteY68" fmla="*/ 36221 h 630162"/>
                <a:gd name="connsiteX69" fmla="*/ 198530 w 984852"/>
                <a:gd name="connsiteY69" fmla="*/ 22947 h 630162"/>
                <a:gd name="connsiteX70" fmla="*/ 198530 w 984852"/>
                <a:gd name="connsiteY70" fmla="*/ 111852 h 630162"/>
                <a:gd name="connsiteX71" fmla="*/ 122267 w 984852"/>
                <a:gd name="connsiteY71" fmla="*/ 105998 h 630162"/>
                <a:gd name="connsiteX72" fmla="*/ 137025 w 984852"/>
                <a:gd name="connsiteY72" fmla="*/ 74476 h 630162"/>
                <a:gd name="connsiteX73" fmla="*/ 198530 w 984852"/>
                <a:gd name="connsiteY73" fmla="*/ 22947 h 630162"/>
                <a:gd name="connsiteX74" fmla="*/ 208891 w 984852"/>
                <a:gd name="connsiteY74" fmla="*/ 0 h 630162"/>
                <a:gd name="connsiteX75" fmla="*/ 384 w 984852"/>
                <a:gd name="connsiteY75" fmla="*/ 196937 h 630162"/>
                <a:gd name="connsiteX76" fmla="*/ 0 w 984852"/>
                <a:gd name="connsiteY76" fmla="*/ 196937 h 630162"/>
                <a:gd name="connsiteX77" fmla="*/ 0 w 984852"/>
                <a:gd name="connsiteY77" fmla="*/ 219114 h 630162"/>
                <a:gd name="connsiteX78" fmla="*/ 247 w 984852"/>
                <a:gd name="connsiteY78" fmla="*/ 219114 h 630162"/>
                <a:gd name="connsiteX79" fmla="*/ 208863 w 984852"/>
                <a:gd name="connsiteY79" fmla="*/ 417700 h 630162"/>
                <a:gd name="connsiteX80" fmla="*/ 244255 w 984852"/>
                <a:gd name="connsiteY80" fmla="*/ 412591 h 630162"/>
                <a:gd name="connsiteX81" fmla="*/ 244255 w 984852"/>
                <a:gd name="connsiteY81" fmla="*/ 383694 h 630162"/>
                <a:gd name="connsiteX82" fmla="*/ 236072 w 984852"/>
                <a:gd name="connsiteY82" fmla="*/ 389105 h 630162"/>
                <a:gd name="connsiteX83" fmla="*/ 219224 w 984852"/>
                <a:gd name="connsiteY83" fmla="*/ 394780 h 630162"/>
                <a:gd name="connsiteX84" fmla="*/ 219224 w 984852"/>
                <a:gd name="connsiteY84" fmla="*/ 306177 h 630162"/>
                <a:gd name="connsiteX85" fmla="*/ 244255 w 984852"/>
                <a:gd name="connsiteY85" fmla="*/ 308102 h 630162"/>
                <a:gd name="connsiteX86" fmla="*/ 244255 w 984852"/>
                <a:gd name="connsiteY86" fmla="*/ 286207 h 630162"/>
                <a:gd name="connsiteX87" fmla="*/ 219224 w 984852"/>
                <a:gd name="connsiteY87" fmla="*/ 284220 h 630162"/>
                <a:gd name="connsiteX88" fmla="*/ 219224 w 984852"/>
                <a:gd name="connsiteY88" fmla="*/ 219142 h 630162"/>
                <a:gd name="connsiteX89" fmla="*/ 244255 w 984852"/>
                <a:gd name="connsiteY89" fmla="*/ 219142 h 630162"/>
                <a:gd name="connsiteX90" fmla="*/ 244255 w 984852"/>
                <a:gd name="connsiteY90" fmla="*/ 196937 h 630162"/>
                <a:gd name="connsiteX91" fmla="*/ 219224 w 984852"/>
                <a:gd name="connsiteY91" fmla="*/ 196937 h 630162"/>
                <a:gd name="connsiteX92" fmla="*/ 219224 w 984852"/>
                <a:gd name="connsiteY92" fmla="*/ 133810 h 630162"/>
                <a:gd name="connsiteX93" fmla="*/ 244255 w 984852"/>
                <a:gd name="connsiteY93" fmla="*/ 131816 h 630162"/>
                <a:gd name="connsiteX94" fmla="*/ 244255 w 984852"/>
                <a:gd name="connsiteY94" fmla="*/ 109931 h 630162"/>
                <a:gd name="connsiteX95" fmla="*/ 219224 w 984852"/>
                <a:gd name="connsiteY95" fmla="*/ 111852 h 630162"/>
                <a:gd name="connsiteX96" fmla="*/ 219224 w 984852"/>
                <a:gd name="connsiteY96" fmla="*/ 22947 h 630162"/>
                <a:gd name="connsiteX97" fmla="*/ 267111 w 984852"/>
                <a:gd name="connsiteY97" fmla="*/ 54595 h 630162"/>
                <a:gd name="connsiteX98" fmla="*/ 275866 w 984852"/>
                <a:gd name="connsiteY98" fmla="*/ 67377 h 630162"/>
                <a:gd name="connsiteX99" fmla="*/ 301524 w 984852"/>
                <a:gd name="connsiteY99" fmla="*/ 67377 h 630162"/>
                <a:gd name="connsiteX100" fmla="*/ 299719 w 984852"/>
                <a:gd name="connsiteY100" fmla="*/ 63429 h 630162"/>
                <a:gd name="connsiteX101" fmla="*/ 280399 w 984852"/>
                <a:gd name="connsiteY101" fmla="*/ 36276 h 630162"/>
                <a:gd name="connsiteX102" fmla="*/ 322034 w 984852"/>
                <a:gd name="connsiteY102" fmla="*/ 60320 h 630162"/>
                <a:gd name="connsiteX103" fmla="*/ 329171 w 984852"/>
                <a:gd name="connsiteY103" fmla="*/ 67377 h 630162"/>
                <a:gd name="connsiteX104" fmla="*/ 361788 w 984852"/>
                <a:gd name="connsiteY104" fmla="*/ 67377 h 630162"/>
                <a:gd name="connsiteX105" fmla="*/ 320701 w 984852"/>
                <a:gd name="connsiteY105" fmla="*/ 32528 h 630162"/>
                <a:gd name="connsiteX106" fmla="*/ 208891 w 984852"/>
                <a:gd name="connsiteY106" fmla="*/ 0 h 630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984852" h="630162">
                  <a:moveTo>
                    <a:pt x="984852" y="563868"/>
                  </a:moveTo>
                  <a:lnTo>
                    <a:pt x="918558" y="563868"/>
                  </a:lnTo>
                  <a:lnTo>
                    <a:pt x="918558" y="630162"/>
                  </a:lnTo>
                  <a:lnTo>
                    <a:pt x="984852" y="630162"/>
                  </a:lnTo>
                  <a:close/>
                  <a:moveTo>
                    <a:pt x="731057" y="442023"/>
                  </a:moveTo>
                  <a:lnTo>
                    <a:pt x="399573" y="442023"/>
                  </a:lnTo>
                  <a:lnTo>
                    <a:pt x="399573" y="464080"/>
                  </a:lnTo>
                  <a:lnTo>
                    <a:pt x="731057" y="464080"/>
                  </a:lnTo>
                  <a:close/>
                  <a:moveTo>
                    <a:pt x="820148" y="442023"/>
                  </a:moveTo>
                  <a:lnTo>
                    <a:pt x="753851" y="442023"/>
                  </a:lnTo>
                  <a:lnTo>
                    <a:pt x="753851" y="464080"/>
                  </a:lnTo>
                  <a:lnTo>
                    <a:pt x="820148" y="464080"/>
                  </a:lnTo>
                  <a:close/>
                  <a:moveTo>
                    <a:pt x="731057" y="375589"/>
                  </a:moveTo>
                  <a:lnTo>
                    <a:pt x="399573" y="375589"/>
                  </a:lnTo>
                  <a:lnTo>
                    <a:pt x="399573" y="397646"/>
                  </a:lnTo>
                  <a:lnTo>
                    <a:pt x="731057" y="397646"/>
                  </a:lnTo>
                  <a:close/>
                  <a:moveTo>
                    <a:pt x="820148" y="375589"/>
                  </a:moveTo>
                  <a:lnTo>
                    <a:pt x="753851" y="375589"/>
                  </a:lnTo>
                  <a:lnTo>
                    <a:pt x="753851" y="397646"/>
                  </a:lnTo>
                  <a:lnTo>
                    <a:pt x="820148" y="397646"/>
                  </a:lnTo>
                  <a:close/>
                  <a:moveTo>
                    <a:pt x="100282" y="315604"/>
                  </a:moveTo>
                  <a:cubicBezTo>
                    <a:pt x="105201" y="329482"/>
                    <a:pt x="111137" y="342482"/>
                    <a:pt x="118008" y="354299"/>
                  </a:cubicBezTo>
                  <a:cubicBezTo>
                    <a:pt x="123944" y="364522"/>
                    <a:pt x="130430" y="373619"/>
                    <a:pt x="137355" y="381478"/>
                  </a:cubicBezTo>
                  <a:cubicBezTo>
                    <a:pt x="107537" y="369084"/>
                    <a:pt x="81622" y="349159"/>
                    <a:pt x="61917" y="324096"/>
                  </a:cubicBezTo>
                  <a:cubicBezTo>
                    <a:pt x="74311" y="320826"/>
                    <a:pt x="87118" y="317995"/>
                    <a:pt x="100282" y="315604"/>
                  </a:cubicBezTo>
                  <a:close/>
                  <a:moveTo>
                    <a:pt x="731057" y="309851"/>
                  </a:moveTo>
                  <a:lnTo>
                    <a:pt x="399573" y="309851"/>
                  </a:lnTo>
                  <a:lnTo>
                    <a:pt x="399573" y="331908"/>
                  </a:lnTo>
                  <a:lnTo>
                    <a:pt x="731057" y="331908"/>
                  </a:lnTo>
                  <a:close/>
                  <a:moveTo>
                    <a:pt x="820148" y="309851"/>
                  </a:moveTo>
                  <a:lnTo>
                    <a:pt x="753851" y="309851"/>
                  </a:lnTo>
                  <a:lnTo>
                    <a:pt x="753851" y="331908"/>
                  </a:lnTo>
                  <a:lnTo>
                    <a:pt x="820148" y="331908"/>
                  </a:lnTo>
                  <a:close/>
                  <a:moveTo>
                    <a:pt x="198530" y="306205"/>
                  </a:moveTo>
                  <a:lnTo>
                    <a:pt x="198530" y="394780"/>
                  </a:lnTo>
                  <a:cubicBezTo>
                    <a:pt x="175665" y="390602"/>
                    <a:pt x="154146" y="372684"/>
                    <a:pt x="137025" y="343278"/>
                  </a:cubicBezTo>
                  <a:cubicBezTo>
                    <a:pt x="131446" y="333687"/>
                    <a:pt x="126554" y="323216"/>
                    <a:pt x="122378" y="312059"/>
                  </a:cubicBezTo>
                  <a:cubicBezTo>
                    <a:pt x="146946" y="308596"/>
                    <a:pt x="172504" y="306617"/>
                    <a:pt x="198530" y="306205"/>
                  </a:cubicBezTo>
                  <a:close/>
                  <a:moveTo>
                    <a:pt x="731057" y="243417"/>
                  </a:moveTo>
                  <a:lnTo>
                    <a:pt x="399573" y="243417"/>
                  </a:lnTo>
                  <a:lnTo>
                    <a:pt x="399573" y="265474"/>
                  </a:lnTo>
                  <a:lnTo>
                    <a:pt x="731057" y="265474"/>
                  </a:lnTo>
                  <a:close/>
                  <a:moveTo>
                    <a:pt x="820148" y="243417"/>
                  </a:moveTo>
                  <a:lnTo>
                    <a:pt x="753851" y="243417"/>
                  </a:lnTo>
                  <a:lnTo>
                    <a:pt x="753851" y="265474"/>
                  </a:lnTo>
                  <a:lnTo>
                    <a:pt x="820148" y="265474"/>
                  </a:lnTo>
                  <a:close/>
                  <a:moveTo>
                    <a:pt x="82968" y="219142"/>
                  </a:moveTo>
                  <a:cubicBezTo>
                    <a:pt x="83737" y="245470"/>
                    <a:pt x="87420" y="270918"/>
                    <a:pt x="93714" y="294443"/>
                  </a:cubicBezTo>
                  <a:cubicBezTo>
                    <a:pt x="78186" y="297328"/>
                    <a:pt x="63126" y="300846"/>
                    <a:pt x="48643" y="304913"/>
                  </a:cubicBezTo>
                  <a:cubicBezTo>
                    <a:pt x="33418" y="279602"/>
                    <a:pt x="23992" y="250389"/>
                    <a:pt x="22288" y="219142"/>
                  </a:cubicBezTo>
                  <a:close/>
                  <a:moveTo>
                    <a:pt x="198530" y="219142"/>
                  </a:moveTo>
                  <a:lnTo>
                    <a:pt x="198530" y="284220"/>
                  </a:lnTo>
                  <a:cubicBezTo>
                    <a:pt x="170141" y="284659"/>
                    <a:pt x="142247" y="286885"/>
                    <a:pt x="115479" y="290815"/>
                  </a:cubicBezTo>
                  <a:cubicBezTo>
                    <a:pt x="109324" y="268610"/>
                    <a:pt x="105751" y="244343"/>
                    <a:pt x="104981" y="219142"/>
                  </a:cubicBezTo>
                  <a:close/>
                  <a:moveTo>
                    <a:pt x="115369" y="127214"/>
                  </a:moveTo>
                  <a:cubicBezTo>
                    <a:pt x="142164" y="131172"/>
                    <a:pt x="170086" y="133398"/>
                    <a:pt x="198530" y="133838"/>
                  </a:cubicBezTo>
                  <a:lnTo>
                    <a:pt x="198530" y="196964"/>
                  </a:lnTo>
                  <a:lnTo>
                    <a:pt x="105036" y="196964"/>
                  </a:lnTo>
                  <a:cubicBezTo>
                    <a:pt x="105888" y="172450"/>
                    <a:pt x="109405" y="148870"/>
                    <a:pt x="115369" y="127214"/>
                  </a:cubicBezTo>
                  <a:close/>
                  <a:moveTo>
                    <a:pt x="48505" y="113088"/>
                  </a:moveTo>
                  <a:cubicBezTo>
                    <a:pt x="63016" y="117156"/>
                    <a:pt x="78076" y="120674"/>
                    <a:pt x="93631" y="123614"/>
                  </a:cubicBezTo>
                  <a:cubicBezTo>
                    <a:pt x="87530" y="146534"/>
                    <a:pt x="83902" y="171323"/>
                    <a:pt x="83051" y="196964"/>
                  </a:cubicBezTo>
                  <a:lnTo>
                    <a:pt x="22425" y="196964"/>
                  </a:lnTo>
                  <a:cubicBezTo>
                    <a:pt x="24376" y="166459"/>
                    <a:pt x="33638" y="137905"/>
                    <a:pt x="48505" y="113088"/>
                  </a:cubicBezTo>
                  <a:close/>
                  <a:moveTo>
                    <a:pt x="137355" y="36221"/>
                  </a:moveTo>
                  <a:cubicBezTo>
                    <a:pt x="130430" y="44081"/>
                    <a:pt x="123971" y="53178"/>
                    <a:pt x="118008" y="63401"/>
                  </a:cubicBezTo>
                  <a:cubicBezTo>
                    <a:pt x="111082" y="75328"/>
                    <a:pt x="105118" y="88409"/>
                    <a:pt x="100172" y="102398"/>
                  </a:cubicBezTo>
                  <a:cubicBezTo>
                    <a:pt x="86980" y="100007"/>
                    <a:pt x="74146" y="97149"/>
                    <a:pt x="61724" y="93879"/>
                  </a:cubicBezTo>
                  <a:cubicBezTo>
                    <a:pt x="81429" y="68705"/>
                    <a:pt x="107427" y="48671"/>
                    <a:pt x="137355" y="36221"/>
                  </a:cubicBezTo>
                  <a:close/>
                  <a:moveTo>
                    <a:pt x="198530" y="22947"/>
                  </a:moveTo>
                  <a:lnTo>
                    <a:pt x="198530" y="111852"/>
                  </a:lnTo>
                  <a:cubicBezTo>
                    <a:pt x="172449" y="111440"/>
                    <a:pt x="146864" y="109461"/>
                    <a:pt x="122267" y="105998"/>
                  </a:cubicBezTo>
                  <a:cubicBezTo>
                    <a:pt x="126472" y="94730"/>
                    <a:pt x="131391" y="84150"/>
                    <a:pt x="137025" y="74476"/>
                  </a:cubicBezTo>
                  <a:cubicBezTo>
                    <a:pt x="154146" y="45043"/>
                    <a:pt x="175665" y="27125"/>
                    <a:pt x="198530" y="22947"/>
                  </a:cubicBezTo>
                  <a:close/>
                  <a:moveTo>
                    <a:pt x="208891" y="0"/>
                  </a:moveTo>
                  <a:cubicBezTo>
                    <a:pt x="97698" y="0"/>
                    <a:pt x="6568" y="87310"/>
                    <a:pt x="384" y="196937"/>
                  </a:cubicBezTo>
                  <a:lnTo>
                    <a:pt x="0" y="196937"/>
                  </a:lnTo>
                  <a:lnTo>
                    <a:pt x="0" y="219114"/>
                  </a:lnTo>
                  <a:lnTo>
                    <a:pt x="247" y="219114"/>
                  </a:lnTo>
                  <a:cubicBezTo>
                    <a:pt x="5634" y="329537"/>
                    <a:pt x="97149" y="417700"/>
                    <a:pt x="208863" y="417700"/>
                  </a:cubicBezTo>
                  <a:lnTo>
                    <a:pt x="244255" y="412591"/>
                  </a:lnTo>
                  <a:lnTo>
                    <a:pt x="244255" y="383694"/>
                  </a:lnTo>
                  <a:lnTo>
                    <a:pt x="236072" y="389105"/>
                  </a:lnTo>
                  <a:cubicBezTo>
                    <a:pt x="230572" y="391832"/>
                    <a:pt x="224940" y="393735"/>
                    <a:pt x="219224" y="394780"/>
                  </a:cubicBezTo>
                  <a:lnTo>
                    <a:pt x="219224" y="306177"/>
                  </a:lnTo>
                  <a:lnTo>
                    <a:pt x="244255" y="308102"/>
                  </a:lnTo>
                  <a:lnTo>
                    <a:pt x="244255" y="286207"/>
                  </a:lnTo>
                  <a:lnTo>
                    <a:pt x="219224" y="284220"/>
                  </a:lnTo>
                  <a:lnTo>
                    <a:pt x="219224" y="219142"/>
                  </a:lnTo>
                  <a:lnTo>
                    <a:pt x="244255" y="219142"/>
                  </a:lnTo>
                  <a:lnTo>
                    <a:pt x="244255" y="196937"/>
                  </a:lnTo>
                  <a:lnTo>
                    <a:pt x="219224" y="196937"/>
                  </a:lnTo>
                  <a:lnTo>
                    <a:pt x="219224" y="133810"/>
                  </a:lnTo>
                  <a:lnTo>
                    <a:pt x="244255" y="131816"/>
                  </a:lnTo>
                  <a:lnTo>
                    <a:pt x="244255" y="109931"/>
                  </a:lnTo>
                  <a:lnTo>
                    <a:pt x="219224" y="111852"/>
                  </a:lnTo>
                  <a:lnTo>
                    <a:pt x="219224" y="22947"/>
                  </a:lnTo>
                  <a:cubicBezTo>
                    <a:pt x="236373" y="26081"/>
                    <a:pt x="252764" y="36943"/>
                    <a:pt x="267111" y="54595"/>
                  </a:cubicBezTo>
                  <a:lnTo>
                    <a:pt x="275866" y="67377"/>
                  </a:lnTo>
                  <a:lnTo>
                    <a:pt x="301524" y="67377"/>
                  </a:lnTo>
                  <a:lnTo>
                    <a:pt x="299719" y="63429"/>
                  </a:lnTo>
                  <a:cubicBezTo>
                    <a:pt x="293782" y="53205"/>
                    <a:pt x="287297" y="44136"/>
                    <a:pt x="280399" y="36276"/>
                  </a:cubicBezTo>
                  <a:cubicBezTo>
                    <a:pt x="295363" y="42501"/>
                    <a:pt x="309337" y="50615"/>
                    <a:pt x="322034" y="60320"/>
                  </a:cubicBezTo>
                  <a:lnTo>
                    <a:pt x="329171" y="67377"/>
                  </a:lnTo>
                  <a:lnTo>
                    <a:pt x="361788" y="67377"/>
                  </a:lnTo>
                  <a:lnTo>
                    <a:pt x="320701" y="32528"/>
                  </a:lnTo>
                  <a:cubicBezTo>
                    <a:pt x="288362" y="11938"/>
                    <a:pt x="250000" y="0"/>
                    <a:pt x="208891" y="0"/>
                  </a:cubicBezTo>
                  <a:close/>
                </a:path>
              </a:pathLst>
            </a:custGeom>
            <a:solidFill>
              <a:schemeClr val="accent1"/>
            </a:solidFill>
            <a:ln w="9525" cap="flat">
              <a:noFill/>
              <a:prstDash val="solid"/>
              <a:miter/>
            </a:ln>
          </p:spPr>
          <p:txBody>
            <a:bodyPr wrap="square" rtlCol="0" anchor="ctr">
              <a:noAutofit/>
            </a:bodyPr>
            <a:lstStyle/>
            <a:p>
              <a:endParaRPr lang="en-US" dirty="0"/>
            </a:p>
          </p:txBody>
        </p:sp>
      </p:grpSp>
      <p:grpSp>
        <p:nvGrpSpPr>
          <p:cNvPr id="97" name="Group 96">
            <a:extLst>
              <a:ext uri="{FF2B5EF4-FFF2-40B4-BE49-F238E27FC236}">
                <a16:creationId xmlns:a16="http://schemas.microsoft.com/office/drawing/2014/main" id="{9CB6A081-A1B8-795D-0E7F-B3F0220674AA}"/>
              </a:ext>
              <a:ext uri="{C183D7F6-B498-43B3-948B-1728B52AA6E4}">
                <adec:decorative xmlns:adec="http://schemas.microsoft.com/office/drawing/2017/decorative" val="1"/>
              </a:ext>
            </a:extLst>
          </p:cNvPr>
          <p:cNvGrpSpPr>
            <a:grpSpLocks noChangeAspect="1"/>
          </p:cNvGrpSpPr>
          <p:nvPr/>
        </p:nvGrpSpPr>
        <p:grpSpPr>
          <a:xfrm>
            <a:off x="2887400" y="5755986"/>
            <a:ext cx="441750" cy="457200"/>
            <a:chOff x="3343214" y="5755986"/>
            <a:chExt cx="441750" cy="457200"/>
          </a:xfrm>
          <a:solidFill>
            <a:srgbClr val="FF0000"/>
          </a:solidFill>
        </p:grpSpPr>
        <p:sp>
          <p:nvSpPr>
            <p:cNvPr id="2772" name="Freeform: Shape 2771">
              <a:extLst>
                <a:ext uri="{FF2B5EF4-FFF2-40B4-BE49-F238E27FC236}">
                  <a16:creationId xmlns:a16="http://schemas.microsoft.com/office/drawing/2014/main" id="{217ACE08-517E-6964-5BF4-4166AD89282F}"/>
                </a:ext>
                <a:ext uri="{C183D7F6-B498-43B3-948B-1728B52AA6E4}">
                  <adec:decorative xmlns:adec="http://schemas.microsoft.com/office/drawing/2017/decorative" val="1"/>
                </a:ext>
              </a:extLst>
            </p:cNvPr>
            <p:cNvSpPr/>
            <p:nvPr/>
          </p:nvSpPr>
          <p:spPr>
            <a:xfrm>
              <a:off x="3389491" y="5821230"/>
              <a:ext cx="388116" cy="391956"/>
            </a:xfrm>
            <a:custGeom>
              <a:avLst/>
              <a:gdLst>
                <a:gd name="connsiteX0" fmla="*/ 460813 w 713251"/>
                <a:gd name="connsiteY0" fmla="*/ 655637 h 720308"/>
                <a:gd name="connsiteX1" fmla="*/ 460770 w 713251"/>
                <a:gd name="connsiteY1" fmla="*/ 655723 h 720308"/>
                <a:gd name="connsiteX2" fmla="*/ 460669 w 713251"/>
                <a:gd name="connsiteY2" fmla="*/ 655759 h 720308"/>
                <a:gd name="connsiteX3" fmla="*/ 460813 w 713251"/>
                <a:gd name="connsiteY3" fmla="*/ 655637 h 720308"/>
                <a:gd name="connsiteX4" fmla="*/ 505913 w 713251"/>
                <a:gd name="connsiteY4" fmla="*/ 550615 h 720308"/>
                <a:gd name="connsiteX5" fmla="*/ 501234 w 713251"/>
                <a:gd name="connsiteY5" fmla="*/ 565587 h 720308"/>
                <a:gd name="connsiteX6" fmla="*/ 483387 w 713251"/>
                <a:gd name="connsiteY6" fmla="*/ 611728 h 720308"/>
                <a:gd name="connsiteX7" fmla="*/ 467117 w 713251"/>
                <a:gd name="connsiteY7" fmla="*/ 642907 h 720308"/>
                <a:gd name="connsiteX8" fmla="*/ 460714 w 713251"/>
                <a:gd name="connsiteY8" fmla="*/ 655715 h 720308"/>
                <a:gd name="connsiteX9" fmla="*/ 460618 w 713251"/>
                <a:gd name="connsiteY9" fmla="*/ 655381 h 720308"/>
                <a:gd name="connsiteX10" fmla="*/ 460499 w 713251"/>
                <a:gd name="connsiteY10" fmla="*/ 654963 h 720308"/>
                <a:gd name="connsiteX11" fmla="*/ 460251 w 713251"/>
                <a:gd name="connsiteY11" fmla="*/ 656176 h 720308"/>
                <a:gd name="connsiteX12" fmla="*/ 460004 w 713251"/>
                <a:gd name="connsiteY12" fmla="*/ 657385 h 720308"/>
                <a:gd name="connsiteX13" fmla="*/ 460616 w 713251"/>
                <a:gd name="connsiteY13" fmla="*/ 657481 h 720308"/>
                <a:gd name="connsiteX14" fmla="*/ 460733 w 713251"/>
                <a:gd name="connsiteY14" fmla="*/ 657479 h 720308"/>
                <a:gd name="connsiteX15" fmla="*/ 461106 w 713251"/>
                <a:gd name="connsiteY15" fmla="*/ 657318 h 720308"/>
                <a:gd name="connsiteX16" fmla="*/ 460140 w 713251"/>
                <a:gd name="connsiteY16" fmla="*/ 656981 h 720308"/>
                <a:gd name="connsiteX17" fmla="*/ 460770 w 713251"/>
                <a:gd name="connsiteY17" fmla="*/ 655723 h 720308"/>
                <a:gd name="connsiteX18" fmla="*/ 480864 w 713251"/>
                <a:gd name="connsiteY18" fmla="*/ 648465 h 720308"/>
                <a:gd name="connsiteX19" fmla="*/ 481996 w 713251"/>
                <a:gd name="connsiteY19" fmla="*/ 647782 h 720308"/>
                <a:gd name="connsiteX20" fmla="*/ 483190 w 713251"/>
                <a:gd name="connsiteY20" fmla="*/ 647625 h 720308"/>
                <a:gd name="connsiteX21" fmla="*/ 484190 w 713251"/>
                <a:gd name="connsiteY21" fmla="*/ 647263 h 720308"/>
                <a:gd name="connsiteX22" fmla="*/ 497245 w 713251"/>
                <a:gd name="connsiteY22" fmla="*/ 641096 h 720308"/>
                <a:gd name="connsiteX23" fmla="*/ 499329 w 713251"/>
                <a:gd name="connsiteY23" fmla="*/ 640054 h 720308"/>
                <a:gd name="connsiteX24" fmla="*/ 513791 w 713251"/>
                <a:gd name="connsiteY24" fmla="*/ 632632 h 720308"/>
                <a:gd name="connsiteX25" fmla="*/ 535064 w 713251"/>
                <a:gd name="connsiteY25" fmla="*/ 618387 h 720308"/>
                <a:gd name="connsiteX26" fmla="*/ 569352 w 713251"/>
                <a:gd name="connsiteY26" fmla="*/ 590958 h 720308"/>
                <a:gd name="connsiteX27" fmla="*/ 579322 w 713251"/>
                <a:gd name="connsiteY27" fmla="*/ 582391 h 720308"/>
                <a:gd name="connsiteX28" fmla="*/ 561309 w 713251"/>
                <a:gd name="connsiteY28" fmla="*/ 572652 h 720308"/>
                <a:gd name="connsiteX29" fmla="*/ 542852 w 713251"/>
                <a:gd name="connsiteY29" fmla="*/ 564235 h 720308"/>
                <a:gd name="connsiteX30" fmla="*/ 211674 w 713251"/>
                <a:gd name="connsiteY30" fmla="*/ 550615 h 720308"/>
                <a:gd name="connsiteX31" fmla="*/ 174735 w 713251"/>
                <a:gd name="connsiteY31" fmla="*/ 564236 h 720308"/>
                <a:gd name="connsiteX32" fmla="*/ 156278 w 713251"/>
                <a:gd name="connsiteY32" fmla="*/ 572652 h 720308"/>
                <a:gd name="connsiteX33" fmla="*/ 138265 w 713251"/>
                <a:gd name="connsiteY33" fmla="*/ 582391 h 720308"/>
                <a:gd name="connsiteX34" fmla="*/ 148241 w 713251"/>
                <a:gd name="connsiteY34" fmla="*/ 590962 h 720308"/>
                <a:gd name="connsiteX35" fmla="*/ 182523 w 713251"/>
                <a:gd name="connsiteY35" fmla="*/ 618388 h 720308"/>
                <a:gd name="connsiteX36" fmla="*/ 203796 w 713251"/>
                <a:gd name="connsiteY36" fmla="*/ 632632 h 720308"/>
                <a:gd name="connsiteX37" fmla="*/ 233042 w 713251"/>
                <a:gd name="connsiteY37" fmla="*/ 647447 h 720308"/>
                <a:gd name="connsiteX38" fmla="*/ 235592 w 713251"/>
                <a:gd name="connsiteY38" fmla="*/ 647782 h 720308"/>
                <a:gd name="connsiteX39" fmla="*/ 239917 w 713251"/>
                <a:gd name="connsiteY39" fmla="*/ 650393 h 720308"/>
                <a:gd name="connsiteX40" fmla="*/ 242427 w 713251"/>
                <a:gd name="connsiteY40" fmla="*/ 650727 h 720308"/>
                <a:gd name="connsiteX41" fmla="*/ 244827 w 713251"/>
                <a:gd name="connsiteY41" fmla="*/ 652357 h 720308"/>
                <a:gd name="connsiteX42" fmla="*/ 247338 w 713251"/>
                <a:gd name="connsiteY42" fmla="*/ 652691 h 720308"/>
                <a:gd name="connsiteX43" fmla="*/ 249849 w 713251"/>
                <a:gd name="connsiteY43" fmla="*/ 654463 h 720308"/>
                <a:gd name="connsiteX44" fmla="*/ 256854 w 713251"/>
                <a:gd name="connsiteY44" fmla="*/ 657479 h 720308"/>
                <a:gd name="connsiteX45" fmla="*/ 256970 w 713251"/>
                <a:gd name="connsiteY45" fmla="*/ 657481 h 720308"/>
                <a:gd name="connsiteX46" fmla="*/ 256971 w 713251"/>
                <a:gd name="connsiteY46" fmla="*/ 657481 h 720308"/>
                <a:gd name="connsiteX47" fmla="*/ 256854 w 713251"/>
                <a:gd name="connsiteY47" fmla="*/ 657479 h 720308"/>
                <a:gd name="connsiteX48" fmla="*/ 249723 w 713251"/>
                <a:gd name="connsiteY48" fmla="*/ 654154 h 720308"/>
                <a:gd name="connsiteX49" fmla="*/ 257268 w 713251"/>
                <a:gd name="connsiteY49" fmla="*/ 655843 h 720308"/>
                <a:gd name="connsiteX50" fmla="*/ 257088 w 713251"/>
                <a:gd name="connsiteY50" fmla="*/ 654963 h 720308"/>
                <a:gd name="connsiteX51" fmla="*/ 256873 w 713251"/>
                <a:gd name="connsiteY51" fmla="*/ 655715 h 720308"/>
                <a:gd name="connsiteX52" fmla="*/ 250470 w 713251"/>
                <a:gd name="connsiteY52" fmla="*/ 642907 h 720308"/>
                <a:gd name="connsiteX53" fmla="*/ 234200 w 713251"/>
                <a:gd name="connsiteY53" fmla="*/ 611727 h 720308"/>
                <a:gd name="connsiteX54" fmla="*/ 216354 w 713251"/>
                <a:gd name="connsiteY54" fmla="*/ 565587 h 720308"/>
                <a:gd name="connsiteX55" fmla="*/ 358795 w 713251"/>
                <a:gd name="connsiteY55" fmla="*/ 528301 h 720308"/>
                <a:gd name="connsiteX56" fmla="*/ 333963 w 713251"/>
                <a:gd name="connsiteY56" fmla="*/ 529175 h 720308"/>
                <a:gd name="connsiteX57" fmla="*/ 257060 w 713251"/>
                <a:gd name="connsiteY57" fmla="*/ 539103 h 720308"/>
                <a:gd name="connsiteX58" fmla="*/ 257607 w 713251"/>
                <a:gd name="connsiteY58" fmla="*/ 543935 h 720308"/>
                <a:gd name="connsiteX59" fmla="*/ 274436 w 713251"/>
                <a:gd name="connsiteY59" fmla="*/ 590271 h 720308"/>
                <a:gd name="connsiteX60" fmla="*/ 282777 w 713251"/>
                <a:gd name="connsiteY60" fmla="*/ 607493 h 720308"/>
                <a:gd name="connsiteX61" fmla="*/ 283640 w 713251"/>
                <a:gd name="connsiteY61" fmla="*/ 609230 h 720308"/>
                <a:gd name="connsiteX62" fmla="*/ 293971 w 713251"/>
                <a:gd name="connsiteY62" fmla="*/ 626520 h 720308"/>
                <a:gd name="connsiteX63" fmla="*/ 294199 w 713251"/>
                <a:gd name="connsiteY63" fmla="*/ 626884 h 720308"/>
                <a:gd name="connsiteX64" fmla="*/ 306671 w 713251"/>
                <a:gd name="connsiteY64" fmla="*/ 643308 h 720308"/>
                <a:gd name="connsiteX65" fmla="*/ 321450 w 713251"/>
                <a:gd name="connsiteY65" fmla="*/ 658203 h 720308"/>
                <a:gd name="connsiteX66" fmla="*/ 345753 w 713251"/>
                <a:gd name="connsiteY66" fmla="*/ 672915 h 720308"/>
                <a:gd name="connsiteX67" fmla="*/ 358484 w 713251"/>
                <a:gd name="connsiteY67" fmla="*/ 673828 h 720308"/>
                <a:gd name="connsiteX68" fmla="*/ 358789 w 713251"/>
                <a:gd name="connsiteY68" fmla="*/ 673833 h 720308"/>
                <a:gd name="connsiteX69" fmla="*/ 359103 w 713251"/>
                <a:gd name="connsiteY69" fmla="*/ 673828 h 720308"/>
                <a:gd name="connsiteX70" fmla="*/ 371834 w 713251"/>
                <a:gd name="connsiteY70" fmla="*/ 672915 h 720308"/>
                <a:gd name="connsiteX71" fmla="*/ 377631 w 713251"/>
                <a:gd name="connsiteY71" fmla="*/ 671058 h 720308"/>
                <a:gd name="connsiteX72" fmla="*/ 379588 w 713251"/>
                <a:gd name="connsiteY72" fmla="*/ 670197 h 720308"/>
                <a:gd name="connsiteX73" fmla="*/ 384835 w 713251"/>
                <a:gd name="connsiteY73" fmla="*/ 667247 h 720308"/>
                <a:gd name="connsiteX74" fmla="*/ 396138 w 713251"/>
                <a:gd name="connsiteY74" fmla="*/ 658202 h 720308"/>
                <a:gd name="connsiteX75" fmla="*/ 410916 w 713251"/>
                <a:gd name="connsiteY75" fmla="*/ 643307 h 720308"/>
                <a:gd name="connsiteX76" fmla="*/ 423389 w 713251"/>
                <a:gd name="connsiteY76" fmla="*/ 626882 h 720308"/>
                <a:gd name="connsiteX77" fmla="*/ 423612 w 713251"/>
                <a:gd name="connsiteY77" fmla="*/ 626527 h 720308"/>
                <a:gd name="connsiteX78" fmla="*/ 433949 w 713251"/>
                <a:gd name="connsiteY78" fmla="*/ 609229 h 720308"/>
                <a:gd name="connsiteX79" fmla="*/ 434804 w 713251"/>
                <a:gd name="connsiteY79" fmla="*/ 607506 h 720308"/>
                <a:gd name="connsiteX80" fmla="*/ 443151 w 713251"/>
                <a:gd name="connsiteY80" fmla="*/ 590271 h 720308"/>
                <a:gd name="connsiteX81" fmla="*/ 459980 w 713251"/>
                <a:gd name="connsiteY81" fmla="*/ 543935 h 720308"/>
                <a:gd name="connsiteX82" fmla="*/ 460527 w 713251"/>
                <a:gd name="connsiteY82" fmla="*/ 539103 h 720308"/>
                <a:gd name="connsiteX83" fmla="*/ 383625 w 713251"/>
                <a:gd name="connsiteY83" fmla="*/ 529175 h 720308"/>
                <a:gd name="connsiteX84" fmla="*/ 46706 w 713251"/>
                <a:gd name="connsiteY84" fmla="*/ 387690 h 720308"/>
                <a:gd name="connsiteX85" fmla="*/ 48300 w 713251"/>
                <a:gd name="connsiteY85" fmla="*/ 399143 h 720308"/>
                <a:gd name="connsiteX86" fmla="*/ 58676 w 713251"/>
                <a:gd name="connsiteY86" fmla="*/ 449135 h 720308"/>
                <a:gd name="connsiteX87" fmla="*/ 90830 w 713251"/>
                <a:gd name="connsiteY87" fmla="*/ 521816 h 720308"/>
                <a:gd name="connsiteX88" fmla="*/ 103333 w 713251"/>
                <a:gd name="connsiteY88" fmla="*/ 540437 h 720308"/>
                <a:gd name="connsiteX89" fmla="*/ 104566 w 713251"/>
                <a:gd name="connsiteY89" fmla="*/ 540356 h 720308"/>
                <a:gd name="connsiteX90" fmla="*/ 107202 w 713251"/>
                <a:gd name="connsiteY90" fmla="*/ 539083 h 720308"/>
                <a:gd name="connsiteX91" fmla="*/ 129760 w 713251"/>
                <a:gd name="connsiteY91" fmla="*/ 527918 h 720308"/>
                <a:gd name="connsiteX92" fmla="*/ 132056 w 713251"/>
                <a:gd name="connsiteY92" fmla="*/ 527397 h 720308"/>
                <a:gd name="connsiteX93" fmla="*/ 138608 w 713251"/>
                <a:gd name="connsiteY93" fmla="*/ 523989 h 720308"/>
                <a:gd name="connsiteX94" fmla="*/ 140894 w 713251"/>
                <a:gd name="connsiteY94" fmla="*/ 523469 h 720308"/>
                <a:gd name="connsiteX95" fmla="*/ 143547 w 713251"/>
                <a:gd name="connsiteY95" fmla="*/ 522024 h 720308"/>
                <a:gd name="connsiteX96" fmla="*/ 145805 w 713251"/>
                <a:gd name="connsiteY96" fmla="*/ 521505 h 720308"/>
                <a:gd name="connsiteX97" fmla="*/ 148457 w 713251"/>
                <a:gd name="connsiteY97" fmla="*/ 520059 h 720308"/>
                <a:gd name="connsiteX98" fmla="*/ 150715 w 713251"/>
                <a:gd name="connsiteY98" fmla="*/ 519540 h 720308"/>
                <a:gd name="connsiteX99" fmla="*/ 153368 w 713251"/>
                <a:gd name="connsiteY99" fmla="*/ 518095 h 720308"/>
                <a:gd name="connsiteX100" fmla="*/ 155625 w 713251"/>
                <a:gd name="connsiteY100" fmla="*/ 517576 h 720308"/>
                <a:gd name="connsiteX101" fmla="*/ 158278 w 713251"/>
                <a:gd name="connsiteY101" fmla="*/ 516131 h 720308"/>
                <a:gd name="connsiteX102" fmla="*/ 159876 w 713251"/>
                <a:gd name="connsiteY102" fmla="*/ 516653 h 720308"/>
                <a:gd name="connsiteX103" fmla="*/ 186995 w 713251"/>
                <a:gd name="connsiteY103" fmla="*/ 506845 h 720308"/>
                <a:gd name="connsiteX104" fmla="*/ 191623 w 713251"/>
                <a:gd name="connsiteY104" fmla="*/ 505326 h 720308"/>
                <a:gd name="connsiteX105" fmla="*/ 193926 w 713251"/>
                <a:gd name="connsiteY105" fmla="*/ 504810 h 720308"/>
                <a:gd name="connsiteX106" fmla="*/ 197031 w 713251"/>
                <a:gd name="connsiteY106" fmla="*/ 503366 h 720308"/>
                <a:gd name="connsiteX107" fmla="*/ 199575 w 713251"/>
                <a:gd name="connsiteY107" fmla="*/ 499877 h 720308"/>
                <a:gd name="connsiteX108" fmla="*/ 192099 w 713251"/>
                <a:gd name="connsiteY108" fmla="*/ 450166 h 720308"/>
                <a:gd name="connsiteX109" fmla="*/ 189108 w 713251"/>
                <a:gd name="connsiteY109" fmla="*/ 419923 h 720308"/>
                <a:gd name="connsiteX110" fmla="*/ 186618 w 713251"/>
                <a:gd name="connsiteY110" fmla="*/ 387690 h 720308"/>
                <a:gd name="connsiteX111" fmla="*/ 233631 w 713251"/>
                <a:gd name="connsiteY111" fmla="*/ 387542 h 720308"/>
                <a:gd name="connsiteX112" fmla="*/ 241249 w 713251"/>
                <a:gd name="connsiteY112" fmla="*/ 468300 h 720308"/>
                <a:gd name="connsiteX113" fmla="*/ 245684 w 713251"/>
                <a:gd name="connsiteY113" fmla="*/ 492969 h 720308"/>
                <a:gd name="connsiteX114" fmla="*/ 272712 w 713251"/>
                <a:gd name="connsiteY114" fmla="*/ 488453 h 720308"/>
                <a:gd name="connsiteX115" fmla="*/ 357911 w 713251"/>
                <a:gd name="connsiteY115" fmla="*/ 483025 h 720308"/>
                <a:gd name="connsiteX116" fmla="*/ 358796 w 713251"/>
                <a:gd name="connsiteY116" fmla="*/ 483057 h 720308"/>
                <a:gd name="connsiteX117" fmla="*/ 359676 w 713251"/>
                <a:gd name="connsiteY117" fmla="*/ 483025 h 720308"/>
                <a:gd name="connsiteX118" fmla="*/ 444876 w 713251"/>
                <a:gd name="connsiteY118" fmla="*/ 488453 h 720308"/>
                <a:gd name="connsiteX119" fmla="*/ 471904 w 713251"/>
                <a:gd name="connsiteY119" fmla="*/ 492969 h 720308"/>
                <a:gd name="connsiteX120" fmla="*/ 476338 w 713251"/>
                <a:gd name="connsiteY120" fmla="*/ 468299 h 720308"/>
                <a:gd name="connsiteX121" fmla="*/ 479959 w 713251"/>
                <a:gd name="connsiteY121" fmla="*/ 441562 h 720308"/>
                <a:gd name="connsiteX122" fmla="*/ 483956 w 713251"/>
                <a:gd name="connsiteY122" fmla="*/ 387542 h 720308"/>
                <a:gd name="connsiteX123" fmla="*/ 424894 w 713251"/>
                <a:gd name="connsiteY123" fmla="*/ 387542 h 720308"/>
                <a:gd name="connsiteX124" fmla="*/ 271241 w 713251"/>
                <a:gd name="connsiteY124" fmla="*/ 217981 h 720308"/>
                <a:gd name="connsiteX125" fmla="*/ 272987 w 713251"/>
                <a:gd name="connsiteY125" fmla="*/ 219903 h 720308"/>
                <a:gd name="connsiteX126" fmla="*/ 270447 w 713251"/>
                <a:gd name="connsiteY126" fmla="*/ 220243 h 720308"/>
                <a:gd name="connsiteX127" fmla="*/ 271241 w 713251"/>
                <a:gd name="connsiteY127" fmla="*/ 217981 h 720308"/>
                <a:gd name="connsiteX128" fmla="*/ 291609 w 713251"/>
                <a:gd name="connsiteY128" fmla="*/ 177598 h 720308"/>
                <a:gd name="connsiteX129" fmla="*/ 293443 w 713251"/>
                <a:gd name="connsiteY129" fmla="*/ 178452 h 720308"/>
                <a:gd name="connsiteX130" fmla="*/ 289402 w 713251"/>
                <a:gd name="connsiteY130" fmla="*/ 180327 h 720308"/>
                <a:gd name="connsiteX131" fmla="*/ 291609 w 713251"/>
                <a:gd name="connsiteY131" fmla="*/ 177598 h 720308"/>
                <a:gd name="connsiteX132" fmla="*/ 458959 w 713251"/>
                <a:gd name="connsiteY132" fmla="*/ 61704 h 720308"/>
                <a:gd name="connsiteX133" fmla="*/ 461348 w 713251"/>
                <a:gd name="connsiteY133" fmla="*/ 67553 h 720308"/>
                <a:gd name="connsiteX134" fmla="*/ 474398 w 713251"/>
                <a:gd name="connsiteY134" fmla="*/ 90262 h 720308"/>
                <a:gd name="connsiteX135" fmla="*/ 496795 w 713251"/>
                <a:gd name="connsiteY135" fmla="*/ 142491 h 720308"/>
                <a:gd name="connsiteX136" fmla="*/ 501972 w 713251"/>
                <a:gd name="connsiteY136" fmla="*/ 156435 h 720308"/>
                <a:gd name="connsiteX137" fmla="*/ 506123 w 713251"/>
                <a:gd name="connsiteY137" fmla="*/ 165335 h 720308"/>
                <a:gd name="connsiteX138" fmla="*/ 509510 w 713251"/>
                <a:gd name="connsiteY138" fmla="*/ 163655 h 720308"/>
                <a:gd name="connsiteX139" fmla="*/ 511040 w 713251"/>
                <a:gd name="connsiteY139" fmla="*/ 164341 h 720308"/>
                <a:gd name="connsiteX140" fmla="*/ 514182 w 713251"/>
                <a:gd name="connsiteY140" fmla="*/ 164687 h 720308"/>
                <a:gd name="connsiteX141" fmla="*/ 510932 w 713251"/>
                <a:gd name="connsiteY141" fmla="*/ 164069 h 720308"/>
                <a:gd name="connsiteX142" fmla="*/ 515392 w 713251"/>
                <a:gd name="connsiteY142" fmla="*/ 161858 h 720308"/>
                <a:gd name="connsiteX143" fmla="*/ 514206 w 713251"/>
                <a:gd name="connsiteY143" fmla="*/ 164689 h 720308"/>
                <a:gd name="connsiteX144" fmla="*/ 514342 w 713251"/>
                <a:gd name="connsiteY144" fmla="*/ 164704 h 720308"/>
                <a:gd name="connsiteX145" fmla="*/ 516385 w 713251"/>
                <a:gd name="connsiteY145" fmla="*/ 161691 h 720308"/>
                <a:gd name="connsiteX146" fmla="*/ 517926 w 713251"/>
                <a:gd name="connsiteY146" fmla="*/ 162390 h 720308"/>
                <a:gd name="connsiteX147" fmla="*/ 520986 w 713251"/>
                <a:gd name="connsiteY147" fmla="*/ 162627 h 720308"/>
                <a:gd name="connsiteX148" fmla="*/ 577080 w 713251"/>
                <a:gd name="connsiteY148" fmla="*/ 140700 h 720308"/>
                <a:gd name="connsiteX149" fmla="*/ 577081 w 713251"/>
                <a:gd name="connsiteY149" fmla="*/ 140700 h 720308"/>
                <a:gd name="connsiteX150" fmla="*/ 577081 w 713251"/>
                <a:gd name="connsiteY150" fmla="*/ 140700 h 720308"/>
                <a:gd name="connsiteX151" fmla="*/ 520986 w 713251"/>
                <a:gd name="connsiteY151" fmla="*/ 162627 h 720308"/>
                <a:gd name="connsiteX152" fmla="*/ 517813 w 713251"/>
                <a:gd name="connsiteY152" fmla="*/ 162111 h 720308"/>
                <a:gd name="connsiteX153" fmla="*/ 549676 w 713251"/>
                <a:gd name="connsiteY153" fmla="*/ 149954 h 720308"/>
                <a:gd name="connsiteX154" fmla="*/ 579894 w 713251"/>
                <a:gd name="connsiteY154" fmla="*/ 137166 h 720308"/>
                <a:gd name="connsiteX155" fmla="*/ 580318 w 713251"/>
                <a:gd name="connsiteY155" fmla="*/ 136386 h 720308"/>
                <a:gd name="connsiteX156" fmla="*/ 458959 w 713251"/>
                <a:gd name="connsiteY156" fmla="*/ 61704 h 720308"/>
                <a:gd name="connsiteX157" fmla="*/ 350885 w 713251"/>
                <a:gd name="connsiteY157" fmla="*/ 131 h 720308"/>
                <a:gd name="connsiteX158" fmla="*/ 386344 w 713251"/>
                <a:gd name="connsiteY158" fmla="*/ 1014 h 720308"/>
                <a:gd name="connsiteX159" fmla="*/ 401558 w 713251"/>
                <a:gd name="connsiteY159" fmla="*/ 2976 h 720308"/>
                <a:gd name="connsiteX160" fmla="*/ 402560 w 713251"/>
                <a:gd name="connsiteY160" fmla="*/ 3058 h 720308"/>
                <a:gd name="connsiteX161" fmla="*/ 402553 w 713251"/>
                <a:gd name="connsiteY161" fmla="*/ 3105 h 720308"/>
                <a:gd name="connsiteX162" fmla="*/ 421516 w 713251"/>
                <a:gd name="connsiteY162" fmla="*/ 5551 h 720308"/>
                <a:gd name="connsiteX163" fmla="*/ 456513 w 713251"/>
                <a:gd name="connsiteY163" fmla="*/ 13590 h 720308"/>
                <a:gd name="connsiteX164" fmla="*/ 457343 w 713251"/>
                <a:gd name="connsiteY164" fmla="*/ 13827 h 720308"/>
                <a:gd name="connsiteX165" fmla="*/ 458818 w 713251"/>
                <a:gd name="connsiteY165" fmla="*/ 14249 h 720308"/>
                <a:gd name="connsiteX166" fmla="*/ 463477 w 713251"/>
                <a:gd name="connsiteY166" fmla="*/ 15654 h 720308"/>
                <a:gd name="connsiteX167" fmla="*/ 464203 w 713251"/>
                <a:gd name="connsiteY167" fmla="*/ 15938 h 720308"/>
                <a:gd name="connsiteX168" fmla="*/ 486137 w 713251"/>
                <a:gd name="connsiteY168" fmla="*/ 22761 h 720308"/>
                <a:gd name="connsiteX169" fmla="*/ 481368 w 713251"/>
                <a:gd name="connsiteY169" fmla="*/ 22642 h 720308"/>
                <a:gd name="connsiteX170" fmla="*/ 481287 w 713251"/>
                <a:gd name="connsiteY170" fmla="*/ 22611 h 720308"/>
                <a:gd name="connsiteX171" fmla="*/ 481367 w 713251"/>
                <a:gd name="connsiteY171" fmla="*/ 22642 h 720308"/>
                <a:gd name="connsiteX172" fmla="*/ 486315 w 713251"/>
                <a:gd name="connsiteY172" fmla="*/ 23087 h 720308"/>
                <a:gd name="connsiteX173" fmla="*/ 488990 w 713251"/>
                <a:gd name="connsiteY173" fmla="*/ 24449 h 720308"/>
                <a:gd name="connsiteX174" fmla="*/ 489608 w 713251"/>
                <a:gd name="connsiteY174" fmla="*/ 24616 h 720308"/>
                <a:gd name="connsiteX175" fmla="*/ 491226 w 713251"/>
                <a:gd name="connsiteY175" fmla="*/ 25051 h 720308"/>
                <a:gd name="connsiteX176" fmla="*/ 493900 w 713251"/>
                <a:gd name="connsiteY176" fmla="*/ 26413 h 720308"/>
                <a:gd name="connsiteX177" fmla="*/ 494518 w 713251"/>
                <a:gd name="connsiteY177" fmla="*/ 26580 h 720308"/>
                <a:gd name="connsiteX178" fmla="*/ 496136 w 713251"/>
                <a:gd name="connsiteY178" fmla="*/ 27016 h 720308"/>
                <a:gd name="connsiteX179" fmla="*/ 500760 w 713251"/>
                <a:gd name="connsiteY179" fmla="*/ 29348 h 720308"/>
                <a:gd name="connsiteX180" fmla="*/ 501424 w 713251"/>
                <a:gd name="connsiteY180" fmla="*/ 29529 h 720308"/>
                <a:gd name="connsiteX181" fmla="*/ 503010 w 713251"/>
                <a:gd name="connsiteY181" fmla="*/ 29962 h 720308"/>
                <a:gd name="connsiteX182" fmla="*/ 507635 w 713251"/>
                <a:gd name="connsiteY182" fmla="*/ 32294 h 720308"/>
                <a:gd name="connsiteX183" fmla="*/ 508298 w 713251"/>
                <a:gd name="connsiteY183" fmla="*/ 32475 h 720308"/>
                <a:gd name="connsiteX184" fmla="*/ 509885 w 713251"/>
                <a:gd name="connsiteY184" fmla="*/ 32908 h 720308"/>
                <a:gd name="connsiteX185" fmla="*/ 531278 w 713251"/>
                <a:gd name="connsiteY185" fmla="*/ 44778 h 720308"/>
                <a:gd name="connsiteX186" fmla="*/ 549820 w 713251"/>
                <a:gd name="connsiteY186" fmla="*/ 55570 h 720308"/>
                <a:gd name="connsiteX187" fmla="*/ 576560 w 713251"/>
                <a:gd name="connsiteY187" fmla="*/ 72942 h 720308"/>
                <a:gd name="connsiteX188" fmla="*/ 594441 w 713251"/>
                <a:gd name="connsiteY188" fmla="*/ 88518 h 720308"/>
                <a:gd name="connsiteX189" fmla="*/ 616552 w 713251"/>
                <a:gd name="connsiteY189" fmla="*/ 108021 h 720308"/>
                <a:gd name="connsiteX190" fmla="*/ 631141 w 713251"/>
                <a:gd name="connsiteY190" fmla="*/ 125280 h 720308"/>
                <a:gd name="connsiteX191" fmla="*/ 643795 w 713251"/>
                <a:gd name="connsiteY191" fmla="*/ 139170 h 720308"/>
                <a:gd name="connsiteX192" fmla="*/ 662709 w 713251"/>
                <a:gd name="connsiteY192" fmla="*/ 167040 h 720308"/>
                <a:gd name="connsiteX193" fmla="*/ 683473 w 713251"/>
                <a:gd name="connsiteY193" fmla="*/ 205171 h 720308"/>
                <a:gd name="connsiteX194" fmla="*/ 703240 w 713251"/>
                <a:gd name="connsiteY194" fmla="*/ 256791 h 720308"/>
                <a:gd name="connsiteX195" fmla="*/ 713251 w 713251"/>
                <a:gd name="connsiteY195" fmla="*/ 300729 h 720308"/>
                <a:gd name="connsiteX196" fmla="*/ 665299 w 713251"/>
                <a:gd name="connsiteY196" fmla="*/ 300729 h 720308"/>
                <a:gd name="connsiteX197" fmla="*/ 662365 w 713251"/>
                <a:gd name="connsiteY197" fmla="*/ 280861 h 720308"/>
                <a:gd name="connsiteX198" fmla="*/ 663554 w 713251"/>
                <a:gd name="connsiteY198" fmla="*/ 280485 h 720308"/>
                <a:gd name="connsiteX199" fmla="*/ 661164 w 713251"/>
                <a:gd name="connsiteY199" fmla="*/ 269485 h 720308"/>
                <a:gd name="connsiteX200" fmla="*/ 661155 w 713251"/>
                <a:gd name="connsiteY200" fmla="*/ 269461 h 720308"/>
                <a:gd name="connsiteX201" fmla="*/ 654235 w 713251"/>
                <a:gd name="connsiteY201" fmla="*/ 249755 h 720308"/>
                <a:gd name="connsiteX202" fmla="*/ 653280 w 713251"/>
                <a:gd name="connsiteY202" fmla="*/ 246975 h 720308"/>
                <a:gd name="connsiteX203" fmla="*/ 653280 w 713251"/>
                <a:gd name="connsiteY203" fmla="*/ 246974 h 720308"/>
                <a:gd name="connsiteX204" fmla="*/ 652271 w 713251"/>
                <a:gd name="connsiteY204" fmla="*/ 244845 h 720308"/>
                <a:gd name="connsiteX205" fmla="*/ 651316 w 713251"/>
                <a:gd name="connsiteY205" fmla="*/ 242065 h 720308"/>
                <a:gd name="connsiteX206" fmla="*/ 651315 w 713251"/>
                <a:gd name="connsiteY206" fmla="*/ 242063 h 720308"/>
                <a:gd name="connsiteX207" fmla="*/ 650295 w 713251"/>
                <a:gd name="connsiteY207" fmla="*/ 239920 h 720308"/>
                <a:gd name="connsiteX208" fmla="*/ 648370 w 713251"/>
                <a:gd name="connsiteY208" fmla="*/ 235190 h 720308"/>
                <a:gd name="connsiteX209" fmla="*/ 648369 w 713251"/>
                <a:gd name="connsiteY209" fmla="*/ 235189 h 720308"/>
                <a:gd name="connsiteX210" fmla="*/ 647342 w 713251"/>
                <a:gd name="connsiteY210" fmla="*/ 233036 h 720308"/>
                <a:gd name="connsiteX211" fmla="*/ 625564 w 713251"/>
                <a:gd name="connsiteY211" fmla="*/ 192905 h 720308"/>
                <a:gd name="connsiteX212" fmla="*/ 610878 w 713251"/>
                <a:gd name="connsiteY212" fmla="*/ 172015 h 720308"/>
                <a:gd name="connsiteX213" fmla="*/ 587828 w 713251"/>
                <a:gd name="connsiteY213" fmla="*/ 183332 h 720308"/>
                <a:gd name="connsiteX214" fmla="*/ 587893 w 713251"/>
                <a:gd name="connsiteY214" fmla="*/ 182137 h 720308"/>
                <a:gd name="connsiteX215" fmla="*/ 588404 w 713251"/>
                <a:gd name="connsiteY215" fmla="*/ 181246 h 720308"/>
                <a:gd name="connsiteX216" fmla="*/ 587823 w 713251"/>
                <a:gd name="connsiteY216" fmla="*/ 182186 h 720308"/>
                <a:gd name="connsiteX217" fmla="*/ 587268 w 713251"/>
                <a:gd name="connsiteY217" fmla="*/ 183724 h 720308"/>
                <a:gd name="connsiteX218" fmla="*/ 577862 w 713251"/>
                <a:gd name="connsiteY218" fmla="*/ 187712 h 720308"/>
                <a:gd name="connsiteX219" fmla="*/ 551679 w 713251"/>
                <a:gd name="connsiteY219" fmla="*/ 197936 h 720308"/>
                <a:gd name="connsiteX220" fmla="*/ 516094 w 713251"/>
                <a:gd name="connsiteY220" fmla="*/ 209323 h 720308"/>
                <a:gd name="connsiteX221" fmla="*/ 529462 w 713251"/>
                <a:gd name="connsiteY221" fmla="*/ 308857 h 720308"/>
                <a:gd name="connsiteX222" fmla="*/ 530615 w 713251"/>
                <a:gd name="connsiteY222" fmla="*/ 342132 h 720308"/>
                <a:gd name="connsiteX223" fmla="*/ 629501 w 713251"/>
                <a:gd name="connsiteY223" fmla="*/ 342132 h 720308"/>
                <a:gd name="connsiteX224" fmla="*/ 629501 w 713251"/>
                <a:gd name="connsiteY224" fmla="*/ 387690 h 720308"/>
                <a:gd name="connsiteX225" fmla="*/ 530969 w 713251"/>
                <a:gd name="connsiteY225" fmla="*/ 387690 h 720308"/>
                <a:gd name="connsiteX226" fmla="*/ 528479 w 713251"/>
                <a:gd name="connsiteY226" fmla="*/ 419923 h 720308"/>
                <a:gd name="connsiteX227" fmla="*/ 525488 w 713251"/>
                <a:gd name="connsiteY227" fmla="*/ 450166 h 720308"/>
                <a:gd name="connsiteX228" fmla="*/ 518012 w 713251"/>
                <a:gd name="connsiteY228" fmla="*/ 499877 h 720308"/>
                <a:gd name="connsiteX229" fmla="*/ 520557 w 713251"/>
                <a:gd name="connsiteY229" fmla="*/ 503366 h 720308"/>
                <a:gd name="connsiteX230" fmla="*/ 523662 w 713251"/>
                <a:gd name="connsiteY230" fmla="*/ 504810 h 720308"/>
                <a:gd name="connsiteX231" fmla="*/ 525964 w 713251"/>
                <a:gd name="connsiteY231" fmla="*/ 505326 h 720308"/>
                <a:gd name="connsiteX232" fmla="*/ 530593 w 713251"/>
                <a:gd name="connsiteY232" fmla="*/ 506846 h 720308"/>
                <a:gd name="connsiteX233" fmla="*/ 558807 w 713251"/>
                <a:gd name="connsiteY233" fmla="*/ 515752 h 720308"/>
                <a:gd name="connsiteX234" fmla="*/ 557711 w 713251"/>
                <a:gd name="connsiteY234" fmla="*/ 516653 h 720308"/>
                <a:gd name="connsiteX235" fmla="*/ 559309 w 713251"/>
                <a:gd name="connsiteY235" fmla="*/ 516131 h 720308"/>
                <a:gd name="connsiteX236" fmla="*/ 561962 w 713251"/>
                <a:gd name="connsiteY236" fmla="*/ 517576 h 720308"/>
                <a:gd name="connsiteX237" fmla="*/ 564220 w 713251"/>
                <a:gd name="connsiteY237" fmla="*/ 518095 h 720308"/>
                <a:gd name="connsiteX238" fmla="*/ 566872 w 713251"/>
                <a:gd name="connsiteY238" fmla="*/ 519541 h 720308"/>
                <a:gd name="connsiteX239" fmla="*/ 569130 w 713251"/>
                <a:gd name="connsiteY239" fmla="*/ 520060 h 720308"/>
                <a:gd name="connsiteX240" fmla="*/ 571783 w 713251"/>
                <a:gd name="connsiteY240" fmla="*/ 521505 h 720308"/>
                <a:gd name="connsiteX241" fmla="*/ 574040 w 713251"/>
                <a:gd name="connsiteY241" fmla="*/ 522024 h 720308"/>
                <a:gd name="connsiteX242" fmla="*/ 576693 w 713251"/>
                <a:gd name="connsiteY242" fmla="*/ 523469 h 720308"/>
                <a:gd name="connsiteX243" fmla="*/ 578979 w 713251"/>
                <a:gd name="connsiteY243" fmla="*/ 523989 h 720308"/>
                <a:gd name="connsiteX244" fmla="*/ 585532 w 713251"/>
                <a:gd name="connsiteY244" fmla="*/ 527397 h 720308"/>
                <a:gd name="connsiteX245" fmla="*/ 587827 w 713251"/>
                <a:gd name="connsiteY245" fmla="*/ 527918 h 720308"/>
                <a:gd name="connsiteX246" fmla="*/ 610385 w 713251"/>
                <a:gd name="connsiteY246" fmla="*/ 539083 h 720308"/>
                <a:gd name="connsiteX247" fmla="*/ 613021 w 713251"/>
                <a:gd name="connsiteY247" fmla="*/ 540356 h 720308"/>
                <a:gd name="connsiteX248" fmla="*/ 614254 w 713251"/>
                <a:gd name="connsiteY248" fmla="*/ 540437 h 720308"/>
                <a:gd name="connsiteX249" fmla="*/ 626758 w 713251"/>
                <a:gd name="connsiteY249" fmla="*/ 521816 h 720308"/>
                <a:gd name="connsiteX250" fmla="*/ 658911 w 713251"/>
                <a:gd name="connsiteY250" fmla="*/ 449135 h 720308"/>
                <a:gd name="connsiteX251" fmla="*/ 663131 w 713251"/>
                <a:gd name="connsiteY251" fmla="*/ 428801 h 720308"/>
                <a:gd name="connsiteX252" fmla="*/ 711695 w 713251"/>
                <a:gd name="connsiteY252" fmla="*/ 428801 h 720308"/>
                <a:gd name="connsiteX253" fmla="*/ 710725 w 713251"/>
                <a:gd name="connsiteY253" fmla="*/ 435358 h 720308"/>
                <a:gd name="connsiteX254" fmla="*/ 691631 w 713251"/>
                <a:gd name="connsiteY254" fmla="*/ 496623 h 720308"/>
                <a:gd name="connsiteX255" fmla="*/ 664368 w 713251"/>
                <a:gd name="connsiteY255" fmla="*/ 549660 h 720308"/>
                <a:gd name="connsiteX256" fmla="*/ 653394 w 713251"/>
                <a:gd name="connsiteY256" fmla="*/ 565246 h 720308"/>
                <a:gd name="connsiteX257" fmla="*/ 652842 w 713251"/>
                <a:gd name="connsiteY257" fmla="*/ 566334 h 720308"/>
                <a:gd name="connsiteX258" fmla="*/ 652352 w 713251"/>
                <a:gd name="connsiteY258" fmla="*/ 567302 h 720308"/>
                <a:gd name="connsiteX259" fmla="*/ 648467 w 713251"/>
                <a:gd name="connsiteY259" fmla="*/ 572136 h 720308"/>
                <a:gd name="connsiteX260" fmla="*/ 647936 w 713251"/>
                <a:gd name="connsiteY260" fmla="*/ 573194 h 720308"/>
                <a:gd name="connsiteX261" fmla="*/ 647442 w 713251"/>
                <a:gd name="connsiteY261" fmla="*/ 574176 h 720308"/>
                <a:gd name="connsiteX262" fmla="*/ 603333 w 713251"/>
                <a:gd name="connsiteY262" fmla="*/ 623121 h 720308"/>
                <a:gd name="connsiteX263" fmla="*/ 578840 w 713251"/>
                <a:gd name="connsiteY263" fmla="*/ 642745 h 720308"/>
                <a:gd name="connsiteX264" fmla="*/ 578519 w 713251"/>
                <a:gd name="connsiteY264" fmla="*/ 642981 h 720308"/>
                <a:gd name="connsiteX265" fmla="*/ 573173 w 713251"/>
                <a:gd name="connsiteY265" fmla="*/ 647269 h 720308"/>
                <a:gd name="connsiteX266" fmla="*/ 563730 w 713251"/>
                <a:gd name="connsiteY266" fmla="*/ 653844 h 720308"/>
                <a:gd name="connsiteX267" fmla="*/ 553502 w 713251"/>
                <a:gd name="connsiteY267" fmla="*/ 661357 h 720308"/>
                <a:gd name="connsiteX268" fmla="*/ 533022 w 713251"/>
                <a:gd name="connsiteY268" fmla="*/ 673183 h 720308"/>
                <a:gd name="connsiteX269" fmla="*/ 527678 w 713251"/>
                <a:gd name="connsiteY269" fmla="*/ 676130 h 720308"/>
                <a:gd name="connsiteX270" fmla="*/ 526574 w 713251"/>
                <a:gd name="connsiteY270" fmla="*/ 676608 h 720308"/>
                <a:gd name="connsiteX271" fmla="*/ 510190 w 713251"/>
                <a:gd name="connsiteY271" fmla="*/ 685894 h 720308"/>
                <a:gd name="connsiteX272" fmla="*/ 510325 w 713251"/>
                <a:gd name="connsiteY272" fmla="*/ 684433 h 720308"/>
                <a:gd name="connsiteX273" fmla="*/ 510391 w 713251"/>
                <a:gd name="connsiteY273" fmla="*/ 684316 h 720308"/>
                <a:gd name="connsiteX274" fmla="*/ 510342 w 713251"/>
                <a:gd name="connsiteY274" fmla="*/ 684337 h 720308"/>
                <a:gd name="connsiteX275" fmla="*/ 510281 w 713251"/>
                <a:gd name="connsiteY275" fmla="*/ 684437 h 720308"/>
                <a:gd name="connsiteX276" fmla="*/ 509842 w 713251"/>
                <a:gd name="connsiteY276" fmla="*/ 685925 h 720308"/>
                <a:gd name="connsiteX277" fmla="*/ 498105 w 713251"/>
                <a:gd name="connsiteY277" fmla="*/ 690525 h 720308"/>
                <a:gd name="connsiteX278" fmla="*/ 448144 w 713251"/>
                <a:gd name="connsiteY278" fmla="*/ 707577 h 720308"/>
                <a:gd name="connsiteX279" fmla="*/ 402207 w 713251"/>
                <a:gd name="connsiteY279" fmla="*/ 716400 h 720308"/>
                <a:gd name="connsiteX280" fmla="*/ 390219 w 713251"/>
                <a:gd name="connsiteY280" fmla="*/ 717666 h 720308"/>
                <a:gd name="connsiteX281" fmla="*/ 379412 w 713251"/>
                <a:gd name="connsiteY281" fmla="*/ 718437 h 720308"/>
                <a:gd name="connsiteX282" fmla="*/ 374396 w 713251"/>
                <a:gd name="connsiteY282" fmla="*/ 719049 h 720308"/>
                <a:gd name="connsiteX283" fmla="*/ 370776 w 713251"/>
                <a:gd name="connsiteY283" fmla="*/ 719553 h 720308"/>
                <a:gd name="connsiteX284" fmla="*/ 363396 w 713251"/>
                <a:gd name="connsiteY284" fmla="*/ 720308 h 720308"/>
                <a:gd name="connsiteX285" fmla="*/ 358792 w 713251"/>
                <a:gd name="connsiteY285" fmla="*/ 720065 h 720308"/>
                <a:gd name="connsiteX286" fmla="*/ 354191 w 713251"/>
                <a:gd name="connsiteY286" fmla="*/ 720308 h 720308"/>
                <a:gd name="connsiteX287" fmla="*/ 346811 w 713251"/>
                <a:gd name="connsiteY287" fmla="*/ 719552 h 720308"/>
                <a:gd name="connsiteX288" fmla="*/ 343210 w 713251"/>
                <a:gd name="connsiteY288" fmla="*/ 719052 h 720308"/>
                <a:gd name="connsiteX289" fmla="*/ 338169 w 713251"/>
                <a:gd name="connsiteY289" fmla="*/ 718436 h 720308"/>
                <a:gd name="connsiteX290" fmla="*/ 327368 w 713251"/>
                <a:gd name="connsiteY290" fmla="*/ 717666 h 720308"/>
                <a:gd name="connsiteX291" fmla="*/ 315380 w 713251"/>
                <a:gd name="connsiteY291" fmla="*/ 716400 h 720308"/>
                <a:gd name="connsiteX292" fmla="*/ 269444 w 713251"/>
                <a:gd name="connsiteY292" fmla="*/ 707577 h 720308"/>
                <a:gd name="connsiteX293" fmla="*/ 219482 w 713251"/>
                <a:gd name="connsiteY293" fmla="*/ 690525 h 720308"/>
                <a:gd name="connsiteX294" fmla="*/ 207746 w 713251"/>
                <a:gd name="connsiteY294" fmla="*/ 685925 h 720308"/>
                <a:gd name="connsiteX295" fmla="*/ 207306 w 713251"/>
                <a:gd name="connsiteY295" fmla="*/ 684437 h 720308"/>
                <a:gd name="connsiteX296" fmla="*/ 207246 w 713251"/>
                <a:gd name="connsiteY296" fmla="*/ 684338 h 720308"/>
                <a:gd name="connsiteX297" fmla="*/ 199113 w 713251"/>
                <a:gd name="connsiteY297" fmla="*/ 680851 h 720308"/>
                <a:gd name="connsiteX298" fmla="*/ 193734 w 713251"/>
                <a:gd name="connsiteY298" fmla="*/ 677785 h 720308"/>
                <a:gd name="connsiteX299" fmla="*/ 189909 w 713251"/>
                <a:gd name="connsiteY299" fmla="*/ 676130 h 720308"/>
                <a:gd name="connsiteX300" fmla="*/ 184565 w 713251"/>
                <a:gd name="connsiteY300" fmla="*/ 673183 h 720308"/>
                <a:gd name="connsiteX301" fmla="*/ 164085 w 713251"/>
                <a:gd name="connsiteY301" fmla="*/ 661357 h 720308"/>
                <a:gd name="connsiteX302" fmla="*/ 153866 w 713251"/>
                <a:gd name="connsiteY302" fmla="*/ 653850 h 720308"/>
                <a:gd name="connsiteX303" fmla="*/ 144414 w 713251"/>
                <a:gd name="connsiteY303" fmla="*/ 647269 h 720308"/>
                <a:gd name="connsiteX304" fmla="*/ 139064 w 713251"/>
                <a:gd name="connsiteY304" fmla="*/ 642978 h 720308"/>
                <a:gd name="connsiteX305" fmla="*/ 138747 w 713251"/>
                <a:gd name="connsiteY305" fmla="*/ 642745 h 720308"/>
                <a:gd name="connsiteX306" fmla="*/ 114254 w 713251"/>
                <a:gd name="connsiteY306" fmla="*/ 623121 h 720308"/>
                <a:gd name="connsiteX307" fmla="*/ 70145 w 713251"/>
                <a:gd name="connsiteY307" fmla="*/ 574176 h 720308"/>
                <a:gd name="connsiteX308" fmla="*/ 69120 w 713251"/>
                <a:gd name="connsiteY308" fmla="*/ 572136 h 720308"/>
                <a:gd name="connsiteX309" fmla="*/ 65235 w 713251"/>
                <a:gd name="connsiteY309" fmla="*/ 567302 h 720308"/>
                <a:gd name="connsiteX310" fmla="*/ 64194 w 713251"/>
                <a:gd name="connsiteY310" fmla="*/ 565245 h 720308"/>
                <a:gd name="connsiteX311" fmla="*/ 53219 w 713251"/>
                <a:gd name="connsiteY311" fmla="*/ 549660 h 720308"/>
                <a:gd name="connsiteX312" fmla="*/ 25956 w 713251"/>
                <a:gd name="connsiteY312" fmla="*/ 496622 h 720308"/>
                <a:gd name="connsiteX313" fmla="*/ 6862 w 713251"/>
                <a:gd name="connsiteY313" fmla="*/ 435358 h 720308"/>
                <a:gd name="connsiteX314" fmla="*/ 1676 w 713251"/>
                <a:gd name="connsiteY314" fmla="*/ 400308 h 720308"/>
                <a:gd name="connsiteX315" fmla="*/ 2912 w 713251"/>
                <a:gd name="connsiteY315" fmla="*/ 399194 h 720308"/>
                <a:gd name="connsiteX316" fmla="*/ 1219 w 713251"/>
                <a:gd name="connsiteY316" fmla="*/ 381219 h 720308"/>
                <a:gd name="connsiteX317" fmla="*/ 408 w 713251"/>
                <a:gd name="connsiteY317" fmla="*/ 343159 h 720308"/>
                <a:gd name="connsiteX318" fmla="*/ 1786 w 713251"/>
                <a:gd name="connsiteY318" fmla="*/ 331138 h 720308"/>
                <a:gd name="connsiteX319" fmla="*/ 0 w 713251"/>
                <a:gd name="connsiteY319" fmla="*/ 331130 h 720308"/>
                <a:gd name="connsiteX320" fmla="*/ 1291 w 713251"/>
                <a:gd name="connsiteY320" fmla="*/ 319564 h 720308"/>
                <a:gd name="connsiteX321" fmla="*/ 3076 w 713251"/>
                <a:gd name="connsiteY321" fmla="*/ 319889 h 720308"/>
                <a:gd name="connsiteX322" fmla="*/ 3690 w 713251"/>
                <a:gd name="connsiteY322" fmla="*/ 314530 h 720308"/>
                <a:gd name="connsiteX323" fmla="*/ 7823 w 713251"/>
                <a:gd name="connsiteY323" fmla="*/ 285977 h 720308"/>
                <a:gd name="connsiteX324" fmla="*/ 11650 w 713251"/>
                <a:gd name="connsiteY324" fmla="*/ 267087 h 720308"/>
                <a:gd name="connsiteX325" fmla="*/ 55222 w 713251"/>
                <a:gd name="connsiteY325" fmla="*/ 280861 h 720308"/>
                <a:gd name="connsiteX326" fmla="*/ 46174 w 713251"/>
                <a:gd name="connsiteY326" fmla="*/ 342132 h 720308"/>
                <a:gd name="connsiteX327" fmla="*/ 186973 w 713251"/>
                <a:gd name="connsiteY327" fmla="*/ 342132 h 720308"/>
                <a:gd name="connsiteX328" fmla="*/ 187836 w 713251"/>
                <a:gd name="connsiteY328" fmla="*/ 317195 h 720308"/>
                <a:gd name="connsiteX329" fmla="*/ 189125 w 713251"/>
                <a:gd name="connsiteY329" fmla="*/ 316861 h 720308"/>
                <a:gd name="connsiteX330" fmla="*/ 192602 w 713251"/>
                <a:gd name="connsiteY330" fmla="*/ 277298 h 720308"/>
                <a:gd name="connsiteX331" fmla="*/ 193526 w 713251"/>
                <a:gd name="connsiteY331" fmla="*/ 266233 h 720308"/>
                <a:gd name="connsiteX332" fmla="*/ 197291 w 713251"/>
                <a:gd name="connsiteY332" fmla="*/ 261793 h 720308"/>
                <a:gd name="connsiteX333" fmla="*/ 236293 w 713251"/>
                <a:gd name="connsiteY333" fmla="*/ 250925 h 720308"/>
                <a:gd name="connsiteX334" fmla="*/ 240438 w 713251"/>
                <a:gd name="connsiteY334" fmla="*/ 250013 h 720308"/>
                <a:gd name="connsiteX335" fmla="*/ 232245 w 713251"/>
                <a:gd name="connsiteY335" fmla="*/ 342630 h 720308"/>
                <a:gd name="connsiteX336" fmla="*/ 485342 w 713251"/>
                <a:gd name="connsiteY336" fmla="*/ 342630 h 720308"/>
                <a:gd name="connsiteX337" fmla="*/ 477149 w 713251"/>
                <a:gd name="connsiteY337" fmla="*/ 250013 h 720308"/>
                <a:gd name="connsiteX338" fmla="*/ 477212 w 713251"/>
                <a:gd name="connsiteY338" fmla="*/ 250025 h 720308"/>
                <a:gd name="connsiteX339" fmla="*/ 474548 w 713251"/>
                <a:gd name="connsiteY339" fmla="*/ 234307 h 720308"/>
                <a:gd name="connsiteX340" fmla="*/ 472681 w 713251"/>
                <a:gd name="connsiteY340" fmla="*/ 223487 h 720308"/>
                <a:gd name="connsiteX341" fmla="*/ 467503 w 713251"/>
                <a:gd name="connsiteY341" fmla="*/ 219637 h 720308"/>
                <a:gd name="connsiteX342" fmla="*/ 444638 w 713251"/>
                <a:gd name="connsiteY342" fmla="*/ 222715 h 720308"/>
                <a:gd name="connsiteX343" fmla="*/ 422680 w 713251"/>
                <a:gd name="connsiteY343" fmla="*/ 225426 h 720308"/>
                <a:gd name="connsiteX344" fmla="*/ 391543 w 713251"/>
                <a:gd name="connsiteY344" fmla="*/ 226909 h 720308"/>
                <a:gd name="connsiteX345" fmla="*/ 386352 w 713251"/>
                <a:gd name="connsiteY345" fmla="*/ 227305 h 720308"/>
                <a:gd name="connsiteX346" fmla="*/ 381546 w 713251"/>
                <a:gd name="connsiteY346" fmla="*/ 227385 h 720308"/>
                <a:gd name="connsiteX347" fmla="*/ 381377 w 713251"/>
                <a:gd name="connsiteY347" fmla="*/ 227393 h 720308"/>
                <a:gd name="connsiteX348" fmla="*/ 379871 w 713251"/>
                <a:gd name="connsiteY348" fmla="*/ 227412 h 720308"/>
                <a:gd name="connsiteX349" fmla="*/ 361288 w 713251"/>
                <a:gd name="connsiteY349" fmla="*/ 227720 h 720308"/>
                <a:gd name="connsiteX350" fmla="*/ 361164 w 713251"/>
                <a:gd name="connsiteY350" fmla="*/ 227718 h 720308"/>
                <a:gd name="connsiteX351" fmla="*/ 361230 w 713251"/>
                <a:gd name="connsiteY351" fmla="*/ 227655 h 720308"/>
                <a:gd name="connsiteX352" fmla="*/ 356299 w 713251"/>
                <a:gd name="connsiteY352" fmla="*/ 227720 h 720308"/>
                <a:gd name="connsiteX353" fmla="*/ 331236 w 713251"/>
                <a:gd name="connsiteY353" fmla="*/ 227305 h 720308"/>
                <a:gd name="connsiteX354" fmla="*/ 290367 w 713251"/>
                <a:gd name="connsiteY354" fmla="*/ 223485 h 720308"/>
                <a:gd name="connsiteX355" fmla="*/ 273350 w 713251"/>
                <a:gd name="connsiteY355" fmla="*/ 220090 h 720308"/>
                <a:gd name="connsiteX356" fmla="*/ 271367 w 713251"/>
                <a:gd name="connsiteY356" fmla="*/ 217725 h 720308"/>
                <a:gd name="connsiteX357" fmla="*/ 289238 w 713251"/>
                <a:gd name="connsiteY357" fmla="*/ 180664 h 720308"/>
                <a:gd name="connsiteX358" fmla="*/ 293789 w 713251"/>
                <a:gd name="connsiteY358" fmla="*/ 178528 h 720308"/>
                <a:gd name="connsiteX359" fmla="*/ 351183 w 713251"/>
                <a:gd name="connsiteY359" fmla="*/ 182306 h 720308"/>
                <a:gd name="connsiteX360" fmla="*/ 374735 w 713251"/>
                <a:gd name="connsiteY360" fmla="*/ 183970 h 720308"/>
                <a:gd name="connsiteX361" fmla="*/ 394688 w 713251"/>
                <a:gd name="connsiteY361" fmla="*/ 182351 h 720308"/>
                <a:gd name="connsiteX362" fmla="*/ 438446 w 713251"/>
                <a:gd name="connsiteY362" fmla="*/ 179027 h 720308"/>
                <a:gd name="connsiteX363" fmla="*/ 447822 w 713251"/>
                <a:gd name="connsiteY363" fmla="*/ 177072 h 720308"/>
                <a:gd name="connsiteX364" fmla="*/ 458445 w 713251"/>
                <a:gd name="connsiteY364" fmla="*/ 175730 h 720308"/>
                <a:gd name="connsiteX365" fmla="*/ 459832 w 713251"/>
                <a:gd name="connsiteY365" fmla="*/ 176754 h 720308"/>
                <a:gd name="connsiteX366" fmla="*/ 459832 w 713251"/>
                <a:gd name="connsiteY366" fmla="*/ 176754 h 720308"/>
                <a:gd name="connsiteX367" fmla="*/ 458840 w 713251"/>
                <a:gd name="connsiteY367" fmla="*/ 175802 h 720308"/>
                <a:gd name="connsiteX368" fmla="*/ 459424 w 713251"/>
                <a:gd name="connsiteY368" fmla="*/ 175403 h 720308"/>
                <a:gd name="connsiteX369" fmla="*/ 459832 w 713251"/>
                <a:gd name="connsiteY369" fmla="*/ 176753 h 720308"/>
                <a:gd name="connsiteX370" fmla="*/ 459648 w 713251"/>
                <a:gd name="connsiteY370" fmla="*/ 175373 h 720308"/>
                <a:gd name="connsiteX371" fmla="*/ 459893 w 713251"/>
                <a:gd name="connsiteY371" fmla="*/ 171665 h 720308"/>
                <a:gd name="connsiteX372" fmla="*/ 458054 w 713251"/>
                <a:gd name="connsiteY372" fmla="*/ 166376 h 720308"/>
                <a:gd name="connsiteX373" fmla="*/ 454028 w 713251"/>
                <a:gd name="connsiteY373" fmla="*/ 154794 h 720308"/>
                <a:gd name="connsiteX374" fmla="*/ 453016 w 713251"/>
                <a:gd name="connsiteY374" fmla="*/ 151986 h 720308"/>
                <a:gd name="connsiteX375" fmla="*/ 452441 w 713251"/>
                <a:gd name="connsiteY375" fmla="*/ 150485 h 720308"/>
                <a:gd name="connsiteX376" fmla="*/ 451082 w 713251"/>
                <a:gd name="connsiteY376" fmla="*/ 146938 h 720308"/>
                <a:gd name="connsiteX377" fmla="*/ 450048 w 713251"/>
                <a:gd name="connsiteY377" fmla="*/ 144186 h 720308"/>
                <a:gd name="connsiteX378" fmla="*/ 449703 w 713251"/>
                <a:gd name="connsiteY378" fmla="*/ 143385 h 720308"/>
                <a:gd name="connsiteX379" fmla="*/ 449118 w 713251"/>
                <a:gd name="connsiteY379" fmla="*/ 142027 h 720308"/>
                <a:gd name="connsiteX380" fmla="*/ 447102 w 713251"/>
                <a:gd name="connsiteY380" fmla="*/ 137331 h 720308"/>
                <a:gd name="connsiteX381" fmla="*/ 446741 w 713251"/>
                <a:gd name="connsiteY381" fmla="*/ 136485 h 720308"/>
                <a:gd name="connsiteX382" fmla="*/ 446172 w 713251"/>
                <a:gd name="connsiteY382" fmla="*/ 135153 h 720308"/>
                <a:gd name="connsiteX383" fmla="*/ 444156 w 713251"/>
                <a:gd name="connsiteY383" fmla="*/ 130456 h 720308"/>
                <a:gd name="connsiteX384" fmla="*/ 443795 w 713251"/>
                <a:gd name="connsiteY384" fmla="*/ 129610 h 720308"/>
                <a:gd name="connsiteX385" fmla="*/ 443226 w 713251"/>
                <a:gd name="connsiteY385" fmla="*/ 128279 h 720308"/>
                <a:gd name="connsiteX386" fmla="*/ 422603 w 713251"/>
                <a:gd name="connsiteY386" fmla="*/ 91677 h 720308"/>
                <a:gd name="connsiteX387" fmla="*/ 389528 w 713251"/>
                <a:gd name="connsiteY387" fmla="*/ 55648 h 720308"/>
                <a:gd name="connsiteX388" fmla="*/ 359408 w 713251"/>
                <a:gd name="connsiteY388" fmla="*/ 44900 h 720308"/>
                <a:gd name="connsiteX389" fmla="*/ 349512 w 713251"/>
                <a:gd name="connsiteY389" fmla="*/ 46478 h 720308"/>
                <a:gd name="connsiteX390" fmla="*/ 339311 w 713251"/>
                <a:gd name="connsiteY390" fmla="*/ 48810 h 720308"/>
                <a:gd name="connsiteX391" fmla="*/ 334191 w 713251"/>
                <a:gd name="connsiteY391" fmla="*/ 51272 h 720308"/>
                <a:gd name="connsiteX392" fmla="*/ 324886 w 713251"/>
                <a:gd name="connsiteY392" fmla="*/ 58873 h 720308"/>
                <a:gd name="connsiteX393" fmla="*/ 315027 w 713251"/>
                <a:gd name="connsiteY393" fmla="*/ 3058 h 720308"/>
                <a:gd name="connsiteX394" fmla="*/ 350885 w 713251"/>
                <a:gd name="connsiteY394" fmla="*/ 131 h 72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713251" h="720308">
                  <a:moveTo>
                    <a:pt x="460813" y="655637"/>
                  </a:moveTo>
                  <a:lnTo>
                    <a:pt x="460770" y="655723"/>
                  </a:lnTo>
                  <a:lnTo>
                    <a:pt x="460669" y="655759"/>
                  </a:lnTo>
                  <a:cubicBezTo>
                    <a:pt x="460714" y="655715"/>
                    <a:pt x="460813" y="655637"/>
                    <a:pt x="460813" y="655637"/>
                  </a:cubicBezTo>
                  <a:close/>
                  <a:moveTo>
                    <a:pt x="505913" y="550615"/>
                  </a:moveTo>
                  <a:lnTo>
                    <a:pt x="501234" y="565587"/>
                  </a:lnTo>
                  <a:cubicBezTo>
                    <a:pt x="495492" y="581048"/>
                    <a:pt x="489939" y="596608"/>
                    <a:pt x="483387" y="611728"/>
                  </a:cubicBezTo>
                  <a:cubicBezTo>
                    <a:pt x="478739" y="622456"/>
                    <a:pt x="472561" y="632520"/>
                    <a:pt x="467117" y="642907"/>
                  </a:cubicBezTo>
                  <a:cubicBezTo>
                    <a:pt x="464883" y="647169"/>
                    <a:pt x="462784" y="651502"/>
                    <a:pt x="460714" y="655715"/>
                  </a:cubicBezTo>
                  <a:lnTo>
                    <a:pt x="460618" y="655381"/>
                  </a:lnTo>
                  <a:lnTo>
                    <a:pt x="460499" y="654963"/>
                  </a:lnTo>
                  <a:lnTo>
                    <a:pt x="460251" y="656176"/>
                  </a:lnTo>
                  <a:lnTo>
                    <a:pt x="460004" y="657385"/>
                  </a:lnTo>
                  <a:lnTo>
                    <a:pt x="460616" y="657481"/>
                  </a:lnTo>
                  <a:lnTo>
                    <a:pt x="460733" y="657479"/>
                  </a:lnTo>
                  <a:lnTo>
                    <a:pt x="461106" y="657318"/>
                  </a:lnTo>
                  <a:lnTo>
                    <a:pt x="460140" y="656981"/>
                  </a:lnTo>
                  <a:lnTo>
                    <a:pt x="460770" y="655723"/>
                  </a:lnTo>
                  <a:lnTo>
                    <a:pt x="480864" y="648465"/>
                  </a:lnTo>
                  <a:lnTo>
                    <a:pt x="481996" y="647782"/>
                  </a:lnTo>
                  <a:lnTo>
                    <a:pt x="483190" y="647625"/>
                  </a:lnTo>
                  <a:lnTo>
                    <a:pt x="484190" y="647263"/>
                  </a:lnTo>
                  <a:lnTo>
                    <a:pt x="497245" y="641096"/>
                  </a:lnTo>
                  <a:lnTo>
                    <a:pt x="499329" y="640054"/>
                  </a:lnTo>
                  <a:cubicBezTo>
                    <a:pt x="504228" y="637659"/>
                    <a:pt x="509073" y="635259"/>
                    <a:pt x="513791" y="632632"/>
                  </a:cubicBezTo>
                  <a:cubicBezTo>
                    <a:pt x="521226" y="628491"/>
                    <a:pt x="528297" y="623570"/>
                    <a:pt x="535064" y="618387"/>
                  </a:cubicBezTo>
                  <a:lnTo>
                    <a:pt x="569352" y="590958"/>
                  </a:lnTo>
                  <a:lnTo>
                    <a:pt x="579322" y="582391"/>
                  </a:lnTo>
                  <a:lnTo>
                    <a:pt x="561309" y="572652"/>
                  </a:lnTo>
                  <a:cubicBezTo>
                    <a:pt x="555219" y="569638"/>
                    <a:pt x="549065" y="566849"/>
                    <a:pt x="542852" y="564235"/>
                  </a:cubicBezTo>
                  <a:close/>
                  <a:moveTo>
                    <a:pt x="211674" y="550615"/>
                  </a:moveTo>
                  <a:lnTo>
                    <a:pt x="174735" y="564236"/>
                  </a:lnTo>
                  <a:cubicBezTo>
                    <a:pt x="168523" y="566849"/>
                    <a:pt x="162368" y="569638"/>
                    <a:pt x="156278" y="572652"/>
                  </a:cubicBezTo>
                  <a:lnTo>
                    <a:pt x="138265" y="582391"/>
                  </a:lnTo>
                  <a:lnTo>
                    <a:pt x="148241" y="590962"/>
                  </a:lnTo>
                  <a:lnTo>
                    <a:pt x="182523" y="618388"/>
                  </a:lnTo>
                  <a:cubicBezTo>
                    <a:pt x="189290" y="623570"/>
                    <a:pt x="196362" y="628491"/>
                    <a:pt x="203796" y="632632"/>
                  </a:cubicBezTo>
                  <a:cubicBezTo>
                    <a:pt x="213233" y="637887"/>
                    <a:pt x="223176" y="642232"/>
                    <a:pt x="233042" y="647447"/>
                  </a:cubicBezTo>
                  <a:lnTo>
                    <a:pt x="235592" y="647782"/>
                  </a:lnTo>
                  <a:cubicBezTo>
                    <a:pt x="236986" y="648493"/>
                    <a:pt x="238381" y="649205"/>
                    <a:pt x="239917" y="650393"/>
                  </a:cubicBezTo>
                  <a:cubicBezTo>
                    <a:pt x="240538" y="650469"/>
                    <a:pt x="241159" y="650545"/>
                    <a:pt x="242427" y="650727"/>
                  </a:cubicBezTo>
                  <a:cubicBezTo>
                    <a:pt x="243180" y="651111"/>
                    <a:pt x="243933" y="651495"/>
                    <a:pt x="244827" y="652357"/>
                  </a:cubicBezTo>
                  <a:cubicBezTo>
                    <a:pt x="245448" y="652433"/>
                    <a:pt x="246069" y="652509"/>
                    <a:pt x="247338" y="652691"/>
                  </a:cubicBezTo>
                  <a:cubicBezTo>
                    <a:pt x="248090" y="653075"/>
                    <a:pt x="248843" y="653460"/>
                    <a:pt x="249849" y="654463"/>
                  </a:cubicBezTo>
                  <a:cubicBezTo>
                    <a:pt x="252175" y="655497"/>
                    <a:pt x="254441" y="656723"/>
                    <a:pt x="256854" y="657479"/>
                  </a:cubicBezTo>
                  <a:lnTo>
                    <a:pt x="256970" y="657481"/>
                  </a:lnTo>
                  <a:lnTo>
                    <a:pt x="256971" y="657481"/>
                  </a:lnTo>
                  <a:lnTo>
                    <a:pt x="256854" y="657479"/>
                  </a:lnTo>
                  <a:cubicBezTo>
                    <a:pt x="254441" y="656723"/>
                    <a:pt x="252175" y="655496"/>
                    <a:pt x="249723" y="654154"/>
                  </a:cubicBezTo>
                  <a:lnTo>
                    <a:pt x="257268" y="655843"/>
                  </a:lnTo>
                  <a:lnTo>
                    <a:pt x="257088" y="654963"/>
                  </a:lnTo>
                  <a:cubicBezTo>
                    <a:pt x="256775" y="655637"/>
                    <a:pt x="256873" y="655715"/>
                    <a:pt x="256873" y="655715"/>
                  </a:cubicBezTo>
                  <a:cubicBezTo>
                    <a:pt x="254803" y="651502"/>
                    <a:pt x="252704" y="647169"/>
                    <a:pt x="250470" y="642907"/>
                  </a:cubicBezTo>
                  <a:cubicBezTo>
                    <a:pt x="245026" y="632519"/>
                    <a:pt x="238849" y="622456"/>
                    <a:pt x="234200" y="611727"/>
                  </a:cubicBezTo>
                  <a:cubicBezTo>
                    <a:pt x="227648" y="596607"/>
                    <a:pt x="222095" y="581048"/>
                    <a:pt x="216354" y="565587"/>
                  </a:cubicBezTo>
                  <a:close/>
                  <a:moveTo>
                    <a:pt x="358795" y="528301"/>
                  </a:moveTo>
                  <a:lnTo>
                    <a:pt x="333963" y="529175"/>
                  </a:lnTo>
                  <a:cubicBezTo>
                    <a:pt x="308276" y="530683"/>
                    <a:pt x="282642" y="533998"/>
                    <a:pt x="257060" y="539103"/>
                  </a:cubicBezTo>
                  <a:cubicBezTo>
                    <a:pt x="257231" y="540756"/>
                    <a:pt x="257086" y="542463"/>
                    <a:pt x="257607" y="543935"/>
                  </a:cubicBezTo>
                  <a:cubicBezTo>
                    <a:pt x="263092" y="559430"/>
                    <a:pt x="267825" y="575266"/>
                    <a:pt x="274436" y="590271"/>
                  </a:cubicBezTo>
                  <a:lnTo>
                    <a:pt x="282777" y="607493"/>
                  </a:lnTo>
                  <a:lnTo>
                    <a:pt x="283640" y="609230"/>
                  </a:lnTo>
                  <a:lnTo>
                    <a:pt x="293971" y="626520"/>
                  </a:lnTo>
                  <a:lnTo>
                    <a:pt x="294199" y="626884"/>
                  </a:lnTo>
                  <a:lnTo>
                    <a:pt x="306671" y="643308"/>
                  </a:lnTo>
                  <a:cubicBezTo>
                    <a:pt x="311201" y="648555"/>
                    <a:pt x="316107" y="653536"/>
                    <a:pt x="321450" y="658203"/>
                  </a:cubicBezTo>
                  <a:cubicBezTo>
                    <a:pt x="328674" y="664512"/>
                    <a:pt x="336264" y="671108"/>
                    <a:pt x="345753" y="672915"/>
                  </a:cubicBezTo>
                  <a:cubicBezTo>
                    <a:pt x="349891" y="673703"/>
                    <a:pt x="354156" y="673824"/>
                    <a:pt x="358484" y="673828"/>
                  </a:cubicBezTo>
                  <a:lnTo>
                    <a:pt x="358789" y="673833"/>
                  </a:lnTo>
                  <a:lnTo>
                    <a:pt x="359103" y="673828"/>
                  </a:lnTo>
                  <a:cubicBezTo>
                    <a:pt x="363432" y="673824"/>
                    <a:pt x="367697" y="673703"/>
                    <a:pt x="371834" y="672915"/>
                  </a:cubicBezTo>
                  <a:lnTo>
                    <a:pt x="377631" y="671058"/>
                  </a:lnTo>
                  <a:lnTo>
                    <a:pt x="379588" y="670197"/>
                  </a:lnTo>
                  <a:lnTo>
                    <a:pt x="384835" y="667247"/>
                  </a:lnTo>
                  <a:cubicBezTo>
                    <a:pt x="388822" y="664584"/>
                    <a:pt x="392525" y="661357"/>
                    <a:pt x="396138" y="658202"/>
                  </a:cubicBezTo>
                  <a:cubicBezTo>
                    <a:pt x="401481" y="653536"/>
                    <a:pt x="406387" y="648555"/>
                    <a:pt x="410916" y="643307"/>
                  </a:cubicBezTo>
                  <a:lnTo>
                    <a:pt x="423389" y="626882"/>
                  </a:lnTo>
                  <a:lnTo>
                    <a:pt x="423612" y="626527"/>
                  </a:lnTo>
                  <a:lnTo>
                    <a:pt x="433949" y="609229"/>
                  </a:lnTo>
                  <a:lnTo>
                    <a:pt x="434804" y="607506"/>
                  </a:lnTo>
                  <a:lnTo>
                    <a:pt x="443151" y="590271"/>
                  </a:lnTo>
                  <a:cubicBezTo>
                    <a:pt x="449763" y="575266"/>
                    <a:pt x="454496" y="559430"/>
                    <a:pt x="459980" y="543935"/>
                  </a:cubicBezTo>
                  <a:cubicBezTo>
                    <a:pt x="460501" y="542463"/>
                    <a:pt x="460357" y="540756"/>
                    <a:pt x="460527" y="539103"/>
                  </a:cubicBezTo>
                  <a:cubicBezTo>
                    <a:pt x="434946" y="533998"/>
                    <a:pt x="409311" y="530683"/>
                    <a:pt x="383625" y="529175"/>
                  </a:cubicBezTo>
                  <a:close/>
                  <a:moveTo>
                    <a:pt x="46706" y="387690"/>
                  </a:moveTo>
                  <a:cubicBezTo>
                    <a:pt x="47241" y="391619"/>
                    <a:pt x="47561" y="395422"/>
                    <a:pt x="48300" y="399143"/>
                  </a:cubicBezTo>
                  <a:cubicBezTo>
                    <a:pt x="51617" y="415842"/>
                    <a:pt x="53942" y="432840"/>
                    <a:pt x="58676" y="449135"/>
                  </a:cubicBezTo>
                  <a:cubicBezTo>
                    <a:pt x="66157" y="474883"/>
                    <a:pt x="76948" y="499112"/>
                    <a:pt x="90830" y="521816"/>
                  </a:cubicBezTo>
                  <a:lnTo>
                    <a:pt x="103333" y="540437"/>
                  </a:lnTo>
                  <a:lnTo>
                    <a:pt x="104566" y="540356"/>
                  </a:lnTo>
                  <a:cubicBezTo>
                    <a:pt x="105320" y="540119"/>
                    <a:pt x="106182" y="539690"/>
                    <a:pt x="107202" y="539083"/>
                  </a:cubicBezTo>
                  <a:cubicBezTo>
                    <a:pt x="114294" y="534863"/>
                    <a:pt x="121969" y="531623"/>
                    <a:pt x="129760" y="527918"/>
                  </a:cubicBezTo>
                  <a:cubicBezTo>
                    <a:pt x="130743" y="527787"/>
                    <a:pt x="131364" y="527711"/>
                    <a:pt x="132056" y="527397"/>
                  </a:cubicBezTo>
                  <a:cubicBezTo>
                    <a:pt x="134170" y="526120"/>
                    <a:pt x="136212" y="525081"/>
                    <a:pt x="138608" y="523989"/>
                  </a:cubicBezTo>
                  <a:cubicBezTo>
                    <a:pt x="139581" y="523859"/>
                    <a:pt x="140202" y="523783"/>
                    <a:pt x="140894" y="523469"/>
                  </a:cubicBezTo>
                  <a:cubicBezTo>
                    <a:pt x="141718" y="522846"/>
                    <a:pt x="142471" y="522461"/>
                    <a:pt x="143547" y="522024"/>
                  </a:cubicBezTo>
                  <a:cubicBezTo>
                    <a:pt x="144492" y="521895"/>
                    <a:pt x="145113" y="521819"/>
                    <a:pt x="145805" y="521505"/>
                  </a:cubicBezTo>
                  <a:cubicBezTo>
                    <a:pt x="146628" y="520882"/>
                    <a:pt x="147381" y="520497"/>
                    <a:pt x="148457" y="520059"/>
                  </a:cubicBezTo>
                  <a:cubicBezTo>
                    <a:pt x="149402" y="519931"/>
                    <a:pt x="150023" y="519855"/>
                    <a:pt x="150715" y="519540"/>
                  </a:cubicBezTo>
                  <a:cubicBezTo>
                    <a:pt x="151539" y="518917"/>
                    <a:pt x="152291" y="518533"/>
                    <a:pt x="153368" y="518095"/>
                  </a:cubicBezTo>
                  <a:cubicBezTo>
                    <a:pt x="154312" y="517967"/>
                    <a:pt x="154933" y="517891"/>
                    <a:pt x="155625" y="517576"/>
                  </a:cubicBezTo>
                  <a:cubicBezTo>
                    <a:pt x="156449" y="516953"/>
                    <a:pt x="157202" y="516569"/>
                    <a:pt x="158278" y="516131"/>
                  </a:cubicBezTo>
                  <a:cubicBezTo>
                    <a:pt x="159031" y="516283"/>
                    <a:pt x="159556" y="516764"/>
                    <a:pt x="159876" y="516653"/>
                  </a:cubicBezTo>
                  <a:cubicBezTo>
                    <a:pt x="168886" y="513524"/>
                    <a:pt x="177875" y="510335"/>
                    <a:pt x="186995" y="506845"/>
                  </a:cubicBezTo>
                  <a:cubicBezTo>
                    <a:pt x="188499" y="506149"/>
                    <a:pt x="189877" y="505762"/>
                    <a:pt x="191623" y="505326"/>
                  </a:cubicBezTo>
                  <a:cubicBezTo>
                    <a:pt x="192613" y="505200"/>
                    <a:pt x="193234" y="505124"/>
                    <a:pt x="193926" y="504810"/>
                  </a:cubicBezTo>
                  <a:cubicBezTo>
                    <a:pt x="195025" y="504188"/>
                    <a:pt x="196267" y="504046"/>
                    <a:pt x="197031" y="503366"/>
                  </a:cubicBezTo>
                  <a:cubicBezTo>
                    <a:pt x="198109" y="502405"/>
                    <a:pt x="199724" y="500919"/>
                    <a:pt x="199575" y="499877"/>
                  </a:cubicBezTo>
                  <a:cubicBezTo>
                    <a:pt x="197203" y="483290"/>
                    <a:pt x="194387" y="466764"/>
                    <a:pt x="192099" y="450166"/>
                  </a:cubicBezTo>
                  <a:cubicBezTo>
                    <a:pt x="190716" y="440138"/>
                    <a:pt x="189981" y="430016"/>
                    <a:pt x="189108" y="419923"/>
                  </a:cubicBezTo>
                  <a:lnTo>
                    <a:pt x="186618" y="387690"/>
                  </a:lnTo>
                  <a:close/>
                  <a:moveTo>
                    <a:pt x="233631" y="387542"/>
                  </a:moveTo>
                  <a:cubicBezTo>
                    <a:pt x="234619" y="414830"/>
                    <a:pt x="237052" y="441606"/>
                    <a:pt x="241249" y="468300"/>
                  </a:cubicBezTo>
                  <a:lnTo>
                    <a:pt x="245684" y="492969"/>
                  </a:lnTo>
                  <a:lnTo>
                    <a:pt x="272712" y="488453"/>
                  </a:lnTo>
                  <a:cubicBezTo>
                    <a:pt x="301129" y="484457"/>
                    <a:pt x="329520" y="482704"/>
                    <a:pt x="357911" y="483025"/>
                  </a:cubicBezTo>
                  <a:lnTo>
                    <a:pt x="358796" y="483057"/>
                  </a:lnTo>
                  <a:lnTo>
                    <a:pt x="359676" y="483025"/>
                  </a:lnTo>
                  <a:cubicBezTo>
                    <a:pt x="388067" y="482704"/>
                    <a:pt x="416458" y="484457"/>
                    <a:pt x="444876" y="488453"/>
                  </a:cubicBezTo>
                  <a:lnTo>
                    <a:pt x="471904" y="492969"/>
                  </a:lnTo>
                  <a:lnTo>
                    <a:pt x="476338" y="468299"/>
                  </a:lnTo>
                  <a:cubicBezTo>
                    <a:pt x="477737" y="459401"/>
                    <a:pt x="478940" y="450494"/>
                    <a:pt x="479959" y="441562"/>
                  </a:cubicBezTo>
                  <a:lnTo>
                    <a:pt x="483956" y="387542"/>
                  </a:lnTo>
                  <a:lnTo>
                    <a:pt x="424894" y="387542"/>
                  </a:lnTo>
                  <a:close/>
                  <a:moveTo>
                    <a:pt x="271241" y="217981"/>
                  </a:moveTo>
                  <a:cubicBezTo>
                    <a:pt x="271847" y="218276"/>
                    <a:pt x="272327" y="218827"/>
                    <a:pt x="272987" y="219903"/>
                  </a:cubicBezTo>
                  <a:cubicBezTo>
                    <a:pt x="272260" y="220367"/>
                    <a:pt x="271354" y="220305"/>
                    <a:pt x="270447" y="220243"/>
                  </a:cubicBezTo>
                  <a:cubicBezTo>
                    <a:pt x="270670" y="219574"/>
                    <a:pt x="270892" y="218905"/>
                    <a:pt x="271241" y="217981"/>
                  </a:cubicBezTo>
                  <a:close/>
                  <a:moveTo>
                    <a:pt x="291609" y="177598"/>
                  </a:moveTo>
                  <a:cubicBezTo>
                    <a:pt x="292110" y="177694"/>
                    <a:pt x="292715" y="177965"/>
                    <a:pt x="293443" y="178452"/>
                  </a:cubicBezTo>
                  <a:cubicBezTo>
                    <a:pt x="292446" y="179127"/>
                    <a:pt x="291104" y="179727"/>
                    <a:pt x="289402" y="180327"/>
                  </a:cubicBezTo>
                  <a:cubicBezTo>
                    <a:pt x="289542" y="178587"/>
                    <a:pt x="290107" y="177307"/>
                    <a:pt x="291609" y="177598"/>
                  </a:cubicBezTo>
                  <a:close/>
                  <a:moveTo>
                    <a:pt x="458959" y="61704"/>
                  </a:moveTo>
                  <a:cubicBezTo>
                    <a:pt x="459475" y="63972"/>
                    <a:pt x="460338" y="65805"/>
                    <a:pt x="461348" y="67553"/>
                  </a:cubicBezTo>
                  <a:cubicBezTo>
                    <a:pt x="465715" y="75117"/>
                    <a:pt x="470725" y="82377"/>
                    <a:pt x="474398" y="90262"/>
                  </a:cubicBezTo>
                  <a:cubicBezTo>
                    <a:pt x="482353" y="107336"/>
                    <a:pt x="489632" y="124725"/>
                    <a:pt x="496795" y="142491"/>
                  </a:cubicBezTo>
                  <a:cubicBezTo>
                    <a:pt x="498471" y="146919"/>
                    <a:pt x="500147" y="151348"/>
                    <a:pt x="501972" y="156435"/>
                  </a:cubicBezTo>
                  <a:cubicBezTo>
                    <a:pt x="503286" y="159216"/>
                    <a:pt x="504600" y="161997"/>
                    <a:pt x="506123" y="165335"/>
                  </a:cubicBezTo>
                  <a:cubicBezTo>
                    <a:pt x="508385" y="167224"/>
                    <a:pt x="508651" y="165561"/>
                    <a:pt x="509510" y="163655"/>
                  </a:cubicBezTo>
                  <a:cubicBezTo>
                    <a:pt x="509949" y="163702"/>
                    <a:pt x="510387" y="163749"/>
                    <a:pt x="511040" y="164341"/>
                  </a:cubicBezTo>
                  <a:lnTo>
                    <a:pt x="514182" y="164687"/>
                  </a:lnTo>
                  <a:lnTo>
                    <a:pt x="510932" y="164069"/>
                  </a:lnTo>
                  <a:cubicBezTo>
                    <a:pt x="512233" y="163159"/>
                    <a:pt x="513641" y="162521"/>
                    <a:pt x="515392" y="161858"/>
                  </a:cubicBezTo>
                  <a:lnTo>
                    <a:pt x="514206" y="164689"/>
                  </a:lnTo>
                  <a:lnTo>
                    <a:pt x="514342" y="164704"/>
                  </a:lnTo>
                  <a:cubicBezTo>
                    <a:pt x="515202" y="164260"/>
                    <a:pt x="515851" y="163253"/>
                    <a:pt x="516385" y="161691"/>
                  </a:cubicBezTo>
                  <a:cubicBezTo>
                    <a:pt x="516823" y="161738"/>
                    <a:pt x="517261" y="161785"/>
                    <a:pt x="517926" y="162390"/>
                  </a:cubicBezTo>
                  <a:cubicBezTo>
                    <a:pt x="518953" y="162487"/>
                    <a:pt x="520124" y="162959"/>
                    <a:pt x="520986" y="162627"/>
                  </a:cubicBezTo>
                  <a:lnTo>
                    <a:pt x="577080" y="140700"/>
                  </a:lnTo>
                  <a:lnTo>
                    <a:pt x="577081" y="140700"/>
                  </a:lnTo>
                  <a:lnTo>
                    <a:pt x="577081" y="140700"/>
                  </a:lnTo>
                  <a:cubicBezTo>
                    <a:pt x="558432" y="148135"/>
                    <a:pt x="539717" y="155402"/>
                    <a:pt x="520986" y="162627"/>
                  </a:cubicBezTo>
                  <a:cubicBezTo>
                    <a:pt x="520124" y="162959"/>
                    <a:pt x="518953" y="162487"/>
                    <a:pt x="517813" y="162111"/>
                  </a:cubicBezTo>
                  <a:cubicBezTo>
                    <a:pt x="528366" y="157892"/>
                    <a:pt x="539113" y="154154"/>
                    <a:pt x="549676" y="149954"/>
                  </a:cubicBezTo>
                  <a:lnTo>
                    <a:pt x="579894" y="137166"/>
                  </a:lnTo>
                  <a:lnTo>
                    <a:pt x="580318" y="136386"/>
                  </a:lnTo>
                  <a:cubicBezTo>
                    <a:pt x="545725" y="101994"/>
                    <a:pt x="505087" y="77470"/>
                    <a:pt x="458959" y="61704"/>
                  </a:cubicBezTo>
                  <a:close/>
                  <a:moveTo>
                    <a:pt x="350885" y="131"/>
                  </a:moveTo>
                  <a:cubicBezTo>
                    <a:pt x="362764" y="-202"/>
                    <a:pt x="374578" y="102"/>
                    <a:pt x="386344" y="1014"/>
                  </a:cubicBezTo>
                  <a:lnTo>
                    <a:pt x="401558" y="2976"/>
                  </a:lnTo>
                  <a:lnTo>
                    <a:pt x="402560" y="3058"/>
                  </a:lnTo>
                  <a:lnTo>
                    <a:pt x="402553" y="3105"/>
                  </a:lnTo>
                  <a:lnTo>
                    <a:pt x="421516" y="5551"/>
                  </a:lnTo>
                  <a:cubicBezTo>
                    <a:pt x="433205" y="7656"/>
                    <a:pt x="444865" y="10344"/>
                    <a:pt x="456513" y="13590"/>
                  </a:cubicBezTo>
                  <a:lnTo>
                    <a:pt x="457343" y="13827"/>
                  </a:lnTo>
                  <a:lnTo>
                    <a:pt x="458818" y="14249"/>
                  </a:lnTo>
                  <a:cubicBezTo>
                    <a:pt x="460217" y="14560"/>
                    <a:pt x="461616" y="14870"/>
                    <a:pt x="463477" y="15654"/>
                  </a:cubicBezTo>
                  <a:lnTo>
                    <a:pt x="464203" y="15938"/>
                  </a:lnTo>
                  <a:lnTo>
                    <a:pt x="486137" y="22761"/>
                  </a:lnTo>
                  <a:cubicBezTo>
                    <a:pt x="484659" y="22959"/>
                    <a:pt x="482884" y="23171"/>
                    <a:pt x="481368" y="22642"/>
                  </a:cubicBezTo>
                  <a:lnTo>
                    <a:pt x="481287" y="22611"/>
                  </a:lnTo>
                  <a:lnTo>
                    <a:pt x="481367" y="22642"/>
                  </a:lnTo>
                  <a:cubicBezTo>
                    <a:pt x="482884" y="23172"/>
                    <a:pt x="484659" y="22959"/>
                    <a:pt x="486315" y="23087"/>
                  </a:cubicBezTo>
                  <a:cubicBezTo>
                    <a:pt x="487084" y="23417"/>
                    <a:pt x="487852" y="23746"/>
                    <a:pt x="488990" y="24449"/>
                  </a:cubicBezTo>
                  <a:lnTo>
                    <a:pt x="489608" y="24616"/>
                  </a:lnTo>
                  <a:lnTo>
                    <a:pt x="491226" y="25051"/>
                  </a:lnTo>
                  <a:cubicBezTo>
                    <a:pt x="491994" y="25381"/>
                    <a:pt x="492763" y="25711"/>
                    <a:pt x="493900" y="26413"/>
                  </a:cubicBezTo>
                  <a:lnTo>
                    <a:pt x="494518" y="26580"/>
                  </a:lnTo>
                  <a:lnTo>
                    <a:pt x="496136" y="27016"/>
                  </a:lnTo>
                  <a:cubicBezTo>
                    <a:pt x="497549" y="27665"/>
                    <a:pt x="498963" y="28314"/>
                    <a:pt x="500760" y="29348"/>
                  </a:cubicBezTo>
                  <a:lnTo>
                    <a:pt x="501424" y="29529"/>
                  </a:lnTo>
                  <a:lnTo>
                    <a:pt x="503010" y="29962"/>
                  </a:lnTo>
                  <a:cubicBezTo>
                    <a:pt x="504424" y="30611"/>
                    <a:pt x="505837" y="31261"/>
                    <a:pt x="507635" y="32294"/>
                  </a:cubicBezTo>
                  <a:lnTo>
                    <a:pt x="508298" y="32475"/>
                  </a:lnTo>
                  <a:lnTo>
                    <a:pt x="509885" y="32908"/>
                  </a:lnTo>
                  <a:lnTo>
                    <a:pt x="531278" y="44778"/>
                  </a:lnTo>
                  <a:cubicBezTo>
                    <a:pt x="537502" y="48299"/>
                    <a:pt x="543753" y="51789"/>
                    <a:pt x="549820" y="55570"/>
                  </a:cubicBezTo>
                  <a:cubicBezTo>
                    <a:pt x="558842" y="61193"/>
                    <a:pt x="567973" y="66701"/>
                    <a:pt x="576560" y="72942"/>
                  </a:cubicBezTo>
                  <a:cubicBezTo>
                    <a:pt x="582929" y="77572"/>
                    <a:pt x="588494" y="83304"/>
                    <a:pt x="594441" y="88518"/>
                  </a:cubicBezTo>
                  <a:cubicBezTo>
                    <a:pt x="601833" y="94999"/>
                    <a:pt x="609568" y="101128"/>
                    <a:pt x="616552" y="108021"/>
                  </a:cubicBezTo>
                  <a:cubicBezTo>
                    <a:pt x="621891" y="113290"/>
                    <a:pt x="626194" y="119595"/>
                    <a:pt x="631141" y="125280"/>
                  </a:cubicBezTo>
                  <a:cubicBezTo>
                    <a:pt x="635254" y="130006"/>
                    <a:pt x="640096" y="134159"/>
                    <a:pt x="643795" y="139170"/>
                  </a:cubicBezTo>
                  <a:cubicBezTo>
                    <a:pt x="650460" y="148199"/>
                    <a:pt x="656962" y="157412"/>
                    <a:pt x="662709" y="167040"/>
                  </a:cubicBezTo>
                  <a:cubicBezTo>
                    <a:pt x="670127" y="179465"/>
                    <a:pt x="677623" y="191980"/>
                    <a:pt x="683473" y="205171"/>
                  </a:cubicBezTo>
                  <a:cubicBezTo>
                    <a:pt x="690934" y="221994"/>
                    <a:pt x="697094" y="239421"/>
                    <a:pt x="703240" y="256791"/>
                  </a:cubicBezTo>
                  <a:lnTo>
                    <a:pt x="713251" y="300729"/>
                  </a:lnTo>
                  <a:lnTo>
                    <a:pt x="665299" y="300729"/>
                  </a:lnTo>
                  <a:lnTo>
                    <a:pt x="662365" y="280861"/>
                  </a:lnTo>
                  <a:lnTo>
                    <a:pt x="663554" y="280485"/>
                  </a:lnTo>
                  <a:lnTo>
                    <a:pt x="661164" y="269485"/>
                  </a:lnTo>
                  <a:lnTo>
                    <a:pt x="661155" y="269461"/>
                  </a:lnTo>
                  <a:lnTo>
                    <a:pt x="654235" y="249755"/>
                  </a:lnTo>
                  <a:cubicBezTo>
                    <a:pt x="653771" y="248687"/>
                    <a:pt x="653441" y="247919"/>
                    <a:pt x="653280" y="246975"/>
                  </a:cubicBezTo>
                  <a:lnTo>
                    <a:pt x="653280" y="246974"/>
                  </a:lnTo>
                  <a:lnTo>
                    <a:pt x="652271" y="244845"/>
                  </a:lnTo>
                  <a:cubicBezTo>
                    <a:pt x="651807" y="243777"/>
                    <a:pt x="651477" y="243009"/>
                    <a:pt x="651316" y="242065"/>
                  </a:cubicBezTo>
                  <a:lnTo>
                    <a:pt x="651315" y="242063"/>
                  </a:lnTo>
                  <a:lnTo>
                    <a:pt x="650295" y="239920"/>
                  </a:lnTo>
                  <a:cubicBezTo>
                    <a:pt x="649501" y="238193"/>
                    <a:pt x="648851" y="236779"/>
                    <a:pt x="648370" y="235190"/>
                  </a:cubicBezTo>
                  <a:lnTo>
                    <a:pt x="648369" y="235189"/>
                  </a:lnTo>
                  <a:lnTo>
                    <a:pt x="647342" y="233036"/>
                  </a:lnTo>
                  <a:cubicBezTo>
                    <a:pt x="640022" y="219420"/>
                    <a:pt x="633163" y="205947"/>
                    <a:pt x="625564" y="192905"/>
                  </a:cubicBezTo>
                  <a:cubicBezTo>
                    <a:pt x="621346" y="185667"/>
                    <a:pt x="615892" y="179150"/>
                    <a:pt x="610878" y="172015"/>
                  </a:cubicBezTo>
                  <a:lnTo>
                    <a:pt x="587828" y="183332"/>
                  </a:lnTo>
                  <a:cubicBezTo>
                    <a:pt x="587798" y="182992"/>
                    <a:pt x="587808" y="182540"/>
                    <a:pt x="587893" y="182137"/>
                  </a:cubicBezTo>
                  <a:lnTo>
                    <a:pt x="588404" y="181246"/>
                  </a:lnTo>
                  <a:lnTo>
                    <a:pt x="587823" y="182186"/>
                  </a:lnTo>
                  <a:cubicBezTo>
                    <a:pt x="587668" y="182638"/>
                    <a:pt x="587519" y="183188"/>
                    <a:pt x="587268" y="183724"/>
                  </a:cubicBezTo>
                  <a:cubicBezTo>
                    <a:pt x="583432" y="183961"/>
                    <a:pt x="580914" y="186163"/>
                    <a:pt x="577862" y="187712"/>
                  </a:cubicBezTo>
                  <a:cubicBezTo>
                    <a:pt x="569544" y="191933"/>
                    <a:pt x="560555" y="194912"/>
                    <a:pt x="551679" y="197936"/>
                  </a:cubicBezTo>
                  <a:cubicBezTo>
                    <a:pt x="539863" y="201962"/>
                    <a:pt x="527903" y="205566"/>
                    <a:pt x="516094" y="209323"/>
                  </a:cubicBezTo>
                  <a:cubicBezTo>
                    <a:pt x="522554" y="242255"/>
                    <a:pt x="527356" y="275280"/>
                    <a:pt x="529462" y="308857"/>
                  </a:cubicBezTo>
                  <a:lnTo>
                    <a:pt x="530615" y="342132"/>
                  </a:lnTo>
                  <a:lnTo>
                    <a:pt x="629501" y="342132"/>
                  </a:lnTo>
                  <a:lnTo>
                    <a:pt x="629501" y="387690"/>
                  </a:lnTo>
                  <a:lnTo>
                    <a:pt x="530969" y="387690"/>
                  </a:lnTo>
                  <a:lnTo>
                    <a:pt x="528479" y="419923"/>
                  </a:lnTo>
                  <a:cubicBezTo>
                    <a:pt x="527607" y="430016"/>
                    <a:pt x="526871" y="440138"/>
                    <a:pt x="525488" y="450166"/>
                  </a:cubicBezTo>
                  <a:cubicBezTo>
                    <a:pt x="523200" y="466765"/>
                    <a:pt x="520384" y="483290"/>
                    <a:pt x="518012" y="499877"/>
                  </a:cubicBezTo>
                  <a:cubicBezTo>
                    <a:pt x="517863" y="500919"/>
                    <a:pt x="519478" y="502405"/>
                    <a:pt x="520557" y="503366"/>
                  </a:cubicBezTo>
                  <a:cubicBezTo>
                    <a:pt x="521320" y="504046"/>
                    <a:pt x="522562" y="504189"/>
                    <a:pt x="523662" y="504810"/>
                  </a:cubicBezTo>
                  <a:cubicBezTo>
                    <a:pt x="524353" y="505124"/>
                    <a:pt x="524975" y="505200"/>
                    <a:pt x="525964" y="505326"/>
                  </a:cubicBezTo>
                  <a:cubicBezTo>
                    <a:pt x="527711" y="505762"/>
                    <a:pt x="529088" y="506149"/>
                    <a:pt x="530593" y="506846"/>
                  </a:cubicBezTo>
                  <a:cubicBezTo>
                    <a:pt x="539853" y="509499"/>
                    <a:pt x="549240" y="512463"/>
                    <a:pt x="558807" y="515752"/>
                  </a:cubicBezTo>
                  <a:lnTo>
                    <a:pt x="557711" y="516653"/>
                  </a:lnTo>
                  <a:lnTo>
                    <a:pt x="559309" y="516131"/>
                  </a:lnTo>
                  <a:cubicBezTo>
                    <a:pt x="560386" y="516569"/>
                    <a:pt x="561138" y="516953"/>
                    <a:pt x="561962" y="517576"/>
                  </a:cubicBezTo>
                  <a:cubicBezTo>
                    <a:pt x="562654" y="517891"/>
                    <a:pt x="563275" y="517967"/>
                    <a:pt x="564220" y="518095"/>
                  </a:cubicBezTo>
                  <a:cubicBezTo>
                    <a:pt x="565296" y="518533"/>
                    <a:pt x="566049" y="518918"/>
                    <a:pt x="566872" y="519541"/>
                  </a:cubicBezTo>
                  <a:cubicBezTo>
                    <a:pt x="567564" y="519855"/>
                    <a:pt x="568185" y="519931"/>
                    <a:pt x="569130" y="520060"/>
                  </a:cubicBezTo>
                  <a:cubicBezTo>
                    <a:pt x="570206" y="520497"/>
                    <a:pt x="570959" y="520882"/>
                    <a:pt x="571783" y="521505"/>
                  </a:cubicBezTo>
                  <a:cubicBezTo>
                    <a:pt x="572474" y="521819"/>
                    <a:pt x="573096" y="521895"/>
                    <a:pt x="574040" y="522024"/>
                  </a:cubicBezTo>
                  <a:cubicBezTo>
                    <a:pt x="575117" y="522461"/>
                    <a:pt x="575869" y="522846"/>
                    <a:pt x="576693" y="523469"/>
                  </a:cubicBezTo>
                  <a:cubicBezTo>
                    <a:pt x="577385" y="523783"/>
                    <a:pt x="578006" y="523859"/>
                    <a:pt x="578979" y="523989"/>
                  </a:cubicBezTo>
                  <a:cubicBezTo>
                    <a:pt x="581375" y="525081"/>
                    <a:pt x="583418" y="526120"/>
                    <a:pt x="585532" y="527397"/>
                  </a:cubicBezTo>
                  <a:cubicBezTo>
                    <a:pt x="586223" y="527711"/>
                    <a:pt x="586844" y="527787"/>
                    <a:pt x="587827" y="527918"/>
                  </a:cubicBezTo>
                  <a:cubicBezTo>
                    <a:pt x="595618" y="531623"/>
                    <a:pt x="603293" y="534863"/>
                    <a:pt x="610385" y="539083"/>
                  </a:cubicBezTo>
                  <a:cubicBezTo>
                    <a:pt x="611406" y="539690"/>
                    <a:pt x="612267" y="540119"/>
                    <a:pt x="613021" y="540356"/>
                  </a:cubicBezTo>
                  <a:lnTo>
                    <a:pt x="614254" y="540437"/>
                  </a:lnTo>
                  <a:lnTo>
                    <a:pt x="626758" y="521816"/>
                  </a:lnTo>
                  <a:cubicBezTo>
                    <a:pt x="640639" y="499112"/>
                    <a:pt x="651431" y="474883"/>
                    <a:pt x="658911" y="449135"/>
                  </a:cubicBezTo>
                  <a:lnTo>
                    <a:pt x="663131" y="428801"/>
                  </a:lnTo>
                  <a:lnTo>
                    <a:pt x="711695" y="428801"/>
                  </a:lnTo>
                  <a:lnTo>
                    <a:pt x="710725" y="435358"/>
                  </a:lnTo>
                  <a:cubicBezTo>
                    <a:pt x="706485" y="456405"/>
                    <a:pt x="699941" y="476777"/>
                    <a:pt x="691631" y="496623"/>
                  </a:cubicBezTo>
                  <a:cubicBezTo>
                    <a:pt x="683921" y="515039"/>
                    <a:pt x="674905" y="532733"/>
                    <a:pt x="664368" y="549660"/>
                  </a:cubicBezTo>
                  <a:cubicBezTo>
                    <a:pt x="661097" y="554915"/>
                    <a:pt x="657446" y="559932"/>
                    <a:pt x="653394" y="565246"/>
                  </a:cubicBezTo>
                  <a:lnTo>
                    <a:pt x="652842" y="566334"/>
                  </a:lnTo>
                  <a:lnTo>
                    <a:pt x="652352" y="567302"/>
                  </a:lnTo>
                  <a:cubicBezTo>
                    <a:pt x="651244" y="568856"/>
                    <a:pt x="650135" y="570410"/>
                    <a:pt x="648467" y="572136"/>
                  </a:cubicBezTo>
                  <a:lnTo>
                    <a:pt x="647936" y="573194"/>
                  </a:lnTo>
                  <a:lnTo>
                    <a:pt x="647442" y="574176"/>
                  </a:lnTo>
                  <a:cubicBezTo>
                    <a:pt x="634687" y="592248"/>
                    <a:pt x="619924" y="608692"/>
                    <a:pt x="603333" y="623121"/>
                  </a:cubicBezTo>
                  <a:cubicBezTo>
                    <a:pt x="595447" y="629979"/>
                    <a:pt x="587214" y="636447"/>
                    <a:pt x="578840" y="642745"/>
                  </a:cubicBezTo>
                  <a:lnTo>
                    <a:pt x="578519" y="642981"/>
                  </a:lnTo>
                  <a:lnTo>
                    <a:pt x="573173" y="647269"/>
                  </a:lnTo>
                  <a:lnTo>
                    <a:pt x="563730" y="653844"/>
                  </a:lnTo>
                  <a:lnTo>
                    <a:pt x="553502" y="661357"/>
                  </a:lnTo>
                  <a:cubicBezTo>
                    <a:pt x="547178" y="665985"/>
                    <a:pt x="539861" y="669252"/>
                    <a:pt x="533022" y="673183"/>
                  </a:cubicBezTo>
                  <a:cubicBezTo>
                    <a:pt x="531386" y="674123"/>
                    <a:pt x="529851" y="675238"/>
                    <a:pt x="527678" y="676130"/>
                  </a:cubicBezTo>
                  <a:lnTo>
                    <a:pt x="526574" y="676608"/>
                  </a:lnTo>
                  <a:lnTo>
                    <a:pt x="510190" y="685894"/>
                  </a:lnTo>
                  <a:cubicBezTo>
                    <a:pt x="510191" y="685472"/>
                    <a:pt x="510219" y="684919"/>
                    <a:pt x="510325" y="684433"/>
                  </a:cubicBezTo>
                  <a:lnTo>
                    <a:pt x="510391" y="684316"/>
                  </a:lnTo>
                  <a:lnTo>
                    <a:pt x="510342" y="684337"/>
                  </a:lnTo>
                  <a:lnTo>
                    <a:pt x="510281" y="684437"/>
                  </a:lnTo>
                  <a:cubicBezTo>
                    <a:pt x="510131" y="684926"/>
                    <a:pt x="510016" y="685487"/>
                    <a:pt x="509842" y="685925"/>
                  </a:cubicBezTo>
                  <a:cubicBezTo>
                    <a:pt x="505924" y="687446"/>
                    <a:pt x="501908" y="688757"/>
                    <a:pt x="498105" y="690525"/>
                  </a:cubicBezTo>
                  <a:cubicBezTo>
                    <a:pt x="482051" y="697989"/>
                    <a:pt x="465343" y="703632"/>
                    <a:pt x="448144" y="707577"/>
                  </a:cubicBezTo>
                  <a:cubicBezTo>
                    <a:pt x="432954" y="711061"/>
                    <a:pt x="417587" y="713850"/>
                    <a:pt x="402207" y="716400"/>
                  </a:cubicBezTo>
                  <a:cubicBezTo>
                    <a:pt x="398250" y="717057"/>
                    <a:pt x="394241" y="717395"/>
                    <a:pt x="390219" y="717666"/>
                  </a:cubicBezTo>
                  <a:lnTo>
                    <a:pt x="379412" y="718437"/>
                  </a:lnTo>
                  <a:lnTo>
                    <a:pt x="374396" y="719049"/>
                  </a:lnTo>
                  <a:lnTo>
                    <a:pt x="370776" y="719553"/>
                  </a:lnTo>
                  <a:cubicBezTo>
                    <a:pt x="368319" y="719924"/>
                    <a:pt x="365862" y="720250"/>
                    <a:pt x="363396" y="720308"/>
                  </a:cubicBezTo>
                  <a:lnTo>
                    <a:pt x="358792" y="720065"/>
                  </a:lnTo>
                  <a:lnTo>
                    <a:pt x="354191" y="720308"/>
                  </a:lnTo>
                  <a:cubicBezTo>
                    <a:pt x="351726" y="720250"/>
                    <a:pt x="349269" y="719924"/>
                    <a:pt x="346811" y="719552"/>
                  </a:cubicBezTo>
                  <a:lnTo>
                    <a:pt x="343210" y="719052"/>
                  </a:lnTo>
                  <a:lnTo>
                    <a:pt x="338169" y="718436"/>
                  </a:lnTo>
                  <a:lnTo>
                    <a:pt x="327368" y="717666"/>
                  </a:lnTo>
                  <a:cubicBezTo>
                    <a:pt x="323347" y="717395"/>
                    <a:pt x="319338" y="717057"/>
                    <a:pt x="315380" y="716400"/>
                  </a:cubicBezTo>
                  <a:cubicBezTo>
                    <a:pt x="300001" y="713850"/>
                    <a:pt x="284634" y="711061"/>
                    <a:pt x="269444" y="707577"/>
                  </a:cubicBezTo>
                  <a:cubicBezTo>
                    <a:pt x="252244" y="703632"/>
                    <a:pt x="235536" y="697988"/>
                    <a:pt x="219482" y="690525"/>
                  </a:cubicBezTo>
                  <a:cubicBezTo>
                    <a:pt x="215679" y="688756"/>
                    <a:pt x="211664" y="687446"/>
                    <a:pt x="207746" y="685925"/>
                  </a:cubicBezTo>
                  <a:cubicBezTo>
                    <a:pt x="207571" y="685487"/>
                    <a:pt x="207456" y="684926"/>
                    <a:pt x="207306" y="684437"/>
                  </a:cubicBezTo>
                  <a:lnTo>
                    <a:pt x="207246" y="684338"/>
                  </a:lnTo>
                  <a:lnTo>
                    <a:pt x="199113" y="680851"/>
                  </a:lnTo>
                  <a:lnTo>
                    <a:pt x="193734" y="677785"/>
                  </a:lnTo>
                  <a:lnTo>
                    <a:pt x="189909" y="676130"/>
                  </a:lnTo>
                  <a:cubicBezTo>
                    <a:pt x="187737" y="675238"/>
                    <a:pt x="186201" y="674123"/>
                    <a:pt x="184565" y="673183"/>
                  </a:cubicBezTo>
                  <a:cubicBezTo>
                    <a:pt x="177726" y="669252"/>
                    <a:pt x="170409" y="665984"/>
                    <a:pt x="164085" y="661357"/>
                  </a:cubicBezTo>
                  <a:lnTo>
                    <a:pt x="153866" y="653850"/>
                  </a:lnTo>
                  <a:lnTo>
                    <a:pt x="144414" y="647269"/>
                  </a:lnTo>
                  <a:lnTo>
                    <a:pt x="139064" y="642978"/>
                  </a:lnTo>
                  <a:lnTo>
                    <a:pt x="138747" y="642745"/>
                  </a:lnTo>
                  <a:cubicBezTo>
                    <a:pt x="130373" y="636446"/>
                    <a:pt x="122140" y="629979"/>
                    <a:pt x="114254" y="623121"/>
                  </a:cubicBezTo>
                  <a:cubicBezTo>
                    <a:pt x="97663" y="608692"/>
                    <a:pt x="82900" y="592248"/>
                    <a:pt x="70145" y="574176"/>
                  </a:cubicBezTo>
                  <a:cubicBezTo>
                    <a:pt x="69990" y="573553"/>
                    <a:pt x="69834" y="572930"/>
                    <a:pt x="69120" y="572136"/>
                  </a:cubicBezTo>
                  <a:cubicBezTo>
                    <a:pt x="67452" y="570410"/>
                    <a:pt x="66343" y="568856"/>
                    <a:pt x="65235" y="567302"/>
                  </a:cubicBezTo>
                  <a:cubicBezTo>
                    <a:pt x="65079" y="566679"/>
                    <a:pt x="64924" y="566056"/>
                    <a:pt x="64194" y="565245"/>
                  </a:cubicBezTo>
                  <a:cubicBezTo>
                    <a:pt x="60141" y="559932"/>
                    <a:pt x="56490" y="554915"/>
                    <a:pt x="53219" y="549660"/>
                  </a:cubicBezTo>
                  <a:cubicBezTo>
                    <a:pt x="42682" y="532733"/>
                    <a:pt x="33667" y="515039"/>
                    <a:pt x="25956" y="496622"/>
                  </a:cubicBezTo>
                  <a:cubicBezTo>
                    <a:pt x="17646" y="476776"/>
                    <a:pt x="11102" y="456405"/>
                    <a:pt x="6862" y="435358"/>
                  </a:cubicBezTo>
                  <a:cubicBezTo>
                    <a:pt x="4533" y="423796"/>
                    <a:pt x="3367" y="411999"/>
                    <a:pt x="1676" y="400308"/>
                  </a:cubicBezTo>
                  <a:lnTo>
                    <a:pt x="2912" y="399194"/>
                  </a:lnTo>
                  <a:lnTo>
                    <a:pt x="1219" y="381219"/>
                  </a:lnTo>
                  <a:cubicBezTo>
                    <a:pt x="532" y="368543"/>
                    <a:pt x="-618" y="355744"/>
                    <a:pt x="408" y="343159"/>
                  </a:cubicBezTo>
                  <a:lnTo>
                    <a:pt x="1786" y="331138"/>
                  </a:lnTo>
                  <a:lnTo>
                    <a:pt x="0" y="331130"/>
                  </a:lnTo>
                  <a:lnTo>
                    <a:pt x="1291" y="319564"/>
                  </a:lnTo>
                  <a:lnTo>
                    <a:pt x="3076" y="319889"/>
                  </a:lnTo>
                  <a:lnTo>
                    <a:pt x="3690" y="314530"/>
                  </a:lnTo>
                  <a:cubicBezTo>
                    <a:pt x="5012" y="305005"/>
                    <a:pt x="6476" y="295494"/>
                    <a:pt x="7823" y="285977"/>
                  </a:cubicBezTo>
                  <a:cubicBezTo>
                    <a:pt x="8669" y="280002"/>
                    <a:pt x="10202" y="274125"/>
                    <a:pt x="11650" y="267087"/>
                  </a:cubicBezTo>
                  <a:lnTo>
                    <a:pt x="55222" y="280861"/>
                  </a:lnTo>
                  <a:cubicBezTo>
                    <a:pt x="50391" y="301029"/>
                    <a:pt x="46587" y="321220"/>
                    <a:pt x="46174" y="342132"/>
                  </a:cubicBezTo>
                  <a:lnTo>
                    <a:pt x="186973" y="342132"/>
                  </a:lnTo>
                  <a:lnTo>
                    <a:pt x="187836" y="317195"/>
                  </a:lnTo>
                  <a:lnTo>
                    <a:pt x="189125" y="316861"/>
                  </a:lnTo>
                  <a:lnTo>
                    <a:pt x="192602" y="277298"/>
                  </a:lnTo>
                  <a:cubicBezTo>
                    <a:pt x="192934" y="273609"/>
                    <a:pt x="193571" y="269917"/>
                    <a:pt x="193526" y="266233"/>
                  </a:cubicBezTo>
                  <a:cubicBezTo>
                    <a:pt x="193490" y="263315"/>
                    <a:pt x="194803" y="262468"/>
                    <a:pt x="197291" y="261793"/>
                  </a:cubicBezTo>
                  <a:lnTo>
                    <a:pt x="236293" y="250925"/>
                  </a:lnTo>
                  <a:cubicBezTo>
                    <a:pt x="237919" y="250472"/>
                    <a:pt x="239594" y="250196"/>
                    <a:pt x="240438" y="250013"/>
                  </a:cubicBezTo>
                  <a:lnTo>
                    <a:pt x="232245" y="342630"/>
                  </a:lnTo>
                  <a:lnTo>
                    <a:pt x="485342" y="342630"/>
                  </a:lnTo>
                  <a:lnTo>
                    <a:pt x="477149" y="250013"/>
                  </a:lnTo>
                  <a:lnTo>
                    <a:pt x="477212" y="250025"/>
                  </a:lnTo>
                  <a:lnTo>
                    <a:pt x="474548" y="234307"/>
                  </a:lnTo>
                  <a:cubicBezTo>
                    <a:pt x="473789" y="230723"/>
                    <a:pt x="472799" y="227111"/>
                    <a:pt x="472681" y="223487"/>
                  </a:cubicBezTo>
                  <a:cubicBezTo>
                    <a:pt x="472552" y="219519"/>
                    <a:pt x="470312" y="219282"/>
                    <a:pt x="467503" y="219637"/>
                  </a:cubicBezTo>
                  <a:lnTo>
                    <a:pt x="444638" y="222715"/>
                  </a:lnTo>
                  <a:cubicBezTo>
                    <a:pt x="437325" y="223677"/>
                    <a:pt x="430027" y="224932"/>
                    <a:pt x="422680" y="225426"/>
                  </a:cubicBezTo>
                  <a:lnTo>
                    <a:pt x="391543" y="226909"/>
                  </a:lnTo>
                  <a:lnTo>
                    <a:pt x="386352" y="227305"/>
                  </a:lnTo>
                  <a:lnTo>
                    <a:pt x="381546" y="227385"/>
                  </a:lnTo>
                  <a:lnTo>
                    <a:pt x="381377" y="227393"/>
                  </a:lnTo>
                  <a:lnTo>
                    <a:pt x="379871" y="227412"/>
                  </a:lnTo>
                  <a:lnTo>
                    <a:pt x="361288" y="227720"/>
                  </a:lnTo>
                  <a:lnTo>
                    <a:pt x="361164" y="227718"/>
                  </a:lnTo>
                  <a:lnTo>
                    <a:pt x="361230" y="227655"/>
                  </a:lnTo>
                  <a:lnTo>
                    <a:pt x="356299" y="227720"/>
                  </a:lnTo>
                  <a:cubicBezTo>
                    <a:pt x="347939" y="227739"/>
                    <a:pt x="339581" y="227635"/>
                    <a:pt x="331236" y="227305"/>
                  </a:cubicBezTo>
                  <a:cubicBezTo>
                    <a:pt x="317583" y="226765"/>
                    <a:pt x="303973" y="224952"/>
                    <a:pt x="290367" y="223485"/>
                  </a:cubicBezTo>
                  <a:cubicBezTo>
                    <a:pt x="284844" y="222889"/>
                    <a:pt x="279383" y="221713"/>
                    <a:pt x="273350" y="220090"/>
                  </a:cubicBezTo>
                  <a:cubicBezTo>
                    <a:pt x="272327" y="218827"/>
                    <a:pt x="271847" y="218276"/>
                    <a:pt x="271367" y="217725"/>
                  </a:cubicBezTo>
                  <a:cubicBezTo>
                    <a:pt x="277149" y="205484"/>
                    <a:pt x="282932" y="193242"/>
                    <a:pt x="289238" y="180664"/>
                  </a:cubicBezTo>
                  <a:cubicBezTo>
                    <a:pt x="291103" y="179727"/>
                    <a:pt x="292446" y="179127"/>
                    <a:pt x="293789" y="178528"/>
                  </a:cubicBezTo>
                  <a:lnTo>
                    <a:pt x="351183" y="182306"/>
                  </a:lnTo>
                  <a:cubicBezTo>
                    <a:pt x="359038" y="182837"/>
                    <a:pt x="366882" y="183928"/>
                    <a:pt x="374735" y="183970"/>
                  </a:cubicBezTo>
                  <a:cubicBezTo>
                    <a:pt x="381382" y="184006"/>
                    <a:pt x="384070" y="183175"/>
                    <a:pt x="394688" y="182351"/>
                  </a:cubicBezTo>
                  <a:lnTo>
                    <a:pt x="438446" y="179027"/>
                  </a:lnTo>
                  <a:cubicBezTo>
                    <a:pt x="447302" y="178147"/>
                    <a:pt x="444682" y="177659"/>
                    <a:pt x="447822" y="177072"/>
                  </a:cubicBezTo>
                  <a:cubicBezTo>
                    <a:pt x="451194" y="176442"/>
                    <a:pt x="454596" y="175976"/>
                    <a:pt x="458445" y="175730"/>
                  </a:cubicBezTo>
                  <a:cubicBezTo>
                    <a:pt x="459214" y="176267"/>
                    <a:pt x="459523" y="176511"/>
                    <a:pt x="459832" y="176754"/>
                  </a:cubicBezTo>
                  <a:lnTo>
                    <a:pt x="459832" y="176754"/>
                  </a:lnTo>
                  <a:lnTo>
                    <a:pt x="458840" y="175802"/>
                  </a:lnTo>
                  <a:cubicBezTo>
                    <a:pt x="458776" y="175581"/>
                    <a:pt x="459201" y="175432"/>
                    <a:pt x="459424" y="175403"/>
                  </a:cubicBezTo>
                  <a:lnTo>
                    <a:pt x="459832" y="176753"/>
                  </a:lnTo>
                  <a:lnTo>
                    <a:pt x="459648" y="175373"/>
                  </a:lnTo>
                  <a:cubicBezTo>
                    <a:pt x="459680" y="174349"/>
                    <a:pt x="459712" y="173325"/>
                    <a:pt x="459893" y="171665"/>
                  </a:cubicBezTo>
                  <a:lnTo>
                    <a:pt x="458054" y="166376"/>
                  </a:lnTo>
                  <a:lnTo>
                    <a:pt x="454028" y="154794"/>
                  </a:lnTo>
                  <a:cubicBezTo>
                    <a:pt x="453644" y="154043"/>
                    <a:pt x="453260" y="153292"/>
                    <a:pt x="453016" y="151986"/>
                  </a:cubicBezTo>
                  <a:lnTo>
                    <a:pt x="452441" y="150485"/>
                  </a:lnTo>
                  <a:lnTo>
                    <a:pt x="451082" y="146938"/>
                  </a:lnTo>
                  <a:cubicBezTo>
                    <a:pt x="450698" y="146187"/>
                    <a:pt x="450314" y="145436"/>
                    <a:pt x="450048" y="144186"/>
                  </a:cubicBezTo>
                  <a:lnTo>
                    <a:pt x="449703" y="143385"/>
                  </a:lnTo>
                  <a:lnTo>
                    <a:pt x="449118" y="142027"/>
                  </a:lnTo>
                  <a:cubicBezTo>
                    <a:pt x="448407" y="140635"/>
                    <a:pt x="447696" y="139243"/>
                    <a:pt x="447102" y="137331"/>
                  </a:cubicBezTo>
                  <a:lnTo>
                    <a:pt x="446741" y="136485"/>
                  </a:lnTo>
                  <a:lnTo>
                    <a:pt x="446172" y="135153"/>
                  </a:lnTo>
                  <a:cubicBezTo>
                    <a:pt x="445461" y="133761"/>
                    <a:pt x="444750" y="132368"/>
                    <a:pt x="444156" y="130456"/>
                  </a:cubicBezTo>
                  <a:lnTo>
                    <a:pt x="443795" y="129610"/>
                  </a:lnTo>
                  <a:lnTo>
                    <a:pt x="443226" y="128279"/>
                  </a:lnTo>
                  <a:cubicBezTo>
                    <a:pt x="436383" y="116059"/>
                    <a:pt x="429905" y="103616"/>
                    <a:pt x="422603" y="91677"/>
                  </a:cubicBezTo>
                  <a:cubicBezTo>
                    <a:pt x="413976" y="77571"/>
                    <a:pt x="403078" y="65315"/>
                    <a:pt x="389528" y="55648"/>
                  </a:cubicBezTo>
                  <a:cubicBezTo>
                    <a:pt x="380533" y="49231"/>
                    <a:pt x="370577" y="45140"/>
                    <a:pt x="359408" y="44900"/>
                  </a:cubicBezTo>
                  <a:cubicBezTo>
                    <a:pt x="356121" y="44829"/>
                    <a:pt x="352794" y="45831"/>
                    <a:pt x="349512" y="46478"/>
                  </a:cubicBezTo>
                  <a:cubicBezTo>
                    <a:pt x="346089" y="47151"/>
                    <a:pt x="342660" y="47853"/>
                    <a:pt x="339311" y="48810"/>
                  </a:cubicBezTo>
                  <a:cubicBezTo>
                    <a:pt x="337510" y="49325"/>
                    <a:pt x="335705" y="50175"/>
                    <a:pt x="334191" y="51272"/>
                  </a:cubicBezTo>
                  <a:cubicBezTo>
                    <a:pt x="331434" y="53271"/>
                    <a:pt x="328892" y="55567"/>
                    <a:pt x="324886" y="58873"/>
                  </a:cubicBezTo>
                  <a:cubicBezTo>
                    <a:pt x="320563" y="39531"/>
                    <a:pt x="317799" y="21353"/>
                    <a:pt x="315027" y="3058"/>
                  </a:cubicBezTo>
                  <a:cubicBezTo>
                    <a:pt x="327058" y="1430"/>
                    <a:pt x="339005" y="463"/>
                    <a:pt x="350885" y="1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89" name="Freeform: Shape 2888">
              <a:extLst>
                <a:ext uri="{FF2B5EF4-FFF2-40B4-BE49-F238E27FC236}">
                  <a16:creationId xmlns:a16="http://schemas.microsoft.com/office/drawing/2014/main" id="{57E410A3-F2B9-40AA-6E0D-7C9A281DAF07}"/>
                </a:ext>
                <a:ext uri="{C183D7F6-B498-43B3-948B-1728B52AA6E4}">
                  <adec:decorative xmlns:adec="http://schemas.microsoft.com/office/drawing/2017/decorative" val="1"/>
                </a:ext>
              </a:extLst>
            </p:cNvPr>
            <p:cNvSpPr/>
            <p:nvPr/>
          </p:nvSpPr>
          <p:spPr>
            <a:xfrm>
              <a:off x="3343214" y="5755986"/>
              <a:ext cx="441750" cy="281815"/>
            </a:xfrm>
            <a:custGeom>
              <a:avLst/>
              <a:gdLst>
                <a:gd name="connsiteX0" fmla="*/ 745349 w 811815"/>
                <a:gd name="connsiteY0" fmla="*/ 451432 h 517898"/>
                <a:gd name="connsiteX1" fmla="*/ 811815 w 811815"/>
                <a:gd name="connsiteY1" fmla="*/ 451432 h 517898"/>
                <a:gd name="connsiteX2" fmla="*/ 811815 w 811815"/>
                <a:gd name="connsiteY2" fmla="*/ 517898 h 517898"/>
                <a:gd name="connsiteX3" fmla="*/ 745349 w 811815"/>
                <a:gd name="connsiteY3" fmla="*/ 517898 h 517898"/>
                <a:gd name="connsiteX4" fmla="*/ 165139 w 811815"/>
                <a:gd name="connsiteY4" fmla="*/ 158136 h 517898"/>
                <a:gd name="connsiteX5" fmla="*/ 207956 w 811815"/>
                <a:gd name="connsiteY5" fmla="*/ 158136 h 517898"/>
                <a:gd name="connsiteX6" fmla="*/ 207956 w 811815"/>
                <a:gd name="connsiteY6" fmla="*/ 201714 h 517898"/>
                <a:gd name="connsiteX7" fmla="*/ 165139 w 811815"/>
                <a:gd name="connsiteY7" fmla="*/ 201714 h 517898"/>
                <a:gd name="connsiteX8" fmla="*/ 166098 w 811815"/>
                <a:gd name="connsiteY8" fmla="*/ 85555 h 517898"/>
                <a:gd name="connsiteX9" fmla="*/ 107714 w 811815"/>
                <a:gd name="connsiteY9" fmla="*/ 121965 h 517898"/>
                <a:gd name="connsiteX10" fmla="*/ 87520 w 811815"/>
                <a:gd name="connsiteY10" fmla="*/ 201131 h 517898"/>
                <a:gd name="connsiteX11" fmla="*/ 124736 w 811815"/>
                <a:gd name="connsiteY11" fmla="*/ 262656 h 517898"/>
                <a:gd name="connsiteX12" fmla="*/ 204147 w 811815"/>
                <a:gd name="connsiteY12" fmla="*/ 282195 h 517898"/>
                <a:gd name="connsiteX13" fmla="*/ 265861 w 811815"/>
                <a:gd name="connsiteY13" fmla="*/ 243817 h 517898"/>
                <a:gd name="connsiteX14" fmla="*/ 284216 w 811815"/>
                <a:gd name="connsiteY14" fmla="*/ 163449 h 517898"/>
                <a:gd name="connsiteX15" fmla="*/ 241614 w 811815"/>
                <a:gd name="connsiteY15" fmla="*/ 100610 h 517898"/>
                <a:gd name="connsiteX16" fmla="*/ 205956 w 811815"/>
                <a:gd name="connsiteY16" fmla="*/ 85621 h 517898"/>
                <a:gd name="connsiteX17" fmla="*/ 166098 w 811815"/>
                <a:gd name="connsiteY17" fmla="*/ 85555 h 517898"/>
                <a:gd name="connsiteX18" fmla="*/ 160724 w 811815"/>
                <a:gd name="connsiteY18" fmla="*/ 0 h 517898"/>
                <a:gd name="connsiteX19" fmla="*/ 205871 w 811815"/>
                <a:gd name="connsiteY19" fmla="*/ 0 h 517898"/>
                <a:gd name="connsiteX20" fmla="*/ 205871 w 811815"/>
                <a:gd name="connsiteY20" fmla="*/ 39517 h 517898"/>
                <a:gd name="connsiteX21" fmla="*/ 254246 w 811815"/>
                <a:gd name="connsiteY21" fmla="*/ 55425 h 517898"/>
                <a:gd name="connsiteX22" fmla="*/ 263681 w 811815"/>
                <a:gd name="connsiteY22" fmla="*/ 53510 h 517898"/>
                <a:gd name="connsiteX23" fmla="*/ 283027 w 811815"/>
                <a:gd name="connsiteY23" fmla="*/ 29306 h 517898"/>
                <a:gd name="connsiteX24" fmla="*/ 285956 w 811815"/>
                <a:gd name="connsiteY24" fmla="*/ 25806 h 517898"/>
                <a:gd name="connsiteX25" fmla="*/ 321237 w 811815"/>
                <a:gd name="connsiteY25" fmla="*/ 54848 h 517898"/>
                <a:gd name="connsiteX26" fmla="*/ 295706 w 811815"/>
                <a:gd name="connsiteY26" fmla="*/ 86179 h 517898"/>
                <a:gd name="connsiteX27" fmla="*/ 314914 w 811815"/>
                <a:gd name="connsiteY27" fmla="*/ 116144 h 517898"/>
                <a:gd name="connsiteX28" fmla="*/ 320893 w 811815"/>
                <a:gd name="connsiteY28" fmla="*/ 129285 h 517898"/>
                <a:gd name="connsiteX29" fmla="*/ 329137 w 811815"/>
                <a:gd name="connsiteY29" fmla="*/ 133764 h 517898"/>
                <a:gd name="connsiteX30" fmla="*/ 364786 w 811815"/>
                <a:gd name="connsiteY30" fmla="*/ 126939 h 517898"/>
                <a:gd name="connsiteX31" fmla="*/ 373287 w 811815"/>
                <a:gd name="connsiteY31" fmla="*/ 171324 h 517898"/>
                <a:gd name="connsiteX32" fmla="*/ 346920 w 811815"/>
                <a:gd name="connsiteY32" fmla="*/ 176490 h 517898"/>
                <a:gd name="connsiteX33" fmla="*/ 337950 w 811815"/>
                <a:gd name="connsiteY33" fmla="*/ 178171 h 517898"/>
                <a:gd name="connsiteX34" fmla="*/ 331571 w 811815"/>
                <a:gd name="connsiteY34" fmla="*/ 185808 h 517898"/>
                <a:gd name="connsiteX35" fmla="*/ 322866 w 811815"/>
                <a:gd name="connsiteY35" fmla="*/ 233785 h 517898"/>
                <a:gd name="connsiteX36" fmla="*/ 360310 w 811815"/>
                <a:gd name="connsiteY36" fmla="*/ 254688 h 517898"/>
                <a:gd name="connsiteX37" fmla="*/ 338209 w 811815"/>
                <a:gd name="connsiteY37" fmla="*/ 294503 h 517898"/>
                <a:gd name="connsiteX38" fmla="*/ 300813 w 811815"/>
                <a:gd name="connsiteY38" fmla="*/ 273611 h 517898"/>
                <a:gd name="connsiteX39" fmla="*/ 259154 w 811815"/>
                <a:gd name="connsiteY39" fmla="*/ 309665 h 517898"/>
                <a:gd name="connsiteX40" fmla="*/ 274581 w 811815"/>
                <a:gd name="connsiteY40" fmla="*/ 349549 h 517898"/>
                <a:gd name="connsiteX41" fmla="*/ 232138 w 811815"/>
                <a:gd name="connsiteY41" fmla="*/ 366005 h 517898"/>
                <a:gd name="connsiteX42" fmla="*/ 218803 w 811815"/>
                <a:gd name="connsiteY42" fmla="*/ 330839 h 517898"/>
                <a:gd name="connsiteX43" fmla="*/ 212221 w 811815"/>
                <a:gd name="connsiteY43" fmla="*/ 326712 h 517898"/>
                <a:gd name="connsiteX44" fmla="*/ 174770 w 811815"/>
                <a:gd name="connsiteY44" fmla="*/ 328621 h 517898"/>
                <a:gd name="connsiteX45" fmla="*/ 161545 w 811815"/>
                <a:gd name="connsiteY45" fmla="*/ 327489 h 517898"/>
                <a:gd name="connsiteX46" fmla="*/ 147698 w 811815"/>
                <a:gd name="connsiteY46" fmla="*/ 367137 h 517898"/>
                <a:gd name="connsiteX47" fmla="*/ 104838 w 811815"/>
                <a:gd name="connsiteY47" fmla="*/ 352718 h 517898"/>
                <a:gd name="connsiteX48" fmla="*/ 118105 w 811815"/>
                <a:gd name="connsiteY48" fmla="*/ 313174 h 517898"/>
                <a:gd name="connsiteX49" fmla="*/ 95838 w 811815"/>
                <a:gd name="connsiteY49" fmla="*/ 297521 h 517898"/>
                <a:gd name="connsiteX50" fmla="*/ 78671 w 811815"/>
                <a:gd name="connsiteY50" fmla="*/ 281225 h 517898"/>
                <a:gd name="connsiteX51" fmla="*/ 69447 w 811815"/>
                <a:gd name="connsiteY51" fmla="*/ 281204 h 517898"/>
                <a:gd name="connsiteX52" fmla="*/ 39462 w 811815"/>
                <a:gd name="connsiteY52" fmla="*/ 299632 h 517898"/>
                <a:gd name="connsiteX53" fmla="*/ 22013 w 811815"/>
                <a:gd name="connsiteY53" fmla="*/ 270955 h 517898"/>
                <a:gd name="connsiteX54" fmla="*/ 17102 w 811815"/>
                <a:gd name="connsiteY54" fmla="*/ 261019 h 517898"/>
                <a:gd name="connsiteX55" fmla="*/ 26135 w 811815"/>
                <a:gd name="connsiteY55" fmla="*/ 254646 h 517898"/>
                <a:gd name="connsiteX56" fmla="*/ 47966 w 811815"/>
                <a:gd name="connsiteY56" fmla="*/ 241271 h 517898"/>
                <a:gd name="connsiteX57" fmla="*/ 50136 w 811815"/>
                <a:gd name="connsiteY57" fmla="*/ 235789 h 517898"/>
                <a:gd name="connsiteX58" fmla="*/ 41014 w 811815"/>
                <a:gd name="connsiteY58" fmla="*/ 184338 h 517898"/>
                <a:gd name="connsiteX59" fmla="*/ 20604 w 811815"/>
                <a:gd name="connsiteY59" fmla="*/ 181328 h 517898"/>
                <a:gd name="connsiteX60" fmla="*/ 0 w 811815"/>
                <a:gd name="connsiteY60" fmla="*/ 177868 h 517898"/>
                <a:gd name="connsiteX61" fmla="*/ 6892 w 811815"/>
                <a:gd name="connsiteY61" fmla="*/ 133314 h 517898"/>
                <a:gd name="connsiteX62" fmla="*/ 22736 w 811815"/>
                <a:gd name="connsiteY62" fmla="*/ 135466 h 517898"/>
                <a:gd name="connsiteX63" fmla="*/ 44634 w 811815"/>
                <a:gd name="connsiteY63" fmla="*/ 138981 h 517898"/>
                <a:gd name="connsiteX64" fmla="*/ 48673 w 811815"/>
                <a:gd name="connsiteY64" fmla="*/ 136155 h 517898"/>
                <a:gd name="connsiteX65" fmla="*/ 71852 w 811815"/>
                <a:gd name="connsiteY65" fmla="*/ 93979 h 517898"/>
                <a:gd name="connsiteX66" fmla="*/ 71900 w 811815"/>
                <a:gd name="connsiteY66" fmla="*/ 84829 h 517898"/>
                <a:gd name="connsiteX67" fmla="*/ 51258 w 811815"/>
                <a:gd name="connsiteY67" fmla="*/ 60367 h 517898"/>
                <a:gd name="connsiteX68" fmla="*/ 51285 w 811815"/>
                <a:gd name="connsiteY68" fmla="*/ 56070 h 517898"/>
                <a:gd name="connsiteX69" fmla="*/ 81232 w 811815"/>
                <a:gd name="connsiteY69" fmla="*/ 30640 h 517898"/>
                <a:gd name="connsiteX70" fmla="*/ 85748 w 811815"/>
                <a:gd name="connsiteY70" fmla="*/ 30983 h 517898"/>
                <a:gd name="connsiteX71" fmla="*/ 108147 w 811815"/>
                <a:gd name="connsiteY71" fmla="*/ 57163 h 517898"/>
                <a:gd name="connsiteX72" fmla="*/ 113601 w 811815"/>
                <a:gd name="connsiteY72" fmla="*/ 57522 h 517898"/>
                <a:gd name="connsiteX73" fmla="*/ 148354 w 811815"/>
                <a:gd name="connsiteY73" fmla="*/ 43280 h 517898"/>
                <a:gd name="connsiteX74" fmla="*/ 160724 w 811815"/>
                <a:gd name="connsiteY74" fmla="*/ 40340 h 517898"/>
                <a:gd name="connsiteX75" fmla="*/ 160724 w 811815"/>
                <a:gd name="connsiteY75" fmla="*/ 0 h 51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11815" h="517898">
                  <a:moveTo>
                    <a:pt x="745349" y="451432"/>
                  </a:moveTo>
                  <a:lnTo>
                    <a:pt x="811815" y="451432"/>
                  </a:lnTo>
                  <a:lnTo>
                    <a:pt x="811815" y="517898"/>
                  </a:lnTo>
                  <a:lnTo>
                    <a:pt x="745349" y="517898"/>
                  </a:lnTo>
                  <a:close/>
                  <a:moveTo>
                    <a:pt x="165139" y="158136"/>
                  </a:moveTo>
                  <a:lnTo>
                    <a:pt x="207956" y="158136"/>
                  </a:lnTo>
                  <a:lnTo>
                    <a:pt x="207956" y="201714"/>
                  </a:lnTo>
                  <a:lnTo>
                    <a:pt x="165139" y="201714"/>
                  </a:lnTo>
                  <a:close/>
                  <a:moveTo>
                    <a:pt x="166098" y="85555"/>
                  </a:moveTo>
                  <a:cubicBezTo>
                    <a:pt x="142442" y="90806"/>
                    <a:pt x="122924" y="102867"/>
                    <a:pt x="107714" y="121965"/>
                  </a:cubicBezTo>
                  <a:cubicBezTo>
                    <a:pt x="89055" y="145393"/>
                    <a:pt x="82495" y="172126"/>
                    <a:pt x="87520" y="201131"/>
                  </a:cubicBezTo>
                  <a:cubicBezTo>
                    <a:pt x="91844" y="226086"/>
                    <a:pt x="104559" y="246861"/>
                    <a:pt x="124736" y="262656"/>
                  </a:cubicBezTo>
                  <a:cubicBezTo>
                    <a:pt x="148264" y="281076"/>
                    <a:pt x="175194" y="287273"/>
                    <a:pt x="204147" y="282195"/>
                  </a:cubicBezTo>
                  <a:cubicBezTo>
                    <a:pt x="229469" y="277754"/>
                    <a:pt x="250275" y="264645"/>
                    <a:pt x="265861" y="243817"/>
                  </a:cubicBezTo>
                  <a:cubicBezTo>
                    <a:pt x="283881" y="219737"/>
                    <a:pt x="290294" y="192757"/>
                    <a:pt x="284216" y="163449"/>
                  </a:cubicBezTo>
                  <a:cubicBezTo>
                    <a:pt x="278714" y="136921"/>
                    <a:pt x="264257" y="115880"/>
                    <a:pt x="241614" y="100610"/>
                  </a:cubicBezTo>
                  <a:cubicBezTo>
                    <a:pt x="230916" y="93395"/>
                    <a:pt x="219373" y="88411"/>
                    <a:pt x="205956" y="85621"/>
                  </a:cubicBezTo>
                  <a:cubicBezTo>
                    <a:pt x="192675" y="82548"/>
                    <a:pt x="179293" y="82625"/>
                    <a:pt x="166098" y="85555"/>
                  </a:cubicBezTo>
                  <a:close/>
                  <a:moveTo>
                    <a:pt x="160724" y="0"/>
                  </a:moveTo>
                  <a:cubicBezTo>
                    <a:pt x="175956" y="0"/>
                    <a:pt x="190610" y="0"/>
                    <a:pt x="205871" y="0"/>
                  </a:cubicBezTo>
                  <a:cubicBezTo>
                    <a:pt x="205871" y="13176"/>
                    <a:pt x="205871" y="26330"/>
                    <a:pt x="205871" y="39517"/>
                  </a:cubicBezTo>
                  <a:cubicBezTo>
                    <a:pt x="223310" y="42065"/>
                    <a:pt x="239426" y="46933"/>
                    <a:pt x="254246" y="55425"/>
                  </a:cubicBezTo>
                  <a:cubicBezTo>
                    <a:pt x="258430" y="57822"/>
                    <a:pt x="261025" y="56866"/>
                    <a:pt x="263681" y="53510"/>
                  </a:cubicBezTo>
                  <a:cubicBezTo>
                    <a:pt x="270091" y="45411"/>
                    <a:pt x="276568" y="37366"/>
                    <a:pt x="283027" y="29306"/>
                  </a:cubicBezTo>
                  <a:cubicBezTo>
                    <a:pt x="283941" y="28165"/>
                    <a:pt x="284903" y="27062"/>
                    <a:pt x="285956" y="25806"/>
                  </a:cubicBezTo>
                  <a:cubicBezTo>
                    <a:pt x="297867" y="35610"/>
                    <a:pt x="309307" y="45028"/>
                    <a:pt x="321237" y="54848"/>
                  </a:cubicBezTo>
                  <a:cubicBezTo>
                    <a:pt x="312577" y="65476"/>
                    <a:pt x="303939" y="76076"/>
                    <a:pt x="295706" y="86179"/>
                  </a:cubicBezTo>
                  <a:cubicBezTo>
                    <a:pt x="302300" y="96404"/>
                    <a:pt x="308820" y="106144"/>
                    <a:pt x="314914" y="116144"/>
                  </a:cubicBezTo>
                  <a:cubicBezTo>
                    <a:pt x="317401" y="120227"/>
                    <a:pt x="319156" y="124799"/>
                    <a:pt x="320893" y="129285"/>
                  </a:cubicBezTo>
                  <a:cubicBezTo>
                    <a:pt x="322451" y="133309"/>
                    <a:pt x="324274" y="134900"/>
                    <a:pt x="329137" y="133764"/>
                  </a:cubicBezTo>
                  <a:cubicBezTo>
                    <a:pt x="340699" y="131061"/>
                    <a:pt x="352466" y="129237"/>
                    <a:pt x="364786" y="126939"/>
                  </a:cubicBezTo>
                  <a:cubicBezTo>
                    <a:pt x="367647" y="141876"/>
                    <a:pt x="370412" y="156312"/>
                    <a:pt x="373287" y="171324"/>
                  </a:cubicBezTo>
                  <a:cubicBezTo>
                    <a:pt x="364182" y="173107"/>
                    <a:pt x="355550" y="174794"/>
                    <a:pt x="346920" y="176490"/>
                  </a:cubicBezTo>
                  <a:cubicBezTo>
                    <a:pt x="343927" y="177078"/>
                    <a:pt x="340929" y="178224"/>
                    <a:pt x="337950" y="178171"/>
                  </a:cubicBezTo>
                  <a:cubicBezTo>
                    <a:pt x="332242" y="178069"/>
                    <a:pt x="331686" y="181012"/>
                    <a:pt x="331571" y="185808"/>
                  </a:cubicBezTo>
                  <a:cubicBezTo>
                    <a:pt x="331182" y="202155"/>
                    <a:pt x="328518" y="218173"/>
                    <a:pt x="322866" y="233785"/>
                  </a:cubicBezTo>
                  <a:cubicBezTo>
                    <a:pt x="335305" y="240730"/>
                    <a:pt x="347671" y="247633"/>
                    <a:pt x="360310" y="254688"/>
                  </a:cubicBezTo>
                  <a:cubicBezTo>
                    <a:pt x="352913" y="268015"/>
                    <a:pt x="345595" y="281198"/>
                    <a:pt x="338209" y="294503"/>
                  </a:cubicBezTo>
                  <a:cubicBezTo>
                    <a:pt x="325635" y="287478"/>
                    <a:pt x="313427" y="280658"/>
                    <a:pt x="300813" y="273611"/>
                  </a:cubicBezTo>
                  <a:cubicBezTo>
                    <a:pt x="289026" y="287856"/>
                    <a:pt x="275424" y="300187"/>
                    <a:pt x="259154" y="309665"/>
                  </a:cubicBezTo>
                  <a:cubicBezTo>
                    <a:pt x="264231" y="322790"/>
                    <a:pt x="269304" y="335906"/>
                    <a:pt x="274581" y="349549"/>
                  </a:cubicBezTo>
                  <a:cubicBezTo>
                    <a:pt x="260428" y="355037"/>
                    <a:pt x="246390" y="360479"/>
                    <a:pt x="232138" y="366005"/>
                  </a:cubicBezTo>
                  <a:cubicBezTo>
                    <a:pt x="227637" y="354219"/>
                    <a:pt x="223038" y="342594"/>
                    <a:pt x="218803" y="330839"/>
                  </a:cubicBezTo>
                  <a:cubicBezTo>
                    <a:pt x="217548" y="327355"/>
                    <a:pt x="215571" y="326510"/>
                    <a:pt x="212221" y="326712"/>
                  </a:cubicBezTo>
                  <a:cubicBezTo>
                    <a:pt x="199744" y="327466"/>
                    <a:pt x="187261" y="328213"/>
                    <a:pt x="174770" y="328621"/>
                  </a:cubicBezTo>
                  <a:cubicBezTo>
                    <a:pt x="170448" y="328762"/>
                    <a:pt x="166093" y="327908"/>
                    <a:pt x="161545" y="327489"/>
                  </a:cubicBezTo>
                  <a:cubicBezTo>
                    <a:pt x="156862" y="340898"/>
                    <a:pt x="152287" y="353996"/>
                    <a:pt x="147698" y="367137"/>
                  </a:cubicBezTo>
                  <a:cubicBezTo>
                    <a:pt x="133086" y="362221"/>
                    <a:pt x="119088" y="357512"/>
                    <a:pt x="104838" y="352718"/>
                  </a:cubicBezTo>
                  <a:cubicBezTo>
                    <a:pt x="109313" y="339381"/>
                    <a:pt x="113750" y="326155"/>
                    <a:pt x="118105" y="313174"/>
                  </a:cubicBezTo>
                  <a:cubicBezTo>
                    <a:pt x="110735" y="308049"/>
                    <a:pt x="102956" y="303199"/>
                    <a:pt x="95838" y="297521"/>
                  </a:cubicBezTo>
                  <a:cubicBezTo>
                    <a:pt x="89686" y="292614"/>
                    <a:pt x="83941" y="287075"/>
                    <a:pt x="78671" y="281225"/>
                  </a:cubicBezTo>
                  <a:cubicBezTo>
                    <a:pt x="75084" y="277242"/>
                    <a:pt x="72386" y="279430"/>
                    <a:pt x="69447" y="281204"/>
                  </a:cubicBezTo>
                  <a:cubicBezTo>
                    <a:pt x="59546" y="287183"/>
                    <a:pt x="49731" y="293305"/>
                    <a:pt x="39462" y="299632"/>
                  </a:cubicBezTo>
                  <a:cubicBezTo>
                    <a:pt x="33524" y="289891"/>
                    <a:pt x="27713" y="280456"/>
                    <a:pt x="22013" y="270955"/>
                  </a:cubicBezTo>
                  <a:cubicBezTo>
                    <a:pt x="20050" y="267683"/>
                    <a:pt x="16420" y="263761"/>
                    <a:pt x="17102" y="261019"/>
                  </a:cubicBezTo>
                  <a:cubicBezTo>
                    <a:pt x="17776" y="258310"/>
                    <a:pt x="22896" y="256653"/>
                    <a:pt x="26135" y="254646"/>
                  </a:cubicBezTo>
                  <a:cubicBezTo>
                    <a:pt x="33390" y="250152"/>
                    <a:pt x="40690" y="245732"/>
                    <a:pt x="47966" y="241271"/>
                  </a:cubicBezTo>
                  <a:cubicBezTo>
                    <a:pt x="50043" y="239997"/>
                    <a:pt x="51202" y="238809"/>
                    <a:pt x="50136" y="235789"/>
                  </a:cubicBezTo>
                  <a:cubicBezTo>
                    <a:pt x="44358" y="219423"/>
                    <a:pt x="40392" y="202667"/>
                    <a:pt x="41014" y="184338"/>
                  </a:cubicBezTo>
                  <a:cubicBezTo>
                    <a:pt x="34273" y="183337"/>
                    <a:pt x="27656" y="182355"/>
                    <a:pt x="20604" y="181328"/>
                  </a:cubicBezTo>
                  <a:cubicBezTo>
                    <a:pt x="13514" y="180156"/>
                    <a:pt x="6858" y="179029"/>
                    <a:pt x="0" y="177868"/>
                  </a:cubicBezTo>
                  <a:cubicBezTo>
                    <a:pt x="2266" y="163221"/>
                    <a:pt x="4545" y="148487"/>
                    <a:pt x="6892" y="133314"/>
                  </a:cubicBezTo>
                  <a:cubicBezTo>
                    <a:pt x="12335" y="134046"/>
                    <a:pt x="17551" y="134654"/>
                    <a:pt x="22736" y="135466"/>
                  </a:cubicBezTo>
                  <a:cubicBezTo>
                    <a:pt x="30041" y="136612"/>
                    <a:pt x="37302" y="138076"/>
                    <a:pt x="44634" y="138981"/>
                  </a:cubicBezTo>
                  <a:cubicBezTo>
                    <a:pt x="45888" y="139135"/>
                    <a:pt x="48199" y="137468"/>
                    <a:pt x="48673" y="136155"/>
                  </a:cubicBezTo>
                  <a:cubicBezTo>
                    <a:pt x="54191" y="120863"/>
                    <a:pt x="61373" y="106543"/>
                    <a:pt x="71852" y="93979"/>
                  </a:cubicBezTo>
                  <a:cubicBezTo>
                    <a:pt x="74230" y="91128"/>
                    <a:pt x="75452" y="88567"/>
                    <a:pt x="71900" y="84829"/>
                  </a:cubicBezTo>
                  <a:cubicBezTo>
                    <a:pt x="64560" y="77107"/>
                    <a:pt x="57955" y="68675"/>
                    <a:pt x="51258" y="60367"/>
                  </a:cubicBezTo>
                  <a:cubicBezTo>
                    <a:pt x="50531" y="59465"/>
                    <a:pt x="50539" y="56720"/>
                    <a:pt x="51285" y="56070"/>
                  </a:cubicBezTo>
                  <a:cubicBezTo>
                    <a:pt x="61161" y="47471"/>
                    <a:pt x="71251" y="39119"/>
                    <a:pt x="81232" y="30640"/>
                  </a:cubicBezTo>
                  <a:cubicBezTo>
                    <a:pt x="82997" y="29141"/>
                    <a:pt x="83871" y="28656"/>
                    <a:pt x="85748" y="30983"/>
                  </a:cubicBezTo>
                  <a:cubicBezTo>
                    <a:pt x="92958" y="39920"/>
                    <a:pt x="100459" y="48633"/>
                    <a:pt x="108147" y="57163"/>
                  </a:cubicBezTo>
                  <a:cubicBezTo>
                    <a:pt x="109053" y="58168"/>
                    <a:pt x="112264" y="58322"/>
                    <a:pt x="113601" y="57522"/>
                  </a:cubicBezTo>
                  <a:cubicBezTo>
                    <a:pt x="124488" y="51012"/>
                    <a:pt x="136192" y="46599"/>
                    <a:pt x="148354" y="43280"/>
                  </a:cubicBezTo>
                  <a:cubicBezTo>
                    <a:pt x="152232" y="42222"/>
                    <a:pt x="156176" y="41412"/>
                    <a:pt x="160724" y="40340"/>
                  </a:cubicBezTo>
                  <a:cubicBezTo>
                    <a:pt x="160724" y="27247"/>
                    <a:pt x="160724" y="13758"/>
                    <a:pt x="160724" y="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5" name="Group 94">
            <a:extLst>
              <a:ext uri="{FF2B5EF4-FFF2-40B4-BE49-F238E27FC236}">
                <a16:creationId xmlns:a16="http://schemas.microsoft.com/office/drawing/2014/main" id="{AAF8F3D1-2CCF-1620-9408-614D68874F9F}"/>
              </a:ext>
              <a:ext uri="{C183D7F6-B498-43B3-948B-1728B52AA6E4}">
                <adec:decorative xmlns:adec="http://schemas.microsoft.com/office/drawing/2017/decorative" val="1"/>
              </a:ext>
            </a:extLst>
          </p:cNvPr>
          <p:cNvGrpSpPr>
            <a:grpSpLocks noChangeAspect="1"/>
          </p:cNvGrpSpPr>
          <p:nvPr/>
        </p:nvGrpSpPr>
        <p:grpSpPr>
          <a:xfrm>
            <a:off x="3491728" y="5755986"/>
            <a:ext cx="521652" cy="457200"/>
            <a:chOff x="3914984" y="5755986"/>
            <a:chExt cx="521652" cy="457200"/>
          </a:xfrm>
          <a:solidFill>
            <a:srgbClr val="FF0000"/>
          </a:solidFill>
        </p:grpSpPr>
        <p:sp>
          <p:nvSpPr>
            <p:cNvPr id="123" name="Freeform: Shape 122">
              <a:extLst>
                <a:ext uri="{FF2B5EF4-FFF2-40B4-BE49-F238E27FC236}">
                  <a16:creationId xmlns:a16="http://schemas.microsoft.com/office/drawing/2014/main" id="{4DA2179F-25A2-D51A-A751-AE99F507FBA7}"/>
                </a:ext>
                <a:ext uri="{C183D7F6-B498-43B3-948B-1728B52AA6E4}">
                  <adec:decorative xmlns:adec="http://schemas.microsoft.com/office/drawing/2017/decorative" val="1"/>
                </a:ext>
              </a:extLst>
            </p:cNvPr>
            <p:cNvSpPr/>
            <p:nvPr/>
          </p:nvSpPr>
          <p:spPr>
            <a:xfrm>
              <a:off x="3914984" y="5755986"/>
              <a:ext cx="521652" cy="356825"/>
            </a:xfrm>
            <a:custGeom>
              <a:avLst/>
              <a:gdLst>
                <a:gd name="connsiteX0" fmla="*/ 0 w 865154"/>
                <a:gd name="connsiteY0" fmla="*/ 0 h 591790"/>
                <a:gd name="connsiteX1" fmla="*/ 125948 w 865154"/>
                <a:gd name="connsiteY1" fmla="*/ 0 h 591790"/>
                <a:gd name="connsiteX2" fmla="*/ 169397 w 865154"/>
                <a:gd name="connsiteY2" fmla="*/ 35199 h 591790"/>
                <a:gd name="connsiteX3" fmla="*/ 258300 w 865154"/>
                <a:gd name="connsiteY3" fmla="*/ 417035 h 591790"/>
                <a:gd name="connsiteX4" fmla="*/ 755155 w 865154"/>
                <a:gd name="connsiteY4" fmla="*/ 417035 h 591790"/>
                <a:gd name="connsiteX5" fmla="*/ 770336 w 865154"/>
                <a:gd name="connsiteY5" fmla="*/ 350753 h 591790"/>
                <a:gd name="connsiteX6" fmla="*/ 287664 w 865154"/>
                <a:gd name="connsiteY6" fmla="*/ 350753 h 591790"/>
                <a:gd name="connsiteX7" fmla="*/ 283264 w 865154"/>
                <a:gd name="connsiteY7" fmla="*/ 328753 h 591790"/>
                <a:gd name="connsiteX8" fmla="*/ 775374 w 865154"/>
                <a:gd name="connsiteY8" fmla="*/ 328753 h 591790"/>
                <a:gd name="connsiteX9" fmla="*/ 790616 w 865154"/>
                <a:gd name="connsiteY9" fmla="*/ 262203 h 591790"/>
                <a:gd name="connsiteX10" fmla="*/ 269514 w 865154"/>
                <a:gd name="connsiteY10" fmla="*/ 262203 h 591790"/>
                <a:gd name="connsiteX11" fmla="*/ 265114 w 865154"/>
                <a:gd name="connsiteY11" fmla="*/ 239654 h 591790"/>
                <a:gd name="connsiteX12" fmla="*/ 795780 w 865154"/>
                <a:gd name="connsiteY12" fmla="*/ 239654 h 591790"/>
                <a:gd name="connsiteX13" fmla="*/ 810705 w 865154"/>
                <a:gd name="connsiteY13" fmla="*/ 174489 h 591790"/>
                <a:gd name="connsiteX14" fmla="*/ 569808 w 865154"/>
                <a:gd name="connsiteY14" fmla="*/ 174489 h 591790"/>
                <a:gd name="connsiteX15" fmla="*/ 569808 w 865154"/>
                <a:gd name="connsiteY15" fmla="*/ 174489 h 591790"/>
                <a:gd name="connsiteX16" fmla="*/ 354266 w 865154"/>
                <a:gd name="connsiteY16" fmla="*/ 174489 h 591790"/>
                <a:gd name="connsiteX17" fmla="*/ 354266 w 865154"/>
                <a:gd name="connsiteY17" fmla="*/ 130490 h 591790"/>
                <a:gd name="connsiteX18" fmla="*/ 569808 w 865154"/>
                <a:gd name="connsiteY18" fmla="*/ 130490 h 591790"/>
                <a:gd name="connsiteX19" fmla="*/ 615512 w 865154"/>
                <a:gd name="connsiteY19" fmla="*/ 130490 h 591790"/>
                <a:gd name="connsiteX20" fmla="*/ 865154 w 865154"/>
                <a:gd name="connsiteY20" fmla="*/ 130490 h 591790"/>
                <a:gd name="connsiteX21" fmla="*/ 798055 w 865154"/>
                <a:gd name="connsiteY21" fmla="*/ 425835 h 591790"/>
                <a:gd name="connsiteX22" fmla="*/ 755155 w 865154"/>
                <a:gd name="connsiteY22" fmla="*/ 461035 h 591790"/>
                <a:gd name="connsiteX23" fmla="*/ 268545 w 865154"/>
                <a:gd name="connsiteY23" fmla="*/ 461035 h 591790"/>
                <a:gd name="connsiteX24" fmla="*/ 288745 w 865154"/>
                <a:gd name="connsiteY24" fmla="*/ 547791 h 591790"/>
                <a:gd name="connsiteX25" fmla="*/ 747438 w 865154"/>
                <a:gd name="connsiteY25" fmla="*/ 547791 h 591790"/>
                <a:gd name="connsiteX26" fmla="*/ 747438 w 865154"/>
                <a:gd name="connsiteY26" fmla="*/ 591790 h 591790"/>
                <a:gd name="connsiteX27" fmla="*/ 288745 w 865154"/>
                <a:gd name="connsiteY27" fmla="*/ 591790 h 591790"/>
                <a:gd name="connsiteX28" fmla="*/ 245296 w 865154"/>
                <a:gd name="connsiteY28" fmla="*/ 556591 h 591790"/>
                <a:gd name="connsiteX29" fmla="*/ 125948 w 865154"/>
                <a:gd name="connsiteY29" fmla="*/ 43999 h 591790"/>
                <a:gd name="connsiteX30" fmla="*/ 0 w 865154"/>
                <a:gd name="connsiteY30" fmla="*/ 43999 h 5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65154" h="591790">
                  <a:moveTo>
                    <a:pt x="0" y="0"/>
                  </a:moveTo>
                  <a:lnTo>
                    <a:pt x="125948" y="0"/>
                  </a:lnTo>
                  <a:cubicBezTo>
                    <a:pt x="146848" y="0"/>
                    <a:pt x="164997" y="14849"/>
                    <a:pt x="169397" y="35199"/>
                  </a:cubicBezTo>
                  <a:lnTo>
                    <a:pt x="258300" y="417035"/>
                  </a:lnTo>
                  <a:lnTo>
                    <a:pt x="755155" y="417035"/>
                  </a:lnTo>
                  <a:lnTo>
                    <a:pt x="770336" y="350753"/>
                  </a:lnTo>
                  <a:lnTo>
                    <a:pt x="287664" y="350753"/>
                  </a:lnTo>
                  <a:lnTo>
                    <a:pt x="283264" y="328753"/>
                  </a:lnTo>
                  <a:lnTo>
                    <a:pt x="775374" y="328753"/>
                  </a:lnTo>
                  <a:lnTo>
                    <a:pt x="790616" y="262203"/>
                  </a:lnTo>
                  <a:lnTo>
                    <a:pt x="269514" y="262203"/>
                  </a:lnTo>
                  <a:lnTo>
                    <a:pt x="265114" y="239654"/>
                  </a:lnTo>
                  <a:lnTo>
                    <a:pt x="795780" y="239654"/>
                  </a:lnTo>
                  <a:lnTo>
                    <a:pt x="810705" y="174489"/>
                  </a:lnTo>
                  <a:lnTo>
                    <a:pt x="569808" y="174489"/>
                  </a:lnTo>
                  <a:lnTo>
                    <a:pt x="569808" y="174489"/>
                  </a:lnTo>
                  <a:lnTo>
                    <a:pt x="354266" y="174489"/>
                  </a:lnTo>
                  <a:lnTo>
                    <a:pt x="354266" y="130490"/>
                  </a:lnTo>
                  <a:lnTo>
                    <a:pt x="569808" y="130490"/>
                  </a:lnTo>
                  <a:lnTo>
                    <a:pt x="615512" y="130490"/>
                  </a:lnTo>
                  <a:lnTo>
                    <a:pt x="865154" y="130490"/>
                  </a:lnTo>
                  <a:lnTo>
                    <a:pt x="798055" y="425835"/>
                  </a:lnTo>
                  <a:cubicBezTo>
                    <a:pt x="794205" y="446735"/>
                    <a:pt x="775505" y="461035"/>
                    <a:pt x="755155" y="461035"/>
                  </a:cubicBezTo>
                  <a:lnTo>
                    <a:pt x="268545" y="461035"/>
                  </a:lnTo>
                  <a:lnTo>
                    <a:pt x="288745" y="547791"/>
                  </a:lnTo>
                  <a:lnTo>
                    <a:pt x="747438" y="547791"/>
                  </a:lnTo>
                  <a:lnTo>
                    <a:pt x="747438" y="591790"/>
                  </a:lnTo>
                  <a:lnTo>
                    <a:pt x="288745" y="591790"/>
                  </a:lnTo>
                  <a:cubicBezTo>
                    <a:pt x="267846" y="591790"/>
                    <a:pt x="249696" y="576941"/>
                    <a:pt x="245296" y="556591"/>
                  </a:cubicBezTo>
                  <a:lnTo>
                    <a:pt x="125948" y="43999"/>
                  </a:lnTo>
                  <a:lnTo>
                    <a:pt x="0" y="43999"/>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4" name="Freeform: Shape 123">
              <a:extLst>
                <a:ext uri="{FF2B5EF4-FFF2-40B4-BE49-F238E27FC236}">
                  <a16:creationId xmlns:a16="http://schemas.microsoft.com/office/drawing/2014/main" id="{B5333428-837C-72DE-07B7-F69E15B97DB4}"/>
                </a:ext>
                <a:ext uri="{C183D7F6-B498-43B3-948B-1728B52AA6E4}">
                  <adec:decorative xmlns:adec="http://schemas.microsoft.com/office/drawing/2017/decorative" val="1"/>
                </a:ext>
              </a:extLst>
            </p:cNvPr>
            <p:cNvSpPr/>
            <p:nvPr/>
          </p:nvSpPr>
          <p:spPr>
            <a:xfrm rot="10800000">
              <a:off x="4060477" y="5827888"/>
              <a:ext cx="314146" cy="385298"/>
            </a:xfrm>
            <a:custGeom>
              <a:avLst/>
              <a:gdLst>
                <a:gd name="connsiteX0" fmla="*/ 442743 w 521007"/>
                <a:gd name="connsiteY0" fmla="*/ 99549 h 639012"/>
                <a:gd name="connsiteX1" fmla="*/ 470243 w 521007"/>
                <a:gd name="connsiteY1" fmla="*/ 72049 h 639012"/>
                <a:gd name="connsiteX2" fmla="*/ 442743 w 521007"/>
                <a:gd name="connsiteY2" fmla="*/ 44550 h 639012"/>
                <a:gd name="connsiteX3" fmla="*/ 415243 w 521007"/>
                <a:gd name="connsiteY3" fmla="*/ 72049 h 639012"/>
                <a:gd name="connsiteX4" fmla="*/ 442743 w 521007"/>
                <a:gd name="connsiteY4" fmla="*/ 99549 h 639012"/>
                <a:gd name="connsiteX5" fmla="*/ 72049 w 521007"/>
                <a:gd name="connsiteY5" fmla="*/ 99581 h 639012"/>
                <a:gd name="connsiteX6" fmla="*/ 99549 w 521007"/>
                <a:gd name="connsiteY6" fmla="*/ 72081 h 639012"/>
                <a:gd name="connsiteX7" fmla="*/ 72049 w 521007"/>
                <a:gd name="connsiteY7" fmla="*/ 44582 h 639012"/>
                <a:gd name="connsiteX8" fmla="*/ 44549 w 521007"/>
                <a:gd name="connsiteY8" fmla="*/ 72081 h 639012"/>
                <a:gd name="connsiteX9" fmla="*/ 72049 w 521007"/>
                <a:gd name="connsiteY9" fmla="*/ 99581 h 639012"/>
                <a:gd name="connsiteX10" fmla="*/ 442743 w 521007"/>
                <a:gd name="connsiteY10" fmla="*/ 144098 h 639012"/>
                <a:gd name="connsiteX11" fmla="*/ 370694 w 521007"/>
                <a:gd name="connsiteY11" fmla="*/ 72049 h 639012"/>
                <a:gd name="connsiteX12" fmla="*/ 442744 w 521007"/>
                <a:gd name="connsiteY12" fmla="*/ 0 h 639012"/>
                <a:gd name="connsiteX13" fmla="*/ 514792 w 521007"/>
                <a:gd name="connsiteY13" fmla="*/ 72049 h 639012"/>
                <a:gd name="connsiteX14" fmla="*/ 442743 w 521007"/>
                <a:gd name="connsiteY14" fmla="*/ 144098 h 639012"/>
                <a:gd name="connsiteX15" fmla="*/ 72049 w 521007"/>
                <a:gd name="connsiteY15" fmla="*/ 144130 h 639012"/>
                <a:gd name="connsiteX16" fmla="*/ 0 w 521007"/>
                <a:gd name="connsiteY16" fmla="*/ 72081 h 639012"/>
                <a:gd name="connsiteX17" fmla="*/ 72050 w 521007"/>
                <a:gd name="connsiteY17" fmla="*/ 32 h 639012"/>
                <a:gd name="connsiteX18" fmla="*/ 144098 w 521007"/>
                <a:gd name="connsiteY18" fmla="*/ 72081 h 639012"/>
                <a:gd name="connsiteX19" fmla="*/ 72049 w 521007"/>
                <a:gd name="connsiteY19" fmla="*/ 144130 h 639012"/>
                <a:gd name="connsiteX20" fmla="*/ 521007 w 521007"/>
                <a:gd name="connsiteY20" fmla="*/ 639012 h 639012"/>
                <a:gd name="connsiteX21" fmla="*/ 454457 w 521007"/>
                <a:gd name="connsiteY21" fmla="*/ 639012 h 639012"/>
                <a:gd name="connsiteX22" fmla="*/ 454457 w 521007"/>
                <a:gd name="connsiteY22" fmla="*/ 572462 h 639012"/>
                <a:gd name="connsiteX23" fmla="*/ 521007 w 521007"/>
                <a:gd name="connsiteY23" fmla="*/ 572462 h 63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1007" h="639012">
                  <a:moveTo>
                    <a:pt x="442743" y="99549"/>
                  </a:moveTo>
                  <a:cubicBezTo>
                    <a:pt x="458144" y="99549"/>
                    <a:pt x="470243" y="86899"/>
                    <a:pt x="470243" y="72049"/>
                  </a:cubicBezTo>
                  <a:cubicBezTo>
                    <a:pt x="470243" y="57200"/>
                    <a:pt x="457594" y="44550"/>
                    <a:pt x="442743" y="44550"/>
                  </a:cubicBezTo>
                  <a:cubicBezTo>
                    <a:pt x="427893" y="44550"/>
                    <a:pt x="415243" y="57200"/>
                    <a:pt x="415243" y="72049"/>
                  </a:cubicBezTo>
                  <a:cubicBezTo>
                    <a:pt x="415243" y="86899"/>
                    <a:pt x="427343" y="99549"/>
                    <a:pt x="442743" y="99549"/>
                  </a:cubicBezTo>
                  <a:close/>
                  <a:moveTo>
                    <a:pt x="72049" y="99581"/>
                  </a:moveTo>
                  <a:cubicBezTo>
                    <a:pt x="87449" y="99581"/>
                    <a:pt x="99549" y="86931"/>
                    <a:pt x="99549" y="72081"/>
                  </a:cubicBezTo>
                  <a:cubicBezTo>
                    <a:pt x="99549" y="57232"/>
                    <a:pt x="86899" y="44582"/>
                    <a:pt x="72049" y="44582"/>
                  </a:cubicBezTo>
                  <a:cubicBezTo>
                    <a:pt x="57199" y="44582"/>
                    <a:pt x="44549" y="57232"/>
                    <a:pt x="44549" y="72081"/>
                  </a:cubicBezTo>
                  <a:cubicBezTo>
                    <a:pt x="44549" y="86931"/>
                    <a:pt x="57199" y="99581"/>
                    <a:pt x="72049" y="99581"/>
                  </a:cubicBezTo>
                  <a:close/>
                  <a:moveTo>
                    <a:pt x="442743" y="144098"/>
                  </a:moveTo>
                  <a:cubicBezTo>
                    <a:pt x="403144" y="144098"/>
                    <a:pt x="370694" y="111648"/>
                    <a:pt x="370694" y="72049"/>
                  </a:cubicBezTo>
                  <a:cubicBezTo>
                    <a:pt x="370694" y="32450"/>
                    <a:pt x="403144" y="0"/>
                    <a:pt x="442744" y="0"/>
                  </a:cubicBezTo>
                  <a:cubicBezTo>
                    <a:pt x="482343" y="0"/>
                    <a:pt x="514792" y="32450"/>
                    <a:pt x="514792" y="72049"/>
                  </a:cubicBezTo>
                  <a:cubicBezTo>
                    <a:pt x="514792" y="111648"/>
                    <a:pt x="482343" y="144098"/>
                    <a:pt x="442743" y="144098"/>
                  </a:cubicBezTo>
                  <a:close/>
                  <a:moveTo>
                    <a:pt x="72049" y="144130"/>
                  </a:moveTo>
                  <a:cubicBezTo>
                    <a:pt x="32450" y="144130"/>
                    <a:pt x="0" y="111680"/>
                    <a:pt x="0" y="72081"/>
                  </a:cubicBezTo>
                  <a:cubicBezTo>
                    <a:pt x="550" y="32482"/>
                    <a:pt x="32450" y="32"/>
                    <a:pt x="72050" y="32"/>
                  </a:cubicBezTo>
                  <a:cubicBezTo>
                    <a:pt x="111649" y="32"/>
                    <a:pt x="144098" y="32482"/>
                    <a:pt x="144098" y="72081"/>
                  </a:cubicBezTo>
                  <a:cubicBezTo>
                    <a:pt x="144098" y="111680"/>
                    <a:pt x="111648" y="144130"/>
                    <a:pt x="72049" y="144130"/>
                  </a:cubicBezTo>
                  <a:close/>
                  <a:moveTo>
                    <a:pt x="521007" y="639012"/>
                  </a:moveTo>
                  <a:lnTo>
                    <a:pt x="454457" y="639012"/>
                  </a:lnTo>
                  <a:lnTo>
                    <a:pt x="454457" y="572462"/>
                  </a:lnTo>
                  <a:lnTo>
                    <a:pt x="521007" y="572462"/>
                  </a:lnTo>
                  <a:close/>
                </a:path>
              </a:pathLst>
            </a:custGeom>
            <a:solidFill>
              <a:schemeClr val="accent1"/>
            </a:solidFill>
            <a:ln w="12601" cap="flat">
              <a:noFill/>
              <a:prstDash val="solid"/>
              <a:miter/>
            </a:ln>
          </p:spPr>
          <p:txBody>
            <a:bodyPr wrap="square" rtlCol="0" anchor="ctr">
              <a:noAutofit/>
            </a:bodyPr>
            <a:lstStyle/>
            <a:p>
              <a:endParaRPr lang="en-US" dirty="0"/>
            </a:p>
          </p:txBody>
        </p:sp>
      </p:grpSp>
      <p:grpSp>
        <p:nvGrpSpPr>
          <p:cNvPr id="93" name="Group 92">
            <a:extLst>
              <a:ext uri="{FF2B5EF4-FFF2-40B4-BE49-F238E27FC236}">
                <a16:creationId xmlns:a16="http://schemas.microsoft.com/office/drawing/2014/main" id="{65E969C0-3E25-D585-6C13-D0234930748C}"/>
              </a:ext>
              <a:ext uri="{C183D7F6-B498-43B3-948B-1728B52AA6E4}">
                <adec:decorative xmlns:adec="http://schemas.microsoft.com/office/drawing/2017/decorative" val="1"/>
              </a:ext>
            </a:extLst>
          </p:cNvPr>
          <p:cNvGrpSpPr>
            <a:grpSpLocks noChangeAspect="1"/>
          </p:cNvGrpSpPr>
          <p:nvPr/>
        </p:nvGrpSpPr>
        <p:grpSpPr>
          <a:xfrm>
            <a:off x="4175958" y="5755986"/>
            <a:ext cx="451920" cy="457200"/>
            <a:chOff x="4566656" y="5755986"/>
            <a:chExt cx="451920" cy="457200"/>
          </a:xfrm>
          <a:solidFill>
            <a:srgbClr val="FF0000"/>
          </a:solidFill>
        </p:grpSpPr>
        <p:sp>
          <p:nvSpPr>
            <p:cNvPr id="125" name="Freeform: Shape 124">
              <a:extLst>
                <a:ext uri="{FF2B5EF4-FFF2-40B4-BE49-F238E27FC236}">
                  <a16:creationId xmlns:a16="http://schemas.microsoft.com/office/drawing/2014/main" id="{E1E7A0C5-4F46-DDD4-CA2B-B4D054BC8E6B}"/>
                </a:ext>
                <a:ext uri="{C183D7F6-B498-43B3-948B-1728B52AA6E4}">
                  <adec:decorative xmlns:adec="http://schemas.microsoft.com/office/drawing/2017/decorative" val="1"/>
                </a:ext>
              </a:extLst>
            </p:cNvPr>
            <p:cNvSpPr/>
            <p:nvPr/>
          </p:nvSpPr>
          <p:spPr>
            <a:xfrm>
              <a:off x="4566656" y="5760527"/>
              <a:ext cx="451920" cy="394488"/>
            </a:xfrm>
            <a:custGeom>
              <a:avLst/>
              <a:gdLst>
                <a:gd name="connsiteX0" fmla="*/ 0 w 1008823"/>
                <a:gd name="connsiteY0" fmla="*/ 421918 h 880617"/>
                <a:gd name="connsiteX1" fmla="*/ 4959 w 1008823"/>
                <a:gd name="connsiteY1" fmla="*/ 421918 h 880617"/>
                <a:gd name="connsiteX2" fmla="*/ 99234 w 1008823"/>
                <a:gd name="connsiteY2" fmla="*/ 422015 h 880617"/>
                <a:gd name="connsiteX3" fmla="*/ 140027 w 1008823"/>
                <a:gd name="connsiteY3" fmla="*/ 455581 h 880617"/>
                <a:gd name="connsiteX4" fmla="*/ 149622 w 1008823"/>
                <a:gd name="connsiteY4" fmla="*/ 496980 h 880617"/>
                <a:gd name="connsiteX5" fmla="*/ 167571 w 1008823"/>
                <a:gd name="connsiteY5" fmla="*/ 575183 h 880617"/>
                <a:gd name="connsiteX6" fmla="*/ 182925 w 1008823"/>
                <a:gd name="connsiteY6" fmla="*/ 640238 h 880617"/>
                <a:gd name="connsiteX7" fmla="*/ 202973 w 1008823"/>
                <a:gd name="connsiteY7" fmla="*/ 728260 h 880617"/>
                <a:gd name="connsiteX8" fmla="*/ 205319 w 1008823"/>
                <a:gd name="connsiteY8" fmla="*/ 736177 h 880617"/>
                <a:gd name="connsiteX9" fmla="*/ 209768 w 1008823"/>
                <a:gd name="connsiteY9" fmla="*/ 736177 h 880617"/>
                <a:gd name="connsiteX10" fmla="*/ 562319 w 1008823"/>
                <a:gd name="connsiteY10" fmla="*/ 736195 h 880617"/>
                <a:gd name="connsiteX11" fmla="*/ 568494 w 1008823"/>
                <a:gd name="connsiteY11" fmla="*/ 731744 h 880617"/>
                <a:gd name="connsiteX12" fmla="*/ 577198 w 1008823"/>
                <a:gd name="connsiteY12" fmla="*/ 694108 h 880617"/>
                <a:gd name="connsiteX13" fmla="*/ 224707 w 1008823"/>
                <a:gd name="connsiteY13" fmla="*/ 694108 h 880617"/>
                <a:gd name="connsiteX14" fmla="*/ 220405 w 1008823"/>
                <a:gd name="connsiteY14" fmla="*/ 670572 h 880617"/>
                <a:gd name="connsiteX15" fmla="*/ 582503 w 1008823"/>
                <a:gd name="connsiteY15" fmla="*/ 670572 h 880617"/>
                <a:gd name="connsiteX16" fmla="*/ 592485 w 1008823"/>
                <a:gd name="connsiteY16" fmla="*/ 627169 h 880617"/>
                <a:gd name="connsiteX17" fmla="*/ 442528 w 1008823"/>
                <a:gd name="connsiteY17" fmla="*/ 627169 h 880617"/>
                <a:gd name="connsiteX18" fmla="*/ 211192 w 1008823"/>
                <a:gd name="connsiteY18" fmla="*/ 627169 h 880617"/>
                <a:gd name="connsiteX19" fmla="*/ 206782 w 1008823"/>
                <a:gd name="connsiteY19" fmla="*/ 603599 h 880617"/>
                <a:gd name="connsiteX20" fmla="*/ 212879 w 1008823"/>
                <a:gd name="connsiteY20" fmla="*/ 603599 h 880617"/>
                <a:gd name="connsiteX21" fmla="*/ 591945 w 1008823"/>
                <a:gd name="connsiteY21" fmla="*/ 603668 h 880617"/>
                <a:gd name="connsiteX22" fmla="*/ 599210 w 1008823"/>
                <a:gd name="connsiteY22" fmla="*/ 598076 h 880617"/>
                <a:gd name="connsiteX23" fmla="*/ 606761 w 1008823"/>
                <a:gd name="connsiteY23" fmla="*/ 565543 h 880617"/>
                <a:gd name="connsiteX24" fmla="*/ 202265 w 1008823"/>
                <a:gd name="connsiteY24" fmla="*/ 565543 h 880617"/>
                <a:gd name="connsiteX25" fmla="*/ 190954 w 1008823"/>
                <a:gd name="connsiteY25" fmla="*/ 520517 h 880617"/>
                <a:gd name="connsiteX26" fmla="*/ 662780 w 1008823"/>
                <a:gd name="connsiteY26" fmla="*/ 520517 h 880617"/>
                <a:gd name="connsiteX27" fmla="*/ 657381 w 1008823"/>
                <a:gd name="connsiteY27" fmla="*/ 545196 h 880617"/>
                <a:gd name="connsiteX28" fmla="*/ 640873 w 1008823"/>
                <a:gd name="connsiteY28" fmla="*/ 618839 h 880617"/>
                <a:gd name="connsiteX29" fmla="*/ 629733 w 1008823"/>
                <a:gd name="connsiteY29" fmla="*/ 667243 h 880617"/>
                <a:gd name="connsiteX30" fmla="*/ 614248 w 1008823"/>
                <a:gd name="connsiteY30" fmla="*/ 735733 h 880617"/>
                <a:gd name="connsiteX31" fmla="*/ 604667 w 1008823"/>
                <a:gd name="connsiteY31" fmla="*/ 764501 h 880617"/>
                <a:gd name="connsiteX32" fmla="*/ 573492 w 1008823"/>
                <a:gd name="connsiteY32" fmla="*/ 781271 h 880617"/>
                <a:gd name="connsiteX33" fmla="*/ 221923 w 1008823"/>
                <a:gd name="connsiteY33" fmla="*/ 781352 h 880617"/>
                <a:gd name="connsiteX34" fmla="*/ 215642 w 1008823"/>
                <a:gd name="connsiteY34" fmla="*/ 781352 h 880617"/>
                <a:gd name="connsiteX35" fmla="*/ 227898 w 1008823"/>
                <a:gd name="connsiteY35" fmla="*/ 834315 h 880617"/>
                <a:gd name="connsiteX36" fmla="*/ 574771 w 1008823"/>
                <a:gd name="connsiteY36" fmla="*/ 834315 h 880617"/>
                <a:gd name="connsiteX37" fmla="*/ 574771 w 1008823"/>
                <a:gd name="connsiteY37" fmla="*/ 880540 h 880617"/>
                <a:gd name="connsiteX38" fmla="*/ 569147 w 1008823"/>
                <a:gd name="connsiteY38" fmla="*/ 880540 h 880617"/>
                <a:gd name="connsiteX39" fmla="*/ 229853 w 1008823"/>
                <a:gd name="connsiteY39" fmla="*/ 880617 h 880617"/>
                <a:gd name="connsiteX40" fmla="*/ 183146 w 1008823"/>
                <a:gd name="connsiteY40" fmla="*/ 843703 h 880617"/>
                <a:gd name="connsiteX41" fmla="*/ 165683 w 1008823"/>
                <a:gd name="connsiteY41" fmla="*/ 768845 h 880617"/>
                <a:gd name="connsiteX42" fmla="*/ 149013 w 1008823"/>
                <a:gd name="connsiteY42" fmla="*/ 697220 h 880617"/>
                <a:gd name="connsiteX43" fmla="*/ 128408 w 1008823"/>
                <a:gd name="connsiteY43" fmla="*/ 608862 h 880617"/>
                <a:gd name="connsiteX44" fmla="*/ 108706 w 1008823"/>
                <a:gd name="connsiteY44" fmla="*/ 524215 h 880617"/>
                <a:gd name="connsiteX45" fmla="*/ 95886 w 1008823"/>
                <a:gd name="connsiteY45" fmla="*/ 467219 h 880617"/>
                <a:gd name="connsiteX46" fmla="*/ 0 w 1008823"/>
                <a:gd name="connsiteY46" fmla="*/ 467219 h 880617"/>
                <a:gd name="connsiteX47" fmla="*/ 0 w 1008823"/>
                <a:gd name="connsiteY47" fmla="*/ 421918 h 880617"/>
                <a:gd name="connsiteX48" fmla="*/ 723038 w 1008823"/>
                <a:gd name="connsiteY48" fmla="*/ 187209 h 880617"/>
                <a:gd name="connsiteX49" fmla="*/ 745688 w 1008823"/>
                <a:gd name="connsiteY49" fmla="*/ 210019 h 880617"/>
                <a:gd name="connsiteX50" fmla="*/ 723038 w 1008823"/>
                <a:gd name="connsiteY50" fmla="*/ 232829 h 880617"/>
                <a:gd name="connsiteX51" fmla="*/ 700388 w 1008823"/>
                <a:gd name="connsiteY51" fmla="*/ 210019 h 880617"/>
                <a:gd name="connsiteX52" fmla="*/ 723038 w 1008823"/>
                <a:gd name="connsiteY52" fmla="*/ 187209 h 880617"/>
                <a:gd name="connsiteX53" fmla="*/ 708170 w 1008823"/>
                <a:gd name="connsiteY53" fmla="*/ 172878 h 880617"/>
                <a:gd name="connsiteX54" fmla="*/ 685598 w 1008823"/>
                <a:gd name="connsiteY54" fmla="*/ 224425 h 880617"/>
                <a:gd name="connsiteX55" fmla="*/ 736791 w 1008823"/>
                <a:gd name="connsiteY55" fmla="*/ 247838 h 880617"/>
                <a:gd name="connsiteX56" fmla="*/ 759740 w 1008823"/>
                <a:gd name="connsiteY56" fmla="*/ 194692 h 880617"/>
                <a:gd name="connsiteX57" fmla="*/ 708170 w 1008823"/>
                <a:gd name="connsiteY57" fmla="*/ 172878 h 880617"/>
                <a:gd name="connsiteX58" fmla="*/ 710418 w 1008823"/>
                <a:gd name="connsiteY58" fmla="*/ 146020 h 880617"/>
                <a:gd name="connsiteX59" fmla="*/ 764227 w 1008823"/>
                <a:gd name="connsiteY59" fmla="*/ 159079 h 880617"/>
                <a:gd name="connsiteX60" fmla="*/ 786723 w 1008823"/>
                <a:gd name="connsiteY60" fmla="*/ 195108 h 880617"/>
                <a:gd name="connsiteX61" fmla="*/ 776434 w 1008823"/>
                <a:gd name="connsiteY61" fmla="*/ 248059 h 880617"/>
                <a:gd name="connsiteX62" fmla="*/ 754060 w 1008823"/>
                <a:gd name="connsiteY62" fmla="*/ 267895 h 880617"/>
                <a:gd name="connsiteX63" fmla="*/ 714107 w 1008823"/>
                <a:gd name="connsiteY63" fmla="*/ 274946 h 880617"/>
                <a:gd name="connsiteX64" fmla="*/ 681213 w 1008823"/>
                <a:gd name="connsiteY64" fmla="*/ 260851 h 880617"/>
                <a:gd name="connsiteX65" fmla="*/ 658543 w 1008823"/>
                <a:gd name="connsiteY65" fmla="*/ 221979 h 880617"/>
                <a:gd name="connsiteX66" fmla="*/ 661568 w 1008823"/>
                <a:gd name="connsiteY66" fmla="*/ 186899 h 880617"/>
                <a:gd name="connsiteX67" fmla="*/ 710418 w 1008823"/>
                <a:gd name="connsiteY67" fmla="*/ 146020 h 880617"/>
                <a:gd name="connsiteX68" fmla="*/ 585272 w 1008823"/>
                <a:gd name="connsiteY68" fmla="*/ 116786 h 880617"/>
                <a:gd name="connsiteX69" fmla="*/ 586812 w 1008823"/>
                <a:gd name="connsiteY69" fmla="*/ 144308 h 880617"/>
                <a:gd name="connsiteX70" fmla="*/ 593769 w 1008823"/>
                <a:gd name="connsiteY70" fmla="*/ 180906 h 880617"/>
                <a:gd name="connsiteX71" fmla="*/ 599636 w 1008823"/>
                <a:gd name="connsiteY71" fmla="*/ 197097 h 880617"/>
                <a:gd name="connsiteX72" fmla="*/ 608160 w 1008823"/>
                <a:gd name="connsiteY72" fmla="*/ 214555 h 880617"/>
                <a:gd name="connsiteX73" fmla="*/ 615619 w 1008823"/>
                <a:gd name="connsiteY73" fmla="*/ 226251 h 880617"/>
                <a:gd name="connsiteX74" fmla="*/ 623523 w 1008823"/>
                <a:gd name="connsiteY74" fmla="*/ 236931 h 880617"/>
                <a:gd name="connsiteX75" fmla="*/ 629315 w 1008823"/>
                <a:gd name="connsiteY75" fmla="*/ 244257 h 880617"/>
                <a:gd name="connsiteX76" fmla="*/ 635366 w 1008823"/>
                <a:gd name="connsiteY76" fmla="*/ 250517 h 880617"/>
                <a:gd name="connsiteX77" fmla="*/ 645546 w 1008823"/>
                <a:gd name="connsiteY77" fmla="*/ 260350 h 880617"/>
                <a:gd name="connsiteX78" fmla="*/ 652624 w 1008823"/>
                <a:gd name="connsiteY78" fmla="*/ 266295 h 880617"/>
                <a:gd name="connsiteX79" fmla="*/ 670743 w 1008823"/>
                <a:gd name="connsiteY79" fmla="*/ 279043 h 880617"/>
                <a:gd name="connsiteX80" fmla="*/ 684304 w 1008823"/>
                <a:gd name="connsiteY80" fmla="*/ 286379 h 880617"/>
                <a:gd name="connsiteX81" fmla="*/ 686825 w 1008823"/>
                <a:gd name="connsiteY81" fmla="*/ 287693 h 880617"/>
                <a:gd name="connsiteX82" fmla="*/ 708486 w 1008823"/>
                <a:gd name="connsiteY82" fmla="*/ 296438 h 880617"/>
                <a:gd name="connsiteX83" fmla="*/ 723436 w 1008823"/>
                <a:gd name="connsiteY83" fmla="*/ 300370 h 880617"/>
                <a:gd name="connsiteX84" fmla="*/ 734202 w 1008823"/>
                <a:gd name="connsiteY84" fmla="*/ 301990 h 880617"/>
                <a:gd name="connsiteX85" fmla="*/ 755343 w 1008823"/>
                <a:gd name="connsiteY85" fmla="*/ 303736 h 880617"/>
                <a:gd name="connsiteX86" fmla="*/ 761093 w 1008823"/>
                <a:gd name="connsiteY86" fmla="*/ 303746 h 880617"/>
                <a:gd name="connsiteX87" fmla="*/ 766843 w 1008823"/>
                <a:gd name="connsiteY87" fmla="*/ 303736 h 880617"/>
                <a:gd name="connsiteX88" fmla="*/ 787984 w 1008823"/>
                <a:gd name="connsiteY88" fmla="*/ 301990 h 880617"/>
                <a:gd name="connsiteX89" fmla="*/ 798749 w 1008823"/>
                <a:gd name="connsiteY89" fmla="*/ 300370 h 880617"/>
                <a:gd name="connsiteX90" fmla="*/ 813699 w 1008823"/>
                <a:gd name="connsiteY90" fmla="*/ 296438 h 880617"/>
                <a:gd name="connsiteX91" fmla="*/ 835360 w 1008823"/>
                <a:gd name="connsiteY91" fmla="*/ 287693 h 880617"/>
                <a:gd name="connsiteX92" fmla="*/ 837882 w 1008823"/>
                <a:gd name="connsiteY92" fmla="*/ 286379 h 880617"/>
                <a:gd name="connsiteX93" fmla="*/ 851442 w 1008823"/>
                <a:gd name="connsiteY93" fmla="*/ 279043 h 880617"/>
                <a:gd name="connsiteX94" fmla="*/ 869562 w 1008823"/>
                <a:gd name="connsiteY94" fmla="*/ 266295 h 880617"/>
                <a:gd name="connsiteX95" fmla="*/ 876640 w 1008823"/>
                <a:gd name="connsiteY95" fmla="*/ 260350 h 880617"/>
                <a:gd name="connsiteX96" fmla="*/ 886820 w 1008823"/>
                <a:gd name="connsiteY96" fmla="*/ 250517 h 880617"/>
                <a:gd name="connsiteX97" fmla="*/ 892870 w 1008823"/>
                <a:gd name="connsiteY97" fmla="*/ 244257 h 880617"/>
                <a:gd name="connsiteX98" fmla="*/ 898663 w 1008823"/>
                <a:gd name="connsiteY98" fmla="*/ 236931 h 880617"/>
                <a:gd name="connsiteX99" fmla="*/ 906567 w 1008823"/>
                <a:gd name="connsiteY99" fmla="*/ 226251 h 880617"/>
                <a:gd name="connsiteX100" fmla="*/ 914025 w 1008823"/>
                <a:gd name="connsiteY100" fmla="*/ 214555 h 880617"/>
                <a:gd name="connsiteX101" fmla="*/ 922549 w 1008823"/>
                <a:gd name="connsiteY101" fmla="*/ 197097 h 880617"/>
                <a:gd name="connsiteX102" fmla="*/ 928417 w 1008823"/>
                <a:gd name="connsiteY102" fmla="*/ 180906 h 880617"/>
                <a:gd name="connsiteX103" fmla="*/ 935373 w 1008823"/>
                <a:gd name="connsiteY103" fmla="*/ 144308 h 880617"/>
                <a:gd name="connsiteX104" fmla="*/ 936913 w 1008823"/>
                <a:gd name="connsiteY104" fmla="*/ 116786 h 880617"/>
                <a:gd name="connsiteX105" fmla="*/ 583055 w 1008823"/>
                <a:gd name="connsiteY105" fmla="*/ 0 h 880617"/>
                <a:gd name="connsiteX106" fmla="*/ 951761 w 1008823"/>
                <a:gd name="connsiteY106" fmla="*/ 0 h 880617"/>
                <a:gd name="connsiteX107" fmla="*/ 1008823 w 1008823"/>
                <a:gd name="connsiteY107" fmla="*/ 0 h 880617"/>
                <a:gd name="connsiteX108" fmla="*/ 1008823 w 1008823"/>
                <a:gd name="connsiteY108" fmla="*/ 116321 h 880617"/>
                <a:gd name="connsiteX109" fmla="*/ 998479 w 1008823"/>
                <a:gd name="connsiteY109" fmla="*/ 116321 h 880617"/>
                <a:gd name="connsiteX110" fmla="*/ 982404 w 1008823"/>
                <a:gd name="connsiteY110" fmla="*/ 116476 h 880617"/>
                <a:gd name="connsiteX111" fmla="*/ 975964 w 1008823"/>
                <a:gd name="connsiteY111" fmla="*/ 180772 h 880617"/>
                <a:gd name="connsiteX112" fmla="*/ 973469 w 1008823"/>
                <a:gd name="connsiteY112" fmla="*/ 189458 h 880617"/>
                <a:gd name="connsiteX113" fmla="*/ 972872 w 1008823"/>
                <a:gd name="connsiteY113" fmla="*/ 192071 h 880617"/>
                <a:gd name="connsiteX114" fmla="*/ 972041 w 1008823"/>
                <a:gd name="connsiteY114" fmla="*/ 194425 h 880617"/>
                <a:gd name="connsiteX115" fmla="*/ 970192 w 1008823"/>
                <a:gd name="connsiteY115" fmla="*/ 200862 h 880617"/>
                <a:gd name="connsiteX116" fmla="*/ 966339 w 1008823"/>
                <a:gd name="connsiteY116" fmla="*/ 210592 h 880617"/>
                <a:gd name="connsiteX117" fmla="*/ 964753 w 1008823"/>
                <a:gd name="connsiteY117" fmla="*/ 215088 h 880617"/>
                <a:gd name="connsiteX118" fmla="*/ 963747 w 1008823"/>
                <a:gd name="connsiteY118" fmla="*/ 217136 h 880617"/>
                <a:gd name="connsiteX119" fmla="*/ 962510 w 1008823"/>
                <a:gd name="connsiteY119" fmla="*/ 220259 h 880617"/>
                <a:gd name="connsiteX120" fmla="*/ 956413 w 1008823"/>
                <a:gd name="connsiteY120" fmla="*/ 232072 h 880617"/>
                <a:gd name="connsiteX121" fmla="*/ 954016 w 1008823"/>
                <a:gd name="connsiteY121" fmla="*/ 236954 h 880617"/>
                <a:gd name="connsiteX122" fmla="*/ 953406 w 1008823"/>
                <a:gd name="connsiteY122" fmla="*/ 237898 h 880617"/>
                <a:gd name="connsiteX123" fmla="*/ 952863 w 1008823"/>
                <a:gd name="connsiteY123" fmla="*/ 238949 h 880617"/>
                <a:gd name="connsiteX124" fmla="*/ 941193 w 1008823"/>
                <a:gd name="connsiteY124" fmla="*/ 256919 h 880617"/>
                <a:gd name="connsiteX125" fmla="*/ 940789 w 1008823"/>
                <a:gd name="connsiteY125" fmla="*/ 257425 h 880617"/>
                <a:gd name="connsiteX126" fmla="*/ 940646 w 1008823"/>
                <a:gd name="connsiteY126" fmla="*/ 257647 h 880617"/>
                <a:gd name="connsiteX127" fmla="*/ 939476 w 1008823"/>
                <a:gd name="connsiteY127" fmla="*/ 259072 h 880617"/>
                <a:gd name="connsiteX128" fmla="*/ 927442 w 1008823"/>
                <a:gd name="connsiteY128" fmla="*/ 274155 h 880617"/>
                <a:gd name="connsiteX129" fmla="*/ 924958 w 1008823"/>
                <a:gd name="connsiteY129" fmla="*/ 276745 h 880617"/>
                <a:gd name="connsiteX130" fmla="*/ 924627 w 1008823"/>
                <a:gd name="connsiteY130" fmla="*/ 277148 h 880617"/>
                <a:gd name="connsiteX131" fmla="*/ 923714 w 1008823"/>
                <a:gd name="connsiteY131" fmla="*/ 278042 h 880617"/>
                <a:gd name="connsiteX132" fmla="*/ 912179 w 1008823"/>
                <a:gd name="connsiteY132" fmla="*/ 290065 h 880617"/>
                <a:gd name="connsiteX133" fmla="*/ 895959 w 1008823"/>
                <a:gd name="connsiteY133" fmla="*/ 304123 h 880617"/>
                <a:gd name="connsiteX134" fmla="*/ 888288 w 1008823"/>
                <a:gd name="connsiteY134" fmla="*/ 309571 h 880617"/>
                <a:gd name="connsiteX135" fmla="*/ 888182 w 1008823"/>
                <a:gd name="connsiteY135" fmla="*/ 309656 h 880617"/>
                <a:gd name="connsiteX136" fmla="*/ 888026 w 1008823"/>
                <a:gd name="connsiteY136" fmla="*/ 309757 h 880617"/>
                <a:gd name="connsiteX137" fmla="*/ 878791 w 1008823"/>
                <a:gd name="connsiteY137" fmla="*/ 316317 h 880617"/>
                <a:gd name="connsiteX138" fmla="*/ 871556 w 1008823"/>
                <a:gd name="connsiteY138" fmla="*/ 320441 h 880617"/>
                <a:gd name="connsiteX139" fmla="*/ 869608 w 1008823"/>
                <a:gd name="connsiteY139" fmla="*/ 321705 h 880617"/>
                <a:gd name="connsiteX140" fmla="*/ 867014 w 1008823"/>
                <a:gd name="connsiteY140" fmla="*/ 323031 h 880617"/>
                <a:gd name="connsiteX141" fmla="*/ 860687 w 1008823"/>
                <a:gd name="connsiteY141" fmla="*/ 326637 h 880617"/>
                <a:gd name="connsiteX142" fmla="*/ 855164 w 1008823"/>
                <a:gd name="connsiteY142" fmla="*/ 329086 h 880617"/>
                <a:gd name="connsiteX143" fmla="*/ 850256 w 1008823"/>
                <a:gd name="connsiteY143" fmla="*/ 331593 h 880617"/>
                <a:gd name="connsiteX144" fmla="*/ 844551 w 1008823"/>
                <a:gd name="connsiteY144" fmla="*/ 333790 h 880617"/>
                <a:gd name="connsiteX145" fmla="*/ 841656 w 1008823"/>
                <a:gd name="connsiteY145" fmla="*/ 335074 h 880617"/>
                <a:gd name="connsiteX146" fmla="*/ 838706 w 1008823"/>
                <a:gd name="connsiteY146" fmla="*/ 336041 h 880617"/>
                <a:gd name="connsiteX147" fmla="*/ 830163 w 1008823"/>
                <a:gd name="connsiteY147" fmla="*/ 339330 h 880617"/>
                <a:gd name="connsiteX148" fmla="*/ 821868 w 1008823"/>
                <a:gd name="connsiteY148" fmla="*/ 341562 h 880617"/>
                <a:gd name="connsiteX149" fmla="*/ 821708 w 1008823"/>
                <a:gd name="connsiteY149" fmla="*/ 341614 h 880617"/>
                <a:gd name="connsiteX150" fmla="*/ 821507 w 1008823"/>
                <a:gd name="connsiteY150" fmla="*/ 341659 h 880617"/>
                <a:gd name="connsiteX151" fmla="*/ 809364 w 1008823"/>
                <a:gd name="connsiteY151" fmla="*/ 344926 h 880617"/>
                <a:gd name="connsiteX152" fmla="*/ 787894 w 1008823"/>
                <a:gd name="connsiteY152" fmla="*/ 348390 h 880617"/>
                <a:gd name="connsiteX153" fmla="*/ 779758 w 1008823"/>
                <a:gd name="connsiteY153" fmla="*/ 348885 h 880617"/>
                <a:gd name="connsiteX154" fmla="*/ 779101 w 1008823"/>
                <a:gd name="connsiteY154" fmla="*/ 348967 h 880617"/>
                <a:gd name="connsiteX155" fmla="*/ 777539 w 1008823"/>
                <a:gd name="connsiteY155" fmla="*/ 349020 h 880617"/>
                <a:gd name="connsiteX156" fmla="*/ 765789 w 1008823"/>
                <a:gd name="connsiteY156" fmla="*/ 349734 h 880617"/>
                <a:gd name="connsiteX157" fmla="*/ 761093 w 1008823"/>
                <a:gd name="connsiteY157" fmla="*/ 349575 h 880617"/>
                <a:gd name="connsiteX158" fmla="*/ 756396 w 1008823"/>
                <a:gd name="connsiteY158" fmla="*/ 349734 h 880617"/>
                <a:gd name="connsiteX159" fmla="*/ 744646 w 1008823"/>
                <a:gd name="connsiteY159" fmla="*/ 349020 h 880617"/>
                <a:gd name="connsiteX160" fmla="*/ 743085 w 1008823"/>
                <a:gd name="connsiteY160" fmla="*/ 348967 h 880617"/>
                <a:gd name="connsiteX161" fmla="*/ 742427 w 1008823"/>
                <a:gd name="connsiteY161" fmla="*/ 348885 h 880617"/>
                <a:gd name="connsiteX162" fmla="*/ 734291 w 1008823"/>
                <a:gd name="connsiteY162" fmla="*/ 348390 h 880617"/>
                <a:gd name="connsiteX163" fmla="*/ 712822 w 1008823"/>
                <a:gd name="connsiteY163" fmla="*/ 344926 h 880617"/>
                <a:gd name="connsiteX164" fmla="*/ 700679 w 1008823"/>
                <a:gd name="connsiteY164" fmla="*/ 341659 h 880617"/>
                <a:gd name="connsiteX165" fmla="*/ 700478 w 1008823"/>
                <a:gd name="connsiteY165" fmla="*/ 341614 h 880617"/>
                <a:gd name="connsiteX166" fmla="*/ 700318 w 1008823"/>
                <a:gd name="connsiteY166" fmla="*/ 341562 h 880617"/>
                <a:gd name="connsiteX167" fmla="*/ 692022 w 1008823"/>
                <a:gd name="connsiteY167" fmla="*/ 339330 h 880617"/>
                <a:gd name="connsiteX168" fmla="*/ 683480 w 1008823"/>
                <a:gd name="connsiteY168" fmla="*/ 336041 h 880617"/>
                <a:gd name="connsiteX169" fmla="*/ 680530 w 1008823"/>
                <a:gd name="connsiteY169" fmla="*/ 335074 h 880617"/>
                <a:gd name="connsiteX170" fmla="*/ 677634 w 1008823"/>
                <a:gd name="connsiteY170" fmla="*/ 333790 h 880617"/>
                <a:gd name="connsiteX171" fmla="*/ 671929 w 1008823"/>
                <a:gd name="connsiteY171" fmla="*/ 331593 h 880617"/>
                <a:gd name="connsiteX172" fmla="*/ 667022 w 1008823"/>
                <a:gd name="connsiteY172" fmla="*/ 329086 h 880617"/>
                <a:gd name="connsiteX173" fmla="*/ 661498 w 1008823"/>
                <a:gd name="connsiteY173" fmla="*/ 326637 h 880617"/>
                <a:gd name="connsiteX174" fmla="*/ 655172 w 1008823"/>
                <a:gd name="connsiteY174" fmla="*/ 323031 h 880617"/>
                <a:gd name="connsiteX175" fmla="*/ 652578 w 1008823"/>
                <a:gd name="connsiteY175" fmla="*/ 321705 h 880617"/>
                <a:gd name="connsiteX176" fmla="*/ 650629 w 1008823"/>
                <a:gd name="connsiteY176" fmla="*/ 320441 h 880617"/>
                <a:gd name="connsiteX177" fmla="*/ 643394 w 1008823"/>
                <a:gd name="connsiteY177" fmla="*/ 316317 h 880617"/>
                <a:gd name="connsiteX178" fmla="*/ 634160 w 1008823"/>
                <a:gd name="connsiteY178" fmla="*/ 309757 h 880617"/>
                <a:gd name="connsiteX179" fmla="*/ 634004 w 1008823"/>
                <a:gd name="connsiteY179" fmla="*/ 309656 h 880617"/>
                <a:gd name="connsiteX180" fmla="*/ 633897 w 1008823"/>
                <a:gd name="connsiteY180" fmla="*/ 309571 h 880617"/>
                <a:gd name="connsiteX181" fmla="*/ 626227 w 1008823"/>
                <a:gd name="connsiteY181" fmla="*/ 304123 h 880617"/>
                <a:gd name="connsiteX182" fmla="*/ 610007 w 1008823"/>
                <a:gd name="connsiteY182" fmla="*/ 290065 h 880617"/>
                <a:gd name="connsiteX183" fmla="*/ 598472 w 1008823"/>
                <a:gd name="connsiteY183" fmla="*/ 278042 h 880617"/>
                <a:gd name="connsiteX184" fmla="*/ 597559 w 1008823"/>
                <a:gd name="connsiteY184" fmla="*/ 277148 h 880617"/>
                <a:gd name="connsiteX185" fmla="*/ 597227 w 1008823"/>
                <a:gd name="connsiteY185" fmla="*/ 276745 h 880617"/>
                <a:gd name="connsiteX186" fmla="*/ 594743 w 1008823"/>
                <a:gd name="connsiteY186" fmla="*/ 274155 h 880617"/>
                <a:gd name="connsiteX187" fmla="*/ 582710 w 1008823"/>
                <a:gd name="connsiteY187" fmla="*/ 259072 h 880617"/>
                <a:gd name="connsiteX188" fmla="*/ 581540 w 1008823"/>
                <a:gd name="connsiteY188" fmla="*/ 257647 h 880617"/>
                <a:gd name="connsiteX189" fmla="*/ 581396 w 1008823"/>
                <a:gd name="connsiteY189" fmla="*/ 257425 h 880617"/>
                <a:gd name="connsiteX190" fmla="*/ 580992 w 1008823"/>
                <a:gd name="connsiteY190" fmla="*/ 256919 h 880617"/>
                <a:gd name="connsiteX191" fmla="*/ 569322 w 1008823"/>
                <a:gd name="connsiteY191" fmla="*/ 238949 h 880617"/>
                <a:gd name="connsiteX192" fmla="*/ 568779 w 1008823"/>
                <a:gd name="connsiteY192" fmla="*/ 237898 h 880617"/>
                <a:gd name="connsiteX193" fmla="*/ 568170 w 1008823"/>
                <a:gd name="connsiteY193" fmla="*/ 236954 h 880617"/>
                <a:gd name="connsiteX194" fmla="*/ 565773 w 1008823"/>
                <a:gd name="connsiteY194" fmla="*/ 232072 h 880617"/>
                <a:gd name="connsiteX195" fmla="*/ 559675 w 1008823"/>
                <a:gd name="connsiteY195" fmla="*/ 220259 h 880617"/>
                <a:gd name="connsiteX196" fmla="*/ 558438 w 1008823"/>
                <a:gd name="connsiteY196" fmla="*/ 217136 h 880617"/>
                <a:gd name="connsiteX197" fmla="*/ 557433 w 1008823"/>
                <a:gd name="connsiteY197" fmla="*/ 215088 h 880617"/>
                <a:gd name="connsiteX198" fmla="*/ 555847 w 1008823"/>
                <a:gd name="connsiteY198" fmla="*/ 210592 h 880617"/>
                <a:gd name="connsiteX199" fmla="*/ 551994 w 1008823"/>
                <a:gd name="connsiteY199" fmla="*/ 200862 h 880617"/>
                <a:gd name="connsiteX200" fmla="*/ 550144 w 1008823"/>
                <a:gd name="connsiteY200" fmla="*/ 194425 h 880617"/>
                <a:gd name="connsiteX201" fmla="*/ 549314 w 1008823"/>
                <a:gd name="connsiteY201" fmla="*/ 192071 h 880617"/>
                <a:gd name="connsiteX202" fmla="*/ 548717 w 1008823"/>
                <a:gd name="connsiteY202" fmla="*/ 189458 h 880617"/>
                <a:gd name="connsiteX203" fmla="*/ 546221 w 1008823"/>
                <a:gd name="connsiteY203" fmla="*/ 180772 h 880617"/>
                <a:gd name="connsiteX204" fmla="*/ 539781 w 1008823"/>
                <a:gd name="connsiteY204" fmla="*/ 116476 h 880617"/>
                <a:gd name="connsiteX205" fmla="*/ 523706 w 1008823"/>
                <a:gd name="connsiteY205" fmla="*/ 116321 h 880617"/>
                <a:gd name="connsiteX206" fmla="*/ 513363 w 1008823"/>
                <a:gd name="connsiteY206" fmla="*/ 116321 h 880617"/>
                <a:gd name="connsiteX207" fmla="*/ 513363 w 1008823"/>
                <a:gd name="connsiteY207" fmla="*/ 69669 h 880617"/>
                <a:gd name="connsiteX208" fmla="*/ 558463 w 1008823"/>
                <a:gd name="connsiteY208" fmla="*/ 69669 h 880617"/>
                <a:gd name="connsiteX209" fmla="*/ 558463 w 1008823"/>
                <a:gd name="connsiteY209" fmla="*/ 70050 h 880617"/>
                <a:gd name="connsiteX210" fmla="*/ 963723 w 1008823"/>
                <a:gd name="connsiteY210" fmla="*/ 70050 h 880617"/>
                <a:gd name="connsiteX211" fmla="*/ 963723 w 1008823"/>
                <a:gd name="connsiteY211" fmla="*/ 44843 h 880617"/>
                <a:gd name="connsiteX212" fmla="*/ 951761 w 1008823"/>
                <a:gd name="connsiteY212" fmla="*/ 44843 h 880617"/>
                <a:gd name="connsiteX213" fmla="*/ 583055 w 1008823"/>
                <a:gd name="connsiteY213" fmla="*/ 44843 h 88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008823" h="880617">
                  <a:moveTo>
                    <a:pt x="0" y="421918"/>
                  </a:moveTo>
                  <a:cubicBezTo>
                    <a:pt x="1516" y="421918"/>
                    <a:pt x="3237" y="421918"/>
                    <a:pt x="4959" y="421918"/>
                  </a:cubicBezTo>
                  <a:cubicBezTo>
                    <a:pt x="36385" y="421918"/>
                    <a:pt x="67813" y="421636"/>
                    <a:pt x="99234" y="422015"/>
                  </a:cubicBezTo>
                  <a:cubicBezTo>
                    <a:pt x="120569" y="422273"/>
                    <a:pt x="135039" y="433989"/>
                    <a:pt x="140027" y="455581"/>
                  </a:cubicBezTo>
                  <a:cubicBezTo>
                    <a:pt x="143215" y="469383"/>
                    <a:pt x="146448" y="483174"/>
                    <a:pt x="149622" y="496980"/>
                  </a:cubicBezTo>
                  <a:cubicBezTo>
                    <a:pt x="155614" y="523045"/>
                    <a:pt x="161518" y="549132"/>
                    <a:pt x="167571" y="575183"/>
                  </a:cubicBezTo>
                  <a:cubicBezTo>
                    <a:pt x="172613" y="596886"/>
                    <a:pt x="177916" y="618528"/>
                    <a:pt x="182925" y="640238"/>
                  </a:cubicBezTo>
                  <a:cubicBezTo>
                    <a:pt x="189689" y="669560"/>
                    <a:pt x="196270" y="698924"/>
                    <a:pt x="202973" y="728260"/>
                  </a:cubicBezTo>
                  <a:cubicBezTo>
                    <a:pt x="203568" y="730864"/>
                    <a:pt x="204486" y="733395"/>
                    <a:pt x="205319" y="736177"/>
                  </a:cubicBezTo>
                  <a:cubicBezTo>
                    <a:pt x="206852" y="736177"/>
                    <a:pt x="208310" y="736177"/>
                    <a:pt x="209768" y="736177"/>
                  </a:cubicBezTo>
                  <a:cubicBezTo>
                    <a:pt x="327285" y="736177"/>
                    <a:pt x="444802" y="736174"/>
                    <a:pt x="562319" y="736195"/>
                  </a:cubicBezTo>
                  <a:cubicBezTo>
                    <a:pt x="565529" y="736196"/>
                    <a:pt x="567654" y="736459"/>
                    <a:pt x="568494" y="731744"/>
                  </a:cubicBezTo>
                  <a:cubicBezTo>
                    <a:pt x="570725" y="719240"/>
                    <a:pt x="574143" y="706948"/>
                    <a:pt x="577198" y="694108"/>
                  </a:cubicBezTo>
                  <a:cubicBezTo>
                    <a:pt x="459605" y="694108"/>
                    <a:pt x="342345" y="694108"/>
                    <a:pt x="224707" y="694108"/>
                  </a:cubicBezTo>
                  <a:cubicBezTo>
                    <a:pt x="223254" y="686157"/>
                    <a:pt x="221860" y="678533"/>
                    <a:pt x="220405" y="670572"/>
                  </a:cubicBezTo>
                  <a:cubicBezTo>
                    <a:pt x="341214" y="670572"/>
                    <a:pt x="461639" y="670572"/>
                    <a:pt x="582503" y="670572"/>
                  </a:cubicBezTo>
                  <a:cubicBezTo>
                    <a:pt x="585837" y="656075"/>
                    <a:pt x="589133" y="641744"/>
                    <a:pt x="592485" y="627169"/>
                  </a:cubicBezTo>
                  <a:cubicBezTo>
                    <a:pt x="542505" y="627169"/>
                    <a:pt x="492762" y="627169"/>
                    <a:pt x="442528" y="627169"/>
                  </a:cubicBezTo>
                  <a:cubicBezTo>
                    <a:pt x="365133" y="627169"/>
                    <a:pt x="288228" y="627169"/>
                    <a:pt x="211192" y="627169"/>
                  </a:cubicBezTo>
                  <a:cubicBezTo>
                    <a:pt x="209718" y="619291"/>
                    <a:pt x="208292" y="611669"/>
                    <a:pt x="206782" y="603599"/>
                  </a:cubicBezTo>
                  <a:cubicBezTo>
                    <a:pt x="209004" y="603599"/>
                    <a:pt x="210942" y="603599"/>
                    <a:pt x="212879" y="603599"/>
                  </a:cubicBezTo>
                  <a:cubicBezTo>
                    <a:pt x="339235" y="603599"/>
                    <a:pt x="465590" y="603583"/>
                    <a:pt x="591945" y="603668"/>
                  </a:cubicBezTo>
                  <a:cubicBezTo>
                    <a:pt x="596189" y="603671"/>
                    <a:pt x="598351" y="603305"/>
                    <a:pt x="599210" y="598076"/>
                  </a:cubicBezTo>
                  <a:cubicBezTo>
                    <a:pt x="600984" y="587281"/>
                    <a:pt x="604086" y="576705"/>
                    <a:pt x="606761" y="565543"/>
                  </a:cubicBezTo>
                  <a:cubicBezTo>
                    <a:pt x="471794" y="565543"/>
                    <a:pt x="337201" y="565543"/>
                    <a:pt x="202265" y="565543"/>
                  </a:cubicBezTo>
                  <a:cubicBezTo>
                    <a:pt x="198477" y="550464"/>
                    <a:pt x="194771" y="535711"/>
                    <a:pt x="190954" y="520517"/>
                  </a:cubicBezTo>
                  <a:cubicBezTo>
                    <a:pt x="348216" y="520517"/>
                    <a:pt x="505184" y="520517"/>
                    <a:pt x="662780" y="520517"/>
                  </a:cubicBezTo>
                  <a:cubicBezTo>
                    <a:pt x="660966" y="528819"/>
                    <a:pt x="659208" y="537015"/>
                    <a:pt x="657381" y="545196"/>
                  </a:cubicBezTo>
                  <a:cubicBezTo>
                    <a:pt x="651897" y="569748"/>
                    <a:pt x="646424" y="594302"/>
                    <a:pt x="640873" y="618839"/>
                  </a:cubicBezTo>
                  <a:cubicBezTo>
                    <a:pt x="637220" y="634987"/>
                    <a:pt x="633388" y="651095"/>
                    <a:pt x="629733" y="667243"/>
                  </a:cubicBezTo>
                  <a:cubicBezTo>
                    <a:pt x="624564" y="690072"/>
                    <a:pt x="619739" y="712982"/>
                    <a:pt x="614248" y="735733"/>
                  </a:cubicBezTo>
                  <a:cubicBezTo>
                    <a:pt x="611884" y="745529"/>
                    <a:pt x="611024" y="755865"/>
                    <a:pt x="604667" y="764501"/>
                  </a:cubicBezTo>
                  <a:cubicBezTo>
                    <a:pt x="596845" y="775126"/>
                    <a:pt x="586588" y="781256"/>
                    <a:pt x="573492" y="781271"/>
                  </a:cubicBezTo>
                  <a:cubicBezTo>
                    <a:pt x="456303" y="781410"/>
                    <a:pt x="339113" y="781352"/>
                    <a:pt x="221923" y="781352"/>
                  </a:cubicBezTo>
                  <a:cubicBezTo>
                    <a:pt x="219973" y="781352"/>
                    <a:pt x="218023" y="781352"/>
                    <a:pt x="215642" y="781352"/>
                  </a:cubicBezTo>
                  <a:cubicBezTo>
                    <a:pt x="219766" y="799172"/>
                    <a:pt x="223802" y="816614"/>
                    <a:pt x="227898" y="834315"/>
                  </a:cubicBezTo>
                  <a:cubicBezTo>
                    <a:pt x="343407" y="834315"/>
                    <a:pt x="458922" y="834315"/>
                    <a:pt x="574771" y="834315"/>
                  </a:cubicBezTo>
                  <a:cubicBezTo>
                    <a:pt x="574771" y="849701"/>
                    <a:pt x="574771" y="864820"/>
                    <a:pt x="574771" y="880540"/>
                  </a:cubicBezTo>
                  <a:cubicBezTo>
                    <a:pt x="572943" y="880540"/>
                    <a:pt x="571045" y="880540"/>
                    <a:pt x="569147" y="880540"/>
                  </a:cubicBezTo>
                  <a:cubicBezTo>
                    <a:pt x="456049" y="880540"/>
                    <a:pt x="342951" y="880440"/>
                    <a:pt x="229853" y="880617"/>
                  </a:cubicBezTo>
                  <a:cubicBezTo>
                    <a:pt x="204294" y="880657"/>
                    <a:pt x="188466" y="868971"/>
                    <a:pt x="183146" y="843703"/>
                  </a:cubicBezTo>
                  <a:cubicBezTo>
                    <a:pt x="177869" y="818636"/>
                    <a:pt x="171520" y="793795"/>
                    <a:pt x="165683" y="768845"/>
                  </a:cubicBezTo>
                  <a:cubicBezTo>
                    <a:pt x="160099" y="744977"/>
                    <a:pt x="154575" y="721094"/>
                    <a:pt x="149013" y="697220"/>
                  </a:cubicBezTo>
                  <a:cubicBezTo>
                    <a:pt x="142151" y="667766"/>
                    <a:pt x="135274" y="638315"/>
                    <a:pt x="128408" y="608862"/>
                  </a:cubicBezTo>
                  <a:cubicBezTo>
                    <a:pt x="121831" y="580649"/>
                    <a:pt x="115205" y="552447"/>
                    <a:pt x="108706" y="524215"/>
                  </a:cubicBezTo>
                  <a:cubicBezTo>
                    <a:pt x="104349" y="505291"/>
                    <a:pt x="100176" y="486324"/>
                    <a:pt x="95886" y="467219"/>
                  </a:cubicBezTo>
                  <a:cubicBezTo>
                    <a:pt x="63837" y="467219"/>
                    <a:pt x="32108" y="467219"/>
                    <a:pt x="0" y="467219"/>
                  </a:cubicBezTo>
                  <a:cubicBezTo>
                    <a:pt x="0" y="452196"/>
                    <a:pt x="0" y="437403"/>
                    <a:pt x="0" y="421918"/>
                  </a:cubicBezTo>
                  <a:close/>
                  <a:moveTo>
                    <a:pt x="723038" y="187209"/>
                  </a:moveTo>
                  <a:cubicBezTo>
                    <a:pt x="735547" y="187209"/>
                    <a:pt x="745688" y="197421"/>
                    <a:pt x="745688" y="210019"/>
                  </a:cubicBezTo>
                  <a:cubicBezTo>
                    <a:pt x="745688" y="222617"/>
                    <a:pt x="735547" y="232829"/>
                    <a:pt x="723038" y="232829"/>
                  </a:cubicBezTo>
                  <a:cubicBezTo>
                    <a:pt x="710529" y="232829"/>
                    <a:pt x="700388" y="222617"/>
                    <a:pt x="700388" y="210019"/>
                  </a:cubicBezTo>
                  <a:cubicBezTo>
                    <a:pt x="700388" y="197421"/>
                    <a:pt x="710529" y="187209"/>
                    <a:pt x="723038" y="187209"/>
                  </a:cubicBezTo>
                  <a:close/>
                  <a:moveTo>
                    <a:pt x="708170" y="172878"/>
                  </a:moveTo>
                  <a:cubicBezTo>
                    <a:pt x="687467" y="181143"/>
                    <a:pt x="677435" y="203794"/>
                    <a:pt x="685598" y="224425"/>
                  </a:cubicBezTo>
                  <a:cubicBezTo>
                    <a:pt x="693823" y="245215"/>
                    <a:pt x="717217" y="255608"/>
                    <a:pt x="736791" y="247838"/>
                  </a:cubicBezTo>
                  <a:cubicBezTo>
                    <a:pt x="758023" y="239411"/>
                    <a:pt x="768575" y="215437"/>
                    <a:pt x="759740" y="194692"/>
                  </a:cubicBezTo>
                  <a:cubicBezTo>
                    <a:pt x="750581" y="174294"/>
                    <a:pt x="728885" y="164607"/>
                    <a:pt x="708170" y="172878"/>
                  </a:cubicBezTo>
                  <a:close/>
                  <a:moveTo>
                    <a:pt x="710418" y="146020"/>
                  </a:moveTo>
                  <a:cubicBezTo>
                    <a:pt x="730215" y="142228"/>
                    <a:pt x="748480" y="146460"/>
                    <a:pt x="764227" y="159079"/>
                  </a:cubicBezTo>
                  <a:cubicBezTo>
                    <a:pt x="775782" y="168338"/>
                    <a:pt x="783739" y="180395"/>
                    <a:pt x="786723" y="195108"/>
                  </a:cubicBezTo>
                  <a:cubicBezTo>
                    <a:pt x="790546" y="213960"/>
                    <a:pt x="788115" y="231771"/>
                    <a:pt x="776434" y="248059"/>
                  </a:cubicBezTo>
                  <a:cubicBezTo>
                    <a:pt x="770516" y="256715"/>
                    <a:pt x="763041" y="263291"/>
                    <a:pt x="754060" y="267895"/>
                  </a:cubicBezTo>
                  <a:cubicBezTo>
                    <a:pt x="741536" y="274315"/>
                    <a:pt x="728319" y="276975"/>
                    <a:pt x="714107" y="274946"/>
                  </a:cubicBezTo>
                  <a:cubicBezTo>
                    <a:pt x="701761" y="273183"/>
                    <a:pt x="690742" y="268843"/>
                    <a:pt x="681213" y="260851"/>
                  </a:cubicBezTo>
                  <a:cubicBezTo>
                    <a:pt x="669019" y="250624"/>
                    <a:pt x="661176" y="237860"/>
                    <a:pt x="658543" y="221979"/>
                  </a:cubicBezTo>
                  <a:cubicBezTo>
                    <a:pt x="656555" y="209987"/>
                    <a:pt x="657017" y="198207"/>
                    <a:pt x="661568" y="186899"/>
                  </a:cubicBezTo>
                  <a:cubicBezTo>
                    <a:pt x="670529" y="164632"/>
                    <a:pt x="686684" y="150566"/>
                    <a:pt x="710418" y="146020"/>
                  </a:cubicBezTo>
                  <a:close/>
                  <a:moveTo>
                    <a:pt x="585272" y="116786"/>
                  </a:moveTo>
                  <a:cubicBezTo>
                    <a:pt x="585735" y="125977"/>
                    <a:pt x="585571" y="135239"/>
                    <a:pt x="586812" y="144308"/>
                  </a:cubicBezTo>
                  <a:cubicBezTo>
                    <a:pt x="588495" y="156606"/>
                    <a:pt x="590221" y="169067"/>
                    <a:pt x="593769" y="180906"/>
                  </a:cubicBezTo>
                  <a:lnTo>
                    <a:pt x="599636" y="197097"/>
                  </a:lnTo>
                  <a:lnTo>
                    <a:pt x="608160" y="214555"/>
                  </a:lnTo>
                  <a:lnTo>
                    <a:pt x="615619" y="226251"/>
                  </a:lnTo>
                  <a:lnTo>
                    <a:pt x="623523" y="236931"/>
                  </a:lnTo>
                  <a:lnTo>
                    <a:pt x="629315" y="244257"/>
                  </a:lnTo>
                  <a:lnTo>
                    <a:pt x="635366" y="250517"/>
                  </a:lnTo>
                  <a:lnTo>
                    <a:pt x="645546" y="260350"/>
                  </a:lnTo>
                  <a:lnTo>
                    <a:pt x="652624" y="266295"/>
                  </a:lnTo>
                  <a:lnTo>
                    <a:pt x="670743" y="279043"/>
                  </a:lnTo>
                  <a:lnTo>
                    <a:pt x="684304" y="286379"/>
                  </a:lnTo>
                  <a:lnTo>
                    <a:pt x="686825" y="287693"/>
                  </a:lnTo>
                  <a:lnTo>
                    <a:pt x="708486" y="296438"/>
                  </a:lnTo>
                  <a:lnTo>
                    <a:pt x="723436" y="300370"/>
                  </a:lnTo>
                  <a:lnTo>
                    <a:pt x="734202" y="301990"/>
                  </a:lnTo>
                  <a:cubicBezTo>
                    <a:pt x="741219" y="302620"/>
                    <a:pt x="748285" y="303320"/>
                    <a:pt x="755343" y="303736"/>
                  </a:cubicBezTo>
                  <a:lnTo>
                    <a:pt x="761093" y="303746"/>
                  </a:lnTo>
                  <a:lnTo>
                    <a:pt x="766843" y="303736"/>
                  </a:lnTo>
                  <a:cubicBezTo>
                    <a:pt x="773901" y="303320"/>
                    <a:pt x="780967" y="302620"/>
                    <a:pt x="787984" y="301990"/>
                  </a:cubicBezTo>
                  <a:lnTo>
                    <a:pt x="798749" y="300370"/>
                  </a:lnTo>
                  <a:lnTo>
                    <a:pt x="813699" y="296438"/>
                  </a:lnTo>
                  <a:lnTo>
                    <a:pt x="835360" y="287693"/>
                  </a:lnTo>
                  <a:lnTo>
                    <a:pt x="837882" y="286379"/>
                  </a:lnTo>
                  <a:lnTo>
                    <a:pt x="851442" y="279043"/>
                  </a:lnTo>
                  <a:lnTo>
                    <a:pt x="869562" y="266295"/>
                  </a:lnTo>
                  <a:lnTo>
                    <a:pt x="876640" y="260350"/>
                  </a:lnTo>
                  <a:lnTo>
                    <a:pt x="886820" y="250517"/>
                  </a:lnTo>
                  <a:lnTo>
                    <a:pt x="892870" y="244257"/>
                  </a:lnTo>
                  <a:lnTo>
                    <a:pt x="898663" y="236931"/>
                  </a:lnTo>
                  <a:lnTo>
                    <a:pt x="906567" y="226251"/>
                  </a:lnTo>
                  <a:lnTo>
                    <a:pt x="914025" y="214555"/>
                  </a:lnTo>
                  <a:lnTo>
                    <a:pt x="922549" y="197097"/>
                  </a:lnTo>
                  <a:lnTo>
                    <a:pt x="928417" y="180906"/>
                  </a:lnTo>
                  <a:cubicBezTo>
                    <a:pt x="931964" y="169067"/>
                    <a:pt x="933691" y="156606"/>
                    <a:pt x="935373" y="144308"/>
                  </a:cubicBezTo>
                  <a:cubicBezTo>
                    <a:pt x="936614" y="135239"/>
                    <a:pt x="936450" y="125977"/>
                    <a:pt x="936913" y="116786"/>
                  </a:cubicBezTo>
                  <a:close/>
                  <a:moveTo>
                    <a:pt x="583055" y="0"/>
                  </a:moveTo>
                  <a:lnTo>
                    <a:pt x="951761" y="0"/>
                  </a:lnTo>
                  <a:lnTo>
                    <a:pt x="1008823" y="0"/>
                  </a:lnTo>
                  <a:cubicBezTo>
                    <a:pt x="1008823" y="38479"/>
                    <a:pt x="1008823" y="77163"/>
                    <a:pt x="1008823" y="116321"/>
                  </a:cubicBezTo>
                  <a:lnTo>
                    <a:pt x="998479" y="116321"/>
                  </a:lnTo>
                  <a:lnTo>
                    <a:pt x="982404" y="116476"/>
                  </a:lnTo>
                  <a:cubicBezTo>
                    <a:pt x="982862" y="138888"/>
                    <a:pt x="980802" y="160340"/>
                    <a:pt x="975964" y="180772"/>
                  </a:cubicBezTo>
                  <a:lnTo>
                    <a:pt x="973469" y="189458"/>
                  </a:lnTo>
                  <a:lnTo>
                    <a:pt x="972872" y="192071"/>
                  </a:lnTo>
                  <a:lnTo>
                    <a:pt x="972041" y="194425"/>
                  </a:lnTo>
                  <a:lnTo>
                    <a:pt x="970192" y="200862"/>
                  </a:lnTo>
                  <a:lnTo>
                    <a:pt x="966339" y="210592"/>
                  </a:lnTo>
                  <a:lnTo>
                    <a:pt x="964753" y="215088"/>
                  </a:lnTo>
                  <a:lnTo>
                    <a:pt x="963747" y="217136"/>
                  </a:lnTo>
                  <a:lnTo>
                    <a:pt x="962510" y="220259"/>
                  </a:lnTo>
                  <a:lnTo>
                    <a:pt x="956413" y="232072"/>
                  </a:lnTo>
                  <a:lnTo>
                    <a:pt x="954016" y="236954"/>
                  </a:lnTo>
                  <a:lnTo>
                    <a:pt x="953406" y="237898"/>
                  </a:lnTo>
                  <a:lnTo>
                    <a:pt x="952863" y="238949"/>
                  </a:lnTo>
                  <a:cubicBezTo>
                    <a:pt x="949314" y="245060"/>
                    <a:pt x="945427" y="251051"/>
                    <a:pt x="941193" y="256919"/>
                  </a:cubicBezTo>
                  <a:lnTo>
                    <a:pt x="940789" y="257425"/>
                  </a:lnTo>
                  <a:lnTo>
                    <a:pt x="940646" y="257647"/>
                  </a:lnTo>
                  <a:lnTo>
                    <a:pt x="939476" y="259072"/>
                  </a:lnTo>
                  <a:lnTo>
                    <a:pt x="927442" y="274155"/>
                  </a:lnTo>
                  <a:lnTo>
                    <a:pt x="924958" y="276745"/>
                  </a:lnTo>
                  <a:lnTo>
                    <a:pt x="924627" y="277148"/>
                  </a:lnTo>
                  <a:lnTo>
                    <a:pt x="923714" y="278042"/>
                  </a:lnTo>
                  <a:lnTo>
                    <a:pt x="912179" y="290065"/>
                  </a:lnTo>
                  <a:cubicBezTo>
                    <a:pt x="906931" y="295060"/>
                    <a:pt x="901524" y="299747"/>
                    <a:pt x="895959" y="304123"/>
                  </a:cubicBezTo>
                  <a:lnTo>
                    <a:pt x="888288" y="309571"/>
                  </a:lnTo>
                  <a:lnTo>
                    <a:pt x="888182" y="309656"/>
                  </a:lnTo>
                  <a:lnTo>
                    <a:pt x="888026" y="309757"/>
                  </a:lnTo>
                  <a:lnTo>
                    <a:pt x="878791" y="316317"/>
                  </a:lnTo>
                  <a:lnTo>
                    <a:pt x="871556" y="320441"/>
                  </a:lnTo>
                  <a:lnTo>
                    <a:pt x="869608" y="321705"/>
                  </a:lnTo>
                  <a:lnTo>
                    <a:pt x="867014" y="323031"/>
                  </a:lnTo>
                  <a:lnTo>
                    <a:pt x="860687" y="326637"/>
                  </a:lnTo>
                  <a:lnTo>
                    <a:pt x="855164" y="329086"/>
                  </a:lnTo>
                  <a:lnTo>
                    <a:pt x="850256" y="331593"/>
                  </a:lnTo>
                  <a:lnTo>
                    <a:pt x="844551" y="333790"/>
                  </a:lnTo>
                  <a:lnTo>
                    <a:pt x="841656" y="335074"/>
                  </a:lnTo>
                  <a:lnTo>
                    <a:pt x="838706" y="336041"/>
                  </a:lnTo>
                  <a:lnTo>
                    <a:pt x="830163" y="339330"/>
                  </a:lnTo>
                  <a:lnTo>
                    <a:pt x="821868" y="341562"/>
                  </a:lnTo>
                  <a:lnTo>
                    <a:pt x="821708" y="341614"/>
                  </a:lnTo>
                  <a:lnTo>
                    <a:pt x="821507" y="341659"/>
                  </a:lnTo>
                  <a:lnTo>
                    <a:pt x="809364" y="344926"/>
                  </a:lnTo>
                  <a:cubicBezTo>
                    <a:pt x="802317" y="346435"/>
                    <a:pt x="795158" y="347589"/>
                    <a:pt x="787894" y="348390"/>
                  </a:cubicBezTo>
                  <a:lnTo>
                    <a:pt x="779758" y="348885"/>
                  </a:lnTo>
                  <a:lnTo>
                    <a:pt x="779101" y="348967"/>
                  </a:lnTo>
                  <a:lnTo>
                    <a:pt x="777539" y="349020"/>
                  </a:lnTo>
                  <a:lnTo>
                    <a:pt x="765789" y="349734"/>
                  </a:lnTo>
                  <a:lnTo>
                    <a:pt x="761093" y="349575"/>
                  </a:lnTo>
                  <a:lnTo>
                    <a:pt x="756396" y="349734"/>
                  </a:lnTo>
                  <a:lnTo>
                    <a:pt x="744646" y="349020"/>
                  </a:lnTo>
                  <a:lnTo>
                    <a:pt x="743085" y="348967"/>
                  </a:lnTo>
                  <a:lnTo>
                    <a:pt x="742427" y="348885"/>
                  </a:lnTo>
                  <a:lnTo>
                    <a:pt x="734291" y="348390"/>
                  </a:lnTo>
                  <a:cubicBezTo>
                    <a:pt x="727027" y="347589"/>
                    <a:pt x="719868" y="346435"/>
                    <a:pt x="712822" y="344926"/>
                  </a:cubicBezTo>
                  <a:lnTo>
                    <a:pt x="700679" y="341659"/>
                  </a:lnTo>
                  <a:lnTo>
                    <a:pt x="700478" y="341614"/>
                  </a:lnTo>
                  <a:lnTo>
                    <a:pt x="700318" y="341562"/>
                  </a:lnTo>
                  <a:lnTo>
                    <a:pt x="692022" y="339330"/>
                  </a:lnTo>
                  <a:lnTo>
                    <a:pt x="683480" y="336041"/>
                  </a:lnTo>
                  <a:lnTo>
                    <a:pt x="680530" y="335074"/>
                  </a:lnTo>
                  <a:lnTo>
                    <a:pt x="677634" y="333790"/>
                  </a:lnTo>
                  <a:lnTo>
                    <a:pt x="671929" y="331593"/>
                  </a:lnTo>
                  <a:lnTo>
                    <a:pt x="667022" y="329086"/>
                  </a:lnTo>
                  <a:lnTo>
                    <a:pt x="661498" y="326637"/>
                  </a:lnTo>
                  <a:lnTo>
                    <a:pt x="655172" y="323031"/>
                  </a:lnTo>
                  <a:lnTo>
                    <a:pt x="652578" y="321705"/>
                  </a:lnTo>
                  <a:lnTo>
                    <a:pt x="650629" y="320441"/>
                  </a:lnTo>
                  <a:lnTo>
                    <a:pt x="643394" y="316317"/>
                  </a:lnTo>
                  <a:lnTo>
                    <a:pt x="634160" y="309757"/>
                  </a:lnTo>
                  <a:lnTo>
                    <a:pt x="634004" y="309656"/>
                  </a:lnTo>
                  <a:lnTo>
                    <a:pt x="633897" y="309571"/>
                  </a:lnTo>
                  <a:lnTo>
                    <a:pt x="626227" y="304123"/>
                  </a:lnTo>
                  <a:cubicBezTo>
                    <a:pt x="620662" y="299747"/>
                    <a:pt x="615254" y="295060"/>
                    <a:pt x="610007" y="290065"/>
                  </a:cubicBezTo>
                  <a:lnTo>
                    <a:pt x="598472" y="278042"/>
                  </a:lnTo>
                  <a:lnTo>
                    <a:pt x="597559" y="277148"/>
                  </a:lnTo>
                  <a:lnTo>
                    <a:pt x="597227" y="276745"/>
                  </a:lnTo>
                  <a:lnTo>
                    <a:pt x="594743" y="274155"/>
                  </a:lnTo>
                  <a:lnTo>
                    <a:pt x="582710" y="259072"/>
                  </a:lnTo>
                  <a:lnTo>
                    <a:pt x="581540" y="257647"/>
                  </a:lnTo>
                  <a:lnTo>
                    <a:pt x="581396" y="257425"/>
                  </a:lnTo>
                  <a:lnTo>
                    <a:pt x="580992" y="256919"/>
                  </a:lnTo>
                  <a:cubicBezTo>
                    <a:pt x="576759" y="251051"/>
                    <a:pt x="572872" y="245060"/>
                    <a:pt x="569322" y="238949"/>
                  </a:cubicBezTo>
                  <a:lnTo>
                    <a:pt x="568779" y="237898"/>
                  </a:lnTo>
                  <a:lnTo>
                    <a:pt x="568170" y="236954"/>
                  </a:lnTo>
                  <a:lnTo>
                    <a:pt x="565773" y="232072"/>
                  </a:lnTo>
                  <a:lnTo>
                    <a:pt x="559675" y="220259"/>
                  </a:lnTo>
                  <a:lnTo>
                    <a:pt x="558438" y="217136"/>
                  </a:lnTo>
                  <a:lnTo>
                    <a:pt x="557433" y="215088"/>
                  </a:lnTo>
                  <a:lnTo>
                    <a:pt x="555847" y="210592"/>
                  </a:lnTo>
                  <a:lnTo>
                    <a:pt x="551994" y="200862"/>
                  </a:lnTo>
                  <a:lnTo>
                    <a:pt x="550144" y="194425"/>
                  </a:lnTo>
                  <a:lnTo>
                    <a:pt x="549314" y="192071"/>
                  </a:lnTo>
                  <a:lnTo>
                    <a:pt x="548717" y="189458"/>
                  </a:lnTo>
                  <a:lnTo>
                    <a:pt x="546221" y="180772"/>
                  </a:lnTo>
                  <a:cubicBezTo>
                    <a:pt x="541384" y="160340"/>
                    <a:pt x="539323" y="138888"/>
                    <a:pt x="539781" y="116476"/>
                  </a:cubicBezTo>
                  <a:lnTo>
                    <a:pt x="523706" y="116321"/>
                  </a:lnTo>
                  <a:lnTo>
                    <a:pt x="513363" y="116321"/>
                  </a:lnTo>
                  <a:lnTo>
                    <a:pt x="513363" y="69669"/>
                  </a:lnTo>
                  <a:lnTo>
                    <a:pt x="558463" y="69669"/>
                  </a:lnTo>
                  <a:lnTo>
                    <a:pt x="558463" y="70050"/>
                  </a:lnTo>
                  <a:lnTo>
                    <a:pt x="963723" y="70050"/>
                  </a:lnTo>
                  <a:cubicBezTo>
                    <a:pt x="963723" y="61785"/>
                    <a:pt x="963723" y="53542"/>
                    <a:pt x="963723" y="44843"/>
                  </a:cubicBezTo>
                  <a:lnTo>
                    <a:pt x="951761" y="44843"/>
                  </a:lnTo>
                  <a:lnTo>
                    <a:pt x="583055" y="44843"/>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26" name="Freeform: Shape 125">
              <a:extLst>
                <a:ext uri="{FF2B5EF4-FFF2-40B4-BE49-F238E27FC236}">
                  <a16:creationId xmlns:a16="http://schemas.microsoft.com/office/drawing/2014/main" id="{EA919E4D-690F-8A61-C501-4B4C196FF2E2}"/>
                </a:ext>
                <a:ext uri="{C183D7F6-B498-43B3-948B-1728B52AA6E4}">
                  <adec:decorative xmlns:adec="http://schemas.microsoft.com/office/drawing/2017/decorative" val="1"/>
                </a:ext>
              </a:extLst>
            </p:cNvPr>
            <p:cNvSpPr/>
            <p:nvPr/>
          </p:nvSpPr>
          <p:spPr>
            <a:xfrm>
              <a:off x="4649273" y="5755986"/>
              <a:ext cx="178566" cy="457200"/>
            </a:xfrm>
            <a:custGeom>
              <a:avLst/>
              <a:gdLst>
                <a:gd name="connsiteX0" fmla="*/ 332853 w 398613"/>
                <a:gd name="connsiteY0" fmla="*/ 947036 h 1020610"/>
                <a:gd name="connsiteX1" fmla="*/ 325421 w 398613"/>
                <a:gd name="connsiteY1" fmla="*/ 965478 h 1020610"/>
                <a:gd name="connsiteX2" fmla="*/ 342346 w 398613"/>
                <a:gd name="connsiteY2" fmla="*/ 974826 h 1020610"/>
                <a:gd name="connsiteX3" fmla="*/ 351407 w 398613"/>
                <a:gd name="connsiteY3" fmla="*/ 952558 h 1020610"/>
                <a:gd name="connsiteX4" fmla="*/ 332853 w 398613"/>
                <a:gd name="connsiteY4" fmla="*/ 947036 h 1020610"/>
                <a:gd name="connsiteX5" fmla="*/ 61495 w 398613"/>
                <a:gd name="connsiteY5" fmla="*/ 945676 h 1020610"/>
                <a:gd name="connsiteX6" fmla="*/ 45188 w 398613"/>
                <a:gd name="connsiteY6" fmla="*/ 958959 h 1020610"/>
                <a:gd name="connsiteX7" fmla="*/ 54990 w 398613"/>
                <a:gd name="connsiteY7" fmla="*/ 974180 h 1020610"/>
                <a:gd name="connsiteX8" fmla="*/ 74452 w 398613"/>
                <a:gd name="connsiteY8" fmla="*/ 963348 h 1020610"/>
                <a:gd name="connsiteX9" fmla="*/ 74456 w 398613"/>
                <a:gd name="connsiteY9" fmla="*/ 959915 h 1020610"/>
                <a:gd name="connsiteX10" fmla="*/ 61495 w 398613"/>
                <a:gd name="connsiteY10" fmla="*/ 945676 h 1020610"/>
                <a:gd name="connsiteX11" fmla="*/ 327133 w 398613"/>
                <a:gd name="connsiteY11" fmla="*/ 901476 h 1020610"/>
                <a:gd name="connsiteX12" fmla="*/ 382389 w 398613"/>
                <a:gd name="connsiteY12" fmla="*/ 918392 h 1020610"/>
                <a:gd name="connsiteX13" fmla="*/ 398505 w 398613"/>
                <a:gd name="connsiteY13" fmla="*/ 953949 h 1020610"/>
                <a:gd name="connsiteX14" fmla="*/ 398538 w 398613"/>
                <a:gd name="connsiteY14" fmla="*/ 968208 h 1020610"/>
                <a:gd name="connsiteX15" fmla="*/ 386175 w 398613"/>
                <a:gd name="connsiteY15" fmla="*/ 997848 h 1020610"/>
                <a:gd name="connsiteX16" fmla="*/ 347540 w 398613"/>
                <a:gd name="connsiteY16" fmla="*/ 1019998 h 1020610"/>
                <a:gd name="connsiteX17" fmla="*/ 302504 w 398613"/>
                <a:gd name="connsiteY17" fmla="*/ 1008265 h 1020610"/>
                <a:gd name="connsiteX18" fmla="*/ 278853 w 398613"/>
                <a:gd name="connsiteY18" fmla="*/ 958402 h 1020610"/>
                <a:gd name="connsiteX19" fmla="*/ 327133 w 398613"/>
                <a:gd name="connsiteY19" fmla="*/ 901476 h 1020610"/>
                <a:gd name="connsiteX20" fmla="*/ 51086 w 398613"/>
                <a:gd name="connsiteY20" fmla="*/ 900752 h 1020610"/>
                <a:gd name="connsiteX21" fmla="*/ 96353 w 398613"/>
                <a:gd name="connsiteY21" fmla="*/ 912027 h 1020610"/>
                <a:gd name="connsiteX22" fmla="*/ 119414 w 398613"/>
                <a:gd name="connsiteY22" fmla="*/ 949709 h 1020610"/>
                <a:gd name="connsiteX23" fmla="*/ 106057 w 398613"/>
                <a:gd name="connsiteY23" fmla="*/ 999100 h 1020610"/>
                <a:gd name="connsiteX24" fmla="*/ 52699 w 398613"/>
                <a:gd name="connsiteY24" fmla="*/ 1020075 h 1020610"/>
                <a:gd name="connsiteX25" fmla="*/ 726 w 398613"/>
                <a:gd name="connsiteY25" fmla="*/ 969151 h 1020610"/>
                <a:gd name="connsiteX26" fmla="*/ 12576 w 398613"/>
                <a:gd name="connsiteY26" fmla="*/ 923136 h 1020610"/>
                <a:gd name="connsiteX27" fmla="*/ 51086 w 398613"/>
                <a:gd name="connsiteY27" fmla="*/ 900752 h 1020610"/>
                <a:gd name="connsiteX28" fmla="*/ 318912 w 398613"/>
                <a:gd name="connsiteY28" fmla="*/ 0 h 1020610"/>
                <a:gd name="connsiteX29" fmla="*/ 385378 w 398613"/>
                <a:gd name="connsiteY29" fmla="*/ 0 h 1020610"/>
                <a:gd name="connsiteX30" fmla="*/ 385378 w 398613"/>
                <a:gd name="connsiteY30" fmla="*/ 53622 h 1020610"/>
                <a:gd name="connsiteX31" fmla="*/ 385378 w 398613"/>
                <a:gd name="connsiteY31" fmla="*/ 66537 h 1020610"/>
                <a:gd name="connsiteX32" fmla="*/ 318912 w 398613"/>
                <a:gd name="connsiteY32" fmla="*/ 66537 h 1020610"/>
                <a:gd name="connsiteX33" fmla="*/ 318912 w 398613"/>
                <a:gd name="connsiteY33" fmla="*/ 0 h 102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8613" h="1020610">
                  <a:moveTo>
                    <a:pt x="332853" y="947036"/>
                  </a:moveTo>
                  <a:cubicBezTo>
                    <a:pt x="326539" y="950278"/>
                    <a:pt x="321857" y="958088"/>
                    <a:pt x="325421" y="965478"/>
                  </a:cubicBezTo>
                  <a:cubicBezTo>
                    <a:pt x="328791" y="972464"/>
                    <a:pt x="332962" y="975208"/>
                    <a:pt x="342346" y="974826"/>
                  </a:cubicBezTo>
                  <a:cubicBezTo>
                    <a:pt x="352696" y="971062"/>
                    <a:pt x="356605" y="961456"/>
                    <a:pt x="351407" y="952558"/>
                  </a:cubicBezTo>
                  <a:cubicBezTo>
                    <a:pt x="347755" y="946306"/>
                    <a:pt x="339217" y="943768"/>
                    <a:pt x="332853" y="947036"/>
                  </a:cubicBezTo>
                  <a:close/>
                  <a:moveTo>
                    <a:pt x="61495" y="945676"/>
                  </a:moveTo>
                  <a:cubicBezTo>
                    <a:pt x="53720" y="944950"/>
                    <a:pt x="47049" y="950384"/>
                    <a:pt x="45188" y="958959"/>
                  </a:cubicBezTo>
                  <a:cubicBezTo>
                    <a:pt x="44132" y="963821"/>
                    <a:pt x="49676" y="972015"/>
                    <a:pt x="54990" y="974180"/>
                  </a:cubicBezTo>
                  <a:cubicBezTo>
                    <a:pt x="62351" y="977180"/>
                    <a:pt x="72120" y="972661"/>
                    <a:pt x="74452" y="963348"/>
                  </a:cubicBezTo>
                  <a:cubicBezTo>
                    <a:pt x="74454" y="962203"/>
                    <a:pt x="74461" y="961059"/>
                    <a:pt x="74456" y="959915"/>
                  </a:cubicBezTo>
                  <a:cubicBezTo>
                    <a:pt x="74420" y="952357"/>
                    <a:pt x="68972" y="946373"/>
                    <a:pt x="61495" y="945676"/>
                  </a:cubicBezTo>
                  <a:close/>
                  <a:moveTo>
                    <a:pt x="327133" y="901476"/>
                  </a:moveTo>
                  <a:cubicBezTo>
                    <a:pt x="348449" y="897568"/>
                    <a:pt x="367150" y="902953"/>
                    <a:pt x="382389" y="918392"/>
                  </a:cubicBezTo>
                  <a:cubicBezTo>
                    <a:pt x="391989" y="928119"/>
                    <a:pt x="397826" y="940000"/>
                    <a:pt x="398505" y="953949"/>
                  </a:cubicBezTo>
                  <a:cubicBezTo>
                    <a:pt x="398728" y="958545"/>
                    <a:pt x="398538" y="963161"/>
                    <a:pt x="398538" y="968208"/>
                  </a:cubicBezTo>
                  <a:cubicBezTo>
                    <a:pt x="397168" y="979547"/>
                    <a:pt x="392943" y="989202"/>
                    <a:pt x="386175" y="997848"/>
                  </a:cubicBezTo>
                  <a:cubicBezTo>
                    <a:pt x="376276" y="1010493"/>
                    <a:pt x="363074" y="1017932"/>
                    <a:pt x="347540" y="1019998"/>
                  </a:cubicBezTo>
                  <a:cubicBezTo>
                    <a:pt x="331284" y="1022160"/>
                    <a:pt x="315856" y="1018674"/>
                    <a:pt x="302504" y="1008265"/>
                  </a:cubicBezTo>
                  <a:cubicBezTo>
                    <a:pt x="286239" y="995585"/>
                    <a:pt x="278358" y="978713"/>
                    <a:pt x="278853" y="958402"/>
                  </a:cubicBezTo>
                  <a:cubicBezTo>
                    <a:pt x="279536" y="930367"/>
                    <a:pt x="299210" y="906595"/>
                    <a:pt x="327133" y="901476"/>
                  </a:cubicBezTo>
                  <a:close/>
                  <a:moveTo>
                    <a:pt x="51086" y="900752"/>
                  </a:moveTo>
                  <a:cubicBezTo>
                    <a:pt x="67330" y="898649"/>
                    <a:pt x="82809" y="901777"/>
                    <a:pt x="96353" y="912027"/>
                  </a:cubicBezTo>
                  <a:cubicBezTo>
                    <a:pt x="109028" y="921620"/>
                    <a:pt x="116854" y="934322"/>
                    <a:pt x="119414" y="949709"/>
                  </a:cubicBezTo>
                  <a:cubicBezTo>
                    <a:pt x="122448" y="967937"/>
                    <a:pt x="118289" y="984646"/>
                    <a:pt x="106057" y="999100"/>
                  </a:cubicBezTo>
                  <a:cubicBezTo>
                    <a:pt x="91970" y="1015748"/>
                    <a:pt x="73714" y="1022572"/>
                    <a:pt x="52699" y="1020075"/>
                  </a:cubicBezTo>
                  <a:cubicBezTo>
                    <a:pt x="24973" y="1016780"/>
                    <a:pt x="4725" y="996319"/>
                    <a:pt x="726" y="969151"/>
                  </a:cubicBezTo>
                  <a:cubicBezTo>
                    <a:pt x="-1776" y="952147"/>
                    <a:pt x="2189" y="937058"/>
                    <a:pt x="12576" y="923136"/>
                  </a:cubicBezTo>
                  <a:cubicBezTo>
                    <a:pt x="22672" y="910575"/>
                    <a:pt x="35584" y="902758"/>
                    <a:pt x="51086" y="900752"/>
                  </a:cubicBezTo>
                  <a:close/>
                  <a:moveTo>
                    <a:pt x="318912" y="0"/>
                  </a:moveTo>
                  <a:cubicBezTo>
                    <a:pt x="340788" y="0"/>
                    <a:pt x="362748" y="0"/>
                    <a:pt x="385378" y="0"/>
                  </a:cubicBezTo>
                  <a:cubicBezTo>
                    <a:pt x="385378" y="17619"/>
                    <a:pt x="385378" y="35376"/>
                    <a:pt x="385378" y="53622"/>
                  </a:cubicBezTo>
                  <a:cubicBezTo>
                    <a:pt x="385378" y="58014"/>
                    <a:pt x="385378" y="61917"/>
                    <a:pt x="385378" y="66537"/>
                  </a:cubicBezTo>
                  <a:cubicBezTo>
                    <a:pt x="363094" y="66537"/>
                    <a:pt x="341126" y="66537"/>
                    <a:pt x="318912" y="66537"/>
                  </a:cubicBezTo>
                  <a:cubicBezTo>
                    <a:pt x="318912" y="44107"/>
                    <a:pt x="318912" y="22244"/>
                    <a:pt x="318912" y="0"/>
                  </a:cubicBez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85" name="Group 84">
            <a:extLst>
              <a:ext uri="{FF2B5EF4-FFF2-40B4-BE49-F238E27FC236}">
                <a16:creationId xmlns:a16="http://schemas.microsoft.com/office/drawing/2014/main" id="{B1AE886C-2362-21A7-0332-ABCAEFADD0C9}"/>
              </a:ext>
              <a:ext uri="{C183D7F6-B498-43B3-948B-1728B52AA6E4}">
                <adec:decorative xmlns:adec="http://schemas.microsoft.com/office/drawing/2017/decorative" val="1"/>
              </a:ext>
            </a:extLst>
          </p:cNvPr>
          <p:cNvGrpSpPr>
            <a:grpSpLocks noChangeAspect="1"/>
          </p:cNvGrpSpPr>
          <p:nvPr/>
        </p:nvGrpSpPr>
        <p:grpSpPr>
          <a:xfrm>
            <a:off x="4790456" y="5755986"/>
            <a:ext cx="452283" cy="457200"/>
            <a:chOff x="5148596" y="5755986"/>
            <a:chExt cx="452283" cy="457200"/>
          </a:xfrm>
          <a:solidFill>
            <a:srgbClr val="FF0000"/>
          </a:solidFill>
        </p:grpSpPr>
        <p:sp>
          <p:nvSpPr>
            <p:cNvPr id="2900" name="Freeform: Shape 2899">
              <a:extLst>
                <a:ext uri="{FF2B5EF4-FFF2-40B4-BE49-F238E27FC236}">
                  <a16:creationId xmlns:a16="http://schemas.microsoft.com/office/drawing/2014/main" id="{C0E50527-4698-B419-6F8E-1BE6C6F5F85F}"/>
                </a:ext>
                <a:ext uri="{C183D7F6-B498-43B3-948B-1728B52AA6E4}">
                  <adec:decorative xmlns:adec="http://schemas.microsoft.com/office/drawing/2017/decorative" val="1"/>
                </a:ext>
              </a:extLst>
            </p:cNvPr>
            <p:cNvSpPr/>
            <p:nvPr/>
          </p:nvSpPr>
          <p:spPr>
            <a:xfrm>
              <a:off x="5148596" y="5760550"/>
              <a:ext cx="452283" cy="452636"/>
            </a:xfrm>
            <a:custGeom>
              <a:avLst/>
              <a:gdLst>
                <a:gd name="connsiteX0" fmla="*/ 45213 w 1016979"/>
                <a:gd name="connsiteY0" fmla="*/ 749166 h 1017774"/>
                <a:gd name="connsiteX1" fmla="*/ 45213 w 1016979"/>
                <a:gd name="connsiteY1" fmla="*/ 949216 h 1017774"/>
                <a:gd name="connsiteX2" fmla="*/ 148905 w 1016979"/>
                <a:gd name="connsiteY2" fmla="*/ 949374 h 1017774"/>
                <a:gd name="connsiteX3" fmla="*/ 183396 w 1016979"/>
                <a:gd name="connsiteY3" fmla="*/ 949268 h 1017774"/>
                <a:gd name="connsiteX4" fmla="*/ 276102 w 1016979"/>
                <a:gd name="connsiteY4" fmla="*/ 949861 h 1017774"/>
                <a:gd name="connsiteX5" fmla="*/ 288164 w 1016979"/>
                <a:gd name="connsiteY5" fmla="*/ 949445 h 1017774"/>
                <a:gd name="connsiteX6" fmla="*/ 311057 w 1016979"/>
                <a:gd name="connsiteY6" fmla="*/ 949267 h 1017774"/>
                <a:gd name="connsiteX7" fmla="*/ 429384 w 1016979"/>
                <a:gd name="connsiteY7" fmla="*/ 949895 h 1017774"/>
                <a:gd name="connsiteX8" fmla="*/ 459195 w 1016979"/>
                <a:gd name="connsiteY8" fmla="*/ 950207 h 1017774"/>
                <a:gd name="connsiteX9" fmla="*/ 463283 w 1016979"/>
                <a:gd name="connsiteY9" fmla="*/ 949268 h 1017774"/>
                <a:gd name="connsiteX10" fmla="*/ 556460 w 1016979"/>
                <a:gd name="connsiteY10" fmla="*/ 949373 h 1017774"/>
                <a:gd name="connsiteX11" fmla="*/ 582168 w 1016979"/>
                <a:gd name="connsiteY11" fmla="*/ 949419 h 1017774"/>
                <a:gd name="connsiteX12" fmla="*/ 590944 w 1016979"/>
                <a:gd name="connsiteY12" fmla="*/ 949267 h 1017774"/>
                <a:gd name="connsiteX13" fmla="*/ 704283 w 1016979"/>
                <a:gd name="connsiteY13" fmla="*/ 949858 h 1017774"/>
                <a:gd name="connsiteX14" fmla="*/ 716344 w 1016979"/>
                <a:gd name="connsiteY14" fmla="*/ 949445 h 1017774"/>
                <a:gd name="connsiteX15" fmla="*/ 739242 w 1016979"/>
                <a:gd name="connsiteY15" fmla="*/ 949268 h 1017774"/>
                <a:gd name="connsiteX16" fmla="*/ 832419 w 1016979"/>
                <a:gd name="connsiteY16" fmla="*/ 949373 h 1017774"/>
                <a:gd name="connsiteX17" fmla="*/ 865971 w 1016979"/>
                <a:gd name="connsiteY17" fmla="*/ 949275 h 1017774"/>
                <a:gd name="connsiteX18" fmla="*/ 972640 w 1016979"/>
                <a:gd name="connsiteY18" fmla="*/ 949275 h 1017774"/>
                <a:gd name="connsiteX19" fmla="*/ 972640 w 1016979"/>
                <a:gd name="connsiteY19" fmla="*/ 749166 h 1017774"/>
                <a:gd name="connsiteX20" fmla="*/ 45213 w 1016979"/>
                <a:gd name="connsiteY20" fmla="*/ 749166 h 1017774"/>
                <a:gd name="connsiteX21" fmla="*/ 972907 w 1016979"/>
                <a:gd name="connsiteY21" fmla="*/ 487967 h 1017774"/>
                <a:gd name="connsiteX22" fmla="*/ 1016979 w 1016979"/>
                <a:gd name="connsiteY22" fmla="*/ 487967 h 1017774"/>
                <a:gd name="connsiteX23" fmla="*/ 1016979 w 1016979"/>
                <a:gd name="connsiteY23" fmla="*/ 1017659 h 1017774"/>
                <a:gd name="connsiteX24" fmla="*/ 973199 w 1016979"/>
                <a:gd name="connsiteY24" fmla="*/ 1017659 h 1017774"/>
                <a:gd name="connsiteX25" fmla="*/ 973199 w 1016979"/>
                <a:gd name="connsiteY25" fmla="*/ 994757 h 1017774"/>
                <a:gd name="connsiteX26" fmla="*/ 45062 w 1016979"/>
                <a:gd name="connsiteY26" fmla="*/ 994757 h 1017774"/>
                <a:gd name="connsiteX27" fmla="*/ 45062 w 1016979"/>
                <a:gd name="connsiteY27" fmla="*/ 1017774 h 1017774"/>
                <a:gd name="connsiteX28" fmla="*/ 0 w 1016979"/>
                <a:gd name="connsiteY28" fmla="*/ 1017774 h 1017774"/>
                <a:gd name="connsiteX29" fmla="*/ 0 w 1016979"/>
                <a:gd name="connsiteY29" fmla="*/ 488088 h 1017774"/>
                <a:gd name="connsiteX30" fmla="*/ 44749 w 1016979"/>
                <a:gd name="connsiteY30" fmla="*/ 488088 h 1017774"/>
                <a:gd name="connsiteX31" fmla="*/ 44749 w 1016979"/>
                <a:gd name="connsiteY31" fmla="*/ 704734 h 1017774"/>
                <a:gd name="connsiteX32" fmla="*/ 178483 w 1016979"/>
                <a:gd name="connsiteY32" fmla="*/ 704725 h 1017774"/>
                <a:gd name="connsiteX33" fmla="*/ 213383 w 1016979"/>
                <a:gd name="connsiteY33" fmla="*/ 704678 h 1017774"/>
                <a:gd name="connsiteX34" fmla="*/ 244737 w 1016979"/>
                <a:gd name="connsiteY34" fmla="*/ 704667 h 1017774"/>
                <a:gd name="connsiteX35" fmla="*/ 278722 w 1016979"/>
                <a:gd name="connsiteY35" fmla="*/ 704619 h 1017774"/>
                <a:gd name="connsiteX36" fmla="*/ 361480 w 1016979"/>
                <a:gd name="connsiteY36" fmla="*/ 704745 h 1017774"/>
                <a:gd name="connsiteX37" fmla="*/ 462299 w 1016979"/>
                <a:gd name="connsiteY37" fmla="*/ 704725 h 1017774"/>
                <a:gd name="connsiteX38" fmla="*/ 497198 w 1016979"/>
                <a:gd name="connsiteY38" fmla="*/ 704678 h 1017774"/>
                <a:gd name="connsiteX39" fmla="*/ 522660 w 1016979"/>
                <a:gd name="connsiteY39" fmla="*/ 704667 h 1017774"/>
                <a:gd name="connsiteX40" fmla="*/ 556645 w 1016979"/>
                <a:gd name="connsiteY40" fmla="*/ 704619 h 1017774"/>
                <a:gd name="connsiteX41" fmla="*/ 645762 w 1016979"/>
                <a:gd name="connsiteY41" fmla="*/ 704746 h 1017774"/>
                <a:gd name="connsiteX42" fmla="*/ 734329 w 1016979"/>
                <a:gd name="connsiteY42" fmla="*/ 704725 h 1017774"/>
                <a:gd name="connsiteX43" fmla="*/ 769229 w 1016979"/>
                <a:gd name="connsiteY43" fmla="*/ 704678 h 1017774"/>
                <a:gd name="connsiteX44" fmla="*/ 800583 w 1016979"/>
                <a:gd name="connsiteY44" fmla="*/ 704667 h 1017774"/>
                <a:gd name="connsiteX45" fmla="*/ 834568 w 1016979"/>
                <a:gd name="connsiteY45" fmla="*/ 704619 h 1017774"/>
                <a:gd name="connsiteX46" fmla="*/ 971545 w 1016979"/>
                <a:gd name="connsiteY46" fmla="*/ 704701 h 1017774"/>
                <a:gd name="connsiteX47" fmla="*/ 972907 w 1016979"/>
                <a:gd name="connsiteY47" fmla="*/ 704317 h 1017774"/>
                <a:gd name="connsiteX48" fmla="*/ 972907 w 1016979"/>
                <a:gd name="connsiteY48" fmla="*/ 487967 h 1017774"/>
                <a:gd name="connsiteX49" fmla="*/ 726146 w 1016979"/>
                <a:gd name="connsiteY49" fmla="*/ 187209 h 1017774"/>
                <a:gd name="connsiteX50" fmla="*/ 748796 w 1016979"/>
                <a:gd name="connsiteY50" fmla="*/ 210019 h 1017774"/>
                <a:gd name="connsiteX51" fmla="*/ 726146 w 1016979"/>
                <a:gd name="connsiteY51" fmla="*/ 232829 h 1017774"/>
                <a:gd name="connsiteX52" fmla="*/ 703496 w 1016979"/>
                <a:gd name="connsiteY52" fmla="*/ 210019 h 1017774"/>
                <a:gd name="connsiteX53" fmla="*/ 726146 w 1016979"/>
                <a:gd name="connsiteY53" fmla="*/ 187209 h 1017774"/>
                <a:gd name="connsiteX54" fmla="*/ 711278 w 1016979"/>
                <a:gd name="connsiteY54" fmla="*/ 172878 h 1017774"/>
                <a:gd name="connsiteX55" fmla="*/ 688706 w 1016979"/>
                <a:gd name="connsiteY55" fmla="*/ 224425 h 1017774"/>
                <a:gd name="connsiteX56" fmla="*/ 739899 w 1016979"/>
                <a:gd name="connsiteY56" fmla="*/ 247838 h 1017774"/>
                <a:gd name="connsiteX57" fmla="*/ 762847 w 1016979"/>
                <a:gd name="connsiteY57" fmla="*/ 194692 h 1017774"/>
                <a:gd name="connsiteX58" fmla="*/ 711278 w 1016979"/>
                <a:gd name="connsiteY58" fmla="*/ 172878 h 1017774"/>
                <a:gd name="connsiteX59" fmla="*/ 713526 w 1016979"/>
                <a:gd name="connsiteY59" fmla="*/ 146020 h 1017774"/>
                <a:gd name="connsiteX60" fmla="*/ 767335 w 1016979"/>
                <a:gd name="connsiteY60" fmla="*/ 159079 h 1017774"/>
                <a:gd name="connsiteX61" fmla="*/ 789830 w 1016979"/>
                <a:gd name="connsiteY61" fmla="*/ 195108 h 1017774"/>
                <a:gd name="connsiteX62" fmla="*/ 779542 w 1016979"/>
                <a:gd name="connsiteY62" fmla="*/ 248059 h 1017774"/>
                <a:gd name="connsiteX63" fmla="*/ 757168 w 1016979"/>
                <a:gd name="connsiteY63" fmla="*/ 267895 h 1017774"/>
                <a:gd name="connsiteX64" fmla="*/ 717215 w 1016979"/>
                <a:gd name="connsiteY64" fmla="*/ 274946 h 1017774"/>
                <a:gd name="connsiteX65" fmla="*/ 684322 w 1016979"/>
                <a:gd name="connsiteY65" fmla="*/ 260851 h 1017774"/>
                <a:gd name="connsiteX66" fmla="*/ 661651 w 1016979"/>
                <a:gd name="connsiteY66" fmla="*/ 221979 h 1017774"/>
                <a:gd name="connsiteX67" fmla="*/ 664676 w 1016979"/>
                <a:gd name="connsiteY67" fmla="*/ 186899 h 1017774"/>
                <a:gd name="connsiteX68" fmla="*/ 713526 w 1016979"/>
                <a:gd name="connsiteY68" fmla="*/ 146020 h 1017774"/>
                <a:gd name="connsiteX69" fmla="*/ 588380 w 1016979"/>
                <a:gd name="connsiteY69" fmla="*/ 116786 h 1017774"/>
                <a:gd name="connsiteX70" fmla="*/ 589920 w 1016979"/>
                <a:gd name="connsiteY70" fmla="*/ 144308 h 1017774"/>
                <a:gd name="connsiteX71" fmla="*/ 596877 w 1016979"/>
                <a:gd name="connsiteY71" fmla="*/ 180906 h 1017774"/>
                <a:gd name="connsiteX72" fmla="*/ 602744 w 1016979"/>
                <a:gd name="connsiteY72" fmla="*/ 197097 h 1017774"/>
                <a:gd name="connsiteX73" fmla="*/ 611268 w 1016979"/>
                <a:gd name="connsiteY73" fmla="*/ 214555 h 1017774"/>
                <a:gd name="connsiteX74" fmla="*/ 618727 w 1016979"/>
                <a:gd name="connsiteY74" fmla="*/ 226251 h 1017774"/>
                <a:gd name="connsiteX75" fmla="*/ 626631 w 1016979"/>
                <a:gd name="connsiteY75" fmla="*/ 236931 h 1017774"/>
                <a:gd name="connsiteX76" fmla="*/ 632423 w 1016979"/>
                <a:gd name="connsiteY76" fmla="*/ 244257 h 1017774"/>
                <a:gd name="connsiteX77" fmla="*/ 638474 w 1016979"/>
                <a:gd name="connsiteY77" fmla="*/ 250517 h 1017774"/>
                <a:gd name="connsiteX78" fmla="*/ 648654 w 1016979"/>
                <a:gd name="connsiteY78" fmla="*/ 260350 h 1017774"/>
                <a:gd name="connsiteX79" fmla="*/ 655732 w 1016979"/>
                <a:gd name="connsiteY79" fmla="*/ 266295 h 1017774"/>
                <a:gd name="connsiteX80" fmla="*/ 673851 w 1016979"/>
                <a:gd name="connsiteY80" fmla="*/ 279043 h 1017774"/>
                <a:gd name="connsiteX81" fmla="*/ 687412 w 1016979"/>
                <a:gd name="connsiteY81" fmla="*/ 286379 h 1017774"/>
                <a:gd name="connsiteX82" fmla="*/ 689933 w 1016979"/>
                <a:gd name="connsiteY82" fmla="*/ 287693 h 1017774"/>
                <a:gd name="connsiteX83" fmla="*/ 711594 w 1016979"/>
                <a:gd name="connsiteY83" fmla="*/ 296438 h 1017774"/>
                <a:gd name="connsiteX84" fmla="*/ 726544 w 1016979"/>
                <a:gd name="connsiteY84" fmla="*/ 300370 h 1017774"/>
                <a:gd name="connsiteX85" fmla="*/ 737310 w 1016979"/>
                <a:gd name="connsiteY85" fmla="*/ 301990 h 1017774"/>
                <a:gd name="connsiteX86" fmla="*/ 758451 w 1016979"/>
                <a:gd name="connsiteY86" fmla="*/ 303736 h 1017774"/>
                <a:gd name="connsiteX87" fmla="*/ 764201 w 1016979"/>
                <a:gd name="connsiteY87" fmla="*/ 303746 h 1017774"/>
                <a:gd name="connsiteX88" fmla="*/ 769951 w 1016979"/>
                <a:gd name="connsiteY88" fmla="*/ 303736 h 1017774"/>
                <a:gd name="connsiteX89" fmla="*/ 791092 w 1016979"/>
                <a:gd name="connsiteY89" fmla="*/ 301990 h 1017774"/>
                <a:gd name="connsiteX90" fmla="*/ 801857 w 1016979"/>
                <a:gd name="connsiteY90" fmla="*/ 300370 h 1017774"/>
                <a:gd name="connsiteX91" fmla="*/ 816807 w 1016979"/>
                <a:gd name="connsiteY91" fmla="*/ 296438 h 1017774"/>
                <a:gd name="connsiteX92" fmla="*/ 838468 w 1016979"/>
                <a:gd name="connsiteY92" fmla="*/ 287693 h 1017774"/>
                <a:gd name="connsiteX93" fmla="*/ 840990 w 1016979"/>
                <a:gd name="connsiteY93" fmla="*/ 286379 h 1017774"/>
                <a:gd name="connsiteX94" fmla="*/ 854550 w 1016979"/>
                <a:gd name="connsiteY94" fmla="*/ 279043 h 1017774"/>
                <a:gd name="connsiteX95" fmla="*/ 872670 w 1016979"/>
                <a:gd name="connsiteY95" fmla="*/ 266295 h 1017774"/>
                <a:gd name="connsiteX96" fmla="*/ 879748 w 1016979"/>
                <a:gd name="connsiteY96" fmla="*/ 260350 h 1017774"/>
                <a:gd name="connsiteX97" fmla="*/ 889928 w 1016979"/>
                <a:gd name="connsiteY97" fmla="*/ 250517 h 1017774"/>
                <a:gd name="connsiteX98" fmla="*/ 895978 w 1016979"/>
                <a:gd name="connsiteY98" fmla="*/ 244257 h 1017774"/>
                <a:gd name="connsiteX99" fmla="*/ 901771 w 1016979"/>
                <a:gd name="connsiteY99" fmla="*/ 236931 h 1017774"/>
                <a:gd name="connsiteX100" fmla="*/ 909675 w 1016979"/>
                <a:gd name="connsiteY100" fmla="*/ 226251 h 1017774"/>
                <a:gd name="connsiteX101" fmla="*/ 917133 w 1016979"/>
                <a:gd name="connsiteY101" fmla="*/ 214555 h 1017774"/>
                <a:gd name="connsiteX102" fmla="*/ 925657 w 1016979"/>
                <a:gd name="connsiteY102" fmla="*/ 197097 h 1017774"/>
                <a:gd name="connsiteX103" fmla="*/ 931525 w 1016979"/>
                <a:gd name="connsiteY103" fmla="*/ 180906 h 1017774"/>
                <a:gd name="connsiteX104" fmla="*/ 938481 w 1016979"/>
                <a:gd name="connsiteY104" fmla="*/ 144308 h 1017774"/>
                <a:gd name="connsiteX105" fmla="*/ 940021 w 1016979"/>
                <a:gd name="connsiteY105" fmla="*/ 116786 h 1017774"/>
                <a:gd name="connsiteX106" fmla="*/ 586946 w 1016979"/>
                <a:gd name="connsiteY106" fmla="*/ 0 h 1017774"/>
                <a:gd name="connsiteX107" fmla="*/ 954869 w 1016979"/>
                <a:gd name="connsiteY107" fmla="*/ 0 h 1017774"/>
                <a:gd name="connsiteX108" fmla="*/ 1011931 w 1016979"/>
                <a:gd name="connsiteY108" fmla="*/ 0 h 1017774"/>
                <a:gd name="connsiteX109" fmla="*/ 1011931 w 1016979"/>
                <a:gd name="connsiteY109" fmla="*/ 116321 h 1017774"/>
                <a:gd name="connsiteX110" fmla="*/ 1001587 w 1016979"/>
                <a:gd name="connsiteY110" fmla="*/ 116321 h 1017774"/>
                <a:gd name="connsiteX111" fmla="*/ 985512 w 1016979"/>
                <a:gd name="connsiteY111" fmla="*/ 116476 h 1017774"/>
                <a:gd name="connsiteX112" fmla="*/ 979072 w 1016979"/>
                <a:gd name="connsiteY112" fmla="*/ 180772 h 1017774"/>
                <a:gd name="connsiteX113" fmla="*/ 976577 w 1016979"/>
                <a:gd name="connsiteY113" fmla="*/ 189458 h 1017774"/>
                <a:gd name="connsiteX114" fmla="*/ 975980 w 1016979"/>
                <a:gd name="connsiteY114" fmla="*/ 192071 h 1017774"/>
                <a:gd name="connsiteX115" fmla="*/ 975149 w 1016979"/>
                <a:gd name="connsiteY115" fmla="*/ 194425 h 1017774"/>
                <a:gd name="connsiteX116" fmla="*/ 973300 w 1016979"/>
                <a:gd name="connsiteY116" fmla="*/ 200862 h 1017774"/>
                <a:gd name="connsiteX117" fmla="*/ 969447 w 1016979"/>
                <a:gd name="connsiteY117" fmla="*/ 210592 h 1017774"/>
                <a:gd name="connsiteX118" fmla="*/ 967861 w 1016979"/>
                <a:gd name="connsiteY118" fmla="*/ 215088 h 1017774"/>
                <a:gd name="connsiteX119" fmla="*/ 966855 w 1016979"/>
                <a:gd name="connsiteY119" fmla="*/ 217136 h 1017774"/>
                <a:gd name="connsiteX120" fmla="*/ 965618 w 1016979"/>
                <a:gd name="connsiteY120" fmla="*/ 220259 h 1017774"/>
                <a:gd name="connsiteX121" fmla="*/ 959521 w 1016979"/>
                <a:gd name="connsiteY121" fmla="*/ 232072 h 1017774"/>
                <a:gd name="connsiteX122" fmla="*/ 957124 w 1016979"/>
                <a:gd name="connsiteY122" fmla="*/ 236954 h 1017774"/>
                <a:gd name="connsiteX123" fmla="*/ 956514 w 1016979"/>
                <a:gd name="connsiteY123" fmla="*/ 237898 h 1017774"/>
                <a:gd name="connsiteX124" fmla="*/ 955971 w 1016979"/>
                <a:gd name="connsiteY124" fmla="*/ 238949 h 1017774"/>
                <a:gd name="connsiteX125" fmla="*/ 944301 w 1016979"/>
                <a:gd name="connsiteY125" fmla="*/ 256919 h 1017774"/>
                <a:gd name="connsiteX126" fmla="*/ 943897 w 1016979"/>
                <a:gd name="connsiteY126" fmla="*/ 257425 h 1017774"/>
                <a:gd name="connsiteX127" fmla="*/ 943754 w 1016979"/>
                <a:gd name="connsiteY127" fmla="*/ 257647 h 1017774"/>
                <a:gd name="connsiteX128" fmla="*/ 942584 w 1016979"/>
                <a:gd name="connsiteY128" fmla="*/ 259072 h 1017774"/>
                <a:gd name="connsiteX129" fmla="*/ 930550 w 1016979"/>
                <a:gd name="connsiteY129" fmla="*/ 274155 h 1017774"/>
                <a:gd name="connsiteX130" fmla="*/ 928066 w 1016979"/>
                <a:gd name="connsiteY130" fmla="*/ 276745 h 1017774"/>
                <a:gd name="connsiteX131" fmla="*/ 927735 w 1016979"/>
                <a:gd name="connsiteY131" fmla="*/ 277148 h 1017774"/>
                <a:gd name="connsiteX132" fmla="*/ 926822 w 1016979"/>
                <a:gd name="connsiteY132" fmla="*/ 278042 h 1017774"/>
                <a:gd name="connsiteX133" fmla="*/ 915287 w 1016979"/>
                <a:gd name="connsiteY133" fmla="*/ 290065 h 1017774"/>
                <a:gd name="connsiteX134" fmla="*/ 899067 w 1016979"/>
                <a:gd name="connsiteY134" fmla="*/ 304123 h 1017774"/>
                <a:gd name="connsiteX135" fmla="*/ 891396 w 1016979"/>
                <a:gd name="connsiteY135" fmla="*/ 309571 h 1017774"/>
                <a:gd name="connsiteX136" fmla="*/ 891290 w 1016979"/>
                <a:gd name="connsiteY136" fmla="*/ 309656 h 1017774"/>
                <a:gd name="connsiteX137" fmla="*/ 891134 w 1016979"/>
                <a:gd name="connsiteY137" fmla="*/ 309757 h 1017774"/>
                <a:gd name="connsiteX138" fmla="*/ 881899 w 1016979"/>
                <a:gd name="connsiteY138" fmla="*/ 316317 h 1017774"/>
                <a:gd name="connsiteX139" fmla="*/ 874664 w 1016979"/>
                <a:gd name="connsiteY139" fmla="*/ 320441 h 1017774"/>
                <a:gd name="connsiteX140" fmla="*/ 872716 w 1016979"/>
                <a:gd name="connsiteY140" fmla="*/ 321705 h 1017774"/>
                <a:gd name="connsiteX141" fmla="*/ 870122 w 1016979"/>
                <a:gd name="connsiteY141" fmla="*/ 323031 h 1017774"/>
                <a:gd name="connsiteX142" fmla="*/ 863795 w 1016979"/>
                <a:gd name="connsiteY142" fmla="*/ 326637 h 1017774"/>
                <a:gd name="connsiteX143" fmla="*/ 858272 w 1016979"/>
                <a:gd name="connsiteY143" fmla="*/ 329086 h 1017774"/>
                <a:gd name="connsiteX144" fmla="*/ 853364 w 1016979"/>
                <a:gd name="connsiteY144" fmla="*/ 331593 h 1017774"/>
                <a:gd name="connsiteX145" fmla="*/ 847659 w 1016979"/>
                <a:gd name="connsiteY145" fmla="*/ 333790 h 1017774"/>
                <a:gd name="connsiteX146" fmla="*/ 844764 w 1016979"/>
                <a:gd name="connsiteY146" fmla="*/ 335074 h 1017774"/>
                <a:gd name="connsiteX147" fmla="*/ 841814 w 1016979"/>
                <a:gd name="connsiteY147" fmla="*/ 336041 h 1017774"/>
                <a:gd name="connsiteX148" fmla="*/ 833271 w 1016979"/>
                <a:gd name="connsiteY148" fmla="*/ 339330 h 1017774"/>
                <a:gd name="connsiteX149" fmla="*/ 824976 w 1016979"/>
                <a:gd name="connsiteY149" fmla="*/ 341562 h 1017774"/>
                <a:gd name="connsiteX150" fmla="*/ 824816 w 1016979"/>
                <a:gd name="connsiteY150" fmla="*/ 341614 h 1017774"/>
                <a:gd name="connsiteX151" fmla="*/ 824615 w 1016979"/>
                <a:gd name="connsiteY151" fmla="*/ 341659 h 1017774"/>
                <a:gd name="connsiteX152" fmla="*/ 812472 w 1016979"/>
                <a:gd name="connsiteY152" fmla="*/ 344926 h 1017774"/>
                <a:gd name="connsiteX153" fmla="*/ 791002 w 1016979"/>
                <a:gd name="connsiteY153" fmla="*/ 348390 h 1017774"/>
                <a:gd name="connsiteX154" fmla="*/ 782866 w 1016979"/>
                <a:gd name="connsiteY154" fmla="*/ 348885 h 1017774"/>
                <a:gd name="connsiteX155" fmla="*/ 782209 w 1016979"/>
                <a:gd name="connsiteY155" fmla="*/ 348967 h 1017774"/>
                <a:gd name="connsiteX156" fmla="*/ 780647 w 1016979"/>
                <a:gd name="connsiteY156" fmla="*/ 349020 h 1017774"/>
                <a:gd name="connsiteX157" fmla="*/ 768897 w 1016979"/>
                <a:gd name="connsiteY157" fmla="*/ 349734 h 1017774"/>
                <a:gd name="connsiteX158" fmla="*/ 764201 w 1016979"/>
                <a:gd name="connsiteY158" fmla="*/ 349575 h 1017774"/>
                <a:gd name="connsiteX159" fmla="*/ 759504 w 1016979"/>
                <a:gd name="connsiteY159" fmla="*/ 349734 h 1017774"/>
                <a:gd name="connsiteX160" fmla="*/ 747754 w 1016979"/>
                <a:gd name="connsiteY160" fmla="*/ 349020 h 1017774"/>
                <a:gd name="connsiteX161" fmla="*/ 746193 w 1016979"/>
                <a:gd name="connsiteY161" fmla="*/ 348967 h 1017774"/>
                <a:gd name="connsiteX162" fmla="*/ 745535 w 1016979"/>
                <a:gd name="connsiteY162" fmla="*/ 348885 h 1017774"/>
                <a:gd name="connsiteX163" fmla="*/ 737399 w 1016979"/>
                <a:gd name="connsiteY163" fmla="*/ 348390 h 1017774"/>
                <a:gd name="connsiteX164" fmla="*/ 715930 w 1016979"/>
                <a:gd name="connsiteY164" fmla="*/ 344926 h 1017774"/>
                <a:gd name="connsiteX165" fmla="*/ 703787 w 1016979"/>
                <a:gd name="connsiteY165" fmla="*/ 341659 h 1017774"/>
                <a:gd name="connsiteX166" fmla="*/ 703586 w 1016979"/>
                <a:gd name="connsiteY166" fmla="*/ 341614 h 1017774"/>
                <a:gd name="connsiteX167" fmla="*/ 703426 w 1016979"/>
                <a:gd name="connsiteY167" fmla="*/ 341562 h 1017774"/>
                <a:gd name="connsiteX168" fmla="*/ 695130 w 1016979"/>
                <a:gd name="connsiteY168" fmla="*/ 339330 h 1017774"/>
                <a:gd name="connsiteX169" fmla="*/ 686588 w 1016979"/>
                <a:gd name="connsiteY169" fmla="*/ 336041 h 1017774"/>
                <a:gd name="connsiteX170" fmla="*/ 683638 w 1016979"/>
                <a:gd name="connsiteY170" fmla="*/ 335074 h 1017774"/>
                <a:gd name="connsiteX171" fmla="*/ 680742 w 1016979"/>
                <a:gd name="connsiteY171" fmla="*/ 333790 h 1017774"/>
                <a:gd name="connsiteX172" fmla="*/ 675037 w 1016979"/>
                <a:gd name="connsiteY172" fmla="*/ 331593 h 1017774"/>
                <a:gd name="connsiteX173" fmla="*/ 670130 w 1016979"/>
                <a:gd name="connsiteY173" fmla="*/ 329086 h 1017774"/>
                <a:gd name="connsiteX174" fmla="*/ 664606 w 1016979"/>
                <a:gd name="connsiteY174" fmla="*/ 326637 h 1017774"/>
                <a:gd name="connsiteX175" fmla="*/ 658280 w 1016979"/>
                <a:gd name="connsiteY175" fmla="*/ 323031 h 1017774"/>
                <a:gd name="connsiteX176" fmla="*/ 655686 w 1016979"/>
                <a:gd name="connsiteY176" fmla="*/ 321705 h 1017774"/>
                <a:gd name="connsiteX177" fmla="*/ 653737 w 1016979"/>
                <a:gd name="connsiteY177" fmla="*/ 320441 h 1017774"/>
                <a:gd name="connsiteX178" fmla="*/ 646502 w 1016979"/>
                <a:gd name="connsiteY178" fmla="*/ 316317 h 1017774"/>
                <a:gd name="connsiteX179" fmla="*/ 637268 w 1016979"/>
                <a:gd name="connsiteY179" fmla="*/ 309757 h 1017774"/>
                <a:gd name="connsiteX180" fmla="*/ 637112 w 1016979"/>
                <a:gd name="connsiteY180" fmla="*/ 309656 h 1017774"/>
                <a:gd name="connsiteX181" fmla="*/ 637005 w 1016979"/>
                <a:gd name="connsiteY181" fmla="*/ 309571 h 1017774"/>
                <a:gd name="connsiteX182" fmla="*/ 629335 w 1016979"/>
                <a:gd name="connsiteY182" fmla="*/ 304123 h 1017774"/>
                <a:gd name="connsiteX183" fmla="*/ 613115 w 1016979"/>
                <a:gd name="connsiteY183" fmla="*/ 290065 h 1017774"/>
                <a:gd name="connsiteX184" fmla="*/ 601580 w 1016979"/>
                <a:gd name="connsiteY184" fmla="*/ 278042 h 1017774"/>
                <a:gd name="connsiteX185" fmla="*/ 600667 w 1016979"/>
                <a:gd name="connsiteY185" fmla="*/ 277148 h 1017774"/>
                <a:gd name="connsiteX186" fmla="*/ 600335 w 1016979"/>
                <a:gd name="connsiteY186" fmla="*/ 276745 h 1017774"/>
                <a:gd name="connsiteX187" fmla="*/ 597851 w 1016979"/>
                <a:gd name="connsiteY187" fmla="*/ 274155 h 1017774"/>
                <a:gd name="connsiteX188" fmla="*/ 585818 w 1016979"/>
                <a:gd name="connsiteY188" fmla="*/ 259072 h 1017774"/>
                <a:gd name="connsiteX189" fmla="*/ 584648 w 1016979"/>
                <a:gd name="connsiteY189" fmla="*/ 257647 h 1017774"/>
                <a:gd name="connsiteX190" fmla="*/ 584504 w 1016979"/>
                <a:gd name="connsiteY190" fmla="*/ 257425 h 1017774"/>
                <a:gd name="connsiteX191" fmla="*/ 584100 w 1016979"/>
                <a:gd name="connsiteY191" fmla="*/ 256919 h 1017774"/>
                <a:gd name="connsiteX192" fmla="*/ 572430 w 1016979"/>
                <a:gd name="connsiteY192" fmla="*/ 238949 h 1017774"/>
                <a:gd name="connsiteX193" fmla="*/ 571887 w 1016979"/>
                <a:gd name="connsiteY193" fmla="*/ 237898 h 1017774"/>
                <a:gd name="connsiteX194" fmla="*/ 571278 w 1016979"/>
                <a:gd name="connsiteY194" fmla="*/ 236954 h 1017774"/>
                <a:gd name="connsiteX195" fmla="*/ 568881 w 1016979"/>
                <a:gd name="connsiteY195" fmla="*/ 232072 h 1017774"/>
                <a:gd name="connsiteX196" fmla="*/ 562783 w 1016979"/>
                <a:gd name="connsiteY196" fmla="*/ 220259 h 1017774"/>
                <a:gd name="connsiteX197" fmla="*/ 561546 w 1016979"/>
                <a:gd name="connsiteY197" fmla="*/ 217136 h 1017774"/>
                <a:gd name="connsiteX198" fmla="*/ 560541 w 1016979"/>
                <a:gd name="connsiteY198" fmla="*/ 215088 h 1017774"/>
                <a:gd name="connsiteX199" fmla="*/ 558955 w 1016979"/>
                <a:gd name="connsiteY199" fmla="*/ 210592 h 1017774"/>
                <a:gd name="connsiteX200" fmla="*/ 555102 w 1016979"/>
                <a:gd name="connsiteY200" fmla="*/ 200862 h 1017774"/>
                <a:gd name="connsiteX201" fmla="*/ 553252 w 1016979"/>
                <a:gd name="connsiteY201" fmla="*/ 194425 h 1017774"/>
                <a:gd name="connsiteX202" fmla="*/ 552422 w 1016979"/>
                <a:gd name="connsiteY202" fmla="*/ 192071 h 1017774"/>
                <a:gd name="connsiteX203" fmla="*/ 551825 w 1016979"/>
                <a:gd name="connsiteY203" fmla="*/ 189458 h 1017774"/>
                <a:gd name="connsiteX204" fmla="*/ 549329 w 1016979"/>
                <a:gd name="connsiteY204" fmla="*/ 180772 h 1017774"/>
                <a:gd name="connsiteX205" fmla="*/ 542889 w 1016979"/>
                <a:gd name="connsiteY205" fmla="*/ 116476 h 1017774"/>
                <a:gd name="connsiteX206" fmla="*/ 526814 w 1016979"/>
                <a:gd name="connsiteY206" fmla="*/ 116321 h 1017774"/>
                <a:gd name="connsiteX207" fmla="*/ 516471 w 1016979"/>
                <a:gd name="connsiteY207" fmla="*/ 116321 h 1017774"/>
                <a:gd name="connsiteX208" fmla="*/ 516471 w 1016979"/>
                <a:gd name="connsiteY208" fmla="*/ 69529 h 1017774"/>
                <a:gd name="connsiteX209" fmla="*/ 561571 w 1016979"/>
                <a:gd name="connsiteY209" fmla="*/ 69529 h 1017774"/>
                <a:gd name="connsiteX210" fmla="*/ 561571 w 1016979"/>
                <a:gd name="connsiteY210" fmla="*/ 70050 h 1017774"/>
                <a:gd name="connsiteX211" fmla="*/ 966831 w 1016979"/>
                <a:gd name="connsiteY211" fmla="*/ 70050 h 1017774"/>
                <a:gd name="connsiteX212" fmla="*/ 966831 w 1016979"/>
                <a:gd name="connsiteY212" fmla="*/ 44843 h 1017774"/>
                <a:gd name="connsiteX213" fmla="*/ 954869 w 1016979"/>
                <a:gd name="connsiteY213" fmla="*/ 44843 h 1017774"/>
                <a:gd name="connsiteX214" fmla="*/ 586946 w 1016979"/>
                <a:gd name="connsiteY214" fmla="*/ 44843 h 101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016979" h="1017774">
                  <a:moveTo>
                    <a:pt x="45213" y="749166"/>
                  </a:moveTo>
                  <a:cubicBezTo>
                    <a:pt x="45213" y="815901"/>
                    <a:pt x="45213" y="882413"/>
                    <a:pt x="45213" y="949216"/>
                  </a:cubicBezTo>
                  <a:cubicBezTo>
                    <a:pt x="79641" y="949216"/>
                    <a:pt x="113813" y="949216"/>
                    <a:pt x="148905" y="949374"/>
                  </a:cubicBezTo>
                  <a:cubicBezTo>
                    <a:pt x="160097" y="949301"/>
                    <a:pt x="171289" y="949228"/>
                    <a:pt x="183396" y="949268"/>
                  </a:cubicBezTo>
                  <a:cubicBezTo>
                    <a:pt x="214139" y="949264"/>
                    <a:pt x="244882" y="949261"/>
                    <a:pt x="276102" y="949861"/>
                  </a:cubicBezTo>
                  <a:cubicBezTo>
                    <a:pt x="280122" y="949718"/>
                    <a:pt x="284142" y="949520"/>
                    <a:pt x="288164" y="949445"/>
                  </a:cubicBezTo>
                  <a:cubicBezTo>
                    <a:pt x="295491" y="949309"/>
                    <a:pt x="302820" y="949246"/>
                    <a:pt x="311057" y="949267"/>
                  </a:cubicBezTo>
                  <a:cubicBezTo>
                    <a:pt x="350312" y="949265"/>
                    <a:pt x="389567" y="949263"/>
                    <a:pt x="429384" y="949895"/>
                  </a:cubicBezTo>
                  <a:cubicBezTo>
                    <a:pt x="439321" y="950015"/>
                    <a:pt x="449258" y="950170"/>
                    <a:pt x="459195" y="950207"/>
                  </a:cubicBezTo>
                  <a:cubicBezTo>
                    <a:pt x="460252" y="950211"/>
                    <a:pt x="461311" y="949522"/>
                    <a:pt x="463283" y="949268"/>
                  </a:cubicBezTo>
                  <a:cubicBezTo>
                    <a:pt x="494035" y="949250"/>
                    <a:pt x="524787" y="949233"/>
                    <a:pt x="556460" y="949373"/>
                  </a:cubicBezTo>
                  <a:cubicBezTo>
                    <a:pt x="565029" y="949393"/>
                    <a:pt x="573599" y="949436"/>
                    <a:pt x="582168" y="949419"/>
                  </a:cubicBezTo>
                  <a:cubicBezTo>
                    <a:pt x="584790" y="949414"/>
                    <a:pt x="587412" y="949246"/>
                    <a:pt x="590944" y="949267"/>
                  </a:cubicBezTo>
                  <a:cubicBezTo>
                    <a:pt x="628563" y="949265"/>
                    <a:pt x="666181" y="949263"/>
                    <a:pt x="704283" y="949858"/>
                  </a:cubicBezTo>
                  <a:cubicBezTo>
                    <a:pt x="708303" y="949717"/>
                    <a:pt x="712322" y="949520"/>
                    <a:pt x="716344" y="949445"/>
                  </a:cubicBezTo>
                  <a:cubicBezTo>
                    <a:pt x="723671" y="949310"/>
                    <a:pt x="731000" y="949247"/>
                    <a:pt x="739242" y="949268"/>
                  </a:cubicBezTo>
                  <a:cubicBezTo>
                    <a:pt x="769994" y="949250"/>
                    <a:pt x="800747" y="949233"/>
                    <a:pt x="832419" y="949373"/>
                  </a:cubicBezTo>
                  <a:cubicBezTo>
                    <a:pt x="843301" y="949321"/>
                    <a:pt x="854182" y="949268"/>
                    <a:pt x="865971" y="949275"/>
                  </a:cubicBezTo>
                  <a:cubicBezTo>
                    <a:pt x="901577" y="949275"/>
                    <a:pt x="937183" y="949275"/>
                    <a:pt x="972640" y="949275"/>
                  </a:cubicBezTo>
                  <a:cubicBezTo>
                    <a:pt x="972640" y="882116"/>
                    <a:pt x="972640" y="815603"/>
                    <a:pt x="972640" y="749166"/>
                  </a:cubicBezTo>
                  <a:cubicBezTo>
                    <a:pt x="663313" y="749166"/>
                    <a:pt x="354349" y="749166"/>
                    <a:pt x="45213" y="749166"/>
                  </a:cubicBezTo>
                  <a:close/>
                  <a:moveTo>
                    <a:pt x="972907" y="487967"/>
                  </a:moveTo>
                  <a:cubicBezTo>
                    <a:pt x="987836" y="487967"/>
                    <a:pt x="1002299" y="487967"/>
                    <a:pt x="1016979" y="487967"/>
                  </a:cubicBezTo>
                  <a:cubicBezTo>
                    <a:pt x="1016979" y="664535"/>
                    <a:pt x="1016979" y="840912"/>
                    <a:pt x="1016979" y="1017659"/>
                  </a:cubicBezTo>
                  <a:cubicBezTo>
                    <a:pt x="1002604" y="1017659"/>
                    <a:pt x="988139" y="1017659"/>
                    <a:pt x="973199" y="1017659"/>
                  </a:cubicBezTo>
                  <a:cubicBezTo>
                    <a:pt x="973199" y="1010247"/>
                    <a:pt x="973199" y="1002647"/>
                    <a:pt x="973199" y="994757"/>
                  </a:cubicBezTo>
                  <a:cubicBezTo>
                    <a:pt x="663663" y="994757"/>
                    <a:pt x="354598" y="994757"/>
                    <a:pt x="45062" y="994757"/>
                  </a:cubicBezTo>
                  <a:cubicBezTo>
                    <a:pt x="45062" y="1002336"/>
                    <a:pt x="45062" y="1009933"/>
                    <a:pt x="45062" y="1017774"/>
                  </a:cubicBezTo>
                  <a:cubicBezTo>
                    <a:pt x="29800" y="1017774"/>
                    <a:pt x="15010" y="1017774"/>
                    <a:pt x="0" y="1017774"/>
                  </a:cubicBezTo>
                  <a:cubicBezTo>
                    <a:pt x="0" y="841215"/>
                    <a:pt x="0" y="664837"/>
                    <a:pt x="0" y="488088"/>
                  </a:cubicBezTo>
                  <a:cubicBezTo>
                    <a:pt x="14695" y="488088"/>
                    <a:pt x="29487" y="488088"/>
                    <a:pt x="44749" y="488088"/>
                  </a:cubicBezTo>
                  <a:cubicBezTo>
                    <a:pt x="44749" y="559988"/>
                    <a:pt x="44749" y="632063"/>
                    <a:pt x="44749" y="704734"/>
                  </a:cubicBezTo>
                  <a:cubicBezTo>
                    <a:pt x="89332" y="704734"/>
                    <a:pt x="133451" y="704734"/>
                    <a:pt x="178483" y="704725"/>
                  </a:cubicBezTo>
                  <a:cubicBezTo>
                    <a:pt x="190572" y="704684"/>
                    <a:pt x="201749" y="704653"/>
                    <a:pt x="213383" y="704678"/>
                  </a:cubicBezTo>
                  <a:cubicBezTo>
                    <a:pt x="223985" y="704697"/>
                    <a:pt x="234131" y="704659"/>
                    <a:pt x="244737" y="704667"/>
                  </a:cubicBezTo>
                  <a:cubicBezTo>
                    <a:pt x="256372" y="704681"/>
                    <a:pt x="267547" y="704650"/>
                    <a:pt x="278722" y="704619"/>
                  </a:cubicBezTo>
                  <a:cubicBezTo>
                    <a:pt x="306308" y="704663"/>
                    <a:pt x="333894" y="704730"/>
                    <a:pt x="361480" y="704745"/>
                  </a:cubicBezTo>
                  <a:cubicBezTo>
                    <a:pt x="394782" y="704764"/>
                    <a:pt x="428084" y="704740"/>
                    <a:pt x="462299" y="704725"/>
                  </a:cubicBezTo>
                  <a:cubicBezTo>
                    <a:pt x="474388" y="704684"/>
                    <a:pt x="485564" y="704653"/>
                    <a:pt x="497198" y="704678"/>
                  </a:cubicBezTo>
                  <a:cubicBezTo>
                    <a:pt x="505837" y="704697"/>
                    <a:pt x="514018" y="704659"/>
                    <a:pt x="522660" y="704667"/>
                  </a:cubicBezTo>
                  <a:cubicBezTo>
                    <a:pt x="534295" y="704681"/>
                    <a:pt x="545470" y="704650"/>
                    <a:pt x="556645" y="704619"/>
                  </a:cubicBezTo>
                  <a:cubicBezTo>
                    <a:pt x="586351" y="704663"/>
                    <a:pt x="616056" y="704726"/>
                    <a:pt x="645762" y="704746"/>
                  </a:cubicBezTo>
                  <a:cubicBezTo>
                    <a:pt x="674980" y="704765"/>
                    <a:pt x="704199" y="704740"/>
                    <a:pt x="734329" y="704725"/>
                  </a:cubicBezTo>
                  <a:cubicBezTo>
                    <a:pt x="746419" y="704684"/>
                    <a:pt x="757595" y="704653"/>
                    <a:pt x="769229" y="704678"/>
                  </a:cubicBezTo>
                  <a:cubicBezTo>
                    <a:pt x="779832" y="704697"/>
                    <a:pt x="789977" y="704659"/>
                    <a:pt x="800583" y="704667"/>
                  </a:cubicBezTo>
                  <a:cubicBezTo>
                    <a:pt x="812219" y="704681"/>
                    <a:pt x="823393" y="704650"/>
                    <a:pt x="834568" y="704619"/>
                  </a:cubicBezTo>
                  <a:cubicBezTo>
                    <a:pt x="880227" y="704650"/>
                    <a:pt x="925886" y="704681"/>
                    <a:pt x="971545" y="704701"/>
                  </a:cubicBezTo>
                  <a:cubicBezTo>
                    <a:pt x="971845" y="704701"/>
                    <a:pt x="972144" y="704538"/>
                    <a:pt x="972907" y="704317"/>
                  </a:cubicBezTo>
                  <a:cubicBezTo>
                    <a:pt x="972907" y="632367"/>
                    <a:pt x="972907" y="560292"/>
                    <a:pt x="972907" y="487967"/>
                  </a:cubicBezTo>
                  <a:close/>
                  <a:moveTo>
                    <a:pt x="726146" y="187209"/>
                  </a:moveTo>
                  <a:cubicBezTo>
                    <a:pt x="738655" y="187209"/>
                    <a:pt x="748796" y="197421"/>
                    <a:pt x="748796" y="210019"/>
                  </a:cubicBezTo>
                  <a:cubicBezTo>
                    <a:pt x="748796" y="222617"/>
                    <a:pt x="738655" y="232829"/>
                    <a:pt x="726146" y="232829"/>
                  </a:cubicBezTo>
                  <a:cubicBezTo>
                    <a:pt x="713637" y="232829"/>
                    <a:pt x="703496" y="222617"/>
                    <a:pt x="703496" y="210019"/>
                  </a:cubicBezTo>
                  <a:cubicBezTo>
                    <a:pt x="703496" y="197421"/>
                    <a:pt x="713637" y="187209"/>
                    <a:pt x="726146" y="187209"/>
                  </a:cubicBezTo>
                  <a:close/>
                  <a:moveTo>
                    <a:pt x="711278" y="172878"/>
                  </a:moveTo>
                  <a:cubicBezTo>
                    <a:pt x="690575" y="181143"/>
                    <a:pt x="680543" y="203794"/>
                    <a:pt x="688706" y="224425"/>
                  </a:cubicBezTo>
                  <a:cubicBezTo>
                    <a:pt x="696932" y="245215"/>
                    <a:pt x="720325" y="255608"/>
                    <a:pt x="739899" y="247838"/>
                  </a:cubicBezTo>
                  <a:cubicBezTo>
                    <a:pt x="761131" y="239411"/>
                    <a:pt x="771683" y="215437"/>
                    <a:pt x="762847" y="194692"/>
                  </a:cubicBezTo>
                  <a:cubicBezTo>
                    <a:pt x="753689" y="174294"/>
                    <a:pt x="731993" y="164607"/>
                    <a:pt x="711278" y="172878"/>
                  </a:cubicBezTo>
                  <a:close/>
                  <a:moveTo>
                    <a:pt x="713526" y="146020"/>
                  </a:moveTo>
                  <a:cubicBezTo>
                    <a:pt x="733323" y="142228"/>
                    <a:pt x="751588" y="146460"/>
                    <a:pt x="767335" y="159079"/>
                  </a:cubicBezTo>
                  <a:cubicBezTo>
                    <a:pt x="778890" y="168338"/>
                    <a:pt x="786846" y="180395"/>
                    <a:pt x="789830" y="195108"/>
                  </a:cubicBezTo>
                  <a:cubicBezTo>
                    <a:pt x="793654" y="213960"/>
                    <a:pt x="791223" y="231771"/>
                    <a:pt x="779542" y="248059"/>
                  </a:cubicBezTo>
                  <a:cubicBezTo>
                    <a:pt x="773624" y="256715"/>
                    <a:pt x="766149" y="263291"/>
                    <a:pt x="757168" y="267895"/>
                  </a:cubicBezTo>
                  <a:cubicBezTo>
                    <a:pt x="744643" y="274315"/>
                    <a:pt x="731427" y="276975"/>
                    <a:pt x="717215" y="274946"/>
                  </a:cubicBezTo>
                  <a:cubicBezTo>
                    <a:pt x="704868" y="273183"/>
                    <a:pt x="693851" y="268843"/>
                    <a:pt x="684322" y="260851"/>
                  </a:cubicBezTo>
                  <a:cubicBezTo>
                    <a:pt x="672127" y="250624"/>
                    <a:pt x="664284" y="237860"/>
                    <a:pt x="661651" y="221979"/>
                  </a:cubicBezTo>
                  <a:cubicBezTo>
                    <a:pt x="659663" y="209987"/>
                    <a:pt x="660125" y="198207"/>
                    <a:pt x="664676" y="186899"/>
                  </a:cubicBezTo>
                  <a:cubicBezTo>
                    <a:pt x="673638" y="164632"/>
                    <a:pt x="689792" y="150566"/>
                    <a:pt x="713526" y="146020"/>
                  </a:cubicBezTo>
                  <a:close/>
                  <a:moveTo>
                    <a:pt x="588380" y="116786"/>
                  </a:moveTo>
                  <a:cubicBezTo>
                    <a:pt x="588843" y="125977"/>
                    <a:pt x="588679" y="135239"/>
                    <a:pt x="589920" y="144308"/>
                  </a:cubicBezTo>
                  <a:cubicBezTo>
                    <a:pt x="591603" y="156606"/>
                    <a:pt x="593329" y="169067"/>
                    <a:pt x="596877" y="180906"/>
                  </a:cubicBezTo>
                  <a:lnTo>
                    <a:pt x="602744" y="197097"/>
                  </a:lnTo>
                  <a:lnTo>
                    <a:pt x="611268" y="214555"/>
                  </a:lnTo>
                  <a:lnTo>
                    <a:pt x="618727" y="226251"/>
                  </a:lnTo>
                  <a:lnTo>
                    <a:pt x="626631" y="236931"/>
                  </a:lnTo>
                  <a:lnTo>
                    <a:pt x="632423" y="244257"/>
                  </a:lnTo>
                  <a:lnTo>
                    <a:pt x="638474" y="250517"/>
                  </a:lnTo>
                  <a:lnTo>
                    <a:pt x="648654" y="260350"/>
                  </a:lnTo>
                  <a:lnTo>
                    <a:pt x="655732" y="266295"/>
                  </a:lnTo>
                  <a:lnTo>
                    <a:pt x="673851" y="279043"/>
                  </a:lnTo>
                  <a:lnTo>
                    <a:pt x="687412" y="286379"/>
                  </a:lnTo>
                  <a:lnTo>
                    <a:pt x="689933" y="287693"/>
                  </a:lnTo>
                  <a:lnTo>
                    <a:pt x="711594" y="296438"/>
                  </a:lnTo>
                  <a:lnTo>
                    <a:pt x="726544" y="300370"/>
                  </a:lnTo>
                  <a:lnTo>
                    <a:pt x="737310" y="301990"/>
                  </a:lnTo>
                  <a:cubicBezTo>
                    <a:pt x="744327" y="302620"/>
                    <a:pt x="751393" y="303320"/>
                    <a:pt x="758451" y="303736"/>
                  </a:cubicBezTo>
                  <a:lnTo>
                    <a:pt x="764201" y="303746"/>
                  </a:lnTo>
                  <a:lnTo>
                    <a:pt x="769951" y="303736"/>
                  </a:lnTo>
                  <a:cubicBezTo>
                    <a:pt x="777009" y="303320"/>
                    <a:pt x="784075" y="302620"/>
                    <a:pt x="791092" y="301990"/>
                  </a:cubicBezTo>
                  <a:lnTo>
                    <a:pt x="801857" y="300370"/>
                  </a:lnTo>
                  <a:lnTo>
                    <a:pt x="816807" y="296438"/>
                  </a:lnTo>
                  <a:lnTo>
                    <a:pt x="838468" y="287693"/>
                  </a:lnTo>
                  <a:lnTo>
                    <a:pt x="840990" y="286379"/>
                  </a:lnTo>
                  <a:lnTo>
                    <a:pt x="854550" y="279043"/>
                  </a:lnTo>
                  <a:lnTo>
                    <a:pt x="872670" y="266295"/>
                  </a:lnTo>
                  <a:lnTo>
                    <a:pt x="879748" y="260350"/>
                  </a:lnTo>
                  <a:lnTo>
                    <a:pt x="889928" y="250517"/>
                  </a:lnTo>
                  <a:lnTo>
                    <a:pt x="895978" y="244257"/>
                  </a:lnTo>
                  <a:lnTo>
                    <a:pt x="901771" y="236931"/>
                  </a:lnTo>
                  <a:lnTo>
                    <a:pt x="909675" y="226251"/>
                  </a:lnTo>
                  <a:lnTo>
                    <a:pt x="917133" y="214555"/>
                  </a:lnTo>
                  <a:lnTo>
                    <a:pt x="925657" y="197097"/>
                  </a:lnTo>
                  <a:lnTo>
                    <a:pt x="931525" y="180906"/>
                  </a:lnTo>
                  <a:cubicBezTo>
                    <a:pt x="935072" y="169067"/>
                    <a:pt x="936799" y="156606"/>
                    <a:pt x="938481" y="144308"/>
                  </a:cubicBezTo>
                  <a:cubicBezTo>
                    <a:pt x="939722" y="135239"/>
                    <a:pt x="939558" y="125977"/>
                    <a:pt x="940021" y="116786"/>
                  </a:cubicBezTo>
                  <a:close/>
                  <a:moveTo>
                    <a:pt x="586946" y="0"/>
                  </a:moveTo>
                  <a:lnTo>
                    <a:pt x="954869" y="0"/>
                  </a:lnTo>
                  <a:lnTo>
                    <a:pt x="1011931" y="0"/>
                  </a:lnTo>
                  <a:cubicBezTo>
                    <a:pt x="1011931" y="38479"/>
                    <a:pt x="1011931" y="77163"/>
                    <a:pt x="1011931" y="116321"/>
                  </a:cubicBezTo>
                  <a:lnTo>
                    <a:pt x="1001587" y="116321"/>
                  </a:lnTo>
                  <a:lnTo>
                    <a:pt x="985512" y="116476"/>
                  </a:lnTo>
                  <a:cubicBezTo>
                    <a:pt x="985970" y="138888"/>
                    <a:pt x="983910" y="160340"/>
                    <a:pt x="979072" y="180772"/>
                  </a:cubicBezTo>
                  <a:lnTo>
                    <a:pt x="976577" y="189458"/>
                  </a:lnTo>
                  <a:lnTo>
                    <a:pt x="975980" y="192071"/>
                  </a:lnTo>
                  <a:lnTo>
                    <a:pt x="975149" y="194425"/>
                  </a:lnTo>
                  <a:lnTo>
                    <a:pt x="973300" y="200862"/>
                  </a:lnTo>
                  <a:lnTo>
                    <a:pt x="969447" y="210592"/>
                  </a:lnTo>
                  <a:lnTo>
                    <a:pt x="967861" y="215088"/>
                  </a:lnTo>
                  <a:lnTo>
                    <a:pt x="966855" y="217136"/>
                  </a:lnTo>
                  <a:lnTo>
                    <a:pt x="965618" y="220259"/>
                  </a:lnTo>
                  <a:lnTo>
                    <a:pt x="959521" y="232072"/>
                  </a:lnTo>
                  <a:lnTo>
                    <a:pt x="957124" y="236954"/>
                  </a:lnTo>
                  <a:lnTo>
                    <a:pt x="956514" y="237898"/>
                  </a:lnTo>
                  <a:lnTo>
                    <a:pt x="955971" y="238949"/>
                  </a:lnTo>
                  <a:cubicBezTo>
                    <a:pt x="952422" y="245060"/>
                    <a:pt x="948535" y="251051"/>
                    <a:pt x="944301" y="256919"/>
                  </a:cubicBezTo>
                  <a:lnTo>
                    <a:pt x="943897" y="257425"/>
                  </a:lnTo>
                  <a:lnTo>
                    <a:pt x="943754" y="257647"/>
                  </a:lnTo>
                  <a:lnTo>
                    <a:pt x="942584" y="259072"/>
                  </a:lnTo>
                  <a:lnTo>
                    <a:pt x="930550" y="274155"/>
                  </a:lnTo>
                  <a:lnTo>
                    <a:pt x="928066" y="276745"/>
                  </a:lnTo>
                  <a:lnTo>
                    <a:pt x="927735" y="277148"/>
                  </a:lnTo>
                  <a:lnTo>
                    <a:pt x="926822" y="278042"/>
                  </a:lnTo>
                  <a:lnTo>
                    <a:pt x="915287" y="290065"/>
                  </a:lnTo>
                  <a:cubicBezTo>
                    <a:pt x="910039" y="295060"/>
                    <a:pt x="904632" y="299747"/>
                    <a:pt x="899067" y="304123"/>
                  </a:cubicBezTo>
                  <a:lnTo>
                    <a:pt x="891396" y="309571"/>
                  </a:lnTo>
                  <a:lnTo>
                    <a:pt x="891290" y="309656"/>
                  </a:lnTo>
                  <a:lnTo>
                    <a:pt x="891134" y="309757"/>
                  </a:lnTo>
                  <a:lnTo>
                    <a:pt x="881899" y="316317"/>
                  </a:lnTo>
                  <a:lnTo>
                    <a:pt x="874664" y="320441"/>
                  </a:lnTo>
                  <a:lnTo>
                    <a:pt x="872716" y="321705"/>
                  </a:lnTo>
                  <a:lnTo>
                    <a:pt x="870122" y="323031"/>
                  </a:lnTo>
                  <a:lnTo>
                    <a:pt x="863795" y="326637"/>
                  </a:lnTo>
                  <a:lnTo>
                    <a:pt x="858272" y="329086"/>
                  </a:lnTo>
                  <a:lnTo>
                    <a:pt x="853364" y="331593"/>
                  </a:lnTo>
                  <a:lnTo>
                    <a:pt x="847659" y="333790"/>
                  </a:lnTo>
                  <a:lnTo>
                    <a:pt x="844764" y="335074"/>
                  </a:lnTo>
                  <a:lnTo>
                    <a:pt x="841814" y="336041"/>
                  </a:lnTo>
                  <a:lnTo>
                    <a:pt x="833271" y="339330"/>
                  </a:lnTo>
                  <a:lnTo>
                    <a:pt x="824976" y="341562"/>
                  </a:lnTo>
                  <a:lnTo>
                    <a:pt x="824816" y="341614"/>
                  </a:lnTo>
                  <a:lnTo>
                    <a:pt x="824615" y="341659"/>
                  </a:lnTo>
                  <a:lnTo>
                    <a:pt x="812472" y="344926"/>
                  </a:lnTo>
                  <a:cubicBezTo>
                    <a:pt x="805425" y="346435"/>
                    <a:pt x="798266" y="347589"/>
                    <a:pt x="791002" y="348390"/>
                  </a:cubicBezTo>
                  <a:lnTo>
                    <a:pt x="782866" y="348885"/>
                  </a:lnTo>
                  <a:lnTo>
                    <a:pt x="782209" y="348967"/>
                  </a:lnTo>
                  <a:lnTo>
                    <a:pt x="780647" y="349020"/>
                  </a:lnTo>
                  <a:lnTo>
                    <a:pt x="768897" y="349734"/>
                  </a:lnTo>
                  <a:lnTo>
                    <a:pt x="764201" y="349575"/>
                  </a:lnTo>
                  <a:lnTo>
                    <a:pt x="759504" y="349734"/>
                  </a:lnTo>
                  <a:lnTo>
                    <a:pt x="747754" y="349020"/>
                  </a:lnTo>
                  <a:lnTo>
                    <a:pt x="746193" y="348967"/>
                  </a:lnTo>
                  <a:lnTo>
                    <a:pt x="745535" y="348885"/>
                  </a:lnTo>
                  <a:lnTo>
                    <a:pt x="737399" y="348390"/>
                  </a:lnTo>
                  <a:cubicBezTo>
                    <a:pt x="730135" y="347589"/>
                    <a:pt x="722976" y="346435"/>
                    <a:pt x="715930" y="344926"/>
                  </a:cubicBezTo>
                  <a:lnTo>
                    <a:pt x="703787" y="341659"/>
                  </a:lnTo>
                  <a:lnTo>
                    <a:pt x="703586" y="341614"/>
                  </a:lnTo>
                  <a:lnTo>
                    <a:pt x="703426" y="341562"/>
                  </a:lnTo>
                  <a:lnTo>
                    <a:pt x="695130" y="339330"/>
                  </a:lnTo>
                  <a:lnTo>
                    <a:pt x="686588" y="336041"/>
                  </a:lnTo>
                  <a:lnTo>
                    <a:pt x="683638" y="335074"/>
                  </a:lnTo>
                  <a:lnTo>
                    <a:pt x="680742" y="333790"/>
                  </a:lnTo>
                  <a:lnTo>
                    <a:pt x="675037" y="331593"/>
                  </a:lnTo>
                  <a:lnTo>
                    <a:pt x="670130" y="329086"/>
                  </a:lnTo>
                  <a:lnTo>
                    <a:pt x="664606" y="326637"/>
                  </a:lnTo>
                  <a:lnTo>
                    <a:pt x="658280" y="323031"/>
                  </a:lnTo>
                  <a:lnTo>
                    <a:pt x="655686" y="321705"/>
                  </a:lnTo>
                  <a:lnTo>
                    <a:pt x="653737" y="320441"/>
                  </a:lnTo>
                  <a:lnTo>
                    <a:pt x="646502" y="316317"/>
                  </a:lnTo>
                  <a:lnTo>
                    <a:pt x="637268" y="309757"/>
                  </a:lnTo>
                  <a:lnTo>
                    <a:pt x="637112" y="309656"/>
                  </a:lnTo>
                  <a:lnTo>
                    <a:pt x="637005" y="309571"/>
                  </a:lnTo>
                  <a:lnTo>
                    <a:pt x="629335" y="304123"/>
                  </a:lnTo>
                  <a:cubicBezTo>
                    <a:pt x="623770" y="299747"/>
                    <a:pt x="618362" y="295060"/>
                    <a:pt x="613115" y="290065"/>
                  </a:cubicBezTo>
                  <a:lnTo>
                    <a:pt x="601580" y="278042"/>
                  </a:lnTo>
                  <a:lnTo>
                    <a:pt x="600667" y="277148"/>
                  </a:lnTo>
                  <a:lnTo>
                    <a:pt x="600335" y="276745"/>
                  </a:lnTo>
                  <a:lnTo>
                    <a:pt x="597851" y="274155"/>
                  </a:lnTo>
                  <a:lnTo>
                    <a:pt x="585818" y="259072"/>
                  </a:lnTo>
                  <a:lnTo>
                    <a:pt x="584648" y="257647"/>
                  </a:lnTo>
                  <a:lnTo>
                    <a:pt x="584504" y="257425"/>
                  </a:lnTo>
                  <a:lnTo>
                    <a:pt x="584100" y="256919"/>
                  </a:lnTo>
                  <a:cubicBezTo>
                    <a:pt x="579867" y="251051"/>
                    <a:pt x="575980" y="245060"/>
                    <a:pt x="572430" y="238949"/>
                  </a:cubicBezTo>
                  <a:lnTo>
                    <a:pt x="571887" y="237898"/>
                  </a:lnTo>
                  <a:lnTo>
                    <a:pt x="571278" y="236954"/>
                  </a:lnTo>
                  <a:lnTo>
                    <a:pt x="568881" y="232072"/>
                  </a:lnTo>
                  <a:lnTo>
                    <a:pt x="562783" y="220259"/>
                  </a:lnTo>
                  <a:lnTo>
                    <a:pt x="561546" y="217136"/>
                  </a:lnTo>
                  <a:lnTo>
                    <a:pt x="560541" y="215088"/>
                  </a:lnTo>
                  <a:lnTo>
                    <a:pt x="558955" y="210592"/>
                  </a:lnTo>
                  <a:lnTo>
                    <a:pt x="555102" y="200862"/>
                  </a:lnTo>
                  <a:lnTo>
                    <a:pt x="553252" y="194425"/>
                  </a:lnTo>
                  <a:lnTo>
                    <a:pt x="552422" y="192071"/>
                  </a:lnTo>
                  <a:lnTo>
                    <a:pt x="551825" y="189458"/>
                  </a:lnTo>
                  <a:lnTo>
                    <a:pt x="549329" y="180772"/>
                  </a:lnTo>
                  <a:cubicBezTo>
                    <a:pt x="544492" y="160340"/>
                    <a:pt x="542431" y="138888"/>
                    <a:pt x="542889" y="116476"/>
                  </a:cubicBezTo>
                  <a:lnTo>
                    <a:pt x="526814" y="116321"/>
                  </a:lnTo>
                  <a:lnTo>
                    <a:pt x="516471" y="116321"/>
                  </a:lnTo>
                  <a:lnTo>
                    <a:pt x="516471" y="69529"/>
                  </a:lnTo>
                  <a:lnTo>
                    <a:pt x="561571" y="69529"/>
                  </a:lnTo>
                  <a:lnTo>
                    <a:pt x="561571" y="70050"/>
                  </a:lnTo>
                  <a:lnTo>
                    <a:pt x="966831" y="70050"/>
                  </a:lnTo>
                  <a:cubicBezTo>
                    <a:pt x="966831" y="61785"/>
                    <a:pt x="966831" y="53542"/>
                    <a:pt x="966831" y="44843"/>
                  </a:cubicBezTo>
                  <a:lnTo>
                    <a:pt x="954869" y="44843"/>
                  </a:lnTo>
                  <a:lnTo>
                    <a:pt x="586946" y="44843"/>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901" name="Freeform: Shape 2900">
              <a:extLst>
                <a:ext uri="{FF2B5EF4-FFF2-40B4-BE49-F238E27FC236}">
                  <a16:creationId xmlns:a16="http://schemas.microsoft.com/office/drawing/2014/main" id="{659399C8-A52D-0FBC-B90B-B0CE4C400F1F}"/>
                </a:ext>
                <a:ext uri="{C183D7F6-B498-43B3-948B-1728B52AA6E4}">
                  <adec:decorative xmlns:adec="http://schemas.microsoft.com/office/drawing/2017/decorative" val="1"/>
                </a:ext>
              </a:extLst>
            </p:cNvPr>
            <p:cNvSpPr/>
            <p:nvPr/>
          </p:nvSpPr>
          <p:spPr>
            <a:xfrm>
              <a:off x="5214442" y="5755986"/>
              <a:ext cx="318859" cy="427150"/>
            </a:xfrm>
            <a:custGeom>
              <a:avLst/>
              <a:gdLst>
                <a:gd name="connsiteX0" fmla="*/ 425921 w 716970"/>
                <a:gd name="connsiteY0" fmla="*/ 872143 h 960468"/>
                <a:gd name="connsiteX1" fmla="*/ 441936 w 716970"/>
                <a:gd name="connsiteY1" fmla="*/ 888334 h 960468"/>
                <a:gd name="connsiteX2" fmla="*/ 441964 w 716970"/>
                <a:gd name="connsiteY2" fmla="*/ 958964 h 960468"/>
                <a:gd name="connsiteX3" fmla="*/ 434112 w 716970"/>
                <a:gd name="connsiteY3" fmla="*/ 959681 h 960468"/>
                <a:gd name="connsiteX4" fmla="*/ 407980 w 716970"/>
                <a:gd name="connsiteY4" fmla="*/ 959102 h 960468"/>
                <a:gd name="connsiteX5" fmla="*/ 407557 w 716970"/>
                <a:gd name="connsiteY5" fmla="*/ 905818 h 960468"/>
                <a:gd name="connsiteX6" fmla="*/ 314312 w 716970"/>
                <a:gd name="connsiteY6" fmla="*/ 905818 h 960468"/>
                <a:gd name="connsiteX7" fmla="*/ 314312 w 716970"/>
                <a:gd name="connsiteY7" fmla="*/ 959415 h 960468"/>
                <a:gd name="connsiteX8" fmla="*/ 311139 w 716970"/>
                <a:gd name="connsiteY8" fmla="*/ 960468 h 960468"/>
                <a:gd name="connsiteX9" fmla="*/ 281046 w 716970"/>
                <a:gd name="connsiteY9" fmla="*/ 959839 h 960468"/>
                <a:gd name="connsiteX10" fmla="*/ 280883 w 716970"/>
                <a:gd name="connsiteY10" fmla="*/ 888365 h 960468"/>
                <a:gd name="connsiteX11" fmla="*/ 296847 w 716970"/>
                <a:gd name="connsiteY11" fmla="*/ 872143 h 960468"/>
                <a:gd name="connsiteX12" fmla="*/ 425921 w 716970"/>
                <a:gd name="connsiteY12" fmla="*/ 872143 h 960468"/>
                <a:gd name="connsiteX13" fmla="*/ 572359 w 716970"/>
                <a:gd name="connsiteY13" fmla="*/ 872142 h 960468"/>
                <a:gd name="connsiteX14" fmla="*/ 700965 w 716970"/>
                <a:gd name="connsiteY14" fmla="*/ 872143 h 960468"/>
                <a:gd name="connsiteX15" fmla="*/ 716918 w 716970"/>
                <a:gd name="connsiteY15" fmla="*/ 887886 h 960468"/>
                <a:gd name="connsiteX16" fmla="*/ 716970 w 716970"/>
                <a:gd name="connsiteY16" fmla="*/ 959023 h 960468"/>
                <a:gd name="connsiteX17" fmla="*/ 683939 w 716970"/>
                <a:gd name="connsiteY17" fmla="*/ 959103 h 960468"/>
                <a:gd name="connsiteX18" fmla="*/ 683515 w 716970"/>
                <a:gd name="connsiteY18" fmla="*/ 905818 h 960468"/>
                <a:gd name="connsiteX19" fmla="*/ 590271 w 716970"/>
                <a:gd name="connsiteY19" fmla="*/ 905818 h 960468"/>
                <a:gd name="connsiteX20" fmla="*/ 590271 w 716970"/>
                <a:gd name="connsiteY20" fmla="*/ 959416 h 960468"/>
                <a:gd name="connsiteX21" fmla="*/ 568287 w 716970"/>
                <a:gd name="connsiteY21" fmla="*/ 959707 h 960468"/>
                <a:gd name="connsiteX22" fmla="*/ 555984 w 716970"/>
                <a:gd name="connsiteY22" fmla="*/ 959821 h 960468"/>
                <a:gd name="connsiteX23" fmla="*/ 555861 w 716970"/>
                <a:gd name="connsiteY23" fmla="*/ 888844 h 960468"/>
                <a:gd name="connsiteX24" fmla="*/ 572359 w 716970"/>
                <a:gd name="connsiteY24" fmla="*/ 872142 h 960468"/>
                <a:gd name="connsiteX25" fmla="*/ 144342 w 716970"/>
                <a:gd name="connsiteY25" fmla="*/ 871994 h 960468"/>
                <a:gd name="connsiteX26" fmla="*/ 162024 w 716970"/>
                <a:gd name="connsiteY26" fmla="*/ 889787 h 960468"/>
                <a:gd name="connsiteX27" fmla="*/ 162077 w 716970"/>
                <a:gd name="connsiteY27" fmla="*/ 958965 h 960468"/>
                <a:gd name="connsiteX28" fmla="*/ 140107 w 716970"/>
                <a:gd name="connsiteY28" fmla="*/ 959707 h 960468"/>
                <a:gd name="connsiteX29" fmla="*/ 127856 w 716970"/>
                <a:gd name="connsiteY29" fmla="*/ 959362 h 960468"/>
                <a:gd name="connsiteX30" fmla="*/ 127667 w 716970"/>
                <a:gd name="connsiteY30" fmla="*/ 905815 h 960468"/>
                <a:gd name="connsiteX31" fmla="*/ 34425 w 716970"/>
                <a:gd name="connsiteY31" fmla="*/ 905815 h 960468"/>
                <a:gd name="connsiteX32" fmla="*/ 34425 w 716970"/>
                <a:gd name="connsiteY32" fmla="*/ 959416 h 960468"/>
                <a:gd name="connsiteX33" fmla="*/ 388 w 716970"/>
                <a:gd name="connsiteY33" fmla="*/ 959556 h 960468"/>
                <a:gd name="connsiteX34" fmla="*/ 17 w 716970"/>
                <a:gd name="connsiteY34" fmla="*/ 889770 h 960468"/>
                <a:gd name="connsiteX35" fmla="*/ 17686 w 716970"/>
                <a:gd name="connsiteY35" fmla="*/ 872142 h 960468"/>
                <a:gd name="connsiteX36" fmla="*/ 144342 w 716970"/>
                <a:gd name="connsiteY36" fmla="*/ 871994 h 960468"/>
                <a:gd name="connsiteX37" fmla="*/ 114150 w 716970"/>
                <a:gd name="connsiteY37" fmla="*/ 569668 h 960468"/>
                <a:gd name="connsiteX38" fmla="*/ 130626 w 716970"/>
                <a:gd name="connsiteY38" fmla="*/ 586384 h 960468"/>
                <a:gd name="connsiteX39" fmla="*/ 130650 w 716970"/>
                <a:gd name="connsiteY39" fmla="*/ 714431 h 960468"/>
                <a:gd name="connsiteX40" fmla="*/ 96695 w 716970"/>
                <a:gd name="connsiteY40" fmla="*/ 714479 h 960468"/>
                <a:gd name="connsiteX41" fmla="*/ 96250 w 716970"/>
                <a:gd name="connsiteY41" fmla="*/ 603378 h 960468"/>
                <a:gd name="connsiteX42" fmla="*/ 64868 w 716970"/>
                <a:gd name="connsiteY42" fmla="*/ 603378 h 960468"/>
                <a:gd name="connsiteX43" fmla="*/ 64868 w 716970"/>
                <a:gd name="connsiteY43" fmla="*/ 714882 h 960468"/>
                <a:gd name="connsiteX44" fmla="*/ 30881 w 716970"/>
                <a:gd name="connsiteY44" fmla="*/ 714928 h 960468"/>
                <a:gd name="connsiteX45" fmla="*/ 30506 w 716970"/>
                <a:gd name="connsiteY45" fmla="*/ 590228 h 960468"/>
                <a:gd name="connsiteX46" fmla="*/ 40421 w 716970"/>
                <a:gd name="connsiteY46" fmla="*/ 571102 h 960468"/>
                <a:gd name="connsiteX47" fmla="*/ 46916 w 716970"/>
                <a:gd name="connsiteY47" fmla="*/ 569727 h 960468"/>
                <a:gd name="connsiteX48" fmla="*/ 114150 w 716970"/>
                <a:gd name="connsiteY48" fmla="*/ 569668 h 960468"/>
                <a:gd name="connsiteX49" fmla="*/ 605066 w 716970"/>
                <a:gd name="connsiteY49" fmla="*/ 569474 h 960468"/>
                <a:gd name="connsiteX50" fmla="*/ 670347 w 716970"/>
                <a:gd name="connsiteY50" fmla="*/ 569668 h 960468"/>
                <a:gd name="connsiteX51" fmla="*/ 686469 w 716970"/>
                <a:gd name="connsiteY51" fmla="*/ 585860 h 960468"/>
                <a:gd name="connsiteX52" fmla="*/ 686497 w 716970"/>
                <a:gd name="connsiteY52" fmla="*/ 714431 h 960468"/>
                <a:gd name="connsiteX53" fmla="*/ 652542 w 716970"/>
                <a:gd name="connsiteY53" fmla="*/ 714479 h 960468"/>
                <a:gd name="connsiteX54" fmla="*/ 652097 w 716970"/>
                <a:gd name="connsiteY54" fmla="*/ 603377 h 960468"/>
                <a:gd name="connsiteX55" fmla="*/ 620715 w 716970"/>
                <a:gd name="connsiteY55" fmla="*/ 603377 h 960468"/>
                <a:gd name="connsiteX56" fmla="*/ 620715 w 716970"/>
                <a:gd name="connsiteY56" fmla="*/ 714882 h 960468"/>
                <a:gd name="connsiteX57" fmla="*/ 586728 w 716970"/>
                <a:gd name="connsiteY57" fmla="*/ 714928 h 960468"/>
                <a:gd name="connsiteX58" fmla="*/ 586257 w 716970"/>
                <a:gd name="connsiteY58" fmla="*/ 588723 h 960468"/>
                <a:gd name="connsiteX59" fmla="*/ 605066 w 716970"/>
                <a:gd name="connsiteY59" fmla="*/ 569474 h 960468"/>
                <a:gd name="connsiteX60" fmla="*/ 343736 w 716970"/>
                <a:gd name="connsiteY60" fmla="*/ 561190 h 960468"/>
                <a:gd name="connsiteX61" fmla="*/ 378108 w 716970"/>
                <a:gd name="connsiteY61" fmla="*/ 561190 h 960468"/>
                <a:gd name="connsiteX62" fmla="*/ 377920 w 716970"/>
                <a:gd name="connsiteY62" fmla="*/ 585417 h 960468"/>
                <a:gd name="connsiteX63" fmla="*/ 387243 w 716970"/>
                <a:gd name="connsiteY63" fmla="*/ 612010 h 960468"/>
                <a:gd name="connsiteX64" fmla="*/ 406339 w 716970"/>
                <a:gd name="connsiteY64" fmla="*/ 658476 h 960468"/>
                <a:gd name="connsiteX65" fmla="*/ 408573 w 716970"/>
                <a:gd name="connsiteY65" fmla="*/ 714431 h 960468"/>
                <a:gd name="connsiteX66" fmla="*/ 374618 w 716970"/>
                <a:gd name="connsiteY66" fmla="*/ 714479 h 960468"/>
                <a:gd name="connsiteX67" fmla="*/ 373003 w 716970"/>
                <a:gd name="connsiteY67" fmla="*/ 666167 h 960468"/>
                <a:gd name="connsiteX68" fmla="*/ 361188 w 716970"/>
                <a:gd name="connsiteY68" fmla="*/ 634831 h 960468"/>
                <a:gd name="connsiteX69" fmla="*/ 348795 w 716970"/>
                <a:gd name="connsiteY69" fmla="*/ 671759 h 960468"/>
                <a:gd name="connsiteX70" fmla="*/ 348684 w 716970"/>
                <a:gd name="connsiteY70" fmla="*/ 714882 h 960468"/>
                <a:gd name="connsiteX71" fmla="*/ 314697 w 716970"/>
                <a:gd name="connsiteY71" fmla="*/ 714928 h 960468"/>
                <a:gd name="connsiteX72" fmla="*/ 314316 w 716970"/>
                <a:gd name="connsiteY72" fmla="*/ 676610 h 960468"/>
                <a:gd name="connsiteX73" fmla="*/ 342095 w 716970"/>
                <a:gd name="connsiteY73" fmla="*/ 603080 h 960468"/>
                <a:gd name="connsiteX74" fmla="*/ 343667 w 716970"/>
                <a:gd name="connsiteY74" fmla="*/ 597826 h 960468"/>
                <a:gd name="connsiteX75" fmla="*/ 343736 w 716970"/>
                <a:gd name="connsiteY75" fmla="*/ 561190 h 960468"/>
                <a:gd name="connsiteX76" fmla="*/ 358437 w 716970"/>
                <a:gd name="connsiteY76" fmla="*/ 0 h 960468"/>
                <a:gd name="connsiteX77" fmla="*/ 425515 w 716970"/>
                <a:gd name="connsiteY77" fmla="*/ 0 h 960468"/>
                <a:gd name="connsiteX78" fmla="*/ 425515 w 716970"/>
                <a:gd name="connsiteY78" fmla="*/ 66525 h 960468"/>
                <a:gd name="connsiteX79" fmla="*/ 358437 w 716970"/>
                <a:gd name="connsiteY79" fmla="*/ 66525 h 9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16970" h="960468">
                  <a:moveTo>
                    <a:pt x="425921" y="872143"/>
                  </a:moveTo>
                  <a:cubicBezTo>
                    <a:pt x="435334" y="872144"/>
                    <a:pt x="441927" y="878780"/>
                    <a:pt x="441936" y="888334"/>
                  </a:cubicBezTo>
                  <a:cubicBezTo>
                    <a:pt x="441959" y="911728"/>
                    <a:pt x="441948" y="935121"/>
                    <a:pt x="441964" y="958964"/>
                  </a:cubicBezTo>
                  <a:cubicBezTo>
                    <a:pt x="439356" y="959507"/>
                    <a:pt x="436734" y="959676"/>
                    <a:pt x="434112" y="959681"/>
                  </a:cubicBezTo>
                  <a:cubicBezTo>
                    <a:pt x="425543" y="959697"/>
                    <a:pt x="416973" y="959655"/>
                    <a:pt x="407980" y="959102"/>
                  </a:cubicBezTo>
                  <a:cubicBezTo>
                    <a:pt x="407557" y="940995"/>
                    <a:pt x="407557" y="923420"/>
                    <a:pt x="407557" y="905818"/>
                  </a:cubicBezTo>
                  <a:cubicBezTo>
                    <a:pt x="376185" y="905818"/>
                    <a:pt x="345406" y="905818"/>
                    <a:pt x="314312" y="905818"/>
                  </a:cubicBezTo>
                  <a:cubicBezTo>
                    <a:pt x="314312" y="923874"/>
                    <a:pt x="314312" y="941644"/>
                    <a:pt x="314312" y="959415"/>
                  </a:cubicBezTo>
                  <a:cubicBezTo>
                    <a:pt x="313254" y="959783"/>
                    <a:pt x="312195" y="960472"/>
                    <a:pt x="311139" y="960468"/>
                  </a:cubicBezTo>
                  <a:cubicBezTo>
                    <a:pt x="301201" y="960432"/>
                    <a:pt x="291264" y="960277"/>
                    <a:pt x="281046" y="959839"/>
                  </a:cubicBezTo>
                  <a:cubicBezTo>
                    <a:pt x="280805" y="935803"/>
                    <a:pt x="280848" y="912084"/>
                    <a:pt x="280883" y="888365"/>
                  </a:cubicBezTo>
                  <a:cubicBezTo>
                    <a:pt x="280898" y="878752"/>
                    <a:pt x="287384" y="872144"/>
                    <a:pt x="296847" y="872143"/>
                  </a:cubicBezTo>
                  <a:cubicBezTo>
                    <a:pt x="339872" y="872140"/>
                    <a:pt x="382897" y="872141"/>
                    <a:pt x="425921" y="872143"/>
                  </a:cubicBezTo>
                  <a:close/>
                  <a:moveTo>
                    <a:pt x="572359" y="872142"/>
                  </a:moveTo>
                  <a:cubicBezTo>
                    <a:pt x="615228" y="872141"/>
                    <a:pt x="658096" y="872140"/>
                    <a:pt x="700965" y="872143"/>
                  </a:cubicBezTo>
                  <a:cubicBezTo>
                    <a:pt x="710148" y="872144"/>
                    <a:pt x="716914" y="878818"/>
                    <a:pt x="716918" y="887886"/>
                  </a:cubicBezTo>
                  <a:cubicBezTo>
                    <a:pt x="716928" y="911447"/>
                    <a:pt x="716929" y="935008"/>
                    <a:pt x="716970" y="959023"/>
                  </a:cubicBezTo>
                  <a:cubicBezTo>
                    <a:pt x="706125" y="959530"/>
                    <a:pt x="695244" y="959582"/>
                    <a:pt x="683939" y="959103"/>
                  </a:cubicBezTo>
                  <a:cubicBezTo>
                    <a:pt x="683515" y="940995"/>
                    <a:pt x="683515" y="923420"/>
                    <a:pt x="683515" y="905818"/>
                  </a:cubicBezTo>
                  <a:cubicBezTo>
                    <a:pt x="652144" y="905818"/>
                    <a:pt x="621364" y="905818"/>
                    <a:pt x="590271" y="905818"/>
                  </a:cubicBezTo>
                  <a:cubicBezTo>
                    <a:pt x="590271" y="923874"/>
                    <a:pt x="590271" y="941645"/>
                    <a:pt x="590271" y="959416"/>
                  </a:cubicBezTo>
                  <a:cubicBezTo>
                    <a:pt x="582943" y="959509"/>
                    <a:pt x="575614" y="959571"/>
                    <a:pt x="568287" y="959707"/>
                  </a:cubicBezTo>
                  <a:cubicBezTo>
                    <a:pt x="564265" y="959781"/>
                    <a:pt x="560246" y="959978"/>
                    <a:pt x="555984" y="959821"/>
                  </a:cubicBezTo>
                  <a:cubicBezTo>
                    <a:pt x="555782" y="935962"/>
                    <a:pt x="555821" y="912403"/>
                    <a:pt x="555861" y="888844"/>
                  </a:cubicBezTo>
                  <a:cubicBezTo>
                    <a:pt x="555879" y="878612"/>
                    <a:pt x="562269" y="872142"/>
                    <a:pt x="572359" y="872142"/>
                  </a:cubicBezTo>
                  <a:close/>
                  <a:moveTo>
                    <a:pt x="144342" y="871994"/>
                  </a:moveTo>
                  <a:cubicBezTo>
                    <a:pt x="154925" y="871904"/>
                    <a:pt x="161976" y="879453"/>
                    <a:pt x="162024" y="889787"/>
                  </a:cubicBezTo>
                  <a:cubicBezTo>
                    <a:pt x="162130" y="912696"/>
                    <a:pt x="162060" y="935606"/>
                    <a:pt x="162077" y="958965"/>
                  </a:cubicBezTo>
                  <a:cubicBezTo>
                    <a:pt x="154763" y="959507"/>
                    <a:pt x="147435" y="959570"/>
                    <a:pt x="140107" y="959707"/>
                  </a:cubicBezTo>
                  <a:cubicBezTo>
                    <a:pt x="136085" y="959782"/>
                    <a:pt x="132066" y="959980"/>
                    <a:pt x="127856" y="959362"/>
                  </a:cubicBezTo>
                  <a:cubicBezTo>
                    <a:pt x="127667" y="941022"/>
                    <a:pt x="127667" y="923443"/>
                    <a:pt x="127667" y="905815"/>
                  </a:cubicBezTo>
                  <a:cubicBezTo>
                    <a:pt x="96311" y="905815"/>
                    <a:pt x="65529" y="905815"/>
                    <a:pt x="34425" y="905815"/>
                  </a:cubicBezTo>
                  <a:cubicBezTo>
                    <a:pt x="34425" y="923870"/>
                    <a:pt x="34425" y="941643"/>
                    <a:pt x="34425" y="959416"/>
                  </a:cubicBezTo>
                  <a:cubicBezTo>
                    <a:pt x="23233" y="959489"/>
                    <a:pt x="12040" y="959563"/>
                    <a:pt x="388" y="959556"/>
                  </a:cubicBezTo>
                  <a:cubicBezTo>
                    <a:pt x="-43" y="936241"/>
                    <a:pt x="-17" y="913006"/>
                    <a:pt x="17" y="889770"/>
                  </a:cubicBezTo>
                  <a:cubicBezTo>
                    <a:pt x="33" y="878544"/>
                    <a:pt x="6458" y="872142"/>
                    <a:pt x="17686" y="872142"/>
                  </a:cubicBezTo>
                  <a:cubicBezTo>
                    <a:pt x="59905" y="872142"/>
                    <a:pt x="102126" y="872353"/>
                    <a:pt x="144342" y="871994"/>
                  </a:cubicBezTo>
                  <a:close/>
                  <a:moveTo>
                    <a:pt x="114150" y="569668"/>
                  </a:moveTo>
                  <a:cubicBezTo>
                    <a:pt x="124229" y="569668"/>
                    <a:pt x="130624" y="576144"/>
                    <a:pt x="130626" y="586384"/>
                  </a:cubicBezTo>
                  <a:cubicBezTo>
                    <a:pt x="130635" y="628916"/>
                    <a:pt x="130633" y="671449"/>
                    <a:pt x="130650" y="714431"/>
                  </a:cubicBezTo>
                  <a:cubicBezTo>
                    <a:pt x="119490" y="714911"/>
                    <a:pt x="108315" y="714942"/>
                    <a:pt x="96695" y="714479"/>
                  </a:cubicBezTo>
                  <a:cubicBezTo>
                    <a:pt x="96250" y="677125"/>
                    <a:pt x="96250" y="640265"/>
                    <a:pt x="96250" y="603378"/>
                  </a:cubicBezTo>
                  <a:cubicBezTo>
                    <a:pt x="85489" y="603378"/>
                    <a:pt x="75300" y="603378"/>
                    <a:pt x="64868" y="603378"/>
                  </a:cubicBezTo>
                  <a:cubicBezTo>
                    <a:pt x="64868" y="640759"/>
                    <a:pt x="64868" y="677821"/>
                    <a:pt x="64868" y="714882"/>
                  </a:cubicBezTo>
                  <a:cubicBezTo>
                    <a:pt x="53692" y="714914"/>
                    <a:pt x="42515" y="714945"/>
                    <a:pt x="30881" y="714928"/>
                  </a:cubicBezTo>
                  <a:cubicBezTo>
                    <a:pt x="30435" y="673329"/>
                    <a:pt x="30394" y="631778"/>
                    <a:pt x="30506" y="590228"/>
                  </a:cubicBezTo>
                  <a:cubicBezTo>
                    <a:pt x="30527" y="582297"/>
                    <a:pt x="32152" y="574816"/>
                    <a:pt x="40421" y="571102"/>
                  </a:cubicBezTo>
                  <a:cubicBezTo>
                    <a:pt x="42401" y="570213"/>
                    <a:pt x="44740" y="569737"/>
                    <a:pt x="46916" y="569727"/>
                  </a:cubicBezTo>
                  <a:cubicBezTo>
                    <a:pt x="69327" y="569630"/>
                    <a:pt x="91739" y="569667"/>
                    <a:pt x="114150" y="569668"/>
                  </a:cubicBezTo>
                  <a:close/>
                  <a:moveTo>
                    <a:pt x="605066" y="569474"/>
                  </a:moveTo>
                  <a:cubicBezTo>
                    <a:pt x="626807" y="570150"/>
                    <a:pt x="648585" y="569665"/>
                    <a:pt x="670347" y="569668"/>
                  </a:cubicBezTo>
                  <a:cubicBezTo>
                    <a:pt x="679544" y="569669"/>
                    <a:pt x="686466" y="576586"/>
                    <a:pt x="686469" y="585860"/>
                  </a:cubicBezTo>
                  <a:cubicBezTo>
                    <a:pt x="686486" y="628567"/>
                    <a:pt x="686480" y="671274"/>
                    <a:pt x="686497" y="714431"/>
                  </a:cubicBezTo>
                  <a:cubicBezTo>
                    <a:pt x="675337" y="714911"/>
                    <a:pt x="664162" y="714942"/>
                    <a:pt x="652542" y="714479"/>
                  </a:cubicBezTo>
                  <a:cubicBezTo>
                    <a:pt x="652097" y="677124"/>
                    <a:pt x="652097" y="640265"/>
                    <a:pt x="652097" y="603377"/>
                  </a:cubicBezTo>
                  <a:cubicBezTo>
                    <a:pt x="641336" y="603377"/>
                    <a:pt x="631147" y="603377"/>
                    <a:pt x="620715" y="603377"/>
                  </a:cubicBezTo>
                  <a:cubicBezTo>
                    <a:pt x="620715" y="640759"/>
                    <a:pt x="620715" y="677821"/>
                    <a:pt x="620715" y="714882"/>
                  </a:cubicBezTo>
                  <a:cubicBezTo>
                    <a:pt x="609539" y="714914"/>
                    <a:pt x="598362" y="714945"/>
                    <a:pt x="586728" y="714928"/>
                  </a:cubicBezTo>
                  <a:cubicBezTo>
                    <a:pt x="586282" y="672828"/>
                    <a:pt x="586368" y="630775"/>
                    <a:pt x="586257" y="588723"/>
                  </a:cubicBezTo>
                  <a:cubicBezTo>
                    <a:pt x="586227" y="577329"/>
                    <a:pt x="593219" y="569106"/>
                    <a:pt x="605066" y="569474"/>
                  </a:cubicBezTo>
                  <a:close/>
                  <a:moveTo>
                    <a:pt x="343736" y="561190"/>
                  </a:moveTo>
                  <a:cubicBezTo>
                    <a:pt x="355110" y="561190"/>
                    <a:pt x="366290" y="561190"/>
                    <a:pt x="378108" y="561190"/>
                  </a:cubicBezTo>
                  <a:cubicBezTo>
                    <a:pt x="378108" y="569216"/>
                    <a:pt x="378874" y="577419"/>
                    <a:pt x="377920" y="585417"/>
                  </a:cubicBezTo>
                  <a:cubicBezTo>
                    <a:pt x="376642" y="596129"/>
                    <a:pt x="380864" y="603937"/>
                    <a:pt x="387243" y="612010"/>
                  </a:cubicBezTo>
                  <a:cubicBezTo>
                    <a:pt x="397924" y="625529"/>
                    <a:pt x="404695" y="641367"/>
                    <a:pt x="406339" y="658476"/>
                  </a:cubicBezTo>
                  <a:cubicBezTo>
                    <a:pt x="408106" y="676879"/>
                    <a:pt x="407902" y="695471"/>
                    <a:pt x="408573" y="714431"/>
                  </a:cubicBezTo>
                  <a:cubicBezTo>
                    <a:pt x="397413" y="714911"/>
                    <a:pt x="386238" y="714942"/>
                    <a:pt x="374618" y="714479"/>
                  </a:cubicBezTo>
                  <a:cubicBezTo>
                    <a:pt x="373848" y="698041"/>
                    <a:pt x="374094" y="682058"/>
                    <a:pt x="373003" y="666167"/>
                  </a:cubicBezTo>
                  <a:cubicBezTo>
                    <a:pt x="372238" y="655027"/>
                    <a:pt x="367772" y="644751"/>
                    <a:pt x="361188" y="634831"/>
                  </a:cubicBezTo>
                  <a:cubicBezTo>
                    <a:pt x="353832" y="646549"/>
                    <a:pt x="349378" y="658673"/>
                    <a:pt x="348795" y="671759"/>
                  </a:cubicBezTo>
                  <a:cubicBezTo>
                    <a:pt x="348156" y="686106"/>
                    <a:pt x="348671" y="700506"/>
                    <a:pt x="348684" y="714882"/>
                  </a:cubicBezTo>
                  <a:cubicBezTo>
                    <a:pt x="337507" y="714914"/>
                    <a:pt x="326331" y="714945"/>
                    <a:pt x="314697" y="714928"/>
                  </a:cubicBezTo>
                  <a:cubicBezTo>
                    <a:pt x="314251" y="702123"/>
                    <a:pt x="314060" y="689362"/>
                    <a:pt x="314316" y="676610"/>
                  </a:cubicBezTo>
                  <a:cubicBezTo>
                    <a:pt x="314874" y="648851"/>
                    <a:pt x="323819" y="624210"/>
                    <a:pt x="342095" y="603080"/>
                  </a:cubicBezTo>
                  <a:cubicBezTo>
                    <a:pt x="343195" y="601808"/>
                    <a:pt x="343647" y="599604"/>
                    <a:pt x="343667" y="597826"/>
                  </a:cubicBezTo>
                  <a:cubicBezTo>
                    <a:pt x="343800" y="585735"/>
                    <a:pt x="343736" y="573643"/>
                    <a:pt x="343736" y="561190"/>
                  </a:cubicBezTo>
                  <a:close/>
                  <a:moveTo>
                    <a:pt x="358437" y="0"/>
                  </a:moveTo>
                  <a:lnTo>
                    <a:pt x="425515" y="0"/>
                  </a:lnTo>
                  <a:lnTo>
                    <a:pt x="425515" y="66525"/>
                  </a:lnTo>
                  <a:lnTo>
                    <a:pt x="358437" y="66525"/>
                  </a:lnTo>
                  <a:close/>
                </a:path>
              </a:pathLst>
            </a:custGeom>
            <a:solidFill>
              <a:schemeClr val="accent1"/>
            </a:solidFill>
            <a:ln w="6350" cap="flat">
              <a:noFill/>
              <a:prstDash val="solid"/>
              <a:miter/>
            </a:ln>
          </p:spPr>
          <p:txBody>
            <a:bodyPr wrap="square" rtlCol="0" anchor="ctr">
              <a:noAutofit/>
            </a:bodyPr>
            <a:lstStyle/>
            <a:p>
              <a:endParaRPr lang="en-US" dirty="0"/>
            </a:p>
          </p:txBody>
        </p:sp>
      </p:grpSp>
      <p:grpSp>
        <p:nvGrpSpPr>
          <p:cNvPr id="937" name="Group 936">
            <a:extLst>
              <a:ext uri="{FF2B5EF4-FFF2-40B4-BE49-F238E27FC236}">
                <a16:creationId xmlns:a16="http://schemas.microsoft.com/office/drawing/2014/main" id="{23AD742A-36CC-0EB4-DBDE-96F4F79D34C4}"/>
              </a:ext>
              <a:ext uri="{C183D7F6-B498-43B3-948B-1728B52AA6E4}">
                <adec:decorative xmlns:adec="http://schemas.microsoft.com/office/drawing/2017/decorative" val="1"/>
              </a:ext>
            </a:extLst>
          </p:cNvPr>
          <p:cNvGrpSpPr>
            <a:grpSpLocks noChangeAspect="1"/>
          </p:cNvGrpSpPr>
          <p:nvPr/>
        </p:nvGrpSpPr>
        <p:grpSpPr>
          <a:xfrm>
            <a:off x="5405317" y="5755986"/>
            <a:ext cx="544891" cy="457200"/>
            <a:chOff x="5730899" y="5755986"/>
            <a:chExt cx="544891" cy="457200"/>
          </a:xfrm>
          <a:solidFill>
            <a:srgbClr val="FF0000"/>
          </a:solidFill>
        </p:grpSpPr>
        <p:sp>
          <p:nvSpPr>
            <p:cNvPr id="128" name="Freeform: Shape 127">
              <a:extLst>
                <a:ext uri="{FF2B5EF4-FFF2-40B4-BE49-F238E27FC236}">
                  <a16:creationId xmlns:a16="http://schemas.microsoft.com/office/drawing/2014/main" id="{2FBCC679-CEA3-B126-D100-C598C07E6433}"/>
                </a:ext>
                <a:ext uri="{C183D7F6-B498-43B3-948B-1728B52AA6E4}">
                  <adec:decorative xmlns:adec="http://schemas.microsoft.com/office/drawing/2017/decorative" val="1"/>
                </a:ext>
              </a:extLst>
            </p:cNvPr>
            <p:cNvSpPr/>
            <p:nvPr/>
          </p:nvSpPr>
          <p:spPr>
            <a:xfrm>
              <a:off x="5738324" y="5761290"/>
              <a:ext cx="537466" cy="451896"/>
            </a:xfrm>
            <a:custGeom>
              <a:avLst/>
              <a:gdLst>
                <a:gd name="connsiteX0" fmla="*/ 110221 w 837683"/>
                <a:gd name="connsiteY0" fmla="*/ 154310 h 704316"/>
                <a:gd name="connsiteX1" fmla="*/ 110221 w 837683"/>
                <a:gd name="connsiteY1" fmla="*/ 660227 h 704316"/>
                <a:gd name="connsiteX2" fmla="*/ 749506 w 837683"/>
                <a:gd name="connsiteY2" fmla="*/ 660227 h 704316"/>
                <a:gd name="connsiteX3" fmla="*/ 749506 w 837683"/>
                <a:gd name="connsiteY3" fmla="*/ 154310 h 704316"/>
                <a:gd name="connsiteX4" fmla="*/ 87709 w 837683"/>
                <a:gd name="connsiteY4" fmla="*/ 0 h 704316"/>
                <a:gd name="connsiteX5" fmla="*/ 232567 w 837683"/>
                <a:gd name="connsiteY5" fmla="*/ 0 h 704316"/>
                <a:gd name="connsiteX6" fmla="*/ 274534 w 837683"/>
                <a:gd name="connsiteY6" fmla="*/ 0 h 704316"/>
                <a:gd name="connsiteX7" fmla="*/ 815639 w 837683"/>
                <a:gd name="connsiteY7" fmla="*/ 0 h 704316"/>
                <a:gd name="connsiteX8" fmla="*/ 837683 w 837683"/>
                <a:gd name="connsiteY8" fmla="*/ 22044 h 704316"/>
                <a:gd name="connsiteX9" fmla="*/ 837683 w 837683"/>
                <a:gd name="connsiteY9" fmla="*/ 154310 h 704316"/>
                <a:gd name="connsiteX10" fmla="*/ 793043 w 837683"/>
                <a:gd name="connsiteY10" fmla="*/ 154310 h 704316"/>
                <a:gd name="connsiteX11" fmla="*/ 793043 w 837683"/>
                <a:gd name="connsiteY11" fmla="*/ 704316 h 704316"/>
                <a:gd name="connsiteX12" fmla="*/ 88728 w 837683"/>
                <a:gd name="connsiteY12" fmla="*/ 704316 h 704316"/>
                <a:gd name="connsiteX13" fmla="*/ 66684 w 837683"/>
                <a:gd name="connsiteY13" fmla="*/ 682271 h 704316"/>
                <a:gd name="connsiteX14" fmla="*/ 66684 w 837683"/>
                <a:gd name="connsiteY14" fmla="*/ 154310 h 704316"/>
                <a:gd name="connsiteX15" fmla="*/ 22044 w 837683"/>
                <a:gd name="connsiteY15" fmla="*/ 154310 h 704316"/>
                <a:gd name="connsiteX16" fmla="*/ 6476 w 837683"/>
                <a:gd name="connsiteY16" fmla="*/ 147835 h 704316"/>
                <a:gd name="connsiteX17" fmla="*/ 453 w 837683"/>
                <a:gd name="connsiteY17" fmla="*/ 133354 h 704316"/>
                <a:gd name="connsiteX18" fmla="*/ 0 w 837683"/>
                <a:gd name="connsiteY18" fmla="*/ 133354 h 704316"/>
                <a:gd name="connsiteX19" fmla="*/ 0 w 837683"/>
                <a:gd name="connsiteY19" fmla="*/ 132266 h 704316"/>
                <a:gd name="connsiteX20" fmla="*/ 0 w 837683"/>
                <a:gd name="connsiteY20" fmla="*/ 110221 h 704316"/>
                <a:gd name="connsiteX21" fmla="*/ 0 w 837683"/>
                <a:gd name="connsiteY21" fmla="*/ 87634 h 704316"/>
                <a:gd name="connsiteX22" fmla="*/ 45190 w 837683"/>
                <a:gd name="connsiteY22" fmla="*/ 87634 h 704316"/>
                <a:gd name="connsiteX23" fmla="*/ 45190 w 837683"/>
                <a:gd name="connsiteY23" fmla="*/ 110221 h 704316"/>
                <a:gd name="connsiteX24" fmla="*/ 47395 w 837683"/>
                <a:gd name="connsiteY24" fmla="*/ 110221 h 704316"/>
                <a:gd name="connsiteX25" fmla="*/ 66684 w 837683"/>
                <a:gd name="connsiteY25" fmla="*/ 110221 h 704316"/>
                <a:gd name="connsiteX26" fmla="*/ 110221 w 837683"/>
                <a:gd name="connsiteY26" fmla="*/ 110221 h 704316"/>
                <a:gd name="connsiteX27" fmla="*/ 749506 w 837683"/>
                <a:gd name="connsiteY27" fmla="*/ 110221 h 704316"/>
                <a:gd name="connsiteX28" fmla="*/ 792493 w 837683"/>
                <a:gd name="connsiteY28" fmla="*/ 110221 h 704316"/>
                <a:gd name="connsiteX29" fmla="*/ 792493 w 837683"/>
                <a:gd name="connsiteY29" fmla="*/ 44089 h 704316"/>
                <a:gd name="connsiteX30" fmla="*/ 232567 w 837683"/>
                <a:gd name="connsiteY30" fmla="*/ 44089 h 704316"/>
                <a:gd name="connsiteX31" fmla="*/ 232567 w 837683"/>
                <a:gd name="connsiteY31" fmla="*/ 44089 h 704316"/>
                <a:gd name="connsiteX32" fmla="*/ 87709 w 837683"/>
                <a:gd name="connsiteY32" fmla="*/ 44089 h 70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37683" h="704316">
                  <a:moveTo>
                    <a:pt x="110221" y="154310"/>
                  </a:moveTo>
                  <a:lnTo>
                    <a:pt x="110221" y="660227"/>
                  </a:lnTo>
                  <a:lnTo>
                    <a:pt x="749506" y="660227"/>
                  </a:lnTo>
                  <a:lnTo>
                    <a:pt x="749506" y="154310"/>
                  </a:lnTo>
                  <a:close/>
                  <a:moveTo>
                    <a:pt x="87709" y="0"/>
                  </a:moveTo>
                  <a:lnTo>
                    <a:pt x="232567" y="0"/>
                  </a:lnTo>
                  <a:lnTo>
                    <a:pt x="274534" y="0"/>
                  </a:lnTo>
                  <a:lnTo>
                    <a:pt x="815639" y="0"/>
                  </a:lnTo>
                  <a:cubicBezTo>
                    <a:pt x="827763" y="0"/>
                    <a:pt x="837683" y="9920"/>
                    <a:pt x="837683" y="22044"/>
                  </a:cubicBezTo>
                  <a:lnTo>
                    <a:pt x="837683" y="154310"/>
                  </a:lnTo>
                  <a:lnTo>
                    <a:pt x="793043" y="154310"/>
                  </a:lnTo>
                  <a:lnTo>
                    <a:pt x="793043" y="704316"/>
                  </a:lnTo>
                  <a:lnTo>
                    <a:pt x="88728" y="704316"/>
                  </a:lnTo>
                  <a:cubicBezTo>
                    <a:pt x="76604" y="704316"/>
                    <a:pt x="66684" y="694396"/>
                    <a:pt x="66684" y="682271"/>
                  </a:cubicBezTo>
                  <a:lnTo>
                    <a:pt x="66684" y="154310"/>
                  </a:lnTo>
                  <a:lnTo>
                    <a:pt x="22044" y="154310"/>
                  </a:lnTo>
                  <a:cubicBezTo>
                    <a:pt x="15982" y="154310"/>
                    <a:pt x="10471" y="151830"/>
                    <a:pt x="6476" y="147835"/>
                  </a:cubicBezTo>
                  <a:lnTo>
                    <a:pt x="453" y="133354"/>
                  </a:lnTo>
                  <a:lnTo>
                    <a:pt x="0" y="133354"/>
                  </a:lnTo>
                  <a:lnTo>
                    <a:pt x="0" y="132266"/>
                  </a:lnTo>
                  <a:lnTo>
                    <a:pt x="0" y="110221"/>
                  </a:lnTo>
                  <a:lnTo>
                    <a:pt x="0" y="87634"/>
                  </a:lnTo>
                  <a:lnTo>
                    <a:pt x="45190" y="87634"/>
                  </a:lnTo>
                  <a:lnTo>
                    <a:pt x="45190" y="110221"/>
                  </a:lnTo>
                  <a:lnTo>
                    <a:pt x="47395" y="110221"/>
                  </a:lnTo>
                  <a:lnTo>
                    <a:pt x="66684" y="110221"/>
                  </a:lnTo>
                  <a:lnTo>
                    <a:pt x="110221" y="110221"/>
                  </a:lnTo>
                  <a:lnTo>
                    <a:pt x="749506" y="110221"/>
                  </a:lnTo>
                  <a:lnTo>
                    <a:pt x="792493" y="110221"/>
                  </a:lnTo>
                  <a:lnTo>
                    <a:pt x="792493" y="44089"/>
                  </a:lnTo>
                  <a:lnTo>
                    <a:pt x="232567" y="44089"/>
                  </a:lnTo>
                  <a:lnTo>
                    <a:pt x="232567" y="44089"/>
                  </a:lnTo>
                  <a:lnTo>
                    <a:pt x="87709" y="44089"/>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9" name="Freeform: Shape 128">
              <a:extLst>
                <a:ext uri="{FF2B5EF4-FFF2-40B4-BE49-F238E27FC236}">
                  <a16:creationId xmlns:a16="http://schemas.microsoft.com/office/drawing/2014/main" id="{C6270338-8645-5BC4-2559-F04ABF87B23E}"/>
                </a:ext>
                <a:ext uri="{C183D7F6-B498-43B3-948B-1728B52AA6E4}">
                  <adec:decorative xmlns:adec="http://schemas.microsoft.com/office/drawing/2017/decorative" val="1"/>
                </a:ext>
              </a:extLst>
            </p:cNvPr>
            <p:cNvSpPr/>
            <p:nvPr/>
          </p:nvSpPr>
          <p:spPr>
            <a:xfrm>
              <a:off x="5730899" y="5755986"/>
              <a:ext cx="396027" cy="414768"/>
            </a:xfrm>
            <a:custGeom>
              <a:avLst/>
              <a:gdLst>
                <a:gd name="connsiteX0" fmla="*/ 430414 w 617239"/>
                <a:gd name="connsiteY0" fmla="*/ 249651 h 646449"/>
                <a:gd name="connsiteX1" fmla="*/ 265633 w 617239"/>
                <a:gd name="connsiteY1" fmla="*/ 402859 h 646449"/>
                <a:gd name="connsiteX2" fmla="*/ 595195 w 617239"/>
                <a:gd name="connsiteY2" fmla="*/ 402859 h 646449"/>
                <a:gd name="connsiteX3" fmla="*/ 430414 w 617239"/>
                <a:gd name="connsiteY3" fmla="*/ 249651 h 646449"/>
                <a:gd name="connsiteX4" fmla="*/ 430414 w 617239"/>
                <a:gd name="connsiteY4" fmla="*/ 227607 h 646449"/>
                <a:gd name="connsiteX5" fmla="*/ 617239 w 617239"/>
                <a:gd name="connsiteY5" fmla="*/ 410024 h 646449"/>
                <a:gd name="connsiteX6" fmla="*/ 617239 w 617239"/>
                <a:gd name="connsiteY6" fmla="*/ 424904 h 646449"/>
                <a:gd name="connsiteX7" fmla="*/ 586377 w 617239"/>
                <a:gd name="connsiteY7" fmla="*/ 424904 h 646449"/>
                <a:gd name="connsiteX8" fmla="*/ 586377 w 617239"/>
                <a:gd name="connsiteY8" fmla="*/ 646449 h 646449"/>
                <a:gd name="connsiteX9" fmla="*/ 562680 w 617239"/>
                <a:gd name="connsiteY9" fmla="*/ 646449 h 646449"/>
                <a:gd name="connsiteX10" fmla="*/ 562680 w 617239"/>
                <a:gd name="connsiteY10" fmla="*/ 425454 h 646449"/>
                <a:gd name="connsiteX11" fmla="*/ 441436 w 617239"/>
                <a:gd name="connsiteY11" fmla="*/ 425454 h 646449"/>
                <a:gd name="connsiteX12" fmla="*/ 441436 w 617239"/>
                <a:gd name="connsiteY12" fmla="*/ 646449 h 646449"/>
                <a:gd name="connsiteX13" fmla="*/ 417739 w 617239"/>
                <a:gd name="connsiteY13" fmla="*/ 646449 h 646449"/>
                <a:gd name="connsiteX14" fmla="*/ 417739 w 617239"/>
                <a:gd name="connsiteY14" fmla="*/ 425454 h 646449"/>
                <a:gd name="connsiteX15" fmla="*/ 297046 w 617239"/>
                <a:gd name="connsiteY15" fmla="*/ 425454 h 646449"/>
                <a:gd name="connsiteX16" fmla="*/ 297046 w 617239"/>
                <a:gd name="connsiteY16" fmla="*/ 646449 h 646449"/>
                <a:gd name="connsiteX17" fmla="*/ 273349 w 617239"/>
                <a:gd name="connsiteY17" fmla="*/ 646449 h 646449"/>
                <a:gd name="connsiteX18" fmla="*/ 273349 w 617239"/>
                <a:gd name="connsiteY18" fmla="*/ 424904 h 646449"/>
                <a:gd name="connsiteX19" fmla="*/ 243589 w 617239"/>
                <a:gd name="connsiteY19" fmla="*/ 424904 h 646449"/>
                <a:gd name="connsiteX20" fmla="*/ 243589 w 617239"/>
                <a:gd name="connsiteY20" fmla="*/ 410024 h 646449"/>
                <a:gd name="connsiteX21" fmla="*/ 430414 w 617239"/>
                <a:gd name="connsiteY21" fmla="*/ 227607 h 646449"/>
                <a:gd name="connsiteX22" fmla="*/ 0 w 617239"/>
                <a:gd name="connsiteY22" fmla="*/ 0 h 646449"/>
                <a:gd name="connsiteX23" fmla="*/ 66133 w 617239"/>
                <a:gd name="connsiteY23" fmla="*/ 0 h 646449"/>
                <a:gd name="connsiteX24" fmla="*/ 66133 w 617239"/>
                <a:gd name="connsiteY24" fmla="*/ 66134 h 646449"/>
                <a:gd name="connsiteX25" fmla="*/ 0 w 617239"/>
                <a:gd name="connsiteY25" fmla="*/ 66134 h 6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7239" h="646449">
                  <a:moveTo>
                    <a:pt x="430414" y="249651"/>
                  </a:moveTo>
                  <a:cubicBezTo>
                    <a:pt x="341686" y="249651"/>
                    <a:pt x="269491" y="317989"/>
                    <a:pt x="265633" y="402859"/>
                  </a:cubicBezTo>
                  <a:lnTo>
                    <a:pt x="595195" y="402859"/>
                  </a:lnTo>
                  <a:cubicBezTo>
                    <a:pt x="591337" y="317989"/>
                    <a:pt x="519142" y="249651"/>
                    <a:pt x="430414" y="249651"/>
                  </a:cubicBezTo>
                  <a:close/>
                  <a:moveTo>
                    <a:pt x="430414" y="227607"/>
                  </a:moveTo>
                  <a:cubicBezTo>
                    <a:pt x="533471" y="227607"/>
                    <a:pt x="617239" y="309171"/>
                    <a:pt x="617239" y="410024"/>
                  </a:cubicBezTo>
                  <a:lnTo>
                    <a:pt x="617239" y="424904"/>
                  </a:lnTo>
                  <a:lnTo>
                    <a:pt x="586377" y="424904"/>
                  </a:lnTo>
                  <a:lnTo>
                    <a:pt x="586377" y="646449"/>
                  </a:lnTo>
                  <a:lnTo>
                    <a:pt x="562680" y="646449"/>
                  </a:lnTo>
                  <a:lnTo>
                    <a:pt x="562680" y="425454"/>
                  </a:lnTo>
                  <a:lnTo>
                    <a:pt x="441436" y="425454"/>
                  </a:lnTo>
                  <a:lnTo>
                    <a:pt x="441436" y="646449"/>
                  </a:lnTo>
                  <a:lnTo>
                    <a:pt x="417739" y="646449"/>
                  </a:lnTo>
                  <a:lnTo>
                    <a:pt x="417739" y="425454"/>
                  </a:lnTo>
                  <a:lnTo>
                    <a:pt x="297046" y="425454"/>
                  </a:lnTo>
                  <a:lnTo>
                    <a:pt x="297046" y="646449"/>
                  </a:lnTo>
                  <a:lnTo>
                    <a:pt x="273349" y="646449"/>
                  </a:lnTo>
                  <a:lnTo>
                    <a:pt x="273349" y="424904"/>
                  </a:lnTo>
                  <a:lnTo>
                    <a:pt x="243589" y="424904"/>
                  </a:lnTo>
                  <a:lnTo>
                    <a:pt x="243589" y="410024"/>
                  </a:lnTo>
                  <a:cubicBezTo>
                    <a:pt x="243589" y="309171"/>
                    <a:pt x="327357" y="227607"/>
                    <a:pt x="430414" y="227607"/>
                  </a:cubicBezTo>
                  <a:close/>
                  <a:moveTo>
                    <a:pt x="0" y="0"/>
                  </a:moveTo>
                  <a:lnTo>
                    <a:pt x="66133" y="0"/>
                  </a:lnTo>
                  <a:lnTo>
                    <a:pt x="66133" y="66134"/>
                  </a:lnTo>
                  <a:lnTo>
                    <a:pt x="0" y="66134"/>
                  </a:lnTo>
                  <a:close/>
                </a:path>
              </a:pathLst>
            </a:custGeom>
            <a:solidFill>
              <a:schemeClr val="accent1"/>
            </a:solidFill>
            <a:ln w="12601" cap="flat">
              <a:noFill/>
              <a:prstDash val="solid"/>
              <a:miter/>
            </a:ln>
          </p:spPr>
          <p:txBody>
            <a:bodyPr wrap="square" rtlCol="0" anchor="ctr">
              <a:noAutofit/>
            </a:bodyPr>
            <a:lstStyle/>
            <a:p>
              <a:endParaRPr lang="en-US" dirty="0"/>
            </a:p>
          </p:txBody>
        </p:sp>
      </p:grpSp>
      <p:grpSp>
        <p:nvGrpSpPr>
          <p:cNvPr id="88" name="Group 87">
            <a:extLst>
              <a:ext uri="{FF2B5EF4-FFF2-40B4-BE49-F238E27FC236}">
                <a16:creationId xmlns:a16="http://schemas.microsoft.com/office/drawing/2014/main" id="{321E5157-8CB5-5D40-B295-301BE82A06BC}"/>
              </a:ext>
              <a:ext uri="{C183D7F6-B498-43B3-948B-1728B52AA6E4}">
                <adec:decorative xmlns:adec="http://schemas.microsoft.com/office/drawing/2017/decorative" val="1"/>
              </a:ext>
            </a:extLst>
          </p:cNvPr>
          <p:cNvGrpSpPr>
            <a:grpSpLocks noChangeAspect="1"/>
          </p:cNvGrpSpPr>
          <p:nvPr/>
        </p:nvGrpSpPr>
        <p:grpSpPr>
          <a:xfrm>
            <a:off x="6112786" y="5755986"/>
            <a:ext cx="469259" cy="457200"/>
            <a:chOff x="6405810" y="5755986"/>
            <a:chExt cx="469259" cy="457200"/>
          </a:xfrm>
          <a:solidFill>
            <a:srgbClr val="FF0000"/>
          </a:solidFill>
        </p:grpSpPr>
        <p:sp>
          <p:nvSpPr>
            <p:cNvPr id="2905" name="Freeform: Shape 2904">
              <a:extLst>
                <a:ext uri="{FF2B5EF4-FFF2-40B4-BE49-F238E27FC236}">
                  <a16:creationId xmlns:a16="http://schemas.microsoft.com/office/drawing/2014/main" id="{47F2082A-2001-4638-9B3F-039E8A7EC566}"/>
                </a:ext>
                <a:ext uri="{C183D7F6-B498-43B3-948B-1728B52AA6E4}">
                  <adec:decorative xmlns:adec="http://schemas.microsoft.com/office/drawing/2017/decorative" val="1"/>
                </a:ext>
              </a:extLst>
            </p:cNvPr>
            <p:cNvSpPr/>
            <p:nvPr/>
          </p:nvSpPr>
          <p:spPr>
            <a:xfrm>
              <a:off x="6438555" y="5755986"/>
              <a:ext cx="436514" cy="457200"/>
            </a:xfrm>
            <a:custGeom>
              <a:avLst/>
              <a:gdLst>
                <a:gd name="connsiteX0" fmla="*/ 154547 w 777157"/>
                <a:gd name="connsiteY0" fmla="*/ 627540 h 813986"/>
                <a:gd name="connsiteX1" fmla="*/ 244746 w 777157"/>
                <a:gd name="connsiteY1" fmla="*/ 717189 h 813986"/>
                <a:gd name="connsiteX2" fmla="*/ 250246 w 777157"/>
                <a:gd name="connsiteY2" fmla="*/ 719389 h 813986"/>
                <a:gd name="connsiteX3" fmla="*/ 255195 w 777157"/>
                <a:gd name="connsiteY3" fmla="*/ 717739 h 813986"/>
                <a:gd name="connsiteX4" fmla="*/ 257945 w 777157"/>
                <a:gd name="connsiteY4" fmla="*/ 712239 h 813986"/>
                <a:gd name="connsiteX5" fmla="*/ 255745 w 777157"/>
                <a:gd name="connsiteY5" fmla="*/ 706189 h 813986"/>
                <a:gd name="connsiteX6" fmla="*/ 177097 w 777157"/>
                <a:gd name="connsiteY6" fmla="*/ 627540 h 813986"/>
                <a:gd name="connsiteX7" fmla="*/ 31349 w 777157"/>
                <a:gd name="connsiteY7" fmla="*/ 597840 h 813986"/>
                <a:gd name="connsiteX8" fmla="*/ 217796 w 777157"/>
                <a:gd name="connsiteY8" fmla="*/ 783187 h 813986"/>
                <a:gd name="connsiteX9" fmla="*/ 186997 w 777157"/>
                <a:gd name="connsiteY9" fmla="*/ 813986 h 813986"/>
                <a:gd name="connsiteX10" fmla="*/ 0 w 777157"/>
                <a:gd name="connsiteY10" fmla="*/ 628089 h 813986"/>
                <a:gd name="connsiteX11" fmla="*/ 47849 w 777157"/>
                <a:gd name="connsiteY11" fmla="*/ 583541 h 813986"/>
                <a:gd name="connsiteX12" fmla="*/ 195246 w 777157"/>
                <a:gd name="connsiteY12" fmla="*/ 583541 h 813986"/>
                <a:gd name="connsiteX13" fmla="*/ 287095 w 777157"/>
                <a:gd name="connsiteY13" fmla="*/ 674839 h 813986"/>
                <a:gd name="connsiteX14" fmla="*/ 283245 w 777157"/>
                <a:gd name="connsiteY14" fmla="*/ 751838 h 813986"/>
                <a:gd name="connsiteX15" fmla="*/ 250246 w 777157"/>
                <a:gd name="connsiteY15" fmla="*/ 763388 h 813986"/>
                <a:gd name="connsiteX16" fmla="*/ 213946 w 777157"/>
                <a:gd name="connsiteY16" fmla="*/ 748538 h 813986"/>
                <a:gd name="connsiteX17" fmla="*/ 589040 w 777157"/>
                <a:gd name="connsiteY17" fmla="*/ 580240 h 813986"/>
                <a:gd name="connsiteX18" fmla="*/ 573640 w 777157"/>
                <a:gd name="connsiteY18" fmla="*/ 606090 h 813986"/>
                <a:gd name="connsiteX19" fmla="*/ 560990 w 777157"/>
                <a:gd name="connsiteY19" fmla="*/ 627540 h 813986"/>
                <a:gd name="connsiteX20" fmla="*/ 535691 w 777157"/>
                <a:gd name="connsiteY20" fmla="*/ 627540 h 813986"/>
                <a:gd name="connsiteX21" fmla="*/ 330544 w 777157"/>
                <a:gd name="connsiteY21" fmla="*/ 627540 h 813986"/>
                <a:gd name="connsiteX22" fmla="*/ 353644 w 777157"/>
                <a:gd name="connsiteY22" fmla="*/ 649539 h 813986"/>
                <a:gd name="connsiteX23" fmla="*/ 547240 w 777157"/>
                <a:gd name="connsiteY23" fmla="*/ 649539 h 813986"/>
                <a:gd name="connsiteX24" fmla="*/ 566490 w 777157"/>
                <a:gd name="connsiteY24" fmla="*/ 639639 h 813986"/>
                <a:gd name="connsiteX25" fmla="*/ 681988 w 777157"/>
                <a:gd name="connsiteY25" fmla="*/ 517542 h 813986"/>
                <a:gd name="connsiteX26" fmla="*/ 755137 w 777157"/>
                <a:gd name="connsiteY26" fmla="*/ 517542 h 813986"/>
                <a:gd name="connsiteX27" fmla="*/ 777136 w 777157"/>
                <a:gd name="connsiteY27" fmla="*/ 535142 h 813986"/>
                <a:gd name="connsiteX28" fmla="*/ 777136 w 777157"/>
                <a:gd name="connsiteY28" fmla="*/ 543942 h 813986"/>
                <a:gd name="connsiteX29" fmla="*/ 755137 w 777157"/>
                <a:gd name="connsiteY29" fmla="*/ 561541 h 813986"/>
                <a:gd name="connsiteX30" fmla="*/ 667138 w 777157"/>
                <a:gd name="connsiteY30" fmla="*/ 561541 h 813986"/>
                <a:gd name="connsiteX31" fmla="*/ 681988 w 777157"/>
                <a:gd name="connsiteY31" fmla="*/ 517542 h 813986"/>
                <a:gd name="connsiteX32" fmla="*/ 29701 w 777157"/>
                <a:gd name="connsiteY32" fmla="*/ 517542 h 813986"/>
                <a:gd name="connsiteX33" fmla="*/ 546691 w 777157"/>
                <a:gd name="connsiteY33" fmla="*/ 517542 h 813986"/>
                <a:gd name="connsiteX34" fmla="*/ 536241 w 777157"/>
                <a:gd name="connsiteY34" fmla="*/ 538442 h 813986"/>
                <a:gd name="connsiteX35" fmla="*/ 523591 w 777157"/>
                <a:gd name="connsiteY35" fmla="*/ 561541 h 813986"/>
                <a:gd name="connsiteX36" fmla="*/ 29701 w 777157"/>
                <a:gd name="connsiteY36" fmla="*/ 561541 h 813986"/>
                <a:gd name="connsiteX37" fmla="*/ 618739 w 777157"/>
                <a:gd name="connsiteY37" fmla="*/ 480692 h 813986"/>
                <a:gd name="connsiteX38" fmla="*/ 631389 w 777157"/>
                <a:gd name="connsiteY38" fmla="*/ 483442 h 813986"/>
                <a:gd name="connsiteX39" fmla="*/ 654489 w 777157"/>
                <a:gd name="connsiteY39" fmla="*/ 532391 h 813986"/>
                <a:gd name="connsiteX40" fmla="*/ 607189 w 777157"/>
                <a:gd name="connsiteY40" fmla="*/ 657789 h 813986"/>
                <a:gd name="connsiteX41" fmla="*/ 589040 w 777157"/>
                <a:gd name="connsiteY41" fmla="*/ 678139 h 813986"/>
                <a:gd name="connsiteX42" fmla="*/ 566490 w 777157"/>
                <a:gd name="connsiteY42" fmla="*/ 689688 h 813986"/>
                <a:gd name="connsiteX43" fmla="*/ 548890 w 777157"/>
                <a:gd name="connsiteY43" fmla="*/ 694088 h 813986"/>
                <a:gd name="connsiteX44" fmla="*/ 351444 w 777157"/>
                <a:gd name="connsiteY44" fmla="*/ 694088 h 813986"/>
                <a:gd name="connsiteX45" fmla="*/ 325044 w 777157"/>
                <a:gd name="connsiteY45" fmla="*/ 683639 h 813986"/>
                <a:gd name="connsiteX46" fmla="*/ 221096 w 777157"/>
                <a:gd name="connsiteY46" fmla="*/ 584090 h 813986"/>
                <a:gd name="connsiteX47" fmla="*/ 536241 w 777157"/>
                <a:gd name="connsiteY47" fmla="*/ 584090 h 813986"/>
                <a:gd name="connsiteX48" fmla="*/ 586290 w 777157"/>
                <a:gd name="connsiteY48" fmla="*/ 499392 h 813986"/>
                <a:gd name="connsiteX49" fmla="*/ 618739 w 777157"/>
                <a:gd name="connsiteY49" fmla="*/ 480692 h 813986"/>
                <a:gd name="connsiteX50" fmla="*/ 254095 w 777157"/>
                <a:gd name="connsiteY50" fmla="*/ 46199 h 813986"/>
                <a:gd name="connsiteX51" fmla="*/ 73698 w 777157"/>
                <a:gd name="connsiteY51" fmla="*/ 226596 h 813986"/>
                <a:gd name="connsiteX52" fmla="*/ 254095 w 777157"/>
                <a:gd name="connsiteY52" fmla="*/ 406993 h 813986"/>
                <a:gd name="connsiteX53" fmla="*/ 434492 w 777157"/>
                <a:gd name="connsiteY53" fmla="*/ 226596 h 813986"/>
                <a:gd name="connsiteX54" fmla="*/ 254095 w 777157"/>
                <a:gd name="connsiteY54" fmla="*/ 46199 h 813986"/>
                <a:gd name="connsiteX55" fmla="*/ 254095 w 777157"/>
                <a:gd name="connsiteY55" fmla="*/ 2200 h 813986"/>
                <a:gd name="connsiteX56" fmla="*/ 478491 w 777157"/>
                <a:gd name="connsiteY56" fmla="*/ 226596 h 813986"/>
                <a:gd name="connsiteX57" fmla="*/ 254095 w 777157"/>
                <a:gd name="connsiteY57" fmla="*/ 450992 h 813986"/>
                <a:gd name="connsiteX58" fmla="*/ 29699 w 777157"/>
                <a:gd name="connsiteY58" fmla="*/ 226596 h 813986"/>
                <a:gd name="connsiteX59" fmla="*/ 254095 w 777157"/>
                <a:gd name="connsiteY59" fmla="*/ 2200 h 813986"/>
                <a:gd name="connsiteX60" fmla="*/ 686182 w 777157"/>
                <a:gd name="connsiteY60" fmla="*/ 963 h 813986"/>
                <a:gd name="connsiteX61" fmla="*/ 689688 w 777157"/>
                <a:gd name="connsiteY61" fmla="*/ 8801 h 813986"/>
                <a:gd name="connsiteX62" fmla="*/ 689688 w 777157"/>
                <a:gd name="connsiteY62" fmla="*/ 437243 h 813986"/>
                <a:gd name="connsiteX63" fmla="*/ 675938 w 777157"/>
                <a:gd name="connsiteY63" fmla="*/ 451543 h 813986"/>
                <a:gd name="connsiteX64" fmla="*/ 658888 w 777157"/>
                <a:gd name="connsiteY64" fmla="*/ 451543 h 813986"/>
                <a:gd name="connsiteX65" fmla="*/ 645138 w 777157"/>
                <a:gd name="connsiteY65" fmla="*/ 437243 h 813986"/>
                <a:gd name="connsiteX66" fmla="*/ 645138 w 777157"/>
                <a:gd name="connsiteY66" fmla="*/ 257396 h 813986"/>
                <a:gd name="connsiteX67" fmla="*/ 624239 w 777157"/>
                <a:gd name="connsiteY67" fmla="*/ 142448 h 813986"/>
                <a:gd name="connsiteX68" fmla="*/ 678138 w 777157"/>
                <a:gd name="connsiteY68" fmla="*/ 2201 h 813986"/>
                <a:gd name="connsiteX69" fmla="*/ 686182 w 777157"/>
                <a:gd name="connsiteY69" fmla="*/ 963 h 813986"/>
                <a:gd name="connsiteX70" fmla="*/ 505441 w 777157"/>
                <a:gd name="connsiteY70" fmla="*/ 0 h 813986"/>
                <a:gd name="connsiteX71" fmla="*/ 515341 w 777157"/>
                <a:gd name="connsiteY71" fmla="*/ 10450 h 813986"/>
                <a:gd name="connsiteX72" fmla="*/ 515341 w 777157"/>
                <a:gd name="connsiteY72" fmla="*/ 97348 h 813986"/>
                <a:gd name="connsiteX73" fmla="*/ 522491 w 777157"/>
                <a:gd name="connsiteY73" fmla="*/ 105048 h 813986"/>
                <a:gd name="connsiteX74" fmla="*/ 531840 w 777157"/>
                <a:gd name="connsiteY74" fmla="*/ 105048 h 813986"/>
                <a:gd name="connsiteX75" fmla="*/ 538990 w 777157"/>
                <a:gd name="connsiteY75" fmla="*/ 97348 h 813986"/>
                <a:gd name="connsiteX76" fmla="*/ 538990 w 777157"/>
                <a:gd name="connsiteY76" fmla="*/ 10450 h 813986"/>
                <a:gd name="connsiteX77" fmla="*/ 548890 w 777157"/>
                <a:gd name="connsiteY77" fmla="*/ 0 h 813986"/>
                <a:gd name="connsiteX78" fmla="*/ 558790 w 777157"/>
                <a:gd name="connsiteY78" fmla="*/ 10450 h 813986"/>
                <a:gd name="connsiteX79" fmla="*/ 558790 w 777157"/>
                <a:gd name="connsiteY79" fmla="*/ 97348 h 813986"/>
                <a:gd name="connsiteX80" fmla="*/ 565940 w 777157"/>
                <a:gd name="connsiteY80" fmla="*/ 105048 h 813986"/>
                <a:gd name="connsiteX81" fmla="*/ 573640 w 777157"/>
                <a:gd name="connsiteY81" fmla="*/ 105048 h 813986"/>
                <a:gd name="connsiteX82" fmla="*/ 580790 w 777157"/>
                <a:gd name="connsiteY82" fmla="*/ 97348 h 813986"/>
                <a:gd name="connsiteX83" fmla="*/ 580790 w 777157"/>
                <a:gd name="connsiteY83" fmla="*/ 12100 h 813986"/>
                <a:gd name="connsiteX84" fmla="*/ 590689 w 777157"/>
                <a:gd name="connsiteY84" fmla="*/ 1650 h 813986"/>
                <a:gd name="connsiteX85" fmla="*/ 600589 w 777157"/>
                <a:gd name="connsiteY85" fmla="*/ 12100 h 813986"/>
                <a:gd name="connsiteX86" fmla="*/ 600589 w 777157"/>
                <a:gd name="connsiteY86" fmla="*/ 113848 h 813986"/>
                <a:gd name="connsiteX87" fmla="*/ 600589 w 777157"/>
                <a:gd name="connsiteY87" fmla="*/ 116048 h 813986"/>
                <a:gd name="connsiteX88" fmla="*/ 570890 w 777157"/>
                <a:gd name="connsiteY88" fmla="*/ 177647 h 813986"/>
                <a:gd name="connsiteX89" fmla="*/ 570890 w 777157"/>
                <a:gd name="connsiteY89" fmla="*/ 178747 h 813986"/>
                <a:gd name="connsiteX90" fmla="*/ 570890 w 777157"/>
                <a:gd name="connsiteY90" fmla="*/ 431743 h 813986"/>
                <a:gd name="connsiteX91" fmla="*/ 570890 w 777157"/>
                <a:gd name="connsiteY91" fmla="*/ 437243 h 813986"/>
                <a:gd name="connsiteX92" fmla="*/ 557690 w 777157"/>
                <a:gd name="connsiteY92" fmla="*/ 451542 h 813986"/>
                <a:gd name="connsiteX93" fmla="*/ 541190 w 777157"/>
                <a:gd name="connsiteY93" fmla="*/ 451542 h 813986"/>
                <a:gd name="connsiteX94" fmla="*/ 540640 w 777157"/>
                <a:gd name="connsiteY94" fmla="*/ 451542 h 813986"/>
                <a:gd name="connsiteX95" fmla="*/ 527440 w 777157"/>
                <a:gd name="connsiteY95" fmla="*/ 437243 h 813986"/>
                <a:gd name="connsiteX96" fmla="*/ 527440 w 777157"/>
                <a:gd name="connsiteY96" fmla="*/ 431743 h 813986"/>
                <a:gd name="connsiteX97" fmla="*/ 527440 w 777157"/>
                <a:gd name="connsiteY97" fmla="*/ 178747 h 813986"/>
                <a:gd name="connsiteX98" fmla="*/ 527440 w 777157"/>
                <a:gd name="connsiteY98" fmla="*/ 177647 h 813986"/>
                <a:gd name="connsiteX99" fmla="*/ 495541 w 777157"/>
                <a:gd name="connsiteY99" fmla="*/ 113848 h 813986"/>
                <a:gd name="connsiteX100" fmla="*/ 495541 w 777157"/>
                <a:gd name="connsiteY100" fmla="*/ 112198 h 813986"/>
                <a:gd name="connsiteX101" fmla="*/ 495541 w 777157"/>
                <a:gd name="connsiteY101" fmla="*/ 10450 h 813986"/>
                <a:gd name="connsiteX102" fmla="*/ 505441 w 777157"/>
                <a:gd name="connsiteY102" fmla="*/ 0 h 81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777157" h="813986">
                  <a:moveTo>
                    <a:pt x="154547" y="627540"/>
                  </a:moveTo>
                  <a:lnTo>
                    <a:pt x="244746" y="717189"/>
                  </a:lnTo>
                  <a:cubicBezTo>
                    <a:pt x="246396" y="718839"/>
                    <a:pt x="248596" y="719389"/>
                    <a:pt x="250246" y="719389"/>
                  </a:cubicBezTo>
                  <a:cubicBezTo>
                    <a:pt x="251346" y="719389"/>
                    <a:pt x="253545" y="719389"/>
                    <a:pt x="255195" y="717739"/>
                  </a:cubicBezTo>
                  <a:cubicBezTo>
                    <a:pt x="257395" y="716089"/>
                    <a:pt x="257945" y="713889"/>
                    <a:pt x="257945" y="712239"/>
                  </a:cubicBezTo>
                  <a:cubicBezTo>
                    <a:pt x="257945" y="710589"/>
                    <a:pt x="257945" y="708389"/>
                    <a:pt x="255745" y="706189"/>
                  </a:cubicBezTo>
                  <a:lnTo>
                    <a:pt x="177097" y="627540"/>
                  </a:lnTo>
                  <a:close/>
                  <a:moveTo>
                    <a:pt x="31349" y="597840"/>
                  </a:moveTo>
                  <a:lnTo>
                    <a:pt x="217796" y="783187"/>
                  </a:lnTo>
                  <a:lnTo>
                    <a:pt x="186997" y="813986"/>
                  </a:lnTo>
                  <a:lnTo>
                    <a:pt x="0" y="628089"/>
                  </a:lnTo>
                  <a:close/>
                  <a:moveTo>
                    <a:pt x="47849" y="583541"/>
                  </a:moveTo>
                  <a:lnTo>
                    <a:pt x="195246" y="583541"/>
                  </a:lnTo>
                  <a:lnTo>
                    <a:pt x="287095" y="674839"/>
                  </a:lnTo>
                  <a:cubicBezTo>
                    <a:pt x="308545" y="696839"/>
                    <a:pt x="306895" y="732588"/>
                    <a:pt x="283245" y="751838"/>
                  </a:cubicBezTo>
                  <a:cubicBezTo>
                    <a:pt x="273345" y="759538"/>
                    <a:pt x="261795" y="763388"/>
                    <a:pt x="250246" y="763388"/>
                  </a:cubicBezTo>
                  <a:cubicBezTo>
                    <a:pt x="237046" y="763388"/>
                    <a:pt x="223846" y="758438"/>
                    <a:pt x="213946" y="748538"/>
                  </a:cubicBezTo>
                  <a:close/>
                  <a:moveTo>
                    <a:pt x="589040" y="580240"/>
                  </a:moveTo>
                  <a:lnTo>
                    <a:pt x="573640" y="606090"/>
                  </a:lnTo>
                  <a:lnTo>
                    <a:pt x="560990" y="627540"/>
                  </a:lnTo>
                  <a:lnTo>
                    <a:pt x="535691" y="627540"/>
                  </a:lnTo>
                  <a:lnTo>
                    <a:pt x="330544" y="627540"/>
                  </a:lnTo>
                  <a:lnTo>
                    <a:pt x="353644" y="649539"/>
                  </a:lnTo>
                  <a:lnTo>
                    <a:pt x="547240" y="649539"/>
                  </a:lnTo>
                  <a:lnTo>
                    <a:pt x="566490" y="639639"/>
                  </a:lnTo>
                  <a:close/>
                  <a:moveTo>
                    <a:pt x="681988" y="517542"/>
                  </a:moveTo>
                  <a:lnTo>
                    <a:pt x="755137" y="517542"/>
                  </a:lnTo>
                  <a:cubicBezTo>
                    <a:pt x="767786" y="517542"/>
                    <a:pt x="777686" y="525242"/>
                    <a:pt x="777136" y="535142"/>
                  </a:cubicBezTo>
                  <a:lnTo>
                    <a:pt x="777136" y="543942"/>
                  </a:lnTo>
                  <a:cubicBezTo>
                    <a:pt x="777136" y="553841"/>
                    <a:pt x="767236" y="561541"/>
                    <a:pt x="755137" y="561541"/>
                  </a:cubicBezTo>
                  <a:lnTo>
                    <a:pt x="667138" y="561541"/>
                  </a:lnTo>
                  <a:cubicBezTo>
                    <a:pt x="667138" y="561541"/>
                    <a:pt x="681438" y="519742"/>
                    <a:pt x="681988" y="517542"/>
                  </a:cubicBezTo>
                  <a:close/>
                  <a:moveTo>
                    <a:pt x="29701" y="517542"/>
                  </a:moveTo>
                  <a:lnTo>
                    <a:pt x="546691" y="517542"/>
                  </a:lnTo>
                  <a:lnTo>
                    <a:pt x="536241" y="538442"/>
                  </a:lnTo>
                  <a:lnTo>
                    <a:pt x="523591" y="561541"/>
                  </a:lnTo>
                  <a:lnTo>
                    <a:pt x="29701" y="561541"/>
                  </a:lnTo>
                  <a:close/>
                  <a:moveTo>
                    <a:pt x="618739" y="480692"/>
                  </a:moveTo>
                  <a:cubicBezTo>
                    <a:pt x="622589" y="480692"/>
                    <a:pt x="626989" y="481242"/>
                    <a:pt x="631389" y="483442"/>
                  </a:cubicBezTo>
                  <a:cubicBezTo>
                    <a:pt x="651739" y="490042"/>
                    <a:pt x="662188" y="512591"/>
                    <a:pt x="654489" y="532391"/>
                  </a:cubicBezTo>
                  <a:lnTo>
                    <a:pt x="607189" y="657789"/>
                  </a:lnTo>
                  <a:cubicBezTo>
                    <a:pt x="603889" y="666589"/>
                    <a:pt x="597290" y="673739"/>
                    <a:pt x="589040" y="678139"/>
                  </a:cubicBezTo>
                  <a:lnTo>
                    <a:pt x="566490" y="689688"/>
                  </a:lnTo>
                  <a:cubicBezTo>
                    <a:pt x="560990" y="692438"/>
                    <a:pt x="554940" y="694088"/>
                    <a:pt x="548890" y="694088"/>
                  </a:cubicBezTo>
                  <a:lnTo>
                    <a:pt x="351444" y="694088"/>
                  </a:lnTo>
                  <a:cubicBezTo>
                    <a:pt x="341544" y="694088"/>
                    <a:pt x="332194" y="690238"/>
                    <a:pt x="325044" y="683639"/>
                  </a:cubicBezTo>
                  <a:lnTo>
                    <a:pt x="221096" y="584090"/>
                  </a:lnTo>
                  <a:lnTo>
                    <a:pt x="536241" y="584090"/>
                  </a:lnTo>
                  <a:lnTo>
                    <a:pt x="586290" y="499392"/>
                  </a:lnTo>
                  <a:cubicBezTo>
                    <a:pt x="592890" y="487292"/>
                    <a:pt x="605539" y="480692"/>
                    <a:pt x="618739" y="480692"/>
                  </a:cubicBezTo>
                  <a:close/>
                  <a:moveTo>
                    <a:pt x="254095" y="46199"/>
                  </a:moveTo>
                  <a:cubicBezTo>
                    <a:pt x="154547" y="46199"/>
                    <a:pt x="73698" y="127048"/>
                    <a:pt x="73698" y="226596"/>
                  </a:cubicBezTo>
                  <a:cubicBezTo>
                    <a:pt x="73698" y="326145"/>
                    <a:pt x="154547" y="406993"/>
                    <a:pt x="254095" y="406993"/>
                  </a:cubicBezTo>
                  <a:cubicBezTo>
                    <a:pt x="353644" y="406993"/>
                    <a:pt x="434492" y="326145"/>
                    <a:pt x="434492" y="226596"/>
                  </a:cubicBezTo>
                  <a:cubicBezTo>
                    <a:pt x="434492" y="127048"/>
                    <a:pt x="353644" y="46199"/>
                    <a:pt x="254095" y="46199"/>
                  </a:cubicBezTo>
                  <a:close/>
                  <a:moveTo>
                    <a:pt x="254095" y="2200"/>
                  </a:moveTo>
                  <a:cubicBezTo>
                    <a:pt x="377843" y="2200"/>
                    <a:pt x="478491" y="102848"/>
                    <a:pt x="478491" y="226596"/>
                  </a:cubicBezTo>
                  <a:cubicBezTo>
                    <a:pt x="478491" y="350344"/>
                    <a:pt x="377843" y="450992"/>
                    <a:pt x="254095" y="450992"/>
                  </a:cubicBezTo>
                  <a:cubicBezTo>
                    <a:pt x="130347" y="450992"/>
                    <a:pt x="29699" y="350344"/>
                    <a:pt x="29699" y="226596"/>
                  </a:cubicBezTo>
                  <a:cubicBezTo>
                    <a:pt x="29699" y="102848"/>
                    <a:pt x="130347" y="2200"/>
                    <a:pt x="254095" y="2200"/>
                  </a:cubicBezTo>
                  <a:close/>
                  <a:moveTo>
                    <a:pt x="686182" y="963"/>
                  </a:moveTo>
                  <a:cubicBezTo>
                    <a:pt x="688313" y="2201"/>
                    <a:pt x="689688" y="4951"/>
                    <a:pt x="689688" y="8801"/>
                  </a:cubicBezTo>
                  <a:lnTo>
                    <a:pt x="689688" y="437243"/>
                  </a:lnTo>
                  <a:cubicBezTo>
                    <a:pt x="689688" y="444943"/>
                    <a:pt x="683638" y="451543"/>
                    <a:pt x="675938" y="451543"/>
                  </a:cubicBezTo>
                  <a:lnTo>
                    <a:pt x="658888" y="451543"/>
                  </a:lnTo>
                  <a:cubicBezTo>
                    <a:pt x="651188" y="451543"/>
                    <a:pt x="645138" y="444943"/>
                    <a:pt x="645138" y="437243"/>
                  </a:cubicBezTo>
                  <a:cubicBezTo>
                    <a:pt x="645138" y="419094"/>
                    <a:pt x="645138" y="257396"/>
                    <a:pt x="645138" y="257396"/>
                  </a:cubicBezTo>
                  <a:cubicBezTo>
                    <a:pt x="645138" y="252446"/>
                    <a:pt x="627539" y="200197"/>
                    <a:pt x="624239" y="142448"/>
                  </a:cubicBezTo>
                  <a:cubicBezTo>
                    <a:pt x="621489" y="92949"/>
                    <a:pt x="634138" y="30800"/>
                    <a:pt x="678138" y="2201"/>
                  </a:cubicBezTo>
                  <a:cubicBezTo>
                    <a:pt x="681163" y="1"/>
                    <a:pt x="684051" y="-274"/>
                    <a:pt x="686182" y="963"/>
                  </a:cubicBezTo>
                  <a:close/>
                  <a:moveTo>
                    <a:pt x="505441" y="0"/>
                  </a:moveTo>
                  <a:cubicBezTo>
                    <a:pt x="510941" y="0"/>
                    <a:pt x="515341" y="4950"/>
                    <a:pt x="515341" y="10450"/>
                  </a:cubicBezTo>
                  <a:lnTo>
                    <a:pt x="515341" y="97348"/>
                  </a:lnTo>
                  <a:cubicBezTo>
                    <a:pt x="515341" y="101748"/>
                    <a:pt x="518641" y="105048"/>
                    <a:pt x="522491" y="105048"/>
                  </a:cubicBezTo>
                  <a:lnTo>
                    <a:pt x="531840" y="105048"/>
                  </a:lnTo>
                  <a:cubicBezTo>
                    <a:pt x="535690" y="105048"/>
                    <a:pt x="538990" y="101748"/>
                    <a:pt x="538990" y="97348"/>
                  </a:cubicBezTo>
                  <a:lnTo>
                    <a:pt x="538990" y="10450"/>
                  </a:lnTo>
                  <a:cubicBezTo>
                    <a:pt x="538990" y="4400"/>
                    <a:pt x="543390" y="0"/>
                    <a:pt x="548890" y="0"/>
                  </a:cubicBezTo>
                  <a:cubicBezTo>
                    <a:pt x="554390" y="0"/>
                    <a:pt x="558790" y="4950"/>
                    <a:pt x="558790" y="10450"/>
                  </a:cubicBezTo>
                  <a:lnTo>
                    <a:pt x="558790" y="97348"/>
                  </a:lnTo>
                  <a:cubicBezTo>
                    <a:pt x="558790" y="101748"/>
                    <a:pt x="562090" y="105048"/>
                    <a:pt x="565940" y="105048"/>
                  </a:cubicBezTo>
                  <a:lnTo>
                    <a:pt x="573640" y="105048"/>
                  </a:lnTo>
                  <a:cubicBezTo>
                    <a:pt x="577490" y="105048"/>
                    <a:pt x="580790" y="101748"/>
                    <a:pt x="580790" y="97348"/>
                  </a:cubicBezTo>
                  <a:lnTo>
                    <a:pt x="580790" y="12100"/>
                  </a:lnTo>
                  <a:cubicBezTo>
                    <a:pt x="580790" y="6050"/>
                    <a:pt x="585189" y="1650"/>
                    <a:pt x="590689" y="1650"/>
                  </a:cubicBezTo>
                  <a:cubicBezTo>
                    <a:pt x="596189" y="1650"/>
                    <a:pt x="600589" y="6600"/>
                    <a:pt x="600589" y="12100"/>
                  </a:cubicBezTo>
                  <a:lnTo>
                    <a:pt x="600589" y="113848"/>
                  </a:lnTo>
                  <a:cubicBezTo>
                    <a:pt x="600589" y="114398"/>
                    <a:pt x="600589" y="115498"/>
                    <a:pt x="600589" y="116048"/>
                  </a:cubicBezTo>
                  <a:cubicBezTo>
                    <a:pt x="597839" y="152897"/>
                    <a:pt x="573090" y="163897"/>
                    <a:pt x="570890" y="177647"/>
                  </a:cubicBezTo>
                  <a:cubicBezTo>
                    <a:pt x="570890" y="177647"/>
                    <a:pt x="570890" y="178197"/>
                    <a:pt x="570890" y="178747"/>
                  </a:cubicBezTo>
                  <a:cubicBezTo>
                    <a:pt x="563740" y="227696"/>
                    <a:pt x="569790" y="399293"/>
                    <a:pt x="570890" y="431743"/>
                  </a:cubicBezTo>
                  <a:lnTo>
                    <a:pt x="570890" y="437243"/>
                  </a:lnTo>
                  <a:cubicBezTo>
                    <a:pt x="570890" y="444942"/>
                    <a:pt x="565390" y="451542"/>
                    <a:pt x="557690" y="451542"/>
                  </a:cubicBezTo>
                  <a:lnTo>
                    <a:pt x="541190" y="451542"/>
                  </a:lnTo>
                  <a:lnTo>
                    <a:pt x="540640" y="451542"/>
                  </a:lnTo>
                  <a:cubicBezTo>
                    <a:pt x="533490" y="451542"/>
                    <a:pt x="527440" y="445492"/>
                    <a:pt x="527440" y="437243"/>
                  </a:cubicBezTo>
                  <a:lnTo>
                    <a:pt x="527440" y="431743"/>
                  </a:lnTo>
                  <a:cubicBezTo>
                    <a:pt x="528540" y="399293"/>
                    <a:pt x="534590" y="227696"/>
                    <a:pt x="527440" y="178747"/>
                  </a:cubicBezTo>
                  <a:cubicBezTo>
                    <a:pt x="527440" y="178747"/>
                    <a:pt x="527440" y="178197"/>
                    <a:pt x="527440" y="177647"/>
                  </a:cubicBezTo>
                  <a:cubicBezTo>
                    <a:pt x="525241" y="163347"/>
                    <a:pt x="499941" y="152347"/>
                    <a:pt x="495541" y="113848"/>
                  </a:cubicBezTo>
                  <a:cubicBezTo>
                    <a:pt x="495541" y="113298"/>
                    <a:pt x="495541" y="112748"/>
                    <a:pt x="495541" y="112198"/>
                  </a:cubicBezTo>
                  <a:lnTo>
                    <a:pt x="495541" y="10450"/>
                  </a:lnTo>
                  <a:cubicBezTo>
                    <a:pt x="495541" y="4400"/>
                    <a:pt x="499941" y="0"/>
                    <a:pt x="505441" y="0"/>
                  </a:cubicBezTo>
                  <a:close/>
                </a:path>
              </a:pathLst>
            </a:custGeom>
            <a:solidFill>
              <a:schemeClr val="accent2"/>
            </a:solidFill>
            <a:ln w="5457" cap="flat">
              <a:noFill/>
              <a:prstDash val="solid"/>
              <a:miter/>
            </a:ln>
          </p:spPr>
          <p:txBody>
            <a:bodyPr wrap="square" rtlCol="0" anchor="ctr">
              <a:noAutofit/>
            </a:bodyPr>
            <a:lstStyle/>
            <a:p>
              <a:endParaRPr lang="en-US" dirty="0"/>
            </a:p>
          </p:txBody>
        </p:sp>
        <p:sp>
          <p:nvSpPr>
            <p:cNvPr id="2906" name="Freeform: Shape 2905">
              <a:extLst>
                <a:ext uri="{FF2B5EF4-FFF2-40B4-BE49-F238E27FC236}">
                  <a16:creationId xmlns:a16="http://schemas.microsoft.com/office/drawing/2014/main" id="{4241C853-2364-C214-732A-FF068A401B00}"/>
                </a:ext>
                <a:ext uri="{C183D7F6-B498-43B3-948B-1728B52AA6E4}">
                  <adec:decorative xmlns:adec="http://schemas.microsoft.com/office/drawing/2017/decorative" val="1"/>
                </a:ext>
              </a:extLst>
            </p:cNvPr>
            <p:cNvSpPr/>
            <p:nvPr/>
          </p:nvSpPr>
          <p:spPr>
            <a:xfrm>
              <a:off x="6405810" y="6040501"/>
              <a:ext cx="37070" cy="37070"/>
            </a:xfrm>
            <a:custGeom>
              <a:avLst/>
              <a:gdLst>
                <a:gd name="connsiteX0" fmla="*/ 65999 w 65998"/>
                <a:gd name="connsiteY0" fmla="*/ 0 h 65998"/>
                <a:gd name="connsiteX1" fmla="*/ 65999 w 65998"/>
                <a:gd name="connsiteY1" fmla="*/ 65999 h 65998"/>
                <a:gd name="connsiteX2" fmla="*/ 0 w 65998"/>
                <a:gd name="connsiteY2" fmla="*/ 65999 h 65998"/>
                <a:gd name="connsiteX3" fmla="*/ 0 w 65998"/>
                <a:gd name="connsiteY3" fmla="*/ 0 h 65998"/>
                <a:gd name="connsiteX4" fmla="*/ 65999 w 65998"/>
                <a:gd name="connsiteY4" fmla="*/ 0 h 65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8" h="65998">
                  <a:moveTo>
                    <a:pt x="65999" y="0"/>
                  </a:moveTo>
                  <a:lnTo>
                    <a:pt x="65999" y="65999"/>
                  </a:lnTo>
                  <a:lnTo>
                    <a:pt x="0" y="65999"/>
                  </a:lnTo>
                  <a:lnTo>
                    <a:pt x="0" y="0"/>
                  </a:lnTo>
                  <a:lnTo>
                    <a:pt x="65999" y="0"/>
                  </a:lnTo>
                  <a:close/>
                </a:path>
              </a:pathLst>
            </a:custGeom>
            <a:solidFill>
              <a:schemeClr val="accent1"/>
            </a:solidFill>
            <a:ln w="5457" cap="flat">
              <a:noFill/>
              <a:prstDash val="solid"/>
              <a:miter/>
            </a:ln>
          </p:spPr>
          <p:txBody>
            <a:bodyPr rtlCol="0" anchor="ctr"/>
            <a:lstStyle/>
            <a:p>
              <a:endParaRPr lang="en-US" dirty="0"/>
            </a:p>
          </p:txBody>
        </p:sp>
      </p:grpSp>
      <p:grpSp>
        <p:nvGrpSpPr>
          <p:cNvPr id="936" name="Group 935">
            <a:extLst>
              <a:ext uri="{FF2B5EF4-FFF2-40B4-BE49-F238E27FC236}">
                <a16:creationId xmlns:a16="http://schemas.microsoft.com/office/drawing/2014/main" id="{515E0AA7-1A22-EDEF-C165-CA6719F9ABB2}"/>
              </a:ext>
              <a:ext uri="{C183D7F6-B498-43B3-948B-1728B52AA6E4}">
                <adec:decorative xmlns:adec="http://schemas.microsoft.com/office/drawing/2017/decorative" val="1"/>
              </a:ext>
            </a:extLst>
          </p:cNvPr>
          <p:cNvGrpSpPr>
            <a:grpSpLocks noChangeAspect="1"/>
          </p:cNvGrpSpPr>
          <p:nvPr/>
        </p:nvGrpSpPr>
        <p:grpSpPr>
          <a:xfrm>
            <a:off x="6744623" y="5755986"/>
            <a:ext cx="571266" cy="457200"/>
            <a:chOff x="7005089" y="5755986"/>
            <a:chExt cx="571266" cy="457200"/>
          </a:xfrm>
          <a:solidFill>
            <a:srgbClr val="FF0000"/>
          </a:solidFill>
        </p:grpSpPr>
        <p:sp>
          <p:nvSpPr>
            <p:cNvPr id="2909" name="Freeform: Shape 2908">
              <a:extLst>
                <a:ext uri="{FF2B5EF4-FFF2-40B4-BE49-F238E27FC236}">
                  <a16:creationId xmlns:a16="http://schemas.microsoft.com/office/drawing/2014/main" id="{BC991ACB-0CF2-7453-1268-2B2F6BC59706}"/>
                </a:ext>
                <a:ext uri="{C183D7F6-B498-43B3-948B-1728B52AA6E4}">
                  <adec:decorative xmlns:adec="http://schemas.microsoft.com/office/drawing/2017/decorative" val="1"/>
                </a:ext>
              </a:extLst>
            </p:cNvPr>
            <p:cNvSpPr/>
            <p:nvPr/>
          </p:nvSpPr>
          <p:spPr>
            <a:xfrm>
              <a:off x="7005089" y="5764232"/>
              <a:ext cx="571266" cy="448954"/>
            </a:xfrm>
            <a:custGeom>
              <a:avLst/>
              <a:gdLst>
                <a:gd name="connsiteX0" fmla="*/ 606139 w 883699"/>
                <a:gd name="connsiteY0" fmla="*/ 481106 h 694493"/>
                <a:gd name="connsiteX1" fmla="*/ 582880 w 883699"/>
                <a:gd name="connsiteY1" fmla="*/ 481139 h 694493"/>
                <a:gd name="connsiteX2" fmla="*/ 559100 w 883699"/>
                <a:gd name="connsiteY2" fmla="*/ 490154 h 694493"/>
                <a:gd name="connsiteX3" fmla="*/ 443298 w 883699"/>
                <a:gd name="connsiteY3" fmla="*/ 548684 h 694493"/>
                <a:gd name="connsiteX4" fmla="*/ 399616 w 883699"/>
                <a:gd name="connsiteY4" fmla="*/ 560426 h 694493"/>
                <a:gd name="connsiteX5" fmla="*/ 291810 w 883699"/>
                <a:gd name="connsiteY5" fmla="*/ 563443 h 694493"/>
                <a:gd name="connsiteX6" fmla="*/ 282675 w 883699"/>
                <a:gd name="connsiteY6" fmla="*/ 563462 h 694493"/>
                <a:gd name="connsiteX7" fmla="*/ 268608 w 883699"/>
                <a:gd name="connsiteY7" fmla="*/ 550022 h 694493"/>
                <a:gd name="connsiteX8" fmla="*/ 281268 w 883699"/>
                <a:gd name="connsiteY8" fmla="*/ 537147 h 694493"/>
                <a:gd name="connsiteX9" fmla="*/ 301337 w 883699"/>
                <a:gd name="connsiteY9" fmla="*/ 536040 h 694493"/>
                <a:gd name="connsiteX10" fmla="*/ 392715 w 883699"/>
                <a:gd name="connsiteY10" fmla="*/ 533958 h 694493"/>
                <a:gd name="connsiteX11" fmla="*/ 449241 w 883699"/>
                <a:gd name="connsiteY11" fmla="*/ 513886 h 694493"/>
                <a:gd name="connsiteX12" fmla="*/ 424708 w 883699"/>
                <a:gd name="connsiteY12" fmla="*/ 486572 h 694493"/>
                <a:gd name="connsiteX13" fmla="*/ 401401 w 883699"/>
                <a:gd name="connsiteY13" fmla="*/ 482888 h 694493"/>
                <a:gd name="connsiteX14" fmla="*/ 172866 w 883699"/>
                <a:gd name="connsiteY14" fmla="*/ 483460 h 694493"/>
                <a:gd name="connsiteX15" fmla="*/ 161982 w 883699"/>
                <a:gd name="connsiteY15" fmla="*/ 485506 h 694493"/>
                <a:gd name="connsiteX16" fmla="*/ 159759 w 883699"/>
                <a:gd name="connsiteY16" fmla="*/ 551687 h 694493"/>
                <a:gd name="connsiteX17" fmla="*/ 159254 w 883699"/>
                <a:gd name="connsiteY17" fmla="*/ 586419 h 694493"/>
                <a:gd name="connsiteX18" fmla="*/ 159809 w 883699"/>
                <a:gd name="connsiteY18" fmla="*/ 620355 h 694493"/>
                <a:gd name="connsiteX19" fmla="*/ 166306 w 883699"/>
                <a:gd name="connsiteY19" fmla="*/ 622108 h 694493"/>
                <a:gd name="connsiteX20" fmla="*/ 279042 w 883699"/>
                <a:gd name="connsiteY20" fmla="*/ 633333 h 694493"/>
                <a:gd name="connsiteX21" fmla="*/ 371679 w 883699"/>
                <a:gd name="connsiteY21" fmla="*/ 643280 h 694493"/>
                <a:gd name="connsiteX22" fmla="*/ 439956 w 883699"/>
                <a:gd name="connsiteY22" fmla="*/ 629330 h 694493"/>
                <a:gd name="connsiteX23" fmla="*/ 479882 w 883699"/>
                <a:gd name="connsiteY23" fmla="*/ 603601 h 694493"/>
                <a:gd name="connsiteX24" fmla="*/ 622061 w 883699"/>
                <a:gd name="connsiteY24" fmla="*/ 497697 h 694493"/>
                <a:gd name="connsiteX25" fmla="*/ 627645 w 883699"/>
                <a:gd name="connsiteY25" fmla="*/ 492010 h 694493"/>
                <a:gd name="connsiteX26" fmla="*/ 606139 w 883699"/>
                <a:gd name="connsiteY26" fmla="*/ 481106 h 694493"/>
                <a:gd name="connsiteX27" fmla="*/ 82707 w 883699"/>
                <a:gd name="connsiteY27" fmla="*/ 471438 h 694493"/>
                <a:gd name="connsiteX28" fmla="*/ 46203 w 883699"/>
                <a:gd name="connsiteY28" fmla="*/ 473537 h 694493"/>
                <a:gd name="connsiteX29" fmla="*/ 45861 w 883699"/>
                <a:gd name="connsiteY29" fmla="*/ 478879 h 694493"/>
                <a:gd name="connsiteX30" fmla="*/ 81676 w 883699"/>
                <a:gd name="connsiteY30" fmla="*/ 641240 h 694493"/>
                <a:gd name="connsiteX31" fmla="*/ 84370 w 883699"/>
                <a:gd name="connsiteY31" fmla="*/ 648153 h 694493"/>
                <a:gd name="connsiteX32" fmla="*/ 122926 w 883699"/>
                <a:gd name="connsiteY32" fmla="*/ 640190 h 694493"/>
                <a:gd name="connsiteX33" fmla="*/ 123110 w 883699"/>
                <a:gd name="connsiteY33" fmla="*/ 524929 h 694493"/>
                <a:gd name="connsiteX34" fmla="*/ 121833 w 883699"/>
                <a:gd name="connsiteY34" fmla="*/ 472801 h 694493"/>
                <a:gd name="connsiteX35" fmla="*/ 82707 w 883699"/>
                <a:gd name="connsiteY35" fmla="*/ 471438 h 694493"/>
                <a:gd name="connsiteX36" fmla="*/ 146112 w 883699"/>
                <a:gd name="connsiteY36" fmla="*/ 433347 h 694493"/>
                <a:gd name="connsiteX37" fmla="*/ 162115 w 883699"/>
                <a:gd name="connsiteY37" fmla="*/ 448016 h 694493"/>
                <a:gd name="connsiteX38" fmla="*/ 163527 w 883699"/>
                <a:gd name="connsiteY38" fmla="*/ 456365 h 694493"/>
                <a:gd name="connsiteX39" fmla="*/ 183570 w 883699"/>
                <a:gd name="connsiteY39" fmla="*/ 456654 h 694493"/>
                <a:gd name="connsiteX40" fmla="*/ 390206 w 883699"/>
                <a:gd name="connsiteY40" fmla="*/ 455254 h 694493"/>
                <a:gd name="connsiteX41" fmla="*/ 415462 w 883699"/>
                <a:gd name="connsiteY41" fmla="*/ 456642 h 694493"/>
                <a:gd name="connsiteX42" fmla="*/ 475831 w 883699"/>
                <a:gd name="connsiteY42" fmla="*/ 501317 h 694493"/>
                <a:gd name="connsiteX43" fmla="*/ 540054 w 883699"/>
                <a:gd name="connsiteY43" fmla="*/ 468896 h 694493"/>
                <a:gd name="connsiteX44" fmla="*/ 558118 w 883699"/>
                <a:gd name="connsiteY44" fmla="*/ 460073 h 694493"/>
                <a:gd name="connsiteX45" fmla="*/ 656724 w 883699"/>
                <a:gd name="connsiteY45" fmla="*/ 481080 h 694493"/>
                <a:gd name="connsiteX46" fmla="*/ 655197 w 883699"/>
                <a:gd name="connsiteY46" fmla="*/ 506734 h 694493"/>
                <a:gd name="connsiteX47" fmla="*/ 608826 w 883699"/>
                <a:gd name="connsiteY47" fmla="*/ 542159 h 694493"/>
                <a:gd name="connsiteX48" fmla="*/ 536143 w 883699"/>
                <a:gd name="connsiteY48" fmla="*/ 597049 h 694493"/>
                <a:gd name="connsiteX49" fmla="*/ 441769 w 883699"/>
                <a:gd name="connsiteY49" fmla="*/ 659054 h 694493"/>
                <a:gd name="connsiteX50" fmla="*/ 378144 w 883699"/>
                <a:gd name="connsiteY50" fmla="*/ 670806 h 694493"/>
                <a:gd name="connsiteX51" fmla="*/ 208950 w 883699"/>
                <a:gd name="connsiteY51" fmla="*/ 654094 h 694493"/>
                <a:gd name="connsiteX52" fmla="*/ 160619 w 883699"/>
                <a:gd name="connsiteY52" fmla="*/ 649377 h 694493"/>
                <a:gd name="connsiteX53" fmla="*/ 157920 w 883699"/>
                <a:gd name="connsiteY53" fmla="*/ 661939 h 694493"/>
                <a:gd name="connsiteX54" fmla="*/ 144437 w 883699"/>
                <a:gd name="connsiteY54" fmla="*/ 677121 h 694493"/>
                <a:gd name="connsiteX55" fmla="*/ 124862 w 883699"/>
                <a:gd name="connsiteY55" fmla="*/ 681691 h 694493"/>
                <a:gd name="connsiteX56" fmla="*/ 74975 w 883699"/>
                <a:gd name="connsiteY56" fmla="*/ 693072 h 694493"/>
                <a:gd name="connsiteX57" fmla="*/ 56314 w 883699"/>
                <a:gd name="connsiteY57" fmla="*/ 693110 h 694493"/>
                <a:gd name="connsiteX58" fmla="*/ 52911 w 883699"/>
                <a:gd name="connsiteY58" fmla="*/ 683441 h 694493"/>
                <a:gd name="connsiteX59" fmla="*/ 1968 w 883699"/>
                <a:gd name="connsiteY59" fmla="*/ 460773 h 694493"/>
                <a:gd name="connsiteX60" fmla="*/ 3448 w 883699"/>
                <a:gd name="connsiteY60" fmla="*/ 436694 h 694493"/>
                <a:gd name="connsiteX61" fmla="*/ 21788 w 883699"/>
                <a:gd name="connsiteY61" fmla="*/ 434261 h 694493"/>
                <a:gd name="connsiteX62" fmla="*/ 146112 w 883699"/>
                <a:gd name="connsiteY62" fmla="*/ 433347 h 694493"/>
                <a:gd name="connsiteX63" fmla="*/ 107219 w 883699"/>
                <a:gd name="connsiteY63" fmla="*/ 356588 h 694493"/>
                <a:gd name="connsiteX64" fmla="*/ 861795 w 883699"/>
                <a:gd name="connsiteY64" fmla="*/ 356588 h 694493"/>
                <a:gd name="connsiteX65" fmla="*/ 867137 w 883699"/>
                <a:gd name="connsiteY65" fmla="*/ 357139 h 694493"/>
                <a:gd name="connsiteX66" fmla="*/ 883692 w 883699"/>
                <a:gd name="connsiteY66" fmla="*/ 376241 h 694493"/>
                <a:gd name="connsiteX67" fmla="*/ 866392 w 883699"/>
                <a:gd name="connsiteY67" fmla="*/ 396595 h 694493"/>
                <a:gd name="connsiteX68" fmla="*/ 855469 w 883699"/>
                <a:gd name="connsiteY68" fmla="*/ 397204 h 694493"/>
                <a:gd name="connsiteX69" fmla="*/ 807928 w 883699"/>
                <a:gd name="connsiteY69" fmla="*/ 397473 h 694493"/>
                <a:gd name="connsiteX70" fmla="*/ 160584 w 883699"/>
                <a:gd name="connsiteY70" fmla="*/ 397472 h 694493"/>
                <a:gd name="connsiteX71" fmla="*/ 113048 w 883699"/>
                <a:gd name="connsiteY71" fmla="*/ 397082 h 694493"/>
                <a:gd name="connsiteX72" fmla="*/ 90381 w 883699"/>
                <a:gd name="connsiteY72" fmla="*/ 394101 h 694493"/>
                <a:gd name="connsiteX73" fmla="*/ 88883 w 883699"/>
                <a:gd name="connsiteY73" fmla="*/ 361690 h 694493"/>
                <a:gd name="connsiteX74" fmla="*/ 105555 w 883699"/>
                <a:gd name="connsiteY74" fmla="*/ 356674 h 694493"/>
                <a:gd name="connsiteX75" fmla="*/ 429075 w 883699"/>
                <a:gd name="connsiteY75" fmla="*/ 52 h 694493"/>
                <a:gd name="connsiteX76" fmla="*/ 429075 w 883699"/>
                <a:gd name="connsiteY76" fmla="*/ 45297 h 694493"/>
                <a:gd name="connsiteX77" fmla="*/ 425062 w 883699"/>
                <a:gd name="connsiteY77" fmla="*/ 45871 h 694493"/>
                <a:gd name="connsiteX78" fmla="*/ 170208 w 883699"/>
                <a:gd name="connsiteY78" fmla="*/ 324240 h 694493"/>
                <a:gd name="connsiteX79" fmla="*/ 168575 w 883699"/>
                <a:gd name="connsiteY79" fmla="*/ 356588 h 694493"/>
                <a:gd name="connsiteX80" fmla="*/ 123741 w 883699"/>
                <a:gd name="connsiteY80" fmla="*/ 356588 h 694493"/>
                <a:gd name="connsiteX81" fmla="*/ 125606 w 883699"/>
                <a:gd name="connsiteY81" fmla="*/ 319656 h 694493"/>
                <a:gd name="connsiteX82" fmla="*/ 416575 w 883699"/>
                <a:gd name="connsiteY82" fmla="*/ 1839 h 694493"/>
                <a:gd name="connsiteX83" fmla="*/ 540470 w 883699"/>
                <a:gd name="connsiteY83" fmla="*/ 0 h 694493"/>
                <a:gd name="connsiteX84" fmla="*/ 553332 w 883699"/>
                <a:gd name="connsiteY84" fmla="*/ 1839 h 694493"/>
                <a:gd name="connsiteX85" fmla="*/ 844301 w 883699"/>
                <a:gd name="connsiteY85" fmla="*/ 319656 h 694493"/>
                <a:gd name="connsiteX86" fmla="*/ 846166 w 883699"/>
                <a:gd name="connsiteY86" fmla="*/ 356588 h 694493"/>
                <a:gd name="connsiteX87" fmla="*/ 801332 w 883699"/>
                <a:gd name="connsiteY87" fmla="*/ 356588 h 694493"/>
                <a:gd name="connsiteX88" fmla="*/ 799698 w 883699"/>
                <a:gd name="connsiteY88" fmla="*/ 324240 h 694493"/>
                <a:gd name="connsiteX89" fmla="*/ 544844 w 883699"/>
                <a:gd name="connsiteY89" fmla="*/ 45871 h 694493"/>
                <a:gd name="connsiteX90" fmla="*/ 540470 w 883699"/>
                <a:gd name="connsiteY90" fmla="*/ 45245 h 69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883699" h="694493">
                  <a:moveTo>
                    <a:pt x="606139" y="481106"/>
                  </a:moveTo>
                  <a:cubicBezTo>
                    <a:pt x="598686" y="479303"/>
                    <a:pt x="590941" y="479323"/>
                    <a:pt x="582880" y="481139"/>
                  </a:cubicBezTo>
                  <a:cubicBezTo>
                    <a:pt x="574683" y="482985"/>
                    <a:pt x="566664" y="486382"/>
                    <a:pt x="559100" y="490154"/>
                  </a:cubicBezTo>
                  <a:cubicBezTo>
                    <a:pt x="520398" y="509458"/>
                    <a:pt x="481832" y="529040"/>
                    <a:pt x="443298" y="548684"/>
                  </a:cubicBezTo>
                  <a:cubicBezTo>
                    <a:pt x="429521" y="555707"/>
                    <a:pt x="415231" y="560077"/>
                    <a:pt x="399616" y="560426"/>
                  </a:cubicBezTo>
                  <a:cubicBezTo>
                    <a:pt x="363677" y="561229"/>
                    <a:pt x="327745" y="562425"/>
                    <a:pt x="291810" y="563443"/>
                  </a:cubicBezTo>
                  <a:cubicBezTo>
                    <a:pt x="288767" y="563530"/>
                    <a:pt x="285705" y="563677"/>
                    <a:pt x="282675" y="563462"/>
                  </a:cubicBezTo>
                  <a:cubicBezTo>
                    <a:pt x="273697" y="562826"/>
                    <a:pt x="268537" y="557812"/>
                    <a:pt x="268608" y="550022"/>
                  </a:cubicBezTo>
                  <a:cubicBezTo>
                    <a:pt x="268675" y="542821"/>
                    <a:pt x="273092" y="538034"/>
                    <a:pt x="281268" y="537147"/>
                  </a:cubicBezTo>
                  <a:cubicBezTo>
                    <a:pt x="287920" y="536426"/>
                    <a:pt x="294640" y="536213"/>
                    <a:pt x="301337" y="536040"/>
                  </a:cubicBezTo>
                  <a:cubicBezTo>
                    <a:pt x="331795" y="535252"/>
                    <a:pt x="362253" y="534184"/>
                    <a:pt x="392715" y="533958"/>
                  </a:cubicBezTo>
                  <a:cubicBezTo>
                    <a:pt x="413794" y="533802"/>
                    <a:pt x="431435" y="525379"/>
                    <a:pt x="449241" y="513886"/>
                  </a:cubicBezTo>
                  <a:cubicBezTo>
                    <a:pt x="445738" y="499955"/>
                    <a:pt x="437983" y="490496"/>
                    <a:pt x="424708" y="486572"/>
                  </a:cubicBezTo>
                  <a:cubicBezTo>
                    <a:pt x="417215" y="484357"/>
                    <a:pt x="409188" y="482894"/>
                    <a:pt x="401401" y="482888"/>
                  </a:cubicBezTo>
                  <a:cubicBezTo>
                    <a:pt x="325222" y="482835"/>
                    <a:pt x="249044" y="483134"/>
                    <a:pt x="172866" y="483460"/>
                  </a:cubicBezTo>
                  <a:cubicBezTo>
                    <a:pt x="169465" y="483474"/>
                    <a:pt x="166070" y="484706"/>
                    <a:pt x="161982" y="485506"/>
                  </a:cubicBezTo>
                  <a:cubicBezTo>
                    <a:pt x="161236" y="506938"/>
                    <a:pt x="160516" y="527592"/>
                    <a:pt x="159759" y="551687"/>
                  </a:cubicBezTo>
                  <a:cubicBezTo>
                    <a:pt x="159575" y="563264"/>
                    <a:pt x="159223" y="574842"/>
                    <a:pt x="159254" y="586419"/>
                  </a:cubicBezTo>
                  <a:cubicBezTo>
                    <a:pt x="159284" y="597810"/>
                    <a:pt x="157980" y="609302"/>
                    <a:pt x="159809" y="620355"/>
                  </a:cubicBezTo>
                  <a:cubicBezTo>
                    <a:pt x="162872" y="621200"/>
                    <a:pt x="164561" y="621933"/>
                    <a:pt x="166306" y="622108"/>
                  </a:cubicBezTo>
                  <a:cubicBezTo>
                    <a:pt x="203882" y="625879"/>
                    <a:pt x="241472" y="629504"/>
                    <a:pt x="279042" y="633333"/>
                  </a:cubicBezTo>
                  <a:cubicBezTo>
                    <a:pt x="309939" y="636482"/>
                    <a:pt x="340871" y="639394"/>
                    <a:pt x="371679" y="643280"/>
                  </a:cubicBezTo>
                  <a:cubicBezTo>
                    <a:pt x="396228" y="646376"/>
                    <a:pt x="418987" y="642765"/>
                    <a:pt x="439956" y="629330"/>
                  </a:cubicBezTo>
                  <a:cubicBezTo>
                    <a:pt x="453290" y="620786"/>
                    <a:pt x="467153" y="612965"/>
                    <a:pt x="479882" y="603601"/>
                  </a:cubicBezTo>
                  <a:cubicBezTo>
                    <a:pt x="527485" y="568584"/>
                    <a:pt x="574725" y="533076"/>
                    <a:pt x="622061" y="497697"/>
                  </a:cubicBezTo>
                  <a:cubicBezTo>
                    <a:pt x="623928" y="496302"/>
                    <a:pt x="625376" y="494347"/>
                    <a:pt x="627645" y="492010"/>
                  </a:cubicBezTo>
                  <a:cubicBezTo>
                    <a:pt x="620753" y="486534"/>
                    <a:pt x="613592" y="482908"/>
                    <a:pt x="606139" y="481106"/>
                  </a:cubicBezTo>
                  <a:close/>
                  <a:moveTo>
                    <a:pt x="82707" y="471438"/>
                  </a:moveTo>
                  <a:cubicBezTo>
                    <a:pt x="67807" y="471593"/>
                    <a:pt x="53343" y="472324"/>
                    <a:pt x="46203" y="473537"/>
                  </a:cubicBezTo>
                  <a:cubicBezTo>
                    <a:pt x="46070" y="475292"/>
                    <a:pt x="45491" y="477189"/>
                    <a:pt x="45861" y="478879"/>
                  </a:cubicBezTo>
                  <a:cubicBezTo>
                    <a:pt x="57728" y="533015"/>
                    <a:pt x="69672" y="587134"/>
                    <a:pt x="81676" y="641240"/>
                  </a:cubicBezTo>
                  <a:cubicBezTo>
                    <a:pt x="82181" y="643516"/>
                    <a:pt x="83372" y="645640"/>
                    <a:pt x="84370" y="648153"/>
                  </a:cubicBezTo>
                  <a:cubicBezTo>
                    <a:pt x="97648" y="647755"/>
                    <a:pt x="109861" y="644902"/>
                    <a:pt x="122926" y="640190"/>
                  </a:cubicBezTo>
                  <a:cubicBezTo>
                    <a:pt x="123302" y="602807"/>
                    <a:pt x="123026" y="565695"/>
                    <a:pt x="123110" y="524929"/>
                  </a:cubicBezTo>
                  <a:cubicBezTo>
                    <a:pt x="122486" y="507495"/>
                    <a:pt x="124512" y="489936"/>
                    <a:pt x="121833" y="472801"/>
                  </a:cubicBezTo>
                  <a:cubicBezTo>
                    <a:pt x="112946" y="471706"/>
                    <a:pt x="97608" y="471284"/>
                    <a:pt x="82707" y="471438"/>
                  </a:cubicBezTo>
                  <a:close/>
                  <a:moveTo>
                    <a:pt x="146112" y="433347"/>
                  </a:moveTo>
                  <a:cubicBezTo>
                    <a:pt x="158742" y="433319"/>
                    <a:pt x="160268" y="435197"/>
                    <a:pt x="162115" y="448016"/>
                  </a:cubicBezTo>
                  <a:cubicBezTo>
                    <a:pt x="162455" y="450377"/>
                    <a:pt x="162907" y="452722"/>
                    <a:pt x="163527" y="456365"/>
                  </a:cubicBezTo>
                  <a:cubicBezTo>
                    <a:pt x="170346" y="456470"/>
                    <a:pt x="176959" y="456699"/>
                    <a:pt x="183570" y="456654"/>
                  </a:cubicBezTo>
                  <a:cubicBezTo>
                    <a:pt x="252449" y="456192"/>
                    <a:pt x="321326" y="455640"/>
                    <a:pt x="390206" y="455254"/>
                  </a:cubicBezTo>
                  <a:cubicBezTo>
                    <a:pt x="398103" y="455211"/>
                    <a:pt x="406006" y="456035"/>
                    <a:pt x="415462" y="456642"/>
                  </a:cubicBezTo>
                  <a:cubicBezTo>
                    <a:pt x="445369" y="459469"/>
                    <a:pt x="462971" y="476769"/>
                    <a:pt x="475831" y="501317"/>
                  </a:cubicBezTo>
                  <a:cubicBezTo>
                    <a:pt x="497697" y="490275"/>
                    <a:pt x="518865" y="479564"/>
                    <a:pt x="540054" y="468896"/>
                  </a:cubicBezTo>
                  <a:cubicBezTo>
                    <a:pt x="546039" y="465883"/>
                    <a:pt x="552003" y="462804"/>
                    <a:pt x="558118" y="460073"/>
                  </a:cubicBezTo>
                  <a:cubicBezTo>
                    <a:pt x="587178" y="447086"/>
                    <a:pt x="629479" y="449912"/>
                    <a:pt x="656724" y="481080"/>
                  </a:cubicBezTo>
                  <a:cubicBezTo>
                    <a:pt x="666308" y="492043"/>
                    <a:pt x="666441" y="497874"/>
                    <a:pt x="655197" y="506734"/>
                  </a:cubicBezTo>
                  <a:cubicBezTo>
                    <a:pt x="639921" y="518772"/>
                    <a:pt x="624321" y="530401"/>
                    <a:pt x="608826" y="542159"/>
                  </a:cubicBezTo>
                  <a:cubicBezTo>
                    <a:pt x="584638" y="560511"/>
                    <a:pt x="560721" y="579236"/>
                    <a:pt x="536143" y="597049"/>
                  </a:cubicBezTo>
                  <a:cubicBezTo>
                    <a:pt x="505653" y="619146"/>
                    <a:pt x="475449" y="641719"/>
                    <a:pt x="441769" y="659054"/>
                  </a:cubicBezTo>
                  <a:cubicBezTo>
                    <a:pt x="421620" y="669426"/>
                    <a:pt x="400717" y="673178"/>
                    <a:pt x="378144" y="670806"/>
                  </a:cubicBezTo>
                  <a:cubicBezTo>
                    <a:pt x="321783" y="664884"/>
                    <a:pt x="265352" y="659620"/>
                    <a:pt x="208950" y="654094"/>
                  </a:cubicBezTo>
                  <a:cubicBezTo>
                    <a:pt x="193222" y="652554"/>
                    <a:pt x="177493" y="651023"/>
                    <a:pt x="160619" y="649377"/>
                  </a:cubicBezTo>
                  <a:cubicBezTo>
                    <a:pt x="159582" y="654093"/>
                    <a:pt x="158428" y="657975"/>
                    <a:pt x="157920" y="661939"/>
                  </a:cubicBezTo>
                  <a:cubicBezTo>
                    <a:pt x="156868" y="670179"/>
                    <a:pt x="152584" y="675275"/>
                    <a:pt x="144437" y="677121"/>
                  </a:cubicBezTo>
                  <a:cubicBezTo>
                    <a:pt x="137902" y="678601"/>
                    <a:pt x="131395" y="680205"/>
                    <a:pt x="124862" y="681691"/>
                  </a:cubicBezTo>
                  <a:cubicBezTo>
                    <a:pt x="108230" y="685474"/>
                    <a:pt x="91549" y="689053"/>
                    <a:pt x="74975" y="693072"/>
                  </a:cubicBezTo>
                  <a:cubicBezTo>
                    <a:pt x="68921" y="694540"/>
                    <a:pt x="63081" y="695335"/>
                    <a:pt x="56314" y="693110"/>
                  </a:cubicBezTo>
                  <a:cubicBezTo>
                    <a:pt x="55261" y="690166"/>
                    <a:pt x="53704" y="686891"/>
                    <a:pt x="52911" y="683441"/>
                  </a:cubicBezTo>
                  <a:cubicBezTo>
                    <a:pt x="35875" y="609231"/>
                    <a:pt x="18913" y="535004"/>
                    <a:pt x="1968" y="460773"/>
                  </a:cubicBezTo>
                  <a:cubicBezTo>
                    <a:pt x="204" y="453046"/>
                    <a:pt x="-1992" y="445260"/>
                    <a:pt x="3448" y="436694"/>
                  </a:cubicBezTo>
                  <a:cubicBezTo>
                    <a:pt x="8539" y="434287"/>
                    <a:pt x="15227" y="434326"/>
                    <a:pt x="21788" y="434261"/>
                  </a:cubicBezTo>
                  <a:cubicBezTo>
                    <a:pt x="63229" y="433850"/>
                    <a:pt x="104670" y="433439"/>
                    <a:pt x="146112" y="433347"/>
                  </a:cubicBezTo>
                  <a:close/>
                  <a:moveTo>
                    <a:pt x="107219" y="356588"/>
                  </a:moveTo>
                  <a:lnTo>
                    <a:pt x="861795" y="356588"/>
                  </a:lnTo>
                  <a:lnTo>
                    <a:pt x="867137" y="357139"/>
                  </a:lnTo>
                  <a:cubicBezTo>
                    <a:pt x="877037" y="359156"/>
                    <a:pt x="883446" y="366765"/>
                    <a:pt x="883692" y="376241"/>
                  </a:cubicBezTo>
                  <a:cubicBezTo>
                    <a:pt x="883953" y="386357"/>
                    <a:pt x="877065" y="394654"/>
                    <a:pt x="866392" y="396595"/>
                  </a:cubicBezTo>
                  <a:cubicBezTo>
                    <a:pt x="862830" y="397242"/>
                    <a:pt x="859116" y="397171"/>
                    <a:pt x="855469" y="397204"/>
                  </a:cubicBezTo>
                  <a:cubicBezTo>
                    <a:pt x="839623" y="397342"/>
                    <a:pt x="823774" y="397472"/>
                    <a:pt x="807928" y="397473"/>
                  </a:cubicBezTo>
                  <a:cubicBezTo>
                    <a:pt x="592147" y="397490"/>
                    <a:pt x="376366" y="397490"/>
                    <a:pt x="160584" y="397472"/>
                  </a:cubicBezTo>
                  <a:cubicBezTo>
                    <a:pt x="144738" y="397472"/>
                    <a:pt x="128879" y="397629"/>
                    <a:pt x="113048" y="397082"/>
                  </a:cubicBezTo>
                  <a:cubicBezTo>
                    <a:pt x="105297" y="396814"/>
                    <a:pt x="97597" y="395094"/>
                    <a:pt x="90381" y="394101"/>
                  </a:cubicBezTo>
                  <a:cubicBezTo>
                    <a:pt x="83774" y="382566"/>
                    <a:pt x="84096" y="372212"/>
                    <a:pt x="88883" y="361690"/>
                  </a:cubicBezTo>
                  <a:cubicBezTo>
                    <a:pt x="94056" y="358083"/>
                    <a:pt x="99705" y="357093"/>
                    <a:pt x="105555" y="356674"/>
                  </a:cubicBezTo>
                  <a:close/>
                  <a:moveTo>
                    <a:pt x="429075" y="52"/>
                  </a:moveTo>
                  <a:lnTo>
                    <a:pt x="429075" y="45297"/>
                  </a:lnTo>
                  <a:lnTo>
                    <a:pt x="425062" y="45871"/>
                  </a:lnTo>
                  <a:cubicBezTo>
                    <a:pt x="289312" y="71881"/>
                    <a:pt x="184385" y="184646"/>
                    <a:pt x="170208" y="324240"/>
                  </a:cubicBezTo>
                  <a:lnTo>
                    <a:pt x="168575" y="356588"/>
                  </a:lnTo>
                  <a:lnTo>
                    <a:pt x="123741" y="356588"/>
                  </a:lnTo>
                  <a:lnTo>
                    <a:pt x="125606" y="319656"/>
                  </a:lnTo>
                  <a:cubicBezTo>
                    <a:pt x="141792" y="160281"/>
                    <a:pt x="261588" y="31535"/>
                    <a:pt x="416575" y="1839"/>
                  </a:cubicBezTo>
                  <a:close/>
                  <a:moveTo>
                    <a:pt x="540470" y="0"/>
                  </a:moveTo>
                  <a:lnTo>
                    <a:pt x="553332" y="1839"/>
                  </a:lnTo>
                  <a:cubicBezTo>
                    <a:pt x="708319" y="31535"/>
                    <a:pt x="828115" y="160281"/>
                    <a:pt x="844301" y="319656"/>
                  </a:cubicBezTo>
                  <a:lnTo>
                    <a:pt x="846166" y="356588"/>
                  </a:lnTo>
                  <a:lnTo>
                    <a:pt x="801332" y="356588"/>
                  </a:lnTo>
                  <a:lnTo>
                    <a:pt x="799698" y="324240"/>
                  </a:lnTo>
                  <a:cubicBezTo>
                    <a:pt x="785522" y="184646"/>
                    <a:pt x="680595" y="71881"/>
                    <a:pt x="544844" y="45871"/>
                  </a:cubicBezTo>
                  <a:lnTo>
                    <a:pt x="540470" y="45245"/>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10" name="Freeform: Shape 2909">
              <a:extLst>
                <a:ext uri="{FF2B5EF4-FFF2-40B4-BE49-F238E27FC236}">
                  <a16:creationId xmlns:a16="http://schemas.microsoft.com/office/drawing/2014/main" id="{73C48B90-0120-33E2-BE8B-BEE40DF76EE1}"/>
                </a:ext>
                <a:ext uri="{C183D7F6-B498-43B3-948B-1728B52AA6E4}">
                  <adec:decorative xmlns:adec="http://schemas.microsoft.com/office/drawing/2017/decorative" val="1"/>
                </a:ext>
              </a:extLst>
            </p:cNvPr>
            <p:cNvSpPr/>
            <p:nvPr/>
          </p:nvSpPr>
          <p:spPr>
            <a:xfrm>
              <a:off x="7166708" y="5755986"/>
              <a:ext cx="173381" cy="144740"/>
            </a:xfrm>
            <a:custGeom>
              <a:avLst/>
              <a:gdLst>
                <a:gd name="connsiteX0" fmla="*/ 121797 w 268205"/>
                <a:gd name="connsiteY0" fmla="*/ 112177 h 223900"/>
                <a:gd name="connsiteX1" fmla="*/ 131488 w 268205"/>
                <a:gd name="connsiteY1" fmla="*/ 121699 h 223900"/>
                <a:gd name="connsiteX2" fmla="*/ 126053 w 268205"/>
                <a:gd name="connsiteY2" fmla="*/ 132448 h 223900"/>
                <a:gd name="connsiteX3" fmla="*/ 113943 w 268205"/>
                <a:gd name="connsiteY3" fmla="*/ 136409 h 223900"/>
                <a:gd name="connsiteX4" fmla="*/ 24929 w 268205"/>
                <a:gd name="connsiteY4" fmla="*/ 209321 h 223900"/>
                <a:gd name="connsiteX5" fmla="*/ 19731 w 268205"/>
                <a:gd name="connsiteY5" fmla="*/ 218912 h 223900"/>
                <a:gd name="connsiteX6" fmla="*/ 6959 w 268205"/>
                <a:gd name="connsiteY6" fmla="*/ 223160 h 223900"/>
                <a:gd name="connsiteX7" fmla="*/ 405 w 268205"/>
                <a:gd name="connsiteY7" fmla="*/ 209692 h 223900"/>
                <a:gd name="connsiteX8" fmla="*/ 3744 w 268205"/>
                <a:gd name="connsiteY8" fmla="*/ 201267 h 223900"/>
                <a:gd name="connsiteX9" fmla="*/ 18327 w 268205"/>
                <a:gd name="connsiteY9" fmla="*/ 176630 h 223900"/>
                <a:gd name="connsiteX10" fmla="*/ 111089 w 268205"/>
                <a:gd name="connsiteY10" fmla="*/ 113839 h 223900"/>
                <a:gd name="connsiteX11" fmla="*/ 121797 w 268205"/>
                <a:gd name="connsiteY11" fmla="*/ 112177 h 223900"/>
                <a:gd name="connsiteX12" fmla="*/ 201321 w 268205"/>
                <a:gd name="connsiteY12" fmla="*/ 0 h 223900"/>
                <a:gd name="connsiteX13" fmla="*/ 268205 w 268205"/>
                <a:gd name="connsiteY13" fmla="*/ 0 h 223900"/>
                <a:gd name="connsiteX14" fmla="*/ 268205 w 268205"/>
                <a:gd name="connsiteY14" fmla="*/ 66359 h 223900"/>
                <a:gd name="connsiteX15" fmla="*/ 201321 w 268205"/>
                <a:gd name="connsiteY15" fmla="*/ 66359 h 2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205" h="223900">
                  <a:moveTo>
                    <a:pt x="121797" y="112177"/>
                  </a:moveTo>
                  <a:cubicBezTo>
                    <a:pt x="126375" y="112210"/>
                    <a:pt x="130804" y="117000"/>
                    <a:pt x="131488" y="121699"/>
                  </a:cubicBezTo>
                  <a:cubicBezTo>
                    <a:pt x="132060" y="125637"/>
                    <a:pt x="129773" y="130826"/>
                    <a:pt x="126053" y="132448"/>
                  </a:cubicBezTo>
                  <a:cubicBezTo>
                    <a:pt x="122176" y="134138"/>
                    <a:pt x="118028" y="135242"/>
                    <a:pt x="113943" y="136409"/>
                  </a:cubicBezTo>
                  <a:cubicBezTo>
                    <a:pt x="73748" y="147876"/>
                    <a:pt x="44189" y="172302"/>
                    <a:pt x="24929" y="209321"/>
                  </a:cubicBezTo>
                  <a:cubicBezTo>
                    <a:pt x="23249" y="212549"/>
                    <a:pt x="21769" y="215923"/>
                    <a:pt x="19731" y="218912"/>
                  </a:cubicBezTo>
                  <a:cubicBezTo>
                    <a:pt x="16660" y="223420"/>
                    <a:pt x="11382" y="224973"/>
                    <a:pt x="6959" y="223160"/>
                  </a:cubicBezTo>
                  <a:cubicBezTo>
                    <a:pt x="1650" y="220983"/>
                    <a:pt x="-1089" y="215685"/>
                    <a:pt x="405" y="209692"/>
                  </a:cubicBezTo>
                  <a:cubicBezTo>
                    <a:pt x="1131" y="206781"/>
                    <a:pt x="2270" y="203879"/>
                    <a:pt x="3744" y="201267"/>
                  </a:cubicBezTo>
                  <a:cubicBezTo>
                    <a:pt x="8218" y="193338"/>
                    <a:pt x="12945" y="185552"/>
                    <a:pt x="18327" y="176630"/>
                  </a:cubicBezTo>
                  <a:cubicBezTo>
                    <a:pt x="42519" y="144198"/>
                    <a:pt x="73087" y="123453"/>
                    <a:pt x="111089" y="113839"/>
                  </a:cubicBezTo>
                  <a:cubicBezTo>
                    <a:pt x="114585" y="112954"/>
                    <a:pt x="118228" y="112151"/>
                    <a:pt x="121797" y="112177"/>
                  </a:cubicBezTo>
                  <a:close/>
                  <a:moveTo>
                    <a:pt x="201321" y="0"/>
                  </a:moveTo>
                  <a:lnTo>
                    <a:pt x="268205" y="0"/>
                  </a:lnTo>
                  <a:lnTo>
                    <a:pt x="268205" y="66359"/>
                  </a:lnTo>
                  <a:lnTo>
                    <a:pt x="201321" y="66359"/>
                  </a:lnTo>
                  <a:close/>
                </a:path>
              </a:pathLst>
            </a:custGeom>
            <a:solidFill>
              <a:schemeClr val="accent1"/>
            </a:solidFill>
            <a:ln w="1155" cap="flat">
              <a:noFill/>
              <a:prstDash val="solid"/>
              <a:miter/>
            </a:ln>
          </p:spPr>
          <p:txBody>
            <a:bodyPr wrap="square" rtlCol="0" anchor="ctr">
              <a:noAutofit/>
            </a:bodyPr>
            <a:lstStyle/>
            <a:p>
              <a:endParaRPr lang="en-US" dirty="0"/>
            </a:p>
          </p:txBody>
        </p:sp>
      </p:grpSp>
      <p:grpSp>
        <p:nvGrpSpPr>
          <p:cNvPr id="87" name="Group 86">
            <a:extLst>
              <a:ext uri="{FF2B5EF4-FFF2-40B4-BE49-F238E27FC236}">
                <a16:creationId xmlns:a16="http://schemas.microsoft.com/office/drawing/2014/main" id="{8EC2AB2C-71F4-C278-CC30-F5C3D06EFC84}"/>
              </a:ext>
              <a:ext uri="{C183D7F6-B498-43B3-948B-1728B52AA6E4}">
                <adec:decorative xmlns:adec="http://schemas.microsoft.com/office/drawing/2017/decorative" val="1"/>
              </a:ext>
            </a:extLst>
          </p:cNvPr>
          <p:cNvGrpSpPr>
            <a:grpSpLocks noChangeAspect="1"/>
          </p:cNvGrpSpPr>
          <p:nvPr/>
        </p:nvGrpSpPr>
        <p:grpSpPr>
          <a:xfrm>
            <a:off x="7478467" y="5755986"/>
            <a:ext cx="457537" cy="457200"/>
            <a:chOff x="7706375" y="5755986"/>
            <a:chExt cx="457537" cy="457200"/>
          </a:xfrm>
          <a:solidFill>
            <a:srgbClr val="FF0000"/>
          </a:solidFill>
        </p:grpSpPr>
        <p:sp>
          <p:nvSpPr>
            <p:cNvPr id="2915" name="Freeform: Shape 2914">
              <a:extLst>
                <a:ext uri="{FF2B5EF4-FFF2-40B4-BE49-F238E27FC236}">
                  <a16:creationId xmlns:a16="http://schemas.microsoft.com/office/drawing/2014/main" id="{F79D295E-4167-1486-173E-E582EF3FF377}"/>
                </a:ext>
                <a:ext uri="{C183D7F6-B498-43B3-948B-1728B52AA6E4}">
                  <adec:decorative xmlns:adec="http://schemas.microsoft.com/office/drawing/2017/decorative" val="1"/>
                </a:ext>
              </a:extLst>
            </p:cNvPr>
            <p:cNvSpPr/>
            <p:nvPr/>
          </p:nvSpPr>
          <p:spPr>
            <a:xfrm>
              <a:off x="7706375" y="5755986"/>
              <a:ext cx="457537" cy="457200"/>
            </a:xfrm>
            <a:custGeom>
              <a:avLst/>
              <a:gdLst>
                <a:gd name="connsiteX0" fmla="*/ 711978 w 977705"/>
                <a:gd name="connsiteY0" fmla="*/ 414897 h 976984"/>
                <a:gd name="connsiteX1" fmla="*/ 588031 w 977705"/>
                <a:gd name="connsiteY1" fmla="*/ 538844 h 976984"/>
                <a:gd name="connsiteX2" fmla="*/ 794129 w 977705"/>
                <a:gd name="connsiteY2" fmla="*/ 878978 h 976984"/>
                <a:gd name="connsiteX3" fmla="*/ 843851 w 977705"/>
                <a:gd name="connsiteY3" fmla="*/ 829255 h 976984"/>
                <a:gd name="connsiteX4" fmla="*/ 871594 w 977705"/>
                <a:gd name="connsiteY4" fmla="*/ 46660 h 976984"/>
                <a:gd name="connsiteX5" fmla="*/ 829437 w 977705"/>
                <a:gd name="connsiteY5" fmla="*/ 63955 h 976984"/>
                <a:gd name="connsiteX6" fmla="*/ 265189 w 977705"/>
                <a:gd name="connsiteY6" fmla="*/ 628203 h 976984"/>
                <a:gd name="connsiteX7" fmla="*/ 106652 w 977705"/>
                <a:gd name="connsiteY7" fmla="*/ 628203 h 976984"/>
                <a:gd name="connsiteX8" fmla="*/ 83592 w 977705"/>
                <a:gd name="connsiteY8" fmla="*/ 651263 h 976984"/>
                <a:gd name="connsiteX9" fmla="*/ 236261 w 977705"/>
                <a:gd name="connsiteY9" fmla="*/ 706051 h 976984"/>
                <a:gd name="connsiteX10" fmla="*/ 371790 w 977705"/>
                <a:gd name="connsiteY10" fmla="*/ 570522 h 976984"/>
                <a:gd name="connsiteX11" fmla="*/ 403892 w 977705"/>
                <a:gd name="connsiteY11" fmla="*/ 602624 h 976984"/>
                <a:gd name="connsiteX12" fmla="*/ 269916 w 977705"/>
                <a:gd name="connsiteY12" fmla="*/ 736600 h 976984"/>
                <a:gd name="connsiteX13" fmla="*/ 326442 w 977705"/>
                <a:gd name="connsiteY13" fmla="*/ 894113 h 976984"/>
                <a:gd name="connsiteX14" fmla="*/ 349502 w 977705"/>
                <a:gd name="connsiteY14" fmla="*/ 871052 h 976984"/>
                <a:gd name="connsiteX15" fmla="*/ 349502 w 977705"/>
                <a:gd name="connsiteY15" fmla="*/ 712516 h 976984"/>
                <a:gd name="connsiteX16" fmla="*/ 913750 w 977705"/>
                <a:gd name="connsiteY16" fmla="*/ 148268 h 976984"/>
                <a:gd name="connsiteX17" fmla="*/ 913750 w 977705"/>
                <a:gd name="connsiteY17" fmla="*/ 63955 h 976984"/>
                <a:gd name="connsiteX18" fmla="*/ 871594 w 977705"/>
                <a:gd name="connsiteY18" fmla="*/ 46660 h 976984"/>
                <a:gd name="connsiteX19" fmla="*/ 872314 w 977705"/>
                <a:gd name="connsiteY19" fmla="*/ 0 h 976984"/>
                <a:gd name="connsiteX20" fmla="*/ 946899 w 977705"/>
                <a:gd name="connsiteY20" fmla="*/ 30807 h 976984"/>
                <a:gd name="connsiteX21" fmla="*/ 946899 w 977705"/>
                <a:gd name="connsiteY21" fmla="*/ 179975 h 976984"/>
                <a:gd name="connsiteX22" fmla="*/ 748519 w 977705"/>
                <a:gd name="connsiteY22" fmla="*/ 378356 h 976984"/>
                <a:gd name="connsiteX23" fmla="*/ 771170 w 977705"/>
                <a:gd name="connsiteY23" fmla="*/ 449616 h 976984"/>
                <a:gd name="connsiteX24" fmla="*/ 809375 w 977705"/>
                <a:gd name="connsiteY24" fmla="*/ 411411 h 976984"/>
                <a:gd name="connsiteX25" fmla="*/ 841476 w 977705"/>
                <a:gd name="connsiteY25" fmla="*/ 443513 h 976984"/>
                <a:gd name="connsiteX26" fmla="*/ 786655 w 977705"/>
                <a:gd name="connsiteY26" fmla="*/ 498334 h 976984"/>
                <a:gd name="connsiteX27" fmla="*/ 812072 w 977705"/>
                <a:gd name="connsiteY27" fmla="*/ 578295 h 976984"/>
                <a:gd name="connsiteX28" fmla="*/ 855489 w 977705"/>
                <a:gd name="connsiteY28" fmla="*/ 534878 h 976984"/>
                <a:gd name="connsiteX29" fmla="*/ 887591 w 977705"/>
                <a:gd name="connsiteY29" fmla="*/ 566980 h 976984"/>
                <a:gd name="connsiteX30" fmla="*/ 827558 w 977705"/>
                <a:gd name="connsiteY30" fmla="*/ 627013 h 976984"/>
                <a:gd name="connsiteX31" fmla="*/ 895737 w 977705"/>
                <a:gd name="connsiteY31" fmla="*/ 841506 h 976984"/>
                <a:gd name="connsiteX32" fmla="*/ 784761 w 977705"/>
                <a:gd name="connsiteY32" fmla="*/ 952482 h 976984"/>
                <a:gd name="connsiteX33" fmla="*/ 678568 w 977705"/>
                <a:gd name="connsiteY33" fmla="*/ 776797 h 976984"/>
                <a:gd name="connsiteX34" fmla="*/ 625850 w 977705"/>
                <a:gd name="connsiteY34" fmla="*/ 829515 h 976984"/>
                <a:gd name="connsiteX35" fmla="*/ 593748 w 977705"/>
                <a:gd name="connsiteY35" fmla="*/ 797413 h 976984"/>
                <a:gd name="connsiteX36" fmla="*/ 654380 w 977705"/>
                <a:gd name="connsiteY36" fmla="*/ 736781 h 976984"/>
                <a:gd name="connsiteX37" fmla="*/ 614268 w 977705"/>
                <a:gd name="connsiteY37" fmla="*/ 670419 h 976984"/>
                <a:gd name="connsiteX38" fmla="*/ 578888 w 977705"/>
                <a:gd name="connsiteY38" fmla="*/ 705799 h 976984"/>
                <a:gd name="connsiteX39" fmla="*/ 546786 w 977705"/>
                <a:gd name="connsiteY39" fmla="*/ 673697 h 976984"/>
                <a:gd name="connsiteX40" fmla="*/ 590080 w 977705"/>
                <a:gd name="connsiteY40" fmla="*/ 630403 h 976984"/>
                <a:gd name="connsiteX41" fmla="*/ 554814 w 977705"/>
                <a:gd name="connsiteY41" fmla="*/ 572060 h 976984"/>
                <a:gd name="connsiteX42" fmla="*/ 395622 w 977705"/>
                <a:gd name="connsiteY42" fmla="*/ 731252 h 976984"/>
                <a:gd name="connsiteX43" fmla="*/ 395622 w 977705"/>
                <a:gd name="connsiteY43" fmla="*/ 889789 h 976984"/>
                <a:gd name="connsiteX44" fmla="*/ 307706 w 977705"/>
                <a:gd name="connsiteY44" fmla="*/ 976984 h 976984"/>
                <a:gd name="connsiteX45" fmla="*/ 234091 w 977705"/>
                <a:gd name="connsiteY45" fmla="*/ 772425 h 976984"/>
                <a:gd name="connsiteX46" fmla="*/ 184275 w 977705"/>
                <a:gd name="connsiteY46" fmla="*/ 822241 h 976984"/>
                <a:gd name="connsiteX47" fmla="*/ 152174 w 977705"/>
                <a:gd name="connsiteY47" fmla="*/ 790139 h 976984"/>
                <a:gd name="connsiteX48" fmla="*/ 200780 w 977705"/>
                <a:gd name="connsiteY48" fmla="*/ 741533 h 976984"/>
                <a:gd name="connsiteX49" fmla="*/ 0 w 977705"/>
                <a:gd name="connsiteY49" fmla="*/ 669279 h 976984"/>
                <a:gd name="connsiteX50" fmla="*/ 87195 w 977705"/>
                <a:gd name="connsiteY50" fmla="*/ 582083 h 976984"/>
                <a:gd name="connsiteX51" fmla="*/ 245732 w 977705"/>
                <a:gd name="connsiteY51" fmla="*/ 582083 h 976984"/>
                <a:gd name="connsiteX52" fmla="*/ 405140 w 977705"/>
                <a:gd name="connsiteY52" fmla="*/ 422883 h 976984"/>
                <a:gd name="connsiteX53" fmla="*/ 346796 w 977705"/>
                <a:gd name="connsiteY53" fmla="*/ 387412 h 976984"/>
                <a:gd name="connsiteX54" fmla="*/ 304083 w 977705"/>
                <a:gd name="connsiteY54" fmla="*/ 430113 h 976984"/>
                <a:gd name="connsiteX55" fmla="*/ 271986 w 977705"/>
                <a:gd name="connsiteY55" fmla="*/ 398007 h 976984"/>
                <a:gd name="connsiteX56" fmla="*/ 306866 w 977705"/>
                <a:gd name="connsiteY56" fmla="*/ 363137 h 976984"/>
                <a:gd name="connsiteX57" fmla="*/ 240680 w 977705"/>
                <a:gd name="connsiteY57" fmla="*/ 322898 h 976984"/>
                <a:gd name="connsiteX58" fmla="*/ 179548 w 977705"/>
                <a:gd name="connsiteY58" fmla="*/ 384030 h 976984"/>
                <a:gd name="connsiteX59" fmla="*/ 147446 w 977705"/>
                <a:gd name="connsiteY59" fmla="*/ 351928 h 976984"/>
                <a:gd name="connsiteX60" fmla="*/ 200751 w 977705"/>
                <a:gd name="connsiteY60" fmla="*/ 298623 h 976984"/>
                <a:gd name="connsiteX61" fmla="*/ 194994 w 977705"/>
                <a:gd name="connsiteY61" fmla="*/ 295123 h 976984"/>
                <a:gd name="connsiteX62" fmla="*/ 194743 w 977705"/>
                <a:gd name="connsiteY62" fmla="*/ 295538 h 976984"/>
                <a:gd name="connsiteX63" fmla="*/ 98418 w 977705"/>
                <a:gd name="connsiteY63" fmla="*/ 237218 h 976984"/>
                <a:gd name="connsiteX64" fmla="*/ 127430 w 977705"/>
                <a:gd name="connsiteY64" fmla="*/ 200990 h 976984"/>
                <a:gd name="connsiteX65" fmla="*/ 215426 w 977705"/>
                <a:gd name="connsiteY65" fmla="*/ 254266 h 976984"/>
                <a:gd name="connsiteX66" fmla="*/ 215467 w 977705"/>
                <a:gd name="connsiteY66" fmla="*/ 254199 h 976984"/>
                <a:gd name="connsiteX67" fmla="*/ 438569 w 977705"/>
                <a:gd name="connsiteY67" fmla="*/ 389498 h 976984"/>
                <a:gd name="connsiteX68" fmla="*/ 562574 w 977705"/>
                <a:gd name="connsiteY68" fmla="*/ 265655 h 976984"/>
                <a:gd name="connsiteX69" fmla="*/ 148449 w 977705"/>
                <a:gd name="connsiteY69" fmla="*/ 133855 h 976984"/>
                <a:gd name="connsiteX70" fmla="*/ 137639 w 977705"/>
                <a:gd name="connsiteY70" fmla="*/ 143944 h 976984"/>
                <a:gd name="connsiteX71" fmla="*/ 137549 w 977705"/>
                <a:gd name="connsiteY71" fmla="*/ 143851 h 976984"/>
                <a:gd name="connsiteX72" fmla="*/ 123910 w 977705"/>
                <a:gd name="connsiteY72" fmla="*/ 157494 h 976984"/>
                <a:gd name="connsiteX73" fmla="*/ 88259 w 977705"/>
                <a:gd name="connsiteY73" fmla="*/ 128944 h 976984"/>
                <a:gd name="connsiteX74" fmla="*/ 105924 w 977705"/>
                <a:gd name="connsiteY74" fmla="*/ 111273 h 976984"/>
                <a:gd name="connsiteX75" fmla="*/ 106049 w 977705"/>
                <a:gd name="connsiteY75" fmla="*/ 111399 h 976984"/>
                <a:gd name="connsiteX76" fmla="*/ 135478 w 977705"/>
                <a:gd name="connsiteY76" fmla="*/ 81970 h 976984"/>
                <a:gd name="connsiteX77" fmla="*/ 349551 w 977705"/>
                <a:gd name="connsiteY77" fmla="*/ 150016 h 976984"/>
                <a:gd name="connsiteX78" fmla="*/ 410200 w 977705"/>
                <a:gd name="connsiteY78" fmla="*/ 89367 h 976984"/>
                <a:gd name="connsiteX79" fmla="*/ 442302 w 977705"/>
                <a:gd name="connsiteY79" fmla="*/ 121469 h 976984"/>
                <a:gd name="connsiteX80" fmla="*/ 398269 w 977705"/>
                <a:gd name="connsiteY80" fmla="*/ 165501 h 976984"/>
                <a:gd name="connsiteX81" fmla="*/ 479067 w 977705"/>
                <a:gd name="connsiteY81" fmla="*/ 191184 h 976984"/>
                <a:gd name="connsiteX82" fmla="*/ 534075 w 977705"/>
                <a:gd name="connsiteY82" fmla="*/ 136176 h 976984"/>
                <a:gd name="connsiteX83" fmla="*/ 566176 w 977705"/>
                <a:gd name="connsiteY83" fmla="*/ 168278 h 976984"/>
                <a:gd name="connsiteX84" fmla="*/ 527785 w 977705"/>
                <a:gd name="connsiteY84" fmla="*/ 206670 h 976984"/>
                <a:gd name="connsiteX85" fmla="*/ 598977 w 977705"/>
                <a:gd name="connsiteY85" fmla="*/ 229299 h 976984"/>
                <a:gd name="connsiteX86" fmla="*/ 797729 w 977705"/>
                <a:gd name="connsiteY86" fmla="*/ 30807 h 976984"/>
                <a:gd name="connsiteX87" fmla="*/ 872314 w 977705"/>
                <a:gd name="connsiteY87" fmla="*/ 0 h 97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77705" h="976984">
                  <a:moveTo>
                    <a:pt x="711978" y="414897"/>
                  </a:moveTo>
                  <a:lnTo>
                    <a:pt x="588031" y="538844"/>
                  </a:lnTo>
                  <a:lnTo>
                    <a:pt x="794129" y="878978"/>
                  </a:lnTo>
                  <a:lnTo>
                    <a:pt x="843851" y="829255"/>
                  </a:lnTo>
                  <a:close/>
                  <a:moveTo>
                    <a:pt x="871594" y="46660"/>
                  </a:moveTo>
                  <a:cubicBezTo>
                    <a:pt x="856280" y="46660"/>
                    <a:pt x="840967" y="52425"/>
                    <a:pt x="829437" y="63955"/>
                  </a:cubicBezTo>
                  <a:lnTo>
                    <a:pt x="265189" y="628203"/>
                  </a:lnTo>
                  <a:lnTo>
                    <a:pt x="106652" y="628203"/>
                  </a:lnTo>
                  <a:lnTo>
                    <a:pt x="83592" y="651263"/>
                  </a:lnTo>
                  <a:lnTo>
                    <a:pt x="236261" y="706051"/>
                  </a:lnTo>
                  <a:lnTo>
                    <a:pt x="371790" y="570522"/>
                  </a:lnTo>
                  <a:lnTo>
                    <a:pt x="403892" y="602624"/>
                  </a:lnTo>
                  <a:lnTo>
                    <a:pt x="269916" y="736600"/>
                  </a:lnTo>
                  <a:lnTo>
                    <a:pt x="326442" y="894113"/>
                  </a:lnTo>
                  <a:lnTo>
                    <a:pt x="349502" y="871052"/>
                  </a:lnTo>
                  <a:lnTo>
                    <a:pt x="349502" y="712516"/>
                  </a:lnTo>
                  <a:lnTo>
                    <a:pt x="913750" y="148268"/>
                  </a:lnTo>
                  <a:cubicBezTo>
                    <a:pt x="936810" y="125208"/>
                    <a:pt x="936810" y="87015"/>
                    <a:pt x="913750" y="63955"/>
                  </a:cubicBezTo>
                  <a:cubicBezTo>
                    <a:pt x="902220" y="52425"/>
                    <a:pt x="886907" y="46660"/>
                    <a:pt x="871594" y="46660"/>
                  </a:cubicBezTo>
                  <a:close/>
                  <a:moveTo>
                    <a:pt x="872314" y="0"/>
                  </a:moveTo>
                  <a:cubicBezTo>
                    <a:pt x="899338" y="0"/>
                    <a:pt x="926361" y="10269"/>
                    <a:pt x="946899" y="30807"/>
                  </a:cubicBezTo>
                  <a:cubicBezTo>
                    <a:pt x="987974" y="71882"/>
                    <a:pt x="987974" y="138900"/>
                    <a:pt x="946899" y="179975"/>
                  </a:cubicBezTo>
                  <a:lnTo>
                    <a:pt x="748519" y="378356"/>
                  </a:lnTo>
                  <a:lnTo>
                    <a:pt x="771170" y="449616"/>
                  </a:lnTo>
                  <a:lnTo>
                    <a:pt x="809375" y="411411"/>
                  </a:lnTo>
                  <a:lnTo>
                    <a:pt x="841476" y="443513"/>
                  </a:lnTo>
                  <a:lnTo>
                    <a:pt x="786655" y="498334"/>
                  </a:lnTo>
                  <a:lnTo>
                    <a:pt x="812072" y="578295"/>
                  </a:lnTo>
                  <a:lnTo>
                    <a:pt x="855489" y="534878"/>
                  </a:lnTo>
                  <a:lnTo>
                    <a:pt x="887591" y="566980"/>
                  </a:lnTo>
                  <a:lnTo>
                    <a:pt x="827558" y="627013"/>
                  </a:lnTo>
                  <a:lnTo>
                    <a:pt x="895737" y="841506"/>
                  </a:lnTo>
                  <a:lnTo>
                    <a:pt x="784761" y="952482"/>
                  </a:lnTo>
                  <a:lnTo>
                    <a:pt x="678568" y="776797"/>
                  </a:lnTo>
                  <a:lnTo>
                    <a:pt x="625850" y="829515"/>
                  </a:lnTo>
                  <a:lnTo>
                    <a:pt x="593748" y="797413"/>
                  </a:lnTo>
                  <a:lnTo>
                    <a:pt x="654380" y="736781"/>
                  </a:lnTo>
                  <a:lnTo>
                    <a:pt x="614268" y="670419"/>
                  </a:lnTo>
                  <a:lnTo>
                    <a:pt x="578888" y="705799"/>
                  </a:lnTo>
                  <a:lnTo>
                    <a:pt x="546786" y="673697"/>
                  </a:lnTo>
                  <a:lnTo>
                    <a:pt x="590080" y="630403"/>
                  </a:lnTo>
                  <a:lnTo>
                    <a:pt x="554814" y="572060"/>
                  </a:lnTo>
                  <a:lnTo>
                    <a:pt x="395622" y="731252"/>
                  </a:lnTo>
                  <a:lnTo>
                    <a:pt x="395622" y="889789"/>
                  </a:lnTo>
                  <a:lnTo>
                    <a:pt x="307706" y="976984"/>
                  </a:lnTo>
                  <a:lnTo>
                    <a:pt x="234091" y="772425"/>
                  </a:lnTo>
                  <a:lnTo>
                    <a:pt x="184275" y="822241"/>
                  </a:lnTo>
                  <a:lnTo>
                    <a:pt x="152174" y="790139"/>
                  </a:lnTo>
                  <a:lnTo>
                    <a:pt x="200780" y="741533"/>
                  </a:lnTo>
                  <a:lnTo>
                    <a:pt x="0" y="669279"/>
                  </a:lnTo>
                  <a:lnTo>
                    <a:pt x="87195" y="582083"/>
                  </a:lnTo>
                  <a:lnTo>
                    <a:pt x="245732" y="582083"/>
                  </a:lnTo>
                  <a:lnTo>
                    <a:pt x="405140" y="422883"/>
                  </a:lnTo>
                  <a:lnTo>
                    <a:pt x="346796" y="387412"/>
                  </a:lnTo>
                  <a:lnTo>
                    <a:pt x="304083" y="430113"/>
                  </a:lnTo>
                  <a:lnTo>
                    <a:pt x="271986" y="398007"/>
                  </a:lnTo>
                  <a:lnTo>
                    <a:pt x="306866" y="363137"/>
                  </a:lnTo>
                  <a:lnTo>
                    <a:pt x="240680" y="322898"/>
                  </a:lnTo>
                  <a:lnTo>
                    <a:pt x="179548" y="384030"/>
                  </a:lnTo>
                  <a:lnTo>
                    <a:pt x="147446" y="351928"/>
                  </a:lnTo>
                  <a:lnTo>
                    <a:pt x="200751" y="298623"/>
                  </a:lnTo>
                  <a:lnTo>
                    <a:pt x="194994" y="295123"/>
                  </a:lnTo>
                  <a:lnTo>
                    <a:pt x="194743" y="295538"/>
                  </a:lnTo>
                  <a:lnTo>
                    <a:pt x="98418" y="237218"/>
                  </a:lnTo>
                  <a:lnTo>
                    <a:pt x="127430" y="200990"/>
                  </a:lnTo>
                  <a:lnTo>
                    <a:pt x="215426" y="254266"/>
                  </a:lnTo>
                  <a:lnTo>
                    <a:pt x="215467" y="254199"/>
                  </a:lnTo>
                  <a:lnTo>
                    <a:pt x="438569" y="389498"/>
                  </a:lnTo>
                  <a:lnTo>
                    <a:pt x="562574" y="265655"/>
                  </a:lnTo>
                  <a:lnTo>
                    <a:pt x="148449" y="133855"/>
                  </a:lnTo>
                  <a:lnTo>
                    <a:pt x="137639" y="143944"/>
                  </a:lnTo>
                  <a:lnTo>
                    <a:pt x="137549" y="143851"/>
                  </a:lnTo>
                  <a:lnTo>
                    <a:pt x="123910" y="157494"/>
                  </a:lnTo>
                  <a:lnTo>
                    <a:pt x="88259" y="128944"/>
                  </a:lnTo>
                  <a:lnTo>
                    <a:pt x="105924" y="111273"/>
                  </a:lnTo>
                  <a:lnTo>
                    <a:pt x="106049" y="111399"/>
                  </a:lnTo>
                  <a:lnTo>
                    <a:pt x="135478" y="81970"/>
                  </a:lnTo>
                  <a:lnTo>
                    <a:pt x="349551" y="150016"/>
                  </a:lnTo>
                  <a:lnTo>
                    <a:pt x="410200" y="89367"/>
                  </a:lnTo>
                  <a:lnTo>
                    <a:pt x="442302" y="121469"/>
                  </a:lnTo>
                  <a:lnTo>
                    <a:pt x="398269" y="165501"/>
                  </a:lnTo>
                  <a:lnTo>
                    <a:pt x="479067" y="191184"/>
                  </a:lnTo>
                  <a:lnTo>
                    <a:pt x="534075" y="136176"/>
                  </a:lnTo>
                  <a:lnTo>
                    <a:pt x="566176" y="168278"/>
                  </a:lnTo>
                  <a:lnTo>
                    <a:pt x="527785" y="206670"/>
                  </a:lnTo>
                  <a:lnTo>
                    <a:pt x="598977" y="229299"/>
                  </a:lnTo>
                  <a:lnTo>
                    <a:pt x="797729" y="30807"/>
                  </a:lnTo>
                  <a:cubicBezTo>
                    <a:pt x="818267" y="10269"/>
                    <a:pt x="845291" y="0"/>
                    <a:pt x="872314"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16" name="Freeform: Shape 2915">
              <a:extLst>
                <a:ext uri="{FF2B5EF4-FFF2-40B4-BE49-F238E27FC236}">
                  <a16:creationId xmlns:a16="http://schemas.microsoft.com/office/drawing/2014/main" id="{3E6D7A41-CA53-8E7D-0A19-174D2E880951}"/>
                </a:ext>
                <a:ext uri="{C183D7F6-B498-43B3-948B-1728B52AA6E4}">
                  <adec:decorative xmlns:adec="http://schemas.microsoft.com/office/drawing/2017/decorative" val="1"/>
                </a:ext>
              </a:extLst>
            </p:cNvPr>
            <p:cNvSpPr/>
            <p:nvPr/>
          </p:nvSpPr>
          <p:spPr>
            <a:xfrm>
              <a:off x="7716253" y="5819969"/>
              <a:ext cx="45032" cy="45032"/>
            </a:xfrm>
            <a:custGeom>
              <a:avLst/>
              <a:gdLst>
                <a:gd name="connsiteX0" fmla="*/ 42793 w 96229"/>
                <a:gd name="connsiteY0" fmla="*/ 0 h 96228"/>
                <a:gd name="connsiteX1" fmla="*/ 96229 w 96229"/>
                <a:gd name="connsiteY1" fmla="*/ 42793 h 96228"/>
                <a:gd name="connsiteX2" fmla="*/ 53436 w 96229"/>
                <a:gd name="connsiteY2" fmla="*/ 96228 h 96228"/>
                <a:gd name="connsiteX3" fmla="*/ 0 w 96229"/>
                <a:gd name="connsiteY3" fmla="*/ 53436 h 96228"/>
              </a:gdLst>
              <a:ahLst/>
              <a:cxnLst>
                <a:cxn ang="0">
                  <a:pos x="connsiteX0" y="connsiteY0"/>
                </a:cxn>
                <a:cxn ang="0">
                  <a:pos x="connsiteX1" y="connsiteY1"/>
                </a:cxn>
                <a:cxn ang="0">
                  <a:pos x="connsiteX2" y="connsiteY2"/>
                </a:cxn>
                <a:cxn ang="0">
                  <a:pos x="connsiteX3" y="connsiteY3"/>
                </a:cxn>
              </a:cxnLst>
              <a:rect l="l" t="t" r="r" b="b"/>
              <a:pathLst>
                <a:path w="96229" h="96228">
                  <a:moveTo>
                    <a:pt x="42793" y="0"/>
                  </a:moveTo>
                  <a:lnTo>
                    <a:pt x="96229" y="42793"/>
                  </a:lnTo>
                  <a:lnTo>
                    <a:pt x="53436" y="96228"/>
                  </a:lnTo>
                  <a:lnTo>
                    <a:pt x="0" y="5343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34" name="Group 933">
            <a:extLst>
              <a:ext uri="{FF2B5EF4-FFF2-40B4-BE49-F238E27FC236}">
                <a16:creationId xmlns:a16="http://schemas.microsoft.com/office/drawing/2014/main" id="{5695ED42-BF97-467F-1A09-59B95F7D72FC}"/>
              </a:ext>
              <a:ext uri="{C183D7F6-B498-43B3-948B-1728B52AA6E4}">
                <adec:decorative xmlns:adec="http://schemas.microsoft.com/office/drawing/2017/decorative" val="1"/>
              </a:ext>
            </a:extLst>
          </p:cNvPr>
          <p:cNvGrpSpPr>
            <a:grpSpLocks noChangeAspect="1"/>
          </p:cNvGrpSpPr>
          <p:nvPr/>
        </p:nvGrpSpPr>
        <p:grpSpPr>
          <a:xfrm>
            <a:off x="8098582" y="5755986"/>
            <a:ext cx="586116" cy="457200"/>
            <a:chOff x="8293932" y="5755986"/>
            <a:chExt cx="586116" cy="457200"/>
          </a:xfrm>
          <a:solidFill>
            <a:srgbClr val="FF0000"/>
          </a:solidFill>
        </p:grpSpPr>
        <p:sp>
          <p:nvSpPr>
            <p:cNvPr id="2919" name="Freeform: Shape 2918">
              <a:extLst>
                <a:ext uri="{FF2B5EF4-FFF2-40B4-BE49-F238E27FC236}">
                  <a16:creationId xmlns:a16="http://schemas.microsoft.com/office/drawing/2014/main" id="{E142DA56-E970-D686-B3B1-5516C045C450}"/>
                </a:ext>
                <a:ext uri="{C183D7F6-B498-43B3-948B-1728B52AA6E4}">
                  <adec:decorative xmlns:adec="http://schemas.microsoft.com/office/drawing/2017/decorative" val="1"/>
                </a:ext>
              </a:extLst>
            </p:cNvPr>
            <p:cNvSpPr/>
            <p:nvPr/>
          </p:nvSpPr>
          <p:spPr>
            <a:xfrm>
              <a:off x="8417741" y="5931399"/>
              <a:ext cx="338497" cy="281787"/>
            </a:xfrm>
            <a:custGeom>
              <a:avLst/>
              <a:gdLst>
                <a:gd name="connsiteX0" fmla="*/ 180173 w 528542"/>
                <a:gd name="connsiteY0" fmla="*/ 263995 h 439993"/>
                <a:gd name="connsiteX1" fmla="*/ 358370 w 528542"/>
                <a:gd name="connsiteY1" fmla="*/ 263995 h 439993"/>
                <a:gd name="connsiteX2" fmla="*/ 358370 w 528542"/>
                <a:gd name="connsiteY2" fmla="*/ 287095 h 439993"/>
                <a:gd name="connsiteX3" fmla="*/ 180173 w 528542"/>
                <a:gd name="connsiteY3" fmla="*/ 287095 h 439993"/>
                <a:gd name="connsiteX4" fmla="*/ 400720 w 528542"/>
                <a:gd name="connsiteY4" fmla="*/ 220546 h 439993"/>
                <a:gd name="connsiteX5" fmla="*/ 444719 w 528542"/>
                <a:gd name="connsiteY5" fmla="*/ 220546 h 439993"/>
                <a:gd name="connsiteX6" fmla="*/ 444719 w 528542"/>
                <a:gd name="connsiteY6" fmla="*/ 264546 h 439993"/>
                <a:gd name="connsiteX7" fmla="*/ 400720 w 528542"/>
                <a:gd name="connsiteY7" fmla="*/ 264546 h 439993"/>
                <a:gd name="connsiteX8" fmla="*/ 92724 w 528542"/>
                <a:gd name="connsiteY8" fmla="*/ 220546 h 439993"/>
                <a:gd name="connsiteX9" fmla="*/ 136723 w 528542"/>
                <a:gd name="connsiteY9" fmla="*/ 220546 h 439993"/>
                <a:gd name="connsiteX10" fmla="*/ 136723 w 528542"/>
                <a:gd name="connsiteY10" fmla="*/ 264546 h 439993"/>
                <a:gd name="connsiteX11" fmla="*/ 92724 w 528542"/>
                <a:gd name="connsiteY11" fmla="*/ 264546 h 439993"/>
                <a:gd name="connsiteX12" fmla="*/ 180173 w 528542"/>
                <a:gd name="connsiteY12" fmla="*/ 219446 h 439993"/>
                <a:gd name="connsiteX13" fmla="*/ 358370 w 528542"/>
                <a:gd name="connsiteY13" fmla="*/ 219446 h 439993"/>
                <a:gd name="connsiteX14" fmla="*/ 358370 w 528542"/>
                <a:gd name="connsiteY14" fmla="*/ 242546 h 439993"/>
                <a:gd name="connsiteX15" fmla="*/ 180173 w 528542"/>
                <a:gd name="connsiteY15" fmla="*/ 242546 h 439993"/>
                <a:gd name="connsiteX16" fmla="*/ 44550 w 528542"/>
                <a:gd name="connsiteY16" fmla="*/ 175997 h 439993"/>
                <a:gd name="connsiteX17" fmla="*/ 44550 w 528542"/>
                <a:gd name="connsiteY17" fmla="*/ 330544 h 439993"/>
                <a:gd name="connsiteX18" fmla="*/ 483442 w 528542"/>
                <a:gd name="connsiteY18" fmla="*/ 330544 h 439993"/>
                <a:gd name="connsiteX19" fmla="*/ 483442 w 528542"/>
                <a:gd name="connsiteY19" fmla="*/ 186447 h 439993"/>
                <a:gd name="connsiteX20" fmla="*/ 483442 w 528542"/>
                <a:gd name="connsiteY20" fmla="*/ 175997 h 439993"/>
                <a:gd name="connsiteX21" fmla="*/ 481242 w 528542"/>
                <a:gd name="connsiteY21" fmla="*/ 175997 h 439993"/>
                <a:gd name="connsiteX22" fmla="*/ 399844 w 528542"/>
                <a:gd name="connsiteY22" fmla="*/ 175997 h 439993"/>
                <a:gd name="connsiteX23" fmla="*/ 281046 w 528542"/>
                <a:gd name="connsiteY23" fmla="*/ 175997 h 439993"/>
                <a:gd name="connsiteX24" fmla="*/ 50050 w 528542"/>
                <a:gd name="connsiteY24" fmla="*/ 175997 h 439993"/>
                <a:gd name="connsiteX25" fmla="*/ 124848 w 528542"/>
                <a:gd name="connsiteY25" fmla="*/ 0 h 439993"/>
                <a:gd name="connsiteX26" fmla="*/ 152897 w 528542"/>
                <a:gd name="connsiteY26" fmla="*/ 0 h 439993"/>
                <a:gd name="connsiteX27" fmla="*/ 170497 w 528542"/>
                <a:gd name="connsiteY27" fmla="*/ 0 h 439993"/>
                <a:gd name="connsiteX28" fmla="*/ 201006 w 528542"/>
                <a:gd name="connsiteY28" fmla="*/ 0 h 439993"/>
                <a:gd name="connsiteX29" fmla="*/ 201006 w 528542"/>
                <a:gd name="connsiteY29" fmla="*/ 44000 h 439993"/>
                <a:gd name="connsiteX30" fmla="*/ 151797 w 528542"/>
                <a:gd name="connsiteY30" fmla="*/ 44000 h 439993"/>
                <a:gd name="connsiteX31" fmla="*/ 151797 w 528542"/>
                <a:gd name="connsiteY31" fmla="*/ 43999 h 439993"/>
                <a:gd name="connsiteX32" fmla="*/ 117148 w 528542"/>
                <a:gd name="connsiteY32" fmla="*/ 43999 h 439993"/>
                <a:gd name="connsiteX33" fmla="*/ 102299 w 528542"/>
                <a:gd name="connsiteY33" fmla="*/ 131998 h 439993"/>
                <a:gd name="connsiteX34" fmla="*/ 285995 w 528542"/>
                <a:gd name="connsiteY34" fmla="*/ 131998 h 439993"/>
                <a:gd name="connsiteX35" fmla="*/ 329445 w 528542"/>
                <a:gd name="connsiteY35" fmla="*/ 106698 h 439993"/>
                <a:gd name="connsiteX36" fmla="*/ 394894 w 528542"/>
                <a:gd name="connsiteY36" fmla="*/ 131998 h 439993"/>
                <a:gd name="connsiteX37" fmla="*/ 428993 w 528542"/>
                <a:gd name="connsiteY37" fmla="*/ 131998 h 439993"/>
                <a:gd name="connsiteX38" fmla="*/ 411943 w 528542"/>
                <a:gd name="connsiteY38" fmla="*/ 43999 h 439993"/>
                <a:gd name="connsiteX39" fmla="*/ 372894 w 528542"/>
                <a:gd name="connsiteY39" fmla="*/ 43999 h 439993"/>
                <a:gd name="connsiteX40" fmla="*/ 372894 w 528542"/>
                <a:gd name="connsiteY40" fmla="*/ 44000 h 439993"/>
                <a:gd name="connsiteX41" fmla="*/ 327538 w 528542"/>
                <a:gd name="connsiteY41" fmla="*/ 44000 h 439993"/>
                <a:gd name="connsiteX42" fmla="*/ 327538 w 528542"/>
                <a:gd name="connsiteY42" fmla="*/ 0 h 439993"/>
                <a:gd name="connsiteX43" fmla="*/ 358594 w 528542"/>
                <a:gd name="connsiteY43" fmla="*/ 0 h 439993"/>
                <a:gd name="connsiteX44" fmla="*/ 373994 w 528542"/>
                <a:gd name="connsiteY44" fmla="*/ 0 h 439993"/>
                <a:gd name="connsiteX45" fmla="*/ 406444 w 528542"/>
                <a:gd name="connsiteY45" fmla="*/ 0 h 439993"/>
                <a:gd name="connsiteX46" fmla="*/ 455943 w 528542"/>
                <a:gd name="connsiteY46" fmla="*/ 40700 h 439993"/>
                <a:gd name="connsiteX47" fmla="*/ 472992 w 528542"/>
                <a:gd name="connsiteY47" fmla="*/ 131998 h 439993"/>
                <a:gd name="connsiteX48" fmla="*/ 477942 w 528542"/>
                <a:gd name="connsiteY48" fmla="*/ 131998 h 439993"/>
                <a:gd name="connsiteX49" fmla="*/ 528542 w 528542"/>
                <a:gd name="connsiteY49" fmla="*/ 184247 h 439993"/>
                <a:gd name="connsiteX50" fmla="*/ 528542 w 528542"/>
                <a:gd name="connsiteY50" fmla="*/ 373993 h 439993"/>
                <a:gd name="connsiteX51" fmla="*/ 483442 w 528542"/>
                <a:gd name="connsiteY51" fmla="*/ 373993 h 439993"/>
                <a:gd name="connsiteX52" fmla="*/ 483442 w 528542"/>
                <a:gd name="connsiteY52" fmla="*/ 439993 h 439993"/>
                <a:gd name="connsiteX53" fmla="*/ 417443 w 528542"/>
                <a:gd name="connsiteY53" fmla="*/ 439993 h 439993"/>
                <a:gd name="connsiteX54" fmla="*/ 417443 w 528542"/>
                <a:gd name="connsiteY54" fmla="*/ 373993 h 439993"/>
                <a:gd name="connsiteX55" fmla="*/ 111098 w 528542"/>
                <a:gd name="connsiteY55" fmla="*/ 373993 h 439993"/>
                <a:gd name="connsiteX56" fmla="*/ 111098 w 528542"/>
                <a:gd name="connsiteY56" fmla="*/ 439993 h 439993"/>
                <a:gd name="connsiteX57" fmla="*/ 45099 w 528542"/>
                <a:gd name="connsiteY57" fmla="*/ 439993 h 439993"/>
                <a:gd name="connsiteX58" fmla="*/ 45099 w 528542"/>
                <a:gd name="connsiteY58" fmla="*/ 373993 h 439993"/>
                <a:gd name="connsiteX59" fmla="*/ 0 w 528542"/>
                <a:gd name="connsiteY59" fmla="*/ 373993 h 439993"/>
                <a:gd name="connsiteX60" fmla="*/ 0 w 528542"/>
                <a:gd name="connsiteY60" fmla="*/ 184247 h 439993"/>
                <a:gd name="connsiteX61" fmla="*/ 53899 w 528542"/>
                <a:gd name="connsiteY61" fmla="*/ 131998 h 439993"/>
                <a:gd name="connsiteX62" fmla="*/ 58299 w 528542"/>
                <a:gd name="connsiteY62" fmla="*/ 131998 h 439993"/>
                <a:gd name="connsiteX63" fmla="*/ 75349 w 528542"/>
                <a:gd name="connsiteY63" fmla="*/ 40700 h 439993"/>
                <a:gd name="connsiteX64" fmla="*/ 124848 w 528542"/>
                <a:gd name="connsiteY64" fmla="*/ 0 h 43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28542" h="439993">
                  <a:moveTo>
                    <a:pt x="180173" y="263995"/>
                  </a:moveTo>
                  <a:lnTo>
                    <a:pt x="358370" y="263995"/>
                  </a:lnTo>
                  <a:lnTo>
                    <a:pt x="358370" y="287095"/>
                  </a:lnTo>
                  <a:lnTo>
                    <a:pt x="180173" y="287095"/>
                  </a:lnTo>
                  <a:close/>
                  <a:moveTo>
                    <a:pt x="400720" y="220546"/>
                  </a:moveTo>
                  <a:lnTo>
                    <a:pt x="444719" y="220546"/>
                  </a:lnTo>
                  <a:lnTo>
                    <a:pt x="444719" y="264546"/>
                  </a:lnTo>
                  <a:lnTo>
                    <a:pt x="400720" y="264546"/>
                  </a:lnTo>
                  <a:close/>
                  <a:moveTo>
                    <a:pt x="92724" y="220546"/>
                  </a:moveTo>
                  <a:lnTo>
                    <a:pt x="136723" y="220546"/>
                  </a:lnTo>
                  <a:lnTo>
                    <a:pt x="136723" y="264546"/>
                  </a:lnTo>
                  <a:lnTo>
                    <a:pt x="92724" y="264546"/>
                  </a:lnTo>
                  <a:close/>
                  <a:moveTo>
                    <a:pt x="180173" y="219446"/>
                  </a:moveTo>
                  <a:lnTo>
                    <a:pt x="358370" y="219446"/>
                  </a:lnTo>
                  <a:lnTo>
                    <a:pt x="358370" y="242546"/>
                  </a:lnTo>
                  <a:lnTo>
                    <a:pt x="180173" y="242546"/>
                  </a:lnTo>
                  <a:close/>
                  <a:moveTo>
                    <a:pt x="44550" y="175997"/>
                  </a:moveTo>
                  <a:lnTo>
                    <a:pt x="44550" y="330544"/>
                  </a:lnTo>
                  <a:lnTo>
                    <a:pt x="483442" y="330544"/>
                  </a:lnTo>
                  <a:lnTo>
                    <a:pt x="483442" y="186447"/>
                  </a:lnTo>
                  <a:lnTo>
                    <a:pt x="483442" y="175997"/>
                  </a:lnTo>
                  <a:lnTo>
                    <a:pt x="481242" y="175997"/>
                  </a:lnTo>
                  <a:lnTo>
                    <a:pt x="399844" y="175997"/>
                  </a:lnTo>
                  <a:lnTo>
                    <a:pt x="281046" y="175997"/>
                  </a:lnTo>
                  <a:lnTo>
                    <a:pt x="50050" y="175997"/>
                  </a:lnTo>
                  <a:close/>
                  <a:moveTo>
                    <a:pt x="124848" y="0"/>
                  </a:moveTo>
                  <a:lnTo>
                    <a:pt x="152897" y="0"/>
                  </a:lnTo>
                  <a:lnTo>
                    <a:pt x="170497" y="0"/>
                  </a:lnTo>
                  <a:lnTo>
                    <a:pt x="201006" y="0"/>
                  </a:lnTo>
                  <a:lnTo>
                    <a:pt x="201006" y="44000"/>
                  </a:lnTo>
                  <a:lnTo>
                    <a:pt x="151797" y="44000"/>
                  </a:lnTo>
                  <a:lnTo>
                    <a:pt x="151797" y="43999"/>
                  </a:lnTo>
                  <a:lnTo>
                    <a:pt x="117148" y="43999"/>
                  </a:lnTo>
                  <a:lnTo>
                    <a:pt x="102299" y="131998"/>
                  </a:lnTo>
                  <a:lnTo>
                    <a:pt x="285995" y="131998"/>
                  </a:lnTo>
                  <a:cubicBezTo>
                    <a:pt x="294795" y="116598"/>
                    <a:pt x="310745" y="106698"/>
                    <a:pt x="329445" y="106698"/>
                  </a:cubicBezTo>
                  <a:cubicBezTo>
                    <a:pt x="348144" y="106698"/>
                    <a:pt x="386094" y="117148"/>
                    <a:pt x="394894" y="131998"/>
                  </a:cubicBezTo>
                  <a:lnTo>
                    <a:pt x="428993" y="131998"/>
                  </a:lnTo>
                  <a:lnTo>
                    <a:pt x="411943" y="43999"/>
                  </a:lnTo>
                  <a:lnTo>
                    <a:pt x="372894" y="43999"/>
                  </a:lnTo>
                  <a:lnTo>
                    <a:pt x="372894" y="44000"/>
                  </a:lnTo>
                  <a:lnTo>
                    <a:pt x="327538" y="44000"/>
                  </a:lnTo>
                  <a:lnTo>
                    <a:pt x="327538" y="0"/>
                  </a:lnTo>
                  <a:lnTo>
                    <a:pt x="358594" y="0"/>
                  </a:lnTo>
                  <a:lnTo>
                    <a:pt x="373994" y="0"/>
                  </a:lnTo>
                  <a:lnTo>
                    <a:pt x="406444" y="0"/>
                  </a:lnTo>
                  <a:cubicBezTo>
                    <a:pt x="430643" y="0"/>
                    <a:pt x="450993" y="17050"/>
                    <a:pt x="455943" y="40700"/>
                  </a:cubicBezTo>
                  <a:lnTo>
                    <a:pt x="472992" y="131998"/>
                  </a:lnTo>
                  <a:lnTo>
                    <a:pt x="477942" y="131998"/>
                  </a:lnTo>
                  <a:cubicBezTo>
                    <a:pt x="505442" y="131998"/>
                    <a:pt x="527992" y="156748"/>
                    <a:pt x="528542" y="184247"/>
                  </a:cubicBezTo>
                  <a:lnTo>
                    <a:pt x="528542" y="373993"/>
                  </a:lnTo>
                  <a:lnTo>
                    <a:pt x="483442" y="373993"/>
                  </a:lnTo>
                  <a:lnTo>
                    <a:pt x="483442" y="439993"/>
                  </a:lnTo>
                  <a:lnTo>
                    <a:pt x="417443" y="439993"/>
                  </a:lnTo>
                  <a:lnTo>
                    <a:pt x="417443" y="373993"/>
                  </a:lnTo>
                  <a:lnTo>
                    <a:pt x="111098" y="373993"/>
                  </a:lnTo>
                  <a:lnTo>
                    <a:pt x="111098" y="439993"/>
                  </a:lnTo>
                  <a:lnTo>
                    <a:pt x="45099" y="439993"/>
                  </a:lnTo>
                  <a:lnTo>
                    <a:pt x="45099" y="373993"/>
                  </a:lnTo>
                  <a:lnTo>
                    <a:pt x="0" y="373993"/>
                  </a:lnTo>
                  <a:lnTo>
                    <a:pt x="0" y="184247"/>
                  </a:lnTo>
                  <a:cubicBezTo>
                    <a:pt x="0" y="156748"/>
                    <a:pt x="25850" y="131998"/>
                    <a:pt x="53899" y="131998"/>
                  </a:cubicBezTo>
                  <a:lnTo>
                    <a:pt x="58299" y="131998"/>
                  </a:lnTo>
                  <a:lnTo>
                    <a:pt x="75349" y="40700"/>
                  </a:lnTo>
                  <a:cubicBezTo>
                    <a:pt x="80299" y="17050"/>
                    <a:pt x="100648" y="0"/>
                    <a:pt x="124848"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2920" name="Freeform: Shape 2919">
              <a:extLst>
                <a:ext uri="{FF2B5EF4-FFF2-40B4-BE49-F238E27FC236}">
                  <a16:creationId xmlns:a16="http://schemas.microsoft.com/office/drawing/2014/main" id="{43994B74-4C73-08CB-D961-E06039FB7216}"/>
                </a:ext>
                <a:ext uri="{C183D7F6-B498-43B3-948B-1728B52AA6E4}">
                  <adec:decorative xmlns:adec="http://schemas.microsoft.com/office/drawing/2017/decorative" val="1"/>
                </a:ext>
              </a:extLst>
            </p:cNvPr>
            <p:cNvSpPr/>
            <p:nvPr/>
          </p:nvSpPr>
          <p:spPr>
            <a:xfrm>
              <a:off x="8293932" y="5755986"/>
              <a:ext cx="586116" cy="368789"/>
            </a:xfrm>
            <a:custGeom>
              <a:avLst/>
              <a:gdLst>
                <a:gd name="connsiteX0" fmla="*/ 120448 w 915185"/>
                <a:gd name="connsiteY0" fmla="*/ 323395 h 575842"/>
                <a:gd name="connsiteX1" fmla="*/ 148497 w 915185"/>
                <a:gd name="connsiteY1" fmla="*/ 351445 h 575842"/>
                <a:gd name="connsiteX2" fmla="*/ 148497 w 915185"/>
                <a:gd name="connsiteY2" fmla="*/ 492243 h 575842"/>
                <a:gd name="connsiteX3" fmla="*/ 120448 w 915185"/>
                <a:gd name="connsiteY3" fmla="*/ 520292 h 575842"/>
                <a:gd name="connsiteX4" fmla="*/ 120448 w 915185"/>
                <a:gd name="connsiteY4" fmla="*/ 323395 h 575842"/>
                <a:gd name="connsiteX5" fmla="*/ 795287 w 915185"/>
                <a:gd name="connsiteY5" fmla="*/ 318995 h 575842"/>
                <a:gd name="connsiteX6" fmla="*/ 795287 w 915185"/>
                <a:gd name="connsiteY6" fmla="*/ 515892 h 575842"/>
                <a:gd name="connsiteX7" fmla="*/ 767238 w 915185"/>
                <a:gd name="connsiteY7" fmla="*/ 487843 h 575842"/>
                <a:gd name="connsiteX8" fmla="*/ 767238 w 915185"/>
                <a:gd name="connsiteY8" fmla="*/ 347045 h 575842"/>
                <a:gd name="connsiteX9" fmla="*/ 63799 w 915185"/>
                <a:gd name="connsiteY9" fmla="*/ 266746 h 575842"/>
                <a:gd name="connsiteX10" fmla="*/ 91848 w 915185"/>
                <a:gd name="connsiteY10" fmla="*/ 294796 h 575842"/>
                <a:gd name="connsiteX11" fmla="*/ 39599 w 915185"/>
                <a:gd name="connsiteY11" fmla="*/ 421294 h 575842"/>
                <a:gd name="connsiteX12" fmla="*/ 91848 w 915185"/>
                <a:gd name="connsiteY12" fmla="*/ 547792 h 575842"/>
                <a:gd name="connsiteX13" fmla="*/ 63799 w 915185"/>
                <a:gd name="connsiteY13" fmla="*/ 575842 h 575842"/>
                <a:gd name="connsiteX14" fmla="*/ 0 w 915185"/>
                <a:gd name="connsiteY14" fmla="*/ 421294 h 575842"/>
                <a:gd name="connsiteX15" fmla="*/ 63799 w 915185"/>
                <a:gd name="connsiteY15" fmla="*/ 266746 h 575842"/>
                <a:gd name="connsiteX16" fmla="*/ 851386 w 915185"/>
                <a:gd name="connsiteY16" fmla="*/ 262896 h 575842"/>
                <a:gd name="connsiteX17" fmla="*/ 915185 w 915185"/>
                <a:gd name="connsiteY17" fmla="*/ 417444 h 575842"/>
                <a:gd name="connsiteX18" fmla="*/ 851386 w 915185"/>
                <a:gd name="connsiteY18" fmla="*/ 571992 h 575842"/>
                <a:gd name="connsiteX19" fmla="*/ 823337 w 915185"/>
                <a:gd name="connsiteY19" fmla="*/ 543942 h 575842"/>
                <a:gd name="connsiteX20" fmla="*/ 875586 w 915185"/>
                <a:gd name="connsiteY20" fmla="*/ 417444 h 575842"/>
                <a:gd name="connsiteX21" fmla="*/ 823337 w 915185"/>
                <a:gd name="connsiteY21" fmla="*/ 290946 h 575842"/>
                <a:gd name="connsiteX22" fmla="*/ 424593 w 915185"/>
                <a:gd name="connsiteY22" fmla="*/ 262896 h 575842"/>
                <a:gd name="connsiteX23" fmla="*/ 490592 w 915185"/>
                <a:gd name="connsiteY23" fmla="*/ 262896 h 575842"/>
                <a:gd name="connsiteX24" fmla="*/ 490592 w 915185"/>
                <a:gd name="connsiteY24" fmla="*/ 328895 h 575842"/>
                <a:gd name="connsiteX25" fmla="*/ 424593 w 915185"/>
                <a:gd name="connsiteY25" fmla="*/ 328895 h 575842"/>
                <a:gd name="connsiteX26" fmla="*/ 457593 w 915185"/>
                <a:gd name="connsiteY26" fmla="*/ 158123 h 575842"/>
                <a:gd name="connsiteX27" fmla="*/ 555491 w 915185"/>
                <a:gd name="connsiteY27" fmla="*/ 198548 h 575842"/>
                <a:gd name="connsiteX28" fmla="*/ 527442 w 915185"/>
                <a:gd name="connsiteY28" fmla="*/ 226597 h 575842"/>
                <a:gd name="connsiteX29" fmla="*/ 387744 w 915185"/>
                <a:gd name="connsiteY29" fmla="*/ 226597 h 575842"/>
                <a:gd name="connsiteX30" fmla="*/ 359694 w 915185"/>
                <a:gd name="connsiteY30" fmla="*/ 198548 h 575842"/>
                <a:gd name="connsiteX31" fmla="*/ 457593 w 915185"/>
                <a:gd name="connsiteY31" fmla="*/ 158123 h 575842"/>
                <a:gd name="connsiteX32" fmla="*/ 457592 w 915185"/>
                <a:gd name="connsiteY32" fmla="*/ 78649 h 575842"/>
                <a:gd name="connsiteX33" fmla="*/ 611040 w 915185"/>
                <a:gd name="connsiteY33" fmla="*/ 142448 h 575842"/>
                <a:gd name="connsiteX34" fmla="*/ 583541 w 915185"/>
                <a:gd name="connsiteY34" fmla="*/ 170497 h 575842"/>
                <a:gd name="connsiteX35" fmla="*/ 457592 w 915185"/>
                <a:gd name="connsiteY35" fmla="*/ 118798 h 575842"/>
                <a:gd name="connsiteX36" fmla="*/ 331645 w 915185"/>
                <a:gd name="connsiteY36" fmla="*/ 170497 h 575842"/>
                <a:gd name="connsiteX37" fmla="*/ 304145 w 915185"/>
                <a:gd name="connsiteY37" fmla="*/ 142448 h 575842"/>
                <a:gd name="connsiteX38" fmla="*/ 457592 w 915185"/>
                <a:gd name="connsiteY38" fmla="*/ 78649 h 575842"/>
                <a:gd name="connsiteX39" fmla="*/ 457593 w 915185"/>
                <a:gd name="connsiteY39" fmla="*/ 0 h 575842"/>
                <a:gd name="connsiteX40" fmla="*/ 667139 w 915185"/>
                <a:gd name="connsiteY40" fmla="*/ 86899 h 575842"/>
                <a:gd name="connsiteX41" fmla="*/ 639090 w 915185"/>
                <a:gd name="connsiteY41" fmla="*/ 114398 h 575842"/>
                <a:gd name="connsiteX42" fmla="*/ 457593 w 915185"/>
                <a:gd name="connsiteY42" fmla="*/ 39049 h 575842"/>
                <a:gd name="connsiteX43" fmla="*/ 276095 w 915185"/>
                <a:gd name="connsiteY43" fmla="*/ 114398 h 575842"/>
                <a:gd name="connsiteX44" fmla="*/ 248046 w 915185"/>
                <a:gd name="connsiteY44" fmla="*/ 86899 h 575842"/>
                <a:gd name="connsiteX45" fmla="*/ 457593 w 915185"/>
                <a:gd name="connsiteY45" fmla="*/ 0 h 57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15185" h="575842">
                  <a:moveTo>
                    <a:pt x="120448" y="323395"/>
                  </a:moveTo>
                  <a:lnTo>
                    <a:pt x="148497" y="351445"/>
                  </a:lnTo>
                  <a:cubicBezTo>
                    <a:pt x="109998" y="389944"/>
                    <a:pt x="109998" y="453193"/>
                    <a:pt x="148497" y="492243"/>
                  </a:cubicBezTo>
                  <a:lnTo>
                    <a:pt x="120448" y="520292"/>
                  </a:lnTo>
                  <a:cubicBezTo>
                    <a:pt x="65999" y="465843"/>
                    <a:pt x="65999" y="377844"/>
                    <a:pt x="120448" y="323395"/>
                  </a:cubicBezTo>
                  <a:close/>
                  <a:moveTo>
                    <a:pt x="795287" y="318995"/>
                  </a:moveTo>
                  <a:cubicBezTo>
                    <a:pt x="849736" y="373444"/>
                    <a:pt x="849736" y="461443"/>
                    <a:pt x="795287" y="515892"/>
                  </a:cubicBezTo>
                  <a:lnTo>
                    <a:pt x="767238" y="487843"/>
                  </a:lnTo>
                  <a:cubicBezTo>
                    <a:pt x="805737" y="449343"/>
                    <a:pt x="805737" y="386094"/>
                    <a:pt x="767238" y="347045"/>
                  </a:cubicBezTo>
                  <a:close/>
                  <a:moveTo>
                    <a:pt x="63799" y="266746"/>
                  </a:moveTo>
                  <a:lnTo>
                    <a:pt x="91848" y="294796"/>
                  </a:lnTo>
                  <a:cubicBezTo>
                    <a:pt x="58299" y="328345"/>
                    <a:pt x="39599" y="373445"/>
                    <a:pt x="39599" y="421294"/>
                  </a:cubicBezTo>
                  <a:cubicBezTo>
                    <a:pt x="39599" y="469143"/>
                    <a:pt x="58299" y="514242"/>
                    <a:pt x="91848" y="547792"/>
                  </a:cubicBezTo>
                  <a:lnTo>
                    <a:pt x="63799" y="575842"/>
                  </a:lnTo>
                  <a:cubicBezTo>
                    <a:pt x="22550" y="534592"/>
                    <a:pt x="0" y="479593"/>
                    <a:pt x="0" y="421294"/>
                  </a:cubicBezTo>
                  <a:cubicBezTo>
                    <a:pt x="0" y="362995"/>
                    <a:pt x="22550" y="307996"/>
                    <a:pt x="63799" y="266746"/>
                  </a:cubicBezTo>
                  <a:close/>
                  <a:moveTo>
                    <a:pt x="851386" y="262896"/>
                  </a:moveTo>
                  <a:cubicBezTo>
                    <a:pt x="892636" y="304146"/>
                    <a:pt x="915185" y="359145"/>
                    <a:pt x="915185" y="417444"/>
                  </a:cubicBezTo>
                  <a:cubicBezTo>
                    <a:pt x="915185" y="475743"/>
                    <a:pt x="892636" y="530742"/>
                    <a:pt x="851386" y="571992"/>
                  </a:cubicBezTo>
                  <a:lnTo>
                    <a:pt x="823337" y="543942"/>
                  </a:lnTo>
                  <a:cubicBezTo>
                    <a:pt x="856886" y="510392"/>
                    <a:pt x="875586" y="465293"/>
                    <a:pt x="875586" y="417444"/>
                  </a:cubicBezTo>
                  <a:cubicBezTo>
                    <a:pt x="875586" y="369595"/>
                    <a:pt x="856886" y="324495"/>
                    <a:pt x="823337" y="290946"/>
                  </a:cubicBezTo>
                  <a:close/>
                  <a:moveTo>
                    <a:pt x="424593" y="262896"/>
                  </a:moveTo>
                  <a:lnTo>
                    <a:pt x="490592" y="262896"/>
                  </a:lnTo>
                  <a:lnTo>
                    <a:pt x="490592" y="328895"/>
                  </a:lnTo>
                  <a:lnTo>
                    <a:pt x="424593" y="328895"/>
                  </a:lnTo>
                  <a:close/>
                  <a:moveTo>
                    <a:pt x="457593" y="158123"/>
                  </a:moveTo>
                  <a:cubicBezTo>
                    <a:pt x="493067" y="158123"/>
                    <a:pt x="528541" y="171598"/>
                    <a:pt x="555491" y="198548"/>
                  </a:cubicBezTo>
                  <a:lnTo>
                    <a:pt x="527442" y="226597"/>
                  </a:lnTo>
                  <a:cubicBezTo>
                    <a:pt x="488942" y="188097"/>
                    <a:pt x="426243" y="188097"/>
                    <a:pt x="387744" y="226597"/>
                  </a:cubicBezTo>
                  <a:lnTo>
                    <a:pt x="359694" y="198548"/>
                  </a:lnTo>
                  <a:cubicBezTo>
                    <a:pt x="386644" y="171598"/>
                    <a:pt x="422118" y="158123"/>
                    <a:pt x="457593" y="158123"/>
                  </a:cubicBezTo>
                  <a:close/>
                  <a:moveTo>
                    <a:pt x="457592" y="78649"/>
                  </a:moveTo>
                  <a:cubicBezTo>
                    <a:pt x="515892" y="78649"/>
                    <a:pt x="570341" y="101199"/>
                    <a:pt x="611040" y="142448"/>
                  </a:cubicBezTo>
                  <a:lnTo>
                    <a:pt x="583541" y="170497"/>
                  </a:lnTo>
                  <a:cubicBezTo>
                    <a:pt x="549991" y="136948"/>
                    <a:pt x="505442" y="118798"/>
                    <a:pt x="457592" y="118798"/>
                  </a:cubicBezTo>
                  <a:cubicBezTo>
                    <a:pt x="409743" y="118798"/>
                    <a:pt x="365194" y="137498"/>
                    <a:pt x="331645" y="170497"/>
                  </a:cubicBezTo>
                  <a:lnTo>
                    <a:pt x="304145" y="142448"/>
                  </a:lnTo>
                  <a:cubicBezTo>
                    <a:pt x="345395" y="101199"/>
                    <a:pt x="399844" y="78649"/>
                    <a:pt x="457592" y="78649"/>
                  </a:cubicBezTo>
                  <a:close/>
                  <a:moveTo>
                    <a:pt x="457593" y="0"/>
                  </a:moveTo>
                  <a:cubicBezTo>
                    <a:pt x="536791" y="0"/>
                    <a:pt x="611040" y="30799"/>
                    <a:pt x="667139" y="86899"/>
                  </a:cubicBezTo>
                  <a:lnTo>
                    <a:pt x="639090" y="114398"/>
                  </a:lnTo>
                  <a:cubicBezTo>
                    <a:pt x="590691" y="65999"/>
                    <a:pt x="526341" y="39049"/>
                    <a:pt x="457593" y="39049"/>
                  </a:cubicBezTo>
                  <a:cubicBezTo>
                    <a:pt x="388844" y="39049"/>
                    <a:pt x="324495" y="65999"/>
                    <a:pt x="276095" y="114398"/>
                  </a:cubicBezTo>
                  <a:lnTo>
                    <a:pt x="248046" y="86899"/>
                  </a:lnTo>
                  <a:cubicBezTo>
                    <a:pt x="303595" y="30799"/>
                    <a:pt x="378394" y="0"/>
                    <a:pt x="457593" y="0"/>
                  </a:cubicBezTo>
                  <a:close/>
                </a:path>
              </a:pathLst>
            </a:custGeom>
            <a:solidFill>
              <a:schemeClr val="accent1"/>
            </a:solidFill>
            <a:ln w="12601" cap="flat">
              <a:noFill/>
              <a:prstDash val="solid"/>
              <a:miter/>
            </a:ln>
          </p:spPr>
          <p:txBody>
            <a:bodyPr wrap="square" rtlCol="0" anchor="ctr">
              <a:noAutofit/>
            </a:bodyPr>
            <a:lstStyle/>
            <a:p>
              <a:endParaRPr lang="en-US" dirty="0"/>
            </a:p>
          </p:txBody>
        </p:sp>
      </p:grpSp>
      <p:grpSp>
        <p:nvGrpSpPr>
          <p:cNvPr id="80" name="Group 79">
            <a:extLst>
              <a:ext uri="{FF2B5EF4-FFF2-40B4-BE49-F238E27FC236}">
                <a16:creationId xmlns:a16="http://schemas.microsoft.com/office/drawing/2014/main" id="{50C8F9F8-182B-D842-5F54-738451B229F5}"/>
              </a:ext>
              <a:ext uri="{C183D7F6-B498-43B3-948B-1728B52AA6E4}">
                <adec:decorative xmlns:adec="http://schemas.microsoft.com/office/drawing/2017/decorative" val="1"/>
              </a:ext>
            </a:extLst>
          </p:cNvPr>
          <p:cNvGrpSpPr>
            <a:grpSpLocks noChangeAspect="1"/>
          </p:cNvGrpSpPr>
          <p:nvPr/>
        </p:nvGrpSpPr>
        <p:grpSpPr>
          <a:xfrm>
            <a:off x="10296530" y="5824566"/>
            <a:ext cx="426994" cy="320040"/>
            <a:chOff x="10361648" y="5824566"/>
            <a:chExt cx="426994" cy="320040"/>
          </a:xfrm>
          <a:solidFill>
            <a:srgbClr val="FF0000"/>
          </a:solidFill>
        </p:grpSpPr>
        <p:sp>
          <p:nvSpPr>
            <p:cNvPr id="2926" name="Freeform: Shape 2925">
              <a:extLst>
                <a:ext uri="{FF2B5EF4-FFF2-40B4-BE49-F238E27FC236}">
                  <a16:creationId xmlns:a16="http://schemas.microsoft.com/office/drawing/2014/main" id="{36F0E61E-823C-5D2E-4781-4068B26E5DF9}"/>
                </a:ext>
                <a:ext uri="{C183D7F6-B498-43B3-948B-1728B52AA6E4}">
                  <adec:decorative xmlns:adec="http://schemas.microsoft.com/office/drawing/2017/decorative" val="1"/>
                </a:ext>
              </a:extLst>
            </p:cNvPr>
            <p:cNvSpPr/>
            <p:nvPr/>
          </p:nvSpPr>
          <p:spPr>
            <a:xfrm flipH="1" flipV="1">
              <a:off x="10361648" y="5824566"/>
              <a:ext cx="426994" cy="307256"/>
            </a:xfrm>
            <a:custGeom>
              <a:avLst/>
              <a:gdLst>
                <a:gd name="connsiteX0" fmla="*/ 292861 w 584225"/>
                <a:gd name="connsiteY0" fmla="*/ 420396 h 420396"/>
                <a:gd name="connsiteX1" fmla="*/ 292113 w 584225"/>
                <a:gd name="connsiteY1" fmla="*/ 420344 h 420396"/>
                <a:gd name="connsiteX2" fmla="*/ 291364 w 584225"/>
                <a:gd name="connsiteY2" fmla="*/ 420396 h 420396"/>
                <a:gd name="connsiteX3" fmla="*/ 273499 w 584225"/>
                <a:gd name="connsiteY3" fmla="*/ 419052 h 420396"/>
                <a:gd name="connsiteX4" fmla="*/ 260784 w 584225"/>
                <a:gd name="connsiteY4" fmla="*/ 418169 h 420396"/>
                <a:gd name="connsiteX5" fmla="*/ 260137 w 584225"/>
                <a:gd name="connsiteY5" fmla="*/ 418046 h 420396"/>
                <a:gd name="connsiteX6" fmla="*/ 255524 w 584225"/>
                <a:gd name="connsiteY6" fmla="*/ 417699 h 420396"/>
                <a:gd name="connsiteX7" fmla="*/ 220228 w 584225"/>
                <a:gd name="connsiteY7" fmla="*/ 410708 h 420396"/>
                <a:gd name="connsiteX8" fmla="*/ 197080 w 584225"/>
                <a:gd name="connsiteY8" fmla="*/ 402170 h 420396"/>
                <a:gd name="connsiteX9" fmla="*/ 196969 w 584225"/>
                <a:gd name="connsiteY9" fmla="*/ 402525 h 420396"/>
                <a:gd name="connsiteX10" fmla="*/ 172870 w 584225"/>
                <a:gd name="connsiteY10" fmla="*/ 394521 h 420396"/>
                <a:gd name="connsiteX11" fmla="*/ 163096 w 584225"/>
                <a:gd name="connsiteY11" fmla="*/ 389635 h 420396"/>
                <a:gd name="connsiteX12" fmla="*/ 161065 w 584225"/>
                <a:gd name="connsiteY12" fmla="*/ 388887 h 420396"/>
                <a:gd name="connsiteX13" fmla="*/ 156017 w 584225"/>
                <a:gd name="connsiteY13" fmla="*/ 386098 h 420396"/>
                <a:gd name="connsiteX14" fmla="*/ 152376 w 584225"/>
                <a:gd name="connsiteY14" fmla="*/ 384277 h 420396"/>
                <a:gd name="connsiteX15" fmla="*/ 148414 w 584225"/>
                <a:gd name="connsiteY15" fmla="*/ 382617 h 420396"/>
                <a:gd name="connsiteX16" fmla="*/ 146391 w 584225"/>
                <a:gd name="connsiteY16" fmla="*/ 381286 h 420396"/>
                <a:gd name="connsiteX17" fmla="*/ 141876 w 584225"/>
                <a:gd name="connsiteY17" fmla="*/ 379029 h 420396"/>
                <a:gd name="connsiteX18" fmla="*/ 119989 w 584225"/>
                <a:gd name="connsiteY18" fmla="*/ 364557 h 420396"/>
                <a:gd name="connsiteX19" fmla="*/ 118651 w 584225"/>
                <a:gd name="connsiteY19" fmla="*/ 363809 h 420396"/>
                <a:gd name="connsiteX20" fmla="*/ 108462 w 584225"/>
                <a:gd name="connsiteY20" fmla="*/ 356935 h 420396"/>
                <a:gd name="connsiteX21" fmla="*/ 103339 w 584225"/>
                <a:gd name="connsiteY21" fmla="*/ 353547 h 420396"/>
                <a:gd name="connsiteX22" fmla="*/ 92952 w 584225"/>
                <a:gd name="connsiteY22" fmla="*/ 346640 h 420396"/>
                <a:gd name="connsiteX23" fmla="*/ 84858 w 584225"/>
                <a:gd name="connsiteY23" fmla="*/ 337902 h 420396"/>
                <a:gd name="connsiteX24" fmla="*/ 84221 w 584225"/>
                <a:gd name="connsiteY24" fmla="*/ 337339 h 420396"/>
                <a:gd name="connsiteX25" fmla="*/ 79233 w 584225"/>
                <a:gd name="connsiteY25" fmla="*/ 334836 h 420396"/>
                <a:gd name="connsiteX26" fmla="*/ 68789 w 584225"/>
                <a:gd name="connsiteY26" fmla="*/ 324332 h 420396"/>
                <a:gd name="connsiteX27" fmla="*/ 61475 w 584225"/>
                <a:gd name="connsiteY27" fmla="*/ 315526 h 420396"/>
                <a:gd name="connsiteX28" fmla="*/ 53425 w 584225"/>
                <a:gd name="connsiteY28" fmla="*/ 305288 h 420396"/>
                <a:gd name="connsiteX29" fmla="*/ 52462 w 584225"/>
                <a:gd name="connsiteY29" fmla="*/ 304323 h 420396"/>
                <a:gd name="connsiteX30" fmla="*/ 51712 w 584225"/>
                <a:gd name="connsiteY30" fmla="*/ 303110 h 420396"/>
                <a:gd name="connsiteX31" fmla="*/ 51436 w 584225"/>
                <a:gd name="connsiteY31" fmla="*/ 302759 h 420396"/>
                <a:gd name="connsiteX32" fmla="*/ 48675 w 584225"/>
                <a:gd name="connsiteY32" fmla="*/ 298937 h 420396"/>
                <a:gd name="connsiteX33" fmla="*/ 48156 w 584225"/>
                <a:gd name="connsiteY33" fmla="*/ 298413 h 420396"/>
                <a:gd name="connsiteX34" fmla="*/ 46146 w 584225"/>
                <a:gd name="connsiteY34" fmla="*/ 295435 h 420396"/>
                <a:gd name="connsiteX35" fmla="*/ 45331 w 584225"/>
                <a:gd name="connsiteY35" fmla="*/ 294308 h 420396"/>
                <a:gd name="connsiteX36" fmla="*/ 42360 w 584225"/>
                <a:gd name="connsiteY36" fmla="*/ 289827 h 420396"/>
                <a:gd name="connsiteX37" fmla="*/ 42162 w 584225"/>
                <a:gd name="connsiteY37" fmla="*/ 289534 h 420396"/>
                <a:gd name="connsiteX38" fmla="*/ 33923 w 584225"/>
                <a:gd name="connsiteY38" fmla="*/ 277244 h 420396"/>
                <a:gd name="connsiteX39" fmla="*/ 33610 w 584225"/>
                <a:gd name="connsiteY39" fmla="*/ 276630 h 420396"/>
                <a:gd name="connsiteX40" fmla="*/ 23250 w 584225"/>
                <a:gd name="connsiteY40" fmla="*/ 261008 h 420396"/>
                <a:gd name="connsiteX41" fmla="*/ 15575 w 584225"/>
                <a:gd name="connsiteY41" fmla="*/ 244710 h 420396"/>
                <a:gd name="connsiteX42" fmla="*/ 9088 w 584225"/>
                <a:gd name="connsiteY42" fmla="*/ 234227 h 420396"/>
                <a:gd name="connsiteX43" fmla="*/ 0 w 584225"/>
                <a:gd name="connsiteY43" fmla="*/ 206615 h 420396"/>
                <a:gd name="connsiteX44" fmla="*/ 116 w 584225"/>
                <a:gd name="connsiteY44" fmla="*/ 206017 h 420396"/>
                <a:gd name="connsiteX45" fmla="*/ 0 w 584225"/>
                <a:gd name="connsiteY45" fmla="*/ 205418 h 420396"/>
                <a:gd name="connsiteX46" fmla="*/ 9088 w 584225"/>
                <a:gd name="connsiteY46" fmla="*/ 177806 h 420396"/>
                <a:gd name="connsiteX47" fmla="*/ 15575 w 584225"/>
                <a:gd name="connsiteY47" fmla="*/ 167323 h 420396"/>
                <a:gd name="connsiteX48" fmla="*/ 23250 w 584225"/>
                <a:gd name="connsiteY48" fmla="*/ 151025 h 420396"/>
                <a:gd name="connsiteX49" fmla="*/ 33610 w 584225"/>
                <a:gd name="connsiteY49" fmla="*/ 135403 h 420396"/>
                <a:gd name="connsiteX50" fmla="*/ 33923 w 584225"/>
                <a:gd name="connsiteY50" fmla="*/ 134789 h 420396"/>
                <a:gd name="connsiteX51" fmla="*/ 42162 w 584225"/>
                <a:gd name="connsiteY51" fmla="*/ 122499 h 420396"/>
                <a:gd name="connsiteX52" fmla="*/ 42360 w 584225"/>
                <a:gd name="connsiteY52" fmla="*/ 122207 h 420396"/>
                <a:gd name="connsiteX53" fmla="*/ 45331 w 584225"/>
                <a:gd name="connsiteY53" fmla="*/ 117725 h 420396"/>
                <a:gd name="connsiteX54" fmla="*/ 46146 w 584225"/>
                <a:gd name="connsiteY54" fmla="*/ 116598 h 420396"/>
                <a:gd name="connsiteX55" fmla="*/ 48156 w 584225"/>
                <a:gd name="connsiteY55" fmla="*/ 113620 h 420396"/>
                <a:gd name="connsiteX56" fmla="*/ 48675 w 584225"/>
                <a:gd name="connsiteY56" fmla="*/ 113096 h 420396"/>
                <a:gd name="connsiteX57" fmla="*/ 51436 w 584225"/>
                <a:gd name="connsiteY57" fmla="*/ 109274 h 420396"/>
                <a:gd name="connsiteX58" fmla="*/ 51712 w 584225"/>
                <a:gd name="connsiteY58" fmla="*/ 108924 h 420396"/>
                <a:gd name="connsiteX59" fmla="*/ 52462 w 584225"/>
                <a:gd name="connsiteY59" fmla="*/ 107710 h 420396"/>
                <a:gd name="connsiteX60" fmla="*/ 53425 w 584225"/>
                <a:gd name="connsiteY60" fmla="*/ 106745 h 420396"/>
                <a:gd name="connsiteX61" fmla="*/ 61475 w 584225"/>
                <a:gd name="connsiteY61" fmla="*/ 96507 h 420396"/>
                <a:gd name="connsiteX62" fmla="*/ 68789 w 584225"/>
                <a:gd name="connsiteY62" fmla="*/ 87701 h 420396"/>
                <a:gd name="connsiteX63" fmla="*/ 79233 w 584225"/>
                <a:gd name="connsiteY63" fmla="*/ 77197 h 420396"/>
                <a:gd name="connsiteX64" fmla="*/ 84221 w 584225"/>
                <a:gd name="connsiteY64" fmla="*/ 74694 h 420396"/>
                <a:gd name="connsiteX65" fmla="*/ 84858 w 584225"/>
                <a:gd name="connsiteY65" fmla="*/ 74131 h 420396"/>
                <a:gd name="connsiteX66" fmla="*/ 92952 w 584225"/>
                <a:gd name="connsiteY66" fmla="*/ 65394 h 420396"/>
                <a:gd name="connsiteX67" fmla="*/ 103339 w 584225"/>
                <a:gd name="connsiteY67" fmla="*/ 58486 h 420396"/>
                <a:gd name="connsiteX68" fmla="*/ 108462 w 584225"/>
                <a:gd name="connsiteY68" fmla="*/ 55099 h 420396"/>
                <a:gd name="connsiteX69" fmla="*/ 118651 w 584225"/>
                <a:gd name="connsiteY69" fmla="*/ 48225 h 420396"/>
                <a:gd name="connsiteX70" fmla="*/ 119989 w 584225"/>
                <a:gd name="connsiteY70" fmla="*/ 47477 h 420396"/>
                <a:gd name="connsiteX71" fmla="*/ 141876 w 584225"/>
                <a:gd name="connsiteY71" fmla="*/ 33004 h 420396"/>
                <a:gd name="connsiteX72" fmla="*/ 146391 w 584225"/>
                <a:gd name="connsiteY72" fmla="*/ 30747 h 420396"/>
                <a:gd name="connsiteX73" fmla="*/ 148414 w 584225"/>
                <a:gd name="connsiteY73" fmla="*/ 29416 h 420396"/>
                <a:gd name="connsiteX74" fmla="*/ 152376 w 584225"/>
                <a:gd name="connsiteY74" fmla="*/ 27756 h 420396"/>
                <a:gd name="connsiteX75" fmla="*/ 156017 w 584225"/>
                <a:gd name="connsiteY75" fmla="*/ 25936 h 420396"/>
                <a:gd name="connsiteX76" fmla="*/ 161065 w 584225"/>
                <a:gd name="connsiteY76" fmla="*/ 23147 h 420396"/>
                <a:gd name="connsiteX77" fmla="*/ 163096 w 584225"/>
                <a:gd name="connsiteY77" fmla="*/ 22398 h 420396"/>
                <a:gd name="connsiteX78" fmla="*/ 172870 w 584225"/>
                <a:gd name="connsiteY78" fmla="*/ 17512 h 420396"/>
                <a:gd name="connsiteX79" fmla="*/ 196969 w 584225"/>
                <a:gd name="connsiteY79" fmla="*/ 9508 h 420396"/>
                <a:gd name="connsiteX80" fmla="*/ 197080 w 584225"/>
                <a:gd name="connsiteY80" fmla="*/ 9863 h 420396"/>
                <a:gd name="connsiteX81" fmla="*/ 220228 w 584225"/>
                <a:gd name="connsiteY81" fmla="*/ 1325 h 420396"/>
                <a:gd name="connsiteX82" fmla="*/ 226917 w 584225"/>
                <a:gd name="connsiteY82" fmla="*/ 0 h 420396"/>
                <a:gd name="connsiteX83" fmla="*/ 226917 w 584225"/>
                <a:gd name="connsiteY83" fmla="*/ 48320 h 420396"/>
                <a:gd name="connsiteX84" fmla="*/ 190763 w 584225"/>
                <a:gd name="connsiteY84" fmla="*/ 62185 h 420396"/>
                <a:gd name="connsiteX85" fmla="*/ 145469 w 584225"/>
                <a:gd name="connsiteY85" fmla="*/ 88037 h 420396"/>
                <a:gd name="connsiteX86" fmla="*/ 136522 w 584225"/>
                <a:gd name="connsiteY86" fmla="*/ 93964 h 420396"/>
                <a:gd name="connsiteX87" fmla="*/ 123106 w 584225"/>
                <a:gd name="connsiteY87" fmla="*/ 106876 h 420396"/>
                <a:gd name="connsiteX88" fmla="*/ 87611 w 584225"/>
                <a:gd name="connsiteY88" fmla="*/ 143008 h 420396"/>
                <a:gd name="connsiteX89" fmla="*/ 49621 w 584225"/>
                <a:gd name="connsiteY89" fmla="*/ 206017 h 420396"/>
                <a:gd name="connsiteX90" fmla="*/ 87611 w 584225"/>
                <a:gd name="connsiteY90" fmla="*/ 269025 h 420396"/>
                <a:gd name="connsiteX91" fmla="*/ 123106 w 584225"/>
                <a:gd name="connsiteY91" fmla="*/ 305157 h 420396"/>
                <a:gd name="connsiteX92" fmla="*/ 136522 w 584225"/>
                <a:gd name="connsiteY92" fmla="*/ 318070 h 420396"/>
                <a:gd name="connsiteX93" fmla="*/ 145469 w 584225"/>
                <a:gd name="connsiteY93" fmla="*/ 323996 h 420396"/>
                <a:gd name="connsiteX94" fmla="*/ 190763 w 584225"/>
                <a:gd name="connsiteY94" fmla="*/ 349848 h 420396"/>
                <a:gd name="connsiteX95" fmla="*/ 230688 w 584225"/>
                <a:gd name="connsiteY95" fmla="*/ 365160 h 420396"/>
                <a:gd name="connsiteX96" fmla="*/ 271356 w 584225"/>
                <a:gd name="connsiteY96" fmla="*/ 372644 h 420396"/>
                <a:gd name="connsiteX97" fmla="*/ 292113 w 584225"/>
                <a:gd name="connsiteY97" fmla="*/ 372781 h 420396"/>
                <a:gd name="connsiteX98" fmla="*/ 312870 w 584225"/>
                <a:gd name="connsiteY98" fmla="*/ 372644 h 420396"/>
                <a:gd name="connsiteX99" fmla="*/ 353537 w 584225"/>
                <a:gd name="connsiteY99" fmla="*/ 365160 h 420396"/>
                <a:gd name="connsiteX100" fmla="*/ 393463 w 584225"/>
                <a:gd name="connsiteY100" fmla="*/ 349848 h 420396"/>
                <a:gd name="connsiteX101" fmla="*/ 438759 w 584225"/>
                <a:gd name="connsiteY101" fmla="*/ 323996 h 420396"/>
                <a:gd name="connsiteX102" fmla="*/ 447703 w 584225"/>
                <a:gd name="connsiteY102" fmla="*/ 318070 h 420396"/>
                <a:gd name="connsiteX103" fmla="*/ 461119 w 584225"/>
                <a:gd name="connsiteY103" fmla="*/ 305157 h 420396"/>
                <a:gd name="connsiteX104" fmla="*/ 496615 w 584225"/>
                <a:gd name="connsiteY104" fmla="*/ 269025 h 420396"/>
                <a:gd name="connsiteX105" fmla="*/ 534605 w 584225"/>
                <a:gd name="connsiteY105" fmla="*/ 206017 h 420396"/>
                <a:gd name="connsiteX106" fmla="*/ 496615 w 584225"/>
                <a:gd name="connsiteY106" fmla="*/ 143008 h 420396"/>
                <a:gd name="connsiteX107" fmla="*/ 461119 w 584225"/>
                <a:gd name="connsiteY107" fmla="*/ 106876 h 420396"/>
                <a:gd name="connsiteX108" fmla="*/ 447703 w 584225"/>
                <a:gd name="connsiteY108" fmla="*/ 93963 h 420396"/>
                <a:gd name="connsiteX109" fmla="*/ 438759 w 584225"/>
                <a:gd name="connsiteY109" fmla="*/ 88038 h 420396"/>
                <a:gd name="connsiteX110" fmla="*/ 393463 w 584225"/>
                <a:gd name="connsiteY110" fmla="*/ 62185 h 420396"/>
                <a:gd name="connsiteX111" fmla="*/ 357307 w 584225"/>
                <a:gd name="connsiteY111" fmla="*/ 48319 h 420396"/>
                <a:gd name="connsiteX112" fmla="*/ 357307 w 584225"/>
                <a:gd name="connsiteY112" fmla="*/ 0 h 420396"/>
                <a:gd name="connsiteX113" fmla="*/ 363997 w 584225"/>
                <a:gd name="connsiteY113" fmla="*/ 1325 h 420396"/>
                <a:gd name="connsiteX114" fmla="*/ 387145 w 584225"/>
                <a:gd name="connsiteY114" fmla="*/ 9863 h 420396"/>
                <a:gd name="connsiteX115" fmla="*/ 387256 w 584225"/>
                <a:gd name="connsiteY115" fmla="*/ 9508 h 420396"/>
                <a:gd name="connsiteX116" fmla="*/ 411355 w 584225"/>
                <a:gd name="connsiteY116" fmla="*/ 17512 h 420396"/>
                <a:gd name="connsiteX117" fmla="*/ 421130 w 584225"/>
                <a:gd name="connsiteY117" fmla="*/ 22397 h 420396"/>
                <a:gd name="connsiteX118" fmla="*/ 423160 w 584225"/>
                <a:gd name="connsiteY118" fmla="*/ 23147 h 420396"/>
                <a:gd name="connsiteX119" fmla="*/ 428208 w 584225"/>
                <a:gd name="connsiteY119" fmla="*/ 25936 h 420396"/>
                <a:gd name="connsiteX120" fmla="*/ 431850 w 584225"/>
                <a:gd name="connsiteY120" fmla="*/ 27756 h 420396"/>
                <a:gd name="connsiteX121" fmla="*/ 435812 w 584225"/>
                <a:gd name="connsiteY121" fmla="*/ 29416 h 420396"/>
                <a:gd name="connsiteX122" fmla="*/ 437834 w 584225"/>
                <a:gd name="connsiteY122" fmla="*/ 30747 h 420396"/>
                <a:gd name="connsiteX123" fmla="*/ 442350 w 584225"/>
                <a:gd name="connsiteY123" fmla="*/ 33004 h 420396"/>
                <a:gd name="connsiteX124" fmla="*/ 464236 w 584225"/>
                <a:gd name="connsiteY124" fmla="*/ 47476 h 420396"/>
                <a:gd name="connsiteX125" fmla="*/ 465575 w 584225"/>
                <a:gd name="connsiteY125" fmla="*/ 48225 h 420396"/>
                <a:gd name="connsiteX126" fmla="*/ 475764 w 584225"/>
                <a:gd name="connsiteY126" fmla="*/ 55099 h 420396"/>
                <a:gd name="connsiteX127" fmla="*/ 480886 w 584225"/>
                <a:gd name="connsiteY127" fmla="*/ 58486 h 420396"/>
                <a:gd name="connsiteX128" fmla="*/ 491273 w 584225"/>
                <a:gd name="connsiteY128" fmla="*/ 65394 h 420396"/>
                <a:gd name="connsiteX129" fmla="*/ 499368 w 584225"/>
                <a:gd name="connsiteY129" fmla="*/ 74131 h 420396"/>
                <a:gd name="connsiteX130" fmla="*/ 500004 w 584225"/>
                <a:gd name="connsiteY130" fmla="*/ 74694 h 420396"/>
                <a:gd name="connsiteX131" fmla="*/ 504992 w 584225"/>
                <a:gd name="connsiteY131" fmla="*/ 77197 h 420396"/>
                <a:gd name="connsiteX132" fmla="*/ 515436 w 584225"/>
                <a:gd name="connsiteY132" fmla="*/ 87701 h 420396"/>
                <a:gd name="connsiteX133" fmla="*/ 522750 w 584225"/>
                <a:gd name="connsiteY133" fmla="*/ 96507 h 420396"/>
                <a:gd name="connsiteX134" fmla="*/ 530801 w 584225"/>
                <a:gd name="connsiteY134" fmla="*/ 106745 h 420396"/>
                <a:gd name="connsiteX135" fmla="*/ 531763 w 584225"/>
                <a:gd name="connsiteY135" fmla="*/ 107710 h 420396"/>
                <a:gd name="connsiteX136" fmla="*/ 532514 w 584225"/>
                <a:gd name="connsiteY136" fmla="*/ 108924 h 420396"/>
                <a:gd name="connsiteX137" fmla="*/ 532790 w 584225"/>
                <a:gd name="connsiteY137" fmla="*/ 109274 h 420396"/>
                <a:gd name="connsiteX138" fmla="*/ 535550 w 584225"/>
                <a:gd name="connsiteY138" fmla="*/ 113095 h 420396"/>
                <a:gd name="connsiteX139" fmla="*/ 536070 w 584225"/>
                <a:gd name="connsiteY139" fmla="*/ 113620 h 420396"/>
                <a:gd name="connsiteX140" fmla="*/ 538083 w 584225"/>
                <a:gd name="connsiteY140" fmla="*/ 116603 h 420396"/>
                <a:gd name="connsiteX141" fmla="*/ 538894 w 584225"/>
                <a:gd name="connsiteY141" fmla="*/ 117725 h 420396"/>
                <a:gd name="connsiteX142" fmla="*/ 541865 w 584225"/>
                <a:gd name="connsiteY142" fmla="*/ 122205 h 420396"/>
                <a:gd name="connsiteX143" fmla="*/ 542063 w 584225"/>
                <a:gd name="connsiteY143" fmla="*/ 122499 h 420396"/>
                <a:gd name="connsiteX144" fmla="*/ 550302 w 584225"/>
                <a:gd name="connsiteY144" fmla="*/ 134789 h 420396"/>
                <a:gd name="connsiteX145" fmla="*/ 550616 w 584225"/>
                <a:gd name="connsiteY145" fmla="*/ 135403 h 420396"/>
                <a:gd name="connsiteX146" fmla="*/ 560975 w 584225"/>
                <a:gd name="connsiteY146" fmla="*/ 151025 h 420396"/>
                <a:gd name="connsiteX147" fmla="*/ 568650 w 584225"/>
                <a:gd name="connsiteY147" fmla="*/ 167323 h 420396"/>
                <a:gd name="connsiteX148" fmla="*/ 575137 w 584225"/>
                <a:gd name="connsiteY148" fmla="*/ 177806 h 420396"/>
                <a:gd name="connsiteX149" fmla="*/ 584225 w 584225"/>
                <a:gd name="connsiteY149" fmla="*/ 205418 h 420396"/>
                <a:gd name="connsiteX150" fmla="*/ 584109 w 584225"/>
                <a:gd name="connsiteY150" fmla="*/ 206017 h 420396"/>
                <a:gd name="connsiteX151" fmla="*/ 584225 w 584225"/>
                <a:gd name="connsiteY151" fmla="*/ 206615 h 420396"/>
                <a:gd name="connsiteX152" fmla="*/ 575137 w 584225"/>
                <a:gd name="connsiteY152" fmla="*/ 234227 h 420396"/>
                <a:gd name="connsiteX153" fmla="*/ 568650 w 584225"/>
                <a:gd name="connsiteY153" fmla="*/ 244710 h 420396"/>
                <a:gd name="connsiteX154" fmla="*/ 560975 w 584225"/>
                <a:gd name="connsiteY154" fmla="*/ 261008 h 420396"/>
                <a:gd name="connsiteX155" fmla="*/ 550616 w 584225"/>
                <a:gd name="connsiteY155" fmla="*/ 276630 h 420396"/>
                <a:gd name="connsiteX156" fmla="*/ 550302 w 584225"/>
                <a:gd name="connsiteY156" fmla="*/ 277244 h 420396"/>
                <a:gd name="connsiteX157" fmla="*/ 542063 w 584225"/>
                <a:gd name="connsiteY157" fmla="*/ 289534 h 420396"/>
                <a:gd name="connsiteX158" fmla="*/ 541864 w 584225"/>
                <a:gd name="connsiteY158" fmla="*/ 289828 h 420396"/>
                <a:gd name="connsiteX159" fmla="*/ 538894 w 584225"/>
                <a:gd name="connsiteY159" fmla="*/ 294308 h 420396"/>
                <a:gd name="connsiteX160" fmla="*/ 538083 w 584225"/>
                <a:gd name="connsiteY160" fmla="*/ 295431 h 420396"/>
                <a:gd name="connsiteX161" fmla="*/ 536070 w 584225"/>
                <a:gd name="connsiteY161" fmla="*/ 298413 h 420396"/>
                <a:gd name="connsiteX162" fmla="*/ 535550 w 584225"/>
                <a:gd name="connsiteY162" fmla="*/ 298938 h 420396"/>
                <a:gd name="connsiteX163" fmla="*/ 532790 w 584225"/>
                <a:gd name="connsiteY163" fmla="*/ 302759 h 420396"/>
                <a:gd name="connsiteX164" fmla="*/ 532514 w 584225"/>
                <a:gd name="connsiteY164" fmla="*/ 303110 h 420396"/>
                <a:gd name="connsiteX165" fmla="*/ 531763 w 584225"/>
                <a:gd name="connsiteY165" fmla="*/ 304323 h 420396"/>
                <a:gd name="connsiteX166" fmla="*/ 530801 w 584225"/>
                <a:gd name="connsiteY166" fmla="*/ 305288 h 420396"/>
                <a:gd name="connsiteX167" fmla="*/ 522750 w 584225"/>
                <a:gd name="connsiteY167" fmla="*/ 315526 h 420396"/>
                <a:gd name="connsiteX168" fmla="*/ 515436 w 584225"/>
                <a:gd name="connsiteY168" fmla="*/ 324332 h 420396"/>
                <a:gd name="connsiteX169" fmla="*/ 504992 w 584225"/>
                <a:gd name="connsiteY169" fmla="*/ 334836 h 420396"/>
                <a:gd name="connsiteX170" fmla="*/ 500004 w 584225"/>
                <a:gd name="connsiteY170" fmla="*/ 337339 h 420396"/>
                <a:gd name="connsiteX171" fmla="*/ 499368 w 584225"/>
                <a:gd name="connsiteY171" fmla="*/ 337902 h 420396"/>
                <a:gd name="connsiteX172" fmla="*/ 491273 w 584225"/>
                <a:gd name="connsiteY172" fmla="*/ 346640 h 420396"/>
                <a:gd name="connsiteX173" fmla="*/ 480886 w 584225"/>
                <a:gd name="connsiteY173" fmla="*/ 353547 h 420396"/>
                <a:gd name="connsiteX174" fmla="*/ 475764 w 584225"/>
                <a:gd name="connsiteY174" fmla="*/ 356935 h 420396"/>
                <a:gd name="connsiteX175" fmla="*/ 465575 w 584225"/>
                <a:gd name="connsiteY175" fmla="*/ 363809 h 420396"/>
                <a:gd name="connsiteX176" fmla="*/ 464236 w 584225"/>
                <a:gd name="connsiteY176" fmla="*/ 364557 h 420396"/>
                <a:gd name="connsiteX177" fmla="*/ 442350 w 584225"/>
                <a:gd name="connsiteY177" fmla="*/ 379029 h 420396"/>
                <a:gd name="connsiteX178" fmla="*/ 437834 w 584225"/>
                <a:gd name="connsiteY178" fmla="*/ 381286 h 420396"/>
                <a:gd name="connsiteX179" fmla="*/ 435812 w 584225"/>
                <a:gd name="connsiteY179" fmla="*/ 382617 h 420396"/>
                <a:gd name="connsiteX180" fmla="*/ 431850 w 584225"/>
                <a:gd name="connsiteY180" fmla="*/ 384277 h 420396"/>
                <a:gd name="connsiteX181" fmla="*/ 428208 w 584225"/>
                <a:gd name="connsiteY181" fmla="*/ 386098 h 420396"/>
                <a:gd name="connsiteX182" fmla="*/ 423160 w 584225"/>
                <a:gd name="connsiteY182" fmla="*/ 388887 h 420396"/>
                <a:gd name="connsiteX183" fmla="*/ 421130 w 584225"/>
                <a:gd name="connsiteY183" fmla="*/ 389636 h 420396"/>
                <a:gd name="connsiteX184" fmla="*/ 411355 w 584225"/>
                <a:gd name="connsiteY184" fmla="*/ 394521 h 420396"/>
                <a:gd name="connsiteX185" fmla="*/ 387256 w 584225"/>
                <a:gd name="connsiteY185" fmla="*/ 402525 h 420396"/>
                <a:gd name="connsiteX186" fmla="*/ 387145 w 584225"/>
                <a:gd name="connsiteY186" fmla="*/ 402170 h 420396"/>
                <a:gd name="connsiteX187" fmla="*/ 363997 w 584225"/>
                <a:gd name="connsiteY187" fmla="*/ 410708 h 420396"/>
                <a:gd name="connsiteX188" fmla="*/ 328702 w 584225"/>
                <a:gd name="connsiteY188" fmla="*/ 417699 h 420396"/>
                <a:gd name="connsiteX189" fmla="*/ 324089 w 584225"/>
                <a:gd name="connsiteY189" fmla="*/ 418046 h 420396"/>
                <a:gd name="connsiteX190" fmla="*/ 323442 w 584225"/>
                <a:gd name="connsiteY190" fmla="*/ 418169 h 420396"/>
                <a:gd name="connsiteX191" fmla="*/ 310727 w 584225"/>
                <a:gd name="connsiteY191" fmla="*/ 419052 h 42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584225" h="420396">
                  <a:moveTo>
                    <a:pt x="292861" y="420396"/>
                  </a:moveTo>
                  <a:lnTo>
                    <a:pt x="292113" y="420344"/>
                  </a:lnTo>
                  <a:lnTo>
                    <a:pt x="291364" y="420396"/>
                  </a:lnTo>
                  <a:lnTo>
                    <a:pt x="273499" y="419052"/>
                  </a:lnTo>
                  <a:lnTo>
                    <a:pt x="260784" y="418169"/>
                  </a:lnTo>
                  <a:lnTo>
                    <a:pt x="260137" y="418046"/>
                  </a:lnTo>
                  <a:lnTo>
                    <a:pt x="255524" y="417699"/>
                  </a:lnTo>
                  <a:cubicBezTo>
                    <a:pt x="243663" y="416120"/>
                    <a:pt x="231892" y="413825"/>
                    <a:pt x="220228" y="410708"/>
                  </a:cubicBezTo>
                  <a:lnTo>
                    <a:pt x="197080" y="402170"/>
                  </a:lnTo>
                  <a:lnTo>
                    <a:pt x="196969" y="402525"/>
                  </a:lnTo>
                  <a:cubicBezTo>
                    <a:pt x="188915" y="399906"/>
                    <a:pt x="180598" y="397889"/>
                    <a:pt x="172870" y="394521"/>
                  </a:cubicBezTo>
                  <a:lnTo>
                    <a:pt x="163096" y="389635"/>
                  </a:lnTo>
                  <a:lnTo>
                    <a:pt x="161065" y="388887"/>
                  </a:lnTo>
                  <a:lnTo>
                    <a:pt x="156017" y="386098"/>
                  </a:lnTo>
                  <a:lnTo>
                    <a:pt x="152376" y="384277"/>
                  </a:lnTo>
                  <a:lnTo>
                    <a:pt x="148414" y="382617"/>
                  </a:lnTo>
                  <a:lnTo>
                    <a:pt x="146391" y="381286"/>
                  </a:lnTo>
                  <a:lnTo>
                    <a:pt x="141876" y="379029"/>
                  </a:lnTo>
                  <a:lnTo>
                    <a:pt x="119989" y="364557"/>
                  </a:lnTo>
                  <a:lnTo>
                    <a:pt x="118651" y="363809"/>
                  </a:lnTo>
                  <a:lnTo>
                    <a:pt x="108462" y="356935"/>
                  </a:lnTo>
                  <a:lnTo>
                    <a:pt x="103339" y="353547"/>
                  </a:lnTo>
                  <a:cubicBezTo>
                    <a:pt x="100014" y="351034"/>
                    <a:pt x="96327" y="349027"/>
                    <a:pt x="92952" y="346640"/>
                  </a:cubicBezTo>
                  <a:lnTo>
                    <a:pt x="84858" y="337902"/>
                  </a:lnTo>
                  <a:lnTo>
                    <a:pt x="84221" y="337339"/>
                  </a:lnTo>
                  <a:lnTo>
                    <a:pt x="79233" y="334836"/>
                  </a:lnTo>
                  <a:cubicBezTo>
                    <a:pt x="75489" y="331573"/>
                    <a:pt x="71023" y="328512"/>
                    <a:pt x="68789" y="324332"/>
                  </a:cubicBezTo>
                  <a:cubicBezTo>
                    <a:pt x="66824" y="320656"/>
                    <a:pt x="64743" y="318061"/>
                    <a:pt x="61475" y="315526"/>
                  </a:cubicBezTo>
                  <a:lnTo>
                    <a:pt x="53425" y="305288"/>
                  </a:lnTo>
                  <a:lnTo>
                    <a:pt x="52462" y="304323"/>
                  </a:lnTo>
                  <a:lnTo>
                    <a:pt x="51712" y="303110"/>
                  </a:lnTo>
                  <a:lnTo>
                    <a:pt x="51436" y="302759"/>
                  </a:lnTo>
                  <a:lnTo>
                    <a:pt x="48675" y="298937"/>
                  </a:lnTo>
                  <a:lnTo>
                    <a:pt x="48156" y="298413"/>
                  </a:lnTo>
                  <a:lnTo>
                    <a:pt x="46146" y="295435"/>
                  </a:lnTo>
                  <a:lnTo>
                    <a:pt x="45331" y="294308"/>
                  </a:lnTo>
                  <a:lnTo>
                    <a:pt x="42360" y="289827"/>
                  </a:lnTo>
                  <a:lnTo>
                    <a:pt x="42162" y="289534"/>
                  </a:lnTo>
                  <a:cubicBezTo>
                    <a:pt x="39534" y="285362"/>
                    <a:pt x="36778" y="281264"/>
                    <a:pt x="33923" y="277244"/>
                  </a:cubicBezTo>
                  <a:lnTo>
                    <a:pt x="33610" y="276630"/>
                  </a:lnTo>
                  <a:lnTo>
                    <a:pt x="23250" y="261008"/>
                  </a:lnTo>
                  <a:lnTo>
                    <a:pt x="15575" y="244710"/>
                  </a:lnTo>
                  <a:lnTo>
                    <a:pt x="9088" y="234227"/>
                  </a:lnTo>
                  <a:cubicBezTo>
                    <a:pt x="3086" y="221165"/>
                    <a:pt x="27" y="213872"/>
                    <a:pt x="0" y="206615"/>
                  </a:cubicBezTo>
                  <a:lnTo>
                    <a:pt x="116" y="206017"/>
                  </a:lnTo>
                  <a:lnTo>
                    <a:pt x="0" y="205418"/>
                  </a:lnTo>
                  <a:cubicBezTo>
                    <a:pt x="27" y="198162"/>
                    <a:pt x="3086" y="190869"/>
                    <a:pt x="9088" y="177806"/>
                  </a:cubicBezTo>
                  <a:lnTo>
                    <a:pt x="15575" y="167323"/>
                  </a:lnTo>
                  <a:lnTo>
                    <a:pt x="23250" y="151025"/>
                  </a:lnTo>
                  <a:lnTo>
                    <a:pt x="33610" y="135403"/>
                  </a:lnTo>
                  <a:lnTo>
                    <a:pt x="33923" y="134789"/>
                  </a:lnTo>
                  <a:cubicBezTo>
                    <a:pt x="36778" y="130769"/>
                    <a:pt x="39534" y="126671"/>
                    <a:pt x="42162" y="122499"/>
                  </a:cubicBezTo>
                  <a:lnTo>
                    <a:pt x="42360" y="122207"/>
                  </a:lnTo>
                  <a:lnTo>
                    <a:pt x="45331" y="117725"/>
                  </a:lnTo>
                  <a:lnTo>
                    <a:pt x="46146" y="116598"/>
                  </a:lnTo>
                  <a:lnTo>
                    <a:pt x="48156" y="113620"/>
                  </a:lnTo>
                  <a:lnTo>
                    <a:pt x="48675" y="113096"/>
                  </a:lnTo>
                  <a:lnTo>
                    <a:pt x="51436" y="109274"/>
                  </a:lnTo>
                  <a:lnTo>
                    <a:pt x="51712" y="108924"/>
                  </a:lnTo>
                  <a:lnTo>
                    <a:pt x="52462" y="107710"/>
                  </a:lnTo>
                  <a:lnTo>
                    <a:pt x="53425" y="106745"/>
                  </a:lnTo>
                  <a:lnTo>
                    <a:pt x="61475" y="96507"/>
                  </a:lnTo>
                  <a:cubicBezTo>
                    <a:pt x="64743" y="93972"/>
                    <a:pt x="66824" y="91378"/>
                    <a:pt x="68789" y="87701"/>
                  </a:cubicBezTo>
                  <a:cubicBezTo>
                    <a:pt x="71023" y="83521"/>
                    <a:pt x="75489" y="80460"/>
                    <a:pt x="79233" y="77197"/>
                  </a:cubicBezTo>
                  <a:lnTo>
                    <a:pt x="84221" y="74694"/>
                  </a:lnTo>
                  <a:lnTo>
                    <a:pt x="84858" y="74131"/>
                  </a:lnTo>
                  <a:lnTo>
                    <a:pt x="92952" y="65394"/>
                  </a:lnTo>
                  <a:cubicBezTo>
                    <a:pt x="96327" y="63006"/>
                    <a:pt x="100014" y="60999"/>
                    <a:pt x="103339" y="58486"/>
                  </a:cubicBezTo>
                  <a:lnTo>
                    <a:pt x="108462" y="55099"/>
                  </a:lnTo>
                  <a:lnTo>
                    <a:pt x="118651" y="48225"/>
                  </a:lnTo>
                  <a:lnTo>
                    <a:pt x="119989" y="47477"/>
                  </a:lnTo>
                  <a:lnTo>
                    <a:pt x="141876" y="33004"/>
                  </a:lnTo>
                  <a:lnTo>
                    <a:pt x="146391" y="30747"/>
                  </a:lnTo>
                  <a:lnTo>
                    <a:pt x="148414" y="29416"/>
                  </a:lnTo>
                  <a:lnTo>
                    <a:pt x="152376" y="27756"/>
                  </a:lnTo>
                  <a:lnTo>
                    <a:pt x="156017" y="25936"/>
                  </a:lnTo>
                  <a:lnTo>
                    <a:pt x="161065" y="23147"/>
                  </a:lnTo>
                  <a:lnTo>
                    <a:pt x="163096" y="22398"/>
                  </a:lnTo>
                  <a:lnTo>
                    <a:pt x="172870" y="17512"/>
                  </a:lnTo>
                  <a:cubicBezTo>
                    <a:pt x="180598" y="14144"/>
                    <a:pt x="188915" y="12127"/>
                    <a:pt x="196969" y="9508"/>
                  </a:cubicBezTo>
                  <a:lnTo>
                    <a:pt x="197080" y="9863"/>
                  </a:lnTo>
                  <a:lnTo>
                    <a:pt x="220228" y="1325"/>
                  </a:lnTo>
                  <a:lnTo>
                    <a:pt x="226917" y="0"/>
                  </a:lnTo>
                  <a:lnTo>
                    <a:pt x="226917" y="48320"/>
                  </a:lnTo>
                  <a:lnTo>
                    <a:pt x="190763" y="62185"/>
                  </a:lnTo>
                  <a:lnTo>
                    <a:pt x="145469" y="88037"/>
                  </a:lnTo>
                  <a:lnTo>
                    <a:pt x="136522" y="93964"/>
                  </a:lnTo>
                  <a:lnTo>
                    <a:pt x="123106" y="106876"/>
                  </a:lnTo>
                  <a:lnTo>
                    <a:pt x="87611" y="143008"/>
                  </a:lnTo>
                  <a:lnTo>
                    <a:pt x="49621" y="206017"/>
                  </a:lnTo>
                  <a:lnTo>
                    <a:pt x="87611" y="269025"/>
                  </a:lnTo>
                  <a:lnTo>
                    <a:pt x="123106" y="305157"/>
                  </a:lnTo>
                  <a:lnTo>
                    <a:pt x="136522" y="318070"/>
                  </a:lnTo>
                  <a:lnTo>
                    <a:pt x="145469" y="323996"/>
                  </a:lnTo>
                  <a:lnTo>
                    <a:pt x="190763" y="349848"/>
                  </a:lnTo>
                  <a:lnTo>
                    <a:pt x="230688" y="365160"/>
                  </a:lnTo>
                  <a:lnTo>
                    <a:pt x="271356" y="372644"/>
                  </a:lnTo>
                  <a:lnTo>
                    <a:pt x="292113" y="372781"/>
                  </a:lnTo>
                  <a:lnTo>
                    <a:pt x="312870" y="372644"/>
                  </a:lnTo>
                  <a:lnTo>
                    <a:pt x="353537" y="365160"/>
                  </a:lnTo>
                  <a:lnTo>
                    <a:pt x="393463" y="349848"/>
                  </a:lnTo>
                  <a:lnTo>
                    <a:pt x="438759" y="323996"/>
                  </a:lnTo>
                  <a:lnTo>
                    <a:pt x="447703" y="318070"/>
                  </a:lnTo>
                  <a:lnTo>
                    <a:pt x="461119" y="305157"/>
                  </a:lnTo>
                  <a:lnTo>
                    <a:pt x="496615" y="269025"/>
                  </a:lnTo>
                  <a:lnTo>
                    <a:pt x="534605" y="206017"/>
                  </a:lnTo>
                  <a:lnTo>
                    <a:pt x="496615" y="143008"/>
                  </a:lnTo>
                  <a:lnTo>
                    <a:pt x="461119" y="106876"/>
                  </a:lnTo>
                  <a:lnTo>
                    <a:pt x="447703" y="93963"/>
                  </a:lnTo>
                  <a:lnTo>
                    <a:pt x="438759" y="88038"/>
                  </a:lnTo>
                  <a:lnTo>
                    <a:pt x="393463" y="62185"/>
                  </a:lnTo>
                  <a:lnTo>
                    <a:pt x="357307" y="48319"/>
                  </a:lnTo>
                  <a:lnTo>
                    <a:pt x="357307" y="0"/>
                  </a:lnTo>
                  <a:lnTo>
                    <a:pt x="363997" y="1325"/>
                  </a:lnTo>
                  <a:lnTo>
                    <a:pt x="387145" y="9863"/>
                  </a:lnTo>
                  <a:lnTo>
                    <a:pt x="387256" y="9508"/>
                  </a:lnTo>
                  <a:cubicBezTo>
                    <a:pt x="395310" y="12127"/>
                    <a:pt x="403627" y="14144"/>
                    <a:pt x="411355" y="17512"/>
                  </a:cubicBezTo>
                  <a:lnTo>
                    <a:pt x="421130" y="22397"/>
                  </a:lnTo>
                  <a:lnTo>
                    <a:pt x="423160" y="23147"/>
                  </a:lnTo>
                  <a:lnTo>
                    <a:pt x="428208" y="25936"/>
                  </a:lnTo>
                  <a:lnTo>
                    <a:pt x="431850" y="27756"/>
                  </a:lnTo>
                  <a:lnTo>
                    <a:pt x="435812" y="29416"/>
                  </a:lnTo>
                  <a:lnTo>
                    <a:pt x="437834" y="30747"/>
                  </a:lnTo>
                  <a:lnTo>
                    <a:pt x="442350" y="33004"/>
                  </a:lnTo>
                  <a:lnTo>
                    <a:pt x="464236" y="47476"/>
                  </a:lnTo>
                  <a:lnTo>
                    <a:pt x="465575" y="48225"/>
                  </a:lnTo>
                  <a:lnTo>
                    <a:pt x="475764" y="55099"/>
                  </a:lnTo>
                  <a:lnTo>
                    <a:pt x="480886" y="58486"/>
                  </a:lnTo>
                  <a:cubicBezTo>
                    <a:pt x="484211" y="60999"/>
                    <a:pt x="487898" y="63006"/>
                    <a:pt x="491273" y="65394"/>
                  </a:cubicBezTo>
                  <a:lnTo>
                    <a:pt x="499368" y="74131"/>
                  </a:lnTo>
                  <a:lnTo>
                    <a:pt x="500004" y="74694"/>
                  </a:lnTo>
                  <a:lnTo>
                    <a:pt x="504992" y="77197"/>
                  </a:lnTo>
                  <a:cubicBezTo>
                    <a:pt x="508736" y="80460"/>
                    <a:pt x="513202" y="83521"/>
                    <a:pt x="515436" y="87701"/>
                  </a:cubicBezTo>
                  <a:cubicBezTo>
                    <a:pt x="517401" y="91378"/>
                    <a:pt x="519482" y="93972"/>
                    <a:pt x="522750" y="96507"/>
                  </a:cubicBezTo>
                  <a:lnTo>
                    <a:pt x="530801" y="106745"/>
                  </a:lnTo>
                  <a:lnTo>
                    <a:pt x="531763" y="107710"/>
                  </a:lnTo>
                  <a:lnTo>
                    <a:pt x="532514" y="108924"/>
                  </a:lnTo>
                  <a:lnTo>
                    <a:pt x="532790" y="109274"/>
                  </a:lnTo>
                  <a:lnTo>
                    <a:pt x="535550" y="113095"/>
                  </a:lnTo>
                  <a:lnTo>
                    <a:pt x="536070" y="113620"/>
                  </a:lnTo>
                  <a:lnTo>
                    <a:pt x="538083" y="116603"/>
                  </a:lnTo>
                  <a:lnTo>
                    <a:pt x="538894" y="117725"/>
                  </a:lnTo>
                  <a:lnTo>
                    <a:pt x="541865" y="122205"/>
                  </a:lnTo>
                  <a:lnTo>
                    <a:pt x="542063" y="122499"/>
                  </a:lnTo>
                  <a:cubicBezTo>
                    <a:pt x="544691" y="126671"/>
                    <a:pt x="547447" y="130769"/>
                    <a:pt x="550302" y="134789"/>
                  </a:cubicBezTo>
                  <a:lnTo>
                    <a:pt x="550616" y="135403"/>
                  </a:lnTo>
                  <a:lnTo>
                    <a:pt x="560975" y="151025"/>
                  </a:lnTo>
                  <a:lnTo>
                    <a:pt x="568650" y="167323"/>
                  </a:lnTo>
                  <a:lnTo>
                    <a:pt x="575137" y="177806"/>
                  </a:lnTo>
                  <a:cubicBezTo>
                    <a:pt x="581140" y="190869"/>
                    <a:pt x="584198" y="198162"/>
                    <a:pt x="584225" y="205418"/>
                  </a:cubicBezTo>
                  <a:lnTo>
                    <a:pt x="584109" y="206017"/>
                  </a:lnTo>
                  <a:lnTo>
                    <a:pt x="584225" y="206615"/>
                  </a:lnTo>
                  <a:cubicBezTo>
                    <a:pt x="584198" y="213872"/>
                    <a:pt x="581140" y="221165"/>
                    <a:pt x="575137" y="234227"/>
                  </a:cubicBezTo>
                  <a:lnTo>
                    <a:pt x="568650" y="244710"/>
                  </a:lnTo>
                  <a:lnTo>
                    <a:pt x="560975" y="261008"/>
                  </a:lnTo>
                  <a:lnTo>
                    <a:pt x="550616" y="276630"/>
                  </a:lnTo>
                  <a:lnTo>
                    <a:pt x="550302" y="277244"/>
                  </a:lnTo>
                  <a:cubicBezTo>
                    <a:pt x="547447" y="281264"/>
                    <a:pt x="544691" y="285362"/>
                    <a:pt x="542063" y="289534"/>
                  </a:cubicBezTo>
                  <a:lnTo>
                    <a:pt x="541864" y="289828"/>
                  </a:lnTo>
                  <a:lnTo>
                    <a:pt x="538894" y="294308"/>
                  </a:lnTo>
                  <a:lnTo>
                    <a:pt x="538083" y="295431"/>
                  </a:lnTo>
                  <a:lnTo>
                    <a:pt x="536070" y="298413"/>
                  </a:lnTo>
                  <a:lnTo>
                    <a:pt x="535550" y="298938"/>
                  </a:lnTo>
                  <a:lnTo>
                    <a:pt x="532790" y="302759"/>
                  </a:lnTo>
                  <a:lnTo>
                    <a:pt x="532514" y="303110"/>
                  </a:lnTo>
                  <a:lnTo>
                    <a:pt x="531763" y="304323"/>
                  </a:lnTo>
                  <a:lnTo>
                    <a:pt x="530801" y="305288"/>
                  </a:lnTo>
                  <a:lnTo>
                    <a:pt x="522750" y="315526"/>
                  </a:lnTo>
                  <a:cubicBezTo>
                    <a:pt x="519482" y="318061"/>
                    <a:pt x="517401" y="320656"/>
                    <a:pt x="515436" y="324332"/>
                  </a:cubicBezTo>
                  <a:cubicBezTo>
                    <a:pt x="513202" y="328512"/>
                    <a:pt x="508736" y="331573"/>
                    <a:pt x="504992" y="334836"/>
                  </a:cubicBezTo>
                  <a:lnTo>
                    <a:pt x="500004" y="337339"/>
                  </a:lnTo>
                  <a:lnTo>
                    <a:pt x="499368" y="337902"/>
                  </a:lnTo>
                  <a:lnTo>
                    <a:pt x="491273" y="346640"/>
                  </a:lnTo>
                  <a:cubicBezTo>
                    <a:pt x="487898" y="349027"/>
                    <a:pt x="484211" y="351034"/>
                    <a:pt x="480886" y="353547"/>
                  </a:cubicBezTo>
                  <a:lnTo>
                    <a:pt x="475764" y="356935"/>
                  </a:lnTo>
                  <a:lnTo>
                    <a:pt x="465575" y="363809"/>
                  </a:lnTo>
                  <a:lnTo>
                    <a:pt x="464236" y="364557"/>
                  </a:lnTo>
                  <a:lnTo>
                    <a:pt x="442350" y="379029"/>
                  </a:lnTo>
                  <a:lnTo>
                    <a:pt x="437834" y="381286"/>
                  </a:lnTo>
                  <a:lnTo>
                    <a:pt x="435812" y="382617"/>
                  </a:lnTo>
                  <a:lnTo>
                    <a:pt x="431850" y="384277"/>
                  </a:lnTo>
                  <a:lnTo>
                    <a:pt x="428208" y="386098"/>
                  </a:lnTo>
                  <a:lnTo>
                    <a:pt x="423160" y="388887"/>
                  </a:lnTo>
                  <a:lnTo>
                    <a:pt x="421130" y="389636"/>
                  </a:lnTo>
                  <a:lnTo>
                    <a:pt x="411355" y="394521"/>
                  </a:lnTo>
                  <a:cubicBezTo>
                    <a:pt x="403627" y="397889"/>
                    <a:pt x="395310" y="399906"/>
                    <a:pt x="387256" y="402525"/>
                  </a:cubicBezTo>
                  <a:lnTo>
                    <a:pt x="387145" y="402170"/>
                  </a:lnTo>
                  <a:lnTo>
                    <a:pt x="363997" y="410708"/>
                  </a:lnTo>
                  <a:cubicBezTo>
                    <a:pt x="352334" y="413825"/>
                    <a:pt x="340563" y="416120"/>
                    <a:pt x="328702" y="417699"/>
                  </a:cubicBezTo>
                  <a:lnTo>
                    <a:pt x="324089" y="418046"/>
                  </a:lnTo>
                  <a:lnTo>
                    <a:pt x="323442" y="418169"/>
                  </a:lnTo>
                  <a:lnTo>
                    <a:pt x="310727" y="419052"/>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62" name="Freeform: Shape 2961">
              <a:extLst>
                <a:ext uri="{FF2B5EF4-FFF2-40B4-BE49-F238E27FC236}">
                  <a16:creationId xmlns:a16="http://schemas.microsoft.com/office/drawing/2014/main" id="{9E6BF03E-BE59-DF47-C056-CBDD3B67912F}"/>
                </a:ext>
                <a:ext uri="{C183D7F6-B498-43B3-948B-1728B52AA6E4}">
                  <adec:decorative xmlns:adec="http://schemas.microsoft.com/office/drawing/2017/decorative" val="1"/>
                </a:ext>
              </a:extLst>
            </p:cNvPr>
            <p:cNvSpPr/>
            <p:nvPr/>
          </p:nvSpPr>
          <p:spPr>
            <a:xfrm>
              <a:off x="10486477" y="5893345"/>
              <a:ext cx="177336" cy="251261"/>
            </a:xfrm>
            <a:custGeom>
              <a:avLst/>
              <a:gdLst>
                <a:gd name="connsiteX0" fmla="*/ 88082 w 242636"/>
                <a:gd name="connsiteY0" fmla="*/ 277311 h 343782"/>
                <a:gd name="connsiteX1" fmla="*/ 154553 w 242636"/>
                <a:gd name="connsiteY1" fmla="*/ 277311 h 343782"/>
                <a:gd name="connsiteX2" fmla="*/ 154553 w 242636"/>
                <a:gd name="connsiteY2" fmla="*/ 343782 h 343782"/>
                <a:gd name="connsiteX3" fmla="*/ 88082 w 242636"/>
                <a:gd name="connsiteY3" fmla="*/ 343782 h 343782"/>
                <a:gd name="connsiteX4" fmla="*/ 119806 w 242636"/>
                <a:gd name="connsiteY4" fmla="*/ 41129 h 343782"/>
                <a:gd name="connsiteX5" fmla="*/ 55237 w 242636"/>
                <a:gd name="connsiteY5" fmla="*/ 76100 h 343782"/>
                <a:gd name="connsiteX6" fmla="*/ 40818 w 242636"/>
                <a:gd name="connsiteY6" fmla="*/ 119134 h 343782"/>
                <a:gd name="connsiteX7" fmla="*/ 42746 w 242636"/>
                <a:gd name="connsiteY7" fmla="*/ 133924 h 343782"/>
                <a:gd name="connsiteX8" fmla="*/ 62104 w 242636"/>
                <a:gd name="connsiteY8" fmla="*/ 173925 h 343782"/>
                <a:gd name="connsiteX9" fmla="*/ 180029 w 242636"/>
                <a:gd name="connsiteY9" fmla="*/ 174079 h 343782"/>
                <a:gd name="connsiteX10" fmla="*/ 194957 w 242636"/>
                <a:gd name="connsiteY10" fmla="*/ 90743 h 343782"/>
                <a:gd name="connsiteX11" fmla="*/ 119806 w 242636"/>
                <a:gd name="connsiteY11" fmla="*/ 41129 h 343782"/>
                <a:gd name="connsiteX12" fmla="*/ 111644 w 242636"/>
                <a:gd name="connsiteY12" fmla="*/ 41 h 343782"/>
                <a:gd name="connsiteX13" fmla="*/ 161959 w 242636"/>
                <a:gd name="connsiteY13" fmla="*/ 5982 h 343782"/>
                <a:gd name="connsiteX14" fmla="*/ 228368 w 242636"/>
                <a:gd name="connsiteY14" fmla="*/ 63613 h 343782"/>
                <a:gd name="connsiteX15" fmla="*/ 242598 w 242636"/>
                <a:gd name="connsiteY15" fmla="*/ 122734 h 343782"/>
                <a:gd name="connsiteX16" fmla="*/ 208120 w 242636"/>
                <a:gd name="connsiteY16" fmla="*/ 205040 h 343782"/>
                <a:gd name="connsiteX17" fmla="*/ 199896 w 242636"/>
                <a:gd name="connsiteY17" fmla="*/ 213246 h 343782"/>
                <a:gd name="connsiteX18" fmla="*/ 158440 w 242636"/>
                <a:gd name="connsiteY18" fmla="*/ 236059 h 343782"/>
                <a:gd name="connsiteX19" fmla="*/ 57366 w 242636"/>
                <a:gd name="connsiteY19" fmla="*/ 223716 h 343782"/>
                <a:gd name="connsiteX20" fmla="*/ 1208 w 242636"/>
                <a:gd name="connsiteY20" fmla="*/ 137324 h 343782"/>
                <a:gd name="connsiteX21" fmla="*/ 6769 w 242636"/>
                <a:gd name="connsiteY21" fmla="*/ 81408 h 343782"/>
                <a:gd name="connsiteX22" fmla="*/ 33625 w 242636"/>
                <a:gd name="connsiteY22" fmla="*/ 36853 h 343782"/>
                <a:gd name="connsiteX23" fmla="*/ 80895 w 242636"/>
                <a:gd name="connsiteY23" fmla="*/ 5859 h 343782"/>
                <a:gd name="connsiteX24" fmla="*/ 111644 w 242636"/>
                <a:gd name="connsiteY24" fmla="*/ 41 h 343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2636" h="343782">
                  <a:moveTo>
                    <a:pt x="88082" y="277311"/>
                  </a:moveTo>
                  <a:lnTo>
                    <a:pt x="154553" y="277311"/>
                  </a:lnTo>
                  <a:lnTo>
                    <a:pt x="154553" y="343782"/>
                  </a:lnTo>
                  <a:lnTo>
                    <a:pt x="88082" y="343782"/>
                  </a:lnTo>
                  <a:close/>
                  <a:moveTo>
                    <a:pt x="119806" y="41129"/>
                  </a:moveTo>
                  <a:cubicBezTo>
                    <a:pt x="91990" y="41330"/>
                    <a:pt x="71367" y="54526"/>
                    <a:pt x="55237" y="76100"/>
                  </a:cubicBezTo>
                  <a:cubicBezTo>
                    <a:pt x="46242" y="88131"/>
                    <a:pt x="42707" y="102039"/>
                    <a:pt x="40818" y="119134"/>
                  </a:cubicBezTo>
                  <a:cubicBezTo>
                    <a:pt x="41451" y="124066"/>
                    <a:pt x="41924" y="129024"/>
                    <a:pt x="42746" y="133924"/>
                  </a:cubicBezTo>
                  <a:cubicBezTo>
                    <a:pt x="45298" y="149127"/>
                    <a:pt x="51827" y="162824"/>
                    <a:pt x="62104" y="173925"/>
                  </a:cubicBezTo>
                  <a:cubicBezTo>
                    <a:pt x="97014" y="211634"/>
                    <a:pt x="149915" y="207852"/>
                    <a:pt x="180029" y="174079"/>
                  </a:cubicBezTo>
                  <a:cubicBezTo>
                    <a:pt x="201788" y="149677"/>
                    <a:pt x="208423" y="121102"/>
                    <a:pt x="194957" y="90743"/>
                  </a:cubicBezTo>
                  <a:cubicBezTo>
                    <a:pt x="180818" y="58870"/>
                    <a:pt x="156032" y="40866"/>
                    <a:pt x="119806" y="41129"/>
                  </a:cubicBezTo>
                  <a:close/>
                  <a:moveTo>
                    <a:pt x="111644" y="41"/>
                  </a:moveTo>
                  <a:cubicBezTo>
                    <a:pt x="128690" y="-89"/>
                    <a:pt x="145680" y="-285"/>
                    <a:pt x="161959" y="5982"/>
                  </a:cubicBezTo>
                  <a:cubicBezTo>
                    <a:pt x="191058" y="17182"/>
                    <a:pt x="213567" y="35779"/>
                    <a:pt x="228368" y="63613"/>
                  </a:cubicBezTo>
                  <a:cubicBezTo>
                    <a:pt x="238248" y="82198"/>
                    <a:pt x="243123" y="101944"/>
                    <a:pt x="242598" y="122734"/>
                  </a:cubicBezTo>
                  <a:cubicBezTo>
                    <a:pt x="241796" y="154462"/>
                    <a:pt x="230735" y="182265"/>
                    <a:pt x="208120" y="205040"/>
                  </a:cubicBezTo>
                  <a:cubicBezTo>
                    <a:pt x="205644" y="207533"/>
                    <a:pt x="203152" y="210012"/>
                    <a:pt x="199896" y="213246"/>
                  </a:cubicBezTo>
                  <a:cubicBezTo>
                    <a:pt x="186973" y="223951"/>
                    <a:pt x="173438" y="231630"/>
                    <a:pt x="158440" y="236059"/>
                  </a:cubicBezTo>
                  <a:cubicBezTo>
                    <a:pt x="123086" y="246500"/>
                    <a:pt x="89021" y="243559"/>
                    <a:pt x="57366" y="223716"/>
                  </a:cubicBezTo>
                  <a:cubicBezTo>
                    <a:pt x="25385" y="203668"/>
                    <a:pt x="7290" y="174917"/>
                    <a:pt x="1208" y="137324"/>
                  </a:cubicBezTo>
                  <a:cubicBezTo>
                    <a:pt x="-1977" y="117641"/>
                    <a:pt x="1574" y="99651"/>
                    <a:pt x="6769" y="81408"/>
                  </a:cubicBezTo>
                  <a:cubicBezTo>
                    <a:pt x="11669" y="64204"/>
                    <a:pt x="21206" y="49775"/>
                    <a:pt x="33625" y="36853"/>
                  </a:cubicBezTo>
                  <a:cubicBezTo>
                    <a:pt x="47109" y="22822"/>
                    <a:pt x="62611" y="12266"/>
                    <a:pt x="80895" y="5859"/>
                  </a:cubicBezTo>
                  <a:cubicBezTo>
                    <a:pt x="90809" y="2385"/>
                    <a:pt x="100988" y="122"/>
                    <a:pt x="111644" y="41"/>
                  </a:cubicBezTo>
                  <a:close/>
                </a:path>
              </a:pathLst>
            </a:custGeom>
            <a:solidFill>
              <a:schemeClr val="accent1"/>
            </a:solidFill>
            <a:ln w="1155" cap="flat">
              <a:noFill/>
              <a:prstDash val="solid"/>
              <a:miter/>
            </a:ln>
          </p:spPr>
          <p:txBody>
            <a:bodyPr wrap="square" rtlCol="0" anchor="ctr">
              <a:noAutofit/>
            </a:bodyPr>
            <a:lstStyle/>
            <a:p>
              <a:endParaRPr lang="en-US" dirty="0"/>
            </a:p>
          </p:txBody>
        </p:sp>
      </p:grpSp>
      <p:grpSp>
        <p:nvGrpSpPr>
          <p:cNvPr id="83" name="Group 82">
            <a:extLst>
              <a:ext uri="{FF2B5EF4-FFF2-40B4-BE49-F238E27FC236}">
                <a16:creationId xmlns:a16="http://schemas.microsoft.com/office/drawing/2014/main" id="{1823BA90-691B-B097-A960-BECAD189154D}"/>
              </a:ext>
              <a:ext uri="{C183D7F6-B498-43B3-948B-1728B52AA6E4}">
                <adec:decorative xmlns:adec="http://schemas.microsoft.com/office/drawing/2017/decorative" val="1"/>
              </a:ext>
            </a:extLst>
          </p:cNvPr>
          <p:cNvGrpSpPr>
            <a:grpSpLocks noChangeAspect="1"/>
          </p:cNvGrpSpPr>
          <p:nvPr/>
        </p:nvGrpSpPr>
        <p:grpSpPr>
          <a:xfrm>
            <a:off x="8847276" y="5824566"/>
            <a:ext cx="313348" cy="320040"/>
            <a:chOff x="9010068" y="5824566"/>
            <a:chExt cx="313348" cy="320040"/>
          </a:xfrm>
          <a:solidFill>
            <a:srgbClr val="FF0000"/>
          </a:solidFill>
        </p:grpSpPr>
        <p:sp>
          <p:nvSpPr>
            <p:cNvPr id="2931" name="Freeform: Shape 2930">
              <a:extLst>
                <a:ext uri="{FF2B5EF4-FFF2-40B4-BE49-F238E27FC236}">
                  <a16:creationId xmlns:a16="http://schemas.microsoft.com/office/drawing/2014/main" id="{CC7E6BC5-1742-6F8D-D6EE-B38C35B05D1D}"/>
                </a:ext>
                <a:ext uri="{C183D7F6-B498-43B3-948B-1728B52AA6E4}">
                  <adec:decorative xmlns:adec="http://schemas.microsoft.com/office/drawing/2017/decorative" val="1"/>
                </a:ext>
              </a:extLst>
            </p:cNvPr>
            <p:cNvSpPr/>
            <p:nvPr/>
          </p:nvSpPr>
          <p:spPr>
            <a:xfrm>
              <a:off x="9010068" y="5835105"/>
              <a:ext cx="313348" cy="309501"/>
            </a:xfrm>
            <a:custGeom>
              <a:avLst/>
              <a:gdLst>
                <a:gd name="connsiteX0" fmla="*/ 329156 w 529130"/>
                <a:gd name="connsiteY0" fmla="*/ 0 h 522633"/>
                <a:gd name="connsiteX1" fmla="*/ 367546 w 529130"/>
                <a:gd name="connsiteY1" fmla="*/ 11971 h 522633"/>
                <a:gd name="connsiteX2" fmla="*/ 529130 w 529130"/>
                <a:gd name="connsiteY2" fmla="*/ 256859 h 522633"/>
                <a:gd name="connsiteX3" fmla="*/ 264565 w 529130"/>
                <a:gd name="connsiteY3" fmla="*/ 522633 h 522633"/>
                <a:gd name="connsiteX4" fmla="*/ 0 w 529130"/>
                <a:gd name="connsiteY4" fmla="*/ 256859 h 522633"/>
                <a:gd name="connsiteX5" fmla="*/ 161585 w 529130"/>
                <a:gd name="connsiteY5" fmla="*/ 11971 h 522633"/>
                <a:gd name="connsiteX6" fmla="*/ 199972 w 529130"/>
                <a:gd name="connsiteY6" fmla="*/ 0 h 522633"/>
                <a:gd name="connsiteX7" fmla="*/ 199972 w 529130"/>
                <a:gd name="connsiteY7" fmla="*/ 47413 h 522633"/>
                <a:gd name="connsiteX8" fmla="*/ 179284 w 529130"/>
                <a:gd name="connsiteY8" fmla="*/ 53870 h 522633"/>
                <a:gd name="connsiteX9" fmla="*/ 45473 w 529130"/>
                <a:gd name="connsiteY9" fmla="*/ 256859 h 522633"/>
                <a:gd name="connsiteX10" fmla="*/ 264564 w 529130"/>
                <a:gd name="connsiteY10" fmla="*/ 477160 h 522633"/>
                <a:gd name="connsiteX11" fmla="*/ 483655 w 529130"/>
                <a:gd name="connsiteY11" fmla="*/ 256859 h 522633"/>
                <a:gd name="connsiteX12" fmla="*/ 349845 w 529130"/>
                <a:gd name="connsiteY12" fmla="*/ 53870 h 522633"/>
                <a:gd name="connsiteX13" fmla="*/ 329156 w 529130"/>
                <a:gd name="connsiteY13" fmla="*/ 47413 h 52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130" h="522633">
                  <a:moveTo>
                    <a:pt x="329156" y="0"/>
                  </a:moveTo>
                  <a:lnTo>
                    <a:pt x="367546" y="11971"/>
                  </a:lnTo>
                  <a:cubicBezTo>
                    <a:pt x="462502" y="52318"/>
                    <a:pt x="529130" y="146772"/>
                    <a:pt x="529130" y="256859"/>
                  </a:cubicBezTo>
                  <a:cubicBezTo>
                    <a:pt x="529130" y="403642"/>
                    <a:pt x="410680" y="522633"/>
                    <a:pt x="264565" y="522633"/>
                  </a:cubicBezTo>
                  <a:cubicBezTo>
                    <a:pt x="118450" y="522633"/>
                    <a:pt x="0" y="403642"/>
                    <a:pt x="0" y="256859"/>
                  </a:cubicBezTo>
                  <a:cubicBezTo>
                    <a:pt x="0" y="146772"/>
                    <a:pt x="66628" y="52318"/>
                    <a:pt x="161585" y="11971"/>
                  </a:cubicBezTo>
                  <a:lnTo>
                    <a:pt x="199972" y="0"/>
                  </a:lnTo>
                  <a:lnTo>
                    <a:pt x="199972" y="47413"/>
                  </a:lnTo>
                  <a:lnTo>
                    <a:pt x="179284" y="53870"/>
                  </a:lnTo>
                  <a:cubicBezTo>
                    <a:pt x="100649" y="87314"/>
                    <a:pt x="45473" y="165607"/>
                    <a:pt x="45473" y="256859"/>
                  </a:cubicBezTo>
                  <a:cubicBezTo>
                    <a:pt x="45473" y="378528"/>
                    <a:pt x="143563" y="477160"/>
                    <a:pt x="264564" y="477160"/>
                  </a:cubicBezTo>
                  <a:cubicBezTo>
                    <a:pt x="385565" y="477160"/>
                    <a:pt x="483655" y="378528"/>
                    <a:pt x="483655" y="256859"/>
                  </a:cubicBezTo>
                  <a:cubicBezTo>
                    <a:pt x="483655" y="165607"/>
                    <a:pt x="428480" y="87314"/>
                    <a:pt x="349845" y="53870"/>
                  </a:cubicBezTo>
                  <a:lnTo>
                    <a:pt x="329156" y="47413"/>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35" name="Freeform: Shape 134">
              <a:extLst>
                <a:ext uri="{FF2B5EF4-FFF2-40B4-BE49-F238E27FC236}">
                  <a16:creationId xmlns:a16="http://schemas.microsoft.com/office/drawing/2014/main" id="{E38C848B-007B-71EE-DFFD-E78485EF0C3A}"/>
                </a:ext>
                <a:ext uri="{C183D7F6-B498-43B3-948B-1728B52AA6E4}">
                  <adec:decorative xmlns:adec="http://schemas.microsoft.com/office/drawing/2017/decorative" val="1"/>
                </a:ext>
              </a:extLst>
            </p:cNvPr>
            <p:cNvSpPr/>
            <p:nvPr/>
          </p:nvSpPr>
          <p:spPr>
            <a:xfrm>
              <a:off x="9088094" y="5824566"/>
              <a:ext cx="157296" cy="262248"/>
            </a:xfrm>
            <a:custGeom>
              <a:avLst/>
              <a:gdLst>
                <a:gd name="connsiteX0" fmla="*/ 160598 w 265616"/>
                <a:gd name="connsiteY0" fmla="*/ 224359 h 442840"/>
                <a:gd name="connsiteX1" fmla="*/ 106115 w 265616"/>
                <a:gd name="connsiteY1" fmla="*/ 224433 h 442840"/>
                <a:gd name="connsiteX2" fmla="*/ 103989 w 265616"/>
                <a:gd name="connsiteY2" fmla="*/ 226208 h 442840"/>
                <a:gd name="connsiteX3" fmla="*/ 103439 w 265616"/>
                <a:gd name="connsiteY3" fmla="*/ 230061 h 442840"/>
                <a:gd name="connsiteX4" fmla="*/ 104076 w 265616"/>
                <a:gd name="connsiteY4" fmla="*/ 312168 h 442840"/>
                <a:gd name="connsiteX5" fmla="*/ 118874 w 265616"/>
                <a:gd name="connsiteY5" fmla="*/ 321181 h 442840"/>
                <a:gd name="connsiteX6" fmla="*/ 147260 w 265616"/>
                <a:gd name="connsiteY6" fmla="*/ 321010 h 442840"/>
                <a:gd name="connsiteX7" fmla="*/ 162163 w 265616"/>
                <a:gd name="connsiteY7" fmla="*/ 306496 h 442840"/>
                <a:gd name="connsiteX8" fmla="*/ 162109 w 265616"/>
                <a:gd name="connsiteY8" fmla="*/ 230776 h 442840"/>
                <a:gd name="connsiteX9" fmla="*/ 160598 w 265616"/>
                <a:gd name="connsiteY9" fmla="*/ 224359 h 442840"/>
                <a:gd name="connsiteX10" fmla="*/ 114033 w 265616"/>
                <a:gd name="connsiteY10" fmla="*/ 191263 h 442840"/>
                <a:gd name="connsiteX11" fmla="*/ 261774 w 265616"/>
                <a:gd name="connsiteY11" fmla="*/ 191639 h 442840"/>
                <a:gd name="connsiteX12" fmla="*/ 265115 w 265616"/>
                <a:gd name="connsiteY12" fmla="*/ 193322 h 442840"/>
                <a:gd name="connsiteX13" fmla="*/ 265189 w 265616"/>
                <a:gd name="connsiteY13" fmla="*/ 222780 h 442840"/>
                <a:gd name="connsiteX14" fmla="*/ 256895 w 265616"/>
                <a:gd name="connsiteY14" fmla="*/ 223773 h 442840"/>
                <a:gd name="connsiteX15" fmla="*/ 206735 w 265616"/>
                <a:gd name="connsiteY15" fmla="*/ 223851 h 442840"/>
                <a:gd name="connsiteX16" fmla="*/ 195346 w 265616"/>
                <a:gd name="connsiteY16" fmla="*/ 224460 h 442840"/>
                <a:gd name="connsiteX17" fmla="*/ 194753 w 265616"/>
                <a:gd name="connsiteY17" fmla="*/ 261374 h 442840"/>
                <a:gd name="connsiteX18" fmla="*/ 194722 w 265616"/>
                <a:gd name="connsiteY18" fmla="*/ 296621 h 442840"/>
                <a:gd name="connsiteX19" fmla="*/ 194722 w 265616"/>
                <a:gd name="connsiteY19" fmla="*/ 333225 h 442840"/>
                <a:gd name="connsiteX20" fmla="*/ 194722 w 265616"/>
                <a:gd name="connsiteY20" fmla="*/ 369828 h 442840"/>
                <a:gd name="connsiteX21" fmla="*/ 194692 w 265616"/>
                <a:gd name="connsiteY21" fmla="*/ 405075 h 442840"/>
                <a:gd name="connsiteX22" fmla="*/ 194106 w 265616"/>
                <a:gd name="connsiteY22" fmla="*/ 442182 h 442840"/>
                <a:gd name="connsiteX23" fmla="*/ 163261 w 265616"/>
                <a:gd name="connsiteY23" fmla="*/ 442420 h 442840"/>
                <a:gd name="connsiteX24" fmla="*/ 162265 w 265616"/>
                <a:gd name="connsiteY24" fmla="*/ 432671 h 442840"/>
                <a:gd name="connsiteX25" fmla="*/ 162196 w 265616"/>
                <a:gd name="connsiteY25" fmla="*/ 367599 h 442840"/>
                <a:gd name="connsiteX26" fmla="*/ 161690 w 265616"/>
                <a:gd name="connsiteY26" fmla="*/ 353996 h 442840"/>
                <a:gd name="connsiteX27" fmla="*/ 104507 w 265616"/>
                <a:gd name="connsiteY27" fmla="*/ 353996 h 442840"/>
                <a:gd name="connsiteX28" fmla="*/ 103403 w 265616"/>
                <a:gd name="connsiteY28" fmla="*/ 362672 h 442840"/>
                <a:gd name="connsiteX29" fmla="*/ 103326 w 265616"/>
                <a:gd name="connsiteY29" fmla="*/ 427744 h 442840"/>
                <a:gd name="connsiteX30" fmla="*/ 102937 w 265616"/>
                <a:gd name="connsiteY30" fmla="*/ 440838 h 442840"/>
                <a:gd name="connsiteX31" fmla="*/ 73810 w 265616"/>
                <a:gd name="connsiteY31" fmla="*/ 441213 h 442840"/>
                <a:gd name="connsiteX32" fmla="*/ 73109 w 265616"/>
                <a:gd name="connsiteY32" fmla="*/ 398411 h 442840"/>
                <a:gd name="connsiteX33" fmla="*/ 73063 w 265616"/>
                <a:gd name="connsiteY33" fmla="*/ 355030 h 442840"/>
                <a:gd name="connsiteX34" fmla="*/ 73063 w 265616"/>
                <a:gd name="connsiteY34" fmla="*/ 313005 h 442840"/>
                <a:gd name="connsiteX35" fmla="*/ 73063 w 265616"/>
                <a:gd name="connsiteY35" fmla="*/ 269623 h 442840"/>
                <a:gd name="connsiteX36" fmla="*/ 73063 w 265616"/>
                <a:gd name="connsiteY36" fmla="*/ 225437 h 442840"/>
                <a:gd name="connsiteX37" fmla="*/ 63777 w 265616"/>
                <a:gd name="connsiteY37" fmla="*/ 223902 h 442840"/>
                <a:gd name="connsiteX38" fmla="*/ 13618 w 265616"/>
                <a:gd name="connsiteY38" fmla="*/ 223798 h 442840"/>
                <a:gd name="connsiteX39" fmla="*/ 1344 w 265616"/>
                <a:gd name="connsiteY39" fmla="*/ 223262 h 442840"/>
                <a:gd name="connsiteX40" fmla="*/ 106 w 265616"/>
                <a:gd name="connsiteY40" fmla="*/ 208197 h 442840"/>
                <a:gd name="connsiteX41" fmla="*/ 65 w 265616"/>
                <a:gd name="connsiteY41" fmla="*/ 194169 h 442840"/>
                <a:gd name="connsiteX42" fmla="*/ 11001 w 265616"/>
                <a:gd name="connsiteY42" fmla="*/ 191310 h 442840"/>
                <a:gd name="connsiteX43" fmla="*/ 114033 w 265616"/>
                <a:gd name="connsiteY43" fmla="*/ 191263 h 442840"/>
                <a:gd name="connsiteX44" fmla="*/ 132808 w 265616"/>
                <a:gd name="connsiteY44" fmla="*/ 99889 h 442840"/>
                <a:gd name="connsiteX45" fmla="*/ 172354 w 265616"/>
                <a:gd name="connsiteY45" fmla="*/ 138736 h 442840"/>
                <a:gd name="connsiteX46" fmla="*/ 132808 w 265616"/>
                <a:gd name="connsiteY46" fmla="*/ 177583 h 442840"/>
                <a:gd name="connsiteX47" fmla="*/ 93262 w 265616"/>
                <a:gd name="connsiteY47" fmla="*/ 138736 h 442840"/>
                <a:gd name="connsiteX48" fmla="*/ 132808 w 265616"/>
                <a:gd name="connsiteY48" fmla="*/ 99889 h 442840"/>
                <a:gd name="connsiteX49" fmla="*/ 99574 w 265616"/>
                <a:gd name="connsiteY49" fmla="*/ 0 h 442840"/>
                <a:gd name="connsiteX50" fmla="*/ 166040 w 265616"/>
                <a:gd name="connsiteY50" fmla="*/ 0 h 442840"/>
                <a:gd name="connsiteX51" fmla="*/ 166040 w 265616"/>
                <a:gd name="connsiteY51" fmla="*/ 66466 h 442840"/>
                <a:gd name="connsiteX52" fmla="*/ 99574 w 265616"/>
                <a:gd name="connsiteY52" fmla="*/ 66466 h 44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5616" h="442840">
                  <a:moveTo>
                    <a:pt x="160598" y="224359"/>
                  </a:moveTo>
                  <a:cubicBezTo>
                    <a:pt x="142063" y="224359"/>
                    <a:pt x="124089" y="224340"/>
                    <a:pt x="106115" y="224433"/>
                  </a:cubicBezTo>
                  <a:cubicBezTo>
                    <a:pt x="105443" y="224437"/>
                    <a:pt x="104776" y="225524"/>
                    <a:pt x="103989" y="226208"/>
                  </a:cubicBezTo>
                  <a:cubicBezTo>
                    <a:pt x="103808" y="227418"/>
                    <a:pt x="103439" y="228740"/>
                    <a:pt x="103439" y="230061"/>
                  </a:cubicBezTo>
                  <a:cubicBezTo>
                    <a:pt x="103440" y="256652"/>
                    <a:pt x="103483" y="283242"/>
                    <a:pt x="104076" y="312168"/>
                  </a:cubicBezTo>
                  <a:cubicBezTo>
                    <a:pt x="106824" y="318763"/>
                    <a:pt x="111434" y="321639"/>
                    <a:pt x="118874" y="321181"/>
                  </a:cubicBezTo>
                  <a:cubicBezTo>
                    <a:pt x="128303" y="320602"/>
                    <a:pt x="137797" y="321147"/>
                    <a:pt x="147260" y="321010"/>
                  </a:cubicBezTo>
                  <a:cubicBezTo>
                    <a:pt x="157954" y="320855"/>
                    <a:pt x="162104" y="316968"/>
                    <a:pt x="162163" y="306496"/>
                  </a:cubicBezTo>
                  <a:cubicBezTo>
                    <a:pt x="162305" y="281257"/>
                    <a:pt x="162224" y="256016"/>
                    <a:pt x="162109" y="230776"/>
                  </a:cubicBezTo>
                  <a:cubicBezTo>
                    <a:pt x="162099" y="228687"/>
                    <a:pt x="161149" y="226602"/>
                    <a:pt x="160598" y="224359"/>
                  </a:cubicBezTo>
                  <a:close/>
                  <a:moveTo>
                    <a:pt x="114033" y="191263"/>
                  </a:moveTo>
                  <a:cubicBezTo>
                    <a:pt x="164184" y="191371"/>
                    <a:pt x="212979" y="191475"/>
                    <a:pt x="261774" y="191639"/>
                  </a:cubicBezTo>
                  <a:cubicBezTo>
                    <a:pt x="262546" y="191642"/>
                    <a:pt x="263314" y="192388"/>
                    <a:pt x="265115" y="193322"/>
                  </a:cubicBezTo>
                  <a:cubicBezTo>
                    <a:pt x="265867" y="202487"/>
                    <a:pt x="265672" y="212207"/>
                    <a:pt x="265189" y="222780"/>
                  </a:cubicBezTo>
                  <a:cubicBezTo>
                    <a:pt x="261998" y="223178"/>
                    <a:pt x="259448" y="223760"/>
                    <a:pt x="256895" y="223773"/>
                  </a:cubicBezTo>
                  <a:cubicBezTo>
                    <a:pt x="240176" y="223859"/>
                    <a:pt x="223455" y="223789"/>
                    <a:pt x="206735" y="223851"/>
                  </a:cubicBezTo>
                  <a:cubicBezTo>
                    <a:pt x="203217" y="223865"/>
                    <a:pt x="199700" y="224217"/>
                    <a:pt x="195346" y="224460"/>
                  </a:cubicBezTo>
                  <a:cubicBezTo>
                    <a:pt x="194086" y="237194"/>
                    <a:pt x="194900" y="249308"/>
                    <a:pt x="194753" y="261374"/>
                  </a:cubicBezTo>
                  <a:cubicBezTo>
                    <a:pt x="194611" y="273122"/>
                    <a:pt x="194722" y="284872"/>
                    <a:pt x="194722" y="296621"/>
                  </a:cubicBezTo>
                  <a:cubicBezTo>
                    <a:pt x="194722" y="308822"/>
                    <a:pt x="194722" y="321023"/>
                    <a:pt x="194722" y="333225"/>
                  </a:cubicBezTo>
                  <a:cubicBezTo>
                    <a:pt x="194722" y="345426"/>
                    <a:pt x="194722" y="357627"/>
                    <a:pt x="194722" y="369828"/>
                  </a:cubicBezTo>
                  <a:cubicBezTo>
                    <a:pt x="194722" y="381577"/>
                    <a:pt x="194833" y="393327"/>
                    <a:pt x="194692" y="405075"/>
                  </a:cubicBezTo>
                  <a:cubicBezTo>
                    <a:pt x="194546" y="417151"/>
                    <a:pt x="195336" y="429274"/>
                    <a:pt x="194106" y="442182"/>
                  </a:cubicBezTo>
                  <a:cubicBezTo>
                    <a:pt x="183505" y="443140"/>
                    <a:pt x="173802" y="442900"/>
                    <a:pt x="163261" y="442420"/>
                  </a:cubicBezTo>
                  <a:cubicBezTo>
                    <a:pt x="162862" y="438674"/>
                    <a:pt x="162276" y="435674"/>
                    <a:pt x="162265" y="432671"/>
                  </a:cubicBezTo>
                  <a:cubicBezTo>
                    <a:pt x="162184" y="410981"/>
                    <a:pt x="162248" y="389290"/>
                    <a:pt x="162196" y="367599"/>
                  </a:cubicBezTo>
                  <a:cubicBezTo>
                    <a:pt x="162186" y="363191"/>
                    <a:pt x="161876" y="358784"/>
                    <a:pt x="161690" y="353996"/>
                  </a:cubicBezTo>
                  <a:cubicBezTo>
                    <a:pt x="142268" y="353996"/>
                    <a:pt x="123823" y="353996"/>
                    <a:pt x="104507" y="353996"/>
                  </a:cubicBezTo>
                  <a:cubicBezTo>
                    <a:pt x="104146" y="356699"/>
                    <a:pt x="103416" y="359684"/>
                    <a:pt x="103403" y="362672"/>
                  </a:cubicBezTo>
                  <a:cubicBezTo>
                    <a:pt x="103303" y="384363"/>
                    <a:pt x="103369" y="406054"/>
                    <a:pt x="103326" y="427744"/>
                  </a:cubicBezTo>
                  <a:cubicBezTo>
                    <a:pt x="103317" y="432180"/>
                    <a:pt x="103069" y="436616"/>
                    <a:pt x="102937" y="440838"/>
                  </a:cubicBezTo>
                  <a:cubicBezTo>
                    <a:pt x="92618" y="443336"/>
                    <a:pt x="86182" y="443414"/>
                    <a:pt x="73810" y="441213"/>
                  </a:cubicBezTo>
                  <a:cubicBezTo>
                    <a:pt x="72147" y="427109"/>
                    <a:pt x="73317" y="412731"/>
                    <a:pt x="73109" y="398411"/>
                  </a:cubicBezTo>
                  <a:cubicBezTo>
                    <a:pt x="72899" y="383954"/>
                    <a:pt x="73063" y="369491"/>
                    <a:pt x="73063" y="355030"/>
                  </a:cubicBezTo>
                  <a:cubicBezTo>
                    <a:pt x="73063" y="341022"/>
                    <a:pt x="73063" y="327013"/>
                    <a:pt x="73063" y="313005"/>
                  </a:cubicBezTo>
                  <a:cubicBezTo>
                    <a:pt x="73063" y="298544"/>
                    <a:pt x="73063" y="284083"/>
                    <a:pt x="73063" y="269623"/>
                  </a:cubicBezTo>
                  <a:cubicBezTo>
                    <a:pt x="73063" y="255179"/>
                    <a:pt x="73063" y="240734"/>
                    <a:pt x="73063" y="225437"/>
                  </a:cubicBezTo>
                  <a:cubicBezTo>
                    <a:pt x="69666" y="224850"/>
                    <a:pt x="66726" y="223927"/>
                    <a:pt x="63777" y="223902"/>
                  </a:cubicBezTo>
                  <a:cubicBezTo>
                    <a:pt x="47059" y="223757"/>
                    <a:pt x="30338" y="223861"/>
                    <a:pt x="13618" y="223798"/>
                  </a:cubicBezTo>
                  <a:cubicBezTo>
                    <a:pt x="9642" y="223784"/>
                    <a:pt x="5667" y="223460"/>
                    <a:pt x="1344" y="223262"/>
                  </a:cubicBezTo>
                  <a:cubicBezTo>
                    <a:pt x="-767" y="218026"/>
                    <a:pt x="288" y="213027"/>
                    <a:pt x="106" y="208197"/>
                  </a:cubicBezTo>
                  <a:cubicBezTo>
                    <a:pt x="-79" y="203261"/>
                    <a:pt x="65" y="198312"/>
                    <a:pt x="65" y="194169"/>
                  </a:cubicBezTo>
                  <a:cubicBezTo>
                    <a:pt x="3704" y="190254"/>
                    <a:pt x="7531" y="191319"/>
                    <a:pt x="11001" y="191310"/>
                  </a:cubicBezTo>
                  <a:cubicBezTo>
                    <a:pt x="44893" y="191232"/>
                    <a:pt x="78785" y="191263"/>
                    <a:pt x="114033" y="191263"/>
                  </a:cubicBezTo>
                  <a:close/>
                  <a:moveTo>
                    <a:pt x="132808" y="99889"/>
                  </a:moveTo>
                  <a:cubicBezTo>
                    <a:pt x="154649" y="99889"/>
                    <a:pt x="172354" y="117281"/>
                    <a:pt x="172354" y="138736"/>
                  </a:cubicBezTo>
                  <a:cubicBezTo>
                    <a:pt x="172354" y="160191"/>
                    <a:pt x="154649" y="177583"/>
                    <a:pt x="132808" y="177583"/>
                  </a:cubicBezTo>
                  <a:cubicBezTo>
                    <a:pt x="110967" y="177583"/>
                    <a:pt x="93262" y="160191"/>
                    <a:pt x="93262" y="138736"/>
                  </a:cubicBezTo>
                  <a:cubicBezTo>
                    <a:pt x="93262" y="117281"/>
                    <a:pt x="110967" y="99889"/>
                    <a:pt x="132808" y="99889"/>
                  </a:cubicBezTo>
                  <a:close/>
                  <a:moveTo>
                    <a:pt x="99574" y="0"/>
                  </a:moveTo>
                  <a:lnTo>
                    <a:pt x="166040" y="0"/>
                  </a:lnTo>
                  <a:lnTo>
                    <a:pt x="166040" y="66466"/>
                  </a:lnTo>
                  <a:lnTo>
                    <a:pt x="99574" y="66466"/>
                  </a:lnTo>
                  <a:close/>
                </a:path>
              </a:pathLst>
            </a:custGeom>
            <a:solidFill>
              <a:schemeClr val="accent1"/>
            </a:solidFill>
            <a:ln w="1155" cap="flat">
              <a:noFill/>
              <a:prstDash val="solid"/>
              <a:miter/>
            </a:ln>
          </p:spPr>
          <p:txBody>
            <a:bodyPr wrap="square" rtlCol="0" anchor="ctr">
              <a:noAutofit/>
            </a:bodyPr>
            <a:lstStyle/>
            <a:p>
              <a:endParaRPr lang="en-US" dirty="0"/>
            </a:p>
          </p:txBody>
        </p:sp>
      </p:grpSp>
      <p:grpSp>
        <p:nvGrpSpPr>
          <p:cNvPr id="78" name="Group 77">
            <a:extLst>
              <a:ext uri="{FF2B5EF4-FFF2-40B4-BE49-F238E27FC236}">
                <a16:creationId xmlns:a16="http://schemas.microsoft.com/office/drawing/2014/main" id="{0D47F030-49D1-0E0B-9140-8D6797003C42}"/>
              </a:ext>
              <a:ext uri="{C183D7F6-B498-43B3-948B-1728B52AA6E4}">
                <adec:decorative xmlns:adec="http://schemas.microsoft.com/office/drawing/2017/decorative" val="1"/>
              </a:ext>
            </a:extLst>
          </p:cNvPr>
          <p:cNvGrpSpPr>
            <a:grpSpLocks noChangeAspect="1"/>
          </p:cNvGrpSpPr>
          <p:nvPr/>
        </p:nvGrpSpPr>
        <p:grpSpPr>
          <a:xfrm>
            <a:off x="11282677" y="5824566"/>
            <a:ext cx="269561" cy="320040"/>
            <a:chOff x="11282677" y="5824566"/>
            <a:chExt cx="269561" cy="320040"/>
          </a:xfrm>
          <a:solidFill>
            <a:srgbClr val="FF0000"/>
          </a:solidFill>
        </p:grpSpPr>
        <p:sp>
          <p:nvSpPr>
            <p:cNvPr id="2937" name="Freeform: Shape 2936">
              <a:extLst>
                <a:ext uri="{FF2B5EF4-FFF2-40B4-BE49-F238E27FC236}">
                  <a16:creationId xmlns:a16="http://schemas.microsoft.com/office/drawing/2014/main" id="{C3FE5C01-1D8E-4CA4-A188-7F56A0044934}"/>
                </a:ext>
                <a:ext uri="{C183D7F6-B498-43B3-948B-1728B52AA6E4}">
                  <adec:decorative xmlns:adec="http://schemas.microsoft.com/office/drawing/2017/decorative" val="1"/>
                </a:ext>
              </a:extLst>
            </p:cNvPr>
            <p:cNvSpPr/>
            <p:nvPr/>
          </p:nvSpPr>
          <p:spPr>
            <a:xfrm>
              <a:off x="11282677" y="5824566"/>
              <a:ext cx="269561" cy="313880"/>
            </a:xfrm>
            <a:custGeom>
              <a:avLst/>
              <a:gdLst>
                <a:gd name="connsiteX0" fmla="*/ 338475 w 483875"/>
                <a:gd name="connsiteY0" fmla="*/ 721 h 563429"/>
                <a:gd name="connsiteX1" fmla="*/ 363680 w 483875"/>
                <a:gd name="connsiteY1" fmla="*/ 1018 h 563429"/>
                <a:gd name="connsiteX2" fmla="*/ 412755 w 483875"/>
                <a:gd name="connsiteY2" fmla="*/ 43867 h 563429"/>
                <a:gd name="connsiteX3" fmla="*/ 416220 w 483875"/>
                <a:gd name="connsiteY3" fmla="*/ 58229 h 563429"/>
                <a:gd name="connsiteX4" fmla="*/ 426263 w 483875"/>
                <a:gd name="connsiteY4" fmla="*/ 58991 h 563429"/>
                <a:gd name="connsiteX5" fmla="*/ 475843 w 483875"/>
                <a:gd name="connsiteY5" fmla="*/ 89197 h 563429"/>
                <a:gd name="connsiteX6" fmla="*/ 483772 w 483875"/>
                <a:gd name="connsiteY6" fmla="*/ 116512 h 563429"/>
                <a:gd name="connsiteX7" fmla="*/ 483812 w 483875"/>
                <a:gd name="connsiteY7" fmla="*/ 125174 h 563429"/>
                <a:gd name="connsiteX8" fmla="*/ 483827 w 483875"/>
                <a:gd name="connsiteY8" fmla="*/ 434194 h 563429"/>
                <a:gd name="connsiteX9" fmla="*/ 441355 w 483875"/>
                <a:gd name="connsiteY9" fmla="*/ 531371 h 563429"/>
                <a:gd name="connsiteX10" fmla="*/ 424801 w 483875"/>
                <a:gd name="connsiteY10" fmla="*/ 541211 h 563429"/>
                <a:gd name="connsiteX11" fmla="*/ 424801 w 483875"/>
                <a:gd name="connsiteY11" fmla="*/ 542101 h 563429"/>
                <a:gd name="connsiteX12" fmla="*/ 410121 w 483875"/>
                <a:gd name="connsiteY12" fmla="*/ 551615 h 563429"/>
                <a:gd name="connsiteX13" fmla="*/ 389541 w 483875"/>
                <a:gd name="connsiteY13" fmla="*/ 558639 h 563429"/>
                <a:gd name="connsiteX14" fmla="*/ 375034 w 483875"/>
                <a:gd name="connsiteY14" fmla="*/ 561668 h 563429"/>
                <a:gd name="connsiteX15" fmla="*/ 368851 w 483875"/>
                <a:gd name="connsiteY15" fmla="*/ 563429 h 563429"/>
                <a:gd name="connsiteX16" fmla="*/ 368851 w 483875"/>
                <a:gd name="connsiteY16" fmla="*/ 518825 h 563429"/>
                <a:gd name="connsiteX17" fmla="*/ 382253 w 483875"/>
                <a:gd name="connsiteY17" fmla="*/ 515172 h 563429"/>
                <a:gd name="connsiteX18" fmla="*/ 396404 w 483875"/>
                <a:gd name="connsiteY18" fmla="*/ 508907 h 563429"/>
                <a:gd name="connsiteX19" fmla="*/ 396404 w 483875"/>
                <a:gd name="connsiteY19" fmla="*/ 508906 h 563429"/>
                <a:gd name="connsiteX20" fmla="*/ 417708 w 483875"/>
                <a:gd name="connsiteY20" fmla="*/ 490399 h 563429"/>
                <a:gd name="connsiteX21" fmla="*/ 438574 w 483875"/>
                <a:gd name="connsiteY21" fmla="*/ 438199 h 563429"/>
                <a:gd name="connsiteX22" fmla="*/ 438597 w 483875"/>
                <a:gd name="connsiteY22" fmla="*/ 126313 h 563429"/>
                <a:gd name="connsiteX23" fmla="*/ 438465 w 483875"/>
                <a:gd name="connsiteY23" fmla="*/ 117656 h 563429"/>
                <a:gd name="connsiteX24" fmla="*/ 423523 w 483875"/>
                <a:gd name="connsiteY24" fmla="*/ 104497 h 563429"/>
                <a:gd name="connsiteX25" fmla="*/ 412782 w 483875"/>
                <a:gd name="connsiteY25" fmla="*/ 114471 h 563429"/>
                <a:gd name="connsiteX26" fmla="*/ 412789 w 483875"/>
                <a:gd name="connsiteY26" fmla="*/ 124577 h 563429"/>
                <a:gd name="connsiteX27" fmla="*/ 412732 w 483875"/>
                <a:gd name="connsiteY27" fmla="*/ 266081 h 563429"/>
                <a:gd name="connsiteX28" fmla="*/ 411329 w 483875"/>
                <a:gd name="connsiteY28" fmla="*/ 279906 h 563429"/>
                <a:gd name="connsiteX29" fmla="*/ 371931 w 483875"/>
                <a:gd name="connsiteY29" fmla="*/ 279281 h 563429"/>
                <a:gd name="connsiteX30" fmla="*/ 371493 w 483875"/>
                <a:gd name="connsiteY30" fmla="*/ 263901 h 563429"/>
                <a:gd name="connsiteX31" fmla="*/ 371380 w 483875"/>
                <a:gd name="connsiteY31" fmla="*/ 76192 h 563429"/>
                <a:gd name="connsiteX32" fmla="*/ 369313 w 483875"/>
                <a:gd name="connsiteY32" fmla="*/ 56224 h 563429"/>
                <a:gd name="connsiteX33" fmla="*/ 362081 w 483875"/>
                <a:gd name="connsiteY33" fmla="*/ 47929 h 563429"/>
                <a:gd name="connsiteX34" fmla="*/ 338196 w 483875"/>
                <a:gd name="connsiteY34" fmla="*/ 47949 h 563429"/>
                <a:gd name="connsiteX35" fmla="*/ 331896 w 483875"/>
                <a:gd name="connsiteY35" fmla="*/ 55147 h 563429"/>
                <a:gd name="connsiteX36" fmla="*/ 328796 w 483875"/>
                <a:gd name="connsiteY36" fmla="*/ 74925 h 563429"/>
                <a:gd name="connsiteX37" fmla="*/ 328667 w 483875"/>
                <a:gd name="connsiteY37" fmla="*/ 222204 h 563429"/>
                <a:gd name="connsiteX38" fmla="*/ 328761 w 483875"/>
                <a:gd name="connsiteY38" fmla="*/ 227969 h 563429"/>
                <a:gd name="connsiteX39" fmla="*/ 330563 w 483875"/>
                <a:gd name="connsiteY39" fmla="*/ 273991 h 563429"/>
                <a:gd name="connsiteX40" fmla="*/ 329595 w 483875"/>
                <a:gd name="connsiteY40" fmla="*/ 282373 h 563429"/>
                <a:gd name="connsiteX41" fmla="*/ 308936 w 483875"/>
                <a:gd name="connsiteY41" fmla="*/ 283352 h 563429"/>
                <a:gd name="connsiteX42" fmla="*/ 287221 w 483875"/>
                <a:gd name="connsiteY42" fmla="*/ 280894 h 563429"/>
                <a:gd name="connsiteX43" fmla="*/ 287221 w 483875"/>
                <a:gd name="connsiteY43" fmla="*/ 265156 h 563429"/>
                <a:gd name="connsiteX44" fmla="*/ 287221 w 483875"/>
                <a:gd name="connsiteY44" fmla="*/ 74559 h 563429"/>
                <a:gd name="connsiteX45" fmla="*/ 287191 w 483875"/>
                <a:gd name="connsiteY45" fmla="*/ 64452 h 563429"/>
                <a:gd name="connsiteX46" fmla="*/ 273199 w 483875"/>
                <a:gd name="connsiteY46" fmla="*/ 47483 h 563429"/>
                <a:gd name="connsiteX47" fmla="*/ 253136 w 483875"/>
                <a:gd name="connsiteY47" fmla="*/ 61720 h 563429"/>
                <a:gd name="connsiteX48" fmla="*/ 253091 w 483875"/>
                <a:gd name="connsiteY48" fmla="*/ 71826 h 563429"/>
                <a:gd name="connsiteX49" fmla="*/ 253164 w 483875"/>
                <a:gd name="connsiteY49" fmla="*/ 250871 h 563429"/>
                <a:gd name="connsiteX50" fmla="*/ 254688 w 483875"/>
                <a:gd name="connsiteY50" fmla="*/ 273792 h 563429"/>
                <a:gd name="connsiteX51" fmla="*/ 253640 w 483875"/>
                <a:gd name="connsiteY51" fmla="*/ 280206 h 563429"/>
                <a:gd name="connsiteX52" fmla="*/ 212559 w 483875"/>
                <a:gd name="connsiteY52" fmla="*/ 282776 h 563429"/>
                <a:gd name="connsiteX53" fmla="*/ 209791 w 483875"/>
                <a:gd name="connsiteY53" fmla="*/ 247887 h 563429"/>
                <a:gd name="connsiteX54" fmla="*/ 209674 w 483875"/>
                <a:gd name="connsiteY54" fmla="*/ 201684 h 563429"/>
                <a:gd name="connsiteX55" fmla="*/ 209603 w 483875"/>
                <a:gd name="connsiteY55" fmla="*/ 159813 h 563429"/>
                <a:gd name="connsiteX56" fmla="*/ 207721 w 483875"/>
                <a:gd name="connsiteY56" fmla="*/ 118164 h 563429"/>
                <a:gd name="connsiteX57" fmla="*/ 207624 w 483875"/>
                <a:gd name="connsiteY57" fmla="*/ 115278 h 563429"/>
                <a:gd name="connsiteX58" fmla="*/ 202206 w 483875"/>
                <a:gd name="connsiteY58" fmla="*/ 107325 h 563429"/>
                <a:gd name="connsiteX59" fmla="*/ 179789 w 483875"/>
                <a:gd name="connsiteY59" fmla="*/ 118876 h 563429"/>
                <a:gd name="connsiteX60" fmla="*/ 179521 w 483875"/>
                <a:gd name="connsiteY60" fmla="*/ 131852 h 563429"/>
                <a:gd name="connsiteX61" fmla="*/ 179511 w 483875"/>
                <a:gd name="connsiteY61" fmla="*/ 384537 h 563429"/>
                <a:gd name="connsiteX62" fmla="*/ 179424 w 483875"/>
                <a:gd name="connsiteY62" fmla="*/ 406194 h 563429"/>
                <a:gd name="connsiteX63" fmla="*/ 176439 w 483875"/>
                <a:gd name="connsiteY63" fmla="*/ 411452 h 563429"/>
                <a:gd name="connsiteX64" fmla="*/ 171568 w 483875"/>
                <a:gd name="connsiteY64" fmla="*/ 407977 h 563429"/>
                <a:gd name="connsiteX65" fmla="*/ 112470 w 483875"/>
                <a:gd name="connsiteY65" fmla="*/ 350933 h 563429"/>
                <a:gd name="connsiteX66" fmla="*/ 71754 w 483875"/>
                <a:gd name="connsiteY66" fmla="*/ 337479 h 563429"/>
                <a:gd name="connsiteX67" fmla="*/ 50548 w 483875"/>
                <a:gd name="connsiteY67" fmla="*/ 348695 h 563429"/>
                <a:gd name="connsiteX68" fmla="*/ 60622 w 483875"/>
                <a:gd name="connsiteY68" fmla="*/ 359342 h 563429"/>
                <a:gd name="connsiteX69" fmla="*/ 140233 w 483875"/>
                <a:gd name="connsiteY69" fmla="*/ 436752 h 563429"/>
                <a:gd name="connsiteX70" fmla="*/ 169873 w 483875"/>
                <a:gd name="connsiteY70" fmla="*/ 464045 h 563429"/>
                <a:gd name="connsiteX71" fmla="*/ 173915 w 483875"/>
                <a:gd name="connsiteY71" fmla="*/ 467960 h 563429"/>
                <a:gd name="connsiteX72" fmla="*/ 173915 w 483875"/>
                <a:gd name="connsiteY72" fmla="*/ 467759 h 563429"/>
                <a:gd name="connsiteX73" fmla="*/ 212589 w 483875"/>
                <a:gd name="connsiteY73" fmla="*/ 503296 h 563429"/>
                <a:gd name="connsiteX74" fmla="*/ 226679 w 483875"/>
                <a:gd name="connsiteY74" fmla="*/ 512376 h 563429"/>
                <a:gd name="connsiteX75" fmla="*/ 235512 w 483875"/>
                <a:gd name="connsiteY75" fmla="*/ 515352 h 563429"/>
                <a:gd name="connsiteX76" fmla="*/ 244805 w 483875"/>
                <a:gd name="connsiteY76" fmla="*/ 517640 h 563429"/>
                <a:gd name="connsiteX77" fmla="*/ 244805 w 483875"/>
                <a:gd name="connsiteY77" fmla="*/ 563045 h 563429"/>
                <a:gd name="connsiteX78" fmla="*/ 241543 w 483875"/>
                <a:gd name="connsiteY78" fmla="*/ 562484 h 563429"/>
                <a:gd name="connsiteX79" fmla="*/ 229904 w 483875"/>
                <a:gd name="connsiteY79" fmla="*/ 559743 h 563429"/>
                <a:gd name="connsiteX80" fmla="*/ 214552 w 483875"/>
                <a:gd name="connsiteY80" fmla="*/ 555643 h 563429"/>
                <a:gd name="connsiteX81" fmla="*/ 199150 w 483875"/>
                <a:gd name="connsiteY81" fmla="*/ 549947 h 563429"/>
                <a:gd name="connsiteX82" fmla="*/ 196474 w 483875"/>
                <a:gd name="connsiteY82" fmla="*/ 547050 h 563429"/>
                <a:gd name="connsiteX83" fmla="*/ 173915 w 483875"/>
                <a:gd name="connsiteY83" fmla="*/ 530728 h 563429"/>
                <a:gd name="connsiteX84" fmla="*/ 173915 w 483875"/>
                <a:gd name="connsiteY84" fmla="*/ 530549 h 563429"/>
                <a:gd name="connsiteX85" fmla="*/ 170983 w 483875"/>
                <a:gd name="connsiteY85" fmla="*/ 528606 h 563429"/>
                <a:gd name="connsiteX86" fmla="*/ 132369 w 483875"/>
                <a:gd name="connsiteY86" fmla="*/ 489738 h 563429"/>
                <a:gd name="connsiteX87" fmla="*/ 80452 w 483875"/>
                <a:gd name="connsiteY87" fmla="*/ 440020 h 563429"/>
                <a:gd name="connsiteX88" fmla="*/ 10750 w 483875"/>
                <a:gd name="connsiteY88" fmla="*/ 371153 h 563429"/>
                <a:gd name="connsiteX89" fmla="*/ 10718 w 483875"/>
                <a:gd name="connsiteY89" fmla="*/ 323734 h 563429"/>
                <a:gd name="connsiteX90" fmla="*/ 52022 w 483875"/>
                <a:gd name="connsiteY90" fmla="*/ 299012 h 563429"/>
                <a:gd name="connsiteX91" fmla="*/ 126725 w 483875"/>
                <a:gd name="connsiteY91" fmla="*/ 307580 h 563429"/>
                <a:gd name="connsiteX92" fmla="*/ 132352 w 483875"/>
                <a:gd name="connsiteY92" fmla="*/ 310738 h 563429"/>
                <a:gd name="connsiteX93" fmla="*/ 133997 w 483875"/>
                <a:gd name="connsiteY93" fmla="*/ 296075 h 563429"/>
                <a:gd name="connsiteX94" fmla="*/ 134050 w 483875"/>
                <a:gd name="connsiteY94" fmla="*/ 138677 h 563429"/>
                <a:gd name="connsiteX95" fmla="*/ 136043 w 483875"/>
                <a:gd name="connsiteY95" fmla="*/ 108593 h 563429"/>
                <a:gd name="connsiteX96" fmla="*/ 144593 w 483875"/>
                <a:gd name="connsiteY96" fmla="*/ 87527 h 563429"/>
                <a:gd name="connsiteX97" fmla="*/ 176970 w 483875"/>
                <a:gd name="connsiteY97" fmla="*/ 62881 h 563429"/>
                <a:gd name="connsiteX98" fmla="*/ 189722 w 483875"/>
                <a:gd name="connsiteY98" fmla="*/ 61042 h 563429"/>
                <a:gd name="connsiteX99" fmla="*/ 206040 w 483875"/>
                <a:gd name="connsiteY99" fmla="*/ 60788 h 563429"/>
                <a:gd name="connsiteX100" fmla="*/ 207790 w 483875"/>
                <a:gd name="connsiteY100" fmla="*/ 51992 h 563429"/>
                <a:gd name="connsiteX101" fmla="*/ 222603 w 483875"/>
                <a:gd name="connsiteY101" fmla="*/ 19600 h 563429"/>
                <a:gd name="connsiteX102" fmla="*/ 233633 w 483875"/>
                <a:gd name="connsiteY102" fmla="*/ 11318 h 563429"/>
                <a:gd name="connsiteX103" fmla="*/ 298648 w 483875"/>
                <a:gd name="connsiteY103" fmla="*/ 8390 h 563429"/>
                <a:gd name="connsiteX104" fmla="*/ 314472 w 483875"/>
                <a:gd name="connsiteY104" fmla="*/ 8169 h 563429"/>
                <a:gd name="connsiteX105" fmla="*/ 338475 w 483875"/>
                <a:gd name="connsiteY105" fmla="*/ 721 h 56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83875" h="563429">
                  <a:moveTo>
                    <a:pt x="338475" y="721"/>
                  </a:moveTo>
                  <a:cubicBezTo>
                    <a:pt x="346763" y="-375"/>
                    <a:pt x="355252" y="-178"/>
                    <a:pt x="363680" y="1018"/>
                  </a:cubicBezTo>
                  <a:cubicBezTo>
                    <a:pt x="387482" y="4394"/>
                    <a:pt x="405830" y="20145"/>
                    <a:pt x="412755" y="43867"/>
                  </a:cubicBezTo>
                  <a:cubicBezTo>
                    <a:pt x="414090" y="48441"/>
                    <a:pt x="415004" y="53139"/>
                    <a:pt x="416220" y="58229"/>
                  </a:cubicBezTo>
                  <a:cubicBezTo>
                    <a:pt x="419687" y="58489"/>
                    <a:pt x="422982" y="58667"/>
                    <a:pt x="426263" y="58991"/>
                  </a:cubicBezTo>
                  <a:cubicBezTo>
                    <a:pt x="447629" y="61105"/>
                    <a:pt x="464499" y="70617"/>
                    <a:pt x="475843" y="89197"/>
                  </a:cubicBezTo>
                  <a:cubicBezTo>
                    <a:pt x="480963" y="97585"/>
                    <a:pt x="483079" y="106855"/>
                    <a:pt x="483772" y="116512"/>
                  </a:cubicBezTo>
                  <a:cubicBezTo>
                    <a:pt x="483978" y="119385"/>
                    <a:pt x="483812" y="122286"/>
                    <a:pt x="483812" y="125174"/>
                  </a:cubicBezTo>
                  <a:cubicBezTo>
                    <a:pt x="483813" y="228181"/>
                    <a:pt x="483785" y="331188"/>
                    <a:pt x="483827" y="434194"/>
                  </a:cubicBezTo>
                  <a:cubicBezTo>
                    <a:pt x="483843" y="472816"/>
                    <a:pt x="469707" y="505285"/>
                    <a:pt x="441355" y="531371"/>
                  </a:cubicBezTo>
                  <a:lnTo>
                    <a:pt x="424801" y="541211"/>
                  </a:lnTo>
                  <a:lnTo>
                    <a:pt x="424801" y="542101"/>
                  </a:lnTo>
                  <a:lnTo>
                    <a:pt x="410121" y="551615"/>
                  </a:lnTo>
                  <a:cubicBezTo>
                    <a:pt x="402704" y="556707"/>
                    <a:pt x="395701" y="556454"/>
                    <a:pt x="389541" y="558639"/>
                  </a:cubicBezTo>
                  <a:cubicBezTo>
                    <a:pt x="383878" y="561639"/>
                    <a:pt x="379475" y="561725"/>
                    <a:pt x="375034" y="561668"/>
                  </a:cubicBezTo>
                  <a:lnTo>
                    <a:pt x="368851" y="563429"/>
                  </a:lnTo>
                  <a:lnTo>
                    <a:pt x="368851" y="518825"/>
                  </a:lnTo>
                  <a:lnTo>
                    <a:pt x="382253" y="515172"/>
                  </a:lnTo>
                  <a:cubicBezTo>
                    <a:pt x="387270" y="512916"/>
                    <a:pt x="391545" y="511291"/>
                    <a:pt x="396404" y="508907"/>
                  </a:cubicBezTo>
                  <a:lnTo>
                    <a:pt x="396404" y="508906"/>
                  </a:lnTo>
                  <a:cubicBezTo>
                    <a:pt x="405110" y="503653"/>
                    <a:pt x="411617" y="497198"/>
                    <a:pt x="417708" y="490399"/>
                  </a:cubicBezTo>
                  <a:cubicBezTo>
                    <a:pt x="430981" y="475584"/>
                    <a:pt x="438563" y="458306"/>
                    <a:pt x="438574" y="438199"/>
                  </a:cubicBezTo>
                  <a:cubicBezTo>
                    <a:pt x="438632" y="334237"/>
                    <a:pt x="438602" y="230275"/>
                    <a:pt x="438597" y="126313"/>
                  </a:cubicBezTo>
                  <a:cubicBezTo>
                    <a:pt x="438597" y="123426"/>
                    <a:pt x="438798" y="120508"/>
                    <a:pt x="438465" y="117656"/>
                  </a:cubicBezTo>
                  <a:cubicBezTo>
                    <a:pt x="437687" y="110986"/>
                    <a:pt x="430334" y="104594"/>
                    <a:pt x="423523" y="104497"/>
                  </a:cubicBezTo>
                  <a:cubicBezTo>
                    <a:pt x="414787" y="104373"/>
                    <a:pt x="412521" y="107833"/>
                    <a:pt x="412782" y="114471"/>
                  </a:cubicBezTo>
                  <a:cubicBezTo>
                    <a:pt x="412914" y="117835"/>
                    <a:pt x="412789" y="121208"/>
                    <a:pt x="412789" y="124577"/>
                  </a:cubicBezTo>
                  <a:cubicBezTo>
                    <a:pt x="412788" y="171745"/>
                    <a:pt x="412824" y="218913"/>
                    <a:pt x="412732" y="266081"/>
                  </a:cubicBezTo>
                  <a:cubicBezTo>
                    <a:pt x="412723" y="270738"/>
                    <a:pt x="413973" y="275670"/>
                    <a:pt x="411329" y="279906"/>
                  </a:cubicBezTo>
                  <a:cubicBezTo>
                    <a:pt x="397796" y="282041"/>
                    <a:pt x="383152" y="281860"/>
                    <a:pt x="371931" y="279281"/>
                  </a:cubicBezTo>
                  <a:cubicBezTo>
                    <a:pt x="371784" y="274335"/>
                    <a:pt x="371496" y="269118"/>
                    <a:pt x="371493" y="263901"/>
                  </a:cubicBezTo>
                  <a:cubicBezTo>
                    <a:pt x="371462" y="201332"/>
                    <a:pt x="371536" y="138762"/>
                    <a:pt x="371380" y="76192"/>
                  </a:cubicBezTo>
                  <a:cubicBezTo>
                    <a:pt x="371363" y="69533"/>
                    <a:pt x="370186" y="62860"/>
                    <a:pt x="369313" y="56224"/>
                  </a:cubicBezTo>
                  <a:cubicBezTo>
                    <a:pt x="368758" y="51998"/>
                    <a:pt x="365803" y="49342"/>
                    <a:pt x="362081" y="47929"/>
                  </a:cubicBezTo>
                  <a:cubicBezTo>
                    <a:pt x="354173" y="44926"/>
                    <a:pt x="345961" y="44757"/>
                    <a:pt x="338196" y="47949"/>
                  </a:cubicBezTo>
                  <a:cubicBezTo>
                    <a:pt x="335497" y="49058"/>
                    <a:pt x="332662" y="52322"/>
                    <a:pt x="331896" y="55147"/>
                  </a:cubicBezTo>
                  <a:cubicBezTo>
                    <a:pt x="330156" y="61560"/>
                    <a:pt x="328828" y="68307"/>
                    <a:pt x="328796" y="74925"/>
                  </a:cubicBezTo>
                  <a:cubicBezTo>
                    <a:pt x="328551" y="124017"/>
                    <a:pt x="328664" y="173111"/>
                    <a:pt x="328667" y="222204"/>
                  </a:cubicBezTo>
                  <a:cubicBezTo>
                    <a:pt x="328667" y="224129"/>
                    <a:pt x="328377" y="226120"/>
                    <a:pt x="328761" y="227969"/>
                  </a:cubicBezTo>
                  <a:cubicBezTo>
                    <a:pt x="331926" y="243215"/>
                    <a:pt x="330223" y="258644"/>
                    <a:pt x="330563" y="273991"/>
                  </a:cubicBezTo>
                  <a:cubicBezTo>
                    <a:pt x="330624" y="276740"/>
                    <a:pt x="329945" y="279507"/>
                    <a:pt x="329595" y="282373"/>
                  </a:cubicBezTo>
                  <a:cubicBezTo>
                    <a:pt x="322311" y="284345"/>
                    <a:pt x="315556" y="283519"/>
                    <a:pt x="308936" y="283352"/>
                  </a:cubicBezTo>
                  <a:cubicBezTo>
                    <a:pt x="301960" y="283175"/>
                    <a:pt x="294617" y="285224"/>
                    <a:pt x="287221" y="280894"/>
                  </a:cubicBezTo>
                  <a:cubicBezTo>
                    <a:pt x="287221" y="275671"/>
                    <a:pt x="287221" y="270413"/>
                    <a:pt x="287221" y="265156"/>
                  </a:cubicBezTo>
                  <a:cubicBezTo>
                    <a:pt x="287221" y="201623"/>
                    <a:pt x="287221" y="138091"/>
                    <a:pt x="287221" y="74559"/>
                  </a:cubicBezTo>
                  <a:cubicBezTo>
                    <a:pt x="287221" y="71190"/>
                    <a:pt x="287331" y="67815"/>
                    <a:pt x="287191" y="64452"/>
                  </a:cubicBezTo>
                  <a:cubicBezTo>
                    <a:pt x="286736" y="53595"/>
                    <a:pt x="284098" y="50445"/>
                    <a:pt x="273199" y="47483"/>
                  </a:cubicBezTo>
                  <a:cubicBezTo>
                    <a:pt x="262892" y="44682"/>
                    <a:pt x="253737" y="51131"/>
                    <a:pt x="253136" y="61720"/>
                  </a:cubicBezTo>
                  <a:cubicBezTo>
                    <a:pt x="252946" y="65078"/>
                    <a:pt x="253091" y="68457"/>
                    <a:pt x="253091" y="71826"/>
                  </a:cubicBezTo>
                  <a:cubicBezTo>
                    <a:pt x="253090" y="131508"/>
                    <a:pt x="253030" y="191190"/>
                    <a:pt x="253164" y="250871"/>
                  </a:cubicBezTo>
                  <a:cubicBezTo>
                    <a:pt x="253182" y="258511"/>
                    <a:pt x="254330" y="266144"/>
                    <a:pt x="254688" y="273792"/>
                  </a:cubicBezTo>
                  <a:cubicBezTo>
                    <a:pt x="254792" y="276027"/>
                    <a:pt x="253973" y="278305"/>
                    <a:pt x="253640" y="280206"/>
                  </a:cubicBezTo>
                  <a:cubicBezTo>
                    <a:pt x="239785" y="284374"/>
                    <a:pt x="226550" y="283943"/>
                    <a:pt x="212559" y="282776"/>
                  </a:cubicBezTo>
                  <a:cubicBezTo>
                    <a:pt x="211553" y="270613"/>
                    <a:pt x="210138" y="259266"/>
                    <a:pt x="209791" y="247887"/>
                  </a:cubicBezTo>
                  <a:cubicBezTo>
                    <a:pt x="209323" y="232499"/>
                    <a:pt x="209674" y="217086"/>
                    <a:pt x="209674" y="201684"/>
                  </a:cubicBezTo>
                  <a:cubicBezTo>
                    <a:pt x="209674" y="187726"/>
                    <a:pt x="209929" y="173763"/>
                    <a:pt x="209603" y="159813"/>
                  </a:cubicBezTo>
                  <a:cubicBezTo>
                    <a:pt x="209278" y="145922"/>
                    <a:pt x="208369" y="132046"/>
                    <a:pt x="207721" y="118164"/>
                  </a:cubicBezTo>
                  <a:cubicBezTo>
                    <a:pt x="207675" y="117202"/>
                    <a:pt x="207663" y="116240"/>
                    <a:pt x="207624" y="115278"/>
                  </a:cubicBezTo>
                  <a:cubicBezTo>
                    <a:pt x="207472" y="111502"/>
                    <a:pt x="205263" y="109035"/>
                    <a:pt x="202206" y="107325"/>
                  </a:cubicBezTo>
                  <a:cubicBezTo>
                    <a:pt x="192270" y="101764"/>
                    <a:pt x="181491" y="107215"/>
                    <a:pt x="179789" y="118876"/>
                  </a:cubicBezTo>
                  <a:cubicBezTo>
                    <a:pt x="179169" y="123124"/>
                    <a:pt x="179521" y="127522"/>
                    <a:pt x="179521" y="131852"/>
                  </a:cubicBezTo>
                  <a:cubicBezTo>
                    <a:pt x="179511" y="216080"/>
                    <a:pt x="179514" y="300308"/>
                    <a:pt x="179511" y="384537"/>
                  </a:cubicBezTo>
                  <a:cubicBezTo>
                    <a:pt x="179511" y="391756"/>
                    <a:pt x="179555" y="398978"/>
                    <a:pt x="179424" y="406194"/>
                  </a:cubicBezTo>
                  <a:cubicBezTo>
                    <a:pt x="179392" y="407929"/>
                    <a:pt x="180005" y="410161"/>
                    <a:pt x="176439" y="411452"/>
                  </a:cubicBezTo>
                  <a:cubicBezTo>
                    <a:pt x="175159" y="410554"/>
                    <a:pt x="173148" y="409491"/>
                    <a:pt x="171568" y="407977"/>
                  </a:cubicBezTo>
                  <a:cubicBezTo>
                    <a:pt x="151801" y="389032"/>
                    <a:pt x="131845" y="370273"/>
                    <a:pt x="112470" y="350933"/>
                  </a:cubicBezTo>
                  <a:cubicBezTo>
                    <a:pt x="100927" y="339412"/>
                    <a:pt x="87211" y="335302"/>
                    <a:pt x="71754" y="337479"/>
                  </a:cubicBezTo>
                  <a:cubicBezTo>
                    <a:pt x="64104" y="338557"/>
                    <a:pt x="55856" y="340473"/>
                    <a:pt x="50548" y="348695"/>
                  </a:cubicBezTo>
                  <a:cubicBezTo>
                    <a:pt x="54106" y="352468"/>
                    <a:pt x="57235" y="356037"/>
                    <a:pt x="60622" y="359342"/>
                  </a:cubicBezTo>
                  <a:cubicBezTo>
                    <a:pt x="87121" y="385184"/>
                    <a:pt x="113612" y="411035"/>
                    <a:pt x="140233" y="436752"/>
                  </a:cubicBezTo>
                  <a:cubicBezTo>
                    <a:pt x="149894" y="446085"/>
                    <a:pt x="159391" y="455702"/>
                    <a:pt x="169873" y="464045"/>
                  </a:cubicBezTo>
                  <a:lnTo>
                    <a:pt x="173915" y="467960"/>
                  </a:lnTo>
                  <a:lnTo>
                    <a:pt x="173915" y="467759"/>
                  </a:lnTo>
                  <a:lnTo>
                    <a:pt x="212589" y="503296"/>
                  </a:lnTo>
                  <a:cubicBezTo>
                    <a:pt x="217582" y="506497"/>
                    <a:pt x="221662" y="509403"/>
                    <a:pt x="226679" y="512376"/>
                  </a:cubicBezTo>
                  <a:cubicBezTo>
                    <a:pt x="229898" y="513411"/>
                    <a:pt x="232180" y="514380"/>
                    <a:pt x="235512" y="515352"/>
                  </a:cubicBezTo>
                  <a:lnTo>
                    <a:pt x="244805" y="517640"/>
                  </a:lnTo>
                  <a:lnTo>
                    <a:pt x="244805" y="563045"/>
                  </a:lnTo>
                  <a:lnTo>
                    <a:pt x="241543" y="562484"/>
                  </a:lnTo>
                  <a:cubicBezTo>
                    <a:pt x="236499" y="560889"/>
                    <a:pt x="233201" y="560316"/>
                    <a:pt x="229904" y="559743"/>
                  </a:cubicBezTo>
                  <a:cubicBezTo>
                    <a:pt x="223390" y="558670"/>
                    <a:pt x="218638" y="558658"/>
                    <a:pt x="214552" y="555643"/>
                  </a:cubicBezTo>
                  <a:cubicBezTo>
                    <a:pt x="208911" y="552572"/>
                    <a:pt x="203976" y="551435"/>
                    <a:pt x="199150" y="549947"/>
                  </a:cubicBezTo>
                  <a:cubicBezTo>
                    <a:pt x="198064" y="549612"/>
                    <a:pt x="197356" y="548048"/>
                    <a:pt x="196474" y="547050"/>
                  </a:cubicBezTo>
                  <a:lnTo>
                    <a:pt x="173915" y="530728"/>
                  </a:lnTo>
                  <a:lnTo>
                    <a:pt x="173915" y="530549"/>
                  </a:lnTo>
                  <a:lnTo>
                    <a:pt x="170983" y="528606"/>
                  </a:lnTo>
                  <a:cubicBezTo>
                    <a:pt x="158453" y="515303"/>
                    <a:pt x="146488" y="501159"/>
                    <a:pt x="132369" y="489738"/>
                  </a:cubicBezTo>
                  <a:cubicBezTo>
                    <a:pt x="113594" y="474551"/>
                    <a:pt x="97693" y="456639"/>
                    <a:pt x="80452" y="440020"/>
                  </a:cubicBezTo>
                  <a:cubicBezTo>
                    <a:pt x="56938" y="417354"/>
                    <a:pt x="33781" y="394310"/>
                    <a:pt x="10750" y="371153"/>
                  </a:cubicBezTo>
                  <a:cubicBezTo>
                    <a:pt x="-4391" y="355928"/>
                    <a:pt x="-2742" y="340204"/>
                    <a:pt x="10718" y="323734"/>
                  </a:cubicBezTo>
                  <a:cubicBezTo>
                    <a:pt x="21352" y="310722"/>
                    <a:pt x="36198" y="303356"/>
                    <a:pt x="52022" y="299012"/>
                  </a:cubicBezTo>
                  <a:cubicBezTo>
                    <a:pt x="77848" y="291923"/>
                    <a:pt x="103060" y="293949"/>
                    <a:pt x="126725" y="307580"/>
                  </a:cubicBezTo>
                  <a:cubicBezTo>
                    <a:pt x="128295" y="308484"/>
                    <a:pt x="129883" y="309354"/>
                    <a:pt x="132352" y="310738"/>
                  </a:cubicBezTo>
                  <a:cubicBezTo>
                    <a:pt x="134858" y="305374"/>
                    <a:pt x="133992" y="300609"/>
                    <a:pt x="133997" y="296075"/>
                  </a:cubicBezTo>
                  <a:cubicBezTo>
                    <a:pt x="134060" y="243609"/>
                    <a:pt x="134024" y="191143"/>
                    <a:pt x="134050" y="138677"/>
                  </a:cubicBezTo>
                  <a:cubicBezTo>
                    <a:pt x="134055" y="128615"/>
                    <a:pt x="133958" y="118614"/>
                    <a:pt x="136043" y="108593"/>
                  </a:cubicBezTo>
                  <a:cubicBezTo>
                    <a:pt x="137641" y="100909"/>
                    <a:pt x="139775" y="93721"/>
                    <a:pt x="144593" y="87527"/>
                  </a:cubicBezTo>
                  <a:cubicBezTo>
                    <a:pt x="153198" y="76464"/>
                    <a:pt x="162349" y="66006"/>
                    <a:pt x="176970" y="62881"/>
                  </a:cubicBezTo>
                  <a:cubicBezTo>
                    <a:pt x="181164" y="61985"/>
                    <a:pt x="185448" y="61327"/>
                    <a:pt x="189722" y="61042"/>
                  </a:cubicBezTo>
                  <a:cubicBezTo>
                    <a:pt x="194943" y="60695"/>
                    <a:pt x="200198" y="60855"/>
                    <a:pt x="206040" y="60788"/>
                  </a:cubicBezTo>
                  <a:cubicBezTo>
                    <a:pt x="206737" y="57352"/>
                    <a:pt x="207491" y="54697"/>
                    <a:pt x="207790" y="51992"/>
                  </a:cubicBezTo>
                  <a:cubicBezTo>
                    <a:pt x="209163" y="39574"/>
                    <a:pt x="216939" y="30000"/>
                    <a:pt x="222603" y="19600"/>
                  </a:cubicBezTo>
                  <a:cubicBezTo>
                    <a:pt x="224614" y="15909"/>
                    <a:pt x="229541" y="13392"/>
                    <a:pt x="233633" y="11318"/>
                  </a:cubicBezTo>
                  <a:cubicBezTo>
                    <a:pt x="254800" y="587"/>
                    <a:pt x="276532" y="-1479"/>
                    <a:pt x="298648" y="8390"/>
                  </a:cubicBezTo>
                  <a:cubicBezTo>
                    <a:pt x="304102" y="10824"/>
                    <a:pt x="308281" y="11389"/>
                    <a:pt x="314472" y="8169"/>
                  </a:cubicBezTo>
                  <a:cubicBezTo>
                    <a:pt x="322099" y="4201"/>
                    <a:pt x="330187" y="1815"/>
                    <a:pt x="338475" y="721"/>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38" name="Rectangle 2937">
              <a:extLst>
                <a:ext uri="{FF2B5EF4-FFF2-40B4-BE49-F238E27FC236}">
                  <a16:creationId xmlns:a16="http://schemas.microsoft.com/office/drawing/2014/main" id="{7395501D-EE7F-DFA8-B37E-69E5FCB5313D}"/>
                </a:ext>
                <a:ext uri="{C183D7F6-B498-43B3-948B-1728B52AA6E4}">
                  <adec:decorative xmlns:adec="http://schemas.microsoft.com/office/drawing/2017/decorative" val="1"/>
                </a:ext>
              </a:extLst>
            </p:cNvPr>
            <p:cNvSpPr/>
            <p:nvPr/>
          </p:nvSpPr>
          <p:spPr>
            <a:xfrm>
              <a:off x="11435408" y="6107219"/>
              <a:ext cx="36398" cy="37387"/>
            </a:xfrm>
            <a:prstGeom prst="rect">
              <a:avLst/>
            </a:prstGeom>
            <a:solidFill>
              <a:schemeClr val="accent1"/>
            </a:solidFill>
            <a:ln w="1155" cap="flat">
              <a:noFill/>
              <a:prstDash val="solid"/>
              <a:miter/>
            </a:ln>
          </p:spPr>
          <p:txBody>
            <a:bodyPr rtlCol="0" anchor="ctr"/>
            <a:lstStyle/>
            <a:p>
              <a:endParaRPr lang="en-US" dirty="0"/>
            </a:p>
          </p:txBody>
        </p:sp>
      </p:grpSp>
      <p:grpSp>
        <p:nvGrpSpPr>
          <p:cNvPr id="82" name="Group 81">
            <a:extLst>
              <a:ext uri="{FF2B5EF4-FFF2-40B4-BE49-F238E27FC236}">
                <a16:creationId xmlns:a16="http://schemas.microsoft.com/office/drawing/2014/main" id="{514E2BA7-2320-2E26-93B0-F57ED9B936C9}"/>
              </a:ext>
              <a:ext uri="{C183D7F6-B498-43B3-948B-1728B52AA6E4}">
                <adec:decorative xmlns:adec="http://schemas.microsoft.com/office/drawing/2017/decorative" val="1"/>
              </a:ext>
            </a:extLst>
          </p:cNvPr>
          <p:cNvGrpSpPr>
            <a:grpSpLocks noChangeAspect="1"/>
          </p:cNvGrpSpPr>
          <p:nvPr/>
        </p:nvGrpSpPr>
        <p:grpSpPr>
          <a:xfrm>
            <a:off x="9323202" y="5824566"/>
            <a:ext cx="362016" cy="320040"/>
            <a:chOff x="9453436" y="5824566"/>
            <a:chExt cx="362016" cy="320040"/>
          </a:xfrm>
          <a:solidFill>
            <a:srgbClr val="FF0000"/>
          </a:solidFill>
        </p:grpSpPr>
        <p:sp>
          <p:nvSpPr>
            <p:cNvPr id="2958" name="Freeform: Shape 2957">
              <a:extLst>
                <a:ext uri="{FF2B5EF4-FFF2-40B4-BE49-F238E27FC236}">
                  <a16:creationId xmlns:a16="http://schemas.microsoft.com/office/drawing/2014/main" id="{13F28596-A76C-7EA3-FF99-5900744CD125}"/>
                </a:ext>
                <a:ext uri="{C183D7F6-B498-43B3-948B-1728B52AA6E4}">
                  <adec:decorative xmlns:adec="http://schemas.microsoft.com/office/drawing/2017/decorative" val="1"/>
                </a:ext>
              </a:extLst>
            </p:cNvPr>
            <p:cNvSpPr/>
            <p:nvPr/>
          </p:nvSpPr>
          <p:spPr>
            <a:xfrm>
              <a:off x="9453436" y="5824566"/>
              <a:ext cx="362016" cy="315322"/>
            </a:xfrm>
            <a:custGeom>
              <a:avLst/>
              <a:gdLst>
                <a:gd name="connsiteX0" fmla="*/ 463215 w 550040"/>
                <a:gd name="connsiteY0" fmla="*/ 307653 h 479093"/>
                <a:gd name="connsiteX1" fmla="*/ 482224 w 550040"/>
                <a:gd name="connsiteY1" fmla="*/ 328863 h 479093"/>
                <a:gd name="connsiteX2" fmla="*/ 481708 w 550040"/>
                <a:gd name="connsiteY2" fmla="*/ 419451 h 479093"/>
                <a:gd name="connsiteX3" fmla="*/ 467408 w 550040"/>
                <a:gd name="connsiteY3" fmla="*/ 436862 h 479093"/>
                <a:gd name="connsiteX4" fmla="*/ 458626 w 550040"/>
                <a:gd name="connsiteY4" fmla="*/ 437165 h 479093"/>
                <a:gd name="connsiteX5" fmla="*/ 438895 w 550040"/>
                <a:gd name="connsiteY5" fmla="*/ 417581 h 479093"/>
                <a:gd name="connsiteX6" fmla="*/ 445157 w 550040"/>
                <a:gd name="connsiteY6" fmla="*/ 402880 h 479093"/>
                <a:gd name="connsiteX7" fmla="*/ 455635 w 550040"/>
                <a:gd name="connsiteY7" fmla="*/ 370070 h 479093"/>
                <a:gd name="connsiteX8" fmla="*/ 444807 w 550040"/>
                <a:gd name="connsiteY8" fmla="*/ 342809 h 479093"/>
                <a:gd name="connsiteX9" fmla="*/ 439610 w 550040"/>
                <a:gd name="connsiteY9" fmla="*/ 332213 h 479093"/>
                <a:gd name="connsiteX10" fmla="*/ 463215 w 550040"/>
                <a:gd name="connsiteY10" fmla="*/ 307653 h 479093"/>
                <a:gd name="connsiteX11" fmla="*/ 504699 w 550040"/>
                <a:gd name="connsiteY11" fmla="*/ 268600 h 479093"/>
                <a:gd name="connsiteX12" fmla="*/ 509922 w 550040"/>
                <a:gd name="connsiteY12" fmla="*/ 273672 h 479093"/>
                <a:gd name="connsiteX13" fmla="*/ 544659 w 550040"/>
                <a:gd name="connsiteY13" fmla="*/ 334104 h 479093"/>
                <a:gd name="connsiteX14" fmla="*/ 520834 w 550040"/>
                <a:gd name="connsiteY14" fmla="*/ 461759 h 479093"/>
                <a:gd name="connsiteX15" fmla="*/ 508197 w 550040"/>
                <a:gd name="connsiteY15" fmla="*/ 477015 h 479093"/>
                <a:gd name="connsiteX16" fmla="*/ 499178 w 550040"/>
                <a:gd name="connsiteY16" fmla="*/ 477678 h 479093"/>
                <a:gd name="connsiteX17" fmla="*/ 480395 w 550040"/>
                <a:gd name="connsiteY17" fmla="*/ 458331 h 479093"/>
                <a:gd name="connsiteX18" fmla="*/ 480359 w 550040"/>
                <a:gd name="connsiteY18" fmla="*/ 450594 h 479093"/>
                <a:gd name="connsiteX19" fmla="*/ 491478 w 550040"/>
                <a:gd name="connsiteY19" fmla="*/ 434507 h 479093"/>
                <a:gd name="connsiteX20" fmla="*/ 504762 w 550040"/>
                <a:gd name="connsiteY20" fmla="*/ 411355 h 479093"/>
                <a:gd name="connsiteX21" fmla="*/ 512486 w 550040"/>
                <a:gd name="connsiteY21" fmla="*/ 375586 h 479093"/>
                <a:gd name="connsiteX22" fmla="*/ 504423 w 550040"/>
                <a:gd name="connsiteY22" fmla="*/ 335680 h 479093"/>
                <a:gd name="connsiteX23" fmla="*/ 482512 w 550040"/>
                <a:gd name="connsiteY23" fmla="*/ 301756 h 479093"/>
                <a:gd name="connsiteX24" fmla="*/ 482580 w 550040"/>
                <a:gd name="connsiteY24" fmla="*/ 288421 h 479093"/>
                <a:gd name="connsiteX25" fmla="*/ 500721 w 550040"/>
                <a:gd name="connsiteY25" fmla="*/ 270381 h 479093"/>
                <a:gd name="connsiteX26" fmla="*/ 504699 w 550040"/>
                <a:gd name="connsiteY26" fmla="*/ 268600 h 479093"/>
                <a:gd name="connsiteX27" fmla="*/ 204592 w 550040"/>
                <a:gd name="connsiteY27" fmla="*/ 475 h 479093"/>
                <a:gd name="connsiteX28" fmla="*/ 278313 w 550040"/>
                <a:gd name="connsiteY28" fmla="*/ 11492 h 479093"/>
                <a:gd name="connsiteX29" fmla="*/ 339345 w 550040"/>
                <a:gd name="connsiteY29" fmla="*/ 42260 h 479093"/>
                <a:gd name="connsiteX30" fmla="*/ 389387 w 550040"/>
                <a:gd name="connsiteY30" fmla="*/ 109385 h 479093"/>
                <a:gd name="connsiteX31" fmla="*/ 395850 w 550040"/>
                <a:gd name="connsiteY31" fmla="*/ 135466 h 479093"/>
                <a:gd name="connsiteX32" fmla="*/ 399396 w 550040"/>
                <a:gd name="connsiteY32" fmla="*/ 195464 h 479093"/>
                <a:gd name="connsiteX33" fmla="*/ 404526 w 550040"/>
                <a:gd name="connsiteY33" fmla="*/ 214047 h 479093"/>
                <a:gd name="connsiteX34" fmla="*/ 424784 w 550040"/>
                <a:gd name="connsiteY34" fmla="*/ 247729 h 479093"/>
                <a:gd name="connsiteX35" fmla="*/ 434731 w 550040"/>
                <a:gd name="connsiteY35" fmla="*/ 282706 h 479093"/>
                <a:gd name="connsiteX36" fmla="*/ 412760 w 550040"/>
                <a:gd name="connsiteY36" fmla="*/ 311369 h 479093"/>
                <a:gd name="connsiteX37" fmla="*/ 386133 w 550040"/>
                <a:gd name="connsiteY37" fmla="*/ 315085 h 479093"/>
                <a:gd name="connsiteX38" fmla="*/ 376878 w 550040"/>
                <a:gd name="connsiteY38" fmla="*/ 315346 h 479093"/>
                <a:gd name="connsiteX39" fmla="*/ 375836 w 550040"/>
                <a:gd name="connsiteY39" fmla="*/ 325177 h 479093"/>
                <a:gd name="connsiteX40" fmla="*/ 376045 w 550040"/>
                <a:gd name="connsiteY40" fmla="*/ 396652 h 479093"/>
                <a:gd name="connsiteX41" fmla="*/ 339474 w 550040"/>
                <a:gd name="connsiteY41" fmla="*/ 446154 h 479093"/>
                <a:gd name="connsiteX42" fmla="*/ 312964 w 550040"/>
                <a:gd name="connsiteY42" fmla="*/ 450737 h 479093"/>
                <a:gd name="connsiteX43" fmla="*/ 284767 w 550040"/>
                <a:gd name="connsiteY43" fmla="*/ 449724 h 479093"/>
                <a:gd name="connsiteX44" fmla="*/ 272485 w 550040"/>
                <a:gd name="connsiteY44" fmla="*/ 449377 h 479093"/>
                <a:gd name="connsiteX45" fmla="*/ 258992 w 550040"/>
                <a:gd name="connsiteY45" fmla="*/ 460028 h 479093"/>
                <a:gd name="connsiteX46" fmla="*/ 256136 w 550040"/>
                <a:gd name="connsiteY46" fmla="*/ 473901 h 479093"/>
                <a:gd name="connsiteX47" fmla="*/ 214528 w 550040"/>
                <a:gd name="connsiteY47" fmla="*/ 473700 h 479093"/>
                <a:gd name="connsiteX48" fmla="*/ 215290 w 550040"/>
                <a:gd name="connsiteY48" fmla="*/ 452144 h 479093"/>
                <a:gd name="connsiteX49" fmla="*/ 237377 w 550040"/>
                <a:gd name="connsiteY49" fmla="*/ 413456 h 479093"/>
                <a:gd name="connsiteX50" fmla="*/ 260007 w 550040"/>
                <a:gd name="connsiteY50" fmla="*/ 405133 h 479093"/>
                <a:gd name="connsiteX51" fmla="*/ 283294 w 550040"/>
                <a:gd name="connsiteY51" fmla="*/ 406023 h 479093"/>
                <a:gd name="connsiteX52" fmla="*/ 317739 w 550040"/>
                <a:gd name="connsiteY52" fmla="*/ 406444 h 479093"/>
                <a:gd name="connsiteX53" fmla="*/ 324807 w 550040"/>
                <a:gd name="connsiteY53" fmla="*/ 404426 h 479093"/>
                <a:gd name="connsiteX54" fmla="*/ 333042 w 550040"/>
                <a:gd name="connsiteY54" fmla="*/ 393415 h 479093"/>
                <a:gd name="connsiteX55" fmla="*/ 333092 w 550040"/>
                <a:gd name="connsiteY55" fmla="*/ 389717 h 479093"/>
                <a:gd name="connsiteX56" fmla="*/ 333040 w 550040"/>
                <a:gd name="connsiteY56" fmla="*/ 312067 h 479093"/>
                <a:gd name="connsiteX57" fmla="*/ 331841 w 550040"/>
                <a:gd name="connsiteY57" fmla="*/ 302350 h 479093"/>
                <a:gd name="connsiteX58" fmla="*/ 333099 w 550040"/>
                <a:gd name="connsiteY58" fmla="*/ 286586 h 479093"/>
                <a:gd name="connsiteX59" fmla="*/ 357996 w 550040"/>
                <a:gd name="connsiteY59" fmla="*/ 272060 h 479093"/>
                <a:gd name="connsiteX60" fmla="*/ 384467 w 550040"/>
                <a:gd name="connsiteY60" fmla="*/ 272156 h 479093"/>
                <a:gd name="connsiteX61" fmla="*/ 384031 w 550040"/>
                <a:gd name="connsiteY61" fmla="*/ 266324 h 479093"/>
                <a:gd name="connsiteX62" fmla="*/ 369865 w 550040"/>
                <a:gd name="connsiteY62" fmla="*/ 242107 h 479093"/>
                <a:gd name="connsiteX63" fmla="*/ 356239 w 550040"/>
                <a:gd name="connsiteY63" fmla="*/ 208136 h 479093"/>
                <a:gd name="connsiteX64" fmla="*/ 355256 w 550040"/>
                <a:gd name="connsiteY64" fmla="*/ 194718 h 479093"/>
                <a:gd name="connsiteX65" fmla="*/ 352317 w 550040"/>
                <a:gd name="connsiteY65" fmla="*/ 142050 h 479093"/>
                <a:gd name="connsiteX66" fmla="*/ 333601 w 550040"/>
                <a:gd name="connsiteY66" fmla="*/ 100257 h 479093"/>
                <a:gd name="connsiteX67" fmla="*/ 308574 w 550040"/>
                <a:gd name="connsiteY67" fmla="*/ 75842 h 479093"/>
                <a:gd name="connsiteX68" fmla="*/ 254585 w 550040"/>
                <a:gd name="connsiteY68" fmla="*/ 50839 h 479093"/>
                <a:gd name="connsiteX69" fmla="*/ 174051 w 550040"/>
                <a:gd name="connsiteY69" fmla="*/ 44843 h 479093"/>
                <a:gd name="connsiteX70" fmla="*/ 131417 w 550040"/>
                <a:gd name="connsiteY70" fmla="*/ 55534 h 479093"/>
                <a:gd name="connsiteX71" fmla="*/ 94018 w 550040"/>
                <a:gd name="connsiteY71" fmla="*/ 76453 h 479093"/>
                <a:gd name="connsiteX72" fmla="*/ 46789 w 550040"/>
                <a:gd name="connsiteY72" fmla="*/ 144956 h 479093"/>
                <a:gd name="connsiteX73" fmla="*/ 42557 w 550040"/>
                <a:gd name="connsiteY73" fmla="*/ 183794 h 479093"/>
                <a:gd name="connsiteX74" fmla="*/ 56594 w 550040"/>
                <a:gd name="connsiteY74" fmla="*/ 238107 h 479093"/>
                <a:gd name="connsiteX75" fmla="*/ 74213 w 550040"/>
                <a:gd name="connsiteY75" fmla="*/ 271894 h 479093"/>
                <a:gd name="connsiteX76" fmla="*/ 89136 w 550040"/>
                <a:gd name="connsiteY76" fmla="*/ 310662 h 479093"/>
                <a:gd name="connsiteX77" fmla="*/ 90441 w 550040"/>
                <a:gd name="connsiteY77" fmla="*/ 321560 h 479093"/>
                <a:gd name="connsiteX78" fmla="*/ 90441 w 550040"/>
                <a:gd name="connsiteY78" fmla="*/ 321568 h 479093"/>
                <a:gd name="connsiteX79" fmla="*/ 91672 w 550040"/>
                <a:gd name="connsiteY79" fmla="*/ 339928 h 479093"/>
                <a:gd name="connsiteX80" fmla="*/ 91710 w 550040"/>
                <a:gd name="connsiteY80" fmla="*/ 354920 h 479093"/>
                <a:gd name="connsiteX81" fmla="*/ 91492 w 550040"/>
                <a:gd name="connsiteY81" fmla="*/ 369875 h 479093"/>
                <a:gd name="connsiteX82" fmla="*/ 91269 w 550040"/>
                <a:gd name="connsiteY82" fmla="*/ 386928 h 479093"/>
                <a:gd name="connsiteX83" fmla="*/ 91258 w 550040"/>
                <a:gd name="connsiteY83" fmla="*/ 387800 h 479093"/>
                <a:gd name="connsiteX84" fmla="*/ 48718 w 550040"/>
                <a:gd name="connsiteY84" fmla="*/ 387800 h 479093"/>
                <a:gd name="connsiteX85" fmla="*/ 48409 w 550040"/>
                <a:gd name="connsiteY85" fmla="*/ 374105 h 479093"/>
                <a:gd name="connsiteX86" fmla="*/ 48334 w 550040"/>
                <a:gd name="connsiteY86" fmla="*/ 359062 h 479093"/>
                <a:gd name="connsiteX87" fmla="*/ 48219 w 550040"/>
                <a:gd name="connsiteY87" fmla="*/ 346630 h 479093"/>
                <a:gd name="connsiteX88" fmla="*/ 46385 w 550040"/>
                <a:gd name="connsiteY88" fmla="*/ 321481 h 479093"/>
                <a:gd name="connsiteX89" fmla="*/ 44008 w 550040"/>
                <a:gd name="connsiteY89" fmla="*/ 314269 h 479093"/>
                <a:gd name="connsiteX90" fmla="*/ 44009 w 550040"/>
                <a:gd name="connsiteY90" fmla="*/ 314269 h 479093"/>
                <a:gd name="connsiteX91" fmla="*/ 41052 w 550040"/>
                <a:gd name="connsiteY91" fmla="*/ 305295 h 479093"/>
                <a:gd name="connsiteX92" fmla="*/ 27787 w 550040"/>
                <a:gd name="connsiteY92" fmla="*/ 280326 h 479093"/>
                <a:gd name="connsiteX93" fmla="*/ 1598 w 550040"/>
                <a:gd name="connsiteY93" fmla="*/ 206634 h 479093"/>
                <a:gd name="connsiteX94" fmla="*/ 0 w 550040"/>
                <a:gd name="connsiteY94" fmla="*/ 153871 h 479093"/>
                <a:gd name="connsiteX95" fmla="*/ 18894 w 550040"/>
                <a:gd name="connsiteY95" fmla="*/ 95817 h 479093"/>
                <a:gd name="connsiteX96" fmla="*/ 36496 w 550040"/>
                <a:gd name="connsiteY96" fmla="*/ 68168 h 479093"/>
                <a:gd name="connsiteX97" fmla="*/ 61966 w 550040"/>
                <a:gd name="connsiteY97" fmla="*/ 45591 h 479093"/>
                <a:gd name="connsiteX98" fmla="*/ 64796 w 550040"/>
                <a:gd name="connsiteY98" fmla="*/ 43250 h 479093"/>
                <a:gd name="connsiteX99" fmla="*/ 105453 w 550040"/>
                <a:gd name="connsiteY99" fmla="*/ 18738 h 479093"/>
                <a:gd name="connsiteX100" fmla="*/ 149657 w 550040"/>
                <a:gd name="connsiteY100" fmla="*/ 4200 h 479093"/>
                <a:gd name="connsiteX101" fmla="*/ 204592 w 550040"/>
                <a:gd name="connsiteY101" fmla="*/ 475 h 47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50040" h="479093">
                  <a:moveTo>
                    <a:pt x="463215" y="307653"/>
                  </a:moveTo>
                  <a:cubicBezTo>
                    <a:pt x="471539" y="313666"/>
                    <a:pt x="477767" y="320474"/>
                    <a:pt x="482224" y="328863"/>
                  </a:cubicBezTo>
                  <a:cubicBezTo>
                    <a:pt x="498309" y="359136"/>
                    <a:pt x="497823" y="389347"/>
                    <a:pt x="481708" y="419451"/>
                  </a:cubicBezTo>
                  <a:cubicBezTo>
                    <a:pt x="478096" y="426199"/>
                    <a:pt x="473111" y="431839"/>
                    <a:pt x="467408" y="436862"/>
                  </a:cubicBezTo>
                  <a:cubicBezTo>
                    <a:pt x="464386" y="439526"/>
                    <a:pt x="461336" y="439769"/>
                    <a:pt x="458626" y="437165"/>
                  </a:cubicBezTo>
                  <a:cubicBezTo>
                    <a:pt x="451849" y="430656"/>
                    <a:pt x="445272" y="423937"/>
                    <a:pt x="438895" y="417581"/>
                  </a:cubicBezTo>
                  <a:cubicBezTo>
                    <a:pt x="439557" y="411356"/>
                    <a:pt x="441792" y="407109"/>
                    <a:pt x="445157" y="402880"/>
                  </a:cubicBezTo>
                  <a:cubicBezTo>
                    <a:pt x="452706" y="393389"/>
                    <a:pt x="456627" y="382433"/>
                    <a:pt x="455635" y="370070"/>
                  </a:cubicBezTo>
                  <a:cubicBezTo>
                    <a:pt x="454817" y="359877"/>
                    <a:pt x="450112" y="351233"/>
                    <a:pt x="444807" y="342809"/>
                  </a:cubicBezTo>
                  <a:cubicBezTo>
                    <a:pt x="442828" y="339667"/>
                    <a:pt x="441088" y="336376"/>
                    <a:pt x="439610" y="332213"/>
                  </a:cubicBezTo>
                  <a:cubicBezTo>
                    <a:pt x="447572" y="323556"/>
                    <a:pt x="455164" y="315839"/>
                    <a:pt x="463215" y="307653"/>
                  </a:cubicBezTo>
                  <a:close/>
                  <a:moveTo>
                    <a:pt x="504699" y="268600"/>
                  </a:moveTo>
                  <a:cubicBezTo>
                    <a:pt x="505975" y="269062"/>
                    <a:pt x="507458" y="270666"/>
                    <a:pt x="509922" y="273672"/>
                  </a:cubicBezTo>
                  <a:cubicBezTo>
                    <a:pt x="527067" y="291421"/>
                    <a:pt x="538798" y="311204"/>
                    <a:pt x="544659" y="334104"/>
                  </a:cubicBezTo>
                  <a:cubicBezTo>
                    <a:pt x="556469" y="380252"/>
                    <a:pt x="548978" y="423009"/>
                    <a:pt x="520834" y="461759"/>
                  </a:cubicBezTo>
                  <a:cubicBezTo>
                    <a:pt x="516961" y="467092"/>
                    <a:pt x="512511" y="472015"/>
                    <a:pt x="508197" y="477015"/>
                  </a:cubicBezTo>
                  <a:cubicBezTo>
                    <a:pt x="506155" y="479381"/>
                    <a:pt x="501475" y="479895"/>
                    <a:pt x="499178" y="477678"/>
                  </a:cubicBezTo>
                  <a:cubicBezTo>
                    <a:pt x="492708" y="471435"/>
                    <a:pt x="486249" y="465135"/>
                    <a:pt x="480395" y="458331"/>
                  </a:cubicBezTo>
                  <a:cubicBezTo>
                    <a:pt x="479055" y="456773"/>
                    <a:pt x="479025" y="452077"/>
                    <a:pt x="480359" y="450594"/>
                  </a:cubicBezTo>
                  <a:cubicBezTo>
                    <a:pt x="484765" y="445700"/>
                    <a:pt x="486386" y="439222"/>
                    <a:pt x="491478" y="434507"/>
                  </a:cubicBezTo>
                  <a:cubicBezTo>
                    <a:pt x="498019" y="428452"/>
                    <a:pt x="501331" y="419741"/>
                    <a:pt x="504762" y="411355"/>
                  </a:cubicBezTo>
                  <a:cubicBezTo>
                    <a:pt x="509480" y="399825"/>
                    <a:pt x="512122" y="387694"/>
                    <a:pt x="512486" y="375586"/>
                  </a:cubicBezTo>
                  <a:cubicBezTo>
                    <a:pt x="512897" y="361975"/>
                    <a:pt x="510212" y="348323"/>
                    <a:pt x="504423" y="335680"/>
                  </a:cubicBezTo>
                  <a:cubicBezTo>
                    <a:pt x="498771" y="323335"/>
                    <a:pt x="492298" y="311521"/>
                    <a:pt x="482512" y="301756"/>
                  </a:cubicBezTo>
                  <a:cubicBezTo>
                    <a:pt x="477516" y="296770"/>
                    <a:pt x="477679" y="293559"/>
                    <a:pt x="482580" y="288421"/>
                  </a:cubicBezTo>
                  <a:cubicBezTo>
                    <a:pt x="488465" y="282252"/>
                    <a:pt x="494559" y="276275"/>
                    <a:pt x="500721" y="270381"/>
                  </a:cubicBezTo>
                  <a:cubicBezTo>
                    <a:pt x="502354" y="268819"/>
                    <a:pt x="503423" y="268139"/>
                    <a:pt x="504699" y="268600"/>
                  </a:cubicBezTo>
                  <a:close/>
                  <a:moveTo>
                    <a:pt x="204592" y="475"/>
                  </a:moveTo>
                  <a:cubicBezTo>
                    <a:pt x="229388" y="2334"/>
                    <a:pt x="254252" y="4211"/>
                    <a:pt x="278313" y="11492"/>
                  </a:cubicBezTo>
                  <a:cubicBezTo>
                    <a:pt x="300490" y="18203"/>
                    <a:pt x="320847" y="27969"/>
                    <a:pt x="339345" y="42260"/>
                  </a:cubicBezTo>
                  <a:cubicBezTo>
                    <a:pt x="362431" y="60097"/>
                    <a:pt x="378212" y="83042"/>
                    <a:pt x="389387" y="109385"/>
                  </a:cubicBezTo>
                  <a:cubicBezTo>
                    <a:pt x="392848" y="117545"/>
                    <a:pt x="394896" y="126622"/>
                    <a:pt x="395850" y="135466"/>
                  </a:cubicBezTo>
                  <a:cubicBezTo>
                    <a:pt x="397997" y="155384"/>
                    <a:pt x="400383" y="175361"/>
                    <a:pt x="399396" y="195464"/>
                  </a:cubicBezTo>
                  <a:cubicBezTo>
                    <a:pt x="399057" y="202379"/>
                    <a:pt x="401032" y="208318"/>
                    <a:pt x="404526" y="214047"/>
                  </a:cubicBezTo>
                  <a:cubicBezTo>
                    <a:pt x="411350" y="225232"/>
                    <a:pt x="418288" y="236355"/>
                    <a:pt x="424784" y="247729"/>
                  </a:cubicBezTo>
                  <a:cubicBezTo>
                    <a:pt x="430940" y="258506"/>
                    <a:pt x="435303" y="269776"/>
                    <a:pt x="434731" y="282706"/>
                  </a:cubicBezTo>
                  <a:cubicBezTo>
                    <a:pt x="434081" y="297390"/>
                    <a:pt x="426836" y="307617"/>
                    <a:pt x="412760" y="311369"/>
                  </a:cubicBezTo>
                  <a:cubicBezTo>
                    <a:pt x="404059" y="313689"/>
                    <a:pt x="395318" y="315903"/>
                    <a:pt x="386133" y="315085"/>
                  </a:cubicBezTo>
                  <a:cubicBezTo>
                    <a:pt x="383352" y="314837"/>
                    <a:pt x="380514" y="315223"/>
                    <a:pt x="376878" y="315346"/>
                  </a:cubicBezTo>
                  <a:cubicBezTo>
                    <a:pt x="376478" y="318964"/>
                    <a:pt x="375847" y="322069"/>
                    <a:pt x="375836" y="325177"/>
                  </a:cubicBezTo>
                  <a:cubicBezTo>
                    <a:pt x="375752" y="349006"/>
                    <a:pt x="374874" y="372881"/>
                    <a:pt x="376045" y="396652"/>
                  </a:cubicBezTo>
                  <a:cubicBezTo>
                    <a:pt x="377225" y="420585"/>
                    <a:pt x="359390" y="440799"/>
                    <a:pt x="339474" y="446154"/>
                  </a:cubicBezTo>
                  <a:cubicBezTo>
                    <a:pt x="330835" y="448476"/>
                    <a:pt x="321868" y="450239"/>
                    <a:pt x="312964" y="450737"/>
                  </a:cubicBezTo>
                  <a:cubicBezTo>
                    <a:pt x="303631" y="451258"/>
                    <a:pt x="294155" y="451954"/>
                    <a:pt x="284767" y="449724"/>
                  </a:cubicBezTo>
                  <a:cubicBezTo>
                    <a:pt x="280864" y="448797"/>
                    <a:pt x="276589" y="449325"/>
                    <a:pt x="272485" y="449377"/>
                  </a:cubicBezTo>
                  <a:cubicBezTo>
                    <a:pt x="262803" y="449503"/>
                    <a:pt x="261456" y="450504"/>
                    <a:pt x="258992" y="460028"/>
                  </a:cubicBezTo>
                  <a:cubicBezTo>
                    <a:pt x="257785" y="464692"/>
                    <a:pt x="257033" y="469474"/>
                    <a:pt x="256136" y="473901"/>
                  </a:cubicBezTo>
                  <a:cubicBezTo>
                    <a:pt x="244478" y="475627"/>
                    <a:pt x="224491" y="475509"/>
                    <a:pt x="214528" y="473700"/>
                  </a:cubicBezTo>
                  <a:cubicBezTo>
                    <a:pt x="212913" y="466559"/>
                    <a:pt x="213854" y="459390"/>
                    <a:pt x="215290" y="452144"/>
                  </a:cubicBezTo>
                  <a:cubicBezTo>
                    <a:pt x="218342" y="436748"/>
                    <a:pt x="225095" y="423614"/>
                    <a:pt x="237377" y="413456"/>
                  </a:cubicBezTo>
                  <a:cubicBezTo>
                    <a:pt x="244022" y="407959"/>
                    <a:pt x="251757" y="405476"/>
                    <a:pt x="260007" y="405133"/>
                  </a:cubicBezTo>
                  <a:cubicBezTo>
                    <a:pt x="267736" y="404812"/>
                    <a:pt x="275481" y="405163"/>
                    <a:pt x="283294" y="406023"/>
                  </a:cubicBezTo>
                  <a:cubicBezTo>
                    <a:pt x="294657" y="407274"/>
                    <a:pt x="306249" y="406588"/>
                    <a:pt x="317739" y="406444"/>
                  </a:cubicBezTo>
                  <a:cubicBezTo>
                    <a:pt x="320104" y="406415"/>
                    <a:pt x="322468" y="405185"/>
                    <a:pt x="324807" y="404426"/>
                  </a:cubicBezTo>
                  <a:cubicBezTo>
                    <a:pt x="330127" y="402700"/>
                    <a:pt x="332772" y="398929"/>
                    <a:pt x="333042" y="393415"/>
                  </a:cubicBezTo>
                  <a:cubicBezTo>
                    <a:pt x="333102" y="392184"/>
                    <a:pt x="333092" y="390950"/>
                    <a:pt x="333092" y="389717"/>
                  </a:cubicBezTo>
                  <a:cubicBezTo>
                    <a:pt x="333095" y="363834"/>
                    <a:pt x="333138" y="337951"/>
                    <a:pt x="333040" y="312067"/>
                  </a:cubicBezTo>
                  <a:cubicBezTo>
                    <a:pt x="333028" y="308825"/>
                    <a:pt x="332368" y="305571"/>
                    <a:pt x="331841" y="302350"/>
                  </a:cubicBezTo>
                  <a:cubicBezTo>
                    <a:pt x="330963" y="296976"/>
                    <a:pt x="331292" y="291757"/>
                    <a:pt x="333099" y="286586"/>
                  </a:cubicBezTo>
                  <a:cubicBezTo>
                    <a:pt x="336947" y="275575"/>
                    <a:pt x="346160" y="270234"/>
                    <a:pt x="357996" y="272060"/>
                  </a:cubicBezTo>
                  <a:cubicBezTo>
                    <a:pt x="366550" y="273379"/>
                    <a:pt x="375131" y="272921"/>
                    <a:pt x="384467" y="272156"/>
                  </a:cubicBezTo>
                  <a:cubicBezTo>
                    <a:pt x="384344" y="269995"/>
                    <a:pt x="384848" y="267792"/>
                    <a:pt x="384031" y="266324"/>
                  </a:cubicBezTo>
                  <a:cubicBezTo>
                    <a:pt x="379482" y="258156"/>
                    <a:pt x="374565" y="250194"/>
                    <a:pt x="369865" y="242107"/>
                  </a:cubicBezTo>
                  <a:cubicBezTo>
                    <a:pt x="363673" y="231451"/>
                    <a:pt x="358042" y="220530"/>
                    <a:pt x="356239" y="208136"/>
                  </a:cubicBezTo>
                  <a:cubicBezTo>
                    <a:pt x="355595" y="203706"/>
                    <a:pt x="355187" y="199187"/>
                    <a:pt x="355256" y="194718"/>
                  </a:cubicBezTo>
                  <a:cubicBezTo>
                    <a:pt x="355532" y="177081"/>
                    <a:pt x="354080" y="159597"/>
                    <a:pt x="352317" y="142050"/>
                  </a:cubicBezTo>
                  <a:cubicBezTo>
                    <a:pt x="350680" y="125747"/>
                    <a:pt x="343102" y="112549"/>
                    <a:pt x="333601" y="100257"/>
                  </a:cubicBezTo>
                  <a:cubicBezTo>
                    <a:pt x="326476" y="91040"/>
                    <a:pt x="317397" y="83576"/>
                    <a:pt x="308574" y="75842"/>
                  </a:cubicBezTo>
                  <a:cubicBezTo>
                    <a:pt x="292847" y="62055"/>
                    <a:pt x="274028" y="55796"/>
                    <a:pt x="254585" y="50839"/>
                  </a:cubicBezTo>
                  <a:cubicBezTo>
                    <a:pt x="228163" y="44104"/>
                    <a:pt x="201076" y="43704"/>
                    <a:pt x="174051" y="44843"/>
                  </a:cubicBezTo>
                  <a:cubicBezTo>
                    <a:pt x="159278" y="45466"/>
                    <a:pt x="145143" y="50003"/>
                    <a:pt x="131417" y="55534"/>
                  </a:cubicBezTo>
                  <a:cubicBezTo>
                    <a:pt x="118054" y="60918"/>
                    <a:pt x="105263" y="67686"/>
                    <a:pt x="94018" y="76453"/>
                  </a:cubicBezTo>
                  <a:cubicBezTo>
                    <a:pt x="71245" y="94208"/>
                    <a:pt x="53635" y="115994"/>
                    <a:pt x="46789" y="144956"/>
                  </a:cubicBezTo>
                  <a:cubicBezTo>
                    <a:pt x="43770" y="157730"/>
                    <a:pt x="41399" y="170658"/>
                    <a:pt x="42557" y="183794"/>
                  </a:cubicBezTo>
                  <a:cubicBezTo>
                    <a:pt x="44218" y="202624"/>
                    <a:pt x="48405" y="220969"/>
                    <a:pt x="56594" y="238107"/>
                  </a:cubicBezTo>
                  <a:cubicBezTo>
                    <a:pt x="62066" y="249561"/>
                    <a:pt x="68385" y="260608"/>
                    <a:pt x="74213" y="271894"/>
                  </a:cubicBezTo>
                  <a:cubicBezTo>
                    <a:pt x="80601" y="284265"/>
                    <a:pt x="87306" y="296532"/>
                    <a:pt x="89136" y="310662"/>
                  </a:cubicBezTo>
                  <a:cubicBezTo>
                    <a:pt x="89606" y="314290"/>
                    <a:pt x="90143" y="317916"/>
                    <a:pt x="90441" y="321560"/>
                  </a:cubicBezTo>
                  <a:lnTo>
                    <a:pt x="90441" y="321568"/>
                  </a:lnTo>
                  <a:lnTo>
                    <a:pt x="91672" y="339928"/>
                  </a:lnTo>
                  <a:cubicBezTo>
                    <a:pt x="91412" y="346440"/>
                    <a:pt x="91561" y="350680"/>
                    <a:pt x="91710" y="354920"/>
                  </a:cubicBezTo>
                  <a:cubicBezTo>
                    <a:pt x="91361" y="361301"/>
                    <a:pt x="91426" y="365588"/>
                    <a:pt x="91492" y="369875"/>
                  </a:cubicBezTo>
                  <a:cubicBezTo>
                    <a:pt x="91287" y="377001"/>
                    <a:pt x="91278" y="381964"/>
                    <a:pt x="91269" y="386928"/>
                  </a:cubicBezTo>
                  <a:lnTo>
                    <a:pt x="91258" y="387800"/>
                  </a:lnTo>
                  <a:lnTo>
                    <a:pt x="48718" y="387800"/>
                  </a:lnTo>
                  <a:lnTo>
                    <a:pt x="48409" y="374105"/>
                  </a:lnTo>
                  <a:cubicBezTo>
                    <a:pt x="48581" y="367682"/>
                    <a:pt x="48457" y="363372"/>
                    <a:pt x="48334" y="359062"/>
                  </a:cubicBezTo>
                  <a:cubicBezTo>
                    <a:pt x="48621" y="353524"/>
                    <a:pt x="48420" y="350077"/>
                    <a:pt x="48219" y="346630"/>
                  </a:cubicBezTo>
                  <a:cubicBezTo>
                    <a:pt x="47295" y="336998"/>
                    <a:pt x="49209" y="329034"/>
                    <a:pt x="46385" y="321481"/>
                  </a:cubicBezTo>
                  <a:lnTo>
                    <a:pt x="44008" y="314269"/>
                  </a:lnTo>
                  <a:lnTo>
                    <a:pt x="44009" y="314269"/>
                  </a:lnTo>
                  <a:lnTo>
                    <a:pt x="41052" y="305295"/>
                  </a:lnTo>
                  <a:cubicBezTo>
                    <a:pt x="37039" y="296779"/>
                    <a:pt x="32084" y="288714"/>
                    <a:pt x="27787" y="280326"/>
                  </a:cubicBezTo>
                  <a:cubicBezTo>
                    <a:pt x="15805" y="256935"/>
                    <a:pt x="5290" y="233177"/>
                    <a:pt x="1598" y="206634"/>
                  </a:cubicBezTo>
                  <a:cubicBezTo>
                    <a:pt x="-858" y="188971"/>
                    <a:pt x="787" y="171440"/>
                    <a:pt x="0" y="153871"/>
                  </a:cubicBezTo>
                  <a:cubicBezTo>
                    <a:pt x="4131" y="133822"/>
                    <a:pt x="8765" y="114086"/>
                    <a:pt x="18894" y="95817"/>
                  </a:cubicBezTo>
                  <a:cubicBezTo>
                    <a:pt x="24238" y="86176"/>
                    <a:pt x="32206" y="78361"/>
                    <a:pt x="36496" y="68168"/>
                  </a:cubicBezTo>
                  <a:cubicBezTo>
                    <a:pt x="44943" y="60600"/>
                    <a:pt x="50918" y="50253"/>
                    <a:pt x="61966" y="45591"/>
                  </a:cubicBezTo>
                  <a:cubicBezTo>
                    <a:pt x="63047" y="45135"/>
                    <a:pt x="63884" y="44073"/>
                    <a:pt x="64796" y="43250"/>
                  </a:cubicBezTo>
                  <a:cubicBezTo>
                    <a:pt x="76759" y="32447"/>
                    <a:pt x="91034" y="25366"/>
                    <a:pt x="105453" y="18738"/>
                  </a:cubicBezTo>
                  <a:cubicBezTo>
                    <a:pt x="119586" y="12243"/>
                    <a:pt x="134274" y="7052"/>
                    <a:pt x="149657" y="4200"/>
                  </a:cubicBezTo>
                  <a:cubicBezTo>
                    <a:pt x="167822" y="833"/>
                    <a:pt x="186218" y="-904"/>
                    <a:pt x="204592" y="47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41" name="Rectangle 2940">
              <a:extLst>
                <a:ext uri="{FF2B5EF4-FFF2-40B4-BE49-F238E27FC236}">
                  <a16:creationId xmlns:a16="http://schemas.microsoft.com/office/drawing/2014/main" id="{B2A1C296-464D-3396-B455-5AAD5BA81148}"/>
                </a:ext>
                <a:ext uri="{C183D7F6-B498-43B3-948B-1728B52AA6E4}">
                  <adec:decorative xmlns:adec="http://schemas.microsoft.com/office/drawing/2017/decorative" val="1"/>
                </a:ext>
              </a:extLst>
            </p:cNvPr>
            <p:cNvSpPr/>
            <p:nvPr/>
          </p:nvSpPr>
          <p:spPr>
            <a:xfrm>
              <a:off x="9477930" y="6100774"/>
              <a:ext cx="43749" cy="43832"/>
            </a:xfrm>
            <a:prstGeom prst="rect">
              <a:avLst/>
            </a:prstGeom>
            <a:solidFill>
              <a:schemeClr val="accent1"/>
            </a:solidFill>
            <a:ln w="1155" cap="flat">
              <a:noFill/>
              <a:prstDash val="solid"/>
              <a:miter/>
            </a:ln>
          </p:spPr>
          <p:txBody>
            <a:bodyPr rtlCol="0" anchor="ctr"/>
            <a:lstStyle/>
            <a:p>
              <a:endParaRPr lang="en-US" dirty="0"/>
            </a:p>
          </p:txBody>
        </p:sp>
      </p:grpSp>
      <p:grpSp>
        <p:nvGrpSpPr>
          <p:cNvPr id="81" name="Group 80">
            <a:extLst>
              <a:ext uri="{FF2B5EF4-FFF2-40B4-BE49-F238E27FC236}">
                <a16:creationId xmlns:a16="http://schemas.microsoft.com/office/drawing/2014/main" id="{632D9464-D0F9-D1FE-4399-D669AE09E61A}"/>
              </a:ext>
              <a:ext uri="{C183D7F6-B498-43B3-948B-1728B52AA6E4}">
                <adec:decorative xmlns:adec="http://schemas.microsoft.com/office/drawing/2017/decorative" val="1"/>
              </a:ext>
            </a:extLst>
          </p:cNvPr>
          <p:cNvGrpSpPr>
            <a:grpSpLocks noChangeAspect="1"/>
          </p:cNvGrpSpPr>
          <p:nvPr/>
        </p:nvGrpSpPr>
        <p:grpSpPr>
          <a:xfrm>
            <a:off x="9847796" y="5824566"/>
            <a:ext cx="286156" cy="320040"/>
            <a:chOff x="9945472" y="5824566"/>
            <a:chExt cx="286156" cy="320040"/>
          </a:xfrm>
          <a:solidFill>
            <a:srgbClr val="FF0000"/>
          </a:solidFill>
        </p:grpSpPr>
        <p:sp>
          <p:nvSpPr>
            <p:cNvPr id="2960" name="Freeform: Shape 2959">
              <a:extLst>
                <a:ext uri="{FF2B5EF4-FFF2-40B4-BE49-F238E27FC236}">
                  <a16:creationId xmlns:a16="http://schemas.microsoft.com/office/drawing/2014/main" id="{D1612B80-275E-3042-8D6B-EA7A8E08C3FE}"/>
                </a:ext>
                <a:ext uri="{C183D7F6-B498-43B3-948B-1728B52AA6E4}">
                  <adec:decorative xmlns:adec="http://schemas.microsoft.com/office/drawing/2017/decorative" val="1"/>
                </a:ext>
              </a:extLst>
            </p:cNvPr>
            <p:cNvSpPr/>
            <p:nvPr/>
          </p:nvSpPr>
          <p:spPr>
            <a:xfrm>
              <a:off x="9945472" y="5824566"/>
              <a:ext cx="286156" cy="312711"/>
            </a:xfrm>
            <a:custGeom>
              <a:avLst/>
              <a:gdLst>
                <a:gd name="connsiteX0" fmla="*/ 172245 w 434780"/>
                <a:gd name="connsiteY0" fmla="*/ 136996 h 475128"/>
                <a:gd name="connsiteX1" fmla="*/ 139220 w 434780"/>
                <a:gd name="connsiteY1" fmla="*/ 153240 h 475128"/>
                <a:gd name="connsiteX2" fmla="*/ 132858 w 434780"/>
                <a:gd name="connsiteY2" fmla="*/ 187715 h 475128"/>
                <a:gd name="connsiteX3" fmla="*/ 158478 w 434780"/>
                <a:gd name="connsiteY3" fmla="*/ 213541 h 475128"/>
                <a:gd name="connsiteX4" fmla="*/ 179169 w 434780"/>
                <a:gd name="connsiteY4" fmla="*/ 215679 h 475128"/>
                <a:gd name="connsiteX5" fmla="*/ 209963 w 434780"/>
                <a:gd name="connsiteY5" fmla="*/ 215710 h 475128"/>
                <a:gd name="connsiteX6" fmla="*/ 229057 w 434780"/>
                <a:gd name="connsiteY6" fmla="*/ 211868 h 475128"/>
                <a:gd name="connsiteX7" fmla="*/ 246174 w 434780"/>
                <a:gd name="connsiteY7" fmla="*/ 155139 h 475128"/>
                <a:gd name="connsiteX8" fmla="*/ 220112 w 434780"/>
                <a:gd name="connsiteY8" fmla="*/ 138493 h 475128"/>
                <a:gd name="connsiteX9" fmla="*/ 172245 w 434780"/>
                <a:gd name="connsiteY9" fmla="*/ 136996 h 475128"/>
                <a:gd name="connsiteX10" fmla="*/ 166026 w 434780"/>
                <a:gd name="connsiteY10" fmla="*/ 99940 h 475128"/>
                <a:gd name="connsiteX11" fmla="*/ 219002 w 434780"/>
                <a:gd name="connsiteY11" fmla="*/ 100049 h 475128"/>
                <a:gd name="connsiteX12" fmla="*/ 265585 w 434780"/>
                <a:gd name="connsiteY12" fmla="*/ 119535 h 475128"/>
                <a:gd name="connsiteX13" fmla="*/ 290757 w 434780"/>
                <a:gd name="connsiteY13" fmla="*/ 176200 h 475128"/>
                <a:gd name="connsiteX14" fmla="*/ 269113 w 434780"/>
                <a:gd name="connsiteY14" fmla="*/ 229116 h 475128"/>
                <a:gd name="connsiteX15" fmla="*/ 239847 w 434780"/>
                <a:gd name="connsiteY15" fmla="*/ 248711 h 475128"/>
                <a:gd name="connsiteX16" fmla="*/ 219543 w 434780"/>
                <a:gd name="connsiteY16" fmla="*/ 252689 h 475128"/>
                <a:gd name="connsiteX17" fmla="*/ 164099 w 434780"/>
                <a:gd name="connsiteY17" fmla="*/ 252580 h 475128"/>
                <a:gd name="connsiteX18" fmla="*/ 148615 w 434780"/>
                <a:gd name="connsiteY18" fmla="*/ 250254 h 475128"/>
                <a:gd name="connsiteX19" fmla="*/ 128845 w 434780"/>
                <a:gd name="connsiteY19" fmla="*/ 242010 h 475128"/>
                <a:gd name="connsiteX20" fmla="*/ 109276 w 434780"/>
                <a:gd name="connsiteY20" fmla="*/ 224011 h 475128"/>
                <a:gd name="connsiteX21" fmla="*/ 93505 w 434780"/>
                <a:gd name="connsiteY21" fmla="*/ 177664 h 475128"/>
                <a:gd name="connsiteX22" fmla="*/ 108845 w 434780"/>
                <a:gd name="connsiteY22" fmla="*/ 129547 h 475128"/>
                <a:gd name="connsiteX23" fmla="*/ 116422 w 434780"/>
                <a:gd name="connsiteY23" fmla="*/ 118682 h 475128"/>
                <a:gd name="connsiteX24" fmla="*/ 166026 w 434780"/>
                <a:gd name="connsiteY24" fmla="*/ 99940 h 475128"/>
                <a:gd name="connsiteX25" fmla="*/ 204592 w 434780"/>
                <a:gd name="connsiteY25" fmla="*/ 475 h 475128"/>
                <a:gd name="connsiteX26" fmla="*/ 278313 w 434780"/>
                <a:gd name="connsiteY26" fmla="*/ 11492 h 475128"/>
                <a:gd name="connsiteX27" fmla="*/ 339344 w 434780"/>
                <a:gd name="connsiteY27" fmla="*/ 42260 h 475128"/>
                <a:gd name="connsiteX28" fmla="*/ 389386 w 434780"/>
                <a:gd name="connsiteY28" fmla="*/ 109385 h 475128"/>
                <a:gd name="connsiteX29" fmla="*/ 395849 w 434780"/>
                <a:gd name="connsiteY29" fmla="*/ 135466 h 475128"/>
                <a:gd name="connsiteX30" fmla="*/ 399395 w 434780"/>
                <a:gd name="connsiteY30" fmla="*/ 195464 h 475128"/>
                <a:gd name="connsiteX31" fmla="*/ 404525 w 434780"/>
                <a:gd name="connsiteY31" fmla="*/ 214047 h 475128"/>
                <a:gd name="connsiteX32" fmla="*/ 424783 w 434780"/>
                <a:gd name="connsiteY32" fmla="*/ 247729 h 475128"/>
                <a:gd name="connsiteX33" fmla="*/ 434730 w 434780"/>
                <a:gd name="connsiteY33" fmla="*/ 282706 h 475128"/>
                <a:gd name="connsiteX34" fmla="*/ 412759 w 434780"/>
                <a:gd name="connsiteY34" fmla="*/ 311369 h 475128"/>
                <a:gd name="connsiteX35" fmla="*/ 386132 w 434780"/>
                <a:gd name="connsiteY35" fmla="*/ 315085 h 475128"/>
                <a:gd name="connsiteX36" fmla="*/ 376877 w 434780"/>
                <a:gd name="connsiteY36" fmla="*/ 315346 h 475128"/>
                <a:gd name="connsiteX37" fmla="*/ 375835 w 434780"/>
                <a:gd name="connsiteY37" fmla="*/ 325177 h 475128"/>
                <a:gd name="connsiteX38" fmla="*/ 376045 w 434780"/>
                <a:gd name="connsiteY38" fmla="*/ 396652 h 475128"/>
                <a:gd name="connsiteX39" fmla="*/ 339474 w 434780"/>
                <a:gd name="connsiteY39" fmla="*/ 446154 h 475128"/>
                <a:gd name="connsiteX40" fmla="*/ 312964 w 434780"/>
                <a:gd name="connsiteY40" fmla="*/ 450737 h 475128"/>
                <a:gd name="connsiteX41" fmla="*/ 284766 w 434780"/>
                <a:gd name="connsiteY41" fmla="*/ 449724 h 475128"/>
                <a:gd name="connsiteX42" fmla="*/ 272484 w 434780"/>
                <a:gd name="connsiteY42" fmla="*/ 449377 h 475128"/>
                <a:gd name="connsiteX43" fmla="*/ 258992 w 434780"/>
                <a:gd name="connsiteY43" fmla="*/ 460028 h 475128"/>
                <a:gd name="connsiteX44" fmla="*/ 256135 w 434780"/>
                <a:gd name="connsiteY44" fmla="*/ 473901 h 475128"/>
                <a:gd name="connsiteX45" fmla="*/ 214528 w 434780"/>
                <a:gd name="connsiteY45" fmla="*/ 473700 h 475128"/>
                <a:gd name="connsiteX46" fmla="*/ 215290 w 434780"/>
                <a:gd name="connsiteY46" fmla="*/ 452144 h 475128"/>
                <a:gd name="connsiteX47" fmla="*/ 237377 w 434780"/>
                <a:gd name="connsiteY47" fmla="*/ 413456 h 475128"/>
                <a:gd name="connsiteX48" fmla="*/ 260006 w 434780"/>
                <a:gd name="connsiteY48" fmla="*/ 405133 h 475128"/>
                <a:gd name="connsiteX49" fmla="*/ 283294 w 434780"/>
                <a:gd name="connsiteY49" fmla="*/ 406023 h 475128"/>
                <a:gd name="connsiteX50" fmla="*/ 317738 w 434780"/>
                <a:gd name="connsiteY50" fmla="*/ 406444 h 475128"/>
                <a:gd name="connsiteX51" fmla="*/ 324806 w 434780"/>
                <a:gd name="connsiteY51" fmla="*/ 404426 h 475128"/>
                <a:gd name="connsiteX52" fmla="*/ 333041 w 434780"/>
                <a:gd name="connsiteY52" fmla="*/ 393415 h 475128"/>
                <a:gd name="connsiteX53" fmla="*/ 333091 w 434780"/>
                <a:gd name="connsiteY53" fmla="*/ 389717 h 475128"/>
                <a:gd name="connsiteX54" fmla="*/ 333039 w 434780"/>
                <a:gd name="connsiteY54" fmla="*/ 312067 h 475128"/>
                <a:gd name="connsiteX55" fmla="*/ 331841 w 434780"/>
                <a:gd name="connsiteY55" fmla="*/ 302350 h 475128"/>
                <a:gd name="connsiteX56" fmla="*/ 333098 w 434780"/>
                <a:gd name="connsiteY56" fmla="*/ 286586 h 475128"/>
                <a:gd name="connsiteX57" fmla="*/ 357996 w 434780"/>
                <a:gd name="connsiteY57" fmla="*/ 272060 h 475128"/>
                <a:gd name="connsiteX58" fmla="*/ 384466 w 434780"/>
                <a:gd name="connsiteY58" fmla="*/ 272156 h 475128"/>
                <a:gd name="connsiteX59" fmla="*/ 384030 w 434780"/>
                <a:gd name="connsiteY59" fmla="*/ 266324 h 475128"/>
                <a:gd name="connsiteX60" fmla="*/ 369864 w 434780"/>
                <a:gd name="connsiteY60" fmla="*/ 242107 h 475128"/>
                <a:gd name="connsiteX61" fmla="*/ 356239 w 434780"/>
                <a:gd name="connsiteY61" fmla="*/ 208136 h 475128"/>
                <a:gd name="connsiteX62" fmla="*/ 355255 w 434780"/>
                <a:gd name="connsiteY62" fmla="*/ 194718 h 475128"/>
                <a:gd name="connsiteX63" fmla="*/ 352317 w 434780"/>
                <a:gd name="connsiteY63" fmla="*/ 142050 h 475128"/>
                <a:gd name="connsiteX64" fmla="*/ 333600 w 434780"/>
                <a:gd name="connsiteY64" fmla="*/ 100257 h 475128"/>
                <a:gd name="connsiteX65" fmla="*/ 308573 w 434780"/>
                <a:gd name="connsiteY65" fmla="*/ 75842 h 475128"/>
                <a:gd name="connsiteX66" fmla="*/ 254584 w 434780"/>
                <a:gd name="connsiteY66" fmla="*/ 50839 h 475128"/>
                <a:gd name="connsiteX67" fmla="*/ 174051 w 434780"/>
                <a:gd name="connsiteY67" fmla="*/ 44843 h 475128"/>
                <a:gd name="connsiteX68" fmla="*/ 131416 w 434780"/>
                <a:gd name="connsiteY68" fmla="*/ 55534 h 475128"/>
                <a:gd name="connsiteX69" fmla="*/ 94018 w 434780"/>
                <a:gd name="connsiteY69" fmla="*/ 76453 h 475128"/>
                <a:gd name="connsiteX70" fmla="*/ 46789 w 434780"/>
                <a:gd name="connsiteY70" fmla="*/ 144956 h 475128"/>
                <a:gd name="connsiteX71" fmla="*/ 42557 w 434780"/>
                <a:gd name="connsiteY71" fmla="*/ 183794 h 475128"/>
                <a:gd name="connsiteX72" fmla="*/ 56594 w 434780"/>
                <a:gd name="connsiteY72" fmla="*/ 238107 h 475128"/>
                <a:gd name="connsiteX73" fmla="*/ 74213 w 434780"/>
                <a:gd name="connsiteY73" fmla="*/ 271894 h 475128"/>
                <a:gd name="connsiteX74" fmla="*/ 89136 w 434780"/>
                <a:gd name="connsiteY74" fmla="*/ 310662 h 475128"/>
                <a:gd name="connsiteX75" fmla="*/ 90441 w 434780"/>
                <a:gd name="connsiteY75" fmla="*/ 321560 h 475128"/>
                <a:gd name="connsiteX76" fmla="*/ 90441 w 434780"/>
                <a:gd name="connsiteY76" fmla="*/ 321568 h 475128"/>
                <a:gd name="connsiteX77" fmla="*/ 91672 w 434780"/>
                <a:gd name="connsiteY77" fmla="*/ 339928 h 475128"/>
                <a:gd name="connsiteX78" fmla="*/ 91710 w 434780"/>
                <a:gd name="connsiteY78" fmla="*/ 354920 h 475128"/>
                <a:gd name="connsiteX79" fmla="*/ 91492 w 434780"/>
                <a:gd name="connsiteY79" fmla="*/ 369875 h 475128"/>
                <a:gd name="connsiteX80" fmla="*/ 91269 w 434780"/>
                <a:gd name="connsiteY80" fmla="*/ 386928 h 475128"/>
                <a:gd name="connsiteX81" fmla="*/ 91258 w 434780"/>
                <a:gd name="connsiteY81" fmla="*/ 387800 h 475128"/>
                <a:gd name="connsiteX82" fmla="*/ 48718 w 434780"/>
                <a:gd name="connsiteY82" fmla="*/ 387800 h 475128"/>
                <a:gd name="connsiteX83" fmla="*/ 48409 w 434780"/>
                <a:gd name="connsiteY83" fmla="*/ 374105 h 475128"/>
                <a:gd name="connsiteX84" fmla="*/ 48334 w 434780"/>
                <a:gd name="connsiteY84" fmla="*/ 359062 h 475128"/>
                <a:gd name="connsiteX85" fmla="*/ 48219 w 434780"/>
                <a:gd name="connsiteY85" fmla="*/ 346630 h 475128"/>
                <a:gd name="connsiteX86" fmla="*/ 46385 w 434780"/>
                <a:gd name="connsiteY86" fmla="*/ 321481 h 475128"/>
                <a:gd name="connsiteX87" fmla="*/ 44008 w 434780"/>
                <a:gd name="connsiteY87" fmla="*/ 314269 h 475128"/>
                <a:gd name="connsiteX88" fmla="*/ 41052 w 434780"/>
                <a:gd name="connsiteY88" fmla="*/ 305295 h 475128"/>
                <a:gd name="connsiteX89" fmla="*/ 27787 w 434780"/>
                <a:gd name="connsiteY89" fmla="*/ 280326 h 475128"/>
                <a:gd name="connsiteX90" fmla="*/ 1598 w 434780"/>
                <a:gd name="connsiteY90" fmla="*/ 206634 h 475128"/>
                <a:gd name="connsiteX91" fmla="*/ 0 w 434780"/>
                <a:gd name="connsiteY91" fmla="*/ 153871 h 475128"/>
                <a:gd name="connsiteX92" fmla="*/ 18894 w 434780"/>
                <a:gd name="connsiteY92" fmla="*/ 95817 h 475128"/>
                <a:gd name="connsiteX93" fmla="*/ 36496 w 434780"/>
                <a:gd name="connsiteY93" fmla="*/ 68168 h 475128"/>
                <a:gd name="connsiteX94" fmla="*/ 61966 w 434780"/>
                <a:gd name="connsiteY94" fmla="*/ 45591 h 475128"/>
                <a:gd name="connsiteX95" fmla="*/ 64796 w 434780"/>
                <a:gd name="connsiteY95" fmla="*/ 43250 h 475128"/>
                <a:gd name="connsiteX96" fmla="*/ 105453 w 434780"/>
                <a:gd name="connsiteY96" fmla="*/ 18738 h 475128"/>
                <a:gd name="connsiteX97" fmla="*/ 149656 w 434780"/>
                <a:gd name="connsiteY97" fmla="*/ 4200 h 475128"/>
                <a:gd name="connsiteX98" fmla="*/ 204592 w 434780"/>
                <a:gd name="connsiteY98" fmla="*/ 475 h 47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34780" h="475128">
                  <a:moveTo>
                    <a:pt x="172245" y="136996"/>
                  </a:moveTo>
                  <a:cubicBezTo>
                    <a:pt x="158966" y="137205"/>
                    <a:pt x="147523" y="142484"/>
                    <a:pt x="139220" y="153240"/>
                  </a:cubicBezTo>
                  <a:cubicBezTo>
                    <a:pt x="131243" y="163574"/>
                    <a:pt x="128124" y="174904"/>
                    <a:pt x="132858" y="187715"/>
                  </a:cubicBezTo>
                  <a:cubicBezTo>
                    <a:pt x="137208" y="199486"/>
                    <a:pt x="144945" y="207920"/>
                    <a:pt x="158478" y="213541"/>
                  </a:cubicBezTo>
                  <a:cubicBezTo>
                    <a:pt x="165275" y="215226"/>
                    <a:pt x="172155" y="215819"/>
                    <a:pt x="179169" y="215679"/>
                  </a:cubicBezTo>
                  <a:cubicBezTo>
                    <a:pt x="189431" y="215474"/>
                    <a:pt x="199707" y="215391"/>
                    <a:pt x="209963" y="215710"/>
                  </a:cubicBezTo>
                  <a:cubicBezTo>
                    <a:pt x="216714" y="215920"/>
                    <a:pt x="222959" y="214405"/>
                    <a:pt x="229057" y="211868"/>
                  </a:cubicBezTo>
                  <a:cubicBezTo>
                    <a:pt x="251194" y="202660"/>
                    <a:pt x="259344" y="175332"/>
                    <a:pt x="246174" y="155139"/>
                  </a:cubicBezTo>
                  <a:cubicBezTo>
                    <a:pt x="239939" y="145579"/>
                    <a:pt x="231108" y="140476"/>
                    <a:pt x="220112" y="138493"/>
                  </a:cubicBezTo>
                  <a:cubicBezTo>
                    <a:pt x="204227" y="135628"/>
                    <a:pt x="188197" y="136745"/>
                    <a:pt x="172245" y="136996"/>
                  </a:cubicBezTo>
                  <a:close/>
                  <a:moveTo>
                    <a:pt x="166026" y="99940"/>
                  </a:moveTo>
                  <a:cubicBezTo>
                    <a:pt x="183686" y="99827"/>
                    <a:pt x="201363" y="99441"/>
                    <a:pt x="219002" y="100049"/>
                  </a:cubicBezTo>
                  <a:cubicBezTo>
                    <a:pt x="236791" y="100663"/>
                    <a:pt x="252336" y="107587"/>
                    <a:pt x="265585" y="119535"/>
                  </a:cubicBezTo>
                  <a:cubicBezTo>
                    <a:pt x="282388" y="134688"/>
                    <a:pt x="290625" y="153863"/>
                    <a:pt x="290757" y="176200"/>
                  </a:cubicBezTo>
                  <a:cubicBezTo>
                    <a:pt x="290877" y="196611"/>
                    <a:pt x="284280" y="214491"/>
                    <a:pt x="269113" y="229116"/>
                  </a:cubicBezTo>
                  <a:cubicBezTo>
                    <a:pt x="260412" y="237504"/>
                    <a:pt x="251622" y="245113"/>
                    <a:pt x="239847" y="248711"/>
                  </a:cubicBezTo>
                  <a:cubicBezTo>
                    <a:pt x="233196" y="250743"/>
                    <a:pt x="226589" y="252703"/>
                    <a:pt x="219543" y="252689"/>
                  </a:cubicBezTo>
                  <a:cubicBezTo>
                    <a:pt x="201061" y="252650"/>
                    <a:pt x="182577" y="252816"/>
                    <a:pt x="164099" y="252580"/>
                  </a:cubicBezTo>
                  <a:cubicBezTo>
                    <a:pt x="159254" y="252518"/>
                    <a:pt x="154424" y="251285"/>
                    <a:pt x="148615" y="250254"/>
                  </a:cubicBezTo>
                  <a:cubicBezTo>
                    <a:pt x="141560" y="246924"/>
                    <a:pt x="134871" y="245915"/>
                    <a:pt x="128845" y="242010"/>
                  </a:cubicBezTo>
                  <a:cubicBezTo>
                    <a:pt x="121127" y="237009"/>
                    <a:pt x="114987" y="230744"/>
                    <a:pt x="109276" y="224011"/>
                  </a:cubicBezTo>
                  <a:cubicBezTo>
                    <a:pt x="98019" y="210740"/>
                    <a:pt x="93850" y="195119"/>
                    <a:pt x="93505" y="177664"/>
                  </a:cubicBezTo>
                  <a:cubicBezTo>
                    <a:pt x="93147" y="159535"/>
                    <a:pt x="98509" y="143996"/>
                    <a:pt x="108845" y="129547"/>
                  </a:cubicBezTo>
                  <a:cubicBezTo>
                    <a:pt x="111405" y="125967"/>
                    <a:pt x="112461" y="121194"/>
                    <a:pt x="116422" y="118682"/>
                  </a:cubicBezTo>
                  <a:cubicBezTo>
                    <a:pt x="131653" y="109026"/>
                    <a:pt x="147214" y="100061"/>
                    <a:pt x="166026" y="99940"/>
                  </a:cubicBezTo>
                  <a:close/>
                  <a:moveTo>
                    <a:pt x="204592" y="475"/>
                  </a:moveTo>
                  <a:cubicBezTo>
                    <a:pt x="229388" y="2334"/>
                    <a:pt x="254251" y="4211"/>
                    <a:pt x="278313" y="11492"/>
                  </a:cubicBezTo>
                  <a:cubicBezTo>
                    <a:pt x="300489" y="18203"/>
                    <a:pt x="320846" y="27969"/>
                    <a:pt x="339344" y="42260"/>
                  </a:cubicBezTo>
                  <a:cubicBezTo>
                    <a:pt x="362431" y="60097"/>
                    <a:pt x="378211" y="83042"/>
                    <a:pt x="389386" y="109385"/>
                  </a:cubicBezTo>
                  <a:cubicBezTo>
                    <a:pt x="392847" y="117545"/>
                    <a:pt x="394895" y="126622"/>
                    <a:pt x="395849" y="135466"/>
                  </a:cubicBezTo>
                  <a:cubicBezTo>
                    <a:pt x="397996" y="155384"/>
                    <a:pt x="400382" y="175361"/>
                    <a:pt x="399395" y="195464"/>
                  </a:cubicBezTo>
                  <a:cubicBezTo>
                    <a:pt x="399056" y="202379"/>
                    <a:pt x="401031" y="208318"/>
                    <a:pt x="404525" y="214047"/>
                  </a:cubicBezTo>
                  <a:cubicBezTo>
                    <a:pt x="411349" y="225232"/>
                    <a:pt x="418287" y="236355"/>
                    <a:pt x="424783" y="247729"/>
                  </a:cubicBezTo>
                  <a:cubicBezTo>
                    <a:pt x="430939" y="258506"/>
                    <a:pt x="435302" y="269776"/>
                    <a:pt x="434730" y="282706"/>
                  </a:cubicBezTo>
                  <a:cubicBezTo>
                    <a:pt x="434080" y="297390"/>
                    <a:pt x="426835" y="307617"/>
                    <a:pt x="412759" y="311369"/>
                  </a:cubicBezTo>
                  <a:cubicBezTo>
                    <a:pt x="404058" y="313689"/>
                    <a:pt x="395317" y="315903"/>
                    <a:pt x="386132" y="315085"/>
                  </a:cubicBezTo>
                  <a:cubicBezTo>
                    <a:pt x="383351" y="314837"/>
                    <a:pt x="380513" y="315223"/>
                    <a:pt x="376877" y="315346"/>
                  </a:cubicBezTo>
                  <a:cubicBezTo>
                    <a:pt x="376477" y="318964"/>
                    <a:pt x="375846" y="322069"/>
                    <a:pt x="375835" y="325177"/>
                  </a:cubicBezTo>
                  <a:cubicBezTo>
                    <a:pt x="375751" y="349006"/>
                    <a:pt x="374873" y="372881"/>
                    <a:pt x="376045" y="396652"/>
                  </a:cubicBezTo>
                  <a:cubicBezTo>
                    <a:pt x="377224" y="420585"/>
                    <a:pt x="359389" y="440799"/>
                    <a:pt x="339474" y="446154"/>
                  </a:cubicBezTo>
                  <a:cubicBezTo>
                    <a:pt x="330834" y="448476"/>
                    <a:pt x="321867" y="450239"/>
                    <a:pt x="312964" y="450737"/>
                  </a:cubicBezTo>
                  <a:cubicBezTo>
                    <a:pt x="303631" y="451258"/>
                    <a:pt x="294154" y="451954"/>
                    <a:pt x="284766" y="449724"/>
                  </a:cubicBezTo>
                  <a:cubicBezTo>
                    <a:pt x="280863" y="448797"/>
                    <a:pt x="276588" y="449325"/>
                    <a:pt x="272484" y="449377"/>
                  </a:cubicBezTo>
                  <a:cubicBezTo>
                    <a:pt x="262803" y="449503"/>
                    <a:pt x="261455" y="450504"/>
                    <a:pt x="258992" y="460028"/>
                  </a:cubicBezTo>
                  <a:cubicBezTo>
                    <a:pt x="257785" y="464692"/>
                    <a:pt x="257032" y="469474"/>
                    <a:pt x="256135" y="473901"/>
                  </a:cubicBezTo>
                  <a:cubicBezTo>
                    <a:pt x="244477" y="475627"/>
                    <a:pt x="224490" y="475509"/>
                    <a:pt x="214528" y="473700"/>
                  </a:cubicBezTo>
                  <a:cubicBezTo>
                    <a:pt x="212913" y="466559"/>
                    <a:pt x="213854" y="459390"/>
                    <a:pt x="215290" y="452144"/>
                  </a:cubicBezTo>
                  <a:cubicBezTo>
                    <a:pt x="218342" y="436748"/>
                    <a:pt x="225095" y="423614"/>
                    <a:pt x="237377" y="413456"/>
                  </a:cubicBezTo>
                  <a:cubicBezTo>
                    <a:pt x="244022" y="407959"/>
                    <a:pt x="251756" y="405476"/>
                    <a:pt x="260006" y="405133"/>
                  </a:cubicBezTo>
                  <a:cubicBezTo>
                    <a:pt x="267735" y="404812"/>
                    <a:pt x="275481" y="405163"/>
                    <a:pt x="283294" y="406023"/>
                  </a:cubicBezTo>
                  <a:cubicBezTo>
                    <a:pt x="294657" y="407274"/>
                    <a:pt x="306248" y="406588"/>
                    <a:pt x="317738" y="406444"/>
                  </a:cubicBezTo>
                  <a:cubicBezTo>
                    <a:pt x="320103" y="406415"/>
                    <a:pt x="322468" y="405185"/>
                    <a:pt x="324806" y="404426"/>
                  </a:cubicBezTo>
                  <a:cubicBezTo>
                    <a:pt x="330127" y="402700"/>
                    <a:pt x="332772" y="398929"/>
                    <a:pt x="333041" y="393415"/>
                  </a:cubicBezTo>
                  <a:cubicBezTo>
                    <a:pt x="333101" y="392184"/>
                    <a:pt x="333091" y="390950"/>
                    <a:pt x="333091" y="389717"/>
                  </a:cubicBezTo>
                  <a:cubicBezTo>
                    <a:pt x="333094" y="363834"/>
                    <a:pt x="333137" y="337951"/>
                    <a:pt x="333039" y="312067"/>
                  </a:cubicBezTo>
                  <a:cubicBezTo>
                    <a:pt x="333027" y="308825"/>
                    <a:pt x="332368" y="305571"/>
                    <a:pt x="331841" y="302350"/>
                  </a:cubicBezTo>
                  <a:cubicBezTo>
                    <a:pt x="330962" y="296976"/>
                    <a:pt x="331291" y="291757"/>
                    <a:pt x="333098" y="286586"/>
                  </a:cubicBezTo>
                  <a:cubicBezTo>
                    <a:pt x="336946" y="275575"/>
                    <a:pt x="346159" y="270234"/>
                    <a:pt x="357996" y="272060"/>
                  </a:cubicBezTo>
                  <a:cubicBezTo>
                    <a:pt x="366549" y="273379"/>
                    <a:pt x="375130" y="272921"/>
                    <a:pt x="384466" y="272156"/>
                  </a:cubicBezTo>
                  <a:cubicBezTo>
                    <a:pt x="384344" y="269995"/>
                    <a:pt x="384847" y="267792"/>
                    <a:pt x="384030" y="266324"/>
                  </a:cubicBezTo>
                  <a:cubicBezTo>
                    <a:pt x="379481" y="258156"/>
                    <a:pt x="374564" y="250194"/>
                    <a:pt x="369864" y="242107"/>
                  </a:cubicBezTo>
                  <a:cubicBezTo>
                    <a:pt x="363672" y="231451"/>
                    <a:pt x="358041" y="220530"/>
                    <a:pt x="356239" y="208136"/>
                  </a:cubicBezTo>
                  <a:cubicBezTo>
                    <a:pt x="355594" y="203706"/>
                    <a:pt x="355186" y="199187"/>
                    <a:pt x="355255" y="194718"/>
                  </a:cubicBezTo>
                  <a:cubicBezTo>
                    <a:pt x="355531" y="177081"/>
                    <a:pt x="354079" y="159597"/>
                    <a:pt x="352317" y="142050"/>
                  </a:cubicBezTo>
                  <a:cubicBezTo>
                    <a:pt x="350679" y="125747"/>
                    <a:pt x="343101" y="112549"/>
                    <a:pt x="333600" y="100257"/>
                  </a:cubicBezTo>
                  <a:cubicBezTo>
                    <a:pt x="326475" y="91040"/>
                    <a:pt x="317397" y="83576"/>
                    <a:pt x="308573" y="75842"/>
                  </a:cubicBezTo>
                  <a:cubicBezTo>
                    <a:pt x="292846" y="62055"/>
                    <a:pt x="274028" y="55796"/>
                    <a:pt x="254584" y="50839"/>
                  </a:cubicBezTo>
                  <a:cubicBezTo>
                    <a:pt x="228163" y="44104"/>
                    <a:pt x="201075" y="43704"/>
                    <a:pt x="174051" y="44843"/>
                  </a:cubicBezTo>
                  <a:cubicBezTo>
                    <a:pt x="159278" y="45466"/>
                    <a:pt x="145143" y="50003"/>
                    <a:pt x="131416" y="55534"/>
                  </a:cubicBezTo>
                  <a:cubicBezTo>
                    <a:pt x="118054" y="60918"/>
                    <a:pt x="105263" y="67686"/>
                    <a:pt x="94018" y="76453"/>
                  </a:cubicBezTo>
                  <a:cubicBezTo>
                    <a:pt x="71245" y="94208"/>
                    <a:pt x="53635" y="115994"/>
                    <a:pt x="46789" y="144956"/>
                  </a:cubicBezTo>
                  <a:cubicBezTo>
                    <a:pt x="43770" y="157730"/>
                    <a:pt x="41399" y="170658"/>
                    <a:pt x="42557" y="183794"/>
                  </a:cubicBezTo>
                  <a:cubicBezTo>
                    <a:pt x="44218" y="202624"/>
                    <a:pt x="48405" y="220969"/>
                    <a:pt x="56594" y="238107"/>
                  </a:cubicBezTo>
                  <a:cubicBezTo>
                    <a:pt x="62066" y="249561"/>
                    <a:pt x="68385" y="260608"/>
                    <a:pt x="74213" y="271894"/>
                  </a:cubicBezTo>
                  <a:cubicBezTo>
                    <a:pt x="80600" y="284265"/>
                    <a:pt x="87306" y="296532"/>
                    <a:pt x="89136" y="310662"/>
                  </a:cubicBezTo>
                  <a:cubicBezTo>
                    <a:pt x="89606" y="314290"/>
                    <a:pt x="90143" y="317916"/>
                    <a:pt x="90441" y="321560"/>
                  </a:cubicBezTo>
                  <a:lnTo>
                    <a:pt x="90441" y="321568"/>
                  </a:lnTo>
                  <a:lnTo>
                    <a:pt x="91672" y="339928"/>
                  </a:lnTo>
                  <a:cubicBezTo>
                    <a:pt x="91412" y="346440"/>
                    <a:pt x="91561" y="350680"/>
                    <a:pt x="91710" y="354920"/>
                  </a:cubicBezTo>
                  <a:cubicBezTo>
                    <a:pt x="91360" y="361301"/>
                    <a:pt x="91426" y="365588"/>
                    <a:pt x="91492" y="369875"/>
                  </a:cubicBezTo>
                  <a:cubicBezTo>
                    <a:pt x="91287" y="377001"/>
                    <a:pt x="91278" y="381964"/>
                    <a:pt x="91269" y="386928"/>
                  </a:cubicBezTo>
                  <a:lnTo>
                    <a:pt x="91258" y="387800"/>
                  </a:lnTo>
                  <a:lnTo>
                    <a:pt x="48718" y="387800"/>
                  </a:lnTo>
                  <a:lnTo>
                    <a:pt x="48409" y="374105"/>
                  </a:lnTo>
                  <a:cubicBezTo>
                    <a:pt x="48581" y="367682"/>
                    <a:pt x="48457" y="363372"/>
                    <a:pt x="48334" y="359062"/>
                  </a:cubicBezTo>
                  <a:cubicBezTo>
                    <a:pt x="48621" y="353524"/>
                    <a:pt x="48420" y="350077"/>
                    <a:pt x="48219" y="346630"/>
                  </a:cubicBezTo>
                  <a:cubicBezTo>
                    <a:pt x="47295" y="336998"/>
                    <a:pt x="49209" y="329034"/>
                    <a:pt x="46385" y="321481"/>
                  </a:cubicBezTo>
                  <a:lnTo>
                    <a:pt x="44008" y="314269"/>
                  </a:lnTo>
                  <a:lnTo>
                    <a:pt x="41052" y="305295"/>
                  </a:lnTo>
                  <a:cubicBezTo>
                    <a:pt x="37039" y="296779"/>
                    <a:pt x="32084" y="288714"/>
                    <a:pt x="27787" y="280326"/>
                  </a:cubicBezTo>
                  <a:cubicBezTo>
                    <a:pt x="15805" y="256935"/>
                    <a:pt x="5290" y="233177"/>
                    <a:pt x="1598" y="206634"/>
                  </a:cubicBezTo>
                  <a:cubicBezTo>
                    <a:pt x="-858" y="188971"/>
                    <a:pt x="787" y="171440"/>
                    <a:pt x="0" y="153871"/>
                  </a:cubicBezTo>
                  <a:cubicBezTo>
                    <a:pt x="4131" y="133822"/>
                    <a:pt x="8765" y="114086"/>
                    <a:pt x="18894" y="95817"/>
                  </a:cubicBezTo>
                  <a:cubicBezTo>
                    <a:pt x="24238" y="86176"/>
                    <a:pt x="32206" y="78361"/>
                    <a:pt x="36496" y="68168"/>
                  </a:cubicBezTo>
                  <a:cubicBezTo>
                    <a:pt x="44943" y="60600"/>
                    <a:pt x="50917" y="50253"/>
                    <a:pt x="61966" y="45591"/>
                  </a:cubicBezTo>
                  <a:cubicBezTo>
                    <a:pt x="63047" y="45135"/>
                    <a:pt x="63884" y="44073"/>
                    <a:pt x="64796" y="43250"/>
                  </a:cubicBezTo>
                  <a:cubicBezTo>
                    <a:pt x="76758" y="32447"/>
                    <a:pt x="91034" y="25366"/>
                    <a:pt x="105453" y="18738"/>
                  </a:cubicBezTo>
                  <a:cubicBezTo>
                    <a:pt x="119586" y="12243"/>
                    <a:pt x="134273" y="7052"/>
                    <a:pt x="149656" y="4200"/>
                  </a:cubicBezTo>
                  <a:cubicBezTo>
                    <a:pt x="167821" y="833"/>
                    <a:pt x="186218" y="-904"/>
                    <a:pt x="204592" y="47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47" name="Rectangle 2946">
              <a:extLst>
                <a:ext uri="{FF2B5EF4-FFF2-40B4-BE49-F238E27FC236}">
                  <a16:creationId xmlns:a16="http://schemas.microsoft.com/office/drawing/2014/main" id="{475AED6C-9F87-83DE-C788-217601973479}"/>
                </a:ext>
                <a:ext uri="{C183D7F6-B498-43B3-948B-1728B52AA6E4}">
                  <adec:decorative xmlns:adec="http://schemas.microsoft.com/office/drawing/2017/decorative" val="1"/>
                </a:ext>
              </a:extLst>
            </p:cNvPr>
            <p:cNvSpPr/>
            <p:nvPr/>
          </p:nvSpPr>
          <p:spPr>
            <a:xfrm>
              <a:off x="9969966" y="6100774"/>
              <a:ext cx="43749" cy="43832"/>
            </a:xfrm>
            <a:prstGeom prst="rect">
              <a:avLst/>
            </a:prstGeom>
            <a:solidFill>
              <a:schemeClr val="accent1"/>
            </a:solidFill>
            <a:ln w="1155" cap="flat">
              <a:noFill/>
              <a:prstDash val="solid"/>
              <a:miter/>
            </a:ln>
          </p:spPr>
          <p:txBody>
            <a:bodyPr rtlCol="0" anchor="ctr"/>
            <a:lstStyle/>
            <a:p>
              <a:endParaRPr lang="en-US" dirty="0"/>
            </a:p>
          </p:txBody>
        </p:sp>
      </p:grpSp>
      <p:grpSp>
        <p:nvGrpSpPr>
          <p:cNvPr id="79" name="Group 78">
            <a:extLst>
              <a:ext uri="{FF2B5EF4-FFF2-40B4-BE49-F238E27FC236}">
                <a16:creationId xmlns:a16="http://schemas.microsoft.com/office/drawing/2014/main" id="{CF9498FE-C5C5-934E-7E98-4C195DBB0500}"/>
              </a:ext>
              <a:ext uri="{C183D7F6-B498-43B3-948B-1728B52AA6E4}">
                <adec:decorative xmlns:adec="http://schemas.microsoft.com/office/drawing/2017/decorative" val="1"/>
              </a:ext>
            </a:extLst>
          </p:cNvPr>
          <p:cNvGrpSpPr>
            <a:grpSpLocks noChangeAspect="1"/>
          </p:cNvGrpSpPr>
          <p:nvPr/>
        </p:nvGrpSpPr>
        <p:grpSpPr>
          <a:xfrm>
            <a:off x="10886102" y="5824566"/>
            <a:ext cx="233999" cy="320040"/>
            <a:chOff x="10918662" y="5824566"/>
            <a:chExt cx="233999" cy="320040"/>
          </a:xfrm>
          <a:solidFill>
            <a:srgbClr val="FF0000"/>
          </a:solidFill>
        </p:grpSpPr>
        <p:sp>
          <p:nvSpPr>
            <p:cNvPr id="2964" name="Freeform: Shape 2963">
              <a:extLst>
                <a:ext uri="{FF2B5EF4-FFF2-40B4-BE49-F238E27FC236}">
                  <a16:creationId xmlns:a16="http://schemas.microsoft.com/office/drawing/2014/main" id="{C5253FCE-F7A7-4B50-2896-F3A12A23FF09}"/>
                </a:ext>
                <a:ext uri="{C183D7F6-B498-43B3-948B-1728B52AA6E4}">
                  <adec:decorative xmlns:adec="http://schemas.microsoft.com/office/drawing/2017/decorative" val="1"/>
                </a:ext>
              </a:extLst>
            </p:cNvPr>
            <p:cNvSpPr/>
            <p:nvPr/>
          </p:nvSpPr>
          <p:spPr>
            <a:xfrm>
              <a:off x="10926391" y="5824566"/>
              <a:ext cx="226270" cy="320040"/>
            </a:xfrm>
            <a:custGeom>
              <a:avLst/>
              <a:gdLst>
                <a:gd name="connsiteX0" fmla="*/ 194284 w 393986"/>
                <a:gd name="connsiteY0" fmla="*/ 82736 h 557260"/>
                <a:gd name="connsiteX1" fmla="*/ 206010 w 393986"/>
                <a:gd name="connsiteY1" fmla="*/ 84522 h 557260"/>
                <a:gd name="connsiteX2" fmla="*/ 241599 w 393986"/>
                <a:gd name="connsiteY2" fmla="*/ 93129 h 557260"/>
                <a:gd name="connsiteX3" fmla="*/ 280720 w 393986"/>
                <a:gd name="connsiteY3" fmla="*/ 120523 h 557260"/>
                <a:gd name="connsiteX4" fmla="*/ 304160 w 393986"/>
                <a:gd name="connsiteY4" fmla="*/ 158556 h 557260"/>
                <a:gd name="connsiteX5" fmla="*/ 310993 w 393986"/>
                <a:gd name="connsiteY5" fmla="*/ 183455 h 557260"/>
                <a:gd name="connsiteX6" fmla="*/ 311407 w 393986"/>
                <a:gd name="connsiteY6" fmla="*/ 190457 h 557260"/>
                <a:gd name="connsiteX7" fmla="*/ 311417 w 393986"/>
                <a:gd name="connsiteY7" fmla="*/ 203546 h 557260"/>
                <a:gd name="connsiteX8" fmla="*/ 293489 w 393986"/>
                <a:gd name="connsiteY8" fmla="*/ 262861 h 557260"/>
                <a:gd name="connsiteX9" fmla="*/ 267571 w 393986"/>
                <a:gd name="connsiteY9" fmla="*/ 291969 h 557260"/>
                <a:gd name="connsiteX10" fmla="*/ 225941 w 393986"/>
                <a:gd name="connsiteY10" fmla="*/ 312863 h 557260"/>
                <a:gd name="connsiteX11" fmla="*/ 204498 w 393986"/>
                <a:gd name="connsiteY11" fmla="*/ 317076 h 557260"/>
                <a:gd name="connsiteX12" fmla="*/ 193772 w 393986"/>
                <a:gd name="connsiteY12" fmla="*/ 316138 h 557260"/>
                <a:gd name="connsiteX13" fmla="*/ 193834 w 393986"/>
                <a:gd name="connsiteY13" fmla="*/ 277974 h 557260"/>
                <a:gd name="connsiteX14" fmla="*/ 210192 w 393986"/>
                <a:gd name="connsiteY14" fmla="*/ 274670 h 557260"/>
                <a:gd name="connsiteX15" fmla="*/ 228100 w 393986"/>
                <a:gd name="connsiteY15" fmla="*/ 268604 h 557260"/>
                <a:gd name="connsiteX16" fmla="*/ 261722 w 393986"/>
                <a:gd name="connsiteY16" fmla="*/ 236878 h 557260"/>
                <a:gd name="connsiteX17" fmla="*/ 270690 w 393986"/>
                <a:gd name="connsiteY17" fmla="*/ 211633 h 557260"/>
                <a:gd name="connsiteX18" fmla="*/ 260558 w 393986"/>
                <a:gd name="connsiteY18" fmla="*/ 161792 h 557260"/>
                <a:gd name="connsiteX19" fmla="*/ 254383 w 393986"/>
                <a:gd name="connsiteY19" fmla="*/ 152703 h 557260"/>
                <a:gd name="connsiteX20" fmla="*/ 247933 w 393986"/>
                <a:gd name="connsiteY20" fmla="*/ 145082 h 557260"/>
                <a:gd name="connsiteX21" fmla="*/ 219958 w 393986"/>
                <a:gd name="connsiteY21" fmla="*/ 127895 h 557260"/>
                <a:gd name="connsiteX22" fmla="*/ 208391 w 393986"/>
                <a:gd name="connsiteY22" fmla="*/ 125093 h 557260"/>
                <a:gd name="connsiteX23" fmla="*/ 196646 w 393986"/>
                <a:gd name="connsiteY23" fmla="*/ 123033 h 557260"/>
                <a:gd name="connsiteX24" fmla="*/ 193667 w 393986"/>
                <a:gd name="connsiteY24" fmla="*/ 122900 h 557260"/>
                <a:gd name="connsiteX25" fmla="*/ 165820 w 393986"/>
                <a:gd name="connsiteY25" fmla="*/ 129909 h 557260"/>
                <a:gd name="connsiteX26" fmla="*/ 140835 w 393986"/>
                <a:gd name="connsiteY26" fmla="*/ 146340 h 557260"/>
                <a:gd name="connsiteX27" fmla="*/ 123512 w 393986"/>
                <a:gd name="connsiteY27" fmla="*/ 174191 h 557260"/>
                <a:gd name="connsiteX28" fmla="*/ 118999 w 393986"/>
                <a:gd name="connsiteY28" fmla="*/ 196567 h 557260"/>
                <a:gd name="connsiteX29" fmla="*/ 118123 w 393986"/>
                <a:gd name="connsiteY29" fmla="*/ 200164 h 557260"/>
                <a:gd name="connsiteX30" fmla="*/ 79520 w 393986"/>
                <a:gd name="connsiteY30" fmla="*/ 199926 h 557260"/>
                <a:gd name="connsiteX31" fmla="*/ 83912 w 393986"/>
                <a:gd name="connsiteY31" fmla="*/ 163159 h 557260"/>
                <a:gd name="connsiteX32" fmla="*/ 99181 w 393986"/>
                <a:gd name="connsiteY32" fmla="*/ 133095 h 557260"/>
                <a:gd name="connsiteX33" fmla="*/ 124930 w 393986"/>
                <a:gd name="connsiteY33" fmla="*/ 106741 h 557260"/>
                <a:gd name="connsiteX34" fmla="*/ 155387 w 393986"/>
                <a:gd name="connsiteY34" fmla="*/ 90062 h 557260"/>
                <a:gd name="connsiteX35" fmla="*/ 181550 w 393986"/>
                <a:gd name="connsiteY35" fmla="*/ 84521 h 557260"/>
                <a:gd name="connsiteX36" fmla="*/ 194284 w 393986"/>
                <a:gd name="connsiteY36" fmla="*/ 82736 h 557260"/>
                <a:gd name="connsiteX37" fmla="*/ 195142 w 393986"/>
                <a:gd name="connsiteY37" fmla="*/ 0 h 557260"/>
                <a:gd name="connsiteX38" fmla="*/ 201526 w 393986"/>
                <a:gd name="connsiteY38" fmla="*/ 1071 h 557260"/>
                <a:gd name="connsiteX39" fmla="*/ 207368 w 393986"/>
                <a:gd name="connsiteY39" fmla="*/ 2123 h 557260"/>
                <a:gd name="connsiteX40" fmla="*/ 263742 w 393986"/>
                <a:gd name="connsiteY40" fmla="*/ 13269 h 557260"/>
                <a:gd name="connsiteX41" fmla="*/ 298758 w 393986"/>
                <a:gd name="connsiteY41" fmla="*/ 30461 h 557260"/>
                <a:gd name="connsiteX42" fmla="*/ 339790 w 393986"/>
                <a:gd name="connsiteY42" fmla="*/ 63650 h 557260"/>
                <a:gd name="connsiteX43" fmla="*/ 362061 w 393986"/>
                <a:gd name="connsiteY43" fmla="*/ 92953 h 557260"/>
                <a:gd name="connsiteX44" fmla="*/ 375012 w 393986"/>
                <a:gd name="connsiteY44" fmla="*/ 116715 h 557260"/>
                <a:gd name="connsiteX45" fmla="*/ 389256 w 393986"/>
                <a:gd name="connsiteY45" fmla="*/ 159112 h 557260"/>
                <a:gd name="connsiteX46" fmla="*/ 391917 w 393986"/>
                <a:gd name="connsiteY46" fmla="*/ 182871 h 557260"/>
                <a:gd name="connsiteX47" fmla="*/ 393058 w 393986"/>
                <a:gd name="connsiteY47" fmla="*/ 190694 h 557260"/>
                <a:gd name="connsiteX48" fmla="*/ 393185 w 393986"/>
                <a:gd name="connsiteY48" fmla="*/ 206574 h 557260"/>
                <a:gd name="connsiteX49" fmla="*/ 391895 w 393986"/>
                <a:gd name="connsiteY49" fmla="*/ 214381 h 557260"/>
                <a:gd name="connsiteX50" fmla="*/ 388144 w 393986"/>
                <a:gd name="connsiteY50" fmla="*/ 242931 h 557260"/>
                <a:gd name="connsiteX51" fmla="*/ 375542 w 393986"/>
                <a:gd name="connsiteY51" fmla="*/ 281768 h 557260"/>
                <a:gd name="connsiteX52" fmla="*/ 361808 w 393986"/>
                <a:gd name="connsiteY52" fmla="*/ 303768 h 557260"/>
                <a:gd name="connsiteX53" fmla="*/ 340323 w 393986"/>
                <a:gd name="connsiteY53" fmla="*/ 327503 h 557260"/>
                <a:gd name="connsiteX54" fmla="*/ 289757 w 393986"/>
                <a:gd name="connsiteY54" fmla="*/ 378033 h 557260"/>
                <a:gd name="connsiteX55" fmla="*/ 251940 w 393986"/>
                <a:gd name="connsiteY55" fmla="*/ 424459 h 557260"/>
                <a:gd name="connsiteX56" fmla="*/ 243565 w 393986"/>
                <a:gd name="connsiteY56" fmla="*/ 447726 h 557260"/>
                <a:gd name="connsiteX57" fmla="*/ 234703 w 393986"/>
                <a:gd name="connsiteY57" fmla="*/ 483368 h 557260"/>
                <a:gd name="connsiteX58" fmla="*/ 220239 w 393986"/>
                <a:gd name="connsiteY58" fmla="*/ 514163 h 557260"/>
                <a:gd name="connsiteX59" fmla="*/ 195085 w 393986"/>
                <a:gd name="connsiteY59" fmla="*/ 539457 h 557260"/>
                <a:gd name="connsiteX60" fmla="*/ 154666 w 393986"/>
                <a:gd name="connsiteY60" fmla="*/ 555917 h 557260"/>
                <a:gd name="connsiteX61" fmla="*/ 150657 w 393986"/>
                <a:gd name="connsiteY61" fmla="*/ 556101 h 557260"/>
                <a:gd name="connsiteX62" fmla="*/ 144632 w 393986"/>
                <a:gd name="connsiteY62" fmla="*/ 556181 h 557260"/>
                <a:gd name="connsiteX63" fmla="*/ 121149 w 393986"/>
                <a:gd name="connsiteY63" fmla="*/ 556429 h 557260"/>
                <a:gd name="connsiteX64" fmla="*/ 86640 w 393986"/>
                <a:gd name="connsiteY64" fmla="*/ 547387 h 557260"/>
                <a:gd name="connsiteX65" fmla="*/ 45096 w 393986"/>
                <a:gd name="connsiteY65" fmla="*/ 514900 h 557260"/>
                <a:gd name="connsiteX66" fmla="*/ 40581 w 393986"/>
                <a:gd name="connsiteY66" fmla="*/ 508327 h 557260"/>
                <a:gd name="connsiteX67" fmla="*/ 27227 w 393986"/>
                <a:gd name="connsiteY67" fmla="*/ 480316 h 557260"/>
                <a:gd name="connsiteX68" fmla="*/ 23301 w 393986"/>
                <a:gd name="connsiteY68" fmla="*/ 461908 h 557260"/>
                <a:gd name="connsiteX69" fmla="*/ 21732 w 393986"/>
                <a:gd name="connsiteY69" fmla="*/ 440027 h 557260"/>
                <a:gd name="connsiteX70" fmla="*/ 22289 w 393986"/>
                <a:gd name="connsiteY70" fmla="*/ 436607 h 557260"/>
                <a:gd name="connsiteX71" fmla="*/ 44935 w 393986"/>
                <a:gd name="connsiteY71" fmla="*/ 435528 h 557260"/>
                <a:gd name="connsiteX72" fmla="*/ 67306 w 393986"/>
                <a:gd name="connsiteY72" fmla="*/ 435661 h 557260"/>
                <a:gd name="connsiteX73" fmla="*/ 68131 w 393986"/>
                <a:gd name="connsiteY73" fmla="*/ 441027 h 557260"/>
                <a:gd name="connsiteX74" fmla="*/ 74924 w 393986"/>
                <a:gd name="connsiteY74" fmla="*/ 472900 h 557260"/>
                <a:gd name="connsiteX75" fmla="*/ 101399 w 393986"/>
                <a:gd name="connsiteY75" fmla="*/ 501918 h 557260"/>
                <a:gd name="connsiteX76" fmla="*/ 130621 w 393986"/>
                <a:gd name="connsiteY76" fmla="*/ 511530 h 557260"/>
                <a:gd name="connsiteX77" fmla="*/ 136630 w 393986"/>
                <a:gd name="connsiteY77" fmla="*/ 511572 h 557260"/>
                <a:gd name="connsiteX78" fmla="*/ 165843 w 393986"/>
                <a:gd name="connsiteY78" fmla="*/ 502025 h 557260"/>
                <a:gd name="connsiteX79" fmla="*/ 183263 w 393986"/>
                <a:gd name="connsiteY79" fmla="*/ 484443 h 557260"/>
                <a:gd name="connsiteX80" fmla="*/ 196769 w 393986"/>
                <a:gd name="connsiteY80" fmla="*/ 446053 h 557260"/>
                <a:gd name="connsiteX81" fmla="*/ 198337 w 393986"/>
                <a:gd name="connsiteY81" fmla="*/ 433221 h 557260"/>
                <a:gd name="connsiteX82" fmla="*/ 216156 w 393986"/>
                <a:gd name="connsiteY82" fmla="*/ 394436 h 557260"/>
                <a:gd name="connsiteX83" fmla="*/ 229730 w 393986"/>
                <a:gd name="connsiteY83" fmla="*/ 374790 h 557260"/>
                <a:gd name="connsiteX84" fmla="*/ 242613 w 393986"/>
                <a:gd name="connsiteY84" fmla="*/ 359504 h 557260"/>
                <a:gd name="connsiteX85" fmla="*/ 273362 w 393986"/>
                <a:gd name="connsiteY85" fmla="*/ 329063 h 557260"/>
                <a:gd name="connsiteX86" fmla="*/ 309700 w 393986"/>
                <a:gd name="connsiteY86" fmla="*/ 294438 h 557260"/>
                <a:gd name="connsiteX87" fmla="*/ 338055 w 393986"/>
                <a:gd name="connsiteY87" fmla="*/ 248964 h 557260"/>
                <a:gd name="connsiteX88" fmla="*/ 344935 w 393986"/>
                <a:gd name="connsiteY88" fmla="*/ 224008 h 557260"/>
                <a:gd name="connsiteX89" fmla="*/ 345280 w 393986"/>
                <a:gd name="connsiteY89" fmla="*/ 218003 h 557260"/>
                <a:gd name="connsiteX90" fmla="*/ 346530 w 393986"/>
                <a:gd name="connsiteY90" fmla="*/ 208166 h 557260"/>
                <a:gd name="connsiteX91" fmla="*/ 346631 w 393986"/>
                <a:gd name="connsiteY91" fmla="*/ 191260 h 557260"/>
                <a:gd name="connsiteX92" fmla="*/ 345374 w 393986"/>
                <a:gd name="connsiteY92" fmla="*/ 185477 h 557260"/>
                <a:gd name="connsiteX93" fmla="*/ 335569 w 393986"/>
                <a:gd name="connsiteY93" fmla="*/ 143944 h 557260"/>
                <a:gd name="connsiteX94" fmla="*/ 314734 w 393986"/>
                <a:gd name="connsiteY94" fmla="*/ 106532 h 557260"/>
                <a:gd name="connsiteX95" fmla="*/ 309262 w 393986"/>
                <a:gd name="connsiteY95" fmla="*/ 100653 h 557260"/>
                <a:gd name="connsiteX96" fmla="*/ 297202 w 393986"/>
                <a:gd name="connsiteY96" fmla="*/ 88510 h 557260"/>
                <a:gd name="connsiteX97" fmla="*/ 270966 w 393986"/>
                <a:gd name="connsiteY97" fmla="*/ 68665 h 557260"/>
                <a:gd name="connsiteX98" fmla="*/ 230572 w 393986"/>
                <a:gd name="connsiteY98" fmla="*/ 51740 h 557260"/>
                <a:gd name="connsiteX99" fmla="*/ 216100 w 393986"/>
                <a:gd name="connsiteY99" fmla="*/ 48744 h 557260"/>
                <a:gd name="connsiteX100" fmla="*/ 202328 w 393986"/>
                <a:gd name="connsiteY100" fmla="*/ 47453 h 557260"/>
                <a:gd name="connsiteX101" fmla="*/ 187471 w 393986"/>
                <a:gd name="connsiteY101" fmla="*/ 47381 h 557260"/>
                <a:gd name="connsiteX102" fmla="*/ 181676 w 393986"/>
                <a:gd name="connsiteY102" fmla="*/ 48623 h 557260"/>
                <a:gd name="connsiteX103" fmla="*/ 140165 w 393986"/>
                <a:gd name="connsiteY103" fmla="*/ 58324 h 557260"/>
                <a:gd name="connsiteX104" fmla="*/ 102742 w 393986"/>
                <a:gd name="connsiteY104" fmla="*/ 79203 h 557260"/>
                <a:gd name="connsiteX105" fmla="*/ 98306 w 393986"/>
                <a:gd name="connsiteY105" fmla="*/ 83270 h 557260"/>
                <a:gd name="connsiteX106" fmla="*/ 85444 w 393986"/>
                <a:gd name="connsiteY106" fmla="*/ 96034 h 557260"/>
                <a:gd name="connsiteX107" fmla="*/ 64356 w 393986"/>
                <a:gd name="connsiteY107" fmla="*/ 123858 h 557260"/>
                <a:gd name="connsiteX108" fmla="*/ 48303 w 393986"/>
                <a:gd name="connsiteY108" fmla="*/ 163398 h 557260"/>
                <a:gd name="connsiteX109" fmla="*/ 47495 w 393986"/>
                <a:gd name="connsiteY109" fmla="*/ 166709 h 557260"/>
                <a:gd name="connsiteX110" fmla="*/ 0 w 393986"/>
                <a:gd name="connsiteY110" fmla="*/ 166709 h 557260"/>
                <a:gd name="connsiteX111" fmla="*/ 319 w 393986"/>
                <a:gd name="connsiteY111" fmla="*/ 164491 h 557260"/>
                <a:gd name="connsiteX112" fmla="*/ 4711 w 393986"/>
                <a:gd name="connsiteY112" fmla="*/ 145598 h 557260"/>
                <a:gd name="connsiteX113" fmla="*/ 21088 w 393986"/>
                <a:gd name="connsiteY113" fmla="*/ 104952 h 557260"/>
                <a:gd name="connsiteX114" fmla="*/ 42107 w 393986"/>
                <a:gd name="connsiteY114" fmla="*/ 73445 h 557260"/>
                <a:gd name="connsiteX115" fmla="*/ 56781 w 393986"/>
                <a:gd name="connsiteY115" fmla="*/ 57047 h 557260"/>
                <a:gd name="connsiteX116" fmla="*/ 89882 w 393986"/>
                <a:gd name="connsiteY116" fmla="*/ 31469 h 557260"/>
                <a:gd name="connsiteX117" fmla="*/ 129381 w 393986"/>
                <a:gd name="connsiteY117" fmla="*/ 12083 h 557260"/>
                <a:gd name="connsiteX118" fmla="*/ 161066 w 393986"/>
                <a:gd name="connsiteY118" fmla="*/ 3917 h 557260"/>
                <a:gd name="connsiteX119" fmla="*/ 183916 w 393986"/>
                <a:gd name="connsiteY119" fmla="*/ 2125 h 557260"/>
                <a:gd name="connsiteX120" fmla="*/ 188772 w 393986"/>
                <a:gd name="connsiteY120" fmla="*/ 1120 h 557260"/>
                <a:gd name="connsiteX121" fmla="*/ 195142 w 393986"/>
                <a:gd name="connsiteY121" fmla="*/ 0 h 55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93986" h="557260">
                  <a:moveTo>
                    <a:pt x="194284" y="82736"/>
                  </a:moveTo>
                  <a:cubicBezTo>
                    <a:pt x="198191" y="82715"/>
                    <a:pt x="202124" y="84637"/>
                    <a:pt x="206010" y="84522"/>
                  </a:cubicBezTo>
                  <a:cubicBezTo>
                    <a:pt x="218719" y="84145"/>
                    <a:pt x="230316" y="88324"/>
                    <a:pt x="241599" y="93129"/>
                  </a:cubicBezTo>
                  <a:cubicBezTo>
                    <a:pt x="256476" y="99465"/>
                    <a:pt x="269952" y="108175"/>
                    <a:pt x="280720" y="120523"/>
                  </a:cubicBezTo>
                  <a:cubicBezTo>
                    <a:pt x="290633" y="131889"/>
                    <a:pt x="299353" y="143914"/>
                    <a:pt x="304160" y="158556"/>
                  </a:cubicBezTo>
                  <a:cubicBezTo>
                    <a:pt x="306857" y="166769"/>
                    <a:pt x="308804" y="175135"/>
                    <a:pt x="310993" y="183455"/>
                  </a:cubicBezTo>
                  <a:cubicBezTo>
                    <a:pt x="311577" y="185673"/>
                    <a:pt x="311377" y="188116"/>
                    <a:pt x="311407" y="190457"/>
                  </a:cubicBezTo>
                  <a:cubicBezTo>
                    <a:pt x="311463" y="194819"/>
                    <a:pt x="311461" y="199183"/>
                    <a:pt x="311417" y="203546"/>
                  </a:cubicBezTo>
                  <a:cubicBezTo>
                    <a:pt x="311198" y="225056"/>
                    <a:pt x="305144" y="244601"/>
                    <a:pt x="293489" y="262861"/>
                  </a:cubicBezTo>
                  <a:cubicBezTo>
                    <a:pt x="286320" y="274093"/>
                    <a:pt x="277439" y="283602"/>
                    <a:pt x="267571" y="291969"/>
                  </a:cubicBezTo>
                  <a:cubicBezTo>
                    <a:pt x="255569" y="302144"/>
                    <a:pt x="241406" y="309123"/>
                    <a:pt x="225941" y="312863"/>
                  </a:cubicBezTo>
                  <a:cubicBezTo>
                    <a:pt x="218865" y="314575"/>
                    <a:pt x="211699" y="316021"/>
                    <a:pt x="204498" y="317076"/>
                  </a:cubicBezTo>
                  <a:cubicBezTo>
                    <a:pt x="200973" y="317593"/>
                    <a:pt x="197152" y="318055"/>
                    <a:pt x="193772" y="316138"/>
                  </a:cubicBezTo>
                  <a:cubicBezTo>
                    <a:pt x="192525" y="307498"/>
                    <a:pt x="192553" y="286319"/>
                    <a:pt x="193834" y="277974"/>
                  </a:cubicBezTo>
                  <a:cubicBezTo>
                    <a:pt x="199240" y="276910"/>
                    <a:pt x="204811" y="276138"/>
                    <a:pt x="210192" y="274670"/>
                  </a:cubicBezTo>
                  <a:cubicBezTo>
                    <a:pt x="216269" y="273013"/>
                    <a:pt x="222468" y="271334"/>
                    <a:pt x="228100" y="268604"/>
                  </a:cubicBezTo>
                  <a:cubicBezTo>
                    <a:pt x="242549" y="261599"/>
                    <a:pt x="253865" y="251082"/>
                    <a:pt x="261722" y="236878"/>
                  </a:cubicBezTo>
                  <a:cubicBezTo>
                    <a:pt x="266129" y="228911"/>
                    <a:pt x="269624" y="220437"/>
                    <a:pt x="270690" y="211633"/>
                  </a:cubicBezTo>
                  <a:cubicBezTo>
                    <a:pt x="272810" y="194113"/>
                    <a:pt x="270791" y="177006"/>
                    <a:pt x="260558" y="161792"/>
                  </a:cubicBezTo>
                  <a:cubicBezTo>
                    <a:pt x="258513" y="158752"/>
                    <a:pt x="256573" y="155634"/>
                    <a:pt x="254383" y="152703"/>
                  </a:cubicBezTo>
                  <a:cubicBezTo>
                    <a:pt x="252391" y="150038"/>
                    <a:pt x="250385" y="147290"/>
                    <a:pt x="247933" y="145082"/>
                  </a:cubicBezTo>
                  <a:cubicBezTo>
                    <a:pt x="239683" y="137653"/>
                    <a:pt x="230087" y="132251"/>
                    <a:pt x="219958" y="127895"/>
                  </a:cubicBezTo>
                  <a:cubicBezTo>
                    <a:pt x="216356" y="126346"/>
                    <a:pt x="212312" y="125553"/>
                    <a:pt x="208391" y="125093"/>
                  </a:cubicBezTo>
                  <a:cubicBezTo>
                    <a:pt x="204421" y="124627"/>
                    <a:pt x="200386" y="124944"/>
                    <a:pt x="196646" y="123033"/>
                  </a:cubicBezTo>
                  <a:cubicBezTo>
                    <a:pt x="195833" y="122618"/>
                    <a:pt x="194607" y="122670"/>
                    <a:pt x="193667" y="122900"/>
                  </a:cubicBezTo>
                  <a:cubicBezTo>
                    <a:pt x="184377" y="125166"/>
                    <a:pt x="174590" y="125108"/>
                    <a:pt x="165820" y="129909"/>
                  </a:cubicBezTo>
                  <a:cubicBezTo>
                    <a:pt x="157021" y="134726"/>
                    <a:pt x="148067" y="139020"/>
                    <a:pt x="140835" y="146340"/>
                  </a:cubicBezTo>
                  <a:cubicBezTo>
                    <a:pt x="132894" y="154378"/>
                    <a:pt x="127470" y="163824"/>
                    <a:pt x="123512" y="174191"/>
                  </a:cubicBezTo>
                  <a:cubicBezTo>
                    <a:pt x="120779" y="181351"/>
                    <a:pt x="118169" y="188616"/>
                    <a:pt x="118999" y="196567"/>
                  </a:cubicBezTo>
                  <a:cubicBezTo>
                    <a:pt x="119125" y="197772"/>
                    <a:pt x="118409" y="199065"/>
                    <a:pt x="118123" y="200164"/>
                  </a:cubicBezTo>
                  <a:cubicBezTo>
                    <a:pt x="108632" y="201547"/>
                    <a:pt x="87568" y="201429"/>
                    <a:pt x="79520" y="199926"/>
                  </a:cubicBezTo>
                  <a:cubicBezTo>
                    <a:pt x="76983" y="187547"/>
                    <a:pt x="80281" y="175701"/>
                    <a:pt x="83912" y="163159"/>
                  </a:cubicBezTo>
                  <a:cubicBezTo>
                    <a:pt x="87594" y="151837"/>
                    <a:pt x="93128" y="142316"/>
                    <a:pt x="99181" y="133095"/>
                  </a:cubicBezTo>
                  <a:cubicBezTo>
                    <a:pt x="105123" y="124041"/>
                    <a:pt x="115280" y="114942"/>
                    <a:pt x="124930" y="106741"/>
                  </a:cubicBezTo>
                  <a:cubicBezTo>
                    <a:pt x="134048" y="98993"/>
                    <a:pt x="144623" y="94106"/>
                    <a:pt x="155387" y="90062"/>
                  </a:cubicBezTo>
                  <a:cubicBezTo>
                    <a:pt x="163582" y="86984"/>
                    <a:pt x="172354" y="84408"/>
                    <a:pt x="181550" y="84521"/>
                  </a:cubicBezTo>
                  <a:cubicBezTo>
                    <a:pt x="185785" y="84574"/>
                    <a:pt x="190035" y="82760"/>
                    <a:pt x="194284" y="82736"/>
                  </a:cubicBezTo>
                  <a:close/>
                  <a:moveTo>
                    <a:pt x="195142" y="0"/>
                  </a:moveTo>
                  <a:cubicBezTo>
                    <a:pt x="197260" y="2"/>
                    <a:pt x="199380" y="370"/>
                    <a:pt x="201526" y="1071"/>
                  </a:cubicBezTo>
                  <a:cubicBezTo>
                    <a:pt x="203395" y="1682"/>
                    <a:pt x="205429" y="2187"/>
                    <a:pt x="207368" y="2123"/>
                  </a:cubicBezTo>
                  <a:cubicBezTo>
                    <a:pt x="227031" y="1480"/>
                    <a:pt x="245526" y="6839"/>
                    <a:pt x="263742" y="13269"/>
                  </a:cubicBezTo>
                  <a:cubicBezTo>
                    <a:pt x="276048" y="17613"/>
                    <a:pt x="287525" y="23755"/>
                    <a:pt x="298758" y="30461"/>
                  </a:cubicBezTo>
                  <a:cubicBezTo>
                    <a:pt x="314056" y="39595"/>
                    <a:pt x="327953" y="50470"/>
                    <a:pt x="339790" y="63650"/>
                  </a:cubicBezTo>
                  <a:cubicBezTo>
                    <a:pt x="347963" y="72751"/>
                    <a:pt x="356354" y="81856"/>
                    <a:pt x="362061" y="92953"/>
                  </a:cubicBezTo>
                  <a:cubicBezTo>
                    <a:pt x="366185" y="100973"/>
                    <a:pt x="370743" y="108768"/>
                    <a:pt x="375012" y="116715"/>
                  </a:cubicBezTo>
                  <a:cubicBezTo>
                    <a:pt x="382164" y="130030"/>
                    <a:pt x="386452" y="144462"/>
                    <a:pt x="389256" y="159112"/>
                  </a:cubicBezTo>
                  <a:cubicBezTo>
                    <a:pt x="390728" y="166805"/>
                    <a:pt x="392805" y="174724"/>
                    <a:pt x="391917" y="182871"/>
                  </a:cubicBezTo>
                  <a:cubicBezTo>
                    <a:pt x="391641" y="185412"/>
                    <a:pt x="392442" y="188131"/>
                    <a:pt x="393058" y="190694"/>
                  </a:cubicBezTo>
                  <a:cubicBezTo>
                    <a:pt x="394332" y="196000"/>
                    <a:pt x="394217" y="201268"/>
                    <a:pt x="393185" y="206574"/>
                  </a:cubicBezTo>
                  <a:cubicBezTo>
                    <a:pt x="392681" y="209169"/>
                    <a:pt x="391793" y="211799"/>
                    <a:pt x="391895" y="214381"/>
                  </a:cubicBezTo>
                  <a:cubicBezTo>
                    <a:pt x="392280" y="224153"/>
                    <a:pt x="389678" y="233429"/>
                    <a:pt x="388144" y="242931"/>
                  </a:cubicBezTo>
                  <a:cubicBezTo>
                    <a:pt x="385929" y="256641"/>
                    <a:pt x="380374" y="269055"/>
                    <a:pt x="375542" y="281768"/>
                  </a:cubicBezTo>
                  <a:cubicBezTo>
                    <a:pt x="372443" y="289918"/>
                    <a:pt x="366576" y="296546"/>
                    <a:pt x="361808" y="303768"/>
                  </a:cubicBezTo>
                  <a:cubicBezTo>
                    <a:pt x="355859" y="312779"/>
                    <a:pt x="347860" y="319937"/>
                    <a:pt x="340323" y="327503"/>
                  </a:cubicBezTo>
                  <a:cubicBezTo>
                    <a:pt x="323505" y="344385"/>
                    <a:pt x="306716" y="361296"/>
                    <a:pt x="289757" y="378033"/>
                  </a:cubicBezTo>
                  <a:cubicBezTo>
                    <a:pt x="275455" y="392149"/>
                    <a:pt x="262844" y="407613"/>
                    <a:pt x="251940" y="424459"/>
                  </a:cubicBezTo>
                  <a:cubicBezTo>
                    <a:pt x="247373" y="431516"/>
                    <a:pt x="244580" y="439118"/>
                    <a:pt x="243565" y="447726"/>
                  </a:cubicBezTo>
                  <a:cubicBezTo>
                    <a:pt x="242132" y="459892"/>
                    <a:pt x="238595" y="471705"/>
                    <a:pt x="234703" y="483368"/>
                  </a:cubicBezTo>
                  <a:cubicBezTo>
                    <a:pt x="231084" y="494214"/>
                    <a:pt x="225722" y="504280"/>
                    <a:pt x="220239" y="514163"/>
                  </a:cubicBezTo>
                  <a:cubicBezTo>
                    <a:pt x="214355" y="524770"/>
                    <a:pt x="205137" y="532532"/>
                    <a:pt x="195085" y="539457"/>
                  </a:cubicBezTo>
                  <a:cubicBezTo>
                    <a:pt x="182735" y="547965"/>
                    <a:pt x="168818" y="552119"/>
                    <a:pt x="154666" y="555917"/>
                  </a:cubicBezTo>
                  <a:cubicBezTo>
                    <a:pt x="153404" y="556256"/>
                    <a:pt x="151997" y="556083"/>
                    <a:pt x="150657" y="556101"/>
                  </a:cubicBezTo>
                  <a:cubicBezTo>
                    <a:pt x="148644" y="556127"/>
                    <a:pt x="146542" y="555735"/>
                    <a:pt x="144632" y="556181"/>
                  </a:cubicBezTo>
                  <a:cubicBezTo>
                    <a:pt x="136781" y="558017"/>
                    <a:pt x="129102" y="557097"/>
                    <a:pt x="121149" y="556429"/>
                  </a:cubicBezTo>
                  <a:cubicBezTo>
                    <a:pt x="108960" y="555406"/>
                    <a:pt x="97753" y="551821"/>
                    <a:pt x="86640" y="547387"/>
                  </a:cubicBezTo>
                  <a:cubicBezTo>
                    <a:pt x="69651" y="540609"/>
                    <a:pt x="57306" y="527807"/>
                    <a:pt x="45096" y="514900"/>
                  </a:cubicBezTo>
                  <a:cubicBezTo>
                    <a:pt x="43289" y="512991"/>
                    <a:pt x="41855" y="510650"/>
                    <a:pt x="40581" y="508327"/>
                  </a:cubicBezTo>
                  <a:cubicBezTo>
                    <a:pt x="35600" y="499247"/>
                    <a:pt x="30171" y="490359"/>
                    <a:pt x="27227" y="480316"/>
                  </a:cubicBezTo>
                  <a:cubicBezTo>
                    <a:pt x="25456" y="474274"/>
                    <a:pt x="24688" y="467972"/>
                    <a:pt x="23301" y="461908"/>
                  </a:cubicBezTo>
                  <a:cubicBezTo>
                    <a:pt x="21614" y="454530"/>
                    <a:pt x="21944" y="447330"/>
                    <a:pt x="21732" y="440027"/>
                  </a:cubicBezTo>
                  <a:cubicBezTo>
                    <a:pt x="21705" y="439056"/>
                    <a:pt x="22039" y="438074"/>
                    <a:pt x="22289" y="436607"/>
                  </a:cubicBezTo>
                  <a:cubicBezTo>
                    <a:pt x="29683" y="434366"/>
                    <a:pt x="37377" y="435748"/>
                    <a:pt x="44935" y="435528"/>
                  </a:cubicBezTo>
                  <a:cubicBezTo>
                    <a:pt x="52247" y="435315"/>
                    <a:pt x="59573" y="435594"/>
                    <a:pt x="67306" y="435661"/>
                  </a:cubicBezTo>
                  <a:cubicBezTo>
                    <a:pt x="67665" y="437884"/>
                    <a:pt x="68188" y="439466"/>
                    <a:pt x="68131" y="441027"/>
                  </a:cubicBezTo>
                  <a:cubicBezTo>
                    <a:pt x="67721" y="452234"/>
                    <a:pt x="70075" y="462976"/>
                    <a:pt x="74924" y="472900"/>
                  </a:cubicBezTo>
                  <a:cubicBezTo>
                    <a:pt x="80846" y="485024"/>
                    <a:pt x="88989" y="495238"/>
                    <a:pt x="101399" y="501918"/>
                  </a:cubicBezTo>
                  <a:cubicBezTo>
                    <a:pt x="110693" y="506922"/>
                    <a:pt x="120593" y="509245"/>
                    <a:pt x="130621" y="511530"/>
                  </a:cubicBezTo>
                  <a:cubicBezTo>
                    <a:pt x="132537" y="511966"/>
                    <a:pt x="134723" y="512014"/>
                    <a:pt x="136630" y="511572"/>
                  </a:cubicBezTo>
                  <a:cubicBezTo>
                    <a:pt x="146638" y="509254"/>
                    <a:pt x="156887" y="507705"/>
                    <a:pt x="165843" y="502025"/>
                  </a:cubicBezTo>
                  <a:cubicBezTo>
                    <a:pt x="173025" y="497469"/>
                    <a:pt x="179021" y="491844"/>
                    <a:pt x="183263" y="484443"/>
                  </a:cubicBezTo>
                  <a:cubicBezTo>
                    <a:pt x="190119" y="472481"/>
                    <a:pt x="193479" y="459258"/>
                    <a:pt x="196769" y="446053"/>
                  </a:cubicBezTo>
                  <a:cubicBezTo>
                    <a:pt x="197803" y="441904"/>
                    <a:pt x="197586" y="437460"/>
                    <a:pt x="198337" y="433221"/>
                  </a:cubicBezTo>
                  <a:cubicBezTo>
                    <a:pt x="200899" y="418764"/>
                    <a:pt x="207997" y="406346"/>
                    <a:pt x="216156" y="394436"/>
                  </a:cubicBezTo>
                  <a:cubicBezTo>
                    <a:pt x="220655" y="387868"/>
                    <a:pt x="224960" y="381155"/>
                    <a:pt x="229730" y="374790"/>
                  </a:cubicBezTo>
                  <a:cubicBezTo>
                    <a:pt x="233721" y="369463"/>
                    <a:pt x="237990" y="364286"/>
                    <a:pt x="242613" y="359504"/>
                  </a:cubicBezTo>
                  <a:cubicBezTo>
                    <a:pt x="252643" y="349131"/>
                    <a:pt x="262309" y="338247"/>
                    <a:pt x="273362" y="329063"/>
                  </a:cubicBezTo>
                  <a:cubicBezTo>
                    <a:pt x="286306" y="318310"/>
                    <a:pt x="297737" y="306121"/>
                    <a:pt x="309700" y="294438"/>
                  </a:cubicBezTo>
                  <a:cubicBezTo>
                    <a:pt x="322799" y="281646"/>
                    <a:pt x="331876" y="266187"/>
                    <a:pt x="338055" y="248964"/>
                  </a:cubicBezTo>
                  <a:cubicBezTo>
                    <a:pt x="340981" y="240806"/>
                    <a:pt x="342909" y="232397"/>
                    <a:pt x="344935" y="224008"/>
                  </a:cubicBezTo>
                  <a:cubicBezTo>
                    <a:pt x="345399" y="222090"/>
                    <a:pt x="345224" y="220010"/>
                    <a:pt x="345280" y="218003"/>
                  </a:cubicBezTo>
                  <a:cubicBezTo>
                    <a:pt x="345374" y="214672"/>
                    <a:pt x="345998" y="211440"/>
                    <a:pt x="346530" y="208166"/>
                  </a:cubicBezTo>
                  <a:cubicBezTo>
                    <a:pt x="347423" y="202666"/>
                    <a:pt x="346836" y="196903"/>
                    <a:pt x="346631" y="191260"/>
                  </a:cubicBezTo>
                  <a:cubicBezTo>
                    <a:pt x="346561" y="189319"/>
                    <a:pt x="345349" y="187398"/>
                    <a:pt x="345374" y="185477"/>
                  </a:cubicBezTo>
                  <a:cubicBezTo>
                    <a:pt x="345568" y="170798"/>
                    <a:pt x="340234" y="157438"/>
                    <a:pt x="335569" y="143944"/>
                  </a:cubicBezTo>
                  <a:cubicBezTo>
                    <a:pt x="330844" y="130273"/>
                    <a:pt x="322463" y="118561"/>
                    <a:pt x="314734" y="106532"/>
                  </a:cubicBezTo>
                  <a:cubicBezTo>
                    <a:pt x="313309" y="104315"/>
                    <a:pt x="311147" y="102560"/>
                    <a:pt x="309262" y="100653"/>
                  </a:cubicBezTo>
                  <a:cubicBezTo>
                    <a:pt x="305252" y="96595"/>
                    <a:pt x="301035" y="92727"/>
                    <a:pt x="297202" y="88510"/>
                  </a:cubicBezTo>
                  <a:cubicBezTo>
                    <a:pt x="289678" y="80234"/>
                    <a:pt x="280222" y="74654"/>
                    <a:pt x="270966" y="68665"/>
                  </a:cubicBezTo>
                  <a:cubicBezTo>
                    <a:pt x="258467" y="60578"/>
                    <a:pt x="244406" y="56458"/>
                    <a:pt x="230572" y="51740"/>
                  </a:cubicBezTo>
                  <a:cubicBezTo>
                    <a:pt x="226216" y="50254"/>
                    <a:pt x="221531" y="49734"/>
                    <a:pt x="216100" y="48744"/>
                  </a:cubicBezTo>
                  <a:cubicBezTo>
                    <a:pt x="210912" y="48398"/>
                    <a:pt x="206699" y="48569"/>
                    <a:pt x="202328" y="47453"/>
                  </a:cubicBezTo>
                  <a:cubicBezTo>
                    <a:pt x="197667" y="46263"/>
                    <a:pt x="192440" y="47152"/>
                    <a:pt x="187471" y="47381"/>
                  </a:cubicBezTo>
                  <a:cubicBezTo>
                    <a:pt x="185523" y="47471"/>
                    <a:pt x="183603" y="48639"/>
                    <a:pt x="181676" y="48623"/>
                  </a:cubicBezTo>
                  <a:cubicBezTo>
                    <a:pt x="167037" y="48505"/>
                    <a:pt x="153676" y="53692"/>
                    <a:pt x="140165" y="58324"/>
                  </a:cubicBezTo>
                  <a:cubicBezTo>
                    <a:pt x="126431" y="63033"/>
                    <a:pt x="114856" y="71605"/>
                    <a:pt x="102742" y="79203"/>
                  </a:cubicBezTo>
                  <a:cubicBezTo>
                    <a:pt x="101070" y="80251"/>
                    <a:pt x="99733" y="81857"/>
                    <a:pt x="98306" y="83270"/>
                  </a:cubicBezTo>
                  <a:cubicBezTo>
                    <a:pt x="94014" y="87521"/>
                    <a:pt x="89925" y="91996"/>
                    <a:pt x="85444" y="96034"/>
                  </a:cubicBezTo>
                  <a:cubicBezTo>
                    <a:pt x="76619" y="103988"/>
                    <a:pt x="70706" y="114029"/>
                    <a:pt x="64356" y="123858"/>
                  </a:cubicBezTo>
                  <a:cubicBezTo>
                    <a:pt x="56465" y="136071"/>
                    <a:pt x="52527" y="149824"/>
                    <a:pt x="48303" y="163398"/>
                  </a:cubicBezTo>
                  <a:lnTo>
                    <a:pt x="47495" y="166709"/>
                  </a:lnTo>
                  <a:lnTo>
                    <a:pt x="0" y="166709"/>
                  </a:lnTo>
                  <a:lnTo>
                    <a:pt x="319" y="164491"/>
                  </a:lnTo>
                  <a:cubicBezTo>
                    <a:pt x="1479" y="158155"/>
                    <a:pt x="3065" y="151885"/>
                    <a:pt x="4711" y="145598"/>
                  </a:cubicBezTo>
                  <a:cubicBezTo>
                    <a:pt x="8457" y="131298"/>
                    <a:pt x="14268" y="117950"/>
                    <a:pt x="21088" y="104952"/>
                  </a:cubicBezTo>
                  <a:cubicBezTo>
                    <a:pt x="26986" y="93712"/>
                    <a:pt x="33930" y="83249"/>
                    <a:pt x="42107" y="73445"/>
                  </a:cubicBezTo>
                  <a:cubicBezTo>
                    <a:pt x="46823" y="67789"/>
                    <a:pt x="51462" y="62109"/>
                    <a:pt x="56781" y="57047"/>
                  </a:cubicBezTo>
                  <a:cubicBezTo>
                    <a:pt x="66925" y="47392"/>
                    <a:pt x="77911" y="38875"/>
                    <a:pt x="89882" y="31469"/>
                  </a:cubicBezTo>
                  <a:cubicBezTo>
                    <a:pt x="102458" y="23689"/>
                    <a:pt x="115463" y="16792"/>
                    <a:pt x="129381" y="12083"/>
                  </a:cubicBezTo>
                  <a:cubicBezTo>
                    <a:pt x="139656" y="8606"/>
                    <a:pt x="150105" y="5480"/>
                    <a:pt x="161066" y="3917"/>
                  </a:cubicBezTo>
                  <a:cubicBezTo>
                    <a:pt x="168719" y="2826"/>
                    <a:pt x="176270" y="2383"/>
                    <a:pt x="183916" y="2125"/>
                  </a:cubicBezTo>
                  <a:cubicBezTo>
                    <a:pt x="185548" y="2071"/>
                    <a:pt x="187225" y="1670"/>
                    <a:pt x="188772" y="1120"/>
                  </a:cubicBezTo>
                  <a:cubicBezTo>
                    <a:pt x="190908" y="361"/>
                    <a:pt x="193024" y="-2"/>
                    <a:pt x="195142" y="0"/>
                  </a:cubicBezTo>
                  <a:close/>
                </a:path>
              </a:pathLst>
            </a:custGeom>
            <a:solidFill>
              <a:schemeClr val="accent2"/>
            </a:solidFill>
            <a:ln w="1153" cap="flat">
              <a:noFill/>
              <a:prstDash val="solid"/>
              <a:miter/>
            </a:ln>
          </p:spPr>
          <p:txBody>
            <a:bodyPr wrap="square" rtlCol="0" anchor="ctr">
              <a:noAutofit/>
            </a:bodyPr>
            <a:lstStyle/>
            <a:p>
              <a:endParaRPr lang="en-US" dirty="0"/>
            </a:p>
          </p:txBody>
        </p:sp>
        <p:sp>
          <p:nvSpPr>
            <p:cNvPr id="2952" name="Rectangle 2951">
              <a:extLst>
                <a:ext uri="{FF2B5EF4-FFF2-40B4-BE49-F238E27FC236}">
                  <a16:creationId xmlns:a16="http://schemas.microsoft.com/office/drawing/2014/main" id="{1C5A5E1B-4620-363D-56BD-01AEFFA31216}"/>
                </a:ext>
                <a:ext uri="{C183D7F6-B498-43B3-948B-1728B52AA6E4}">
                  <adec:decorative xmlns:adec="http://schemas.microsoft.com/office/drawing/2017/decorative" val="1"/>
                </a:ext>
              </a:extLst>
            </p:cNvPr>
            <p:cNvSpPr/>
            <p:nvPr/>
          </p:nvSpPr>
          <p:spPr>
            <a:xfrm>
              <a:off x="10918662" y="5939504"/>
              <a:ext cx="38130" cy="38164"/>
            </a:xfrm>
            <a:prstGeom prst="rect">
              <a:avLst/>
            </a:prstGeom>
            <a:solidFill>
              <a:schemeClr val="accent1"/>
            </a:solidFill>
            <a:ln w="115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038126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966160C-D2E6-4750-55C0-94019A5B7CF9}"/>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a:off x="0" y="0"/>
            <a:ext cx="12192000" cy="6858000"/>
          </a:xfrm>
          <a:prstGeom prst="rect">
            <a:avLst/>
          </a:prstGeom>
          <a:solidFill>
            <a:srgbClr val="00285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2836" name="Group 2835">
            <a:extLst>
              <a:ext uri="{FF2B5EF4-FFF2-40B4-BE49-F238E27FC236}">
                <a16:creationId xmlns:a16="http://schemas.microsoft.com/office/drawing/2014/main" id="{3CED0660-9A25-0BDB-92BF-4260868D797C}"/>
              </a:ext>
              <a:ext uri="{C183D7F6-B498-43B3-948B-1728B52AA6E4}">
                <adec:decorative xmlns:adec="http://schemas.microsoft.com/office/drawing/2017/decorative" val="1"/>
              </a:ext>
            </a:extLst>
          </p:cNvPr>
          <p:cNvGrpSpPr>
            <a:grpSpLocks noChangeAspect="1"/>
          </p:cNvGrpSpPr>
          <p:nvPr/>
        </p:nvGrpSpPr>
        <p:grpSpPr>
          <a:xfrm>
            <a:off x="639763" y="810791"/>
            <a:ext cx="276577" cy="457200"/>
            <a:chOff x="639763" y="810791"/>
            <a:chExt cx="276577" cy="457200"/>
          </a:xfrm>
          <a:solidFill>
            <a:schemeClr val="accent2"/>
          </a:solidFill>
        </p:grpSpPr>
        <p:sp>
          <p:nvSpPr>
            <p:cNvPr id="30" name="Freeform: Shape 29">
              <a:extLst>
                <a:ext uri="{FF2B5EF4-FFF2-40B4-BE49-F238E27FC236}">
                  <a16:creationId xmlns:a16="http://schemas.microsoft.com/office/drawing/2014/main" id="{EE669360-7D6F-DE26-76FD-D6CEB48083BD}"/>
                </a:ext>
                <a:ext uri="{C183D7F6-B498-43B3-948B-1728B52AA6E4}">
                  <adec:decorative xmlns:adec="http://schemas.microsoft.com/office/drawing/2017/decorative" val="1"/>
                </a:ext>
              </a:extLst>
            </p:cNvPr>
            <p:cNvSpPr/>
            <p:nvPr/>
          </p:nvSpPr>
          <p:spPr>
            <a:xfrm>
              <a:off x="645407" y="816435"/>
              <a:ext cx="270933" cy="451556"/>
            </a:xfrm>
            <a:custGeom>
              <a:avLst/>
              <a:gdLst>
                <a:gd name="connsiteX0" fmla="*/ 99716 w 527992"/>
                <a:gd name="connsiteY0" fmla="*/ 0 h 879987"/>
                <a:gd name="connsiteX1" fmla="*/ 194147 w 527992"/>
                <a:gd name="connsiteY1" fmla="*/ 0 h 879987"/>
                <a:gd name="connsiteX2" fmla="*/ 255670 w 527992"/>
                <a:gd name="connsiteY2" fmla="*/ 0 h 879987"/>
                <a:gd name="connsiteX3" fmla="*/ 483993 w 527992"/>
                <a:gd name="connsiteY3" fmla="*/ 0 h 879987"/>
                <a:gd name="connsiteX4" fmla="*/ 527992 w 527992"/>
                <a:gd name="connsiteY4" fmla="*/ 44000 h 879987"/>
                <a:gd name="connsiteX5" fmla="*/ 527992 w 527992"/>
                <a:gd name="connsiteY5" fmla="*/ 835987 h 879987"/>
                <a:gd name="connsiteX6" fmla="*/ 439993 w 527992"/>
                <a:gd name="connsiteY6" fmla="*/ 835987 h 879987"/>
                <a:gd name="connsiteX7" fmla="*/ 439993 w 527992"/>
                <a:gd name="connsiteY7" fmla="*/ 879987 h 879987"/>
                <a:gd name="connsiteX8" fmla="*/ 395994 w 527992"/>
                <a:gd name="connsiteY8" fmla="*/ 879987 h 879987"/>
                <a:gd name="connsiteX9" fmla="*/ 395994 w 527992"/>
                <a:gd name="connsiteY9" fmla="*/ 835987 h 879987"/>
                <a:gd name="connsiteX10" fmla="*/ 131998 w 527992"/>
                <a:gd name="connsiteY10" fmla="*/ 835987 h 879987"/>
                <a:gd name="connsiteX11" fmla="*/ 131998 w 527992"/>
                <a:gd name="connsiteY11" fmla="*/ 879987 h 879987"/>
                <a:gd name="connsiteX12" fmla="*/ 87999 w 527992"/>
                <a:gd name="connsiteY12" fmla="*/ 879987 h 879987"/>
                <a:gd name="connsiteX13" fmla="*/ 87999 w 527992"/>
                <a:gd name="connsiteY13" fmla="*/ 835987 h 879987"/>
                <a:gd name="connsiteX14" fmla="*/ 43999 w 527992"/>
                <a:gd name="connsiteY14" fmla="*/ 835987 h 879987"/>
                <a:gd name="connsiteX15" fmla="*/ 0 w 527992"/>
                <a:gd name="connsiteY15" fmla="*/ 791988 h 879987"/>
                <a:gd name="connsiteX16" fmla="*/ 0 w 527992"/>
                <a:gd name="connsiteY16" fmla="*/ 263628 h 879987"/>
                <a:gd name="connsiteX17" fmla="*/ 0 w 527992"/>
                <a:gd name="connsiteY17" fmla="*/ 194147 h 879987"/>
                <a:gd name="connsiteX18" fmla="*/ 0 w 527992"/>
                <a:gd name="connsiteY18" fmla="*/ 100636 h 879987"/>
                <a:gd name="connsiteX19" fmla="*/ 43999 w 527992"/>
                <a:gd name="connsiteY19" fmla="*/ 100636 h 879987"/>
                <a:gd name="connsiteX20" fmla="*/ 43999 w 527992"/>
                <a:gd name="connsiteY20" fmla="*/ 194147 h 879987"/>
                <a:gd name="connsiteX21" fmla="*/ 43999 w 527992"/>
                <a:gd name="connsiteY21" fmla="*/ 194147 h 879987"/>
                <a:gd name="connsiteX22" fmla="*/ 43999 w 527992"/>
                <a:gd name="connsiteY22" fmla="*/ 791988 h 879987"/>
                <a:gd name="connsiteX23" fmla="*/ 483993 w 527992"/>
                <a:gd name="connsiteY23" fmla="*/ 791988 h 879987"/>
                <a:gd name="connsiteX24" fmla="*/ 483993 w 527992"/>
                <a:gd name="connsiteY24" fmla="*/ 44000 h 879987"/>
                <a:gd name="connsiteX25" fmla="*/ 194147 w 527992"/>
                <a:gd name="connsiteY25" fmla="*/ 44000 h 879987"/>
                <a:gd name="connsiteX26" fmla="*/ 194147 w 527992"/>
                <a:gd name="connsiteY26" fmla="*/ 43999 h 879987"/>
                <a:gd name="connsiteX27" fmla="*/ 99716 w 527992"/>
                <a:gd name="connsiteY27" fmla="*/ 43999 h 879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7992" h="879987">
                  <a:moveTo>
                    <a:pt x="99716" y="0"/>
                  </a:moveTo>
                  <a:lnTo>
                    <a:pt x="194147" y="0"/>
                  </a:lnTo>
                  <a:lnTo>
                    <a:pt x="255670" y="0"/>
                  </a:lnTo>
                  <a:lnTo>
                    <a:pt x="483993" y="0"/>
                  </a:lnTo>
                  <a:cubicBezTo>
                    <a:pt x="508192" y="0"/>
                    <a:pt x="527992" y="19800"/>
                    <a:pt x="527992" y="44000"/>
                  </a:cubicBezTo>
                  <a:lnTo>
                    <a:pt x="527992" y="835987"/>
                  </a:lnTo>
                  <a:lnTo>
                    <a:pt x="439993" y="835987"/>
                  </a:lnTo>
                  <a:lnTo>
                    <a:pt x="439993" y="879987"/>
                  </a:lnTo>
                  <a:lnTo>
                    <a:pt x="395994" y="879987"/>
                  </a:lnTo>
                  <a:lnTo>
                    <a:pt x="395994" y="835987"/>
                  </a:lnTo>
                  <a:lnTo>
                    <a:pt x="131998" y="835987"/>
                  </a:lnTo>
                  <a:lnTo>
                    <a:pt x="131998" y="879987"/>
                  </a:lnTo>
                  <a:lnTo>
                    <a:pt x="87999" y="879987"/>
                  </a:lnTo>
                  <a:lnTo>
                    <a:pt x="87999" y="835987"/>
                  </a:lnTo>
                  <a:lnTo>
                    <a:pt x="43999" y="835987"/>
                  </a:lnTo>
                  <a:cubicBezTo>
                    <a:pt x="19800" y="835987"/>
                    <a:pt x="0" y="816188"/>
                    <a:pt x="0" y="791988"/>
                  </a:cubicBezTo>
                  <a:lnTo>
                    <a:pt x="0" y="263628"/>
                  </a:lnTo>
                  <a:lnTo>
                    <a:pt x="0" y="194147"/>
                  </a:lnTo>
                  <a:lnTo>
                    <a:pt x="0" y="100636"/>
                  </a:lnTo>
                  <a:lnTo>
                    <a:pt x="43999" y="100636"/>
                  </a:lnTo>
                  <a:lnTo>
                    <a:pt x="43999" y="194147"/>
                  </a:lnTo>
                  <a:lnTo>
                    <a:pt x="43999" y="194147"/>
                  </a:lnTo>
                  <a:lnTo>
                    <a:pt x="43999" y="791988"/>
                  </a:lnTo>
                  <a:lnTo>
                    <a:pt x="483993" y="791988"/>
                  </a:lnTo>
                  <a:lnTo>
                    <a:pt x="483993" y="44000"/>
                  </a:lnTo>
                  <a:lnTo>
                    <a:pt x="194147" y="44000"/>
                  </a:lnTo>
                  <a:lnTo>
                    <a:pt x="194147" y="43999"/>
                  </a:lnTo>
                  <a:lnTo>
                    <a:pt x="99716" y="43999"/>
                  </a:lnTo>
                  <a:close/>
                </a:path>
              </a:pathLst>
            </a:custGeom>
            <a:grpFill/>
            <a:ln w="12601" cap="flat">
              <a:noFill/>
              <a:prstDash val="solid"/>
              <a:miter/>
            </a:ln>
          </p:spPr>
          <p:txBody>
            <a:bodyPr wrap="square" rtlCol="0" anchor="ctr">
              <a:noAutofit/>
            </a:bodyPr>
            <a:lstStyle/>
            <a:p>
              <a:endParaRPr lang="en-US"/>
            </a:p>
          </p:txBody>
        </p:sp>
        <p:sp>
          <p:nvSpPr>
            <p:cNvPr id="43" name="Freeform: Shape 42">
              <a:extLst>
                <a:ext uri="{FF2B5EF4-FFF2-40B4-BE49-F238E27FC236}">
                  <a16:creationId xmlns:a16="http://schemas.microsoft.com/office/drawing/2014/main" id="{CC10EA9B-DE09-48D7-61D4-00851CFEA9EB}"/>
                </a:ext>
                <a:ext uri="{C183D7F6-B498-43B3-948B-1728B52AA6E4}">
                  <adec:decorative xmlns:adec="http://schemas.microsoft.com/office/drawing/2017/decorative" val="1"/>
                </a:ext>
              </a:extLst>
            </p:cNvPr>
            <p:cNvSpPr/>
            <p:nvPr/>
          </p:nvSpPr>
          <p:spPr>
            <a:xfrm>
              <a:off x="639763" y="810791"/>
              <a:ext cx="220133" cy="367453"/>
            </a:xfrm>
            <a:custGeom>
              <a:avLst/>
              <a:gdLst>
                <a:gd name="connsiteX0" fmla="*/ 1439330 w 3301995"/>
                <a:gd name="connsiteY0" fmla="*/ 5333992 h 5511799"/>
                <a:gd name="connsiteX1" fmla="*/ 1777998 w 3301995"/>
                <a:gd name="connsiteY1" fmla="*/ 5333992 h 5511799"/>
                <a:gd name="connsiteX2" fmla="*/ 1777998 w 3301995"/>
                <a:gd name="connsiteY2" fmla="*/ 5507561 h 5511799"/>
                <a:gd name="connsiteX3" fmla="*/ 1439330 w 3301995"/>
                <a:gd name="connsiteY3" fmla="*/ 5507561 h 5511799"/>
                <a:gd name="connsiteX4" fmla="*/ 931331 w 3301995"/>
                <a:gd name="connsiteY4" fmla="*/ 5333992 h 5511799"/>
                <a:gd name="connsiteX5" fmla="*/ 1269999 w 3301995"/>
                <a:gd name="connsiteY5" fmla="*/ 5333992 h 5511799"/>
                <a:gd name="connsiteX6" fmla="*/ 1269999 w 3301995"/>
                <a:gd name="connsiteY6" fmla="*/ 5507561 h 5511799"/>
                <a:gd name="connsiteX7" fmla="*/ 931331 w 3301995"/>
                <a:gd name="connsiteY7" fmla="*/ 5507561 h 5511799"/>
                <a:gd name="connsiteX8" fmla="*/ 2963327 w 3301995"/>
                <a:gd name="connsiteY8" fmla="*/ 5164664 h 5511799"/>
                <a:gd name="connsiteX9" fmla="*/ 3301995 w 3301995"/>
                <a:gd name="connsiteY9" fmla="*/ 5164664 h 5511799"/>
                <a:gd name="connsiteX10" fmla="*/ 3301995 w 3301995"/>
                <a:gd name="connsiteY10" fmla="*/ 5511799 h 5511799"/>
                <a:gd name="connsiteX11" fmla="*/ 2963327 w 3301995"/>
                <a:gd name="connsiteY11" fmla="*/ 5511799 h 5511799"/>
                <a:gd name="connsiteX12" fmla="*/ 1947329 w 3301995"/>
                <a:gd name="connsiteY12" fmla="*/ 4317993 h 5511799"/>
                <a:gd name="connsiteX13" fmla="*/ 3301991 w 3301995"/>
                <a:gd name="connsiteY13" fmla="*/ 4317993 h 5511799"/>
                <a:gd name="connsiteX14" fmla="*/ 3301991 w 3301995"/>
                <a:gd name="connsiteY14" fmla="*/ 4491562 h 5511799"/>
                <a:gd name="connsiteX15" fmla="*/ 1947329 w 3301995"/>
                <a:gd name="connsiteY15" fmla="*/ 4491562 h 5511799"/>
                <a:gd name="connsiteX16" fmla="*/ 1947329 w 3301995"/>
                <a:gd name="connsiteY16" fmla="*/ 3979329 h 5511799"/>
                <a:gd name="connsiteX17" fmla="*/ 3301991 w 3301995"/>
                <a:gd name="connsiteY17" fmla="*/ 3979329 h 5511799"/>
                <a:gd name="connsiteX18" fmla="*/ 3301991 w 3301995"/>
                <a:gd name="connsiteY18" fmla="*/ 4148665 h 5511799"/>
                <a:gd name="connsiteX19" fmla="*/ 1947329 w 3301995"/>
                <a:gd name="connsiteY19" fmla="*/ 4148665 h 5511799"/>
                <a:gd name="connsiteX20" fmla="*/ 1947329 w 3301995"/>
                <a:gd name="connsiteY20" fmla="*/ 3636432 h 5511799"/>
                <a:gd name="connsiteX21" fmla="*/ 3301991 w 3301995"/>
                <a:gd name="connsiteY21" fmla="*/ 3636432 h 5511799"/>
                <a:gd name="connsiteX22" fmla="*/ 3301991 w 3301995"/>
                <a:gd name="connsiteY22" fmla="*/ 3810001 h 5511799"/>
                <a:gd name="connsiteX23" fmla="*/ 1947329 w 3301995"/>
                <a:gd name="connsiteY23" fmla="*/ 3810001 h 5511799"/>
                <a:gd name="connsiteX24" fmla="*/ 1947329 w 3301995"/>
                <a:gd name="connsiteY24" fmla="*/ 3297760 h 5511799"/>
                <a:gd name="connsiteX25" fmla="*/ 3301991 w 3301995"/>
                <a:gd name="connsiteY25" fmla="*/ 3297760 h 5511799"/>
                <a:gd name="connsiteX26" fmla="*/ 3301991 w 3301995"/>
                <a:gd name="connsiteY26" fmla="*/ 3467096 h 5511799"/>
                <a:gd name="connsiteX27" fmla="*/ 1947329 w 3301995"/>
                <a:gd name="connsiteY27" fmla="*/ 3467096 h 5511799"/>
                <a:gd name="connsiteX28" fmla="*/ 1947329 w 3301995"/>
                <a:gd name="connsiteY28" fmla="*/ 2959096 h 5511799"/>
                <a:gd name="connsiteX29" fmla="*/ 3301991 w 3301995"/>
                <a:gd name="connsiteY29" fmla="*/ 2959096 h 5511799"/>
                <a:gd name="connsiteX30" fmla="*/ 3301991 w 3301995"/>
                <a:gd name="connsiteY30" fmla="*/ 3132665 h 5511799"/>
                <a:gd name="connsiteX31" fmla="*/ 1947329 w 3301995"/>
                <a:gd name="connsiteY31" fmla="*/ 3132665 h 5511799"/>
                <a:gd name="connsiteX32" fmla="*/ 1947329 w 3301995"/>
                <a:gd name="connsiteY32" fmla="*/ 2620432 h 5511799"/>
                <a:gd name="connsiteX33" fmla="*/ 3301991 w 3301995"/>
                <a:gd name="connsiteY33" fmla="*/ 2620432 h 5511799"/>
                <a:gd name="connsiteX34" fmla="*/ 3301991 w 3301995"/>
                <a:gd name="connsiteY34" fmla="*/ 2789768 h 5511799"/>
                <a:gd name="connsiteX35" fmla="*/ 1947329 w 3301995"/>
                <a:gd name="connsiteY35" fmla="*/ 2789768 h 5511799"/>
                <a:gd name="connsiteX36" fmla="*/ 1947329 w 3301995"/>
                <a:gd name="connsiteY36" fmla="*/ 2286002 h 5511799"/>
                <a:gd name="connsiteX37" fmla="*/ 3301991 w 3301995"/>
                <a:gd name="connsiteY37" fmla="*/ 2286002 h 5511799"/>
                <a:gd name="connsiteX38" fmla="*/ 3301991 w 3301995"/>
                <a:gd name="connsiteY38" fmla="*/ 2455338 h 5511799"/>
                <a:gd name="connsiteX39" fmla="*/ 1947329 w 3301995"/>
                <a:gd name="connsiteY39" fmla="*/ 2455338 h 5511799"/>
                <a:gd name="connsiteX40" fmla="*/ 0 w 3301995"/>
                <a:gd name="connsiteY40" fmla="*/ 0 h 5511799"/>
                <a:gd name="connsiteX41" fmla="*/ 508003 w 3301995"/>
                <a:gd name="connsiteY41" fmla="*/ 0 h 5511799"/>
                <a:gd name="connsiteX42" fmla="*/ 508003 w 3301995"/>
                <a:gd name="connsiteY42" fmla="*/ 508003 h 5511799"/>
                <a:gd name="connsiteX43" fmla="*/ 0 w 3301995"/>
                <a:gd name="connsiteY43" fmla="*/ 508003 h 55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01995" h="5511799">
                  <a:moveTo>
                    <a:pt x="1439330" y="5333992"/>
                  </a:moveTo>
                  <a:lnTo>
                    <a:pt x="1777998" y="5333992"/>
                  </a:lnTo>
                  <a:lnTo>
                    <a:pt x="1777998" y="5507561"/>
                  </a:lnTo>
                  <a:lnTo>
                    <a:pt x="1439330" y="5507561"/>
                  </a:lnTo>
                  <a:close/>
                  <a:moveTo>
                    <a:pt x="931331" y="5333992"/>
                  </a:moveTo>
                  <a:lnTo>
                    <a:pt x="1269999" y="5333992"/>
                  </a:lnTo>
                  <a:lnTo>
                    <a:pt x="1269999" y="5507561"/>
                  </a:lnTo>
                  <a:lnTo>
                    <a:pt x="931331" y="5507561"/>
                  </a:lnTo>
                  <a:close/>
                  <a:moveTo>
                    <a:pt x="2963327" y="5164664"/>
                  </a:moveTo>
                  <a:lnTo>
                    <a:pt x="3301995" y="5164664"/>
                  </a:lnTo>
                  <a:lnTo>
                    <a:pt x="3301995" y="5511799"/>
                  </a:lnTo>
                  <a:lnTo>
                    <a:pt x="2963327" y="5511799"/>
                  </a:lnTo>
                  <a:close/>
                  <a:moveTo>
                    <a:pt x="1947329" y="4317993"/>
                  </a:moveTo>
                  <a:lnTo>
                    <a:pt x="3301991" y="4317993"/>
                  </a:lnTo>
                  <a:lnTo>
                    <a:pt x="3301991" y="4491562"/>
                  </a:lnTo>
                  <a:lnTo>
                    <a:pt x="1947329" y="4491562"/>
                  </a:lnTo>
                  <a:close/>
                  <a:moveTo>
                    <a:pt x="1947329" y="3979329"/>
                  </a:moveTo>
                  <a:lnTo>
                    <a:pt x="3301991" y="3979329"/>
                  </a:lnTo>
                  <a:lnTo>
                    <a:pt x="3301991" y="4148665"/>
                  </a:lnTo>
                  <a:lnTo>
                    <a:pt x="1947329" y="4148665"/>
                  </a:lnTo>
                  <a:close/>
                  <a:moveTo>
                    <a:pt x="1947329" y="3636432"/>
                  </a:moveTo>
                  <a:lnTo>
                    <a:pt x="3301991" y="3636432"/>
                  </a:lnTo>
                  <a:lnTo>
                    <a:pt x="3301991" y="3810001"/>
                  </a:lnTo>
                  <a:lnTo>
                    <a:pt x="1947329" y="3810001"/>
                  </a:lnTo>
                  <a:close/>
                  <a:moveTo>
                    <a:pt x="1947329" y="3297760"/>
                  </a:moveTo>
                  <a:lnTo>
                    <a:pt x="3301991" y="3297760"/>
                  </a:lnTo>
                  <a:lnTo>
                    <a:pt x="3301991" y="3467096"/>
                  </a:lnTo>
                  <a:lnTo>
                    <a:pt x="1947329" y="3467096"/>
                  </a:lnTo>
                  <a:close/>
                  <a:moveTo>
                    <a:pt x="1947329" y="2959096"/>
                  </a:moveTo>
                  <a:lnTo>
                    <a:pt x="3301991" y="2959096"/>
                  </a:lnTo>
                  <a:lnTo>
                    <a:pt x="3301991" y="3132665"/>
                  </a:lnTo>
                  <a:lnTo>
                    <a:pt x="1947329" y="3132665"/>
                  </a:lnTo>
                  <a:close/>
                  <a:moveTo>
                    <a:pt x="1947329" y="2620432"/>
                  </a:moveTo>
                  <a:lnTo>
                    <a:pt x="3301991" y="2620432"/>
                  </a:lnTo>
                  <a:lnTo>
                    <a:pt x="3301991" y="2789768"/>
                  </a:lnTo>
                  <a:lnTo>
                    <a:pt x="1947329" y="2789768"/>
                  </a:lnTo>
                  <a:close/>
                  <a:moveTo>
                    <a:pt x="1947329" y="2286002"/>
                  </a:moveTo>
                  <a:lnTo>
                    <a:pt x="3301991" y="2286002"/>
                  </a:lnTo>
                  <a:lnTo>
                    <a:pt x="3301991" y="2455338"/>
                  </a:lnTo>
                  <a:lnTo>
                    <a:pt x="1947329" y="2455338"/>
                  </a:lnTo>
                  <a:close/>
                  <a:moveTo>
                    <a:pt x="0" y="0"/>
                  </a:moveTo>
                  <a:lnTo>
                    <a:pt x="508003" y="0"/>
                  </a:lnTo>
                  <a:lnTo>
                    <a:pt x="508003" y="508003"/>
                  </a:lnTo>
                  <a:lnTo>
                    <a:pt x="0" y="508003"/>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2835" name="Group 2834">
            <a:extLst>
              <a:ext uri="{FF2B5EF4-FFF2-40B4-BE49-F238E27FC236}">
                <a16:creationId xmlns:a16="http://schemas.microsoft.com/office/drawing/2014/main" id="{98642119-6BD1-A77D-9252-404FE97C66BD}"/>
              </a:ext>
              <a:ext uri="{C183D7F6-B498-43B3-948B-1728B52AA6E4}">
                <adec:decorative xmlns:adec="http://schemas.microsoft.com/office/drawing/2017/decorative" val="1"/>
              </a:ext>
            </a:extLst>
          </p:cNvPr>
          <p:cNvGrpSpPr>
            <a:grpSpLocks noChangeAspect="1"/>
          </p:cNvGrpSpPr>
          <p:nvPr/>
        </p:nvGrpSpPr>
        <p:grpSpPr>
          <a:xfrm>
            <a:off x="1091298" y="810791"/>
            <a:ext cx="495238" cy="457200"/>
            <a:chOff x="1091298" y="810791"/>
            <a:chExt cx="495238" cy="457200"/>
          </a:xfrm>
          <a:solidFill>
            <a:schemeClr val="accent2"/>
          </a:solidFill>
        </p:grpSpPr>
        <p:sp>
          <p:nvSpPr>
            <p:cNvPr id="47" name="Freeform: Shape 46">
              <a:extLst>
                <a:ext uri="{FF2B5EF4-FFF2-40B4-BE49-F238E27FC236}">
                  <a16:creationId xmlns:a16="http://schemas.microsoft.com/office/drawing/2014/main" id="{2B49C379-0E96-F166-DD30-205EEE144969}"/>
                </a:ext>
                <a:ext uri="{C183D7F6-B498-43B3-948B-1728B52AA6E4}">
                  <adec:decorative xmlns:adec="http://schemas.microsoft.com/office/drawing/2017/decorative" val="1"/>
                </a:ext>
              </a:extLst>
            </p:cNvPr>
            <p:cNvSpPr/>
            <p:nvPr/>
          </p:nvSpPr>
          <p:spPr>
            <a:xfrm>
              <a:off x="1204245" y="817862"/>
              <a:ext cx="270014" cy="450129"/>
            </a:xfrm>
            <a:custGeom>
              <a:avLst/>
              <a:gdLst>
                <a:gd name="connsiteX0" fmla="*/ 486204 w 530427"/>
                <a:gd name="connsiteY0" fmla="*/ 2 h 884252"/>
                <a:gd name="connsiteX1" fmla="*/ 530425 w 530427"/>
                <a:gd name="connsiteY1" fmla="*/ 44099 h 884252"/>
                <a:gd name="connsiteX2" fmla="*/ 530382 w 530427"/>
                <a:gd name="connsiteY2" fmla="*/ 239680 h 884252"/>
                <a:gd name="connsiteX3" fmla="*/ 530192 w 530427"/>
                <a:gd name="connsiteY3" fmla="*/ 243955 h 884252"/>
                <a:gd name="connsiteX4" fmla="*/ 530382 w 530427"/>
                <a:gd name="connsiteY4" fmla="*/ 687850 h 884252"/>
                <a:gd name="connsiteX5" fmla="*/ 530178 w 530427"/>
                <a:gd name="connsiteY5" fmla="*/ 768516 h 884252"/>
                <a:gd name="connsiteX6" fmla="*/ 530163 w 530427"/>
                <a:gd name="connsiteY6" fmla="*/ 831806 h 884252"/>
                <a:gd name="connsiteX7" fmla="*/ 530163 w 530427"/>
                <a:gd name="connsiteY7" fmla="*/ 840381 h 884252"/>
                <a:gd name="connsiteX8" fmla="*/ 442318 w 530427"/>
                <a:gd name="connsiteY8" fmla="*/ 840381 h 884252"/>
                <a:gd name="connsiteX9" fmla="*/ 442318 w 530427"/>
                <a:gd name="connsiteY9" fmla="*/ 884168 h 884252"/>
                <a:gd name="connsiteX10" fmla="*/ 397908 w 530427"/>
                <a:gd name="connsiteY10" fmla="*/ 884168 h 884252"/>
                <a:gd name="connsiteX11" fmla="*/ 397908 w 530427"/>
                <a:gd name="connsiteY11" fmla="*/ 840730 h 884252"/>
                <a:gd name="connsiteX12" fmla="*/ 132838 w 530427"/>
                <a:gd name="connsiteY12" fmla="*/ 840730 h 884252"/>
                <a:gd name="connsiteX13" fmla="*/ 132838 w 530427"/>
                <a:gd name="connsiteY13" fmla="*/ 884252 h 884252"/>
                <a:gd name="connsiteX14" fmla="*/ 88372 w 530427"/>
                <a:gd name="connsiteY14" fmla="*/ 884252 h 884252"/>
                <a:gd name="connsiteX15" fmla="*/ 88372 w 530427"/>
                <a:gd name="connsiteY15" fmla="*/ 840744 h 884252"/>
                <a:gd name="connsiteX16" fmla="*/ 79864 w 530427"/>
                <a:gd name="connsiteY16" fmla="*/ 840357 h 884252"/>
                <a:gd name="connsiteX17" fmla="*/ 40589 w 530427"/>
                <a:gd name="connsiteY17" fmla="*/ 840049 h 884252"/>
                <a:gd name="connsiteX18" fmla="*/ 234 w 530427"/>
                <a:gd name="connsiteY18" fmla="*/ 797516 h 884252"/>
                <a:gd name="connsiteX19" fmla="*/ 3 w 530427"/>
                <a:gd name="connsiteY19" fmla="*/ 546590 h 884252"/>
                <a:gd name="connsiteX20" fmla="*/ 150 w 530427"/>
                <a:gd name="connsiteY20" fmla="*/ 536497 h 884252"/>
                <a:gd name="connsiteX21" fmla="*/ 480 w 530427"/>
                <a:gd name="connsiteY21" fmla="*/ 121367 h 884252"/>
                <a:gd name="connsiteX22" fmla="*/ 497 w 530427"/>
                <a:gd name="connsiteY22" fmla="*/ 83051 h 884252"/>
                <a:gd name="connsiteX23" fmla="*/ 43928 w 530427"/>
                <a:gd name="connsiteY23" fmla="*/ 83051 h 884252"/>
                <a:gd name="connsiteX24" fmla="*/ 43928 w 530427"/>
                <a:gd name="connsiteY24" fmla="*/ 102215 h 884252"/>
                <a:gd name="connsiteX25" fmla="*/ 43834 w 530427"/>
                <a:gd name="connsiteY25" fmla="*/ 102215 h 884252"/>
                <a:gd name="connsiteX26" fmla="*/ 43834 w 530427"/>
                <a:gd name="connsiteY26" fmla="*/ 129817 h 884252"/>
                <a:gd name="connsiteX27" fmla="*/ 43871 w 530427"/>
                <a:gd name="connsiteY27" fmla="*/ 129817 h 884252"/>
                <a:gd name="connsiteX28" fmla="*/ 43871 w 530427"/>
                <a:gd name="connsiteY28" fmla="*/ 153076 h 884252"/>
                <a:gd name="connsiteX29" fmla="*/ 43810 w 530427"/>
                <a:gd name="connsiteY29" fmla="*/ 153076 h 884252"/>
                <a:gd name="connsiteX30" fmla="*/ 43810 w 530427"/>
                <a:gd name="connsiteY30" fmla="*/ 169082 h 884252"/>
                <a:gd name="connsiteX31" fmla="*/ 43854 w 530427"/>
                <a:gd name="connsiteY31" fmla="*/ 169082 h 884252"/>
                <a:gd name="connsiteX32" fmla="*/ 43854 w 530427"/>
                <a:gd name="connsiteY32" fmla="*/ 186581 h 884252"/>
                <a:gd name="connsiteX33" fmla="*/ 43895 w 530427"/>
                <a:gd name="connsiteY33" fmla="*/ 186581 h 884252"/>
                <a:gd name="connsiteX34" fmla="*/ 43895 w 530427"/>
                <a:gd name="connsiteY34" fmla="*/ 231625 h 884252"/>
                <a:gd name="connsiteX35" fmla="*/ 43725 w 530427"/>
                <a:gd name="connsiteY35" fmla="*/ 231625 h 884252"/>
                <a:gd name="connsiteX36" fmla="*/ 43771 w 530427"/>
                <a:gd name="connsiteY36" fmla="*/ 231646 h 884252"/>
                <a:gd name="connsiteX37" fmla="*/ 44022 w 530427"/>
                <a:gd name="connsiteY37" fmla="*/ 267274 h 884252"/>
                <a:gd name="connsiteX38" fmla="*/ 44048 w 530427"/>
                <a:gd name="connsiteY38" fmla="*/ 785893 h 884252"/>
                <a:gd name="connsiteX39" fmla="*/ 44048 w 530427"/>
                <a:gd name="connsiteY39" fmla="*/ 795677 h 884252"/>
                <a:gd name="connsiteX40" fmla="*/ 485710 w 530427"/>
                <a:gd name="connsiteY40" fmla="*/ 795677 h 884252"/>
                <a:gd name="connsiteX41" fmla="*/ 485710 w 530427"/>
                <a:gd name="connsiteY41" fmla="*/ 43976 h 884252"/>
                <a:gd name="connsiteX42" fmla="*/ 222080 w 530427"/>
                <a:gd name="connsiteY42" fmla="*/ 43374 h 884252"/>
                <a:gd name="connsiteX43" fmla="*/ 221405 w 530427"/>
                <a:gd name="connsiteY43" fmla="*/ 42122 h 884252"/>
                <a:gd name="connsiteX44" fmla="*/ 221405 w 530427"/>
                <a:gd name="connsiteY44" fmla="*/ 43889 h 884252"/>
                <a:gd name="connsiteX45" fmla="*/ 192377 w 530427"/>
                <a:gd name="connsiteY45" fmla="*/ 43889 h 884252"/>
                <a:gd name="connsiteX46" fmla="*/ 192377 w 530427"/>
                <a:gd name="connsiteY46" fmla="*/ 43829 h 884252"/>
                <a:gd name="connsiteX47" fmla="*/ 159743 w 530427"/>
                <a:gd name="connsiteY47" fmla="*/ 43829 h 884252"/>
                <a:gd name="connsiteX48" fmla="*/ 159743 w 530427"/>
                <a:gd name="connsiteY48" fmla="*/ 43857 h 884252"/>
                <a:gd name="connsiteX49" fmla="*/ 143731 w 530427"/>
                <a:gd name="connsiteY49" fmla="*/ 43857 h 884252"/>
                <a:gd name="connsiteX50" fmla="*/ 143731 w 530427"/>
                <a:gd name="connsiteY50" fmla="*/ 43881 h 884252"/>
                <a:gd name="connsiteX51" fmla="*/ 127815 w 530427"/>
                <a:gd name="connsiteY51" fmla="*/ 43881 h 884252"/>
                <a:gd name="connsiteX52" fmla="*/ 127815 w 530427"/>
                <a:gd name="connsiteY52" fmla="*/ 43924 h 884252"/>
                <a:gd name="connsiteX53" fmla="*/ 111655 w 530427"/>
                <a:gd name="connsiteY53" fmla="*/ 43924 h 884252"/>
                <a:gd name="connsiteX54" fmla="*/ 111655 w 530427"/>
                <a:gd name="connsiteY54" fmla="*/ 43927 h 884252"/>
                <a:gd name="connsiteX55" fmla="*/ 87828 w 530427"/>
                <a:gd name="connsiteY55" fmla="*/ 43927 h 884252"/>
                <a:gd name="connsiteX56" fmla="*/ 87828 w 530427"/>
                <a:gd name="connsiteY56" fmla="*/ 424 h 884252"/>
                <a:gd name="connsiteX57" fmla="*/ 111655 w 530427"/>
                <a:gd name="connsiteY57" fmla="*/ 424 h 884252"/>
                <a:gd name="connsiteX58" fmla="*/ 111655 w 530427"/>
                <a:gd name="connsiteY58" fmla="*/ 460 h 884252"/>
                <a:gd name="connsiteX59" fmla="*/ 127815 w 530427"/>
                <a:gd name="connsiteY59" fmla="*/ 460 h 884252"/>
                <a:gd name="connsiteX60" fmla="*/ 127815 w 530427"/>
                <a:gd name="connsiteY60" fmla="*/ 557 h 884252"/>
                <a:gd name="connsiteX61" fmla="*/ 142131 w 530427"/>
                <a:gd name="connsiteY61" fmla="*/ 557 h 884252"/>
                <a:gd name="connsiteX62" fmla="*/ 142131 w 530427"/>
                <a:gd name="connsiteY62" fmla="*/ 400 h 884252"/>
                <a:gd name="connsiteX63" fmla="*/ 159743 w 530427"/>
                <a:gd name="connsiteY63" fmla="*/ 400 h 884252"/>
                <a:gd name="connsiteX64" fmla="*/ 159743 w 530427"/>
                <a:gd name="connsiteY64" fmla="*/ 435 h 884252"/>
                <a:gd name="connsiteX65" fmla="*/ 192377 w 530427"/>
                <a:gd name="connsiteY65" fmla="*/ 435 h 884252"/>
                <a:gd name="connsiteX66" fmla="*/ 192377 w 530427"/>
                <a:gd name="connsiteY66" fmla="*/ 323 h 884252"/>
                <a:gd name="connsiteX67" fmla="*/ 221405 w 530427"/>
                <a:gd name="connsiteY67" fmla="*/ 323 h 884252"/>
                <a:gd name="connsiteX68" fmla="*/ 221405 w 530427"/>
                <a:gd name="connsiteY68" fmla="*/ 446 h 884252"/>
                <a:gd name="connsiteX69" fmla="*/ 302204 w 530427"/>
                <a:gd name="connsiteY69" fmla="*/ 214 h 88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0427" h="884252">
                  <a:moveTo>
                    <a:pt x="486204" y="2"/>
                  </a:moveTo>
                  <a:cubicBezTo>
                    <a:pt x="509122" y="-208"/>
                    <a:pt x="530673" y="21067"/>
                    <a:pt x="530425" y="44099"/>
                  </a:cubicBezTo>
                  <a:cubicBezTo>
                    <a:pt x="529712" y="109062"/>
                    <a:pt x="530221" y="174038"/>
                    <a:pt x="530382" y="239680"/>
                  </a:cubicBezTo>
                  <a:cubicBezTo>
                    <a:pt x="530396" y="241551"/>
                    <a:pt x="530192" y="242753"/>
                    <a:pt x="530192" y="243955"/>
                  </a:cubicBezTo>
                  <a:cubicBezTo>
                    <a:pt x="530207" y="391696"/>
                    <a:pt x="530221" y="539438"/>
                    <a:pt x="530382" y="687850"/>
                  </a:cubicBezTo>
                  <a:cubicBezTo>
                    <a:pt x="530396" y="715186"/>
                    <a:pt x="530251" y="741851"/>
                    <a:pt x="530178" y="768516"/>
                  </a:cubicBezTo>
                  <a:cubicBezTo>
                    <a:pt x="530120" y="789612"/>
                    <a:pt x="530163" y="810710"/>
                    <a:pt x="530163" y="831806"/>
                  </a:cubicBezTo>
                  <a:lnTo>
                    <a:pt x="530163" y="840381"/>
                  </a:lnTo>
                  <a:lnTo>
                    <a:pt x="442318" y="840381"/>
                  </a:lnTo>
                  <a:lnTo>
                    <a:pt x="442318" y="884168"/>
                  </a:lnTo>
                  <a:lnTo>
                    <a:pt x="397908" y="884168"/>
                  </a:lnTo>
                  <a:lnTo>
                    <a:pt x="397908" y="840730"/>
                  </a:lnTo>
                  <a:lnTo>
                    <a:pt x="132838" y="840730"/>
                  </a:lnTo>
                  <a:lnTo>
                    <a:pt x="132838" y="884252"/>
                  </a:lnTo>
                  <a:lnTo>
                    <a:pt x="88372" y="884252"/>
                  </a:lnTo>
                  <a:lnTo>
                    <a:pt x="88372" y="840744"/>
                  </a:lnTo>
                  <a:cubicBezTo>
                    <a:pt x="84974" y="840584"/>
                    <a:pt x="82419" y="840376"/>
                    <a:pt x="79864" y="840357"/>
                  </a:cubicBezTo>
                  <a:lnTo>
                    <a:pt x="40589" y="840049"/>
                  </a:lnTo>
                  <a:cubicBezTo>
                    <a:pt x="18035" y="838975"/>
                    <a:pt x="265" y="820143"/>
                    <a:pt x="234" y="797516"/>
                  </a:cubicBezTo>
                  <a:cubicBezTo>
                    <a:pt x="121" y="714099"/>
                    <a:pt x="149" y="630681"/>
                    <a:pt x="3" y="546590"/>
                  </a:cubicBezTo>
                  <a:cubicBezTo>
                    <a:pt x="-24" y="542777"/>
                    <a:pt x="149" y="539637"/>
                    <a:pt x="150" y="536497"/>
                  </a:cubicBezTo>
                  <a:cubicBezTo>
                    <a:pt x="222" y="468777"/>
                    <a:pt x="417" y="232559"/>
                    <a:pt x="480" y="121367"/>
                  </a:cubicBezTo>
                  <a:lnTo>
                    <a:pt x="497" y="83051"/>
                  </a:lnTo>
                  <a:lnTo>
                    <a:pt x="43928" y="83051"/>
                  </a:lnTo>
                  <a:lnTo>
                    <a:pt x="43928" y="102215"/>
                  </a:lnTo>
                  <a:lnTo>
                    <a:pt x="43834" y="102215"/>
                  </a:lnTo>
                  <a:lnTo>
                    <a:pt x="43834" y="129817"/>
                  </a:lnTo>
                  <a:lnTo>
                    <a:pt x="43871" y="129817"/>
                  </a:lnTo>
                  <a:lnTo>
                    <a:pt x="43871" y="153076"/>
                  </a:lnTo>
                  <a:lnTo>
                    <a:pt x="43810" y="153076"/>
                  </a:lnTo>
                  <a:lnTo>
                    <a:pt x="43810" y="169082"/>
                  </a:lnTo>
                  <a:lnTo>
                    <a:pt x="43854" y="169082"/>
                  </a:lnTo>
                  <a:lnTo>
                    <a:pt x="43854" y="186581"/>
                  </a:lnTo>
                  <a:lnTo>
                    <a:pt x="43895" y="186581"/>
                  </a:lnTo>
                  <a:lnTo>
                    <a:pt x="43895" y="231625"/>
                  </a:lnTo>
                  <a:lnTo>
                    <a:pt x="43725" y="231625"/>
                  </a:lnTo>
                  <a:lnTo>
                    <a:pt x="43771" y="231646"/>
                  </a:lnTo>
                  <a:cubicBezTo>
                    <a:pt x="43858" y="243521"/>
                    <a:pt x="44020" y="255398"/>
                    <a:pt x="44022" y="267274"/>
                  </a:cubicBezTo>
                  <a:cubicBezTo>
                    <a:pt x="44042" y="440147"/>
                    <a:pt x="44043" y="613020"/>
                    <a:pt x="44048" y="785893"/>
                  </a:cubicBezTo>
                  <a:lnTo>
                    <a:pt x="44048" y="795677"/>
                  </a:lnTo>
                  <a:lnTo>
                    <a:pt x="485710" y="795677"/>
                  </a:lnTo>
                  <a:lnTo>
                    <a:pt x="485710" y="43976"/>
                  </a:lnTo>
                  <a:lnTo>
                    <a:pt x="222080" y="43374"/>
                  </a:lnTo>
                  <a:lnTo>
                    <a:pt x="221405" y="42122"/>
                  </a:lnTo>
                  <a:lnTo>
                    <a:pt x="221405" y="43889"/>
                  </a:lnTo>
                  <a:lnTo>
                    <a:pt x="192377" y="43889"/>
                  </a:lnTo>
                  <a:lnTo>
                    <a:pt x="192377" y="43829"/>
                  </a:lnTo>
                  <a:lnTo>
                    <a:pt x="159743" y="43829"/>
                  </a:lnTo>
                  <a:lnTo>
                    <a:pt x="159743" y="43857"/>
                  </a:lnTo>
                  <a:lnTo>
                    <a:pt x="143731" y="43857"/>
                  </a:lnTo>
                  <a:lnTo>
                    <a:pt x="143731" y="43881"/>
                  </a:lnTo>
                  <a:lnTo>
                    <a:pt x="127815" y="43881"/>
                  </a:lnTo>
                  <a:lnTo>
                    <a:pt x="127815" y="43924"/>
                  </a:lnTo>
                  <a:lnTo>
                    <a:pt x="111655" y="43924"/>
                  </a:lnTo>
                  <a:lnTo>
                    <a:pt x="111655" y="43927"/>
                  </a:lnTo>
                  <a:lnTo>
                    <a:pt x="87828" y="43927"/>
                  </a:lnTo>
                  <a:lnTo>
                    <a:pt x="87828" y="424"/>
                  </a:lnTo>
                  <a:lnTo>
                    <a:pt x="111655" y="424"/>
                  </a:lnTo>
                  <a:lnTo>
                    <a:pt x="111655" y="460"/>
                  </a:lnTo>
                  <a:lnTo>
                    <a:pt x="127815" y="460"/>
                  </a:lnTo>
                  <a:lnTo>
                    <a:pt x="127815" y="557"/>
                  </a:lnTo>
                  <a:lnTo>
                    <a:pt x="142131" y="557"/>
                  </a:lnTo>
                  <a:lnTo>
                    <a:pt x="142131" y="400"/>
                  </a:lnTo>
                  <a:lnTo>
                    <a:pt x="159743" y="400"/>
                  </a:lnTo>
                  <a:lnTo>
                    <a:pt x="159743" y="435"/>
                  </a:lnTo>
                  <a:lnTo>
                    <a:pt x="192377" y="435"/>
                  </a:lnTo>
                  <a:lnTo>
                    <a:pt x="192377" y="323"/>
                  </a:lnTo>
                  <a:lnTo>
                    <a:pt x="221405" y="323"/>
                  </a:lnTo>
                  <a:lnTo>
                    <a:pt x="221405" y="446"/>
                  </a:lnTo>
                  <a:lnTo>
                    <a:pt x="302204" y="214"/>
                  </a:lnTo>
                  <a:close/>
                </a:path>
              </a:pathLst>
            </a:custGeom>
            <a:grpFill/>
            <a:ln w="6350" cap="flat">
              <a:noFill/>
              <a:prstDash val="solid"/>
              <a:miter/>
            </a:ln>
          </p:spPr>
          <p:txBody>
            <a:bodyPr wrap="square" rtlCol="0" anchor="ctr">
              <a:noAutofit/>
            </a:bodyPr>
            <a:lstStyle/>
            <a:p>
              <a:endParaRPr lang="en-US"/>
            </a:p>
          </p:txBody>
        </p:sp>
        <p:sp>
          <p:nvSpPr>
            <p:cNvPr id="72" name="Freeform: Shape 71">
              <a:extLst>
                <a:ext uri="{FF2B5EF4-FFF2-40B4-BE49-F238E27FC236}">
                  <a16:creationId xmlns:a16="http://schemas.microsoft.com/office/drawing/2014/main" id="{961FE002-47FF-15B2-272F-4BAF59B50838}"/>
                </a:ext>
                <a:ext uri="{C183D7F6-B498-43B3-948B-1728B52AA6E4}">
                  <adec:decorative xmlns:adec="http://schemas.microsoft.com/office/drawing/2017/decorative" val="1"/>
                </a:ext>
              </a:extLst>
            </p:cNvPr>
            <p:cNvSpPr/>
            <p:nvPr/>
          </p:nvSpPr>
          <p:spPr>
            <a:xfrm>
              <a:off x="1091298" y="810791"/>
              <a:ext cx="495238" cy="367387"/>
            </a:xfrm>
            <a:custGeom>
              <a:avLst/>
              <a:gdLst>
                <a:gd name="connsiteX0" fmla="*/ 3048842 w 7428574"/>
                <a:gd name="connsiteY0" fmla="*/ 5345202 h 5510799"/>
                <a:gd name="connsiteX1" fmla="*/ 3375790 w 7428574"/>
                <a:gd name="connsiteY1" fmla="*/ 5345202 h 5510799"/>
                <a:gd name="connsiteX2" fmla="*/ 3375790 w 7428574"/>
                <a:gd name="connsiteY2" fmla="*/ 5509340 h 5510799"/>
                <a:gd name="connsiteX3" fmla="*/ 3048842 w 7428574"/>
                <a:gd name="connsiteY3" fmla="*/ 5509340 h 5510799"/>
                <a:gd name="connsiteX4" fmla="*/ 2539881 w 7428574"/>
                <a:gd name="connsiteY4" fmla="*/ 5341270 h 5510799"/>
                <a:gd name="connsiteX5" fmla="*/ 2871471 w 7428574"/>
                <a:gd name="connsiteY5" fmla="*/ 5341270 h 5510799"/>
                <a:gd name="connsiteX6" fmla="*/ 2871471 w 7428574"/>
                <a:gd name="connsiteY6" fmla="*/ 5509280 h 5510799"/>
                <a:gd name="connsiteX7" fmla="*/ 2539881 w 7428574"/>
                <a:gd name="connsiteY7" fmla="*/ 5509280 h 5510799"/>
                <a:gd name="connsiteX8" fmla="*/ 4567976 w 7428574"/>
                <a:gd name="connsiteY8" fmla="*/ 5178521 h 5510799"/>
                <a:gd name="connsiteX9" fmla="*/ 4897856 w 7428574"/>
                <a:gd name="connsiteY9" fmla="*/ 5178521 h 5510799"/>
                <a:gd name="connsiteX10" fmla="*/ 4897856 w 7428574"/>
                <a:gd name="connsiteY10" fmla="*/ 5510799 h 5510799"/>
                <a:gd name="connsiteX11" fmla="*/ 4567976 w 7428574"/>
                <a:gd name="connsiteY11" fmla="*/ 5510799 h 5510799"/>
                <a:gd name="connsiteX12" fmla="*/ 1051146 w 7428574"/>
                <a:gd name="connsiteY12" fmla="*/ 4508354 h 5510799"/>
                <a:gd name="connsiteX13" fmla="*/ 1509438 w 7428574"/>
                <a:gd name="connsiteY13" fmla="*/ 4974098 h 5510799"/>
                <a:gd name="connsiteX14" fmla="*/ 1041425 w 7428574"/>
                <a:gd name="connsiteY14" fmla="*/ 5447531 h 5510799"/>
                <a:gd name="connsiteX15" fmla="*/ 922317 w 7428574"/>
                <a:gd name="connsiteY15" fmla="*/ 5325200 h 5510799"/>
                <a:gd name="connsiteX16" fmla="*/ 1190778 w 7428574"/>
                <a:gd name="connsiteY16" fmla="*/ 5073196 h 5510799"/>
                <a:gd name="connsiteX17" fmla="*/ 1183067 w 7428574"/>
                <a:gd name="connsiteY17" fmla="*/ 5059130 h 5510799"/>
                <a:gd name="connsiteX18" fmla="*/ 1125635 w 7428574"/>
                <a:gd name="connsiteY18" fmla="*/ 5056640 h 5510799"/>
                <a:gd name="connsiteX19" fmla="*/ 70414 w 7428574"/>
                <a:gd name="connsiteY19" fmla="*/ 5056295 h 5510799"/>
                <a:gd name="connsiteX20" fmla="*/ 8648 w 7428574"/>
                <a:gd name="connsiteY20" fmla="*/ 5046195 h 5510799"/>
                <a:gd name="connsiteX21" fmla="*/ 6903 w 7428574"/>
                <a:gd name="connsiteY21" fmla="*/ 4890444 h 5510799"/>
                <a:gd name="connsiteX22" fmla="*/ 1193845 w 7428574"/>
                <a:gd name="connsiteY22" fmla="*/ 4890444 h 5510799"/>
                <a:gd name="connsiteX23" fmla="*/ 925972 w 7428574"/>
                <a:gd name="connsiteY23" fmla="*/ 4631996 h 5510799"/>
                <a:gd name="connsiteX24" fmla="*/ 1051146 w 7428574"/>
                <a:gd name="connsiteY24" fmla="*/ 4508354 h 5510799"/>
                <a:gd name="connsiteX25" fmla="*/ 6396041 w 7428574"/>
                <a:gd name="connsiteY25" fmla="*/ 4501070 h 5510799"/>
                <a:gd name="connsiteX26" fmla="*/ 6510817 w 7428574"/>
                <a:gd name="connsiteY26" fmla="*/ 4622424 h 5510799"/>
                <a:gd name="connsiteX27" fmla="*/ 6243822 w 7428574"/>
                <a:gd name="connsiteY27" fmla="*/ 4871384 h 5510799"/>
                <a:gd name="connsiteX28" fmla="*/ 6254376 w 7428574"/>
                <a:gd name="connsiteY28" fmla="*/ 4889506 h 5510799"/>
                <a:gd name="connsiteX29" fmla="*/ 7428574 w 7428574"/>
                <a:gd name="connsiteY29" fmla="*/ 4889506 h 5510799"/>
                <a:gd name="connsiteX30" fmla="*/ 7428574 w 7428574"/>
                <a:gd name="connsiteY30" fmla="*/ 5057257 h 5510799"/>
                <a:gd name="connsiteX31" fmla="*/ 6264044 w 7428574"/>
                <a:gd name="connsiteY31" fmla="*/ 5058869 h 5510799"/>
                <a:gd name="connsiteX32" fmla="*/ 6260483 w 7428574"/>
                <a:gd name="connsiteY32" fmla="*/ 5066682 h 5510799"/>
                <a:gd name="connsiteX33" fmla="*/ 6259501 w 7428574"/>
                <a:gd name="connsiteY33" fmla="*/ 5068836 h 5510799"/>
                <a:gd name="connsiteX34" fmla="*/ 6261709 w 7428574"/>
                <a:gd name="connsiteY34" fmla="*/ 5077602 h 5510799"/>
                <a:gd name="connsiteX35" fmla="*/ 6477484 w 7428574"/>
                <a:gd name="connsiteY35" fmla="*/ 5298209 h 5510799"/>
                <a:gd name="connsiteX36" fmla="*/ 6500705 w 7428574"/>
                <a:gd name="connsiteY36" fmla="*/ 5344919 h 5510799"/>
                <a:gd name="connsiteX37" fmla="*/ 6385040 w 7428574"/>
                <a:gd name="connsiteY37" fmla="*/ 5456183 h 5510799"/>
                <a:gd name="connsiteX38" fmla="*/ 6286598 w 7428574"/>
                <a:gd name="connsiteY38" fmla="*/ 5349429 h 5510799"/>
                <a:gd name="connsiteX39" fmla="*/ 5918161 w 7428574"/>
                <a:gd name="connsiteY39" fmla="*/ 4987171 h 5510799"/>
                <a:gd name="connsiteX40" fmla="*/ 6396041 w 7428574"/>
                <a:gd name="connsiteY40" fmla="*/ 4501070 h 5510799"/>
                <a:gd name="connsiteX41" fmla="*/ 3555375 w 7428574"/>
                <a:gd name="connsiteY41" fmla="*/ 4333022 h 5510799"/>
                <a:gd name="connsiteX42" fmla="*/ 4894412 w 7428574"/>
                <a:gd name="connsiteY42" fmla="*/ 4333022 h 5510799"/>
                <a:gd name="connsiteX43" fmla="*/ 4894412 w 7428574"/>
                <a:gd name="connsiteY43" fmla="*/ 4497015 h 5510799"/>
                <a:gd name="connsiteX44" fmla="*/ 3555375 w 7428574"/>
                <a:gd name="connsiteY44" fmla="*/ 4497015 h 5510799"/>
                <a:gd name="connsiteX45" fmla="*/ 3555582 w 7428574"/>
                <a:gd name="connsiteY45" fmla="*/ 3992322 h 5510799"/>
                <a:gd name="connsiteX46" fmla="*/ 4894076 w 7428574"/>
                <a:gd name="connsiteY46" fmla="*/ 3992322 h 5510799"/>
                <a:gd name="connsiteX47" fmla="*/ 4894076 w 7428574"/>
                <a:gd name="connsiteY47" fmla="*/ 4151787 h 5510799"/>
                <a:gd name="connsiteX48" fmla="*/ 3555582 w 7428574"/>
                <a:gd name="connsiteY48" fmla="*/ 4151787 h 5510799"/>
                <a:gd name="connsiteX49" fmla="*/ 3555887 w 7428574"/>
                <a:gd name="connsiteY49" fmla="*/ 3652065 h 5510799"/>
                <a:gd name="connsiteX50" fmla="*/ 4893855 w 7428574"/>
                <a:gd name="connsiteY50" fmla="*/ 3652065 h 5510799"/>
                <a:gd name="connsiteX51" fmla="*/ 4893855 w 7428574"/>
                <a:gd name="connsiteY51" fmla="*/ 3815585 h 5510799"/>
                <a:gd name="connsiteX52" fmla="*/ 3555887 w 7428574"/>
                <a:gd name="connsiteY52" fmla="*/ 3815585 h 5510799"/>
                <a:gd name="connsiteX53" fmla="*/ 1197873 w 7428574"/>
                <a:gd name="connsiteY53" fmla="*/ 3397262 h 5510799"/>
                <a:gd name="connsiteX54" fmla="*/ 1197694 w 7428574"/>
                <a:gd name="connsiteY54" fmla="*/ 3397426 h 5510799"/>
                <a:gd name="connsiteX55" fmla="*/ 1184457 w 7428574"/>
                <a:gd name="connsiteY55" fmla="*/ 3409499 h 5510799"/>
                <a:gd name="connsiteX56" fmla="*/ 1172630 w 7428574"/>
                <a:gd name="connsiteY56" fmla="*/ 3417504 h 5510799"/>
                <a:gd name="connsiteX57" fmla="*/ 1164231 w 7428574"/>
                <a:gd name="connsiteY57" fmla="*/ 3403671 h 5510799"/>
                <a:gd name="connsiteX58" fmla="*/ 1177195 w 7428574"/>
                <a:gd name="connsiteY58" fmla="*/ 3398874 h 5510799"/>
                <a:gd name="connsiteX59" fmla="*/ 1197821 w 7428574"/>
                <a:gd name="connsiteY59" fmla="*/ 3397264 h 5510799"/>
                <a:gd name="connsiteX60" fmla="*/ 3548465 w 7428574"/>
                <a:gd name="connsiteY60" fmla="*/ 3318871 h 5510799"/>
                <a:gd name="connsiteX61" fmla="*/ 4893969 w 7428574"/>
                <a:gd name="connsiteY61" fmla="*/ 3318871 h 5510799"/>
                <a:gd name="connsiteX62" fmla="*/ 4893969 w 7428574"/>
                <a:gd name="connsiteY62" fmla="*/ 3477588 h 5510799"/>
                <a:gd name="connsiteX63" fmla="*/ 3548465 w 7428574"/>
                <a:gd name="connsiteY63" fmla="*/ 3477588 h 5510799"/>
                <a:gd name="connsiteX64" fmla="*/ 3555864 w 7428574"/>
                <a:gd name="connsiteY64" fmla="*/ 2974331 h 5510799"/>
                <a:gd name="connsiteX65" fmla="*/ 4893854 w 7428574"/>
                <a:gd name="connsiteY65" fmla="*/ 2974331 h 5510799"/>
                <a:gd name="connsiteX66" fmla="*/ 4893854 w 7428574"/>
                <a:gd name="connsiteY66" fmla="*/ 3137835 h 5510799"/>
                <a:gd name="connsiteX67" fmla="*/ 3555864 w 7428574"/>
                <a:gd name="connsiteY67" fmla="*/ 3137835 h 5510799"/>
                <a:gd name="connsiteX68" fmla="*/ 6392475 w 7428574"/>
                <a:gd name="connsiteY68" fmla="*/ 2845753 h 5510799"/>
                <a:gd name="connsiteX69" fmla="*/ 6431932 w 7428574"/>
                <a:gd name="connsiteY69" fmla="*/ 2866509 h 5510799"/>
                <a:gd name="connsiteX70" fmla="*/ 6510265 w 7428574"/>
                <a:gd name="connsiteY70" fmla="*/ 2950096 h 5510799"/>
                <a:gd name="connsiteX71" fmla="*/ 6230936 w 7428574"/>
                <a:gd name="connsiteY71" fmla="*/ 3226778 h 5510799"/>
                <a:gd name="connsiteX72" fmla="*/ 7425909 w 7428574"/>
                <a:gd name="connsiteY72" fmla="*/ 3226778 h 5510799"/>
                <a:gd name="connsiteX73" fmla="*/ 7425909 w 7428574"/>
                <a:gd name="connsiteY73" fmla="*/ 3397374 h 5510799"/>
                <a:gd name="connsiteX74" fmla="*/ 6264937 w 7428574"/>
                <a:gd name="connsiteY74" fmla="*/ 3397451 h 5510799"/>
                <a:gd name="connsiteX75" fmla="*/ 6261189 w 7428574"/>
                <a:gd name="connsiteY75" fmla="*/ 3407275 h 5510799"/>
                <a:gd name="connsiteX76" fmla="*/ 6260590 w 7428574"/>
                <a:gd name="connsiteY76" fmla="*/ 3408846 h 5510799"/>
                <a:gd name="connsiteX77" fmla="*/ 6262491 w 7428574"/>
                <a:gd name="connsiteY77" fmla="*/ 3420184 h 5510799"/>
                <a:gd name="connsiteX78" fmla="*/ 6522040 w 7428574"/>
                <a:gd name="connsiteY78" fmla="*/ 3660190 h 5510799"/>
                <a:gd name="connsiteX79" fmla="*/ 6393044 w 7428574"/>
                <a:gd name="connsiteY79" fmla="*/ 3781163 h 5510799"/>
                <a:gd name="connsiteX80" fmla="*/ 5918611 w 7428574"/>
                <a:gd name="connsiteY80" fmla="*/ 3289354 h 5510799"/>
                <a:gd name="connsiteX81" fmla="*/ 6349602 w 7428574"/>
                <a:gd name="connsiteY81" fmla="*/ 2869253 h 5510799"/>
                <a:gd name="connsiteX82" fmla="*/ 6392475 w 7428574"/>
                <a:gd name="connsiteY82" fmla="*/ 2845753 h 5510799"/>
                <a:gd name="connsiteX83" fmla="*/ 1042533 w 7428574"/>
                <a:gd name="connsiteY83" fmla="*/ 2838384 h 5510799"/>
                <a:gd name="connsiteX84" fmla="*/ 1065554 w 7428574"/>
                <a:gd name="connsiteY84" fmla="*/ 2855995 h 5510799"/>
                <a:gd name="connsiteX85" fmla="*/ 1491020 w 7428574"/>
                <a:gd name="connsiteY85" fmla="*/ 3276710 h 5510799"/>
                <a:gd name="connsiteX86" fmla="*/ 1491299 w 7428574"/>
                <a:gd name="connsiteY86" fmla="*/ 3351718 h 5510799"/>
                <a:gd name="connsiteX87" fmla="*/ 1050908 w 7428574"/>
                <a:gd name="connsiteY87" fmla="*/ 3800909 h 5510799"/>
                <a:gd name="connsiteX88" fmla="*/ 913623 w 7428574"/>
                <a:gd name="connsiteY88" fmla="*/ 3669057 h 5510799"/>
                <a:gd name="connsiteX89" fmla="*/ 1170450 w 7428574"/>
                <a:gd name="connsiteY89" fmla="*/ 3420240 h 5510799"/>
                <a:gd name="connsiteX90" fmla="*/ 1184182 w 7428574"/>
                <a:gd name="connsiteY90" fmla="*/ 3409843 h 5510799"/>
                <a:gd name="connsiteX91" fmla="*/ 1197694 w 7428574"/>
                <a:gd name="connsiteY91" fmla="*/ 3397426 h 5510799"/>
                <a:gd name="connsiteX92" fmla="*/ 1197876 w 7428574"/>
                <a:gd name="connsiteY92" fmla="*/ 3397260 h 5510799"/>
                <a:gd name="connsiteX93" fmla="*/ 1197821 w 7428574"/>
                <a:gd name="connsiteY93" fmla="*/ 3397264 h 5510799"/>
                <a:gd name="connsiteX94" fmla="*/ 1177042 w 7428574"/>
                <a:gd name="connsiteY94" fmla="*/ 3398289 h 5510799"/>
                <a:gd name="connsiteX95" fmla="*/ 1163018 w 7428574"/>
                <a:gd name="connsiteY95" fmla="*/ 3398984 h 5510799"/>
                <a:gd name="connsiteX96" fmla="*/ 69654 w 7428574"/>
                <a:gd name="connsiteY96" fmla="*/ 3397185 h 5510799"/>
                <a:gd name="connsiteX97" fmla="*/ 0 w 7428574"/>
                <a:gd name="connsiteY97" fmla="*/ 3397185 h 5510799"/>
                <a:gd name="connsiteX98" fmla="*/ 0 w 7428574"/>
                <a:gd name="connsiteY98" fmla="*/ 3231500 h 5510799"/>
                <a:gd name="connsiteX99" fmla="*/ 1178305 w 7428574"/>
                <a:gd name="connsiteY99" fmla="*/ 3231500 h 5510799"/>
                <a:gd name="connsiteX100" fmla="*/ 916401 w 7428574"/>
                <a:gd name="connsiteY100" fmla="*/ 2971493 h 5510799"/>
                <a:gd name="connsiteX101" fmla="*/ 1042533 w 7428574"/>
                <a:gd name="connsiteY101" fmla="*/ 2838384 h 5510799"/>
                <a:gd name="connsiteX102" fmla="*/ 3555627 w 7428574"/>
                <a:gd name="connsiteY102" fmla="*/ 2636808 h 5510799"/>
                <a:gd name="connsiteX103" fmla="*/ 4893961 w 7428574"/>
                <a:gd name="connsiteY103" fmla="*/ 2636808 h 5510799"/>
                <a:gd name="connsiteX104" fmla="*/ 4893961 w 7428574"/>
                <a:gd name="connsiteY104" fmla="*/ 2796204 h 5510799"/>
                <a:gd name="connsiteX105" fmla="*/ 3555627 w 7428574"/>
                <a:gd name="connsiteY105" fmla="*/ 2796204 h 5510799"/>
                <a:gd name="connsiteX106" fmla="*/ 3555826 w 7428574"/>
                <a:gd name="connsiteY106" fmla="*/ 2303484 h 5510799"/>
                <a:gd name="connsiteX107" fmla="*/ 4893855 w 7428574"/>
                <a:gd name="connsiteY107" fmla="*/ 2303484 h 5510799"/>
                <a:gd name="connsiteX108" fmla="*/ 4893855 w 7428574"/>
                <a:gd name="connsiteY108" fmla="*/ 2462155 h 5510799"/>
                <a:gd name="connsiteX109" fmla="*/ 3555826 w 7428574"/>
                <a:gd name="connsiteY109" fmla="*/ 2462155 h 5510799"/>
                <a:gd name="connsiteX110" fmla="*/ 6250454 w 7428574"/>
                <a:gd name="connsiteY110" fmla="*/ 1564654 h 5510799"/>
                <a:gd name="connsiteX111" fmla="*/ 6250911 w 7428574"/>
                <a:gd name="connsiteY111" fmla="*/ 1564870 h 5510799"/>
                <a:gd name="connsiteX112" fmla="*/ 6252273 w 7428574"/>
                <a:gd name="connsiteY112" fmla="*/ 1568941 h 5510799"/>
                <a:gd name="connsiteX113" fmla="*/ 6251300 w 7428574"/>
                <a:gd name="connsiteY113" fmla="*/ 1567748 h 5510799"/>
                <a:gd name="connsiteX114" fmla="*/ 1166508 w 7428574"/>
                <a:gd name="connsiteY114" fmla="*/ 1563757 h 5510799"/>
                <a:gd name="connsiteX115" fmla="*/ 1184505 w 7428574"/>
                <a:gd name="connsiteY115" fmla="*/ 1563757 h 5510799"/>
                <a:gd name="connsiteX116" fmla="*/ 1184505 w 7428574"/>
                <a:gd name="connsiteY116" fmla="*/ 1565452 h 5510799"/>
                <a:gd name="connsiteX117" fmla="*/ 1177677 w 7428574"/>
                <a:gd name="connsiteY117" fmla="*/ 1568697 h 5510799"/>
                <a:gd name="connsiteX118" fmla="*/ 1166508 w 7428574"/>
                <a:gd name="connsiteY118" fmla="*/ 1571685 h 5510799"/>
                <a:gd name="connsiteX119" fmla="*/ 6389485 w 7428574"/>
                <a:gd name="connsiteY119" fmla="*/ 1181907 h 5510799"/>
                <a:gd name="connsiteX120" fmla="*/ 6503039 w 7428574"/>
                <a:gd name="connsiteY120" fmla="*/ 1313015 h 5510799"/>
                <a:gd name="connsiteX121" fmla="*/ 6249154 w 7428574"/>
                <a:gd name="connsiteY121" fmla="*/ 1559898 h 5510799"/>
                <a:gd name="connsiteX122" fmla="*/ 6250454 w 7428574"/>
                <a:gd name="connsiteY122" fmla="*/ 1564654 h 5510799"/>
                <a:gd name="connsiteX123" fmla="*/ 6247716 w 7428574"/>
                <a:gd name="connsiteY123" fmla="*/ 1563356 h 5510799"/>
                <a:gd name="connsiteX124" fmla="*/ 6251300 w 7428574"/>
                <a:gd name="connsiteY124" fmla="*/ 1567748 h 5510799"/>
                <a:gd name="connsiteX125" fmla="*/ 6252267 w 7428574"/>
                <a:gd name="connsiteY125" fmla="*/ 1571287 h 5510799"/>
                <a:gd name="connsiteX126" fmla="*/ 7426797 w 7428574"/>
                <a:gd name="connsiteY126" fmla="*/ 1571287 h 5510799"/>
                <a:gd name="connsiteX127" fmla="*/ 7426797 w 7428574"/>
                <a:gd name="connsiteY127" fmla="*/ 1738772 h 5510799"/>
                <a:gd name="connsiteX128" fmla="*/ 6237156 w 7428574"/>
                <a:gd name="connsiteY128" fmla="*/ 1738772 h 5510799"/>
                <a:gd name="connsiteX129" fmla="*/ 6444041 w 7428574"/>
                <a:gd name="connsiteY129" fmla="*/ 1941557 h 5510799"/>
                <a:gd name="connsiteX130" fmla="*/ 6502927 w 7428574"/>
                <a:gd name="connsiteY130" fmla="*/ 2005243 h 5510799"/>
                <a:gd name="connsiteX131" fmla="*/ 6380042 w 7428574"/>
                <a:gd name="connsiteY131" fmla="*/ 2132728 h 5510799"/>
                <a:gd name="connsiteX132" fmla="*/ 6179045 w 7428574"/>
                <a:gd name="connsiteY132" fmla="*/ 1931134 h 5510799"/>
                <a:gd name="connsiteX133" fmla="*/ 5904829 w 7428574"/>
                <a:gd name="connsiteY133" fmla="*/ 1672728 h 5510799"/>
                <a:gd name="connsiteX134" fmla="*/ 6389485 w 7428574"/>
                <a:gd name="connsiteY134" fmla="*/ 1181907 h 5510799"/>
                <a:gd name="connsiteX135" fmla="*/ 1038931 w 7428574"/>
                <a:gd name="connsiteY135" fmla="*/ 1181511 h 5510799"/>
                <a:gd name="connsiteX136" fmla="*/ 1510718 w 7428574"/>
                <a:gd name="connsiteY136" fmla="*/ 1659098 h 5510799"/>
                <a:gd name="connsiteX137" fmla="*/ 1036353 w 7428574"/>
                <a:gd name="connsiteY137" fmla="*/ 2126398 h 5510799"/>
                <a:gd name="connsiteX138" fmla="*/ 916989 w 7428574"/>
                <a:gd name="connsiteY138" fmla="*/ 2014002 h 5510799"/>
                <a:gd name="connsiteX139" fmla="*/ 1188849 w 7428574"/>
                <a:gd name="connsiteY139" fmla="*/ 1742419 h 5510799"/>
                <a:gd name="connsiteX140" fmla="*/ 10201 w 7428574"/>
                <a:gd name="connsiteY140" fmla="*/ 1742419 h 5510799"/>
                <a:gd name="connsiteX141" fmla="*/ 10201 w 7428574"/>
                <a:gd name="connsiteY141" fmla="*/ 1572479 h 5510799"/>
                <a:gd name="connsiteX142" fmla="*/ 1161294 w 7428574"/>
                <a:gd name="connsiteY142" fmla="*/ 1573080 h 5510799"/>
                <a:gd name="connsiteX143" fmla="*/ 1166508 w 7428574"/>
                <a:gd name="connsiteY143" fmla="*/ 1571685 h 5510799"/>
                <a:gd name="connsiteX144" fmla="*/ 1166508 w 7428574"/>
                <a:gd name="connsiteY144" fmla="*/ 1572546 h 5510799"/>
                <a:gd name="connsiteX145" fmla="*/ 1184505 w 7428574"/>
                <a:gd name="connsiteY145" fmla="*/ 1572546 h 5510799"/>
                <a:gd name="connsiteX146" fmla="*/ 1184505 w 7428574"/>
                <a:gd name="connsiteY146" fmla="*/ 1565452 h 5510799"/>
                <a:gd name="connsiteX147" fmla="*/ 1187860 w 7428574"/>
                <a:gd name="connsiteY147" fmla="*/ 1563857 h 5510799"/>
                <a:gd name="connsiteX148" fmla="*/ 928288 w 7428574"/>
                <a:gd name="connsiteY148" fmla="*/ 1288841 h 5510799"/>
                <a:gd name="connsiteX149" fmla="*/ 1038931 w 7428574"/>
                <a:gd name="connsiteY149" fmla="*/ 1181511 h 5510799"/>
                <a:gd name="connsiteX150" fmla="*/ 1629501 w 7428574"/>
                <a:gd name="connsiteY150" fmla="*/ 0 h 5510799"/>
                <a:gd name="connsiteX151" fmla="*/ 2131766 w 7428574"/>
                <a:gd name="connsiteY151" fmla="*/ 0 h 5510799"/>
                <a:gd name="connsiteX152" fmla="*/ 2131766 w 7428574"/>
                <a:gd name="connsiteY152" fmla="*/ 505608 h 5510799"/>
                <a:gd name="connsiteX153" fmla="*/ 1629501 w 7428574"/>
                <a:gd name="connsiteY153" fmla="*/ 505608 h 55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7428574" h="5510799">
                  <a:moveTo>
                    <a:pt x="3048842" y="5345202"/>
                  </a:moveTo>
                  <a:lnTo>
                    <a:pt x="3375790" y="5345202"/>
                  </a:lnTo>
                  <a:lnTo>
                    <a:pt x="3375790" y="5509340"/>
                  </a:lnTo>
                  <a:lnTo>
                    <a:pt x="3048842" y="5509340"/>
                  </a:lnTo>
                  <a:close/>
                  <a:moveTo>
                    <a:pt x="2539881" y="5341270"/>
                  </a:moveTo>
                  <a:lnTo>
                    <a:pt x="2871471" y="5341270"/>
                  </a:lnTo>
                  <a:lnTo>
                    <a:pt x="2871471" y="5509280"/>
                  </a:lnTo>
                  <a:lnTo>
                    <a:pt x="2539881" y="5509280"/>
                  </a:lnTo>
                  <a:close/>
                  <a:moveTo>
                    <a:pt x="4567976" y="5178521"/>
                  </a:moveTo>
                  <a:lnTo>
                    <a:pt x="4897856" y="5178521"/>
                  </a:lnTo>
                  <a:lnTo>
                    <a:pt x="4897856" y="5510799"/>
                  </a:lnTo>
                  <a:lnTo>
                    <a:pt x="4567976" y="5510799"/>
                  </a:lnTo>
                  <a:close/>
                  <a:moveTo>
                    <a:pt x="1051146" y="4508354"/>
                  </a:moveTo>
                  <a:cubicBezTo>
                    <a:pt x="1200688" y="4660317"/>
                    <a:pt x="1357130" y="4819312"/>
                    <a:pt x="1509438" y="4974098"/>
                  </a:cubicBezTo>
                  <a:cubicBezTo>
                    <a:pt x="1356996" y="5128305"/>
                    <a:pt x="1200178" y="5286935"/>
                    <a:pt x="1041425" y="5447531"/>
                  </a:cubicBezTo>
                  <a:cubicBezTo>
                    <a:pt x="1006070" y="5411231"/>
                    <a:pt x="968794" y="5372943"/>
                    <a:pt x="922317" y="5325200"/>
                  </a:cubicBezTo>
                  <a:cubicBezTo>
                    <a:pt x="1011671" y="5241335"/>
                    <a:pt x="1101225" y="5157271"/>
                    <a:pt x="1190778" y="5073196"/>
                  </a:cubicBezTo>
                  <a:cubicBezTo>
                    <a:pt x="1188211" y="5068506"/>
                    <a:pt x="1185646" y="5063817"/>
                    <a:pt x="1183067" y="5059130"/>
                  </a:cubicBezTo>
                  <a:cubicBezTo>
                    <a:pt x="1163923" y="5058262"/>
                    <a:pt x="1144779" y="5056652"/>
                    <a:pt x="1125635" y="5056640"/>
                  </a:cubicBezTo>
                  <a:cubicBezTo>
                    <a:pt x="773888" y="5056496"/>
                    <a:pt x="422151" y="5056629"/>
                    <a:pt x="70414" y="5056295"/>
                  </a:cubicBezTo>
                  <a:cubicBezTo>
                    <a:pt x="50402" y="5056274"/>
                    <a:pt x="30404" y="5052808"/>
                    <a:pt x="8648" y="5046195"/>
                  </a:cubicBezTo>
                  <a:cubicBezTo>
                    <a:pt x="6903" y="4993520"/>
                    <a:pt x="6903" y="4945587"/>
                    <a:pt x="6903" y="4890444"/>
                  </a:cubicBezTo>
                  <a:cubicBezTo>
                    <a:pt x="401073" y="4890444"/>
                    <a:pt x="791921" y="4890444"/>
                    <a:pt x="1193845" y="4890444"/>
                  </a:cubicBezTo>
                  <a:cubicBezTo>
                    <a:pt x="1097403" y="4797392"/>
                    <a:pt x="1010227" y="4713282"/>
                    <a:pt x="925972" y="4631996"/>
                  </a:cubicBezTo>
                  <a:cubicBezTo>
                    <a:pt x="974195" y="4584363"/>
                    <a:pt x="1012960" y="4546075"/>
                    <a:pt x="1051146" y="4508354"/>
                  </a:cubicBezTo>
                  <a:close/>
                  <a:moveTo>
                    <a:pt x="6396041" y="4501070"/>
                  </a:moveTo>
                  <a:cubicBezTo>
                    <a:pt x="6430152" y="4537125"/>
                    <a:pt x="6466816" y="4575957"/>
                    <a:pt x="6510817" y="4622424"/>
                  </a:cubicBezTo>
                  <a:cubicBezTo>
                    <a:pt x="6423263" y="4704067"/>
                    <a:pt x="6333486" y="4787720"/>
                    <a:pt x="6243822" y="4871384"/>
                  </a:cubicBezTo>
                  <a:cubicBezTo>
                    <a:pt x="6247377" y="4877428"/>
                    <a:pt x="6250933" y="4883473"/>
                    <a:pt x="6254376" y="4889506"/>
                  </a:cubicBezTo>
                  <a:cubicBezTo>
                    <a:pt x="6645035" y="4889506"/>
                    <a:pt x="7035695" y="4889506"/>
                    <a:pt x="7428574" y="4889506"/>
                  </a:cubicBezTo>
                  <a:cubicBezTo>
                    <a:pt x="7428574" y="4948315"/>
                    <a:pt x="7428574" y="4999603"/>
                    <a:pt x="7428574" y="5057257"/>
                  </a:cubicBezTo>
                  <a:cubicBezTo>
                    <a:pt x="7042138" y="5057257"/>
                    <a:pt x="6657479" y="5057257"/>
                    <a:pt x="6264044" y="5058869"/>
                  </a:cubicBezTo>
                  <a:lnTo>
                    <a:pt x="6260483" y="5066682"/>
                  </a:lnTo>
                  <a:lnTo>
                    <a:pt x="6259501" y="5068836"/>
                  </a:lnTo>
                  <a:cubicBezTo>
                    <a:pt x="6259487" y="5071891"/>
                    <a:pt x="6260598" y="5074746"/>
                    <a:pt x="6261709" y="5077602"/>
                  </a:cubicBezTo>
                  <a:cubicBezTo>
                    <a:pt x="6333820" y="5151000"/>
                    <a:pt x="6406263" y="5224010"/>
                    <a:pt x="6477484" y="5298209"/>
                  </a:cubicBezTo>
                  <a:cubicBezTo>
                    <a:pt x="6488816" y="5309908"/>
                    <a:pt x="6494371" y="5326963"/>
                    <a:pt x="6500705" y="5344919"/>
                  </a:cubicBezTo>
                  <a:cubicBezTo>
                    <a:pt x="6464150" y="5381229"/>
                    <a:pt x="6429373" y="5414151"/>
                    <a:pt x="6385040" y="5456183"/>
                  </a:cubicBezTo>
                  <a:cubicBezTo>
                    <a:pt x="6352931" y="5420950"/>
                    <a:pt x="6321264" y="5386085"/>
                    <a:pt x="6286598" y="5349429"/>
                  </a:cubicBezTo>
                  <a:cubicBezTo>
                    <a:pt x="6160046" y="5225731"/>
                    <a:pt x="6036493" y="5103823"/>
                    <a:pt x="5918161" y="4987171"/>
                  </a:cubicBezTo>
                  <a:cubicBezTo>
                    <a:pt x="6080714" y="4821886"/>
                    <a:pt x="6237155" y="4662689"/>
                    <a:pt x="6396041" y="4501070"/>
                  </a:cubicBezTo>
                  <a:close/>
                  <a:moveTo>
                    <a:pt x="3555375" y="4333022"/>
                  </a:moveTo>
                  <a:lnTo>
                    <a:pt x="4894412" y="4333022"/>
                  </a:lnTo>
                  <a:lnTo>
                    <a:pt x="4894412" y="4497015"/>
                  </a:lnTo>
                  <a:lnTo>
                    <a:pt x="3555375" y="4497015"/>
                  </a:lnTo>
                  <a:close/>
                  <a:moveTo>
                    <a:pt x="3555582" y="3992322"/>
                  </a:moveTo>
                  <a:lnTo>
                    <a:pt x="4894076" y="3992322"/>
                  </a:lnTo>
                  <a:lnTo>
                    <a:pt x="4894076" y="4151787"/>
                  </a:lnTo>
                  <a:lnTo>
                    <a:pt x="3555582" y="4151787"/>
                  </a:lnTo>
                  <a:close/>
                  <a:moveTo>
                    <a:pt x="3555887" y="3652065"/>
                  </a:moveTo>
                  <a:lnTo>
                    <a:pt x="4893855" y="3652065"/>
                  </a:lnTo>
                  <a:lnTo>
                    <a:pt x="4893855" y="3815585"/>
                  </a:lnTo>
                  <a:lnTo>
                    <a:pt x="3555887" y="3815585"/>
                  </a:lnTo>
                  <a:close/>
                  <a:moveTo>
                    <a:pt x="1197873" y="3397262"/>
                  </a:moveTo>
                  <a:lnTo>
                    <a:pt x="1197694" y="3397426"/>
                  </a:lnTo>
                  <a:lnTo>
                    <a:pt x="1184457" y="3409499"/>
                  </a:lnTo>
                  <a:cubicBezTo>
                    <a:pt x="1180655" y="3412640"/>
                    <a:pt x="1177119" y="3415076"/>
                    <a:pt x="1172630" y="3417504"/>
                  </a:cubicBezTo>
                  <a:cubicBezTo>
                    <a:pt x="1167697" y="3414437"/>
                    <a:pt x="1166564" y="3411405"/>
                    <a:pt x="1164231" y="3403671"/>
                  </a:cubicBezTo>
                  <a:cubicBezTo>
                    <a:pt x="1167920" y="3401115"/>
                    <a:pt x="1171914" y="3399729"/>
                    <a:pt x="1177195" y="3398874"/>
                  </a:cubicBezTo>
                  <a:lnTo>
                    <a:pt x="1197821" y="3397264"/>
                  </a:lnTo>
                  <a:close/>
                  <a:moveTo>
                    <a:pt x="3548465" y="3318871"/>
                  </a:moveTo>
                  <a:lnTo>
                    <a:pt x="4893969" y="3318871"/>
                  </a:lnTo>
                  <a:lnTo>
                    <a:pt x="4893969" y="3477588"/>
                  </a:lnTo>
                  <a:lnTo>
                    <a:pt x="3548465" y="3477588"/>
                  </a:lnTo>
                  <a:close/>
                  <a:moveTo>
                    <a:pt x="3555864" y="2974331"/>
                  </a:moveTo>
                  <a:lnTo>
                    <a:pt x="4893854" y="2974331"/>
                  </a:lnTo>
                  <a:lnTo>
                    <a:pt x="4893854" y="3137835"/>
                  </a:lnTo>
                  <a:lnTo>
                    <a:pt x="3555864" y="3137835"/>
                  </a:lnTo>
                  <a:close/>
                  <a:moveTo>
                    <a:pt x="6392475" y="2845753"/>
                  </a:moveTo>
                  <a:cubicBezTo>
                    <a:pt x="6405627" y="2845680"/>
                    <a:pt x="6418210" y="2852982"/>
                    <a:pt x="6431932" y="2866509"/>
                  </a:cubicBezTo>
                  <a:cubicBezTo>
                    <a:pt x="6459043" y="2893354"/>
                    <a:pt x="6484265" y="2922196"/>
                    <a:pt x="6510265" y="2950096"/>
                  </a:cubicBezTo>
                  <a:cubicBezTo>
                    <a:pt x="6417488" y="3042071"/>
                    <a:pt x="6329600" y="3129126"/>
                    <a:pt x="6230936" y="3226778"/>
                  </a:cubicBezTo>
                  <a:cubicBezTo>
                    <a:pt x="6638150" y="3226778"/>
                    <a:pt x="7030140" y="3226778"/>
                    <a:pt x="7425909" y="3226778"/>
                  </a:cubicBezTo>
                  <a:cubicBezTo>
                    <a:pt x="7425909" y="3285265"/>
                    <a:pt x="7425909" y="3337775"/>
                    <a:pt x="7425909" y="3397374"/>
                  </a:cubicBezTo>
                  <a:cubicBezTo>
                    <a:pt x="7041918" y="3397374"/>
                    <a:pt x="6657595" y="3397374"/>
                    <a:pt x="6264937" y="3397451"/>
                  </a:cubicBezTo>
                  <a:lnTo>
                    <a:pt x="6261189" y="3407275"/>
                  </a:lnTo>
                  <a:lnTo>
                    <a:pt x="6260590" y="3408846"/>
                  </a:lnTo>
                  <a:cubicBezTo>
                    <a:pt x="6260520" y="3412631"/>
                    <a:pt x="6261492" y="3416406"/>
                    <a:pt x="6262491" y="3420184"/>
                  </a:cubicBezTo>
                  <a:cubicBezTo>
                    <a:pt x="6347934" y="3499204"/>
                    <a:pt x="6433376" y="3578213"/>
                    <a:pt x="6522040" y="3660190"/>
                  </a:cubicBezTo>
                  <a:cubicBezTo>
                    <a:pt x="6469597" y="3709331"/>
                    <a:pt x="6431043" y="3745509"/>
                    <a:pt x="6393044" y="3781163"/>
                  </a:cubicBezTo>
                  <a:cubicBezTo>
                    <a:pt x="6239492" y="3621935"/>
                    <a:pt x="6083274" y="3460060"/>
                    <a:pt x="5918611" y="3289354"/>
                  </a:cubicBezTo>
                  <a:cubicBezTo>
                    <a:pt x="6051163" y="3160712"/>
                    <a:pt x="6202160" y="3016682"/>
                    <a:pt x="6349602" y="2869253"/>
                  </a:cubicBezTo>
                  <a:cubicBezTo>
                    <a:pt x="6365601" y="2853276"/>
                    <a:pt x="6379323" y="2845826"/>
                    <a:pt x="6392475" y="2845753"/>
                  </a:cubicBezTo>
                  <a:close/>
                  <a:moveTo>
                    <a:pt x="1042533" y="2838384"/>
                  </a:moveTo>
                  <a:cubicBezTo>
                    <a:pt x="1051787" y="2845395"/>
                    <a:pt x="1059432" y="2849929"/>
                    <a:pt x="1065554" y="2855995"/>
                  </a:cubicBezTo>
                  <a:cubicBezTo>
                    <a:pt x="1207262" y="2996348"/>
                    <a:pt x="1348048" y="3137656"/>
                    <a:pt x="1491020" y="3276710"/>
                  </a:cubicBezTo>
                  <a:cubicBezTo>
                    <a:pt x="1520775" y="3305642"/>
                    <a:pt x="1520808" y="3322163"/>
                    <a:pt x="1491299" y="3351718"/>
                  </a:cubicBezTo>
                  <a:cubicBezTo>
                    <a:pt x="1346268" y="3496948"/>
                    <a:pt x="1203661" y="3644603"/>
                    <a:pt x="1050908" y="3800909"/>
                  </a:cubicBezTo>
                  <a:cubicBezTo>
                    <a:pt x="1001065" y="3753045"/>
                    <a:pt x="959345" y="3712967"/>
                    <a:pt x="913623" y="3669057"/>
                  </a:cubicBezTo>
                  <a:cubicBezTo>
                    <a:pt x="1000843" y="3583470"/>
                    <a:pt x="1082652" y="3503193"/>
                    <a:pt x="1170450" y="3420240"/>
                  </a:cubicBezTo>
                  <a:cubicBezTo>
                    <a:pt x="1176028" y="3416445"/>
                    <a:pt x="1180108" y="3413326"/>
                    <a:pt x="1184182" y="3409843"/>
                  </a:cubicBezTo>
                  <a:lnTo>
                    <a:pt x="1197694" y="3397426"/>
                  </a:lnTo>
                  <a:lnTo>
                    <a:pt x="1197876" y="3397260"/>
                  </a:lnTo>
                  <a:lnTo>
                    <a:pt x="1197821" y="3397264"/>
                  </a:lnTo>
                  <a:lnTo>
                    <a:pt x="1177042" y="3398289"/>
                  </a:lnTo>
                  <a:cubicBezTo>
                    <a:pt x="1171609" y="3398559"/>
                    <a:pt x="1167312" y="3398773"/>
                    <a:pt x="1163018" y="3398984"/>
                  </a:cubicBezTo>
                  <a:cubicBezTo>
                    <a:pt x="798569" y="3398383"/>
                    <a:pt x="434112" y="3397773"/>
                    <a:pt x="69654" y="3397185"/>
                  </a:cubicBezTo>
                  <a:cubicBezTo>
                    <a:pt x="47665" y="3397152"/>
                    <a:pt x="25678" y="3397185"/>
                    <a:pt x="0" y="3397185"/>
                  </a:cubicBezTo>
                  <a:cubicBezTo>
                    <a:pt x="0" y="3341851"/>
                    <a:pt x="0" y="3289343"/>
                    <a:pt x="0" y="3231500"/>
                  </a:cubicBezTo>
                  <a:cubicBezTo>
                    <a:pt x="392468" y="3231500"/>
                    <a:pt x="785216" y="3231500"/>
                    <a:pt x="1178305" y="3231500"/>
                  </a:cubicBezTo>
                  <a:cubicBezTo>
                    <a:pt x="1088420" y="3142268"/>
                    <a:pt x="1001288" y="3055769"/>
                    <a:pt x="916401" y="2971493"/>
                  </a:cubicBezTo>
                  <a:cubicBezTo>
                    <a:pt x="963390" y="2921905"/>
                    <a:pt x="1002000" y="2881162"/>
                    <a:pt x="1042533" y="2838384"/>
                  </a:cubicBezTo>
                  <a:close/>
                  <a:moveTo>
                    <a:pt x="3555627" y="2636808"/>
                  </a:moveTo>
                  <a:lnTo>
                    <a:pt x="4893961" y="2636808"/>
                  </a:lnTo>
                  <a:lnTo>
                    <a:pt x="4893961" y="2796204"/>
                  </a:lnTo>
                  <a:lnTo>
                    <a:pt x="3555627" y="2796204"/>
                  </a:lnTo>
                  <a:close/>
                  <a:moveTo>
                    <a:pt x="3555826" y="2303484"/>
                  </a:moveTo>
                  <a:lnTo>
                    <a:pt x="4893855" y="2303484"/>
                  </a:lnTo>
                  <a:lnTo>
                    <a:pt x="4893855" y="2462155"/>
                  </a:lnTo>
                  <a:lnTo>
                    <a:pt x="3555826" y="2462155"/>
                  </a:lnTo>
                  <a:close/>
                  <a:moveTo>
                    <a:pt x="6250454" y="1564654"/>
                  </a:moveTo>
                  <a:lnTo>
                    <a:pt x="6250911" y="1564870"/>
                  </a:lnTo>
                  <a:cubicBezTo>
                    <a:pt x="6251717" y="1566104"/>
                    <a:pt x="6252217" y="1567764"/>
                    <a:pt x="6252273" y="1568941"/>
                  </a:cubicBezTo>
                  <a:lnTo>
                    <a:pt x="6251300" y="1567748"/>
                  </a:lnTo>
                  <a:close/>
                  <a:moveTo>
                    <a:pt x="1166508" y="1563757"/>
                  </a:moveTo>
                  <a:lnTo>
                    <a:pt x="1184505" y="1563757"/>
                  </a:lnTo>
                  <a:lnTo>
                    <a:pt x="1184505" y="1565452"/>
                  </a:lnTo>
                  <a:lnTo>
                    <a:pt x="1177677" y="1568697"/>
                  </a:lnTo>
                  <a:lnTo>
                    <a:pt x="1166508" y="1571685"/>
                  </a:lnTo>
                  <a:close/>
                  <a:moveTo>
                    <a:pt x="6389485" y="1181907"/>
                  </a:moveTo>
                  <a:cubicBezTo>
                    <a:pt x="6420706" y="1217939"/>
                    <a:pt x="6457818" y="1260761"/>
                    <a:pt x="6503039" y="1313015"/>
                  </a:cubicBezTo>
                  <a:cubicBezTo>
                    <a:pt x="6427374" y="1386446"/>
                    <a:pt x="6340263" y="1470911"/>
                    <a:pt x="6249154" y="1559898"/>
                  </a:cubicBezTo>
                  <a:lnTo>
                    <a:pt x="6250454" y="1564654"/>
                  </a:lnTo>
                  <a:lnTo>
                    <a:pt x="6247716" y="1563356"/>
                  </a:lnTo>
                  <a:lnTo>
                    <a:pt x="6251300" y="1567748"/>
                  </a:lnTo>
                  <a:lnTo>
                    <a:pt x="6252267" y="1571287"/>
                  </a:lnTo>
                  <a:cubicBezTo>
                    <a:pt x="6642369" y="1571287"/>
                    <a:pt x="7032471" y="1571287"/>
                    <a:pt x="7426797" y="1571287"/>
                  </a:cubicBezTo>
                  <a:cubicBezTo>
                    <a:pt x="7426797" y="1627286"/>
                    <a:pt x="7426797" y="1679640"/>
                    <a:pt x="7426797" y="1738772"/>
                  </a:cubicBezTo>
                  <a:cubicBezTo>
                    <a:pt x="7036026" y="1738772"/>
                    <a:pt x="6645590" y="1738772"/>
                    <a:pt x="6237156" y="1738772"/>
                  </a:cubicBezTo>
                  <a:cubicBezTo>
                    <a:pt x="6313265" y="1813948"/>
                    <a:pt x="6377041" y="1876946"/>
                    <a:pt x="6444041" y="1941557"/>
                  </a:cubicBezTo>
                  <a:cubicBezTo>
                    <a:pt x="6466595" y="1964823"/>
                    <a:pt x="6486038" y="1986465"/>
                    <a:pt x="6502927" y="2005243"/>
                  </a:cubicBezTo>
                  <a:cubicBezTo>
                    <a:pt x="6463262" y="2046377"/>
                    <a:pt x="6424486" y="2086619"/>
                    <a:pt x="6380042" y="2132728"/>
                  </a:cubicBezTo>
                  <a:cubicBezTo>
                    <a:pt x="6315487" y="2067265"/>
                    <a:pt x="6248932" y="1999910"/>
                    <a:pt x="6179045" y="1931134"/>
                  </a:cubicBezTo>
                  <a:cubicBezTo>
                    <a:pt x="6083380" y="1842103"/>
                    <a:pt x="5990939" y="1754494"/>
                    <a:pt x="5904829" y="1672728"/>
                  </a:cubicBezTo>
                  <a:cubicBezTo>
                    <a:pt x="6072159" y="1503300"/>
                    <a:pt x="6229823" y="1343615"/>
                    <a:pt x="6389485" y="1181907"/>
                  </a:cubicBezTo>
                  <a:close/>
                  <a:moveTo>
                    <a:pt x="1038931" y="1181511"/>
                  </a:moveTo>
                  <a:cubicBezTo>
                    <a:pt x="1194904" y="1339407"/>
                    <a:pt x="1352923" y="1499370"/>
                    <a:pt x="1510718" y="1659098"/>
                  </a:cubicBezTo>
                  <a:cubicBezTo>
                    <a:pt x="1358423" y="1809128"/>
                    <a:pt x="1199382" y="1965804"/>
                    <a:pt x="1036353" y="2126398"/>
                  </a:cubicBezTo>
                  <a:cubicBezTo>
                    <a:pt x="1000999" y="2093100"/>
                    <a:pt x="959800" y="2054312"/>
                    <a:pt x="916989" y="2014002"/>
                  </a:cubicBezTo>
                  <a:cubicBezTo>
                    <a:pt x="1007188" y="1923892"/>
                    <a:pt x="1094762" y="1836407"/>
                    <a:pt x="1188849" y="1742419"/>
                  </a:cubicBezTo>
                  <a:cubicBezTo>
                    <a:pt x="793804" y="1742419"/>
                    <a:pt x="404035" y="1742419"/>
                    <a:pt x="10201" y="1742419"/>
                  </a:cubicBezTo>
                  <a:cubicBezTo>
                    <a:pt x="10201" y="1682755"/>
                    <a:pt x="10201" y="1630588"/>
                    <a:pt x="10201" y="1572479"/>
                  </a:cubicBezTo>
                  <a:cubicBezTo>
                    <a:pt x="392013" y="1572479"/>
                    <a:pt x="772527" y="1572479"/>
                    <a:pt x="1161294" y="1573080"/>
                  </a:cubicBezTo>
                  <a:lnTo>
                    <a:pt x="1166508" y="1571685"/>
                  </a:lnTo>
                  <a:lnTo>
                    <a:pt x="1166508" y="1572546"/>
                  </a:lnTo>
                  <a:lnTo>
                    <a:pt x="1184505" y="1572546"/>
                  </a:lnTo>
                  <a:lnTo>
                    <a:pt x="1184505" y="1565452"/>
                  </a:lnTo>
                  <a:lnTo>
                    <a:pt x="1187860" y="1563857"/>
                  </a:lnTo>
                  <a:cubicBezTo>
                    <a:pt x="1100973" y="1471792"/>
                    <a:pt x="1014076" y="1379728"/>
                    <a:pt x="928288" y="1288841"/>
                  </a:cubicBezTo>
                  <a:cubicBezTo>
                    <a:pt x="962566" y="1255586"/>
                    <a:pt x="1001854" y="1217476"/>
                    <a:pt x="1038931" y="1181511"/>
                  </a:cubicBezTo>
                  <a:close/>
                  <a:moveTo>
                    <a:pt x="1629501" y="0"/>
                  </a:moveTo>
                  <a:lnTo>
                    <a:pt x="2131766" y="0"/>
                  </a:lnTo>
                  <a:lnTo>
                    <a:pt x="2131766" y="505608"/>
                  </a:lnTo>
                  <a:lnTo>
                    <a:pt x="1629501" y="505608"/>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834" name="Group 2833">
            <a:extLst>
              <a:ext uri="{FF2B5EF4-FFF2-40B4-BE49-F238E27FC236}">
                <a16:creationId xmlns:a16="http://schemas.microsoft.com/office/drawing/2014/main" id="{19167BFB-19C5-812E-BD80-B690B276EADC}"/>
              </a:ext>
              <a:ext uri="{C183D7F6-B498-43B3-948B-1728B52AA6E4}">
                <adec:decorative xmlns:adec="http://schemas.microsoft.com/office/drawing/2017/decorative" val="1"/>
              </a:ext>
            </a:extLst>
          </p:cNvPr>
          <p:cNvGrpSpPr>
            <a:grpSpLocks noChangeAspect="1"/>
          </p:cNvGrpSpPr>
          <p:nvPr/>
        </p:nvGrpSpPr>
        <p:grpSpPr>
          <a:xfrm>
            <a:off x="1761494" y="810791"/>
            <a:ext cx="495211" cy="457200"/>
            <a:chOff x="1761494" y="810791"/>
            <a:chExt cx="495211" cy="457200"/>
          </a:xfrm>
          <a:solidFill>
            <a:schemeClr val="accent2"/>
          </a:solidFill>
        </p:grpSpPr>
        <p:sp>
          <p:nvSpPr>
            <p:cNvPr id="75" name="Freeform: Shape 74">
              <a:extLst>
                <a:ext uri="{FF2B5EF4-FFF2-40B4-BE49-F238E27FC236}">
                  <a16:creationId xmlns:a16="http://schemas.microsoft.com/office/drawing/2014/main" id="{96B36163-7B57-F711-A31C-2951F0D09DF9}"/>
                </a:ext>
                <a:ext uri="{C183D7F6-B498-43B3-948B-1728B52AA6E4}">
                  <adec:decorative xmlns:adec="http://schemas.microsoft.com/office/drawing/2017/decorative" val="1"/>
                </a:ext>
              </a:extLst>
            </p:cNvPr>
            <p:cNvSpPr/>
            <p:nvPr/>
          </p:nvSpPr>
          <p:spPr>
            <a:xfrm>
              <a:off x="1874107" y="817840"/>
              <a:ext cx="270028" cy="450151"/>
            </a:xfrm>
            <a:custGeom>
              <a:avLst/>
              <a:gdLst>
                <a:gd name="connsiteX0" fmla="*/ 486204 w 530427"/>
                <a:gd name="connsiteY0" fmla="*/ 2 h 884252"/>
                <a:gd name="connsiteX1" fmla="*/ 530425 w 530427"/>
                <a:gd name="connsiteY1" fmla="*/ 44099 h 884252"/>
                <a:gd name="connsiteX2" fmla="*/ 530382 w 530427"/>
                <a:gd name="connsiteY2" fmla="*/ 239680 h 884252"/>
                <a:gd name="connsiteX3" fmla="*/ 530192 w 530427"/>
                <a:gd name="connsiteY3" fmla="*/ 243955 h 884252"/>
                <a:gd name="connsiteX4" fmla="*/ 530382 w 530427"/>
                <a:gd name="connsiteY4" fmla="*/ 687850 h 884252"/>
                <a:gd name="connsiteX5" fmla="*/ 530178 w 530427"/>
                <a:gd name="connsiteY5" fmla="*/ 768516 h 884252"/>
                <a:gd name="connsiteX6" fmla="*/ 530163 w 530427"/>
                <a:gd name="connsiteY6" fmla="*/ 831806 h 884252"/>
                <a:gd name="connsiteX7" fmla="*/ 530163 w 530427"/>
                <a:gd name="connsiteY7" fmla="*/ 840381 h 884252"/>
                <a:gd name="connsiteX8" fmla="*/ 442318 w 530427"/>
                <a:gd name="connsiteY8" fmla="*/ 840381 h 884252"/>
                <a:gd name="connsiteX9" fmla="*/ 442318 w 530427"/>
                <a:gd name="connsiteY9" fmla="*/ 884168 h 884252"/>
                <a:gd name="connsiteX10" fmla="*/ 397908 w 530427"/>
                <a:gd name="connsiteY10" fmla="*/ 884168 h 884252"/>
                <a:gd name="connsiteX11" fmla="*/ 397908 w 530427"/>
                <a:gd name="connsiteY11" fmla="*/ 840730 h 884252"/>
                <a:gd name="connsiteX12" fmla="*/ 132838 w 530427"/>
                <a:gd name="connsiteY12" fmla="*/ 840730 h 884252"/>
                <a:gd name="connsiteX13" fmla="*/ 132838 w 530427"/>
                <a:gd name="connsiteY13" fmla="*/ 884252 h 884252"/>
                <a:gd name="connsiteX14" fmla="*/ 88372 w 530427"/>
                <a:gd name="connsiteY14" fmla="*/ 884252 h 884252"/>
                <a:gd name="connsiteX15" fmla="*/ 88372 w 530427"/>
                <a:gd name="connsiteY15" fmla="*/ 840744 h 884252"/>
                <a:gd name="connsiteX16" fmla="*/ 79864 w 530427"/>
                <a:gd name="connsiteY16" fmla="*/ 840357 h 884252"/>
                <a:gd name="connsiteX17" fmla="*/ 40589 w 530427"/>
                <a:gd name="connsiteY17" fmla="*/ 840049 h 884252"/>
                <a:gd name="connsiteX18" fmla="*/ 234 w 530427"/>
                <a:gd name="connsiteY18" fmla="*/ 797516 h 884252"/>
                <a:gd name="connsiteX19" fmla="*/ 3 w 530427"/>
                <a:gd name="connsiteY19" fmla="*/ 546590 h 884252"/>
                <a:gd name="connsiteX20" fmla="*/ 150 w 530427"/>
                <a:gd name="connsiteY20" fmla="*/ 536497 h 884252"/>
                <a:gd name="connsiteX21" fmla="*/ 480 w 530427"/>
                <a:gd name="connsiteY21" fmla="*/ 121367 h 884252"/>
                <a:gd name="connsiteX22" fmla="*/ 498 w 530427"/>
                <a:gd name="connsiteY22" fmla="*/ 82606 h 884252"/>
                <a:gd name="connsiteX23" fmla="*/ 43928 w 530427"/>
                <a:gd name="connsiteY23" fmla="*/ 82606 h 884252"/>
                <a:gd name="connsiteX24" fmla="*/ 43928 w 530427"/>
                <a:gd name="connsiteY24" fmla="*/ 102215 h 884252"/>
                <a:gd name="connsiteX25" fmla="*/ 43834 w 530427"/>
                <a:gd name="connsiteY25" fmla="*/ 102215 h 884252"/>
                <a:gd name="connsiteX26" fmla="*/ 43834 w 530427"/>
                <a:gd name="connsiteY26" fmla="*/ 129817 h 884252"/>
                <a:gd name="connsiteX27" fmla="*/ 43871 w 530427"/>
                <a:gd name="connsiteY27" fmla="*/ 129817 h 884252"/>
                <a:gd name="connsiteX28" fmla="*/ 43871 w 530427"/>
                <a:gd name="connsiteY28" fmla="*/ 153076 h 884252"/>
                <a:gd name="connsiteX29" fmla="*/ 43810 w 530427"/>
                <a:gd name="connsiteY29" fmla="*/ 153076 h 884252"/>
                <a:gd name="connsiteX30" fmla="*/ 43810 w 530427"/>
                <a:gd name="connsiteY30" fmla="*/ 169082 h 884252"/>
                <a:gd name="connsiteX31" fmla="*/ 43854 w 530427"/>
                <a:gd name="connsiteY31" fmla="*/ 169082 h 884252"/>
                <a:gd name="connsiteX32" fmla="*/ 43854 w 530427"/>
                <a:gd name="connsiteY32" fmla="*/ 186581 h 884252"/>
                <a:gd name="connsiteX33" fmla="*/ 43895 w 530427"/>
                <a:gd name="connsiteY33" fmla="*/ 186581 h 884252"/>
                <a:gd name="connsiteX34" fmla="*/ 43895 w 530427"/>
                <a:gd name="connsiteY34" fmla="*/ 231625 h 884252"/>
                <a:gd name="connsiteX35" fmla="*/ 43725 w 530427"/>
                <a:gd name="connsiteY35" fmla="*/ 231625 h 884252"/>
                <a:gd name="connsiteX36" fmla="*/ 43771 w 530427"/>
                <a:gd name="connsiteY36" fmla="*/ 231646 h 884252"/>
                <a:gd name="connsiteX37" fmla="*/ 44022 w 530427"/>
                <a:gd name="connsiteY37" fmla="*/ 267274 h 884252"/>
                <a:gd name="connsiteX38" fmla="*/ 44048 w 530427"/>
                <a:gd name="connsiteY38" fmla="*/ 785893 h 884252"/>
                <a:gd name="connsiteX39" fmla="*/ 44048 w 530427"/>
                <a:gd name="connsiteY39" fmla="*/ 795677 h 884252"/>
                <a:gd name="connsiteX40" fmla="*/ 485710 w 530427"/>
                <a:gd name="connsiteY40" fmla="*/ 795677 h 884252"/>
                <a:gd name="connsiteX41" fmla="*/ 485710 w 530427"/>
                <a:gd name="connsiteY41" fmla="*/ 43976 h 884252"/>
                <a:gd name="connsiteX42" fmla="*/ 222080 w 530427"/>
                <a:gd name="connsiteY42" fmla="*/ 43374 h 884252"/>
                <a:gd name="connsiteX43" fmla="*/ 221405 w 530427"/>
                <a:gd name="connsiteY43" fmla="*/ 42122 h 884252"/>
                <a:gd name="connsiteX44" fmla="*/ 221405 w 530427"/>
                <a:gd name="connsiteY44" fmla="*/ 43889 h 884252"/>
                <a:gd name="connsiteX45" fmla="*/ 192377 w 530427"/>
                <a:gd name="connsiteY45" fmla="*/ 43889 h 884252"/>
                <a:gd name="connsiteX46" fmla="*/ 192377 w 530427"/>
                <a:gd name="connsiteY46" fmla="*/ 43829 h 884252"/>
                <a:gd name="connsiteX47" fmla="*/ 159743 w 530427"/>
                <a:gd name="connsiteY47" fmla="*/ 43829 h 884252"/>
                <a:gd name="connsiteX48" fmla="*/ 159743 w 530427"/>
                <a:gd name="connsiteY48" fmla="*/ 43857 h 884252"/>
                <a:gd name="connsiteX49" fmla="*/ 143731 w 530427"/>
                <a:gd name="connsiteY49" fmla="*/ 43857 h 884252"/>
                <a:gd name="connsiteX50" fmla="*/ 143731 w 530427"/>
                <a:gd name="connsiteY50" fmla="*/ 43881 h 884252"/>
                <a:gd name="connsiteX51" fmla="*/ 127815 w 530427"/>
                <a:gd name="connsiteY51" fmla="*/ 43881 h 884252"/>
                <a:gd name="connsiteX52" fmla="*/ 127815 w 530427"/>
                <a:gd name="connsiteY52" fmla="*/ 43924 h 884252"/>
                <a:gd name="connsiteX53" fmla="*/ 111655 w 530427"/>
                <a:gd name="connsiteY53" fmla="*/ 43924 h 884252"/>
                <a:gd name="connsiteX54" fmla="*/ 111655 w 530427"/>
                <a:gd name="connsiteY54" fmla="*/ 43927 h 884252"/>
                <a:gd name="connsiteX55" fmla="*/ 87482 w 530427"/>
                <a:gd name="connsiteY55" fmla="*/ 43927 h 884252"/>
                <a:gd name="connsiteX56" fmla="*/ 87482 w 530427"/>
                <a:gd name="connsiteY56" fmla="*/ 424 h 884252"/>
                <a:gd name="connsiteX57" fmla="*/ 111655 w 530427"/>
                <a:gd name="connsiteY57" fmla="*/ 424 h 884252"/>
                <a:gd name="connsiteX58" fmla="*/ 111655 w 530427"/>
                <a:gd name="connsiteY58" fmla="*/ 460 h 884252"/>
                <a:gd name="connsiteX59" fmla="*/ 127815 w 530427"/>
                <a:gd name="connsiteY59" fmla="*/ 460 h 884252"/>
                <a:gd name="connsiteX60" fmla="*/ 127815 w 530427"/>
                <a:gd name="connsiteY60" fmla="*/ 557 h 884252"/>
                <a:gd name="connsiteX61" fmla="*/ 142131 w 530427"/>
                <a:gd name="connsiteY61" fmla="*/ 557 h 884252"/>
                <a:gd name="connsiteX62" fmla="*/ 142131 w 530427"/>
                <a:gd name="connsiteY62" fmla="*/ 400 h 884252"/>
                <a:gd name="connsiteX63" fmla="*/ 159743 w 530427"/>
                <a:gd name="connsiteY63" fmla="*/ 400 h 884252"/>
                <a:gd name="connsiteX64" fmla="*/ 159743 w 530427"/>
                <a:gd name="connsiteY64" fmla="*/ 435 h 884252"/>
                <a:gd name="connsiteX65" fmla="*/ 192377 w 530427"/>
                <a:gd name="connsiteY65" fmla="*/ 435 h 884252"/>
                <a:gd name="connsiteX66" fmla="*/ 192377 w 530427"/>
                <a:gd name="connsiteY66" fmla="*/ 323 h 884252"/>
                <a:gd name="connsiteX67" fmla="*/ 221405 w 530427"/>
                <a:gd name="connsiteY67" fmla="*/ 323 h 884252"/>
                <a:gd name="connsiteX68" fmla="*/ 221405 w 530427"/>
                <a:gd name="connsiteY68" fmla="*/ 446 h 884252"/>
                <a:gd name="connsiteX69" fmla="*/ 302204 w 530427"/>
                <a:gd name="connsiteY69" fmla="*/ 214 h 88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0427" h="884252">
                  <a:moveTo>
                    <a:pt x="486204" y="2"/>
                  </a:moveTo>
                  <a:cubicBezTo>
                    <a:pt x="509122" y="-208"/>
                    <a:pt x="530673" y="21067"/>
                    <a:pt x="530425" y="44099"/>
                  </a:cubicBezTo>
                  <a:cubicBezTo>
                    <a:pt x="529712" y="109062"/>
                    <a:pt x="530221" y="174038"/>
                    <a:pt x="530382" y="239680"/>
                  </a:cubicBezTo>
                  <a:cubicBezTo>
                    <a:pt x="530396" y="241551"/>
                    <a:pt x="530192" y="242753"/>
                    <a:pt x="530192" y="243955"/>
                  </a:cubicBezTo>
                  <a:cubicBezTo>
                    <a:pt x="530207" y="391696"/>
                    <a:pt x="530221" y="539438"/>
                    <a:pt x="530382" y="687850"/>
                  </a:cubicBezTo>
                  <a:cubicBezTo>
                    <a:pt x="530396" y="715186"/>
                    <a:pt x="530251" y="741851"/>
                    <a:pt x="530178" y="768516"/>
                  </a:cubicBezTo>
                  <a:cubicBezTo>
                    <a:pt x="530120" y="789612"/>
                    <a:pt x="530163" y="810710"/>
                    <a:pt x="530163" y="831806"/>
                  </a:cubicBezTo>
                  <a:lnTo>
                    <a:pt x="530163" y="840381"/>
                  </a:lnTo>
                  <a:lnTo>
                    <a:pt x="442318" y="840381"/>
                  </a:lnTo>
                  <a:lnTo>
                    <a:pt x="442318" y="884168"/>
                  </a:lnTo>
                  <a:lnTo>
                    <a:pt x="397908" y="884168"/>
                  </a:lnTo>
                  <a:lnTo>
                    <a:pt x="397908" y="840730"/>
                  </a:lnTo>
                  <a:lnTo>
                    <a:pt x="132838" y="840730"/>
                  </a:lnTo>
                  <a:lnTo>
                    <a:pt x="132838" y="884252"/>
                  </a:lnTo>
                  <a:lnTo>
                    <a:pt x="88372" y="884252"/>
                  </a:lnTo>
                  <a:lnTo>
                    <a:pt x="88372" y="840744"/>
                  </a:lnTo>
                  <a:cubicBezTo>
                    <a:pt x="84974" y="840584"/>
                    <a:pt x="82419" y="840376"/>
                    <a:pt x="79864" y="840357"/>
                  </a:cubicBezTo>
                  <a:lnTo>
                    <a:pt x="40589" y="840049"/>
                  </a:lnTo>
                  <a:cubicBezTo>
                    <a:pt x="18035" y="838975"/>
                    <a:pt x="265" y="820143"/>
                    <a:pt x="234" y="797516"/>
                  </a:cubicBezTo>
                  <a:cubicBezTo>
                    <a:pt x="121" y="714099"/>
                    <a:pt x="149" y="630681"/>
                    <a:pt x="3" y="546590"/>
                  </a:cubicBezTo>
                  <a:cubicBezTo>
                    <a:pt x="-24" y="542777"/>
                    <a:pt x="149" y="539637"/>
                    <a:pt x="150" y="536497"/>
                  </a:cubicBezTo>
                  <a:cubicBezTo>
                    <a:pt x="222" y="468777"/>
                    <a:pt x="417" y="232559"/>
                    <a:pt x="480" y="121367"/>
                  </a:cubicBezTo>
                  <a:lnTo>
                    <a:pt x="498" y="82606"/>
                  </a:lnTo>
                  <a:lnTo>
                    <a:pt x="43928" y="82606"/>
                  </a:lnTo>
                  <a:lnTo>
                    <a:pt x="43928" y="102215"/>
                  </a:lnTo>
                  <a:lnTo>
                    <a:pt x="43834" y="102215"/>
                  </a:lnTo>
                  <a:lnTo>
                    <a:pt x="43834" y="129817"/>
                  </a:lnTo>
                  <a:lnTo>
                    <a:pt x="43871" y="129817"/>
                  </a:lnTo>
                  <a:lnTo>
                    <a:pt x="43871" y="153076"/>
                  </a:lnTo>
                  <a:lnTo>
                    <a:pt x="43810" y="153076"/>
                  </a:lnTo>
                  <a:lnTo>
                    <a:pt x="43810" y="169082"/>
                  </a:lnTo>
                  <a:lnTo>
                    <a:pt x="43854" y="169082"/>
                  </a:lnTo>
                  <a:lnTo>
                    <a:pt x="43854" y="186581"/>
                  </a:lnTo>
                  <a:lnTo>
                    <a:pt x="43895" y="186581"/>
                  </a:lnTo>
                  <a:lnTo>
                    <a:pt x="43895" y="231625"/>
                  </a:lnTo>
                  <a:lnTo>
                    <a:pt x="43725" y="231625"/>
                  </a:lnTo>
                  <a:lnTo>
                    <a:pt x="43771" y="231646"/>
                  </a:lnTo>
                  <a:cubicBezTo>
                    <a:pt x="43858" y="243521"/>
                    <a:pt x="44020" y="255398"/>
                    <a:pt x="44022" y="267274"/>
                  </a:cubicBezTo>
                  <a:cubicBezTo>
                    <a:pt x="44042" y="440147"/>
                    <a:pt x="44043" y="613020"/>
                    <a:pt x="44048" y="785893"/>
                  </a:cubicBezTo>
                  <a:lnTo>
                    <a:pt x="44048" y="795677"/>
                  </a:lnTo>
                  <a:lnTo>
                    <a:pt x="485710" y="795677"/>
                  </a:lnTo>
                  <a:lnTo>
                    <a:pt x="485710" y="43976"/>
                  </a:lnTo>
                  <a:lnTo>
                    <a:pt x="222080" y="43374"/>
                  </a:lnTo>
                  <a:lnTo>
                    <a:pt x="221405" y="42122"/>
                  </a:lnTo>
                  <a:lnTo>
                    <a:pt x="221405" y="43889"/>
                  </a:lnTo>
                  <a:lnTo>
                    <a:pt x="192377" y="43889"/>
                  </a:lnTo>
                  <a:lnTo>
                    <a:pt x="192377" y="43829"/>
                  </a:lnTo>
                  <a:lnTo>
                    <a:pt x="159743" y="43829"/>
                  </a:lnTo>
                  <a:lnTo>
                    <a:pt x="159743" y="43857"/>
                  </a:lnTo>
                  <a:lnTo>
                    <a:pt x="143731" y="43857"/>
                  </a:lnTo>
                  <a:lnTo>
                    <a:pt x="143731" y="43881"/>
                  </a:lnTo>
                  <a:lnTo>
                    <a:pt x="127815" y="43881"/>
                  </a:lnTo>
                  <a:lnTo>
                    <a:pt x="127815" y="43924"/>
                  </a:lnTo>
                  <a:lnTo>
                    <a:pt x="111655" y="43924"/>
                  </a:lnTo>
                  <a:lnTo>
                    <a:pt x="111655" y="43927"/>
                  </a:lnTo>
                  <a:lnTo>
                    <a:pt x="87482" y="43927"/>
                  </a:lnTo>
                  <a:lnTo>
                    <a:pt x="87482" y="424"/>
                  </a:lnTo>
                  <a:lnTo>
                    <a:pt x="111655" y="424"/>
                  </a:lnTo>
                  <a:lnTo>
                    <a:pt x="111655" y="460"/>
                  </a:lnTo>
                  <a:lnTo>
                    <a:pt x="127815" y="460"/>
                  </a:lnTo>
                  <a:lnTo>
                    <a:pt x="127815" y="557"/>
                  </a:lnTo>
                  <a:lnTo>
                    <a:pt x="142131" y="557"/>
                  </a:lnTo>
                  <a:lnTo>
                    <a:pt x="142131" y="400"/>
                  </a:lnTo>
                  <a:lnTo>
                    <a:pt x="159743" y="400"/>
                  </a:lnTo>
                  <a:lnTo>
                    <a:pt x="159743" y="435"/>
                  </a:lnTo>
                  <a:lnTo>
                    <a:pt x="192377" y="435"/>
                  </a:lnTo>
                  <a:lnTo>
                    <a:pt x="192377" y="323"/>
                  </a:lnTo>
                  <a:lnTo>
                    <a:pt x="221405" y="323"/>
                  </a:lnTo>
                  <a:lnTo>
                    <a:pt x="221405" y="446"/>
                  </a:lnTo>
                  <a:lnTo>
                    <a:pt x="302204" y="214"/>
                  </a:lnTo>
                  <a:close/>
                </a:path>
              </a:pathLst>
            </a:custGeom>
            <a:grpFill/>
            <a:ln w="6350" cap="flat">
              <a:noFill/>
              <a:prstDash val="solid"/>
              <a:miter/>
            </a:ln>
          </p:spPr>
          <p:txBody>
            <a:bodyPr wrap="square" rtlCol="0" anchor="ctr">
              <a:noAutofit/>
            </a:bodyPr>
            <a:lstStyle/>
            <a:p>
              <a:endParaRPr lang="en-US"/>
            </a:p>
          </p:txBody>
        </p:sp>
        <p:sp>
          <p:nvSpPr>
            <p:cNvPr id="96" name="Freeform: Shape 95">
              <a:extLst>
                <a:ext uri="{FF2B5EF4-FFF2-40B4-BE49-F238E27FC236}">
                  <a16:creationId xmlns:a16="http://schemas.microsoft.com/office/drawing/2014/main" id="{79B0F30D-0378-D2D2-A350-99B05B55D9FA}"/>
                </a:ext>
                <a:ext uri="{C183D7F6-B498-43B3-948B-1728B52AA6E4}">
                  <adec:decorative xmlns:adec="http://schemas.microsoft.com/office/drawing/2017/decorative" val="1"/>
                </a:ext>
              </a:extLst>
            </p:cNvPr>
            <p:cNvSpPr/>
            <p:nvPr/>
          </p:nvSpPr>
          <p:spPr>
            <a:xfrm>
              <a:off x="1761494" y="810791"/>
              <a:ext cx="495211" cy="401177"/>
            </a:xfrm>
            <a:custGeom>
              <a:avLst/>
              <a:gdLst>
                <a:gd name="connsiteX0" fmla="*/ 6762132 w 7428161"/>
                <a:gd name="connsiteY0" fmla="*/ 5511607 h 6017650"/>
                <a:gd name="connsiteX1" fmla="*/ 6655394 w 7428161"/>
                <a:gd name="connsiteY1" fmla="*/ 5542328 h 6017650"/>
                <a:gd name="connsiteX2" fmla="*/ 6599614 w 7428161"/>
                <a:gd name="connsiteY2" fmla="*/ 5744945 h 6017650"/>
                <a:gd name="connsiteX3" fmla="*/ 6768286 w 7428161"/>
                <a:gd name="connsiteY3" fmla="*/ 5846069 h 6017650"/>
                <a:gd name="connsiteX4" fmla="*/ 6914177 w 7428161"/>
                <a:gd name="connsiteY4" fmla="*/ 5727866 h 6017650"/>
                <a:gd name="connsiteX5" fmla="*/ 6859287 w 7428161"/>
                <a:gd name="connsiteY5" fmla="*/ 5548706 h 6017650"/>
                <a:gd name="connsiteX6" fmla="*/ 6762132 w 7428161"/>
                <a:gd name="connsiteY6" fmla="*/ 5511607 h 6017650"/>
                <a:gd name="connsiteX7" fmla="*/ 670753 w 7428161"/>
                <a:gd name="connsiteY7" fmla="*/ 5511386 h 6017650"/>
                <a:gd name="connsiteX8" fmla="*/ 581425 w 7428161"/>
                <a:gd name="connsiteY8" fmla="*/ 5538755 h 6017650"/>
                <a:gd name="connsiteX9" fmla="*/ 514322 w 7428161"/>
                <a:gd name="connsiteY9" fmla="*/ 5733104 h 6017650"/>
                <a:gd name="connsiteX10" fmla="*/ 680806 w 7428161"/>
                <a:gd name="connsiteY10" fmla="*/ 5847196 h 6017650"/>
                <a:gd name="connsiteX11" fmla="*/ 841710 w 7428161"/>
                <a:gd name="connsiteY11" fmla="*/ 5688703 h 6017650"/>
                <a:gd name="connsiteX12" fmla="*/ 670753 w 7428161"/>
                <a:gd name="connsiteY12" fmla="*/ 5511386 h 6017650"/>
                <a:gd name="connsiteX13" fmla="*/ 2538665 w 7428161"/>
                <a:gd name="connsiteY13" fmla="*/ 5344838 h 6017650"/>
                <a:gd name="connsiteX14" fmla="*/ 2865576 w 7428161"/>
                <a:gd name="connsiteY14" fmla="*/ 5344838 h 6017650"/>
                <a:gd name="connsiteX15" fmla="*/ 2865576 w 7428161"/>
                <a:gd name="connsiteY15" fmla="*/ 5509305 h 6017650"/>
                <a:gd name="connsiteX16" fmla="*/ 2538665 w 7428161"/>
                <a:gd name="connsiteY16" fmla="*/ 5509305 h 6017650"/>
                <a:gd name="connsiteX17" fmla="*/ 3042581 w 7428161"/>
                <a:gd name="connsiteY17" fmla="*/ 5343784 h 6017650"/>
                <a:gd name="connsiteX18" fmla="*/ 3382588 w 7428161"/>
                <a:gd name="connsiteY18" fmla="*/ 5343784 h 6017650"/>
                <a:gd name="connsiteX19" fmla="*/ 3382588 w 7428161"/>
                <a:gd name="connsiteY19" fmla="*/ 5509320 h 6017650"/>
                <a:gd name="connsiteX20" fmla="*/ 3042581 w 7428161"/>
                <a:gd name="connsiteY20" fmla="*/ 5509320 h 6017650"/>
                <a:gd name="connsiteX21" fmla="*/ 4558667 w 7428161"/>
                <a:gd name="connsiteY21" fmla="*/ 5177744 h 6017650"/>
                <a:gd name="connsiteX22" fmla="*/ 4889564 w 7428161"/>
                <a:gd name="connsiteY22" fmla="*/ 5177744 h 6017650"/>
                <a:gd name="connsiteX23" fmla="*/ 4889564 w 7428161"/>
                <a:gd name="connsiteY23" fmla="*/ 5515582 h 6017650"/>
                <a:gd name="connsiteX24" fmla="*/ 4558667 w 7428161"/>
                <a:gd name="connsiteY24" fmla="*/ 5515582 h 6017650"/>
                <a:gd name="connsiteX25" fmla="*/ 3550774 w 7428161"/>
                <a:gd name="connsiteY25" fmla="*/ 4329590 h 6017650"/>
                <a:gd name="connsiteX26" fmla="*/ 4889236 w 7428161"/>
                <a:gd name="connsiteY26" fmla="*/ 4329590 h 6017650"/>
                <a:gd name="connsiteX27" fmla="*/ 4889236 w 7428161"/>
                <a:gd name="connsiteY27" fmla="*/ 4493362 h 6017650"/>
                <a:gd name="connsiteX28" fmla="*/ 3550774 w 7428161"/>
                <a:gd name="connsiteY28" fmla="*/ 4493362 h 6017650"/>
                <a:gd name="connsiteX29" fmla="*/ 3550231 w 7428161"/>
                <a:gd name="connsiteY29" fmla="*/ 3995700 h 6017650"/>
                <a:gd name="connsiteX30" fmla="*/ 4889678 w 7428161"/>
                <a:gd name="connsiteY30" fmla="*/ 3995700 h 6017650"/>
                <a:gd name="connsiteX31" fmla="*/ 4889678 w 7428161"/>
                <a:gd name="connsiteY31" fmla="*/ 4155769 h 6017650"/>
                <a:gd name="connsiteX32" fmla="*/ 3550231 w 7428161"/>
                <a:gd name="connsiteY32" fmla="*/ 4155769 h 6017650"/>
                <a:gd name="connsiteX33" fmla="*/ 5912929 w 7428161"/>
                <a:gd name="connsiteY33" fmla="*/ 3906035 h 6017650"/>
                <a:gd name="connsiteX34" fmla="*/ 6268050 w 7428161"/>
                <a:gd name="connsiteY34" fmla="*/ 3907478 h 6017650"/>
                <a:gd name="connsiteX35" fmla="*/ 6316384 w 7428161"/>
                <a:gd name="connsiteY35" fmla="*/ 3939091 h 6017650"/>
                <a:gd name="connsiteX36" fmla="*/ 6664837 w 7428161"/>
                <a:gd name="connsiteY36" fmla="*/ 4284536 h 6017650"/>
                <a:gd name="connsiteX37" fmla="*/ 6705173 w 7428161"/>
                <a:gd name="connsiteY37" fmla="*/ 4326536 h 6017650"/>
                <a:gd name="connsiteX38" fmla="*/ 6840732 w 7428161"/>
                <a:gd name="connsiteY38" fmla="*/ 4650790 h 6017650"/>
                <a:gd name="connsiteX39" fmla="*/ 6837064 w 7428161"/>
                <a:gd name="connsiteY39" fmla="*/ 5305455 h 6017650"/>
                <a:gd name="connsiteX40" fmla="*/ 6877400 w 7428161"/>
                <a:gd name="connsiteY40" fmla="*/ 5365200 h 6017650"/>
                <a:gd name="connsiteX41" fmla="*/ 7084849 w 7428161"/>
                <a:gd name="connsiteY41" fmla="*/ 5745456 h 6017650"/>
                <a:gd name="connsiteX42" fmla="*/ 6740950 w 7428161"/>
                <a:gd name="connsiteY42" fmla="*/ 6017353 h 6017650"/>
                <a:gd name="connsiteX43" fmla="*/ 6417720 w 7428161"/>
                <a:gd name="connsiteY43" fmla="*/ 5720344 h 6017650"/>
                <a:gd name="connsiteX44" fmla="*/ 6612614 w 7428161"/>
                <a:gd name="connsiteY44" fmla="*/ 5372022 h 6017650"/>
                <a:gd name="connsiteX45" fmla="*/ 6666615 w 7428161"/>
                <a:gd name="connsiteY45" fmla="*/ 5349589 h 6017650"/>
                <a:gd name="connsiteX46" fmla="*/ 6669172 w 7428161"/>
                <a:gd name="connsiteY46" fmla="*/ 5307931 h 6017650"/>
                <a:gd name="connsiteX47" fmla="*/ 6667949 w 7428161"/>
                <a:gd name="connsiteY47" fmla="*/ 4575432 h 6017650"/>
                <a:gd name="connsiteX48" fmla="*/ 6638949 w 7428161"/>
                <a:gd name="connsiteY48" fmla="*/ 4503963 h 6017650"/>
                <a:gd name="connsiteX49" fmla="*/ 6385164 w 7428161"/>
                <a:gd name="connsiteY49" fmla="*/ 4250456 h 6017650"/>
                <a:gd name="connsiteX50" fmla="*/ 6230271 w 7428161"/>
                <a:gd name="connsiteY50" fmla="*/ 4095530 h 6017650"/>
                <a:gd name="connsiteX51" fmla="*/ 6171713 w 7428161"/>
                <a:gd name="connsiteY51" fmla="*/ 4075529 h 6017650"/>
                <a:gd name="connsiteX52" fmla="*/ 5912929 w 7428161"/>
                <a:gd name="connsiteY52" fmla="*/ 4074617 h 6017650"/>
                <a:gd name="connsiteX53" fmla="*/ 5912929 w 7428161"/>
                <a:gd name="connsiteY53" fmla="*/ 3906035 h 6017650"/>
                <a:gd name="connsiteX54" fmla="*/ 1351454 w 7428161"/>
                <a:gd name="connsiteY54" fmla="*/ 3905208 h 6017650"/>
                <a:gd name="connsiteX55" fmla="*/ 1515040 w 7428161"/>
                <a:gd name="connsiteY55" fmla="*/ 3905866 h 6017650"/>
                <a:gd name="connsiteX56" fmla="*/ 1515040 w 7428161"/>
                <a:gd name="connsiteY56" fmla="*/ 4074615 h 6017650"/>
                <a:gd name="connsiteX57" fmla="*/ 1268333 w 7428161"/>
                <a:gd name="connsiteY57" fmla="*/ 4073692 h 6017650"/>
                <a:gd name="connsiteX58" fmla="*/ 1177021 w 7428161"/>
                <a:gd name="connsiteY58" fmla="*/ 4112316 h 6017650"/>
                <a:gd name="connsiteX59" fmla="*/ 1047060 w 7428161"/>
                <a:gd name="connsiteY59" fmla="*/ 4245531 h 6017650"/>
                <a:gd name="connsiteX60" fmla="*/ 777808 w 7428161"/>
                <a:gd name="connsiteY60" fmla="*/ 4514026 h 6017650"/>
                <a:gd name="connsiteX61" fmla="*/ 759186 w 7428161"/>
                <a:gd name="connsiteY61" fmla="*/ 4562418 h 6017650"/>
                <a:gd name="connsiteX62" fmla="*/ 758385 w 7428161"/>
                <a:gd name="connsiteY62" fmla="*/ 5348815 h 6017650"/>
                <a:gd name="connsiteX63" fmla="*/ 986248 w 7428161"/>
                <a:gd name="connsiteY63" fmla="*/ 5550411 h 6017650"/>
                <a:gd name="connsiteX64" fmla="*/ 998604 w 7428161"/>
                <a:gd name="connsiteY64" fmla="*/ 5773038 h 6017650"/>
                <a:gd name="connsiteX65" fmla="*/ 660272 w 7428161"/>
                <a:gd name="connsiteY65" fmla="*/ 6017356 h 6017650"/>
                <a:gd name="connsiteX66" fmla="*/ 340095 w 7428161"/>
                <a:gd name="connsiteY66" fmla="*/ 5736381 h 6017650"/>
                <a:gd name="connsiteX67" fmla="*/ 589547 w 7428161"/>
                <a:gd name="connsiteY67" fmla="*/ 5346871 h 6017650"/>
                <a:gd name="connsiteX68" fmla="*/ 589547 w 7428161"/>
                <a:gd name="connsiteY68" fmla="*/ 5290604 h 6017650"/>
                <a:gd name="connsiteX69" fmla="*/ 591014 w 7428161"/>
                <a:gd name="connsiteY69" fmla="*/ 4508271 h 6017650"/>
                <a:gd name="connsiteX70" fmla="*/ 624261 w 7428161"/>
                <a:gd name="connsiteY70" fmla="*/ 4427525 h 6017650"/>
                <a:gd name="connsiteX71" fmla="*/ 757652 w 7428161"/>
                <a:gd name="connsiteY71" fmla="*/ 4289443 h 6017650"/>
                <a:gd name="connsiteX72" fmla="*/ 1110428 w 7428161"/>
                <a:gd name="connsiteY72" fmla="*/ 3941111 h 6017650"/>
                <a:gd name="connsiteX73" fmla="*/ 1190742 w 7428161"/>
                <a:gd name="connsiteY73" fmla="*/ 3907432 h 6017650"/>
                <a:gd name="connsiteX74" fmla="*/ 1351454 w 7428161"/>
                <a:gd name="connsiteY74" fmla="*/ 3905208 h 6017650"/>
                <a:gd name="connsiteX75" fmla="*/ 3546925 w 7428161"/>
                <a:gd name="connsiteY75" fmla="*/ 3654502 h 6017650"/>
                <a:gd name="connsiteX76" fmla="*/ 4890335 w 7428161"/>
                <a:gd name="connsiteY76" fmla="*/ 3654502 h 6017650"/>
                <a:gd name="connsiteX77" fmla="*/ 4890335 w 7428161"/>
                <a:gd name="connsiteY77" fmla="*/ 3819198 h 6017650"/>
                <a:gd name="connsiteX78" fmla="*/ 3546925 w 7428161"/>
                <a:gd name="connsiteY78" fmla="*/ 3819198 h 6017650"/>
                <a:gd name="connsiteX79" fmla="*/ 3550636 w 7428161"/>
                <a:gd name="connsiteY79" fmla="*/ 3314228 h 6017650"/>
                <a:gd name="connsiteX80" fmla="*/ 4889228 w 7428161"/>
                <a:gd name="connsiteY80" fmla="*/ 3314228 h 6017650"/>
                <a:gd name="connsiteX81" fmla="*/ 4889228 w 7428161"/>
                <a:gd name="connsiteY81" fmla="*/ 3473839 h 6017650"/>
                <a:gd name="connsiteX82" fmla="*/ 3550636 w 7428161"/>
                <a:gd name="connsiteY82" fmla="*/ 3473839 h 6017650"/>
                <a:gd name="connsiteX83" fmla="*/ 7110612 w 7428161"/>
                <a:gd name="connsiteY83" fmla="*/ 3146669 h 6017650"/>
                <a:gd name="connsiteX84" fmla="*/ 7067637 w 7428161"/>
                <a:gd name="connsiteY84" fmla="*/ 3146676 h 6017650"/>
                <a:gd name="connsiteX85" fmla="*/ 7010624 w 7428161"/>
                <a:gd name="connsiteY85" fmla="*/ 3166442 h 6017650"/>
                <a:gd name="connsiteX86" fmla="*/ 6932177 w 7428161"/>
                <a:gd name="connsiteY86" fmla="*/ 3366202 h 6017650"/>
                <a:gd name="connsiteX87" fmla="*/ 7156073 w 7428161"/>
                <a:gd name="connsiteY87" fmla="*/ 3469437 h 6017650"/>
                <a:gd name="connsiteX88" fmla="*/ 7231407 w 7428161"/>
                <a:gd name="connsiteY88" fmla="*/ 3220587 h 6017650"/>
                <a:gd name="connsiteX89" fmla="*/ 7110612 w 7428161"/>
                <a:gd name="connsiteY89" fmla="*/ 3146669 h 6017650"/>
                <a:gd name="connsiteX90" fmla="*/ 345506 w 7428161"/>
                <a:gd name="connsiteY90" fmla="*/ 3145555 h 6017650"/>
                <a:gd name="connsiteX91" fmla="*/ 171124 w 7428161"/>
                <a:gd name="connsiteY91" fmla="*/ 3276591 h 6017650"/>
                <a:gd name="connsiteX92" fmla="*/ 249482 w 7428161"/>
                <a:gd name="connsiteY92" fmla="*/ 3457708 h 6017650"/>
                <a:gd name="connsiteX93" fmla="*/ 427365 w 7428161"/>
                <a:gd name="connsiteY93" fmla="*/ 3454484 h 6017650"/>
                <a:gd name="connsiteX94" fmla="*/ 498588 w 7428161"/>
                <a:gd name="connsiteY94" fmla="*/ 3270646 h 6017650"/>
                <a:gd name="connsiteX95" fmla="*/ 345506 w 7428161"/>
                <a:gd name="connsiteY95" fmla="*/ 3145555 h 6017650"/>
                <a:gd name="connsiteX96" fmla="*/ 346241 w 7428161"/>
                <a:gd name="connsiteY96" fmla="*/ 2977054 h 6017650"/>
                <a:gd name="connsiteX97" fmla="*/ 649604 w 7428161"/>
                <a:gd name="connsiteY97" fmla="*/ 3189467 h 6017650"/>
                <a:gd name="connsiteX98" fmla="*/ 665971 w 7428161"/>
                <a:gd name="connsiteY98" fmla="*/ 3229524 h 6017650"/>
                <a:gd name="connsiteX99" fmla="*/ 1046906 w 7428161"/>
                <a:gd name="connsiteY99" fmla="*/ 3229524 h 6017650"/>
                <a:gd name="connsiteX100" fmla="*/ 1515653 w 7428161"/>
                <a:gd name="connsiteY100" fmla="*/ 3229524 h 6017650"/>
                <a:gd name="connsiteX101" fmla="*/ 1515653 w 7428161"/>
                <a:gd name="connsiteY101" fmla="*/ 3398105 h 6017650"/>
                <a:gd name="connsiteX102" fmla="*/ 1454951 w 7428161"/>
                <a:gd name="connsiteY102" fmla="*/ 3398105 h 6017650"/>
                <a:gd name="connsiteX103" fmla="*/ 728062 w 7428161"/>
                <a:gd name="connsiteY103" fmla="*/ 3397283 h 6017650"/>
                <a:gd name="connsiteX104" fmla="*/ 643048 w 7428161"/>
                <a:gd name="connsiteY104" fmla="*/ 3450817 h 6017650"/>
                <a:gd name="connsiteX105" fmla="*/ 298594 w 7428161"/>
                <a:gd name="connsiteY105" fmla="*/ 3650811 h 6017650"/>
                <a:gd name="connsiteX106" fmla="*/ 5974 w 7428161"/>
                <a:gd name="connsiteY106" fmla="*/ 3386215 h 6017650"/>
                <a:gd name="connsiteX107" fmla="*/ 206447 w 7428161"/>
                <a:gd name="connsiteY107" fmla="*/ 2999596 h 6017650"/>
                <a:gd name="connsiteX108" fmla="*/ 346241 w 7428161"/>
                <a:gd name="connsiteY108" fmla="*/ 2977054 h 6017650"/>
                <a:gd name="connsiteX109" fmla="*/ 7106402 w 7428161"/>
                <a:gd name="connsiteY109" fmla="*/ 2976160 h 6017650"/>
                <a:gd name="connsiteX110" fmla="*/ 7415967 w 7428161"/>
                <a:gd name="connsiteY110" fmla="*/ 3224932 h 6017650"/>
                <a:gd name="connsiteX111" fmla="*/ 7328077 w 7428161"/>
                <a:gd name="connsiteY111" fmla="*/ 3555473 h 6017650"/>
                <a:gd name="connsiteX112" fmla="*/ 6777172 w 7428161"/>
                <a:gd name="connsiteY112" fmla="*/ 3434382 h 6017650"/>
                <a:gd name="connsiteX113" fmla="*/ 6714613 w 7428161"/>
                <a:gd name="connsiteY113" fmla="*/ 3397725 h 6017650"/>
                <a:gd name="connsiteX114" fmla="*/ 5975927 w 7428161"/>
                <a:gd name="connsiteY114" fmla="*/ 3398103 h 6017650"/>
                <a:gd name="connsiteX115" fmla="*/ 5912035 w 7428161"/>
                <a:gd name="connsiteY115" fmla="*/ 3398103 h 6017650"/>
                <a:gd name="connsiteX116" fmla="*/ 5912035 w 7428161"/>
                <a:gd name="connsiteY116" fmla="*/ 3229521 h 6017650"/>
                <a:gd name="connsiteX117" fmla="*/ 5971927 w 7428161"/>
                <a:gd name="connsiteY117" fmla="*/ 3229521 h 6017650"/>
                <a:gd name="connsiteX118" fmla="*/ 6716059 w 7428161"/>
                <a:gd name="connsiteY118" fmla="*/ 3230487 h 6017650"/>
                <a:gd name="connsiteX119" fmla="*/ 6779172 w 7428161"/>
                <a:gd name="connsiteY119" fmla="*/ 3186964 h 6017650"/>
                <a:gd name="connsiteX120" fmla="*/ 7106402 w 7428161"/>
                <a:gd name="connsiteY120" fmla="*/ 2976160 h 6017650"/>
                <a:gd name="connsiteX121" fmla="*/ 3550858 w 7428161"/>
                <a:gd name="connsiteY121" fmla="*/ 2974061 h 6017650"/>
                <a:gd name="connsiteX122" fmla="*/ 4889114 w 7428161"/>
                <a:gd name="connsiteY122" fmla="*/ 2974061 h 6017650"/>
                <a:gd name="connsiteX123" fmla="*/ 4889114 w 7428161"/>
                <a:gd name="connsiteY123" fmla="*/ 3137711 h 6017650"/>
                <a:gd name="connsiteX124" fmla="*/ 3550858 w 7428161"/>
                <a:gd name="connsiteY124" fmla="*/ 3137711 h 6017650"/>
                <a:gd name="connsiteX125" fmla="*/ 3550270 w 7428161"/>
                <a:gd name="connsiteY125" fmla="*/ 2640117 h 6017650"/>
                <a:gd name="connsiteX126" fmla="*/ 4889671 w 7428161"/>
                <a:gd name="connsiteY126" fmla="*/ 2640117 h 6017650"/>
                <a:gd name="connsiteX127" fmla="*/ 4889671 w 7428161"/>
                <a:gd name="connsiteY127" fmla="*/ 2800132 h 6017650"/>
                <a:gd name="connsiteX128" fmla="*/ 3550270 w 7428161"/>
                <a:gd name="connsiteY128" fmla="*/ 2800132 h 6017650"/>
                <a:gd name="connsiteX129" fmla="*/ 3550827 w 7428161"/>
                <a:gd name="connsiteY129" fmla="*/ 2303096 h 6017650"/>
                <a:gd name="connsiteX130" fmla="*/ 4889121 w 7428161"/>
                <a:gd name="connsiteY130" fmla="*/ 2303096 h 6017650"/>
                <a:gd name="connsiteX131" fmla="*/ 4889121 w 7428161"/>
                <a:gd name="connsiteY131" fmla="*/ 2461967 h 6017650"/>
                <a:gd name="connsiteX132" fmla="*/ 3550827 w 7428161"/>
                <a:gd name="connsiteY132" fmla="*/ 2461967 h 6017650"/>
                <a:gd name="connsiteX133" fmla="*/ 6773288 w 7428161"/>
                <a:gd name="connsiteY133" fmla="*/ 783113 h 6017650"/>
                <a:gd name="connsiteX134" fmla="*/ 6674174 w 7428161"/>
                <a:gd name="connsiteY134" fmla="*/ 800920 h 6017650"/>
                <a:gd name="connsiteX135" fmla="*/ 6586061 w 7428161"/>
                <a:gd name="connsiteY135" fmla="*/ 961902 h 6017650"/>
                <a:gd name="connsiteX136" fmla="*/ 6702954 w 7428161"/>
                <a:gd name="connsiteY136" fmla="*/ 1108817 h 6017650"/>
                <a:gd name="connsiteX137" fmla="*/ 6900847 w 7428161"/>
                <a:gd name="connsiteY137" fmla="*/ 1031160 h 6017650"/>
                <a:gd name="connsiteX138" fmla="*/ 6865735 w 7428161"/>
                <a:gd name="connsiteY138" fmla="*/ 823699 h 6017650"/>
                <a:gd name="connsiteX139" fmla="*/ 6773288 w 7428161"/>
                <a:gd name="connsiteY139" fmla="*/ 783113 h 6017650"/>
                <a:gd name="connsiteX140" fmla="*/ 664042 w 7428161"/>
                <a:gd name="connsiteY140" fmla="*/ 781210 h 6017650"/>
                <a:gd name="connsiteX141" fmla="*/ 628194 w 7428161"/>
                <a:gd name="connsiteY141" fmla="*/ 786836 h 6017650"/>
                <a:gd name="connsiteX142" fmla="*/ 515213 w 7428161"/>
                <a:gd name="connsiteY142" fmla="*/ 1006653 h 6017650"/>
                <a:gd name="connsiteX143" fmla="*/ 684285 w 7428161"/>
                <a:gd name="connsiteY143" fmla="*/ 1116924 h 6017650"/>
                <a:gd name="connsiteX144" fmla="*/ 842101 w 7428161"/>
                <a:gd name="connsiteY144" fmla="*/ 955485 h 6017650"/>
                <a:gd name="connsiteX145" fmla="*/ 837666 w 7428161"/>
                <a:gd name="connsiteY145" fmla="*/ 917062 h 6017650"/>
                <a:gd name="connsiteX146" fmla="*/ 698801 w 7428161"/>
                <a:gd name="connsiteY146" fmla="*/ 782871 h 6017650"/>
                <a:gd name="connsiteX147" fmla="*/ 664042 w 7428161"/>
                <a:gd name="connsiteY147" fmla="*/ 781210 h 6017650"/>
                <a:gd name="connsiteX148" fmla="*/ 698206 w 7428161"/>
                <a:gd name="connsiteY148" fmla="*/ 613376 h 6017650"/>
                <a:gd name="connsiteX149" fmla="*/ 1003615 w 7428161"/>
                <a:gd name="connsiteY149" fmla="*/ 880328 h 6017650"/>
                <a:gd name="connsiteX150" fmla="*/ 770086 w 7428161"/>
                <a:gd name="connsiteY150" fmla="*/ 1274650 h 6017650"/>
                <a:gd name="connsiteX151" fmla="*/ 760375 w 7428161"/>
                <a:gd name="connsiteY151" fmla="*/ 1285394 h 6017650"/>
                <a:gd name="connsiteX152" fmla="*/ 759419 w 7428161"/>
                <a:gd name="connsiteY152" fmla="*/ 2068592 h 6017650"/>
                <a:gd name="connsiteX153" fmla="*/ 780365 w 7428161"/>
                <a:gd name="connsiteY153" fmla="*/ 2116181 h 6017650"/>
                <a:gd name="connsiteX154" fmla="*/ 1192731 w 7428161"/>
                <a:gd name="connsiteY154" fmla="*/ 2528726 h 6017650"/>
                <a:gd name="connsiteX155" fmla="*/ 1255923 w 7428161"/>
                <a:gd name="connsiteY155" fmla="*/ 2551794 h 6017650"/>
                <a:gd name="connsiteX156" fmla="*/ 1514063 w 7428161"/>
                <a:gd name="connsiteY156" fmla="*/ 2552849 h 6017650"/>
                <a:gd name="connsiteX157" fmla="*/ 1514063 w 7428161"/>
                <a:gd name="connsiteY157" fmla="*/ 2720954 h 6017650"/>
                <a:gd name="connsiteX158" fmla="*/ 1148474 w 7428161"/>
                <a:gd name="connsiteY158" fmla="*/ 2719832 h 6017650"/>
                <a:gd name="connsiteX159" fmla="*/ 1107985 w 7428161"/>
                <a:gd name="connsiteY159" fmla="*/ 2695208 h 6017650"/>
                <a:gd name="connsiteX160" fmla="*/ 617694 w 7428161"/>
                <a:gd name="connsiteY160" fmla="*/ 2203540 h 6017650"/>
                <a:gd name="connsiteX161" fmla="*/ 590559 w 7428161"/>
                <a:gd name="connsiteY161" fmla="*/ 2125415 h 6017650"/>
                <a:gd name="connsiteX162" fmla="*/ 589427 w 7428161"/>
                <a:gd name="connsiteY162" fmla="*/ 1342095 h 6017650"/>
                <a:gd name="connsiteX163" fmla="*/ 589427 w 7428161"/>
                <a:gd name="connsiteY163" fmla="*/ 1282727 h 6017650"/>
                <a:gd name="connsiteX164" fmla="*/ 366843 w 7428161"/>
                <a:gd name="connsiteY164" fmla="*/ 796870 h 6017650"/>
                <a:gd name="connsiteX165" fmla="*/ 698206 w 7428161"/>
                <a:gd name="connsiteY165" fmla="*/ 613376 h 6017650"/>
                <a:gd name="connsiteX166" fmla="*/ 6739046 w 7428161"/>
                <a:gd name="connsiteY166" fmla="*/ 610445 h 6017650"/>
                <a:gd name="connsiteX167" fmla="*/ 6832623 w 7428161"/>
                <a:gd name="connsiteY167" fmla="*/ 621949 h 6017650"/>
                <a:gd name="connsiteX168" fmla="*/ 7079519 w 7428161"/>
                <a:gd name="connsiteY168" fmla="*/ 864277 h 6017650"/>
                <a:gd name="connsiteX169" fmla="*/ 6837846 w 7428161"/>
                <a:gd name="connsiteY169" fmla="*/ 1280910 h 6017650"/>
                <a:gd name="connsiteX170" fmla="*/ 6837734 w 7428161"/>
                <a:gd name="connsiteY170" fmla="*/ 1839769 h 6017650"/>
                <a:gd name="connsiteX171" fmla="*/ 6826845 w 7428161"/>
                <a:gd name="connsiteY171" fmla="*/ 2163612 h 6017650"/>
                <a:gd name="connsiteX172" fmla="*/ 6608729 w 7428161"/>
                <a:gd name="connsiteY172" fmla="*/ 2395362 h 6017650"/>
                <a:gd name="connsiteX173" fmla="*/ 6310164 w 7428161"/>
                <a:gd name="connsiteY173" fmla="*/ 2693437 h 6017650"/>
                <a:gd name="connsiteX174" fmla="*/ 6265608 w 7428161"/>
                <a:gd name="connsiteY174" fmla="*/ 2720814 h 6017650"/>
                <a:gd name="connsiteX175" fmla="*/ 5909486 w 7428161"/>
                <a:gd name="connsiteY175" fmla="*/ 2722071 h 6017650"/>
                <a:gd name="connsiteX176" fmla="*/ 5909486 w 7428161"/>
                <a:gd name="connsiteY176" fmla="*/ 2597835 h 6017650"/>
                <a:gd name="connsiteX177" fmla="*/ 5950709 w 7428161"/>
                <a:gd name="connsiteY177" fmla="*/ 2552266 h 6017650"/>
                <a:gd name="connsiteX178" fmla="*/ 6172604 w 7428161"/>
                <a:gd name="connsiteY178" fmla="*/ 2551555 h 6017650"/>
                <a:gd name="connsiteX179" fmla="*/ 6239385 w 7428161"/>
                <a:gd name="connsiteY179" fmla="*/ 2523932 h 6017650"/>
                <a:gd name="connsiteX180" fmla="*/ 6635729 w 7428161"/>
                <a:gd name="connsiteY180" fmla="*/ 2127478 h 6017650"/>
                <a:gd name="connsiteX181" fmla="*/ 6658062 w 7428161"/>
                <a:gd name="connsiteY181" fmla="*/ 2081564 h 6017650"/>
                <a:gd name="connsiteX182" fmla="*/ 6670284 w 7428161"/>
                <a:gd name="connsiteY182" fmla="*/ 1340124 h 6017650"/>
                <a:gd name="connsiteX183" fmla="*/ 6621950 w 7428161"/>
                <a:gd name="connsiteY183" fmla="*/ 1263800 h 6017650"/>
                <a:gd name="connsiteX184" fmla="*/ 6497835 w 7428161"/>
                <a:gd name="connsiteY184" fmla="*/ 720618 h 6017650"/>
                <a:gd name="connsiteX185" fmla="*/ 6739046 w 7428161"/>
                <a:gd name="connsiteY185" fmla="*/ 610445 h 6017650"/>
                <a:gd name="connsiteX186" fmla="*/ 1620947 w 7428161"/>
                <a:gd name="connsiteY186" fmla="*/ 0 h 6017650"/>
                <a:gd name="connsiteX187" fmla="*/ 2120281 w 7428161"/>
                <a:gd name="connsiteY187" fmla="*/ 0 h 6017650"/>
                <a:gd name="connsiteX188" fmla="*/ 2120281 w 7428161"/>
                <a:gd name="connsiteY188" fmla="*/ 499503 h 6017650"/>
                <a:gd name="connsiteX189" fmla="*/ 1620947 w 7428161"/>
                <a:gd name="connsiteY189" fmla="*/ 499503 h 601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7428161" h="6017650">
                  <a:moveTo>
                    <a:pt x="6762132" y="5511607"/>
                  </a:moveTo>
                  <a:cubicBezTo>
                    <a:pt x="6728312" y="5510574"/>
                    <a:pt x="6692895" y="5520844"/>
                    <a:pt x="6655394" y="5542328"/>
                  </a:cubicBezTo>
                  <a:cubicBezTo>
                    <a:pt x="6587614" y="5603474"/>
                    <a:pt x="6568502" y="5672565"/>
                    <a:pt x="6599614" y="5744945"/>
                  </a:cubicBezTo>
                  <a:cubicBezTo>
                    <a:pt x="6628502" y="5812403"/>
                    <a:pt x="6697172" y="5853515"/>
                    <a:pt x="6768286" y="5846069"/>
                  </a:cubicBezTo>
                  <a:cubicBezTo>
                    <a:pt x="6838842" y="5838680"/>
                    <a:pt x="6894067" y="5793935"/>
                    <a:pt x="6914177" y="5727866"/>
                  </a:cubicBezTo>
                  <a:cubicBezTo>
                    <a:pt x="6934400" y="5661642"/>
                    <a:pt x="6914177" y="5590618"/>
                    <a:pt x="6859287" y="5548706"/>
                  </a:cubicBezTo>
                  <a:cubicBezTo>
                    <a:pt x="6828175" y="5524978"/>
                    <a:pt x="6795952" y="5512641"/>
                    <a:pt x="6762132" y="5511607"/>
                  </a:cubicBezTo>
                  <a:close/>
                  <a:moveTo>
                    <a:pt x="670753" y="5511386"/>
                  </a:moveTo>
                  <a:cubicBezTo>
                    <a:pt x="640576" y="5511976"/>
                    <a:pt x="609767" y="5520657"/>
                    <a:pt x="581425" y="5538755"/>
                  </a:cubicBezTo>
                  <a:cubicBezTo>
                    <a:pt x="516156" y="5580433"/>
                    <a:pt x="489690" y="5659914"/>
                    <a:pt x="514322" y="5733104"/>
                  </a:cubicBezTo>
                  <a:cubicBezTo>
                    <a:pt x="537845" y="5803006"/>
                    <a:pt x="608015" y="5851086"/>
                    <a:pt x="680806" y="5847196"/>
                  </a:cubicBezTo>
                  <a:cubicBezTo>
                    <a:pt x="763608" y="5842764"/>
                    <a:pt x="821621" y="5788206"/>
                    <a:pt x="841710" y="5688703"/>
                  </a:cubicBezTo>
                  <a:cubicBezTo>
                    <a:pt x="846143" y="5580659"/>
                    <a:pt x="761287" y="5509615"/>
                    <a:pt x="670753" y="5511386"/>
                  </a:cubicBezTo>
                  <a:close/>
                  <a:moveTo>
                    <a:pt x="2538665" y="5344838"/>
                  </a:moveTo>
                  <a:lnTo>
                    <a:pt x="2865576" y="5344838"/>
                  </a:lnTo>
                  <a:lnTo>
                    <a:pt x="2865576" y="5509305"/>
                  </a:lnTo>
                  <a:lnTo>
                    <a:pt x="2538665" y="5509305"/>
                  </a:lnTo>
                  <a:close/>
                  <a:moveTo>
                    <a:pt x="3042581" y="5343784"/>
                  </a:moveTo>
                  <a:lnTo>
                    <a:pt x="3382588" y="5343784"/>
                  </a:lnTo>
                  <a:lnTo>
                    <a:pt x="3382588" y="5509320"/>
                  </a:lnTo>
                  <a:lnTo>
                    <a:pt x="3042581" y="5509320"/>
                  </a:lnTo>
                  <a:close/>
                  <a:moveTo>
                    <a:pt x="4558667" y="5177744"/>
                  </a:moveTo>
                  <a:lnTo>
                    <a:pt x="4889564" y="5177744"/>
                  </a:lnTo>
                  <a:lnTo>
                    <a:pt x="4889564" y="5515582"/>
                  </a:lnTo>
                  <a:lnTo>
                    <a:pt x="4558667" y="5515582"/>
                  </a:lnTo>
                  <a:close/>
                  <a:moveTo>
                    <a:pt x="3550774" y="4329590"/>
                  </a:moveTo>
                  <a:lnTo>
                    <a:pt x="4889236" y="4329590"/>
                  </a:lnTo>
                  <a:lnTo>
                    <a:pt x="4889236" y="4493362"/>
                  </a:lnTo>
                  <a:lnTo>
                    <a:pt x="3550774" y="4493362"/>
                  </a:lnTo>
                  <a:close/>
                  <a:moveTo>
                    <a:pt x="3550231" y="3995700"/>
                  </a:moveTo>
                  <a:lnTo>
                    <a:pt x="4889678" y="3995700"/>
                  </a:lnTo>
                  <a:lnTo>
                    <a:pt x="4889678" y="4155769"/>
                  </a:lnTo>
                  <a:lnTo>
                    <a:pt x="3550231" y="4155769"/>
                  </a:lnTo>
                  <a:close/>
                  <a:moveTo>
                    <a:pt x="5912929" y="3906035"/>
                  </a:moveTo>
                  <a:cubicBezTo>
                    <a:pt x="6032266" y="3906035"/>
                    <a:pt x="6150157" y="3904768"/>
                    <a:pt x="6268050" y="3907478"/>
                  </a:cubicBezTo>
                  <a:cubicBezTo>
                    <a:pt x="6284495" y="3907869"/>
                    <a:pt x="6302717" y="3925601"/>
                    <a:pt x="6316384" y="3939091"/>
                  </a:cubicBezTo>
                  <a:cubicBezTo>
                    <a:pt x="6431832" y="4053261"/>
                    <a:pt x="6546500" y="4168309"/>
                    <a:pt x="6664837" y="4284536"/>
                  </a:cubicBezTo>
                  <a:cubicBezTo>
                    <a:pt x="6680393" y="4299669"/>
                    <a:pt x="6690506" y="4316359"/>
                    <a:pt x="6705173" y="4326536"/>
                  </a:cubicBezTo>
                  <a:cubicBezTo>
                    <a:pt x="6819730" y="4406162"/>
                    <a:pt x="6847621" y="4514508"/>
                    <a:pt x="6840732" y="4650790"/>
                  </a:cubicBezTo>
                  <a:cubicBezTo>
                    <a:pt x="6829620" y="4868497"/>
                    <a:pt x="6838398" y="5087181"/>
                    <a:pt x="6837064" y="5305455"/>
                  </a:cubicBezTo>
                  <a:cubicBezTo>
                    <a:pt x="6836842" y="5337888"/>
                    <a:pt x="6846508" y="5352578"/>
                    <a:pt x="6877400" y="5365200"/>
                  </a:cubicBezTo>
                  <a:cubicBezTo>
                    <a:pt x="7033626" y="5429058"/>
                    <a:pt x="7119072" y="5588429"/>
                    <a:pt x="7084849" y="5745456"/>
                  </a:cubicBezTo>
                  <a:cubicBezTo>
                    <a:pt x="7048960" y="5910250"/>
                    <a:pt x="6904954" y="6024075"/>
                    <a:pt x="6740950" y="6017353"/>
                  </a:cubicBezTo>
                  <a:cubicBezTo>
                    <a:pt x="6575946" y="6010585"/>
                    <a:pt x="6442943" y="5888316"/>
                    <a:pt x="6417720" y="5720344"/>
                  </a:cubicBezTo>
                  <a:cubicBezTo>
                    <a:pt x="6396718" y="5580529"/>
                    <a:pt x="6478832" y="5433558"/>
                    <a:pt x="6612614" y="5372022"/>
                  </a:cubicBezTo>
                  <a:cubicBezTo>
                    <a:pt x="6629281" y="5364323"/>
                    <a:pt x="6646615" y="5357866"/>
                    <a:pt x="6666615" y="5349589"/>
                  </a:cubicBezTo>
                  <a:cubicBezTo>
                    <a:pt x="6667504" y="5336355"/>
                    <a:pt x="6669172" y="5322143"/>
                    <a:pt x="6669172" y="5307931"/>
                  </a:cubicBezTo>
                  <a:cubicBezTo>
                    <a:pt x="6669282" y="5063758"/>
                    <a:pt x="6670059" y="4819584"/>
                    <a:pt x="6667949" y="4575432"/>
                  </a:cubicBezTo>
                  <a:cubicBezTo>
                    <a:pt x="6667838" y="4551211"/>
                    <a:pt x="6655726" y="4521509"/>
                    <a:pt x="6638949" y="4503963"/>
                  </a:cubicBezTo>
                  <a:cubicBezTo>
                    <a:pt x="6557391" y="4418216"/>
                    <a:pt x="6472388" y="4335736"/>
                    <a:pt x="6385164" y="4250456"/>
                  </a:cubicBezTo>
                  <a:cubicBezTo>
                    <a:pt x="6331607" y="4197387"/>
                    <a:pt x="6282715" y="4144553"/>
                    <a:pt x="6230271" y="4095530"/>
                  </a:cubicBezTo>
                  <a:cubicBezTo>
                    <a:pt x="6216381" y="4082540"/>
                    <a:pt x="6191713" y="4076040"/>
                    <a:pt x="6171713" y="4075529"/>
                  </a:cubicBezTo>
                  <a:cubicBezTo>
                    <a:pt x="6087044" y="4073385"/>
                    <a:pt x="6002153" y="4074617"/>
                    <a:pt x="5912929" y="4074617"/>
                  </a:cubicBezTo>
                  <a:cubicBezTo>
                    <a:pt x="5912929" y="4018271"/>
                    <a:pt x="5912929" y="3964369"/>
                    <a:pt x="5912929" y="3906035"/>
                  </a:cubicBezTo>
                  <a:close/>
                  <a:moveTo>
                    <a:pt x="1351454" y="3905208"/>
                  </a:moveTo>
                  <a:cubicBezTo>
                    <a:pt x="1405362" y="3905297"/>
                    <a:pt x="1459750" y="3905866"/>
                    <a:pt x="1515040" y="3905866"/>
                  </a:cubicBezTo>
                  <a:cubicBezTo>
                    <a:pt x="1515040" y="3962157"/>
                    <a:pt x="1515040" y="4014692"/>
                    <a:pt x="1515040" y="4074615"/>
                  </a:cubicBezTo>
                  <a:cubicBezTo>
                    <a:pt x="1432728" y="4074615"/>
                    <a:pt x="1350437" y="4076704"/>
                    <a:pt x="1268333" y="4073692"/>
                  </a:cubicBezTo>
                  <a:cubicBezTo>
                    <a:pt x="1229688" y="4072282"/>
                    <a:pt x="1202610" y="4084149"/>
                    <a:pt x="1177021" y="4112316"/>
                  </a:cubicBezTo>
                  <a:cubicBezTo>
                    <a:pt x="1136107" y="4157350"/>
                    <a:pt x="1091595" y="4199129"/>
                    <a:pt x="1047060" y="4245531"/>
                  </a:cubicBezTo>
                  <a:cubicBezTo>
                    <a:pt x="956048" y="4336977"/>
                    <a:pt x="866033" y="4424624"/>
                    <a:pt x="777808" y="4514026"/>
                  </a:cubicBezTo>
                  <a:cubicBezTo>
                    <a:pt x="766553" y="4525439"/>
                    <a:pt x="759253" y="4546039"/>
                    <a:pt x="759186" y="4562418"/>
                  </a:cubicBezTo>
                  <a:cubicBezTo>
                    <a:pt x="758040" y="4823125"/>
                    <a:pt x="758385" y="5083842"/>
                    <a:pt x="758385" y="5348815"/>
                  </a:cubicBezTo>
                  <a:cubicBezTo>
                    <a:pt x="863034" y="5383094"/>
                    <a:pt x="943369" y="5446630"/>
                    <a:pt x="986248" y="5550411"/>
                  </a:cubicBezTo>
                  <a:cubicBezTo>
                    <a:pt x="1016193" y="5622868"/>
                    <a:pt x="1020260" y="5697458"/>
                    <a:pt x="998604" y="5773038"/>
                  </a:cubicBezTo>
                  <a:cubicBezTo>
                    <a:pt x="956303" y="5920687"/>
                    <a:pt x="813243" y="6023901"/>
                    <a:pt x="660272" y="6017356"/>
                  </a:cubicBezTo>
                  <a:cubicBezTo>
                    <a:pt x="501322" y="6010567"/>
                    <a:pt x="370563" y="5895808"/>
                    <a:pt x="340095" y="5736381"/>
                  </a:cubicBezTo>
                  <a:cubicBezTo>
                    <a:pt x="308727" y="5572223"/>
                    <a:pt x="396942" y="5431984"/>
                    <a:pt x="589547" y="5346871"/>
                  </a:cubicBezTo>
                  <a:cubicBezTo>
                    <a:pt x="589547" y="5329983"/>
                    <a:pt x="589547" y="5310293"/>
                    <a:pt x="589547" y="5290604"/>
                  </a:cubicBezTo>
                  <a:cubicBezTo>
                    <a:pt x="589547" y="5029830"/>
                    <a:pt x="588559" y="4769034"/>
                    <a:pt x="591014" y="4508271"/>
                  </a:cubicBezTo>
                  <a:cubicBezTo>
                    <a:pt x="591282" y="4480926"/>
                    <a:pt x="606125" y="4448847"/>
                    <a:pt x="624261" y="4427525"/>
                  </a:cubicBezTo>
                  <a:cubicBezTo>
                    <a:pt x="664872" y="4379779"/>
                    <a:pt x="711818" y="4337434"/>
                    <a:pt x="757652" y="4289443"/>
                  </a:cubicBezTo>
                  <a:cubicBezTo>
                    <a:pt x="875877" y="4170673"/>
                    <a:pt x="991604" y="4054269"/>
                    <a:pt x="1110428" y="3941111"/>
                  </a:cubicBezTo>
                  <a:cubicBezTo>
                    <a:pt x="1130319" y="3922155"/>
                    <a:pt x="1163275" y="3908421"/>
                    <a:pt x="1190742" y="3907432"/>
                  </a:cubicBezTo>
                  <a:cubicBezTo>
                    <a:pt x="1244117" y="3905510"/>
                    <a:pt x="1297546" y="3905119"/>
                    <a:pt x="1351454" y="3905208"/>
                  </a:cubicBezTo>
                  <a:close/>
                  <a:moveTo>
                    <a:pt x="3546925" y="3654502"/>
                  </a:moveTo>
                  <a:lnTo>
                    <a:pt x="4890335" y="3654502"/>
                  </a:lnTo>
                  <a:lnTo>
                    <a:pt x="4890335" y="3819198"/>
                  </a:lnTo>
                  <a:lnTo>
                    <a:pt x="3546925" y="3819198"/>
                  </a:lnTo>
                  <a:close/>
                  <a:moveTo>
                    <a:pt x="3550636" y="3314228"/>
                  </a:moveTo>
                  <a:lnTo>
                    <a:pt x="4889228" y="3314228"/>
                  </a:lnTo>
                  <a:lnTo>
                    <a:pt x="4889228" y="3473839"/>
                  </a:lnTo>
                  <a:lnTo>
                    <a:pt x="3550636" y="3473839"/>
                  </a:lnTo>
                  <a:close/>
                  <a:moveTo>
                    <a:pt x="7110612" y="3146669"/>
                  </a:moveTo>
                  <a:cubicBezTo>
                    <a:pt x="7096368" y="3144582"/>
                    <a:pt x="7081995" y="3144573"/>
                    <a:pt x="7067637" y="3146676"/>
                  </a:cubicBezTo>
                  <a:cubicBezTo>
                    <a:pt x="7048493" y="3149481"/>
                    <a:pt x="7029374" y="3156042"/>
                    <a:pt x="7010624" y="3166442"/>
                  </a:cubicBezTo>
                  <a:cubicBezTo>
                    <a:pt x="6939955" y="3205598"/>
                    <a:pt x="6906621" y="3290401"/>
                    <a:pt x="6932177" y="3366202"/>
                  </a:cubicBezTo>
                  <a:cubicBezTo>
                    <a:pt x="6963844" y="3460170"/>
                    <a:pt x="7065514" y="3507083"/>
                    <a:pt x="7156073" y="3469437"/>
                  </a:cubicBezTo>
                  <a:cubicBezTo>
                    <a:pt x="7249852" y="3430458"/>
                    <a:pt x="7283076" y="3329690"/>
                    <a:pt x="7231407" y="3220587"/>
                  </a:cubicBezTo>
                  <a:cubicBezTo>
                    <a:pt x="7194906" y="3177886"/>
                    <a:pt x="7153342" y="3152929"/>
                    <a:pt x="7110612" y="3146669"/>
                  </a:cubicBezTo>
                  <a:close/>
                  <a:moveTo>
                    <a:pt x="345506" y="3145555"/>
                  </a:moveTo>
                  <a:cubicBezTo>
                    <a:pt x="270505" y="3139921"/>
                    <a:pt x="208281" y="3184245"/>
                    <a:pt x="171124" y="3276591"/>
                  </a:cubicBezTo>
                  <a:cubicBezTo>
                    <a:pt x="158823" y="3353593"/>
                    <a:pt x="182602" y="3416438"/>
                    <a:pt x="249482" y="3457708"/>
                  </a:cubicBezTo>
                  <a:cubicBezTo>
                    <a:pt x="308006" y="3493819"/>
                    <a:pt x="369185" y="3491873"/>
                    <a:pt x="427365" y="3454484"/>
                  </a:cubicBezTo>
                  <a:cubicBezTo>
                    <a:pt x="488877" y="3414951"/>
                    <a:pt x="517378" y="3339493"/>
                    <a:pt x="498588" y="3270646"/>
                  </a:cubicBezTo>
                  <a:cubicBezTo>
                    <a:pt x="479755" y="3201600"/>
                    <a:pt x="417820" y="3150988"/>
                    <a:pt x="345506" y="3145555"/>
                  </a:cubicBezTo>
                  <a:close/>
                  <a:moveTo>
                    <a:pt x="346241" y="2977054"/>
                  </a:moveTo>
                  <a:cubicBezTo>
                    <a:pt x="480372" y="2980060"/>
                    <a:pt x="593511" y="3057497"/>
                    <a:pt x="649604" y="3189467"/>
                  </a:cubicBezTo>
                  <a:cubicBezTo>
                    <a:pt x="654604" y="3201212"/>
                    <a:pt x="659272" y="3213089"/>
                    <a:pt x="665971" y="3229524"/>
                  </a:cubicBezTo>
                  <a:cubicBezTo>
                    <a:pt x="790408" y="3229524"/>
                    <a:pt x="915878" y="3229524"/>
                    <a:pt x="1046906" y="3229524"/>
                  </a:cubicBezTo>
                  <a:cubicBezTo>
                    <a:pt x="1205820" y="3229524"/>
                    <a:pt x="1359181" y="3229524"/>
                    <a:pt x="1515653" y="3229524"/>
                  </a:cubicBezTo>
                  <a:cubicBezTo>
                    <a:pt x="1515653" y="3285936"/>
                    <a:pt x="1515653" y="3338804"/>
                    <a:pt x="1515653" y="3398105"/>
                  </a:cubicBezTo>
                  <a:cubicBezTo>
                    <a:pt x="1494352" y="3398105"/>
                    <a:pt x="1474651" y="3398105"/>
                    <a:pt x="1454951" y="3398105"/>
                  </a:cubicBezTo>
                  <a:cubicBezTo>
                    <a:pt x="1212655" y="3398105"/>
                    <a:pt x="970347" y="3398984"/>
                    <a:pt x="728062" y="3397283"/>
                  </a:cubicBezTo>
                  <a:cubicBezTo>
                    <a:pt x="684939" y="3396984"/>
                    <a:pt x="661582" y="3405084"/>
                    <a:pt x="643048" y="3450817"/>
                  </a:cubicBezTo>
                  <a:cubicBezTo>
                    <a:pt x="587759" y="3587277"/>
                    <a:pt x="443721" y="3666857"/>
                    <a:pt x="298594" y="3650811"/>
                  </a:cubicBezTo>
                  <a:cubicBezTo>
                    <a:pt x="156112" y="3635056"/>
                    <a:pt x="27597" y="3524185"/>
                    <a:pt x="5974" y="3386215"/>
                  </a:cubicBezTo>
                  <a:cubicBezTo>
                    <a:pt x="-22693" y="3203345"/>
                    <a:pt x="53053" y="3051553"/>
                    <a:pt x="206447" y="2999596"/>
                  </a:cubicBezTo>
                  <a:cubicBezTo>
                    <a:pt x="254487" y="2983320"/>
                    <a:pt x="301531" y="2976052"/>
                    <a:pt x="346241" y="2977054"/>
                  </a:cubicBezTo>
                  <a:close/>
                  <a:moveTo>
                    <a:pt x="7106402" y="2976160"/>
                  </a:moveTo>
                  <a:cubicBezTo>
                    <a:pt x="7252297" y="2981537"/>
                    <a:pt x="7381634" y="3083373"/>
                    <a:pt x="7415967" y="3224932"/>
                  </a:cubicBezTo>
                  <a:cubicBezTo>
                    <a:pt x="7445636" y="3346934"/>
                    <a:pt x="7422968" y="3459971"/>
                    <a:pt x="7328077" y="3555473"/>
                  </a:cubicBezTo>
                  <a:cubicBezTo>
                    <a:pt x="7134738" y="3723221"/>
                    <a:pt x="6872508" y="3665053"/>
                    <a:pt x="6777172" y="3434382"/>
                  </a:cubicBezTo>
                  <a:cubicBezTo>
                    <a:pt x="6763059" y="3400281"/>
                    <a:pt x="6744059" y="3397648"/>
                    <a:pt x="6714613" y="3397725"/>
                  </a:cubicBezTo>
                  <a:cubicBezTo>
                    <a:pt x="6468386" y="3398391"/>
                    <a:pt x="6222156" y="3398103"/>
                    <a:pt x="5975927" y="3398103"/>
                  </a:cubicBezTo>
                  <a:cubicBezTo>
                    <a:pt x="5955814" y="3398103"/>
                    <a:pt x="5935591" y="3398103"/>
                    <a:pt x="5912035" y="3398103"/>
                  </a:cubicBezTo>
                  <a:cubicBezTo>
                    <a:pt x="5912035" y="3341646"/>
                    <a:pt x="5912035" y="3288867"/>
                    <a:pt x="5912035" y="3229521"/>
                  </a:cubicBezTo>
                  <a:cubicBezTo>
                    <a:pt x="5932591" y="3229521"/>
                    <a:pt x="5952259" y="3229521"/>
                    <a:pt x="5971927" y="3229521"/>
                  </a:cubicBezTo>
                  <a:cubicBezTo>
                    <a:pt x="6219934" y="3229521"/>
                    <a:pt x="6468051" y="3228655"/>
                    <a:pt x="6716059" y="3230487"/>
                  </a:cubicBezTo>
                  <a:cubicBezTo>
                    <a:pt x="6751615" y="3230753"/>
                    <a:pt x="6768282" y="3220377"/>
                    <a:pt x="6779172" y="3186964"/>
                  </a:cubicBezTo>
                  <a:cubicBezTo>
                    <a:pt x="6829173" y="3034317"/>
                    <a:pt x="6969067" y="2971082"/>
                    <a:pt x="7106402" y="2976160"/>
                  </a:cubicBezTo>
                  <a:close/>
                  <a:moveTo>
                    <a:pt x="3550858" y="2974061"/>
                  </a:moveTo>
                  <a:lnTo>
                    <a:pt x="4889114" y="2974061"/>
                  </a:lnTo>
                  <a:lnTo>
                    <a:pt x="4889114" y="3137711"/>
                  </a:lnTo>
                  <a:lnTo>
                    <a:pt x="3550858" y="3137711"/>
                  </a:lnTo>
                  <a:close/>
                  <a:moveTo>
                    <a:pt x="3550270" y="2640117"/>
                  </a:moveTo>
                  <a:lnTo>
                    <a:pt x="4889671" y="2640117"/>
                  </a:lnTo>
                  <a:lnTo>
                    <a:pt x="4889671" y="2800132"/>
                  </a:lnTo>
                  <a:lnTo>
                    <a:pt x="3550270" y="2800132"/>
                  </a:lnTo>
                  <a:close/>
                  <a:moveTo>
                    <a:pt x="3550827" y="2303096"/>
                  </a:moveTo>
                  <a:lnTo>
                    <a:pt x="4889121" y="2303096"/>
                  </a:lnTo>
                  <a:lnTo>
                    <a:pt x="4889121" y="2461967"/>
                  </a:lnTo>
                  <a:lnTo>
                    <a:pt x="3550827" y="2461967"/>
                  </a:lnTo>
                  <a:close/>
                  <a:moveTo>
                    <a:pt x="6773288" y="783113"/>
                  </a:moveTo>
                  <a:cubicBezTo>
                    <a:pt x="6739232" y="779061"/>
                    <a:pt x="6704064" y="784742"/>
                    <a:pt x="6674174" y="800920"/>
                  </a:cubicBezTo>
                  <a:cubicBezTo>
                    <a:pt x="6615728" y="832609"/>
                    <a:pt x="6580060" y="897655"/>
                    <a:pt x="6586061" y="961902"/>
                  </a:cubicBezTo>
                  <a:cubicBezTo>
                    <a:pt x="6592616" y="1032170"/>
                    <a:pt x="6637951" y="1089216"/>
                    <a:pt x="6702954" y="1108817"/>
                  </a:cubicBezTo>
                  <a:cubicBezTo>
                    <a:pt x="6778399" y="1131584"/>
                    <a:pt x="6840179" y="1109040"/>
                    <a:pt x="6900847" y="1031160"/>
                  </a:cubicBezTo>
                  <a:cubicBezTo>
                    <a:pt x="6935515" y="947457"/>
                    <a:pt x="6923292" y="875189"/>
                    <a:pt x="6865735" y="823699"/>
                  </a:cubicBezTo>
                  <a:cubicBezTo>
                    <a:pt x="6840290" y="800948"/>
                    <a:pt x="6807345" y="787165"/>
                    <a:pt x="6773288" y="783113"/>
                  </a:cubicBezTo>
                  <a:close/>
                  <a:moveTo>
                    <a:pt x="664042" y="781210"/>
                  </a:moveTo>
                  <a:cubicBezTo>
                    <a:pt x="652227" y="781842"/>
                    <a:pt x="640232" y="783689"/>
                    <a:pt x="628194" y="786836"/>
                  </a:cubicBezTo>
                  <a:cubicBezTo>
                    <a:pt x="536092" y="810916"/>
                    <a:pt x="482390" y="915396"/>
                    <a:pt x="515213" y="1006653"/>
                  </a:cubicBezTo>
                  <a:cubicBezTo>
                    <a:pt x="539980" y="1075511"/>
                    <a:pt x="611249" y="1121990"/>
                    <a:pt x="684285" y="1116924"/>
                  </a:cubicBezTo>
                  <a:cubicBezTo>
                    <a:pt x="767176" y="1111167"/>
                    <a:pt x="822887" y="1056811"/>
                    <a:pt x="842101" y="955485"/>
                  </a:cubicBezTo>
                  <a:cubicBezTo>
                    <a:pt x="840667" y="942664"/>
                    <a:pt x="840188" y="929662"/>
                    <a:pt x="837666" y="917062"/>
                  </a:cubicBezTo>
                  <a:cubicBezTo>
                    <a:pt x="822999" y="844043"/>
                    <a:pt x="766674" y="793138"/>
                    <a:pt x="698801" y="782871"/>
                  </a:cubicBezTo>
                  <a:cubicBezTo>
                    <a:pt x="687489" y="781160"/>
                    <a:pt x="675856" y="780577"/>
                    <a:pt x="664042" y="781210"/>
                  </a:cubicBezTo>
                  <a:close/>
                  <a:moveTo>
                    <a:pt x="698206" y="613376"/>
                  </a:moveTo>
                  <a:cubicBezTo>
                    <a:pt x="859800" y="629488"/>
                    <a:pt x="976726" y="743969"/>
                    <a:pt x="1003615" y="880328"/>
                  </a:cubicBezTo>
                  <a:cubicBezTo>
                    <a:pt x="1037184" y="1050521"/>
                    <a:pt x="938491" y="1216015"/>
                    <a:pt x="770086" y="1274650"/>
                  </a:cubicBezTo>
                  <a:cubicBezTo>
                    <a:pt x="759375" y="1278073"/>
                    <a:pt x="758343" y="1281227"/>
                    <a:pt x="760375" y="1285394"/>
                  </a:cubicBezTo>
                  <a:cubicBezTo>
                    <a:pt x="759753" y="1546458"/>
                    <a:pt x="758752" y="1807530"/>
                    <a:pt x="759419" y="2068592"/>
                  </a:cubicBezTo>
                  <a:cubicBezTo>
                    <a:pt x="759465" y="2084661"/>
                    <a:pt x="768854" y="2104492"/>
                    <a:pt x="780365" y="2116181"/>
                  </a:cubicBezTo>
                  <a:cubicBezTo>
                    <a:pt x="916813" y="2254709"/>
                    <a:pt x="1053884" y="2392633"/>
                    <a:pt x="1192731" y="2528726"/>
                  </a:cubicBezTo>
                  <a:cubicBezTo>
                    <a:pt x="1207487" y="2543194"/>
                    <a:pt x="1234367" y="2551127"/>
                    <a:pt x="1255923" y="2551794"/>
                  </a:cubicBezTo>
                  <a:cubicBezTo>
                    <a:pt x="1340681" y="2554382"/>
                    <a:pt x="1425560" y="2552849"/>
                    <a:pt x="1514063" y="2552849"/>
                  </a:cubicBezTo>
                  <a:cubicBezTo>
                    <a:pt x="1514063" y="2609939"/>
                    <a:pt x="1514063" y="2662419"/>
                    <a:pt x="1514063" y="2720954"/>
                  </a:cubicBezTo>
                  <a:cubicBezTo>
                    <a:pt x="1391492" y="2720954"/>
                    <a:pt x="1269967" y="2721766"/>
                    <a:pt x="1148474" y="2719832"/>
                  </a:cubicBezTo>
                  <a:cubicBezTo>
                    <a:pt x="1134742" y="2719620"/>
                    <a:pt x="1119064" y="2706220"/>
                    <a:pt x="1107985" y="2695208"/>
                  </a:cubicBezTo>
                  <a:cubicBezTo>
                    <a:pt x="943802" y="2532072"/>
                    <a:pt x="779432" y="2369089"/>
                    <a:pt x="617694" y="2203540"/>
                  </a:cubicBezTo>
                  <a:cubicBezTo>
                    <a:pt x="600071" y="2185506"/>
                    <a:pt x="590760" y="2151894"/>
                    <a:pt x="590559" y="2125415"/>
                  </a:cubicBezTo>
                  <a:cubicBezTo>
                    <a:pt x="588615" y="1864321"/>
                    <a:pt x="589404" y="1603203"/>
                    <a:pt x="589427" y="1342095"/>
                  </a:cubicBezTo>
                  <a:cubicBezTo>
                    <a:pt x="589427" y="1321895"/>
                    <a:pt x="589427" y="1301695"/>
                    <a:pt x="589427" y="1282727"/>
                  </a:cubicBezTo>
                  <a:cubicBezTo>
                    <a:pt x="364386" y="1213170"/>
                    <a:pt x="278895" y="998898"/>
                    <a:pt x="366843" y="796870"/>
                  </a:cubicBezTo>
                  <a:cubicBezTo>
                    <a:pt x="425289" y="662611"/>
                    <a:pt x="553546" y="598954"/>
                    <a:pt x="698206" y="613376"/>
                  </a:cubicBezTo>
                  <a:close/>
                  <a:moveTo>
                    <a:pt x="6739046" y="610445"/>
                  </a:moveTo>
                  <a:cubicBezTo>
                    <a:pt x="6769545" y="610590"/>
                    <a:pt x="6800872" y="614535"/>
                    <a:pt x="6832623" y="621949"/>
                  </a:cubicBezTo>
                  <a:cubicBezTo>
                    <a:pt x="6960627" y="651815"/>
                    <a:pt x="7043408" y="738008"/>
                    <a:pt x="7079519" y="864277"/>
                  </a:cubicBezTo>
                  <a:cubicBezTo>
                    <a:pt x="7121853" y="1012803"/>
                    <a:pt x="7055630" y="1203019"/>
                    <a:pt x="6837846" y="1280910"/>
                  </a:cubicBezTo>
                  <a:cubicBezTo>
                    <a:pt x="6837846" y="1466316"/>
                    <a:pt x="6838179" y="1653042"/>
                    <a:pt x="6837734" y="1839769"/>
                  </a:cubicBezTo>
                  <a:cubicBezTo>
                    <a:pt x="6837512" y="1948850"/>
                    <a:pt x="6865068" y="2069786"/>
                    <a:pt x="6826845" y="2163612"/>
                  </a:cubicBezTo>
                  <a:cubicBezTo>
                    <a:pt x="6789400" y="2255269"/>
                    <a:pt x="6684285" y="2319416"/>
                    <a:pt x="6608729" y="2395362"/>
                  </a:cubicBezTo>
                  <a:cubicBezTo>
                    <a:pt x="6509503" y="2494987"/>
                    <a:pt x="6410277" y="2594634"/>
                    <a:pt x="6310164" y="2693437"/>
                  </a:cubicBezTo>
                  <a:cubicBezTo>
                    <a:pt x="6297941" y="2705593"/>
                    <a:pt x="6280720" y="2720515"/>
                    <a:pt x="6265608" y="2720814"/>
                  </a:cubicBezTo>
                  <a:cubicBezTo>
                    <a:pt x="6149381" y="2723093"/>
                    <a:pt x="6033155" y="2722071"/>
                    <a:pt x="5909486" y="2722071"/>
                  </a:cubicBezTo>
                  <a:cubicBezTo>
                    <a:pt x="5909486" y="2679536"/>
                    <a:pt x="5909486" y="2641391"/>
                    <a:pt x="5909486" y="2597835"/>
                  </a:cubicBezTo>
                  <a:cubicBezTo>
                    <a:pt x="5904819" y="2560123"/>
                    <a:pt x="5919931" y="2551489"/>
                    <a:pt x="5950709" y="2552266"/>
                  </a:cubicBezTo>
                  <a:cubicBezTo>
                    <a:pt x="6024600" y="2554110"/>
                    <a:pt x="6098825" y="2555022"/>
                    <a:pt x="6172604" y="2551555"/>
                  </a:cubicBezTo>
                  <a:cubicBezTo>
                    <a:pt x="6195494" y="2550488"/>
                    <a:pt x="6223161" y="2539754"/>
                    <a:pt x="6239385" y="2523932"/>
                  </a:cubicBezTo>
                  <a:cubicBezTo>
                    <a:pt x="6372943" y="2393217"/>
                    <a:pt x="6504614" y="2260559"/>
                    <a:pt x="6635729" y="2127478"/>
                  </a:cubicBezTo>
                  <a:cubicBezTo>
                    <a:pt x="6647284" y="2115855"/>
                    <a:pt x="6657729" y="2097176"/>
                    <a:pt x="6658062" y="2081564"/>
                  </a:cubicBezTo>
                  <a:cubicBezTo>
                    <a:pt x="6662840" y="1834425"/>
                    <a:pt x="6664729" y="1587229"/>
                    <a:pt x="6670284" y="1340124"/>
                  </a:cubicBezTo>
                  <a:cubicBezTo>
                    <a:pt x="6671175" y="1299423"/>
                    <a:pt x="6659173" y="1280056"/>
                    <a:pt x="6621950" y="1263800"/>
                  </a:cubicBezTo>
                  <a:cubicBezTo>
                    <a:pt x="6396943" y="1165519"/>
                    <a:pt x="6348053" y="896012"/>
                    <a:pt x="6497835" y="720618"/>
                  </a:cubicBezTo>
                  <a:cubicBezTo>
                    <a:pt x="6563503" y="643766"/>
                    <a:pt x="6647548" y="610009"/>
                    <a:pt x="6739046" y="610445"/>
                  </a:cubicBezTo>
                  <a:close/>
                  <a:moveTo>
                    <a:pt x="1620947" y="0"/>
                  </a:moveTo>
                  <a:lnTo>
                    <a:pt x="2120281" y="0"/>
                  </a:lnTo>
                  <a:lnTo>
                    <a:pt x="2120281" y="499503"/>
                  </a:lnTo>
                  <a:lnTo>
                    <a:pt x="1620947" y="499503"/>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833" name="Group 2832">
            <a:extLst>
              <a:ext uri="{FF2B5EF4-FFF2-40B4-BE49-F238E27FC236}">
                <a16:creationId xmlns:a16="http://schemas.microsoft.com/office/drawing/2014/main" id="{B2896133-C9F3-86EC-BF76-AFE24E94B0EC}"/>
              </a:ext>
              <a:ext uri="{C183D7F6-B498-43B3-948B-1728B52AA6E4}">
                <adec:decorative xmlns:adec="http://schemas.microsoft.com/office/drawing/2017/decorative" val="1"/>
              </a:ext>
            </a:extLst>
          </p:cNvPr>
          <p:cNvGrpSpPr>
            <a:grpSpLocks noChangeAspect="1"/>
          </p:cNvGrpSpPr>
          <p:nvPr/>
        </p:nvGrpSpPr>
        <p:grpSpPr>
          <a:xfrm>
            <a:off x="2431663" y="810791"/>
            <a:ext cx="317009" cy="457200"/>
            <a:chOff x="2431663" y="810791"/>
            <a:chExt cx="317009" cy="457200"/>
          </a:xfrm>
          <a:solidFill>
            <a:schemeClr val="accent2"/>
          </a:solidFill>
        </p:grpSpPr>
        <p:sp>
          <p:nvSpPr>
            <p:cNvPr id="122" name="Freeform: Shape 121">
              <a:extLst>
                <a:ext uri="{FF2B5EF4-FFF2-40B4-BE49-F238E27FC236}">
                  <a16:creationId xmlns:a16="http://schemas.microsoft.com/office/drawing/2014/main" id="{B4CE312A-86D5-3452-0415-0EFE5C5267E0}"/>
                </a:ext>
                <a:ext uri="{C183D7F6-B498-43B3-948B-1728B52AA6E4}">
                  <adec:decorative xmlns:adec="http://schemas.microsoft.com/office/drawing/2017/decorative" val="1"/>
                </a:ext>
              </a:extLst>
            </p:cNvPr>
            <p:cNvSpPr/>
            <p:nvPr/>
          </p:nvSpPr>
          <p:spPr>
            <a:xfrm>
              <a:off x="2436451" y="845177"/>
              <a:ext cx="267749" cy="422814"/>
            </a:xfrm>
            <a:custGeom>
              <a:avLst/>
              <a:gdLst>
                <a:gd name="connsiteX0" fmla="*/ 2592678 w 4016233"/>
                <a:gd name="connsiteY0" fmla="*/ 6026268 h 6342219"/>
                <a:gd name="connsiteX1" fmla="*/ 2880751 w 4016233"/>
                <a:gd name="connsiteY1" fmla="*/ 6026268 h 6342219"/>
                <a:gd name="connsiteX2" fmla="*/ 2880751 w 4016233"/>
                <a:gd name="connsiteY2" fmla="*/ 6342219 h 6342219"/>
                <a:gd name="connsiteX3" fmla="*/ 2592678 w 4016233"/>
                <a:gd name="connsiteY3" fmla="*/ 6342219 h 6342219"/>
                <a:gd name="connsiteX4" fmla="*/ 576159 w 4016233"/>
                <a:gd name="connsiteY4" fmla="*/ 6026268 h 6342219"/>
                <a:gd name="connsiteX5" fmla="*/ 864228 w 4016233"/>
                <a:gd name="connsiteY5" fmla="*/ 6026268 h 6342219"/>
                <a:gd name="connsiteX6" fmla="*/ 864228 w 4016233"/>
                <a:gd name="connsiteY6" fmla="*/ 6342219 h 6342219"/>
                <a:gd name="connsiteX7" fmla="*/ 576159 w 4016233"/>
                <a:gd name="connsiteY7" fmla="*/ 6342219 h 6342219"/>
                <a:gd name="connsiteX8" fmla="*/ 7 w 4016233"/>
                <a:gd name="connsiteY8" fmla="*/ 1063507 h 6342219"/>
                <a:gd name="connsiteX9" fmla="*/ 288076 w 4016233"/>
                <a:gd name="connsiteY9" fmla="*/ 1063507 h 6342219"/>
                <a:gd name="connsiteX10" fmla="*/ 288076 w 4016233"/>
                <a:gd name="connsiteY10" fmla="*/ 3336547 h 6342219"/>
                <a:gd name="connsiteX11" fmla="*/ 288069 w 4016233"/>
                <a:gd name="connsiteY11" fmla="*/ 3336547 h 6342219"/>
                <a:gd name="connsiteX12" fmla="*/ 288069 w 4016233"/>
                <a:gd name="connsiteY12" fmla="*/ 5738192 h 6342219"/>
                <a:gd name="connsiteX13" fmla="*/ 3223071 w 4016233"/>
                <a:gd name="connsiteY13" fmla="*/ 5738192 h 6342219"/>
                <a:gd name="connsiteX14" fmla="*/ 3223071 w 4016233"/>
                <a:gd name="connsiteY14" fmla="*/ 1730367 h 6342219"/>
                <a:gd name="connsiteX15" fmla="*/ 3511147 w 4016233"/>
                <a:gd name="connsiteY15" fmla="*/ 1896567 h 6342219"/>
                <a:gd name="connsiteX16" fmla="*/ 3511147 w 4016233"/>
                <a:gd name="connsiteY16" fmla="*/ 5738192 h 6342219"/>
                <a:gd name="connsiteX17" fmla="*/ 3511147 w 4016233"/>
                <a:gd name="connsiteY17" fmla="*/ 6026268 h 6342219"/>
                <a:gd name="connsiteX18" fmla="*/ 3223071 w 4016233"/>
                <a:gd name="connsiteY18" fmla="*/ 6026268 h 6342219"/>
                <a:gd name="connsiteX19" fmla="*/ 2880751 w 4016233"/>
                <a:gd name="connsiteY19" fmla="*/ 6026268 h 6342219"/>
                <a:gd name="connsiteX20" fmla="*/ 2880751 w 4016233"/>
                <a:gd name="connsiteY20" fmla="*/ 5910104 h 6342219"/>
                <a:gd name="connsiteX21" fmla="*/ 2592678 w 4016233"/>
                <a:gd name="connsiteY21" fmla="*/ 5910104 h 6342219"/>
                <a:gd name="connsiteX22" fmla="*/ 2592678 w 4016233"/>
                <a:gd name="connsiteY22" fmla="*/ 6026268 h 6342219"/>
                <a:gd name="connsiteX23" fmla="*/ 864228 w 4016233"/>
                <a:gd name="connsiteY23" fmla="*/ 6026268 h 6342219"/>
                <a:gd name="connsiteX24" fmla="*/ 864228 w 4016233"/>
                <a:gd name="connsiteY24" fmla="*/ 5910104 h 6342219"/>
                <a:gd name="connsiteX25" fmla="*/ 576159 w 4016233"/>
                <a:gd name="connsiteY25" fmla="*/ 5910104 h 6342219"/>
                <a:gd name="connsiteX26" fmla="*/ 576159 w 4016233"/>
                <a:gd name="connsiteY26" fmla="*/ 6026268 h 6342219"/>
                <a:gd name="connsiteX27" fmla="*/ 288069 w 4016233"/>
                <a:gd name="connsiteY27" fmla="*/ 6026268 h 6342219"/>
                <a:gd name="connsiteX28" fmla="*/ 0 w 4016233"/>
                <a:gd name="connsiteY28" fmla="*/ 5738192 h 6342219"/>
                <a:gd name="connsiteX29" fmla="*/ 0 w 4016233"/>
                <a:gd name="connsiteY29" fmla="*/ 2815105 h 6342219"/>
                <a:gd name="connsiteX30" fmla="*/ 7 w 4016233"/>
                <a:gd name="connsiteY30" fmla="*/ 2815105 h 6342219"/>
                <a:gd name="connsiteX31" fmla="*/ 510287 w 4016233"/>
                <a:gd name="connsiteY31" fmla="*/ 553227 h 6342219"/>
                <a:gd name="connsiteX32" fmla="*/ 2483797 w 4016233"/>
                <a:gd name="connsiteY32" fmla="*/ 553227 h 6342219"/>
                <a:gd name="connsiteX33" fmla="*/ 2483797 w 4016233"/>
                <a:gd name="connsiteY33" fmla="*/ 841303 h 6342219"/>
                <a:gd name="connsiteX34" fmla="*/ 510287 w 4016233"/>
                <a:gd name="connsiteY34" fmla="*/ 841303 h 6342219"/>
                <a:gd name="connsiteX35" fmla="*/ 3401498 w 4016233"/>
                <a:gd name="connsiteY35" fmla="*/ 258657 h 6342219"/>
                <a:gd name="connsiteX36" fmla="*/ 3491665 w 4016233"/>
                <a:gd name="connsiteY36" fmla="*/ 258657 h 6342219"/>
                <a:gd name="connsiteX37" fmla="*/ 3491665 w 4016233"/>
                <a:gd name="connsiteY37" fmla="*/ 271648 h 6342219"/>
                <a:gd name="connsiteX38" fmla="*/ 3614691 w 4016233"/>
                <a:gd name="connsiteY38" fmla="*/ 271648 h 6342219"/>
                <a:gd name="connsiteX39" fmla="*/ 3614691 w 4016233"/>
                <a:gd name="connsiteY39" fmla="*/ 258657 h 6342219"/>
                <a:gd name="connsiteX40" fmla="*/ 3802660 w 4016233"/>
                <a:gd name="connsiteY40" fmla="*/ 258657 h 6342219"/>
                <a:gd name="connsiteX41" fmla="*/ 3802660 w 4016233"/>
                <a:gd name="connsiteY41" fmla="*/ 271648 h 6342219"/>
                <a:gd name="connsiteX42" fmla="*/ 3925685 w 4016233"/>
                <a:gd name="connsiteY42" fmla="*/ 271648 h 6342219"/>
                <a:gd name="connsiteX43" fmla="*/ 3925685 w 4016233"/>
                <a:gd name="connsiteY43" fmla="*/ 258657 h 6342219"/>
                <a:gd name="connsiteX44" fmla="*/ 4016233 w 4016233"/>
                <a:gd name="connsiteY44" fmla="*/ 258657 h 6342219"/>
                <a:gd name="connsiteX45" fmla="*/ 4016233 w 4016233"/>
                <a:gd name="connsiteY45" fmla="*/ 873393 h 6342219"/>
                <a:gd name="connsiteX46" fmla="*/ 3401498 w 4016233"/>
                <a:gd name="connsiteY46" fmla="*/ 873393 h 6342219"/>
                <a:gd name="connsiteX47" fmla="*/ 3708675 w 4016233"/>
                <a:gd name="connsiteY47" fmla="*/ 0 h 6342219"/>
                <a:gd name="connsiteX48" fmla="*/ 3925685 w 4016233"/>
                <a:gd name="connsiteY48" fmla="*/ 217012 h 6342219"/>
                <a:gd name="connsiteX49" fmla="*/ 3925685 w 4016233"/>
                <a:gd name="connsiteY49" fmla="*/ 258657 h 6342219"/>
                <a:gd name="connsiteX50" fmla="*/ 3802660 w 4016233"/>
                <a:gd name="connsiteY50" fmla="*/ 258657 h 6342219"/>
                <a:gd name="connsiteX51" fmla="*/ 3802660 w 4016233"/>
                <a:gd name="connsiteY51" fmla="*/ 217012 h 6342219"/>
                <a:gd name="connsiteX52" fmla="*/ 3708675 w 4016233"/>
                <a:gd name="connsiteY52" fmla="*/ 123023 h 6342219"/>
                <a:gd name="connsiteX53" fmla="*/ 3614691 w 4016233"/>
                <a:gd name="connsiteY53" fmla="*/ 217012 h 6342219"/>
                <a:gd name="connsiteX54" fmla="*/ 3614691 w 4016233"/>
                <a:gd name="connsiteY54" fmla="*/ 258657 h 6342219"/>
                <a:gd name="connsiteX55" fmla="*/ 3491665 w 4016233"/>
                <a:gd name="connsiteY55" fmla="*/ 258657 h 6342219"/>
                <a:gd name="connsiteX56" fmla="*/ 3491665 w 4016233"/>
                <a:gd name="connsiteY56" fmla="*/ 217012 h 6342219"/>
                <a:gd name="connsiteX57" fmla="*/ 3708675 w 4016233"/>
                <a:gd name="connsiteY57" fmla="*/ 0 h 634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6233" h="6342219">
                  <a:moveTo>
                    <a:pt x="2592678" y="6026268"/>
                  </a:moveTo>
                  <a:lnTo>
                    <a:pt x="2880751" y="6026268"/>
                  </a:lnTo>
                  <a:lnTo>
                    <a:pt x="2880751" y="6342219"/>
                  </a:lnTo>
                  <a:lnTo>
                    <a:pt x="2592678" y="6342219"/>
                  </a:lnTo>
                  <a:close/>
                  <a:moveTo>
                    <a:pt x="576159" y="6026268"/>
                  </a:moveTo>
                  <a:lnTo>
                    <a:pt x="864228" y="6026268"/>
                  </a:lnTo>
                  <a:lnTo>
                    <a:pt x="864228" y="6342219"/>
                  </a:lnTo>
                  <a:lnTo>
                    <a:pt x="576159" y="6342219"/>
                  </a:lnTo>
                  <a:close/>
                  <a:moveTo>
                    <a:pt x="7" y="1063507"/>
                  </a:moveTo>
                  <a:lnTo>
                    <a:pt x="288076" y="1063507"/>
                  </a:lnTo>
                  <a:lnTo>
                    <a:pt x="288076" y="3336547"/>
                  </a:lnTo>
                  <a:lnTo>
                    <a:pt x="288069" y="3336547"/>
                  </a:lnTo>
                  <a:lnTo>
                    <a:pt x="288069" y="5738192"/>
                  </a:lnTo>
                  <a:lnTo>
                    <a:pt x="3223071" y="5738192"/>
                  </a:lnTo>
                  <a:lnTo>
                    <a:pt x="3223071" y="1730367"/>
                  </a:lnTo>
                  <a:lnTo>
                    <a:pt x="3511147" y="1896567"/>
                  </a:lnTo>
                  <a:lnTo>
                    <a:pt x="3511147" y="5738192"/>
                  </a:lnTo>
                  <a:lnTo>
                    <a:pt x="3511147" y="6026268"/>
                  </a:lnTo>
                  <a:lnTo>
                    <a:pt x="3223071" y="6026268"/>
                  </a:lnTo>
                  <a:lnTo>
                    <a:pt x="2880751" y="6026268"/>
                  </a:lnTo>
                  <a:lnTo>
                    <a:pt x="2880751" y="5910104"/>
                  </a:lnTo>
                  <a:lnTo>
                    <a:pt x="2592678" y="5910104"/>
                  </a:lnTo>
                  <a:lnTo>
                    <a:pt x="2592678" y="6026268"/>
                  </a:lnTo>
                  <a:lnTo>
                    <a:pt x="864228" y="6026268"/>
                  </a:lnTo>
                  <a:lnTo>
                    <a:pt x="864228" y="5910104"/>
                  </a:lnTo>
                  <a:lnTo>
                    <a:pt x="576159" y="5910104"/>
                  </a:lnTo>
                  <a:lnTo>
                    <a:pt x="576159" y="6026268"/>
                  </a:lnTo>
                  <a:lnTo>
                    <a:pt x="288069" y="6026268"/>
                  </a:lnTo>
                  <a:cubicBezTo>
                    <a:pt x="129138" y="6026268"/>
                    <a:pt x="0" y="5897130"/>
                    <a:pt x="0" y="5738192"/>
                  </a:cubicBezTo>
                  <a:lnTo>
                    <a:pt x="0" y="2815105"/>
                  </a:lnTo>
                  <a:lnTo>
                    <a:pt x="7" y="2815105"/>
                  </a:lnTo>
                  <a:close/>
                  <a:moveTo>
                    <a:pt x="510287" y="553227"/>
                  </a:moveTo>
                  <a:lnTo>
                    <a:pt x="2483797" y="553227"/>
                  </a:lnTo>
                  <a:lnTo>
                    <a:pt x="2483797" y="841303"/>
                  </a:lnTo>
                  <a:lnTo>
                    <a:pt x="510287" y="841303"/>
                  </a:lnTo>
                  <a:close/>
                  <a:moveTo>
                    <a:pt x="3401498" y="258657"/>
                  </a:moveTo>
                  <a:lnTo>
                    <a:pt x="3491665" y="258657"/>
                  </a:lnTo>
                  <a:lnTo>
                    <a:pt x="3491665" y="271648"/>
                  </a:lnTo>
                  <a:lnTo>
                    <a:pt x="3614691" y="271648"/>
                  </a:lnTo>
                  <a:lnTo>
                    <a:pt x="3614691" y="258657"/>
                  </a:lnTo>
                  <a:lnTo>
                    <a:pt x="3802660" y="258657"/>
                  </a:lnTo>
                  <a:lnTo>
                    <a:pt x="3802660" y="271648"/>
                  </a:lnTo>
                  <a:lnTo>
                    <a:pt x="3925685" y="271648"/>
                  </a:lnTo>
                  <a:lnTo>
                    <a:pt x="3925685" y="258657"/>
                  </a:lnTo>
                  <a:lnTo>
                    <a:pt x="4016233" y="258657"/>
                  </a:lnTo>
                  <a:lnTo>
                    <a:pt x="4016233" y="873393"/>
                  </a:lnTo>
                  <a:lnTo>
                    <a:pt x="3401498" y="873393"/>
                  </a:lnTo>
                  <a:close/>
                  <a:moveTo>
                    <a:pt x="3708675" y="0"/>
                  </a:moveTo>
                  <a:cubicBezTo>
                    <a:pt x="3828259" y="0"/>
                    <a:pt x="3925685" y="97427"/>
                    <a:pt x="3925685" y="217012"/>
                  </a:cubicBezTo>
                  <a:lnTo>
                    <a:pt x="3925685" y="258657"/>
                  </a:lnTo>
                  <a:lnTo>
                    <a:pt x="3802660" y="258657"/>
                  </a:lnTo>
                  <a:lnTo>
                    <a:pt x="3802660" y="217012"/>
                  </a:lnTo>
                  <a:cubicBezTo>
                    <a:pt x="3802660" y="165052"/>
                    <a:pt x="3760635" y="123023"/>
                    <a:pt x="3708675" y="123023"/>
                  </a:cubicBezTo>
                  <a:cubicBezTo>
                    <a:pt x="3656715" y="123023"/>
                    <a:pt x="3614691" y="165052"/>
                    <a:pt x="3614691" y="217012"/>
                  </a:cubicBezTo>
                  <a:lnTo>
                    <a:pt x="3614691" y="258657"/>
                  </a:lnTo>
                  <a:lnTo>
                    <a:pt x="3491665" y="258657"/>
                  </a:lnTo>
                  <a:lnTo>
                    <a:pt x="3491665" y="217012"/>
                  </a:lnTo>
                  <a:cubicBezTo>
                    <a:pt x="3491665" y="97427"/>
                    <a:pt x="3589092" y="0"/>
                    <a:pt x="3708675" y="0"/>
                  </a:cubicBezTo>
                  <a:close/>
                </a:path>
              </a:pathLst>
            </a:custGeom>
            <a:grpFill/>
            <a:ln w="9525" cap="flat">
              <a:noFill/>
              <a:prstDash val="solid"/>
              <a:miter/>
            </a:ln>
          </p:spPr>
          <p:txBody>
            <a:bodyPr wrap="square" rtlCol="0" anchor="ctr">
              <a:noAutofit/>
            </a:bodyPr>
            <a:lstStyle/>
            <a:p>
              <a:endParaRPr lang="en-US"/>
            </a:p>
          </p:txBody>
        </p:sp>
        <p:sp>
          <p:nvSpPr>
            <p:cNvPr id="123" name="Freeform: Shape 122">
              <a:extLst>
                <a:ext uri="{FF2B5EF4-FFF2-40B4-BE49-F238E27FC236}">
                  <a16:creationId xmlns:a16="http://schemas.microsoft.com/office/drawing/2014/main" id="{1263E494-56CD-F583-10E4-FD768B668B2A}"/>
                </a:ext>
                <a:ext uri="{C183D7F6-B498-43B3-948B-1728B52AA6E4}">
                  <adec:decorative xmlns:adec="http://schemas.microsoft.com/office/drawing/2017/decorative" val="1"/>
                </a:ext>
              </a:extLst>
            </p:cNvPr>
            <p:cNvSpPr/>
            <p:nvPr/>
          </p:nvSpPr>
          <p:spPr>
            <a:xfrm>
              <a:off x="2431663" y="810791"/>
              <a:ext cx="317009" cy="386137"/>
            </a:xfrm>
            <a:custGeom>
              <a:avLst/>
              <a:gdLst>
                <a:gd name="connsiteX0" fmla="*/ 1296337 w 4755138"/>
                <a:gd name="connsiteY0" fmla="*/ 5646109 h 5792056"/>
                <a:gd name="connsiteX1" fmla="*/ 1584409 w 4755138"/>
                <a:gd name="connsiteY1" fmla="*/ 5646109 h 5792056"/>
                <a:gd name="connsiteX2" fmla="*/ 1584409 w 4755138"/>
                <a:gd name="connsiteY2" fmla="*/ 5792056 h 5792056"/>
                <a:gd name="connsiteX3" fmla="*/ 1296337 w 4755138"/>
                <a:gd name="connsiteY3" fmla="*/ 5792056 h 5792056"/>
                <a:gd name="connsiteX4" fmla="*/ 840155 w 4755138"/>
                <a:gd name="connsiteY4" fmla="*/ 5646109 h 5792056"/>
                <a:gd name="connsiteX5" fmla="*/ 1128231 w 4755138"/>
                <a:gd name="connsiteY5" fmla="*/ 5646109 h 5792056"/>
                <a:gd name="connsiteX6" fmla="*/ 1128231 w 4755138"/>
                <a:gd name="connsiteY6" fmla="*/ 5792056 h 5792056"/>
                <a:gd name="connsiteX7" fmla="*/ 840155 w 4755138"/>
                <a:gd name="connsiteY7" fmla="*/ 5792056 h 5792056"/>
                <a:gd name="connsiteX8" fmla="*/ 2520464 w 4755138"/>
                <a:gd name="connsiteY8" fmla="*/ 5489840 h 5792056"/>
                <a:gd name="connsiteX9" fmla="*/ 2808533 w 4755138"/>
                <a:gd name="connsiteY9" fmla="*/ 5489840 h 5792056"/>
                <a:gd name="connsiteX10" fmla="*/ 2808533 w 4755138"/>
                <a:gd name="connsiteY10" fmla="*/ 5786323 h 5792056"/>
                <a:gd name="connsiteX11" fmla="*/ 2520464 w 4755138"/>
                <a:gd name="connsiteY11" fmla="*/ 5786323 h 5792056"/>
                <a:gd name="connsiteX12" fmla="*/ 1656616 w 4755138"/>
                <a:gd name="connsiteY12" fmla="*/ 4729922 h 5792056"/>
                <a:gd name="connsiteX13" fmla="*/ 2808146 w 4755138"/>
                <a:gd name="connsiteY13" fmla="*/ 4729922 h 5792056"/>
                <a:gd name="connsiteX14" fmla="*/ 2808146 w 4755138"/>
                <a:gd name="connsiteY14" fmla="*/ 4875869 h 5792056"/>
                <a:gd name="connsiteX15" fmla="*/ 1656616 w 4755138"/>
                <a:gd name="connsiteY15" fmla="*/ 4875869 h 5792056"/>
                <a:gd name="connsiteX16" fmla="*/ 1656616 w 4755138"/>
                <a:gd name="connsiteY16" fmla="*/ 4429625 h 5792056"/>
                <a:gd name="connsiteX17" fmla="*/ 2808146 w 4755138"/>
                <a:gd name="connsiteY17" fmla="*/ 4429625 h 5792056"/>
                <a:gd name="connsiteX18" fmla="*/ 2808146 w 4755138"/>
                <a:gd name="connsiteY18" fmla="*/ 4573660 h 5792056"/>
                <a:gd name="connsiteX19" fmla="*/ 1656616 w 4755138"/>
                <a:gd name="connsiteY19" fmla="*/ 4573660 h 5792056"/>
                <a:gd name="connsiteX20" fmla="*/ 1656616 w 4755138"/>
                <a:gd name="connsiteY20" fmla="*/ 4119771 h 5792056"/>
                <a:gd name="connsiteX21" fmla="*/ 2808146 w 4755138"/>
                <a:gd name="connsiteY21" fmla="*/ 4119771 h 5792056"/>
                <a:gd name="connsiteX22" fmla="*/ 2808146 w 4755138"/>
                <a:gd name="connsiteY22" fmla="*/ 4265714 h 5792056"/>
                <a:gd name="connsiteX23" fmla="*/ 1656616 w 4755138"/>
                <a:gd name="connsiteY23" fmla="*/ 4265714 h 5792056"/>
                <a:gd name="connsiteX24" fmla="*/ 1656616 w 4755138"/>
                <a:gd name="connsiteY24" fmla="*/ 3811833 h 5792056"/>
                <a:gd name="connsiteX25" fmla="*/ 2808146 w 4755138"/>
                <a:gd name="connsiteY25" fmla="*/ 3811833 h 5792056"/>
                <a:gd name="connsiteX26" fmla="*/ 2808146 w 4755138"/>
                <a:gd name="connsiteY26" fmla="*/ 3955868 h 5792056"/>
                <a:gd name="connsiteX27" fmla="*/ 1656616 w 4755138"/>
                <a:gd name="connsiteY27" fmla="*/ 3955868 h 5792056"/>
                <a:gd name="connsiteX28" fmla="*/ 1656616 w 4755138"/>
                <a:gd name="connsiteY28" fmla="*/ 3513818 h 5792056"/>
                <a:gd name="connsiteX29" fmla="*/ 2808146 w 4755138"/>
                <a:gd name="connsiteY29" fmla="*/ 3513818 h 5792056"/>
                <a:gd name="connsiteX30" fmla="*/ 2808146 w 4755138"/>
                <a:gd name="connsiteY30" fmla="*/ 3659761 h 5792056"/>
                <a:gd name="connsiteX31" fmla="*/ 1656616 w 4755138"/>
                <a:gd name="connsiteY31" fmla="*/ 3659761 h 5792056"/>
                <a:gd name="connsiteX32" fmla="*/ 1656616 w 4755138"/>
                <a:gd name="connsiteY32" fmla="*/ 3201675 h 5792056"/>
                <a:gd name="connsiteX33" fmla="*/ 2808146 w 4755138"/>
                <a:gd name="connsiteY33" fmla="*/ 3201675 h 5792056"/>
                <a:gd name="connsiteX34" fmla="*/ 2808146 w 4755138"/>
                <a:gd name="connsiteY34" fmla="*/ 3345710 h 5792056"/>
                <a:gd name="connsiteX35" fmla="*/ 1656616 w 4755138"/>
                <a:gd name="connsiteY35" fmla="*/ 3345710 h 5792056"/>
                <a:gd name="connsiteX36" fmla="*/ 1656616 w 4755138"/>
                <a:gd name="connsiteY36" fmla="*/ 2901379 h 5792056"/>
                <a:gd name="connsiteX37" fmla="*/ 2808146 w 4755138"/>
                <a:gd name="connsiteY37" fmla="*/ 2901379 h 5792056"/>
                <a:gd name="connsiteX38" fmla="*/ 2808146 w 4755138"/>
                <a:gd name="connsiteY38" fmla="*/ 3045414 h 5792056"/>
                <a:gd name="connsiteX39" fmla="*/ 1656616 w 4755138"/>
                <a:gd name="connsiteY39" fmla="*/ 3045414 h 5792056"/>
                <a:gd name="connsiteX40" fmla="*/ 0 w 4755138"/>
                <a:gd name="connsiteY40" fmla="*/ 997185 h 5792056"/>
                <a:gd name="connsiteX41" fmla="*/ 432115 w 4755138"/>
                <a:gd name="connsiteY41" fmla="*/ 997185 h 5792056"/>
                <a:gd name="connsiteX42" fmla="*/ 432115 w 4755138"/>
                <a:gd name="connsiteY42" fmla="*/ 1429300 h 5792056"/>
                <a:gd name="connsiteX43" fmla="*/ 0 w 4755138"/>
                <a:gd name="connsiteY43" fmla="*/ 1429300 h 5792056"/>
                <a:gd name="connsiteX44" fmla="*/ 3062608 w 4755138"/>
                <a:gd name="connsiteY44" fmla="*/ 246810 h 5792056"/>
                <a:gd name="connsiteX45" fmla="*/ 3062608 w 4755138"/>
                <a:gd name="connsiteY45" fmla="*/ 1145422 h 5792056"/>
                <a:gd name="connsiteX46" fmla="*/ 3359088 w 4755138"/>
                <a:gd name="connsiteY46" fmla="*/ 1674958 h 5792056"/>
                <a:gd name="connsiteX47" fmla="*/ 3792343 w 4755138"/>
                <a:gd name="connsiteY47" fmla="*/ 1940872 h 5792056"/>
                <a:gd name="connsiteX48" fmla="*/ 4211845 w 4755138"/>
                <a:gd name="connsiteY48" fmla="*/ 1676867 h 5792056"/>
                <a:gd name="connsiteX49" fmla="*/ 4502216 w 4755138"/>
                <a:gd name="connsiteY49" fmla="*/ 1150769 h 5792056"/>
                <a:gd name="connsiteX50" fmla="*/ 4502216 w 4755138"/>
                <a:gd name="connsiteY50" fmla="*/ 246810 h 5792056"/>
                <a:gd name="connsiteX51" fmla="*/ 2809681 w 4755138"/>
                <a:gd name="connsiteY51" fmla="*/ 0 h 5792056"/>
                <a:gd name="connsiteX52" fmla="*/ 4755138 w 4755138"/>
                <a:gd name="connsiteY52" fmla="*/ 0 h 5792056"/>
                <a:gd name="connsiteX53" fmla="*/ 4755138 w 4755138"/>
                <a:gd name="connsiteY53" fmla="*/ 1148094 h 5792056"/>
                <a:gd name="connsiteX54" fmla="*/ 4344040 w 4755138"/>
                <a:gd name="connsiteY54" fmla="*/ 1892349 h 5792056"/>
                <a:gd name="connsiteX55" fmla="*/ 3793491 w 4755138"/>
                <a:gd name="connsiteY55" fmla="*/ 2238880 h 5792056"/>
                <a:gd name="connsiteX56" fmla="*/ 3228802 w 4755138"/>
                <a:gd name="connsiteY56" fmla="*/ 1891968 h 5792056"/>
                <a:gd name="connsiteX57" fmla="*/ 2809681 w 4755138"/>
                <a:gd name="connsiteY57" fmla="*/ 1142747 h 579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755138" h="5792056">
                  <a:moveTo>
                    <a:pt x="1296337" y="5646109"/>
                  </a:moveTo>
                  <a:lnTo>
                    <a:pt x="1584409" y="5646109"/>
                  </a:lnTo>
                  <a:lnTo>
                    <a:pt x="1584409" y="5792056"/>
                  </a:lnTo>
                  <a:lnTo>
                    <a:pt x="1296337" y="5792056"/>
                  </a:lnTo>
                  <a:close/>
                  <a:moveTo>
                    <a:pt x="840155" y="5646109"/>
                  </a:moveTo>
                  <a:lnTo>
                    <a:pt x="1128231" y="5646109"/>
                  </a:lnTo>
                  <a:lnTo>
                    <a:pt x="1128231" y="5792056"/>
                  </a:lnTo>
                  <a:lnTo>
                    <a:pt x="840155" y="5792056"/>
                  </a:lnTo>
                  <a:close/>
                  <a:moveTo>
                    <a:pt x="2520464" y="5489840"/>
                  </a:moveTo>
                  <a:lnTo>
                    <a:pt x="2808533" y="5489840"/>
                  </a:lnTo>
                  <a:lnTo>
                    <a:pt x="2808533" y="5786323"/>
                  </a:lnTo>
                  <a:lnTo>
                    <a:pt x="2520464" y="5786323"/>
                  </a:lnTo>
                  <a:close/>
                  <a:moveTo>
                    <a:pt x="1656616" y="4729922"/>
                  </a:moveTo>
                  <a:lnTo>
                    <a:pt x="2808146" y="4729922"/>
                  </a:lnTo>
                  <a:lnTo>
                    <a:pt x="2808146" y="4875869"/>
                  </a:lnTo>
                  <a:lnTo>
                    <a:pt x="1656616" y="4875869"/>
                  </a:lnTo>
                  <a:close/>
                  <a:moveTo>
                    <a:pt x="1656616" y="4429625"/>
                  </a:moveTo>
                  <a:lnTo>
                    <a:pt x="2808146" y="4429625"/>
                  </a:lnTo>
                  <a:lnTo>
                    <a:pt x="2808146" y="4573660"/>
                  </a:lnTo>
                  <a:lnTo>
                    <a:pt x="1656616" y="4573660"/>
                  </a:lnTo>
                  <a:close/>
                  <a:moveTo>
                    <a:pt x="1656616" y="4119771"/>
                  </a:moveTo>
                  <a:lnTo>
                    <a:pt x="2808146" y="4119771"/>
                  </a:lnTo>
                  <a:lnTo>
                    <a:pt x="2808146" y="4265714"/>
                  </a:lnTo>
                  <a:lnTo>
                    <a:pt x="1656616" y="4265714"/>
                  </a:lnTo>
                  <a:close/>
                  <a:moveTo>
                    <a:pt x="1656616" y="3811833"/>
                  </a:moveTo>
                  <a:lnTo>
                    <a:pt x="2808146" y="3811833"/>
                  </a:lnTo>
                  <a:lnTo>
                    <a:pt x="2808146" y="3955868"/>
                  </a:lnTo>
                  <a:lnTo>
                    <a:pt x="1656616" y="3955868"/>
                  </a:lnTo>
                  <a:close/>
                  <a:moveTo>
                    <a:pt x="1656616" y="3513818"/>
                  </a:moveTo>
                  <a:lnTo>
                    <a:pt x="2808146" y="3513818"/>
                  </a:lnTo>
                  <a:lnTo>
                    <a:pt x="2808146" y="3659761"/>
                  </a:lnTo>
                  <a:lnTo>
                    <a:pt x="1656616" y="3659761"/>
                  </a:lnTo>
                  <a:close/>
                  <a:moveTo>
                    <a:pt x="1656616" y="3201675"/>
                  </a:moveTo>
                  <a:lnTo>
                    <a:pt x="2808146" y="3201675"/>
                  </a:lnTo>
                  <a:lnTo>
                    <a:pt x="2808146" y="3345710"/>
                  </a:lnTo>
                  <a:lnTo>
                    <a:pt x="1656616" y="3345710"/>
                  </a:lnTo>
                  <a:close/>
                  <a:moveTo>
                    <a:pt x="1656616" y="2901379"/>
                  </a:moveTo>
                  <a:lnTo>
                    <a:pt x="2808146" y="2901379"/>
                  </a:lnTo>
                  <a:lnTo>
                    <a:pt x="2808146" y="3045414"/>
                  </a:lnTo>
                  <a:lnTo>
                    <a:pt x="1656616" y="3045414"/>
                  </a:lnTo>
                  <a:close/>
                  <a:moveTo>
                    <a:pt x="0" y="997185"/>
                  </a:moveTo>
                  <a:lnTo>
                    <a:pt x="432115" y="997185"/>
                  </a:lnTo>
                  <a:lnTo>
                    <a:pt x="432115" y="1429300"/>
                  </a:lnTo>
                  <a:lnTo>
                    <a:pt x="0" y="1429300"/>
                  </a:lnTo>
                  <a:close/>
                  <a:moveTo>
                    <a:pt x="3062608" y="246810"/>
                  </a:moveTo>
                  <a:lnTo>
                    <a:pt x="3062608" y="1145422"/>
                  </a:lnTo>
                  <a:cubicBezTo>
                    <a:pt x="3062608" y="1359758"/>
                    <a:pt x="3176079" y="1563015"/>
                    <a:pt x="3359088" y="1674958"/>
                  </a:cubicBezTo>
                  <a:lnTo>
                    <a:pt x="3792343" y="1940872"/>
                  </a:lnTo>
                  <a:lnTo>
                    <a:pt x="4211845" y="1676867"/>
                  </a:lnTo>
                  <a:cubicBezTo>
                    <a:pt x="4393710" y="1562248"/>
                    <a:pt x="4502216" y="1365871"/>
                    <a:pt x="4502216" y="1150769"/>
                  </a:cubicBezTo>
                  <a:lnTo>
                    <a:pt x="4502216" y="246810"/>
                  </a:lnTo>
                  <a:close/>
                  <a:moveTo>
                    <a:pt x="2809681" y="0"/>
                  </a:moveTo>
                  <a:lnTo>
                    <a:pt x="4755138" y="0"/>
                  </a:lnTo>
                  <a:lnTo>
                    <a:pt x="4755138" y="1148094"/>
                  </a:lnTo>
                  <a:cubicBezTo>
                    <a:pt x="4755138" y="1452215"/>
                    <a:pt x="4601551" y="1730355"/>
                    <a:pt x="4344040" y="1892349"/>
                  </a:cubicBezTo>
                  <a:lnTo>
                    <a:pt x="3793491" y="2238880"/>
                  </a:lnTo>
                  <a:lnTo>
                    <a:pt x="3228802" y="1891968"/>
                  </a:lnTo>
                  <a:cubicBezTo>
                    <a:pt x="2970147" y="1733031"/>
                    <a:pt x="2809681" y="1446102"/>
                    <a:pt x="2809681" y="1142747"/>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832" name="Group 2831">
            <a:extLst>
              <a:ext uri="{FF2B5EF4-FFF2-40B4-BE49-F238E27FC236}">
                <a16:creationId xmlns:a16="http://schemas.microsoft.com/office/drawing/2014/main" id="{770D19D1-DC2B-73FE-93FD-88DE85F9AAF8}"/>
              </a:ext>
              <a:ext uri="{C183D7F6-B498-43B3-948B-1728B52AA6E4}">
                <adec:decorative xmlns:adec="http://schemas.microsoft.com/office/drawing/2017/decorative" val="1"/>
              </a:ext>
            </a:extLst>
          </p:cNvPr>
          <p:cNvGrpSpPr>
            <a:grpSpLocks noChangeAspect="1"/>
          </p:cNvGrpSpPr>
          <p:nvPr/>
        </p:nvGrpSpPr>
        <p:grpSpPr>
          <a:xfrm>
            <a:off x="2923630" y="810791"/>
            <a:ext cx="325559" cy="457200"/>
            <a:chOff x="2923630" y="810791"/>
            <a:chExt cx="325559" cy="457200"/>
          </a:xfrm>
          <a:solidFill>
            <a:schemeClr val="accent2"/>
          </a:solidFill>
        </p:grpSpPr>
        <p:sp>
          <p:nvSpPr>
            <p:cNvPr id="148" name="Freeform: Shape 147">
              <a:extLst>
                <a:ext uri="{FF2B5EF4-FFF2-40B4-BE49-F238E27FC236}">
                  <a16:creationId xmlns:a16="http://schemas.microsoft.com/office/drawing/2014/main" id="{97A202E8-5E35-CC1A-565B-799B73EDBFEE}"/>
                </a:ext>
                <a:ext uri="{C183D7F6-B498-43B3-948B-1728B52AA6E4}">
                  <adec:decorative xmlns:adec="http://schemas.microsoft.com/office/drawing/2017/decorative" val="1"/>
                </a:ext>
              </a:extLst>
            </p:cNvPr>
            <p:cNvSpPr/>
            <p:nvPr/>
          </p:nvSpPr>
          <p:spPr>
            <a:xfrm>
              <a:off x="2928830" y="852012"/>
              <a:ext cx="196431" cy="415979"/>
            </a:xfrm>
            <a:custGeom>
              <a:avLst/>
              <a:gdLst>
                <a:gd name="connsiteX0" fmla="*/ 1370835 w 2946461"/>
                <a:gd name="connsiteY0" fmla="*/ 0 h 6239684"/>
                <a:gd name="connsiteX1" fmla="*/ 2651868 w 2946461"/>
                <a:gd name="connsiteY1" fmla="*/ 0 h 6239684"/>
                <a:gd name="connsiteX2" fmla="*/ 2651914 w 2946461"/>
                <a:gd name="connsiteY2" fmla="*/ 7 h 6239684"/>
                <a:gd name="connsiteX3" fmla="*/ 2656063 w 2946461"/>
                <a:gd name="connsiteY3" fmla="*/ 7 h 6239684"/>
                <a:gd name="connsiteX4" fmla="*/ 2656063 w 2946461"/>
                <a:gd name="connsiteY4" fmla="*/ 634 h 6239684"/>
                <a:gd name="connsiteX5" fmla="*/ 2744669 w 2946461"/>
                <a:gd name="connsiteY5" fmla="*/ 14021 h 6239684"/>
                <a:gd name="connsiteX6" fmla="*/ 2939343 w 2946461"/>
                <a:gd name="connsiteY6" fmla="*/ 190520 h 6239684"/>
                <a:gd name="connsiteX7" fmla="*/ 2946461 w 2946461"/>
                <a:gd name="connsiteY7" fmla="*/ 225801 h 6239684"/>
                <a:gd name="connsiteX8" fmla="*/ 2946461 w 2946461"/>
                <a:gd name="connsiteY8" fmla="*/ 5931709 h 6239684"/>
                <a:gd name="connsiteX9" fmla="*/ 2651868 w 2946461"/>
                <a:gd name="connsiteY9" fmla="*/ 5931709 h 6239684"/>
                <a:gd name="connsiteX10" fmla="*/ 2651868 w 2946461"/>
                <a:gd name="connsiteY10" fmla="*/ 5927700 h 6239684"/>
                <a:gd name="connsiteX11" fmla="*/ 2454594 w 2946461"/>
                <a:gd name="connsiteY11" fmla="*/ 5927700 h 6239684"/>
                <a:gd name="connsiteX12" fmla="*/ 2454594 w 2946461"/>
                <a:gd name="connsiteY12" fmla="*/ 6239684 h 6239684"/>
                <a:gd name="connsiteX13" fmla="*/ 2142614 w 2946461"/>
                <a:gd name="connsiteY13" fmla="*/ 6239684 h 6239684"/>
                <a:gd name="connsiteX14" fmla="*/ 2142614 w 2946461"/>
                <a:gd name="connsiteY14" fmla="*/ 5927700 h 6239684"/>
                <a:gd name="connsiteX15" fmla="*/ 935952 w 2946461"/>
                <a:gd name="connsiteY15" fmla="*/ 5927700 h 6239684"/>
                <a:gd name="connsiteX16" fmla="*/ 935952 w 2946461"/>
                <a:gd name="connsiteY16" fmla="*/ 6239683 h 6239684"/>
                <a:gd name="connsiteX17" fmla="*/ 623969 w 2946461"/>
                <a:gd name="connsiteY17" fmla="*/ 6239683 h 6239684"/>
                <a:gd name="connsiteX18" fmla="*/ 623969 w 2946461"/>
                <a:gd name="connsiteY18" fmla="*/ 5927700 h 6239684"/>
                <a:gd name="connsiteX19" fmla="*/ 311986 w 2946461"/>
                <a:gd name="connsiteY19" fmla="*/ 5927700 h 6239684"/>
                <a:gd name="connsiteX20" fmla="*/ 0 w 2946461"/>
                <a:gd name="connsiteY20" fmla="*/ 5615714 h 6239684"/>
                <a:gd name="connsiteX21" fmla="*/ 0 w 2946461"/>
                <a:gd name="connsiteY21" fmla="*/ 1459336 h 6239684"/>
                <a:gd name="connsiteX22" fmla="*/ 7 w 2946461"/>
                <a:gd name="connsiteY22" fmla="*/ 1459336 h 6239684"/>
                <a:gd name="connsiteX23" fmla="*/ 7 w 2946461"/>
                <a:gd name="connsiteY23" fmla="*/ 575905 h 6239684"/>
                <a:gd name="connsiteX24" fmla="*/ 311987 w 2946461"/>
                <a:gd name="connsiteY24" fmla="*/ 575905 h 6239684"/>
                <a:gd name="connsiteX25" fmla="*/ 311987 w 2946461"/>
                <a:gd name="connsiteY25" fmla="*/ 5000415 h 6239684"/>
                <a:gd name="connsiteX26" fmla="*/ 311986 w 2946461"/>
                <a:gd name="connsiteY26" fmla="*/ 5000415 h 6239684"/>
                <a:gd name="connsiteX27" fmla="*/ 311986 w 2946461"/>
                <a:gd name="connsiteY27" fmla="*/ 5615714 h 6239684"/>
                <a:gd name="connsiteX28" fmla="*/ 2651868 w 2946461"/>
                <a:gd name="connsiteY28" fmla="*/ 5615714 h 6239684"/>
                <a:gd name="connsiteX29" fmla="*/ 2651868 w 2946461"/>
                <a:gd name="connsiteY29" fmla="*/ 311987 h 6239684"/>
                <a:gd name="connsiteX30" fmla="*/ 588533 w 2946461"/>
                <a:gd name="connsiteY30" fmla="*/ 311987 h 6239684"/>
                <a:gd name="connsiteX31" fmla="*/ 588533 w 2946461"/>
                <a:gd name="connsiteY31" fmla="*/ 7 h 6239684"/>
                <a:gd name="connsiteX32" fmla="*/ 1370835 w 2946461"/>
                <a:gd name="connsiteY32" fmla="*/ 7 h 623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6461" h="6239684">
                  <a:moveTo>
                    <a:pt x="1370835" y="0"/>
                  </a:moveTo>
                  <a:lnTo>
                    <a:pt x="2651868" y="0"/>
                  </a:lnTo>
                  <a:lnTo>
                    <a:pt x="2651914" y="7"/>
                  </a:lnTo>
                  <a:lnTo>
                    <a:pt x="2656063" y="7"/>
                  </a:lnTo>
                  <a:lnTo>
                    <a:pt x="2656063" y="634"/>
                  </a:lnTo>
                  <a:lnTo>
                    <a:pt x="2744669" y="14021"/>
                  </a:lnTo>
                  <a:cubicBezTo>
                    <a:pt x="2832605" y="41358"/>
                    <a:pt x="2903835" y="106531"/>
                    <a:pt x="2939343" y="190520"/>
                  </a:cubicBezTo>
                  <a:lnTo>
                    <a:pt x="2946461" y="225801"/>
                  </a:lnTo>
                  <a:lnTo>
                    <a:pt x="2946461" y="5931709"/>
                  </a:lnTo>
                  <a:lnTo>
                    <a:pt x="2651868" y="5931709"/>
                  </a:lnTo>
                  <a:lnTo>
                    <a:pt x="2651868" y="5927700"/>
                  </a:lnTo>
                  <a:lnTo>
                    <a:pt x="2454594" y="5927700"/>
                  </a:lnTo>
                  <a:lnTo>
                    <a:pt x="2454594" y="6239684"/>
                  </a:lnTo>
                  <a:lnTo>
                    <a:pt x="2142614" y="6239684"/>
                  </a:lnTo>
                  <a:lnTo>
                    <a:pt x="2142614" y="5927700"/>
                  </a:lnTo>
                  <a:lnTo>
                    <a:pt x="935952" y="5927700"/>
                  </a:lnTo>
                  <a:lnTo>
                    <a:pt x="935952" y="6239683"/>
                  </a:lnTo>
                  <a:lnTo>
                    <a:pt x="623969" y="6239683"/>
                  </a:lnTo>
                  <a:lnTo>
                    <a:pt x="623969" y="5927700"/>
                  </a:lnTo>
                  <a:lnTo>
                    <a:pt x="311986" y="5927700"/>
                  </a:lnTo>
                  <a:cubicBezTo>
                    <a:pt x="139616" y="5927700"/>
                    <a:pt x="0" y="5788093"/>
                    <a:pt x="0" y="5615714"/>
                  </a:cubicBezTo>
                  <a:lnTo>
                    <a:pt x="0" y="1459336"/>
                  </a:lnTo>
                  <a:lnTo>
                    <a:pt x="7" y="1459336"/>
                  </a:lnTo>
                  <a:lnTo>
                    <a:pt x="7" y="575905"/>
                  </a:lnTo>
                  <a:lnTo>
                    <a:pt x="311987" y="575905"/>
                  </a:lnTo>
                  <a:lnTo>
                    <a:pt x="311987" y="5000415"/>
                  </a:lnTo>
                  <a:lnTo>
                    <a:pt x="311986" y="5000415"/>
                  </a:lnTo>
                  <a:lnTo>
                    <a:pt x="311986" y="5615714"/>
                  </a:lnTo>
                  <a:lnTo>
                    <a:pt x="2651868" y="5615714"/>
                  </a:lnTo>
                  <a:lnTo>
                    <a:pt x="2651868" y="311987"/>
                  </a:lnTo>
                  <a:lnTo>
                    <a:pt x="588533" y="311987"/>
                  </a:lnTo>
                  <a:lnTo>
                    <a:pt x="588533" y="7"/>
                  </a:lnTo>
                  <a:lnTo>
                    <a:pt x="1370835" y="7"/>
                  </a:lnTo>
                  <a:close/>
                </a:path>
              </a:pathLst>
            </a:custGeom>
            <a:grpFill/>
            <a:ln w="9525" cap="flat">
              <a:noFill/>
              <a:prstDash val="solid"/>
              <a:miter/>
            </a:ln>
          </p:spPr>
          <p:txBody>
            <a:bodyPr wrap="square" rtlCol="0" anchor="ctr">
              <a:noAutofit/>
            </a:bodyPr>
            <a:lstStyle/>
            <a:p>
              <a:endParaRPr lang="en-US"/>
            </a:p>
          </p:txBody>
        </p:sp>
        <p:sp>
          <p:nvSpPr>
            <p:cNvPr id="149" name="Freeform: Shape 148">
              <a:extLst>
                <a:ext uri="{FF2B5EF4-FFF2-40B4-BE49-F238E27FC236}">
                  <a16:creationId xmlns:a16="http://schemas.microsoft.com/office/drawing/2014/main" id="{88DB27BB-301D-5B95-D80D-A9DDE752289E}"/>
                </a:ext>
                <a:ext uri="{C183D7F6-B498-43B3-948B-1728B52AA6E4}">
                  <adec:decorative xmlns:adec="http://schemas.microsoft.com/office/drawing/2017/decorative" val="1"/>
                </a:ext>
              </a:extLst>
            </p:cNvPr>
            <p:cNvSpPr/>
            <p:nvPr/>
          </p:nvSpPr>
          <p:spPr>
            <a:xfrm>
              <a:off x="2923630" y="810791"/>
              <a:ext cx="325559" cy="374134"/>
            </a:xfrm>
            <a:custGeom>
              <a:avLst/>
              <a:gdLst>
                <a:gd name="connsiteX0" fmla="*/ 701967 w 4883388"/>
                <a:gd name="connsiteY0" fmla="*/ 5454072 h 5612012"/>
                <a:gd name="connsiteX1" fmla="*/ 1013947 w 4883388"/>
                <a:gd name="connsiteY1" fmla="*/ 5454072 h 5612012"/>
                <a:gd name="connsiteX2" fmla="*/ 1013947 w 4883388"/>
                <a:gd name="connsiteY2" fmla="*/ 5612012 h 5612012"/>
                <a:gd name="connsiteX3" fmla="*/ 701967 w 4883388"/>
                <a:gd name="connsiteY3" fmla="*/ 5612012 h 5612012"/>
                <a:gd name="connsiteX4" fmla="*/ 2107840 w 4883388"/>
                <a:gd name="connsiteY4" fmla="*/ 5286764 h 5612012"/>
                <a:gd name="connsiteX5" fmla="*/ 2419820 w 4883388"/>
                <a:gd name="connsiteY5" fmla="*/ 5286764 h 5612012"/>
                <a:gd name="connsiteX6" fmla="*/ 2419820 w 4883388"/>
                <a:gd name="connsiteY6" fmla="*/ 5607715 h 5612012"/>
                <a:gd name="connsiteX7" fmla="*/ 2107840 w 4883388"/>
                <a:gd name="connsiteY7" fmla="*/ 5607715 h 5612012"/>
                <a:gd name="connsiteX8" fmla="*/ 1170713 w 4883388"/>
                <a:gd name="connsiteY8" fmla="*/ 4518118 h 5612012"/>
                <a:gd name="connsiteX9" fmla="*/ 2417870 w 4883388"/>
                <a:gd name="connsiteY9" fmla="*/ 4518118 h 5612012"/>
                <a:gd name="connsiteX10" fmla="*/ 2417870 w 4883388"/>
                <a:gd name="connsiteY10" fmla="*/ 4676058 h 5612012"/>
                <a:gd name="connsiteX11" fmla="*/ 1170713 w 4883388"/>
                <a:gd name="connsiteY11" fmla="*/ 4676058 h 5612012"/>
                <a:gd name="connsiteX12" fmla="*/ 1170713 w 4883388"/>
                <a:gd name="connsiteY12" fmla="*/ 4206138 h 5612012"/>
                <a:gd name="connsiteX13" fmla="*/ 2417870 w 4883388"/>
                <a:gd name="connsiteY13" fmla="*/ 4206138 h 5612012"/>
                <a:gd name="connsiteX14" fmla="*/ 2417870 w 4883388"/>
                <a:gd name="connsiteY14" fmla="*/ 4362131 h 5612012"/>
                <a:gd name="connsiteX15" fmla="*/ 1170713 w 4883388"/>
                <a:gd name="connsiteY15" fmla="*/ 4362131 h 5612012"/>
                <a:gd name="connsiteX16" fmla="*/ 1170713 w 4883388"/>
                <a:gd name="connsiteY16" fmla="*/ 3892197 h 5612012"/>
                <a:gd name="connsiteX17" fmla="*/ 2417870 w 4883388"/>
                <a:gd name="connsiteY17" fmla="*/ 3892197 h 5612012"/>
                <a:gd name="connsiteX18" fmla="*/ 2417870 w 4883388"/>
                <a:gd name="connsiteY18" fmla="*/ 4050137 h 5612012"/>
                <a:gd name="connsiteX19" fmla="*/ 1170713 w 4883388"/>
                <a:gd name="connsiteY19" fmla="*/ 4050137 h 5612012"/>
                <a:gd name="connsiteX20" fmla="*/ 1170713 w 4883388"/>
                <a:gd name="connsiteY20" fmla="*/ 3580210 h 5612012"/>
                <a:gd name="connsiteX21" fmla="*/ 2417870 w 4883388"/>
                <a:gd name="connsiteY21" fmla="*/ 3580210 h 5612012"/>
                <a:gd name="connsiteX22" fmla="*/ 2417870 w 4883388"/>
                <a:gd name="connsiteY22" fmla="*/ 3736203 h 5612012"/>
                <a:gd name="connsiteX23" fmla="*/ 1170713 w 4883388"/>
                <a:gd name="connsiteY23" fmla="*/ 3736203 h 5612012"/>
                <a:gd name="connsiteX24" fmla="*/ 1170713 w 4883388"/>
                <a:gd name="connsiteY24" fmla="*/ 3266277 h 5612012"/>
                <a:gd name="connsiteX25" fmla="*/ 2417870 w 4883388"/>
                <a:gd name="connsiteY25" fmla="*/ 3266277 h 5612012"/>
                <a:gd name="connsiteX26" fmla="*/ 2417870 w 4883388"/>
                <a:gd name="connsiteY26" fmla="*/ 3424217 h 5612012"/>
                <a:gd name="connsiteX27" fmla="*/ 1170713 w 4883388"/>
                <a:gd name="connsiteY27" fmla="*/ 3424217 h 5612012"/>
                <a:gd name="connsiteX28" fmla="*/ 1170713 w 4883388"/>
                <a:gd name="connsiteY28" fmla="*/ 2954297 h 5612012"/>
                <a:gd name="connsiteX29" fmla="*/ 2417870 w 4883388"/>
                <a:gd name="connsiteY29" fmla="*/ 2954297 h 5612012"/>
                <a:gd name="connsiteX30" fmla="*/ 2417870 w 4883388"/>
                <a:gd name="connsiteY30" fmla="*/ 3110290 h 5612012"/>
                <a:gd name="connsiteX31" fmla="*/ 1170713 w 4883388"/>
                <a:gd name="connsiteY31" fmla="*/ 3110290 h 5612012"/>
                <a:gd name="connsiteX32" fmla="*/ 1170713 w 4883388"/>
                <a:gd name="connsiteY32" fmla="*/ 2646217 h 5612012"/>
                <a:gd name="connsiteX33" fmla="*/ 2417870 w 4883388"/>
                <a:gd name="connsiteY33" fmla="*/ 2646217 h 5612012"/>
                <a:gd name="connsiteX34" fmla="*/ 2417870 w 4883388"/>
                <a:gd name="connsiteY34" fmla="*/ 2802210 h 5612012"/>
                <a:gd name="connsiteX35" fmla="*/ 1170713 w 4883388"/>
                <a:gd name="connsiteY35" fmla="*/ 2802210 h 5612012"/>
                <a:gd name="connsiteX36" fmla="*/ 4181775 w 4883388"/>
                <a:gd name="connsiteY36" fmla="*/ 2208094 h 5612012"/>
                <a:gd name="connsiteX37" fmla="*/ 4057755 w 4883388"/>
                <a:gd name="connsiteY37" fmla="*/ 2478818 h 5612012"/>
                <a:gd name="connsiteX38" fmla="*/ 3922397 w 4883388"/>
                <a:gd name="connsiteY38" fmla="*/ 2668978 h 5612012"/>
                <a:gd name="connsiteX39" fmla="*/ 4450191 w 4883388"/>
                <a:gd name="connsiteY39" fmla="*/ 2267506 h 5612012"/>
                <a:gd name="connsiteX40" fmla="*/ 4181775 w 4883388"/>
                <a:gd name="connsiteY40" fmla="*/ 2208094 h 5612012"/>
                <a:gd name="connsiteX41" fmla="*/ 3494393 w 4883388"/>
                <a:gd name="connsiteY41" fmla="*/ 2142336 h 5612012"/>
                <a:gd name="connsiteX42" fmla="*/ 3494393 w 4883388"/>
                <a:gd name="connsiteY42" fmla="*/ 2762038 h 5612012"/>
                <a:gd name="connsiteX43" fmla="*/ 3924701 w 4883388"/>
                <a:gd name="connsiteY43" fmla="*/ 2401715 h 5612012"/>
                <a:gd name="connsiteX44" fmla="*/ 4027183 w 4883388"/>
                <a:gd name="connsiteY44" fmla="*/ 2183290 h 5612012"/>
                <a:gd name="connsiteX45" fmla="*/ 3494393 w 4883388"/>
                <a:gd name="connsiteY45" fmla="*/ 2142336 h 5612012"/>
                <a:gd name="connsiteX46" fmla="*/ 4302909 w 4883388"/>
                <a:gd name="connsiteY46" fmla="*/ 1533207 h 5612012"/>
                <a:gd name="connsiteX47" fmla="*/ 4227728 w 4883388"/>
                <a:gd name="connsiteY47" fmla="*/ 2060043 h 5612012"/>
                <a:gd name="connsiteX48" fmla="*/ 4543061 w 4883388"/>
                <a:gd name="connsiteY48" fmla="*/ 2133298 h 5612012"/>
                <a:gd name="connsiteX49" fmla="*/ 4727452 w 4883388"/>
                <a:gd name="connsiteY49" fmla="*/ 1533207 h 5612012"/>
                <a:gd name="connsiteX50" fmla="*/ 3494393 w 4883388"/>
                <a:gd name="connsiteY50" fmla="*/ 1533207 h 5612012"/>
                <a:gd name="connsiteX51" fmla="*/ 3494393 w 4883388"/>
                <a:gd name="connsiteY51" fmla="*/ 1988517 h 5612012"/>
                <a:gd name="connsiteX52" fmla="*/ 4075447 w 4883388"/>
                <a:gd name="connsiteY52" fmla="*/ 2034664 h 5612012"/>
                <a:gd name="connsiteX53" fmla="*/ 4148896 w 4883388"/>
                <a:gd name="connsiteY53" fmla="*/ 1533207 h 5612012"/>
                <a:gd name="connsiteX54" fmla="*/ 4076216 w 4883388"/>
                <a:gd name="connsiteY54" fmla="*/ 890045 h 5612012"/>
                <a:gd name="connsiteX55" fmla="*/ 3494393 w 4883388"/>
                <a:gd name="connsiteY55" fmla="*/ 936383 h 5612012"/>
                <a:gd name="connsiteX56" fmla="*/ 3494393 w 4883388"/>
                <a:gd name="connsiteY56" fmla="*/ 1378040 h 5612012"/>
                <a:gd name="connsiteX57" fmla="*/ 4148511 w 4883388"/>
                <a:gd name="connsiteY57" fmla="*/ 1378040 h 5612012"/>
                <a:gd name="connsiteX58" fmla="*/ 4076216 w 4883388"/>
                <a:gd name="connsiteY58" fmla="*/ 890045 h 5612012"/>
                <a:gd name="connsiteX59" fmla="*/ 4544024 w 4883388"/>
                <a:gd name="connsiteY59" fmla="*/ 791214 h 5612012"/>
                <a:gd name="connsiteX60" fmla="*/ 4228307 w 4883388"/>
                <a:gd name="connsiteY60" fmla="*/ 864856 h 5612012"/>
                <a:gd name="connsiteX61" fmla="*/ 4302331 w 4883388"/>
                <a:gd name="connsiteY61" fmla="*/ 1378040 h 5612012"/>
                <a:gd name="connsiteX62" fmla="*/ 4726492 w 4883388"/>
                <a:gd name="connsiteY62" fmla="*/ 1378040 h 5612012"/>
                <a:gd name="connsiteX63" fmla="*/ 4544024 w 4883388"/>
                <a:gd name="connsiteY63" fmla="*/ 791214 h 5612012"/>
                <a:gd name="connsiteX64" fmla="*/ 0 w 4883388"/>
                <a:gd name="connsiteY64" fmla="*/ 540323 h 5612012"/>
                <a:gd name="connsiteX65" fmla="*/ 467980 w 4883388"/>
                <a:gd name="connsiteY65" fmla="*/ 540323 h 5612012"/>
                <a:gd name="connsiteX66" fmla="*/ 467980 w 4883388"/>
                <a:gd name="connsiteY66" fmla="*/ 1008303 h 5612012"/>
                <a:gd name="connsiteX67" fmla="*/ 0 w 4883388"/>
                <a:gd name="connsiteY67" fmla="*/ 1008303 h 5612012"/>
                <a:gd name="connsiteX68" fmla="*/ 3922397 w 4883388"/>
                <a:gd name="connsiteY68" fmla="*/ 253420 h 5612012"/>
                <a:gd name="connsiteX69" fmla="*/ 4057755 w 4883388"/>
                <a:gd name="connsiteY69" fmla="*/ 443580 h 5612012"/>
                <a:gd name="connsiteX70" fmla="*/ 4182544 w 4883388"/>
                <a:gd name="connsiteY70" fmla="*/ 716417 h 5612012"/>
                <a:gd name="connsiteX71" fmla="*/ 4451539 w 4883388"/>
                <a:gd name="connsiteY71" fmla="*/ 656814 h 5612012"/>
                <a:gd name="connsiteX72" fmla="*/ 3922397 w 4883388"/>
                <a:gd name="connsiteY72" fmla="*/ 253420 h 5612012"/>
                <a:gd name="connsiteX73" fmla="*/ 3494393 w 4883388"/>
                <a:gd name="connsiteY73" fmla="*/ 160550 h 5612012"/>
                <a:gd name="connsiteX74" fmla="*/ 3494393 w 4883388"/>
                <a:gd name="connsiteY74" fmla="*/ 782563 h 5612012"/>
                <a:gd name="connsiteX75" fmla="*/ 4027956 w 4883388"/>
                <a:gd name="connsiteY75" fmla="*/ 741606 h 5612012"/>
                <a:gd name="connsiteX76" fmla="*/ 3924701 w 4883388"/>
                <a:gd name="connsiteY76" fmla="*/ 521065 h 5612012"/>
                <a:gd name="connsiteX77" fmla="*/ 3494393 w 4883388"/>
                <a:gd name="connsiteY77" fmla="*/ 160550 h 5612012"/>
                <a:gd name="connsiteX78" fmla="*/ 3421904 w 4883388"/>
                <a:gd name="connsiteY78" fmla="*/ 0 h 5612012"/>
                <a:gd name="connsiteX79" fmla="*/ 4880696 w 4883388"/>
                <a:gd name="connsiteY79" fmla="*/ 1377849 h 5612012"/>
                <a:gd name="connsiteX80" fmla="*/ 4883388 w 4883388"/>
                <a:gd name="connsiteY80" fmla="*/ 1377849 h 5612012"/>
                <a:gd name="connsiteX81" fmla="*/ 4883388 w 4883388"/>
                <a:gd name="connsiteY81" fmla="*/ 1533013 h 5612012"/>
                <a:gd name="connsiteX82" fmla="*/ 4881659 w 4883388"/>
                <a:gd name="connsiteY82" fmla="*/ 1533013 h 5612012"/>
                <a:gd name="connsiteX83" fmla="*/ 3422097 w 4883388"/>
                <a:gd name="connsiteY83" fmla="*/ 2922398 h 5612012"/>
                <a:gd name="connsiteX84" fmla="*/ 3174476 w 4883388"/>
                <a:gd name="connsiteY84" fmla="*/ 2886655 h 5612012"/>
                <a:gd name="connsiteX85" fmla="*/ 3174476 w 4883388"/>
                <a:gd name="connsiteY85" fmla="*/ 2684476 h 5612012"/>
                <a:gd name="connsiteX86" fmla="*/ 3231729 w 4883388"/>
                <a:gd name="connsiteY86" fmla="*/ 2722336 h 5612012"/>
                <a:gd name="connsiteX87" fmla="*/ 3349608 w 4883388"/>
                <a:gd name="connsiteY87" fmla="*/ 2762038 h 5612012"/>
                <a:gd name="connsiteX88" fmla="*/ 3349608 w 4883388"/>
                <a:gd name="connsiteY88" fmla="*/ 2142142 h 5612012"/>
                <a:gd name="connsiteX89" fmla="*/ 3174476 w 4883388"/>
                <a:gd name="connsiteY89" fmla="*/ 2155604 h 5612012"/>
                <a:gd name="connsiteX90" fmla="*/ 3174476 w 4883388"/>
                <a:gd name="connsiteY90" fmla="*/ 2002425 h 5612012"/>
                <a:gd name="connsiteX91" fmla="*/ 3349608 w 4883388"/>
                <a:gd name="connsiteY91" fmla="*/ 1988517 h 5612012"/>
                <a:gd name="connsiteX92" fmla="*/ 3349608 w 4883388"/>
                <a:gd name="connsiteY92" fmla="*/ 1533207 h 5612012"/>
                <a:gd name="connsiteX93" fmla="*/ 3174476 w 4883388"/>
                <a:gd name="connsiteY93" fmla="*/ 1533207 h 5612012"/>
                <a:gd name="connsiteX94" fmla="*/ 3174476 w 4883388"/>
                <a:gd name="connsiteY94" fmla="*/ 1377849 h 5612012"/>
                <a:gd name="connsiteX95" fmla="*/ 3349608 w 4883388"/>
                <a:gd name="connsiteY95" fmla="*/ 1377849 h 5612012"/>
                <a:gd name="connsiteX96" fmla="*/ 3349608 w 4883388"/>
                <a:gd name="connsiteY96" fmla="*/ 936189 h 5612012"/>
                <a:gd name="connsiteX97" fmla="*/ 3174476 w 4883388"/>
                <a:gd name="connsiteY97" fmla="*/ 922241 h 5612012"/>
                <a:gd name="connsiteX98" fmla="*/ 3174476 w 4883388"/>
                <a:gd name="connsiteY98" fmla="*/ 769120 h 5612012"/>
                <a:gd name="connsiteX99" fmla="*/ 3349608 w 4883388"/>
                <a:gd name="connsiteY99" fmla="*/ 782563 h 5612012"/>
                <a:gd name="connsiteX100" fmla="*/ 3349608 w 4883388"/>
                <a:gd name="connsiteY100" fmla="*/ 160550 h 5612012"/>
                <a:gd name="connsiteX101" fmla="*/ 3014572 w 4883388"/>
                <a:gd name="connsiteY101" fmla="*/ 381971 h 5612012"/>
                <a:gd name="connsiteX102" fmla="*/ 2953318 w 4883388"/>
                <a:gd name="connsiteY102" fmla="*/ 471395 h 5612012"/>
                <a:gd name="connsiteX103" fmla="*/ 2773799 w 4883388"/>
                <a:gd name="connsiteY103" fmla="*/ 471395 h 5612012"/>
                <a:gd name="connsiteX104" fmla="*/ 2786433 w 4883388"/>
                <a:gd name="connsiteY104" fmla="*/ 443773 h 5612012"/>
                <a:gd name="connsiteX105" fmla="*/ 2921604 w 4883388"/>
                <a:gd name="connsiteY105" fmla="*/ 253804 h 5612012"/>
                <a:gd name="connsiteX106" fmla="*/ 2630307 w 4883388"/>
                <a:gd name="connsiteY106" fmla="*/ 422021 h 5612012"/>
                <a:gd name="connsiteX107" fmla="*/ 2580373 w 4883388"/>
                <a:gd name="connsiteY107" fmla="*/ 471395 h 5612012"/>
                <a:gd name="connsiteX108" fmla="*/ 2352172 w 4883388"/>
                <a:gd name="connsiteY108" fmla="*/ 471395 h 5612012"/>
                <a:gd name="connsiteX109" fmla="*/ 2639634 w 4883388"/>
                <a:gd name="connsiteY109" fmla="*/ 227582 h 5612012"/>
                <a:gd name="connsiteX110" fmla="*/ 3421904 w 4883388"/>
                <a:gd name="connsiteY110" fmla="*/ 0 h 561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4883388" h="5612012">
                  <a:moveTo>
                    <a:pt x="701967" y="5454072"/>
                  </a:moveTo>
                  <a:lnTo>
                    <a:pt x="1013947" y="5454072"/>
                  </a:lnTo>
                  <a:lnTo>
                    <a:pt x="1013947" y="5612012"/>
                  </a:lnTo>
                  <a:lnTo>
                    <a:pt x="701967" y="5612012"/>
                  </a:lnTo>
                  <a:close/>
                  <a:moveTo>
                    <a:pt x="2107840" y="5286764"/>
                  </a:moveTo>
                  <a:lnTo>
                    <a:pt x="2419820" y="5286764"/>
                  </a:lnTo>
                  <a:lnTo>
                    <a:pt x="2419820" y="5607715"/>
                  </a:lnTo>
                  <a:lnTo>
                    <a:pt x="2107840" y="5607715"/>
                  </a:lnTo>
                  <a:close/>
                  <a:moveTo>
                    <a:pt x="1170713" y="4518118"/>
                  </a:moveTo>
                  <a:lnTo>
                    <a:pt x="2417870" y="4518118"/>
                  </a:lnTo>
                  <a:lnTo>
                    <a:pt x="2417870" y="4676058"/>
                  </a:lnTo>
                  <a:lnTo>
                    <a:pt x="1170713" y="4676058"/>
                  </a:lnTo>
                  <a:close/>
                  <a:moveTo>
                    <a:pt x="1170713" y="4206138"/>
                  </a:moveTo>
                  <a:lnTo>
                    <a:pt x="2417870" y="4206138"/>
                  </a:lnTo>
                  <a:lnTo>
                    <a:pt x="2417870" y="4362131"/>
                  </a:lnTo>
                  <a:lnTo>
                    <a:pt x="1170713" y="4362131"/>
                  </a:lnTo>
                  <a:close/>
                  <a:moveTo>
                    <a:pt x="1170713" y="3892197"/>
                  </a:moveTo>
                  <a:lnTo>
                    <a:pt x="2417870" y="3892197"/>
                  </a:lnTo>
                  <a:lnTo>
                    <a:pt x="2417870" y="4050137"/>
                  </a:lnTo>
                  <a:lnTo>
                    <a:pt x="1170713" y="4050137"/>
                  </a:lnTo>
                  <a:close/>
                  <a:moveTo>
                    <a:pt x="1170713" y="3580210"/>
                  </a:moveTo>
                  <a:lnTo>
                    <a:pt x="2417870" y="3580210"/>
                  </a:lnTo>
                  <a:lnTo>
                    <a:pt x="2417870" y="3736203"/>
                  </a:lnTo>
                  <a:lnTo>
                    <a:pt x="1170713" y="3736203"/>
                  </a:lnTo>
                  <a:close/>
                  <a:moveTo>
                    <a:pt x="1170713" y="3266277"/>
                  </a:moveTo>
                  <a:lnTo>
                    <a:pt x="2417870" y="3266277"/>
                  </a:lnTo>
                  <a:lnTo>
                    <a:pt x="2417870" y="3424217"/>
                  </a:lnTo>
                  <a:lnTo>
                    <a:pt x="1170713" y="3424217"/>
                  </a:lnTo>
                  <a:close/>
                  <a:moveTo>
                    <a:pt x="1170713" y="2954297"/>
                  </a:moveTo>
                  <a:lnTo>
                    <a:pt x="2417870" y="2954297"/>
                  </a:lnTo>
                  <a:lnTo>
                    <a:pt x="2417870" y="3110290"/>
                  </a:lnTo>
                  <a:lnTo>
                    <a:pt x="1170713" y="3110290"/>
                  </a:lnTo>
                  <a:close/>
                  <a:moveTo>
                    <a:pt x="1170713" y="2646217"/>
                  </a:moveTo>
                  <a:lnTo>
                    <a:pt x="2417870" y="2646217"/>
                  </a:lnTo>
                  <a:lnTo>
                    <a:pt x="2417870" y="2802210"/>
                  </a:lnTo>
                  <a:lnTo>
                    <a:pt x="1170713" y="2802210"/>
                  </a:lnTo>
                  <a:close/>
                  <a:moveTo>
                    <a:pt x="4181775" y="2208094"/>
                  </a:moveTo>
                  <a:cubicBezTo>
                    <a:pt x="4147358" y="2305194"/>
                    <a:pt x="4105825" y="2396140"/>
                    <a:pt x="4057755" y="2478818"/>
                  </a:cubicBezTo>
                  <a:cubicBezTo>
                    <a:pt x="4016226" y="2550345"/>
                    <a:pt x="3970848" y="2613990"/>
                    <a:pt x="3922397" y="2668978"/>
                  </a:cubicBezTo>
                  <a:cubicBezTo>
                    <a:pt x="4131017" y="2582264"/>
                    <a:pt x="4312329" y="2442860"/>
                    <a:pt x="4450191" y="2267506"/>
                  </a:cubicBezTo>
                  <a:cubicBezTo>
                    <a:pt x="4363475" y="2244628"/>
                    <a:pt x="4273875" y="2224823"/>
                    <a:pt x="4181775" y="2208094"/>
                  </a:cubicBezTo>
                  <a:close/>
                  <a:moveTo>
                    <a:pt x="3494393" y="2142336"/>
                  </a:moveTo>
                  <a:lnTo>
                    <a:pt x="3494393" y="2762038"/>
                  </a:lnTo>
                  <a:cubicBezTo>
                    <a:pt x="3654365" y="2732814"/>
                    <a:pt x="3804917" y="2607450"/>
                    <a:pt x="3924701" y="2401715"/>
                  </a:cubicBezTo>
                  <a:cubicBezTo>
                    <a:pt x="3963735" y="2334612"/>
                    <a:pt x="3997962" y="2261354"/>
                    <a:pt x="4027183" y="2183290"/>
                  </a:cubicBezTo>
                  <a:cubicBezTo>
                    <a:pt x="3855291" y="2159061"/>
                    <a:pt x="3676477" y="2145218"/>
                    <a:pt x="3494393" y="2142336"/>
                  </a:cubicBezTo>
                  <a:close/>
                  <a:moveTo>
                    <a:pt x="4302909" y="1533207"/>
                  </a:moveTo>
                  <a:cubicBezTo>
                    <a:pt x="4297526" y="1717408"/>
                    <a:pt x="4271762" y="1895454"/>
                    <a:pt x="4227728" y="2060043"/>
                  </a:cubicBezTo>
                  <a:cubicBezTo>
                    <a:pt x="4336367" y="2080230"/>
                    <a:pt x="4441732" y="2104842"/>
                    <a:pt x="4543061" y="2133298"/>
                  </a:cubicBezTo>
                  <a:cubicBezTo>
                    <a:pt x="4649583" y="1956213"/>
                    <a:pt x="4715532" y="1751825"/>
                    <a:pt x="4727452" y="1533207"/>
                  </a:cubicBezTo>
                  <a:close/>
                  <a:moveTo>
                    <a:pt x="3494393" y="1533207"/>
                  </a:moveTo>
                  <a:lnTo>
                    <a:pt x="3494393" y="1988517"/>
                  </a:lnTo>
                  <a:cubicBezTo>
                    <a:pt x="3693012" y="1991593"/>
                    <a:pt x="3888170" y="2007168"/>
                    <a:pt x="4075447" y="2034664"/>
                  </a:cubicBezTo>
                  <a:cubicBezTo>
                    <a:pt x="4118515" y="1879303"/>
                    <a:pt x="4143512" y="1709524"/>
                    <a:pt x="4148896" y="1533207"/>
                  </a:cubicBezTo>
                  <a:close/>
                  <a:moveTo>
                    <a:pt x="4076216" y="890045"/>
                  </a:moveTo>
                  <a:cubicBezTo>
                    <a:pt x="3888748" y="917731"/>
                    <a:pt x="3693396" y="933307"/>
                    <a:pt x="3494393" y="936383"/>
                  </a:cubicBezTo>
                  <a:lnTo>
                    <a:pt x="3494393" y="1378040"/>
                  </a:lnTo>
                  <a:lnTo>
                    <a:pt x="4148511" y="1378040"/>
                  </a:lnTo>
                  <a:cubicBezTo>
                    <a:pt x="4142553" y="1206532"/>
                    <a:pt x="4117943" y="1041557"/>
                    <a:pt x="4076216" y="890045"/>
                  </a:cubicBezTo>
                  <a:close/>
                  <a:moveTo>
                    <a:pt x="4544024" y="791214"/>
                  </a:moveTo>
                  <a:cubicBezTo>
                    <a:pt x="4442501" y="819672"/>
                    <a:pt x="4337136" y="844282"/>
                    <a:pt x="4228307" y="864856"/>
                  </a:cubicBezTo>
                  <a:cubicBezTo>
                    <a:pt x="4270993" y="1025213"/>
                    <a:pt x="4296372" y="1198644"/>
                    <a:pt x="4302331" y="1378040"/>
                  </a:cubicBezTo>
                  <a:lnTo>
                    <a:pt x="4726492" y="1378040"/>
                  </a:lnTo>
                  <a:cubicBezTo>
                    <a:pt x="4712840" y="1164615"/>
                    <a:pt x="4648045" y="964842"/>
                    <a:pt x="4544024" y="791214"/>
                  </a:cubicBezTo>
                  <a:close/>
                  <a:moveTo>
                    <a:pt x="0" y="540323"/>
                  </a:moveTo>
                  <a:lnTo>
                    <a:pt x="467980" y="540323"/>
                  </a:lnTo>
                  <a:lnTo>
                    <a:pt x="467980" y="1008303"/>
                  </a:lnTo>
                  <a:lnTo>
                    <a:pt x="0" y="1008303"/>
                  </a:lnTo>
                  <a:close/>
                  <a:moveTo>
                    <a:pt x="3922397" y="253420"/>
                  </a:moveTo>
                  <a:cubicBezTo>
                    <a:pt x="3970848" y="308411"/>
                    <a:pt x="4016035" y="372056"/>
                    <a:pt x="4057755" y="443580"/>
                  </a:cubicBezTo>
                  <a:cubicBezTo>
                    <a:pt x="4106210" y="527027"/>
                    <a:pt x="4147936" y="618549"/>
                    <a:pt x="4182544" y="716417"/>
                  </a:cubicBezTo>
                  <a:cubicBezTo>
                    <a:pt x="4274838" y="699691"/>
                    <a:pt x="4364628" y="679696"/>
                    <a:pt x="4451539" y="656814"/>
                  </a:cubicBezTo>
                  <a:cubicBezTo>
                    <a:pt x="4313676" y="480689"/>
                    <a:pt x="4131786" y="340521"/>
                    <a:pt x="3922397" y="253420"/>
                  </a:cubicBezTo>
                  <a:close/>
                  <a:moveTo>
                    <a:pt x="3494393" y="160550"/>
                  </a:moveTo>
                  <a:lnTo>
                    <a:pt x="3494393" y="782563"/>
                  </a:lnTo>
                  <a:cubicBezTo>
                    <a:pt x="3676861" y="779678"/>
                    <a:pt x="3855869" y="765834"/>
                    <a:pt x="4027956" y="741606"/>
                  </a:cubicBezTo>
                  <a:cubicBezTo>
                    <a:pt x="3998537" y="662773"/>
                    <a:pt x="3964120" y="588749"/>
                    <a:pt x="3924701" y="521065"/>
                  </a:cubicBezTo>
                  <a:cubicBezTo>
                    <a:pt x="3804917" y="315142"/>
                    <a:pt x="3654365" y="189778"/>
                    <a:pt x="3494393" y="160550"/>
                  </a:cubicBezTo>
                  <a:close/>
                  <a:moveTo>
                    <a:pt x="3421904" y="0"/>
                  </a:moveTo>
                  <a:cubicBezTo>
                    <a:pt x="4199848" y="0"/>
                    <a:pt x="4837435" y="610858"/>
                    <a:pt x="4880696" y="1377849"/>
                  </a:cubicBezTo>
                  <a:lnTo>
                    <a:pt x="4883388" y="1377849"/>
                  </a:lnTo>
                  <a:lnTo>
                    <a:pt x="4883388" y="1533013"/>
                  </a:lnTo>
                  <a:lnTo>
                    <a:pt x="4881659" y="1533013"/>
                  </a:lnTo>
                  <a:cubicBezTo>
                    <a:pt x="4843972" y="2305578"/>
                    <a:pt x="4203693" y="2922398"/>
                    <a:pt x="3422097" y="2922398"/>
                  </a:cubicBezTo>
                  <a:lnTo>
                    <a:pt x="3174476" y="2886655"/>
                  </a:lnTo>
                  <a:lnTo>
                    <a:pt x="3174476" y="2684476"/>
                  </a:lnTo>
                  <a:lnTo>
                    <a:pt x="3231729" y="2722336"/>
                  </a:lnTo>
                  <a:cubicBezTo>
                    <a:pt x="3270210" y="2741418"/>
                    <a:pt x="3309617" y="2754732"/>
                    <a:pt x="3349608" y="2762038"/>
                  </a:cubicBezTo>
                  <a:lnTo>
                    <a:pt x="3349608" y="2142142"/>
                  </a:lnTo>
                  <a:lnTo>
                    <a:pt x="3174476" y="2155604"/>
                  </a:lnTo>
                  <a:lnTo>
                    <a:pt x="3174476" y="2002425"/>
                  </a:lnTo>
                  <a:lnTo>
                    <a:pt x="3349608" y="1988517"/>
                  </a:lnTo>
                  <a:lnTo>
                    <a:pt x="3349608" y="1533207"/>
                  </a:lnTo>
                  <a:lnTo>
                    <a:pt x="3174476" y="1533207"/>
                  </a:lnTo>
                  <a:lnTo>
                    <a:pt x="3174476" y="1377849"/>
                  </a:lnTo>
                  <a:lnTo>
                    <a:pt x="3349608" y="1377849"/>
                  </a:lnTo>
                  <a:lnTo>
                    <a:pt x="3349608" y="936189"/>
                  </a:lnTo>
                  <a:lnTo>
                    <a:pt x="3174476" y="922241"/>
                  </a:lnTo>
                  <a:lnTo>
                    <a:pt x="3174476" y="769120"/>
                  </a:lnTo>
                  <a:lnTo>
                    <a:pt x="3349608" y="782563"/>
                  </a:lnTo>
                  <a:lnTo>
                    <a:pt x="3349608" y="160550"/>
                  </a:lnTo>
                  <a:cubicBezTo>
                    <a:pt x="3229628" y="182472"/>
                    <a:pt x="3114948" y="258468"/>
                    <a:pt x="3014572" y="381971"/>
                  </a:cubicBezTo>
                  <a:lnTo>
                    <a:pt x="2953318" y="471395"/>
                  </a:lnTo>
                  <a:lnTo>
                    <a:pt x="2773799" y="471395"/>
                  </a:lnTo>
                  <a:lnTo>
                    <a:pt x="2786433" y="443773"/>
                  </a:lnTo>
                  <a:cubicBezTo>
                    <a:pt x="2827966" y="372244"/>
                    <a:pt x="2873341" y="308796"/>
                    <a:pt x="2921604" y="253804"/>
                  </a:cubicBezTo>
                  <a:cubicBezTo>
                    <a:pt x="2816910" y="297355"/>
                    <a:pt x="2719137" y="354125"/>
                    <a:pt x="2630307" y="422021"/>
                  </a:cubicBezTo>
                  <a:lnTo>
                    <a:pt x="2580373" y="471395"/>
                  </a:lnTo>
                  <a:lnTo>
                    <a:pt x="2352172" y="471395"/>
                  </a:lnTo>
                  <a:lnTo>
                    <a:pt x="2639634" y="227582"/>
                  </a:lnTo>
                  <a:cubicBezTo>
                    <a:pt x="2865890" y="83524"/>
                    <a:pt x="3134285" y="0"/>
                    <a:pt x="3421904" y="0"/>
                  </a:cubicBez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2831" name="Group 2830">
            <a:extLst>
              <a:ext uri="{FF2B5EF4-FFF2-40B4-BE49-F238E27FC236}">
                <a16:creationId xmlns:a16="http://schemas.microsoft.com/office/drawing/2014/main" id="{ACBAC4BE-5836-190C-5102-F31F7C5DDA42}"/>
              </a:ext>
              <a:ext uri="{C183D7F6-B498-43B3-948B-1728B52AA6E4}">
                <adec:decorative xmlns:adec="http://schemas.microsoft.com/office/drawing/2017/decorative" val="1"/>
              </a:ext>
            </a:extLst>
          </p:cNvPr>
          <p:cNvGrpSpPr>
            <a:grpSpLocks noChangeAspect="1"/>
          </p:cNvGrpSpPr>
          <p:nvPr/>
        </p:nvGrpSpPr>
        <p:grpSpPr>
          <a:xfrm>
            <a:off x="3424147" y="810791"/>
            <a:ext cx="340280" cy="457200"/>
            <a:chOff x="3424147" y="810791"/>
            <a:chExt cx="340280" cy="457200"/>
          </a:xfrm>
          <a:solidFill>
            <a:schemeClr val="accent2"/>
          </a:solidFill>
        </p:grpSpPr>
        <p:sp>
          <p:nvSpPr>
            <p:cNvPr id="172" name="Freeform: Shape 171">
              <a:extLst>
                <a:ext uri="{FF2B5EF4-FFF2-40B4-BE49-F238E27FC236}">
                  <a16:creationId xmlns:a16="http://schemas.microsoft.com/office/drawing/2014/main" id="{4D236A60-BE02-DEC2-9D1E-544792DA7C9A}"/>
                </a:ext>
                <a:ext uri="{C183D7F6-B498-43B3-948B-1728B52AA6E4}">
                  <adec:decorative xmlns:adec="http://schemas.microsoft.com/office/drawing/2017/decorative" val="1"/>
                </a:ext>
              </a:extLst>
            </p:cNvPr>
            <p:cNvSpPr/>
            <p:nvPr/>
          </p:nvSpPr>
          <p:spPr>
            <a:xfrm>
              <a:off x="3564873" y="816073"/>
              <a:ext cx="199554" cy="422593"/>
            </a:xfrm>
            <a:custGeom>
              <a:avLst/>
              <a:gdLst>
                <a:gd name="connsiteX0" fmla="*/ 7 w 2993307"/>
                <a:gd name="connsiteY0" fmla="*/ 620989 h 6338899"/>
                <a:gd name="connsiteX1" fmla="*/ 316952 w 2993307"/>
                <a:gd name="connsiteY1" fmla="*/ 620989 h 6338899"/>
                <a:gd name="connsiteX2" fmla="*/ 316952 w 2993307"/>
                <a:gd name="connsiteY2" fmla="*/ 3682811 h 6338899"/>
                <a:gd name="connsiteX3" fmla="*/ 155132 w 2993307"/>
                <a:gd name="connsiteY3" fmla="*/ 3594975 h 6338899"/>
                <a:gd name="connsiteX4" fmla="*/ 7 w 2993307"/>
                <a:gd name="connsiteY4" fmla="*/ 3546827 h 6338899"/>
                <a:gd name="connsiteX5" fmla="*/ 7 w 2993307"/>
                <a:gd name="connsiteY5" fmla="*/ 3328567 h 6338899"/>
                <a:gd name="connsiteX6" fmla="*/ 0 w 2993307"/>
                <a:gd name="connsiteY6" fmla="*/ 3328567 h 6338899"/>
                <a:gd name="connsiteX7" fmla="*/ 0 w 2993307"/>
                <a:gd name="connsiteY7" fmla="*/ 1482541 h 6338899"/>
                <a:gd name="connsiteX8" fmla="*/ 7 w 2993307"/>
                <a:gd name="connsiteY8" fmla="*/ 1482541 h 6338899"/>
                <a:gd name="connsiteX9" fmla="*/ 1392630 w 2993307"/>
                <a:gd name="connsiteY9" fmla="*/ 0 h 6338899"/>
                <a:gd name="connsiteX10" fmla="*/ 2694031 w 2993307"/>
                <a:gd name="connsiteY10" fmla="*/ 0 h 6338899"/>
                <a:gd name="connsiteX11" fmla="*/ 2986076 w 2993307"/>
                <a:gd name="connsiteY11" fmla="*/ 193548 h 6338899"/>
                <a:gd name="connsiteX12" fmla="*/ 2993307 w 2993307"/>
                <a:gd name="connsiteY12" fmla="*/ 229393 h 6338899"/>
                <a:gd name="connsiteX13" fmla="*/ 2993307 w 2993307"/>
                <a:gd name="connsiteY13" fmla="*/ 6026027 h 6338899"/>
                <a:gd name="connsiteX14" fmla="*/ 2694031 w 2993307"/>
                <a:gd name="connsiteY14" fmla="*/ 6026027 h 6338899"/>
                <a:gd name="connsiteX15" fmla="*/ 2694031 w 2993307"/>
                <a:gd name="connsiteY15" fmla="*/ 6021954 h 6338899"/>
                <a:gd name="connsiteX16" fmla="*/ 2493624 w 2993307"/>
                <a:gd name="connsiteY16" fmla="*/ 6021954 h 6338899"/>
                <a:gd name="connsiteX17" fmla="*/ 2493624 w 2993307"/>
                <a:gd name="connsiteY17" fmla="*/ 6338899 h 6338899"/>
                <a:gd name="connsiteX18" fmla="*/ 2176679 w 2993307"/>
                <a:gd name="connsiteY18" fmla="*/ 6338899 h 6338899"/>
                <a:gd name="connsiteX19" fmla="*/ 2176679 w 2993307"/>
                <a:gd name="connsiteY19" fmla="*/ 6021954 h 6338899"/>
                <a:gd name="connsiteX20" fmla="*/ 1140474 w 2993307"/>
                <a:gd name="connsiteY20" fmla="*/ 6021954 h 6338899"/>
                <a:gd name="connsiteX21" fmla="*/ 1323464 w 2993307"/>
                <a:gd name="connsiteY21" fmla="*/ 5705007 h 6338899"/>
                <a:gd name="connsiteX22" fmla="*/ 2694031 w 2993307"/>
                <a:gd name="connsiteY22" fmla="*/ 5705007 h 6338899"/>
                <a:gd name="connsiteX23" fmla="*/ 2694031 w 2993307"/>
                <a:gd name="connsiteY23" fmla="*/ 316947 h 6338899"/>
                <a:gd name="connsiteX24" fmla="*/ 1928728 w 2993307"/>
                <a:gd name="connsiteY24" fmla="*/ 316947 h 6338899"/>
                <a:gd name="connsiteX25" fmla="*/ 1928728 w 2993307"/>
                <a:gd name="connsiteY25" fmla="*/ 316952 h 6338899"/>
                <a:gd name="connsiteX26" fmla="*/ 628879 w 2993307"/>
                <a:gd name="connsiteY26" fmla="*/ 316952 h 6338899"/>
                <a:gd name="connsiteX27" fmla="*/ 628879 w 2993307"/>
                <a:gd name="connsiteY27" fmla="*/ 7 h 6338899"/>
                <a:gd name="connsiteX28" fmla="*/ 1392630 w 2993307"/>
                <a:gd name="connsiteY28" fmla="*/ 7 h 633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93307" h="6338899">
                  <a:moveTo>
                    <a:pt x="7" y="620989"/>
                  </a:moveTo>
                  <a:lnTo>
                    <a:pt x="316952" y="620989"/>
                  </a:lnTo>
                  <a:lnTo>
                    <a:pt x="316952" y="3682811"/>
                  </a:lnTo>
                  <a:lnTo>
                    <a:pt x="155132" y="3594975"/>
                  </a:lnTo>
                  <a:lnTo>
                    <a:pt x="7" y="3546827"/>
                  </a:lnTo>
                  <a:lnTo>
                    <a:pt x="7" y="3328567"/>
                  </a:lnTo>
                  <a:lnTo>
                    <a:pt x="0" y="3328567"/>
                  </a:lnTo>
                  <a:lnTo>
                    <a:pt x="0" y="1482541"/>
                  </a:lnTo>
                  <a:lnTo>
                    <a:pt x="7" y="1482541"/>
                  </a:lnTo>
                  <a:close/>
                  <a:moveTo>
                    <a:pt x="1392630" y="0"/>
                  </a:moveTo>
                  <a:lnTo>
                    <a:pt x="2694031" y="0"/>
                  </a:lnTo>
                  <a:cubicBezTo>
                    <a:pt x="2825367" y="0"/>
                    <a:pt x="2937978" y="79782"/>
                    <a:pt x="2986076" y="193548"/>
                  </a:cubicBezTo>
                  <a:lnTo>
                    <a:pt x="2993307" y="229393"/>
                  </a:lnTo>
                  <a:lnTo>
                    <a:pt x="2993307" y="6026027"/>
                  </a:lnTo>
                  <a:lnTo>
                    <a:pt x="2694031" y="6026027"/>
                  </a:lnTo>
                  <a:lnTo>
                    <a:pt x="2694031" y="6021954"/>
                  </a:lnTo>
                  <a:lnTo>
                    <a:pt x="2493624" y="6021954"/>
                  </a:lnTo>
                  <a:lnTo>
                    <a:pt x="2493624" y="6338899"/>
                  </a:lnTo>
                  <a:lnTo>
                    <a:pt x="2176679" y="6338899"/>
                  </a:lnTo>
                  <a:lnTo>
                    <a:pt x="2176679" y="6021954"/>
                  </a:lnTo>
                  <a:lnTo>
                    <a:pt x="1140474" y="6021954"/>
                  </a:lnTo>
                  <a:lnTo>
                    <a:pt x="1323464" y="5705007"/>
                  </a:lnTo>
                  <a:lnTo>
                    <a:pt x="2694031" y="5705007"/>
                  </a:lnTo>
                  <a:lnTo>
                    <a:pt x="2694031" y="316947"/>
                  </a:lnTo>
                  <a:lnTo>
                    <a:pt x="1928728" y="316947"/>
                  </a:lnTo>
                  <a:lnTo>
                    <a:pt x="1928728" y="316952"/>
                  </a:lnTo>
                  <a:lnTo>
                    <a:pt x="628879" y="316952"/>
                  </a:lnTo>
                  <a:lnTo>
                    <a:pt x="628879" y="7"/>
                  </a:lnTo>
                  <a:lnTo>
                    <a:pt x="1392630" y="7"/>
                  </a:lnTo>
                  <a:close/>
                </a:path>
              </a:pathLst>
            </a:custGeom>
            <a:grpFill/>
            <a:ln w="9525" cap="flat">
              <a:noFill/>
              <a:prstDash val="solid"/>
              <a:miter/>
            </a:ln>
          </p:spPr>
          <p:txBody>
            <a:bodyPr wrap="square" rtlCol="0" anchor="ctr">
              <a:noAutofit/>
            </a:bodyPr>
            <a:lstStyle/>
            <a:p>
              <a:endParaRPr lang="en-US"/>
            </a:p>
          </p:txBody>
        </p:sp>
        <p:sp>
          <p:nvSpPr>
            <p:cNvPr id="173" name="Freeform: Shape 172">
              <a:extLst>
                <a:ext uri="{FF2B5EF4-FFF2-40B4-BE49-F238E27FC236}">
                  <a16:creationId xmlns:a16="http://schemas.microsoft.com/office/drawing/2014/main" id="{4231B2D0-F79B-FFEF-026B-0A758E0DC08B}"/>
                </a:ext>
                <a:ext uri="{C183D7F6-B498-43B3-948B-1728B52AA6E4}">
                  <adec:decorative xmlns:adec="http://schemas.microsoft.com/office/drawing/2017/decorative" val="1"/>
                </a:ext>
              </a:extLst>
            </p:cNvPr>
            <p:cNvSpPr/>
            <p:nvPr/>
          </p:nvSpPr>
          <p:spPr>
            <a:xfrm>
              <a:off x="3424147" y="810791"/>
              <a:ext cx="299330" cy="457200"/>
            </a:xfrm>
            <a:custGeom>
              <a:avLst/>
              <a:gdLst>
                <a:gd name="connsiteX0" fmla="*/ 1649804 w 4489954"/>
                <a:gd name="connsiteY0" fmla="*/ 4825115 h 6858000"/>
                <a:gd name="connsiteX1" fmla="*/ 1342024 w 4489954"/>
                <a:gd name="connsiteY1" fmla="*/ 5132897 h 6858000"/>
                <a:gd name="connsiteX2" fmla="*/ 1649804 w 4489954"/>
                <a:gd name="connsiteY2" fmla="*/ 5440679 h 6858000"/>
                <a:gd name="connsiteX3" fmla="*/ 1957584 w 4489954"/>
                <a:gd name="connsiteY3" fmla="*/ 5132897 h 6858000"/>
                <a:gd name="connsiteX4" fmla="*/ 1649804 w 4489954"/>
                <a:gd name="connsiteY4" fmla="*/ 4825115 h 6858000"/>
                <a:gd name="connsiteX5" fmla="*/ 4173009 w 4489954"/>
                <a:gd name="connsiteY5" fmla="*/ 4821912 h 6858000"/>
                <a:gd name="connsiteX6" fmla="*/ 4489954 w 4489954"/>
                <a:gd name="connsiteY6" fmla="*/ 4821912 h 6858000"/>
                <a:gd name="connsiteX7" fmla="*/ 4489954 w 4489954"/>
                <a:gd name="connsiteY7" fmla="*/ 5147973 h 6858000"/>
                <a:gd name="connsiteX8" fmla="*/ 4173009 w 4489954"/>
                <a:gd name="connsiteY8" fmla="*/ 5147973 h 6858000"/>
                <a:gd name="connsiteX9" fmla="*/ 1649805 w 4489954"/>
                <a:gd name="connsiteY9" fmla="*/ 4503642 h 6858000"/>
                <a:gd name="connsiteX10" fmla="*/ 2279059 w 4489954"/>
                <a:gd name="connsiteY10" fmla="*/ 5132897 h 6858000"/>
                <a:gd name="connsiteX11" fmla="*/ 1649805 w 4489954"/>
                <a:gd name="connsiteY11" fmla="*/ 5762152 h 6858000"/>
                <a:gd name="connsiteX12" fmla="*/ 1020551 w 4489954"/>
                <a:gd name="connsiteY12" fmla="*/ 5132897 h 6858000"/>
                <a:gd name="connsiteX13" fmla="*/ 1649805 w 4489954"/>
                <a:gd name="connsiteY13" fmla="*/ 4503642 h 6858000"/>
                <a:gd name="connsiteX14" fmla="*/ 1649804 w 4489954"/>
                <a:gd name="connsiteY14" fmla="*/ 4043780 h 6858000"/>
                <a:gd name="connsiteX15" fmla="*/ 560692 w 4489954"/>
                <a:gd name="connsiteY15" fmla="*/ 5132897 h 6858000"/>
                <a:gd name="connsiteX16" fmla="*/ 1649804 w 4489954"/>
                <a:gd name="connsiteY16" fmla="*/ 6222014 h 6858000"/>
                <a:gd name="connsiteX17" fmla="*/ 2738916 w 4489954"/>
                <a:gd name="connsiteY17" fmla="*/ 5132897 h 6858000"/>
                <a:gd name="connsiteX18" fmla="*/ 1649804 w 4489954"/>
                <a:gd name="connsiteY18" fmla="*/ 4043780 h 6858000"/>
                <a:gd name="connsiteX19" fmla="*/ 3220987 w 4489954"/>
                <a:gd name="connsiteY19" fmla="*/ 4041051 h 6858000"/>
                <a:gd name="connsiteX20" fmla="*/ 4487975 w 4489954"/>
                <a:gd name="connsiteY20" fmla="*/ 4041051 h 6858000"/>
                <a:gd name="connsiteX21" fmla="*/ 4487975 w 4489954"/>
                <a:gd name="connsiteY21" fmla="*/ 4201506 h 6858000"/>
                <a:gd name="connsiteX22" fmla="*/ 3220987 w 4489954"/>
                <a:gd name="connsiteY22" fmla="*/ 4201506 h 6858000"/>
                <a:gd name="connsiteX23" fmla="*/ 3220987 w 4489954"/>
                <a:gd name="connsiteY23" fmla="*/ 3724106 h 6858000"/>
                <a:gd name="connsiteX24" fmla="*/ 4487975 w 4489954"/>
                <a:gd name="connsiteY24" fmla="*/ 3724106 h 6858000"/>
                <a:gd name="connsiteX25" fmla="*/ 4487975 w 4489954"/>
                <a:gd name="connsiteY25" fmla="*/ 3882578 h 6858000"/>
                <a:gd name="connsiteX26" fmla="*/ 3220987 w 4489954"/>
                <a:gd name="connsiteY26" fmla="*/ 3882578 h 6858000"/>
                <a:gd name="connsiteX27" fmla="*/ 1338158 w 4489954"/>
                <a:gd name="connsiteY27" fmla="*/ 3407794 h 6858000"/>
                <a:gd name="connsiteX28" fmla="*/ 1965329 w 4489954"/>
                <a:gd name="connsiteY28" fmla="*/ 3407794 h 6858000"/>
                <a:gd name="connsiteX29" fmla="*/ 1965329 w 4489954"/>
                <a:gd name="connsiteY29" fmla="*/ 3751727 h 6858000"/>
                <a:gd name="connsiteX30" fmla="*/ 2071365 w 4489954"/>
                <a:gd name="connsiteY30" fmla="*/ 3778991 h 6858000"/>
                <a:gd name="connsiteX31" fmla="*/ 2652224 w 4489954"/>
                <a:gd name="connsiteY31" fmla="*/ 4130474 h 6858000"/>
                <a:gd name="connsiteX32" fmla="*/ 2687591 w 4489954"/>
                <a:gd name="connsiteY32" fmla="*/ 4169389 h 6858000"/>
                <a:gd name="connsiteX33" fmla="*/ 2986019 w 4489954"/>
                <a:gd name="connsiteY33" fmla="*/ 3997092 h 6858000"/>
                <a:gd name="connsiteX34" fmla="*/ 3299605 w 4489954"/>
                <a:gd name="connsiteY34" fmla="*/ 4540239 h 6858000"/>
                <a:gd name="connsiteX35" fmla="*/ 3003628 w 4489954"/>
                <a:gd name="connsiteY35" fmla="*/ 4711122 h 6858000"/>
                <a:gd name="connsiteX36" fmla="*/ 3003705 w 4489954"/>
                <a:gd name="connsiteY36" fmla="*/ 4711334 h 6858000"/>
                <a:gd name="connsiteX37" fmla="*/ 3067439 w 4489954"/>
                <a:gd name="connsiteY37" fmla="*/ 5132897 h 6858000"/>
                <a:gd name="connsiteX38" fmla="*/ 3038638 w 4489954"/>
                <a:gd name="connsiteY38" fmla="*/ 5418601 h 6858000"/>
                <a:gd name="connsiteX39" fmla="*/ 3003967 w 4489954"/>
                <a:gd name="connsiteY39" fmla="*/ 5553441 h 6858000"/>
                <a:gd name="connsiteX40" fmla="*/ 3299422 w 4489954"/>
                <a:gd name="connsiteY40" fmla="*/ 5724020 h 6858000"/>
                <a:gd name="connsiteX41" fmla="*/ 2986538 w 4489954"/>
                <a:gd name="connsiteY41" fmla="*/ 6265951 h 6858000"/>
                <a:gd name="connsiteX42" fmla="*/ 2689412 w 4489954"/>
                <a:gd name="connsiteY42" fmla="*/ 6094403 h 6858000"/>
                <a:gd name="connsiteX43" fmla="*/ 2652224 w 4489954"/>
                <a:gd name="connsiteY43" fmla="*/ 6135320 h 6858000"/>
                <a:gd name="connsiteX44" fmla="*/ 2071365 w 4489954"/>
                <a:gd name="connsiteY44" fmla="*/ 6486803 h 6858000"/>
                <a:gd name="connsiteX45" fmla="*/ 1961448 w 4489954"/>
                <a:gd name="connsiteY45" fmla="*/ 6515066 h 6858000"/>
                <a:gd name="connsiteX46" fmla="*/ 1961448 w 4489954"/>
                <a:gd name="connsiteY46" fmla="*/ 6858000 h 6858000"/>
                <a:gd name="connsiteX47" fmla="*/ 1334276 w 4489954"/>
                <a:gd name="connsiteY47" fmla="*/ 6858000 h 6858000"/>
                <a:gd name="connsiteX48" fmla="*/ 1334276 w 4489954"/>
                <a:gd name="connsiteY48" fmla="*/ 6514067 h 6858000"/>
                <a:gd name="connsiteX49" fmla="*/ 1228243 w 4489954"/>
                <a:gd name="connsiteY49" fmla="*/ 6486803 h 6858000"/>
                <a:gd name="connsiteX50" fmla="*/ 647385 w 4489954"/>
                <a:gd name="connsiteY50" fmla="*/ 6135320 h 6858000"/>
                <a:gd name="connsiteX51" fmla="*/ 612017 w 4489954"/>
                <a:gd name="connsiteY51" fmla="*/ 6096406 h 6858000"/>
                <a:gd name="connsiteX52" fmla="*/ 313587 w 4489954"/>
                <a:gd name="connsiteY52" fmla="*/ 6268704 h 6858000"/>
                <a:gd name="connsiteX53" fmla="*/ 0 w 4489954"/>
                <a:gd name="connsiteY53" fmla="*/ 5725556 h 6858000"/>
                <a:gd name="connsiteX54" fmla="*/ 295981 w 4489954"/>
                <a:gd name="connsiteY54" fmla="*/ 5554672 h 6858000"/>
                <a:gd name="connsiteX55" fmla="*/ 295903 w 4489954"/>
                <a:gd name="connsiteY55" fmla="*/ 5554460 h 6858000"/>
                <a:gd name="connsiteX56" fmla="*/ 232169 w 4489954"/>
                <a:gd name="connsiteY56" fmla="*/ 5132897 h 6858000"/>
                <a:gd name="connsiteX57" fmla="*/ 260970 w 4489954"/>
                <a:gd name="connsiteY57" fmla="*/ 4847193 h 6858000"/>
                <a:gd name="connsiteX58" fmla="*/ 295640 w 4489954"/>
                <a:gd name="connsiteY58" fmla="*/ 4712357 h 6858000"/>
                <a:gd name="connsiteX59" fmla="*/ 187 w 4489954"/>
                <a:gd name="connsiteY59" fmla="*/ 4541777 h 6858000"/>
                <a:gd name="connsiteX60" fmla="*/ 313070 w 4489954"/>
                <a:gd name="connsiteY60" fmla="*/ 3999847 h 6858000"/>
                <a:gd name="connsiteX61" fmla="*/ 610195 w 4489954"/>
                <a:gd name="connsiteY61" fmla="*/ 4171393 h 6858000"/>
                <a:gd name="connsiteX62" fmla="*/ 647385 w 4489954"/>
                <a:gd name="connsiteY62" fmla="*/ 4130474 h 6858000"/>
                <a:gd name="connsiteX63" fmla="*/ 1228243 w 4489954"/>
                <a:gd name="connsiteY63" fmla="*/ 3778991 h 6858000"/>
                <a:gd name="connsiteX64" fmla="*/ 1338158 w 4489954"/>
                <a:gd name="connsiteY64" fmla="*/ 3750729 h 6858000"/>
                <a:gd name="connsiteX65" fmla="*/ 3220987 w 4489954"/>
                <a:gd name="connsiteY65" fmla="*/ 3405172 h 6858000"/>
                <a:gd name="connsiteX66" fmla="*/ 4487975 w 4489954"/>
                <a:gd name="connsiteY66" fmla="*/ 3405172 h 6858000"/>
                <a:gd name="connsiteX67" fmla="*/ 4487975 w 4489954"/>
                <a:gd name="connsiteY67" fmla="*/ 3565627 h 6858000"/>
                <a:gd name="connsiteX68" fmla="*/ 3220987 w 4489954"/>
                <a:gd name="connsiteY68" fmla="*/ 3565627 h 6858000"/>
                <a:gd name="connsiteX69" fmla="*/ 3220987 w 4489954"/>
                <a:gd name="connsiteY69" fmla="*/ 3088227 h 6858000"/>
                <a:gd name="connsiteX70" fmla="*/ 4487975 w 4489954"/>
                <a:gd name="connsiteY70" fmla="*/ 3088227 h 6858000"/>
                <a:gd name="connsiteX71" fmla="*/ 4487975 w 4489954"/>
                <a:gd name="connsiteY71" fmla="*/ 3246699 h 6858000"/>
                <a:gd name="connsiteX72" fmla="*/ 3220987 w 4489954"/>
                <a:gd name="connsiteY72" fmla="*/ 3246699 h 6858000"/>
                <a:gd name="connsiteX73" fmla="*/ 3220987 w 4489954"/>
                <a:gd name="connsiteY73" fmla="*/ 2769299 h 6858000"/>
                <a:gd name="connsiteX74" fmla="*/ 4487975 w 4489954"/>
                <a:gd name="connsiteY74" fmla="*/ 2769299 h 6858000"/>
                <a:gd name="connsiteX75" fmla="*/ 4487975 w 4489954"/>
                <a:gd name="connsiteY75" fmla="*/ 2929754 h 6858000"/>
                <a:gd name="connsiteX76" fmla="*/ 3220987 w 4489954"/>
                <a:gd name="connsiteY76" fmla="*/ 2929754 h 6858000"/>
                <a:gd name="connsiteX77" fmla="*/ 3220987 w 4489954"/>
                <a:gd name="connsiteY77" fmla="*/ 2452355 h 6858000"/>
                <a:gd name="connsiteX78" fmla="*/ 4487975 w 4489954"/>
                <a:gd name="connsiteY78" fmla="*/ 2452355 h 6858000"/>
                <a:gd name="connsiteX79" fmla="*/ 4487975 w 4489954"/>
                <a:gd name="connsiteY79" fmla="*/ 2610827 h 6858000"/>
                <a:gd name="connsiteX80" fmla="*/ 3220987 w 4489954"/>
                <a:gd name="connsiteY80" fmla="*/ 2610827 h 6858000"/>
                <a:gd name="connsiteX81" fmla="*/ 3220987 w 4489954"/>
                <a:gd name="connsiteY81" fmla="*/ 2139376 h 6858000"/>
                <a:gd name="connsiteX82" fmla="*/ 4487975 w 4489954"/>
                <a:gd name="connsiteY82" fmla="*/ 2139376 h 6858000"/>
                <a:gd name="connsiteX83" fmla="*/ 4487975 w 4489954"/>
                <a:gd name="connsiteY83" fmla="*/ 2297848 h 6858000"/>
                <a:gd name="connsiteX84" fmla="*/ 3220987 w 4489954"/>
                <a:gd name="connsiteY84" fmla="*/ 2297848 h 6858000"/>
                <a:gd name="connsiteX85" fmla="*/ 2031655 w 4489954"/>
                <a:gd name="connsiteY85" fmla="*/ 0 h 6858000"/>
                <a:gd name="connsiteX86" fmla="*/ 2507072 w 4489954"/>
                <a:gd name="connsiteY86" fmla="*/ 0 h 6858000"/>
                <a:gd name="connsiteX87" fmla="*/ 2507072 w 4489954"/>
                <a:gd name="connsiteY87" fmla="*/ 475417 h 6858000"/>
                <a:gd name="connsiteX88" fmla="*/ 2031655 w 4489954"/>
                <a:gd name="connsiteY88" fmla="*/ 4754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4489954" h="6858000">
                  <a:moveTo>
                    <a:pt x="1649804" y="4825115"/>
                  </a:moveTo>
                  <a:cubicBezTo>
                    <a:pt x="1479822" y="4825115"/>
                    <a:pt x="1342024" y="4962914"/>
                    <a:pt x="1342024" y="5132897"/>
                  </a:cubicBezTo>
                  <a:cubicBezTo>
                    <a:pt x="1342024" y="5302880"/>
                    <a:pt x="1479822" y="5440679"/>
                    <a:pt x="1649804" y="5440679"/>
                  </a:cubicBezTo>
                  <a:cubicBezTo>
                    <a:pt x="1819786" y="5440679"/>
                    <a:pt x="1957584" y="5302880"/>
                    <a:pt x="1957584" y="5132897"/>
                  </a:cubicBezTo>
                  <a:cubicBezTo>
                    <a:pt x="1957584" y="4962914"/>
                    <a:pt x="1819786" y="4825115"/>
                    <a:pt x="1649804" y="4825115"/>
                  </a:cubicBezTo>
                  <a:close/>
                  <a:moveTo>
                    <a:pt x="4173009" y="4821912"/>
                  </a:moveTo>
                  <a:lnTo>
                    <a:pt x="4489954" y="4821912"/>
                  </a:lnTo>
                  <a:lnTo>
                    <a:pt x="4489954" y="5147973"/>
                  </a:lnTo>
                  <a:lnTo>
                    <a:pt x="4173009" y="5147973"/>
                  </a:lnTo>
                  <a:close/>
                  <a:moveTo>
                    <a:pt x="1649805" y="4503642"/>
                  </a:moveTo>
                  <a:cubicBezTo>
                    <a:pt x="1997332" y="4503642"/>
                    <a:pt x="2279059" y="4785369"/>
                    <a:pt x="2279059" y="5132897"/>
                  </a:cubicBezTo>
                  <a:cubicBezTo>
                    <a:pt x="2279059" y="5480425"/>
                    <a:pt x="1997332" y="5762152"/>
                    <a:pt x="1649805" y="5762152"/>
                  </a:cubicBezTo>
                  <a:cubicBezTo>
                    <a:pt x="1302278" y="5762152"/>
                    <a:pt x="1020551" y="5480425"/>
                    <a:pt x="1020551" y="5132897"/>
                  </a:cubicBezTo>
                  <a:cubicBezTo>
                    <a:pt x="1020551" y="4785369"/>
                    <a:pt x="1302278" y="4503642"/>
                    <a:pt x="1649805" y="4503642"/>
                  </a:cubicBezTo>
                  <a:close/>
                  <a:moveTo>
                    <a:pt x="1649804" y="4043780"/>
                  </a:moveTo>
                  <a:cubicBezTo>
                    <a:pt x="1048304" y="4043780"/>
                    <a:pt x="560692" y="4531394"/>
                    <a:pt x="560692" y="5132897"/>
                  </a:cubicBezTo>
                  <a:cubicBezTo>
                    <a:pt x="560692" y="5734400"/>
                    <a:pt x="1048304" y="6222014"/>
                    <a:pt x="1649804" y="6222014"/>
                  </a:cubicBezTo>
                  <a:cubicBezTo>
                    <a:pt x="2251304" y="6222014"/>
                    <a:pt x="2738916" y="5734400"/>
                    <a:pt x="2738916" y="5132897"/>
                  </a:cubicBezTo>
                  <a:cubicBezTo>
                    <a:pt x="2738916" y="4531394"/>
                    <a:pt x="2251304" y="4043780"/>
                    <a:pt x="1649804" y="4043780"/>
                  </a:cubicBezTo>
                  <a:close/>
                  <a:moveTo>
                    <a:pt x="3220987" y="4041051"/>
                  </a:moveTo>
                  <a:lnTo>
                    <a:pt x="4487975" y="4041051"/>
                  </a:lnTo>
                  <a:lnTo>
                    <a:pt x="4487975" y="4201506"/>
                  </a:lnTo>
                  <a:lnTo>
                    <a:pt x="3220987" y="4201506"/>
                  </a:lnTo>
                  <a:close/>
                  <a:moveTo>
                    <a:pt x="3220987" y="3724106"/>
                  </a:moveTo>
                  <a:lnTo>
                    <a:pt x="4487975" y="3724106"/>
                  </a:lnTo>
                  <a:lnTo>
                    <a:pt x="4487975" y="3882578"/>
                  </a:lnTo>
                  <a:lnTo>
                    <a:pt x="3220987" y="3882578"/>
                  </a:lnTo>
                  <a:close/>
                  <a:moveTo>
                    <a:pt x="1338158" y="3407794"/>
                  </a:moveTo>
                  <a:lnTo>
                    <a:pt x="1965329" y="3407794"/>
                  </a:lnTo>
                  <a:lnTo>
                    <a:pt x="1965329" y="3751727"/>
                  </a:lnTo>
                  <a:lnTo>
                    <a:pt x="2071365" y="3778991"/>
                  </a:lnTo>
                  <a:cubicBezTo>
                    <a:pt x="2293317" y="3848026"/>
                    <a:pt x="2491885" y="3970135"/>
                    <a:pt x="2652224" y="4130474"/>
                  </a:cubicBezTo>
                  <a:lnTo>
                    <a:pt x="2687591" y="4169389"/>
                  </a:lnTo>
                  <a:lnTo>
                    <a:pt x="2986019" y="3997092"/>
                  </a:lnTo>
                  <a:lnTo>
                    <a:pt x="3299605" y="4540239"/>
                  </a:lnTo>
                  <a:lnTo>
                    <a:pt x="3003628" y="4711122"/>
                  </a:lnTo>
                  <a:lnTo>
                    <a:pt x="3003705" y="4711334"/>
                  </a:lnTo>
                  <a:cubicBezTo>
                    <a:pt x="3045126" y="4844506"/>
                    <a:pt x="3067439" y="4986096"/>
                    <a:pt x="3067439" y="5132897"/>
                  </a:cubicBezTo>
                  <a:cubicBezTo>
                    <a:pt x="3067439" y="5230765"/>
                    <a:pt x="3057522" y="5326316"/>
                    <a:pt x="3038638" y="5418601"/>
                  </a:cubicBezTo>
                  <a:lnTo>
                    <a:pt x="3003967" y="5553441"/>
                  </a:lnTo>
                  <a:lnTo>
                    <a:pt x="3299422" y="5724020"/>
                  </a:lnTo>
                  <a:lnTo>
                    <a:pt x="2986538" y="6265951"/>
                  </a:lnTo>
                  <a:lnTo>
                    <a:pt x="2689412" y="6094403"/>
                  </a:lnTo>
                  <a:lnTo>
                    <a:pt x="2652224" y="6135320"/>
                  </a:lnTo>
                  <a:cubicBezTo>
                    <a:pt x="2491885" y="6295659"/>
                    <a:pt x="2293317" y="6417769"/>
                    <a:pt x="2071365" y="6486803"/>
                  </a:cubicBezTo>
                  <a:lnTo>
                    <a:pt x="1961448" y="6515066"/>
                  </a:lnTo>
                  <a:lnTo>
                    <a:pt x="1961448" y="6858000"/>
                  </a:lnTo>
                  <a:lnTo>
                    <a:pt x="1334276" y="6858000"/>
                  </a:lnTo>
                  <a:lnTo>
                    <a:pt x="1334276" y="6514067"/>
                  </a:lnTo>
                  <a:lnTo>
                    <a:pt x="1228243" y="6486803"/>
                  </a:lnTo>
                  <a:cubicBezTo>
                    <a:pt x="1006291" y="6417769"/>
                    <a:pt x="807724" y="6295659"/>
                    <a:pt x="647385" y="6135320"/>
                  </a:cubicBezTo>
                  <a:lnTo>
                    <a:pt x="612017" y="6096406"/>
                  </a:lnTo>
                  <a:lnTo>
                    <a:pt x="313587" y="6268704"/>
                  </a:lnTo>
                  <a:lnTo>
                    <a:pt x="0" y="5725556"/>
                  </a:lnTo>
                  <a:lnTo>
                    <a:pt x="295981" y="5554672"/>
                  </a:lnTo>
                  <a:lnTo>
                    <a:pt x="295903" y="5554460"/>
                  </a:lnTo>
                  <a:cubicBezTo>
                    <a:pt x="254483" y="5421288"/>
                    <a:pt x="232169" y="5279699"/>
                    <a:pt x="232169" y="5132897"/>
                  </a:cubicBezTo>
                  <a:cubicBezTo>
                    <a:pt x="232169" y="5035030"/>
                    <a:pt x="242086" y="4939478"/>
                    <a:pt x="260970" y="4847193"/>
                  </a:cubicBezTo>
                  <a:lnTo>
                    <a:pt x="295640" y="4712357"/>
                  </a:lnTo>
                  <a:lnTo>
                    <a:pt x="187" y="4541777"/>
                  </a:lnTo>
                  <a:lnTo>
                    <a:pt x="313070" y="3999847"/>
                  </a:lnTo>
                  <a:lnTo>
                    <a:pt x="610195" y="4171393"/>
                  </a:lnTo>
                  <a:lnTo>
                    <a:pt x="647385" y="4130474"/>
                  </a:lnTo>
                  <a:cubicBezTo>
                    <a:pt x="807724" y="3970135"/>
                    <a:pt x="1006291" y="3848026"/>
                    <a:pt x="1228243" y="3778991"/>
                  </a:cubicBezTo>
                  <a:lnTo>
                    <a:pt x="1338158" y="3750729"/>
                  </a:lnTo>
                  <a:close/>
                  <a:moveTo>
                    <a:pt x="3220987" y="3405172"/>
                  </a:moveTo>
                  <a:lnTo>
                    <a:pt x="4487975" y="3405172"/>
                  </a:lnTo>
                  <a:lnTo>
                    <a:pt x="4487975" y="3565627"/>
                  </a:lnTo>
                  <a:lnTo>
                    <a:pt x="3220987" y="3565627"/>
                  </a:lnTo>
                  <a:close/>
                  <a:moveTo>
                    <a:pt x="3220987" y="3088227"/>
                  </a:moveTo>
                  <a:lnTo>
                    <a:pt x="4487975" y="3088227"/>
                  </a:lnTo>
                  <a:lnTo>
                    <a:pt x="4487975" y="3246699"/>
                  </a:lnTo>
                  <a:lnTo>
                    <a:pt x="3220987" y="3246699"/>
                  </a:lnTo>
                  <a:close/>
                  <a:moveTo>
                    <a:pt x="3220987" y="2769299"/>
                  </a:moveTo>
                  <a:lnTo>
                    <a:pt x="4487975" y="2769299"/>
                  </a:lnTo>
                  <a:lnTo>
                    <a:pt x="4487975" y="2929754"/>
                  </a:lnTo>
                  <a:lnTo>
                    <a:pt x="3220987" y="2929754"/>
                  </a:lnTo>
                  <a:close/>
                  <a:moveTo>
                    <a:pt x="3220987" y="2452355"/>
                  </a:moveTo>
                  <a:lnTo>
                    <a:pt x="4487975" y="2452355"/>
                  </a:lnTo>
                  <a:lnTo>
                    <a:pt x="4487975" y="2610827"/>
                  </a:lnTo>
                  <a:lnTo>
                    <a:pt x="3220987" y="2610827"/>
                  </a:lnTo>
                  <a:close/>
                  <a:moveTo>
                    <a:pt x="3220987" y="2139376"/>
                  </a:moveTo>
                  <a:lnTo>
                    <a:pt x="4487975" y="2139376"/>
                  </a:lnTo>
                  <a:lnTo>
                    <a:pt x="4487975" y="2297848"/>
                  </a:lnTo>
                  <a:lnTo>
                    <a:pt x="3220987" y="2297848"/>
                  </a:lnTo>
                  <a:close/>
                  <a:moveTo>
                    <a:pt x="2031655" y="0"/>
                  </a:moveTo>
                  <a:lnTo>
                    <a:pt x="2507072" y="0"/>
                  </a:lnTo>
                  <a:lnTo>
                    <a:pt x="2507072" y="475417"/>
                  </a:lnTo>
                  <a:lnTo>
                    <a:pt x="2031655" y="475417"/>
                  </a:lnTo>
                  <a:close/>
                </a:path>
              </a:pathLst>
            </a:cu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grpSp>
      <p:grpSp>
        <p:nvGrpSpPr>
          <p:cNvPr id="2827" name="Group 2826">
            <a:extLst>
              <a:ext uri="{FF2B5EF4-FFF2-40B4-BE49-F238E27FC236}">
                <a16:creationId xmlns:a16="http://schemas.microsoft.com/office/drawing/2014/main" id="{2B5A3B86-104A-2984-0448-A4A9300A9D3D}"/>
              </a:ext>
              <a:ext uri="{C183D7F6-B498-43B3-948B-1728B52AA6E4}">
                <adec:decorative xmlns:adec="http://schemas.microsoft.com/office/drawing/2017/decorative" val="1"/>
              </a:ext>
            </a:extLst>
          </p:cNvPr>
          <p:cNvGrpSpPr>
            <a:grpSpLocks noChangeAspect="1"/>
          </p:cNvGrpSpPr>
          <p:nvPr/>
        </p:nvGrpSpPr>
        <p:grpSpPr>
          <a:xfrm>
            <a:off x="3939385" y="810791"/>
            <a:ext cx="436135" cy="457200"/>
            <a:chOff x="3939385" y="810791"/>
            <a:chExt cx="436135" cy="457200"/>
          </a:xfrm>
          <a:solidFill>
            <a:schemeClr val="accent2"/>
          </a:solidFill>
        </p:grpSpPr>
        <p:sp>
          <p:nvSpPr>
            <p:cNvPr id="177" name="Freeform: Shape 176">
              <a:extLst>
                <a:ext uri="{FF2B5EF4-FFF2-40B4-BE49-F238E27FC236}">
                  <a16:creationId xmlns:a16="http://schemas.microsoft.com/office/drawing/2014/main" id="{D40CEECF-E87B-A1E3-3225-73F7BCBE90AA}"/>
                </a:ext>
                <a:ext uri="{C183D7F6-B498-43B3-948B-1728B52AA6E4}">
                  <adec:decorative xmlns:adec="http://schemas.microsoft.com/office/drawing/2017/decorative" val="1"/>
                </a:ext>
              </a:extLst>
            </p:cNvPr>
            <p:cNvSpPr/>
            <p:nvPr/>
          </p:nvSpPr>
          <p:spPr>
            <a:xfrm>
              <a:off x="4158127" y="920481"/>
              <a:ext cx="217393" cy="347510"/>
            </a:xfrm>
            <a:custGeom>
              <a:avLst/>
              <a:gdLst>
                <a:gd name="connsiteX0" fmla="*/ 394926 w 440594"/>
                <a:gd name="connsiteY0" fmla="*/ 1 h 704304"/>
                <a:gd name="connsiteX1" fmla="*/ 439112 w 440594"/>
                <a:gd name="connsiteY1" fmla="*/ 32878 h 704304"/>
                <a:gd name="connsiteX2" fmla="*/ 440318 w 440594"/>
                <a:gd name="connsiteY2" fmla="*/ 48680 h 704304"/>
                <a:gd name="connsiteX3" fmla="*/ 440376 w 440594"/>
                <a:gd name="connsiteY3" fmla="*/ 336111 h 704304"/>
                <a:gd name="connsiteX4" fmla="*/ 440594 w 440594"/>
                <a:gd name="connsiteY4" fmla="*/ 345488 h 704304"/>
                <a:gd name="connsiteX5" fmla="*/ 440361 w 440594"/>
                <a:gd name="connsiteY5" fmla="*/ 355558 h 704304"/>
                <a:gd name="connsiteX6" fmla="*/ 440361 w 440594"/>
                <a:gd name="connsiteY6" fmla="*/ 651025 h 704304"/>
                <a:gd name="connsiteX7" fmla="*/ 440361 w 440594"/>
                <a:gd name="connsiteY7" fmla="*/ 660416 h 704304"/>
                <a:gd name="connsiteX8" fmla="*/ 352787 w 440594"/>
                <a:gd name="connsiteY8" fmla="*/ 660416 h 704304"/>
                <a:gd name="connsiteX9" fmla="*/ 352787 w 440594"/>
                <a:gd name="connsiteY9" fmla="*/ 703953 h 704304"/>
                <a:gd name="connsiteX10" fmla="*/ 308368 w 440594"/>
                <a:gd name="connsiteY10" fmla="*/ 703953 h 704304"/>
                <a:gd name="connsiteX11" fmla="*/ 308368 w 440594"/>
                <a:gd name="connsiteY11" fmla="*/ 661017 h 704304"/>
                <a:gd name="connsiteX12" fmla="*/ 132275 w 440594"/>
                <a:gd name="connsiteY12" fmla="*/ 661017 h 704304"/>
                <a:gd name="connsiteX13" fmla="*/ 132275 w 440594"/>
                <a:gd name="connsiteY13" fmla="*/ 704286 h 704304"/>
                <a:gd name="connsiteX14" fmla="*/ 90586 w 440594"/>
                <a:gd name="connsiteY14" fmla="*/ 704043 h 704304"/>
                <a:gd name="connsiteX15" fmla="*/ 87784 w 440594"/>
                <a:gd name="connsiteY15" fmla="*/ 698673 h 704304"/>
                <a:gd name="connsiteX16" fmla="*/ 87653 w 440594"/>
                <a:gd name="connsiteY16" fmla="*/ 661010 h 704304"/>
                <a:gd name="connsiteX17" fmla="*/ 79420 w 440594"/>
                <a:gd name="connsiteY17" fmla="*/ 660581 h 704304"/>
                <a:gd name="connsiteX18" fmla="*/ 38795 w 440594"/>
                <a:gd name="connsiteY18" fmla="*/ 659874 h 704304"/>
                <a:gd name="connsiteX19" fmla="*/ 0 w 440594"/>
                <a:gd name="connsiteY19" fmla="*/ 617595 h 704304"/>
                <a:gd name="connsiteX20" fmla="*/ 560 w 440594"/>
                <a:gd name="connsiteY20" fmla="*/ 439583 h 704304"/>
                <a:gd name="connsiteX21" fmla="*/ 155 w 440594"/>
                <a:gd name="connsiteY21" fmla="*/ 439583 h 704304"/>
                <a:gd name="connsiteX22" fmla="*/ 155 w 440594"/>
                <a:gd name="connsiteY22" fmla="*/ 327967 h 704304"/>
                <a:gd name="connsiteX23" fmla="*/ 43467 w 440594"/>
                <a:gd name="connsiteY23" fmla="*/ 327967 h 704304"/>
                <a:gd name="connsiteX24" fmla="*/ 43467 w 440594"/>
                <a:gd name="connsiteY24" fmla="*/ 410733 h 704304"/>
                <a:gd name="connsiteX25" fmla="*/ 43516 w 440594"/>
                <a:gd name="connsiteY25" fmla="*/ 410752 h 704304"/>
                <a:gd name="connsiteX26" fmla="*/ 43603 w 440594"/>
                <a:gd name="connsiteY26" fmla="*/ 615748 h 704304"/>
                <a:gd name="connsiteX27" fmla="*/ 396102 w 440594"/>
                <a:gd name="connsiteY27" fmla="*/ 615748 h 704304"/>
                <a:gd name="connsiteX28" fmla="*/ 396102 w 440594"/>
                <a:gd name="connsiteY28" fmla="*/ 43563 h 704304"/>
                <a:gd name="connsiteX29" fmla="*/ 333968 w 440594"/>
                <a:gd name="connsiteY29" fmla="*/ 43101 h 704304"/>
                <a:gd name="connsiteX30" fmla="*/ 333331 w 440594"/>
                <a:gd name="connsiteY30" fmla="*/ 42414 h 704304"/>
                <a:gd name="connsiteX31" fmla="*/ 321059 w 440594"/>
                <a:gd name="connsiteY31" fmla="*/ 43174 h 704304"/>
                <a:gd name="connsiteX32" fmla="*/ 129952 w 440594"/>
                <a:gd name="connsiteY32" fmla="*/ 42973 h 704304"/>
                <a:gd name="connsiteX33" fmla="*/ 133703 w 440594"/>
                <a:gd name="connsiteY33" fmla="*/ 40232 h 704304"/>
                <a:gd name="connsiteX34" fmla="*/ 128616 w 440594"/>
                <a:gd name="connsiteY34" fmla="*/ 43688 h 704304"/>
                <a:gd name="connsiteX35" fmla="*/ 93011 w 440594"/>
                <a:gd name="connsiteY35" fmla="*/ 43062 h 704304"/>
                <a:gd name="connsiteX36" fmla="*/ 105383 w 440594"/>
                <a:gd name="connsiteY36" fmla="*/ 32389 h 704304"/>
                <a:gd name="connsiteX37" fmla="*/ 92343 w 440594"/>
                <a:gd name="connsiteY37" fmla="*/ 43194 h 704304"/>
                <a:gd name="connsiteX38" fmla="*/ 43426 w 440594"/>
                <a:gd name="connsiteY38" fmla="*/ 43823 h 704304"/>
                <a:gd name="connsiteX39" fmla="*/ 42922 w 440594"/>
                <a:gd name="connsiteY39" fmla="*/ 112429 h 704304"/>
                <a:gd name="connsiteX40" fmla="*/ 41446 w 440594"/>
                <a:gd name="connsiteY40" fmla="*/ 113086 h 704304"/>
                <a:gd name="connsiteX41" fmla="*/ 43390 w 440594"/>
                <a:gd name="connsiteY41" fmla="*/ 113086 h 704304"/>
                <a:gd name="connsiteX42" fmla="*/ 43390 w 440594"/>
                <a:gd name="connsiteY42" fmla="*/ 197555 h 704304"/>
                <a:gd name="connsiteX43" fmla="*/ 77 w 440594"/>
                <a:gd name="connsiteY43" fmla="*/ 197555 h 704304"/>
                <a:gd name="connsiteX44" fmla="*/ 77 w 440594"/>
                <a:gd name="connsiteY44" fmla="*/ 113086 h 704304"/>
                <a:gd name="connsiteX45" fmla="*/ 211 w 440594"/>
                <a:gd name="connsiteY45" fmla="*/ 113086 h 704304"/>
                <a:gd name="connsiteX46" fmla="*/ 211 w 440594"/>
                <a:gd name="connsiteY46" fmla="*/ 223 h 704304"/>
                <a:gd name="connsiteX47" fmla="*/ 135891 w 440594"/>
                <a:gd name="connsiteY47" fmla="*/ 359 h 704304"/>
                <a:gd name="connsiteX48" fmla="*/ 134322 w 440594"/>
                <a:gd name="connsiteY48" fmla="*/ 4807 h 704304"/>
                <a:gd name="connsiteX49" fmla="*/ 136559 w 440594"/>
                <a:gd name="connsiteY49" fmla="*/ 496 h 704304"/>
                <a:gd name="connsiteX50" fmla="*/ 142338 w 440594"/>
                <a:gd name="connsiteY50" fmla="*/ 169 h 704304"/>
                <a:gd name="connsiteX51" fmla="*/ 394926 w 440594"/>
                <a:gd name="connsiteY51" fmla="*/ 1 h 70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40594" h="704304">
                  <a:moveTo>
                    <a:pt x="394926" y="1"/>
                  </a:moveTo>
                  <a:cubicBezTo>
                    <a:pt x="416286" y="-92"/>
                    <a:pt x="433885" y="12591"/>
                    <a:pt x="439112" y="32878"/>
                  </a:cubicBezTo>
                  <a:cubicBezTo>
                    <a:pt x="440419" y="37917"/>
                    <a:pt x="440318" y="43400"/>
                    <a:pt x="440318" y="48680"/>
                  </a:cubicBezTo>
                  <a:cubicBezTo>
                    <a:pt x="440390" y="144490"/>
                    <a:pt x="440361" y="240301"/>
                    <a:pt x="440376" y="336111"/>
                  </a:cubicBezTo>
                  <a:cubicBezTo>
                    <a:pt x="440376" y="339014"/>
                    <a:pt x="440419" y="341918"/>
                    <a:pt x="440594" y="345488"/>
                  </a:cubicBezTo>
                  <a:cubicBezTo>
                    <a:pt x="440608" y="349289"/>
                    <a:pt x="440361" y="352422"/>
                    <a:pt x="440361" y="355558"/>
                  </a:cubicBezTo>
                  <a:cubicBezTo>
                    <a:pt x="440347" y="454047"/>
                    <a:pt x="440347" y="552536"/>
                    <a:pt x="440361" y="651025"/>
                  </a:cubicBezTo>
                  <a:cubicBezTo>
                    <a:pt x="440361" y="653894"/>
                    <a:pt x="440361" y="656764"/>
                    <a:pt x="440361" y="660416"/>
                  </a:cubicBezTo>
                  <a:cubicBezTo>
                    <a:pt x="411073" y="660416"/>
                    <a:pt x="382380" y="660416"/>
                    <a:pt x="352787" y="660416"/>
                  </a:cubicBezTo>
                  <a:cubicBezTo>
                    <a:pt x="352787" y="675301"/>
                    <a:pt x="352787" y="689431"/>
                    <a:pt x="352787" y="703953"/>
                  </a:cubicBezTo>
                  <a:cubicBezTo>
                    <a:pt x="337714" y="703953"/>
                    <a:pt x="323557" y="703953"/>
                    <a:pt x="308368" y="703953"/>
                  </a:cubicBezTo>
                  <a:cubicBezTo>
                    <a:pt x="308368" y="689638"/>
                    <a:pt x="308368" y="675539"/>
                    <a:pt x="308368" y="661017"/>
                  </a:cubicBezTo>
                  <a:cubicBezTo>
                    <a:pt x="249196" y="661017"/>
                    <a:pt x="191041" y="661017"/>
                    <a:pt x="132275" y="661017"/>
                  </a:cubicBezTo>
                  <a:cubicBezTo>
                    <a:pt x="132275" y="675362"/>
                    <a:pt x="132275" y="689326"/>
                    <a:pt x="132275" y="704286"/>
                  </a:cubicBezTo>
                  <a:cubicBezTo>
                    <a:pt x="118001" y="704286"/>
                    <a:pt x="104294" y="704405"/>
                    <a:pt x="90586" y="704043"/>
                  </a:cubicBezTo>
                  <a:cubicBezTo>
                    <a:pt x="89570" y="704015"/>
                    <a:pt x="87813" y="700562"/>
                    <a:pt x="87784" y="698673"/>
                  </a:cubicBezTo>
                  <a:cubicBezTo>
                    <a:pt x="87522" y="686377"/>
                    <a:pt x="87653" y="674074"/>
                    <a:pt x="87653" y="661010"/>
                  </a:cubicBezTo>
                  <a:cubicBezTo>
                    <a:pt x="84516" y="660841"/>
                    <a:pt x="81961" y="660622"/>
                    <a:pt x="79420" y="660581"/>
                  </a:cubicBezTo>
                  <a:cubicBezTo>
                    <a:pt x="65872" y="660371"/>
                    <a:pt x="52281" y="660854"/>
                    <a:pt x="38795" y="659874"/>
                  </a:cubicBezTo>
                  <a:cubicBezTo>
                    <a:pt x="16843" y="658278"/>
                    <a:pt x="23" y="639666"/>
                    <a:pt x="0" y="617595"/>
                  </a:cubicBezTo>
                  <a:lnTo>
                    <a:pt x="560" y="439583"/>
                  </a:lnTo>
                  <a:lnTo>
                    <a:pt x="155" y="439583"/>
                  </a:lnTo>
                  <a:lnTo>
                    <a:pt x="155" y="327967"/>
                  </a:lnTo>
                  <a:lnTo>
                    <a:pt x="43467" y="327967"/>
                  </a:lnTo>
                  <a:lnTo>
                    <a:pt x="43467" y="410733"/>
                  </a:lnTo>
                  <a:lnTo>
                    <a:pt x="43516" y="410752"/>
                  </a:lnTo>
                  <a:cubicBezTo>
                    <a:pt x="43603" y="479546"/>
                    <a:pt x="43603" y="547667"/>
                    <a:pt x="43603" y="615748"/>
                  </a:cubicBezTo>
                  <a:cubicBezTo>
                    <a:pt x="161825" y="615748"/>
                    <a:pt x="278993" y="615748"/>
                    <a:pt x="396102" y="615748"/>
                  </a:cubicBezTo>
                  <a:cubicBezTo>
                    <a:pt x="396102" y="424952"/>
                    <a:pt x="396102" y="234690"/>
                    <a:pt x="396102" y="43563"/>
                  </a:cubicBezTo>
                  <a:cubicBezTo>
                    <a:pt x="375091" y="43563"/>
                    <a:pt x="354573" y="43563"/>
                    <a:pt x="333968" y="43101"/>
                  </a:cubicBezTo>
                  <a:lnTo>
                    <a:pt x="333331" y="42414"/>
                  </a:lnTo>
                  <a:lnTo>
                    <a:pt x="321059" y="43174"/>
                  </a:lnTo>
                  <a:cubicBezTo>
                    <a:pt x="257575" y="43169"/>
                    <a:pt x="194090" y="43136"/>
                    <a:pt x="129952" y="42973"/>
                  </a:cubicBezTo>
                  <a:lnTo>
                    <a:pt x="133703" y="40232"/>
                  </a:lnTo>
                  <a:lnTo>
                    <a:pt x="128616" y="43688"/>
                  </a:lnTo>
                  <a:cubicBezTo>
                    <a:pt x="116288" y="43730"/>
                    <a:pt x="104642" y="43644"/>
                    <a:pt x="93011" y="43062"/>
                  </a:cubicBezTo>
                  <a:cubicBezTo>
                    <a:pt x="97164" y="39188"/>
                    <a:pt x="101477" y="36013"/>
                    <a:pt x="105383" y="32389"/>
                  </a:cubicBezTo>
                  <a:cubicBezTo>
                    <a:pt x="101477" y="36013"/>
                    <a:pt x="97164" y="39188"/>
                    <a:pt x="92343" y="43194"/>
                  </a:cubicBezTo>
                  <a:cubicBezTo>
                    <a:pt x="75804" y="43823"/>
                    <a:pt x="59962" y="43823"/>
                    <a:pt x="43426" y="43823"/>
                  </a:cubicBezTo>
                  <a:cubicBezTo>
                    <a:pt x="43426" y="67439"/>
                    <a:pt x="43426" y="89894"/>
                    <a:pt x="42922" y="112429"/>
                  </a:cubicBezTo>
                  <a:lnTo>
                    <a:pt x="41446" y="113086"/>
                  </a:lnTo>
                  <a:lnTo>
                    <a:pt x="43390" y="113086"/>
                  </a:lnTo>
                  <a:lnTo>
                    <a:pt x="43390" y="197555"/>
                  </a:lnTo>
                  <a:lnTo>
                    <a:pt x="77" y="197555"/>
                  </a:lnTo>
                  <a:lnTo>
                    <a:pt x="77" y="113086"/>
                  </a:lnTo>
                  <a:lnTo>
                    <a:pt x="211" y="113086"/>
                  </a:lnTo>
                  <a:lnTo>
                    <a:pt x="211" y="223"/>
                  </a:lnTo>
                  <a:cubicBezTo>
                    <a:pt x="45527" y="223"/>
                    <a:pt x="90368" y="223"/>
                    <a:pt x="135891" y="359"/>
                  </a:cubicBezTo>
                  <a:cubicBezTo>
                    <a:pt x="135833" y="1949"/>
                    <a:pt x="135426" y="3738"/>
                    <a:pt x="134322" y="4807"/>
                  </a:cubicBezTo>
                  <a:cubicBezTo>
                    <a:pt x="135426" y="3738"/>
                    <a:pt x="135833" y="1949"/>
                    <a:pt x="136559" y="496"/>
                  </a:cubicBezTo>
                  <a:cubicBezTo>
                    <a:pt x="138490" y="382"/>
                    <a:pt x="140407" y="169"/>
                    <a:pt x="142338" y="169"/>
                  </a:cubicBezTo>
                  <a:cubicBezTo>
                    <a:pt x="226529" y="150"/>
                    <a:pt x="310735" y="362"/>
                    <a:pt x="394926" y="1"/>
                  </a:cubicBezTo>
                  <a:close/>
                </a:path>
              </a:pathLst>
            </a:custGeom>
            <a:grpFill/>
            <a:ln w="6350" cap="flat">
              <a:noFill/>
              <a:prstDash val="solid"/>
              <a:miter/>
            </a:ln>
          </p:spPr>
          <p:txBody>
            <a:bodyPr wrap="square" rtlCol="0" anchor="ctr">
              <a:noAutofit/>
            </a:bodyPr>
            <a:lstStyle/>
            <a:p>
              <a:endParaRPr lang="en-US"/>
            </a:p>
          </p:txBody>
        </p:sp>
        <p:sp>
          <p:nvSpPr>
            <p:cNvPr id="195" name="Freeform: Shape 194">
              <a:extLst>
                <a:ext uri="{FF2B5EF4-FFF2-40B4-BE49-F238E27FC236}">
                  <a16:creationId xmlns:a16="http://schemas.microsoft.com/office/drawing/2014/main" id="{1337775B-0A1D-62E5-C85E-363A6FFF4CEE}"/>
                </a:ext>
                <a:ext uri="{C183D7F6-B498-43B3-948B-1728B52AA6E4}">
                  <adec:decorative xmlns:adec="http://schemas.microsoft.com/office/drawing/2017/decorative" val="1"/>
                </a:ext>
              </a:extLst>
            </p:cNvPr>
            <p:cNvSpPr/>
            <p:nvPr/>
          </p:nvSpPr>
          <p:spPr>
            <a:xfrm>
              <a:off x="3939385" y="810791"/>
              <a:ext cx="392437" cy="424699"/>
            </a:xfrm>
            <a:custGeom>
              <a:avLst/>
              <a:gdLst>
                <a:gd name="connsiteX0" fmla="*/ 1624438 w 5886563"/>
                <a:gd name="connsiteY0" fmla="*/ 5883792 h 6370489"/>
                <a:gd name="connsiteX1" fmla="*/ 1481042 w 5886563"/>
                <a:gd name="connsiteY1" fmla="*/ 6068575 h 6370489"/>
                <a:gd name="connsiteX2" fmla="*/ 1662988 w 5886563"/>
                <a:gd name="connsiteY2" fmla="*/ 6205502 h 6370489"/>
                <a:gd name="connsiteX3" fmla="*/ 1805051 w 5886563"/>
                <a:gd name="connsiteY3" fmla="*/ 6037506 h 6370489"/>
                <a:gd name="connsiteX4" fmla="*/ 1624438 w 5886563"/>
                <a:gd name="connsiteY4" fmla="*/ 5883792 h 6370489"/>
                <a:gd name="connsiteX5" fmla="*/ 3934594 w 5886563"/>
                <a:gd name="connsiteY5" fmla="*/ 5724620 h 6370489"/>
                <a:gd name="connsiteX6" fmla="*/ 4255174 w 5886563"/>
                <a:gd name="connsiteY6" fmla="*/ 5724620 h 6370489"/>
                <a:gd name="connsiteX7" fmla="*/ 4255174 w 5886563"/>
                <a:gd name="connsiteY7" fmla="*/ 5882871 h 6370489"/>
                <a:gd name="connsiteX8" fmla="*/ 3934594 w 5886563"/>
                <a:gd name="connsiteY8" fmla="*/ 5882871 h 6370489"/>
                <a:gd name="connsiteX9" fmla="*/ 4424653 w 5886563"/>
                <a:gd name="connsiteY9" fmla="*/ 5721674 h 6370489"/>
                <a:gd name="connsiteX10" fmla="*/ 4744700 w 5886563"/>
                <a:gd name="connsiteY10" fmla="*/ 5721674 h 6370489"/>
                <a:gd name="connsiteX11" fmla="*/ 4744700 w 5886563"/>
                <a:gd name="connsiteY11" fmla="*/ 5876594 h 6370489"/>
                <a:gd name="connsiteX12" fmla="*/ 4424653 w 5886563"/>
                <a:gd name="connsiteY12" fmla="*/ 5876594 h 6370489"/>
                <a:gd name="connsiteX13" fmla="*/ 5568988 w 5886563"/>
                <a:gd name="connsiteY13" fmla="*/ 5560478 h 6370489"/>
                <a:gd name="connsiteX14" fmla="*/ 5886563 w 5886563"/>
                <a:gd name="connsiteY14" fmla="*/ 5560478 h 6370489"/>
                <a:gd name="connsiteX15" fmla="*/ 5886563 w 5886563"/>
                <a:gd name="connsiteY15" fmla="*/ 5880466 h 6370489"/>
                <a:gd name="connsiteX16" fmla="*/ 5568988 w 5886563"/>
                <a:gd name="connsiteY16" fmla="*/ 5880466 h 6370489"/>
                <a:gd name="connsiteX17" fmla="*/ 660027 w 5886563"/>
                <a:gd name="connsiteY17" fmla="*/ 5392860 h 6370489"/>
                <a:gd name="connsiteX18" fmla="*/ 540415 w 5886563"/>
                <a:gd name="connsiteY18" fmla="*/ 5448387 h 6370489"/>
                <a:gd name="connsiteX19" fmla="*/ 574096 w 5886563"/>
                <a:gd name="connsiteY19" fmla="*/ 5690925 h 6370489"/>
                <a:gd name="connsiteX20" fmla="*/ 802546 w 5886563"/>
                <a:gd name="connsiteY20" fmla="*/ 5636911 h 6370489"/>
                <a:gd name="connsiteX21" fmla="*/ 768629 w 5886563"/>
                <a:gd name="connsiteY21" fmla="*/ 5432331 h 6370489"/>
                <a:gd name="connsiteX22" fmla="*/ 660027 w 5886563"/>
                <a:gd name="connsiteY22" fmla="*/ 5392860 h 6370489"/>
                <a:gd name="connsiteX23" fmla="*/ 2629530 w 5886563"/>
                <a:gd name="connsiteY23" fmla="*/ 5391903 h 6370489"/>
                <a:gd name="connsiteX24" fmla="*/ 2571679 w 5886563"/>
                <a:gd name="connsiteY24" fmla="*/ 5401134 h 6370489"/>
                <a:gd name="connsiteX25" fmla="*/ 2461362 w 5886563"/>
                <a:gd name="connsiteY25" fmla="*/ 5533183 h 6370489"/>
                <a:gd name="connsiteX26" fmla="*/ 2527648 w 5886563"/>
                <a:gd name="connsiteY26" fmla="*/ 5686981 h 6370489"/>
                <a:gd name="connsiteX27" fmla="*/ 2699847 w 5886563"/>
                <a:gd name="connsiteY27" fmla="*/ 5697182 h 6370489"/>
                <a:gd name="connsiteX28" fmla="*/ 2783814 w 5886563"/>
                <a:gd name="connsiteY28" fmla="*/ 5535869 h 6370489"/>
                <a:gd name="connsiteX29" fmla="*/ 2629530 w 5886563"/>
                <a:gd name="connsiteY29" fmla="*/ 5391903 h 6370489"/>
                <a:gd name="connsiteX30" fmla="*/ 4917724 w 5886563"/>
                <a:gd name="connsiteY30" fmla="*/ 4740336 h 6370489"/>
                <a:gd name="connsiteX31" fmla="*/ 5885386 w 5886563"/>
                <a:gd name="connsiteY31" fmla="*/ 4740336 h 6370489"/>
                <a:gd name="connsiteX32" fmla="*/ 5885386 w 5886563"/>
                <a:gd name="connsiteY32" fmla="*/ 4898765 h 6370489"/>
                <a:gd name="connsiteX33" fmla="*/ 4917724 w 5886563"/>
                <a:gd name="connsiteY33" fmla="*/ 4898765 h 6370489"/>
                <a:gd name="connsiteX34" fmla="*/ 4917510 w 5886563"/>
                <a:gd name="connsiteY34" fmla="*/ 4411496 h 6370489"/>
                <a:gd name="connsiteX35" fmla="*/ 5885601 w 5886563"/>
                <a:gd name="connsiteY35" fmla="*/ 4411496 h 6370489"/>
                <a:gd name="connsiteX36" fmla="*/ 5885601 w 5886563"/>
                <a:gd name="connsiteY36" fmla="*/ 4569888 h 6370489"/>
                <a:gd name="connsiteX37" fmla="*/ 4917510 w 5886563"/>
                <a:gd name="connsiteY37" fmla="*/ 4569888 h 6370489"/>
                <a:gd name="connsiteX38" fmla="*/ 4917835 w 5886563"/>
                <a:gd name="connsiteY38" fmla="*/ 4091005 h 6370489"/>
                <a:gd name="connsiteX39" fmla="*/ 5885060 w 5886563"/>
                <a:gd name="connsiteY39" fmla="*/ 4091005 h 6370489"/>
                <a:gd name="connsiteX40" fmla="*/ 5885060 w 5886563"/>
                <a:gd name="connsiteY40" fmla="*/ 4249730 h 6370489"/>
                <a:gd name="connsiteX41" fmla="*/ 4917835 w 5886563"/>
                <a:gd name="connsiteY41" fmla="*/ 4249730 h 6370489"/>
                <a:gd name="connsiteX42" fmla="*/ 1558624 w 5886563"/>
                <a:gd name="connsiteY42" fmla="*/ 3928114 h 6370489"/>
                <a:gd name="connsiteX43" fmla="*/ 1724031 w 5886563"/>
                <a:gd name="connsiteY43" fmla="*/ 3928114 h 6370489"/>
                <a:gd name="connsiteX44" fmla="*/ 1724804 w 5886563"/>
                <a:gd name="connsiteY44" fmla="*/ 4202290 h 6370489"/>
                <a:gd name="connsiteX45" fmla="*/ 1723687 w 5886563"/>
                <a:gd name="connsiteY45" fmla="*/ 5006958 h 6370489"/>
                <a:gd name="connsiteX46" fmla="*/ 1722794 w 5886563"/>
                <a:gd name="connsiteY46" fmla="*/ 5677945 h 6370489"/>
                <a:gd name="connsiteX47" fmla="*/ 1766018 w 5886563"/>
                <a:gd name="connsiteY47" fmla="*/ 5743889 h 6370489"/>
                <a:gd name="connsiteX48" fmla="*/ 1956111 w 5886563"/>
                <a:gd name="connsiteY48" fmla="*/ 6135056 h 6370489"/>
                <a:gd name="connsiteX49" fmla="*/ 1585534 w 5886563"/>
                <a:gd name="connsiteY49" fmla="*/ 6366009 h 6370489"/>
                <a:gd name="connsiteX50" fmla="*/ 1316196 w 5886563"/>
                <a:gd name="connsiteY50" fmla="*/ 6028532 h 6370489"/>
                <a:gd name="connsiteX51" fmla="*/ 1518453 w 5886563"/>
                <a:gd name="connsiteY51" fmla="*/ 5743362 h 6370489"/>
                <a:gd name="connsiteX52" fmla="*/ 1561806 w 5886563"/>
                <a:gd name="connsiteY52" fmla="*/ 5682631 h 6370489"/>
                <a:gd name="connsiteX53" fmla="*/ 1559581 w 5886563"/>
                <a:gd name="connsiteY53" fmla="*/ 4212220 h 6370489"/>
                <a:gd name="connsiteX54" fmla="*/ 1558624 w 5886563"/>
                <a:gd name="connsiteY54" fmla="*/ 3928114 h 6370489"/>
                <a:gd name="connsiteX55" fmla="*/ 1229762 w 5886563"/>
                <a:gd name="connsiteY55" fmla="*/ 3927625 h 6370489"/>
                <a:gd name="connsiteX56" fmla="*/ 1399284 w 5886563"/>
                <a:gd name="connsiteY56" fmla="*/ 3927625 h 6370489"/>
                <a:gd name="connsiteX57" fmla="*/ 1400230 w 5886563"/>
                <a:gd name="connsiteY57" fmla="*/ 4202360 h 6370489"/>
                <a:gd name="connsiteX58" fmla="*/ 1399531 w 5886563"/>
                <a:gd name="connsiteY58" fmla="*/ 4883504 h 6370489"/>
                <a:gd name="connsiteX59" fmla="*/ 1363154 w 5886563"/>
                <a:gd name="connsiteY59" fmla="*/ 4972607 h 6370489"/>
                <a:gd name="connsiteX60" fmla="*/ 974809 w 5886563"/>
                <a:gd name="connsiteY60" fmla="*/ 5358616 h 6370489"/>
                <a:gd name="connsiteX61" fmla="*/ 959818 w 5886563"/>
                <a:gd name="connsiteY61" fmla="*/ 5422411 h 6370489"/>
                <a:gd name="connsiteX62" fmla="*/ 841203 w 5886563"/>
                <a:gd name="connsiteY62" fmla="*/ 5828400 h 6370489"/>
                <a:gd name="connsiteX63" fmla="*/ 428001 w 5886563"/>
                <a:gd name="connsiteY63" fmla="*/ 5782704 h 6370489"/>
                <a:gd name="connsiteX64" fmla="*/ 394223 w 5886563"/>
                <a:gd name="connsiteY64" fmla="*/ 5368570 h 6370489"/>
                <a:gd name="connsiteX65" fmla="*/ 804191 w 5886563"/>
                <a:gd name="connsiteY65" fmla="*/ 5261088 h 6370489"/>
                <a:gd name="connsiteX66" fmla="*/ 830779 w 5886563"/>
                <a:gd name="connsiteY66" fmla="*/ 5273265 h 6370489"/>
                <a:gd name="connsiteX67" fmla="*/ 1094252 w 5886563"/>
                <a:gd name="connsiteY67" fmla="*/ 5011103 h 6370489"/>
                <a:gd name="connsiteX68" fmla="*/ 1235576 w 5886563"/>
                <a:gd name="connsiteY68" fmla="*/ 4673250 h 6370489"/>
                <a:gd name="connsiteX69" fmla="*/ 1230932 w 5886563"/>
                <a:gd name="connsiteY69" fmla="*/ 4212302 h 6370489"/>
                <a:gd name="connsiteX70" fmla="*/ 1229762 w 5886563"/>
                <a:gd name="connsiteY70" fmla="*/ 3927625 h 6370489"/>
                <a:gd name="connsiteX71" fmla="*/ 1883464 w 5886563"/>
                <a:gd name="connsiteY71" fmla="*/ 3927507 h 6370489"/>
                <a:gd name="connsiteX72" fmla="*/ 2051332 w 5886563"/>
                <a:gd name="connsiteY72" fmla="*/ 3927507 h 6370489"/>
                <a:gd name="connsiteX73" fmla="*/ 2052547 w 5886563"/>
                <a:gd name="connsiteY73" fmla="*/ 4202556 h 6370489"/>
                <a:gd name="connsiteX74" fmla="*/ 2051505 w 5886563"/>
                <a:gd name="connsiteY74" fmla="*/ 4845988 h 6370489"/>
                <a:gd name="connsiteX75" fmla="*/ 2070484 w 5886563"/>
                <a:gd name="connsiteY75" fmla="*/ 4887719 h 6370489"/>
                <a:gd name="connsiteX76" fmla="*/ 2452333 w 5886563"/>
                <a:gd name="connsiteY76" fmla="*/ 5273847 h 6370489"/>
                <a:gd name="connsiteX77" fmla="*/ 2769897 w 5886563"/>
                <a:gd name="connsiteY77" fmla="*/ 5264540 h 6370489"/>
                <a:gd name="connsiteX78" fmla="*/ 2916442 w 5886563"/>
                <a:gd name="connsiteY78" fmla="*/ 5695408 h 6370489"/>
                <a:gd name="connsiteX79" fmla="*/ 2494269 w 5886563"/>
                <a:gd name="connsiteY79" fmla="*/ 5855269 h 6370489"/>
                <a:gd name="connsiteX80" fmla="*/ 2318492 w 5886563"/>
                <a:gd name="connsiteY80" fmla="*/ 5436277 h 6370489"/>
                <a:gd name="connsiteX81" fmla="*/ 2301909 w 5886563"/>
                <a:gd name="connsiteY81" fmla="*/ 5350161 h 6370489"/>
                <a:gd name="connsiteX82" fmla="*/ 1946958 w 5886563"/>
                <a:gd name="connsiteY82" fmla="*/ 4999100 h 6370489"/>
                <a:gd name="connsiteX83" fmla="*/ 1884054 w 5886563"/>
                <a:gd name="connsiteY83" fmla="*/ 4850695 h 6370489"/>
                <a:gd name="connsiteX84" fmla="*/ 1884400 w 5886563"/>
                <a:gd name="connsiteY84" fmla="*/ 4212270 h 6370489"/>
                <a:gd name="connsiteX85" fmla="*/ 1883464 w 5886563"/>
                <a:gd name="connsiteY85" fmla="*/ 3927507 h 6370489"/>
                <a:gd name="connsiteX86" fmla="*/ 4913853 w 5886563"/>
                <a:gd name="connsiteY86" fmla="*/ 3757392 h 6370489"/>
                <a:gd name="connsiteX87" fmla="*/ 5884734 w 5886563"/>
                <a:gd name="connsiteY87" fmla="*/ 3757392 h 6370489"/>
                <a:gd name="connsiteX88" fmla="*/ 5884734 w 5886563"/>
                <a:gd name="connsiteY88" fmla="*/ 3914696 h 6370489"/>
                <a:gd name="connsiteX89" fmla="*/ 4913853 w 5886563"/>
                <a:gd name="connsiteY89" fmla="*/ 3914696 h 6370489"/>
                <a:gd name="connsiteX90" fmla="*/ 4909235 w 5886563"/>
                <a:gd name="connsiteY90" fmla="*/ 3437093 h 6370489"/>
                <a:gd name="connsiteX91" fmla="*/ 5886245 w 5886563"/>
                <a:gd name="connsiteY91" fmla="*/ 3437093 h 6370489"/>
                <a:gd name="connsiteX92" fmla="*/ 5886245 w 5886563"/>
                <a:gd name="connsiteY92" fmla="*/ 3594596 h 6370489"/>
                <a:gd name="connsiteX93" fmla="*/ 4909235 w 5886563"/>
                <a:gd name="connsiteY93" fmla="*/ 3594596 h 6370489"/>
                <a:gd name="connsiteX94" fmla="*/ 380702 w 5886563"/>
                <a:gd name="connsiteY94" fmla="*/ 3424756 h 6370489"/>
                <a:gd name="connsiteX95" fmla="*/ 426173 w 5886563"/>
                <a:gd name="connsiteY95" fmla="*/ 3460865 h 6370489"/>
                <a:gd name="connsiteX96" fmla="*/ 380702 w 5886563"/>
                <a:gd name="connsiteY96" fmla="*/ 3424756 h 6370489"/>
                <a:gd name="connsiteX97" fmla="*/ 327451 w 5886563"/>
                <a:gd name="connsiteY97" fmla="*/ 3369000 h 6370489"/>
                <a:gd name="connsiteX98" fmla="*/ 370160 w 5886563"/>
                <a:gd name="connsiteY98" fmla="*/ 3407807 h 6370489"/>
                <a:gd name="connsiteX99" fmla="*/ 327451 w 5886563"/>
                <a:gd name="connsiteY99" fmla="*/ 3369000 h 6370489"/>
                <a:gd name="connsiteX100" fmla="*/ 3178863 w 5886563"/>
                <a:gd name="connsiteY100" fmla="*/ 3344120 h 6370489"/>
                <a:gd name="connsiteX101" fmla="*/ 3670787 w 5886563"/>
                <a:gd name="connsiteY101" fmla="*/ 3344120 h 6370489"/>
                <a:gd name="connsiteX102" fmla="*/ 3670787 w 5886563"/>
                <a:gd name="connsiteY102" fmla="*/ 3836044 h 6370489"/>
                <a:gd name="connsiteX103" fmla="*/ 3178863 w 5886563"/>
                <a:gd name="connsiteY103" fmla="*/ 3836044 h 6370489"/>
                <a:gd name="connsiteX104" fmla="*/ 4913580 w 5886563"/>
                <a:gd name="connsiteY104" fmla="*/ 3115047 h 6370489"/>
                <a:gd name="connsiteX105" fmla="*/ 5886460 w 5886563"/>
                <a:gd name="connsiteY105" fmla="*/ 3115047 h 6370489"/>
                <a:gd name="connsiteX106" fmla="*/ 5886460 w 5886563"/>
                <a:gd name="connsiteY106" fmla="*/ 3272351 h 6370489"/>
                <a:gd name="connsiteX107" fmla="*/ 4913580 w 5886563"/>
                <a:gd name="connsiteY107" fmla="*/ 3272351 h 6370489"/>
                <a:gd name="connsiteX108" fmla="*/ 694225 w 5886563"/>
                <a:gd name="connsiteY108" fmla="*/ 2459998 h 6370489"/>
                <a:gd name="connsiteX109" fmla="*/ 854656 w 5886563"/>
                <a:gd name="connsiteY109" fmla="*/ 2473841 h 6370489"/>
                <a:gd name="connsiteX110" fmla="*/ 955022 w 5886563"/>
                <a:gd name="connsiteY110" fmla="*/ 2821018 h 6370489"/>
                <a:gd name="connsiteX111" fmla="*/ 1289769 w 5886563"/>
                <a:gd name="connsiteY111" fmla="*/ 2952378 h 6370489"/>
                <a:gd name="connsiteX112" fmla="*/ 1289769 w 5886563"/>
                <a:gd name="connsiteY112" fmla="*/ 3112390 h 6370489"/>
                <a:gd name="connsiteX113" fmla="*/ 731894 w 5886563"/>
                <a:gd name="connsiteY113" fmla="*/ 2779794 h 6370489"/>
                <a:gd name="connsiteX114" fmla="*/ 694225 w 5886563"/>
                <a:gd name="connsiteY114" fmla="*/ 2459998 h 6370489"/>
                <a:gd name="connsiteX115" fmla="*/ 2762692 w 5886563"/>
                <a:gd name="connsiteY115" fmla="*/ 675982 h 6370489"/>
                <a:gd name="connsiteX116" fmla="*/ 2762692 w 5886563"/>
                <a:gd name="connsiteY116" fmla="*/ 832318 h 6370489"/>
                <a:gd name="connsiteX117" fmla="*/ 2524312 w 5886563"/>
                <a:gd name="connsiteY117" fmla="*/ 876758 h 6370489"/>
                <a:gd name="connsiteX118" fmla="*/ 2120570 w 5886563"/>
                <a:gd name="connsiteY118" fmla="*/ 1380932 h 6370489"/>
                <a:gd name="connsiteX119" fmla="*/ 2111994 w 5886563"/>
                <a:gd name="connsiteY119" fmla="*/ 1428132 h 6370489"/>
                <a:gd name="connsiteX120" fmla="*/ 2096175 w 5886563"/>
                <a:gd name="connsiteY120" fmla="*/ 1522256 h 6370489"/>
                <a:gd name="connsiteX121" fmla="*/ 1986922 w 5886563"/>
                <a:gd name="connsiteY121" fmla="*/ 1531370 h 6370489"/>
                <a:gd name="connsiteX122" fmla="*/ 1943524 w 5886563"/>
                <a:gd name="connsiteY122" fmla="*/ 1531444 h 6370489"/>
                <a:gd name="connsiteX123" fmla="*/ 1981343 w 5886563"/>
                <a:gd name="connsiteY123" fmla="*/ 1229765 h 6370489"/>
                <a:gd name="connsiteX124" fmla="*/ 2762692 w 5886563"/>
                <a:gd name="connsiteY124" fmla="*/ 675982 h 6370489"/>
                <a:gd name="connsiteX125" fmla="*/ 2736565 w 5886563"/>
                <a:gd name="connsiteY125" fmla="*/ 761 h 6370489"/>
                <a:gd name="connsiteX126" fmla="*/ 3494339 w 5886563"/>
                <a:gd name="connsiteY126" fmla="*/ 264348 h 6370489"/>
                <a:gd name="connsiteX127" fmla="*/ 3828194 w 5886563"/>
                <a:gd name="connsiteY127" fmla="*/ 615441 h 6370489"/>
                <a:gd name="connsiteX128" fmla="*/ 3854202 w 5886563"/>
                <a:gd name="connsiteY128" fmla="*/ 652626 h 6370489"/>
                <a:gd name="connsiteX129" fmla="*/ 4188325 w 5886563"/>
                <a:gd name="connsiteY129" fmla="*/ 397848 h 6370489"/>
                <a:gd name="connsiteX130" fmla="*/ 4490207 w 5886563"/>
                <a:gd name="connsiteY130" fmla="*/ 311926 h 6370489"/>
                <a:gd name="connsiteX131" fmla="*/ 5305581 w 5886563"/>
                <a:gd name="connsiteY131" fmla="*/ 485726 h 6370489"/>
                <a:gd name="connsiteX132" fmla="*/ 5710311 w 5886563"/>
                <a:gd name="connsiteY132" fmla="*/ 1131072 h 6370489"/>
                <a:gd name="connsiteX133" fmla="*/ 5726109 w 5886563"/>
                <a:gd name="connsiteY133" fmla="*/ 1289741 h 6370489"/>
                <a:gd name="connsiteX134" fmla="*/ 5694299 w 5886563"/>
                <a:gd name="connsiteY134" fmla="*/ 1323905 h 6370489"/>
                <a:gd name="connsiteX135" fmla="*/ 5404453 w 5886563"/>
                <a:gd name="connsiteY135" fmla="*/ 1325486 h 6370489"/>
                <a:gd name="connsiteX136" fmla="*/ 5385323 w 5886563"/>
                <a:gd name="connsiteY136" fmla="*/ 1162905 h 6370489"/>
                <a:gd name="connsiteX137" fmla="*/ 4754261 w 5886563"/>
                <a:gd name="connsiteY137" fmla="*/ 631198 h 6370489"/>
                <a:gd name="connsiteX138" fmla="*/ 4440341 w 5886563"/>
                <a:gd name="connsiteY138" fmla="*/ 656699 h 6370489"/>
                <a:gd name="connsiteX139" fmla="*/ 4000897 w 5886563"/>
                <a:gd name="connsiteY139" fmla="*/ 1042237 h 6370489"/>
                <a:gd name="connsiteX140" fmla="*/ 3986496 w 5886563"/>
                <a:gd name="connsiteY140" fmla="*/ 1076907 h 6370489"/>
                <a:gd name="connsiteX141" fmla="*/ 3829376 w 5886563"/>
                <a:gd name="connsiteY141" fmla="*/ 1176703 h 6370489"/>
                <a:gd name="connsiteX142" fmla="*/ 3680466 w 5886563"/>
                <a:gd name="connsiteY142" fmla="*/ 1065838 h 6370489"/>
                <a:gd name="connsiteX143" fmla="*/ 3343010 w 5886563"/>
                <a:gd name="connsiteY143" fmla="*/ 568285 h 6370489"/>
                <a:gd name="connsiteX144" fmla="*/ 2917377 w 5886563"/>
                <a:gd name="connsiteY144" fmla="*/ 359697 h 6370489"/>
                <a:gd name="connsiteX145" fmla="*/ 2631389 w 5886563"/>
                <a:gd name="connsiteY145" fmla="*/ 329045 h 6370489"/>
                <a:gd name="connsiteX146" fmla="*/ 1662021 w 5886563"/>
                <a:gd name="connsiteY146" fmla="*/ 1150179 h 6370489"/>
                <a:gd name="connsiteX147" fmla="*/ 1636712 w 5886563"/>
                <a:gd name="connsiteY147" fmla="*/ 1404583 h 6370489"/>
                <a:gd name="connsiteX148" fmla="*/ 1468941 w 5886563"/>
                <a:gd name="connsiteY148" fmla="*/ 1541606 h 6370489"/>
                <a:gd name="connsiteX149" fmla="*/ 1337334 w 5886563"/>
                <a:gd name="connsiteY149" fmla="*/ 1529839 h 6370489"/>
                <a:gd name="connsiteX150" fmla="*/ 701263 w 5886563"/>
                <a:gd name="connsiteY150" fmla="*/ 1741189 h 6370489"/>
                <a:gd name="connsiteX151" fmla="*/ 354791 w 5886563"/>
                <a:gd name="connsiteY151" fmla="*/ 2299314 h 6370489"/>
                <a:gd name="connsiteX152" fmla="*/ 1141846 w 5886563"/>
                <a:gd name="connsiteY152" fmla="*/ 3431537 h 6370489"/>
                <a:gd name="connsiteX153" fmla="*/ 1222319 w 5886563"/>
                <a:gd name="connsiteY153" fmla="*/ 3434052 h 6370489"/>
                <a:gd name="connsiteX154" fmla="*/ 2882396 w 5886563"/>
                <a:gd name="connsiteY154" fmla="*/ 3434578 h 6370489"/>
                <a:gd name="connsiteX155" fmla="*/ 2948155 w 5886563"/>
                <a:gd name="connsiteY155" fmla="*/ 3434590 h 6370489"/>
                <a:gd name="connsiteX156" fmla="*/ 2948155 w 5886563"/>
                <a:gd name="connsiteY156" fmla="*/ 3763866 h 6370489"/>
                <a:gd name="connsiteX157" fmla="*/ 2886038 w 5886563"/>
                <a:gd name="connsiteY157" fmla="*/ 3763866 h 6370489"/>
                <a:gd name="connsiteX158" fmla="*/ 1252809 w 5886563"/>
                <a:gd name="connsiteY158" fmla="*/ 3764177 h 6370489"/>
                <a:gd name="connsiteX159" fmla="*/ 429365 w 5886563"/>
                <a:gd name="connsiteY159" fmla="*/ 3462219 h 6370489"/>
                <a:gd name="connsiteX160" fmla="*/ 380907 w 5886563"/>
                <a:gd name="connsiteY160" fmla="*/ 3420382 h 6370489"/>
                <a:gd name="connsiteX161" fmla="*/ 372470 w 5886563"/>
                <a:gd name="connsiteY161" fmla="*/ 3408452 h 6370489"/>
                <a:gd name="connsiteX162" fmla="*/ 327837 w 5886563"/>
                <a:gd name="connsiteY162" fmla="*/ 3364572 h 6370489"/>
                <a:gd name="connsiteX163" fmla="*/ 146977 w 5886563"/>
                <a:gd name="connsiteY163" fmla="*/ 3100713 h 6370489"/>
                <a:gd name="connsiteX164" fmla="*/ 39850 w 5886563"/>
                <a:gd name="connsiteY164" fmla="*/ 2801915 h 6370489"/>
                <a:gd name="connsiteX165" fmla="*/ 5460 w 5886563"/>
                <a:gd name="connsiteY165" fmla="*/ 2387265 h 6370489"/>
                <a:gd name="connsiteX166" fmla="*/ 110039 w 5886563"/>
                <a:gd name="connsiteY166" fmla="*/ 1976096 h 6370489"/>
                <a:gd name="connsiteX167" fmla="*/ 397628 w 5886563"/>
                <a:gd name="connsiteY167" fmla="*/ 1563906 h 6370489"/>
                <a:gd name="connsiteX168" fmla="*/ 1166736 w 5886563"/>
                <a:gd name="connsiteY168" fmla="*/ 1208859 h 6370489"/>
                <a:gd name="connsiteX169" fmla="*/ 1289059 w 5886563"/>
                <a:gd name="connsiteY169" fmla="*/ 1197392 h 6370489"/>
                <a:gd name="connsiteX170" fmla="*/ 1326276 w 5886563"/>
                <a:gd name="connsiteY170" fmla="*/ 1164365 h 6370489"/>
                <a:gd name="connsiteX171" fmla="*/ 1605235 w 5886563"/>
                <a:gd name="connsiteY171" fmla="*/ 508327 h 6370489"/>
                <a:gd name="connsiteX172" fmla="*/ 2459588 w 5886563"/>
                <a:gd name="connsiteY172" fmla="*/ 16448 h 6370489"/>
                <a:gd name="connsiteX173" fmla="*/ 2736565 w 5886563"/>
                <a:gd name="connsiteY173" fmla="*/ 761 h 637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5886563" h="6370489">
                  <a:moveTo>
                    <a:pt x="1624438" y="5883792"/>
                  </a:moveTo>
                  <a:cubicBezTo>
                    <a:pt x="1526277" y="5901664"/>
                    <a:pt x="1464997" y="5980633"/>
                    <a:pt x="1481042" y="6068575"/>
                  </a:cubicBezTo>
                  <a:cubicBezTo>
                    <a:pt x="1497228" y="6157271"/>
                    <a:pt x="1575743" y="6216369"/>
                    <a:pt x="1662988" y="6205502"/>
                  </a:cubicBezTo>
                  <a:cubicBezTo>
                    <a:pt x="1744719" y="6195325"/>
                    <a:pt x="1809414" y="6118817"/>
                    <a:pt x="1805051" y="6037506"/>
                  </a:cubicBezTo>
                  <a:cubicBezTo>
                    <a:pt x="1800184" y="5946898"/>
                    <a:pt x="1731823" y="5885556"/>
                    <a:pt x="1624438" y="5883792"/>
                  </a:cubicBezTo>
                  <a:close/>
                  <a:moveTo>
                    <a:pt x="3934594" y="5724620"/>
                  </a:moveTo>
                  <a:lnTo>
                    <a:pt x="4255174" y="5724620"/>
                  </a:lnTo>
                  <a:lnTo>
                    <a:pt x="4255174" y="5882871"/>
                  </a:lnTo>
                  <a:lnTo>
                    <a:pt x="3934594" y="5882871"/>
                  </a:lnTo>
                  <a:close/>
                  <a:moveTo>
                    <a:pt x="4424653" y="5721674"/>
                  </a:moveTo>
                  <a:lnTo>
                    <a:pt x="4744700" y="5721674"/>
                  </a:lnTo>
                  <a:lnTo>
                    <a:pt x="4744700" y="5876594"/>
                  </a:lnTo>
                  <a:lnTo>
                    <a:pt x="4424653" y="5876594"/>
                  </a:lnTo>
                  <a:close/>
                  <a:moveTo>
                    <a:pt x="5568988" y="5560478"/>
                  </a:moveTo>
                  <a:lnTo>
                    <a:pt x="5886563" y="5560478"/>
                  </a:lnTo>
                  <a:lnTo>
                    <a:pt x="5886563" y="5880466"/>
                  </a:lnTo>
                  <a:lnTo>
                    <a:pt x="5568988" y="5880466"/>
                  </a:lnTo>
                  <a:close/>
                  <a:moveTo>
                    <a:pt x="660027" y="5392860"/>
                  </a:moveTo>
                  <a:cubicBezTo>
                    <a:pt x="621473" y="5395326"/>
                    <a:pt x="581082" y="5413626"/>
                    <a:pt x="540415" y="5448387"/>
                  </a:cubicBezTo>
                  <a:cubicBezTo>
                    <a:pt x="477460" y="5536705"/>
                    <a:pt x="491528" y="5637941"/>
                    <a:pt x="574096" y="5690925"/>
                  </a:cubicBezTo>
                  <a:cubicBezTo>
                    <a:pt x="652045" y="5740930"/>
                    <a:pt x="755807" y="5716406"/>
                    <a:pt x="802546" y="5636911"/>
                  </a:cubicBezTo>
                  <a:cubicBezTo>
                    <a:pt x="841460" y="5570719"/>
                    <a:pt x="826781" y="5482186"/>
                    <a:pt x="768629" y="5432331"/>
                  </a:cubicBezTo>
                  <a:cubicBezTo>
                    <a:pt x="735303" y="5403760"/>
                    <a:pt x="698583" y="5390393"/>
                    <a:pt x="660027" y="5392860"/>
                  </a:cubicBezTo>
                  <a:close/>
                  <a:moveTo>
                    <a:pt x="2629530" y="5391903"/>
                  </a:moveTo>
                  <a:cubicBezTo>
                    <a:pt x="2610187" y="5394804"/>
                    <a:pt x="2589863" y="5394846"/>
                    <a:pt x="2571679" y="5401134"/>
                  </a:cubicBezTo>
                  <a:cubicBezTo>
                    <a:pt x="2508993" y="5422788"/>
                    <a:pt x="2470583" y="5466658"/>
                    <a:pt x="2461362" y="5533183"/>
                  </a:cubicBezTo>
                  <a:cubicBezTo>
                    <a:pt x="2452464" y="5597385"/>
                    <a:pt x="2475450" y="5649937"/>
                    <a:pt x="2527648" y="5686981"/>
                  </a:cubicBezTo>
                  <a:cubicBezTo>
                    <a:pt x="2581845" y="5725467"/>
                    <a:pt x="2641062" y="5727864"/>
                    <a:pt x="2699847" y="5697182"/>
                  </a:cubicBezTo>
                  <a:cubicBezTo>
                    <a:pt x="2757851" y="5666895"/>
                    <a:pt x="2792820" y="5597438"/>
                    <a:pt x="2783814" y="5535869"/>
                  </a:cubicBezTo>
                  <a:cubicBezTo>
                    <a:pt x="2772756" y="5460306"/>
                    <a:pt x="2725610" y="5414020"/>
                    <a:pt x="2629530" y="5391903"/>
                  </a:cubicBezTo>
                  <a:close/>
                  <a:moveTo>
                    <a:pt x="4917724" y="4740336"/>
                  </a:moveTo>
                  <a:lnTo>
                    <a:pt x="5885386" y="4740336"/>
                  </a:lnTo>
                  <a:lnTo>
                    <a:pt x="5885386" y="4898765"/>
                  </a:lnTo>
                  <a:lnTo>
                    <a:pt x="4917724" y="4898765"/>
                  </a:lnTo>
                  <a:close/>
                  <a:moveTo>
                    <a:pt x="4917510" y="4411496"/>
                  </a:moveTo>
                  <a:lnTo>
                    <a:pt x="5885601" y="4411496"/>
                  </a:lnTo>
                  <a:lnTo>
                    <a:pt x="5885601" y="4569888"/>
                  </a:lnTo>
                  <a:lnTo>
                    <a:pt x="4917510" y="4569888"/>
                  </a:lnTo>
                  <a:close/>
                  <a:moveTo>
                    <a:pt x="4917835" y="4091005"/>
                  </a:moveTo>
                  <a:lnTo>
                    <a:pt x="5885060" y="4091005"/>
                  </a:lnTo>
                  <a:lnTo>
                    <a:pt x="5885060" y="4249730"/>
                  </a:lnTo>
                  <a:lnTo>
                    <a:pt x="4917835" y="4249730"/>
                  </a:lnTo>
                  <a:close/>
                  <a:moveTo>
                    <a:pt x="1558624" y="3928114"/>
                  </a:moveTo>
                  <a:cubicBezTo>
                    <a:pt x="1617206" y="3928114"/>
                    <a:pt x="1667942" y="3928114"/>
                    <a:pt x="1724031" y="3928114"/>
                  </a:cubicBezTo>
                  <a:cubicBezTo>
                    <a:pt x="1724031" y="4019604"/>
                    <a:pt x="1724031" y="4108458"/>
                    <a:pt x="1724804" y="4202290"/>
                  </a:cubicBezTo>
                  <a:cubicBezTo>
                    <a:pt x="1724923" y="4473835"/>
                    <a:pt x="1724051" y="4740392"/>
                    <a:pt x="1723687" y="5006958"/>
                  </a:cubicBezTo>
                  <a:cubicBezTo>
                    <a:pt x="1723374" y="5230624"/>
                    <a:pt x="1724449" y="5454291"/>
                    <a:pt x="1722794" y="5677945"/>
                  </a:cubicBezTo>
                  <a:cubicBezTo>
                    <a:pt x="1722536" y="5713184"/>
                    <a:pt x="1731511" y="5729896"/>
                    <a:pt x="1766018" y="5743889"/>
                  </a:cubicBezTo>
                  <a:cubicBezTo>
                    <a:pt x="1923074" y="5807543"/>
                    <a:pt x="2002484" y="5974562"/>
                    <a:pt x="1956111" y="6135056"/>
                  </a:cubicBezTo>
                  <a:cubicBezTo>
                    <a:pt x="1910232" y="6293864"/>
                    <a:pt x="1750780" y="6393242"/>
                    <a:pt x="1585534" y="6366009"/>
                  </a:cubicBezTo>
                  <a:cubicBezTo>
                    <a:pt x="1425943" y="6339710"/>
                    <a:pt x="1306544" y="6193433"/>
                    <a:pt x="1316196" y="6028532"/>
                  </a:cubicBezTo>
                  <a:cubicBezTo>
                    <a:pt x="1324116" y="5893390"/>
                    <a:pt x="1393626" y="5796677"/>
                    <a:pt x="1518453" y="5743362"/>
                  </a:cubicBezTo>
                  <a:cubicBezTo>
                    <a:pt x="1548416" y="5730562"/>
                    <a:pt x="1561913" y="5717945"/>
                    <a:pt x="1561806" y="5682631"/>
                  </a:cubicBezTo>
                  <a:cubicBezTo>
                    <a:pt x="1560322" y="5194150"/>
                    <a:pt x="1560655" y="4705668"/>
                    <a:pt x="1559581" y="4212220"/>
                  </a:cubicBezTo>
                  <a:cubicBezTo>
                    <a:pt x="1558624" y="4114950"/>
                    <a:pt x="1558624" y="4022645"/>
                    <a:pt x="1558624" y="3928114"/>
                  </a:cubicBezTo>
                  <a:close/>
                  <a:moveTo>
                    <a:pt x="1229762" y="3927625"/>
                  </a:moveTo>
                  <a:cubicBezTo>
                    <a:pt x="1289773" y="3927625"/>
                    <a:pt x="1342401" y="3927625"/>
                    <a:pt x="1399284" y="3927625"/>
                  </a:cubicBezTo>
                  <a:cubicBezTo>
                    <a:pt x="1399284" y="4019491"/>
                    <a:pt x="1399284" y="4108454"/>
                    <a:pt x="1400230" y="4202360"/>
                  </a:cubicBezTo>
                  <a:cubicBezTo>
                    <a:pt x="1400359" y="4432721"/>
                    <a:pt x="1398715" y="4658118"/>
                    <a:pt x="1399531" y="4883504"/>
                  </a:cubicBezTo>
                  <a:cubicBezTo>
                    <a:pt x="1399660" y="4920387"/>
                    <a:pt x="1389612" y="4946674"/>
                    <a:pt x="1363154" y="4972607"/>
                  </a:cubicBezTo>
                  <a:cubicBezTo>
                    <a:pt x="1232802" y="5100356"/>
                    <a:pt x="1104613" y="5230309"/>
                    <a:pt x="974809" y="5358616"/>
                  </a:cubicBezTo>
                  <a:cubicBezTo>
                    <a:pt x="955089" y="5378112"/>
                    <a:pt x="947232" y="5392685"/>
                    <a:pt x="959818" y="5422411"/>
                  </a:cubicBezTo>
                  <a:cubicBezTo>
                    <a:pt x="1024912" y="5576157"/>
                    <a:pt x="975338" y="5740919"/>
                    <a:pt x="841203" y="5828400"/>
                  </a:cubicBezTo>
                  <a:cubicBezTo>
                    <a:pt x="710551" y="5913612"/>
                    <a:pt x="535946" y="5894300"/>
                    <a:pt x="428001" y="5782704"/>
                  </a:cubicBezTo>
                  <a:cubicBezTo>
                    <a:pt x="319145" y="5670150"/>
                    <a:pt x="305013" y="5496963"/>
                    <a:pt x="394223" y="5368570"/>
                  </a:cubicBezTo>
                  <a:cubicBezTo>
                    <a:pt x="485220" y="5237595"/>
                    <a:pt x="651872" y="5193898"/>
                    <a:pt x="804191" y="5261088"/>
                  </a:cubicBezTo>
                  <a:cubicBezTo>
                    <a:pt x="810703" y="5263969"/>
                    <a:pt x="817152" y="5267022"/>
                    <a:pt x="830779" y="5273265"/>
                  </a:cubicBezTo>
                  <a:cubicBezTo>
                    <a:pt x="916862" y="5186430"/>
                    <a:pt x="998571" y="5090330"/>
                    <a:pt x="1094252" y="5011103"/>
                  </a:cubicBezTo>
                  <a:cubicBezTo>
                    <a:pt x="1204163" y="4920075"/>
                    <a:pt x="1248418" y="4816949"/>
                    <a:pt x="1235576" y="4673250"/>
                  </a:cubicBezTo>
                  <a:cubicBezTo>
                    <a:pt x="1222077" y="4522341"/>
                    <a:pt x="1232265" y="4369316"/>
                    <a:pt x="1230932" y="4212302"/>
                  </a:cubicBezTo>
                  <a:cubicBezTo>
                    <a:pt x="1229762" y="4115085"/>
                    <a:pt x="1229762" y="4022789"/>
                    <a:pt x="1229762" y="3927625"/>
                  </a:cubicBezTo>
                  <a:close/>
                  <a:moveTo>
                    <a:pt x="1883464" y="3927507"/>
                  </a:moveTo>
                  <a:cubicBezTo>
                    <a:pt x="1940294" y="3927507"/>
                    <a:pt x="1991418" y="3927507"/>
                    <a:pt x="2051332" y="3927507"/>
                  </a:cubicBezTo>
                  <a:cubicBezTo>
                    <a:pt x="2051332" y="4017685"/>
                    <a:pt x="2051332" y="4107659"/>
                    <a:pt x="2052547" y="4202556"/>
                  </a:cubicBezTo>
                  <a:cubicBezTo>
                    <a:pt x="2052730" y="4420322"/>
                    <a:pt x="2051332" y="4633154"/>
                    <a:pt x="2051505" y="4845988"/>
                  </a:cubicBezTo>
                  <a:cubicBezTo>
                    <a:pt x="2051515" y="4860066"/>
                    <a:pt x="2060295" y="4877315"/>
                    <a:pt x="2070484" y="4887719"/>
                  </a:cubicBezTo>
                  <a:cubicBezTo>
                    <a:pt x="2196868" y="5016693"/>
                    <a:pt x="2324263" y="5144668"/>
                    <a:pt x="2452333" y="5273847"/>
                  </a:cubicBezTo>
                  <a:cubicBezTo>
                    <a:pt x="2559686" y="5218360"/>
                    <a:pt x="2664931" y="5211653"/>
                    <a:pt x="2769897" y="5264540"/>
                  </a:cubicBezTo>
                  <a:cubicBezTo>
                    <a:pt x="2928276" y="5344325"/>
                    <a:pt x="2992768" y="5535782"/>
                    <a:pt x="2916442" y="5695408"/>
                  </a:cubicBezTo>
                  <a:cubicBezTo>
                    <a:pt x="2840946" y="5853292"/>
                    <a:pt x="2655194" y="5923632"/>
                    <a:pt x="2494269" y="5855269"/>
                  </a:cubicBezTo>
                  <a:cubicBezTo>
                    <a:pt x="2330808" y="5785843"/>
                    <a:pt x="2250904" y="5600125"/>
                    <a:pt x="2318492" y="5436277"/>
                  </a:cubicBezTo>
                  <a:cubicBezTo>
                    <a:pt x="2334064" y="5398534"/>
                    <a:pt x="2330979" y="5378286"/>
                    <a:pt x="2301909" y="5350161"/>
                  </a:cubicBezTo>
                  <a:cubicBezTo>
                    <a:pt x="2182317" y="5234459"/>
                    <a:pt x="2067302" y="5113984"/>
                    <a:pt x="1946958" y="4999100"/>
                  </a:cubicBezTo>
                  <a:cubicBezTo>
                    <a:pt x="1902411" y="4956574"/>
                    <a:pt x="1882809" y="4913727"/>
                    <a:pt x="1884054" y="4850695"/>
                  </a:cubicBezTo>
                  <a:cubicBezTo>
                    <a:pt x="1888203" y="4639614"/>
                    <a:pt x="1885442" y="4428391"/>
                    <a:pt x="1884400" y="4212270"/>
                  </a:cubicBezTo>
                  <a:cubicBezTo>
                    <a:pt x="1883464" y="4114924"/>
                    <a:pt x="1883464" y="4022543"/>
                    <a:pt x="1883464" y="3927507"/>
                  </a:cubicBezTo>
                  <a:close/>
                  <a:moveTo>
                    <a:pt x="4913853" y="3757392"/>
                  </a:moveTo>
                  <a:lnTo>
                    <a:pt x="5884734" y="3757392"/>
                  </a:lnTo>
                  <a:lnTo>
                    <a:pt x="5884734" y="3914696"/>
                  </a:lnTo>
                  <a:lnTo>
                    <a:pt x="4913853" y="3914696"/>
                  </a:lnTo>
                  <a:close/>
                  <a:moveTo>
                    <a:pt x="4909235" y="3437093"/>
                  </a:moveTo>
                  <a:lnTo>
                    <a:pt x="5886245" y="3437093"/>
                  </a:lnTo>
                  <a:lnTo>
                    <a:pt x="5886245" y="3594596"/>
                  </a:lnTo>
                  <a:lnTo>
                    <a:pt x="4909235" y="3594596"/>
                  </a:lnTo>
                  <a:close/>
                  <a:moveTo>
                    <a:pt x="380702" y="3424756"/>
                  </a:moveTo>
                  <a:cubicBezTo>
                    <a:pt x="395382" y="3432827"/>
                    <a:pt x="409859" y="3445271"/>
                    <a:pt x="426173" y="3460865"/>
                  </a:cubicBezTo>
                  <a:cubicBezTo>
                    <a:pt x="401077" y="3467496"/>
                    <a:pt x="380401" y="3462456"/>
                    <a:pt x="380702" y="3424756"/>
                  </a:cubicBezTo>
                  <a:close/>
                  <a:moveTo>
                    <a:pt x="327451" y="3369000"/>
                  </a:moveTo>
                  <a:cubicBezTo>
                    <a:pt x="341464" y="3377899"/>
                    <a:pt x="355092" y="3391215"/>
                    <a:pt x="370160" y="3407807"/>
                  </a:cubicBezTo>
                  <a:cubicBezTo>
                    <a:pt x="343925" y="3413707"/>
                    <a:pt x="325398" y="3405507"/>
                    <a:pt x="327451" y="3369000"/>
                  </a:cubicBezTo>
                  <a:close/>
                  <a:moveTo>
                    <a:pt x="3178863" y="3344120"/>
                  </a:moveTo>
                  <a:lnTo>
                    <a:pt x="3670787" y="3344120"/>
                  </a:lnTo>
                  <a:lnTo>
                    <a:pt x="3670787" y="3836044"/>
                  </a:lnTo>
                  <a:lnTo>
                    <a:pt x="3178863" y="3836044"/>
                  </a:lnTo>
                  <a:close/>
                  <a:moveTo>
                    <a:pt x="4913580" y="3115047"/>
                  </a:moveTo>
                  <a:lnTo>
                    <a:pt x="5886460" y="3115047"/>
                  </a:lnTo>
                  <a:lnTo>
                    <a:pt x="5886460" y="3272351"/>
                  </a:lnTo>
                  <a:lnTo>
                    <a:pt x="4913580" y="3272351"/>
                  </a:lnTo>
                  <a:close/>
                  <a:moveTo>
                    <a:pt x="694225" y="2459998"/>
                  </a:moveTo>
                  <a:cubicBezTo>
                    <a:pt x="750702" y="2464877"/>
                    <a:pt x="802932" y="2469379"/>
                    <a:pt x="854656" y="2473841"/>
                  </a:cubicBezTo>
                  <a:cubicBezTo>
                    <a:pt x="852454" y="2604694"/>
                    <a:pt x="866467" y="2724565"/>
                    <a:pt x="955022" y="2821018"/>
                  </a:cubicBezTo>
                  <a:cubicBezTo>
                    <a:pt x="1043792" y="2917698"/>
                    <a:pt x="1160580" y="2948294"/>
                    <a:pt x="1289769" y="2952378"/>
                  </a:cubicBezTo>
                  <a:cubicBezTo>
                    <a:pt x="1289769" y="3007112"/>
                    <a:pt x="1289769" y="3059868"/>
                    <a:pt x="1289769" y="3112390"/>
                  </a:cubicBezTo>
                  <a:cubicBezTo>
                    <a:pt x="1086125" y="3154496"/>
                    <a:pt x="847714" y="3012874"/>
                    <a:pt x="731894" y="2779794"/>
                  </a:cubicBezTo>
                  <a:cubicBezTo>
                    <a:pt x="693269" y="2674215"/>
                    <a:pt x="679449" y="2569928"/>
                    <a:pt x="694225" y="2459998"/>
                  </a:cubicBezTo>
                  <a:close/>
                  <a:moveTo>
                    <a:pt x="2762692" y="675982"/>
                  </a:moveTo>
                  <a:cubicBezTo>
                    <a:pt x="2762692" y="728729"/>
                    <a:pt x="2762692" y="781657"/>
                    <a:pt x="2762692" y="832318"/>
                  </a:cubicBezTo>
                  <a:cubicBezTo>
                    <a:pt x="2683100" y="846709"/>
                    <a:pt x="2601476" y="854114"/>
                    <a:pt x="2524312" y="876758"/>
                  </a:cubicBezTo>
                  <a:cubicBezTo>
                    <a:pt x="2279528" y="948591"/>
                    <a:pt x="2152961" y="1145111"/>
                    <a:pt x="2120570" y="1380932"/>
                  </a:cubicBezTo>
                  <a:cubicBezTo>
                    <a:pt x="2118400" y="1396763"/>
                    <a:pt x="2114294" y="1412323"/>
                    <a:pt x="2111994" y="1428132"/>
                  </a:cubicBezTo>
                  <a:cubicBezTo>
                    <a:pt x="2107233" y="1460825"/>
                    <a:pt x="2113993" y="1511250"/>
                    <a:pt x="2096175" y="1522256"/>
                  </a:cubicBezTo>
                  <a:cubicBezTo>
                    <a:pt x="2068448" y="1539385"/>
                    <a:pt x="2024192" y="1529885"/>
                    <a:pt x="1986922" y="1531370"/>
                  </a:cubicBezTo>
                  <a:cubicBezTo>
                    <a:pt x="1974487" y="1531864"/>
                    <a:pt x="1962021" y="1531444"/>
                    <a:pt x="1943524" y="1531444"/>
                  </a:cubicBezTo>
                  <a:cubicBezTo>
                    <a:pt x="1935936" y="1428208"/>
                    <a:pt x="1952294" y="1330529"/>
                    <a:pt x="1981343" y="1229765"/>
                  </a:cubicBezTo>
                  <a:cubicBezTo>
                    <a:pt x="2084536" y="854114"/>
                    <a:pt x="2408504" y="665031"/>
                    <a:pt x="2762692" y="675982"/>
                  </a:cubicBezTo>
                  <a:close/>
                  <a:moveTo>
                    <a:pt x="2736565" y="761"/>
                  </a:moveTo>
                  <a:cubicBezTo>
                    <a:pt x="3007961" y="9450"/>
                    <a:pt x="3262091" y="92777"/>
                    <a:pt x="3494339" y="264348"/>
                  </a:cubicBezTo>
                  <a:cubicBezTo>
                    <a:pt x="3626065" y="361652"/>
                    <a:pt x="3737381" y="478912"/>
                    <a:pt x="3828194" y="615441"/>
                  </a:cubicBezTo>
                  <a:cubicBezTo>
                    <a:pt x="3836039" y="627082"/>
                    <a:pt x="3844206" y="638387"/>
                    <a:pt x="3854202" y="652626"/>
                  </a:cubicBezTo>
                  <a:cubicBezTo>
                    <a:pt x="3945443" y="537731"/>
                    <a:pt x="4057856" y="452356"/>
                    <a:pt x="4188325" y="397848"/>
                  </a:cubicBezTo>
                  <a:cubicBezTo>
                    <a:pt x="4284404" y="357686"/>
                    <a:pt x="4387467" y="323006"/>
                    <a:pt x="4490207" y="311926"/>
                  </a:cubicBezTo>
                  <a:cubicBezTo>
                    <a:pt x="4778979" y="280814"/>
                    <a:pt x="5059153" y="305488"/>
                    <a:pt x="5305581" y="485726"/>
                  </a:cubicBezTo>
                  <a:cubicBezTo>
                    <a:pt x="5526968" y="647597"/>
                    <a:pt x="5665819" y="859570"/>
                    <a:pt x="5710311" y="1131072"/>
                  </a:cubicBezTo>
                  <a:cubicBezTo>
                    <a:pt x="5718909" y="1183495"/>
                    <a:pt x="5724283" y="1236715"/>
                    <a:pt x="5726109" y="1289741"/>
                  </a:cubicBezTo>
                  <a:cubicBezTo>
                    <a:pt x="5726541" y="1301262"/>
                    <a:pt x="5705798" y="1323571"/>
                    <a:pt x="5694299" y="1323905"/>
                  </a:cubicBezTo>
                  <a:cubicBezTo>
                    <a:pt x="5598113" y="1326677"/>
                    <a:pt x="5501712" y="1325486"/>
                    <a:pt x="5404453" y="1325486"/>
                  </a:cubicBezTo>
                  <a:cubicBezTo>
                    <a:pt x="5397898" y="1268376"/>
                    <a:pt x="5395532" y="1214866"/>
                    <a:pt x="5385323" y="1162905"/>
                  </a:cubicBezTo>
                  <a:cubicBezTo>
                    <a:pt x="5326538" y="863278"/>
                    <a:pt x="5060658" y="636646"/>
                    <a:pt x="4754261" y="631198"/>
                  </a:cubicBezTo>
                  <a:cubicBezTo>
                    <a:pt x="4649479" y="629338"/>
                    <a:pt x="4540826" y="631304"/>
                    <a:pt x="4440341" y="656699"/>
                  </a:cubicBezTo>
                  <a:cubicBezTo>
                    <a:pt x="4232279" y="709273"/>
                    <a:pt x="4086658" y="844438"/>
                    <a:pt x="4000897" y="1042237"/>
                  </a:cubicBezTo>
                  <a:cubicBezTo>
                    <a:pt x="3995845" y="1053703"/>
                    <a:pt x="3991762" y="1065527"/>
                    <a:pt x="3986496" y="1076907"/>
                  </a:cubicBezTo>
                  <a:cubicBezTo>
                    <a:pt x="3956190" y="1143420"/>
                    <a:pt x="3900306" y="1178788"/>
                    <a:pt x="3829376" y="1176703"/>
                  </a:cubicBezTo>
                  <a:cubicBezTo>
                    <a:pt x="3759629" y="1174662"/>
                    <a:pt x="3700627" y="1135973"/>
                    <a:pt x="3680466" y="1065838"/>
                  </a:cubicBezTo>
                  <a:cubicBezTo>
                    <a:pt x="3622087" y="862547"/>
                    <a:pt x="3502947" y="700364"/>
                    <a:pt x="3343010" y="568285"/>
                  </a:cubicBezTo>
                  <a:cubicBezTo>
                    <a:pt x="3218807" y="465715"/>
                    <a:pt x="3081591" y="382597"/>
                    <a:pt x="2917377" y="359697"/>
                  </a:cubicBezTo>
                  <a:cubicBezTo>
                    <a:pt x="2822341" y="346445"/>
                    <a:pt x="2726219" y="325477"/>
                    <a:pt x="2631389" y="329045"/>
                  </a:cubicBezTo>
                  <a:cubicBezTo>
                    <a:pt x="2155404" y="346949"/>
                    <a:pt x="1766675" y="668876"/>
                    <a:pt x="1662021" y="1150179"/>
                  </a:cubicBezTo>
                  <a:cubicBezTo>
                    <a:pt x="1644030" y="1232879"/>
                    <a:pt x="1648309" y="1320176"/>
                    <a:pt x="1636712" y="1404583"/>
                  </a:cubicBezTo>
                  <a:cubicBezTo>
                    <a:pt x="1624708" y="1491965"/>
                    <a:pt x="1557024" y="1545196"/>
                    <a:pt x="1468941" y="1541606"/>
                  </a:cubicBezTo>
                  <a:cubicBezTo>
                    <a:pt x="1424985" y="1539812"/>
                    <a:pt x="1381290" y="1531439"/>
                    <a:pt x="1337334" y="1529839"/>
                  </a:cubicBezTo>
                  <a:cubicBezTo>
                    <a:pt x="1099213" y="1521167"/>
                    <a:pt x="887433" y="1594503"/>
                    <a:pt x="701263" y="1741189"/>
                  </a:cubicBezTo>
                  <a:cubicBezTo>
                    <a:pt x="518725" y="1885015"/>
                    <a:pt x="399090" y="2069767"/>
                    <a:pt x="354791" y="2299314"/>
                  </a:cubicBezTo>
                  <a:cubicBezTo>
                    <a:pt x="257586" y="2802968"/>
                    <a:pt x="541736" y="3361887"/>
                    <a:pt x="1141846" y="3431537"/>
                  </a:cubicBezTo>
                  <a:cubicBezTo>
                    <a:pt x="1168413" y="3434622"/>
                    <a:pt x="1195484" y="3434042"/>
                    <a:pt x="1222319" y="3434052"/>
                  </a:cubicBezTo>
                  <a:cubicBezTo>
                    <a:pt x="1775682" y="3434331"/>
                    <a:pt x="2329043" y="3434438"/>
                    <a:pt x="2882396" y="3434578"/>
                  </a:cubicBezTo>
                  <a:cubicBezTo>
                    <a:pt x="2903448" y="3434590"/>
                    <a:pt x="2924502" y="3434590"/>
                    <a:pt x="2948155" y="3434590"/>
                  </a:cubicBezTo>
                  <a:cubicBezTo>
                    <a:pt x="2948155" y="3545154"/>
                    <a:pt x="2948155" y="3650121"/>
                    <a:pt x="2948155" y="3763866"/>
                  </a:cubicBezTo>
                  <a:cubicBezTo>
                    <a:pt x="2927091" y="3763866"/>
                    <a:pt x="2906565" y="3763866"/>
                    <a:pt x="2886038" y="3763866"/>
                  </a:cubicBezTo>
                  <a:cubicBezTo>
                    <a:pt x="2341628" y="3763866"/>
                    <a:pt x="1797218" y="3763071"/>
                    <a:pt x="1252809" y="3764177"/>
                  </a:cubicBezTo>
                  <a:cubicBezTo>
                    <a:pt x="943189" y="3764802"/>
                    <a:pt x="670000" y="3668208"/>
                    <a:pt x="429365" y="3462219"/>
                  </a:cubicBezTo>
                  <a:cubicBezTo>
                    <a:pt x="409859" y="3445273"/>
                    <a:pt x="395382" y="3432827"/>
                    <a:pt x="380907" y="3420382"/>
                  </a:cubicBezTo>
                  <a:cubicBezTo>
                    <a:pt x="380746" y="3416889"/>
                    <a:pt x="379187" y="3414224"/>
                    <a:pt x="372470" y="3408452"/>
                  </a:cubicBezTo>
                  <a:cubicBezTo>
                    <a:pt x="355092" y="3391215"/>
                    <a:pt x="341464" y="3377899"/>
                    <a:pt x="327837" y="3364572"/>
                  </a:cubicBezTo>
                  <a:cubicBezTo>
                    <a:pt x="266623" y="3277104"/>
                    <a:pt x="195521" y="3194728"/>
                    <a:pt x="146977" y="3100713"/>
                  </a:cubicBezTo>
                  <a:cubicBezTo>
                    <a:pt x="98788" y="3007376"/>
                    <a:pt x="65225" y="2904323"/>
                    <a:pt x="39850" y="2801915"/>
                  </a:cubicBezTo>
                  <a:cubicBezTo>
                    <a:pt x="6320" y="2666633"/>
                    <a:pt x="-9037" y="2526322"/>
                    <a:pt x="5460" y="2387265"/>
                  </a:cubicBezTo>
                  <a:cubicBezTo>
                    <a:pt x="20174" y="2246177"/>
                    <a:pt x="49856" y="2107865"/>
                    <a:pt x="110039" y="1976096"/>
                  </a:cubicBezTo>
                  <a:cubicBezTo>
                    <a:pt x="181216" y="1820244"/>
                    <a:pt x="274006" y="1680640"/>
                    <a:pt x="397628" y="1563906"/>
                  </a:cubicBezTo>
                  <a:cubicBezTo>
                    <a:pt x="613471" y="1360111"/>
                    <a:pt x="868165" y="1235737"/>
                    <a:pt x="1166736" y="1208859"/>
                  </a:cubicBezTo>
                  <a:cubicBezTo>
                    <a:pt x="1207564" y="1205184"/>
                    <a:pt x="1248939" y="1204786"/>
                    <a:pt x="1289059" y="1197392"/>
                  </a:cubicBezTo>
                  <a:cubicBezTo>
                    <a:pt x="1303482" y="1194736"/>
                    <a:pt x="1324813" y="1177091"/>
                    <a:pt x="1326276" y="1164365"/>
                  </a:cubicBezTo>
                  <a:cubicBezTo>
                    <a:pt x="1354475" y="917851"/>
                    <a:pt x="1454530" y="700386"/>
                    <a:pt x="1605235" y="508327"/>
                  </a:cubicBezTo>
                  <a:cubicBezTo>
                    <a:pt x="1822657" y="231248"/>
                    <a:pt x="2109644" y="65465"/>
                    <a:pt x="2459588" y="16448"/>
                  </a:cubicBezTo>
                  <a:cubicBezTo>
                    <a:pt x="2553718" y="3261"/>
                    <a:pt x="2646101" y="-2135"/>
                    <a:pt x="2736565" y="761"/>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826" name="Group 2825">
            <a:extLst>
              <a:ext uri="{FF2B5EF4-FFF2-40B4-BE49-F238E27FC236}">
                <a16:creationId xmlns:a16="http://schemas.microsoft.com/office/drawing/2014/main" id="{B50D47DD-6D4F-3B81-FF00-0F269C9BB574}"/>
              </a:ext>
              <a:ext uri="{C183D7F6-B498-43B3-948B-1728B52AA6E4}">
                <adec:decorative xmlns:adec="http://schemas.microsoft.com/office/drawing/2017/decorative" val="1"/>
              </a:ext>
            </a:extLst>
          </p:cNvPr>
          <p:cNvGrpSpPr>
            <a:grpSpLocks noChangeAspect="1"/>
          </p:cNvGrpSpPr>
          <p:nvPr/>
        </p:nvGrpSpPr>
        <p:grpSpPr>
          <a:xfrm>
            <a:off x="4550478" y="810791"/>
            <a:ext cx="412044" cy="457200"/>
            <a:chOff x="4550478" y="810791"/>
            <a:chExt cx="412044" cy="457200"/>
          </a:xfrm>
          <a:solidFill>
            <a:schemeClr val="accent2"/>
          </a:solidFill>
        </p:grpSpPr>
        <p:sp>
          <p:nvSpPr>
            <p:cNvPr id="225" name="Freeform: Shape 224">
              <a:extLst>
                <a:ext uri="{FF2B5EF4-FFF2-40B4-BE49-F238E27FC236}">
                  <a16:creationId xmlns:a16="http://schemas.microsoft.com/office/drawing/2014/main" id="{AE15DF8D-E572-B65F-79E2-F4AB65082899}"/>
                </a:ext>
                <a:ext uri="{C183D7F6-B498-43B3-948B-1728B52AA6E4}">
                  <adec:decorative xmlns:adec="http://schemas.microsoft.com/office/drawing/2017/decorative" val="1"/>
                </a:ext>
              </a:extLst>
            </p:cNvPr>
            <p:cNvSpPr/>
            <p:nvPr/>
          </p:nvSpPr>
          <p:spPr>
            <a:xfrm>
              <a:off x="4556122" y="816435"/>
              <a:ext cx="406400" cy="451556"/>
            </a:xfrm>
            <a:custGeom>
              <a:avLst/>
              <a:gdLst>
                <a:gd name="connsiteX0" fmla="*/ 3386666 w 6095999"/>
                <a:gd name="connsiteY0" fmla="*/ 0 h 6773333"/>
                <a:gd name="connsiteX1" fmla="*/ 5495202 w 6095999"/>
                <a:gd name="connsiteY1" fmla="*/ 0 h 6773333"/>
                <a:gd name="connsiteX2" fmla="*/ 5495202 w 6095999"/>
                <a:gd name="connsiteY2" fmla="*/ 0 h 6773333"/>
                <a:gd name="connsiteX3" fmla="*/ 5757333 w 6095999"/>
                <a:gd name="connsiteY3" fmla="*/ 0 h 6773333"/>
                <a:gd name="connsiteX4" fmla="*/ 6095999 w 6095999"/>
                <a:gd name="connsiteY4" fmla="*/ 338667 h 6773333"/>
                <a:gd name="connsiteX5" fmla="*/ 6095999 w 6095999"/>
                <a:gd name="connsiteY5" fmla="*/ 6434667 h 6773333"/>
                <a:gd name="connsiteX6" fmla="*/ 5418666 w 6095999"/>
                <a:gd name="connsiteY6" fmla="*/ 6434667 h 6773333"/>
                <a:gd name="connsiteX7" fmla="*/ 5418666 w 6095999"/>
                <a:gd name="connsiteY7" fmla="*/ 6773333 h 6773333"/>
                <a:gd name="connsiteX8" fmla="*/ 5079999 w 6095999"/>
                <a:gd name="connsiteY8" fmla="*/ 6773333 h 6773333"/>
                <a:gd name="connsiteX9" fmla="*/ 5079999 w 6095999"/>
                <a:gd name="connsiteY9" fmla="*/ 6434667 h 6773333"/>
                <a:gd name="connsiteX10" fmla="*/ 3218605 w 6095999"/>
                <a:gd name="connsiteY10" fmla="*/ 6434667 h 6773333"/>
                <a:gd name="connsiteX11" fmla="*/ 3217333 w 6095999"/>
                <a:gd name="connsiteY11" fmla="*/ 6434667 h 6773333"/>
                <a:gd name="connsiteX12" fmla="*/ 3217333 w 6095999"/>
                <a:gd name="connsiteY12" fmla="*/ 6773333 h 6773333"/>
                <a:gd name="connsiteX13" fmla="*/ 2878666 w 6095999"/>
                <a:gd name="connsiteY13" fmla="*/ 6773333 h 6773333"/>
                <a:gd name="connsiteX14" fmla="*/ 2878666 w 6095999"/>
                <a:gd name="connsiteY14" fmla="*/ 6434667 h 6773333"/>
                <a:gd name="connsiteX15" fmla="*/ 1016000 w 6095999"/>
                <a:gd name="connsiteY15" fmla="*/ 6434667 h 6773333"/>
                <a:gd name="connsiteX16" fmla="*/ 1016000 w 6095999"/>
                <a:gd name="connsiteY16" fmla="*/ 6773333 h 6773333"/>
                <a:gd name="connsiteX17" fmla="*/ 677333 w 6095999"/>
                <a:gd name="connsiteY17" fmla="*/ 6773333 h 6773333"/>
                <a:gd name="connsiteX18" fmla="*/ 677333 w 6095999"/>
                <a:gd name="connsiteY18" fmla="*/ 6434667 h 6773333"/>
                <a:gd name="connsiteX19" fmla="*/ 338666 w 6095999"/>
                <a:gd name="connsiteY19" fmla="*/ 6434667 h 6773333"/>
                <a:gd name="connsiteX20" fmla="*/ 0 w 6095999"/>
                <a:gd name="connsiteY20" fmla="*/ 6096000 h 6773333"/>
                <a:gd name="connsiteX21" fmla="*/ 0 w 6095999"/>
                <a:gd name="connsiteY21" fmla="*/ 1584146 h 6773333"/>
                <a:gd name="connsiteX22" fmla="*/ 8 w 6095999"/>
                <a:gd name="connsiteY22" fmla="*/ 1584146 h 6773333"/>
                <a:gd name="connsiteX23" fmla="*/ 8 w 6095999"/>
                <a:gd name="connsiteY23" fmla="*/ 629755 h 6773333"/>
                <a:gd name="connsiteX24" fmla="*/ 338675 w 6095999"/>
                <a:gd name="connsiteY24" fmla="*/ 629755 h 6773333"/>
                <a:gd name="connsiteX25" fmla="*/ 338675 w 6095999"/>
                <a:gd name="connsiteY25" fmla="*/ 5432674 h 6773333"/>
                <a:gd name="connsiteX26" fmla="*/ 338666 w 6095999"/>
                <a:gd name="connsiteY26" fmla="*/ 5432674 h 6773333"/>
                <a:gd name="connsiteX27" fmla="*/ 338666 w 6095999"/>
                <a:gd name="connsiteY27" fmla="*/ 6096000 h 6773333"/>
                <a:gd name="connsiteX28" fmla="*/ 2878666 w 6095999"/>
                <a:gd name="connsiteY28" fmla="*/ 6096000 h 6773333"/>
                <a:gd name="connsiteX29" fmla="*/ 2878666 w 6095999"/>
                <a:gd name="connsiteY29" fmla="*/ 338667 h 6773333"/>
                <a:gd name="connsiteX30" fmla="*/ 2754383 w 6095999"/>
                <a:gd name="connsiteY30" fmla="*/ 338667 h 6773333"/>
                <a:gd name="connsiteX31" fmla="*/ 2754383 w 6095999"/>
                <a:gd name="connsiteY31" fmla="*/ 338675 h 6773333"/>
                <a:gd name="connsiteX32" fmla="*/ 652314 w 6095999"/>
                <a:gd name="connsiteY32" fmla="*/ 338675 h 6773333"/>
                <a:gd name="connsiteX33" fmla="*/ 652314 w 6095999"/>
                <a:gd name="connsiteY33" fmla="*/ 8 h 6773333"/>
                <a:gd name="connsiteX34" fmla="*/ 1488077 w 6095999"/>
                <a:gd name="connsiteY34" fmla="*/ 8 h 6773333"/>
                <a:gd name="connsiteX35" fmla="*/ 1488077 w 6095999"/>
                <a:gd name="connsiteY35" fmla="*/ 0 h 6773333"/>
                <a:gd name="connsiteX36" fmla="*/ 2878666 w 6095999"/>
                <a:gd name="connsiteY36" fmla="*/ 0 h 6773333"/>
                <a:gd name="connsiteX37" fmla="*/ 3217333 w 6095999"/>
                <a:gd name="connsiteY37" fmla="*/ 338667 h 6773333"/>
                <a:gd name="connsiteX38" fmla="*/ 3217333 w 6095999"/>
                <a:gd name="connsiteY38" fmla="*/ 6096000 h 6773333"/>
                <a:gd name="connsiteX39" fmla="*/ 5757333 w 6095999"/>
                <a:gd name="connsiteY39" fmla="*/ 6096000 h 6773333"/>
                <a:gd name="connsiteX40" fmla="*/ 5757333 w 6095999"/>
                <a:gd name="connsiteY40" fmla="*/ 338667 h 6773333"/>
                <a:gd name="connsiteX41" fmla="*/ 5495202 w 6095999"/>
                <a:gd name="connsiteY41" fmla="*/ 338667 h 6773333"/>
                <a:gd name="connsiteX42" fmla="*/ 5495202 w 6095999"/>
                <a:gd name="connsiteY42" fmla="*/ 338667 h 6773333"/>
                <a:gd name="connsiteX43" fmla="*/ 3386666 w 6095999"/>
                <a:gd name="connsiteY43" fmla="*/ 338667 h 677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095999" h="6773333">
                  <a:moveTo>
                    <a:pt x="3386666" y="0"/>
                  </a:moveTo>
                  <a:lnTo>
                    <a:pt x="5495202" y="0"/>
                  </a:lnTo>
                  <a:lnTo>
                    <a:pt x="5495202" y="0"/>
                  </a:lnTo>
                  <a:lnTo>
                    <a:pt x="5757333" y="0"/>
                  </a:lnTo>
                  <a:cubicBezTo>
                    <a:pt x="5944451" y="0"/>
                    <a:pt x="6095999" y="151556"/>
                    <a:pt x="6095999" y="338667"/>
                  </a:cubicBezTo>
                  <a:lnTo>
                    <a:pt x="6095999" y="6434667"/>
                  </a:lnTo>
                  <a:lnTo>
                    <a:pt x="5418666" y="6434667"/>
                  </a:lnTo>
                  <a:lnTo>
                    <a:pt x="5418666" y="6773333"/>
                  </a:lnTo>
                  <a:lnTo>
                    <a:pt x="5079999" y="6773333"/>
                  </a:lnTo>
                  <a:lnTo>
                    <a:pt x="5079999" y="6434667"/>
                  </a:lnTo>
                  <a:lnTo>
                    <a:pt x="3218605" y="6434667"/>
                  </a:lnTo>
                  <a:cubicBezTo>
                    <a:pt x="3218176" y="6434667"/>
                    <a:pt x="3217754" y="6434667"/>
                    <a:pt x="3217333" y="6434667"/>
                  </a:cubicBezTo>
                  <a:lnTo>
                    <a:pt x="3217333" y="6773333"/>
                  </a:lnTo>
                  <a:lnTo>
                    <a:pt x="2878666" y="6773333"/>
                  </a:lnTo>
                  <a:lnTo>
                    <a:pt x="2878666" y="6434667"/>
                  </a:lnTo>
                  <a:lnTo>
                    <a:pt x="1016000" y="6434667"/>
                  </a:lnTo>
                  <a:lnTo>
                    <a:pt x="1016000" y="6773333"/>
                  </a:lnTo>
                  <a:lnTo>
                    <a:pt x="677333" y="6773333"/>
                  </a:lnTo>
                  <a:lnTo>
                    <a:pt x="677333" y="6434667"/>
                  </a:lnTo>
                  <a:lnTo>
                    <a:pt x="338666" y="6434667"/>
                  </a:lnTo>
                  <a:cubicBezTo>
                    <a:pt x="151555" y="6434667"/>
                    <a:pt x="0" y="6283119"/>
                    <a:pt x="0" y="6096000"/>
                  </a:cubicBezTo>
                  <a:lnTo>
                    <a:pt x="0" y="1584146"/>
                  </a:lnTo>
                  <a:lnTo>
                    <a:pt x="8" y="1584146"/>
                  </a:lnTo>
                  <a:lnTo>
                    <a:pt x="8" y="629755"/>
                  </a:lnTo>
                  <a:lnTo>
                    <a:pt x="338675" y="629755"/>
                  </a:lnTo>
                  <a:lnTo>
                    <a:pt x="338675" y="5432674"/>
                  </a:lnTo>
                  <a:lnTo>
                    <a:pt x="338666" y="5432674"/>
                  </a:lnTo>
                  <a:lnTo>
                    <a:pt x="338666" y="6096000"/>
                  </a:lnTo>
                  <a:lnTo>
                    <a:pt x="2878666" y="6096000"/>
                  </a:lnTo>
                  <a:lnTo>
                    <a:pt x="2878666" y="338667"/>
                  </a:lnTo>
                  <a:lnTo>
                    <a:pt x="2754383" y="338667"/>
                  </a:lnTo>
                  <a:lnTo>
                    <a:pt x="2754383" y="338675"/>
                  </a:lnTo>
                  <a:lnTo>
                    <a:pt x="652314" y="338675"/>
                  </a:lnTo>
                  <a:lnTo>
                    <a:pt x="652314" y="8"/>
                  </a:lnTo>
                  <a:lnTo>
                    <a:pt x="1488077" y="8"/>
                  </a:lnTo>
                  <a:lnTo>
                    <a:pt x="1488077" y="0"/>
                  </a:lnTo>
                  <a:lnTo>
                    <a:pt x="2878666" y="0"/>
                  </a:lnTo>
                  <a:cubicBezTo>
                    <a:pt x="3065785" y="0"/>
                    <a:pt x="3217333" y="151556"/>
                    <a:pt x="3217333" y="338667"/>
                  </a:cubicBezTo>
                  <a:lnTo>
                    <a:pt x="3217333" y="6096000"/>
                  </a:lnTo>
                  <a:lnTo>
                    <a:pt x="5757333" y="6096000"/>
                  </a:lnTo>
                  <a:lnTo>
                    <a:pt x="5757333" y="338667"/>
                  </a:lnTo>
                  <a:lnTo>
                    <a:pt x="5495202" y="338667"/>
                  </a:lnTo>
                  <a:lnTo>
                    <a:pt x="5495202" y="338667"/>
                  </a:lnTo>
                  <a:lnTo>
                    <a:pt x="3386666" y="338667"/>
                  </a:lnTo>
                  <a:close/>
                </a:path>
              </a:pathLst>
            </a:custGeom>
            <a:grpFill/>
            <a:ln w="9525" cap="flat">
              <a:noFill/>
              <a:prstDash val="solid"/>
              <a:miter/>
            </a:ln>
          </p:spPr>
          <p:txBody>
            <a:bodyPr wrap="square" rtlCol="0" anchor="ctr">
              <a:noAutofit/>
            </a:bodyPr>
            <a:lstStyle/>
            <a:p>
              <a:endParaRPr lang="en-US"/>
            </a:p>
          </p:txBody>
        </p:sp>
        <p:sp>
          <p:nvSpPr>
            <p:cNvPr id="226" name="Freeform: Shape 225">
              <a:extLst>
                <a:ext uri="{FF2B5EF4-FFF2-40B4-BE49-F238E27FC236}">
                  <a16:creationId xmlns:a16="http://schemas.microsoft.com/office/drawing/2014/main" id="{2AB7DE39-8D0D-3492-A98E-95B33B96709F}"/>
                </a:ext>
                <a:ext uri="{C183D7F6-B498-43B3-948B-1728B52AA6E4}">
                  <adec:decorative xmlns:adec="http://schemas.microsoft.com/office/drawing/2017/decorative" val="1"/>
                </a:ext>
              </a:extLst>
            </p:cNvPr>
            <p:cNvSpPr/>
            <p:nvPr/>
          </p:nvSpPr>
          <p:spPr>
            <a:xfrm>
              <a:off x="4550478" y="810791"/>
              <a:ext cx="366889" cy="367538"/>
            </a:xfrm>
            <a:custGeom>
              <a:avLst/>
              <a:gdLst>
                <a:gd name="connsiteX0" fmla="*/ 3640666 w 5503333"/>
                <a:gd name="connsiteY0" fmla="*/ 5333999 h 5513069"/>
                <a:gd name="connsiteX1" fmla="*/ 3979333 w 5503333"/>
                <a:gd name="connsiteY1" fmla="*/ 5333999 h 5513069"/>
                <a:gd name="connsiteX2" fmla="*/ 3979333 w 5503333"/>
                <a:gd name="connsiteY2" fmla="*/ 5505447 h 5513069"/>
                <a:gd name="connsiteX3" fmla="*/ 3640666 w 5503333"/>
                <a:gd name="connsiteY3" fmla="*/ 5505447 h 5513069"/>
                <a:gd name="connsiteX4" fmla="*/ 762000 w 5503333"/>
                <a:gd name="connsiteY4" fmla="*/ 5333999 h 5513069"/>
                <a:gd name="connsiteX5" fmla="*/ 1100667 w 5503333"/>
                <a:gd name="connsiteY5" fmla="*/ 5333999 h 5513069"/>
                <a:gd name="connsiteX6" fmla="*/ 1100667 w 5503333"/>
                <a:gd name="connsiteY6" fmla="*/ 5505447 h 5513069"/>
                <a:gd name="connsiteX7" fmla="*/ 762000 w 5503333"/>
                <a:gd name="connsiteY7" fmla="*/ 5505447 h 5513069"/>
                <a:gd name="connsiteX8" fmla="*/ 5164666 w 5503333"/>
                <a:gd name="connsiteY8" fmla="*/ 5164666 h 5513069"/>
                <a:gd name="connsiteX9" fmla="*/ 5503333 w 5503333"/>
                <a:gd name="connsiteY9" fmla="*/ 5164666 h 5513069"/>
                <a:gd name="connsiteX10" fmla="*/ 5503333 w 5503333"/>
                <a:gd name="connsiteY10" fmla="*/ 5513069 h 5513069"/>
                <a:gd name="connsiteX11" fmla="*/ 5164666 w 5503333"/>
                <a:gd name="connsiteY11" fmla="*/ 5513069 h 5513069"/>
                <a:gd name="connsiteX12" fmla="*/ 2288115 w 5503333"/>
                <a:gd name="connsiteY12" fmla="*/ 5152382 h 5513069"/>
                <a:gd name="connsiteX13" fmla="*/ 2626782 w 5503333"/>
                <a:gd name="connsiteY13" fmla="*/ 5152382 h 5513069"/>
                <a:gd name="connsiteX14" fmla="*/ 2626782 w 5503333"/>
                <a:gd name="connsiteY14" fmla="*/ 5500785 h 5513069"/>
                <a:gd name="connsiteX15" fmla="*/ 2288115 w 5503333"/>
                <a:gd name="connsiteY15" fmla="*/ 5500785 h 5513069"/>
                <a:gd name="connsiteX16" fmla="*/ 4148666 w 5503333"/>
                <a:gd name="connsiteY16" fmla="*/ 4317999 h 5513069"/>
                <a:gd name="connsiteX17" fmla="*/ 5502482 w 5503333"/>
                <a:gd name="connsiteY17" fmla="*/ 4317999 h 5513069"/>
                <a:gd name="connsiteX18" fmla="*/ 5502482 w 5503333"/>
                <a:gd name="connsiteY18" fmla="*/ 4489447 h 5513069"/>
                <a:gd name="connsiteX19" fmla="*/ 4148666 w 5503333"/>
                <a:gd name="connsiteY19" fmla="*/ 4489447 h 5513069"/>
                <a:gd name="connsiteX20" fmla="*/ 1270843 w 5503333"/>
                <a:gd name="connsiteY20" fmla="*/ 4317999 h 5513069"/>
                <a:gd name="connsiteX21" fmla="*/ 2624664 w 5503333"/>
                <a:gd name="connsiteY21" fmla="*/ 4317999 h 5513069"/>
                <a:gd name="connsiteX22" fmla="*/ 2624664 w 5503333"/>
                <a:gd name="connsiteY22" fmla="*/ 4489447 h 5513069"/>
                <a:gd name="connsiteX23" fmla="*/ 1270843 w 5503333"/>
                <a:gd name="connsiteY23" fmla="*/ 4489447 h 5513069"/>
                <a:gd name="connsiteX24" fmla="*/ 4148666 w 5503333"/>
                <a:gd name="connsiteY24" fmla="*/ 3979332 h 5513069"/>
                <a:gd name="connsiteX25" fmla="*/ 5502482 w 5503333"/>
                <a:gd name="connsiteY25" fmla="*/ 3979332 h 5513069"/>
                <a:gd name="connsiteX26" fmla="*/ 5502482 w 5503333"/>
                <a:gd name="connsiteY26" fmla="*/ 4148665 h 5513069"/>
                <a:gd name="connsiteX27" fmla="*/ 4148666 w 5503333"/>
                <a:gd name="connsiteY27" fmla="*/ 4148665 h 5513069"/>
                <a:gd name="connsiteX28" fmla="*/ 1270843 w 5503333"/>
                <a:gd name="connsiteY28" fmla="*/ 3979332 h 5513069"/>
                <a:gd name="connsiteX29" fmla="*/ 2624664 w 5503333"/>
                <a:gd name="connsiteY29" fmla="*/ 3979332 h 5513069"/>
                <a:gd name="connsiteX30" fmla="*/ 2624664 w 5503333"/>
                <a:gd name="connsiteY30" fmla="*/ 4148665 h 5513069"/>
                <a:gd name="connsiteX31" fmla="*/ 1270843 w 5503333"/>
                <a:gd name="connsiteY31" fmla="*/ 4148665 h 5513069"/>
                <a:gd name="connsiteX32" fmla="*/ 4148666 w 5503333"/>
                <a:gd name="connsiteY32" fmla="*/ 3638543 h 5513069"/>
                <a:gd name="connsiteX33" fmla="*/ 5502482 w 5503333"/>
                <a:gd name="connsiteY33" fmla="*/ 3638543 h 5513069"/>
                <a:gd name="connsiteX34" fmla="*/ 5502482 w 5503333"/>
                <a:gd name="connsiteY34" fmla="*/ 3809991 h 5513069"/>
                <a:gd name="connsiteX35" fmla="*/ 4148666 w 5503333"/>
                <a:gd name="connsiteY35" fmla="*/ 3809991 h 5513069"/>
                <a:gd name="connsiteX36" fmla="*/ 1270843 w 5503333"/>
                <a:gd name="connsiteY36" fmla="*/ 3638543 h 5513069"/>
                <a:gd name="connsiteX37" fmla="*/ 2624664 w 5503333"/>
                <a:gd name="connsiteY37" fmla="*/ 3638543 h 5513069"/>
                <a:gd name="connsiteX38" fmla="*/ 2624664 w 5503333"/>
                <a:gd name="connsiteY38" fmla="*/ 3809991 h 5513069"/>
                <a:gd name="connsiteX39" fmla="*/ 1270843 w 5503333"/>
                <a:gd name="connsiteY39" fmla="*/ 3809991 h 5513069"/>
                <a:gd name="connsiteX40" fmla="*/ 4148666 w 5503333"/>
                <a:gd name="connsiteY40" fmla="*/ 3299876 h 5513069"/>
                <a:gd name="connsiteX41" fmla="*/ 5502482 w 5503333"/>
                <a:gd name="connsiteY41" fmla="*/ 3299876 h 5513069"/>
                <a:gd name="connsiteX42" fmla="*/ 5502482 w 5503333"/>
                <a:gd name="connsiteY42" fmla="*/ 3469209 h 5513069"/>
                <a:gd name="connsiteX43" fmla="*/ 4148666 w 5503333"/>
                <a:gd name="connsiteY43" fmla="*/ 3469209 h 5513069"/>
                <a:gd name="connsiteX44" fmla="*/ 1270843 w 5503333"/>
                <a:gd name="connsiteY44" fmla="*/ 3299876 h 5513069"/>
                <a:gd name="connsiteX45" fmla="*/ 2624664 w 5503333"/>
                <a:gd name="connsiteY45" fmla="*/ 3299876 h 5513069"/>
                <a:gd name="connsiteX46" fmla="*/ 2624664 w 5503333"/>
                <a:gd name="connsiteY46" fmla="*/ 3469209 h 5513069"/>
                <a:gd name="connsiteX47" fmla="*/ 1270843 w 5503333"/>
                <a:gd name="connsiteY47" fmla="*/ 3469209 h 5513069"/>
                <a:gd name="connsiteX48" fmla="*/ 4148666 w 5503333"/>
                <a:gd name="connsiteY48" fmla="*/ 2959095 h 5513069"/>
                <a:gd name="connsiteX49" fmla="*/ 5502482 w 5503333"/>
                <a:gd name="connsiteY49" fmla="*/ 2959095 h 5513069"/>
                <a:gd name="connsiteX50" fmla="*/ 5502482 w 5503333"/>
                <a:gd name="connsiteY50" fmla="*/ 3130543 h 5513069"/>
                <a:gd name="connsiteX51" fmla="*/ 4148666 w 5503333"/>
                <a:gd name="connsiteY51" fmla="*/ 3130543 h 5513069"/>
                <a:gd name="connsiteX52" fmla="*/ 1270843 w 5503333"/>
                <a:gd name="connsiteY52" fmla="*/ 2959095 h 5513069"/>
                <a:gd name="connsiteX53" fmla="*/ 2624664 w 5503333"/>
                <a:gd name="connsiteY53" fmla="*/ 2959095 h 5513069"/>
                <a:gd name="connsiteX54" fmla="*/ 2624664 w 5503333"/>
                <a:gd name="connsiteY54" fmla="*/ 3130543 h 5513069"/>
                <a:gd name="connsiteX55" fmla="*/ 1270843 w 5503333"/>
                <a:gd name="connsiteY55" fmla="*/ 3130543 h 5513069"/>
                <a:gd name="connsiteX56" fmla="*/ 4148666 w 5503333"/>
                <a:gd name="connsiteY56" fmla="*/ 2620428 h 5513069"/>
                <a:gd name="connsiteX57" fmla="*/ 5502482 w 5503333"/>
                <a:gd name="connsiteY57" fmla="*/ 2620428 h 5513069"/>
                <a:gd name="connsiteX58" fmla="*/ 5502482 w 5503333"/>
                <a:gd name="connsiteY58" fmla="*/ 2789761 h 5513069"/>
                <a:gd name="connsiteX59" fmla="*/ 4148666 w 5503333"/>
                <a:gd name="connsiteY59" fmla="*/ 2789761 h 5513069"/>
                <a:gd name="connsiteX60" fmla="*/ 1270843 w 5503333"/>
                <a:gd name="connsiteY60" fmla="*/ 2620428 h 5513069"/>
                <a:gd name="connsiteX61" fmla="*/ 2624664 w 5503333"/>
                <a:gd name="connsiteY61" fmla="*/ 2620428 h 5513069"/>
                <a:gd name="connsiteX62" fmla="*/ 2624664 w 5503333"/>
                <a:gd name="connsiteY62" fmla="*/ 2789761 h 5513069"/>
                <a:gd name="connsiteX63" fmla="*/ 1270843 w 5503333"/>
                <a:gd name="connsiteY63" fmla="*/ 2789761 h 5513069"/>
                <a:gd name="connsiteX64" fmla="*/ 4148666 w 5503333"/>
                <a:gd name="connsiteY64" fmla="*/ 2285999 h 5513069"/>
                <a:gd name="connsiteX65" fmla="*/ 5502482 w 5503333"/>
                <a:gd name="connsiteY65" fmla="*/ 2285999 h 5513069"/>
                <a:gd name="connsiteX66" fmla="*/ 5502482 w 5503333"/>
                <a:gd name="connsiteY66" fmla="*/ 2455332 h 5513069"/>
                <a:gd name="connsiteX67" fmla="*/ 4148666 w 5503333"/>
                <a:gd name="connsiteY67" fmla="*/ 2455332 h 5513069"/>
                <a:gd name="connsiteX68" fmla="*/ 1270843 w 5503333"/>
                <a:gd name="connsiteY68" fmla="*/ 2285999 h 5513069"/>
                <a:gd name="connsiteX69" fmla="*/ 2624664 w 5503333"/>
                <a:gd name="connsiteY69" fmla="*/ 2285999 h 5513069"/>
                <a:gd name="connsiteX70" fmla="*/ 2624664 w 5503333"/>
                <a:gd name="connsiteY70" fmla="*/ 2455332 h 5513069"/>
                <a:gd name="connsiteX71" fmla="*/ 1270843 w 5503333"/>
                <a:gd name="connsiteY71" fmla="*/ 2455332 h 5513069"/>
                <a:gd name="connsiteX72" fmla="*/ 0 w 5503333"/>
                <a:gd name="connsiteY72" fmla="*/ 0 h 5513069"/>
                <a:gd name="connsiteX73" fmla="*/ 508000 w 5503333"/>
                <a:gd name="connsiteY73" fmla="*/ 0 h 5513069"/>
                <a:gd name="connsiteX74" fmla="*/ 508000 w 5503333"/>
                <a:gd name="connsiteY74" fmla="*/ 508000 h 5513069"/>
                <a:gd name="connsiteX75" fmla="*/ 0 w 5503333"/>
                <a:gd name="connsiteY75" fmla="*/ 508000 h 551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503333" h="5513069">
                  <a:moveTo>
                    <a:pt x="3640666" y="5333999"/>
                  </a:moveTo>
                  <a:lnTo>
                    <a:pt x="3979333" y="5333999"/>
                  </a:lnTo>
                  <a:lnTo>
                    <a:pt x="3979333" y="5505447"/>
                  </a:lnTo>
                  <a:lnTo>
                    <a:pt x="3640666" y="5505447"/>
                  </a:lnTo>
                  <a:close/>
                  <a:moveTo>
                    <a:pt x="762000" y="5333999"/>
                  </a:moveTo>
                  <a:lnTo>
                    <a:pt x="1100667" y="5333999"/>
                  </a:lnTo>
                  <a:lnTo>
                    <a:pt x="1100667" y="5505447"/>
                  </a:lnTo>
                  <a:lnTo>
                    <a:pt x="762000" y="5505447"/>
                  </a:lnTo>
                  <a:close/>
                  <a:moveTo>
                    <a:pt x="5164666" y="5164666"/>
                  </a:moveTo>
                  <a:lnTo>
                    <a:pt x="5503333" y="5164666"/>
                  </a:lnTo>
                  <a:lnTo>
                    <a:pt x="5503333" y="5513069"/>
                  </a:lnTo>
                  <a:lnTo>
                    <a:pt x="5164666" y="5513069"/>
                  </a:lnTo>
                  <a:close/>
                  <a:moveTo>
                    <a:pt x="2288115" y="5152382"/>
                  </a:moveTo>
                  <a:lnTo>
                    <a:pt x="2626782" y="5152382"/>
                  </a:lnTo>
                  <a:lnTo>
                    <a:pt x="2626782" y="5500785"/>
                  </a:lnTo>
                  <a:lnTo>
                    <a:pt x="2288115" y="5500785"/>
                  </a:lnTo>
                  <a:close/>
                  <a:moveTo>
                    <a:pt x="4148666" y="4317999"/>
                  </a:moveTo>
                  <a:lnTo>
                    <a:pt x="5502482" y="4317999"/>
                  </a:lnTo>
                  <a:lnTo>
                    <a:pt x="5502482" y="4489447"/>
                  </a:lnTo>
                  <a:lnTo>
                    <a:pt x="4148666" y="4489447"/>
                  </a:lnTo>
                  <a:close/>
                  <a:moveTo>
                    <a:pt x="1270843" y="4317999"/>
                  </a:moveTo>
                  <a:lnTo>
                    <a:pt x="2624664" y="4317999"/>
                  </a:lnTo>
                  <a:lnTo>
                    <a:pt x="2624664" y="4489447"/>
                  </a:lnTo>
                  <a:lnTo>
                    <a:pt x="1270843" y="4489447"/>
                  </a:lnTo>
                  <a:close/>
                  <a:moveTo>
                    <a:pt x="4148666" y="3979332"/>
                  </a:moveTo>
                  <a:lnTo>
                    <a:pt x="5502482" y="3979332"/>
                  </a:lnTo>
                  <a:lnTo>
                    <a:pt x="5502482" y="4148665"/>
                  </a:lnTo>
                  <a:lnTo>
                    <a:pt x="4148666" y="4148665"/>
                  </a:lnTo>
                  <a:close/>
                  <a:moveTo>
                    <a:pt x="1270843" y="3979332"/>
                  </a:moveTo>
                  <a:lnTo>
                    <a:pt x="2624664" y="3979332"/>
                  </a:lnTo>
                  <a:lnTo>
                    <a:pt x="2624664" y="4148665"/>
                  </a:lnTo>
                  <a:lnTo>
                    <a:pt x="1270843" y="4148665"/>
                  </a:lnTo>
                  <a:close/>
                  <a:moveTo>
                    <a:pt x="4148666" y="3638543"/>
                  </a:moveTo>
                  <a:lnTo>
                    <a:pt x="5502482" y="3638543"/>
                  </a:lnTo>
                  <a:lnTo>
                    <a:pt x="5502482" y="3809991"/>
                  </a:lnTo>
                  <a:lnTo>
                    <a:pt x="4148666" y="3809991"/>
                  </a:lnTo>
                  <a:close/>
                  <a:moveTo>
                    <a:pt x="1270843" y="3638543"/>
                  </a:moveTo>
                  <a:lnTo>
                    <a:pt x="2624664" y="3638543"/>
                  </a:lnTo>
                  <a:lnTo>
                    <a:pt x="2624664" y="3809991"/>
                  </a:lnTo>
                  <a:lnTo>
                    <a:pt x="1270843" y="3809991"/>
                  </a:lnTo>
                  <a:close/>
                  <a:moveTo>
                    <a:pt x="4148666" y="3299876"/>
                  </a:moveTo>
                  <a:lnTo>
                    <a:pt x="5502482" y="3299876"/>
                  </a:lnTo>
                  <a:lnTo>
                    <a:pt x="5502482" y="3469209"/>
                  </a:lnTo>
                  <a:lnTo>
                    <a:pt x="4148666" y="3469209"/>
                  </a:lnTo>
                  <a:close/>
                  <a:moveTo>
                    <a:pt x="1270843" y="3299876"/>
                  </a:moveTo>
                  <a:lnTo>
                    <a:pt x="2624664" y="3299876"/>
                  </a:lnTo>
                  <a:lnTo>
                    <a:pt x="2624664" y="3469209"/>
                  </a:lnTo>
                  <a:lnTo>
                    <a:pt x="1270843" y="3469209"/>
                  </a:lnTo>
                  <a:close/>
                  <a:moveTo>
                    <a:pt x="4148666" y="2959095"/>
                  </a:moveTo>
                  <a:lnTo>
                    <a:pt x="5502482" y="2959095"/>
                  </a:lnTo>
                  <a:lnTo>
                    <a:pt x="5502482" y="3130543"/>
                  </a:lnTo>
                  <a:lnTo>
                    <a:pt x="4148666" y="3130543"/>
                  </a:lnTo>
                  <a:close/>
                  <a:moveTo>
                    <a:pt x="1270843" y="2959095"/>
                  </a:moveTo>
                  <a:lnTo>
                    <a:pt x="2624664" y="2959095"/>
                  </a:lnTo>
                  <a:lnTo>
                    <a:pt x="2624664" y="3130543"/>
                  </a:lnTo>
                  <a:lnTo>
                    <a:pt x="1270843" y="3130543"/>
                  </a:lnTo>
                  <a:close/>
                  <a:moveTo>
                    <a:pt x="4148666" y="2620428"/>
                  </a:moveTo>
                  <a:lnTo>
                    <a:pt x="5502482" y="2620428"/>
                  </a:lnTo>
                  <a:lnTo>
                    <a:pt x="5502482" y="2789761"/>
                  </a:lnTo>
                  <a:lnTo>
                    <a:pt x="4148666" y="2789761"/>
                  </a:lnTo>
                  <a:close/>
                  <a:moveTo>
                    <a:pt x="1270843" y="2620428"/>
                  </a:moveTo>
                  <a:lnTo>
                    <a:pt x="2624664" y="2620428"/>
                  </a:lnTo>
                  <a:lnTo>
                    <a:pt x="2624664" y="2789761"/>
                  </a:lnTo>
                  <a:lnTo>
                    <a:pt x="1270843" y="2789761"/>
                  </a:lnTo>
                  <a:close/>
                  <a:moveTo>
                    <a:pt x="4148666" y="2285999"/>
                  </a:moveTo>
                  <a:lnTo>
                    <a:pt x="5502482" y="2285999"/>
                  </a:lnTo>
                  <a:lnTo>
                    <a:pt x="5502482" y="2455332"/>
                  </a:lnTo>
                  <a:lnTo>
                    <a:pt x="4148666" y="2455332"/>
                  </a:lnTo>
                  <a:close/>
                  <a:moveTo>
                    <a:pt x="1270843" y="2285999"/>
                  </a:moveTo>
                  <a:lnTo>
                    <a:pt x="2624664" y="2285999"/>
                  </a:lnTo>
                  <a:lnTo>
                    <a:pt x="2624664" y="2455332"/>
                  </a:lnTo>
                  <a:lnTo>
                    <a:pt x="1270843" y="2455332"/>
                  </a:lnTo>
                  <a:close/>
                  <a:moveTo>
                    <a:pt x="0" y="0"/>
                  </a:moveTo>
                  <a:lnTo>
                    <a:pt x="508000" y="0"/>
                  </a:lnTo>
                  <a:lnTo>
                    <a:pt x="508000" y="508000"/>
                  </a:lnTo>
                  <a:lnTo>
                    <a:pt x="0" y="508000"/>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825" name="Group 2824">
            <a:extLst>
              <a:ext uri="{FF2B5EF4-FFF2-40B4-BE49-F238E27FC236}">
                <a16:creationId xmlns:a16="http://schemas.microsoft.com/office/drawing/2014/main" id="{8A277747-4823-8367-FA4B-6A61B5FF5165}"/>
              </a:ext>
              <a:ext uri="{C183D7F6-B498-43B3-948B-1728B52AA6E4}">
                <adec:decorative xmlns:adec="http://schemas.microsoft.com/office/drawing/2017/decorative" val="1"/>
              </a:ext>
            </a:extLst>
          </p:cNvPr>
          <p:cNvGrpSpPr>
            <a:grpSpLocks noChangeAspect="1"/>
          </p:cNvGrpSpPr>
          <p:nvPr/>
        </p:nvGrpSpPr>
        <p:grpSpPr>
          <a:xfrm>
            <a:off x="5137480" y="810791"/>
            <a:ext cx="467639" cy="457200"/>
            <a:chOff x="5137480" y="810791"/>
            <a:chExt cx="467639" cy="457200"/>
          </a:xfrm>
          <a:solidFill>
            <a:schemeClr val="accent2"/>
          </a:solidFill>
        </p:grpSpPr>
        <p:sp>
          <p:nvSpPr>
            <p:cNvPr id="256" name="Freeform: Shape 255">
              <a:extLst>
                <a:ext uri="{FF2B5EF4-FFF2-40B4-BE49-F238E27FC236}">
                  <a16:creationId xmlns:a16="http://schemas.microsoft.com/office/drawing/2014/main" id="{C5DAED01-89C9-46EE-6E2E-01A8EBC07149}"/>
                </a:ext>
                <a:ext uri="{C183D7F6-B498-43B3-948B-1728B52AA6E4}">
                  <adec:decorative xmlns:adec="http://schemas.microsoft.com/office/drawing/2017/decorative" val="1"/>
                </a:ext>
              </a:extLst>
            </p:cNvPr>
            <p:cNvSpPr/>
            <p:nvPr/>
          </p:nvSpPr>
          <p:spPr>
            <a:xfrm>
              <a:off x="5137480" y="810791"/>
              <a:ext cx="467639" cy="457200"/>
            </a:xfrm>
            <a:custGeom>
              <a:avLst/>
              <a:gdLst>
                <a:gd name="connsiteX0" fmla="*/ 3669573 w 7014588"/>
                <a:gd name="connsiteY0" fmla="*/ 2070660 h 6858000"/>
                <a:gd name="connsiteX1" fmla="*/ 3669573 w 7014588"/>
                <a:gd name="connsiteY1" fmla="*/ 2528141 h 6858000"/>
                <a:gd name="connsiteX2" fmla="*/ 3669255 w 7014588"/>
                <a:gd name="connsiteY2" fmla="*/ 2528141 h 6858000"/>
                <a:gd name="connsiteX3" fmla="*/ 3669255 w 7014588"/>
                <a:gd name="connsiteY3" fmla="*/ 4781487 h 6858000"/>
                <a:gd name="connsiteX4" fmla="*/ 3669573 w 7014588"/>
                <a:gd name="connsiteY4" fmla="*/ 4781487 h 6858000"/>
                <a:gd name="connsiteX5" fmla="*/ 3669573 w 7014588"/>
                <a:gd name="connsiteY5" fmla="*/ 6219688 h 6858000"/>
                <a:gd name="connsiteX6" fmla="*/ 6222822 w 7014588"/>
                <a:gd name="connsiteY6" fmla="*/ 6219688 h 6858000"/>
                <a:gd name="connsiteX7" fmla="*/ 6222822 w 7014588"/>
                <a:gd name="connsiteY7" fmla="*/ 2070660 h 6858000"/>
                <a:gd name="connsiteX8" fmla="*/ 477694 w 7014588"/>
                <a:gd name="connsiteY8" fmla="*/ 2060648 h 6858000"/>
                <a:gd name="connsiteX9" fmla="*/ 476896 w 7014588"/>
                <a:gd name="connsiteY9" fmla="*/ 2064602 h 6858000"/>
                <a:gd name="connsiteX10" fmla="*/ 477694 w 7014588"/>
                <a:gd name="connsiteY10" fmla="*/ 2064602 h 6858000"/>
                <a:gd name="connsiteX11" fmla="*/ 3507293 w 7014588"/>
                <a:gd name="connsiteY11" fmla="*/ 350703 h 6858000"/>
                <a:gd name="connsiteX12" fmla="*/ 3406793 w 7014588"/>
                <a:gd name="connsiteY12" fmla="*/ 370994 h 6858000"/>
                <a:gd name="connsiteX13" fmla="*/ 884104 w 7014588"/>
                <a:gd name="connsiteY13" fmla="*/ 1751509 h 6858000"/>
                <a:gd name="connsiteX14" fmla="*/ 3350099 w 7014588"/>
                <a:gd name="connsiteY14" fmla="*/ 1751509 h 6858000"/>
                <a:gd name="connsiteX15" fmla="*/ 3350417 w 7014588"/>
                <a:gd name="connsiteY15" fmla="*/ 1751541 h 6858000"/>
                <a:gd name="connsiteX16" fmla="*/ 3350417 w 7014588"/>
                <a:gd name="connsiteY16" fmla="*/ 1751504 h 6858000"/>
                <a:gd name="connsiteX17" fmla="*/ 3669573 w 7014588"/>
                <a:gd name="connsiteY17" fmla="*/ 1751504 h 6858000"/>
                <a:gd name="connsiteX18" fmla="*/ 6063309 w 7014588"/>
                <a:gd name="connsiteY18" fmla="*/ 1751504 h 6858000"/>
                <a:gd name="connsiteX19" fmla="*/ 6063309 w 7014588"/>
                <a:gd name="connsiteY19" fmla="*/ 1751501 h 6858000"/>
                <a:gd name="connsiteX20" fmla="*/ 6130469 w 7014588"/>
                <a:gd name="connsiteY20" fmla="*/ 1751501 h 6858000"/>
                <a:gd name="connsiteX21" fmla="*/ 3607792 w 7014588"/>
                <a:gd name="connsiteY21" fmla="*/ 370994 h 6858000"/>
                <a:gd name="connsiteX22" fmla="*/ 3507293 w 7014588"/>
                <a:gd name="connsiteY22" fmla="*/ 350703 h 6858000"/>
                <a:gd name="connsiteX23" fmla="*/ 3507296 w 7014588"/>
                <a:gd name="connsiteY23" fmla="*/ 0 h 6858000"/>
                <a:gd name="connsiteX24" fmla="*/ 3763638 w 7014588"/>
                <a:gd name="connsiteY24" fmla="*/ 92031 h 6858000"/>
                <a:gd name="connsiteX25" fmla="*/ 6475616 w 7014588"/>
                <a:gd name="connsiteY25" fmla="*/ 1576371 h 6858000"/>
                <a:gd name="connsiteX26" fmla="*/ 6865354 w 7014588"/>
                <a:gd name="connsiteY26" fmla="*/ 1789960 h 6858000"/>
                <a:gd name="connsiteX27" fmla="*/ 6865864 w 7014588"/>
                <a:gd name="connsiteY27" fmla="*/ 1790064 h 6858000"/>
                <a:gd name="connsiteX28" fmla="*/ 6867254 w 7014588"/>
                <a:gd name="connsiteY28" fmla="*/ 1791003 h 6858000"/>
                <a:gd name="connsiteX29" fmla="*/ 6906322 w 7014588"/>
                <a:gd name="connsiteY29" fmla="*/ 1812413 h 6858000"/>
                <a:gd name="connsiteX30" fmla="*/ 6904352 w 7014588"/>
                <a:gd name="connsiteY30" fmla="*/ 1816013 h 6858000"/>
                <a:gd name="connsiteX31" fmla="*/ 6943265 w 7014588"/>
                <a:gd name="connsiteY31" fmla="*/ 1842250 h 6858000"/>
                <a:gd name="connsiteX32" fmla="*/ 7014588 w 7014588"/>
                <a:gd name="connsiteY32" fmla="*/ 2014439 h 6858000"/>
                <a:gd name="connsiteX33" fmla="*/ 6865864 w 7014588"/>
                <a:gd name="connsiteY33" fmla="*/ 2238813 h 6858000"/>
                <a:gd name="connsiteX34" fmla="*/ 6849944 w 7014588"/>
                <a:gd name="connsiteY34" fmla="*/ 2242028 h 6858000"/>
                <a:gd name="connsiteX35" fmla="*/ 6849944 w 7014588"/>
                <a:gd name="connsiteY35" fmla="*/ 2257951 h 6858000"/>
                <a:gd name="connsiteX36" fmla="*/ 6771076 w 7014588"/>
                <a:gd name="connsiteY36" fmla="*/ 2257951 h 6858000"/>
                <a:gd name="connsiteX37" fmla="*/ 6541978 w 7014588"/>
                <a:gd name="connsiteY37" fmla="*/ 2257951 h 6858000"/>
                <a:gd name="connsiteX38" fmla="*/ 6541978 w 7014588"/>
                <a:gd name="connsiteY38" fmla="*/ 6219688 h 6858000"/>
                <a:gd name="connsiteX39" fmla="*/ 6541978 w 7014588"/>
                <a:gd name="connsiteY39" fmla="*/ 6538844 h 6858000"/>
                <a:gd name="connsiteX40" fmla="*/ 6222822 w 7014588"/>
                <a:gd name="connsiteY40" fmla="*/ 6538844 h 6858000"/>
                <a:gd name="connsiteX41" fmla="*/ 5903666 w 7014588"/>
                <a:gd name="connsiteY41" fmla="*/ 6538844 h 6858000"/>
                <a:gd name="connsiteX42" fmla="*/ 5903666 w 7014588"/>
                <a:gd name="connsiteY42" fmla="*/ 6858000 h 6858000"/>
                <a:gd name="connsiteX43" fmla="*/ 5584510 w 7014588"/>
                <a:gd name="connsiteY43" fmla="*/ 6858000 h 6858000"/>
                <a:gd name="connsiteX44" fmla="*/ 5584510 w 7014588"/>
                <a:gd name="connsiteY44" fmla="*/ 6538844 h 6858000"/>
                <a:gd name="connsiteX45" fmla="*/ 4307886 w 7014588"/>
                <a:gd name="connsiteY45" fmla="*/ 6538844 h 6858000"/>
                <a:gd name="connsiteX46" fmla="*/ 4307886 w 7014588"/>
                <a:gd name="connsiteY46" fmla="*/ 6858000 h 6858000"/>
                <a:gd name="connsiteX47" fmla="*/ 3988729 w 7014588"/>
                <a:gd name="connsiteY47" fmla="*/ 6858000 h 6858000"/>
                <a:gd name="connsiteX48" fmla="*/ 3988729 w 7014588"/>
                <a:gd name="connsiteY48" fmla="*/ 6538844 h 6858000"/>
                <a:gd name="connsiteX49" fmla="*/ 3669573 w 7014588"/>
                <a:gd name="connsiteY49" fmla="*/ 6538844 h 6858000"/>
                <a:gd name="connsiteX50" fmla="*/ 3669255 w 7014588"/>
                <a:gd name="connsiteY50" fmla="*/ 6538812 h 6858000"/>
                <a:gd name="connsiteX51" fmla="*/ 3669255 w 7014588"/>
                <a:gd name="connsiteY51" fmla="*/ 6538844 h 6858000"/>
                <a:gd name="connsiteX52" fmla="*/ 3350099 w 7014588"/>
                <a:gd name="connsiteY52" fmla="*/ 6538844 h 6858000"/>
                <a:gd name="connsiteX53" fmla="*/ 3030943 w 7014588"/>
                <a:gd name="connsiteY53" fmla="*/ 6538844 h 6858000"/>
                <a:gd name="connsiteX54" fmla="*/ 3030943 w 7014588"/>
                <a:gd name="connsiteY54" fmla="*/ 6858000 h 6858000"/>
                <a:gd name="connsiteX55" fmla="*/ 2711787 w 7014588"/>
                <a:gd name="connsiteY55" fmla="*/ 6858000 h 6858000"/>
                <a:gd name="connsiteX56" fmla="*/ 2711787 w 7014588"/>
                <a:gd name="connsiteY56" fmla="*/ 6538844 h 6858000"/>
                <a:gd name="connsiteX57" fmla="*/ 1435162 w 7014588"/>
                <a:gd name="connsiteY57" fmla="*/ 6538844 h 6858000"/>
                <a:gd name="connsiteX58" fmla="*/ 1435162 w 7014588"/>
                <a:gd name="connsiteY58" fmla="*/ 6858000 h 6858000"/>
                <a:gd name="connsiteX59" fmla="*/ 1116006 w 7014588"/>
                <a:gd name="connsiteY59" fmla="*/ 6858000 h 6858000"/>
                <a:gd name="connsiteX60" fmla="*/ 1116006 w 7014588"/>
                <a:gd name="connsiteY60" fmla="*/ 6538844 h 6858000"/>
                <a:gd name="connsiteX61" fmla="*/ 796850 w 7014588"/>
                <a:gd name="connsiteY61" fmla="*/ 6538844 h 6858000"/>
                <a:gd name="connsiteX62" fmla="*/ 477694 w 7014588"/>
                <a:gd name="connsiteY62" fmla="*/ 6219689 h 6858000"/>
                <a:gd name="connsiteX63" fmla="*/ 477694 w 7014588"/>
                <a:gd name="connsiteY63" fmla="*/ 6201202 h 6858000"/>
                <a:gd name="connsiteX64" fmla="*/ 477694 w 7014588"/>
                <a:gd name="connsiteY64" fmla="*/ 4781487 h 6858000"/>
                <a:gd name="connsiteX65" fmla="*/ 477694 w 7014588"/>
                <a:gd name="connsiteY65" fmla="*/ 4128473 h 6858000"/>
                <a:gd name="connsiteX66" fmla="*/ 796850 w 7014588"/>
                <a:gd name="connsiteY66" fmla="*/ 4128473 h 6858000"/>
                <a:gd name="connsiteX67" fmla="*/ 796850 w 7014588"/>
                <a:gd name="connsiteY67" fmla="*/ 4781487 h 6858000"/>
                <a:gd name="connsiteX68" fmla="*/ 796850 w 7014588"/>
                <a:gd name="connsiteY68" fmla="*/ 6201202 h 6858000"/>
                <a:gd name="connsiteX69" fmla="*/ 796850 w 7014588"/>
                <a:gd name="connsiteY69" fmla="*/ 6219689 h 6858000"/>
                <a:gd name="connsiteX70" fmla="*/ 3350099 w 7014588"/>
                <a:gd name="connsiteY70" fmla="*/ 6219689 h 6858000"/>
                <a:gd name="connsiteX71" fmla="*/ 3350099 w 7014588"/>
                <a:gd name="connsiteY71" fmla="*/ 2070664 h 6858000"/>
                <a:gd name="connsiteX72" fmla="*/ 796850 w 7014588"/>
                <a:gd name="connsiteY72" fmla="*/ 2070664 h 6858000"/>
                <a:gd name="connsiteX73" fmla="*/ 796850 w 7014588"/>
                <a:gd name="connsiteY73" fmla="*/ 2528146 h 6858000"/>
                <a:gd name="connsiteX74" fmla="*/ 796850 w 7014588"/>
                <a:gd name="connsiteY74" fmla="*/ 3204513 h 6858000"/>
                <a:gd name="connsiteX75" fmla="*/ 477694 w 7014588"/>
                <a:gd name="connsiteY75" fmla="*/ 3204513 h 6858000"/>
                <a:gd name="connsiteX76" fmla="*/ 477694 w 7014588"/>
                <a:gd name="connsiteY76" fmla="*/ 2528146 h 6858000"/>
                <a:gd name="connsiteX77" fmla="*/ 477694 w 7014588"/>
                <a:gd name="connsiteY77" fmla="*/ 2257947 h 6858000"/>
                <a:gd name="connsiteX78" fmla="*/ 280601 w 7014588"/>
                <a:gd name="connsiteY78" fmla="*/ 2257947 h 6858000"/>
                <a:gd name="connsiteX79" fmla="*/ 280601 w 7014588"/>
                <a:gd name="connsiteY79" fmla="*/ 2250462 h 6858000"/>
                <a:gd name="connsiteX80" fmla="*/ 243512 w 7014588"/>
                <a:gd name="connsiteY80" fmla="*/ 2257951 h 6858000"/>
                <a:gd name="connsiteX81" fmla="*/ 0 w 7014588"/>
                <a:gd name="connsiteY81" fmla="*/ 2014439 h 6858000"/>
                <a:gd name="connsiteX82" fmla="*/ 71323 w 7014588"/>
                <a:gd name="connsiteY82" fmla="*/ 1842250 h 6858000"/>
                <a:gd name="connsiteX83" fmla="*/ 110232 w 7014588"/>
                <a:gd name="connsiteY83" fmla="*/ 1816016 h 6858000"/>
                <a:gd name="connsiteX84" fmla="*/ 108260 w 7014588"/>
                <a:gd name="connsiteY84" fmla="*/ 1812413 h 6858000"/>
                <a:gd name="connsiteX85" fmla="*/ 3250972 w 7014588"/>
                <a:gd name="connsiteY85" fmla="*/ 92015 h 6858000"/>
                <a:gd name="connsiteX86" fmla="*/ 3507296 w 7014588"/>
                <a:gd name="connsiteY8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014588" h="6858000">
                  <a:moveTo>
                    <a:pt x="3669573" y="2070660"/>
                  </a:moveTo>
                  <a:lnTo>
                    <a:pt x="3669573" y="2528141"/>
                  </a:lnTo>
                  <a:lnTo>
                    <a:pt x="3669255" y="2528141"/>
                  </a:lnTo>
                  <a:lnTo>
                    <a:pt x="3669255" y="4781487"/>
                  </a:lnTo>
                  <a:lnTo>
                    <a:pt x="3669573" y="4781487"/>
                  </a:lnTo>
                  <a:lnTo>
                    <a:pt x="3669573" y="6219688"/>
                  </a:lnTo>
                  <a:lnTo>
                    <a:pt x="6222822" y="6219688"/>
                  </a:lnTo>
                  <a:lnTo>
                    <a:pt x="6222822" y="2070660"/>
                  </a:lnTo>
                  <a:close/>
                  <a:moveTo>
                    <a:pt x="477694" y="2060648"/>
                  </a:moveTo>
                  <a:lnTo>
                    <a:pt x="476896" y="2064602"/>
                  </a:lnTo>
                  <a:lnTo>
                    <a:pt x="477694" y="2064602"/>
                  </a:lnTo>
                  <a:close/>
                  <a:moveTo>
                    <a:pt x="3507293" y="350703"/>
                  </a:moveTo>
                  <a:cubicBezTo>
                    <a:pt x="3471645" y="350703"/>
                    <a:pt x="3437683" y="357930"/>
                    <a:pt x="3406793" y="370994"/>
                  </a:cubicBezTo>
                  <a:lnTo>
                    <a:pt x="884104" y="1751509"/>
                  </a:lnTo>
                  <a:lnTo>
                    <a:pt x="3350099" y="1751509"/>
                  </a:lnTo>
                  <a:lnTo>
                    <a:pt x="3350417" y="1751541"/>
                  </a:lnTo>
                  <a:lnTo>
                    <a:pt x="3350417" y="1751504"/>
                  </a:lnTo>
                  <a:lnTo>
                    <a:pt x="3669573" y="1751504"/>
                  </a:lnTo>
                  <a:lnTo>
                    <a:pt x="6063309" y="1751504"/>
                  </a:lnTo>
                  <a:lnTo>
                    <a:pt x="6063309" y="1751501"/>
                  </a:lnTo>
                  <a:lnTo>
                    <a:pt x="6130469" y="1751501"/>
                  </a:lnTo>
                  <a:lnTo>
                    <a:pt x="3607792" y="370994"/>
                  </a:lnTo>
                  <a:cubicBezTo>
                    <a:pt x="3576902" y="357930"/>
                    <a:pt x="3542943" y="350703"/>
                    <a:pt x="3507293" y="350703"/>
                  </a:cubicBezTo>
                  <a:close/>
                  <a:moveTo>
                    <a:pt x="3507296" y="0"/>
                  </a:moveTo>
                  <a:cubicBezTo>
                    <a:pt x="3632881" y="0"/>
                    <a:pt x="3639422" y="30426"/>
                    <a:pt x="3763638" y="92031"/>
                  </a:cubicBezTo>
                  <a:cubicBezTo>
                    <a:pt x="3872328" y="145937"/>
                    <a:pt x="5394889" y="983619"/>
                    <a:pt x="6475616" y="1576371"/>
                  </a:cubicBezTo>
                  <a:lnTo>
                    <a:pt x="6865354" y="1789960"/>
                  </a:lnTo>
                  <a:lnTo>
                    <a:pt x="6865864" y="1790064"/>
                  </a:lnTo>
                  <a:lnTo>
                    <a:pt x="6867254" y="1791003"/>
                  </a:lnTo>
                  <a:lnTo>
                    <a:pt x="6906322" y="1812413"/>
                  </a:lnTo>
                  <a:lnTo>
                    <a:pt x="6904352" y="1816013"/>
                  </a:lnTo>
                  <a:lnTo>
                    <a:pt x="6943265" y="1842250"/>
                  </a:lnTo>
                  <a:cubicBezTo>
                    <a:pt x="6987334" y="1886318"/>
                    <a:pt x="7014588" y="1947194"/>
                    <a:pt x="7014588" y="2014439"/>
                  </a:cubicBezTo>
                  <a:cubicBezTo>
                    <a:pt x="7014588" y="2115305"/>
                    <a:pt x="6953264" y="2201848"/>
                    <a:pt x="6865864" y="2238813"/>
                  </a:cubicBezTo>
                  <a:lnTo>
                    <a:pt x="6849944" y="2242028"/>
                  </a:lnTo>
                  <a:lnTo>
                    <a:pt x="6849944" y="2257951"/>
                  </a:lnTo>
                  <a:lnTo>
                    <a:pt x="6771076" y="2257951"/>
                  </a:lnTo>
                  <a:lnTo>
                    <a:pt x="6541978" y="2257951"/>
                  </a:lnTo>
                  <a:lnTo>
                    <a:pt x="6541978" y="6219688"/>
                  </a:lnTo>
                  <a:lnTo>
                    <a:pt x="6541978" y="6538844"/>
                  </a:lnTo>
                  <a:lnTo>
                    <a:pt x="6222822" y="6538844"/>
                  </a:lnTo>
                  <a:lnTo>
                    <a:pt x="5903666" y="6538844"/>
                  </a:lnTo>
                  <a:lnTo>
                    <a:pt x="5903666" y="6858000"/>
                  </a:lnTo>
                  <a:lnTo>
                    <a:pt x="5584510" y="6858000"/>
                  </a:lnTo>
                  <a:lnTo>
                    <a:pt x="5584510" y="6538844"/>
                  </a:lnTo>
                  <a:lnTo>
                    <a:pt x="4307886" y="6538844"/>
                  </a:lnTo>
                  <a:lnTo>
                    <a:pt x="4307886" y="6858000"/>
                  </a:lnTo>
                  <a:lnTo>
                    <a:pt x="3988729" y="6858000"/>
                  </a:lnTo>
                  <a:lnTo>
                    <a:pt x="3988729" y="6538844"/>
                  </a:lnTo>
                  <a:lnTo>
                    <a:pt x="3669573" y="6538844"/>
                  </a:lnTo>
                  <a:lnTo>
                    <a:pt x="3669255" y="6538812"/>
                  </a:lnTo>
                  <a:lnTo>
                    <a:pt x="3669255" y="6538844"/>
                  </a:lnTo>
                  <a:lnTo>
                    <a:pt x="3350099" y="6538844"/>
                  </a:lnTo>
                  <a:lnTo>
                    <a:pt x="3030943" y="6538844"/>
                  </a:lnTo>
                  <a:lnTo>
                    <a:pt x="3030943" y="6858000"/>
                  </a:lnTo>
                  <a:lnTo>
                    <a:pt x="2711787" y="6858000"/>
                  </a:lnTo>
                  <a:lnTo>
                    <a:pt x="2711787" y="6538844"/>
                  </a:lnTo>
                  <a:lnTo>
                    <a:pt x="1435162" y="6538844"/>
                  </a:lnTo>
                  <a:lnTo>
                    <a:pt x="1435162" y="6858000"/>
                  </a:lnTo>
                  <a:lnTo>
                    <a:pt x="1116006" y="6858000"/>
                  </a:lnTo>
                  <a:lnTo>
                    <a:pt x="1116006" y="6538844"/>
                  </a:lnTo>
                  <a:lnTo>
                    <a:pt x="796850" y="6538844"/>
                  </a:lnTo>
                  <a:cubicBezTo>
                    <a:pt x="620519" y="6538844"/>
                    <a:pt x="477694" y="6396027"/>
                    <a:pt x="477694" y="6219689"/>
                  </a:cubicBezTo>
                  <a:lnTo>
                    <a:pt x="477694" y="6201202"/>
                  </a:lnTo>
                  <a:lnTo>
                    <a:pt x="477694" y="4781487"/>
                  </a:lnTo>
                  <a:lnTo>
                    <a:pt x="477694" y="4128473"/>
                  </a:lnTo>
                  <a:lnTo>
                    <a:pt x="796850" y="4128473"/>
                  </a:lnTo>
                  <a:lnTo>
                    <a:pt x="796850" y="4781487"/>
                  </a:lnTo>
                  <a:lnTo>
                    <a:pt x="796850" y="6201202"/>
                  </a:lnTo>
                  <a:lnTo>
                    <a:pt x="796850" y="6219689"/>
                  </a:lnTo>
                  <a:lnTo>
                    <a:pt x="3350099" y="6219689"/>
                  </a:lnTo>
                  <a:lnTo>
                    <a:pt x="3350099" y="2070664"/>
                  </a:lnTo>
                  <a:lnTo>
                    <a:pt x="796850" y="2070664"/>
                  </a:lnTo>
                  <a:lnTo>
                    <a:pt x="796850" y="2528146"/>
                  </a:lnTo>
                  <a:lnTo>
                    <a:pt x="796850" y="3204513"/>
                  </a:lnTo>
                  <a:lnTo>
                    <a:pt x="477694" y="3204513"/>
                  </a:lnTo>
                  <a:lnTo>
                    <a:pt x="477694" y="2528146"/>
                  </a:lnTo>
                  <a:lnTo>
                    <a:pt x="477694" y="2257947"/>
                  </a:lnTo>
                  <a:lnTo>
                    <a:pt x="280601" y="2257947"/>
                  </a:lnTo>
                  <a:lnTo>
                    <a:pt x="280601" y="2250462"/>
                  </a:lnTo>
                  <a:lnTo>
                    <a:pt x="243512" y="2257951"/>
                  </a:lnTo>
                  <a:cubicBezTo>
                    <a:pt x="109025" y="2257951"/>
                    <a:pt x="0" y="2148926"/>
                    <a:pt x="0" y="2014439"/>
                  </a:cubicBezTo>
                  <a:cubicBezTo>
                    <a:pt x="0" y="1947194"/>
                    <a:pt x="27255" y="1886318"/>
                    <a:pt x="71323" y="1842250"/>
                  </a:cubicBezTo>
                  <a:lnTo>
                    <a:pt x="110232" y="1816016"/>
                  </a:lnTo>
                  <a:lnTo>
                    <a:pt x="108260" y="1812413"/>
                  </a:lnTo>
                  <a:cubicBezTo>
                    <a:pt x="606515" y="1479042"/>
                    <a:pt x="3166215" y="133138"/>
                    <a:pt x="3250972" y="92015"/>
                  </a:cubicBezTo>
                  <a:cubicBezTo>
                    <a:pt x="3335729" y="50893"/>
                    <a:pt x="3381710" y="0"/>
                    <a:pt x="3507296" y="0"/>
                  </a:cubicBezTo>
                  <a:close/>
                </a:path>
              </a:pathLst>
            </a:custGeom>
            <a:grp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sp>
          <p:nvSpPr>
            <p:cNvPr id="257" name="Freeform: Shape 256">
              <a:extLst>
                <a:ext uri="{FF2B5EF4-FFF2-40B4-BE49-F238E27FC236}">
                  <a16:creationId xmlns:a16="http://schemas.microsoft.com/office/drawing/2014/main" id="{596BC0E0-92E2-2F74-51F3-A1CC50079B19}"/>
                </a:ext>
                <a:ext uri="{C183D7F6-B498-43B3-948B-1728B52AA6E4}">
                  <adec:decorative xmlns:adec="http://schemas.microsoft.com/office/drawing/2017/decorative" val="1"/>
                </a:ext>
              </a:extLst>
            </p:cNvPr>
            <p:cNvSpPr/>
            <p:nvPr/>
          </p:nvSpPr>
          <p:spPr>
            <a:xfrm>
              <a:off x="5163193" y="1023305"/>
              <a:ext cx="367865" cy="180988"/>
            </a:xfrm>
            <a:custGeom>
              <a:avLst/>
              <a:gdLst>
                <a:gd name="connsiteX0" fmla="*/ 3603035 w 5517972"/>
                <a:gd name="connsiteY0" fmla="*/ 2553246 h 2714817"/>
                <a:gd name="connsiteX1" fmla="*/ 3922191 w 5517972"/>
                <a:gd name="connsiteY1" fmla="*/ 2553246 h 2714817"/>
                <a:gd name="connsiteX2" fmla="*/ 3922191 w 5517972"/>
                <a:gd name="connsiteY2" fmla="*/ 2714817 h 2714817"/>
                <a:gd name="connsiteX3" fmla="*/ 3603035 w 5517972"/>
                <a:gd name="connsiteY3" fmla="*/ 2714817 h 2714817"/>
                <a:gd name="connsiteX4" fmla="*/ 730313 w 5517972"/>
                <a:gd name="connsiteY4" fmla="*/ 2553246 h 2714817"/>
                <a:gd name="connsiteX5" fmla="*/ 1049469 w 5517972"/>
                <a:gd name="connsiteY5" fmla="*/ 2553246 h 2714817"/>
                <a:gd name="connsiteX6" fmla="*/ 1049469 w 5517972"/>
                <a:gd name="connsiteY6" fmla="*/ 2714817 h 2714817"/>
                <a:gd name="connsiteX7" fmla="*/ 730313 w 5517972"/>
                <a:gd name="connsiteY7" fmla="*/ 2714817 h 2714817"/>
                <a:gd name="connsiteX8" fmla="*/ 4081770 w 5517972"/>
                <a:gd name="connsiteY8" fmla="*/ 2551246 h 2714817"/>
                <a:gd name="connsiteX9" fmla="*/ 4400923 w 5517972"/>
                <a:gd name="connsiteY9" fmla="*/ 2551246 h 2714817"/>
                <a:gd name="connsiteX10" fmla="*/ 4400923 w 5517972"/>
                <a:gd name="connsiteY10" fmla="*/ 2712817 h 2714817"/>
                <a:gd name="connsiteX11" fmla="*/ 4081770 w 5517972"/>
                <a:gd name="connsiteY11" fmla="*/ 2712817 h 2714817"/>
                <a:gd name="connsiteX12" fmla="*/ 1209047 w 5517972"/>
                <a:gd name="connsiteY12" fmla="*/ 2551246 h 2714817"/>
                <a:gd name="connsiteX13" fmla="*/ 1528200 w 5517972"/>
                <a:gd name="connsiteY13" fmla="*/ 2551246 h 2714817"/>
                <a:gd name="connsiteX14" fmla="*/ 1528200 w 5517972"/>
                <a:gd name="connsiteY14" fmla="*/ 2712817 h 2714817"/>
                <a:gd name="connsiteX15" fmla="*/ 1209047 w 5517972"/>
                <a:gd name="connsiteY15" fmla="*/ 2712817 h 2714817"/>
                <a:gd name="connsiteX16" fmla="*/ 5198816 w 5517972"/>
                <a:gd name="connsiteY16" fmla="*/ 2393668 h 2714817"/>
                <a:gd name="connsiteX17" fmla="*/ 5517972 w 5517972"/>
                <a:gd name="connsiteY17" fmla="*/ 2393668 h 2714817"/>
                <a:gd name="connsiteX18" fmla="*/ 5517972 w 5517972"/>
                <a:gd name="connsiteY18" fmla="*/ 2712824 h 2714817"/>
                <a:gd name="connsiteX19" fmla="*/ 5198816 w 5517972"/>
                <a:gd name="connsiteY19" fmla="*/ 2712824 h 2714817"/>
                <a:gd name="connsiteX20" fmla="*/ 2326093 w 5517972"/>
                <a:gd name="connsiteY20" fmla="*/ 2393668 h 2714817"/>
                <a:gd name="connsiteX21" fmla="*/ 2645249 w 5517972"/>
                <a:gd name="connsiteY21" fmla="*/ 2393668 h 2714817"/>
                <a:gd name="connsiteX22" fmla="*/ 2645249 w 5517972"/>
                <a:gd name="connsiteY22" fmla="*/ 2712824 h 2714817"/>
                <a:gd name="connsiteX23" fmla="*/ 2326093 w 5517972"/>
                <a:gd name="connsiteY23" fmla="*/ 2712824 h 2714817"/>
                <a:gd name="connsiteX24" fmla="*/ 4560504 w 5517972"/>
                <a:gd name="connsiteY24" fmla="*/ 1593778 h 2714817"/>
                <a:gd name="connsiteX25" fmla="*/ 5517972 w 5517972"/>
                <a:gd name="connsiteY25" fmla="*/ 1593778 h 2714817"/>
                <a:gd name="connsiteX26" fmla="*/ 5517972 w 5517972"/>
                <a:gd name="connsiteY26" fmla="*/ 1755349 h 2714817"/>
                <a:gd name="connsiteX27" fmla="*/ 4560504 w 5517972"/>
                <a:gd name="connsiteY27" fmla="*/ 1755349 h 2714817"/>
                <a:gd name="connsiteX28" fmla="*/ 1687781 w 5517972"/>
                <a:gd name="connsiteY28" fmla="*/ 1593778 h 2714817"/>
                <a:gd name="connsiteX29" fmla="*/ 2645249 w 5517972"/>
                <a:gd name="connsiteY29" fmla="*/ 1593778 h 2714817"/>
                <a:gd name="connsiteX30" fmla="*/ 2645249 w 5517972"/>
                <a:gd name="connsiteY30" fmla="*/ 1755349 h 2714817"/>
                <a:gd name="connsiteX31" fmla="*/ 1687781 w 5517972"/>
                <a:gd name="connsiteY31" fmla="*/ 1755349 h 2714817"/>
                <a:gd name="connsiteX32" fmla="*/ 4560504 w 5517972"/>
                <a:gd name="connsiteY32" fmla="*/ 1274623 h 2714817"/>
                <a:gd name="connsiteX33" fmla="*/ 5517972 w 5517972"/>
                <a:gd name="connsiteY33" fmla="*/ 1274623 h 2714817"/>
                <a:gd name="connsiteX34" fmla="*/ 5517972 w 5517972"/>
                <a:gd name="connsiteY34" fmla="*/ 1434201 h 2714817"/>
                <a:gd name="connsiteX35" fmla="*/ 4560504 w 5517972"/>
                <a:gd name="connsiteY35" fmla="*/ 1434201 h 2714817"/>
                <a:gd name="connsiteX36" fmla="*/ 1687781 w 5517972"/>
                <a:gd name="connsiteY36" fmla="*/ 1274623 h 2714817"/>
                <a:gd name="connsiteX37" fmla="*/ 2645249 w 5517972"/>
                <a:gd name="connsiteY37" fmla="*/ 1274623 h 2714817"/>
                <a:gd name="connsiteX38" fmla="*/ 2645249 w 5517972"/>
                <a:gd name="connsiteY38" fmla="*/ 1434201 h 2714817"/>
                <a:gd name="connsiteX39" fmla="*/ 1687781 w 5517972"/>
                <a:gd name="connsiteY39" fmla="*/ 1434201 h 2714817"/>
                <a:gd name="connsiteX40" fmla="*/ 4560504 w 5517972"/>
                <a:gd name="connsiteY40" fmla="*/ 953474 h 2714817"/>
                <a:gd name="connsiteX41" fmla="*/ 5517972 w 5517972"/>
                <a:gd name="connsiteY41" fmla="*/ 953474 h 2714817"/>
                <a:gd name="connsiteX42" fmla="*/ 5517972 w 5517972"/>
                <a:gd name="connsiteY42" fmla="*/ 1115045 h 2714817"/>
                <a:gd name="connsiteX43" fmla="*/ 4560504 w 5517972"/>
                <a:gd name="connsiteY43" fmla="*/ 1115045 h 2714817"/>
                <a:gd name="connsiteX44" fmla="*/ 1687781 w 5517972"/>
                <a:gd name="connsiteY44" fmla="*/ 953474 h 2714817"/>
                <a:gd name="connsiteX45" fmla="*/ 2645249 w 5517972"/>
                <a:gd name="connsiteY45" fmla="*/ 953474 h 2714817"/>
                <a:gd name="connsiteX46" fmla="*/ 2645249 w 5517972"/>
                <a:gd name="connsiteY46" fmla="*/ 1115045 h 2714817"/>
                <a:gd name="connsiteX47" fmla="*/ 1687781 w 5517972"/>
                <a:gd name="connsiteY47" fmla="*/ 1115045 h 2714817"/>
                <a:gd name="connsiteX48" fmla="*/ 4560504 w 5517972"/>
                <a:gd name="connsiteY48" fmla="*/ 634318 h 2714817"/>
                <a:gd name="connsiteX49" fmla="*/ 5517972 w 5517972"/>
                <a:gd name="connsiteY49" fmla="*/ 634318 h 2714817"/>
                <a:gd name="connsiteX50" fmla="*/ 5517972 w 5517972"/>
                <a:gd name="connsiteY50" fmla="*/ 793896 h 2714817"/>
                <a:gd name="connsiteX51" fmla="*/ 4560504 w 5517972"/>
                <a:gd name="connsiteY51" fmla="*/ 793896 h 2714817"/>
                <a:gd name="connsiteX52" fmla="*/ 1687781 w 5517972"/>
                <a:gd name="connsiteY52" fmla="*/ 634318 h 2714817"/>
                <a:gd name="connsiteX53" fmla="*/ 2645249 w 5517972"/>
                <a:gd name="connsiteY53" fmla="*/ 634318 h 2714817"/>
                <a:gd name="connsiteX54" fmla="*/ 2645249 w 5517972"/>
                <a:gd name="connsiteY54" fmla="*/ 793896 h 2714817"/>
                <a:gd name="connsiteX55" fmla="*/ 1687781 w 5517972"/>
                <a:gd name="connsiteY55" fmla="*/ 793896 h 2714817"/>
                <a:gd name="connsiteX56" fmla="*/ 4560504 w 5517972"/>
                <a:gd name="connsiteY56" fmla="*/ 313169 h 2714817"/>
                <a:gd name="connsiteX57" fmla="*/ 5517972 w 5517972"/>
                <a:gd name="connsiteY57" fmla="*/ 313169 h 2714817"/>
                <a:gd name="connsiteX58" fmla="*/ 5517972 w 5517972"/>
                <a:gd name="connsiteY58" fmla="*/ 474740 h 2714817"/>
                <a:gd name="connsiteX59" fmla="*/ 4560504 w 5517972"/>
                <a:gd name="connsiteY59" fmla="*/ 474740 h 2714817"/>
                <a:gd name="connsiteX60" fmla="*/ 1687781 w 5517972"/>
                <a:gd name="connsiteY60" fmla="*/ 313169 h 2714817"/>
                <a:gd name="connsiteX61" fmla="*/ 2645249 w 5517972"/>
                <a:gd name="connsiteY61" fmla="*/ 313169 h 2714817"/>
                <a:gd name="connsiteX62" fmla="*/ 2645249 w 5517972"/>
                <a:gd name="connsiteY62" fmla="*/ 474740 h 2714817"/>
                <a:gd name="connsiteX63" fmla="*/ 1687781 w 5517972"/>
                <a:gd name="connsiteY63" fmla="*/ 474740 h 2714817"/>
                <a:gd name="connsiteX64" fmla="*/ 0 w 5517972"/>
                <a:gd name="connsiteY64" fmla="*/ 226758 h 2714817"/>
                <a:gd name="connsiteX65" fmla="*/ 503956 w 5517972"/>
                <a:gd name="connsiteY65" fmla="*/ 226758 h 2714817"/>
                <a:gd name="connsiteX66" fmla="*/ 503956 w 5517972"/>
                <a:gd name="connsiteY66" fmla="*/ 730714 h 2714817"/>
                <a:gd name="connsiteX67" fmla="*/ 0 w 5517972"/>
                <a:gd name="connsiteY67" fmla="*/ 730714 h 2714817"/>
                <a:gd name="connsiteX68" fmla="*/ 4560504 w 5517972"/>
                <a:gd name="connsiteY68" fmla="*/ 0 h 2714817"/>
                <a:gd name="connsiteX69" fmla="*/ 5517972 w 5517972"/>
                <a:gd name="connsiteY69" fmla="*/ 0 h 2714817"/>
                <a:gd name="connsiteX70" fmla="*/ 5517972 w 5517972"/>
                <a:gd name="connsiteY70" fmla="*/ 159578 h 2714817"/>
                <a:gd name="connsiteX71" fmla="*/ 4560504 w 5517972"/>
                <a:gd name="connsiteY71" fmla="*/ 159578 h 2714817"/>
                <a:gd name="connsiteX72" fmla="*/ 1687781 w 5517972"/>
                <a:gd name="connsiteY72" fmla="*/ 0 h 2714817"/>
                <a:gd name="connsiteX73" fmla="*/ 2645249 w 5517972"/>
                <a:gd name="connsiteY73" fmla="*/ 0 h 2714817"/>
                <a:gd name="connsiteX74" fmla="*/ 2645249 w 5517972"/>
                <a:gd name="connsiteY74" fmla="*/ 159578 h 2714817"/>
                <a:gd name="connsiteX75" fmla="*/ 1687781 w 5517972"/>
                <a:gd name="connsiteY75" fmla="*/ 159578 h 27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517972" h="2714817">
                  <a:moveTo>
                    <a:pt x="3603035" y="2553246"/>
                  </a:moveTo>
                  <a:lnTo>
                    <a:pt x="3922191" y="2553246"/>
                  </a:lnTo>
                  <a:lnTo>
                    <a:pt x="3922191" y="2714817"/>
                  </a:lnTo>
                  <a:lnTo>
                    <a:pt x="3603035" y="2714817"/>
                  </a:lnTo>
                  <a:close/>
                  <a:moveTo>
                    <a:pt x="730313" y="2553246"/>
                  </a:moveTo>
                  <a:lnTo>
                    <a:pt x="1049469" y="2553246"/>
                  </a:lnTo>
                  <a:lnTo>
                    <a:pt x="1049469" y="2714817"/>
                  </a:lnTo>
                  <a:lnTo>
                    <a:pt x="730313" y="2714817"/>
                  </a:lnTo>
                  <a:close/>
                  <a:moveTo>
                    <a:pt x="4081770" y="2551246"/>
                  </a:moveTo>
                  <a:lnTo>
                    <a:pt x="4400923" y="2551246"/>
                  </a:lnTo>
                  <a:lnTo>
                    <a:pt x="4400923" y="2712817"/>
                  </a:lnTo>
                  <a:lnTo>
                    <a:pt x="4081770" y="2712817"/>
                  </a:lnTo>
                  <a:close/>
                  <a:moveTo>
                    <a:pt x="1209047" y="2551246"/>
                  </a:moveTo>
                  <a:lnTo>
                    <a:pt x="1528200" y="2551246"/>
                  </a:lnTo>
                  <a:lnTo>
                    <a:pt x="1528200" y="2712817"/>
                  </a:lnTo>
                  <a:lnTo>
                    <a:pt x="1209047" y="2712817"/>
                  </a:lnTo>
                  <a:close/>
                  <a:moveTo>
                    <a:pt x="5198816" y="2393668"/>
                  </a:moveTo>
                  <a:lnTo>
                    <a:pt x="5517972" y="2393668"/>
                  </a:lnTo>
                  <a:lnTo>
                    <a:pt x="5517972" y="2712824"/>
                  </a:lnTo>
                  <a:lnTo>
                    <a:pt x="5198816" y="2712824"/>
                  </a:lnTo>
                  <a:close/>
                  <a:moveTo>
                    <a:pt x="2326093" y="2393668"/>
                  </a:moveTo>
                  <a:lnTo>
                    <a:pt x="2645249" y="2393668"/>
                  </a:lnTo>
                  <a:lnTo>
                    <a:pt x="2645249" y="2712824"/>
                  </a:lnTo>
                  <a:lnTo>
                    <a:pt x="2326093" y="2712824"/>
                  </a:lnTo>
                  <a:close/>
                  <a:moveTo>
                    <a:pt x="4560504" y="1593778"/>
                  </a:moveTo>
                  <a:lnTo>
                    <a:pt x="5517972" y="1593778"/>
                  </a:lnTo>
                  <a:lnTo>
                    <a:pt x="5517972" y="1755349"/>
                  </a:lnTo>
                  <a:lnTo>
                    <a:pt x="4560504" y="1755349"/>
                  </a:lnTo>
                  <a:close/>
                  <a:moveTo>
                    <a:pt x="1687781" y="1593778"/>
                  </a:moveTo>
                  <a:lnTo>
                    <a:pt x="2645249" y="1593778"/>
                  </a:lnTo>
                  <a:lnTo>
                    <a:pt x="2645249" y="1755349"/>
                  </a:lnTo>
                  <a:lnTo>
                    <a:pt x="1687781" y="1755349"/>
                  </a:lnTo>
                  <a:close/>
                  <a:moveTo>
                    <a:pt x="4560504" y="1274623"/>
                  </a:moveTo>
                  <a:lnTo>
                    <a:pt x="5517972" y="1274623"/>
                  </a:lnTo>
                  <a:lnTo>
                    <a:pt x="5517972" y="1434201"/>
                  </a:lnTo>
                  <a:lnTo>
                    <a:pt x="4560504" y="1434201"/>
                  </a:lnTo>
                  <a:close/>
                  <a:moveTo>
                    <a:pt x="1687781" y="1274623"/>
                  </a:moveTo>
                  <a:lnTo>
                    <a:pt x="2645249" y="1274623"/>
                  </a:lnTo>
                  <a:lnTo>
                    <a:pt x="2645249" y="1434201"/>
                  </a:lnTo>
                  <a:lnTo>
                    <a:pt x="1687781" y="1434201"/>
                  </a:lnTo>
                  <a:close/>
                  <a:moveTo>
                    <a:pt x="4560504" y="953474"/>
                  </a:moveTo>
                  <a:lnTo>
                    <a:pt x="5517972" y="953474"/>
                  </a:lnTo>
                  <a:lnTo>
                    <a:pt x="5517972" y="1115045"/>
                  </a:lnTo>
                  <a:lnTo>
                    <a:pt x="4560504" y="1115045"/>
                  </a:lnTo>
                  <a:close/>
                  <a:moveTo>
                    <a:pt x="1687781" y="953474"/>
                  </a:moveTo>
                  <a:lnTo>
                    <a:pt x="2645249" y="953474"/>
                  </a:lnTo>
                  <a:lnTo>
                    <a:pt x="2645249" y="1115045"/>
                  </a:lnTo>
                  <a:lnTo>
                    <a:pt x="1687781" y="1115045"/>
                  </a:lnTo>
                  <a:close/>
                  <a:moveTo>
                    <a:pt x="4560504" y="634318"/>
                  </a:moveTo>
                  <a:lnTo>
                    <a:pt x="5517972" y="634318"/>
                  </a:lnTo>
                  <a:lnTo>
                    <a:pt x="5517972" y="793896"/>
                  </a:lnTo>
                  <a:lnTo>
                    <a:pt x="4560504" y="793896"/>
                  </a:lnTo>
                  <a:close/>
                  <a:moveTo>
                    <a:pt x="1687781" y="634318"/>
                  </a:moveTo>
                  <a:lnTo>
                    <a:pt x="2645249" y="634318"/>
                  </a:lnTo>
                  <a:lnTo>
                    <a:pt x="2645249" y="793896"/>
                  </a:lnTo>
                  <a:lnTo>
                    <a:pt x="1687781" y="793896"/>
                  </a:lnTo>
                  <a:close/>
                  <a:moveTo>
                    <a:pt x="4560504" y="313169"/>
                  </a:moveTo>
                  <a:lnTo>
                    <a:pt x="5517972" y="313169"/>
                  </a:lnTo>
                  <a:lnTo>
                    <a:pt x="5517972" y="474740"/>
                  </a:lnTo>
                  <a:lnTo>
                    <a:pt x="4560504" y="474740"/>
                  </a:lnTo>
                  <a:close/>
                  <a:moveTo>
                    <a:pt x="1687781" y="313169"/>
                  </a:moveTo>
                  <a:lnTo>
                    <a:pt x="2645249" y="313169"/>
                  </a:lnTo>
                  <a:lnTo>
                    <a:pt x="2645249" y="474740"/>
                  </a:lnTo>
                  <a:lnTo>
                    <a:pt x="1687781" y="474740"/>
                  </a:lnTo>
                  <a:close/>
                  <a:moveTo>
                    <a:pt x="0" y="226758"/>
                  </a:moveTo>
                  <a:lnTo>
                    <a:pt x="503956" y="226758"/>
                  </a:lnTo>
                  <a:lnTo>
                    <a:pt x="503956" y="730714"/>
                  </a:lnTo>
                  <a:lnTo>
                    <a:pt x="0" y="730714"/>
                  </a:lnTo>
                  <a:close/>
                  <a:moveTo>
                    <a:pt x="4560504" y="0"/>
                  </a:moveTo>
                  <a:lnTo>
                    <a:pt x="5517972" y="0"/>
                  </a:lnTo>
                  <a:lnTo>
                    <a:pt x="5517972" y="159578"/>
                  </a:lnTo>
                  <a:lnTo>
                    <a:pt x="4560504" y="159578"/>
                  </a:lnTo>
                  <a:close/>
                  <a:moveTo>
                    <a:pt x="1687781" y="0"/>
                  </a:moveTo>
                  <a:lnTo>
                    <a:pt x="2645249" y="0"/>
                  </a:lnTo>
                  <a:lnTo>
                    <a:pt x="2645249" y="159578"/>
                  </a:lnTo>
                  <a:lnTo>
                    <a:pt x="1687781" y="159578"/>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824" name="Group 2823">
            <a:extLst>
              <a:ext uri="{FF2B5EF4-FFF2-40B4-BE49-F238E27FC236}">
                <a16:creationId xmlns:a16="http://schemas.microsoft.com/office/drawing/2014/main" id="{08038711-6ED3-C1AF-968B-96BFC5699652}"/>
              </a:ext>
              <a:ext uri="{C183D7F6-B498-43B3-948B-1728B52AA6E4}">
                <adec:decorative xmlns:adec="http://schemas.microsoft.com/office/drawing/2017/decorative" val="1"/>
              </a:ext>
            </a:extLst>
          </p:cNvPr>
          <p:cNvGrpSpPr>
            <a:grpSpLocks noChangeAspect="1"/>
          </p:cNvGrpSpPr>
          <p:nvPr/>
        </p:nvGrpSpPr>
        <p:grpSpPr>
          <a:xfrm>
            <a:off x="5780077" y="810791"/>
            <a:ext cx="414196" cy="457200"/>
            <a:chOff x="5780077" y="810791"/>
            <a:chExt cx="414196" cy="457200"/>
          </a:xfrm>
          <a:solidFill>
            <a:schemeClr val="accent2"/>
          </a:solidFill>
        </p:grpSpPr>
        <p:sp>
          <p:nvSpPr>
            <p:cNvPr id="260" name="Freeform: Shape 259">
              <a:extLst>
                <a:ext uri="{FF2B5EF4-FFF2-40B4-BE49-F238E27FC236}">
                  <a16:creationId xmlns:a16="http://schemas.microsoft.com/office/drawing/2014/main" id="{F1EC4937-2060-D2F2-349D-836B3102DC37}"/>
                </a:ext>
                <a:ext uri="{C183D7F6-B498-43B3-948B-1728B52AA6E4}">
                  <adec:decorative xmlns:adec="http://schemas.microsoft.com/office/drawing/2017/decorative" val="1"/>
                </a:ext>
              </a:extLst>
            </p:cNvPr>
            <p:cNvSpPr/>
            <p:nvPr/>
          </p:nvSpPr>
          <p:spPr>
            <a:xfrm>
              <a:off x="5785532" y="815956"/>
              <a:ext cx="408741" cy="452035"/>
            </a:xfrm>
            <a:custGeom>
              <a:avLst/>
              <a:gdLst>
                <a:gd name="connsiteX0" fmla="*/ 791989 w 835988"/>
                <a:gd name="connsiteY0" fmla="*/ 0 h 924537"/>
                <a:gd name="connsiteX1" fmla="*/ 835988 w 835988"/>
                <a:gd name="connsiteY1" fmla="*/ 44550 h 924537"/>
                <a:gd name="connsiteX2" fmla="*/ 835988 w 835988"/>
                <a:gd name="connsiteY2" fmla="*/ 880538 h 924537"/>
                <a:gd name="connsiteX3" fmla="*/ 791989 w 835988"/>
                <a:gd name="connsiteY3" fmla="*/ 880538 h 924537"/>
                <a:gd name="connsiteX4" fmla="*/ 747989 w 835988"/>
                <a:gd name="connsiteY4" fmla="*/ 880538 h 924537"/>
                <a:gd name="connsiteX5" fmla="*/ 747989 w 835988"/>
                <a:gd name="connsiteY5" fmla="*/ 924537 h 924537"/>
                <a:gd name="connsiteX6" fmla="*/ 703990 w 835988"/>
                <a:gd name="connsiteY6" fmla="*/ 924537 h 924537"/>
                <a:gd name="connsiteX7" fmla="*/ 703990 w 835988"/>
                <a:gd name="connsiteY7" fmla="*/ 880538 h 924537"/>
                <a:gd name="connsiteX8" fmla="*/ 131998 w 835988"/>
                <a:gd name="connsiteY8" fmla="*/ 880538 h 924537"/>
                <a:gd name="connsiteX9" fmla="*/ 131998 w 835988"/>
                <a:gd name="connsiteY9" fmla="*/ 924537 h 924537"/>
                <a:gd name="connsiteX10" fmla="*/ 87999 w 835988"/>
                <a:gd name="connsiteY10" fmla="*/ 924537 h 924537"/>
                <a:gd name="connsiteX11" fmla="*/ 87999 w 835988"/>
                <a:gd name="connsiteY11" fmla="*/ 880538 h 924537"/>
                <a:gd name="connsiteX12" fmla="*/ 44000 w 835988"/>
                <a:gd name="connsiteY12" fmla="*/ 880538 h 924537"/>
                <a:gd name="connsiteX13" fmla="*/ 0 w 835988"/>
                <a:gd name="connsiteY13" fmla="*/ 836538 h 924537"/>
                <a:gd name="connsiteX14" fmla="*/ 0 w 835988"/>
                <a:gd name="connsiteY14" fmla="*/ 792540 h 924537"/>
                <a:gd name="connsiteX15" fmla="*/ 0 w 835988"/>
                <a:gd name="connsiteY15" fmla="*/ 770540 h 924537"/>
                <a:gd name="connsiteX16" fmla="*/ 0 w 835988"/>
                <a:gd name="connsiteY16" fmla="*/ 638541 h 924537"/>
                <a:gd name="connsiteX17" fmla="*/ 43999 w 835988"/>
                <a:gd name="connsiteY17" fmla="*/ 638541 h 924537"/>
                <a:gd name="connsiteX18" fmla="*/ 43999 w 835988"/>
                <a:gd name="connsiteY18" fmla="*/ 770540 h 924537"/>
                <a:gd name="connsiteX19" fmla="*/ 44000 w 835988"/>
                <a:gd name="connsiteY19" fmla="*/ 770540 h 924537"/>
                <a:gd name="connsiteX20" fmla="*/ 44000 w 835988"/>
                <a:gd name="connsiteY20" fmla="*/ 836538 h 924537"/>
                <a:gd name="connsiteX21" fmla="*/ 791989 w 835988"/>
                <a:gd name="connsiteY21" fmla="*/ 836538 h 924537"/>
                <a:gd name="connsiteX22" fmla="*/ 791989 w 835988"/>
                <a:gd name="connsiteY22" fmla="*/ 601692 h 924537"/>
                <a:gd name="connsiteX23" fmla="*/ 44000 w 835988"/>
                <a:gd name="connsiteY23" fmla="*/ 601692 h 924537"/>
                <a:gd name="connsiteX24" fmla="*/ 0 w 835988"/>
                <a:gd name="connsiteY24" fmla="*/ 557692 h 924537"/>
                <a:gd name="connsiteX25" fmla="*/ 0 w 835988"/>
                <a:gd name="connsiteY25" fmla="*/ 506544 h 924537"/>
                <a:gd name="connsiteX26" fmla="*/ 0 w 835988"/>
                <a:gd name="connsiteY26" fmla="*/ 484543 h 924537"/>
                <a:gd name="connsiteX27" fmla="*/ 0 w 835988"/>
                <a:gd name="connsiteY27" fmla="*/ 352545 h 924537"/>
                <a:gd name="connsiteX28" fmla="*/ 43999 w 835988"/>
                <a:gd name="connsiteY28" fmla="*/ 352545 h 924537"/>
                <a:gd name="connsiteX29" fmla="*/ 43999 w 835988"/>
                <a:gd name="connsiteY29" fmla="*/ 484543 h 924537"/>
                <a:gd name="connsiteX30" fmla="*/ 44000 w 835988"/>
                <a:gd name="connsiteY30" fmla="*/ 484543 h 924537"/>
                <a:gd name="connsiteX31" fmla="*/ 44000 w 835988"/>
                <a:gd name="connsiteY31" fmla="*/ 557692 h 924537"/>
                <a:gd name="connsiteX32" fmla="*/ 791989 w 835988"/>
                <a:gd name="connsiteY32" fmla="*/ 557692 h 924537"/>
                <a:gd name="connsiteX33" fmla="*/ 791989 w 835988"/>
                <a:gd name="connsiteY33" fmla="*/ 321746 h 924537"/>
                <a:gd name="connsiteX34" fmla="*/ 44000 w 835988"/>
                <a:gd name="connsiteY34" fmla="*/ 321746 h 924537"/>
                <a:gd name="connsiteX35" fmla="*/ 0 w 835988"/>
                <a:gd name="connsiteY35" fmla="*/ 281046 h 924537"/>
                <a:gd name="connsiteX36" fmla="*/ 0 w 835988"/>
                <a:gd name="connsiteY36" fmla="*/ 233196 h 924537"/>
                <a:gd name="connsiteX37" fmla="*/ 0 w 835988"/>
                <a:gd name="connsiteY37" fmla="*/ 154548 h 924537"/>
                <a:gd name="connsiteX38" fmla="*/ 0 w 835988"/>
                <a:gd name="connsiteY38" fmla="*/ 90748 h 924537"/>
                <a:gd name="connsiteX39" fmla="*/ 43999 w 835988"/>
                <a:gd name="connsiteY39" fmla="*/ 90748 h 924537"/>
                <a:gd name="connsiteX40" fmla="*/ 43999 w 835988"/>
                <a:gd name="connsiteY40" fmla="*/ 154548 h 924537"/>
                <a:gd name="connsiteX41" fmla="*/ 44000 w 835988"/>
                <a:gd name="connsiteY41" fmla="*/ 154548 h 924537"/>
                <a:gd name="connsiteX42" fmla="*/ 44000 w 835988"/>
                <a:gd name="connsiteY42" fmla="*/ 278296 h 924537"/>
                <a:gd name="connsiteX43" fmla="*/ 791989 w 835988"/>
                <a:gd name="connsiteY43" fmla="*/ 278296 h 924537"/>
                <a:gd name="connsiteX44" fmla="*/ 791989 w 835988"/>
                <a:gd name="connsiteY44" fmla="*/ 44550 h 924537"/>
                <a:gd name="connsiteX45" fmla="*/ 153448 w 835988"/>
                <a:gd name="connsiteY45" fmla="*/ 44550 h 924537"/>
                <a:gd name="connsiteX46" fmla="*/ 153448 w 835988"/>
                <a:gd name="connsiteY46" fmla="*/ 44549 h 924537"/>
                <a:gd name="connsiteX47" fmla="*/ 89312 w 835988"/>
                <a:gd name="connsiteY47" fmla="*/ 44549 h 924537"/>
                <a:gd name="connsiteX48" fmla="*/ 89312 w 835988"/>
                <a:gd name="connsiteY48" fmla="*/ 550 h 924537"/>
                <a:gd name="connsiteX49" fmla="*/ 153448 w 835988"/>
                <a:gd name="connsiteY49" fmla="*/ 550 h 92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35988" h="924537">
                  <a:moveTo>
                    <a:pt x="791989" y="0"/>
                  </a:moveTo>
                  <a:cubicBezTo>
                    <a:pt x="816189" y="0"/>
                    <a:pt x="835988" y="19800"/>
                    <a:pt x="835988" y="44550"/>
                  </a:cubicBezTo>
                  <a:lnTo>
                    <a:pt x="835988" y="880538"/>
                  </a:lnTo>
                  <a:lnTo>
                    <a:pt x="791989" y="880538"/>
                  </a:lnTo>
                  <a:lnTo>
                    <a:pt x="747989" y="880538"/>
                  </a:lnTo>
                  <a:lnTo>
                    <a:pt x="747989" y="924537"/>
                  </a:lnTo>
                  <a:lnTo>
                    <a:pt x="703990" y="924537"/>
                  </a:lnTo>
                  <a:lnTo>
                    <a:pt x="703990" y="880538"/>
                  </a:lnTo>
                  <a:lnTo>
                    <a:pt x="131998" y="880538"/>
                  </a:lnTo>
                  <a:lnTo>
                    <a:pt x="131998" y="924537"/>
                  </a:lnTo>
                  <a:lnTo>
                    <a:pt x="87999" y="924537"/>
                  </a:lnTo>
                  <a:lnTo>
                    <a:pt x="87999" y="880538"/>
                  </a:lnTo>
                  <a:lnTo>
                    <a:pt x="44000" y="880538"/>
                  </a:lnTo>
                  <a:cubicBezTo>
                    <a:pt x="19800" y="880538"/>
                    <a:pt x="0" y="860738"/>
                    <a:pt x="0" y="836538"/>
                  </a:cubicBezTo>
                  <a:lnTo>
                    <a:pt x="0" y="792540"/>
                  </a:lnTo>
                  <a:lnTo>
                    <a:pt x="0" y="770540"/>
                  </a:lnTo>
                  <a:lnTo>
                    <a:pt x="0" y="638541"/>
                  </a:lnTo>
                  <a:lnTo>
                    <a:pt x="43999" y="638541"/>
                  </a:lnTo>
                  <a:lnTo>
                    <a:pt x="43999" y="770540"/>
                  </a:lnTo>
                  <a:lnTo>
                    <a:pt x="44000" y="770540"/>
                  </a:lnTo>
                  <a:lnTo>
                    <a:pt x="44000" y="836538"/>
                  </a:lnTo>
                  <a:lnTo>
                    <a:pt x="791989" y="836538"/>
                  </a:lnTo>
                  <a:lnTo>
                    <a:pt x="791989" y="601692"/>
                  </a:lnTo>
                  <a:lnTo>
                    <a:pt x="44000" y="601692"/>
                  </a:lnTo>
                  <a:cubicBezTo>
                    <a:pt x="19800" y="601692"/>
                    <a:pt x="0" y="581892"/>
                    <a:pt x="0" y="557692"/>
                  </a:cubicBezTo>
                  <a:lnTo>
                    <a:pt x="0" y="506544"/>
                  </a:lnTo>
                  <a:lnTo>
                    <a:pt x="0" y="484543"/>
                  </a:lnTo>
                  <a:lnTo>
                    <a:pt x="0" y="352545"/>
                  </a:lnTo>
                  <a:lnTo>
                    <a:pt x="43999" y="352545"/>
                  </a:lnTo>
                  <a:lnTo>
                    <a:pt x="43999" y="484543"/>
                  </a:lnTo>
                  <a:lnTo>
                    <a:pt x="44000" y="484543"/>
                  </a:lnTo>
                  <a:lnTo>
                    <a:pt x="44000" y="557692"/>
                  </a:lnTo>
                  <a:lnTo>
                    <a:pt x="791989" y="557692"/>
                  </a:lnTo>
                  <a:lnTo>
                    <a:pt x="791989" y="321746"/>
                  </a:lnTo>
                  <a:lnTo>
                    <a:pt x="44000" y="321746"/>
                  </a:lnTo>
                  <a:cubicBezTo>
                    <a:pt x="20900" y="321746"/>
                    <a:pt x="1650" y="303596"/>
                    <a:pt x="0" y="281046"/>
                  </a:cubicBezTo>
                  <a:lnTo>
                    <a:pt x="0" y="233196"/>
                  </a:lnTo>
                  <a:lnTo>
                    <a:pt x="0" y="154548"/>
                  </a:lnTo>
                  <a:lnTo>
                    <a:pt x="0" y="90748"/>
                  </a:lnTo>
                  <a:lnTo>
                    <a:pt x="43999" y="90748"/>
                  </a:lnTo>
                  <a:lnTo>
                    <a:pt x="43999" y="154548"/>
                  </a:lnTo>
                  <a:lnTo>
                    <a:pt x="44000" y="154548"/>
                  </a:lnTo>
                  <a:lnTo>
                    <a:pt x="44000" y="278296"/>
                  </a:lnTo>
                  <a:lnTo>
                    <a:pt x="791989" y="278296"/>
                  </a:lnTo>
                  <a:lnTo>
                    <a:pt x="791989" y="44550"/>
                  </a:lnTo>
                  <a:lnTo>
                    <a:pt x="153448" y="44550"/>
                  </a:lnTo>
                  <a:lnTo>
                    <a:pt x="153448" y="44549"/>
                  </a:lnTo>
                  <a:lnTo>
                    <a:pt x="89312" y="44549"/>
                  </a:lnTo>
                  <a:lnTo>
                    <a:pt x="89312" y="550"/>
                  </a:lnTo>
                  <a:lnTo>
                    <a:pt x="153448" y="550"/>
                  </a:lnTo>
                  <a:close/>
                </a:path>
              </a:pathLst>
            </a:custGeom>
            <a:grpFill/>
            <a:ln w="12601" cap="flat">
              <a:noFill/>
              <a:prstDash val="solid"/>
              <a:miter/>
            </a:ln>
          </p:spPr>
          <p:txBody>
            <a:bodyPr wrap="square" rtlCol="0" anchor="ctr">
              <a:noAutofit/>
            </a:bodyPr>
            <a:lstStyle/>
            <a:p>
              <a:endParaRPr lang="en-US"/>
            </a:p>
          </p:txBody>
        </p:sp>
        <p:sp>
          <p:nvSpPr>
            <p:cNvPr id="281" name="Freeform: Shape 280">
              <a:extLst>
                <a:ext uri="{FF2B5EF4-FFF2-40B4-BE49-F238E27FC236}">
                  <a16:creationId xmlns:a16="http://schemas.microsoft.com/office/drawing/2014/main" id="{559513F8-9749-FEC2-B387-C1DD2DE439ED}"/>
                </a:ext>
                <a:ext uri="{C183D7F6-B498-43B3-948B-1728B52AA6E4}">
                  <adec:decorative xmlns:adec="http://schemas.microsoft.com/office/drawing/2017/decorative" val="1"/>
                </a:ext>
              </a:extLst>
            </p:cNvPr>
            <p:cNvSpPr/>
            <p:nvPr/>
          </p:nvSpPr>
          <p:spPr>
            <a:xfrm rot="5400000">
              <a:off x="5759382" y="831486"/>
              <a:ext cx="391586" cy="350196"/>
            </a:xfrm>
            <a:custGeom>
              <a:avLst/>
              <a:gdLst>
                <a:gd name="connsiteX0" fmla="*/ 5712447 w 5873790"/>
                <a:gd name="connsiteY0" fmla="*/ 2266894 h 5252929"/>
                <a:gd name="connsiteX1" fmla="*/ 5712447 w 5873790"/>
                <a:gd name="connsiteY1" fmla="*/ 645375 h 5252929"/>
                <a:gd name="connsiteX2" fmla="*/ 5873790 w 5873790"/>
                <a:gd name="connsiteY2" fmla="*/ 645375 h 5252929"/>
                <a:gd name="connsiteX3" fmla="*/ 5873790 w 5873790"/>
                <a:gd name="connsiteY3" fmla="*/ 2266894 h 5252929"/>
                <a:gd name="connsiteX4" fmla="*/ 5454291 w 5873790"/>
                <a:gd name="connsiteY4" fmla="*/ 322687 h 5252929"/>
                <a:gd name="connsiteX5" fmla="*/ 5454291 w 5873790"/>
                <a:gd name="connsiteY5" fmla="*/ 0 h 5252929"/>
                <a:gd name="connsiteX6" fmla="*/ 5619668 w 5873790"/>
                <a:gd name="connsiteY6" fmla="*/ 0 h 5252929"/>
                <a:gd name="connsiteX7" fmla="*/ 5619668 w 5873790"/>
                <a:gd name="connsiteY7" fmla="*/ 322687 h 5252929"/>
                <a:gd name="connsiteX8" fmla="*/ 5409928 w 5873790"/>
                <a:gd name="connsiteY8" fmla="*/ 2266894 h 5252929"/>
                <a:gd name="connsiteX9" fmla="*/ 5409928 w 5873790"/>
                <a:gd name="connsiteY9" fmla="*/ 645375 h 5252929"/>
                <a:gd name="connsiteX10" fmla="*/ 5575305 w 5873790"/>
                <a:gd name="connsiteY10" fmla="*/ 645375 h 5252929"/>
                <a:gd name="connsiteX11" fmla="*/ 5575305 w 5873790"/>
                <a:gd name="connsiteY11" fmla="*/ 2266894 h 5252929"/>
                <a:gd name="connsiteX12" fmla="*/ 5111435 w 5873790"/>
                <a:gd name="connsiteY12" fmla="*/ 2266894 h 5252929"/>
                <a:gd name="connsiteX13" fmla="*/ 5111435 w 5873790"/>
                <a:gd name="connsiteY13" fmla="*/ 645375 h 5252929"/>
                <a:gd name="connsiteX14" fmla="*/ 5272775 w 5873790"/>
                <a:gd name="connsiteY14" fmla="*/ 645375 h 5252929"/>
                <a:gd name="connsiteX15" fmla="*/ 5272775 w 5873790"/>
                <a:gd name="connsiteY15" fmla="*/ 2266894 h 5252929"/>
                <a:gd name="connsiteX16" fmla="*/ 4812950 w 5873790"/>
                <a:gd name="connsiteY16" fmla="*/ 322687 h 5252929"/>
                <a:gd name="connsiteX17" fmla="*/ 4812950 w 5873790"/>
                <a:gd name="connsiteY17" fmla="*/ 0 h 5252929"/>
                <a:gd name="connsiteX18" fmla="*/ 5135638 w 5873790"/>
                <a:gd name="connsiteY18" fmla="*/ 0 h 5252929"/>
                <a:gd name="connsiteX19" fmla="*/ 5135638 w 5873790"/>
                <a:gd name="connsiteY19" fmla="*/ 322687 h 5252929"/>
                <a:gd name="connsiteX20" fmla="*/ 4812950 w 5873790"/>
                <a:gd name="connsiteY20" fmla="*/ 2266894 h 5252929"/>
                <a:gd name="connsiteX21" fmla="*/ 4812950 w 5873790"/>
                <a:gd name="connsiteY21" fmla="*/ 645375 h 5252929"/>
                <a:gd name="connsiteX22" fmla="*/ 4974293 w 5873790"/>
                <a:gd name="connsiteY22" fmla="*/ 645375 h 5252929"/>
                <a:gd name="connsiteX23" fmla="*/ 4974293 w 5873790"/>
                <a:gd name="connsiteY23" fmla="*/ 2266894 h 5252929"/>
                <a:gd name="connsiteX24" fmla="*/ 3659330 w 5873790"/>
                <a:gd name="connsiteY24" fmla="*/ 2266894 h 5252929"/>
                <a:gd name="connsiteX25" fmla="*/ 3659330 w 5873790"/>
                <a:gd name="connsiteY25" fmla="*/ 645375 h 5252929"/>
                <a:gd name="connsiteX26" fmla="*/ 3820670 w 5873790"/>
                <a:gd name="connsiteY26" fmla="*/ 645375 h 5252929"/>
                <a:gd name="connsiteX27" fmla="*/ 3820670 w 5873790"/>
                <a:gd name="connsiteY27" fmla="*/ 2266894 h 5252929"/>
                <a:gd name="connsiteX28" fmla="*/ 3401174 w 5873790"/>
                <a:gd name="connsiteY28" fmla="*/ 322687 h 5252929"/>
                <a:gd name="connsiteX29" fmla="*/ 3401174 w 5873790"/>
                <a:gd name="connsiteY29" fmla="*/ 0 h 5252929"/>
                <a:gd name="connsiteX30" fmla="*/ 3566551 w 5873790"/>
                <a:gd name="connsiteY30" fmla="*/ 0 h 5252929"/>
                <a:gd name="connsiteX31" fmla="*/ 3566551 w 5873790"/>
                <a:gd name="connsiteY31" fmla="*/ 322687 h 5252929"/>
                <a:gd name="connsiteX32" fmla="*/ 3356811 w 5873790"/>
                <a:gd name="connsiteY32" fmla="*/ 2266894 h 5252929"/>
                <a:gd name="connsiteX33" fmla="*/ 3356811 w 5873790"/>
                <a:gd name="connsiteY33" fmla="*/ 645375 h 5252929"/>
                <a:gd name="connsiteX34" fmla="*/ 3522188 w 5873790"/>
                <a:gd name="connsiteY34" fmla="*/ 645375 h 5252929"/>
                <a:gd name="connsiteX35" fmla="*/ 3522188 w 5873790"/>
                <a:gd name="connsiteY35" fmla="*/ 2266894 h 5252929"/>
                <a:gd name="connsiteX36" fmla="*/ 3058318 w 5873790"/>
                <a:gd name="connsiteY36" fmla="*/ 2266894 h 5252929"/>
                <a:gd name="connsiteX37" fmla="*/ 3058318 w 5873790"/>
                <a:gd name="connsiteY37" fmla="*/ 645375 h 5252929"/>
                <a:gd name="connsiteX38" fmla="*/ 3219661 w 5873790"/>
                <a:gd name="connsiteY38" fmla="*/ 645375 h 5252929"/>
                <a:gd name="connsiteX39" fmla="*/ 3219661 w 5873790"/>
                <a:gd name="connsiteY39" fmla="*/ 2266894 h 5252929"/>
                <a:gd name="connsiteX40" fmla="*/ 2755791 w 5873790"/>
                <a:gd name="connsiteY40" fmla="*/ 322687 h 5252929"/>
                <a:gd name="connsiteX41" fmla="*/ 2755791 w 5873790"/>
                <a:gd name="connsiteY41" fmla="*/ 0 h 5252929"/>
                <a:gd name="connsiteX42" fmla="*/ 3078479 w 5873790"/>
                <a:gd name="connsiteY42" fmla="*/ 0 h 5252929"/>
                <a:gd name="connsiteX43" fmla="*/ 3078479 w 5873790"/>
                <a:gd name="connsiteY43" fmla="*/ 322687 h 5252929"/>
                <a:gd name="connsiteX44" fmla="*/ 2755791 w 5873790"/>
                <a:gd name="connsiteY44" fmla="*/ 2266894 h 5252929"/>
                <a:gd name="connsiteX45" fmla="*/ 2755791 w 5873790"/>
                <a:gd name="connsiteY45" fmla="*/ 645375 h 5252929"/>
                <a:gd name="connsiteX46" fmla="*/ 2917134 w 5873790"/>
                <a:gd name="connsiteY46" fmla="*/ 645375 h 5252929"/>
                <a:gd name="connsiteX47" fmla="*/ 2917134 w 5873790"/>
                <a:gd name="connsiteY47" fmla="*/ 2266894 h 5252929"/>
                <a:gd name="connsiteX48" fmla="*/ 1626382 w 5873790"/>
                <a:gd name="connsiteY48" fmla="*/ 2266894 h 5252929"/>
                <a:gd name="connsiteX49" fmla="*/ 1626382 w 5873790"/>
                <a:gd name="connsiteY49" fmla="*/ 645375 h 5252929"/>
                <a:gd name="connsiteX50" fmla="*/ 1787722 w 5873790"/>
                <a:gd name="connsiteY50" fmla="*/ 645375 h 5252929"/>
                <a:gd name="connsiteX51" fmla="*/ 1787722 w 5873790"/>
                <a:gd name="connsiteY51" fmla="*/ 2266894 h 5252929"/>
                <a:gd name="connsiteX52" fmla="*/ 1368226 w 5873790"/>
                <a:gd name="connsiteY52" fmla="*/ 322687 h 5252929"/>
                <a:gd name="connsiteX53" fmla="*/ 1368226 w 5873790"/>
                <a:gd name="connsiteY53" fmla="*/ 0 h 5252929"/>
                <a:gd name="connsiteX54" fmla="*/ 1533603 w 5873790"/>
                <a:gd name="connsiteY54" fmla="*/ 0 h 5252929"/>
                <a:gd name="connsiteX55" fmla="*/ 1533603 w 5873790"/>
                <a:gd name="connsiteY55" fmla="*/ 322687 h 5252929"/>
                <a:gd name="connsiteX56" fmla="*/ 1323856 w 5873790"/>
                <a:gd name="connsiteY56" fmla="*/ 2266894 h 5252929"/>
                <a:gd name="connsiteX57" fmla="*/ 1323856 w 5873790"/>
                <a:gd name="connsiteY57" fmla="*/ 645375 h 5252929"/>
                <a:gd name="connsiteX58" fmla="*/ 1489233 w 5873790"/>
                <a:gd name="connsiteY58" fmla="*/ 645375 h 5252929"/>
                <a:gd name="connsiteX59" fmla="*/ 1489233 w 5873790"/>
                <a:gd name="connsiteY59" fmla="*/ 2266894 h 5252929"/>
                <a:gd name="connsiteX60" fmla="*/ 1025370 w 5873790"/>
                <a:gd name="connsiteY60" fmla="*/ 2266894 h 5252929"/>
                <a:gd name="connsiteX61" fmla="*/ 1025370 w 5873790"/>
                <a:gd name="connsiteY61" fmla="*/ 645375 h 5252929"/>
                <a:gd name="connsiteX62" fmla="*/ 1186713 w 5873790"/>
                <a:gd name="connsiteY62" fmla="*/ 645375 h 5252929"/>
                <a:gd name="connsiteX63" fmla="*/ 1186713 w 5873790"/>
                <a:gd name="connsiteY63" fmla="*/ 2266894 h 5252929"/>
                <a:gd name="connsiteX64" fmla="*/ 722851 w 5873790"/>
                <a:gd name="connsiteY64" fmla="*/ 2266894 h 5252929"/>
                <a:gd name="connsiteX65" fmla="*/ 722851 w 5873790"/>
                <a:gd name="connsiteY65" fmla="*/ 645375 h 5252929"/>
                <a:gd name="connsiteX66" fmla="*/ 884191 w 5873790"/>
                <a:gd name="connsiteY66" fmla="*/ 645375 h 5252929"/>
                <a:gd name="connsiteX67" fmla="*/ 884191 w 5873790"/>
                <a:gd name="connsiteY67" fmla="*/ 2266894 h 5252929"/>
                <a:gd name="connsiteX68" fmla="*/ 722851 w 5873790"/>
                <a:gd name="connsiteY68" fmla="*/ 322687 h 5252929"/>
                <a:gd name="connsiteX69" fmla="*/ 722851 w 5873790"/>
                <a:gd name="connsiteY69" fmla="*/ 0 h 5252929"/>
                <a:gd name="connsiteX70" fmla="*/ 1045539 w 5873790"/>
                <a:gd name="connsiteY70" fmla="*/ 0 h 5252929"/>
                <a:gd name="connsiteX71" fmla="*/ 1045539 w 5873790"/>
                <a:gd name="connsiteY71" fmla="*/ 322687 h 5252929"/>
                <a:gd name="connsiteX72" fmla="*/ 0 w 5873790"/>
                <a:gd name="connsiteY72" fmla="*/ 5252929 h 5252929"/>
                <a:gd name="connsiteX73" fmla="*/ 0 w 5873790"/>
                <a:gd name="connsiteY73" fmla="*/ 4768894 h 5252929"/>
                <a:gd name="connsiteX74" fmla="*/ 484038 w 5873790"/>
                <a:gd name="connsiteY74" fmla="*/ 4768894 h 5252929"/>
                <a:gd name="connsiteX75" fmla="*/ 484038 w 5873790"/>
                <a:gd name="connsiteY75" fmla="*/ 5252929 h 525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873790" h="5252929">
                  <a:moveTo>
                    <a:pt x="5712447" y="2266894"/>
                  </a:moveTo>
                  <a:lnTo>
                    <a:pt x="5712447" y="645375"/>
                  </a:lnTo>
                  <a:lnTo>
                    <a:pt x="5873790" y="645375"/>
                  </a:lnTo>
                  <a:lnTo>
                    <a:pt x="5873790" y="2266894"/>
                  </a:lnTo>
                  <a:close/>
                  <a:moveTo>
                    <a:pt x="5454291" y="322687"/>
                  </a:moveTo>
                  <a:lnTo>
                    <a:pt x="5454291" y="0"/>
                  </a:lnTo>
                  <a:lnTo>
                    <a:pt x="5619668" y="0"/>
                  </a:lnTo>
                  <a:lnTo>
                    <a:pt x="5619668" y="322687"/>
                  </a:lnTo>
                  <a:close/>
                  <a:moveTo>
                    <a:pt x="5409928" y="2266894"/>
                  </a:moveTo>
                  <a:lnTo>
                    <a:pt x="5409928" y="645375"/>
                  </a:lnTo>
                  <a:lnTo>
                    <a:pt x="5575305" y="645375"/>
                  </a:lnTo>
                  <a:lnTo>
                    <a:pt x="5575305" y="2266894"/>
                  </a:lnTo>
                  <a:close/>
                  <a:moveTo>
                    <a:pt x="5111435" y="2266894"/>
                  </a:moveTo>
                  <a:lnTo>
                    <a:pt x="5111435" y="645375"/>
                  </a:lnTo>
                  <a:lnTo>
                    <a:pt x="5272775" y="645375"/>
                  </a:lnTo>
                  <a:lnTo>
                    <a:pt x="5272775" y="2266894"/>
                  </a:lnTo>
                  <a:close/>
                  <a:moveTo>
                    <a:pt x="4812950" y="322687"/>
                  </a:moveTo>
                  <a:lnTo>
                    <a:pt x="4812950" y="0"/>
                  </a:lnTo>
                  <a:lnTo>
                    <a:pt x="5135638" y="0"/>
                  </a:lnTo>
                  <a:lnTo>
                    <a:pt x="5135638" y="322687"/>
                  </a:lnTo>
                  <a:close/>
                  <a:moveTo>
                    <a:pt x="4812950" y="2266894"/>
                  </a:moveTo>
                  <a:lnTo>
                    <a:pt x="4812950" y="645375"/>
                  </a:lnTo>
                  <a:lnTo>
                    <a:pt x="4974293" y="645375"/>
                  </a:lnTo>
                  <a:lnTo>
                    <a:pt x="4974293" y="2266894"/>
                  </a:lnTo>
                  <a:close/>
                  <a:moveTo>
                    <a:pt x="3659330" y="2266894"/>
                  </a:moveTo>
                  <a:lnTo>
                    <a:pt x="3659330" y="645375"/>
                  </a:lnTo>
                  <a:lnTo>
                    <a:pt x="3820670" y="645375"/>
                  </a:lnTo>
                  <a:lnTo>
                    <a:pt x="3820670" y="2266894"/>
                  </a:lnTo>
                  <a:close/>
                  <a:moveTo>
                    <a:pt x="3401174" y="322687"/>
                  </a:moveTo>
                  <a:lnTo>
                    <a:pt x="3401174" y="0"/>
                  </a:lnTo>
                  <a:lnTo>
                    <a:pt x="3566551" y="0"/>
                  </a:lnTo>
                  <a:lnTo>
                    <a:pt x="3566551" y="322687"/>
                  </a:lnTo>
                  <a:close/>
                  <a:moveTo>
                    <a:pt x="3356811" y="2266894"/>
                  </a:moveTo>
                  <a:lnTo>
                    <a:pt x="3356811" y="645375"/>
                  </a:lnTo>
                  <a:lnTo>
                    <a:pt x="3522188" y="645375"/>
                  </a:lnTo>
                  <a:lnTo>
                    <a:pt x="3522188" y="2266894"/>
                  </a:lnTo>
                  <a:close/>
                  <a:moveTo>
                    <a:pt x="3058318" y="2266894"/>
                  </a:moveTo>
                  <a:lnTo>
                    <a:pt x="3058318" y="645375"/>
                  </a:lnTo>
                  <a:lnTo>
                    <a:pt x="3219661" y="645375"/>
                  </a:lnTo>
                  <a:lnTo>
                    <a:pt x="3219661" y="2266894"/>
                  </a:lnTo>
                  <a:close/>
                  <a:moveTo>
                    <a:pt x="2755791" y="322687"/>
                  </a:moveTo>
                  <a:lnTo>
                    <a:pt x="2755791" y="0"/>
                  </a:lnTo>
                  <a:lnTo>
                    <a:pt x="3078479" y="0"/>
                  </a:lnTo>
                  <a:lnTo>
                    <a:pt x="3078479" y="322687"/>
                  </a:lnTo>
                  <a:close/>
                  <a:moveTo>
                    <a:pt x="2755791" y="2266894"/>
                  </a:moveTo>
                  <a:lnTo>
                    <a:pt x="2755791" y="645375"/>
                  </a:lnTo>
                  <a:lnTo>
                    <a:pt x="2917134" y="645375"/>
                  </a:lnTo>
                  <a:lnTo>
                    <a:pt x="2917134" y="2266894"/>
                  </a:lnTo>
                  <a:close/>
                  <a:moveTo>
                    <a:pt x="1626382" y="2266894"/>
                  </a:moveTo>
                  <a:lnTo>
                    <a:pt x="1626382" y="645375"/>
                  </a:lnTo>
                  <a:lnTo>
                    <a:pt x="1787722" y="645375"/>
                  </a:lnTo>
                  <a:lnTo>
                    <a:pt x="1787722" y="2266894"/>
                  </a:lnTo>
                  <a:close/>
                  <a:moveTo>
                    <a:pt x="1368226" y="322687"/>
                  </a:moveTo>
                  <a:lnTo>
                    <a:pt x="1368226" y="0"/>
                  </a:lnTo>
                  <a:lnTo>
                    <a:pt x="1533603" y="0"/>
                  </a:lnTo>
                  <a:lnTo>
                    <a:pt x="1533603" y="322687"/>
                  </a:lnTo>
                  <a:close/>
                  <a:moveTo>
                    <a:pt x="1323856" y="2266894"/>
                  </a:moveTo>
                  <a:lnTo>
                    <a:pt x="1323856" y="645375"/>
                  </a:lnTo>
                  <a:lnTo>
                    <a:pt x="1489233" y="645375"/>
                  </a:lnTo>
                  <a:lnTo>
                    <a:pt x="1489233" y="2266894"/>
                  </a:lnTo>
                  <a:close/>
                  <a:moveTo>
                    <a:pt x="1025370" y="2266894"/>
                  </a:moveTo>
                  <a:lnTo>
                    <a:pt x="1025370" y="645375"/>
                  </a:lnTo>
                  <a:lnTo>
                    <a:pt x="1186713" y="645375"/>
                  </a:lnTo>
                  <a:lnTo>
                    <a:pt x="1186713" y="2266894"/>
                  </a:lnTo>
                  <a:close/>
                  <a:moveTo>
                    <a:pt x="722851" y="2266894"/>
                  </a:moveTo>
                  <a:lnTo>
                    <a:pt x="722851" y="645375"/>
                  </a:lnTo>
                  <a:lnTo>
                    <a:pt x="884191" y="645375"/>
                  </a:lnTo>
                  <a:lnTo>
                    <a:pt x="884191" y="2266894"/>
                  </a:lnTo>
                  <a:close/>
                  <a:moveTo>
                    <a:pt x="722851" y="322687"/>
                  </a:moveTo>
                  <a:lnTo>
                    <a:pt x="722851" y="0"/>
                  </a:lnTo>
                  <a:lnTo>
                    <a:pt x="1045539" y="0"/>
                  </a:lnTo>
                  <a:lnTo>
                    <a:pt x="1045539" y="322687"/>
                  </a:lnTo>
                  <a:close/>
                  <a:moveTo>
                    <a:pt x="0" y="5252929"/>
                  </a:moveTo>
                  <a:lnTo>
                    <a:pt x="0" y="4768894"/>
                  </a:lnTo>
                  <a:lnTo>
                    <a:pt x="484038" y="4768894"/>
                  </a:lnTo>
                  <a:lnTo>
                    <a:pt x="484038" y="5252929"/>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2823" name="Group 2822">
            <a:extLst>
              <a:ext uri="{FF2B5EF4-FFF2-40B4-BE49-F238E27FC236}">
                <a16:creationId xmlns:a16="http://schemas.microsoft.com/office/drawing/2014/main" id="{DAF14475-6169-32D3-8BC6-595ED2632132}"/>
              </a:ext>
              <a:ext uri="{C183D7F6-B498-43B3-948B-1728B52AA6E4}">
                <adec:decorative xmlns:adec="http://schemas.microsoft.com/office/drawing/2017/decorative" val="1"/>
              </a:ext>
            </a:extLst>
          </p:cNvPr>
          <p:cNvGrpSpPr>
            <a:grpSpLocks noChangeAspect="1"/>
          </p:cNvGrpSpPr>
          <p:nvPr/>
        </p:nvGrpSpPr>
        <p:grpSpPr>
          <a:xfrm>
            <a:off x="6369231" y="810791"/>
            <a:ext cx="424815" cy="457200"/>
            <a:chOff x="6369231" y="810791"/>
            <a:chExt cx="424815" cy="457200"/>
          </a:xfrm>
          <a:solidFill>
            <a:schemeClr val="accent2"/>
          </a:solidFill>
        </p:grpSpPr>
        <p:sp>
          <p:nvSpPr>
            <p:cNvPr id="311" name="Freeform 20">
              <a:extLst>
                <a:ext uri="{FF2B5EF4-FFF2-40B4-BE49-F238E27FC236}">
                  <a16:creationId xmlns:a16="http://schemas.microsoft.com/office/drawing/2014/main" id="{5340BE3A-D4A5-9B9B-951B-EDA4BCC86EAF}"/>
                </a:ext>
                <a:ext uri="{C183D7F6-B498-43B3-948B-1728B52AA6E4}">
                  <adec:decorative xmlns:adec="http://schemas.microsoft.com/office/drawing/2017/decorative" val="1"/>
                </a:ext>
              </a:extLst>
            </p:cNvPr>
            <p:cNvSpPr>
              <a:spLocks noEditPoints="1"/>
            </p:cNvSpPr>
            <p:nvPr/>
          </p:nvSpPr>
          <p:spPr bwMode="auto">
            <a:xfrm>
              <a:off x="6375793" y="816400"/>
              <a:ext cx="372004" cy="429789"/>
            </a:xfrm>
            <a:custGeom>
              <a:avLst/>
              <a:gdLst>
                <a:gd name="T0" fmla="*/ 403 w 7030"/>
                <a:gd name="T1" fmla="*/ 6152 h 8123"/>
                <a:gd name="T2" fmla="*/ 2417 w 7030"/>
                <a:gd name="T3" fmla="*/ 7295 h 8123"/>
                <a:gd name="T4" fmla="*/ 1265 w 7030"/>
                <a:gd name="T5" fmla="*/ 8123 h 8123"/>
                <a:gd name="T6" fmla="*/ 403 w 7030"/>
                <a:gd name="T7" fmla="*/ 7694 h 8123"/>
                <a:gd name="T8" fmla="*/ 364 w 7030"/>
                <a:gd name="T9" fmla="*/ 7692 h 8123"/>
                <a:gd name="T10" fmla="*/ 307 w 7030"/>
                <a:gd name="T11" fmla="*/ 7682 h 8123"/>
                <a:gd name="T12" fmla="*/ 253 w 7030"/>
                <a:gd name="T13" fmla="*/ 7664 h 8123"/>
                <a:gd name="T14" fmla="*/ 156 w 7030"/>
                <a:gd name="T15" fmla="*/ 7608 h 8123"/>
                <a:gd name="T16" fmla="*/ 78 w 7030"/>
                <a:gd name="T17" fmla="*/ 7527 h 8123"/>
                <a:gd name="T18" fmla="*/ 24 w 7030"/>
                <a:gd name="T19" fmla="*/ 7428 h 8123"/>
                <a:gd name="T20" fmla="*/ 9 w 7030"/>
                <a:gd name="T21" fmla="*/ 7373 h 8123"/>
                <a:gd name="T22" fmla="*/ 0 w 7030"/>
                <a:gd name="T23" fmla="*/ 7314 h 8123"/>
                <a:gd name="T24" fmla="*/ 0 w 7030"/>
                <a:gd name="T25" fmla="*/ 5720 h 8123"/>
                <a:gd name="T26" fmla="*/ 403 w 7030"/>
                <a:gd name="T27" fmla="*/ 3311 h 8123"/>
                <a:gd name="T28" fmla="*/ 403 w 7030"/>
                <a:gd name="T29" fmla="*/ 4931 h 8123"/>
                <a:gd name="T30" fmla="*/ 403 w 7030"/>
                <a:gd name="T31" fmla="*/ 5330 h 8123"/>
                <a:gd name="T32" fmla="*/ 364 w 7030"/>
                <a:gd name="T33" fmla="*/ 5328 h 8123"/>
                <a:gd name="T34" fmla="*/ 307 w 7030"/>
                <a:gd name="T35" fmla="*/ 5318 h 8123"/>
                <a:gd name="T36" fmla="*/ 253 w 7030"/>
                <a:gd name="T37" fmla="*/ 5301 h 8123"/>
                <a:gd name="T38" fmla="*/ 156 w 7030"/>
                <a:gd name="T39" fmla="*/ 5244 h 8123"/>
                <a:gd name="T40" fmla="*/ 78 w 7030"/>
                <a:gd name="T41" fmla="*/ 5165 h 8123"/>
                <a:gd name="T42" fmla="*/ 24 w 7030"/>
                <a:gd name="T43" fmla="*/ 5064 h 8123"/>
                <a:gd name="T44" fmla="*/ 9 w 7030"/>
                <a:gd name="T45" fmla="*/ 5010 h 8123"/>
                <a:gd name="T46" fmla="*/ 0 w 7030"/>
                <a:gd name="T47" fmla="*/ 4952 h 8123"/>
                <a:gd name="T48" fmla="*/ 0 w 7030"/>
                <a:gd name="T49" fmla="*/ 3311 h 8123"/>
                <a:gd name="T50" fmla="*/ 403 w 7030"/>
                <a:gd name="T51" fmla="*/ 911 h 8123"/>
                <a:gd name="T52" fmla="*/ 403 w 7030"/>
                <a:gd name="T53" fmla="*/ 2568 h 8123"/>
                <a:gd name="T54" fmla="*/ 2795 w 7030"/>
                <a:gd name="T55" fmla="*/ 2586 h 8123"/>
                <a:gd name="T56" fmla="*/ 2702 w 7030"/>
                <a:gd name="T57" fmla="*/ 2646 h 8123"/>
                <a:gd name="T58" fmla="*/ 2618 w 7030"/>
                <a:gd name="T59" fmla="*/ 2712 h 8123"/>
                <a:gd name="T60" fmla="*/ 2546 w 7030"/>
                <a:gd name="T61" fmla="*/ 2789 h 8123"/>
                <a:gd name="T62" fmla="*/ 2490 w 7030"/>
                <a:gd name="T63" fmla="*/ 2873 h 8123"/>
                <a:gd name="T64" fmla="*/ 2454 w 7030"/>
                <a:gd name="T65" fmla="*/ 2967 h 8123"/>
                <a:gd name="T66" fmla="*/ 384 w 7030"/>
                <a:gd name="T67" fmla="*/ 2966 h 8123"/>
                <a:gd name="T68" fmla="*/ 327 w 7030"/>
                <a:gd name="T69" fmla="*/ 2960 h 8123"/>
                <a:gd name="T70" fmla="*/ 271 w 7030"/>
                <a:gd name="T71" fmla="*/ 2945 h 8123"/>
                <a:gd name="T72" fmla="*/ 187 w 7030"/>
                <a:gd name="T73" fmla="*/ 2903 h 8123"/>
                <a:gd name="T74" fmla="*/ 102 w 7030"/>
                <a:gd name="T75" fmla="*/ 2831 h 8123"/>
                <a:gd name="T76" fmla="*/ 39 w 7030"/>
                <a:gd name="T77" fmla="*/ 2736 h 8123"/>
                <a:gd name="T78" fmla="*/ 13 w 7030"/>
                <a:gd name="T79" fmla="*/ 2666 h 8123"/>
                <a:gd name="T80" fmla="*/ 1 w 7030"/>
                <a:gd name="T81" fmla="*/ 2607 h 8123"/>
                <a:gd name="T82" fmla="*/ 0 w 7030"/>
                <a:gd name="T83" fmla="*/ 1425 h 8123"/>
                <a:gd name="T84" fmla="*/ 6604 w 7030"/>
                <a:gd name="T85" fmla="*/ 0 h 8123"/>
                <a:gd name="T86" fmla="*/ 6647 w 7030"/>
                <a:gd name="T87" fmla="*/ 3 h 8123"/>
                <a:gd name="T88" fmla="*/ 6710 w 7030"/>
                <a:gd name="T89" fmla="*/ 14 h 8123"/>
                <a:gd name="T90" fmla="*/ 6769 w 7030"/>
                <a:gd name="T91" fmla="*/ 35 h 8123"/>
                <a:gd name="T92" fmla="*/ 6824 w 7030"/>
                <a:gd name="T93" fmla="*/ 63 h 8123"/>
                <a:gd name="T94" fmla="*/ 6874 w 7030"/>
                <a:gd name="T95" fmla="*/ 99 h 8123"/>
                <a:gd name="T96" fmla="*/ 6919 w 7030"/>
                <a:gd name="T97" fmla="*/ 141 h 8123"/>
                <a:gd name="T98" fmla="*/ 6956 w 7030"/>
                <a:gd name="T99" fmla="*/ 191 h 8123"/>
                <a:gd name="T100" fmla="*/ 6988 w 7030"/>
                <a:gd name="T101" fmla="*/ 245 h 8123"/>
                <a:gd name="T102" fmla="*/ 7010 w 7030"/>
                <a:gd name="T103" fmla="*/ 303 h 8123"/>
                <a:gd name="T104" fmla="*/ 7025 w 7030"/>
                <a:gd name="T105" fmla="*/ 366 h 8123"/>
                <a:gd name="T106" fmla="*/ 7030 w 7030"/>
                <a:gd name="T107" fmla="*/ 432 h 8123"/>
                <a:gd name="T108" fmla="*/ 7030 w 7030"/>
                <a:gd name="T109" fmla="*/ 2220 h 8123"/>
                <a:gd name="T110" fmla="*/ 6961 w 7030"/>
                <a:gd name="T111" fmla="*/ 2204 h 8123"/>
                <a:gd name="T112" fmla="*/ 6785 w 7030"/>
                <a:gd name="T113" fmla="*/ 2168 h 8123"/>
                <a:gd name="T114" fmla="*/ 6604 w 7030"/>
                <a:gd name="T115" fmla="*/ 495 h 8123"/>
                <a:gd name="T116" fmla="*/ 1284 w 7030"/>
                <a:gd name="T117" fmla="*/ 426 h 8123"/>
                <a:gd name="T118" fmla="*/ 1938 w 7030"/>
                <a:gd name="T119" fmla="*/ 0 h 8123"/>
                <a:gd name="T120" fmla="*/ 6604 w 7030"/>
                <a:gd name="T121" fmla="*/ 0 h 8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30" h="8123">
                  <a:moveTo>
                    <a:pt x="0" y="5720"/>
                  </a:moveTo>
                  <a:lnTo>
                    <a:pt x="403" y="5720"/>
                  </a:lnTo>
                  <a:lnTo>
                    <a:pt x="403" y="6152"/>
                  </a:lnTo>
                  <a:lnTo>
                    <a:pt x="403" y="6152"/>
                  </a:lnTo>
                  <a:lnTo>
                    <a:pt x="403" y="7295"/>
                  </a:lnTo>
                  <a:lnTo>
                    <a:pt x="2417" y="7295"/>
                  </a:lnTo>
                  <a:lnTo>
                    <a:pt x="2417" y="7694"/>
                  </a:lnTo>
                  <a:lnTo>
                    <a:pt x="1265" y="7694"/>
                  </a:lnTo>
                  <a:lnTo>
                    <a:pt x="1265" y="8123"/>
                  </a:lnTo>
                  <a:lnTo>
                    <a:pt x="838" y="8123"/>
                  </a:lnTo>
                  <a:lnTo>
                    <a:pt x="838" y="7694"/>
                  </a:lnTo>
                  <a:lnTo>
                    <a:pt x="403" y="7694"/>
                  </a:lnTo>
                  <a:lnTo>
                    <a:pt x="403" y="7694"/>
                  </a:lnTo>
                  <a:lnTo>
                    <a:pt x="384" y="7692"/>
                  </a:lnTo>
                  <a:lnTo>
                    <a:pt x="364" y="7692"/>
                  </a:lnTo>
                  <a:lnTo>
                    <a:pt x="345" y="7689"/>
                  </a:lnTo>
                  <a:lnTo>
                    <a:pt x="327" y="7686"/>
                  </a:lnTo>
                  <a:lnTo>
                    <a:pt x="307" y="7682"/>
                  </a:lnTo>
                  <a:lnTo>
                    <a:pt x="289" y="7677"/>
                  </a:lnTo>
                  <a:lnTo>
                    <a:pt x="271" y="7671"/>
                  </a:lnTo>
                  <a:lnTo>
                    <a:pt x="253" y="7664"/>
                  </a:lnTo>
                  <a:lnTo>
                    <a:pt x="219" y="7649"/>
                  </a:lnTo>
                  <a:lnTo>
                    <a:pt x="187" y="7629"/>
                  </a:lnTo>
                  <a:lnTo>
                    <a:pt x="156" y="7608"/>
                  </a:lnTo>
                  <a:lnTo>
                    <a:pt x="127" y="7584"/>
                  </a:lnTo>
                  <a:lnTo>
                    <a:pt x="102" y="7557"/>
                  </a:lnTo>
                  <a:lnTo>
                    <a:pt x="78" y="7527"/>
                  </a:lnTo>
                  <a:lnTo>
                    <a:pt x="57" y="7496"/>
                  </a:lnTo>
                  <a:lnTo>
                    <a:pt x="39" y="7463"/>
                  </a:lnTo>
                  <a:lnTo>
                    <a:pt x="24" y="7428"/>
                  </a:lnTo>
                  <a:lnTo>
                    <a:pt x="18" y="7410"/>
                  </a:lnTo>
                  <a:lnTo>
                    <a:pt x="13" y="7392"/>
                  </a:lnTo>
                  <a:lnTo>
                    <a:pt x="9" y="7373"/>
                  </a:lnTo>
                  <a:lnTo>
                    <a:pt x="4" y="7353"/>
                  </a:lnTo>
                  <a:lnTo>
                    <a:pt x="1" y="7334"/>
                  </a:lnTo>
                  <a:lnTo>
                    <a:pt x="0" y="7314"/>
                  </a:lnTo>
                  <a:lnTo>
                    <a:pt x="0" y="6779"/>
                  </a:lnTo>
                  <a:lnTo>
                    <a:pt x="0" y="6152"/>
                  </a:lnTo>
                  <a:lnTo>
                    <a:pt x="0" y="5720"/>
                  </a:lnTo>
                  <a:lnTo>
                    <a:pt x="0" y="5720"/>
                  </a:lnTo>
                  <a:close/>
                  <a:moveTo>
                    <a:pt x="0" y="3311"/>
                  </a:moveTo>
                  <a:lnTo>
                    <a:pt x="403" y="3311"/>
                  </a:lnTo>
                  <a:lnTo>
                    <a:pt x="403" y="3789"/>
                  </a:lnTo>
                  <a:lnTo>
                    <a:pt x="403" y="3789"/>
                  </a:lnTo>
                  <a:lnTo>
                    <a:pt x="403" y="4931"/>
                  </a:lnTo>
                  <a:lnTo>
                    <a:pt x="2417" y="4931"/>
                  </a:lnTo>
                  <a:lnTo>
                    <a:pt x="2417" y="5330"/>
                  </a:lnTo>
                  <a:lnTo>
                    <a:pt x="403" y="5330"/>
                  </a:lnTo>
                  <a:lnTo>
                    <a:pt x="403" y="5330"/>
                  </a:lnTo>
                  <a:lnTo>
                    <a:pt x="384" y="5330"/>
                  </a:lnTo>
                  <a:lnTo>
                    <a:pt x="364" y="5328"/>
                  </a:lnTo>
                  <a:lnTo>
                    <a:pt x="345" y="5325"/>
                  </a:lnTo>
                  <a:lnTo>
                    <a:pt x="327" y="5322"/>
                  </a:lnTo>
                  <a:lnTo>
                    <a:pt x="307" y="5318"/>
                  </a:lnTo>
                  <a:lnTo>
                    <a:pt x="289" y="5313"/>
                  </a:lnTo>
                  <a:lnTo>
                    <a:pt x="271" y="5307"/>
                  </a:lnTo>
                  <a:lnTo>
                    <a:pt x="253" y="5301"/>
                  </a:lnTo>
                  <a:lnTo>
                    <a:pt x="219" y="5285"/>
                  </a:lnTo>
                  <a:lnTo>
                    <a:pt x="187" y="5267"/>
                  </a:lnTo>
                  <a:lnTo>
                    <a:pt x="156" y="5244"/>
                  </a:lnTo>
                  <a:lnTo>
                    <a:pt x="127" y="5220"/>
                  </a:lnTo>
                  <a:lnTo>
                    <a:pt x="102" y="5193"/>
                  </a:lnTo>
                  <a:lnTo>
                    <a:pt x="78" y="5165"/>
                  </a:lnTo>
                  <a:lnTo>
                    <a:pt x="57" y="5133"/>
                  </a:lnTo>
                  <a:lnTo>
                    <a:pt x="39" y="5100"/>
                  </a:lnTo>
                  <a:lnTo>
                    <a:pt x="24" y="5064"/>
                  </a:lnTo>
                  <a:lnTo>
                    <a:pt x="18" y="5046"/>
                  </a:lnTo>
                  <a:lnTo>
                    <a:pt x="13" y="5028"/>
                  </a:lnTo>
                  <a:lnTo>
                    <a:pt x="9" y="5010"/>
                  </a:lnTo>
                  <a:lnTo>
                    <a:pt x="4" y="4991"/>
                  </a:lnTo>
                  <a:lnTo>
                    <a:pt x="1" y="4971"/>
                  </a:lnTo>
                  <a:lnTo>
                    <a:pt x="0" y="4952"/>
                  </a:lnTo>
                  <a:lnTo>
                    <a:pt x="0" y="4370"/>
                  </a:lnTo>
                  <a:lnTo>
                    <a:pt x="0" y="3789"/>
                  </a:lnTo>
                  <a:lnTo>
                    <a:pt x="0" y="3311"/>
                  </a:lnTo>
                  <a:lnTo>
                    <a:pt x="0" y="3311"/>
                  </a:lnTo>
                  <a:close/>
                  <a:moveTo>
                    <a:pt x="0" y="911"/>
                  </a:moveTo>
                  <a:lnTo>
                    <a:pt x="403" y="911"/>
                  </a:lnTo>
                  <a:lnTo>
                    <a:pt x="403" y="1425"/>
                  </a:lnTo>
                  <a:lnTo>
                    <a:pt x="403" y="1425"/>
                  </a:lnTo>
                  <a:lnTo>
                    <a:pt x="403" y="2568"/>
                  </a:lnTo>
                  <a:lnTo>
                    <a:pt x="2828" y="2568"/>
                  </a:lnTo>
                  <a:lnTo>
                    <a:pt x="2828" y="2568"/>
                  </a:lnTo>
                  <a:lnTo>
                    <a:pt x="2795" y="2586"/>
                  </a:lnTo>
                  <a:lnTo>
                    <a:pt x="2764" y="2606"/>
                  </a:lnTo>
                  <a:lnTo>
                    <a:pt x="2732" y="2625"/>
                  </a:lnTo>
                  <a:lnTo>
                    <a:pt x="2702" y="2646"/>
                  </a:lnTo>
                  <a:lnTo>
                    <a:pt x="2672" y="2667"/>
                  </a:lnTo>
                  <a:lnTo>
                    <a:pt x="2644" y="2690"/>
                  </a:lnTo>
                  <a:lnTo>
                    <a:pt x="2618" y="2712"/>
                  </a:lnTo>
                  <a:lnTo>
                    <a:pt x="2593" y="2736"/>
                  </a:lnTo>
                  <a:lnTo>
                    <a:pt x="2569" y="2762"/>
                  </a:lnTo>
                  <a:lnTo>
                    <a:pt x="2546" y="2789"/>
                  </a:lnTo>
                  <a:lnTo>
                    <a:pt x="2525" y="2816"/>
                  </a:lnTo>
                  <a:lnTo>
                    <a:pt x="2507" y="2843"/>
                  </a:lnTo>
                  <a:lnTo>
                    <a:pt x="2490" y="2873"/>
                  </a:lnTo>
                  <a:lnTo>
                    <a:pt x="2477" y="2903"/>
                  </a:lnTo>
                  <a:lnTo>
                    <a:pt x="2463" y="2934"/>
                  </a:lnTo>
                  <a:lnTo>
                    <a:pt x="2454" y="2967"/>
                  </a:lnTo>
                  <a:lnTo>
                    <a:pt x="403" y="2967"/>
                  </a:lnTo>
                  <a:lnTo>
                    <a:pt x="403" y="2967"/>
                  </a:lnTo>
                  <a:lnTo>
                    <a:pt x="384" y="2966"/>
                  </a:lnTo>
                  <a:lnTo>
                    <a:pt x="364" y="2964"/>
                  </a:lnTo>
                  <a:lnTo>
                    <a:pt x="345" y="2963"/>
                  </a:lnTo>
                  <a:lnTo>
                    <a:pt x="327" y="2960"/>
                  </a:lnTo>
                  <a:lnTo>
                    <a:pt x="307" y="2955"/>
                  </a:lnTo>
                  <a:lnTo>
                    <a:pt x="289" y="2951"/>
                  </a:lnTo>
                  <a:lnTo>
                    <a:pt x="271" y="2945"/>
                  </a:lnTo>
                  <a:lnTo>
                    <a:pt x="253" y="2937"/>
                  </a:lnTo>
                  <a:lnTo>
                    <a:pt x="219" y="2922"/>
                  </a:lnTo>
                  <a:lnTo>
                    <a:pt x="187" y="2903"/>
                  </a:lnTo>
                  <a:lnTo>
                    <a:pt x="156" y="2882"/>
                  </a:lnTo>
                  <a:lnTo>
                    <a:pt x="127" y="2856"/>
                  </a:lnTo>
                  <a:lnTo>
                    <a:pt x="102" y="2831"/>
                  </a:lnTo>
                  <a:lnTo>
                    <a:pt x="78" y="2801"/>
                  </a:lnTo>
                  <a:lnTo>
                    <a:pt x="57" y="2769"/>
                  </a:lnTo>
                  <a:lnTo>
                    <a:pt x="39" y="2736"/>
                  </a:lnTo>
                  <a:lnTo>
                    <a:pt x="24" y="2702"/>
                  </a:lnTo>
                  <a:lnTo>
                    <a:pt x="18" y="2684"/>
                  </a:lnTo>
                  <a:lnTo>
                    <a:pt x="13" y="2666"/>
                  </a:lnTo>
                  <a:lnTo>
                    <a:pt x="9" y="2646"/>
                  </a:lnTo>
                  <a:lnTo>
                    <a:pt x="4" y="2627"/>
                  </a:lnTo>
                  <a:lnTo>
                    <a:pt x="1" y="2607"/>
                  </a:lnTo>
                  <a:lnTo>
                    <a:pt x="0" y="2588"/>
                  </a:lnTo>
                  <a:lnTo>
                    <a:pt x="0" y="1970"/>
                  </a:lnTo>
                  <a:lnTo>
                    <a:pt x="0" y="1425"/>
                  </a:lnTo>
                  <a:lnTo>
                    <a:pt x="0" y="911"/>
                  </a:lnTo>
                  <a:lnTo>
                    <a:pt x="0" y="911"/>
                  </a:lnTo>
                  <a:close/>
                  <a:moveTo>
                    <a:pt x="6604" y="0"/>
                  </a:moveTo>
                  <a:lnTo>
                    <a:pt x="6604" y="0"/>
                  </a:lnTo>
                  <a:lnTo>
                    <a:pt x="6625" y="2"/>
                  </a:lnTo>
                  <a:lnTo>
                    <a:pt x="6647" y="3"/>
                  </a:lnTo>
                  <a:lnTo>
                    <a:pt x="6668" y="6"/>
                  </a:lnTo>
                  <a:lnTo>
                    <a:pt x="6689" y="9"/>
                  </a:lnTo>
                  <a:lnTo>
                    <a:pt x="6710" y="14"/>
                  </a:lnTo>
                  <a:lnTo>
                    <a:pt x="6730" y="20"/>
                  </a:lnTo>
                  <a:lnTo>
                    <a:pt x="6749" y="27"/>
                  </a:lnTo>
                  <a:lnTo>
                    <a:pt x="6769" y="35"/>
                  </a:lnTo>
                  <a:lnTo>
                    <a:pt x="6788" y="44"/>
                  </a:lnTo>
                  <a:lnTo>
                    <a:pt x="6806" y="53"/>
                  </a:lnTo>
                  <a:lnTo>
                    <a:pt x="6824" y="63"/>
                  </a:lnTo>
                  <a:lnTo>
                    <a:pt x="6841" y="74"/>
                  </a:lnTo>
                  <a:lnTo>
                    <a:pt x="6857" y="86"/>
                  </a:lnTo>
                  <a:lnTo>
                    <a:pt x="6874" y="99"/>
                  </a:lnTo>
                  <a:lnTo>
                    <a:pt x="6890" y="113"/>
                  </a:lnTo>
                  <a:lnTo>
                    <a:pt x="6904" y="126"/>
                  </a:lnTo>
                  <a:lnTo>
                    <a:pt x="6919" y="141"/>
                  </a:lnTo>
                  <a:lnTo>
                    <a:pt x="6932" y="158"/>
                  </a:lnTo>
                  <a:lnTo>
                    <a:pt x="6944" y="174"/>
                  </a:lnTo>
                  <a:lnTo>
                    <a:pt x="6956" y="191"/>
                  </a:lnTo>
                  <a:lnTo>
                    <a:pt x="6968" y="209"/>
                  </a:lnTo>
                  <a:lnTo>
                    <a:pt x="6977" y="227"/>
                  </a:lnTo>
                  <a:lnTo>
                    <a:pt x="6988" y="245"/>
                  </a:lnTo>
                  <a:lnTo>
                    <a:pt x="6995" y="264"/>
                  </a:lnTo>
                  <a:lnTo>
                    <a:pt x="7003" y="284"/>
                  </a:lnTo>
                  <a:lnTo>
                    <a:pt x="7010" y="303"/>
                  </a:lnTo>
                  <a:lnTo>
                    <a:pt x="7016" y="324"/>
                  </a:lnTo>
                  <a:lnTo>
                    <a:pt x="7021" y="345"/>
                  </a:lnTo>
                  <a:lnTo>
                    <a:pt x="7025" y="366"/>
                  </a:lnTo>
                  <a:lnTo>
                    <a:pt x="7027" y="389"/>
                  </a:lnTo>
                  <a:lnTo>
                    <a:pt x="7028" y="410"/>
                  </a:lnTo>
                  <a:lnTo>
                    <a:pt x="7030" y="432"/>
                  </a:lnTo>
                  <a:lnTo>
                    <a:pt x="7030" y="495"/>
                  </a:lnTo>
                  <a:lnTo>
                    <a:pt x="7030" y="881"/>
                  </a:lnTo>
                  <a:lnTo>
                    <a:pt x="7030" y="2220"/>
                  </a:lnTo>
                  <a:lnTo>
                    <a:pt x="7030" y="2220"/>
                  </a:lnTo>
                  <a:lnTo>
                    <a:pt x="6992" y="2213"/>
                  </a:lnTo>
                  <a:lnTo>
                    <a:pt x="6961" y="2204"/>
                  </a:lnTo>
                  <a:lnTo>
                    <a:pt x="6961" y="2204"/>
                  </a:lnTo>
                  <a:lnTo>
                    <a:pt x="6875" y="2186"/>
                  </a:lnTo>
                  <a:lnTo>
                    <a:pt x="6785" y="2168"/>
                  </a:lnTo>
                  <a:lnTo>
                    <a:pt x="6604" y="2135"/>
                  </a:lnTo>
                  <a:lnTo>
                    <a:pt x="6604" y="495"/>
                  </a:lnTo>
                  <a:lnTo>
                    <a:pt x="6604" y="495"/>
                  </a:lnTo>
                  <a:lnTo>
                    <a:pt x="6604" y="432"/>
                  </a:lnTo>
                  <a:lnTo>
                    <a:pt x="1284" y="432"/>
                  </a:lnTo>
                  <a:lnTo>
                    <a:pt x="1284" y="426"/>
                  </a:lnTo>
                  <a:lnTo>
                    <a:pt x="832" y="426"/>
                  </a:lnTo>
                  <a:lnTo>
                    <a:pt x="832" y="0"/>
                  </a:lnTo>
                  <a:lnTo>
                    <a:pt x="1938" y="0"/>
                  </a:lnTo>
                  <a:lnTo>
                    <a:pt x="1938" y="5"/>
                  </a:lnTo>
                  <a:lnTo>
                    <a:pt x="6604" y="0"/>
                  </a:lnTo>
                  <a:lnTo>
                    <a:pt x="66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21">
              <a:extLst>
                <a:ext uri="{FF2B5EF4-FFF2-40B4-BE49-F238E27FC236}">
                  <a16:creationId xmlns:a16="http://schemas.microsoft.com/office/drawing/2014/main" id="{282A3936-8115-B270-E24E-4414EDD634A7}"/>
                </a:ext>
                <a:ext uri="{C183D7F6-B498-43B3-948B-1728B52AA6E4}">
                  <adec:decorative xmlns:adec="http://schemas.microsoft.com/office/drawing/2017/decorative" val="1"/>
                </a:ext>
              </a:extLst>
            </p:cNvPr>
            <p:cNvSpPr>
              <a:spLocks noEditPoints="1"/>
            </p:cNvSpPr>
            <p:nvPr/>
          </p:nvSpPr>
          <p:spPr bwMode="auto">
            <a:xfrm>
              <a:off x="6369231" y="810791"/>
              <a:ext cx="424815" cy="457200"/>
            </a:xfrm>
            <a:custGeom>
              <a:avLst/>
              <a:gdLst>
                <a:gd name="T0" fmla="*/ 5873 w 8028"/>
                <a:gd name="T1" fmla="*/ 1802 h 8640"/>
                <a:gd name="T2" fmla="*/ 3304 w 8028"/>
                <a:gd name="T3" fmla="*/ 1563 h 8640"/>
                <a:gd name="T4" fmla="*/ 5441 w 8028"/>
                <a:gd name="T5" fmla="*/ 1169 h 8640"/>
                <a:gd name="T6" fmla="*/ 7201 w 8028"/>
                <a:gd name="T7" fmla="*/ 3944 h 8640"/>
                <a:gd name="T8" fmla="*/ 7792 w 8028"/>
                <a:gd name="T9" fmla="*/ 3713 h 8640"/>
                <a:gd name="T10" fmla="*/ 7999 w 8028"/>
                <a:gd name="T11" fmla="*/ 3495 h 8640"/>
                <a:gd name="T12" fmla="*/ 8016 w 8028"/>
                <a:gd name="T13" fmla="*/ 3269 h 8640"/>
                <a:gd name="T14" fmla="*/ 7846 w 8028"/>
                <a:gd name="T15" fmla="*/ 3045 h 8640"/>
                <a:gd name="T16" fmla="*/ 7395 w 8028"/>
                <a:gd name="T17" fmla="*/ 2831 h 8640"/>
                <a:gd name="T18" fmla="*/ 6398 w 8028"/>
                <a:gd name="T19" fmla="*/ 2640 h 8640"/>
                <a:gd name="T20" fmla="*/ 5210 w 8028"/>
                <a:gd name="T21" fmla="*/ 2595 h 8640"/>
                <a:gd name="T22" fmla="*/ 3985 w 8028"/>
                <a:gd name="T23" fmla="*/ 2715 h 8640"/>
                <a:gd name="T24" fmla="*/ 3237 w 8028"/>
                <a:gd name="T25" fmla="*/ 2939 h 8640"/>
                <a:gd name="T26" fmla="*/ 2962 w 8028"/>
                <a:gd name="T27" fmla="*/ 3141 h 8640"/>
                <a:gd name="T28" fmla="*/ 2881 w 8028"/>
                <a:gd name="T29" fmla="*/ 3360 h 8640"/>
                <a:gd name="T30" fmla="*/ 2979 w 8028"/>
                <a:gd name="T31" fmla="*/ 3599 h 8640"/>
                <a:gd name="T32" fmla="*/ 3271 w 8028"/>
                <a:gd name="T33" fmla="*/ 3798 h 8640"/>
                <a:gd name="T34" fmla="*/ 4086 w 8028"/>
                <a:gd name="T35" fmla="*/ 4022 h 8640"/>
                <a:gd name="T36" fmla="*/ 5331 w 8028"/>
                <a:gd name="T37" fmla="*/ 4127 h 8640"/>
                <a:gd name="T38" fmla="*/ 6511 w 8028"/>
                <a:gd name="T39" fmla="*/ 4067 h 8640"/>
                <a:gd name="T40" fmla="*/ 3495 w 8028"/>
                <a:gd name="T41" fmla="*/ 3336 h 8640"/>
                <a:gd name="T42" fmla="*/ 4739 w 8028"/>
                <a:gd name="T43" fmla="*/ 3092 h 8640"/>
                <a:gd name="T44" fmla="*/ 5738 w 8028"/>
                <a:gd name="T45" fmla="*/ 3068 h 8640"/>
                <a:gd name="T46" fmla="*/ 7186 w 8028"/>
                <a:gd name="T47" fmla="*/ 3258 h 8640"/>
                <a:gd name="T48" fmla="*/ 6987 w 8028"/>
                <a:gd name="T49" fmla="*/ 3510 h 8640"/>
                <a:gd name="T50" fmla="*/ 5645 w 8028"/>
                <a:gd name="T51" fmla="*/ 3656 h 8640"/>
                <a:gd name="T52" fmla="*/ 4431 w 8028"/>
                <a:gd name="T53" fmla="*/ 3594 h 8640"/>
                <a:gd name="T54" fmla="*/ 3438 w 8028"/>
                <a:gd name="T55" fmla="*/ 3360 h 8640"/>
                <a:gd name="T56" fmla="*/ 2898 w 8028"/>
                <a:gd name="T57" fmla="*/ 5685 h 8640"/>
                <a:gd name="T58" fmla="*/ 3133 w 8028"/>
                <a:gd name="T59" fmla="*/ 5984 h 8640"/>
                <a:gd name="T60" fmla="*/ 3721 w 8028"/>
                <a:gd name="T61" fmla="*/ 6215 h 8640"/>
                <a:gd name="T62" fmla="*/ 4740 w 8028"/>
                <a:gd name="T63" fmla="*/ 6368 h 8640"/>
                <a:gd name="T64" fmla="*/ 5933 w 8028"/>
                <a:gd name="T65" fmla="*/ 6381 h 8640"/>
                <a:gd name="T66" fmla="*/ 7098 w 8028"/>
                <a:gd name="T67" fmla="*/ 6236 h 8640"/>
                <a:gd name="T68" fmla="*/ 7714 w 8028"/>
                <a:gd name="T69" fmla="*/ 6015 h 8640"/>
                <a:gd name="T70" fmla="*/ 7954 w 8028"/>
                <a:gd name="T71" fmla="*/ 5799 h 8640"/>
                <a:gd name="T72" fmla="*/ 8008 w 8028"/>
                <a:gd name="T73" fmla="*/ 5529 h 8640"/>
                <a:gd name="T74" fmla="*/ 7585 w 8028"/>
                <a:gd name="T75" fmla="*/ 4125 h 8640"/>
                <a:gd name="T76" fmla="*/ 7239 w 8028"/>
                <a:gd name="T77" fmla="*/ 5750 h 8640"/>
                <a:gd name="T78" fmla="*/ 6061 w 8028"/>
                <a:gd name="T79" fmla="*/ 5943 h 8640"/>
                <a:gd name="T80" fmla="*/ 4829 w 8028"/>
                <a:gd name="T81" fmla="*/ 5943 h 8640"/>
                <a:gd name="T82" fmla="*/ 3651 w 8028"/>
                <a:gd name="T83" fmla="*/ 5750 h 8640"/>
                <a:gd name="T84" fmla="*/ 3304 w 8028"/>
                <a:gd name="T85" fmla="*/ 4125 h 8640"/>
                <a:gd name="T86" fmla="*/ 2890 w 8028"/>
                <a:gd name="T87" fmla="*/ 3945 h 8640"/>
                <a:gd name="T88" fmla="*/ 2898 w 8028"/>
                <a:gd name="T89" fmla="*/ 7935 h 8640"/>
                <a:gd name="T90" fmla="*/ 3133 w 8028"/>
                <a:gd name="T91" fmla="*/ 8232 h 8640"/>
                <a:gd name="T92" fmla="*/ 3721 w 8028"/>
                <a:gd name="T93" fmla="*/ 8462 h 8640"/>
                <a:gd name="T94" fmla="*/ 4740 w 8028"/>
                <a:gd name="T95" fmla="*/ 8615 h 8640"/>
                <a:gd name="T96" fmla="*/ 5933 w 8028"/>
                <a:gd name="T97" fmla="*/ 8628 h 8640"/>
                <a:gd name="T98" fmla="*/ 7098 w 8028"/>
                <a:gd name="T99" fmla="*/ 8483 h 8640"/>
                <a:gd name="T100" fmla="*/ 7714 w 8028"/>
                <a:gd name="T101" fmla="*/ 8264 h 8640"/>
                <a:gd name="T102" fmla="*/ 7954 w 8028"/>
                <a:gd name="T103" fmla="*/ 8049 h 8640"/>
                <a:gd name="T104" fmla="*/ 8008 w 8028"/>
                <a:gd name="T105" fmla="*/ 7779 h 8640"/>
                <a:gd name="T106" fmla="*/ 7585 w 8028"/>
                <a:gd name="T107" fmla="*/ 6380 h 8640"/>
                <a:gd name="T108" fmla="*/ 7239 w 8028"/>
                <a:gd name="T109" fmla="*/ 7998 h 8640"/>
                <a:gd name="T110" fmla="*/ 6061 w 8028"/>
                <a:gd name="T111" fmla="*/ 8192 h 8640"/>
                <a:gd name="T112" fmla="*/ 4829 w 8028"/>
                <a:gd name="T113" fmla="*/ 8192 h 8640"/>
                <a:gd name="T114" fmla="*/ 3651 w 8028"/>
                <a:gd name="T115" fmla="*/ 7998 h 8640"/>
                <a:gd name="T116" fmla="*/ 3304 w 8028"/>
                <a:gd name="T117" fmla="*/ 6380 h 8640"/>
                <a:gd name="T118" fmla="*/ 2890 w 8028"/>
                <a:gd name="T119" fmla="*/ 6201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28" h="8640">
                  <a:moveTo>
                    <a:pt x="3304" y="2148"/>
                  </a:moveTo>
                  <a:lnTo>
                    <a:pt x="5441" y="2148"/>
                  </a:lnTo>
                  <a:lnTo>
                    <a:pt x="5441" y="2361"/>
                  </a:lnTo>
                  <a:lnTo>
                    <a:pt x="3304" y="2361"/>
                  </a:lnTo>
                  <a:lnTo>
                    <a:pt x="3304" y="2148"/>
                  </a:lnTo>
                  <a:lnTo>
                    <a:pt x="3304" y="2148"/>
                  </a:lnTo>
                  <a:close/>
                  <a:moveTo>
                    <a:pt x="5873" y="1802"/>
                  </a:moveTo>
                  <a:lnTo>
                    <a:pt x="6299" y="1802"/>
                  </a:lnTo>
                  <a:lnTo>
                    <a:pt x="6299" y="2021"/>
                  </a:lnTo>
                  <a:lnTo>
                    <a:pt x="5873" y="2021"/>
                  </a:lnTo>
                  <a:lnTo>
                    <a:pt x="5873" y="1802"/>
                  </a:lnTo>
                  <a:lnTo>
                    <a:pt x="5873" y="1802"/>
                  </a:lnTo>
                  <a:close/>
                  <a:moveTo>
                    <a:pt x="3304" y="1743"/>
                  </a:moveTo>
                  <a:lnTo>
                    <a:pt x="5441" y="1743"/>
                  </a:lnTo>
                  <a:lnTo>
                    <a:pt x="5441" y="1962"/>
                  </a:lnTo>
                  <a:lnTo>
                    <a:pt x="3304" y="1962"/>
                  </a:lnTo>
                  <a:lnTo>
                    <a:pt x="3304" y="1743"/>
                  </a:lnTo>
                  <a:lnTo>
                    <a:pt x="3304" y="1743"/>
                  </a:lnTo>
                  <a:close/>
                  <a:moveTo>
                    <a:pt x="3304" y="1350"/>
                  </a:moveTo>
                  <a:lnTo>
                    <a:pt x="5441" y="1350"/>
                  </a:lnTo>
                  <a:lnTo>
                    <a:pt x="5441" y="1563"/>
                  </a:lnTo>
                  <a:lnTo>
                    <a:pt x="3304" y="1563"/>
                  </a:lnTo>
                  <a:lnTo>
                    <a:pt x="3304" y="1350"/>
                  </a:lnTo>
                  <a:lnTo>
                    <a:pt x="3304" y="1350"/>
                  </a:lnTo>
                  <a:close/>
                  <a:moveTo>
                    <a:pt x="5873" y="956"/>
                  </a:moveTo>
                  <a:lnTo>
                    <a:pt x="6299" y="956"/>
                  </a:lnTo>
                  <a:lnTo>
                    <a:pt x="6299" y="1382"/>
                  </a:lnTo>
                  <a:lnTo>
                    <a:pt x="5873" y="1382"/>
                  </a:lnTo>
                  <a:lnTo>
                    <a:pt x="5873" y="956"/>
                  </a:lnTo>
                  <a:lnTo>
                    <a:pt x="5873" y="956"/>
                  </a:lnTo>
                  <a:close/>
                  <a:moveTo>
                    <a:pt x="3304" y="956"/>
                  </a:moveTo>
                  <a:lnTo>
                    <a:pt x="5441" y="956"/>
                  </a:lnTo>
                  <a:lnTo>
                    <a:pt x="5441" y="1169"/>
                  </a:lnTo>
                  <a:lnTo>
                    <a:pt x="3304" y="1169"/>
                  </a:lnTo>
                  <a:lnTo>
                    <a:pt x="3304" y="956"/>
                  </a:lnTo>
                  <a:lnTo>
                    <a:pt x="3304" y="956"/>
                  </a:lnTo>
                  <a:close/>
                  <a:moveTo>
                    <a:pt x="0" y="0"/>
                  </a:moveTo>
                  <a:lnTo>
                    <a:pt x="641" y="0"/>
                  </a:lnTo>
                  <a:lnTo>
                    <a:pt x="641" y="647"/>
                  </a:lnTo>
                  <a:lnTo>
                    <a:pt x="0" y="647"/>
                  </a:lnTo>
                  <a:lnTo>
                    <a:pt x="0" y="0"/>
                  </a:lnTo>
                  <a:lnTo>
                    <a:pt x="0" y="0"/>
                  </a:lnTo>
                  <a:close/>
                  <a:moveTo>
                    <a:pt x="7201" y="3944"/>
                  </a:moveTo>
                  <a:lnTo>
                    <a:pt x="7201" y="3944"/>
                  </a:lnTo>
                  <a:lnTo>
                    <a:pt x="7300" y="3917"/>
                  </a:lnTo>
                  <a:lnTo>
                    <a:pt x="7393" y="3890"/>
                  </a:lnTo>
                  <a:lnTo>
                    <a:pt x="7480" y="3860"/>
                  </a:lnTo>
                  <a:lnTo>
                    <a:pt x="7561" y="3830"/>
                  </a:lnTo>
                  <a:lnTo>
                    <a:pt x="7599" y="3813"/>
                  </a:lnTo>
                  <a:lnTo>
                    <a:pt x="7635" y="3798"/>
                  </a:lnTo>
                  <a:lnTo>
                    <a:pt x="7669" y="3782"/>
                  </a:lnTo>
                  <a:lnTo>
                    <a:pt x="7702" y="3765"/>
                  </a:lnTo>
                  <a:lnTo>
                    <a:pt x="7734" y="3747"/>
                  </a:lnTo>
                  <a:lnTo>
                    <a:pt x="7764" y="3731"/>
                  </a:lnTo>
                  <a:lnTo>
                    <a:pt x="7792" y="3713"/>
                  </a:lnTo>
                  <a:lnTo>
                    <a:pt x="7819" y="3695"/>
                  </a:lnTo>
                  <a:lnTo>
                    <a:pt x="7845" y="3675"/>
                  </a:lnTo>
                  <a:lnTo>
                    <a:pt x="7869" y="3657"/>
                  </a:lnTo>
                  <a:lnTo>
                    <a:pt x="7890" y="3638"/>
                  </a:lnTo>
                  <a:lnTo>
                    <a:pt x="7911" y="3618"/>
                  </a:lnTo>
                  <a:lnTo>
                    <a:pt x="7929" y="3599"/>
                  </a:lnTo>
                  <a:lnTo>
                    <a:pt x="7947" y="3579"/>
                  </a:lnTo>
                  <a:lnTo>
                    <a:pt x="7962" y="3558"/>
                  </a:lnTo>
                  <a:lnTo>
                    <a:pt x="7975" y="3537"/>
                  </a:lnTo>
                  <a:lnTo>
                    <a:pt x="7987" y="3516"/>
                  </a:lnTo>
                  <a:lnTo>
                    <a:pt x="7999" y="3495"/>
                  </a:lnTo>
                  <a:lnTo>
                    <a:pt x="8008" y="3474"/>
                  </a:lnTo>
                  <a:lnTo>
                    <a:pt x="8014" y="3452"/>
                  </a:lnTo>
                  <a:lnTo>
                    <a:pt x="8020" y="3429"/>
                  </a:lnTo>
                  <a:lnTo>
                    <a:pt x="8025" y="3407"/>
                  </a:lnTo>
                  <a:lnTo>
                    <a:pt x="8028" y="3384"/>
                  </a:lnTo>
                  <a:lnTo>
                    <a:pt x="8028" y="3360"/>
                  </a:lnTo>
                  <a:lnTo>
                    <a:pt x="8028" y="3360"/>
                  </a:lnTo>
                  <a:lnTo>
                    <a:pt x="8028" y="3336"/>
                  </a:lnTo>
                  <a:lnTo>
                    <a:pt x="8025" y="3314"/>
                  </a:lnTo>
                  <a:lnTo>
                    <a:pt x="8020" y="3291"/>
                  </a:lnTo>
                  <a:lnTo>
                    <a:pt x="8016" y="3269"/>
                  </a:lnTo>
                  <a:lnTo>
                    <a:pt x="8008" y="3246"/>
                  </a:lnTo>
                  <a:lnTo>
                    <a:pt x="7999" y="3225"/>
                  </a:lnTo>
                  <a:lnTo>
                    <a:pt x="7989" y="3204"/>
                  </a:lnTo>
                  <a:lnTo>
                    <a:pt x="7977" y="3183"/>
                  </a:lnTo>
                  <a:lnTo>
                    <a:pt x="7963" y="3162"/>
                  </a:lnTo>
                  <a:lnTo>
                    <a:pt x="7947" y="3141"/>
                  </a:lnTo>
                  <a:lnTo>
                    <a:pt x="7930" y="3122"/>
                  </a:lnTo>
                  <a:lnTo>
                    <a:pt x="7912" y="3102"/>
                  </a:lnTo>
                  <a:lnTo>
                    <a:pt x="7891" y="3083"/>
                  </a:lnTo>
                  <a:lnTo>
                    <a:pt x="7870" y="3063"/>
                  </a:lnTo>
                  <a:lnTo>
                    <a:pt x="7846" y="3045"/>
                  </a:lnTo>
                  <a:lnTo>
                    <a:pt x="7821" y="3026"/>
                  </a:lnTo>
                  <a:lnTo>
                    <a:pt x="7795" y="3008"/>
                  </a:lnTo>
                  <a:lnTo>
                    <a:pt x="7767" y="2990"/>
                  </a:lnTo>
                  <a:lnTo>
                    <a:pt x="7737" y="2973"/>
                  </a:lnTo>
                  <a:lnTo>
                    <a:pt x="7705" y="2955"/>
                  </a:lnTo>
                  <a:lnTo>
                    <a:pt x="7672" y="2939"/>
                  </a:lnTo>
                  <a:lnTo>
                    <a:pt x="7638" y="2922"/>
                  </a:lnTo>
                  <a:lnTo>
                    <a:pt x="7600" y="2907"/>
                  </a:lnTo>
                  <a:lnTo>
                    <a:pt x="7563" y="2891"/>
                  </a:lnTo>
                  <a:lnTo>
                    <a:pt x="7482" y="2861"/>
                  </a:lnTo>
                  <a:lnTo>
                    <a:pt x="7395" y="2831"/>
                  </a:lnTo>
                  <a:lnTo>
                    <a:pt x="7302" y="2804"/>
                  </a:lnTo>
                  <a:lnTo>
                    <a:pt x="7201" y="2777"/>
                  </a:lnTo>
                  <a:lnTo>
                    <a:pt x="7201" y="2777"/>
                  </a:lnTo>
                  <a:lnTo>
                    <a:pt x="7111" y="2756"/>
                  </a:lnTo>
                  <a:lnTo>
                    <a:pt x="7018" y="2735"/>
                  </a:lnTo>
                  <a:lnTo>
                    <a:pt x="6922" y="2715"/>
                  </a:lnTo>
                  <a:lnTo>
                    <a:pt x="6823" y="2699"/>
                  </a:lnTo>
                  <a:lnTo>
                    <a:pt x="6721" y="2682"/>
                  </a:lnTo>
                  <a:lnTo>
                    <a:pt x="6616" y="2666"/>
                  </a:lnTo>
                  <a:lnTo>
                    <a:pt x="6508" y="2652"/>
                  </a:lnTo>
                  <a:lnTo>
                    <a:pt x="6398" y="2640"/>
                  </a:lnTo>
                  <a:lnTo>
                    <a:pt x="6287" y="2630"/>
                  </a:lnTo>
                  <a:lnTo>
                    <a:pt x="6173" y="2619"/>
                  </a:lnTo>
                  <a:lnTo>
                    <a:pt x="6056" y="2612"/>
                  </a:lnTo>
                  <a:lnTo>
                    <a:pt x="5939" y="2604"/>
                  </a:lnTo>
                  <a:lnTo>
                    <a:pt x="5821" y="2600"/>
                  </a:lnTo>
                  <a:lnTo>
                    <a:pt x="5699" y="2595"/>
                  </a:lnTo>
                  <a:lnTo>
                    <a:pt x="5578" y="2594"/>
                  </a:lnTo>
                  <a:lnTo>
                    <a:pt x="5455" y="2592"/>
                  </a:lnTo>
                  <a:lnTo>
                    <a:pt x="5455" y="2592"/>
                  </a:lnTo>
                  <a:lnTo>
                    <a:pt x="5331" y="2594"/>
                  </a:lnTo>
                  <a:lnTo>
                    <a:pt x="5210" y="2595"/>
                  </a:lnTo>
                  <a:lnTo>
                    <a:pt x="5088" y="2600"/>
                  </a:lnTo>
                  <a:lnTo>
                    <a:pt x="4968" y="2604"/>
                  </a:lnTo>
                  <a:lnTo>
                    <a:pt x="4851" y="2612"/>
                  </a:lnTo>
                  <a:lnTo>
                    <a:pt x="4734" y="2619"/>
                  </a:lnTo>
                  <a:lnTo>
                    <a:pt x="4620" y="2630"/>
                  </a:lnTo>
                  <a:lnTo>
                    <a:pt x="4509" y="2640"/>
                  </a:lnTo>
                  <a:lnTo>
                    <a:pt x="4398" y="2652"/>
                  </a:lnTo>
                  <a:lnTo>
                    <a:pt x="4292" y="2666"/>
                  </a:lnTo>
                  <a:lnTo>
                    <a:pt x="4187" y="2682"/>
                  </a:lnTo>
                  <a:lnTo>
                    <a:pt x="4085" y="2699"/>
                  </a:lnTo>
                  <a:lnTo>
                    <a:pt x="3985" y="2715"/>
                  </a:lnTo>
                  <a:lnTo>
                    <a:pt x="3889" y="2735"/>
                  </a:lnTo>
                  <a:lnTo>
                    <a:pt x="3796" y="2756"/>
                  </a:lnTo>
                  <a:lnTo>
                    <a:pt x="3708" y="2777"/>
                  </a:lnTo>
                  <a:lnTo>
                    <a:pt x="3708" y="2777"/>
                  </a:lnTo>
                  <a:lnTo>
                    <a:pt x="3607" y="2804"/>
                  </a:lnTo>
                  <a:lnTo>
                    <a:pt x="3514" y="2831"/>
                  </a:lnTo>
                  <a:lnTo>
                    <a:pt x="3427" y="2861"/>
                  </a:lnTo>
                  <a:lnTo>
                    <a:pt x="3346" y="2891"/>
                  </a:lnTo>
                  <a:lnTo>
                    <a:pt x="3309" y="2907"/>
                  </a:lnTo>
                  <a:lnTo>
                    <a:pt x="3271" y="2922"/>
                  </a:lnTo>
                  <a:lnTo>
                    <a:pt x="3237" y="2939"/>
                  </a:lnTo>
                  <a:lnTo>
                    <a:pt x="3204" y="2955"/>
                  </a:lnTo>
                  <a:lnTo>
                    <a:pt x="3172" y="2973"/>
                  </a:lnTo>
                  <a:lnTo>
                    <a:pt x="3142" y="2990"/>
                  </a:lnTo>
                  <a:lnTo>
                    <a:pt x="3114" y="3008"/>
                  </a:lnTo>
                  <a:lnTo>
                    <a:pt x="3088" y="3026"/>
                  </a:lnTo>
                  <a:lnTo>
                    <a:pt x="3063" y="3045"/>
                  </a:lnTo>
                  <a:lnTo>
                    <a:pt x="3039" y="3063"/>
                  </a:lnTo>
                  <a:lnTo>
                    <a:pt x="3018" y="3083"/>
                  </a:lnTo>
                  <a:lnTo>
                    <a:pt x="2997" y="3102"/>
                  </a:lnTo>
                  <a:lnTo>
                    <a:pt x="2979" y="3122"/>
                  </a:lnTo>
                  <a:lnTo>
                    <a:pt x="2962" y="3141"/>
                  </a:lnTo>
                  <a:lnTo>
                    <a:pt x="2946" y="3162"/>
                  </a:lnTo>
                  <a:lnTo>
                    <a:pt x="2932" y="3183"/>
                  </a:lnTo>
                  <a:lnTo>
                    <a:pt x="2920" y="3204"/>
                  </a:lnTo>
                  <a:lnTo>
                    <a:pt x="2910" y="3225"/>
                  </a:lnTo>
                  <a:lnTo>
                    <a:pt x="2901" y="3246"/>
                  </a:lnTo>
                  <a:lnTo>
                    <a:pt x="2893" y="3269"/>
                  </a:lnTo>
                  <a:lnTo>
                    <a:pt x="2889" y="3291"/>
                  </a:lnTo>
                  <a:lnTo>
                    <a:pt x="2884" y="3314"/>
                  </a:lnTo>
                  <a:lnTo>
                    <a:pt x="2881" y="3336"/>
                  </a:lnTo>
                  <a:lnTo>
                    <a:pt x="2881" y="3360"/>
                  </a:lnTo>
                  <a:lnTo>
                    <a:pt x="2881" y="3360"/>
                  </a:lnTo>
                  <a:lnTo>
                    <a:pt x="2881" y="3384"/>
                  </a:lnTo>
                  <a:lnTo>
                    <a:pt x="2884" y="3407"/>
                  </a:lnTo>
                  <a:lnTo>
                    <a:pt x="2889" y="3429"/>
                  </a:lnTo>
                  <a:lnTo>
                    <a:pt x="2893" y="3452"/>
                  </a:lnTo>
                  <a:lnTo>
                    <a:pt x="2901" y="3474"/>
                  </a:lnTo>
                  <a:lnTo>
                    <a:pt x="2910" y="3495"/>
                  </a:lnTo>
                  <a:lnTo>
                    <a:pt x="2920" y="3516"/>
                  </a:lnTo>
                  <a:lnTo>
                    <a:pt x="2932" y="3537"/>
                  </a:lnTo>
                  <a:lnTo>
                    <a:pt x="2946" y="3558"/>
                  </a:lnTo>
                  <a:lnTo>
                    <a:pt x="2962" y="3579"/>
                  </a:lnTo>
                  <a:lnTo>
                    <a:pt x="2979" y="3599"/>
                  </a:lnTo>
                  <a:lnTo>
                    <a:pt x="2997" y="3618"/>
                  </a:lnTo>
                  <a:lnTo>
                    <a:pt x="3018" y="3638"/>
                  </a:lnTo>
                  <a:lnTo>
                    <a:pt x="3039" y="3657"/>
                  </a:lnTo>
                  <a:lnTo>
                    <a:pt x="3063" y="3675"/>
                  </a:lnTo>
                  <a:lnTo>
                    <a:pt x="3088" y="3695"/>
                  </a:lnTo>
                  <a:lnTo>
                    <a:pt x="3114" y="3713"/>
                  </a:lnTo>
                  <a:lnTo>
                    <a:pt x="3142" y="3731"/>
                  </a:lnTo>
                  <a:lnTo>
                    <a:pt x="3172" y="3747"/>
                  </a:lnTo>
                  <a:lnTo>
                    <a:pt x="3204" y="3765"/>
                  </a:lnTo>
                  <a:lnTo>
                    <a:pt x="3237" y="3782"/>
                  </a:lnTo>
                  <a:lnTo>
                    <a:pt x="3271" y="3798"/>
                  </a:lnTo>
                  <a:lnTo>
                    <a:pt x="3309" y="3813"/>
                  </a:lnTo>
                  <a:lnTo>
                    <a:pt x="3346" y="3830"/>
                  </a:lnTo>
                  <a:lnTo>
                    <a:pt x="3427" y="3860"/>
                  </a:lnTo>
                  <a:lnTo>
                    <a:pt x="3514" y="3890"/>
                  </a:lnTo>
                  <a:lnTo>
                    <a:pt x="3607" y="3917"/>
                  </a:lnTo>
                  <a:lnTo>
                    <a:pt x="3708" y="3944"/>
                  </a:lnTo>
                  <a:lnTo>
                    <a:pt x="3708" y="3944"/>
                  </a:lnTo>
                  <a:lnTo>
                    <a:pt x="3798" y="3965"/>
                  </a:lnTo>
                  <a:lnTo>
                    <a:pt x="3891" y="3986"/>
                  </a:lnTo>
                  <a:lnTo>
                    <a:pt x="3987" y="4005"/>
                  </a:lnTo>
                  <a:lnTo>
                    <a:pt x="4086" y="4022"/>
                  </a:lnTo>
                  <a:lnTo>
                    <a:pt x="4188" y="4038"/>
                  </a:lnTo>
                  <a:lnTo>
                    <a:pt x="4293" y="4055"/>
                  </a:lnTo>
                  <a:lnTo>
                    <a:pt x="4401" y="4068"/>
                  </a:lnTo>
                  <a:lnTo>
                    <a:pt x="4511" y="4080"/>
                  </a:lnTo>
                  <a:lnTo>
                    <a:pt x="4622" y="4091"/>
                  </a:lnTo>
                  <a:lnTo>
                    <a:pt x="4736" y="4101"/>
                  </a:lnTo>
                  <a:lnTo>
                    <a:pt x="4853" y="4109"/>
                  </a:lnTo>
                  <a:lnTo>
                    <a:pt x="4970" y="4116"/>
                  </a:lnTo>
                  <a:lnTo>
                    <a:pt x="5088" y="4121"/>
                  </a:lnTo>
                  <a:lnTo>
                    <a:pt x="5210" y="4125"/>
                  </a:lnTo>
                  <a:lnTo>
                    <a:pt x="5331" y="4127"/>
                  </a:lnTo>
                  <a:lnTo>
                    <a:pt x="5455" y="4128"/>
                  </a:lnTo>
                  <a:lnTo>
                    <a:pt x="5455" y="4128"/>
                  </a:lnTo>
                  <a:lnTo>
                    <a:pt x="5578" y="4127"/>
                  </a:lnTo>
                  <a:lnTo>
                    <a:pt x="5699" y="4124"/>
                  </a:lnTo>
                  <a:lnTo>
                    <a:pt x="5821" y="4119"/>
                  </a:lnTo>
                  <a:lnTo>
                    <a:pt x="5941" y="4113"/>
                  </a:lnTo>
                  <a:lnTo>
                    <a:pt x="6058" y="4107"/>
                  </a:lnTo>
                  <a:lnTo>
                    <a:pt x="6175" y="4098"/>
                  </a:lnTo>
                  <a:lnTo>
                    <a:pt x="6289" y="4089"/>
                  </a:lnTo>
                  <a:lnTo>
                    <a:pt x="6400" y="4079"/>
                  </a:lnTo>
                  <a:lnTo>
                    <a:pt x="6511" y="4067"/>
                  </a:lnTo>
                  <a:lnTo>
                    <a:pt x="6617" y="4053"/>
                  </a:lnTo>
                  <a:lnTo>
                    <a:pt x="6723" y="4038"/>
                  </a:lnTo>
                  <a:lnTo>
                    <a:pt x="6825" y="4022"/>
                  </a:lnTo>
                  <a:lnTo>
                    <a:pt x="6924" y="4004"/>
                  </a:lnTo>
                  <a:lnTo>
                    <a:pt x="7020" y="3986"/>
                  </a:lnTo>
                  <a:lnTo>
                    <a:pt x="7113" y="3965"/>
                  </a:lnTo>
                  <a:lnTo>
                    <a:pt x="7201" y="3944"/>
                  </a:lnTo>
                  <a:lnTo>
                    <a:pt x="7201" y="3944"/>
                  </a:lnTo>
                  <a:close/>
                  <a:moveTo>
                    <a:pt x="3438" y="3360"/>
                  </a:moveTo>
                  <a:lnTo>
                    <a:pt x="3438" y="3360"/>
                  </a:lnTo>
                  <a:lnTo>
                    <a:pt x="3495" y="3336"/>
                  </a:lnTo>
                  <a:lnTo>
                    <a:pt x="3561" y="3311"/>
                  </a:lnTo>
                  <a:lnTo>
                    <a:pt x="3637" y="3285"/>
                  </a:lnTo>
                  <a:lnTo>
                    <a:pt x="3723" y="3260"/>
                  </a:lnTo>
                  <a:lnTo>
                    <a:pt x="3817" y="3234"/>
                  </a:lnTo>
                  <a:lnTo>
                    <a:pt x="3922" y="3210"/>
                  </a:lnTo>
                  <a:lnTo>
                    <a:pt x="4037" y="3186"/>
                  </a:lnTo>
                  <a:lnTo>
                    <a:pt x="4158" y="3164"/>
                  </a:lnTo>
                  <a:lnTo>
                    <a:pt x="4290" y="3143"/>
                  </a:lnTo>
                  <a:lnTo>
                    <a:pt x="4431" y="3123"/>
                  </a:lnTo>
                  <a:lnTo>
                    <a:pt x="4581" y="3107"/>
                  </a:lnTo>
                  <a:lnTo>
                    <a:pt x="4739" y="3092"/>
                  </a:lnTo>
                  <a:lnTo>
                    <a:pt x="4905" y="3080"/>
                  </a:lnTo>
                  <a:lnTo>
                    <a:pt x="4991" y="3075"/>
                  </a:lnTo>
                  <a:lnTo>
                    <a:pt x="5079" y="3071"/>
                  </a:lnTo>
                  <a:lnTo>
                    <a:pt x="5171" y="3068"/>
                  </a:lnTo>
                  <a:lnTo>
                    <a:pt x="5264" y="3065"/>
                  </a:lnTo>
                  <a:lnTo>
                    <a:pt x="5359" y="3063"/>
                  </a:lnTo>
                  <a:lnTo>
                    <a:pt x="5455" y="3063"/>
                  </a:lnTo>
                  <a:lnTo>
                    <a:pt x="5455" y="3063"/>
                  </a:lnTo>
                  <a:lnTo>
                    <a:pt x="5551" y="3063"/>
                  </a:lnTo>
                  <a:lnTo>
                    <a:pt x="5645" y="3065"/>
                  </a:lnTo>
                  <a:lnTo>
                    <a:pt x="5738" y="3068"/>
                  </a:lnTo>
                  <a:lnTo>
                    <a:pt x="5830" y="3071"/>
                  </a:lnTo>
                  <a:lnTo>
                    <a:pt x="6004" y="3080"/>
                  </a:lnTo>
                  <a:lnTo>
                    <a:pt x="6170" y="3090"/>
                  </a:lnTo>
                  <a:lnTo>
                    <a:pt x="6328" y="3105"/>
                  </a:lnTo>
                  <a:lnTo>
                    <a:pt x="6478" y="3122"/>
                  </a:lnTo>
                  <a:lnTo>
                    <a:pt x="6619" y="3141"/>
                  </a:lnTo>
                  <a:lnTo>
                    <a:pt x="6751" y="3162"/>
                  </a:lnTo>
                  <a:lnTo>
                    <a:pt x="6873" y="3185"/>
                  </a:lnTo>
                  <a:lnTo>
                    <a:pt x="6987" y="3207"/>
                  </a:lnTo>
                  <a:lnTo>
                    <a:pt x="7092" y="3233"/>
                  </a:lnTo>
                  <a:lnTo>
                    <a:pt x="7186" y="3258"/>
                  </a:lnTo>
                  <a:lnTo>
                    <a:pt x="7272" y="3284"/>
                  </a:lnTo>
                  <a:lnTo>
                    <a:pt x="7348" y="3309"/>
                  </a:lnTo>
                  <a:lnTo>
                    <a:pt x="7416" y="3335"/>
                  </a:lnTo>
                  <a:lnTo>
                    <a:pt x="7471" y="3360"/>
                  </a:lnTo>
                  <a:lnTo>
                    <a:pt x="7471" y="3360"/>
                  </a:lnTo>
                  <a:lnTo>
                    <a:pt x="7416" y="3384"/>
                  </a:lnTo>
                  <a:lnTo>
                    <a:pt x="7348" y="3410"/>
                  </a:lnTo>
                  <a:lnTo>
                    <a:pt x="7272" y="3435"/>
                  </a:lnTo>
                  <a:lnTo>
                    <a:pt x="7186" y="3461"/>
                  </a:lnTo>
                  <a:lnTo>
                    <a:pt x="7092" y="3486"/>
                  </a:lnTo>
                  <a:lnTo>
                    <a:pt x="6987" y="3510"/>
                  </a:lnTo>
                  <a:lnTo>
                    <a:pt x="6873" y="3534"/>
                  </a:lnTo>
                  <a:lnTo>
                    <a:pt x="6751" y="3557"/>
                  </a:lnTo>
                  <a:lnTo>
                    <a:pt x="6619" y="3578"/>
                  </a:lnTo>
                  <a:lnTo>
                    <a:pt x="6478" y="3597"/>
                  </a:lnTo>
                  <a:lnTo>
                    <a:pt x="6328" y="3614"/>
                  </a:lnTo>
                  <a:lnTo>
                    <a:pt x="6170" y="3629"/>
                  </a:lnTo>
                  <a:lnTo>
                    <a:pt x="6004" y="3641"/>
                  </a:lnTo>
                  <a:lnTo>
                    <a:pt x="5918" y="3645"/>
                  </a:lnTo>
                  <a:lnTo>
                    <a:pt x="5830" y="3650"/>
                  </a:lnTo>
                  <a:lnTo>
                    <a:pt x="5738" y="3653"/>
                  </a:lnTo>
                  <a:lnTo>
                    <a:pt x="5645" y="3656"/>
                  </a:lnTo>
                  <a:lnTo>
                    <a:pt x="5551" y="3657"/>
                  </a:lnTo>
                  <a:lnTo>
                    <a:pt x="5455" y="3657"/>
                  </a:lnTo>
                  <a:lnTo>
                    <a:pt x="5455" y="3657"/>
                  </a:lnTo>
                  <a:lnTo>
                    <a:pt x="5359" y="3656"/>
                  </a:lnTo>
                  <a:lnTo>
                    <a:pt x="5264" y="3654"/>
                  </a:lnTo>
                  <a:lnTo>
                    <a:pt x="5171" y="3651"/>
                  </a:lnTo>
                  <a:lnTo>
                    <a:pt x="5079" y="3648"/>
                  </a:lnTo>
                  <a:lnTo>
                    <a:pt x="4905" y="3639"/>
                  </a:lnTo>
                  <a:lnTo>
                    <a:pt x="4739" y="3627"/>
                  </a:lnTo>
                  <a:lnTo>
                    <a:pt x="4581" y="3612"/>
                  </a:lnTo>
                  <a:lnTo>
                    <a:pt x="4431" y="3594"/>
                  </a:lnTo>
                  <a:lnTo>
                    <a:pt x="4290" y="3576"/>
                  </a:lnTo>
                  <a:lnTo>
                    <a:pt x="4158" y="3555"/>
                  </a:lnTo>
                  <a:lnTo>
                    <a:pt x="4037" y="3533"/>
                  </a:lnTo>
                  <a:lnTo>
                    <a:pt x="3922" y="3509"/>
                  </a:lnTo>
                  <a:lnTo>
                    <a:pt x="3817" y="3485"/>
                  </a:lnTo>
                  <a:lnTo>
                    <a:pt x="3723" y="3459"/>
                  </a:lnTo>
                  <a:lnTo>
                    <a:pt x="3637" y="3435"/>
                  </a:lnTo>
                  <a:lnTo>
                    <a:pt x="3561" y="3410"/>
                  </a:lnTo>
                  <a:lnTo>
                    <a:pt x="3495" y="3384"/>
                  </a:lnTo>
                  <a:lnTo>
                    <a:pt x="3438" y="3360"/>
                  </a:lnTo>
                  <a:lnTo>
                    <a:pt x="3438" y="3360"/>
                  </a:lnTo>
                  <a:close/>
                  <a:moveTo>
                    <a:pt x="2890" y="3945"/>
                  </a:moveTo>
                  <a:lnTo>
                    <a:pt x="2890" y="5397"/>
                  </a:lnTo>
                  <a:lnTo>
                    <a:pt x="2890" y="5477"/>
                  </a:lnTo>
                  <a:lnTo>
                    <a:pt x="2890" y="5529"/>
                  </a:lnTo>
                  <a:lnTo>
                    <a:pt x="2890" y="5535"/>
                  </a:lnTo>
                  <a:lnTo>
                    <a:pt x="2890" y="5610"/>
                  </a:lnTo>
                  <a:lnTo>
                    <a:pt x="2890" y="5615"/>
                  </a:lnTo>
                  <a:lnTo>
                    <a:pt x="2890" y="5615"/>
                  </a:lnTo>
                  <a:lnTo>
                    <a:pt x="2892" y="5633"/>
                  </a:lnTo>
                  <a:lnTo>
                    <a:pt x="2893" y="5651"/>
                  </a:lnTo>
                  <a:lnTo>
                    <a:pt x="2898" y="5685"/>
                  </a:lnTo>
                  <a:lnTo>
                    <a:pt x="2907" y="5718"/>
                  </a:lnTo>
                  <a:lnTo>
                    <a:pt x="2919" y="5751"/>
                  </a:lnTo>
                  <a:lnTo>
                    <a:pt x="2934" y="5781"/>
                  </a:lnTo>
                  <a:lnTo>
                    <a:pt x="2952" y="5811"/>
                  </a:lnTo>
                  <a:lnTo>
                    <a:pt x="2971" y="5840"/>
                  </a:lnTo>
                  <a:lnTo>
                    <a:pt x="2994" y="5867"/>
                  </a:lnTo>
                  <a:lnTo>
                    <a:pt x="3019" y="5892"/>
                  </a:lnTo>
                  <a:lnTo>
                    <a:pt x="3045" y="5916"/>
                  </a:lnTo>
                  <a:lnTo>
                    <a:pt x="3073" y="5940"/>
                  </a:lnTo>
                  <a:lnTo>
                    <a:pt x="3103" y="5963"/>
                  </a:lnTo>
                  <a:lnTo>
                    <a:pt x="3133" y="5984"/>
                  </a:lnTo>
                  <a:lnTo>
                    <a:pt x="3166" y="6005"/>
                  </a:lnTo>
                  <a:lnTo>
                    <a:pt x="3199" y="6023"/>
                  </a:lnTo>
                  <a:lnTo>
                    <a:pt x="3232" y="6042"/>
                  </a:lnTo>
                  <a:lnTo>
                    <a:pt x="3267" y="6059"/>
                  </a:lnTo>
                  <a:lnTo>
                    <a:pt x="3301" y="6075"/>
                  </a:lnTo>
                  <a:lnTo>
                    <a:pt x="3372" y="6105"/>
                  </a:lnTo>
                  <a:lnTo>
                    <a:pt x="3441" y="6131"/>
                  </a:lnTo>
                  <a:lnTo>
                    <a:pt x="3507" y="6155"/>
                  </a:lnTo>
                  <a:lnTo>
                    <a:pt x="3570" y="6174"/>
                  </a:lnTo>
                  <a:lnTo>
                    <a:pt x="3628" y="6191"/>
                  </a:lnTo>
                  <a:lnTo>
                    <a:pt x="3721" y="6215"/>
                  </a:lnTo>
                  <a:lnTo>
                    <a:pt x="3721" y="6215"/>
                  </a:lnTo>
                  <a:lnTo>
                    <a:pt x="3810" y="6236"/>
                  </a:lnTo>
                  <a:lnTo>
                    <a:pt x="3903" y="6257"/>
                  </a:lnTo>
                  <a:lnTo>
                    <a:pt x="3997" y="6275"/>
                  </a:lnTo>
                  <a:lnTo>
                    <a:pt x="4097" y="6293"/>
                  </a:lnTo>
                  <a:lnTo>
                    <a:pt x="4197" y="6308"/>
                  </a:lnTo>
                  <a:lnTo>
                    <a:pt x="4301" y="6323"/>
                  </a:lnTo>
                  <a:lnTo>
                    <a:pt x="4407" y="6336"/>
                  </a:lnTo>
                  <a:lnTo>
                    <a:pt x="4517" y="6348"/>
                  </a:lnTo>
                  <a:lnTo>
                    <a:pt x="4628" y="6359"/>
                  </a:lnTo>
                  <a:lnTo>
                    <a:pt x="4740" y="6368"/>
                  </a:lnTo>
                  <a:lnTo>
                    <a:pt x="4856" y="6377"/>
                  </a:lnTo>
                  <a:lnTo>
                    <a:pt x="4973" y="6383"/>
                  </a:lnTo>
                  <a:lnTo>
                    <a:pt x="5091" y="6387"/>
                  </a:lnTo>
                  <a:lnTo>
                    <a:pt x="5211" y="6390"/>
                  </a:lnTo>
                  <a:lnTo>
                    <a:pt x="5333" y="6393"/>
                  </a:lnTo>
                  <a:lnTo>
                    <a:pt x="5455" y="6393"/>
                  </a:lnTo>
                  <a:lnTo>
                    <a:pt x="5455" y="6393"/>
                  </a:lnTo>
                  <a:lnTo>
                    <a:pt x="5576" y="6393"/>
                  </a:lnTo>
                  <a:lnTo>
                    <a:pt x="5696" y="6390"/>
                  </a:lnTo>
                  <a:lnTo>
                    <a:pt x="5816" y="6387"/>
                  </a:lnTo>
                  <a:lnTo>
                    <a:pt x="5933" y="6381"/>
                  </a:lnTo>
                  <a:lnTo>
                    <a:pt x="6050" y="6375"/>
                  </a:lnTo>
                  <a:lnTo>
                    <a:pt x="6166" y="6366"/>
                  </a:lnTo>
                  <a:lnTo>
                    <a:pt x="6278" y="6357"/>
                  </a:lnTo>
                  <a:lnTo>
                    <a:pt x="6389" y="6347"/>
                  </a:lnTo>
                  <a:lnTo>
                    <a:pt x="6499" y="6335"/>
                  </a:lnTo>
                  <a:lnTo>
                    <a:pt x="6605" y="6321"/>
                  </a:lnTo>
                  <a:lnTo>
                    <a:pt x="6709" y="6306"/>
                  </a:lnTo>
                  <a:lnTo>
                    <a:pt x="6811" y="6290"/>
                  </a:lnTo>
                  <a:lnTo>
                    <a:pt x="6910" y="6273"/>
                  </a:lnTo>
                  <a:lnTo>
                    <a:pt x="7006" y="6255"/>
                  </a:lnTo>
                  <a:lnTo>
                    <a:pt x="7098" y="6236"/>
                  </a:lnTo>
                  <a:lnTo>
                    <a:pt x="7188" y="6215"/>
                  </a:lnTo>
                  <a:lnTo>
                    <a:pt x="7188" y="6215"/>
                  </a:lnTo>
                  <a:lnTo>
                    <a:pt x="7285" y="6188"/>
                  </a:lnTo>
                  <a:lnTo>
                    <a:pt x="7378" y="6159"/>
                  </a:lnTo>
                  <a:lnTo>
                    <a:pt x="7464" y="6131"/>
                  </a:lnTo>
                  <a:lnTo>
                    <a:pt x="7543" y="6099"/>
                  </a:lnTo>
                  <a:lnTo>
                    <a:pt x="7581" y="6083"/>
                  </a:lnTo>
                  <a:lnTo>
                    <a:pt x="7617" y="6066"/>
                  </a:lnTo>
                  <a:lnTo>
                    <a:pt x="7650" y="6050"/>
                  </a:lnTo>
                  <a:lnTo>
                    <a:pt x="7683" y="6033"/>
                  </a:lnTo>
                  <a:lnTo>
                    <a:pt x="7714" y="6015"/>
                  </a:lnTo>
                  <a:lnTo>
                    <a:pt x="7744" y="5997"/>
                  </a:lnTo>
                  <a:lnTo>
                    <a:pt x="7773" y="5979"/>
                  </a:lnTo>
                  <a:lnTo>
                    <a:pt x="7798" y="5961"/>
                  </a:lnTo>
                  <a:lnTo>
                    <a:pt x="7824" y="5942"/>
                  </a:lnTo>
                  <a:lnTo>
                    <a:pt x="7846" y="5922"/>
                  </a:lnTo>
                  <a:lnTo>
                    <a:pt x="7869" y="5903"/>
                  </a:lnTo>
                  <a:lnTo>
                    <a:pt x="7888" y="5883"/>
                  </a:lnTo>
                  <a:lnTo>
                    <a:pt x="7908" y="5862"/>
                  </a:lnTo>
                  <a:lnTo>
                    <a:pt x="7924" y="5843"/>
                  </a:lnTo>
                  <a:lnTo>
                    <a:pt x="7941" y="5822"/>
                  </a:lnTo>
                  <a:lnTo>
                    <a:pt x="7954" y="5799"/>
                  </a:lnTo>
                  <a:lnTo>
                    <a:pt x="7966" y="5778"/>
                  </a:lnTo>
                  <a:lnTo>
                    <a:pt x="7977" y="5756"/>
                  </a:lnTo>
                  <a:lnTo>
                    <a:pt x="7987" y="5733"/>
                  </a:lnTo>
                  <a:lnTo>
                    <a:pt x="7995" y="5711"/>
                  </a:lnTo>
                  <a:lnTo>
                    <a:pt x="8001" y="5687"/>
                  </a:lnTo>
                  <a:lnTo>
                    <a:pt x="8005" y="5664"/>
                  </a:lnTo>
                  <a:lnTo>
                    <a:pt x="8008" y="5640"/>
                  </a:lnTo>
                  <a:lnTo>
                    <a:pt x="8008" y="5615"/>
                  </a:lnTo>
                  <a:lnTo>
                    <a:pt x="8008" y="5610"/>
                  </a:lnTo>
                  <a:lnTo>
                    <a:pt x="8008" y="5535"/>
                  </a:lnTo>
                  <a:lnTo>
                    <a:pt x="8008" y="5529"/>
                  </a:lnTo>
                  <a:lnTo>
                    <a:pt x="8008" y="5477"/>
                  </a:lnTo>
                  <a:lnTo>
                    <a:pt x="8008" y="5397"/>
                  </a:lnTo>
                  <a:lnTo>
                    <a:pt x="8008" y="3945"/>
                  </a:lnTo>
                  <a:lnTo>
                    <a:pt x="8008" y="3945"/>
                  </a:lnTo>
                  <a:lnTo>
                    <a:pt x="7927" y="3987"/>
                  </a:lnTo>
                  <a:lnTo>
                    <a:pt x="7842" y="4029"/>
                  </a:lnTo>
                  <a:lnTo>
                    <a:pt x="7798" y="4049"/>
                  </a:lnTo>
                  <a:lnTo>
                    <a:pt x="7752" y="4068"/>
                  </a:lnTo>
                  <a:lnTo>
                    <a:pt x="7705" y="4086"/>
                  </a:lnTo>
                  <a:lnTo>
                    <a:pt x="7656" y="4104"/>
                  </a:lnTo>
                  <a:lnTo>
                    <a:pt x="7585" y="4125"/>
                  </a:lnTo>
                  <a:lnTo>
                    <a:pt x="7585" y="5610"/>
                  </a:lnTo>
                  <a:lnTo>
                    <a:pt x="7585" y="5615"/>
                  </a:lnTo>
                  <a:lnTo>
                    <a:pt x="7585" y="5621"/>
                  </a:lnTo>
                  <a:lnTo>
                    <a:pt x="7585" y="5633"/>
                  </a:lnTo>
                  <a:lnTo>
                    <a:pt x="7506" y="5663"/>
                  </a:lnTo>
                  <a:lnTo>
                    <a:pt x="7506" y="5663"/>
                  </a:lnTo>
                  <a:lnTo>
                    <a:pt x="7425" y="5691"/>
                  </a:lnTo>
                  <a:lnTo>
                    <a:pt x="7351" y="5715"/>
                  </a:lnTo>
                  <a:lnTo>
                    <a:pt x="7288" y="5736"/>
                  </a:lnTo>
                  <a:lnTo>
                    <a:pt x="7239" y="5750"/>
                  </a:lnTo>
                  <a:lnTo>
                    <a:pt x="7239" y="5750"/>
                  </a:lnTo>
                  <a:lnTo>
                    <a:pt x="7146" y="5775"/>
                  </a:lnTo>
                  <a:lnTo>
                    <a:pt x="7050" y="5799"/>
                  </a:lnTo>
                  <a:lnTo>
                    <a:pt x="6951" y="5822"/>
                  </a:lnTo>
                  <a:lnTo>
                    <a:pt x="6849" y="5841"/>
                  </a:lnTo>
                  <a:lnTo>
                    <a:pt x="6744" y="5861"/>
                  </a:lnTo>
                  <a:lnTo>
                    <a:pt x="6635" y="5879"/>
                  </a:lnTo>
                  <a:lnTo>
                    <a:pt x="6524" y="5895"/>
                  </a:lnTo>
                  <a:lnTo>
                    <a:pt x="6412" y="5909"/>
                  </a:lnTo>
                  <a:lnTo>
                    <a:pt x="6296" y="5922"/>
                  </a:lnTo>
                  <a:lnTo>
                    <a:pt x="6179" y="5933"/>
                  </a:lnTo>
                  <a:lnTo>
                    <a:pt x="6061" y="5943"/>
                  </a:lnTo>
                  <a:lnTo>
                    <a:pt x="5939" y="5951"/>
                  </a:lnTo>
                  <a:lnTo>
                    <a:pt x="5818" y="5957"/>
                  </a:lnTo>
                  <a:lnTo>
                    <a:pt x="5695" y="5961"/>
                  </a:lnTo>
                  <a:lnTo>
                    <a:pt x="5570" y="5964"/>
                  </a:lnTo>
                  <a:lnTo>
                    <a:pt x="5444" y="5964"/>
                  </a:lnTo>
                  <a:lnTo>
                    <a:pt x="5444" y="5964"/>
                  </a:lnTo>
                  <a:lnTo>
                    <a:pt x="5319" y="5964"/>
                  </a:lnTo>
                  <a:lnTo>
                    <a:pt x="5195" y="5961"/>
                  </a:lnTo>
                  <a:lnTo>
                    <a:pt x="5072" y="5957"/>
                  </a:lnTo>
                  <a:lnTo>
                    <a:pt x="4950" y="5951"/>
                  </a:lnTo>
                  <a:lnTo>
                    <a:pt x="4829" y="5943"/>
                  </a:lnTo>
                  <a:lnTo>
                    <a:pt x="4710" y="5933"/>
                  </a:lnTo>
                  <a:lnTo>
                    <a:pt x="4593" y="5922"/>
                  </a:lnTo>
                  <a:lnTo>
                    <a:pt x="4478" y="5909"/>
                  </a:lnTo>
                  <a:lnTo>
                    <a:pt x="4365" y="5895"/>
                  </a:lnTo>
                  <a:lnTo>
                    <a:pt x="4254" y="5879"/>
                  </a:lnTo>
                  <a:lnTo>
                    <a:pt x="4146" y="5861"/>
                  </a:lnTo>
                  <a:lnTo>
                    <a:pt x="4041" y="5841"/>
                  </a:lnTo>
                  <a:lnTo>
                    <a:pt x="3939" y="5822"/>
                  </a:lnTo>
                  <a:lnTo>
                    <a:pt x="3840" y="5799"/>
                  </a:lnTo>
                  <a:lnTo>
                    <a:pt x="3744" y="5775"/>
                  </a:lnTo>
                  <a:lnTo>
                    <a:pt x="3651" y="5750"/>
                  </a:lnTo>
                  <a:lnTo>
                    <a:pt x="3651" y="5750"/>
                  </a:lnTo>
                  <a:lnTo>
                    <a:pt x="3601" y="5736"/>
                  </a:lnTo>
                  <a:lnTo>
                    <a:pt x="3538" y="5715"/>
                  </a:lnTo>
                  <a:lnTo>
                    <a:pt x="3465" y="5691"/>
                  </a:lnTo>
                  <a:lnTo>
                    <a:pt x="3384" y="5663"/>
                  </a:lnTo>
                  <a:lnTo>
                    <a:pt x="3304" y="5633"/>
                  </a:lnTo>
                  <a:lnTo>
                    <a:pt x="3304" y="5621"/>
                  </a:lnTo>
                  <a:lnTo>
                    <a:pt x="3304" y="5610"/>
                  </a:lnTo>
                  <a:lnTo>
                    <a:pt x="3304" y="5540"/>
                  </a:lnTo>
                  <a:lnTo>
                    <a:pt x="3304" y="5529"/>
                  </a:lnTo>
                  <a:lnTo>
                    <a:pt x="3304" y="4125"/>
                  </a:lnTo>
                  <a:lnTo>
                    <a:pt x="3243" y="4104"/>
                  </a:lnTo>
                  <a:lnTo>
                    <a:pt x="3243" y="4104"/>
                  </a:lnTo>
                  <a:lnTo>
                    <a:pt x="3195" y="4086"/>
                  </a:lnTo>
                  <a:lnTo>
                    <a:pt x="3147" y="4068"/>
                  </a:lnTo>
                  <a:lnTo>
                    <a:pt x="3100" y="4049"/>
                  </a:lnTo>
                  <a:lnTo>
                    <a:pt x="3055" y="4029"/>
                  </a:lnTo>
                  <a:lnTo>
                    <a:pt x="3012" y="4008"/>
                  </a:lnTo>
                  <a:lnTo>
                    <a:pt x="2970" y="3987"/>
                  </a:lnTo>
                  <a:lnTo>
                    <a:pt x="2929" y="3966"/>
                  </a:lnTo>
                  <a:lnTo>
                    <a:pt x="2890" y="3945"/>
                  </a:lnTo>
                  <a:lnTo>
                    <a:pt x="2890" y="3945"/>
                  </a:lnTo>
                  <a:close/>
                  <a:moveTo>
                    <a:pt x="2890" y="6201"/>
                  </a:moveTo>
                  <a:lnTo>
                    <a:pt x="2890" y="7647"/>
                  </a:lnTo>
                  <a:lnTo>
                    <a:pt x="2890" y="7727"/>
                  </a:lnTo>
                  <a:lnTo>
                    <a:pt x="2890" y="7779"/>
                  </a:lnTo>
                  <a:lnTo>
                    <a:pt x="2890" y="7785"/>
                  </a:lnTo>
                  <a:lnTo>
                    <a:pt x="2890" y="7860"/>
                  </a:lnTo>
                  <a:lnTo>
                    <a:pt x="2890" y="7865"/>
                  </a:lnTo>
                  <a:lnTo>
                    <a:pt x="2890" y="7865"/>
                  </a:lnTo>
                  <a:lnTo>
                    <a:pt x="2892" y="7883"/>
                  </a:lnTo>
                  <a:lnTo>
                    <a:pt x="2893" y="7901"/>
                  </a:lnTo>
                  <a:lnTo>
                    <a:pt x="2898" y="7935"/>
                  </a:lnTo>
                  <a:lnTo>
                    <a:pt x="2907" y="7968"/>
                  </a:lnTo>
                  <a:lnTo>
                    <a:pt x="2919" y="8000"/>
                  </a:lnTo>
                  <a:lnTo>
                    <a:pt x="2934" y="8030"/>
                  </a:lnTo>
                  <a:lnTo>
                    <a:pt x="2952" y="8060"/>
                  </a:lnTo>
                  <a:lnTo>
                    <a:pt x="2971" y="8088"/>
                  </a:lnTo>
                  <a:lnTo>
                    <a:pt x="2994" y="8115"/>
                  </a:lnTo>
                  <a:lnTo>
                    <a:pt x="3019" y="8141"/>
                  </a:lnTo>
                  <a:lnTo>
                    <a:pt x="3045" y="8165"/>
                  </a:lnTo>
                  <a:lnTo>
                    <a:pt x="3073" y="8189"/>
                  </a:lnTo>
                  <a:lnTo>
                    <a:pt x="3103" y="8211"/>
                  </a:lnTo>
                  <a:lnTo>
                    <a:pt x="3133" y="8232"/>
                  </a:lnTo>
                  <a:lnTo>
                    <a:pt x="3166" y="8252"/>
                  </a:lnTo>
                  <a:lnTo>
                    <a:pt x="3199" y="8271"/>
                  </a:lnTo>
                  <a:lnTo>
                    <a:pt x="3232" y="8289"/>
                  </a:lnTo>
                  <a:lnTo>
                    <a:pt x="3267" y="8307"/>
                  </a:lnTo>
                  <a:lnTo>
                    <a:pt x="3301" y="8322"/>
                  </a:lnTo>
                  <a:lnTo>
                    <a:pt x="3372" y="8352"/>
                  </a:lnTo>
                  <a:lnTo>
                    <a:pt x="3441" y="8379"/>
                  </a:lnTo>
                  <a:lnTo>
                    <a:pt x="3507" y="8402"/>
                  </a:lnTo>
                  <a:lnTo>
                    <a:pt x="3570" y="8421"/>
                  </a:lnTo>
                  <a:lnTo>
                    <a:pt x="3628" y="8438"/>
                  </a:lnTo>
                  <a:lnTo>
                    <a:pt x="3721" y="8462"/>
                  </a:lnTo>
                  <a:lnTo>
                    <a:pt x="3721" y="8462"/>
                  </a:lnTo>
                  <a:lnTo>
                    <a:pt x="3810" y="8483"/>
                  </a:lnTo>
                  <a:lnTo>
                    <a:pt x="3903" y="8504"/>
                  </a:lnTo>
                  <a:lnTo>
                    <a:pt x="3997" y="8522"/>
                  </a:lnTo>
                  <a:lnTo>
                    <a:pt x="4097" y="8540"/>
                  </a:lnTo>
                  <a:lnTo>
                    <a:pt x="4197" y="8555"/>
                  </a:lnTo>
                  <a:lnTo>
                    <a:pt x="4301" y="8570"/>
                  </a:lnTo>
                  <a:lnTo>
                    <a:pt x="4407" y="8583"/>
                  </a:lnTo>
                  <a:lnTo>
                    <a:pt x="4517" y="8595"/>
                  </a:lnTo>
                  <a:lnTo>
                    <a:pt x="4628" y="8606"/>
                  </a:lnTo>
                  <a:lnTo>
                    <a:pt x="4740" y="8615"/>
                  </a:lnTo>
                  <a:lnTo>
                    <a:pt x="4856" y="8622"/>
                  </a:lnTo>
                  <a:lnTo>
                    <a:pt x="4973" y="8628"/>
                  </a:lnTo>
                  <a:lnTo>
                    <a:pt x="5091" y="8634"/>
                  </a:lnTo>
                  <a:lnTo>
                    <a:pt x="5211" y="8637"/>
                  </a:lnTo>
                  <a:lnTo>
                    <a:pt x="5333" y="8640"/>
                  </a:lnTo>
                  <a:lnTo>
                    <a:pt x="5455" y="8640"/>
                  </a:lnTo>
                  <a:lnTo>
                    <a:pt x="5455" y="8640"/>
                  </a:lnTo>
                  <a:lnTo>
                    <a:pt x="5576" y="8639"/>
                  </a:lnTo>
                  <a:lnTo>
                    <a:pt x="5696" y="8637"/>
                  </a:lnTo>
                  <a:lnTo>
                    <a:pt x="5816" y="8633"/>
                  </a:lnTo>
                  <a:lnTo>
                    <a:pt x="5933" y="8628"/>
                  </a:lnTo>
                  <a:lnTo>
                    <a:pt x="6050" y="8621"/>
                  </a:lnTo>
                  <a:lnTo>
                    <a:pt x="6166" y="8613"/>
                  </a:lnTo>
                  <a:lnTo>
                    <a:pt x="6278" y="8604"/>
                  </a:lnTo>
                  <a:lnTo>
                    <a:pt x="6389" y="8594"/>
                  </a:lnTo>
                  <a:lnTo>
                    <a:pt x="6499" y="8580"/>
                  </a:lnTo>
                  <a:lnTo>
                    <a:pt x="6605" y="8568"/>
                  </a:lnTo>
                  <a:lnTo>
                    <a:pt x="6709" y="8553"/>
                  </a:lnTo>
                  <a:lnTo>
                    <a:pt x="6811" y="8537"/>
                  </a:lnTo>
                  <a:lnTo>
                    <a:pt x="6910" y="8520"/>
                  </a:lnTo>
                  <a:lnTo>
                    <a:pt x="7006" y="8502"/>
                  </a:lnTo>
                  <a:lnTo>
                    <a:pt x="7098" y="8483"/>
                  </a:lnTo>
                  <a:lnTo>
                    <a:pt x="7188" y="8462"/>
                  </a:lnTo>
                  <a:lnTo>
                    <a:pt x="7188" y="8462"/>
                  </a:lnTo>
                  <a:lnTo>
                    <a:pt x="7285" y="8435"/>
                  </a:lnTo>
                  <a:lnTo>
                    <a:pt x="7378" y="8408"/>
                  </a:lnTo>
                  <a:lnTo>
                    <a:pt x="7464" y="8378"/>
                  </a:lnTo>
                  <a:lnTo>
                    <a:pt x="7543" y="8346"/>
                  </a:lnTo>
                  <a:lnTo>
                    <a:pt x="7581" y="8331"/>
                  </a:lnTo>
                  <a:lnTo>
                    <a:pt x="7617" y="8315"/>
                  </a:lnTo>
                  <a:lnTo>
                    <a:pt x="7650" y="8298"/>
                  </a:lnTo>
                  <a:lnTo>
                    <a:pt x="7683" y="8280"/>
                  </a:lnTo>
                  <a:lnTo>
                    <a:pt x="7714" y="8264"/>
                  </a:lnTo>
                  <a:lnTo>
                    <a:pt x="7744" y="8246"/>
                  </a:lnTo>
                  <a:lnTo>
                    <a:pt x="7773" y="8228"/>
                  </a:lnTo>
                  <a:lnTo>
                    <a:pt x="7798" y="8210"/>
                  </a:lnTo>
                  <a:lnTo>
                    <a:pt x="7824" y="8190"/>
                  </a:lnTo>
                  <a:lnTo>
                    <a:pt x="7846" y="8171"/>
                  </a:lnTo>
                  <a:lnTo>
                    <a:pt x="7869" y="8151"/>
                  </a:lnTo>
                  <a:lnTo>
                    <a:pt x="7888" y="8132"/>
                  </a:lnTo>
                  <a:lnTo>
                    <a:pt x="7908" y="8111"/>
                  </a:lnTo>
                  <a:lnTo>
                    <a:pt x="7924" y="8091"/>
                  </a:lnTo>
                  <a:lnTo>
                    <a:pt x="7941" y="8070"/>
                  </a:lnTo>
                  <a:lnTo>
                    <a:pt x="7954" y="8049"/>
                  </a:lnTo>
                  <a:lnTo>
                    <a:pt x="7966" y="8027"/>
                  </a:lnTo>
                  <a:lnTo>
                    <a:pt x="7977" y="8004"/>
                  </a:lnTo>
                  <a:lnTo>
                    <a:pt x="7987" y="7982"/>
                  </a:lnTo>
                  <a:lnTo>
                    <a:pt x="7995" y="7959"/>
                  </a:lnTo>
                  <a:lnTo>
                    <a:pt x="8001" y="7937"/>
                  </a:lnTo>
                  <a:lnTo>
                    <a:pt x="8005" y="7913"/>
                  </a:lnTo>
                  <a:lnTo>
                    <a:pt x="8008" y="7889"/>
                  </a:lnTo>
                  <a:lnTo>
                    <a:pt x="8008" y="7865"/>
                  </a:lnTo>
                  <a:lnTo>
                    <a:pt x="8008" y="7860"/>
                  </a:lnTo>
                  <a:lnTo>
                    <a:pt x="8008" y="7785"/>
                  </a:lnTo>
                  <a:lnTo>
                    <a:pt x="8008" y="7779"/>
                  </a:lnTo>
                  <a:lnTo>
                    <a:pt x="8008" y="7727"/>
                  </a:lnTo>
                  <a:lnTo>
                    <a:pt x="8008" y="7647"/>
                  </a:lnTo>
                  <a:lnTo>
                    <a:pt x="8008" y="6201"/>
                  </a:lnTo>
                  <a:lnTo>
                    <a:pt x="8008" y="6201"/>
                  </a:lnTo>
                  <a:lnTo>
                    <a:pt x="7927" y="6243"/>
                  </a:lnTo>
                  <a:lnTo>
                    <a:pt x="7842" y="6285"/>
                  </a:lnTo>
                  <a:lnTo>
                    <a:pt x="7798" y="6305"/>
                  </a:lnTo>
                  <a:lnTo>
                    <a:pt x="7752" y="6324"/>
                  </a:lnTo>
                  <a:lnTo>
                    <a:pt x="7705" y="6342"/>
                  </a:lnTo>
                  <a:lnTo>
                    <a:pt x="7656" y="6360"/>
                  </a:lnTo>
                  <a:lnTo>
                    <a:pt x="7585" y="6380"/>
                  </a:lnTo>
                  <a:lnTo>
                    <a:pt x="7585" y="7860"/>
                  </a:lnTo>
                  <a:lnTo>
                    <a:pt x="7585" y="7865"/>
                  </a:lnTo>
                  <a:lnTo>
                    <a:pt x="7585" y="7869"/>
                  </a:lnTo>
                  <a:lnTo>
                    <a:pt x="7585" y="7881"/>
                  </a:lnTo>
                  <a:lnTo>
                    <a:pt x="7506" y="7913"/>
                  </a:lnTo>
                  <a:lnTo>
                    <a:pt x="7506" y="7913"/>
                  </a:lnTo>
                  <a:lnTo>
                    <a:pt x="7425" y="7941"/>
                  </a:lnTo>
                  <a:lnTo>
                    <a:pt x="7351" y="7965"/>
                  </a:lnTo>
                  <a:lnTo>
                    <a:pt x="7288" y="7985"/>
                  </a:lnTo>
                  <a:lnTo>
                    <a:pt x="7239" y="7998"/>
                  </a:lnTo>
                  <a:lnTo>
                    <a:pt x="7239" y="7998"/>
                  </a:lnTo>
                  <a:lnTo>
                    <a:pt x="7146" y="8024"/>
                  </a:lnTo>
                  <a:lnTo>
                    <a:pt x="7050" y="8048"/>
                  </a:lnTo>
                  <a:lnTo>
                    <a:pt x="6951" y="8070"/>
                  </a:lnTo>
                  <a:lnTo>
                    <a:pt x="6849" y="8090"/>
                  </a:lnTo>
                  <a:lnTo>
                    <a:pt x="6744" y="8109"/>
                  </a:lnTo>
                  <a:lnTo>
                    <a:pt x="6635" y="8127"/>
                  </a:lnTo>
                  <a:lnTo>
                    <a:pt x="6524" y="8144"/>
                  </a:lnTo>
                  <a:lnTo>
                    <a:pt x="6412" y="8157"/>
                  </a:lnTo>
                  <a:lnTo>
                    <a:pt x="6296" y="8171"/>
                  </a:lnTo>
                  <a:lnTo>
                    <a:pt x="6179" y="8181"/>
                  </a:lnTo>
                  <a:lnTo>
                    <a:pt x="6061" y="8192"/>
                  </a:lnTo>
                  <a:lnTo>
                    <a:pt x="5939" y="8199"/>
                  </a:lnTo>
                  <a:lnTo>
                    <a:pt x="5818" y="8205"/>
                  </a:lnTo>
                  <a:lnTo>
                    <a:pt x="5695" y="8210"/>
                  </a:lnTo>
                  <a:lnTo>
                    <a:pt x="5570" y="8213"/>
                  </a:lnTo>
                  <a:lnTo>
                    <a:pt x="5444" y="8213"/>
                  </a:lnTo>
                  <a:lnTo>
                    <a:pt x="5444" y="8213"/>
                  </a:lnTo>
                  <a:lnTo>
                    <a:pt x="5319" y="8213"/>
                  </a:lnTo>
                  <a:lnTo>
                    <a:pt x="5195" y="8210"/>
                  </a:lnTo>
                  <a:lnTo>
                    <a:pt x="5072" y="8205"/>
                  </a:lnTo>
                  <a:lnTo>
                    <a:pt x="4950" y="8199"/>
                  </a:lnTo>
                  <a:lnTo>
                    <a:pt x="4829" y="8192"/>
                  </a:lnTo>
                  <a:lnTo>
                    <a:pt x="4710" y="8181"/>
                  </a:lnTo>
                  <a:lnTo>
                    <a:pt x="4593" y="8171"/>
                  </a:lnTo>
                  <a:lnTo>
                    <a:pt x="4478" y="8157"/>
                  </a:lnTo>
                  <a:lnTo>
                    <a:pt x="4365" y="8144"/>
                  </a:lnTo>
                  <a:lnTo>
                    <a:pt x="4254" y="8127"/>
                  </a:lnTo>
                  <a:lnTo>
                    <a:pt x="4146" y="8109"/>
                  </a:lnTo>
                  <a:lnTo>
                    <a:pt x="4041" y="8090"/>
                  </a:lnTo>
                  <a:lnTo>
                    <a:pt x="3939" y="8070"/>
                  </a:lnTo>
                  <a:lnTo>
                    <a:pt x="3840" y="8048"/>
                  </a:lnTo>
                  <a:lnTo>
                    <a:pt x="3744" y="8024"/>
                  </a:lnTo>
                  <a:lnTo>
                    <a:pt x="3651" y="7998"/>
                  </a:lnTo>
                  <a:lnTo>
                    <a:pt x="3651" y="7998"/>
                  </a:lnTo>
                  <a:lnTo>
                    <a:pt x="3601" y="7985"/>
                  </a:lnTo>
                  <a:lnTo>
                    <a:pt x="3538" y="7965"/>
                  </a:lnTo>
                  <a:lnTo>
                    <a:pt x="3465" y="7941"/>
                  </a:lnTo>
                  <a:lnTo>
                    <a:pt x="3384" y="7913"/>
                  </a:lnTo>
                  <a:lnTo>
                    <a:pt x="3304" y="7881"/>
                  </a:lnTo>
                  <a:lnTo>
                    <a:pt x="3304" y="7869"/>
                  </a:lnTo>
                  <a:lnTo>
                    <a:pt x="3304" y="7860"/>
                  </a:lnTo>
                  <a:lnTo>
                    <a:pt x="3304" y="7790"/>
                  </a:lnTo>
                  <a:lnTo>
                    <a:pt x="3304" y="7779"/>
                  </a:lnTo>
                  <a:lnTo>
                    <a:pt x="3304" y="6380"/>
                  </a:lnTo>
                  <a:lnTo>
                    <a:pt x="3243" y="6360"/>
                  </a:lnTo>
                  <a:lnTo>
                    <a:pt x="3243" y="6360"/>
                  </a:lnTo>
                  <a:lnTo>
                    <a:pt x="3195" y="6342"/>
                  </a:lnTo>
                  <a:lnTo>
                    <a:pt x="3147" y="6324"/>
                  </a:lnTo>
                  <a:lnTo>
                    <a:pt x="3100" y="6305"/>
                  </a:lnTo>
                  <a:lnTo>
                    <a:pt x="3055" y="6285"/>
                  </a:lnTo>
                  <a:lnTo>
                    <a:pt x="3012" y="6264"/>
                  </a:lnTo>
                  <a:lnTo>
                    <a:pt x="2970" y="6243"/>
                  </a:lnTo>
                  <a:lnTo>
                    <a:pt x="2929" y="6222"/>
                  </a:lnTo>
                  <a:lnTo>
                    <a:pt x="2890" y="6201"/>
                  </a:lnTo>
                  <a:lnTo>
                    <a:pt x="2890" y="620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2" name="Group 2821">
            <a:extLst>
              <a:ext uri="{FF2B5EF4-FFF2-40B4-BE49-F238E27FC236}">
                <a16:creationId xmlns:a16="http://schemas.microsoft.com/office/drawing/2014/main" id="{A9E73B86-3AA2-CB2A-F011-6BA3F85E3E79}"/>
              </a:ext>
              <a:ext uri="{C183D7F6-B498-43B3-948B-1728B52AA6E4}">
                <adec:decorative xmlns:adec="http://schemas.microsoft.com/office/drawing/2017/decorative" val="1"/>
              </a:ext>
            </a:extLst>
          </p:cNvPr>
          <p:cNvGrpSpPr>
            <a:grpSpLocks noChangeAspect="1"/>
          </p:cNvGrpSpPr>
          <p:nvPr/>
        </p:nvGrpSpPr>
        <p:grpSpPr>
          <a:xfrm>
            <a:off x="6969004" y="810791"/>
            <a:ext cx="686858" cy="457200"/>
            <a:chOff x="6969004" y="810791"/>
            <a:chExt cx="686858" cy="457200"/>
          </a:xfrm>
          <a:solidFill>
            <a:schemeClr val="accent2"/>
          </a:solidFill>
        </p:grpSpPr>
        <p:sp>
          <p:nvSpPr>
            <p:cNvPr id="361" name="Freeform 36">
              <a:extLst>
                <a:ext uri="{FF2B5EF4-FFF2-40B4-BE49-F238E27FC236}">
                  <a16:creationId xmlns:a16="http://schemas.microsoft.com/office/drawing/2014/main" id="{9CA89CE3-64B8-33DB-E7A6-39170E5DBE09}"/>
                </a:ext>
                <a:ext uri="{C183D7F6-B498-43B3-948B-1728B52AA6E4}">
                  <adec:decorative xmlns:adec="http://schemas.microsoft.com/office/drawing/2017/decorative" val="1"/>
                </a:ext>
              </a:extLst>
            </p:cNvPr>
            <p:cNvSpPr>
              <a:spLocks noEditPoints="1"/>
            </p:cNvSpPr>
            <p:nvPr/>
          </p:nvSpPr>
          <p:spPr bwMode="auto">
            <a:xfrm>
              <a:off x="7111879" y="810791"/>
              <a:ext cx="401214" cy="457200"/>
            </a:xfrm>
            <a:custGeom>
              <a:avLst/>
              <a:gdLst>
                <a:gd name="T0" fmla="*/ 7341 w 7583"/>
                <a:gd name="T1" fmla="*/ 7960 h 8640"/>
                <a:gd name="T2" fmla="*/ 6926 w 7583"/>
                <a:gd name="T3" fmla="*/ 8196 h 8640"/>
                <a:gd name="T4" fmla="*/ 6051 w 7583"/>
                <a:gd name="T5" fmla="*/ 8444 h 8640"/>
                <a:gd name="T6" fmla="*/ 4684 w 7583"/>
                <a:gd name="T7" fmla="*/ 8611 h 8640"/>
                <a:gd name="T8" fmla="*/ 3552 w 7583"/>
                <a:gd name="T9" fmla="*/ 8637 h 8640"/>
                <a:gd name="T10" fmla="*/ 2209 w 7583"/>
                <a:gd name="T11" fmla="*/ 8549 h 8640"/>
                <a:gd name="T12" fmla="*/ 2513 w 7583"/>
                <a:gd name="T13" fmla="*/ 8036 h 8640"/>
                <a:gd name="T14" fmla="*/ 3792 w 7583"/>
                <a:gd name="T15" fmla="*/ 8094 h 8640"/>
                <a:gd name="T16" fmla="*/ 5195 w 7583"/>
                <a:gd name="T17" fmla="*/ 8023 h 8640"/>
                <a:gd name="T18" fmla="*/ 6225 w 7583"/>
                <a:gd name="T19" fmla="*/ 7852 h 8640"/>
                <a:gd name="T20" fmla="*/ 6854 w 7583"/>
                <a:gd name="T21" fmla="*/ 7642 h 8640"/>
                <a:gd name="T22" fmla="*/ 126 w 7583"/>
                <a:gd name="T23" fmla="*/ 5032 h 8640"/>
                <a:gd name="T24" fmla="*/ 553 w 7583"/>
                <a:gd name="T25" fmla="*/ 4321 h 8640"/>
                <a:gd name="T26" fmla="*/ 1058 w 7583"/>
                <a:gd name="T27" fmla="*/ 4575 h 8640"/>
                <a:gd name="T28" fmla="*/ 1930 w 7583"/>
                <a:gd name="T29" fmla="*/ 4769 h 8640"/>
                <a:gd name="T30" fmla="*/ 3188 w 7583"/>
                <a:gd name="T31" fmla="*/ 4888 h 8640"/>
                <a:gd name="T32" fmla="*/ 4538 w 7583"/>
                <a:gd name="T33" fmla="*/ 4882 h 8640"/>
                <a:gd name="T34" fmla="*/ 5758 w 7583"/>
                <a:gd name="T35" fmla="*/ 4753 h 8640"/>
                <a:gd name="T36" fmla="*/ 6591 w 7583"/>
                <a:gd name="T37" fmla="*/ 4554 h 8640"/>
                <a:gd name="T38" fmla="*/ 7039 w 7583"/>
                <a:gd name="T39" fmla="*/ 2073 h 8640"/>
                <a:gd name="T40" fmla="*/ 7373 w 7583"/>
                <a:gd name="T41" fmla="*/ 4739 h 8640"/>
                <a:gd name="T42" fmla="*/ 6974 w 7583"/>
                <a:gd name="T43" fmla="*/ 4981 h 8640"/>
                <a:gd name="T44" fmla="*/ 6180 w 7583"/>
                <a:gd name="T45" fmla="*/ 5223 h 8640"/>
                <a:gd name="T46" fmla="*/ 4821 w 7583"/>
                <a:gd name="T47" fmla="*/ 5407 h 8640"/>
                <a:gd name="T48" fmla="*/ 3674 w 7583"/>
                <a:gd name="T49" fmla="*/ 5445 h 8640"/>
                <a:gd name="T50" fmla="*/ 2348 w 7583"/>
                <a:gd name="T51" fmla="*/ 5370 h 8640"/>
                <a:gd name="T52" fmla="*/ 1036 w 7583"/>
                <a:gd name="T53" fmla="*/ 5133 h 8640"/>
                <a:gd name="T54" fmla="*/ 472 w 7583"/>
                <a:gd name="T55" fmla="*/ 4914 h 8640"/>
                <a:gd name="T56" fmla="*/ 128 w 7583"/>
                <a:gd name="T57" fmla="*/ 4653 h 8640"/>
                <a:gd name="T58" fmla="*/ 3269 w 7583"/>
                <a:gd name="T59" fmla="*/ 554 h 8640"/>
                <a:gd name="T60" fmla="*/ 1836 w 7583"/>
                <a:gd name="T61" fmla="*/ 692 h 8640"/>
                <a:gd name="T62" fmla="*/ 911 w 7583"/>
                <a:gd name="T63" fmla="*/ 921 h 8640"/>
                <a:gd name="T64" fmla="*/ 559 w 7583"/>
                <a:gd name="T65" fmla="*/ 1120 h 8640"/>
                <a:gd name="T66" fmla="*/ 740 w 7583"/>
                <a:gd name="T67" fmla="*/ 1265 h 8640"/>
                <a:gd name="T68" fmla="*/ 1503 w 7583"/>
                <a:gd name="T69" fmla="*/ 1505 h 8640"/>
                <a:gd name="T70" fmla="*/ 2789 w 7583"/>
                <a:gd name="T71" fmla="*/ 1680 h 8640"/>
                <a:gd name="T72" fmla="*/ 4314 w 7583"/>
                <a:gd name="T73" fmla="*/ 1706 h 8640"/>
                <a:gd name="T74" fmla="*/ 5748 w 7583"/>
                <a:gd name="T75" fmla="*/ 1568 h 8640"/>
                <a:gd name="T76" fmla="*/ 6672 w 7583"/>
                <a:gd name="T77" fmla="*/ 1338 h 8640"/>
                <a:gd name="T78" fmla="*/ 7025 w 7583"/>
                <a:gd name="T79" fmla="*/ 1140 h 8640"/>
                <a:gd name="T80" fmla="*/ 6843 w 7583"/>
                <a:gd name="T81" fmla="*/ 994 h 8640"/>
                <a:gd name="T82" fmla="*/ 6080 w 7583"/>
                <a:gd name="T83" fmla="*/ 754 h 8640"/>
                <a:gd name="T84" fmla="*/ 4794 w 7583"/>
                <a:gd name="T85" fmla="*/ 580 h 8640"/>
                <a:gd name="T86" fmla="*/ 3927 w 7583"/>
                <a:gd name="T87" fmla="*/ 0 h 8640"/>
                <a:gd name="T88" fmla="*/ 5453 w 7583"/>
                <a:gd name="T89" fmla="*/ 102 h 8640"/>
                <a:gd name="T90" fmla="*/ 6563 w 7583"/>
                <a:gd name="T91" fmla="*/ 319 h 8640"/>
                <a:gd name="T92" fmla="*/ 7142 w 7583"/>
                <a:gd name="T93" fmla="*/ 550 h 8640"/>
                <a:gd name="T94" fmla="*/ 7502 w 7583"/>
                <a:gd name="T95" fmla="*/ 860 h 8640"/>
                <a:gd name="T96" fmla="*/ 7583 w 7583"/>
                <a:gd name="T97" fmla="*/ 1151 h 8640"/>
                <a:gd name="T98" fmla="*/ 7422 w 7583"/>
                <a:gd name="T99" fmla="*/ 1502 h 8640"/>
                <a:gd name="T100" fmla="*/ 6988 w 7583"/>
                <a:gd name="T101" fmla="*/ 1787 h 8640"/>
                <a:gd name="T102" fmla="*/ 6359 w 7583"/>
                <a:gd name="T103" fmla="*/ 1996 h 8640"/>
                <a:gd name="T104" fmla="*/ 4979 w 7583"/>
                <a:gd name="T105" fmla="*/ 2208 h 8640"/>
                <a:gd name="T106" fmla="*/ 3657 w 7583"/>
                <a:gd name="T107" fmla="*/ 2259 h 8640"/>
                <a:gd name="T108" fmla="*/ 2130 w 7583"/>
                <a:gd name="T109" fmla="*/ 2159 h 8640"/>
                <a:gd name="T110" fmla="*/ 1020 w 7583"/>
                <a:gd name="T111" fmla="*/ 1941 h 8640"/>
                <a:gd name="T112" fmla="*/ 441 w 7583"/>
                <a:gd name="T113" fmla="*/ 1711 h 8640"/>
                <a:gd name="T114" fmla="*/ 80 w 7583"/>
                <a:gd name="T115" fmla="*/ 1400 h 8640"/>
                <a:gd name="T116" fmla="*/ 0 w 7583"/>
                <a:gd name="T117" fmla="*/ 1108 h 8640"/>
                <a:gd name="T118" fmla="*/ 161 w 7583"/>
                <a:gd name="T119" fmla="*/ 759 h 8640"/>
                <a:gd name="T120" fmla="*/ 595 w 7583"/>
                <a:gd name="T121" fmla="*/ 473 h 8640"/>
                <a:gd name="T122" fmla="*/ 1225 w 7583"/>
                <a:gd name="T123" fmla="*/ 264 h 8640"/>
                <a:gd name="T124" fmla="*/ 2605 w 7583"/>
                <a:gd name="T125" fmla="*/ 51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83" h="8640">
                  <a:moveTo>
                    <a:pt x="7583" y="4901"/>
                  </a:moveTo>
                  <a:lnTo>
                    <a:pt x="7583" y="7516"/>
                  </a:lnTo>
                  <a:lnTo>
                    <a:pt x="7583" y="7516"/>
                  </a:lnTo>
                  <a:lnTo>
                    <a:pt x="7479" y="7817"/>
                  </a:lnTo>
                  <a:lnTo>
                    <a:pt x="7479" y="7817"/>
                  </a:lnTo>
                  <a:lnTo>
                    <a:pt x="7456" y="7846"/>
                  </a:lnTo>
                  <a:lnTo>
                    <a:pt x="7430" y="7875"/>
                  </a:lnTo>
                  <a:lnTo>
                    <a:pt x="7402" y="7904"/>
                  </a:lnTo>
                  <a:lnTo>
                    <a:pt x="7373" y="7932"/>
                  </a:lnTo>
                  <a:lnTo>
                    <a:pt x="7341" y="7960"/>
                  </a:lnTo>
                  <a:lnTo>
                    <a:pt x="7308" y="7986"/>
                  </a:lnTo>
                  <a:lnTo>
                    <a:pt x="7271" y="8012"/>
                  </a:lnTo>
                  <a:lnTo>
                    <a:pt x="7234" y="8036"/>
                  </a:lnTo>
                  <a:lnTo>
                    <a:pt x="7195" y="8061"/>
                  </a:lnTo>
                  <a:lnTo>
                    <a:pt x="7154" y="8084"/>
                  </a:lnTo>
                  <a:lnTo>
                    <a:pt x="7112" y="8108"/>
                  </a:lnTo>
                  <a:lnTo>
                    <a:pt x="7068" y="8131"/>
                  </a:lnTo>
                  <a:lnTo>
                    <a:pt x="7022" y="8153"/>
                  </a:lnTo>
                  <a:lnTo>
                    <a:pt x="6974" y="8174"/>
                  </a:lnTo>
                  <a:lnTo>
                    <a:pt x="6926" y="8196"/>
                  </a:lnTo>
                  <a:lnTo>
                    <a:pt x="6875" y="8216"/>
                  </a:lnTo>
                  <a:lnTo>
                    <a:pt x="6825" y="8235"/>
                  </a:lnTo>
                  <a:lnTo>
                    <a:pt x="6771" y="8256"/>
                  </a:lnTo>
                  <a:lnTo>
                    <a:pt x="6717" y="8274"/>
                  </a:lnTo>
                  <a:lnTo>
                    <a:pt x="6661" y="8292"/>
                  </a:lnTo>
                  <a:lnTo>
                    <a:pt x="6547" y="8327"/>
                  </a:lnTo>
                  <a:lnTo>
                    <a:pt x="6428" y="8359"/>
                  </a:lnTo>
                  <a:lnTo>
                    <a:pt x="6306" y="8389"/>
                  </a:lnTo>
                  <a:lnTo>
                    <a:pt x="6180" y="8418"/>
                  </a:lnTo>
                  <a:lnTo>
                    <a:pt x="6051" y="8444"/>
                  </a:lnTo>
                  <a:lnTo>
                    <a:pt x="5919" y="8469"/>
                  </a:lnTo>
                  <a:lnTo>
                    <a:pt x="5786" y="8491"/>
                  </a:lnTo>
                  <a:lnTo>
                    <a:pt x="5649" y="8512"/>
                  </a:lnTo>
                  <a:lnTo>
                    <a:pt x="5513" y="8531"/>
                  </a:lnTo>
                  <a:lnTo>
                    <a:pt x="5375" y="8549"/>
                  </a:lnTo>
                  <a:lnTo>
                    <a:pt x="5236" y="8563"/>
                  </a:lnTo>
                  <a:lnTo>
                    <a:pt x="5098" y="8578"/>
                  </a:lnTo>
                  <a:lnTo>
                    <a:pt x="4958" y="8591"/>
                  </a:lnTo>
                  <a:lnTo>
                    <a:pt x="4821" y="8601"/>
                  </a:lnTo>
                  <a:lnTo>
                    <a:pt x="4684" y="8611"/>
                  </a:lnTo>
                  <a:lnTo>
                    <a:pt x="4549" y="8618"/>
                  </a:lnTo>
                  <a:lnTo>
                    <a:pt x="4416" y="8625"/>
                  </a:lnTo>
                  <a:lnTo>
                    <a:pt x="4285" y="8630"/>
                  </a:lnTo>
                  <a:lnTo>
                    <a:pt x="4156" y="8634"/>
                  </a:lnTo>
                  <a:lnTo>
                    <a:pt x="4031" y="8637"/>
                  </a:lnTo>
                  <a:lnTo>
                    <a:pt x="3909" y="8639"/>
                  </a:lnTo>
                  <a:lnTo>
                    <a:pt x="3792" y="8640"/>
                  </a:lnTo>
                  <a:lnTo>
                    <a:pt x="3792" y="8640"/>
                  </a:lnTo>
                  <a:lnTo>
                    <a:pt x="3674" y="8639"/>
                  </a:lnTo>
                  <a:lnTo>
                    <a:pt x="3552" y="8637"/>
                  </a:lnTo>
                  <a:lnTo>
                    <a:pt x="3428" y="8634"/>
                  </a:lnTo>
                  <a:lnTo>
                    <a:pt x="3298" y="8630"/>
                  </a:lnTo>
                  <a:lnTo>
                    <a:pt x="3168" y="8625"/>
                  </a:lnTo>
                  <a:lnTo>
                    <a:pt x="3034" y="8618"/>
                  </a:lnTo>
                  <a:lnTo>
                    <a:pt x="2899" y="8611"/>
                  </a:lnTo>
                  <a:lnTo>
                    <a:pt x="2763" y="8601"/>
                  </a:lnTo>
                  <a:lnTo>
                    <a:pt x="2625" y="8591"/>
                  </a:lnTo>
                  <a:lnTo>
                    <a:pt x="2486" y="8578"/>
                  </a:lnTo>
                  <a:lnTo>
                    <a:pt x="2348" y="8563"/>
                  </a:lnTo>
                  <a:lnTo>
                    <a:pt x="2209" y="8549"/>
                  </a:lnTo>
                  <a:lnTo>
                    <a:pt x="2071" y="8531"/>
                  </a:lnTo>
                  <a:lnTo>
                    <a:pt x="1934" y="8512"/>
                  </a:lnTo>
                  <a:lnTo>
                    <a:pt x="1798" y="8491"/>
                  </a:lnTo>
                  <a:lnTo>
                    <a:pt x="1664" y="8469"/>
                  </a:lnTo>
                  <a:lnTo>
                    <a:pt x="1074" y="8312"/>
                  </a:lnTo>
                  <a:lnTo>
                    <a:pt x="1074" y="7772"/>
                  </a:lnTo>
                  <a:lnTo>
                    <a:pt x="2152" y="7996"/>
                  </a:lnTo>
                  <a:lnTo>
                    <a:pt x="2152" y="7996"/>
                  </a:lnTo>
                  <a:lnTo>
                    <a:pt x="2328" y="8018"/>
                  </a:lnTo>
                  <a:lnTo>
                    <a:pt x="2513" y="8036"/>
                  </a:lnTo>
                  <a:lnTo>
                    <a:pt x="2706" y="8054"/>
                  </a:lnTo>
                  <a:lnTo>
                    <a:pt x="2907" y="8068"/>
                  </a:lnTo>
                  <a:lnTo>
                    <a:pt x="3116" y="8080"/>
                  </a:lnTo>
                  <a:lnTo>
                    <a:pt x="3224" y="8084"/>
                  </a:lnTo>
                  <a:lnTo>
                    <a:pt x="3333" y="8087"/>
                  </a:lnTo>
                  <a:lnTo>
                    <a:pt x="3445" y="8090"/>
                  </a:lnTo>
                  <a:lnTo>
                    <a:pt x="3558" y="8093"/>
                  </a:lnTo>
                  <a:lnTo>
                    <a:pt x="3674" y="8094"/>
                  </a:lnTo>
                  <a:lnTo>
                    <a:pt x="3792" y="8094"/>
                  </a:lnTo>
                  <a:lnTo>
                    <a:pt x="3792" y="8094"/>
                  </a:lnTo>
                  <a:lnTo>
                    <a:pt x="3948" y="8094"/>
                  </a:lnTo>
                  <a:lnTo>
                    <a:pt x="4101" y="8092"/>
                  </a:lnTo>
                  <a:lnTo>
                    <a:pt x="4250" y="8087"/>
                  </a:lnTo>
                  <a:lnTo>
                    <a:pt x="4395" y="8083"/>
                  </a:lnTo>
                  <a:lnTo>
                    <a:pt x="4538" y="8076"/>
                  </a:lnTo>
                  <a:lnTo>
                    <a:pt x="4677" y="8068"/>
                  </a:lnTo>
                  <a:lnTo>
                    <a:pt x="4812" y="8058"/>
                  </a:lnTo>
                  <a:lnTo>
                    <a:pt x="4942" y="8048"/>
                  </a:lnTo>
                  <a:lnTo>
                    <a:pt x="5070" y="8036"/>
                  </a:lnTo>
                  <a:lnTo>
                    <a:pt x="5195" y="8023"/>
                  </a:lnTo>
                  <a:lnTo>
                    <a:pt x="5315" y="8010"/>
                  </a:lnTo>
                  <a:lnTo>
                    <a:pt x="5431" y="7996"/>
                  </a:lnTo>
                  <a:lnTo>
                    <a:pt x="5545" y="7980"/>
                  </a:lnTo>
                  <a:lnTo>
                    <a:pt x="5653" y="7964"/>
                  </a:lnTo>
                  <a:lnTo>
                    <a:pt x="5758" y="7946"/>
                  </a:lnTo>
                  <a:lnTo>
                    <a:pt x="5860" y="7929"/>
                  </a:lnTo>
                  <a:lnTo>
                    <a:pt x="5957" y="7910"/>
                  </a:lnTo>
                  <a:lnTo>
                    <a:pt x="6050" y="7891"/>
                  </a:lnTo>
                  <a:lnTo>
                    <a:pt x="6140" y="7872"/>
                  </a:lnTo>
                  <a:lnTo>
                    <a:pt x="6225" y="7852"/>
                  </a:lnTo>
                  <a:lnTo>
                    <a:pt x="6306" y="7832"/>
                  </a:lnTo>
                  <a:lnTo>
                    <a:pt x="6383" y="7812"/>
                  </a:lnTo>
                  <a:lnTo>
                    <a:pt x="6457" y="7790"/>
                  </a:lnTo>
                  <a:lnTo>
                    <a:pt x="6526" y="7769"/>
                  </a:lnTo>
                  <a:lnTo>
                    <a:pt x="6591" y="7748"/>
                  </a:lnTo>
                  <a:lnTo>
                    <a:pt x="6652" y="7726"/>
                  </a:lnTo>
                  <a:lnTo>
                    <a:pt x="6708" y="7706"/>
                  </a:lnTo>
                  <a:lnTo>
                    <a:pt x="6761" y="7684"/>
                  </a:lnTo>
                  <a:lnTo>
                    <a:pt x="6809" y="7664"/>
                  </a:lnTo>
                  <a:lnTo>
                    <a:pt x="6854" y="7642"/>
                  </a:lnTo>
                  <a:lnTo>
                    <a:pt x="6893" y="7621"/>
                  </a:lnTo>
                  <a:lnTo>
                    <a:pt x="6928" y="7601"/>
                  </a:lnTo>
                  <a:lnTo>
                    <a:pt x="7031" y="7516"/>
                  </a:lnTo>
                  <a:lnTo>
                    <a:pt x="7039" y="7516"/>
                  </a:lnTo>
                  <a:lnTo>
                    <a:pt x="7039" y="5258"/>
                  </a:lnTo>
                  <a:lnTo>
                    <a:pt x="7457" y="5032"/>
                  </a:lnTo>
                  <a:lnTo>
                    <a:pt x="7583" y="4901"/>
                  </a:lnTo>
                  <a:lnTo>
                    <a:pt x="7583" y="4901"/>
                  </a:lnTo>
                  <a:close/>
                  <a:moveTo>
                    <a:pt x="0" y="4901"/>
                  </a:moveTo>
                  <a:lnTo>
                    <a:pt x="126" y="5032"/>
                  </a:lnTo>
                  <a:lnTo>
                    <a:pt x="544" y="5258"/>
                  </a:lnTo>
                  <a:lnTo>
                    <a:pt x="544" y="7279"/>
                  </a:lnTo>
                  <a:lnTo>
                    <a:pt x="0" y="7279"/>
                  </a:lnTo>
                  <a:lnTo>
                    <a:pt x="0" y="4901"/>
                  </a:lnTo>
                  <a:lnTo>
                    <a:pt x="0" y="4901"/>
                  </a:lnTo>
                  <a:close/>
                  <a:moveTo>
                    <a:pt x="0" y="1715"/>
                  </a:moveTo>
                  <a:lnTo>
                    <a:pt x="126" y="1846"/>
                  </a:lnTo>
                  <a:lnTo>
                    <a:pt x="544" y="2073"/>
                  </a:lnTo>
                  <a:lnTo>
                    <a:pt x="544" y="4321"/>
                  </a:lnTo>
                  <a:lnTo>
                    <a:pt x="553" y="4321"/>
                  </a:lnTo>
                  <a:lnTo>
                    <a:pt x="656" y="4408"/>
                  </a:lnTo>
                  <a:lnTo>
                    <a:pt x="656" y="4408"/>
                  </a:lnTo>
                  <a:lnTo>
                    <a:pt x="691" y="4428"/>
                  </a:lnTo>
                  <a:lnTo>
                    <a:pt x="730" y="4448"/>
                  </a:lnTo>
                  <a:lnTo>
                    <a:pt x="775" y="4469"/>
                  </a:lnTo>
                  <a:lnTo>
                    <a:pt x="823" y="4490"/>
                  </a:lnTo>
                  <a:lnTo>
                    <a:pt x="875" y="4511"/>
                  </a:lnTo>
                  <a:lnTo>
                    <a:pt x="932" y="4533"/>
                  </a:lnTo>
                  <a:lnTo>
                    <a:pt x="993" y="4554"/>
                  </a:lnTo>
                  <a:lnTo>
                    <a:pt x="1058" y="4575"/>
                  </a:lnTo>
                  <a:lnTo>
                    <a:pt x="1126" y="4596"/>
                  </a:lnTo>
                  <a:lnTo>
                    <a:pt x="1200" y="4617"/>
                  </a:lnTo>
                  <a:lnTo>
                    <a:pt x="1277" y="4638"/>
                  </a:lnTo>
                  <a:lnTo>
                    <a:pt x="1358" y="4659"/>
                  </a:lnTo>
                  <a:lnTo>
                    <a:pt x="1444" y="4678"/>
                  </a:lnTo>
                  <a:lnTo>
                    <a:pt x="1534" y="4698"/>
                  </a:lnTo>
                  <a:lnTo>
                    <a:pt x="1627" y="4717"/>
                  </a:lnTo>
                  <a:lnTo>
                    <a:pt x="1724" y="4734"/>
                  </a:lnTo>
                  <a:lnTo>
                    <a:pt x="1825" y="4753"/>
                  </a:lnTo>
                  <a:lnTo>
                    <a:pt x="1930" y="4769"/>
                  </a:lnTo>
                  <a:lnTo>
                    <a:pt x="2039" y="4786"/>
                  </a:lnTo>
                  <a:lnTo>
                    <a:pt x="2152" y="4801"/>
                  </a:lnTo>
                  <a:lnTo>
                    <a:pt x="2268" y="4815"/>
                  </a:lnTo>
                  <a:lnTo>
                    <a:pt x="2389" y="4830"/>
                  </a:lnTo>
                  <a:lnTo>
                    <a:pt x="2513" y="4843"/>
                  </a:lnTo>
                  <a:lnTo>
                    <a:pt x="2641" y="4855"/>
                  </a:lnTo>
                  <a:lnTo>
                    <a:pt x="2772" y="4865"/>
                  </a:lnTo>
                  <a:lnTo>
                    <a:pt x="2907" y="4874"/>
                  </a:lnTo>
                  <a:lnTo>
                    <a:pt x="3046" y="4882"/>
                  </a:lnTo>
                  <a:lnTo>
                    <a:pt x="3188" y="4888"/>
                  </a:lnTo>
                  <a:lnTo>
                    <a:pt x="3333" y="4894"/>
                  </a:lnTo>
                  <a:lnTo>
                    <a:pt x="3483" y="4898"/>
                  </a:lnTo>
                  <a:lnTo>
                    <a:pt x="3635" y="4900"/>
                  </a:lnTo>
                  <a:lnTo>
                    <a:pt x="3792" y="4901"/>
                  </a:lnTo>
                  <a:lnTo>
                    <a:pt x="3792" y="4901"/>
                  </a:lnTo>
                  <a:lnTo>
                    <a:pt x="3948" y="4900"/>
                  </a:lnTo>
                  <a:lnTo>
                    <a:pt x="4101" y="4898"/>
                  </a:lnTo>
                  <a:lnTo>
                    <a:pt x="4250" y="4894"/>
                  </a:lnTo>
                  <a:lnTo>
                    <a:pt x="4395" y="4888"/>
                  </a:lnTo>
                  <a:lnTo>
                    <a:pt x="4538" y="4882"/>
                  </a:lnTo>
                  <a:lnTo>
                    <a:pt x="4677" y="4874"/>
                  </a:lnTo>
                  <a:lnTo>
                    <a:pt x="4812" y="4865"/>
                  </a:lnTo>
                  <a:lnTo>
                    <a:pt x="4942" y="4855"/>
                  </a:lnTo>
                  <a:lnTo>
                    <a:pt x="5070" y="4843"/>
                  </a:lnTo>
                  <a:lnTo>
                    <a:pt x="5195" y="4830"/>
                  </a:lnTo>
                  <a:lnTo>
                    <a:pt x="5315" y="4815"/>
                  </a:lnTo>
                  <a:lnTo>
                    <a:pt x="5431" y="4801"/>
                  </a:lnTo>
                  <a:lnTo>
                    <a:pt x="5545" y="4786"/>
                  </a:lnTo>
                  <a:lnTo>
                    <a:pt x="5653" y="4769"/>
                  </a:lnTo>
                  <a:lnTo>
                    <a:pt x="5758" y="4753"/>
                  </a:lnTo>
                  <a:lnTo>
                    <a:pt x="5860" y="4734"/>
                  </a:lnTo>
                  <a:lnTo>
                    <a:pt x="5957" y="4717"/>
                  </a:lnTo>
                  <a:lnTo>
                    <a:pt x="6050" y="4698"/>
                  </a:lnTo>
                  <a:lnTo>
                    <a:pt x="6140" y="4678"/>
                  </a:lnTo>
                  <a:lnTo>
                    <a:pt x="6225" y="4659"/>
                  </a:lnTo>
                  <a:lnTo>
                    <a:pt x="6306" y="4638"/>
                  </a:lnTo>
                  <a:lnTo>
                    <a:pt x="6383" y="4617"/>
                  </a:lnTo>
                  <a:lnTo>
                    <a:pt x="6457" y="4596"/>
                  </a:lnTo>
                  <a:lnTo>
                    <a:pt x="6526" y="4575"/>
                  </a:lnTo>
                  <a:lnTo>
                    <a:pt x="6591" y="4554"/>
                  </a:lnTo>
                  <a:lnTo>
                    <a:pt x="6652" y="4533"/>
                  </a:lnTo>
                  <a:lnTo>
                    <a:pt x="6708" y="4511"/>
                  </a:lnTo>
                  <a:lnTo>
                    <a:pt x="6761" y="4490"/>
                  </a:lnTo>
                  <a:lnTo>
                    <a:pt x="6809" y="4469"/>
                  </a:lnTo>
                  <a:lnTo>
                    <a:pt x="6854" y="4448"/>
                  </a:lnTo>
                  <a:lnTo>
                    <a:pt x="6893" y="4428"/>
                  </a:lnTo>
                  <a:lnTo>
                    <a:pt x="6928" y="4408"/>
                  </a:lnTo>
                  <a:lnTo>
                    <a:pt x="7031" y="4321"/>
                  </a:lnTo>
                  <a:lnTo>
                    <a:pt x="7039" y="4321"/>
                  </a:lnTo>
                  <a:lnTo>
                    <a:pt x="7039" y="2073"/>
                  </a:lnTo>
                  <a:lnTo>
                    <a:pt x="7457" y="1846"/>
                  </a:lnTo>
                  <a:lnTo>
                    <a:pt x="7583" y="1715"/>
                  </a:lnTo>
                  <a:lnTo>
                    <a:pt x="7583" y="4321"/>
                  </a:lnTo>
                  <a:lnTo>
                    <a:pt x="7583" y="4321"/>
                  </a:lnTo>
                  <a:lnTo>
                    <a:pt x="7479" y="4624"/>
                  </a:lnTo>
                  <a:lnTo>
                    <a:pt x="7479" y="4624"/>
                  </a:lnTo>
                  <a:lnTo>
                    <a:pt x="7456" y="4653"/>
                  </a:lnTo>
                  <a:lnTo>
                    <a:pt x="7430" y="4682"/>
                  </a:lnTo>
                  <a:lnTo>
                    <a:pt x="7402" y="4711"/>
                  </a:lnTo>
                  <a:lnTo>
                    <a:pt x="7373" y="4739"/>
                  </a:lnTo>
                  <a:lnTo>
                    <a:pt x="7341" y="4765"/>
                  </a:lnTo>
                  <a:lnTo>
                    <a:pt x="7308" y="4792"/>
                  </a:lnTo>
                  <a:lnTo>
                    <a:pt x="7271" y="4817"/>
                  </a:lnTo>
                  <a:lnTo>
                    <a:pt x="7234" y="4843"/>
                  </a:lnTo>
                  <a:lnTo>
                    <a:pt x="7195" y="4868"/>
                  </a:lnTo>
                  <a:lnTo>
                    <a:pt x="7154" y="4891"/>
                  </a:lnTo>
                  <a:lnTo>
                    <a:pt x="7112" y="4914"/>
                  </a:lnTo>
                  <a:lnTo>
                    <a:pt x="7068" y="4937"/>
                  </a:lnTo>
                  <a:lnTo>
                    <a:pt x="7022" y="4959"/>
                  </a:lnTo>
                  <a:lnTo>
                    <a:pt x="6974" y="4981"/>
                  </a:lnTo>
                  <a:lnTo>
                    <a:pt x="6926" y="5001"/>
                  </a:lnTo>
                  <a:lnTo>
                    <a:pt x="6875" y="5022"/>
                  </a:lnTo>
                  <a:lnTo>
                    <a:pt x="6825" y="5042"/>
                  </a:lnTo>
                  <a:lnTo>
                    <a:pt x="6771" y="5061"/>
                  </a:lnTo>
                  <a:lnTo>
                    <a:pt x="6717" y="5080"/>
                  </a:lnTo>
                  <a:lnTo>
                    <a:pt x="6661" y="5098"/>
                  </a:lnTo>
                  <a:lnTo>
                    <a:pt x="6547" y="5133"/>
                  </a:lnTo>
                  <a:lnTo>
                    <a:pt x="6428" y="5165"/>
                  </a:lnTo>
                  <a:lnTo>
                    <a:pt x="6306" y="5196"/>
                  </a:lnTo>
                  <a:lnTo>
                    <a:pt x="6180" y="5223"/>
                  </a:lnTo>
                  <a:lnTo>
                    <a:pt x="6051" y="5251"/>
                  </a:lnTo>
                  <a:lnTo>
                    <a:pt x="5919" y="5275"/>
                  </a:lnTo>
                  <a:lnTo>
                    <a:pt x="5786" y="5297"/>
                  </a:lnTo>
                  <a:lnTo>
                    <a:pt x="5649" y="5317"/>
                  </a:lnTo>
                  <a:lnTo>
                    <a:pt x="5513" y="5338"/>
                  </a:lnTo>
                  <a:lnTo>
                    <a:pt x="5375" y="5354"/>
                  </a:lnTo>
                  <a:lnTo>
                    <a:pt x="5236" y="5370"/>
                  </a:lnTo>
                  <a:lnTo>
                    <a:pt x="5098" y="5384"/>
                  </a:lnTo>
                  <a:lnTo>
                    <a:pt x="4958" y="5396"/>
                  </a:lnTo>
                  <a:lnTo>
                    <a:pt x="4821" y="5407"/>
                  </a:lnTo>
                  <a:lnTo>
                    <a:pt x="4684" y="5416"/>
                  </a:lnTo>
                  <a:lnTo>
                    <a:pt x="4549" y="5425"/>
                  </a:lnTo>
                  <a:lnTo>
                    <a:pt x="4416" y="5431"/>
                  </a:lnTo>
                  <a:lnTo>
                    <a:pt x="4285" y="5436"/>
                  </a:lnTo>
                  <a:lnTo>
                    <a:pt x="4156" y="5441"/>
                  </a:lnTo>
                  <a:lnTo>
                    <a:pt x="4031" y="5444"/>
                  </a:lnTo>
                  <a:lnTo>
                    <a:pt x="3909" y="5445"/>
                  </a:lnTo>
                  <a:lnTo>
                    <a:pt x="3792" y="5445"/>
                  </a:lnTo>
                  <a:lnTo>
                    <a:pt x="3792" y="5445"/>
                  </a:lnTo>
                  <a:lnTo>
                    <a:pt x="3674" y="5445"/>
                  </a:lnTo>
                  <a:lnTo>
                    <a:pt x="3552" y="5444"/>
                  </a:lnTo>
                  <a:lnTo>
                    <a:pt x="3428" y="5441"/>
                  </a:lnTo>
                  <a:lnTo>
                    <a:pt x="3298" y="5436"/>
                  </a:lnTo>
                  <a:lnTo>
                    <a:pt x="3168" y="5431"/>
                  </a:lnTo>
                  <a:lnTo>
                    <a:pt x="3034" y="5425"/>
                  </a:lnTo>
                  <a:lnTo>
                    <a:pt x="2899" y="5416"/>
                  </a:lnTo>
                  <a:lnTo>
                    <a:pt x="2763" y="5407"/>
                  </a:lnTo>
                  <a:lnTo>
                    <a:pt x="2625" y="5396"/>
                  </a:lnTo>
                  <a:lnTo>
                    <a:pt x="2486" y="5384"/>
                  </a:lnTo>
                  <a:lnTo>
                    <a:pt x="2348" y="5370"/>
                  </a:lnTo>
                  <a:lnTo>
                    <a:pt x="2209" y="5354"/>
                  </a:lnTo>
                  <a:lnTo>
                    <a:pt x="2071" y="5338"/>
                  </a:lnTo>
                  <a:lnTo>
                    <a:pt x="1934" y="5317"/>
                  </a:lnTo>
                  <a:lnTo>
                    <a:pt x="1798" y="5297"/>
                  </a:lnTo>
                  <a:lnTo>
                    <a:pt x="1664" y="5275"/>
                  </a:lnTo>
                  <a:lnTo>
                    <a:pt x="1532" y="5251"/>
                  </a:lnTo>
                  <a:lnTo>
                    <a:pt x="1403" y="5223"/>
                  </a:lnTo>
                  <a:lnTo>
                    <a:pt x="1277" y="5196"/>
                  </a:lnTo>
                  <a:lnTo>
                    <a:pt x="1155" y="5165"/>
                  </a:lnTo>
                  <a:lnTo>
                    <a:pt x="1036" y="5133"/>
                  </a:lnTo>
                  <a:lnTo>
                    <a:pt x="921" y="5098"/>
                  </a:lnTo>
                  <a:lnTo>
                    <a:pt x="866" y="5080"/>
                  </a:lnTo>
                  <a:lnTo>
                    <a:pt x="813" y="5061"/>
                  </a:lnTo>
                  <a:lnTo>
                    <a:pt x="759" y="5042"/>
                  </a:lnTo>
                  <a:lnTo>
                    <a:pt x="708" y="5022"/>
                  </a:lnTo>
                  <a:lnTo>
                    <a:pt x="657" y="5001"/>
                  </a:lnTo>
                  <a:lnTo>
                    <a:pt x="609" y="4981"/>
                  </a:lnTo>
                  <a:lnTo>
                    <a:pt x="562" y="4959"/>
                  </a:lnTo>
                  <a:lnTo>
                    <a:pt x="515" y="4937"/>
                  </a:lnTo>
                  <a:lnTo>
                    <a:pt x="472" y="4914"/>
                  </a:lnTo>
                  <a:lnTo>
                    <a:pt x="430" y="4891"/>
                  </a:lnTo>
                  <a:lnTo>
                    <a:pt x="387" y="4868"/>
                  </a:lnTo>
                  <a:lnTo>
                    <a:pt x="348" y="4843"/>
                  </a:lnTo>
                  <a:lnTo>
                    <a:pt x="312" y="4817"/>
                  </a:lnTo>
                  <a:lnTo>
                    <a:pt x="276" y="4792"/>
                  </a:lnTo>
                  <a:lnTo>
                    <a:pt x="242" y="4765"/>
                  </a:lnTo>
                  <a:lnTo>
                    <a:pt x="210" y="4739"/>
                  </a:lnTo>
                  <a:lnTo>
                    <a:pt x="181" y="4711"/>
                  </a:lnTo>
                  <a:lnTo>
                    <a:pt x="154" y="4682"/>
                  </a:lnTo>
                  <a:lnTo>
                    <a:pt x="128" y="4653"/>
                  </a:lnTo>
                  <a:lnTo>
                    <a:pt x="105" y="4624"/>
                  </a:lnTo>
                  <a:lnTo>
                    <a:pt x="0" y="4321"/>
                  </a:lnTo>
                  <a:lnTo>
                    <a:pt x="0" y="4321"/>
                  </a:lnTo>
                  <a:lnTo>
                    <a:pt x="0" y="1715"/>
                  </a:lnTo>
                  <a:lnTo>
                    <a:pt x="0" y="1715"/>
                  </a:lnTo>
                  <a:close/>
                  <a:moveTo>
                    <a:pt x="3792" y="544"/>
                  </a:moveTo>
                  <a:lnTo>
                    <a:pt x="3792" y="544"/>
                  </a:lnTo>
                  <a:lnTo>
                    <a:pt x="3613" y="546"/>
                  </a:lnTo>
                  <a:lnTo>
                    <a:pt x="3439" y="548"/>
                  </a:lnTo>
                  <a:lnTo>
                    <a:pt x="3269" y="554"/>
                  </a:lnTo>
                  <a:lnTo>
                    <a:pt x="3104" y="560"/>
                  </a:lnTo>
                  <a:lnTo>
                    <a:pt x="2944" y="569"/>
                  </a:lnTo>
                  <a:lnTo>
                    <a:pt x="2789" y="580"/>
                  </a:lnTo>
                  <a:lnTo>
                    <a:pt x="2638" y="592"/>
                  </a:lnTo>
                  <a:lnTo>
                    <a:pt x="2492" y="605"/>
                  </a:lnTo>
                  <a:lnTo>
                    <a:pt x="2351" y="620"/>
                  </a:lnTo>
                  <a:lnTo>
                    <a:pt x="2214" y="635"/>
                  </a:lnTo>
                  <a:lnTo>
                    <a:pt x="2084" y="653"/>
                  </a:lnTo>
                  <a:lnTo>
                    <a:pt x="1958" y="672"/>
                  </a:lnTo>
                  <a:lnTo>
                    <a:pt x="1836" y="692"/>
                  </a:lnTo>
                  <a:lnTo>
                    <a:pt x="1720" y="712"/>
                  </a:lnTo>
                  <a:lnTo>
                    <a:pt x="1609" y="733"/>
                  </a:lnTo>
                  <a:lnTo>
                    <a:pt x="1503" y="754"/>
                  </a:lnTo>
                  <a:lnTo>
                    <a:pt x="1403" y="778"/>
                  </a:lnTo>
                  <a:lnTo>
                    <a:pt x="1307" y="801"/>
                  </a:lnTo>
                  <a:lnTo>
                    <a:pt x="1217" y="824"/>
                  </a:lnTo>
                  <a:lnTo>
                    <a:pt x="1133" y="849"/>
                  </a:lnTo>
                  <a:lnTo>
                    <a:pt x="1054" y="872"/>
                  </a:lnTo>
                  <a:lnTo>
                    <a:pt x="980" y="897"/>
                  </a:lnTo>
                  <a:lnTo>
                    <a:pt x="911" y="921"/>
                  </a:lnTo>
                  <a:lnTo>
                    <a:pt x="849" y="946"/>
                  </a:lnTo>
                  <a:lnTo>
                    <a:pt x="791" y="971"/>
                  </a:lnTo>
                  <a:lnTo>
                    <a:pt x="740" y="994"/>
                  </a:lnTo>
                  <a:lnTo>
                    <a:pt x="694" y="1019"/>
                  </a:lnTo>
                  <a:lnTo>
                    <a:pt x="653" y="1042"/>
                  </a:lnTo>
                  <a:lnTo>
                    <a:pt x="620" y="1065"/>
                  </a:lnTo>
                  <a:lnTo>
                    <a:pt x="591" y="1087"/>
                  </a:lnTo>
                  <a:lnTo>
                    <a:pt x="579" y="1098"/>
                  </a:lnTo>
                  <a:lnTo>
                    <a:pt x="567" y="1108"/>
                  </a:lnTo>
                  <a:lnTo>
                    <a:pt x="559" y="1120"/>
                  </a:lnTo>
                  <a:lnTo>
                    <a:pt x="550" y="1130"/>
                  </a:lnTo>
                  <a:lnTo>
                    <a:pt x="550" y="1130"/>
                  </a:lnTo>
                  <a:lnTo>
                    <a:pt x="559" y="1140"/>
                  </a:lnTo>
                  <a:lnTo>
                    <a:pt x="567" y="1151"/>
                  </a:lnTo>
                  <a:lnTo>
                    <a:pt x="579" y="1162"/>
                  </a:lnTo>
                  <a:lnTo>
                    <a:pt x="591" y="1172"/>
                  </a:lnTo>
                  <a:lnTo>
                    <a:pt x="620" y="1196"/>
                  </a:lnTo>
                  <a:lnTo>
                    <a:pt x="653" y="1219"/>
                  </a:lnTo>
                  <a:lnTo>
                    <a:pt x="694" y="1242"/>
                  </a:lnTo>
                  <a:lnTo>
                    <a:pt x="740" y="1265"/>
                  </a:lnTo>
                  <a:lnTo>
                    <a:pt x="791" y="1290"/>
                  </a:lnTo>
                  <a:lnTo>
                    <a:pt x="849" y="1314"/>
                  </a:lnTo>
                  <a:lnTo>
                    <a:pt x="911" y="1338"/>
                  </a:lnTo>
                  <a:lnTo>
                    <a:pt x="980" y="1362"/>
                  </a:lnTo>
                  <a:lnTo>
                    <a:pt x="1054" y="1387"/>
                  </a:lnTo>
                  <a:lnTo>
                    <a:pt x="1133" y="1412"/>
                  </a:lnTo>
                  <a:lnTo>
                    <a:pt x="1217" y="1435"/>
                  </a:lnTo>
                  <a:lnTo>
                    <a:pt x="1307" y="1460"/>
                  </a:lnTo>
                  <a:lnTo>
                    <a:pt x="1403" y="1483"/>
                  </a:lnTo>
                  <a:lnTo>
                    <a:pt x="1503" y="1505"/>
                  </a:lnTo>
                  <a:lnTo>
                    <a:pt x="1609" y="1526"/>
                  </a:lnTo>
                  <a:lnTo>
                    <a:pt x="1720" y="1548"/>
                  </a:lnTo>
                  <a:lnTo>
                    <a:pt x="1836" y="1568"/>
                  </a:lnTo>
                  <a:lnTo>
                    <a:pt x="1958" y="1587"/>
                  </a:lnTo>
                  <a:lnTo>
                    <a:pt x="2084" y="1606"/>
                  </a:lnTo>
                  <a:lnTo>
                    <a:pt x="2214" y="1624"/>
                  </a:lnTo>
                  <a:lnTo>
                    <a:pt x="2351" y="1639"/>
                  </a:lnTo>
                  <a:lnTo>
                    <a:pt x="2492" y="1654"/>
                  </a:lnTo>
                  <a:lnTo>
                    <a:pt x="2638" y="1669"/>
                  </a:lnTo>
                  <a:lnTo>
                    <a:pt x="2789" y="1680"/>
                  </a:lnTo>
                  <a:lnTo>
                    <a:pt x="2944" y="1690"/>
                  </a:lnTo>
                  <a:lnTo>
                    <a:pt x="3104" y="1699"/>
                  </a:lnTo>
                  <a:lnTo>
                    <a:pt x="3269" y="1706"/>
                  </a:lnTo>
                  <a:lnTo>
                    <a:pt x="3439" y="1711"/>
                  </a:lnTo>
                  <a:lnTo>
                    <a:pt x="3613" y="1715"/>
                  </a:lnTo>
                  <a:lnTo>
                    <a:pt x="3792" y="1715"/>
                  </a:lnTo>
                  <a:lnTo>
                    <a:pt x="3792" y="1715"/>
                  </a:lnTo>
                  <a:lnTo>
                    <a:pt x="3970" y="1715"/>
                  </a:lnTo>
                  <a:lnTo>
                    <a:pt x="4144" y="1711"/>
                  </a:lnTo>
                  <a:lnTo>
                    <a:pt x="4314" y="1706"/>
                  </a:lnTo>
                  <a:lnTo>
                    <a:pt x="4480" y="1699"/>
                  </a:lnTo>
                  <a:lnTo>
                    <a:pt x="4639" y="1690"/>
                  </a:lnTo>
                  <a:lnTo>
                    <a:pt x="4794" y="1680"/>
                  </a:lnTo>
                  <a:lnTo>
                    <a:pt x="4945" y="1669"/>
                  </a:lnTo>
                  <a:lnTo>
                    <a:pt x="5092" y="1654"/>
                  </a:lnTo>
                  <a:lnTo>
                    <a:pt x="5233" y="1639"/>
                  </a:lnTo>
                  <a:lnTo>
                    <a:pt x="5369" y="1624"/>
                  </a:lnTo>
                  <a:lnTo>
                    <a:pt x="5500" y="1606"/>
                  </a:lnTo>
                  <a:lnTo>
                    <a:pt x="5626" y="1587"/>
                  </a:lnTo>
                  <a:lnTo>
                    <a:pt x="5748" y="1568"/>
                  </a:lnTo>
                  <a:lnTo>
                    <a:pt x="5864" y="1548"/>
                  </a:lnTo>
                  <a:lnTo>
                    <a:pt x="5974" y="1526"/>
                  </a:lnTo>
                  <a:lnTo>
                    <a:pt x="6080" y="1505"/>
                  </a:lnTo>
                  <a:lnTo>
                    <a:pt x="6180" y="1483"/>
                  </a:lnTo>
                  <a:lnTo>
                    <a:pt x="6276" y="1460"/>
                  </a:lnTo>
                  <a:lnTo>
                    <a:pt x="6366" y="1435"/>
                  </a:lnTo>
                  <a:lnTo>
                    <a:pt x="6450" y="1412"/>
                  </a:lnTo>
                  <a:lnTo>
                    <a:pt x="6530" y="1387"/>
                  </a:lnTo>
                  <a:lnTo>
                    <a:pt x="6604" y="1362"/>
                  </a:lnTo>
                  <a:lnTo>
                    <a:pt x="6672" y="1338"/>
                  </a:lnTo>
                  <a:lnTo>
                    <a:pt x="6735" y="1314"/>
                  </a:lnTo>
                  <a:lnTo>
                    <a:pt x="6791" y="1290"/>
                  </a:lnTo>
                  <a:lnTo>
                    <a:pt x="6843" y="1265"/>
                  </a:lnTo>
                  <a:lnTo>
                    <a:pt x="6890" y="1242"/>
                  </a:lnTo>
                  <a:lnTo>
                    <a:pt x="6929" y="1219"/>
                  </a:lnTo>
                  <a:lnTo>
                    <a:pt x="6964" y="1196"/>
                  </a:lnTo>
                  <a:lnTo>
                    <a:pt x="6993" y="1172"/>
                  </a:lnTo>
                  <a:lnTo>
                    <a:pt x="7004" y="1162"/>
                  </a:lnTo>
                  <a:lnTo>
                    <a:pt x="7016" y="1151"/>
                  </a:lnTo>
                  <a:lnTo>
                    <a:pt x="7025" y="1140"/>
                  </a:lnTo>
                  <a:lnTo>
                    <a:pt x="7032" y="1130"/>
                  </a:lnTo>
                  <a:lnTo>
                    <a:pt x="7032" y="1130"/>
                  </a:lnTo>
                  <a:lnTo>
                    <a:pt x="7025" y="1120"/>
                  </a:lnTo>
                  <a:lnTo>
                    <a:pt x="7016" y="1108"/>
                  </a:lnTo>
                  <a:lnTo>
                    <a:pt x="7004" y="1098"/>
                  </a:lnTo>
                  <a:lnTo>
                    <a:pt x="6993" y="1087"/>
                  </a:lnTo>
                  <a:lnTo>
                    <a:pt x="6964" y="1065"/>
                  </a:lnTo>
                  <a:lnTo>
                    <a:pt x="6929" y="1042"/>
                  </a:lnTo>
                  <a:lnTo>
                    <a:pt x="6890" y="1019"/>
                  </a:lnTo>
                  <a:lnTo>
                    <a:pt x="6843" y="994"/>
                  </a:lnTo>
                  <a:lnTo>
                    <a:pt x="6791" y="971"/>
                  </a:lnTo>
                  <a:lnTo>
                    <a:pt x="6735" y="946"/>
                  </a:lnTo>
                  <a:lnTo>
                    <a:pt x="6672" y="921"/>
                  </a:lnTo>
                  <a:lnTo>
                    <a:pt x="6604" y="897"/>
                  </a:lnTo>
                  <a:lnTo>
                    <a:pt x="6530" y="872"/>
                  </a:lnTo>
                  <a:lnTo>
                    <a:pt x="6450" y="849"/>
                  </a:lnTo>
                  <a:lnTo>
                    <a:pt x="6366" y="824"/>
                  </a:lnTo>
                  <a:lnTo>
                    <a:pt x="6276" y="801"/>
                  </a:lnTo>
                  <a:lnTo>
                    <a:pt x="6180" y="778"/>
                  </a:lnTo>
                  <a:lnTo>
                    <a:pt x="6080" y="754"/>
                  </a:lnTo>
                  <a:lnTo>
                    <a:pt x="5974" y="733"/>
                  </a:lnTo>
                  <a:lnTo>
                    <a:pt x="5864" y="712"/>
                  </a:lnTo>
                  <a:lnTo>
                    <a:pt x="5748" y="692"/>
                  </a:lnTo>
                  <a:lnTo>
                    <a:pt x="5626" y="672"/>
                  </a:lnTo>
                  <a:lnTo>
                    <a:pt x="5500" y="653"/>
                  </a:lnTo>
                  <a:lnTo>
                    <a:pt x="5369" y="635"/>
                  </a:lnTo>
                  <a:lnTo>
                    <a:pt x="5233" y="620"/>
                  </a:lnTo>
                  <a:lnTo>
                    <a:pt x="5092" y="605"/>
                  </a:lnTo>
                  <a:lnTo>
                    <a:pt x="4945" y="592"/>
                  </a:lnTo>
                  <a:lnTo>
                    <a:pt x="4794" y="580"/>
                  </a:lnTo>
                  <a:lnTo>
                    <a:pt x="4639" y="569"/>
                  </a:lnTo>
                  <a:lnTo>
                    <a:pt x="4480" y="560"/>
                  </a:lnTo>
                  <a:lnTo>
                    <a:pt x="4314" y="554"/>
                  </a:lnTo>
                  <a:lnTo>
                    <a:pt x="4144" y="548"/>
                  </a:lnTo>
                  <a:lnTo>
                    <a:pt x="3970" y="546"/>
                  </a:lnTo>
                  <a:lnTo>
                    <a:pt x="3792" y="544"/>
                  </a:lnTo>
                  <a:lnTo>
                    <a:pt x="3792" y="544"/>
                  </a:lnTo>
                  <a:close/>
                  <a:moveTo>
                    <a:pt x="3792" y="0"/>
                  </a:moveTo>
                  <a:lnTo>
                    <a:pt x="3792" y="0"/>
                  </a:lnTo>
                  <a:lnTo>
                    <a:pt x="3927" y="0"/>
                  </a:lnTo>
                  <a:lnTo>
                    <a:pt x="4066" y="3"/>
                  </a:lnTo>
                  <a:lnTo>
                    <a:pt x="4211" y="7"/>
                  </a:lnTo>
                  <a:lnTo>
                    <a:pt x="4359" y="12"/>
                  </a:lnTo>
                  <a:lnTo>
                    <a:pt x="4510" y="19"/>
                  </a:lnTo>
                  <a:lnTo>
                    <a:pt x="4665" y="28"/>
                  </a:lnTo>
                  <a:lnTo>
                    <a:pt x="4821" y="39"/>
                  </a:lnTo>
                  <a:lnTo>
                    <a:pt x="4979" y="51"/>
                  </a:lnTo>
                  <a:lnTo>
                    <a:pt x="5137" y="65"/>
                  </a:lnTo>
                  <a:lnTo>
                    <a:pt x="5295" y="83"/>
                  </a:lnTo>
                  <a:lnTo>
                    <a:pt x="5453" y="102"/>
                  </a:lnTo>
                  <a:lnTo>
                    <a:pt x="5611" y="122"/>
                  </a:lnTo>
                  <a:lnTo>
                    <a:pt x="5767" y="145"/>
                  </a:lnTo>
                  <a:lnTo>
                    <a:pt x="5919" y="171"/>
                  </a:lnTo>
                  <a:lnTo>
                    <a:pt x="6070" y="200"/>
                  </a:lnTo>
                  <a:lnTo>
                    <a:pt x="6216" y="231"/>
                  </a:lnTo>
                  <a:lnTo>
                    <a:pt x="6288" y="247"/>
                  </a:lnTo>
                  <a:lnTo>
                    <a:pt x="6359" y="264"/>
                  </a:lnTo>
                  <a:lnTo>
                    <a:pt x="6428" y="281"/>
                  </a:lnTo>
                  <a:lnTo>
                    <a:pt x="6497" y="300"/>
                  </a:lnTo>
                  <a:lnTo>
                    <a:pt x="6563" y="319"/>
                  </a:lnTo>
                  <a:lnTo>
                    <a:pt x="6629" y="340"/>
                  </a:lnTo>
                  <a:lnTo>
                    <a:pt x="6692" y="360"/>
                  </a:lnTo>
                  <a:lnTo>
                    <a:pt x="6755" y="380"/>
                  </a:lnTo>
                  <a:lnTo>
                    <a:pt x="6816" y="402"/>
                  </a:lnTo>
                  <a:lnTo>
                    <a:pt x="6875" y="425"/>
                  </a:lnTo>
                  <a:lnTo>
                    <a:pt x="6933" y="448"/>
                  </a:lnTo>
                  <a:lnTo>
                    <a:pt x="6988" y="473"/>
                  </a:lnTo>
                  <a:lnTo>
                    <a:pt x="7042" y="498"/>
                  </a:lnTo>
                  <a:lnTo>
                    <a:pt x="7093" y="524"/>
                  </a:lnTo>
                  <a:lnTo>
                    <a:pt x="7142" y="550"/>
                  </a:lnTo>
                  <a:lnTo>
                    <a:pt x="7190" y="577"/>
                  </a:lnTo>
                  <a:lnTo>
                    <a:pt x="7234" y="605"/>
                  </a:lnTo>
                  <a:lnTo>
                    <a:pt x="7277" y="634"/>
                  </a:lnTo>
                  <a:lnTo>
                    <a:pt x="7316" y="665"/>
                  </a:lnTo>
                  <a:lnTo>
                    <a:pt x="7354" y="695"/>
                  </a:lnTo>
                  <a:lnTo>
                    <a:pt x="7390" y="725"/>
                  </a:lnTo>
                  <a:lnTo>
                    <a:pt x="7422" y="759"/>
                  </a:lnTo>
                  <a:lnTo>
                    <a:pt x="7451" y="791"/>
                  </a:lnTo>
                  <a:lnTo>
                    <a:pt x="7479" y="826"/>
                  </a:lnTo>
                  <a:lnTo>
                    <a:pt x="7502" y="860"/>
                  </a:lnTo>
                  <a:lnTo>
                    <a:pt x="7524" y="897"/>
                  </a:lnTo>
                  <a:lnTo>
                    <a:pt x="7541" y="933"/>
                  </a:lnTo>
                  <a:lnTo>
                    <a:pt x="7557" y="971"/>
                  </a:lnTo>
                  <a:lnTo>
                    <a:pt x="7569" y="1008"/>
                  </a:lnTo>
                  <a:lnTo>
                    <a:pt x="7578" y="1048"/>
                  </a:lnTo>
                  <a:lnTo>
                    <a:pt x="7582" y="1088"/>
                  </a:lnTo>
                  <a:lnTo>
                    <a:pt x="7583" y="1108"/>
                  </a:lnTo>
                  <a:lnTo>
                    <a:pt x="7583" y="1130"/>
                  </a:lnTo>
                  <a:lnTo>
                    <a:pt x="7583" y="1130"/>
                  </a:lnTo>
                  <a:lnTo>
                    <a:pt x="7583" y="1151"/>
                  </a:lnTo>
                  <a:lnTo>
                    <a:pt x="7582" y="1171"/>
                  </a:lnTo>
                  <a:lnTo>
                    <a:pt x="7578" y="1211"/>
                  </a:lnTo>
                  <a:lnTo>
                    <a:pt x="7569" y="1251"/>
                  </a:lnTo>
                  <a:lnTo>
                    <a:pt x="7557" y="1290"/>
                  </a:lnTo>
                  <a:lnTo>
                    <a:pt x="7541" y="1328"/>
                  </a:lnTo>
                  <a:lnTo>
                    <a:pt x="7524" y="1364"/>
                  </a:lnTo>
                  <a:lnTo>
                    <a:pt x="7502" y="1400"/>
                  </a:lnTo>
                  <a:lnTo>
                    <a:pt x="7479" y="1435"/>
                  </a:lnTo>
                  <a:lnTo>
                    <a:pt x="7451" y="1468"/>
                  </a:lnTo>
                  <a:lnTo>
                    <a:pt x="7422" y="1502"/>
                  </a:lnTo>
                  <a:lnTo>
                    <a:pt x="7390" y="1534"/>
                  </a:lnTo>
                  <a:lnTo>
                    <a:pt x="7354" y="1566"/>
                  </a:lnTo>
                  <a:lnTo>
                    <a:pt x="7316" y="1596"/>
                  </a:lnTo>
                  <a:lnTo>
                    <a:pt x="7277" y="1625"/>
                  </a:lnTo>
                  <a:lnTo>
                    <a:pt x="7234" y="1654"/>
                  </a:lnTo>
                  <a:lnTo>
                    <a:pt x="7190" y="1683"/>
                  </a:lnTo>
                  <a:lnTo>
                    <a:pt x="7142" y="1711"/>
                  </a:lnTo>
                  <a:lnTo>
                    <a:pt x="7093" y="1737"/>
                  </a:lnTo>
                  <a:lnTo>
                    <a:pt x="7042" y="1763"/>
                  </a:lnTo>
                  <a:lnTo>
                    <a:pt x="6988" y="1787"/>
                  </a:lnTo>
                  <a:lnTo>
                    <a:pt x="6933" y="1811"/>
                  </a:lnTo>
                  <a:lnTo>
                    <a:pt x="6875" y="1835"/>
                  </a:lnTo>
                  <a:lnTo>
                    <a:pt x="6816" y="1857"/>
                  </a:lnTo>
                  <a:lnTo>
                    <a:pt x="6755" y="1879"/>
                  </a:lnTo>
                  <a:lnTo>
                    <a:pt x="6692" y="1901"/>
                  </a:lnTo>
                  <a:lnTo>
                    <a:pt x="6629" y="1921"/>
                  </a:lnTo>
                  <a:lnTo>
                    <a:pt x="6563" y="1941"/>
                  </a:lnTo>
                  <a:lnTo>
                    <a:pt x="6497" y="1960"/>
                  </a:lnTo>
                  <a:lnTo>
                    <a:pt x="6428" y="1978"/>
                  </a:lnTo>
                  <a:lnTo>
                    <a:pt x="6359" y="1996"/>
                  </a:lnTo>
                  <a:lnTo>
                    <a:pt x="6288" y="2012"/>
                  </a:lnTo>
                  <a:lnTo>
                    <a:pt x="6216" y="2030"/>
                  </a:lnTo>
                  <a:lnTo>
                    <a:pt x="6070" y="2060"/>
                  </a:lnTo>
                  <a:lnTo>
                    <a:pt x="5919" y="2088"/>
                  </a:lnTo>
                  <a:lnTo>
                    <a:pt x="5767" y="2114"/>
                  </a:lnTo>
                  <a:lnTo>
                    <a:pt x="5611" y="2137"/>
                  </a:lnTo>
                  <a:lnTo>
                    <a:pt x="5453" y="2159"/>
                  </a:lnTo>
                  <a:lnTo>
                    <a:pt x="5295" y="2178"/>
                  </a:lnTo>
                  <a:lnTo>
                    <a:pt x="5137" y="2194"/>
                  </a:lnTo>
                  <a:lnTo>
                    <a:pt x="4979" y="2208"/>
                  </a:lnTo>
                  <a:lnTo>
                    <a:pt x="4821" y="2221"/>
                  </a:lnTo>
                  <a:lnTo>
                    <a:pt x="4665" y="2231"/>
                  </a:lnTo>
                  <a:lnTo>
                    <a:pt x="4510" y="2240"/>
                  </a:lnTo>
                  <a:lnTo>
                    <a:pt x="4359" y="2247"/>
                  </a:lnTo>
                  <a:lnTo>
                    <a:pt x="4211" y="2253"/>
                  </a:lnTo>
                  <a:lnTo>
                    <a:pt x="4066" y="2258"/>
                  </a:lnTo>
                  <a:lnTo>
                    <a:pt x="3927" y="2259"/>
                  </a:lnTo>
                  <a:lnTo>
                    <a:pt x="3792" y="2260"/>
                  </a:lnTo>
                  <a:lnTo>
                    <a:pt x="3792" y="2260"/>
                  </a:lnTo>
                  <a:lnTo>
                    <a:pt x="3657" y="2259"/>
                  </a:lnTo>
                  <a:lnTo>
                    <a:pt x="3517" y="2258"/>
                  </a:lnTo>
                  <a:lnTo>
                    <a:pt x="3372" y="2253"/>
                  </a:lnTo>
                  <a:lnTo>
                    <a:pt x="3224" y="2247"/>
                  </a:lnTo>
                  <a:lnTo>
                    <a:pt x="3072" y="2240"/>
                  </a:lnTo>
                  <a:lnTo>
                    <a:pt x="2918" y="2231"/>
                  </a:lnTo>
                  <a:lnTo>
                    <a:pt x="2763" y="2221"/>
                  </a:lnTo>
                  <a:lnTo>
                    <a:pt x="2605" y="2208"/>
                  </a:lnTo>
                  <a:lnTo>
                    <a:pt x="2447" y="2194"/>
                  </a:lnTo>
                  <a:lnTo>
                    <a:pt x="2288" y="2178"/>
                  </a:lnTo>
                  <a:lnTo>
                    <a:pt x="2130" y="2159"/>
                  </a:lnTo>
                  <a:lnTo>
                    <a:pt x="1972" y="2137"/>
                  </a:lnTo>
                  <a:lnTo>
                    <a:pt x="1817" y="2114"/>
                  </a:lnTo>
                  <a:lnTo>
                    <a:pt x="1664" y="2088"/>
                  </a:lnTo>
                  <a:lnTo>
                    <a:pt x="1514" y="2060"/>
                  </a:lnTo>
                  <a:lnTo>
                    <a:pt x="1367" y="2030"/>
                  </a:lnTo>
                  <a:lnTo>
                    <a:pt x="1296" y="2012"/>
                  </a:lnTo>
                  <a:lnTo>
                    <a:pt x="1225" y="1996"/>
                  </a:lnTo>
                  <a:lnTo>
                    <a:pt x="1155" y="1978"/>
                  </a:lnTo>
                  <a:lnTo>
                    <a:pt x="1087" y="1960"/>
                  </a:lnTo>
                  <a:lnTo>
                    <a:pt x="1020" y="1941"/>
                  </a:lnTo>
                  <a:lnTo>
                    <a:pt x="955" y="1921"/>
                  </a:lnTo>
                  <a:lnTo>
                    <a:pt x="891" y="1901"/>
                  </a:lnTo>
                  <a:lnTo>
                    <a:pt x="827" y="1879"/>
                  </a:lnTo>
                  <a:lnTo>
                    <a:pt x="768" y="1857"/>
                  </a:lnTo>
                  <a:lnTo>
                    <a:pt x="708" y="1835"/>
                  </a:lnTo>
                  <a:lnTo>
                    <a:pt x="650" y="1811"/>
                  </a:lnTo>
                  <a:lnTo>
                    <a:pt x="595" y="1787"/>
                  </a:lnTo>
                  <a:lnTo>
                    <a:pt x="541" y="1763"/>
                  </a:lnTo>
                  <a:lnTo>
                    <a:pt x="490" y="1737"/>
                  </a:lnTo>
                  <a:lnTo>
                    <a:pt x="441" y="1711"/>
                  </a:lnTo>
                  <a:lnTo>
                    <a:pt x="393" y="1683"/>
                  </a:lnTo>
                  <a:lnTo>
                    <a:pt x="348" y="1654"/>
                  </a:lnTo>
                  <a:lnTo>
                    <a:pt x="306" y="1625"/>
                  </a:lnTo>
                  <a:lnTo>
                    <a:pt x="266" y="1596"/>
                  </a:lnTo>
                  <a:lnTo>
                    <a:pt x="229" y="1566"/>
                  </a:lnTo>
                  <a:lnTo>
                    <a:pt x="193" y="1534"/>
                  </a:lnTo>
                  <a:lnTo>
                    <a:pt x="161" y="1502"/>
                  </a:lnTo>
                  <a:lnTo>
                    <a:pt x="132" y="1468"/>
                  </a:lnTo>
                  <a:lnTo>
                    <a:pt x="105" y="1435"/>
                  </a:lnTo>
                  <a:lnTo>
                    <a:pt x="80" y="1400"/>
                  </a:lnTo>
                  <a:lnTo>
                    <a:pt x="60" y="1364"/>
                  </a:lnTo>
                  <a:lnTo>
                    <a:pt x="42" y="1328"/>
                  </a:lnTo>
                  <a:lnTo>
                    <a:pt x="26" y="1290"/>
                  </a:lnTo>
                  <a:lnTo>
                    <a:pt x="15" y="1251"/>
                  </a:lnTo>
                  <a:lnTo>
                    <a:pt x="6" y="1211"/>
                  </a:lnTo>
                  <a:lnTo>
                    <a:pt x="1" y="1171"/>
                  </a:lnTo>
                  <a:lnTo>
                    <a:pt x="0" y="1151"/>
                  </a:lnTo>
                  <a:lnTo>
                    <a:pt x="0" y="1130"/>
                  </a:lnTo>
                  <a:lnTo>
                    <a:pt x="0" y="1130"/>
                  </a:lnTo>
                  <a:lnTo>
                    <a:pt x="0" y="1108"/>
                  </a:lnTo>
                  <a:lnTo>
                    <a:pt x="1" y="1088"/>
                  </a:lnTo>
                  <a:lnTo>
                    <a:pt x="6" y="1048"/>
                  </a:lnTo>
                  <a:lnTo>
                    <a:pt x="15" y="1008"/>
                  </a:lnTo>
                  <a:lnTo>
                    <a:pt x="26" y="971"/>
                  </a:lnTo>
                  <a:lnTo>
                    <a:pt x="42" y="933"/>
                  </a:lnTo>
                  <a:lnTo>
                    <a:pt x="60" y="897"/>
                  </a:lnTo>
                  <a:lnTo>
                    <a:pt x="80" y="860"/>
                  </a:lnTo>
                  <a:lnTo>
                    <a:pt x="105" y="826"/>
                  </a:lnTo>
                  <a:lnTo>
                    <a:pt x="132" y="791"/>
                  </a:lnTo>
                  <a:lnTo>
                    <a:pt x="161" y="759"/>
                  </a:lnTo>
                  <a:lnTo>
                    <a:pt x="193" y="725"/>
                  </a:lnTo>
                  <a:lnTo>
                    <a:pt x="229" y="695"/>
                  </a:lnTo>
                  <a:lnTo>
                    <a:pt x="266" y="665"/>
                  </a:lnTo>
                  <a:lnTo>
                    <a:pt x="306" y="634"/>
                  </a:lnTo>
                  <a:lnTo>
                    <a:pt x="348" y="605"/>
                  </a:lnTo>
                  <a:lnTo>
                    <a:pt x="393" y="577"/>
                  </a:lnTo>
                  <a:lnTo>
                    <a:pt x="441" y="550"/>
                  </a:lnTo>
                  <a:lnTo>
                    <a:pt x="490" y="524"/>
                  </a:lnTo>
                  <a:lnTo>
                    <a:pt x="541" y="498"/>
                  </a:lnTo>
                  <a:lnTo>
                    <a:pt x="595" y="473"/>
                  </a:lnTo>
                  <a:lnTo>
                    <a:pt x="650" y="448"/>
                  </a:lnTo>
                  <a:lnTo>
                    <a:pt x="708" y="425"/>
                  </a:lnTo>
                  <a:lnTo>
                    <a:pt x="768" y="402"/>
                  </a:lnTo>
                  <a:lnTo>
                    <a:pt x="827" y="380"/>
                  </a:lnTo>
                  <a:lnTo>
                    <a:pt x="891" y="360"/>
                  </a:lnTo>
                  <a:lnTo>
                    <a:pt x="955" y="340"/>
                  </a:lnTo>
                  <a:lnTo>
                    <a:pt x="1020" y="319"/>
                  </a:lnTo>
                  <a:lnTo>
                    <a:pt x="1087" y="300"/>
                  </a:lnTo>
                  <a:lnTo>
                    <a:pt x="1155" y="281"/>
                  </a:lnTo>
                  <a:lnTo>
                    <a:pt x="1225" y="264"/>
                  </a:lnTo>
                  <a:lnTo>
                    <a:pt x="1296" y="247"/>
                  </a:lnTo>
                  <a:lnTo>
                    <a:pt x="1367" y="231"/>
                  </a:lnTo>
                  <a:lnTo>
                    <a:pt x="1514" y="200"/>
                  </a:lnTo>
                  <a:lnTo>
                    <a:pt x="1664" y="171"/>
                  </a:lnTo>
                  <a:lnTo>
                    <a:pt x="1817" y="145"/>
                  </a:lnTo>
                  <a:lnTo>
                    <a:pt x="1972" y="122"/>
                  </a:lnTo>
                  <a:lnTo>
                    <a:pt x="2130" y="102"/>
                  </a:lnTo>
                  <a:lnTo>
                    <a:pt x="2288" y="83"/>
                  </a:lnTo>
                  <a:lnTo>
                    <a:pt x="2447" y="65"/>
                  </a:lnTo>
                  <a:lnTo>
                    <a:pt x="2605" y="51"/>
                  </a:lnTo>
                  <a:lnTo>
                    <a:pt x="2763" y="39"/>
                  </a:lnTo>
                  <a:lnTo>
                    <a:pt x="2918" y="28"/>
                  </a:lnTo>
                  <a:lnTo>
                    <a:pt x="3072" y="19"/>
                  </a:lnTo>
                  <a:lnTo>
                    <a:pt x="3224" y="12"/>
                  </a:lnTo>
                  <a:lnTo>
                    <a:pt x="3372" y="7"/>
                  </a:lnTo>
                  <a:lnTo>
                    <a:pt x="3517" y="3"/>
                  </a:lnTo>
                  <a:lnTo>
                    <a:pt x="3657" y="0"/>
                  </a:lnTo>
                  <a:lnTo>
                    <a:pt x="3792" y="0"/>
                  </a:lnTo>
                  <a:lnTo>
                    <a:pt x="379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37">
              <a:extLst>
                <a:ext uri="{FF2B5EF4-FFF2-40B4-BE49-F238E27FC236}">
                  <a16:creationId xmlns:a16="http://schemas.microsoft.com/office/drawing/2014/main" id="{689FB953-1265-7C0E-7F2E-7D1EDE36B6C6}"/>
                </a:ext>
                <a:ext uri="{C183D7F6-B498-43B3-948B-1728B52AA6E4}">
                  <adec:decorative xmlns:adec="http://schemas.microsoft.com/office/drawing/2017/decorative" val="1"/>
                </a:ext>
              </a:extLst>
            </p:cNvPr>
            <p:cNvSpPr>
              <a:spLocks noEditPoints="1"/>
            </p:cNvSpPr>
            <p:nvPr/>
          </p:nvSpPr>
          <p:spPr bwMode="auto">
            <a:xfrm>
              <a:off x="6969004" y="881382"/>
              <a:ext cx="686858" cy="372322"/>
            </a:xfrm>
            <a:custGeom>
              <a:avLst/>
              <a:gdLst>
                <a:gd name="T0" fmla="*/ 2699 w 12980"/>
                <a:gd name="T1" fmla="*/ 6230 h 7035"/>
                <a:gd name="T2" fmla="*/ 961 w 12980"/>
                <a:gd name="T3" fmla="*/ 3935 h 7035"/>
                <a:gd name="T4" fmla="*/ 2161 w 12980"/>
                <a:gd name="T5" fmla="*/ 3254 h 7035"/>
                <a:gd name="T6" fmla="*/ 759 w 12980"/>
                <a:gd name="T7" fmla="*/ 724 h 7035"/>
                <a:gd name="T8" fmla="*/ 1268 w 12980"/>
                <a:gd name="T9" fmla="*/ 1165 h 7035"/>
                <a:gd name="T10" fmla="*/ 1305 w 12980"/>
                <a:gd name="T11" fmla="*/ 1436 h 7035"/>
                <a:gd name="T12" fmla="*/ 1389 w 12980"/>
                <a:gd name="T13" fmla="*/ 1689 h 7035"/>
                <a:gd name="T14" fmla="*/ 1515 w 12980"/>
                <a:gd name="T15" fmla="*/ 1918 h 7035"/>
                <a:gd name="T16" fmla="*/ 1679 w 12980"/>
                <a:gd name="T17" fmla="*/ 2120 h 7035"/>
                <a:gd name="T18" fmla="*/ 1876 w 12980"/>
                <a:gd name="T19" fmla="*/ 2289 h 7035"/>
                <a:gd name="T20" fmla="*/ 2103 w 12980"/>
                <a:gd name="T21" fmla="*/ 2421 h 7035"/>
                <a:gd name="T22" fmla="*/ 2050 w 12980"/>
                <a:gd name="T23" fmla="*/ 1915 h 7035"/>
                <a:gd name="T24" fmla="*/ 1860 w 12980"/>
                <a:gd name="T25" fmla="*/ 1707 h 7035"/>
                <a:gd name="T26" fmla="*/ 1730 w 12980"/>
                <a:gd name="T27" fmla="*/ 1456 h 7035"/>
                <a:gd name="T28" fmla="*/ 1673 w 12980"/>
                <a:gd name="T29" fmla="*/ 1169 h 7035"/>
                <a:gd name="T30" fmla="*/ 1486 w 12980"/>
                <a:gd name="T31" fmla="*/ 0 h 7035"/>
                <a:gd name="T32" fmla="*/ 1673 w 12980"/>
                <a:gd name="T33" fmla="*/ 4799 h 7035"/>
                <a:gd name="T34" fmla="*/ 1730 w 12980"/>
                <a:gd name="T35" fmla="*/ 4514 h 7035"/>
                <a:gd name="T36" fmla="*/ 1860 w 12980"/>
                <a:gd name="T37" fmla="*/ 4261 h 7035"/>
                <a:gd name="T38" fmla="*/ 2050 w 12980"/>
                <a:gd name="T39" fmla="*/ 4055 h 7035"/>
                <a:gd name="T40" fmla="*/ 2103 w 12980"/>
                <a:gd name="T41" fmla="*/ 3547 h 7035"/>
                <a:gd name="T42" fmla="*/ 1876 w 12980"/>
                <a:gd name="T43" fmla="*/ 3679 h 7035"/>
                <a:gd name="T44" fmla="*/ 1679 w 12980"/>
                <a:gd name="T45" fmla="*/ 3849 h 7035"/>
                <a:gd name="T46" fmla="*/ 1515 w 12980"/>
                <a:gd name="T47" fmla="*/ 4051 h 7035"/>
                <a:gd name="T48" fmla="*/ 1389 w 12980"/>
                <a:gd name="T49" fmla="*/ 4281 h 7035"/>
                <a:gd name="T50" fmla="*/ 1305 w 12980"/>
                <a:gd name="T51" fmla="*/ 4534 h 7035"/>
                <a:gd name="T52" fmla="*/ 1268 w 12980"/>
                <a:gd name="T53" fmla="*/ 4804 h 7035"/>
                <a:gd name="T54" fmla="*/ 1486 w 12980"/>
                <a:gd name="T55" fmla="*/ 5970 h 7035"/>
                <a:gd name="T56" fmla="*/ 11842 w 12980"/>
                <a:gd name="T57" fmla="*/ 3758 h 7035"/>
                <a:gd name="T58" fmla="*/ 11841 w 12980"/>
                <a:gd name="T59" fmla="*/ 2211 h 7035"/>
                <a:gd name="T60" fmla="*/ 12032 w 12980"/>
                <a:gd name="T61" fmla="*/ 3254 h 7035"/>
                <a:gd name="T62" fmla="*/ 11310 w 12980"/>
                <a:gd name="T63" fmla="*/ 1110 h 7035"/>
                <a:gd name="T64" fmla="*/ 11269 w 12980"/>
                <a:gd name="T65" fmla="*/ 1401 h 7035"/>
                <a:gd name="T66" fmla="*/ 11153 w 12980"/>
                <a:gd name="T67" fmla="*/ 1661 h 7035"/>
                <a:gd name="T68" fmla="*/ 10973 w 12980"/>
                <a:gd name="T69" fmla="*/ 1877 h 7035"/>
                <a:gd name="T70" fmla="*/ 10831 w 12980"/>
                <a:gd name="T71" fmla="*/ 2443 h 7035"/>
                <a:gd name="T72" fmla="*/ 11062 w 12980"/>
                <a:gd name="T73" fmla="*/ 2320 h 7035"/>
                <a:gd name="T74" fmla="*/ 11265 w 12980"/>
                <a:gd name="T75" fmla="*/ 2157 h 7035"/>
                <a:gd name="T76" fmla="*/ 11436 w 12980"/>
                <a:gd name="T77" fmla="*/ 1961 h 7035"/>
                <a:gd name="T78" fmla="*/ 11571 w 12980"/>
                <a:gd name="T79" fmla="*/ 1737 h 7035"/>
                <a:gd name="T80" fmla="*/ 11664 w 12980"/>
                <a:gd name="T81" fmla="*/ 1488 h 7035"/>
                <a:gd name="T82" fmla="*/ 11709 w 12980"/>
                <a:gd name="T83" fmla="*/ 1220 h 7035"/>
                <a:gd name="T84" fmla="*/ 12223 w 12980"/>
                <a:gd name="T85" fmla="*/ 724 h 7035"/>
                <a:gd name="T86" fmla="*/ 11713 w 12980"/>
                <a:gd name="T87" fmla="*/ 5084 h 7035"/>
                <a:gd name="T88" fmla="*/ 11704 w 12980"/>
                <a:gd name="T89" fmla="*/ 4693 h 7035"/>
                <a:gd name="T90" fmla="*/ 11648 w 12980"/>
                <a:gd name="T91" fmla="*/ 4429 h 7035"/>
                <a:gd name="T92" fmla="*/ 11548 w 12980"/>
                <a:gd name="T93" fmla="*/ 4186 h 7035"/>
                <a:gd name="T94" fmla="*/ 11406 w 12980"/>
                <a:gd name="T95" fmla="*/ 3967 h 7035"/>
                <a:gd name="T96" fmla="*/ 11227 w 12980"/>
                <a:gd name="T97" fmla="*/ 3776 h 7035"/>
                <a:gd name="T98" fmla="*/ 11018 w 12980"/>
                <a:gd name="T99" fmla="*/ 3623 h 7035"/>
                <a:gd name="T100" fmla="*/ 10811 w 12980"/>
                <a:gd name="T101" fmla="*/ 3523 h 7035"/>
                <a:gd name="T102" fmla="*/ 11014 w 12980"/>
                <a:gd name="T103" fmla="*/ 4132 h 7035"/>
                <a:gd name="T104" fmla="*/ 11181 w 12980"/>
                <a:gd name="T105" fmla="*/ 4357 h 7035"/>
                <a:gd name="T106" fmla="*/ 11284 w 12980"/>
                <a:gd name="T107" fmla="*/ 4624 h 7035"/>
                <a:gd name="T108" fmla="*/ 11310 w 12980"/>
                <a:gd name="T109" fmla="*/ 5104 h 7035"/>
                <a:gd name="T110" fmla="*/ 11887 w 12980"/>
                <a:gd name="T111" fmla="*/ 4911 h 7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0" h="7035">
                  <a:moveTo>
                    <a:pt x="2699" y="6230"/>
                  </a:moveTo>
                  <a:lnTo>
                    <a:pt x="3504" y="6230"/>
                  </a:lnTo>
                  <a:lnTo>
                    <a:pt x="3504" y="7035"/>
                  </a:lnTo>
                  <a:lnTo>
                    <a:pt x="2699" y="7035"/>
                  </a:lnTo>
                  <a:lnTo>
                    <a:pt x="2699" y="6230"/>
                  </a:lnTo>
                  <a:close/>
                  <a:moveTo>
                    <a:pt x="1141" y="2211"/>
                  </a:moveTo>
                  <a:lnTo>
                    <a:pt x="1139" y="2212"/>
                  </a:lnTo>
                  <a:lnTo>
                    <a:pt x="961" y="2034"/>
                  </a:lnTo>
                  <a:lnTo>
                    <a:pt x="0" y="2971"/>
                  </a:lnTo>
                  <a:lnTo>
                    <a:pt x="961" y="3935"/>
                  </a:lnTo>
                  <a:lnTo>
                    <a:pt x="1139" y="3758"/>
                  </a:lnTo>
                  <a:lnTo>
                    <a:pt x="1141" y="3759"/>
                  </a:lnTo>
                  <a:lnTo>
                    <a:pt x="1297" y="3602"/>
                  </a:lnTo>
                  <a:lnTo>
                    <a:pt x="949" y="3254"/>
                  </a:lnTo>
                  <a:lnTo>
                    <a:pt x="2161" y="3254"/>
                  </a:lnTo>
                  <a:lnTo>
                    <a:pt x="2161" y="2716"/>
                  </a:lnTo>
                  <a:lnTo>
                    <a:pt x="937" y="2716"/>
                  </a:lnTo>
                  <a:lnTo>
                    <a:pt x="1297" y="2366"/>
                  </a:lnTo>
                  <a:lnTo>
                    <a:pt x="1141" y="2211"/>
                  </a:lnTo>
                  <a:close/>
                  <a:moveTo>
                    <a:pt x="759" y="724"/>
                  </a:moveTo>
                  <a:lnTo>
                    <a:pt x="1094" y="1059"/>
                  </a:lnTo>
                  <a:lnTo>
                    <a:pt x="1268" y="886"/>
                  </a:lnTo>
                  <a:lnTo>
                    <a:pt x="1268" y="1110"/>
                  </a:lnTo>
                  <a:lnTo>
                    <a:pt x="1268" y="1110"/>
                  </a:lnTo>
                  <a:lnTo>
                    <a:pt x="1268" y="1165"/>
                  </a:lnTo>
                  <a:lnTo>
                    <a:pt x="1273" y="1220"/>
                  </a:lnTo>
                  <a:lnTo>
                    <a:pt x="1277" y="1275"/>
                  </a:lnTo>
                  <a:lnTo>
                    <a:pt x="1284" y="1330"/>
                  </a:lnTo>
                  <a:lnTo>
                    <a:pt x="1294" y="1383"/>
                  </a:lnTo>
                  <a:lnTo>
                    <a:pt x="1305" y="1436"/>
                  </a:lnTo>
                  <a:lnTo>
                    <a:pt x="1318" y="1488"/>
                  </a:lnTo>
                  <a:lnTo>
                    <a:pt x="1334" y="1539"/>
                  </a:lnTo>
                  <a:lnTo>
                    <a:pt x="1350" y="1590"/>
                  </a:lnTo>
                  <a:lnTo>
                    <a:pt x="1368" y="1639"/>
                  </a:lnTo>
                  <a:lnTo>
                    <a:pt x="1389" y="1689"/>
                  </a:lnTo>
                  <a:lnTo>
                    <a:pt x="1410" y="1737"/>
                  </a:lnTo>
                  <a:lnTo>
                    <a:pt x="1434" y="1783"/>
                  </a:lnTo>
                  <a:lnTo>
                    <a:pt x="1460" y="1829"/>
                  </a:lnTo>
                  <a:lnTo>
                    <a:pt x="1486" y="1874"/>
                  </a:lnTo>
                  <a:lnTo>
                    <a:pt x="1515" y="1918"/>
                  </a:lnTo>
                  <a:lnTo>
                    <a:pt x="1545" y="1961"/>
                  </a:lnTo>
                  <a:lnTo>
                    <a:pt x="1576" y="2002"/>
                  </a:lnTo>
                  <a:lnTo>
                    <a:pt x="1609" y="2043"/>
                  </a:lnTo>
                  <a:lnTo>
                    <a:pt x="1644" y="2082"/>
                  </a:lnTo>
                  <a:lnTo>
                    <a:pt x="1679" y="2120"/>
                  </a:lnTo>
                  <a:lnTo>
                    <a:pt x="1717" y="2157"/>
                  </a:lnTo>
                  <a:lnTo>
                    <a:pt x="1754" y="2192"/>
                  </a:lnTo>
                  <a:lnTo>
                    <a:pt x="1794" y="2225"/>
                  </a:lnTo>
                  <a:lnTo>
                    <a:pt x="1834" y="2259"/>
                  </a:lnTo>
                  <a:lnTo>
                    <a:pt x="1876" y="2289"/>
                  </a:lnTo>
                  <a:lnTo>
                    <a:pt x="1920" y="2320"/>
                  </a:lnTo>
                  <a:lnTo>
                    <a:pt x="1963" y="2347"/>
                  </a:lnTo>
                  <a:lnTo>
                    <a:pt x="2008" y="2373"/>
                  </a:lnTo>
                  <a:lnTo>
                    <a:pt x="2055" y="2398"/>
                  </a:lnTo>
                  <a:lnTo>
                    <a:pt x="2103" y="2421"/>
                  </a:lnTo>
                  <a:lnTo>
                    <a:pt x="2151" y="2443"/>
                  </a:lnTo>
                  <a:lnTo>
                    <a:pt x="2171" y="2447"/>
                  </a:lnTo>
                  <a:lnTo>
                    <a:pt x="2171" y="1988"/>
                  </a:lnTo>
                  <a:lnTo>
                    <a:pt x="2050" y="1915"/>
                  </a:lnTo>
                  <a:lnTo>
                    <a:pt x="2050" y="1915"/>
                  </a:lnTo>
                  <a:lnTo>
                    <a:pt x="2008" y="1877"/>
                  </a:lnTo>
                  <a:lnTo>
                    <a:pt x="1968" y="1838"/>
                  </a:lnTo>
                  <a:lnTo>
                    <a:pt x="1930" y="1796"/>
                  </a:lnTo>
                  <a:lnTo>
                    <a:pt x="1894" y="1754"/>
                  </a:lnTo>
                  <a:lnTo>
                    <a:pt x="1860" y="1707"/>
                  </a:lnTo>
                  <a:lnTo>
                    <a:pt x="1828" y="1661"/>
                  </a:lnTo>
                  <a:lnTo>
                    <a:pt x="1799" y="1612"/>
                  </a:lnTo>
                  <a:lnTo>
                    <a:pt x="1775" y="1561"/>
                  </a:lnTo>
                  <a:lnTo>
                    <a:pt x="1750" y="1509"/>
                  </a:lnTo>
                  <a:lnTo>
                    <a:pt x="1730" y="1456"/>
                  </a:lnTo>
                  <a:lnTo>
                    <a:pt x="1712" y="1401"/>
                  </a:lnTo>
                  <a:lnTo>
                    <a:pt x="1698" y="1345"/>
                  </a:lnTo>
                  <a:lnTo>
                    <a:pt x="1686" y="1288"/>
                  </a:lnTo>
                  <a:lnTo>
                    <a:pt x="1677" y="1229"/>
                  </a:lnTo>
                  <a:lnTo>
                    <a:pt x="1673" y="1169"/>
                  </a:lnTo>
                  <a:lnTo>
                    <a:pt x="1672" y="1110"/>
                  </a:lnTo>
                  <a:lnTo>
                    <a:pt x="1672" y="865"/>
                  </a:lnTo>
                  <a:lnTo>
                    <a:pt x="1865" y="1065"/>
                  </a:lnTo>
                  <a:lnTo>
                    <a:pt x="2200" y="731"/>
                  </a:lnTo>
                  <a:lnTo>
                    <a:pt x="1486" y="0"/>
                  </a:lnTo>
                  <a:lnTo>
                    <a:pt x="759" y="724"/>
                  </a:lnTo>
                  <a:close/>
                  <a:moveTo>
                    <a:pt x="1672" y="5104"/>
                  </a:moveTo>
                  <a:lnTo>
                    <a:pt x="1672" y="4860"/>
                  </a:lnTo>
                  <a:lnTo>
                    <a:pt x="1672" y="4860"/>
                  </a:lnTo>
                  <a:lnTo>
                    <a:pt x="1673" y="4799"/>
                  </a:lnTo>
                  <a:lnTo>
                    <a:pt x="1677" y="4740"/>
                  </a:lnTo>
                  <a:lnTo>
                    <a:pt x="1686" y="4682"/>
                  </a:lnTo>
                  <a:lnTo>
                    <a:pt x="1698" y="4624"/>
                  </a:lnTo>
                  <a:lnTo>
                    <a:pt x="1712" y="4569"/>
                  </a:lnTo>
                  <a:lnTo>
                    <a:pt x="1730" y="4514"/>
                  </a:lnTo>
                  <a:lnTo>
                    <a:pt x="1750" y="4460"/>
                  </a:lnTo>
                  <a:lnTo>
                    <a:pt x="1775" y="4408"/>
                  </a:lnTo>
                  <a:lnTo>
                    <a:pt x="1799" y="4357"/>
                  </a:lnTo>
                  <a:lnTo>
                    <a:pt x="1828" y="4309"/>
                  </a:lnTo>
                  <a:lnTo>
                    <a:pt x="1860" y="4261"/>
                  </a:lnTo>
                  <a:lnTo>
                    <a:pt x="1894" y="4216"/>
                  </a:lnTo>
                  <a:lnTo>
                    <a:pt x="1930" y="4173"/>
                  </a:lnTo>
                  <a:lnTo>
                    <a:pt x="1968" y="4132"/>
                  </a:lnTo>
                  <a:lnTo>
                    <a:pt x="2008" y="4093"/>
                  </a:lnTo>
                  <a:lnTo>
                    <a:pt x="2050" y="4055"/>
                  </a:lnTo>
                  <a:lnTo>
                    <a:pt x="2171" y="3982"/>
                  </a:lnTo>
                  <a:lnTo>
                    <a:pt x="2171" y="3523"/>
                  </a:lnTo>
                  <a:lnTo>
                    <a:pt x="2151" y="3527"/>
                  </a:lnTo>
                  <a:lnTo>
                    <a:pt x="2151" y="3527"/>
                  </a:lnTo>
                  <a:lnTo>
                    <a:pt x="2103" y="3547"/>
                  </a:lnTo>
                  <a:lnTo>
                    <a:pt x="2055" y="3570"/>
                  </a:lnTo>
                  <a:lnTo>
                    <a:pt x="2008" y="3595"/>
                  </a:lnTo>
                  <a:lnTo>
                    <a:pt x="1963" y="3623"/>
                  </a:lnTo>
                  <a:lnTo>
                    <a:pt x="1920" y="3650"/>
                  </a:lnTo>
                  <a:lnTo>
                    <a:pt x="1876" y="3679"/>
                  </a:lnTo>
                  <a:lnTo>
                    <a:pt x="1834" y="3711"/>
                  </a:lnTo>
                  <a:lnTo>
                    <a:pt x="1794" y="3743"/>
                  </a:lnTo>
                  <a:lnTo>
                    <a:pt x="1754" y="3776"/>
                  </a:lnTo>
                  <a:lnTo>
                    <a:pt x="1717" y="3813"/>
                  </a:lnTo>
                  <a:lnTo>
                    <a:pt x="1679" y="3849"/>
                  </a:lnTo>
                  <a:lnTo>
                    <a:pt x="1644" y="3887"/>
                  </a:lnTo>
                  <a:lnTo>
                    <a:pt x="1609" y="3926"/>
                  </a:lnTo>
                  <a:lnTo>
                    <a:pt x="1576" y="3967"/>
                  </a:lnTo>
                  <a:lnTo>
                    <a:pt x="1545" y="4009"/>
                  </a:lnTo>
                  <a:lnTo>
                    <a:pt x="1515" y="4051"/>
                  </a:lnTo>
                  <a:lnTo>
                    <a:pt x="1486" y="4094"/>
                  </a:lnTo>
                  <a:lnTo>
                    <a:pt x="1460" y="4139"/>
                  </a:lnTo>
                  <a:lnTo>
                    <a:pt x="1434" y="4186"/>
                  </a:lnTo>
                  <a:lnTo>
                    <a:pt x="1410" y="4233"/>
                  </a:lnTo>
                  <a:lnTo>
                    <a:pt x="1389" y="4281"/>
                  </a:lnTo>
                  <a:lnTo>
                    <a:pt x="1368" y="4329"/>
                  </a:lnTo>
                  <a:lnTo>
                    <a:pt x="1350" y="4379"/>
                  </a:lnTo>
                  <a:lnTo>
                    <a:pt x="1334" y="4429"/>
                  </a:lnTo>
                  <a:lnTo>
                    <a:pt x="1318" y="4482"/>
                  </a:lnTo>
                  <a:lnTo>
                    <a:pt x="1305" y="4534"/>
                  </a:lnTo>
                  <a:lnTo>
                    <a:pt x="1294" y="4586"/>
                  </a:lnTo>
                  <a:lnTo>
                    <a:pt x="1284" y="4640"/>
                  </a:lnTo>
                  <a:lnTo>
                    <a:pt x="1277" y="4693"/>
                  </a:lnTo>
                  <a:lnTo>
                    <a:pt x="1273" y="4749"/>
                  </a:lnTo>
                  <a:lnTo>
                    <a:pt x="1268" y="4804"/>
                  </a:lnTo>
                  <a:lnTo>
                    <a:pt x="1268" y="4860"/>
                  </a:lnTo>
                  <a:lnTo>
                    <a:pt x="1268" y="5084"/>
                  </a:lnTo>
                  <a:lnTo>
                    <a:pt x="1094" y="4911"/>
                  </a:lnTo>
                  <a:lnTo>
                    <a:pt x="759" y="5246"/>
                  </a:lnTo>
                  <a:lnTo>
                    <a:pt x="1486" y="5970"/>
                  </a:lnTo>
                  <a:lnTo>
                    <a:pt x="2200" y="5239"/>
                  </a:lnTo>
                  <a:lnTo>
                    <a:pt x="1865" y="4905"/>
                  </a:lnTo>
                  <a:lnTo>
                    <a:pt x="1672" y="5104"/>
                  </a:lnTo>
                  <a:close/>
                  <a:moveTo>
                    <a:pt x="11841" y="3759"/>
                  </a:moveTo>
                  <a:lnTo>
                    <a:pt x="11842" y="3758"/>
                  </a:lnTo>
                  <a:lnTo>
                    <a:pt x="12021" y="3935"/>
                  </a:lnTo>
                  <a:lnTo>
                    <a:pt x="12980" y="2971"/>
                  </a:lnTo>
                  <a:lnTo>
                    <a:pt x="12021" y="2034"/>
                  </a:lnTo>
                  <a:lnTo>
                    <a:pt x="11842" y="2212"/>
                  </a:lnTo>
                  <a:lnTo>
                    <a:pt x="11841" y="2211"/>
                  </a:lnTo>
                  <a:lnTo>
                    <a:pt x="11684" y="2366"/>
                  </a:lnTo>
                  <a:lnTo>
                    <a:pt x="12044" y="2716"/>
                  </a:lnTo>
                  <a:lnTo>
                    <a:pt x="10821" y="2716"/>
                  </a:lnTo>
                  <a:lnTo>
                    <a:pt x="10821" y="3254"/>
                  </a:lnTo>
                  <a:lnTo>
                    <a:pt x="12032" y="3254"/>
                  </a:lnTo>
                  <a:lnTo>
                    <a:pt x="11684" y="3602"/>
                  </a:lnTo>
                  <a:lnTo>
                    <a:pt x="11841" y="3759"/>
                  </a:lnTo>
                  <a:close/>
                  <a:moveTo>
                    <a:pt x="11310" y="865"/>
                  </a:moveTo>
                  <a:lnTo>
                    <a:pt x="11310" y="1110"/>
                  </a:lnTo>
                  <a:lnTo>
                    <a:pt x="11310" y="1110"/>
                  </a:lnTo>
                  <a:lnTo>
                    <a:pt x="11308" y="1169"/>
                  </a:lnTo>
                  <a:lnTo>
                    <a:pt x="11304" y="1229"/>
                  </a:lnTo>
                  <a:lnTo>
                    <a:pt x="11295" y="1288"/>
                  </a:lnTo>
                  <a:lnTo>
                    <a:pt x="11284" y="1345"/>
                  </a:lnTo>
                  <a:lnTo>
                    <a:pt x="11269" y="1401"/>
                  </a:lnTo>
                  <a:lnTo>
                    <a:pt x="11252" y="1456"/>
                  </a:lnTo>
                  <a:lnTo>
                    <a:pt x="11230" y="1509"/>
                  </a:lnTo>
                  <a:lnTo>
                    <a:pt x="11207" y="1561"/>
                  </a:lnTo>
                  <a:lnTo>
                    <a:pt x="11181" y="1612"/>
                  </a:lnTo>
                  <a:lnTo>
                    <a:pt x="11153" y="1661"/>
                  </a:lnTo>
                  <a:lnTo>
                    <a:pt x="11121" y="1707"/>
                  </a:lnTo>
                  <a:lnTo>
                    <a:pt x="11088" y="1754"/>
                  </a:lnTo>
                  <a:lnTo>
                    <a:pt x="11052" y="1796"/>
                  </a:lnTo>
                  <a:lnTo>
                    <a:pt x="11014" y="1838"/>
                  </a:lnTo>
                  <a:lnTo>
                    <a:pt x="10973" y="1877"/>
                  </a:lnTo>
                  <a:lnTo>
                    <a:pt x="10931" y="1915"/>
                  </a:lnTo>
                  <a:lnTo>
                    <a:pt x="10811" y="1988"/>
                  </a:lnTo>
                  <a:lnTo>
                    <a:pt x="10811" y="2447"/>
                  </a:lnTo>
                  <a:lnTo>
                    <a:pt x="10831" y="2443"/>
                  </a:lnTo>
                  <a:lnTo>
                    <a:pt x="10831" y="2443"/>
                  </a:lnTo>
                  <a:lnTo>
                    <a:pt x="10879" y="2421"/>
                  </a:lnTo>
                  <a:lnTo>
                    <a:pt x="10927" y="2398"/>
                  </a:lnTo>
                  <a:lnTo>
                    <a:pt x="10972" y="2373"/>
                  </a:lnTo>
                  <a:lnTo>
                    <a:pt x="11018" y="2347"/>
                  </a:lnTo>
                  <a:lnTo>
                    <a:pt x="11062" y="2320"/>
                  </a:lnTo>
                  <a:lnTo>
                    <a:pt x="11105" y="2289"/>
                  </a:lnTo>
                  <a:lnTo>
                    <a:pt x="11147" y="2259"/>
                  </a:lnTo>
                  <a:lnTo>
                    <a:pt x="11188" y="2225"/>
                  </a:lnTo>
                  <a:lnTo>
                    <a:pt x="11227" y="2192"/>
                  </a:lnTo>
                  <a:lnTo>
                    <a:pt x="11265" y="2157"/>
                  </a:lnTo>
                  <a:lnTo>
                    <a:pt x="11303" y="2120"/>
                  </a:lnTo>
                  <a:lnTo>
                    <a:pt x="11337" y="2082"/>
                  </a:lnTo>
                  <a:lnTo>
                    <a:pt x="11372" y="2043"/>
                  </a:lnTo>
                  <a:lnTo>
                    <a:pt x="11406" y="2002"/>
                  </a:lnTo>
                  <a:lnTo>
                    <a:pt x="11436" y="1961"/>
                  </a:lnTo>
                  <a:lnTo>
                    <a:pt x="11467" y="1918"/>
                  </a:lnTo>
                  <a:lnTo>
                    <a:pt x="11496" y="1874"/>
                  </a:lnTo>
                  <a:lnTo>
                    <a:pt x="11522" y="1829"/>
                  </a:lnTo>
                  <a:lnTo>
                    <a:pt x="11548" y="1783"/>
                  </a:lnTo>
                  <a:lnTo>
                    <a:pt x="11571" y="1737"/>
                  </a:lnTo>
                  <a:lnTo>
                    <a:pt x="11593" y="1689"/>
                  </a:lnTo>
                  <a:lnTo>
                    <a:pt x="11613" y="1639"/>
                  </a:lnTo>
                  <a:lnTo>
                    <a:pt x="11632" y="1590"/>
                  </a:lnTo>
                  <a:lnTo>
                    <a:pt x="11648" y="1539"/>
                  </a:lnTo>
                  <a:lnTo>
                    <a:pt x="11664" y="1488"/>
                  </a:lnTo>
                  <a:lnTo>
                    <a:pt x="11677" y="1436"/>
                  </a:lnTo>
                  <a:lnTo>
                    <a:pt x="11687" y="1383"/>
                  </a:lnTo>
                  <a:lnTo>
                    <a:pt x="11697" y="1330"/>
                  </a:lnTo>
                  <a:lnTo>
                    <a:pt x="11704" y="1275"/>
                  </a:lnTo>
                  <a:lnTo>
                    <a:pt x="11709" y="1220"/>
                  </a:lnTo>
                  <a:lnTo>
                    <a:pt x="11712" y="1165"/>
                  </a:lnTo>
                  <a:lnTo>
                    <a:pt x="11713" y="1110"/>
                  </a:lnTo>
                  <a:lnTo>
                    <a:pt x="11713" y="886"/>
                  </a:lnTo>
                  <a:lnTo>
                    <a:pt x="11887" y="1059"/>
                  </a:lnTo>
                  <a:lnTo>
                    <a:pt x="12223" y="724"/>
                  </a:lnTo>
                  <a:lnTo>
                    <a:pt x="11496" y="0"/>
                  </a:lnTo>
                  <a:lnTo>
                    <a:pt x="10782" y="731"/>
                  </a:lnTo>
                  <a:lnTo>
                    <a:pt x="11117" y="1065"/>
                  </a:lnTo>
                  <a:lnTo>
                    <a:pt x="11310" y="865"/>
                  </a:lnTo>
                  <a:close/>
                  <a:moveTo>
                    <a:pt x="11713" y="5084"/>
                  </a:moveTo>
                  <a:lnTo>
                    <a:pt x="11713" y="4860"/>
                  </a:lnTo>
                  <a:lnTo>
                    <a:pt x="11713" y="4860"/>
                  </a:lnTo>
                  <a:lnTo>
                    <a:pt x="11712" y="4804"/>
                  </a:lnTo>
                  <a:lnTo>
                    <a:pt x="11709" y="4749"/>
                  </a:lnTo>
                  <a:lnTo>
                    <a:pt x="11704" y="4693"/>
                  </a:lnTo>
                  <a:lnTo>
                    <a:pt x="11697" y="4640"/>
                  </a:lnTo>
                  <a:lnTo>
                    <a:pt x="11687" y="4586"/>
                  </a:lnTo>
                  <a:lnTo>
                    <a:pt x="11677" y="4534"/>
                  </a:lnTo>
                  <a:lnTo>
                    <a:pt x="11664" y="4482"/>
                  </a:lnTo>
                  <a:lnTo>
                    <a:pt x="11648" y="4429"/>
                  </a:lnTo>
                  <a:lnTo>
                    <a:pt x="11632" y="4379"/>
                  </a:lnTo>
                  <a:lnTo>
                    <a:pt x="11613" y="4329"/>
                  </a:lnTo>
                  <a:lnTo>
                    <a:pt x="11593" y="4281"/>
                  </a:lnTo>
                  <a:lnTo>
                    <a:pt x="11571" y="4233"/>
                  </a:lnTo>
                  <a:lnTo>
                    <a:pt x="11548" y="4186"/>
                  </a:lnTo>
                  <a:lnTo>
                    <a:pt x="11522" y="4139"/>
                  </a:lnTo>
                  <a:lnTo>
                    <a:pt x="11496" y="4094"/>
                  </a:lnTo>
                  <a:lnTo>
                    <a:pt x="11467" y="4051"/>
                  </a:lnTo>
                  <a:lnTo>
                    <a:pt x="11436" y="4009"/>
                  </a:lnTo>
                  <a:lnTo>
                    <a:pt x="11406" y="3967"/>
                  </a:lnTo>
                  <a:lnTo>
                    <a:pt x="11372" y="3926"/>
                  </a:lnTo>
                  <a:lnTo>
                    <a:pt x="11337" y="3887"/>
                  </a:lnTo>
                  <a:lnTo>
                    <a:pt x="11303" y="3849"/>
                  </a:lnTo>
                  <a:lnTo>
                    <a:pt x="11265" y="3813"/>
                  </a:lnTo>
                  <a:lnTo>
                    <a:pt x="11227" y="3776"/>
                  </a:lnTo>
                  <a:lnTo>
                    <a:pt x="11188" y="3743"/>
                  </a:lnTo>
                  <a:lnTo>
                    <a:pt x="11147" y="3711"/>
                  </a:lnTo>
                  <a:lnTo>
                    <a:pt x="11105" y="3679"/>
                  </a:lnTo>
                  <a:lnTo>
                    <a:pt x="11062" y="3650"/>
                  </a:lnTo>
                  <a:lnTo>
                    <a:pt x="11018" y="3623"/>
                  </a:lnTo>
                  <a:lnTo>
                    <a:pt x="10972" y="3595"/>
                  </a:lnTo>
                  <a:lnTo>
                    <a:pt x="10927" y="3570"/>
                  </a:lnTo>
                  <a:lnTo>
                    <a:pt x="10879" y="3547"/>
                  </a:lnTo>
                  <a:lnTo>
                    <a:pt x="10831" y="3527"/>
                  </a:lnTo>
                  <a:lnTo>
                    <a:pt x="10811" y="3523"/>
                  </a:lnTo>
                  <a:lnTo>
                    <a:pt x="10811" y="3982"/>
                  </a:lnTo>
                  <a:lnTo>
                    <a:pt x="10931" y="4055"/>
                  </a:lnTo>
                  <a:lnTo>
                    <a:pt x="10931" y="4055"/>
                  </a:lnTo>
                  <a:lnTo>
                    <a:pt x="10973" y="4093"/>
                  </a:lnTo>
                  <a:lnTo>
                    <a:pt x="11014" y="4132"/>
                  </a:lnTo>
                  <a:lnTo>
                    <a:pt x="11052" y="4173"/>
                  </a:lnTo>
                  <a:lnTo>
                    <a:pt x="11088" y="4216"/>
                  </a:lnTo>
                  <a:lnTo>
                    <a:pt x="11121" y="4261"/>
                  </a:lnTo>
                  <a:lnTo>
                    <a:pt x="11153" y="4309"/>
                  </a:lnTo>
                  <a:lnTo>
                    <a:pt x="11181" y="4357"/>
                  </a:lnTo>
                  <a:lnTo>
                    <a:pt x="11207" y="4408"/>
                  </a:lnTo>
                  <a:lnTo>
                    <a:pt x="11230" y="4460"/>
                  </a:lnTo>
                  <a:lnTo>
                    <a:pt x="11252" y="4514"/>
                  </a:lnTo>
                  <a:lnTo>
                    <a:pt x="11269" y="4569"/>
                  </a:lnTo>
                  <a:lnTo>
                    <a:pt x="11284" y="4624"/>
                  </a:lnTo>
                  <a:lnTo>
                    <a:pt x="11295" y="4682"/>
                  </a:lnTo>
                  <a:lnTo>
                    <a:pt x="11304" y="4740"/>
                  </a:lnTo>
                  <a:lnTo>
                    <a:pt x="11308" y="4799"/>
                  </a:lnTo>
                  <a:lnTo>
                    <a:pt x="11310" y="4860"/>
                  </a:lnTo>
                  <a:lnTo>
                    <a:pt x="11310" y="5104"/>
                  </a:lnTo>
                  <a:lnTo>
                    <a:pt x="11117" y="4905"/>
                  </a:lnTo>
                  <a:lnTo>
                    <a:pt x="10782" y="5239"/>
                  </a:lnTo>
                  <a:lnTo>
                    <a:pt x="11496" y="5970"/>
                  </a:lnTo>
                  <a:lnTo>
                    <a:pt x="12223" y="5246"/>
                  </a:lnTo>
                  <a:lnTo>
                    <a:pt x="11887" y="4911"/>
                  </a:lnTo>
                  <a:lnTo>
                    <a:pt x="11713" y="50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1" name="Group 2820">
            <a:extLst>
              <a:ext uri="{FF2B5EF4-FFF2-40B4-BE49-F238E27FC236}">
                <a16:creationId xmlns:a16="http://schemas.microsoft.com/office/drawing/2014/main" id="{6364E322-F646-2B53-5520-136DA9CDF9CE}"/>
              </a:ext>
              <a:ext uri="{C183D7F6-B498-43B3-948B-1728B52AA6E4}">
                <adec:decorative xmlns:adec="http://schemas.microsoft.com/office/drawing/2017/decorative" val="1"/>
              </a:ext>
            </a:extLst>
          </p:cNvPr>
          <p:cNvGrpSpPr>
            <a:grpSpLocks noChangeAspect="1"/>
          </p:cNvGrpSpPr>
          <p:nvPr/>
        </p:nvGrpSpPr>
        <p:grpSpPr>
          <a:xfrm>
            <a:off x="7830820" y="810791"/>
            <a:ext cx="443018" cy="457200"/>
            <a:chOff x="7830820" y="810791"/>
            <a:chExt cx="443018" cy="457200"/>
          </a:xfrm>
          <a:solidFill>
            <a:schemeClr val="accent2"/>
          </a:solidFill>
        </p:grpSpPr>
        <p:sp>
          <p:nvSpPr>
            <p:cNvPr id="393" name="Freeform 41">
              <a:extLst>
                <a:ext uri="{FF2B5EF4-FFF2-40B4-BE49-F238E27FC236}">
                  <a16:creationId xmlns:a16="http://schemas.microsoft.com/office/drawing/2014/main" id="{B9F89450-FD0F-3F58-BF10-F0EDFC8177ED}"/>
                </a:ext>
                <a:ext uri="{C183D7F6-B498-43B3-948B-1728B52AA6E4}">
                  <adec:decorative xmlns:adec="http://schemas.microsoft.com/office/drawing/2017/decorative" val="1"/>
                </a:ext>
              </a:extLst>
            </p:cNvPr>
            <p:cNvSpPr>
              <a:spLocks noEditPoints="1"/>
            </p:cNvSpPr>
            <p:nvPr/>
          </p:nvSpPr>
          <p:spPr bwMode="auto">
            <a:xfrm>
              <a:off x="7835900" y="810791"/>
              <a:ext cx="437938" cy="457200"/>
            </a:xfrm>
            <a:custGeom>
              <a:avLst/>
              <a:gdLst>
                <a:gd name="T0" fmla="*/ 7479 w 8276"/>
                <a:gd name="T1" fmla="*/ 1421 h 8640"/>
                <a:gd name="T2" fmla="*/ 1181 w 8276"/>
                <a:gd name="T3" fmla="*/ 1017 h 8640"/>
                <a:gd name="T4" fmla="*/ 215 w 8276"/>
                <a:gd name="T5" fmla="*/ 2921 h 8640"/>
                <a:gd name="T6" fmla="*/ 386 w 8276"/>
                <a:gd name="T7" fmla="*/ 2880 h 8640"/>
                <a:gd name="T8" fmla="*/ 518 w 8276"/>
                <a:gd name="T9" fmla="*/ 2774 h 8640"/>
                <a:gd name="T10" fmla="*/ 596 w 8276"/>
                <a:gd name="T11" fmla="*/ 2619 h 8640"/>
                <a:gd name="T12" fmla="*/ 605 w 8276"/>
                <a:gd name="T13" fmla="*/ 2459 h 8640"/>
                <a:gd name="T14" fmla="*/ 542 w 8276"/>
                <a:gd name="T15" fmla="*/ 2295 h 8640"/>
                <a:gd name="T16" fmla="*/ 419 w 8276"/>
                <a:gd name="T17" fmla="*/ 2177 h 8640"/>
                <a:gd name="T18" fmla="*/ 255 w 8276"/>
                <a:gd name="T19" fmla="*/ 2121 h 8640"/>
                <a:gd name="T20" fmla="*/ 1154 w 8276"/>
                <a:gd name="T21" fmla="*/ 321 h 8640"/>
                <a:gd name="T22" fmla="*/ 2368 w 8276"/>
                <a:gd name="T23" fmla="*/ 315 h 8640"/>
                <a:gd name="T24" fmla="*/ 2975 w 8276"/>
                <a:gd name="T25" fmla="*/ 635 h 8640"/>
                <a:gd name="T26" fmla="*/ 3061 w 8276"/>
                <a:gd name="T27" fmla="*/ 785 h 8640"/>
                <a:gd name="T28" fmla="*/ 3199 w 8276"/>
                <a:gd name="T29" fmla="*/ 885 h 8640"/>
                <a:gd name="T30" fmla="*/ 3352 w 8276"/>
                <a:gd name="T31" fmla="*/ 917 h 8640"/>
                <a:gd name="T32" fmla="*/ 3521 w 8276"/>
                <a:gd name="T33" fmla="*/ 878 h 8640"/>
                <a:gd name="T34" fmla="*/ 3655 w 8276"/>
                <a:gd name="T35" fmla="*/ 771 h 8640"/>
                <a:gd name="T36" fmla="*/ 3731 w 8276"/>
                <a:gd name="T37" fmla="*/ 615 h 8640"/>
                <a:gd name="T38" fmla="*/ 4728 w 8276"/>
                <a:gd name="T39" fmla="*/ 0 h 8640"/>
                <a:gd name="T40" fmla="*/ 6300 w 8276"/>
                <a:gd name="T41" fmla="*/ 315 h 8640"/>
                <a:gd name="T42" fmla="*/ 8271 w 8276"/>
                <a:gd name="T43" fmla="*/ 315 h 8640"/>
                <a:gd name="T44" fmla="*/ 7959 w 8276"/>
                <a:gd name="T45" fmla="*/ 2138 h 8640"/>
                <a:gd name="T46" fmla="*/ 7814 w 8276"/>
                <a:gd name="T47" fmla="*/ 2223 h 8640"/>
                <a:gd name="T48" fmla="*/ 7716 w 8276"/>
                <a:gd name="T49" fmla="*/ 2364 h 8640"/>
                <a:gd name="T50" fmla="*/ 7686 w 8276"/>
                <a:gd name="T51" fmla="*/ 2520 h 8640"/>
                <a:gd name="T52" fmla="*/ 7725 w 8276"/>
                <a:gd name="T53" fmla="*/ 2693 h 8640"/>
                <a:gd name="T54" fmla="*/ 7830 w 8276"/>
                <a:gd name="T55" fmla="*/ 2829 h 8640"/>
                <a:gd name="T56" fmla="*/ 7982 w 8276"/>
                <a:gd name="T57" fmla="*/ 2907 h 8640"/>
                <a:gd name="T58" fmla="*/ 7847 w 8276"/>
                <a:gd name="T59" fmla="*/ 3287 h 8640"/>
                <a:gd name="T60" fmla="*/ 7592 w 8276"/>
                <a:gd name="T61" fmla="*/ 3152 h 8640"/>
                <a:gd name="T62" fmla="*/ 7404 w 8276"/>
                <a:gd name="T63" fmla="*/ 2936 h 8640"/>
                <a:gd name="T64" fmla="*/ 7305 w 8276"/>
                <a:gd name="T65" fmla="*/ 2660 h 8640"/>
                <a:gd name="T66" fmla="*/ 7305 w 8276"/>
                <a:gd name="T67" fmla="*/ 2388 h 8640"/>
                <a:gd name="T68" fmla="*/ 7407 w 8276"/>
                <a:gd name="T69" fmla="*/ 2112 h 8640"/>
                <a:gd name="T70" fmla="*/ 7596 w 8276"/>
                <a:gd name="T71" fmla="*/ 1893 h 8640"/>
                <a:gd name="T72" fmla="*/ 7851 w 8276"/>
                <a:gd name="T73" fmla="*/ 1757 h 8640"/>
                <a:gd name="T74" fmla="*/ 4082 w 8276"/>
                <a:gd name="T75" fmla="*/ 816 h 8640"/>
                <a:gd name="T76" fmla="*/ 3929 w 8276"/>
                <a:gd name="T77" fmla="*/ 1064 h 8640"/>
                <a:gd name="T78" fmla="*/ 3700 w 8276"/>
                <a:gd name="T79" fmla="*/ 1239 h 8640"/>
                <a:gd name="T80" fmla="*/ 3419 w 8276"/>
                <a:gd name="T81" fmla="*/ 1320 h 8640"/>
                <a:gd name="T82" fmla="*/ 3154 w 8276"/>
                <a:gd name="T83" fmla="*/ 1296 h 8640"/>
                <a:gd name="T84" fmla="*/ 2893 w 8276"/>
                <a:gd name="T85" fmla="*/ 1172 h 8640"/>
                <a:gd name="T86" fmla="*/ 2695 w 8276"/>
                <a:gd name="T87" fmla="*/ 962 h 8640"/>
                <a:gd name="T88" fmla="*/ 407 w 8276"/>
                <a:gd name="T89" fmla="*/ 722 h 8640"/>
                <a:gd name="T90" fmla="*/ 615 w 8276"/>
                <a:gd name="T91" fmla="*/ 1833 h 8640"/>
                <a:gd name="T92" fmla="*/ 830 w 8276"/>
                <a:gd name="T93" fmla="*/ 2027 h 8640"/>
                <a:gd name="T94" fmla="*/ 963 w 8276"/>
                <a:gd name="T95" fmla="*/ 2286 h 8640"/>
                <a:gd name="T96" fmla="*/ 996 w 8276"/>
                <a:gd name="T97" fmla="*/ 2555 h 8640"/>
                <a:gd name="T98" fmla="*/ 929 w 8276"/>
                <a:gd name="T99" fmla="*/ 2846 h 8640"/>
                <a:gd name="T100" fmla="*/ 765 w 8276"/>
                <a:gd name="T101" fmla="*/ 3086 h 8640"/>
                <a:gd name="T102" fmla="*/ 530 w 8276"/>
                <a:gd name="T103" fmla="*/ 3252 h 8640"/>
                <a:gd name="T104" fmla="*/ 393 w 8276"/>
                <a:gd name="T105" fmla="*/ 5304 h 8640"/>
                <a:gd name="T106" fmla="*/ 152 w 8276"/>
                <a:gd name="T107" fmla="*/ 5387 h 8640"/>
                <a:gd name="T108" fmla="*/ 5 w 8276"/>
                <a:gd name="T109" fmla="*/ 5631 h 8640"/>
                <a:gd name="T110" fmla="*/ 393 w 8276"/>
                <a:gd name="T111" fmla="*/ 6029 h 8640"/>
                <a:gd name="T112" fmla="*/ 1071 w 8276"/>
                <a:gd name="T113" fmla="*/ 8247 h 8640"/>
                <a:gd name="T114" fmla="*/ 7082 w 8276"/>
                <a:gd name="T115" fmla="*/ 8247 h 8640"/>
                <a:gd name="T116" fmla="*/ 8009 w 8276"/>
                <a:gd name="T117" fmla="*/ 8223 h 8640"/>
                <a:gd name="T118" fmla="*/ 8177 w 8276"/>
                <a:gd name="T119" fmla="*/ 8103 h 8640"/>
                <a:gd name="T120" fmla="*/ 8255 w 8276"/>
                <a:gd name="T121" fmla="*/ 7952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76" h="8640">
                  <a:moveTo>
                    <a:pt x="7086" y="3543"/>
                  </a:moveTo>
                  <a:lnTo>
                    <a:pt x="7479" y="3543"/>
                  </a:lnTo>
                  <a:lnTo>
                    <a:pt x="7479" y="3936"/>
                  </a:lnTo>
                  <a:lnTo>
                    <a:pt x="7086" y="3936"/>
                  </a:lnTo>
                  <a:lnTo>
                    <a:pt x="7086" y="3543"/>
                  </a:lnTo>
                  <a:close/>
                  <a:moveTo>
                    <a:pt x="7479" y="1017"/>
                  </a:moveTo>
                  <a:lnTo>
                    <a:pt x="7086" y="1017"/>
                  </a:lnTo>
                  <a:lnTo>
                    <a:pt x="7086" y="1421"/>
                  </a:lnTo>
                  <a:lnTo>
                    <a:pt x="7479" y="1421"/>
                  </a:lnTo>
                  <a:lnTo>
                    <a:pt x="7479" y="1017"/>
                  </a:lnTo>
                  <a:close/>
                  <a:moveTo>
                    <a:pt x="797" y="3984"/>
                  </a:moveTo>
                  <a:lnTo>
                    <a:pt x="1181" y="3984"/>
                  </a:lnTo>
                  <a:lnTo>
                    <a:pt x="1181" y="3581"/>
                  </a:lnTo>
                  <a:lnTo>
                    <a:pt x="797" y="3581"/>
                  </a:lnTo>
                  <a:lnTo>
                    <a:pt x="797" y="3984"/>
                  </a:lnTo>
                  <a:close/>
                  <a:moveTo>
                    <a:pt x="797" y="1421"/>
                  </a:moveTo>
                  <a:lnTo>
                    <a:pt x="1181" y="1421"/>
                  </a:lnTo>
                  <a:lnTo>
                    <a:pt x="1181" y="1017"/>
                  </a:lnTo>
                  <a:lnTo>
                    <a:pt x="797" y="1017"/>
                  </a:lnTo>
                  <a:lnTo>
                    <a:pt x="797" y="1421"/>
                  </a:lnTo>
                  <a:close/>
                  <a:moveTo>
                    <a:pt x="8276" y="2921"/>
                  </a:moveTo>
                  <a:lnTo>
                    <a:pt x="8276" y="4724"/>
                  </a:lnTo>
                  <a:lnTo>
                    <a:pt x="7967" y="4724"/>
                  </a:lnTo>
                  <a:lnTo>
                    <a:pt x="18" y="4718"/>
                  </a:lnTo>
                  <a:lnTo>
                    <a:pt x="18" y="2921"/>
                  </a:lnTo>
                  <a:lnTo>
                    <a:pt x="215" y="2921"/>
                  </a:lnTo>
                  <a:lnTo>
                    <a:pt x="215" y="2921"/>
                  </a:lnTo>
                  <a:lnTo>
                    <a:pt x="236" y="2919"/>
                  </a:lnTo>
                  <a:lnTo>
                    <a:pt x="255" y="2918"/>
                  </a:lnTo>
                  <a:lnTo>
                    <a:pt x="275" y="2916"/>
                  </a:lnTo>
                  <a:lnTo>
                    <a:pt x="294" y="2912"/>
                  </a:lnTo>
                  <a:lnTo>
                    <a:pt x="314" y="2907"/>
                  </a:lnTo>
                  <a:lnTo>
                    <a:pt x="332" y="2903"/>
                  </a:lnTo>
                  <a:lnTo>
                    <a:pt x="350" y="2895"/>
                  </a:lnTo>
                  <a:lnTo>
                    <a:pt x="368" y="2889"/>
                  </a:lnTo>
                  <a:lnTo>
                    <a:pt x="386" y="2880"/>
                  </a:lnTo>
                  <a:lnTo>
                    <a:pt x="402" y="2871"/>
                  </a:lnTo>
                  <a:lnTo>
                    <a:pt x="419" y="2862"/>
                  </a:lnTo>
                  <a:lnTo>
                    <a:pt x="435" y="2852"/>
                  </a:lnTo>
                  <a:lnTo>
                    <a:pt x="450" y="2840"/>
                  </a:lnTo>
                  <a:lnTo>
                    <a:pt x="465" y="2829"/>
                  </a:lnTo>
                  <a:lnTo>
                    <a:pt x="479" y="2816"/>
                  </a:lnTo>
                  <a:lnTo>
                    <a:pt x="494" y="2802"/>
                  </a:lnTo>
                  <a:lnTo>
                    <a:pt x="506" y="2789"/>
                  </a:lnTo>
                  <a:lnTo>
                    <a:pt x="518" y="2774"/>
                  </a:lnTo>
                  <a:lnTo>
                    <a:pt x="530" y="2759"/>
                  </a:lnTo>
                  <a:lnTo>
                    <a:pt x="542" y="2744"/>
                  </a:lnTo>
                  <a:lnTo>
                    <a:pt x="551" y="2727"/>
                  </a:lnTo>
                  <a:lnTo>
                    <a:pt x="561" y="2711"/>
                  </a:lnTo>
                  <a:lnTo>
                    <a:pt x="570" y="2693"/>
                  </a:lnTo>
                  <a:lnTo>
                    <a:pt x="578" y="2675"/>
                  </a:lnTo>
                  <a:lnTo>
                    <a:pt x="585" y="2657"/>
                  </a:lnTo>
                  <a:lnTo>
                    <a:pt x="591" y="2639"/>
                  </a:lnTo>
                  <a:lnTo>
                    <a:pt x="596" y="2619"/>
                  </a:lnTo>
                  <a:lnTo>
                    <a:pt x="600" y="2600"/>
                  </a:lnTo>
                  <a:lnTo>
                    <a:pt x="605" y="2580"/>
                  </a:lnTo>
                  <a:lnTo>
                    <a:pt x="606" y="2561"/>
                  </a:lnTo>
                  <a:lnTo>
                    <a:pt x="608" y="2540"/>
                  </a:lnTo>
                  <a:lnTo>
                    <a:pt x="609" y="2520"/>
                  </a:lnTo>
                  <a:lnTo>
                    <a:pt x="609" y="2520"/>
                  </a:lnTo>
                  <a:lnTo>
                    <a:pt x="608" y="2499"/>
                  </a:lnTo>
                  <a:lnTo>
                    <a:pt x="606" y="2478"/>
                  </a:lnTo>
                  <a:lnTo>
                    <a:pt x="605" y="2459"/>
                  </a:lnTo>
                  <a:lnTo>
                    <a:pt x="600" y="2439"/>
                  </a:lnTo>
                  <a:lnTo>
                    <a:pt x="596" y="2420"/>
                  </a:lnTo>
                  <a:lnTo>
                    <a:pt x="591" y="2400"/>
                  </a:lnTo>
                  <a:lnTo>
                    <a:pt x="585" y="2382"/>
                  </a:lnTo>
                  <a:lnTo>
                    <a:pt x="578" y="2364"/>
                  </a:lnTo>
                  <a:lnTo>
                    <a:pt x="570" y="2346"/>
                  </a:lnTo>
                  <a:lnTo>
                    <a:pt x="561" y="2330"/>
                  </a:lnTo>
                  <a:lnTo>
                    <a:pt x="551" y="2312"/>
                  </a:lnTo>
                  <a:lnTo>
                    <a:pt x="542" y="2295"/>
                  </a:lnTo>
                  <a:lnTo>
                    <a:pt x="530" y="2280"/>
                  </a:lnTo>
                  <a:lnTo>
                    <a:pt x="518" y="2265"/>
                  </a:lnTo>
                  <a:lnTo>
                    <a:pt x="506" y="2250"/>
                  </a:lnTo>
                  <a:lnTo>
                    <a:pt x="494" y="2237"/>
                  </a:lnTo>
                  <a:lnTo>
                    <a:pt x="479" y="2223"/>
                  </a:lnTo>
                  <a:lnTo>
                    <a:pt x="465" y="2211"/>
                  </a:lnTo>
                  <a:lnTo>
                    <a:pt x="450" y="2199"/>
                  </a:lnTo>
                  <a:lnTo>
                    <a:pt x="435" y="2187"/>
                  </a:lnTo>
                  <a:lnTo>
                    <a:pt x="419" y="2177"/>
                  </a:lnTo>
                  <a:lnTo>
                    <a:pt x="402" y="2168"/>
                  </a:lnTo>
                  <a:lnTo>
                    <a:pt x="386" y="2159"/>
                  </a:lnTo>
                  <a:lnTo>
                    <a:pt x="368" y="2151"/>
                  </a:lnTo>
                  <a:lnTo>
                    <a:pt x="350" y="2144"/>
                  </a:lnTo>
                  <a:lnTo>
                    <a:pt x="332" y="2138"/>
                  </a:lnTo>
                  <a:lnTo>
                    <a:pt x="314" y="2132"/>
                  </a:lnTo>
                  <a:lnTo>
                    <a:pt x="294" y="2127"/>
                  </a:lnTo>
                  <a:lnTo>
                    <a:pt x="275" y="2124"/>
                  </a:lnTo>
                  <a:lnTo>
                    <a:pt x="255" y="2121"/>
                  </a:lnTo>
                  <a:lnTo>
                    <a:pt x="236" y="2120"/>
                  </a:lnTo>
                  <a:lnTo>
                    <a:pt x="215" y="2118"/>
                  </a:lnTo>
                  <a:lnTo>
                    <a:pt x="18" y="2118"/>
                  </a:lnTo>
                  <a:lnTo>
                    <a:pt x="18" y="321"/>
                  </a:lnTo>
                  <a:lnTo>
                    <a:pt x="407" y="321"/>
                  </a:lnTo>
                  <a:lnTo>
                    <a:pt x="407" y="5"/>
                  </a:lnTo>
                  <a:lnTo>
                    <a:pt x="800" y="5"/>
                  </a:lnTo>
                  <a:lnTo>
                    <a:pt x="800" y="321"/>
                  </a:lnTo>
                  <a:lnTo>
                    <a:pt x="1154" y="321"/>
                  </a:lnTo>
                  <a:lnTo>
                    <a:pt x="1149" y="315"/>
                  </a:lnTo>
                  <a:lnTo>
                    <a:pt x="1188" y="315"/>
                  </a:lnTo>
                  <a:lnTo>
                    <a:pt x="1188" y="0"/>
                  </a:lnTo>
                  <a:lnTo>
                    <a:pt x="1581" y="0"/>
                  </a:lnTo>
                  <a:lnTo>
                    <a:pt x="1581" y="315"/>
                  </a:lnTo>
                  <a:lnTo>
                    <a:pt x="1974" y="315"/>
                  </a:lnTo>
                  <a:lnTo>
                    <a:pt x="1974" y="0"/>
                  </a:lnTo>
                  <a:lnTo>
                    <a:pt x="2368" y="0"/>
                  </a:lnTo>
                  <a:lnTo>
                    <a:pt x="2368" y="315"/>
                  </a:lnTo>
                  <a:lnTo>
                    <a:pt x="2959" y="315"/>
                  </a:lnTo>
                  <a:lnTo>
                    <a:pt x="2959" y="516"/>
                  </a:lnTo>
                  <a:lnTo>
                    <a:pt x="2959" y="516"/>
                  </a:lnTo>
                  <a:lnTo>
                    <a:pt x="2959" y="537"/>
                  </a:lnTo>
                  <a:lnTo>
                    <a:pt x="2960" y="557"/>
                  </a:lnTo>
                  <a:lnTo>
                    <a:pt x="2963" y="576"/>
                  </a:lnTo>
                  <a:lnTo>
                    <a:pt x="2966" y="597"/>
                  </a:lnTo>
                  <a:lnTo>
                    <a:pt x="2971" y="615"/>
                  </a:lnTo>
                  <a:lnTo>
                    <a:pt x="2975" y="635"/>
                  </a:lnTo>
                  <a:lnTo>
                    <a:pt x="2983" y="654"/>
                  </a:lnTo>
                  <a:lnTo>
                    <a:pt x="2989" y="672"/>
                  </a:lnTo>
                  <a:lnTo>
                    <a:pt x="2998" y="689"/>
                  </a:lnTo>
                  <a:lnTo>
                    <a:pt x="3005" y="707"/>
                  </a:lnTo>
                  <a:lnTo>
                    <a:pt x="3016" y="723"/>
                  </a:lnTo>
                  <a:lnTo>
                    <a:pt x="3025" y="740"/>
                  </a:lnTo>
                  <a:lnTo>
                    <a:pt x="3037" y="755"/>
                  </a:lnTo>
                  <a:lnTo>
                    <a:pt x="3049" y="771"/>
                  </a:lnTo>
                  <a:lnTo>
                    <a:pt x="3061" y="785"/>
                  </a:lnTo>
                  <a:lnTo>
                    <a:pt x="3074" y="800"/>
                  </a:lnTo>
                  <a:lnTo>
                    <a:pt x="3088" y="812"/>
                  </a:lnTo>
                  <a:lnTo>
                    <a:pt x="3101" y="825"/>
                  </a:lnTo>
                  <a:lnTo>
                    <a:pt x="3116" y="837"/>
                  </a:lnTo>
                  <a:lnTo>
                    <a:pt x="3131" y="848"/>
                  </a:lnTo>
                  <a:lnTo>
                    <a:pt x="3148" y="858"/>
                  </a:lnTo>
                  <a:lnTo>
                    <a:pt x="3164" y="869"/>
                  </a:lnTo>
                  <a:lnTo>
                    <a:pt x="3181" y="878"/>
                  </a:lnTo>
                  <a:lnTo>
                    <a:pt x="3199" y="885"/>
                  </a:lnTo>
                  <a:lnTo>
                    <a:pt x="3217" y="893"/>
                  </a:lnTo>
                  <a:lnTo>
                    <a:pt x="3235" y="899"/>
                  </a:lnTo>
                  <a:lnTo>
                    <a:pt x="3253" y="905"/>
                  </a:lnTo>
                  <a:lnTo>
                    <a:pt x="3272" y="909"/>
                  </a:lnTo>
                  <a:lnTo>
                    <a:pt x="3292" y="912"/>
                  </a:lnTo>
                  <a:lnTo>
                    <a:pt x="3311" y="915"/>
                  </a:lnTo>
                  <a:lnTo>
                    <a:pt x="3331" y="917"/>
                  </a:lnTo>
                  <a:lnTo>
                    <a:pt x="3352" y="917"/>
                  </a:lnTo>
                  <a:lnTo>
                    <a:pt x="3352" y="917"/>
                  </a:lnTo>
                  <a:lnTo>
                    <a:pt x="3371" y="917"/>
                  </a:lnTo>
                  <a:lnTo>
                    <a:pt x="3391" y="915"/>
                  </a:lnTo>
                  <a:lnTo>
                    <a:pt x="3410" y="912"/>
                  </a:lnTo>
                  <a:lnTo>
                    <a:pt x="3430" y="909"/>
                  </a:lnTo>
                  <a:lnTo>
                    <a:pt x="3449" y="905"/>
                  </a:lnTo>
                  <a:lnTo>
                    <a:pt x="3467" y="899"/>
                  </a:lnTo>
                  <a:lnTo>
                    <a:pt x="3487" y="893"/>
                  </a:lnTo>
                  <a:lnTo>
                    <a:pt x="3503" y="885"/>
                  </a:lnTo>
                  <a:lnTo>
                    <a:pt x="3521" y="878"/>
                  </a:lnTo>
                  <a:lnTo>
                    <a:pt x="3538" y="869"/>
                  </a:lnTo>
                  <a:lnTo>
                    <a:pt x="3554" y="858"/>
                  </a:lnTo>
                  <a:lnTo>
                    <a:pt x="3571" y="848"/>
                  </a:lnTo>
                  <a:lnTo>
                    <a:pt x="3586" y="837"/>
                  </a:lnTo>
                  <a:lnTo>
                    <a:pt x="3601" y="825"/>
                  </a:lnTo>
                  <a:lnTo>
                    <a:pt x="3616" y="812"/>
                  </a:lnTo>
                  <a:lnTo>
                    <a:pt x="3629" y="800"/>
                  </a:lnTo>
                  <a:lnTo>
                    <a:pt x="3641" y="785"/>
                  </a:lnTo>
                  <a:lnTo>
                    <a:pt x="3655" y="771"/>
                  </a:lnTo>
                  <a:lnTo>
                    <a:pt x="3667" y="755"/>
                  </a:lnTo>
                  <a:lnTo>
                    <a:pt x="3677" y="740"/>
                  </a:lnTo>
                  <a:lnTo>
                    <a:pt x="3688" y="723"/>
                  </a:lnTo>
                  <a:lnTo>
                    <a:pt x="3697" y="707"/>
                  </a:lnTo>
                  <a:lnTo>
                    <a:pt x="3706" y="689"/>
                  </a:lnTo>
                  <a:lnTo>
                    <a:pt x="3713" y="672"/>
                  </a:lnTo>
                  <a:lnTo>
                    <a:pt x="3721" y="654"/>
                  </a:lnTo>
                  <a:lnTo>
                    <a:pt x="3727" y="635"/>
                  </a:lnTo>
                  <a:lnTo>
                    <a:pt x="3731" y="615"/>
                  </a:lnTo>
                  <a:lnTo>
                    <a:pt x="3736" y="597"/>
                  </a:lnTo>
                  <a:lnTo>
                    <a:pt x="3740" y="576"/>
                  </a:lnTo>
                  <a:lnTo>
                    <a:pt x="3742" y="557"/>
                  </a:lnTo>
                  <a:lnTo>
                    <a:pt x="3743" y="537"/>
                  </a:lnTo>
                  <a:lnTo>
                    <a:pt x="3745" y="516"/>
                  </a:lnTo>
                  <a:lnTo>
                    <a:pt x="3745" y="315"/>
                  </a:lnTo>
                  <a:lnTo>
                    <a:pt x="4335" y="315"/>
                  </a:lnTo>
                  <a:lnTo>
                    <a:pt x="4335" y="0"/>
                  </a:lnTo>
                  <a:lnTo>
                    <a:pt x="4728" y="0"/>
                  </a:lnTo>
                  <a:lnTo>
                    <a:pt x="4728" y="315"/>
                  </a:lnTo>
                  <a:lnTo>
                    <a:pt x="5121" y="315"/>
                  </a:lnTo>
                  <a:lnTo>
                    <a:pt x="5121" y="0"/>
                  </a:lnTo>
                  <a:lnTo>
                    <a:pt x="5514" y="0"/>
                  </a:lnTo>
                  <a:lnTo>
                    <a:pt x="5514" y="315"/>
                  </a:lnTo>
                  <a:lnTo>
                    <a:pt x="5907" y="315"/>
                  </a:lnTo>
                  <a:lnTo>
                    <a:pt x="5907" y="0"/>
                  </a:lnTo>
                  <a:lnTo>
                    <a:pt x="6300" y="0"/>
                  </a:lnTo>
                  <a:lnTo>
                    <a:pt x="6300" y="315"/>
                  </a:lnTo>
                  <a:lnTo>
                    <a:pt x="6693" y="315"/>
                  </a:lnTo>
                  <a:lnTo>
                    <a:pt x="6693" y="0"/>
                  </a:lnTo>
                  <a:lnTo>
                    <a:pt x="7088" y="0"/>
                  </a:lnTo>
                  <a:lnTo>
                    <a:pt x="7088" y="315"/>
                  </a:lnTo>
                  <a:lnTo>
                    <a:pt x="7481" y="315"/>
                  </a:lnTo>
                  <a:lnTo>
                    <a:pt x="7481" y="5"/>
                  </a:lnTo>
                  <a:lnTo>
                    <a:pt x="7874" y="5"/>
                  </a:lnTo>
                  <a:lnTo>
                    <a:pt x="7874" y="315"/>
                  </a:lnTo>
                  <a:lnTo>
                    <a:pt x="8271" y="315"/>
                  </a:lnTo>
                  <a:lnTo>
                    <a:pt x="8271" y="2118"/>
                  </a:lnTo>
                  <a:lnTo>
                    <a:pt x="8075" y="2118"/>
                  </a:lnTo>
                  <a:lnTo>
                    <a:pt x="8075" y="2118"/>
                  </a:lnTo>
                  <a:lnTo>
                    <a:pt x="8055" y="2120"/>
                  </a:lnTo>
                  <a:lnTo>
                    <a:pt x="8034" y="2121"/>
                  </a:lnTo>
                  <a:lnTo>
                    <a:pt x="8015" y="2124"/>
                  </a:lnTo>
                  <a:lnTo>
                    <a:pt x="7997" y="2127"/>
                  </a:lnTo>
                  <a:lnTo>
                    <a:pt x="7977" y="2132"/>
                  </a:lnTo>
                  <a:lnTo>
                    <a:pt x="7959" y="2138"/>
                  </a:lnTo>
                  <a:lnTo>
                    <a:pt x="7941" y="2144"/>
                  </a:lnTo>
                  <a:lnTo>
                    <a:pt x="7923" y="2151"/>
                  </a:lnTo>
                  <a:lnTo>
                    <a:pt x="7905" y="2159"/>
                  </a:lnTo>
                  <a:lnTo>
                    <a:pt x="7889" y="2168"/>
                  </a:lnTo>
                  <a:lnTo>
                    <a:pt x="7872" y="2177"/>
                  </a:lnTo>
                  <a:lnTo>
                    <a:pt x="7857" y="2187"/>
                  </a:lnTo>
                  <a:lnTo>
                    <a:pt x="7842" y="2199"/>
                  </a:lnTo>
                  <a:lnTo>
                    <a:pt x="7827" y="2211"/>
                  </a:lnTo>
                  <a:lnTo>
                    <a:pt x="7814" y="2223"/>
                  </a:lnTo>
                  <a:lnTo>
                    <a:pt x="7800" y="2237"/>
                  </a:lnTo>
                  <a:lnTo>
                    <a:pt x="7787" y="2250"/>
                  </a:lnTo>
                  <a:lnTo>
                    <a:pt x="7775" y="2265"/>
                  </a:lnTo>
                  <a:lnTo>
                    <a:pt x="7763" y="2280"/>
                  </a:lnTo>
                  <a:lnTo>
                    <a:pt x="7752" y="2295"/>
                  </a:lnTo>
                  <a:lnTo>
                    <a:pt x="7742" y="2312"/>
                  </a:lnTo>
                  <a:lnTo>
                    <a:pt x="7733" y="2330"/>
                  </a:lnTo>
                  <a:lnTo>
                    <a:pt x="7725" y="2346"/>
                  </a:lnTo>
                  <a:lnTo>
                    <a:pt x="7716" y="2364"/>
                  </a:lnTo>
                  <a:lnTo>
                    <a:pt x="7710" y="2382"/>
                  </a:lnTo>
                  <a:lnTo>
                    <a:pt x="7704" y="2400"/>
                  </a:lnTo>
                  <a:lnTo>
                    <a:pt x="7698" y="2420"/>
                  </a:lnTo>
                  <a:lnTo>
                    <a:pt x="7694" y="2439"/>
                  </a:lnTo>
                  <a:lnTo>
                    <a:pt x="7691" y="2459"/>
                  </a:lnTo>
                  <a:lnTo>
                    <a:pt x="7689" y="2478"/>
                  </a:lnTo>
                  <a:lnTo>
                    <a:pt x="7688" y="2499"/>
                  </a:lnTo>
                  <a:lnTo>
                    <a:pt x="7686" y="2520"/>
                  </a:lnTo>
                  <a:lnTo>
                    <a:pt x="7686" y="2520"/>
                  </a:lnTo>
                  <a:lnTo>
                    <a:pt x="7688" y="2540"/>
                  </a:lnTo>
                  <a:lnTo>
                    <a:pt x="7689" y="2561"/>
                  </a:lnTo>
                  <a:lnTo>
                    <a:pt x="7691" y="2580"/>
                  </a:lnTo>
                  <a:lnTo>
                    <a:pt x="7695" y="2600"/>
                  </a:lnTo>
                  <a:lnTo>
                    <a:pt x="7700" y="2619"/>
                  </a:lnTo>
                  <a:lnTo>
                    <a:pt x="7704" y="2639"/>
                  </a:lnTo>
                  <a:lnTo>
                    <a:pt x="7710" y="2657"/>
                  </a:lnTo>
                  <a:lnTo>
                    <a:pt x="7718" y="2675"/>
                  </a:lnTo>
                  <a:lnTo>
                    <a:pt x="7725" y="2693"/>
                  </a:lnTo>
                  <a:lnTo>
                    <a:pt x="7734" y="2711"/>
                  </a:lnTo>
                  <a:lnTo>
                    <a:pt x="7743" y="2727"/>
                  </a:lnTo>
                  <a:lnTo>
                    <a:pt x="7754" y="2744"/>
                  </a:lnTo>
                  <a:lnTo>
                    <a:pt x="7766" y="2759"/>
                  </a:lnTo>
                  <a:lnTo>
                    <a:pt x="7776" y="2774"/>
                  </a:lnTo>
                  <a:lnTo>
                    <a:pt x="7790" y="2789"/>
                  </a:lnTo>
                  <a:lnTo>
                    <a:pt x="7802" y="2802"/>
                  </a:lnTo>
                  <a:lnTo>
                    <a:pt x="7815" y="2816"/>
                  </a:lnTo>
                  <a:lnTo>
                    <a:pt x="7830" y="2829"/>
                  </a:lnTo>
                  <a:lnTo>
                    <a:pt x="7845" y="2840"/>
                  </a:lnTo>
                  <a:lnTo>
                    <a:pt x="7860" y="2852"/>
                  </a:lnTo>
                  <a:lnTo>
                    <a:pt x="7877" y="2862"/>
                  </a:lnTo>
                  <a:lnTo>
                    <a:pt x="7893" y="2871"/>
                  </a:lnTo>
                  <a:lnTo>
                    <a:pt x="7910" y="2880"/>
                  </a:lnTo>
                  <a:lnTo>
                    <a:pt x="7928" y="2889"/>
                  </a:lnTo>
                  <a:lnTo>
                    <a:pt x="7944" y="2895"/>
                  </a:lnTo>
                  <a:lnTo>
                    <a:pt x="7964" y="2903"/>
                  </a:lnTo>
                  <a:lnTo>
                    <a:pt x="7982" y="2907"/>
                  </a:lnTo>
                  <a:lnTo>
                    <a:pt x="8001" y="2912"/>
                  </a:lnTo>
                  <a:lnTo>
                    <a:pt x="8021" y="2916"/>
                  </a:lnTo>
                  <a:lnTo>
                    <a:pt x="8040" y="2918"/>
                  </a:lnTo>
                  <a:lnTo>
                    <a:pt x="8060" y="2919"/>
                  </a:lnTo>
                  <a:lnTo>
                    <a:pt x="8079" y="2921"/>
                  </a:lnTo>
                  <a:lnTo>
                    <a:pt x="8276" y="2921"/>
                  </a:lnTo>
                  <a:close/>
                  <a:moveTo>
                    <a:pt x="7878" y="3296"/>
                  </a:moveTo>
                  <a:lnTo>
                    <a:pt x="7878" y="3296"/>
                  </a:lnTo>
                  <a:lnTo>
                    <a:pt x="7847" y="3287"/>
                  </a:lnTo>
                  <a:lnTo>
                    <a:pt x="7815" y="3276"/>
                  </a:lnTo>
                  <a:lnTo>
                    <a:pt x="7785" y="3264"/>
                  </a:lnTo>
                  <a:lnTo>
                    <a:pt x="7755" y="3252"/>
                  </a:lnTo>
                  <a:lnTo>
                    <a:pt x="7727" y="3239"/>
                  </a:lnTo>
                  <a:lnTo>
                    <a:pt x="7698" y="3224"/>
                  </a:lnTo>
                  <a:lnTo>
                    <a:pt x="7671" y="3207"/>
                  </a:lnTo>
                  <a:lnTo>
                    <a:pt x="7644" y="3189"/>
                  </a:lnTo>
                  <a:lnTo>
                    <a:pt x="7617" y="3171"/>
                  </a:lnTo>
                  <a:lnTo>
                    <a:pt x="7592" y="3152"/>
                  </a:lnTo>
                  <a:lnTo>
                    <a:pt x="7568" y="3131"/>
                  </a:lnTo>
                  <a:lnTo>
                    <a:pt x="7544" y="3110"/>
                  </a:lnTo>
                  <a:lnTo>
                    <a:pt x="7521" y="3087"/>
                  </a:lnTo>
                  <a:lnTo>
                    <a:pt x="7500" y="3065"/>
                  </a:lnTo>
                  <a:lnTo>
                    <a:pt x="7479" y="3041"/>
                  </a:lnTo>
                  <a:lnTo>
                    <a:pt x="7458" y="3015"/>
                  </a:lnTo>
                  <a:lnTo>
                    <a:pt x="7440" y="2990"/>
                  </a:lnTo>
                  <a:lnTo>
                    <a:pt x="7422" y="2963"/>
                  </a:lnTo>
                  <a:lnTo>
                    <a:pt x="7404" y="2936"/>
                  </a:lnTo>
                  <a:lnTo>
                    <a:pt x="7389" y="2907"/>
                  </a:lnTo>
                  <a:lnTo>
                    <a:pt x="7374" y="2879"/>
                  </a:lnTo>
                  <a:lnTo>
                    <a:pt x="7361" y="2850"/>
                  </a:lnTo>
                  <a:lnTo>
                    <a:pt x="7349" y="2820"/>
                  </a:lnTo>
                  <a:lnTo>
                    <a:pt x="7337" y="2789"/>
                  </a:lnTo>
                  <a:lnTo>
                    <a:pt x="7328" y="2757"/>
                  </a:lnTo>
                  <a:lnTo>
                    <a:pt x="7319" y="2726"/>
                  </a:lnTo>
                  <a:lnTo>
                    <a:pt x="7311" y="2693"/>
                  </a:lnTo>
                  <a:lnTo>
                    <a:pt x="7305" y="2660"/>
                  </a:lnTo>
                  <a:lnTo>
                    <a:pt x="7299" y="2627"/>
                  </a:lnTo>
                  <a:lnTo>
                    <a:pt x="7296" y="2594"/>
                  </a:lnTo>
                  <a:lnTo>
                    <a:pt x="7295" y="2559"/>
                  </a:lnTo>
                  <a:lnTo>
                    <a:pt x="7293" y="2525"/>
                  </a:lnTo>
                  <a:lnTo>
                    <a:pt x="7293" y="2525"/>
                  </a:lnTo>
                  <a:lnTo>
                    <a:pt x="7295" y="2490"/>
                  </a:lnTo>
                  <a:lnTo>
                    <a:pt x="7296" y="2456"/>
                  </a:lnTo>
                  <a:lnTo>
                    <a:pt x="7299" y="2421"/>
                  </a:lnTo>
                  <a:lnTo>
                    <a:pt x="7305" y="2388"/>
                  </a:lnTo>
                  <a:lnTo>
                    <a:pt x="7311" y="2355"/>
                  </a:lnTo>
                  <a:lnTo>
                    <a:pt x="7319" y="2324"/>
                  </a:lnTo>
                  <a:lnTo>
                    <a:pt x="7328" y="2291"/>
                  </a:lnTo>
                  <a:lnTo>
                    <a:pt x="7338" y="2259"/>
                  </a:lnTo>
                  <a:lnTo>
                    <a:pt x="7349" y="2229"/>
                  </a:lnTo>
                  <a:lnTo>
                    <a:pt x="7362" y="2198"/>
                  </a:lnTo>
                  <a:lnTo>
                    <a:pt x="7376" y="2169"/>
                  </a:lnTo>
                  <a:lnTo>
                    <a:pt x="7391" y="2139"/>
                  </a:lnTo>
                  <a:lnTo>
                    <a:pt x="7407" y="2112"/>
                  </a:lnTo>
                  <a:lnTo>
                    <a:pt x="7424" y="2084"/>
                  </a:lnTo>
                  <a:lnTo>
                    <a:pt x="7442" y="2057"/>
                  </a:lnTo>
                  <a:lnTo>
                    <a:pt x="7461" y="2031"/>
                  </a:lnTo>
                  <a:lnTo>
                    <a:pt x="7481" y="2006"/>
                  </a:lnTo>
                  <a:lnTo>
                    <a:pt x="7503" y="1982"/>
                  </a:lnTo>
                  <a:lnTo>
                    <a:pt x="7524" y="1958"/>
                  </a:lnTo>
                  <a:lnTo>
                    <a:pt x="7548" y="1935"/>
                  </a:lnTo>
                  <a:lnTo>
                    <a:pt x="7571" y="1914"/>
                  </a:lnTo>
                  <a:lnTo>
                    <a:pt x="7596" y="1893"/>
                  </a:lnTo>
                  <a:lnTo>
                    <a:pt x="7622" y="1874"/>
                  </a:lnTo>
                  <a:lnTo>
                    <a:pt x="7649" y="1856"/>
                  </a:lnTo>
                  <a:lnTo>
                    <a:pt x="7676" y="1838"/>
                  </a:lnTo>
                  <a:lnTo>
                    <a:pt x="7703" y="1821"/>
                  </a:lnTo>
                  <a:lnTo>
                    <a:pt x="7731" y="1806"/>
                  </a:lnTo>
                  <a:lnTo>
                    <a:pt x="7761" y="1793"/>
                  </a:lnTo>
                  <a:lnTo>
                    <a:pt x="7790" y="1779"/>
                  </a:lnTo>
                  <a:lnTo>
                    <a:pt x="7821" y="1767"/>
                  </a:lnTo>
                  <a:lnTo>
                    <a:pt x="7851" y="1757"/>
                  </a:lnTo>
                  <a:lnTo>
                    <a:pt x="7883" y="1748"/>
                  </a:lnTo>
                  <a:lnTo>
                    <a:pt x="7883" y="722"/>
                  </a:lnTo>
                  <a:lnTo>
                    <a:pt x="4663" y="722"/>
                  </a:lnTo>
                  <a:lnTo>
                    <a:pt x="4467" y="722"/>
                  </a:lnTo>
                  <a:lnTo>
                    <a:pt x="4113" y="722"/>
                  </a:lnTo>
                  <a:lnTo>
                    <a:pt x="4113" y="722"/>
                  </a:lnTo>
                  <a:lnTo>
                    <a:pt x="4105" y="753"/>
                  </a:lnTo>
                  <a:lnTo>
                    <a:pt x="4095" y="785"/>
                  </a:lnTo>
                  <a:lnTo>
                    <a:pt x="4082" y="816"/>
                  </a:lnTo>
                  <a:lnTo>
                    <a:pt x="4070" y="846"/>
                  </a:lnTo>
                  <a:lnTo>
                    <a:pt x="4055" y="876"/>
                  </a:lnTo>
                  <a:lnTo>
                    <a:pt x="4040" y="905"/>
                  </a:lnTo>
                  <a:lnTo>
                    <a:pt x="4025" y="933"/>
                  </a:lnTo>
                  <a:lnTo>
                    <a:pt x="4007" y="962"/>
                  </a:lnTo>
                  <a:lnTo>
                    <a:pt x="3989" y="989"/>
                  </a:lnTo>
                  <a:lnTo>
                    <a:pt x="3970" y="1014"/>
                  </a:lnTo>
                  <a:lnTo>
                    <a:pt x="3950" y="1040"/>
                  </a:lnTo>
                  <a:lnTo>
                    <a:pt x="3929" y="1064"/>
                  </a:lnTo>
                  <a:lnTo>
                    <a:pt x="3907" y="1086"/>
                  </a:lnTo>
                  <a:lnTo>
                    <a:pt x="3884" y="1109"/>
                  </a:lnTo>
                  <a:lnTo>
                    <a:pt x="3860" y="1131"/>
                  </a:lnTo>
                  <a:lnTo>
                    <a:pt x="3835" y="1152"/>
                  </a:lnTo>
                  <a:lnTo>
                    <a:pt x="3809" y="1172"/>
                  </a:lnTo>
                  <a:lnTo>
                    <a:pt x="3784" y="1190"/>
                  </a:lnTo>
                  <a:lnTo>
                    <a:pt x="3757" y="1208"/>
                  </a:lnTo>
                  <a:lnTo>
                    <a:pt x="3728" y="1223"/>
                  </a:lnTo>
                  <a:lnTo>
                    <a:pt x="3700" y="1239"/>
                  </a:lnTo>
                  <a:lnTo>
                    <a:pt x="3671" y="1253"/>
                  </a:lnTo>
                  <a:lnTo>
                    <a:pt x="3641" y="1266"/>
                  </a:lnTo>
                  <a:lnTo>
                    <a:pt x="3611" y="1277"/>
                  </a:lnTo>
                  <a:lnTo>
                    <a:pt x="3580" y="1287"/>
                  </a:lnTo>
                  <a:lnTo>
                    <a:pt x="3548" y="1296"/>
                  </a:lnTo>
                  <a:lnTo>
                    <a:pt x="3517" y="1304"/>
                  </a:lnTo>
                  <a:lnTo>
                    <a:pt x="3485" y="1311"/>
                  </a:lnTo>
                  <a:lnTo>
                    <a:pt x="3452" y="1316"/>
                  </a:lnTo>
                  <a:lnTo>
                    <a:pt x="3419" y="1320"/>
                  </a:lnTo>
                  <a:lnTo>
                    <a:pt x="3385" y="1322"/>
                  </a:lnTo>
                  <a:lnTo>
                    <a:pt x="3352" y="1323"/>
                  </a:lnTo>
                  <a:lnTo>
                    <a:pt x="3352" y="1323"/>
                  </a:lnTo>
                  <a:lnTo>
                    <a:pt x="3317" y="1322"/>
                  </a:lnTo>
                  <a:lnTo>
                    <a:pt x="3284" y="1320"/>
                  </a:lnTo>
                  <a:lnTo>
                    <a:pt x="3251" y="1316"/>
                  </a:lnTo>
                  <a:lnTo>
                    <a:pt x="3218" y="1311"/>
                  </a:lnTo>
                  <a:lnTo>
                    <a:pt x="3185" y="1304"/>
                  </a:lnTo>
                  <a:lnTo>
                    <a:pt x="3154" y="1296"/>
                  </a:lnTo>
                  <a:lnTo>
                    <a:pt x="3122" y="1287"/>
                  </a:lnTo>
                  <a:lnTo>
                    <a:pt x="3091" y="1277"/>
                  </a:lnTo>
                  <a:lnTo>
                    <a:pt x="3061" y="1266"/>
                  </a:lnTo>
                  <a:lnTo>
                    <a:pt x="3031" y="1253"/>
                  </a:lnTo>
                  <a:lnTo>
                    <a:pt x="3002" y="1239"/>
                  </a:lnTo>
                  <a:lnTo>
                    <a:pt x="2974" y="1223"/>
                  </a:lnTo>
                  <a:lnTo>
                    <a:pt x="2945" y="1208"/>
                  </a:lnTo>
                  <a:lnTo>
                    <a:pt x="2918" y="1190"/>
                  </a:lnTo>
                  <a:lnTo>
                    <a:pt x="2893" y="1172"/>
                  </a:lnTo>
                  <a:lnTo>
                    <a:pt x="2867" y="1152"/>
                  </a:lnTo>
                  <a:lnTo>
                    <a:pt x="2842" y="1131"/>
                  </a:lnTo>
                  <a:lnTo>
                    <a:pt x="2819" y="1109"/>
                  </a:lnTo>
                  <a:lnTo>
                    <a:pt x="2795" y="1086"/>
                  </a:lnTo>
                  <a:lnTo>
                    <a:pt x="2774" y="1064"/>
                  </a:lnTo>
                  <a:lnTo>
                    <a:pt x="2752" y="1040"/>
                  </a:lnTo>
                  <a:lnTo>
                    <a:pt x="2732" y="1014"/>
                  </a:lnTo>
                  <a:lnTo>
                    <a:pt x="2713" y="989"/>
                  </a:lnTo>
                  <a:lnTo>
                    <a:pt x="2695" y="962"/>
                  </a:lnTo>
                  <a:lnTo>
                    <a:pt x="2678" y="933"/>
                  </a:lnTo>
                  <a:lnTo>
                    <a:pt x="2662" y="905"/>
                  </a:lnTo>
                  <a:lnTo>
                    <a:pt x="2647" y="876"/>
                  </a:lnTo>
                  <a:lnTo>
                    <a:pt x="2633" y="846"/>
                  </a:lnTo>
                  <a:lnTo>
                    <a:pt x="2620" y="816"/>
                  </a:lnTo>
                  <a:lnTo>
                    <a:pt x="2609" y="785"/>
                  </a:lnTo>
                  <a:lnTo>
                    <a:pt x="2599" y="753"/>
                  </a:lnTo>
                  <a:lnTo>
                    <a:pt x="2590" y="722"/>
                  </a:lnTo>
                  <a:lnTo>
                    <a:pt x="407" y="722"/>
                  </a:lnTo>
                  <a:lnTo>
                    <a:pt x="407" y="1743"/>
                  </a:lnTo>
                  <a:lnTo>
                    <a:pt x="407" y="1743"/>
                  </a:lnTo>
                  <a:lnTo>
                    <a:pt x="438" y="1752"/>
                  </a:lnTo>
                  <a:lnTo>
                    <a:pt x="470" y="1763"/>
                  </a:lnTo>
                  <a:lnTo>
                    <a:pt x="500" y="1775"/>
                  </a:lnTo>
                  <a:lnTo>
                    <a:pt x="530" y="1787"/>
                  </a:lnTo>
                  <a:lnTo>
                    <a:pt x="558" y="1802"/>
                  </a:lnTo>
                  <a:lnTo>
                    <a:pt x="587" y="1817"/>
                  </a:lnTo>
                  <a:lnTo>
                    <a:pt x="615" y="1833"/>
                  </a:lnTo>
                  <a:lnTo>
                    <a:pt x="642" y="1850"/>
                  </a:lnTo>
                  <a:lnTo>
                    <a:pt x="669" y="1869"/>
                  </a:lnTo>
                  <a:lnTo>
                    <a:pt x="695" y="1889"/>
                  </a:lnTo>
                  <a:lnTo>
                    <a:pt x="719" y="1910"/>
                  </a:lnTo>
                  <a:lnTo>
                    <a:pt x="743" y="1931"/>
                  </a:lnTo>
                  <a:lnTo>
                    <a:pt x="765" y="1953"/>
                  </a:lnTo>
                  <a:lnTo>
                    <a:pt x="788" y="1977"/>
                  </a:lnTo>
                  <a:lnTo>
                    <a:pt x="809" y="2001"/>
                  </a:lnTo>
                  <a:lnTo>
                    <a:pt x="830" y="2027"/>
                  </a:lnTo>
                  <a:lnTo>
                    <a:pt x="848" y="2052"/>
                  </a:lnTo>
                  <a:lnTo>
                    <a:pt x="866" y="2079"/>
                  </a:lnTo>
                  <a:lnTo>
                    <a:pt x="884" y="2106"/>
                  </a:lnTo>
                  <a:lnTo>
                    <a:pt x="900" y="2135"/>
                  </a:lnTo>
                  <a:lnTo>
                    <a:pt x="915" y="2163"/>
                  </a:lnTo>
                  <a:lnTo>
                    <a:pt x="929" y="2193"/>
                  </a:lnTo>
                  <a:lnTo>
                    <a:pt x="941" y="2223"/>
                  </a:lnTo>
                  <a:lnTo>
                    <a:pt x="953" y="2255"/>
                  </a:lnTo>
                  <a:lnTo>
                    <a:pt x="963" y="2286"/>
                  </a:lnTo>
                  <a:lnTo>
                    <a:pt x="971" y="2318"/>
                  </a:lnTo>
                  <a:lnTo>
                    <a:pt x="980" y="2351"/>
                  </a:lnTo>
                  <a:lnTo>
                    <a:pt x="986" y="2384"/>
                  </a:lnTo>
                  <a:lnTo>
                    <a:pt x="990" y="2417"/>
                  </a:lnTo>
                  <a:lnTo>
                    <a:pt x="993" y="2451"/>
                  </a:lnTo>
                  <a:lnTo>
                    <a:pt x="996" y="2486"/>
                  </a:lnTo>
                  <a:lnTo>
                    <a:pt x="996" y="2520"/>
                  </a:lnTo>
                  <a:lnTo>
                    <a:pt x="996" y="2520"/>
                  </a:lnTo>
                  <a:lnTo>
                    <a:pt x="996" y="2555"/>
                  </a:lnTo>
                  <a:lnTo>
                    <a:pt x="993" y="2588"/>
                  </a:lnTo>
                  <a:lnTo>
                    <a:pt x="990" y="2622"/>
                  </a:lnTo>
                  <a:lnTo>
                    <a:pt x="986" y="2655"/>
                  </a:lnTo>
                  <a:lnTo>
                    <a:pt x="980" y="2688"/>
                  </a:lnTo>
                  <a:lnTo>
                    <a:pt x="971" y="2721"/>
                  </a:lnTo>
                  <a:lnTo>
                    <a:pt x="963" y="2753"/>
                  </a:lnTo>
                  <a:lnTo>
                    <a:pt x="953" y="2784"/>
                  </a:lnTo>
                  <a:lnTo>
                    <a:pt x="941" y="2816"/>
                  </a:lnTo>
                  <a:lnTo>
                    <a:pt x="929" y="2846"/>
                  </a:lnTo>
                  <a:lnTo>
                    <a:pt x="915" y="2876"/>
                  </a:lnTo>
                  <a:lnTo>
                    <a:pt x="900" y="2904"/>
                  </a:lnTo>
                  <a:lnTo>
                    <a:pt x="884" y="2933"/>
                  </a:lnTo>
                  <a:lnTo>
                    <a:pt x="866" y="2960"/>
                  </a:lnTo>
                  <a:lnTo>
                    <a:pt x="848" y="2987"/>
                  </a:lnTo>
                  <a:lnTo>
                    <a:pt x="830" y="3012"/>
                  </a:lnTo>
                  <a:lnTo>
                    <a:pt x="809" y="3038"/>
                  </a:lnTo>
                  <a:lnTo>
                    <a:pt x="788" y="3062"/>
                  </a:lnTo>
                  <a:lnTo>
                    <a:pt x="765" y="3086"/>
                  </a:lnTo>
                  <a:lnTo>
                    <a:pt x="743" y="3108"/>
                  </a:lnTo>
                  <a:lnTo>
                    <a:pt x="719" y="3131"/>
                  </a:lnTo>
                  <a:lnTo>
                    <a:pt x="695" y="3150"/>
                  </a:lnTo>
                  <a:lnTo>
                    <a:pt x="669" y="3170"/>
                  </a:lnTo>
                  <a:lnTo>
                    <a:pt x="642" y="3189"/>
                  </a:lnTo>
                  <a:lnTo>
                    <a:pt x="615" y="3206"/>
                  </a:lnTo>
                  <a:lnTo>
                    <a:pt x="587" y="3222"/>
                  </a:lnTo>
                  <a:lnTo>
                    <a:pt x="558" y="3237"/>
                  </a:lnTo>
                  <a:lnTo>
                    <a:pt x="530" y="3252"/>
                  </a:lnTo>
                  <a:lnTo>
                    <a:pt x="500" y="3264"/>
                  </a:lnTo>
                  <a:lnTo>
                    <a:pt x="470" y="3276"/>
                  </a:lnTo>
                  <a:lnTo>
                    <a:pt x="438" y="3287"/>
                  </a:lnTo>
                  <a:lnTo>
                    <a:pt x="407" y="3296"/>
                  </a:lnTo>
                  <a:lnTo>
                    <a:pt x="407" y="4317"/>
                  </a:lnTo>
                  <a:lnTo>
                    <a:pt x="7878" y="4323"/>
                  </a:lnTo>
                  <a:lnTo>
                    <a:pt x="7878" y="3296"/>
                  </a:lnTo>
                  <a:close/>
                  <a:moveTo>
                    <a:pt x="393" y="5304"/>
                  </a:moveTo>
                  <a:lnTo>
                    <a:pt x="393" y="5304"/>
                  </a:lnTo>
                  <a:lnTo>
                    <a:pt x="374" y="5304"/>
                  </a:lnTo>
                  <a:lnTo>
                    <a:pt x="354" y="5306"/>
                  </a:lnTo>
                  <a:lnTo>
                    <a:pt x="336" y="5309"/>
                  </a:lnTo>
                  <a:lnTo>
                    <a:pt x="317" y="5312"/>
                  </a:lnTo>
                  <a:lnTo>
                    <a:pt x="281" y="5321"/>
                  </a:lnTo>
                  <a:lnTo>
                    <a:pt x="246" y="5333"/>
                  </a:lnTo>
                  <a:lnTo>
                    <a:pt x="213" y="5348"/>
                  </a:lnTo>
                  <a:lnTo>
                    <a:pt x="182" y="5366"/>
                  </a:lnTo>
                  <a:lnTo>
                    <a:pt x="152" y="5387"/>
                  </a:lnTo>
                  <a:lnTo>
                    <a:pt x="125" y="5411"/>
                  </a:lnTo>
                  <a:lnTo>
                    <a:pt x="99" y="5436"/>
                  </a:lnTo>
                  <a:lnTo>
                    <a:pt x="77" y="5465"/>
                  </a:lnTo>
                  <a:lnTo>
                    <a:pt x="56" y="5495"/>
                  </a:lnTo>
                  <a:lnTo>
                    <a:pt x="38" y="5526"/>
                  </a:lnTo>
                  <a:lnTo>
                    <a:pt x="24" y="5559"/>
                  </a:lnTo>
                  <a:lnTo>
                    <a:pt x="12" y="5594"/>
                  </a:lnTo>
                  <a:lnTo>
                    <a:pt x="8" y="5612"/>
                  </a:lnTo>
                  <a:lnTo>
                    <a:pt x="5" y="5631"/>
                  </a:lnTo>
                  <a:lnTo>
                    <a:pt x="2" y="5649"/>
                  </a:lnTo>
                  <a:lnTo>
                    <a:pt x="0" y="5667"/>
                  </a:lnTo>
                  <a:lnTo>
                    <a:pt x="0" y="5697"/>
                  </a:lnTo>
                  <a:lnTo>
                    <a:pt x="0" y="5978"/>
                  </a:lnTo>
                  <a:lnTo>
                    <a:pt x="0" y="6029"/>
                  </a:lnTo>
                  <a:lnTo>
                    <a:pt x="0" y="6675"/>
                  </a:lnTo>
                  <a:lnTo>
                    <a:pt x="0" y="7497"/>
                  </a:lnTo>
                  <a:lnTo>
                    <a:pt x="393" y="7497"/>
                  </a:lnTo>
                  <a:lnTo>
                    <a:pt x="393" y="6029"/>
                  </a:lnTo>
                  <a:lnTo>
                    <a:pt x="393" y="6029"/>
                  </a:lnTo>
                  <a:lnTo>
                    <a:pt x="393" y="5697"/>
                  </a:lnTo>
                  <a:lnTo>
                    <a:pt x="7874" y="5697"/>
                  </a:lnTo>
                  <a:lnTo>
                    <a:pt x="7874" y="7854"/>
                  </a:lnTo>
                  <a:lnTo>
                    <a:pt x="1440" y="7854"/>
                  </a:lnTo>
                  <a:lnTo>
                    <a:pt x="1440" y="7853"/>
                  </a:lnTo>
                  <a:lnTo>
                    <a:pt x="786" y="7853"/>
                  </a:lnTo>
                  <a:lnTo>
                    <a:pt x="786" y="8247"/>
                  </a:lnTo>
                  <a:lnTo>
                    <a:pt x="1071" y="8247"/>
                  </a:lnTo>
                  <a:lnTo>
                    <a:pt x="1071" y="8247"/>
                  </a:lnTo>
                  <a:lnTo>
                    <a:pt x="1184" y="8247"/>
                  </a:lnTo>
                  <a:lnTo>
                    <a:pt x="1184" y="8640"/>
                  </a:lnTo>
                  <a:lnTo>
                    <a:pt x="1577" y="8640"/>
                  </a:lnTo>
                  <a:lnTo>
                    <a:pt x="1577" y="8247"/>
                  </a:lnTo>
                  <a:lnTo>
                    <a:pt x="6689" y="8247"/>
                  </a:lnTo>
                  <a:lnTo>
                    <a:pt x="6689" y="8640"/>
                  </a:lnTo>
                  <a:lnTo>
                    <a:pt x="7082" y="8640"/>
                  </a:lnTo>
                  <a:lnTo>
                    <a:pt x="7082" y="8247"/>
                  </a:lnTo>
                  <a:lnTo>
                    <a:pt x="7874" y="8247"/>
                  </a:lnTo>
                  <a:lnTo>
                    <a:pt x="7874" y="8247"/>
                  </a:lnTo>
                  <a:lnTo>
                    <a:pt x="7893" y="8247"/>
                  </a:lnTo>
                  <a:lnTo>
                    <a:pt x="7914" y="8246"/>
                  </a:lnTo>
                  <a:lnTo>
                    <a:pt x="7934" y="8243"/>
                  </a:lnTo>
                  <a:lnTo>
                    <a:pt x="7953" y="8240"/>
                  </a:lnTo>
                  <a:lnTo>
                    <a:pt x="7971" y="8235"/>
                  </a:lnTo>
                  <a:lnTo>
                    <a:pt x="7991" y="8229"/>
                  </a:lnTo>
                  <a:lnTo>
                    <a:pt x="8009" y="8223"/>
                  </a:lnTo>
                  <a:lnTo>
                    <a:pt x="8027" y="8216"/>
                  </a:lnTo>
                  <a:lnTo>
                    <a:pt x="8043" y="8208"/>
                  </a:lnTo>
                  <a:lnTo>
                    <a:pt x="8061" y="8199"/>
                  </a:lnTo>
                  <a:lnTo>
                    <a:pt x="8078" y="8190"/>
                  </a:lnTo>
                  <a:lnTo>
                    <a:pt x="8093" y="8180"/>
                  </a:lnTo>
                  <a:lnTo>
                    <a:pt x="8108" y="8169"/>
                  </a:lnTo>
                  <a:lnTo>
                    <a:pt x="8123" y="8157"/>
                  </a:lnTo>
                  <a:lnTo>
                    <a:pt x="8151" y="8132"/>
                  </a:lnTo>
                  <a:lnTo>
                    <a:pt x="8177" y="8103"/>
                  </a:lnTo>
                  <a:lnTo>
                    <a:pt x="8189" y="8088"/>
                  </a:lnTo>
                  <a:lnTo>
                    <a:pt x="8199" y="8073"/>
                  </a:lnTo>
                  <a:lnTo>
                    <a:pt x="8210" y="8058"/>
                  </a:lnTo>
                  <a:lnTo>
                    <a:pt x="8219" y="8042"/>
                  </a:lnTo>
                  <a:lnTo>
                    <a:pt x="8228" y="8024"/>
                  </a:lnTo>
                  <a:lnTo>
                    <a:pt x="8235" y="8007"/>
                  </a:lnTo>
                  <a:lnTo>
                    <a:pt x="8243" y="7989"/>
                  </a:lnTo>
                  <a:lnTo>
                    <a:pt x="8249" y="7971"/>
                  </a:lnTo>
                  <a:lnTo>
                    <a:pt x="8255" y="7952"/>
                  </a:lnTo>
                  <a:lnTo>
                    <a:pt x="8259" y="7934"/>
                  </a:lnTo>
                  <a:lnTo>
                    <a:pt x="8262" y="7914"/>
                  </a:lnTo>
                  <a:lnTo>
                    <a:pt x="8265" y="7895"/>
                  </a:lnTo>
                  <a:lnTo>
                    <a:pt x="8267" y="7874"/>
                  </a:lnTo>
                  <a:lnTo>
                    <a:pt x="8267" y="7854"/>
                  </a:lnTo>
                  <a:lnTo>
                    <a:pt x="8267" y="5300"/>
                  </a:lnTo>
                  <a:lnTo>
                    <a:pt x="8262" y="5304"/>
                  </a:lnTo>
                  <a:lnTo>
                    <a:pt x="393" y="5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42">
              <a:extLst>
                <a:ext uri="{FF2B5EF4-FFF2-40B4-BE49-F238E27FC236}">
                  <a16:creationId xmlns:a16="http://schemas.microsoft.com/office/drawing/2014/main" id="{3DA5F187-B2E0-B41E-E0E7-57CF8829B976}"/>
                </a:ext>
                <a:ext uri="{C183D7F6-B498-43B3-948B-1728B52AA6E4}">
                  <adec:decorative xmlns:adec="http://schemas.microsoft.com/office/drawing/2017/decorative" val="1"/>
                </a:ext>
              </a:extLst>
            </p:cNvPr>
            <p:cNvSpPr>
              <a:spLocks noEditPoints="1"/>
            </p:cNvSpPr>
            <p:nvPr/>
          </p:nvSpPr>
          <p:spPr bwMode="auto">
            <a:xfrm>
              <a:off x="7830820" y="901173"/>
              <a:ext cx="380047" cy="351155"/>
            </a:xfrm>
            <a:custGeom>
              <a:avLst/>
              <a:gdLst>
                <a:gd name="T0" fmla="*/ 590 w 7182"/>
                <a:gd name="T1" fmla="*/ 6045 h 6634"/>
                <a:gd name="T2" fmla="*/ 0 w 7182"/>
                <a:gd name="T3" fmla="*/ 6634 h 6634"/>
                <a:gd name="T4" fmla="*/ 0 w 7182"/>
                <a:gd name="T5" fmla="*/ 6045 h 6634"/>
                <a:gd name="T6" fmla="*/ 6390 w 7182"/>
                <a:gd name="T7" fmla="*/ 5554 h 6634"/>
                <a:gd name="T8" fmla="*/ 4419 w 7182"/>
                <a:gd name="T9" fmla="*/ 5751 h 6634"/>
                <a:gd name="T10" fmla="*/ 4419 w 7182"/>
                <a:gd name="T11" fmla="*/ 5554 h 6634"/>
                <a:gd name="T12" fmla="*/ 6396 w 7182"/>
                <a:gd name="T13" fmla="*/ 5161 h 6634"/>
                <a:gd name="T14" fmla="*/ 4425 w 7182"/>
                <a:gd name="T15" fmla="*/ 5362 h 6634"/>
                <a:gd name="T16" fmla="*/ 4425 w 7182"/>
                <a:gd name="T17" fmla="*/ 5161 h 6634"/>
                <a:gd name="T18" fmla="*/ 7182 w 7182"/>
                <a:gd name="T19" fmla="*/ 5157 h 6634"/>
                <a:gd name="T20" fmla="*/ 6789 w 7182"/>
                <a:gd name="T21" fmla="*/ 5358 h 6634"/>
                <a:gd name="T22" fmla="*/ 6789 w 7182"/>
                <a:gd name="T23" fmla="*/ 5157 h 6634"/>
                <a:gd name="T24" fmla="*/ 6396 w 7182"/>
                <a:gd name="T25" fmla="*/ 4779 h 6634"/>
                <a:gd name="T26" fmla="*/ 4425 w 7182"/>
                <a:gd name="T27" fmla="*/ 4975 h 6634"/>
                <a:gd name="T28" fmla="*/ 4425 w 7182"/>
                <a:gd name="T29" fmla="*/ 4779 h 6634"/>
                <a:gd name="T30" fmla="*/ 7182 w 7182"/>
                <a:gd name="T31" fmla="*/ 4375 h 6634"/>
                <a:gd name="T32" fmla="*/ 6789 w 7182"/>
                <a:gd name="T33" fmla="*/ 4768 h 6634"/>
                <a:gd name="T34" fmla="*/ 6789 w 7182"/>
                <a:gd name="T35" fmla="*/ 4375 h 6634"/>
                <a:gd name="T36" fmla="*/ 6396 w 7182"/>
                <a:gd name="T37" fmla="*/ 4375 h 6634"/>
                <a:gd name="T38" fmla="*/ 4425 w 7182"/>
                <a:gd name="T39" fmla="*/ 4572 h 6634"/>
                <a:gd name="T40" fmla="*/ 4425 w 7182"/>
                <a:gd name="T41" fmla="*/ 4375 h 6634"/>
                <a:gd name="T42" fmla="*/ 5815 w 7182"/>
                <a:gd name="T43" fmla="*/ 1485 h 6634"/>
                <a:gd name="T44" fmla="*/ 6701 w 7182"/>
                <a:gd name="T45" fmla="*/ 300 h 6634"/>
                <a:gd name="T46" fmla="*/ 5815 w 7182"/>
                <a:gd name="T47" fmla="*/ 300 h 6634"/>
                <a:gd name="T48" fmla="*/ 4144 w 7182"/>
                <a:gd name="T49" fmla="*/ 1485 h 6634"/>
                <a:gd name="T50" fmla="*/ 5029 w 7182"/>
                <a:gd name="T51" fmla="*/ 300 h 6634"/>
                <a:gd name="T52" fmla="*/ 4144 w 7182"/>
                <a:gd name="T53" fmla="*/ 300 h 6634"/>
                <a:gd name="T54" fmla="*/ 1965 w 7182"/>
                <a:gd name="T55" fmla="*/ 1485 h 6634"/>
                <a:gd name="T56" fmla="*/ 3358 w 7182"/>
                <a:gd name="T57" fmla="*/ 300 h 6634"/>
                <a:gd name="T58" fmla="*/ 1965 w 7182"/>
                <a:gd name="T59" fmla="*/ 300 h 6634"/>
                <a:gd name="T60" fmla="*/ 6995 w 7182"/>
                <a:gd name="T61" fmla="*/ 0 h 6634"/>
                <a:gd name="T62" fmla="*/ 5520 w 7182"/>
                <a:gd name="T63" fmla="*/ 1785 h 6634"/>
                <a:gd name="T64" fmla="*/ 5520 w 7182"/>
                <a:gd name="T65" fmla="*/ 0 h 6634"/>
                <a:gd name="T66" fmla="*/ 5323 w 7182"/>
                <a:gd name="T67" fmla="*/ 0 h 6634"/>
                <a:gd name="T68" fmla="*/ 3848 w 7182"/>
                <a:gd name="T69" fmla="*/ 1785 h 6634"/>
                <a:gd name="T70" fmla="*/ 3848 w 7182"/>
                <a:gd name="T71" fmla="*/ 0 h 6634"/>
                <a:gd name="T72" fmla="*/ 3652 w 7182"/>
                <a:gd name="T73" fmla="*/ 0 h 6634"/>
                <a:gd name="T74" fmla="*/ 1671 w 7182"/>
                <a:gd name="T75" fmla="*/ 1785 h 6634"/>
                <a:gd name="T76" fmla="*/ 1671 w 7182"/>
                <a:gd name="T77" fmla="*/ 0 h 6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82" h="6634">
                  <a:moveTo>
                    <a:pt x="0" y="6045"/>
                  </a:moveTo>
                  <a:lnTo>
                    <a:pt x="590" y="6045"/>
                  </a:lnTo>
                  <a:lnTo>
                    <a:pt x="590" y="6634"/>
                  </a:lnTo>
                  <a:lnTo>
                    <a:pt x="0" y="6634"/>
                  </a:lnTo>
                  <a:lnTo>
                    <a:pt x="0" y="6045"/>
                  </a:lnTo>
                  <a:lnTo>
                    <a:pt x="0" y="6045"/>
                  </a:lnTo>
                  <a:close/>
                  <a:moveTo>
                    <a:pt x="4419" y="5554"/>
                  </a:moveTo>
                  <a:lnTo>
                    <a:pt x="6390" y="5554"/>
                  </a:lnTo>
                  <a:lnTo>
                    <a:pt x="6390" y="5751"/>
                  </a:lnTo>
                  <a:lnTo>
                    <a:pt x="4419" y="5751"/>
                  </a:lnTo>
                  <a:lnTo>
                    <a:pt x="4419" y="5554"/>
                  </a:lnTo>
                  <a:lnTo>
                    <a:pt x="4419" y="5554"/>
                  </a:lnTo>
                  <a:close/>
                  <a:moveTo>
                    <a:pt x="4425" y="5161"/>
                  </a:moveTo>
                  <a:lnTo>
                    <a:pt x="6396" y="5161"/>
                  </a:lnTo>
                  <a:lnTo>
                    <a:pt x="6396" y="5362"/>
                  </a:lnTo>
                  <a:lnTo>
                    <a:pt x="4425" y="5362"/>
                  </a:lnTo>
                  <a:lnTo>
                    <a:pt x="4425" y="5161"/>
                  </a:lnTo>
                  <a:lnTo>
                    <a:pt x="4425" y="5161"/>
                  </a:lnTo>
                  <a:close/>
                  <a:moveTo>
                    <a:pt x="6789" y="5157"/>
                  </a:moveTo>
                  <a:lnTo>
                    <a:pt x="7182" y="5157"/>
                  </a:lnTo>
                  <a:lnTo>
                    <a:pt x="7182" y="5358"/>
                  </a:lnTo>
                  <a:lnTo>
                    <a:pt x="6789" y="5358"/>
                  </a:lnTo>
                  <a:lnTo>
                    <a:pt x="6789" y="5157"/>
                  </a:lnTo>
                  <a:lnTo>
                    <a:pt x="6789" y="5157"/>
                  </a:lnTo>
                  <a:close/>
                  <a:moveTo>
                    <a:pt x="4425" y="4779"/>
                  </a:moveTo>
                  <a:lnTo>
                    <a:pt x="6396" y="4779"/>
                  </a:lnTo>
                  <a:lnTo>
                    <a:pt x="6396" y="4975"/>
                  </a:lnTo>
                  <a:lnTo>
                    <a:pt x="4425" y="4975"/>
                  </a:lnTo>
                  <a:lnTo>
                    <a:pt x="4425" y="4779"/>
                  </a:lnTo>
                  <a:lnTo>
                    <a:pt x="4425" y="4779"/>
                  </a:lnTo>
                  <a:close/>
                  <a:moveTo>
                    <a:pt x="6789" y="4375"/>
                  </a:moveTo>
                  <a:lnTo>
                    <a:pt x="7182" y="4375"/>
                  </a:lnTo>
                  <a:lnTo>
                    <a:pt x="7182" y="4768"/>
                  </a:lnTo>
                  <a:lnTo>
                    <a:pt x="6789" y="4768"/>
                  </a:lnTo>
                  <a:lnTo>
                    <a:pt x="6789" y="4375"/>
                  </a:lnTo>
                  <a:lnTo>
                    <a:pt x="6789" y="4375"/>
                  </a:lnTo>
                  <a:close/>
                  <a:moveTo>
                    <a:pt x="4425" y="4375"/>
                  </a:moveTo>
                  <a:lnTo>
                    <a:pt x="6396" y="4375"/>
                  </a:lnTo>
                  <a:lnTo>
                    <a:pt x="6396" y="4572"/>
                  </a:lnTo>
                  <a:lnTo>
                    <a:pt x="4425" y="4572"/>
                  </a:lnTo>
                  <a:lnTo>
                    <a:pt x="4425" y="4375"/>
                  </a:lnTo>
                  <a:lnTo>
                    <a:pt x="4425" y="4375"/>
                  </a:lnTo>
                  <a:close/>
                  <a:moveTo>
                    <a:pt x="5815" y="300"/>
                  </a:moveTo>
                  <a:lnTo>
                    <a:pt x="5815" y="1485"/>
                  </a:lnTo>
                  <a:lnTo>
                    <a:pt x="6701" y="1485"/>
                  </a:lnTo>
                  <a:lnTo>
                    <a:pt x="6701" y="300"/>
                  </a:lnTo>
                  <a:lnTo>
                    <a:pt x="5815" y="300"/>
                  </a:lnTo>
                  <a:lnTo>
                    <a:pt x="5815" y="300"/>
                  </a:lnTo>
                  <a:close/>
                  <a:moveTo>
                    <a:pt x="4144" y="300"/>
                  </a:moveTo>
                  <a:lnTo>
                    <a:pt x="4144" y="1485"/>
                  </a:lnTo>
                  <a:lnTo>
                    <a:pt x="5029" y="1485"/>
                  </a:lnTo>
                  <a:lnTo>
                    <a:pt x="5029" y="300"/>
                  </a:lnTo>
                  <a:lnTo>
                    <a:pt x="4144" y="300"/>
                  </a:lnTo>
                  <a:lnTo>
                    <a:pt x="4144" y="300"/>
                  </a:lnTo>
                  <a:close/>
                  <a:moveTo>
                    <a:pt x="1965" y="300"/>
                  </a:moveTo>
                  <a:lnTo>
                    <a:pt x="1965" y="1485"/>
                  </a:lnTo>
                  <a:lnTo>
                    <a:pt x="3358" y="1485"/>
                  </a:lnTo>
                  <a:lnTo>
                    <a:pt x="3358" y="300"/>
                  </a:lnTo>
                  <a:lnTo>
                    <a:pt x="1965" y="300"/>
                  </a:lnTo>
                  <a:lnTo>
                    <a:pt x="1965" y="300"/>
                  </a:lnTo>
                  <a:close/>
                  <a:moveTo>
                    <a:pt x="5520" y="0"/>
                  </a:moveTo>
                  <a:lnTo>
                    <a:pt x="6995" y="0"/>
                  </a:lnTo>
                  <a:lnTo>
                    <a:pt x="6995" y="1785"/>
                  </a:lnTo>
                  <a:lnTo>
                    <a:pt x="5520" y="1785"/>
                  </a:lnTo>
                  <a:lnTo>
                    <a:pt x="5520" y="0"/>
                  </a:lnTo>
                  <a:lnTo>
                    <a:pt x="5520" y="0"/>
                  </a:lnTo>
                  <a:close/>
                  <a:moveTo>
                    <a:pt x="3848" y="0"/>
                  </a:moveTo>
                  <a:lnTo>
                    <a:pt x="5323" y="0"/>
                  </a:lnTo>
                  <a:lnTo>
                    <a:pt x="5323" y="1785"/>
                  </a:lnTo>
                  <a:lnTo>
                    <a:pt x="3848" y="1785"/>
                  </a:lnTo>
                  <a:lnTo>
                    <a:pt x="3848" y="0"/>
                  </a:lnTo>
                  <a:lnTo>
                    <a:pt x="3848" y="0"/>
                  </a:lnTo>
                  <a:close/>
                  <a:moveTo>
                    <a:pt x="1671" y="0"/>
                  </a:moveTo>
                  <a:lnTo>
                    <a:pt x="3652" y="0"/>
                  </a:lnTo>
                  <a:lnTo>
                    <a:pt x="3652" y="1785"/>
                  </a:lnTo>
                  <a:lnTo>
                    <a:pt x="1671" y="1785"/>
                  </a:lnTo>
                  <a:lnTo>
                    <a:pt x="1671" y="0"/>
                  </a:lnTo>
                  <a:lnTo>
                    <a:pt x="1671"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20" name="Group 2819">
            <a:extLst>
              <a:ext uri="{FF2B5EF4-FFF2-40B4-BE49-F238E27FC236}">
                <a16:creationId xmlns:a16="http://schemas.microsoft.com/office/drawing/2014/main" id="{F34560AD-0E55-6AB2-8C0A-97FB5FA0C6F0}"/>
              </a:ext>
              <a:ext uri="{C183D7F6-B498-43B3-948B-1728B52AA6E4}">
                <adec:decorative xmlns:adec="http://schemas.microsoft.com/office/drawing/2017/decorative" val="1"/>
              </a:ext>
            </a:extLst>
          </p:cNvPr>
          <p:cNvGrpSpPr>
            <a:grpSpLocks noChangeAspect="1"/>
          </p:cNvGrpSpPr>
          <p:nvPr/>
        </p:nvGrpSpPr>
        <p:grpSpPr>
          <a:xfrm>
            <a:off x="8448796" y="879371"/>
            <a:ext cx="518112" cy="320040"/>
            <a:chOff x="8448796" y="879371"/>
            <a:chExt cx="518112" cy="320040"/>
          </a:xfrm>
          <a:solidFill>
            <a:schemeClr val="accent2"/>
          </a:solidFill>
        </p:grpSpPr>
        <p:sp>
          <p:nvSpPr>
            <p:cNvPr id="410" name="Freeform: Shape 409">
              <a:extLst>
                <a:ext uri="{FF2B5EF4-FFF2-40B4-BE49-F238E27FC236}">
                  <a16:creationId xmlns:a16="http://schemas.microsoft.com/office/drawing/2014/main" id="{694E5716-2B96-D7AD-C73A-BDE2254BBFFF}"/>
                </a:ext>
                <a:ext uri="{C183D7F6-B498-43B3-948B-1728B52AA6E4}">
                  <adec:decorative xmlns:adec="http://schemas.microsoft.com/office/drawing/2017/decorative" val="1"/>
                </a:ext>
              </a:extLst>
            </p:cNvPr>
            <p:cNvSpPr/>
            <p:nvPr/>
          </p:nvSpPr>
          <p:spPr>
            <a:xfrm>
              <a:off x="8454728" y="883751"/>
              <a:ext cx="512180" cy="315660"/>
            </a:xfrm>
            <a:custGeom>
              <a:avLst/>
              <a:gdLst>
                <a:gd name="connsiteX0" fmla="*/ 9492323 w 10975297"/>
                <a:gd name="connsiteY0" fmla="*/ 4780588 h 6764144"/>
                <a:gd name="connsiteX1" fmla="*/ 9992908 w 10975297"/>
                <a:gd name="connsiteY1" fmla="*/ 4780588 h 6764144"/>
                <a:gd name="connsiteX2" fmla="*/ 9992908 w 10975297"/>
                <a:gd name="connsiteY2" fmla="*/ 5281174 h 6764144"/>
                <a:gd name="connsiteX3" fmla="*/ 9492323 w 10975297"/>
                <a:gd name="connsiteY3" fmla="*/ 5281174 h 6764144"/>
                <a:gd name="connsiteX4" fmla="*/ 1001172 w 10975297"/>
                <a:gd name="connsiteY4" fmla="*/ 4780588 h 6764144"/>
                <a:gd name="connsiteX5" fmla="*/ 1501758 w 10975297"/>
                <a:gd name="connsiteY5" fmla="*/ 4780588 h 6764144"/>
                <a:gd name="connsiteX6" fmla="*/ 1501758 w 10975297"/>
                <a:gd name="connsiteY6" fmla="*/ 5281174 h 6764144"/>
                <a:gd name="connsiteX7" fmla="*/ 1001172 w 10975297"/>
                <a:gd name="connsiteY7" fmla="*/ 5281174 h 6764144"/>
                <a:gd name="connsiteX8" fmla="*/ 9492323 w 10975297"/>
                <a:gd name="connsiteY8" fmla="*/ 1001174 h 6764144"/>
                <a:gd name="connsiteX9" fmla="*/ 9992908 w 10975297"/>
                <a:gd name="connsiteY9" fmla="*/ 1001174 h 6764144"/>
                <a:gd name="connsiteX10" fmla="*/ 9992908 w 10975297"/>
                <a:gd name="connsiteY10" fmla="*/ 1501760 h 6764144"/>
                <a:gd name="connsiteX11" fmla="*/ 9492323 w 10975297"/>
                <a:gd name="connsiteY11" fmla="*/ 1501760 h 6764144"/>
                <a:gd name="connsiteX12" fmla="*/ 2496659 w 10975297"/>
                <a:gd name="connsiteY12" fmla="*/ 0 h 6764144"/>
                <a:gd name="connsiteX13" fmla="*/ 10975297 w 10975297"/>
                <a:gd name="connsiteY13" fmla="*/ 6256 h 6764144"/>
                <a:gd name="connsiteX14" fmla="*/ 10975297 w 10975297"/>
                <a:gd name="connsiteY14" fmla="*/ 2233854 h 6764144"/>
                <a:gd name="connsiteX15" fmla="*/ 10725007 w 10975297"/>
                <a:gd name="connsiteY15" fmla="*/ 2233854 h 6764144"/>
                <a:gd name="connsiteX16" fmla="*/ 10224422 w 10975297"/>
                <a:gd name="connsiteY16" fmla="*/ 2734439 h 6764144"/>
                <a:gd name="connsiteX17" fmla="*/ 10725007 w 10975297"/>
                <a:gd name="connsiteY17" fmla="*/ 3235024 h 6764144"/>
                <a:gd name="connsiteX18" fmla="*/ 10975297 w 10975297"/>
                <a:gd name="connsiteY18" fmla="*/ 3235024 h 6764144"/>
                <a:gd name="connsiteX19" fmla="*/ 10975297 w 10975297"/>
                <a:gd name="connsiteY19" fmla="*/ 6257298 h 6764144"/>
                <a:gd name="connsiteX20" fmla="*/ 10487229 w 10975297"/>
                <a:gd name="connsiteY20" fmla="*/ 6257298 h 6764144"/>
                <a:gd name="connsiteX21" fmla="*/ 10487229 w 10975297"/>
                <a:gd name="connsiteY21" fmla="*/ 6764144 h 6764144"/>
                <a:gd name="connsiteX22" fmla="*/ 9986644 w 10975297"/>
                <a:gd name="connsiteY22" fmla="*/ 6764144 h 6764144"/>
                <a:gd name="connsiteX23" fmla="*/ 9986644 w 10975297"/>
                <a:gd name="connsiteY23" fmla="*/ 6257298 h 6764144"/>
                <a:gd name="connsiteX24" fmla="*/ 9486059 w 10975297"/>
                <a:gd name="connsiteY24" fmla="*/ 6257298 h 6764144"/>
                <a:gd name="connsiteX25" fmla="*/ 9486059 w 10975297"/>
                <a:gd name="connsiteY25" fmla="*/ 6764144 h 6764144"/>
                <a:gd name="connsiteX26" fmla="*/ 8985474 w 10975297"/>
                <a:gd name="connsiteY26" fmla="*/ 6764144 h 6764144"/>
                <a:gd name="connsiteX27" fmla="*/ 8985474 w 10975297"/>
                <a:gd name="connsiteY27" fmla="*/ 6257298 h 6764144"/>
                <a:gd name="connsiteX28" fmla="*/ 8491150 w 10975297"/>
                <a:gd name="connsiteY28" fmla="*/ 6257298 h 6764144"/>
                <a:gd name="connsiteX29" fmla="*/ 8491150 w 10975297"/>
                <a:gd name="connsiteY29" fmla="*/ 6764144 h 6764144"/>
                <a:gd name="connsiteX30" fmla="*/ 7990565 w 10975297"/>
                <a:gd name="connsiteY30" fmla="*/ 6764144 h 6764144"/>
                <a:gd name="connsiteX31" fmla="*/ 7990565 w 10975297"/>
                <a:gd name="connsiteY31" fmla="*/ 6257298 h 6764144"/>
                <a:gd name="connsiteX32" fmla="*/ 6989401 w 10975297"/>
                <a:gd name="connsiteY32" fmla="*/ 6257298 h 6764144"/>
                <a:gd name="connsiteX33" fmla="*/ 6989401 w 10975297"/>
                <a:gd name="connsiteY33" fmla="*/ 6007008 h 6764144"/>
                <a:gd name="connsiteX34" fmla="*/ 6488816 w 10975297"/>
                <a:gd name="connsiteY34" fmla="*/ 5506423 h 6764144"/>
                <a:gd name="connsiteX35" fmla="*/ 5988231 w 10975297"/>
                <a:gd name="connsiteY35" fmla="*/ 6007008 h 6764144"/>
                <a:gd name="connsiteX36" fmla="*/ 5988231 w 10975297"/>
                <a:gd name="connsiteY36" fmla="*/ 6257298 h 6764144"/>
                <a:gd name="connsiteX37" fmla="*/ 4987066 w 10975297"/>
                <a:gd name="connsiteY37" fmla="*/ 6257298 h 6764144"/>
                <a:gd name="connsiteX38" fmla="*/ 4987066 w 10975297"/>
                <a:gd name="connsiteY38" fmla="*/ 6764144 h 6764144"/>
                <a:gd name="connsiteX39" fmla="*/ 4486481 w 10975297"/>
                <a:gd name="connsiteY39" fmla="*/ 6764144 h 6764144"/>
                <a:gd name="connsiteX40" fmla="*/ 4486481 w 10975297"/>
                <a:gd name="connsiteY40" fmla="*/ 6257298 h 6764144"/>
                <a:gd name="connsiteX41" fmla="*/ 3985896 w 10975297"/>
                <a:gd name="connsiteY41" fmla="*/ 6257298 h 6764144"/>
                <a:gd name="connsiteX42" fmla="*/ 3985896 w 10975297"/>
                <a:gd name="connsiteY42" fmla="*/ 6764144 h 6764144"/>
                <a:gd name="connsiteX43" fmla="*/ 3485312 w 10975297"/>
                <a:gd name="connsiteY43" fmla="*/ 6764144 h 6764144"/>
                <a:gd name="connsiteX44" fmla="*/ 3485312 w 10975297"/>
                <a:gd name="connsiteY44" fmla="*/ 6257298 h 6764144"/>
                <a:gd name="connsiteX45" fmla="*/ 3053562 w 10975297"/>
                <a:gd name="connsiteY45" fmla="*/ 6257298 h 6764144"/>
                <a:gd name="connsiteX46" fmla="*/ 2984732 w 10975297"/>
                <a:gd name="connsiteY46" fmla="*/ 6257298 h 6764144"/>
                <a:gd name="connsiteX47" fmla="*/ 2984732 w 10975297"/>
                <a:gd name="connsiteY47" fmla="*/ 6757883 h 6764144"/>
                <a:gd name="connsiteX48" fmla="*/ 2484147 w 10975297"/>
                <a:gd name="connsiteY48" fmla="*/ 6757883 h 6764144"/>
                <a:gd name="connsiteX49" fmla="*/ 2484147 w 10975297"/>
                <a:gd name="connsiteY49" fmla="*/ 6257298 h 6764144"/>
                <a:gd name="connsiteX50" fmla="*/ 1983563 w 10975297"/>
                <a:gd name="connsiteY50" fmla="*/ 6257298 h 6764144"/>
                <a:gd name="connsiteX51" fmla="*/ 1983563 w 10975297"/>
                <a:gd name="connsiteY51" fmla="*/ 6757883 h 6764144"/>
                <a:gd name="connsiteX52" fmla="*/ 1482978 w 10975297"/>
                <a:gd name="connsiteY52" fmla="*/ 6757883 h 6764144"/>
                <a:gd name="connsiteX53" fmla="*/ 1482978 w 10975297"/>
                <a:gd name="connsiteY53" fmla="*/ 6257298 h 6764144"/>
                <a:gd name="connsiteX54" fmla="*/ 982397 w 10975297"/>
                <a:gd name="connsiteY54" fmla="*/ 6257298 h 6764144"/>
                <a:gd name="connsiteX55" fmla="*/ 982397 w 10975297"/>
                <a:gd name="connsiteY55" fmla="*/ 6757883 h 6764144"/>
                <a:gd name="connsiteX56" fmla="*/ 481812 w 10975297"/>
                <a:gd name="connsiteY56" fmla="*/ 6757883 h 6764144"/>
                <a:gd name="connsiteX57" fmla="*/ 481812 w 10975297"/>
                <a:gd name="connsiteY57" fmla="*/ 6257298 h 6764144"/>
                <a:gd name="connsiteX58" fmla="*/ 0 w 10975297"/>
                <a:gd name="connsiteY58" fmla="*/ 6257298 h 6764144"/>
                <a:gd name="connsiteX59" fmla="*/ 0 w 10975297"/>
                <a:gd name="connsiteY59" fmla="*/ 3241280 h 6764144"/>
                <a:gd name="connsiteX60" fmla="*/ 250290 w 10975297"/>
                <a:gd name="connsiteY60" fmla="*/ 3241280 h 6764144"/>
                <a:gd name="connsiteX61" fmla="*/ 750875 w 10975297"/>
                <a:gd name="connsiteY61" fmla="*/ 2740700 h 6764144"/>
                <a:gd name="connsiteX62" fmla="*/ 250290 w 10975297"/>
                <a:gd name="connsiteY62" fmla="*/ 2240115 h 6764144"/>
                <a:gd name="connsiteX63" fmla="*/ 0 w 10975297"/>
                <a:gd name="connsiteY63" fmla="*/ 2240115 h 6764144"/>
                <a:gd name="connsiteX64" fmla="*/ 0 w 10975297"/>
                <a:gd name="connsiteY64" fmla="*/ 2079062 h 6764144"/>
                <a:gd name="connsiteX65" fmla="*/ 0 w 10975297"/>
                <a:gd name="connsiteY65" fmla="*/ 2079062 h 6764144"/>
                <a:gd name="connsiteX66" fmla="*/ 0 w 10975297"/>
                <a:gd name="connsiteY66" fmla="*/ 1038740 h 6764144"/>
                <a:gd name="connsiteX67" fmla="*/ 394210 w 10975297"/>
                <a:gd name="connsiteY67" fmla="*/ 1038740 h 6764144"/>
                <a:gd name="connsiteX68" fmla="*/ 500585 w 10975297"/>
                <a:gd name="connsiteY68" fmla="*/ 1038740 h 6764144"/>
                <a:gd name="connsiteX69" fmla="*/ 500585 w 10975297"/>
                <a:gd name="connsiteY69" fmla="*/ 1353990 h 6764144"/>
                <a:gd name="connsiteX70" fmla="*/ 500585 w 10975297"/>
                <a:gd name="connsiteY70" fmla="*/ 1651927 h 6764144"/>
                <a:gd name="connsiteX71" fmla="*/ 500585 w 10975297"/>
                <a:gd name="connsiteY71" fmla="*/ 1770819 h 6764144"/>
                <a:gd name="connsiteX72" fmla="*/ 1251460 w 10975297"/>
                <a:gd name="connsiteY72" fmla="*/ 2740700 h 6764144"/>
                <a:gd name="connsiteX73" fmla="*/ 500585 w 10975297"/>
                <a:gd name="connsiteY73" fmla="*/ 3710581 h 6764144"/>
                <a:gd name="connsiteX74" fmla="*/ 500585 w 10975297"/>
                <a:gd name="connsiteY74" fmla="*/ 5750457 h 6764144"/>
                <a:gd name="connsiteX75" fmla="*/ 4743032 w 10975297"/>
                <a:gd name="connsiteY75" fmla="*/ 5750457 h 6764144"/>
                <a:gd name="connsiteX76" fmla="*/ 4993322 w 10975297"/>
                <a:gd name="connsiteY76" fmla="*/ 5750457 h 6764144"/>
                <a:gd name="connsiteX77" fmla="*/ 5518936 w 10975297"/>
                <a:gd name="connsiteY77" fmla="*/ 5750457 h 6764144"/>
                <a:gd name="connsiteX78" fmla="*/ 6488816 w 10975297"/>
                <a:gd name="connsiteY78" fmla="*/ 4999582 h 6764144"/>
                <a:gd name="connsiteX79" fmla="*/ 7458696 w 10975297"/>
                <a:gd name="connsiteY79" fmla="*/ 5750457 h 6764144"/>
                <a:gd name="connsiteX80" fmla="*/ 10474712 w 10975297"/>
                <a:gd name="connsiteY80" fmla="*/ 5750457 h 6764144"/>
                <a:gd name="connsiteX81" fmla="*/ 10474712 w 10975297"/>
                <a:gd name="connsiteY81" fmla="*/ 3704320 h 6764144"/>
                <a:gd name="connsiteX82" fmla="*/ 9723837 w 10975297"/>
                <a:gd name="connsiteY82" fmla="*/ 2734439 h 6764144"/>
                <a:gd name="connsiteX83" fmla="*/ 10474712 w 10975297"/>
                <a:gd name="connsiteY83" fmla="*/ 1764558 h 6764144"/>
                <a:gd name="connsiteX84" fmla="*/ 10474712 w 10975297"/>
                <a:gd name="connsiteY84" fmla="*/ 506841 h 6764144"/>
                <a:gd name="connsiteX85" fmla="*/ 4262846 w 10975297"/>
                <a:gd name="connsiteY85" fmla="*/ 501970 h 6764144"/>
                <a:gd name="connsiteX86" fmla="*/ 4262846 w 10975297"/>
                <a:gd name="connsiteY86" fmla="*/ 506843 h 6764144"/>
                <a:gd name="connsiteX87" fmla="*/ 1021572 w 10975297"/>
                <a:gd name="connsiteY87" fmla="*/ 506843 h 6764144"/>
                <a:gd name="connsiteX88" fmla="*/ 1021572 w 10975297"/>
                <a:gd name="connsiteY88" fmla="*/ 6257 h 6764144"/>
                <a:gd name="connsiteX89" fmla="*/ 2496659 w 10975297"/>
                <a:gd name="connsiteY89" fmla="*/ 6257 h 676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0975297" h="6764144">
                  <a:moveTo>
                    <a:pt x="9492323" y="4780588"/>
                  </a:moveTo>
                  <a:lnTo>
                    <a:pt x="9992908" y="4780588"/>
                  </a:lnTo>
                  <a:lnTo>
                    <a:pt x="9992908" y="5281174"/>
                  </a:lnTo>
                  <a:lnTo>
                    <a:pt x="9492323" y="5281174"/>
                  </a:lnTo>
                  <a:close/>
                  <a:moveTo>
                    <a:pt x="1001172" y="4780588"/>
                  </a:moveTo>
                  <a:lnTo>
                    <a:pt x="1501758" y="4780588"/>
                  </a:lnTo>
                  <a:lnTo>
                    <a:pt x="1501758" y="5281174"/>
                  </a:lnTo>
                  <a:lnTo>
                    <a:pt x="1001172" y="5281174"/>
                  </a:lnTo>
                  <a:close/>
                  <a:moveTo>
                    <a:pt x="9492323" y="1001174"/>
                  </a:moveTo>
                  <a:lnTo>
                    <a:pt x="9992908" y="1001174"/>
                  </a:lnTo>
                  <a:lnTo>
                    <a:pt x="9992908" y="1501760"/>
                  </a:lnTo>
                  <a:lnTo>
                    <a:pt x="9492323" y="1501760"/>
                  </a:lnTo>
                  <a:close/>
                  <a:moveTo>
                    <a:pt x="2496659" y="0"/>
                  </a:moveTo>
                  <a:lnTo>
                    <a:pt x="10975297" y="6256"/>
                  </a:lnTo>
                  <a:lnTo>
                    <a:pt x="10975297" y="2233854"/>
                  </a:lnTo>
                  <a:lnTo>
                    <a:pt x="10725007" y="2233854"/>
                  </a:lnTo>
                  <a:cubicBezTo>
                    <a:pt x="10449684" y="2233854"/>
                    <a:pt x="10224422" y="2459121"/>
                    <a:pt x="10224422" y="2734439"/>
                  </a:cubicBezTo>
                  <a:cubicBezTo>
                    <a:pt x="10224422" y="3009763"/>
                    <a:pt x="10449684" y="3235024"/>
                    <a:pt x="10725007" y="3235024"/>
                  </a:cubicBezTo>
                  <a:lnTo>
                    <a:pt x="10975297" y="3235024"/>
                  </a:lnTo>
                  <a:lnTo>
                    <a:pt x="10975297" y="6257298"/>
                  </a:lnTo>
                  <a:lnTo>
                    <a:pt x="10487229" y="6257298"/>
                  </a:lnTo>
                  <a:lnTo>
                    <a:pt x="10487229" y="6764144"/>
                  </a:lnTo>
                  <a:lnTo>
                    <a:pt x="9986644" y="6764144"/>
                  </a:lnTo>
                  <a:lnTo>
                    <a:pt x="9986644" y="6257298"/>
                  </a:lnTo>
                  <a:lnTo>
                    <a:pt x="9486059" y="6257298"/>
                  </a:lnTo>
                  <a:lnTo>
                    <a:pt x="9486059" y="6764144"/>
                  </a:lnTo>
                  <a:lnTo>
                    <a:pt x="8985474" y="6764144"/>
                  </a:lnTo>
                  <a:lnTo>
                    <a:pt x="8985474" y="6257298"/>
                  </a:lnTo>
                  <a:lnTo>
                    <a:pt x="8491150" y="6257298"/>
                  </a:lnTo>
                  <a:lnTo>
                    <a:pt x="8491150" y="6764144"/>
                  </a:lnTo>
                  <a:lnTo>
                    <a:pt x="7990565" y="6764144"/>
                  </a:lnTo>
                  <a:lnTo>
                    <a:pt x="7990565" y="6257298"/>
                  </a:lnTo>
                  <a:lnTo>
                    <a:pt x="6989401" y="6257298"/>
                  </a:lnTo>
                  <a:lnTo>
                    <a:pt x="6989401" y="6007008"/>
                  </a:lnTo>
                  <a:cubicBezTo>
                    <a:pt x="6989401" y="5731689"/>
                    <a:pt x="6764134" y="5506423"/>
                    <a:pt x="6488816" y="5506423"/>
                  </a:cubicBezTo>
                  <a:cubicBezTo>
                    <a:pt x="6213493" y="5506423"/>
                    <a:pt x="5988231" y="5731689"/>
                    <a:pt x="5988231" y="6007008"/>
                  </a:cubicBezTo>
                  <a:lnTo>
                    <a:pt x="5988231" y="6257298"/>
                  </a:lnTo>
                  <a:lnTo>
                    <a:pt x="4987066" y="6257298"/>
                  </a:lnTo>
                  <a:lnTo>
                    <a:pt x="4987066" y="6764144"/>
                  </a:lnTo>
                  <a:lnTo>
                    <a:pt x="4486481" y="6764144"/>
                  </a:lnTo>
                  <a:lnTo>
                    <a:pt x="4486481" y="6257298"/>
                  </a:lnTo>
                  <a:lnTo>
                    <a:pt x="3985896" y="6257298"/>
                  </a:lnTo>
                  <a:lnTo>
                    <a:pt x="3985896" y="6764144"/>
                  </a:lnTo>
                  <a:lnTo>
                    <a:pt x="3485312" y="6764144"/>
                  </a:lnTo>
                  <a:lnTo>
                    <a:pt x="3485312" y="6257298"/>
                  </a:lnTo>
                  <a:lnTo>
                    <a:pt x="3053562" y="6257298"/>
                  </a:lnTo>
                  <a:lnTo>
                    <a:pt x="2984732" y="6257298"/>
                  </a:lnTo>
                  <a:lnTo>
                    <a:pt x="2984732" y="6757883"/>
                  </a:lnTo>
                  <a:lnTo>
                    <a:pt x="2484147" y="6757883"/>
                  </a:lnTo>
                  <a:lnTo>
                    <a:pt x="2484147" y="6257298"/>
                  </a:lnTo>
                  <a:lnTo>
                    <a:pt x="1983563" y="6257298"/>
                  </a:lnTo>
                  <a:lnTo>
                    <a:pt x="1983563" y="6757883"/>
                  </a:lnTo>
                  <a:lnTo>
                    <a:pt x="1482978" y="6757883"/>
                  </a:lnTo>
                  <a:lnTo>
                    <a:pt x="1482978" y="6257298"/>
                  </a:lnTo>
                  <a:lnTo>
                    <a:pt x="982397" y="6257298"/>
                  </a:lnTo>
                  <a:lnTo>
                    <a:pt x="982397" y="6757883"/>
                  </a:lnTo>
                  <a:lnTo>
                    <a:pt x="481812" y="6757883"/>
                  </a:lnTo>
                  <a:lnTo>
                    <a:pt x="481812" y="6257298"/>
                  </a:lnTo>
                  <a:lnTo>
                    <a:pt x="0" y="6257298"/>
                  </a:lnTo>
                  <a:lnTo>
                    <a:pt x="0" y="3241280"/>
                  </a:lnTo>
                  <a:lnTo>
                    <a:pt x="250290" y="3241280"/>
                  </a:lnTo>
                  <a:cubicBezTo>
                    <a:pt x="525614" y="3241280"/>
                    <a:pt x="750875" y="3016019"/>
                    <a:pt x="750875" y="2740700"/>
                  </a:cubicBezTo>
                  <a:cubicBezTo>
                    <a:pt x="750875" y="2465376"/>
                    <a:pt x="525614" y="2240115"/>
                    <a:pt x="250290" y="2240115"/>
                  </a:cubicBezTo>
                  <a:lnTo>
                    <a:pt x="0" y="2240115"/>
                  </a:lnTo>
                  <a:lnTo>
                    <a:pt x="0" y="2079062"/>
                  </a:lnTo>
                  <a:lnTo>
                    <a:pt x="0" y="2079062"/>
                  </a:lnTo>
                  <a:lnTo>
                    <a:pt x="0" y="1038740"/>
                  </a:lnTo>
                  <a:lnTo>
                    <a:pt x="394210" y="1038740"/>
                  </a:lnTo>
                  <a:lnTo>
                    <a:pt x="500585" y="1038740"/>
                  </a:lnTo>
                  <a:lnTo>
                    <a:pt x="500585" y="1353990"/>
                  </a:lnTo>
                  <a:lnTo>
                    <a:pt x="500585" y="1651927"/>
                  </a:lnTo>
                  <a:lnTo>
                    <a:pt x="500585" y="1770819"/>
                  </a:lnTo>
                  <a:cubicBezTo>
                    <a:pt x="932336" y="1883450"/>
                    <a:pt x="1251460" y="2277660"/>
                    <a:pt x="1251460" y="2740700"/>
                  </a:cubicBezTo>
                  <a:cubicBezTo>
                    <a:pt x="1251460" y="3203740"/>
                    <a:pt x="932336" y="3597950"/>
                    <a:pt x="500585" y="3710581"/>
                  </a:cubicBezTo>
                  <a:lnTo>
                    <a:pt x="500585" y="5750457"/>
                  </a:lnTo>
                  <a:lnTo>
                    <a:pt x="4743032" y="5750457"/>
                  </a:lnTo>
                  <a:lnTo>
                    <a:pt x="4993322" y="5750457"/>
                  </a:lnTo>
                  <a:lnTo>
                    <a:pt x="5518936" y="5750457"/>
                  </a:lnTo>
                  <a:cubicBezTo>
                    <a:pt x="5631566" y="5318706"/>
                    <a:pt x="6025776" y="4999582"/>
                    <a:pt x="6488816" y="4999582"/>
                  </a:cubicBezTo>
                  <a:cubicBezTo>
                    <a:pt x="6951856" y="4999582"/>
                    <a:pt x="7346066" y="5318706"/>
                    <a:pt x="7458696" y="5750457"/>
                  </a:cubicBezTo>
                  <a:lnTo>
                    <a:pt x="10474712" y="5750457"/>
                  </a:lnTo>
                  <a:lnTo>
                    <a:pt x="10474712" y="3704320"/>
                  </a:lnTo>
                  <a:cubicBezTo>
                    <a:pt x="10042962" y="3591689"/>
                    <a:pt x="9723837" y="3197479"/>
                    <a:pt x="9723837" y="2734439"/>
                  </a:cubicBezTo>
                  <a:cubicBezTo>
                    <a:pt x="9723837" y="2271399"/>
                    <a:pt x="10042962" y="1877189"/>
                    <a:pt x="10474712" y="1764558"/>
                  </a:cubicBezTo>
                  <a:lnTo>
                    <a:pt x="10474712" y="506841"/>
                  </a:lnTo>
                  <a:lnTo>
                    <a:pt x="4262846" y="501970"/>
                  </a:lnTo>
                  <a:lnTo>
                    <a:pt x="4262846" y="506843"/>
                  </a:lnTo>
                  <a:lnTo>
                    <a:pt x="1021572" y="506843"/>
                  </a:lnTo>
                  <a:lnTo>
                    <a:pt x="1021572" y="6257"/>
                  </a:lnTo>
                  <a:lnTo>
                    <a:pt x="2496659" y="6257"/>
                  </a:lnTo>
                  <a:close/>
                </a:path>
              </a:pathLst>
            </a:custGeom>
            <a:grpFill/>
            <a:ln w="12650" cap="flat">
              <a:noFill/>
              <a:prstDash val="solid"/>
              <a:miter/>
            </a:ln>
          </p:spPr>
          <p:txBody>
            <a:bodyPr wrap="square" rtlCol="0" anchor="ctr">
              <a:noAutofit/>
            </a:bodyPr>
            <a:lstStyle/>
            <a:p>
              <a:endParaRPr lang="en-US"/>
            </a:p>
          </p:txBody>
        </p:sp>
        <p:sp>
          <p:nvSpPr>
            <p:cNvPr id="411" name="Freeform: Shape 410">
              <a:extLst>
                <a:ext uri="{FF2B5EF4-FFF2-40B4-BE49-F238E27FC236}">
                  <a16:creationId xmlns:a16="http://schemas.microsoft.com/office/drawing/2014/main" id="{BB827344-9952-8B2E-CBF4-E4897BECE1A7}"/>
                </a:ext>
                <a:ext uri="{C183D7F6-B498-43B3-948B-1728B52AA6E4}">
                  <adec:decorative xmlns:adec="http://schemas.microsoft.com/office/drawing/2017/decorative" val="1"/>
                </a:ext>
              </a:extLst>
            </p:cNvPr>
            <p:cNvSpPr/>
            <p:nvPr/>
          </p:nvSpPr>
          <p:spPr>
            <a:xfrm>
              <a:off x="8448796" y="879371"/>
              <a:ext cx="424086" cy="203821"/>
            </a:xfrm>
            <a:custGeom>
              <a:avLst/>
              <a:gdLst>
                <a:gd name="connsiteX0" fmla="*/ 4644881 w 9087560"/>
                <a:gd name="connsiteY0" fmla="*/ 1996083 h 4367604"/>
                <a:gd name="connsiteX1" fmla="*/ 4644881 w 9087560"/>
                <a:gd name="connsiteY1" fmla="*/ 3992166 h 4367604"/>
                <a:gd name="connsiteX2" fmla="*/ 5771192 w 9087560"/>
                <a:gd name="connsiteY2" fmla="*/ 3992166 h 4367604"/>
                <a:gd name="connsiteX3" fmla="*/ 5771192 w 9087560"/>
                <a:gd name="connsiteY3" fmla="*/ 1996083 h 4367604"/>
                <a:gd name="connsiteX4" fmla="*/ 2517401 w 9087560"/>
                <a:gd name="connsiteY4" fmla="*/ 1996083 h 4367604"/>
                <a:gd name="connsiteX5" fmla="*/ 2517401 w 9087560"/>
                <a:gd name="connsiteY5" fmla="*/ 3992166 h 4367604"/>
                <a:gd name="connsiteX6" fmla="*/ 3643712 w 9087560"/>
                <a:gd name="connsiteY6" fmla="*/ 3992166 h 4367604"/>
                <a:gd name="connsiteX7" fmla="*/ 3643712 w 9087560"/>
                <a:gd name="connsiteY7" fmla="*/ 1996083 h 4367604"/>
                <a:gd name="connsiteX8" fmla="*/ 6772363 w 9087560"/>
                <a:gd name="connsiteY8" fmla="*/ 1996083 h 4367604"/>
                <a:gd name="connsiteX9" fmla="*/ 6772363 w 9087560"/>
                <a:gd name="connsiteY9" fmla="*/ 3992166 h 4367604"/>
                <a:gd name="connsiteX10" fmla="*/ 8712123 w 9087560"/>
                <a:gd name="connsiteY10" fmla="*/ 3992166 h 4367604"/>
                <a:gd name="connsiteX11" fmla="*/ 8712123 w 9087560"/>
                <a:gd name="connsiteY11" fmla="*/ 1996083 h 4367604"/>
                <a:gd name="connsiteX12" fmla="*/ 2141964 w 9087560"/>
                <a:gd name="connsiteY12" fmla="*/ 1620645 h 4367604"/>
                <a:gd name="connsiteX13" fmla="*/ 4019149 w 9087560"/>
                <a:gd name="connsiteY13" fmla="*/ 1620645 h 4367604"/>
                <a:gd name="connsiteX14" fmla="*/ 4019149 w 9087560"/>
                <a:gd name="connsiteY14" fmla="*/ 4367604 h 4367604"/>
                <a:gd name="connsiteX15" fmla="*/ 2141964 w 9087560"/>
                <a:gd name="connsiteY15" fmla="*/ 4367604 h 4367604"/>
                <a:gd name="connsiteX16" fmla="*/ 4269444 w 9087560"/>
                <a:gd name="connsiteY16" fmla="*/ 1620645 h 4367604"/>
                <a:gd name="connsiteX17" fmla="*/ 6146629 w 9087560"/>
                <a:gd name="connsiteY17" fmla="*/ 1620645 h 4367604"/>
                <a:gd name="connsiteX18" fmla="*/ 6146629 w 9087560"/>
                <a:gd name="connsiteY18" fmla="*/ 4367604 h 4367604"/>
                <a:gd name="connsiteX19" fmla="*/ 4269444 w 9087560"/>
                <a:gd name="connsiteY19" fmla="*/ 4367604 h 4367604"/>
                <a:gd name="connsiteX20" fmla="*/ 6396925 w 9087560"/>
                <a:gd name="connsiteY20" fmla="*/ 1620645 h 4367604"/>
                <a:gd name="connsiteX21" fmla="*/ 9087560 w 9087560"/>
                <a:gd name="connsiteY21" fmla="*/ 1620645 h 4367604"/>
                <a:gd name="connsiteX22" fmla="*/ 9087560 w 9087560"/>
                <a:gd name="connsiteY22" fmla="*/ 4367604 h 4367604"/>
                <a:gd name="connsiteX23" fmla="*/ 6396925 w 9087560"/>
                <a:gd name="connsiteY23" fmla="*/ 4367604 h 4367604"/>
                <a:gd name="connsiteX24" fmla="*/ 0 w 9087560"/>
                <a:gd name="connsiteY24" fmla="*/ 0 h 4367604"/>
                <a:gd name="connsiteX25" fmla="*/ 750876 w 9087560"/>
                <a:gd name="connsiteY25" fmla="*/ 0 h 4367604"/>
                <a:gd name="connsiteX26" fmla="*/ 750876 w 9087560"/>
                <a:gd name="connsiteY26" fmla="*/ 750877 h 4367604"/>
                <a:gd name="connsiteX27" fmla="*/ 0 w 9087560"/>
                <a:gd name="connsiteY27" fmla="*/ 750877 h 436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087560" h="4367604">
                  <a:moveTo>
                    <a:pt x="4644881" y="1996083"/>
                  </a:moveTo>
                  <a:lnTo>
                    <a:pt x="4644881" y="3992166"/>
                  </a:lnTo>
                  <a:lnTo>
                    <a:pt x="5771192" y="3992166"/>
                  </a:lnTo>
                  <a:lnTo>
                    <a:pt x="5771192" y="1996083"/>
                  </a:lnTo>
                  <a:close/>
                  <a:moveTo>
                    <a:pt x="2517401" y="1996083"/>
                  </a:moveTo>
                  <a:lnTo>
                    <a:pt x="2517401" y="3992166"/>
                  </a:lnTo>
                  <a:lnTo>
                    <a:pt x="3643712" y="3992166"/>
                  </a:lnTo>
                  <a:lnTo>
                    <a:pt x="3643712" y="1996083"/>
                  </a:lnTo>
                  <a:close/>
                  <a:moveTo>
                    <a:pt x="6772363" y="1996083"/>
                  </a:moveTo>
                  <a:lnTo>
                    <a:pt x="6772363" y="3992166"/>
                  </a:lnTo>
                  <a:lnTo>
                    <a:pt x="8712123" y="3992166"/>
                  </a:lnTo>
                  <a:lnTo>
                    <a:pt x="8712123" y="1996083"/>
                  </a:lnTo>
                  <a:close/>
                  <a:moveTo>
                    <a:pt x="2141964" y="1620645"/>
                  </a:moveTo>
                  <a:lnTo>
                    <a:pt x="4019149" y="1620645"/>
                  </a:lnTo>
                  <a:lnTo>
                    <a:pt x="4019149" y="4367604"/>
                  </a:lnTo>
                  <a:lnTo>
                    <a:pt x="2141964" y="4367604"/>
                  </a:lnTo>
                  <a:close/>
                  <a:moveTo>
                    <a:pt x="4269444" y="1620645"/>
                  </a:moveTo>
                  <a:lnTo>
                    <a:pt x="6146629" y="1620645"/>
                  </a:lnTo>
                  <a:lnTo>
                    <a:pt x="6146629" y="4367604"/>
                  </a:lnTo>
                  <a:lnTo>
                    <a:pt x="4269444" y="4367604"/>
                  </a:lnTo>
                  <a:close/>
                  <a:moveTo>
                    <a:pt x="6396925" y="1620645"/>
                  </a:moveTo>
                  <a:lnTo>
                    <a:pt x="9087560" y="1620645"/>
                  </a:lnTo>
                  <a:lnTo>
                    <a:pt x="9087560" y="4367604"/>
                  </a:lnTo>
                  <a:lnTo>
                    <a:pt x="6396925" y="4367604"/>
                  </a:lnTo>
                  <a:close/>
                  <a:moveTo>
                    <a:pt x="0" y="0"/>
                  </a:moveTo>
                  <a:lnTo>
                    <a:pt x="750876" y="0"/>
                  </a:lnTo>
                  <a:lnTo>
                    <a:pt x="750876" y="750877"/>
                  </a:lnTo>
                  <a:lnTo>
                    <a:pt x="0" y="750877"/>
                  </a:lnTo>
                  <a:close/>
                </a:path>
              </a:pathLst>
            </a:custGeom>
            <a:solidFill>
              <a:schemeClr val="bg1"/>
            </a:solidFill>
            <a:ln w="12650" cap="flat">
              <a:noFill/>
              <a:prstDash val="solid"/>
              <a:miter/>
            </a:ln>
          </p:spPr>
          <p:txBody>
            <a:bodyPr wrap="square" rtlCol="0" anchor="ctr">
              <a:noAutofit/>
            </a:bodyPr>
            <a:lstStyle/>
            <a:p>
              <a:endParaRPr lang="en-US"/>
            </a:p>
          </p:txBody>
        </p:sp>
      </p:grpSp>
      <p:grpSp>
        <p:nvGrpSpPr>
          <p:cNvPr id="2819" name="Group 2818">
            <a:extLst>
              <a:ext uri="{FF2B5EF4-FFF2-40B4-BE49-F238E27FC236}">
                <a16:creationId xmlns:a16="http://schemas.microsoft.com/office/drawing/2014/main" id="{56C5E32B-C124-7F43-529D-F3A23D96EA61}"/>
              </a:ext>
              <a:ext uri="{C183D7F6-B498-43B3-948B-1728B52AA6E4}">
                <adec:decorative xmlns:adec="http://schemas.microsoft.com/office/drawing/2017/decorative" val="1"/>
              </a:ext>
            </a:extLst>
          </p:cNvPr>
          <p:cNvGrpSpPr>
            <a:grpSpLocks noChangeAspect="1"/>
          </p:cNvGrpSpPr>
          <p:nvPr/>
        </p:nvGrpSpPr>
        <p:grpSpPr>
          <a:xfrm>
            <a:off x="9141866" y="879371"/>
            <a:ext cx="502057" cy="320040"/>
            <a:chOff x="9141866" y="879371"/>
            <a:chExt cx="502057" cy="320040"/>
          </a:xfrm>
          <a:solidFill>
            <a:schemeClr val="accent2"/>
          </a:solidFill>
        </p:grpSpPr>
        <p:sp>
          <p:nvSpPr>
            <p:cNvPr id="424" name="Freeform: Shape 423">
              <a:extLst>
                <a:ext uri="{FF2B5EF4-FFF2-40B4-BE49-F238E27FC236}">
                  <a16:creationId xmlns:a16="http://schemas.microsoft.com/office/drawing/2014/main" id="{5B863566-04AA-D1FA-8E42-6BCF46F1384C}"/>
                </a:ext>
                <a:ext uri="{C183D7F6-B498-43B3-948B-1728B52AA6E4}">
                  <adec:decorative xmlns:adec="http://schemas.microsoft.com/office/drawing/2017/decorative" val="1"/>
                </a:ext>
              </a:extLst>
            </p:cNvPr>
            <p:cNvSpPr/>
            <p:nvPr/>
          </p:nvSpPr>
          <p:spPr>
            <a:xfrm>
              <a:off x="9147563" y="883545"/>
              <a:ext cx="496360" cy="315866"/>
            </a:xfrm>
            <a:custGeom>
              <a:avLst/>
              <a:gdLst>
                <a:gd name="connsiteX0" fmla="*/ 10152842 w 10636311"/>
                <a:gd name="connsiteY0" fmla="*/ 483469 h 6768568"/>
                <a:gd name="connsiteX1" fmla="*/ 8688514 w 10636311"/>
                <a:gd name="connsiteY1" fmla="*/ 483655 h 6768568"/>
                <a:gd name="connsiteX2" fmla="*/ 8691477 w 10636311"/>
                <a:gd name="connsiteY2" fmla="*/ 552083 h 6768568"/>
                <a:gd name="connsiteX3" fmla="*/ 7265335 w 10636311"/>
                <a:gd name="connsiteY3" fmla="*/ 4870951 h 6768568"/>
                <a:gd name="connsiteX4" fmla="*/ 5457384 w 10636311"/>
                <a:gd name="connsiteY4" fmla="*/ 6165807 h 6768568"/>
                <a:gd name="connsiteX5" fmla="*/ 5162371 w 10636311"/>
                <a:gd name="connsiteY5" fmla="*/ 6285093 h 6768568"/>
                <a:gd name="connsiteX6" fmla="*/ 10152842 w 10636311"/>
                <a:gd name="connsiteY6" fmla="*/ 6285093 h 6768568"/>
                <a:gd name="connsiteX7" fmla="*/ 10152842 w 10636311"/>
                <a:gd name="connsiteY7" fmla="*/ 0 h 6768568"/>
                <a:gd name="connsiteX8" fmla="*/ 10636311 w 10636311"/>
                <a:gd name="connsiteY8" fmla="*/ 483469 h 6768568"/>
                <a:gd name="connsiteX9" fmla="*/ 10636311 w 10636311"/>
                <a:gd name="connsiteY9" fmla="*/ 6768561 h 6768568"/>
                <a:gd name="connsiteX10" fmla="*/ 2175969 w 10636311"/>
                <a:gd name="connsiteY10" fmla="*/ 6768561 h 6768568"/>
                <a:gd name="connsiteX11" fmla="*/ 2175610 w 10636311"/>
                <a:gd name="connsiteY11" fmla="*/ 6768568 h 6768568"/>
                <a:gd name="connsiteX12" fmla="*/ 2175610 w 10636311"/>
                <a:gd name="connsiteY12" fmla="*/ 6768561 h 6768568"/>
                <a:gd name="connsiteX13" fmla="*/ 483469 w 10636311"/>
                <a:gd name="connsiteY13" fmla="*/ 6768561 h 6768568"/>
                <a:gd name="connsiteX14" fmla="*/ 0 w 10636311"/>
                <a:gd name="connsiteY14" fmla="*/ 6285093 h 6768568"/>
                <a:gd name="connsiteX15" fmla="*/ 0 w 10636311"/>
                <a:gd name="connsiteY15" fmla="*/ 4079543 h 6768568"/>
                <a:gd name="connsiteX16" fmla="*/ 0 w 10636311"/>
                <a:gd name="connsiteY16" fmla="*/ 4079543 h 6768568"/>
                <a:gd name="connsiteX17" fmla="*/ 0 w 10636311"/>
                <a:gd name="connsiteY17" fmla="*/ 998694 h 6768568"/>
                <a:gd name="connsiteX18" fmla="*/ 483469 w 10636311"/>
                <a:gd name="connsiteY18" fmla="*/ 998694 h 6768568"/>
                <a:gd name="connsiteX19" fmla="*/ 483469 w 10636311"/>
                <a:gd name="connsiteY19" fmla="*/ 2931195 h 6768568"/>
                <a:gd name="connsiteX20" fmla="*/ 483469 w 10636311"/>
                <a:gd name="connsiteY20" fmla="*/ 4079543 h 6768568"/>
                <a:gd name="connsiteX21" fmla="*/ 483469 w 10636311"/>
                <a:gd name="connsiteY21" fmla="*/ 6285093 h 6768568"/>
                <a:gd name="connsiteX22" fmla="*/ 3299099 w 10636311"/>
                <a:gd name="connsiteY22" fmla="*/ 6285093 h 6768568"/>
                <a:gd name="connsiteX23" fmla="*/ 3316835 w 10636311"/>
                <a:gd name="connsiteY23" fmla="*/ 6283431 h 6768568"/>
                <a:gd name="connsiteX24" fmla="*/ 6946848 w 10636311"/>
                <a:gd name="connsiteY24" fmla="*/ 4592347 h 6768568"/>
                <a:gd name="connsiteX25" fmla="*/ 8266246 w 10636311"/>
                <a:gd name="connsiteY25" fmla="*/ 551167 h 6768568"/>
                <a:gd name="connsiteX26" fmla="*/ 8263614 w 10636311"/>
                <a:gd name="connsiteY26" fmla="*/ 483709 h 6768568"/>
                <a:gd name="connsiteX27" fmla="*/ 4035436 w 10636311"/>
                <a:gd name="connsiteY27" fmla="*/ 484245 h 6768568"/>
                <a:gd name="connsiteX28" fmla="*/ 4035436 w 10636311"/>
                <a:gd name="connsiteY28" fmla="*/ 484300 h 6768568"/>
                <a:gd name="connsiteX29" fmla="*/ 1012500 w 10636311"/>
                <a:gd name="connsiteY29" fmla="*/ 484683 h 6768568"/>
                <a:gd name="connsiteX30" fmla="*/ 1012500 w 10636311"/>
                <a:gd name="connsiteY30" fmla="*/ 1214 h 6768568"/>
                <a:gd name="connsiteX31" fmla="*/ 3020472 w 10636311"/>
                <a:gd name="connsiteY31" fmla="*/ 960 h 6768568"/>
                <a:gd name="connsiteX32" fmla="*/ 3020472 w 10636311"/>
                <a:gd name="connsiteY32" fmla="*/ 905 h 676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636311" h="6768568">
                  <a:moveTo>
                    <a:pt x="10152842" y="483469"/>
                  </a:moveTo>
                  <a:lnTo>
                    <a:pt x="8688514" y="483655"/>
                  </a:lnTo>
                  <a:lnTo>
                    <a:pt x="8691477" y="552083"/>
                  </a:lnTo>
                  <a:cubicBezTo>
                    <a:pt x="8718913" y="1311333"/>
                    <a:pt x="8644618" y="3323735"/>
                    <a:pt x="7265335" y="4870951"/>
                  </a:cubicBezTo>
                  <a:cubicBezTo>
                    <a:pt x="6774347" y="5421955"/>
                    <a:pt x="6170348" y="5854046"/>
                    <a:pt x="5457384" y="6165807"/>
                  </a:cubicBezTo>
                  <a:lnTo>
                    <a:pt x="5162371" y="6285093"/>
                  </a:lnTo>
                  <a:lnTo>
                    <a:pt x="10152842" y="6285093"/>
                  </a:lnTo>
                  <a:close/>
                  <a:moveTo>
                    <a:pt x="10152842" y="0"/>
                  </a:moveTo>
                  <a:cubicBezTo>
                    <a:pt x="10419963" y="0"/>
                    <a:pt x="10636311" y="216358"/>
                    <a:pt x="10636311" y="483469"/>
                  </a:cubicBezTo>
                  <a:lnTo>
                    <a:pt x="10636311" y="6768561"/>
                  </a:lnTo>
                  <a:lnTo>
                    <a:pt x="2175969" y="6768561"/>
                  </a:lnTo>
                  <a:lnTo>
                    <a:pt x="2175610" y="6768568"/>
                  </a:lnTo>
                  <a:lnTo>
                    <a:pt x="2175610" y="6768561"/>
                  </a:lnTo>
                  <a:lnTo>
                    <a:pt x="483469" y="6768561"/>
                  </a:lnTo>
                  <a:cubicBezTo>
                    <a:pt x="216358" y="6768561"/>
                    <a:pt x="0" y="6552213"/>
                    <a:pt x="0" y="6285093"/>
                  </a:cubicBezTo>
                  <a:lnTo>
                    <a:pt x="0" y="4079543"/>
                  </a:lnTo>
                  <a:lnTo>
                    <a:pt x="0" y="4079543"/>
                  </a:lnTo>
                  <a:lnTo>
                    <a:pt x="0" y="998694"/>
                  </a:lnTo>
                  <a:lnTo>
                    <a:pt x="483469" y="998694"/>
                  </a:lnTo>
                  <a:lnTo>
                    <a:pt x="483469" y="2931195"/>
                  </a:lnTo>
                  <a:lnTo>
                    <a:pt x="483469" y="4079543"/>
                  </a:lnTo>
                  <a:lnTo>
                    <a:pt x="483469" y="6285093"/>
                  </a:lnTo>
                  <a:lnTo>
                    <a:pt x="3299099" y="6285093"/>
                  </a:lnTo>
                  <a:lnTo>
                    <a:pt x="3316835" y="6283431"/>
                  </a:lnTo>
                  <a:cubicBezTo>
                    <a:pt x="4884885" y="6104182"/>
                    <a:pt x="6102777" y="5537571"/>
                    <a:pt x="6946848" y="4592347"/>
                  </a:cubicBezTo>
                  <a:cubicBezTo>
                    <a:pt x="8223998" y="3161997"/>
                    <a:pt x="8288321" y="1236543"/>
                    <a:pt x="8266246" y="551167"/>
                  </a:cubicBezTo>
                  <a:lnTo>
                    <a:pt x="8263614" y="483709"/>
                  </a:lnTo>
                  <a:lnTo>
                    <a:pt x="4035436" y="484245"/>
                  </a:lnTo>
                  <a:lnTo>
                    <a:pt x="4035436" y="484300"/>
                  </a:lnTo>
                  <a:lnTo>
                    <a:pt x="1012500" y="484683"/>
                  </a:lnTo>
                  <a:lnTo>
                    <a:pt x="1012500" y="1214"/>
                  </a:lnTo>
                  <a:lnTo>
                    <a:pt x="3020472" y="960"/>
                  </a:lnTo>
                  <a:lnTo>
                    <a:pt x="3020472" y="905"/>
                  </a:lnTo>
                  <a:close/>
                </a:path>
              </a:pathLst>
            </a:custGeom>
            <a:grpFill/>
            <a:ln w="9525" cap="flat">
              <a:noFill/>
              <a:prstDash val="solid"/>
              <a:miter/>
            </a:ln>
          </p:spPr>
          <p:txBody>
            <a:bodyPr wrap="square" rtlCol="0" anchor="ctr">
              <a:noAutofit/>
            </a:bodyPr>
            <a:lstStyle/>
            <a:p>
              <a:endParaRPr lang="en-US"/>
            </a:p>
          </p:txBody>
        </p:sp>
        <p:sp>
          <p:nvSpPr>
            <p:cNvPr id="425" name="Freeform: Shape 424">
              <a:extLst>
                <a:ext uri="{FF2B5EF4-FFF2-40B4-BE49-F238E27FC236}">
                  <a16:creationId xmlns:a16="http://schemas.microsoft.com/office/drawing/2014/main" id="{D58D963E-8E59-9D2D-B61A-7664158FE936}"/>
                </a:ext>
                <a:ext uri="{C183D7F6-B498-43B3-948B-1728B52AA6E4}">
                  <adec:decorative xmlns:adec="http://schemas.microsoft.com/office/drawing/2017/decorative" val="1"/>
                </a:ext>
              </a:extLst>
            </p:cNvPr>
            <p:cNvSpPr/>
            <p:nvPr/>
          </p:nvSpPr>
          <p:spPr>
            <a:xfrm>
              <a:off x="9141866" y="879371"/>
              <a:ext cx="456933" cy="276326"/>
            </a:xfrm>
            <a:custGeom>
              <a:avLst/>
              <a:gdLst>
                <a:gd name="connsiteX0" fmla="*/ 9307986 w 9791455"/>
                <a:gd name="connsiteY0" fmla="*/ 5423916 h 5921284"/>
                <a:gd name="connsiteX1" fmla="*/ 9791455 w 9791455"/>
                <a:gd name="connsiteY1" fmla="*/ 5423916 h 5921284"/>
                <a:gd name="connsiteX2" fmla="*/ 9791455 w 9791455"/>
                <a:gd name="connsiteY2" fmla="*/ 5921284 h 5921284"/>
                <a:gd name="connsiteX3" fmla="*/ 9307986 w 9791455"/>
                <a:gd name="connsiteY3" fmla="*/ 5921284 h 5921284"/>
                <a:gd name="connsiteX4" fmla="*/ 1089019 w 9791455"/>
                <a:gd name="connsiteY4" fmla="*/ 5423916 h 5921284"/>
                <a:gd name="connsiteX5" fmla="*/ 1572488 w 9791455"/>
                <a:gd name="connsiteY5" fmla="*/ 5423916 h 5921284"/>
                <a:gd name="connsiteX6" fmla="*/ 1572488 w 9791455"/>
                <a:gd name="connsiteY6" fmla="*/ 5921284 h 5921284"/>
                <a:gd name="connsiteX7" fmla="*/ 1089019 w 9791455"/>
                <a:gd name="connsiteY7" fmla="*/ 5921284 h 5921284"/>
                <a:gd name="connsiteX8" fmla="*/ 0 w 9791455"/>
                <a:gd name="connsiteY8" fmla="*/ 0 h 5921284"/>
                <a:gd name="connsiteX9" fmla="*/ 725203 w 9791455"/>
                <a:gd name="connsiteY9" fmla="*/ 0 h 5921284"/>
                <a:gd name="connsiteX10" fmla="*/ 725203 w 9791455"/>
                <a:gd name="connsiteY10" fmla="*/ 725203 h 5921284"/>
                <a:gd name="connsiteX11" fmla="*/ 0 w 9791455"/>
                <a:gd name="connsiteY11" fmla="*/ 725203 h 592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1455" h="5921284">
                  <a:moveTo>
                    <a:pt x="9307986" y="5423916"/>
                  </a:moveTo>
                  <a:lnTo>
                    <a:pt x="9791455" y="5423916"/>
                  </a:lnTo>
                  <a:lnTo>
                    <a:pt x="9791455" y="5921284"/>
                  </a:lnTo>
                  <a:lnTo>
                    <a:pt x="9307986" y="5921284"/>
                  </a:lnTo>
                  <a:close/>
                  <a:moveTo>
                    <a:pt x="1089019" y="5423916"/>
                  </a:moveTo>
                  <a:lnTo>
                    <a:pt x="1572488" y="5423916"/>
                  </a:lnTo>
                  <a:lnTo>
                    <a:pt x="1572488" y="5921284"/>
                  </a:lnTo>
                  <a:lnTo>
                    <a:pt x="1089019" y="5921284"/>
                  </a:lnTo>
                  <a:close/>
                  <a:moveTo>
                    <a:pt x="0" y="0"/>
                  </a:moveTo>
                  <a:lnTo>
                    <a:pt x="725203" y="0"/>
                  </a:lnTo>
                  <a:lnTo>
                    <a:pt x="725203" y="725203"/>
                  </a:lnTo>
                  <a:lnTo>
                    <a:pt x="0" y="725203"/>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818" name="Group 2817">
            <a:extLst>
              <a:ext uri="{FF2B5EF4-FFF2-40B4-BE49-F238E27FC236}">
                <a16:creationId xmlns:a16="http://schemas.microsoft.com/office/drawing/2014/main" id="{97141E07-2A1E-3A8A-8698-944C04AA4FA8}"/>
              </a:ext>
              <a:ext uri="{C183D7F6-B498-43B3-948B-1728B52AA6E4}">
                <adec:decorative xmlns:adec="http://schemas.microsoft.com/office/drawing/2017/decorative" val="1"/>
              </a:ext>
            </a:extLst>
          </p:cNvPr>
          <p:cNvGrpSpPr>
            <a:grpSpLocks noChangeAspect="1"/>
          </p:cNvGrpSpPr>
          <p:nvPr/>
        </p:nvGrpSpPr>
        <p:grpSpPr>
          <a:xfrm>
            <a:off x="9818881" y="810791"/>
            <a:ext cx="445524" cy="457200"/>
            <a:chOff x="9818881" y="810791"/>
            <a:chExt cx="445524" cy="457200"/>
          </a:xfrm>
          <a:solidFill>
            <a:schemeClr val="accent2"/>
          </a:solidFill>
        </p:grpSpPr>
        <p:sp>
          <p:nvSpPr>
            <p:cNvPr id="435" name="Freeform: Shape 434">
              <a:extLst>
                <a:ext uri="{FF2B5EF4-FFF2-40B4-BE49-F238E27FC236}">
                  <a16:creationId xmlns:a16="http://schemas.microsoft.com/office/drawing/2014/main" id="{DC7478CD-F9A3-E22D-C689-94C440E07F9F}"/>
                </a:ext>
                <a:ext uri="{C183D7F6-B498-43B3-948B-1728B52AA6E4}">
                  <adec:decorative xmlns:adec="http://schemas.microsoft.com/office/drawing/2017/decorative" val="1"/>
                </a:ext>
              </a:extLst>
            </p:cNvPr>
            <p:cNvSpPr/>
            <p:nvPr/>
          </p:nvSpPr>
          <p:spPr>
            <a:xfrm>
              <a:off x="10020736" y="961547"/>
              <a:ext cx="237389" cy="306444"/>
            </a:xfrm>
            <a:custGeom>
              <a:avLst/>
              <a:gdLst>
                <a:gd name="connsiteX0" fmla="*/ 2016661 w 3560831"/>
                <a:gd name="connsiteY0" fmla="*/ 2680175 h 4596665"/>
                <a:gd name="connsiteX1" fmla="*/ 2557742 w 3560831"/>
                <a:gd name="connsiteY1" fmla="*/ 2789279 h 4596665"/>
                <a:gd name="connsiteX2" fmla="*/ 3113780 w 3560831"/>
                <a:gd name="connsiteY2" fmla="*/ 3100646 h 4596665"/>
                <a:gd name="connsiteX3" fmla="*/ 3503683 w 3560831"/>
                <a:gd name="connsiteY3" fmla="*/ 3523320 h 4596665"/>
                <a:gd name="connsiteX4" fmla="*/ 3560831 w 3560831"/>
                <a:gd name="connsiteY4" fmla="*/ 3660623 h 4596665"/>
                <a:gd name="connsiteX5" fmla="*/ 3011246 w 3560831"/>
                <a:gd name="connsiteY5" fmla="*/ 3660623 h 4596665"/>
                <a:gd name="connsiteX6" fmla="*/ 2882307 w 3560831"/>
                <a:gd name="connsiteY6" fmla="*/ 3482261 h 4596665"/>
                <a:gd name="connsiteX7" fmla="*/ 2262736 w 3560831"/>
                <a:gd name="connsiteY7" fmla="*/ 3161870 h 4596665"/>
                <a:gd name="connsiteX8" fmla="*/ 1976629 w 3560831"/>
                <a:gd name="connsiteY8" fmla="*/ 3123092 h 4596665"/>
                <a:gd name="connsiteX9" fmla="*/ 1250341 w 3560831"/>
                <a:gd name="connsiteY9" fmla="*/ 3277106 h 4596665"/>
                <a:gd name="connsiteX10" fmla="*/ 526605 w 3560831"/>
                <a:gd name="connsiteY10" fmla="*/ 4101143 h 4596665"/>
                <a:gd name="connsiteX11" fmla="*/ 440646 w 3560831"/>
                <a:gd name="connsiteY11" fmla="*/ 4596665 h 4596665"/>
                <a:gd name="connsiteX12" fmla="*/ 0 w 3560831"/>
                <a:gd name="connsiteY12" fmla="*/ 4596665 h 4596665"/>
                <a:gd name="connsiteX13" fmla="*/ 14449 w 3560831"/>
                <a:gd name="connsiteY13" fmla="*/ 4357584 h 4596665"/>
                <a:gd name="connsiteX14" fmla="*/ 105076 w 3560831"/>
                <a:gd name="connsiteY14" fmla="*/ 3970438 h 4596665"/>
                <a:gd name="connsiteX15" fmla="*/ 432203 w 3560831"/>
                <a:gd name="connsiteY15" fmla="*/ 3382095 h 4596665"/>
                <a:gd name="connsiteX16" fmla="*/ 861224 w 3560831"/>
                <a:gd name="connsiteY16" fmla="*/ 2993794 h 4596665"/>
                <a:gd name="connsiteX17" fmla="*/ 1560787 w 3560831"/>
                <a:gd name="connsiteY17" fmla="*/ 2713209 h 4596665"/>
                <a:gd name="connsiteX18" fmla="*/ 1830445 w 3560831"/>
                <a:gd name="connsiteY18" fmla="*/ 2684319 h 4596665"/>
                <a:gd name="connsiteX19" fmla="*/ 2016661 w 3560831"/>
                <a:gd name="connsiteY19" fmla="*/ 2680175 h 4596665"/>
                <a:gd name="connsiteX20" fmla="*/ 1936125 w 3560831"/>
                <a:gd name="connsiteY20" fmla="*/ 438244 h 4596665"/>
                <a:gd name="connsiteX21" fmla="*/ 1746909 w 3560831"/>
                <a:gd name="connsiteY21" fmla="*/ 457121 h 4596665"/>
                <a:gd name="connsiteX22" fmla="*/ 1185169 w 3560831"/>
                <a:gd name="connsiteY22" fmla="*/ 898508 h 4596665"/>
                <a:gd name="connsiteX23" fmla="*/ 1109910 w 3560831"/>
                <a:gd name="connsiteY23" fmla="*/ 1373874 h 4596665"/>
                <a:gd name="connsiteX24" fmla="*/ 1415595 w 3560831"/>
                <a:gd name="connsiteY24" fmla="*/ 1889986 h 4596665"/>
                <a:gd name="connsiteX25" fmla="*/ 2050846 w 3560831"/>
                <a:gd name="connsiteY25" fmla="*/ 2052745 h 4596665"/>
                <a:gd name="connsiteX26" fmla="*/ 2547246 w 3560831"/>
                <a:gd name="connsiteY26" fmla="*/ 1756284 h 4596665"/>
                <a:gd name="connsiteX27" fmla="*/ 2716897 w 3560831"/>
                <a:gd name="connsiteY27" fmla="*/ 1123260 h 4596665"/>
                <a:gd name="connsiteX28" fmla="*/ 2444393 w 3560831"/>
                <a:gd name="connsiteY28" fmla="*/ 640799 h 4596665"/>
                <a:gd name="connsiteX29" fmla="*/ 1936125 w 3560831"/>
                <a:gd name="connsiteY29" fmla="*/ 438244 h 4596665"/>
                <a:gd name="connsiteX30" fmla="*/ 1873944 w 3560831"/>
                <a:gd name="connsiteY30" fmla="*/ 670 h 4596665"/>
                <a:gd name="connsiteX31" fmla="*/ 2385531 w 3560831"/>
                <a:gd name="connsiteY31" fmla="*/ 91426 h 4596665"/>
                <a:gd name="connsiteX32" fmla="*/ 2850878 w 3560831"/>
                <a:gd name="connsiteY32" fmla="*/ 420365 h 4596665"/>
                <a:gd name="connsiteX33" fmla="*/ 3137414 w 3560831"/>
                <a:gd name="connsiteY33" fmla="*/ 998977 h 4596665"/>
                <a:gd name="connsiteX34" fmla="*/ 3165317 w 3560831"/>
                <a:gd name="connsiteY34" fmla="*/ 1273258 h 4596665"/>
                <a:gd name="connsiteX35" fmla="*/ 3062427 w 3560831"/>
                <a:gd name="connsiteY35" fmla="*/ 1751683 h 4596665"/>
                <a:gd name="connsiteX36" fmla="*/ 2797055 w 3560831"/>
                <a:gd name="connsiteY36" fmla="*/ 2141896 h 4596665"/>
                <a:gd name="connsiteX37" fmla="*/ 2153650 w 3560831"/>
                <a:gd name="connsiteY37" fmla="*/ 2481398 h 4596665"/>
                <a:gd name="connsiteX38" fmla="*/ 1829846 w 3560831"/>
                <a:gd name="connsiteY38" fmla="*/ 2500604 h 4596665"/>
                <a:gd name="connsiteX39" fmla="*/ 1140221 w 3560831"/>
                <a:gd name="connsiteY39" fmla="*/ 2234481 h 4596665"/>
                <a:gd name="connsiteX40" fmla="*/ 848539 w 3560831"/>
                <a:gd name="connsiteY40" fmla="*/ 1905732 h 4596665"/>
                <a:gd name="connsiteX41" fmla="*/ 689857 w 3560831"/>
                <a:gd name="connsiteY41" fmla="*/ 1509336 h 4596665"/>
                <a:gd name="connsiteX42" fmla="*/ 661795 w 3560831"/>
                <a:gd name="connsiteY42" fmla="*/ 1287367 h 4596665"/>
                <a:gd name="connsiteX43" fmla="*/ 906957 w 3560831"/>
                <a:gd name="connsiteY43" fmla="*/ 507740 h 4596665"/>
                <a:gd name="connsiteX44" fmla="*/ 1272427 w 3560831"/>
                <a:gd name="connsiteY44" fmla="*/ 176603 h 4596665"/>
                <a:gd name="connsiteX45" fmla="*/ 1699299 w 3560831"/>
                <a:gd name="connsiteY45" fmla="*/ 17911 h 4596665"/>
                <a:gd name="connsiteX46" fmla="*/ 1873944 w 3560831"/>
                <a:gd name="connsiteY46" fmla="*/ 670 h 4596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560831" h="4596665">
                  <a:moveTo>
                    <a:pt x="2016661" y="2680175"/>
                  </a:moveTo>
                  <a:cubicBezTo>
                    <a:pt x="2201359" y="2687233"/>
                    <a:pt x="2381554" y="2726826"/>
                    <a:pt x="2557742" y="2789279"/>
                  </a:cubicBezTo>
                  <a:cubicBezTo>
                    <a:pt x="2760365" y="2861100"/>
                    <a:pt x="2944879" y="2965856"/>
                    <a:pt x="3113780" y="3100646"/>
                  </a:cubicBezTo>
                  <a:cubicBezTo>
                    <a:pt x="3265999" y="3222113"/>
                    <a:pt x="3396181" y="3363172"/>
                    <a:pt x="3503683" y="3523320"/>
                  </a:cubicBezTo>
                  <a:lnTo>
                    <a:pt x="3560831" y="3660623"/>
                  </a:lnTo>
                  <a:lnTo>
                    <a:pt x="3011246" y="3660623"/>
                  </a:lnTo>
                  <a:lnTo>
                    <a:pt x="2882307" y="3482261"/>
                  </a:lnTo>
                  <a:cubicBezTo>
                    <a:pt x="2703081" y="3324395"/>
                    <a:pt x="2496693" y="3213816"/>
                    <a:pt x="2262736" y="3161870"/>
                  </a:cubicBezTo>
                  <a:cubicBezTo>
                    <a:pt x="2169091" y="3141074"/>
                    <a:pt x="2072457" y="3131467"/>
                    <a:pt x="1976629" y="3123092"/>
                  </a:cubicBezTo>
                  <a:cubicBezTo>
                    <a:pt x="1719381" y="3100627"/>
                    <a:pt x="1475836" y="3160356"/>
                    <a:pt x="1250341" y="3277106"/>
                  </a:cubicBezTo>
                  <a:cubicBezTo>
                    <a:pt x="904165" y="3456322"/>
                    <a:pt x="659280" y="3730687"/>
                    <a:pt x="526605" y="4101143"/>
                  </a:cubicBezTo>
                  <a:cubicBezTo>
                    <a:pt x="469457" y="4260708"/>
                    <a:pt x="438802" y="4424359"/>
                    <a:pt x="440646" y="4596665"/>
                  </a:cubicBezTo>
                  <a:cubicBezTo>
                    <a:pt x="295239" y="4596665"/>
                    <a:pt x="151695" y="4596665"/>
                    <a:pt x="0" y="4596665"/>
                  </a:cubicBezTo>
                  <a:cubicBezTo>
                    <a:pt x="4240" y="4516412"/>
                    <a:pt x="359" y="4435373"/>
                    <a:pt x="14449" y="4357584"/>
                  </a:cubicBezTo>
                  <a:cubicBezTo>
                    <a:pt x="38059" y="4227258"/>
                    <a:pt x="65445" y="4096601"/>
                    <a:pt x="105076" y="3970438"/>
                  </a:cubicBezTo>
                  <a:cubicBezTo>
                    <a:pt x="173403" y="3752910"/>
                    <a:pt x="289077" y="3560186"/>
                    <a:pt x="432203" y="3382095"/>
                  </a:cubicBezTo>
                  <a:cubicBezTo>
                    <a:pt x="555097" y="3229168"/>
                    <a:pt x="698544" y="3100928"/>
                    <a:pt x="861224" y="2993794"/>
                  </a:cubicBezTo>
                  <a:cubicBezTo>
                    <a:pt x="1075045" y="2852987"/>
                    <a:pt x="1306509" y="2753180"/>
                    <a:pt x="1560787" y="2713209"/>
                  </a:cubicBezTo>
                  <a:cubicBezTo>
                    <a:pt x="1649987" y="2699196"/>
                    <a:pt x="1740362" y="2691859"/>
                    <a:pt x="1830445" y="2684319"/>
                  </a:cubicBezTo>
                  <a:cubicBezTo>
                    <a:pt x="1893030" y="2679084"/>
                    <a:pt x="1955096" y="2677822"/>
                    <a:pt x="2016661" y="2680175"/>
                  </a:cubicBezTo>
                  <a:close/>
                  <a:moveTo>
                    <a:pt x="1936125" y="438244"/>
                  </a:moveTo>
                  <a:cubicBezTo>
                    <a:pt x="1874540" y="437224"/>
                    <a:pt x="1811414" y="443479"/>
                    <a:pt x="1746909" y="457121"/>
                  </a:cubicBezTo>
                  <a:cubicBezTo>
                    <a:pt x="1495358" y="510323"/>
                    <a:pt x="1307367" y="660498"/>
                    <a:pt x="1185169" y="898508"/>
                  </a:cubicBezTo>
                  <a:cubicBezTo>
                    <a:pt x="1112271" y="1049412"/>
                    <a:pt x="1081486" y="1208766"/>
                    <a:pt x="1109910" y="1373874"/>
                  </a:cubicBezTo>
                  <a:cubicBezTo>
                    <a:pt x="1145923" y="1583078"/>
                    <a:pt x="1245396" y="1758980"/>
                    <a:pt x="1415595" y="1889986"/>
                  </a:cubicBezTo>
                  <a:cubicBezTo>
                    <a:pt x="1603684" y="2034764"/>
                    <a:pt x="1817379" y="2095009"/>
                    <a:pt x="2050846" y="2052745"/>
                  </a:cubicBezTo>
                  <a:cubicBezTo>
                    <a:pt x="2250422" y="2016617"/>
                    <a:pt x="2418721" y="1919260"/>
                    <a:pt x="2547246" y="1756284"/>
                  </a:cubicBezTo>
                  <a:cubicBezTo>
                    <a:pt x="2695266" y="1568586"/>
                    <a:pt x="2753862" y="1356641"/>
                    <a:pt x="2716897" y="1123260"/>
                  </a:cubicBezTo>
                  <a:cubicBezTo>
                    <a:pt x="2686506" y="931375"/>
                    <a:pt x="2594173" y="769314"/>
                    <a:pt x="2444393" y="640799"/>
                  </a:cubicBezTo>
                  <a:cubicBezTo>
                    <a:pt x="2291763" y="509836"/>
                    <a:pt x="2120879" y="441304"/>
                    <a:pt x="1936125" y="438244"/>
                  </a:cubicBezTo>
                  <a:close/>
                  <a:moveTo>
                    <a:pt x="1873944" y="670"/>
                  </a:moveTo>
                  <a:cubicBezTo>
                    <a:pt x="2047750" y="-4937"/>
                    <a:pt x="2218850" y="24596"/>
                    <a:pt x="2385531" y="91426"/>
                  </a:cubicBezTo>
                  <a:cubicBezTo>
                    <a:pt x="2567192" y="164262"/>
                    <a:pt x="2722185" y="274760"/>
                    <a:pt x="2850878" y="420365"/>
                  </a:cubicBezTo>
                  <a:cubicBezTo>
                    <a:pt x="2997974" y="586791"/>
                    <a:pt x="3099933" y="778134"/>
                    <a:pt x="3137414" y="998977"/>
                  </a:cubicBezTo>
                  <a:cubicBezTo>
                    <a:pt x="3152770" y="1089463"/>
                    <a:pt x="3164727" y="1181722"/>
                    <a:pt x="3165317" y="1273258"/>
                  </a:cubicBezTo>
                  <a:cubicBezTo>
                    <a:pt x="3166389" y="1439311"/>
                    <a:pt x="3127057" y="1598300"/>
                    <a:pt x="3062427" y="1751683"/>
                  </a:cubicBezTo>
                  <a:cubicBezTo>
                    <a:pt x="2999949" y="1899955"/>
                    <a:pt x="2910047" y="2029977"/>
                    <a:pt x="2797055" y="2141896"/>
                  </a:cubicBezTo>
                  <a:cubicBezTo>
                    <a:pt x="2617854" y="2319392"/>
                    <a:pt x="2401667" y="2435343"/>
                    <a:pt x="2153650" y="2481398"/>
                  </a:cubicBezTo>
                  <a:cubicBezTo>
                    <a:pt x="2047972" y="2501022"/>
                    <a:pt x="1936983" y="2508168"/>
                    <a:pt x="1829846" y="2500604"/>
                  </a:cubicBezTo>
                  <a:cubicBezTo>
                    <a:pt x="1574505" y="2482578"/>
                    <a:pt x="1340624" y="2399279"/>
                    <a:pt x="1140221" y="2234481"/>
                  </a:cubicBezTo>
                  <a:cubicBezTo>
                    <a:pt x="1026659" y="2141099"/>
                    <a:pt x="922522" y="2039144"/>
                    <a:pt x="848539" y="1905732"/>
                  </a:cubicBezTo>
                  <a:cubicBezTo>
                    <a:pt x="771126" y="1780857"/>
                    <a:pt x="716262" y="1650330"/>
                    <a:pt x="689857" y="1509336"/>
                  </a:cubicBezTo>
                  <a:cubicBezTo>
                    <a:pt x="676141" y="1436090"/>
                    <a:pt x="662796" y="1361512"/>
                    <a:pt x="661795" y="1287367"/>
                  </a:cubicBezTo>
                  <a:cubicBezTo>
                    <a:pt x="657933" y="1001341"/>
                    <a:pt x="735560" y="739437"/>
                    <a:pt x="906957" y="507740"/>
                  </a:cubicBezTo>
                  <a:cubicBezTo>
                    <a:pt x="1006685" y="372928"/>
                    <a:pt x="1129809" y="264821"/>
                    <a:pt x="1272427" y="176603"/>
                  </a:cubicBezTo>
                  <a:cubicBezTo>
                    <a:pt x="1404627" y="94829"/>
                    <a:pt x="1548400" y="42680"/>
                    <a:pt x="1699299" y="17911"/>
                  </a:cubicBezTo>
                  <a:cubicBezTo>
                    <a:pt x="1757772" y="8313"/>
                    <a:pt x="1816008" y="2539"/>
                    <a:pt x="1873944" y="670"/>
                  </a:cubicBezTo>
                  <a:close/>
                </a:path>
              </a:pathLst>
            </a:custGeom>
            <a:grpFill/>
            <a:ln w="6350" cap="flat">
              <a:noFill/>
              <a:prstDash val="solid"/>
              <a:miter/>
            </a:ln>
          </p:spPr>
          <p:txBody>
            <a:bodyPr wrap="square" rtlCol="0" anchor="ctr">
              <a:noAutofit/>
            </a:bodyPr>
            <a:lstStyle/>
            <a:p>
              <a:endParaRPr lang="en-US"/>
            </a:p>
          </p:txBody>
        </p:sp>
        <p:sp>
          <p:nvSpPr>
            <p:cNvPr id="434" name="Freeform: Shape 433">
              <a:extLst>
                <a:ext uri="{FF2B5EF4-FFF2-40B4-BE49-F238E27FC236}">
                  <a16:creationId xmlns:a16="http://schemas.microsoft.com/office/drawing/2014/main" id="{8447C3EB-0080-8090-36DF-F9CB45ABFAFF}"/>
                </a:ext>
                <a:ext uri="{C183D7F6-B498-43B3-948B-1728B52AA6E4}">
                  <adec:decorative xmlns:adec="http://schemas.microsoft.com/office/drawing/2017/decorative" val="1"/>
                </a:ext>
              </a:extLst>
            </p:cNvPr>
            <p:cNvSpPr/>
            <p:nvPr/>
          </p:nvSpPr>
          <p:spPr>
            <a:xfrm>
              <a:off x="9818881" y="810791"/>
              <a:ext cx="445524" cy="457200"/>
            </a:xfrm>
            <a:custGeom>
              <a:avLst/>
              <a:gdLst>
                <a:gd name="connsiteX0" fmla="*/ 6040426 w 6682860"/>
                <a:gd name="connsiteY0" fmla="*/ 6213004 h 6857999"/>
                <a:gd name="connsiteX1" fmla="*/ 6682860 w 6682860"/>
                <a:gd name="connsiteY1" fmla="*/ 6213004 h 6857999"/>
                <a:gd name="connsiteX2" fmla="*/ 6682860 w 6682860"/>
                <a:gd name="connsiteY2" fmla="*/ 6857999 h 6857999"/>
                <a:gd name="connsiteX3" fmla="*/ 6040426 w 6682860"/>
                <a:gd name="connsiteY3" fmla="*/ 6857999 h 6857999"/>
                <a:gd name="connsiteX4" fmla="*/ 390929 w 6682860"/>
                <a:gd name="connsiteY4" fmla="*/ 2459431 h 6857999"/>
                <a:gd name="connsiteX5" fmla="*/ 389633 w 6682860"/>
                <a:gd name="connsiteY5" fmla="*/ 2902943 h 6857999"/>
                <a:gd name="connsiteX6" fmla="*/ 495498 w 6682860"/>
                <a:gd name="connsiteY6" fmla="*/ 3091904 h 6857999"/>
                <a:gd name="connsiteX7" fmla="*/ 750879 w 6682860"/>
                <a:gd name="connsiteY7" fmla="*/ 3219293 h 6857999"/>
                <a:gd name="connsiteX8" fmla="*/ 1431799 w 6682860"/>
                <a:gd name="connsiteY8" fmla="*/ 3361075 h 6857999"/>
                <a:gd name="connsiteX9" fmla="*/ 1890350 w 6682860"/>
                <a:gd name="connsiteY9" fmla="*/ 3363635 h 6857999"/>
                <a:gd name="connsiteX10" fmla="*/ 2379774 w 6682860"/>
                <a:gd name="connsiteY10" fmla="*/ 3305394 h 6857999"/>
                <a:gd name="connsiteX11" fmla="*/ 2943979 w 6682860"/>
                <a:gd name="connsiteY11" fmla="*/ 3086840 h 6857999"/>
                <a:gd name="connsiteX12" fmla="*/ 3032611 w 6682860"/>
                <a:gd name="connsiteY12" fmla="*/ 2927448 h 6857999"/>
                <a:gd name="connsiteX13" fmla="*/ 3030752 w 6682860"/>
                <a:gd name="connsiteY13" fmla="*/ 2536956 h 6857999"/>
                <a:gd name="connsiteX14" fmla="*/ 3030752 w 6682860"/>
                <a:gd name="connsiteY14" fmla="*/ 2464666 h 6857999"/>
                <a:gd name="connsiteX15" fmla="*/ 1712156 w 6682860"/>
                <a:gd name="connsiteY15" fmla="*/ 2732027 h 6857999"/>
                <a:gd name="connsiteX16" fmla="*/ 390929 w 6682860"/>
                <a:gd name="connsiteY16" fmla="*/ 2459431 h 6857999"/>
                <a:gd name="connsiteX17" fmla="*/ 390951 w 6682860"/>
                <a:gd name="connsiteY17" fmla="*/ 1384168 h 6857999"/>
                <a:gd name="connsiteX18" fmla="*/ 392093 w 6682860"/>
                <a:gd name="connsiteY18" fmla="*/ 1876747 h 6857999"/>
                <a:gd name="connsiteX19" fmla="*/ 417814 w 6682860"/>
                <a:gd name="connsiteY19" fmla="*/ 1943846 h 6857999"/>
                <a:gd name="connsiteX20" fmla="*/ 566366 w 6682860"/>
                <a:gd name="connsiteY20" fmla="*/ 2057369 h 6857999"/>
                <a:gd name="connsiteX21" fmla="*/ 1123897 w 6682860"/>
                <a:gd name="connsiteY21" fmla="*/ 2241211 h 6857999"/>
                <a:gd name="connsiteX22" fmla="*/ 1690105 w 6682860"/>
                <a:gd name="connsiteY22" fmla="*/ 2294966 h 6857999"/>
                <a:gd name="connsiteX23" fmla="*/ 1926491 w 6682860"/>
                <a:gd name="connsiteY23" fmla="*/ 2286115 h 6857999"/>
                <a:gd name="connsiteX24" fmla="*/ 2170517 w 6682860"/>
                <a:gd name="connsiteY24" fmla="*/ 2265416 h 6857999"/>
                <a:gd name="connsiteX25" fmla="*/ 2527020 w 6682860"/>
                <a:gd name="connsiteY25" fmla="*/ 2189836 h 6857999"/>
                <a:gd name="connsiteX26" fmla="*/ 2957168 w 6682860"/>
                <a:gd name="connsiteY26" fmla="*/ 1999568 h 6857999"/>
                <a:gd name="connsiteX27" fmla="*/ 3032349 w 6682860"/>
                <a:gd name="connsiteY27" fmla="*/ 1857190 h 6857999"/>
                <a:gd name="connsiteX28" fmla="*/ 3030752 w 6682860"/>
                <a:gd name="connsiteY28" fmla="*/ 1576330 h 6857999"/>
                <a:gd name="connsiteX29" fmla="*/ 3030752 w 6682860"/>
                <a:gd name="connsiteY29" fmla="*/ 1387179 h 6857999"/>
                <a:gd name="connsiteX30" fmla="*/ 2872043 w 6682860"/>
                <a:gd name="connsiteY30" fmla="*/ 1457332 h 6857999"/>
                <a:gd name="connsiteX31" fmla="*/ 2280450 w 6682860"/>
                <a:gd name="connsiteY31" fmla="*/ 1609652 h 6857999"/>
                <a:gd name="connsiteX32" fmla="*/ 1750821 w 6682860"/>
                <a:gd name="connsiteY32" fmla="*/ 1655887 h 6857999"/>
                <a:gd name="connsiteX33" fmla="*/ 1447826 w 6682860"/>
                <a:gd name="connsiteY33" fmla="*/ 1647283 h 6857999"/>
                <a:gd name="connsiteX34" fmla="*/ 1289999 w 6682860"/>
                <a:gd name="connsiteY34" fmla="*/ 1628948 h 6857999"/>
                <a:gd name="connsiteX35" fmla="*/ 1043441 w 6682860"/>
                <a:gd name="connsiteY35" fmla="*/ 1596696 h 6857999"/>
                <a:gd name="connsiteX36" fmla="*/ 511209 w 6682860"/>
                <a:gd name="connsiteY36" fmla="*/ 1438474 h 6857999"/>
                <a:gd name="connsiteX37" fmla="*/ 390951 w 6682860"/>
                <a:gd name="connsiteY37" fmla="*/ 1384168 h 6857999"/>
                <a:gd name="connsiteX38" fmla="*/ 1774497 w 6682860"/>
                <a:gd name="connsiteY38" fmla="*/ 443780 h 6857999"/>
                <a:gd name="connsiteX39" fmla="*/ 1602184 w 6682860"/>
                <a:gd name="connsiteY39" fmla="*/ 447910 h 6857999"/>
                <a:gd name="connsiteX40" fmla="*/ 1315072 w 6682860"/>
                <a:gd name="connsiteY40" fmla="*/ 466284 h 6857999"/>
                <a:gd name="connsiteX41" fmla="*/ 812226 w 6682860"/>
                <a:gd name="connsiteY41" fmla="*/ 571859 h 6857999"/>
                <a:gd name="connsiteX42" fmla="*/ 423580 w 6682860"/>
                <a:gd name="connsiteY42" fmla="*/ 781307 h 6857999"/>
                <a:gd name="connsiteX43" fmla="*/ 422358 w 6682860"/>
                <a:gd name="connsiteY43" fmla="*/ 874390 h 6857999"/>
                <a:gd name="connsiteX44" fmla="*/ 731187 w 6682860"/>
                <a:gd name="connsiteY44" fmla="*/ 1056709 h 6857999"/>
                <a:gd name="connsiteX45" fmla="*/ 1416354 w 6682860"/>
                <a:gd name="connsiteY45" fmla="*/ 1202048 h 6857999"/>
                <a:gd name="connsiteX46" fmla="*/ 1963763 w 6682860"/>
                <a:gd name="connsiteY46" fmla="*/ 1207158 h 6857999"/>
                <a:gd name="connsiteX47" fmla="*/ 2430168 w 6682860"/>
                <a:gd name="connsiteY47" fmla="*/ 1138254 h 6857999"/>
                <a:gd name="connsiteX48" fmla="*/ 2728819 w 6682860"/>
                <a:gd name="connsiteY48" fmla="*/ 1044608 h 6857999"/>
                <a:gd name="connsiteX49" fmla="*/ 3000877 w 6682860"/>
                <a:gd name="connsiteY49" fmla="*/ 881841 h 6857999"/>
                <a:gd name="connsiteX50" fmla="*/ 2998707 w 6682860"/>
                <a:gd name="connsiteY50" fmla="*/ 775100 h 6857999"/>
                <a:gd name="connsiteX51" fmla="*/ 2769421 w 6682860"/>
                <a:gd name="connsiteY51" fmla="*/ 632304 h 6857999"/>
                <a:gd name="connsiteX52" fmla="*/ 1946366 w 6682860"/>
                <a:gd name="connsiteY52" fmla="*/ 448629 h 6857999"/>
                <a:gd name="connsiteX53" fmla="*/ 1774497 w 6682860"/>
                <a:gd name="connsiteY53" fmla="*/ 443780 h 6857999"/>
                <a:gd name="connsiteX54" fmla="*/ 1758270 w 6682860"/>
                <a:gd name="connsiteY54" fmla="*/ 855 h 6857999"/>
                <a:gd name="connsiteX55" fmla="*/ 2822886 w 6682860"/>
                <a:gd name="connsiteY55" fmla="*/ 180234 h 6857999"/>
                <a:gd name="connsiteX56" fmla="*/ 3261651 w 6682860"/>
                <a:gd name="connsiteY56" fmla="*/ 445874 h 6857999"/>
                <a:gd name="connsiteX57" fmla="*/ 3422362 w 6682860"/>
                <a:gd name="connsiteY57" fmla="*/ 833991 h 6857999"/>
                <a:gd name="connsiteX58" fmla="*/ 3421452 w 6682860"/>
                <a:gd name="connsiteY58" fmla="*/ 3006455 h 6857999"/>
                <a:gd name="connsiteX59" fmla="*/ 3281550 w 6682860"/>
                <a:gd name="connsiteY59" fmla="*/ 3345274 h 6857999"/>
                <a:gd name="connsiteX60" fmla="*/ 2722236 w 6682860"/>
                <a:gd name="connsiteY60" fmla="*/ 3667893 h 6857999"/>
                <a:gd name="connsiteX61" fmla="*/ 2228695 w 6682860"/>
                <a:gd name="connsiteY61" fmla="*/ 3773252 h 6857999"/>
                <a:gd name="connsiteX62" fmla="*/ 1905060 w 6682860"/>
                <a:gd name="connsiteY62" fmla="*/ 3801157 h 6857999"/>
                <a:gd name="connsiteX63" fmla="*/ 1606744 w 6682860"/>
                <a:gd name="connsiteY63" fmla="*/ 3809470 h 6857999"/>
                <a:gd name="connsiteX64" fmla="*/ 1078606 w 6682860"/>
                <a:gd name="connsiteY64" fmla="*/ 3754664 h 6857999"/>
                <a:gd name="connsiteX65" fmla="*/ 551586 w 6682860"/>
                <a:gd name="connsiteY65" fmla="*/ 3611044 h 6857999"/>
                <a:gd name="connsiteX66" fmla="*/ 164546 w 6682860"/>
                <a:gd name="connsiteY66" fmla="*/ 3360937 h 6857999"/>
                <a:gd name="connsiteX67" fmla="*/ 9442 w 6682860"/>
                <a:gd name="connsiteY67" fmla="*/ 3030034 h 6857999"/>
                <a:gd name="connsiteX68" fmla="*/ 599 w 6682860"/>
                <a:gd name="connsiteY68" fmla="*/ 2879283 h 6857999"/>
                <a:gd name="connsiteX69" fmla="*/ 0 w 6682860"/>
                <a:gd name="connsiteY69" fmla="*/ 868801 h 6857999"/>
                <a:gd name="connsiteX70" fmla="*/ 276439 w 6682860"/>
                <a:gd name="connsiteY70" fmla="*/ 351931 h 6857999"/>
                <a:gd name="connsiteX71" fmla="*/ 940601 w 6682860"/>
                <a:gd name="connsiteY71" fmla="*/ 85588 h 6857999"/>
                <a:gd name="connsiteX72" fmla="*/ 1399724 w 6682860"/>
                <a:gd name="connsiteY72" fmla="*/ 19476 h 6857999"/>
                <a:gd name="connsiteX73" fmla="*/ 1758270 w 6682860"/>
                <a:gd name="connsiteY73" fmla="*/ 85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682860" h="6857999">
                  <a:moveTo>
                    <a:pt x="6040426" y="6213004"/>
                  </a:moveTo>
                  <a:lnTo>
                    <a:pt x="6682860" y="6213004"/>
                  </a:lnTo>
                  <a:lnTo>
                    <a:pt x="6682860" y="6857999"/>
                  </a:lnTo>
                  <a:lnTo>
                    <a:pt x="6040426" y="6857999"/>
                  </a:lnTo>
                  <a:close/>
                  <a:moveTo>
                    <a:pt x="390929" y="2459431"/>
                  </a:moveTo>
                  <a:cubicBezTo>
                    <a:pt x="390929" y="2611495"/>
                    <a:pt x="394311" y="2757348"/>
                    <a:pt x="389633" y="2902943"/>
                  </a:cubicBezTo>
                  <a:cubicBezTo>
                    <a:pt x="386913" y="2987668"/>
                    <a:pt x="414400" y="3048929"/>
                    <a:pt x="495498" y="3091904"/>
                  </a:cubicBezTo>
                  <a:cubicBezTo>
                    <a:pt x="580445" y="3134828"/>
                    <a:pt x="662651" y="3184754"/>
                    <a:pt x="750879" y="3219293"/>
                  </a:cubicBezTo>
                  <a:cubicBezTo>
                    <a:pt x="969267" y="3304783"/>
                    <a:pt x="1199506" y="3343615"/>
                    <a:pt x="1431799" y="3361075"/>
                  </a:cubicBezTo>
                  <a:cubicBezTo>
                    <a:pt x="1583852" y="3372503"/>
                    <a:pt x="1737449" y="3362885"/>
                    <a:pt x="1890350" y="3363635"/>
                  </a:cubicBezTo>
                  <a:cubicBezTo>
                    <a:pt x="2055954" y="3364447"/>
                    <a:pt x="2218628" y="3339112"/>
                    <a:pt x="2379774" y="3305394"/>
                  </a:cubicBezTo>
                  <a:cubicBezTo>
                    <a:pt x="2579427" y="3263620"/>
                    <a:pt x="2772770" y="3202631"/>
                    <a:pt x="2943979" y="3086840"/>
                  </a:cubicBezTo>
                  <a:cubicBezTo>
                    <a:pt x="2999331" y="3049406"/>
                    <a:pt x="3036641" y="3004522"/>
                    <a:pt x="3032611" y="2927448"/>
                  </a:cubicBezTo>
                  <a:cubicBezTo>
                    <a:pt x="3025823" y="2797607"/>
                    <a:pt x="3030752" y="2667152"/>
                    <a:pt x="3030752" y="2536956"/>
                  </a:cubicBezTo>
                  <a:cubicBezTo>
                    <a:pt x="3030752" y="2515153"/>
                    <a:pt x="3030752" y="2493349"/>
                    <a:pt x="3030752" y="2464666"/>
                  </a:cubicBezTo>
                  <a:cubicBezTo>
                    <a:pt x="2611029" y="2672317"/>
                    <a:pt x="2165845" y="2733125"/>
                    <a:pt x="1712156" y="2732027"/>
                  </a:cubicBezTo>
                  <a:cubicBezTo>
                    <a:pt x="1256902" y="2730925"/>
                    <a:pt x="809244" y="2673703"/>
                    <a:pt x="390929" y="2459431"/>
                  </a:cubicBezTo>
                  <a:close/>
                  <a:moveTo>
                    <a:pt x="390951" y="1384168"/>
                  </a:moveTo>
                  <a:cubicBezTo>
                    <a:pt x="390951" y="1553027"/>
                    <a:pt x="389944" y="1714907"/>
                    <a:pt x="392093" y="1876747"/>
                  </a:cubicBezTo>
                  <a:cubicBezTo>
                    <a:pt x="392398" y="1899663"/>
                    <a:pt x="401740" y="1929416"/>
                    <a:pt x="417814" y="1943846"/>
                  </a:cubicBezTo>
                  <a:cubicBezTo>
                    <a:pt x="464118" y="1985414"/>
                    <a:pt x="512424" y="2027158"/>
                    <a:pt x="566366" y="2057369"/>
                  </a:cubicBezTo>
                  <a:cubicBezTo>
                    <a:pt x="739848" y="2154535"/>
                    <a:pt x="929262" y="2204074"/>
                    <a:pt x="1123897" y="2241211"/>
                  </a:cubicBezTo>
                  <a:cubicBezTo>
                    <a:pt x="1311486" y="2277005"/>
                    <a:pt x="1500538" y="2287608"/>
                    <a:pt x="1690105" y="2294966"/>
                  </a:cubicBezTo>
                  <a:cubicBezTo>
                    <a:pt x="1768679" y="2298018"/>
                    <a:pt x="1847776" y="2290929"/>
                    <a:pt x="1926491" y="2286115"/>
                  </a:cubicBezTo>
                  <a:cubicBezTo>
                    <a:pt x="2007998" y="2281131"/>
                    <a:pt x="2090273" y="2278914"/>
                    <a:pt x="2170517" y="2265416"/>
                  </a:cubicBezTo>
                  <a:cubicBezTo>
                    <a:pt x="2290245" y="2245275"/>
                    <a:pt x="2409849" y="2221374"/>
                    <a:pt x="2527020" y="2189836"/>
                  </a:cubicBezTo>
                  <a:cubicBezTo>
                    <a:pt x="2679546" y="2148782"/>
                    <a:pt x="2828295" y="2095341"/>
                    <a:pt x="2957168" y="1999568"/>
                  </a:cubicBezTo>
                  <a:cubicBezTo>
                    <a:pt x="3004177" y="1964632"/>
                    <a:pt x="3036935" y="1924439"/>
                    <a:pt x="3032349" y="1857190"/>
                  </a:cubicBezTo>
                  <a:cubicBezTo>
                    <a:pt x="3025991" y="1763968"/>
                    <a:pt x="3030752" y="1669987"/>
                    <a:pt x="3030752" y="1576330"/>
                  </a:cubicBezTo>
                  <a:cubicBezTo>
                    <a:pt x="3030752" y="1513778"/>
                    <a:pt x="3030752" y="1451225"/>
                    <a:pt x="3030752" y="1387179"/>
                  </a:cubicBezTo>
                  <a:cubicBezTo>
                    <a:pt x="2974394" y="1412174"/>
                    <a:pt x="2923724" y="1435976"/>
                    <a:pt x="2872043" y="1457332"/>
                  </a:cubicBezTo>
                  <a:cubicBezTo>
                    <a:pt x="2682045" y="1535844"/>
                    <a:pt x="2484420" y="1586894"/>
                    <a:pt x="2280450" y="1609652"/>
                  </a:cubicBezTo>
                  <a:cubicBezTo>
                    <a:pt x="2104350" y="1629299"/>
                    <a:pt x="1927687" y="1645937"/>
                    <a:pt x="1750821" y="1655887"/>
                  </a:cubicBezTo>
                  <a:cubicBezTo>
                    <a:pt x="1650280" y="1661544"/>
                    <a:pt x="1548754" y="1652590"/>
                    <a:pt x="1447826" y="1647283"/>
                  </a:cubicBezTo>
                  <a:cubicBezTo>
                    <a:pt x="1397962" y="1644661"/>
                    <a:pt x="1348446" y="1635400"/>
                    <a:pt x="1289999" y="1628948"/>
                  </a:cubicBezTo>
                  <a:cubicBezTo>
                    <a:pt x="1207753" y="1618505"/>
                    <a:pt x="1124615" y="1612607"/>
                    <a:pt x="1043441" y="1596696"/>
                  </a:cubicBezTo>
                  <a:cubicBezTo>
                    <a:pt x="861210" y="1560978"/>
                    <a:pt x="681202" y="1516138"/>
                    <a:pt x="511209" y="1438474"/>
                  </a:cubicBezTo>
                  <a:cubicBezTo>
                    <a:pt x="472461" y="1420772"/>
                    <a:pt x="433565" y="1403401"/>
                    <a:pt x="390951" y="1384168"/>
                  </a:cubicBezTo>
                  <a:close/>
                  <a:moveTo>
                    <a:pt x="1774497" y="443780"/>
                  </a:moveTo>
                  <a:cubicBezTo>
                    <a:pt x="1717048" y="444305"/>
                    <a:pt x="1659526" y="446327"/>
                    <a:pt x="1602184" y="447910"/>
                  </a:cubicBezTo>
                  <a:cubicBezTo>
                    <a:pt x="1506379" y="450556"/>
                    <a:pt x="1410669" y="458665"/>
                    <a:pt x="1315072" y="466284"/>
                  </a:cubicBezTo>
                  <a:cubicBezTo>
                    <a:pt x="1143037" y="479999"/>
                    <a:pt x="975643" y="517510"/>
                    <a:pt x="812226" y="571859"/>
                  </a:cubicBezTo>
                  <a:cubicBezTo>
                    <a:pt x="670749" y="618912"/>
                    <a:pt x="531468" y="671385"/>
                    <a:pt x="423580" y="781307"/>
                  </a:cubicBezTo>
                  <a:cubicBezTo>
                    <a:pt x="390698" y="814810"/>
                    <a:pt x="390956" y="840806"/>
                    <a:pt x="422358" y="874390"/>
                  </a:cubicBezTo>
                  <a:cubicBezTo>
                    <a:pt x="507490" y="965429"/>
                    <a:pt x="617717" y="1014923"/>
                    <a:pt x="731187" y="1056709"/>
                  </a:cubicBezTo>
                  <a:cubicBezTo>
                    <a:pt x="952331" y="1138145"/>
                    <a:pt x="1181139" y="1181996"/>
                    <a:pt x="1416354" y="1202048"/>
                  </a:cubicBezTo>
                  <a:cubicBezTo>
                    <a:pt x="1599258" y="1217640"/>
                    <a:pt x="1781912" y="1220209"/>
                    <a:pt x="1963763" y="1207158"/>
                  </a:cubicBezTo>
                  <a:cubicBezTo>
                    <a:pt x="2117587" y="1196118"/>
                    <a:pt x="2269928" y="1164395"/>
                    <a:pt x="2430168" y="1138254"/>
                  </a:cubicBezTo>
                  <a:cubicBezTo>
                    <a:pt x="2529896" y="1107502"/>
                    <a:pt x="2631530" y="1081749"/>
                    <a:pt x="2728819" y="1044608"/>
                  </a:cubicBezTo>
                  <a:cubicBezTo>
                    <a:pt x="2828101" y="1006707"/>
                    <a:pt x="2924485" y="959747"/>
                    <a:pt x="3000877" y="881841"/>
                  </a:cubicBezTo>
                  <a:cubicBezTo>
                    <a:pt x="3041488" y="840425"/>
                    <a:pt x="3045568" y="809575"/>
                    <a:pt x="2998707" y="775100"/>
                  </a:cubicBezTo>
                  <a:cubicBezTo>
                    <a:pt x="2926311" y="721835"/>
                    <a:pt x="2850520" y="670193"/>
                    <a:pt x="2769421" y="632304"/>
                  </a:cubicBezTo>
                  <a:cubicBezTo>
                    <a:pt x="2509311" y="510783"/>
                    <a:pt x="2229051" y="470451"/>
                    <a:pt x="1946366" y="448629"/>
                  </a:cubicBezTo>
                  <a:cubicBezTo>
                    <a:pt x="1889320" y="444226"/>
                    <a:pt x="1831946" y="443254"/>
                    <a:pt x="1774497" y="443780"/>
                  </a:cubicBezTo>
                  <a:close/>
                  <a:moveTo>
                    <a:pt x="1758270" y="855"/>
                  </a:moveTo>
                  <a:cubicBezTo>
                    <a:pt x="2120802" y="12492"/>
                    <a:pt x="2480116" y="49737"/>
                    <a:pt x="2822886" y="180234"/>
                  </a:cubicBezTo>
                  <a:cubicBezTo>
                    <a:pt x="2985068" y="241980"/>
                    <a:pt x="3139294" y="319499"/>
                    <a:pt x="3261651" y="445874"/>
                  </a:cubicBezTo>
                  <a:cubicBezTo>
                    <a:pt x="3365319" y="552946"/>
                    <a:pt x="3422782" y="680023"/>
                    <a:pt x="3422362" y="833991"/>
                  </a:cubicBezTo>
                  <a:cubicBezTo>
                    <a:pt x="3420387" y="1558142"/>
                    <a:pt x="3421517" y="2282300"/>
                    <a:pt x="3421452" y="3006455"/>
                  </a:cubicBezTo>
                  <a:cubicBezTo>
                    <a:pt x="3421440" y="3138555"/>
                    <a:pt x="3368329" y="3249926"/>
                    <a:pt x="3281550" y="3345274"/>
                  </a:cubicBezTo>
                  <a:cubicBezTo>
                    <a:pt x="3129830" y="3511978"/>
                    <a:pt x="2931767" y="3600734"/>
                    <a:pt x="2722236" y="3667893"/>
                  </a:cubicBezTo>
                  <a:cubicBezTo>
                    <a:pt x="2561351" y="3719460"/>
                    <a:pt x="2397280" y="3757418"/>
                    <a:pt x="2228695" y="3773252"/>
                  </a:cubicBezTo>
                  <a:cubicBezTo>
                    <a:pt x="2120887" y="3783377"/>
                    <a:pt x="2013102" y="3794474"/>
                    <a:pt x="1905060" y="3801157"/>
                  </a:cubicBezTo>
                  <a:cubicBezTo>
                    <a:pt x="1805751" y="3807299"/>
                    <a:pt x="1705538" y="3816353"/>
                    <a:pt x="1606744" y="3809470"/>
                  </a:cubicBezTo>
                  <a:cubicBezTo>
                    <a:pt x="1430274" y="3797179"/>
                    <a:pt x="1254365" y="3775594"/>
                    <a:pt x="1078606" y="3754664"/>
                  </a:cubicBezTo>
                  <a:cubicBezTo>
                    <a:pt x="896096" y="3732931"/>
                    <a:pt x="721224" y="3680139"/>
                    <a:pt x="551586" y="3611044"/>
                  </a:cubicBezTo>
                  <a:cubicBezTo>
                    <a:pt x="408303" y="3552686"/>
                    <a:pt x="273559" y="3479399"/>
                    <a:pt x="164546" y="3360937"/>
                  </a:cubicBezTo>
                  <a:cubicBezTo>
                    <a:pt x="71403" y="3267569"/>
                    <a:pt x="15961" y="3160267"/>
                    <a:pt x="9442" y="3030034"/>
                  </a:cubicBezTo>
                  <a:cubicBezTo>
                    <a:pt x="6925" y="2979755"/>
                    <a:pt x="644" y="2929534"/>
                    <a:pt x="599" y="2879283"/>
                  </a:cubicBezTo>
                  <a:cubicBezTo>
                    <a:pt x="-5" y="2209123"/>
                    <a:pt x="544" y="1538962"/>
                    <a:pt x="0" y="868801"/>
                  </a:cubicBezTo>
                  <a:cubicBezTo>
                    <a:pt x="-180" y="646537"/>
                    <a:pt x="97986" y="478000"/>
                    <a:pt x="276439" y="351931"/>
                  </a:cubicBezTo>
                  <a:cubicBezTo>
                    <a:pt x="476668" y="210483"/>
                    <a:pt x="701889" y="129344"/>
                    <a:pt x="940601" y="85588"/>
                  </a:cubicBezTo>
                  <a:cubicBezTo>
                    <a:pt x="1092607" y="57726"/>
                    <a:pt x="1246076" y="36176"/>
                    <a:pt x="1399724" y="19476"/>
                  </a:cubicBezTo>
                  <a:cubicBezTo>
                    <a:pt x="1518584" y="6558"/>
                    <a:pt x="1639015" y="-2974"/>
                    <a:pt x="1758270" y="855"/>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817" name="Group 2816">
            <a:extLst>
              <a:ext uri="{FF2B5EF4-FFF2-40B4-BE49-F238E27FC236}">
                <a16:creationId xmlns:a16="http://schemas.microsoft.com/office/drawing/2014/main" id="{49E07F13-CE26-E24E-DD84-07540EB3DDED}"/>
              </a:ext>
              <a:ext uri="{C183D7F6-B498-43B3-948B-1728B52AA6E4}">
                <adec:decorative xmlns:adec="http://schemas.microsoft.com/office/drawing/2017/decorative" val="1"/>
              </a:ext>
            </a:extLst>
          </p:cNvPr>
          <p:cNvGrpSpPr>
            <a:grpSpLocks noChangeAspect="1"/>
          </p:cNvGrpSpPr>
          <p:nvPr/>
        </p:nvGrpSpPr>
        <p:grpSpPr>
          <a:xfrm>
            <a:off x="10439363" y="810791"/>
            <a:ext cx="503240" cy="457200"/>
            <a:chOff x="10439363" y="810791"/>
            <a:chExt cx="503240" cy="457200"/>
          </a:xfrm>
          <a:solidFill>
            <a:schemeClr val="accent2"/>
          </a:solidFill>
        </p:grpSpPr>
        <p:sp>
          <p:nvSpPr>
            <p:cNvPr id="442" name="Freeform: Shape 441">
              <a:extLst>
                <a:ext uri="{FF2B5EF4-FFF2-40B4-BE49-F238E27FC236}">
                  <a16:creationId xmlns:a16="http://schemas.microsoft.com/office/drawing/2014/main" id="{D32FDD8F-8359-315B-2ABF-D461FABC9457}"/>
                </a:ext>
                <a:ext uri="{C183D7F6-B498-43B3-948B-1728B52AA6E4}">
                  <adec:decorative xmlns:adec="http://schemas.microsoft.com/office/drawing/2017/decorative" val="1"/>
                </a:ext>
              </a:extLst>
            </p:cNvPr>
            <p:cNvSpPr/>
            <p:nvPr/>
          </p:nvSpPr>
          <p:spPr>
            <a:xfrm>
              <a:off x="10482373" y="810791"/>
              <a:ext cx="460230" cy="457200"/>
            </a:xfrm>
            <a:custGeom>
              <a:avLst/>
              <a:gdLst>
                <a:gd name="connsiteX0" fmla="*/ 6313752 w 6903461"/>
                <a:gd name="connsiteY0" fmla="*/ 6269328 h 6857999"/>
                <a:gd name="connsiteX1" fmla="*/ 6903461 w 6903461"/>
                <a:gd name="connsiteY1" fmla="*/ 6269328 h 6857999"/>
                <a:gd name="connsiteX2" fmla="*/ 6903461 w 6903461"/>
                <a:gd name="connsiteY2" fmla="*/ 6857999 h 6857999"/>
                <a:gd name="connsiteX3" fmla="*/ 6313752 w 6903461"/>
                <a:gd name="connsiteY3" fmla="*/ 6857999 h 6857999"/>
                <a:gd name="connsiteX4" fmla="*/ 6645997 w 6903461"/>
                <a:gd name="connsiteY4" fmla="*/ 5 h 6857999"/>
                <a:gd name="connsiteX5" fmla="*/ 6705805 w 6903461"/>
                <a:gd name="connsiteY5" fmla="*/ 5 h 6857999"/>
                <a:gd name="connsiteX6" fmla="*/ 6705805 w 6903461"/>
                <a:gd name="connsiteY6" fmla="*/ 60108 h 6857999"/>
                <a:gd name="connsiteX7" fmla="*/ 6706563 w 6903461"/>
                <a:gd name="connsiteY7" fmla="*/ 2167379 h 6857999"/>
                <a:gd name="connsiteX8" fmla="*/ 6420497 w 6903461"/>
                <a:gd name="connsiteY8" fmla="*/ 2540282 h 6857999"/>
                <a:gd name="connsiteX9" fmla="*/ 5938074 w 6903461"/>
                <a:gd name="connsiteY9" fmla="*/ 2275958 h 6857999"/>
                <a:gd name="connsiteX10" fmla="*/ 5922787 w 6903461"/>
                <a:gd name="connsiteY10" fmla="*/ 2183615 h 6857999"/>
                <a:gd name="connsiteX11" fmla="*/ 5922103 w 6903461"/>
                <a:gd name="connsiteY11" fmla="*/ 1508769 h 6857999"/>
                <a:gd name="connsiteX12" fmla="*/ 5922103 w 6903461"/>
                <a:gd name="connsiteY12" fmla="*/ 1472708 h 6857999"/>
                <a:gd name="connsiteX13" fmla="*/ 5904723 w 6903461"/>
                <a:gd name="connsiteY13" fmla="*/ 1484886 h 6857999"/>
                <a:gd name="connsiteX14" fmla="*/ 5577765 w 6903461"/>
                <a:gd name="connsiteY14" fmla="*/ 1802851 h 6857999"/>
                <a:gd name="connsiteX15" fmla="*/ 5297110 w 6903461"/>
                <a:gd name="connsiteY15" fmla="*/ 2074758 h 6857999"/>
                <a:gd name="connsiteX16" fmla="*/ 5078117 w 6903461"/>
                <a:gd name="connsiteY16" fmla="*/ 2285189 h 6857999"/>
                <a:gd name="connsiteX17" fmla="*/ 4575278 w 6903461"/>
                <a:gd name="connsiteY17" fmla="*/ 2770489 h 6857999"/>
                <a:gd name="connsiteX18" fmla="*/ 4347028 w 6903461"/>
                <a:gd name="connsiteY18" fmla="*/ 2990134 h 6857999"/>
                <a:gd name="connsiteX19" fmla="*/ 3862677 w 6903461"/>
                <a:gd name="connsiteY19" fmla="*/ 3456979 h 6857999"/>
                <a:gd name="connsiteX20" fmla="*/ 3622075 w 6903461"/>
                <a:gd name="connsiteY20" fmla="*/ 3688898 h 6857999"/>
                <a:gd name="connsiteX21" fmla="*/ 3412383 w 6903461"/>
                <a:gd name="connsiteY21" fmla="*/ 3890153 h 6857999"/>
                <a:gd name="connsiteX22" fmla="*/ 3299100 w 6903461"/>
                <a:gd name="connsiteY22" fmla="*/ 3898042 h 6857999"/>
                <a:gd name="connsiteX23" fmla="*/ 3077207 w 6903461"/>
                <a:gd name="connsiteY23" fmla="*/ 3875047 h 6857999"/>
                <a:gd name="connsiteX24" fmla="*/ 2752462 w 6903461"/>
                <a:gd name="connsiteY24" fmla="*/ 3841143 h 6857999"/>
                <a:gd name="connsiteX25" fmla="*/ 2546637 w 6903461"/>
                <a:gd name="connsiteY25" fmla="*/ 3822568 h 6857999"/>
                <a:gd name="connsiteX26" fmla="*/ 2230580 w 6903461"/>
                <a:gd name="connsiteY26" fmla="*/ 3788973 h 6857999"/>
                <a:gd name="connsiteX27" fmla="*/ 2025133 w 6903461"/>
                <a:gd name="connsiteY27" fmla="*/ 3768720 h 6857999"/>
                <a:gd name="connsiteX28" fmla="*/ 1847610 w 6903461"/>
                <a:gd name="connsiteY28" fmla="*/ 3841078 h 6857999"/>
                <a:gd name="connsiteX29" fmla="*/ 1545188 w 6903461"/>
                <a:gd name="connsiteY29" fmla="*/ 4189264 h 6857999"/>
                <a:gd name="connsiteX30" fmla="*/ 1398764 w 6903461"/>
                <a:gd name="connsiteY30" fmla="*/ 4353666 h 6857999"/>
                <a:gd name="connsiteX31" fmla="*/ 1082430 w 6903461"/>
                <a:gd name="connsiteY31" fmla="*/ 4712874 h 6857999"/>
                <a:gd name="connsiteX32" fmla="*/ 827367 w 6903461"/>
                <a:gd name="connsiteY32" fmla="*/ 4995209 h 6857999"/>
                <a:gd name="connsiteX33" fmla="*/ 815393 w 6903461"/>
                <a:gd name="connsiteY33" fmla="*/ 4999220 h 6857999"/>
                <a:gd name="connsiteX34" fmla="*/ 693463 w 6903461"/>
                <a:gd name="connsiteY34" fmla="*/ 4999227 h 6857999"/>
                <a:gd name="connsiteX35" fmla="*/ 564500 w 6903461"/>
                <a:gd name="connsiteY35" fmla="*/ 4999073 h 6857999"/>
                <a:gd name="connsiteX36" fmla="*/ 558708 w 6903461"/>
                <a:gd name="connsiteY36" fmla="*/ 4994700 h 6857999"/>
                <a:gd name="connsiteX37" fmla="*/ 769032 w 6903461"/>
                <a:gd name="connsiteY37" fmla="*/ 4756537 h 6857999"/>
                <a:gd name="connsiteX38" fmla="*/ 1085236 w 6903461"/>
                <a:gd name="connsiteY38" fmla="*/ 4397271 h 6857999"/>
                <a:gd name="connsiteX39" fmla="*/ 1300378 w 6903461"/>
                <a:gd name="connsiteY39" fmla="*/ 4155445 h 6857999"/>
                <a:gd name="connsiteX40" fmla="*/ 1607275 w 6903461"/>
                <a:gd name="connsiteY40" fmla="*/ 3805350 h 6857999"/>
                <a:gd name="connsiteX41" fmla="*/ 1773707 w 6903461"/>
                <a:gd name="connsiteY41" fmla="*/ 3613284 h 6857999"/>
                <a:gd name="connsiteX42" fmla="*/ 1897599 w 6903461"/>
                <a:gd name="connsiteY42" fmla="*/ 3552112 h 6857999"/>
                <a:gd name="connsiteX43" fmla="*/ 2000362 w 6903461"/>
                <a:gd name="connsiteY43" fmla="*/ 3562097 h 6857999"/>
                <a:gd name="connsiteX44" fmla="*/ 2338130 w 6903461"/>
                <a:gd name="connsiteY44" fmla="*/ 3596263 h 6857999"/>
                <a:gd name="connsiteX45" fmla="*/ 2535236 w 6903461"/>
                <a:gd name="connsiteY45" fmla="*/ 3614770 h 6857999"/>
                <a:gd name="connsiteX46" fmla="*/ 2851258 w 6903461"/>
                <a:gd name="connsiteY46" fmla="*/ 3648448 h 6857999"/>
                <a:gd name="connsiteX47" fmla="*/ 3061163 w 6903461"/>
                <a:gd name="connsiteY47" fmla="*/ 3668248 h 6857999"/>
                <a:gd name="connsiteX48" fmla="*/ 3287619 w 6903461"/>
                <a:gd name="connsiteY48" fmla="*/ 3690628 h 6857999"/>
                <a:gd name="connsiteX49" fmla="*/ 3347939 w 6903461"/>
                <a:gd name="connsiteY49" fmla="*/ 3665396 h 6857999"/>
                <a:gd name="connsiteX50" fmla="*/ 3832992 w 6903461"/>
                <a:gd name="connsiteY50" fmla="*/ 3199385 h 6857999"/>
                <a:gd name="connsiteX51" fmla="*/ 4070472 w 6903461"/>
                <a:gd name="connsiteY51" fmla="*/ 2970543 h 6857999"/>
                <a:gd name="connsiteX52" fmla="*/ 4557842 w 6903461"/>
                <a:gd name="connsiteY52" fmla="*/ 2500643 h 6857999"/>
                <a:gd name="connsiteX53" fmla="*/ 4786084 w 6903461"/>
                <a:gd name="connsiteY53" fmla="*/ 2281034 h 6857999"/>
                <a:gd name="connsiteX54" fmla="*/ 5267301 w 6903461"/>
                <a:gd name="connsiteY54" fmla="*/ 1817297 h 6857999"/>
                <a:gd name="connsiteX55" fmla="*/ 5507821 w 6903461"/>
                <a:gd name="connsiteY55" fmla="*/ 1585336 h 6857999"/>
                <a:gd name="connsiteX56" fmla="*/ 5843959 w 6903461"/>
                <a:gd name="connsiteY56" fmla="*/ 1258139 h 6857999"/>
                <a:gd name="connsiteX57" fmla="*/ 6096931 w 6903461"/>
                <a:gd name="connsiteY57" fmla="*/ 1014027 h 6857999"/>
                <a:gd name="connsiteX58" fmla="*/ 6122382 w 6903461"/>
                <a:gd name="connsiteY58" fmla="*/ 998991 h 6857999"/>
                <a:gd name="connsiteX59" fmla="*/ 6122382 w 6903461"/>
                <a:gd name="connsiteY59" fmla="*/ 1051993 h 6857999"/>
                <a:gd name="connsiteX60" fmla="*/ 6122937 w 6903461"/>
                <a:gd name="connsiteY60" fmla="*/ 2140361 h 6857999"/>
                <a:gd name="connsiteX61" fmla="*/ 6136013 w 6903461"/>
                <a:gd name="connsiteY61" fmla="*/ 2220085 h 6857999"/>
                <a:gd name="connsiteX62" fmla="*/ 6335398 w 6903461"/>
                <a:gd name="connsiteY62" fmla="*/ 2349996 h 6857999"/>
                <a:gd name="connsiteX63" fmla="*/ 6505491 w 6903461"/>
                <a:gd name="connsiteY63" fmla="*/ 2158737 h 6857999"/>
                <a:gd name="connsiteX64" fmla="*/ 6505524 w 6903461"/>
                <a:gd name="connsiteY64" fmla="*/ 247558 h 6857999"/>
                <a:gd name="connsiteX65" fmla="*/ 6505524 w 6903461"/>
                <a:gd name="connsiteY65" fmla="*/ 200284 h 6857999"/>
                <a:gd name="connsiteX66" fmla="*/ 6445959 w 6903461"/>
                <a:gd name="connsiteY66" fmla="*/ 200284 h 6857999"/>
                <a:gd name="connsiteX67" fmla="*/ 4578317 w 6903461"/>
                <a:gd name="connsiteY67" fmla="*/ 200941 h 6857999"/>
                <a:gd name="connsiteX68" fmla="*/ 4490601 w 6903461"/>
                <a:gd name="connsiteY68" fmla="*/ 216353 h 6857999"/>
                <a:gd name="connsiteX69" fmla="*/ 4363406 w 6903461"/>
                <a:gd name="connsiteY69" fmla="*/ 399904 h 6857999"/>
                <a:gd name="connsiteX70" fmla="*/ 4491299 w 6903461"/>
                <a:gd name="connsiteY70" fmla="*/ 573979 h 6857999"/>
                <a:gd name="connsiteX71" fmla="*/ 4605049 w 6903461"/>
                <a:gd name="connsiteY71" fmla="*/ 591375 h 6857999"/>
                <a:gd name="connsiteX72" fmla="*/ 5662943 w 6903461"/>
                <a:gd name="connsiteY72" fmla="*/ 592135 h 6857999"/>
                <a:gd name="connsiteX73" fmla="*/ 5712685 w 6903461"/>
                <a:gd name="connsiteY73" fmla="*/ 592135 h 6857999"/>
                <a:gd name="connsiteX74" fmla="*/ 5523322 w 6903461"/>
                <a:gd name="connsiteY74" fmla="*/ 794694 h 6857999"/>
                <a:gd name="connsiteX75" fmla="*/ 5056647 w 6903461"/>
                <a:gd name="connsiteY75" fmla="*/ 1279124 h 6857999"/>
                <a:gd name="connsiteX76" fmla="*/ 4843178 w 6903461"/>
                <a:gd name="connsiteY76" fmla="*/ 1501194 h 6857999"/>
                <a:gd name="connsiteX77" fmla="*/ 4385615 w 6903461"/>
                <a:gd name="connsiteY77" fmla="*/ 1976275 h 6857999"/>
                <a:gd name="connsiteX78" fmla="*/ 4162923 w 6903461"/>
                <a:gd name="connsiteY78" fmla="*/ 2207590 h 6857999"/>
                <a:gd name="connsiteX79" fmla="*/ 3717507 w 6903461"/>
                <a:gd name="connsiteY79" fmla="*/ 2670195 h 6857999"/>
                <a:gd name="connsiteX80" fmla="*/ 3329445 w 6903461"/>
                <a:gd name="connsiteY80" fmla="*/ 3068569 h 6857999"/>
                <a:gd name="connsiteX81" fmla="*/ 3227144 w 6903461"/>
                <a:gd name="connsiteY81" fmla="*/ 3109086 h 6857999"/>
                <a:gd name="connsiteX82" fmla="*/ 3111236 w 6903461"/>
                <a:gd name="connsiteY82" fmla="*/ 3099178 h 6857999"/>
                <a:gd name="connsiteX83" fmla="*/ 2777779 w 6903461"/>
                <a:gd name="connsiteY83" fmla="*/ 3065353 h 6857999"/>
                <a:gd name="connsiteX84" fmla="*/ 2554539 w 6903461"/>
                <a:gd name="connsiteY84" fmla="*/ 3046941 h 6857999"/>
                <a:gd name="connsiteX85" fmla="*/ 2203676 w 6903461"/>
                <a:gd name="connsiteY85" fmla="*/ 3013023 h 6857999"/>
                <a:gd name="connsiteX86" fmla="*/ 1984811 w 6903461"/>
                <a:gd name="connsiteY86" fmla="*/ 2994244 h 6857999"/>
                <a:gd name="connsiteX87" fmla="*/ 1762972 w 6903461"/>
                <a:gd name="connsiteY87" fmla="*/ 2970706 h 6857999"/>
                <a:gd name="connsiteX88" fmla="*/ 1717617 w 6903461"/>
                <a:gd name="connsiteY88" fmla="*/ 2994285 h 6857999"/>
                <a:gd name="connsiteX89" fmla="*/ 1639964 w 6903461"/>
                <a:gd name="connsiteY89" fmla="*/ 3101852 h 6857999"/>
                <a:gd name="connsiteX90" fmla="*/ 1166390 w 6903461"/>
                <a:gd name="connsiteY90" fmla="*/ 3748167 h 6857999"/>
                <a:gd name="connsiteX91" fmla="*/ 759105 w 6903461"/>
                <a:gd name="connsiteY91" fmla="*/ 4305160 h 6857999"/>
                <a:gd name="connsiteX92" fmla="*/ 250495 w 6903461"/>
                <a:gd name="connsiteY92" fmla="*/ 4997626 h 6857999"/>
                <a:gd name="connsiteX93" fmla="*/ 205784 w 6903461"/>
                <a:gd name="connsiteY93" fmla="*/ 4999203 h 6857999"/>
                <a:gd name="connsiteX94" fmla="*/ 23569 w 6903461"/>
                <a:gd name="connsiteY94" fmla="*/ 4999203 h 6857999"/>
                <a:gd name="connsiteX95" fmla="*/ 0 w 6903461"/>
                <a:gd name="connsiteY95" fmla="*/ 4997288 h 6857999"/>
                <a:gd name="connsiteX96" fmla="*/ 133398 w 6903461"/>
                <a:gd name="connsiteY96" fmla="*/ 4809369 h 6857999"/>
                <a:gd name="connsiteX97" fmla="*/ 523001 w 6903461"/>
                <a:gd name="connsiteY97" fmla="*/ 4276601 h 6857999"/>
                <a:gd name="connsiteX98" fmla="*/ 917980 w 6903461"/>
                <a:gd name="connsiteY98" fmla="*/ 3737258 h 6857999"/>
                <a:gd name="connsiteX99" fmla="*/ 1260838 w 6903461"/>
                <a:gd name="connsiteY99" fmla="*/ 3271071 h 6857999"/>
                <a:gd name="connsiteX100" fmla="*/ 1617447 w 6903461"/>
                <a:gd name="connsiteY100" fmla="*/ 2783284 h 6857999"/>
                <a:gd name="connsiteX101" fmla="*/ 1732261 w 6903461"/>
                <a:gd name="connsiteY101" fmla="*/ 2762903 h 6857999"/>
                <a:gd name="connsiteX102" fmla="*/ 1984593 w 6903461"/>
                <a:gd name="connsiteY102" fmla="*/ 2786547 h 6857999"/>
                <a:gd name="connsiteX103" fmla="*/ 2309371 w 6903461"/>
                <a:gd name="connsiteY103" fmla="*/ 2820346 h 6857999"/>
                <a:gd name="connsiteX104" fmla="*/ 2532622 w 6903461"/>
                <a:gd name="connsiteY104" fmla="*/ 2838916 h 6857999"/>
                <a:gd name="connsiteX105" fmla="*/ 2874825 w 6903461"/>
                <a:gd name="connsiteY105" fmla="*/ 2872627 h 6857999"/>
                <a:gd name="connsiteX106" fmla="*/ 3089376 w 6903461"/>
                <a:gd name="connsiteY106" fmla="*/ 2891104 h 6857999"/>
                <a:gd name="connsiteX107" fmla="*/ 3153090 w 6903461"/>
                <a:gd name="connsiteY107" fmla="*/ 2899103 h 6857999"/>
                <a:gd name="connsiteX108" fmla="*/ 3253390 w 6903461"/>
                <a:gd name="connsiteY108" fmla="*/ 2855798 h 6857999"/>
                <a:gd name="connsiteX109" fmla="*/ 3294640 w 6903461"/>
                <a:gd name="connsiteY109" fmla="*/ 2806298 h 6857999"/>
                <a:gd name="connsiteX110" fmla="*/ 3692474 w 6903461"/>
                <a:gd name="connsiteY110" fmla="*/ 2399126 h 6857999"/>
                <a:gd name="connsiteX111" fmla="*/ 4134896 w 6903461"/>
                <a:gd name="connsiteY111" fmla="*/ 1939603 h 6857999"/>
                <a:gd name="connsiteX112" fmla="*/ 4589440 w 6903461"/>
                <a:gd name="connsiteY112" fmla="*/ 1467576 h 6857999"/>
                <a:gd name="connsiteX113" fmla="*/ 4805926 w 6903461"/>
                <a:gd name="connsiteY113" fmla="*/ 1242331 h 6857999"/>
                <a:gd name="connsiteX114" fmla="*/ 5234261 w 6903461"/>
                <a:gd name="connsiteY114" fmla="*/ 792414 h 6857999"/>
                <a:gd name="connsiteX115" fmla="*/ 5184688 w 6903461"/>
                <a:gd name="connsiteY115" fmla="*/ 792414 h 6857999"/>
                <a:gd name="connsiteX116" fmla="*/ 4557731 w 6903461"/>
                <a:gd name="connsiteY116" fmla="*/ 792269 h 6857999"/>
                <a:gd name="connsiteX117" fmla="*/ 4168299 w 6903461"/>
                <a:gd name="connsiteY117" fmla="*/ 491507 h 6857999"/>
                <a:gd name="connsiteX118" fmla="*/ 4475097 w 6903461"/>
                <a:gd name="connsiteY118" fmla="*/ 8206 h 6857999"/>
                <a:gd name="connsiteX119" fmla="*/ 4543076 w 6903461"/>
                <a:gd name="connsiteY119" fmla="*/ 345 h 6857999"/>
                <a:gd name="connsiteX120" fmla="*/ 6645997 w 6903461"/>
                <a:gd name="connsiteY120" fmla="*/ 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903461" h="6857999">
                  <a:moveTo>
                    <a:pt x="6313752" y="6269328"/>
                  </a:moveTo>
                  <a:lnTo>
                    <a:pt x="6903461" y="6269328"/>
                  </a:lnTo>
                  <a:lnTo>
                    <a:pt x="6903461" y="6857999"/>
                  </a:lnTo>
                  <a:lnTo>
                    <a:pt x="6313752" y="6857999"/>
                  </a:lnTo>
                  <a:close/>
                  <a:moveTo>
                    <a:pt x="6645997" y="5"/>
                  </a:moveTo>
                  <a:cubicBezTo>
                    <a:pt x="6664481" y="5"/>
                    <a:pt x="6682967" y="5"/>
                    <a:pt x="6705805" y="5"/>
                  </a:cubicBezTo>
                  <a:cubicBezTo>
                    <a:pt x="6705805" y="23176"/>
                    <a:pt x="6705805" y="41642"/>
                    <a:pt x="6705805" y="60108"/>
                  </a:cubicBezTo>
                  <a:cubicBezTo>
                    <a:pt x="6705805" y="762532"/>
                    <a:pt x="6704721" y="1464960"/>
                    <a:pt x="6706563" y="2167379"/>
                  </a:cubicBezTo>
                  <a:cubicBezTo>
                    <a:pt x="6707025" y="2343573"/>
                    <a:pt x="6587545" y="2498887"/>
                    <a:pt x="6420497" y="2540282"/>
                  </a:cubicBezTo>
                  <a:cubicBezTo>
                    <a:pt x="6212759" y="2591763"/>
                    <a:pt x="6005609" y="2494492"/>
                    <a:pt x="5938074" y="2275958"/>
                  </a:cubicBezTo>
                  <a:cubicBezTo>
                    <a:pt x="5928927" y="2246359"/>
                    <a:pt x="5922961" y="2214479"/>
                    <a:pt x="5922787" y="2183615"/>
                  </a:cubicBezTo>
                  <a:cubicBezTo>
                    <a:pt x="5921514" y="1958673"/>
                    <a:pt x="5922103" y="1733719"/>
                    <a:pt x="5922103" y="1508769"/>
                  </a:cubicBezTo>
                  <a:cubicBezTo>
                    <a:pt x="5922103" y="1498923"/>
                    <a:pt x="5922103" y="1489076"/>
                    <a:pt x="5922103" y="1472708"/>
                  </a:cubicBezTo>
                  <a:cubicBezTo>
                    <a:pt x="5912903" y="1479088"/>
                    <a:pt x="5908275" y="1481435"/>
                    <a:pt x="5904723" y="1484886"/>
                  </a:cubicBezTo>
                  <a:cubicBezTo>
                    <a:pt x="5795679" y="1590816"/>
                    <a:pt x="5686816" y="1696930"/>
                    <a:pt x="5577765" y="1802851"/>
                  </a:cubicBezTo>
                  <a:cubicBezTo>
                    <a:pt x="5484327" y="1893604"/>
                    <a:pt x="5390812" y="1984281"/>
                    <a:pt x="5297110" y="2074758"/>
                  </a:cubicBezTo>
                  <a:cubicBezTo>
                    <a:pt x="5224282" y="2145079"/>
                    <a:pt x="5150989" y="2214915"/>
                    <a:pt x="5078117" y="2285189"/>
                  </a:cubicBezTo>
                  <a:cubicBezTo>
                    <a:pt x="4910441" y="2446890"/>
                    <a:pt x="4742930" y="2608764"/>
                    <a:pt x="4575278" y="2770489"/>
                  </a:cubicBezTo>
                  <a:cubicBezTo>
                    <a:pt x="4499284" y="2843797"/>
                    <a:pt x="4423066" y="2916871"/>
                    <a:pt x="4347028" y="2990134"/>
                  </a:cubicBezTo>
                  <a:cubicBezTo>
                    <a:pt x="4185550" y="3145720"/>
                    <a:pt x="4024121" y="3301358"/>
                    <a:pt x="3862677" y="3456979"/>
                  </a:cubicBezTo>
                  <a:cubicBezTo>
                    <a:pt x="3782477" y="3534287"/>
                    <a:pt x="3702366" y="3611685"/>
                    <a:pt x="3622075" y="3688898"/>
                  </a:cubicBezTo>
                  <a:cubicBezTo>
                    <a:pt x="3552244" y="3756052"/>
                    <a:pt x="3481962" y="3822739"/>
                    <a:pt x="3412383" y="3890153"/>
                  </a:cubicBezTo>
                  <a:cubicBezTo>
                    <a:pt x="3376798" y="3924631"/>
                    <a:pt x="3336002" y="3899101"/>
                    <a:pt x="3299100" y="3898042"/>
                  </a:cubicBezTo>
                  <a:cubicBezTo>
                    <a:pt x="3224979" y="3895917"/>
                    <a:pt x="3151190" y="3882977"/>
                    <a:pt x="3077207" y="3875047"/>
                  </a:cubicBezTo>
                  <a:cubicBezTo>
                    <a:pt x="2968990" y="3863447"/>
                    <a:pt x="2860761" y="3851943"/>
                    <a:pt x="2752462" y="3841143"/>
                  </a:cubicBezTo>
                  <a:cubicBezTo>
                    <a:pt x="2683917" y="3834307"/>
                    <a:pt x="2615168" y="3829518"/>
                    <a:pt x="2546637" y="3822568"/>
                  </a:cubicBezTo>
                  <a:cubicBezTo>
                    <a:pt x="2441233" y="3811878"/>
                    <a:pt x="2335982" y="3799673"/>
                    <a:pt x="2230580" y="3788973"/>
                  </a:cubicBezTo>
                  <a:cubicBezTo>
                    <a:pt x="2162047" y="3782018"/>
                    <a:pt x="2091850" y="3783440"/>
                    <a:pt x="2025133" y="3768720"/>
                  </a:cubicBezTo>
                  <a:cubicBezTo>
                    <a:pt x="1944874" y="3751011"/>
                    <a:pt x="1896670" y="3780051"/>
                    <a:pt x="1847610" y="3841078"/>
                  </a:cubicBezTo>
                  <a:cubicBezTo>
                    <a:pt x="1751361" y="3960806"/>
                    <a:pt x="1646693" y="4073778"/>
                    <a:pt x="1545188" y="4189264"/>
                  </a:cubicBezTo>
                  <a:cubicBezTo>
                    <a:pt x="1496742" y="4244382"/>
                    <a:pt x="1447309" y="4298633"/>
                    <a:pt x="1398764" y="4353666"/>
                  </a:cubicBezTo>
                  <a:cubicBezTo>
                    <a:pt x="1293220" y="4473314"/>
                    <a:pt x="1188434" y="4593635"/>
                    <a:pt x="1082430" y="4712874"/>
                  </a:cubicBezTo>
                  <a:cubicBezTo>
                    <a:pt x="999193" y="4806505"/>
                    <a:pt x="914596" y="4898927"/>
                    <a:pt x="827367" y="4995209"/>
                  </a:cubicBezTo>
                  <a:cubicBezTo>
                    <a:pt x="822564" y="4998915"/>
                    <a:pt x="820995" y="4999295"/>
                    <a:pt x="815393" y="4999220"/>
                  </a:cubicBezTo>
                  <a:cubicBezTo>
                    <a:pt x="773408" y="4999065"/>
                    <a:pt x="735457" y="4999367"/>
                    <a:pt x="693463" y="4999227"/>
                  </a:cubicBezTo>
                  <a:cubicBezTo>
                    <a:pt x="648578" y="4999081"/>
                    <a:pt x="607736" y="4999375"/>
                    <a:pt x="564500" y="4999073"/>
                  </a:cubicBezTo>
                  <a:cubicBezTo>
                    <a:pt x="560512" y="4998076"/>
                    <a:pt x="558919" y="4997674"/>
                    <a:pt x="558708" y="4994700"/>
                  </a:cubicBezTo>
                  <a:cubicBezTo>
                    <a:pt x="629752" y="4913609"/>
                    <a:pt x="699599" y="4835255"/>
                    <a:pt x="769032" y="4756537"/>
                  </a:cubicBezTo>
                  <a:cubicBezTo>
                    <a:pt x="874562" y="4636896"/>
                    <a:pt x="979622" y="4516838"/>
                    <a:pt x="1085236" y="4397271"/>
                  </a:cubicBezTo>
                  <a:cubicBezTo>
                    <a:pt x="1156662" y="4316408"/>
                    <a:pt x="1229041" y="4236386"/>
                    <a:pt x="1300378" y="4155445"/>
                  </a:cubicBezTo>
                  <a:cubicBezTo>
                    <a:pt x="1402987" y="4039021"/>
                    <a:pt x="1505169" y="3922219"/>
                    <a:pt x="1607275" y="3805350"/>
                  </a:cubicBezTo>
                  <a:cubicBezTo>
                    <a:pt x="1663012" y="3741556"/>
                    <a:pt x="1718088" y="3677181"/>
                    <a:pt x="1773707" y="3613284"/>
                  </a:cubicBezTo>
                  <a:cubicBezTo>
                    <a:pt x="1806348" y="3575784"/>
                    <a:pt x="1838804" y="3539919"/>
                    <a:pt x="1897599" y="3552112"/>
                  </a:cubicBezTo>
                  <a:cubicBezTo>
                    <a:pt x="1931100" y="3559062"/>
                    <a:pt x="1966093" y="3558663"/>
                    <a:pt x="2000362" y="3562097"/>
                  </a:cubicBezTo>
                  <a:cubicBezTo>
                    <a:pt x="2112963" y="3573381"/>
                    <a:pt x="2225518" y="3585098"/>
                    <a:pt x="2338130" y="3596263"/>
                  </a:cubicBezTo>
                  <a:cubicBezTo>
                    <a:pt x="2403799" y="3602773"/>
                    <a:pt x="2469596" y="3608008"/>
                    <a:pt x="2535236" y="3614770"/>
                  </a:cubicBezTo>
                  <a:cubicBezTo>
                    <a:pt x="2640616" y="3625623"/>
                    <a:pt x="2745877" y="3637619"/>
                    <a:pt x="2851258" y="3648448"/>
                  </a:cubicBezTo>
                  <a:cubicBezTo>
                    <a:pt x="2921166" y="3655634"/>
                    <a:pt x="2991234" y="3661259"/>
                    <a:pt x="3061163" y="3668248"/>
                  </a:cubicBezTo>
                  <a:cubicBezTo>
                    <a:pt x="3136660" y="3675796"/>
                    <a:pt x="3211957" y="3686295"/>
                    <a:pt x="3287619" y="3690628"/>
                  </a:cubicBezTo>
                  <a:cubicBezTo>
                    <a:pt x="3307430" y="3691764"/>
                    <a:pt x="3332905" y="3679671"/>
                    <a:pt x="3347939" y="3665396"/>
                  </a:cubicBezTo>
                  <a:cubicBezTo>
                    <a:pt x="3510524" y="3511007"/>
                    <a:pt x="3671543" y="3354969"/>
                    <a:pt x="3832992" y="3199385"/>
                  </a:cubicBezTo>
                  <a:cubicBezTo>
                    <a:pt x="3912150" y="3123102"/>
                    <a:pt x="3991330" y="3046842"/>
                    <a:pt x="4070472" y="2970543"/>
                  </a:cubicBezTo>
                  <a:cubicBezTo>
                    <a:pt x="4232935" y="2813917"/>
                    <a:pt x="4395353" y="2657244"/>
                    <a:pt x="4557842" y="2500643"/>
                  </a:cubicBezTo>
                  <a:cubicBezTo>
                    <a:pt x="4633863" y="2427379"/>
                    <a:pt x="4710047" y="2354282"/>
                    <a:pt x="4786084" y="2281034"/>
                  </a:cubicBezTo>
                  <a:cubicBezTo>
                    <a:pt x="4946516" y="2126482"/>
                    <a:pt x="5106904" y="1971884"/>
                    <a:pt x="5267301" y="1817297"/>
                  </a:cubicBezTo>
                  <a:cubicBezTo>
                    <a:pt x="5347501" y="1740003"/>
                    <a:pt x="5427889" y="1662904"/>
                    <a:pt x="5507821" y="1585336"/>
                  </a:cubicBezTo>
                  <a:cubicBezTo>
                    <a:pt x="5620033" y="1476442"/>
                    <a:pt x="5731775" y="1367063"/>
                    <a:pt x="5843959" y="1258139"/>
                  </a:cubicBezTo>
                  <a:cubicBezTo>
                    <a:pt x="5928032" y="1176509"/>
                    <a:pt x="6012411" y="1095196"/>
                    <a:pt x="6096931" y="1014027"/>
                  </a:cubicBezTo>
                  <a:cubicBezTo>
                    <a:pt x="6102341" y="1008830"/>
                    <a:pt x="6110125" y="1006102"/>
                    <a:pt x="6122382" y="998991"/>
                  </a:cubicBezTo>
                  <a:cubicBezTo>
                    <a:pt x="6122382" y="1020895"/>
                    <a:pt x="6122382" y="1036444"/>
                    <a:pt x="6122382" y="1051993"/>
                  </a:cubicBezTo>
                  <a:cubicBezTo>
                    <a:pt x="6122382" y="1414784"/>
                    <a:pt x="6122111" y="1777574"/>
                    <a:pt x="6122937" y="2140361"/>
                  </a:cubicBezTo>
                  <a:cubicBezTo>
                    <a:pt x="6122997" y="2167036"/>
                    <a:pt x="6126840" y="2195219"/>
                    <a:pt x="6136013" y="2220085"/>
                  </a:cubicBezTo>
                  <a:cubicBezTo>
                    <a:pt x="6170639" y="2313956"/>
                    <a:pt x="6248861" y="2360102"/>
                    <a:pt x="6335398" y="2349996"/>
                  </a:cubicBezTo>
                  <a:cubicBezTo>
                    <a:pt x="6432767" y="2338623"/>
                    <a:pt x="6505481" y="2253900"/>
                    <a:pt x="6505491" y="2158737"/>
                  </a:cubicBezTo>
                  <a:cubicBezTo>
                    <a:pt x="6505554" y="1521677"/>
                    <a:pt x="6505524" y="884618"/>
                    <a:pt x="6505524" y="247558"/>
                  </a:cubicBezTo>
                  <a:cubicBezTo>
                    <a:pt x="6505524" y="232395"/>
                    <a:pt x="6505524" y="217232"/>
                    <a:pt x="6505524" y="200284"/>
                  </a:cubicBezTo>
                  <a:cubicBezTo>
                    <a:pt x="6480688" y="200284"/>
                    <a:pt x="6463323" y="200284"/>
                    <a:pt x="6445959" y="200284"/>
                  </a:cubicBezTo>
                  <a:cubicBezTo>
                    <a:pt x="5823411" y="200284"/>
                    <a:pt x="5200863" y="200074"/>
                    <a:pt x="4578317" y="200941"/>
                  </a:cubicBezTo>
                  <a:cubicBezTo>
                    <a:pt x="4549008" y="200981"/>
                    <a:pt x="4518712" y="207442"/>
                    <a:pt x="4490601" y="216353"/>
                  </a:cubicBezTo>
                  <a:cubicBezTo>
                    <a:pt x="4410477" y="241750"/>
                    <a:pt x="4363179" y="311945"/>
                    <a:pt x="4363406" y="399904"/>
                  </a:cubicBezTo>
                  <a:cubicBezTo>
                    <a:pt x="4363614" y="481228"/>
                    <a:pt x="4412409" y="550776"/>
                    <a:pt x="4491299" y="573979"/>
                  </a:cubicBezTo>
                  <a:cubicBezTo>
                    <a:pt x="4527835" y="584724"/>
                    <a:pt x="4567030" y="591237"/>
                    <a:pt x="4605049" y="591375"/>
                  </a:cubicBezTo>
                  <a:cubicBezTo>
                    <a:pt x="4957677" y="592660"/>
                    <a:pt x="5310311" y="592135"/>
                    <a:pt x="5662943" y="592135"/>
                  </a:cubicBezTo>
                  <a:cubicBezTo>
                    <a:pt x="5677817" y="592135"/>
                    <a:pt x="5692688" y="592135"/>
                    <a:pt x="5712685" y="592135"/>
                  </a:cubicBezTo>
                  <a:cubicBezTo>
                    <a:pt x="5645585" y="664012"/>
                    <a:pt x="5585246" y="730113"/>
                    <a:pt x="5523322" y="794694"/>
                  </a:cubicBezTo>
                  <a:cubicBezTo>
                    <a:pt x="5368141" y="956532"/>
                    <a:pt x="5212208" y="1117650"/>
                    <a:pt x="5056647" y="1279124"/>
                  </a:cubicBezTo>
                  <a:cubicBezTo>
                    <a:pt x="4985409" y="1353069"/>
                    <a:pt x="4914390" y="1427224"/>
                    <a:pt x="4843178" y="1501194"/>
                  </a:cubicBezTo>
                  <a:cubicBezTo>
                    <a:pt x="4690689" y="1659584"/>
                    <a:pt x="4538132" y="1817911"/>
                    <a:pt x="4385615" y="1976275"/>
                  </a:cubicBezTo>
                  <a:cubicBezTo>
                    <a:pt x="4311370" y="2053366"/>
                    <a:pt x="4237141" y="2130473"/>
                    <a:pt x="4162923" y="2207590"/>
                  </a:cubicBezTo>
                  <a:cubicBezTo>
                    <a:pt x="4014486" y="2361826"/>
                    <a:pt x="3866478" y="2516477"/>
                    <a:pt x="3717507" y="2670195"/>
                  </a:cubicBezTo>
                  <a:cubicBezTo>
                    <a:pt x="3588494" y="2803318"/>
                    <a:pt x="3457493" y="2934531"/>
                    <a:pt x="3329445" y="3068569"/>
                  </a:cubicBezTo>
                  <a:cubicBezTo>
                    <a:pt x="3299784" y="3099619"/>
                    <a:pt x="3269655" y="3114693"/>
                    <a:pt x="3227144" y="3109086"/>
                  </a:cubicBezTo>
                  <a:cubicBezTo>
                    <a:pt x="3188741" y="3104022"/>
                    <a:pt x="3149823" y="3103016"/>
                    <a:pt x="3111236" y="3099178"/>
                  </a:cubicBezTo>
                  <a:cubicBezTo>
                    <a:pt x="3000061" y="3088118"/>
                    <a:pt x="2888995" y="3075954"/>
                    <a:pt x="2777779" y="3065353"/>
                  </a:cubicBezTo>
                  <a:cubicBezTo>
                    <a:pt x="2703456" y="3058271"/>
                    <a:pt x="2628885" y="3053806"/>
                    <a:pt x="2554539" y="3046941"/>
                  </a:cubicBezTo>
                  <a:cubicBezTo>
                    <a:pt x="2437539" y="3036136"/>
                    <a:pt x="2320665" y="3023958"/>
                    <a:pt x="2203676" y="3013023"/>
                  </a:cubicBezTo>
                  <a:cubicBezTo>
                    <a:pt x="2130772" y="3006209"/>
                    <a:pt x="2057673" y="3001445"/>
                    <a:pt x="1984811" y="2994244"/>
                  </a:cubicBezTo>
                  <a:cubicBezTo>
                    <a:pt x="1910802" y="2986928"/>
                    <a:pt x="1837091" y="2976188"/>
                    <a:pt x="1762972" y="2970706"/>
                  </a:cubicBezTo>
                  <a:cubicBezTo>
                    <a:pt x="1748217" y="2969615"/>
                    <a:pt x="1727798" y="2981900"/>
                    <a:pt x="1717617" y="2994285"/>
                  </a:cubicBezTo>
                  <a:cubicBezTo>
                    <a:pt x="1689595" y="3028381"/>
                    <a:pt x="1666093" y="3066150"/>
                    <a:pt x="1639964" y="3101852"/>
                  </a:cubicBezTo>
                  <a:cubicBezTo>
                    <a:pt x="1482228" y="3317380"/>
                    <a:pt x="1324175" y="3532675"/>
                    <a:pt x="1166390" y="3748167"/>
                  </a:cubicBezTo>
                  <a:cubicBezTo>
                    <a:pt x="1030509" y="3933744"/>
                    <a:pt x="894737" y="4119402"/>
                    <a:pt x="759105" y="4305160"/>
                  </a:cubicBezTo>
                  <a:cubicBezTo>
                    <a:pt x="590697" y="4535810"/>
                    <a:pt x="422485" y="4766601"/>
                    <a:pt x="250495" y="4997626"/>
                  </a:cubicBezTo>
                  <a:cubicBezTo>
                    <a:pt x="234487" y="4998500"/>
                    <a:pt x="222168" y="4999080"/>
                    <a:pt x="205784" y="4999203"/>
                  </a:cubicBezTo>
                  <a:cubicBezTo>
                    <a:pt x="143453" y="4999048"/>
                    <a:pt x="85185" y="4999350"/>
                    <a:pt x="23569" y="4999203"/>
                  </a:cubicBezTo>
                  <a:cubicBezTo>
                    <a:pt x="13477" y="4998267"/>
                    <a:pt x="6738" y="4997777"/>
                    <a:pt x="0" y="4997288"/>
                  </a:cubicBezTo>
                  <a:cubicBezTo>
                    <a:pt x="44423" y="4934618"/>
                    <a:pt x="88171" y="4871454"/>
                    <a:pt x="133398" y="4809369"/>
                  </a:cubicBezTo>
                  <a:cubicBezTo>
                    <a:pt x="262941" y="4631544"/>
                    <a:pt x="393058" y="4454135"/>
                    <a:pt x="523001" y="4276601"/>
                  </a:cubicBezTo>
                  <a:cubicBezTo>
                    <a:pt x="654614" y="4096786"/>
                    <a:pt x="786154" y="3916917"/>
                    <a:pt x="917980" y="3737258"/>
                  </a:cubicBezTo>
                  <a:cubicBezTo>
                    <a:pt x="1032094" y="3581735"/>
                    <a:pt x="1146708" y="3426582"/>
                    <a:pt x="1260838" y="3271071"/>
                  </a:cubicBezTo>
                  <a:cubicBezTo>
                    <a:pt x="1380007" y="3108693"/>
                    <a:pt x="1499493" y="2946542"/>
                    <a:pt x="1617447" y="2783284"/>
                  </a:cubicBezTo>
                  <a:cubicBezTo>
                    <a:pt x="1650407" y="2737664"/>
                    <a:pt x="1694832" y="2761685"/>
                    <a:pt x="1732261" y="2762903"/>
                  </a:cubicBezTo>
                  <a:cubicBezTo>
                    <a:pt x="1816541" y="2765644"/>
                    <a:pt x="1900522" y="2777868"/>
                    <a:pt x="1984593" y="2786547"/>
                  </a:cubicBezTo>
                  <a:cubicBezTo>
                    <a:pt x="2092862" y="2797726"/>
                    <a:pt x="2201038" y="2809846"/>
                    <a:pt x="2309371" y="2820346"/>
                  </a:cubicBezTo>
                  <a:cubicBezTo>
                    <a:pt x="2383690" y="2827550"/>
                    <a:pt x="2458277" y="2831953"/>
                    <a:pt x="2532622" y="2838916"/>
                  </a:cubicBezTo>
                  <a:cubicBezTo>
                    <a:pt x="2646741" y="2849605"/>
                    <a:pt x="2760720" y="2861784"/>
                    <a:pt x="2874825" y="2872627"/>
                  </a:cubicBezTo>
                  <a:cubicBezTo>
                    <a:pt x="2946281" y="2879416"/>
                    <a:pt x="3017877" y="2884734"/>
                    <a:pt x="3089376" y="2891104"/>
                  </a:cubicBezTo>
                  <a:cubicBezTo>
                    <a:pt x="3110692" y="2893003"/>
                    <a:pt x="3132131" y="2894995"/>
                    <a:pt x="3153090" y="2899103"/>
                  </a:cubicBezTo>
                  <a:cubicBezTo>
                    <a:pt x="3196893" y="2907689"/>
                    <a:pt x="3228125" y="2889860"/>
                    <a:pt x="3253390" y="2855798"/>
                  </a:cubicBezTo>
                  <a:cubicBezTo>
                    <a:pt x="3266170" y="2838566"/>
                    <a:pt x="3279690" y="2821642"/>
                    <a:pt x="3294640" y="2806298"/>
                  </a:cubicBezTo>
                  <a:cubicBezTo>
                    <a:pt x="3427071" y="2670398"/>
                    <a:pt x="3560393" y="2535364"/>
                    <a:pt x="3692474" y="2399126"/>
                  </a:cubicBezTo>
                  <a:cubicBezTo>
                    <a:pt x="3840477" y="2246465"/>
                    <a:pt x="3987436" y="2092791"/>
                    <a:pt x="4134896" y="1939603"/>
                  </a:cubicBezTo>
                  <a:cubicBezTo>
                    <a:pt x="4286383" y="1782235"/>
                    <a:pt x="4437947" y="1624939"/>
                    <a:pt x="4589440" y="1467576"/>
                  </a:cubicBezTo>
                  <a:cubicBezTo>
                    <a:pt x="4661662" y="1392553"/>
                    <a:pt x="4734041" y="1317677"/>
                    <a:pt x="4805926" y="1242331"/>
                  </a:cubicBezTo>
                  <a:cubicBezTo>
                    <a:pt x="4946656" y="1094826"/>
                    <a:pt x="5087087" y="947039"/>
                    <a:pt x="5234261" y="792414"/>
                  </a:cubicBezTo>
                  <a:cubicBezTo>
                    <a:pt x="5214041" y="792414"/>
                    <a:pt x="5199364" y="792414"/>
                    <a:pt x="5184688" y="792414"/>
                  </a:cubicBezTo>
                  <a:cubicBezTo>
                    <a:pt x="4975703" y="792414"/>
                    <a:pt x="4766714" y="792892"/>
                    <a:pt x="4557731" y="792269"/>
                  </a:cubicBezTo>
                  <a:cubicBezTo>
                    <a:pt x="4376876" y="791730"/>
                    <a:pt x="4213907" y="674891"/>
                    <a:pt x="4168299" y="491507"/>
                  </a:cubicBezTo>
                  <a:cubicBezTo>
                    <a:pt x="4114819" y="276475"/>
                    <a:pt x="4252844" y="44063"/>
                    <a:pt x="4475097" y="8206"/>
                  </a:cubicBezTo>
                  <a:cubicBezTo>
                    <a:pt x="4497613" y="4574"/>
                    <a:pt x="4520408" y="357"/>
                    <a:pt x="4543076" y="345"/>
                  </a:cubicBezTo>
                  <a:cubicBezTo>
                    <a:pt x="5244050" y="-71"/>
                    <a:pt x="5945023" y="5"/>
                    <a:pt x="6645997" y="5"/>
                  </a:cubicBezTo>
                  <a:close/>
                </a:path>
              </a:pathLst>
            </a:custGeom>
            <a:solidFill>
              <a:schemeClr val="bg1"/>
            </a:solidFill>
            <a:ln w="6350" cap="flat">
              <a:noFill/>
              <a:prstDash val="solid"/>
              <a:miter/>
            </a:ln>
          </p:spPr>
          <p:txBody>
            <a:bodyPr wrap="square" rtlCol="0" anchor="ctr">
              <a:noAutofit/>
            </a:bodyPr>
            <a:lstStyle/>
            <a:p>
              <a:endParaRPr lang="en-US" dirty="0"/>
            </a:p>
          </p:txBody>
        </p:sp>
        <p:sp>
          <p:nvSpPr>
            <p:cNvPr id="439" name="Freeform: Shape 438">
              <a:extLst>
                <a:ext uri="{FF2B5EF4-FFF2-40B4-BE49-F238E27FC236}">
                  <a16:creationId xmlns:a16="http://schemas.microsoft.com/office/drawing/2014/main" id="{930E2F95-B683-B249-3418-03F3EE48DB8D}"/>
                </a:ext>
                <a:ext uri="{C183D7F6-B498-43B3-948B-1728B52AA6E4}">
                  <adec:decorative xmlns:adec="http://schemas.microsoft.com/office/drawing/2017/decorative" val="1"/>
                </a:ext>
              </a:extLst>
            </p:cNvPr>
            <p:cNvSpPr/>
            <p:nvPr/>
          </p:nvSpPr>
          <p:spPr>
            <a:xfrm>
              <a:off x="10439363" y="1143915"/>
              <a:ext cx="497095" cy="118040"/>
            </a:xfrm>
            <a:custGeom>
              <a:avLst/>
              <a:gdLst>
                <a:gd name="connsiteX0" fmla="*/ 443401 w 840931"/>
                <a:gd name="connsiteY0" fmla="*/ 45335 h 199687"/>
                <a:gd name="connsiteX1" fmla="*/ 443401 w 840931"/>
                <a:gd name="connsiteY1" fmla="*/ 154033 h 199687"/>
                <a:gd name="connsiteX2" fmla="*/ 595970 w 840931"/>
                <a:gd name="connsiteY2" fmla="*/ 154033 h 199687"/>
                <a:gd name="connsiteX3" fmla="*/ 595970 w 840931"/>
                <a:gd name="connsiteY3" fmla="*/ 45335 h 199687"/>
                <a:gd name="connsiteX4" fmla="*/ 454398 w 840931"/>
                <a:gd name="connsiteY4" fmla="*/ 45335 h 199687"/>
                <a:gd name="connsiteX5" fmla="*/ 443401 w 840931"/>
                <a:gd name="connsiteY5" fmla="*/ 45335 h 199687"/>
                <a:gd name="connsiteX6" fmla="*/ 261444 w 840931"/>
                <a:gd name="connsiteY6" fmla="*/ 40425 h 199687"/>
                <a:gd name="connsiteX7" fmla="*/ 259700 w 840931"/>
                <a:gd name="connsiteY7" fmla="*/ 41376 h 199687"/>
                <a:gd name="connsiteX8" fmla="*/ 256043 w 840931"/>
                <a:gd name="connsiteY8" fmla="*/ 45243 h 199687"/>
                <a:gd name="connsiteX9" fmla="*/ 243912 w 840931"/>
                <a:gd name="connsiteY9" fmla="*/ 45315 h 199687"/>
                <a:gd name="connsiteX10" fmla="*/ 243114 w 840931"/>
                <a:gd name="connsiteY10" fmla="*/ 49263 h 199687"/>
                <a:gd name="connsiteX11" fmla="*/ 234889 w 840931"/>
                <a:gd name="connsiteY11" fmla="*/ 49365 h 199687"/>
                <a:gd name="connsiteX12" fmla="*/ 234889 w 840931"/>
                <a:gd name="connsiteY12" fmla="*/ 49529 h 199687"/>
                <a:gd name="connsiteX13" fmla="*/ 243114 w 840931"/>
                <a:gd name="connsiteY13" fmla="*/ 49263 h 199687"/>
                <a:gd name="connsiteX14" fmla="*/ 243636 w 840931"/>
                <a:gd name="connsiteY14" fmla="*/ 93983 h 199687"/>
                <a:gd name="connsiteX15" fmla="*/ 235496 w 840931"/>
                <a:gd name="connsiteY15" fmla="*/ 96139 h 199687"/>
                <a:gd name="connsiteX16" fmla="*/ 243637 w 840931"/>
                <a:gd name="connsiteY16" fmla="*/ 94894 h 199687"/>
                <a:gd name="connsiteX17" fmla="*/ 243708 w 840931"/>
                <a:gd name="connsiteY17" fmla="*/ 154056 h 199687"/>
                <a:gd name="connsiteX18" fmla="*/ 397610 w 840931"/>
                <a:gd name="connsiteY18" fmla="*/ 154056 h 199687"/>
                <a:gd name="connsiteX19" fmla="*/ 397610 w 840931"/>
                <a:gd name="connsiteY19" fmla="*/ 45172 h 199687"/>
                <a:gd name="connsiteX20" fmla="*/ 341955 w 840931"/>
                <a:gd name="connsiteY20" fmla="*/ 44825 h 199687"/>
                <a:gd name="connsiteX21" fmla="*/ 344266 w 840931"/>
                <a:gd name="connsiteY21" fmla="*/ 40425 h 199687"/>
                <a:gd name="connsiteX22" fmla="*/ 344164 w 840931"/>
                <a:gd name="connsiteY22" fmla="*/ 40425 h 199687"/>
                <a:gd name="connsiteX23" fmla="*/ 341500 w 840931"/>
                <a:gd name="connsiteY23" fmla="*/ 44897 h 199687"/>
                <a:gd name="connsiteX24" fmla="*/ 291929 w 840931"/>
                <a:gd name="connsiteY24" fmla="*/ 44850 h 199687"/>
                <a:gd name="connsiteX25" fmla="*/ 295815 w 840931"/>
                <a:gd name="connsiteY25" fmla="*/ 40425 h 199687"/>
                <a:gd name="connsiteX26" fmla="*/ 295616 w 840931"/>
                <a:gd name="connsiteY26" fmla="*/ 40425 h 199687"/>
                <a:gd name="connsiteX27" fmla="*/ 291474 w 840931"/>
                <a:gd name="connsiteY27" fmla="*/ 44922 h 199687"/>
                <a:gd name="connsiteX28" fmla="*/ 256494 w 840931"/>
                <a:gd name="connsiteY28" fmla="*/ 45172 h 199687"/>
                <a:gd name="connsiteX29" fmla="*/ 259700 w 840931"/>
                <a:gd name="connsiteY29" fmla="*/ 41376 h 199687"/>
                <a:gd name="connsiteX30" fmla="*/ 261445 w 840931"/>
                <a:gd name="connsiteY30" fmla="*/ 40425 h 199687"/>
                <a:gd name="connsiteX31" fmla="*/ 65346 w 840931"/>
                <a:gd name="connsiteY31" fmla="*/ 40425 h 199687"/>
                <a:gd name="connsiteX32" fmla="*/ 68466 w 840931"/>
                <a:gd name="connsiteY32" fmla="*/ 45244 h 199687"/>
                <a:gd name="connsiteX33" fmla="*/ 45651 w 840931"/>
                <a:gd name="connsiteY33" fmla="*/ 45316 h 199687"/>
                <a:gd name="connsiteX34" fmla="*/ 45651 w 840931"/>
                <a:gd name="connsiteY34" fmla="*/ 154043 h 199687"/>
                <a:gd name="connsiteX35" fmla="*/ 198716 w 840931"/>
                <a:gd name="connsiteY35" fmla="*/ 154043 h 199687"/>
                <a:gd name="connsiteX36" fmla="*/ 199165 w 840931"/>
                <a:gd name="connsiteY36" fmla="*/ 101313 h 199687"/>
                <a:gd name="connsiteX37" fmla="*/ 198644 w 840931"/>
                <a:gd name="connsiteY37" fmla="*/ 50700 h 199687"/>
                <a:gd name="connsiteX38" fmla="*/ 200517 w 840931"/>
                <a:gd name="connsiteY38" fmla="*/ 50640 h 199687"/>
                <a:gd name="connsiteX39" fmla="*/ 200517 w 840931"/>
                <a:gd name="connsiteY39" fmla="*/ 49788 h 199687"/>
                <a:gd name="connsiteX40" fmla="*/ 198644 w 840931"/>
                <a:gd name="connsiteY40" fmla="*/ 49811 h 199687"/>
                <a:gd name="connsiteX41" fmla="*/ 198572 w 840931"/>
                <a:gd name="connsiteY41" fmla="*/ 45172 h 199687"/>
                <a:gd name="connsiteX42" fmla="*/ 171925 w 840931"/>
                <a:gd name="connsiteY42" fmla="*/ 44859 h 199687"/>
                <a:gd name="connsiteX43" fmla="*/ 121425 w 840931"/>
                <a:gd name="connsiteY43" fmla="*/ 45243 h 199687"/>
                <a:gd name="connsiteX44" fmla="*/ 116453 w 840931"/>
                <a:gd name="connsiteY44" fmla="*/ 40425 h 199687"/>
                <a:gd name="connsiteX45" fmla="*/ 115873 w 840931"/>
                <a:gd name="connsiteY45" fmla="*/ 40425 h 199687"/>
                <a:gd name="connsiteX46" fmla="*/ 120514 w 840931"/>
                <a:gd name="connsiteY46" fmla="*/ 45243 h 199687"/>
                <a:gd name="connsiteX47" fmla="*/ 68921 w 840931"/>
                <a:gd name="connsiteY47" fmla="*/ 45172 h 199687"/>
                <a:gd name="connsiteX48" fmla="*/ 65699 w 840931"/>
                <a:gd name="connsiteY48" fmla="*/ 40425 h 199687"/>
                <a:gd name="connsiteX49" fmla="*/ 0 w 840931"/>
                <a:gd name="connsiteY49" fmla="*/ 0 h 199687"/>
                <a:gd name="connsiteX50" fmla="*/ 815286 w 840931"/>
                <a:gd name="connsiteY50" fmla="*/ 0 h 199687"/>
                <a:gd name="connsiteX51" fmla="*/ 815286 w 840931"/>
                <a:gd name="connsiteY51" fmla="*/ 1 h 199687"/>
                <a:gd name="connsiteX52" fmla="*/ 817913 w 840931"/>
                <a:gd name="connsiteY52" fmla="*/ 0 h 199687"/>
                <a:gd name="connsiteX53" fmla="*/ 840931 w 840931"/>
                <a:gd name="connsiteY53" fmla="*/ 23355 h 199687"/>
                <a:gd name="connsiteX54" fmla="*/ 840514 w 840931"/>
                <a:gd name="connsiteY54" fmla="*/ 113546 h 199687"/>
                <a:gd name="connsiteX55" fmla="*/ 795628 w 840931"/>
                <a:gd name="connsiteY55" fmla="*/ 113546 h 199687"/>
                <a:gd name="connsiteX56" fmla="*/ 795640 w 840931"/>
                <a:gd name="connsiteY56" fmla="*/ 45626 h 199687"/>
                <a:gd name="connsiteX57" fmla="*/ 641764 w 840931"/>
                <a:gd name="connsiteY57" fmla="*/ 45626 h 199687"/>
                <a:gd name="connsiteX58" fmla="*/ 641764 w 840931"/>
                <a:gd name="connsiteY58" fmla="*/ 154308 h 199687"/>
                <a:gd name="connsiteX59" fmla="*/ 754805 w 840931"/>
                <a:gd name="connsiteY59" fmla="*/ 154673 h 199687"/>
                <a:gd name="connsiteX60" fmla="*/ 754805 w 840931"/>
                <a:gd name="connsiteY60" fmla="*/ 199551 h 199687"/>
                <a:gd name="connsiteX61" fmla="*/ 519181 w 840931"/>
                <a:gd name="connsiteY61" fmla="*/ 199520 h 199687"/>
                <a:gd name="connsiteX62" fmla="*/ 22783 w 840931"/>
                <a:gd name="connsiteY62" fmla="*/ 199687 h 199687"/>
                <a:gd name="connsiteX63" fmla="*/ 1 w 840931"/>
                <a:gd name="connsiteY63" fmla="*/ 176937 h 199687"/>
                <a:gd name="connsiteX64" fmla="*/ 141 w 840931"/>
                <a:gd name="connsiteY64" fmla="*/ 40425 h 199687"/>
                <a:gd name="connsiteX65" fmla="*/ 0 w 840931"/>
                <a:gd name="connsiteY65" fmla="*/ 40425 h 19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40931" h="199687">
                  <a:moveTo>
                    <a:pt x="443401" y="45335"/>
                  </a:moveTo>
                  <a:cubicBezTo>
                    <a:pt x="443401" y="82008"/>
                    <a:pt x="443401" y="118061"/>
                    <a:pt x="443401" y="154033"/>
                  </a:cubicBezTo>
                  <a:cubicBezTo>
                    <a:pt x="494494" y="154033"/>
                    <a:pt x="545270" y="154033"/>
                    <a:pt x="595970" y="154033"/>
                  </a:cubicBezTo>
                  <a:cubicBezTo>
                    <a:pt x="595970" y="117669"/>
                    <a:pt x="595970" y="81616"/>
                    <a:pt x="595970" y="45335"/>
                  </a:cubicBezTo>
                  <a:cubicBezTo>
                    <a:pt x="548893" y="45335"/>
                    <a:pt x="502134" y="45335"/>
                    <a:pt x="454398" y="45335"/>
                  </a:cubicBezTo>
                  <a:cubicBezTo>
                    <a:pt x="450701" y="45335"/>
                    <a:pt x="447004" y="45335"/>
                    <a:pt x="443401" y="45335"/>
                  </a:cubicBezTo>
                  <a:close/>
                  <a:moveTo>
                    <a:pt x="261444" y="40425"/>
                  </a:moveTo>
                  <a:lnTo>
                    <a:pt x="259700" y="41376"/>
                  </a:lnTo>
                  <a:cubicBezTo>
                    <a:pt x="258348" y="42140"/>
                    <a:pt x="257549" y="43882"/>
                    <a:pt x="256043" y="45243"/>
                  </a:cubicBezTo>
                  <a:cubicBezTo>
                    <a:pt x="251678" y="45315"/>
                    <a:pt x="247764" y="45315"/>
                    <a:pt x="243912" y="45315"/>
                  </a:cubicBezTo>
                  <a:cubicBezTo>
                    <a:pt x="243759" y="47045"/>
                    <a:pt x="243661" y="48154"/>
                    <a:pt x="243114" y="49263"/>
                  </a:cubicBezTo>
                  <a:lnTo>
                    <a:pt x="234889" y="49365"/>
                  </a:lnTo>
                  <a:lnTo>
                    <a:pt x="234889" y="49529"/>
                  </a:lnTo>
                  <a:lnTo>
                    <a:pt x="243114" y="49263"/>
                  </a:lnTo>
                  <a:lnTo>
                    <a:pt x="243636" y="93983"/>
                  </a:lnTo>
                  <a:cubicBezTo>
                    <a:pt x="240864" y="94980"/>
                    <a:pt x="237972" y="95075"/>
                    <a:pt x="235496" y="96139"/>
                  </a:cubicBezTo>
                  <a:cubicBezTo>
                    <a:pt x="237972" y="95075"/>
                    <a:pt x="240864" y="94980"/>
                    <a:pt x="243637" y="94894"/>
                  </a:cubicBezTo>
                  <a:cubicBezTo>
                    <a:pt x="243708" y="114916"/>
                    <a:pt x="243708" y="134484"/>
                    <a:pt x="243708" y="154056"/>
                  </a:cubicBezTo>
                  <a:cubicBezTo>
                    <a:pt x="295404" y="154056"/>
                    <a:pt x="346514" y="154056"/>
                    <a:pt x="397610" y="154056"/>
                  </a:cubicBezTo>
                  <a:cubicBezTo>
                    <a:pt x="397610" y="117710"/>
                    <a:pt x="397610" y="81653"/>
                    <a:pt x="397610" y="45172"/>
                  </a:cubicBezTo>
                  <a:cubicBezTo>
                    <a:pt x="378852" y="45172"/>
                    <a:pt x="360392" y="45172"/>
                    <a:pt x="341955" y="44825"/>
                  </a:cubicBezTo>
                  <a:lnTo>
                    <a:pt x="344266" y="40425"/>
                  </a:lnTo>
                  <a:lnTo>
                    <a:pt x="344164" y="40425"/>
                  </a:lnTo>
                  <a:lnTo>
                    <a:pt x="341500" y="44897"/>
                  </a:lnTo>
                  <a:cubicBezTo>
                    <a:pt x="324631" y="45267"/>
                    <a:pt x="308240" y="45219"/>
                    <a:pt x="291929" y="44850"/>
                  </a:cubicBezTo>
                  <a:lnTo>
                    <a:pt x="295815" y="40425"/>
                  </a:lnTo>
                  <a:lnTo>
                    <a:pt x="295616" y="40425"/>
                  </a:lnTo>
                  <a:lnTo>
                    <a:pt x="291474" y="44922"/>
                  </a:lnTo>
                  <a:cubicBezTo>
                    <a:pt x="279457" y="45267"/>
                    <a:pt x="267975" y="45219"/>
                    <a:pt x="256494" y="45172"/>
                  </a:cubicBezTo>
                  <a:cubicBezTo>
                    <a:pt x="257549" y="43882"/>
                    <a:pt x="258348" y="42140"/>
                    <a:pt x="259700" y="41376"/>
                  </a:cubicBezTo>
                  <a:lnTo>
                    <a:pt x="261445" y="40425"/>
                  </a:lnTo>
                  <a:close/>
                  <a:moveTo>
                    <a:pt x="65346" y="40425"/>
                  </a:moveTo>
                  <a:lnTo>
                    <a:pt x="68466" y="45244"/>
                  </a:lnTo>
                  <a:cubicBezTo>
                    <a:pt x="60549" y="45316"/>
                    <a:pt x="53087" y="45316"/>
                    <a:pt x="45651" y="45316"/>
                  </a:cubicBezTo>
                  <a:cubicBezTo>
                    <a:pt x="45651" y="81970"/>
                    <a:pt x="45651" y="118025"/>
                    <a:pt x="45651" y="154043"/>
                  </a:cubicBezTo>
                  <a:cubicBezTo>
                    <a:pt x="96732" y="154043"/>
                    <a:pt x="147512" y="154043"/>
                    <a:pt x="198716" y="154043"/>
                  </a:cubicBezTo>
                  <a:cubicBezTo>
                    <a:pt x="198716" y="136266"/>
                    <a:pt x="198716" y="118789"/>
                    <a:pt x="199165" y="101313"/>
                  </a:cubicBezTo>
                  <a:cubicBezTo>
                    <a:pt x="198668" y="84594"/>
                    <a:pt x="198620" y="67875"/>
                    <a:pt x="198644" y="50700"/>
                  </a:cubicBezTo>
                  <a:lnTo>
                    <a:pt x="200517" y="50640"/>
                  </a:lnTo>
                  <a:lnTo>
                    <a:pt x="200517" y="49788"/>
                  </a:lnTo>
                  <a:lnTo>
                    <a:pt x="198644" y="49811"/>
                  </a:lnTo>
                  <a:cubicBezTo>
                    <a:pt x="198572" y="48142"/>
                    <a:pt x="198572" y="46906"/>
                    <a:pt x="198572" y="45172"/>
                  </a:cubicBezTo>
                  <a:lnTo>
                    <a:pt x="171925" y="44859"/>
                  </a:lnTo>
                  <a:lnTo>
                    <a:pt x="121425" y="45243"/>
                  </a:lnTo>
                  <a:lnTo>
                    <a:pt x="116453" y="40425"/>
                  </a:lnTo>
                  <a:lnTo>
                    <a:pt x="115873" y="40425"/>
                  </a:lnTo>
                  <a:lnTo>
                    <a:pt x="120514" y="45243"/>
                  </a:lnTo>
                  <a:cubicBezTo>
                    <a:pt x="103013" y="45267"/>
                    <a:pt x="85967" y="45220"/>
                    <a:pt x="68921" y="45172"/>
                  </a:cubicBezTo>
                  <a:lnTo>
                    <a:pt x="65699" y="40425"/>
                  </a:lnTo>
                  <a:close/>
                  <a:moveTo>
                    <a:pt x="0" y="0"/>
                  </a:moveTo>
                  <a:lnTo>
                    <a:pt x="815286" y="0"/>
                  </a:lnTo>
                  <a:lnTo>
                    <a:pt x="815286" y="1"/>
                  </a:lnTo>
                  <a:lnTo>
                    <a:pt x="817913" y="0"/>
                  </a:lnTo>
                  <a:cubicBezTo>
                    <a:pt x="831164" y="-23"/>
                    <a:pt x="841024" y="10934"/>
                    <a:pt x="840931" y="23355"/>
                  </a:cubicBezTo>
                  <a:lnTo>
                    <a:pt x="840514" y="113546"/>
                  </a:lnTo>
                  <a:lnTo>
                    <a:pt x="795628" y="113546"/>
                  </a:lnTo>
                  <a:lnTo>
                    <a:pt x="795640" y="45626"/>
                  </a:lnTo>
                  <a:cubicBezTo>
                    <a:pt x="743960" y="45626"/>
                    <a:pt x="692852" y="45626"/>
                    <a:pt x="641764" y="45626"/>
                  </a:cubicBezTo>
                  <a:cubicBezTo>
                    <a:pt x="641764" y="81974"/>
                    <a:pt x="641764" y="118030"/>
                    <a:pt x="641764" y="154308"/>
                  </a:cubicBezTo>
                  <a:lnTo>
                    <a:pt x="754805" y="154673"/>
                  </a:lnTo>
                  <a:lnTo>
                    <a:pt x="754805" y="199551"/>
                  </a:lnTo>
                  <a:lnTo>
                    <a:pt x="519181" y="199520"/>
                  </a:lnTo>
                  <a:cubicBezTo>
                    <a:pt x="353715" y="199515"/>
                    <a:pt x="188249" y="199440"/>
                    <a:pt x="22783" y="199687"/>
                  </a:cubicBezTo>
                  <a:cubicBezTo>
                    <a:pt x="11155" y="199704"/>
                    <a:pt x="-79" y="188530"/>
                    <a:pt x="1" y="176937"/>
                  </a:cubicBezTo>
                  <a:lnTo>
                    <a:pt x="141" y="40425"/>
                  </a:lnTo>
                  <a:lnTo>
                    <a:pt x="0" y="40425"/>
                  </a:lnTo>
                  <a:close/>
                </a:path>
              </a:pathLst>
            </a:custGeom>
            <a:grpFill/>
            <a:ln w="6350" cap="flat">
              <a:noFill/>
              <a:prstDash val="solid"/>
              <a:miter/>
            </a:ln>
          </p:spPr>
          <p:txBody>
            <a:bodyPr wrap="square" rtlCol="0" anchor="ctr">
              <a:noAutofit/>
            </a:bodyPr>
            <a:lstStyle/>
            <a:p>
              <a:endParaRPr lang="en-US"/>
            </a:p>
          </p:txBody>
        </p:sp>
      </p:grpSp>
      <p:grpSp>
        <p:nvGrpSpPr>
          <p:cNvPr id="2816" name="Group 2815">
            <a:extLst>
              <a:ext uri="{FF2B5EF4-FFF2-40B4-BE49-F238E27FC236}">
                <a16:creationId xmlns:a16="http://schemas.microsoft.com/office/drawing/2014/main" id="{F31C3DE7-424A-55CD-C766-ABF29B96FDBB}"/>
              </a:ext>
              <a:ext uri="{C183D7F6-B498-43B3-948B-1728B52AA6E4}">
                <adec:decorative xmlns:adec="http://schemas.microsoft.com/office/drawing/2017/decorative" val="1"/>
              </a:ext>
            </a:extLst>
          </p:cNvPr>
          <p:cNvGrpSpPr>
            <a:grpSpLocks noChangeAspect="1"/>
          </p:cNvGrpSpPr>
          <p:nvPr/>
        </p:nvGrpSpPr>
        <p:grpSpPr>
          <a:xfrm>
            <a:off x="11117564" y="810791"/>
            <a:ext cx="434674" cy="457200"/>
            <a:chOff x="11117564" y="810791"/>
            <a:chExt cx="434674" cy="457200"/>
          </a:xfrm>
          <a:solidFill>
            <a:schemeClr val="accent2"/>
          </a:solidFill>
        </p:grpSpPr>
        <p:sp>
          <p:nvSpPr>
            <p:cNvPr id="462" name="Freeform: Shape 461">
              <a:extLst>
                <a:ext uri="{FF2B5EF4-FFF2-40B4-BE49-F238E27FC236}">
                  <a16:creationId xmlns:a16="http://schemas.microsoft.com/office/drawing/2014/main" id="{194B9BBD-76AC-AE82-131F-345F19191F3B}"/>
                </a:ext>
                <a:ext uri="{C183D7F6-B498-43B3-948B-1728B52AA6E4}">
                  <adec:decorative xmlns:adec="http://schemas.microsoft.com/office/drawing/2017/decorative" val="1"/>
                </a:ext>
              </a:extLst>
            </p:cNvPr>
            <p:cNvSpPr/>
            <p:nvPr/>
          </p:nvSpPr>
          <p:spPr>
            <a:xfrm>
              <a:off x="11117564" y="810791"/>
              <a:ext cx="391229" cy="392169"/>
            </a:xfrm>
            <a:custGeom>
              <a:avLst/>
              <a:gdLst>
                <a:gd name="connsiteX0" fmla="*/ 3913431 w 5868436"/>
                <a:gd name="connsiteY0" fmla="*/ 5717580 h 5882532"/>
                <a:gd name="connsiteX1" fmla="*/ 4239265 w 5868436"/>
                <a:gd name="connsiteY1" fmla="*/ 5717580 h 5882532"/>
                <a:gd name="connsiteX2" fmla="*/ 4239265 w 5868436"/>
                <a:gd name="connsiteY2" fmla="*/ 5882532 h 5882532"/>
                <a:gd name="connsiteX3" fmla="*/ 3913431 w 5868436"/>
                <a:gd name="connsiteY3" fmla="*/ 5882532 h 5882532"/>
                <a:gd name="connsiteX4" fmla="*/ 4402182 w 5868436"/>
                <a:gd name="connsiteY4" fmla="*/ 5715538 h 5882532"/>
                <a:gd name="connsiteX5" fmla="*/ 4728014 w 5868436"/>
                <a:gd name="connsiteY5" fmla="*/ 5715538 h 5882532"/>
                <a:gd name="connsiteX6" fmla="*/ 4728014 w 5868436"/>
                <a:gd name="connsiteY6" fmla="*/ 5880490 h 5882532"/>
                <a:gd name="connsiteX7" fmla="*/ 4402182 w 5868436"/>
                <a:gd name="connsiteY7" fmla="*/ 5880490 h 5882532"/>
                <a:gd name="connsiteX8" fmla="*/ 5542602 w 5868436"/>
                <a:gd name="connsiteY8" fmla="*/ 5554663 h 5882532"/>
                <a:gd name="connsiteX9" fmla="*/ 5868436 w 5868436"/>
                <a:gd name="connsiteY9" fmla="*/ 5554663 h 5882532"/>
                <a:gd name="connsiteX10" fmla="*/ 5868436 w 5868436"/>
                <a:gd name="connsiteY10" fmla="*/ 5880497 h 5882532"/>
                <a:gd name="connsiteX11" fmla="*/ 5542602 w 5868436"/>
                <a:gd name="connsiteY11" fmla="*/ 5880497 h 5882532"/>
                <a:gd name="connsiteX12" fmla="*/ 4890933 w 5868436"/>
                <a:gd name="connsiteY12" fmla="*/ 4738035 h 5882532"/>
                <a:gd name="connsiteX13" fmla="*/ 5868436 w 5868436"/>
                <a:gd name="connsiteY13" fmla="*/ 4738035 h 5882532"/>
                <a:gd name="connsiteX14" fmla="*/ 5868436 w 5868436"/>
                <a:gd name="connsiteY14" fmla="*/ 4902987 h 5882532"/>
                <a:gd name="connsiteX15" fmla="*/ 4890933 w 5868436"/>
                <a:gd name="connsiteY15" fmla="*/ 4902987 h 5882532"/>
                <a:gd name="connsiteX16" fmla="*/ 4890933 w 5868436"/>
                <a:gd name="connsiteY16" fmla="*/ 4412201 h 5882532"/>
                <a:gd name="connsiteX17" fmla="*/ 5868436 w 5868436"/>
                <a:gd name="connsiteY17" fmla="*/ 4412201 h 5882532"/>
                <a:gd name="connsiteX18" fmla="*/ 5868436 w 5868436"/>
                <a:gd name="connsiteY18" fmla="*/ 4575118 h 5882532"/>
                <a:gd name="connsiteX19" fmla="*/ 4890933 w 5868436"/>
                <a:gd name="connsiteY19" fmla="*/ 4575118 h 5882532"/>
                <a:gd name="connsiteX20" fmla="*/ 4890933 w 5868436"/>
                <a:gd name="connsiteY20" fmla="*/ 4084332 h 5882532"/>
                <a:gd name="connsiteX21" fmla="*/ 5868436 w 5868436"/>
                <a:gd name="connsiteY21" fmla="*/ 4084332 h 5882532"/>
                <a:gd name="connsiteX22" fmla="*/ 5868436 w 5868436"/>
                <a:gd name="connsiteY22" fmla="*/ 4249284 h 5882532"/>
                <a:gd name="connsiteX23" fmla="*/ 4890933 w 5868436"/>
                <a:gd name="connsiteY23" fmla="*/ 4249284 h 5882532"/>
                <a:gd name="connsiteX24" fmla="*/ 4890933 w 5868436"/>
                <a:gd name="connsiteY24" fmla="*/ 3758498 h 5882532"/>
                <a:gd name="connsiteX25" fmla="*/ 5868436 w 5868436"/>
                <a:gd name="connsiteY25" fmla="*/ 3758498 h 5882532"/>
                <a:gd name="connsiteX26" fmla="*/ 5868436 w 5868436"/>
                <a:gd name="connsiteY26" fmla="*/ 3921415 h 5882532"/>
                <a:gd name="connsiteX27" fmla="*/ 4890933 w 5868436"/>
                <a:gd name="connsiteY27" fmla="*/ 3921415 h 5882532"/>
                <a:gd name="connsiteX28" fmla="*/ 4890933 w 5868436"/>
                <a:gd name="connsiteY28" fmla="*/ 3430629 h 5882532"/>
                <a:gd name="connsiteX29" fmla="*/ 5868436 w 5868436"/>
                <a:gd name="connsiteY29" fmla="*/ 3430629 h 5882532"/>
                <a:gd name="connsiteX30" fmla="*/ 5868436 w 5868436"/>
                <a:gd name="connsiteY30" fmla="*/ 3595581 h 5882532"/>
                <a:gd name="connsiteX31" fmla="*/ 4890933 w 5868436"/>
                <a:gd name="connsiteY31" fmla="*/ 3595581 h 5882532"/>
                <a:gd name="connsiteX32" fmla="*/ 3182162 w 5868436"/>
                <a:gd name="connsiteY32" fmla="*/ 3356735 h 5882532"/>
                <a:gd name="connsiteX33" fmla="*/ 3668014 w 5868436"/>
                <a:gd name="connsiteY33" fmla="*/ 3356735 h 5882532"/>
                <a:gd name="connsiteX34" fmla="*/ 3668014 w 5868436"/>
                <a:gd name="connsiteY34" fmla="*/ 3842586 h 5882532"/>
                <a:gd name="connsiteX35" fmla="*/ 3182162 w 5868436"/>
                <a:gd name="connsiteY35" fmla="*/ 3842586 h 5882532"/>
                <a:gd name="connsiteX36" fmla="*/ 4890933 w 5868436"/>
                <a:gd name="connsiteY36" fmla="*/ 3110907 h 5882532"/>
                <a:gd name="connsiteX37" fmla="*/ 5868436 w 5868436"/>
                <a:gd name="connsiteY37" fmla="*/ 3110907 h 5882532"/>
                <a:gd name="connsiteX38" fmla="*/ 5868436 w 5868436"/>
                <a:gd name="connsiteY38" fmla="*/ 3273824 h 5882532"/>
                <a:gd name="connsiteX39" fmla="*/ 4890933 w 5868436"/>
                <a:gd name="connsiteY39" fmla="*/ 3273824 h 5882532"/>
                <a:gd name="connsiteX40" fmla="*/ 683599 w 5868436"/>
                <a:gd name="connsiteY40" fmla="*/ 2462497 h 5882532"/>
                <a:gd name="connsiteX41" fmla="*/ 846106 w 5868436"/>
                <a:gd name="connsiteY41" fmla="*/ 2476343 h 5882532"/>
                <a:gd name="connsiteX42" fmla="*/ 943450 w 5868436"/>
                <a:gd name="connsiteY42" fmla="*/ 2825395 h 5882532"/>
                <a:gd name="connsiteX43" fmla="*/ 1277430 w 5868436"/>
                <a:gd name="connsiteY43" fmla="*/ 2953688 h 5882532"/>
                <a:gd name="connsiteX44" fmla="*/ 1277430 w 5868436"/>
                <a:gd name="connsiteY44" fmla="*/ 3117015 h 5882532"/>
                <a:gd name="connsiteX45" fmla="*/ 823298 w 5868436"/>
                <a:gd name="connsiteY45" fmla="*/ 2935767 h 5882532"/>
                <a:gd name="connsiteX46" fmla="*/ 683599 w 5868436"/>
                <a:gd name="connsiteY46" fmla="*/ 2462497 h 5882532"/>
                <a:gd name="connsiteX47" fmla="*/ 2751019 w 5868436"/>
                <a:gd name="connsiteY47" fmla="*/ 677332 h 5882532"/>
                <a:gd name="connsiteX48" fmla="*/ 2751019 w 5868436"/>
                <a:gd name="connsiteY48" fmla="*/ 677333 h 5882532"/>
                <a:gd name="connsiteX49" fmla="*/ 2751019 w 5868436"/>
                <a:gd name="connsiteY49" fmla="*/ 840249 h 5882532"/>
                <a:gd name="connsiteX50" fmla="*/ 2751019 w 5868436"/>
                <a:gd name="connsiteY50" fmla="*/ 840250 h 5882532"/>
                <a:gd name="connsiteX51" fmla="*/ 2094463 w 5868436"/>
                <a:gd name="connsiteY51" fmla="*/ 1522467 h 5882532"/>
                <a:gd name="connsiteX52" fmla="*/ 1931546 w 5868436"/>
                <a:gd name="connsiteY52" fmla="*/ 1522467 h 5882532"/>
                <a:gd name="connsiteX53" fmla="*/ 1931546 w 5868436"/>
                <a:gd name="connsiteY53" fmla="*/ 1522467 h 5882532"/>
                <a:gd name="connsiteX54" fmla="*/ 2751019 w 5868436"/>
                <a:gd name="connsiteY54" fmla="*/ 677332 h 5882532"/>
                <a:gd name="connsiteX55" fmla="*/ 2656931 w 5868436"/>
                <a:gd name="connsiteY55" fmla="*/ 0 h 5882532"/>
                <a:gd name="connsiteX56" fmla="*/ 2677704 w 5868436"/>
                <a:gd name="connsiteY56" fmla="*/ 0 h 5882532"/>
                <a:gd name="connsiteX57" fmla="*/ 3837674 w 5868436"/>
                <a:gd name="connsiteY57" fmla="*/ 659408 h 5882532"/>
                <a:gd name="connsiteX58" fmla="*/ 4596458 w 5868436"/>
                <a:gd name="connsiteY58" fmla="*/ 304249 h 5882532"/>
                <a:gd name="connsiteX59" fmla="*/ 4712946 w 5868436"/>
                <a:gd name="connsiteY59" fmla="*/ 304249 h 5882532"/>
                <a:gd name="connsiteX60" fmla="*/ 5706334 w 5868436"/>
                <a:gd name="connsiteY60" fmla="*/ 1296820 h 5882532"/>
                <a:gd name="connsiteX61" fmla="*/ 5706334 w 5868436"/>
                <a:gd name="connsiteY61" fmla="*/ 1325333 h 5882532"/>
                <a:gd name="connsiteX62" fmla="*/ 5379277 w 5868436"/>
                <a:gd name="connsiteY62" fmla="*/ 1325333 h 5882532"/>
                <a:gd name="connsiteX63" fmla="*/ 5379277 w 5868436"/>
                <a:gd name="connsiteY63" fmla="*/ 1296820 h 5882532"/>
                <a:gd name="connsiteX64" fmla="*/ 4713352 w 5868436"/>
                <a:gd name="connsiteY64" fmla="*/ 630895 h 5882532"/>
                <a:gd name="connsiteX65" fmla="*/ 4596869 w 5868436"/>
                <a:gd name="connsiteY65" fmla="*/ 630895 h 5882532"/>
                <a:gd name="connsiteX66" fmla="*/ 3971673 w 5868436"/>
                <a:gd name="connsiteY66" fmla="*/ 1070772 h 5882532"/>
                <a:gd name="connsiteX67" fmla="*/ 3661313 w 5868436"/>
                <a:gd name="connsiteY67" fmla="*/ 1061407 h 5882532"/>
                <a:gd name="connsiteX68" fmla="*/ 2678110 w 5868436"/>
                <a:gd name="connsiteY68" fmla="*/ 326647 h 5882532"/>
                <a:gd name="connsiteX69" fmla="*/ 2657337 w 5868436"/>
                <a:gd name="connsiteY69" fmla="*/ 326647 h 5882532"/>
                <a:gd name="connsiteX70" fmla="*/ 1631365 w 5868436"/>
                <a:gd name="connsiteY70" fmla="*/ 1352618 h 5882532"/>
                <a:gd name="connsiteX71" fmla="*/ 1631365 w 5868436"/>
                <a:gd name="connsiteY71" fmla="*/ 1377872 h 5882532"/>
                <a:gd name="connsiteX72" fmla="*/ 1441569 w 5868436"/>
                <a:gd name="connsiteY72" fmla="*/ 1541602 h 5882532"/>
                <a:gd name="connsiteX73" fmla="*/ 1306348 w 5868436"/>
                <a:gd name="connsiteY73" fmla="*/ 1528568 h 5882532"/>
                <a:gd name="connsiteX74" fmla="*/ 675452 w 5868436"/>
                <a:gd name="connsiteY74" fmla="*/ 1754211 h 5882532"/>
                <a:gd name="connsiteX75" fmla="*/ 327215 w 5868436"/>
                <a:gd name="connsiteY75" fmla="*/ 2489779 h 5882532"/>
                <a:gd name="connsiteX76" fmla="*/ 1160945 w 5868436"/>
                <a:gd name="connsiteY76" fmla="*/ 3435515 h 5882532"/>
                <a:gd name="connsiteX77" fmla="*/ 2936332 w 5868436"/>
                <a:gd name="connsiteY77" fmla="*/ 3436738 h 5882532"/>
                <a:gd name="connsiteX78" fmla="*/ 2936332 w 5868436"/>
                <a:gd name="connsiteY78" fmla="*/ 3762572 h 5882532"/>
                <a:gd name="connsiteX79" fmla="*/ 1150353 w 5868436"/>
                <a:gd name="connsiteY79" fmla="*/ 3762572 h 5882532"/>
                <a:gd name="connsiteX80" fmla="*/ 1144243 w 5868436"/>
                <a:gd name="connsiteY80" fmla="*/ 3762162 h 5882532"/>
                <a:gd name="connsiteX81" fmla="*/ 158 w 5868436"/>
                <a:gd name="connsiteY81" fmla="*/ 2492631 h 5882532"/>
                <a:gd name="connsiteX82" fmla="*/ 467324 w 5868436"/>
                <a:gd name="connsiteY82" fmla="*/ 1502096 h 5882532"/>
                <a:gd name="connsiteX83" fmla="*/ 1312864 w 5868436"/>
                <a:gd name="connsiteY83" fmla="*/ 1201105 h 5882532"/>
                <a:gd name="connsiteX84" fmla="*/ 2656931 w 5868436"/>
                <a:gd name="connsiteY84" fmla="*/ 0 h 588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68436" h="5882532">
                  <a:moveTo>
                    <a:pt x="3913431" y="5717580"/>
                  </a:moveTo>
                  <a:lnTo>
                    <a:pt x="4239265" y="5717580"/>
                  </a:lnTo>
                  <a:lnTo>
                    <a:pt x="4239265" y="5882532"/>
                  </a:lnTo>
                  <a:lnTo>
                    <a:pt x="3913431" y="5882532"/>
                  </a:lnTo>
                  <a:close/>
                  <a:moveTo>
                    <a:pt x="4402182" y="5715538"/>
                  </a:moveTo>
                  <a:lnTo>
                    <a:pt x="4728014" y="5715538"/>
                  </a:lnTo>
                  <a:lnTo>
                    <a:pt x="4728014" y="5880490"/>
                  </a:lnTo>
                  <a:lnTo>
                    <a:pt x="4402182" y="5880490"/>
                  </a:lnTo>
                  <a:close/>
                  <a:moveTo>
                    <a:pt x="5542602" y="5554663"/>
                  </a:moveTo>
                  <a:lnTo>
                    <a:pt x="5868436" y="5554663"/>
                  </a:lnTo>
                  <a:lnTo>
                    <a:pt x="5868436" y="5880497"/>
                  </a:lnTo>
                  <a:lnTo>
                    <a:pt x="5542602" y="5880497"/>
                  </a:lnTo>
                  <a:close/>
                  <a:moveTo>
                    <a:pt x="4890933" y="4738035"/>
                  </a:moveTo>
                  <a:lnTo>
                    <a:pt x="5868436" y="4738035"/>
                  </a:lnTo>
                  <a:lnTo>
                    <a:pt x="5868436" y="4902987"/>
                  </a:lnTo>
                  <a:lnTo>
                    <a:pt x="4890933" y="4902987"/>
                  </a:lnTo>
                  <a:close/>
                  <a:moveTo>
                    <a:pt x="4890933" y="4412201"/>
                  </a:moveTo>
                  <a:lnTo>
                    <a:pt x="5868436" y="4412201"/>
                  </a:lnTo>
                  <a:lnTo>
                    <a:pt x="5868436" y="4575118"/>
                  </a:lnTo>
                  <a:lnTo>
                    <a:pt x="4890933" y="4575118"/>
                  </a:lnTo>
                  <a:close/>
                  <a:moveTo>
                    <a:pt x="4890933" y="4084332"/>
                  </a:moveTo>
                  <a:lnTo>
                    <a:pt x="5868436" y="4084332"/>
                  </a:lnTo>
                  <a:lnTo>
                    <a:pt x="5868436" y="4249284"/>
                  </a:lnTo>
                  <a:lnTo>
                    <a:pt x="4890933" y="4249284"/>
                  </a:lnTo>
                  <a:close/>
                  <a:moveTo>
                    <a:pt x="4890933" y="3758498"/>
                  </a:moveTo>
                  <a:lnTo>
                    <a:pt x="5868436" y="3758498"/>
                  </a:lnTo>
                  <a:lnTo>
                    <a:pt x="5868436" y="3921415"/>
                  </a:lnTo>
                  <a:lnTo>
                    <a:pt x="4890933" y="3921415"/>
                  </a:lnTo>
                  <a:close/>
                  <a:moveTo>
                    <a:pt x="4890933" y="3430629"/>
                  </a:moveTo>
                  <a:lnTo>
                    <a:pt x="5868436" y="3430629"/>
                  </a:lnTo>
                  <a:lnTo>
                    <a:pt x="5868436" y="3595581"/>
                  </a:lnTo>
                  <a:lnTo>
                    <a:pt x="4890933" y="3595581"/>
                  </a:lnTo>
                  <a:close/>
                  <a:moveTo>
                    <a:pt x="3182162" y="3356735"/>
                  </a:moveTo>
                  <a:lnTo>
                    <a:pt x="3668014" y="3356735"/>
                  </a:lnTo>
                  <a:lnTo>
                    <a:pt x="3668014" y="3842586"/>
                  </a:lnTo>
                  <a:lnTo>
                    <a:pt x="3182162" y="3842586"/>
                  </a:lnTo>
                  <a:close/>
                  <a:moveTo>
                    <a:pt x="4890933" y="3110907"/>
                  </a:moveTo>
                  <a:lnTo>
                    <a:pt x="5868436" y="3110907"/>
                  </a:lnTo>
                  <a:lnTo>
                    <a:pt x="5868436" y="3273824"/>
                  </a:lnTo>
                  <a:lnTo>
                    <a:pt x="4890933" y="3273824"/>
                  </a:lnTo>
                  <a:close/>
                  <a:moveTo>
                    <a:pt x="683599" y="2462497"/>
                  </a:moveTo>
                  <a:lnTo>
                    <a:pt x="846106" y="2476343"/>
                  </a:lnTo>
                  <a:cubicBezTo>
                    <a:pt x="833483" y="2621749"/>
                    <a:pt x="867285" y="2742307"/>
                    <a:pt x="943450" y="2825395"/>
                  </a:cubicBezTo>
                  <a:cubicBezTo>
                    <a:pt x="1019615" y="2908071"/>
                    <a:pt x="1138138" y="2953688"/>
                    <a:pt x="1277430" y="2953688"/>
                  </a:cubicBezTo>
                  <a:lnTo>
                    <a:pt x="1277430" y="3117015"/>
                  </a:lnTo>
                  <a:cubicBezTo>
                    <a:pt x="1092111" y="3117015"/>
                    <a:pt x="930823" y="3052661"/>
                    <a:pt x="823298" y="2935767"/>
                  </a:cubicBezTo>
                  <a:cubicBezTo>
                    <a:pt x="715366" y="2818467"/>
                    <a:pt x="667308" y="2654739"/>
                    <a:pt x="683599" y="2462497"/>
                  </a:cubicBezTo>
                  <a:close/>
                  <a:moveTo>
                    <a:pt x="2751019" y="677332"/>
                  </a:moveTo>
                  <a:lnTo>
                    <a:pt x="2751019" y="677333"/>
                  </a:lnTo>
                  <a:lnTo>
                    <a:pt x="2751019" y="840249"/>
                  </a:lnTo>
                  <a:lnTo>
                    <a:pt x="2751019" y="840250"/>
                  </a:lnTo>
                  <a:cubicBezTo>
                    <a:pt x="2339655" y="840250"/>
                    <a:pt x="2094463" y="1095213"/>
                    <a:pt x="2094463" y="1522467"/>
                  </a:cubicBezTo>
                  <a:lnTo>
                    <a:pt x="1931546" y="1522467"/>
                  </a:lnTo>
                  <a:lnTo>
                    <a:pt x="1931546" y="1522467"/>
                  </a:lnTo>
                  <a:cubicBezTo>
                    <a:pt x="1931546" y="1009277"/>
                    <a:pt x="2253309" y="677332"/>
                    <a:pt x="2751019" y="677332"/>
                  </a:cubicBezTo>
                  <a:close/>
                  <a:moveTo>
                    <a:pt x="2656931" y="0"/>
                  </a:moveTo>
                  <a:lnTo>
                    <a:pt x="2677704" y="0"/>
                  </a:lnTo>
                  <a:cubicBezTo>
                    <a:pt x="3156680" y="0"/>
                    <a:pt x="3596557" y="259444"/>
                    <a:pt x="3837674" y="659408"/>
                  </a:cubicBezTo>
                  <a:cubicBezTo>
                    <a:pt x="4023400" y="439064"/>
                    <a:pt x="4299543" y="304249"/>
                    <a:pt x="4596458" y="304249"/>
                  </a:cubicBezTo>
                  <a:lnTo>
                    <a:pt x="4712946" y="304249"/>
                  </a:lnTo>
                  <a:cubicBezTo>
                    <a:pt x="5261160" y="304249"/>
                    <a:pt x="5705518" y="749012"/>
                    <a:pt x="5706334" y="1296820"/>
                  </a:cubicBezTo>
                  <a:lnTo>
                    <a:pt x="5706334" y="1325333"/>
                  </a:lnTo>
                  <a:lnTo>
                    <a:pt x="5379277" y="1325333"/>
                  </a:lnTo>
                  <a:lnTo>
                    <a:pt x="5379277" y="1296820"/>
                  </a:lnTo>
                  <a:cubicBezTo>
                    <a:pt x="5379277" y="929034"/>
                    <a:pt x="5081139" y="630895"/>
                    <a:pt x="4713352" y="630895"/>
                  </a:cubicBezTo>
                  <a:lnTo>
                    <a:pt x="4596869" y="630895"/>
                  </a:lnTo>
                  <a:cubicBezTo>
                    <a:pt x="4319093" y="630895"/>
                    <a:pt x="4067794" y="807663"/>
                    <a:pt x="3971673" y="1070772"/>
                  </a:cubicBezTo>
                  <a:cubicBezTo>
                    <a:pt x="3917504" y="1218620"/>
                    <a:pt x="3706524" y="1212103"/>
                    <a:pt x="3661313" y="1061407"/>
                  </a:cubicBezTo>
                  <a:cubicBezTo>
                    <a:pt x="3532203" y="628860"/>
                    <a:pt x="3127762" y="326647"/>
                    <a:pt x="2678110" y="326647"/>
                  </a:cubicBezTo>
                  <a:lnTo>
                    <a:pt x="2657337" y="326647"/>
                  </a:lnTo>
                  <a:cubicBezTo>
                    <a:pt x="2090792" y="326647"/>
                    <a:pt x="1631365" y="786077"/>
                    <a:pt x="1631365" y="1352618"/>
                  </a:cubicBezTo>
                  <a:lnTo>
                    <a:pt x="1631365" y="1377872"/>
                  </a:lnTo>
                  <a:cubicBezTo>
                    <a:pt x="1631365" y="1478881"/>
                    <a:pt x="1541354" y="1557894"/>
                    <a:pt x="1441569" y="1541602"/>
                  </a:cubicBezTo>
                  <a:cubicBezTo>
                    <a:pt x="1402062" y="1535085"/>
                    <a:pt x="1357258" y="1530198"/>
                    <a:pt x="1306348" y="1528568"/>
                  </a:cubicBezTo>
                  <a:cubicBezTo>
                    <a:pt x="1083558" y="1520833"/>
                    <a:pt x="856696" y="1604733"/>
                    <a:pt x="675452" y="1754211"/>
                  </a:cubicBezTo>
                  <a:cubicBezTo>
                    <a:pt x="449809" y="1940343"/>
                    <a:pt x="322734" y="2208339"/>
                    <a:pt x="327215" y="2489779"/>
                  </a:cubicBezTo>
                  <a:cubicBezTo>
                    <a:pt x="327215" y="2994416"/>
                    <a:pt x="663637" y="3398044"/>
                    <a:pt x="1160945" y="3435515"/>
                  </a:cubicBezTo>
                  <a:lnTo>
                    <a:pt x="2936332" y="3436738"/>
                  </a:lnTo>
                  <a:lnTo>
                    <a:pt x="2936332" y="3762572"/>
                  </a:lnTo>
                  <a:lnTo>
                    <a:pt x="1150353" y="3762572"/>
                  </a:lnTo>
                  <a:lnTo>
                    <a:pt x="1144243" y="3762162"/>
                  </a:lnTo>
                  <a:cubicBezTo>
                    <a:pt x="473435" y="3716139"/>
                    <a:pt x="158" y="3167514"/>
                    <a:pt x="158" y="2492631"/>
                  </a:cubicBezTo>
                  <a:cubicBezTo>
                    <a:pt x="-5952" y="2113851"/>
                    <a:pt x="164298" y="1751765"/>
                    <a:pt x="467324" y="1502096"/>
                  </a:cubicBezTo>
                  <a:cubicBezTo>
                    <a:pt x="712923" y="1299672"/>
                    <a:pt x="1011467" y="1195405"/>
                    <a:pt x="1312864" y="1201105"/>
                  </a:cubicBezTo>
                  <a:cubicBezTo>
                    <a:pt x="1388212" y="525410"/>
                    <a:pt x="1961275" y="0"/>
                    <a:pt x="2656931" y="0"/>
                  </a:cubicBezTo>
                  <a:close/>
                </a:path>
              </a:pathLst>
            </a:custGeom>
            <a:solidFill>
              <a:schemeClr val="bg1"/>
            </a:solidFill>
            <a:ln w="9525" cap="flat">
              <a:noFill/>
              <a:prstDash val="solid"/>
              <a:miter/>
            </a:ln>
          </p:spPr>
          <p:txBody>
            <a:bodyPr wrap="square" rtlCol="0" anchor="ctr">
              <a:noAutofit/>
            </a:bodyPr>
            <a:lstStyle/>
            <a:p>
              <a:endParaRPr lang="en-US"/>
            </a:p>
          </p:txBody>
        </p:sp>
        <p:sp>
          <p:nvSpPr>
            <p:cNvPr id="463" name="Freeform: Shape 462">
              <a:extLst>
                <a:ext uri="{FF2B5EF4-FFF2-40B4-BE49-F238E27FC236}">
                  <a16:creationId xmlns:a16="http://schemas.microsoft.com/office/drawing/2014/main" id="{E8DC41CF-440E-BE7B-986E-F36C12D0922F}"/>
                </a:ext>
                <a:ext uri="{C183D7F6-B498-43B3-948B-1728B52AA6E4}">
                  <adec:decorative xmlns:adec="http://schemas.microsoft.com/office/drawing/2017/decorative" val="1"/>
                </a:ext>
              </a:extLst>
            </p:cNvPr>
            <p:cNvSpPr/>
            <p:nvPr/>
          </p:nvSpPr>
          <p:spPr>
            <a:xfrm>
              <a:off x="11335015" y="920435"/>
              <a:ext cx="217223" cy="347556"/>
            </a:xfrm>
            <a:custGeom>
              <a:avLst/>
              <a:gdLst>
                <a:gd name="connsiteX0" fmla="*/ 0 w 441960"/>
                <a:gd name="connsiteY0" fmla="*/ 0 h 707136"/>
                <a:gd name="connsiteX1" fmla="*/ 44196 w 441960"/>
                <a:gd name="connsiteY1" fmla="*/ 0 h 707136"/>
                <a:gd name="connsiteX2" fmla="*/ 397764 w 441960"/>
                <a:gd name="connsiteY2" fmla="*/ 0 h 707136"/>
                <a:gd name="connsiteX3" fmla="*/ 441960 w 441960"/>
                <a:gd name="connsiteY3" fmla="*/ 44196 h 707136"/>
                <a:gd name="connsiteX4" fmla="*/ 441960 w 441960"/>
                <a:gd name="connsiteY4" fmla="*/ 618744 h 707136"/>
                <a:gd name="connsiteX5" fmla="*/ 441960 w 441960"/>
                <a:gd name="connsiteY5" fmla="*/ 662940 h 707136"/>
                <a:gd name="connsiteX6" fmla="*/ 397764 w 441960"/>
                <a:gd name="connsiteY6" fmla="*/ 662940 h 707136"/>
                <a:gd name="connsiteX7" fmla="*/ 353568 w 441960"/>
                <a:gd name="connsiteY7" fmla="*/ 662940 h 707136"/>
                <a:gd name="connsiteX8" fmla="*/ 353568 w 441960"/>
                <a:gd name="connsiteY8" fmla="*/ 707136 h 707136"/>
                <a:gd name="connsiteX9" fmla="*/ 309372 w 441960"/>
                <a:gd name="connsiteY9" fmla="*/ 707136 h 707136"/>
                <a:gd name="connsiteX10" fmla="*/ 309372 w 441960"/>
                <a:gd name="connsiteY10" fmla="*/ 662940 h 707136"/>
                <a:gd name="connsiteX11" fmla="*/ 132588 w 441960"/>
                <a:gd name="connsiteY11" fmla="*/ 662940 h 707136"/>
                <a:gd name="connsiteX12" fmla="*/ 132588 w 441960"/>
                <a:gd name="connsiteY12" fmla="*/ 707136 h 707136"/>
                <a:gd name="connsiteX13" fmla="*/ 88392 w 441960"/>
                <a:gd name="connsiteY13" fmla="*/ 707136 h 707136"/>
                <a:gd name="connsiteX14" fmla="*/ 88392 w 441960"/>
                <a:gd name="connsiteY14" fmla="*/ 662940 h 707136"/>
                <a:gd name="connsiteX15" fmla="*/ 44196 w 441960"/>
                <a:gd name="connsiteY15" fmla="*/ 662940 h 707136"/>
                <a:gd name="connsiteX16" fmla="*/ 0 w 441960"/>
                <a:gd name="connsiteY16" fmla="*/ 618744 h 707136"/>
                <a:gd name="connsiteX17" fmla="*/ 0 w 441960"/>
                <a:gd name="connsiteY17" fmla="*/ 604223 h 707136"/>
                <a:gd name="connsiteX18" fmla="*/ 0 w 441960"/>
                <a:gd name="connsiteY18" fmla="*/ 443229 h 707136"/>
                <a:gd name="connsiteX19" fmla="*/ 0 w 441960"/>
                <a:gd name="connsiteY19" fmla="*/ 329877 h 707136"/>
                <a:gd name="connsiteX20" fmla="*/ 44196 w 441960"/>
                <a:gd name="connsiteY20" fmla="*/ 329877 h 707136"/>
                <a:gd name="connsiteX21" fmla="*/ 44196 w 441960"/>
                <a:gd name="connsiteY21" fmla="*/ 443229 h 707136"/>
                <a:gd name="connsiteX22" fmla="*/ 44196 w 441960"/>
                <a:gd name="connsiteY22" fmla="*/ 604223 h 707136"/>
                <a:gd name="connsiteX23" fmla="*/ 44196 w 441960"/>
                <a:gd name="connsiteY23" fmla="*/ 618744 h 707136"/>
                <a:gd name="connsiteX24" fmla="*/ 397764 w 441960"/>
                <a:gd name="connsiteY24" fmla="*/ 618744 h 707136"/>
                <a:gd name="connsiteX25" fmla="*/ 397764 w 441960"/>
                <a:gd name="connsiteY25" fmla="*/ 44196 h 707136"/>
                <a:gd name="connsiteX26" fmla="*/ 44196 w 441960"/>
                <a:gd name="connsiteY26" fmla="*/ 44196 h 707136"/>
                <a:gd name="connsiteX27" fmla="*/ 44196 w 441960"/>
                <a:gd name="connsiteY27" fmla="*/ 51785 h 707136"/>
                <a:gd name="connsiteX28" fmla="*/ 44196 w 441960"/>
                <a:gd name="connsiteY28" fmla="*/ 102581 h 707136"/>
                <a:gd name="connsiteX29" fmla="*/ 44196 w 441960"/>
                <a:gd name="connsiteY29" fmla="*/ 200476 h 707136"/>
                <a:gd name="connsiteX30" fmla="*/ 0 w 441960"/>
                <a:gd name="connsiteY30" fmla="*/ 200476 h 707136"/>
                <a:gd name="connsiteX31" fmla="*/ 0 w 441960"/>
                <a:gd name="connsiteY31" fmla="*/ 102581 h 707136"/>
                <a:gd name="connsiteX32" fmla="*/ 0 w 441960"/>
                <a:gd name="connsiteY32" fmla="*/ 51785 h 707136"/>
                <a:gd name="connsiteX33" fmla="*/ 0 w 441960"/>
                <a:gd name="connsiteY33" fmla="*/ 44196 h 70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41960" h="707136">
                  <a:moveTo>
                    <a:pt x="0" y="0"/>
                  </a:moveTo>
                  <a:lnTo>
                    <a:pt x="44196" y="0"/>
                  </a:lnTo>
                  <a:lnTo>
                    <a:pt x="397764" y="0"/>
                  </a:lnTo>
                  <a:cubicBezTo>
                    <a:pt x="422183" y="0"/>
                    <a:pt x="441960" y="19778"/>
                    <a:pt x="441960" y="44196"/>
                  </a:cubicBezTo>
                  <a:lnTo>
                    <a:pt x="441960" y="618744"/>
                  </a:lnTo>
                  <a:lnTo>
                    <a:pt x="441960" y="662940"/>
                  </a:lnTo>
                  <a:lnTo>
                    <a:pt x="397764" y="662940"/>
                  </a:lnTo>
                  <a:lnTo>
                    <a:pt x="353568" y="662940"/>
                  </a:lnTo>
                  <a:lnTo>
                    <a:pt x="353568" y="707136"/>
                  </a:lnTo>
                  <a:lnTo>
                    <a:pt x="309372" y="707136"/>
                  </a:lnTo>
                  <a:lnTo>
                    <a:pt x="309372" y="662940"/>
                  </a:lnTo>
                  <a:lnTo>
                    <a:pt x="132588" y="662940"/>
                  </a:lnTo>
                  <a:lnTo>
                    <a:pt x="132588" y="707136"/>
                  </a:lnTo>
                  <a:lnTo>
                    <a:pt x="88392" y="707136"/>
                  </a:lnTo>
                  <a:lnTo>
                    <a:pt x="88392" y="662940"/>
                  </a:lnTo>
                  <a:lnTo>
                    <a:pt x="44196" y="662940"/>
                  </a:lnTo>
                  <a:cubicBezTo>
                    <a:pt x="19778" y="662940"/>
                    <a:pt x="0" y="643163"/>
                    <a:pt x="0" y="618744"/>
                  </a:cubicBezTo>
                  <a:lnTo>
                    <a:pt x="0" y="604223"/>
                  </a:lnTo>
                  <a:lnTo>
                    <a:pt x="0" y="443229"/>
                  </a:lnTo>
                  <a:lnTo>
                    <a:pt x="0" y="329877"/>
                  </a:lnTo>
                  <a:lnTo>
                    <a:pt x="44196" y="329877"/>
                  </a:lnTo>
                  <a:lnTo>
                    <a:pt x="44196" y="443229"/>
                  </a:lnTo>
                  <a:lnTo>
                    <a:pt x="44196" y="604223"/>
                  </a:lnTo>
                  <a:lnTo>
                    <a:pt x="44196" y="618744"/>
                  </a:lnTo>
                  <a:lnTo>
                    <a:pt x="397764" y="618744"/>
                  </a:lnTo>
                  <a:lnTo>
                    <a:pt x="397764" y="44196"/>
                  </a:lnTo>
                  <a:lnTo>
                    <a:pt x="44196" y="44196"/>
                  </a:lnTo>
                  <a:lnTo>
                    <a:pt x="44196" y="51785"/>
                  </a:lnTo>
                  <a:lnTo>
                    <a:pt x="44196" y="102581"/>
                  </a:lnTo>
                  <a:lnTo>
                    <a:pt x="44196" y="200476"/>
                  </a:lnTo>
                  <a:lnTo>
                    <a:pt x="0" y="200476"/>
                  </a:lnTo>
                  <a:lnTo>
                    <a:pt x="0" y="102581"/>
                  </a:lnTo>
                  <a:lnTo>
                    <a:pt x="0" y="51785"/>
                  </a:lnTo>
                  <a:lnTo>
                    <a:pt x="0" y="44196"/>
                  </a:lnTo>
                  <a:close/>
                </a:path>
              </a:pathLst>
            </a:custGeom>
            <a:grpFill/>
            <a:ln w="9525" cap="flat">
              <a:noFill/>
              <a:prstDash val="solid"/>
              <a:miter/>
            </a:ln>
          </p:spPr>
          <p:txBody>
            <a:bodyPr wrap="square" rtlCol="0" anchor="ctr">
              <a:noAutofit/>
            </a:bodyPr>
            <a:lstStyle/>
            <a:p>
              <a:endParaRPr lang="en-US"/>
            </a:p>
          </p:txBody>
        </p:sp>
      </p:grpSp>
      <p:grpSp>
        <p:nvGrpSpPr>
          <p:cNvPr id="127" name="Group 126">
            <a:extLst>
              <a:ext uri="{FF2B5EF4-FFF2-40B4-BE49-F238E27FC236}">
                <a16:creationId xmlns:a16="http://schemas.microsoft.com/office/drawing/2014/main" id="{B224C092-3C20-7122-CA68-157879AA52AE}"/>
              </a:ext>
              <a:ext uri="{C183D7F6-B498-43B3-948B-1728B52AA6E4}">
                <adec:decorative xmlns:adec="http://schemas.microsoft.com/office/drawing/2017/decorative" val="1"/>
              </a:ext>
            </a:extLst>
          </p:cNvPr>
          <p:cNvGrpSpPr>
            <a:grpSpLocks noChangeAspect="1"/>
          </p:cNvGrpSpPr>
          <p:nvPr/>
        </p:nvGrpSpPr>
        <p:grpSpPr>
          <a:xfrm>
            <a:off x="639763" y="1517247"/>
            <a:ext cx="457168" cy="457200"/>
            <a:chOff x="639763" y="1517247"/>
            <a:chExt cx="457168" cy="457200"/>
          </a:xfrm>
          <a:solidFill>
            <a:schemeClr val="accent2"/>
          </a:solidFill>
        </p:grpSpPr>
        <p:sp>
          <p:nvSpPr>
            <p:cNvPr id="477" name="Freeform: Shape 476">
              <a:extLst>
                <a:ext uri="{FF2B5EF4-FFF2-40B4-BE49-F238E27FC236}">
                  <a16:creationId xmlns:a16="http://schemas.microsoft.com/office/drawing/2014/main" id="{287BCEF6-3A4D-3DBC-DFAC-9EA10425B5D6}"/>
                </a:ext>
                <a:ext uri="{C183D7F6-B498-43B3-948B-1728B52AA6E4}">
                  <adec:decorative xmlns:adec="http://schemas.microsoft.com/office/drawing/2017/decorative" val="1"/>
                </a:ext>
              </a:extLst>
            </p:cNvPr>
            <p:cNvSpPr/>
            <p:nvPr/>
          </p:nvSpPr>
          <p:spPr>
            <a:xfrm>
              <a:off x="639763" y="1517247"/>
              <a:ext cx="457168" cy="457200"/>
            </a:xfrm>
            <a:custGeom>
              <a:avLst/>
              <a:gdLst>
                <a:gd name="connsiteX0" fmla="*/ 3149821 w 6857521"/>
                <a:gd name="connsiteY0" fmla="*/ 3142196 h 6858005"/>
                <a:gd name="connsiteX1" fmla="*/ 3721518 w 6857521"/>
                <a:gd name="connsiteY1" fmla="*/ 3142196 h 6858005"/>
                <a:gd name="connsiteX2" fmla="*/ 3721518 w 6857521"/>
                <a:gd name="connsiteY2" fmla="*/ 3713894 h 6858005"/>
                <a:gd name="connsiteX3" fmla="*/ 3149821 w 6857521"/>
                <a:gd name="connsiteY3" fmla="*/ 3713894 h 6858005"/>
                <a:gd name="connsiteX4" fmla="*/ 2881358 w 6857521"/>
                <a:gd name="connsiteY4" fmla="*/ 2085576 h 6858005"/>
                <a:gd name="connsiteX5" fmla="*/ 3822797 w 6857521"/>
                <a:gd name="connsiteY5" fmla="*/ 2085576 h 6858005"/>
                <a:gd name="connsiteX6" fmla="*/ 4374776 w 6857521"/>
                <a:gd name="connsiteY6" fmla="*/ 2085576 h 6858005"/>
                <a:gd name="connsiteX7" fmla="*/ 4778114 w 6857521"/>
                <a:gd name="connsiteY7" fmla="*/ 2085576 h 6858005"/>
                <a:gd name="connsiteX8" fmla="*/ 4778114 w 6857521"/>
                <a:gd name="connsiteY8" fmla="*/ 4770990 h 6858005"/>
                <a:gd name="connsiteX9" fmla="*/ 2093661 w 6857521"/>
                <a:gd name="connsiteY9" fmla="*/ 4770990 h 6858005"/>
                <a:gd name="connsiteX10" fmla="*/ 2093661 w 6857521"/>
                <a:gd name="connsiteY10" fmla="*/ 4493930 h 6858005"/>
                <a:gd name="connsiteX11" fmla="*/ 2093661 w 6857521"/>
                <a:gd name="connsiteY11" fmla="*/ 3814101 h 6858005"/>
                <a:gd name="connsiteX12" fmla="*/ 2093661 w 6857521"/>
                <a:gd name="connsiteY12" fmla="*/ 2892901 h 6858005"/>
                <a:gd name="connsiteX13" fmla="*/ 2475068 w 6857521"/>
                <a:gd name="connsiteY13" fmla="*/ 2892901 h 6858005"/>
                <a:gd name="connsiteX14" fmla="*/ 2474326 w 6857521"/>
                <a:gd name="connsiteY14" fmla="*/ 4389539 h 6858005"/>
                <a:gd name="connsiteX15" fmla="*/ 4396664 w 6857521"/>
                <a:gd name="connsiteY15" fmla="*/ 4389539 h 6858005"/>
                <a:gd name="connsiteX16" fmla="*/ 4396664 w 6857521"/>
                <a:gd name="connsiteY16" fmla="*/ 2467036 h 6858005"/>
                <a:gd name="connsiteX17" fmla="*/ 3822797 w 6857521"/>
                <a:gd name="connsiteY17" fmla="*/ 2467036 h 6858005"/>
                <a:gd name="connsiteX18" fmla="*/ 3822797 w 6857521"/>
                <a:gd name="connsiteY18" fmla="*/ 2467027 h 6858005"/>
                <a:gd name="connsiteX19" fmla="*/ 2881358 w 6857521"/>
                <a:gd name="connsiteY19" fmla="*/ 2467027 h 6858005"/>
                <a:gd name="connsiteX20" fmla="*/ 949335 w 6857521"/>
                <a:gd name="connsiteY20" fmla="*/ 953626 h 6858005"/>
                <a:gd name="connsiteX21" fmla="*/ 949335 w 6857521"/>
                <a:gd name="connsiteY21" fmla="*/ 5912483 h 6858005"/>
                <a:gd name="connsiteX22" fmla="*/ 5908186 w 6857521"/>
                <a:gd name="connsiteY22" fmla="*/ 5912483 h 6858005"/>
                <a:gd name="connsiteX23" fmla="*/ 5908186 w 6857521"/>
                <a:gd name="connsiteY23" fmla="*/ 953626 h 6858005"/>
                <a:gd name="connsiteX24" fmla="*/ 1521510 w 6857521"/>
                <a:gd name="connsiteY24" fmla="*/ 0 h 6858005"/>
                <a:gd name="connsiteX25" fmla="*/ 1902960 w 6857521"/>
                <a:gd name="connsiteY25" fmla="*/ 0 h 6858005"/>
                <a:gd name="connsiteX26" fmla="*/ 1902960 w 6857521"/>
                <a:gd name="connsiteY26" fmla="*/ 572176 h 6858005"/>
                <a:gd name="connsiteX27" fmla="*/ 2379773 w 6857521"/>
                <a:gd name="connsiteY27" fmla="*/ 572176 h 6858005"/>
                <a:gd name="connsiteX28" fmla="*/ 2379773 w 6857521"/>
                <a:gd name="connsiteY28" fmla="*/ 0 h 6858005"/>
                <a:gd name="connsiteX29" fmla="*/ 2761223 w 6857521"/>
                <a:gd name="connsiteY29" fmla="*/ 0 h 6858005"/>
                <a:gd name="connsiteX30" fmla="*/ 2761223 w 6857521"/>
                <a:gd name="connsiteY30" fmla="*/ 572176 h 6858005"/>
                <a:gd name="connsiteX31" fmla="*/ 3238036 w 6857521"/>
                <a:gd name="connsiteY31" fmla="*/ 572176 h 6858005"/>
                <a:gd name="connsiteX32" fmla="*/ 3238036 w 6857521"/>
                <a:gd name="connsiteY32" fmla="*/ 0 h 6858005"/>
                <a:gd name="connsiteX33" fmla="*/ 3619486 w 6857521"/>
                <a:gd name="connsiteY33" fmla="*/ 0 h 6858005"/>
                <a:gd name="connsiteX34" fmla="*/ 3619486 w 6857521"/>
                <a:gd name="connsiteY34" fmla="*/ 572176 h 6858005"/>
                <a:gd name="connsiteX35" fmla="*/ 4096298 w 6857521"/>
                <a:gd name="connsiteY35" fmla="*/ 572176 h 6858005"/>
                <a:gd name="connsiteX36" fmla="*/ 4096298 w 6857521"/>
                <a:gd name="connsiteY36" fmla="*/ 0 h 6858005"/>
                <a:gd name="connsiteX37" fmla="*/ 4477748 w 6857521"/>
                <a:gd name="connsiteY37" fmla="*/ 0 h 6858005"/>
                <a:gd name="connsiteX38" fmla="*/ 4477748 w 6857521"/>
                <a:gd name="connsiteY38" fmla="*/ 572176 h 6858005"/>
                <a:gd name="connsiteX39" fmla="*/ 4954561 w 6857521"/>
                <a:gd name="connsiteY39" fmla="*/ 572176 h 6858005"/>
                <a:gd name="connsiteX40" fmla="*/ 4954561 w 6857521"/>
                <a:gd name="connsiteY40" fmla="*/ 0 h 6858005"/>
                <a:gd name="connsiteX41" fmla="*/ 5336011 w 6857521"/>
                <a:gd name="connsiteY41" fmla="*/ 0 h 6858005"/>
                <a:gd name="connsiteX42" fmla="*/ 5336011 w 6857521"/>
                <a:gd name="connsiteY42" fmla="*/ 572176 h 6858005"/>
                <a:gd name="connsiteX43" fmla="*/ 5908186 w 6857521"/>
                <a:gd name="connsiteY43" fmla="*/ 572176 h 6858005"/>
                <a:gd name="connsiteX44" fmla="*/ 6289636 w 6857521"/>
                <a:gd name="connsiteY44" fmla="*/ 953626 h 6858005"/>
                <a:gd name="connsiteX45" fmla="*/ 6289636 w 6857521"/>
                <a:gd name="connsiteY45" fmla="*/ 1521512 h 6858005"/>
                <a:gd name="connsiteX46" fmla="*/ 6857521 w 6857521"/>
                <a:gd name="connsiteY46" fmla="*/ 1521512 h 6858005"/>
                <a:gd name="connsiteX47" fmla="*/ 6857521 w 6857521"/>
                <a:gd name="connsiteY47" fmla="*/ 1902963 h 6858005"/>
                <a:gd name="connsiteX48" fmla="*/ 6289636 w 6857521"/>
                <a:gd name="connsiteY48" fmla="*/ 1902963 h 6858005"/>
                <a:gd name="connsiteX49" fmla="*/ 6289636 w 6857521"/>
                <a:gd name="connsiteY49" fmla="*/ 2379776 h 6858005"/>
                <a:gd name="connsiteX50" fmla="*/ 6857521 w 6857521"/>
                <a:gd name="connsiteY50" fmla="*/ 2379776 h 6858005"/>
                <a:gd name="connsiteX51" fmla="*/ 6857521 w 6857521"/>
                <a:gd name="connsiteY51" fmla="*/ 2761227 h 6858005"/>
                <a:gd name="connsiteX52" fmla="*/ 6289636 w 6857521"/>
                <a:gd name="connsiteY52" fmla="*/ 2761227 h 6858005"/>
                <a:gd name="connsiteX53" fmla="*/ 6289636 w 6857521"/>
                <a:gd name="connsiteY53" fmla="*/ 3238040 h 6858005"/>
                <a:gd name="connsiteX54" fmla="*/ 6857521 w 6857521"/>
                <a:gd name="connsiteY54" fmla="*/ 3238040 h 6858005"/>
                <a:gd name="connsiteX55" fmla="*/ 6857521 w 6857521"/>
                <a:gd name="connsiteY55" fmla="*/ 3619490 h 6858005"/>
                <a:gd name="connsiteX56" fmla="*/ 6289636 w 6857521"/>
                <a:gd name="connsiteY56" fmla="*/ 3619490 h 6858005"/>
                <a:gd name="connsiteX57" fmla="*/ 6289636 w 6857521"/>
                <a:gd name="connsiteY57" fmla="*/ 4096303 h 6858005"/>
                <a:gd name="connsiteX58" fmla="*/ 6857521 w 6857521"/>
                <a:gd name="connsiteY58" fmla="*/ 4096303 h 6858005"/>
                <a:gd name="connsiteX59" fmla="*/ 6857521 w 6857521"/>
                <a:gd name="connsiteY59" fmla="*/ 4477754 h 6858005"/>
                <a:gd name="connsiteX60" fmla="*/ 6289636 w 6857521"/>
                <a:gd name="connsiteY60" fmla="*/ 4477754 h 6858005"/>
                <a:gd name="connsiteX61" fmla="*/ 6289636 w 6857521"/>
                <a:gd name="connsiteY61" fmla="*/ 4954567 h 6858005"/>
                <a:gd name="connsiteX62" fmla="*/ 6857521 w 6857521"/>
                <a:gd name="connsiteY62" fmla="*/ 4954567 h 6858005"/>
                <a:gd name="connsiteX63" fmla="*/ 6857521 w 6857521"/>
                <a:gd name="connsiteY63" fmla="*/ 5336018 h 6858005"/>
                <a:gd name="connsiteX64" fmla="*/ 6289636 w 6857521"/>
                <a:gd name="connsiteY64" fmla="*/ 5336018 h 6858005"/>
                <a:gd name="connsiteX65" fmla="*/ 6289636 w 6857521"/>
                <a:gd name="connsiteY65" fmla="*/ 6293934 h 6858005"/>
                <a:gd name="connsiteX66" fmla="*/ 5336011 w 6857521"/>
                <a:gd name="connsiteY66" fmla="*/ 6293934 h 6858005"/>
                <a:gd name="connsiteX67" fmla="*/ 5336011 w 6857521"/>
                <a:gd name="connsiteY67" fmla="*/ 6858005 h 6858005"/>
                <a:gd name="connsiteX68" fmla="*/ 4954561 w 6857521"/>
                <a:gd name="connsiteY68" fmla="*/ 6858005 h 6858005"/>
                <a:gd name="connsiteX69" fmla="*/ 4954561 w 6857521"/>
                <a:gd name="connsiteY69" fmla="*/ 6293934 h 6858005"/>
                <a:gd name="connsiteX70" fmla="*/ 4477748 w 6857521"/>
                <a:gd name="connsiteY70" fmla="*/ 6293934 h 6858005"/>
                <a:gd name="connsiteX71" fmla="*/ 4477748 w 6857521"/>
                <a:gd name="connsiteY71" fmla="*/ 6858005 h 6858005"/>
                <a:gd name="connsiteX72" fmla="*/ 4096298 w 6857521"/>
                <a:gd name="connsiteY72" fmla="*/ 6858005 h 6858005"/>
                <a:gd name="connsiteX73" fmla="*/ 4096298 w 6857521"/>
                <a:gd name="connsiteY73" fmla="*/ 6293934 h 6858005"/>
                <a:gd name="connsiteX74" fmla="*/ 3619486 w 6857521"/>
                <a:gd name="connsiteY74" fmla="*/ 6293934 h 6858005"/>
                <a:gd name="connsiteX75" fmla="*/ 3619486 w 6857521"/>
                <a:gd name="connsiteY75" fmla="*/ 6858005 h 6858005"/>
                <a:gd name="connsiteX76" fmla="*/ 3238036 w 6857521"/>
                <a:gd name="connsiteY76" fmla="*/ 6858005 h 6858005"/>
                <a:gd name="connsiteX77" fmla="*/ 3238036 w 6857521"/>
                <a:gd name="connsiteY77" fmla="*/ 6293934 h 6858005"/>
                <a:gd name="connsiteX78" fmla="*/ 2761223 w 6857521"/>
                <a:gd name="connsiteY78" fmla="*/ 6293934 h 6858005"/>
                <a:gd name="connsiteX79" fmla="*/ 2761223 w 6857521"/>
                <a:gd name="connsiteY79" fmla="*/ 6858005 h 6858005"/>
                <a:gd name="connsiteX80" fmla="*/ 2379773 w 6857521"/>
                <a:gd name="connsiteY80" fmla="*/ 6858005 h 6858005"/>
                <a:gd name="connsiteX81" fmla="*/ 2379773 w 6857521"/>
                <a:gd name="connsiteY81" fmla="*/ 6293934 h 6858005"/>
                <a:gd name="connsiteX82" fmla="*/ 1902960 w 6857521"/>
                <a:gd name="connsiteY82" fmla="*/ 6293934 h 6858005"/>
                <a:gd name="connsiteX83" fmla="*/ 1902960 w 6857521"/>
                <a:gd name="connsiteY83" fmla="*/ 6858005 h 6858005"/>
                <a:gd name="connsiteX84" fmla="*/ 1521510 w 6857521"/>
                <a:gd name="connsiteY84" fmla="*/ 6858005 h 6858005"/>
                <a:gd name="connsiteX85" fmla="*/ 1521510 w 6857521"/>
                <a:gd name="connsiteY85" fmla="*/ 6293934 h 6858005"/>
                <a:gd name="connsiteX86" fmla="*/ 949335 w 6857521"/>
                <a:gd name="connsiteY86" fmla="*/ 6293934 h 6858005"/>
                <a:gd name="connsiteX87" fmla="*/ 567885 w 6857521"/>
                <a:gd name="connsiteY87" fmla="*/ 5912483 h 6858005"/>
                <a:gd name="connsiteX88" fmla="*/ 567885 w 6857521"/>
                <a:gd name="connsiteY88" fmla="*/ 5336018 h 6858005"/>
                <a:gd name="connsiteX89" fmla="*/ 0 w 6857521"/>
                <a:gd name="connsiteY89" fmla="*/ 5336018 h 6858005"/>
                <a:gd name="connsiteX90" fmla="*/ 0 w 6857521"/>
                <a:gd name="connsiteY90" fmla="*/ 4954567 h 6858005"/>
                <a:gd name="connsiteX91" fmla="*/ 567885 w 6857521"/>
                <a:gd name="connsiteY91" fmla="*/ 4954567 h 6858005"/>
                <a:gd name="connsiteX92" fmla="*/ 567885 w 6857521"/>
                <a:gd name="connsiteY92" fmla="*/ 4477754 h 6858005"/>
                <a:gd name="connsiteX93" fmla="*/ 0 w 6857521"/>
                <a:gd name="connsiteY93" fmla="*/ 4477754 h 6858005"/>
                <a:gd name="connsiteX94" fmla="*/ 0 w 6857521"/>
                <a:gd name="connsiteY94" fmla="*/ 4096303 h 6858005"/>
                <a:gd name="connsiteX95" fmla="*/ 567885 w 6857521"/>
                <a:gd name="connsiteY95" fmla="*/ 4096303 h 6858005"/>
                <a:gd name="connsiteX96" fmla="*/ 567885 w 6857521"/>
                <a:gd name="connsiteY96" fmla="*/ 3619490 h 6858005"/>
                <a:gd name="connsiteX97" fmla="*/ 0 w 6857521"/>
                <a:gd name="connsiteY97" fmla="*/ 3619490 h 6858005"/>
                <a:gd name="connsiteX98" fmla="*/ 0 w 6857521"/>
                <a:gd name="connsiteY98" fmla="*/ 3238040 h 6858005"/>
                <a:gd name="connsiteX99" fmla="*/ 567885 w 6857521"/>
                <a:gd name="connsiteY99" fmla="*/ 3238040 h 6858005"/>
                <a:gd name="connsiteX100" fmla="*/ 567885 w 6857521"/>
                <a:gd name="connsiteY100" fmla="*/ 2761227 h 6858005"/>
                <a:gd name="connsiteX101" fmla="*/ 0 w 6857521"/>
                <a:gd name="connsiteY101" fmla="*/ 2761227 h 6858005"/>
                <a:gd name="connsiteX102" fmla="*/ 0 w 6857521"/>
                <a:gd name="connsiteY102" fmla="*/ 2379776 h 6858005"/>
                <a:gd name="connsiteX103" fmla="*/ 567885 w 6857521"/>
                <a:gd name="connsiteY103" fmla="*/ 2379776 h 6858005"/>
                <a:gd name="connsiteX104" fmla="*/ 567885 w 6857521"/>
                <a:gd name="connsiteY104" fmla="*/ 1902963 h 6858005"/>
                <a:gd name="connsiteX105" fmla="*/ 0 w 6857521"/>
                <a:gd name="connsiteY105" fmla="*/ 1902963 h 6858005"/>
                <a:gd name="connsiteX106" fmla="*/ 0 w 6857521"/>
                <a:gd name="connsiteY106" fmla="*/ 1521512 h 6858005"/>
                <a:gd name="connsiteX107" fmla="*/ 567885 w 6857521"/>
                <a:gd name="connsiteY107" fmla="*/ 1521512 h 6858005"/>
                <a:gd name="connsiteX108" fmla="*/ 567885 w 6857521"/>
                <a:gd name="connsiteY108" fmla="*/ 572176 h 6858005"/>
                <a:gd name="connsiteX109" fmla="*/ 1521510 w 6857521"/>
                <a:gd name="connsiteY109" fmla="*/ 572176 h 685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6857521" h="6858005">
                  <a:moveTo>
                    <a:pt x="3149821" y="3142196"/>
                  </a:moveTo>
                  <a:lnTo>
                    <a:pt x="3721518" y="3142196"/>
                  </a:lnTo>
                  <a:lnTo>
                    <a:pt x="3721518" y="3713894"/>
                  </a:lnTo>
                  <a:lnTo>
                    <a:pt x="3149821" y="3713894"/>
                  </a:lnTo>
                  <a:close/>
                  <a:moveTo>
                    <a:pt x="2881358" y="2085576"/>
                  </a:moveTo>
                  <a:lnTo>
                    <a:pt x="3822797" y="2085576"/>
                  </a:lnTo>
                  <a:lnTo>
                    <a:pt x="4374776" y="2085576"/>
                  </a:lnTo>
                  <a:lnTo>
                    <a:pt x="4778114" y="2085576"/>
                  </a:lnTo>
                  <a:lnTo>
                    <a:pt x="4778114" y="4770990"/>
                  </a:lnTo>
                  <a:lnTo>
                    <a:pt x="2093661" y="4770990"/>
                  </a:lnTo>
                  <a:lnTo>
                    <a:pt x="2093661" y="4493930"/>
                  </a:lnTo>
                  <a:lnTo>
                    <a:pt x="2093661" y="3814101"/>
                  </a:lnTo>
                  <a:lnTo>
                    <a:pt x="2093661" y="2892901"/>
                  </a:lnTo>
                  <a:lnTo>
                    <a:pt x="2475068" y="2892901"/>
                  </a:lnTo>
                  <a:lnTo>
                    <a:pt x="2474326" y="4389539"/>
                  </a:lnTo>
                  <a:lnTo>
                    <a:pt x="4396664" y="4389539"/>
                  </a:lnTo>
                  <a:lnTo>
                    <a:pt x="4396664" y="2467036"/>
                  </a:lnTo>
                  <a:lnTo>
                    <a:pt x="3822797" y="2467036"/>
                  </a:lnTo>
                  <a:lnTo>
                    <a:pt x="3822797" y="2467027"/>
                  </a:lnTo>
                  <a:lnTo>
                    <a:pt x="2881358" y="2467027"/>
                  </a:lnTo>
                  <a:close/>
                  <a:moveTo>
                    <a:pt x="949335" y="953626"/>
                  </a:moveTo>
                  <a:lnTo>
                    <a:pt x="949335" y="5912483"/>
                  </a:lnTo>
                  <a:lnTo>
                    <a:pt x="5908186" y="5912483"/>
                  </a:lnTo>
                  <a:lnTo>
                    <a:pt x="5908186" y="953626"/>
                  </a:lnTo>
                  <a:close/>
                  <a:moveTo>
                    <a:pt x="1521510" y="0"/>
                  </a:moveTo>
                  <a:lnTo>
                    <a:pt x="1902960" y="0"/>
                  </a:lnTo>
                  <a:lnTo>
                    <a:pt x="1902960" y="572176"/>
                  </a:lnTo>
                  <a:lnTo>
                    <a:pt x="2379773" y="572176"/>
                  </a:lnTo>
                  <a:lnTo>
                    <a:pt x="2379773" y="0"/>
                  </a:lnTo>
                  <a:lnTo>
                    <a:pt x="2761223" y="0"/>
                  </a:lnTo>
                  <a:lnTo>
                    <a:pt x="2761223" y="572176"/>
                  </a:lnTo>
                  <a:lnTo>
                    <a:pt x="3238036" y="572176"/>
                  </a:lnTo>
                  <a:lnTo>
                    <a:pt x="3238036" y="0"/>
                  </a:lnTo>
                  <a:lnTo>
                    <a:pt x="3619486" y="0"/>
                  </a:lnTo>
                  <a:lnTo>
                    <a:pt x="3619486" y="572176"/>
                  </a:lnTo>
                  <a:lnTo>
                    <a:pt x="4096298" y="572176"/>
                  </a:lnTo>
                  <a:lnTo>
                    <a:pt x="4096298" y="0"/>
                  </a:lnTo>
                  <a:lnTo>
                    <a:pt x="4477748" y="0"/>
                  </a:lnTo>
                  <a:lnTo>
                    <a:pt x="4477748" y="572176"/>
                  </a:lnTo>
                  <a:lnTo>
                    <a:pt x="4954561" y="572176"/>
                  </a:lnTo>
                  <a:lnTo>
                    <a:pt x="4954561" y="0"/>
                  </a:lnTo>
                  <a:lnTo>
                    <a:pt x="5336011" y="0"/>
                  </a:lnTo>
                  <a:lnTo>
                    <a:pt x="5336011" y="572176"/>
                  </a:lnTo>
                  <a:lnTo>
                    <a:pt x="5908186" y="572176"/>
                  </a:lnTo>
                  <a:cubicBezTo>
                    <a:pt x="6118935" y="572176"/>
                    <a:pt x="6289636" y="742878"/>
                    <a:pt x="6289636" y="953626"/>
                  </a:cubicBezTo>
                  <a:lnTo>
                    <a:pt x="6289636" y="1521512"/>
                  </a:lnTo>
                  <a:lnTo>
                    <a:pt x="6857521" y="1521512"/>
                  </a:lnTo>
                  <a:lnTo>
                    <a:pt x="6857521" y="1902963"/>
                  </a:lnTo>
                  <a:lnTo>
                    <a:pt x="6289636" y="1902963"/>
                  </a:lnTo>
                  <a:lnTo>
                    <a:pt x="6289636" y="2379776"/>
                  </a:lnTo>
                  <a:lnTo>
                    <a:pt x="6857521" y="2379776"/>
                  </a:lnTo>
                  <a:lnTo>
                    <a:pt x="6857521" y="2761227"/>
                  </a:lnTo>
                  <a:lnTo>
                    <a:pt x="6289636" y="2761227"/>
                  </a:lnTo>
                  <a:lnTo>
                    <a:pt x="6289636" y="3238040"/>
                  </a:lnTo>
                  <a:lnTo>
                    <a:pt x="6857521" y="3238040"/>
                  </a:lnTo>
                  <a:lnTo>
                    <a:pt x="6857521" y="3619490"/>
                  </a:lnTo>
                  <a:lnTo>
                    <a:pt x="6289636" y="3619490"/>
                  </a:lnTo>
                  <a:lnTo>
                    <a:pt x="6289636" y="4096303"/>
                  </a:lnTo>
                  <a:lnTo>
                    <a:pt x="6857521" y="4096303"/>
                  </a:lnTo>
                  <a:lnTo>
                    <a:pt x="6857521" y="4477754"/>
                  </a:lnTo>
                  <a:lnTo>
                    <a:pt x="6289636" y="4477754"/>
                  </a:lnTo>
                  <a:lnTo>
                    <a:pt x="6289636" y="4954567"/>
                  </a:lnTo>
                  <a:lnTo>
                    <a:pt x="6857521" y="4954567"/>
                  </a:lnTo>
                  <a:lnTo>
                    <a:pt x="6857521" y="5336018"/>
                  </a:lnTo>
                  <a:lnTo>
                    <a:pt x="6289636" y="5336018"/>
                  </a:lnTo>
                  <a:lnTo>
                    <a:pt x="6289636" y="6293934"/>
                  </a:lnTo>
                  <a:lnTo>
                    <a:pt x="5336011" y="6293934"/>
                  </a:lnTo>
                  <a:lnTo>
                    <a:pt x="5336011" y="6858005"/>
                  </a:lnTo>
                  <a:lnTo>
                    <a:pt x="4954561" y="6858005"/>
                  </a:lnTo>
                  <a:lnTo>
                    <a:pt x="4954561" y="6293934"/>
                  </a:lnTo>
                  <a:lnTo>
                    <a:pt x="4477748" y="6293934"/>
                  </a:lnTo>
                  <a:lnTo>
                    <a:pt x="4477748" y="6858005"/>
                  </a:lnTo>
                  <a:lnTo>
                    <a:pt x="4096298" y="6858005"/>
                  </a:lnTo>
                  <a:lnTo>
                    <a:pt x="4096298" y="6293934"/>
                  </a:lnTo>
                  <a:lnTo>
                    <a:pt x="3619486" y="6293934"/>
                  </a:lnTo>
                  <a:lnTo>
                    <a:pt x="3619486" y="6858005"/>
                  </a:lnTo>
                  <a:lnTo>
                    <a:pt x="3238036" y="6858005"/>
                  </a:lnTo>
                  <a:lnTo>
                    <a:pt x="3238036" y="6293934"/>
                  </a:lnTo>
                  <a:lnTo>
                    <a:pt x="2761223" y="6293934"/>
                  </a:lnTo>
                  <a:lnTo>
                    <a:pt x="2761223" y="6858005"/>
                  </a:lnTo>
                  <a:lnTo>
                    <a:pt x="2379773" y="6858005"/>
                  </a:lnTo>
                  <a:lnTo>
                    <a:pt x="2379773" y="6293934"/>
                  </a:lnTo>
                  <a:lnTo>
                    <a:pt x="1902960" y="6293934"/>
                  </a:lnTo>
                  <a:lnTo>
                    <a:pt x="1902960" y="6858005"/>
                  </a:lnTo>
                  <a:lnTo>
                    <a:pt x="1521510" y="6858005"/>
                  </a:lnTo>
                  <a:lnTo>
                    <a:pt x="1521510" y="6293934"/>
                  </a:lnTo>
                  <a:lnTo>
                    <a:pt x="949335" y="6293934"/>
                  </a:lnTo>
                  <a:cubicBezTo>
                    <a:pt x="738582" y="6293934"/>
                    <a:pt x="567885" y="6123237"/>
                    <a:pt x="567885" y="5912483"/>
                  </a:cubicBezTo>
                  <a:lnTo>
                    <a:pt x="567885" y="5336018"/>
                  </a:lnTo>
                  <a:lnTo>
                    <a:pt x="0" y="5336018"/>
                  </a:lnTo>
                  <a:lnTo>
                    <a:pt x="0" y="4954567"/>
                  </a:lnTo>
                  <a:lnTo>
                    <a:pt x="567885" y="4954567"/>
                  </a:lnTo>
                  <a:lnTo>
                    <a:pt x="567885" y="4477754"/>
                  </a:lnTo>
                  <a:lnTo>
                    <a:pt x="0" y="4477754"/>
                  </a:lnTo>
                  <a:lnTo>
                    <a:pt x="0" y="4096303"/>
                  </a:lnTo>
                  <a:lnTo>
                    <a:pt x="567885" y="4096303"/>
                  </a:lnTo>
                  <a:lnTo>
                    <a:pt x="567885" y="3619490"/>
                  </a:lnTo>
                  <a:lnTo>
                    <a:pt x="0" y="3619490"/>
                  </a:lnTo>
                  <a:lnTo>
                    <a:pt x="0" y="3238040"/>
                  </a:lnTo>
                  <a:lnTo>
                    <a:pt x="567885" y="3238040"/>
                  </a:lnTo>
                  <a:lnTo>
                    <a:pt x="567885" y="2761227"/>
                  </a:lnTo>
                  <a:lnTo>
                    <a:pt x="0" y="2761227"/>
                  </a:lnTo>
                  <a:lnTo>
                    <a:pt x="0" y="2379776"/>
                  </a:lnTo>
                  <a:lnTo>
                    <a:pt x="567885" y="2379776"/>
                  </a:lnTo>
                  <a:lnTo>
                    <a:pt x="567885" y="1902963"/>
                  </a:lnTo>
                  <a:lnTo>
                    <a:pt x="0" y="1902963"/>
                  </a:lnTo>
                  <a:lnTo>
                    <a:pt x="0" y="1521512"/>
                  </a:lnTo>
                  <a:lnTo>
                    <a:pt x="567885" y="1521512"/>
                  </a:lnTo>
                  <a:lnTo>
                    <a:pt x="567885" y="572176"/>
                  </a:lnTo>
                  <a:lnTo>
                    <a:pt x="1521510" y="572176"/>
                  </a:lnTo>
                  <a:close/>
                </a:path>
              </a:pathLst>
            </a:custGeom>
            <a:grpFill/>
            <a:ln w="9525" cap="flat">
              <a:noFill/>
              <a:prstDash val="solid"/>
              <a:miter/>
            </a:ln>
          </p:spPr>
          <p:txBody>
            <a:bodyPr wrap="square" rtlCol="0" anchor="ctr">
              <a:noAutofit/>
            </a:bodyPr>
            <a:lstStyle/>
            <a:p>
              <a:endParaRPr lang="en-US"/>
            </a:p>
          </p:txBody>
        </p:sp>
        <p:sp>
          <p:nvSpPr>
            <p:cNvPr id="478" name="Freeform: Shape 477">
              <a:extLst>
                <a:ext uri="{FF2B5EF4-FFF2-40B4-BE49-F238E27FC236}">
                  <a16:creationId xmlns:a16="http://schemas.microsoft.com/office/drawing/2014/main" id="{A4717C6A-C841-A324-25BC-0BF3B9966150}"/>
                </a:ext>
                <a:ext uri="{C183D7F6-B498-43B3-948B-1728B52AA6E4}">
                  <adec:decorative xmlns:adec="http://schemas.microsoft.com/office/drawing/2017/decorative" val="1"/>
                </a:ext>
              </a:extLst>
            </p:cNvPr>
            <p:cNvSpPr/>
            <p:nvPr/>
          </p:nvSpPr>
          <p:spPr>
            <a:xfrm>
              <a:off x="738717" y="1613436"/>
              <a:ext cx="260149" cy="264758"/>
            </a:xfrm>
            <a:custGeom>
              <a:avLst/>
              <a:gdLst>
                <a:gd name="connsiteX0" fmla="*/ 3616147 w 3902235"/>
                <a:gd name="connsiteY0" fmla="*/ 3685286 h 3971374"/>
                <a:gd name="connsiteX1" fmla="*/ 3902235 w 3902235"/>
                <a:gd name="connsiteY1" fmla="*/ 3685286 h 3971374"/>
                <a:gd name="connsiteX2" fmla="*/ 3902235 w 3902235"/>
                <a:gd name="connsiteY2" fmla="*/ 3971374 h 3971374"/>
                <a:gd name="connsiteX3" fmla="*/ 3616147 w 3902235"/>
                <a:gd name="connsiteY3" fmla="*/ 3971374 h 3971374"/>
                <a:gd name="connsiteX4" fmla="*/ 0 w 3902235"/>
                <a:gd name="connsiteY4" fmla="*/ 3685286 h 3971374"/>
                <a:gd name="connsiteX5" fmla="*/ 286088 w 3902235"/>
                <a:gd name="connsiteY5" fmla="*/ 3685286 h 3971374"/>
                <a:gd name="connsiteX6" fmla="*/ 286088 w 3902235"/>
                <a:gd name="connsiteY6" fmla="*/ 3971374 h 3971374"/>
                <a:gd name="connsiteX7" fmla="*/ 0 w 3902235"/>
                <a:gd name="connsiteY7" fmla="*/ 3971374 h 3971374"/>
                <a:gd name="connsiteX8" fmla="*/ 503517 w 3902235"/>
                <a:gd name="connsiteY8" fmla="*/ 587436 h 3971374"/>
                <a:gd name="connsiteX9" fmla="*/ 1075692 w 3902235"/>
                <a:gd name="connsiteY9" fmla="*/ 587436 h 3971374"/>
                <a:gd name="connsiteX10" fmla="*/ 1075692 w 3902235"/>
                <a:gd name="connsiteY10" fmla="*/ 1159612 h 3971374"/>
                <a:gd name="connsiteX11" fmla="*/ 503517 w 3902235"/>
                <a:gd name="connsiteY11" fmla="*/ 1159612 h 3971374"/>
                <a:gd name="connsiteX12" fmla="*/ 3616147 w 3902235"/>
                <a:gd name="connsiteY12" fmla="*/ 0 h 3971374"/>
                <a:gd name="connsiteX13" fmla="*/ 3902235 w 3902235"/>
                <a:gd name="connsiteY13" fmla="*/ 0 h 3971374"/>
                <a:gd name="connsiteX14" fmla="*/ 3902235 w 3902235"/>
                <a:gd name="connsiteY14" fmla="*/ 286088 h 3971374"/>
                <a:gd name="connsiteX15" fmla="*/ 3616147 w 3902235"/>
                <a:gd name="connsiteY15" fmla="*/ 286088 h 3971374"/>
                <a:gd name="connsiteX16" fmla="*/ 0 w 3902235"/>
                <a:gd name="connsiteY16" fmla="*/ 0 h 3971374"/>
                <a:gd name="connsiteX17" fmla="*/ 286088 w 3902235"/>
                <a:gd name="connsiteY17" fmla="*/ 0 h 3971374"/>
                <a:gd name="connsiteX18" fmla="*/ 286088 w 3902235"/>
                <a:gd name="connsiteY18" fmla="*/ 286088 h 3971374"/>
                <a:gd name="connsiteX19" fmla="*/ 0 w 3902235"/>
                <a:gd name="connsiteY19" fmla="*/ 286088 h 397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02235" h="3971374">
                  <a:moveTo>
                    <a:pt x="3616147" y="3685286"/>
                  </a:moveTo>
                  <a:lnTo>
                    <a:pt x="3902235" y="3685286"/>
                  </a:lnTo>
                  <a:lnTo>
                    <a:pt x="3902235" y="3971374"/>
                  </a:lnTo>
                  <a:lnTo>
                    <a:pt x="3616147" y="3971374"/>
                  </a:lnTo>
                  <a:close/>
                  <a:moveTo>
                    <a:pt x="0" y="3685286"/>
                  </a:moveTo>
                  <a:lnTo>
                    <a:pt x="286088" y="3685286"/>
                  </a:lnTo>
                  <a:lnTo>
                    <a:pt x="286088" y="3971374"/>
                  </a:lnTo>
                  <a:lnTo>
                    <a:pt x="0" y="3971374"/>
                  </a:lnTo>
                  <a:close/>
                  <a:moveTo>
                    <a:pt x="503517" y="587436"/>
                  </a:moveTo>
                  <a:lnTo>
                    <a:pt x="1075692" y="587436"/>
                  </a:lnTo>
                  <a:lnTo>
                    <a:pt x="1075692" y="1159612"/>
                  </a:lnTo>
                  <a:lnTo>
                    <a:pt x="503517" y="1159612"/>
                  </a:lnTo>
                  <a:close/>
                  <a:moveTo>
                    <a:pt x="3616147" y="0"/>
                  </a:moveTo>
                  <a:lnTo>
                    <a:pt x="3902235" y="0"/>
                  </a:lnTo>
                  <a:lnTo>
                    <a:pt x="3902235" y="286088"/>
                  </a:lnTo>
                  <a:lnTo>
                    <a:pt x="3616147" y="286088"/>
                  </a:lnTo>
                  <a:close/>
                  <a:moveTo>
                    <a:pt x="0" y="0"/>
                  </a:moveTo>
                  <a:lnTo>
                    <a:pt x="286088" y="0"/>
                  </a:lnTo>
                  <a:lnTo>
                    <a:pt x="286088" y="286088"/>
                  </a:lnTo>
                  <a:lnTo>
                    <a:pt x="0" y="286088"/>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126" name="Group 125">
            <a:extLst>
              <a:ext uri="{FF2B5EF4-FFF2-40B4-BE49-F238E27FC236}">
                <a16:creationId xmlns:a16="http://schemas.microsoft.com/office/drawing/2014/main" id="{F9F0148B-CF4D-B4E1-AADA-A3AA53FC0EEC}"/>
              </a:ext>
              <a:ext uri="{C183D7F6-B498-43B3-948B-1728B52AA6E4}">
                <adec:decorative xmlns:adec="http://schemas.microsoft.com/office/drawing/2017/decorative" val="1"/>
              </a:ext>
            </a:extLst>
          </p:cNvPr>
          <p:cNvGrpSpPr>
            <a:grpSpLocks noChangeAspect="1"/>
          </p:cNvGrpSpPr>
          <p:nvPr/>
        </p:nvGrpSpPr>
        <p:grpSpPr>
          <a:xfrm>
            <a:off x="1274548" y="1517247"/>
            <a:ext cx="422642" cy="457200"/>
            <a:chOff x="1274548" y="1517247"/>
            <a:chExt cx="422642" cy="457200"/>
          </a:xfrm>
          <a:solidFill>
            <a:schemeClr val="accent2"/>
          </a:solidFill>
        </p:grpSpPr>
        <p:sp>
          <p:nvSpPr>
            <p:cNvPr id="493" name="Freeform: Shape 492">
              <a:extLst>
                <a:ext uri="{FF2B5EF4-FFF2-40B4-BE49-F238E27FC236}">
                  <a16:creationId xmlns:a16="http://schemas.microsoft.com/office/drawing/2014/main" id="{1AB72B63-A5CA-01ED-822D-79A12999F2DC}"/>
                </a:ext>
                <a:ext uri="{C183D7F6-B498-43B3-948B-1728B52AA6E4}">
                  <adec:decorative xmlns:adec="http://schemas.microsoft.com/office/drawing/2017/decorative" val="1"/>
                </a:ext>
              </a:extLst>
            </p:cNvPr>
            <p:cNvSpPr/>
            <p:nvPr/>
          </p:nvSpPr>
          <p:spPr>
            <a:xfrm>
              <a:off x="1274548" y="1557828"/>
              <a:ext cx="416589" cy="416619"/>
            </a:xfrm>
            <a:custGeom>
              <a:avLst/>
              <a:gdLst>
                <a:gd name="connsiteX0" fmla="*/ 2858073 w 6248845"/>
                <a:gd name="connsiteY0" fmla="*/ 2863733 h 6249288"/>
                <a:gd name="connsiteX1" fmla="*/ 3379021 w 6248845"/>
                <a:gd name="connsiteY1" fmla="*/ 2863733 h 6249288"/>
                <a:gd name="connsiteX2" fmla="*/ 3379021 w 6248845"/>
                <a:gd name="connsiteY2" fmla="*/ 3384682 h 6249288"/>
                <a:gd name="connsiteX3" fmla="*/ 2858073 w 6248845"/>
                <a:gd name="connsiteY3" fmla="*/ 3384682 h 6249288"/>
                <a:gd name="connsiteX4" fmla="*/ 2242402 w 6248845"/>
                <a:gd name="connsiteY4" fmla="*/ 2248060 h 6249288"/>
                <a:gd name="connsiteX5" fmla="*/ 2242402 w 6248845"/>
                <a:gd name="connsiteY5" fmla="*/ 3999930 h 6249288"/>
                <a:gd name="connsiteX6" fmla="*/ 3994269 w 6248845"/>
                <a:gd name="connsiteY6" fmla="*/ 3999930 h 6249288"/>
                <a:gd name="connsiteX7" fmla="*/ 3994269 w 6248845"/>
                <a:gd name="connsiteY7" fmla="*/ 2248060 h 6249288"/>
                <a:gd name="connsiteX8" fmla="*/ 1894809 w 6248845"/>
                <a:gd name="connsiteY8" fmla="*/ 1900467 h 6249288"/>
                <a:gd name="connsiteX9" fmla="*/ 4341861 w 6248845"/>
                <a:gd name="connsiteY9" fmla="*/ 1900467 h 6249288"/>
                <a:gd name="connsiteX10" fmla="*/ 4341861 w 6248845"/>
                <a:gd name="connsiteY10" fmla="*/ 4347523 h 6249288"/>
                <a:gd name="connsiteX11" fmla="*/ 1894809 w 6248845"/>
                <a:gd name="connsiteY11" fmla="*/ 4347523 h 6249288"/>
                <a:gd name="connsiteX12" fmla="*/ 1386461 w 6248845"/>
                <a:gd name="connsiteY12" fmla="*/ 0 h 6249288"/>
                <a:gd name="connsiteX13" fmla="*/ 1734053 w 6248845"/>
                <a:gd name="connsiteY13" fmla="*/ 0 h 6249288"/>
                <a:gd name="connsiteX14" fmla="*/ 1734053 w 6248845"/>
                <a:gd name="connsiteY14" fmla="*/ 521390 h 6249288"/>
                <a:gd name="connsiteX15" fmla="*/ 2168544 w 6248845"/>
                <a:gd name="connsiteY15" fmla="*/ 521390 h 6249288"/>
                <a:gd name="connsiteX16" fmla="*/ 2168544 w 6248845"/>
                <a:gd name="connsiteY16" fmla="*/ 0 h 6249288"/>
                <a:gd name="connsiteX17" fmla="*/ 2516136 w 6248845"/>
                <a:gd name="connsiteY17" fmla="*/ 0 h 6249288"/>
                <a:gd name="connsiteX18" fmla="*/ 2516136 w 6248845"/>
                <a:gd name="connsiteY18" fmla="*/ 521390 h 6249288"/>
                <a:gd name="connsiteX19" fmla="*/ 2950626 w 6248845"/>
                <a:gd name="connsiteY19" fmla="*/ 521390 h 6249288"/>
                <a:gd name="connsiteX20" fmla="*/ 2950626 w 6248845"/>
                <a:gd name="connsiteY20" fmla="*/ 0 h 6249288"/>
                <a:gd name="connsiteX21" fmla="*/ 3298219 w 6248845"/>
                <a:gd name="connsiteY21" fmla="*/ 0 h 6249288"/>
                <a:gd name="connsiteX22" fmla="*/ 3298219 w 6248845"/>
                <a:gd name="connsiteY22" fmla="*/ 521390 h 6249288"/>
                <a:gd name="connsiteX23" fmla="*/ 3732709 w 6248845"/>
                <a:gd name="connsiteY23" fmla="*/ 521390 h 6249288"/>
                <a:gd name="connsiteX24" fmla="*/ 3732709 w 6248845"/>
                <a:gd name="connsiteY24" fmla="*/ 0 h 6249288"/>
                <a:gd name="connsiteX25" fmla="*/ 4080302 w 6248845"/>
                <a:gd name="connsiteY25" fmla="*/ 0 h 6249288"/>
                <a:gd name="connsiteX26" fmla="*/ 4080302 w 6248845"/>
                <a:gd name="connsiteY26" fmla="*/ 521390 h 6249288"/>
                <a:gd name="connsiteX27" fmla="*/ 4514792 w 6248845"/>
                <a:gd name="connsiteY27" fmla="*/ 521390 h 6249288"/>
                <a:gd name="connsiteX28" fmla="*/ 4514792 w 6248845"/>
                <a:gd name="connsiteY28" fmla="*/ 0 h 6249288"/>
                <a:gd name="connsiteX29" fmla="*/ 4862384 w 6248845"/>
                <a:gd name="connsiteY29" fmla="*/ 0 h 6249288"/>
                <a:gd name="connsiteX30" fmla="*/ 4862384 w 6248845"/>
                <a:gd name="connsiteY30" fmla="*/ 521390 h 6249288"/>
                <a:gd name="connsiteX31" fmla="*/ 5123079 w 6248845"/>
                <a:gd name="connsiteY31" fmla="*/ 521390 h 6249288"/>
                <a:gd name="connsiteX32" fmla="*/ 5123079 w 6248845"/>
                <a:gd name="connsiteY32" fmla="*/ 868983 h 6249288"/>
                <a:gd name="connsiteX33" fmla="*/ 865072 w 6248845"/>
                <a:gd name="connsiteY33" fmla="*/ 868983 h 6249288"/>
                <a:gd name="connsiteX34" fmla="*/ 865072 w 6248845"/>
                <a:gd name="connsiteY34" fmla="*/ 5387258 h 6249288"/>
                <a:gd name="connsiteX35" fmla="*/ 5383773 w 6248845"/>
                <a:gd name="connsiteY35" fmla="*/ 5387258 h 6249288"/>
                <a:gd name="connsiteX36" fmla="*/ 5383773 w 6248845"/>
                <a:gd name="connsiteY36" fmla="*/ 1129245 h 6249288"/>
                <a:gd name="connsiteX37" fmla="*/ 5731365 w 6248845"/>
                <a:gd name="connsiteY37" fmla="*/ 1129245 h 6249288"/>
                <a:gd name="connsiteX38" fmla="*/ 5731365 w 6248845"/>
                <a:gd name="connsiteY38" fmla="*/ 1386463 h 6249288"/>
                <a:gd name="connsiteX39" fmla="*/ 6248845 w 6248845"/>
                <a:gd name="connsiteY39" fmla="*/ 1386463 h 6249288"/>
                <a:gd name="connsiteX40" fmla="*/ 6248845 w 6248845"/>
                <a:gd name="connsiteY40" fmla="*/ 1734056 h 6249288"/>
                <a:gd name="connsiteX41" fmla="*/ 5731365 w 6248845"/>
                <a:gd name="connsiteY41" fmla="*/ 1734056 h 6249288"/>
                <a:gd name="connsiteX42" fmla="*/ 5731365 w 6248845"/>
                <a:gd name="connsiteY42" fmla="*/ 2168547 h 6249288"/>
                <a:gd name="connsiteX43" fmla="*/ 6248845 w 6248845"/>
                <a:gd name="connsiteY43" fmla="*/ 2168547 h 6249288"/>
                <a:gd name="connsiteX44" fmla="*/ 6248845 w 6248845"/>
                <a:gd name="connsiteY44" fmla="*/ 2516140 h 6249288"/>
                <a:gd name="connsiteX45" fmla="*/ 5731365 w 6248845"/>
                <a:gd name="connsiteY45" fmla="*/ 2516140 h 6249288"/>
                <a:gd name="connsiteX46" fmla="*/ 5731365 w 6248845"/>
                <a:gd name="connsiteY46" fmla="*/ 2950631 h 6249288"/>
                <a:gd name="connsiteX47" fmla="*/ 6248845 w 6248845"/>
                <a:gd name="connsiteY47" fmla="*/ 2950631 h 6249288"/>
                <a:gd name="connsiteX48" fmla="*/ 6248845 w 6248845"/>
                <a:gd name="connsiteY48" fmla="*/ 3298224 h 6249288"/>
                <a:gd name="connsiteX49" fmla="*/ 5731365 w 6248845"/>
                <a:gd name="connsiteY49" fmla="*/ 3298224 h 6249288"/>
                <a:gd name="connsiteX50" fmla="*/ 5731365 w 6248845"/>
                <a:gd name="connsiteY50" fmla="*/ 3732715 h 6249288"/>
                <a:gd name="connsiteX51" fmla="*/ 6248845 w 6248845"/>
                <a:gd name="connsiteY51" fmla="*/ 3732715 h 6249288"/>
                <a:gd name="connsiteX52" fmla="*/ 6248845 w 6248845"/>
                <a:gd name="connsiteY52" fmla="*/ 4080308 h 6249288"/>
                <a:gd name="connsiteX53" fmla="*/ 5731365 w 6248845"/>
                <a:gd name="connsiteY53" fmla="*/ 4080308 h 6249288"/>
                <a:gd name="connsiteX54" fmla="*/ 5731365 w 6248845"/>
                <a:gd name="connsiteY54" fmla="*/ 4514800 h 6249288"/>
                <a:gd name="connsiteX55" fmla="*/ 6248845 w 6248845"/>
                <a:gd name="connsiteY55" fmla="*/ 4514800 h 6249288"/>
                <a:gd name="connsiteX56" fmla="*/ 6248845 w 6248845"/>
                <a:gd name="connsiteY56" fmla="*/ 4862393 h 6249288"/>
                <a:gd name="connsiteX57" fmla="*/ 5731365 w 6248845"/>
                <a:gd name="connsiteY57" fmla="*/ 4862393 h 6249288"/>
                <a:gd name="connsiteX58" fmla="*/ 5731365 w 6248845"/>
                <a:gd name="connsiteY58" fmla="*/ 5387691 h 6249288"/>
                <a:gd name="connsiteX59" fmla="*/ 5383773 w 6248845"/>
                <a:gd name="connsiteY59" fmla="*/ 5735284 h 6249288"/>
                <a:gd name="connsiteX60" fmla="*/ 4862384 w 6248845"/>
                <a:gd name="connsiteY60" fmla="*/ 5735284 h 6249288"/>
                <a:gd name="connsiteX61" fmla="*/ 4862384 w 6248845"/>
                <a:gd name="connsiteY61" fmla="*/ 6249288 h 6249288"/>
                <a:gd name="connsiteX62" fmla="*/ 4514792 w 6248845"/>
                <a:gd name="connsiteY62" fmla="*/ 6249288 h 6249288"/>
                <a:gd name="connsiteX63" fmla="*/ 4514792 w 6248845"/>
                <a:gd name="connsiteY63" fmla="*/ 5735284 h 6249288"/>
                <a:gd name="connsiteX64" fmla="*/ 4080302 w 6248845"/>
                <a:gd name="connsiteY64" fmla="*/ 5735284 h 6249288"/>
                <a:gd name="connsiteX65" fmla="*/ 4080302 w 6248845"/>
                <a:gd name="connsiteY65" fmla="*/ 6249288 h 6249288"/>
                <a:gd name="connsiteX66" fmla="*/ 3732709 w 6248845"/>
                <a:gd name="connsiteY66" fmla="*/ 6249288 h 6249288"/>
                <a:gd name="connsiteX67" fmla="*/ 3732709 w 6248845"/>
                <a:gd name="connsiteY67" fmla="*/ 5735284 h 6249288"/>
                <a:gd name="connsiteX68" fmla="*/ 3298219 w 6248845"/>
                <a:gd name="connsiteY68" fmla="*/ 5735284 h 6249288"/>
                <a:gd name="connsiteX69" fmla="*/ 3298219 w 6248845"/>
                <a:gd name="connsiteY69" fmla="*/ 6249288 h 6249288"/>
                <a:gd name="connsiteX70" fmla="*/ 2950626 w 6248845"/>
                <a:gd name="connsiteY70" fmla="*/ 6249288 h 6249288"/>
                <a:gd name="connsiteX71" fmla="*/ 2950626 w 6248845"/>
                <a:gd name="connsiteY71" fmla="*/ 5735284 h 6249288"/>
                <a:gd name="connsiteX72" fmla="*/ 2516136 w 6248845"/>
                <a:gd name="connsiteY72" fmla="*/ 5735284 h 6249288"/>
                <a:gd name="connsiteX73" fmla="*/ 2516136 w 6248845"/>
                <a:gd name="connsiteY73" fmla="*/ 6249288 h 6249288"/>
                <a:gd name="connsiteX74" fmla="*/ 2168544 w 6248845"/>
                <a:gd name="connsiteY74" fmla="*/ 6249288 h 6249288"/>
                <a:gd name="connsiteX75" fmla="*/ 2168544 w 6248845"/>
                <a:gd name="connsiteY75" fmla="*/ 5735284 h 6249288"/>
                <a:gd name="connsiteX76" fmla="*/ 1734053 w 6248845"/>
                <a:gd name="connsiteY76" fmla="*/ 5735284 h 6249288"/>
                <a:gd name="connsiteX77" fmla="*/ 1734053 w 6248845"/>
                <a:gd name="connsiteY77" fmla="*/ 6249288 h 6249288"/>
                <a:gd name="connsiteX78" fmla="*/ 1386461 w 6248845"/>
                <a:gd name="connsiteY78" fmla="*/ 6249288 h 6249288"/>
                <a:gd name="connsiteX79" fmla="*/ 1386461 w 6248845"/>
                <a:gd name="connsiteY79" fmla="*/ 5735284 h 6249288"/>
                <a:gd name="connsiteX80" fmla="*/ 517480 w 6248845"/>
                <a:gd name="connsiteY80" fmla="*/ 5735284 h 6249288"/>
                <a:gd name="connsiteX81" fmla="*/ 517480 w 6248845"/>
                <a:gd name="connsiteY81" fmla="*/ 4862393 h 6249288"/>
                <a:gd name="connsiteX82" fmla="*/ 0 w 6248845"/>
                <a:gd name="connsiteY82" fmla="*/ 4862393 h 6249288"/>
                <a:gd name="connsiteX83" fmla="*/ 0 w 6248845"/>
                <a:gd name="connsiteY83" fmla="*/ 4514800 h 6249288"/>
                <a:gd name="connsiteX84" fmla="*/ 517480 w 6248845"/>
                <a:gd name="connsiteY84" fmla="*/ 4514800 h 6249288"/>
                <a:gd name="connsiteX85" fmla="*/ 517480 w 6248845"/>
                <a:gd name="connsiteY85" fmla="*/ 4080308 h 6249288"/>
                <a:gd name="connsiteX86" fmla="*/ 0 w 6248845"/>
                <a:gd name="connsiteY86" fmla="*/ 4080308 h 6249288"/>
                <a:gd name="connsiteX87" fmla="*/ 0 w 6248845"/>
                <a:gd name="connsiteY87" fmla="*/ 3732715 h 6249288"/>
                <a:gd name="connsiteX88" fmla="*/ 517480 w 6248845"/>
                <a:gd name="connsiteY88" fmla="*/ 3732715 h 6249288"/>
                <a:gd name="connsiteX89" fmla="*/ 517480 w 6248845"/>
                <a:gd name="connsiteY89" fmla="*/ 3298224 h 6249288"/>
                <a:gd name="connsiteX90" fmla="*/ 0 w 6248845"/>
                <a:gd name="connsiteY90" fmla="*/ 3298224 h 6249288"/>
                <a:gd name="connsiteX91" fmla="*/ 0 w 6248845"/>
                <a:gd name="connsiteY91" fmla="*/ 2950631 h 6249288"/>
                <a:gd name="connsiteX92" fmla="*/ 517480 w 6248845"/>
                <a:gd name="connsiteY92" fmla="*/ 2950631 h 6249288"/>
                <a:gd name="connsiteX93" fmla="*/ 517480 w 6248845"/>
                <a:gd name="connsiteY93" fmla="*/ 2516140 h 6249288"/>
                <a:gd name="connsiteX94" fmla="*/ 0 w 6248845"/>
                <a:gd name="connsiteY94" fmla="*/ 2516140 h 6249288"/>
                <a:gd name="connsiteX95" fmla="*/ 0 w 6248845"/>
                <a:gd name="connsiteY95" fmla="*/ 2168547 h 6249288"/>
                <a:gd name="connsiteX96" fmla="*/ 517480 w 6248845"/>
                <a:gd name="connsiteY96" fmla="*/ 2168547 h 6249288"/>
                <a:gd name="connsiteX97" fmla="*/ 517480 w 6248845"/>
                <a:gd name="connsiteY97" fmla="*/ 1734056 h 6249288"/>
                <a:gd name="connsiteX98" fmla="*/ 0 w 6248845"/>
                <a:gd name="connsiteY98" fmla="*/ 1734056 h 6249288"/>
                <a:gd name="connsiteX99" fmla="*/ 0 w 6248845"/>
                <a:gd name="connsiteY99" fmla="*/ 1386463 h 6249288"/>
                <a:gd name="connsiteX100" fmla="*/ 517480 w 6248845"/>
                <a:gd name="connsiteY100" fmla="*/ 1386463 h 6249288"/>
                <a:gd name="connsiteX101" fmla="*/ 517480 w 6248845"/>
                <a:gd name="connsiteY101" fmla="*/ 868983 h 6249288"/>
                <a:gd name="connsiteX102" fmla="*/ 865072 w 6248845"/>
                <a:gd name="connsiteY102" fmla="*/ 521390 h 6249288"/>
                <a:gd name="connsiteX103" fmla="*/ 1386461 w 6248845"/>
                <a:gd name="connsiteY103" fmla="*/ 521390 h 624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248845" h="6249288">
                  <a:moveTo>
                    <a:pt x="2858073" y="2863733"/>
                  </a:moveTo>
                  <a:lnTo>
                    <a:pt x="3379021" y="2863733"/>
                  </a:lnTo>
                  <a:lnTo>
                    <a:pt x="3379021" y="3384682"/>
                  </a:lnTo>
                  <a:lnTo>
                    <a:pt x="2858073" y="3384682"/>
                  </a:lnTo>
                  <a:close/>
                  <a:moveTo>
                    <a:pt x="2242402" y="2248060"/>
                  </a:moveTo>
                  <a:lnTo>
                    <a:pt x="2242402" y="3999930"/>
                  </a:lnTo>
                  <a:lnTo>
                    <a:pt x="3994269" y="3999930"/>
                  </a:lnTo>
                  <a:lnTo>
                    <a:pt x="3994269" y="2248060"/>
                  </a:lnTo>
                  <a:close/>
                  <a:moveTo>
                    <a:pt x="1894809" y="1900467"/>
                  </a:moveTo>
                  <a:lnTo>
                    <a:pt x="4341861" y="1900467"/>
                  </a:lnTo>
                  <a:lnTo>
                    <a:pt x="4341861" y="4347523"/>
                  </a:lnTo>
                  <a:lnTo>
                    <a:pt x="1894809" y="4347523"/>
                  </a:lnTo>
                  <a:close/>
                  <a:moveTo>
                    <a:pt x="1386461" y="0"/>
                  </a:moveTo>
                  <a:lnTo>
                    <a:pt x="1734053" y="0"/>
                  </a:lnTo>
                  <a:lnTo>
                    <a:pt x="1734053" y="521390"/>
                  </a:lnTo>
                  <a:lnTo>
                    <a:pt x="2168544" y="521390"/>
                  </a:lnTo>
                  <a:lnTo>
                    <a:pt x="2168544" y="0"/>
                  </a:lnTo>
                  <a:lnTo>
                    <a:pt x="2516136" y="0"/>
                  </a:lnTo>
                  <a:lnTo>
                    <a:pt x="2516136" y="521390"/>
                  </a:lnTo>
                  <a:lnTo>
                    <a:pt x="2950626" y="521390"/>
                  </a:lnTo>
                  <a:lnTo>
                    <a:pt x="2950626" y="0"/>
                  </a:lnTo>
                  <a:lnTo>
                    <a:pt x="3298219" y="0"/>
                  </a:lnTo>
                  <a:lnTo>
                    <a:pt x="3298219" y="521390"/>
                  </a:lnTo>
                  <a:lnTo>
                    <a:pt x="3732709" y="521390"/>
                  </a:lnTo>
                  <a:lnTo>
                    <a:pt x="3732709" y="0"/>
                  </a:lnTo>
                  <a:lnTo>
                    <a:pt x="4080302" y="0"/>
                  </a:lnTo>
                  <a:lnTo>
                    <a:pt x="4080302" y="521390"/>
                  </a:lnTo>
                  <a:lnTo>
                    <a:pt x="4514792" y="521390"/>
                  </a:lnTo>
                  <a:lnTo>
                    <a:pt x="4514792" y="0"/>
                  </a:lnTo>
                  <a:lnTo>
                    <a:pt x="4862384" y="0"/>
                  </a:lnTo>
                  <a:lnTo>
                    <a:pt x="4862384" y="521390"/>
                  </a:lnTo>
                  <a:lnTo>
                    <a:pt x="5123079" y="521390"/>
                  </a:lnTo>
                  <a:lnTo>
                    <a:pt x="5123079" y="868983"/>
                  </a:lnTo>
                  <a:lnTo>
                    <a:pt x="865072" y="868983"/>
                  </a:lnTo>
                  <a:lnTo>
                    <a:pt x="865072" y="5387258"/>
                  </a:lnTo>
                  <a:lnTo>
                    <a:pt x="5383773" y="5387258"/>
                  </a:lnTo>
                  <a:lnTo>
                    <a:pt x="5383773" y="1129245"/>
                  </a:lnTo>
                  <a:lnTo>
                    <a:pt x="5731365" y="1129245"/>
                  </a:lnTo>
                  <a:lnTo>
                    <a:pt x="5731365" y="1386463"/>
                  </a:lnTo>
                  <a:lnTo>
                    <a:pt x="6248845" y="1386463"/>
                  </a:lnTo>
                  <a:lnTo>
                    <a:pt x="6248845" y="1734056"/>
                  </a:lnTo>
                  <a:lnTo>
                    <a:pt x="5731365" y="1734056"/>
                  </a:lnTo>
                  <a:lnTo>
                    <a:pt x="5731365" y="2168547"/>
                  </a:lnTo>
                  <a:lnTo>
                    <a:pt x="6248845" y="2168547"/>
                  </a:lnTo>
                  <a:lnTo>
                    <a:pt x="6248845" y="2516140"/>
                  </a:lnTo>
                  <a:lnTo>
                    <a:pt x="5731365" y="2516140"/>
                  </a:lnTo>
                  <a:lnTo>
                    <a:pt x="5731365" y="2950631"/>
                  </a:lnTo>
                  <a:lnTo>
                    <a:pt x="6248845" y="2950631"/>
                  </a:lnTo>
                  <a:lnTo>
                    <a:pt x="6248845" y="3298224"/>
                  </a:lnTo>
                  <a:lnTo>
                    <a:pt x="5731365" y="3298224"/>
                  </a:lnTo>
                  <a:lnTo>
                    <a:pt x="5731365" y="3732715"/>
                  </a:lnTo>
                  <a:lnTo>
                    <a:pt x="6248845" y="3732715"/>
                  </a:lnTo>
                  <a:lnTo>
                    <a:pt x="6248845" y="4080308"/>
                  </a:lnTo>
                  <a:lnTo>
                    <a:pt x="5731365" y="4080308"/>
                  </a:lnTo>
                  <a:lnTo>
                    <a:pt x="5731365" y="4514800"/>
                  </a:lnTo>
                  <a:lnTo>
                    <a:pt x="6248845" y="4514800"/>
                  </a:lnTo>
                  <a:lnTo>
                    <a:pt x="6248845" y="4862393"/>
                  </a:lnTo>
                  <a:lnTo>
                    <a:pt x="5731365" y="4862393"/>
                  </a:lnTo>
                  <a:lnTo>
                    <a:pt x="5731365" y="5387691"/>
                  </a:lnTo>
                  <a:cubicBezTo>
                    <a:pt x="5731365" y="5579734"/>
                    <a:pt x="5575816" y="5735284"/>
                    <a:pt x="5383773" y="5735284"/>
                  </a:cubicBezTo>
                  <a:lnTo>
                    <a:pt x="4862384" y="5735284"/>
                  </a:lnTo>
                  <a:lnTo>
                    <a:pt x="4862384" y="6249288"/>
                  </a:lnTo>
                  <a:lnTo>
                    <a:pt x="4514792" y="6249288"/>
                  </a:lnTo>
                  <a:lnTo>
                    <a:pt x="4514792" y="5735284"/>
                  </a:lnTo>
                  <a:lnTo>
                    <a:pt x="4080302" y="5735284"/>
                  </a:lnTo>
                  <a:lnTo>
                    <a:pt x="4080302" y="6249288"/>
                  </a:lnTo>
                  <a:lnTo>
                    <a:pt x="3732709" y="6249288"/>
                  </a:lnTo>
                  <a:lnTo>
                    <a:pt x="3732709" y="5735284"/>
                  </a:lnTo>
                  <a:lnTo>
                    <a:pt x="3298219" y="5735284"/>
                  </a:lnTo>
                  <a:lnTo>
                    <a:pt x="3298219" y="6249288"/>
                  </a:lnTo>
                  <a:lnTo>
                    <a:pt x="2950626" y="6249288"/>
                  </a:lnTo>
                  <a:lnTo>
                    <a:pt x="2950626" y="5735284"/>
                  </a:lnTo>
                  <a:lnTo>
                    <a:pt x="2516136" y="5735284"/>
                  </a:lnTo>
                  <a:lnTo>
                    <a:pt x="2516136" y="6249288"/>
                  </a:lnTo>
                  <a:lnTo>
                    <a:pt x="2168544" y="6249288"/>
                  </a:lnTo>
                  <a:lnTo>
                    <a:pt x="2168544" y="5735284"/>
                  </a:lnTo>
                  <a:lnTo>
                    <a:pt x="1734053" y="5735284"/>
                  </a:lnTo>
                  <a:lnTo>
                    <a:pt x="1734053" y="6249288"/>
                  </a:lnTo>
                  <a:lnTo>
                    <a:pt x="1386461" y="6249288"/>
                  </a:lnTo>
                  <a:lnTo>
                    <a:pt x="1386461" y="5735284"/>
                  </a:lnTo>
                  <a:lnTo>
                    <a:pt x="517480" y="5735284"/>
                  </a:lnTo>
                  <a:lnTo>
                    <a:pt x="517480" y="4862393"/>
                  </a:lnTo>
                  <a:lnTo>
                    <a:pt x="0" y="4862393"/>
                  </a:lnTo>
                  <a:lnTo>
                    <a:pt x="0" y="4514800"/>
                  </a:lnTo>
                  <a:lnTo>
                    <a:pt x="517480" y="4514800"/>
                  </a:lnTo>
                  <a:lnTo>
                    <a:pt x="517480" y="4080308"/>
                  </a:lnTo>
                  <a:lnTo>
                    <a:pt x="0" y="4080308"/>
                  </a:lnTo>
                  <a:lnTo>
                    <a:pt x="0" y="3732715"/>
                  </a:lnTo>
                  <a:lnTo>
                    <a:pt x="517480" y="3732715"/>
                  </a:lnTo>
                  <a:lnTo>
                    <a:pt x="517480" y="3298224"/>
                  </a:lnTo>
                  <a:lnTo>
                    <a:pt x="0" y="3298224"/>
                  </a:lnTo>
                  <a:lnTo>
                    <a:pt x="0" y="2950631"/>
                  </a:lnTo>
                  <a:lnTo>
                    <a:pt x="517480" y="2950631"/>
                  </a:lnTo>
                  <a:lnTo>
                    <a:pt x="517480" y="2516140"/>
                  </a:lnTo>
                  <a:lnTo>
                    <a:pt x="0" y="2516140"/>
                  </a:lnTo>
                  <a:lnTo>
                    <a:pt x="0" y="2168547"/>
                  </a:lnTo>
                  <a:lnTo>
                    <a:pt x="517480" y="2168547"/>
                  </a:lnTo>
                  <a:lnTo>
                    <a:pt x="517480" y="1734056"/>
                  </a:lnTo>
                  <a:lnTo>
                    <a:pt x="0" y="1734056"/>
                  </a:lnTo>
                  <a:lnTo>
                    <a:pt x="0" y="1386463"/>
                  </a:lnTo>
                  <a:lnTo>
                    <a:pt x="517480" y="1386463"/>
                  </a:lnTo>
                  <a:lnTo>
                    <a:pt x="517480" y="868983"/>
                  </a:lnTo>
                  <a:cubicBezTo>
                    <a:pt x="517480" y="676940"/>
                    <a:pt x="673030" y="521390"/>
                    <a:pt x="865072" y="521390"/>
                  </a:cubicBezTo>
                  <a:lnTo>
                    <a:pt x="1386461" y="521390"/>
                  </a:lnTo>
                  <a:close/>
                </a:path>
              </a:pathLst>
            </a:custGeom>
            <a:grpFill/>
            <a:ln w="5507" cap="flat">
              <a:noFill/>
              <a:prstDash val="solid"/>
              <a:miter/>
            </a:ln>
          </p:spPr>
          <p:txBody>
            <a:bodyPr wrap="square" rtlCol="0" anchor="ctr">
              <a:noAutofit/>
            </a:bodyPr>
            <a:lstStyle/>
            <a:p>
              <a:endParaRPr lang="en-US"/>
            </a:p>
          </p:txBody>
        </p:sp>
        <p:sp>
          <p:nvSpPr>
            <p:cNvPr id="494" name="Freeform: Shape 493">
              <a:extLst>
                <a:ext uri="{FF2B5EF4-FFF2-40B4-BE49-F238E27FC236}">
                  <a16:creationId xmlns:a16="http://schemas.microsoft.com/office/drawing/2014/main" id="{309A4DB9-83F1-DA88-C56C-BD502FA4E9D9}"/>
                </a:ext>
                <a:ext uri="{C183D7F6-B498-43B3-948B-1728B52AA6E4}">
                  <adec:decorative xmlns:adec="http://schemas.microsoft.com/office/drawing/2017/decorative" val="1"/>
                </a:ext>
              </a:extLst>
            </p:cNvPr>
            <p:cNvSpPr/>
            <p:nvPr/>
          </p:nvSpPr>
          <p:spPr>
            <a:xfrm>
              <a:off x="1363879" y="1517247"/>
              <a:ext cx="333311" cy="369462"/>
            </a:xfrm>
            <a:custGeom>
              <a:avLst/>
              <a:gdLst>
                <a:gd name="connsiteX0" fmla="*/ 3295616 w 4999680"/>
                <a:gd name="connsiteY0" fmla="*/ 5281240 h 5541935"/>
                <a:gd name="connsiteX1" fmla="*/ 3556310 w 4999680"/>
                <a:gd name="connsiteY1" fmla="*/ 5281240 h 5541935"/>
                <a:gd name="connsiteX2" fmla="*/ 3556310 w 4999680"/>
                <a:gd name="connsiteY2" fmla="*/ 5541935 h 5541935"/>
                <a:gd name="connsiteX3" fmla="*/ 3295616 w 4999680"/>
                <a:gd name="connsiteY3" fmla="*/ 5541935 h 5541935"/>
                <a:gd name="connsiteX4" fmla="*/ 0 w 4999680"/>
                <a:gd name="connsiteY4" fmla="*/ 5281240 h 5541935"/>
                <a:gd name="connsiteX5" fmla="*/ 260694 w 4999680"/>
                <a:gd name="connsiteY5" fmla="*/ 5281240 h 5541935"/>
                <a:gd name="connsiteX6" fmla="*/ 260694 w 4999680"/>
                <a:gd name="connsiteY6" fmla="*/ 5541935 h 5541935"/>
                <a:gd name="connsiteX7" fmla="*/ 0 w 4999680"/>
                <a:gd name="connsiteY7" fmla="*/ 5541935 h 5541935"/>
                <a:gd name="connsiteX8" fmla="*/ 3295616 w 4999680"/>
                <a:gd name="connsiteY8" fmla="*/ 1923055 h 5541935"/>
                <a:gd name="connsiteX9" fmla="*/ 3556310 w 4999680"/>
                <a:gd name="connsiteY9" fmla="*/ 1923055 h 5541935"/>
                <a:gd name="connsiteX10" fmla="*/ 3556310 w 4999680"/>
                <a:gd name="connsiteY10" fmla="*/ 2183750 h 5541935"/>
                <a:gd name="connsiteX11" fmla="*/ 3295616 w 4999680"/>
                <a:gd name="connsiteY11" fmla="*/ 2183750 h 5541935"/>
                <a:gd name="connsiteX12" fmla="*/ 0 w 4999680"/>
                <a:gd name="connsiteY12" fmla="*/ 1923055 h 5541935"/>
                <a:gd name="connsiteX13" fmla="*/ 260694 w 4999680"/>
                <a:gd name="connsiteY13" fmla="*/ 1923055 h 5541935"/>
                <a:gd name="connsiteX14" fmla="*/ 260694 w 4999680"/>
                <a:gd name="connsiteY14" fmla="*/ 2183750 h 5541935"/>
                <a:gd name="connsiteX15" fmla="*/ 0 w 4999680"/>
                <a:gd name="connsiteY15" fmla="*/ 2183750 h 5541935"/>
                <a:gd name="connsiteX16" fmla="*/ 4478291 w 4999680"/>
                <a:gd name="connsiteY16" fmla="*/ 521389 h 5541935"/>
                <a:gd name="connsiteX17" fmla="*/ 4999680 w 4999680"/>
                <a:gd name="connsiteY17" fmla="*/ 521389 h 5541935"/>
                <a:gd name="connsiteX18" fmla="*/ 4999680 w 4999680"/>
                <a:gd name="connsiteY18" fmla="*/ 1042771 h 5541935"/>
                <a:gd name="connsiteX19" fmla="*/ 4478292 w 4999680"/>
                <a:gd name="connsiteY19" fmla="*/ 1042771 h 5541935"/>
                <a:gd name="connsiteX20" fmla="*/ 4478292 w 4999680"/>
                <a:gd name="connsiteY20" fmla="*/ 1558080 h 5541935"/>
                <a:gd name="connsiteX21" fmla="*/ 3956903 w 4999680"/>
                <a:gd name="connsiteY21" fmla="*/ 1558080 h 5541935"/>
                <a:gd name="connsiteX22" fmla="*/ 3956903 w 4999680"/>
                <a:gd name="connsiteY22" fmla="*/ 1036691 h 5541935"/>
                <a:gd name="connsiteX23" fmla="*/ 4478291 w 4999680"/>
                <a:gd name="connsiteY23" fmla="*/ 1036691 h 5541935"/>
                <a:gd name="connsiteX24" fmla="*/ 3522412 w 4999680"/>
                <a:gd name="connsiteY24" fmla="*/ 0 h 5541935"/>
                <a:gd name="connsiteX25" fmla="*/ 4043801 w 4999680"/>
                <a:gd name="connsiteY25" fmla="*/ 0 h 5541935"/>
                <a:gd name="connsiteX26" fmla="*/ 4043801 w 4999680"/>
                <a:gd name="connsiteY26" fmla="*/ 521389 h 5541935"/>
                <a:gd name="connsiteX27" fmla="*/ 3522412 w 4999680"/>
                <a:gd name="connsiteY27" fmla="*/ 521389 h 554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99680" h="5541935">
                  <a:moveTo>
                    <a:pt x="3295616" y="5281240"/>
                  </a:moveTo>
                  <a:lnTo>
                    <a:pt x="3556310" y="5281240"/>
                  </a:lnTo>
                  <a:lnTo>
                    <a:pt x="3556310" y="5541935"/>
                  </a:lnTo>
                  <a:lnTo>
                    <a:pt x="3295616" y="5541935"/>
                  </a:lnTo>
                  <a:close/>
                  <a:moveTo>
                    <a:pt x="0" y="5281240"/>
                  </a:moveTo>
                  <a:lnTo>
                    <a:pt x="260694" y="5281240"/>
                  </a:lnTo>
                  <a:lnTo>
                    <a:pt x="260694" y="5541935"/>
                  </a:lnTo>
                  <a:lnTo>
                    <a:pt x="0" y="5541935"/>
                  </a:lnTo>
                  <a:close/>
                  <a:moveTo>
                    <a:pt x="3295616" y="1923055"/>
                  </a:moveTo>
                  <a:lnTo>
                    <a:pt x="3556310" y="1923055"/>
                  </a:lnTo>
                  <a:lnTo>
                    <a:pt x="3556310" y="2183750"/>
                  </a:lnTo>
                  <a:lnTo>
                    <a:pt x="3295616" y="2183750"/>
                  </a:lnTo>
                  <a:close/>
                  <a:moveTo>
                    <a:pt x="0" y="1923055"/>
                  </a:moveTo>
                  <a:lnTo>
                    <a:pt x="260694" y="1923055"/>
                  </a:lnTo>
                  <a:lnTo>
                    <a:pt x="260694" y="2183750"/>
                  </a:lnTo>
                  <a:lnTo>
                    <a:pt x="0" y="2183750"/>
                  </a:lnTo>
                  <a:close/>
                  <a:moveTo>
                    <a:pt x="4478291" y="521389"/>
                  </a:moveTo>
                  <a:lnTo>
                    <a:pt x="4999680" y="521389"/>
                  </a:lnTo>
                  <a:lnTo>
                    <a:pt x="4999680" y="1042771"/>
                  </a:lnTo>
                  <a:lnTo>
                    <a:pt x="4478292" y="1042771"/>
                  </a:lnTo>
                  <a:lnTo>
                    <a:pt x="4478292" y="1558080"/>
                  </a:lnTo>
                  <a:lnTo>
                    <a:pt x="3956903" y="1558080"/>
                  </a:lnTo>
                  <a:lnTo>
                    <a:pt x="3956903" y="1036691"/>
                  </a:lnTo>
                  <a:lnTo>
                    <a:pt x="4478291" y="1036691"/>
                  </a:lnTo>
                  <a:close/>
                  <a:moveTo>
                    <a:pt x="3522412" y="0"/>
                  </a:moveTo>
                  <a:lnTo>
                    <a:pt x="4043801" y="0"/>
                  </a:lnTo>
                  <a:lnTo>
                    <a:pt x="4043801" y="521389"/>
                  </a:lnTo>
                  <a:lnTo>
                    <a:pt x="3522412" y="521389"/>
                  </a:lnTo>
                  <a:close/>
                </a:path>
              </a:pathLst>
            </a:custGeom>
            <a:solidFill>
              <a:schemeClr val="bg1"/>
            </a:solidFill>
            <a:ln w="5507" cap="flat">
              <a:noFill/>
              <a:prstDash val="solid"/>
              <a:miter/>
            </a:ln>
          </p:spPr>
          <p:txBody>
            <a:bodyPr wrap="square" rtlCol="0" anchor="ctr">
              <a:noAutofit/>
            </a:bodyPr>
            <a:lstStyle/>
            <a:p>
              <a:endParaRPr lang="en-US"/>
            </a:p>
          </p:txBody>
        </p:sp>
      </p:grpSp>
      <p:grpSp>
        <p:nvGrpSpPr>
          <p:cNvPr id="125" name="Group 124">
            <a:extLst>
              <a:ext uri="{FF2B5EF4-FFF2-40B4-BE49-F238E27FC236}">
                <a16:creationId xmlns:a16="http://schemas.microsoft.com/office/drawing/2014/main" id="{B211D9C2-3F1F-BABD-72C8-A9A476517B02}"/>
              </a:ext>
              <a:ext uri="{C183D7F6-B498-43B3-948B-1728B52AA6E4}">
                <adec:decorative xmlns:adec="http://schemas.microsoft.com/office/drawing/2017/decorative" val="1"/>
              </a:ext>
            </a:extLst>
          </p:cNvPr>
          <p:cNvGrpSpPr>
            <a:grpSpLocks noChangeAspect="1"/>
          </p:cNvGrpSpPr>
          <p:nvPr/>
        </p:nvGrpSpPr>
        <p:grpSpPr>
          <a:xfrm>
            <a:off x="1874807" y="1517247"/>
            <a:ext cx="555946" cy="457200"/>
            <a:chOff x="1874807" y="1517247"/>
            <a:chExt cx="555946" cy="457200"/>
          </a:xfrm>
          <a:solidFill>
            <a:schemeClr val="accent2"/>
          </a:solidFill>
        </p:grpSpPr>
        <p:sp>
          <p:nvSpPr>
            <p:cNvPr id="516" name="Freeform: Shape 515">
              <a:extLst>
                <a:ext uri="{FF2B5EF4-FFF2-40B4-BE49-F238E27FC236}">
                  <a16:creationId xmlns:a16="http://schemas.microsoft.com/office/drawing/2014/main" id="{63B5A275-CD80-71F9-51A9-76725829161F}"/>
                </a:ext>
                <a:ext uri="{C183D7F6-B498-43B3-948B-1728B52AA6E4}">
                  <adec:decorative xmlns:adec="http://schemas.microsoft.com/office/drawing/2017/decorative" val="1"/>
                </a:ext>
              </a:extLst>
            </p:cNvPr>
            <p:cNvSpPr/>
            <p:nvPr/>
          </p:nvSpPr>
          <p:spPr>
            <a:xfrm>
              <a:off x="2042746" y="1557830"/>
              <a:ext cx="381853" cy="416617"/>
            </a:xfrm>
            <a:custGeom>
              <a:avLst/>
              <a:gdLst>
                <a:gd name="connsiteX0" fmla="*/ 2339470 w 5727800"/>
                <a:gd name="connsiteY0" fmla="*/ 2861842 h 6249265"/>
                <a:gd name="connsiteX1" fmla="*/ 2860467 w 5727800"/>
                <a:gd name="connsiteY1" fmla="*/ 2861842 h 6249265"/>
                <a:gd name="connsiteX2" fmla="*/ 2860467 w 5727800"/>
                <a:gd name="connsiteY2" fmla="*/ 3382839 h 6249265"/>
                <a:gd name="connsiteX3" fmla="*/ 2339470 w 5727800"/>
                <a:gd name="connsiteY3" fmla="*/ 3382839 h 6249265"/>
                <a:gd name="connsiteX4" fmla="*/ 1724323 w 5727800"/>
                <a:gd name="connsiteY4" fmla="*/ 2246695 h 6249265"/>
                <a:gd name="connsiteX5" fmla="*/ 1724323 w 5727800"/>
                <a:gd name="connsiteY5" fmla="*/ 3997987 h 6249265"/>
                <a:gd name="connsiteX6" fmla="*/ 3475614 w 5727800"/>
                <a:gd name="connsiteY6" fmla="*/ 3997987 h 6249265"/>
                <a:gd name="connsiteX7" fmla="*/ 3475614 w 5727800"/>
                <a:gd name="connsiteY7" fmla="*/ 2246695 h 6249265"/>
                <a:gd name="connsiteX8" fmla="*/ 1376991 w 5727800"/>
                <a:gd name="connsiteY8" fmla="*/ 1899363 h 6249265"/>
                <a:gd name="connsiteX9" fmla="*/ 3822945 w 5727800"/>
                <a:gd name="connsiteY9" fmla="*/ 1899363 h 6249265"/>
                <a:gd name="connsiteX10" fmla="*/ 3822945 w 5727800"/>
                <a:gd name="connsiteY10" fmla="*/ 4345318 h 6249265"/>
                <a:gd name="connsiteX11" fmla="*/ 1376991 w 5727800"/>
                <a:gd name="connsiteY11" fmla="*/ 4345318 h 6249265"/>
                <a:gd name="connsiteX12" fmla="*/ 4863119 w 5727800"/>
                <a:gd name="connsiteY12" fmla="*/ 1132952 h 6249265"/>
                <a:gd name="connsiteX13" fmla="*/ 5210450 w 5727800"/>
                <a:gd name="connsiteY13" fmla="*/ 1132952 h 6249265"/>
                <a:gd name="connsiteX14" fmla="*/ 5210450 w 5727800"/>
                <a:gd name="connsiteY14" fmla="*/ 1389799 h 6249265"/>
                <a:gd name="connsiteX15" fmla="*/ 5727800 w 5727800"/>
                <a:gd name="connsiteY15" fmla="*/ 1389799 h 6249265"/>
                <a:gd name="connsiteX16" fmla="*/ 5727800 w 5727800"/>
                <a:gd name="connsiteY16" fmla="*/ 1737130 h 6249265"/>
                <a:gd name="connsiteX17" fmla="*/ 5210450 w 5727800"/>
                <a:gd name="connsiteY17" fmla="*/ 1737130 h 6249265"/>
                <a:gd name="connsiteX18" fmla="*/ 5210450 w 5727800"/>
                <a:gd name="connsiteY18" fmla="*/ 2171299 h 6249265"/>
                <a:gd name="connsiteX19" fmla="*/ 5727800 w 5727800"/>
                <a:gd name="connsiteY19" fmla="*/ 2171299 h 6249265"/>
                <a:gd name="connsiteX20" fmla="*/ 5727800 w 5727800"/>
                <a:gd name="connsiteY20" fmla="*/ 2518630 h 6249265"/>
                <a:gd name="connsiteX21" fmla="*/ 5210450 w 5727800"/>
                <a:gd name="connsiteY21" fmla="*/ 2518630 h 6249265"/>
                <a:gd name="connsiteX22" fmla="*/ 5210450 w 5727800"/>
                <a:gd name="connsiteY22" fmla="*/ 2952799 h 6249265"/>
                <a:gd name="connsiteX23" fmla="*/ 5727800 w 5727800"/>
                <a:gd name="connsiteY23" fmla="*/ 2952799 h 6249265"/>
                <a:gd name="connsiteX24" fmla="*/ 5727800 w 5727800"/>
                <a:gd name="connsiteY24" fmla="*/ 3300131 h 6249265"/>
                <a:gd name="connsiteX25" fmla="*/ 5210450 w 5727800"/>
                <a:gd name="connsiteY25" fmla="*/ 3300131 h 6249265"/>
                <a:gd name="connsiteX26" fmla="*/ 5210450 w 5727800"/>
                <a:gd name="connsiteY26" fmla="*/ 3734299 h 6249265"/>
                <a:gd name="connsiteX27" fmla="*/ 5727800 w 5727800"/>
                <a:gd name="connsiteY27" fmla="*/ 3734299 h 6249265"/>
                <a:gd name="connsiteX28" fmla="*/ 5727800 w 5727800"/>
                <a:gd name="connsiteY28" fmla="*/ 4081631 h 6249265"/>
                <a:gd name="connsiteX29" fmla="*/ 5210450 w 5727800"/>
                <a:gd name="connsiteY29" fmla="*/ 4081631 h 6249265"/>
                <a:gd name="connsiteX30" fmla="*/ 5210450 w 5727800"/>
                <a:gd name="connsiteY30" fmla="*/ 4515800 h 6249265"/>
                <a:gd name="connsiteX31" fmla="*/ 5727800 w 5727800"/>
                <a:gd name="connsiteY31" fmla="*/ 4515800 h 6249265"/>
                <a:gd name="connsiteX32" fmla="*/ 5727800 w 5727800"/>
                <a:gd name="connsiteY32" fmla="*/ 4863131 h 6249265"/>
                <a:gd name="connsiteX33" fmla="*/ 5210450 w 5727800"/>
                <a:gd name="connsiteY33" fmla="*/ 4863131 h 6249265"/>
                <a:gd name="connsiteX34" fmla="*/ 5210450 w 5727800"/>
                <a:gd name="connsiteY34" fmla="*/ 5388240 h 6249265"/>
                <a:gd name="connsiteX35" fmla="*/ 4863119 w 5727800"/>
                <a:gd name="connsiteY35" fmla="*/ 5735572 h 6249265"/>
                <a:gd name="connsiteX36" fmla="*/ 4342122 w 5727800"/>
                <a:gd name="connsiteY36" fmla="*/ 5735572 h 6249265"/>
                <a:gd name="connsiteX37" fmla="*/ 4342122 w 5727800"/>
                <a:gd name="connsiteY37" fmla="*/ 6249265 h 6249265"/>
                <a:gd name="connsiteX38" fmla="*/ 3994790 w 5727800"/>
                <a:gd name="connsiteY38" fmla="*/ 6249265 h 6249265"/>
                <a:gd name="connsiteX39" fmla="*/ 3994790 w 5727800"/>
                <a:gd name="connsiteY39" fmla="*/ 5735572 h 6249265"/>
                <a:gd name="connsiteX40" fmla="*/ 3560622 w 5727800"/>
                <a:gd name="connsiteY40" fmla="*/ 5735572 h 6249265"/>
                <a:gd name="connsiteX41" fmla="*/ 3560622 w 5727800"/>
                <a:gd name="connsiteY41" fmla="*/ 6249265 h 6249265"/>
                <a:gd name="connsiteX42" fmla="*/ 3213291 w 5727800"/>
                <a:gd name="connsiteY42" fmla="*/ 6249265 h 6249265"/>
                <a:gd name="connsiteX43" fmla="*/ 3213291 w 5727800"/>
                <a:gd name="connsiteY43" fmla="*/ 5735572 h 6249265"/>
                <a:gd name="connsiteX44" fmla="*/ 2779123 w 5727800"/>
                <a:gd name="connsiteY44" fmla="*/ 5735572 h 6249265"/>
                <a:gd name="connsiteX45" fmla="*/ 2779123 w 5727800"/>
                <a:gd name="connsiteY45" fmla="*/ 6249265 h 6249265"/>
                <a:gd name="connsiteX46" fmla="*/ 2431791 w 5727800"/>
                <a:gd name="connsiteY46" fmla="*/ 6249265 h 6249265"/>
                <a:gd name="connsiteX47" fmla="*/ 2431791 w 5727800"/>
                <a:gd name="connsiteY47" fmla="*/ 5735572 h 6249265"/>
                <a:gd name="connsiteX48" fmla="*/ 1997623 w 5727800"/>
                <a:gd name="connsiteY48" fmla="*/ 5735572 h 6249265"/>
                <a:gd name="connsiteX49" fmla="*/ 1997623 w 5727800"/>
                <a:gd name="connsiteY49" fmla="*/ 6249265 h 6249265"/>
                <a:gd name="connsiteX50" fmla="*/ 1650292 w 5727800"/>
                <a:gd name="connsiteY50" fmla="*/ 6249265 h 6249265"/>
                <a:gd name="connsiteX51" fmla="*/ 1650292 w 5727800"/>
                <a:gd name="connsiteY51" fmla="*/ 5735572 h 6249265"/>
                <a:gd name="connsiteX52" fmla="*/ 1216123 w 5727800"/>
                <a:gd name="connsiteY52" fmla="*/ 5735572 h 6249265"/>
                <a:gd name="connsiteX53" fmla="*/ 1216123 w 5727800"/>
                <a:gd name="connsiteY53" fmla="*/ 6249265 h 6249265"/>
                <a:gd name="connsiteX54" fmla="*/ 868792 w 5727800"/>
                <a:gd name="connsiteY54" fmla="*/ 6249265 h 6249265"/>
                <a:gd name="connsiteX55" fmla="*/ 868792 w 5727800"/>
                <a:gd name="connsiteY55" fmla="*/ 5735572 h 6249265"/>
                <a:gd name="connsiteX56" fmla="*/ 0 w 5727800"/>
                <a:gd name="connsiteY56" fmla="*/ 5735572 h 6249265"/>
                <a:gd name="connsiteX57" fmla="*/ 0 w 5727800"/>
                <a:gd name="connsiteY57" fmla="*/ 4863131 h 6249265"/>
                <a:gd name="connsiteX58" fmla="*/ 347332 w 5727800"/>
                <a:gd name="connsiteY58" fmla="*/ 4862668 h 6249265"/>
                <a:gd name="connsiteX59" fmla="*/ 347332 w 5727800"/>
                <a:gd name="connsiteY59" fmla="*/ 5389613 h 6249265"/>
                <a:gd name="connsiteX60" fmla="*/ 4863119 w 5727800"/>
                <a:gd name="connsiteY60" fmla="*/ 5389613 h 6249265"/>
                <a:gd name="connsiteX61" fmla="*/ 870165 w 5727800"/>
                <a:gd name="connsiteY61" fmla="*/ 0 h 6249265"/>
                <a:gd name="connsiteX62" fmla="*/ 1217496 w 5727800"/>
                <a:gd name="connsiteY62" fmla="*/ 0 h 6249265"/>
                <a:gd name="connsiteX63" fmla="*/ 1217496 w 5727800"/>
                <a:gd name="connsiteY63" fmla="*/ 520997 h 6249265"/>
                <a:gd name="connsiteX64" fmla="*/ 1651656 w 5727800"/>
                <a:gd name="connsiteY64" fmla="*/ 520997 h 6249265"/>
                <a:gd name="connsiteX65" fmla="*/ 1651656 w 5727800"/>
                <a:gd name="connsiteY65" fmla="*/ 0 h 6249265"/>
                <a:gd name="connsiteX66" fmla="*/ 1998996 w 5727800"/>
                <a:gd name="connsiteY66" fmla="*/ 0 h 6249265"/>
                <a:gd name="connsiteX67" fmla="*/ 1998996 w 5727800"/>
                <a:gd name="connsiteY67" fmla="*/ 520997 h 6249265"/>
                <a:gd name="connsiteX68" fmla="*/ 2433156 w 5727800"/>
                <a:gd name="connsiteY68" fmla="*/ 520997 h 6249265"/>
                <a:gd name="connsiteX69" fmla="*/ 2433156 w 5727800"/>
                <a:gd name="connsiteY69" fmla="*/ 0 h 6249265"/>
                <a:gd name="connsiteX70" fmla="*/ 2780495 w 5727800"/>
                <a:gd name="connsiteY70" fmla="*/ 0 h 6249265"/>
                <a:gd name="connsiteX71" fmla="*/ 2780495 w 5727800"/>
                <a:gd name="connsiteY71" fmla="*/ 520997 h 6249265"/>
                <a:gd name="connsiteX72" fmla="*/ 3214655 w 5727800"/>
                <a:gd name="connsiteY72" fmla="*/ 520997 h 6249265"/>
                <a:gd name="connsiteX73" fmla="*/ 3214655 w 5727800"/>
                <a:gd name="connsiteY73" fmla="*/ 0 h 6249265"/>
                <a:gd name="connsiteX74" fmla="*/ 3561995 w 5727800"/>
                <a:gd name="connsiteY74" fmla="*/ 0 h 6249265"/>
                <a:gd name="connsiteX75" fmla="*/ 3561995 w 5727800"/>
                <a:gd name="connsiteY75" fmla="*/ 520997 h 6249265"/>
                <a:gd name="connsiteX76" fmla="*/ 3996155 w 5727800"/>
                <a:gd name="connsiteY76" fmla="*/ 520997 h 6249265"/>
                <a:gd name="connsiteX77" fmla="*/ 3996155 w 5727800"/>
                <a:gd name="connsiteY77" fmla="*/ 0 h 6249265"/>
                <a:gd name="connsiteX78" fmla="*/ 4343494 w 5727800"/>
                <a:gd name="connsiteY78" fmla="*/ 0 h 6249265"/>
                <a:gd name="connsiteX79" fmla="*/ 4343494 w 5727800"/>
                <a:gd name="connsiteY79" fmla="*/ 520997 h 6249265"/>
                <a:gd name="connsiteX80" fmla="*/ 4603989 w 5727800"/>
                <a:gd name="connsiteY80" fmla="*/ 520997 h 6249265"/>
                <a:gd name="connsiteX81" fmla="*/ 4603989 w 5727800"/>
                <a:gd name="connsiteY81" fmla="*/ 868338 h 6249265"/>
                <a:gd name="connsiteX82" fmla="*/ 347331 w 5727800"/>
                <a:gd name="connsiteY82" fmla="*/ 868338 h 6249265"/>
                <a:gd name="connsiteX83" fmla="*/ 347331 w 5727800"/>
                <a:gd name="connsiteY83" fmla="*/ 1389335 h 6249265"/>
                <a:gd name="connsiteX84" fmla="*/ 349160 w 5727800"/>
                <a:gd name="connsiteY84" fmla="*/ 1389790 h 6249265"/>
                <a:gd name="connsiteX85" fmla="*/ 1828 w 5727800"/>
                <a:gd name="connsiteY85" fmla="*/ 1389790 h 6249265"/>
                <a:gd name="connsiteX86" fmla="*/ 1828 w 5727800"/>
                <a:gd name="connsiteY86" fmla="*/ 868338 h 6249265"/>
                <a:gd name="connsiteX87" fmla="*/ 349160 w 5727800"/>
                <a:gd name="connsiteY87" fmla="*/ 520997 h 6249265"/>
                <a:gd name="connsiteX88" fmla="*/ 870165 w 5727800"/>
                <a:gd name="connsiteY88" fmla="*/ 520997 h 6249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727800" h="6249265">
                  <a:moveTo>
                    <a:pt x="2339470" y="2861842"/>
                  </a:moveTo>
                  <a:lnTo>
                    <a:pt x="2860467" y="2861842"/>
                  </a:lnTo>
                  <a:lnTo>
                    <a:pt x="2860467" y="3382839"/>
                  </a:lnTo>
                  <a:lnTo>
                    <a:pt x="2339470" y="3382839"/>
                  </a:lnTo>
                  <a:close/>
                  <a:moveTo>
                    <a:pt x="1724323" y="2246695"/>
                  </a:moveTo>
                  <a:lnTo>
                    <a:pt x="1724323" y="3997987"/>
                  </a:lnTo>
                  <a:lnTo>
                    <a:pt x="3475614" y="3997987"/>
                  </a:lnTo>
                  <a:lnTo>
                    <a:pt x="3475614" y="2246695"/>
                  </a:lnTo>
                  <a:close/>
                  <a:moveTo>
                    <a:pt x="1376991" y="1899363"/>
                  </a:moveTo>
                  <a:lnTo>
                    <a:pt x="3822945" y="1899363"/>
                  </a:lnTo>
                  <a:lnTo>
                    <a:pt x="3822945" y="4345318"/>
                  </a:lnTo>
                  <a:lnTo>
                    <a:pt x="1376991" y="4345318"/>
                  </a:lnTo>
                  <a:close/>
                  <a:moveTo>
                    <a:pt x="4863119" y="1132952"/>
                  </a:moveTo>
                  <a:lnTo>
                    <a:pt x="5210450" y="1132952"/>
                  </a:lnTo>
                  <a:lnTo>
                    <a:pt x="5210450" y="1389799"/>
                  </a:lnTo>
                  <a:lnTo>
                    <a:pt x="5727800" y="1389799"/>
                  </a:lnTo>
                  <a:lnTo>
                    <a:pt x="5727800" y="1737130"/>
                  </a:lnTo>
                  <a:lnTo>
                    <a:pt x="5210450" y="1737130"/>
                  </a:lnTo>
                  <a:lnTo>
                    <a:pt x="5210450" y="2171299"/>
                  </a:lnTo>
                  <a:lnTo>
                    <a:pt x="5727800" y="2171299"/>
                  </a:lnTo>
                  <a:lnTo>
                    <a:pt x="5727800" y="2518630"/>
                  </a:lnTo>
                  <a:lnTo>
                    <a:pt x="5210450" y="2518630"/>
                  </a:lnTo>
                  <a:lnTo>
                    <a:pt x="5210450" y="2952799"/>
                  </a:lnTo>
                  <a:lnTo>
                    <a:pt x="5727800" y="2952799"/>
                  </a:lnTo>
                  <a:lnTo>
                    <a:pt x="5727800" y="3300131"/>
                  </a:lnTo>
                  <a:lnTo>
                    <a:pt x="5210450" y="3300131"/>
                  </a:lnTo>
                  <a:lnTo>
                    <a:pt x="5210450" y="3734299"/>
                  </a:lnTo>
                  <a:lnTo>
                    <a:pt x="5727800" y="3734299"/>
                  </a:lnTo>
                  <a:lnTo>
                    <a:pt x="5727800" y="4081631"/>
                  </a:lnTo>
                  <a:lnTo>
                    <a:pt x="5210450" y="4081631"/>
                  </a:lnTo>
                  <a:lnTo>
                    <a:pt x="5210450" y="4515800"/>
                  </a:lnTo>
                  <a:lnTo>
                    <a:pt x="5727800" y="4515800"/>
                  </a:lnTo>
                  <a:lnTo>
                    <a:pt x="5727800" y="4863131"/>
                  </a:lnTo>
                  <a:lnTo>
                    <a:pt x="5210450" y="4863131"/>
                  </a:lnTo>
                  <a:lnTo>
                    <a:pt x="5210450" y="5388240"/>
                  </a:lnTo>
                  <a:cubicBezTo>
                    <a:pt x="5210450" y="5580188"/>
                    <a:pt x="5055067" y="5735572"/>
                    <a:pt x="4863119" y="5735572"/>
                  </a:cubicBezTo>
                  <a:lnTo>
                    <a:pt x="4342122" y="5735572"/>
                  </a:lnTo>
                  <a:lnTo>
                    <a:pt x="4342122" y="6249265"/>
                  </a:lnTo>
                  <a:lnTo>
                    <a:pt x="3994790" y="6249265"/>
                  </a:lnTo>
                  <a:lnTo>
                    <a:pt x="3994790" y="5735572"/>
                  </a:lnTo>
                  <a:lnTo>
                    <a:pt x="3560622" y="5735572"/>
                  </a:lnTo>
                  <a:lnTo>
                    <a:pt x="3560622" y="6249265"/>
                  </a:lnTo>
                  <a:lnTo>
                    <a:pt x="3213291" y="6249265"/>
                  </a:lnTo>
                  <a:lnTo>
                    <a:pt x="3213291" y="5735572"/>
                  </a:lnTo>
                  <a:lnTo>
                    <a:pt x="2779123" y="5735572"/>
                  </a:lnTo>
                  <a:lnTo>
                    <a:pt x="2779123" y="6249265"/>
                  </a:lnTo>
                  <a:lnTo>
                    <a:pt x="2431791" y="6249265"/>
                  </a:lnTo>
                  <a:lnTo>
                    <a:pt x="2431791" y="5735572"/>
                  </a:lnTo>
                  <a:lnTo>
                    <a:pt x="1997623" y="5735572"/>
                  </a:lnTo>
                  <a:lnTo>
                    <a:pt x="1997623" y="6249265"/>
                  </a:lnTo>
                  <a:lnTo>
                    <a:pt x="1650292" y="6249265"/>
                  </a:lnTo>
                  <a:lnTo>
                    <a:pt x="1650292" y="5735572"/>
                  </a:lnTo>
                  <a:lnTo>
                    <a:pt x="1216123" y="5735572"/>
                  </a:lnTo>
                  <a:lnTo>
                    <a:pt x="1216123" y="6249265"/>
                  </a:lnTo>
                  <a:lnTo>
                    <a:pt x="868792" y="6249265"/>
                  </a:lnTo>
                  <a:lnTo>
                    <a:pt x="868792" y="5735572"/>
                  </a:lnTo>
                  <a:lnTo>
                    <a:pt x="0" y="5735572"/>
                  </a:lnTo>
                  <a:lnTo>
                    <a:pt x="0" y="4863131"/>
                  </a:lnTo>
                  <a:lnTo>
                    <a:pt x="347332" y="4862668"/>
                  </a:lnTo>
                  <a:lnTo>
                    <a:pt x="347332" y="5389613"/>
                  </a:lnTo>
                  <a:lnTo>
                    <a:pt x="4863119" y="5389613"/>
                  </a:lnTo>
                  <a:close/>
                  <a:moveTo>
                    <a:pt x="870165" y="0"/>
                  </a:moveTo>
                  <a:lnTo>
                    <a:pt x="1217496" y="0"/>
                  </a:lnTo>
                  <a:lnTo>
                    <a:pt x="1217496" y="520997"/>
                  </a:lnTo>
                  <a:lnTo>
                    <a:pt x="1651656" y="520997"/>
                  </a:lnTo>
                  <a:lnTo>
                    <a:pt x="1651656" y="0"/>
                  </a:lnTo>
                  <a:lnTo>
                    <a:pt x="1998996" y="0"/>
                  </a:lnTo>
                  <a:lnTo>
                    <a:pt x="1998996" y="520997"/>
                  </a:lnTo>
                  <a:lnTo>
                    <a:pt x="2433156" y="520997"/>
                  </a:lnTo>
                  <a:lnTo>
                    <a:pt x="2433156" y="0"/>
                  </a:lnTo>
                  <a:lnTo>
                    <a:pt x="2780495" y="0"/>
                  </a:lnTo>
                  <a:lnTo>
                    <a:pt x="2780495" y="520997"/>
                  </a:lnTo>
                  <a:lnTo>
                    <a:pt x="3214655" y="520997"/>
                  </a:lnTo>
                  <a:lnTo>
                    <a:pt x="3214655" y="0"/>
                  </a:lnTo>
                  <a:lnTo>
                    <a:pt x="3561995" y="0"/>
                  </a:lnTo>
                  <a:lnTo>
                    <a:pt x="3561995" y="520997"/>
                  </a:lnTo>
                  <a:lnTo>
                    <a:pt x="3996155" y="520997"/>
                  </a:lnTo>
                  <a:lnTo>
                    <a:pt x="3996155" y="0"/>
                  </a:lnTo>
                  <a:lnTo>
                    <a:pt x="4343494" y="0"/>
                  </a:lnTo>
                  <a:lnTo>
                    <a:pt x="4343494" y="520997"/>
                  </a:lnTo>
                  <a:lnTo>
                    <a:pt x="4603989" y="520997"/>
                  </a:lnTo>
                  <a:lnTo>
                    <a:pt x="4603989" y="868338"/>
                  </a:lnTo>
                  <a:lnTo>
                    <a:pt x="347331" y="868338"/>
                  </a:lnTo>
                  <a:lnTo>
                    <a:pt x="347331" y="1389335"/>
                  </a:lnTo>
                  <a:lnTo>
                    <a:pt x="349160" y="1389790"/>
                  </a:lnTo>
                  <a:lnTo>
                    <a:pt x="1828" y="1389790"/>
                  </a:lnTo>
                  <a:lnTo>
                    <a:pt x="1828" y="868338"/>
                  </a:lnTo>
                  <a:cubicBezTo>
                    <a:pt x="1828" y="676389"/>
                    <a:pt x="157212" y="520997"/>
                    <a:pt x="349160" y="520997"/>
                  </a:cubicBezTo>
                  <a:lnTo>
                    <a:pt x="870165" y="520997"/>
                  </a:lnTo>
                  <a:close/>
                </a:path>
              </a:pathLst>
            </a:custGeom>
            <a:grpFill/>
            <a:ln w="5507" cap="flat">
              <a:noFill/>
              <a:prstDash val="solid"/>
              <a:miter/>
            </a:ln>
          </p:spPr>
          <p:txBody>
            <a:bodyPr wrap="square" rtlCol="0" anchor="ctr">
              <a:noAutofit/>
            </a:bodyPr>
            <a:lstStyle/>
            <a:p>
              <a:endParaRPr lang="en-US"/>
            </a:p>
          </p:txBody>
        </p:sp>
        <p:sp>
          <p:nvSpPr>
            <p:cNvPr id="517" name="Freeform: Shape 516">
              <a:extLst>
                <a:ext uri="{FF2B5EF4-FFF2-40B4-BE49-F238E27FC236}">
                  <a16:creationId xmlns:a16="http://schemas.microsoft.com/office/drawing/2014/main" id="{4DDE465E-7247-E5B8-B2E2-CDB0BE54E0A9}"/>
                </a:ext>
                <a:ext uri="{C183D7F6-B498-43B3-948B-1728B52AA6E4}">
                  <adec:decorative xmlns:adec="http://schemas.microsoft.com/office/drawing/2017/decorative" val="1"/>
                </a:ext>
              </a:extLst>
            </p:cNvPr>
            <p:cNvSpPr/>
            <p:nvPr/>
          </p:nvSpPr>
          <p:spPr>
            <a:xfrm>
              <a:off x="1874807" y="1517247"/>
              <a:ext cx="555946" cy="393796"/>
            </a:xfrm>
            <a:custGeom>
              <a:avLst/>
              <a:gdLst>
                <a:gd name="connsiteX0" fmla="*/ 1302960 w 8339195"/>
                <a:gd name="connsiteY0" fmla="*/ 5472785 h 5906954"/>
                <a:gd name="connsiteX1" fmla="*/ 2519082 w 8339195"/>
                <a:gd name="connsiteY1" fmla="*/ 5472785 h 5906954"/>
                <a:gd name="connsiteX2" fmla="*/ 2519082 w 8339195"/>
                <a:gd name="connsiteY2" fmla="*/ 5906954 h 5906954"/>
                <a:gd name="connsiteX3" fmla="*/ 1520040 w 8339195"/>
                <a:gd name="connsiteY3" fmla="*/ 5906954 h 5906954"/>
                <a:gd name="connsiteX4" fmla="*/ 6635893 w 8339195"/>
                <a:gd name="connsiteY4" fmla="*/ 5279463 h 5906954"/>
                <a:gd name="connsiteX5" fmla="*/ 6896395 w 8339195"/>
                <a:gd name="connsiteY5" fmla="*/ 5279463 h 5906954"/>
                <a:gd name="connsiteX6" fmla="*/ 6896395 w 8339195"/>
                <a:gd name="connsiteY6" fmla="*/ 5539967 h 5906954"/>
                <a:gd name="connsiteX7" fmla="*/ 6635893 w 8339195"/>
                <a:gd name="connsiteY7" fmla="*/ 5539967 h 5906954"/>
                <a:gd name="connsiteX8" fmla="*/ 3341258 w 8339195"/>
                <a:gd name="connsiteY8" fmla="*/ 5279463 h 5906954"/>
                <a:gd name="connsiteX9" fmla="*/ 3601761 w 8339195"/>
                <a:gd name="connsiteY9" fmla="*/ 5279463 h 5906954"/>
                <a:gd name="connsiteX10" fmla="*/ 3601761 w 8339195"/>
                <a:gd name="connsiteY10" fmla="*/ 5539967 h 5906954"/>
                <a:gd name="connsiteX11" fmla="*/ 3341258 w 8339195"/>
                <a:gd name="connsiteY11" fmla="*/ 5539967 h 5906954"/>
                <a:gd name="connsiteX12" fmla="*/ 1042457 w 8339195"/>
                <a:gd name="connsiteY12" fmla="*/ 4690830 h 5906954"/>
                <a:gd name="connsiteX13" fmla="*/ 2519082 w 8339195"/>
                <a:gd name="connsiteY13" fmla="*/ 4690830 h 5906954"/>
                <a:gd name="connsiteX14" fmla="*/ 2867331 w 8339195"/>
                <a:gd name="connsiteY14" fmla="*/ 4690830 h 5906954"/>
                <a:gd name="connsiteX15" fmla="*/ 2867331 w 8339195"/>
                <a:gd name="connsiteY15" fmla="*/ 5124999 h 5906954"/>
                <a:gd name="connsiteX16" fmla="*/ 2519082 w 8339195"/>
                <a:gd name="connsiteY16" fmla="*/ 5124999 h 5906954"/>
                <a:gd name="connsiteX17" fmla="*/ 1259537 w 8339195"/>
                <a:gd name="connsiteY17" fmla="*/ 5124999 h 5906954"/>
                <a:gd name="connsiteX18" fmla="*/ 781963 w 8339195"/>
                <a:gd name="connsiteY18" fmla="*/ 3908866 h 5906954"/>
                <a:gd name="connsiteX19" fmla="*/ 2519083 w 8339195"/>
                <a:gd name="connsiteY19" fmla="*/ 3908866 h 5906954"/>
                <a:gd name="connsiteX20" fmla="*/ 2519083 w 8339195"/>
                <a:gd name="connsiteY20" fmla="*/ 3909784 h 5906954"/>
                <a:gd name="connsiteX21" fmla="*/ 2867332 w 8339195"/>
                <a:gd name="connsiteY21" fmla="*/ 3909784 h 5906954"/>
                <a:gd name="connsiteX22" fmla="*/ 2867332 w 8339195"/>
                <a:gd name="connsiteY22" fmla="*/ 4343953 h 5906954"/>
                <a:gd name="connsiteX23" fmla="*/ 2519083 w 8339195"/>
                <a:gd name="connsiteY23" fmla="*/ 4343953 h 5906954"/>
                <a:gd name="connsiteX24" fmla="*/ 2519083 w 8339195"/>
                <a:gd name="connsiteY24" fmla="*/ 4343490 h 5906954"/>
                <a:gd name="connsiteX25" fmla="*/ 999043 w 8339195"/>
                <a:gd name="connsiteY25" fmla="*/ 4343490 h 5906954"/>
                <a:gd name="connsiteX26" fmla="*/ 521005 w 8339195"/>
                <a:gd name="connsiteY26" fmla="*/ 3127366 h 5906954"/>
                <a:gd name="connsiteX27" fmla="*/ 2519082 w 8339195"/>
                <a:gd name="connsiteY27" fmla="*/ 3127366 h 5906954"/>
                <a:gd name="connsiteX28" fmla="*/ 2867331 w 8339195"/>
                <a:gd name="connsiteY28" fmla="*/ 3127366 h 5906954"/>
                <a:gd name="connsiteX29" fmla="*/ 2867331 w 8339195"/>
                <a:gd name="connsiteY29" fmla="*/ 3561535 h 5906954"/>
                <a:gd name="connsiteX30" fmla="*/ 2519082 w 8339195"/>
                <a:gd name="connsiteY30" fmla="*/ 3561535 h 5906954"/>
                <a:gd name="connsiteX31" fmla="*/ 738085 w 8339195"/>
                <a:gd name="connsiteY31" fmla="*/ 3561535 h 5906954"/>
                <a:gd name="connsiteX32" fmla="*/ 2519538 w 8339195"/>
                <a:gd name="connsiteY32" fmla="*/ 2345411 h 5906954"/>
                <a:gd name="connsiteX33" fmla="*/ 2867787 w 8339195"/>
                <a:gd name="connsiteY33" fmla="*/ 2345411 h 5906954"/>
                <a:gd name="connsiteX34" fmla="*/ 2867787 w 8339195"/>
                <a:gd name="connsiteY34" fmla="*/ 2779580 h 5906954"/>
                <a:gd name="connsiteX35" fmla="*/ 2519538 w 8339195"/>
                <a:gd name="connsiteY35" fmla="*/ 2779580 h 5906954"/>
                <a:gd name="connsiteX36" fmla="*/ 260503 w 8339195"/>
                <a:gd name="connsiteY36" fmla="*/ 2345411 h 5906954"/>
                <a:gd name="connsiteX37" fmla="*/ 2519083 w 8339195"/>
                <a:gd name="connsiteY37" fmla="*/ 2345411 h 5906954"/>
                <a:gd name="connsiteX38" fmla="*/ 2519083 w 8339195"/>
                <a:gd name="connsiteY38" fmla="*/ 2779580 h 5906954"/>
                <a:gd name="connsiteX39" fmla="*/ 477583 w 8339195"/>
                <a:gd name="connsiteY39" fmla="*/ 2779580 h 5906954"/>
                <a:gd name="connsiteX40" fmla="*/ 6635893 w 8339195"/>
                <a:gd name="connsiteY40" fmla="*/ 1922211 h 5906954"/>
                <a:gd name="connsiteX41" fmla="*/ 6896395 w 8339195"/>
                <a:gd name="connsiteY41" fmla="*/ 1922211 h 5906954"/>
                <a:gd name="connsiteX42" fmla="*/ 6896395 w 8339195"/>
                <a:gd name="connsiteY42" fmla="*/ 2182714 h 5906954"/>
                <a:gd name="connsiteX43" fmla="*/ 6635893 w 8339195"/>
                <a:gd name="connsiteY43" fmla="*/ 2182714 h 5906954"/>
                <a:gd name="connsiteX44" fmla="*/ 3341258 w 8339195"/>
                <a:gd name="connsiteY44" fmla="*/ 1922211 h 5906954"/>
                <a:gd name="connsiteX45" fmla="*/ 3601761 w 8339195"/>
                <a:gd name="connsiteY45" fmla="*/ 1922211 h 5906954"/>
                <a:gd name="connsiteX46" fmla="*/ 3601761 w 8339195"/>
                <a:gd name="connsiteY46" fmla="*/ 2182714 h 5906954"/>
                <a:gd name="connsiteX47" fmla="*/ 3341258 w 8339195"/>
                <a:gd name="connsiteY47" fmla="*/ 2182714 h 5906954"/>
                <a:gd name="connsiteX48" fmla="*/ 0 w 8339195"/>
                <a:gd name="connsiteY48" fmla="*/ 1563457 h 5906954"/>
                <a:gd name="connsiteX49" fmla="*/ 2519074 w 8339195"/>
                <a:gd name="connsiteY49" fmla="*/ 1563457 h 5906954"/>
                <a:gd name="connsiteX50" fmla="*/ 2519074 w 8339195"/>
                <a:gd name="connsiteY50" fmla="*/ 1998080 h 5906954"/>
                <a:gd name="connsiteX51" fmla="*/ 217080 w 8339195"/>
                <a:gd name="connsiteY51" fmla="*/ 1998080 h 5906954"/>
                <a:gd name="connsiteX52" fmla="*/ 7296738 w 8339195"/>
                <a:gd name="connsiteY52" fmla="*/ 1036055 h 5906954"/>
                <a:gd name="connsiteX53" fmla="*/ 7817735 w 8339195"/>
                <a:gd name="connsiteY53" fmla="*/ 1036055 h 5906954"/>
                <a:gd name="connsiteX54" fmla="*/ 7817735 w 8339195"/>
                <a:gd name="connsiteY54" fmla="*/ 1557052 h 5906954"/>
                <a:gd name="connsiteX55" fmla="*/ 7296738 w 8339195"/>
                <a:gd name="connsiteY55" fmla="*/ 1557052 h 5906954"/>
                <a:gd name="connsiteX56" fmla="*/ 7818198 w 8339195"/>
                <a:gd name="connsiteY56" fmla="*/ 520997 h 5906954"/>
                <a:gd name="connsiteX57" fmla="*/ 8339195 w 8339195"/>
                <a:gd name="connsiteY57" fmla="*/ 520997 h 5906954"/>
                <a:gd name="connsiteX58" fmla="*/ 8339195 w 8339195"/>
                <a:gd name="connsiteY58" fmla="*/ 1041994 h 5906954"/>
                <a:gd name="connsiteX59" fmla="*/ 7818198 w 8339195"/>
                <a:gd name="connsiteY59" fmla="*/ 1041994 h 5906954"/>
                <a:gd name="connsiteX60" fmla="*/ 6862569 w 8339195"/>
                <a:gd name="connsiteY60" fmla="*/ 0 h 5906954"/>
                <a:gd name="connsiteX61" fmla="*/ 7383566 w 8339195"/>
                <a:gd name="connsiteY61" fmla="*/ 0 h 5906954"/>
                <a:gd name="connsiteX62" fmla="*/ 7383566 w 8339195"/>
                <a:gd name="connsiteY62" fmla="*/ 520997 h 5906954"/>
                <a:gd name="connsiteX63" fmla="*/ 6862569 w 8339195"/>
                <a:gd name="connsiteY63" fmla="*/ 520997 h 590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339195" h="5906954">
                  <a:moveTo>
                    <a:pt x="1302960" y="5472785"/>
                  </a:moveTo>
                  <a:lnTo>
                    <a:pt x="2519082" y="5472785"/>
                  </a:lnTo>
                  <a:lnTo>
                    <a:pt x="2519082" y="5906954"/>
                  </a:lnTo>
                  <a:lnTo>
                    <a:pt x="1520040" y="5906954"/>
                  </a:lnTo>
                  <a:close/>
                  <a:moveTo>
                    <a:pt x="6635893" y="5279463"/>
                  </a:moveTo>
                  <a:lnTo>
                    <a:pt x="6896395" y="5279463"/>
                  </a:lnTo>
                  <a:lnTo>
                    <a:pt x="6896395" y="5539967"/>
                  </a:lnTo>
                  <a:lnTo>
                    <a:pt x="6635893" y="5539967"/>
                  </a:lnTo>
                  <a:close/>
                  <a:moveTo>
                    <a:pt x="3341258" y="5279463"/>
                  </a:moveTo>
                  <a:lnTo>
                    <a:pt x="3601761" y="5279463"/>
                  </a:lnTo>
                  <a:lnTo>
                    <a:pt x="3601761" y="5539967"/>
                  </a:lnTo>
                  <a:lnTo>
                    <a:pt x="3341258" y="5539967"/>
                  </a:lnTo>
                  <a:close/>
                  <a:moveTo>
                    <a:pt x="1042457" y="4690830"/>
                  </a:moveTo>
                  <a:lnTo>
                    <a:pt x="2519082" y="4690830"/>
                  </a:lnTo>
                  <a:lnTo>
                    <a:pt x="2867331" y="4690830"/>
                  </a:lnTo>
                  <a:lnTo>
                    <a:pt x="2867331" y="5124999"/>
                  </a:lnTo>
                  <a:lnTo>
                    <a:pt x="2519082" y="5124999"/>
                  </a:lnTo>
                  <a:lnTo>
                    <a:pt x="1259537" y="5124999"/>
                  </a:lnTo>
                  <a:close/>
                  <a:moveTo>
                    <a:pt x="781963" y="3908866"/>
                  </a:moveTo>
                  <a:lnTo>
                    <a:pt x="2519083" y="3908866"/>
                  </a:lnTo>
                  <a:lnTo>
                    <a:pt x="2519083" y="3909784"/>
                  </a:lnTo>
                  <a:lnTo>
                    <a:pt x="2867332" y="3909784"/>
                  </a:lnTo>
                  <a:lnTo>
                    <a:pt x="2867332" y="4343953"/>
                  </a:lnTo>
                  <a:lnTo>
                    <a:pt x="2519083" y="4343953"/>
                  </a:lnTo>
                  <a:lnTo>
                    <a:pt x="2519083" y="4343490"/>
                  </a:lnTo>
                  <a:lnTo>
                    <a:pt x="999043" y="4343490"/>
                  </a:lnTo>
                  <a:close/>
                  <a:moveTo>
                    <a:pt x="521005" y="3127366"/>
                  </a:moveTo>
                  <a:lnTo>
                    <a:pt x="2519082" y="3127366"/>
                  </a:lnTo>
                  <a:lnTo>
                    <a:pt x="2867331" y="3127366"/>
                  </a:lnTo>
                  <a:lnTo>
                    <a:pt x="2867331" y="3561535"/>
                  </a:lnTo>
                  <a:lnTo>
                    <a:pt x="2519082" y="3561535"/>
                  </a:lnTo>
                  <a:lnTo>
                    <a:pt x="738085" y="3561535"/>
                  </a:lnTo>
                  <a:close/>
                  <a:moveTo>
                    <a:pt x="2519538" y="2345411"/>
                  </a:moveTo>
                  <a:lnTo>
                    <a:pt x="2867787" y="2345411"/>
                  </a:lnTo>
                  <a:lnTo>
                    <a:pt x="2867787" y="2779580"/>
                  </a:lnTo>
                  <a:lnTo>
                    <a:pt x="2519538" y="2779580"/>
                  </a:lnTo>
                  <a:close/>
                  <a:moveTo>
                    <a:pt x="260503" y="2345411"/>
                  </a:moveTo>
                  <a:lnTo>
                    <a:pt x="2519083" y="2345411"/>
                  </a:lnTo>
                  <a:lnTo>
                    <a:pt x="2519083" y="2779580"/>
                  </a:lnTo>
                  <a:lnTo>
                    <a:pt x="477583" y="2779580"/>
                  </a:lnTo>
                  <a:close/>
                  <a:moveTo>
                    <a:pt x="6635893" y="1922211"/>
                  </a:moveTo>
                  <a:lnTo>
                    <a:pt x="6896395" y="1922211"/>
                  </a:lnTo>
                  <a:lnTo>
                    <a:pt x="6896395" y="2182714"/>
                  </a:lnTo>
                  <a:lnTo>
                    <a:pt x="6635893" y="2182714"/>
                  </a:lnTo>
                  <a:close/>
                  <a:moveTo>
                    <a:pt x="3341258" y="1922211"/>
                  </a:moveTo>
                  <a:lnTo>
                    <a:pt x="3601761" y="1922211"/>
                  </a:lnTo>
                  <a:lnTo>
                    <a:pt x="3601761" y="2182714"/>
                  </a:lnTo>
                  <a:lnTo>
                    <a:pt x="3341258" y="2182714"/>
                  </a:lnTo>
                  <a:close/>
                  <a:moveTo>
                    <a:pt x="0" y="1563457"/>
                  </a:moveTo>
                  <a:lnTo>
                    <a:pt x="2519074" y="1563457"/>
                  </a:lnTo>
                  <a:lnTo>
                    <a:pt x="2519074" y="1998080"/>
                  </a:lnTo>
                  <a:lnTo>
                    <a:pt x="217080" y="1998080"/>
                  </a:lnTo>
                  <a:close/>
                  <a:moveTo>
                    <a:pt x="7296738" y="1036055"/>
                  </a:moveTo>
                  <a:lnTo>
                    <a:pt x="7817735" y="1036055"/>
                  </a:lnTo>
                  <a:lnTo>
                    <a:pt x="7817735" y="1557052"/>
                  </a:lnTo>
                  <a:lnTo>
                    <a:pt x="7296738" y="1557052"/>
                  </a:lnTo>
                  <a:close/>
                  <a:moveTo>
                    <a:pt x="7818198" y="520997"/>
                  </a:moveTo>
                  <a:lnTo>
                    <a:pt x="8339195" y="520997"/>
                  </a:lnTo>
                  <a:lnTo>
                    <a:pt x="8339195" y="1041994"/>
                  </a:lnTo>
                  <a:lnTo>
                    <a:pt x="7818198" y="1041994"/>
                  </a:lnTo>
                  <a:close/>
                  <a:moveTo>
                    <a:pt x="6862569" y="0"/>
                  </a:moveTo>
                  <a:lnTo>
                    <a:pt x="7383566" y="0"/>
                  </a:lnTo>
                  <a:lnTo>
                    <a:pt x="7383566" y="520997"/>
                  </a:lnTo>
                  <a:lnTo>
                    <a:pt x="6862569" y="520997"/>
                  </a:lnTo>
                  <a:close/>
                </a:path>
              </a:pathLst>
            </a:custGeom>
            <a:solidFill>
              <a:schemeClr val="bg1"/>
            </a:solidFill>
            <a:ln w="5507" cap="flat">
              <a:noFill/>
              <a:prstDash val="solid"/>
              <a:miter/>
            </a:ln>
          </p:spPr>
          <p:txBody>
            <a:bodyPr wrap="square" rtlCol="0" anchor="ctr">
              <a:noAutofit/>
            </a:bodyPr>
            <a:lstStyle/>
            <a:p>
              <a:endParaRPr lang="en-US"/>
            </a:p>
          </p:txBody>
        </p:sp>
      </p:grpSp>
      <p:grpSp>
        <p:nvGrpSpPr>
          <p:cNvPr id="121" name="Group 120">
            <a:extLst>
              <a:ext uri="{FF2B5EF4-FFF2-40B4-BE49-F238E27FC236}">
                <a16:creationId xmlns:a16="http://schemas.microsoft.com/office/drawing/2014/main" id="{3F5DD331-8178-0561-041C-917CCC8497C4}"/>
              </a:ext>
              <a:ext uri="{C183D7F6-B498-43B3-948B-1728B52AA6E4}">
                <adec:decorative xmlns:adec="http://schemas.microsoft.com/office/drawing/2017/decorative" val="1"/>
              </a:ext>
            </a:extLst>
          </p:cNvPr>
          <p:cNvGrpSpPr>
            <a:grpSpLocks noChangeAspect="1"/>
          </p:cNvGrpSpPr>
          <p:nvPr/>
        </p:nvGrpSpPr>
        <p:grpSpPr>
          <a:xfrm>
            <a:off x="2608370" y="1517247"/>
            <a:ext cx="495058" cy="457200"/>
            <a:chOff x="2608370" y="1517247"/>
            <a:chExt cx="495058" cy="457200"/>
          </a:xfrm>
          <a:solidFill>
            <a:schemeClr val="accent2"/>
          </a:solidFill>
        </p:grpSpPr>
        <p:sp>
          <p:nvSpPr>
            <p:cNvPr id="533" name="Freeform: Shape 532">
              <a:extLst>
                <a:ext uri="{FF2B5EF4-FFF2-40B4-BE49-F238E27FC236}">
                  <a16:creationId xmlns:a16="http://schemas.microsoft.com/office/drawing/2014/main" id="{4D2073AD-5CBD-313A-D925-B060F4ABEDCC}"/>
                </a:ext>
                <a:ext uri="{C183D7F6-B498-43B3-948B-1728B52AA6E4}">
                  <adec:decorative xmlns:adec="http://schemas.microsoft.com/office/drawing/2017/decorative" val="1"/>
                </a:ext>
              </a:extLst>
            </p:cNvPr>
            <p:cNvSpPr/>
            <p:nvPr/>
          </p:nvSpPr>
          <p:spPr>
            <a:xfrm>
              <a:off x="2608370" y="1517247"/>
              <a:ext cx="441540" cy="379730"/>
            </a:xfrm>
            <a:custGeom>
              <a:avLst/>
              <a:gdLst>
                <a:gd name="connsiteX0" fmla="*/ 6456495 w 6623094"/>
                <a:gd name="connsiteY0" fmla="*/ 4981948 h 5695951"/>
                <a:gd name="connsiteX1" fmla="*/ 6471694 w 6623094"/>
                <a:gd name="connsiteY1" fmla="*/ 4985039 h 5695951"/>
                <a:gd name="connsiteX2" fmla="*/ 6623094 w 6623094"/>
                <a:gd name="connsiteY2" fmla="*/ 5212422 h 5695951"/>
                <a:gd name="connsiteX3" fmla="*/ 6433443 w 6623094"/>
                <a:gd name="connsiteY3" fmla="*/ 5342694 h 5695951"/>
                <a:gd name="connsiteX4" fmla="*/ 6087410 w 6623094"/>
                <a:gd name="connsiteY4" fmla="*/ 5584984 h 5695951"/>
                <a:gd name="connsiteX5" fmla="*/ 6082270 w 6623094"/>
                <a:gd name="connsiteY5" fmla="*/ 5593259 h 5695951"/>
                <a:gd name="connsiteX6" fmla="*/ 6082107 w 6623094"/>
                <a:gd name="connsiteY6" fmla="*/ 5593101 h 5695951"/>
                <a:gd name="connsiteX7" fmla="*/ 5921285 w 6623094"/>
                <a:gd name="connsiteY7" fmla="*/ 5695951 h 5695951"/>
                <a:gd name="connsiteX8" fmla="*/ 5768284 w 6623094"/>
                <a:gd name="connsiteY8" fmla="*/ 5482807 h 5695951"/>
                <a:gd name="connsiteX9" fmla="*/ 5777752 w 6623094"/>
                <a:gd name="connsiteY9" fmla="*/ 5438410 h 5695951"/>
                <a:gd name="connsiteX10" fmla="*/ 5867872 w 6623094"/>
                <a:gd name="connsiteY10" fmla="*/ 5373535 h 5695951"/>
                <a:gd name="connsiteX11" fmla="*/ 6041441 w 6623094"/>
                <a:gd name="connsiteY11" fmla="*/ 5260373 h 5695951"/>
                <a:gd name="connsiteX12" fmla="*/ 6169491 w 6623094"/>
                <a:gd name="connsiteY12" fmla="*/ 5165063 h 5695951"/>
                <a:gd name="connsiteX13" fmla="*/ 6330843 w 6623094"/>
                <a:gd name="connsiteY13" fmla="*/ 5056489 h 5695951"/>
                <a:gd name="connsiteX14" fmla="*/ 6437081 w 6623094"/>
                <a:gd name="connsiteY14" fmla="*/ 4986819 h 5695951"/>
                <a:gd name="connsiteX15" fmla="*/ 6456495 w 6623094"/>
                <a:gd name="connsiteY15" fmla="*/ 4981948 h 5695951"/>
                <a:gd name="connsiteX16" fmla="*/ 4920569 w 6623094"/>
                <a:gd name="connsiteY16" fmla="*/ 2555592 h 5695951"/>
                <a:gd name="connsiteX17" fmla="*/ 4924202 w 6623094"/>
                <a:gd name="connsiteY17" fmla="*/ 3112181 h 5695951"/>
                <a:gd name="connsiteX18" fmla="*/ 5608158 w 6623094"/>
                <a:gd name="connsiteY18" fmla="*/ 3112181 h 5695951"/>
                <a:gd name="connsiteX19" fmla="*/ 5608158 w 6623094"/>
                <a:gd name="connsiteY19" fmla="*/ 3507776 h 5695951"/>
                <a:gd name="connsiteX20" fmla="*/ 4925799 w 6623094"/>
                <a:gd name="connsiteY20" fmla="*/ 3507776 h 5695951"/>
                <a:gd name="connsiteX21" fmla="*/ 4925799 w 6623094"/>
                <a:gd name="connsiteY21" fmla="*/ 4106247 h 5695951"/>
                <a:gd name="connsiteX22" fmla="*/ 5607417 w 6623094"/>
                <a:gd name="connsiteY22" fmla="*/ 4106247 h 5695951"/>
                <a:gd name="connsiteX23" fmla="*/ 5607417 w 6623094"/>
                <a:gd name="connsiteY23" fmla="*/ 4501840 h 5695951"/>
                <a:gd name="connsiteX24" fmla="*/ 4923889 w 6623094"/>
                <a:gd name="connsiteY24" fmla="*/ 4501840 h 5695951"/>
                <a:gd name="connsiteX25" fmla="*/ 4923889 w 6623094"/>
                <a:gd name="connsiteY25" fmla="*/ 4654063 h 5695951"/>
                <a:gd name="connsiteX26" fmla="*/ 4924147 w 6623094"/>
                <a:gd name="connsiteY26" fmla="*/ 4902834 h 5695951"/>
                <a:gd name="connsiteX27" fmla="*/ 4894112 w 6623094"/>
                <a:gd name="connsiteY27" fmla="*/ 4933191 h 5695951"/>
                <a:gd name="connsiteX28" fmla="*/ 4513654 w 6623094"/>
                <a:gd name="connsiteY28" fmla="*/ 4808944 h 5695951"/>
                <a:gd name="connsiteX29" fmla="*/ 4182316 w 6623094"/>
                <a:gd name="connsiteY29" fmla="*/ 4531917 h 5695951"/>
                <a:gd name="connsiteX30" fmla="*/ 4518041 w 6623094"/>
                <a:gd name="connsiteY30" fmla="*/ 4529249 h 5695951"/>
                <a:gd name="connsiteX31" fmla="*/ 4520376 w 6623094"/>
                <a:gd name="connsiteY31" fmla="*/ 4511821 h 5695951"/>
                <a:gd name="connsiteX32" fmla="*/ 4519799 w 6623094"/>
                <a:gd name="connsiteY32" fmla="*/ 2693498 h 5695951"/>
                <a:gd name="connsiteX33" fmla="*/ 4858288 w 6623094"/>
                <a:gd name="connsiteY33" fmla="*/ 2564519 h 5695951"/>
                <a:gd name="connsiteX34" fmla="*/ 4920569 w 6623094"/>
                <a:gd name="connsiteY34" fmla="*/ 2555592 h 5695951"/>
                <a:gd name="connsiteX35" fmla="*/ 1087778 w 6623094"/>
                <a:gd name="connsiteY35" fmla="*/ 1507236 h 5695951"/>
                <a:gd name="connsiteX36" fmla="*/ 1087647 w 6623094"/>
                <a:gd name="connsiteY36" fmla="*/ 4529284 h 5695951"/>
                <a:gd name="connsiteX37" fmla="*/ 1143140 w 6623094"/>
                <a:gd name="connsiteY37" fmla="*/ 4529284 h 5695951"/>
                <a:gd name="connsiteX38" fmla="*/ 3605712 w 6623094"/>
                <a:gd name="connsiteY38" fmla="*/ 4529249 h 5695951"/>
                <a:gd name="connsiteX39" fmla="*/ 3921542 w 6623094"/>
                <a:gd name="connsiteY39" fmla="*/ 4529660 h 5695951"/>
                <a:gd name="connsiteX40" fmla="*/ 4503975 w 6623094"/>
                <a:gd name="connsiteY40" fmla="*/ 5027341 h 5695951"/>
                <a:gd name="connsiteX41" fmla="*/ 4503975 w 6623094"/>
                <a:gd name="connsiteY41" fmla="*/ 5616782 h 5695951"/>
                <a:gd name="connsiteX42" fmla="*/ 4100379 w 6623094"/>
                <a:gd name="connsiteY42" fmla="*/ 5616782 h 5695951"/>
                <a:gd name="connsiteX43" fmla="*/ 4100379 w 6623094"/>
                <a:gd name="connsiteY43" fmla="*/ 4934628 h 5695951"/>
                <a:gd name="connsiteX44" fmla="*/ 3501709 w 6623094"/>
                <a:gd name="connsiteY44" fmla="*/ 4934628 h 5695951"/>
                <a:gd name="connsiteX45" fmla="*/ 3501709 w 6623094"/>
                <a:gd name="connsiteY45" fmla="*/ 5616232 h 5695951"/>
                <a:gd name="connsiteX46" fmla="*/ 3105934 w 6623094"/>
                <a:gd name="connsiteY46" fmla="*/ 5616232 h 5695951"/>
                <a:gd name="connsiteX47" fmla="*/ 3105934 w 6623094"/>
                <a:gd name="connsiteY47" fmla="*/ 4935179 h 5695951"/>
                <a:gd name="connsiteX48" fmla="*/ 2504232 w 6623094"/>
                <a:gd name="connsiteY48" fmla="*/ 4935179 h 5695951"/>
                <a:gd name="connsiteX49" fmla="*/ 2504232 w 6623094"/>
                <a:gd name="connsiteY49" fmla="*/ 5617193 h 5695951"/>
                <a:gd name="connsiteX50" fmla="*/ 2111498 w 6623094"/>
                <a:gd name="connsiteY50" fmla="*/ 5617193 h 5695951"/>
                <a:gd name="connsiteX51" fmla="*/ 2111498 w 6623094"/>
                <a:gd name="connsiteY51" fmla="*/ 4935729 h 5695951"/>
                <a:gd name="connsiteX52" fmla="*/ 1509787 w 6623094"/>
                <a:gd name="connsiteY52" fmla="*/ 4935729 h 5695951"/>
                <a:gd name="connsiteX53" fmla="*/ 1509787 w 6623094"/>
                <a:gd name="connsiteY53" fmla="*/ 5616643 h 5695951"/>
                <a:gd name="connsiteX54" fmla="*/ 1105439 w 6623094"/>
                <a:gd name="connsiteY54" fmla="*/ 5616643 h 5695951"/>
                <a:gd name="connsiteX55" fmla="*/ 1105439 w 6623094"/>
                <a:gd name="connsiteY55" fmla="*/ 4932653 h 5695951"/>
                <a:gd name="connsiteX56" fmla="*/ 909842 w 6623094"/>
                <a:gd name="connsiteY56" fmla="*/ 4931657 h 5695951"/>
                <a:gd name="connsiteX57" fmla="*/ 760631 w 6623094"/>
                <a:gd name="connsiteY57" fmla="*/ 4887166 h 5695951"/>
                <a:gd name="connsiteX58" fmla="*/ 684977 w 6623094"/>
                <a:gd name="connsiteY58" fmla="*/ 4736566 h 5695951"/>
                <a:gd name="connsiteX59" fmla="*/ 684243 w 6623094"/>
                <a:gd name="connsiteY59" fmla="*/ 4505514 h 5695951"/>
                <a:gd name="connsiteX60" fmla="*/ 419 w 6623094"/>
                <a:gd name="connsiteY60" fmla="*/ 4505514 h 5695951"/>
                <a:gd name="connsiteX61" fmla="*/ 419 w 6623094"/>
                <a:gd name="connsiteY61" fmla="*/ 4109748 h 5695951"/>
                <a:gd name="connsiteX62" fmla="*/ 681970 w 6623094"/>
                <a:gd name="connsiteY62" fmla="*/ 4109748 h 5695951"/>
                <a:gd name="connsiteX63" fmla="*/ 681970 w 6623094"/>
                <a:gd name="connsiteY63" fmla="*/ 3509557 h 5695951"/>
                <a:gd name="connsiteX64" fmla="*/ 961 w 6623094"/>
                <a:gd name="connsiteY64" fmla="*/ 3509557 h 5695951"/>
                <a:gd name="connsiteX65" fmla="*/ 961 w 6623094"/>
                <a:gd name="connsiteY65" fmla="*/ 3115303 h 5695951"/>
                <a:gd name="connsiteX66" fmla="*/ 681420 w 6623094"/>
                <a:gd name="connsiteY66" fmla="*/ 3115303 h 5695951"/>
                <a:gd name="connsiteX67" fmla="*/ 681420 w 6623094"/>
                <a:gd name="connsiteY67" fmla="*/ 2513592 h 5695951"/>
                <a:gd name="connsiteX68" fmla="*/ 0 w 6623094"/>
                <a:gd name="connsiteY68" fmla="*/ 2513592 h 5695951"/>
                <a:gd name="connsiteX69" fmla="*/ 0 w 6623094"/>
                <a:gd name="connsiteY69" fmla="*/ 2109253 h 5695951"/>
                <a:gd name="connsiteX70" fmla="*/ 682381 w 6623094"/>
                <a:gd name="connsiteY70" fmla="*/ 2109253 h 5695951"/>
                <a:gd name="connsiteX71" fmla="*/ 682381 w 6623094"/>
                <a:gd name="connsiteY71" fmla="*/ 1510574 h 5695951"/>
                <a:gd name="connsiteX72" fmla="*/ 3103679 w 6623094"/>
                <a:gd name="connsiteY72" fmla="*/ 0 h 5695951"/>
                <a:gd name="connsiteX73" fmla="*/ 3497872 w 6623094"/>
                <a:gd name="connsiteY73" fmla="*/ 0 h 5695951"/>
                <a:gd name="connsiteX74" fmla="*/ 3497872 w 6623094"/>
                <a:gd name="connsiteY74" fmla="*/ 689783 h 5695951"/>
                <a:gd name="connsiteX75" fmla="*/ 4098009 w 6623094"/>
                <a:gd name="connsiteY75" fmla="*/ 689783 h 5695951"/>
                <a:gd name="connsiteX76" fmla="*/ 4098009 w 6623094"/>
                <a:gd name="connsiteY76" fmla="*/ 612 h 5695951"/>
                <a:gd name="connsiteX77" fmla="*/ 4502305 w 6623094"/>
                <a:gd name="connsiteY77" fmla="*/ 612 h 5695951"/>
                <a:gd name="connsiteX78" fmla="*/ 4502305 w 6623094"/>
                <a:gd name="connsiteY78" fmla="*/ 692999 h 5695951"/>
                <a:gd name="connsiteX79" fmla="*/ 4710592 w 6623094"/>
                <a:gd name="connsiteY79" fmla="*/ 692248 h 5695951"/>
                <a:gd name="connsiteX80" fmla="*/ 4924314 w 6623094"/>
                <a:gd name="connsiteY80" fmla="*/ 908251 h 5695951"/>
                <a:gd name="connsiteX81" fmla="*/ 4923886 w 6623094"/>
                <a:gd name="connsiteY81" fmla="*/ 1112964 h 5695951"/>
                <a:gd name="connsiteX82" fmla="*/ 5608400 w 6623094"/>
                <a:gd name="connsiteY82" fmla="*/ 1112964 h 5695951"/>
                <a:gd name="connsiteX83" fmla="*/ 5608400 w 6623094"/>
                <a:gd name="connsiteY83" fmla="*/ 1505645 h 5695951"/>
                <a:gd name="connsiteX84" fmla="*/ 4927006 w 6623094"/>
                <a:gd name="connsiteY84" fmla="*/ 1505645 h 5695951"/>
                <a:gd name="connsiteX85" fmla="*/ 4927006 w 6623094"/>
                <a:gd name="connsiteY85" fmla="*/ 2107304 h 5695951"/>
                <a:gd name="connsiteX86" fmla="*/ 5610296 w 6623094"/>
                <a:gd name="connsiteY86" fmla="*/ 2107304 h 5695951"/>
                <a:gd name="connsiteX87" fmla="*/ 5607351 w 6623094"/>
                <a:gd name="connsiteY87" fmla="*/ 2438331 h 5695951"/>
                <a:gd name="connsiteX88" fmla="*/ 5181409 w 6623094"/>
                <a:gd name="connsiteY88" fmla="*/ 2350241 h 5695951"/>
                <a:gd name="connsiteX89" fmla="*/ 4675216 w 6623094"/>
                <a:gd name="connsiteY89" fmla="*/ 2410357 h 5695951"/>
                <a:gd name="connsiteX90" fmla="*/ 4521103 w 6623094"/>
                <a:gd name="connsiteY90" fmla="*/ 2456779 h 5695951"/>
                <a:gd name="connsiteX91" fmla="*/ 4520648 w 6623094"/>
                <a:gd name="connsiteY91" fmla="*/ 1087796 h 5695951"/>
                <a:gd name="connsiteX92" fmla="*/ 4494562 w 6623094"/>
                <a:gd name="connsiteY92" fmla="*/ 1087796 h 5695951"/>
                <a:gd name="connsiteX93" fmla="*/ 1498365 w 6623094"/>
                <a:gd name="connsiteY93" fmla="*/ 1084510 h 5695951"/>
                <a:gd name="connsiteX94" fmla="*/ 1507698 w 6623094"/>
                <a:gd name="connsiteY94" fmla="*/ 690998 h 5695951"/>
                <a:gd name="connsiteX95" fmla="*/ 2106315 w 6623094"/>
                <a:gd name="connsiteY95" fmla="*/ 690998 h 5695951"/>
                <a:gd name="connsiteX96" fmla="*/ 2106315 w 6623094"/>
                <a:gd name="connsiteY96" fmla="*/ 909 h 5695951"/>
                <a:gd name="connsiteX97" fmla="*/ 2502029 w 6623094"/>
                <a:gd name="connsiteY97" fmla="*/ 909 h 5695951"/>
                <a:gd name="connsiteX98" fmla="*/ 2502029 w 6623094"/>
                <a:gd name="connsiteY98" fmla="*/ 690395 h 5695951"/>
                <a:gd name="connsiteX99" fmla="*/ 3103679 w 6623094"/>
                <a:gd name="connsiteY99" fmla="*/ 690395 h 569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623094" h="5695951">
                  <a:moveTo>
                    <a:pt x="6456495" y="4981948"/>
                  </a:moveTo>
                  <a:cubicBezTo>
                    <a:pt x="6463529" y="4981519"/>
                    <a:pt x="6469861" y="4982416"/>
                    <a:pt x="6471694" y="4985039"/>
                  </a:cubicBezTo>
                  <a:cubicBezTo>
                    <a:pt x="6523365" y="5058925"/>
                    <a:pt x="6572906" y="5134300"/>
                    <a:pt x="6623094" y="5212422"/>
                  </a:cubicBezTo>
                  <a:cubicBezTo>
                    <a:pt x="6561565" y="5256880"/>
                    <a:pt x="6499906" y="5298227"/>
                    <a:pt x="6433443" y="5342694"/>
                  </a:cubicBezTo>
                  <a:cubicBezTo>
                    <a:pt x="6315520" y="5425230"/>
                    <a:pt x="6202401" y="5504649"/>
                    <a:pt x="6087410" y="5584984"/>
                  </a:cubicBezTo>
                  <a:cubicBezTo>
                    <a:pt x="6082962" y="5587626"/>
                    <a:pt x="6081823" y="5590033"/>
                    <a:pt x="6082270" y="5593259"/>
                  </a:cubicBezTo>
                  <a:cubicBezTo>
                    <a:pt x="6082423" y="5593400"/>
                    <a:pt x="6082107" y="5593102"/>
                    <a:pt x="6082107" y="5593101"/>
                  </a:cubicBezTo>
                  <a:cubicBezTo>
                    <a:pt x="6029365" y="5626906"/>
                    <a:pt x="5976624" y="5660712"/>
                    <a:pt x="5921285" y="5695951"/>
                  </a:cubicBezTo>
                  <a:cubicBezTo>
                    <a:pt x="5868846" y="5625639"/>
                    <a:pt x="5820600" y="5552701"/>
                    <a:pt x="5768284" y="5482807"/>
                  </a:cubicBezTo>
                  <a:cubicBezTo>
                    <a:pt x="5750348" y="5458844"/>
                    <a:pt x="5758268" y="5451022"/>
                    <a:pt x="5777752" y="5438410"/>
                  </a:cubicBezTo>
                  <a:cubicBezTo>
                    <a:pt x="5808065" y="5418789"/>
                    <a:pt x="5837005" y="5397049"/>
                    <a:pt x="5867872" y="5373535"/>
                  </a:cubicBezTo>
                  <a:cubicBezTo>
                    <a:pt x="5925240" y="5335146"/>
                    <a:pt x="5981261" y="5299428"/>
                    <a:pt x="6041441" y="5260373"/>
                  </a:cubicBezTo>
                  <a:cubicBezTo>
                    <a:pt x="6086898" y="5226379"/>
                    <a:pt x="6128194" y="5195721"/>
                    <a:pt x="6169491" y="5165063"/>
                  </a:cubicBezTo>
                  <a:cubicBezTo>
                    <a:pt x="6222942" y="5129775"/>
                    <a:pt x="6276394" y="5094488"/>
                    <a:pt x="6330843" y="5056489"/>
                  </a:cubicBezTo>
                  <a:cubicBezTo>
                    <a:pt x="6366782" y="5031221"/>
                    <a:pt x="6401120" y="5007618"/>
                    <a:pt x="6437081" y="4986819"/>
                  </a:cubicBezTo>
                  <a:cubicBezTo>
                    <a:pt x="6441725" y="4984133"/>
                    <a:pt x="6449462" y="4982377"/>
                    <a:pt x="6456495" y="4981948"/>
                  </a:cubicBezTo>
                  <a:close/>
                  <a:moveTo>
                    <a:pt x="4920569" y="2555592"/>
                  </a:moveTo>
                  <a:cubicBezTo>
                    <a:pt x="4924202" y="2739844"/>
                    <a:pt x="4924202" y="2924039"/>
                    <a:pt x="4924202" y="3112181"/>
                  </a:cubicBezTo>
                  <a:cubicBezTo>
                    <a:pt x="5152895" y="3112181"/>
                    <a:pt x="5379385" y="3112181"/>
                    <a:pt x="5608158" y="3112181"/>
                  </a:cubicBezTo>
                  <a:cubicBezTo>
                    <a:pt x="5608158" y="3245353"/>
                    <a:pt x="5608158" y="3374582"/>
                    <a:pt x="5608158" y="3507776"/>
                  </a:cubicBezTo>
                  <a:cubicBezTo>
                    <a:pt x="5380649" y="3507776"/>
                    <a:pt x="5154157" y="3507776"/>
                    <a:pt x="4925799" y="3507776"/>
                  </a:cubicBezTo>
                  <a:cubicBezTo>
                    <a:pt x="4925799" y="3708572"/>
                    <a:pt x="4925799" y="3905428"/>
                    <a:pt x="4925799" y="4106247"/>
                  </a:cubicBezTo>
                  <a:cubicBezTo>
                    <a:pt x="5151396" y="4106247"/>
                    <a:pt x="5377888" y="4106247"/>
                    <a:pt x="5607417" y="4106247"/>
                  </a:cubicBezTo>
                  <a:cubicBezTo>
                    <a:pt x="5607417" y="4239379"/>
                    <a:pt x="5607417" y="4368621"/>
                    <a:pt x="5607417" y="4501840"/>
                  </a:cubicBezTo>
                  <a:cubicBezTo>
                    <a:pt x="5382148" y="4501840"/>
                    <a:pt x="5155656" y="4501840"/>
                    <a:pt x="4923889" y="4501840"/>
                  </a:cubicBezTo>
                  <a:cubicBezTo>
                    <a:pt x="4923889" y="4555148"/>
                    <a:pt x="4923889" y="4604606"/>
                    <a:pt x="4923889" y="4654063"/>
                  </a:cubicBezTo>
                  <a:cubicBezTo>
                    <a:pt x="4923887" y="4736988"/>
                    <a:pt x="4923539" y="4819915"/>
                    <a:pt x="4924147" y="4902834"/>
                  </a:cubicBezTo>
                  <a:cubicBezTo>
                    <a:pt x="4924288" y="4922029"/>
                    <a:pt x="4923347" y="4937416"/>
                    <a:pt x="4894112" y="4933191"/>
                  </a:cubicBezTo>
                  <a:cubicBezTo>
                    <a:pt x="4751889" y="4931187"/>
                    <a:pt x="4631657" y="4871481"/>
                    <a:pt x="4513654" y="4808944"/>
                  </a:cubicBezTo>
                  <a:cubicBezTo>
                    <a:pt x="4384231" y="4740352"/>
                    <a:pt x="4270541" y="4650530"/>
                    <a:pt x="4182316" y="4531917"/>
                  </a:cubicBezTo>
                  <a:cubicBezTo>
                    <a:pt x="4296431" y="4529249"/>
                    <a:pt x="4407351" y="4529249"/>
                    <a:pt x="4518041" y="4529249"/>
                  </a:cubicBezTo>
                  <a:cubicBezTo>
                    <a:pt x="4519314" y="4520024"/>
                    <a:pt x="4520376" y="4515922"/>
                    <a:pt x="4520376" y="4511821"/>
                  </a:cubicBezTo>
                  <a:cubicBezTo>
                    <a:pt x="4520234" y="3905713"/>
                    <a:pt x="4520016" y="3299605"/>
                    <a:pt x="4519799" y="2693498"/>
                  </a:cubicBezTo>
                  <a:cubicBezTo>
                    <a:pt x="4623208" y="2625797"/>
                    <a:pt x="4739376" y="2591442"/>
                    <a:pt x="4858288" y="2564519"/>
                  </a:cubicBezTo>
                  <a:cubicBezTo>
                    <a:pt x="4877528" y="2560163"/>
                    <a:pt x="4897373" y="2558464"/>
                    <a:pt x="4920569" y="2555592"/>
                  </a:cubicBezTo>
                  <a:close/>
                  <a:moveTo>
                    <a:pt x="1087778" y="1507236"/>
                  </a:moveTo>
                  <a:cubicBezTo>
                    <a:pt x="1087734" y="2514588"/>
                    <a:pt x="1087690" y="3521932"/>
                    <a:pt x="1087647" y="4529284"/>
                  </a:cubicBezTo>
                  <a:lnTo>
                    <a:pt x="1143140" y="4529284"/>
                  </a:lnTo>
                  <a:lnTo>
                    <a:pt x="3605712" y="4529249"/>
                  </a:lnTo>
                  <a:lnTo>
                    <a:pt x="3921542" y="4529660"/>
                  </a:lnTo>
                  <a:cubicBezTo>
                    <a:pt x="4075743" y="4745148"/>
                    <a:pt x="4266246" y="4913829"/>
                    <a:pt x="4503975" y="5027341"/>
                  </a:cubicBezTo>
                  <a:lnTo>
                    <a:pt x="4503975" y="5616782"/>
                  </a:lnTo>
                  <a:lnTo>
                    <a:pt x="4100379" y="5616782"/>
                  </a:lnTo>
                  <a:lnTo>
                    <a:pt x="4100379" y="4934628"/>
                  </a:lnTo>
                  <a:lnTo>
                    <a:pt x="3501709" y="4934628"/>
                  </a:lnTo>
                  <a:lnTo>
                    <a:pt x="3501709" y="5616232"/>
                  </a:lnTo>
                  <a:lnTo>
                    <a:pt x="3105934" y="5616232"/>
                  </a:lnTo>
                  <a:lnTo>
                    <a:pt x="3105934" y="4935179"/>
                  </a:lnTo>
                  <a:lnTo>
                    <a:pt x="2504232" y="4935179"/>
                  </a:lnTo>
                  <a:lnTo>
                    <a:pt x="2504232" y="5617193"/>
                  </a:lnTo>
                  <a:lnTo>
                    <a:pt x="2111498" y="5617193"/>
                  </a:lnTo>
                  <a:lnTo>
                    <a:pt x="2111498" y="4935729"/>
                  </a:lnTo>
                  <a:lnTo>
                    <a:pt x="1509787" y="4935729"/>
                  </a:lnTo>
                  <a:lnTo>
                    <a:pt x="1509787" y="5616643"/>
                  </a:lnTo>
                  <a:lnTo>
                    <a:pt x="1105439" y="5616643"/>
                  </a:lnTo>
                  <a:lnTo>
                    <a:pt x="1105439" y="4932653"/>
                  </a:lnTo>
                  <a:cubicBezTo>
                    <a:pt x="1037598" y="4932653"/>
                    <a:pt x="973471" y="4935852"/>
                    <a:pt x="909842" y="4931657"/>
                  </a:cubicBezTo>
                  <a:cubicBezTo>
                    <a:pt x="857862" y="4928223"/>
                    <a:pt x="806345" y="4924176"/>
                    <a:pt x="760631" y="4887166"/>
                  </a:cubicBezTo>
                  <a:cubicBezTo>
                    <a:pt x="710538" y="4846600"/>
                    <a:pt x="687424" y="4796691"/>
                    <a:pt x="684977" y="4736566"/>
                  </a:cubicBezTo>
                  <a:cubicBezTo>
                    <a:pt x="681901" y="4660999"/>
                    <a:pt x="684243" y="4585214"/>
                    <a:pt x="684243" y="4505514"/>
                  </a:cubicBezTo>
                  <a:lnTo>
                    <a:pt x="419" y="4505514"/>
                  </a:lnTo>
                  <a:lnTo>
                    <a:pt x="419" y="4109748"/>
                  </a:lnTo>
                  <a:lnTo>
                    <a:pt x="681970" y="4109748"/>
                  </a:lnTo>
                  <a:lnTo>
                    <a:pt x="681970" y="3509557"/>
                  </a:lnTo>
                  <a:lnTo>
                    <a:pt x="961" y="3509557"/>
                  </a:lnTo>
                  <a:lnTo>
                    <a:pt x="961" y="3115303"/>
                  </a:lnTo>
                  <a:lnTo>
                    <a:pt x="681420" y="3115303"/>
                  </a:lnTo>
                  <a:lnTo>
                    <a:pt x="681420" y="2513592"/>
                  </a:lnTo>
                  <a:lnTo>
                    <a:pt x="0" y="2513592"/>
                  </a:lnTo>
                  <a:lnTo>
                    <a:pt x="0" y="2109253"/>
                  </a:lnTo>
                  <a:lnTo>
                    <a:pt x="682381" y="2109253"/>
                  </a:lnTo>
                  <a:lnTo>
                    <a:pt x="682381" y="1510574"/>
                  </a:lnTo>
                  <a:close/>
                  <a:moveTo>
                    <a:pt x="3103679" y="0"/>
                  </a:moveTo>
                  <a:lnTo>
                    <a:pt x="3497872" y="0"/>
                  </a:lnTo>
                  <a:lnTo>
                    <a:pt x="3497872" y="689783"/>
                  </a:lnTo>
                  <a:lnTo>
                    <a:pt x="4098009" y="689783"/>
                  </a:lnTo>
                  <a:lnTo>
                    <a:pt x="4098009" y="612"/>
                  </a:lnTo>
                  <a:lnTo>
                    <a:pt x="4502305" y="612"/>
                  </a:lnTo>
                  <a:lnTo>
                    <a:pt x="4502305" y="692999"/>
                  </a:lnTo>
                  <a:cubicBezTo>
                    <a:pt x="4574359" y="692999"/>
                    <a:pt x="4642724" y="696539"/>
                    <a:pt x="4710592" y="692248"/>
                  </a:cubicBezTo>
                  <a:cubicBezTo>
                    <a:pt x="4842132" y="683946"/>
                    <a:pt x="4928387" y="792336"/>
                    <a:pt x="4924314" y="908251"/>
                  </a:cubicBezTo>
                  <a:cubicBezTo>
                    <a:pt x="4921964" y="975096"/>
                    <a:pt x="4923886" y="1042090"/>
                    <a:pt x="4923886" y="1112964"/>
                  </a:cubicBezTo>
                  <a:lnTo>
                    <a:pt x="5608400" y="1112964"/>
                  </a:lnTo>
                  <a:lnTo>
                    <a:pt x="5608400" y="1505645"/>
                  </a:lnTo>
                  <a:lnTo>
                    <a:pt x="4927006" y="1505645"/>
                  </a:lnTo>
                  <a:lnTo>
                    <a:pt x="4927006" y="2107304"/>
                  </a:lnTo>
                  <a:lnTo>
                    <a:pt x="5610296" y="2107304"/>
                  </a:lnTo>
                  <a:cubicBezTo>
                    <a:pt x="5610296" y="2219286"/>
                    <a:pt x="5610296" y="2327371"/>
                    <a:pt x="5607351" y="2438331"/>
                  </a:cubicBezTo>
                  <a:cubicBezTo>
                    <a:pt x="5467561" y="2391524"/>
                    <a:pt x="5326801" y="2357861"/>
                    <a:pt x="5181409" y="2350241"/>
                  </a:cubicBezTo>
                  <a:cubicBezTo>
                    <a:pt x="5009669" y="2341240"/>
                    <a:pt x="4839764" y="2354873"/>
                    <a:pt x="4675216" y="2410357"/>
                  </a:cubicBezTo>
                  <a:cubicBezTo>
                    <a:pt x="4624136" y="2427582"/>
                    <a:pt x="4572786" y="2444002"/>
                    <a:pt x="4521103" y="2456779"/>
                  </a:cubicBezTo>
                  <a:cubicBezTo>
                    <a:pt x="4520648" y="1998572"/>
                    <a:pt x="4520648" y="1544368"/>
                    <a:pt x="4520648" y="1087796"/>
                  </a:cubicBezTo>
                  <a:lnTo>
                    <a:pt x="4494562" y="1087796"/>
                  </a:lnTo>
                  <a:lnTo>
                    <a:pt x="1498365" y="1084510"/>
                  </a:lnTo>
                  <a:lnTo>
                    <a:pt x="1507698" y="690998"/>
                  </a:lnTo>
                  <a:lnTo>
                    <a:pt x="2106315" y="690998"/>
                  </a:lnTo>
                  <a:lnTo>
                    <a:pt x="2106315" y="909"/>
                  </a:lnTo>
                  <a:lnTo>
                    <a:pt x="2502029" y="909"/>
                  </a:lnTo>
                  <a:lnTo>
                    <a:pt x="2502029" y="690395"/>
                  </a:lnTo>
                  <a:lnTo>
                    <a:pt x="3103679" y="690395"/>
                  </a:lnTo>
                  <a:close/>
                </a:path>
              </a:pathLst>
            </a:custGeom>
            <a:grpFill/>
            <a:ln w="6350" cap="flat">
              <a:noFill/>
              <a:prstDash val="solid"/>
              <a:miter/>
            </a:ln>
          </p:spPr>
          <p:txBody>
            <a:bodyPr wrap="square" rtlCol="0" anchor="ctr">
              <a:noAutofit/>
            </a:bodyPr>
            <a:lstStyle/>
            <a:p>
              <a:endParaRPr lang="en-US"/>
            </a:p>
          </p:txBody>
        </p:sp>
        <p:sp>
          <p:nvSpPr>
            <p:cNvPr id="534" name="Freeform: Shape 533">
              <a:extLst>
                <a:ext uri="{FF2B5EF4-FFF2-40B4-BE49-F238E27FC236}">
                  <a16:creationId xmlns:a16="http://schemas.microsoft.com/office/drawing/2014/main" id="{7D35FAFD-ACEC-7E25-E23B-3A9FB86CAADF}"/>
                </a:ext>
                <a:ext uri="{C183D7F6-B498-43B3-948B-1728B52AA6E4}">
                  <adec:decorative xmlns:adec="http://schemas.microsoft.com/office/drawing/2017/decorative" val="1"/>
                </a:ext>
              </a:extLst>
            </p:cNvPr>
            <p:cNvSpPr/>
            <p:nvPr/>
          </p:nvSpPr>
          <p:spPr>
            <a:xfrm>
              <a:off x="2649642" y="1559110"/>
              <a:ext cx="453786" cy="415337"/>
            </a:xfrm>
            <a:custGeom>
              <a:avLst/>
              <a:gdLst>
                <a:gd name="connsiteX0" fmla="*/ 6004154 w 6806789"/>
                <a:gd name="connsiteY0" fmla="*/ 4587581 h 6230056"/>
                <a:gd name="connsiteX1" fmla="*/ 6328979 w 6806789"/>
                <a:gd name="connsiteY1" fmla="*/ 5054352 h 6230056"/>
                <a:gd name="connsiteX2" fmla="*/ 6806789 w 6806789"/>
                <a:gd name="connsiteY2" fmla="*/ 5743411 h 6230056"/>
                <a:gd name="connsiteX3" fmla="*/ 6103702 w 6806789"/>
                <a:gd name="connsiteY3" fmla="*/ 6230056 h 6230056"/>
                <a:gd name="connsiteX4" fmla="*/ 5906084 w 6806789"/>
                <a:gd name="connsiteY4" fmla="*/ 5944213 h 6230056"/>
                <a:gd name="connsiteX5" fmla="*/ 5322922 w 6806789"/>
                <a:gd name="connsiteY5" fmla="*/ 5096255 h 6230056"/>
                <a:gd name="connsiteX6" fmla="*/ 5303564 w 6806789"/>
                <a:gd name="connsiteY6" fmla="*/ 5070572 h 6230056"/>
                <a:gd name="connsiteX7" fmla="*/ 5463999 w 6806789"/>
                <a:gd name="connsiteY7" fmla="*/ 4968003 h 6230056"/>
                <a:gd name="connsiteX8" fmla="*/ 5475176 w 6806789"/>
                <a:gd name="connsiteY8" fmla="*/ 4989238 h 6230056"/>
                <a:gd name="connsiteX9" fmla="*/ 5970203 w 6806789"/>
                <a:gd name="connsiteY9" fmla="*/ 5682714 h 6230056"/>
                <a:gd name="connsiteX10" fmla="*/ 6156094 w 6806789"/>
                <a:gd name="connsiteY10" fmla="*/ 5944873 h 6230056"/>
                <a:gd name="connsiteX11" fmla="*/ 6490613 w 6806789"/>
                <a:gd name="connsiteY11" fmla="*/ 5713987 h 6230056"/>
                <a:gd name="connsiteX12" fmla="*/ 6500421 w 6806789"/>
                <a:gd name="connsiteY12" fmla="*/ 5662523 h 6230056"/>
                <a:gd name="connsiteX13" fmla="*/ 6279425 w 6806789"/>
                <a:gd name="connsiteY13" fmla="*/ 5353821 h 6230056"/>
                <a:gd name="connsiteX14" fmla="*/ 5862272 w 6806789"/>
                <a:gd name="connsiteY14" fmla="*/ 4760595 h 6230056"/>
                <a:gd name="connsiteX15" fmla="*/ 5817172 w 6806789"/>
                <a:gd name="connsiteY15" fmla="*/ 4713630 h 6230056"/>
                <a:gd name="connsiteX16" fmla="*/ 6004154 w 6806789"/>
                <a:gd name="connsiteY16" fmla="*/ 4587581 h 6230056"/>
                <a:gd name="connsiteX17" fmla="*/ 4926732 w 6806789"/>
                <a:gd name="connsiteY17" fmla="*/ 2159231 h 6230056"/>
                <a:gd name="connsiteX18" fmla="*/ 5148199 w 6806789"/>
                <a:gd name="connsiteY18" fmla="*/ 2311579 h 6230056"/>
                <a:gd name="connsiteX19" fmla="*/ 5359903 w 6806789"/>
                <a:gd name="connsiteY19" fmla="*/ 2545456 h 6230056"/>
                <a:gd name="connsiteX20" fmla="*/ 5509614 w 6806789"/>
                <a:gd name="connsiteY20" fmla="*/ 2913583 h 6230056"/>
                <a:gd name="connsiteX21" fmla="*/ 5535980 w 6806789"/>
                <a:gd name="connsiteY21" fmla="*/ 3117426 h 6230056"/>
                <a:gd name="connsiteX22" fmla="*/ 5329793 w 6806789"/>
                <a:gd name="connsiteY22" fmla="*/ 3117426 h 6230056"/>
                <a:gd name="connsiteX23" fmla="*/ 4837492 w 6806789"/>
                <a:gd name="connsiteY23" fmla="*/ 2349577 h 6230056"/>
                <a:gd name="connsiteX24" fmla="*/ 4926732 w 6806789"/>
                <a:gd name="connsiteY24" fmla="*/ 2159231 h 6230056"/>
                <a:gd name="connsiteX25" fmla="*/ 1987595 w 6806789"/>
                <a:gd name="connsiteY25" fmla="*/ 1921546 h 6230056"/>
                <a:gd name="connsiteX26" fmla="*/ 2378930 w 6806789"/>
                <a:gd name="connsiteY26" fmla="*/ 1921546 h 6230056"/>
                <a:gd name="connsiteX27" fmla="*/ 2378930 w 6806789"/>
                <a:gd name="connsiteY27" fmla="*/ 3031809 h 6230056"/>
                <a:gd name="connsiteX28" fmla="*/ 1987595 w 6806789"/>
                <a:gd name="connsiteY28" fmla="*/ 3031809 h 6230056"/>
                <a:gd name="connsiteX29" fmla="*/ 4479278 w 6806789"/>
                <a:gd name="connsiteY29" fmla="*/ 1919083 h 6230056"/>
                <a:gd name="connsiteX30" fmla="*/ 4297861 w 6806789"/>
                <a:gd name="connsiteY30" fmla="*/ 1927584 h 6230056"/>
                <a:gd name="connsiteX31" fmla="*/ 4239210 w 6806789"/>
                <a:gd name="connsiteY31" fmla="*/ 1936566 h 6230056"/>
                <a:gd name="connsiteX32" fmla="*/ 3895099 w 6806789"/>
                <a:gd name="connsiteY32" fmla="*/ 2067219 h 6230056"/>
                <a:gd name="connsiteX33" fmla="*/ 3560042 w 6806789"/>
                <a:gd name="connsiteY33" fmla="*/ 3906630 h 6230056"/>
                <a:gd name="connsiteX34" fmla="*/ 3894575 w 6806789"/>
                <a:gd name="connsiteY34" fmla="*/ 4180991 h 6230056"/>
                <a:gd name="connsiteX35" fmla="*/ 4274991 w 6806789"/>
                <a:gd name="connsiteY35" fmla="*/ 4311429 h 6230056"/>
                <a:gd name="connsiteX36" fmla="*/ 4447303 w 6806789"/>
                <a:gd name="connsiteY36" fmla="*/ 4328918 h 6230056"/>
                <a:gd name="connsiteX37" fmla="*/ 4708217 w 6806789"/>
                <a:gd name="connsiteY37" fmla="*/ 4303708 h 6230056"/>
                <a:gd name="connsiteX38" fmla="*/ 5279162 w 6806789"/>
                <a:gd name="connsiteY38" fmla="*/ 4019888 h 6230056"/>
                <a:gd name="connsiteX39" fmla="*/ 5635692 w 6806789"/>
                <a:gd name="connsiteY39" fmla="*/ 3441169 h 6230056"/>
                <a:gd name="connsiteX40" fmla="*/ 5683820 w 6806789"/>
                <a:gd name="connsiteY40" fmla="*/ 3116576 h 6230056"/>
                <a:gd name="connsiteX41" fmla="*/ 5660500 w 6806789"/>
                <a:gd name="connsiteY41" fmla="*/ 2907266 h 6230056"/>
                <a:gd name="connsiteX42" fmla="*/ 5334058 w 6806789"/>
                <a:gd name="connsiteY42" fmla="*/ 2276085 h 6230056"/>
                <a:gd name="connsiteX43" fmla="*/ 4959283 w 6806789"/>
                <a:gd name="connsiteY43" fmla="*/ 2019154 h 6230056"/>
                <a:gd name="connsiteX44" fmla="*/ 4479278 w 6806789"/>
                <a:gd name="connsiteY44" fmla="*/ 1919083 h 6230056"/>
                <a:gd name="connsiteX45" fmla="*/ 4433927 w 6806789"/>
                <a:gd name="connsiteY45" fmla="*/ 1720078 h 6230056"/>
                <a:gd name="connsiteX46" fmla="*/ 4562332 w 6806789"/>
                <a:gd name="connsiteY46" fmla="*/ 1722285 h 6230056"/>
                <a:gd name="connsiteX47" fmla="*/ 4988315 w 6806789"/>
                <a:gd name="connsiteY47" fmla="*/ 1814376 h 6230056"/>
                <a:gd name="connsiteX48" fmla="*/ 5232184 w 6806789"/>
                <a:gd name="connsiteY48" fmla="*/ 1934449 h 6230056"/>
                <a:gd name="connsiteX49" fmla="*/ 5680508 w 6806789"/>
                <a:gd name="connsiteY49" fmla="*/ 2390385 h 6230056"/>
                <a:gd name="connsiteX50" fmla="*/ 5865892 w 6806789"/>
                <a:gd name="connsiteY50" fmla="*/ 2906656 h 6230056"/>
                <a:gd name="connsiteX51" fmla="*/ 5881896 w 6806789"/>
                <a:gd name="connsiteY51" fmla="*/ 3212157 h 6230056"/>
                <a:gd name="connsiteX52" fmla="*/ 5681235 w 6806789"/>
                <a:gd name="connsiteY52" fmla="*/ 3849781 h 6230056"/>
                <a:gd name="connsiteX53" fmla="*/ 5512104 w 6806789"/>
                <a:gd name="connsiteY53" fmla="*/ 4081540 h 6230056"/>
                <a:gd name="connsiteX54" fmla="*/ 5510810 w 6806789"/>
                <a:gd name="connsiteY54" fmla="*/ 4123165 h 6230056"/>
                <a:gd name="connsiteX55" fmla="*/ 5711482 w 6806789"/>
                <a:gd name="connsiteY55" fmla="*/ 4425409 h 6230056"/>
                <a:gd name="connsiteX56" fmla="*/ 5547564 w 6806789"/>
                <a:gd name="connsiteY56" fmla="*/ 4535984 h 6230056"/>
                <a:gd name="connsiteX57" fmla="*/ 5343760 w 6806789"/>
                <a:gd name="connsiteY57" fmla="*/ 4243032 h 6230056"/>
                <a:gd name="connsiteX58" fmla="*/ 5220121 w 6806789"/>
                <a:gd name="connsiteY58" fmla="*/ 4330974 h 6230056"/>
                <a:gd name="connsiteX59" fmla="*/ 5419510 w 6806789"/>
                <a:gd name="connsiteY59" fmla="*/ 4633143 h 6230056"/>
                <a:gd name="connsiteX60" fmla="*/ 5250146 w 6806789"/>
                <a:gd name="connsiteY60" fmla="*/ 4742911 h 6230056"/>
                <a:gd name="connsiteX61" fmla="*/ 5032143 w 6806789"/>
                <a:gd name="connsiteY61" fmla="*/ 4420926 h 6230056"/>
                <a:gd name="connsiteX62" fmla="*/ 4836318 w 6806789"/>
                <a:gd name="connsiteY62" fmla="*/ 4483844 h 6230056"/>
                <a:gd name="connsiteX63" fmla="*/ 4327330 w 6806789"/>
                <a:gd name="connsiteY63" fmla="*/ 4520518 h 6230056"/>
                <a:gd name="connsiteX64" fmla="*/ 3887750 w 6806789"/>
                <a:gd name="connsiteY64" fmla="*/ 4400421 h 6230056"/>
                <a:gd name="connsiteX65" fmla="*/ 3301609 w 6806789"/>
                <a:gd name="connsiteY65" fmla="*/ 3898917 h 6230056"/>
                <a:gd name="connsiteX66" fmla="*/ 3240435 w 6806789"/>
                <a:gd name="connsiteY66" fmla="*/ 3796769 h 6230056"/>
                <a:gd name="connsiteX67" fmla="*/ 3075497 w 6806789"/>
                <a:gd name="connsiteY67" fmla="*/ 3255579 h 6230056"/>
                <a:gd name="connsiteX68" fmla="*/ 3098296 w 6806789"/>
                <a:gd name="connsiteY68" fmla="*/ 2833247 h 6230056"/>
                <a:gd name="connsiteX69" fmla="*/ 3262821 w 6806789"/>
                <a:gd name="connsiteY69" fmla="*/ 2406111 h 6230056"/>
                <a:gd name="connsiteX70" fmla="*/ 3660401 w 6806789"/>
                <a:gd name="connsiteY70" fmla="*/ 1976297 h 6230056"/>
                <a:gd name="connsiteX71" fmla="*/ 3902479 w 6806789"/>
                <a:gd name="connsiteY71" fmla="*/ 1832829 h 6230056"/>
                <a:gd name="connsiteX72" fmla="*/ 4056141 w 6806789"/>
                <a:gd name="connsiteY72" fmla="*/ 1782406 h 6230056"/>
                <a:gd name="connsiteX73" fmla="*/ 4433927 w 6806789"/>
                <a:gd name="connsiteY73" fmla="*/ 1720078 h 6230056"/>
                <a:gd name="connsiteX74" fmla="*/ 2184180 w 6806789"/>
                <a:gd name="connsiteY74" fmla="*/ 1331213 h 6230056"/>
                <a:gd name="connsiteX75" fmla="*/ 2382583 w 6806789"/>
                <a:gd name="connsiteY75" fmla="*/ 1530429 h 6230056"/>
                <a:gd name="connsiteX76" fmla="*/ 2184180 w 6806789"/>
                <a:gd name="connsiteY76" fmla="*/ 1729645 h 6230056"/>
                <a:gd name="connsiteX77" fmla="*/ 1985777 w 6806789"/>
                <a:gd name="connsiteY77" fmla="*/ 1530429 h 6230056"/>
                <a:gd name="connsiteX78" fmla="*/ 2184180 w 6806789"/>
                <a:gd name="connsiteY78" fmla="*/ 1331213 h 6230056"/>
                <a:gd name="connsiteX79" fmla="*/ 0 w 6806789"/>
                <a:gd name="connsiteY79" fmla="*/ 0 h 6230056"/>
                <a:gd name="connsiteX80" fmla="*/ 580850 w 6806789"/>
                <a:gd name="connsiteY80" fmla="*/ 0 h 6230056"/>
                <a:gd name="connsiteX81" fmla="*/ 580850 w 6806789"/>
                <a:gd name="connsiteY81" fmla="*/ 580851 h 6230056"/>
                <a:gd name="connsiteX82" fmla="*/ 0 w 6806789"/>
                <a:gd name="connsiteY82" fmla="*/ 580851 h 62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806789" h="6230056">
                  <a:moveTo>
                    <a:pt x="6004154" y="4587581"/>
                  </a:moveTo>
                  <a:cubicBezTo>
                    <a:pt x="6112441" y="4743163"/>
                    <a:pt x="6220878" y="4898640"/>
                    <a:pt x="6328979" y="5054352"/>
                  </a:cubicBezTo>
                  <a:cubicBezTo>
                    <a:pt x="6486884" y="5281799"/>
                    <a:pt x="6644548" y="5509412"/>
                    <a:pt x="6806789" y="5743411"/>
                  </a:cubicBezTo>
                  <a:cubicBezTo>
                    <a:pt x="6572574" y="5905524"/>
                    <a:pt x="6339690" y="6066715"/>
                    <a:pt x="6103702" y="6230056"/>
                  </a:cubicBezTo>
                  <a:cubicBezTo>
                    <a:pt x="6036853" y="6133389"/>
                    <a:pt x="5971253" y="6038950"/>
                    <a:pt x="5906084" y="5944213"/>
                  </a:cubicBezTo>
                  <a:cubicBezTo>
                    <a:pt x="5711663" y="5661584"/>
                    <a:pt x="5517443" y="5378815"/>
                    <a:pt x="5322922" y="5096255"/>
                  </a:cubicBezTo>
                  <a:cubicBezTo>
                    <a:pt x="5317339" y="5088144"/>
                    <a:pt x="5309241" y="5081762"/>
                    <a:pt x="5303564" y="5070572"/>
                  </a:cubicBezTo>
                  <a:cubicBezTo>
                    <a:pt x="5357556" y="5032764"/>
                    <a:pt x="5410297" y="4998959"/>
                    <a:pt x="5463999" y="4968003"/>
                  </a:cubicBezTo>
                  <a:cubicBezTo>
                    <a:pt x="5468337" y="4977000"/>
                    <a:pt x="5471131" y="4983566"/>
                    <a:pt x="5475176" y="4989238"/>
                  </a:cubicBezTo>
                  <a:cubicBezTo>
                    <a:pt x="5640130" y="5220436"/>
                    <a:pt x="5805276" y="5451496"/>
                    <a:pt x="5970203" y="5682714"/>
                  </a:cubicBezTo>
                  <a:cubicBezTo>
                    <a:pt x="6032646" y="5770252"/>
                    <a:pt x="6094611" y="5858132"/>
                    <a:pt x="6156094" y="5944873"/>
                  </a:cubicBezTo>
                  <a:cubicBezTo>
                    <a:pt x="6270498" y="5865448"/>
                    <a:pt x="6379408" y="5787994"/>
                    <a:pt x="6490613" y="5713987"/>
                  </a:cubicBezTo>
                  <a:cubicBezTo>
                    <a:pt x="6517014" y="5696417"/>
                    <a:pt x="6517799" y="5686312"/>
                    <a:pt x="6500421" y="5662523"/>
                  </a:cubicBezTo>
                  <a:cubicBezTo>
                    <a:pt x="6425772" y="5560340"/>
                    <a:pt x="6352323" y="5457267"/>
                    <a:pt x="6279425" y="5353821"/>
                  </a:cubicBezTo>
                  <a:cubicBezTo>
                    <a:pt x="6140176" y="5156219"/>
                    <a:pt x="6001871" y="4957950"/>
                    <a:pt x="5862272" y="4760595"/>
                  </a:cubicBezTo>
                  <a:cubicBezTo>
                    <a:pt x="5849970" y="4743203"/>
                    <a:pt x="5831027" y="4730508"/>
                    <a:pt x="5817172" y="4713630"/>
                  </a:cubicBezTo>
                  <a:cubicBezTo>
                    <a:pt x="5880835" y="4670280"/>
                    <a:pt x="5942494" y="4628930"/>
                    <a:pt x="6004154" y="4587581"/>
                  </a:cubicBezTo>
                  <a:close/>
                  <a:moveTo>
                    <a:pt x="4926732" y="2159231"/>
                  </a:moveTo>
                  <a:cubicBezTo>
                    <a:pt x="5003097" y="2211549"/>
                    <a:pt x="5074537" y="2260491"/>
                    <a:pt x="5148199" y="2311579"/>
                  </a:cubicBezTo>
                  <a:cubicBezTo>
                    <a:pt x="5235067" y="2377568"/>
                    <a:pt x="5302982" y="2457052"/>
                    <a:pt x="5359903" y="2545456"/>
                  </a:cubicBezTo>
                  <a:cubicBezTo>
                    <a:pt x="5432686" y="2658500"/>
                    <a:pt x="5485431" y="2780800"/>
                    <a:pt x="5509614" y="2913583"/>
                  </a:cubicBezTo>
                  <a:cubicBezTo>
                    <a:pt x="5521658" y="2979718"/>
                    <a:pt x="5527101" y="3047056"/>
                    <a:pt x="5535980" y="3117426"/>
                  </a:cubicBezTo>
                  <a:cubicBezTo>
                    <a:pt x="5463032" y="3117426"/>
                    <a:pt x="5396885" y="3117426"/>
                    <a:pt x="5329793" y="3117426"/>
                  </a:cubicBezTo>
                  <a:cubicBezTo>
                    <a:pt x="5312301" y="2767809"/>
                    <a:pt x="5145984" y="2514886"/>
                    <a:pt x="4837492" y="2349577"/>
                  </a:cubicBezTo>
                  <a:cubicBezTo>
                    <a:pt x="4865289" y="2290286"/>
                    <a:pt x="4893606" y="2229888"/>
                    <a:pt x="4926732" y="2159231"/>
                  </a:cubicBezTo>
                  <a:close/>
                  <a:moveTo>
                    <a:pt x="1987595" y="1921546"/>
                  </a:moveTo>
                  <a:lnTo>
                    <a:pt x="2378930" y="1921546"/>
                  </a:lnTo>
                  <a:lnTo>
                    <a:pt x="2378930" y="3031809"/>
                  </a:lnTo>
                  <a:lnTo>
                    <a:pt x="1987595" y="3031809"/>
                  </a:lnTo>
                  <a:close/>
                  <a:moveTo>
                    <a:pt x="4479278" y="1919083"/>
                  </a:moveTo>
                  <a:cubicBezTo>
                    <a:pt x="4421192" y="1920416"/>
                    <a:pt x="4363174" y="1924738"/>
                    <a:pt x="4297861" y="1927584"/>
                  </a:cubicBezTo>
                  <a:cubicBezTo>
                    <a:pt x="4278294" y="1930511"/>
                    <a:pt x="4258451" y="1932210"/>
                    <a:pt x="4239210" y="1936566"/>
                  </a:cubicBezTo>
                  <a:cubicBezTo>
                    <a:pt x="4120298" y="1963488"/>
                    <a:pt x="4004130" y="1997843"/>
                    <a:pt x="3895099" y="2067219"/>
                  </a:cubicBezTo>
                  <a:cubicBezTo>
                    <a:pt x="3220935" y="2446345"/>
                    <a:pt x="3070057" y="3325933"/>
                    <a:pt x="3560042" y="3906630"/>
                  </a:cubicBezTo>
                  <a:cubicBezTo>
                    <a:pt x="3651461" y="4022576"/>
                    <a:pt x="3765151" y="4112399"/>
                    <a:pt x="3894575" y="4180991"/>
                  </a:cubicBezTo>
                  <a:cubicBezTo>
                    <a:pt x="4012578" y="4243528"/>
                    <a:pt x="4132812" y="4303233"/>
                    <a:pt x="4274991" y="4311429"/>
                  </a:cubicBezTo>
                  <a:cubicBezTo>
                    <a:pt x="4332444" y="4317769"/>
                    <a:pt x="4390101" y="4330687"/>
                    <a:pt x="4447303" y="4328918"/>
                  </a:cubicBezTo>
                  <a:cubicBezTo>
                    <a:pt x="4534506" y="4326223"/>
                    <a:pt x="4622412" y="4319051"/>
                    <a:pt x="4708217" y="4303708"/>
                  </a:cubicBezTo>
                  <a:cubicBezTo>
                    <a:pt x="4925417" y="4264875"/>
                    <a:pt x="5115612" y="4166140"/>
                    <a:pt x="5279162" y="4019888"/>
                  </a:cubicBezTo>
                  <a:cubicBezTo>
                    <a:pt x="5454608" y="3862999"/>
                    <a:pt x="5579838" y="3671326"/>
                    <a:pt x="5635692" y="3441169"/>
                  </a:cubicBezTo>
                  <a:cubicBezTo>
                    <a:pt x="5661413" y="3335177"/>
                    <a:pt x="5676620" y="3225452"/>
                    <a:pt x="5683820" y="3116576"/>
                  </a:cubicBezTo>
                  <a:cubicBezTo>
                    <a:pt x="5688384" y="3047584"/>
                    <a:pt x="5672104" y="2976583"/>
                    <a:pt x="5660500" y="2907266"/>
                  </a:cubicBezTo>
                  <a:cubicBezTo>
                    <a:pt x="5619463" y="2662152"/>
                    <a:pt x="5504184" y="2453587"/>
                    <a:pt x="5334058" y="2276085"/>
                  </a:cubicBezTo>
                  <a:cubicBezTo>
                    <a:pt x="5227829" y="2165252"/>
                    <a:pt x="5100948" y="2080303"/>
                    <a:pt x="4959283" y="2019154"/>
                  </a:cubicBezTo>
                  <a:cubicBezTo>
                    <a:pt x="4806154" y="1953057"/>
                    <a:pt x="4646905" y="1915238"/>
                    <a:pt x="4479278" y="1919083"/>
                  </a:cubicBezTo>
                  <a:close/>
                  <a:moveTo>
                    <a:pt x="4433927" y="1720078"/>
                  </a:moveTo>
                  <a:cubicBezTo>
                    <a:pt x="4476577" y="1719199"/>
                    <a:pt x="4519398" y="1720035"/>
                    <a:pt x="4562332" y="1722285"/>
                  </a:cubicBezTo>
                  <a:cubicBezTo>
                    <a:pt x="4707723" y="1729907"/>
                    <a:pt x="4848483" y="1763572"/>
                    <a:pt x="4988315" y="1814376"/>
                  </a:cubicBezTo>
                  <a:cubicBezTo>
                    <a:pt x="5071856" y="1854732"/>
                    <a:pt x="5156299" y="1887651"/>
                    <a:pt x="5232184" y="1934449"/>
                  </a:cubicBezTo>
                  <a:cubicBezTo>
                    <a:pt x="5418268" y="2049207"/>
                    <a:pt x="5566442" y="2204445"/>
                    <a:pt x="5680508" y="2390385"/>
                  </a:cubicBezTo>
                  <a:cubicBezTo>
                    <a:pt x="5777849" y="2549057"/>
                    <a:pt x="5844499" y="2720808"/>
                    <a:pt x="5865892" y="2906656"/>
                  </a:cubicBezTo>
                  <a:cubicBezTo>
                    <a:pt x="5877545" y="3007882"/>
                    <a:pt x="5888282" y="3111000"/>
                    <a:pt x="5881896" y="3212157"/>
                  </a:cubicBezTo>
                  <a:cubicBezTo>
                    <a:pt x="5867514" y="3439932"/>
                    <a:pt x="5804864" y="3655843"/>
                    <a:pt x="5681235" y="3849781"/>
                  </a:cubicBezTo>
                  <a:cubicBezTo>
                    <a:pt x="5629938" y="3930251"/>
                    <a:pt x="5567515" y="4003578"/>
                    <a:pt x="5512104" y="4081540"/>
                  </a:cubicBezTo>
                  <a:cubicBezTo>
                    <a:pt x="5505209" y="4091241"/>
                    <a:pt x="5504368" y="4113436"/>
                    <a:pt x="5510810" y="4123165"/>
                  </a:cubicBezTo>
                  <a:cubicBezTo>
                    <a:pt x="5576740" y="4222759"/>
                    <a:pt x="5644760" y="4320970"/>
                    <a:pt x="5711482" y="4425409"/>
                  </a:cubicBezTo>
                  <a:cubicBezTo>
                    <a:pt x="5657322" y="4466536"/>
                    <a:pt x="5603870" y="4501822"/>
                    <a:pt x="5547564" y="4535984"/>
                  </a:cubicBezTo>
                  <a:cubicBezTo>
                    <a:pt x="5478000" y="4437981"/>
                    <a:pt x="5411291" y="4341105"/>
                    <a:pt x="5343760" y="4243032"/>
                  </a:cubicBezTo>
                  <a:cubicBezTo>
                    <a:pt x="5301393" y="4273167"/>
                    <a:pt x="5261704" y="4301397"/>
                    <a:pt x="5220121" y="4330974"/>
                  </a:cubicBezTo>
                  <a:cubicBezTo>
                    <a:pt x="5288170" y="4432545"/>
                    <a:pt x="5354490" y="4531537"/>
                    <a:pt x="5419510" y="4633143"/>
                  </a:cubicBezTo>
                  <a:cubicBezTo>
                    <a:pt x="5362189" y="4671474"/>
                    <a:pt x="5306167" y="4707193"/>
                    <a:pt x="5250146" y="4742911"/>
                  </a:cubicBezTo>
                  <a:cubicBezTo>
                    <a:pt x="5177635" y="4635814"/>
                    <a:pt x="5105125" y="4528718"/>
                    <a:pt x="5032143" y="4420926"/>
                  </a:cubicBezTo>
                  <a:cubicBezTo>
                    <a:pt x="4966242" y="4442296"/>
                    <a:pt x="4902095" y="4466089"/>
                    <a:pt x="4836318" y="4483844"/>
                  </a:cubicBezTo>
                  <a:cubicBezTo>
                    <a:pt x="4669271" y="4528933"/>
                    <a:pt x="4499619" y="4538287"/>
                    <a:pt x="4327330" y="4520518"/>
                  </a:cubicBezTo>
                  <a:cubicBezTo>
                    <a:pt x="4174723" y="4504779"/>
                    <a:pt x="4028960" y="4467635"/>
                    <a:pt x="3887750" y="4400421"/>
                  </a:cubicBezTo>
                  <a:cubicBezTo>
                    <a:pt x="3647167" y="4285872"/>
                    <a:pt x="3456668" y="4117194"/>
                    <a:pt x="3301609" y="3898917"/>
                  </a:cubicBezTo>
                  <a:cubicBezTo>
                    <a:pt x="3278793" y="3862190"/>
                    <a:pt x="3258388" y="3830139"/>
                    <a:pt x="3240435" y="3796769"/>
                  </a:cubicBezTo>
                  <a:cubicBezTo>
                    <a:pt x="3149342" y="3627447"/>
                    <a:pt x="3093924" y="3448371"/>
                    <a:pt x="3075497" y="3255579"/>
                  </a:cubicBezTo>
                  <a:cubicBezTo>
                    <a:pt x="3061823" y="3112515"/>
                    <a:pt x="3070015" y="2972002"/>
                    <a:pt x="3098296" y="2833247"/>
                  </a:cubicBezTo>
                  <a:cubicBezTo>
                    <a:pt x="3129008" y="2682566"/>
                    <a:pt x="3182989" y="2539190"/>
                    <a:pt x="3262821" y="2406111"/>
                  </a:cubicBezTo>
                  <a:cubicBezTo>
                    <a:pt x="3365546" y="2234868"/>
                    <a:pt x="3496561" y="2089671"/>
                    <a:pt x="3660401" y="1976297"/>
                  </a:cubicBezTo>
                  <a:cubicBezTo>
                    <a:pt x="3737343" y="1923056"/>
                    <a:pt x="3821561" y="1880324"/>
                    <a:pt x="3902479" y="1832829"/>
                  </a:cubicBezTo>
                  <a:cubicBezTo>
                    <a:pt x="3953708" y="1816045"/>
                    <a:pt x="4005061" y="1799630"/>
                    <a:pt x="4056141" y="1782406"/>
                  </a:cubicBezTo>
                  <a:cubicBezTo>
                    <a:pt x="4179547" y="1740791"/>
                    <a:pt x="4305974" y="1722717"/>
                    <a:pt x="4433927" y="1720078"/>
                  </a:cubicBezTo>
                  <a:close/>
                  <a:moveTo>
                    <a:pt x="2184180" y="1331213"/>
                  </a:moveTo>
                  <a:cubicBezTo>
                    <a:pt x="2293755" y="1331213"/>
                    <a:pt x="2382583" y="1420405"/>
                    <a:pt x="2382583" y="1530429"/>
                  </a:cubicBezTo>
                  <a:cubicBezTo>
                    <a:pt x="2382583" y="1640453"/>
                    <a:pt x="2293755" y="1729645"/>
                    <a:pt x="2184180" y="1729645"/>
                  </a:cubicBezTo>
                  <a:cubicBezTo>
                    <a:pt x="2074605" y="1729645"/>
                    <a:pt x="1985777" y="1640453"/>
                    <a:pt x="1985777" y="1530429"/>
                  </a:cubicBezTo>
                  <a:cubicBezTo>
                    <a:pt x="1985777" y="1420405"/>
                    <a:pt x="2074605" y="1331213"/>
                    <a:pt x="2184180" y="1331213"/>
                  </a:cubicBezTo>
                  <a:close/>
                  <a:moveTo>
                    <a:pt x="0" y="0"/>
                  </a:moveTo>
                  <a:lnTo>
                    <a:pt x="580850" y="0"/>
                  </a:lnTo>
                  <a:lnTo>
                    <a:pt x="580850" y="580851"/>
                  </a:lnTo>
                  <a:lnTo>
                    <a:pt x="0" y="580851"/>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20" name="Group 119">
            <a:extLst>
              <a:ext uri="{FF2B5EF4-FFF2-40B4-BE49-F238E27FC236}">
                <a16:creationId xmlns:a16="http://schemas.microsoft.com/office/drawing/2014/main" id="{48CF3EC5-B2B6-3A42-7912-6470B70301EE}"/>
              </a:ext>
              <a:ext uri="{C183D7F6-B498-43B3-948B-1728B52AA6E4}">
                <adec:decorative xmlns:adec="http://schemas.microsoft.com/office/drawing/2017/decorative" val="1"/>
              </a:ext>
            </a:extLst>
          </p:cNvPr>
          <p:cNvGrpSpPr>
            <a:grpSpLocks noChangeAspect="1"/>
          </p:cNvGrpSpPr>
          <p:nvPr/>
        </p:nvGrpSpPr>
        <p:grpSpPr>
          <a:xfrm>
            <a:off x="3281045" y="1517247"/>
            <a:ext cx="473494" cy="457200"/>
            <a:chOff x="3281045" y="1517247"/>
            <a:chExt cx="473494" cy="457200"/>
          </a:xfrm>
          <a:solidFill>
            <a:schemeClr val="accent2"/>
          </a:solidFill>
        </p:grpSpPr>
        <p:sp>
          <p:nvSpPr>
            <p:cNvPr id="545" name="Freeform: Shape 544">
              <a:extLst>
                <a:ext uri="{FF2B5EF4-FFF2-40B4-BE49-F238E27FC236}">
                  <a16:creationId xmlns:a16="http://schemas.microsoft.com/office/drawing/2014/main" id="{ACE801DE-C56F-A8E1-6AD2-B5DA9E40BD71}"/>
                </a:ext>
                <a:ext uri="{C183D7F6-B498-43B3-948B-1728B52AA6E4}">
                  <adec:decorative xmlns:adec="http://schemas.microsoft.com/office/drawing/2017/decorative" val="1"/>
                </a:ext>
              </a:extLst>
            </p:cNvPr>
            <p:cNvSpPr/>
            <p:nvPr/>
          </p:nvSpPr>
          <p:spPr>
            <a:xfrm>
              <a:off x="3281045" y="1517247"/>
              <a:ext cx="369397" cy="369373"/>
            </a:xfrm>
            <a:custGeom>
              <a:avLst/>
              <a:gdLst>
                <a:gd name="connsiteX0" fmla="*/ 409364 w 5540959"/>
                <a:gd name="connsiteY0" fmla="*/ 1283428 h 5540593"/>
                <a:gd name="connsiteX1" fmla="*/ 857930 w 5540959"/>
                <a:gd name="connsiteY1" fmla="*/ 1283428 h 5540593"/>
                <a:gd name="connsiteX2" fmla="*/ 857930 w 5540959"/>
                <a:gd name="connsiteY2" fmla="*/ 4673600 h 5540593"/>
                <a:gd name="connsiteX3" fmla="*/ 2338469 w 5540959"/>
                <a:gd name="connsiteY3" fmla="*/ 4673600 h 5540593"/>
                <a:gd name="connsiteX4" fmla="*/ 2338469 w 5540959"/>
                <a:gd name="connsiteY4" fmla="*/ 5107746 h 5540593"/>
                <a:gd name="connsiteX5" fmla="*/ 1493045 w 5540959"/>
                <a:gd name="connsiteY5" fmla="*/ 5107746 h 5540593"/>
                <a:gd name="connsiteX6" fmla="*/ 1493045 w 5540959"/>
                <a:gd name="connsiteY6" fmla="*/ 5540593 h 5540593"/>
                <a:gd name="connsiteX7" fmla="*/ 1057206 w 5540959"/>
                <a:gd name="connsiteY7" fmla="*/ 5540593 h 5540593"/>
                <a:gd name="connsiteX8" fmla="*/ 1057206 w 5540959"/>
                <a:gd name="connsiteY8" fmla="*/ 5109151 h 5540593"/>
                <a:gd name="connsiteX9" fmla="*/ 704919 w 5540959"/>
                <a:gd name="connsiteY9" fmla="*/ 5108785 h 5540593"/>
                <a:gd name="connsiteX10" fmla="*/ 579932 w 5540959"/>
                <a:gd name="connsiteY10" fmla="*/ 5100569 h 5540593"/>
                <a:gd name="connsiteX11" fmla="*/ 423015 w 5540959"/>
                <a:gd name="connsiteY11" fmla="*/ 4891029 h 5540593"/>
                <a:gd name="connsiteX12" fmla="*/ 422996 w 5540959"/>
                <a:gd name="connsiteY12" fmla="*/ 4476153 h 5540593"/>
                <a:gd name="connsiteX13" fmla="*/ 208713 w 5540959"/>
                <a:gd name="connsiteY13" fmla="*/ 4476153 h 5540593"/>
                <a:gd name="connsiteX14" fmla="*/ 0 w 5540959"/>
                <a:gd name="connsiteY14" fmla="*/ 4476153 h 5540593"/>
                <a:gd name="connsiteX15" fmla="*/ 0 w 5540959"/>
                <a:gd name="connsiteY15" fmla="*/ 4044123 h 5540593"/>
                <a:gd name="connsiteX16" fmla="*/ 419783 w 5540959"/>
                <a:gd name="connsiteY16" fmla="*/ 4044123 h 5540593"/>
                <a:gd name="connsiteX17" fmla="*/ 419783 w 5540959"/>
                <a:gd name="connsiteY17" fmla="*/ 3485471 h 5540593"/>
                <a:gd name="connsiteX18" fmla="*/ 433 w 5540959"/>
                <a:gd name="connsiteY18" fmla="*/ 3485471 h 5540593"/>
                <a:gd name="connsiteX19" fmla="*/ 433 w 5540959"/>
                <a:gd name="connsiteY19" fmla="*/ 3051306 h 5540593"/>
                <a:gd name="connsiteX20" fmla="*/ 419350 w 5540959"/>
                <a:gd name="connsiteY20" fmla="*/ 3051306 h 5540593"/>
                <a:gd name="connsiteX21" fmla="*/ 419350 w 5540959"/>
                <a:gd name="connsiteY21" fmla="*/ 2494328 h 5540593"/>
                <a:gd name="connsiteX22" fmla="*/ 866 w 5540959"/>
                <a:gd name="connsiteY22" fmla="*/ 2494328 h 5540593"/>
                <a:gd name="connsiteX23" fmla="*/ 866 w 5540959"/>
                <a:gd name="connsiteY23" fmla="*/ 2058489 h 5540593"/>
                <a:gd name="connsiteX24" fmla="*/ 420591 w 5540959"/>
                <a:gd name="connsiteY24" fmla="*/ 2058489 h 5540593"/>
                <a:gd name="connsiteX25" fmla="*/ 420591 w 5540959"/>
                <a:gd name="connsiteY25" fmla="*/ 1492054 h 5540593"/>
                <a:gd name="connsiteX26" fmla="*/ 409364 w 5540959"/>
                <a:gd name="connsiteY26" fmla="*/ 1492054 h 5540593"/>
                <a:gd name="connsiteX27" fmla="*/ 4041199 w 5540959"/>
                <a:gd name="connsiteY27" fmla="*/ 0 h 5540593"/>
                <a:gd name="connsiteX28" fmla="*/ 4473681 w 5540959"/>
                <a:gd name="connsiteY28" fmla="*/ 0 h 5540593"/>
                <a:gd name="connsiteX29" fmla="*/ 4473681 w 5540959"/>
                <a:gd name="connsiteY29" fmla="*/ 423083 h 5540593"/>
                <a:gd name="connsiteX30" fmla="*/ 4542062 w 5540959"/>
                <a:gd name="connsiteY30" fmla="*/ 423083 h 5540593"/>
                <a:gd name="connsiteX31" fmla="*/ 4877436 w 5540959"/>
                <a:gd name="connsiteY31" fmla="*/ 423150 h 5540593"/>
                <a:gd name="connsiteX32" fmla="*/ 5110604 w 5540959"/>
                <a:gd name="connsiteY32" fmla="*/ 653941 h 5540593"/>
                <a:gd name="connsiteX33" fmla="*/ 5109064 w 5540959"/>
                <a:gd name="connsiteY33" fmla="*/ 1054532 h 5540593"/>
                <a:gd name="connsiteX34" fmla="*/ 5540959 w 5540959"/>
                <a:gd name="connsiteY34" fmla="*/ 1054532 h 5540593"/>
                <a:gd name="connsiteX35" fmla="*/ 5540959 w 5540959"/>
                <a:gd name="connsiteY35" fmla="*/ 1490351 h 5540593"/>
                <a:gd name="connsiteX36" fmla="*/ 5109064 w 5540959"/>
                <a:gd name="connsiteY36" fmla="*/ 1490351 h 5540593"/>
                <a:gd name="connsiteX37" fmla="*/ 5109064 w 5540959"/>
                <a:gd name="connsiteY37" fmla="*/ 1809938 h 5540593"/>
                <a:gd name="connsiteX38" fmla="*/ 5109064 w 5540959"/>
                <a:gd name="connsiteY38" fmla="*/ 2129660 h 5540593"/>
                <a:gd name="connsiteX39" fmla="*/ 4676323 w 5540959"/>
                <a:gd name="connsiteY39" fmla="*/ 2129660 h 5540593"/>
                <a:gd name="connsiteX40" fmla="*/ 4676323 w 5540959"/>
                <a:gd name="connsiteY40" fmla="*/ 857729 h 5540593"/>
                <a:gd name="connsiteX41" fmla="*/ 1284515 w 5540959"/>
                <a:gd name="connsiteY41" fmla="*/ 853813 h 5540593"/>
                <a:gd name="connsiteX42" fmla="*/ 1284515 w 5540959"/>
                <a:gd name="connsiteY42" fmla="*/ 407863 h 5540593"/>
                <a:gd name="connsiteX43" fmla="*/ 1489207 w 5540959"/>
                <a:gd name="connsiteY43" fmla="*/ 407863 h 5540593"/>
                <a:gd name="connsiteX44" fmla="*/ 1489207 w 5540959"/>
                <a:gd name="connsiteY44" fmla="*/ 419629 h 5540593"/>
                <a:gd name="connsiteX45" fmla="*/ 2055622 w 5540959"/>
                <a:gd name="connsiteY45" fmla="*/ 419629 h 5540593"/>
                <a:gd name="connsiteX46" fmla="*/ 2055622 w 5540959"/>
                <a:gd name="connsiteY46" fmla="*/ 779 h 5540593"/>
                <a:gd name="connsiteX47" fmla="*/ 2491442 w 5540959"/>
                <a:gd name="connsiteY47" fmla="*/ 779 h 5540593"/>
                <a:gd name="connsiteX48" fmla="*/ 2491442 w 5540959"/>
                <a:gd name="connsiteY48" fmla="*/ 420851 h 5540593"/>
                <a:gd name="connsiteX49" fmla="*/ 3046737 w 5540959"/>
                <a:gd name="connsiteY49" fmla="*/ 420851 h 5540593"/>
                <a:gd name="connsiteX50" fmla="*/ 3046737 w 5540959"/>
                <a:gd name="connsiteY50" fmla="*/ 1222 h 5540593"/>
                <a:gd name="connsiteX51" fmla="*/ 3482557 w 5540959"/>
                <a:gd name="connsiteY51" fmla="*/ 1222 h 5540593"/>
                <a:gd name="connsiteX52" fmla="*/ 3482557 w 5540959"/>
                <a:gd name="connsiteY52" fmla="*/ 420408 h 5540593"/>
                <a:gd name="connsiteX53" fmla="*/ 4041199 w 5540959"/>
                <a:gd name="connsiteY53" fmla="*/ 420408 h 5540593"/>
                <a:gd name="connsiteX54" fmla="*/ 4041199 w 5540959"/>
                <a:gd name="connsiteY54" fmla="*/ 0 h 554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540959" h="5540593">
                  <a:moveTo>
                    <a:pt x="409364" y="1283428"/>
                  </a:moveTo>
                  <a:lnTo>
                    <a:pt x="857930" y="1283428"/>
                  </a:lnTo>
                  <a:lnTo>
                    <a:pt x="857930" y="4673600"/>
                  </a:lnTo>
                  <a:cubicBezTo>
                    <a:pt x="1352338" y="4673600"/>
                    <a:pt x="1844206" y="4673600"/>
                    <a:pt x="2338469" y="4673600"/>
                  </a:cubicBezTo>
                  <a:cubicBezTo>
                    <a:pt x="2338469" y="4820349"/>
                    <a:pt x="2338469" y="4962652"/>
                    <a:pt x="2338469" y="5107746"/>
                  </a:cubicBezTo>
                  <a:cubicBezTo>
                    <a:pt x="2057027" y="5107746"/>
                    <a:pt x="1777268" y="5107746"/>
                    <a:pt x="1493045" y="5107746"/>
                  </a:cubicBezTo>
                  <a:cubicBezTo>
                    <a:pt x="1493045" y="5252772"/>
                    <a:pt x="1493045" y="5395124"/>
                    <a:pt x="1493045" y="5540593"/>
                  </a:cubicBezTo>
                  <a:cubicBezTo>
                    <a:pt x="1346316" y="5540593"/>
                    <a:pt x="1204012" y="5540593"/>
                    <a:pt x="1057206" y="5540593"/>
                  </a:cubicBezTo>
                  <a:cubicBezTo>
                    <a:pt x="1057206" y="5398876"/>
                    <a:pt x="1057206" y="5256515"/>
                    <a:pt x="1057206" y="5109151"/>
                  </a:cubicBezTo>
                  <a:cubicBezTo>
                    <a:pt x="936846" y="5109151"/>
                    <a:pt x="820873" y="5109853"/>
                    <a:pt x="704919" y="5108785"/>
                  </a:cubicBezTo>
                  <a:cubicBezTo>
                    <a:pt x="663205" y="5108400"/>
                    <a:pt x="621145" y="5106505"/>
                    <a:pt x="579932" y="5100569"/>
                  </a:cubicBezTo>
                  <a:cubicBezTo>
                    <a:pt x="489386" y="5087534"/>
                    <a:pt x="423082" y="4978189"/>
                    <a:pt x="423015" y="4891029"/>
                  </a:cubicBezTo>
                  <a:cubicBezTo>
                    <a:pt x="422919" y="4754372"/>
                    <a:pt x="422996" y="4617716"/>
                    <a:pt x="422996" y="4476153"/>
                  </a:cubicBezTo>
                  <a:cubicBezTo>
                    <a:pt x="349362" y="4476153"/>
                    <a:pt x="279037" y="4476153"/>
                    <a:pt x="208713" y="4476153"/>
                  </a:cubicBezTo>
                  <a:cubicBezTo>
                    <a:pt x="139841" y="4476153"/>
                    <a:pt x="70959" y="4476153"/>
                    <a:pt x="0" y="4476153"/>
                  </a:cubicBezTo>
                  <a:cubicBezTo>
                    <a:pt x="0" y="4330992"/>
                    <a:pt x="0" y="4189794"/>
                    <a:pt x="0" y="4044123"/>
                  </a:cubicBezTo>
                  <a:cubicBezTo>
                    <a:pt x="138196" y="4044123"/>
                    <a:pt x="277402" y="4044123"/>
                    <a:pt x="419783" y="4044123"/>
                  </a:cubicBezTo>
                  <a:cubicBezTo>
                    <a:pt x="419783" y="3856460"/>
                    <a:pt x="419783" y="3673212"/>
                    <a:pt x="419783" y="3485471"/>
                  </a:cubicBezTo>
                  <a:cubicBezTo>
                    <a:pt x="281375" y="3485471"/>
                    <a:pt x="142169" y="3485471"/>
                    <a:pt x="433" y="3485471"/>
                  </a:cubicBezTo>
                  <a:cubicBezTo>
                    <a:pt x="433" y="3338723"/>
                    <a:pt x="433" y="3196419"/>
                    <a:pt x="433" y="3051306"/>
                  </a:cubicBezTo>
                  <a:cubicBezTo>
                    <a:pt x="139610" y="3051306"/>
                    <a:pt x="277671" y="3051306"/>
                    <a:pt x="419350" y="3051306"/>
                  </a:cubicBezTo>
                  <a:cubicBezTo>
                    <a:pt x="419350" y="2865326"/>
                    <a:pt x="419350" y="2682069"/>
                    <a:pt x="419350" y="2494328"/>
                  </a:cubicBezTo>
                  <a:cubicBezTo>
                    <a:pt x="282260" y="2494328"/>
                    <a:pt x="143044" y="2494328"/>
                    <a:pt x="866" y="2494328"/>
                  </a:cubicBezTo>
                  <a:cubicBezTo>
                    <a:pt x="866" y="2347590"/>
                    <a:pt x="866" y="2205286"/>
                    <a:pt x="866" y="2058489"/>
                  </a:cubicBezTo>
                  <a:cubicBezTo>
                    <a:pt x="139850" y="2058489"/>
                    <a:pt x="279056" y="2058489"/>
                    <a:pt x="420591" y="2058489"/>
                  </a:cubicBezTo>
                  <a:cubicBezTo>
                    <a:pt x="420591" y="1867641"/>
                    <a:pt x="420591" y="1681248"/>
                    <a:pt x="420591" y="1492054"/>
                  </a:cubicBezTo>
                  <a:lnTo>
                    <a:pt x="409364" y="1492054"/>
                  </a:lnTo>
                  <a:close/>
                  <a:moveTo>
                    <a:pt x="4041199" y="0"/>
                  </a:moveTo>
                  <a:cubicBezTo>
                    <a:pt x="4186822" y="0"/>
                    <a:pt x="4328019" y="0"/>
                    <a:pt x="4473681" y="0"/>
                  </a:cubicBezTo>
                  <a:cubicBezTo>
                    <a:pt x="4473681" y="138465"/>
                    <a:pt x="4473681" y="277671"/>
                    <a:pt x="4473681" y="423083"/>
                  </a:cubicBezTo>
                  <a:cubicBezTo>
                    <a:pt x="4499367" y="423083"/>
                    <a:pt x="4520714" y="423083"/>
                    <a:pt x="4542062" y="423083"/>
                  </a:cubicBezTo>
                  <a:cubicBezTo>
                    <a:pt x="4653850" y="423083"/>
                    <a:pt x="4765648" y="422823"/>
                    <a:pt x="4877436" y="423150"/>
                  </a:cubicBezTo>
                  <a:cubicBezTo>
                    <a:pt x="5012332" y="423544"/>
                    <a:pt x="5117713" y="520623"/>
                    <a:pt x="5110604" y="653941"/>
                  </a:cubicBezTo>
                  <a:cubicBezTo>
                    <a:pt x="5103581" y="785644"/>
                    <a:pt x="5109064" y="918000"/>
                    <a:pt x="5109064" y="1054532"/>
                  </a:cubicBezTo>
                  <a:cubicBezTo>
                    <a:pt x="5253610" y="1054532"/>
                    <a:pt x="5395962" y="1054532"/>
                    <a:pt x="5540959" y="1054532"/>
                  </a:cubicBezTo>
                  <a:cubicBezTo>
                    <a:pt x="5540959" y="1201270"/>
                    <a:pt x="5540959" y="1343574"/>
                    <a:pt x="5540959" y="1490351"/>
                  </a:cubicBezTo>
                  <a:cubicBezTo>
                    <a:pt x="5397876" y="1490351"/>
                    <a:pt x="5255524" y="1490351"/>
                    <a:pt x="5109064" y="1490351"/>
                  </a:cubicBezTo>
                  <a:cubicBezTo>
                    <a:pt x="5109064" y="1599831"/>
                    <a:pt x="5109064" y="1704884"/>
                    <a:pt x="5109064" y="1809938"/>
                  </a:cubicBezTo>
                  <a:cubicBezTo>
                    <a:pt x="5109064" y="1915358"/>
                    <a:pt x="5109064" y="2020787"/>
                    <a:pt x="5109064" y="2129660"/>
                  </a:cubicBezTo>
                  <a:cubicBezTo>
                    <a:pt x="4965423" y="2129660"/>
                    <a:pt x="4823110" y="2129660"/>
                    <a:pt x="4676323" y="2129660"/>
                  </a:cubicBezTo>
                  <a:cubicBezTo>
                    <a:pt x="4676323" y="1708560"/>
                    <a:pt x="4676323" y="1285968"/>
                    <a:pt x="4676323" y="857729"/>
                  </a:cubicBezTo>
                  <a:lnTo>
                    <a:pt x="1284515" y="853813"/>
                  </a:lnTo>
                  <a:lnTo>
                    <a:pt x="1284515" y="407863"/>
                  </a:lnTo>
                  <a:lnTo>
                    <a:pt x="1489207" y="407863"/>
                  </a:lnTo>
                  <a:lnTo>
                    <a:pt x="1489207" y="419629"/>
                  </a:lnTo>
                  <a:cubicBezTo>
                    <a:pt x="1678333" y="419629"/>
                    <a:pt x="1864736" y="419629"/>
                    <a:pt x="2055622" y="419629"/>
                  </a:cubicBezTo>
                  <a:cubicBezTo>
                    <a:pt x="2055622" y="281991"/>
                    <a:pt x="2055622" y="142775"/>
                    <a:pt x="2055622" y="779"/>
                  </a:cubicBezTo>
                  <a:cubicBezTo>
                    <a:pt x="2202352" y="779"/>
                    <a:pt x="2344655" y="779"/>
                    <a:pt x="2491442" y="779"/>
                  </a:cubicBezTo>
                  <a:cubicBezTo>
                    <a:pt x="2491442" y="140284"/>
                    <a:pt x="2491442" y="279490"/>
                    <a:pt x="2491442" y="420851"/>
                  </a:cubicBezTo>
                  <a:cubicBezTo>
                    <a:pt x="2678009" y="420851"/>
                    <a:pt x="2860131" y="420851"/>
                    <a:pt x="3046737" y="420851"/>
                  </a:cubicBezTo>
                  <a:cubicBezTo>
                    <a:pt x="3046737" y="282895"/>
                    <a:pt x="3046737" y="143689"/>
                    <a:pt x="3046737" y="1222"/>
                  </a:cubicBezTo>
                  <a:cubicBezTo>
                    <a:pt x="3193447" y="1222"/>
                    <a:pt x="3335760" y="1222"/>
                    <a:pt x="3482557" y="1222"/>
                  </a:cubicBezTo>
                  <a:cubicBezTo>
                    <a:pt x="3482557" y="139379"/>
                    <a:pt x="3482557" y="278585"/>
                    <a:pt x="3482557" y="420408"/>
                  </a:cubicBezTo>
                  <a:cubicBezTo>
                    <a:pt x="3670249" y="420408"/>
                    <a:pt x="3853487" y="420408"/>
                    <a:pt x="4041199" y="420408"/>
                  </a:cubicBezTo>
                  <a:cubicBezTo>
                    <a:pt x="4041199" y="280394"/>
                    <a:pt x="4041199" y="141188"/>
                    <a:pt x="4041199" y="0"/>
                  </a:cubicBezTo>
                  <a:close/>
                </a:path>
              </a:pathLst>
            </a:custGeom>
            <a:grpFill/>
            <a:ln w="6350" cap="flat">
              <a:noFill/>
              <a:prstDash val="solid"/>
              <a:miter/>
            </a:ln>
          </p:spPr>
          <p:txBody>
            <a:bodyPr wrap="square" rtlCol="0" anchor="ctr">
              <a:noAutofit/>
            </a:bodyPr>
            <a:lstStyle/>
            <a:p>
              <a:endParaRPr lang="en-US"/>
            </a:p>
          </p:txBody>
        </p:sp>
        <p:sp>
          <p:nvSpPr>
            <p:cNvPr id="544" name="Freeform: Shape 543">
              <a:extLst>
                <a:ext uri="{FF2B5EF4-FFF2-40B4-BE49-F238E27FC236}">
                  <a16:creationId xmlns:a16="http://schemas.microsoft.com/office/drawing/2014/main" id="{BFEA4528-B460-78C5-3E14-5A5AEFA8F3FD}"/>
                </a:ext>
                <a:ext uri="{C183D7F6-B498-43B3-948B-1728B52AA6E4}">
                  <adec:decorative xmlns:adec="http://schemas.microsoft.com/office/drawing/2017/decorative" val="1"/>
                </a:ext>
              </a:extLst>
            </p:cNvPr>
            <p:cNvSpPr/>
            <p:nvPr/>
          </p:nvSpPr>
          <p:spPr>
            <a:xfrm>
              <a:off x="3303135" y="1539314"/>
              <a:ext cx="451404" cy="435133"/>
            </a:xfrm>
            <a:custGeom>
              <a:avLst/>
              <a:gdLst>
                <a:gd name="connsiteX0" fmla="*/ 4343123 w 6771071"/>
                <a:gd name="connsiteY0" fmla="*/ 4129206 h 6526994"/>
                <a:gd name="connsiteX1" fmla="*/ 4764483 w 6771071"/>
                <a:gd name="connsiteY1" fmla="*/ 4129206 h 6526994"/>
                <a:gd name="connsiteX2" fmla="*/ 4764483 w 6771071"/>
                <a:gd name="connsiteY2" fmla="*/ 4548450 h 6526994"/>
                <a:gd name="connsiteX3" fmla="*/ 4343123 w 6771071"/>
                <a:gd name="connsiteY3" fmla="*/ 4548450 h 6526994"/>
                <a:gd name="connsiteX4" fmla="*/ 4642985 w 6771071"/>
                <a:gd name="connsiteY4" fmla="*/ 3160445 h 6526994"/>
                <a:gd name="connsiteX5" fmla="*/ 4513103 w 6771071"/>
                <a:gd name="connsiteY5" fmla="*/ 3161313 h 6526994"/>
                <a:gd name="connsiteX6" fmla="*/ 4338862 w 6771071"/>
                <a:gd name="connsiteY6" fmla="*/ 3185492 h 6526994"/>
                <a:gd name="connsiteX7" fmla="*/ 3565395 w 6771071"/>
                <a:gd name="connsiteY7" fmla="*/ 3710058 h 6526994"/>
                <a:gd name="connsiteX8" fmla="*/ 3362242 w 6771071"/>
                <a:gd name="connsiteY8" fmla="*/ 4376181 h 6526994"/>
                <a:gd name="connsiteX9" fmla="*/ 3402604 w 6771071"/>
                <a:gd name="connsiteY9" fmla="*/ 4711423 h 6526994"/>
                <a:gd name="connsiteX10" fmla="*/ 3422186 w 6771071"/>
                <a:gd name="connsiteY10" fmla="*/ 4778076 h 6526994"/>
                <a:gd name="connsiteX11" fmla="*/ 3794077 w 6771071"/>
                <a:gd name="connsiteY11" fmla="*/ 5321727 h 6526994"/>
                <a:gd name="connsiteX12" fmla="*/ 4458173 w 6771071"/>
                <a:gd name="connsiteY12" fmla="*/ 5607131 h 6526994"/>
                <a:gd name="connsiteX13" fmla="*/ 5178099 w 6771071"/>
                <a:gd name="connsiteY13" fmla="*/ 5458510 h 6526994"/>
                <a:gd name="connsiteX14" fmla="*/ 5683091 w 6771071"/>
                <a:gd name="connsiteY14" fmla="*/ 4930655 h 6526994"/>
                <a:gd name="connsiteX15" fmla="*/ 5789525 w 6771071"/>
                <a:gd name="connsiteY15" fmla="*/ 4168416 h 6526994"/>
                <a:gd name="connsiteX16" fmla="*/ 5452439 w 6771071"/>
                <a:gd name="connsiteY16" fmla="*/ 3522645 h 6526994"/>
                <a:gd name="connsiteX17" fmla="*/ 5026343 w 6771071"/>
                <a:gd name="connsiteY17" fmla="*/ 3244503 h 6526994"/>
                <a:gd name="connsiteX18" fmla="*/ 4642985 w 6771071"/>
                <a:gd name="connsiteY18" fmla="*/ 3160445 h 6526994"/>
                <a:gd name="connsiteX19" fmla="*/ 4332480 w 6771071"/>
                <a:gd name="connsiteY19" fmla="*/ 2220689 h 6526994"/>
                <a:gd name="connsiteX20" fmla="*/ 4766772 w 6771071"/>
                <a:gd name="connsiteY20" fmla="*/ 2220689 h 6526994"/>
                <a:gd name="connsiteX21" fmla="*/ 4766772 w 6771071"/>
                <a:gd name="connsiteY21" fmla="*/ 2733780 h 6526994"/>
                <a:gd name="connsiteX22" fmla="*/ 5460289 w 6771071"/>
                <a:gd name="connsiteY22" fmla="*/ 2974163 h 6526994"/>
                <a:gd name="connsiteX23" fmla="*/ 5796638 w 6771071"/>
                <a:gd name="connsiteY23" fmla="*/ 2564682 h 6526994"/>
                <a:gd name="connsiteX24" fmla="*/ 6017374 w 6771071"/>
                <a:gd name="connsiteY24" fmla="*/ 2744114 h 6526994"/>
                <a:gd name="connsiteX25" fmla="*/ 6108101 w 6771071"/>
                <a:gd name="connsiteY25" fmla="*/ 2816998 h 6526994"/>
                <a:gd name="connsiteX26" fmla="*/ 6117669 w 6771071"/>
                <a:gd name="connsiteY26" fmla="*/ 2867247 h 6526994"/>
                <a:gd name="connsiteX27" fmla="*/ 5799636 w 6771071"/>
                <a:gd name="connsiteY27" fmla="*/ 3251339 h 6526994"/>
                <a:gd name="connsiteX28" fmla="*/ 6163558 w 6771071"/>
                <a:gd name="connsiteY28" fmla="*/ 3866252 h 6526994"/>
                <a:gd name="connsiteX29" fmla="*/ 6692556 w 6771071"/>
                <a:gd name="connsiteY29" fmla="*/ 3767462 h 6526994"/>
                <a:gd name="connsiteX30" fmla="*/ 6733179 w 6771071"/>
                <a:gd name="connsiteY30" fmla="*/ 3966535 h 6526994"/>
                <a:gd name="connsiteX31" fmla="*/ 6768330 w 6771071"/>
                <a:gd name="connsiteY31" fmla="*/ 4148681 h 6526994"/>
                <a:gd name="connsiteX32" fmla="*/ 6733846 w 6771071"/>
                <a:gd name="connsiteY32" fmla="*/ 4203274 h 6526994"/>
                <a:gd name="connsiteX33" fmla="*/ 6282363 w 6771071"/>
                <a:gd name="connsiteY33" fmla="*/ 4287765 h 6526994"/>
                <a:gd name="connsiteX34" fmla="*/ 6242119 w 6771071"/>
                <a:gd name="connsiteY34" fmla="*/ 4302059 h 6526994"/>
                <a:gd name="connsiteX35" fmla="*/ 6241995 w 6771071"/>
                <a:gd name="connsiteY35" fmla="*/ 4468334 h 6526994"/>
                <a:gd name="connsiteX36" fmla="*/ 6150263 w 6771071"/>
                <a:gd name="connsiteY36" fmla="*/ 4940922 h 6526994"/>
                <a:gd name="connsiteX37" fmla="*/ 6185928 w 6771071"/>
                <a:gd name="connsiteY37" fmla="*/ 5031033 h 6526994"/>
                <a:gd name="connsiteX38" fmla="*/ 6576670 w 6771071"/>
                <a:gd name="connsiteY38" fmla="*/ 5247017 h 6526994"/>
                <a:gd name="connsiteX39" fmla="*/ 6589236 w 6771071"/>
                <a:gd name="connsiteY39" fmla="*/ 5303249 h 6526994"/>
                <a:gd name="connsiteX40" fmla="*/ 6419014 w 6771071"/>
                <a:gd name="connsiteY40" fmla="*/ 5607725 h 6526994"/>
                <a:gd name="connsiteX41" fmla="*/ 6360855 w 6771071"/>
                <a:gd name="connsiteY41" fmla="*/ 5627342 h 6526994"/>
                <a:gd name="connsiteX42" fmla="*/ 6056299 w 6771071"/>
                <a:gd name="connsiteY42" fmla="*/ 5457003 h 6526994"/>
                <a:gd name="connsiteX43" fmla="*/ 5926664 w 6771071"/>
                <a:gd name="connsiteY43" fmla="*/ 5385901 h 6526994"/>
                <a:gd name="connsiteX44" fmla="*/ 5673267 w 6771071"/>
                <a:gd name="connsiteY44" fmla="*/ 5641643 h 6526994"/>
                <a:gd name="connsiteX45" fmla="*/ 5385763 w 6771071"/>
                <a:gd name="connsiteY45" fmla="*/ 5854465 h 6526994"/>
                <a:gd name="connsiteX46" fmla="*/ 5485766 w 6771071"/>
                <a:gd name="connsiteY46" fmla="*/ 6110994 h 6526994"/>
                <a:gd name="connsiteX47" fmla="*/ 5564977 w 6771071"/>
                <a:gd name="connsiteY47" fmla="*/ 6318043 h 6526994"/>
                <a:gd name="connsiteX48" fmla="*/ 5552138 w 6771071"/>
                <a:gd name="connsiteY48" fmla="*/ 6363004 h 6526994"/>
                <a:gd name="connsiteX49" fmla="*/ 5171295 w 6771071"/>
                <a:gd name="connsiteY49" fmla="*/ 6510652 h 6526994"/>
                <a:gd name="connsiteX50" fmla="*/ 5108338 w 6771071"/>
                <a:gd name="connsiteY50" fmla="*/ 6350195 h 6526994"/>
                <a:gd name="connsiteX51" fmla="*/ 4984125 w 6771071"/>
                <a:gd name="connsiteY51" fmla="*/ 6030129 h 6526994"/>
                <a:gd name="connsiteX52" fmla="*/ 4942200 w 6771071"/>
                <a:gd name="connsiteY52" fmla="*/ 6010369 h 6526994"/>
                <a:gd name="connsiteX53" fmla="*/ 4433771 w 6771071"/>
                <a:gd name="connsiteY53" fmla="*/ 6042909 h 6526994"/>
                <a:gd name="connsiteX54" fmla="*/ 4263017 w 6771071"/>
                <a:gd name="connsiteY54" fmla="*/ 6019049 h 6526994"/>
                <a:gd name="connsiteX55" fmla="*/ 4088309 w 6771071"/>
                <a:gd name="connsiteY55" fmla="*/ 6526994 h 6526994"/>
                <a:gd name="connsiteX56" fmla="*/ 3709056 w 6771071"/>
                <a:gd name="connsiteY56" fmla="*/ 6402317 h 6526994"/>
                <a:gd name="connsiteX57" fmla="*/ 3687485 w 6771071"/>
                <a:gd name="connsiteY57" fmla="*/ 6352552 h 6526994"/>
                <a:gd name="connsiteX58" fmla="*/ 3846078 w 6771071"/>
                <a:gd name="connsiteY58" fmla="*/ 5882451 h 6526994"/>
                <a:gd name="connsiteX59" fmla="*/ 3639473 w 6771071"/>
                <a:gd name="connsiteY59" fmla="*/ 5753098 h 6526994"/>
                <a:gd name="connsiteX60" fmla="*/ 3309805 w 6771071"/>
                <a:gd name="connsiteY60" fmla="*/ 5450092 h 6526994"/>
                <a:gd name="connsiteX61" fmla="*/ 3263199 w 6771071"/>
                <a:gd name="connsiteY61" fmla="*/ 5446591 h 6526994"/>
                <a:gd name="connsiteX62" fmla="*/ 2835574 w 6771071"/>
                <a:gd name="connsiteY62" fmla="*/ 5707151 h 6526994"/>
                <a:gd name="connsiteX63" fmla="*/ 2667686 w 6771071"/>
                <a:gd name="connsiteY63" fmla="*/ 5431872 h 6526994"/>
                <a:gd name="connsiteX64" fmla="*/ 2620420 w 6771071"/>
                <a:gd name="connsiteY64" fmla="*/ 5336310 h 6526994"/>
                <a:gd name="connsiteX65" fmla="*/ 2707268 w 6771071"/>
                <a:gd name="connsiteY65" fmla="*/ 5274969 h 6526994"/>
                <a:gd name="connsiteX66" fmla="*/ 3035826 w 6771071"/>
                <a:gd name="connsiteY66" fmla="*/ 5072872 h 6526994"/>
                <a:gd name="connsiteX67" fmla="*/ 3051198 w 6771071"/>
                <a:gd name="connsiteY67" fmla="*/ 5028614 h 6526994"/>
                <a:gd name="connsiteX68" fmla="*/ 2937346 w 6771071"/>
                <a:gd name="connsiteY68" fmla="*/ 4613863 h 6526994"/>
                <a:gd name="connsiteX69" fmla="*/ 2921621 w 6771071"/>
                <a:gd name="connsiteY69" fmla="*/ 4352361 h 6526994"/>
                <a:gd name="connsiteX70" fmla="*/ 2406437 w 6771071"/>
                <a:gd name="connsiteY70" fmla="*/ 4272056 h 6526994"/>
                <a:gd name="connsiteX71" fmla="*/ 2426563 w 6771071"/>
                <a:gd name="connsiteY71" fmla="*/ 4115068 h 6526994"/>
                <a:gd name="connsiteX72" fmla="*/ 2462479 w 6771071"/>
                <a:gd name="connsiteY72" fmla="*/ 3890517 h 6526994"/>
                <a:gd name="connsiteX73" fmla="*/ 2516866 w 6771071"/>
                <a:gd name="connsiteY73" fmla="*/ 3848461 h 6526994"/>
                <a:gd name="connsiteX74" fmla="*/ 2921379 w 6771071"/>
                <a:gd name="connsiteY74" fmla="*/ 3909105 h 6526994"/>
                <a:gd name="connsiteX75" fmla="*/ 2981643 w 6771071"/>
                <a:gd name="connsiteY75" fmla="*/ 3919371 h 6526994"/>
                <a:gd name="connsiteX76" fmla="*/ 3098828 w 6771071"/>
                <a:gd name="connsiteY76" fmla="*/ 3642622 h 6526994"/>
                <a:gd name="connsiteX77" fmla="*/ 3311557 w 6771071"/>
                <a:gd name="connsiteY77" fmla="*/ 3321604 h 6526994"/>
                <a:gd name="connsiteX78" fmla="*/ 3306983 w 6771071"/>
                <a:gd name="connsiteY78" fmla="*/ 3226216 h 6526994"/>
                <a:gd name="connsiteX79" fmla="*/ 3063239 w 6771071"/>
                <a:gd name="connsiteY79" fmla="*/ 2937412 h 6526994"/>
                <a:gd name="connsiteX80" fmla="*/ 3005219 w 6771071"/>
                <a:gd name="connsiteY80" fmla="*/ 2886019 h 6526994"/>
                <a:gd name="connsiteX81" fmla="*/ 3196291 w 6771071"/>
                <a:gd name="connsiteY81" fmla="*/ 2719687 h 6526994"/>
                <a:gd name="connsiteX82" fmla="*/ 3313013 w 6771071"/>
                <a:gd name="connsiteY82" fmla="*/ 2619236 h 6526994"/>
                <a:gd name="connsiteX83" fmla="*/ 3371131 w 6771071"/>
                <a:gd name="connsiteY83" fmla="*/ 2623340 h 6526994"/>
                <a:gd name="connsiteX84" fmla="*/ 3557541 w 6771071"/>
                <a:gd name="connsiteY84" fmla="*/ 2844759 h 6526994"/>
                <a:gd name="connsiteX85" fmla="*/ 3646854 w 6771071"/>
                <a:gd name="connsiteY85" fmla="*/ 2952379 h 6526994"/>
                <a:gd name="connsiteX86" fmla="*/ 3724799 w 6771071"/>
                <a:gd name="connsiteY86" fmla="*/ 2965142 h 6526994"/>
                <a:gd name="connsiteX87" fmla="*/ 4258091 w 6771071"/>
                <a:gd name="connsiteY87" fmla="*/ 2756587 h 6526994"/>
                <a:gd name="connsiteX88" fmla="*/ 4332480 w 6771071"/>
                <a:gd name="connsiteY88" fmla="*/ 2743256 h 6526994"/>
                <a:gd name="connsiteX89" fmla="*/ 4332480 w 6771071"/>
                <a:gd name="connsiteY89" fmla="*/ 2220689 h 6526994"/>
                <a:gd name="connsiteX90" fmla="*/ 0 w 6771071"/>
                <a:gd name="connsiteY90" fmla="*/ 0 h 6526994"/>
                <a:gd name="connsiteX91" fmla="*/ 639925 w 6771071"/>
                <a:gd name="connsiteY91" fmla="*/ 0 h 6526994"/>
                <a:gd name="connsiteX92" fmla="*/ 639925 w 6771071"/>
                <a:gd name="connsiteY92" fmla="*/ 639424 h 6526994"/>
                <a:gd name="connsiteX93" fmla="*/ 0 w 6771071"/>
                <a:gd name="connsiteY93" fmla="*/ 639424 h 652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771071" h="6526994">
                  <a:moveTo>
                    <a:pt x="4343123" y="4129206"/>
                  </a:moveTo>
                  <a:lnTo>
                    <a:pt x="4764483" y="4129206"/>
                  </a:lnTo>
                  <a:lnTo>
                    <a:pt x="4764483" y="4548450"/>
                  </a:lnTo>
                  <a:lnTo>
                    <a:pt x="4343123" y="4548450"/>
                  </a:lnTo>
                  <a:close/>
                  <a:moveTo>
                    <a:pt x="4642985" y="3160445"/>
                  </a:moveTo>
                  <a:cubicBezTo>
                    <a:pt x="4599832" y="3158293"/>
                    <a:pt x="4556526" y="3158572"/>
                    <a:pt x="4513103" y="3161313"/>
                  </a:cubicBezTo>
                  <a:cubicBezTo>
                    <a:pt x="4455205" y="3164967"/>
                    <a:pt x="4397098" y="3173001"/>
                    <a:pt x="4338862" y="3185492"/>
                  </a:cubicBezTo>
                  <a:cubicBezTo>
                    <a:pt x="4012414" y="3255510"/>
                    <a:pt x="3752066" y="3431727"/>
                    <a:pt x="3565395" y="3710058"/>
                  </a:cubicBezTo>
                  <a:cubicBezTo>
                    <a:pt x="3430747" y="3910826"/>
                    <a:pt x="3355601" y="4132897"/>
                    <a:pt x="3362242" y="4376181"/>
                  </a:cubicBezTo>
                  <a:cubicBezTo>
                    <a:pt x="3365235" y="4485807"/>
                    <a:pt x="3386388" y="4594938"/>
                    <a:pt x="3402604" y="4711423"/>
                  </a:cubicBezTo>
                  <a:cubicBezTo>
                    <a:pt x="3409059" y="4733669"/>
                    <a:pt x="3414079" y="4756451"/>
                    <a:pt x="3422186" y="4778076"/>
                  </a:cubicBezTo>
                  <a:cubicBezTo>
                    <a:pt x="3501533" y="4989734"/>
                    <a:pt x="3619591" y="5173774"/>
                    <a:pt x="3794077" y="5321727"/>
                  </a:cubicBezTo>
                  <a:cubicBezTo>
                    <a:pt x="3987153" y="5485443"/>
                    <a:pt x="4209229" y="5583173"/>
                    <a:pt x="4458173" y="5607131"/>
                  </a:cubicBezTo>
                  <a:cubicBezTo>
                    <a:pt x="4710688" y="5631433"/>
                    <a:pt x="4953093" y="5586220"/>
                    <a:pt x="5178099" y="5458510"/>
                  </a:cubicBezTo>
                  <a:cubicBezTo>
                    <a:pt x="5400179" y="5332461"/>
                    <a:pt x="5569528" y="5156941"/>
                    <a:pt x="5683091" y="4930655"/>
                  </a:cubicBezTo>
                  <a:cubicBezTo>
                    <a:pt x="5803850" y="4690031"/>
                    <a:pt x="5836430" y="4434691"/>
                    <a:pt x="5789525" y="4168416"/>
                  </a:cubicBezTo>
                  <a:cubicBezTo>
                    <a:pt x="5745213" y="3916858"/>
                    <a:pt x="5627979" y="3703558"/>
                    <a:pt x="5452439" y="3522645"/>
                  </a:cubicBezTo>
                  <a:cubicBezTo>
                    <a:pt x="5332295" y="3398824"/>
                    <a:pt x="5187944" y="3307810"/>
                    <a:pt x="5026343" y="3244503"/>
                  </a:cubicBezTo>
                  <a:cubicBezTo>
                    <a:pt x="4900539" y="3195219"/>
                    <a:pt x="4772446" y="3166899"/>
                    <a:pt x="4642985" y="3160445"/>
                  </a:cubicBezTo>
                  <a:close/>
                  <a:moveTo>
                    <a:pt x="4332480" y="2220689"/>
                  </a:moveTo>
                  <a:cubicBezTo>
                    <a:pt x="4478997" y="2220689"/>
                    <a:pt x="4619960" y="2220689"/>
                    <a:pt x="4766772" y="2220689"/>
                  </a:cubicBezTo>
                  <a:cubicBezTo>
                    <a:pt x="4766772" y="2391020"/>
                    <a:pt x="4766772" y="2561571"/>
                    <a:pt x="4766772" y="2733780"/>
                  </a:cubicBezTo>
                  <a:cubicBezTo>
                    <a:pt x="5017772" y="2765220"/>
                    <a:pt x="5248160" y="2840646"/>
                    <a:pt x="5460289" y="2974163"/>
                  </a:cubicBezTo>
                  <a:cubicBezTo>
                    <a:pt x="5571790" y="2838418"/>
                    <a:pt x="5682872" y="2703184"/>
                    <a:pt x="5796638" y="2564682"/>
                  </a:cubicBezTo>
                  <a:cubicBezTo>
                    <a:pt x="5870912" y="2625073"/>
                    <a:pt x="5944084" y="2684668"/>
                    <a:pt x="6017374" y="2744114"/>
                  </a:cubicBezTo>
                  <a:cubicBezTo>
                    <a:pt x="6047501" y="2768551"/>
                    <a:pt x="6078026" y="2792497"/>
                    <a:pt x="6108101" y="2816998"/>
                  </a:cubicBezTo>
                  <a:cubicBezTo>
                    <a:pt x="6125050" y="2830805"/>
                    <a:pt x="6137441" y="2843631"/>
                    <a:pt x="6117669" y="2867247"/>
                  </a:cubicBezTo>
                  <a:cubicBezTo>
                    <a:pt x="6010954" y="2994707"/>
                    <a:pt x="5905498" y="3123221"/>
                    <a:pt x="5799636" y="3251339"/>
                  </a:cubicBezTo>
                  <a:cubicBezTo>
                    <a:pt x="5963693" y="3429695"/>
                    <a:pt x="6085260" y="3631340"/>
                    <a:pt x="6163558" y="3866252"/>
                  </a:cubicBezTo>
                  <a:cubicBezTo>
                    <a:pt x="6339079" y="3833474"/>
                    <a:pt x="6513462" y="3800907"/>
                    <a:pt x="6692556" y="3767462"/>
                  </a:cubicBezTo>
                  <a:cubicBezTo>
                    <a:pt x="6706196" y="3834157"/>
                    <a:pt x="6720008" y="3900282"/>
                    <a:pt x="6733179" y="3966535"/>
                  </a:cubicBezTo>
                  <a:cubicBezTo>
                    <a:pt x="6745235" y="4027182"/>
                    <a:pt x="6756435" y="4088000"/>
                    <a:pt x="6768330" y="4148681"/>
                  </a:cubicBezTo>
                  <a:cubicBezTo>
                    <a:pt x="6774081" y="4178020"/>
                    <a:pt x="6774196" y="4196530"/>
                    <a:pt x="6733846" y="4203274"/>
                  </a:cubicBezTo>
                  <a:cubicBezTo>
                    <a:pt x="6582859" y="4228508"/>
                    <a:pt x="6432717" y="4258819"/>
                    <a:pt x="6282363" y="4287765"/>
                  </a:cubicBezTo>
                  <a:cubicBezTo>
                    <a:pt x="6269173" y="4290305"/>
                    <a:pt x="6256736" y="4296759"/>
                    <a:pt x="6242119" y="4302059"/>
                  </a:cubicBezTo>
                  <a:cubicBezTo>
                    <a:pt x="6242119" y="4358395"/>
                    <a:pt x="6242773" y="4413374"/>
                    <a:pt x="6241995" y="4468334"/>
                  </a:cubicBezTo>
                  <a:cubicBezTo>
                    <a:pt x="6239689" y="4631299"/>
                    <a:pt x="6206018" y="4788533"/>
                    <a:pt x="6150263" y="4940922"/>
                  </a:cubicBezTo>
                  <a:cubicBezTo>
                    <a:pt x="6133938" y="4985542"/>
                    <a:pt x="6139833" y="5007290"/>
                    <a:pt x="6185928" y="5031033"/>
                  </a:cubicBezTo>
                  <a:cubicBezTo>
                    <a:pt x="6318166" y="5099147"/>
                    <a:pt x="6445842" y="5176067"/>
                    <a:pt x="6576670" y="5247017"/>
                  </a:cubicBezTo>
                  <a:cubicBezTo>
                    <a:pt x="6607737" y="5263865"/>
                    <a:pt x="6601890" y="5280743"/>
                    <a:pt x="6589236" y="5303249"/>
                  </a:cubicBezTo>
                  <a:cubicBezTo>
                    <a:pt x="6532246" y="5404606"/>
                    <a:pt x="6474216" y="5505404"/>
                    <a:pt x="6419014" y="5607725"/>
                  </a:cubicBezTo>
                  <a:cubicBezTo>
                    <a:pt x="6403703" y="5636108"/>
                    <a:pt x="6389219" y="5643409"/>
                    <a:pt x="6360855" y="5627342"/>
                  </a:cubicBezTo>
                  <a:cubicBezTo>
                    <a:pt x="6259653" y="5570004"/>
                    <a:pt x="6157944" y="5513557"/>
                    <a:pt x="6056299" y="5457003"/>
                  </a:cubicBezTo>
                  <a:cubicBezTo>
                    <a:pt x="6010552" y="5431549"/>
                    <a:pt x="5964506" y="5406637"/>
                    <a:pt x="5926664" y="5385901"/>
                  </a:cubicBezTo>
                  <a:cubicBezTo>
                    <a:pt x="5839803" y="5474604"/>
                    <a:pt x="5762166" y="5564624"/>
                    <a:pt x="5673267" y="5641643"/>
                  </a:cubicBezTo>
                  <a:cubicBezTo>
                    <a:pt x="5584759" y="5718321"/>
                    <a:pt x="5484946" y="5781950"/>
                    <a:pt x="5385763" y="5854465"/>
                  </a:cubicBezTo>
                  <a:cubicBezTo>
                    <a:pt x="5417597" y="5935364"/>
                    <a:pt x="5451426" y="6021337"/>
                    <a:pt x="5485766" y="6110994"/>
                  </a:cubicBezTo>
                  <a:cubicBezTo>
                    <a:pt x="5512934" y="6182317"/>
                    <a:pt x="5540982" y="6249471"/>
                    <a:pt x="5564977" y="6318043"/>
                  </a:cubicBezTo>
                  <a:cubicBezTo>
                    <a:pt x="5569367" y="6330590"/>
                    <a:pt x="5561440" y="6359241"/>
                    <a:pt x="5552138" y="6363004"/>
                  </a:cubicBezTo>
                  <a:cubicBezTo>
                    <a:pt x="5427595" y="6413394"/>
                    <a:pt x="5301796" y="6460677"/>
                    <a:pt x="5171295" y="6510652"/>
                  </a:cubicBezTo>
                  <a:cubicBezTo>
                    <a:pt x="5149604" y="6455430"/>
                    <a:pt x="5128652" y="6402936"/>
                    <a:pt x="5108338" y="6350195"/>
                  </a:cubicBezTo>
                  <a:cubicBezTo>
                    <a:pt x="5067201" y="6243394"/>
                    <a:pt x="5027312" y="6136092"/>
                    <a:pt x="4984125" y="6030129"/>
                  </a:cubicBezTo>
                  <a:cubicBezTo>
                    <a:pt x="4979664" y="6019187"/>
                    <a:pt x="4954203" y="6007299"/>
                    <a:pt x="4942200" y="6010369"/>
                  </a:cubicBezTo>
                  <a:cubicBezTo>
                    <a:pt x="4774620" y="6053235"/>
                    <a:pt x="4603863" y="6045665"/>
                    <a:pt x="4433771" y="6042909"/>
                  </a:cubicBezTo>
                  <a:cubicBezTo>
                    <a:pt x="4377208" y="6041993"/>
                    <a:pt x="4320864" y="6027527"/>
                    <a:pt x="4263017" y="6019049"/>
                  </a:cubicBezTo>
                  <a:cubicBezTo>
                    <a:pt x="4205196" y="6187162"/>
                    <a:pt x="4147057" y="6356194"/>
                    <a:pt x="4088309" y="6526994"/>
                  </a:cubicBezTo>
                  <a:cubicBezTo>
                    <a:pt x="3958296" y="6484270"/>
                    <a:pt x="3833653" y="6443365"/>
                    <a:pt x="3709056" y="6402317"/>
                  </a:cubicBezTo>
                  <a:cubicBezTo>
                    <a:pt x="3683467" y="6393885"/>
                    <a:pt x="3677923" y="6380120"/>
                    <a:pt x="3687485" y="6352552"/>
                  </a:cubicBezTo>
                  <a:cubicBezTo>
                    <a:pt x="3741714" y="6196197"/>
                    <a:pt x="3793545" y="6039010"/>
                    <a:pt x="3846078" y="5882451"/>
                  </a:cubicBezTo>
                  <a:cubicBezTo>
                    <a:pt x="3777444" y="5839512"/>
                    <a:pt x="3708229" y="5796667"/>
                    <a:pt x="3639473" y="5753098"/>
                  </a:cubicBezTo>
                  <a:cubicBezTo>
                    <a:pt x="3511406" y="5671944"/>
                    <a:pt x="3406769" y="5565049"/>
                    <a:pt x="3309805" y="5450092"/>
                  </a:cubicBezTo>
                  <a:cubicBezTo>
                    <a:pt x="3293603" y="5430881"/>
                    <a:pt x="3281480" y="5435346"/>
                    <a:pt x="3263199" y="5446591"/>
                  </a:cubicBezTo>
                  <a:cubicBezTo>
                    <a:pt x="3122269" y="5533289"/>
                    <a:pt x="2980684" y="5618921"/>
                    <a:pt x="2835574" y="5707151"/>
                  </a:cubicBezTo>
                  <a:cubicBezTo>
                    <a:pt x="2778599" y="5613911"/>
                    <a:pt x="2722600" y="5523218"/>
                    <a:pt x="2667686" y="5431872"/>
                  </a:cubicBezTo>
                  <a:cubicBezTo>
                    <a:pt x="2648775" y="5400416"/>
                    <a:pt x="2613874" y="5362697"/>
                    <a:pt x="2620420" y="5336310"/>
                  </a:cubicBezTo>
                  <a:cubicBezTo>
                    <a:pt x="2626886" y="5310254"/>
                    <a:pt x="2676130" y="5294296"/>
                    <a:pt x="2707268" y="5274969"/>
                  </a:cubicBezTo>
                  <a:cubicBezTo>
                    <a:pt x="2816515" y="5207159"/>
                    <a:pt x="2925652" y="5139152"/>
                    <a:pt x="3035826" y="5072872"/>
                  </a:cubicBezTo>
                  <a:cubicBezTo>
                    <a:pt x="3056321" y="5060544"/>
                    <a:pt x="3061339" y="5051248"/>
                    <a:pt x="3051198" y="5028614"/>
                  </a:cubicBezTo>
                  <a:cubicBezTo>
                    <a:pt x="2991930" y="4896346"/>
                    <a:pt x="2958128" y="4756302"/>
                    <a:pt x="2937346" y="4613863"/>
                  </a:cubicBezTo>
                  <a:cubicBezTo>
                    <a:pt x="2925205" y="4530653"/>
                    <a:pt x="2926727" y="4445450"/>
                    <a:pt x="2921621" y="4352361"/>
                  </a:cubicBezTo>
                  <a:cubicBezTo>
                    <a:pt x="2754505" y="4326312"/>
                    <a:pt x="2583915" y="4299721"/>
                    <a:pt x="2406437" y="4272056"/>
                  </a:cubicBezTo>
                  <a:cubicBezTo>
                    <a:pt x="2412918" y="4220884"/>
                    <a:pt x="2418621" y="4167809"/>
                    <a:pt x="2426563" y="4115068"/>
                  </a:cubicBezTo>
                  <a:cubicBezTo>
                    <a:pt x="2437851" y="4040113"/>
                    <a:pt x="2451989" y="3965574"/>
                    <a:pt x="2462479" y="3890517"/>
                  </a:cubicBezTo>
                  <a:cubicBezTo>
                    <a:pt x="2467298" y="3856047"/>
                    <a:pt x="2470982" y="3839883"/>
                    <a:pt x="2516866" y="3848461"/>
                  </a:cubicBezTo>
                  <a:cubicBezTo>
                    <a:pt x="2650800" y="3873502"/>
                    <a:pt x="2786437" y="3889421"/>
                    <a:pt x="2921379" y="3909105"/>
                  </a:cubicBezTo>
                  <a:cubicBezTo>
                    <a:pt x="2942507" y="3912186"/>
                    <a:pt x="2963490" y="3916255"/>
                    <a:pt x="2981643" y="3919371"/>
                  </a:cubicBezTo>
                  <a:cubicBezTo>
                    <a:pt x="3021203" y="3823876"/>
                    <a:pt x="3050689" y="3727990"/>
                    <a:pt x="3098828" y="3642622"/>
                  </a:cubicBezTo>
                  <a:cubicBezTo>
                    <a:pt x="3161738" y="3531065"/>
                    <a:pt x="3237470" y="3426463"/>
                    <a:pt x="3311557" y="3321604"/>
                  </a:cubicBezTo>
                  <a:cubicBezTo>
                    <a:pt x="3347651" y="3270516"/>
                    <a:pt x="3349426" y="3275115"/>
                    <a:pt x="3306983" y="3226216"/>
                  </a:cubicBezTo>
                  <a:cubicBezTo>
                    <a:pt x="3224419" y="3131093"/>
                    <a:pt x="3144995" y="3033249"/>
                    <a:pt x="3063239" y="2937412"/>
                  </a:cubicBezTo>
                  <a:cubicBezTo>
                    <a:pt x="3048072" y="2919634"/>
                    <a:pt x="3028055" y="2905993"/>
                    <a:pt x="3005219" y="2886019"/>
                  </a:cubicBezTo>
                  <a:cubicBezTo>
                    <a:pt x="3072605" y="2827334"/>
                    <a:pt x="3134329" y="2773374"/>
                    <a:pt x="3196291" y="2719687"/>
                  </a:cubicBezTo>
                  <a:cubicBezTo>
                    <a:pt x="3235088" y="2686073"/>
                    <a:pt x="3274798" y="2653492"/>
                    <a:pt x="3313013" y="2619236"/>
                  </a:cubicBezTo>
                  <a:cubicBezTo>
                    <a:pt x="3335015" y="2599517"/>
                    <a:pt x="3348245" y="2593973"/>
                    <a:pt x="3371131" y="2623340"/>
                  </a:cubicBezTo>
                  <a:cubicBezTo>
                    <a:pt x="3430394" y="2699384"/>
                    <a:pt x="3495174" y="2771123"/>
                    <a:pt x="3557541" y="2844759"/>
                  </a:cubicBezTo>
                  <a:cubicBezTo>
                    <a:pt x="3587673" y="2880336"/>
                    <a:pt x="3618441" y="2915459"/>
                    <a:pt x="3646854" y="2952379"/>
                  </a:cubicBezTo>
                  <a:cubicBezTo>
                    <a:pt x="3669945" y="2982382"/>
                    <a:pt x="3689948" y="2987553"/>
                    <a:pt x="3724799" y="2965142"/>
                  </a:cubicBezTo>
                  <a:cubicBezTo>
                    <a:pt x="3888271" y="2860025"/>
                    <a:pt x="4069236" y="2797730"/>
                    <a:pt x="4258091" y="2756587"/>
                  </a:cubicBezTo>
                  <a:cubicBezTo>
                    <a:pt x="4280816" y="2751635"/>
                    <a:pt x="4303901" y="2748329"/>
                    <a:pt x="4332480" y="2743256"/>
                  </a:cubicBezTo>
                  <a:cubicBezTo>
                    <a:pt x="4332480" y="2570976"/>
                    <a:pt x="4332480" y="2397224"/>
                    <a:pt x="4332480" y="2220689"/>
                  </a:cubicBezTo>
                  <a:close/>
                  <a:moveTo>
                    <a:pt x="0" y="0"/>
                  </a:moveTo>
                  <a:lnTo>
                    <a:pt x="639925" y="0"/>
                  </a:lnTo>
                  <a:lnTo>
                    <a:pt x="639925" y="639424"/>
                  </a:lnTo>
                  <a:lnTo>
                    <a:pt x="0" y="639424"/>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19" name="Group 118">
            <a:extLst>
              <a:ext uri="{FF2B5EF4-FFF2-40B4-BE49-F238E27FC236}">
                <a16:creationId xmlns:a16="http://schemas.microsoft.com/office/drawing/2014/main" id="{D865336C-F781-B271-9423-D9B8E8AED446}"/>
              </a:ext>
              <a:ext uri="{C183D7F6-B498-43B3-948B-1728B52AA6E4}">
                <adec:decorative xmlns:adec="http://schemas.microsoft.com/office/drawing/2017/decorative" val="1"/>
              </a:ext>
            </a:extLst>
          </p:cNvPr>
          <p:cNvGrpSpPr>
            <a:grpSpLocks noChangeAspect="1"/>
          </p:cNvGrpSpPr>
          <p:nvPr/>
        </p:nvGrpSpPr>
        <p:grpSpPr>
          <a:xfrm>
            <a:off x="3932156" y="1517247"/>
            <a:ext cx="456607" cy="457200"/>
            <a:chOff x="3932156" y="1517247"/>
            <a:chExt cx="456607" cy="457200"/>
          </a:xfrm>
          <a:solidFill>
            <a:schemeClr val="accent2"/>
          </a:solidFill>
        </p:grpSpPr>
        <p:sp>
          <p:nvSpPr>
            <p:cNvPr id="608" name="Freeform: Shape 607">
              <a:extLst>
                <a:ext uri="{FF2B5EF4-FFF2-40B4-BE49-F238E27FC236}">
                  <a16:creationId xmlns:a16="http://schemas.microsoft.com/office/drawing/2014/main" id="{CF1BF029-3BC5-0130-DE8F-0895502AF52E}"/>
                </a:ext>
                <a:ext uri="{C183D7F6-B498-43B3-948B-1728B52AA6E4}">
                  <adec:decorative xmlns:adec="http://schemas.microsoft.com/office/drawing/2017/decorative" val="1"/>
                </a:ext>
              </a:extLst>
            </p:cNvPr>
            <p:cNvSpPr/>
            <p:nvPr/>
          </p:nvSpPr>
          <p:spPr>
            <a:xfrm>
              <a:off x="3932156" y="1517247"/>
              <a:ext cx="456607" cy="457200"/>
            </a:xfrm>
            <a:custGeom>
              <a:avLst/>
              <a:gdLst>
                <a:gd name="connsiteX0" fmla="*/ 1893759 w 6849108"/>
                <a:gd name="connsiteY0" fmla="*/ 1756590 h 6858000"/>
                <a:gd name="connsiteX1" fmla="*/ 2291848 w 6849108"/>
                <a:gd name="connsiteY1" fmla="*/ 1756590 h 6858000"/>
                <a:gd name="connsiteX2" fmla="*/ 2291848 w 6849108"/>
                <a:gd name="connsiteY2" fmla="*/ 2151916 h 6858000"/>
                <a:gd name="connsiteX3" fmla="*/ 2806064 w 6849108"/>
                <a:gd name="connsiteY3" fmla="*/ 2151916 h 6858000"/>
                <a:gd name="connsiteX4" fmla="*/ 2806064 w 6849108"/>
                <a:gd name="connsiteY4" fmla="*/ 1757033 h 6858000"/>
                <a:gd name="connsiteX5" fmla="*/ 3205686 w 6849108"/>
                <a:gd name="connsiteY5" fmla="*/ 1757033 h 6858000"/>
                <a:gd name="connsiteX6" fmla="*/ 3205686 w 6849108"/>
                <a:gd name="connsiteY6" fmla="*/ 2151483 h 6858000"/>
                <a:gd name="connsiteX7" fmla="*/ 3718361 w 6849108"/>
                <a:gd name="connsiteY7" fmla="*/ 2151483 h 6858000"/>
                <a:gd name="connsiteX8" fmla="*/ 3718361 w 6849108"/>
                <a:gd name="connsiteY8" fmla="*/ 1757476 h 6858000"/>
                <a:gd name="connsiteX9" fmla="*/ 4119533 w 6849108"/>
                <a:gd name="connsiteY9" fmla="*/ 1757476 h 6858000"/>
                <a:gd name="connsiteX10" fmla="*/ 4119533 w 6849108"/>
                <a:gd name="connsiteY10" fmla="*/ 2154467 h 6858000"/>
                <a:gd name="connsiteX11" fmla="*/ 4701771 w 6849108"/>
                <a:gd name="connsiteY11" fmla="*/ 2154467 h 6858000"/>
                <a:gd name="connsiteX12" fmla="*/ 4701771 w 6849108"/>
                <a:gd name="connsiteY12" fmla="*/ 2735165 h 6858000"/>
                <a:gd name="connsiteX13" fmla="*/ 5100215 w 6849108"/>
                <a:gd name="connsiteY13" fmla="*/ 2735165 h 6858000"/>
                <a:gd name="connsiteX14" fmla="*/ 5100215 w 6849108"/>
                <a:gd name="connsiteY14" fmla="*/ 3136336 h 6858000"/>
                <a:gd name="connsiteX15" fmla="*/ 4705473 w 6849108"/>
                <a:gd name="connsiteY15" fmla="*/ 3136336 h 6858000"/>
                <a:gd name="connsiteX16" fmla="*/ 4705473 w 6849108"/>
                <a:gd name="connsiteY16" fmla="*/ 3649020 h 6858000"/>
                <a:gd name="connsiteX17" fmla="*/ 5099772 w 6849108"/>
                <a:gd name="connsiteY17" fmla="*/ 3649020 h 6858000"/>
                <a:gd name="connsiteX18" fmla="*/ 5099772 w 6849108"/>
                <a:gd name="connsiteY18" fmla="*/ 4048633 h 6858000"/>
                <a:gd name="connsiteX19" fmla="*/ 4705907 w 6849108"/>
                <a:gd name="connsiteY19" fmla="*/ 4048633 h 6858000"/>
                <a:gd name="connsiteX20" fmla="*/ 4705907 w 6849108"/>
                <a:gd name="connsiteY20" fmla="*/ 4562849 h 6858000"/>
                <a:gd name="connsiteX21" fmla="*/ 5100870 w 6849108"/>
                <a:gd name="connsiteY21" fmla="*/ 4562849 h 6858000"/>
                <a:gd name="connsiteX22" fmla="*/ 5100870 w 6849108"/>
                <a:gd name="connsiteY22" fmla="*/ 4962479 h 6858000"/>
                <a:gd name="connsiteX23" fmla="*/ 4706350 w 6849108"/>
                <a:gd name="connsiteY23" fmla="*/ 4962479 h 6858000"/>
                <a:gd name="connsiteX24" fmla="*/ 4706350 w 6849108"/>
                <a:gd name="connsiteY24" fmla="*/ 5483851 h 6858000"/>
                <a:gd name="connsiteX25" fmla="*/ 5100427 w 6849108"/>
                <a:gd name="connsiteY25" fmla="*/ 5483851 h 6858000"/>
                <a:gd name="connsiteX26" fmla="*/ 5100427 w 6849108"/>
                <a:gd name="connsiteY26" fmla="*/ 5885014 h 6858000"/>
                <a:gd name="connsiteX27" fmla="*/ 4703091 w 6849108"/>
                <a:gd name="connsiteY27" fmla="*/ 5885014 h 6858000"/>
                <a:gd name="connsiteX28" fmla="*/ 4704065 w 6849108"/>
                <a:gd name="connsiteY28" fmla="*/ 6152825 h 6858000"/>
                <a:gd name="connsiteX29" fmla="*/ 4384448 w 6849108"/>
                <a:gd name="connsiteY29" fmla="*/ 6469174 h 6858000"/>
                <a:gd name="connsiteX30" fmla="*/ 4120392 w 6849108"/>
                <a:gd name="connsiteY30" fmla="*/ 6468501 h 6858000"/>
                <a:gd name="connsiteX31" fmla="*/ 4120392 w 6849108"/>
                <a:gd name="connsiteY31" fmla="*/ 6666111 h 6858000"/>
                <a:gd name="connsiteX32" fmla="*/ 4120392 w 6849108"/>
                <a:gd name="connsiteY32" fmla="*/ 6858000 h 6858000"/>
                <a:gd name="connsiteX33" fmla="*/ 3722471 w 6849108"/>
                <a:gd name="connsiteY33" fmla="*/ 6858000 h 6858000"/>
                <a:gd name="connsiteX34" fmla="*/ 3722471 w 6849108"/>
                <a:gd name="connsiteY34" fmla="*/ 6471344 h 6858000"/>
                <a:gd name="connsiteX35" fmla="*/ 3208254 w 6849108"/>
                <a:gd name="connsiteY35" fmla="*/ 6471344 h 6858000"/>
                <a:gd name="connsiteX36" fmla="*/ 3208254 w 6849108"/>
                <a:gd name="connsiteY36" fmla="*/ 6857566 h 6858000"/>
                <a:gd name="connsiteX37" fmla="*/ 2808624 w 6849108"/>
                <a:gd name="connsiteY37" fmla="*/ 6857566 h 6858000"/>
                <a:gd name="connsiteX38" fmla="*/ 2808624 w 6849108"/>
                <a:gd name="connsiteY38" fmla="*/ 6471787 h 6858000"/>
                <a:gd name="connsiteX39" fmla="*/ 2295948 w 6849108"/>
                <a:gd name="connsiteY39" fmla="*/ 6471787 h 6858000"/>
                <a:gd name="connsiteX40" fmla="*/ 2295948 w 6849108"/>
                <a:gd name="connsiteY40" fmla="*/ 6857124 h 6858000"/>
                <a:gd name="connsiteX41" fmla="*/ 1894786 w 6849108"/>
                <a:gd name="connsiteY41" fmla="*/ 6857124 h 6858000"/>
                <a:gd name="connsiteX42" fmla="*/ 1894786 w 6849108"/>
                <a:gd name="connsiteY42" fmla="*/ 6470688 h 6858000"/>
                <a:gd name="connsiteX43" fmla="*/ 1373405 w 6849108"/>
                <a:gd name="connsiteY43" fmla="*/ 6470688 h 6858000"/>
                <a:gd name="connsiteX44" fmla="*/ 1156418 w 6849108"/>
                <a:gd name="connsiteY44" fmla="*/ 6469520 h 6858000"/>
                <a:gd name="connsiteX45" fmla="*/ 1156418 w 6849108"/>
                <a:gd name="connsiteY45" fmla="*/ 6068269 h 6858000"/>
                <a:gd name="connsiteX46" fmla="*/ 4300441 w 6849108"/>
                <a:gd name="connsiteY46" fmla="*/ 6068401 h 6858000"/>
                <a:gd name="connsiteX47" fmla="*/ 4300441 w 6849108"/>
                <a:gd name="connsiteY47" fmla="*/ 2557507 h 6858000"/>
                <a:gd name="connsiteX48" fmla="*/ 789431 w 6849108"/>
                <a:gd name="connsiteY48" fmla="*/ 2557507 h 6858000"/>
                <a:gd name="connsiteX49" fmla="*/ 789431 w 6849108"/>
                <a:gd name="connsiteY49" fmla="*/ 2607374 h 6858000"/>
                <a:gd name="connsiteX50" fmla="*/ 789448 w 6849108"/>
                <a:gd name="connsiteY50" fmla="*/ 4246482 h 6858000"/>
                <a:gd name="connsiteX51" fmla="*/ 786464 w 6849108"/>
                <a:gd name="connsiteY51" fmla="*/ 5692558 h 6858000"/>
                <a:gd name="connsiteX52" fmla="*/ 387639 w 6849108"/>
                <a:gd name="connsiteY52" fmla="*/ 5692558 h 6858000"/>
                <a:gd name="connsiteX53" fmla="*/ 386170 w 6849108"/>
                <a:gd name="connsiteY53" fmla="*/ 5487048 h 6858000"/>
                <a:gd name="connsiteX54" fmla="*/ 386170 w 6849108"/>
                <a:gd name="connsiteY54" fmla="*/ 4965676 h 6858000"/>
                <a:gd name="connsiteX55" fmla="*/ 655 w 6849108"/>
                <a:gd name="connsiteY55" fmla="*/ 4965676 h 6858000"/>
                <a:gd name="connsiteX56" fmla="*/ 655 w 6849108"/>
                <a:gd name="connsiteY56" fmla="*/ 4564505 h 6858000"/>
                <a:gd name="connsiteX57" fmla="*/ 387267 w 6849108"/>
                <a:gd name="connsiteY57" fmla="*/ 4564505 h 6858000"/>
                <a:gd name="connsiteX58" fmla="*/ 387267 w 6849108"/>
                <a:gd name="connsiteY58" fmla="*/ 4053371 h 6858000"/>
                <a:gd name="connsiteX59" fmla="*/ 1098 w 6849108"/>
                <a:gd name="connsiteY59" fmla="*/ 4053371 h 6858000"/>
                <a:gd name="connsiteX60" fmla="*/ 1098 w 6849108"/>
                <a:gd name="connsiteY60" fmla="*/ 3652208 h 6858000"/>
                <a:gd name="connsiteX61" fmla="*/ 386825 w 6849108"/>
                <a:gd name="connsiteY61" fmla="*/ 3652208 h 6858000"/>
                <a:gd name="connsiteX62" fmla="*/ 386825 w 6849108"/>
                <a:gd name="connsiteY62" fmla="*/ 3137992 h 6858000"/>
                <a:gd name="connsiteX63" fmla="*/ 0 w 6849108"/>
                <a:gd name="connsiteY63" fmla="*/ 3137992 h 6858000"/>
                <a:gd name="connsiteX64" fmla="*/ 0 w 6849108"/>
                <a:gd name="connsiteY64" fmla="*/ 2739894 h 6858000"/>
                <a:gd name="connsiteX65" fmla="*/ 389366 w 6849108"/>
                <a:gd name="connsiteY65" fmla="*/ 2739894 h 6858000"/>
                <a:gd name="connsiteX66" fmla="*/ 389366 w 6849108"/>
                <a:gd name="connsiteY66" fmla="*/ 2620525 h 6858000"/>
                <a:gd name="connsiteX67" fmla="*/ 389402 w 6849108"/>
                <a:gd name="connsiteY67" fmla="*/ 2359649 h 6858000"/>
                <a:gd name="connsiteX68" fmla="*/ 536639 w 6849108"/>
                <a:gd name="connsiteY68" fmla="*/ 2159940 h 6858000"/>
                <a:gd name="connsiteX69" fmla="*/ 578740 w 6849108"/>
                <a:gd name="connsiteY69" fmla="*/ 2154998 h 6858000"/>
                <a:gd name="connsiteX70" fmla="*/ 969683 w 6849108"/>
                <a:gd name="connsiteY70" fmla="*/ 2154777 h 6858000"/>
                <a:gd name="connsiteX71" fmla="*/ 969683 w 6849108"/>
                <a:gd name="connsiteY71" fmla="*/ 1757688 h 6858000"/>
                <a:gd name="connsiteX72" fmla="*/ 1370845 w 6849108"/>
                <a:gd name="connsiteY72" fmla="*/ 1757688 h 6858000"/>
                <a:gd name="connsiteX73" fmla="*/ 1370845 w 6849108"/>
                <a:gd name="connsiteY73" fmla="*/ 2152359 h 6858000"/>
                <a:gd name="connsiteX74" fmla="*/ 1893759 w 6849108"/>
                <a:gd name="connsiteY74" fmla="*/ 2152359 h 6858000"/>
                <a:gd name="connsiteX75" fmla="*/ 4554635 w 6849108"/>
                <a:gd name="connsiteY75" fmla="*/ 0 h 6858000"/>
                <a:gd name="connsiteX76" fmla="*/ 4952702 w 6849108"/>
                <a:gd name="connsiteY76" fmla="*/ 0 h 6858000"/>
                <a:gd name="connsiteX77" fmla="*/ 4952702 w 6849108"/>
                <a:gd name="connsiteY77" fmla="*/ 394914 h 6858000"/>
                <a:gd name="connsiteX78" fmla="*/ 5475590 w 6849108"/>
                <a:gd name="connsiteY78" fmla="*/ 394914 h 6858000"/>
                <a:gd name="connsiteX79" fmla="*/ 5475590 w 6849108"/>
                <a:gd name="connsiteY79" fmla="*/ 464 h 6858000"/>
                <a:gd name="connsiteX80" fmla="*/ 5876730 w 6849108"/>
                <a:gd name="connsiteY80" fmla="*/ 464 h 6858000"/>
                <a:gd name="connsiteX81" fmla="*/ 5876730 w 6849108"/>
                <a:gd name="connsiteY81" fmla="*/ 396531 h 6858000"/>
                <a:gd name="connsiteX82" fmla="*/ 6457407 w 6849108"/>
                <a:gd name="connsiteY82" fmla="*/ 396531 h 6858000"/>
                <a:gd name="connsiteX83" fmla="*/ 6457407 w 6849108"/>
                <a:gd name="connsiteY83" fmla="*/ 978747 h 6858000"/>
                <a:gd name="connsiteX84" fmla="*/ 6848499 w 6849108"/>
                <a:gd name="connsiteY84" fmla="*/ 978747 h 6858000"/>
                <a:gd name="connsiteX85" fmla="*/ 6848499 w 6849108"/>
                <a:gd name="connsiteY85" fmla="*/ 1379889 h 6858000"/>
                <a:gd name="connsiteX86" fmla="*/ 6462083 w 6849108"/>
                <a:gd name="connsiteY86" fmla="*/ 1379889 h 6858000"/>
                <a:gd name="connsiteX87" fmla="*/ 6462083 w 6849108"/>
                <a:gd name="connsiteY87" fmla="*/ 1892544 h 6858000"/>
                <a:gd name="connsiteX88" fmla="*/ 6848035 w 6849108"/>
                <a:gd name="connsiteY88" fmla="*/ 1892544 h 6858000"/>
                <a:gd name="connsiteX89" fmla="*/ 6848035 w 6849108"/>
                <a:gd name="connsiteY89" fmla="*/ 2292147 h 6858000"/>
                <a:gd name="connsiteX90" fmla="*/ 6462547 w 6849108"/>
                <a:gd name="connsiteY90" fmla="*/ 2292147 h 6858000"/>
                <a:gd name="connsiteX91" fmla="*/ 6462547 w 6849108"/>
                <a:gd name="connsiteY91" fmla="*/ 2806339 h 6858000"/>
                <a:gd name="connsiteX92" fmla="*/ 6849108 w 6849108"/>
                <a:gd name="connsiteY92" fmla="*/ 2806339 h 6858000"/>
                <a:gd name="connsiteX93" fmla="*/ 6849108 w 6849108"/>
                <a:gd name="connsiteY93" fmla="*/ 3205942 h 6858000"/>
                <a:gd name="connsiteX94" fmla="*/ 6463012 w 6849108"/>
                <a:gd name="connsiteY94" fmla="*/ 3205942 h 6858000"/>
                <a:gd name="connsiteX95" fmla="*/ 6463012 w 6849108"/>
                <a:gd name="connsiteY95" fmla="*/ 3727294 h 6858000"/>
                <a:gd name="connsiteX96" fmla="*/ 6848645 w 6849108"/>
                <a:gd name="connsiteY96" fmla="*/ 3727294 h 6858000"/>
                <a:gd name="connsiteX97" fmla="*/ 6848645 w 6849108"/>
                <a:gd name="connsiteY97" fmla="*/ 4128436 h 6858000"/>
                <a:gd name="connsiteX98" fmla="*/ 6459878 w 6849108"/>
                <a:gd name="connsiteY98" fmla="*/ 4128436 h 6858000"/>
                <a:gd name="connsiteX99" fmla="*/ 6459461 w 6849108"/>
                <a:gd name="connsiteY99" fmla="*/ 4492036 h 6858000"/>
                <a:gd name="connsiteX100" fmla="*/ 6326119 w 6849108"/>
                <a:gd name="connsiteY100" fmla="*/ 4694112 h 6858000"/>
                <a:gd name="connsiteX101" fmla="*/ 6226608 w 6849108"/>
                <a:gd name="connsiteY101" fmla="*/ 4710939 h 6858000"/>
                <a:gd name="connsiteX102" fmla="*/ 5879295 w 6849108"/>
                <a:gd name="connsiteY102" fmla="*/ 4711702 h 6858000"/>
                <a:gd name="connsiteX103" fmla="*/ 5879295 w 6849108"/>
                <a:gd name="connsiteY103" fmla="*/ 5100234 h 6858000"/>
                <a:gd name="connsiteX104" fmla="*/ 5479681 w 6849108"/>
                <a:gd name="connsiteY104" fmla="*/ 5100234 h 6858000"/>
                <a:gd name="connsiteX105" fmla="*/ 5479681 w 6849108"/>
                <a:gd name="connsiteY105" fmla="*/ 4312181 h 6858000"/>
                <a:gd name="connsiteX106" fmla="*/ 6057766 w 6849108"/>
                <a:gd name="connsiteY106" fmla="*/ 4312181 h 6858000"/>
                <a:gd name="connsiteX107" fmla="*/ 6057766 w 6849108"/>
                <a:gd name="connsiteY107" fmla="*/ 799971 h 6858000"/>
                <a:gd name="connsiteX108" fmla="*/ 2548804 w 6849108"/>
                <a:gd name="connsiteY108" fmla="*/ 799971 h 6858000"/>
                <a:gd name="connsiteX109" fmla="*/ 2548804 w 6849108"/>
                <a:gd name="connsiteY109" fmla="*/ 1377680 h 6858000"/>
                <a:gd name="connsiteX110" fmla="*/ 1746104 w 6849108"/>
                <a:gd name="connsiteY110" fmla="*/ 1377680 h 6858000"/>
                <a:gd name="connsiteX111" fmla="*/ 1746104 w 6849108"/>
                <a:gd name="connsiteY111" fmla="*/ 1180718 h 6858000"/>
                <a:gd name="connsiteX112" fmla="*/ 1746104 w 6849108"/>
                <a:gd name="connsiteY112" fmla="*/ 981684 h 6858000"/>
                <a:gd name="connsiteX113" fmla="*/ 2146166 w 6849108"/>
                <a:gd name="connsiteY113" fmla="*/ 981684 h 6858000"/>
                <a:gd name="connsiteX114" fmla="*/ 2146526 w 6849108"/>
                <a:gd name="connsiteY114" fmla="*/ 583475 h 6858000"/>
                <a:gd name="connsiteX115" fmla="*/ 2154674 w 6849108"/>
                <a:gd name="connsiteY115" fmla="*/ 529409 h 6858000"/>
                <a:gd name="connsiteX116" fmla="*/ 2332018 w 6849108"/>
                <a:gd name="connsiteY116" fmla="*/ 397987 h 6858000"/>
                <a:gd name="connsiteX117" fmla="*/ 2727048 w 6849108"/>
                <a:gd name="connsiteY117" fmla="*/ 397987 h 6858000"/>
                <a:gd name="connsiteX118" fmla="*/ 2727048 w 6849108"/>
                <a:gd name="connsiteY118" fmla="*/ 610 h 6858000"/>
                <a:gd name="connsiteX119" fmla="*/ 3128188 w 6849108"/>
                <a:gd name="connsiteY119" fmla="*/ 610 h 6858000"/>
                <a:gd name="connsiteX120" fmla="*/ 3128188 w 6849108"/>
                <a:gd name="connsiteY120" fmla="*/ 395841 h 6858000"/>
                <a:gd name="connsiteX121" fmla="*/ 3640842 w 6849108"/>
                <a:gd name="connsiteY121" fmla="*/ 395841 h 6858000"/>
                <a:gd name="connsiteX122" fmla="*/ 3640842 w 6849108"/>
                <a:gd name="connsiteY122" fmla="*/ 1074 h 6858000"/>
                <a:gd name="connsiteX123" fmla="*/ 4040444 w 6849108"/>
                <a:gd name="connsiteY123" fmla="*/ 1074 h 6858000"/>
                <a:gd name="connsiteX124" fmla="*/ 4040444 w 6849108"/>
                <a:gd name="connsiteY124" fmla="*/ 395377 h 6858000"/>
                <a:gd name="connsiteX125" fmla="*/ 4554635 w 6849108"/>
                <a:gd name="connsiteY125" fmla="*/ 395377 h 6858000"/>
                <a:gd name="connsiteX126" fmla="*/ 4554635 w 6849108"/>
                <a:gd name="connsiteY12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849108" h="6858000">
                  <a:moveTo>
                    <a:pt x="1893759" y="1756590"/>
                  </a:moveTo>
                  <a:lnTo>
                    <a:pt x="2291848" y="1756590"/>
                  </a:lnTo>
                  <a:lnTo>
                    <a:pt x="2291848" y="2151916"/>
                  </a:lnTo>
                  <a:lnTo>
                    <a:pt x="2806064" y="2151916"/>
                  </a:lnTo>
                  <a:lnTo>
                    <a:pt x="2806064" y="1757033"/>
                  </a:lnTo>
                  <a:lnTo>
                    <a:pt x="3205686" y="1757033"/>
                  </a:lnTo>
                  <a:lnTo>
                    <a:pt x="3205686" y="2151483"/>
                  </a:lnTo>
                  <a:lnTo>
                    <a:pt x="3718361" y="2151483"/>
                  </a:lnTo>
                  <a:lnTo>
                    <a:pt x="3718361" y="1757476"/>
                  </a:lnTo>
                  <a:lnTo>
                    <a:pt x="4119533" y="1757476"/>
                  </a:lnTo>
                  <a:lnTo>
                    <a:pt x="4119533" y="2154467"/>
                  </a:lnTo>
                  <a:lnTo>
                    <a:pt x="4701771" y="2154467"/>
                  </a:lnTo>
                  <a:lnTo>
                    <a:pt x="4701771" y="2735165"/>
                  </a:lnTo>
                  <a:lnTo>
                    <a:pt x="5100215" y="2735165"/>
                  </a:lnTo>
                  <a:lnTo>
                    <a:pt x="5100215" y="3136336"/>
                  </a:lnTo>
                  <a:lnTo>
                    <a:pt x="4705473" y="3136336"/>
                  </a:lnTo>
                  <a:lnTo>
                    <a:pt x="4705473" y="3649020"/>
                  </a:lnTo>
                  <a:lnTo>
                    <a:pt x="5099772" y="3649020"/>
                  </a:lnTo>
                  <a:lnTo>
                    <a:pt x="5099772" y="4048633"/>
                  </a:lnTo>
                  <a:lnTo>
                    <a:pt x="4705907" y="4048633"/>
                  </a:lnTo>
                  <a:lnTo>
                    <a:pt x="4705907" y="4562849"/>
                  </a:lnTo>
                  <a:lnTo>
                    <a:pt x="5100870" y="4562849"/>
                  </a:lnTo>
                  <a:lnTo>
                    <a:pt x="5100870" y="4962479"/>
                  </a:lnTo>
                  <a:lnTo>
                    <a:pt x="4706350" y="4962479"/>
                  </a:lnTo>
                  <a:lnTo>
                    <a:pt x="4706350" y="5483851"/>
                  </a:lnTo>
                  <a:lnTo>
                    <a:pt x="5100427" y="5483851"/>
                  </a:lnTo>
                  <a:lnTo>
                    <a:pt x="5100427" y="5885014"/>
                  </a:lnTo>
                  <a:lnTo>
                    <a:pt x="4703091" y="5885014"/>
                  </a:lnTo>
                  <a:cubicBezTo>
                    <a:pt x="4703091" y="5977000"/>
                    <a:pt x="4697857" y="6065320"/>
                    <a:pt x="4704065" y="6152825"/>
                  </a:cubicBezTo>
                  <a:cubicBezTo>
                    <a:pt x="4723034" y="6420033"/>
                    <a:pt x="4626328" y="6481023"/>
                    <a:pt x="4384448" y="6469174"/>
                  </a:cubicBezTo>
                  <a:cubicBezTo>
                    <a:pt x="4298041" y="6464941"/>
                    <a:pt x="4211244" y="6468501"/>
                    <a:pt x="4120392" y="6468501"/>
                  </a:cubicBezTo>
                  <a:lnTo>
                    <a:pt x="4120392" y="6666111"/>
                  </a:lnTo>
                  <a:lnTo>
                    <a:pt x="4120392" y="6858000"/>
                  </a:lnTo>
                  <a:lnTo>
                    <a:pt x="3722471" y="6858000"/>
                  </a:lnTo>
                  <a:lnTo>
                    <a:pt x="3722471" y="6471344"/>
                  </a:lnTo>
                  <a:lnTo>
                    <a:pt x="3208254" y="6471344"/>
                  </a:lnTo>
                  <a:lnTo>
                    <a:pt x="3208254" y="6857566"/>
                  </a:lnTo>
                  <a:lnTo>
                    <a:pt x="2808624" y="6857566"/>
                  </a:lnTo>
                  <a:lnTo>
                    <a:pt x="2808624" y="6471787"/>
                  </a:lnTo>
                  <a:lnTo>
                    <a:pt x="2295948" y="6471787"/>
                  </a:lnTo>
                  <a:lnTo>
                    <a:pt x="2295948" y="6857124"/>
                  </a:lnTo>
                  <a:lnTo>
                    <a:pt x="1894786" y="6857124"/>
                  </a:lnTo>
                  <a:lnTo>
                    <a:pt x="1894786" y="6470688"/>
                  </a:lnTo>
                  <a:lnTo>
                    <a:pt x="1373405" y="6470688"/>
                  </a:lnTo>
                  <a:lnTo>
                    <a:pt x="1156418" y="6469520"/>
                  </a:lnTo>
                  <a:lnTo>
                    <a:pt x="1156418" y="6068269"/>
                  </a:lnTo>
                  <a:lnTo>
                    <a:pt x="4300441" y="6068401"/>
                  </a:lnTo>
                  <a:lnTo>
                    <a:pt x="4300441" y="2557507"/>
                  </a:lnTo>
                  <a:lnTo>
                    <a:pt x="789431" y="2557507"/>
                  </a:lnTo>
                  <a:lnTo>
                    <a:pt x="789431" y="2607374"/>
                  </a:lnTo>
                  <a:cubicBezTo>
                    <a:pt x="789431" y="3153746"/>
                    <a:pt x="789360" y="3700110"/>
                    <a:pt x="789448" y="4246482"/>
                  </a:cubicBezTo>
                  <a:lnTo>
                    <a:pt x="786464" y="5692558"/>
                  </a:lnTo>
                  <a:lnTo>
                    <a:pt x="387639" y="5692558"/>
                  </a:lnTo>
                  <a:lnTo>
                    <a:pt x="386170" y="5487048"/>
                  </a:lnTo>
                  <a:lnTo>
                    <a:pt x="386170" y="4965676"/>
                  </a:lnTo>
                  <a:lnTo>
                    <a:pt x="655" y="4965676"/>
                  </a:lnTo>
                  <a:lnTo>
                    <a:pt x="655" y="4564505"/>
                  </a:lnTo>
                  <a:lnTo>
                    <a:pt x="387267" y="4564505"/>
                  </a:lnTo>
                  <a:lnTo>
                    <a:pt x="387267" y="4053371"/>
                  </a:lnTo>
                  <a:lnTo>
                    <a:pt x="1098" y="4053371"/>
                  </a:lnTo>
                  <a:lnTo>
                    <a:pt x="1098" y="3652208"/>
                  </a:lnTo>
                  <a:lnTo>
                    <a:pt x="386825" y="3652208"/>
                  </a:lnTo>
                  <a:lnTo>
                    <a:pt x="386825" y="3137992"/>
                  </a:lnTo>
                  <a:lnTo>
                    <a:pt x="0" y="3137992"/>
                  </a:lnTo>
                  <a:lnTo>
                    <a:pt x="0" y="2739894"/>
                  </a:lnTo>
                  <a:lnTo>
                    <a:pt x="389366" y="2739894"/>
                  </a:lnTo>
                  <a:lnTo>
                    <a:pt x="389366" y="2620525"/>
                  </a:lnTo>
                  <a:cubicBezTo>
                    <a:pt x="389366" y="2533570"/>
                    <a:pt x="389260" y="2446605"/>
                    <a:pt x="389402" y="2359649"/>
                  </a:cubicBezTo>
                  <a:cubicBezTo>
                    <a:pt x="389544" y="2264094"/>
                    <a:pt x="449808" y="2182080"/>
                    <a:pt x="536639" y="2159940"/>
                  </a:cubicBezTo>
                  <a:cubicBezTo>
                    <a:pt x="550225" y="2156477"/>
                    <a:pt x="564686" y="2155034"/>
                    <a:pt x="578740" y="2154998"/>
                  </a:cubicBezTo>
                  <a:lnTo>
                    <a:pt x="969683" y="2154777"/>
                  </a:lnTo>
                  <a:lnTo>
                    <a:pt x="969683" y="1757688"/>
                  </a:lnTo>
                  <a:lnTo>
                    <a:pt x="1370845" y="1757688"/>
                  </a:lnTo>
                  <a:lnTo>
                    <a:pt x="1370845" y="2152359"/>
                  </a:lnTo>
                  <a:lnTo>
                    <a:pt x="1893759" y="2152359"/>
                  </a:lnTo>
                  <a:close/>
                  <a:moveTo>
                    <a:pt x="4554635" y="0"/>
                  </a:moveTo>
                  <a:cubicBezTo>
                    <a:pt x="4688664" y="0"/>
                    <a:pt x="4818634" y="0"/>
                    <a:pt x="4952702" y="0"/>
                  </a:cubicBezTo>
                  <a:cubicBezTo>
                    <a:pt x="4952702" y="129788"/>
                    <a:pt x="4952702" y="260828"/>
                    <a:pt x="4952702" y="394914"/>
                  </a:cubicBezTo>
                  <a:cubicBezTo>
                    <a:pt x="5128324" y="394914"/>
                    <a:pt x="5299904" y="394914"/>
                    <a:pt x="5475590" y="394914"/>
                  </a:cubicBezTo>
                  <a:cubicBezTo>
                    <a:pt x="5475590" y="265036"/>
                    <a:pt x="5475590" y="133994"/>
                    <a:pt x="5475590" y="464"/>
                  </a:cubicBezTo>
                  <a:cubicBezTo>
                    <a:pt x="5610646" y="464"/>
                    <a:pt x="5741635" y="464"/>
                    <a:pt x="5876730" y="464"/>
                  </a:cubicBezTo>
                  <a:cubicBezTo>
                    <a:pt x="5876730" y="131978"/>
                    <a:pt x="5876730" y="263015"/>
                    <a:pt x="5876730" y="396531"/>
                  </a:cubicBezTo>
                  <a:cubicBezTo>
                    <a:pt x="6071636" y="396531"/>
                    <a:pt x="6262485" y="396531"/>
                    <a:pt x="6457407" y="396531"/>
                  </a:cubicBezTo>
                  <a:cubicBezTo>
                    <a:pt x="6457407" y="590883"/>
                    <a:pt x="6457407" y="782781"/>
                    <a:pt x="6457407" y="978747"/>
                  </a:cubicBezTo>
                  <a:cubicBezTo>
                    <a:pt x="6589513" y="978747"/>
                    <a:pt x="6717653" y="978747"/>
                    <a:pt x="6848499" y="978747"/>
                  </a:cubicBezTo>
                  <a:cubicBezTo>
                    <a:pt x="6848499" y="1113793"/>
                    <a:pt x="6848499" y="1244787"/>
                    <a:pt x="6848499" y="1379889"/>
                  </a:cubicBezTo>
                  <a:cubicBezTo>
                    <a:pt x="6720507" y="1379889"/>
                    <a:pt x="6592367" y="1379889"/>
                    <a:pt x="6462083" y="1379889"/>
                  </a:cubicBezTo>
                  <a:cubicBezTo>
                    <a:pt x="6462083" y="1552644"/>
                    <a:pt x="6462083" y="1721314"/>
                    <a:pt x="6462083" y="1892544"/>
                  </a:cubicBezTo>
                  <a:cubicBezTo>
                    <a:pt x="6590673" y="1892544"/>
                    <a:pt x="6717757" y="1892544"/>
                    <a:pt x="6848035" y="1892544"/>
                  </a:cubicBezTo>
                  <a:cubicBezTo>
                    <a:pt x="6848035" y="2026026"/>
                    <a:pt x="6848035" y="2157031"/>
                    <a:pt x="6848035" y="2292147"/>
                  </a:cubicBezTo>
                  <a:cubicBezTo>
                    <a:pt x="6721458" y="2292147"/>
                    <a:pt x="6593313" y="2292147"/>
                    <a:pt x="6462547" y="2292147"/>
                  </a:cubicBezTo>
                  <a:cubicBezTo>
                    <a:pt x="6462547" y="2464886"/>
                    <a:pt x="6462547" y="2633560"/>
                    <a:pt x="6462547" y="2806339"/>
                  </a:cubicBezTo>
                  <a:cubicBezTo>
                    <a:pt x="6590759" y="2806339"/>
                    <a:pt x="6718898" y="2806339"/>
                    <a:pt x="6849108" y="2806339"/>
                  </a:cubicBezTo>
                  <a:cubicBezTo>
                    <a:pt x="6849108" y="2941412"/>
                    <a:pt x="6849108" y="3072399"/>
                    <a:pt x="6849108" y="3205942"/>
                  </a:cubicBezTo>
                  <a:cubicBezTo>
                    <a:pt x="6720295" y="3205942"/>
                    <a:pt x="6593211" y="3205942"/>
                    <a:pt x="6463012" y="3205942"/>
                  </a:cubicBezTo>
                  <a:cubicBezTo>
                    <a:pt x="6463012" y="3380025"/>
                    <a:pt x="6463012" y="3551606"/>
                    <a:pt x="6463012" y="3727294"/>
                  </a:cubicBezTo>
                  <a:cubicBezTo>
                    <a:pt x="6589814" y="3727294"/>
                    <a:pt x="6717952" y="3727294"/>
                    <a:pt x="6848645" y="3727294"/>
                  </a:cubicBezTo>
                  <a:cubicBezTo>
                    <a:pt x="6848645" y="3862347"/>
                    <a:pt x="6848645" y="3993338"/>
                    <a:pt x="6848645" y="4128436"/>
                  </a:cubicBezTo>
                  <a:cubicBezTo>
                    <a:pt x="6720210" y="4128436"/>
                    <a:pt x="6592069" y="4128436"/>
                    <a:pt x="6459878" y="4128436"/>
                  </a:cubicBezTo>
                  <a:cubicBezTo>
                    <a:pt x="6459878" y="4252333"/>
                    <a:pt x="6461191" y="4372208"/>
                    <a:pt x="6459461" y="4492036"/>
                  </a:cubicBezTo>
                  <a:cubicBezTo>
                    <a:pt x="6458093" y="4586694"/>
                    <a:pt x="6417749" y="4659467"/>
                    <a:pt x="6326119" y="4694112"/>
                  </a:cubicBezTo>
                  <a:cubicBezTo>
                    <a:pt x="6295163" y="4705817"/>
                    <a:pt x="6259984" y="4710360"/>
                    <a:pt x="6226608" y="4710939"/>
                  </a:cubicBezTo>
                  <a:cubicBezTo>
                    <a:pt x="6112229" y="4712925"/>
                    <a:pt x="5997795" y="4711702"/>
                    <a:pt x="5879295" y="4711702"/>
                  </a:cubicBezTo>
                  <a:cubicBezTo>
                    <a:pt x="5879295" y="4841156"/>
                    <a:pt x="5879295" y="4969296"/>
                    <a:pt x="5879295" y="5100234"/>
                  </a:cubicBezTo>
                  <a:cubicBezTo>
                    <a:pt x="5744255" y="5100234"/>
                    <a:pt x="5613260" y="5100234"/>
                    <a:pt x="5479681" y="5100234"/>
                  </a:cubicBezTo>
                  <a:cubicBezTo>
                    <a:pt x="5479681" y="4839136"/>
                    <a:pt x="5479681" y="4577704"/>
                    <a:pt x="5479681" y="4312181"/>
                  </a:cubicBezTo>
                  <a:cubicBezTo>
                    <a:pt x="5671970" y="4312181"/>
                    <a:pt x="5863867" y="4312181"/>
                    <a:pt x="6057766" y="4312181"/>
                  </a:cubicBezTo>
                  <a:cubicBezTo>
                    <a:pt x="6057766" y="3139364"/>
                    <a:pt x="6057766" y="1970628"/>
                    <a:pt x="6057766" y="799971"/>
                  </a:cubicBezTo>
                  <a:cubicBezTo>
                    <a:pt x="4888310" y="799971"/>
                    <a:pt x="3720599" y="799971"/>
                    <a:pt x="2548804" y="799971"/>
                  </a:cubicBezTo>
                  <a:cubicBezTo>
                    <a:pt x="2548804" y="990837"/>
                    <a:pt x="2548804" y="1182735"/>
                    <a:pt x="2548804" y="1377680"/>
                  </a:cubicBezTo>
                  <a:cubicBezTo>
                    <a:pt x="2280418" y="1377680"/>
                    <a:pt x="2016084" y="1377680"/>
                    <a:pt x="1746104" y="1377680"/>
                  </a:cubicBezTo>
                  <a:cubicBezTo>
                    <a:pt x="1746104" y="1314278"/>
                    <a:pt x="1746104" y="1249672"/>
                    <a:pt x="1746104" y="1180718"/>
                  </a:cubicBezTo>
                  <a:cubicBezTo>
                    <a:pt x="1746104" y="1112828"/>
                    <a:pt x="1746104" y="1049288"/>
                    <a:pt x="1746104" y="981684"/>
                  </a:cubicBezTo>
                  <a:cubicBezTo>
                    <a:pt x="1879598" y="981684"/>
                    <a:pt x="2010637" y="981684"/>
                    <a:pt x="2146166" y="981684"/>
                  </a:cubicBezTo>
                  <a:cubicBezTo>
                    <a:pt x="2146166" y="846254"/>
                    <a:pt x="2145857" y="714862"/>
                    <a:pt x="2146526" y="583475"/>
                  </a:cubicBezTo>
                  <a:cubicBezTo>
                    <a:pt x="2146620" y="565400"/>
                    <a:pt x="2149318" y="546647"/>
                    <a:pt x="2154674" y="529409"/>
                  </a:cubicBezTo>
                  <a:cubicBezTo>
                    <a:pt x="2180652" y="445815"/>
                    <a:pt x="2246049" y="397989"/>
                    <a:pt x="2332018" y="397987"/>
                  </a:cubicBezTo>
                  <a:cubicBezTo>
                    <a:pt x="2462333" y="397985"/>
                    <a:pt x="2592648" y="397987"/>
                    <a:pt x="2727048" y="397987"/>
                  </a:cubicBezTo>
                  <a:cubicBezTo>
                    <a:pt x="2727048" y="265325"/>
                    <a:pt x="2727048" y="134290"/>
                    <a:pt x="2727048" y="610"/>
                  </a:cubicBezTo>
                  <a:cubicBezTo>
                    <a:pt x="2862095" y="610"/>
                    <a:pt x="2993087" y="610"/>
                    <a:pt x="3128188" y="610"/>
                  </a:cubicBezTo>
                  <a:cubicBezTo>
                    <a:pt x="3128188" y="131682"/>
                    <a:pt x="3128188" y="262721"/>
                    <a:pt x="3128188" y="395841"/>
                  </a:cubicBezTo>
                  <a:cubicBezTo>
                    <a:pt x="3300944" y="395841"/>
                    <a:pt x="3469614" y="395841"/>
                    <a:pt x="3640842" y="395841"/>
                  </a:cubicBezTo>
                  <a:cubicBezTo>
                    <a:pt x="3640842" y="264170"/>
                    <a:pt x="3640842" y="134189"/>
                    <a:pt x="3640842" y="1074"/>
                  </a:cubicBezTo>
                  <a:cubicBezTo>
                    <a:pt x="3774328" y="1074"/>
                    <a:pt x="3905331" y="1074"/>
                    <a:pt x="4040444" y="1074"/>
                  </a:cubicBezTo>
                  <a:cubicBezTo>
                    <a:pt x="4040444" y="130737"/>
                    <a:pt x="4040444" y="261774"/>
                    <a:pt x="4040444" y="395377"/>
                  </a:cubicBezTo>
                  <a:cubicBezTo>
                    <a:pt x="4213186" y="395377"/>
                    <a:pt x="4381858" y="395377"/>
                    <a:pt x="4554635" y="395377"/>
                  </a:cubicBezTo>
                  <a:cubicBezTo>
                    <a:pt x="4554635" y="264086"/>
                    <a:pt x="4554635" y="133048"/>
                    <a:pt x="4554635" y="0"/>
                  </a:cubicBezTo>
                  <a:close/>
                </a:path>
              </a:pathLst>
            </a:custGeom>
            <a:grpFill/>
            <a:ln w="6350" cap="flat">
              <a:noFill/>
              <a:prstDash val="solid"/>
              <a:miter/>
            </a:ln>
          </p:spPr>
          <p:txBody>
            <a:bodyPr wrap="square" rtlCol="0" anchor="ctr">
              <a:noAutofit/>
            </a:bodyPr>
            <a:lstStyle/>
            <a:p>
              <a:endParaRPr lang="en-US" dirty="0"/>
            </a:p>
          </p:txBody>
        </p:sp>
        <p:sp>
          <p:nvSpPr>
            <p:cNvPr id="609" name="Freeform: Shape 608">
              <a:extLst>
                <a:ext uri="{FF2B5EF4-FFF2-40B4-BE49-F238E27FC236}">
                  <a16:creationId xmlns:a16="http://schemas.microsoft.com/office/drawing/2014/main" id="{0479C50B-A1DA-ABA4-FB4D-B83DACC636AC}"/>
                </a:ext>
                <a:ext uri="{C183D7F6-B498-43B3-948B-1728B52AA6E4}">
                  <adec:decorative xmlns:adec="http://schemas.microsoft.com/office/drawing/2017/decorative" val="1"/>
                </a:ext>
              </a:extLst>
            </p:cNvPr>
            <p:cNvSpPr/>
            <p:nvPr/>
          </p:nvSpPr>
          <p:spPr>
            <a:xfrm>
              <a:off x="3951986" y="1595962"/>
              <a:ext cx="357487" cy="358120"/>
            </a:xfrm>
            <a:custGeom>
              <a:avLst/>
              <a:gdLst>
                <a:gd name="connsiteX0" fmla="*/ 0 w 5362304"/>
                <a:gd name="connsiteY0" fmla="*/ 4783183 h 5371798"/>
                <a:gd name="connsiteX1" fmla="*/ 587933 w 5362304"/>
                <a:gd name="connsiteY1" fmla="*/ 4783183 h 5371798"/>
                <a:gd name="connsiteX2" fmla="*/ 587933 w 5362304"/>
                <a:gd name="connsiteY2" fmla="*/ 5371798 h 5371798"/>
                <a:gd name="connsiteX3" fmla="*/ 0 w 5362304"/>
                <a:gd name="connsiteY3" fmla="*/ 5371798 h 5371798"/>
                <a:gd name="connsiteX4" fmla="*/ 3408326 w 5362304"/>
                <a:gd name="connsiteY4" fmla="*/ 4204230 h 5371798"/>
                <a:gd name="connsiteX5" fmla="*/ 3614128 w 5362304"/>
                <a:gd name="connsiteY5" fmla="*/ 4204230 h 5371798"/>
                <a:gd name="connsiteX6" fmla="*/ 3614128 w 5362304"/>
                <a:gd name="connsiteY6" fmla="*/ 4400627 h 5371798"/>
                <a:gd name="connsiteX7" fmla="*/ 3408326 w 5362304"/>
                <a:gd name="connsiteY7" fmla="*/ 4400627 h 5371798"/>
                <a:gd name="connsiteX8" fmla="*/ 2988035 w 5362304"/>
                <a:gd name="connsiteY8" fmla="*/ 4204230 h 5371798"/>
                <a:gd name="connsiteX9" fmla="*/ 3185273 w 5362304"/>
                <a:gd name="connsiteY9" fmla="*/ 4204230 h 5371798"/>
                <a:gd name="connsiteX10" fmla="*/ 3185273 w 5362304"/>
                <a:gd name="connsiteY10" fmla="*/ 4400503 h 5371798"/>
                <a:gd name="connsiteX11" fmla="*/ 2988035 w 5362304"/>
                <a:gd name="connsiteY11" fmla="*/ 4400503 h 5371798"/>
                <a:gd name="connsiteX12" fmla="*/ 2574076 w 5362304"/>
                <a:gd name="connsiteY12" fmla="*/ 4203389 h 5371798"/>
                <a:gd name="connsiteX13" fmla="*/ 2770597 w 5362304"/>
                <a:gd name="connsiteY13" fmla="*/ 4203389 h 5371798"/>
                <a:gd name="connsiteX14" fmla="*/ 2770597 w 5362304"/>
                <a:gd name="connsiteY14" fmla="*/ 4397926 h 5371798"/>
                <a:gd name="connsiteX15" fmla="*/ 2574076 w 5362304"/>
                <a:gd name="connsiteY15" fmla="*/ 4397926 h 5371798"/>
                <a:gd name="connsiteX16" fmla="*/ 2147780 w 5362304"/>
                <a:gd name="connsiteY16" fmla="*/ 4203238 h 5371798"/>
                <a:gd name="connsiteX17" fmla="*/ 2353139 w 5362304"/>
                <a:gd name="connsiteY17" fmla="*/ 4203238 h 5371798"/>
                <a:gd name="connsiteX18" fmla="*/ 2353139 w 5362304"/>
                <a:gd name="connsiteY18" fmla="*/ 4398076 h 5371798"/>
                <a:gd name="connsiteX19" fmla="*/ 2147780 w 5362304"/>
                <a:gd name="connsiteY19" fmla="*/ 4398076 h 5371798"/>
                <a:gd name="connsiteX20" fmla="*/ 895152 w 5362304"/>
                <a:gd name="connsiteY20" fmla="*/ 4202946 h 5371798"/>
                <a:gd name="connsiteX21" fmla="*/ 1090282 w 5362304"/>
                <a:gd name="connsiteY21" fmla="*/ 4202946 h 5371798"/>
                <a:gd name="connsiteX22" fmla="*/ 1090282 w 5362304"/>
                <a:gd name="connsiteY22" fmla="*/ 4398935 h 5371798"/>
                <a:gd name="connsiteX23" fmla="*/ 895152 w 5362304"/>
                <a:gd name="connsiteY23" fmla="*/ 4398935 h 5371798"/>
                <a:gd name="connsiteX24" fmla="*/ 1730748 w 5362304"/>
                <a:gd name="connsiteY24" fmla="*/ 4200653 h 5371798"/>
                <a:gd name="connsiteX25" fmla="*/ 1933397 w 5362304"/>
                <a:gd name="connsiteY25" fmla="*/ 4200653 h 5371798"/>
                <a:gd name="connsiteX26" fmla="*/ 1933397 w 5362304"/>
                <a:gd name="connsiteY26" fmla="*/ 4397652 h 5371798"/>
                <a:gd name="connsiteX27" fmla="*/ 1730748 w 5362304"/>
                <a:gd name="connsiteY27" fmla="*/ 4397652 h 5371798"/>
                <a:gd name="connsiteX28" fmla="*/ 1309501 w 5362304"/>
                <a:gd name="connsiteY28" fmla="*/ 4200529 h 5371798"/>
                <a:gd name="connsiteX29" fmla="*/ 1515675 w 5362304"/>
                <a:gd name="connsiteY29" fmla="*/ 4200529 h 5371798"/>
                <a:gd name="connsiteX30" fmla="*/ 1515675 w 5362304"/>
                <a:gd name="connsiteY30" fmla="*/ 4397395 h 5371798"/>
                <a:gd name="connsiteX31" fmla="*/ 1309501 w 5362304"/>
                <a:gd name="connsiteY31" fmla="*/ 4397395 h 5371798"/>
                <a:gd name="connsiteX32" fmla="*/ 895728 w 5362304"/>
                <a:gd name="connsiteY32" fmla="*/ 3812189 h 5371798"/>
                <a:gd name="connsiteX33" fmla="*/ 1092072 w 5362304"/>
                <a:gd name="connsiteY33" fmla="*/ 3812189 h 5371798"/>
                <a:gd name="connsiteX34" fmla="*/ 1092072 w 5362304"/>
                <a:gd name="connsiteY34" fmla="*/ 4006381 h 5371798"/>
                <a:gd name="connsiteX35" fmla="*/ 895728 w 5362304"/>
                <a:gd name="connsiteY35" fmla="*/ 4006381 h 5371798"/>
                <a:gd name="connsiteX36" fmla="*/ 2987875 w 5362304"/>
                <a:gd name="connsiteY36" fmla="*/ 3811844 h 5371798"/>
                <a:gd name="connsiteX37" fmla="*/ 3184759 w 5362304"/>
                <a:gd name="connsiteY37" fmla="*/ 3811844 h 5371798"/>
                <a:gd name="connsiteX38" fmla="*/ 3184759 w 5362304"/>
                <a:gd name="connsiteY38" fmla="*/ 4009321 h 5371798"/>
                <a:gd name="connsiteX39" fmla="*/ 2987875 w 5362304"/>
                <a:gd name="connsiteY39" fmla="*/ 4009321 h 5371798"/>
                <a:gd name="connsiteX40" fmla="*/ 2144273 w 5362304"/>
                <a:gd name="connsiteY40" fmla="*/ 3811844 h 5371798"/>
                <a:gd name="connsiteX41" fmla="*/ 2349853 w 5362304"/>
                <a:gd name="connsiteY41" fmla="*/ 3811844 h 5371798"/>
                <a:gd name="connsiteX42" fmla="*/ 2349853 w 5362304"/>
                <a:gd name="connsiteY42" fmla="*/ 4009321 h 5371798"/>
                <a:gd name="connsiteX43" fmla="*/ 2144273 w 5362304"/>
                <a:gd name="connsiteY43" fmla="*/ 4009321 h 5371798"/>
                <a:gd name="connsiteX44" fmla="*/ 1309501 w 5362304"/>
                <a:gd name="connsiteY44" fmla="*/ 3811578 h 5371798"/>
                <a:gd name="connsiteX45" fmla="*/ 1515196 w 5362304"/>
                <a:gd name="connsiteY45" fmla="*/ 3811578 h 5371798"/>
                <a:gd name="connsiteX46" fmla="*/ 1515196 w 5362304"/>
                <a:gd name="connsiteY46" fmla="*/ 4005531 h 5371798"/>
                <a:gd name="connsiteX47" fmla="*/ 1309501 w 5362304"/>
                <a:gd name="connsiteY47" fmla="*/ 4005531 h 5371798"/>
                <a:gd name="connsiteX48" fmla="*/ 2573473 w 5362304"/>
                <a:gd name="connsiteY48" fmla="*/ 3809391 h 5371798"/>
                <a:gd name="connsiteX49" fmla="*/ 2770587 w 5362304"/>
                <a:gd name="connsiteY49" fmla="*/ 3809391 h 5371798"/>
                <a:gd name="connsiteX50" fmla="*/ 2770587 w 5362304"/>
                <a:gd name="connsiteY50" fmla="*/ 4005611 h 5371798"/>
                <a:gd name="connsiteX51" fmla="*/ 2573473 w 5362304"/>
                <a:gd name="connsiteY51" fmla="*/ 4005611 h 5371798"/>
                <a:gd name="connsiteX52" fmla="*/ 1730385 w 5362304"/>
                <a:gd name="connsiteY52" fmla="*/ 3809302 h 5371798"/>
                <a:gd name="connsiteX53" fmla="*/ 1935726 w 5362304"/>
                <a:gd name="connsiteY53" fmla="*/ 3809302 h 5371798"/>
                <a:gd name="connsiteX54" fmla="*/ 1935726 w 5362304"/>
                <a:gd name="connsiteY54" fmla="*/ 4006620 h 5371798"/>
                <a:gd name="connsiteX55" fmla="*/ 1730385 w 5362304"/>
                <a:gd name="connsiteY55" fmla="*/ 4006620 h 5371798"/>
                <a:gd name="connsiteX56" fmla="*/ 3408149 w 5362304"/>
                <a:gd name="connsiteY56" fmla="*/ 3809294 h 5371798"/>
                <a:gd name="connsiteX57" fmla="*/ 3611515 w 5362304"/>
                <a:gd name="connsiteY57" fmla="*/ 3809294 h 5371798"/>
                <a:gd name="connsiteX58" fmla="*/ 3611515 w 5362304"/>
                <a:gd name="connsiteY58" fmla="*/ 4005877 h 5371798"/>
                <a:gd name="connsiteX59" fmla="*/ 3408149 w 5362304"/>
                <a:gd name="connsiteY59" fmla="*/ 4005877 h 5371798"/>
                <a:gd name="connsiteX60" fmla="*/ 2991055 w 5362304"/>
                <a:gd name="connsiteY60" fmla="*/ 3421716 h 5371798"/>
                <a:gd name="connsiteX61" fmla="*/ 3188054 w 5362304"/>
                <a:gd name="connsiteY61" fmla="*/ 3421716 h 5371798"/>
                <a:gd name="connsiteX62" fmla="*/ 3188054 w 5362304"/>
                <a:gd name="connsiteY62" fmla="*/ 3615669 h 5371798"/>
                <a:gd name="connsiteX63" fmla="*/ 2991055 w 5362304"/>
                <a:gd name="connsiteY63" fmla="*/ 3615669 h 5371798"/>
                <a:gd name="connsiteX64" fmla="*/ 892416 w 5362304"/>
                <a:gd name="connsiteY64" fmla="*/ 3421194 h 5371798"/>
                <a:gd name="connsiteX65" fmla="*/ 1089619 w 5362304"/>
                <a:gd name="connsiteY65" fmla="*/ 3421194 h 5371798"/>
                <a:gd name="connsiteX66" fmla="*/ 1089619 w 5362304"/>
                <a:gd name="connsiteY66" fmla="*/ 3620850 h 5371798"/>
                <a:gd name="connsiteX67" fmla="*/ 892416 w 5362304"/>
                <a:gd name="connsiteY67" fmla="*/ 3620850 h 5371798"/>
                <a:gd name="connsiteX68" fmla="*/ 3408990 w 5362304"/>
                <a:gd name="connsiteY68" fmla="*/ 3420653 h 5371798"/>
                <a:gd name="connsiteX69" fmla="*/ 3614207 w 5362304"/>
                <a:gd name="connsiteY69" fmla="*/ 3420653 h 5371798"/>
                <a:gd name="connsiteX70" fmla="*/ 3614207 w 5362304"/>
                <a:gd name="connsiteY70" fmla="*/ 3615199 h 5371798"/>
                <a:gd name="connsiteX71" fmla="*/ 3408990 w 5362304"/>
                <a:gd name="connsiteY71" fmla="*/ 3615199 h 5371798"/>
                <a:gd name="connsiteX72" fmla="*/ 1309501 w 5362304"/>
                <a:gd name="connsiteY72" fmla="*/ 3420317 h 5371798"/>
                <a:gd name="connsiteX73" fmla="*/ 1515090 w 5362304"/>
                <a:gd name="connsiteY73" fmla="*/ 3420317 h 5371798"/>
                <a:gd name="connsiteX74" fmla="*/ 1515090 w 5362304"/>
                <a:gd name="connsiteY74" fmla="*/ 3615616 h 5371798"/>
                <a:gd name="connsiteX75" fmla="*/ 1309501 w 5362304"/>
                <a:gd name="connsiteY75" fmla="*/ 3615616 h 5371798"/>
                <a:gd name="connsiteX76" fmla="*/ 894709 w 5362304"/>
                <a:gd name="connsiteY76" fmla="*/ 3029976 h 5371798"/>
                <a:gd name="connsiteX77" fmla="*/ 1089441 w 5362304"/>
                <a:gd name="connsiteY77" fmla="*/ 3029976 h 5371798"/>
                <a:gd name="connsiteX78" fmla="*/ 1089441 w 5362304"/>
                <a:gd name="connsiteY78" fmla="*/ 3226594 h 5371798"/>
                <a:gd name="connsiteX79" fmla="*/ 894709 w 5362304"/>
                <a:gd name="connsiteY79" fmla="*/ 3226594 h 5371798"/>
                <a:gd name="connsiteX80" fmla="*/ 1309501 w 5362304"/>
                <a:gd name="connsiteY80" fmla="*/ 3029038 h 5371798"/>
                <a:gd name="connsiteX81" fmla="*/ 1515002 w 5362304"/>
                <a:gd name="connsiteY81" fmla="*/ 3029038 h 5371798"/>
                <a:gd name="connsiteX82" fmla="*/ 1515002 w 5362304"/>
                <a:gd name="connsiteY82" fmla="*/ 3224151 h 5371798"/>
                <a:gd name="connsiteX83" fmla="*/ 1309501 w 5362304"/>
                <a:gd name="connsiteY83" fmla="*/ 3224151 h 5371798"/>
                <a:gd name="connsiteX84" fmla="*/ 1729579 w 5362304"/>
                <a:gd name="connsiteY84" fmla="*/ 3027417 h 5371798"/>
                <a:gd name="connsiteX85" fmla="*/ 1935611 w 5362304"/>
                <a:gd name="connsiteY85" fmla="*/ 3027417 h 5371798"/>
                <a:gd name="connsiteX86" fmla="*/ 1935611 w 5362304"/>
                <a:gd name="connsiteY86" fmla="*/ 3223158 h 5371798"/>
                <a:gd name="connsiteX87" fmla="*/ 1729579 w 5362304"/>
                <a:gd name="connsiteY87" fmla="*/ 3223158 h 5371798"/>
                <a:gd name="connsiteX88" fmla="*/ 2985121 w 5362304"/>
                <a:gd name="connsiteY88" fmla="*/ 3026930 h 5371798"/>
                <a:gd name="connsiteX89" fmla="*/ 3184777 w 5362304"/>
                <a:gd name="connsiteY89" fmla="*/ 3026930 h 5371798"/>
                <a:gd name="connsiteX90" fmla="*/ 3184777 w 5362304"/>
                <a:gd name="connsiteY90" fmla="*/ 3224133 h 5371798"/>
                <a:gd name="connsiteX91" fmla="*/ 2985121 w 5362304"/>
                <a:gd name="connsiteY91" fmla="*/ 3224133 h 5371798"/>
                <a:gd name="connsiteX92" fmla="*/ 3407821 w 5362304"/>
                <a:gd name="connsiteY92" fmla="*/ 3026558 h 5371798"/>
                <a:gd name="connsiteX93" fmla="*/ 3611816 w 5362304"/>
                <a:gd name="connsiteY93" fmla="*/ 3026558 h 5371798"/>
                <a:gd name="connsiteX94" fmla="*/ 3611816 w 5362304"/>
                <a:gd name="connsiteY94" fmla="*/ 3223451 h 5371798"/>
                <a:gd name="connsiteX95" fmla="*/ 3407821 w 5362304"/>
                <a:gd name="connsiteY95" fmla="*/ 3223451 h 5371798"/>
                <a:gd name="connsiteX96" fmla="*/ 1312485 w 5362304"/>
                <a:gd name="connsiteY96" fmla="*/ 2638910 h 5371798"/>
                <a:gd name="connsiteX97" fmla="*/ 1517853 w 5362304"/>
                <a:gd name="connsiteY97" fmla="*/ 2638910 h 5371798"/>
                <a:gd name="connsiteX98" fmla="*/ 1517853 w 5362304"/>
                <a:gd name="connsiteY98" fmla="*/ 2847333 h 5371798"/>
                <a:gd name="connsiteX99" fmla="*/ 1312485 w 5362304"/>
                <a:gd name="connsiteY99" fmla="*/ 2847333 h 5371798"/>
                <a:gd name="connsiteX100" fmla="*/ 3408423 w 5362304"/>
                <a:gd name="connsiteY100" fmla="*/ 2638883 h 5371798"/>
                <a:gd name="connsiteX101" fmla="*/ 3611302 w 5362304"/>
                <a:gd name="connsiteY101" fmla="*/ 2638883 h 5371798"/>
                <a:gd name="connsiteX102" fmla="*/ 3611302 w 5362304"/>
                <a:gd name="connsiteY102" fmla="*/ 2843923 h 5371798"/>
                <a:gd name="connsiteX103" fmla="*/ 3408423 w 5362304"/>
                <a:gd name="connsiteY103" fmla="*/ 2843923 h 5371798"/>
                <a:gd name="connsiteX104" fmla="*/ 2990736 w 5362304"/>
                <a:gd name="connsiteY104" fmla="*/ 2638662 h 5371798"/>
                <a:gd name="connsiteX105" fmla="*/ 3185370 w 5362304"/>
                <a:gd name="connsiteY105" fmla="*/ 2638662 h 5371798"/>
                <a:gd name="connsiteX106" fmla="*/ 3185370 w 5362304"/>
                <a:gd name="connsiteY106" fmla="*/ 2843924 h 5371798"/>
                <a:gd name="connsiteX107" fmla="*/ 2990736 w 5362304"/>
                <a:gd name="connsiteY107" fmla="*/ 2843924 h 5371798"/>
                <a:gd name="connsiteX108" fmla="*/ 895400 w 5362304"/>
                <a:gd name="connsiteY108" fmla="*/ 2637767 h 5371798"/>
                <a:gd name="connsiteX109" fmla="*/ 1092071 w 5362304"/>
                <a:gd name="connsiteY109" fmla="*/ 2637767 h 5371798"/>
                <a:gd name="connsiteX110" fmla="*/ 1092071 w 5362304"/>
                <a:gd name="connsiteY110" fmla="*/ 2841319 h 5371798"/>
                <a:gd name="connsiteX111" fmla="*/ 895400 w 5362304"/>
                <a:gd name="connsiteY111" fmla="*/ 2841319 h 5371798"/>
                <a:gd name="connsiteX112" fmla="*/ 5153589 w 5362304"/>
                <a:gd name="connsiteY112" fmla="*/ 2343070 h 5371798"/>
                <a:gd name="connsiteX113" fmla="*/ 5359524 w 5362304"/>
                <a:gd name="connsiteY113" fmla="*/ 2343070 h 5371798"/>
                <a:gd name="connsiteX114" fmla="*/ 5359524 w 5362304"/>
                <a:gd name="connsiteY114" fmla="*/ 2539334 h 5371798"/>
                <a:gd name="connsiteX115" fmla="*/ 5153589 w 5362304"/>
                <a:gd name="connsiteY115" fmla="*/ 2539334 h 5371798"/>
                <a:gd name="connsiteX116" fmla="*/ 3408131 w 5362304"/>
                <a:gd name="connsiteY116" fmla="*/ 2247232 h 5371798"/>
                <a:gd name="connsiteX117" fmla="*/ 3611586 w 5362304"/>
                <a:gd name="connsiteY117" fmla="*/ 2247232 h 5371798"/>
                <a:gd name="connsiteX118" fmla="*/ 3611586 w 5362304"/>
                <a:gd name="connsiteY118" fmla="*/ 2452556 h 5371798"/>
                <a:gd name="connsiteX119" fmla="*/ 3408131 w 5362304"/>
                <a:gd name="connsiteY119" fmla="*/ 2452556 h 5371798"/>
                <a:gd name="connsiteX120" fmla="*/ 2144415 w 5362304"/>
                <a:gd name="connsiteY120" fmla="*/ 2246515 h 5371798"/>
                <a:gd name="connsiteX121" fmla="*/ 2349694 w 5362304"/>
                <a:gd name="connsiteY121" fmla="*/ 2246515 h 5371798"/>
                <a:gd name="connsiteX122" fmla="*/ 2349694 w 5362304"/>
                <a:gd name="connsiteY122" fmla="*/ 2449881 h 5371798"/>
                <a:gd name="connsiteX123" fmla="*/ 2144415 w 5362304"/>
                <a:gd name="connsiteY123" fmla="*/ 2449881 h 5371798"/>
                <a:gd name="connsiteX124" fmla="*/ 895497 w 5362304"/>
                <a:gd name="connsiteY124" fmla="*/ 2246506 h 5371798"/>
                <a:gd name="connsiteX125" fmla="*/ 1092080 w 5362304"/>
                <a:gd name="connsiteY125" fmla="*/ 2246506 h 5371798"/>
                <a:gd name="connsiteX126" fmla="*/ 1092080 w 5362304"/>
                <a:gd name="connsiteY126" fmla="*/ 2449872 h 5371798"/>
                <a:gd name="connsiteX127" fmla="*/ 895497 w 5362304"/>
                <a:gd name="connsiteY127" fmla="*/ 2449872 h 5371798"/>
                <a:gd name="connsiteX128" fmla="*/ 2991294 w 5362304"/>
                <a:gd name="connsiteY128" fmla="*/ 2246293 h 5371798"/>
                <a:gd name="connsiteX129" fmla="*/ 3190923 w 5362304"/>
                <a:gd name="connsiteY129" fmla="*/ 2246293 h 5371798"/>
                <a:gd name="connsiteX130" fmla="*/ 3190923 w 5362304"/>
                <a:gd name="connsiteY130" fmla="*/ 2452192 h 5371798"/>
                <a:gd name="connsiteX131" fmla="*/ 2991294 w 5362304"/>
                <a:gd name="connsiteY131" fmla="*/ 2452192 h 5371798"/>
                <a:gd name="connsiteX132" fmla="*/ 1312636 w 5362304"/>
                <a:gd name="connsiteY132" fmla="*/ 2246169 h 5371798"/>
                <a:gd name="connsiteX133" fmla="*/ 1518225 w 5362304"/>
                <a:gd name="connsiteY133" fmla="*/ 2246169 h 5371798"/>
                <a:gd name="connsiteX134" fmla="*/ 1518225 w 5362304"/>
                <a:gd name="connsiteY134" fmla="*/ 2450164 h 5371798"/>
                <a:gd name="connsiteX135" fmla="*/ 1312636 w 5362304"/>
                <a:gd name="connsiteY135" fmla="*/ 2450164 h 5371798"/>
                <a:gd name="connsiteX136" fmla="*/ 1729579 w 5362304"/>
                <a:gd name="connsiteY136" fmla="*/ 2244681 h 5371798"/>
                <a:gd name="connsiteX137" fmla="*/ 1935611 w 5362304"/>
                <a:gd name="connsiteY137" fmla="*/ 2244681 h 5371798"/>
                <a:gd name="connsiteX138" fmla="*/ 1935611 w 5362304"/>
                <a:gd name="connsiteY138" fmla="*/ 2449119 h 5371798"/>
                <a:gd name="connsiteX139" fmla="*/ 1729579 w 5362304"/>
                <a:gd name="connsiteY139" fmla="*/ 2449119 h 5371798"/>
                <a:gd name="connsiteX140" fmla="*/ 2573544 w 5362304"/>
                <a:gd name="connsiteY140" fmla="*/ 2243831 h 5371798"/>
                <a:gd name="connsiteX141" fmla="*/ 2767585 w 5362304"/>
                <a:gd name="connsiteY141" fmla="*/ 2243831 h 5371798"/>
                <a:gd name="connsiteX142" fmla="*/ 2767585 w 5362304"/>
                <a:gd name="connsiteY142" fmla="*/ 2448791 h 5371798"/>
                <a:gd name="connsiteX143" fmla="*/ 2573544 w 5362304"/>
                <a:gd name="connsiteY143" fmla="*/ 2448791 h 5371798"/>
                <a:gd name="connsiteX144" fmla="*/ 5153580 w 5362304"/>
                <a:gd name="connsiteY144" fmla="*/ 1950941 h 5371798"/>
                <a:gd name="connsiteX145" fmla="*/ 5358744 w 5362304"/>
                <a:gd name="connsiteY145" fmla="*/ 1950941 h 5371798"/>
                <a:gd name="connsiteX146" fmla="*/ 5358744 w 5362304"/>
                <a:gd name="connsiteY146" fmla="*/ 2145381 h 5371798"/>
                <a:gd name="connsiteX147" fmla="*/ 5153580 w 5362304"/>
                <a:gd name="connsiteY147" fmla="*/ 2145381 h 5371798"/>
                <a:gd name="connsiteX148" fmla="*/ 2573500 w 5362304"/>
                <a:gd name="connsiteY148" fmla="*/ 1856148 h 5371798"/>
                <a:gd name="connsiteX149" fmla="*/ 2767692 w 5362304"/>
                <a:gd name="connsiteY149" fmla="*/ 1856148 h 5371798"/>
                <a:gd name="connsiteX150" fmla="*/ 2767692 w 5362304"/>
                <a:gd name="connsiteY150" fmla="*/ 2061188 h 5371798"/>
                <a:gd name="connsiteX151" fmla="*/ 2573500 w 5362304"/>
                <a:gd name="connsiteY151" fmla="*/ 2061188 h 5371798"/>
                <a:gd name="connsiteX152" fmla="*/ 2990869 w 5362304"/>
                <a:gd name="connsiteY152" fmla="*/ 1856041 h 5371798"/>
                <a:gd name="connsiteX153" fmla="*/ 3187974 w 5362304"/>
                <a:gd name="connsiteY153" fmla="*/ 1856041 h 5371798"/>
                <a:gd name="connsiteX154" fmla="*/ 3187974 w 5362304"/>
                <a:gd name="connsiteY154" fmla="*/ 2061143 h 5371798"/>
                <a:gd name="connsiteX155" fmla="*/ 2990869 w 5362304"/>
                <a:gd name="connsiteY155" fmla="*/ 2061143 h 5371798"/>
                <a:gd name="connsiteX156" fmla="*/ 3408166 w 5362304"/>
                <a:gd name="connsiteY156" fmla="*/ 1855908 h 5371798"/>
                <a:gd name="connsiteX157" fmla="*/ 3611532 w 5362304"/>
                <a:gd name="connsiteY157" fmla="*/ 1855908 h 5371798"/>
                <a:gd name="connsiteX158" fmla="*/ 3611532 w 5362304"/>
                <a:gd name="connsiteY158" fmla="*/ 2061187 h 5371798"/>
                <a:gd name="connsiteX159" fmla="*/ 3408166 w 5362304"/>
                <a:gd name="connsiteY159" fmla="*/ 2061187 h 5371798"/>
                <a:gd name="connsiteX160" fmla="*/ 1312042 w 5362304"/>
                <a:gd name="connsiteY160" fmla="*/ 1855758 h 5371798"/>
                <a:gd name="connsiteX161" fmla="*/ 1515718 w 5362304"/>
                <a:gd name="connsiteY161" fmla="*/ 1855758 h 5371798"/>
                <a:gd name="connsiteX162" fmla="*/ 1515718 w 5362304"/>
                <a:gd name="connsiteY162" fmla="*/ 2061188 h 5371798"/>
                <a:gd name="connsiteX163" fmla="*/ 1312042 w 5362304"/>
                <a:gd name="connsiteY163" fmla="*/ 2061188 h 5371798"/>
                <a:gd name="connsiteX164" fmla="*/ 892114 w 5362304"/>
                <a:gd name="connsiteY164" fmla="*/ 1852517 h 5371798"/>
                <a:gd name="connsiteX165" fmla="*/ 1089219 w 5362304"/>
                <a:gd name="connsiteY165" fmla="*/ 1852517 h 5371798"/>
                <a:gd name="connsiteX166" fmla="*/ 1089219 w 5362304"/>
                <a:gd name="connsiteY166" fmla="*/ 2057619 h 5371798"/>
                <a:gd name="connsiteX167" fmla="*/ 892114 w 5362304"/>
                <a:gd name="connsiteY167" fmla="*/ 2057619 h 5371798"/>
                <a:gd name="connsiteX168" fmla="*/ 2147842 w 5362304"/>
                <a:gd name="connsiteY168" fmla="*/ 1852481 h 5371798"/>
                <a:gd name="connsiteX169" fmla="*/ 2353165 w 5362304"/>
                <a:gd name="connsiteY169" fmla="*/ 1852481 h 5371798"/>
                <a:gd name="connsiteX170" fmla="*/ 2353165 w 5362304"/>
                <a:gd name="connsiteY170" fmla="*/ 2058504 h 5371798"/>
                <a:gd name="connsiteX171" fmla="*/ 2147842 w 5362304"/>
                <a:gd name="connsiteY171" fmla="*/ 2058504 h 5371798"/>
                <a:gd name="connsiteX172" fmla="*/ 1729933 w 5362304"/>
                <a:gd name="connsiteY172" fmla="*/ 1852464 h 5371798"/>
                <a:gd name="connsiteX173" fmla="*/ 1932662 w 5362304"/>
                <a:gd name="connsiteY173" fmla="*/ 1852464 h 5371798"/>
                <a:gd name="connsiteX174" fmla="*/ 1932662 w 5362304"/>
                <a:gd name="connsiteY174" fmla="*/ 2057424 h 5371798"/>
                <a:gd name="connsiteX175" fmla="*/ 1729933 w 5362304"/>
                <a:gd name="connsiteY175" fmla="*/ 2057424 h 5371798"/>
                <a:gd name="connsiteX176" fmla="*/ 5153580 w 5362304"/>
                <a:gd name="connsiteY176" fmla="*/ 1559414 h 5371798"/>
                <a:gd name="connsiteX177" fmla="*/ 5358903 w 5362304"/>
                <a:gd name="connsiteY177" fmla="*/ 1559414 h 5371798"/>
                <a:gd name="connsiteX178" fmla="*/ 5358903 w 5362304"/>
                <a:gd name="connsiteY178" fmla="*/ 1762869 h 5371798"/>
                <a:gd name="connsiteX179" fmla="*/ 5153580 w 5362304"/>
                <a:gd name="connsiteY179" fmla="*/ 1762869 h 5371798"/>
                <a:gd name="connsiteX180" fmla="*/ 5156201 w 5362304"/>
                <a:gd name="connsiteY180" fmla="*/ 1166257 h 5371798"/>
                <a:gd name="connsiteX181" fmla="*/ 5362233 w 5362304"/>
                <a:gd name="connsiteY181" fmla="*/ 1166257 h 5371798"/>
                <a:gd name="connsiteX182" fmla="*/ 5362233 w 5362304"/>
                <a:gd name="connsiteY182" fmla="*/ 1370695 h 5371798"/>
                <a:gd name="connsiteX183" fmla="*/ 5156201 w 5362304"/>
                <a:gd name="connsiteY183" fmla="*/ 1370695 h 5371798"/>
                <a:gd name="connsiteX184" fmla="*/ 5157202 w 5362304"/>
                <a:gd name="connsiteY184" fmla="*/ 776882 h 5371798"/>
                <a:gd name="connsiteX185" fmla="*/ 5362304 w 5362304"/>
                <a:gd name="connsiteY185" fmla="*/ 776882 h 5371798"/>
                <a:gd name="connsiteX186" fmla="*/ 5362304 w 5362304"/>
                <a:gd name="connsiteY186" fmla="*/ 979894 h 5371798"/>
                <a:gd name="connsiteX187" fmla="*/ 5157202 w 5362304"/>
                <a:gd name="connsiteY187" fmla="*/ 979894 h 5371798"/>
                <a:gd name="connsiteX188" fmla="*/ 5155378 w 5362304"/>
                <a:gd name="connsiteY188" fmla="*/ 384407 h 5371798"/>
                <a:gd name="connsiteX189" fmla="*/ 5359205 w 5362304"/>
                <a:gd name="connsiteY189" fmla="*/ 384407 h 5371798"/>
                <a:gd name="connsiteX190" fmla="*/ 5359205 w 5362304"/>
                <a:gd name="connsiteY190" fmla="*/ 589102 h 5371798"/>
                <a:gd name="connsiteX191" fmla="*/ 5155378 w 5362304"/>
                <a:gd name="connsiteY191" fmla="*/ 589102 h 5371798"/>
                <a:gd name="connsiteX192" fmla="*/ 5155865 w 5362304"/>
                <a:gd name="connsiteY192" fmla="*/ 3038 h 5371798"/>
                <a:gd name="connsiteX193" fmla="*/ 5358514 w 5362304"/>
                <a:gd name="connsiteY193" fmla="*/ 3038 h 5371798"/>
                <a:gd name="connsiteX194" fmla="*/ 5358514 w 5362304"/>
                <a:gd name="connsiteY194" fmla="*/ 200037 h 5371798"/>
                <a:gd name="connsiteX195" fmla="*/ 5155865 w 5362304"/>
                <a:gd name="connsiteY195" fmla="*/ 200037 h 5371798"/>
                <a:gd name="connsiteX196" fmla="*/ 3486045 w 5362304"/>
                <a:gd name="connsiteY196" fmla="*/ 3038 h 5371798"/>
                <a:gd name="connsiteX197" fmla="*/ 3679998 w 5362304"/>
                <a:gd name="connsiteY197" fmla="*/ 3038 h 5371798"/>
                <a:gd name="connsiteX198" fmla="*/ 3679998 w 5362304"/>
                <a:gd name="connsiteY198" fmla="*/ 200037 h 5371798"/>
                <a:gd name="connsiteX199" fmla="*/ 3486045 w 5362304"/>
                <a:gd name="connsiteY199" fmla="*/ 200037 h 5371798"/>
                <a:gd name="connsiteX200" fmla="*/ 4736176 w 5362304"/>
                <a:gd name="connsiteY200" fmla="*/ 2852 h 5371798"/>
                <a:gd name="connsiteX201" fmla="*/ 4941278 w 5362304"/>
                <a:gd name="connsiteY201" fmla="*/ 2852 h 5371798"/>
                <a:gd name="connsiteX202" fmla="*/ 4941278 w 5362304"/>
                <a:gd name="connsiteY202" fmla="*/ 199957 h 5371798"/>
                <a:gd name="connsiteX203" fmla="*/ 4736176 w 5362304"/>
                <a:gd name="connsiteY203" fmla="*/ 199957 h 5371798"/>
                <a:gd name="connsiteX204" fmla="*/ 3901208 w 5362304"/>
                <a:gd name="connsiteY204" fmla="*/ 2294 h 5371798"/>
                <a:gd name="connsiteX205" fmla="*/ 4098207 w 5362304"/>
                <a:gd name="connsiteY205" fmla="*/ 2294 h 5371798"/>
                <a:gd name="connsiteX206" fmla="*/ 4098207 w 5362304"/>
                <a:gd name="connsiteY206" fmla="*/ 196247 h 5371798"/>
                <a:gd name="connsiteX207" fmla="*/ 3901208 w 5362304"/>
                <a:gd name="connsiteY207" fmla="*/ 196247 h 5371798"/>
                <a:gd name="connsiteX208" fmla="*/ 2641938 w 5362304"/>
                <a:gd name="connsiteY208" fmla="*/ 1745 h 5371798"/>
                <a:gd name="connsiteX209" fmla="*/ 2845765 w 5362304"/>
                <a:gd name="connsiteY209" fmla="*/ 1745 h 5371798"/>
                <a:gd name="connsiteX210" fmla="*/ 2845765 w 5362304"/>
                <a:gd name="connsiteY210" fmla="*/ 197734 h 5371798"/>
                <a:gd name="connsiteX211" fmla="*/ 2641938 w 5362304"/>
                <a:gd name="connsiteY211" fmla="*/ 197734 h 5371798"/>
                <a:gd name="connsiteX212" fmla="*/ 4321455 w 5362304"/>
                <a:gd name="connsiteY212" fmla="*/ 0 h 5371798"/>
                <a:gd name="connsiteX213" fmla="*/ 4524565 w 5362304"/>
                <a:gd name="connsiteY213" fmla="*/ 0 h 5371798"/>
                <a:gd name="connsiteX214" fmla="*/ 4524565 w 5362304"/>
                <a:gd name="connsiteY214" fmla="*/ 196459 h 5371798"/>
                <a:gd name="connsiteX215" fmla="*/ 4321455 w 5362304"/>
                <a:gd name="connsiteY215" fmla="*/ 196459 h 5371798"/>
                <a:gd name="connsiteX216" fmla="*/ 3060352 w 5362304"/>
                <a:gd name="connsiteY216" fmla="*/ 0 h 5371798"/>
                <a:gd name="connsiteX217" fmla="*/ 3263559 w 5362304"/>
                <a:gd name="connsiteY217" fmla="*/ 0 h 5371798"/>
                <a:gd name="connsiteX218" fmla="*/ 3263559 w 5362304"/>
                <a:gd name="connsiteY218" fmla="*/ 196503 h 5371798"/>
                <a:gd name="connsiteX219" fmla="*/ 3060352 w 5362304"/>
                <a:gd name="connsiteY219" fmla="*/ 196503 h 53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362304" h="5371798">
                  <a:moveTo>
                    <a:pt x="0" y="4783183"/>
                  </a:moveTo>
                  <a:lnTo>
                    <a:pt x="587933" y="4783183"/>
                  </a:lnTo>
                  <a:lnTo>
                    <a:pt x="587933" y="5371798"/>
                  </a:lnTo>
                  <a:lnTo>
                    <a:pt x="0" y="5371798"/>
                  </a:lnTo>
                  <a:close/>
                  <a:moveTo>
                    <a:pt x="3408326" y="4204230"/>
                  </a:moveTo>
                  <a:lnTo>
                    <a:pt x="3614128" y="4204230"/>
                  </a:lnTo>
                  <a:lnTo>
                    <a:pt x="3614128" y="4400627"/>
                  </a:lnTo>
                  <a:lnTo>
                    <a:pt x="3408326" y="4400627"/>
                  </a:lnTo>
                  <a:close/>
                  <a:moveTo>
                    <a:pt x="2988035" y="4204230"/>
                  </a:moveTo>
                  <a:lnTo>
                    <a:pt x="3185273" y="4204230"/>
                  </a:lnTo>
                  <a:lnTo>
                    <a:pt x="3185273" y="4400503"/>
                  </a:lnTo>
                  <a:lnTo>
                    <a:pt x="2988035" y="4400503"/>
                  </a:lnTo>
                  <a:close/>
                  <a:moveTo>
                    <a:pt x="2574076" y="4203389"/>
                  </a:moveTo>
                  <a:lnTo>
                    <a:pt x="2770597" y="4203389"/>
                  </a:lnTo>
                  <a:lnTo>
                    <a:pt x="2770597" y="4397926"/>
                  </a:lnTo>
                  <a:lnTo>
                    <a:pt x="2574076" y="4397926"/>
                  </a:lnTo>
                  <a:close/>
                  <a:moveTo>
                    <a:pt x="2147780" y="4203238"/>
                  </a:moveTo>
                  <a:lnTo>
                    <a:pt x="2353139" y="4203238"/>
                  </a:lnTo>
                  <a:lnTo>
                    <a:pt x="2353139" y="4398076"/>
                  </a:lnTo>
                  <a:lnTo>
                    <a:pt x="2147780" y="4398076"/>
                  </a:lnTo>
                  <a:close/>
                  <a:moveTo>
                    <a:pt x="895152" y="4202946"/>
                  </a:moveTo>
                  <a:lnTo>
                    <a:pt x="1090282" y="4202946"/>
                  </a:lnTo>
                  <a:lnTo>
                    <a:pt x="1090282" y="4398935"/>
                  </a:lnTo>
                  <a:lnTo>
                    <a:pt x="895152" y="4398935"/>
                  </a:lnTo>
                  <a:close/>
                  <a:moveTo>
                    <a:pt x="1730748" y="4200653"/>
                  </a:moveTo>
                  <a:lnTo>
                    <a:pt x="1933397" y="4200653"/>
                  </a:lnTo>
                  <a:lnTo>
                    <a:pt x="1933397" y="4397652"/>
                  </a:lnTo>
                  <a:lnTo>
                    <a:pt x="1730748" y="4397652"/>
                  </a:lnTo>
                  <a:close/>
                  <a:moveTo>
                    <a:pt x="1309501" y="4200529"/>
                  </a:moveTo>
                  <a:lnTo>
                    <a:pt x="1515675" y="4200529"/>
                  </a:lnTo>
                  <a:lnTo>
                    <a:pt x="1515675" y="4397395"/>
                  </a:lnTo>
                  <a:lnTo>
                    <a:pt x="1309501" y="4397395"/>
                  </a:lnTo>
                  <a:close/>
                  <a:moveTo>
                    <a:pt x="895728" y="3812189"/>
                  </a:moveTo>
                  <a:lnTo>
                    <a:pt x="1092072" y="3812189"/>
                  </a:lnTo>
                  <a:lnTo>
                    <a:pt x="1092072" y="4006381"/>
                  </a:lnTo>
                  <a:lnTo>
                    <a:pt x="895728" y="4006381"/>
                  </a:lnTo>
                  <a:close/>
                  <a:moveTo>
                    <a:pt x="2987875" y="3811844"/>
                  </a:moveTo>
                  <a:lnTo>
                    <a:pt x="3184759" y="3811844"/>
                  </a:lnTo>
                  <a:lnTo>
                    <a:pt x="3184759" y="4009321"/>
                  </a:lnTo>
                  <a:lnTo>
                    <a:pt x="2987875" y="4009321"/>
                  </a:lnTo>
                  <a:close/>
                  <a:moveTo>
                    <a:pt x="2144273" y="3811844"/>
                  </a:moveTo>
                  <a:lnTo>
                    <a:pt x="2349853" y="3811844"/>
                  </a:lnTo>
                  <a:lnTo>
                    <a:pt x="2349853" y="4009321"/>
                  </a:lnTo>
                  <a:lnTo>
                    <a:pt x="2144273" y="4009321"/>
                  </a:lnTo>
                  <a:close/>
                  <a:moveTo>
                    <a:pt x="1309501" y="3811578"/>
                  </a:moveTo>
                  <a:lnTo>
                    <a:pt x="1515196" y="3811578"/>
                  </a:lnTo>
                  <a:lnTo>
                    <a:pt x="1515196" y="4005531"/>
                  </a:lnTo>
                  <a:lnTo>
                    <a:pt x="1309501" y="4005531"/>
                  </a:lnTo>
                  <a:close/>
                  <a:moveTo>
                    <a:pt x="2573473" y="3809391"/>
                  </a:moveTo>
                  <a:lnTo>
                    <a:pt x="2770587" y="3809391"/>
                  </a:lnTo>
                  <a:lnTo>
                    <a:pt x="2770587" y="4005611"/>
                  </a:lnTo>
                  <a:lnTo>
                    <a:pt x="2573473" y="4005611"/>
                  </a:lnTo>
                  <a:close/>
                  <a:moveTo>
                    <a:pt x="1730385" y="3809302"/>
                  </a:moveTo>
                  <a:lnTo>
                    <a:pt x="1935726" y="3809302"/>
                  </a:lnTo>
                  <a:lnTo>
                    <a:pt x="1935726" y="4006620"/>
                  </a:lnTo>
                  <a:lnTo>
                    <a:pt x="1730385" y="4006620"/>
                  </a:lnTo>
                  <a:close/>
                  <a:moveTo>
                    <a:pt x="3408149" y="3809294"/>
                  </a:moveTo>
                  <a:lnTo>
                    <a:pt x="3611515" y="3809294"/>
                  </a:lnTo>
                  <a:lnTo>
                    <a:pt x="3611515" y="4005877"/>
                  </a:lnTo>
                  <a:lnTo>
                    <a:pt x="3408149" y="4005877"/>
                  </a:lnTo>
                  <a:close/>
                  <a:moveTo>
                    <a:pt x="2991055" y="3421716"/>
                  </a:moveTo>
                  <a:lnTo>
                    <a:pt x="3188054" y="3421716"/>
                  </a:lnTo>
                  <a:lnTo>
                    <a:pt x="3188054" y="3615669"/>
                  </a:lnTo>
                  <a:lnTo>
                    <a:pt x="2991055" y="3615669"/>
                  </a:lnTo>
                  <a:close/>
                  <a:moveTo>
                    <a:pt x="892416" y="3421194"/>
                  </a:moveTo>
                  <a:lnTo>
                    <a:pt x="1089619" y="3421194"/>
                  </a:lnTo>
                  <a:lnTo>
                    <a:pt x="1089619" y="3620850"/>
                  </a:lnTo>
                  <a:lnTo>
                    <a:pt x="892416" y="3620850"/>
                  </a:lnTo>
                  <a:close/>
                  <a:moveTo>
                    <a:pt x="3408990" y="3420653"/>
                  </a:moveTo>
                  <a:lnTo>
                    <a:pt x="3614207" y="3420653"/>
                  </a:lnTo>
                  <a:lnTo>
                    <a:pt x="3614207" y="3615199"/>
                  </a:lnTo>
                  <a:lnTo>
                    <a:pt x="3408990" y="3615199"/>
                  </a:lnTo>
                  <a:close/>
                  <a:moveTo>
                    <a:pt x="1309501" y="3420317"/>
                  </a:moveTo>
                  <a:lnTo>
                    <a:pt x="1515090" y="3420317"/>
                  </a:lnTo>
                  <a:lnTo>
                    <a:pt x="1515090" y="3615616"/>
                  </a:lnTo>
                  <a:lnTo>
                    <a:pt x="1309501" y="3615616"/>
                  </a:lnTo>
                  <a:close/>
                  <a:moveTo>
                    <a:pt x="894709" y="3029976"/>
                  </a:moveTo>
                  <a:lnTo>
                    <a:pt x="1089441" y="3029976"/>
                  </a:lnTo>
                  <a:lnTo>
                    <a:pt x="1089441" y="3226594"/>
                  </a:lnTo>
                  <a:lnTo>
                    <a:pt x="894709" y="3226594"/>
                  </a:lnTo>
                  <a:close/>
                  <a:moveTo>
                    <a:pt x="1309501" y="3029038"/>
                  </a:moveTo>
                  <a:lnTo>
                    <a:pt x="1515002" y="3029038"/>
                  </a:lnTo>
                  <a:lnTo>
                    <a:pt x="1515002" y="3224151"/>
                  </a:lnTo>
                  <a:lnTo>
                    <a:pt x="1309501" y="3224151"/>
                  </a:lnTo>
                  <a:close/>
                  <a:moveTo>
                    <a:pt x="1729579" y="3027417"/>
                  </a:moveTo>
                  <a:lnTo>
                    <a:pt x="1935611" y="3027417"/>
                  </a:lnTo>
                  <a:lnTo>
                    <a:pt x="1935611" y="3223158"/>
                  </a:lnTo>
                  <a:lnTo>
                    <a:pt x="1729579" y="3223158"/>
                  </a:lnTo>
                  <a:close/>
                  <a:moveTo>
                    <a:pt x="2985121" y="3026930"/>
                  </a:moveTo>
                  <a:lnTo>
                    <a:pt x="3184777" y="3026930"/>
                  </a:lnTo>
                  <a:lnTo>
                    <a:pt x="3184777" y="3224133"/>
                  </a:lnTo>
                  <a:lnTo>
                    <a:pt x="2985121" y="3224133"/>
                  </a:lnTo>
                  <a:close/>
                  <a:moveTo>
                    <a:pt x="3407821" y="3026558"/>
                  </a:moveTo>
                  <a:lnTo>
                    <a:pt x="3611816" y="3026558"/>
                  </a:lnTo>
                  <a:lnTo>
                    <a:pt x="3611816" y="3223451"/>
                  </a:lnTo>
                  <a:lnTo>
                    <a:pt x="3407821" y="3223451"/>
                  </a:lnTo>
                  <a:close/>
                  <a:moveTo>
                    <a:pt x="1312485" y="2638910"/>
                  </a:moveTo>
                  <a:lnTo>
                    <a:pt x="1517853" y="2638910"/>
                  </a:lnTo>
                  <a:lnTo>
                    <a:pt x="1517853" y="2847333"/>
                  </a:lnTo>
                  <a:lnTo>
                    <a:pt x="1312485" y="2847333"/>
                  </a:lnTo>
                  <a:close/>
                  <a:moveTo>
                    <a:pt x="3408423" y="2638883"/>
                  </a:moveTo>
                  <a:lnTo>
                    <a:pt x="3611302" y="2638883"/>
                  </a:lnTo>
                  <a:lnTo>
                    <a:pt x="3611302" y="2843923"/>
                  </a:lnTo>
                  <a:lnTo>
                    <a:pt x="3408423" y="2843923"/>
                  </a:lnTo>
                  <a:close/>
                  <a:moveTo>
                    <a:pt x="2990736" y="2638662"/>
                  </a:moveTo>
                  <a:lnTo>
                    <a:pt x="3185370" y="2638662"/>
                  </a:lnTo>
                  <a:lnTo>
                    <a:pt x="3185370" y="2843924"/>
                  </a:lnTo>
                  <a:lnTo>
                    <a:pt x="2990736" y="2843924"/>
                  </a:lnTo>
                  <a:close/>
                  <a:moveTo>
                    <a:pt x="895400" y="2637767"/>
                  </a:moveTo>
                  <a:lnTo>
                    <a:pt x="1092071" y="2637767"/>
                  </a:lnTo>
                  <a:lnTo>
                    <a:pt x="1092071" y="2841319"/>
                  </a:lnTo>
                  <a:lnTo>
                    <a:pt x="895400" y="2841319"/>
                  </a:lnTo>
                  <a:close/>
                  <a:moveTo>
                    <a:pt x="5153589" y="2343070"/>
                  </a:moveTo>
                  <a:lnTo>
                    <a:pt x="5359524" y="2343070"/>
                  </a:lnTo>
                  <a:lnTo>
                    <a:pt x="5359524" y="2539334"/>
                  </a:lnTo>
                  <a:lnTo>
                    <a:pt x="5153589" y="2539334"/>
                  </a:lnTo>
                  <a:close/>
                  <a:moveTo>
                    <a:pt x="3408131" y="2247232"/>
                  </a:moveTo>
                  <a:lnTo>
                    <a:pt x="3611586" y="2247232"/>
                  </a:lnTo>
                  <a:lnTo>
                    <a:pt x="3611586" y="2452556"/>
                  </a:lnTo>
                  <a:lnTo>
                    <a:pt x="3408131" y="2452556"/>
                  </a:lnTo>
                  <a:close/>
                  <a:moveTo>
                    <a:pt x="2144415" y="2246515"/>
                  </a:moveTo>
                  <a:lnTo>
                    <a:pt x="2349694" y="2246515"/>
                  </a:lnTo>
                  <a:lnTo>
                    <a:pt x="2349694" y="2449881"/>
                  </a:lnTo>
                  <a:lnTo>
                    <a:pt x="2144415" y="2449881"/>
                  </a:lnTo>
                  <a:close/>
                  <a:moveTo>
                    <a:pt x="895497" y="2246506"/>
                  </a:moveTo>
                  <a:lnTo>
                    <a:pt x="1092080" y="2246506"/>
                  </a:lnTo>
                  <a:lnTo>
                    <a:pt x="1092080" y="2449872"/>
                  </a:lnTo>
                  <a:lnTo>
                    <a:pt x="895497" y="2449872"/>
                  </a:lnTo>
                  <a:close/>
                  <a:moveTo>
                    <a:pt x="2991294" y="2246293"/>
                  </a:moveTo>
                  <a:lnTo>
                    <a:pt x="3190923" y="2246293"/>
                  </a:lnTo>
                  <a:lnTo>
                    <a:pt x="3190923" y="2452192"/>
                  </a:lnTo>
                  <a:lnTo>
                    <a:pt x="2991294" y="2452192"/>
                  </a:lnTo>
                  <a:close/>
                  <a:moveTo>
                    <a:pt x="1312636" y="2246169"/>
                  </a:moveTo>
                  <a:lnTo>
                    <a:pt x="1518225" y="2246169"/>
                  </a:lnTo>
                  <a:lnTo>
                    <a:pt x="1518225" y="2450164"/>
                  </a:lnTo>
                  <a:lnTo>
                    <a:pt x="1312636" y="2450164"/>
                  </a:lnTo>
                  <a:close/>
                  <a:moveTo>
                    <a:pt x="1729579" y="2244681"/>
                  </a:moveTo>
                  <a:lnTo>
                    <a:pt x="1935611" y="2244681"/>
                  </a:lnTo>
                  <a:lnTo>
                    <a:pt x="1935611" y="2449119"/>
                  </a:lnTo>
                  <a:lnTo>
                    <a:pt x="1729579" y="2449119"/>
                  </a:lnTo>
                  <a:close/>
                  <a:moveTo>
                    <a:pt x="2573544" y="2243831"/>
                  </a:moveTo>
                  <a:lnTo>
                    <a:pt x="2767585" y="2243831"/>
                  </a:lnTo>
                  <a:lnTo>
                    <a:pt x="2767585" y="2448791"/>
                  </a:lnTo>
                  <a:lnTo>
                    <a:pt x="2573544" y="2448791"/>
                  </a:lnTo>
                  <a:close/>
                  <a:moveTo>
                    <a:pt x="5153580" y="1950941"/>
                  </a:moveTo>
                  <a:lnTo>
                    <a:pt x="5358744" y="1950941"/>
                  </a:lnTo>
                  <a:lnTo>
                    <a:pt x="5358744" y="2145381"/>
                  </a:lnTo>
                  <a:lnTo>
                    <a:pt x="5153580" y="2145381"/>
                  </a:lnTo>
                  <a:close/>
                  <a:moveTo>
                    <a:pt x="2573500" y="1856148"/>
                  </a:moveTo>
                  <a:lnTo>
                    <a:pt x="2767692" y="1856148"/>
                  </a:lnTo>
                  <a:lnTo>
                    <a:pt x="2767692" y="2061188"/>
                  </a:lnTo>
                  <a:lnTo>
                    <a:pt x="2573500" y="2061188"/>
                  </a:lnTo>
                  <a:close/>
                  <a:moveTo>
                    <a:pt x="2990869" y="1856041"/>
                  </a:moveTo>
                  <a:lnTo>
                    <a:pt x="3187974" y="1856041"/>
                  </a:lnTo>
                  <a:lnTo>
                    <a:pt x="3187974" y="2061143"/>
                  </a:lnTo>
                  <a:lnTo>
                    <a:pt x="2990869" y="2061143"/>
                  </a:lnTo>
                  <a:close/>
                  <a:moveTo>
                    <a:pt x="3408166" y="1855908"/>
                  </a:moveTo>
                  <a:lnTo>
                    <a:pt x="3611532" y="1855908"/>
                  </a:lnTo>
                  <a:lnTo>
                    <a:pt x="3611532" y="2061187"/>
                  </a:lnTo>
                  <a:lnTo>
                    <a:pt x="3408166" y="2061187"/>
                  </a:lnTo>
                  <a:close/>
                  <a:moveTo>
                    <a:pt x="1312042" y="1855758"/>
                  </a:moveTo>
                  <a:lnTo>
                    <a:pt x="1515718" y="1855758"/>
                  </a:lnTo>
                  <a:lnTo>
                    <a:pt x="1515718" y="2061188"/>
                  </a:lnTo>
                  <a:lnTo>
                    <a:pt x="1312042" y="2061188"/>
                  </a:lnTo>
                  <a:close/>
                  <a:moveTo>
                    <a:pt x="892114" y="1852517"/>
                  </a:moveTo>
                  <a:lnTo>
                    <a:pt x="1089219" y="1852517"/>
                  </a:lnTo>
                  <a:lnTo>
                    <a:pt x="1089219" y="2057619"/>
                  </a:lnTo>
                  <a:lnTo>
                    <a:pt x="892114" y="2057619"/>
                  </a:lnTo>
                  <a:close/>
                  <a:moveTo>
                    <a:pt x="2147842" y="1852481"/>
                  </a:moveTo>
                  <a:lnTo>
                    <a:pt x="2353165" y="1852481"/>
                  </a:lnTo>
                  <a:lnTo>
                    <a:pt x="2353165" y="2058504"/>
                  </a:lnTo>
                  <a:lnTo>
                    <a:pt x="2147842" y="2058504"/>
                  </a:lnTo>
                  <a:close/>
                  <a:moveTo>
                    <a:pt x="1729933" y="1852464"/>
                  </a:moveTo>
                  <a:lnTo>
                    <a:pt x="1932662" y="1852464"/>
                  </a:lnTo>
                  <a:lnTo>
                    <a:pt x="1932662" y="2057424"/>
                  </a:lnTo>
                  <a:lnTo>
                    <a:pt x="1729933" y="2057424"/>
                  </a:lnTo>
                  <a:close/>
                  <a:moveTo>
                    <a:pt x="5153580" y="1559414"/>
                  </a:moveTo>
                  <a:lnTo>
                    <a:pt x="5358903" y="1559414"/>
                  </a:lnTo>
                  <a:lnTo>
                    <a:pt x="5358903" y="1762869"/>
                  </a:lnTo>
                  <a:lnTo>
                    <a:pt x="5153580" y="1762869"/>
                  </a:lnTo>
                  <a:close/>
                  <a:moveTo>
                    <a:pt x="5156201" y="1166257"/>
                  </a:moveTo>
                  <a:lnTo>
                    <a:pt x="5362233" y="1166257"/>
                  </a:lnTo>
                  <a:lnTo>
                    <a:pt x="5362233" y="1370695"/>
                  </a:lnTo>
                  <a:lnTo>
                    <a:pt x="5156201" y="1370695"/>
                  </a:lnTo>
                  <a:close/>
                  <a:moveTo>
                    <a:pt x="5157202" y="776882"/>
                  </a:moveTo>
                  <a:lnTo>
                    <a:pt x="5362304" y="776882"/>
                  </a:lnTo>
                  <a:lnTo>
                    <a:pt x="5362304" y="979894"/>
                  </a:lnTo>
                  <a:lnTo>
                    <a:pt x="5157202" y="979894"/>
                  </a:lnTo>
                  <a:close/>
                  <a:moveTo>
                    <a:pt x="5155378" y="384407"/>
                  </a:moveTo>
                  <a:lnTo>
                    <a:pt x="5359205" y="384407"/>
                  </a:lnTo>
                  <a:lnTo>
                    <a:pt x="5359205" y="589102"/>
                  </a:lnTo>
                  <a:lnTo>
                    <a:pt x="5155378" y="589102"/>
                  </a:lnTo>
                  <a:close/>
                  <a:moveTo>
                    <a:pt x="5155865" y="3038"/>
                  </a:moveTo>
                  <a:lnTo>
                    <a:pt x="5358514" y="3038"/>
                  </a:lnTo>
                  <a:lnTo>
                    <a:pt x="5358514" y="200037"/>
                  </a:lnTo>
                  <a:lnTo>
                    <a:pt x="5155865" y="200037"/>
                  </a:lnTo>
                  <a:close/>
                  <a:moveTo>
                    <a:pt x="3486045" y="3038"/>
                  </a:moveTo>
                  <a:lnTo>
                    <a:pt x="3679998" y="3038"/>
                  </a:lnTo>
                  <a:lnTo>
                    <a:pt x="3679998" y="200037"/>
                  </a:lnTo>
                  <a:lnTo>
                    <a:pt x="3486045" y="200037"/>
                  </a:lnTo>
                  <a:close/>
                  <a:moveTo>
                    <a:pt x="4736176" y="2852"/>
                  </a:moveTo>
                  <a:lnTo>
                    <a:pt x="4941278" y="2852"/>
                  </a:lnTo>
                  <a:lnTo>
                    <a:pt x="4941278" y="199957"/>
                  </a:lnTo>
                  <a:lnTo>
                    <a:pt x="4736176" y="199957"/>
                  </a:lnTo>
                  <a:close/>
                  <a:moveTo>
                    <a:pt x="3901208" y="2294"/>
                  </a:moveTo>
                  <a:lnTo>
                    <a:pt x="4098207" y="2294"/>
                  </a:lnTo>
                  <a:lnTo>
                    <a:pt x="4098207" y="196247"/>
                  </a:lnTo>
                  <a:lnTo>
                    <a:pt x="3901208" y="196247"/>
                  </a:lnTo>
                  <a:close/>
                  <a:moveTo>
                    <a:pt x="2641938" y="1745"/>
                  </a:moveTo>
                  <a:lnTo>
                    <a:pt x="2845765" y="1745"/>
                  </a:lnTo>
                  <a:lnTo>
                    <a:pt x="2845765" y="197734"/>
                  </a:lnTo>
                  <a:lnTo>
                    <a:pt x="2641938" y="197734"/>
                  </a:lnTo>
                  <a:close/>
                  <a:moveTo>
                    <a:pt x="4321455" y="0"/>
                  </a:moveTo>
                  <a:lnTo>
                    <a:pt x="4524565" y="0"/>
                  </a:lnTo>
                  <a:lnTo>
                    <a:pt x="4524565" y="196459"/>
                  </a:lnTo>
                  <a:lnTo>
                    <a:pt x="4321455" y="196459"/>
                  </a:lnTo>
                  <a:close/>
                  <a:moveTo>
                    <a:pt x="3060352" y="0"/>
                  </a:moveTo>
                  <a:lnTo>
                    <a:pt x="3263559" y="0"/>
                  </a:lnTo>
                  <a:lnTo>
                    <a:pt x="3263559" y="196503"/>
                  </a:lnTo>
                  <a:lnTo>
                    <a:pt x="3060352" y="196503"/>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18" name="Group 117">
            <a:extLst>
              <a:ext uri="{FF2B5EF4-FFF2-40B4-BE49-F238E27FC236}">
                <a16:creationId xmlns:a16="http://schemas.microsoft.com/office/drawing/2014/main" id="{6F12FFC0-6495-819E-BDA8-339A5A646930}"/>
              </a:ext>
              <a:ext uri="{C183D7F6-B498-43B3-948B-1728B52AA6E4}">
                <adec:decorative xmlns:adec="http://schemas.microsoft.com/office/drawing/2017/decorative" val="1"/>
              </a:ext>
            </a:extLst>
          </p:cNvPr>
          <p:cNvGrpSpPr>
            <a:grpSpLocks noChangeAspect="1"/>
          </p:cNvGrpSpPr>
          <p:nvPr/>
        </p:nvGrpSpPr>
        <p:grpSpPr>
          <a:xfrm>
            <a:off x="4566380" y="1517247"/>
            <a:ext cx="412757" cy="457200"/>
            <a:chOff x="4566380" y="1517247"/>
            <a:chExt cx="412757" cy="457200"/>
          </a:xfrm>
          <a:solidFill>
            <a:schemeClr val="accent2"/>
          </a:solidFill>
        </p:grpSpPr>
        <p:sp>
          <p:nvSpPr>
            <p:cNvPr id="651" name="Freeform: Shape 650">
              <a:extLst>
                <a:ext uri="{FF2B5EF4-FFF2-40B4-BE49-F238E27FC236}">
                  <a16:creationId xmlns:a16="http://schemas.microsoft.com/office/drawing/2014/main" id="{C4DC1296-94EE-428B-437C-CD9F3C62D5C1}"/>
                </a:ext>
                <a:ext uri="{C183D7F6-B498-43B3-948B-1728B52AA6E4}">
                  <adec:decorative xmlns:adec="http://schemas.microsoft.com/office/drawing/2017/decorative" val="1"/>
                </a:ext>
              </a:extLst>
            </p:cNvPr>
            <p:cNvSpPr/>
            <p:nvPr/>
          </p:nvSpPr>
          <p:spPr>
            <a:xfrm>
              <a:off x="4566380" y="1517247"/>
              <a:ext cx="412757" cy="445291"/>
            </a:xfrm>
            <a:custGeom>
              <a:avLst/>
              <a:gdLst>
                <a:gd name="connsiteX0" fmla="*/ 3748120 w 6191354"/>
                <a:gd name="connsiteY0" fmla="*/ 1646566 h 6679371"/>
                <a:gd name="connsiteX1" fmla="*/ 3823584 w 6191354"/>
                <a:gd name="connsiteY1" fmla="*/ 1649496 h 6679371"/>
                <a:gd name="connsiteX2" fmla="*/ 4323822 w 6191354"/>
                <a:gd name="connsiteY2" fmla="*/ 2105205 h 6679371"/>
                <a:gd name="connsiteX3" fmla="*/ 4332997 w 6191354"/>
                <a:gd name="connsiteY3" fmla="*/ 2219153 h 6679371"/>
                <a:gd name="connsiteX4" fmla="*/ 4333391 w 6191354"/>
                <a:gd name="connsiteY4" fmla="*/ 3053133 h 6679371"/>
                <a:gd name="connsiteX5" fmla="*/ 4333391 w 6191354"/>
                <a:gd name="connsiteY5" fmla="*/ 3100760 h 6679371"/>
                <a:gd name="connsiteX6" fmla="*/ 4676694 w 6191354"/>
                <a:gd name="connsiteY6" fmla="*/ 3148283 h 6679371"/>
                <a:gd name="connsiteX7" fmla="*/ 4901112 w 6191354"/>
                <a:gd name="connsiteY7" fmla="*/ 3401488 h 6679371"/>
                <a:gd name="connsiteX8" fmla="*/ 5293654 w 6191354"/>
                <a:gd name="connsiteY8" fmla="*/ 3435659 h 6679371"/>
                <a:gd name="connsiteX9" fmla="*/ 5518159 w 6191354"/>
                <a:gd name="connsiteY9" fmla="*/ 3685502 h 6679371"/>
                <a:gd name="connsiteX10" fmla="*/ 5556279 w 6191354"/>
                <a:gd name="connsiteY10" fmla="*/ 3703730 h 6679371"/>
                <a:gd name="connsiteX11" fmla="*/ 6031853 w 6191354"/>
                <a:gd name="connsiteY11" fmla="*/ 3842410 h 6679371"/>
                <a:gd name="connsiteX12" fmla="*/ 6180689 w 6191354"/>
                <a:gd name="connsiteY12" fmla="*/ 4167187 h 6679371"/>
                <a:gd name="connsiteX13" fmla="*/ 6190267 w 6191354"/>
                <a:gd name="connsiteY13" fmla="*/ 4771321 h 6679371"/>
                <a:gd name="connsiteX14" fmla="*/ 6190294 w 6191354"/>
                <a:gd name="connsiteY14" fmla="*/ 5295784 h 6679371"/>
                <a:gd name="connsiteX15" fmla="*/ 5911007 w 6191354"/>
                <a:gd name="connsiteY15" fmla="*/ 6151529 h 6679371"/>
                <a:gd name="connsiteX16" fmla="*/ 5343190 w 6191354"/>
                <a:gd name="connsiteY16" fmla="*/ 6623777 h 6679371"/>
                <a:gd name="connsiteX17" fmla="*/ 5201130 w 6191354"/>
                <a:gd name="connsiteY17" fmla="*/ 6663822 h 6679371"/>
                <a:gd name="connsiteX18" fmla="*/ 5201130 w 6191354"/>
                <a:gd name="connsiteY18" fmla="*/ 6235166 h 6679371"/>
                <a:gd name="connsiteX19" fmla="*/ 5374165 w 6191354"/>
                <a:gd name="connsiteY19" fmla="*/ 6141181 h 6679371"/>
                <a:gd name="connsiteX20" fmla="*/ 5589925 w 6191354"/>
                <a:gd name="connsiteY20" fmla="*/ 5914582 h 6679371"/>
                <a:gd name="connsiteX21" fmla="*/ 5792937 w 6191354"/>
                <a:gd name="connsiteY21" fmla="*/ 5329780 h 6679371"/>
                <a:gd name="connsiteX22" fmla="*/ 5794381 w 6191354"/>
                <a:gd name="connsiteY22" fmla="*/ 4259465 h 6679371"/>
                <a:gd name="connsiteX23" fmla="*/ 5730207 w 6191354"/>
                <a:gd name="connsiteY23" fmla="*/ 4105508 h 6679371"/>
                <a:gd name="connsiteX24" fmla="*/ 5644679 w 6191354"/>
                <a:gd name="connsiteY24" fmla="*/ 4098399 h 6679371"/>
                <a:gd name="connsiteX25" fmla="*/ 5572065 w 6191354"/>
                <a:gd name="connsiteY25" fmla="*/ 4236667 h 6679371"/>
                <a:gd name="connsiteX26" fmla="*/ 5571504 w 6191354"/>
                <a:gd name="connsiteY26" fmla="*/ 4405929 h 6679371"/>
                <a:gd name="connsiteX27" fmla="*/ 5175995 w 6191354"/>
                <a:gd name="connsiteY27" fmla="*/ 4405929 h 6679371"/>
                <a:gd name="connsiteX28" fmla="*/ 5175995 w 6191354"/>
                <a:gd name="connsiteY28" fmla="*/ 4362372 h 6679371"/>
                <a:gd name="connsiteX29" fmla="*/ 5175583 w 6191354"/>
                <a:gd name="connsiteY29" fmla="*/ 3936807 h 6679371"/>
                <a:gd name="connsiteX30" fmla="*/ 5116031 w 6191354"/>
                <a:gd name="connsiteY30" fmla="*/ 3793434 h 6679371"/>
                <a:gd name="connsiteX31" fmla="*/ 5011102 w 6191354"/>
                <a:gd name="connsiteY31" fmla="*/ 3794686 h 6679371"/>
                <a:gd name="connsiteX32" fmla="*/ 4952688 w 6191354"/>
                <a:gd name="connsiteY32" fmla="*/ 3929172 h 6679371"/>
                <a:gd name="connsiteX33" fmla="*/ 4952452 w 6191354"/>
                <a:gd name="connsiteY33" fmla="*/ 4207452 h 6679371"/>
                <a:gd name="connsiteX34" fmla="*/ 4556943 w 6191354"/>
                <a:gd name="connsiteY34" fmla="*/ 4207452 h 6679371"/>
                <a:gd name="connsiteX35" fmla="*/ 4556943 w 6191354"/>
                <a:gd name="connsiteY35" fmla="*/ 4162564 h 6679371"/>
                <a:gd name="connsiteX36" fmla="*/ 4556706 w 6191354"/>
                <a:gd name="connsiteY36" fmla="*/ 3655332 h 6679371"/>
                <a:gd name="connsiteX37" fmla="*/ 4496270 w 6191354"/>
                <a:gd name="connsiteY37" fmla="*/ 3508667 h 6679371"/>
                <a:gd name="connsiteX38" fmla="*/ 4393923 w 6191354"/>
                <a:gd name="connsiteY38" fmla="*/ 3508457 h 6679371"/>
                <a:gd name="connsiteX39" fmla="*/ 4333873 w 6191354"/>
                <a:gd name="connsiteY39" fmla="*/ 3646673 h 6679371"/>
                <a:gd name="connsiteX40" fmla="*/ 4333391 w 6191354"/>
                <a:gd name="connsiteY40" fmla="*/ 3964770 h 6679371"/>
                <a:gd name="connsiteX41" fmla="*/ 4333391 w 6191354"/>
                <a:gd name="connsiteY41" fmla="*/ 4017861 h 6679371"/>
                <a:gd name="connsiteX42" fmla="*/ 3937882 w 6191354"/>
                <a:gd name="connsiteY42" fmla="*/ 4017861 h 6679371"/>
                <a:gd name="connsiteX43" fmla="*/ 3937882 w 6191354"/>
                <a:gd name="connsiteY43" fmla="*/ 3967896 h 6679371"/>
                <a:gd name="connsiteX44" fmla="*/ 3937523 w 6191354"/>
                <a:gd name="connsiteY44" fmla="*/ 2248430 h 6679371"/>
                <a:gd name="connsiteX45" fmla="*/ 3928960 w 6191354"/>
                <a:gd name="connsiteY45" fmla="*/ 2173460 h 6679371"/>
                <a:gd name="connsiteX46" fmla="*/ 3749385 w 6191354"/>
                <a:gd name="connsiteY46" fmla="*/ 2043693 h 6679371"/>
                <a:gd name="connsiteX47" fmla="*/ 3601653 w 6191354"/>
                <a:gd name="connsiteY47" fmla="*/ 2211378 h 6679371"/>
                <a:gd name="connsiteX48" fmla="*/ 3602204 w 6191354"/>
                <a:gd name="connsiteY48" fmla="*/ 4257530 h 6679371"/>
                <a:gd name="connsiteX49" fmla="*/ 3593966 w 6191354"/>
                <a:gd name="connsiteY49" fmla="*/ 4354265 h 6679371"/>
                <a:gd name="connsiteX50" fmla="*/ 3348369 w 6191354"/>
                <a:gd name="connsiteY50" fmla="*/ 4595808 h 6679371"/>
                <a:gd name="connsiteX51" fmla="*/ 3061151 w 6191354"/>
                <a:gd name="connsiteY51" fmla="*/ 4469289 h 6679371"/>
                <a:gd name="connsiteX52" fmla="*/ 2793649 w 6191354"/>
                <a:gd name="connsiteY52" fmla="*/ 4069472 h 6679371"/>
                <a:gd name="connsiteX53" fmla="*/ 2617943 w 6191354"/>
                <a:gd name="connsiteY53" fmla="*/ 3986947 h 6679371"/>
                <a:gd name="connsiteX54" fmla="*/ 2483509 w 6191354"/>
                <a:gd name="connsiteY54" fmla="*/ 4175426 h 6679371"/>
                <a:gd name="connsiteX55" fmla="*/ 2572233 w 6191354"/>
                <a:gd name="connsiteY55" fmla="*/ 4343330 h 6679371"/>
                <a:gd name="connsiteX56" fmla="*/ 2870623 w 6191354"/>
                <a:gd name="connsiteY56" fmla="*/ 4773799 h 6679371"/>
                <a:gd name="connsiteX57" fmla="*/ 3318427 w 6191354"/>
                <a:gd name="connsiteY57" fmla="*/ 5426199 h 6679371"/>
                <a:gd name="connsiteX58" fmla="*/ 3565538 w 6191354"/>
                <a:gd name="connsiteY58" fmla="*/ 5784841 h 6679371"/>
                <a:gd name="connsiteX59" fmla="*/ 3751758 w 6191354"/>
                <a:gd name="connsiteY59" fmla="*/ 6028013 h 6679371"/>
                <a:gd name="connsiteX60" fmla="*/ 4081605 w 6191354"/>
                <a:gd name="connsiteY60" fmla="*/ 6248824 h 6679371"/>
                <a:gd name="connsiteX61" fmla="*/ 4081605 w 6191354"/>
                <a:gd name="connsiteY61" fmla="*/ 6679371 h 6679371"/>
                <a:gd name="connsiteX62" fmla="*/ 4030965 w 6191354"/>
                <a:gd name="connsiteY62" fmla="*/ 6666668 h 6679371"/>
                <a:gd name="connsiteX63" fmla="*/ 3568979 w 6191354"/>
                <a:gd name="connsiteY63" fmla="*/ 6400068 h 6679371"/>
                <a:gd name="connsiteX64" fmla="*/ 3193291 w 6191354"/>
                <a:gd name="connsiteY64" fmla="*/ 5946871 h 6679371"/>
                <a:gd name="connsiteX65" fmla="*/ 2645495 w 6191354"/>
                <a:gd name="connsiteY65" fmla="*/ 5149609 h 6679371"/>
                <a:gd name="connsiteX66" fmla="*/ 2321620 w 6191354"/>
                <a:gd name="connsiteY66" fmla="*/ 4681012 h 6679371"/>
                <a:gd name="connsiteX67" fmla="*/ 2143805 w 6191354"/>
                <a:gd name="connsiteY67" fmla="*/ 4402497 h 6679371"/>
                <a:gd name="connsiteX68" fmla="*/ 2182747 w 6191354"/>
                <a:gd name="connsiteY68" fmla="*/ 3830643 h 6679371"/>
                <a:gd name="connsiteX69" fmla="*/ 2612393 w 6191354"/>
                <a:gd name="connsiteY69" fmla="*/ 3589923 h 6679371"/>
                <a:gd name="connsiteX70" fmla="*/ 3067673 w 6191354"/>
                <a:gd name="connsiteY70" fmla="*/ 3775924 h 6679371"/>
                <a:gd name="connsiteX71" fmla="*/ 3207054 w 6191354"/>
                <a:gd name="connsiteY71" fmla="*/ 3968754 h 6679371"/>
                <a:gd name="connsiteX72" fmla="*/ 3207054 w 6191354"/>
                <a:gd name="connsiteY72" fmla="*/ 3920899 h 6679371"/>
                <a:gd name="connsiteX73" fmla="*/ 3206852 w 6191354"/>
                <a:gd name="connsiteY73" fmla="*/ 2192747 h 6679371"/>
                <a:gd name="connsiteX74" fmla="*/ 3317411 w 6191354"/>
                <a:gd name="connsiteY74" fmla="*/ 1869432 h 6679371"/>
                <a:gd name="connsiteX75" fmla="*/ 3748120 w 6191354"/>
                <a:gd name="connsiteY75" fmla="*/ 1646566 h 6679371"/>
                <a:gd name="connsiteX76" fmla="*/ 3753834 w 6191354"/>
                <a:gd name="connsiteY76" fmla="*/ 1086968 h 6679371"/>
                <a:gd name="connsiteX77" fmla="*/ 3858426 w 6191354"/>
                <a:gd name="connsiteY77" fmla="*/ 1090223 h 6679371"/>
                <a:gd name="connsiteX78" fmla="*/ 4464113 w 6191354"/>
                <a:gd name="connsiteY78" fmla="*/ 1328289 h 6679371"/>
                <a:gd name="connsiteX79" fmla="*/ 4855918 w 6191354"/>
                <a:gd name="connsiteY79" fmla="*/ 1975699 h 6679371"/>
                <a:gd name="connsiteX80" fmla="*/ 4739317 w 6191354"/>
                <a:gd name="connsiteY80" fmla="*/ 2725640 h 6679371"/>
                <a:gd name="connsiteX81" fmla="*/ 4635452 w 6191354"/>
                <a:gd name="connsiteY81" fmla="*/ 2790701 h 6679371"/>
                <a:gd name="connsiteX82" fmla="*/ 4548254 w 6191354"/>
                <a:gd name="connsiteY82" fmla="*/ 2709083 h 6679371"/>
                <a:gd name="connsiteX83" fmla="*/ 4560141 w 6191354"/>
                <a:gd name="connsiteY83" fmla="*/ 2631019 h 6679371"/>
                <a:gd name="connsiteX84" fmla="*/ 4649784 w 6191354"/>
                <a:gd name="connsiteY84" fmla="*/ 2398159 h 6679371"/>
                <a:gd name="connsiteX85" fmla="*/ 4660670 w 6191354"/>
                <a:gd name="connsiteY85" fmla="*/ 2026084 h 6679371"/>
                <a:gd name="connsiteX86" fmla="*/ 4497736 w 6191354"/>
                <a:gd name="connsiteY86" fmla="*/ 1654658 h 6679371"/>
                <a:gd name="connsiteX87" fmla="*/ 4013561 w 6191354"/>
                <a:gd name="connsiteY87" fmla="*/ 1322395 h 6679371"/>
                <a:gd name="connsiteX88" fmla="*/ 3798925 w 6191354"/>
                <a:gd name="connsiteY88" fmla="*/ 1286700 h 6679371"/>
                <a:gd name="connsiteX89" fmla="*/ 3204775 w 6191354"/>
                <a:gd name="connsiteY89" fmla="*/ 1492100 h 6679371"/>
                <a:gd name="connsiteX90" fmla="*/ 2899908 w 6191354"/>
                <a:gd name="connsiteY90" fmla="*/ 1963869 h 6679371"/>
                <a:gd name="connsiteX91" fmla="*/ 2966969 w 6191354"/>
                <a:gd name="connsiteY91" fmla="*/ 2593954 h 6679371"/>
                <a:gd name="connsiteX92" fmla="*/ 3038238 w 6191354"/>
                <a:gd name="connsiteY92" fmla="*/ 2711893 h 6679371"/>
                <a:gd name="connsiteX93" fmla="*/ 3027953 w 6191354"/>
                <a:gd name="connsiteY93" fmla="*/ 2859860 h 6679371"/>
                <a:gd name="connsiteX94" fmla="*/ 2871127 w 6191354"/>
                <a:gd name="connsiteY94" fmla="*/ 2824168 h 6679371"/>
                <a:gd name="connsiteX95" fmla="*/ 2684443 w 6191354"/>
                <a:gd name="connsiteY95" fmla="*/ 2368245 h 6679371"/>
                <a:gd name="connsiteX96" fmla="*/ 2891399 w 6191354"/>
                <a:gd name="connsiteY96" fmla="*/ 1528882 h 6679371"/>
                <a:gd name="connsiteX97" fmla="*/ 3444973 w 6191354"/>
                <a:gd name="connsiteY97" fmla="*/ 1137846 h 6679371"/>
                <a:gd name="connsiteX98" fmla="*/ 3753834 w 6191354"/>
                <a:gd name="connsiteY98" fmla="*/ 1086968 h 6679371"/>
                <a:gd name="connsiteX99" fmla="*/ 3780107 w 6191354"/>
                <a:gd name="connsiteY99" fmla="*/ 526749 h 6679371"/>
                <a:gd name="connsiteX100" fmla="*/ 3897676 w 6191354"/>
                <a:gd name="connsiteY100" fmla="*/ 531916 h 6679371"/>
                <a:gd name="connsiteX101" fmla="*/ 4618754 w 6191354"/>
                <a:gd name="connsiteY101" fmla="*/ 765810 h 6679371"/>
                <a:gd name="connsiteX102" fmla="*/ 4989083 w 6191354"/>
                <a:gd name="connsiteY102" fmla="*/ 1080434 h 6679371"/>
                <a:gd name="connsiteX103" fmla="*/ 5349339 w 6191354"/>
                <a:gd name="connsiteY103" fmla="*/ 1806317 h 6679371"/>
                <a:gd name="connsiteX104" fmla="*/ 5380819 w 6191354"/>
                <a:gd name="connsiteY104" fmla="*/ 2249826 h 6679371"/>
                <a:gd name="connsiteX105" fmla="*/ 5262333 w 6191354"/>
                <a:gd name="connsiteY105" fmla="*/ 2752334 h 6679371"/>
                <a:gd name="connsiteX106" fmla="*/ 5132913 w 6191354"/>
                <a:gd name="connsiteY106" fmla="*/ 3005018 h 6679371"/>
                <a:gd name="connsiteX107" fmla="*/ 5018078 w 6191354"/>
                <a:gd name="connsiteY107" fmla="*/ 3048099 h 6679371"/>
                <a:gd name="connsiteX108" fmla="*/ 4953548 w 6191354"/>
                <a:gd name="connsiteY108" fmla="*/ 2958499 h 6679371"/>
                <a:gd name="connsiteX109" fmla="*/ 4979274 w 6191354"/>
                <a:gd name="connsiteY109" fmla="*/ 2868578 h 6679371"/>
                <a:gd name="connsiteX110" fmla="*/ 5157823 w 6191354"/>
                <a:gd name="connsiteY110" fmla="*/ 2394610 h 6679371"/>
                <a:gd name="connsiteX111" fmla="*/ 5182610 w 6191354"/>
                <a:gd name="connsiteY111" fmla="*/ 2086907 h 6679371"/>
                <a:gd name="connsiteX112" fmla="*/ 5127769 w 6191354"/>
                <a:gd name="connsiteY112" fmla="*/ 1748101 h 6679371"/>
                <a:gd name="connsiteX113" fmla="*/ 4910668 w 6191354"/>
                <a:gd name="connsiteY113" fmla="*/ 1308311 h 6679371"/>
                <a:gd name="connsiteX114" fmla="*/ 4643669 w 6191354"/>
                <a:gd name="connsiteY114" fmla="*/ 1032254 h 6679371"/>
                <a:gd name="connsiteX115" fmla="*/ 4199315 w 6191354"/>
                <a:gd name="connsiteY115" fmla="*/ 796699 h 6679371"/>
                <a:gd name="connsiteX116" fmla="*/ 3891738 w 6191354"/>
                <a:gd name="connsiteY116" fmla="*/ 737270 h 6679371"/>
                <a:gd name="connsiteX117" fmla="*/ 3241232 w 6191354"/>
                <a:gd name="connsiteY117" fmla="*/ 833012 h 6679371"/>
                <a:gd name="connsiteX118" fmla="*/ 2870680 w 6191354"/>
                <a:gd name="connsiteY118" fmla="*/ 1058395 h 6679371"/>
                <a:gd name="connsiteX119" fmla="*/ 2588056 w 6191354"/>
                <a:gd name="connsiteY119" fmla="*/ 1377382 h 6679371"/>
                <a:gd name="connsiteX120" fmla="*/ 2389215 w 6191354"/>
                <a:gd name="connsiteY120" fmla="*/ 1874049 h 6679371"/>
                <a:gd name="connsiteX121" fmla="*/ 2365786 w 6191354"/>
                <a:gd name="connsiteY121" fmla="*/ 2229244 h 6679371"/>
                <a:gd name="connsiteX122" fmla="*/ 2475552 w 6191354"/>
                <a:gd name="connsiteY122" fmla="*/ 2686788 h 6679371"/>
                <a:gd name="connsiteX123" fmla="*/ 2692214 w 6191354"/>
                <a:gd name="connsiteY123" fmla="*/ 3038357 h 6679371"/>
                <a:gd name="connsiteX124" fmla="*/ 2673445 w 6191354"/>
                <a:gd name="connsiteY124" fmla="*/ 3191584 h 6679371"/>
                <a:gd name="connsiteX125" fmla="*/ 2527855 w 6191354"/>
                <a:gd name="connsiteY125" fmla="*/ 3160733 h 6679371"/>
                <a:gd name="connsiteX126" fmla="*/ 2346092 w 6191354"/>
                <a:gd name="connsiteY126" fmla="*/ 2885077 h 6679371"/>
                <a:gd name="connsiteX127" fmla="*/ 2214026 w 6191354"/>
                <a:gd name="connsiteY127" fmla="*/ 2539516 h 6679371"/>
                <a:gd name="connsiteX128" fmla="*/ 2168779 w 6191354"/>
                <a:gd name="connsiteY128" fmla="*/ 2000752 h 6679371"/>
                <a:gd name="connsiteX129" fmla="*/ 2365667 w 6191354"/>
                <a:gd name="connsiteY129" fmla="*/ 1357041 h 6679371"/>
                <a:gd name="connsiteX130" fmla="*/ 2492630 w 6191354"/>
                <a:gd name="connsiteY130" fmla="*/ 1156908 h 6679371"/>
                <a:gd name="connsiteX131" fmla="*/ 2702287 w 6191354"/>
                <a:gd name="connsiteY131" fmla="*/ 935857 h 6679371"/>
                <a:gd name="connsiteX132" fmla="*/ 2906414 w 6191354"/>
                <a:gd name="connsiteY132" fmla="*/ 778888 h 6679371"/>
                <a:gd name="connsiteX133" fmla="*/ 3428655 w 6191354"/>
                <a:gd name="connsiteY133" fmla="*/ 564144 h 6679371"/>
                <a:gd name="connsiteX134" fmla="*/ 3780107 w 6191354"/>
                <a:gd name="connsiteY134" fmla="*/ 526749 h 6679371"/>
                <a:gd name="connsiteX135" fmla="*/ 6 w 6191354"/>
                <a:gd name="connsiteY135" fmla="*/ 0 h 6679371"/>
                <a:gd name="connsiteX136" fmla="*/ 3290210 w 6191354"/>
                <a:gd name="connsiteY136" fmla="*/ 0 h 6679371"/>
                <a:gd name="connsiteX137" fmla="*/ 3290210 w 6191354"/>
                <a:gd name="connsiteY137" fmla="*/ 579103 h 6679371"/>
                <a:gd name="connsiteX138" fmla="*/ 3095796 w 6191354"/>
                <a:gd name="connsiteY138" fmla="*/ 579103 h 6679371"/>
                <a:gd name="connsiteX139" fmla="*/ 3095796 w 6191354"/>
                <a:gd name="connsiteY139" fmla="*/ 196763 h 6679371"/>
                <a:gd name="connsiteX140" fmla="*/ 208548 w 6191354"/>
                <a:gd name="connsiteY140" fmla="*/ 196763 h 6679371"/>
                <a:gd name="connsiteX141" fmla="*/ 206452 w 6191354"/>
                <a:gd name="connsiteY141" fmla="*/ 231885 h 6679371"/>
                <a:gd name="connsiteX142" fmla="*/ 205304 w 6191354"/>
                <a:gd name="connsiteY142" fmla="*/ 2437067 h 6679371"/>
                <a:gd name="connsiteX143" fmla="*/ 248404 w 6191354"/>
                <a:gd name="connsiteY143" fmla="*/ 2510050 h 6679371"/>
                <a:gd name="connsiteX144" fmla="*/ 657390 w 6191354"/>
                <a:gd name="connsiteY144" fmla="*/ 2842512 h 6679371"/>
                <a:gd name="connsiteX145" fmla="*/ 936142 w 6191354"/>
                <a:gd name="connsiteY145" fmla="*/ 3067898 h 6679371"/>
                <a:gd name="connsiteX146" fmla="*/ 1004616 w 6191354"/>
                <a:gd name="connsiteY146" fmla="*/ 3091283 h 6679371"/>
                <a:gd name="connsiteX147" fmla="*/ 2414552 w 6191354"/>
                <a:gd name="connsiteY147" fmla="*/ 3092280 h 6679371"/>
                <a:gd name="connsiteX148" fmla="*/ 2455996 w 6191354"/>
                <a:gd name="connsiteY148" fmla="*/ 3092280 h 6679371"/>
                <a:gd name="connsiteX149" fmla="*/ 2455996 w 6191354"/>
                <a:gd name="connsiteY149" fmla="*/ 3290033 h 6679371"/>
                <a:gd name="connsiteX150" fmla="*/ 1375684 w 6191354"/>
                <a:gd name="connsiteY150" fmla="*/ 3290033 h 6679371"/>
                <a:gd name="connsiteX151" fmla="*/ 954455 w 6191354"/>
                <a:gd name="connsiteY151" fmla="*/ 3291346 h 6679371"/>
                <a:gd name="connsiteX152" fmla="*/ 831885 w 6191354"/>
                <a:gd name="connsiteY152" fmla="*/ 3249783 h 6679371"/>
                <a:gd name="connsiteX153" fmla="*/ 444106 w 6191354"/>
                <a:gd name="connsiteY153" fmla="*/ 2930604 h 6679371"/>
                <a:gd name="connsiteX154" fmla="*/ 102075 w 6191354"/>
                <a:gd name="connsiteY154" fmla="*/ 2656839 h 6679371"/>
                <a:gd name="connsiteX155" fmla="*/ 11442 w 6191354"/>
                <a:gd name="connsiteY155" fmla="*/ 2581380 h 6679371"/>
                <a:gd name="connsiteX156" fmla="*/ 444 w 6191354"/>
                <a:gd name="connsiteY156" fmla="*/ 2534574 h 6679371"/>
                <a:gd name="connsiteX157" fmla="*/ 6 w 6191354"/>
                <a:gd name="connsiteY157" fmla="*/ 999972 h 6679371"/>
                <a:gd name="connsiteX158" fmla="*/ 6 w 6191354"/>
                <a:gd name="connsiteY158" fmla="*/ 49981 h 6679371"/>
                <a:gd name="connsiteX159" fmla="*/ 6 w 6191354"/>
                <a:gd name="connsiteY159" fmla="*/ 0 h 667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6191354" h="6679371">
                  <a:moveTo>
                    <a:pt x="3748120" y="1646566"/>
                  </a:moveTo>
                  <a:cubicBezTo>
                    <a:pt x="3772762" y="1646104"/>
                    <a:pt x="3797926" y="1647082"/>
                    <a:pt x="3823584" y="1649496"/>
                  </a:cubicBezTo>
                  <a:cubicBezTo>
                    <a:pt x="4072508" y="1672925"/>
                    <a:pt x="4268560" y="1845662"/>
                    <a:pt x="4323822" y="2105205"/>
                  </a:cubicBezTo>
                  <a:cubicBezTo>
                    <a:pt x="4331693" y="2142187"/>
                    <a:pt x="4332901" y="2181112"/>
                    <a:pt x="4332997" y="2219153"/>
                  </a:cubicBezTo>
                  <a:cubicBezTo>
                    <a:pt x="4333732" y="2497143"/>
                    <a:pt x="4333391" y="2775142"/>
                    <a:pt x="4333391" y="3053133"/>
                  </a:cubicBezTo>
                  <a:cubicBezTo>
                    <a:pt x="4333391" y="3068594"/>
                    <a:pt x="4333391" y="3084056"/>
                    <a:pt x="4333391" y="3100760"/>
                  </a:cubicBezTo>
                  <a:cubicBezTo>
                    <a:pt x="4455708" y="3080580"/>
                    <a:pt x="4570714" y="3088092"/>
                    <a:pt x="4676694" y="3148283"/>
                  </a:cubicBezTo>
                  <a:cubicBezTo>
                    <a:pt x="4779715" y="3206784"/>
                    <a:pt x="4851979" y="3294886"/>
                    <a:pt x="4901112" y="3401488"/>
                  </a:cubicBezTo>
                  <a:cubicBezTo>
                    <a:pt x="5039223" y="3359341"/>
                    <a:pt x="5169323" y="3363745"/>
                    <a:pt x="5293654" y="3435659"/>
                  </a:cubicBezTo>
                  <a:cubicBezTo>
                    <a:pt x="5395747" y="3494711"/>
                    <a:pt x="5470541" y="3578848"/>
                    <a:pt x="5518159" y="3685502"/>
                  </a:cubicBezTo>
                  <a:cubicBezTo>
                    <a:pt x="5528928" y="3709631"/>
                    <a:pt x="5534497" y="3708851"/>
                    <a:pt x="5556279" y="3703730"/>
                  </a:cubicBezTo>
                  <a:cubicBezTo>
                    <a:pt x="5740511" y="3660340"/>
                    <a:pt x="5901639" y="3706164"/>
                    <a:pt x="6031853" y="3842410"/>
                  </a:cubicBezTo>
                  <a:cubicBezTo>
                    <a:pt x="6117565" y="3932079"/>
                    <a:pt x="6175900" y="4040930"/>
                    <a:pt x="6180689" y="4167187"/>
                  </a:cubicBezTo>
                  <a:cubicBezTo>
                    <a:pt x="6188324" y="4368396"/>
                    <a:pt x="6188657" y="4569920"/>
                    <a:pt x="6190267" y="4771321"/>
                  </a:cubicBezTo>
                  <a:cubicBezTo>
                    <a:pt x="6191668" y="4946133"/>
                    <a:pt x="6191756" y="5120971"/>
                    <a:pt x="6190294" y="5295784"/>
                  </a:cubicBezTo>
                  <a:cubicBezTo>
                    <a:pt x="6187667" y="5610318"/>
                    <a:pt x="6091327" y="5895934"/>
                    <a:pt x="5911007" y="6151529"/>
                  </a:cubicBezTo>
                  <a:cubicBezTo>
                    <a:pt x="5764772" y="6358796"/>
                    <a:pt x="5573561" y="6516851"/>
                    <a:pt x="5343190" y="6623777"/>
                  </a:cubicBezTo>
                  <a:lnTo>
                    <a:pt x="5201130" y="6663822"/>
                  </a:lnTo>
                  <a:lnTo>
                    <a:pt x="5201130" y="6235166"/>
                  </a:lnTo>
                  <a:lnTo>
                    <a:pt x="5374165" y="6141181"/>
                  </a:lnTo>
                  <a:cubicBezTo>
                    <a:pt x="5455386" y="6077523"/>
                    <a:pt x="5526705" y="6001012"/>
                    <a:pt x="5589925" y="5914582"/>
                  </a:cubicBezTo>
                  <a:cubicBezTo>
                    <a:pt x="5716917" y="5740969"/>
                    <a:pt x="5788288" y="5543272"/>
                    <a:pt x="5792937" y="5329780"/>
                  </a:cubicBezTo>
                  <a:cubicBezTo>
                    <a:pt x="5800694" y="4973160"/>
                    <a:pt x="5795721" y="4616251"/>
                    <a:pt x="5794381" y="4259465"/>
                  </a:cubicBezTo>
                  <a:cubicBezTo>
                    <a:pt x="5794163" y="4201174"/>
                    <a:pt x="5776897" y="4147401"/>
                    <a:pt x="5730207" y="4105508"/>
                  </a:cubicBezTo>
                  <a:cubicBezTo>
                    <a:pt x="5701368" y="4079637"/>
                    <a:pt x="5674840" y="4078962"/>
                    <a:pt x="5644679" y="4098399"/>
                  </a:cubicBezTo>
                  <a:cubicBezTo>
                    <a:pt x="5594495" y="4130731"/>
                    <a:pt x="5574612" y="4180250"/>
                    <a:pt x="5572065" y="4236667"/>
                  </a:cubicBezTo>
                  <a:cubicBezTo>
                    <a:pt x="5569517" y="4293190"/>
                    <a:pt x="5571504" y="4349914"/>
                    <a:pt x="5571504" y="4405929"/>
                  </a:cubicBezTo>
                  <a:cubicBezTo>
                    <a:pt x="5436843" y="4405929"/>
                    <a:pt x="5308354" y="4405929"/>
                    <a:pt x="5175995" y="4405929"/>
                  </a:cubicBezTo>
                  <a:cubicBezTo>
                    <a:pt x="5175995" y="4390231"/>
                    <a:pt x="5175995" y="4376302"/>
                    <a:pt x="5175995" y="4362372"/>
                  </a:cubicBezTo>
                  <a:cubicBezTo>
                    <a:pt x="5175995" y="4220523"/>
                    <a:pt x="5176818" y="4078656"/>
                    <a:pt x="5175583" y="3936807"/>
                  </a:cubicBezTo>
                  <a:cubicBezTo>
                    <a:pt x="5175102" y="3881895"/>
                    <a:pt x="5156523" y="3832280"/>
                    <a:pt x="5116031" y="3793434"/>
                  </a:cubicBezTo>
                  <a:cubicBezTo>
                    <a:pt x="5083235" y="3761968"/>
                    <a:pt x="5044476" y="3762826"/>
                    <a:pt x="5011102" y="3794686"/>
                  </a:cubicBezTo>
                  <a:cubicBezTo>
                    <a:pt x="4972869" y="3831186"/>
                    <a:pt x="4953170" y="3876598"/>
                    <a:pt x="4952688" y="3929172"/>
                  </a:cubicBezTo>
                  <a:cubicBezTo>
                    <a:pt x="4951839" y="4021809"/>
                    <a:pt x="4952452" y="4114464"/>
                    <a:pt x="4952452" y="4207452"/>
                  </a:cubicBezTo>
                  <a:cubicBezTo>
                    <a:pt x="4818351" y="4207452"/>
                    <a:pt x="4688846" y="4207452"/>
                    <a:pt x="4556943" y="4207452"/>
                  </a:cubicBezTo>
                  <a:cubicBezTo>
                    <a:pt x="4556943" y="4190791"/>
                    <a:pt x="4556943" y="4176678"/>
                    <a:pt x="4556943" y="4162564"/>
                  </a:cubicBezTo>
                  <a:cubicBezTo>
                    <a:pt x="4556943" y="3993487"/>
                    <a:pt x="4557354" y="3824409"/>
                    <a:pt x="4556706" y="3655332"/>
                  </a:cubicBezTo>
                  <a:cubicBezTo>
                    <a:pt x="4556487" y="3598774"/>
                    <a:pt x="4539424" y="3547968"/>
                    <a:pt x="4496270" y="3508667"/>
                  </a:cubicBezTo>
                  <a:cubicBezTo>
                    <a:pt x="4464244" y="3479504"/>
                    <a:pt x="4426834" y="3480222"/>
                    <a:pt x="4393923" y="3508457"/>
                  </a:cubicBezTo>
                  <a:cubicBezTo>
                    <a:pt x="4351339" y="3545000"/>
                    <a:pt x="4334678" y="3593285"/>
                    <a:pt x="4333873" y="3646673"/>
                  </a:cubicBezTo>
                  <a:cubicBezTo>
                    <a:pt x="4332262" y="3752688"/>
                    <a:pt x="4333391" y="3858738"/>
                    <a:pt x="4333391" y="3964770"/>
                  </a:cubicBezTo>
                  <a:cubicBezTo>
                    <a:pt x="4333391" y="3982788"/>
                    <a:pt x="4333391" y="4000815"/>
                    <a:pt x="4333391" y="4017861"/>
                  </a:cubicBezTo>
                  <a:cubicBezTo>
                    <a:pt x="4198423" y="4017861"/>
                    <a:pt x="4068910" y="4017861"/>
                    <a:pt x="3937882" y="4017861"/>
                  </a:cubicBezTo>
                  <a:cubicBezTo>
                    <a:pt x="3937882" y="3999213"/>
                    <a:pt x="3937882" y="3983550"/>
                    <a:pt x="3937882" y="3967896"/>
                  </a:cubicBezTo>
                  <a:cubicBezTo>
                    <a:pt x="3937882" y="3394737"/>
                    <a:pt x="3937995" y="2821588"/>
                    <a:pt x="3937523" y="2248430"/>
                  </a:cubicBezTo>
                  <a:cubicBezTo>
                    <a:pt x="3937505" y="2223416"/>
                    <a:pt x="3934117" y="2197992"/>
                    <a:pt x="3928960" y="2173460"/>
                  </a:cubicBezTo>
                  <a:cubicBezTo>
                    <a:pt x="3911389" y="2089849"/>
                    <a:pt x="3834266" y="2033598"/>
                    <a:pt x="3749385" y="2043693"/>
                  </a:cubicBezTo>
                  <a:cubicBezTo>
                    <a:pt x="3669250" y="2053227"/>
                    <a:pt x="3601460" y="2130683"/>
                    <a:pt x="3601653" y="2211378"/>
                  </a:cubicBezTo>
                  <a:cubicBezTo>
                    <a:pt x="3603246" y="2893423"/>
                    <a:pt x="3602677" y="3575477"/>
                    <a:pt x="3602204" y="4257530"/>
                  </a:cubicBezTo>
                  <a:cubicBezTo>
                    <a:pt x="3602178" y="4289784"/>
                    <a:pt x="3597231" y="4322064"/>
                    <a:pt x="3593966" y="4354265"/>
                  </a:cubicBezTo>
                  <a:cubicBezTo>
                    <a:pt x="3583258" y="4459772"/>
                    <a:pt x="3493738" y="4566514"/>
                    <a:pt x="3348369" y="4595808"/>
                  </a:cubicBezTo>
                  <a:cubicBezTo>
                    <a:pt x="3254200" y="4614780"/>
                    <a:pt x="3121140" y="4558809"/>
                    <a:pt x="3061151" y="4469289"/>
                  </a:cubicBezTo>
                  <a:cubicBezTo>
                    <a:pt x="2971875" y="4336090"/>
                    <a:pt x="2883353" y="4202382"/>
                    <a:pt x="2793649" y="4069472"/>
                  </a:cubicBezTo>
                  <a:cubicBezTo>
                    <a:pt x="2751879" y="4007591"/>
                    <a:pt x="2693798" y="3975075"/>
                    <a:pt x="2617943" y="3986947"/>
                  </a:cubicBezTo>
                  <a:cubicBezTo>
                    <a:pt x="2528764" y="4000894"/>
                    <a:pt x="2460598" y="4087875"/>
                    <a:pt x="2483509" y="4175426"/>
                  </a:cubicBezTo>
                  <a:cubicBezTo>
                    <a:pt x="2499146" y="4235153"/>
                    <a:pt x="2536933" y="4290835"/>
                    <a:pt x="2572233" y="4343330"/>
                  </a:cubicBezTo>
                  <a:cubicBezTo>
                    <a:pt x="2669651" y="4488191"/>
                    <a:pt x="2771525" y="4630058"/>
                    <a:pt x="2870623" y="4773799"/>
                  </a:cubicBezTo>
                  <a:cubicBezTo>
                    <a:pt x="3020335" y="4990959"/>
                    <a:pt x="3169162" y="5208723"/>
                    <a:pt x="3318427" y="5426199"/>
                  </a:cubicBezTo>
                  <a:cubicBezTo>
                    <a:pt x="3400575" y="5545898"/>
                    <a:pt x="3481446" y="5666508"/>
                    <a:pt x="3565538" y="5784841"/>
                  </a:cubicBezTo>
                  <a:cubicBezTo>
                    <a:pt x="3624713" y="5868110"/>
                    <a:pt x="3680851" y="5955556"/>
                    <a:pt x="3751758" y="6028013"/>
                  </a:cubicBezTo>
                  <a:lnTo>
                    <a:pt x="4081605" y="6248824"/>
                  </a:lnTo>
                  <a:lnTo>
                    <a:pt x="4081605" y="6679371"/>
                  </a:lnTo>
                  <a:lnTo>
                    <a:pt x="4030965" y="6666668"/>
                  </a:lnTo>
                  <a:cubicBezTo>
                    <a:pt x="3861520" y="6606862"/>
                    <a:pt x="3708534" y="6514986"/>
                    <a:pt x="3568979" y="6400068"/>
                  </a:cubicBezTo>
                  <a:cubicBezTo>
                    <a:pt x="3414294" y="6272690"/>
                    <a:pt x="3303753" y="6110652"/>
                    <a:pt x="3193291" y="5946871"/>
                  </a:cubicBezTo>
                  <a:cubicBezTo>
                    <a:pt x="3012998" y="5679561"/>
                    <a:pt x="2828520" y="5415071"/>
                    <a:pt x="2645495" y="5149609"/>
                  </a:cubicBezTo>
                  <a:cubicBezTo>
                    <a:pt x="2537712" y="4993288"/>
                    <a:pt x="2428283" y="4838087"/>
                    <a:pt x="2321620" y="4681012"/>
                  </a:cubicBezTo>
                  <a:cubicBezTo>
                    <a:pt x="2259722" y="4589864"/>
                    <a:pt x="2193884" y="4500072"/>
                    <a:pt x="2143805" y="4402497"/>
                  </a:cubicBezTo>
                  <a:cubicBezTo>
                    <a:pt x="2043358" y="4206795"/>
                    <a:pt x="2060553" y="4011225"/>
                    <a:pt x="2182747" y="3830643"/>
                  </a:cubicBezTo>
                  <a:cubicBezTo>
                    <a:pt x="2283938" y="3681107"/>
                    <a:pt x="2427757" y="3599833"/>
                    <a:pt x="2612393" y="3589923"/>
                  </a:cubicBezTo>
                  <a:cubicBezTo>
                    <a:pt x="2795356" y="3580099"/>
                    <a:pt x="2947650" y="3640010"/>
                    <a:pt x="3067673" y="3775924"/>
                  </a:cubicBezTo>
                  <a:cubicBezTo>
                    <a:pt x="3118164" y="3833103"/>
                    <a:pt x="3157824" y="3899843"/>
                    <a:pt x="3207054" y="3968754"/>
                  </a:cubicBezTo>
                  <a:cubicBezTo>
                    <a:pt x="3207054" y="3949738"/>
                    <a:pt x="3207054" y="3935318"/>
                    <a:pt x="3207054" y="3920899"/>
                  </a:cubicBezTo>
                  <a:cubicBezTo>
                    <a:pt x="3207054" y="3344851"/>
                    <a:pt x="3207308" y="2768795"/>
                    <a:pt x="3206852" y="2192747"/>
                  </a:cubicBezTo>
                  <a:cubicBezTo>
                    <a:pt x="3206756" y="2071910"/>
                    <a:pt x="3245164" y="1964092"/>
                    <a:pt x="3317411" y="1869432"/>
                  </a:cubicBezTo>
                  <a:cubicBezTo>
                    <a:pt x="3428728" y="1723611"/>
                    <a:pt x="3575625" y="1649802"/>
                    <a:pt x="3748120" y="1646566"/>
                  </a:cubicBezTo>
                  <a:close/>
                  <a:moveTo>
                    <a:pt x="3753834" y="1086968"/>
                  </a:moveTo>
                  <a:cubicBezTo>
                    <a:pt x="3788607" y="1086372"/>
                    <a:pt x="3823486" y="1087458"/>
                    <a:pt x="3858426" y="1090223"/>
                  </a:cubicBezTo>
                  <a:cubicBezTo>
                    <a:pt x="4083324" y="1108017"/>
                    <a:pt x="4287639" y="1186774"/>
                    <a:pt x="4464113" y="1328289"/>
                  </a:cubicBezTo>
                  <a:cubicBezTo>
                    <a:pt x="4672900" y="1495714"/>
                    <a:pt x="4805515" y="1713961"/>
                    <a:pt x="4855918" y="1975699"/>
                  </a:cubicBezTo>
                  <a:cubicBezTo>
                    <a:pt x="4906305" y="2237356"/>
                    <a:pt x="4869526" y="2489857"/>
                    <a:pt x="4739317" y="2725640"/>
                  </a:cubicBezTo>
                  <a:cubicBezTo>
                    <a:pt x="4716686" y="2766622"/>
                    <a:pt x="4684787" y="2795291"/>
                    <a:pt x="4635452" y="2790701"/>
                  </a:cubicBezTo>
                  <a:cubicBezTo>
                    <a:pt x="4587143" y="2786207"/>
                    <a:pt x="4553825" y="2758097"/>
                    <a:pt x="4548254" y="2709083"/>
                  </a:cubicBezTo>
                  <a:cubicBezTo>
                    <a:pt x="4545370" y="2683718"/>
                    <a:pt x="4551190" y="2655406"/>
                    <a:pt x="4560141" y="2631019"/>
                  </a:cubicBezTo>
                  <a:cubicBezTo>
                    <a:pt x="4588811" y="2552902"/>
                    <a:pt x="4628048" y="2477973"/>
                    <a:pt x="4649784" y="2398159"/>
                  </a:cubicBezTo>
                  <a:cubicBezTo>
                    <a:pt x="4682961" y="2276329"/>
                    <a:pt x="4686532" y="2151520"/>
                    <a:pt x="4660670" y="2026084"/>
                  </a:cubicBezTo>
                  <a:cubicBezTo>
                    <a:pt x="4632658" y="1890224"/>
                    <a:pt x="4581468" y="1764320"/>
                    <a:pt x="4497736" y="1654658"/>
                  </a:cubicBezTo>
                  <a:cubicBezTo>
                    <a:pt x="4373362" y="1491768"/>
                    <a:pt x="4213388" y="1375720"/>
                    <a:pt x="4013561" y="1322395"/>
                  </a:cubicBezTo>
                  <a:cubicBezTo>
                    <a:pt x="3945073" y="1304118"/>
                    <a:pt x="3873277" y="1298242"/>
                    <a:pt x="3798925" y="1286700"/>
                  </a:cubicBezTo>
                  <a:cubicBezTo>
                    <a:pt x="3574682" y="1287721"/>
                    <a:pt x="3375982" y="1352959"/>
                    <a:pt x="3204775" y="1492100"/>
                  </a:cubicBezTo>
                  <a:cubicBezTo>
                    <a:pt x="3052658" y="1615726"/>
                    <a:pt x="2949784" y="1775359"/>
                    <a:pt x="2899908" y="1963869"/>
                  </a:cubicBezTo>
                  <a:cubicBezTo>
                    <a:pt x="2842591" y="2180504"/>
                    <a:pt x="2868836" y="2392308"/>
                    <a:pt x="2966969" y="2593954"/>
                  </a:cubicBezTo>
                  <a:cubicBezTo>
                    <a:pt x="2986991" y="2635096"/>
                    <a:pt x="3013336" y="2673290"/>
                    <a:pt x="3038238" y="2711893"/>
                  </a:cubicBezTo>
                  <a:cubicBezTo>
                    <a:pt x="3072164" y="2764486"/>
                    <a:pt x="3068019" y="2833736"/>
                    <a:pt x="3027953" y="2859860"/>
                  </a:cubicBezTo>
                  <a:cubicBezTo>
                    <a:pt x="2971049" y="2896962"/>
                    <a:pt x="2912465" y="2881890"/>
                    <a:pt x="2871127" y="2824168"/>
                  </a:cubicBezTo>
                  <a:cubicBezTo>
                    <a:pt x="2772709" y="2686749"/>
                    <a:pt x="2707429" y="2534179"/>
                    <a:pt x="2684443" y="2368245"/>
                  </a:cubicBezTo>
                  <a:cubicBezTo>
                    <a:pt x="2642119" y="2062719"/>
                    <a:pt x="2703112" y="1779557"/>
                    <a:pt x="2891399" y="1528882"/>
                  </a:cubicBezTo>
                  <a:cubicBezTo>
                    <a:pt x="3034138" y="1338847"/>
                    <a:pt x="3218900" y="1209712"/>
                    <a:pt x="3444973" y="1137846"/>
                  </a:cubicBezTo>
                  <a:cubicBezTo>
                    <a:pt x="3546152" y="1105684"/>
                    <a:pt x="3649514" y="1088757"/>
                    <a:pt x="3753834" y="1086968"/>
                  </a:cubicBezTo>
                  <a:close/>
                  <a:moveTo>
                    <a:pt x="3780107" y="526749"/>
                  </a:moveTo>
                  <a:cubicBezTo>
                    <a:pt x="3819317" y="527044"/>
                    <a:pt x="3858525" y="528780"/>
                    <a:pt x="3897676" y="531916"/>
                  </a:cubicBezTo>
                  <a:cubicBezTo>
                    <a:pt x="4155254" y="552547"/>
                    <a:pt x="4396492" y="628542"/>
                    <a:pt x="4618754" y="765810"/>
                  </a:cubicBezTo>
                  <a:cubicBezTo>
                    <a:pt x="4759031" y="852444"/>
                    <a:pt x="4881658" y="958454"/>
                    <a:pt x="4989083" y="1080434"/>
                  </a:cubicBezTo>
                  <a:cubicBezTo>
                    <a:pt x="5173064" y="1289340"/>
                    <a:pt x="5293046" y="1531664"/>
                    <a:pt x="5349339" y="1806317"/>
                  </a:cubicBezTo>
                  <a:cubicBezTo>
                    <a:pt x="5379519" y="1953562"/>
                    <a:pt x="5389786" y="2101487"/>
                    <a:pt x="5380819" y="2249826"/>
                  </a:cubicBezTo>
                  <a:cubicBezTo>
                    <a:pt x="5370339" y="2423200"/>
                    <a:pt x="5334330" y="2592982"/>
                    <a:pt x="5262333" y="2752334"/>
                  </a:cubicBezTo>
                  <a:cubicBezTo>
                    <a:pt x="5223414" y="2838475"/>
                    <a:pt x="5177003" y="2921271"/>
                    <a:pt x="5132913" y="3005018"/>
                  </a:cubicBezTo>
                  <a:cubicBezTo>
                    <a:pt x="5114631" y="3039745"/>
                    <a:pt x="5058043" y="3059731"/>
                    <a:pt x="5018078" y="3048099"/>
                  </a:cubicBezTo>
                  <a:cubicBezTo>
                    <a:pt x="4984594" y="3038353"/>
                    <a:pt x="4949607" y="2994992"/>
                    <a:pt x="4953548" y="2958499"/>
                  </a:cubicBezTo>
                  <a:cubicBezTo>
                    <a:pt x="4956863" y="2927814"/>
                    <a:pt x="4964122" y="2894942"/>
                    <a:pt x="4979274" y="2868578"/>
                  </a:cubicBezTo>
                  <a:cubicBezTo>
                    <a:pt x="5064641" y="2720053"/>
                    <a:pt x="5133998" y="2565322"/>
                    <a:pt x="5157823" y="2394610"/>
                  </a:cubicBezTo>
                  <a:cubicBezTo>
                    <a:pt x="5172036" y="2292775"/>
                    <a:pt x="5183484" y="2189448"/>
                    <a:pt x="5182610" y="2086907"/>
                  </a:cubicBezTo>
                  <a:cubicBezTo>
                    <a:pt x="5181633" y="1972352"/>
                    <a:pt x="5159923" y="1859209"/>
                    <a:pt x="5127769" y="1748101"/>
                  </a:cubicBezTo>
                  <a:cubicBezTo>
                    <a:pt x="5081482" y="1588149"/>
                    <a:pt x="5008383" y="1442381"/>
                    <a:pt x="4910668" y="1308311"/>
                  </a:cubicBezTo>
                  <a:cubicBezTo>
                    <a:pt x="4834537" y="1203858"/>
                    <a:pt x="4745789" y="1112442"/>
                    <a:pt x="4643669" y="1032254"/>
                  </a:cubicBezTo>
                  <a:cubicBezTo>
                    <a:pt x="4509186" y="926652"/>
                    <a:pt x="4363032" y="843419"/>
                    <a:pt x="4199315" y="796699"/>
                  </a:cubicBezTo>
                  <a:cubicBezTo>
                    <a:pt x="4099245" y="768143"/>
                    <a:pt x="3995085" y="751816"/>
                    <a:pt x="3891738" y="737270"/>
                  </a:cubicBezTo>
                  <a:cubicBezTo>
                    <a:pt x="3666190" y="705524"/>
                    <a:pt x="3449327" y="750374"/>
                    <a:pt x="3241232" y="833012"/>
                  </a:cubicBezTo>
                  <a:cubicBezTo>
                    <a:pt x="3106284" y="886602"/>
                    <a:pt x="2982332" y="962463"/>
                    <a:pt x="2870680" y="1058395"/>
                  </a:cubicBezTo>
                  <a:cubicBezTo>
                    <a:pt x="2761481" y="1152219"/>
                    <a:pt x="2665970" y="1256860"/>
                    <a:pt x="2588056" y="1377382"/>
                  </a:cubicBezTo>
                  <a:cubicBezTo>
                    <a:pt x="2489509" y="1529819"/>
                    <a:pt x="2425156" y="1695747"/>
                    <a:pt x="2389215" y="1874049"/>
                  </a:cubicBezTo>
                  <a:cubicBezTo>
                    <a:pt x="2365446" y="1991970"/>
                    <a:pt x="2358172" y="2110630"/>
                    <a:pt x="2365786" y="2229244"/>
                  </a:cubicBezTo>
                  <a:cubicBezTo>
                    <a:pt x="2375932" y="2387296"/>
                    <a:pt x="2412964" y="2540225"/>
                    <a:pt x="2475552" y="2686788"/>
                  </a:cubicBezTo>
                  <a:cubicBezTo>
                    <a:pt x="2530327" y="2815058"/>
                    <a:pt x="2601199" y="2932552"/>
                    <a:pt x="2692214" y="3038357"/>
                  </a:cubicBezTo>
                  <a:cubicBezTo>
                    <a:pt x="2731137" y="3083604"/>
                    <a:pt x="2720411" y="3158187"/>
                    <a:pt x="2673445" y="3191584"/>
                  </a:cubicBezTo>
                  <a:cubicBezTo>
                    <a:pt x="2632163" y="3220936"/>
                    <a:pt x="2558189" y="3205621"/>
                    <a:pt x="2527855" y="3160733"/>
                  </a:cubicBezTo>
                  <a:cubicBezTo>
                    <a:pt x="2466162" y="3069442"/>
                    <a:pt x="2395041" y="2982797"/>
                    <a:pt x="2346092" y="2885077"/>
                  </a:cubicBezTo>
                  <a:cubicBezTo>
                    <a:pt x="2291104" y="2775300"/>
                    <a:pt x="2250723" y="2657152"/>
                    <a:pt x="2214026" y="2539516"/>
                  </a:cubicBezTo>
                  <a:cubicBezTo>
                    <a:pt x="2159349" y="2364241"/>
                    <a:pt x="2155468" y="2181368"/>
                    <a:pt x="2168779" y="2000752"/>
                  </a:cubicBezTo>
                  <a:cubicBezTo>
                    <a:pt x="2185427" y="1774869"/>
                    <a:pt x="2249086" y="1559929"/>
                    <a:pt x="2365667" y="1357041"/>
                  </a:cubicBezTo>
                  <a:cubicBezTo>
                    <a:pt x="2410089" y="1287199"/>
                    <a:pt x="2451360" y="1222054"/>
                    <a:pt x="2492630" y="1156908"/>
                  </a:cubicBezTo>
                  <a:cubicBezTo>
                    <a:pt x="2561248" y="1084578"/>
                    <a:pt x="2629864" y="1012246"/>
                    <a:pt x="2702287" y="935857"/>
                  </a:cubicBezTo>
                  <a:cubicBezTo>
                    <a:pt x="2772866" y="880829"/>
                    <a:pt x="2839639" y="829859"/>
                    <a:pt x="2906414" y="778888"/>
                  </a:cubicBezTo>
                  <a:cubicBezTo>
                    <a:pt x="3068101" y="677165"/>
                    <a:pt x="3242191" y="606178"/>
                    <a:pt x="3428655" y="564144"/>
                  </a:cubicBezTo>
                  <a:cubicBezTo>
                    <a:pt x="3544835" y="537954"/>
                    <a:pt x="3662479" y="525865"/>
                    <a:pt x="3780107" y="526749"/>
                  </a:cubicBezTo>
                  <a:close/>
                  <a:moveTo>
                    <a:pt x="6" y="0"/>
                  </a:moveTo>
                  <a:cubicBezTo>
                    <a:pt x="1096828" y="0"/>
                    <a:pt x="2192105" y="0"/>
                    <a:pt x="3290210" y="0"/>
                  </a:cubicBezTo>
                  <a:cubicBezTo>
                    <a:pt x="3290210" y="191427"/>
                    <a:pt x="3290210" y="383979"/>
                    <a:pt x="3290210" y="579103"/>
                  </a:cubicBezTo>
                  <a:cubicBezTo>
                    <a:pt x="3227057" y="579103"/>
                    <a:pt x="3163464" y="579103"/>
                    <a:pt x="3095796" y="579103"/>
                  </a:cubicBezTo>
                  <a:cubicBezTo>
                    <a:pt x="3095796" y="452074"/>
                    <a:pt x="3095796" y="325389"/>
                    <a:pt x="3095796" y="196763"/>
                  </a:cubicBezTo>
                  <a:cubicBezTo>
                    <a:pt x="2132186" y="196763"/>
                    <a:pt x="1172621" y="196763"/>
                    <a:pt x="208548" y="196763"/>
                  </a:cubicBezTo>
                  <a:cubicBezTo>
                    <a:pt x="207877" y="207530"/>
                    <a:pt x="206455" y="219707"/>
                    <a:pt x="206452" y="231885"/>
                  </a:cubicBezTo>
                  <a:cubicBezTo>
                    <a:pt x="206346" y="966946"/>
                    <a:pt x="206716" y="1702008"/>
                    <a:pt x="205304" y="2437067"/>
                  </a:cubicBezTo>
                  <a:cubicBezTo>
                    <a:pt x="205232" y="2474126"/>
                    <a:pt x="226393" y="2491949"/>
                    <a:pt x="248404" y="2510050"/>
                  </a:cubicBezTo>
                  <a:cubicBezTo>
                    <a:pt x="384101" y="2621638"/>
                    <a:pt x="520998" y="2731768"/>
                    <a:pt x="657390" y="2842512"/>
                  </a:cubicBezTo>
                  <a:cubicBezTo>
                    <a:pt x="750160" y="2917835"/>
                    <a:pt x="841946" y="2994409"/>
                    <a:pt x="936142" y="3067898"/>
                  </a:cubicBezTo>
                  <a:cubicBezTo>
                    <a:pt x="954273" y="3082042"/>
                    <a:pt x="981534" y="3091218"/>
                    <a:pt x="1004616" y="3091283"/>
                  </a:cubicBezTo>
                  <a:cubicBezTo>
                    <a:pt x="1474592" y="3092612"/>
                    <a:pt x="1944572" y="3092280"/>
                    <a:pt x="2414552" y="3092280"/>
                  </a:cubicBezTo>
                  <a:cubicBezTo>
                    <a:pt x="2427357" y="3092280"/>
                    <a:pt x="2440162" y="3092280"/>
                    <a:pt x="2455996" y="3092280"/>
                  </a:cubicBezTo>
                  <a:cubicBezTo>
                    <a:pt x="2455996" y="3157259"/>
                    <a:pt x="2455996" y="3220869"/>
                    <a:pt x="2455996" y="3290033"/>
                  </a:cubicBezTo>
                  <a:cubicBezTo>
                    <a:pt x="2098004" y="3290033"/>
                    <a:pt x="1738992" y="3290033"/>
                    <a:pt x="1375684" y="3290033"/>
                  </a:cubicBezTo>
                  <a:cubicBezTo>
                    <a:pt x="1232396" y="3290033"/>
                    <a:pt x="1093343" y="3287616"/>
                    <a:pt x="954455" y="3291346"/>
                  </a:cubicBezTo>
                  <a:cubicBezTo>
                    <a:pt x="905827" y="3292651"/>
                    <a:pt x="868247" y="3280133"/>
                    <a:pt x="831885" y="3249783"/>
                  </a:cubicBezTo>
                  <a:cubicBezTo>
                    <a:pt x="703358" y="3142508"/>
                    <a:pt x="574059" y="3036146"/>
                    <a:pt x="444106" y="2930604"/>
                  </a:cubicBezTo>
                  <a:cubicBezTo>
                    <a:pt x="330749" y="2838543"/>
                    <a:pt x="216072" y="2748112"/>
                    <a:pt x="102075" y="2656839"/>
                  </a:cubicBezTo>
                  <a:cubicBezTo>
                    <a:pt x="71353" y="2632241"/>
                    <a:pt x="39146" y="2609045"/>
                    <a:pt x="11442" y="2581380"/>
                  </a:cubicBezTo>
                  <a:cubicBezTo>
                    <a:pt x="1732" y="2571683"/>
                    <a:pt x="461" y="2550510"/>
                    <a:pt x="444" y="2534574"/>
                  </a:cubicBezTo>
                  <a:cubicBezTo>
                    <a:pt x="-89" y="2023040"/>
                    <a:pt x="6" y="1511506"/>
                    <a:pt x="6" y="999972"/>
                  </a:cubicBezTo>
                  <a:cubicBezTo>
                    <a:pt x="6" y="683308"/>
                    <a:pt x="6" y="366645"/>
                    <a:pt x="6" y="49981"/>
                  </a:cubicBezTo>
                  <a:cubicBezTo>
                    <a:pt x="6" y="34314"/>
                    <a:pt x="6" y="18646"/>
                    <a:pt x="6" y="0"/>
                  </a:cubicBezTo>
                  <a:close/>
                </a:path>
              </a:pathLst>
            </a:custGeom>
            <a:grpFill/>
            <a:ln w="6350" cap="flat">
              <a:noFill/>
              <a:prstDash val="solid"/>
              <a:miter/>
            </a:ln>
          </p:spPr>
          <p:txBody>
            <a:bodyPr wrap="square" rtlCol="0" anchor="ctr">
              <a:noAutofit/>
            </a:bodyPr>
            <a:lstStyle/>
            <a:p>
              <a:endParaRPr lang="en-US"/>
            </a:p>
          </p:txBody>
        </p:sp>
        <p:sp>
          <p:nvSpPr>
            <p:cNvPr id="652" name="Freeform: Shape 651">
              <a:extLst>
                <a:ext uri="{FF2B5EF4-FFF2-40B4-BE49-F238E27FC236}">
                  <a16:creationId xmlns:a16="http://schemas.microsoft.com/office/drawing/2014/main" id="{AB6AF9B2-E005-5F49-C8BD-0DCB94992E4B}"/>
                </a:ext>
                <a:ext uri="{C183D7F6-B498-43B3-948B-1728B52AA6E4}">
                  <adec:decorative xmlns:adec="http://schemas.microsoft.com/office/drawing/2017/decorative" val="1"/>
                </a:ext>
              </a:extLst>
            </p:cNvPr>
            <p:cNvSpPr/>
            <p:nvPr/>
          </p:nvSpPr>
          <p:spPr>
            <a:xfrm>
              <a:off x="4591601" y="1542841"/>
              <a:ext cx="303601" cy="431606"/>
            </a:xfrm>
            <a:custGeom>
              <a:avLst/>
              <a:gdLst>
                <a:gd name="connsiteX0" fmla="*/ 3972097 w 4554010"/>
                <a:gd name="connsiteY0" fmla="*/ 5892177 h 6474090"/>
                <a:gd name="connsiteX1" fmla="*/ 4554010 w 4554010"/>
                <a:gd name="connsiteY1" fmla="*/ 5892177 h 6474090"/>
                <a:gd name="connsiteX2" fmla="*/ 4554010 w 4554010"/>
                <a:gd name="connsiteY2" fmla="*/ 6474090 h 6474090"/>
                <a:gd name="connsiteX3" fmla="*/ 3972097 w 4554010"/>
                <a:gd name="connsiteY3" fmla="*/ 6474090 h 6474090"/>
                <a:gd name="connsiteX4" fmla="*/ 1550633 w 4554010"/>
                <a:gd name="connsiteY4" fmla="*/ 2325204 h 6474090"/>
                <a:gd name="connsiteX5" fmla="*/ 1753987 w 4554010"/>
                <a:gd name="connsiteY5" fmla="*/ 2325204 h 6474090"/>
                <a:gd name="connsiteX6" fmla="*/ 1753987 w 4554010"/>
                <a:gd name="connsiteY6" fmla="*/ 2525546 h 6474090"/>
                <a:gd name="connsiteX7" fmla="*/ 1550633 w 4554010"/>
                <a:gd name="connsiteY7" fmla="*/ 2525546 h 6474090"/>
                <a:gd name="connsiteX8" fmla="*/ 777492 w 4554010"/>
                <a:gd name="connsiteY8" fmla="*/ 2321825 h 6474090"/>
                <a:gd name="connsiteX9" fmla="*/ 983542 w 4554010"/>
                <a:gd name="connsiteY9" fmla="*/ 2321825 h 6474090"/>
                <a:gd name="connsiteX10" fmla="*/ 983542 w 4554010"/>
                <a:gd name="connsiteY10" fmla="*/ 2524855 h 6474090"/>
                <a:gd name="connsiteX11" fmla="*/ 777492 w 4554010"/>
                <a:gd name="connsiteY11" fmla="*/ 2524855 h 6474090"/>
                <a:gd name="connsiteX12" fmla="*/ 1163476 w 4554010"/>
                <a:gd name="connsiteY12" fmla="*/ 2321640 h 6474090"/>
                <a:gd name="connsiteX13" fmla="*/ 1367066 w 4554010"/>
                <a:gd name="connsiteY13" fmla="*/ 2321640 h 6474090"/>
                <a:gd name="connsiteX14" fmla="*/ 1367066 w 4554010"/>
                <a:gd name="connsiteY14" fmla="*/ 2524266 h 6474090"/>
                <a:gd name="connsiteX15" fmla="*/ 1163476 w 4554010"/>
                <a:gd name="connsiteY15" fmla="*/ 2524266 h 6474090"/>
                <a:gd name="connsiteX16" fmla="*/ 389652 w 4554010"/>
                <a:gd name="connsiteY16" fmla="*/ 2321640 h 6474090"/>
                <a:gd name="connsiteX17" fmla="*/ 593242 w 4554010"/>
                <a:gd name="connsiteY17" fmla="*/ 2321640 h 6474090"/>
                <a:gd name="connsiteX18" fmla="*/ 593242 w 4554010"/>
                <a:gd name="connsiteY18" fmla="*/ 2524266 h 6474090"/>
                <a:gd name="connsiteX19" fmla="*/ 389652 w 4554010"/>
                <a:gd name="connsiteY19" fmla="*/ 2524266 h 6474090"/>
                <a:gd name="connsiteX20" fmla="*/ 776774 w 4554010"/>
                <a:gd name="connsiteY20" fmla="*/ 1938220 h 6474090"/>
                <a:gd name="connsiteX21" fmla="*/ 979804 w 4554010"/>
                <a:gd name="connsiteY21" fmla="*/ 1938220 h 6474090"/>
                <a:gd name="connsiteX22" fmla="*/ 979804 w 4554010"/>
                <a:gd name="connsiteY22" fmla="*/ 2144270 h 6474090"/>
                <a:gd name="connsiteX23" fmla="*/ 776774 w 4554010"/>
                <a:gd name="connsiteY23" fmla="*/ 2144270 h 6474090"/>
                <a:gd name="connsiteX24" fmla="*/ 386912 w 4554010"/>
                <a:gd name="connsiteY24" fmla="*/ 1937284 h 6474090"/>
                <a:gd name="connsiteX25" fmla="*/ 589775 w 4554010"/>
                <a:gd name="connsiteY25" fmla="*/ 1937284 h 6474090"/>
                <a:gd name="connsiteX26" fmla="*/ 589775 w 4554010"/>
                <a:gd name="connsiteY26" fmla="*/ 2138177 h 6474090"/>
                <a:gd name="connsiteX27" fmla="*/ 386912 w 4554010"/>
                <a:gd name="connsiteY27" fmla="*/ 2138177 h 6474090"/>
                <a:gd name="connsiteX28" fmla="*/ 1547639 w 4554010"/>
                <a:gd name="connsiteY28" fmla="*/ 1937063 h 6474090"/>
                <a:gd name="connsiteX29" fmla="*/ 1750730 w 4554010"/>
                <a:gd name="connsiteY29" fmla="*/ 1937063 h 6474090"/>
                <a:gd name="connsiteX30" fmla="*/ 1750730 w 4554010"/>
                <a:gd name="connsiteY30" fmla="*/ 2138421 h 6474090"/>
                <a:gd name="connsiteX31" fmla="*/ 1547639 w 4554010"/>
                <a:gd name="connsiteY31" fmla="*/ 2138421 h 6474090"/>
                <a:gd name="connsiteX32" fmla="*/ 1163275 w 4554010"/>
                <a:gd name="connsiteY32" fmla="*/ 1934552 h 6474090"/>
                <a:gd name="connsiteX33" fmla="*/ 1364510 w 4554010"/>
                <a:gd name="connsiteY33" fmla="*/ 1934552 h 6474090"/>
                <a:gd name="connsiteX34" fmla="*/ 1364510 w 4554010"/>
                <a:gd name="connsiteY34" fmla="*/ 2137583 h 6474090"/>
                <a:gd name="connsiteX35" fmla="*/ 1163275 w 4554010"/>
                <a:gd name="connsiteY35" fmla="*/ 2137583 h 6474090"/>
                <a:gd name="connsiteX36" fmla="*/ 3248 w 4554010"/>
                <a:gd name="connsiteY36" fmla="*/ 1934552 h 6474090"/>
                <a:gd name="connsiteX37" fmla="*/ 206470 w 4554010"/>
                <a:gd name="connsiteY37" fmla="*/ 1934552 h 6474090"/>
                <a:gd name="connsiteX38" fmla="*/ 206470 w 4554010"/>
                <a:gd name="connsiteY38" fmla="*/ 2138378 h 6474090"/>
                <a:gd name="connsiteX39" fmla="*/ 3248 w 4554010"/>
                <a:gd name="connsiteY39" fmla="*/ 2138378 h 6474090"/>
                <a:gd name="connsiteX40" fmla="*/ 386965 w 4554010"/>
                <a:gd name="connsiteY40" fmla="*/ 1550451 h 6474090"/>
                <a:gd name="connsiteX41" fmla="*/ 589723 w 4554010"/>
                <a:gd name="connsiteY41" fmla="*/ 1550451 h 6474090"/>
                <a:gd name="connsiteX42" fmla="*/ 589723 w 4554010"/>
                <a:gd name="connsiteY42" fmla="*/ 1753909 h 6474090"/>
                <a:gd name="connsiteX43" fmla="*/ 386965 w 4554010"/>
                <a:gd name="connsiteY43" fmla="*/ 1753909 h 6474090"/>
                <a:gd name="connsiteX44" fmla="*/ 70 w 4554010"/>
                <a:gd name="connsiteY44" fmla="*/ 1547702 h 6474090"/>
                <a:gd name="connsiteX45" fmla="*/ 203529 w 4554010"/>
                <a:gd name="connsiteY45" fmla="*/ 1547702 h 6474090"/>
                <a:gd name="connsiteX46" fmla="*/ 203529 w 4554010"/>
                <a:gd name="connsiteY46" fmla="*/ 1750460 h 6474090"/>
                <a:gd name="connsiteX47" fmla="*/ 70 w 4554010"/>
                <a:gd name="connsiteY47" fmla="*/ 1750460 h 6474090"/>
                <a:gd name="connsiteX48" fmla="*/ 776337 w 4554010"/>
                <a:gd name="connsiteY48" fmla="*/ 1163985 h 6474090"/>
                <a:gd name="connsiteX49" fmla="*/ 977694 w 4554010"/>
                <a:gd name="connsiteY49" fmla="*/ 1163985 h 6474090"/>
                <a:gd name="connsiteX50" fmla="*/ 977694 w 4554010"/>
                <a:gd name="connsiteY50" fmla="*/ 1358479 h 6474090"/>
                <a:gd name="connsiteX51" fmla="*/ 776337 w 4554010"/>
                <a:gd name="connsiteY51" fmla="*/ 1358479 h 6474090"/>
                <a:gd name="connsiteX52" fmla="*/ 3528 w 4554010"/>
                <a:gd name="connsiteY52" fmla="*/ 1163478 h 6474090"/>
                <a:gd name="connsiteX53" fmla="*/ 206356 w 4554010"/>
                <a:gd name="connsiteY53" fmla="*/ 1163478 h 6474090"/>
                <a:gd name="connsiteX54" fmla="*/ 206356 w 4554010"/>
                <a:gd name="connsiteY54" fmla="*/ 1355703 h 6474090"/>
                <a:gd name="connsiteX55" fmla="*/ 3528 w 4554010"/>
                <a:gd name="connsiteY55" fmla="*/ 1355703 h 6474090"/>
                <a:gd name="connsiteX56" fmla="*/ 389652 w 4554010"/>
                <a:gd name="connsiteY56" fmla="*/ 1160912 h 6474090"/>
                <a:gd name="connsiteX57" fmla="*/ 593242 w 4554010"/>
                <a:gd name="connsiteY57" fmla="*/ 1160912 h 6474090"/>
                <a:gd name="connsiteX58" fmla="*/ 593242 w 4554010"/>
                <a:gd name="connsiteY58" fmla="*/ 1354942 h 6474090"/>
                <a:gd name="connsiteX59" fmla="*/ 389652 w 4554010"/>
                <a:gd name="connsiteY59" fmla="*/ 1354942 h 6474090"/>
                <a:gd name="connsiteX60" fmla="*/ 389206 w 4554010"/>
                <a:gd name="connsiteY60" fmla="*/ 776845 h 6474090"/>
                <a:gd name="connsiteX61" fmla="*/ 593260 w 4554010"/>
                <a:gd name="connsiteY61" fmla="*/ 776845 h 6474090"/>
                <a:gd name="connsiteX62" fmla="*/ 593260 w 4554010"/>
                <a:gd name="connsiteY62" fmla="*/ 968485 h 6474090"/>
                <a:gd name="connsiteX63" fmla="*/ 389206 w 4554010"/>
                <a:gd name="connsiteY63" fmla="*/ 968485 h 6474090"/>
                <a:gd name="connsiteX64" fmla="*/ 0 w 4554010"/>
                <a:gd name="connsiteY64" fmla="*/ 776722 h 6474090"/>
                <a:gd name="connsiteX65" fmla="*/ 202706 w 4554010"/>
                <a:gd name="connsiteY65" fmla="*/ 776722 h 6474090"/>
                <a:gd name="connsiteX66" fmla="*/ 202706 w 4554010"/>
                <a:gd name="connsiteY66" fmla="*/ 968703 h 6474090"/>
                <a:gd name="connsiteX67" fmla="*/ 0 w 4554010"/>
                <a:gd name="connsiteY67" fmla="*/ 968703 h 6474090"/>
                <a:gd name="connsiteX68" fmla="*/ 2110344 w 4554010"/>
                <a:gd name="connsiteY68" fmla="*/ 773315 h 6474090"/>
                <a:gd name="connsiteX69" fmla="*/ 1988090 w 4554010"/>
                <a:gd name="connsiteY69" fmla="*/ 970155 h 6474090"/>
                <a:gd name="connsiteX70" fmla="*/ 1936924 w 4554010"/>
                <a:gd name="connsiteY70" fmla="*/ 971880 h 6474090"/>
                <a:gd name="connsiteX71" fmla="*/ 1936924 w 4554010"/>
                <a:gd name="connsiteY71" fmla="*/ 773637 h 6474090"/>
                <a:gd name="connsiteX72" fmla="*/ 2110344 w 4554010"/>
                <a:gd name="connsiteY72" fmla="*/ 773315 h 6474090"/>
                <a:gd name="connsiteX73" fmla="*/ 776774 w 4554010"/>
                <a:gd name="connsiteY73" fmla="*/ 390580 h 6474090"/>
                <a:gd name="connsiteX74" fmla="*/ 979804 w 4554010"/>
                <a:gd name="connsiteY74" fmla="*/ 390580 h 6474090"/>
                <a:gd name="connsiteX75" fmla="*/ 979804 w 4554010"/>
                <a:gd name="connsiteY75" fmla="*/ 588033 h 6474090"/>
                <a:gd name="connsiteX76" fmla="*/ 776774 w 4554010"/>
                <a:gd name="connsiteY76" fmla="*/ 588033 h 6474090"/>
                <a:gd name="connsiteX77" fmla="*/ 2819 w 4554010"/>
                <a:gd name="connsiteY77" fmla="*/ 390448 h 6474090"/>
                <a:gd name="connsiteX78" fmla="*/ 206278 w 4554010"/>
                <a:gd name="connsiteY78" fmla="*/ 390448 h 6474090"/>
                <a:gd name="connsiteX79" fmla="*/ 206278 w 4554010"/>
                <a:gd name="connsiteY79" fmla="*/ 584609 h 6474090"/>
                <a:gd name="connsiteX80" fmla="*/ 2819 w 4554010"/>
                <a:gd name="connsiteY80" fmla="*/ 584609 h 6474090"/>
                <a:gd name="connsiteX81" fmla="*/ 390633 w 4554010"/>
                <a:gd name="connsiteY81" fmla="*/ 389853 h 6474090"/>
                <a:gd name="connsiteX82" fmla="*/ 593260 w 4554010"/>
                <a:gd name="connsiteY82" fmla="*/ 389853 h 6474090"/>
                <a:gd name="connsiteX83" fmla="*/ 593260 w 4554010"/>
                <a:gd name="connsiteY83" fmla="*/ 581686 h 6474090"/>
                <a:gd name="connsiteX84" fmla="*/ 390633 w 4554010"/>
                <a:gd name="connsiteY84" fmla="*/ 581686 h 6474090"/>
                <a:gd name="connsiteX85" fmla="*/ 1938220 w 4554010"/>
                <a:gd name="connsiteY85" fmla="*/ 389784 h 6474090"/>
                <a:gd name="connsiteX86" fmla="*/ 2140803 w 4554010"/>
                <a:gd name="connsiteY86" fmla="*/ 389784 h 6474090"/>
                <a:gd name="connsiteX87" fmla="*/ 2140803 w 4554010"/>
                <a:gd name="connsiteY87" fmla="*/ 584654 h 6474090"/>
                <a:gd name="connsiteX88" fmla="*/ 1938220 w 4554010"/>
                <a:gd name="connsiteY88" fmla="*/ 584654 h 6474090"/>
                <a:gd name="connsiteX89" fmla="*/ 1551281 w 4554010"/>
                <a:gd name="connsiteY89" fmla="*/ 389775 h 6474090"/>
                <a:gd name="connsiteX90" fmla="*/ 1753987 w 4554010"/>
                <a:gd name="connsiteY90" fmla="*/ 389775 h 6474090"/>
                <a:gd name="connsiteX91" fmla="*/ 1753987 w 4554010"/>
                <a:gd name="connsiteY91" fmla="*/ 581756 h 6474090"/>
                <a:gd name="connsiteX92" fmla="*/ 1551281 w 4554010"/>
                <a:gd name="connsiteY92" fmla="*/ 581756 h 6474090"/>
                <a:gd name="connsiteX93" fmla="*/ 2322785 w 4554010"/>
                <a:gd name="connsiteY93" fmla="*/ 388986 h 6474090"/>
                <a:gd name="connsiteX94" fmla="*/ 2525894 w 4554010"/>
                <a:gd name="connsiteY94" fmla="*/ 391981 h 6474090"/>
                <a:gd name="connsiteX95" fmla="*/ 2325277 w 4554010"/>
                <a:gd name="connsiteY95" fmla="*/ 549275 h 6474090"/>
                <a:gd name="connsiteX96" fmla="*/ 2322785 w 4554010"/>
                <a:gd name="connsiteY96" fmla="*/ 388986 h 6474090"/>
                <a:gd name="connsiteX97" fmla="*/ 1163756 w 4554010"/>
                <a:gd name="connsiteY97" fmla="*/ 386912 h 6474090"/>
                <a:gd name="connsiteX98" fmla="*/ 1363993 w 4554010"/>
                <a:gd name="connsiteY98" fmla="*/ 386912 h 6474090"/>
                <a:gd name="connsiteX99" fmla="*/ 1363993 w 4554010"/>
                <a:gd name="connsiteY99" fmla="*/ 582369 h 6474090"/>
                <a:gd name="connsiteX100" fmla="*/ 1163756 w 4554010"/>
                <a:gd name="connsiteY100" fmla="*/ 582369 h 6474090"/>
                <a:gd name="connsiteX101" fmla="*/ 1937169 w 4554010"/>
                <a:gd name="connsiteY101" fmla="*/ 3362 h 6474090"/>
                <a:gd name="connsiteX102" fmla="*/ 2138308 w 4554010"/>
                <a:gd name="connsiteY102" fmla="*/ 3362 h 6474090"/>
                <a:gd name="connsiteX103" fmla="*/ 2138308 w 4554010"/>
                <a:gd name="connsiteY103" fmla="*/ 197750 h 6474090"/>
                <a:gd name="connsiteX104" fmla="*/ 1937169 w 4554010"/>
                <a:gd name="connsiteY104" fmla="*/ 197750 h 6474090"/>
                <a:gd name="connsiteX105" fmla="*/ 389276 w 4554010"/>
                <a:gd name="connsiteY105" fmla="*/ 3100 h 6474090"/>
                <a:gd name="connsiteX106" fmla="*/ 590949 w 4554010"/>
                <a:gd name="connsiteY106" fmla="*/ 3100 h 6474090"/>
                <a:gd name="connsiteX107" fmla="*/ 590949 w 4554010"/>
                <a:gd name="connsiteY107" fmla="*/ 197751 h 6474090"/>
                <a:gd name="connsiteX108" fmla="*/ 389276 w 4554010"/>
                <a:gd name="connsiteY108" fmla="*/ 197751 h 6474090"/>
                <a:gd name="connsiteX109" fmla="*/ 1547639 w 4554010"/>
                <a:gd name="connsiteY109" fmla="*/ 2984 h 6474090"/>
                <a:gd name="connsiteX110" fmla="*/ 1750266 w 4554010"/>
                <a:gd name="connsiteY110" fmla="*/ 2984 h 6474090"/>
                <a:gd name="connsiteX111" fmla="*/ 1750266 w 4554010"/>
                <a:gd name="connsiteY111" fmla="*/ 194816 h 6474090"/>
                <a:gd name="connsiteX112" fmla="*/ 1547639 w 4554010"/>
                <a:gd name="connsiteY112" fmla="*/ 194816 h 6474090"/>
                <a:gd name="connsiteX113" fmla="*/ 777396 w 4554010"/>
                <a:gd name="connsiteY113" fmla="*/ 2803 h 6474090"/>
                <a:gd name="connsiteX114" fmla="*/ 980172 w 4554010"/>
                <a:gd name="connsiteY114" fmla="*/ 2803 h 6474090"/>
                <a:gd name="connsiteX115" fmla="*/ 980172 w 4554010"/>
                <a:gd name="connsiteY115" fmla="*/ 194914 h 6474090"/>
                <a:gd name="connsiteX116" fmla="*/ 777396 w 4554010"/>
                <a:gd name="connsiteY116" fmla="*/ 194914 h 6474090"/>
                <a:gd name="connsiteX117" fmla="*/ 2321454 w 4554010"/>
                <a:gd name="connsiteY117" fmla="*/ 2442 h 6474090"/>
                <a:gd name="connsiteX118" fmla="*/ 2524615 w 4554010"/>
                <a:gd name="connsiteY118" fmla="*/ 2442 h 6474090"/>
                <a:gd name="connsiteX119" fmla="*/ 2524615 w 4554010"/>
                <a:gd name="connsiteY119" fmla="*/ 195333 h 6474090"/>
                <a:gd name="connsiteX120" fmla="*/ 2321454 w 4554010"/>
                <a:gd name="connsiteY120" fmla="*/ 195333 h 6474090"/>
                <a:gd name="connsiteX121" fmla="*/ 0 w 4554010"/>
                <a:gd name="connsiteY121" fmla="*/ 2207 h 6474090"/>
                <a:gd name="connsiteX122" fmla="*/ 203949 w 4554010"/>
                <a:gd name="connsiteY122" fmla="*/ 2207 h 6474090"/>
                <a:gd name="connsiteX123" fmla="*/ 203949 w 4554010"/>
                <a:gd name="connsiteY123" fmla="*/ 194617 h 6474090"/>
                <a:gd name="connsiteX124" fmla="*/ 0 w 4554010"/>
                <a:gd name="connsiteY124" fmla="*/ 194617 h 6474090"/>
                <a:gd name="connsiteX125" fmla="*/ 1163371 w 4554010"/>
                <a:gd name="connsiteY125" fmla="*/ 0 h 6474090"/>
                <a:gd name="connsiteX126" fmla="*/ 1364422 w 4554010"/>
                <a:gd name="connsiteY126" fmla="*/ 0 h 6474090"/>
                <a:gd name="connsiteX127" fmla="*/ 1364422 w 4554010"/>
                <a:gd name="connsiteY127" fmla="*/ 194345 h 6474090"/>
                <a:gd name="connsiteX128" fmla="*/ 1163371 w 4554010"/>
                <a:gd name="connsiteY128" fmla="*/ 194345 h 647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554010" h="6474090">
                  <a:moveTo>
                    <a:pt x="3972097" y="5892177"/>
                  </a:moveTo>
                  <a:lnTo>
                    <a:pt x="4554010" y="5892177"/>
                  </a:lnTo>
                  <a:lnTo>
                    <a:pt x="4554010" y="6474090"/>
                  </a:lnTo>
                  <a:lnTo>
                    <a:pt x="3972097" y="6474090"/>
                  </a:lnTo>
                  <a:close/>
                  <a:moveTo>
                    <a:pt x="1550633" y="2325204"/>
                  </a:moveTo>
                  <a:lnTo>
                    <a:pt x="1753987" y="2325204"/>
                  </a:lnTo>
                  <a:lnTo>
                    <a:pt x="1753987" y="2525546"/>
                  </a:lnTo>
                  <a:lnTo>
                    <a:pt x="1550633" y="2525546"/>
                  </a:lnTo>
                  <a:close/>
                  <a:moveTo>
                    <a:pt x="777492" y="2321825"/>
                  </a:moveTo>
                  <a:lnTo>
                    <a:pt x="983542" y="2321825"/>
                  </a:lnTo>
                  <a:lnTo>
                    <a:pt x="983542" y="2524855"/>
                  </a:lnTo>
                  <a:lnTo>
                    <a:pt x="777492" y="2524855"/>
                  </a:lnTo>
                  <a:close/>
                  <a:moveTo>
                    <a:pt x="1163476" y="2321640"/>
                  </a:moveTo>
                  <a:lnTo>
                    <a:pt x="1367066" y="2321640"/>
                  </a:lnTo>
                  <a:lnTo>
                    <a:pt x="1367066" y="2524266"/>
                  </a:lnTo>
                  <a:lnTo>
                    <a:pt x="1163476" y="2524266"/>
                  </a:lnTo>
                  <a:close/>
                  <a:moveTo>
                    <a:pt x="389652" y="2321640"/>
                  </a:moveTo>
                  <a:lnTo>
                    <a:pt x="593242" y="2321640"/>
                  </a:lnTo>
                  <a:lnTo>
                    <a:pt x="593242" y="2524266"/>
                  </a:lnTo>
                  <a:lnTo>
                    <a:pt x="389652" y="2524266"/>
                  </a:lnTo>
                  <a:close/>
                  <a:moveTo>
                    <a:pt x="776774" y="1938220"/>
                  </a:moveTo>
                  <a:lnTo>
                    <a:pt x="979804" y="1938220"/>
                  </a:lnTo>
                  <a:lnTo>
                    <a:pt x="979804" y="2144270"/>
                  </a:lnTo>
                  <a:lnTo>
                    <a:pt x="776774" y="2144270"/>
                  </a:lnTo>
                  <a:close/>
                  <a:moveTo>
                    <a:pt x="386912" y="1937284"/>
                  </a:moveTo>
                  <a:lnTo>
                    <a:pt x="589775" y="1937284"/>
                  </a:lnTo>
                  <a:lnTo>
                    <a:pt x="589775" y="2138177"/>
                  </a:lnTo>
                  <a:lnTo>
                    <a:pt x="386912" y="2138177"/>
                  </a:lnTo>
                  <a:close/>
                  <a:moveTo>
                    <a:pt x="1547639" y="1937063"/>
                  </a:moveTo>
                  <a:lnTo>
                    <a:pt x="1750730" y="1937063"/>
                  </a:lnTo>
                  <a:lnTo>
                    <a:pt x="1750730" y="2138421"/>
                  </a:lnTo>
                  <a:lnTo>
                    <a:pt x="1547639" y="2138421"/>
                  </a:lnTo>
                  <a:close/>
                  <a:moveTo>
                    <a:pt x="1163275" y="1934552"/>
                  </a:moveTo>
                  <a:lnTo>
                    <a:pt x="1364510" y="1934552"/>
                  </a:lnTo>
                  <a:lnTo>
                    <a:pt x="1364510" y="2137583"/>
                  </a:lnTo>
                  <a:lnTo>
                    <a:pt x="1163275" y="2137583"/>
                  </a:lnTo>
                  <a:close/>
                  <a:moveTo>
                    <a:pt x="3248" y="1934552"/>
                  </a:moveTo>
                  <a:lnTo>
                    <a:pt x="206470" y="1934552"/>
                  </a:lnTo>
                  <a:lnTo>
                    <a:pt x="206470" y="2138378"/>
                  </a:lnTo>
                  <a:lnTo>
                    <a:pt x="3248" y="2138378"/>
                  </a:lnTo>
                  <a:close/>
                  <a:moveTo>
                    <a:pt x="386965" y="1550451"/>
                  </a:moveTo>
                  <a:lnTo>
                    <a:pt x="589723" y="1550451"/>
                  </a:lnTo>
                  <a:lnTo>
                    <a:pt x="589723" y="1753909"/>
                  </a:lnTo>
                  <a:lnTo>
                    <a:pt x="386965" y="1753909"/>
                  </a:lnTo>
                  <a:close/>
                  <a:moveTo>
                    <a:pt x="70" y="1547702"/>
                  </a:moveTo>
                  <a:lnTo>
                    <a:pt x="203529" y="1547702"/>
                  </a:lnTo>
                  <a:lnTo>
                    <a:pt x="203529" y="1750460"/>
                  </a:lnTo>
                  <a:lnTo>
                    <a:pt x="70" y="1750460"/>
                  </a:lnTo>
                  <a:close/>
                  <a:moveTo>
                    <a:pt x="776337" y="1163985"/>
                  </a:moveTo>
                  <a:lnTo>
                    <a:pt x="977694" y="1163985"/>
                  </a:lnTo>
                  <a:lnTo>
                    <a:pt x="977694" y="1358479"/>
                  </a:lnTo>
                  <a:lnTo>
                    <a:pt x="776337" y="1358479"/>
                  </a:lnTo>
                  <a:close/>
                  <a:moveTo>
                    <a:pt x="3528" y="1163478"/>
                  </a:moveTo>
                  <a:lnTo>
                    <a:pt x="206356" y="1163478"/>
                  </a:lnTo>
                  <a:lnTo>
                    <a:pt x="206356" y="1355703"/>
                  </a:lnTo>
                  <a:lnTo>
                    <a:pt x="3528" y="1355703"/>
                  </a:lnTo>
                  <a:close/>
                  <a:moveTo>
                    <a:pt x="389652" y="1160912"/>
                  </a:moveTo>
                  <a:lnTo>
                    <a:pt x="593242" y="1160912"/>
                  </a:lnTo>
                  <a:lnTo>
                    <a:pt x="593242" y="1354942"/>
                  </a:lnTo>
                  <a:lnTo>
                    <a:pt x="389652" y="1354942"/>
                  </a:lnTo>
                  <a:close/>
                  <a:moveTo>
                    <a:pt x="389206" y="776845"/>
                  </a:moveTo>
                  <a:lnTo>
                    <a:pt x="593260" y="776845"/>
                  </a:lnTo>
                  <a:lnTo>
                    <a:pt x="593260" y="968485"/>
                  </a:lnTo>
                  <a:lnTo>
                    <a:pt x="389206" y="968485"/>
                  </a:lnTo>
                  <a:close/>
                  <a:moveTo>
                    <a:pt x="0" y="776722"/>
                  </a:moveTo>
                  <a:lnTo>
                    <a:pt x="202706" y="776722"/>
                  </a:lnTo>
                  <a:lnTo>
                    <a:pt x="202706" y="968703"/>
                  </a:lnTo>
                  <a:lnTo>
                    <a:pt x="0" y="968703"/>
                  </a:lnTo>
                  <a:close/>
                  <a:moveTo>
                    <a:pt x="2110344" y="773315"/>
                  </a:moveTo>
                  <a:cubicBezTo>
                    <a:pt x="2073036" y="838138"/>
                    <a:pt x="2031765" y="903284"/>
                    <a:pt x="1988090" y="970155"/>
                  </a:cubicBezTo>
                  <a:cubicBezTo>
                    <a:pt x="1970216" y="971880"/>
                    <a:pt x="1954746" y="971880"/>
                    <a:pt x="1936924" y="971880"/>
                  </a:cubicBezTo>
                  <a:cubicBezTo>
                    <a:pt x="1936924" y="905706"/>
                    <a:pt x="1936924" y="843220"/>
                    <a:pt x="1936924" y="773637"/>
                  </a:cubicBezTo>
                  <a:cubicBezTo>
                    <a:pt x="1993218" y="773637"/>
                    <a:pt x="2049799" y="773637"/>
                    <a:pt x="2110344" y="773315"/>
                  </a:cubicBezTo>
                  <a:close/>
                  <a:moveTo>
                    <a:pt x="776774" y="390580"/>
                  </a:moveTo>
                  <a:lnTo>
                    <a:pt x="979804" y="390580"/>
                  </a:lnTo>
                  <a:lnTo>
                    <a:pt x="979804" y="588033"/>
                  </a:lnTo>
                  <a:lnTo>
                    <a:pt x="776774" y="588033"/>
                  </a:lnTo>
                  <a:close/>
                  <a:moveTo>
                    <a:pt x="2819" y="390448"/>
                  </a:moveTo>
                  <a:lnTo>
                    <a:pt x="206278" y="390448"/>
                  </a:lnTo>
                  <a:lnTo>
                    <a:pt x="206278" y="584609"/>
                  </a:lnTo>
                  <a:lnTo>
                    <a:pt x="2819" y="584609"/>
                  </a:lnTo>
                  <a:close/>
                  <a:moveTo>
                    <a:pt x="390633" y="389853"/>
                  </a:moveTo>
                  <a:lnTo>
                    <a:pt x="593260" y="389853"/>
                  </a:lnTo>
                  <a:lnTo>
                    <a:pt x="593260" y="581686"/>
                  </a:lnTo>
                  <a:lnTo>
                    <a:pt x="390633" y="581686"/>
                  </a:lnTo>
                  <a:close/>
                  <a:moveTo>
                    <a:pt x="1938220" y="389784"/>
                  </a:moveTo>
                  <a:lnTo>
                    <a:pt x="2140803" y="389784"/>
                  </a:lnTo>
                  <a:lnTo>
                    <a:pt x="2140803" y="584654"/>
                  </a:lnTo>
                  <a:lnTo>
                    <a:pt x="1938220" y="584654"/>
                  </a:lnTo>
                  <a:close/>
                  <a:moveTo>
                    <a:pt x="1551281" y="389775"/>
                  </a:moveTo>
                  <a:lnTo>
                    <a:pt x="1753987" y="389775"/>
                  </a:lnTo>
                  <a:lnTo>
                    <a:pt x="1753987" y="581756"/>
                  </a:lnTo>
                  <a:lnTo>
                    <a:pt x="1551281" y="581756"/>
                  </a:lnTo>
                  <a:close/>
                  <a:moveTo>
                    <a:pt x="2322785" y="388986"/>
                  </a:moveTo>
                  <a:cubicBezTo>
                    <a:pt x="2390887" y="388986"/>
                    <a:pt x="2457295" y="388986"/>
                    <a:pt x="2525894" y="391981"/>
                  </a:cubicBezTo>
                  <a:cubicBezTo>
                    <a:pt x="2461313" y="445948"/>
                    <a:pt x="2394542" y="496920"/>
                    <a:pt x="2325277" y="549275"/>
                  </a:cubicBezTo>
                  <a:cubicBezTo>
                    <a:pt x="2322785" y="498099"/>
                    <a:pt x="2322785" y="445541"/>
                    <a:pt x="2322785" y="388986"/>
                  </a:cubicBezTo>
                  <a:close/>
                  <a:moveTo>
                    <a:pt x="1163756" y="386912"/>
                  </a:moveTo>
                  <a:lnTo>
                    <a:pt x="1363993" y="386912"/>
                  </a:lnTo>
                  <a:lnTo>
                    <a:pt x="1363993" y="582369"/>
                  </a:lnTo>
                  <a:lnTo>
                    <a:pt x="1163756" y="582369"/>
                  </a:lnTo>
                  <a:close/>
                  <a:moveTo>
                    <a:pt x="1937169" y="3362"/>
                  </a:moveTo>
                  <a:lnTo>
                    <a:pt x="2138308" y="3362"/>
                  </a:lnTo>
                  <a:lnTo>
                    <a:pt x="2138308" y="197750"/>
                  </a:lnTo>
                  <a:lnTo>
                    <a:pt x="1937169" y="197750"/>
                  </a:lnTo>
                  <a:close/>
                  <a:moveTo>
                    <a:pt x="389276" y="3100"/>
                  </a:moveTo>
                  <a:lnTo>
                    <a:pt x="590949" y="3100"/>
                  </a:lnTo>
                  <a:lnTo>
                    <a:pt x="590949" y="197751"/>
                  </a:lnTo>
                  <a:lnTo>
                    <a:pt x="389276" y="197751"/>
                  </a:lnTo>
                  <a:close/>
                  <a:moveTo>
                    <a:pt x="1547639" y="2984"/>
                  </a:moveTo>
                  <a:lnTo>
                    <a:pt x="1750266" y="2984"/>
                  </a:lnTo>
                  <a:lnTo>
                    <a:pt x="1750266" y="194816"/>
                  </a:lnTo>
                  <a:lnTo>
                    <a:pt x="1547639" y="194816"/>
                  </a:lnTo>
                  <a:close/>
                  <a:moveTo>
                    <a:pt x="777396" y="2803"/>
                  </a:moveTo>
                  <a:lnTo>
                    <a:pt x="980172" y="2803"/>
                  </a:lnTo>
                  <a:lnTo>
                    <a:pt x="980172" y="194914"/>
                  </a:lnTo>
                  <a:lnTo>
                    <a:pt x="777396" y="194914"/>
                  </a:lnTo>
                  <a:close/>
                  <a:moveTo>
                    <a:pt x="2321454" y="2442"/>
                  </a:moveTo>
                  <a:lnTo>
                    <a:pt x="2524615" y="2442"/>
                  </a:lnTo>
                  <a:lnTo>
                    <a:pt x="2524615" y="195333"/>
                  </a:lnTo>
                  <a:lnTo>
                    <a:pt x="2321454" y="195333"/>
                  </a:lnTo>
                  <a:close/>
                  <a:moveTo>
                    <a:pt x="0" y="2207"/>
                  </a:moveTo>
                  <a:lnTo>
                    <a:pt x="203949" y="2207"/>
                  </a:lnTo>
                  <a:lnTo>
                    <a:pt x="203949" y="194617"/>
                  </a:lnTo>
                  <a:lnTo>
                    <a:pt x="0" y="194617"/>
                  </a:lnTo>
                  <a:close/>
                  <a:moveTo>
                    <a:pt x="1163371" y="0"/>
                  </a:moveTo>
                  <a:lnTo>
                    <a:pt x="1364422" y="0"/>
                  </a:lnTo>
                  <a:lnTo>
                    <a:pt x="1364422" y="194345"/>
                  </a:lnTo>
                  <a:lnTo>
                    <a:pt x="1163371" y="194345"/>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17" name="Group 116">
            <a:extLst>
              <a:ext uri="{FF2B5EF4-FFF2-40B4-BE49-F238E27FC236}">
                <a16:creationId xmlns:a16="http://schemas.microsoft.com/office/drawing/2014/main" id="{D4CF2463-72F5-8AD8-B6C5-49702EB67E45}"/>
              </a:ext>
              <a:ext uri="{C183D7F6-B498-43B3-948B-1728B52AA6E4}">
                <adec:decorative xmlns:adec="http://schemas.microsoft.com/office/drawing/2017/decorative" val="1"/>
              </a:ext>
            </a:extLst>
          </p:cNvPr>
          <p:cNvGrpSpPr>
            <a:grpSpLocks noChangeAspect="1"/>
          </p:cNvGrpSpPr>
          <p:nvPr/>
        </p:nvGrpSpPr>
        <p:grpSpPr>
          <a:xfrm>
            <a:off x="5156754" y="1517247"/>
            <a:ext cx="456719" cy="457200"/>
            <a:chOff x="5156754" y="1517247"/>
            <a:chExt cx="456719" cy="457200"/>
          </a:xfrm>
          <a:solidFill>
            <a:schemeClr val="accent2"/>
          </a:solidFill>
        </p:grpSpPr>
        <p:sp>
          <p:nvSpPr>
            <p:cNvPr id="655" name="Freeform: Shape 654">
              <a:extLst>
                <a:ext uri="{FF2B5EF4-FFF2-40B4-BE49-F238E27FC236}">
                  <a16:creationId xmlns:a16="http://schemas.microsoft.com/office/drawing/2014/main" id="{8349ACFE-57BA-AF5B-636B-018FB0E9D679}"/>
                </a:ext>
                <a:ext uri="{C183D7F6-B498-43B3-948B-1728B52AA6E4}">
                  <adec:decorative xmlns:adec="http://schemas.microsoft.com/office/drawing/2017/decorative" val="1"/>
                </a:ext>
              </a:extLst>
            </p:cNvPr>
            <p:cNvSpPr/>
            <p:nvPr/>
          </p:nvSpPr>
          <p:spPr>
            <a:xfrm>
              <a:off x="5156754" y="1603441"/>
              <a:ext cx="372234" cy="371006"/>
            </a:xfrm>
            <a:custGeom>
              <a:avLst/>
              <a:gdLst>
                <a:gd name="connsiteX0" fmla="*/ 317821 w 576936"/>
                <a:gd name="connsiteY0" fmla="*/ 0 h 575031"/>
                <a:gd name="connsiteX1" fmla="*/ 362948 w 576936"/>
                <a:gd name="connsiteY1" fmla="*/ 0 h 575031"/>
                <a:gd name="connsiteX2" fmla="*/ 362948 w 576936"/>
                <a:gd name="connsiteY2" fmla="*/ 43595 h 575031"/>
                <a:gd name="connsiteX3" fmla="*/ 420840 w 576936"/>
                <a:gd name="connsiteY3" fmla="*/ 43595 h 575031"/>
                <a:gd name="connsiteX4" fmla="*/ 420840 w 576936"/>
                <a:gd name="connsiteY4" fmla="*/ 49 h 575031"/>
                <a:gd name="connsiteX5" fmla="*/ 466140 w 576936"/>
                <a:gd name="connsiteY5" fmla="*/ 49 h 575031"/>
                <a:gd name="connsiteX6" fmla="*/ 466140 w 576936"/>
                <a:gd name="connsiteY6" fmla="*/ 43779 h 575031"/>
                <a:gd name="connsiteX7" fmla="*/ 531714 w 576936"/>
                <a:gd name="connsiteY7" fmla="*/ 43779 h 575031"/>
                <a:gd name="connsiteX8" fmla="*/ 531714 w 576936"/>
                <a:gd name="connsiteY8" fmla="*/ 109526 h 575031"/>
                <a:gd name="connsiteX9" fmla="*/ 576860 w 576936"/>
                <a:gd name="connsiteY9" fmla="*/ 109526 h 575031"/>
                <a:gd name="connsiteX10" fmla="*/ 576860 w 576936"/>
                <a:gd name="connsiteY10" fmla="*/ 154826 h 575031"/>
                <a:gd name="connsiteX11" fmla="*/ 532245 w 576936"/>
                <a:gd name="connsiteY11" fmla="*/ 154826 h 575031"/>
                <a:gd name="connsiteX12" fmla="*/ 532245 w 576936"/>
                <a:gd name="connsiteY12" fmla="*/ 212719 h 575031"/>
                <a:gd name="connsiteX13" fmla="*/ 576812 w 576936"/>
                <a:gd name="connsiteY13" fmla="*/ 212719 h 575031"/>
                <a:gd name="connsiteX14" fmla="*/ 576812 w 576936"/>
                <a:gd name="connsiteY14" fmla="*/ 257845 h 575031"/>
                <a:gd name="connsiteX15" fmla="*/ 532294 w 576936"/>
                <a:gd name="connsiteY15" fmla="*/ 257845 h 575031"/>
                <a:gd name="connsiteX16" fmla="*/ 532294 w 576936"/>
                <a:gd name="connsiteY16" fmla="*/ 316893 h 575031"/>
                <a:gd name="connsiteX17" fmla="*/ 576936 w 576936"/>
                <a:gd name="connsiteY17" fmla="*/ 316893 h 575031"/>
                <a:gd name="connsiteX18" fmla="*/ 576936 w 576936"/>
                <a:gd name="connsiteY18" fmla="*/ 361846 h 575031"/>
                <a:gd name="connsiteX19" fmla="*/ 532343 w 576936"/>
                <a:gd name="connsiteY19" fmla="*/ 361846 h 575031"/>
                <a:gd name="connsiteX20" fmla="*/ 532343 w 576936"/>
                <a:gd name="connsiteY20" fmla="*/ 419911 h 575031"/>
                <a:gd name="connsiteX21" fmla="*/ 576887 w 576936"/>
                <a:gd name="connsiteY21" fmla="*/ 419911 h 575031"/>
                <a:gd name="connsiteX22" fmla="*/ 576887 w 576936"/>
                <a:gd name="connsiteY22" fmla="*/ 465211 h 575031"/>
                <a:gd name="connsiteX23" fmla="*/ 531996 w 576936"/>
                <a:gd name="connsiteY23" fmla="*/ 465211 h 575031"/>
                <a:gd name="connsiteX24" fmla="*/ 532044 w 576936"/>
                <a:gd name="connsiteY24" fmla="*/ 507754 h 575031"/>
                <a:gd name="connsiteX25" fmla="*/ 508794 w 576936"/>
                <a:gd name="connsiteY25" fmla="*/ 531051 h 575031"/>
                <a:gd name="connsiteX26" fmla="*/ 466223 w 576936"/>
                <a:gd name="connsiteY26" fmla="*/ 531051 h 575031"/>
                <a:gd name="connsiteX27" fmla="*/ 466223 w 576936"/>
                <a:gd name="connsiteY27" fmla="*/ 575031 h 575031"/>
                <a:gd name="connsiteX28" fmla="*/ 421270 w 576936"/>
                <a:gd name="connsiteY28" fmla="*/ 575031 h 575031"/>
                <a:gd name="connsiteX29" fmla="*/ 421270 w 576936"/>
                <a:gd name="connsiteY29" fmla="*/ 531375 h 575031"/>
                <a:gd name="connsiteX30" fmla="*/ 363205 w 576936"/>
                <a:gd name="connsiteY30" fmla="*/ 531375 h 575031"/>
                <a:gd name="connsiteX31" fmla="*/ 363205 w 576936"/>
                <a:gd name="connsiteY31" fmla="*/ 574982 h 575031"/>
                <a:gd name="connsiteX32" fmla="*/ 318078 w 576936"/>
                <a:gd name="connsiteY32" fmla="*/ 574982 h 575031"/>
                <a:gd name="connsiteX33" fmla="*/ 318078 w 576936"/>
                <a:gd name="connsiteY33" fmla="*/ 531424 h 575031"/>
                <a:gd name="connsiteX34" fmla="*/ 259204 w 576936"/>
                <a:gd name="connsiteY34" fmla="*/ 531424 h 575031"/>
                <a:gd name="connsiteX35" fmla="*/ 259204 w 576936"/>
                <a:gd name="connsiteY35" fmla="*/ 574934 h 575031"/>
                <a:gd name="connsiteX36" fmla="*/ 213903 w 576936"/>
                <a:gd name="connsiteY36" fmla="*/ 574934 h 575031"/>
                <a:gd name="connsiteX37" fmla="*/ 213903 w 576936"/>
                <a:gd name="connsiteY37" fmla="*/ 531299 h 575031"/>
                <a:gd name="connsiteX38" fmla="*/ 156011 w 576936"/>
                <a:gd name="connsiteY38" fmla="*/ 531299 h 575031"/>
                <a:gd name="connsiteX39" fmla="*/ 133993 w 576936"/>
                <a:gd name="connsiteY39" fmla="*/ 531180 h 575031"/>
                <a:gd name="connsiteX40" fmla="*/ 133993 w 576936"/>
                <a:gd name="connsiteY40" fmla="*/ 485858 h 575031"/>
                <a:gd name="connsiteX41" fmla="*/ 486531 w 576936"/>
                <a:gd name="connsiteY41" fmla="*/ 485872 h 575031"/>
                <a:gd name="connsiteX42" fmla="*/ 486531 w 576936"/>
                <a:gd name="connsiteY42" fmla="*/ 89423 h 575031"/>
                <a:gd name="connsiteX43" fmla="*/ 90105 w 576936"/>
                <a:gd name="connsiteY43" fmla="*/ 89423 h 575031"/>
                <a:gd name="connsiteX44" fmla="*/ 89756 w 576936"/>
                <a:gd name="connsiteY44" fmla="*/ 441969 h 575031"/>
                <a:gd name="connsiteX45" fmla="*/ 44664 w 576936"/>
                <a:gd name="connsiteY45" fmla="*/ 441969 h 575031"/>
                <a:gd name="connsiteX46" fmla="*/ 44552 w 576936"/>
                <a:gd name="connsiteY46" fmla="*/ 420362 h 575031"/>
                <a:gd name="connsiteX47" fmla="*/ 44552 w 576936"/>
                <a:gd name="connsiteY47" fmla="*/ 362296 h 575031"/>
                <a:gd name="connsiteX48" fmla="*/ 0 w 576936"/>
                <a:gd name="connsiteY48" fmla="*/ 362296 h 575031"/>
                <a:gd name="connsiteX49" fmla="*/ 0 w 576936"/>
                <a:gd name="connsiteY49" fmla="*/ 316996 h 575031"/>
                <a:gd name="connsiteX50" fmla="*/ 44677 w 576936"/>
                <a:gd name="connsiteY50" fmla="*/ 316996 h 575031"/>
                <a:gd name="connsiteX51" fmla="*/ 44677 w 576936"/>
                <a:gd name="connsiteY51" fmla="*/ 258296 h 575031"/>
                <a:gd name="connsiteX52" fmla="*/ 49 w 576936"/>
                <a:gd name="connsiteY52" fmla="*/ 258296 h 575031"/>
                <a:gd name="connsiteX53" fmla="*/ 49 w 576936"/>
                <a:gd name="connsiteY53" fmla="*/ 212996 h 575031"/>
                <a:gd name="connsiteX54" fmla="*/ 44628 w 576936"/>
                <a:gd name="connsiteY54" fmla="*/ 212996 h 575031"/>
                <a:gd name="connsiteX55" fmla="*/ 44628 w 576936"/>
                <a:gd name="connsiteY55" fmla="*/ 155103 h 575031"/>
                <a:gd name="connsiteX56" fmla="*/ 98 w 576936"/>
                <a:gd name="connsiteY56" fmla="*/ 155103 h 575031"/>
                <a:gd name="connsiteX57" fmla="*/ 98 w 576936"/>
                <a:gd name="connsiteY57" fmla="*/ 109977 h 575031"/>
                <a:gd name="connsiteX58" fmla="*/ 44894 w 576936"/>
                <a:gd name="connsiteY58" fmla="*/ 109977 h 575031"/>
                <a:gd name="connsiteX59" fmla="*/ 44894 w 576936"/>
                <a:gd name="connsiteY59" fmla="*/ 102862 h 575031"/>
                <a:gd name="connsiteX60" fmla="*/ 44806 w 576936"/>
                <a:gd name="connsiteY60" fmla="*/ 66533 h 575031"/>
                <a:gd name="connsiteX61" fmla="*/ 67311 w 576936"/>
                <a:gd name="connsiteY61" fmla="*/ 43787 h 575031"/>
                <a:gd name="connsiteX62" fmla="*/ 110454 w 576936"/>
                <a:gd name="connsiteY62" fmla="*/ 43949 h 575031"/>
                <a:gd name="connsiteX63" fmla="*/ 110454 w 576936"/>
                <a:gd name="connsiteY63" fmla="*/ 76 h 575031"/>
                <a:gd name="connsiteX64" fmla="*/ 155754 w 576936"/>
                <a:gd name="connsiteY64" fmla="*/ 76 h 575031"/>
                <a:gd name="connsiteX65" fmla="*/ 155754 w 576936"/>
                <a:gd name="connsiteY65" fmla="*/ 43692 h 575031"/>
                <a:gd name="connsiteX66" fmla="*/ 213646 w 576936"/>
                <a:gd name="connsiteY66" fmla="*/ 43692 h 575031"/>
                <a:gd name="connsiteX67" fmla="*/ 213646 w 576936"/>
                <a:gd name="connsiteY67" fmla="*/ 125 h 575031"/>
                <a:gd name="connsiteX68" fmla="*/ 258773 w 576936"/>
                <a:gd name="connsiteY68" fmla="*/ 125 h 575031"/>
                <a:gd name="connsiteX69" fmla="*/ 258773 w 576936"/>
                <a:gd name="connsiteY69" fmla="*/ 43643 h 575031"/>
                <a:gd name="connsiteX70" fmla="*/ 317821 w 576936"/>
                <a:gd name="connsiteY70" fmla="*/ 43643 h 57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76936" h="575031">
                  <a:moveTo>
                    <a:pt x="317821" y="0"/>
                  </a:moveTo>
                  <a:lnTo>
                    <a:pt x="362948" y="0"/>
                  </a:lnTo>
                  <a:lnTo>
                    <a:pt x="362948" y="43595"/>
                  </a:lnTo>
                  <a:lnTo>
                    <a:pt x="420840" y="43595"/>
                  </a:lnTo>
                  <a:lnTo>
                    <a:pt x="420840" y="49"/>
                  </a:lnTo>
                  <a:lnTo>
                    <a:pt x="466140" y="49"/>
                  </a:lnTo>
                  <a:lnTo>
                    <a:pt x="466140" y="43779"/>
                  </a:lnTo>
                  <a:lnTo>
                    <a:pt x="531714" y="43779"/>
                  </a:lnTo>
                  <a:lnTo>
                    <a:pt x="531714" y="109526"/>
                  </a:lnTo>
                  <a:lnTo>
                    <a:pt x="576860" y="109526"/>
                  </a:lnTo>
                  <a:lnTo>
                    <a:pt x="576860" y="154826"/>
                  </a:lnTo>
                  <a:lnTo>
                    <a:pt x="532245" y="154826"/>
                  </a:lnTo>
                  <a:lnTo>
                    <a:pt x="532245" y="212719"/>
                  </a:lnTo>
                  <a:lnTo>
                    <a:pt x="576812" y="212719"/>
                  </a:lnTo>
                  <a:lnTo>
                    <a:pt x="576812" y="257845"/>
                  </a:lnTo>
                  <a:lnTo>
                    <a:pt x="532294" y="257845"/>
                  </a:lnTo>
                  <a:lnTo>
                    <a:pt x="532294" y="316893"/>
                  </a:lnTo>
                  <a:lnTo>
                    <a:pt x="576936" y="316893"/>
                  </a:lnTo>
                  <a:lnTo>
                    <a:pt x="576936" y="361846"/>
                  </a:lnTo>
                  <a:lnTo>
                    <a:pt x="532343" y="361846"/>
                  </a:lnTo>
                  <a:lnTo>
                    <a:pt x="532343" y="419911"/>
                  </a:lnTo>
                  <a:lnTo>
                    <a:pt x="576887" y="419911"/>
                  </a:lnTo>
                  <a:lnTo>
                    <a:pt x="576887" y="465211"/>
                  </a:lnTo>
                  <a:lnTo>
                    <a:pt x="531996" y="465211"/>
                  </a:lnTo>
                  <a:cubicBezTo>
                    <a:pt x="531996" y="479698"/>
                    <a:pt x="531837" y="493729"/>
                    <a:pt x="532044" y="507754"/>
                  </a:cubicBezTo>
                  <a:cubicBezTo>
                    <a:pt x="532228" y="520283"/>
                    <a:pt x="522796" y="531049"/>
                    <a:pt x="508794" y="531051"/>
                  </a:cubicBezTo>
                  <a:lnTo>
                    <a:pt x="466223" y="531051"/>
                  </a:lnTo>
                  <a:lnTo>
                    <a:pt x="466223" y="575031"/>
                  </a:lnTo>
                  <a:lnTo>
                    <a:pt x="421270" y="575031"/>
                  </a:lnTo>
                  <a:lnTo>
                    <a:pt x="421270" y="531375"/>
                  </a:lnTo>
                  <a:lnTo>
                    <a:pt x="363205" y="531375"/>
                  </a:lnTo>
                  <a:lnTo>
                    <a:pt x="363205" y="574982"/>
                  </a:lnTo>
                  <a:lnTo>
                    <a:pt x="318078" y="574982"/>
                  </a:lnTo>
                  <a:lnTo>
                    <a:pt x="318078" y="531424"/>
                  </a:lnTo>
                  <a:lnTo>
                    <a:pt x="259204" y="531424"/>
                  </a:lnTo>
                  <a:lnTo>
                    <a:pt x="259204" y="574934"/>
                  </a:lnTo>
                  <a:lnTo>
                    <a:pt x="213903" y="574934"/>
                  </a:lnTo>
                  <a:lnTo>
                    <a:pt x="213903" y="531299"/>
                  </a:lnTo>
                  <a:lnTo>
                    <a:pt x="156011" y="531299"/>
                  </a:lnTo>
                  <a:lnTo>
                    <a:pt x="133993" y="531180"/>
                  </a:lnTo>
                  <a:lnTo>
                    <a:pt x="133993" y="485858"/>
                  </a:lnTo>
                  <a:lnTo>
                    <a:pt x="486531" y="485872"/>
                  </a:lnTo>
                  <a:lnTo>
                    <a:pt x="486531" y="89423"/>
                  </a:lnTo>
                  <a:lnTo>
                    <a:pt x="90105" y="89423"/>
                  </a:lnTo>
                  <a:lnTo>
                    <a:pt x="89756" y="441969"/>
                  </a:lnTo>
                  <a:lnTo>
                    <a:pt x="44664" y="441969"/>
                  </a:lnTo>
                  <a:lnTo>
                    <a:pt x="44552" y="420362"/>
                  </a:lnTo>
                  <a:lnTo>
                    <a:pt x="44552" y="362296"/>
                  </a:lnTo>
                  <a:lnTo>
                    <a:pt x="0" y="362296"/>
                  </a:lnTo>
                  <a:lnTo>
                    <a:pt x="0" y="316996"/>
                  </a:lnTo>
                  <a:lnTo>
                    <a:pt x="44677" y="316996"/>
                  </a:lnTo>
                  <a:lnTo>
                    <a:pt x="44677" y="258296"/>
                  </a:lnTo>
                  <a:lnTo>
                    <a:pt x="49" y="258296"/>
                  </a:lnTo>
                  <a:lnTo>
                    <a:pt x="49" y="212996"/>
                  </a:lnTo>
                  <a:lnTo>
                    <a:pt x="44628" y="212996"/>
                  </a:lnTo>
                  <a:lnTo>
                    <a:pt x="44628" y="155103"/>
                  </a:lnTo>
                  <a:lnTo>
                    <a:pt x="98" y="155103"/>
                  </a:lnTo>
                  <a:lnTo>
                    <a:pt x="98" y="109977"/>
                  </a:lnTo>
                  <a:lnTo>
                    <a:pt x="44894" y="109977"/>
                  </a:lnTo>
                  <a:lnTo>
                    <a:pt x="44894" y="102862"/>
                  </a:lnTo>
                  <a:cubicBezTo>
                    <a:pt x="44894" y="90751"/>
                    <a:pt x="45216" y="78630"/>
                    <a:pt x="44806" y="66533"/>
                  </a:cubicBezTo>
                  <a:cubicBezTo>
                    <a:pt x="44377" y="53867"/>
                    <a:pt x="56752" y="43302"/>
                    <a:pt x="67311" y="43787"/>
                  </a:cubicBezTo>
                  <a:cubicBezTo>
                    <a:pt x="81510" y="44440"/>
                    <a:pt x="95762" y="43949"/>
                    <a:pt x="110454" y="43949"/>
                  </a:cubicBezTo>
                  <a:lnTo>
                    <a:pt x="110454" y="76"/>
                  </a:lnTo>
                  <a:lnTo>
                    <a:pt x="155754" y="76"/>
                  </a:lnTo>
                  <a:lnTo>
                    <a:pt x="155754" y="43692"/>
                  </a:lnTo>
                  <a:lnTo>
                    <a:pt x="213646" y="43692"/>
                  </a:lnTo>
                  <a:lnTo>
                    <a:pt x="213646" y="125"/>
                  </a:lnTo>
                  <a:lnTo>
                    <a:pt x="258773" y="125"/>
                  </a:lnTo>
                  <a:lnTo>
                    <a:pt x="258773" y="43643"/>
                  </a:lnTo>
                  <a:lnTo>
                    <a:pt x="317821" y="43643"/>
                  </a:lnTo>
                  <a:close/>
                </a:path>
              </a:pathLst>
            </a:custGeom>
            <a:grpFill/>
            <a:ln w="6350" cap="flat">
              <a:noFill/>
              <a:prstDash val="solid"/>
              <a:miter/>
            </a:ln>
          </p:spPr>
          <p:txBody>
            <a:bodyPr wrap="square" rtlCol="0" anchor="ctr">
              <a:noAutofit/>
            </a:bodyPr>
            <a:lstStyle/>
            <a:p>
              <a:endParaRPr lang="en-US"/>
            </a:p>
          </p:txBody>
        </p:sp>
        <p:sp>
          <p:nvSpPr>
            <p:cNvPr id="703" name="Freeform: Shape 702">
              <a:extLst>
                <a:ext uri="{FF2B5EF4-FFF2-40B4-BE49-F238E27FC236}">
                  <a16:creationId xmlns:a16="http://schemas.microsoft.com/office/drawing/2014/main" id="{9D60A72A-5C36-6188-097B-765580D295F2}"/>
                </a:ext>
                <a:ext uri="{C183D7F6-B498-43B3-948B-1728B52AA6E4}">
                  <adec:decorative xmlns:adec="http://schemas.microsoft.com/office/drawing/2017/decorative" val="1"/>
                </a:ext>
              </a:extLst>
            </p:cNvPr>
            <p:cNvSpPr/>
            <p:nvPr/>
          </p:nvSpPr>
          <p:spPr>
            <a:xfrm>
              <a:off x="5179551" y="1517247"/>
              <a:ext cx="433922" cy="434922"/>
            </a:xfrm>
            <a:custGeom>
              <a:avLst/>
              <a:gdLst>
                <a:gd name="connsiteX0" fmla="*/ 0 w 6508833"/>
                <a:gd name="connsiteY0" fmla="*/ 5880569 h 6523819"/>
                <a:gd name="connsiteX1" fmla="*/ 644091 w 6508833"/>
                <a:gd name="connsiteY1" fmla="*/ 5880569 h 6523819"/>
                <a:gd name="connsiteX2" fmla="*/ 644091 w 6508833"/>
                <a:gd name="connsiteY2" fmla="*/ 6523819 h 6523819"/>
                <a:gd name="connsiteX3" fmla="*/ 0 w 6508833"/>
                <a:gd name="connsiteY3" fmla="*/ 6523819 h 6523819"/>
                <a:gd name="connsiteX4" fmla="*/ 1882646 w 6508833"/>
                <a:gd name="connsiteY4" fmla="*/ 5248467 h 6523819"/>
                <a:gd name="connsiteX5" fmla="*/ 2107424 w 6508833"/>
                <a:gd name="connsiteY5" fmla="*/ 5248467 h 6523819"/>
                <a:gd name="connsiteX6" fmla="*/ 2107424 w 6508833"/>
                <a:gd name="connsiteY6" fmla="*/ 5460422 h 6523819"/>
                <a:gd name="connsiteX7" fmla="*/ 1882646 w 6508833"/>
                <a:gd name="connsiteY7" fmla="*/ 5460422 h 6523819"/>
                <a:gd name="connsiteX8" fmla="*/ 2794843 w 6508833"/>
                <a:gd name="connsiteY8" fmla="*/ 5248235 h 6523819"/>
                <a:gd name="connsiteX9" fmla="*/ 3019747 w 6508833"/>
                <a:gd name="connsiteY9" fmla="*/ 5248235 h 6523819"/>
                <a:gd name="connsiteX10" fmla="*/ 3019747 w 6508833"/>
                <a:gd name="connsiteY10" fmla="*/ 5462852 h 6523819"/>
                <a:gd name="connsiteX11" fmla="*/ 2794843 w 6508833"/>
                <a:gd name="connsiteY11" fmla="*/ 5462852 h 6523819"/>
                <a:gd name="connsiteX12" fmla="*/ 1427234 w 6508833"/>
                <a:gd name="connsiteY12" fmla="*/ 5247587 h 6523819"/>
                <a:gd name="connsiteX13" fmla="*/ 1641715 w 6508833"/>
                <a:gd name="connsiteY13" fmla="*/ 5247587 h 6523819"/>
                <a:gd name="connsiteX14" fmla="*/ 1641715 w 6508833"/>
                <a:gd name="connsiteY14" fmla="*/ 5459629 h 6523819"/>
                <a:gd name="connsiteX15" fmla="*/ 1427234 w 6508833"/>
                <a:gd name="connsiteY15" fmla="*/ 5459629 h 6523819"/>
                <a:gd name="connsiteX16" fmla="*/ 966916 w 6508833"/>
                <a:gd name="connsiteY16" fmla="*/ 5247461 h 6523819"/>
                <a:gd name="connsiteX17" fmla="*/ 1181552 w 6508833"/>
                <a:gd name="connsiteY17" fmla="*/ 5247461 h 6523819"/>
                <a:gd name="connsiteX18" fmla="*/ 1181552 w 6508833"/>
                <a:gd name="connsiteY18" fmla="*/ 5459823 h 6523819"/>
                <a:gd name="connsiteX19" fmla="*/ 966916 w 6508833"/>
                <a:gd name="connsiteY19" fmla="*/ 5459823 h 6523819"/>
                <a:gd name="connsiteX20" fmla="*/ 3717376 w 6508833"/>
                <a:gd name="connsiteY20" fmla="*/ 5247209 h 6523819"/>
                <a:gd name="connsiteX21" fmla="*/ 3932234 w 6508833"/>
                <a:gd name="connsiteY21" fmla="*/ 5247209 h 6523819"/>
                <a:gd name="connsiteX22" fmla="*/ 3932234 w 6508833"/>
                <a:gd name="connsiteY22" fmla="*/ 5460016 h 6523819"/>
                <a:gd name="connsiteX23" fmla="*/ 3717376 w 6508833"/>
                <a:gd name="connsiteY23" fmla="*/ 5460016 h 6523819"/>
                <a:gd name="connsiteX24" fmla="*/ 2338715 w 6508833"/>
                <a:gd name="connsiteY24" fmla="*/ 5244461 h 6523819"/>
                <a:gd name="connsiteX25" fmla="*/ 2563629 w 6508833"/>
                <a:gd name="connsiteY25" fmla="*/ 5244461 h 6523819"/>
                <a:gd name="connsiteX26" fmla="*/ 2563629 w 6508833"/>
                <a:gd name="connsiteY26" fmla="*/ 5458875 h 6523819"/>
                <a:gd name="connsiteX27" fmla="*/ 2338715 w 6508833"/>
                <a:gd name="connsiteY27" fmla="*/ 5458875 h 6523819"/>
                <a:gd name="connsiteX28" fmla="*/ 3260116 w 6508833"/>
                <a:gd name="connsiteY28" fmla="*/ 5244325 h 6523819"/>
                <a:gd name="connsiteX29" fmla="*/ 3473339 w 6508833"/>
                <a:gd name="connsiteY29" fmla="*/ 5244325 h 6523819"/>
                <a:gd name="connsiteX30" fmla="*/ 3473339 w 6508833"/>
                <a:gd name="connsiteY30" fmla="*/ 5459397 h 6523819"/>
                <a:gd name="connsiteX31" fmla="*/ 3260116 w 6508833"/>
                <a:gd name="connsiteY31" fmla="*/ 5459397 h 6523819"/>
                <a:gd name="connsiteX32" fmla="*/ 2338744 w 6508833"/>
                <a:gd name="connsiteY32" fmla="*/ 4820676 h 6523819"/>
                <a:gd name="connsiteX33" fmla="*/ 2560454 w 6508833"/>
                <a:gd name="connsiteY33" fmla="*/ 4820676 h 6523819"/>
                <a:gd name="connsiteX34" fmla="*/ 2560454 w 6508833"/>
                <a:gd name="connsiteY34" fmla="*/ 5035235 h 6523819"/>
                <a:gd name="connsiteX35" fmla="*/ 2338744 w 6508833"/>
                <a:gd name="connsiteY35" fmla="*/ 5035235 h 6523819"/>
                <a:gd name="connsiteX36" fmla="*/ 3260513 w 6508833"/>
                <a:gd name="connsiteY36" fmla="*/ 4820531 h 6523819"/>
                <a:gd name="connsiteX37" fmla="*/ 3472991 w 6508833"/>
                <a:gd name="connsiteY37" fmla="*/ 4820531 h 6523819"/>
                <a:gd name="connsiteX38" fmla="*/ 3472991 w 6508833"/>
                <a:gd name="connsiteY38" fmla="*/ 5035235 h 6523819"/>
                <a:gd name="connsiteX39" fmla="*/ 3260513 w 6508833"/>
                <a:gd name="connsiteY39" fmla="*/ 5035235 h 6523819"/>
                <a:gd name="connsiteX40" fmla="*/ 1879404 w 6508833"/>
                <a:gd name="connsiteY40" fmla="*/ 4820386 h 6523819"/>
                <a:gd name="connsiteX41" fmla="*/ 2104560 w 6508833"/>
                <a:gd name="connsiteY41" fmla="*/ 4820386 h 6523819"/>
                <a:gd name="connsiteX42" fmla="*/ 2104560 w 6508833"/>
                <a:gd name="connsiteY42" fmla="*/ 5034296 h 6523819"/>
                <a:gd name="connsiteX43" fmla="*/ 1879404 w 6508833"/>
                <a:gd name="connsiteY43" fmla="*/ 5034296 h 6523819"/>
                <a:gd name="connsiteX44" fmla="*/ 1425657 w 6508833"/>
                <a:gd name="connsiteY44" fmla="*/ 4819989 h 6523819"/>
                <a:gd name="connsiteX45" fmla="*/ 1641715 w 6508833"/>
                <a:gd name="connsiteY45" fmla="*/ 4819989 h 6523819"/>
                <a:gd name="connsiteX46" fmla="*/ 1641715 w 6508833"/>
                <a:gd name="connsiteY46" fmla="*/ 5031828 h 6523819"/>
                <a:gd name="connsiteX47" fmla="*/ 1425657 w 6508833"/>
                <a:gd name="connsiteY47" fmla="*/ 5031828 h 6523819"/>
                <a:gd name="connsiteX48" fmla="*/ 966916 w 6508833"/>
                <a:gd name="connsiteY48" fmla="*/ 4819853 h 6523819"/>
                <a:gd name="connsiteX49" fmla="*/ 1181484 w 6508833"/>
                <a:gd name="connsiteY49" fmla="*/ 4819853 h 6523819"/>
                <a:gd name="connsiteX50" fmla="*/ 1181484 w 6508833"/>
                <a:gd name="connsiteY50" fmla="*/ 5032070 h 6523819"/>
                <a:gd name="connsiteX51" fmla="*/ 966916 w 6508833"/>
                <a:gd name="connsiteY51" fmla="*/ 5032070 h 6523819"/>
                <a:gd name="connsiteX52" fmla="*/ 2794766 w 6508833"/>
                <a:gd name="connsiteY52" fmla="*/ 4816843 h 6523819"/>
                <a:gd name="connsiteX53" fmla="*/ 3019815 w 6508833"/>
                <a:gd name="connsiteY53" fmla="*/ 4816843 h 6523819"/>
                <a:gd name="connsiteX54" fmla="*/ 3019815 w 6508833"/>
                <a:gd name="connsiteY54" fmla="*/ 5031324 h 6523819"/>
                <a:gd name="connsiteX55" fmla="*/ 2794766 w 6508833"/>
                <a:gd name="connsiteY55" fmla="*/ 5031324 h 6523819"/>
                <a:gd name="connsiteX56" fmla="*/ 3713757 w 6508833"/>
                <a:gd name="connsiteY56" fmla="*/ 4816640 h 6523819"/>
                <a:gd name="connsiteX57" fmla="*/ 3928180 w 6508833"/>
                <a:gd name="connsiteY57" fmla="*/ 4816640 h 6523819"/>
                <a:gd name="connsiteX58" fmla="*/ 3928180 w 6508833"/>
                <a:gd name="connsiteY58" fmla="*/ 5032050 h 6523819"/>
                <a:gd name="connsiteX59" fmla="*/ 3713757 w 6508833"/>
                <a:gd name="connsiteY59" fmla="*/ 5032050 h 6523819"/>
                <a:gd name="connsiteX60" fmla="*/ 5937272 w 6508833"/>
                <a:gd name="connsiteY60" fmla="*/ 4703874 h 6523819"/>
                <a:gd name="connsiteX61" fmla="*/ 6508833 w 6508833"/>
                <a:gd name="connsiteY61" fmla="*/ 5033684 h 6523819"/>
                <a:gd name="connsiteX62" fmla="*/ 5939469 w 6508833"/>
                <a:gd name="connsiteY62" fmla="*/ 5363113 h 6523819"/>
                <a:gd name="connsiteX63" fmla="*/ 5939469 w 6508833"/>
                <a:gd name="connsiteY63" fmla="*/ 5254403 h 6523819"/>
                <a:gd name="connsiteX64" fmla="*/ 5424407 w 6508833"/>
                <a:gd name="connsiteY64" fmla="*/ 5254403 h 6523819"/>
                <a:gd name="connsiteX65" fmla="*/ 5424408 w 6508833"/>
                <a:gd name="connsiteY65" fmla="*/ 4865646 h 6523819"/>
                <a:gd name="connsiteX66" fmla="*/ 5427644 w 6508833"/>
                <a:gd name="connsiteY66" fmla="*/ 4816214 h 6523819"/>
                <a:gd name="connsiteX67" fmla="*/ 5937272 w 6508833"/>
                <a:gd name="connsiteY67" fmla="*/ 4816214 h 6523819"/>
                <a:gd name="connsiteX68" fmla="*/ 5937272 w 6508833"/>
                <a:gd name="connsiteY68" fmla="*/ 4703874 h 6523819"/>
                <a:gd name="connsiteX69" fmla="*/ 969771 w 6508833"/>
                <a:gd name="connsiteY69" fmla="*/ 4392623 h 6523819"/>
                <a:gd name="connsiteX70" fmla="*/ 1182694 w 6508833"/>
                <a:gd name="connsiteY70" fmla="*/ 4392623 h 6523819"/>
                <a:gd name="connsiteX71" fmla="*/ 1182694 w 6508833"/>
                <a:gd name="connsiteY71" fmla="*/ 4607540 h 6523819"/>
                <a:gd name="connsiteX72" fmla="*/ 969771 w 6508833"/>
                <a:gd name="connsiteY72" fmla="*/ 4607540 h 6523819"/>
                <a:gd name="connsiteX73" fmla="*/ 1426799 w 6508833"/>
                <a:gd name="connsiteY73" fmla="*/ 4391771 h 6523819"/>
                <a:gd name="connsiteX74" fmla="*/ 1641715 w 6508833"/>
                <a:gd name="connsiteY74" fmla="*/ 4391771 h 6523819"/>
                <a:gd name="connsiteX75" fmla="*/ 1641715 w 6508833"/>
                <a:gd name="connsiteY75" fmla="*/ 4604694 h 6523819"/>
                <a:gd name="connsiteX76" fmla="*/ 1426799 w 6508833"/>
                <a:gd name="connsiteY76" fmla="*/ 4604694 h 6523819"/>
                <a:gd name="connsiteX77" fmla="*/ 3715615 w 6508833"/>
                <a:gd name="connsiteY77" fmla="*/ 4390852 h 6523819"/>
                <a:gd name="connsiteX78" fmla="*/ 3928848 w 6508833"/>
                <a:gd name="connsiteY78" fmla="*/ 4390852 h 6523819"/>
                <a:gd name="connsiteX79" fmla="*/ 3928848 w 6508833"/>
                <a:gd name="connsiteY79" fmla="*/ 4605033 h 6523819"/>
                <a:gd name="connsiteX80" fmla="*/ 3715615 w 6508833"/>
                <a:gd name="connsiteY80" fmla="*/ 4605033 h 6523819"/>
                <a:gd name="connsiteX81" fmla="*/ 3260116 w 6508833"/>
                <a:gd name="connsiteY81" fmla="*/ 4388945 h 6523819"/>
                <a:gd name="connsiteX82" fmla="*/ 3473339 w 6508833"/>
                <a:gd name="connsiteY82" fmla="*/ 4388945 h 6523819"/>
                <a:gd name="connsiteX83" fmla="*/ 3473339 w 6508833"/>
                <a:gd name="connsiteY83" fmla="*/ 4604017 h 6523819"/>
                <a:gd name="connsiteX84" fmla="*/ 3260116 w 6508833"/>
                <a:gd name="connsiteY84" fmla="*/ 4604017 h 6523819"/>
                <a:gd name="connsiteX85" fmla="*/ 970032 w 6508833"/>
                <a:gd name="connsiteY85" fmla="*/ 3965161 h 6523819"/>
                <a:gd name="connsiteX86" fmla="*/ 1185432 w 6508833"/>
                <a:gd name="connsiteY86" fmla="*/ 3965161 h 6523819"/>
                <a:gd name="connsiteX87" fmla="*/ 1185432 w 6508833"/>
                <a:gd name="connsiteY87" fmla="*/ 4189301 h 6523819"/>
                <a:gd name="connsiteX88" fmla="*/ 970032 w 6508833"/>
                <a:gd name="connsiteY88" fmla="*/ 4189301 h 6523819"/>
                <a:gd name="connsiteX89" fmla="*/ 3716428 w 6508833"/>
                <a:gd name="connsiteY89" fmla="*/ 3964861 h 6523819"/>
                <a:gd name="connsiteX90" fmla="*/ 3929496 w 6508833"/>
                <a:gd name="connsiteY90" fmla="*/ 3964861 h 6523819"/>
                <a:gd name="connsiteX91" fmla="*/ 3929496 w 6508833"/>
                <a:gd name="connsiteY91" fmla="*/ 4189359 h 6523819"/>
                <a:gd name="connsiteX92" fmla="*/ 3716428 w 6508833"/>
                <a:gd name="connsiteY92" fmla="*/ 4189359 h 6523819"/>
                <a:gd name="connsiteX93" fmla="*/ 1881862 w 6508833"/>
                <a:gd name="connsiteY93" fmla="*/ 3964609 h 6523819"/>
                <a:gd name="connsiteX94" fmla="*/ 2107424 w 6508833"/>
                <a:gd name="connsiteY94" fmla="*/ 3964609 h 6523819"/>
                <a:gd name="connsiteX95" fmla="*/ 2107424 w 6508833"/>
                <a:gd name="connsiteY95" fmla="*/ 4185942 h 6523819"/>
                <a:gd name="connsiteX96" fmla="*/ 1881862 w 6508833"/>
                <a:gd name="connsiteY96" fmla="*/ 4185942 h 6523819"/>
                <a:gd name="connsiteX97" fmla="*/ 1423092 w 6508833"/>
                <a:gd name="connsiteY97" fmla="*/ 3964203 h 6523819"/>
                <a:gd name="connsiteX98" fmla="*/ 1637970 w 6508833"/>
                <a:gd name="connsiteY98" fmla="*/ 3964203 h 6523819"/>
                <a:gd name="connsiteX99" fmla="*/ 1637970 w 6508833"/>
                <a:gd name="connsiteY99" fmla="*/ 4189340 h 6523819"/>
                <a:gd name="connsiteX100" fmla="*/ 1423092 w 6508833"/>
                <a:gd name="connsiteY100" fmla="*/ 4189340 h 6523819"/>
                <a:gd name="connsiteX101" fmla="*/ 3261500 w 6508833"/>
                <a:gd name="connsiteY101" fmla="*/ 3961657 h 6523819"/>
                <a:gd name="connsiteX102" fmla="*/ 3479765 w 6508833"/>
                <a:gd name="connsiteY102" fmla="*/ 3961657 h 6523819"/>
                <a:gd name="connsiteX103" fmla="*/ 3479765 w 6508833"/>
                <a:gd name="connsiteY103" fmla="*/ 4186087 h 6523819"/>
                <a:gd name="connsiteX104" fmla="*/ 3261500 w 6508833"/>
                <a:gd name="connsiteY104" fmla="*/ 4186087 h 6523819"/>
                <a:gd name="connsiteX105" fmla="*/ 969994 w 6508833"/>
                <a:gd name="connsiteY105" fmla="*/ 3537456 h 6523819"/>
                <a:gd name="connsiteX106" fmla="*/ 1182472 w 6508833"/>
                <a:gd name="connsiteY106" fmla="*/ 3537456 h 6523819"/>
                <a:gd name="connsiteX107" fmla="*/ 1182472 w 6508833"/>
                <a:gd name="connsiteY107" fmla="*/ 3761664 h 6523819"/>
                <a:gd name="connsiteX108" fmla="*/ 969994 w 6508833"/>
                <a:gd name="connsiteY108" fmla="*/ 3761664 h 6523819"/>
                <a:gd name="connsiteX109" fmla="*/ 3716592 w 6508833"/>
                <a:gd name="connsiteY109" fmla="*/ 3537311 h 6523819"/>
                <a:gd name="connsiteX110" fmla="*/ 3932225 w 6508833"/>
                <a:gd name="connsiteY110" fmla="*/ 3537311 h 6523819"/>
                <a:gd name="connsiteX111" fmla="*/ 3932225 w 6508833"/>
                <a:gd name="connsiteY111" fmla="*/ 3761712 h 6523819"/>
                <a:gd name="connsiteX112" fmla="*/ 3716592 w 6508833"/>
                <a:gd name="connsiteY112" fmla="*/ 3761712 h 6523819"/>
                <a:gd name="connsiteX113" fmla="*/ 1423121 w 6508833"/>
                <a:gd name="connsiteY113" fmla="*/ 3536701 h 6523819"/>
                <a:gd name="connsiteX114" fmla="*/ 1637757 w 6508833"/>
                <a:gd name="connsiteY114" fmla="*/ 3536701 h 6523819"/>
                <a:gd name="connsiteX115" fmla="*/ 1637757 w 6508833"/>
                <a:gd name="connsiteY115" fmla="*/ 3758547 h 6523819"/>
                <a:gd name="connsiteX116" fmla="*/ 1423121 w 6508833"/>
                <a:gd name="connsiteY116" fmla="*/ 3758547 h 6523819"/>
                <a:gd name="connsiteX117" fmla="*/ 3257445 w 6508833"/>
                <a:gd name="connsiteY117" fmla="*/ 3536343 h 6523819"/>
                <a:gd name="connsiteX118" fmla="*/ 3472439 w 6508833"/>
                <a:gd name="connsiteY118" fmla="*/ 3536343 h 6523819"/>
                <a:gd name="connsiteX119" fmla="*/ 3472439 w 6508833"/>
                <a:gd name="connsiteY119" fmla="*/ 3758925 h 6523819"/>
                <a:gd name="connsiteX120" fmla="*/ 3257445 w 6508833"/>
                <a:gd name="connsiteY120" fmla="*/ 3758925 h 6523819"/>
                <a:gd name="connsiteX121" fmla="*/ 2338609 w 6508833"/>
                <a:gd name="connsiteY121" fmla="*/ 3109784 h 6523819"/>
                <a:gd name="connsiteX122" fmla="*/ 2560571 w 6508833"/>
                <a:gd name="connsiteY122" fmla="*/ 3109784 h 6523819"/>
                <a:gd name="connsiteX123" fmla="*/ 2560571 w 6508833"/>
                <a:gd name="connsiteY123" fmla="*/ 3333969 h 6523819"/>
                <a:gd name="connsiteX124" fmla="*/ 2338609 w 6508833"/>
                <a:gd name="connsiteY124" fmla="*/ 3333969 h 6523819"/>
                <a:gd name="connsiteX125" fmla="*/ 969858 w 6508833"/>
                <a:gd name="connsiteY125" fmla="*/ 3109618 h 6523819"/>
                <a:gd name="connsiteX126" fmla="*/ 1185491 w 6508833"/>
                <a:gd name="connsiteY126" fmla="*/ 3109618 h 6523819"/>
                <a:gd name="connsiteX127" fmla="*/ 1185491 w 6508833"/>
                <a:gd name="connsiteY127" fmla="*/ 3334017 h 6523819"/>
                <a:gd name="connsiteX128" fmla="*/ 969858 w 6508833"/>
                <a:gd name="connsiteY128" fmla="*/ 3334017 h 6523819"/>
                <a:gd name="connsiteX129" fmla="*/ 1882104 w 6508833"/>
                <a:gd name="connsiteY129" fmla="*/ 3109473 h 6523819"/>
                <a:gd name="connsiteX130" fmla="*/ 2104685 w 6508833"/>
                <a:gd name="connsiteY130" fmla="*/ 3109473 h 6523819"/>
                <a:gd name="connsiteX131" fmla="*/ 2104685 w 6508833"/>
                <a:gd name="connsiteY131" fmla="*/ 3333969 h 6523819"/>
                <a:gd name="connsiteX132" fmla="*/ 1882104 w 6508833"/>
                <a:gd name="connsiteY132" fmla="*/ 3333969 h 6523819"/>
                <a:gd name="connsiteX133" fmla="*/ 3715557 w 6508833"/>
                <a:gd name="connsiteY133" fmla="*/ 3109269 h 6523819"/>
                <a:gd name="connsiteX134" fmla="*/ 3929738 w 6508833"/>
                <a:gd name="connsiteY134" fmla="*/ 3109269 h 6523819"/>
                <a:gd name="connsiteX135" fmla="*/ 3929738 w 6508833"/>
                <a:gd name="connsiteY135" fmla="*/ 3332005 h 6523819"/>
                <a:gd name="connsiteX136" fmla="*/ 3715557 w 6508833"/>
                <a:gd name="connsiteY136" fmla="*/ 3332005 h 6523819"/>
                <a:gd name="connsiteX137" fmla="*/ 3261471 w 6508833"/>
                <a:gd name="connsiteY137" fmla="*/ 3109046 h 6523819"/>
                <a:gd name="connsiteX138" fmla="*/ 3476029 w 6508833"/>
                <a:gd name="connsiteY138" fmla="*/ 3109046 h 6523819"/>
                <a:gd name="connsiteX139" fmla="*/ 3476029 w 6508833"/>
                <a:gd name="connsiteY139" fmla="*/ 3330756 h 6523819"/>
                <a:gd name="connsiteX140" fmla="*/ 3261471 w 6508833"/>
                <a:gd name="connsiteY140" fmla="*/ 3330756 h 6523819"/>
                <a:gd name="connsiteX141" fmla="*/ 1423121 w 6508833"/>
                <a:gd name="connsiteY141" fmla="*/ 3108767 h 6523819"/>
                <a:gd name="connsiteX142" fmla="*/ 1637999 w 6508833"/>
                <a:gd name="connsiteY142" fmla="*/ 3108767 h 6523819"/>
                <a:gd name="connsiteX143" fmla="*/ 1637999 w 6508833"/>
                <a:gd name="connsiteY143" fmla="*/ 3331105 h 6523819"/>
                <a:gd name="connsiteX144" fmla="*/ 1423121 w 6508833"/>
                <a:gd name="connsiteY144" fmla="*/ 3331105 h 6523819"/>
                <a:gd name="connsiteX145" fmla="*/ 2795404 w 6508833"/>
                <a:gd name="connsiteY145" fmla="*/ 3108690 h 6523819"/>
                <a:gd name="connsiteX146" fmla="*/ 3019834 w 6508833"/>
                <a:gd name="connsiteY146" fmla="*/ 3108690 h 6523819"/>
                <a:gd name="connsiteX147" fmla="*/ 3019834 w 6508833"/>
                <a:gd name="connsiteY147" fmla="*/ 3331133 h 6523819"/>
                <a:gd name="connsiteX148" fmla="*/ 2795404 w 6508833"/>
                <a:gd name="connsiteY148" fmla="*/ 3331133 h 6523819"/>
                <a:gd name="connsiteX149" fmla="*/ 5984315 w 6508833"/>
                <a:gd name="connsiteY149" fmla="*/ 2785184 h 6523819"/>
                <a:gd name="connsiteX150" fmla="*/ 5984315 w 6508833"/>
                <a:gd name="connsiteY150" fmla="*/ 2896783 h 6523819"/>
                <a:gd name="connsiteX151" fmla="*/ 6108822 w 6508833"/>
                <a:gd name="connsiteY151" fmla="*/ 2896783 h 6523819"/>
                <a:gd name="connsiteX152" fmla="*/ 6495333 w 6508833"/>
                <a:gd name="connsiteY152" fmla="*/ 2896783 h 6523819"/>
                <a:gd name="connsiteX153" fmla="*/ 6495333 w 6508833"/>
                <a:gd name="connsiteY153" fmla="*/ 3331778 h 6523819"/>
                <a:gd name="connsiteX154" fmla="*/ 5986679 w 6508833"/>
                <a:gd name="connsiteY154" fmla="*/ 3331778 h 6523819"/>
                <a:gd name="connsiteX155" fmla="*/ 5986679 w 6508833"/>
                <a:gd name="connsiteY155" fmla="*/ 3444046 h 6523819"/>
                <a:gd name="connsiteX156" fmla="*/ 5414797 w 6508833"/>
                <a:gd name="connsiteY156" fmla="*/ 3113604 h 6523819"/>
                <a:gd name="connsiteX157" fmla="*/ 5984315 w 6508833"/>
                <a:gd name="connsiteY157" fmla="*/ 2785184 h 6523819"/>
                <a:gd name="connsiteX158" fmla="*/ 2339296 w 6508833"/>
                <a:gd name="connsiteY158" fmla="*/ 2681104 h 6523819"/>
                <a:gd name="connsiteX159" fmla="*/ 2563629 w 6508833"/>
                <a:gd name="connsiteY159" fmla="*/ 2681104 h 6523819"/>
                <a:gd name="connsiteX160" fmla="*/ 2563629 w 6508833"/>
                <a:gd name="connsiteY160" fmla="*/ 2903348 h 6523819"/>
                <a:gd name="connsiteX161" fmla="*/ 2339296 w 6508833"/>
                <a:gd name="connsiteY161" fmla="*/ 2903348 h 6523819"/>
                <a:gd name="connsiteX162" fmla="*/ 3716089 w 6508833"/>
                <a:gd name="connsiteY162" fmla="*/ 2680840 h 6523819"/>
                <a:gd name="connsiteX163" fmla="*/ 3928780 w 6508833"/>
                <a:gd name="connsiteY163" fmla="*/ 2680840 h 6523819"/>
                <a:gd name="connsiteX164" fmla="*/ 3928780 w 6508833"/>
                <a:gd name="connsiteY164" fmla="*/ 2906288 h 6523819"/>
                <a:gd name="connsiteX165" fmla="*/ 3716089 w 6508833"/>
                <a:gd name="connsiteY165" fmla="*/ 2906288 h 6523819"/>
                <a:gd name="connsiteX166" fmla="*/ 1882191 w 6508833"/>
                <a:gd name="connsiteY166" fmla="*/ 2678181 h 6523819"/>
                <a:gd name="connsiteX167" fmla="*/ 2104530 w 6508833"/>
                <a:gd name="connsiteY167" fmla="*/ 2678181 h 6523819"/>
                <a:gd name="connsiteX168" fmla="*/ 2104530 w 6508833"/>
                <a:gd name="connsiteY168" fmla="*/ 2902565 h 6523819"/>
                <a:gd name="connsiteX169" fmla="*/ 1882191 w 6508833"/>
                <a:gd name="connsiteY169" fmla="*/ 2902565 h 6523819"/>
                <a:gd name="connsiteX170" fmla="*/ 2794698 w 6508833"/>
                <a:gd name="connsiteY170" fmla="*/ 2678179 h 6523819"/>
                <a:gd name="connsiteX171" fmla="*/ 3016854 w 6508833"/>
                <a:gd name="connsiteY171" fmla="*/ 2678179 h 6523819"/>
                <a:gd name="connsiteX172" fmla="*/ 3016854 w 6508833"/>
                <a:gd name="connsiteY172" fmla="*/ 2902468 h 6523819"/>
                <a:gd name="connsiteX173" fmla="*/ 2794698 w 6508833"/>
                <a:gd name="connsiteY173" fmla="*/ 2902468 h 6523819"/>
                <a:gd name="connsiteX174" fmla="*/ 1426063 w 6508833"/>
                <a:gd name="connsiteY174" fmla="*/ 2678179 h 6523819"/>
                <a:gd name="connsiteX175" fmla="*/ 1638763 w 6508833"/>
                <a:gd name="connsiteY175" fmla="*/ 2678179 h 6523819"/>
                <a:gd name="connsiteX176" fmla="*/ 1638763 w 6508833"/>
                <a:gd name="connsiteY176" fmla="*/ 2902495 h 6523819"/>
                <a:gd name="connsiteX177" fmla="*/ 1426063 w 6508833"/>
                <a:gd name="connsiteY177" fmla="*/ 2902495 h 6523819"/>
                <a:gd name="connsiteX178" fmla="*/ 969906 w 6508833"/>
                <a:gd name="connsiteY178" fmla="*/ 2678179 h 6523819"/>
                <a:gd name="connsiteX179" fmla="*/ 1182500 w 6508833"/>
                <a:gd name="connsiteY179" fmla="*/ 2678179 h 6523819"/>
                <a:gd name="connsiteX180" fmla="*/ 1182500 w 6508833"/>
                <a:gd name="connsiteY180" fmla="*/ 2902438 h 6523819"/>
                <a:gd name="connsiteX181" fmla="*/ 969906 w 6508833"/>
                <a:gd name="connsiteY181" fmla="*/ 2902438 h 6523819"/>
                <a:gd name="connsiteX182" fmla="*/ 3260426 w 6508833"/>
                <a:gd name="connsiteY182" fmla="*/ 2678178 h 6523819"/>
                <a:gd name="connsiteX183" fmla="*/ 3473020 w 6508833"/>
                <a:gd name="connsiteY183" fmla="*/ 2678178 h 6523819"/>
                <a:gd name="connsiteX184" fmla="*/ 3473020 w 6508833"/>
                <a:gd name="connsiteY184" fmla="*/ 2902436 h 6523819"/>
                <a:gd name="connsiteX185" fmla="*/ 3260426 w 6508833"/>
                <a:gd name="connsiteY185" fmla="*/ 2902436 h 6523819"/>
                <a:gd name="connsiteX186" fmla="*/ 1269027 w 6508833"/>
                <a:gd name="connsiteY186" fmla="*/ 7491 h 6523819"/>
                <a:gd name="connsiteX187" fmla="*/ 1622222 w 6508833"/>
                <a:gd name="connsiteY187" fmla="*/ 7491 h 6523819"/>
                <a:gd name="connsiteX188" fmla="*/ 1706314 w 6508833"/>
                <a:gd name="connsiteY188" fmla="*/ 7491 h 6523819"/>
                <a:gd name="connsiteX189" fmla="*/ 1706314 w 6508833"/>
                <a:gd name="connsiteY189" fmla="*/ 518058 h 6523819"/>
                <a:gd name="connsiteX190" fmla="*/ 1822006 w 6508833"/>
                <a:gd name="connsiteY190" fmla="*/ 518058 h 6523819"/>
                <a:gd name="connsiteX191" fmla="*/ 1489650 w 6508833"/>
                <a:gd name="connsiteY191" fmla="*/ 1095839 h 6523819"/>
                <a:gd name="connsiteX192" fmla="*/ 1158702 w 6508833"/>
                <a:gd name="connsiteY192" fmla="*/ 522399 h 6523819"/>
                <a:gd name="connsiteX193" fmla="*/ 1269027 w 6508833"/>
                <a:gd name="connsiteY193" fmla="*/ 522399 h 6523819"/>
                <a:gd name="connsiteX194" fmla="*/ 1269027 w 6508833"/>
                <a:gd name="connsiteY194" fmla="*/ 7491 h 6523819"/>
                <a:gd name="connsiteX195" fmla="*/ 3410002 w 6508833"/>
                <a:gd name="connsiteY195" fmla="*/ 0 h 6523819"/>
                <a:gd name="connsiteX196" fmla="*/ 3716907 w 6508833"/>
                <a:gd name="connsiteY196" fmla="*/ 537001 h 6523819"/>
                <a:gd name="connsiteX197" fmla="*/ 3737264 w 6508833"/>
                <a:gd name="connsiteY197" fmla="*/ 565284 h 6523819"/>
                <a:gd name="connsiteX198" fmla="*/ 3629573 w 6508833"/>
                <a:gd name="connsiteY198" fmla="*/ 565284 h 6523819"/>
                <a:gd name="connsiteX199" fmla="*/ 3629573 w 6508833"/>
                <a:gd name="connsiteY199" fmla="*/ 1088028 h 6523819"/>
                <a:gd name="connsiteX200" fmla="*/ 3192727 w 6508833"/>
                <a:gd name="connsiteY200" fmla="*/ 1088028 h 6523819"/>
                <a:gd name="connsiteX201" fmla="*/ 3192727 w 6508833"/>
                <a:gd name="connsiteY201" fmla="*/ 569221 h 6523819"/>
                <a:gd name="connsiteX202" fmla="*/ 3081463 w 6508833"/>
                <a:gd name="connsiteY202" fmla="*/ 569221 h 6523819"/>
                <a:gd name="connsiteX203" fmla="*/ 3410002 w 6508833"/>
                <a:gd name="connsiteY203" fmla="*/ 0 h 652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6508833" h="6523819">
                  <a:moveTo>
                    <a:pt x="0" y="5880569"/>
                  </a:moveTo>
                  <a:lnTo>
                    <a:pt x="644091" y="5880569"/>
                  </a:lnTo>
                  <a:lnTo>
                    <a:pt x="644091" y="6523819"/>
                  </a:lnTo>
                  <a:lnTo>
                    <a:pt x="0" y="6523819"/>
                  </a:lnTo>
                  <a:close/>
                  <a:moveTo>
                    <a:pt x="1882646" y="5248467"/>
                  </a:moveTo>
                  <a:lnTo>
                    <a:pt x="2107424" y="5248467"/>
                  </a:lnTo>
                  <a:lnTo>
                    <a:pt x="2107424" y="5460422"/>
                  </a:lnTo>
                  <a:lnTo>
                    <a:pt x="1882646" y="5460422"/>
                  </a:lnTo>
                  <a:close/>
                  <a:moveTo>
                    <a:pt x="2794843" y="5248235"/>
                  </a:moveTo>
                  <a:lnTo>
                    <a:pt x="3019747" y="5248235"/>
                  </a:lnTo>
                  <a:lnTo>
                    <a:pt x="3019747" y="5462852"/>
                  </a:lnTo>
                  <a:lnTo>
                    <a:pt x="2794843" y="5462852"/>
                  </a:lnTo>
                  <a:close/>
                  <a:moveTo>
                    <a:pt x="1427234" y="5247587"/>
                  </a:moveTo>
                  <a:lnTo>
                    <a:pt x="1641715" y="5247587"/>
                  </a:lnTo>
                  <a:lnTo>
                    <a:pt x="1641715" y="5459629"/>
                  </a:lnTo>
                  <a:lnTo>
                    <a:pt x="1427234" y="5459629"/>
                  </a:lnTo>
                  <a:close/>
                  <a:moveTo>
                    <a:pt x="966916" y="5247461"/>
                  </a:moveTo>
                  <a:lnTo>
                    <a:pt x="1181552" y="5247461"/>
                  </a:lnTo>
                  <a:lnTo>
                    <a:pt x="1181552" y="5459823"/>
                  </a:lnTo>
                  <a:lnTo>
                    <a:pt x="966916" y="5459823"/>
                  </a:lnTo>
                  <a:close/>
                  <a:moveTo>
                    <a:pt x="3717376" y="5247209"/>
                  </a:moveTo>
                  <a:lnTo>
                    <a:pt x="3932234" y="5247209"/>
                  </a:lnTo>
                  <a:lnTo>
                    <a:pt x="3932234" y="5460016"/>
                  </a:lnTo>
                  <a:lnTo>
                    <a:pt x="3717376" y="5460016"/>
                  </a:lnTo>
                  <a:close/>
                  <a:moveTo>
                    <a:pt x="2338715" y="5244461"/>
                  </a:moveTo>
                  <a:lnTo>
                    <a:pt x="2563629" y="5244461"/>
                  </a:lnTo>
                  <a:lnTo>
                    <a:pt x="2563629" y="5458875"/>
                  </a:lnTo>
                  <a:lnTo>
                    <a:pt x="2338715" y="5458875"/>
                  </a:lnTo>
                  <a:close/>
                  <a:moveTo>
                    <a:pt x="3260116" y="5244325"/>
                  </a:moveTo>
                  <a:lnTo>
                    <a:pt x="3473339" y="5244325"/>
                  </a:lnTo>
                  <a:lnTo>
                    <a:pt x="3473339" y="5459397"/>
                  </a:lnTo>
                  <a:lnTo>
                    <a:pt x="3260116" y="5459397"/>
                  </a:lnTo>
                  <a:close/>
                  <a:moveTo>
                    <a:pt x="2338744" y="4820676"/>
                  </a:moveTo>
                  <a:lnTo>
                    <a:pt x="2560454" y="4820676"/>
                  </a:lnTo>
                  <a:lnTo>
                    <a:pt x="2560454" y="5035235"/>
                  </a:lnTo>
                  <a:lnTo>
                    <a:pt x="2338744" y="5035235"/>
                  </a:lnTo>
                  <a:close/>
                  <a:moveTo>
                    <a:pt x="3260513" y="4820531"/>
                  </a:moveTo>
                  <a:lnTo>
                    <a:pt x="3472991" y="4820531"/>
                  </a:lnTo>
                  <a:lnTo>
                    <a:pt x="3472991" y="5035235"/>
                  </a:lnTo>
                  <a:lnTo>
                    <a:pt x="3260513" y="5035235"/>
                  </a:lnTo>
                  <a:close/>
                  <a:moveTo>
                    <a:pt x="1879404" y="4820386"/>
                  </a:moveTo>
                  <a:lnTo>
                    <a:pt x="2104560" y="4820386"/>
                  </a:lnTo>
                  <a:lnTo>
                    <a:pt x="2104560" y="5034296"/>
                  </a:lnTo>
                  <a:lnTo>
                    <a:pt x="1879404" y="5034296"/>
                  </a:lnTo>
                  <a:close/>
                  <a:moveTo>
                    <a:pt x="1425657" y="4819989"/>
                  </a:moveTo>
                  <a:lnTo>
                    <a:pt x="1641715" y="4819989"/>
                  </a:lnTo>
                  <a:lnTo>
                    <a:pt x="1641715" y="5031828"/>
                  </a:lnTo>
                  <a:lnTo>
                    <a:pt x="1425657" y="5031828"/>
                  </a:lnTo>
                  <a:close/>
                  <a:moveTo>
                    <a:pt x="966916" y="4819853"/>
                  </a:moveTo>
                  <a:lnTo>
                    <a:pt x="1181484" y="4819853"/>
                  </a:lnTo>
                  <a:lnTo>
                    <a:pt x="1181484" y="5032070"/>
                  </a:lnTo>
                  <a:lnTo>
                    <a:pt x="966916" y="5032070"/>
                  </a:lnTo>
                  <a:close/>
                  <a:moveTo>
                    <a:pt x="2794766" y="4816843"/>
                  </a:moveTo>
                  <a:lnTo>
                    <a:pt x="3019815" y="4816843"/>
                  </a:lnTo>
                  <a:lnTo>
                    <a:pt x="3019815" y="5031324"/>
                  </a:lnTo>
                  <a:lnTo>
                    <a:pt x="2794766" y="5031324"/>
                  </a:lnTo>
                  <a:close/>
                  <a:moveTo>
                    <a:pt x="3713757" y="4816640"/>
                  </a:moveTo>
                  <a:lnTo>
                    <a:pt x="3928180" y="4816640"/>
                  </a:lnTo>
                  <a:lnTo>
                    <a:pt x="3928180" y="5032050"/>
                  </a:lnTo>
                  <a:lnTo>
                    <a:pt x="3713757" y="5032050"/>
                  </a:lnTo>
                  <a:close/>
                  <a:moveTo>
                    <a:pt x="5937272" y="4703874"/>
                  </a:moveTo>
                  <a:cubicBezTo>
                    <a:pt x="6130368" y="4815296"/>
                    <a:pt x="6314429" y="4921506"/>
                    <a:pt x="6508833" y="5033684"/>
                  </a:cubicBezTo>
                  <a:cubicBezTo>
                    <a:pt x="6316118" y="5145186"/>
                    <a:pt x="6131483" y="5252015"/>
                    <a:pt x="5939469" y="5363113"/>
                  </a:cubicBezTo>
                  <a:cubicBezTo>
                    <a:pt x="5939469" y="5324059"/>
                    <a:pt x="5939469" y="5292043"/>
                    <a:pt x="5939469" y="5254403"/>
                  </a:cubicBezTo>
                  <a:cubicBezTo>
                    <a:pt x="5765860" y="5254403"/>
                    <a:pt x="5597573" y="5254403"/>
                    <a:pt x="5424407" y="5254403"/>
                  </a:cubicBezTo>
                  <a:cubicBezTo>
                    <a:pt x="5424407" y="5122539"/>
                    <a:pt x="5424407" y="4996386"/>
                    <a:pt x="5424408" y="4865646"/>
                  </a:cubicBezTo>
                  <a:cubicBezTo>
                    <a:pt x="5425395" y="4847394"/>
                    <a:pt x="5426381" y="4833724"/>
                    <a:pt x="5427644" y="4816214"/>
                  </a:cubicBezTo>
                  <a:cubicBezTo>
                    <a:pt x="5597941" y="4816214"/>
                    <a:pt x="5765043" y="4816214"/>
                    <a:pt x="5937272" y="4816214"/>
                  </a:cubicBezTo>
                  <a:cubicBezTo>
                    <a:pt x="5937272" y="4780050"/>
                    <a:pt x="5937272" y="4747869"/>
                    <a:pt x="5937272" y="4703874"/>
                  </a:cubicBezTo>
                  <a:close/>
                  <a:moveTo>
                    <a:pt x="969771" y="4392623"/>
                  </a:moveTo>
                  <a:lnTo>
                    <a:pt x="1182694" y="4392623"/>
                  </a:lnTo>
                  <a:lnTo>
                    <a:pt x="1182694" y="4607540"/>
                  </a:lnTo>
                  <a:lnTo>
                    <a:pt x="969771" y="4607540"/>
                  </a:lnTo>
                  <a:close/>
                  <a:moveTo>
                    <a:pt x="1426799" y="4391771"/>
                  </a:moveTo>
                  <a:lnTo>
                    <a:pt x="1641715" y="4391771"/>
                  </a:lnTo>
                  <a:lnTo>
                    <a:pt x="1641715" y="4604694"/>
                  </a:lnTo>
                  <a:lnTo>
                    <a:pt x="1426799" y="4604694"/>
                  </a:lnTo>
                  <a:close/>
                  <a:moveTo>
                    <a:pt x="3715615" y="4390852"/>
                  </a:moveTo>
                  <a:lnTo>
                    <a:pt x="3928848" y="4390852"/>
                  </a:lnTo>
                  <a:lnTo>
                    <a:pt x="3928848" y="4605033"/>
                  </a:lnTo>
                  <a:lnTo>
                    <a:pt x="3715615" y="4605033"/>
                  </a:lnTo>
                  <a:close/>
                  <a:moveTo>
                    <a:pt x="3260116" y="4388945"/>
                  </a:moveTo>
                  <a:lnTo>
                    <a:pt x="3473339" y="4388945"/>
                  </a:lnTo>
                  <a:lnTo>
                    <a:pt x="3473339" y="4604017"/>
                  </a:lnTo>
                  <a:lnTo>
                    <a:pt x="3260116" y="4604017"/>
                  </a:lnTo>
                  <a:close/>
                  <a:moveTo>
                    <a:pt x="970032" y="3965161"/>
                  </a:moveTo>
                  <a:lnTo>
                    <a:pt x="1185432" y="3965161"/>
                  </a:lnTo>
                  <a:lnTo>
                    <a:pt x="1185432" y="4189301"/>
                  </a:lnTo>
                  <a:lnTo>
                    <a:pt x="970032" y="4189301"/>
                  </a:lnTo>
                  <a:close/>
                  <a:moveTo>
                    <a:pt x="3716428" y="3964861"/>
                  </a:moveTo>
                  <a:lnTo>
                    <a:pt x="3929496" y="3964861"/>
                  </a:lnTo>
                  <a:lnTo>
                    <a:pt x="3929496" y="4189359"/>
                  </a:lnTo>
                  <a:lnTo>
                    <a:pt x="3716428" y="4189359"/>
                  </a:lnTo>
                  <a:close/>
                  <a:moveTo>
                    <a:pt x="1881862" y="3964609"/>
                  </a:moveTo>
                  <a:lnTo>
                    <a:pt x="2107424" y="3964609"/>
                  </a:lnTo>
                  <a:lnTo>
                    <a:pt x="2107424" y="4185942"/>
                  </a:lnTo>
                  <a:lnTo>
                    <a:pt x="1881862" y="4185942"/>
                  </a:lnTo>
                  <a:close/>
                  <a:moveTo>
                    <a:pt x="1423092" y="3964203"/>
                  </a:moveTo>
                  <a:lnTo>
                    <a:pt x="1637970" y="3964203"/>
                  </a:lnTo>
                  <a:lnTo>
                    <a:pt x="1637970" y="4189340"/>
                  </a:lnTo>
                  <a:lnTo>
                    <a:pt x="1423092" y="4189340"/>
                  </a:lnTo>
                  <a:close/>
                  <a:moveTo>
                    <a:pt x="3261500" y="3961657"/>
                  </a:moveTo>
                  <a:lnTo>
                    <a:pt x="3479765" y="3961657"/>
                  </a:lnTo>
                  <a:lnTo>
                    <a:pt x="3479765" y="4186087"/>
                  </a:lnTo>
                  <a:lnTo>
                    <a:pt x="3261500" y="4186087"/>
                  </a:lnTo>
                  <a:close/>
                  <a:moveTo>
                    <a:pt x="969994" y="3537456"/>
                  </a:moveTo>
                  <a:lnTo>
                    <a:pt x="1182472" y="3537456"/>
                  </a:lnTo>
                  <a:lnTo>
                    <a:pt x="1182472" y="3761664"/>
                  </a:lnTo>
                  <a:lnTo>
                    <a:pt x="969994" y="3761664"/>
                  </a:lnTo>
                  <a:close/>
                  <a:moveTo>
                    <a:pt x="3716592" y="3537311"/>
                  </a:moveTo>
                  <a:lnTo>
                    <a:pt x="3932225" y="3537311"/>
                  </a:lnTo>
                  <a:lnTo>
                    <a:pt x="3932225" y="3761712"/>
                  </a:lnTo>
                  <a:lnTo>
                    <a:pt x="3716592" y="3761712"/>
                  </a:lnTo>
                  <a:close/>
                  <a:moveTo>
                    <a:pt x="1423121" y="3536701"/>
                  </a:moveTo>
                  <a:lnTo>
                    <a:pt x="1637757" y="3536701"/>
                  </a:lnTo>
                  <a:lnTo>
                    <a:pt x="1637757" y="3758547"/>
                  </a:lnTo>
                  <a:lnTo>
                    <a:pt x="1423121" y="3758547"/>
                  </a:lnTo>
                  <a:close/>
                  <a:moveTo>
                    <a:pt x="3257445" y="3536343"/>
                  </a:moveTo>
                  <a:lnTo>
                    <a:pt x="3472439" y="3536343"/>
                  </a:lnTo>
                  <a:lnTo>
                    <a:pt x="3472439" y="3758925"/>
                  </a:lnTo>
                  <a:lnTo>
                    <a:pt x="3257445" y="3758925"/>
                  </a:lnTo>
                  <a:close/>
                  <a:moveTo>
                    <a:pt x="2338609" y="3109784"/>
                  </a:moveTo>
                  <a:lnTo>
                    <a:pt x="2560571" y="3109784"/>
                  </a:lnTo>
                  <a:lnTo>
                    <a:pt x="2560571" y="3333969"/>
                  </a:lnTo>
                  <a:lnTo>
                    <a:pt x="2338609" y="3333969"/>
                  </a:lnTo>
                  <a:close/>
                  <a:moveTo>
                    <a:pt x="969858" y="3109618"/>
                  </a:moveTo>
                  <a:lnTo>
                    <a:pt x="1185491" y="3109618"/>
                  </a:lnTo>
                  <a:lnTo>
                    <a:pt x="1185491" y="3334017"/>
                  </a:lnTo>
                  <a:lnTo>
                    <a:pt x="969858" y="3334017"/>
                  </a:lnTo>
                  <a:close/>
                  <a:moveTo>
                    <a:pt x="1882104" y="3109473"/>
                  </a:moveTo>
                  <a:lnTo>
                    <a:pt x="2104685" y="3109473"/>
                  </a:lnTo>
                  <a:lnTo>
                    <a:pt x="2104685" y="3333969"/>
                  </a:lnTo>
                  <a:lnTo>
                    <a:pt x="1882104" y="3333969"/>
                  </a:lnTo>
                  <a:close/>
                  <a:moveTo>
                    <a:pt x="3715557" y="3109269"/>
                  </a:moveTo>
                  <a:lnTo>
                    <a:pt x="3929738" y="3109269"/>
                  </a:lnTo>
                  <a:lnTo>
                    <a:pt x="3929738" y="3332005"/>
                  </a:lnTo>
                  <a:lnTo>
                    <a:pt x="3715557" y="3332005"/>
                  </a:lnTo>
                  <a:close/>
                  <a:moveTo>
                    <a:pt x="3261471" y="3109046"/>
                  </a:moveTo>
                  <a:lnTo>
                    <a:pt x="3476029" y="3109046"/>
                  </a:lnTo>
                  <a:lnTo>
                    <a:pt x="3476029" y="3330756"/>
                  </a:lnTo>
                  <a:lnTo>
                    <a:pt x="3261471" y="3330756"/>
                  </a:lnTo>
                  <a:close/>
                  <a:moveTo>
                    <a:pt x="1423121" y="3108767"/>
                  </a:moveTo>
                  <a:lnTo>
                    <a:pt x="1637999" y="3108767"/>
                  </a:lnTo>
                  <a:lnTo>
                    <a:pt x="1637999" y="3331105"/>
                  </a:lnTo>
                  <a:lnTo>
                    <a:pt x="1423121" y="3331105"/>
                  </a:lnTo>
                  <a:close/>
                  <a:moveTo>
                    <a:pt x="2795404" y="3108690"/>
                  </a:moveTo>
                  <a:lnTo>
                    <a:pt x="3019834" y="3108690"/>
                  </a:lnTo>
                  <a:lnTo>
                    <a:pt x="3019834" y="3331133"/>
                  </a:lnTo>
                  <a:lnTo>
                    <a:pt x="2795404" y="3331133"/>
                  </a:lnTo>
                  <a:close/>
                  <a:moveTo>
                    <a:pt x="5984315" y="2785184"/>
                  </a:moveTo>
                  <a:cubicBezTo>
                    <a:pt x="5984315" y="2827213"/>
                    <a:pt x="5984315" y="2858341"/>
                    <a:pt x="5984315" y="2896783"/>
                  </a:cubicBezTo>
                  <a:cubicBezTo>
                    <a:pt x="6026394" y="2896783"/>
                    <a:pt x="6065240" y="2896783"/>
                    <a:pt x="6108822" y="2896783"/>
                  </a:cubicBezTo>
                  <a:cubicBezTo>
                    <a:pt x="6239813" y="2896783"/>
                    <a:pt x="6366066" y="2896783"/>
                    <a:pt x="6495333" y="2896783"/>
                  </a:cubicBezTo>
                  <a:cubicBezTo>
                    <a:pt x="6495333" y="3042533"/>
                    <a:pt x="6495333" y="3184244"/>
                    <a:pt x="6495333" y="3331778"/>
                  </a:cubicBezTo>
                  <a:cubicBezTo>
                    <a:pt x="6328117" y="3331778"/>
                    <a:pt x="6159899" y="3331778"/>
                    <a:pt x="5986679" y="3331778"/>
                  </a:cubicBezTo>
                  <a:cubicBezTo>
                    <a:pt x="5986679" y="3369633"/>
                    <a:pt x="5986679" y="3401957"/>
                    <a:pt x="5986679" y="3444046"/>
                  </a:cubicBezTo>
                  <a:cubicBezTo>
                    <a:pt x="5793776" y="3332583"/>
                    <a:pt x="5608933" y="3225779"/>
                    <a:pt x="5414797" y="3113604"/>
                  </a:cubicBezTo>
                  <a:cubicBezTo>
                    <a:pt x="5607451" y="3002508"/>
                    <a:pt x="5792239" y="2895948"/>
                    <a:pt x="5984315" y="2785184"/>
                  </a:cubicBezTo>
                  <a:close/>
                  <a:moveTo>
                    <a:pt x="2339296" y="2681104"/>
                  </a:moveTo>
                  <a:lnTo>
                    <a:pt x="2563629" y="2681104"/>
                  </a:lnTo>
                  <a:lnTo>
                    <a:pt x="2563629" y="2903348"/>
                  </a:lnTo>
                  <a:lnTo>
                    <a:pt x="2339296" y="2903348"/>
                  </a:lnTo>
                  <a:close/>
                  <a:moveTo>
                    <a:pt x="3716089" y="2680840"/>
                  </a:moveTo>
                  <a:lnTo>
                    <a:pt x="3928780" y="2680840"/>
                  </a:lnTo>
                  <a:lnTo>
                    <a:pt x="3928780" y="2906288"/>
                  </a:lnTo>
                  <a:lnTo>
                    <a:pt x="3716089" y="2906288"/>
                  </a:lnTo>
                  <a:close/>
                  <a:moveTo>
                    <a:pt x="1882191" y="2678181"/>
                  </a:moveTo>
                  <a:lnTo>
                    <a:pt x="2104530" y="2678181"/>
                  </a:lnTo>
                  <a:lnTo>
                    <a:pt x="2104530" y="2902565"/>
                  </a:lnTo>
                  <a:lnTo>
                    <a:pt x="1882191" y="2902565"/>
                  </a:lnTo>
                  <a:close/>
                  <a:moveTo>
                    <a:pt x="2794698" y="2678179"/>
                  </a:moveTo>
                  <a:lnTo>
                    <a:pt x="3016854" y="2678179"/>
                  </a:lnTo>
                  <a:lnTo>
                    <a:pt x="3016854" y="2902468"/>
                  </a:lnTo>
                  <a:lnTo>
                    <a:pt x="2794698" y="2902468"/>
                  </a:lnTo>
                  <a:close/>
                  <a:moveTo>
                    <a:pt x="1426063" y="2678179"/>
                  </a:moveTo>
                  <a:lnTo>
                    <a:pt x="1638763" y="2678179"/>
                  </a:lnTo>
                  <a:lnTo>
                    <a:pt x="1638763" y="2902495"/>
                  </a:lnTo>
                  <a:lnTo>
                    <a:pt x="1426063" y="2902495"/>
                  </a:lnTo>
                  <a:close/>
                  <a:moveTo>
                    <a:pt x="969906" y="2678179"/>
                  </a:moveTo>
                  <a:lnTo>
                    <a:pt x="1182500" y="2678179"/>
                  </a:lnTo>
                  <a:lnTo>
                    <a:pt x="1182500" y="2902438"/>
                  </a:lnTo>
                  <a:lnTo>
                    <a:pt x="969906" y="2902438"/>
                  </a:lnTo>
                  <a:close/>
                  <a:moveTo>
                    <a:pt x="3260426" y="2678178"/>
                  </a:moveTo>
                  <a:lnTo>
                    <a:pt x="3473020" y="2678178"/>
                  </a:lnTo>
                  <a:lnTo>
                    <a:pt x="3473020" y="2902436"/>
                  </a:lnTo>
                  <a:lnTo>
                    <a:pt x="3260426" y="2902436"/>
                  </a:lnTo>
                  <a:close/>
                  <a:moveTo>
                    <a:pt x="1269027" y="7491"/>
                  </a:moveTo>
                  <a:cubicBezTo>
                    <a:pt x="1387918" y="7491"/>
                    <a:pt x="1502730" y="7491"/>
                    <a:pt x="1622222" y="7491"/>
                  </a:cubicBezTo>
                  <a:cubicBezTo>
                    <a:pt x="1651944" y="7491"/>
                    <a:pt x="1676984" y="7491"/>
                    <a:pt x="1706314" y="7491"/>
                  </a:cubicBezTo>
                  <a:cubicBezTo>
                    <a:pt x="1706314" y="178509"/>
                    <a:pt x="1706314" y="345685"/>
                    <a:pt x="1706314" y="518058"/>
                  </a:cubicBezTo>
                  <a:cubicBezTo>
                    <a:pt x="1742749" y="518058"/>
                    <a:pt x="1775098" y="518058"/>
                    <a:pt x="1822006" y="518058"/>
                  </a:cubicBezTo>
                  <a:cubicBezTo>
                    <a:pt x="1708305" y="715721"/>
                    <a:pt x="1600444" y="903227"/>
                    <a:pt x="1489650" y="1095839"/>
                  </a:cubicBezTo>
                  <a:cubicBezTo>
                    <a:pt x="1378857" y="903867"/>
                    <a:pt x="1271210" y="717345"/>
                    <a:pt x="1158702" y="522399"/>
                  </a:cubicBezTo>
                  <a:cubicBezTo>
                    <a:pt x="1200629" y="522399"/>
                    <a:pt x="1232752" y="522399"/>
                    <a:pt x="1269027" y="522399"/>
                  </a:cubicBezTo>
                  <a:cubicBezTo>
                    <a:pt x="1269027" y="349875"/>
                    <a:pt x="1269027" y="182647"/>
                    <a:pt x="1269027" y="7491"/>
                  </a:cubicBezTo>
                  <a:close/>
                  <a:moveTo>
                    <a:pt x="3410002" y="0"/>
                  </a:moveTo>
                  <a:cubicBezTo>
                    <a:pt x="3513628" y="181610"/>
                    <a:pt x="3614174" y="357825"/>
                    <a:pt x="3716907" y="537001"/>
                  </a:cubicBezTo>
                  <a:cubicBezTo>
                    <a:pt x="3723485" y="546081"/>
                    <a:pt x="3727877" y="552202"/>
                    <a:pt x="3737264" y="565284"/>
                  </a:cubicBezTo>
                  <a:cubicBezTo>
                    <a:pt x="3699084" y="565284"/>
                    <a:pt x="3667186" y="565284"/>
                    <a:pt x="3629573" y="565284"/>
                  </a:cubicBezTo>
                  <a:cubicBezTo>
                    <a:pt x="3629573" y="742208"/>
                    <a:pt x="3629573" y="913693"/>
                    <a:pt x="3629573" y="1088028"/>
                  </a:cubicBezTo>
                  <a:cubicBezTo>
                    <a:pt x="3482086" y="1088028"/>
                    <a:pt x="3340341" y="1088028"/>
                    <a:pt x="3192727" y="1088028"/>
                  </a:cubicBezTo>
                  <a:cubicBezTo>
                    <a:pt x="3192727" y="917149"/>
                    <a:pt x="3192727" y="745719"/>
                    <a:pt x="3192727" y="569221"/>
                  </a:cubicBezTo>
                  <a:cubicBezTo>
                    <a:pt x="3154862" y="569221"/>
                    <a:pt x="3122571" y="569221"/>
                    <a:pt x="3081463" y="569221"/>
                  </a:cubicBezTo>
                  <a:cubicBezTo>
                    <a:pt x="3192212" y="377339"/>
                    <a:pt x="3298504" y="193180"/>
                    <a:pt x="3410002"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16" name="Group 115">
            <a:extLst>
              <a:ext uri="{FF2B5EF4-FFF2-40B4-BE49-F238E27FC236}">
                <a16:creationId xmlns:a16="http://schemas.microsoft.com/office/drawing/2014/main" id="{8E182A95-45A8-C3B3-3277-F31D918A4CF0}"/>
              </a:ext>
              <a:ext uri="{C183D7F6-B498-43B3-948B-1728B52AA6E4}">
                <adec:decorative xmlns:adec="http://schemas.microsoft.com/office/drawing/2017/decorative" val="1"/>
              </a:ext>
            </a:extLst>
          </p:cNvPr>
          <p:cNvGrpSpPr>
            <a:grpSpLocks noChangeAspect="1"/>
          </p:cNvGrpSpPr>
          <p:nvPr/>
        </p:nvGrpSpPr>
        <p:grpSpPr>
          <a:xfrm>
            <a:off x="5791090" y="1517247"/>
            <a:ext cx="407773" cy="457200"/>
            <a:chOff x="5791090" y="1517247"/>
            <a:chExt cx="407773" cy="457200"/>
          </a:xfrm>
          <a:solidFill>
            <a:schemeClr val="accent2"/>
          </a:solidFill>
        </p:grpSpPr>
        <p:sp>
          <p:nvSpPr>
            <p:cNvPr id="753" name="Freeform: Shape 752">
              <a:extLst>
                <a:ext uri="{FF2B5EF4-FFF2-40B4-BE49-F238E27FC236}">
                  <a16:creationId xmlns:a16="http://schemas.microsoft.com/office/drawing/2014/main" id="{FC689E97-3A7D-4B5F-E860-AA65E3CE3DD4}"/>
                </a:ext>
                <a:ext uri="{C183D7F6-B498-43B3-948B-1728B52AA6E4}">
                  <adec:decorative xmlns:adec="http://schemas.microsoft.com/office/drawing/2017/decorative" val="1"/>
                </a:ext>
              </a:extLst>
            </p:cNvPr>
            <p:cNvSpPr/>
            <p:nvPr/>
          </p:nvSpPr>
          <p:spPr>
            <a:xfrm>
              <a:off x="5791090" y="1517247"/>
              <a:ext cx="403107" cy="457200"/>
            </a:xfrm>
            <a:custGeom>
              <a:avLst/>
              <a:gdLst>
                <a:gd name="connsiteX0" fmla="*/ 4525193 w 6046607"/>
                <a:gd name="connsiteY0" fmla="*/ 5101379 h 6857999"/>
                <a:gd name="connsiteX1" fmla="*/ 5269816 w 6046607"/>
                <a:gd name="connsiteY1" fmla="*/ 5271351 h 6857999"/>
                <a:gd name="connsiteX2" fmla="*/ 5669924 w 6046607"/>
                <a:gd name="connsiteY2" fmla="*/ 5533746 h 6857999"/>
                <a:gd name="connsiteX3" fmla="*/ 6026768 w 6046607"/>
                <a:gd name="connsiteY3" fmla="*/ 5959854 h 6857999"/>
                <a:gd name="connsiteX4" fmla="*/ 6046607 w 6046607"/>
                <a:gd name="connsiteY4" fmla="*/ 6009679 h 6857999"/>
                <a:gd name="connsiteX5" fmla="*/ 5530959 w 6046607"/>
                <a:gd name="connsiteY5" fmla="*/ 6009679 h 6857999"/>
                <a:gd name="connsiteX6" fmla="*/ 5408976 w 6046607"/>
                <a:gd name="connsiteY6" fmla="*/ 5841572 h 6857999"/>
                <a:gd name="connsiteX7" fmla="*/ 5000656 w 6046607"/>
                <a:gd name="connsiteY7" fmla="*/ 5594844 h 6857999"/>
                <a:gd name="connsiteX8" fmla="*/ 4590899 w 6046607"/>
                <a:gd name="connsiteY8" fmla="*/ 5507844 h 6857999"/>
                <a:gd name="connsiteX9" fmla="*/ 3985916 w 6046607"/>
                <a:gd name="connsiteY9" fmla="*/ 5617098 h 6857999"/>
                <a:gd name="connsiteX10" fmla="*/ 3508882 w 6046607"/>
                <a:gd name="connsiteY10" fmla="*/ 5964035 h 6857999"/>
                <a:gd name="connsiteX11" fmla="*/ 3199644 w 6046607"/>
                <a:gd name="connsiteY11" fmla="*/ 6596394 h 6857999"/>
                <a:gd name="connsiteX12" fmla="*/ 3164190 w 6046607"/>
                <a:gd name="connsiteY12" fmla="*/ 6857999 h 6857999"/>
                <a:gd name="connsiteX13" fmla="*/ 2766212 w 6046607"/>
                <a:gd name="connsiteY13" fmla="*/ 6857999 h 6857999"/>
                <a:gd name="connsiteX14" fmla="*/ 2790605 w 6046607"/>
                <a:gd name="connsiteY14" fmla="*/ 6614733 h 6857999"/>
                <a:gd name="connsiteX15" fmla="*/ 2869031 w 6046607"/>
                <a:gd name="connsiteY15" fmla="*/ 6277072 h 6857999"/>
                <a:gd name="connsiteX16" fmla="*/ 3150698 w 6046607"/>
                <a:gd name="connsiteY16" fmla="*/ 5762916 h 6857999"/>
                <a:gd name="connsiteX17" fmla="*/ 3821901 w 6046607"/>
                <a:gd name="connsiteY17" fmla="*/ 5247410 h 6857999"/>
                <a:gd name="connsiteX18" fmla="*/ 4247858 w 6046607"/>
                <a:gd name="connsiteY18" fmla="*/ 5126199 h 6857999"/>
                <a:gd name="connsiteX19" fmla="*/ 4525193 w 6046607"/>
                <a:gd name="connsiteY19" fmla="*/ 5101379 h 6857999"/>
                <a:gd name="connsiteX20" fmla="*/ 4491059 w 6046607"/>
                <a:gd name="connsiteY20" fmla="*/ 3053952 h 6857999"/>
                <a:gd name="connsiteX21" fmla="*/ 4332543 w 6046607"/>
                <a:gd name="connsiteY21" fmla="*/ 3078634 h 6857999"/>
                <a:gd name="connsiteX22" fmla="*/ 3908750 w 6046607"/>
                <a:gd name="connsiteY22" fmla="*/ 3379347 h 6857999"/>
                <a:gd name="connsiteX23" fmla="*/ 3782432 w 6046607"/>
                <a:gd name="connsiteY23" fmla="*/ 3866247 h 6857999"/>
                <a:gd name="connsiteX24" fmla="*/ 3904940 w 6046607"/>
                <a:gd name="connsiteY24" fmla="*/ 4207174 h 6857999"/>
                <a:gd name="connsiteX25" fmla="*/ 4050947 w 6046607"/>
                <a:gd name="connsiteY25" fmla="*/ 4367144 h 6857999"/>
                <a:gd name="connsiteX26" fmla="*/ 4642909 w 6046607"/>
                <a:gd name="connsiteY26" fmla="*/ 4530921 h 6857999"/>
                <a:gd name="connsiteX27" fmla="*/ 5097788 w 6046607"/>
                <a:gd name="connsiteY27" fmla="*/ 4261472 h 6857999"/>
                <a:gd name="connsiteX28" fmla="*/ 5255100 w 6046607"/>
                <a:gd name="connsiteY28" fmla="*/ 3683132 h 6857999"/>
                <a:gd name="connsiteX29" fmla="*/ 4933503 w 6046607"/>
                <a:gd name="connsiteY29" fmla="*/ 3182561 h 6857999"/>
                <a:gd name="connsiteX30" fmla="*/ 4491059 w 6046607"/>
                <a:gd name="connsiteY30" fmla="*/ 3053952 h 6857999"/>
                <a:gd name="connsiteX31" fmla="*/ 4536731 w 6046607"/>
                <a:gd name="connsiteY31" fmla="*/ 2651964 h 6857999"/>
                <a:gd name="connsiteX32" fmla="*/ 5245177 w 6046607"/>
                <a:gd name="connsiteY32" fmla="*/ 2911787 h 6857999"/>
                <a:gd name="connsiteX33" fmla="*/ 5646553 w 6046607"/>
                <a:gd name="connsiteY33" fmla="*/ 3581734 h 6857999"/>
                <a:gd name="connsiteX34" fmla="*/ 5571057 w 6046607"/>
                <a:gd name="connsiteY34" fmla="*/ 4254845 h 6857999"/>
                <a:gd name="connsiteX35" fmla="*/ 5328316 w 6046607"/>
                <a:gd name="connsiteY35" fmla="*/ 4611712 h 6857999"/>
                <a:gd name="connsiteX36" fmla="*/ 4714415 w 6046607"/>
                <a:gd name="connsiteY36" fmla="*/ 4925833 h 6857999"/>
                <a:gd name="connsiteX37" fmla="*/ 4334417 w 6046607"/>
                <a:gd name="connsiteY37" fmla="*/ 4925533 h 6857999"/>
                <a:gd name="connsiteX38" fmla="*/ 4308820 w 6046607"/>
                <a:gd name="connsiteY38" fmla="*/ 4925025 h 6857999"/>
                <a:gd name="connsiteX39" fmla="*/ 4003051 w 6046607"/>
                <a:gd name="connsiteY39" fmla="*/ 4818650 h 6857999"/>
                <a:gd name="connsiteX40" fmla="*/ 3401995 w 6046607"/>
                <a:gd name="connsiteY40" fmla="*/ 4043171 h 6857999"/>
                <a:gd name="connsiteX41" fmla="*/ 3375758 w 6046607"/>
                <a:gd name="connsiteY41" fmla="*/ 3762086 h 6857999"/>
                <a:gd name="connsiteX42" fmla="*/ 3641552 w 6046607"/>
                <a:gd name="connsiteY42" fmla="*/ 3064867 h 6857999"/>
                <a:gd name="connsiteX43" fmla="*/ 4277525 w 6046607"/>
                <a:gd name="connsiteY43" fmla="*/ 2678995 h 6857999"/>
                <a:gd name="connsiteX44" fmla="*/ 4536731 w 6046607"/>
                <a:gd name="connsiteY44" fmla="*/ 2651964 h 6857999"/>
                <a:gd name="connsiteX45" fmla="*/ 203251 w 6046607"/>
                <a:gd name="connsiteY45" fmla="*/ 203151 h 6857999"/>
                <a:gd name="connsiteX46" fmla="*/ 200834 w 6046607"/>
                <a:gd name="connsiteY46" fmla="*/ 214025 h 6857999"/>
                <a:gd name="connsiteX47" fmla="*/ 201162 w 6046607"/>
                <a:gd name="connsiteY47" fmla="*/ 2493113 h 6857999"/>
                <a:gd name="connsiteX48" fmla="*/ 216919 w 6046607"/>
                <a:gd name="connsiteY48" fmla="*/ 2530016 h 6857999"/>
                <a:gd name="connsiteX49" fmla="*/ 417454 w 6046607"/>
                <a:gd name="connsiteY49" fmla="*/ 2740158 h 6857999"/>
                <a:gd name="connsiteX50" fmla="*/ 786516 w 6046607"/>
                <a:gd name="connsiteY50" fmla="*/ 3110593 h 6857999"/>
                <a:gd name="connsiteX51" fmla="*/ 854240 w 6046607"/>
                <a:gd name="connsiteY51" fmla="*/ 3138795 h 6857999"/>
                <a:gd name="connsiteX52" fmla="*/ 3089757 w 6046607"/>
                <a:gd name="connsiteY52" fmla="*/ 3138217 h 6857999"/>
                <a:gd name="connsiteX53" fmla="*/ 3134640 w 6046607"/>
                <a:gd name="connsiteY53" fmla="*/ 3138217 h 6857999"/>
                <a:gd name="connsiteX54" fmla="*/ 3137911 w 6046607"/>
                <a:gd name="connsiteY54" fmla="*/ 3124909 h 6857999"/>
                <a:gd name="connsiteX55" fmla="*/ 3138283 w 6046607"/>
                <a:gd name="connsiteY55" fmla="*/ 2148784 h 6857999"/>
                <a:gd name="connsiteX56" fmla="*/ 3138283 w 6046607"/>
                <a:gd name="connsiteY56" fmla="*/ 203151 h 6857999"/>
                <a:gd name="connsiteX57" fmla="*/ 203251 w 6046607"/>
                <a:gd name="connsiteY57" fmla="*/ 203151 h 6857999"/>
                <a:gd name="connsiteX58" fmla="*/ 3333110 w 6046607"/>
                <a:gd name="connsiteY58" fmla="*/ 167 h 6857999"/>
                <a:gd name="connsiteX59" fmla="*/ 3345267 w 6046607"/>
                <a:gd name="connsiteY59" fmla="*/ 2170 h 6857999"/>
                <a:gd name="connsiteX60" fmla="*/ 3347407 w 6046607"/>
                <a:gd name="connsiteY60" fmla="*/ 38657 h 6857999"/>
                <a:gd name="connsiteX61" fmla="*/ 3347443 w 6046607"/>
                <a:gd name="connsiteY61" fmla="*/ 3141999 h 6857999"/>
                <a:gd name="connsiteX62" fmla="*/ 3138233 w 6046607"/>
                <a:gd name="connsiteY62" fmla="*/ 3347412 h 6857999"/>
                <a:gd name="connsiteX63" fmla="*/ 1342484 w 6046607"/>
                <a:gd name="connsiteY63" fmla="*/ 3347437 h 6857999"/>
                <a:gd name="connsiteX64" fmla="*/ 762799 w 6046607"/>
                <a:gd name="connsiteY64" fmla="*/ 3346337 h 6857999"/>
                <a:gd name="connsiteX65" fmla="*/ 703826 w 6046607"/>
                <a:gd name="connsiteY65" fmla="*/ 3321563 h 6857999"/>
                <a:gd name="connsiteX66" fmla="*/ 348725 w 6046607"/>
                <a:gd name="connsiteY66" fmla="*/ 2967857 h 6857999"/>
                <a:gd name="connsiteX67" fmla="*/ 18644 w 6046607"/>
                <a:gd name="connsiteY67" fmla="*/ 2628265 h 6857999"/>
                <a:gd name="connsiteX68" fmla="*/ 748 w 6046607"/>
                <a:gd name="connsiteY68" fmla="*/ 2583536 h 6857999"/>
                <a:gd name="connsiteX69" fmla="*/ 140 w 6046607"/>
                <a:gd name="connsiteY69" fmla="*/ 173216 h 6857999"/>
                <a:gd name="connsiteX70" fmla="*/ 168754 w 6046607"/>
                <a:gd name="connsiteY70" fmla="*/ 224 h 6857999"/>
                <a:gd name="connsiteX71" fmla="*/ 3333110 w 6046607"/>
                <a:gd name="connsiteY71" fmla="*/ 16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046607" h="6857999">
                  <a:moveTo>
                    <a:pt x="4525193" y="5101379"/>
                  </a:moveTo>
                  <a:cubicBezTo>
                    <a:pt x="4784136" y="5107442"/>
                    <a:pt x="5034361" y="5155474"/>
                    <a:pt x="5269816" y="5271351"/>
                  </a:cubicBezTo>
                  <a:cubicBezTo>
                    <a:pt x="5414594" y="5342595"/>
                    <a:pt x="5547665" y="5428513"/>
                    <a:pt x="5669924" y="5533746"/>
                  </a:cubicBezTo>
                  <a:cubicBezTo>
                    <a:pt x="5816230" y="5659662"/>
                    <a:pt x="5934112" y="5802275"/>
                    <a:pt x="6026768" y="5959854"/>
                  </a:cubicBezTo>
                  <a:lnTo>
                    <a:pt x="6046607" y="6009679"/>
                  </a:lnTo>
                  <a:lnTo>
                    <a:pt x="5530959" y="6009679"/>
                  </a:lnTo>
                  <a:lnTo>
                    <a:pt x="5408976" y="5841572"/>
                  </a:lnTo>
                  <a:cubicBezTo>
                    <a:pt x="5288634" y="5734422"/>
                    <a:pt x="5152545" y="5652090"/>
                    <a:pt x="5000656" y="5594844"/>
                  </a:cubicBezTo>
                  <a:cubicBezTo>
                    <a:pt x="4867958" y="5544824"/>
                    <a:pt x="4732704" y="5517013"/>
                    <a:pt x="4590899" y="5507844"/>
                  </a:cubicBezTo>
                  <a:cubicBezTo>
                    <a:pt x="4379038" y="5494156"/>
                    <a:pt x="4179410" y="5536347"/>
                    <a:pt x="3985916" y="5617098"/>
                  </a:cubicBezTo>
                  <a:cubicBezTo>
                    <a:pt x="3799558" y="5694867"/>
                    <a:pt x="3641207" y="5813451"/>
                    <a:pt x="3508882" y="5964035"/>
                  </a:cubicBezTo>
                  <a:cubicBezTo>
                    <a:pt x="3349066" y="6145919"/>
                    <a:pt x="3241906" y="6356261"/>
                    <a:pt x="3199644" y="6596394"/>
                  </a:cubicBezTo>
                  <a:cubicBezTo>
                    <a:pt x="3184607" y="6681859"/>
                    <a:pt x="3176121" y="6768478"/>
                    <a:pt x="3164190" y="6857999"/>
                  </a:cubicBezTo>
                  <a:cubicBezTo>
                    <a:pt x="3039366" y="6857999"/>
                    <a:pt x="2908053" y="6857999"/>
                    <a:pt x="2766212" y="6857999"/>
                  </a:cubicBezTo>
                  <a:cubicBezTo>
                    <a:pt x="2773988" y="6775907"/>
                    <a:pt x="2776012" y="6694162"/>
                    <a:pt x="2790605" y="6614733"/>
                  </a:cubicBezTo>
                  <a:cubicBezTo>
                    <a:pt x="2811483" y="6501156"/>
                    <a:pt x="2835557" y="6387454"/>
                    <a:pt x="2869031" y="6277072"/>
                  </a:cubicBezTo>
                  <a:cubicBezTo>
                    <a:pt x="2926721" y="6086827"/>
                    <a:pt x="3028723" y="5918897"/>
                    <a:pt x="3150698" y="5762916"/>
                  </a:cubicBezTo>
                  <a:cubicBezTo>
                    <a:pt x="3330114" y="5533453"/>
                    <a:pt x="3557144" y="5365728"/>
                    <a:pt x="3821901" y="5247410"/>
                  </a:cubicBezTo>
                  <a:cubicBezTo>
                    <a:pt x="3957999" y="5186587"/>
                    <a:pt x="4099768" y="5144316"/>
                    <a:pt x="4247858" y="5126199"/>
                  </a:cubicBezTo>
                  <a:cubicBezTo>
                    <a:pt x="4340016" y="5114934"/>
                    <a:pt x="4432964" y="5099213"/>
                    <a:pt x="4525193" y="5101379"/>
                  </a:cubicBezTo>
                  <a:close/>
                  <a:moveTo>
                    <a:pt x="4491059" y="3053952"/>
                  </a:moveTo>
                  <a:cubicBezTo>
                    <a:pt x="4439018" y="3056417"/>
                    <a:pt x="4386139" y="3064600"/>
                    <a:pt x="4332543" y="3078634"/>
                  </a:cubicBezTo>
                  <a:cubicBezTo>
                    <a:pt x="4155095" y="3125094"/>
                    <a:pt x="4010166" y="3228413"/>
                    <a:pt x="3908750" y="3379347"/>
                  </a:cubicBezTo>
                  <a:cubicBezTo>
                    <a:pt x="3811481" y="3524108"/>
                    <a:pt x="3759532" y="3685986"/>
                    <a:pt x="3782432" y="3866247"/>
                  </a:cubicBezTo>
                  <a:cubicBezTo>
                    <a:pt x="3797853" y="3987635"/>
                    <a:pt x="3828515" y="4101701"/>
                    <a:pt x="3904940" y="4207174"/>
                  </a:cubicBezTo>
                  <a:cubicBezTo>
                    <a:pt x="3953301" y="4260852"/>
                    <a:pt x="3996692" y="4320288"/>
                    <a:pt x="4050947" y="4367144"/>
                  </a:cubicBezTo>
                  <a:cubicBezTo>
                    <a:pt x="4221368" y="4514323"/>
                    <a:pt x="4422923" y="4569041"/>
                    <a:pt x="4642909" y="4530921"/>
                  </a:cubicBezTo>
                  <a:cubicBezTo>
                    <a:pt x="4825641" y="4499256"/>
                    <a:pt x="4980171" y="4410885"/>
                    <a:pt x="5097788" y="4261472"/>
                  </a:cubicBezTo>
                  <a:cubicBezTo>
                    <a:pt x="5232752" y="4090021"/>
                    <a:pt x="5289079" y="3897155"/>
                    <a:pt x="5255100" y="3683132"/>
                  </a:cubicBezTo>
                  <a:cubicBezTo>
                    <a:pt x="5221507" y="3471545"/>
                    <a:pt x="5112144" y="3301802"/>
                    <a:pt x="4933503" y="3182561"/>
                  </a:cubicBezTo>
                  <a:cubicBezTo>
                    <a:pt x="4795758" y="3090617"/>
                    <a:pt x="4647181" y="3046555"/>
                    <a:pt x="4491059" y="3053952"/>
                  </a:cubicBezTo>
                  <a:close/>
                  <a:moveTo>
                    <a:pt x="4536731" y="2651964"/>
                  </a:moveTo>
                  <a:cubicBezTo>
                    <a:pt x="4799799" y="2661482"/>
                    <a:pt x="5038539" y="2741246"/>
                    <a:pt x="5245177" y="2911787"/>
                  </a:cubicBezTo>
                  <a:cubicBezTo>
                    <a:pt x="5459195" y="3088416"/>
                    <a:pt x="5592812" y="3313076"/>
                    <a:pt x="5646553" y="3581734"/>
                  </a:cubicBezTo>
                  <a:cubicBezTo>
                    <a:pt x="5692561" y="3811726"/>
                    <a:pt x="5664082" y="4037441"/>
                    <a:pt x="5571057" y="4254845"/>
                  </a:cubicBezTo>
                  <a:cubicBezTo>
                    <a:pt x="5513135" y="4390213"/>
                    <a:pt x="5431996" y="4510014"/>
                    <a:pt x="5328316" y="4611712"/>
                  </a:cubicBezTo>
                  <a:cubicBezTo>
                    <a:pt x="5157433" y="4779327"/>
                    <a:pt x="4953264" y="4887093"/>
                    <a:pt x="4714415" y="4925833"/>
                  </a:cubicBezTo>
                  <a:cubicBezTo>
                    <a:pt x="4587349" y="4946441"/>
                    <a:pt x="4461094" y="4951168"/>
                    <a:pt x="4334417" y="4925533"/>
                  </a:cubicBezTo>
                  <a:cubicBezTo>
                    <a:pt x="4327432" y="4924119"/>
                    <a:pt x="4319925" y="4925275"/>
                    <a:pt x="4308820" y="4925025"/>
                  </a:cubicBezTo>
                  <a:cubicBezTo>
                    <a:pt x="4203971" y="4890132"/>
                    <a:pt x="4096962" y="4867088"/>
                    <a:pt x="4003051" y="4818650"/>
                  </a:cubicBezTo>
                  <a:cubicBezTo>
                    <a:pt x="3684433" y="4654315"/>
                    <a:pt x="3483319" y="4392106"/>
                    <a:pt x="3401995" y="4043171"/>
                  </a:cubicBezTo>
                  <a:cubicBezTo>
                    <a:pt x="3380789" y="3952186"/>
                    <a:pt x="3371495" y="3855359"/>
                    <a:pt x="3375758" y="3762086"/>
                  </a:cubicBezTo>
                  <a:cubicBezTo>
                    <a:pt x="3387643" y="3502021"/>
                    <a:pt x="3471112" y="3267536"/>
                    <a:pt x="3641552" y="3064867"/>
                  </a:cubicBezTo>
                  <a:cubicBezTo>
                    <a:pt x="3810951" y="2863439"/>
                    <a:pt x="4023567" y="2736358"/>
                    <a:pt x="4277525" y="2678995"/>
                  </a:cubicBezTo>
                  <a:cubicBezTo>
                    <a:pt x="4361829" y="2659953"/>
                    <a:pt x="4450632" y="2648849"/>
                    <a:pt x="4536731" y="2651964"/>
                  </a:cubicBezTo>
                  <a:close/>
                  <a:moveTo>
                    <a:pt x="203251" y="203151"/>
                  </a:moveTo>
                  <a:cubicBezTo>
                    <a:pt x="202006" y="208579"/>
                    <a:pt x="200834" y="211301"/>
                    <a:pt x="200834" y="214025"/>
                  </a:cubicBezTo>
                  <a:cubicBezTo>
                    <a:pt x="200668" y="973720"/>
                    <a:pt x="200508" y="1733418"/>
                    <a:pt x="201162" y="2493113"/>
                  </a:cubicBezTo>
                  <a:cubicBezTo>
                    <a:pt x="201173" y="2505562"/>
                    <a:pt x="208233" y="2520717"/>
                    <a:pt x="216919" y="2530016"/>
                  </a:cubicBezTo>
                  <a:cubicBezTo>
                    <a:pt x="283007" y="2600775"/>
                    <a:pt x="349398" y="2671299"/>
                    <a:pt x="417454" y="2740158"/>
                  </a:cubicBezTo>
                  <a:cubicBezTo>
                    <a:pt x="539979" y="2864126"/>
                    <a:pt x="664182" y="2986438"/>
                    <a:pt x="786516" y="3110593"/>
                  </a:cubicBezTo>
                  <a:cubicBezTo>
                    <a:pt x="806348" y="3130720"/>
                    <a:pt x="826001" y="3138822"/>
                    <a:pt x="854240" y="3138795"/>
                  </a:cubicBezTo>
                  <a:cubicBezTo>
                    <a:pt x="1599412" y="3138066"/>
                    <a:pt x="2344584" y="3138217"/>
                    <a:pt x="3089757" y="3138217"/>
                  </a:cubicBezTo>
                  <a:cubicBezTo>
                    <a:pt x="3105153" y="3138217"/>
                    <a:pt x="3120551" y="3138217"/>
                    <a:pt x="3134640" y="3138217"/>
                  </a:cubicBezTo>
                  <a:cubicBezTo>
                    <a:pt x="3136635" y="3130301"/>
                    <a:pt x="3137909" y="3127605"/>
                    <a:pt x="3137911" y="3124909"/>
                  </a:cubicBezTo>
                  <a:cubicBezTo>
                    <a:pt x="3138096" y="2802439"/>
                    <a:pt x="3138186" y="2479969"/>
                    <a:pt x="3138283" y="2148784"/>
                  </a:cubicBezTo>
                  <a:cubicBezTo>
                    <a:pt x="3138283" y="1500098"/>
                    <a:pt x="3138283" y="851412"/>
                    <a:pt x="3138283" y="203151"/>
                  </a:cubicBezTo>
                  <a:cubicBezTo>
                    <a:pt x="2156190" y="203151"/>
                    <a:pt x="1179447" y="203151"/>
                    <a:pt x="203251" y="203151"/>
                  </a:cubicBezTo>
                  <a:close/>
                  <a:moveTo>
                    <a:pt x="3333110" y="167"/>
                  </a:moveTo>
                  <a:cubicBezTo>
                    <a:pt x="3335907" y="167"/>
                    <a:pt x="3338703" y="1056"/>
                    <a:pt x="3345267" y="2170"/>
                  </a:cubicBezTo>
                  <a:cubicBezTo>
                    <a:pt x="3345977" y="13761"/>
                    <a:pt x="3347406" y="26208"/>
                    <a:pt x="3347407" y="38657"/>
                  </a:cubicBezTo>
                  <a:cubicBezTo>
                    <a:pt x="3347510" y="1073104"/>
                    <a:pt x="3347546" y="2107552"/>
                    <a:pt x="3347443" y="3141999"/>
                  </a:cubicBezTo>
                  <a:cubicBezTo>
                    <a:pt x="3347430" y="3259515"/>
                    <a:pt x="3257672" y="3347401"/>
                    <a:pt x="3138233" y="3347412"/>
                  </a:cubicBezTo>
                  <a:cubicBezTo>
                    <a:pt x="2541103" y="3347466"/>
                    <a:pt x="1943973" y="3347437"/>
                    <a:pt x="1342484" y="3347437"/>
                  </a:cubicBezTo>
                  <a:cubicBezTo>
                    <a:pt x="1146347" y="3347437"/>
                    <a:pt x="954560" y="3348174"/>
                    <a:pt x="762799" y="3346337"/>
                  </a:cubicBezTo>
                  <a:cubicBezTo>
                    <a:pt x="742814" y="3346146"/>
                    <a:pt x="718193" y="3335599"/>
                    <a:pt x="703826" y="3321563"/>
                  </a:cubicBezTo>
                  <a:cubicBezTo>
                    <a:pt x="584325" y="3204820"/>
                    <a:pt x="466148" y="3086700"/>
                    <a:pt x="348725" y="2967857"/>
                  </a:cubicBezTo>
                  <a:cubicBezTo>
                    <a:pt x="237775" y="2855565"/>
                    <a:pt x="127858" y="2742243"/>
                    <a:pt x="18644" y="2628265"/>
                  </a:cubicBezTo>
                  <a:cubicBezTo>
                    <a:pt x="8220" y="2617389"/>
                    <a:pt x="765" y="2598640"/>
                    <a:pt x="748" y="2583536"/>
                  </a:cubicBezTo>
                  <a:cubicBezTo>
                    <a:pt x="-103" y="1780097"/>
                    <a:pt x="-104" y="976656"/>
                    <a:pt x="140" y="173216"/>
                  </a:cubicBezTo>
                  <a:cubicBezTo>
                    <a:pt x="166" y="87844"/>
                    <a:pt x="84498" y="256"/>
                    <a:pt x="168754" y="224"/>
                  </a:cubicBezTo>
                  <a:cubicBezTo>
                    <a:pt x="1223538" y="-168"/>
                    <a:pt x="2278324" y="47"/>
                    <a:pt x="3333110" y="167"/>
                  </a:cubicBezTo>
                  <a:close/>
                </a:path>
              </a:pathLst>
            </a:custGeom>
            <a:grpFill/>
            <a:ln w="6350" cap="flat">
              <a:noFill/>
              <a:prstDash val="solid"/>
              <a:miter/>
            </a:ln>
          </p:spPr>
          <p:txBody>
            <a:bodyPr wrap="square" rtlCol="0" anchor="ctr">
              <a:noAutofit/>
            </a:bodyPr>
            <a:lstStyle/>
            <a:p>
              <a:endParaRPr lang="en-US"/>
            </a:p>
          </p:txBody>
        </p:sp>
        <p:sp>
          <p:nvSpPr>
            <p:cNvPr id="754" name="Freeform: Shape 753">
              <a:extLst>
                <a:ext uri="{FF2B5EF4-FFF2-40B4-BE49-F238E27FC236}">
                  <a16:creationId xmlns:a16="http://schemas.microsoft.com/office/drawing/2014/main" id="{BF19C765-2837-7E4B-4D70-BD5CD7D67CBA}"/>
                </a:ext>
                <a:ext uri="{C183D7F6-B498-43B3-948B-1728B52AA6E4}">
                  <adec:decorative xmlns:adec="http://schemas.microsoft.com/office/drawing/2017/decorative" val="1"/>
                </a:ext>
              </a:extLst>
            </p:cNvPr>
            <p:cNvSpPr/>
            <p:nvPr/>
          </p:nvSpPr>
          <p:spPr>
            <a:xfrm>
              <a:off x="5817242" y="1543551"/>
              <a:ext cx="381621" cy="430896"/>
            </a:xfrm>
            <a:custGeom>
              <a:avLst/>
              <a:gdLst>
                <a:gd name="connsiteX0" fmla="*/ 5136665 w 5724321"/>
                <a:gd name="connsiteY0" fmla="*/ 5873438 h 6463437"/>
                <a:gd name="connsiteX1" fmla="*/ 5724321 w 5724321"/>
                <a:gd name="connsiteY1" fmla="*/ 5873438 h 6463437"/>
                <a:gd name="connsiteX2" fmla="*/ 5724321 w 5724321"/>
                <a:gd name="connsiteY2" fmla="*/ 6463437 h 6463437"/>
                <a:gd name="connsiteX3" fmla="*/ 5136665 w 5724321"/>
                <a:gd name="connsiteY3" fmla="*/ 6463437 h 6463437"/>
                <a:gd name="connsiteX4" fmla="*/ 2356011 w 5724321"/>
                <a:gd name="connsiteY4" fmla="*/ 2354405 h 6463437"/>
                <a:gd name="connsiteX5" fmla="*/ 2559137 w 5724321"/>
                <a:gd name="connsiteY5" fmla="*/ 2354405 h 6463437"/>
                <a:gd name="connsiteX6" fmla="*/ 2559137 w 5724321"/>
                <a:gd name="connsiteY6" fmla="*/ 2551866 h 6463437"/>
                <a:gd name="connsiteX7" fmla="*/ 2356011 w 5724321"/>
                <a:gd name="connsiteY7" fmla="*/ 2551866 h 6463437"/>
                <a:gd name="connsiteX8" fmla="*/ 394578 w 5724321"/>
                <a:gd name="connsiteY8" fmla="*/ 2354405 h 6463437"/>
                <a:gd name="connsiteX9" fmla="*/ 597704 w 5724321"/>
                <a:gd name="connsiteY9" fmla="*/ 2354405 h 6463437"/>
                <a:gd name="connsiteX10" fmla="*/ 597704 w 5724321"/>
                <a:gd name="connsiteY10" fmla="*/ 2551866 h 6463437"/>
                <a:gd name="connsiteX11" fmla="*/ 394578 w 5724321"/>
                <a:gd name="connsiteY11" fmla="*/ 2551866 h 6463437"/>
                <a:gd name="connsiteX12" fmla="*/ 1569144 w 5724321"/>
                <a:gd name="connsiteY12" fmla="*/ 2354182 h 6463437"/>
                <a:gd name="connsiteX13" fmla="*/ 1766074 w 5724321"/>
                <a:gd name="connsiteY13" fmla="*/ 2354182 h 6463437"/>
                <a:gd name="connsiteX14" fmla="*/ 1766074 w 5724321"/>
                <a:gd name="connsiteY14" fmla="*/ 2549078 h 6463437"/>
                <a:gd name="connsiteX15" fmla="*/ 1569144 w 5724321"/>
                <a:gd name="connsiteY15" fmla="*/ 2549078 h 6463437"/>
                <a:gd name="connsiteX16" fmla="*/ 1180291 w 5724321"/>
                <a:gd name="connsiteY16" fmla="*/ 2353994 h 6463437"/>
                <a:gd name="connsiteX17" fmla="*/ 1376502 w 5724321"/>
                <a:gd name="connsiteY17" fmla="*/ 2353994 h 6463437"/>
                <a:gd name="connsiteX18" fmla="*/ 1376502 w 5724321"/>
                <a:gd name="connsiteY18" fmla="*/ 2551793 h 6463437"/>
                <a:gd name="connsiteX19" fmla="*/ 1180291 w 5724321"/>
                <a:gd name="connsiteY19" fmla="*/ 2551793 h 6463437"/>
                <a:gd name="connsiteX20" fmla="*/ 1961503 w 5724321"/>
                <a:gd name="connsiteY20" fmla="*/ 2351421 h 6463437"/>
                <a:gd name="connsiteX21" fmla="*/ 2159072 w 5724321"/>
                <a:gd name="connsiteY21" fmla="*/ 2351421 h 6463437"/>
                <a:gd name="connsiteX22" fmla="*/ 2159072 w 5724321"/>
                <a:gd name="connsiteY22" fmla="*/ 2548288 h 6463437"/>
                <a:gd name="connsiteX23" fmla="*/ 1961503 w 5724321"/>
                <a:gd name="connsiteY23" fmla="*/ 2548288 h 6463437"/>
                <a:gd name="connsiteX24" fmla="*/ 787089 w 5724321"/>
                <a:gd name="connsiteY24" fmla="*/ 2351368 h 6463437"/>
                <a:gd name="connsiteX25" fmla="*/ 982519 w 5724321"/>
                <a:gd name="connsiteY25" fmla="*/ 2351368 h 6463437"/>
                <a:gd name="connsiteX26" fmla="*/ 982519 w 5724321"/>
                <a:gd name="connsiteY26" fmla="*/ 2548563 h 6463437"/>
                <a:gd name="connsiteX27" fmla="*/ 787089 w 5724321"/>
                <a:gd name="connsiteY27" fmla="*/ 2548563 h 6463437"/>
                <a:gd name="connsiteX28" fmla="*/ 2356153 w 5724321"/>
                <a:gd name="connsiteY28" fmla="*/ 1962257 h 6463437"/>
                <a:gd name="connsiteX29" fmla="*/ 2562936 w 5724321"/>
                <a:gd name="connsiteY29" fmla="*/ 1962257 h 6463437"/>
                <a:gd name="connsiteX30" fmla="*/ 2562936 w 5724321"/>
                <a:gd name="connsiteY30" fmla="*/ 2157342 h 6463437"/>
                <a:gd name="connsiteX31" fmla="*/ 2356153 w 5724321"/>
                <a:gd name="connsiteY31" fmla="*/ 2157342 h 6463437"/>
                <a:gd name="connsiteX32" fmla="*/ 788349 w 5724321"/>
                <a:gd name="connsiteY32" fmla="*/ 1962060 h 6463437"/>
                <a:gd name="connsiteX33" fmla="*/ 985075 w 5724321"/>
                <a:gd name="connsiteY33" fmla="*/ 1962060 h 6463437"/>
                <a:gd name="connsiteX34" fmla="*/ 985075 w 5724321"/>
                <a:gd name="connsiteY34" fmla="*/ 2156558 h 6463437"/>
                <a:gd name="connsiteX35" fmla="*/ 788349 w 5724321"/>
                <a:gd name="connsiteY35" fmla="*/ 2156558 h 6463437"/>
                <a:gd name="connsiteX36" fmla="*/ 1569144 w 5724321"/>
                <a:gd name="connsiteY36" fmla="*/ 1961893 h 6463437"/>
                <a:gd name="connsiteX37" fmla="*/ 1766074 w 5724321"/>
                <a:gd name="connsiteY37" fmla="*/ 1961893 h 6463437"/>
                <a:gd name="connsiteX38" fmla="*/ 1766074 w 5724321"/>
                <a:gd name="connsiteY38" fmla="*/ 2156790 h 6463437"/>
                <a:gd name="connsiteX39" fmla="*/ 1569144 w 5724321"/>
                <a:gd name="connsiteY39" fmla="*/ 2156790 h 6463437"/>
                <a:gd name="connsiteX40" fmla="*/ 1176856 w 5724321"/>
                <a:gd name="connsiteY40" fmla="*/ 1961475 h 6463437"/>
                <a:gd name="connsiteX41" fmla="*/ 1374212 w 5724321"/>
                <a:gd name="connsiteY41" fmla="*/ 1961475 h 6463437"/>
                <a:gd name="connsiteX42" fmla="*/ 1374212 w 5724321"/>
                <a:gd name="connsiteY42" fmla="*/ 2157224 h 6463437"/>
                <a:gd name="connsiteX43" fmla="*/ 1176856 w 5724321"/>
                <a:gd name="connsiteY43" fmla="*/ 2157224 h 6463437"/>
                <a:gd name="connsiteX44" fmla="*/ 1965152 w 5724321"/>
                <a:gd name="connsiteY44" fmla="*/ 1959451 h 6463437"/>
                <a:gd name="connsiteX45" fmla="*/ 2165322 w 5724321"/>
                <a:gd name="connsiteY45" fmla="*/ 1959451 h 6463437"/>
                <a:gd name="connsiteX46" fmla="*/ 2165322 w 5724321"/>
                <a:gd name="connsiteY46" fmla="*/ 2156586 h 6463437"/>
                <a:gd name="connsiteX47" fmla="*/ 1965152 w 5724321"/>
                <a:gd name="connsiteY47" fmla="*/ 2156586 h 6463437"/>
                <a:gd name="connsiteX48" fmla="*/ 107 w 5724321"/>
                <a:gd name="connsiteY48" fmla="*/ 1959078 h 6463437"/>
                <a:gd name="connsiteX49" fmla="*/ 196788 w 5724321"/>
                <a:gd name="connsiteY49" fmla="*/ 1959078 h 6463437"/>
                <a:gd name="connsiteX50" fmla="*/ 196788 w 5724321"/>
                <a:gd name="connsiteY50" fmla="*/ 2156656 h 6463437"/>
                <a:gd name="connsiteX51" fmla="*/ 107 w 5724321"/>
                <a:gd name="connsiteY51" fmla="*/ 2156656 h 6463437"/>
                <a:gd name="connsiteX52" fmla="*/ 392288 w 5724321"/>
                <a:gd name="connsiteY52" fmla="*/ 1958954 h 6463437"/>
                <a:gd name="connsiteX53" fmla="*/ 598947 w 5724321"/>
                <a:gd name="connsiteY53" fmla="*/ 1958954 h 6463437"/>
                <a:gd name="connsiteX54" fmla="*/ 598947 w 5724321"/>
                <a:gd name="connsiteY54" fmla="*/ 2156285 h 6463437"/>
                <a:gd name="connsiteX55" fmla="*/ 392288 w 5724321"/>
                <a:gd name="connsiteY55" fmla="*/ 2156285 h 6463437"/>
                <a:gd name="connsiteX56" fmla="*/ 394614 w 5724321"/>
                <a:gd name="connsiteY56" fmla="*/ 1569863 h 6463437"/>
                <a:gd name="connsiteX57" fmla="*/ 601503 w 5724321"/>
                <a:gd name="connsiteY57" fmla="*/ 1569863 h 6463437"/>
                <a:gd name="connsiteX58" fmla="*/ 601503 w 5724321"/>
                <a:gd name="connsiteY58" fmla="*/ 1764164 h 6463437"/>
                <a:gd name="connsiteX59" fmla="*/ 394614 w 5724321"/>
                <a:gd name="connsiteY59" fmla="*/ 1764164 h 6463437"/>
                <a:gd name="connsiteX60" fmla="*/ 3107 w 5724321"/>
                <a:gd name="connsiteY60" fmla="*/ 1569089 h 6463437"/>
                <a:gd name="connsiteX61" fmla="*/ 198696 w 5724321"/>
                <a:gd name="connsiteY61" fmla="*/ 1569089 h 6463437"/>
                <a:gd name="connsiteX62" fmla="*/ 198696 w 5724321"/>
                <a:gd name="connsiteY62" fmla="*/ 1765539 h 6463437"/>
                <a:gd name="connsiteX63" fmla="*/ 3107 w 5724321"/>
                <a:gd name="connsiteY63" fmla="*/ 1765539 h 6463437"/>
                <a:gd name="connsiteX64" fmla="*/ 1964211 w 5724321"/>
                <a:gd name="connsiteY64" fmla="*/ 1566967 h 6463437"/>
                <a:gd name="connsiteX65" fmla="*/ 2161913 w 5724321"/>
                <a:gd name="connsiteY65" fmla="*/ 1566967 h 6463437"/>
                <a:gd name="connsiteX66" fmla="*/ 2161913 w 5724321"/>
                <a:gd name="connsiteY66" fmla="*/ 1763701 h 6463437"/>
                <a:gd name="connsiteX67" fmla="*/ 1964211 w 5724321"/>
                <a:gd name="connsiteY67" fmla="*/ 1763701 h 6463437"/>
                <a:gd name="connsiteX68" fmla="*/ 2353792 w 5724321"/>
                <a:gd name="connsiteY68" fmla="*/ 1566854 h 6463437"/>
                <a:gd name="connsiteX69" fmla="*/ 2560078 w 5724321"/>
                <a:gd name="connsiteY69" fmla="*/ 1566854 h 6463437"/>
                <a:gd name="connsiteX70" fmla="*/ 2560078 w 5724321"/>
                <a:gd name="connsiteY70" fmla="*/ 1763712 h 6463437"/>
                <a:gd name="connsiteX71" fmla="*/ 2353792 w 5724321"/>
                <a:gd name="connsiteY71" fmla="*/ 1763712 h 6463437"/>
                <a:gd name="connsiteX72" fmla="*/ 395315 w 5724321"/>
                <a:gd name="connsiteY72" fmla="*/ 1178285 h 6463437"/>
                <a:gd name="connsiteX73" fmla="*/ 598521 w 5724321"/>
                <a:gd name="connsiteY73" fmla="*/ 1178285 h 6463437"/>
                <a:gd name="connsiteX74" fmla="*/ 598521 w 5724321"/>
                <a:gd name="connsiteY74" fmla="*/ 1375011 h 6463437"/>
                <a:gd name="connsiteX75" fmla="*/ 395315 w 5724321"/>
                <a:gd name="connsiteY75" fmla="*/ 1375011 h 6463437"/>
                <a:gd name="connsiteX76" fmla="*/ 71 w 5724321"/>
                <a:gd name="connsiteY76" fmla="*/ 1177948 h 6463437"/>
                <a:gd name="connsiteX77" fmla="*/ 197871 w 5724321"/>
                <a:gd name="connsiteY77" fmla="*/ 1177948 h 6463437"/>
                <a:gd name="connsiteX78" fmla="*/ 197871 w 5724321"/>
                <a:gd name="connsiteY78" fmla="*/ 1374158 h 6463437"/>
                <a:gd name="connsiteX79" fmla="*/ 71 w 5724321"/>
                <a:gd name="connsiteY79" fmla="*/ 1374158 h 6463437"/>
                <a:gd name="connsiteX80" fmla="*/ 1963865 w 5724321"/>
                <a:gd name="connsiteY80" fmla="*/ 1177679 h 6463437"/>
                <a:gd name="connsiteX81" fmla="*/ 2161931 w 5724321"/>
                <a:gd name="connsiteY81" fmla="*/ 1177679 h 6463437"/>
                <a:gd name="connsiteX82" fmla="*/ 2161931 w 5724321"/>
                <a:gd name="connsiteY82" fmla="*/ 1372762 h 6463437"/>
                <a:gd name="connsiteX83" fmla="*/ 1963865 w 5724321"/>
                <a:gd name="connsiteY83" fmla="*/ 1372762 h 6463437"/>
                <a:gd name="connsiteX84" fmla="*/ 788154 w 5724321"/>
                <a:gd name="connsiteY84" fmla="*/ 1177289 h 6463437"/>
                <a:gd name="connsiteX85" fmla="*/ 984888 w 5724321"/>
                <a:gd name="connsiteY85" fmla="*/ 1177289 h 6463437"/>
                <a:gd name="connsiteX86" fmla="*/ 984888 w 5724321"/>
                <a:gd name="connsiteY86" fmla="*/ 1374991 h 6463437"/>
                <a:gd name="connsiteX87" fmla="*/ 788154 w 5724321"/>
                <a:gd name="connsiteY87" fmla="*/ 1374991 h 6463437"/>
                <a:gd name="connsiteX88" fmla="*/ 2354085 w 5724321"/>
                <a:gd name="connsiteY88" fmla="*/ 1171095 h 6463437"/>
                <a:gd name="connsiteX89" fmla="*/ 2559936 w 5724321"/>
                <a:gd name="connsiteY89" fmla="*/ 1171095 h 6463437"/>
                <a:gd name="connsiteX90" fmla="*/ 2559936 w 5724321"/>
                <a:gd name="connsiteY90" fmla="*/ 1371291 h 6463437"/>
                <a:gd name="connsiteX91" fmla="*/ 2354085 w 5724321"/>
                <a:gd name="connsiteY91" fmla="*/ 1371291 h 6463437"/>
                <a:gd name="connsiteX92" fmla="*/ 395874 w 5724321"/>
                <a:gd name="connsiteY92" fmla="*/ 785004 h 6463437"/>
                <a:gd name="connsiteX93" fmla="*/ 601316 w 5724321"/>
                <a:gd name="connsiteY93" fmla="*/ 785004 h 6463437"/>
                <a:gd name="connsiteX94" fmla="*/ 601316 w 5724321"/>
                <a:gd name="connsiteY94" fmla="*/ 991423 h 6463437"/>
                <a:gd name="connsiteX95" fmla="*/ 395874 w 5724321"/>
                <a:gd name="connsiteY95" fmla="*/ 991423 h 6463437"/>
                <a:gd name="connsiteX96" fmla="*/ 1961308 w 5724321"/>
                <a:gd name="connsiteY96" fmla="*/ 784781 h 6463437"/>
                <a:gd name="connsiteX97" fmla="*/ 2158637 w 5724321"/>
                <a:gd name="connsiteY97" fmla="*/ 784781 h 6463437"/>
                <a:gd name="connsiteX98" fmla="*/ 2158637 w 5724321"/>
                <a:gd name="connsiteY98" fmla="*/ 991440 h 6463437"/>
                <a:gd name="connsiteX99" fmla="*/ 1961308 w 5724321"/>
                <a:gd name="connsiteY99" fmla="*/ 991440 h 6463437"/>
                <a:gd name="connsiteX100" fmla="*/ 2353712 w 5724321"/>
                <a:gd name="connsiteY100" fmla="*/ 784703 h 6463437"/>
                <a:gd name="connsiteX101" fmla="*/ 2559696 w 5724321"/>
                <a:gd name="connsiteY101" fmla="*/ 784703 h 6463437"/>
                <a:gd name="connsiteX102" fmla="*/ 2559696 w 5724321"/>
                <a:gd name="connsiteY102" fmla="*/ 989001 h 6463437"/>
                <a:gd name="connsiteX103" fmla="*/ 2353712 w 5724321"/>
                <a:gd name="connsiteY103" fmla="*/ 989001 h 6463437"/>
                <a:gd name="connsiteX104" fmla="*/ 0 w 5724321"/>
                <a:gd name="connsiteY104" fmla="*/ 784621 h 6463437"/>
                <a:gd name="connsiteX105" fmla="*/ 197356 w 5724321"/>
                <a:gd name="connsiteY105" fmla="*/ 784621 h 6463437"/>
                <a:gd name="connsiteX106" fmla="*/ 197356 w 5724321"/>
                <a:gd name="connsiteY106" fmla="*/ 989096 h 6463437"/>
                <a:gd name="connsiteX107" fmla="*/ 0 w 5724321"/>
                <a:gd name="connsiteY107" fmla="*/ 989096 h 6463437"/>
                <a:gd name="connsiteX108" fmla="*/ 1179670 w 5724321"/>
                <a:gd name="connsiteY108" fmla="*/ 393513 h 6463437"/>
                <a:gd name="connsiteX109" fmla="*/ 1374567 w 5724321"/>
                <a:gd name="connsiteY109" fmla="*/ 393513 h 6463437"/>
                <a:gd name="connsiteX110" fmla="*/ 1374567 w 5724321"/>
                <a:gd name="connsiteY110" fmla="*/ 599160 h 6463437"/>
                <a:gd name="connsiteX111" fmla="*/ 1179670 w 5724321"/>
                <a:gd name="connsiteY111" fmla="*/ 599160 h 6463437"/>
                <a:gd name="connsiteX112" fmla="*/ 394978 w 5724321"/>
                <a:gd name="connsiteY112" fmla="*/ 393399 h 6463437"/>
                <a:gd name="connsiteX113" fmla="*/ 598823 w 5724321"/>
                <a:gd name="connsiteY113" fmla="*/ 393399 h 6463437"/>
                <a:gd name="connsiteX114" fmla="*/ 598823 w 5724321"/>
                <a:gd name="connsiteY114" fmla="*/ 599161 h 6463437"/>
                <a:gd name="connsiteX115" fmla="*/ 394978 w 5724321"/>
                <a:gd name="connsiteY115" fmla="*/ 599161 h 6463437"/>
                <a:gd name="connsiteX116" fmla="*/ 2353712 w 5724321"/>
                <a:gd name="connsiteY116" fmla="*/ 392236 h 6463437"/>
                <a:gd name="connsiteX117" fmla="*/ 2559891 w 5724321"/>
                <a:gd name="connsiteY117" fmla="*/ 392236 h 6463437"/>
                <a:gd name="connsiteX118" fmla="*/ 2559891 w 5724321"/>
                <a:gd name="connsiteY118" fmla="*/ 595362 h 6463437"/>
                <a:gd name="connsiteX119" fmla="*/ 2353712 w 5724321"/>
                <a:gd name="connsiteY119" fmla="*/ 595362 h 6463437"/>
                <a:gd name="connsiteX120" fmla="*/ 0 w 5724321"/>
                <a:gd name="connsiteY120" fmla="*/ 392235 h 6463437"/>
                <a:gd name="connsiteX121" fmla="*/ 197462 w 5724321"/>
                <a:gd name="connsiteY121" fmla="*/ 392235 h 6463437"/>
                <a:gd name="connsiteX122" fmla="*/ 197462 w 5724321"/>
                <a:gd name="connsiteY122" fmla="*/ 595361 h 6463437"/>
                <a:gd name="connsiteX123" fmla="*/ 0 w 5724321"/>
                <a:gd name="connsiteY123" fmla="*/ 595361 h 6463437"/>
                <a:gd name="connsiteX124" fmla="*/ 1571772 w 5724321"/>
                <a:gd name="connsiteY124" fmla="*/ 390788 h 6463437"/>
                <a:gd name="connsiteX125" fmla="*/ 1769572 w 5724321"/>
                <a:gd name="connsiteY125" fmla="*/ 390788 h 6463437"/>
                <a:gd name="connsiteX126" fmla="*/ 1769572 w 5724321"/>
                <a:gd name="connsiteY126" fmla="*/ 595716 h 6463437"/>
                <a:gd name="connsiteX127" fmla="*/ 1571772 w 5724321"/>
                <a:gd name="connsiteY127" fmla="*/ 595716 h 6463437"/>
                <a:gd name="connsiteX128" fmla="*/ 787311 w 5724321"/>
                <a:gd name="connsiteY128" fmla="*/ 389936 h 6463437"/>
                <a:gd name="connsiteX129" fmla="*/ 982314 w 5724321"/>
                <a:gd name="connsiteY129" fmla="*/ 389936 h 6463437"/>
                <a:gd name="connsiteX130" fmla="*/ 982314 w 5724321"/>
                <a:gd name="connsiteY130" fmla="*/ 595636 h 6463437"/>
                <a:gd name="connsiteX131" fmla="*/ 787311 w 5724321"/>
                <a:gd name="connsiteY131" fmla="*/ 595636 h 6463437"/>
                <a:gd name="connsiteX132" fmla="*/ 1964415 w 5724321"/>
                <a:gd name="connsiteY132" fmla="*/ 389936 h 6463437"/>
                <a:gd name="connsiteX133" fmla="*/ 2158912 w 5724321"/>
                <a:gd name="connsiteY133" fmla="*/ 389936 h 6463437"/>
                <a:gd name="connsiteX134" fmla="*/ 2158912 w 5724321"/>
                <a:gd name="connsiteY134" fmla="*/ 595378 h 6463437"/>
                <a:gd name="connsiteX135" fmla="*/ 1964415 w 5724321"/>
                <a:gd name="connsiteY135" fmla="*/ 595378 h 6463437"/>
                <a:gd name="connsiteX136" fmla="*/ 2353721 w 5724321"/>
                <a:gd name="connsiteY136" fmla="*/ 1378 h 6463437"/>
                <a:gd name="connsiteX137" fmla="*/ 2560016 w 5724321"/>
                <a:gd name="connsiteY137" fmla="*/ 1378 h 6463437"/>
                <a:gd name="connsiteX138" fmla="*/ 2560016 w 5724321"/>
                <a:gd name="connsiteY138" fmla="*/ 206758 h 6463437"/>
                <a:gd name="connsiteX139" fmla="*/ 2353721 w 5724321"/>
                <a:gd name="connsiteY139" fmla="*/ 206758 h 6463437"/>
                <a:gd name="connsiteX140" fmla="*/ 787515 w 5724321"/>
                <a:gd name="connsiteY140" fmla="*/ 1350 h 6463437"/>
                <a:gd name="connsiteX141" fmla="*/ 982163 w 5724321"/>
                <a:gd name="connsiteY141" fmla="*/ 1350 h 6463437"/>
                <a:gd name="connsiteX142" fmla="*/ 982163 w 5724321"/>
                <a:gd name="connsiteY142" fmla="*/ 206872 h 6463437"/>
                <a:gd name="connsiteX143" fmla="*/ 787515 w 5724321"/>
                <a:gd name="connsiteY143" fmla="*/ 206872 h 6463437"/>
                <a:gd name="connsiteX144" fmla="*/ 1572091 w 5724321"/>
                <a:gd name="connsiteY144" fmla="*/ 1350 h 6463437"/>
                <a:gd name="connsiteX145" fmla="*/ 1766739 w 5724321"/>
                <a:gd name="connsiteY145" fmla="*/ 1350 h 6463437"/>
                <a:gd name="connsiteX146" fmla="*/ 1766739 w 5724321"/>
                <a:gd name="connsiteY146" fmla="*/ 206872 h 6463437"/>
                <a:gd name="connsiteX147" fmla="*/ 1572091 w 5724321"/>
                <a:gd name="connsiteY147" fmla="*/ 206872 h 6463437"/>
                <a:gd name="connsiteX148" fmla="*/ 394889 w 5724321"/>
                <a:gd name="connsiteY148" fmla="*/ 1013 h 6463437"/>
                <a:gd name="connsiteX149" fmla="*/ 598920 w 5724321"/>
                <a:gd name="connsiteY149" fmla="*/ 1013 h 6463437"/>
                <a:gd name="connsiteX150" fmla="*/ 598920 w 5724321"/>
                <a:gd name="connsiteY150" fmla="*/ 206864 h 6463437"/>
                <a:gd name="connsiteX151" fmla="*/ 394889 w 5724321"/>
                <a:gd name="connsiteY151" fmla="*/ 206864 h 6463437"/>
                <a:gd name="connsiteX152" fmla="*/ 1177229 w 5724321"/>
                <a:gd name="connsiteY152" fmla="*/ 933 h 6463437"/>
                <a:gd name="connsiteX153" fmla="*/ 1374895 w 5724321"/>
                <a:gd name="connsiteY153" fmla="*/ 933 h 6463437"/>
                <a:gd name="connsiteX154" fmla="*/ 1374895 w 5724321"/>
                <a:gd name="connsiteY154" fmla="*/ 209784 h 6463437"/>
                <a:gd name="connsiteX155" fmla="*/ 1177229 w 5724321"/>
                <a:gd name="connsiteY155" fmla="*/ 209784 h 6463437"/>
                <a:gd name="connsiteX156" fmla="*/ 1964797 w 5724321"/>
                <a:gd name="connsiteY156" fmla="*/ 241 h 6463437"/>
                <a:gd name="connsiteX157" fmla="*/ 2161931 w 5724321"/>
                <a:gd name="connsiteY157" fmla="*/ 241 h 6463437"/>
                <a:gd name="connsiteX158" fmla="*/ 2161931 w 5724321"/>
                <a:gd name="connsiteY158" fmla="*/ 204272 h 6463437"/>
                <a:gd name="connsiteX159" fmla="*/ 1964797 w 5724321"/>
                <a:gd name="connsiteY159" fmla="*/ 204272 h 6463437"/>
                <a:gd name="connsiteX160" fmla="*/ 3142 w 5724321"/>
                <a:gd name="connsiteY160" fmla="*/ 0 h 6463437"/>
                <a:gd name="connsiteX161" fmla="*/ 200498 w 5724321"/>
                <a:gd name="connsiteY161" fmla="*/ 0 h 6463437"/>
                <a:gd name="connsiteX162" fmla="*/ 200498 w 5724321"/>
                <a:gd name="connsiteY162" fmla="*/ 204475 h 6463437"/>
                <a:gd name="connsiteX163" fmla="*/ 3142 w 5724321"/>
                <a:gd name="connsiteY163" fmla="*/ 204475 h 646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5724321" h="6463437">
                  <a:moveTo>
                    <a:pt x="5136665" y="5873438"/>
                  </a:moveTo>
                  <a:lnTo>
                    <a:pt x="5724321" y="5873438"/>
                  </a:lnTo>
                  <a:lnTo>
                    <a:pt x="5724321" y="6463437"/>
                  </a:lnTo>
                  <a:lnTo>
                    <a:pt x="5136665" y="6463437"/>
                  </a:lnTo>
                  <a:close/>
                  <a:moveTo>
                    <a:pt x="2356011" y="2354405"/>
                  </a:moveTo>
                  <a:lnTo>
                    <a:pt x="2559137" y="2354405"/>
                  </a:lnTo>
                  <a:lnTo>
                    <a:pt x="2559137" y="2551866"/>
                  </a:lnTo>
                  <a:lnTo>
                    <a:pt x="2356011" y="2551866"/>
                  </a:lnTo>
                  <a:close/>
                  <a:moveTo>
                    <a:pt x="394578" y="2354405"/>
                  </a:moveTo>
                  <a:lnTo>
                    <a:pt x="597704" y="2354405"/>
                  </a:lnTo>
                  <a:lnTo>
                    <a:pt x="597704" y="2551866"/>
                  </a:lnTo>
                  <a:lnTo>
                    <a:pt x="394578" y="2551866"/>
                  </a:lnTo>
                  <a:close/>
                  <a:moveTo>
                    <a:pt x="1569144" y="2354182"/>
                  </a:moveTo>
                  <a:lnTo>
                    <a:pt x="1766074" y="2354182"/>
                  </a:lnTo>
                  <a:lnTo>
                    <a:pt x="1766074" y="2549078"/>
                  </a:lnTo>
                  <a:lnTo>
                    <a:pt x="1569144" y="2549078"/>
                  </a:lnTo>
                  <a:close/>
                  <a:moveTo>
                    <a:pt x="1180291" y="2353994"/>
                  </a:moveTo>
                  <a:lnTo>
                    <a:pt x="1376502" y="2353994"/>
                  </a:lnTo>
                  <a:lnTo>
                    <a:pt x="1376502" y="2551793"/>
                  </a:lnTo>
                  <a:lnTo>
                    <a:pt x="1180291" y="2551793"/>
                  </a:lnTo>
                  <a:close/>
                  <a:moveTo>
                    <a:pt x="1961503" y="2351421"/>
                  </a:moveTo>
                  <a:lnTo>
                    <a:pt x="2159072" y="2351421"/>
                  </a:lnTo>
                  <a:lnTo>
                    <a:pt x="2159072" y="2548288"/>
                  </a:lnTo>
                  <a:lnTo>
                    <a:pt x="1961503" y="2548288"/>
                  </a:lnTo>
                  <a:close/>
                  <a:moveTo>
                    <a:pt x="787089" y="2351368"/>
                  </a:moveTo>
                  <a:lnTo>
                    <a:pt x="982519" y="2351368"/>
                  </a:lnTo>
                  <a:lnTo>
                    <a:pt x="982519" y="2548563"/>
                  </a:lnTo>
                  <a:lnTo>
                    <a:pt x="787089" y="2548563"/>
                  </a:lnTo>
                  <a:close/>
                  <a:moveTo>
                    <a:pt x="2356153" y="1962257"/>
                  </a:moveTo>
                  <a:lnTo>
                    <a:pt x="2562936" y="1962257"/>
                  </a:lnTo>
                  <a:lnTo>
                    <a:pt x="2562936" y="2157342"/>
                  </a:lnTo>
                  <a:lnTo>
                    <a:pt x="2356153" y="2157342"/>
                  </a:lnTo>
                  <a:close/>
                  <a:moveTo>
                    <a:pt x="788349" y="1962060"/>
                  </a:moveTo>
                  <a:lnTo>
                    <a:pt x="985075" y="1962060"/>
                  </a:lnTo>
                  <a:lnTo>
                    <a:pt x="985075" y="2156558"/>
                  </a:lnTo>
                  <a:lnTo>
                    <a:pt x="788349" y="2156558"/>
                  </a:lnTo>
                  <a:close/>
                  <a:moveTo>
                    <a:pt x="1569144" y="1961893"/>
                  </a:moveTo>
                  <a:lnTo>
                    <a:pt x="1766074" y="1961893"/>
                  </a:lnTo>
                  <a:lnTo>
                    <a:pt x="1766074" y="2156790"/>
                  </a:lnTo>
                  <a:lnTo>
                    <a:pt x="1569144" y="2156790"/>
                  </a:lnTo>
                  <a:close/>
                  <a:moveTo>
                    <a:pt x="1176856" y="1961475"/>
                  </a:moveTo>
                  <a:lnTo>
                    <a:pt x="1374212" y="1961475"/>
                  </a:lnTo>
                  <a:lnTo>
                    <a:pt x="1374212" y="2157224"/>
                  </a:lnTo>
                  <a:lnTo>
                    <a:pt x="1176856" y="2157224"/>
                  </a:lnTo>
                  <a:close/>
                  <a:moveTo>
                    <a:pt x="1965152" y="1959451"/>
                  </a:moveTo>
                  <a:lnTo>
                    <a:pt x="2165322" y="1959451"/>
                  </a:lnTo>
                  <a:lnTo>
                    <a:pt x="2165322" y="2156586"/>
                  </a:lnTo>
                  <a:lnTo>
                    <a:pt x="1965152" y="2156586"/>
                  </a:lnTo>
                  <a:close/>
                  <a:moveTo>
                    <a:pt x="107" y="1959078"/>
                  </a:moveTo>
                  <a:lnTo>
                    <a:pt x="196788" y="1959078"/>
                  </a:lnTo>
                  <a:lnTo>
                    <a:pt x="196788" y="2156656"/>
                  </a:lnTo>
                  <a:lnTo>
                    <a:pt x="107" y="2156656"/>
                  </a:lnTo>
                  <a:close/>
                  <a:moveTo>
                    <a:pt x="392288" y="1958954"/>
                  </a:moveTo>
                  <a:lnTo>
                    <a:pt x="598947" y="1958954"/>
                  </a:lnTo>
                  <a:lnTo>
                    <a:pt x="598947" y="2156285"/>
                  </a:lnTo>
                  <a:lnTo>
                    <a:pt x="392288" y="2156285"/>
                  </a:lnTo>
                  <a:close/>
                  <a:moveTo>
                    <a:pt x="394614" y="1569863"/>
                  </a:moveTo>
                  <a:lnTo>
                    <a:pt x="601503" y="1569863"/>
                  </a:lnTo>
                  <a:lnTo>
                    <a:pt x="601503" y="1764164"/>
                  </a:lnTo>
                  <a:lnTo>
                    <a:pt x="394614" y="1764164"/>
                  </a:lnTo>
                  <a:close/>
                  <a:moveTo>
                    <a:pt x="3107" y="1569089"/>
                  </a:moveTo>
                  <a:lnTo>
                    <a:pt x="198696" y="1569089"/>
                  </a:lnTo>
                  <a:lnTo>
                    <a:pt x="198696" y="1765539"/>
                  </a:lnTo>
                  <a:lnTo>
                    <a:pt x="3107" y="1765539"/>
                  </a:lnTo>
                  <a:close/>
                  <a:moveTo>
                    <a:pt x="1964211" y="1566967"/>
                  </a:moveTo>
                  <a:lnTo>
                    <a:pt x="2161913" y="1566967"/>
                  </a:lnTo>
                  <a:lnTo>
                    <a:pt x="2161913" y="1763701"/>
                  </a:lnTo>
                  <a:lnTo>
                    <a:pt x="1964211" y="1763701"/>
                  </a:lnTo>
                  <a:close/>
                  <a:moveTo>
                    <a:pt x="2353792" y="1566854"/>
                  </a:moveTo>
                  <a:lnTo>
                    <a:pt x="2560078" y="1566854"/>
                  </a:lnTo>
                  <a:lnTo>
                    <a:pt x="2560078" y="1763712"/>
                  </a:lnTo>
                  <a:lnTo>
                    <a:pt x="2353792" y="1763712"/>
                  </a:lnTo>
                  <a:close/>
                  <a:moveTo>
                    <a:pt x="395315" y="1178285"/>
                  </a:moveTo>
                  <a:lnTo>
                    <a:pt x="598521" y="1178285"/>
                  </a:lnTo>
                  <a:lnTo>
                    <a:pt x="598521" y="1375011"/>
                  </a:lnTo>
                  <a:lnTo>
                    <a:pt x="395315" y="1375011"/>
                  </a:lnTo>
                  <a:close/>
                  <a:moveTo>
                    <a:pt x="71" y="1177948"/>
                  </a:moveTo>
                  <a:lnTo>
                    <a:pt x="197871" y="1177948"/>
                  </a:lnTo>
                  <a:lnTo>
                    <a:pt x="197871" y="1374158"/>
                  </a:lnTo>
                  <a:lnTo>
                    <a:pt x="71" y="1374158"/>
                  </a:lnTo>
                  <a:close/>
                  <a:moveTo>
                    <a:pt x="1963865" y="1177679"/>
                  </a:moveTo>
                  <a:lnTo>
                    <a:pt x="2161931" y="1177679"/>
                  </a:lnTo>
                  <a:lnTo>
                    <a:pt x="2161931" y="1372762"/>
                  </a:lnTo>
                  <a:lnTo>
                    <a:pt x="1963865" y="1372762"/>
                  </a:lnTo>
                  <a:close/>
                  <a:moveTo>
                    <a:pt x="788154" y="1177289"/>
                  </a:moveTo>
                  <a:lnTo>
                    <a:pt x="984888" y="1177289"/>
                  </a:lnTo>
                  <a:lnTo>
                    <a:pt x="984888" y="1374991"/>
                  </a:lnTo>
                  <a:lnTo>
                    <a:pt x="788154" y="1374991"/>
                  </a:lnTo>
                  <a:close/>
                  <a:moveTo>
                    <a:pt x="2354085" y="1171095"/>
                  </a:moveTo>
                  <a:lnTo>
                    <a:pt x="2559936" y="1171095"/>
                  </a:lnTo>
                  <a:lnTo>
                    <a:pt x="2559936" y="1371291"/>
                  </a:lnTo>
                  <a:lnTo>
                    <a:pt x="2354085" y="1371291"/>
                  </a:lnTo>
                  <a:close/>
                  <a:moveTo>
                    <a:pt x="395874" y="785004"/>
                  </a:moveTo>
                  <a:lnTo>
                    <a:pt x="601316" y="785004"/>
                  </a:lnTo>
                  <a:lnTo>
                    <a:pt x="601316" y="991423"/>
                  </a:lnTo>
                  <a:lnTo>
                    <a:pt x="395874" y="991423"/>
                  </a:lnTo>
                  <a:close/>
                  <a:moveTo>
                    <a:pt x="1961308" y="784781"/>
                  </a:moveTo>
                  <a:lnTo>
                    <a:pt x="2158637" y="784781"/>
                  </a:lnTo>
                  <a:lnTo>
                    <a:pt x="2158637" y="991440"/>
                  </a:lnTo>
                  <a:lnTo>
                    <a:pt x="1961308" y="991440"/>
                  </a:lnTo>
                  <a:close/>
                  <a:moveTo>
                    <a:pt x="2353712" y="784703"/>
                  </a:moveTo>
                  <a:lnTo>
                    <a:pt x="2559696" y="784703"/>
                  </a:lnTo>
                  <a:lnTo>
                    <a:pt x="2559696" y="989001"/>
                  </a:lnTo>
                  <a:lnTo>
                    <a:pt x="2353712" y="989001"/>
                  </a:lnTo>
                  <a:close/>
                  <a:moveTo>
                    <a:pt x="0" y="784621"/>
                  </a:moveTo>
                  <a:lnTo>
                    <a:pt x="197356" y="784621"/>
                  </a:lnTo>
                  <a:lnTo>
                    <a:pt x="197356" y="989096"/>
                  </a:lnTo>
                  <a:lnTo>
                    <a:pt x="0" y="989096"/>
                  </a:lnTo>
                  <a:close/>
                  <a:moveTo>
                    <a:pt x="1179670" y="393513"/>
                  </a:moveTo>
                  <a:lnTo>
                    <a:pt x="1374567" y="393513"/>
                  </a:lnTo>
                  <a:lnTo>
                    <a:pt x="1374567" y="599160"/>
                  </a:lnTo>
                  <a:lnTo>
                    <a:pt x="1179670" y="599160"/>
                  </a:lnTo>
                  <a:close/>
                  <a:moveTo>
                    <a:pt x="394978" y="393399"/>
                  </a:moveTo>
                  <a:lnTo>
                    <a:pt x="598823" y="393399"/>
                  </a:lnTo>
                  <a:lnTo>
                    <a:pt x="598823" y="599161"/>
                  </a:lnTo>
                  <a:lnTo>
                    <a:pt x="394978" y="599161"/>
                  </a:lnTo>
                  <a:close/>
                  <a:moveTo>
                    <a:pt x="2353712" y="392236"/>
                  </a:moveTo>
                  <a:lnTo>
                    <a:pt x="2559891" y="392236"/>
                  </a:lnTo>
                  <a:lnTo>
                    <a:pt x="2559891" y="595362"/>
                  </a:lnTo>
                  <a:lnTo>
                    <a:pt x="2353712" y="595362"/>
                  </a:lnTo>
                  <a:close/>
                  <a:moveTo>
                    <a:pt x="0" y="392235"/>
                  </a:moveTo>
                  <a:lnTo>
                    <a:pt x="197462" y="392235"/>
                  </a:lnTo>
                  <a:lnTo>
                    <a:pt x="197462" y="595361"/>
                  </a:lnTo>
                  <a:lnTo>
                    <a:pt x="0" y="595361"/>
                  </a:lnTo>
                  <a:close/>
                  <a:moveTo>
                    <a:pt x="1571772" y="390788"/>
                  </a:moveTo>
                  <a:lnTo>
                    <a:pt x="1769572" y="390788"/>
                  </a:lnTo>
                  <a:lnTo>
                    <a:pt x="1769572" y="595716"/>
                  </a:lnTo>
                  <a:lnTo>
                    <a:pt x="1571772" y="595716"/>
                  </a:lnTo>
                  <a:close/>
                  <a:moveTo>
                    <a:pt x="787311" y="389936"/>
                  </a:moveTo>
                  <a:lnTo>
                    <a:pt x="982314" y="389936"/>
                  </a:lnTo>
                  <a:lnTo>
                    <a:pt x="982314" y="595636"/>
                  </a:lnTo>
                  <a:lnTo>
                    <a:pt x="787311" y="595636"/>
                  </a:lnTo>
                  <a:close/>
                  <a:moveTo>
                    <a:pt x="1964415" y="389936"/>
                  </a:moveTo>
                  <a:lnTo>
                    <a:pt x="2158912" y="389936"/>
                  </a:lnTo>
                  <a:lnTo>
                    <a:pt x="2158912" y="595378"/>
                  </a:lnTo>
                  <a:lnTo>
                    <a:pt x="1964415" y="595378"/>
                  </a:lnTo>
                  <a:close/>
                  <a:moveTo>
                    <a:pt x="2353721" y="1378"/>
                  </a:moveTo>
                  <a:lnTo>
                    <a:pt x="2560016" y="1378"/>
                  </a:lnTo>
                  <a:lnTo>
                    <a:pt x="2560016" y="206758"/>
                  </a:lnTo>
                  <a:lnTo>
                    <a:pt x="2353721" y="206758"/>
                  </a:lnTo>
                  <a:close/>
                  <a:moveTo>
                    <a:pt x="787515" y="1350"/>
                  </a:moveTo>
                  <a:lnTo>
                    <a:pt x="982163" y="1350"/>
                  </a:lnTo>
                  <a:lnTo>
                    <a:pt x="982163" y="206872"/>
                  </a:lnTo>
                  <a:lnTo>
                    <a:pt x="787515" y="206872"/>
                  </a:lnTo>
                  <a:close/>
                  <a:moveTo>
                    <a:pt x="1572091" y="1350"/>
                  </a:moveTo>
                  <a:lnTo>
                    <a:pt x="1766739" y="1350"/>
                  </a:lnTo>
                  <a:lnTo>
                    <a:pt x="1766739" y="206872"/>
                  </a:lnTo>
                  <a:lnTo>
                    <a:pt x="1572091" y="206872"/>
                  </a:lnTo>
                  <a:close/>
                  <a:moveTo>
                    <a:pt x="394889" y="1013"/>
                  </a:moveTo>
                  <a:lnTo>
                    <a:pt x="598920" y="1013"/>
                  </a:lnTo>
                  <a:lnTo>
                    <a:pt x="598920" y="206864"/>
                  </a:lnTo>
                  <a:lnTo>
                    <a:pt x="394889" y="206864"/>
                  </a:lnTo>
                  <a:close/>
                  <a:moveTo>
                    <a:pt x="1177229" y="933"/>
                  </a:moveTo>
                  <a:lnTo>
                    <a:pt x="1374895" y="933"/>
                  </a:lnTo>
                  <a:lnTo>
                    <a:pt x="1374895" y="209784"/>
                  </a:lnTo>
                  <a:lnTo>
                    <a:pt x="1177229" y="209784"/>
                  </a:lnTo>
                  <a:close/>
                  <a:moveTo>
                    <a:pt x="1964797" y="241"/>
                  </a:moveTo>
                  <a:lnTo>
                    <a:pt x="2161931" y="241"/>
                  </a:lnTo>
                  <a:lnTo>
                    <a:pt x="2161931" y="204272"/>
                  </a:lnTo>
                  <a:lnTo>
                    <a:pt x="1964797" y="204272"/>
                  </a:lnTo>
                  <a:close/>
                  <a:moveTo>
                    <a:pt x="3142" y="0"/>
                  </a:moveTo>
                  <a:lnTo>
                    <a:pt x="200498" y="0"/>
                  </a:lnTo>
                  <a:lnTo>
                    <a:pt x="200498" y="204475"/>
                  </a:lnTo>
                  <a:lnTo>
                    <a:pt x="3142" y="204475"/>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15" name="Group 114">
            <a:extLst>
              <a:ext uri="{FF2B5EF4-FFF2-40B4-BE49-F238E27FC236}">
                <a16:creationId xmlns:a16="http://schemas.microsoft.com/office/drawing/2014/main" id="{76EFC07B-4F04-E860-656F-4976CAE33008}"/>
              </a:ext>
              <a:ext uri="{C183D7F6-B498-43B3-948B-1728B52AA6E4}">
                <adec:decorative xmlns:adec="http://schemas.microsoft.com/office/drawing/2017/decorative" val="1"/>
              </a:ext>
            </a:extLst>
          </p:cNvPr>
          <p:cNvGrpSpPr>
            <a:grpSpLocks noChangeAspect="1"/>
          </p:cNvGrpSpPr>
          <p:nvPr/>
        </p:nvGrpSpPr>
        <p:grpSpPr>
          <a:xfrm>
            <a:off x="6376480" y="1517247"/>
            <a:ext cx="534577" cy="457200"/>
            <a:chOff x="6376480" y="1517247"/>
            <a:chExt cx="534577" cy="457200"/>
          </a:xfrm>
          <a:solidFill>
            <a:schemeClr val="accent2"/>
          </a:solidFill>
        </p:grpSpPr>
        <p:sp>
          <p:nvSpPr>
            <p:cNvPr id="814" name="Freeform: Shape 813">
              <a:extLst>
                <a:ext uri="{FF2B5EF4-FFF2-40B4-BE49-F238E27FC236}">
                  <a16:creationId xmlns:a16="http://schemas.microsoft.com/office/drawing/2014/main" id="{B901A369-894A-ABC8-C9B2-B113A7F4460B}"/>
                </a:ext>
                <a:ext uri="{C183D7F6-B498-43B3-948B-1728B52AA6E4}">
                  <adec:decorative xmlns:adec="http://schemas.microsoft.com/office/drawing/2017/decorative" val="1"/>
                </a:ext>
              </a:extLst>
            </p:cNvPr>
            <p:cNvSpPr/>
            <p:nvPr/>
          </p:nvSpPr>
          <p:spPr>
            <a:xfrm>
              <a:off x="6376480" y="1517247"/>
              <a:ext cx="528522" cy="399078"/>
            </a:xfrm>
            <a:custGeom>
              <a:avLst/>
              <a:gdLst>
                <a:gd name="connsiteX0" fmla="*/ 7537051 w 7927838"/>
                <a:gd name="connsiteY0" fmla="*/ 5596211 h 5986168"/>
                <a:gd name="connsiteX1" fmla="*/ 7924908 w 7927838"/>
                <a:gd name="connsiteY1" fmla="*/ 5596211 h 5986168"/>
                <a:gd name="connsiteX2" fmla="*/ 7924908 w 7927838"/>
                <a:gd name="connsiteY2" fmla="*/ 5986168 h 5986168"/>
                <a:gd name="connsiteX3" fmla="*/ 7537051 w 7927838"/>
                <a:gd name="connsiteY3" fmla="*/ 5986168 h 5986168"/>
                <a:gd name="connsiteX4" fmla="*/ 4715361 w 7927838"/>
                <a:gd name="connsiteY4" fmla="*/ 5596202 h 5986168"/>
                <a:gd name="connsiteX5" fmla="*/ 5103227 w 7927838"/>
                <a:gd name="connsiteY5" fmla="*/ 5596202 h 5986168"/>
                <a:gd name="connsiteX6" fmla="*/ 5103227 w 7927838"/>
                <a:gd name="connsiteY6" fmla="*/ 5986168 h 5986168"/>
                <a:gd name="connsiteX7" fmla="*/ 4715361 w 7927838"/>
                <a:gd name="connsiteY7" fmla="*/ 5986168 h 5986168"/>
                <a:gd name="connsiteX8" fmla="*/ 5419263 w 7927838"/>
                <a:gd name="connsiteY8" fmla="*/ 5595371 h 5986168"/>
                <a:gd name="connsiteX9" fmla="*/ 5809229 w 7927838"/>
                <a:gd name="connsiteY9" fmla="*/ 5595371 h 5986168"/>
                <a:gd name="connsiteX10" fmla="*/ 5809229 w 7927838"/>
                <a:gd name="connsiteY10" fmla="*/ 5983237 h 5986168"/>
                <a:gd name="connsiteX11" fmla="*/ 5419263 w 7927838"/>
                <a:gd name="connsiteY11" fmla="*/ 5983237 h 5986168"/>
                <a:gd name="connsiteX12" fmla="*/ 6833969 w 7927838"/>
                <a:gd name="connsiteY12" fmla="*/ 5592450 h 5986168"/>
                <a:gd name="connsiteX13" fmla="*/ 7221835 w 7927838"/>
                <a:gd name="connsiteY13" fmla="*/ 5592450 h 5986168"/>
                <a:gd name="connsiteX14" fmla="*/ 7221835 w 7927838"/>
                <a:gd name="connsiteY14" fmla="*/ 5982416 h 5986168"/>
                <a:gd name="connsiteX15" fmla="*/ 6833969 w 7927838"/>
                <a:gd name="connsiteY15" fmla="*/ 5982416 h 5986168"/>
                <a:gd name="connsiteX16" fmla="*/ 6121514 w 7927838"/>
                <a:gd name="connsiteY16" fmla="*/ 5592450 h 5986168"/>
                <a:gd name="connsiteX17" fmla="*/ 6509380 w 7927838"/>
                <a:gd name="connsiteY17" fmla="*/ 5592450 h 5986168"/>
                <a:gd name="connsiteX18" fmla="*/ 6509380 w 7927838"/>
                <a:gd name="connsiteY18" fmla="*/ 5982416 h 5986168"/>
                <a:gd name="connsiteX19" fmla="*/ 6121514 w 7927838"/>
                <a:gd name="connsiteY19" fmla="*/ 5982416 h 5986168"/>
                <a:gd name="connsiteX20" fmla="*/ 5418433 w 7927838"/>
                <a:gd name="connsiteY20" fmla="*/ 4827504 h 5986168"/>
                <a:gd name="connsiteX21" fmla="*/ 5806309 w 7927838"/>
                <a:gd name="connsiteY21" fmla="*/ 4827504 h 5986168"/>
                <a:gd name="connsiteX22" fmla="*/ 5806309 w 7927838"/>
                <a:gd name="connsiteY22" fmla="*/ 5217470 h 5986168"/>
                <a:gd name="connsiteX23" fmla="*/ 5418433 w 7927838"/>
                <a:gd name="connsiteY23" fmla="*/ 5217470 h 5986168"/>
                <a:gd name="connsiteX24" fmla="*/ 3999985 w 7927838"/>
                <a:gd name="connsiteY24" fmla="*/ 4826673 h 5986168"/>
                <a:gd name="connsiteX25" fmla="*/ 4389961 w 7927838"/>
                <a:gd name="connsiteY25" fmla="*/ 4826673 h 5986168"/>
                <a:gd name="connsiteX26" fmla="*/ 4389961 w 7927838"/>
                <a:gd name="connsiteY26" fmla="*/ 5214549 h 5986168"/>
                <a:gd name="connsiteX27" fmla="*/ 3999985 w 7927838"/>
                <a:gd name="connsiteY27" fmla="*/ 5214549 h 5986168"/>
                <a:gd name="connsiteX28" fmla="*/ 4715781 w 7927838"/>
                <a:gd name="connsiteY28" fmla="*/ 4826225 h 5986168"/>
                <a:gd name="connsiteX29" fmla="*/ 5104220 w 7927838"/>
                <a:gd name="connsiteY29" fmla="*/ 4826225 h 5986168"/>
                <a:gd name="connsiteX30" fmla="*/ 5104220 w 7927838"/>
                <a:gd name="connsiteY30" fmla="*/ 5215600 h 5986168"/>
                <a:gd name="connsiteX31" fmla="*/ 4715781 w 7927838"/>
                <a:gd name="connsiteY31" fmla="*/ 5215600 h 5986168"/>
                <a:gd name="connsiteX32" fmla="*/ 6833922 w 7927838"/>
                <a:gd name="connsiteY32" fmla="*/ 4823752 h 5986168"/>
                <a:gd name="connsiteX33" fmla="*/ 7221874 w 7927838"/>
                <a:gd name="connsiteY33" fmla="*/ 4823752 h 5986168"/>
                <a:gd name="connsiteX34" fmla="*/ 7221874 w 7927838"/>
                <a:gd name="connsiteY34" fmla="*/ 5213766 h 5986168"/>
                <a:gd name="connsiteX35" fmla="*/ 6833922 w 7927838"/>
                <a:gd name="connsiteY35" fmla="*/ 5213766 h 5986168"/>
                <a:gd name="connsiteX36" fmla="*/ 6122135 w 7927838"/>
                <a:gd name="connsiteY36" fmla="*/ 4823752 h 5986168"/>
                <a:gd name="connsiteX37" fmla="*/ 6512264 w 7927838"/>
                <a:gd name="connsiteY37" fmla="*/ 4823752 h 5986168"/>
                <a:gd name="connsiteX38" fmla="*/ 6512264 w 7927838"/>
                <a:gd name="connsiteY38" fmla="*/ 5214721 h 5986168"/>
                <a:gd name="connsiteX39" fmla="*/ 6122135 w 7927838"/>
                <a:gd name="connsiteY39" fmla="*/ 5214721 h 5986168"/>
                <a:gd name="connsiteX40" fmla="*/ 7536946 w 7927838"/>
                <a:gd name="connsiteY40" fmla="*/ 4823552 h 5986168"/>
                <a:gd name="connsiteX41" fmla="*/ 7927762 w 7927838"/>
                <a:gd name="connsiteY41" fmla="*/ 4823552 h 5986168"/>
                <a:gd name="connsiteX42" fmla="*/ 7927762 w 7927838"/>
                <a:gd name="connsiteY42" fmla="*/ 5213767 h 5986168"/>
                <a:gd name="connsiteX43" fmla="*/ 7536946 w 7927838"/>
                <a:gd name="connsiteY43" fmla="*/ 5213767 h 5986168"/>
                <a:gd name="connsiteX44" fmla="*/ 2105814 w 7927838"/>
                <a:gd name="connsiteY44" fmla="*/ 4620899 h 5986168"/>
                <a:gd name="connsiteX45" fmla="*/ 2222186 w 7927838"/>
                <a:gd name="connsiteY45" fmla="*/ 4689735 h 5986168"/>
                <a:gd name="connsiteX46" fmla="*/ 2681125 w 7927838"/>
                <a:gd name="connsiteY46" fmla="*/ 4953450 h 5986168"/>
                <a:gd name="connsiteX47" fmla="*/ 3008234 w 7927838"/>
                <a:gd name="connsiteY47" fmla="*/ 5143226 h 5986168"/>
                <a:gd name="connsiteX48" fmla="*/ 3029046 w 7927838"/>
                <a:gd name="connsiteY48" fmla="*/ 5161843 h 5986168"/>
                <a:gd name="connsiteX49" fmla="*/ 2107065 w 7927838"/>
                <a:gd name="connsiteY49" fmla="*/ 5693426 h 5986168"/>
                <a:gd name="connsiteX50" fmla="*/ 2107065 w 7927838"/>
                <a:gd name="connsiteY50" fmla="*/ 5378306 h 5986168"/>
                <a:gd name="connsiteX51" fmla="*/ 0 w 7927838"/>
                <a:gd name="connsiteY51" fmla="*/ 5378306 h 5986168"/>
                <a:gd name="connsiteX52" fmla="*/ 0 w 7927838"/>
                <a:gd name="connsiteY52" fmla="*/ 4947110 h 5986168"/>
                <a:gd name="connsiteX53" fmla="*/ 2105814 w 7927838"/>
                <a:gd name="connsiteY53" fmla="*/ 4947110 h 5986168"/>
                <a:gd name="connsiteX54" fmla="*/ 2105814 w 7927838"/>
                <a:gd name="connsiteY54" fmla="*/ 4620899 h 5986168"/>
                <a:gd name="connsiteX55" fmla="*/ 4001923 w 7927838"/>
                <a:gd name="connsiteY55" fmla="*/ 4056935 h 5986168"/>
                <a:gd name="connsiteX56" fmla="*/ 4390362 w 7927838"/>
                <a:gd name="connsiteY56" fmla="*/ 4056935 h 5986168"/>
                <a:gd name="connsiteX57" fmla="*/ 4390362 w 7927838"/>
                <a:gd name="connsiteY57" fmla="*/ 4446310 h 5986168"/>
                <a:gd name="connsiteX58" fmla="*/ 4001923 w 7927838"/>
                <a:gd name="connsiteY58" fmla="*/ 4446310 h 5986168"/>
                <a:gd name="connsiteX59" fmla="*/ 7537041 w 7927838"/>
                <a:gd name="connsiteY59" fmla="*/ 4055055 h 5986168"/>
                <a:gd name="connsiteX60" fmla="*/ 7924907 w 7927838"/>
                <a:gd name="connsiteY60" fmla="*/ 4055055 h 5986168"/>
                <a:gd name="connsiteX61" fmla="*/ 7924907 w 7927838"/>
                <a:gd name="connsiteY61" fmla="*/ 4445021 h 5986168"/>
                <a:gd name="connsiteX62" fmla="*/ 7537041 w 7927838"/>
                <a:gd name="connsiteY62" fmla="*/ 4445021 h 5986168"/>
                <a:gd name="connsiteX63" fmla="*/ 4715142 w 7927838"/>
                <a:gd name="connsiteY63" fmla="*/ 4055055 h 5986168"/>
                <a:gd name="connsiteX64" fmla="*/ 5103428 w 7927838"/>
                <a:gd name="connsiteY64" fmla="*/ 4055055 h 5986168"/>
                <a:gd name="connsiteX65" fmla="*/ 5103428 w 7927838"/>
                <a:gd name="connsiteY65" fmla="*/ 4445231 h 5986168"/>
                <a:gd name="connsiteX66" fmla="*/ 4715142 w 7927838"/>
                <a:gd name="connsiteY66" fmla="*/ 4445231 h 5986168"/>
                <a:gd name="connsiteX67" fmla="*/ 5418767 w 7927838"/>
                <a:gd name="connsiteY67" fmla="*/ 3281049 h 5986168"/>
                <a:gd name="connsiteX68" fmla="*/ 5806023 w 7927838"/>
                <a:gd name="connsiteY68" fmla="*/ 3281049 h 5986168"/>
                <a:gd name="connsiteX69" fmla="*/ 5806023 w 7927838"/>
                <a:gd name="connsiteY69" fmla="*/ 3670710 h 5986168"/>
                <a:gd name="connsiteX70" fmla="*/ 5418767 w 7927838"/>
                <a:gd name="connsiteY70" fmla="*/ 3670710 h 5986168"/>
                <a:gd name="connsiteX71" fmla="*/ 4002562 w 7927838"/>
                <a:gd name="connsiteY71" fmla="*/ 3280362 h 5986168"/>
                <a:gd name="connsiteX72" fmla="*/ 4391183 w 7927838"/>
                <a:gd name="connsiteY72" fmla="*/ 3280362 h 5986168"/>
                <a:gd name="connsiteX73" fmla="*/ 4391183 w 7927838"/>
                <a:gd name="connsiteY73" fmla="*/ 3670701 h 5986168"/>
                <a:gd name="connsiteX74" fmla="*/ 4002562 w 7927838"/>
                <a:gd name="connsiteY74" fmla="*/ 3670701 h 5986168"/>
                <a:gd name="connsiteX75" fmla="*/ 7537900 w 7927838"/>
                <a:gd name="connsiteY75" fmla="*/ 3279933 h 5986168"/>
                <a:gd name="connsiteX76" fmla="*/ 7927838 w 7927838"/>
                <a:gd name="connsiteY76" fmla="*/ 3279933 h 5986168"/>
                <a:gd name="connsiteX77" fmla="*/ 7927838 w 7927838"/>
                <a:gd name="connsiteY77" fmla="*/ 3667742 h 5986168"/>
                <a:gd name="connsiteX78" fmla="*/ 7537900 w 7927838"/>
                <a:gd name="connsiteY78" fmla="*/ 3667742 h 5986168"/>
                <a:gd name="connsiteX79" fmla="*/ 4715352 w 7927838"/>
                <a:gd name="connsiteY79" fmla="*/ 3276983 h 5986168"/>
                <a:gd name="connsiteX80" fmla="*/ 5103228 w 7927838"/>
                <a:gd name="connsiteY80" fmla="*/ 3276983 h 5986168"/>
                <a:gd name="connsiteX81" fmla="*/ 5103228 w 7927838"/>
                <a:gd name="connsiteY81" fmla="*/ 3666959 h 5986168"/>
                <a:gd name="connsiteX82" fmla="*/ 4715352 w 7927838"/>
                <a:gd name="connsiteY82" fmla="*/ 3666959 h 5986168"/>
                <a:gd name="connsiteX83" fmla="*/ 4003040 w 7927838"/>
                <a:gd name="connsiteY83" fmla="*/ 2512151 h 5986168"/>
                <a:gd name="connsiteX84" fmla="*/ 4390677 w 7927838"/>
                <a:gd name="connsiteY84" fmla="*/ 2512151 h 5986168"/>
                <a:gd name="connsiteX85" fmla="*/ 4390677 w 7927838"/>
                <a:gd name="connsiteY85" fmla="*/ 2902003 h 5986168"/>
                <a:gd name="connsiteX86" fmla="*/ 4003040 w 7927838"/>
                <a:gd name="connsiteY86" fmla="*/ 2902003 h 5986168"/>
                <a:gd name="connsiteX87" fmla="*/ 4712440 w 7927838"/>
                <a:gd name="connsiteY87" fmla="*/ 2511388 h 5986168"/>
                <a:gd name="connsiteX88" fmla="*/ 5102244 w 7927838"/>
                <a:gd name="connsiteY88" fmla="*/ 2511388 h 5986168"/>
                <a:gd name="connsiteX89" fmla="*/ 5102244 w 7927838"/>
                <a:gd name="connsiteY89" fmla="*/ 2898930 h 5986168"/>
                <a:gd name="connsiteX90" fmla="*/ 4712440 w 7927838"/>
                <a:gd name="connsiteY90" fmla="*/ 2898930 h 5986168"/>
                <a:gd name="connsiteX91" fmla="*/ 7537022 w 7927838"/>
                <a:gd name="connsiteY91" fmla="*/ 2508285 h 5986168"/>
                <a:gd name="connsiteX92" fmla="*/ 7924917 w 7927838"/>
                <a:gd name="connsiteY92" fmla="*/ 2508285 h 5986168"/>
                <a:gd name="connsiteX93" fmla="*/ 7924917 w 7927838"/>
                <a:gd name="connsiteY93" fmla="*/ 2898261 h 5986168"/>
                <a:gd name="connsiteX94" fmla="*/ 7537022 w 7927838"/>
                <a:gd name="connsiteY94" fmla="*/ 2898261 h 5986168"/>
                <a:gd name="connsiteX95" fmla="*/ 5415655 w 7927838"/>
                <a:gd name="connsiteY95" fmla="*/ 1742662 h 5986168"/>
                <a:gd name="connsiteX96" fmla="*/ 5805383 w 7927838"/>
                <a:gd name="connsiteY96" fmla="*/ 1742662 h 5986168"/>
                <a:gd name="connsiteX97" fmla="*/ 5805383 w 7927838"/>
                <a:gd name="connsiteY97" fmla="*/ 2133229 h 5986168"/>
                <a:gd name="connsiteX98" fmla="*/ 5415655 w 7927838"/>
                <a:gd name="connsiteY98" fmla="*/ 2133229 h 5986168"/>
                <a:gd name="connsiteX99" fmla="*/ 4000128 w 7927838"/>
                <a:gd name="connsiteY99" fmla="*/ 1742662 h 5986168"/>
                <a:gd name="connsiteX100" fmla="*/ 4389856 w 7927838"/>
                <a:gd name="connsiteY100" fmla="*/ 1742662 h 5986168"/>
                <a:gd name="connsiteX101" fmla="*/ 4389856 w 7927838"/>
                <a:gd name="connsiteY101" fmla="*/ 2133229 h 5986168"/>
                <a:gd name="connsiteX102" fmla="*/ 4000128 w 7927838"/>
                <a:gd name="connsiteY102" fmla="*/ 2133229 h 5986168"/>
                <a:gd name="connsiteX103" fmla="*/ 6834800 w 7927838"/>
                <a:gd name="connsiteY103" fmla="*/ 1742518 h 5986168"/>
                <a:gd name="connsiteX104" fmla="*/ 7224766 w 7927838"/>
                <a:gd name="connsiteY104" fmla="*/ 1742518 h 5986168"/>
                <a:gd name="connsiteX105" fmla="*/ 7224766 w 7927838"/>
                <a:gd name="connsiteY105" fmla="*/ 2130384 h 5986168"/>
                <a:gd name="connsiteX106" fmla="*/ 6834800 w 7927838"/>
                <a:gd name="connsiteY106" fmla="*/ 2130384 h 5986168"/>
                <a:gd name="connsiteX107" fmla="*/ 4712440 w 7927838"/>
                <a:gd name="connsiteY107" fmla="*/ 1742452 h 5986168"/>
                <a:gd name="connsiteX108" fmla="*/ 5102473 w 7927838"/>
                <a:gd name="connsiteY108" fmla="*/ 1742452 h 5986168"/>
                <a:gd name="connsiteX109" fmla="*/ 5102473 w 7927838"/>
                <a:gd name="connsiteY109" fmla="*/ 2130451 h 5986168"/>
                <a:gd name="connsiteX110" fmla="*/ 4712440 w 7927838"/>
                <a:gd name="connsiteY110" fmla="*/ 2130451 h 5986168"/>
                <a:gd name="connsiteX111" fmla="*/ 7534168 w 7927838"/>
                <a:gd name="connsiteY111" fmla="*/ 1742347 h 5986168"/>
                <a:gd name="connsiteX112" fmla="*/ 7924297 w 7927838"/>
                <a:gd name="connsiteY112" fmla="*/ 1742347 h 5986168"/>
                <a:gd name="connsiteX113" fmla="*/ 7924297 w 7927838"/>
                <a:gd name="connsiteY113" fmla="*/ 2133315 h 5986168"/>
                <a:gd name="connsiteX114" fmla="*/ 7534168 w 7927838"/>
                <a:gd name="connsiteY114" fmla="*/ 2133315 h 5986168"/>
                <a:gd name="connsiteX115" fmla="*/ 6121218 w 7927838"/>
                <a:gd name="connsiteY115" fmla="*/ 1739588 h 5986168"/>
                <a:gd name="connsiteX116" fmla="*/ 6509648 w 7927838"/>
                <a:gd name="connsiteY116" fmla="*/ 1739588 h 5986168"/>
                <a:gd name="connsiteX117" fmla="*/ 6509648 w 7927838"/>
                <a:gd name="connsiteY117" fmla="*/ 2129830 h 5986168"/>
                <a:gd name="connsiteX118" fmla="*/ 6121218 w 7927838"/>
                <a:gd name="connsiteY118" fmla="*/ 2129830 h 5986168"/>
                <a:gd name="connsiteX119" fmla="*/ 2104091 w 7927838"/>
                <a:gd name="connsiteY119" fmla="*/ 1245310 h 5986168"/>
                <a:gd name="connsiteX120" fmla="*/ 2424888 w 7927838"/>
                <a:gd name="connsiteY120" fmla="*/ 1430241 h 5986168"/>
                <a:gd name="connsiteX121" fmla="*/ 2715058 w 7927838"/>
                <a:gd name="connsiteY121" fmla="*/ 1598742 h 5986168"/>
                <a:gd name="connsiteX122" fmla="*/ 3035230 w 7927838"/>
                <a:gd name="connsiteY122" fmla="*/ 1783422 h 5986168"/>
                <a:gd name="connsiteX123" fmla="*/ 2107160 w 7927838"/>
                <a:gd name="connsiteY123" fmla="*/ 2318702 h 5986168"/>
                <a:gd name="connsiteX124" fmla="*/ 2107160 w 7927838"/>
                <a:gd name="connsiteY124" fmla="*/ 2003393 h 5986168"/>
                <a:gd name="connsiteX125" fmla="*/ 754 w 7927838"/>
                <a:gd name="connsiteY125" fmla="*/ 2003393 h 5986168"/>
                <a:gd name="connsiteX126" fmla="*/ 754 w 7927838"/>
                <a:gd name="connsiteY126" fmla="*/ 1572193 h 5986168"/>
                <a:gd name="connsiteX127" fmla="*/ 2104091 w 7927838"/>
                <a:gd name="connsiteY127" fmla="*/ 1572193 h 5986168"/>
                <a:gd name="connsiteX128" fmla="*/ 2104091 w 7927838"/>
                <a:gd name="connsiteY128" fmla="*/ 1245310 h 5986168"/>
                <a:gd name="connsiteX129" fmla="*/ 4002916 w 7927838"/>
                <a:gd name="connsiteY129" fmla="*/ 965280 h 5986168"/>
                <a:gd name="connsiteX130" fmla="*/ 4390782 w 7927838"/>
                <a:gd name="connsiteY130" fmla="*/ 965280 h 5986168"/>
                <a:gd name="connsiteX131" fmla="*/ 4390782 w 7927838"/>
                <a:gd name="connsiteY131" fmla="*/ 1355247 h 5986168"/>
                <a:gd name="connsiteX132" fmla="*/ 4002916 w 7927838"/>
                <a:gd name="connsiteY132" fmla="*/ 1355247 h 5986168"/>
                <a:gd name="connsiteX133" fmla="*/ 6118593 w 7927838"/>
                <a:gd name="connsiteY133" fmla="*/ 964571 h 5986168"/>
                <a:gd name="connsiteX134" fmla="*/ 6508445 w 7927838"/>
                <a:gd name="connsiteY134" fmla="*/ 964571 h 5986168"/>
                <a:gd name="connsiteX135" fmla="*/ 6508445 w 7927838"/>
                <a:gd name="connsiteY135" fmla="*/ 1352208 h 5986168"/>
                <a:gd name="connsiteX136" fmla="*/ 6118593 w 7927838"/>
                <a:gd name="connsiteY136" fmla="*/ 1352208 h 5986168"/>
                <a:gd name="connsiteX137" fmla="*/ 6834895 w 7927838"/>
                <a:gd name="connsiteY137" fmla="*/ 964514 h 5986168"/>
                <a:gd name="connsiteX138" fmla="*/ 7224890 w 7927838"/>
                <a:gd name="connsiteY138" fmla="*/ 964514 h 5986168"/>
                <a:gd name="connsiteX139" fmla="*/ 7224890 w 7927838"/>
                <a:gd name="connsiteY139" fmla="*/ 1355416 h 5986168"/>
                <a:gd name="connsiteX140" fmla="*/ 6834895 w 7927838"/>
                <a:gd name="connsiteY140" fmla="*/ 1355416 h 5986168"/>
                <a:gd name="connsiteX141" fmla="*/ 7534120 w 7927838"/>
                <a:gd name="connsiteY141" fmla="*/ 964447 h 5986168"/>
                <a:gd name="connsiteX142" fmla="*/ 7924086 w 7927838"/>
                <a:gd name="connsiteY142" fmla="*/ 964447 h 5986168"/>
                <a:gd name="connsiteX143" fmla="*/ 7924086 w 7927838"/>
                <a:gd name="connsiteY143" fmla="*/ 1352313 h 5986168"/>
                <a:gd name="connsiteX144" fmla="*/ 7534120 w 7927838"/>
                <a:gd name="connsiteY144" fmla="*/ 1352313 h 5986168"/>
                <a:gd name="connsiteX145" fmla="*/ 5415512 w 7927838"/>
                <a:gd name="connsiteY145" fmla="*/ 964352 h 5986168"/>
                <a:gd name="connsiteX146" fmla="*/ 5805583 w 7927838"/>
                <a:gd name="connsiteY146" fmla="*/ 964352 h 5986168"/>
                <a:gd name="connsiteX147" fmla="*/ 5805583 w 7927838"/>
                <a:gd name="connsiteY147" fmla="*/ 1352420 h 5986168"/>
                <a:gd name="connsiteX148" fmla="*/ 5415512 w 7927838"/>
                <a:gd name="connsiteY148" fmla="*/ 1352420 h 5986168"/>
                <a:gd name="connsiteX149" fmla="*/ 4715962 w 7927838"/>
                <a:gd name="connsiteY149" fmla="*/ 964170 h 5986168"/>
                <a:gd name="connsiteX150" fmla="*/ 5106272 w 7927838"/>
                <a:gd name="connsiteY150" fmla="*/ 964170 h 5986168"/>
                <a:gd name="connsiteX151" fmla="*/ 5106272 w 7927838"/>
                <a:gd name="connsiteY151" fmla="*/ 1354843 h 5986168"/>
                <a:gd name="connsiteX152" fmla="*/ 4715962 w 7927838"/>
                <a:gd name="connsiteY152" fmla="*/ 1354843 h 5986168"/>
                <a:gd name="connsiteX153" fmla="*/ 3271608 w 7927838"/>
                <a:gd name="connsiteY153" fmla="*/ 0 h 5986168"/>
                <a:gd name="connsiteX154" fmla="*/ 3906543 w 7927838"/>
                <a:gd name="connsiteY154" fmla="*/ 0 h 5986168"/>
                <a:gd name="connsiteX155" fmla="*/ 3906543 w 7927838"/>
                <a:gd name="connsiteY155" fmla="*/ 633723 h 5986168"/>
                <a:gd name="connsiteX156" fmla="*/ 3271608 w 7927838"/>
                <a:gd name="connsiteY156" fmla="*/ 633723 h 598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7927838" h="5986168">
                  <a:moveTo>
                    <a:pt x="7537051" y="5596211"/>
                  </a:moveTo>
                  <a:lnTo>
                    <a:pt x="7924908" y="5596211"/>
                  </a:lnTo>
                  <a:lnTo>
                    <a:pt x="7924908" y="5986168"/>
                  </a:lnTo>
                  <a:lnTo>
                    <a:pt x="7537051" y="5986168"/>
                  </a:lnTo>
                  <a:close/>
                  <a:moveTo>
                    <a:pt x="4715361" y="5596202"/>
                  </a:moveTo>
                  <a:lnTo>
                    <a:pt x="5103227" y="5596202"/>
                  </a:lnTo>
                  <a:lnTo>
                    <a:pt x="5103227" y="5986168"/>
                  </a:lnTo>
                  <a:lnTo>
                    <a:pt x="4715361" y="5986168"/>
                  </a:lnTo>
                  <a:close/>
                  <a:moveTo>
                    <a:pt x="5419263" y="5595371"/>
                  </a:moveTo>
                  <a:lnTo>
                    <a:pt x="5809229" y="5595371"/>
                  </a:lnTo>
                  <a:lnTo>
                    <a:pt x="5809229" y="5983237"/>
                  </a:lnTo>
                  <a:lnTo>
                    <a:pt x="5419263" y="5983237"/>
                  </a:lnTo>
                  <a:close/>
                  <a:moveTo>
                    <a:pt x="6833969" y="5592450"/>
                  </a:moveTo>
                  <a:lnTo>
                    <a:pt x="7221835" y="5592450"/>
                  </a:lnTo>
                  <a:lnTo>
                    <a:pt x="7221835" y="5982416"/>
                  </a:lnTo>
                  <a:lnTo>
                    <a:pt x="6833969" y="5982416"/>
                  </a:lnTo>
                  <a:close/>
                  <a:moveTo>
                    <a:pt x="6121514" y="5592450"/>
                  </a:moveTo>
                  <a:lnTo>
                    <a:pt x="6509380" y="5592450"/>
                  </a:lnTo>
                  <a:lnTo>
                    <a:pt x="6509380" y="5982416"/>
                  </a:lnTo>
                  <a:lnTo>
                    <a:pt x="6121514" y="5982416"/>
                  </a:lnTo>
                  <a:close/>
                  <a:moveTo>
                    <a:pt x="5418433" y="4827504"/>
                  </a:moveTo>
                  <a:lnTo>
                    <a:pt x="5806309" y="4827504"/>
                  </a:lnTo>
                  <a:lnTo>
                    <a:pt x="5806309" y="5217470"/>
                  </a:lnTo>
                  <a:lnTo>
                    <a:pt x="5418433" y="5217470"/>
                  </a:lnTo>
                  <a:close/>
                  <a:moveTo>
                    <a:pt x="3999985" y="4826673"/>
                  </a:moveTo>
                  <a:lnTo>
                    <a:pt x="4389961" y="4826673"/>
                  </a:lnTo>
                  <a:lnTo>
                    <a:pt x="4389961" y="5214549"/>
                  </a:lnTo>
                  <a:lnTo>
                    <a:pt x="3999985" y="5214549"/>
                  </a:lnTo>
                  <a:close/>
                  <a:moveTo>
                    <a:pt x="4715781" y="4826225"/>
                  </a:moveTo>
                  <a:lnTo>
                    <a:pt x="5104220" y="4826225"/>
                  </a:lnTo>
                  <a:lnTo>
                    <a:pt x="5104220" y="5215600"/>
                  </a:lnTo>
                  <a:lnTo>
                    <a:pt x="4715781" y="5215600"/>
                  </a:lnTo>
                  <a:close/>
                  <a:moveTo>
                    <a:pt x="6833922" y="4823752"/>
                  </a:moveTo>
                  <a:lnTo>
                    <a:pt x="7221874" y="4823752"/>
                  </a:lnTo>
                  <a:lnTo>
                    <a:pt x="7221874" y="5213766"/>
                  </a:lnTo>
                  <a:lnTo>
                    <a:pt x="6833922" y="5213766"/>
                  </a:lnTo>
                  <a:close/>
                  <a:moveTo>
                    <a:pt x="6122135" y="4823752"/>
                  </a:moveTo>
                  <a:lnTo>
                    <a:pt x="6512264" y="4823752"/>
                  </a:lnTo>
                  <a:lnTo>
                    <a:pt x="6512264" y="5214721"/>
                  </a:lnTo>
                  <a:lnTo>
                    <a:pt x="6122135" y="5214721"/>
                  </a:lnTo>
                  <a:close/>
                  <a:moveTo>
                    <a:pt x="7536946" y="4823552"/>
                  </a:moveTo>
                  <a:lnTo>
                    <a:pt x="7927762" y="4823552"/>
                  </a:lnTo>
                  <a:lnTo>
                    <a:pt x="7927762" y="5213767"/>
                  </a:lnTo>
                  <a:lnTo>
                    <a:pt x="7536946" y="5213767"/>
                  </a:lnTo>
                  <a:close/>
                  <a:moveTo>
                    <a:pt x="2105814" y="4620899"/>
                  </a:moveTo>
                  <a:cubicBezTo>
                    <a:pt x="2148958" y="4646349"/>
                    <a:pt x="2184112" y="4667083"/>
                    <a:pt x="2222186" y="4689735"/>
                  </a:cubicBezTo>
                  <a:cubicBezTo>
                    <a:pt x="2377121" y="4778898"/>
                    <a:pt x="2529241" y="4865968"/>
                    <a:pt x="2681125" y="4953450"/>
                  </a:cubicBezTo>
                  <a:cubicBezTo>
                    <a:pt x="2790359" y="5016366"/>
                    <a:pt x="2899314" y="5079766"/>
                    <a:pt x="3008234" y="5143226"/>
                  </a:cubicBezTo>
                  <a:cubicBezTo>
                    <a:pt x="3014508" y="5146881"/>
                    <a:pt x="3019329" y="5153028"/>
                    <a:pt x="3029046" y="5161843"/>
                  </a:cubicBezTo>
                  <a:cubicBezTo>
                    <a:pt x="2721951" y="5338902"/>
                    <a:pt x="2418228" y="5514019"/>
                    <a:pt x="2107065" y="5693426"/>
                  </a:cubicBezTo>
                  <a:cubicBezTo>
                    <a:pt x="2107065" y="5582879"/>
                    <a:pt x="2107065" y="5483467"/>
                    <a:pt x="2107065" y="5378306"/>
                  </a:cubicBezTo>
                  <a:cubicBezTo>
                    <a:pt x="1403362" y="5378306"/>
                    <a:pt x="703098" y="5378306"/>
                    <a:pt x="0" y="5378306"/>
                  </a:cubicBezTo>
                  <a:cubicBezTo>
                    <a:pt x="0" y="5232668"/>
                    <a:pt x="0" y="5092797"/>
                    <a:pt x="0" y="4947110"/>
                  </a:cubicBezTo>
                  <a:cubicBezTo>
                    <a:pt x="700121" y="4947110"/>
                    <a:pt x="1400384" y="4947110"/>
                    <a:pt x="2105814" y="4947110"/>
                  </a:cubicBezTo>
                  <a:cubicBezTo>
                    <a:pt x="2105814" y="4837843"/>
                    <a:pt x="2105814" y="4734213"/>
                    <a:pt x="2105814" y="4620899"/>
                  </a:cubicBezTo>
                  <a:close/>
                  <a:moveTo>
                    <a:pt x="4001923" y="4056935"/>
                  </a:moveTo>
                  <a:lnTo>
                    <a:pt x="4390362" y="4056935"/>
                  </a:lnTo>
                  <a:lnTo>
                    <a:pt x="4390362" y="4446310"/>
                  </a:lnTo>
                  <a:lnTo>
                    <a:pt x="4001923" y="4446310"/>
                  </a:lnTo>
                  <a:close/>
                  <a:moveTo>
                    <a:pt x="7537041" y="4055055"/>
                  </a:moveTo>
                  <a:lnTo>
                    <a:pt x="7924907" y="4055055"/>
                  </a:lnTo>
                  <a:lnTo>
                    <a:pt x="7924907" y="4445021"/>
                  </a:lnTo>
                  <a:lnTo>
                    <a:pt x="7537041" y="4445021"/>
                  </a:lnTo>
                  <a:close/>
                  <a:moveTo>
                    <a:pt x="4715142" y="4055055"/>
                  </a:moveTo>
                  <a:lnTo>
                    <a:pt x="5103428" y="4055055"/>
                  </a:lnTo>
                  <a:lnTo>
                    <a:pt x="5103428" y="4445231"/>
                  </a:lnTo>
                  <a:lnTo>
                    <a:pt x="4715142" y="4445231"/>
                  </a:lnTo>
                  <a:close/>
                  <a:moveTo>
                    <a:pt x="5418767" y="3281049"/>
                  </a:moveTo>
                  <a:lnTo>
                    <a:pt x="5806023" y="3281049"/>
                  </a:lnTo>
                  <a:lnTo>
                    <a:pt x="5806023" y="3670710"/>
                  </a:lnTo>
                  <a:lnTo>
                    <a:pt x="5418767" y="3670710"/>
                  </a:lnTo>
                  <a:close/>
                  <a:moveTo>
                    <a:pt x="4002562" y="3280362"/>
                  </a:moveTo>
                  <a:lnTo>
                    <a:pt x="4391183" y="3280362"/>
                  </a:lnTo>
                  <a:lnTo>
                    <a:pt x="4391183" y="3670701"/>
                  </a:lnTo>
                  <a:lnTo>
                    <a:pt x="4002562" y="3670701"/>
                  </a:lnTo>
                  <a:close/>
                  <a:moveTo>
                    <a:pt x="7537900" y="3279933"/>
                  </a:moveTo>
                  <a:lnTo>
                    <a:pt x="7927838" y="3279933"/>
                  </a:lnTo>
                  <a:lnTo>
                    <a:pt x="7927838" y="3667742"/>
                  </a:lnTo>
                  <a:lnTo>
                    <a:pt x="7537900" y="3667742"/>
                  </a:lnTo>
                  <a:close/>
                  <a:moveTo>
                    <a:pt x="4715352" y="3276983"/>
                  </a:moveTo>
                  <a:lnTo>
                    <a:pt x="5103228" y="3276983"/>
                  </a:lnTo>
                  <a:lnTo>
                    <a:pt x="5103228" y="3666959"/>
                  </a:lnTo>
                  <a:lnTo>
                    <a:pt x="4715352" y="3666959"/>
                  </a:lnTo>
                  <a:close/>
                  <a:moveTo>
                    <a:pt x="4003040" y="2512151"/>
                  </a:moveTo>
                  <a:lnTo>
                    <a:pt x="4390677" y="2512151"/>
                  </a:lnTo>
                  <a:lnTo>
                    <a:pt x="4390677" y="2902003"/>
                  </a:lnTo>
                  <a:lnTo>
                    <a:pt x="4003040" y="2902003"/>
                  </a:lnTo>
                  <a:close/>
                  <a:moveTo>
                    <a:pt x="4712440" y="2511388"/>
                  </a:moveTo>
                  <a:lnTo>
                    <a:pt x="5102244" y="2511388"/>
                  </a:lnTo>
                  <a:lnTo>
                    <a:pt x="5102244" y="2898930"/>
                  </a:lnTo>
                  <a:lnTo>
                    <a:pt x="4712440" y="2898930"/>
                  </a:lnTo>
                  <a:close/>
                  <a:moveTo>
                    <a:pt x="7537022" y="2508285"/>
                  </a:moveTo>
                  <a:lnTo>
                    <a:pt x="7924917" y="2508285"/>
                  </a:lnTo>
                  <a:lnTo>
                    <a:pt x="7924917" y="2898261"/>
                  </a:lnTo>
                  <a:lnTo>
                    <a:pt x="7537022" y="2898261"/>
                  </a:lnTo>
                  <a:close/>
                  <a:moveTo>
                    <a:pt x="5415655" y="1742662"/>
                  </a:moveTo>
                  <a:lnTo>
                    <a:pt x="5805383" y="1742662"/>
                  </a:lnTo>
                  <a:lnTo>
                    <a:pt x="5805383" y="2133229"/>
                  </a:lnTo>
                  <a:lnTo>
                    <a:pt x="5415655" y="2133229"/>
                  </a:lnTo>
                  <a:close/>
                  <a:moveTo>
                    <a:pt x="4000128" y="1742662"/>
                  </a:moveTo>
                  <a:lnTo>
                    <a:pt x="4389856" y="1742662"/>
                  </a:lnTo>
                  <a:lnTo>
                    <a:pt x="4389856" y="2133229"/>
                  </a:lnTo>
                  <a:lnTo>
                    <a:pt x="4000128" y="2133229"/>
                  </a:lnTo>
                  <a:close/>
                  <a:moveTo>
                    <a:pt x="6834800" y="1742518"/>
                  </a:moveTo>
                  <a:lnTo>
                    <a:pt x="7224766" y="1742518"/>
                  </a:lnTo>
                  <a:lnTo>
                    <a:pt x="7224766" y="2130384"/>
                  </a:lnTo>
                  <a:lnTo>
                    <a:pt x="6834800" y="2130384"/>
                  </a:lnTo>
                  <a:close/>
                  <a:moveTo>
                    <a:pt x="4712440" y="1742452"/>
                  </a:moveTo>
                  <a:lnTo>
                    <a:pt x="5102473" y="1742452"/>
                  </a:lnTo>
                  <a:lnTo>
                    <a:pt x="5102473" y="2130451"/>
                  </a:lnTo>
                  <a:lnTo>
                    <a:pt x="4712440" y="2130451"/>
                  </a:lnTo>
                  <a:close/>
                  <a:moveTo>
                    <a:pt x="7534168" y="1742347"/>
                  </a:moveTo>
                  <a:lnTo>
                    <a:pt x="7924297" y="1742347"/>
                  </a:lnTo>
                  <a:lnTo>
                    <a:pt x="7924297" y="2133315"/>
                  </a:lnTo>
                  <a:lnTo>
                    <a:pt x="7534168" y="2133315"/>
                  </a:lnTo>
                  <a:close/>
                  <a:moveTo>
                    <a:pt x="6121218" y="1739588"/>
                  </a:moveTo>
                  <a:lnTo>
                    <a:pt x="6509648" y="1739588"/>
                  </a:lnTo>
                  <a:lnTo>
                    <a:pt x="6509648" y="2129830"/>
                  </a:lnTo>
                  <a:lnTo>
                    <a:pt x="6121218" y="2129830"/>
                  </a:lnTo>
                  <a:close/>
                  <a:moveTo>
                    <a:pt x="2104091" y="1245310"/>
                  </a:moveTo>
                  <a:cubicBezTo>
                    <a:pt x="2215606" y="1309977"/>
                    <a:pt x="2318563" y="1369680"/>
                    <a:pt x="2424888" y="1430241"/>
                  </a:cubicBezTo>
                  <a:cubicBezTo>
                    <a:pt x="2523843" y="1487004"/>
                    <a:pt x="2619286" y="1543157"/>
                    <a:pt x="2715058" y="1598742"/>
                  </a:cubicBezTo>
                  <a:cubicBezTo>
                    <a:pt x="2818567" y="1658819"/>
                    <a:pt x="2922385" y="1718364"/>
                    <a:pt x="3035230" y="1783422"/>
                  </a:cubicBezTo>
                  <a:cubicBezTo>
                    <a:pt x="2722944" y="1963539"/>
                    <a:pt x="2419337" y="2138647"/>
                    <a:pt x="2107160" y="2318702"/>
                  </a:cubicBezTo>
                  <a:cubicBezTo>
                    <a:pt x="2107160" y="2208060"/>
                    <a:pt x="2107160" y="2107744"/>
                    <a:pt x="2107160" y="2003393"/>
                  </a:cubicBezTo>
                  <a:cubicBezTo>
                    <a:pt x="1402653" y="2003393"/>
                    <a:pt x="703504" y="2003393"/>
                    <a:pt x="754" y="2003393"/>
                  </a:cubicBezTo>
                  <a:cubicBezTo>
                    <a:pt x="754" y="1858311"/>
                    <a:pt x="754" y="1717338"/>
                    <a:pt x="754" y="1572193"/>
                  </a:cubicBezTo>
                  <a:cubicBezTo>
                    <a:pt x="700841" y="1572193"/>
                    <a:pt x="1399992" y="1572193"/>
                    <a:pt x="2104091" y="1572193"/>
                  </a:cubicBezTo>
                  <a:cubicBezTo>
                    <a:pt x="2104091" y="1464385"/>
                    <a:pt x="2104091" y="1360540"/>
                    <a:pt x="2104091" y="1245310"/>
                  </a:cubicBezTo>
                  <a:close/>
                  <a:moveTo>
                    <a:pt x="4002916" y="965280"/>
                  </a:moveTo>
                  <a:lnTo>
                    <a:pt x="4390782" y="965280"/>
                  </a:lnTo>
                  <a:lnTo>
                    <a:pt x="4390782" y="1355247"/>
                  </a:lnTo>
                  <a:lnTo>
                    <a:pt x="4002916" y="1355247"/>
                  </a:lnTo>
                  <a:close/>
                  <a:moveTo>
                    <a:pt x="6118593" y="964571"/>
                  </a:moveTo>
                  <a:lnTo>
                    <a:pt x="6508445" y="964571"/>
                  </a:lnTo>
                  <a:lnTo>
                    <a:pt x="6508445" y="1352208"/>
                  </a:lnTo>
                  <a:lnTo>
                    <a:pt x="6118593" y="1352208"/>
                  </a:lnTo>
                  <a:close/>
                  <a:moveTo>
                    <a:pt x="6834895" y="964514"/>
                  </a:moveTo>
                  <a:lnTo>
                    <a:pt x="7224890" y="964514"/>
                  </a:lnTo>
                  <a:lnTo>
                    <a:pt x="7224890" y="1355416"/>
                  </a:lnTo>
                  <a:lnTo>
                    <a:pt x="6834895" y="1355416"/>
                  </a:lnTo>
                  <a:close/>
                  <a:moveTo>
                    <a:pt x="7534120" y="964447"/>
                  </a:moveTo>
                  <a:lnTo>
                    <a:pt x="7924086" y="964447"/>
                  </a:lnTo>
                  <a:lnTo>
                    <a:pt x="7924086" y="1352313"/>
                  </a:lnTo>
                  <a:lnTo>
                    <a:pt x="7534120" y="1352313"/>
                  </a:lnTo>
                  <a:close/>
                  <a:moveTo>
                    <a:pt x="5415512" y="964352"/>
                  </a:moveTo>
                  <a:lnTo>
                    <a:pt x="5805583" y="964352"/>
                  </a:lnTo>
                  <a:lnTo>
                    <a:pt x="5805583" y="1352420"/>
                  </a:lnTo>
                  <a:lnTo>
                    <a:pt x="5415512" y="1352420"/>
                  </a:lnTo>
                  <a:close/>
                  <a:moveTo>
                    <a:pt x="4715962" y="964170"/>
                  </a:moveTo>
                  <a:lnTo>
                    <a:pt x="5106272" y="964170"/>
                  </a:lnTo>
                  <a:lnTo>
                    <a:pt x="5106272" y="1354843"/>
                  </a:lnTo>
                  <a:lnTo>
                    <a:pt x="4715962" y="1354843"/>
                  </a:lnTo>
                  <a:close/>
                  <a:moveTo>
                    <a:pt x="3271608" y="0"/>
                  </a:moveTo>
                  <a:lnTo>
                    <a:pt x="3906543" y="0"/>
                  </a:lnTo>
                  <a:lnTo>
                    <a:pt x="3906543" y="633723"/>
                  </a:lnTo>
                  <a:lnTo>
                    <a:pt x="3271608" y="633723"/>
                  </a:lnTo>
                  <a:close/>
                </a:path>
              </a:pathLst>
            </a:custGeom>
            <a:solidFill>
              <a:schemeClr val="bg1"/>
            </a:solidFill>
            <a:ln w="6350" cap="flat">
              <a:noFill/>
              <a:prstDash val="solid"/>
              <a:miter/>
            </a:ln>
          </p:spPr>
          <p:txBody>
            <a:bodyPr wrap="square" rtlCol="0" anchor="ctr">
              <a:noAutofit/>
            </a:bodyPr>
            <a:lstStyle/>
            <a:p>
              <a:endParaRPr lang="en-US" dirty="0"/>
            </a:p>
          </p:txBody>
        </p:sp>
        <p:sp>
          <p:nvSpPr>
            <p:cNvPr id="815" name="Freeform: Shape 814">
              <a:extLst>
                <a:ext uri="{FF2B5EF4-FFF2-40B4-BE49-F238E27FC236}">
                  <a16:creationId xmlns:a16="http://schemas.microsoft.com/office/drawing/2014/main" id="{FC9479DA-774A-D5CE-02F9-4329456D8166}"/>
                </a:ext>
                <a:ext uri="{C183D7F6-B498-43B3-948B-1728B52AA6E4}">
                  <adec:decorative xmlns:adec="http://schemas.microsoft.com/office/drawing/2017/decorative" val="1"/>
                </a:ext>
              </a:extLst>
            </p:cNvPr>
            <p:cNvSpPr/>
            <p:nvPr/>
          </p:nvSpPr>
          <p:spPr>
            <a:xfrm>
              <a:off x="6378344" y="1523830"/>
              <a:ext cx="532713" cy="450617"/>
            </a:xfrm>
            <a:custGeom>
              <a:avLst/>
              <a:gdLst>
                <a:gd name="connsiteX0" fmla="*/ 1204029 w 7990709"/>
                <a:gd name="connsiteY0" fmla="*/ 3587718 h 6759256"/>
                <a:gd name="connsiteX1" fmla="*/ 1121028 w 7990709"/>
                <a:gd name="connsiteY1" fmla="*/ 3600281 h 6759256"/>
                <a:gd name="connsiteX2" fmla="*/ 1050737 w 7990709"/>
                <a:gd name="connsiteY2" fmla="*/ 3697844 h 6759256"/>
                <a:gd name="connsiteX3" fmla="*/ 1049352 w 7990709"/>
                <a:gd name="connsiteY3" fmla="*/ 3925992 h 6759256"/>
                <a:gd name="connsiteX4" fmla="*/ 1187568 w 7990709"/>
                <a:gd name="connsiteY4" fmla="*/ 4039930 h 6759256"/>
                <a:gd name="connsiteX5" fmla="*/ 1319798 w 7990709"/>
                <a:gd name="connsiteY5" fmla="*/ 3921686 h 6759256"/>
                <a:gd name="connsiteX6" fmla="*/ 1328415 w 7990709"/>
                <a:gd name="connsiteY6" fmla="*/ 3727223 h 6759256"/>
                <a:gd name="connsiteX7" fmla="*/ 1204029 w 7990709"/>
                <a:gd name="connsiteY7" fmla="*/ 3587718 h 6759256"/>
                <a:gd name="connsiteX8" fmla="*/ 1930550 w 7990709"/>
                <a:gd name="connsiteY8" fmla="*/ 3587538 h 6759256"/>
                <a:gd name="connsiteX9" fmla="*/ 1873322 w 7990709"/>
                <a:gd name="connsiteY9" fmla="*/ 3591086 h 6759256"/>
                <a:gd name="connsiteX10" fmla="*/ 1778366 w 7990709"/>
                <a:gd name="connsiteY10" fmla="*/ 3700397 h 6759256"/>
                <a:gd name="connsiteX11" fmla="*/ 1793155 w 7990709"/>
                <a:gd name="connsiteY11" fmla="*/ 3957690 h 6759256"/>
                <a:gd name="connsiteX12" fmla="*/ 1918762 w 7990709"/>
                <a:gd name="connsiteY12" fmla="*/ 4038782 h 6759256"/>
                <a:gd name="connsiteX13" fmla="*/ 2048182 w 7990709"/>
                <a:gd name="connsiteY13" fmla="*/ 3926846 h 6759256"/>
                <a:gd name="connsiteX14" fmla="*/ 2047658 w 7990709"/>
                <a:gd name="connsiteY14" fmla="*/ 3694207 h 6759256"/>
                <a:gd name="connsiteX15" fmla="*/ 1930550 w 7990709"/>
                <a:gd name="connsiteY15" fmla="*/ 3587538 h 6759256"/>
                <a:gd name="connsiteX16" fmla="*/ 2619672 w 7990709"/>
                <a:gd name="connsiteY16" fmla="*/ 3584431 h 6759256"/>
                <a:gd name="connsiteX17" fmla="*/ 2518514 w 7990709"/>
                <a:gd name="connsiteY17" fmla="*/ 3669808 h 6759256"/>
                <a:gd name="connsiteX18" fmla="*/ 2514450 w 7990709"/>
                <a:gd name="connsiteY18" fmla="*/ 3946466 h 6759256"/>
                <a:gd name="connsiteX19" fmla="*/ 2635305 w 7990709"/>
                <a:gd name="connsiteY19" fmla="*/ 4036734 h 6759256"/>
                <a:gd name="connsiteX20" fmla="*/ 2758499 w 7990709"/>
                <a:gd name="connsiteY20" fmla="*/ 3967097 h 6759256"/>
                <a:gd name="connsiteX21" fmla="*/ 2785599 w 7990709"/>
                <a:gd name="connsiteY21" fmla="*/ 3734025 h 6759256"/>
                <a:gd name="connsiteX22" fmla="*/ 2724563 w 7990709"/>
                <a:gd name="connsiteY22" fmla="*/ 3613209 h 6759256"/>
                <a:gd name="connsiteX23" fmla="*/ 2663652 w 7990709"/>
                <a:gd name="connsiteY23" fmla="*/ 3586148 h 6759256"/>
                <a:gd name="connsiteX24" fmla="*/ 2619672 w 7990709"/>
                <a:gd name="connsiteY24" fmla="*/ 3584431 h 6759256"/>
                <a:gd name="connsiteX25" fmla="*/ 456564 w 7990709"/>
                <a:gd name="connsiteY25" fmla="*/ 3581906 h 6759256"/>
                <a:gd name="connsiteX26" fmla="*/ 328985 w 7990709"/>
                <a:gd name="connsiteY26" fmla="*/ 3671232 h 6759256"/>
                <a:gd name="connsiteX27" fmla="*/ 333007 w 7990709"/>
                <a:gd name="connsiteY27" fmla="*/ 3952392 h 6759256"/>
                <a:gd name="connsiteX28" fmla="*/ 460297 w 7990709"/>
                <a:gd name="connsiteY28" fmla="*/ 4037111 h 6759256"/>
                <a:gd name="connsiteX29" fmla="*/ 584651 w 7990709"/>
                <a:gd name="connsiteY29" fmla="*/ 3945089 h 6759256"/>
                <a:gd name="connsiteX30" fmla="*/ 587947 w 7990709"/>
                <a:gd name="connsiteY30" fmla="*/ 3690903 h 6759256"/>
                <a:gd name="connsiteX31" fmla="*/ 456564 w 7990709"/>
                <a:gd name="connsiteY31" fmla="*/ 3581906 h 6759256"/>
                <a:gd name="connsiteX32" fmla="*/ 181 w 7990709"/>
                <a:gd name="connsiteY32" fmla="*/ 3537123 h 6759256"/>
                <a:gd name="connsiteX33" fmla="*/ 154018 w 7990709"/>
                <a:gd name="connsiteY33" fmla="*/ 3537123 h 6759256"/>
                <a:gd name="connsiteX34" fmla="*/ 154018 w 7990709"/>
                <a:gd name="connsiteY34" fmla="*/ 4084563 h 6759256"/>
                <a:gd name="connsiteX35" fmla="*/ 81672 w 7990709"/>
                <a:gd name="connsiteY35" fmla="*/ 4084563 h 6759256"/>
                <a:gd name="connsiteX36" fmla="*/ 81672 w 7990709"/>
                <a:gd name="connsiteY36" fmla="*/ 3900061 h 6759256"/>
                <a:gd name="connsiteX37" fmla="*/ 81672 w 7990709"/>
                <a:gd name="connsiteY37" fmla="*/ 3601980 h 6759256"/>
                <a:gd name="connsiteX38" fmla="*/ 181 w 7990709"/>
                <a:gd name="connsiteY38" fmla="*/ 3601980 h 6759256"/>
                <a:gd name="connsiteX39" fmla="*/ 181 w 7990709"/>
                <a:gd name="connsiteY39" fmla="*/ 3537123 h 6759256"/>
                <a:gd name="connsiteX40" fmla="*/ 2184291 w 7990709"/>
                <a:gd name="connsiteY40" fmla="*/ 3537018 h 6759256"/>
                <a:gd name="connsiteX41" fmla="*/ 2338359 w 7990709"/>
                <a:gd name="connsiteY41" fmla="*/ 3537018 h 6759256"/>
                <a:gd name="connsiteX42" fmla="*/ 2338359 w 7990709"/>
                <a:gd name="connsiteY42" fmla="*/ 4084680 h 6759256"/>
                <a:gd name="connsiteX43" fmla="*/ 2265899 w 7990709"/>
                <a:gd name="connsiteY43" fmla="*/ 4084680 h 6759256"/>
                <a:gd name="connsiteX44" fmla="*/ 2265899 w 7990709"/>
                <a:gd name="connsiteY44" fmla="*/ 3806317 h 6759256"/>
                <a:gd name="connsiteX45" fmla="*/ 2265899 w 7990709"/>
                <a:gd name="connsiteY45" fmla="*/ 3601755 h 6759256"/>
                <a:gd name="connsiteX46" fmla="*/ 2184291 w 7990709"/>
                <a:gd name="connsiteY46" fmla="*/ 3601755 h 6759256"/>
                <a:gd name="connsiteX47" fmla="*/ 2184291 w 7990709"/>
                <a:gd name="connsiteY47" fmla="*/ 3537018 h 6759256"/>
                <a:gd name="connsiteX48" fmla="*/ 1452927 w 7990709"/>
                <a:gd name="connsiteY48" fmla="*/ 3536865 h 6759256"/>
                <a:gd name="connsiteX49" fmla="*/ 1607336 w 7990709"/>
                <a:gd name="connsiteY49" fmla="*/ 3536865 h 6759256"/>
                <a:gd name="connsiteX50" fmla="*/ 1607336 w 7990709"/>
                <a:gd name="connsiteY50" fmla="*/ 4084897 h 6759256"/>
                <a:gd name="connsiteX51" fmla="*/ 1536710 w 7990709"/>
                <a:gd name="connsiteY51" fmla="*/ 4084897 h 6759256"/>
                <a:gd name="connsiteX52" fmla="*/ 1534702 w 7990709"/>
                <a:gd name="connsiteY52" fmla="*/ 4039400 h 6759256"/>
                <a:gd name="connsiteX53" fmla="*/ 1534702 w 7990709"/>
                <a:gd name="connsiteY53" fmla="*/ 3601430 h 6759256"/>
                <a:gd name="connsiteX54" fmla="*/ 1452927 w 7990709"/>
                <a:gd name="connsiteY54" fmla="*/ 3601430 h 6759256"/>
                <a:gd name="connsiteX55" fmla="*/ 1452927 w 7990709"/>
                <a:gd name="connsiteY55" fmla="*/ 3536865 h 6759256"/>
                <a:gd name="connsiteX56" fmla="*/ 731508 w 7990709"/>
                <a:gd name="connsiteY56" fmla="*/ 3534460 h 6759256"/>
                <a:gd name="connsiteX57" fmla="*/ 803534 w 7990709"/>
                <a:gd name="connsiteY57" fmla="*/ 3534460 h 6759256"/>
                <a:gd name="connsiteX58" fmla="*/ 875639 w 7990709"/>
                <a:gd name="connsiteY58" fmla="*/ 3534460 h 6759256"/>
                <a:gd name="connsiteX59" fmla="*/ 875639 w 7990709"/>
                <a:gd name="connsiteY59" fmla="*/ 4084392 h 6759256"/>
                <a:gd name="connsiteX60" fmla="*/ 814783 w 7990709"/>
                <a:gd name="connsiteY60" fmla="*/ 4084392 h 6759256"/>
                <a:gd name="connsiteX61" fmla="*/ 814783 w 7990709"/>
                <a:gd name="connsiteY61" fmla="*/ 3602232 h 6759256"/>
                <a:gd name="connsiteX62" fmla="*/ 731508 w 7990709"/>
                <a:gd name="connsiteY62" fmla="*/ 3602232 h 6759256"/>
                <a:gd name="connsiteX63" fmla="*/ 731508 w 7990709"/>
                <a:gd name="connsiteY63" fmla="*/ 3534460 h 6759256"/>
                <a:gd name="connsiteX64" fmla="*/ 1151861 w 7990709"/>
                <a:gd name="connsiteY64" fmla="*/ 3517218 h 6759256"/>
                <a:gd name="connsiteX65" fmla="*/ 1211081 w 7990709"/>
                <a:gd name="connsiteY65" fmla="*/ 3517587 h 6759256"/>
                <a:gd name="connsiteX66" fmla="*/ 1386661 w 7990709"/>
                <a:gd name="connsiteY66" fmla="*/ 3661202 h 6759256"/>
                <a:gd name="connsiteX67" fmla="*/ 1348794 w 7990709"/>
                <a:gd name="connsiteY67" fmla="*/ 4028356 h 6759256"/>
                <a:gd name="connsiteX68" fmla="*/ 1154268 w 7990709"/>
                <a:gd name="connsiteY68" fmla="*/ 4104400 h 6759256"/>
                <a:gd name="connsiteX69" fmla="*/ 962857 w 7990709"/>
                <a:gd name="connsiteY69" fmla="*/ 3833766 h 6759256"/>
                <a:gd name="connsiteX70" fmla="*/ 1009102 w 7990709"/>
                <a:gd name="connsiteY70" fmla="*/ 3609446 h 6759256"/>
                <a:gd name="connsiteX71" fmla="*/ 1151861 w 7990709"/>
                <a:gd name="connsiteY71" fmla="*/ 3517218 h 6759256"/>
                <a:gd name="connsiteX72" fmla="*/ 456344 w 7990709"/>
                <a:gd name="connsiteY72" fmla="*/ 3516848 h 6759256"/>
                <a:gd name="connsiteX73" fmla="*/ 652432 w 7990709"/>
                <a:gd name="connsiteY73" fmla="*/ 3646894 h 6759256"/>
                <a:gd name="connsiteX74" fmla="*/ 627755 w 7990709"/>
                <a:gd name="connsiteY74" fmla="*/ 4016363 h 6759256"/>
                <a:gd name="connsiteX75" fmla="*/ 275465 w 7990709"/>
                <a:gd name="connsiteY75" fmla="*/ 4005126 h 6759256"/>
                <a:gd name="connsiteX76" fmla="*/ 260259 w 7990709"/>
                <a:gd name="connsiteY76" fmla="*/ 3647327 h 6759256"/>
                <a:gd name="connsiteX77" fmla="*/ 456344 w 7990709"/>
                <a:gd name="connsiteY77" fmla="*/ 3516848 h 6759256"/>
                <a:gd name="connsiteX78" fmla="*/ 2632001 w 7990709"/>
                <a:gd name="connsiteY78" fmla="*/ 3516764 h 6759256"/>
                <a:gd name="connsiteX79" fmla="*/ 2834957 w 7990709"/>
                <a:gd name="connsiteY79" fmla="*/ 3637629 h 6759256"/>
                <a:gd name="connsiteX80" fmla="*/ 2826444 w 7990709"/>
                <a:gd name="connsiteY80" fmla="*/ 3991810 h 6759256"/>
                <a:gd name="connsiteX81" fmla="*/ 2723958 w 7990709"/>
                <a:gd name="connsiteY81" fmla="*/ 4088057 h 6759256"/>
                <a:gd name="connsiteX82" fmla="*/ 2426032 w 7990709"/>
                <a:gd name="connsiteY82" fmla="*/ 3918470 h 6759256"/>
                <a:gd name="connsiteX83" fmla="*/ 2442643 w 7990709"/>
                <a:gd name="connsiteY83" fmla="*/ 3656346 h 6759256"/>
                <a:gd name="connsiteX84" fmla="*/ 2632001 w 7990709"/>
                <a:gd name="connsiteY84" fmla="*/ 3516764 h 6759256"/>
                <a:gd name="connsiteX85" fmla="*/ 1933365 w 7990709"/>
                <a:gd name="connsiteY85" fmla="*/ 3516605 h 6759256"/>
                <a:gd name="connsiteX86" fmla="*/ 2114837 w 7990709"/>
                <a:gd name="connsiteY86" fmla="*/ 3658710 h 6759256"/>
                <a:gd name="connsiteX87" fmla="*/ 2091155 w 7990709"/>
                <a:gd name="connsiteY87" fmla="*/ 4013724 h 6759256"/>
                <a:gd name="connsiteX88" fmla="*/ 1778206 w 7990709"/>
                <a:gd name="connsiteY88" fmla="*/ 4056802 h 6759256"/>
                <a:gd name="connsiteX89" fmla="*/ 1700557 w 7990709"/>
                <a:gd name="connsiteY89" fmla="*/ 3917861 h 6759256"/>
                <a:gd name="connsiteX90" fmla="*/ 1724239 w 7990709"/>
                <a:gd name="connsiteY90" fmla="*/ 3632891 h 6759256"/>
                <a:gd name="connsiteX91" fmla="*/ 1933365 w 7990709"/>
                <a:gd name="connsiteY91" fmla="*/ 3516605 h 6759256"/>
                <a:gd name="connsiteX92" fmla="*/ 2653207 w 7990709"/>
                <a:gd name="connsiteY92" fmla="*/ 2635088 h 6759256"/>
                <a:gd name="connsiteX93" fmla="*/ 2512767 w 7990709"/>
                <a:gd name="connsiteY93" fmla="*/ 2731358 h 6759256"/>
                <a:gd name="connsiteX94" fmla="*/ 2513752 w 7990709"/>
                <a:gd name="connsiteY94" fmla="*/ 2995814 h 6759256"/>
                <a:gd name="connsiteX95" fmla="*/ 2622025 w 7990709"/>
                <a:gd name="connsiteY95" fmla="*/ 3084558 h 6759256"/>
                <a:gd name="connsiteX96" fmla="*/ 2764164 w 7990709"/>
                <a:gd name="connsiteY96" fmla="*/ 3007549 h 6759256"/>
                <a:gd name="connsiteX97" fmla="*/ 2782359 w 7990709"/>
                <a:gd name="connsiteY97" fmla="*/ 2779883 h 6759256"/>
                <a:gd name="connsiteX98" fmla="*/ 2781556 w 7990709"/>
                <a:gd name="connsiteY98" fmla="*/ 2770563 h 6759256"/>
                <a:gd name="connsiteX99" fmla="*/ 2653207 w 7990709"/>
                <a:gd name="connsiteY99" fmla="*/ 2635088 h 6759256"/>
                <a:gd name="connsiteX100" fmla="*/ 462059 w 7990709"/>
                <a:gd name="connsiteY100" fmla="*/ 2634817 h 6759256"/>
                <a:gd name="connsiteX101" fmla="*/ 317905 w 7990709"/>
                <a:gd name="connsiteY101" fmla="*/ 2762001 h 6759256"/>
                <a:gd name="connsiteX102" fmla="*/ 319014 w 7990709"/>
                <a:gd name="connsiteY102" fmla="*/ 2971216 h 6759256"/>
                <a:gd name="connsiteX103" fmla="*/ 541888 w 7990709"/>
                <a:gd name="connsiteY103" fmla="*/ 3055882 h 6759256"/>
                <a:gd name="connsiteX104" fmla="*/ 606224 w 7990709"/>
                <a:gd name="connsiteY104" fmla="*/ 2916004 h 6759256"/>
                <a:gd name="connsiteX105" fmla="*/ 596786 w 7990709"/>
                <a:gd name="connsiteY105" fmla="*/ 2773617 h 6759256"/>
                <a:gd name="connsiteX106" fmla="*/ 462059 w 7990709"/>
                <a:gd name="connsiteY106" fmla="*/ 2634817 h 6759256"/>
                <a:gd name="connsiteX107" fmla="*/ 1179483 w 7990709"/>
                <a:gd name="connsiteY107" fmla="*/ 2634427 h 6759256"/>
                <a:gd name="connsiteX108" fmla="*/ 1060209 w 7990709"/>
                <a:gd name="connsiteY108" fmla="*/ 2721528 h 6759256"/>
                <a:gd name="connsiteX109" fmla="*/ 1047976 w 7990709"/>
                <a:gd name="connsiteY109" fmla="*/ 2965275 h 6759256"/>
                <a:gd name="connsiteX110" fmla="*/ 1205597 w 7990709"/>
                <a:gd name="connsiteY110" fmla="*/ 3084927 h 6759256"/>
                <a:gd name="connsiteX111" fmla="*/ 1325141 w 7990709"/>
                <a:gd name="connsiteY111" fmla="*/ 2956912 h 6759256"/>
                <a:gd name="connsiteX112" fmla="*/ 1327530 w 7990709"/>
                <a:gd name="connsiteY112" fmla="*/ 2784121 h 6759256"/>
                <a:gd name="connsiteX113" fmla="*/ 1235152 w 7990709"/>
                <a:gd name="connsiteY113" fmla="*/ 2644206 h 6759256"/>
                <a:gd name="connsiteX114" fmla="*/ 1179483 w 7990709"/>
                <a:gd name="connsiteY114" fmla="*/ 2634427 h 6759256"/>
                <a:gd name="connsiteX115" fmla="*/ 1925234 w 7990709"/>
                <a:gd name="connsiteY115" fmla="*/ 2633279 h 6759256"/>
                <a:gd name="connsiteX116" fmla="*/ 1852457 w 7990709"/>
                <a:gd name="connsiteY116" fmla="*/ 2649945 h 6759256"/>
                <a:gd name="connsiteX117" fmla="*/ 1770255 w 7990709"/>
                <a:gd name="connsiteY117" fmla="*/ 2778940 h 6759256"/>
                <a:gd name="connsiteX118" fmla="*/ 1769960 w 7990709"/>
                <a:gd name="connsiteY118" fmla="*/ 2938119 h 6759256"/>
                <a:gd name="connsiteX119" fmla="*/ 1891575 w 7990709"/>
                <a:gd name="connsiteY119" fmla="*/ 3084568 h 6759256"/>
                <a:gd name="connsiteX120" fmla="*/ 2045826 w 7990709"/>
                <a:gd name="connsiteY120" fmla="*/ 2984079 h 6759256"/>
                <a:gd name="connsiteX121" fmla="*/ 2047362 w 7990709"/>
                <a:gd name="connsiteY121" fmla="*/ 2739385 h 6759256"/>
                <a:gd name="connsiteX122" fmla="*/ 1992504 w 7990709"/>
                <a:gd name="connsiteY122" fmla="*/ 2663433 h 6759256"/>
                <a:gd name="connsiteX123" fmla="*/ 1925234 w 7990709"/>
                <a:gd name="connsiteY123" fmla="*/ 2633279 h 6759256"/>
                <a:gd name="connsiteX124" fmla="*/ 731556 w 7990709"/>
                <a:gd name="connsiteY124" fmla="*/ 2581083 h 6759256"/>
                <a:gd name="connsiteX125" fmla="*/ 878492 w 7990709"/>
                <a:gd name="connsiteY125" fmla="*/ 2581083 h 6759256"/>
                <a:gd name="connsiteX126" fmla="*/ 878492 w 7990709"/>
                <a:gd name="connsiteY126" fmla="*/ 2663050 h 6759256"/>
                <a:gd name="connsiteX127" fmla="*/ 878492 w 7990709"/>
                <a:gd name="connsiteY127" fmla="*/ 3137583 h 6759256"/>
                <a:gd name="connsiteX128" fmla="*/ 814826 w 7990709"/>
                <a:gd name="connsiteY128" fmla="*/ 3137583 h 6759256"/>
                <a:gd name="connsiteX129" fmla="*/ 814826 w 7990709"/>
                <a:gd name="connsiteY129" fmla="*/ 2646132 h 6759256"/>
                <a:gd name="connsiteX130" fmla="*/ 731556 w 7990709"/>
                <a:gd name="connsiteY130" fmla="*/ 2646132 h 6759256"/>
                <a:gd name="connsiteX131" fmla="*/ 731556 w 7990709"/>
                <a:gd name="connsiteY131" fmla="*/ 2581083 h 6759256"/>
                <a:gd name="connsiteX132" fmla="*/ 0 w 7990709"/>
                <a:gd name="connsiteY132" fmla="*/ 2580778 h 6759256"/>
                <a:gd name="connsiteX133" fmla="*/ 154200 w 7990709"/>
                <a:gd name="connsiteY133" fmla="*/ 2580778 h 6759256"/>
                <a:gd name="connsiteX134" fmla="*/ 154200 w 7990709"/>
                <a:gd name="connsiteY134" fmla="*/ 3137946 h 6759256"/>
                <a:gd name="connsiteX135" fmla="*/ 81674 w 7990709"/>
                <a:gd name="connsiteY135" fmla="*/ 3137946 h 6759256"/>
                <a:gd name="connsiteX136" fmla="*/ 81674 w 7990709"/>
                <a:gd name="connsiteY136" fmla="*/ 2775206 h 6759256"/>
                <a:gd name="connsiteX137" fmla="*/ 81674 w 7990709"/>
                <a:gd name="connsiteY137" fmla="*/ 2645446 h 6759256"/>
                <a:gd name="connsiteX138" fmla="*/ 0 w 7990709"/>
                <a:gd name="connsiteY138" fmla="*/ 2645446 h 6759256"/>
                <a:gd name="connsiteX139" fmla="*/ 0 w 7990709"/>
                <a:gd name="connsiteY139" fmla="*/ 2580778 h 6759256"/>
                <a:gd name="connsiteX140" fmla="*/ 2184129 w 7990709"/>
                <a:gd name="connsiteY140" fmla="*/ 2580682 h 6759256"/>
                <a:gd name="connsiteX141" fmla="*/ 2338550 w 7990709"/>
                <a:gd name="connsiteY141" fmla="*/ 2580682 h 6759256"/>
                <a:gd name="connsiteX142" fmla="*/ 2338550 w 7990709"/>
                <a:gd name="connsiteY142" fmla="*/ 3138145 h 6759256"/>
                <a:gd name="connsiteX143" fmla="*/ 2265901 w 7990709"/>
                <a:gd name="connsiteY143" fmla="*/ 3138145 h 6759256"/>
                <a:gd name="connsiteX144" fmla="*/ 2265900 w 7990709"/>
                <a:gd name="connsiteY144" fmla="*/ 2844589 h 6759256"/>
                <a:gd name="connsiteX145" fmla="*/ 2264791 w 7990709"/>
                <a:gd name="connsiteY145" fmla="*/ 2676388 h 6759256"/>
                <a:gd name="connsiteX146" fmla="*/ 2237053 w 7990709"/>
                <a:gd name="connsiteY146" fmla="*/ 2643902 h 6759256"/>
                <a:gd name="connsiteX147" fmla="*/ 2184129 w 7990709"/>
                <a:gd name="connsiteY147" fmla="*/ 2643895 h 6759256"/>
                <a:gd name="connsiteX148" fmla="*/ 2184129 w 7990709"/>
                <a:gd name="connsiteY148" fmla="*/ 2580682 h 6759256"/>
                <a:gd name="connsiteX149" fmla="*/ 1452430 w 7990709"/>
                <a:gd name="connsiteY149" fmla="*/ 2578391 h 6759256"/>
                <a:gd name="connsiteX150" fmla="*/ 1597879 w 7990709"/>
                <a:gd name="connsiteY150" fmla="*/ 2578809 h 6759256"/>
                <a:gd name="connsiteX151" fmla="*/ 1608919 w 7990709"/>
                <a:gd name="connsiteY151" fmla="*/ 2590569 h 6759256"/>
                <a:gd name="connsiteX152" fmla="*/ 1609206 w 7990709"/>
                <a:gd name="connsiteY152" fmla="*/ 3138490 h 6759256"/>
                <a:gd name="connsiteX153" fmla="*/ 1535011 w 7990709"/>
                <a:gd name="connsiteY153" fmla="*/ 3138490 h 6759256"/>
                <a:gd name="connsiteX154" fmla="*/ 1535011 w 7990709"/>
                <a:gd name="connsiteY154" fmla="*/ 2644308 h 6759256"/>
                <a:gd name="connsiteX155" fmla="*/ 1452430 w 7990709"/>
                <a:gd name="connsiteY155" fmla="*/ 2644308 h 6759256"/>
                <a:gd name="connsiteX156" fmla="*/ 1452430 w 7990709"/>
                <a:gd name="connsiteY156" fmla="*/ 2578391 h 6759256"/>
                <a:gd name="connsiteX157" fmla="*/ 2620216 w 7990709"/>
                <a:gd name="connsiteY157" fmla="*/ 2569038 h 6759256"/>
                <a:gd name="connsiteX158" fmla="*/ 2666087 w 7990709"/>
                <a:gd name="connsiteY158" fmla="*/ 2569455 h 6759256"/>
                <a:gd name="connsiteX159" fmla="*/ 2856259 w 7990709"/>
                <a:gd name="connsiteY159" fmla="*/ 2743840 h 6759256"/>
                <a:gd name="connsiteX160" fmla="*/ 2865828 w 7990709"/>
                <a:gd name="connsiteY160" fmla="*/ 2797339 h 6759256"/>
                <a:gd name="connsiteX161" fmla="*/ 2845533 w 7990709"/>
                <a:gd name="connsiteY161" fmla="*/ 3002329 h 6759256"/>
                <a:gd name="connsiteX162" fmla="*/ 2502572 w 7990709"/>
                <a:gd name="connsiteY162" fmla="*/ 3105613 h 6759256"/>
                <a:gd name="connsiteX163" fmla="*/ 2427460 w 7990709"/>
                <a:gd name="connsiteY163" fmla="*/ 2964332 h 6759256"/>
                <a:gd name="connsiteX164" fmla="*/ 2434076 w 7990709"/>
                <a:gd name="connsiteY164" fmla="*/ 2732793 h 6759256"/>
                <a:gd name="connsiteX165" fmla="*/ 2620216 w 7990709"/>
                <a:gd name="connsiteY165" fmla="*/ 2569038 h 6759256"/>
                <a:gd name="connsiteX166" fmla="*/ 1926131 w 7990709"/>
                <a:gd name="connsiteY166" fmla="*/ 2567783 h 6759256"/>
                <a:gd name="connsiteX167" fmla="*/ 2092091 w 7990709"/>
                <a:gd name="connsiteY167" fmla="*/ 2662911 h 6759256"/>
                <a:gd name="connsiteX168" fmla="*/ 2092050 w 7990709"/>
                <a:gd name="connsiteY168" fmla="*/ 3054145 h 6759256"/>
                <a:gd name="connsiteX169" fmla="*/ 1761584 w 7990709"/>
                <a:gd name="connsiteY169" fmla="*/ 3091046 h 6759256"/>
                <a:gd name="connsiteX170" fmla="*/ 1733481 w 7990709"/>
                <a:gd name="connsiteY170" fmla="*/ 3061487 h 6759256"/>
                <a:gd name="connsiteX171" fmla="*/ 1750197 w 7990709"/>
                <a:gd name="connsiteY171" fmla="*/ 2646081 h 6759256"/>
                <a:gd name="connsiteX172" fmla="*/ 1926131 w 7990709"/>
                <a:gd name="connsiteY172" fmla="*/ 2567783 h 6759256"/>
                <a:gd name="connsiteX173" fmla="*/ 1201231 w 7990709"/>
                <a:gd name="connsiteY173" fmla="*/ 2567435 h 6759256"/>
                <a:gd name="connsiteX174" fmla="*/ 1386481 w 7990709"/>
                <a:gd name="connsiteY174" fmla="*/ 2712732 h 6759256"/>
                <a:gd name="connsiteX175" fmla="*/ 1371981 w 7990709"/>
                <a:gd name="connsiteY175" fmla="*/ 3040863 h 6759256"/>
                <a:gd name="connsiteX176" fmla="*/ 1282103 w 7990709"/>
                <a:gd name="connsiteY176" fmla="*/ 3135560 h 6759256"/>
                <a:gd name="connsiteX177" fmla="*/ 1029352 w 7990709"/>
                <a:gd name="connsiteY177" fmla="*/ 3087138 h 6759256"/>
                <a:gd name="connsiteX178" fmla="*/ 966432 w 7990709"/>
                <a:gd name="connsiteY178" fmla="*/ 2950283 h 6759256"/>
                <a:gd name="connsiteX179" fmla="*/ 984147 w 7990709"/>
                <a:gd name="connsiteY179" fmla="*/ 2712769 h 6759256"/>
                <a:gd name="connsiteX180" fmla="*/ 1201231 w 7990709"/>
                <a:gd name="connsiteY180" fmla="*/ 2567435 h 6759256"/>
                <a:gd name="connsiteX181" fmla="*/ 477264 w 7990709"/>
                <a:gd name="connsiteY181" fmla="*/ 2566479 h 6759256"/>
                <a:gd name="connsiteX182" fmla="*/ 618766 w 7990709"/>
                <a:gd name="connsiteY182" fmla="*/ 2644988 h 6759256"/>
                <a:gd name="connsiteX183" fmla="*/ 678818 w 7990709"/>
                <a:gd name="connsiteY183" fmla="*/ 2798549 h 6759256"/>
                <a:gd name="connsiteX184" fmla="*/ 617686 w 7990709"/>
                <a:gd name="connsiteY184" fmla="*/ 3076912 h 6759256"/>
                <a:gd name="connsiteX185" fmla="*/ 524226 w 7990709"/>
                <a:gd name="connsiteY185" fmla="*/ 3141126 h 6759256"/>
                <a:gd name="connsiteX186" fmla="*/ 246867 w 7990709"/>
                <a:gd name="connsiteY186" fmla="*/ 2992205 h 6759256"/>
                <a:gd name="connsiteX187" fmla="*/ 250595 w 7990709"/>
                <a:gd name="connsiteY187" fmla="*/ 2721254 h 6759256"/>
                <a:gd name="connsiteX188" fmla="*/ 477264 w 7990709"/>
                <a:gd name="connsiteY188" fmla="*/ 2566479 h 6759256"/>
                <a:gd name="connsiteX189" fmla="*/ 3347767 w 7990709"/>
                <a:gd name="connsiteY189" fmla="*/ 821590 h 6759256"/>
                <a:gd name="connsiteX190" fmla="*/ 3775458 w 7990709"/>
                <a:gd name="connsiteY190" fmla="*/ 821590 h 6759256"/>
                <a:gd name="connsiteX191" fmla="*/ 3774704 w 7990709"/>
                <a:gd name="connsiteY191" fmla="*/ 5043820 h 6759256"/>
                <a:gd name="connsiteX192" fmla="*/ 3808199 w 7990709"/>
                <a:gd name="connsiteY192" fmla="*/ 5102297 h 6759256"/>
                <a:gd name="connsiteX193" fmla="*/ 3825458 w 7990709"/>
                <a:gd name="connsiteY193" fmla="*/ 5117637 h 6759256"/>
                <a:gd name="connsiteX194" fmla="*/ 4117572 w 7990709"/>
                <a:gd name="connsiteY194" fmla="*/ 5399910 h 6759256"/>
                <a:gd name="connsiteX195" fmla="*/ 4479150 w 7990709"/>
                <a:gd name="connsiteY195" fmla="*/ 5743036 h 6759256"/>
                <a:gd name="connsiteX196" fmla="*/ 4804464 w 7990709"/>
                <a:gd name="connsiteY196" fmla="*/ 6049507 h 6759256"/>
                <a:gd name="connsiteX197" fmla="*/ 5087415 w 7990709"/>
                <a:gd name="connsiteY197" fmla="*/ 6312011 h 6759256"/>
                <a:gd name="connsiteX198" fmla="*/ 5141796 w 7990709"/>
                <a:gd name="connsiteY198" fmla="*/ 6327389 h 6759256"/>
                <a:gd name="connsiteX199" fmla="*/ 6318215 w 7990709"/>
                <a:gd name="connsiteY199" fmla="*/ 6328029 h 6759256"/>
                <a:gd name="connsiteX200" fmla="*/ 7935211 w 7990709"/>
                <a:gd name="connsiteY200" fmla="*/ 6328029 h 6759256"/>
                <a:gd name="connsiteX201" fmla="*/ 7990127 w 7990709"/>
                <a:gd name="connsiteY201" fmla="*/ 6328029 h 6759256"/>
                <a:gd name="connsiteX202" fmla="*/ 7990127 w 7990709"/>
                <a:gd name="connsiteY202" fmla="*/ 6759251 h 6759256"/>
                <a:gd name="connsiteX203" fmla="*/ 7947181 w 7990709"/>
                <a:gd name="connsiteY203" fmla="*/ 6759251 h 6759256"/>
                <a:gd name="connsiteX204" fmla="*/ 4961594 w 7990709"/>
                <a:gd name="connsiteY204" fmla="*/ 6758287 h 6759256"/>
                <a:gd name="connsiteX205" fmla="*/ 4901027 w 7990709"/>
                <a:gd name="connsiteY205" fmla="*/ 6735387 h 6759256"/>
                <a:gd name="connsiteX206" fmla="*/ 4498852 w 7990709"/>
                <a:gd name="connsiteY206" fmla="*/ 6353439 h 6759256"/>
                <a:gd name="connsiteX207" fmla="*/ 4157072 w 7990709"/>
                <a:gd name="connsiteY207" fmla="*/ 6030282 h 6759256"/>
                <a:gd name="connsiteX208" fmla="*/ 3805288 w 7990709"/>
                <a:gd name="connsiteY208" fmla="*/ 5697255 h 6759256"/>
                <a:gd name="connsiteX209" fmla="*/ 3453351 w 7990709"/>
                <a:gd name="connsiteY209" fmla="*/ 5364381 h 6759256"/>
                <a:gd name="connsiteX210" fmla="*/ 3424227 w 7990709"/>
                <a:gd name="connsiteY210" fmla="*/ 5342560 h 6759256"/>
                <a:gd name="connsiteX211" fmla="*/ 3341648 w 7990709"/>
                <a:gd name="connsiteY211" fmla="*/ 5188484 h 6759256"/>
                <a:gd name="connsiteX212" fmla="*/ 4165729 w 7990709"/>
                <a:gd name="connsiteY212" fmla="*/ 0 h 6759256"/>
                <a:gd name="connsiteX213" fmla="*/ 7932175 w 7990709"/>
                <a:gd name="connsiteY213" fmla="*/ 334 h 6759256"/>
                <a:gd name="connsiteX214" fmla="*/ 7990709 w 7990709"/>
                <a:gd name="connsiteY214" fmla="*/ 334 h 6759256"/>
                <a:gd name="connsiteX215" fmla="*/ 7990709 w 7990709"/>
                <a:gd name="connsiteY215" fmla="*/ 431595 h 6759256"/>
                <a:gd name="connsiteX216" fmla="*/ 4165729 w 7990709"/>
                <a:gd name="connsiteY216" fmla="*/ 427643 h 675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7990709" h="6759256">
                  <a:moveTo>
                    <a:pt x="1204029" y="3587718"/>
                  </a:moveTo>
                  <a:cubicBezTo>
                    <a:pt x="1180205" y="3585212"/>
                    <a:pt x="1152665" y="3588809"/>
                    <a:pt x="1121028" y="3600281"/>
                  </a:cubicBezTo>
                  <a:cubicBezTo>
                    <a:pt x="1096487" y="3632641"/>
                    <a:pt x="1055866" y="3662655"/>
                    <a:pt x="1050737" y="3697844"/>
                  </a:cubicBezTo>
                  <a:cubicBezTo>
                    <a:pt x="1039852" y="3772531"/>
                    <a:pt x="1041463" y="3850539"/>
                    <a:pt x="1049352" y="3925992"/>
                  </a:cubicBezTo>
                  <a:cubicBezTo>
                    <a:pt x="1055727" y="3986946"/>
                    <a:pt x="1129280" y="4039871"/>
                    <a:pt x="1187568" y="4039930"/>
                  </a:cubicBezTo>
                  <a:cubicBezTo>
                    <a:pt x="1245938" y="4039989"/>
                    <a:pt x="1301826" y="3987498"/>
                    <a:pt x="1319798" y="3921686"/>
                  </a:cubicBezTo>
                  <a:cubicBezTo>
                    <a:pt x="1337452" y="3857038"/>
                    <a:pt x="1342475" y="3792917"/>
                    <a:pt x="1328415" y="3727223"/>
                  </a:cubicBezTo>
                  <a:cubicBezTo>
                    <a:pt x="1313531" y="3657685"/>
                    <a:pt x="1275501" y="3595237"/>
                    <a:pt x="1204029" y="3587718"/>
                  </a:cubicBezTo>
                  <a:close/>
                  <a:moveTo>
                    <a:pt x="1930550" y="3587538"/>
                  </a:moveTo>
                  <a:cubicBezTo>
                    <a:pt x="1911552" y="3584917"/>
                    <a:pt x="1891998" y="3585918"/>
                    <a:pt x="1873322" y="3591086"/>
                  </a:cubicBezTo>
                  <a:cubicBezTo>
                    <a:pt x="1821221" y="3605501"/>
                    <a:pt x="1794714" y="3644251"/>
                    <a:pt x="1778366" y="3700397"/>
                  </a:cubicBezTo>
                  <a:cubicBezTo>
                    <a:pt x="1754013" y="3787840"/>
                    <a:pt x="1754548" y="3873502"/>
                    <a:pt x="1793155" y="3957690"/>
                  </a:cubicBezTo>
                  <a:cubicBezTo>
                    <a:pt x="1818168" y="4012228"/>
                    <a:pt x="1864321" y="4036866"/>
                    <a:pt x="1918762" y="4038782"/>
                  </a:cubicBezTo>
                  <a:cubicBezTo>
                    <a:pt x="1973225" y="4040698"/>
                    <a:pt x="2042881" y="3982710"/>
                    <a:pt x="2048182" y="3926846"/>
                  </a:cubicBezTo>
                  <a:cubicBezTo>
                    <a:pt x="2055489" y="3849828"/>
                    <a:pt x="2058303" y="3770433"/>
                    <a:pt x="2047658" y="3694207"/>
                  </a:cubicBezTo>
                  <a:cubicBezTo>
                    <a:pt x="2039511" y="3635861"/>
                    <a:pt x="1987541" y="3595401"/>
                    <a:pt x="1930550" y="3587538"/>
                  </a:cubicBezTo>
                  <a:close/>
                  <a:moveTo>
                    <a:pt x="2619672" y="3584431"/>
                  </a:moveTo>
                  <a:cubicBezTo>
                    <a:pt x="2577225" y="3590495"/>
                    <a:pt x="2540409" y="3619660"/>
                    <a:pt x="2518514" y="3669808"/>
                  </a:cubicBezTo>
                  <a:cubicBezTo>
                    <a:pt x="2478699" y="3760996"/>
                    <a:pt x="2481574" y="3854326"/>
                    <a:pt x="2514450" y="3946466"/>
                  </a:cubicBezTo>
                  <a:cubicBezTo>
                    <a:pt x="2534152" y="4001690"/>
                    <a:pt x="2579196" y="4033633"/>
                    <a:pt x="2635305" y="4036734"/>
                  </a:cubicBezTo>
                  <a:cubicBezTo>
                    <a:pt x="2686816" y="4039581"/>
                    <a:pt x="2729962" y="4017359"/>
                    <a:pt x="2758499" y="3967097"/>
                  </a:cubicBezTo>
                  <a:cubicBezTo>
                    <a:pt x="2801047" y="3892163"/>
                    <a:pt x="2796767" y="3812176"/>
                    <a:pt x="2785599" y="3734025"/>
                  </a:cubicBezTo>
                  <a:cubicBezTo>
                    <a:pt x="2779830" y="3693650"/>
                    <a:pt x="2748930" y="3656865"/>
                    <a:pt x="2724563" y="3613209"/>
                  </a:cubicBezTo>
                  <a:cubicBezTo>
                    <a:pt x="2704302" y="3599361"/>
                    <a:pt x="2683727" y="3590403"/>
                    <a:pt x="2663652" y="3586148"/>
                  </a:cubicBezTo>
                  <a:cubicBezTo>
                    <a:pt x="2648596" y="3582956"/>
                    <a:pt x="2633821" y="3582410"/>
                    <a:pt x="2619672" y="3584431"/>
                  </a:cubicBezTo>
                  <a:close/>
                  <a:moveTo>
                    <a:pt x="456564" y="3581906"/>
                  </a:moveTo>
                  <a:cubicBezTo>
                    <a:pt x="396334" y="3584819"/>
                    <a:pt x="347720" y="3617078"/>
                    <a:pt x="328985" y="3671232"/>
                  </a:cubicBezTo>
                  <a:cubicBezTo>
                    <a:pt x="297098" y="3763407"/>
                    <a:pt x="291600" y="3857890"/>
                    <a:pt x="333007" y="3952392"/>
                  </a:cubicBezTo>
                  <a:cubicBezTo>
                    <a:pt x="358744" y="4011130"/>
                    <a:pt x="405077" y="4039322"/>
                    <a:pt x="460297" y="4037111"/>
                  </a:cubicBezTo>
                  <a:cubicBezTo>
                    <a:pt x="515457" y="4034901"/>
                    <a:pt x="565190" y="4005012"/>
                    <a:pt x="584651" y="3945089"/>
                  </a:cubicBezTo>
                  <a:cubicBezTo>
                    <a:pt x="611172" y="3863435"/>
                    <a:pt x="620063" y="3781278"/>
                    <a:pt x="587947" y="3690903"/>
                  </a:cubicBezTo>
                  <a:cubicBezTo>
                    <a:pt x="562770" y="3627015"/>
                    <a:pt x="507900" y="3579423"/>
                    <a:pt x="456564" y="3581906"/>
                  </a:cubicBezTo>
                  <a:close/>
                  <a:moveTo>
                    <a:pt x="181" y="3537123"/>
                  </a:moveTo>
                  <a:cubicBezTo>
                    <a:pt x="50219" y="3537123"/>
                    <a:pt x="100779" y="3537123"/>
                    <a:pt x="154018" y="3537123"/>
                  </a:cubicBezTo>
                  <a:cubicBezTo>
                    <a:pt x="154018" y="3718770"/>
                    <a:pt x="154018" y="3900167"/>
                    <a:pt x="154018" y="4084563"/>
                  </a:cubicBezTo>
                  <a:cubicBezTo>
                    <a:pt x="132075" y="4084563"/>
                    <a:pt x="109686" y="4084563"/>
                    <a:pt x="81672" y="4084563"/>
                  </a:cubicBezTo>
                  <a:cubicBezTo>
                    <a:pt x="81672" y="4025147"/>
                    <a:pt x="81672" y="3964946"/>
                    <a:pt x="81672" y="3900061"/>
                  </a:cubicBezTo>
                  <a:cubicBezTo>
                    <a:pt x="81672" y="3798998"/>
                    <a:pt x="81672" y="3702621"/>
                    <a:pt x="81672" y="3601980"/>
                  </a:cubicBezTo>
                  <a:cubicBezTo>
                    <a:pt x="54247" y="3601980"/>
                    <a:pt x="28586" y="3601980"/>
                    <a:pt x="181" y="3601980"/>
                  </a:cubicBezTo>
                  <a:cubicBezTo>
                    <a:pt x="181" y="3578463"/>
                    <a:pt x="181" y="3559148"/>
                    <a:pt x="181" y="3537123"/>
                  </a:cubicBezTo>
                  <a:close/>
                  <a:moveTo>
                    <a:pt x="2184291" y="3537018"/>
                  </a:moveTo>
                  <a:cubicBezTo>
                    <a:pt x="2234687" y="3537018"/>
                    <a:pt x="2285238" y="3537018"/>
                    <a:pt x="2338359" y="3537018"/>
                  </a:cubicBezTo>
                  <a:cubicBezTo>
                    <a:pt x="2338359" y="3718993"/>
                    <a:pt x="2338359" y="3900398"/>
                    <a:pt x="2338359" y="4084680"/>
                  </a:cubicBezTo>
                  <a:cubicBezTo>
                    <a:pt x="2316088" y="4084680"/>
                    <a:pt x="2293697" y="4084680"/>
                    <a:pt x="2265899" y="4084680"/>
                  </a:cubicBezTo>
                  <a:cubicBezTo>
                    <a:pt x="2265899" y="3993706"/>
                    <a:pt x="2265899" y="3902355"/>
                    <a:pt x="2265899" y="3806317"/>
                  </a:cubicBezTo>
                  <a:cubicBezTo>
                    <a:pt x="2265899" y="3736420"/>
                    <a:pt x="2265899" y="3671210"/>
                    <a:pt x="2265899" y="3601755"/>
                  </a:cubicBezTo>
                  <a:cubicBezTo>
                    <a:pt x="2238133" y="3601755"/>
                    <a:pt x="2212579" y="3601755"/>
                    <a:pt x="2184291" y="3601755"/>
                  </a:cubicBezTo>
                  <a:cubicBezTo>
                    <a:pt x="2184291" y="3578243"/>
                    <a:pt x="2184291" y="3558935"/>
                    <a:pt x="2184291" y="3537018"/>
                  </a:cubicBezTo>
                  <a:close/>
                  <a:moveTo>
                    <a:pt x="1452927" y="3536865"/>
                  </a:moveTo>
                  <a:cubicBezTo>
                    <a:pt x="1503860" y="3536865"/>
                    <a:pt x="1554403" y="3536865"/>
                    <a:pt x="1607336" y="3536865"/>
                  </a:cubicBezTo>
                  <a:cubicBezTo>
                    <a:pt x="1607336" y="3719379"/>
                    <a:pt x="1607336" y="3900812"/>
                    <a:pt x="1607336" y="4084897"/>
                  </a:cubicBezTo>
                  <a:cubicBezTo>
                    <a:pt x="1584470" y="4084897"/>
                    <a:pt x="1562076" y="4084897"/>
                    <a:pt x="1536710" y="4084897"/>
                  </a:cubicBezTo>
                  <a:cubicBezTo>
                    <a:pt x="1536033" y="4071103"/>
                    <a:pt x="1535368" y="4057534"/>
                    <a:pt x="1534702" y="4039400"/>
                  </a:cubicBezTo>
                  <a:cubicBezTo>
                    <a:pt x="1534702" y="3891778"/>
                    <a:pt x="1534702" y="3748725"/>
                    <a:pt x="1534702" y="3601430"/>
                  </a:cubicBezTo>
                  <a:cubicBezTo>
                    <a:pt x="1506617" y="3601430"/>
                    <a:pt x="1481044" y="3601430"/>
                    <a:pt x="1452927" y="3601430"/>
                  </a:cubicBezTo>
                  <a:cubicBezTo>
                    <a:pt x="1452927" y="3577981"/>
                    <a:pt x="1452927" y="3558679"/>
                    <a:pt x="1452927" y="3536865"/>
                  </a:cubicBezTo>
                  <a:close/>
                  <a:moveTo>
                    <a:pt x="731508" y="3534460"/>
                  </a:moveTo>
                  <a:cubicBezTo>
                    <a:pt x="753385" y="3534460"/>
                    <a:pt x="776205" y="3534460"/>
                    <a:pt x="803534" y="3534460"/>
                  </a:cubicBezTo>
                  <a:cubicBezTo>
                    <a:pt x="829631" y="3534460"/>
                    <a:pt x="851220" y="3534460"/>
                    <a:pt x="875639" y="3534460"/>
                  </a:cubicBezTo>
                  <a:cubicBezTo>
                    <a:pt x="875639" y="3718371"/>
                    <a:pt x="875639" y="3899798"/>
                    <a:pt x="875639" y="4084392"/>
                  </a:cubicBezTo>
                  <a:cubicBezTo>
                    <a:pt x="857222" y="4084392"/>
                    <a:pt x="837944" y="4084392"/>
                    <a:pt x="814783" y="4084392"/>
                  </a:cubicBezTo>
                  <a:cubicBezTo>
                    <a:pt x="814783" y="3925970"/>
                    <a:pt x="814783" y="3766238"/>
                    <a:pt x="814783" y="3602232"/>
                  </a:cubicBezTo>
                  <a:cubicBezTo>
                    <a:pt x="785659" y="3602232"/>
                    <a:pt x="760049" y="3602232"/>
                    <a:pt x="731508" y="3602232"/>
                  </a:cubicBezTo>
                  <a:cubicBezTo>
                    <a:pt x="731508" y="3578694"/>
                    <a:pt x="731508" y="3559369"/>
                    <a:pt x="731508" y="3534460"/>
                  </a:cubicBezTo>
                  <a:close/>
                  <a:moveTo>
                    <a:pt x="1151861" y="3517218"/>
                  </a:moveTo>
                  <a:cubicBezTo>
                    <a:pt x="1170745" y="3514738"/>
                    <a:pt x="1190523" y="3514858"/>
                    <a:pt x="1211081" y="3517587"/>
                  </a:cubicBezTo>
                  <a:cubicBezTo>
                    <a:pt x="1295069" y="3528739"/>
                    <a:pt x="1359921" y="3571926"/>
                    <a:pt x="1386661" y="3661202"/>
                  </a:cubicBezTo>
                  <a:cubicBezTo>
                    <a:pt x="1425132" y="3789650"/>
                    <a:pt x="1424413" y="3911034"/>
                    <a:pt x="1348794" y="4028356"/>
                  </a:cubicBezTo>
                  <a:cubicBezTo>
                    <a:pt x="1314166" y="4082080"/>
                    <a:pt x="1204218" y="4112768"/>
                    <a:pt x="1154268" y="4104400"/>
                  </a:cubicBezTo>
                  <a:cubicBezTo>
                    <a:pt x="1017826" y="4081549"/>
                    <a:pt x="956404" y="3959664"/>
                    <a:pt x="962857" y="3833766"/>
                  </a:cubicBezTo>
                  <a:cubicBezTo>
                    <a:pt x="961143" y="3752399"/>
                    <a:pt x="962039" y="3677148"/>
                    <a:pt x="1009102" y="3609446"/>
                  </a:cubicBezTo>
                  <a:cubicBezTo>
                    <a:pt x="1046607" y="3555493"/>
                    <a:pt x="1095211" y="3524658"/>
                    <a:pt x="1151861" y="3517218"/>
                  </a:cubicBezTo>
                  <a:close/>
                  <a:moveTo>
                    <a:pt x="456344" y="3516848"/>
                  </a:moveTo>
                  <a:cubicBezTo>
                    <a:pt x="547539" y="3516858"/>
                    <a:pt x="620919" y="3557900"/>
                    <a:pt x="652432" y="3646894"/>
                  </a:cubicBezTo>
                  <a:cubicBezTo>
                    <a:pt x="696769" y="3772106"/>
                    <a:pt x="700131" y="3896722"/>
                    <a:pt x="627755" y="4016363"/>
                  </a:cubicBezTo>
                  <a:cubicBezTo>
                    <a:pt x="557191" y="4133008"/>
                    <a:pt x="351543" y="4138808"/>
                    <a:pt x="275465" y="4005126"/>
                  </a:cubicBezTo>
                  <a:cubicBezTo>
                    <a:pt x="215946" y="3886018"/>
                    <a:pt x="214441" y="3766797"/>
                    <a:pt x="260259" y="3647327"/>
                  </a:cubicBezTo>
                  <a:cubicBezTo>
                    <a:pt x="294114" y="3559047"/>
                    <a:pt x="364984" y="3516836"/>
                    <a:pt x="456344" y="3516848"/>
                  </a:cubicBezTo>
                  <a:close/>
                  <a:moveTo>
                    <a:pt x="2632001" y="3516764"/>
                  </a:moveTo>
                  <a:cubicBezTo>
                    <a:pt x="2742615" y="3509430"/>
                    <a:pt x="2802588" y="3561308"/>
                    <a:pt x="2834957" y="3637629"/>
                  </a:cubicBezTo>
                  <a:cubicBezTo>
                    <a:pt x="2884124" y="3753554"/>
                    <a:pt x="2888087" y="3877422"/>
                    <a:pt x="2826444" y="3991810"/>
                  </a:cubicBezTo>
                  <a:cubicBezTo>
                    <a:pt x="2805703" y="4030300"/>
                    <a:pt x="2761325" y="4056049"/>
                    <a:pt x="2723958" y="4088057"/>
                  </a:cubicBezTo>
                  <a:cubicBezTo>
                    <a:pt x="2598653" y="4142533"/>
                    <a:pt x="2454800" y="4068887"/>
                    <a:pt x="2426032" y="3918470"/>
                  </a:cubicBezTo>
                  <a:cubicBezTo>
                    <a:pt x="2409146" y="3830185"/>
                    <a:pt x="2411219" y="3743240"/>
                    <a:pt x="2442643" y="3656346"/>
                  </a:cubicBezTo>
                  <a:cubicBezTo>
                    <a:pt x="2477532" y="3559875"/>
                    <a:pt x="2551386" y="3522110"/>
                    <a:pt x="2632001" y="3516764"/>
                  </a:cubicBezTo>
                  <a:close/>
                  <a:moveTo>
                    <a:pt x="1933365" y="3516605"/>
                  </a:moveTo>
                  <a:cubicBezTo>
                    <a:pt x="2022295" y="3524694"/>
                    <a:pt x="2088757" y="3571263"/>
                    <a:pt x="2114837" y="3658710"/>
                  </a:cubicBezTo>
                  <a:cubicBezTo>
                    <a:pt x="2150333" y="3777737"/>
                    <a:pt x="2149517" y="3896740"/>
                    <a:pt x="2091155" y="4013724"/>
                  </a:cubicBezTo>
                  <a:cubicBezTo>
                    <a:pt x="1998098" y="4133089"/>
                    <a:pt x="1859343" y="4128852"/>
                    <a:pt x="1778206" y="4056802"/>
                  </a:cubicBezTo>
                  <a:cubicBezTo>
                    <a:pt x="1740402" y="4023231"/>
                    <a:pt x="1713292" y="3968096"/>
                    <a:pt x="1700557" y="3917861"/>
                  </a:cubicBezTo>
                  <a:cubicBezTo>
                    <a:pt x="1676368" y="3822453"/>
                    <a:pt x="1679152" y="3724316"/>
                    <a:pt x="1724239" y="3632891"/>
                  </a:cubicBezTo>
                  <a:cubicBezTo>
                    <a:pt x="1766551" y="3547094"/>
                    <a:pt x="1845203" y="3508585"/>
                    <a:pt x="1933365" y="3516605"/>
                  </a:cubicBezTo>
                  <a:close/>
                  <a:moveTo>
                    <a:pt x="2653207" y="2635088"/>
                  </a:moveTo>
                  <a:cubicBezTo>
                    <a:pt x="2597251" y="2625326"/>
                    <a:pt x="2535593" y="2666976"/>
                    <a:pt x="2512767" y="2731358"/>
                  </a:cubicBezTo>
                  <a:cubicBezTo>
                    <a:pt x="2481678" y="2819049"/>
                    <a:pt x="2478899" y="2909882"/>
                    <a:pt x="2513752" y="2995814"/>
                  </a:cubicBezTo>
                  <a:cubicBezTo>
                    <a:pt x="2531583" y="3039779"/>
                    <a:pt x="2564950" y="3080468"/>
                    <a:pt x="2622025" y="3084558"/>
                  </a:cubicBezTo>
                  <a:cubicBezTo>
                    <a:pt x="2685922" y="3089134"/>
                    <a:pt x="2733450" y="3069823"/>
                    <a:pt x="2764164" y="3007549"/>
                  </a:cubicBezTo>
                  <a:cubicBezTo>
                    <a:pt x="2799810" y="2935276"/>
                    <a:pt x="2790830" y="2861055"/>
                    <a:pt x="2782359" y="2779883"/>
                  </a:cubicBezTo>
                  <a:cubicBezTo>
                    <a:pt x="2782098" y="2776776"/>
                    <a:pt x="2781975" y="2773650"/>
                    <a:pt x="2781556" y="2770563"/>
                  </a:cubicBezTo>
                  <a:cubicBezTo>
                    <a:pt x="2770621" y="2689935"/>
                    <a:pt x="2717328" y="2646272"/>
                    <a:pt x="2653207" y="2635088"/>
                  </a:cubicBezTo>
                  <a:close/>
                  <a:moveTo>
                    <a:pt x="462059" y="2634817"/>
                  </a:moveTo>
                  <a:cubicBezTo>
                    <a:pt x="406199" y="2632736"/>
                    <a:pt x="329393" y="2672016"/>
                    <a:pt x="317905" y="2762001"/>
                  </a:cubicBezTo>
                  <a:cubicBezTo>
                    <a:pt x="309111" y="2830882"/>
                    <a:pt x="304225" y="2904468"/>
                    <a:pt x="319014" y="2971216"/>
                  </a:cubicBezTo>
                  <a:cubicBezTo>
                    <a:pt x="344568" y="3086551"/>
                    <a:pt x="457374" y="3119033"/>
                    <a:pt x="541888" y="3055882"/>
                  </a:cubicBezTo>
                  <a:cubicBezTo>
                    <a:pt x="585181" y="3023534"/>
                    <a:pt x="592272" y="2972347"/>
                    <a:pt x="606224" y="2916004"/>
                  </a:cubicBezTo>
                  <a:cubicBezTo>
                    <a:pt x="603243" y="2868520"/>
                    <a:pt x="602455" y="2820775"/>
                    <a:pt x="596786" y="2773617"/>
                  </a:cubicBezTo>
                  <a:cubicBezTo>
                    <a:pt x="587570" y="2696968"/>
                    <a:pt x="528937" y="2637304"/>
                    <a:pt x="462059" y="2634817"/>
                  </a:cubicBezTo>
                  <a:close/>
                  <a:moveTo>
                    <a:pt x="1179483" y="2634427"/>
                  </a:moveTo>
                  <a:cubicBezTo>
                    <a:pt x="1126884" y="2634827"/>
                    <a:pt x="1084403" y="2665288"/>
                    <a:pt x="1060209" y="2721528"/>
                  </a:cubicBezTo>
                  <a:cubicBezTo>
                    <a:pt x="1026328" y="2800283"/>
                    <a:pt x="1028422" y="2883802"/>
                    <a:pt x="1047976" y="2965275"/>
                  </a:cubicBezTo>
                  <a:cubicBezTo>
                    <a:pt x="1069578" y="3055280"/>
                    <a:pt x="1125090" y="3091491"/>
                    <a:pt x="1205597" y="3084927"/>
                  </a:cubicBezTo>
                  <a:cubicBezTo>
                    <a:pt x="1256382" y="3080786"/>
                    <a:pt x="1314118" y="3028418"/>
                    <a:pt x="1325141" y="2956912"/>
                  </a:cubicBezTo>
                  <a:cubicBezTo>
                    <a:pt x="1333843" y="2900466"/>
                    <a:pt x="1331235" y="2841546"/>
                    <a:pt x="1327530" y="2784121"/>
                  </a:cubicBezTo>
                  <a:cubicBezTo>
                    <a:pt x="1323719" y="2725040"/>
                    <a:pt x="1294973" y="2677433"/>
                    <a:pt x="1235152" y="2644206"/>
                  </a:cubicBezTo>
                  <a:cubicBezTo>
                    <a:pt x="1215673" y="2637501"/>
                    <a:pt x="1197016" y="2634294"/>
                    <a:pt x="1179483" y="2634427"/>
                  </a:cubicBezTo>
                  <a:close/>
                  <a:moveTo>
                    <a:pt x="1925234" y="2633279"/>
                  </a:moveTo>
                  <a:cubicBezTo>
                    <a:pt x="1901481" y="2631503"/>
                    <a:pt x="1876811" y="2637530"/>
                    <a:pt x="1852457" y="2649945"/>
                  </a:cubicBezTo>
                  <a:cubicBezTo>
                    <a:pt x="1800547" y="2676407"/>
                    <a:pt x="1775899" y="2724504"/>
                    <a:pt x="1770255" y="2778940"/>
                  </a:cubicBezTo>
                  <a:cubicBezTo>
                    <a:pt x="1764806" y="2831501"/>
                    <a:pt x="1765513" y="2885368"/>
                    <a:pt x="1769960" y="2938119"/>
                  </a:cubicBezTo>
                  <a:cubicBezTo>
                    <a:pt x="1775627" y="3005364"/>
                    <a:pt x="1822564" y="3077386"/>
                    <a:pt x="1891575" y="3084568"/>
                  </a:cubicBezTo>
                  <a:cubicBezTo>
                    <a:pt x="1974793" y="3093229"/>
                    <a:pt x="2034079" y="3050296"/>
                    <a:pt x="2045826" y="2984079"/>
                  </a:cubicBezTo>
                  <a:cubicBezTo>
                    <a:pt x="2059477" y="2907127"/>
                    <a:pt x="2049623" y="2826005"/>
                    <a:pt x="2047362" y="2739385"/>
                  </a:cubicBezTo>
                  <a:cubicBezTo>
                    <a:pt x="2029349" y="2713766"/>
                    <a:pt x="2015120" y="2683988"/>
                    <a:pt x="1992504" y="2663433"/>
                  </a:cubicBezTo>
                  <a:cubicBezTo>
                    <a:pt x="1971821" y="2644635"/>
                    <a:pt x="1948986" y="2635056"/>
                    <a:pt x="1925234" y="2633279"/>
                  </a:cubicBezTo>
                  <a:close/>
                  <a:moveTo>
                    <a:pt x="731556" y="2581083"/>
                  </a:moveTo>
                  <a:cubicBezTo>
                    <a:pt x="777952" y="2581083"/>
                    <a:pt x="825400" y="2581083"/>
                    <a:pt x="878492" y="2581083"/>
                  </a:cubicBezTo>
                  <a:cubicBezTo>
                    <a:pt x="878492" y="2606602"/>
                    <a:pt x="878492" y="2632506"/>
                    <a:pt x="878492" y="2663050"/>
                  </a:cubicBezTo>
                  <a:cubicBezTo>
                    <a:pt x="878492" y="2823275"/>
                    <a:pt x="878492" y="2978858"/>
                    <a:pt x="878492" y="3137583"/>
                  </a:cubicBezTo>
                  <a:cubicBezTo>
                    <a:pt x="857225" y="3137583"/>
                    <a:pt x="837948" y="3137583"/>
                    <a:pt x="814826" y="3137583"/>
                  </a:cubicBezTo>
                  <a:cubicBezTo>
                    <a:pt x="814826" y="2976072"/>
                    <a:pt x="814826" y="2813236"/>
                    <a:pt x="814826" y="2646132"/>
                  </a:cubicBezTo>
                  <a:cubicBezTo>
                    <a:pt x="785693" y="2646132"/>
                    <a:pt x="760148" y="2646132"/>
                    <a:pt x="731556" y="2646132"/>
                  </a:cubicBezTo>
                  <a:cubicBezTo>
                    <a:pt x="731556" y="2622598"/>
                    <a:pt x="731556" y="2603272"/>
                    <a:pt x="731556" y="2581083"/>
                  </a:cubicBezTo>
                  <a:close/>
                  <a:moveTo>
                    <a:pt x="0" y="2580778"/>
                  </a:moveTo>
                  <a:cubicBezTo>
                    <a:pt x="50606" y="2580778"/>
                    <a:pt x="101154" y="2580778"/>
                    <a:pt x="154200" y="2580778"/>
                  </a:cubicBezTo>
                  <a:cubicBezTo>
                    <a:pt x="154200" y="2766081"/>
                    <a:pt x="154200" y="2950612"/>
                    <a:pt x="154200" y="3137946"/>
                  </a:cubicBezTo>
                  <a:cubicBezTo>
                    <a:pt x="131711" y="3137946"/>
                    <a:pt x="109300" y="3137946"/>
                    <a:pt x="81674" y="3137946"/>
                  </a:cubicBezTo>
                  <a:cubicBezTo>
                    <a:pt x="81674" y="3018672"/>
                    <a:pt x="81674" y="2899274"/>
                    <a:pt x="81674" y="2775206"/>
                  </a:cubicBezTo>
                  <a:cubicBezTo>
                    <a:pt x="81674" y="2730253"/>
                    <a:pt x="81674" y="2689970"/>
                    <a:pt x="81674" y="2645446"/>
                  </a:cubicBezTo>
                  <a:cubicBezTo>
                    <a:pt x="53782" y="2645446"/>
                    <a:pt x="28221" y="2645446"/>
                    <a:pt x="0" y="2645446"/>
                  </a:cubicBezTo>
                  <a:cubicBezTo>
                    <a:pt x="0" y="2622006"/>
                    <a:pt x="0" y="2602702"/>
                    <a:pt x="0" y="2580778"/>
                  </a:cubicBezTo>
                  <a:close/>
                  <a:moveTo>
                    <a:pt x="2184129" y="2580682"/>
                  </a:moveTo>
                  <a:cubicBezTo>
                    <a:pt x="2235069" y="2580682"/>
                    <a:pt x="2285623" y="2580682"/>
                    <a:pt x="2338550" y="2580682"/>
                  </a:cubicBezTo>
                  <a:cubicBezTo>
                    <a:pt x="2338550" y="2766382"/>
                    <a:pt x="2338550" y="2950967"/>
                    <a:pt x="2338550" y="3138145"/>
                  </a:cubicBezTo>
                  <a:cubicBezTo>
                    <a:pt x="2315543" y="3138145"/>
                    <a:pt x="2293133" y="3138145"/>
                    <a:pt x="2265901" y="3138145"/>
                  </a:cubicBezTo>
                  <a:cubicBezTo>
                    <a:pt x="2265901" y="3039947"/>
                    <a:pt x="2265901" y="2942268"/>
                    <a:pt x="2265900" y="2844589"/>
                  </a:cubicBezTo>
                  <a:cubicBezTo>
                    <a:pt x="2265900" y="2788505"/>
                    <a:pt x="2267203" y="2732367"/>
                    <a:pt x="2264791" y="2676388"/>
                  </a:cubicBezTo>
                  <a:cubicBezTo>
                    <a:pt x="2264311" y="2665247"/>
                    <a:pt x="2249607" y="2654718"/>
                    <a:pt x="2237053" y="2643902"/>
                  </a:cubicBezTo>
                  <a:cubicBezTo>
                    <a:pt x="2217327" y="2643895"/>
                    <a:pt x="2202012" y="2643895"/>
                    <a:pt x="2184129" y="2643895"/>
                  </a:cubicBezTo>
                  <a:cubicBezTo>
                    <a:pt x="2184129" y="2621749"/>
                    <a:pt x="2184129" y="2602439"/>
                    <a:pt x="2184129" y="2580682"/>
                  </a:cubicBezTo>
                  <a:close/>
                  <a:moveTo>
                    <a:pt x="1452430" y="2578391"/>
                  </a:moveTo>
                  <a:cubicBezTo>
                    <a:pt x="1500637" y="2578391"/>
                    <a:pt x="1547018" y="2578391"/>
                    <a:pt x="1597879" y="2578809"/>
                  </a:cubicBezTo>
                  <a:cubicBezTo>
                    <a:pt x="1604641" y="2583006"/>
                    <a:pt x="1608914" y="2586783"/>
                    <a:pt x="1608919" y="2590569"/>
                  </a:cubicBezTo>
                  <a:cubicBezTo>
                    <a:pt x="1609247" y="2772466"/>
                    <a:pt x="1609206" y="2954367"/>
                    <a:pt x="1609206" y="3138490"/>
                  </a:cubicBezTo>
                  <a:cubicBezTo>
                    <a:pt x="1583700" y="3138490"/>
                    <a:pt x="1561302" y="3138490"/>
                    <a:pt x="1535011" y="3138490"/>
                  </a:cubicBezTo>
                  <a:cubicBezTo>
                    <a:pt x="1535011" y="2974121"/>
                    <a:pt x="1535011" y="2811298"/>
                    <a:pt x="1535011" y="2644308"/>
                  </a:cubicBezTo>
                  <a:cubicBezTo>
                    <a:pt x="1505667" y="2644308"/>
                    <a:pt x="1480051" y="2644308"/>
                    <a:pt x="1452430" y="2644308"/>
                  </a:cubicBezTo>
                  <a:cubicBezTo>
                    <a:pt x="1452430" y="2620816"/>
                    <a:pt x="1452430" y="2601533"/>
                    <a:pt x="1452430" y="2578391"/>
                  </a:cubicBezTo>
                  <a:close/>
                  <a:moveTo>
                    <a:pt x="2620216" y="2569038"/>
                  </a:moveTo>
                  <a:cubicBezTo>
                    <a:pt x="2634619" y="2567947"/>
                    <a:pt x="2649897" y="2568053"/>
                    <a:pt x="2666087" y="2569455"/>
                  </a:cubicBezTo>
                  <a:cubicBezTo>
                    <a:pt x="2765106" y="2578033"/>
                    <a:pt x="2831071" y="2642783"/>
                    <a:pt x="2856259" y="2743840"/>
                  </a:cubicBezTo>
                  <a:cubicBezTo>
                    <a:pt x="2860289" y="2760011"/>
                    <a:pt x="2862666" y="2776594"/>
                    <a:pt x="2865828" y="2797339"/>
                  </a:cubicBezTo>
                  <a:cubicBezTo>
                    <a:pt x="2859632" y="2868711"/>
                    <a:pt x="2862049" y="2937949"/>
                    <a:pt x="2845533" y="3002329"/>
                  </a:cubicBezTo>
                  <a:cubicBezTo>
                    <a:pt x="2801189" y="3175172"/>
                    <a:pt x="2598300" y="3188509"/>
                    <a:pt x="2502572" y="3105613"/>
                  </a:cubicBezTo>
                  <a:cubicBezTo>
                    <a:pt x="2464650" y="3072774"/>
                    <a:pt x="2441319" y="3015099"/>
                    <a:pt x="2427460" y="2964332"/>
                  </a:cubicBezTo>
                  <a:cubicBezTo>
                    <a:pt x="2406795" y="2888628"/>
                    <a:pt x="2410548" y="2809955"/>
                    <a:pt x="2434076" y="2732793"/>
                  </a:cubicBezTo>
                  <a:cubicBezTo>
                    <a:pt x="2461493" y="2642875"/>
                    <a:pt x="2519399" y="2576669"/>
                    <a:pt x="2620216" y="2569038"/>
                  </a:cubicBezTo>
                  <a:close/>
                  <a:moveTo>
                    <a:pt x="1926131" y="2567783"/>
                  </a:moveTo>
                  <a:cubicBezTo>
                    <a:pt x="1995065" y="2571089"/>
                    <a:pt x="2062337" y="2603299"/>
                    <a:pt x="2092091" y="2662911"/>
                  </a:cubicBezTo>
                  <a:cubicBezTo>
                    <a:pt x="2156721" y="2792395"/>
                    <a:pt x="2162451" y="2927745"/>
                    <a:pt x="2092050" y="3054145"/>
                  </a:cubicBezTo>
                  <a:cubicBezTo>
                    <a:pt x="2023009" y="3178102"/>
                    <a:pt x="1861658" y="3191116"/>
                    <a:pt x="1761584" y="3091046"/>
                  </a:cubicBezTo>
                  <a:cubicBezTo>
                    <a:pt x="1752761" y="3082223"/>
                    <a:pt x="1743914" y="3073425"/>
                    <a:pt x="1733481" y="3061487"/>
                  </a:cubicBezTo>
                  <a:cubicBezTo>
                    <a:pt x="1670021" y="2917910"/>
                    <a:pt x="1663478" y="2779490"/>
                    <a:pt x="1750197" y="2646081"/>
                  </a:cubicBezTo>
                  <a:cubicBezTo>
                    <a:pt x="1786601" y="2590077"/>
                    <a:pt x="1857197" y="2564478"/>
                    <a:pt x="1926131" y="2567783"/>
                  </a:cubicBezTo>
                  <a:close/>
                  <a:moveTo>
                    <a:pt x="1201231" y="2567435"/>
                  </a:moveTo>
                  <a:cubicBezTo>
                    <a:pt x="1268176" y="2570040"/>
                    <a:pt x="1356337" y="2620958"/>
                    <a:pt x="1386481" y="2712732"/>
                  </a:cubicBezTo>
                  <a:cubicBezTo>
                    <a:pt x="1423482" y="2825391"/>
                    <a:pt x="1423009" y="2935389"/>
                    <a:pt x="1371981" y="3040863"/>
                  </a:cubicBezTo>
                  <a:cubicBezTo>
                    <a:pt x="1354434" y="3077131"/>
                    <a:pt x="1314493" y="3102561"/>
                    <a:pt x="1282103" y="3135560"/>
                  </a:cubicBezTo>
                  <a:cubicBezTo>
                    <a:pt x="1188139" y="3159013"/>
                    <a:pt x="1095767" y="3170094"/>
                    <a:pt x="1029352" y="3087138"/>
                  </a:cubicBezTo>
                  <a:cubicBezTo>
                    <a:pt x="998514" y="3048618"/>
                    <a:pt x="970006" y="2997599"/>
                    <a:pt x="966432" y="2950283"/>
                  </a:cubicBezTo>
                  <a:cubicBezTo>
                    <a:pt x="960500" y="2871764"/>
                    <a:pt x="966531" y="2789590"/>
                    <a:pt x="984147" y="2712769"/>
                  </a:cubicBezTo>
                  <a:cubicBezTo>
                    <a:pt x="1004204" y="2625308"/>
                    <a:pt x="1092832" y="2563219"/>
                    <a:pt x="1201231" y="2567435"/>
                  </a:cubicBezTo>
                  <a:close/>
                  <a:moveTo>
                    <a:pt x="477264" y="2566479"/>
                  </a:moveTo>
                  <a:cubicBezTo>
                    <a:pt x="531953" y="2571505"/>
                    <a:pt x="584046" y="2597841"/>
                    <a:pt x="618766" y="2644988"/>
                  </a:cubicBezTo>
                  <a:cubicBezTo>
                    <a:pt x="650505" y="2688087"/>
                    <a:pt x="673066" y="2745436"/>
                    <a:pt x="678818" y="2798549"/>
                  </a:cubicBezTo>
                  <a:cubicBezTo>
                    <a:pt x="689344" y="2895758"/>
                    <a:pt x="688562" y="2996932"/>
                    <a:pt x="617686" y="3076912"/>
                  </a:cubicBezTo>
                  <a:cubicBezTo>
                    <a:pt x="593087" y="3104669"/>
                    <a:pt x="558784" y="3133005"/>
                    <a:pt x="524226" y="3141126"/>
                  </a:cubicBezTo>
                  <a:cubicBezTo>
                    <a:pt x="393649" y="3171809"/>
                    <a:pt x="294709" y="3141313"/>
                    <a:pt x="246867" y="2992205"/>
                  </a:cubicBezTo>
                  <a:cubicBezTo>
                    <a:pt x="227255" y="2899490"/>
                    <a:pt x="221254" y="2809948"/>
                    <a:pt x="250595" y="2721254"/>
                  </a:cubicBezTo>
                  <a:cubicBezTo>
                    <a:pt x="287755" y="2608923"/>
                    <a:pt x="386115" y="2558103"/>
                    <a:pt x="477264" y="2566479"/>
                  </a:cubicBezTo>
                  <a:close/>
                  <a:moveTo>
                    <a:pt x="3347767" y="821590"/>
                  </a:moveTo>
                  <a:lnTo>
                    <a:pt x="3775458" y="821590"/>
                  </a:lnTo>
                  <a:lnTo>
                    <a:pt x="3774704" y="5043820"/>
                  </a:lnTo>
                  <a:cubicBezTo>
                    <a:pt x="3774694" y="5071617"/>
                    <a:pt x="3780164" y="5091873"/>
                    <a:pt x="3808199" y="5102297"/>
                  </a:cubicBezTo>
                  <a:cubicBezTo>
                    <a:pt x="3814929" y="5104798"/>
                    <a:pt x="3819892" y="5112253"/>
                    <a:pt x="3825458" y="5117637"/>
                  </a:cubicBezTo>
                  <a:cubicBezTo>
                    <a:pt x="3922813" y="5211747"/>
                    <a:pt x="4019710" y="5306334"/>
                    <a:pt x="4117572" y="5399910"/>
                  </a:cubicBezTo>
                  <a:cubicBezTo>
                    <a:pt x="4237665" y="5514743"/>
                    <a:pt x="4358427" y="5628870"/>
                    <a:pt x="4479150" y="5743036"/>
                  </a:cubicBezTo>
                  <a:cubicBezTo>
                    <a:pt x="4587397" y="5845403"/>
                    <a:pt x="4695816" y="5947579"/>
                    <a:pt x="4804464" y="6049507"/>
                  </a:cubicBezTo>
                  <a:cubicBezTo>
                    <a:pt x="4898297" y="6137537"/>
                    <a:pt x="4991901" y="6225843"/>
                    <a:pt x="5087415" y="6312011"/>
                  </a:cubicBezTo>
                  <a:cubicBezTo>
                    <a:pt x="5100063" y="6323418"/>
                    <a:pt x="5123392" y="6327351"/>
                    <a:pt x="5141796" y="6327389"/>
                  </a:cubicBezTo>
                  <a:cubicBezTo>
                    <a:pt x="5533929" y="6328229"/>
                    <a:pt x="5926072" y="6328029"/>
                    <a:pt x="6318215" y="6328029"/>
                  </a:cubicBezTo>
                  <a:cubicBezTo>
                    <a:pt x="6857217" y="6328029"/>
                    <a:pt x="7396219" y="6328029"/>
                    <a:pt x="7935211" y="6328029"/>
                  </a:cubicBezTo>
                  <a:cubicBezTo>
                    <a:pt x="7952355" y="6328029"/>
                    <a:pt x="7969499" y="6328029"/>
                    <a:pt x="7990127" y="6328029"/>
                  </a:cubicBezTo>
                  <a:cubicBezTo>
                    <a:pt x="7990127" y="6470401"/>
                    <a:pt x="7990127" y="6611619"/>
                    <a:pt x="7990127" y="6759251"/>
                  </a:cubicBezTo>
                  <a:cubicBezTo>
                    <a:pt x="7976963" y="6759251"/>
                    <a:pt x="7962073" y="6759251"/>
                    <a:pt x="7947181" y="6759251"/>
                  </a:cubicBezTo>
                  <a:cubicBezTo>
                    <a:pt x="6951985" y="6759251"/>
                    <a:pt x="5956790" y="6759385"/>
                    <a:pt x="4961594" y="6758287"/>
                  </a:cubicBezTo>
                  <a:cubicBezTo>
                    <a:pt x="4941147" y="6758268"/>
                    <a:pt x="4915775" y="6749171"/>
                    <a:pt x="4901027" y="6735387"/>
                  </a:cubicBezTo>
                  <a:cubicBezTo>
                    <a:pt x="4765938" y="6609175"/>
                    <a:pt x="4632891" y="6480787"/>
                    <a:pt x="4498852" y="6353439"/>
                  </a:cubicBezTo>
                  <a:cubicBezTo>
                    <a:pt x="4385193" y="6245440"/>
                    <a:pt x="4270979" y="6138023"/>
                    <a:pt x="4157072" y="6030282"/>
                  </a:cubicBezTo>
                  <a:cubicBezTo>
                    <a:pt x="4039766" y="5919315"/>
                    <a:pt x="3922546" y="5808261"/>
                    <a:pt x="3805288" y="5697255"/>
                  </a:cubicBezTo>
                  <a:cubicBezTo>
                    <a:pt x="3688020" y="5586240"/>
                    <a:pt x="3570819" y="5475167"/>
                    <a:pt x="3453351" y="5364381"/>
                  </a:cubicBezTo>
                  <a:cubicBezTo>
                    <a:pt x="3444588" y="5356105"/>
                    <a:pt x="3433286" y="5350578"/>
                    <a:pt x="3424227" y="5342560"/>
                  </a:cubicBezTo>
                  <a:cubicBezTo>
                    <a:pt x="3377845" y="5301523"/>
                    <a:pt x="3341505" y="5263188"/>
                    <a:pt x="3341648" y="5188484"/>
                  </a:cubicBezTo>
                  <a:close/>
                  <a:moveTo>
                    <a:pt x="4165729" y="0"/>
                  </a:moveTo>
                  <a:lnTo>
                    <a:pt x="7932175" y="334"/>
                  </a:lnTo>
                  <a:cubicBezTo>
                    <a:pt x="7950723" y="334"/>
                    <a:pt x="7969260" y="334"/>
                    <a:pt x="7990709" y="334"/>
                  </a:cubicBezTo>
                  <a:cubicBezTo>
                    <a:pt x="7990709" y="143881"/>
                    <a:pt x="7990709" y="285070"/>
                    <a:pt x="7990709" y="431595"/>
                  </a:cubicBezTo>
                  <a:lnTo>
                    <a:pt x="4165729" y="427643"/>
                  </a:lnTo>
                  <a:close/>
                </a:path>
              </a:pathLst>
            </a:custGeom>
            <a:grpFill/>
            <a:ln w="6350" cap="flat">
              <a:noFill/>
              <a:prstDash val="solid"/>
              <a:miter/>
            </a:ln>
          </p:spPr>
          <p:txBody>
            <a:bodyPr wrap="square" rtlCol="0" anchor="ctr">
              <a:noAutofit/>
            </a:bodyPr>
            <a:lstStyle/>
            <a:p>
              <a:endParaRPr lang="en-US"/>
            </a:p>
          </p:txBody>
        </p:sp>
      </p:grpSp>
      <p:grpSp>
        <p:nvGrpSpPr>
          <p:cNvPr id="114" name="Group 113">
            <a:extLst>
              <a:ext uri="{FF2B5EF4-FFF2-40B4-BE49-F238E27FC236}">
                <a16:creationId xmlns:a16="http://schemas.microsoft.com/office/drawing/2014/main" id="{5A5DCED7-3168-931C-1DC1-5B90AC094348}"/>
              </a:ext>
              <a:ext uri="{C183D7F6-B498-43B3-948B-1728B52AA6E4}">
                <adec:decorative xmlns:adec="http://schemas.microsoft.com/office/drawing/2017/decorative" val="1"/>
              </a:ext>
            </a:extLst>
          </p:cNvPr>
          <p:cNvGrpSpPr>
            <a:grpSpLocks noChangeAspect="1"/>
          </p:cNvGrpSpPr>
          <p:nvPr/>
        </p:nvGrpSpPr>
        <p:grpSpPr>
          <a:xfrm>
            <a:off x="7088674" y="1517247"/>
            <a:ext cx="460234" cy="457200"/>
            <a:chOff x="7088674" y="1517247"/>
            <a:chExt cx="460234" cy="457200"/>
          </a:xfrm>
          <a:solidFill>
            <a:schemeClr val="accent2"/>
          </a:solidFill>
        </p:grpSpPr>
        <p:sp>
          <p:nvSpPr>
            <p:cNvPr id="852" name="Freeform: Shape 851">
              <a:extLst>
                <a:ext uri="{FF2B5EF4-FFF2-40B4-BE49-F238E27FC236}">
                  <a16:creationId xmlns:a16="http://schemas.microsoft.com/office/drawing/2014/main" id="{98296B54-0FD1-4536-830F-17751B1DA623}"/>
                </a:ext>
                <a:ext uri="{C183D7F6-B498-43B3-948B-1728B52AA6E4}">
                  <adec:decorative xmlns:adec="http://schemas.microsoft.com/office/drawing/2017/decorative" val="1"/>
                </a:ext>
              </a:extLst>
            </p:cNvPr>
            <p:cNvSpPr/>
            <p:nvPr/>
          </p:nvSpPr>
          <p:spPr>
            <a:xfrm>
              <a:off x="7088674" y="1574064"/>
              <a:ext cx="404093" cy="400383"/>
            </a:xfrm>
            <a:custGeom>
              <a:avLst/>
              <a:gdLst>
                <a:gd name="connsiteX0" fmla="*/ 0 w 6061400"/>
                <a:gd name="connsiteY0" fmla="*/ 5366837 h 6005747"/>
                <a:gd name="connsiteX1" fmla="*/ 638910 w 6061400"/>
                <a:gd name="connsiteY1" fmla="*/ 5366837 h 6005747"/>
                <a:gd name="connsiteX2" fmla="*/ 638910 w 6061400"/>
                <a:gd name="connsiteY2" fmla="*/ 6005747 h 6005747"/>
                <a:gd name="connsiteX3" fmla="*/ 0 w 6061400"/>
                <a:gd name="connsiteY3" fmla="*/ 6005747 h 6005747"/>
                <a:gd name="connsiteX4" fmla="*/ 950118 w 6061400"/>
                <a:gd name="connsiteY4" fmla="*/ 4898297 h 6005747"/>
                <a:gd name="connsiteX5" fmla="*/ 1376052 w 6061400"/>
                <a:gd name="connsiteY5" fmla="*/ 4898297 h 6005747"/>
                <a:gd name="connsiteX6" fmla="*/ 1376052 w 6061400"/>
                <a:gd name="connsiteY6" fmla="*/ 5111273 h 6005747"/>
                <a:gd name="connsiteX7" fmla="*/ 950118 w 6061400"/>
                <a:gd name="connsiteY7" fmla="*/ 5111273 h 6005747"/>
                <a:gd name="connsiteX8" fmla="*/ 950118 w 6061400"/>
                <a:gd name="connsiteY8" fmla="*/ 4578844 h 6005747"/>
                <a:gd name="connsiteX9" fmla="*/ 1376052 w 6061400"/>
                <a:gd name="connsiteY9" fmla="*/ 4578844 h 6005747"/>
                <a:gd name="connsiteX10" fmla="*/ 1376052 w 6061400"/>
                <a:gd name="connsiteY10" fmla="*/ 4791820 h 6005747"/>
                <a:gd name="connsiteX11" fmla="*/ 950118 w 6061400"/>
                <a:gd name="connsiteY11" fmla="*/ 4791820 h 6005747"/>
                <a:gd name="connsiteX12" fmla="*/ 5848424 w 6061400"/>
                <a:gd name="connsiteY12" fmla="*/ 4259390 h 6005747"/>
                <a:gd name="connsiteX13" fmla="*/ 6061400 w 6061400"/>
                <a:gd name="connsiteY13" fmla="*/ 4259390 h 6005747"/>
                <a:gd name="connsiteX14" fmla="*/ 6061400 w 6061400"/>
                <a:gd name="connsiteY14" fmla="*/ 4685324 h 6005747"/>
                <a:gd name="connsiteX15" fmla="*/ 5848424 w 6061400"/>
                <a:gd name="connsiteY15" fmla="*/ 4685324 h 6005747"/>
                <a:gd name="connsiteX16" fmla="*/ 2659204 w 6061400"/>
                <a:gd name="connsiteY16" fmla="*/ 1703757 h 6005747"/>
                <a:gd name="connsiteX17" fmla="*/ 2659204 w 6061400"/>
                <a:gd name="connsiteY17" fmla="*/ 3396869 h 6005747"/>
                <a:gd name="connsiteX18" fmla="*/ 4352318 w 6061400"/>
                <a:gd name="connsiteY18" fmla="*/ 3396869 h 6005747"/>
                <a:gd name="connsiteX19" fmla="*/ 4352318 w 6061400"/>
                <a:gd name="connsiteY19" fmla="*/ 3392367 h 6005747"/>
                <a:gd name="connsiteX20" fmla="*/ 4347733 w 6061400"/>
                <a:gd name="connsiteY20" fmla="*/ 3392367 h 6005747"/>
                <a:gd name="connsiteX21" fmla="*/ 4347733 w 6061400"/>
                <a:gd name="connsiteY21" fmla="*/ 3179396 h 6005747"/>
                <a:gd name="connsiteX22" fmla="*/ 4352318 w 6061400"/>
                <a:gd name="connsiteY22" fmla="*/ 3179396 h 6005747"/>
                <a:gd name="connsiteX23" fmla="*/ 4352318 w 6061400"/>
                <a:gd name="connsiteY23" fmla="*/ 2900780 h 6005747"/>
                <a:gd name="connsiteX24" fmla="*/ 4351302 w 6061400"/>
                <a:gd name="connsiteY24" fmla="*/ 2900780 h 6005747"/>
                <a:gd name="connsiteX25" fmla="*/ 4351302 w 6061400"/>
                <a:gd name="connsiteY25" fmla="*/ 2687808 h 6005747"/>
                <a:gd name="connsiteX26" fmla="*/ 4352318 w 6061400"/>
                <a:gd name="connsiteY26" fmla="*/ 2687808 h 6005747"/>
                <a:gd name="connsiteX27" fmla="*/ 4352318 w 6061400"/>
                <a:gd name="connsiteY27" fmla="*/ 2409196 h 6005747"/>
                <a:gd name="connsiteX28" fmla="*/ 4349598 w 6061400"/>
                <a:gd name="connsiteY28" fmla="*/ 2409196 h 6005747"/>
                <a:gd name="connsiteX29" fmla="*/ 4349598 w 6061400"/>
                <a:gd name="connsiteY29" fmla="*/ 2196225 h 6005747"/>
                <a:gd name="connsiteX30" fmla="*/ 4352318 w 6061400"/>
                <a:gd name="connsiteY30" fmla="*/ 2196225 h 6005747"/>
                <a:gd name="connsiteX31" fmla="*/ 4352318 w 6061400"/>
                <a:gd name="connsiteY31" fmla="*/ 1917599 h 6005747"/>
                <a:gd name="connsiteX32" fmla="*/ 4347843 w 6061400"/>
                <a:gd name="connsiteY32" fmla="*/ 1917599 h 6005747"/>
                <a:gd name="connsiteX33" fmla="*/ 4347843 w 6061400"/>
                <a:gd name="connsiteY33" fmla="*/ 1704627 h 6005747"/>
                <a:gd name="connsiteX34" fmla="*/ 4352318 w 6061400"/>
                <a:gd name="connsiteY34" fmla="*/ 1704627 h 6005747"/>
                <a:gd name="connsiteX35" fmla="*/ 4352318 w 6061400"/>
                <a:gd name="connsiteY35" fmla="*/ 1703757 h 6005747"/>
                <a:gd name="connsiteX36" fmla="*/ 2653879 w 6061400"/>
                <a:gd name="connsiteY36" fmla="*/ 1059521 h 6005747"/>
                <a:gd name="connsiteX37" fmla="*/ 2866851 w 6061400"/>
                <a:gd name="connsiteY37" fmla="*/ 1059521 h 6005747"/>
                <a:gd name="connsiteX38" fmla="*/ 2866851 w 6061400"/>
                <a:gd name="connsiteY38" fmla="*/ 1272493 h 6005747"/>
                <a:gd name="connsiteX39" fmla="*/ 3143709 w 6061400"/>
                <a:gd name="connsiteY39" fmla="*/ 1272493 h 6005747"/>
                <a:gd name="connsiteX40" fmla="*/ 3143709 w 6061400"/>
                <a:gd name="connsiteY40" fmla="*/ 1059521 h 6005747"/>
                <a:gd name="connsiteX41" fmla="*/ 3356681 w 6061400"/>
                <a:gd name="connsiteY41" fmla="*/ 1059521 h 6005747"/>
                <a:gd name="connsiteX42" fmla="*/ 3356681 w 6061400"/>
                <a:gd name="connsiteY42" fmla="*/ 1272493 h 6005747"/>
                <a:gd name="connsiteX43" fmla="*/ 3638867 w 6061400"/>
                <a:gd name="connsiteY43" fmla="*/ 1272493 h 6005747"/>
                <a:gd name="connsiteX44" fmla="*/ 3638867 w 6061400"/>
                <a:gd name="connsiteY44" fmla="*/ 1059521 h 6005747"/>
                <a:gd name="connsiteX45" fmla="*/ 3851839 w 6061400"/>
                <a:gd name="connsiteY45" fmla="*/ 1059521 h 6005747"/>
                <a:gd name="connsiteX46" fmla="*/ 3851839 w 6061400"/>
                <a:gd name="connsiteY46" fmla="*/ 1272493 h 6005747"/>
                <a:gd name="connsiteX47" fmla="*/ 4128697 w 6061400"/>
                <a:gd name="connsiteY47" fmla="*/ 1272493 h 6005747"/>
                <a:gd name="connsiteX48" fmla="*/ 4128697 w 6061400"/>
                <a:gd name="connsiteY48" fmla="*/ 1059521 h 6005747"/>
                <a:gd name="connsiteX49" fmla="*/ 4341669 w 6061400"/>
                <a:gd name="connsiteY49" fmla="*/ 1059521 h 6005747"/>
                <a:gd name="connsiteX50" fmla="*/ 4341669 w 6061400"/>
                <a:gd name="connsiteY50" fmla="*/ 1272493 h 6005747"/>
                <a:gd name="connsiteX51" fmla="*/ 4783586 w 6061400"/>
                <a:gd name="connsiteY51" fmla="*/ 1272493 h 6005747"/>
                <a:gd name="connsiteX52" fmla="*/ 4783586 w 6061400"/>
                <a:gd name="connsiteY52" fmla="*/ 1704627 h 6005747"/>
                <a:gd name="connsiteX53" fmla="*/ 4986755 w 6061400"/>
                <a:gd name="connsiteY53" fmla="*/ 1704627 h 6005747"/>
                <a:gd name="connsiteX54" fmla="*/ 4986755 w 6061400"/>
                <a:gd name="connsiteY54" fmla="*/ 1917599 h 6005747"/>
                <a:gd name="connsiteX55" fmla="*/ 4783586 w 6061400"/>
                <a:gd name="connsiteY55" fmla="*/ 1917599 h 6005747"/>
                <a:gd name="connsiteX56" fmla="*/ 4783586 w 6061400"/>
                <a:gd name="connsiteY56" fmla="*/ 2196225 h 6005747"/>
                <a:gd name="connsiteX57" fmla="*/ 4988510 w 6061400"/>
                <a:gd name="connsiteY57" fmla="*/ 2196225 h 6005747"/>
                <a:gd name="connsiteX58" fmla="*/ 4988510 w 6061400"/>
                <a:gd name="connsiteY58" fmla="*/ 2409196 h 6005747"/>
                <a:gd name="connsiteX59" fmla="*/ 4783586 w 6061400"/>
                <a:gd name="connsiteY59" fmla="*/ 2409196 h 6005747"/>
                <a:gd name="connsiteX60" fmla="*/ 4783586 w 6061400"/>
                <a:gd name="connsiteY60" fmla="*/ 2687808 h 6005747"/>
                <a:gd name="connsiteX61" fmla="*/ 4990214 w 6061400"/>
                <a:gd name="connsiteY61" fmla="*/ 2687808 h 6005747"/>
                <a:gd name="connsiteX62" fmla="*/ 4990214 w 6061400"/>
                <a:gd name="connsiteY62" fmla="*/ 2900780 h 6005747"/>
                <a:gd name="connsiteX63" fmla="*/ 4783586 w 6061400"/>
                <a:gd name="connsiteY63" fmla="*/ 2900780 h 6005747"/>
                <a:gd name="connsiteX64" fmla="*/ 4783586 w 6061400"/>
                <a:gd name="connsiteY64" fmla="*/ 3179396 h 6005747"/>
                <a:gd name="connsiteX65" fmla="*/ 4986645 w 6061400"/>
                <a:gd name="connsiteY65" fmla="*/ 3179396 h 6005747"/>
                <a:gd name="connsiteX66" fmla="*/ 4986645 w 6061400"/>
                <a:gd name="connsiteY66" fmla="*/ 3392367 h 6005747"/>
                <a:gd name="connsiteX67" fmla="*/ 4783586 w 6061400"/>
                <a:gd name="connsiteY67" fmla="*/ 3392367 h 6005747"/>
                <a:gd name="connsiteX68" fmla="*/ 4783586 w 6061400"/>
                <a:gd name="connsiteY68" fmla="*/ 3828136 h 6005747"/>
                <a:gd name="connsiteX69" fmla="*/ 4341669 w 6061400"/>
                <a:gd name="connsiteY69" fmla="*/ 3828136 h 6005747"/>
                <a:gd name="connsiteX70" fmla="*/ 4341669 w 6061400"/>
                <a:gd name="connsiteY70" fmla="*/ 4041103 h 6005747"/>
                <a:gd name="connsiteX71" fmla="*/ 4128697 w 6061400"/>
                <a:gd name="connsiteY71" fmla="*/ 4041103 h 6005747"/>
                <a:gd name="connsiteX72" fmla="*/ 4128697 w 6061400"/>
                <a:gd name="connsiteY72" fmla="*/ 3828136 h 6005747"/>
                <a:gd name="connsiteX73" fmla="*/ 3851839 w 6061400"/>
                <a:gd name="connsiteY73" fmla="*/ 3828136 h 6005747"/>
                <a:gd name="connsiteX74" fmla="*/ 3851839 w 6061400"/>
                <a:gd name="connsiteY74" fmla="*/ 4041103 h 6005747"/>
                <a:gd name="connsiteX75" fmla="*/ 3638867 w 6061400"/>
                <a:gd name="connsiteY75" fmla="*/ 4041103 h 6005747"/>
                <a:gd name="connsiteX76" fmla="*/ 3638867 w 6061400"/>
                <a:gd name="connsiteY76" fmla="*/ 3828136 h 6005747"/>
                <a:gd name="connsiteX77" fmla="*/ 3356681 w 6061400"/>
                <a:gd name="connsiteY77" fmla="*/ 3828136 h 6005747"/>
                <a:gd name="connsiteX78" fmla="*/ 3356681 w 6061400"/>
                <a:gd name="connsiteY78" fmla="*/ 4041103 h 6005747"/>
                <a:gd name="connsiteX79" fmla="*/ 3143709 w 6061400"/>
                <a:gd name="connsiteY79" fmla="*/ 4041103 h 6005747"/>
                <a:gd name="connsiteX80" fmla="*/ 3143709 w 6061400"/>
                <a:gd name="connsiteY80" fmla="*/ 3828136 h 6005747"/>
                <a:gd name="connsiteX81" fmla="*/ 2866851 w 6061400"/>
                <a:gd name="connsiteY81" fmla="*/ 3828136 h 6005747"/>
                <a:gd name="connsiteX82" fmla="*/ 2866851 w 6061400"/>
                <a:gd name="connsiteY82" fmla="*/ 4041103 h 6005747"/>
                <a:gd name="connsiteX83" fmla="*/ 2653879 w 6061400"/>
                <a:gd name="connsiteY83" fmla="*/ 4041103 h 6005747"/>
                <a:gd name="connsiteX84" fmla="*/ 2653879 w 6061400"/>
                <a:gd name="connsiteY84" fmla="*/ 3828136 h 6005747"/>
                <a:gd name="connsiteX85" fmla="*/ 2227940 w 6061400"/>
                <a:gd name="connsiteY85" fmla="*/ 3828136 h 6005747"/>
                <a:gd name="connsiteX86" fmla="*/ 2227940 w 6061400"/>
                <a:gd name="connsiteY86" fmla="*/ 3392367 h 6005747"/>
                <a:gd name="connsiteX87" fmla="*/ 2005059 w 6061400"/>
                <a:gd name="connsiteY87" fmla="*/ 3392367 h 6005747"/>
                <a:gd name="connsiteX88" fmla="*/ 2005059 w 6061400"/>
                <a:gd name="connsiteY88" fmla="*/ 3179396 h 6005747"/>
                <a:gd name="connsiteX89" fmla="*/ 2227940 w 6061400"/>
                <a:gd name="connsiteY89" fmla="*/ 3179396 h 6005747"/>
                <a:gd name="connsiteX90" fmla="*/ 2227940 w 6061400"/>
                <a:gd name="connsiteY90" fmla="*/ 2900780 h 6005747"/>
                <a:gd name="connsiteX91" fmla="*/ 2008628 w 6061400"/>
                <a:gd name="connsiteY91" fmla="*/ 2900780 h 6005747"/>
                <a:gd name="connsiteX92" fmla="*/ 2008628 w 6061400"/>
                <a:gd name="connsiteY92" fmla="*/ 2687808 h 6005747"/>
                <a:gd name="connsiteX93" fmla="*/ 2227940 w 6061400"/>
                <a:gd name="connsiteY93" fmla="*/ 2687808 h 6005747"/>
                <a:gd name="connsiteX94" fmla="*/ 2227940 w 6061400"/>
                <a:gd name="connsiteY94" fmla="*/ 2409196 h 6005747"/>
                <a:gd name="connsiteX95" fmla="*/ 2006924 w 6061400"/>
                <a:gd name="connsiteY95" fmla="*/ 2409196 h 6005747"/>
                <a:gd name="connsiteX96" fmla="*/ 2006924 w 6061400"/>
                <a:gd name="connsiteY96" fmla="*/ 2196225 h 6005747"/>
                <a:gd name="connsiteX97" fmla="*/ 2227940 w 6061400"/>
                <a:gd name="connsiteY97" fmla="*/ 2196225 h 6005747"/>
                <a:gd name="connsiteX98" fmla="*/ 2227940 w 6061400"/>
                <a:gd name="connsiteY98" fmla="*/ 1917599 h 6005747"/>
                <a:gd name="connsiteX99" fmla="*/ 2005169 w 6061400"/>
                <a:gd name="connsiteY99" fmla="*/ 1917599 h 6005747"/>
                <a:gd name="connsiteX100" fmla="*/ 2005169 w 6061400"/>
                <a:gd name="connsiteY100" fmla="*/ 1704627 h 6005747"/>
                <a:gd name="connsiteX101" fmla="*/ 2227940 w 6061400"/>
                <a:gd name="connsiteY101" fmla="*/ 1704627 h 6005747"/>
                <a:gd name="connsiteX102" fmla="*/ 2227940 w 6061400"/>
                <a:gd name="connsiteY102" fmla="*/ 1272493 h 6005747"/>
                <a:gd name="connsiteX103" fmla="*/ 2653879 w 6061400"/>
                <a:gd name="connsiteY103" fmla="*/ 1272493 h 6005747"/>
                <a:gd name="connsiteX104" fmla="*/ 5635452 w 6061400"/>
                <a:gd name="connsiteY104" fmla="*/ 319453 h 6005747"/>
                <a:gd name="connsiteX105" fmla="*/ 6061386 w 6061400"/>
                <a:gd name="connsiteY105" fmla="*/ 319453 h 6005747"/>
                <a:gd name="connsiteX106" fmla="*/ 6061386 w 6061400"/>
                <a:gd name="connsiteY106" fmla="*/ 532430 h 6005747"/>
                <a:gd name="connsiteX107" fmla="*/ 5635452 w 6061400"/>
                <a:gd name="connsiteY107" fmla="*/ 532430 h 6005747"/>
                <a:gd name="connsiteX108" fmla="*/ 950118 w 6061400"/>
                <a:gd name="connsiteY108" fmla="*/ 212972 h 6005747"/>
                <a:gd name="connsiteX109" fmla="*/ 1376052 w 6061400"/>
                <a:gd name="connsiteY109" fmla="*/ 212972 h 6005747"/>
                <a:gd name="connsiteX110" fmla="*/ 1376052 w 6061400"/>
                <a:gd name="connsiteY110" fmla="*/ 425948 h 6005747"/>
                <a:gd name="connsiteX111" fmla="*/ 950118 w 6061400"/>
                <a:gd name="connsiteY111" fmla="*/ 425948 h 6005747"/>
                <a:gd name="connsiteX112" fmla="*/ 5635452 w 6061400"/>
                <a:gd name="connsiteY112" fmla="*/ 0 h 6005747"/>
                <a:gd name="connsiteX113" fmla="*/ 6061386 w 6061400"/>
                <a:gd name="connsiteY113" fmla="*/ 0 h 6005747"/>
                <a:gd name="connsiteX114" fmla="*/ 6061386 w 6061400"/>
                <a:gd name="connsiteY114" fmla="*/ 212977 h 6005747"/>
                <a:gd name="connsiteX115" fmla="*/ 5635452 w 6061400"/>
                <a:gd name="connsiteY115" fmla="*/ 212977 h 600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61400" h="6005747">
                  <a:moveTo>
                    <a:pt x="0" y="5366837"/>
                  </a:moveTo>
                  <a:lnTo>
                    <a:pt x="638910" y="5366837"/>
                  </a:lnTo>
                  <a:lnTo>
                    <a:pt x="638910" y="6005747"/>
                  </a:lnTo>
                  <a:lnTo>
                    <a:pt x="0" y="6005747"/>
                  </a:lnTo>
                  <a:close/>
                  <a:moveTo>
                    <a:pt x="950118" y="4898297"/>
                  </a:moveTo>
                  <a:lnTo>
                    <a:pt x="1376052" y="4898297"/>
                  </a:lnTo>
                  <a:lnTo>
                    <a:pt x="1376052" y="5111273"/>
                  </a:lnTo>
                  <a:lnTo>
                    <a:pt x="950118" y="5111273"/>
                  </a:lnTo>
                  <a:close/>
                  <a:moveTo>
                    <a:pt x="950118" y="4578844"/>
                  </a:moveTo>
                  <a:lnTo>
                    <a:pt x="1376052" y="4578844"/>
                  </a:lnTo>
                  <a:lnTo>
                    <a:pt x="1376052" y="4791820"/>
                  </a:lnTo>
                  <a:lnTo>
                    <a:pt x="950118" y="4791820"/>
                  </a:lnTo>
                  <a:close/>
                  <a:moveTo>
                    <a:pt x="5848424" y="4259390"/>
                  </a:moveTo>
                  <a:lnTo>
                    <a:pt x="6061400" y="4259390"/>
                  </a:lnTo>
                  <a:lnTo>
                    <a:pt x="6061400" y="4685324"/>
                  </a:lnTo>
                  <a:lnTo>
                    <a:pt x="5848424" y="4685324"/>
                  </a:lnTo>
                  <a:close/>
                  <a:moveTo>
                    <a:pt x="2659204" y="1703757"/>
                  </a:moveTo>
                  <a:lnTo>
                    <a:pt x="2659204" y="3396869"/>
                  </a:lnTo>
                  <a:lnTo>
                    <a:pt x="4352318" y="3396869"/>
                  </a:lnTo>
                  <a:lnTo>
                    <a:pt x="4352318" y="3392367"/>
                  </a:lnTo>
                  <a:lnTo>
                    <a:pt x="4347733" y="3392367"/>
                  </a:lnTo>
                  <a:lnTo>
                    <a:pt x="4347733" y="3179396"/>
                  </a:lnTo>
                  <a:lnTo>
                    <a:pt x="4352318" y="3179396"/>
                  </a:lnTo>
                  <a:lnTo>
                    <a:pt x="4352318" y="2900780"/>
                  </a:lnTo>
                  <a:lnTo>
                    <a:pt x="4351302" y="2900780"/>
                  </a:lnTo>
                  <a:lnTo>
                    <a:pt x="4351302" y="2687808"/>
                  </a:lnTo>
                  <a:lnTo>
                    <a:pt x="4352318" y="2687808"/>
                  </a:lnTo>
                  <a:lnTo>
                    <a:pt x="4352318" y="2409196"/>
                  </a:lnTo>
                  <a:lnTo>
                    <a:pt x="4349598" y="2409196"/>
                  </a:lnTo>
                  <a:lnTo>
                    <a:pt x="4349598" y="2196225"/>
                  </a:lnTo>
                  <a:lnTo>
                    <a:pt x="4352318" y="2196225"/>
                  </a:lnTo>
                  <a:lnTo>
                    <a:pt x="4352318" y="1917599"/>
                  </a:lnTo>
                  <a:lnTo>
                    <a:pt x="4347843" y="1917599"/>
                  </a:lnTo>
                  <a:lnTo>
                    <a:pt x="4347843" y="1704627"/>
                  </a:lnTo>
                  <a:lnTo>
                    <a:pt x="4352318" y="1704627"/>
                  </a:lnTo>
                  <a:lnTo>
                    <a:pt x="4352318" y="1703757"/>
                  </a:lnTo>
                  <a:close/>
                  <a:moveTo>
                    <a:pt x="2653879" y="1059521"/>
                  </a:moveTo>
                  <a:lnTo>
                    <a:pt x="2866851" y="1059521"/>
                  </a:lnTo>
                  <a:lnTo>
                    <a:pt x="2866851" y="1272493"/>
                  </a:lnTo>
                  <a:lnTo>
                    <a:pt x="3143709" y="1272493"/>
                  </a:lnTo>
                  <a:lnTo>
                    <a:pt x="3143709" y="1059521"/>
                  </a:lnTo>
                  <a:lnTo>
                    <a:pt x="3356681" y="1059521"/>
                  </a:lnTo>
                  <a:lnTo>
                    <a:pt x="3356681" y="1272493"/>
                  </a:lnTo>
                  <a:lnTo>
                    <a:pt x="3638867" y="1272493"/>
                  </a:lnTo>
                  <a:lnTo>
                    <a:pt x="3638867" y="1059521"/>
                  </a:lnTo>
                  <a:lnTo>
                    <a:pt x="3851839" y="1059521"/>
                  </a:lnTo>
                  <a:lnTo>
                    <a:pt x="3851839" y="1272493"/>
                  </a:lnTo>
                  <a:lnTo>
                    <a:pt x="4128697" y="1272493"/>
                  </a:lnTo>
                  <a:lnTo>
                    <a:pt x="4128697" y="1059521"/>
                  </a:lnTo>
                  <a:lnTo>
                    <a:pt x="4341669" y="1059521"/>
                  </a:lnTo>
                  <a:lnTo>
                    <a:pt x="4341669" y="1272493"/>
                  </a:lnTo>
                  <a:lnTo>
                    <a:pt x="4783586" y="1272493"/>
                  </a:lnTo>
                  <a:lnTo>
                    <a:pt x="4783586" y="1704627"/>
                  </a:lnTo>
                  <a:lnTo>
                    <a:pt x="4986755" y="1704627"/>
                  </a:lnTo>
                  <a:lnTo>
                    <a:pt x="4986755" y="1917599"/>
                  </a:lnTo>
                  <a:lnTo>
                    <a:pt x="4783586" y="1917599"/>
                  </a:lnTo>
                  <a:lnTo>
                    <a:pt x="4783586" y="2196225"/>
                  </a:lnTo>
                  <a:lnTo>
                    <a:pt x="4988510" y="2196225"/>
                  </a:lnTo>
                  <a:lnTo>
                    <a:pt x="4988510" y="2409196"/>
                  </a:lnTo>
                  <a:lnTo>
                    <a:pt x="4783586" y="2409196"/>
                  </a:lnTo>
                  <a:lnTo>
                    <a:pt x="4783586" y="2687808"/>
                  </a:lnTo>
                  <a:lnTo>
                    <a:pt x="4990214" y="2687808"/>
                  </a:lnTo>
                  <a:lnTo>
                    <a:pt x="4990214" y="2900780"/>
                  </a:lnTo>
                  <a:lnTo>
                    <a:pt x="4783586" y="2900780"/>
                  </a:lnTo>
                  <a:lnTo>
                    <a:pt x="4783586" y="3179396"/>
                  </a:lnTo>
                  <a:lnTo>
                    <a:pt x="4986645" y="3179396"/>
                  </a:lnTo>
                  <a:lnTo>
                    <a:pt x="4986645" y="3392367"/>
                  </a:lnTo>
                  <a:lnTo>
                    <a:pt x="4783586" y="3392367"/>
                  </a:lnTo>
                  <a:lnTo>
                    <a:pt x="4783586" y="3828136"/>
                  </a:lnTo>
                  <a:lnTo>
                    <a:pt x="4341669" y="3828136"/>
                  </a:lnTo>
                  <a:lnTo>
                    <a:pt x="4341669" y="4041103"/>
                  </a:lnTo>
                  <a:lnTo>
                    <a:pt x="4128697" y="4041103"/>
                  </a:lnTo>
                  <a:lnTo>
                    <a:pt x="4128697" y="3828136"/>
                  </a:lnTo>
                  <a:lnTo>
                    <a:pt x="3851839" y="3828136"/>
                  </a:lnTo>
                  <a:lnTo>
                    <a:pt x="3851839" y="4041103"/>
                  </a:lnTo>
                  <a:lnTo>
                    <a:pt x="3638867" y="4041103"/>
                  </a:lnTo>
                  <a:lnTo>
                    <a:pt x="3638867" y="3828136"/>
                  </a:lnTo>
                  <a:lnTo>
                    <a:pt x="3356681" y="3828136"/>
                  </a:lnTo>
                  <a:lnTo>
                    <a:pt x="3356681" y="4041103"/>
                  </a:lnTo>
                  <a:lnTo>
                    <a:pt x="3143709" y="4041103"/>
                  </a:lnTo>
                  <a:lnTo>
                    <a:pt x="3143709" y="3828136"/>
                  </a:lnTo>
                  <a:lnTo>
                    <a:pt x="2866851" y="3828136"/>
                  </a:lnTo>
                  <a:lnTo>
                    <a:pt x="2866851" y="4041103"/>
                  </a:lnTo>
                  <a:lnTo>
                    <a:pt x="2653879" y="4041103"/>
                  </a:lnTo>
                  <a:lnTo>
                    <a:pt x="2653879" y="3828136"/>
                  </a:lnTo>
                  <a:lnTo>
                    <a:pt x="2227940" y="3828136"/>
                  </a:lnTo>
                  <a:lnTo>
                    <a:pt x="2227940" y="3392367"/>
                  </a:lnTo>
                  <a:lnTo>
                    <a:pt x="2005059" y="3392367"/>
                  </a:lnTo>
                  <a:lnTo>
                    <a:pt x="2005059" y="3179396"/>
                  </a:lnTo>
                  <a:lnTo>
                    <a:pt x="2227940" y="3179396"/>
                  </a:lnTo>
                  <a:lnTo>
                    <a:pt x="2227940" y="2900780"/>
                  </a:lnTo>
                  <a:lnTo>
                    <a:pt x="2008628" y="2900780"/>
                  </a:lnTo>
                  <a:lnTo>
                    <a:pt x="2008628" y="2687808"/>
                  </a:lnTo>
                  <a:lnTo>
                    <a:pt x="2227940" y="2687808"/>
                  </a:lnTo>
                  <a:lnTo>
                    <a:pt x="2227940" y="2409196"/>
                  </a:lnTo>
                  <a:lnTo>
                    <a:pt x="2006924" y="2409196"/>
                  </a:lnTo>
                  <a:lnTo>
                    <a:pt x="2006924" y="2196225"/>
                  </a:lnTo>
                  <a:lnTo>
                    <a:pt x="2227940" y="2196225"/>
                  </a:lnTo>
                  <a:lnTo>
                    <a:pt x="2227940" y="1917599"/>
                  </a:lnTo>
                  <a:lnTo>
                    <a:pt x="2005169" y="1917599"/>
                  </a:lnTo>
                  <a:lnTo>
                    <a:pt x="2005169" y="1704627"/>
                  </a:lnTo>
                  <a:lnTo>
                    <a:pt x="2227940" y="1704627"/>
                  </a:lnTo>
                  <a:lnTo>
                    <a:pt x="2227940" y="1272493"/>
                  </a:lnTo>
                  <a:lnTo>
                    <a:pt x="2653879" y="1272493"/>
                  </a:lnTo>
                  <a:close/>
                  <a:moveTo>
                    <a:pt x="5635452" y="319453"/>
                  </a:moveTo>
                  <a:lnTo>
                    <a:pt x="6061386" y="319453"/>
                  </a:lnTo>
                  <a:lnTo>
                    <a:pt x="6061386" y="532430"/>
                  </a:lnTo>
                  <a:lnTo>
                    <a:pt x="5635452" y="532430"/>
                  </a:lnTo>
                  <a:close/>
                  <a:moveTo>
                    <a:pt x="950118" y="212972"/>
                  </a:moveTo>
                  <a:lnTo>
                    <a:pt x="1376052" y="212972"/>
                  </a:lnTo>
                  <a:lnTo>
                    <a:pt x="1376052" y="425948"/>
                  </a:lnTo>
                  <a:lnTo>
                    <a:pt x="950118" y="425948"/>
                  </a:lnTo>
                  <a:close/>
                  <a:moveTo>
                    <a:pt x="5635452" y="0"/>
                  </a:moveTo>
                  <a:lnTo>
                    <a:pt x="6061386" y="0"/>
                  </a:lnTo>
                  <a:lnTo>
                    <a:pt x="6061386" y="212977"/>
                  </a:lnTo>
                  <a:lnTo>
                    <a:pt x="5635452" y="212977"/>
                  </a:lnTo>
                  <a:close/>
                </a:path>
              </a:pathLst>
            </a:custGeom>
            <a:solidFill>
              <a:schemeClr val="bg1"/>
            </a:solidFill>
            <a:ln w="12601" cap="flat">
              <a:noFill/>
              <a:prstDash val="solid"/>
              <a:miter/>
            </a:ln>
          </p:spPr>
          <p:txBody>
            <a:bodyPr wrap="square" rtlCol="0" anchor="ctr">
              <a:noAutofit/>
            </a:bodyPr>
            <a:lstStyle/>
            <a:p>
              <a:endParaRPr lang="en-US" dirty="0"/>
            </a:p>
          </p:txBody>
        </p:sp>
        <p:sp>
          <p:nvSpPr>
            <p:cNvPr id="853" name="Freeform: Shape 852">
              <a:extLst>
                <a:ext uri="{FF2B5EF4-FFF2-40B4-BE49-F238E27FC236}">
                  <a16:creationId xmlns:a16="http://schemas.microsoft.com/office/drawing/2014/main" id="{F33A57A5-4F59-310D-75CA-3655FD4A6F62}"/>
                </a:ext>
                <a:ext uri="{C183D7F6-B498-43B3-948B-1728B52AA6E4}">
                  <adec:decorative xmlns:adec="http://schemas.microsoft.com/office/drawing/2017/decorative" val="1"/>
                </a:ext>
              </a:extLst>
            </p:cNvPr>
            <p:cNvSpPr/>
            <p:nvPr/>
          </p:nvSpPr>
          <p:spPr>
            <a:xfrm>
              <a:off x="7094572" y="1517247"/>
              <a:ext cx="454336" cy="454336"/>
            </a:xfrm>
            <a:custGeom>
              <a:avLst/>
              <a:gdLst>
                <a:gd name="connsiteX0" fmla="*/ 3594536 w 6815044"/>
                <a:gd name="connsiteY0" fmla="*/ 6144453 h 6815044"/>
                <a:gd name="connsiteX1" fmla="*/ 3575840 w 6815044"/>
                <a:gd name="connsiteY1" fmla="*/ 6148967 h 6815044"/>
                <a:gd name="connsiteX2" fmla="*/ 3575830 w 6815044"/>
                <a:gd name="connsiteY2" fmla="*/ 6148850 h 6815044"/>
                <a:gd name="connsiteX3" fmla="*/ 3594536 w 6815044"/>
                <a:gd name="connsiteY3" fmla="*/ 6144453 h 6815044"/>
                <a:gd name="connsiteX4" fmla="*/ 1814691 w 6815044"/>
                <a:gd name="connsiteY4" fmla="*/ 1698811 h 6815044"/>
                <a:gd name="connsiteX5" fmla="*/ 1713532 w 6815044"/>
                <a:gd name="connsiteY5" fmla="*/ 1799970 h 6815044"/>
                <a:gd name="connsiteX6" fmla="*/ 1713532 w 6815044"/>
                <a:gd name="connsiteY6" fmla="*/ 5010492 h 6815044"/>
                <a:gd name="connsiteX7" fmla="*/ 1814691 w 6815044"/>
                <a:gd name="connsiteY7" fmla="*/ 5111656 h 6815044"/>
                <a:gd name="connsiteX8" fmla="*/ 5019885 w 6815044"/>
                <a:gd name="connsiteY8" fmla="*/ 5116980 h 6815044"/>
                <a:gd name="connsiteX9" fmla="*/ 5121049 w 6815044"/>
                <a:gd name="connsiteY9" fmla="*/ 5015816 h 6815044"/>
                <a:gd name="connsiteX10" fmla="*/ 5121049 w 6815044"/>
                <a:gd name="connsiteY10" fmla="*/ 1810619 h 6815044"/>
                <a:gd name="connsiteX11" fmla="*/ 5019885 w 6815044"/>
                <a:gd name="connsiteY11" fmla="*/ 1709459 h 6815044"/>
                <a:gd name="connsiteX12" fmla="*/ 1814691 w 6815044"/>
                <a:gd name="connsiteY12" fmla="*/ 1491163 h 6815044"/>
                <a:gd name="connsiteX13" fmla="*/ 5019885 w 6815044"/>
                <a:gd name="connsiteY13" fmla="*/ 1496487 h 6815044"/>
                <a:gd name="connsiteX14" fmla="*/ 5334016 w 6815044"/>
                <a:gd name="connsiteY14" fmla="*/ 1810619 h 6815044"/>
                <a:gd name="connsiteX15" fmla="*/ 5334016 w 6815044"/>
                <a:gd name="connsiteY15" fmla="*/ 5010492 h 6815044"/>
                <a:gd name="connsiteX16" fmla="*/ 5019885 w 6815044"/>
                <a:gd name="connsiteY16" fmla="*/ 5319299 h 6815044"/>
                <a:gd name="connsiteX17" fmla="*/ 1814691 w 6815044"/>
                <a:gd name="connsiteY17" fmla="*/ 5313975 h 6815044"/>
                <a:gd name="connsiteX18" fmla="*/ 1500560 w 6815044"/>
                <a:gd name="connsiteY18" fmla="*/ 5005168 h 6815044"/>
                <a:gd name="connsiteX19" fmla="*/ 1500560 w 6815044"/>
                <a:gd name="connsiteY19" fmla="*/ 1799970 h 6815044"/>
                <a:gd name="connsiteX20" fmla="*/ 1814691 w 6815044"/>
                <a:gd name="connsiteY20" fmla="*/ 1491163 h 6815044"/>
                <a:gd name="connsiteX21" fmla="*/ 0 w 6815044"/>
                <a:gd name="connsiteY21" fmla="*/ 0 h 6815044"/>
                <a:gd name="connsiteX22" fmla="*/ 6362483 w 6815044"/>
                <a:gd name="connsiteY22" fmla="*/ 0 h 6815044"/>
                <a:gd name="connsiteX23" fmla="*/ 6815044 w 6815044"/>
                <a:gd name="connsiteY23" fmla="*/ 452562 h 6815044"/>
                <a:gd name="connsiteX24" fmla="*/ 6815044 w 6815044"/>
                <a:gd name="connsiteY24" fmla="*/ 5665002 h 6815044"/>
                <a:gd name="connsiteX25" fmla="*/ 5606446 w 6815044"/>
                <a:gd name="connsiteY25" fmla="*/ 6815035 h 6815044"/>
                <a:gd name="connsiteX26" fmla="*/ 4731824 w 6815044"/>
                <a:gd name="connsiteY26" fmla="*/ 6815035 h 6815044"/>
                <a:gd name="connsiteX27" fmla="*/ 4731824 w 6815044"/>
                <a:gd name="connsiteY27" fmla="*/ 6815044 h 6815044"/>
                <a:gd name="connsiteX28" fmla="*/ 797555 w 6815044"/>
                <a:gd name="connsiteY28" fmla="*/ 6815044 h 6815044"/>
                <a:gd name="connsiteX29" fmla="*/ 797555 w 6815044"/>
                <a:gd name="connsiteY29" fmla="*/ 6389110 h 6815044"/>
                <a:gd name="connsiteX30" fmla="*/ 1258387 w 6815044"/>
                <a:gd name="connsiteY30" fmla="*/ 6389110 h 6815044"/>
                <a:gd name="connsiteX31" fmla="*/ 1258387 w 6815044"/>
                <a:gd name="connsiteY31" fmla="*/ 6389100 h 6815044"/>
                <a:gd name="connsiteX32" fmla="*/ 5436061 w 6815044"/>
                <a:gd name="connsiteY32" fmla="*/ 6389100 h 6815044"/>
                <a:gd name="connsiteX33" fmla="*/ 6389110 w 6815044"/>
                <a:gd name="connsiteY33" fmla="*/ 5483967 h 6815044"/>
                <a:gd name="connsiteX34" fmla="*/ 6389110 w 6815044"/>
                <a:gd name="connsiteY34" fmla="*/ 452562 h 6815044"/>
                <a:gd name="connsiteX35" fmla="*/ 6362483 w 6815044"/>
                <a:gd name="connsiteY35" fmla="*/ 425934 h 6815044"/>
                <a:gd name="connsiteX36" fmla="*/ 425934 w 6815044"/>
                <a:gd name="connsiteY36" fmla="*/ 425934 h 6815044"/>
                <a:gd name="connsiteX37" fmla="*/ 425934 w 6815044"/>
                <a:gd name="connsiteY37" fmla="*/ 1419988 h 6815044"/>
                <a:gd name="connsiteX38" fmla="*/ 425944 w 6815044"/>
                <a:gd name="connsiteY38" fmla="*/ 1419988 h 6815044"/>
                <a:gd name="connsiteX39" fmla="*/ 425944 w 6815044"/>
                <a:gd name="connsiteY39" fmla="*/ 5966117 h 6815044"/>
                <a:gd name="connsiteX40" fmla="*/ 0 w 6815044"/>
                <a:gd name="connsiteY40" fmla="*/ 5966117 h 6815044"/>
                <a:gd name="connsiteX41" fmla="*/ 0 w 6815044"/>
                <a:gd name="connsiteY41" fmla="*/ 5465902 h 6815044"/>
                <a:gd name="connsiteX42" fmla="*/ 0 w 6815044"/>
                <a:gd name="connsiteY42" fmla="*/ 1419988 h 681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15044" h="6815044">
                  <a:moveTo>
                    <a:pt x="3594536" y="6144453"/>
                  </a:moveTo>
                  <a:lnTo>
                    <a:pt x="3575840" y="6148967"/>
                  </a:lnTo>
                  <a:lnTo>
                    <a:pt x="3575830" y="6148850"/>
                  </a:lnTo>
                  <a:cubicBezTo>
                    <a:pt x="3582363" y="6146919"/>
                    <a:pt x="3597555" y="6143570"/>
                    <a:pt x="3594536" y="6144453"/>
                  </a:cubicBezTo>
                  <a:close/>
                  <a:moveTo>
                    <a:pt x="1814691" y="1698811"/>
                  </a:moveTo>
                  <a:cubicBezTo>
                    <a:pt x="1756125" y="1698811"/>
                    <a:pt x="1713532" y="1746728"/>
                    <a:pt x="1713532" y="1799970"/>
                  </a:cubicBezTo>
                  <a:lnTo>
                    <a:pt x="1713532" y="5010492"/>
                  </a:lnTo>
                  <a:cubicBezTo>
                    <a:pt x="1713532" y="5069058"/>
                    <a:pt x="1761449" y="5111656"/>
                    <a:pt x="1814691" y="5111656"/>
                  </a:cubicBezTo>
                  <a:lnTo>
                    <a:pt x="5019885" y="5116980"/>
                  </a:lnTo>
                  <a:cubicBezTo>
                    <a:pt x="5078451" y="5116980"/>
                    <a:pt x="5121049" y="5069058"/>
                    <a:pt x="5121049" y="5015816"/>
                  </a:cubicBezTo>
                  <a:lnTo>
                    <a:pt x="5121049" y="1810619"/>
                  </a:lnTo>
                  <a:cubicBezTo>
                    <a:pt x="5121049" y="1752053"/>
                    <a:pt x="5073127" y="1709459"/>
                    <a:pt x="5019885" y="1709459"/>
                  </a:cubicBezTo>
                  <a:close/>
                  <a:moveTo>
                    <a:pt x="1814691" y="1491163"/>
                  </a:moveTo>
                  <a:lnTo>
                    <a:pt x="5019885" y="1496487"/>
                  </a:lnTo>
                  <a:cubicBezTo>
                    <a:pt x="5195587" y="1496487"/>
                    <a:pt x="5334016" y="1634916"/>
                    <a:pt x="5334016" y="1810619"/>
                  </a:cubicBezTo>
                  <a:lnTo>
                    <a:pt x="5334016" y="5010492"/>
                  </a:lnTo>
                  <a:cubicBezTo>
                    <a:pt x="5334016" y="5180870"/>
                    <a:pt x="5195587" y="5319299"/>
                    <a:pt x="5019885" y="5319299"/>
                  </a:cubicBezTo>
                  <a:lnTo>
                    <a:pt x="1814691" y="5313975"/>
                  </a:lnTo>
                  <a:cubicBezTo>
                    <a:pt x="1638989" y="5313975"/>
                    <a:pt x="1500560" y="5175546"/>
                    <a:pt x="1500560" y="5005168"/>
                  </a:cubicBezTo>
                  <a:lnTo>
                    <a:pt x="1500560" y="1799970"/>
                  </a:lnTo>
                  <a:cubicBezTo>
                    <a:pt x="1500560" y="1629592"/>
                    <a:pt x="1638989" y="1491163"/>
                    <a:pt x="1814691" y="1491163"/>
                  </a:cubicBezTo>
                  <a:close/>
                  <a:moveTo>
                    <a:pt x="0" y="0"/>
                  </a:moveTo>
                  <a:lnTo>
                    <a:pt x="6362483" y="0"/>
                  </a:lnTo>
                  <a:cubicBezTo>
                    <a:pt x="6612721" y="0"/>
                    <a:pt x="6815044" y="202323"/>
                    <a:pt x="6815044" y="452562"/>
                  </a:cubicBezTo>
                  <a:lnTo>
                    <a:pt x="6815044" y="5665002"/>
                  </a:lnTo>
                  <a:lnTo>
                    <a:pt x="5606446" y="6815035"/>
                  </a:lnTo>
                  <a:lnTo>
                    <a:pt x="4731824" y="6815035"/>
                  </a:lnTo>
                  <a:lnTo>
                    <a:pt x="4731824" y="6815044"/>
                  </a:lnTo>
                  <a:lnTo>
                    <a:pt x="797555" y="6815044"/>
                  </a:lnTo>
                  <a:lnTo>
                    <a:pt x="797555" y="6389110"/>
                  </a:lnTo>
                  <a:lnTo>
                    <a:pt x="1258387" y="6389110"/>
                  </a:lnTo>
                  <a:lnTo>
                    <a:pt x="1258387" y="6389100"/>
                  </a:lnTo>
                  <a:lnTo>
                    <a:pt x="5436061" y="6389100"/>
                  </a:lnTo>
                  <a:lnTo>
                    <a:pt x="6389110" y="5483967"/>
                  </a:lnTo>
                  <a:lnTo>
                    <a:pt x="6389110" y="452562"/>
                  </a:lnTo>
                  <a:cubicBezTo>
                    <a:pt x="6389110" y="436583"/>
                    <a:pt x="6378461" y="425934"/>
                    <a:pt x="6362483" y="425934"/>
                  </a:cubicBezTo>
                  <a:lnTo>
                    <a:pt x="425934" y="425934"/>
                  </a:lnTo>
                  <a:lnTo>
                    <a:pt x="425934" y="1419988"/>
                  </a:lnTo>
                  <a:lnTo>
                    <a:pt x="425944" y="1419988"/>
                  </a:lnTo>
                  <a:lnTo>
                    <a:pt x="425944" y="5966117"/>
                  </a:lnTo>
                  <a:lnTo>
                    <a:pt x="0" y="5966117"/>
                  </a:lnTo>
                  <a:lnTo>
                    <a:pt x="0" y="5465902"/>
                  </a:lnTo>
                  <a:lnTo>
                    <a:pt x="0" y="1419988"/>
                  </a:lnTo>
                  <a:close/>
                </a:path>
              </a:pathLst>
            </a:custGeom>
            <a:grpFill/>
            <a:ln w="12601" cap="flat">
              <a:noFill/>
              <a:prstDash val="solid"/>
              <a:miter/>
            </a:ln>
          </p:spPr>
          <p:txBody>
            <a:bodyPr wrap="square" rtlCol="0" anchor="ctr">
              <a:noAutofit/>
            </a:bodyPr>
            <a:lstStyle/>
            <a:p>
              <a:endParaRPr lang="en-US" dirty="0"/>
            </a:p>
          </p:txBody>
        </p:sp>
      </p:grpSp>
      <p:grpSp>
        <p:nvGrpSpPr>
          <p:cNvPr id="113" name="Group 112">
            <a:extLst>
              <a:ext uri="{FF2B5EF4-FFF2-40B4-BE49-F238E27FC236}">
                <a16:creationId xmlns:a16="http://schemas.microsoft.com/office/drawing/2014/main" id="{AB72EAB1-71CC-0C19-3C73-3AAFDCC1B17D}"/>
              </a:ext>
              <a:ext uri="{C183D7F6-B498-43B3-948B-1728B52AA6E4}">
                <adec:decorative xmlns:adec="http://schemas.microsoft.com/office/drawing/2017/decorative" val="1"/>
              </a:ext>
            </a:extLst>
          </p:cNvPr>
          <p:cNvGrpSpPr>
            <a:grpSpLocks noChangeAspect="1"/>
          </p:cNvGrpSpPr>
          <p:nvPr/>
        </p:nvGrpSpPr>
        <p:grpSpPr>
          <a:xfrm>
            <a:off x="7726525" y="1517247"/>
            <a:ext cx="501255" cy="457200"/>
            <a:chOff x="7726525" y="1517247"/>
            <a:chExt cx="501255" cy="457200"/>
          </a:xfrm>
          <a:solidFill>
            <a:schemeClr val="accent2"/>
          </a:solidFill>
        </p:grpSpPr>
        <p:sp>
          <p:nvSpPr>
            <p:cNvPr id="867" name="Freeform: Shape 866">
              <a:extLst>
                <a:ext uri="{FF2B5EF4-FFF2-40B4-BE49-F238E27FC236}">
                  <a16:creationId xmlns:a16="http://schemas.microsoft.com/office/drawing/2014/main" id="{B383BBE1-8B91-B078-976E-D2239F277D06}"/>
                </a:ext>
                <a:ext uri="{C183D7F6-B498-43B3-948B-1728B52AA6E4}">
                  <adec:decorative xmlns:adec="http://schemas.microsoft.com/office/drawing/2017/decorative" val="1"/>
                </a:ext>
              </a:extLst>
            </p:cNvPr>
            <p:cNvSpPr/>
            <p:nvPr/>
          </p:nvSpPr>
          <p:spPr>
            <a:xfrm>
              <a:off x="7732328" y="1558740"/>
              <a:ext cx="456208" cy="415707"/>
            </a:xfrm>
            <a:custGeom>
              <a:avLst/>
              <a:gdLst>
                <a:gd name="connsiteX0" fmla="*/ 3425915 w 6843130"/>
                <a:gd name="connsiteY0" fmla="*/ 2803178 h 6235603"/>
                <a:gd name="connsiteX1" fmla="*/ 3425915 w 6843130"/>
                <a:gd name="connsiteY1" fmla="*/ 3868606 h 6235603"/>
                <a:gd name="connsiteX2" fmla="*/ 4491362 w 6843130"/>
                <a:gd name="connsiteY2" fmla="*/ 3868606 h 6235603"/>
                <a:gd name="connsiteX3" fmla="*/ 4491931 w 6843130"/>
                <a:gd name="connsiteY3" fmla="*/ 2828490 h 6235603"/>
                <a:gd name="connsiteX4" fmla="*/ 4451050 w 6843130"/>
                <a:gd name="connsiteY4" fmla="*/ 2803178 h 6235603"/>
                <a:gd name="connsiteX5" fmla="*/ 3425915 w 6843130"/>
                <a:gd name="connsiteY5" fmla="*/ 2803178 h 6235603"/>
                <a:gd name="connsiteX6" fmla="*/ 4352101 w 6843130"/>
                <a:gd name="connsiteY6" fmla="*/ 2405497 h 6235603"/>
                <a:gd name="connsiteX7" fmla="*/ 4549916 w 6843130"/>
                <a:gd name="connsiteY7" fmla="*/ 2405497 h 6235603"/>
                <a:gd name="connsiteX8" fmla="*/ 4549916 w 6843130"/>
                <a:gd name="connsiteY8" fmla="*/ 2601658 h 6235603"/>
                <a:gd name="connsiteX9" fmla="*/ 4690002 w 6843130"/>
                <a:gd name="connsiteY9" fmla="*/ 2601658 h 6235603"/>
                <a:gd name="connsiteX10" fmla="*/ 4690002 w 6843130"/>
                <a:gd name="connsiteY10" fmla="*/ 2750436 h 6235603"/>
                <a:gd name="connsiteX11" fmla="*/ 4888885 w 6843130"/>
                <a:gd name="connsiteY11" fmla="*/ 2750436 h 6235603"/>
                <a:gd name="connsiteX12" fmla="*/ 4888885 w 6843130"/>
                <a:gd name="connsiteY12" fmla="*/ 2956943 h 6235603"/>
                <a:gd name="connsiteX13" fmla="*/ 4694246 w 6843130"/>
                <a:gd name="connsiteY13" fmla="*/ 2956943 h 6235603"/>
                <a:gd name="connsiteX14" fmla="*/ 4694246 w 6843130"/>
                <a:gd name="connsiteY14" fmla="*/ 3079652 h 6235603"/>
                <a:gd name="connsiteX15" fmla="*/ 4888437 w 6843130"/>
                <a:gd name="connsiteY15" fmla="*/ 3079652 h 6235603"/>
                <a:gd name="connsiteX16" fmla="*/ 4888437 w 6843130"/>
                <a:gd name="connsiteY16" fmla="*/ 3289211 h 6235603"/>
                <a:gd name="connsiteX17" fmla="*/ 4693148 w 6843130"/>
                <a:gd name="connsiteY17" fmla="*/ 3289211 h 6235603"/>
                <a:gd name="connsiteX18" fmla="*/ 4693148 w 6843130"/>
                <a:gd name="connsiteY18" fmla="*/ 3408861 h 6235603"/>
                <a:gd name="connsiteX19" fmla="*/ 4887990 w 6843130"/>
                <a:gd name="connsiteY19" fmla="*/ 3408861 h 6235603"/>
                <a:gd name="connsiteX20" fmla="*/ 4887990 w 6843130"/>
                <a:gd name="connsiteY20" fmla="*/ 3618422 h 6235603"/>
                <a:gd name="connsiteX21" fmla="*/ 4693598 w 6843130"/>
                <a:gd name="connsiteY21" fmla="*/ 3618422 h 6235603"/>
                <a:gd name="connsiteX22" fmla="*/ 4693598 w 6843130"/>
                <a:gd name="connsiteY22" fmla="*/ 3741131 h 6235603"/>
                <a:gd name="connsiteX23" fmla="*/ 4889079 w 6843130"/>
                <a:gd name="connsiteY23" fmla="*/ 3741131 h 6235603"/>
                <a:gd name="connsiteX24" fmla="*/ 4889079 w 6843130"/>
                <a:gd name="connsiteY24" fmla="*/ 3947631 h 6235603"/>
                <a:gd name="connsiteX25" fmla="*/ 4692845 w 6843130"/>
                <a:gd name="connsiteY25" fmla="*/ 3947631 h 6235603"/>
                <a:gd name="connsiteX26" fmla="*/ 4692845 w 6843130"/>
                <a:gd name="connsiteY26" fmla="*/ 4079023 h 6235603"/>
                <a:gd name="connsiteX27" fmla="*/ 4552178 w 6843130"/>
                <a:gd name="connsiteY27" fmla="*/ 4079023 h 6235603"/>
                <a:gd name="connsiteX28" fmla="*/ 4551488 w 6843130"/>
                <a:gd name="connsiteY28" fmla="*/ 4237832 h 6235603"/>
                <a:gd name="connsiteX29" fmla="*/ 4532825 w 6843130"/>
                <a:gd name="connsiteY29" fmla="*/ 4271195 h 6235603"/>
                <a:gd name="connsiteX30" fmla="*/ 4353630 w 6843130"/>
                <a:gd name="connsiteY30" fmla="*/ 4271242 h 6235603"/>
                <a:gd name="connsiteX31" fmla="*/ 4353630 w 6843130"/>
                <a:gd name="connsiteY31" fmla="*/ 4083312 h 6235603"/>
                <a:gd name="connsiteX32" fmla="*/ 4223769 w 6843130"/>
                <a:gd name="connsiteY32" fmla="*/ 4083312 h 6235603"/>
                <a:gd name="connsiteX33" fmla="*/ 4223769 w 6843130"/>
                <a:gd name="connsiteY33" fmla="*/ 4268633 h 6235603"/>
                <a:gd name="connsiteX34" fmla="*/ 4022888 w 6843130"/>
                <a:gd name="connsiteY34" fmla="*/ 4268633 h 6235603"/>
                <a:gd name="connsiteX35" fmla="*/ 4022888 w 6843130"/>
                <a:gd name="connsiteY35" fmla="*/ 4082216 h 6235603"/>
                <a:gd name="connsiteX36" fmla="*/ 3894555 w 6843130"/>
                <a:gd name="connsiteY36" fmla="*/ 4082216 h 6235603"/>
                <a:gd name="connsiteX37" fmla="*/ 3894555 w 6843130"/>
                <a:gd name="connsiteY37" fmla="*/ 4268190 h 6235603"/>
                <a:gd name="connsiteX38" fmla="*/ 3693674 w 6843130"/>
                <a:gd name="connsiteY38" fmla="*/ 4268190 h 6235603"/>
                <a:gd name="connsiteX39" fmla="*/ 3693674 w 6843130"/>
                <a:gd name="connsiteY39" fmla="*/ 4082662 h 6235603"/>
                <a:gd name="connsiteX40" fmla="*/ 3562278 w 6843130"/>
                <a:gd name="connsiteY40" fmla="*/ 4082662 h 6235603"/>
                <a:gd name="connsiteX41" fmla="*/ 3562278 w 6843130"/>
                <a:gd name="connsiteY41" fmla="*/ 4269280 h 6235603"/>
                <a:gd name="connsiteX42" fmla="*/ 3364461 w 6843130"/>
                <a:gd name="connsiteY42" fmla="*/ 4269280 h 6235603"/>
                <a:gd name="connsiteX43" fmla="*/ 3364461 w 6843130"/>
                <a:gd name="connsiteY43" fmla="*/ 4081983 h 6235603"/>
                <a:gd name="connsiteX44" fmla="*/ 3224376 w 6843130"/>
                <a:gd name="connsiteY44" fmla="*/ 4081983 h 6235603"/>
                <a:gd name="connsiteX45" fmla="*/ 3224376 w 6843130"/>
                <a:gd name="connsiteY45" fmla="*/ 3941890 h 6235603"/>
                <a:gd name="connsiteX46" fmla="*/ 3025433 w 6843130"/>
                <a:gd name="connsiteY46" fmla="*/ 3941890 h 6235603"/>
                <a:gd name="connsiteX47" fmla="*/ 3025433 w 6843130"/>
                <a:gd name="connsiteY47" fmla="*/ 3733849 h 6235603"/>
                <a:gd name="connsiteX48" fmla="*/ 3219954 w 6843130"/>
                <a:gd name="connsiteY48" fmla="*/ 3733849 h 6235603"/>
                <a:gd name="connsiteX49" fmla="*/ 3219954 w 6843130"/>
                <a:gd name="connsiteY49" fmla="*/ 3612675 h 6235603"/>
                <a:gd name="connsiteX50" fmla="*/ 3025880 w 6843130"/>
                <a:gd name="connsiteY50" fmla="*/ 3612675 h 6235603"/>
                <a:gd name="connsiteX51" fmla="*/ 3025880 w 6843130"/>
                <a:gd name="connsiteY51" fmla="*/ 3403113 h 6235603"/>
                <a:gd name="connsiteX52" fmla="*/ 3221049 w 6843130"/>
                <a:gd name="connsiteY52" fmla="*/ 3403113 h 6235603"/>
                <a:gd name="connsiteX53" fmla="*/ 3221049 w 6843130"/>
                <a:gd name="connsiteY53" fmla="*/ 3274782 h 6235603"/>
                <a:gd name="connsiteX54" fmla="*/ 3026326 w 6843130"/>
                <a:gd name="connsiteY54" fmla="*/ 3274782 h 6235603"/>
                <a:gd name="connsiteX55" fmla="*/ 3026326 w 6843130"/>
                <a:gd name="connsiteY55" fmla="*/ 3073902 h 6235603"/>
                <a:gd name="connsiteX56" fmla="*/ 3220601 w 6843130"/>
                <a:gd name="connsiteY56" fmla="*/ 3073902 h 6235603"/>
                <a:gd name="connsiteX57" fmla="*/ 3220601 w 6843130"/>
                <a:gd name="connsiteY57" fmla="*/ 2942508 h 6235603"/>
                <a:gd name="connsiteX58" fmla="*/ 3025236 w 6843130"/>
                <a:gd name="connsiteY58" fmla="*/ 2942508 h 6235603"/>
                <a:gd name="connsiteX59" fmla="*/ 3025236 w 6843130"/>
                <a:gd name="connsiteY59" fmla="*/ 2744693 h 6235603"/>
                <a:gd name="connsiteX60" fmla="*/ 3221307 w 6843130"/>
                <a:gd name="connsiteY60" fmla="*/ 2744693 h 6235603"/>
                <a:gd name="connsiteX61" fmla="*/ 3221307 w 6843130"/>
                <a:gd name="connsiteY61" fmla="*/ 2604609 h 6235603"/>
                <a:gd name="connsiteX62" fmla="*/ 3361399 w 6843130"/>
                <a:gd name="connsiteY62" fmla="*/ 2604609 h 6235603"/>
                <a:gd name="connsiteX63" fmla="*/ 3361399 w 6843130"/>
                <a:gd name="connsiteY63" fmla="*/ 2405695 h 6235603"/>
                <a:gd name="connsiteX64" fmla="*/ 3559210 w 6843130"/>
                <a:gd name="connsiteY64" fmla="*/ 2405695 h 6235603"/>
                <a:gd name="connsiteX65" fmla="*/ 3559210 w 6843130"/>
                <a:gd name="connsiteY65" fmla="*/ 2600274 h 6235603"/>
                <a:gd name="connsiteX66" fmla="*/ 3690612 w 6843130"/>
                <a:gd name="connsiteY66" fmla="*/ 2600274 h 6235603"/>
                <a:gd name="connsiteX67" fmla="*/ 3690612 w 6843130"/>
                <a:gd name="connsiteY67" fmla="*/ 2406141 h 6235603"/>
                <a:gd name="connsiteX68" fmla="*/ 3891494 w 6843130"/>
                <a:gd name="connsiteY68" fmla="*/ 2406141 h 6235603"/>
                <a:gd name="connsiteX69" fmla="*/ 3891494 w 6843130"/>
                <a:gd name="connsiteY69" fmla="*/ 2601370 h 6235603"/>
                <a:gd name="connsiteX70" fmla="*/ 4019825 w 6843130"/>
                <a:gd name="connsiteY70" fmla="*/ 2601370 h 6235603"/>
                <a:gd name="connsiteX71" fmla="*/ 4019825 w 6843130"/>
                <a:gd name="connsiteY71" fmla="*/ 2406587 h 6235603"/>
                <a:gd name="connsiteX72" fmla="*/ 4220705 w 6843130"/>
                <a:gd name="connsiteY72" fmla="*/ 2406587 h 6235603"/>
                <a:gd name="connsiteX73" fmla="*/ 4220705 w 6843130"/>
                <a:gd name="connsiteY73" fmla="*/ 2600921 h 6235603"/>
                <a:gd name="connsiteX74" fmla="*/ 4352101 w 6843130"/>
                <a:gd name="connsiteY74" fmla="*/ 2600921 h 6235603"/>
                <a:gd name="connsiteX75" fmla="*/ 4352101 w 6843130"/>
                <a:gd name="connsiteY75" fmla="*/ 2405497 h 6235603"/>
                <a:gd name="connsiteX76" fmla="*/ 5959837 w 6843130"/>
                <a:gd name="connsiteY76" fmla="*/ 1299586 h 6235603"/>
                <a:gd name="connsiteX77" fmla="*/ 6160087 w 6843130"/>
                <a:gd name="connsiteY77" fmla="*/ 1501007 h 6235603"/>
                <a:gd name="connsiteX78" fmla="*/ 5959837 w 6843130"/>
                <a:gd name="connsiteY78" fmla="*/ 1702429 h 6235603"/>
                <a:gd name="connsiteX79" fmla="*/ 5759587 w 6843130"/>
                <a:gd name="connsiteY79" fmla="*/ 1501007 h 6235603"/>
                <a:gd name="connsiteX80" fmla="*/ 5959837 w 6843130"/>
                <a:gd name="connsiteY80" fmla="*/ 1299586 h 6235603"/>
                <a:gd name="connsiteX81" fmla="*/ 3963 w 6843130"/>
                <a:gd name="connsiteY81" fmla="*/ 932876 h 6235603"/>
                <a:gd name="connsiteX82" fmla="*/ 400155 w 6843130"/>
                <a:gd name="connsiteY82" fmla="*/ 932876 h 6235603"/>
                <a:gd name="connsiteX83" fmla="*/ 399862 w 6843130"/>
                <a:gd name="connsiteY83" fmla="*/ 4779407 h 6235603"/>
                <a:gd name="connsiteX84" fmla="*/ 399862 w 6843130"/>
                <a:gd name="connsiteY84" fmla="*/ 5578530 h 6235603"/>
                <a:gd name="connsiteX85" fmla="*/ 399862 w 6843130"/>
                <a:gd name="connsiteY85" fmla="*/ 5627216 h 6235603"/>
                <a:gd name="connsiteX86" fmla="*/ 626627 w 6843130"/>
                <a:gd name="connsiteY86" fmla="*/ 5456117 h 6235603"/>
                <a:gd name="connsiteX87" fmla="*/ 1151654 w 6843130"/>
                <a:gd name="connsiteY87" fmla="*/ 5060014 h 6235603"/>
                <a:gd name="connsiteX88" fmla="*/ 1633789 w 6843130"/>
                <a:gd name="connsiteY88" fmla="*/ 4690678 h 6235603"/>
                <a:gd name="connsiteX89" fmla="*/ 1768674 w 6843130"/>
                <a:gd name="connsiteY89" fmla="*/ 4643628 h 6235603"/>
                <a:gd name="connsiteX90" fmla="*/ 6389734 w 6843130"/>
                <a:gd name="connsiteY90" fmla="*/ 4644787 h 6235603"/>
                <a:gd name="connsiteX91" fmla="*/ 6444453 w 6843130"/>
                <a:gd name="connsiteY91" fmla="*/ 4644787 h 6235603"/>
                <a:gd name="connsiteX92" fmla="*/ 6444453 w 6843130"/>
                <a:gd name="connsiteY92" fmla="*/ 2524770 h 6235603"/>
                <a:gd name="connsiteX93" fmla="*/ 6651721 w 6843130"/>
                <a:gd name="connsiteY93" fmla="*/ 2408567 h 6235603"/>
                <a:gd name="connsiteX94" fmla="*/ 6843130 w 6843130"/>
                <a:gd name="connsiteY94" fmla="*/ 2271771 h 6235603"/>
                <a:gd name="connsiteX95" fmla="*/ 6843130 w 6843130"/>
                <a:gd name="connsiteY95" fmla="*/ 5044384 h 6235603"/>
                <a:gd name="connsiteX96" fmla="*/ 6792746 w 6843130"/>
                <a:gd name="connsiteY96" fmla="*/ 5044384 h 6235603"/>
                <a:gd name="connsiteX97" fmla="*/ 1941498 w 6843130"/>
                <a:gd name="connsiteY97" fmla="*/ 5042402 h 6235603"/>
                <a:gd name="connsiteX98" fmla="*/ 1740492 w 6843130"/>
                <a:gd name="connsiteY98" fmla="*/ 5114175 h 6235603"/>
                <a:gd name="connsiteX99" fmla="*/ 1175643 w 6843130"/>
                <a:gd name="connsiteY99" fmla="*/ 5542219 h 6235603"/>
                <a:gd name="connsiteX100" fmla="*/ 649732 w 6843130"/>
                <a:gd name="connsiteY100" fmla="*/ 5945389 h 6235603"/>
                <a:gd name="connsiteX101" fmla="*/ 321447 w 6843130"/>
                <a:gd name="connsiteY101" fmla="*/ 6194019 h 6235603"/>
                <a:gd name="connsiteX102" fmla="*/ 98354 w 6843130"/>
                <a:gd name="connsiteY102" fmla="*/ 6205598 h 6235603"/>
                <a:gd name="connsiteX103" fmla="*/ 0 w 6843130"/>
                <a:gd name="connsiteY103" fmla="*/ 6029625 h 6235603"/>
                <a:gd name="connsiteX104" fmla="*/ 771110 w 6843130"/>
                <a:gd name="connsiteY104" fmla="*/ 153647 h 6235603"/>
                <a:gd name="connsiteX105" fmla="*/ 4343965 w 6843130"/>
                <a:gd name="connsiteY105" fmla="*/ 153683 h 6235603"/>
                <a:gd name="connsiteX106" fmla="*/ 4394588 w 6843130"/>
                <a:gd name="connsiteY106" fmla="*/ 153683 h 6235603"/>
                <a:gd name="connsiteX107" fmla="*/ 4347362 w 6843130"/>
                <a:gd name="connsiteY107" fmla="*/ 242129 h 6235603"/>
                <a:gd name="connsiteX108" fmla="*/ 4229150 w 6843130"/>
                <a:gd name="connsiteY108" fmla="*/ 516252 h 6235603"/>
                <a:gd name="connsiteX109" fmla="*/ 4173918 w 6843130"/>
                <a:gd name="connsiteY109" fmla="*/ 553996 h 6235603"/>
                <a:gd name="connsiteX110" fmla="*/ 3066492 w 6843130"/>
                <a:gd name="connsiteY110" fmla="*/ 553280 h 6235603"/>
                <a:gd name="connsiteX111" fmla="*/ 771110 w 6843130"/>
                <a:gd name="connsiteY111" fmla="*/ 551519 h 6235603"/>
                <a:gd name="connsiteX112" fmla="*/ 5762187 w 6843130"/>
                <a:gd name="connsiteY112" fmla="*/ 0 h 6235603"/>
                <a:gd name="connsiteX113" fmla="*/ 6159246 w 6843130"/>
                <a:gd name="connsiteY113" fmla="*/ 0 h 6235603"/>
                <a:gd name="connsiteX114" fmla="*/ 6159246 w 6843130"/>
                <a:gd name="connsiteY114" fmla="*/ 1115253 h 6235603"/>
                <a:gd name="connsiteX115" fmla="*/ 5762187 w 6843130"/>
                <a:gd name="connsiteY115" fmla="*/ 1115253 h 623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843130" h="6235603">
                  <a:moveTo>
                    <a:pt x="3425915" y="2803178"/>
                  </a:moveTo>
                  <a:cubicBezTo>
                    <a:pt x="3425915" y="3162827"/>
                    <a:pt x="3425915" y="3516466"/>
                    <a:pt x="3425915" y="3868606"/>
                  </a:cubicBezTo>
                  <a:cubicBezTo>
                    <a:pt x="3782588" y="3868606"/>
                    <a:pt x="4136229" y="3868606"/>
                    <a:pt x="4491362" y="3868606"/>
                  </a:cubicBezTo>
                  <a:cubicBezTo>
                    <a:pt x="4491362" y="3519867"/>
                    <a:pt x="4491063" y="3174177"/>
                    <a:pt x="4491931" y="2828490"/>
                  </a:cubicBezTo>
                  <a:cubicBezTo>
                    <a:pt x="4492000" y="2801088"/>
                    <a:pt x="4477669" y="2802049"/>
                    <a:pt x="4451050" y="2803178"/>
                  </a:cubicBezTo>
                  <a:cubicBezTo>
                    <a:pt x="4108861" y="2803178"/>
                    <a:pt x="3766672" y="2803178"/>
                    <a:pt x="3425915" y="2803178"/>
                  </a:cubicBezTo>
                  <a:close/>
                  <a:moveTo>
                    <a:pt x="4352101" y="2405497"/>
                  </a:moveTo>
                  <a:cubicBezTo>
                    <a:pt x="4419360" y="2405497"/>
                    <a:pt x="4482586" y="2405497"/>
                    <a:pt x="4549916" y="2405497"/>
                  </a:cubicBezTo>
                  <a:cubicBezTo>
                    <a:pt x="4549916" y="2468959"/>
                    <a:pt x="4549916" y="2533298"/>
                    <a:pt x="4549916" y="2601658"/>
                  </a:cubicBezTo>
                  <a:cubicBezTo>
                    <a:pt x="4597887" y="2601658"/>
                    <a:pt x="4641923" y="2601658"/>
                    <a:pt x="4690002" y="2601658"/>
                  </a:cubicBezTo>
                  <a:cubicBezTo>
                    <a:pt x="4690002" y="2652505"/>
                    <a:pt x="4690002" y="2699486"/>
                    <a:pt x="4690002" y="2750436"/>
                  </a:cubicBezTo>
                  <a:cubicBezTo>
                    <a:pt x="4758260" y="2750436"/>
                    <a:pt x="4822584" y="2750436"/>
                    <a:pt x="4888885" y="2750436"/>
                  </a:cubicBezTo>
                  <a:cubicBezTo>
                    <a:pt x="4888885" y="2820589"/>
                    <a:pt x="4888885" y="2886710"/>
                    <a:pt x="4888885" y="2956943"/>
                  </a:cubicBezTo>
                  <a:cubicBezTo>
                    <a:pt x="4825938" y="2956943"/>
                    <a:pt x="4761609" y="2956943"/>
                    <a:pt x="4694246" y="2956943"/>
                  </a:cubicBezTo>
                  <a:cubicBezTo>
                    <a:pt x="4694246" y="2999134"/>
                    <a:pt x="4694246" y="3037327"/>
                    <a:pt x="4694246" y="3079652"/>
                  </a:cubicBezTo>
                  <a:cubicBezTo>
                    <a:pt x="4757322" y="3079652"/>
                    <a:pt x="4821656" y="3079652"/>
                    <a:pt x="4888437" y="3079652"/>
                  </a:cubicBezTo>
                  <a:cubicBezTo>
                    <a:pt x="4888437" y="3150827"/>
                    <a:pt x="4888437" y="3217964"/>
                    <a:pt x="4888437" y="3289211"/>
                  </a:cubicBezTo>
                  <a:cubicBezTo>
                    <a:pt x="4823673" y="3289211"/>
                    <a:pt x="4759334" y="3289211"/>
                    <a:pt x="4693148" y="3289211"/>
                  </a:cubicBezTo>
                  <a:cubicBezTo>
                    <a:pt x="4693148" y="3330395"/>
                    <a:pt x="4693148" y="3367583"/>
                    <a:pt x="4693148" y="3408861"/>
                  </a:cubicBezTo>
                  <a:cubicBezTo>
                    <a:pt x="4756375" y="3408861"/>
                    <a:pt x="4820723" y="3408861"/>
                    <a:pt x="4887990" y="3408861"/>
                  </a:cubicBezTo>
                  <a:cubicBezTo>
                    <a:pt x="4887990" y="3479988"/>
                    <a:pt x="4887990" y="3547142"/>
                    <a:pt x="4887990" y="3618422"/>
                  </a:cubicBezTo>
                  <a:cubicBezTo>
                    <a:pt x="4824598" y="3618422"/>
                    <a:pt x="4760266" y="3618422"/>
                    <a:pt x="4693598" y="3618422"/>
                  </a:cubicBezTo>
                  <a:cubicBezTo>
                    <a:pt x="4693598" y="3660643"/>
                    <a:pt x="4693598" y="3698827"/>
                    <a:pt x="4693598" y="3741131"/>
                  </a:cubicBezTo>
                  <a:cubicBezTo>
                    <a:pt x="4758650" y="3741131"/>
                    <a:pt x="4822993" y="3741131"/>
                    <a:pt x="4889079" y="3741131"/>
                  </a:cubicBezTo>
                  <a:cubicBezTo>
                    <a:pt x="4889079" y="3811288"/>
                    <a:pt x="4889079" y="3877406"/>
                    <a:pt x="4889079" y="3947631"/>
                  </a:cubicBezTo>
                  <a:cubicBezTo>
                    <a:pt x="4825536" y="3947631"/>
                    <a:pt x="4761199" y="3947631"/>
                    <a:pt x="4692845" y="3947631"/>
                  </a:cubicBezTo>
                  <a:cubicBezTo>
                    <a:pt x="4692845" y="3992702"/>
                    <a:pt x="4692845" y="4033854"/>
                    <a:pt x="4692845" y="4079023"/>
                  </a:cubicBezTo>
                  <a:cubicBezTo>
                    <a:pt x="4644884" y="4079023"/>
                    <a:pt x="4600794" y="4079023"/>
                    <a:pt x="4552178" y="4079023"/>
                  </a:cubicBezTo>
                  <a:cubicBezTo>
                    <a:pt x="4552178" y="4134605"/>
                    <a:pt x="4553056" y="4186256"/>
                    <a:pt x="4551488" y="4237832"/>
                  </a:cubicBezTo>
                  <a:cubicBezTo>
                    <a:pt x="4551146" y="4249074"/>
                    <a:pt x="4542061" y="4260051"/>
                    <a:pt x="4532825" y="4271195"/>
                  </a:cubicBezTo>
                  <a:cubicBezTo>
                    <a:pt x="4471134" y="4271242"/>
                    <a:pt x="4413620" y="4271242"/>
                    <a:pt x="4353630" y="4271242"/>
                  </a:cubicBezTo>
                  <a:cubicBezTo>
                    <a:pt x="4353630" y="4207164"/>
                    <a:pt x="4353630" y="4146809"/>
                    <a:pt x="4353630" y="4083312"/>
                  </a:cubicBezTo>
                  <a:cubicBezTo>
                    <a:pt x="4310110" y="4083312"/>
                    <a:pt x="4269026" y="4083312"/>
                    <a:pt x="4223769" y="4083312"/>
                  </a:cubicBezTo>
                  <a:cubicBezTo>
                    <a:pt x="4223769" y="4143214"/>
                    <a:pt x="4223769" y="4204647"/>
                    <a:pt x="4223769" y="4268633"/>
                  </a:cubicBezTo>
                  <a:cubicBezTo>
                    <a:pt x="4155496" y="4268633"/>
                    <a:pt x="4091250" y="4268633"/>
                    <a:pt x="4022888" y="4268633"/>
                  </a:cubicBezTo>
                  <a:cubicBezTo>
                    <a:pt x="4022888" y="4207046"/>
                    <a:pt x="4022888" y="4145605"/>
                    <a:pt x="4022888" y="4082216"/>
                  </a:cubicBezTo>
                  <a:cubicBezTo>
                    <a:pt x="3978823" y="4082216"/>
                    <a:pt x="3938739" y="4082216"/>
                    <a:pt x="3894555" y="4082216"/>
                  </a:cubicBezTo>
                  <a:cubicBezTo>
                    <a:pt x="3894555" y="4142284"/>
                    <a:pt x="3894555" y="4203722"/>
                    <a:pt x="3894555" y="4268190"/>
                  </a:cubicBezTo>
                  <a:cubicBezTo>
                    <a:pt x="3826334" y="4268190"/>
                    <a:pt x="3762070" y="4268190"/>
                    <a:pt x="3693674" y="4268190"/>
                  </a:cubicBezTo>
                  <a:cubicBezTo>
                    <a:pt x="3693674" y="4207973"/>
                    <a:pt x="3693674" y="4146531"/>
                    <a:pt x="3693674" y="4082662"/>
                  </a:cubicBezTo>
                  <a:cubicBezTo>
                    <a:pt x="3648556" y="4082662"/>
                    <a:pt x="3607481" y="4082662"/>
                    <a:pt x="3562278" y="4082662"/>
                  </a:cubicBezTo>
                  <a:cubicBezTo>
                    <a:pt x="3562278" y="4144561"/>
                    <a:pt x="3562278" y="4206000"/>
                    <a:pt x="3562278" y="4269280"/>
                  </a:cubicBezTo>
                  <a:cubicBezTo>
                    <a:pt x="3495021" y="4269280"/>
                    <a:pt x="3431794" y="4269280"/>
                    <a:pt x="3364461" y="4269280"/>
                  </a:cubicBezTo>
                  <a:cubicBezTo>
                    <a:pt x="3364461" y="4208895"/>
                    <a:pt x="3364461" y="4147456"/>
                    <a:pt x="3364461" y="4081983"/>
                  </a:cubicBezTo>
                  <a:cubicBezTo>
                    <a:pt x="3316489" y="4081983"/>
                    <a:pt x="3272456" y="4081983"/>
                    <a:pt x="3224376" y="4081983"/>
                  </a:cubicBezTo>
                  <a:cubicBezTo>
                    <a:pt x="3224376" y="4034006"/>
                    <a:pt x="3224376" y="3989937"/>
                    <a:pt x="3224376" y="3941890"/>
                  </a:cubicBezTo>
                  <a:cubicBezTo>
                    <a:pt x="3156121" y="3941890"/>
                    <a:pt x="3091795" y="3941890"/>
                    <a:pt x="3025433" y="3941890"/>
                  </a:cubicBezTo>
                  <a:cubicBezTo>
                    <a:pt x="3025433" y="3870678"/>
                    <a:pt x="3025433" y="3803546"/>
                    <a:pt x="3025433" y="3733849"/>
                  </a:cubicBezTo>
                  <a:cubicBezTo>
                    <a:pt x="3090349" y="3733849"/>
                    <a:pt x="3153597" y="3733849"/>
                    <a:pt x="3219954" y="3733849"/>
                  </a:cubicBezTo>
                  <a:cubicBezTo>
                    <a:pt x="3219954" y="3693200"/>
                    <a:pt x="3219954" y="3655001"/>
                    <a:pt x="3219954" y="3612675"/>
                  </a:cubicBezTo>
                  <a:cubicBezTo>
                    <a:pt x="3157060" y="3612675"/>
                    <a:pt x="3092726" y="3612675"/>
                    <a:pt x="3025880" y="3612675"/>
                  </a:cubicBezTo>
                  <a:cubicBezTo>
                    <a:pt x="3025880" y="3541506"/>
                    <a:pt x="3025880" y="3474367"/>
                    <a:pt x="3025880" y="3403113"/>
                  </a:cubicBezTo>
                  <a:cubicBezTo>
                    <a:pt x="3090465" y="3403113"/>
                    <a:pt x="3154796" y="3403113"/>
                    <a:pt x="3221049" y="3403113"/>
                  </a:cubicBezTo>
                  <a:cubicBezTo>
                    <a:pt x="3221049" y="3359040"/>
                    <a:pt x="3221049" y="3318963"/>
                    <a:pt x="3221049" y="3274782"/>
                  </a:cubicBezTo>
                  <a:cubicBezTo>
                    <a:pt x="3157991" y="3274782"/>
                    <a:pt x="3093651" y="3274782"/>
                    <a:pt x="3026326" y="3274782"/>
                  </a:cubicBezTo>
                  <a:cubicBezTo>
                    <a:pt x="3026326" y="3206555"/>
                    <a:pt x="3026326" y="3142293"/>
                    <a:pt x="3026326" y="3073902"/>
                  </a:cubicBezTo>
                  <a:cubicBezTo>
                    <a:pt x="3089546" y="3073902"/>
                    <a:pt x="3153871" y="3073902"/>
                    <a:pt x="3220601" y="3073902"/>
                  </a:cubicBezTo>
                  <a:cubicBezTo>
                    <a:pt x="3220601" y="3028795"/>
                    <a:pt x="3220601" y="2987718"/>
                    <a:pt x="3220601" y="2942508"/>
                  </a:cubicBezTo>
                  <a:cubicBezTo>
                    <a:pt x="3155711" y="2942508"/>
                    <a:pt x="3091379" y="2942508"/>
                    <a:pt x="3025236" y="2942508"/>
                  </a:cubicBezTo>
                  <a:cubicBezTo>
                    <a:pt x="3025236" y="2875250"/>
                    <a:pt x="3025236" y="2812025"/>
                    <a:pt x="3025236" y="2744693"/>
                  </a:cubicBezTo>
                  <a:cubicBezTo>
                    <a:pt x="3088606" y="2744693"/>
                    <a:pt x="3152944" y="2744693"/>
                    <a:pt x="3221307" y="2744693"/>
                  </a:cubicBezTo>
                  <a:cubicBezTo>
                    <a:pt x="3221307" y="2696721"/>
                    <a:pt x="3221307" y="2652687"/>
                    <a:pt x="3221307" y="2604609"/>
                  </a:cubicBezTo>
                  <a:cubicBezTo>
                    <a:pt x="3269257" y="2604609"/>
                    <a:pt x="3313345" y="2604609"/>
                    <a:pt x="3361399" y="2604609"/>
                  </a:cubicBezTo>
                  <a:cubicBezTo>
                    <a:pt x="3361399" y="2536357"/>
                    <a:pt x="3361399" y="2472026"/>
                    <a:pt x="3361399" y="2405695"/>
                  </a:cubicBezTo>
                  <a:cubicBezTo>
                    <a:pt x="3428645" y="2405695"/>
                    <a:pt x="3491868" y="2405695"/>
                    <a:pt x="3559210" y="2405695"/>
                  </a:cubicBezTo>
                  <a:cubicBezTo>
                    <a:pt x="3559210" y="2468580"/>
                    <a:pt x="3559210" y="2532890"/>
                    <a:pt x="3559210" y="2600274"/>
                  </a:cubicBezTo>
                  <a:cubicBezTo>
                    <a:pt x="3604280" y="2600274"/>
                    <a:pt x="3645382" y="2600274"/>
                    <a:pt x="3690612" y="2600274"/>
                  </a:cubicBezTo>
                  <a:cubicBezTo>
                    <a:pt x="3690612" y="2537277"/>
                    <a:pt x="3690612" y="2472954"/>
                    <a:pt x="3690612" y="2406141"/>
                  </a:cubicBezTo>
                  <a:cubicBezTo>
                    <a:pt x="3758891" y="2406141"/>
                    <a:pt x="3823135" y="2406141"/>
                    <a:pt x="3891494" y="2406141"/>
                  </a:cubicBezTo>
                  <a:cubicBezTo>
                    <a:pt x="3891494" y="2470829"/>
                    <a:pt x="3891494" y="2535157"/>
                    <a:pt x="3891494" y="2601370"/>
                  </a:cubicBezTo>
                  <a:cubicBezTo>
                    <a:pt x="3935565" y="2601370"/>
                    <a:pt x="3975645" y="2601370"/>
                    <a:pt x="4019825" y="2601370"/>
                  </a:cubicBezTo>
                  <a:cubicBezTo>
                    <a:pt x="4019825" y="2538223"/>
                    <a:pt x="4019825" y="2473880"/>
                    <a:pt x="4019825" y="2406587"/>
                  </a:cubicBezTo>
                  <a:cubicBezTo>
                    <a:pt x="4088055" y="2406587"/>
                    <a:pt x="4152315" y="2406587"/>
                    <a:pt x="4220705" y="2406587"/>
                  </a:cubicBezTo>
                  <a:cubicBezTo>
                    <a:pt x="4220705" y="2469895"/>
                    <a:pt x="4220705" y="2534224"/>
                    <a:pt x="4220705" y="2600921"/>
                  </a:cubicBezTo>
                  <a:cubicBezTo>
                    <a:pt x="4265826" y="2600921"/>
                    <a:pt x="4306901" y="2600921"/>
                    <a:pt x="4352101" y="2600921"/>
                  </a:cubicBezTo>
                  <a:cubicBezTo>
                    <a:pt x="4352101" y="2535946"/>
                    <a:pt x="4352101" y="2471610"/>
                    <a:pt x="4352101" y="2405497"/>
                  </a:cubicBezTo>
                  <a:close/>
                  <a:moveTo>
                    <a:pt x="5959837" y="1299586"/>
                  </a:moveTo>
                  <a:cubicBezTo>
                    <a:pt x="6070432" y="1299586"/>
                    <a:pt x="6160087" y="1389765"/>
                    <a:pt x="6160087" y="1501007"/>
                  </a:cubicBezTo>
                  <a:cubicBezTo>
                    <a:pt x="6160087" y="1612249"/>
                    <a:pt x="6070432" y="1702429"/>
                    <a:pt x="5959837" y="1702429"/>
                  </a:cubicBezTo>
                  <a:cubicBezTo>
                    <a:pt x="5849242" y="1702429"/>
                    <a:pt x="5759587" y="1612249"/>
                    <a:pt x="5759587" y="1501007"/>
                  </a:cubicBezTo>
                  <a:cubicBezTo>
                    <a:pt x="5759587" y="1389765"/>
                    <a:pt x="5849242" y="1299586"/>
                    <a:pt x="5959837" y="1299586"/>
                  </a:cubicBezTo>
                  <a:close/>
                  <a:moveTo>
                    <a:pt x="3963" y="932876"/>
                  </a:moveTo>
                  <a:lnTo>
                    <a:pt x="400155" y="932876"/>
                  </a:lnTo>
                  <a:lnTo>
                    <a:pt x="399862" y="4779407"/>
                  </a:lnTo>
                  <a:cubicBezTo>
                    <a:pt x="399845" y="5045781"/>
                    <a:pt x="399862" y="5312156"/>
                    <a:pt x="399862" y="5578530"/>
                  </a:cubicBezTo>
                  <a:cubicBezTo>
                    <a:pt x="399862" y="5592630"/>
                    <a:pt x="399862" y="5606721"/>
                    <a:pt x="399862" y="5627216"/>
                  </a:cubicBezTo>
                  <a:cubicBezTo>
                    <a:pt x="478605" y="5567800"/>
                    <a:pt x="552607" y="5511941"/>
                    <a:pt x="626627" y="5456117"/>
                  </a:cubicBezTo>
                  <a:cubicBezTo>
                    <a:pt x="801653" y="5324115"/>
                    <a:pt x="976981" y="5192493"/>
                    <a:pt x="1151654" y="5060014"/>
                  </a:cubicBezTo>
                  <a:cubicBezTo>
                    <a:pt x="1312952" y="4937662"/>
                    <a:pt x="1474516" y="4815621"/>
                    <a:pt x="1633789" y="4690678"/>
                  </a:cubicBezTo>
                  <a:cubicBezTo>
                    <a:pt x="1675115" y="4658259"/>
                    <a:pt x="1715309" y="4643575"/>
                    <a:pt x="1768674" y="4643628"/>
                  </a:cubicBezTo>
                  <a:cubicBezTo>
                    <a:pt x="3309028" y="4645061"/>
                    <a:pt x="4849381" y="4644787"/>
                    <a:pt x="6389734" y="4644787"/>
                  </a:cubicBezTo>
                  <a:cubicBezTo>
                    <a:pt x="6406868" y="4644787"/>
                    <a:pt x="6424002" y="4644787"/>
                    <a:pt x="6444453" y="4644787"/>
                  </a:cubicBezTo>
                  <a:cubicBezTo>
                    <a:pt x="6444453" y="3934721"/>
                    <a:pt x="6444453" y="3227424"/>
                    <a:pt x="6444453" y="2524770"/>
                  </a:cubicBezTo>
                  <a:cubicBezTo>
                    <a:pt x="6516774" y="2484621"/>
                    <a:pt x="6586415" y="2450017"/>
                    <a:pt x="6651721" y="2408567"/>
                  </a:cubicBezTo>
                  <a:cubicBezTo>
                    <a:pt x="6716683" y="2367347"/>
                    <a:pt x="6777293" y="2319253"/>
                    <a:pt x="6843130" y="2271771"/>
                  </a:cubicBezTo>
                  <a:cubicBezTo>
                    <a:pt x="6843130" y="3196756"/>
                    <a:pt x="6843130" y="4117974"/>
                    <a:pt x="6843130" y="5044384"/>
                  </a:cubicBezTo>
                  <a:cubicBezTo>
                    <a:pt x="6826341" y="5044384"/>
                    <a:pt x="6809543" y="5044384"/>
                    <a:pt x="6792746" y="5044384"/>
                  </a:cubicBezTo>
                  <a:cubicBezTo>
                    <a:pt x="5175657" y="5044384"/>
                    <a:pt x="3558578" y="5045047"/>
                    <a:pt x="1941498" y="5042402"/>
                  </a:cubicBezTo>
                  <a:cubicBezTo>
                    <a:pt x="1860933" y="5042270"/>
                    <a:pt x="1801031" y="5067453"/>
                    <a:pt x="1740492" y="5114175"/>
                  </a:cubicBezTo>
                  <a:cubicBezTo>
                    <a:pt x="1553480" y="5258499"/>
                    <a:pt x="1363646" y="5399160"/>
                    <a:pt x="1175643" y="5542219"/>
                  </a:cubicBezTo>
                  <a:cubicBezTo>
                    <a:pt x="999864" y="5675981"/>
                    <a:pt x="825138" y="5811123"/>
                    <a:pt x="649732" y="5945389"/>
                  </a:cubicBezTo>
                  <a:cubicBezTo>
                    <a:pt x="540719" y="6028829"/>
                    <a:pt x="433069" y="6114206"/>
                    <a:pt x="321447" y="6194019"/>
                  </a:cubicBezTo>
                  <a:cubicBezTo>
                    <a:pt x="252284" y="6243466"/>
                    <a:pt x="174823" y="6250675"/>
                    <a:pt x="98354" y="6205598"/>
                  </a:cubicBezTo>
                  <a:cubicBezTo>
                    <a:pt x="31756" y="6166351"/>
                    <a:pt x="-18" y="6107661"/>
                    <a:pt x="0" y="6029625"/>
                  </a:cubicBezTo>
                  <a:close/>
                  <a:moveTo>
                    <a:pt x="771110" y="153647"/>
                  </a:moveTo>
                  <a:lnTo>
                    <a:pt x="4343965" y="153683"/>
                  </a:lnTo>
                  <a:cubicBezTo>
                    <a:pt x="4359480" y="153683"/>
                    <a:pt x="4374986" y="153683"/>
                    <a:pt x="4394588" y="153683"/>
                  </a:cubicBezTo>
                  <a:cubicBezTo>
                    <a:pt x="4377419" y="185553"/>
                    <a:pt x="4360382" y="212948"/>
                    <a:pt x="4347362" y="242129"/>
                  </a:cubicBezTo>
                  <a:cubicBezTo>
                    <a:pt x="4306805" y="333008"/>
                    <a:pt x="4266071" y="423878"/>
                    <a:pt x="4229150" y="516252"/>
                  </a:cubicBezTo>
                  <a:cubicBezTo>
                    <a:pt x="4217651" y="545027"/>
                    <a:pt x="4204435" y="554085"/>
                    <a:pt x="4173918" y="553996"/>
                  </a:cubicBezTo>
                  <a:cubicBezTo>
                    <a:pt x="3804776" y="552890"/>
                    <a:pt x="3435634" y="553271"/>
                    <a:pt x="3066492" y="553280"/>
                  </a:cubicBezTo>
                  <a:lnTo>
                    <a:pt x="771110" y="551519"/>
                  </a:lnTo>
                  <a:close/>
                  <a:moveTo>
                    <a:pt x="5762187" y="0"/>
                  </a:moveTo>
                  <a:lnTo>
                    <a:pt x="6159246" y="0"/>
                  </a:lnTo>
                  <a:lnTo>
                    <a:pt x="6159246" y="1115253"/>
                  </a:lnTo>
                  <a:lnTo>
                    <a:pt x="5762187" y="1115253"/>
                  </a:lnTo>
                  <a:close/>
                </a:path>
              </a:pathLst>
            </a:custGeom>
            <a:grpFill/>
            <a:ln w="6350" cap="flat">
              <a:noFill/>
              <a:prstDash val="solid"/>
              <a:miter/>
            </a:ln>
          </p:spPr>
          <p:txBody>
            <a:bodyPr wrap="square" rtlCol="0" anchor="ctr">
              <a:noAutofit/>
            </a:bodyPr>
            <a:lstStyle/>
            <a:p>
              <a:endParaRPr lang="en-US" dirty="0"/>
            </a:p>
          </p:txBody>
        </p:sp>
        <p:sp>
          <p:nvSpPr>
            <p:cNvPr id="868" name="Freeform: Shape 867">
              <a:extLst>
                <a:ext uri="{FF2B5EF4-FFF2-40B4-BE49-F238E27FC236}">
                  <a16:creationId xmlns:a16="http://schemas.microsoft.com/office/drawing/2014/main" id="{1D6F9DE5-A3D9-8C3C-DDED-0391227E5C13}"/>
                </a:ext>
                <a:ext uri="{C183D7F6-B498-43B3-948B-1728B52AA6E4}">
                  <adec:decorative xmlns:adec="http://schemas.microsoft.com/office/drawing/2017/decorative" val="1"/>
                </a:ext>
              </a:extLst>
            </p:cNvPr>
            <p:cNvSpPr/>
            <p:nvPr/>
          </p:nvSpPr>
          <p:spPr>
            <a:xfrm>
              <a:off x="7726525" y="1517247"/>
              <a:ext cx="501255" cy="231044"/>
            </a:xfrm>
            <a:custGeom>
              <a:avLst/>
              <a:gdLst>
                <a:gd name="connsiteX0" fmla="*/ 1306105 w 7518833"/>
                <a:gd name="connsiteY0" fmla="*/ 2004324 h 3465668"/>
                <a:gd name="connsiteX1" fmla="*/ 1306105 w 7518833"/>
                <a:gd name="connsiteY1" fmla="*/ 3069410 h 3465668"/>
                <a:gd name="connsiteX2" fmla="*/ 2289047 w 7518833"/>
                <a:gd name="connsiteY2" fmla="*/ 3069410 h 3465668"/>
                <a:gd name="connsiteX3" fmla="*/ 2369337 w 7518833"/>
                <a:gd name="connsiteY3" fmla="*/ 3069410 h 3465668"/>
                <a:gd name="connsiteX4" fmla="*/ 2369337 w 7518833"/>
                <a:gd name="connsiteY4" fmla="*/ 2004324 h 3465668"/>
                <a:gd name="connsiteX5" fmla="*/ 1306105 w 7518833"/>
                <a:gd name="connsiteY5" fmla="*/ 2004324 h 3465668"/>
                <a:gd name="connsiteX6" fmla="*/ 1241952 w 7518833"/>
                <a:gd name="connsiteY6" fmla="*/ 1603614 h 3465668"/>
                <a:gd name="connsiteX7" fmla="*/ 1449092 w 7518833"/>
                <a:gd name="connsiteY7" fmla="*/ 1603614 h 3465668"/>
                <a:gd name="connsiteX8" fmla="*/ 1449092 w 7518833"/>
                <a:gd name="connsiteY8" fmla="*/ 1797412 h 3465668"/>
                <a:gd name="connsiteX9" fmla="*/ 1570901 w 7518833"/>
                <a:gd name="connsiteY9" fmla="*/ 1797412 h 3465668"/>
                <a:gd name="connsiteX10" fmla="*/ 1570901 w 7518833"/>
                <a:gd name="connsiteY10" fmla="*/ 1604960 h 3465668"/>
                <a:gd name="connsiteX11" fmla="*/ 1779569 w 7518833"/>
                <a:gd name="connsiteY11" fmla="*/ 1604960 h 3465668"/>
                <a:gd name="connsiteX12" fmla="*/ 1779569 w 7518833"/>
                <a:gd name="connsiteY12" fmla="*/ 1797602 h 3465668"/>
                <a:gd name="connsiteX13" fmla="*/ 1901379 w 7518833"/>
                <a:gd name="connsiteY13" fmla="*/ 1797602 h 3465668"/>
                <a:gd name="connsiteX14" fmla="*/ 1901379 w 7518833"/>
                <a:gd name="connsiteY14" fmla="*/ 1604770 h 3465668"/>
                <a:gd name="connsiteX15" fmla="*/ 2110047 w 7518833"/>
                <a:gd name="connsiteY15" fmla="*/ 1604770 h 3465668"/>
                <a:gd name="connsiteX16" fmla="*/ 2110047 w 7518833"/>
                <a:gd name="connsiteY16" fmla="*/ 1797793 h 3465668"/>
                <a:gd name="connsiteX17" fmla="*/ 2231856 w 7518833"/>
                <a:gd name="connsiteY17" fmla="*/ 1797793 h 3465668"/>
                <a:gd name="connsiteX18" fmla="*/ 2231856 w 7518833"/>
                <a:gd name="connsiteY18" fmla="*/ 1604581 h 3465668"/>
                <a:gd name="connsiteX19" fmla="*/ 2440525 w 7518833"/>
                <a:gd name="connsiteY19" fmla="*/ 1604581 h 3465668"/>
                <a:gd name="connsiteX20" fmla="*/ 2440525 w 7518833"/>
                <a:gd name="connsiteY20" fmla="*/ 1800306 h 3465668"/>
                <a:gd name="connsiteX21" fmla="*/ 2579712 w 7518833"/>
                <a:gd name="connsiteY21" fmla="*/ 1800306 h 3465668"/>
                <a:gd name="connsiteX22" fmla="*/ 2579712 w 7518833"/>
                <a:gd name="connsiteY22" fmla="*/ 1946662 h 3465668"/>
                <a:gd name="connsiteX23" fmla="*/ 2767772 w 7518833"/>
                <a:gd name="connsiteY23" fmla="*/ 1946662 h 3465668"/>
                <a:gd name="connsiteX24" fmla="*/ 2767772 w 7518833"/>
                <a:gd name="connsiteY24" fmla="*/ 2146639 h 3465668"/>
                <a:gd name="connsiteX25" fmla="*/ 2584113 w 7518833"/>
                <a:gd name="connsiteY25" fmla="*/ 2146639 h 3465668"/>
                <a:gd name="connsiteX26" fmla="*/ 2584113 w 7518833"/>
                <a:gd name="connsiteY26" fmla="*/ 2277136 h 3465668"/>
                <a:gd name="connsiteX27" fmla="*/ 2767970 w 7518833"/>
                <a:gd name="connsiteY27" fmla="*/ 2277136 h 3465668"/>
                <a:gd name="connsiteX28" fmla="*/ 2767970 w 7518833"/>
                <a:gd name="connsiteY28" fmla="*/ 2477123 h 3465668"/>
                <a:gd name="connsiteX29" fmla="*/ 2583920 w 7518833"/>
                <a:gd name="connsiteY29" fmla="*/ 2477123 h 3465668"/>
                <a:gd name="connsiteX30" fmla="*/ 2583920 w 7518833"/>
                <a:gd name="connsiteY30" fmla="*/ 2607619 h 3465668"/>
                <a:gd name="connsiteX31" fmla="*/ 2768163 w 7518833"/>
                <a:gd name="connsiteY31" fmla="*/ 2607619 h 3465668"/>
                <a:gd name="connsiteX32" fmla="*/ 2768163 w 7518833"/>
                <a:gd name="connsiteY32" fmla="*/ 2816292 h 3465668"/>
                <a:gd name="connsiteX33" fmla="*/ 2583727 w 7518833"/>
                <a:gd name="connsiteY33" fmla="*/ 2816292 h 3465668"/>
                <a:gd name="connsiteX34" fmla="*/ 2583727 w 7518833"/>
                <a:gd name="connsiteY34" fmla="*/ 2938103 h 3465668"/>
                <a:gd name="connsiteX35" fmla="*/ 2768355 w 7518833"/>
                <a:gd name="connsiteY35" fmla="*/ 2938103 h 3465668"/>
                <a:gd name="connsiteX36" fmla="*/ 2768355 w 7518833"/>
                <a:gd name="connsiteY36" fmla="*/ 3146773 h 3465668"/>
                <a:gd name="connsiteX37" fmla="*/ 2581169 w 7518833"/>
                <a:gd name="connsiteY37" fmla="*/ 3146773 h 3465668"/>
                <a:gd name="connsiteX38" fmla="*/ 2581169 w 7518833"/>
                <a:gd name="connsiteY38" fmla="*/ 3268581 h 3465668"/>
                <a:gd name="connsiteX39" fmla="*/ 2443509 w 7518833"/>
                <a:gd name="connsiteY39" fmla="*/ 3268581 h 3465668"/>
                <a:gd name="connsiteX40" fmla="*/ 2443509 w 7518833"/>
                <a:gd name="connsiteY40" fmla="*/ 3465282 h 3465668"/>
                <a:gd name="connsiteX41" fmla="*/ 2234834 w 7518833"/>
                <a:gd name="connsiteY41" fmla="*/ 3465282 h 3465668"/>
                <a:gd name="connsiteX42" fmla="*/ 2234834 w 7518833"/>
                <a:gd name="connsiteY42" fmla="*/ 3272837 h 3465668"/>
                <a:gd name="connsiteX43" fmla="*/ 2113025 w 7518833"/>
                <a:gd name="connsiteY43" fmla="*/ 3272837 h 3465668"/>
                <a:gd name="connsiteX44" fmla="*/ 2113025 w 7518833"/>
                <a:gd name="connsiteY44" fmla="*/ 3465471 h 3465668"/>
                <a:gd name="connsiteX45" fmla="*/ 1904357 w 7518833"/>
                <a:gd name="connsiteY45" fmla="*/ 3465471 h 3465668"/>
                <a:gd name="connsiteX46" fmla="*/ 1904357 w 7518833"/>
                <a:gd name="connsiteY46" fmla="*/ 3272647 h 3465668"/>
                <a:gd name="connsiteX47" fmla="*/ 1782548 w 7518833"/>
                <a:gd name="connsiteY47" fmla="*/ 3272647 h 3465668"/>
                <a:gd name="connsiteX48" fmla="*/ 1782548 w 7518833"/>
                <a:gd name="connsiteY48" fmla="*/ 3465661 h 3465668"/>
                <a:gd name="connsiteX49" fmla="*/ 1573879 w 7518833"/>
                <a:gd name="connsiteY49" fmla="*/ 3465661 h 3465668"/>
                <a:gd name="connsiteX50" fmla="*/ 1573879 w 7518833"/>
                <a:gd name="connsiteY50" fmla="*/ 3269206 h 3465668"/>
                <a:gd name="connsiteX51" fmla="*/ 1520193 w 7518833"/>
                <a:gd name="connsiteY51" fmla="*/ 3269206 h 3465668"/>
                <a:gd name="connsiteX52" fmla="*/ 1452433 w 7518833"/>
                <a:gd name="connsiteY52" fmla="*/ 3269206 h 3465668"/>
                <a:gd name="connsiteX53" fmla="*/ 1452433 w 7518833"/>
                <a:gd name="connsiteY53" fmla="*/ 3465668 h 3465668"/>
                <a:gd name="connsiteX54" fmla="*/ 1243765 w 7518833"/>
                <a:gd name="connsiteY54" fmla="*/ 3465668 h 3465668"/>
                <a:gd name="connsiteX55" fmla="*/ 1243765 w 7518833"/>
                <a:gd name="connsiteY55" fmla="*/ 3270219 h 3465668"/>
                <a:gd name="connsiteX56" fmla="*/ 1104578 w 7518833"/>
                <a:gd name="connsiteY56" fmla="*/ 3270219 h 3465668"/>
                <a:gd name="connsiteX57" fmla="*/ 1104578 w 7518833"/>
                <a:gd name="connsiteY57" fmla="*/ 3131023 h 3465668"/>
                <a:gd name="connsiteX58" fmla="*/ 906199 w 7518833"/>
                <a:gd name="connsiteY58" fmla="*/ 3131023 h 3465668"/>
                <a:gd name="connsiteX59" fmla="*/ 906199 w 7518833"/>
                <a:gd name="connsiteY59" fmla="*/ 2932571 h 3465668"/>
                <a:gd name="connsiteX60" fmla="*/ 1099901 w 7518833"/>
                <a:gd name="connsiteY60" fmla="*/ 2932571 h 3465668"/>
                <a:gd name="connsiteX61" fmla="*/ 1099901 w 7518833"/>
                <a:gd name="connsiteY61" fmla="*/ 2802077 h 3465668"/>
                <a:gd name="connsiteX62" fmla="*/ 907544 w 7518833"/>
                <a:gd name="connsiteY62" fmla="*/ 2802077 h 3465668"/>
                <a:gd name="connsiteX63" fmla="*/ 907544 w 7518833"/>
                <a:gd name="connsiteY63" fmla="*/ 2602091 h 3465668"/>
                <a:gd name="connsiteX64" fmla="*/ 1100094 w 7518833"/>
                <a:gd name="connsiteY64" fmla="*/ 2602091 h 3465668"/>
                <a:gd name="connsiteX65" fmla="*/ 1100094 w 7518833"/>
                <a:gd name="connsiteY65" fmla="*/ 2471596 h 3465668"/>
                <a:gd name="connsiteX66" fmla="*/ 907353 w 7518833"/>
                <a:gd name="connsiteY66" fmla="*/ 2471596 h 3465668"/>
                <a:gd name="connsiteX67" fmla="*/ 907353 w 7518833"/>
                <a:gd name="connsiteY67" fmla="*/ 2271610 h 3465668"/>
                <a:gd name="connsiteX68" fmla="*/ 1100286 w 7518833"/>
                <a:gd name="connsiteY68" fmla="*/ 2271610 h 3465668"/>
                <a:gd name="connsiteX69" fmla="*/ 1100286 w 7518833"/>
                <a:gd name="connsiteY69" fmla="*/ 2141115 h 3465668"/>
                <a:gd name="connsiteX70" fmla="*/ 907161 w 7518833"/>
                <a:gd name="connsiteY70" fmla="*/ 2141115 h 3465668"/>
                <a:gd name="connsiteX71" fmla="*/ 907161 w 7518833"/>
                <a:gd name="connsiteY71" fmla="*/ 1941131 h 3465668"/>
                <a:gd name="connsiteX72" fmla="*/ 1102756 w 7518833"/>
                <a:gd name="connsiteY72" fmla="*/ 1941131 h 3465668"/>
                <a:gd name="connsiteX73" fmla="*/ 1102756 w 7518833"/>
                <a:gd name="connsiteY73" fmla="*/ 1801944 h 3465668"/>
                <a:gd name="connsiteX74" fmla="*/ 1241952 w 7518833"/>
                <a:gd name="connsiteY74" fmla="*/ 1801944 h 3465668"/>
                <a:gd name="connsiteX75" fmla="*/ 1241952 w 7518833"/>
                <a:gd name="connsiteY75" fmla="*/ 1603614 h 3465668"/>
                <a:gd name="connsiteX76" fmla="*/ 0 w 7518833"/>
                <a:gd name="connsiteY76" fmla="*/ 697124 h 3465668"/>
                <a:gd name="connsiteX77" fmla="*/ 587928 w 7518833"/>
                <a:gd name="connsiteY77" fmla="*/ 697124 h 3465668"/>
                <a:gd name="connsiteX78" fmla="*/ 587928 w 7518833"/>
                <a:gd name="connsiteY78" fmla="*/ 1285051 h 3465668"/>
                <a:gd name="connsiteX79" fmla="*/ 0 w 7518833"/>
                <a:gd name="connsiteY79" fmla="*/ 1285051 h 3465668"/>
                <a:gd name="connsiteX80" fmla="*/ 6012007 w 7518833"/>
                <a:gd name="connsiteY80" fmla="*/ 400908 h 3465668"/>
                <a:gd name="connsiteX81" fmla="*/ 5851765 w 7518833"/>
                <a:gd name="connsiteY81" fmla="*/ 419784 h 3465668"/>
                <a:gd name="connsiteX82" fmla="*/ 5094841 w 7518833"/>
                <a:gd name="connsiteY82" fmla="*/ 988274 h 3465668"/>
                <a:gd name="connsiteX83" fmla="*/ 4985368 w 7518833"/>
                <a:gd name="connsiteY83" fmla="*/ 1585795 h 3465668"/>
                <a:gd name="connsiteX84" fmla="*/ 5116893 w 7518833"/>
                <a:gd name="connsiteY84" fmla="*/ 1992851 h 3465668"/>
                <a:gd name="connsiteX85" fmla="*/ 5622954 w 7518833"/>
                <a:gd name="connsiteY85" fmla="*/ 2449807 h 3465668"/>
                <a:gd name="connsiteX86" fmla="*/ 6280642 w 7518833"/>
                <a:gd name="connsiteY86" fmla="*/ 2513917 h 3465668"/>
                <a:gd name="connsiteX87" fmla="*/ 6731999 w 7518833"/>
                <a:gd name="connsiteY87" fmla="*/ 2290779 h 3465668"/>
                <a:gd name="connsiteX88" fmla="*/ 7031015 w 7518833"/>
                <a:gd name="connsiteY88" fmla="*/ 1891260 h 3465668"/>
                <a:gd name="connsiteX89" fmla="*/ 7112486 w 7518833"/>
                <a:gd name="connsiteY89" fmla="*/ 1353511 h 3465668"/>
                <a:gd name="connsiteX90" fmla="*/ 6929514 w 7518833"/>
                <a:gd name="connsiteY90" fmla="*/ 867770 h 3465668"/>
                <a:gd name="connsiteX91" fmla="*/ 6754795 w 7518833"/>
                <a:gd name="connsiteY91" fmla="*/ 672008 h 3465668"/>
                <a:gd name="connsiteX92" fmla="*/ 6476565 w 7518833"/>
                <a:gd name="connsiteY92" fmla="*/ 491051 h 3465668"/>
                <a:gd name="connsiteX93" fmla="*/ 6012007 w 7518833"/>
                <a:gd name="connsiteY93" fmla="*/ 400908 h 3465668"/>
                <a:gd name="connsiteX94" fmla="*/ 5971156 w 7518833"/>
                <a:gd name="connsiteY94" fmla="*/ 1689 h 3465668"/>
                <a:gd name="connsiteX95" fmla="*/ 6181363 w 7518833"/>
                <a:gd name="connsiteY95" fmla="*/ 5356 h 3465668"/>
                <a:gd name="connsiteX96" fmla="*/ 6873576 w 7518833"/>
                <a:gd name="connsiteY96" fmla="*/ 252547 h 3465668"/>
                <a:gd name="connsiteX97" fmla="*/ 7457748 w 7518833"/>
                <a:gd name="connsiteY97" fmla="*/ 1044927 h 3465668"/>
                <a:gd name="connsiteX98" fmla="*/ 7512426 w 7518833"/>
                <a:gd name="connsiteY98" fmla="*/ 1607042 h 3465668"/>
                <a:gd name="connsiteX99" fmla="*/ 7210585 w 7518833"/>
                <a:gd name="connsiteY99" fmla="*/ 2371029 h 3465668"/>
                <a:gd name="connsiteX100" fmla="*/ 6692778 w 7518833"/>
                <a:gd name="connsiteY100" fmla="*/ 2792866 h 3465668"/>
                <a:gd name="connsiteX101" fmla="*/ 6198152 w 7518833"/>
                <a:gd name="connsiteY101" fmla="*/ 2931660 h 3465668"/>
                <a:gd name="connsiteX102" fmla="*/ 5568260 w 7518833"/>
                <a:gd name="connsiteY102" fmla="*/ 2860757 h 3465668"/>
                <a:gd name="connsiteX103" fmla="*/ 5072793 w 7518833"/>
                <a:gd name="connsiteY103" fmla="*/ 2570926 h 3465668"/>
                <a:gd name="connsiteX104" fmla="*/ 4652461 w 7518833"/>
                <a:gd name="connsiteY104" fmla="*/ 1935314 h 3465668"/>
                <a:gd name="connsiteX105" fmla="*/ 4588478 w 7518833"/>
                <a:gd name="connsiteY105" fmla="*/ 1613882 h 3465668"/>
                <a:gd name="connsiteX106" fmla="*/ 4578416 w 7518833"/>
                <a:gd name="connsiteY106" fmla="*/ 1385633 h 3465668"/>
                <a:gd name="connsiteX107" fmla="*/ 4704663 w 7518833"/>
                <a:gd name="connsiteY107" fmla="*/ 870075 h 3465668"/>
                <a:gd name="connsiteX108" fmla="*/ 5040128 w 7518833"/>
                <a:gd name="connsiteY108" fmla="*/ 397786 h 3465668"/>
                <a:gd name="connsiteX109" fmla="*/ 5760506 w 7518833"/>
                <a:gd name="connsiteY109" fmla="*/ 27352 h 3465668"/>
                <a:gd name="connsiteX110" fmla="*/ 5971156 w 7518833"/>
                <a:gd name="connsiteY110" fmla="*/ 1689 h 346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518833" h="3465668">
                  <a:moveTo>
                    <a:pt x="1306105" y="2004324"/>
                  </a:moveTo>
                  <a:cubicBezTo>
                    <a:pt x="1306105" y="2360277"/>
                    <a:pt x="1306105" y="2712830"/>
                    <a:pt x="1306105" y="3069410"/>
                  </a:cubicBezTo>
                  <a:cubicBezTo>
                    <a:pt x="1632642" y="3069410"/>
                    <a:pt x="1956560" y="3069410"/>
                    <a:pt x="2289047" y="3069410"/>
                  </a:cubicBezTo>
                  <a:cubicBezTo>
                    <a:pt x="2315888" y="3069410"/>
                    <a:pt x="2342729" y="3069410"/>
                    <a:pt x="2369337" y="3069410"/>
                  </a:cubicBezTo>
                  <a:cubicBezTo>
                    <a:pt x="2369337" y="2710105"/>
                    <a:pt x="2369337" y="2357552"/>
                    <a:pt x="2369337" y="2004324"/>
                  </a:cubicBezTo>
                  <a:cubicBezTo>
                    <a:pt x="2013133" y="2004324"/>
                    <a:pt x="1659555" y="2004324"/>
                    <a:pt x="1306105" y="2004324"/>
                  </a:cubicBezTo>
                  <a:close/>
                  <a:moveTo>
                    <a:pt x="1241952" y="1603614"/>
                  </a:moveTo>
                  <a:cubicBezTo>
                    <a:pt x="1313309" y="1603614"/>
                    <a:pt x="1379220" y="1603614"/>
                    <a:pt x="1449092" y="1603614"/>
                  </a:cubicBezTo>
                  <a:cubicBezTo>
                    <a:pt x="1449092" y="1667567"/>
                    <a:pt x="1449092" y="1730644"/>
                    <a:pt x="1449092" y="1797412"/>
                  </a:cubicBezTo>
                  <a:cubicBezTo>
                    <a:pt x="1490882" y="1797412"/>
                    <a:pt x="1528895" y="1797412"/>
                    <a:pt x="1570901" y="1797412"/>
                  </a:cubicBezTo>
                  <a:cubicBezTo>
                    <a:pt x="1570901" y="1734711"/>
                    <a:pt x="1570901" y="1671631"/>
                    <a:pt x="1570901" y="1604960"/>
                  </a:cubicBezTo>
                  <a:cubicBezTo>
                    <a:pt x="1641661" y="1604960"/>
                    <a:pt x="1708616" y="1604960"/>
                    <a:pt x="1779569" y="1604960"/>
                  </a:cubicBezTo>
                  <a:cubicBezTo>
                    <a:pt x="1779569" y="1667962"/>
                    <a:pt x="1779569" y="1731046"/>
                    <a:pt x="1779569" y="1797602"/>
                  </a:cubicBezTo>
                  <a:cubicBezTo>
                    <a:pt x="1821404" y="1797602"/>
                    <a:pt x="1859396" y="1797602"/>
                    <a:pt x="1901379" y="1797602"/>
                  </a:cubicBezTo>
                  <a:cubicBezTo>
                    <a:pt x="1901379" y="1734306"/>
                    <a:pt x="1901379" y="1671236"/>
                    <a:pt x="1901379" y="1604770"/>
                  </a:cubicBezTo>
                  <a:cubicBezTo>
                    <a:pt x="1972167" y="1604770"/>
                    <a:pt x="2039114" y="1604770"/>
                    <a:pt x="2110047" y="1604770"/>
                  </a:cubicBezTo>
                  <a:cubicBezTo>
                    <a:pt x="2110047" y="1668363"/>
                    <a:pt x="2110047" y="1731432"/>
                    <a:pt x="2110047" y="1797793"/>
                  </a:cubicBezTo>
                  <a:cubicBezTo>
                    <a:pt x="2151909" y="1797793"/>
                    <a:pt x="2189891" y="1797793"/>
                    <a:pt x="2231856" y="1797793"/>
                  </a:cubicBezTo>
                  <a:cubicBezTo>
                    <a:pt x="2231856" y="1733937"/>
                    <a:pt x="2231856" y="1670850"/>
                    <a:pt x="2231856" y="1604581"/>
                  </a:cubicBezTo>
                  <a:cubicBezTo>
                    <a:pt x="2302669" y="1604581"/>
                    <a:pt x="2369607" y="1604581"/>
                    <a:pt x="2440525" y="1604581"/>
                  </a:cubicBezTo>
                  <a:cubicBezTo>
                    <a:pt x="2440525" y="1668734"/>
                    <a:pt x="2440525" y="1731823"/>
                    <a:pt x="2440525" y="1800306"/>
                  </a:cubicBezTo>
                  <a:cubicBezTo>
                    <a:pt x="2488148" y="1800306"/>
                    <a:pt x="2532047" y="1800306"/>
                    <a:pt x="2579712" y="1800306"/>
                  </a:cubicBezTo>
                  <a:cubicBezTo>
                    <a:pt x="2579712" y="1851342"/>
                    <a:pt x="2579712" y="1897086"/>
                    <a:pt x="2579712" y="1946662"/>
                  </a:cubicBezTo>
                  <a:cubicBezTo>
                    <a:pt x="2643666" y="1946662"/>
                    <a:pt x="2703842" y="1946662"/>
                    <a:pt x="2767772" y="1946662"/>
                  </a:cubicBezTo>
                  <a:cubicBezTo>
                    <a:pt x="2767772" y="2014514"/>
                    <a:pt x="2767772" y="2078575"/>
                    <a:pt x="2767772" y="2146639"/>
                  </a:cubicBezTo>
                  <a:cubicBezTo>
                    <a:pt x="2708114" y="2146639"/>
                    <a:pt x="2647933" y="2146639"/>
                    <a:pt x="2584113" y="2146639"/>
                  </a:cubicBezTo>
                  <a:cubicBezTo>
                    <a:pt x="2584113" y="2191317"/>
                    <a:pt x="2584113" y="2232231"/>
                    <a:pt x="2584113" y="2277136"/>
                  </a:cubicBezTo>
                  <a:cubicBezTo>
                    <a:pt x="2644067" y="2277136"/>
                    <a:pt x="2704246" y="2277136"/>
                    <a:pt x="2767970" y="2277136"/>
                  </a:cubicBezTo>
                  <a:cubicBezTo>
                    <a:pt x="2767970" y="2345011"/>
                    <a:pt x="2767970" y="2409069"/>
                    <a:pt x="2767970" y="2477123"/>
                  </a:cubicBezTo>
                  <a:cubicBezTo>
                    <a:pt x="2707703" y="2477123"/>
                    <a:pt x="2647527" y="2477123"/>
                    <a:pt x="2583920" y="2477123"/>
                  </a:cubicBezTo>
                  <a:cubicBezTo>
                    <a:pt x="2583920" y="2521840"/>
                    <a:pt x="2583920" y="2562737"/>
                    <a:pt x="2583920" y="2607619"/>
                  </a:cubicBezTo>
                  <a:cubicBezTo>
                    <a:pt x="2644475" y="2607619"/>
                    <a:pt x="2704657" y="2607619"/>
                    <a:pt x="2768163" y="2607619"/>
                  </a:cubicBezTo>
                  <a:cubicBezTo>
                    <a:pt x="2768163" y="2678419"/>
                    <a:pt x="2768163" y="2745365"/>
                    <a:pt x="2768163" y="2816292"/>
                  </a:cubicBezTo>
                  <a:cubicBezTo>
                    <a:pt x="2707329" y="2816292"/>
                    <a:pt x="2647139" y="2816292"/>
                    <a:pt x="2583727" y="2816292"/>
                  </a:cubicBezTo>
                  <a:cubicBezTo>
                    <a:pt x="2583727" y="2858153"/>
                    <a:pt x="2583727" y="2896119"/>
                    <a:pt x="2583727" y="2938103"/>
                  </a:cubicBezTo>
                  <a:cubicBezTo>
                    <a:pt x="2644838" y="2938103"/>
                    <a:pt x="2705044" y="2938103"/>
                    <a:pt x="2768355" y="2938103"/>
                  </a:cubicBezTo>
                  <a:cubicBezTo>
                    <a:pt x="2768355" y="3008922"/>
                    <a:pt x="2768355" y="3075858"/>
                    <a:pt x="2768355" y="3146773"/>
                  </a:cubicBezTo>
                  <a:cubicBezTo>
                    <a:pt x="2706942" y="3146773"/>
                    <a:pt x="2646741" y="3146773"/>
                    <a:pt x="2581169" y="3146773"/>
                  </a:cubicBezTo>
                  <a:cubicBezTo>
                    <a:pt x="2581169" y="3188564"/>
                    <a:pt x="2581169" y="3226729"/>
                    <a:pt x="2581169" y="3268581"/>
                  </a:cubicBezTo>
                  <a:cubicBezTo>
                    <a:pt x="2533005" y="3268581"/>
                    <a:pt x="2490169" y="3268581"/>
                    <a:pt x="2443509" y="3268581"/>
                  </a:cubicBezTo>
                  <a:cubicBezTo>
                    <a:pt x="2443509" y="3335427"/>
                    <a:pt x="2443509" y="3398509"/>
                    <a:pt x="2443509" y="3465282"/>
                  </a:cubicBezTo>
                  <a:cubicBezTo>
                    <a:pt x="2372758" y="3465282"/>
                    <a:pt x="2305797" y="3465282"/>
                    <a:pt x="2234834" y="3465282"/>
                  </a:cubicBezTo>
                  <a:cubicBezTo>
                    <a:pt x="2234834" y="3402580"/>
                    <a:pt x="2234834" y="3339508"/>
                    <a:pt x="2234834" y="3272837"/>
                  </a:cubicBezTo>
                  <a:cubicBezTo>
                    <a:pt x="2193022" y="3272837"/>
                    <a:pt x="2155020" y="3272837"/>
                    <a:pt x="2113025" y="3272837"/>
                  </a:cubicBezTo>
                  <a:cubicBezTo>
                    <a:pt x="2113025" y="3335825"/>
                    <a:pt x="2113025" y="3398900"/>
                    <a:pt x="2113025" y="3465471"/>
                  </a:cubicBezTo>
                  <a:cubicBezTo>
                    <a:pt x="2042254" y="3465471"/>
                    <a:pt x="1975302" y="3465471"/>
                    <a:pt x="1904357" y="3465471"/>
                  </a:cubicBezTo>
                  <a:cubicBezTo>
                    <a:pt x="1904357" y="3402176"/>
                    <a:pt x="1904357" y="3339111"/>
                    <a:pt x="1904357" y="3272647"/>
                  </a:cubicBezTo>
                  <a:cubicBezTo>
                    <a:pt x="1862508" y="3272647"/>
                    <a:pt x="1824522" y="3272647"/>
                    <a:pt x="1782548" y="3272647"/>
                  </a:cubicBezTo>
                  <a:cubicBezTo>
                    <a:pt x="1782548" y="3336218"/>
                    <a:pt x="1782548" y="3399291"/>
                    <a:pt x="1782548" y="3465661"/>
                  </a:cubicBezTo>
                  <a:cubicBezTo>
                    <a:pt x="1711747" y="3465661"/>
                    <a:pt x="1644803" y="3465661"/>
                    <a:pt x="1573879" y="3465661"/>
                  </a:cubicBezTo>
                  <a:cubicBezTo>
                    <a:pt x="1573879" y="3401808"/>
                    <a:pt x="1573879" y="3338726"/>
                    <a:pt x="1573879" y="3269206"/>
                  </a:cubicBezTo>
                  <a:cubicBezTo>
                    <a:pt x="1554782" y="3269206"/>
                    <a:pt x="1539541" y="3269206"/>
                    <a:pt x="1520193" y="3269206"/>
                  </a:cubicBezTo>
                  <a:cubicBezTo>
                    <a:pt x="1496128" y="3269206"/>
                    <a:pt x="1476172" y="3269206"/>
                    <a:pt x="1452433" y="3269206"/>
                  </a:cubicBezTo>
                  <a:cubicBezTo>
                    <a:pt x="1452433" y="3336240"/>
                    <a:pt x="1452433" y="3399317"/>
                    <a:pt x="1452433" y="3465668"/>
                  </a:cubicBezTo>
                  <a:cubicBezTo>
                    <a:pt x="1381630" y="3465668"/>
                    <a:pt x="1314687" y="3465668"/>
                    <a:pt x="1243765" y="3465668"/>
                  </a:cubicBezTo>
                  <a:cubicBezTo>
                    <a:pt x="1243765" y="3401793"/>
                    <a:pt x="1243765" y="3338709"/>
                    <a:pt x="1243765" y="3270219"/>
                  </a:cubicBezTo>
                  <a:cubicBezTo>
                    <a:pt x="1196138" y="3270219"/>
                    <a:pt x="1152248" y="3270219"/>
                    <a:pt x="1104578" y="3270219"/>
                  </a:cubicBezTo>
                  <a:cubicBezTo>
                    <a:pt x="1104578" y="3222088"/>
                    <a:pt x="1104578" y="3179236"/>
                    <a:pt x="1104578" y="3131023"/>
                  </a:cubicBezTo>
                  <a:cubicBezTo>
                    <a:pt x="1036711" y="3131023"/>
                    <a:pt x="972530" y="3131023"/>
                    <a:pt x="906199" y="3131023"/>
                  </a:cubicBezTo>
                  <a:cubicBezTo>
                    <a:pt x="906199" y="3062563"/>
                    <a:pt x="906199" y="2999550"/>
                    <a:pt x="906199" y="2932571"/>
                  </a:cubicBezTo>
                  <a:cubicBezTo>
                    <a:pt x="970006" y="2932571"/>
                    <a:pt x="1033085" y="2932571"/>
                    <a:pt x="1099901" y="2932571"/>
                  </a:cubicBezTo>
                  <a:cubicBezTo>
                    <a:pt x="1099901" y="2887912"/>
                    <a:pt x="1099901" y="2846991"/>
                    <a:pt x="1099901" y="2802077"/>
                  </a:cubicBezTo>
                  <a:cubicBezTo>
                    <a:pt x="1037343" y="2802077"/>
                    <a:pt x="974263" y="2802077"/>
                    <a:pt x="907544" y="2802077"/>
                  </a:cubicBezTo>
                  <a:cubicBezTo>
                    <a:pt x="907544" y="2734219"/>
                    <a:pt x="907544" y="2670156"/>
                    <a:pt x="907544" y="2602091"/>
                  </a:cubicBezTo>
                  <a:cubicBezTo>
                    <a:pt x="970411" y="2602091"/>
                    <a:pt x="1033480" y="2602091"/>
                    <a:pt x="1100094" y="2602091"/>
                  </a:cubicBezTo>
                  <a:cubicBezTo>
                    <a:pt x="1100094" y="2557394"/>
                    <a:pt x="1100094" y="2516490"/>
                    <a:pt x="1100094" y="2471596"/>
                  </a:cubicBezTo>
                  <a:cubicBezTo>
                    <a:pt x="1036934" y="2471596"/>
                    <a:pt x="973865" y="2471596"/>
                    <a:pt x="907353" y="2471596"/>
                  </a:cubicBezTo>
                  <a:cubicBezTo>
                    <a:pt x="907353" y="2403707"/>
                    <a:pt x="907353" y="2339652"/>
                    <a:pt x="907353" y="2271610"/>
                  </a:cubicBezTo>
                  <a:cubicBezTo>
                    <a:pt x="970812" y="2271610"/>
                    <a:pt x="1033877" y="2271610"/>
                    <a:pt x="1100286" y="2271610"/>
                  </a:cubicBezTo>
                  <a:cubicBezTo>
                    <a:pt x="1100286" y="2226868"/>
                    <a:pt x="1100286" y="2186005"/>
                    <a:pt x="1100286" y="2141115"/>
                  </a:cubicBezTo>
                  <a:cubicBezTo>
                    <a:pt x="1036551" y="2141115"/>
                    <a:pt x="973474" y="2141115"/>
                    <a:pt x="907161" y="2141115"/>
                  </a:cubicBezTo>
                  <a:cubicBezTo>
                    <a:pt x="907161" y="2073200"/>
                    <a:pt x="907161" y="2009153"/>
                    <a:pt x="907161" y="1941131"/>
                  </a:cubicBezTo>
                  <a:cubicBezTo>
                    <a:pt x="971184" y="1941131"/>
                    <a:pt x="1034272" y="1941131"/>
                    <a:pt x="1102756" y="1941131"/>
                  </a:cubicBezTo>
                  <a:cubicBezTo>
                    <a:pt x="1102756" y="1893504"/>
                    <a:pt x="1102756" y="1849610"/>
                    <a:pt x="1102756" y="1801944"/>
                  </a:cubicBezTo>
                  <a:cubicBezTo>
                    <a:pt x="1150891" y="1801944"/>
                    <a:pt x="1193744" y="1801944"/>
                    <a:pt x="1241952" y="1801944"/>
                  </a:cubicBezTo>
                  <a:cubicBezTo>
                    <a:pt x="1241952" y="1734064"/>
                    <a:pt x="1241952" y="1669897"/>
                    <a:pt x="1241952" y="1603614"/>
                  </a:cubicBezTo>
                  <a:close/>
                  <a:moveTo>
                    <a:pt x="0" y="697124"/>
                  </a:moveTo>
                  <a:lnTo>
                    <a:pt x="587928" y="697124"/>
                  </a:lnTo>
                  <a:lnTo>
                    <a:pt x="587928" y="1285051"/>
                  </a:lnTo>
                  <a:lnTo>
                    <a:pt x="0" y="1285051"/>
                  </a:lnTo>
                  <a:close/>
                  <a:moveTo>
                    <a:pt x="6012007" y="400908"/>
                  </a:moveTo>
                  <a:cubicBezTo>
                    <a:pt x="5959031" y="403040"/>
                    <a:pt x="5905613" y="409304"/>
                    <a:pt x="5851765" y="419784"/>
                  </a:cubicBezTo>
                  <a:cubicBezTo>
                    <a:pt x="5507842" y="486716"/>
                    <a:pt x="5256320" y="681337"/>
                    <a:pt x="5094841" y="988274"/>
                  </a:cubicBezTo>
                  <a:cubicBezTo>
                    <a:pt x="4997202" y="1173863"/>
                    <a:pt x="4959507" y="1374039"/>
                    <a:pt x="4985368" y="1585795"/>
                  </a:cubicBezTo>
                  <a:cubicBezTo>
                    <a:pt x="5003100" y="1730994"/>
                    <a:pt x="5044936" y="1866030"/>
                    <a:pt x="5116893" y="1992851"/>
                  </a:cubicBezTo>
                  <a:cubicBezTo>
                    <a:pt x="5235166" y="2201298"/>
                    <a:pt x="5403220" y="2353863"/>
                    <a:pt x="5622954" y="2449807"/>
                  </a:cubicBezTo>
                  <a:cubicBezTo>
                    <a:pt x="5835334" y="2542540"/>
                    <a:pt x="6053989" y="2563864"/>
                    <a:pt x="6280642" y="2513917"/>
                  </a:cubicBezTo>
                  <a:cubicBezTo>
                    <a:pt x="6449945" y="2476608"/>
                    <a:pt x="6600945" y="2401463"/>
                    <a:pt x="6731999" y="2290779"/>
                  </a:cubicBezTo>
                  <a:cubicBezTo>
                    <a:pt x="6861456" y="2181444"/>
                    <a:pt x="6962099" y="2048163"/>
                    <a:pt x="7031015" y="1891260"/>
                  </a:cubicBezTo>
                  <a:cubicBezTo>
                    <a:pt x="7106776" y="1718775"/>
                    <a:pt x="7131143" y="1537722"/>
                    <a:pt x="7112486" y="1353511"/>
                  </a:cubicBezTo>
                  <a:cubicBezTo>
                    <a:pt x="7094663" y="1177540"/>
                    <a:pt x="7035848" y="1011526"/>
                    <a:pt x="6929514" y="867770"/>
                  </a:cubicBezTo>
                  <a:cubicBezTo>
                    <a:pt x="6878935" y="799390"/>
                    <a:pt x="6816406" y="739852"/>
                    <a:pt x="6754795" y="672008"/>
                  </a:cubicBezTo>
                  <a:cubicBezTo>
                    <a:pt x="6673647" y="593864"/>
                    <a:pt x="6579283" y="535873"/>
                    <a:pt x="6476565" y="491051"/>
                  </a:cubicBezTo>
                  <a:cubicBezTo>
                    <a:pt x="6325895" y="425307"/>
                    <a:pt x="6170937" y="394512"/>
                    <a:pt x="6012007" y="400908"/>
                  </a:cubicBezTo>
                  <a:close/>
                  <a:moveTo>
                    <a:pt x="5971156" y="1689"/>
                  </a:moveTo>
                  <a:cubicBezTo>
                    <a:pt x="6041383" y="-1583"/>
                    <a:pt x="6111537" y="33"/>
                    <a:pt x="6181363" y="5356"/>
                  </a:cubicBezTo>
                  <a:cubicBezTo>
                    <a:pt x="6432792" y="24523"/>
                    <a:pt x="6664515" y="109382"/>
                    <a:pt x="6873576" y="252547"/>
                  </a:cubicBezTo>
                  <a:cubicBezTo>
                    <a:pt x="7160278" y="448877"/>
                    <a:pt x="7352778" y="714813"/>
                    <a:pt x="7457748" y="1044927"/>
                  </a:cubicBezTo>
                  <a:cubicBezTo>
                    <a:pt x="7516033" y="1228221"/>
                    <a:pt x="7528410" y="1418070"/>
                    <a:pt x="7512426" y="1607042"/>
                  </a:cubicBezTo>
                  <a:cubicBezTo>
                    <a:pt x="7488494" y="1889975"/>
                    <a:pt x="7386110" y="2145330"/>
                    <a:pt x="7210585" y="2371029"/>
                  </a:cubicBezTo>
                  <a:cubicBezTo>
                    <a:pt x="7069982" y="2551826"/>
                    <a:pt x="6897857" y="2692722"/>
                    <a:pt x="6692778" y="2792866"/>
                  </a:cubicBezTo>
                  <a:cubicBezTo>
                    <a:pt x="6536711" y="2869076"/>
                    <a:pt x="6372052" y="2914425"/>
                    <a:pt x="6198152" y="2931660"/>
                  </a:cubicBezTo>
                  <a:cubicBezTo>
                    <a:pt x="5982273" y="2953054"/>
                    <a:pt x="5772284" y="2931993"/>
                    <a:pt x="5568260" y="2860757"/>
                  </a:cubicBezTo>
                  <a:cubicBezTo>
                    <a:pt x="5384723" y="2796674"/>
                    <a:pt x="5220183" y="2699985"/>
                    <a:pt x="5072793" y="2570926"/>
                  </a:cubicBezTo>
                  <a:cubicBezTo>
                    <a:pt x="4873786" y="2396672"/>
                    <a:pt x="4735989" y="2182793"/>
                    <a:pt x="4652461" y="1935314"/>
                  </a:cubicBezTo>
                  <a:cubicBezTo>
                    <a:pt x="4617786" y="1832579"/>
                    <a:pt x="4603878" y="1722017"/>
                    <a:pt x="4588478" y="1613882"/>
                  </a:cubicBezTo>
                  <a:cubicBezTo>
                    <a:pt x="4577984" y="1540205"/>
                    <a:pt x="4581284" y="1464567"/>
                    <a:pt x="4578416" y="1385633"/>
                  </a:cubicBezTo>
                  <a:cubicBezTo>
                    <a:pt x="4593369" y="1204306"/>
                    <a:pt x="4630920" y="1033173"/>
                    <a:pt x="4704663" y="870075"/>
                  </a:cubicBezTo>
                  <a:cubicBezTo>
                    <a:pt x="4785900" y="690400"/>
                    <a:pt x="4896261" y="531733"/>
                    <a:pt x="5040128" y="397786"/>
                  </a:cubicBezTo>
                  <a:cubicBezTo>
                    <a:pt x="5245013" y="207029"/>
                    <a:pt x="5484427" y="83380"/>
                    <a:pt x="5760506" y="27352"/>
                  </a:cubicBezTo>
                  <a:cubicBezTo>
                    <a:pt x="5830628" y="13122"/>
                    <a:pt x="5900929" y="4961"/>
                    <a:pt x="5971156" y="1689"/>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12" name="Group 111">
            <a:extLst>
              <a:ext uri="{FF2B5EF4-FFF2-40B4-BE49-F238E27FC236}">
                <a16:creationId xmlns:a16="http://schemas.microsoft.com/office/drawing/2014/main" id="{124BDE7F-DB50-F8BC-11B7-28384EE8BBFE}"/>
              </a:ext>
              <a:ext uri="{C183D7F6-B498-43B3-948B-1728B52AA6E4}">
                <adec:decorative xmlns:adec="http://schemas.microsoft.com/office/drawing/2017/decorative" val="1"/>
              </a:ext>
            </a:extLst>
          </p:cNvPr>
          <p:cNvGrpSpPr>
            <a:grpSpLocks noChangeAspect="1"/>
          </p:cNvGrpSpPr>
          <p:nvPr/>
        </p:nvGrpSpPr>
        <p:grpSpPr>
          <a:xfrm>
            <a:off x="8405397" y="1517247"/>
            <a:ext cx="468368" cy="457200"/>
            <a:chOff x="8405397" y="1517247"/>
            <a:chExt cx="468368" cy="457200"/>
          </a:xfrm>
          <a:solidFill>
            <a:schemeClr val="accent2"/>
          </a:solidFill>
        </p:grpSpPr>
        <p:sp>
          <p:nvSpPr>
            <p:cNvPr id="871" name="Freeform: Shape 870">
              <a:extLst>
                <a:ext uri="{FF2B5EF4-FFF2-40B4-BE49-F238E27FC236}">
                  <a16:creationId xmlns:a16="http://schemas.microsoft.com/office/drawing/2014/main" id="{83732CC4-F106-C467-EA3F-2D59EBDC66FA}"/>
                </a:ext>
                <a:ext uri="{C183D7F6-B498-43B3-948B-1728B52AA6E4}">
                  <adec:decorative xmlns:adec="http://schemas.microsoft.com/office/drawing/2017/decorative" val="1"/>
                </a:ext>
              </a:extLst>
            </p:cNvPr>
            <p:cNvSpPr/>
            <p:nvPr/>
          </p:nvSpPr>
          <p:spPr>
            <a:xfrm>
              <a:off x="8412098" y="1517247"/>
              <a:ext cx="461667" cy="457200"/>
            </a:xfrm>
            <a:custGeom>
              <a:avLst/>
              <a:gdLst>
                <a:gd name="connsiteX0" fmla="*/ 457042 w 714612"/>
                <a:gd name="connsiteY0" fmla="*/ 0 h 707698"/>
                <a:gd name="connsiteX1" fmla="*/ 473770 w 714612"/>
                <a:gd name="connsiteY1" fmla="*/ 7025 h 707698"/>
                <a:gd name="connsiteX2" fmla="*/ 711182 w 714612"/>
                <a:gd name="connsiteY2" fmla="*/ 244588 h 707698"/>
                <a:gd name="connsiteX3" fmla="*/ 714612 w 714612"/>
                <a:gd name="connsiteY3" fmla="*/ 248190 h 707698"/>
                <a:gd name="connsiteX4" fmla="*/ 637247 w 714612"/>
                <a:gd name="connsiteY4" fmla="*/ 325548 h 707698"/>
                <a:gd name="connsiteX5" fmla="*/ 640830 w 714612"/>
                <a:gd name="connsiteY5" fmla="*/ 329380 h 707698"/>
                <a:gd name="connsiteX6" fmla="*/ 688348 w 714612"/>
                <a:gd name="connsiteY6" fmla="*/ 376995 h 707698"/>
                <a:gd name="connsiteX7" fmla="*/ 692223 w 714612"/>
                <a:gd name="connsiteY7" fmla="*/ 405433 h 707698"/>
                <a:gd name="connsiteX8" fmla="*/ 657573 w 714612"/>
                <a:gd name="connsiteY8" fmla="*/ 409064 h 707698"/>
                <a:gd name="connsiteX9" fmla="*/ 609758 w 714612"/>
                <a:gd name="connsiteY9" fmla="*/ 361054 h 707698"/>
                <a:gd name="connsiteX10" fmla="*/ 602006 w 714612"/>
                <a:gd name="connsiteY10" fmla="*/ 360946 h 707698"/>
                <a:gd name="connsiteX11" fmla="*/ 564725 w 714612"/>
                <a:gd name="connsiteY11" fmla="*/ 398345 h 707698"/>
                <a:gd name="connsiteX12" fmla="*/ 568128 w 714612"/>
                <a:gd name="connsiteY12" fmla="*/ 402020 h 707698"/>
                <a:gd name="connsiteX13" fmla="*/ 616789 w 714612"/>
                <a:gd name="connsiteY13" fmla="*/ 450575 h 707698"/>
                <a:gd name="connsiteX14" fmla="*/ 617363 w 714612"/>
                <a:gd name="connsiteY14" fmla="*/ 480977 h 707698"/>
                <a:gd name="connsiteX15" fmla="*/ 586033 w 714612"/>
                <a:gd name="connsiteY15" fmla="*/ 481676 h 707698"/>
                <a:gd name="connsiteX16" fmla="*/ 538105 w 714612"/>
                <a:gd name="connsiteY16" fmla="*/ 433781 h 707698"/>
                <a:gd name="connsiteX17" fmla="*/ 529392 w 714612"/>
                <a:gd name="connsiteY17" fmla="*/ 433577 h 707698"/>
                <a:gd name="connsiteX18" fmla="*/ 492357 w 714612"/>
                <a:gd name="connsiteY18" fmla="*/ 470718 h 707698"/>
                <a:gd name="connsiteX19" fmla="*/ 511047 w 714612"/>
                <a:gd name="connsiteY19" fmla="*/ 489322 h 707698"/>
                <a:gd name="connsiteX20" fmla="*/ 544732 w 714612"/>
                <a:gd name="connsiteY20" fmla="*/ 522994 h 707698"/>
                <a:gd name="connsiteX21" fmla="*/ 549334 w 714612"/>
                <a:gd name="connsiteY21" fmla="*/ 545843 h 707698"/>
                <a:gd name="connsiteX22" fmla="*/ 532710 w 714612"/>
                <a:gd name="connsiteY22" fmla="*/ 559642 h 707698"/>
                <a:gd name="connsiteX23" fmla="*/ 512925 w 714612"/>
                <a:gd name="connsiteY23" fmla="*/ 553113 h 707698"/>
                <a:gd name="connsiteX24" fmla="*/ 465439 w 714612"/>
                <a:gd name="connsiteY24" fmla="*/ 505468 h 707698"/>
                <a:gd name="connsiteX25" fmla="*/ 457687 w 714612"/>
                <a:gd name="connsiteY25" fmla="*/ 505258 h 707698"/>
                <a:gd name="connsiteX26" fmla="*/ 420380 w 714612"/>
                <a:gd name="connsiteY26" fmla="*/ 542724 h 707698"/>
                <a:gd name="connsiteX27" fmla="*/ 423718 w 714612"/>
                <a:gd name="connsiteY27" fmla="*/ 546335 h 707698"/>
                <a:gd name="connsiteX28" fmla="*/ 471629 w 714612"/>
                <a:gd name="connsiteY28" fmla="*/ 594253 h 707698"/>
                <a:gd name="connsiteX29" fmla="*/ 462562 w 714612"/>
                <a:gd name="connsiteY29" fmla="*/ 631798 h 707698"/>
                <a:gd name="connsiteX30" fmla="*/ 439185 w 714612"/>
                <a:gd name="connsiteY30" fmla="*/ 624682 h 707698"/>
                <a:gd name="connsiteX31" fmla="*/ 392381 w 714612"/>
                <a:gd name="connsiteY31" fmla="*/ 577743 h 707698"/>
                <a:gd name="connsiteX32" fmla="*/ 385321 w 714612"/>
                <a:gd name="connsiteY32" fmla="*/ 577630 h 707698"/>
                <a:gd name="connsiteX33" fmla="*/ 348021 w 714612"/>
                <a:gd name="connsiteY33" fmla="*/ 614973 h 707698"/>
                <a:gd name="connsiteX34" fmla="*/ 398627 w 714612"/>
                <a:gd name="connsiteY34" fmla="*/ 665719 h 707698"/>
                <a:gd name="connsiteX35" fmla="*/ 403152 w 714612"/>
                <a:gd name="connsiteY35" fmla="*/ 694271 h 707698"/>
                <a:gd name="connsiteX36" fmla="*/ 368829 w 714612"/>
                <a:gd name="connsiteY36" fmla="*/ 698655 h 707698"/>
                <a:gd name="connsiteX37" fmla="*/ 320914 w 714612"/>
                <a:gd name="connsiteY37" fmla="*/ 650742 h 707698"/>
                <a:gd name="connsiteX38" fmla="*/ 315279 w 714612"/>
                <a:gd name="connsiteY38" fmla="*/ 645307 h 707698"/>
                <a:gd name="connsiteX39" fmla="*/ 312821 w 714612"/>
                <a:gd name="connsiteY39" fmla="*/ 650165 h 707698"/>
                <a:gd name="connsiteX40" fmla="*/ 263623 w 714612"/>
                <a:gd name="connsiteY40" fmla="*/ 699571 h 707698"/>
                <a:gd name="connsiteX41" fmla="*/ 227107 w 714612"/>
                <a:gd name="connsiteY41" fmla="*/ 699630 h 707698"/>
                <a:gd name="connsiteX42" fmla="*/ 48258 w 714612"/>
                <a:gd name="connsiteY42" fmla="*/ 520268 h 707698"/>
                <a:gd name="connsiteX43" fmla="*/ 78516 w 714612"/>
                <a:gd name="connsiteY43" fmla="*/ 490010 h 707698"/>
                <a:gd name="connsiteX44" fmla="*/ 241224 w 714612"/>
                <a:gd name="connsiteY44" fmla="*/ 652734 h 707698"/>
                <a:gd name="connsiteX45" fmla="*/ 249681 w 714612"/>
                <a:gd name="connsiteY45" fmla="*/ 652664 h 707698"/>
                <a:gd name="connsiteX46" fmla="*/ 383368 w 714612"/>
                <a:gd name="connsiteY46" fmla="*/ 517904 h 707698"/>
                <a:gd name="connsiteX47" fmla="*/ 648568 w 714612"/>
                <a:gd name="connsiteY47" fmla="*/ 252676 h 707698"/>
                <a:gd name="connsiteX48" fmla="*/ 653953 w 714612"/>
                <a:gd name="connsiteY48" fmla="*/ 247714 h 707698"/>
                <a:gd name="connsiteX49" fmla="*/ 472110 w 714612"/>
                <a:gd name="connsiteY49" fmla="*/ 65892 h 707698"/>
                <a:gd name="connsiteX50" fmla="*/ 472197 w 714612"/>
                <a:gd name="connsiteY50" fmla="*/ 65674 h 707698"/>
                <a:gd name="connsiteX51" fmla="*/ 455516 w 714612"/>
                <a:gd name="connsiteY51" fmla="*/ 48993 h 707698"/>
                <a:gd name="connsiteX52" fmla="*/ 438841 w 714612"/>
                <a:gd name="connsiteY52" fmla="*/ 65668 h 707698"/>
                <a:gd name="connsiteX53" fmla="*/ 438990 w 714612"/>
                <a:gd name="connsiteY53" fmla="*/ 65977 h 707698"/>
                <a:gd name="connsiteX54" fmla="*/ 370771 w 714612"/>
                <a:gd name="connsiteY54" fmla="*/ 135598 h 707698"/>
                <a:gd name="connsiteX55" fmla="*/ 76340 w 714612"/>
                <a:gd name="connsiteY55" fmla="*/ 430071 h 707698"/>
                <a:gd name="connsiteX56" fmla="*/ 46438 w 714612"/>
                <a:gd name="connsiteY56" fmla="*/ 400169 h 707698"/>
                <a:gd name="connsiteX57" fmla="*/ 58090 w 714612"/>
                <a:gd name="connsiteY57" fmla="*/ 388163 h 707698"/>
                <a:gd name="connsiteX58" fmla="*/ 55401 w 714612"/>
                <a:gd name="connsiteY58" fmla="*/ 385267 h 707698"/>
                <a:gd name="connsiteX59" fmla="*/ 7498 w 714612"/>
                <a:gd name="connsiteY59" fmla="*/ 337343 h 707698"/>
                <a:gd name="connsiteX60" fmla="*/ 13504 w 714612"/>
                <a:gd name="connsiteY60" fmla="*/ 300710 h 707698"/>
                <a:gd name="connsiteX61" fmla="*/ 39937 w 714612"/>
                <a:gd name="connsiteY61" fmla="*/ 306829 h 707698"/>
                <a:gd name="connsiteX62" fmla="*/ 86347 w 714612"/>
                <a:gd name="connsiteY62" fmla="*/ 353466 h 707698"/>
                <a:gd name="connsiteX63" fmla="*/ 94100 w 714612"/>
                <a:gd name="connsiteY63" fmla="*/ 353555 h 707698"/>
                <a:gd name="connsiteX64" fmla="*/ 131014 w 714612"/>
                <a:gd name="connsiteY64" fmla="*/ 316527 h 707698"/>
                <a:gd name="connsiteX65" fmla="*/ 79262 w 714612"/>
                <a:gd name="connsiteY65" fmla="*/ 264894 h 707698"/>
                <a:gd name="connsiteX66" fmla="*/ 78718 w 714612"/>
                <a:gd name="connsiteY66" fmla="*/ 232946 h 707698"/>
                <a:gd name="connsiteX67" fmla="*/ 110357 w 714612"/>
                <a:gd name="connsiteY67" fmla="*/ 232940 h 707698"/>
                <a:gd name="connsiteX68" fmla="*/ 158582 w 714612"/>
                <a:gd name="connsiteY68" fmla="*/ 281237 h 707698"/>
                <a:gd name="connsiteX69" fmla="*/ 161463 w 714612"/>
                <a:gd name="connsiteY69" fmla="*/ 284478 h 707698"/>
                <a:gd name="connsiteX70" fmla="*/ 202922 w 714612"/>
                <a:gd name="connsiteY70" fmla="*/ 242988 h 707698"/>
                <a:gd name="connsiteX71" fmla="*/ 193406 w 714612"/>
                <a:gd name="connsiteY71" fmla="*/ 233543 h 707698"/>
                <a:gd name="connsiteX72" fmla="*/ 150687 w 714612"/>
                <a:gd name="connsiteY72" fmla="*/ 190851 h 707698"/>
                <a:gd name="connsiteX73" fmla="*/ 145203 w 714612"/>
                <a:gd name="connsiteY73" fmla="*/ 171813 h 707698"/>
                <a:gd name="connsiteX74" fmla="*/ 161003 w 714612"/>
                <a:gd name="connsiteY74" fmla="*/ 154987 h 707698"/>
                <a:gd name="connsiteX75" fmla="*/ 183186 w 714612"/>
                <a:gd name="connsiteY75" fmla="*/ 161418 h 707698"/>
                <a:gd name="connsiteX76" fmla="*/ 231020 w 714612"/>
                <a:gd name="connsiteY76" fmla="*/ 209410 h 707698"/>
                <a:gd name="connsiteX77" fmla="*/ 238079 w 714612"/>
                <a:gd name="connsiteY77" fmla="*/ 209581 h 707698"/>
                <a:gd name="connsiteX78" fmla="*/ 275844 w 714612"/>
                <a:gd name="connsiteY78" fmla="*/ 171865 h 707698"/>
                <a:gd name="connsiteX79" fmla="*/ 272020 w 714612"/>
                <a:gd name="connsiteY79" fmla="*/ 167805 h 707698"/>
                <a:gd name="connsiteX80" fmla="*/ 223771 w 714612"/>
                <a:gd name="connsiteY80" fmla="*/ 119533 h 707698"/>
                <a:gd name="connsiteX81" fmla="*/ 233325 w 714612"/>
                <a:gd name="connsiteY81" fmla="*/ 82789 h 707698"/>
                <a:gd name="connsiteX82" fmla="*/ 254307 w 714612"/>
                <a:gd name="connsiteY82" fmla="*/ 88143 h 707698"/>
                <a:gd name="connsiteX83" fmla="*/ 305843 w 714612"/>
                <a:gd name="connsiteY83" fmla="*/ 139879 h 707698"/>
                <a:gd name="connsiteX84" fmla="*/ 347138 w 714612"/>
                <a:gd name="connsiteY84" fmla="*/ 98544 h 707698"/>
                <a:gd name="connsiteX85" fmla="*/ 296526 w 714612"/>
                <a:gd name="connsiteY85" fmla="*/ 47941 h 707698"/>
                <a:gd name="connsiteX86" fmla="*/ 301868 w 714612"/>
                <a:gd name="connsiteY86" fmla="*/ 11591 h 707698"/>
                <a:gd name="connsiteX87" fmla="*/ 327617 w 714612"/>
                <a:gd name="connsiteY87" fmla="*/ 16187 h 707698"/>
                <a:gd name="connsiteX88" fmla="*/ 380775 w 714612"/>
                <a:gd name="connsiteY88" fmla="*/ 69351 h 707698"/>
                <a:gd name="connsiteX89" fmla="*/ 383270 w 714612"/>
                <a:gd name="connsiteY89" fmla="*/ 64353 h 707698"/>
                <a:gd name="connsiteX90" fmla="*/ 440435 w 714612"/>
                <a:gd name="connsiteY90" fmla="*/ 6943 h 707698"/>
                <a:gd name="connsiteX91" fmla="*/ 457042 w 714612"/>
                <a:gd name="connsiteY91" fmla="*/ 0 h 70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714612" h="707698">
                  <a:moveTo>
                    <a:pt x="457042" y="0"/>
                  </a:moveTo>
                  <a:cubicBezTo>
                    <a:pt x="463078" y="24"/>
                    <a:pt x="469135" y="2375"/>
                    <a:pt x="473770" y="7025"/>
                  </a:cubicBezTo>
                  <a:cubicBezTo>
                    <a:pt x="552812" y="86308"/>
                    <a:pt x="632024" y="165420"/>
                    <a:pt x="711182" y="244588"/>
                  </a:cubicBezTo>
                  <a:cubicBezTo>
                    <a:pt x="712313" y="245720"/>
                    <a:pt x="713390" y="246905"/>
                    <a:pt x="714612" y="248190"/>
                  </a:cubicBezTo>
                  <a:cubicBezTo>
                    <a:pt x="688771" y="274029"/>
                    <a:pt x="663121" y="299677"/>
                    <a:pt x="637247" y="325548"/>
                  </a:cubicBezTo>
                  <a:cubicBezTo>
                    <a:pt x="638658" y="327061"/>
                    <a:pt x="639708" y="328257"/>
                    <a:pt x="640830" y="329380"/>
                  </a:cubicBezTo>
                  <a:cubicBezTo>
                    <a:pt x="656679" y="345242"/>
                    <a:pt x="672658" y="360977"/>
                    <a:pt x="688348" y="376995"/>
                  </a:cubicBezTo>
                  <a:cubicBezTo>
                    <a:pt x="696941" y="385767"/>
                    <a:pt x="697737" y="395844"/>
                    <a:pt x="692223" y="405433"/>
                  </a:cubicBezTo>
                  <a:cubicBezTo>
                    <a:pt x="685148" y="417740"/>
                    <a:pt x="666608" y="418246"/>
                    <a:pt x="657573" y="409064"/>
                  </a:cubicBezTo>
                  <a:cubicBezTo>
                    <a:pt x="641732" y="392964"/>
                    <a:pt x="625588" y="377163"/>
                    <a:pt x="609758" y="361054"/>
                  </a:cubicBezTo>
                  <a:cubicBezTo>
                    <a:pt x="606796" y="358038"/>
                    <a:pt x="605097" y="357764"/>
                    <a:pt x="602006" y="360946"/>
                  </a:cubicBezTo>
                  <a:cubicBezTo>
                    <a:pt x="589816" y="373490"/>
                    <a:pt x="577333" y="385748"/>
                    <a:pt x="564725" y="398345"/>
                  </a:cubicBezTo>
                  <a:cubicBezTo>
                    <a:pt x="565972" y="399696"/>
                    <a:pt x="567009" y="400900"/>
                    <a:pt x="568128" y="402020"/>
                  </a:cubicBezTo>
                  <a:cubicBezTo>
                    <a:pt x="584323" y="418231"/>
                    <a:pt x="600387" y="434577"/>
                    <a:pt x="616789" y="450575"/>
                  </a:cubicBezTo>
                  <a:cubicBezTo>
                    <a:pt x="625579" y="459148"/>
                    <a:pt x="625056" y="473101"/>
                    <a:pt x="617363" y="480977"/>
                  </a:cubicBezTo>
                  <a:cubicBezTo>
                    <a:pt x="608124" y="490435"/>
                    <a:pt x="595252" y="490618"/>
                    <a:pt x="586033" y="481676"/>
                  </a:cubicBezTo>
                  <a:cubicBezTo>
                    <a:pt x="569822" y="465953"/>
                    <a:pt x="553945" y="449881"/>
                    <a:pt x="538105" y="433781"/>
                  </a:cubicBezTo>
                  <a:cubicBezTo>
                    <a:pt x="534903" y="430525"/>
                    <a:pt x="532786" y="430090"/>
                    <a:pt x="529392" y="433577"/>
                  </a:cubicBezTo>
                  <a:cubicBezTo>
                    <a:pt x="517293" y="446007"/>
                    <a:pt x="504917" y="458167"/>
                    <a:pt x="492357" y="470718"/>
                  </a:cubicBezTo>
                  <a:cubicBezTo>
                    <a:pt x="498626" y="476957"/>
                    <a:pt x="504846" y="483129"/>
                    <a:pt x="511047" y="489322"/>
                  </a:cubicBezTo>
                  <a:cubicBezTo>
                    <a:pt x="522280" y="500541"/>
                    <a:pt x="533490" y="511783"/>
                    <a:pt x="544732" y="522994"/>
                  </a:cubicBezTo>
                  <a:cubicBezTo>
                    <a:pt x="551354" y="529598"/>
                    <a:pt x="551683" y="537590"/>
                    <a:pt x="549334" y="545843"/>
                  </a:cubicBezTo>
                  <a:cubicBezTo>
                    <a:pt x="547003" y="554035"/>
                    <a:pt x="540997" y="558115"/>
                    <a:pt x="532710" y="559642"/>
                  </a:cubicBezTo>
                  <a:cubicBezTo>
                    <a:pt x="524753" y="561108"/>
                    <a:pt x="518473" y="558702"/>
                    <a:pt x="512925" y="553113"/>
                  </a:cubicBezTo>
                  <a:cubicBezTo>
                    <a:pt x="497128" y="537200"/>
                    <a:pt x="481162" y="521453"/>
                    <a:pt x="465439" y="505468"/>
                  </a:cubicBezTo>
                  <a:cubicBezTo>
                    <a:pt x="462544" y="502525"/>
                    <a:pt x="460842" y="502003"/>
                    <a:pt x="457687" y="505258"/>
                  </a:cubicBezTo>
                  <a:cubicBezTo>
                    <a:pt x="445506" y="517819"/>
                    <a:pt x="433019" y="530083"/>
                    <a:pt x="420380" y="542724"/>
                  </a:cubicBezTo>
                  <a:cubicBezTo>
                    <a:pt x="421572" y="544018"/>
                    <a:pt x="422603" y="545219"/>
                    <a:pt x="423718" y="546335"/>
                  </a:cubicBezTo>
                  <a:cubicBezTo>
                    <a:pt x="439680" y="562317"/>
                    <a:pt x="455631" y="578308"/>
                    <a:pt x="471629" y="594253"/>
                  </a:cubicBezTo>
                  <a:cubicBezTo>
                    <a:pt x="483455" y="606040"/>
                    <a:pt x="480181" y="626613"/>
                    <a:pt x="462562" y="631798"/>
                  </a:cubicBezTo>
                  <a:cubicBezTo>
                    <a:pt x="453937" y="634335"/>
                    <a:pt x="445729" y="631239"/>
                    <a:pt x="439185" y="624682"/>
                  </a:cubicBezTo>
                  <a:cubicBezTo>
                    <a:pt x="423577" y="609042"/>
                    <a:pt x="407886" y="593485"/>
                    <a:pt x="392381" y="577743"/>
                  </a:cubicBezTo>
                  <a:cubicBezTo>
                    <a:pt x="389711" y="575032"/>
                    <a:pt x="388117" y="574775"/>
                    <a:pt x="385321" y="577630"/>
                  </a:cubicBezTo>
                  <a:cubicBezTo>
                    <a:pt x="373073" y="590143"/>
                    <a:pt x="360593" y="602429"/>
                    <a:pt x="348021" y="614973"/>
                  </a:cubicBezTo>
                  <a:cubicBezTo>
                    <a:pt x="364977" y="631941"/>
                    <a:pt x="381965" y="648671"/>
                    <a:pt x="398627" y="665719"/>
                  </a:cubicBezTo>
                  <a:cubicBezTo>
                    <a:pt x="407830" y="675135"/>
                    <a:pt x="408181" y="685013"/>
                    <a:pt x="403152" y="694271"/>
                  </a:cubicBezTo>
                  <a:cubicBezTo>
                    <a:pt x="396539" y="706445"/>
                    <a:pt x="378742" y="708499"/>
                    <a:pt x="368829" y="698655"/>
                  </a:cubicBezTo>
                  <a:cubicBezTo>
                    <a:pt x="352802" y="682739"/>
                    <a:pt x="336867" y="666731"/>
                    <a:pt x="320914" y="650742"/>
                  </a:cubicBezTo>
                  <a:cubicBezTo>
                    <a:pt x="319645" y="649471"/>
                    <a:pt x="318527" y="648049"/>
                    <a:pt x="315279" y="645307"/>
                  </a:cubicBezTo>
                  <a:cubicBezTo>
                    <a:pt x="314478" y="646944"/>
                    <a:pt x="314036" y="648938"/>
                    <a:pt x="312821" y="650165"/>
                  </a:cubicBezTo>
                  <a:cubicBezTo>
                    <a:pt x="296469" y="666681"/>
                    <a:pt x="279882" y="682965"/>
                    <a:pt x="263623" y="699571"/>
                  </a:cubicBezTo>
                  <a:cubicBezTo>
                    <a:pt x="253610" y="709798"/>
                    <a:pt x="238363" y="710981"/>
                    <a:pt x="227107" y="699630"/>
                  </a:cubicBezTo>
                  <a:lnTo>
                    <a:pt x="48258" y="520268"/>
                  </a:lnTo>
                  <a:lnTo>
                    <a:pt x="78516" y="490010"/>
                  </a:lnTo>
                  <a:lnTo>
                    <a:pt x="241224" y="652734"/>
                  </a:lnTo>
                  <a:cubicBezTo>
                    <a:pt x="244616" y="656138"/>
                    <a:pt x="246413" y="655971"/>
                    <a:pt x="249681" y="652664"/>
                  </a:cubicBezTo>
                  <a:cubicBezTo>
                    <a:pt x="294157" y="607658"/>
                    <a:pt x="338665" y="562683"/>
                    <a:pt x="383368" y="517904"/>
                  </a:cubicBezTo>
                  <a:cubicBezTo>
                    <a:pt x="471698" y="429425"/>
                    <a:pt x="560154" y="341071"/>
                    <a:pt x="648568" y="252676"/>
                  </a:cubicBezTo>
                  <a:cubicBezTo>
                    <a:pt x="650183" y="251061"/>
                    <a:pt x="651927" y="249575"/>
                    <a:pt x="653953" y="247714"/>
                  </a:cubicBezTo>
                  <a:cubicBezTo>
                    <a:pt x="593142" y="186909"/>
                    <a:pt x="532633" y="126407"/>
                    <a:pt x="472110" y="65892"/>
                  </a:cubicBezTo>
                  <a:lnTo>
                    <a:pt x="472197" y="65674"/>
                  </a:lnTo>
                  <a:lnTo>
                    <a:pt x="455516" y="48993"/>
                  </a:lnTo>
                  <a:lnTo>
                    <a:pt x="438841" y="65668"/>
                  </a:lnTo>
                  <a:lnTo>
                    <a:pt x="438990" y="65977"/>
                  </a:lnTo>
                  <a:cubicBezTo>
                    <a:pt x="416057" y="89404"/>
                    <a:pt x="393625" y="112712"/>
                    <a:pt x="370771" y="135598"/>
                  </a:cubicBezTo>
                  <a:lnTo>
                    <a:pt x="76340" y="430071"/>
                  </a:lnTo>
                  <a:lnTo>
                    <a:pt x="46438" y="400169"/>
                  </a:lnTo>
                  <a:lnTo>
                    <a:pt x="58090" y="388163"/>
                  </a:lnTo>
                  <a:cubicBezTo>
                    <a:pt x="57541" y="387571"/>
                    <a:pt x="56512" y="386379"/>
                    <a:pt x="55401" y="385267"/>
                  </a:cubicBezTo>
                  <a:cubicBezTo>
                    <a:pt x="39440" y="369287"/>
                    <a:pt x="23465" y="353318"/>
                    <a:pt x="7498" y="337343"/>
                  </a:cubicBezTo>
                  <a:cubicBezTo>
                    <a:pt x="-4490" y="325351"/>
                    <a:pt x="-1826" y="307702"/>
                    <a:pt x="13504" y="300710"/>
                  </a:cubicBezTo>
                  <a:cubicBezTo>
                    <a:pt x="20617" y="297466"/>
                    <a:pt x="31243" y="297929"/>
                    <a:pt x="39937" y="306829"/>
                  </a:cubicBezTo>
                  <a:cubicBezTo>
                    <a:pt x="55262" y="322517"/>
                    <a:pt x="70984" y="337816"/>
                    <a:pt x="86347" y="353466"/>
                  </a:cubicBezTo>
                  <a:cubicBezTo>
                    <a:pt x="89321" y="356496"/>
                    <a:pt x="91021" y="356724"/>
                    <a:pt x="94100" y="353555"/>
                  </a:cubicBezTo>
                  <a:cubicBezTo>
                    <a:pt x="106188" y="341115"/>
                    <a:pt x="118570" y="328960"/>
                    <a:pt x="131014" y="316527"/>
                  </a:cubicBezTo>
                  <a:cubicBezTo>
                    <a:pt x="113740" y="299246"/>
                    <a:pt x="96689" y="281877"/>
                    <a:pt x="79262" y="264894"/>
                  </a:cubicBezTo>
                  <a:cubicBezTo>
                    <a:pt x="71217" y="257053"/>
                    <a:pt x="71188" y="240647"/>
                    <a:pt x="78718" y="232946"/>
                  </a:cubicBezTo>
                  <a:cubicBezTo>
                    <a:pt x="87024" y="224451"/>
                    <a:pt x="102411" y="224928"/>
                    <a:pt x="110357" y="232940"/>
                  </a:cubicBezTo>
                  <a:cubicBezTo>
                    <a:pt x="126377" y="249093"/>
                    <a:pt x="142511" y="265134"/>
                    <a:pt x="158582" y="281237"/>
                  </a:cubicBezTo>
                  <a:cubicBezTo>
                    <a:pt x="159729" y="282386"/>
                    <a:pt x="160745" y="283665"/>
                    <a:pt x="161463" y="284478"/>
                  </a:cubicBezTo>
                  <a:cubicBezTo>
                    <a:pt x="175407" y="270523"/>
                    <a:pt x="189013" y="256907"/>
                    <a:pt x="202922" y="242988"/>
                  </a:cubicBezTo>
                  <a:cubicBezTo>
                    <a:pt x="200258" y="240345"/>
                    <a:pt x="196820" y="236956"/>
                    <a:pt x="193406" y="233543"/>
                  </a:cubicBezTo>
                  <a:cubicBezTo>
                    <a:pt x="179168" y="219311"/>
                    <a:pt x="164969" y="205039"/>
                    <a:pt x="150687" y="190851"/>
                  </a:cubicBezTo>
                  <a:cubicBezTo>
                    <a:pt x="145274" y="185474"/>
                    <a:pt x="143687" y="178912"/>
                    <a:pt x="145203" y="171813"/>
                  </a:cubicBezTo>
                  <a:cubicBezTo>
                    <a:pt x="147035" y="163233"/>
                    <a:pt x="152396" y="157394"/>
                    <a:pt x="161003" y="154987"/>
                  </a:cubicBezTo>
                  <a:cubicBezTo>
                    <a:pt x="169671" y="152563"/>
                    <a:pt x="176929" y="155117"/>
                    <a:pt x="183186" y="161418"/>
                  </a:cubicBezTo>
                  <a:cubicBezTo>
                    <a:pt x="199102" y="177443"/>
                    <a:pt x="215163" y="193326"/>
                    <a:pt x="231020" y="209410"/>
                  </a:cubicBezTo>
                  <a:cubicBezTo>
                    <a:pt x="233658" y="212086"/>
                    <a:pt x="235250" y="212464"/>
                    <a:pt x="238079" y="209581"/>
                  </a:cubicBezTo>
                  <a:cubicBezTo>
                    <a:pt x="250447" y="196976"/>
                    <a:pt x="263049" y="184601"/>
                    <a:pt x="275844" y="171865"/>
                  </a:cubicBezTo>
                  <a:cubicBezTo>
                    <a:pt x="274414" y="170343"/>
                    <a:pt x="273253" y="169039"/>
                    <a:pt x="272020" y="167805"/>
                  </a:cubicBezTo>
                  <a:cubicBezTo>
                    <a:pt x="255939" y="151713"/>
                    <a:pt x="239804" y="135674"/>
                    <a:pt x="223771" y="119533"/>
                  </a:cubicBezTo>
                  <a:cubicBezTo>
                    <a:pt x="211668" y="107348"/>
                    <a:pt x="216762" y="87092"/>
                    <a:pt x="233325" y="82789"/>
                  </a:cubicBezTo>
                  <a:cubicBezTo>
                    <a:pt x="240850" y="80834"/>
                    <a:pt x="248257" y="81996"/>
                    <a:pt x="254307" y="88143"/>
                  </a:cubicBezTo>
                  <a:cubicBezTo>
                    <a:pt x="271525" y="105636"/>
                    <a:pt x="288939" y="122937"/>
                    <a:pt x="305843" y="139879"/>
                  </a:cubicBezTo>
                  <a:cubicBezTo>
                    <a:pt x="319692" y="126017"/>
                    <a:pt x="333381" y="112314"/>
                    <a:pt x="347138" y="98544"/>
                  </a:cubicBezTo>
                  <a:cubicBezTo>
                    <a:pt x="330783" y="82195"/>
                    <a:pt x="313638" y="65084"/>
                    <a:pt x="296526" y="47941"/>
                  </a:cubicBezTo>
                  <a:cubicBezTo>
                    <a:pt x="285281" y="36676"/>
                    <a:pt x="288293" y="18187"/>
                    <a:pt x="301868" y="11591"/>
                  </a:cubicBezTo>
                  <a:cubicBezTo>
                    <a:pt x="310133" y="7575"/>
                    <a:pt x="321006" y="9586"/>
                    <a:pt x="327617" y="16187"/>
                  </a:cubicBezTo>
                  <a:cubicBezTo>
                    <a:pt x="344754" y="33301"/>
                    <a:pt x="361868" y="50438"/>
                    <a:pt x="380775" y="69351"/>
                  </a:cubicBezTo>
                  <a:cubicBezTo>
                    <a:pt x="381629" y="67582"/>
                    <a:pt x="382056" y="65577"/>
                    <a:pt x="383270" y="64353"/>
                  </a:cubicBezTo>
                  <a:cubicBezTo>
                    <a:pt x="402288" y="45179"/>
                    <a:pt x="421562" y="26257"/>
                    <a:pt x="440435" y="6943"/>
                  </a:cubicBezTo>
                  <a:cubicBezTo>
                    <a:pt x="444990" y="2281"/>
                    <a:pt x="451006" y="-23"/>
                    <a:pt x="457042" y="0"/>
                  </a:cubicBezTo>
                  <a:close/>
                </a:path>
              </a:pathLst>
            </a:custGeom>
            <a:grpFill/>
            <a:ln w="6350" cap="flat">
              <a:noFill/>
              <a:prstDash val="solid"/>
              <a:miter/>
            </a:ln>
          </p:spPr>
          <p:txBody>
            <a:bodyPr wrap="square" rtlCol="0" anchor="ctr">
              <a:noAutofit/>
            </a:bodyPr>
            <a:lstStyle/>
            <a:p>
              <a:endParaRPr lang="en-US"/>
            </a:p>
          </p:txBody>
        </p:sp>
        <p:sp>
          <p:nvSpPr>
            <p:cNvPr id="876" name="Freeform: Shape 875">
              <a:extLst>
                <a:ext uri="{FF2B5EF4-FFF2-40B4-BE49-F238E27FC236}">
                  <a16:creationId xmlns:a16="http://schemas.microsoft.com/office/drawing/2014/main" id="{719CEEE8-AC92-975B-8CAB-017E8A776C56}"/>
                </a:ext>
                <a:ext uri="{C183D7F6-B498-43B3-948B-1728B52AA6E4}">
                  <adec:decorative xmlns:adec="http://schemas.microsoft.com/office/drawing/2017/decorative" val="1"/>
                </a:ext>
              </a:extLst>
            </p:cNvPr>
            <p:cNvSpPr/>
            <p:nvPr/>
          </p:nvSpPr>
          <p:spPr>
            <a:xfrm rot="2700000">
              <a:off x="8499897" y="1557297"/>
              <a:ext cx="193070" cy="382070"/>
            </a:xfrm>
            <a:custGeom>
              <a:avLst/>
              <a:gdLst>
                <a:gd name="connsiteX0" fmla="*/ 0 w 2896056"/>
                <a:gd name="connsiteY0" fmla="*/ 5086957 h 5731051"/>
                <a:gd name="connsiteX1" fmla="*/ 644094 w 2896056"/>
                <a:gd name="connsiteY1" fmla="*/ 5086957 h 5731051"/>
                <a:gd name="connsiteX2" fmla="*/ 644094 w 2896056"/>
                <a:gd name="connsiteY2" fmla="*/ 5731051 h 5731051"/>
                <a:gd name="connsiteX3" fmla="*/ 0 w 2896056"/>
                <a:gd name="connsiteY3" fmla="*/ 5731051 h 5731051"/>
                <a:gd name="connsiteX4" fmla="*/ 1085141 w 2896056"/>
                <a:gd name="connsiteY4" fmla="*/ 236543 h 5731051"/>
                <a:gd name="connsiteX5" fmla="*/ 1077349 w 2896056"/>
                <a:gd name="connsiteY5" fmla="*/ 290126 h 5731051"/>
                <a:gd name="connsiteX6" fmla="*/ 1083815 w 2896056"/>
                <a:gd name="connsiteY6" fmla="*/ 2225113 h 5731051"/>
                <a:gd name="connsiteX7" fmla="*/ 1083900 w 2896056"/>
                <a:gd name="connsiteY7" fmla="*/ 4489582 h 5731051"/>
                <a:gd name="connsiteX8" fmla="*/ 1079309 w 2896056"/>
                <a:gd name="connsiteY8" fmla="*/ 4549152 h 5731051"/>
                <a:gd name="connsiteX9" fmla="*/ 2571275 w 2896056"/>
                <a:gd name="connsiteY9" fmla="*/ 4549116 h 5731051"/>
                <a:gd name="connsiteX10" fmla="*/ 2668700 w 2896056"/>
                <a:gd name="connsiteY10" fmla="*/ 4553517 h 5731051"/>
                <a:gd name="connsiteX11" fmla="*/ 2660131 w 2896056"/>
                <a:gd name="connsiteY11" fmla="*/ 221258 h 5731051"/>
                <a:gd name="connsiteX12" fmla="*/ 2610309 w 2896056"/>
                <a:gd name="connsiteY12" fmla="*/ 228609 h 5731051"/>
                <a:gd name="connsiteX13" fmla="*/ 1140309 w 2896056"/>
                <a:gd name="connsiteY13" fmla="*/ 228874 h 5731051"/>
                <a:gd name="connsiteX14" fmla="*/ 1085141 w 2896056"/>
                <a:gd name="connsiteY14" fmla="*/ 236543 h 5731051"/>
                <a:gd name="connsiteX15" fmla="*/ 912793 w 2896056"/>
                <a:gd name="connsiteY15" fmla="*/ 68603 h 5731051"/>
                <a:gd name="connsiteX16" fmla="*/ 1076652 w 2896056"/>
                <a:gd name="connsiteY16" fmla="*/ 652 h 5731051"/>
                <a:gd name="connsiteX17" fmla="*/ 2874781 w 2896056"/>
                <a:gd name="connsiteY17" fmla="*/ 285 h 5731051"/>
                <a:gd name="connsiteX18" fmla="*/ 2887726 w 2896056"/>
                <a:gd name="connsiteY18" fmla="*/ 2147 h 5731051"/>
                <a:gd name="connsiteX19" fmla="*/ 2887544 w 2896056"/>
                <a:gd name="connsiteY19" fmla="*/ 474502 h 5731051"/>
                <a:gd name="connsiteX20" fmla="*/ 2887663 w 2896056"/>
                <a:gd name="connsiteY20" fmla="*/ 1600523 h 5731051"/>
                <a:gd name="connsiteX21" fmla="*/ 2896053 w 2896056"/>
                <a:gd name="connsiteY21" fmla="*/ 4543877 h 5731051"/>
                <a:gd name="connsiteX22" fmla="*/ 2670205 w 2896056"/>
                <a:gd name="connsiteY22" fmla="*/ 4777179 h 5731051"/>
                <a:gd name="connsiteX23" fmla="*/ 876818 w 2896056"/>
                <a:gd name="connsiteY23" fmla="*/ 4777479 h 5731051"/>
                <a:gd name="connsiteX24" fmla="*/ 864205 w 2896056"/>
                <a:gd name="connsiteY24" fmla="*/ 4774148 h 5731051"/>
                <a:gd name="connsiteX25" fmla="*/ 855673 w 2896056"/>
                <a:gd name="connsiteY25" fmla="*/ 4644918 h 5731051"/>
                <a:gd name="connsiteX26" fmla="*/ 854982 w 2896056"/>
                <a:gd name="connsiteY26" fmla="*/ 1609940 h 5731051"/>
                <a:gd name="connsiteX27" fmla="*/ 848628 w 2896056"/>
                <a:gd name="connsiteY27" fmla="*/ 236391 h 5731051"/>
                <a:gd name="connsiteX28" fmla="*/ 912793 w 2896056"/>
                <a:gd name="connsiteY28" fmla="*/ 68603 h 573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96056" h="5731051">
                  <a:moveTo>
                    <a:pt x="0" y="5086957"/>
                  </a:moveTo>
                  <a:lnTo>
                    <a:pt x="644094" y="5086957"/>
                  </a:lnTo>
                  <a:lnTo>
                    <a:pt x="644094" y="5731051"/>
                  </a:lnTo>
                  <a:lnTo>
                    <a:pt x="0" y="5731051"/>
                  </a:lnTo>
                  <a:close/>
                  <a:moveTo>
                    <a:pt x="1085141" y="236543"/>
                  </a:moveTo>
                  <a:cubicBezTo>
                    <a:pt x="1077245" y="244204"/>
                    <a:pt x="1077246" y="259517"/>
                    <a:pt x="1077349" y="290126"/>
                  </a:cubicBezTo>
                  <a:cubicBezTo>
                    <a:pt x="1079552" y="935122"/>
                    <a:pt x="1082844" y="1580115"/>
                    <a:pt x="1083815" y="2225113"/>
                  </a:cubicBezTo>
                  <a:cubicBezTo>
                    <a:pt x="1084953" y="2979933"/>
                    <a:pt x="1084121" y="3734759"/>
                    <a:pt x="1083900" y="4489582"/>
                  </a:cubicBezTo>
                  <a:cubicBezTo>
                    <a:pt x="1083894" y="4508561"/>
                    <a:pt x="1081043" y="4527541"/>
                    <a:pt x="1079309" y="4549152"/>
                  </a:cubicBezTo>
                  <a:cubicBezTo>
                    <a:pt x="1578714" y="4549141"/>
                    <a:pt x="2071630" y="4549130"/>
                    <a:pt x="2571275" y="4549116"/>
                  </a:cubicBezTo>
                  <a:cubicBezTo>
                    <a:pt x="2604061" y="4550598"/>
                    <a:pt x="2636848" y="4552079"/>
                    <a:pt x="2668700" y="4553517"/>
                  </a:cubicBezTo>
                  <a:cubicBezTo>
                    <a:pt x="2665837" y="3106024"/>
                    <a:pt x="2662994" y="1668793"/>
                    <a:pt x="2660131" y="221258"/>
                  </a:cubicBezTo>
                  <a:cubicBezTo>
                    <a:pt x="2641474" y="224124"/>
                    <a:pt x="2625894" y="228598"/>
                    <a:pt x="2610309" y="228609"/>
                  </a:cubicBezTo>
                  <a:cubicBezTo>
                    <a:pt x="2120309" y="228963"/>
                    <a:pt x="1630309" y="228878"/>
                    <a:pt x="1140309" y="228874"/>
                  </a:cubicBezTo>
                  <a:cubicBezTo>
                    <a:pt x="1108829" y="228873"/>
                    <a:pt x="1093037" y="228882"/>
                    <a:pt x="1085141" y="236543"/>
                  </a:cubicBezTo>
                  <a:close/>
                  <a:moveTo>
                    <a:pt x="912793" y="68603"/>
                  </a:moveTo>
                  <a:cubicBezTo>
                    <a:pt x="953328" y="26371"/>
                    <a:pt x="1010480" y="778"/>
                    <a:pt x="1076652" y="652"/>
                  </a:cubicBezTo>
                  <a:cubicBezTo>
                    <a:pt x="1676026" y="-491"/>
                    <a:pt x="2275403" y="196"/>
                    <a:pt x="2874781" y="285"/>
                  </a:cubicBezTo>
                  <a:cubicBezTo>
                    <a:pt x="2877914" y="285"/>
                    <a:pt x="2881048" y="1156"/>
                    <a:pt x="2887726" y="2147"/>
                  </a:cubicBezTo>
                  <a:cubicBezTo>
                    <a:pt x="2887664" y="158130"/>
                    <a:pt x="2887604" y="314633"/>
                    <a:pt x="2887544" y="474502"/>
                  </a:cubicBezTo>
                  <a:cubicBezTo>
                    <a:pt x="2887544" y="852084"/>
                    <a:pt x="2886938" y="1226306"/>
                    <a:pt x="2887663" y="1600523"/>
                  </a:cubicBezTo>
                  <a:cubicBezTo>
                    <a:pt x="2889560" y="2581644"/>
                    <a:pt x="2890641" y="3562774"/>
                    <a:pt x="2896053" y="4543877"/>
                  </a:cubicBezTo>
                  <a:cubicBezTo>
                    <a:pt x="2896727" y="4666041"/>
                    <a:pt x="2798399" y="4776843"/>
                    <a:pt x="2670205" y="4777179"/>
                  </a:cubicBezTo>
                  <a:cubicBezTo>
                    <a:pt x="2072413" y="4778747"/>
                    <a:pt x="1474615" y="4777700"/>
                    <a:pt x="876818" y="4777479"/>
                  </a:cubicBezTo>
                  <a:cubicBezTo>
                    <a:pt x="873827" y="4777478"/>
                    <a:pt x="870835" y="4775951"/>
                    <a:pt x="864205" y="4774148"/>
                  </a:cubicBezTo>
                  <a:cubicBezTo>
                    <a:pt x="861292" y="4731920"/>
                    <a:pt x="855693" y="4688421"/>
                    <a:pt x="855673" y="4644918"/>
                  </a:cubicBezTo>
                  <a:cubicBezTo>
                    <a:pt x="855178" y="3633258"/>
                    <a:pt x="855968" y="2621598"/>
                    <a:pt x="854982" y="1609940"/>
                  </a:cubicBezTo>
                  <a:cubicBezTo>
                    <a:pt x="854535" y="1152088"/>
                    <a:pt x="850625" y="694241"/>
                    <a:pt x="848628" y="236391"/>
                  </a:cubicBezTo>
                  <a:cubicBezTo>
                    <a:pt x="848337" y="169708"/>
                    <a:pt x="872257" y="110836"/>
                    <a:pt x="912793" y="6860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11" name="Group 110">
            <a:extLst>
              <a:ext uri="{FF2B5EF4-FFF2-40B4-BE49-F238E27FC236}">
                <a16:creationId xmlns:a16="http://schemas.microsoft.com/office/drawing/2014/main" id="{8CD7F055-9EBD-FBD7-E9C9-3121371028A5}"/>
              </a:ext>
              <a:ext uri="{C183D7F6-B498-43B3-948B-1728B52AA6E4}">
                <adec:decorative xmlns:adec="http://schemas.microsoft.com/office/drawing/2017/decorative" val="1"/>
              </a:ext>
            </a:extLst>
          </p:cNvPr>
          <p:cNvGrpSpPr>
            <a:grpSpLocks noChangeAspect="1"/>
          </p:cNvGrpSpPr>
          <p:nvPr/>
        </p:nvGrpSpPr>
        <p:grpSpPr>
          <a:xfrm>
            <a:off x="9051382" y="1517247"/>
            <a:ext cx="455442" cy="457200"/>
            <a:chOff x="9051382" y="1517247"/>
            <a:chExt cx="455442" cy="457200"/>
          </a:xfrm>
          <a:solidFill>
            <a:schemeClr val="accent2"/>
          </a:solidFill>
        </p:grpSpPr>
        <p:sp>
          <p:nvSpPr>
            <p:cNvPr id="896" name="Freeform: Shape 895">
              <a:extLst>
                <a:ext uri="{FF2B5EF4-FFF2-40B4-BE49-F238E27FC236}">
                  <a16:creationId xmlns:a16="http://schemas.microsoft.com/office/drawing/2014/main" id="{D48ACDD4-D348-227A-B4C1-307E0E3D5940}"/>
                </a:ext>
                <a:ext uri="{C183D7F6-B498-43B3-948B-1728B52AA6E4}">
                  <adec:decorative xmlns:adec="http://schemas.microsoft.com/office/drawing/2017/decorative" val="1"/>
                </a:ext>
              </a:extLst>
            </p:cNvPr>
            <p:cNvSpPr/>
            <p:nvPr/>
          </p:nvSpPr>
          <p:spPr>
            <a:xfrm>
              <a:off x="9051382" y="1601261"/>
              <a:ext cx="410377" cy="373186"/>
            </a:xfrm>
            <a:custGeom>
              <a:avLst/>
              <a:gdLst>
                <a:gd name="connsiteX0" fmla="*/ 1927398 w 6155649"/>
                <a:gd name="connsiteY0" fmla="*/ 764931 h 5597797"/>
                <a:gd name="connsiteX1" fmla="*/ 2312124 w 6155649"/>
                <a:gd name="connsiteY1" fmla="*/ 764931 h 5597797"/>
                <a:gd name="connsiteX2" fmla="*/ 2312124 w 6155649"/>
                <a:gd name="connsiteY2" fmla="*/ 957290 h 5597797"/>
                <a:gd name="connsiteX3" fmla="*/ 1927398 w 6155649"/>
                <a:gd name="connsiteY3" fmla="*/ 957290 h 5597797"/>
                <a:gd name="connsiteX4" fmla="*/ 966636 w 6155649"/>
                <a:gd name="connsiteY4" fmla="*/ 764643 h 5597797"/>
                <a:gd name="connsiteX5" fmla="*/ 1736093 w 6155649"/>
                <a:gd name="connsiteY5" fmla="*/ 764643 h 5597797"/>
                <a:gd name="connsiteX6" fmla="*/ 1736093 w 6155649"/>
                <a:gd name="connsiteY6" fmla="*/ 957005 h 5597797"/>
                <a:gd name="connsiteX7" fmla="*/ 966636 w 6155649"/>
                <a:gd name="connsiteY7" fmla="*/ 957005 h 5597797"/>
                <a:gd name="connsiteX8" fmla="*/ 966636 w 6155649"/>
                <a:gd name="connsiteY8" fmla="*/ 2111192 h 5597797"/>
                <a:gd name="connsiteX9" fmla="*/ 774270 w 6155649"/>
                <a:gd name="connsiteY9" fmla="*/ 2111192 h 5597797"/>
                <a:gd name="connsiteX10" fmla="*/ 774270 w 6155649"/>
                <a:gd name="connsiteY10" fmla="*/ 957005 h 5597797"/>
                <a:gd name="connsiteX11" fmla="*/ 966636 w 6155649"/>
                <a:gd name="connsiteY11" fmla="*/ 764643 h 5597797"/>
                <a:gd name="connsiteX12" fmla="*/ 389537 w 6155649"/>
                <a:gd name="connsiteY12" fmla="*/ 0 h 5597797"/>
                <a:gd name="connsiteX13" fmla="*/ 4627597 w 6155649"/>
                <a:gd name="connsiteY13" fmla="*/ 0 h 5597797"/>
                <a:gd name="connsiteX14" fmla="*/ 4953376 w 6155649"/>
                <a:gd name="connsiteY14" fmla="*/ 0 h 5597797"/>
                <a:gd name="connsiteX15" fmla="*/ 5413995 w 6155649"/>
                <a:gd name="connsiteY15" fmla="*/ 0 h 5597797"/>
                <a:gd name="connsiteX16" fmla="*/ 5413995 w 6155649"/>
                <a:gd name="connsiteY16" fmla="*/ 384726 h 5597797"/>
                <a:gd name="connsiteX17" fmla="*/ 4953376 w 6155649"/>
                <a:gd name="connsiteY17" fmla="*/ 384726 h 5597797"/>
                <a:gd name="connsiteX18" fmla="*/ 4953376 w 6155649"/>
                <a:gd name="connsiteY18" fmla="*/ 384728 h 5597797"/>
                <a:gd name="connsiteX19" fmla="*/ 384728 w 6155649"/>
                <a:gd name="connsiteY19" fmla="*/ 384728 h 5597797"/>
                <a:gd name="connsiteX20" fmla="*/ 384728 w 6155649"/>
                <a:gd name="connsiteY20" fmla="*/ 4236819 h 5597797"/>
                <a:gd name="connsiteX21" fmla="*/ 5770921 w 6155649"/>
                <a:gd name="connsiteY21" fmla="*/ 4236819 h 5597797"/>
                <a:gd name="connsiteX22" fmla="*/ 5770921 w 6155649"/>
                <a:gd name="connsiteY22" fmla="*/ 1360978 h 5597797"/>
                <a:gd name="connsiteX23" fmla="*/ 5770923 w 6155649"/>
                <a:gd name="connsiteY23" fmla="*/ 1360978 h 5597797"/>
                <a:gd name="connsiteX24" fmla="*/ 5770923 w 6155649"/>
                <a:gd name="connsiteY24" fmla="*/ 739547 h 5597797"/>
                <a:gd name="connsiteX25" fmla="*/ 6155649 w 6155649"/>
                <a:gd name="connsiteY25" fmla="*/ 739547 h 5597797"/>
                <a:gd name="connsiteX26" fmla="*/ 6155649 w 6155649"/>
                <a:gd name="connsiteY26" fmla="*/ 1360978 h 5597797"/>
                <a:gd name="connsiteX27" fmla="*/ 6155649 w 6155649"/>
                <a:gd name="connsiteY27" fmla="*/ 1715798 h 5597797"/>
                <a:gd name="connsiteX28" fmla="*/ 6155649 w 6155649"/>
                <a:gd name="connsiteY28" fmla="*/ 4054075 h 5597797"/>
                <a:gd name="connsiteX29" fmla="*/ 6155649 w 6155649"/>
                <a:gd name="connsiteY29" fmla="*/ 4246437 h 5597797"/>
                <a:gd name="connsiteX30" fmla="*/ 5770921 w 6155649"/>
                <a:gd name="connsiteY30" fmla="*/ 4631169 h 5597797"/>
                <a:gd name="connsiteX31" fmla="*/ 5578559 w 6155649"/>
                <a:gd name="connsiteY31" fmla="*/ 4631169 h 5597797"/>
                <a:gd name="connsiteX32" fmla="*/ 3270190 w 6155649"/>
                <a:gd name="connsiteY32" fmla="*/ 4631169 h 5597797"/>
                <a:gd name="connsiteX33" fmla="*/ 3270190 w 6155649"/>
                <a:gd name="connsiteY33" fmla="*/ 5208260 h 5597797"/>
                <a:gd name="connsiteX34" fmla="*/ 4246436 w 6155649"/>
                <a:gd name="connsiteY34" fmla="*/ 5208260 h 5597797"/>
                <a:gd name="connsiteX35" fmla="*/ 4616737 w 6155649"/>
                <a:gd name="connsiteY35" fmla="*/ 5597797 h 5597797"/>
                <a:gd name="connsiteX36" fmla="*/ 1538912 w 6155649"/>
                <a:gd name="connsiteY36" fmla="*/ 5597797 h 5597797"/>
                <a:gd name="connsiteX37" fmla="*/ 1909212 w 6155649"/>
                <a:gd name="connsiteY37" fmla="*/ 5208260 h 5597797"/>
                <a:gd name="connsiteX38" fmla="*/ 2885462 w 6155649"/>
                <a:gd name="connsiteY38" fmla="*/ 5208260 h 5597797"/>
                <a:gd name="connsiteX39" fmla="*/ 2885462 w 6155649"/>
                <a:gd name="connsiteY39" fmla="*/ 4631169 h 5597797"/>
                <a:gd name="connsiteX40" fmla="*/ 384728 w 6155649"/>
                <a:gd name="connsiteY40" fmla="*/ 4631169 h 5597797"/>
                <a:gd name="connsiteX41" fmla="*/ 0 w 6155649"/>
                <a:gd name="connsiteY41" fmla="*/ 4631169 h 5597797"/>
                <a:gd name="connsiteX42" fmla="*/ 0 w 6155649"/>
                <a:gd name="connsiteY42" fmla="*/ 4626356 h 5597797"/>
                <a:gd name="connsiteX43" fmla="*/ 0 w 6155649"/>
                <a:gd name="connsiteY43" fmla="*/ 3900183 h 5597797"/>
                <a:gd name="connsiteX44" fmla="*/ 4809 w 6155649"/>
                <a:gd name="connsiteY44" fmla="*/ 384728 h 5597797"/>
                <a:gd name="connsiteX45" fmla="*/ 389537 w 6155649"/>
                <a:gd name="connsiteY45" fmla="*/ 0 h 55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155649" h="5597797">
                  <a:moveTo>
                    <a:pt x="1927398" y="764931"/>
                  </a:moveTo>
                  <a:lnTo>
                    <a:pt x="2312124" y="764931"/>
                  </a:lnTo>
                  <a:lnTo>
                    <a:pt x="2312124" y="957290"/>
                  </a:lnTo>
                  <a:lnTo>
                    <a:pt x="1927398" y="957290"/>
                  </a:lnTo>
                  <a:close/>
                  <a:moveTo>
                    <a:pt x="966636" y="764643"/>
                  </a:moveTo>
                  <a:lnTo>
                    <a:pt x="1736093" y="764643"/>
                  </a:lnTo>
                  <a:lnTo>
                    <a:pt x="1736093" y="957005"/>
                  </a:lnTo>
                  <a:lnTo>
                    <a:pt x="966636" y="957005"/>
                  </a:lnTo>
                  <a:lnTo>
                    <a:pt x="966636" y="2111192"/>
                  </a:lnTo>
                  <a:lnTo>
                    <a:pt x="774270" y="2111192"/>
                  </a:lnTo>
                  <a:lnTo>
                    <a:pt x="774270" y="957005"/>
                  </a:lnTo>
                  <a:cubicBezTo>
                    <a:pt x="774270" y="851206"/>
                    <a:pt x="860833" y="764643"/>
                    <a:pt x="966636" y="764643"/>
                  </a:cubicBezTo>
                  <a:close/>
                  <a:moveTo>
                    <a:pt x="389537" y="0"/>
                  </a:moveTo>
                  <a:lnTo>
                    <a:pt x="4627597" y="0"/>
                  </a:lnTo>
                  <a:lnTo>
                    <a:pt x="4953376" y="0"/>
                  </a:lnTo>
                  <a:lnTo>
                    <a:pt x="5413995" y="0"/>
                  </a:lnTo>
                  <a:lnTo>
                    <a:pt x="5413995" y="384726"/>
                  </a:lnTo>
                  <a:lnTo>
                    <a:pt x="4953376" y="384726"/>
                  </a:lnTo>
                  <a:lnTo>
                    <a:pt x="4953376" y="384728"/>
                  </a:lnTo>
                  <a:lnTo>
                    <a:pt x="384728" y="384728"/>
                  </a:lnTo>
                  <a:lnTo>
                    <a:pt x="384728" y="4236819"/>
                  </a:lnTo>
                  <a:lnTo>
                    <a:pt x="5770921" y="4236819"/>
                  </a:lnTo>
                  <a:lnTo>
                    <a:pt x="5770921" y="1360978"/>
                  </a:lnTo>
                  <a:lnTo>
                    <a:pt x="5770923" y="1360978"/>
                  </a:lnTo>
                  <a:lnTo>
                    <a:pt x="5770923" y="739547"/>
                  </a:lnTo>
                  <a:lnTo>
                    <a:pt x="6155649" y="739547"/>
                  </a:lnTo>
                  <a:lnTo>
                    <a:pt x="6155649" y="1360978"/>
                  </a:lnTo>
                  <a:lnTo>
                    <a:pt x="6155649" y="1715798"/>
                  </a:lnTo>
                  <a:lnTo>
                    <a:pt x="6155649" y="4054075"/>
                  </a:lnTo>
                  <a:lnTo>
                    <a:pt x="6155649" y="4246437"/>
                  </a:lnTo>
                  <a:cubicBezTo>
                    <a:pt x="6155649" y="4458040"/>
                    <a:pt x="5982524" y="4631169"/>
                    <a:pt x="5770921" y="4631169"/>
                  </a:cubicBezTo>
                  <a:lnTo>
                    <a:pt x="5578559" y="4631169"/>
                  </a:lnTo>
                  <a:lnTo>
                    <a:pt x="3270190" y="4631169"/>
                  </a:lnTo>
                  <a:lnTo>
                    <a:pt x="3270190" y="5208260"/>
                  </a:lnTo>
                  <a:lnTo>
                    <a:pt x="4246436" y="5208260"/>
                  </a:lnTo>
                  <a:cubicBezTo>
                    <a:pt x="4448421" y="5208260"/>
                    <a:pt x="4616737" y="5391007"/>
                    <a:pt x="4616737" y="5597797"/>
                  </a:cubicBezTo>
                  <a:lnTo>
                    <a:pt x="1538912" y="5597797"/>
                  </a:lnTo>
                  <a:cubicBezTo>
                    <a:pt x="1538912" y="5395816"/>
                    <a:pt x="1702423" y="5208260"/>
                    <a:pt x="1909212" y="5208260"/>
                  </a:cubicBezTo>
                  <a:lnTo>
                    <a:pt x="2885462" y="5208260"/>
                  </a:lnTo>
                  <a:lnTo>
                    <a:pt x="2885462" y="4631169"/>
                  </a:lnTo>
                  <a:lnTo>
                    <a:pt x="384728" y="4631169"/>
                  </a:lnTo>
                  <a:lnTo>
                    <a:pt x="0" y="4631169"/>
                  </a:lnTo>
                  <a:lnTo>
                    <a:pt x="0" y="4626356"/>
                  </a:lnTo>
                  <a:lnTo>
                    <a:pt x="0" y="3900183"/>
                  </a:lnTo>
                  <a:lnTo>
                    <a:pt x="4809" y="384728"/>
                  </a:lnTo>
                  <a:cubicBezTo>
                    <a:pt x="4809" y="173129"/>
                    <a:pt x="177938" y="0"/>
                    <a:pt x="389537" y="0"/>
                  </a:cubicBezTo>
                  <a:close/>
                </a:path>
              </a:pathLst>
            </a:custGeom>
            <a:grpFill/>
            <a:ln w="12535" cap="flat">
              <a:noFill/>
              <a:prstDash val="solid"/>
              <a:miter/>
            </a:ln>
          </p:spPr>
          <p:txBody>
            <a:bodyPr wrap="square" rtlCol="0" anchor="ctr">
              <a:noAutofit/>
            </a:bodyPr>
            <a:lstStyle/>
            <a:p>
              <a:endParaRPr lang="en-US" dirty="0"/>
            </a:p>
          </p:txBody>
        </p:sp>
        <p:sp>
          <p:nvSpPr>
            <p:cNvPr id="897" name="Freeform: Shape 896">
              <a:extLst>
                <a:ext uri="{FF2B5EF4-FFF2-40B4-BE49-F238E27FC236}">
                  <a16:creationId xmlns:a16="http://schemas.microsoft.com/office/drawing/2014/main" id="{2048F76F-F64F-00E3-E2A6-A2605EDC034D}"/>
                </a:ext>
                <a:ext uri="{C183D7F6-B498-43B3-948B-1728B52AA6E4}">
                  <adec:decorative xmlns:adec="http://schemas.microsoft.com/office/drawing/2017/decorative" val="1"/>
                </a:ext>
              </a:extLst>
            </p:cNvPr>
            <p:cNvSpPr/>
            <p:nvPr/>
          </p:nvSpPr>
          <p:spPr>
            <a:xfrm>
              <a:off x="9390907" y="1517247"/>
              <a:ext cx="115917" cy="116075"/>
            </a:xfrm>
            <a:custGeom>
              <a:avLst/>
              <a:gdLst>
                <a:gd name="connsiteX0" fmla="*/ 586677 w 1738756"/>
                <a:gd name="connsiteY0" fmla="*/ 1164024 h 1741121"/>
                <a:gd name="connsiteX1" fmla="*/ 1163770 w 1738756"/>
                <a:gd name="connsiteY1" fmla="*/ 1164024 h 1741121"/>
                <a:gd name="connsiteX2" fmla="*/ 1163770 w 1738756"/>
                <a:gd name="connsiteY2" fmla="*/ 1741121 h 1741121"/>
                <a:gd name="connsiteX3" fmla="*/ 586677 w 1738756"/>
                <a:gd name="connsiteY3" fmla="*/ 1741121 h 1741121"/>
                <a:gd name="connsiteX4" fmla="*/ 1159171 w 1738756"/>
                <a:gd name="connsiteY4" fmla="*/ 579585 h 1741121"/>
                <a:gd name="connsiteX5" fmla="*/ 1738756 w 1738756"/>
                <a:gd name="connsiteY5" fmla="*/ 579585 h 1741121"/>
                <a:gd name="connsiteX6" fmla="*/ 1738756 w 1738756"/>
                <a:gd name="connsiteY6" fmla="*/ 1159170 h 1741121"/>
                <a:gd name="connsiteX7" fmla="*/ 1159171 w 1738756"/>
                <a:gd name="connsiteY7" fmla="*/ 1159170 h 1741121"/>
                <a:gd name="connsiteX8" fmla="*/ 0 w 1738756"/>
                <a:gd name="connsiteY8" fmla="*/ 0 h 1741121"/>
                <a:gd name="connsiteX9" fmla="*/ 579585 w 1738756"/>
                <a:gd name="connsiteY9" fmla="*/ 0 h 1741121"/>
                <a:gd name="connsiteX10" fmla="*/ 579585 w 1738756"/>
                <a:gd name="connsiteY10" fmla="*/ 579585 h 1741121"/>
                <a:gd name="connsiteX11" fmla="*/ 0 w 1738756"/>
                <a:gd name="connsiteY11" fmla="*/ 579585 h 174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8756" h="1741121">
                  <a:moveTo>
                    <a:pt x="586677" y="1164024"/>
                  </a:moveTo>
                  <a:lnTo>
                    <a:pt x="1163770" y="1164024"/>
                  </a:lnTo>
                  <a:lnTo>
                    <a:pt x="1163770" y="1741121"/>
                  </a:lnTo>
                  <a:lnTo>
                    <a:pt x="586677" y="1741121"/>
                  </a:lnTo>
                  <a:close/>
                  <a:moveTo>
                    <a:pt x="1159171" y="579585"/>
                  </a:moveTo>
                  <a:lnTo>
                    <a:pt x="1738756" y="579585"/>
                  </a:lnTo>
                  <a:lnTo>
                    <a:pt x="1738756" y="1159170"/>
                  </a:lnTo>
                  <a:lnTo>
                    <a:pt x="1159171" y="1159170"/>
                  </a:lnTo>
                  <a:close/>
                  <a:moveTo>
                    <a:pt x="0" y="0"/>
                  </a:moveTo>
                  <a:lnTo>
                    <a:pt x="579585" y="0"/>
                  </a:lnTo>
                  <a:lnTo>
                    <a:pt x="579585" y="579585"/>
                  </a:lnTo>
                  <a:lnTo>
                    <a:pt x="0" y="579585"/>
                  </a:lnTo>
                  <a:close/>
                </a:path>
              </a:pathLst>
            </a:custGeom>
            <a:solidFill>
              <a:schemeClr val="bg1"/>
            </a:solidFill>
            <a:ln w="12535" cap="flat">
              <a:noFill/>
              <a:prstDash val="solid"/>
              <a:miter/>
            </a:ln>
          </p:spPr>
          <p:txBody>
            <a:bodyPr wrap="square" rtlCol="0" anchor="ctr">
              <a:noAutofit/>
            </a:bodyPr>
            <a:lstStyle/>
            <a:p>
              <a:endParaRPr lang="en-US" dirty="0"/>
            </a:p>
          </p:txBody>
        </p:sp>
      </p:grpSp>
      <p:grpSp>
        <p:nvGrpSpPr>
          <p:cNvPr id="110" name="Group 109">
            <a:extLst>
              <a:ext uri="{FF2B5EF4-FFF2-40B4-BE49-F238E27FC236}">
                <a16:creationId xmlns:a16="http://schemas.microsoft.com/office/drawing/2014/main" id="{77CB1307-E416-D596-6118-5038EA927C4A}"/>
              </a:ext>
              <a:ext uri="{C183D7F6-B498-43B3-948B-1728B52AA6E4}">
                <adec:decorative xmlns:adec="http://schemas.microsoft.com/office/drawing/2017/decorative" val="1"/>
              </a:ext>
            </a:extLst>
          </p:cNvPr>
          <p:cNvGrpSpPr>
            <a:grpSpLocks noChangeAspect="1"/>
          </p:cNvGrpSpPr>
          <p:nvPr/>
        </p:nvGrpSpPr>
        <p:grpSpPr>
          <a:xfrm>
            <a:off x="9684441" y="1517247"/>
            <a:ext cx="492076" cy="457200"/>
            <a:chOff x="9684441" y="1517247"/>
            <a:chExt cx="492076" cy="457200"/>
          </a:xfrm>
          <a:solidFill>
            <a:schemeClr val="accent2"/>
          </a:solidFill>
        </p:grpSpPr>
        <p:sp>
          <p:nvSpPr>
            <p:cNvPr id="915" name="Freeform: Shape 914">
              <a:extLst>
                <a:ext uri="{FF2B5EF4-FFF2-40B4-BE49-F238E27FC236}">
                  <a16:creationId xmlns:a16="http://schemas.microsoft.com/office/drawing/2014/main" id="{0442ACAC-A56D-4CD7-5C19-266F06B5D098}"/>
                </a:ext>
                <a:ext uri="{C183D7F6-B498-43B3-948B-1728B52AA6E4}">
                  <adec:decorative xmlns:adec="http://schemas.microsoft.com/office/drawing/2017/decorative" val="1"/>
                </a:ext>
              </a:extLst>
            </p:cNvPr>
            <p:cNvSpPr/>
            <p:nvPr/>
          </p:nvSpPr>
          <p:spPr>
            <a:xfrm>
              <a:off x="9684441" y="1633306"/>
              <a:ext cx="375138" cy="341141"/>
            </a:xfrm>
            <a:custGeom>
              <a:avLst/>
              <a:gdLst>
                <a:gd name="connsiteX0" fmla="*/ 1761894 w 5627069"/>
                <a:gd name="connsiteY0" fmla="*/ 699250 h 5117123"/>
                <a:gd name="connsiteX1" fmla="*/ 2113584 w 5627069"/>
                <a:gd name="connsiteY1" fmla="*/ 699250 h 5117123"/>
                <a:gd name="connsiteX2" fmla="*/ 2113584 w 5627069"/>
                <a:gd name="connsiteY2" fmla="*/ 875095 h 5117123"/>
                <a:gd name="connsiteX3" fmla="*/ 1761894 w 5627069"/>
                <a:gd name="connsiteY3" fmla="*/ 875095 h 5117123"/>
                <a:gd name="connsiteX4" fmla="*/ 883630 w 5627069"/>
                <a:gd name="connsiteY4" fmla="*/ 698986 h 5117123"/>
                <a:gd name="connsiteX5" fmla="*/ 1587013 w 5627069"/>
                <a:gd name="connsiteY5" fmla="*/ 698986 h 5117123"/>
                <a:gd name="connsiteX6" fmla="*/ 1587013 w 5627069"/>
                <a:gd name="connsiteY6" fmla="*/ 874831 h 5117123"/>
                <a:gd name="connsiteX7" fmla="*/ 883630 w 5627069"/>
                <a:gd name="connsiteY7" fmla="*/ 874831 h 5117123"/>
                <a:gd name="connsiteX8" fmla="*/ 883630 w 5627069"/>
                <a:gd name="connsiteY8" fmla="*/ 1929914 h 5117123"/>
                <a:gd name="connsiteX9" fmla="*/ 707783 w 5627069"/>
                <a:gd name="connsiteY9" fmla="*/ 1929914 h 5117123"/>
                <a:gd name="connsiteX10" fmla="*/ 707783 w 5627069"/>
                <a:gd name="connsiteY10" fmla="*/ 874831 h 5117123"/>
                <a:gd name="connsiteX11" fmla="*/ 883630 w 5627069"/>
                <a:gd name="connsiteY11" fmla="*/ 698986 h 5117123"/>
                <a:gd name="connsiteX12" fmla="*/ 356088 w 5627069"/>
                <a:gd name="connsiteY12" fmla="*/ 0 h 5117123"/>
                <a:gd name="connsiteX13" fmla="*/ 4243529 w 5627069"/>
                <a:gd name="connsiteY13" fmla="*/ 0 h 5117123"/>
                <a:gd name="connsiteX14" fmla="*/ 4528035 w 5627069"/>
                <a:gd name="connsiteY14" fmla="*/ 0 h 5117123"/>
                <a:gd name="connsiteX15" fmla="*/ 4962399 w 5627069"/>
                <a:gd name="connsiteY15" fmla="*/ 0 h 5117123"/>
                <a:gd name="connsiteX16" fmla="*/ 4962399 w 5627069"/>
                <a:gd name="connsiteY16" fmla="*/ 351690 h 5117123"/>
                <a:gd name="connsiteX17" fmla="*/ 4528035 w 5627069"/>
                <a:gd name="connsiteY17" fmla="*/ 351690 h 5117123"/>
                <a:gd name="connsiteX18" fmla="*/ 4528035 w 5627069"/>
                <a:gd name="connsiteY18" fmla="*/ 351692 h 5117123"/>
                <a:gd name="connsiteX19" fmla="*/ 351692 w 5627069"/>
                <a:gd name="connsiteY19" fmla="*/ 351692 h 5117123"/>
                <a:gd name="connsiteX20" fmla="*/ 351692 w 5627069"/>
                <a:gd name="connsiteY20" fmla="*/ 3873010 h 5117123"/>
                <a:gd name="connsiteX21" fmla="*/ 5275377 w 5627069"/>
                <a:gd name="connsiteY21" fmla="*/ 3873010 h 5117123"/>
                <a:gd name="connsiteX22" fmla="*/ 5275377 w 5627069"/>
                <a:gd name="connsiteY22" fmla="*/ 1244113 h 5117123"/>
                <a:gd name="connsiteX23" fmla="*/ 5275379 w 5627069"/>
                <a:gd name="connsiteY23" fmla="*/ 1244113 h 5117123"/>
                <a:gd name="connsiteX24" fmla="*/ 5275379 w 5627069"/>
                <a:gd name="connsiteY24" fmla="*/ 674300 h 5117123"/>
                <a:gd name="connsiteX25" fmla="*/ 5627069 w 5627069"/>
                <a:gd name="connsiteY25" fmla="*/ 674300 h 5117123"/>
                <a:gd name="connsiteX26" fmla="*/ 5627069 w 5627069"/>
                <a:gd name="connsiteY26" fmla="*/ 1244113 h 5117123"/>
                <a:gd name="connsiteX27" fmla="*/ 5627069 w 5627069"/>
                <a:gd name="connsiteY27" fmla="*/ 1566721 h 5117123"/>
                <a:gd name="connsiteX28" fmla="*/ 5627069 w 5627069"/>
                <a:gd name="connsiteY28" fmla="*/ 3705958 h 5117123"/>
                <a:gd name="connsiteX29" fmla="*/ 5627069 w 5627069"/>
                <a:gd name="connsiteY29" fmla="*/ 3881802 h 5117123"/>
                <a:gd name="connsiteX30" fmla="*/ 5275377 w 5627069"/>
                <a:gd name="connsiteY30" fmla="*/ 4233498 h 5117123"/>
                <a:gd name="connsiteX31" fmla="*/ 5099533 w 5627069"/>
                <a:gd name="connsiteY31" fmla="*/ 4233498 h 5117123"/>
                <a:gd name="connsiteX32" fmla="*/ 2989382 w 5627069"/>
                <a:gd name="connsiteY32" fmla="*/ 4233498 h 5117123"/>
                <a:gd name="connsiteX33" fmla="*/ 2989382 w 5627069"/>
                <a:gd name="connsiteY33" fmla="*/ 4761034 h 5117123"/>
                <a:gd name="connsiteX34" fmla="*/ 3881799 w 5627069"/>
                <a:gd name="connsiteY34" fmla="*/ 4761034 h 5117123"/>
                <a:gd name="connsiteX35" fmla="*/ 4220302 w 5627069"/>
                <a:gd name="connsiteY35" fmla="*/ 5117123 h 5117123"/>
                <a:gd name="connsiteX36" fmla="*/ 1406767 w 5627069"/>
                <a:gd name="connsiteY36" fmla="*/ 5117123 h 5117123"/>
                <a:gd name="connsiteX37" fmla="*/ 1745270 w 5627069"/>
                <a:gd name="connsiteY37" fmla="*/ 4761034 h 5117123"/>
                <a:gd name="connsiteX38" fmla="*/ 2637690 w 5627069"/>
                <a:gd name="connsiteY38" fmla="*/ 4761034 h 5117123"/>
                <a:gd name="connsiteX39" fmla="*/ 2637690 w 5627069"/>
                <a:gd name="connsiteY39" fmla="*/ 4233498 h 5117123"/>
                <a:gd name="connsiteX40" fmla="*/ 351692 w 5627069"/>
                <a:gd name="connsiteY40" fmla="*/ 4233498 h 5117123"/>
                <a:gd name="connsiteX41" fmla="*/ 0 w 5627069"/>
                <a:gd name="connsiteY41" fmla="*/ 4233498 h 5117123"/>
                <a:gd name="connsiteX42" fmla="*/ 0 w 5627069"/>
                <a:gd name="connsiteY42" fmla="*/ 4229098 h 5117123"/>
                <a:gd name="connsiteX43" fmla="*/ 0 w 5627069"/>
                <a:gd name="connsiteY43" fmla="*/ 3565280 h 5117123"/>
                <a:gd name="connsiteX44" fmla="*/ 4396 w 5627069"/>
                <a:gd name="connsiteY44" fmla="*/ 351692 h 5117123"/>
                <a:gd name="connsiteX45" fmla="*/ 356088 w 5627069"/>
                <a:gd name="connsiteY45" fmla="*/ 0 h 511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627069" h="5117123">
                  <a:moveTo>
                    <a:pt x="1761894" y="699250"/>
                  </a:moveTo>
                  <a:lnTo>
                    <a:pt x="2113584" y="699250"/>
                  </a:lnTo>
                  <a:lnTo>
                    <a:pt x="2113584" y="875095"/>
                  </a:lnTo>
                  <a:lnTo>
                    <a:pt x="1761894" y="875095"/>
                  </a:lnTo>
                  <a:close/>
                  <a:moveTo>
                    <a:pt x="883630" y="698986"/>
                  </a:moveTo>
                  <a:lnTo>
                    <a:pt x="1587013" y="698986"/>
                  </a:lnTo>
                  <a:lnTo>
                    <a:pt x="1587013" y="874831"/>
                  </a:lnTo>
                  <a:lnTo>
                    <a:pt x="883630" y="874831"/>
                  </a:lnTo>
                  <a:lnTo>
                    <a:pt x="883630" y="1929914"/>
                  </a:lnTo>
                  <a:lnTo>
                    <a:pt x="707783" y="1929914"/>
                  </a:lnTo>
                  <a:lnTo>
                    <a:pt x="707783" y="874831"/>
                  </a:lnTo>
                  <a:cubicBezTo>
                    <a:pt x="707783" y="778116"/>
                    <a:pt x="786912" y="698986"/>
                    <a:pt x="883630" y="698986"/>
                  </a:cubicBezTo>
                  <a:close/>
                  <a:moveTo>
                    <a:pt x="356088" y="0"/>
                  </a:moveTo>
                  <a:lnTo>
                    <a:pt x="4243529" y="0"/>
                  </a:lnTo>
                  <a:lnTo>
                    <a:pt x="4528035" y="0"/>
                  </a:lnTo>
                  <a:lnTo>
                    <a:pt x="4962399" y="0"/>
                  </a:lnTo>
                  <a:lnTo>
                    <a:pt x="4962399" y="351690"/>
                  </a:lnTo>
                  <a:lnTo>
                    <a:pt x="4528035" y="351690"/>
                  </a:lnTo>
                  <a:lnTo>
                    <a:pt x="4528035" y="351692"/>
                  </a:lnTo>
                  <a:lnTo>
                    <a:pt x="351692" y="351692"/>
                  </a:lnTo>
                  <a:lnTo>
                    <a:pt x="351692" y="3873010"/>
                  </a:lnTo>
                  <a:lnTo>
                    <a:pt x="5275377" y="3873010"/>
                  </a:lnTo>
                  <a:lnTo>
                    <a:pt x="5275377" y="1244113"/>
                  </a:lnTo>
                  <a:lnTo>
                    <a:pt x="5275379" y="1244113"/>
                  </a:lnTo>
                  <a:lnTo>
                    <a:pt x="5275379" y="674300"/>
                  </a:lnTo>
                  <a:lnTo>
                    <a:pt x="5627069" y="674300"/>
                  </a:lnTo>
                  <a:lnTo>
                    <a:pt x="5627069" y="1244113"/>
                  </a:lnTo>
                  <a:lnTo>
                    <a:pt x="5627069" y="1566721"/>
                  </a:lnTo>
                  <a:lnTo>
                    <a:pt x="5627069" y="3705958"/>
                  </a:lnTo>
                  <a:lnTo>
                    <a:pt x="5627069" y="3881802"/>
                  </a:lnTo>
                  <a:cubicBezTo>
                    <a:pt x="5627069" y="4075235"/>
                    <a:pt x="5468810" y="4233498"/>
                    <a:pt x="5275377" y="4233498"/>
                  </a:cubicBezTo>
                  <a:lnTo>
                    <a:pt x="5099533" y="4233498"/>
                  </a:lnTo>
                  <a:lnTo>
                    <a:pt x="2989382" y="4233498"/>
                  </a:lnTo>
                  <a:lnTo>
                    <a:pt x="2989382" y="4761034"/>
                  </a:lnTo>
                  <a:lnTo>
                    <a:pt x="3881799" y="4761034"/>
                  </a:lnTo>
                  <a:cubicBezTo>
                    <a:pt x="4066439" y="4761034"/>
                    <a:pt x="4220302" y="4928090"/>
                    <a:pt x="4220302" y="5117123"/>
                  </a:cubicBezTo>
                  <a:lnTo>
                    <a:pt x="1406767" y="5117123"/>
                  </a:lnTo>
                  <a:cubicBezTo>
                    <a:pt x="1406767" y="4932486"/>
                    <a:pt x="1556237" y="4761034"/>
                    <a:pt x="1745270" y="4761034"/>
                  </a:cubicBezTo>
                  <a:lnTo>
                    <a:pt x="2637690" y="4761034"/>
                  </a:lnTo>
                  <a:lnTo>
                    <a:pt x="2637690" y="4233498"/>
                  </a:lnTo>
                  <a:lnTo>
                    <a:pt x="351692" y="4233498"/>
                  </a:lnTo>
                  <a:lnTo>
                    <a:pt x="0" y="4233498"/>
                  </a:lnTo>
                  <a:lnTo>
                    <a:pt x="0" y="4229098"/>
                  </a:lnTo>
                  <a:lnTo>
                    <a:pt x="0" y="3565280"/>
                  </a:lnTo>
                  <a:lnTo>
                    <a:pt x="4396" y="351692"/>
                  </a:lnTo>
                  <a:cubicBezTo>
                    <a:pt x="4396" y="158263"/>
                    <a:pt x="162659" y="0"/>
                    <a:pt x="356088" y="0"/>
                  </a:cubicBezTo>
                  <a:close/>
                </a:path>
              </a:pathLst>
            </a:custGeom>
            <a:grpFill/>
            <a:ln w="12535" cap="flat">
              <a:noFill/>
              <a:prstDash val="solid"/>
              <a:miter/>
            </a:ln>
          </p:spPr>
          <p:txBody>
            <a:bodyPr wrap="square" rtlCol="0" anchor="ctr">
              <a:noAutofit/>
            </a:bodyPr>
            <a:lstStyle/>
            <a:p>
              <a:endParaRPr lang="en-US" dirty="0"/>
            </a:p>
          </p:txBody>
        </p:sp>
        <p:sp>
          <p:nvSpPr>
            <p:cNvPr id="916" name="Freeform: Shape 915">
              <a:extLst>
                <a:ext uri="{FF2B5EF4-FFF2-40B4-BE49-F238E27FC236}">
                  <a16:creationId xmlns:a16="http://schemas.microsoft.com/office/drawing/2014/main" id="{6E80DDD0-6888-630E-8CB6-FA7B170FAE72}"/>
                </a:ext>
                <a:ext uri="{C183D7F6-B498-43B3-948B-1728B52AA6E4}">
                  <adec:decorative xmlns:adec="http://schemas.microsoft.com/office/drawing/2017/decorative" val="1"/>
                </a:ext>
              </a:extLst>
            </p:cNvPr>
            <p:cNvSpPr/>
            <p:nvPr/>
          </p:nvSpPr>
          <p:spPr>
            <a:xfrm>
              <a:off x="10030564" y="1517247"/>
              <a:ext cx="145953" cy="145366"/>
            </a:xfrm>
            <a:custGeom>
              <a:avLst/>
              <a:gdLst>
                <a:gd name="connsiteX0" fmla="*/ 0 w 2189287"/>
                <a:gd name="connsiteY0" fmla="*/ 1652959 h 2180498"/>
                <a:gd name="connsiteX1" fmla="*/ 527535 w 2189287"/>
                <a:gd name="connsiteY1" fmla="*/ 1652959 h 2180498"/>
                <a:gd name="connsiteX2" fmla="*/ 527535 w 2189287"/>
                <a:gd name="connsiteY2" fmla="*/ 2180498 h 2180498"/>
                <a:gd name="connsiteX3" fmla="*/ 0 w 2189287"/>
                <a:gd name="connsiteY3" fmla="*/ 2180498 h 2180498"/>
                <a:gd name="connsiteX4" fmla="*/ 254980 w 2189287"/>
                <a:gd name="connsiteY4" fmla="*/ 1033100 h 2180498"/>
                <a:gd name="connsiteX5" fmla="*/ 1151797 w 2189287"/>
                <a:gd name="connsiteY5" fmla="*/ 1921126 h 2180498"/>
                <a:gd name="connsiteX6" fmla="*/ 795705 w 2189287"/>
                <a:gd name="connsiteY6" fmla="*/ 1921126 h 2180498"/>
                <a:gd name="connsiteX7" fmla="*/ 254980 w 2189287"/>
                <a:gd name="connsiteY7" fmla="*/ 1389189 h 2180498"/>
                <a:gd name="connsiteX8" fmla="*/ 250584 w 2189287"/>
                <a:gd name="connsiteY8" fmla="*/ 514352 h 2180498"/>
                <a:gd name="connsiteX9" fmla="*/ 593483 w 2189287"/>
                <a:gd name="connsiteY9" fmla="*/ 580293 h 2180498"/>
                <a:gd name="connsiteX10" fmla="*/ 1661747 w 2189287"/>
                <a:gd name="connsiteY10" fmla="*/ 1921122 h 2180498"/>
                <a:gd name="connsiteX11" fmla="*/ 1314452 w 2189287"/>
                <a:gd name="connsiteY11" fmla="*/ 1921122 h 2180498"/>
                <a:gd name="connsiteX12" fmla="*/ 487976 w 2189287"/>
                <a:gd name="connsiteY12" fmla="*/ 910007 h 2180498"/>
                <a:gd name="connsiteX13" fmla="*/ 250584 w 2189287"/>
                <a:gd name="connsiteY13" fmla="*/ 861648 h 2180498"/>
                <a:gd name="connsiteX14" fmla="*/ 259377 w 2189287"/>
                <a:gd name="connsiteY14" fmla="*/ 0 h 2180498"/>
                <a:gd name="connsiteX15" fmla="*/ 263773 w 2189287"/>
                <a:gd name="connsiteY15" fmla="*/ 0 h 2180498"/>
                <a:gd name="connsiteX16" fmla="*/ 2189287 w 2189287"/>
                <a:gd name="connsiteY16" fmla="*/ 1912330 h 2180498"/>
                <a:gd name="connsiteX17" fmla="*/ 2189287 w 2189287"/>
                <a:gd name="connsiteY17" fmla="*/ 1925519 h 2180498"/>
                <a:gd name="connsiteX18" fmla="*/ 1841991 w 2189287"/>
                <a:gd name="connsiteY18" fmla="*/ 1925519 h 2180498"/>
                <a:gd name="connsiteX19" fmla="*/ 254980 w 2189287"/>
                <a:gd name="connsiteY19" fmla="*/ 347296 h 2180498"/>
                <a:gd name="connsiteX20" fmla="*/ 259377 w 2189287"/>
                <a:gd name="connsiteY20" fmla="*/ 347296 h 218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9287" h="2180498">
                  <a:moveTo>
                    <a:pt x="0" y="1652959"/>
                  </a:moveTo>
                  <a:lnTo>
                    <a:pt x="527535" y="1652959"/>
                  </a:lnTo>
                  <a:lnTo>
                    <a:pt x="527535" y="2180498"/>
                  </a:lnTo>
                  <a:lnTo>
                    <a:pt x="0" y="2180498"/>
                  </a:lnTo>
                  <a:close/>
                  <a:moveTo>
                    <a:pt x="254980" y="1033100"/>
                  </a:moveTo>
                  <a:cubicBezTo>
                    <a:pt x="720972" y="1085856"/>
                    <a:pt x="1094645" y="1455130"/>
                    <a:pt x="1151797" y="1921126"/>
                  </a:cubicBezTo>
                  <a:lnTo>
                    <a:pt x="795705" y="1921126"/>
                  </a:lnTo>
                  <a:cubicBezTo>
                    <a:pt x="742953" y="1652959"/>
                    <a:pt x="527543" y="1437548"/>
                    <a:pt x="254980" y="1389189"/>
                  </a:cubicBezTo>
                  <a:close/>
                  <a:moveTo>
                    <a:pt x="250584" y="514352"/>
                  </a:moveTo>
                  <a:cubicBezTo>
                    <a:pt x="369280" y="523145"/>
                    <a:pt x="483580" y="545126"/>
                    <a:pt x="593483" y="580293"/>
                  </a:cubicBezTo>
                  <a:cubicBezTo>
                    <a:pt x="1200152" y="769330"/>
                    <a:pt x="1617785" y="1301263"/>
                    <a:pt x="1661747" y="1921122"/>
                  </a:cubicBezTo>
                  <a:lnTo>
                    <a:pt x="1314452" y="1921122"/>
                  </a:lnTo>
                  <a:cubicBezTo>
                    <a:pt x="1266093" y="1450733"/>
                    <a:pt x="949571" y="1055078"/>
                    <a:pt x="487976" y="910007"/>
                  </a:cubicBezTo>
                  <a:cubicBezTo>
                    <a:pt x="413243" y="883630"/>
                    <a:pt x="329714" y="870441"/>
                    <a:pt x="250584" y="861648"/>
                  </a:cubicBezTo>
                  <a:close/>
                  <a:moveTo>
                    <a:pt x="259377" y="0"/>
                  </a:moveTo>
                  <a:cubicBezTo>
                    <a:pt x="259377" y="0"/>
                    <a:pt x="263773" y="0"/>
                    <a:pt x="263773" y="0"/>
                  </a:cubicBezTo>
                  <a:cubicBezTo>
                    <a:pt x="1296867" y="61545"/>
                    <a:pt x="2123342" y="883630"/>
                    <a:pt x="2189287" y="1912330"/>
                  </a:cubicBezTo>
                  <a:cubicBezTo>
                    <a:pt x="2189287" y="1916726"/>
                    <a:pt x="2189287" y="1921122"/>
                    <a:pt x="2189287" y="1925519"/>
                  </a:cubicBezTo>
                  <a:lnTo>
                    <a:pt x="1841991" y="1925519"/>
                  </a:lnTo>
                  <a:cubicBezTo>
                    <a:pt x="1780443" y="1077059"/>
                    <a:pt x="1099041" y="404448"/>
                    <a:pt x="254980" y="347296"/>
                  </a:cubicBezTo>
                  <a:lnTo>
                    <a:pt x="259377" y="347296"/>
                  </a:lnTo>
                  <a:close/>
                </a:path>
              </a:pathLst>
            </a:custGeom>
            <a:solidFill>
              <a:schemeClr val="bg1"/>
            </a:solidFill>
            <a:ln w="12535" cap="flat">
              <a:noFill/>
              <a:prstDash val="solid"/>
              <a:miter/>
            </a:ln>
          </p:spPr>
          <p:txBody>
            <a:bodyPr wrap="square" rtlCol="0" anchor="ctr">
              <a:noAutofit/>
            </a:bodyPr>
            <a:lstStyle/>
            <a:p>
              <a:endParaRPr lang="en-US" dirty="0"/>
            </a:p>
          </p:txBody>
        </p:sp>
      </p:grpSp>
      <p:grpSp>
        <p:nvGrpSpPr>
          <p:cNvPr id="109" name="Group 108">
            <a:extLst>
              <a:ext uri="{FF2B5EF4-FFF2-40B4-BE49-F238E27FC236}">
                <a16:creationId xmlns:a16="http://schemas.microsoft.com/office/drawing/2014/main" id="{5225B868-08F8-FEB2-E1EA-CCDD25C9EF7B}"/>
              </a:ext>
              <a:ext uri="{C183D7F6-B498-43B3-948B-1728B52AA6E4}">
                <adec:decorative xmlns:adec="http://schemas.microsoft.com/office/drawing/2017/decorative" val="1"/>
              </a:ext>
            </a:extLst>
          </p:cNvPr>
          <p:cNvGrpSpPr>
            <a:grpSpLocks noChangeAspect="1"/>
          </p:cNvGrpSpPr>
          <p:nvPr/>
        </p:nvGrpSpPr>
        <p:grpSpPr>
          <a:xfrm>
            <a:off x="10354134" y="1517247"/>
            <a:ext cx="508102" cy="457200"/>
            <a:chOff x="10354134" y="1517247"/>
            <a:chExt cx="508102" cy="457200"/>
          </a:xfrm>
          <a:solidFill>
            <a:schemeClr val="accent2"/>
          </a:solidFill>
        </p:grpSpPr>
        <p:sp>
          <p:nvSpPr>
            <p:cNvPr id="931" name="Freeform: Shape 930">
              <a:extLst>
                <a:ext uri="{FF2B5EF4-FFF2-40B4-BE49-F238E27FC236}">
                  <a16:creationId xmlns:a16="http://schemas.microsoft.com/office/drawing/2014/main" id="{E35CD453-BFF3-F345-C331-7046BAF487AC}"/>
                </a:ext>
                <a:ext uri="{C183D7F6-B498-43B3-948B-1728B52AA6E4}">
                  <adec:decorative xmlns:adec="http://schemas.microsoft.com/office/drawing/2017/decorative" val="1"/>
                </a:ext>
              </a:extLst>
            </p:cNvPr>
            <p:cNvSpPr/>
            <p:nvPr/>
          </p:nvSpPr>
          <p:spPr>
            <a:xfrm>
              <a:off x="10361424" y="1559428"/>
              <a:ext cx="457558" cy="415019"/>
            </a:xfrm>
            <a:custGeom>
              <a:avLst/>
              <a:gdLst>
                <a:gd name="connsiteX0" fmla="*/ 6434406 w 6863367"/>
                <a:gd name="connsiteY0" fmla="*/ 1286882 h 6225284"/>
                <a:gd name="connsiteX1" fmla="*/ 6863367 w 6863367"/>
                <a:gd name="connsiteY1" fmla="*/ 1286882 h 6225284"/>
                <a:gd name="connsiteX2" fmla="*/ 6863367 w 6863367"/>
                <a:gd name="connsiteY2" fmla="*/ 4504084 h 6225284"/>
                <a:gd name="connsiteX3" fmla="*/ 6863367 w 6863367"/>
                <a:gd name="connsiteY3" fmla="*/ 4718562 h 6225284"/>
                <a:gd name="connsiteX4" fmla="*/ 6434406 w 6863367"/>
                <a:gd name="connsiteY4" fmla="*/ 5147523 h 6225284"/>
                <a:gd name="connsiteX5" fmla="*/ 6219924 w 6863367"/>
                <a:gd name="connsiteY5" fmla="*/ 5147523 h 6225284"/>
                <a:gd name="connsiteX6" fmla="*/ 3635439 w 6863367"/>
                <a:gd name="connsiteY6" fmla="*/ 5147523 h 6225284"/>
                <a:gd name="connsiteX7" fmla="*/ 3635439 w 6863367"/>
                <a:gd name="connsiteY7" fmla="*/ 5790962 h 6225284"/>
                <a:gd name="connsiteX8" fmla="*/ 4723925 w 6863367"/>
                <a:gd name="connsiteY8" fmla="*/ 5790962 h 6225284"/>
                <a:gd name="connsiteX9" fmla="*/ 5136800 w 6863367"/>
                <a:gd name="connsiteY9" fmla="*/ 6225284 h 6225284"/>
                <a:gd name="connsiteX10" fmla="*/ 1705117 w 6863367"/>
                <a:gd name="connsiteY10" fmla="*/ 6225284 h 6225284"/>
                <a:gd name="connsiteX11" fmla="*/ 2117992 w 6863367"/>
                <a:gd name="connsiteY11" fmla="*/ 5790962 h 6225284"/>
                <a:gd name="connsiteX12" fmla="*/ 3206478 w 6863367"/>
                <a:gd name="connsiteY12" fmla="*/ 5790962 h 6225284"/>
                <a:gd name="connsiteX13" fmla="*/ 3206478 w 6863367"/>
                <a:gd name="connsiteY13" fmla="*/ 5147523 h 6225284"/>
                <a:gd name="connsiteX14" fmla="*/ 1715841 w 6863367"/>
                <a:gd name="connsiteY14" fmla="*/ 5147523 h 6225284"/>
                <a:gd name="connsiteX15" fmla="*/ 1715841 w 6863367"/>
                <a:gd name="connsiteY15" fmla="*/ 5147518 h 6225284"/>
                <a:gd name="connsiteX16" fmla="*/ 852037 w 6863367"/>
                <a:gd name="connsiteY16" fmla="*/ 5147518 h 6225284"/>
                <a:gd name="connsiteX17" fmla="*/ 852037 w 6863367"/>
                <a:gd name="connsiteY17" fmla="*/ 4718557 h 6225284"/>
                <a:gd name="connsiteX18" fmla="*/ 2353150 w 6863367"/>
                <a:gd name="connsiteY18" fmla="*/ 4718557 h 6225284"/>
                <a:gd name="connsiteX19" fmla="*/ 2353150 w 6863367"/>
                <a:gd name="connsiteY19" fmla="*/ 4718562 h 6225284"/>
                <a:gd name="connsiteX20" fmla="*/ 6434406 w 6863367"/>
                <a:gd name="connsiteY20" fmla="*/ 4718562 h 6225284"/>
                <a:gd name="connsiteX21" fmla="*/ 2147110 w 6863367"/>
                <a:gd name="connsiteY21" fmla="*/ 853153 h 6225284"/>
                <a:gd name="connsiteX22" fmla="*/ 2576072 w 6863367"/>
                <a:gd name="connsiteY22" fmla="*/ 853153 h 6225284"/>
                <a:gd name="connsiteX23" fmla="*/ 2576072 w 6863367"/>
                <a:gd name="connsiteY23" fmla="*/ 1067632 h 6225284"/>
                <a:gd name="connsiteX24" fmla="*/ 2147110 w 6863367"/>
                <a:gd name="connsiteY24" fmla="*/ 1067632 h 6225284"/>
                <a:gd name="connsiteX25" fmla="*/ 1072404 w 6863367"/>
                <a:gd name="connsiteY25" fmla="*/ 852562 h 6225284"/>
                <a:gd name="connsiteX26" fmla="*/ 1930328 w 6863367"/>
                <a:gd name="connsiteY26" fmla="*/ 852562 h 6225284"/>
                <a:gd name="connsiteX27" fmla="*/ 1930328 w 6863367"/>
                <a:gd name="connsiteY27" fmla="*/ 1067041 h 6225284"/>
                <a:gd name="connsiteX28" fmla="*/ 1072404 w 6863367"/>
                <a:gd name="connsiteY28" fmla="*/ 1067041 h 6225284"/>
                <a:gd name="connsiteX29" fmla="*/ 1072404 w 6863367"/>
                <a:gd name="connsiteY29" fmla="*/ 2353926 h 6225284"/>
                <a:gd name="connsiteX30" fmla="*/ 857925 w 6863367"/>
                <a:gd name="connsiteY30" fmla="*/ 2353926 h 6225284"/>
                <a:gd name="connsiteX31" fmla="*/ 857925 w 6863367"/>
                <a:gd name="connsiteY31" fmla="*/ 1067041 h 6225284"/>
                <a:gd name="connsiteX32" fmla="*/ 1072404 w 6863367"/>
                <a:gd name="connsiteY32" fmla="*/ 852562 h 6225284"/>
                <a:gd name="connsiteX33" fmla="*/ 434323 w 6863367"/>
                <a:gd name="connsiteY33" fmla="*/ 0 h 6225284"/>
                <a:gd name="connsiteX34" fmla="*/ 5576490 w 6863367"/>
                <a:gd name="connsiteY34" fmla="*/ 0 h 6225284"/>
                <a:gd name="connsiteX35" fmla="*/ 5576490 w 6863367"/>
                <a:gd name="connsiteY35" fmla="*/ 428961 h 6225284"/>
                <a:gd name="connsiteX36" fmla="*/ 428961 w 6863367"/>
                <a:gd name="connsiteY36" fmla="*/ 428961 h 6225284"/>
                <a:gd name="connsiteX37" fmla="*/ 428961 w 6863367"/>
                <a:gd name="connsiteY37" fmla="*/ 2572348 h 6225284"/>
                <a:gd name="connsiteX38" fmla="*/ 428962 w 6863367"/>
                <a:gd name="connsiteY38" fmla="*/ 2572348 h 6225284"/>
                <a:gd name="connsiteX39" fmla="*/ 428962 w 6863367"/>
                <a:gd name="connsiteY39" fmla="*/ 4288190 h 6225284"/>
                <a:gd name="connsiteX40" fmla="*/ 0 w 6863367"/>
                <a:gd name="connsiteY40" fmla="*/ 4288190 h 6225284"/>
                <a:gd name="connsiteX41" fmla="*/ 0 w 6863367"/>
                <a:gd name="connsiteY41" fmla="*/ 2572348 h 6225284"/>
                <a:gd name="connsiteX42" fmla="*/ 1535 w 6863367"/>
                <a:gd name="connsiteY42" fmla="*/ 2572348 h 6225284"/>
                <a:gd name="connsiteX43" fmla="*/ 5362 w 6863367"/>
                <a:gd name="connsiteY43" fmla="*/ 428961 h 6225284"/>
                <a:gd name="connsiteX44" fmla="*/ 434323 w 6863367"/>
                <a:gd name="connsiteY44" fmla="*/ 0 h 622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863367" h="6225284">
                  <a:moveTo>
                    <a:pt x="6434406" y="1286882"/>
                  </a:moveTo>
                  <a:lnTo>
                    <a:pt x="6863367" y="1286882"/>
                  </a:lnTo>
                  <a:lnTo>
                    <a:pt x="6863367" y="4504084"/>
                  </a:lnTo>
                  <a:lnTo>
                    <a:pt x="6863367" y="4718562"/>
                  </a:lnTo>
                  <a:cubicBezTo>
                    <a:pt x="6863367" y="4954488"/>
                    <a:pt x="6670332" y="5147523"/>
                    <a:pt x="6434406" y="5147523"/>
                  </a:cubicBezTo>
                  <a:lnTo>
                    <a:pt x="6219924" y="5147523"/>
                  </a:lnTo>
                  <a:lnTo>
                    <a:pt x="3635439" y="5147523"/>
                  </a:lnTo>
                  <a:lnTo>
                    <a:pt x="3635439" y="5790962"/>
                  </a:lnTo>
                  <a:lnTo>
                    <a:pt x="4723925" y="5790962"/>
                  </a:lnTo>
                  <a:cubicBezTo>
                    <a:pt x="4949131" y="5790962"/>
                    <a:pt x="5136800" y="5994720"/>
                    <a:pt x="5136800" y="6225284"/>
                  </a:cubicBezTo>
                  <a:lnTo>
                    <a:pt x="1705117" y="6225284"/>
                  </a:lnTo>
                  <a:cubicBezTo>
                    <a:pt x="1705117" y="6000082"/>
                    <a:pt x="1887424" y="5790962"/>
                    <a:pt x="2117992" y="5790962"/>
                  </a:cubicBezTo>
                  <a:lnTo>
                    <a:pt x="3206478" y="5790962"/>
                  </a:lnTo>
                  <a:lnTo>
                    <a:pt x="3206478" y="5147523"/>
                  </a:lnTo>
                  <a:lnTo>
                    <a:pt x="1715841" y="5147523"/>
                  </a:lnTo>
                  <a:lnTo>
                    <a:pt x="1715841" y="5147518"/>
                  </a:lnTo>
                  <a:lnTo>
                    <a:pt x="852037" y="5147518"/>
                  </a:lnTo>
                  <a:lnTo>
                    <a:pt x="852037" y="4718557"/>
                  </a:lnTo>
                  <a:lnTo>
                    <a:pt x="2353150" y="4718557"/>
                  </a:lnTo>
                  <a:lnTo>
                    <a:pt x="2353150" y="4718562"/>
                  </a:lnTo>
                  <a:lnTo>
                    <a:pt x="6434406" y="4718562"/>
                  </a:lnTo>
                  <a:close/>
                  <a:moveTo>
                    <a:pt x="2147110" y="853153"/>
                  </a:moveTo>
                  <a:lnTo>
                    <a:pt x="2576072" y="853153"/>
                  </a:lnTo>
                  <a:lnTo>
                    <a:pt x="2576072" y="1067632"/>
                  </a:lnTo>
                  <a:lnTo>
                    <a:pt x="2147110" y="1067632"/>
                  </a:lnTo>
                  <a:close/>
                  <a:moveTo>
                    <a:pt x="1072404" y="852562"/>
                  </a:moveTo>
                  <a:lnTo>
                    <a:pt x="1930328" y="852562"/>
                  </a:lnTo>
                  <a:lnTo>
                    <a:pt x="1930328" y="1067041"/>
                  </a:lnTo>
                  <a:lnTo>
                    <a:pt x="1072404" y="1067041"/>
                  </a:lnTo>
                  <a:lnTo>
                    <a:pt x="1072404" y="2353926"/>
                  </a:lnTo>
                  <a:lnTo>
                    <a:pt x="857925" y="2353926"/>
                  </a:lnTo>
                  <a:lnTo>
                    <a:pt x="857925" y="1067041"/>
                  </a:lnTo>
                  <a:cubicBezTo>
                    <a:pt x="857925" y="949078"/>
                    <a:pt x="954441" y="852562"/>
                    <a:pt x="1072404" y="852562"/>
                  </a:cubicBezTo>
                  <a:close/>
                  <a:moveTo>
                    <a:pt x="434323" y="0"/>
                  </a:moveTo>
                  <a:lnTo>
                    <a:pt x="5576490" y="0"/>
                  </a:lnTo>
                  <a:lnTo>
                    <a:pt x="5576490" y="428961"/>
                  </a:lnTo>
                  <a:lnTo>
                    <a:pt x="428961" y="428961"/>
                  </a:lnTo>
                  <a:lnTo>
                    <a:pt x="428961" y="2572348"/>
                  </a:lnTo>
                  <a:lnTo>
                    <a:pt x="428962" y="2572348"/>
                  </a:lnTo>
                  <a:lnTo>
                    <a:pt x="428962" y="4288190"/>
                  </a:lnTo>
                  <a:lnTo>
                    <a:pt x="0" y="4288190"/>
                  </a:lnTo>
                  <a:lnTo>
                    <a:pt x="0" y="2572348"/>
                  </a:lnTo>
                  <a:lnTo>
                    <a:pt x="1535" y="2572348"/>
                  </a:lnTo>
                  <a:lnTo>
                    <a:pt x="5362" y="428961"/>
                  </a:lnTo>
                  <a:cubicBezTo>
                    <a:pt x="5362" y="193030"/>
                    <a:pt x="198393" y="0"/>
                    <a:pt x="434323" y="0"/>
                  </a:cubicBezTo>
                  <a:close/>
                </a:path>
              </a:pathLst>
            </a:custGeom>
            <a:grpFill/>
            <a:ln w="12601" cap="flat">
              <a:noFill/>
              <a:prstDash val="solid"/>
              <a:miter/>
            </a:ln>
          </p:spPr>
          <p:txBody>
            <a:bodyPr wrap="square" rtlCol="0" anchor="ctr">
              <a:noAutofit/>
            </a:bodyPr>
            <a:lstStyle/>
            <a:p>
              <a:endParaRPr lang="en-US"/>
            </a:p>
          </p:txBody>
        </p:sp>
        <p:sp>
          <p:nvSpPr>
            <p:cNvPr id="932" name="Freeform: Shape 931">
              <a:extLst>
                <a:ext uri="{FF2B5EF4-FFF2-40B4-BE49-F238E27FC236}">
                  <a16:creationId xmlns:a16="http://schemas.microsoft.com/office/drawing/2014/main" id="{9B2EA162-D991-407C-19FD-5DFB76F76EA5}"/>
                </a:ext>
                <a:ext uri="{C183D7F6-B498-43B3-948B-1728B52AA6E4}">
                  <adec:decorative xmlns:adec="http://schemas.microsoft.com/office/drawing/2017/decorative" val="1"/>
                </a:ext>
              </a:extLst>
            </p:cNvPr>
            <p:cNvSpPr/>
            <p:nvPr/>
          </p:nvSpPr>
          <p:spPr>
            <a:xfrm rot="10800000">
              <a:off x="10354134" y="1517247"/>
              <a:ext cx="508102" cy="392123"/>
            </a:xfrm>
            <a:custGeom>
              <a:avLst/>
              <a:gdLst>
                <a:gd name="connsiteX0" fmla="*/ 7621528 w 7621528"/>
                <a:gd name="connsiteY0" fmla="*/ 643441 h 5881847"/>
                <a:gd name="connsiteX1" fmla="*/ 6978087 w 7621528"/>
                <a:gd name="connsiteY1" fmla="*/ 643441 h 5881847"/>
                <a:gd name="connsiteX2" fmla="*/ 6978087 w 7621528"/>
                <a:gd name="connsiteY2" fmla="*/ 0 h 5881847"/>
                <a:gd name="connsiteX3" fmla="*/ 7621528 w 7621528"/>
                <a:gd name="connsiteY3" fmla="*/ 0 h 5881847"/>
                <a:gd name="connsiteX4" fmla="*/ 1721207 w 7621528"/>
                <a:gd name="connsiteY4" fmla="*/ 5881847 h 5881847"/>
                <a:gd name="connsiteX5" fmla="*/ 0 w 7621528"/>
                <a:gd name="connsiteY5" fmla="*/ 5881847 h 5881847"/>
                <a:gd name="connsiteX6" fmla="*/ 0 w 7621528"/>
                <a:gd name="connsiteY6" fmla="*/ 5871123 h 5881847"/>
                <a:gd name="connsiteX7" fmla="*/ 0 w 7621528"/>
                <a:gd name="connsiteY7" fmla="*/ 5452886 h 5881847"/>
                <a:gd name="connsiteX8" fmla="*/ 0 w 7621528"/>
                <a:gd name="connsiteY8" fmla="*/ 4166009 h 5881847"/>
                <a:gd name="connsiteX9" fmla="*/ 434323 w 7621528"/>
                <a:gd name="connsiteY9" fmla="*/ 4166009 h 5881847"/>
                <a:gd name="connsiteX10" fmla="*/ 434323 w 7621528"/>
                <a:gd name="connsiteY10" fmla="*/ 5141889 h 5881847"/>
                <a:gd name="connsiteX11" fmla="*/ 3807027 w 7621528"/>
                <a:gd name="connsiteY11" fmla="*/ 1779917 h 5881847"/>
                <a:gd name="connsiteX12" fmla="*/ 4402209 w 7621528"/>
                <a:gd name="connsiteY12" fmla="*/ 2230322 h 5881847"/>
                <a:gd name="connsiteX13" fmla="*/ 5721265 w 7621528"/>
                <a:gd name="connsiteY13" fmla="*/ 954168 h 5881847"/>
                <a:gd name="connsiteX14" fmla="*/ 6654255 w 7621528"/>
                <a:gd name="connsiteY14" fmla="*/ 959530 h 5881847"/>
                <a:gd name="connsiteX15" fmla="*/ 6648893 w 7621528"/>
                <a:gd name="connsiteY15" fmla="*/ 1388491 h 5881847"/>
                <a:gd name="connsiteX16" fmla="*/ 5925023 w 7621528"/>
                <a:gd name="connsiteY16" fmla="*/ 1383128 h 5881847"/>
                <a:gd name="connsiteX17" fmla="*/ 4482643 w 7621528"/>
                <a:gd name="connsiteY17" fmla="*/ 2820145 h 5881847"/>
                <a:gd name="connsiteX18" fmla="*/ 3849923 w 7621528"/>
                <a:gd name="connsiteY18" fmla="*/ 2337565 h 5881847"/>
                <a:gd name="connsiteX19" fmla="*/ 734597 w 7621528"/>
                <a:gd name="connsiteY19" fmla="*/ 5452886 h 5881847"/>
                <a:gd name="connsiteX20" fmla="*/ 1721207 w 7621528"/>
                <a:gd name="connsiteY20" fmla="*/ 5452886 h 5881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1528" h="5881847">
                  <a:moveTo>
                    <a:pt x="7621528" y="643441"/>
                  </a:moveTo>
                  <a:lnTo>
                    <a:pt x="6978087" y="643441"/>
                  </a:lnTo>
                  <a:lnTo>
                    <a:pt x="6978087" y="0"/>
                  </a:lnTo>
                  <a:lnTo>
                    <a:pt x="7621528" y="0"/>
                  </a:lnTo>
                  <a:close/>
                  <a:moveTo>
                    <a:pt x="1721207" y="5881847"/>
                  </a:moveTo>
                  <a:lnTo>
                    <a:pt x="0" y="5881847"/>
                  </a:lnTo>
                  <a:lnTo>
                    <a:pt x="0" y="5871123"/>
                  </a:lnTo>
                  <a:lnTo>
                    <a:pt x="0" y="5452886"/>
                  </a:lnTo>
                  <a:lnTo>
                    <a:pt x="0" y="4166009"/>
                  </a:lnTo>
                  <a:lnTo>
                    <a:pt x="434323" y="4166009"/>
                  </a:lnTo>
                  <a:lnTo>
                    <a:pt x="434323" y="5141889"/>
                  </a:lnTo>
                  <a:lnTo>
                    <a:pt x="3807027" y="1779917"/>
                  </a:lnTo>
                  <a:lnTo>
                    <a:pt x="4402209" y="2230322"/>
                  </a:lnTo>
                  <a:lnTo>
                    <a:pt x="5721265" y="954168"/>
                  </a:lnTo>
                  <a:lnTo>
                    <a:pt x="6654255" y="959530"/>
                  </a:lnTo>
                  <a:lnTo>
                    <a:pt x="6648893" y="1388491"/>
                  </a:lnTo>
                  <a:lnTo>
                    <a:pt x="5925023" y="1383128"/>
                  </a:lnTo>
                  <a:lnTo>
                    <a:pt x="4482643" y="2820145"/>
                  </a:lnTo>
                  <a:lnTo>
                    <a:pt x="3849923" y="2337565"/>
                  </a:lnTo>
                  <a:lnTo>
                    <a:pt x="734597" y="5452886"/>
                  </a:lnTo>
                  <a:lnTo>
                    <a:pt x="1721207" y="5452886"/>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108" name="Group 107">
            <a:extLst>
              <a:ext uri="{FF2B5EF4-FFF2-40B4-BE49-F238E27FC236}">
                <a16:creationId xmlns:a16="http://schemas.microsoft.com/office/drawing/2014/main" id="{EA1EE208-2B2E-4D68-1712-897994DFF972}"/>
              </a:ext>
              <a:ext uri="{C183D7F6-B498-43B3-948B-1728B52AA6E4}">
                <adec:decorative xmlns:adec="http://schemas.microsoft.com/office/drawing/2017/decorative" val="1"/>
              </a:ext>
            </a:extLst>
          </p:cNvPr>
          <p:cNvGrpSpPr>
            <a:grpSpLocks noChangeAspect="1"/>
          </p:cNvGrpSpPr>
          <p:nvPr/>
        </p:nvGrpSpPr>
        <p:grpSpPr>
          <a:xfrm>
            <a:off x="11039861" y="1517247"/>
            <a:ext cx="512377" cy="457200"/>
            <a:chOff x="11039861" y="1517247"/>
            <a:chExt cx="512377" cy="457200"/>
          </a:xfrm>
          <a:solidFill>
            <a:schemeClr val="accent2"/>
          </a:solidFill>
        </p:grpSpPr>
        <p:sp>
          <p:nvSpPr>
            <p:cNvPr id="951" name="Freeform: Shape 950">
              <a:extLst>
                <a:ext uri="{FF2B5EF4-FFF2-40B4-BE49-F238E27FC236}">
                  <a16:creationId xmlns:a16="http://schemas.microsoft.com/office/drawing/2014/main" id="{1925805E-CE4D-B1EA-5523-67C9037BBBBB}"/>
                </a:ext>
                <a:ext uri="{C183D7F6-B498-43B3-948B-1728B52AA6E4}">
                  <adec:decorative xmlns:adec="http://schemas.microsoft.com/office/drawing/2017/decorative" val="1"/>
                </a:ext>
              </a:extLst>
            </p:cNvPr>
            <p:cNvSpPr/>
            <p:nvPr/>
          </p:nvSpPr>
          <p:spPr>
            <a:xfrm>
              <a:off x="11039861" y="1517247"/>
              <a:ext cx="512377" cy="457200"/>
            </a:xfrm>
            <a:custGeom>
              <a:avLst/>
              <a:gdLst>
                <a:gd name="connsiteX0" fmla="*/ 0 w 7685652"/>
                <a:gd name="connsiteY0" fmla="*/ 5091285 h 6858000"/>
                <a:gd name="connsiteX1" fmla="*/ 709201 w 7685652"/>
                <a:gd name="connsiteY1" fmla="*/ 5091285 h 6858000"/>
                <a:gd name="connsiteX2" fmla="*/ 709201 w 7685652"/>
                <a:gd name="connsiteY2" fmla="*/ 5800485 h 6858000"/>
                <a:gd name="connsiteX3" fmla="*/ 0 w 7685652"/>
                <a:gd name="connsiteY3" fmla="*/ 5800485 h 6858000"/>
                <a:gd name="connsiteX4" fmla="*/ 2489145 w 7685652"/>
                <a:gd name="connsiteY4" fmla="*/ 966814 h 6858000"/>
                <a:gd name="connsiteX5" fmla="*/ 2961945 w 7685652"/>
                <a:gd name="connsiteY5" fmla="*/ 966814 h 6858000"/>
                <a:gd name="connsiteX6" fmla="*/ 2961945 w 7685652"/>
                <a:gd name="connsiteY6" fmla="*/ 1203215 h 6858000"/>
                <a:gd name="connsiteX7" fmla="*/ 2489145 w 7685652"/>
                <a:gd name="connsiteY7" fmla="*/ 1203215 h 6858000"/>
                <a:gd name="connsiteX8" fmla="*/ 1303998 w 7685652"/>
                <a:gd name="connsiteY8" fmla="*/ 964518 h 6858000"/>
                <a:gd name="connsiteX9" fmla="*/ 2251963 w 7685652"/>
                <a:gd name="connsiteY9" fmla="*/ 964518 h 6858000"/>
                <a:gd name="connsiteX10" fmla="*/ 2251963 w 7685652"/>
                <a:gd name="connsiteY10" fmla="*/ 1200919 h 6858000"/>
                <a:gd name="connsiteX11" fmla="*/ 1304588 w 7685652"/>
                <a:gd name="connsiteY11" fmla="*/ 1200919 h 6858000"/>
                <a:gd name="connsiteX12" fmla="*/ 1304588 w 7685652"/>
                <a:gd name="connsiteY12" fmla="*/ 2615781 h 6858000"/>
                <a:gd name="connsiteX13" fmla="*/ 1068187 w 7685652"/>
                <a:gd name="connsiteY13" fmla="*/ 2615781 h 6858000"/>
                <a:gd name="connsiteX14" fmla="*/ 1068187 w 7685652"/>
                <a:gd name="connsiteY14" fmla="*/ 1200330 h 6858000"/>
                <a:gd name="connsiteX15" fmla="*/ 1303998 w 7685652"/>
                <a:gd name="connsiteY15" fmla="*/ 964518 h 6858000"/>
                <a:gd name="connsiteX16" fmla="*/ 7211673 w 7685652"/>
                <a:gd name="connsiteY16" fmla="*/ 0 h 6858000"/>
                <a:gd name="connsiteX17" fmla="*/ 7685652 w 7685652"/>
                <a:gd name="connsiteY17" fmla="*/ 0 h 6858000"/>
                <a:gd name="connsiteX18" fmla="*/ 7685652 w 7685652"/>
                <a:gd name="connsiteY18" fmla="*/ 3552 h 6858000"/>
                <a:gd name="connsiteX19" fmla="*/ 7685652 w 7685652"/>
                <a:gd name="connsiteY19" fmla="*/ 893004 h 6858000"/>
                <a:gd name="connsiteX20" fmla="*/ 7685063 w 7685652"/>
                <a:gd name="connsiteY20" fmla="*/ 893004 h 6858000"/>
                <a:gd name="connsiteX21" fmla="*/ 7679747 w 7685652"/>
                <a:gd name="connsiteY21" fmla="*/ 5210284 h 6858000"/>
                <a:gd name="connsiteX22" fmla="*/ 7206944 w 7685652"/>
                <a:gd name="connsiteY22" fmla="*/ 5682498 h 6858000"/>
                <a:gd name="connsiteX23" fmla="*/ 4127222 w 7685652"/>
                <a:gd name="connsiteY23" fmla="*/ 5682498 h 6858000"/>
                <a:gd name="connsiteX24" fmla="*/ 4127222 w 7685652"/>
                <a:gd name="connsiteY24" fmla="*/ 6377517 h 6858000"/>
                <a:gd name="connsiteX25" fmla="*/ 5325190 w 7685652"/>
                <a:gd name="connsiteY25" fmla="*/ 6377517 h 6858000"/>
                <a:gd name="connsiteX26" fmla="*/ 5782032 w 7685652"/>
                <a:gd name="connsiteY26" fmla="*/ 6858000 h 6858000"/>
                <a:gd name="connsiteX27" fmla="*/ 2001386 w 7685652"/>
                <a:gd name="connsiteY27" fmla="*/ 6858000 h 6858000"/>
                <a:gd name="connsiteX28" fmla="*/ 2458227 w 7685652"/>
                <a:gd name="connsiteY28" fmla="*/ 6377517 h 6858000"/>
                <a:gd name="connsiteX29" fmla="*/ 3654419 w 7685652"/>
                <a:gd name="connsiteY29" fmla="*/ 6377517 h 6858000"/>
                <a:gd name="connsiteX30" fmla="*/ 3654419 w 7685652"/>
                <a:gd name="connsiteY30" fmla="*/ 5682498 h 6858000"/>
                <a:gd name="connsiteX31" fmla="*/ 3268528 w 7685652"/>
                <a:gd name="connsiteY31" fmla="*/ 5682498 h 6858000"/>
                <a:gd name="connsiteX32" fmla="*/ 3268528 w 7685652"/>
                <a:gd name="connsiteY32" fmla="*/ 5682501 h 6858000"/>
                <a:gd name="connsiteX33" fmla="*/ 989972 w 7685652"/>
                <a:gd name="connsiteY33" fmla="*/ 5682501 h 6858000"/>
                <a:gd name="connsiteX34" fmla="*/ 989972 w 7685652"/>
                <a:gd name="connsiteY34" fmla="*/ 5212058 h 6858000"/>
                <a:gd name="connsiteX35" fmla="*/ 3268528 w 7685652"/>
                <a:gd name="connsiteY35" fmla="*/ 5212058 h 6858000"/>
                <a:gd name="connsiteX36" fmla="*/ 3268528 w 7685652"/>
                <a:gd name="connsiteY36" fmla="*/ 5212060 h 6858000"/>
                <a:gd name="connsiteX37" fmla="*/ 7211673 w 7685652"/>
                <a:gd name="connsiteY37" fmla="*/ 5212060 h 6858000"/>
                <a:gd name="connsiteX38" fmla="*/ 7211673 w 7685652"/>
                <a:gd name="connsiteY38" fmla="*/ 478120 h 6858000"/>
                <a:gd name="connsiteX39" fmla="*/ 597163 w 7685652"/>
                <a:gd name="connsiteY39" fmla="*/ 478120 h 6858000"/>
                <a:gd name="connsiteX40" fmla="*/ 595796 w 7685652"/>
                <a:gd name="connsiteY40" fmla="*/ 2615774 h 6858000"/>
                <a:gd name="connsiteX41" fmla="*/ 595796 w 7685652"/>
                <a:gd name="connsiteY41" fmla="*/ 2615774 h 6858000"/>
                <a:gd name="connsiteX42" fmla="*/ 595627 w 7685652"/>
                <a:gd name="connsiteY42" fmla="*/ 2878783 h 6858000"/>
                <a:gd name="connsiteX43" fmla="*/ 595516 w 7685652"/>
                <a:gd name="connsiteY43" fmla="*/ 3053821 h 6858000"/>
                <a:gd name="connsiteX44" fmla="*/ 595515 w 7685652"/>
                <a:gd name="connsiteY44" fmla="*/ 3053821 h 6858000"/>
                <a:gd name="connsiteX45" fmla="*/ 594363 w 7685652"/>
                <a:gd name="connsiteY45" fmla="*/ 4850067 h 6858000"/>
                <a:gd name="connsiteX46" fmla="*/ 120220 w 7685652"/>
                <a:gd name="connsiteY46" fmla="*/ 4850067 h 6858000"/>
                <a:gd name="connsiteX47" fmla="*/ 120220 w 7685652"/>
                <a:gd name="connsiteY47" fmla="*/ 3053821 h 6858000"/>
                <a:gd name="connsiteX48" fmla="*/ 120220 w 7685652"/>
                <a:gd name="connsiteY48" fmla="*/ 2615774 h 6858000"/>
                <a:gd name="connsiteX49" fmla="*/ 120220 w 7685652"/>
                <a:gd name="connsiteY49" fmla="*/ 712157 h 6858000"/>
                <a:gd name="connsiteX50" fmla="*/ 120220 w 7685652"/>
                <a:gd name="connsiteY50" fmla="*/ 475755 h 6858000"/>
                <a:gd name="connsiteX51" fmla="*/ 593023 w 7685652"/>
                <a:gd name="connsiteY51" fmla="*/ 2953 h 6858000"/>
                <a:gd name="connsiteX52" fmla="*/ 830602 w 7685652"/>
                <a:gd name="connsiteY52" fmla="*/ 2953 h 6858000"/>
                <a:gd name="connsiteX53" fmla="*/ 3668016 w 7685652"/>
                <a:gd name="connsiteY53" fmla="*/ 2953 h 6858000"/>
                <a:gd name="connsiteX54" fmla="*/ 4140819 w 7685652"/>
                <a:gd name="connsiteY54" fmla="*/ 2953 h 6858000"/>
                <a:gd name="connsiteX55" fmla="*/ 7211673 w 7685652"/>
                <a:gd name="connsiteY55" fmla="*/ 295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685652" h="6858000">
                  <a:moveTo>
                    <a:pt x="0" y="5091285"/>
                  </a:moveTo>
                  <a:lnTo>
                    <a:pt x="709201" y="5091285"/>
                  </a:lnTo>
                  <a:lnTo>
                    <a:pt x="709201" y="5800485"/>
                  </a:lnTo>
                  <a:lnTo>
                    <a:pt x="0" y="5800485"/>
                  </a:lnTo>
                  <a:close/>
                  <a:moveTo>
                    <a:pt x="2489145" y="966814"/>
                  </a:moveTo>
                  <a:lnTo>
                    <a:pt x="2961945" y="966814"/>
                  </a:lnTo>
                  <a:lnTo>
                    <a:pt x="2961945" y="1203215"/>
                  </a:lnTo>
                  <a:lnTo>
                    <a:pt x="2489145" y="1203215"/>
                  </a:lnTo>
                  <a:close/>
                  <a:moveTo>
                    <a:pt x="1303998" y="964518"/>
                  </a:moveTo>
                  <a:lnTo>
                    <a:pt x="2251963" y="964518"/>
                  </a:lnTo>
                  <a:lnTo>
                    <a:pt x="2251963" y="1200919"/>
                  </a:lnTo>
                  <a:lnTo>
                    <a:pt x="1304588" y="1200919"/>
                  </a:lnTo>
                  <a:lnTo>
                    <a:pt x="1304588" y="2615781"/>
                  </a:lnTo>
                  <a:lnTo>
                    <a:pt x="1068187" y="2615781"/>
                  </a:lnTo>
                  <a:lnTo>
                    <a:pt x="1068187" y="1200330"/>
                  </a:lnTo>
                  <a:cubicBezTo>
                    <a:pt x="1068187" y="1070309"/>
                    <a:pt x="1173978" y="964518"/>
                    <a:pt x="1303998" y="964518"/>
                  </a:cubicBezTo>
                  <a:close/>
                  <a:moveTo>
                    <a:pt x="7211673" y="0"/>
                  </a:moveTo>
                  <a:lnTo>
                    <a:pt x="7685652" y="0"/>
                  </a:lnTo>
                  <a:lnTo>
                    <a:pt x="7685652" y="3552"/>
                  </a:lnTo>
                  <a:lnTo>
                    <a:pt x="7685652" y="893004"/>
                  </a:lnTo>
                  <a:lnTo>
                    <a:pt x="7685063" y="893004"/>
                  </a:lnTo>
                  <a:lnTo>
                    <a:pt x="7679747" y="5210284"/>
                  </a:lnTo>
                  <a:cubicBezTo>
                    <a:pt x="7679159" y="5471515"/>
                    <a:pt x="7467576" y="5682498"/>
                    <a:pt x="7206944" y="5682498"/>
                  </a:cubicBezTo>
                  <a:lnTo>
                    <a:pt x="4127222" y="5682498"/>
                  </a:lnTo>
                  <a:lnTo>
                    <a:pt x="4127222" y="6377517"/>
                  </a:lnTo>
                  <a:lnTo>
                    <a:pt x="5325190" y="6377517"/>
                  </a:lnTo>
                  <a:cubicBezTo>
                    <a:pt x="5577553" y="6377517"/>
                    <a:pt x="5782032" y="6605638"/>
                    <a:pt x="5782032" y="6858000"/>
                  </a:cubicBezTo>
                  <a:lnTo>
                    <a:pt x="2001386" y="6858000"/>
                  </a:lnTo>
                  <a:cubicBezTo>
                    <a:pt x="2001386" y="6605638"/>
                    <a:pt x="2205875" y="6377517"/>
                    <a:pt x="2458227" y="6377517"/>
                  </a:cubicBezTo>
                  <a:lnTo>
                    <a:pt x="3654419" y="6377517"/>
                  </a:lnTo>
                  <a:lnTo>
                    <a:pt x="3654419" y="5682498"/>
                  </a:lnTo>
                  <a:lnTo>
                    <a:pt x="3268528" y="5682498"/>
                  </a:lnTo>
                  <a:lnTo>
                    <a:pt x="3268528" y="5682501"/>
                  </a:lnTo>
                  <a:lnTo>
                    <a:pt x="989972" y="5682501"/>
                  </a:lnTo>
                  <a:lnTo>
                    <a:pt x="989972" y="5212058"/>
                  </a:lnTo>
                  <a:lnTo>
                    <a:pt x="3268528" y="5212058"/>
                  </a:lnTo>
                  <a:lnTo>
                    <a:pt x="3268528" y="5212060"/>
                  </a:lnTo>
                  <a:lnTo>
                    <a:pt x="7211673" y="5212060"/>
                  </a:lnTo>
                  <a:lnTo>
                    <a:pt x="7211673" y="478120"/>
                  </a:lnTo>
                  <a:lnTo>
                    <a:pt x="597163" y="478120"/>
                  </a:lnTo>
                  <a:lnTo>
                    <a:pt x="595796" y="2615774"/>
                  </a:lnTo>
                  <a:lnTo>
                    <a:pt x="595796" y="2615774"/>
                  </a:lnTo>
                  <a:lnTo>
                    <a:pt x="595627" y="2878783"/>
                  </a:lnTo>
                  <a:lnTo>
                    <a:pt x="595516" y="3053821"/>
                  </a:lnTo>
                  <a:lnTo>
                    <a:pt x="595515" y="3053821"/>
                  </a:lnTo>
                  <a:lnTo>
                    <a:pt x="594363" y="4850067"/>
                  </a:lnTo>
                  <a:lnTo>
                    <a:pt x="120220" y="4850067"/>
                  </a:lnTo>
                  <a:lnTo>
                    <a:pt x="120220" y="3053821"/>
                  </a:lnTo>
                  <a:lnTo>
                    <a:pt x="120220" y="2615774"/>
                  </a:lnTo>
                  <a:lnTo>
                    <a:pt x="120220" y="712157"/>
                  </a:lnTo>
                  <a:lnTo>
                    <a:pt x="120220" y="475755"/>
                  </a:lnTo>
                  <a:cubicBezTo>
                    <a:pt x="120220" y="214535"/>
                    <a:pt x="331803" y="2953"/>
                    <a:pt x="593023" y="2953"/>
                  </a:cubicBezTo>
                  <a:lnTo>
                    <a:pt x="830602" y="2953"/>
                  </a:lnTo>
                  <a:lnTo>
                    <a:pt x="3668016" y="2953"/>
                  </a:lnTo>
                  <a:lnTo>
                    <a:pt x="4140819" y="2953"/>
                  </a:lnTo>
                  <a:lnTo>
                    <a:pt x="7211673" y="2953"/>
                  </a:lnTo>
                  <a:close/>
                </a:path>
              </a:pathLst>
            </a:custGeom>
            <a:grpFill/>
            <a:ln w="9525" cap="flat">
              <a:noFill/>
              <a:prstDash val="solid"/>
              <a:miter/>
            </a:ln>
          </p:spPr>
          <p:txBody>
            <a:bodyPr wrap="square" rtlCol="0" anchor="ctr">
              <a:noAutofit/>
            </a:bodyPr>
            <a:lstStyle/>
            <a:p>
              <a:endParaRPr lang="en-US" dirty="0"/>
            </a:p>
          </p:txBody>
        </p:sp>
        <p:sp>
          <p:nvSpPr>
            <p:cNvPr id="952" name="Freeform: Shape 951">
              <a:extLst>
                <a:ext uri="{FF2B5EF4-FFF2-40B4-BE49-F238E27FC236}">
                  <a16:creationId xmlns:a16="http://schemas.microsoft.com/office/drawing/2014/main" id="{97C1F631-54BE-30C7-B268-703AF4FFE3CA}"/>
                </a:ext>
                <a:ext uri="{C183D7F6-B498-43B3-948B-1728B52AA6E4}">
                  <adec:decorative xmlns:adec="http://schemas.microsoft.com/office/drawing/2017/decorative" val="1"/>
                </a:ext>
              </a:extLst>
            </p:cNvPr>
            <p:cNvSpPr/>
            <p:nvPr/>
          </p:nvSpPr>
          <p:spPr>
            <a:xfrm rot="10800000" flipV="1">
              <a:off x="11039861" y="1675687"/>
              <a:ext cx="401808" cy="228259"/>
            </a:xfrm>
            <a:custGeom>
              <a:avLst/>
              <a:gdLst>
                <a:gd name="connsiteX0" fmla="*/ 6027111 w 6027111"/>
                <a:gd name="connsiteY0" fmla="*/ 2714683 h 3423883"/>
                <a:gd name="connsiteX1" fmla="*/ 5317911 w 6027111"/>
                <a:gd name="connsiteY1" fmla="*/ 2714683 h 3423883"/>
                <a:gd name="connsiteX2" fmla="*/ 5317911 w 6027111"/>
                <a:gd name="connsiteY2" fmla="*/ 3423883 h 3423883"/>
                <a:gd name="connsiteX3" fmla="*/ 6027111 w 6027111"/>
                <a:gd name="connsiteY3" fmla="*/ 3423883 h 3423883"/>
                <a:gd name="connsiteX4" fmla="*/ 472807 w 6027111"/>
                <a:gd name="connsiteY4" fmla="*/ 1182007 h 3423883"/>
                <a:gd name="connsiteX5" fmla="*/ 0 w 6027111"/>
                <a:gd name="connsiteY5" fmla="*/ 1182007 h 3423883"/>
                <a:gd name="connsiteX6" fmla="*/ 0 w 6027111"/>
                <a:gd name="connsiteY6" fmla="*/ 2127621 h 3423883"/>
                <a:gd name="connsiteX7" fmla="*/ 472807 w 6027111"/>
                <a:gd name="connsiteY7" fmla="*/ 2127621 h 3423883"/>
                <a:gd name="connsiteX8" fmla="*/ 4255156 w 6027111"/>
                <a:gd name="connsiteY8" fmla="*/ 1182007 h 3423883"/>
                <a:gd name="connsiteX9" fmla="*/ 3782349 w 6027111"/>
                <a:gd name="connsiteY9" fmla="*/ 1182007 h 3423883"/>
                <a:gd name="connsiteX10" fmla="*/ 3782349 w 6027111"/>
                <a:gd name="connsiteY10" fmla="*/ 2127610 h 3423883"/>
                <a:gd name="connsiteX11" fmla="*/ 4255156 w 6027111"/>
                <a:gd name="connsiteY11" fmla="*/ 2127610 h 3423883"/>
                <a:gd name="connsiteX12" fmla="*/ 2366186 w 6027111"/>
                <a:gd name="connsiteY12" fmla="*/ 946029 h 3423883"/>
                <a:gd name="connsiteX13" fmla="*/ 1891019 w 6027111"/>
                <a:gd name="connsiteY13" fmla="*/ 946029 h 3423883"/>
                <a:gd name="connsiteX14" fmla="*/ 1891019 w 6027111"/>
                <a:gd name="connsiteY14" fmla="*/ 2128036 h 3423883"/>
                <a:gd name="connsiteX15" fmla="*/ 2366186 w 6027111"/>
                <a:gd name="connsiteY15" fmla="*/ 2128036 h 3423883"/>
                <a:gd name="connsiteX16" fmla="*/ 3309616 w 6027111"/>
                <a:gd name="connsiteY16" fmla="*/ 472807 h 3423883"/>
                <a:gd name="connsiteX17" fmla="*/ 2836809 w 6027111"/>
                <a:gd name="connsiteY17" fmla="*/ 472807 h 3423883"/>
                <a:gd name="connsiteX18" fmla="*/ 2836809 w 6027111"/>
                <a:gd name="connsiteY18" fmla="*/ 2127621 h 3423883"/>
                <a:gd name="connsiteX19" fmla="*/ 3309616 w 6027111"/>
                <a:gd name="connsiteY19" fmla="*/ 2127621 h 3423883"/>
                <a:gd name="connsiteX20" fmla="*/ 1418399 w 6027111"/>
                <a:gd name="connsiteY20" fmla="*/ 0 h 3423883"/>
                <a:gd name="connsiteX21" fmla="*/ 945592 w 6027111"/>
                <a:gd name="connsiteY21" fmla="*/ 0 h 3423883"/>
                <a:gd name="connsiteX22" fmla="*/ 945592 w 6027111"/>
                <a:gd name="connsiteY22" fmla="*/ 2127610 h 3423883"/>
                <a:gd name="connsiteX23" fmla="*/ 1418399 w 6027111"/>
                <a:gd name="connsiteY23" fmla="*/ 2127610 h 34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27111" h="3423883">
                  <a:moveTo>
                    <a:pt x="6027111" y="2714683"/>
                  </a:moveTo>
                  <a:lnTo>
                    <a:pt x="5317911" y="2714683"/>
                  </a:lnTo>
                  <a:lnTo>
                    <a:pt x="5317911" y="3423883"/>
                  </a:lnTo>
                  <a:lnTo>
                    <a:pt x="6027111" y="3423883"/>
                  </a:lnTo>
                  <a:close/>
                  <a:moveTo>
                    <a:pt x="472807" y="1182007"/>
                  </a:moveTo>
                  <a:lnTo>
                    <a:pt x="0" y="1182007"/>
                  </a:lnTo>
                  <a:lnTo>
                    <a:pt x="0" y="2127621"/>
                  </a:lnTo>
                  <a:lnTo>
                    <a:pt x="472807" y="2127621"/>
                  </a:lnTo>
                  <a:close/>
                  <a:moveTo>
                    <a:pt x="4255156" y="1182007"/>
                  </a:moveTo>
                  <a:lnTo>
                    <a:pt x="3782349" y="1182007"/>
                  </a:lnTo>
                  <a:lnTo>
                    <a:pt x="3782349" y="2127610"/>
                  </a:lnTo>
                  <a:lnTo>
                    <a:pt x="4255156" y="2127610"/>
                  </a:lnTo>
                  <a:close/>
                  <a:moveTo>
                    <a:pt x="2366186" y="946029"/>
                  </a:moveTo>
                  <a:lnTo>
                    <a:pt x="1891019" y="946029"/>
                  </a:lnTo>
                  <a:lnTo>
                    <a:pt x="1891019" y="2128036"/>
                  </a:lnTo>
                  <a:lnTo>
                    <a:pt x="2366186" y="2128036"/>
                  </a:lnTo>
                  <a:close/>
                  <a:moveTo>
                    <a:pt x="3309616" y="472807"/>
                  </a:moveTo>
                  <a:lnTo>
                    <a:pt x="2836809" y="472807"/>
                  </a:lnTo>
                  <a:lnTo>
                    <a:pt x="2836809" y="2127621"/>
                  </a:lnTo>
                  <a:lnTo>
                    <a:pt x="3309616" y="2127621"/>
                  </a:lnTo>
                  <a:close/>
                  <a:moveTo>
                    <a:pt x="1418399" y="0"/>
                  </a:moveTo>
                  <a:lnTo>
                    <a:pt x="945592" y="0"/>
                  </a:lnTo>
                  <a:lnTo>
                    <a:pt x="945592" y="2127610"/>
                  </a:lnTo>
                  <a:lnTo>
                    <a:pt x="1418399" y="2127610"/>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107" name="Group 106">
            <a:extLst>
              <a:ext uri="{FF2B5EF4-FFF2-40B4-BE49-F238E27FC236}">
                <a16:creationId xmlns:a16="http://schemas.microsoft.com/office/drawing/2014/main" id="{FC3F4D46-17B8-2596-7C6A-4B5930C0D04B}"/>
              </a:ext>
              <a:ext uri="{C183D7F6-B498-43B3-948B-1728B52AA6E4}">
                <adec:decorative xmlns:adec="http://schemas.microsoft.com/office/drawing/2017/decorative" val="1"/>
              </a:ext>
            </a:extLst>
          </p:cNvPr>
          <p:cNvGrpSpPr>
            <a:grpSpLocks noChangeAspect="1"/>
          </p:cNvGrpSpPr>
          <p:nvPr/>
        </p:nvGrpSpPr>
        <p:grpSpPr>
          <a:xfrm>
            <a:off x="639763" y="2223703"/>
            <a:ext cx="507560" cy="457200"/>
            <a:chOff x="639763" y="2223703"/>
            <a:chExt cx="507560" cy="457200"/>
          </a:xfrm>
          <a:solidFill>
            <a:schemeClr val="accent2"/>
          </a:solidFill>
        </p:grpSpPr>
        <p:sp>
          <p:nvSpPr>
            <p:cNvPr id="978" name="Freeform: Shape 977">
              <a:extLst>
                <a:ext uri="{FF2B5EF4-FFF2-40B4-BE49-F238E27FC236}">
                  <a16:creationId xmlns:a16="http://schemas.microsoft.com/office/drawing/2014/main" id="{4E8D1B2C-4612-740C-6088-DF0637255206}"/>
                </a:ext>
                <a:ext uri="{C183D7F6-B498-43B3-948B-1728B52AA6E4}">
                  <adec:decorative xmlns:adec="http://schemas.microsoft.com/office/drawing/2017/decorative" val="1"/>
                </a:ext>
              </a:extLst>
            </p:cNvPr>
            <p:cNvSpPr/>
            <p:nvPr/>
          </p:nvSpPr>
          <p:spPr>
            <a:xfrm>
              <a:off x="647768" y="2223703"/>
              <a:ext cx="499555" cy="457200"/>
            </a:xfrm>
            <a:custGeom>
              <a:avLst/>
              <a:gdLst>
                <a:gd name="connsiteX0" fmla="*/ 7487389 w 7493319"/>
                <a:gd name="connsiteY0" fmla="*/ 0 h 6858000"/>
                <a:gd name="connsiteX1" fmla="*/ 7487465 w 7493319"/>
                <a:gd name="connsiteY1" fmla="*/ 63438 h 6858000"/>
                <a:gd name="connsiteX2" fmla="*/ 7493319 w 7493319"/>
                <a:gd name="connsiteY2" fmla="*/ 63438 h 6858000"/>
                <a:gd name="connsiteX3" fmla="*/ 7493319 w 7493319"/>
                <a:gd name="connsiteY3" fmla="*/ 525213 h 6858000"/>
                <a:gd name="connsiteX4" fmla="*/ 7488015 w 7493319"/>
                <a:gd name="connsiteY4" fmla="*/ 525213 h 6858000"/>
                <a:gd name="connsiteX5" fmla="*/ 7493318 w 7493319"/>
                <a:gd name="connsiteY5" fmla="*/ 4975242 h 6858000"/>
                <a:gd name="connsiteX6" fmla="*/ 7493318 w 7493319"/>
                <a:gd name="connsiteY6" fmla="*/ 5212443 h 6858000"/>
                <a:gd name="connsiteX7" fmla="*/ 7018921 w 7493319"/>
                <a:gd name="connsiteY7" fmla="*/ 5686841 h 6858000"/>
                <a:gd name="connsiteX8" fmla="*/ 6781720 w 7493319"/>
                <a:gd name="connsiteY8" fmla="*/ 5686841 h 6858000"/>
                <a:gd name="connsiteX9" fmla="*/ 3963073 w 7493319"/>
                <a:gd name="connsiteY9" fmla="*/ 5686841 h 6858000"/>
                <a:gd name="connsiteX10" fmla="*/ 3963073 w 7493319"/>
                <a:gd name="connsiteY10" fmla="*/ 6384536 h 6858000"/>
                <a:gd name="connsiteX11" fmla="*/ 5149657 w 7493319"/>
                <a:gd name="connsiteY11" fmla="*/ 6384536 h 6858000"/>
                <a:gd name="connsiteX12" fmla="*/ 5599741 w 7493319"/>
                <a:gd name="connsiteY12" fmla="*/ 6858000 h 6858000"/>
                <a:gd name="connsiteX13" fmla="*/ 1858792 w 7493319"/>
                <a:gd name="connsiteY13" fmla="*/ 6858000 h 6858000"/>
                <a:gd name="connsiteX14" fmla="*/ 2308876 w 7493319"/>
                <a:gd name="connsiteY14" fmla="*/ 6384536 h 6858000"/>
                <a:gd name="connsiteX15" fmla="*/ 3495455 w 7493319"/>
                <a:gd name="connsiteY15" fmla="*/ 6384536 h 6858000"/>
                <a:gd name="connsiteX16" fmla="*/ 3495455 w 7493319"/>
                <a:gd name="connsiteY16" fmla="*/ 5686841 h 6858000"/>
                <a:gd name="connsiteX17" fmla="*/ 2577374 w 7493319"/>
                <a:gd name="connsiteY17" fmla="*/ 5686841 h 6858000"/>
                <a:gd name="connsiteX18" fmla="*/ 2577374 w 7493319"/>
                <a:gd name="connsiteY18" fmla="*/ 5683090 h 6858000"/>
                <a:gd name="connsiteX19" fmla="*/ 915515 w 7493319"/>
                <a:gd name="connsiteY19" fmla="*/ 5683090 h 6858000"/>
                <a:gd name="connsiteX20" fmla="*/ 903825 w 7493319"/>
                <a:gd name="connsiteY20" fmla="*/ 5215475 h 6858000"/>
                <a:gd name="connsiteX21" fmla="*/ 2577374 w 7493319"/>
                <a:gd name="connsiteY21" fmla="*/ 5215475 h 6858000"/>
                <a:gd name="connsiteX22" fmla="*/ 2577374 w 7493319"/>
                <a:gd name="connsiteY22" fmla="*/ 5212443 h 6858000"/>
                <a:gd name="connsiteX23" fmla="*/ 7018921 w 7493319"/>
                <a:gd name="connsiteY23" fmla="*/ 5212443 h 6858000"/>
                <a:gd name="connsiteX24" fmla="*/ 7018921 w 7493319"/>
                <a:gd name="connsiteY24" fmla="*/ 524211 h 6858000"/>
                <a:gd name="connsiteX25" fmla="*/ 473068 w 7493319"/>
                <a:gd name="connsiteY25" fmla="*/ 524211 h 6858000"/>
                <a:gd name="connsiteX26" fmla="*/ 473068 w 7493319"/>
                <a:gd name="connsiteY26" fmla="*/ 3309957 h 6858000"/>
                <a:gd name="connsiteX27" fmla="*/ 467626 w 7493319"/>
                <a:gd name="connsiteY27" fmla="*/ 3309957 h 6858000"/>
                <a:gd name="connsiteX28" fmla="*/ 467626 w 7493319"/>
                <a:gd name="connsiteY28" fmla="*/ 4795855 h 6858000"/>
                <a:gd name="connsiteX29" fmla="*/ 11 w 7493319"/>
                <a:gd name="connsiteY29" fmla="*/ 4795855 h 6858000"/>
                <a:gd name="connsiteX30" fmla="*/ 11 w 7493319"/>
                <a:gd name="connsiteY30" fmla="*/ 3309957 h 6858000"/>
                <a:gd name="connsiteX31" fmla="*/ 0 w 7493319"/>
                <a:gd name="connsiteY31" fmla="*/ 3309957 h 6858000"/>
                <a:gd name="connsiteX32" fmla="*/ 11 w 7493319"/>
                <a:gd name="connsiteY32" fmla="*/ 3304918 h 6858000"/>
                <a:gd name="connsiteX33" fmla="*/ 11 w 7493319"/>
                <a:gd name="connsiteY33" fmla="*/ 2411005 h 6858000"/>
                <a:gd name="connsiteX34" fmla="*/ 1912 w 7493319"/>
                <a:gd name="connsiteY34" fmla="*/ 2411005 h 6858000"/>
                <a:gd name="connsiteX35" fmla="*/ 5913 w 7493319"/>
                <a:gd name="connsiteY35" fmla="*/ 530088 h 6858000"/>
                <a:gd name="connsiteX36" fmla="*/ 478981 w 7493319"/>
                <a:gd name="connsiteY36" fmla="*/ 59920 h 6858000"/>
                <a:gd name="connsiteX37" fmla="*/ 7096010 w 7493319"/>
                <a:gd name="connsiteY37" fmla="*/ 59920 h 6858000"/>
                <a:gd name="connsiteX38" fmla="*/ 7096010 w 7493319"/>
                <a:gd name="connsiteY38" fmla="*/ 63438 h 6858000"/>
                <a:gd name="connsiteX39" fmla="*/ 7487389 w 7493319"/>
                <a:gd name="connsiteY39" fmla="*/ 6343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493319" h="6858000">
                  <a:moveTo>
                    <a:pt x="7487389" y="0"/>
                  </a:moveTo>
                  <a:lnTo>
                    <a:pt x="7487465" y="63438"/>
                  </a:lnTo>
                  <a:lnTo>
                    <a:pt x="7493319" y="63438"/>
                  </a:lnTo>
                  <a:lnTo>
                    <a:pt x="7493319" y="525213"/>
                  </a:lnTo>
                  <a:lnTo>
                    <a:pt x="7488015" y="525213"/>
                  </a:lnTo>
                  <a:lnTo>
                    <a:pt x="7493318" y="4975242"/>
                  </a:lnTo>
                  <a:lnTo>
                    <a:pt x="7493318" y="5212443"/>
                  </a:lnTo>
                  <a:cubicBezTo>
                    <a:pt x="7493318" y="5473364"/>
                    <a:pt x="7279841" y="5686841"/>
                    <a:pt x="7018921" y="5686841"/>
                  </a:cubicBezTo>
                  <a:lnTo>
                    <a:pt x="6781720" y="5686841"/>
                  </a:lnTo>
                  <a:lnTo>
                    <a:pt x="3963073" y="5686841"/>
                  </a:lnTo>
                  <a:lnTo>
                    <a:pt x="3963073" y="6384536"/>
                  </a:lnTo>
                  <a:lnTo>
                    <a:pt x="5149657" y="6384536"/>
                  </a:lnTo>
                  <a:cubicBezTo>
                    <a:pt x="5395158" y="6384536"/>
                    <a:pt x="5599741" y="6606658"/>
                    <a:pt x="5599741" y="6858000"/>
                  </a:cubicBezTo>
                  <a:lnTo>
                    <a:pt x="1858792" y="6858000"/>
                  </a:lnTo>
                  <a:cubicBezTo>
                    <a:pt x="1858792" y="6612503"/>
                    <a:pt x="2057530" y="6384536"/>
                    <a:pt x="2308876" y="6384536"/>
                  </a:cubicBezTo>
                  <a:lnTo>
                    <a:pt x="3495455" y="6384536"/>
                  </a:lnTo>
                  <a:lnTo>
                    <a:pt x="3495455" y="5686841"/>
                  </a:lnTo>
                  <a:lnTo>
                    <a:pt x="2577374" y="5686841"/>
                  </a:lnTo>
                  <a:lnTo>
                    <a:pt x="2577374" y="5683090"/>
                  </a:lnTo>
                  <a:lnTo>
                    <a:pt x="915515" y="5683090"/>
                  </a:lnTo>
                  <a:lnTo>
                    <a:pt x="903825" y="5215475"/>
                  </a:lnTo>
                  <a:lnTo>
                    <a:pt x="2577374" y="5215475"/>
                  </a:lnTo>
                  <a:lnTo>
                    <a:pt x="2577374" y="5212443"/>
                  </a:lnTo>
                  <a:lnTo>
                    <a:pt x="7018921" y="5212443"/>
                  </a:lnTo>
                  <a:lnTo>
                    <a:pt x="7018921" y="524211"/>
                  </a:lnTo>
                  <a:lnTo>
                    <a:pt x="473068" y="524211"/>
                  </a:lnTo>
                  <a:lnTo>
                    <a:pt x="473068" y="3309957"/>
                  </a:lnTo>
                  <a:lnTo>
                    <a:pt x="467626" y="3309957"/>
                  </a:lnTo>
                  <a:lnTo>
                    <a:pt x="467626" y="4795855"/>
                  </a:lnTo>
                  <a:lnTo>
                    <a:pt x="11" y="4795855"/>
                  </a:lnTo>
                  <a:lnTo>
                    <a:pt x="11" y="3309957"/>
                  </a:lnTo>
                  <a:lnTo>
                    <a:pt x="0" y="3309957"/>
                  </a:lnTo>
                  <a:lnTo>
                    <a:pt x="11" y="3304918"/>
                  </a:lnTo>
                  <a:lnTo>
                    <a:pt x="11" y="2411005"/>
                  </a:lnTo>
                  <a:lnTo>
                    <a:pt x="1912" y="2411005"/>
                  </a:lnTo>
                  <a:lnTo>
                    <a:pt x="5913" y="530088"/>
                  </a:lnTo>
                  <a:cubicBezTo>
                    <a:pt x="5913" y="271495"/>
                    <a:pt x="218792" y="59920"/>
                    <a:pt x="478981" y="59920"/>
                  </a:cubicBezTo>
                  <a:lnTo>
                    <a:pt x="7096010" y="59920"/>
                  </a:lnTo>
                  <a:lnTo>
                    <a:pt x="7096010" y="63438"/>
                  </a:lnTo>
                  <a:lnTo>
                    <a:pt x="7487389" y="63438"/>
                  </a:lnTo>
                  <a:close/>
                </a:path>
              </a:pathLst>
            </a:custGeom>
            <a:grpFill/>
            <a:ln w="12601" cap="flat">
              <a:noFill/>
              <a:prstDash val="solid"/>
              <a:miter/>
            </a:ln>
          </p:spPr>
          <p:txBody>
            <a:bodyPr wrap="square" rtlCol="0" anchor="ctr">
              <a:noAutofit/>
            </a:bodyPr>
            <a:lstStyle/>
            <a:p>
              <a:endParaRPr lang="en-US"/>
            </a:p>
          </p:txBody>
        </p:sp>
        <p:sp>
          <p:nvSpPr>
            <p:cNvPr id="979" name="Freeform: Shape 978">
              <a:extLst>
                <a:ext uri="{FF2B5EF4-FFF2-40B4-BE49-F238E27FC236}">
                  <a16:creationId xmlns:a16="http://schemas.microsoft.com/office/drawing/2014/main" id="{FA38886D-D61A-DCAA-2023-1A22D49A2369}"/>
                </a:ext>
                <a:ext uri="{C183D7F6-B498-43B3-948B-1728B52AA6E4}">
                  <adec:decorative xmlns:adec="http://schemas.microsoft.com/office/drawing/2017/decorative" val="1"/>
                </a:ext>
              </a:extLst>
            </p:cNvPr>
            <p:cNvSpPr/>
            <p:nvPr/>
          </p:nvSpPr>
          <p:spPr>
            <a:xfrm rot="10800000">
              <a:off x="639763" y="2316247"/>
              <a:ext cx="475866" cy="293921"/>
            </a:xfrm>
            <a:custGeom>
              <a:avLst/>
              <a:gdLst>
                <a:gd name="connsiteX0" fmla="*/ 7137975 w 7137976"/>
                <a:gd name="connsiteY0" fmla="*/ 701435 h 4408809"/>
                <a:gd name="connsiteX1" fmla="*/ 6436549 w 7137976"/>
                <a:gd name="connsiteY1" fmla="*/ 701435 h 4408809"/>
                <a:gd name="connsiteX2" fmla="*/ 6436549 w 7137976"/>
                <a:gd name="connsiteY2" fmla="*/ 0 h 4408809"/>
                <a:gd name="connsiteX3" fmla="*/ 7137976 w 7137976"/>
                <a:gd name="connsiteY3" fmla="*/ 0 h 4408809"/>
                <a:gd name="connsiteX4" fmla="*/ 3849719 w 7137976"/>
                <a:gd name="connsiteY4" fmla="*/ 4049446 h 4408809"/>
                <a:gd name="connsiteX5" fmla="*/ 4326143 w 7137976"/>
                <a:gd name="connsiteY5" fmla="*/ 3570297 h 4408809"/>
                <a:gd name="connsiteX6" fmla="*/ 3849719 w 7137976"/>
                <a:gd name="connsiteY6" fmla="*/ 3091148 h 4408809"/>
                <a:gd name="connsiteX7" fmla="*/ 3373295 w 7137976"/>
                <a:gd name="connsiteY7" fmla="*/ 3570297 h 4408809"/>
                <a:gd name="connsiteX8" fmla="*/ 3849719 w 7137976"/>
                <a:gd name="connsiteY8" fmla="*/ 4049446 h 4408809"/>
                <a:gd name="connsiteX9" fmla="*/ 1620877 w 7137976"/>
                <a:gd name="connsiteY9" fmla="*/ 4115331 h 4408809"/>
                <a:gd name="connsiteX10" fmla="*/ 0 w 7137976"/>
                <a:gd name="connsiteY10" fmla="*/ 2488594 h 4408809"/>
                <a:gd name="connsiteX11" fmla="*/ 0 w 7137976"/>
                <a:gd name="connsiteY11" fmla="*/ 1985484 h 4408809"/>
                <a:gd name="connsiteX12" fmla="*/ 1620877 w 7137976"/>
                <a:gd name="connsiteY12" fmla="*/ 3612226 h 4408809"/>
                <a:gd name="connsiteX13" fmla="*/ 4664451 w 7137976"/>
                <a:gd name="connsiteY13" fmla="*/ 581606 h 4408809"/>
                <a:gd name="connsiteX14" fmla="*/ 5177684 w 7137976"/>
                <a:gd name="connsiteY14" fmla="*/ 575617 h 4408809"/>
                <a:gd name="connsiteX15" fmla="*/ 4163158 w 7137976"/>
                <a:gd name="connsiteY15" fmla="*/ 1581828 h 4408809"/>
                <a:gd name="connsiteX16" fmla="*/ 5499943 w 7137976"/>
                <a:gd name="connsiteY16" fmla="*/ 2923450 h 4408809"/>
                <a:gd name="connsiteX17" fmla="*/ 6550275 w 7137976"/>
                <a:gd name="connsiteY17" fmla="*/ 1869322 h 4408809"/>
                <a:gd name="connsiteX18" fmla="*/ 6550275 w 7137976"/>
                <a:gd name="connsiteY18" fmla="*/ 2378416 h 4408809"/>
                <a:gd name="connsiteX19" fmla="*/ 5499943 w 7137976"/>
                <a:gd name="connsiteY19" fmla="*/ 3432544 h 4408809"/>
                <a:gd name="connsiteX20" fmla="*/ 3912508 w 7137976"/>
                <a:gd name="connsiteY20" fmla="*/ 1839372 h 4408809"/>
                <a:gd name="connsiteX21" fmla="*/ 3849719 w 7137976"/>
                <a:gd name="connsiteY21" fmla="*/ 4408809 h 4408809"/>
                <a:gd name="connsiteX22" fmla="*/ 3015976 w 7137976"/>
                <a:gd name="connsiteY22" fmla="*/ 3570297 h 4408809"/>
                <a:gd name="connsiteX23" fmla="*/ 3849719 w 7137976"/>
                <a:gd name="connsiteY23" fmla="*/ 2731785 h 4408809"/>
                <a:gd name="connsiteX24" fmla="*/ 4683462 w 7137976"/>
                <a:gd name="connsiteY24" fmla="*/ 3570297 h 4408809"/>
                <a:gd name="connsiteX25" fmla="*/ 3849719 w 7137976"/>
                <a:gd name="connsiteY25" fmla="*/ 4408809 h 440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37976" h="4408809">
                  <a:moveTo>
                    <a:pt x="7137975" y="701435"/>
                  </a:moveTo>
                  <a:lnTo>
                    <a:pt x="6436549" y="701435"/>
                  </a:lnTo>
                  <a:lnTo>
                    <a:pt x="6436549" y="0"/>
                  </a:lnTo>
                  <a:lnTo>
                    <a:pt x="7137976" y="0"/>
                  </a:lnTo>
                  <a:close/>
                  <a:moveTo>
                    <a:pt x="3849719" y="4049446"/>
                  </a:moveTo>
                  <a:cubicBezTo>
                    <a:pt x="4111753" y="4049446"/>
                    <a:pt x="4326143" y="3833830"/>
                    <a:pt x="4326143" y="3570297"/>
                  </a:cubicBezTo>
                  <a:cubicBezTo>
                    <a:pt x="4326143" y="3306769"/>
                    <a:pt x="4111753" y="3091148"/>
                    <a:pt x="3849719" y="3091148"/>
                  </a:cubicBezTo>
                  <a:cubicBezTo>
                    <a:pt x="3587685" y="3091148"/>
                    <a:pt x="3373295" y="3306769"/>
                    <a:pt x="3373295" y="3570297"/>
                  </a:cubicBezTo>
                  <a:cubicBezTo>
                    <a:pt x="3373295" y="3833830"/>
                    <a:pt x="3587685" y="4049446"/>
                    <a:pt x="3849719" y="4049446"/>
                  </a:cubicBezTo>
                  <a:close/>
                  <a:moveTo>
                    <a:pt x="1620877" y="4115331"/>
                  </a:moveTo>
                  <a:lnTo>
                    <a:pt x="0" y="2488594"/>
                  </a:lnTo>
                  <a:lnTo>
                    <a:pt x="0" y="1985484"/>
                  </a:lnTo>
                  <a:lnTo>
                    <a:pt x="1620877" y="3612226"/>
                  </a:lnTo>
                  <a:lnTo>
                    <a:pt x="4664451" y="581606"/>
                  </a:lnTo>
                  <a:lnTo>
                    <a:pt x="5177684" y="575617"/>
                  </a:lnTo>
                  <a:lnTo>
                    <a:pt x="4163158" y="1581828"/>
                  </a:lnTo>
                  <a:lnTo>
                    <a:pt x="5499943" y="2923450"/>
                  </a:lnTo>
                  <a:lnTo>
                    <a:pt x="6550275" y="1869322"/>
                  </a:lnTo>
                  <a:lnTo>
                    <a:pt x="6550275" y="2378416"/>
                  </a:lnTo>
                  <a:lnTo>
                    <a:pt x="5499943" y="3432544"/>
                  </a:lnTo>
                  <a:lnTo>
                    <a:pt x="3912508" y="1839372"/>
                  </a:lnTo>
                  <a:close/>
                  <a:moveTo>
                    <a:pt x="3849719" y="4408809"/>
                  </a:moveTo>
                  <a:cubicBezTo>
                    <a:pt x="3391160" y="4408809"/>
                    <a:pt x="3015976" y="4031479"/>
                    <a:pt x="3015976" y="3570297"/>
                  </a:cubicBezTo>
                  <a:cubicBezTo>
                    <a:pt x="3015976" y="3109115"/>
                    <a:pt x="3391160" y="2731785"/>
                    <a:pt x="3849719" y="2731785"/>
                  </a:cubicBezTo>
                  <a:cubicBezTo>
                    <a:pt x="4308278" y="2731785"/>
                    <a:pt x="4683462" y="3109115"/>
                    <a:pt x="4683462" y="3570297"/>
                  </a:cubicBezTo>
                  <a:cubicBezTo>
                    <a:pt x="4683462" y="4031479"/>
                    <a:pt x="4308278" y="4408809"/>
                    <a:pt x="3849719" y="4408809"/>
                  </a:cubicBez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106" name="Group 105">
            <a:extLst>
              <a:ext uri="{FF2B5EF4-FFF2-40B4-BE49-F238E27FC236}">
                <a16:creationId xmlns:a16="http://schemas.microsoft.com/office/drawing/2014/main" id="{CCC3E457-CEEB-0370-B5D8-D8A92A946FE9}"/>
              </a:ext>
              <a:ext uri="{C183D7F6-B498-43B3-948B-1728B52AA6E4}">
                <adec:decorative xmlns:adec="http://schemas.microsoft.com/office/drawing/2017/decorative" val="1"/>
              </a:ext>
            </a:extLst>
          </p:cNvPr>
          <p:cNvGrpSpPr>
            <a:grpSpLocks noChangeAspect="1"/>
          </p:cNvGrpSpPr>
          <p:nvPr/>
        </p:nvGrpSpPr>
        <p:grpSpPr>
          <a:xfrm>
            <a:off x="1284094" y="2223703"/>
            <a:ext cx="457200" cy="457200"/>
            <a:chOff x="1284094" y="2223703"/>
            <a:chExt cx="457200" cy="457200"/>
          </a:xfrm>
          <a:solidFill>
            <a:schemeClr val="accent2"/>
          </a:solidFill>
        </p:grpSpPr>
        <p:sp>
          <p:nvSpPr>
            <p:cNvPr id="996" name="Freeform 46">
              <a:extLst>
                <a:ext uri="{FF2B5EF4-FFF2-40B4-BE49-F238E27FC236}">
                  <a16:creationId xmlns:a16="http://schemas.microsoft.com/office/drawing/2014/main" id="{4EC37F66-6489-21CF-5D46-665A86F453CA}"/>
                </a:ext>
                <a:ext uri="{C183D7F6-B498-43B3-948B-1728B52AA6E4}">
                  <adec:decorative xmlns:adec="http://schemas.microsoft.com/office/drawing/2017/decorative" val="1"/>
                </a:ext>
              </a:extLst>
            </p:cNvPr>
            <p:cNvSpPr>
              <a:spLocks noEditPoints="1"/>
            </p:cNvSpPr>
            <p:nvPr/>
          </p:nvSpPr>
          <p:spPr bwMode="auto">
            <a:xfrm>
              <a:off x="1417232" y="2223703"/>
              <a:ext cx="324062" cy="338349"/>
            </a:xfrm>
            <a:custGeom>
              <a:avLst/>
              <a:gdLst>
                <a:gd name="T0" fmla="*/ 501 w 6124"/>
                <a:gd name="T1" fmla="*/ 5814 h 6393"/>
                <a:gd name="T2" fmla="*/ 2520 w 6124"/>
                <a:gd name="T3" fmla="*/ 4568 h 6393"/>
                <a:gd name="T4" fmla="*/ 501 w 6124"/>
                <a:gd name="T5" fmla="*/ 3320 h 6393"/>
                <a:gd name="T6" fmla="*/ 384 w 6124"/>
                <a:gd name="T7" fmla="*/ 2723 h 6393"/>
                <a:gd name="T8" fmla="*/ 460 w 6124"/>
                <a:gd name="T9" fmla="*/ 2733 h 6393"/>
                <a:gd name="T10" fmla="*/ 535 w 6124"/>
                <a:gd name="T11" fmla="*/ 2760 h 6393"/>
                <a:gd name="T12" fmla="*/ 586 w 6124"/>
                <a:gd name="T13" fmla="*/ 2787 h 6393"/>
                <a:gd name="T14" fmla="*/ 1863 w 6124"/>
                <a:gd name="T15" fmla="*/ 3572 h 6393"/>
                <a:gd name="T16" fmla="*/ 2788 w 6124"/>
                <a:gd name="T17" fmla="*/ 4148 h 6393"/>
                <a:gd name="T18" fmla="*/ 2955 w 6124"/>
                <a:gd name="T19" fmla="*/ 4262 h 6393"/>
                <a:gd name="T20" fmla="*/ 2992 w 6124"/>
                <a:gd name="T21" fmla="*/ 4295 h 6393"/>
                <a:gd name="T22" fmla="*/ 3036 w 6124"/>
                <a:gd name="T23" fmla="*/ 4356 h 6393"/>
                <a:gd name="T24" fmla="*/ 3069 w 6124"/>
                <a:gd name="T25" fmla="*/ 4427 h 6393"/>
                <a:gd name="T26" fmla="*/ 3087 w 6124"/>
                <a:gd name="T27" fmla="*/ 4503 h 6393"/>
                <a:gd name="T28" fmla="*/ 3091 w 6124"/>
                <a:gd name="T29" fmla="*/ 4580 h 6393"/>
                <a:gd name="T30" fmla="*/ 3087 w 6124"/>
                <a:gd name="T31" fmla="*/ 4629 h 6393"/>
                <a:gd name="T32" fmla="*/ 3066 w 6124"/>
                <a:gd name="T33" fmla="*/ 4710 h 6393"/>
                <a:gd name="T34" fmla="*/ 3033 w 6124"/>
                <a:gd name="T35" fmla="*/ 4779 h 6393"/>
                <a:gd name="T36" fmla="*/ 2988 w 6124"/>
                <a:gd name="T37" fmla="*/ 4841 h 6393"/>
                <a:gd name="T38" fmla="*/ 2931 w 6124"/>
                <a:gd name="T39" fmla="*/ 4895 h 6393"/>
                <a:gd name="T40" fmla="*/ 2866 w 6124"/>
                <a:gd name="T41" fmla="*/ 4943 h 6393"/>
                <a:gd name="T42" fmla="*/ 2662 w 6124"/>
                <a:gd name="T43" fmla="*/ 5064 h 6393"/>
                <a:gd name="T44" fmla="*/ 2127 w 6124"/>
                <a:gd name="T45" fmla="*/ 5396 h 6393"/>
                <a:gd name="T46" fmla="*/ 930 w 6124"/>
                <a:gd name="T47" fmla="*/ 6135 h 6393"/>
                <a:gd name="T48" fmla="*/ 597 w 6124"/>
                <a:gd name="T49" fmla="*/ 6339 h 6393"/>
                <a:gd name="T50" fmla="*/ 513 w 6124"/>
                <a:gd name="T51" fmla="*/ 6377 h 6393"/>
                <a:gd name="T52" fmla="*/ 424 w 6124"/>
                <a:gd name="T53" fmla="*/ 6393 h 6393"/>
                <a:gd name="T54" fmla="*/ 336 w 6124"/>
                <a:gd name="T55" fmla="*/ 6387 h 6393"/>
                <a:gd name="T56" fmla="*/ 249 w 6124"/>
                <a:gd name="T57" fmla="*/ 6362 h 6393"/>
                <a:gd name="T58" fmla="*/ 168 w 6124"/>
                <a:gd name="T59" fmla="*/ 6314 h 6393"/>
                <a:gd name="T60" fmla="*/ 124 w 6124"/>
                <a:gd name="T61" fmla="*/ 6275 h 6393"/>
                <a:gd name="T62" fmla="*/ 76 w 6124"/>
                <a:gd name="T63" fmla="*/ 6219 h 6393"/>
                <a:gd name="T64" fmla="*/ 40 w 6124"/>
                <a:gd name="T65" fmla="*/ 6159 h 6393"/>
                <a:gd name="T66" fmla="*/ 16 w 6124"/>
                <a:gd name="T67" fmla="*/ 6093 h 6393"/>
                <a:gd name="T68" fmla="*/ 3 w 6124"/>
                <a:gd name="T69" fmla="*/ 6024 h 6393"/>
                <a:gd name="T70" fmla="*/ 0 w 6124"/>
                <a:gd name="T71" fmla="*/ 5949 h 6393"/>
                <a:gd name="T72" fmla="*/ 1 w 6124"/>
                <a:gd name="T73" fmla="*/ 5751 h 6393"/>
                <a:gd name="T74" fmla="*/ 0 w 6124"/>
                <a:gd name="T75" fmla="*/ 3113 h 6393"/>
                <a:gd name="T76" fmla="*/ 3 w 6124"/>
                <a:gd name="T77" fmla="*/ 3060 h 6393"/>
                <a:gd name="T78" fmla="*/ 18 w 6124"/>
                <a:gd name="T79" fmla="*/ 2987 h 6393"/>
                <a:gd name="T80" fmla="*/ 45 w 6124"/>
                <a:gd name="T81" fmla="*/ 2919 h 6393"/>
                <a:gd name="T82" fmla="*/ 85 w 6124"/>
                <a:gd name="T83" fmla="*/ 2859 h 6393"/>
                <a:gd name="T84" fmla="*/ 139 w 6124"/>
                <a:gd name="T85" fmla="*/ 2808 h 6393"/>
                <a:gd name="T86" fmla="*/ 183 w 6124"/>
                <a:gd name="T87" fmla="*/ 2778 h 6393"/>
                <a:gd name="T88" fmla="*/ 258 w 6124"/>
                <a:gd name="T89" fmla="*/ 2744 h 6393"/>
                <a:gd name="T90" fmla="*/ 333 w 6124"/>
                <a:gd name="T91" fmla="*/ 2726 h 6393"/>
                <a:gd name="T92" fmla="*/ 384 w 6124"/>
                <a:gd name="T93" fmla="*/ 2723 h 6393"/>
                <a:gd name="T94" fmla="*/ 6124 w 6124"/>
                <a:gd name="T95" fmla="*/ 1466 h 6393"/>
                <a:gd name="T96" fmla="*/ 4659 w 6124"/>
                <a:gd name="T97" fmla="*/ 2192 h 6393"/>
                <a:gd name="T98" fmla="*/ 5380 w 6124"/>
                <a:gd name="T99" fmla="*/ 735 h 6393"/>
                <a:gd name="T100" fmla="*/ 4656 w 6124"/>
                <a:gd name="T101" fmla="*/ 0 h 6393"/>
                <a:gd name="T102" fmla="*/ 3924 w 6124"/>
                <a:gd name="T103" fmla="*/ 0 h 6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124" h="6393">
                  <a:moveTo>
                    <a:pt x="501" y="3320"/>
                  </a:moveTo>
                  <a:lnTo>
                    <a:pt x="501" y="3320"/>
                  </a:lnTo>
                  <a:lnTo>
                    <a:pt x="501" y="5814"/>
                  </a:lnTo>
                  <a:lnTo>
                    <a:pt x="501" y="5814"/>
                  </a:lnTo>
                  <a:lnTo>
                    <a:pt x="2520" y="4568"/>
                  </a:lnTo>
                  <a:lnTo>
                    <a:pt x="2520" y="4568"/>
                  </a:lnTo>
                  <a:lnTo>
                    <a:pt x="2241" y="4394"/>
                  </a:lnTo>
                  <a:lnTo>
                    <a:pt x="2241" y="4394"/>
                  </a:lnTo>
                  <a:lnTo>
                    <a:pt x="501" y="3320"/>
                  </a:lnTo>
                  <a:lnTo>
                    <a:pt x="501" y="3320"/>
                  </a:lnTo>
                  <a:close/>
                  <a:moveTo>
                    <a:pt x="384" y="2723"/>
                  </a:moveTo>
                  <a:lnTo>
                    <a:pt x="384" y="2723"/>
                  </a:lnTo>
                  <a:lnTo>
                    <a:pt x="409" y="2724"/>
                  </a:lnTo>
                  <a:lnTo>
                    <a:pt x="435" y="2727"/>
                  </a:lnTo>
                  <a:lnTo>
                    <a:pt x="460" y="2733"/>
                  </a:lnTo>
                  <a:lnTo>
                    <a:pt x="484" y="2741"/>
                  </a:lnTo>
                  <a:lnTo>
                    <a:pt x="510" y="2750"/>
                  </a:lnTo>
                  <a:lnTo>
                    <a:pt x="535" y="2760"/>
                  </a:lnTo>
                  <a:lnTo>
                    <a:pt x="561" y="2772"/>
                  </a:lnTo>
                  <a:lnTo>
                    <a:pt x="586" y="2787"/>
                  </a:lnTo>
                  <a:lnTo>
                    <a:pt x="586" y="2787"/>
                  </a:lnTo>
                  <a:lnTo>
                    <a:pt x="1224" y="3180"/>
                  </a:lnTo>
                  <a:lnTo>
                    <a:pt x="1863" y="3572"/>
                  </a:lnTo>
                  <a:lnTo>
                    <a:pt x="1863" y="3572"/>
                  </a:lnTo>
                  <a:lnTo>
                    <a:pt x="2326" y="3860"/>
                  </a:lnTo>
                  <a:lnTo>
                    <a:pt x="2788" y="4148"/>
                  </a:lnTo>
                  <a:lnTo>
                    <a:pt x="2788" y="4148"/>
                  </a:lnTo>
                  <a:lnTo>
                    <a:pt x="2874" y="4203"/>
                  </a:lnTo>
                  <a:lnTo>
                    <a:pt x="2914" y="4232"/>
                  </a:lnTo>
                  <a:lnTo>
                    <a:pt x="2955" y="4262"/>
                  </a:lnTo>
                  <a:lnTo>
                    <a:pt x="2955" y="4262"/>
                  </a:lnTo>
                  <a:lnTo>
                    <a:pt x="2974" y="4277"/>
                  </a:lnTo>
                  <a:lnTo>
                    <a:pt x="2992" y="4295"/>
                  </a:lnTo>
                  <a:lnTo>
                    <a:pt x="3007" y="4314"/>
                  </a:lnTo>
                  <a:lnTo>
                    <a:pt x="3022" y="4334"/>
                  </a:lnTo>
                  <a:lnTo>
                    <a:pt x="3036" y="4356"/>
                  </a:lnTo>
                  <a:lnTo>
                    <a:pt x="3048" y="4379"/>
                  </a:lnTo>
                  <a:lnTo>
                    <a:pt x="3058" y="4403"/>
                  </a:lnTo>
                  <a:lnTo>
                    <a:pt x="3069" y="4427"/>
                  </a:lnTo>
                  <a:lnTo>
                    <a:pt x="3076" y="4452"/>
                  </a:lnTo>
                  <a:lnTo>
                    <a:pt x="3082" y="4476"/>
                  </a:lnTo>
                  <a:lnTo>
                    <a:pt x="3087" y="4503"/>
                  </a:lnTo>
                  <a:lnTo>
                    <a:pt x="3090" y="4529"/>
                  </a:lnTo>
                  <a:lnTo>
                    <a:pt x="3091" y="4554"/>
                  </a:lnTo>
                  <a:lnTo>
                    <a:pt x="3091" y="4580"/>
                  </a:lnTo>
                  <a:lnTo>
                    <a:pt x="3090" y="4605"/>
                  </a:lnTo>
                  <a:lnTo>
                    <a:pt x="3087" y="4629"/>
                  </a:lnTo>
                  <a:lnTo>
                    <a:pt x="3087" y="4629"/>
                  </a:lnTo>
                  <a:lnTo>
                    <a:pt x="3082" y="4658"/>
                  </a:lnTo>
                  <a:lnTo>
                    <a:pt x="3075" y="4685"/>
                  </a:lnTo>
                  <a:lnTo>
                    <a:pt x="3066" y="4710"/>
                  </a:lnTo>
                  <a:lnTo>
                    <a:pt x="3057" y="4734"/>
                  </a:lnTo>
                  <a:lnTo>
                    <a:pt x="3045" y="4758"/>
                  </a:lnTo>
                  <a:lnTo>
                    <a:pt x="3033" y="4779"/>
                  </a:lnTo>
                  <a:lnTo>
                    <a:pt x="3019" y="4802"/>
                  </a:lnTo>
                  <a:lnTo>
                    <a:pt x="3004" y="4821"/>
                  </a:lnTo>
                  <a:lnTo>
                    <a:pt x="2988" y="4841"/>
                  </a:lnTo>
                  <a:lnTo>
                    <a:pt x="2970" y="4860"/>
                  </a:lnTo>
                  <a:lnTo>
                    <a:pt x="2952" y="4878"/>
                  </a:lnTo>
                  <a:lnTo>
                    <a:pt x="2931" y="4895"/>
                  </a:lnTo>
                  <a:lnTo>
                    <a:pt x="2911" y="4911"/>
                  </a:lnTo>
                  <a:lnTo>
                    <a:pt x="2889" y="4926"/>
                  </a:lnTo>
                  <a:lnTo>
                    <a:pt x="2866" y="4943"/>
                  </a:lnTo>
                  <a:lnTo>
                    <a:pt x="2842" y="4956"/>
                  </a:lnTo>
                  <a:lnTo>
                    <a:pt x="2842" y="4956"/>
                  </a:lnTo>
                  <a:lnTo>
                    <a:pt x="2662" y="5064"/>
                  </a:lnTo>
                  <a:lnTo>
                    <a:pt x="2482" y="5175"/>
                  </a:lnTo>
                  <a:lnTo>
                    <a:pt x="2127" y="5396"/>
                  </a:lnTo>
                  <a:lnTo>
                    <a:pt x="2127" y="5396"/>
                  </a:lnTo>
                  <a:lnTo>
                    <a:pt x="1261" y="5930"/>
                  </a:lnTo>
                  <a:lnTo>
                    <a:pt x="1261" y="5930"/>
                  </a:lnTo>
                  <a:lnTo>
                    <a:pt x="930" y="6135"/>
                  </a:lnTo>
                  <a:lnTo>
                    <a:pt x="765" y="6239"/>
                  </a:lnTo>
                  <a:lnTo>
                    <a:pt x="597" y="6339"/>
                  </a:lnTo>
                  <a:lnTo>
                    <a:pt x="597" y="6339"/>
                  </a:lnTo>
                  <a:lnTo>
                    <a:pt x="570" y="6354"/>
                  </a:lnTo>
                  <a:lnTo>
                    <a:pt x="541" y="6368"/>
                  </a:lnTo>
                  <a:lnTo>
                    <a:pt x="513" y="6377"/>
                  </a:lnTo>
                  <a:lnTo>
                    <a:pt x="484" y="6384"/>
                  </a:lnTo>
                  <a:lnTo>
                    <a:pt x="454" y="6390"/>
                  </a:lnTo>
                  <a:lnTo>
                    <a:pt x="424" y="6393"/>
                  </a:lnTo>
                  <a:lnTo>
                    <a:pt x="396" y="6393"/>
                  </a:lnTo>
                  <a:lnTo>
                    <a:pt x="366" y="6392"/>
                  </a:lnTo>
                  <a:lnTo>
                    <a:pt x="336" y="6387"/>
                  </a:lnTo>
                  <a:lnTo>
                    <a:pt x="306" y="6381"/>
                  </a:lnTo>
                  <a:lnTo>
                    <a:pt x="277" y="6372"/>
                  </a:lnTo>
                  <a:lnTo>
                    <a:pt x="249" y="6362"/>
                  </a:lnTo>
                  <a:lnTo>
                    <a:pt x="220" y="6348"/>
                  </a:lnTo>
                  <a:lnTo>
                    <a:pt x="193" y="6332"/>
                  </a:lnTo>
                  <a:lnTo>
                    <a:pt x="168" y="6314"/>
                  </a:lnTo>
                  <a:lnTo>
                    <a:pt x="142" y="6293"/>
                  </a:lnTo>
                  <a:lnTo>
                    <a:pt x="142" y="6293"/>
                  </a:lnTo>
                  <a:lnTo>
                    <a:pt x="124" y="6275"/>
                  </a:lnTo>
                  <a:lnTo>
                    <a:pt x="106" y="6257"/>
                  </a:lnTo>
                  <a:lnTo>
                    <a:pt x="91" y="6239"/>
                  </a:lnTo>
                  <a:lnTo>
                    <a:pt x="76" y="6219"/>
                  </a:lnTo>
                  <a:lnTo>
                    <a:pt x="63" y="6200"/>
                  </a:lnTo>
                  <a:lnTo>
                    <a:pt x="51" y="6179"/>
                  </a:lnTo>
                  <a:lnTo>
                    <a:pt x="40" y="6159"/>
                  </a:lnTo>
                  <a:lnTo>
                    <a:pt x="31" y="6137"/>
                  </a:lnTo>
                  <a:lnTo>
                    <a:pt x="24" y="6116"/>
                  </a:lnTo>
                  <a:lnTo>
                    <a:pt x="16" y="6093"/>
                  </a:lnTo>
                  <a:lnTo>
                    <a:pt x="10" y="6071"/>
                  </a:lnTo>
                  <a:lnTo>
                    <a:pt x="6" y="6048"/>
                  </a:lnTo>
                  <a:lnTo>
                    <a:pt x="3" y="6024"/>
                  </a:lnTo>
                  <a:lnTo>
                    <a:pt x="1" y="6000"/>
                  </a:lnTo>
                  <a:lnTo>
                    <a:pt x="0" y="5975"/>
                  </a:lnTo>
                  <a:lnTo>
                    <a:pt x="0" y="5949"/>
                  </a:lnTo>
                  <a:lnTo>
                    <a:pt x="0" y="5949"/>
                  </a:lnTo>
                  <a:lnTo>
                    <a:pt x="1" y="5850"/>
                  </a:lnTo>
                  <a:lnTo>
                    <a:pt x="1" y="5751"/>
                  </a:lnTo>
                  <a:lnTo>
                    <a:pt x="0" y="5550"/>
                  </a:lnTo>
                  <a:lnTo>
                    <a:pt x="0" y="5550"/>
                  </a:lnTo>
                  <a:lnTo>
                    <a:pt x="0" y="3113"/>
                  </a:lnTo>
                  <a:lnTo>
                    <a:pt x="0" y="3113"/>
                  </a:lnTo>
                  <a:lnTo>
                    <a:pt x="1" y="3086"/>
                  </a:lnTo>
                  <a:lnTo>
                    <a:pt x="3" y="3060"/>
                  </a:lnTo>
                  <a:lnTo>
                    <a:pt x="6" y="3035"/>
                  </a:lnTo>
                  <a:lnTo>
                    <a:pt x="12" y="3009"/>
                  </a:lnTo>
                  <a:lnTo>
                    <a:pt x="18" y="2987"/>
                  </a:lnTo>
                  <a:lnTo>
                    <a:pt x="25" y="2963"/>
                  </a:lnTo>
                  <a:lnTo>
                    <a:pt x="34" y="2940"/>
                  </a:lnTo>
                  <a:lnTo>
                    <a:pt x="45" y="2919"/>
                  </a:lnTo>
                  <a:lnTo>
                    <a:pt x="57" y="2898"/>
                  </a:lnTo>
                  <a:lnTo>
                    <a:pt x="70" y="2879"/>
                  </a:lnTo>
                  <a:lnTo>
                    <a:pt x="85" y="2859"/>
                  </a:lnTo>
                  <a:lnTo>
                    <a:pt x="102" y="2841"/>
                  </a:lnTo>
                  <a:lnTo>
                    <a:pt x="120" y="2825"/>
                  </a:lnTo>
                  <a:lnTo>
                    <a:pt x="139" y="2808"/>
                  </a:lnTo>
                  <a:lnTo>
                    <a:pt x="160" y="2793"/>
                  </a:lnTo>
                  <a:lnTo>
                    <a:pt x="183" y="2778"/>
                  </a:lnTo>
                  <a:lnTo>
                    <a:pt x="183" y="2778"/>
                  </a:lnTo>
                  <a:lnTo>
                    <a:pt x="207" y="2765"/>
                  </a:lnTo>
                  <a:lnTo>
                    <a:pt x="232" y="2753"/>
                  </a:lnTo>
                  <a:lnTo>
                    <a:pt x="258" y="2744"/>
                  </a:lnTo>
                  <a:lnTo>
                    <a:pt x="283" y="2735"/>
                  </a:lnTo>
                  <a:lnTo>
                    <a:pt x="307" y="2729"/>
                  </a:lnTo>
                  <a:lnTo>
                    <a:pt x="333" y="2726"/>
                  </a:lnTo>
                  <a:lnTo>
                    <a:pt x="358" y="2723"/>
                  </a:lnTo>
                  <a:lnTo>
                    <a:pt x="384" y="2723"/>
                  </a:lnTo>
                  <a:lnTo>
                    <a:pt x="384" y="2723"/>
                  </a:lnTo>
                  <a:close/>
                  <a:moveTo>
                    <a:pt x="5380" y="735"/>
                  </a:moveTo>
                  <a:lnTo>
                    <a:pt x="6124" y="735"/>
                  </a:lnTo>
                  <a:lnTo>
                    <a:pt x="6124" y="1466"/>
                  </a:lnTo>
                  <a:lnTo>
                    <a:pt x="5395" y="1466"/>
                  </a:lnTo>
                  <a:lnTo>
                    <a:pt x="5395" y="2192"/>
                  </a:lnTo>
                  <a:lnTo>
                    <a:pt x="4659" y="2192"/>
                  </a:lnTo>
                  <a:lnTo>
                    <a:pt x="4659" y="1448"/>
                  </a:lnTo>
                  <a:lnTo>
                    <a:pt x="5380" y="1448"/>
                  </a:lnTo>
                  <a:lnTo>
                    <a:pt x="5380" y="735"/>
                  </a:lnTo>
                  <a:lnTo>
                    <a:pt x="5380" y="735"/>
                  </a:lnTo>
                  <a:close/>
                  <a:moveTo>
                    <a:pt x="3924" y="0"/>
                  </a:moveTo>
                  <a:lnTo>
                    <a:pt x="4656" y="0"/>
                  </a:lnTo>
                  <a:lnTo>
                    <a:pt x="4656" y="732"/>
                  </a:lnTo>
                  <a:lnTo>
                    <a:pt x="3924" y="732"/>
                  </a:lnTo>
                  <a:lnTo>
                    <a:pt x="3924" y="0"/>
                  </a:lnTo>
                  <a:lnTo>
                    <a:pt x="392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47">
              <a:extLst>
                <a:ext uri="{FF2B5EF4-FFF2-40B4-BE49-F238E27FC236}">
                  <a16:creationId xmlns:a16="http://schemas.microsoft.com/office/drawing/2014/main" id="{83C09315-0C00-75FE-663A-21D26A7C75D9}"/>
                </a:ext>
                <a:ext uri="{C183D7F6-B498-43B3-948B-1728B52AA6E4}">
                  <adec:decorative xmlns:adec="http://schemas.microsoft.com/office/drawing/2017/decorative" val="1"/>
                </a:ext>
              </a:extLst>
            </p:cNvPr>
            <p:cNvSpPr>
              <a:spLocks/>
            </p:cNvSpPr>
            <p:nvPr/>
          </p:nvSpPr>
          <p:spPr bwMode="auto">
            <a:xfrm>
              <a:off x="1284094" y="2307100"/>
              <a:ext cx="412538" cy="373803"/>
            </a:xfrm>
            <a:custGeom>
              <a:avLst/>
              <a:gdLst>
                <a:gd name="T0" fmla="*/ 7298 w 7796"/>
                <a:gd name="T1" fmla="*/ 4074 h 7065"/>
                <a:gd name="T2" fmla="*/ 501 w 7796"/>
                <a:gd name="T3" fmla="*/ 5346 h 7065"/>
                <a:gd name="T4" fmla="*/ 1883 w 7796"/>
                <a:gd name="T5" fmla="*/ 486 h 7065"/>
                <a:gd name="T6" fmla="*/ 1892 w 7796"/>
                <a:gd name="T7" fmla="*/ 486 h 7065"/>
                <a:gd name="T8" fmla="*/ 5589 w 7796"/>
                <a:gd name="T9" fmla="*/ 486 h 7065"/>
                <a:gd name="T10" fmla="*/ 6861 w 7796"/>
                <a:gd name="T11" fmla="*/ 486 h 7065"/>
                <a:gd name="T12" fmla="*/ 501 w 7796"/>
                <a:gd name="T13" fmla="*/ 0 h 7065"/>
                <a:gd name="T14" fmla="*/ 450 w 7796"/>
                <a:gd name="T15" fmla="*/ 0 h 7065"/>
                <a:gd name="T16" fmla="*/ 413 w 7796"/>
                <a:gd name="T17" fmla="*/ 2 h 7065"/>
                <a:gd name="T18" fmla="*/ 365 w 7796"/>
                <a:gd name="T19" fmla="*/ 14 h 7065"/>
                <a:gd name="T20" fmla="*/ 297 w 7796"/>
                <a:gd name="T21" fmla="*/ 38 h 7065"/>
                <a:gd name="T22" fmla="*/ 237 w 7796"/>
                <a:gd name="T23" fmla="*/ 68 h 7065"/>
                <a:gd name="T24" fmla="*/ 183 w 7796"/>
                <a:gd name="T25" fmla="*/ 104 h 7065"/>
                <a:gd name="T26" fmla="*/ 137 w 7796"/>
                <a:gd name="T27" fmla="*/ 146 h 7065"/>
                <a:gd name="T28" fmla="*/ 96 w 7796"/>
                <a:gd name="T29" fmla="*/ 194 h 7065"/>
                <a:gd name="T30" fmla="*/ 63 w 7796"/>
                <a:gd name="T31" fmla="*/ 246 h 7065"/>
                <a:gd name="T32" fmla="*/ 36 w 7796"/>
                <a:gd name="T33" fmla="*/ 302 h 7065"/>
                <a:gd name="T34" fmla="*/ 9 w 7796"/>
                <a:gd name="T35" fmla="*/ 405 h 7065"/>
                <a:gd name="T36" fmla="*/ 2 w 7796"/>
                <a:gd name="T37" fmla="*/ 494 h 7065"/>
                <a:gd name="T38" fmla="*/ 0 w 7796"/>
                <a:gd name="T39" fmla="*/ 5799 h 7065"/>
                <a:gd name="T40" fmla="*/ 3 w 7796"/>
                <a:gd name="T41" fmla="*/ 5850 h 7065"/>
                <a:gd name="T42" fmla="*/ 3641 w 7796"/>
                <a:gd name="T43" fmla="*/ 5850 h 7065"/>
                <a:gd name="T44" fmla="*/ 3581 w 7796"/>
                <a:gd name="T45" fmla="*/ 6570 h 7065"/>
                <a:gd name="T46" fmla="*/ 2381 w 7796"/>
                <a:gd name="T47" fmla="*/ 6572 h 7065"/>
                <a:gd name="T48" fmla="*/ 2324 w 7796"/>
                <a:gd name="T49" fmla="*/ 6578 h 7065"/>
                <a:gd name="T50" fmla="*/ 2279 w 7796"/>
                <a:gd name="T51" fmla="*/ 6588 h 7065"/>
                <a:gd name="T52" fmla="*/ 2217 w 7796"/>
                <a:gd name="T53" fmla="*/ 6612 h 7065"/>
                <a:gd name="T54" fmla="*/ 2163 w 7796"/>
                <a:gd name="T55" fmla="*/ 6644 h 7065"/>
                <a:gd name="T56" fmla="*/ 2112 w 7796"/>
                <a:gd name="T57" fmla="*/ 6684 h 7065"/>
                <a:gd name="T58" fmla="*/ 2040 w 7796"/>
                <a:gd name="T59" fmla="*/ 6765 h 7065"/>
                <a:gd name="T60" fmla="*/ 1998 w 7796"/>
                <a:gd name="T61" fmla="*/ 6833 h 7065"/>
                <a:gd name="T62" fmla="*/ 1961 w 7796"/>
                <a:gd name="T63" fmla="*/ 6924 h 7065"/>
                <a:gd name="T64" fmla="*/ 1949 w 7796"/>
                <a:gd name="T65" fmla="*/ 6983 h 7065"/>
                <a:gd name="T66" fmla="*/ 1947 w 7796"/>
                <a:gd name="T67" fmla="*/ 7044 h 7065"/>
                <a:gd name="T68" fmla="*/ 5849 w 7796"/>
                <a:gd name="T69" fmla="*/ 7065 h 7065"/>
                <a:gd name="T70" fmla="*/ 5837 w 7796"/>
                <a:gd name="T71" fmla="*/ 6971 h 7065"/>
                <a:gd name="T72" fmla="*/ 5813 w 7796"/>
                <a:gd name="T73" fmla="*/ 6882 h 7065"/>
                <a:gd name="T74" fmla="*/ 5784 w 7796"/>
                <a:gd name="T75" fmla="*/ 6821 h 7065"/>
                <a:gd name="T76" fmla="*/ 5747 w 7796"/>
                <a:gd name="T77" fmla="*/ 6762 h 7065"/>
                <a:gd name="T78" fmla="*/ 5717 w 7796"/>
                <a:gd name="T79" fmla="*/ 6726 h 7065"/>
                <a:gd name="T80" fmla="*/ 5664 w 7796"/>
                <a:gd name="T81" fmla="*/ 6675 h 7065"/>
                <a:gd name="T82" fmla="*/ 5606 w 7796"/>
                <a:gd name="T83" fmla="*/ 6633 h 7065"/>
                <a:gd name="T84" fmla="*/ 5544 w 7796"/>
                <a:gd name="T85" fmla="*/ 6602 h 7065"/>
                <a:gd name="T86" fmla="*/ 5477 w 7796"/>
                <a:gd name="T87" fmla="*/ 6581 h 7065"/>
                <a:gd name="T88" fmla="*/ 5403 w 7796"/>
                <a:gd name="T89" fmla="*/ 6570 h 7065"/>
                <a:gd name="T90" fmla="*/ 5082 w 7796"/>
                <a:gd name="T91" fmla="*/ 6572 h 7065"/>
                <a:gd name="T92" fmla="*/ 4199 w 7796"/>
                <a:gd name="T93" fmla="*/ 6570 h 7065"/>
                <a:gd name="T94" fmla="*/ 4143 w 7796"/>
                <a:gd name="T95" fmla="*/ 5847 h 7065"/>
                <a:gd name="T96" fmla="*/ 4209 w 7796"/>
                <a:gd name="T97" fmla="*/ 5847 h 7065"/>
                <a:gd name="T98" fmla="*/ 7358 w 7796"/>
                <a:gd name="T99" fmla="*/ 5847 h 7065"/>
                <a:gd name="T100" fmla="*/ 7382 w 7796"/>
                <a:gd name="T101" fmla="*/ 5846 h 7065"/>
                <a:gd name="T102" fmla="*/ 7451 w 7796"/>
                <a:gd name="T103" fmla="*/ 5828 h 7065"/>
                <a:gd name="T104" fmla="*/ 7514 w 7796"/>
                <a:gd name="T105" fmla="*/ 5802 h 7065"/>
                <a:gd name="T106" fmla="*/ 7572 w 7796"/>
                <a:gd name="T107" fmla="*/ 5771 h 7065"/>
                <a:gd name="T108" fmla="*/ 7623 w 7796"/>
                <a:gd name="T109" fmla="*/ 5732 h 7065"/>
                <a:gd name="T110" fmla="*/ 7670 w 7796"/>
                <a:gd name="T111" fmla="*/ 5687 h 7065"/>
                <a:gd name="T112" fmla="*/ 7709 w 7796"/>
                <a:gd name="T113" fmla="*/ 5637 h 7065"/>
                <a:gd name="T114" fmla="*/ 7740 w 7796"/>
                <a:gd name="T115" fmla="*/ 5582 h 7065"/>
                <a:gd name="T116" fmla="*/ 7766 w 7796"/>
                <a:gd name="T117" fmla="*/ 5523 h 7065"/>
                <a:gd name="T118" fmla="*/ 7784 w 7796"/>
                <a:gd name="T119" fmla="*/ 5460 h 7065"/>
                <a:gd name="T120" fmla="*/ 7793 w 7796"/>
                <a:gd name="T121" fmla="*/ 5396 h 7065"/>
                <a:gd name="T122" fmla="*/ 7796 w 7796"/>
                <a:gd name="T123" fmla="*/ 942 h 7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96" h="7065">
                  <a:moveTo>
                    <a:pt x="7302" y="942"/>
                  </a:moveTo>
                  <a:lnTo>
                    <a:pt x="7298" y="4074"/>
                  </a:lnTo>
                  <a:lnTo>
                    <a:pt x="7298" y="4074"/>
                  </a:lnTo>
                  <a:lnTo>
                    <a:pt x="7298" y="5346"/>
                  </a:lnTo>
                  <a:lnTo>
                    <a:pt x="7298" y="5346"/>
                  </a:lnTo>
                  <a:lnTo>
                    <a:pt x="501" y="5346"/>
                  </a:lnTo>
                  <a:lnTo>
                    <a:pt x="501" y="5346"/>
                  </a:lnTo>
                  <a:lnTo>
                    <a:pt x="501" y="486"/>
                  </a:lnTo>
                  <a:lnTo>
                    <a:pt x="1883" y="486"/>
                  </a:lnTo>
                  <a:lnTo>
                    <a:pt x="1883" y="486"/>
                  </a:lnTo>
                  <a:lnTo>
                    <a:pt x="1892" y="486"/>
                  </a:lnTo>
                  <a:lnTo>
                    <a:pt x="1892" y="486"/>
                  </a:lnTo>
                  <a:lnTo>
                    <a:pt x="3213" y="486"/>
                  </a:lnTo>
                  <a:lnTo>
                    <a:pt x="5589" y="486"/>
                  </a:lnTo>
                  <a:lnTo>
                    <a:pt x="5589" y="486"/>
                  </a:lnTo>
                  <a:lnTo>
                    <a:pt x="5670" y="486"/>
                  </a:lnTo>
                  <a:lnTo>
                    <a:pt x="5729" y="486"/>
                  </a:lnTo>
                  <a:lnTo>
                    <a:pt x="6861" y="486"/>
                  </a:lnTo>
                  <a:lnTo>
                    <a:pt x="6861" y="0"/>
                  </a:lnTo>
                  <a:lnTo>
                    <a:pt x="501" y="0"/>
                  </a:lnTo>
                  <a:lnTo>
                    <a:pt x="501" y="0"/>
                  </a:lnTo>
                  <a:lnTo>
                    <a:pt x="501" y="0"/>
                  </a:lnTo>
                  <a:lnTo>
                    <a:pt x="450" y="0"/>
                  </a:lnTo>
                  <a:lnTo>
                    <a:pt x="450" y="0"/>
                  </a:lnTo>
                  <a:lnTo>
                    <a:pt x="431" y="0"/>
                  </a:lnTo>
                  <a:lnTo>
                    <a:pt x="422" y="0"/>
                  </a:lnTo>
                  <a:lnTo>
                    <a:pt x="413" y="2"/>
                  </a:lnTo>
                  <a:lnTo>
                    <a:pt x="413" y="2"/>
                  </a:lnTo>
                  <a:lnTo>
                    <a:pt x="387" y="6"/>
                  </a:lnTo>
                  <a:lnTo>
                    <a:pt x="365" y="14"/>
                  </a:lnTo>
                  <a:lnTo>
                    <a:pt x="341" y="20"/>
                  </a:lnTo>
                  <a:lnTo>
                    <a:pt x="320" y="29"/>
                  </a:lnTo>
                  <a:lnTo>
                    <a:pt x="297" y="38"/>
                  </a:lnTo>
                  <a:lnTo>
                    <a:pt x="276" y="47"/>
                  </a:lnTo>
                  <a:lnTo>
                    <a:pt x="257" y="57"/>
                  </a:lnTo>
                  <a:lnTo>
                    <a:pt x="237" y="68"/>
                  </a:lnTo>
                  <a:lnTo>
                    <a:pt x="218" y="80"/>
                  </a:lnTo>
                  <a:lnTo>
                    <a:pt x="201" y="92"/>
                  </a:lnTo>
                  <a:lnTo>
                    <a:pt x="183" y="104"/>
                  </a:lnTo>
                  <a:lnTo>
                    <a:pt x="167" y="117"/>
                  </a:lnTo>
                  <a:lnTo>
                    <a:pt x="152" y="132"/>
                  </a:lnTo>
                  <a:lnTo>
                    <a:pt x="137" y="146"/>
                  </a:lnTo>
                  <a:lnTo>
                    <a:pt x="122" y="162"/>
                  </a:lnTo>
                  <a:lnTo>
                    <a:pt x="108" y="177"/>
                  </a:lnTo>
                  <a:lnTo>
                    <a:pt x="96" y="194"/>
                  </a:lnTo>
                  <a:lnTo>
                    <a:pt x="84" y="210"/>
                  </a:lnTo>
                  <a:lnTo>
                    <a:pt x="72" y="228"/>
                  </a:lnTo>
                  <a:lnTo>
                    <a:pt x="63" y="246"/>
                  </a:lnTo>
                  <a:lnTo>
                    <a:pt x="53" y="264"/>
                  </a:lnTo>
                  <a:lnTo>
                    <a:pt x="44" y="282"/>
                  </a:lnTo>
                  <a:lnTo>
                    <a:pt x="36" y="302"/>
                  </a:lnTo>
                  <a:lnTo>
                    <a:pt x="29" y="321"/>
                  </a:lnTo>
                  <a:lnTo>
                    <a:pt x="17" y="362"/>
                  </a:lnTo>
                  <a:lnTo>
                    <a:pt x="9" y="405"/>
                  </a:lnTo>
                  <a:lnTo>
                    <a:pt x="3" y="449"/>
                  </a:lnTo>
                  <a:lnTo>
                    <a:pt x="2" y="494"/>
                  </a:lnTo>
                  <a:lnTo>
                    <a:pt x="2" y="494"/>
                  </a:lnTo>
                  <a:lnTo>
                    <a:pt x="0" y="1820"/>
                  </a:lnTo>
                  <a:lnTo>
                    <a:pt x="0" y="3146"/>
                  </a:lnTo>
                  <a:lnTo>
                    <a:pt x="0" y="5799"/>
                  </a:lnTo>
                  <a:lnTo>
                    <a:pt x="0" y="5799"/>
                  </a:lnTo>
                  <a:lnTo>
                    <a:pt x="2" y="5823"/>
                  </a:lnTo>
                  <a:lnTo>
                    <a:pt x="3" y="5850"/>
                  </a:lnTo>
                  <a:lnTo>
                    <a:pt x="3" y="5850"/>
                  </a:lnTo>
                  <a:lnTo>
                    <a:pt x="3641" y="5850"/>
                  </a:lnTo>
                  <a:lnTo>
                    <a:pt x="3641" y="5850"/>
                  </a:lnTo>
                  <a:lnTo>
                    <a:pt x="3641" y="6570"/>
                  </a:lnTo>
                  <a:lnTo>
                    <a:pt x="3641" y="6570"/>
                  </a:lnTo>
                  <a:lnTo>
                    <a:pt x="3581" y="6570"/>
                  </a:lnTo>
                  <a:lnTo>
                    <a:pt x="3581" y="6570"/>
                  </a:lnTo>
                  <a:lnTo>
                    <a:pt x="2381" y="6572"/>
                  </a:lnTo>
                  <a:lnTo>
                    <a:pt x="2381" y="6572"/>
                  </a:lnTo>
                  <a:lnTo>
                    <a:pt x="2366" y="6572"/>
                  </a:lnTo>
                  <a:lnTo>
                    <a:pt x="2352" y="6573"/>
                  </a:lnTo>
                  <a:lnTo>
                    <a:pt x="2324" y="6578"/>
                  </a:lnTo>
                  <a:lnTo>
                    <a:pt x="2324" y="6578"/>
                  </a:lnTo>
                  <a:lnTo>
                    <a:pt x="2301" y="6582"/>
                  </a:lnTo>
                  <a:lnTo>
                    <a:pt x="2279" y="6588"/>
                  </a:lnTo>
                  <a:lnTo>
                    <a:pt x="2258" y="6596"/>
                  </a:lnTo>
                  <a:lnTo>
                    <a:pt x="2238" y="6603"/>
                  </a:lnTo>
                  <a:lnTo>
                    <a:pt x="2217" y="6612"/>
                  </a:lnTo>
                  <a:lnTo>
                    <a:pt x="2199" y="6621"/>
                  </a:lnTo>
                  <a:lnTo>
                    <a:pt x="2180" y="6632"/>
                  </a:lnTo>
                  <a:lnTo>
                    <a:pt x="2163" y="6644"/>
                  </a:lnTo>
                  <a:lnTo>
                    <a:pt x="2145" y="6657"/>
                  </a:lnTo>
                  <a:lnTo>
                    <a:pt x="2129" y="6669"/>
                  </a:lnTo>
                  <a:lnTo>
                    <a:pt x="2112" y="6684"/>
                  </a:lnTo>
                  <a:lnTo>
                    <a:pt x="2097" y="6699"/>
                  </a:lnTo>
                  <a:lnTo>
                    <a:pt x="2067" y="6731"/>
                  </a:lnTo>
                  <a:lnTo>
                    <a:pt x="2040" y="6765"/>
                  </a:lnTo>
                  <a:lnTo>
                    <a:pt x="2040" y="6765"/>
                  </a:lnTo>
                  <a:lnTo>
                    <a:pt x="2018" y="6798"/>
                  </a:lnTo>
                  <a:lnTo>
                    <a:pt x="1998" y="6833"/>
                  </a:lnTo>
                  <a:lnTo>
                    <a:pt x="1980" y="6869"/>
                  </a:lnTo>
                  <a:lnTo>
                    <a:pt x="1967" y="6906"/>
                  </a:lnTo>
                  <a:lnTo>
                    <a:pt x="1961" y="6924"/>
                  </a:lnTo>
                  <a:lnTo>
                    <a:pt x="1956" y="6944"/>
                  </a:lnTo>
                  <a:lnTo>
                    <a:pt x="1952" y="6963"/>
                  </a:lnTo>
                  <a:lnTo>
                    <a:pt x="1949" y="6983"/>
                  </a:lnTo>
                  <a:lnTo>
                    <a:pt x="1947" y="7004"/>
                  </a:lnTo>
                  <a:lnTo>
                    <a:pt x="1947" y="7023"/>
                  </a:lnTo>
                  <a:lnTo>
                    <a:pt x="1947" y="7044"/>
                  </a:lnTo>
                  <a:lnTo>
                    <a:pt x="1947" y="7065"/>
                  </a:lnTo>
                  <a:lnTo>
                    <a:pt x="1947" y="7065"/>
                  </a:lnTo>
                  <a:lnTo>
                    <a:pt x="5849" y="7065"/>
                  </a:lnTo>
                  <a:lnTo>
                    <a:pt x="5849" y="7065"/>
                  </a:lnTo>
                  <a:lnTo>
                    <a:pt x="5844" y="7017"/>
                  </a:lnTo>
                  <a:lnTo>
                    <a:pt x="5837" y="6971"/>
                  </a:lnTo>
                  <a:lnTo>
                    <a:pt x="5826" y="6926"/>
                  </a:lnTo>
                  <a:lnTo>
                    <a:pt x="5820" y="6905"/>
                  </a:lnTo>
                  <a:lnTo>
                    <a:pt x="5813" y="6882"/>
                  </a:lnTo>
                  <a:lnTo>
                    <a:pt x="5804" y="6861"/>
                  </a:lnTo>
                  <a:lnTo>
                    <a:pt x="5795" y="6842"/>
                  </a:lnTo>
                  <a:lnTo>
                    <a:pt x="5784" y="6821"/>
                  </a:lnTo>
                  <a:lnTo>
                    <a:pt x="5774" y="6801"/>
                  </a:lnTo>
                  <a:lnTo>
                    <a:pt x="5760" y="6782"/>
                  </a:lnTo>
                  <a:lnTo>
                    <a:pt x="5747" y="6762"/>
                  </a:lnTo>
                  <a:lnTo>
                    <a:pt x="5733" y="6744"/>
                  </a:lnTo>
                  <a:lnTo>
                    <a:pt x="5717" y="6726"/>
                  </a:lnTo>
                  <a:lnTo>
                    <a:pt x="5717" y="6726"/>
                  </a:lnTo>
                  <a:lnTo>
                    <a:pt x="5700" y="6708"/>
                  </a:lnTo>
                  <a:lnTo>
                    <a:pt x="5682" y="6692"/>
                  </a:lnTo>
                  <a:lnTo>
                    <a:pt x="5664" y="6675"/>
                  </a:lnTo>
                  <a:lnTo>
                    <a:pt x="5645" y="6660"/>
                  </a:lnTo>
                  <a:lnTo>
                    <a:pt x="5627" y="6647"/>
                  </a:lnTo>
                  <a:lnTo>
                    <a:pt x="5606" y="6633"/>
                  </a:lnTo>
                  <a:lnTo>
                    <a:pt x="5586" y="6623"/>
                  </a:lnTo>
                  <a:lnTo>
                    <a:pt x="5565" y="6611"/>
                  </a:lnTo>
                  <a:lnTo>
                    <a:pt x="5544" y="6602"/>
                  </a:lnTo>
                  <a:lnTo>
                    <a:pt x="5522" y="6593"/>
                  </a:lnTo>
                  <a:lnTo>
                    <a:pt x="5499" y="6587"/>
                  </a:lnTo>
                  <a:lnTo>
                    <a:pt x="5477" y="6581"/>
                  </a:lnTo>
                  <a:lnTo>
                    <a:pt x="5453" y="6576"/>
                  </a:lnTo>
                  <a:lnTo>
                    <a:pt x="5429" y="6572"/>
                  </a:lnTo>
                  <a:lnTo>
                    <a:pt x="5403" y="6570"/>
                  </a:lnTo>
                  <a:lnTo>
                    <a:pt x="5378" y="6570"/>
                  </a:lnTo>
                  <a:lnTo>
                    <a:pt x="5378" y="6570"/>
                  </a:lnTo>
                  <a:lnTo>
                    <a:pt x="5082" y="6572"/>
                  </a:lnTo>
                  <a:lnTo>
                    <a:pt x="4788" y="6572"/>
                  </a:lnTo>
                  <a:lnTo>
                    <a:pt x="4199" y="6570"/>
                  </a:lnTo>
                  <a:lnTo>
                    <a:pt x="4199" y="6570"/>
                  </a:lnTo>
                  <a:lnTo>
                    <a:pt x="4143" y="6570"/>
                  </a:lnTo>
                  <a:lnTo>
                    <a:pt x="4143" y="6570"/>
                  </a:lnTo>
                  <a:lnTo>
                    <a:pt x="4143" y="5847"/>
                  </a:lnTo>
                  <a:lnTo>
                    <a:pt x="4143" y="5847"/>
                  </a:lnTo>
                  <a:lnTo>
                    <a:pt x="4209" y="5847"/>
                  </a:lnTo>
                  <a:lnTo>
                    <a:pt x="4209" y="5847"/>
                  </a:lnTo>
                  <a:lnTo>
                    <a:pt x="7334" y="5847"/>
                  </a:lnTo>
                  <a:lnTo>
                    <a:pt x="7334" y="5847"/>
                  </a:lnTo>
                  <a:lnTo>
                    <a:pt x="7358" y="5847"/>
                  </a:lnTo>
                  <a:lnTo>
                    <a:pt x="7371" y="5847"/>
                  </a:lnTo>
                  <a:lnTo>
                    <a:pt x="7382" y="5846"/>
                  </a:lnTo>
                  <a:lnTo>
                    <a:pt x="7382" y="5846"/>
                  </a:lnTo>
                  <a:lnTo>
                    <a:pt x="7406" y="5841"/>
                  </a:lnTo>
                  <a:lnTo>
                    <a:pt x="7428" y="5835"/>
                  </a:lnTo>
                  <a:lnTo>
                    <a:pt x="7451" y="5828"/>
                  </a:lnTo>
                  <a:lnTo>
                    <a:pt x="7473" y="5820"/>
                  </a:lnTo>
                  <a:lnTo>
                    <a:pt x="7494" y="5811"/>
                  </a:lnTo>
                  <a:lnTo>
                    <a:pt x="7514" y="5802"/>
                  </a:lnTo>
                  <a:lnTo>
                    <a:pt x="7535" y="5793"/>
                  </a:lnTo>
                  <a:lnTo>
                    <a:pt x="7553" y="5781"/>
                  </a:lnTo>
                  <a:lnTo>
                    <a:pt x="7572" y="5771"/>
                  </a:lnTo>
                  <a:lnTo>
                    <a:pt x="7590" y="5757"/>
                  </a:lnTo>
                  <a:lnTo>
                    <a:pt x="7607" y="5745"/>
                  </a:lnTo>
                  <a:lnTo>
                    <a:pt x="7623" y="5732"/>
                  </a:lnTo>
                  <a:lnTo>
                    <a:pt x="7640" y="5717"/>
                  </a:lnTo>
                  <a:lnTo>
                    <a:pt x="7655" y="5702"/>
                  </a:lnTo>
                  <a:lnTo>
                    <a:pt x="7670" y="5687"/>
                  </a:lnTo>
                  <a:lnTo>
                    <a:pt x="7683" y="5670"/>
                  </a:lnTo>
                  <a:lnTo>
                    <a:pt x="7697" y="5654"/>
                  </a:lnTo>
                  <a:lnTo>
                    <a:pt x="7709" y="5637"/>
                  </a:lnTo>
                  <a:lnTo>
                    <a:pt x="7721" y="5619"/>
                  </a:lnTo>
                  <a:lnTo>
                    <a:pt x="7731" y="5601"/>
                  </a:lnTo>
                  <a:lnTo>
                    <a:pt x="7740" y="5582"/>
                  </a:lnTo>
                  <a:lnTo>
                    <a:pt x="7751" y="5564"/>
                  </a:lnTo>
                  <a:lnTo>
                    <a:pt x="7758" y="5544"/>
                  </a:lnTo>
                  <a:lnTo>
                    <a:pt x="7766" y="5523"/>
                  </a:lnTo>
                  <a:lnTo>
                    <a:pt x="7773" y="5504"/>
                  </a:lnTo>
                  <a:lnTo>
                    <a:pt x="7778" y="5483"/>
                  </a:lnTo>
                  <a:lnTo>
                    <a:pt x="7784" y="5460"/>
                  </a:lnTo>
                  <a:lnTo>
                    <a:pt x="7787" y="5439"/>
                  </a:lnTo>
                  <a:lnTo>
                    <a:pt x="7791" y="5417"/>
                  </a:lnTo>
                  <a:lnTo>
                    <a:pt x="7793" y="5396"/>
                  </a:lnTo>
                  <a:lnTo>
                    <a:pt x="7794" y="5373"/>
                  </a:lnTo>
                  <a:lnTo>
                    <a:pt x="7794" y="5349"/>
                  </a:lnTo>
                  <a:lnTo>
                    <a:pt x="7796" y="942"/>
                  </a:lnTo>
                  <a:lnTo>
                    <a:pt x="7302" y="9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5" name="Group 104">
            <a:extLst>
              <a:ext uri="{FF2B5EF4-FFF2-40B4-BE49-F238E27FC236}">
                <a16:creationId xmlns:a16="http://schemas.microsoft.com/office/drawing/2014/main" id="{E7043F6E-5B21-6B70-DA4C-7309BF3D7629}"/>
              </a:ext>
              <a:ext uri="{C183D7F6-B498-43B3-948B-1728B52AA6E4}">
                <adec:decorative xmlns:adec="http://schemas.microsoft.com/office/drawing/2017/decorative" val="1"/>
              </a:ext>
            </a:extLst>
          </p:cNvPr>
          <p:cNvGrpSpPr>
            <a:grpSpLocks noChangeAspect="1"/>
          </p:cNvGrpSpPr>
          <p:nvPr/>
        </p:nvGrpSpPr>
        <p:grpSpPr>
          <a:xfrm>
            <a:off x="1878065" y="2223703"/>
            <a:ext cx="514432" cy="457200"/>
            <a:chOff x="1878065" y="2223703"/>
            <a:chExt cx="514432" cy="457200"/>
          </a:xfrm>
          <a:solidFill>
            <a:schemeClr val="accent2"/>
          </a:solidFill>
        </p:grpSpPr>
        <p:sp>
          <p:nvSpPr>
            <p:cNvPr id="1000" name="Freeform: Shape 999">
              <a:extLst>
                <a:ext uri="{FF2B5EF4-FFF2-40B4-BE49-F238E27FC236}">
                  <a16:creationId xmlns:a16="http://schemas.microsoft.com/office/drawing/2014/main" id="{E349828D-EE8D-F706-A001-D4432B7454C7}"/>
                </a:ext>
                <a:ext uri="{C183D7F6-B498-43B3-948B-1728B52AA6E4}">
                  <adec:decorative xmlns:adec="http://schemas.microsoft.com/office/drawing/2017/decorative" val="1"/>
                </a:ext>
              </a:extLst>
            </p:cNvPr>
            <p:cNvSpPr/>
            <p:nvPr/>
          </p:nvSpPr>
          <p:spPr>
            <a:xfrm rot="10800000">
              <a:off x="1885620" y="2223703"/>
              <a:ext cx="506877" cy="457200"/>
            </a:xfrm>
            <a:custGeom>
              <a:avLst/>
              <a:gdLst>
                <a:gd name="connsiteX0" fmla="*/ 649563 w 705897"/>
                <a:gd name="connsiteY0" fmla="*/ 636611 h 636715"/>
                <a:gd name="connsiteX1" fmla="*/ 6945 w 705897"/>
                <a:gd name="connsiteY1" fmla="*/ 636035 h 636715"/>
                <a:gd name="connsiteX2" fmla="*/ 1012 w 705897"/>
                <a:gd name="connsiteY2" fmla="*/ 631864 h 636715"/>
                <a:gd name="connsiteX3" fmla="*/ 48 w 705897"/>
                <a:gd name="connsiteY3" fmla="*/ 609020 h 636715"/>
                <a:gd name="connsiteX4" fmla="*/ 116 w 705897"/>
                <a:gd name="connsiteY4" fmla="*/ 171184 h 636715"/>
                <a:gd name="connsiteX5" fmla="*/ 2817 w 705897"/>
                <a:gd name="connsiteY5" fmla="*/ 141680 h 636715"/>
                <a:gd name="connsiteX6" fmla="*/ 40350 w 705897"/>
                <a:gd name="connsiteY6" fmla="*/ 109985 h 636715"/>
                <a:gd name="connsiteX7" fmla="*/ 56392 w 705897"/>
                <a:gd name="connsiteY7" fmla="*/ 109879 h 636715"/>
                <a:gd name="connsiteX8" fmla="*/ 299379 w 705897"/>
                <a:gd name="connsiteY8" fmla="*/ 109858 h 636715"/>
                <a:gd name="connsiteX9" fmla="*/ 324193 w 705897"/>
                <a:gd name="connsiteY9" fmla="*/ 109858 h 636715"/>
                <a:gd name="connsiteX10" fmla="*/ 327814 w 705897"/>
                <a:gd name="connsiteY10" fmla="*/ 77308 h 636715"/>
                <a:gd name="connsiteX11" fmla="*/ 325909 w 705897"/>
                <a:gd name="connsiteY11" fmla="*/ 46716 h 636715"/>
                <a:gd name="connsiteX12" fmla="*/ 302698 w 705897"/>
                <a:gd name="connsiteY12" fmla="*/ 45791 h 636715"/>
                <a:gd name="connsiteX13" fmla="*/ 217881 w 705897"/>
                <a:gd name="connsiteY13" fmla="*/ 45689 h 636715"/>
                <a:gd name="connsiteX14" fmla="*/ 177590 w 705897"/>
                <a:gd name="connsiteY14" fmla="*/ 12404 h 636715"/>
                <a:gd name="connsiteX15" fmla="*/ 187228 w 705897"/>
                <a:gd name="connsiteY15" fmla="*/ 191 h 636715"/>
                <a:gd name="connsiteX16" fmla="*/ 200977 w 705897"/>
                <a:gd name="connsiteY16" fmla="*/ 21 h 636715"/>
                <a:gd name="connsiteX17" fmla="*/ 508150 w 705897"/>
                <a:gd name="connsiteY17" fmla="*/ 33 h 636715"/>
                <a:gd name="connsiteX18" fmla="*/ 524170 w 705897"/>
                <a:gd name="connsiteY18" fmla="*/ 488 h 636715"/>
                <a:gd name="connsiteX19" fmla="*/ 530333 w 705897"/>
                <a:gd name="connsiteY19" fmla="*/ 10570 h 636715"/>
                <a:gd name="connsiteX20" fmla="*/ 521571 w 705897"/>
                <a:gd name="connsiteY20" fmla="*/ 31600 h 636715"/>
                <a:gd name="connsiteX21" fmla="*/ 496268 w 705897"/>
                <a:gd name="connsiteY21" fmla="*/ 45374 h 636715"/>
                <a:gd name="connsiteX22" fmla="*/ 480253 w 705897"/>
                <a:gd name="connsiteY22" fmla="*/ 45737 h 636715"/>
                <a:gd name="connsiteX23" fmla="*/ 400022 w 705897"/>
                <a:gd name="connsiteY23" fmla="*/ 45794 h 636715"/>
                <a:gd name="connsiteX24" fmla="*/ 379290 w 705897"/>
                <a:gd name="connsiteY24" fmla="*/ 46767 h 636715"/>
                <a:gd name="connsiteX25" fmla="*/ 377161 w 705897"/>
                <a:gd name="connsiteY25" fmla="*/ 58908 h 636715"/>
                <a:gd name="connsiteX26" fmla="*/ 377353 w 705897"/>
                <a:gd name="connsiteY26" fmla="*/ 107348 h 636715"/>
                <a:gd name="connsiteX27" fmla="*/ 392007 w 705897"/>
                <a:gd name="connsiteY27" fmla="*/ 110127 h 636715"/>
                <a:gd name="connsiteX28" fmla="*/ 392903 w 705897"/>
                <a:gd name="connsiteY28" fmla="*/ 110267 h 636715"/>
                <a:gd name="connsiteX29" fmla="*/ 617476 w 705897"/>
                <a:gd name="connsiteY29" fmla="*/ 110267 h 636715"/>
                <a:gd name="connsiteX30" fmla="*/ 617810 w 705897"/>
                <a:gd name="connsiteY30" fmla="*/ 109775 h 636715"/>
                <a:gd name="connsiteX31" fmla="*/ 618086 w 705897"/>
                <a:gd name="connsiteY31" fmla="*/ 109777 h 636715"/>
                <a:gd name="connsiteX32" fmla="*/ 618086 w 705897"/>
                <a:gd name="connsiteY32" fmla="*/ 155707 h 636715"/>
                <a:gd name="connsiteX33" fmla="*/ 75883 w 705897"/>
                <a:gd name="connsiteY33" fmla="*/ 155707 h 636715"/>
                <a:gd name="connsiteX34" fmla="*/ 75883 w 705897"/>
                <a:gd name="connsiteY34" fmla="*/ 154827 h 636715"/>
                <a:gd name="connsiteX35" fmla="*/ 61063 w 705897"/>
                <a:gd name="connsiteY35" fmla="*/ 154954 h 636715"/>
                <a:gd name="connsiteX36" fmla="*/ 48730 w 705897"/>
                <a:gd name="connsiteY36" fmla="*/ 157827 h 636715"/>
                <a:gd name="connsiteX37" fmla="*/ 47481 w 705897"/>
                <a:gd name="connsiteY37" fmla="*/ 165836 h 636715"/>
                <a:gd name="connsiteX38" fmla="*/ 47458 w 705897"/>
                <a:gd name="connsiteY38" fmla="*/ 576554 h 636715"/>
                <a:gd name="connsiteX39" fmla="*/ 50706 w 705897"/>
                <a:gd name="connsiteY39" fmla="*/ 590278 h 636715"/>
                <a:gd name="connsiteX40" fmla="*/ 624251 w 705897"/>
                <a:gd name="connsiteY40" fmla="*/ 591713 h 636715"/>
                <a:gd name="connsiteX41" fmla="*/ 644891 w 705897"/>
                <a:gd name="connsiteY41" fmla="*/ 591536 h 636715"/>
                <a:gd name="connsiteX42" fmla="*/ 657224 w 705897"/>
                <a:gd name="connsiteY42" fmla="*/ 588663 h 636715"/>
                <a:gd name="connsiteX43" fmla="*/ 658473 w 705897"/>
                <a:gd name="connsiteY43" fmla="*/ 580654 h 636715"/>
                <a:gd name="connsiteX44" fmla="*/ 658495 w 705897"/>
                <a:gd name="connsiteY44" fmla="*/ 196850 h 636715"/>
                <a:gd name="connsiteX45" fmla="*/ 705897 w 705897"/>
                <a:gd name="connsiteY45" fmla="*/ 196850 h 636715"/>
                <a:gd name="connsiteX46" fmla="*/ 705838 w 705897"/>
                <a:gd name="connsiteY46" fmla="*/ 575305 h 636715"/>
                <a:gd name="connsiteX47" fmla="*/ 703137 w 705897"/>
                <a:gd name="connsiteY47" fmla="*/ 604810 h 636715"/>
                <a:gd name="connsiteX48" fmla="*/ 665604 w 705897"/>
                <a:gd name="connsiteY48" fmla="*/ 636504 h 636715"/>
                <a:gd name="connsiteX49" fmla="*/ 649563 w 705897"/>
                <a:gd name="connsiteY49" fmla="*/ 636611 h 63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5897" h="636715">
                  <a:moveTo>
                    <a:pt x="649563" y="636611"/>
                  </a:moveTo>
                  <a:lnTo>
                    <a:pt x="6945" y="636035"/>
                  </a:lnTo>
                  <a:cubicBezTo>
                    <a:pt x="3708" y="633263"/>
                    <a:pt x="2512" y="632362"/>
                    <a:pt x="1012" y="631864"/>
                  </a:cubicBezTo>
                  <a:cubicBezTo>
                    <a:pt x="676" y="624249"/>
                    <a:pt x="51" y="616634"/>
                    <a:pt x="48" y="609020"/>
                  </a:cubicBezTo>
                  <a:cubicBezTo>
                    <a:pt x="-10" y="463075"/>
                    <a:pt x="-46" y="317129"/>
                    <a:pt x="116" y="171184"/>
                  </a:cubicBezTo>
                  <a:cubicBezTo>
                    <a:pt x="127" y="161334"/>
                    <a:pt x="767" y="151276"/>
                    <a:pt x="2817" y="141680"/>
                  </a:cubicBezTo>
                  <a:cubicBezTo>
                    <a:pt x="6479" y="124536"/>
                    <a:pt x="22773" y="111313"/>
                    <a:pt x="40350" y="109985"/>
                  </a:cubicBezTo>
                  <a:cubicBezTo>
                    <a:pt x="45669" y="109584"/>
                    <a:pt x="51043" y="109879"/>
                    <a:pt x="56392" y="109879"/>
                  </a:cubicBezTo>
                  <a:lnTo>
                    <a:pt x="299379" y="109858"/>
                  </a:lnTo>
                  <a:lnTo>
                    <a:pt x="324193" y="109858"/>
                  </a:lnTo>
                  <a:cubicBezTo>
                    <a:pt x="330603" y="98544"/>
                    <a:pt x="327342" y="87659"/>
                    <a:pt x="327814" y="77308"/>
                  </a:cubicBezTo>
                  <a:cubicBezTo>
                    <a:pt x="328258" y="67562"/>
                    <a:pt x="328879" y="57602"/>
                    <a:pt x="325909" y="46716"/>
                  </a:cubicBezTo>
                  <a:cubicBezTo>
                    <a:pt x="317624" y="46371"/>
                    <a:pt x="310162" y="45819"/>
                    <a:pt x="302698" y="45791"/>
                  </a:cubicBezTo>
                  <a:lnTo>
                    <a:pt x="217881" y="45689"/>
                  </a:lnTo>
                  <a:cubicBezTo>
                    <a:pt x="197215" y="45540"/>
                    <a:pt x="181910" y="32671"/>
                    <a:pt x="177590" y="12404"/>
                  </a:cubicBezTo>
                  <a:cubicBezTo>
                    <a:pt x="176107" y="5448"/>
                    <a:pt x="179781" y="647"/>
                    <a:pt x="187228" y="191"/>
                  </a:cubicBezTo>
                  <a:cubicBezTo>
                    <a:pt x="191797" y="-90"/>
                    <a:pt x="196393" y="21"/>
                    <a:pt x="200977" y="21"/>
                  </a:cubicBezTo>
                  <a:lnTo>
                    <a:pt x="508150" y="33"/>
                  </a:lnTo>
                  <a:cubicBezTo>
                    <a:pt x="513492" y="34"/>
                    <a:pt x="518857" y="23"/>
                    <a:pt x="524170" y="488"/>
                  </a:cubicBezTo>
                  <a:cubicBezTo>
                    <a:pt x="529116" y="921"/>
                    <a:pt x="532089" y="5669"/>
                    <a:pt x="530333" y="10570"/>
                  </a:cubicBezTo>
                  <a:cubicBezTo>
                    <a:pt x="527768" y="17729"/>
                    <a:pt x="525602" y="25292"/>
                    <a:pt x="521571" y="31600"/>
                  </a:cubicBezTo>
                  <a:cubicBezTo>
                    <a:pt x="515936" y="40416"/>
                    <a:pt x="506138" y="43661"/>
                    <a:pt x="496268" y="45374"/>
                  </a:cubicBezTo>
                  <a:cubicBezTo>
                    <a:pt x="491065" y="46278"/>
                    <a:pt x="485600" y="45732"/>
                    <a:pt x="480253" y="45737"/>
                  </a:cubicBezTo>
                  <a:lnTo>
                    <a:pt x="400022" y="45794"/>
                  </a:lnTo>
                  <a:cubicBezTo>
                    <a:pt x="393279" y="45821"/>
                    <a:pt x="386537" y="46411"/>
                    <a:pt x="379290" y="46767"/>
                  </a:cubicBezTo>
                  <a:cubicBezTo>
                    <a:pt x="378406" y="51592"/>
                    <a:pt x="377189" y="55246"/>
                    <a:pt x="377161" y="58908"/>
                  </a:cubicBezTo>
                  <a:cubicBezTo>
                    <a:pt x="377035" y="74829"/>
                    <a:pt x="377255" y="90752"/>
                    <a:pt x="377353" y="107348"/>
                  </a:cubicBezTo>
                  <a:cubicBezTo>
                    <a:pt x="382295" y="109312"/>
                    <a:pt x="387086" y="109752"/>
                    <a:pt x="392007" y="110127"/>
                  </a:cubicBezTo>
                  <a:lnTo>
                    <a:pt x="392903" y="110267"/>
                  </a:lnTo>
                  <a:lnTo>
                    <a:pt x="617476" y="110267"/>
                  </a:lnTo>
                  <a:lnTo>
                    <a:pt x="617810" y="109775"/>
                  </a:lnTo>
                  <a:lnTo>
                    <a:pt x="618086" y="109777"/>
                  </a:lnTo>
                  <a:lnTo>
                    <a:pt x="618086" y="155707"/>
                  </a:lnTo>
                  <a:lnTo>
                    <a:pt x="75883" y="155707"/>
                  </a:lnTo>
                  <a:lnTo>
                    <a:pt x="75883" y="154827"/>
                  </a:lnTo>
                  <a:lnTo>
                    <a:pt x="61063" y="154954"/>
                  </a:lnTo>
                  <a:cubicBezTo>
                    <a:pt x="56792" y="155272"/>
                    <a:pt x="52617" y="156879"/>
                    <a:pt x="48730" y="157827"/>
                  </a:cubicBezTo>
                  <a:cubicBezTo>
                    <a:pt x="48162" y="161346"/>
                    <a:pt x="47483" y="163591"/>
                    <a:pt x="47481" y="165836"/>
                  </a:cubicBezTo>
                  <a:cubicBezTo>
                    <a:pt x="47395" y="302742"/>
                    <a:pt x="47336" y="439648"/>
                    <a:pt x="47458" y="576554"/>
                  </a:cubicBezTo>
                  <a:cubicBezTo>
                    <a:pt x="47462" y="580777"/>
                    <a:pt x="49406" y="584999"/>
                    <a:pt x="50706" y="590278"/>
                  </a:cubicBezTo>
                  <a:lnTo>
                    <a:pt x="624251" y="591713"/>
                  </a:lnTo>
                  <a:cubicBezTo>
                    <a:pt x="631134" y="591714"/>
                    <a:pt x="638044" y="592046"/>
                    <a:pt x="644891" y="591536"/>
                  </a:cubicBezTo>
                  <a:cubicBezTo>
                    <a:pt x="649162" y="591218"/>
                    <a:pt x="653338" y="589611"/>
                    <a:pt x="657224" y="588663"/>
                  </a:cubicBezTo>
                  <a:cubicBezTo>
                    <a:pt x="657792" y="585144"/>
                    <a:pt x="658471" y="582899"/>
                    <a:pt x="658473" y="580654"/>
                  </a:cubicBezTo>
                  <a:lnTo>
                    <a:pt x="658495" y="196850"/>
                  </a:lnTo>
                  <a:lnTo>
                    <a:pt x="705897" y="196850"/>
                  </a:lnTo>
                  <a:lnTo>
                    <a:pt x="705838" y="575305"/>
                  </a:lnTo>
                  <a:cubicBezTo>
                    <a:pt x="705827" y="585156"/>
                    <a:pt x="705187" y="595213"/>
                    <a:pt x="703137" y="604810"/>
                  </a:cubicBezTo>
                  <a:cubicBezTo>
                    <a:pt x="699475" y="621954"/>
                    <a:pt x="683181" y="635177"/>
                    <a:pt x="665604" y="636504"/>
                  </a:cubicBezTo>
                  <a:cubicBezTo>
                    <a:pt x="660285" y="636906"/>
                    <a:pt x="654911" y="636611"/>
                    <a:pt x="649563" y="636611"/>
                  </a:cubicBezTo>
                  <a:close/>
                </a:path>
              </a:pathLst>
            </a:custGeom>
            <a:grpFill/>
            <a:ln w="1155" cap="flat">
              <a:noFill/>
              <a:prstDash val="solid"/>
              <a:miter/>
            </a:ln>
          </p:spPr>
          <p:txBody>
            <a:bodyPr wrap="square" rtlCol="0" anchor="ctr">
              <a:noAutofit/>
            </a:bodyPr>
            <a:lstStyle/>
            <a:p>
              <a:endParaRPr lang="en-US"/>
            </a:p>
          </p:txBody>
        </p:sp>
        <p:sp>
          <p:nvSpPr>
            <p:cNvPr id="1004" name="Freeform: Shape 1003">
              <a:extLst>
                <a:ext uri="{FF2B5EF4-FFF2-40B4-BE49-F238E27FC236}">
                  <a16:creationId xmlns:a16="http://schemas.microsoft.com/office/drawing/2014/main" id="{2FA88D3B-3BF3-0235-3626-AD6796A62E96}"/>
                </a:ext>
                <a:ext uri="{C183D7F6-B498-43B3-948B-1728B52AA6E4}">
                  <adec:decorative xmlns:adec="http://schemas.microsoft.com/office/drawing/2017/decorative" val="1"/>
                </a:ext>
              </a:extLst>
            </p:cNvPr>
            <p:cNvSpPr/>
            <p:nvPr/>
          </p:nvSpPr>
          <p:spPr>
            <a:xfrm>
              <a:off x="1878065" y="2339950"/>
              <a:ext cx="340342" cy="269398"/>
            </a:xfrm>
            <a:custGeom>
              <a:avLst/>
              <a:gdLst>
                <a:gd name="connsiteX0" fmla="*/ 0 w 5105135"/>
                <a:gd name="connsiteY0" fmla="*/ 3295599 h 4040967"/>
                <a:gd name="connsiteX1" fmla="*/ 754051 w 5105135"/>
                <a:gd name="connsiteY1" fmla="*/ 3295599 h 4040967"/>
                <a:gd name="connsiteX2" fmla="*/ 754051 w 5105135"/>
                <a:gd name="connsiteY2" fmla="*/ 4040967 h 4040967"/>
                <a:gd name="connsiteX3" fmla="*/ 0 w 5105135"/>
                <a:gd name="connsiteY3" fmla="*/ 4040967 h 4040967"/>
                <a:gd name="connsiteX4" fmla="*/ 3547370 w 5105135"/>
                <a:gd name="connsiteY4" fmla="*/ 482404 h 4040967"/>
                <a:gd name="connsiteX5" fmla="*/ 3484219 w 5105135"/>
                <a:gd name="connsiteY5" fmla="*/ 493313 h 4040967"/>
                <a:gd name="connsiteX6" fmla="*/ 3471522 w 5105135"/>
                <a:gd name="connsiteY6" fmla="*/ 721518 h 4040967"/>
                <a:gd name="connsiteX7" fmla="*/ 3472967 w 5105135"/>
                <a:gd name="connsiteY7" fmla="*/ 1656294 h 4040967"/>
                <a:gd name="connsiteX8" fmla="*/ 3500245 w 5105135"/>
                <a:gd name="connsiteY8" fmla="*/ 1786310 h 4040967"/>
                <a:gd name="connsiteX9" fmla="*/ 4466854 w 5105135"/>
                <a:gd name="connsiteY9" fmla="*/ 1221145 h 4040967"/>
                <a:gd name="connsiteX10" fmla="*/ 4604407 w 5105135"/>
                <a:gd name="connsiteY10" fmla="*/ 1124294 h 4040967"/>
                <a:gd name="connsiteX11" fmla="*/ 3547370 w 5105135"/>
                <a:gd name="connsiteY11" fmla="*/ 482404 h 4040967"/>
                <a:gd name="connsiteX12" fmla="*/ 3450904 w 5105135"/>
                <a:gd name="connsiteY12" fmla="*/ 677 h 4040967"/>
                <a:gd name="connsiteX13" fmla="*/ 3576745 w 5105135"/>
                <a:gd name="connsiteY13" fmla="*/ 26905 h 4040967"/>
                <a:gd name="connsiteX14" fmla="*/ 3730196 w 5105135"/>
                <a:gd name="connsiteY14" fmla="*/ 105257 h 4040967"/>
                <a:gd name="connsiteX15" fmla="*/ 4807220 w 5105135"/>
                <a:gd name="connsiteY15" fmla="*/ 750412 h 4040967"/>
                <a:gd name="connsiteX16" fmla="*/ 4970060 w 5105135"/>
                <a:gd name="connsiteY16" fmla="*/ 861351 h 4040967"/>
                <a:gd name="connsiteX17" fmla="*/ 4977618 w 5105135"/>
                <a:gd name="connsiteY17" fmla="*/ 1372143 h 4040967"/>
                <a:gd name="connsiteX18" fmla="*/ 4794331 w 5105135"/>
                <a:gd name="connsiteY18" fmla="*/ 1496486 h 4040967"/>
                <a:gd name="connsiteX19" fmla="*/ 3739906 w 5105135"/>
                <a:gd name="connsiteY19" fmla="*/ 2130485 h 4040967"/>
                <a:gd name="connsiteX20" fmla="*/ 3416304 w 5105135"/>
                <a:gd name="connsiteY20" fmla="*/ 2229584 h 4040967"/>
                <a:gd name="connsiteX21" fmla="*/ 3108974 w 5105135"/>
                <a:gd name="connsiteY21" fmla="*/ 1971544 h 4040967"/>
                <a:gd name="connsiteX22" fmla="*/ 3106384 w 5105135"/>
                <a:gd name="connsiteY22" fmla="*/ 1850264 h 4040967"/>
                <a:gd name="connsiteX23" fmla="*/ 3106234 w 5105135"/>
                <a:gd name="connsiteY23" fmla="*/ 370695 h 4040967"/>
                <a:gd name="connsiteX24" fmla="*/ 3157095 w 5105135"/>
                <a:gd name="connsiteY24" fmla="*/ 134214 h 4040967"/>
                <a:gd name="connsiteX25" fmla="*/ 3450904 w 5105135"/>
                <a:gd name="connsiteY25" fmla="*/ 677 h 404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105135" h="4040967">
                  <a:moveTo>
                    <a:pt x="0" y="3295599"/>
                  </a:moveTo>
                  <a:lnTo>
                    <a:pt x="754051" y="3295599"/>
                  </a:lnTo>
                  <a:lnTo>
                    <a:pt x="754051" y="4040967"/>
                  </a:lnTo>
                  <a:lnTo>
                    <a:pt x="0" y="4040967"/>
                  </a:lnTo>
                  <a:close/>
                  <a:moveTo>
                    <a:pt x="3547370" y="482404"/>
                  </a:moveTo>
                  <a:cubicBezTo>
                    <a:pt x="3535637" y="477416"/>
                    <a:pt x="3517673" y="487029"/>
                    <a:pt x="3484219" y="493313"/>
                  </a:cubicBezTo>
                  <a:cubicBezTo>
                    <a:pt x="3480226" y="551100"/>
                    <a:pt x="3475890" y="613812"/>
                    <a:pt x="3471522" y="721518"/>
                  </a:cubicBezTo>
                  <a:cubicBezTo>
                    <a:pt x="3471651" y="1033117"/>
                    <a:pt x="3470987" y="1344706"/>
                    <a:pt x="3472967" y="1656294"/>
                  </a:cubicBezTo>
                  <a:cubicBezTo>
                    <a:pt x="3473192" y="1693024"/>
                    <a:pt x="3487901" y="1729658"/>
                    <a:pt x="3500245" y="1786310"/>
                  </a:cubicBezTo>
                  <a:cubicBezTo>
                    <a:pt x="3841618" y="1601654"/>
                    <a:pt x="4149268" y="1402611"/>
                    <a:pt x="4466854" y="1221145"/>
                  </a:cubicBezTo>
                  <a:cubicBezTo>
                    <a:pt x="4513850" y="1194286"/>
                    <a:pt x="4555890" y="1158776"/>
                    <a:pt x="4604407" y="1124294"/>
                  </a:cubicBezTo>
                  <a:cubicBezTo>
                    <a:pt x="4432415" y="989953"/>
                    <a:pt x="3711344" y="552310"/>
                    <a:pt x="3547370" y="482404"/>
                  </a:cubicBezTo>
                  <a:close/>
                  <a:moveTo>
                    <a:pt x="3450904" y="677"/>
                  </a:moveTo>
                  <a:cubicBezTo>
                    <a:pt x="3491594" y="3041"/>
                    <a:pt x="3533897" y="11623"/>
                    <a:pt x="3576745" y="26905"/>
                  </a:cubicBezTo>
                  <a:cubicBezTo>
                    <a:pt x="3630411" y="46056"/>
                    <a:pt x="3680898" y="75881"/>
                    <a:pt x="3730196" y="105257"/>
                  </a:cubicBezTo>
                  <a:cubicBezTo>
                    <a:pt x="4089672" y="319534"/>
                    <a:pt x="4448708" y="534529"/>
                    <a:pt x="4807220" y="750412"/>
                  </a:cubicBezTo>
                  <a:cubicBezTo>
                    <a:pt x="4863445" y="784262"/>
                    <a:pt x="4919776" y="819536"/>
                    <a:pt x="4970060" y="861351"/>
                  </a:cubicBezTo>
                  <a:cubicBezTo>
                    <a:pt x="5146976" y="1008452"/>
                    <a:pt x="5150734" y="1223618"/>
                    <a:pt x="4977618" y="1372143"/>
                  </a:cubicBezTo>
                  <a:cubicBezTo>
                    <a:pt x="4921928" y="1419932"/>
                    <a:pt x="4857503" y="1458332"/>
                    <a:pt x="4794331" y="1496486"/>
                  </a:cubicBezTo>
                  <a:cubicBezTo>
                    <a:pt x="4443248" y="1708461"/>
                    <a:pt x="4090967" y="1918456"/>
                    <a:pt x="3739906" y="2130485"/>
                  </a:cubicBezTo>
                  <a:cubicBezTo>
                    <a:pt x="3639832" y="2190928"/>
                    <a:pt x="3538827" y="2236757"/>
                    <a:pt x="3416304" y="2229584"/>
                  </a:cubicBezTo>
                  <a:cubicBezTo>
                    <a:pt x="3237846" y="2219157"/>
                    <a:pt x="3144259" y="2146511"/>
                    <a:pt x="3108974" y="1971544"/>
                  </a:cubicBezTo>
                  <a:cubicBezTo>
                    <a:pt x="3102572" y="1939824"/>
                    <a:pt x="3106972" y="1905910"/>
                    <a:pt x="3106384" y="1850264"/>
                  </a:cubicBezTo>
                  <a:cubicBezTo>
                    <a:pt x="3106384" y="1341922"/>
                    <a:pt x="3106544" y="856308"/>
                    <a:pt x="3106234" y="370695"/>
                  </a:cubicBezTo>
                  <a:cubicBezTo>
                    <a:pt x="3106180" y="288060"/>
                    <a:pt x="3105816" y="207514"/>
                    <a:pt x="3157095" y="134214"/>
                  </a:cubicBezTo>
                  <a:cubicBezTo>
                    <a:pt x="3221287" y="42443"/>
                    <a:pt x="3328836" y="-6417"/>
                    <a:pt x="3450904" y="677"/>
                  </a:cubicBezTo>
                  <a:close/>
                </a:path>
              </a:pathLst>
            </a:custGeom>
            <a:solidFill>
              <a:schemeClr val="bg1"/>
            </a:solidFill>
            <a:ln w="1155" cap="flat">
              <a:noFill/>
              <a:prstDash val="solid"/>
              <a:miter/>
            </a:ln>
          </p:spPr>
          <p:txBody>
            <a:bodyPr wrap="square" rtlCol="0" anchor="ctr">
              <a:noAutofit/>
            </a:bodyPr>
            <a:lstStyle/>
            <a:p>
              <a:endParaRPr lang="en-US"/>
            </a:p>
          </p:txBody>
        </p:sp>
      </p:grpSp>
      <p:grpSp>
        <p:nvGrpSpPr>
          <p:cNvPr id="104" name="Group 103">
            <a:extLst>
              <a:ext uri="{FF2B5EF4-FFF2-40B4-BE49-F238E27FC236}">
                <a16:creationId xmlns:a16="http://schemas.microsoft.com/office/drawing/2014/main" id="{A1B23C6A-DC23-F635-1D0B-466604033B4D}"/>
              </a:ext>
              <a:ext uri="{C183D7F6-B498-43B3-948B-1728B52AA6E4}">
                <adec:decorative xmlns:adec="http://schemas.microsoft.com/office/drawing/2017/decorative" val="1"/>
              </a:ext>
            </a:extLst>
          </p:cNvPr>
          <p:cNvGrpSpPr>
            <a:grpSpLocks noChangeAspect="1"/>
          </p:cNvGrpSpPr>
          <p:nvPr/>
        </p:nvGrpSpPr>
        <p:grpSpPr>
          <a:xfrm>
            <a:off x="2529268" y="2223703"/>
            <a:ext cx="359376" cy="457200"/>
            <a:chOff x="2529268" y="2223703"/>
            <a:chExt cx="359376" cy="457200"/>
          </a:xfrm>
          <a:solidFill>
            <a:schemeClr val="accent2"/>
          </a:solidFill>
        </p:grpSpPr>
        <p:sp>
          <p:nvSpPr>
            <p:cNvPr id="1023" name="Freeform: Shape 1022">
              <a:extLst>
                <a:ext uri="{FF2B5EF4-FFF2-40B4-BE49-F238E27FC236}">
                  <a16:creationId xmlns:a16="http://schemas.microsoft.com/office/drawing/2014/main" id="{9F6FFE42-1C86-75EE-9594-56618F892547}"/>
                </a:ext>
                <a:ext uri="{C183D7F6-B498-43B3-948B-1728B52AA6E4}">
                  <adec:decorative xmlns:adec="http://schemas.microsoft.com/office/drawing/2017/decorative" val="1"/>
                </a:ext>
              </a:extLst>
            </p:cNvPr>
            <p:cNvSpPr/>
            <p:nvPr/>
          </p:nvSpPr>
          <p:spPr>
            <a:xfrm>
              <a:off x="2542718" y="2298921"/>
              <a:ext cx="216707" cy="172696"/>
            </a:xfrm>
            <a:custGeom>
              <a:avLst/>
              <a:gdLst>
                <a:gd name="connsiteX0" fmla="*/ 0 w 3250597"/>
                <a:gd name="connsiteY0" fmla="*/ 2140478 h 2590438"/>
                <a:gd name="connsiteX1" fmla="*/ 449957 w 3250597"/>
                <a:gd name="connsiteY1" fmla="*/ 2140478 h 2590438"/>
                <a:gd name="connsiteX2" fmla="*/ 449957 w 3250597"/>
                <a:gd name="connsiteY2" fmla="*/ 2590438 h 2590438"/>
                <a:gd name="connsiteX3" fmla="*/ 0 w 3250597"/>
                <a:gd name="connsiteY3" fmla="*/ 2590438 h 2590438"/>
                <a:gd name="connsiteX4" fmla="*/ 2204591 w 3250597"/>
                <a:gd name="connsiteY4" fmla="*/ 267317 h 2590438"/>
                <a:gd name="connsiteX5" fmla="*/ 2204932 w 3250597"/>
                <a:gd name="connsiteY5" fmla="*/ 1131408 h 2590438"/>
                <a:gd name="connsiteX6" fmla="*/ 2223606 w 3250597"/>
                <a:gd name="connsiteY6" fmla="*/ 1153641 h 2590438"/>
                <a:gd name="connsiteX7" fmla="*/ 2958646 w 3250597"/>
                <a:gd name="connsiteY7" fmla="*/ 720230 h 2590438"/>
                <a:gd name="connsiteX8" fmla="*/ 2204591 w 3250597"/>
                <a:gd name="connsiteY8" fmla="*/ 267317 h 2590438"/>
                <a:gd name="connsiteX9" fmla="*/ 2178612 w 3250597"/>
                <a:gd name="connsiteY9" fmla="*/ 143 h 2590438"/>
                <a:gd name="connsiteX10" fmla="*/ 2301493 w 3250597"/>
                <a:gd name="connsiteY10" fmla="*/ 35153 h 2590438"/>
                <a:gd name="connsiteX11" fmla="*/ 2757869 w 3250597"/>
                <a:gd name="connsiteY11" fmla="*/ 309771 h 2590438"/>
                <a:gd name="connsiteX12" fmla="*/ 3145395 w 3250597"/>
                <a:gd name="connsiteY12" fmla="*/ 540055 h 2590438"/>
                <a:gd name="connsiteX13" fmla="*/ 3142381 w 3250597"/>
                <a:gd name="connsiteY13" fmla="*/ 900490 h 2590438"/>
                <a:gd name="connsiteX14" fmla="*/ 2292344 w 3250597"/>
                <a:gd name="connsiteY14" fmla="*/ 1406857 h 2590438"/>
                <a:gd name="connsiteX15" fmla="*/ 1969195 w 3250597"/>
                <a:gd name="connsiteY15" fmla="*/ 1223328 h 2590438"/>
                <a:gd name="connsiteX16" fmla="*/ 1969098 w 3250597"/>
                <a:gd name="connsiteY16" fmla="*/ 217577 h 2590438"/>
                <a:gd name="connsiteX17" fmla="*/ 2178612 w 3250597"/>
                <a:gd name="connsiteY17" fmla="*/ 143 h 259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50597" h="2590438">
                  <a:moveTo>
                    <a:pt x="0" y="2140478"/>
                  </a:moveTo>
                  <a:lnTo>
                    <a:pt x="449957" y="2140478"/>
                  </a:lnTo>
                  <a:lnTo>
                    <a:pt x="449957" y="2590438"/>
                  </a:lnTo>
                  <a:lnTo>
                    <a:pt x="0" y="2590438"/>
                  </a:lnTo>
                  <a:close/>
                  <a:moveTo>
                    <a:pt x="2204591" y="267317"/>
                  </a:moveTo>
                  <a:cubicBezTo>
                    <a:pt x="2204591" y="562208"/>
                    <a:pt x="2204591" y="837294"/>
                    <a:pt x="2204932" y="1131408"/>
                  </a:cubicBezTo>
                  <a:cubicBezTo>
                    <a:pt x="2211363" y="1139175"/>
                    <a:pt x="2222201" y="1154464"/>
                    <a:pt x="2223606" y="1153641"/>
                  </a:cubicBezTo>
                  <a:cubicBezTo>
                    <a:pt x="2463240" y="1013369"/>
                    <a:pt x="2702198" y="871943"/>
                    <a:pt x="2958646" y="720230"/>
                  </a:cubicBezTo>
                  <a:cubicBezTo>
                    <a:pt x="2699067" y="564317"/>
                    <a:pt x="2458692" y="419939"/>
                    <a:pt x="2204591" y="267317"/>
                  </a:cubicBezTo>
                  <a:close/>
                  <a:moveTo>
                    <a:pt x="2178612" y="143"/>
                  </a:moveTo>
                  <a:cubicBezTo>
                    <a:pt x="2217493" y="1515"/>
                    <a:pt x="2259233" y="12738"/>
                    <a:pt x="2301493" y="35153"/>
                  </a:cubicBezTo>
                  <a:cubicBezTo>
                    <a:pt x="2455533" y="116858"/>
                    <a:pt x="2601165" y="214406"/>
                    <a:pt x="2757869" y="309771"/>
                  </a:cubicBezTo>
                  <a:cubicBezTo>
                    <a:pt x="2892279" y="389245"/>
                    <a:pt x="3023039" y="458358"/>
                    <a:pt x="3145395" y="540055"/>
                  </a:cubicBezTo>
                  <a:cubicBezTo>
                    <a:pt x="3285993" y="633928"/>
                    <a:pt x="3286336" y="810733"/>
                    <a:pt x="3142381" y="900490"/>
                  </a:cubicBezTo>
                  <a:cubicBezTo>
                    <a:pt x="2862550" y="1074964"/>
                    <a:pt x="2578844" y="1243550"/>
                    <a:pt x="2292344" y="1406857"/>
                  </a:cubicBezTo>
                  <a:cubicBezTo>
                    <a:pt x="2137028" y="1495388"/>
                    <a:pt x="1971851" y="1400562"/>
                    <a:pt x="1969195" y="1223328"/>
                  </a:cubicBezTo>
                  <a:cubicBezTo>
                    <a:pt x="1964171" y="888140"/>
                    <a:pt x="1964290" y="552773"/>
                    <a:pt x="1969098" y="217577"/>
                  </a:cubicBezTo>
                  <a:cubicBezTo>
                    <a:pt x="1971063" y="80578"/>
                    <a:pt x="2061969" y="-3971"/>
                    <a:pt x="2178612" y="143"/>
                  </a:cubicBezTo>
                  <a:close/>
                </a:path>
              </a:pathLst>
            </a:custGeom>
            <a:solidFill>
              <a:schemeClr val="bg1"/>
            </a:solidFill>
            <a:ln w="9525" cap="flat">
              <a:noFill/>
              <a:prstDash val="solid"/>
              <a:miter/>
            </a:ln>
          </p:spPr>
          <p:txBody>
            <a:bodyPr wrap="square" rtlCol="0" anchor="ctr">
              <a:noAutofit/>
            </a:bodyPr>
            <a:lstStyle/>
            <a:p>
              <a:endParaRPr lang="en-US"/>
            </a:p>
          </p:txBody>
        </p:sp>
        <p:sp>
          <p:nvSpPr>
            <p:cNvPr id="1024" name="Freeform: Shape 1023">
              <a:extLst>
                <a:ext uri="{FF2B5EF4-FFF2-40B4-BE49-F238E27FC236}">
                  <a16:creationId xmlns:a16="http://schemas.microsoft.com/office/drawing/2014/main" id="{FBE2607B-B72F-9148-2C2A-C2217194F3DB}"/>
                </a:ext>
                <a:ext uri="{C183D7F6-B498-43B3-948B-1728B52AA6E4}">
                  <adec:decorative xmlns:adec="http://schemas.microsoft.com/office/drawing/2017/decorative" val="1"/>
                </a:ext>
              </a:extLst>
            </p:cNvPr>
            <p:cNvSpPr/>
            <p:nvPr/>
          </p:nvSpPr>
          <p:spPr>
            <a:xfrm>
              <a:off x="2529268" y="2223703"/>
              <a:ext cx="359376" cy="457200"/>
            </a:xfrm>
            <a:custGeom>
              <a:avLst/>
              <a:gdLst>
                <a:gd name="connsiteX0" fmla="*/ 901788 w 5390632"/>
                <a:gd name="connsiteY0" fmla="*/ 5955433 h 6857999"/>
                <a:gd name="connsiteX1" fmla="*/ 1785254 w 5390632"/>
                <a:gd name="connsiteY1" fmla="*/ 6676101 h 6857999"/>
                <a:gd name="connsiteX2" fmla="*/ 1798552 w 5390632"/>
                <a:gd name="connsiteY2" fmla="*/ 6763310 h 6857999"/>
                <a:gd name="connsiteX3" fmla="*/ 1811850 w 5390632"/>
                <a:gd name="connsiteY3" fmla="*/ 6676101 h 6857999"/>
                <a:gd name="connsiteX4" fmla="*/ 2695317 w 5390632"/>
                <a:gd name="connsiteY4" fmla="*/ 5955433 h 6857999"/>
                <a:gd name="connsiteX5" fmla="*/ 3578783 w 5390632"/>
                <a:gd name="connsiteY5" fmla="*/ 6676101 h 6857999"/>
                <a:gd name="connsiteX6" fmla="*/ 3592081 w 5390632"/>
                <a:gd name="connsiteY6" fmla="*/ 6763306 h 6857999"/>
                <a:gd name="connsiteX7" fmla="*/ 3605378 w 5390632"/>
                <a:gd name="connsiteY7" fmla="*/ 6676101 h 6857999"/>
                <a:gd name="connsiteX8" fmla="*/ 4488845 w 5390632"/>
                <a:gd name="connsiteY8" fmla="*/ 5955433 h 6857999"/>
                <a:gd name="connsiteX9" fmla="*/ 5390632 w 5390632"/>
                <a:gd name="connsiteY9" fmla="*/ 6857999 h 6857999"/>
                <a:gd name="connsiteX10" fmla="*/ 5209499 w 5390632"/>
                <a:gd name="connsiteY10" fmla="*/ 6857999 h 6857999"/>
                <a:gd name="connsiteX11" fmla="*/ 4488845 w 5390632"/>
                <a:gd name="connsiteY11" fmla="*/ 6136567 h 6857999"/>
                <a:gd name="connsiteX12" fmla="*/ 3768190 w 5390632"/>
                <a:gd name="connsiteY12" fmla="*/ 6857999 h 6857999"/>
                <a:gd name="connsiteX13" fmla="*/ 3597104 w 5390632"/>
                <a:gd name="connsiteY13" fmla="*/ 6857999 h 6857999"/>
                <a:gd name="connsiteX14" fmla="*/ 3587057 w 5390632"/>
                <a:gd name="connsiteY14" fmla="*/ 6857999 h 6857999"/>
                <a:gd name="connsiteX15" fmla="*/ 3415971 w 5390632"/>
                <a:gd name="connsiteY15" fmla="*/ 6857999 h 6857999"/>
                <a:gd name="connsiteX16" fmla="*/ 2695317 w 5390632"/>
                <a:gd name="connsiteY16" fmla="*/ 6136567 h 6857999"/>
                <a:gd name="connsiteX17" fmla="*/ 1974662 w 5390632"/>
                <a:gd name="connsiteY17" fmla="*/ 6857999 h 6857999"/>
                <a:gd name="connsiteX18" fmla="*/ 1803575 w 5390632"/>
                <a:gd name="connsiteY18" fmla="*/ 6857999 h 6857999"/>
                <a:gd name="connsiteX19" fmla="*/ 1793529 w 5390632"/>
                <a:gd name="connsiteY19" fmla="*/ 6857999 h 6857999"/>
                <a:gd name="connsiteX20" fmla="*/ 1622442 w 5390632"/>
                <a:gd name="connsiteY20" fmla="*/ 6857999 h 6857999"/>
                <a:gd name="connsiteX21" fmla="*/ 901788 w 5390632"/>
                <a:gd name="connsiteY21" fmla="*/ 6136567 h 6857999"/>
                <a:gd name="connsiteX22" fmla="*/ 181133 w 5390632"/>
                <a:gd name="connsiteY22" fmla="*/ 6857999 h 6857999"/>
                <a:gd name="connsiteX23" fmla="*/ 0 w 5390632"/>
                <a:gd name="connsiteY23" fmla="*/ 6857999 h 6857999"/>
                <a:gd name="connsiteX24" fmla="*/ 901788 w 5390632"/>
                <a:gd name="connsiteY24" fmla="*/ 5955433 h 6857999"/>
                <a:gd name="connsiteX25" fmla="*/ 4488843 w 5390632"/>
                <a:gd name="connsiteY25" fmla="*/ 4902061 h 6857999"/>
                <a:gd name="connsiteX26" fmla="*/ 4075436 w 5390632"/>
                <a:gd name="connsiteY26" fmla="*/ 5315974 h 6857999"/>
                <a:gd name="connsiteX27" fmla="*/ 4488843 w 5390632"/>
                <a:gd name="connsiteY27" fmla="*/ 5729887 h 6857999"/>
                <a:gd name="connsiteX28" fmla="*/ 4902250 w 5390632"/>
                <a:gd name="connsiteY28" fmla="*/ 5315974 h 6857999"/>
                <a:gd name="connsiteX29" fmla="*/ 4488843 w 5390632"/>
                <a:gd name="connsiteY29" fmla="*/ 4902061 h 6857999"/>
                <a:gd name="connsiteX30" fmla="*/ 2695315 w 5390632"/>
                <a:gd name="connsiteY30" fmla="*/ 4902061 h 6857999"/>
                <a:gd name="connsiteX31" fmla="*/ 2281908 w 5390632"/>
                <a:gd name="connsiteY31" fmla="*/ 5315974 h 6857999"/>
                <a:gd name="connsiteX32" fmla="*/ 2695315 w 5390632"/>
                <a:gd name="connsiteY32" fmla="*/ 5729887 h 6857999"/>
                <a:gd name="connsiteX33" fmla="*/ 3108722 w 5390632"/>
                <a:gd name="connsiteY33" fmla="*/ 5315974 h 6857999"/>
                <a:gd name="connsiteX34" fmla="*/ 2695315 w 5390632"/>
                <a:gd name="connsiteY34" fmla="*/ 4902061 h 6857999"/>
                <a:gd name="connsiteX35" fmla="*/ 901786 w 5390632"/>
                <a:gd name="connsiteY35" fmla="*/ 4902061 h 6857999"/>
                <a:gd name="connsiteX36" fmla="*/ 488379 w 5390632"/>
                <a:gd name="connsiteY36" fmla="*/ 5315974 h 6857999"/>
                <a:gd name="connsiteX37" fmla="*/ 901786 w 5390632"/>
                <a:gd name="connsiteY37" fmla="*/ 5729887 h 6857999"/>
                <a:gd name="connsiteX38" fmla="*/ 1315193 w 5390632"/>
                <a:gd name="connsiteY38" fmla="*/ 5315974 h 6857999"/>
                <a:gd name="connsiteX39" fmla="*/ 901786 w 5390632"/>
                <a:gd name="connsiteY39" fmla="*/ 4902061 h 6857999"/>
                <a:gd name="connsiteX40" fmla="*/ 4488844 w 5390632"/>
                <a:gd name="connsiteY40" fmla="*/ 4731081 h 6857999"/>
                <a:gd name="connsiteX41" fmla="*/ 5073232 w 5390632"/>
                <a:gd name="connsiteY41" fmla="*/ 5315974 h 6857999"/>
                <a:gd name="connsiteX42" fmla="*/ 4488844 w 5390632"/>
                <a:gd name="connsiteY42" fmla="*/ 5900867 h 6857999"/>
                <a:gd name="connsiteX43" fmla="*/ 3904456 w 5390632"/>
                <a:gd name="connsiteY43" fmla="*/ 5315974 h 6857999"/>
                <a:gd name="connsiteX44" fmla="*/ 4488844 w 5390632"/>
                <a:gd name="connsiteY44" fmla="*/ 4731081 h 6857999"/>
                <a:gd name="connsiteX45" fmla="*/ 2695316 w 5390632"/>
                <a:gd name="connsiteY45" fmla="*/ 4731081 h 6857999"/>
                <a:gd name="connsiteX46" fmla="*/ 3279704 w 5390632"/>
                <a:gd name="connsiteY46" fmla="*/ 5315974 h 6857999"/>
                <a:gd name="connsiteX47" fmla="*/ 2695316 w 5390632"/>
                <a:gd name="connsiteY47" fmla="*/ 5900867 h 6857999"/>
                <a:gd name="connsiteX48" fmla="*/ 2110928 w 5390632"/>
                <a:gd name="connsiteY48" fmla="*/ 5315974 h 6857999"/>
                <a:gd name="connsiteX49" fmla="*/ 2695316 w 5390632"/>
                <a:gd name="connsiteY49" fmla="*/ 4731081 h 6857999"/>
                <a:gd name="connsiteX50" fmla="*/ 901787 w 5390632"/>
                <a:gd name="connsiteY50" fmla="*/ 4731081 h 6857999"/>
                <a:gd name="connsiteX51" fmla="*/ 1486175 w 5390632"/>
                <a:gd name="connsiteY51" fmla="*/ 5315974 h 6857999"/>
                <a:gd name="connsiteX52" fmla="*/ 901787 w 5390632"/>
                <a:gd name="connsiteY52" fmla="*/ 5900867 h 6857999"/>
                <a:gd name="connsiteX53" fmla="*/ 317399 w 5390632"/>
                <a:gd name="connsiteY53" fmla="*/ 5315974 h 6857999"/>
                <a:gd name="connsiteX54" fmla="*/ 901787 w 5390632"/>
                <a:gd name="connsiteY54" fmla="*/ 4731081 h 6857999"/>
                <a:gd name="connsiteX55" fmla="*/ 5081882 w 5390632"/>
                <a:gd name="connsiteY55" fmla="*/ 0 h 6857999"/>
                <a:gd name="connsiteX56" fmla="*/ 5081929 w 5390632"/>
                <a:gd name="connsiteY56" fmla="*/ 40695 h 6857999"/>
                <a:gd name="connsiteX57" fmla="*/ 5085684 w 5390632"/>
                <a:gd name="connsiteY57" fmla="*/ 40695 h 6857999"/>
                <a:gd name="connsiteX58" fmla="*/ 5085684 w 5390632"/>
                <a:gd name="connsiteY58" fmla="*/ 336917 h 6857999"/>
                <a:gd name="connsiteX59" fmla="*/ 5082283 w 5390632"/>
                <a:gd name="connsiteY59" fmla="*/ 336917 h 6857999"/>
                <a:gd name="connsiteX60" fmla="*/ 5085684 w 5390632"/>
                <a:gd name="connsiteY60" fmla="*/ 3191573 h 6857999"/>
                <a:gd name="connsiteX61" fmla="*/ 5085684 w 5390632"/>
                <a:gd name="connsiteY61" fmla="*/ 3343738 h 6857999"/>
                <a:gd name="connsiteX62" fmla="*/ 4781362 w 5390632"/>
                <a:gd name="connsiteY62" fmla="*/ 3648060 h 6857999"/>
                <a:gd name="connsiteX63" fmla="*/ 4629205 w 5390632"/>
                <a:gd name="connsiteY63" fmla="*/ 3648060 h 6857999"/>
                <a:gd name="connsiteX64" fmla="*/ 2821066 w 5390632"/>
                <a:gd name="connsiteY64" fmla="*/ 3648060 h 6857999"/>
                <a:gd name="connsiteX65" fmla="*/ 2821066 w 5390632"/>
                <a:gd name="connsiteY65" fmla="*/ 4095637 h 6857999"/>
                <a:gd name="connsiteX66" fmla="*/ 3582248 w 5390632"/>
                <a:gd name="connsiteY66" fmla="*/ 4095637 h 6857999"/>
                <a:gd name="connsiteX67" fmla="*/ 3870974 w 5390632"/>
                <a:gd name="connsiteY67" fmla="*/ 4399354 h 6857999"/>
                <a:gd name="connsiteX68" fmla="*/ 1471189 w 5390632"/>
                <a:gd name="connsiteY68" fmla="*/ 4399354 h 6857999"/>
                <a:gd name="connsiteX69" fmla="*/ 1759907 w 5390632"/>
                <a:gd name="connsiteY69" fmla="*/ 4095637 h 6857999"/>
                <a:gd name="connsiteX70" fmla="*/ 2521090 w 5390632"/>
                <a:gd name="connsiteY70" fmla="*/ 4095637 h 6857999"/>
                <a:gd name="connsiteX71" fmla="*/ 2521090 w 5390632"/>
                <a:gd name="connsiteY71" fmla="*/ 3648060 h 6857999"/>
                <a:gd name="connsiteX72" fmla="*/ 1932151 w 5390632"/>
                <a:gd name="connsiteY72" fmla="*/ 3648060 h 6857999"/>
                <a:gd name="connsiteX73" fmla="*/ 1932151 w 5390632"/>
                <a:gd name="connsiteY73" fmla="*/ 3645673 h 6857999"/>
                <a:gd name="connsiteX74" fmla="*/ 862878 w 5390632"/>
                <a:gd name="connsiteY74" fmla="*/ 3645673 h 6857999"/>
                <a:gd name="connsiteX75" fmla="*/ 862878 w 5390632"/>
                <a:gd name="connsiteY75" fmla="*/ 3345704 h 6857999"/>
                <a:gd name="connsiteX76" fmla="*/ 1932151 w 5390632"/>
                <a:gd name="connsiteY76" fmla="*/ 3345704 h 6857999"/>
                <a:gd name="connsiteX77" fmla="*/ 1932151 w 5390632"/>
                <a:gd name="connsiteY77" fmla="*/ 3343738 h 6857999"/>
                <a:gd name="connsiteX78" fmla="*/ 4781362 w 5390632"/>
                <a:gd name="connsiteY78" fmla="*/ 3343738 h 6857999"/>
                <a:gd name="connsiteX79" fmla="*/ 4781362 w 5390632"/>
                <a:gd name="connsiteY79" fmla="*/ 336277 h 6857999"/>
                <a:gd name="connsiteX80" fmla="*/ 582260 w 5390632"/>
                <a:gd name="connsiteY80" fmla="*/ 336277 h 6857999"/>
                <a:gd name="connsiteX81" fmla="*/ 582260 w 5390632"/>
                <a:gd name="connsiteY81" fmla="*/ 2123313 h 6857999"/>
                <a:gd name="connsiteX82" fmla="*/ 578764 w 5390632"/>
                <a:gd name="connsiteY82" fmla="*/ 2123313 h 6857999"/>
                <a:gd name="connsiteX83" fmla="*/ 578764 w 5390632"/>
                <a:gd name="connsiteY83" fmla="*/ 3057577 h 6857999"/>
                <a:gd name="connsiteX84" fmla="*/ 278795 w 5390632"/>
                <a:gd name="connsiteY84" fmla="*/ 3057577 h 6857999"/>
                <a:gd name="connsiteX85" fmla="*/ 278795 w 5390632"/>
                <a:gd name="connsiteY85" fmla="*/ 2123313 h 6857999"/>
                <a:gd name="connsiteX86" fmla="*/ 278788 w 5390632"/>
                <a:gd name="connsiteY86" fmla="*/ 2123313 h 6857999"/>
                <a:gd name="connsiteX87" fmla="*/ 278795 w 5390632"/>
                <a:gd name="connsiteY87" fmla="*/ 2122163 h 6857999"/>
                <a:gd name="connsiteX88" fmla="*/ 278795 w 5390632"/>
                <a:gd name="connsiteY88" fmla="*/ 1750278 h 6857999"/>
                <a:gd name="connsiteX89" fmla="*/ 279584 w 5390632"/>
                <a:gd name="connsiteY89" fmla="*/ 1750278 h 6857999"/>
                <a:gd name="connsiteX90" fmla="*/ 282584 w 5390632"/>
                <a:gd name="connsiteY90" fmla="*/ 340045 h 6857999"/>
                <a:gd name="connsiteX91" fmla="*/ 586055 w 5390632"/>
                <a:gd name="connsiteY91" fmla="*/ 38437 h 6857999"/>
                <a:gd name="connsiteX92" fmla="*/ 4830818 w 5390632"/>
                <a:gd name="connsiteY92" fmla="*/ 38437 h 6857999"/>
                <a:gd name="connsiteX93" fmla="*/ 4830818 w 5390632"/>
                <a:gd name="connsiteY93" fmla="*/ 40695 h 6857999"/>
                <a:gd name="connsiteX94" fmla="*/ 5081882 w 5390632"/>
                <a:gd name="connsiteY94" fmla="*/ 4069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390632" h="6857999">
                  <a:moveTo>
                    <a:pt x="901788" y="5955433"/>
                  </a:moveTo>
                  <a:cubicBezTo>
                    <a:pt x="1337576" y="5955433"/>
                    <a:pt x="1701166" y="6264817"/>
                    <a:pt x="1785254" y="6676101"/>
                  </a:cubicBezTo>
                  <a:lnTo>
                    <a:pt x="1798552" y="6763310"/>
                  </a:lnTo>
                  <a:lnTo>
                    <a:pt x="1811850" y="6676101"/>
                  </a:lnTo>
                  <a:cubicBezTo>
                    <a:pt x="1895939" y="6264817"/>
                    <a:pt x="2259528" y="5955433"/>
                    <a:pt x="2695317" y="5955433"/>
                  </a:cubicBezTo>
                  <a:cubicBezTo>
                    <a:pt x="3131105" y="5955433"/>
                    <a:pt x="3494695" y="6264817"/>
                    <a:pt x="3578783" y="6676101"/>
                  </a:cubicBezTo>
                  <a:lnTo>
                    <a:pt x="3592081" y="6763306"/>
                  </a:lnTo>
                  <a:lnTo>
                    <a:pt x="3605378" y="6676101"/>
                  </a:lnTo>
                  <a:cubicBezTo>
                    <a:pt x="3689467" y="6264817"/>
                    <a:pt x="4053056" y="5955433"/>
                    <a:pt x="4488845" y="5955433"/>
                  </a:cubicBezTo>
                  <a:cubicBezTo>
                    <a:pt x="4986889" y="5955433"/>
                    <a:pt x="5390632" y="6359526"/>
                    <a:pt x="5390632" y="6857999"/>
                  </a:cubicBezTo>
                  <a:lnTo>
                    <a:pt x="5209499" y="6857999"/>
                  </a:lnTo>
                  <a:cubicBezTo>
                    <a:pt x="5209499" y="6459562"/>
                    <a:pt x="4886851" y="6136567"/>
                    <a:pt x="4488845" y="6136567"/>
                  </a:cubicBezTo>
                  <a:cubicBezTo>
                    <a:pt x="4090839" y="6136567"/>
                    <a:pt x="3768190" y="6459562"/>
                    <a:pt x="3768190" y="6857999"/>
                  </a:cubicBezTo>
                  <a:lnTo>
                    <a:pt x="3597104" y="6857999"/>
                  </a:lnTo>
                  <a:lnTo>
                    <a:pt x="3587057" y="6857999"/>
                  </a:lnTo>
                  <a:lnTo>
                    <a:pt x="3415971" y="6857999"/>
                  </a:lnTo>
                  <a:cubicBezTo>
                    <a:pt x="3415971" y="6459562"/>
                    <a:pt x="3093323" y="6136567"/>
                    <a:pt x="2695317" y="6136567"/>
                  </a:cubicBezTo>
                  <a:cubicBezTo>
                    <a:pt x="2297311" y="6136567"/>
                    <a:pt x="1974662" y="6459562"/>
                    <a:pt x="1974662" y="6857999"/>
                  </a:cubicBezTo>
                  <a:lnTo>
                    <a:pt x="1803575" y="6857999"/>
                  </a:lnTo>
                  <a:lnTo>
                    <a:pt x="1793529" y="6857999"/>
                  </a:lnTo>
                  <a:lnTo>
                    <a:pt x="1622442" y="6857999"/>
                  </a:lnTo>
                  <a:cubicBezTo>
                    <a:pt x="1622442" y="6459562"/>
                    <a:pt x="1299794" y="6136567"/>
                    <a:pt x="901788" y="6136567"/>
                  </a:cubicBezTo>
                  <a:cubicBezTo>
                    <a:pt x="503782" y="6136567"/>
                    <a:pt x="181133" y="6459562"/>
                    <a:pt x="181133" y="6857999"/>
                  </a:cubicBezTo>
                  <a:lnTo>
                    <a:pt x="0" y="6857999"/>
                  </a:lnTo>
                  <a:cubicBezTo>
                    <a:pt x="0" y="6359526"/>
                    <a:pt x="403744" y="5955433"/>
                    <a:pt x="901788" y="5955433"/>
                  </a:cubicBezTo>
                  <a:close/>
                  <a:moveTo>
                    <a:pt x="4488843" y="4902061"/>
                  </a:moveTo>
                  <a:cubicBezTo>
                    <a:pt x="4260525" y="4902061"/>
                    <a:pt x="4075436" y="5087376"/>
                    <a:pt x="4075436" y="5315974"/>
                  </a:cubicBezTo>
                  <a:cubicBezTo>
                    <a:pt x="4075436" y="5544572"/>
                    <a:pt x="4260525" y="5729887"/>
                    <a:pt x="4488843" y="5729887"/>
                  </a:cubicBezTo>
                  <a:cubicBezTo>
                    <a:pt x="4717161" y="5729887"/>
                    <a:pt x="4902250" y="5544572"/>
                    <a:pt x="4902250" y="5315974"/>
                  </a:cubicBezTo>
                  <a:cubicBezTo>
                    <a:pt x="4902250" y="5087376"/>
                    <a:pt x="4717161" y="4902061"/>
                    <a:pt x="4488843" y="4902061"/>
                  </a:cubicBezTo>
                  <a:close/>
                  <a:moveTo>
                    <a:pt x="2695315" y="4902061"/>
                  </a:moveTo>
                  <a:cubicBezTo>
                    <a:pt x="2466997" y="4902061"/>
                    <a:pt x="2281908" y="5087376"/>
                    <a:pt x="2281908" y="5315974"/>
                  </a:cubicBezTo>
                  <a:cubicBezTo>
                    <a:pt x="2281908" y="5544572"/>
                    <a:pt x="2466997" y="5729887"/>
                    <a:pt x="2695315" y="5729887"/>
                  </a:cubicBezTo>
                  <a:cubicBezTo>
                    <a:pt x="2923633" y="5729887"/>
                    <a:pt x="3108722" y="5544572"/>
                    <a:pt x="3108722" y="5315974"/>
                  </a:cubicBezTo>
                  <a:cubicBezTo>
                    <a:pt x="3108722" y="5087376"/>
                    <a:pt x="2923633" y="4902061"/>
                    <a:pt x="2695315" y="4902061"/>
                  </a:cubicBezTo>
                  <a:close/>
                  <a:moveTo>
                    <a:pt x="901786" y="4902061"/>
                  </a:moveTo>
                  <a:cubicBezTo>
                    <a:pt x="673468" y="4902061"/>
                    <a:pt x="488379" y="5087376"/>
                    <a:pt x="488379" y="5315974"/>
                  </a:cubicBezTo>
                  <a:cubicBezTo>
                    <a:pt x="488379" y="5544572"/>
                    <a:pt x="673468" y="5729887"/>
                    <a:pt x="901786" y="5729887"/>
                  </a:cubicBezTo>
                  <a:cubicBezTo>
                    <a:pt x="1130104" y="5729887"/>
                    <a:pt x="1315193" y="5544572"/>
                    <a:pt x="1315193" y="5315974"/>
                  </a:cubicBezTo>
                  <a:cubicBezTo>
                    <a:pt x="1315193" y="5087376"/>
                    <a:pt x="1130104" y="4902061"/>
                    <a:pt x="901786" y="4902061"/>
                  </a:cubicBezTo>
                  <a:close/>
                  <a:moveTo>
                    <a:pt x="4488844" y="4731081"/>
                  </a:moveTo>
                  <a:cubicBezTo>
                    <a:pt x="4811593" y="4731081"/>
                    <a:pt x="5073232" y="4992947"/>
                    <a:pt x="5073232" y="5315974"/>
                  </a:cubicBezTo>
                  <a:cubicBezTo>
                    <a:pt x="5073232" y="5639001"/>
                    <a:pt x="4811593" y="5900867"/>
                    <a:pt x="4488844" y="5900867"/>
                  </a:cubicBezTo>
                  <a:cubicBezTo>
                    <a:pt x="4166095" y="5900867"/>
                    <a:pt x="3904456" y="5639001"/>
                    <a:pt x="3904456" y="5315974"/>
                  </a:cubicBezTo>
                  <a:cubicBezTo>
                    <a:pt x="3904456" y="4992947"/>
                    <a:pt x="4166095" y="4731081"/>
                    <a:pt x="4488844" y="4731081"/>
                  </a:cubicBezTo>
                  <a:close/>
                  <a:moveTo>
                    <a:pt x="2695316" y="4731081"/>
                  </a:moveTo>
                  <a:cubicBezTo>
                    <a:pt x="3018065" y="4731081"/>
                    <a:pt x="3279704" y="4992947"/>
                    <a:pt x="3279704" y="5315974"/>
                  </a:cubicBezTo>
                  <a:cubicBezTo>
                    <a:pt x="3279704" y="5639001"/>
                    <a:pt x="3018065" y="5900867"/>
                    <a:pt x="2695316" y="5900867"/>
                  </a:cubicBezTo>
                  <a:cubicBezTo>
                    <a:pt x="2372567" y="5900867"/>
                    <a:pt x="2110928" y="5639001"/>
                    <a:pt x="2110928" y="5315974"/>
                  </a:cubicBezTo>
                  <a:cubicBezTo>
                    <a:pt x="2110928" y="4992947"/>
                    <a:pt x="2372567" y="4731081"/>
                    <a:pt x="2695316" y="4731081"/>
                  </a:cubicBezTo>
                  <a:close/>
                  <a:moveTo>
                    <a:pt x="901787" y="4731081"/>
                  </a:moveTo>
                  <a:cubicBezTo>
                    <a:pt x="1224536" y="4731081"/>
                    <a:pt x="1486175" y="4992947"/>
                    <a:pt x="1486175" y="5315974"/>
                  </a:cubicBezTo>
                  <a:cubicBezTo>
                    <a:pt x="1486175" y="5639001"/>
                    <a:pt x="1224536" y="5900867"/>
                    <a:pt x="901787" y="5900867"/>
                  </a:cubicBezTo>
                  <a:cubicBezTo>
                    <a:pt x="579038" y="5900867"/>
                    <a:pt x="317399" y="5639001"/>
                    <a:pt x="317399" y="5315974"/>
                  </a:cubicBezTo>
                  <a:cubicBezTo>
                    <a:pt x="317399" y="4992947"/>
                    <a:pt x="579038" y="4731081"/>
                    <a:pt x="901787" y="4731081"/>
                  </a:cubicBezTo>
                  <a:close/>
                  <a:moveTo>
                    <a:pt x="5081882" y="0"/>
                  </a:moveTo>
                  <a:lnTo>
                    <a:pt x="5081929" y="40695"/>
                  </a:lnTo>
                  <a:lnTo>
                    <a:pt x="5085684" y="40695"/>
                  </a:lnTo>
                  <a:lnTo>
                    <a:pt x="5085684" y="336917"/>
                  </a:lnTo>
                  <a:lnTo>
                    <a:pt x="5082283" y="336917"/>
                  </a:lnTo>
                  <a:lnTo>
                    <a:pt x="5085684" y="3191573"/>
                  </a:lnTo>
                  <a:lnTo>
                    <a:pt x="5085684" y="3343738"/>
                  </a:lnTo>
                  <a:cubicBezTo>
                    <a:pt x="5085684" y="3511118"/>
                    <a:pt x="4948742" y="3648060"/>
                    <a:pt x="4781362" y="3648060"/>
                  </a:cubicBezTo>
                  <a:lnTo>
                    <a:pt x="4629205" y="3648060"/>
                  </a:lnTo>
                  <a:lnTo>
                    <a:pt x="2821066" y="3648060"/>
                  </a:lnTo>
                  <a:lnTo>
                    <a:pt x="2821066" y="4095637"/>
                  </a:lnTo>
                  <a:lnTo>
                    <a:pt x="3582248" y="4095637"/>
                  </a:lnTo>
                  <a:cubicBezTo>
                    <a:pt x="3739732" y="4095637"/>
                    <a:pt x="3870974" y="4238123"/>
                    <a:pt x="3870974" y="4399354"/>
                  </a:cubicBezTo>
                  <a:lnTo>
                    <a:pt x="1471189" y="4399354"/>
                  </a:lnTo>
                  <a:cubicBezTo>
                    <a:pt x="1471189" y="4241871"/>
                    <a:pt x="1598676" y="4095637"/>
                    <a:pt x="1759907" y="4095637"/>
                  </a:cubicBezTo>
                  <a:lnTo>
                    <a:pt x="2521090" y="4095637"/>
                  </a:lnTo>
                  <a:lnTo>
                    <a:pt x="2521090" y="3648060"/>
                  </a:lnTo>
                  <a:lnTo>
                    <a:pt x="1932151" y="3648060"/>
                  </a:lnTo>
                  <a:lnTo>
                    <a:pt x="1932151" y="3645673"/>
                  </a:lnTo>
                  <a:lnTo>
                    <a:pt x="862878" y="3645673"/>
                  </a:lnTo>
                  <a:lnTo>
                    <a:pt x="862878" y="3345704"/>
                  </a:lnTo>
                  <a:lnTo>
                    <a:pt x="1932151" y="3345704"/>
                  </a:lnTo>
                  <a:lnTo>
                    <a:pt x="1932151" y="3343738"/>
                  </a:lnTo>
                  <a:lnTo>
                    <a:pt x="4781362" y="3343738"/>
                  </a:lnTo>
                  <a:lnTo>
                    <a:pt x="4781362" y="336277"/>
                  </a:lnTo>
                  <a:lnTo>
                    <a:pt x="582260" y="336277"/>
                  </a:lnTo>
                  <a:lnTo>
                    <a:pt x="582260" y="2123313"/>
                  </a:lnTo>
                  <a:lnTo>
                    <a:pt x="578764" y="2123313"/>
                  </a:lnTo>
                  <a:lnTo>
                    <a:pt x="578764" y="3057577"/>
                  </a:lnTo>
                  <a:lnTo>
                    <a:pt x="278795" y="3057577"/>
                  </a:lnTo>
                  <a:lnTo>
                    <a:pt x="278795" y="2123313"/>
                  </a:lnTo>
                  <a:lnTo>
                    <a:pt x="278788" y="2123313"/>
                  </a:lnTo>
                  <a:lnTo>
                    <a:pt x="278795" y="2122163"/>
                  </a:lnTo>
                  <a:lnTo>
                    <a:pt x="278795" y="1750278"/>
                  </a:lnTo>
                  <a:lnTo>
                    <a:pt x="279584" y="1750278"/>
                  </a:lnTo>
                  <a:lnTo>
                    <a:pt x="282584" y="340045"/>
                  </a:lnTo>
                  <a:cubicBezTo>
                    <a:pt x="282584" y="174162"/>
                    <a:pt x="419145" y="38437"/>
                    <a:pt x="586055" y="38437"/>
                  </a:cubicBezTo>
                  <a:lnTo>
                    <a:pt x="4830818" y="38437"/>
                  </a:lnTo>
                  <a:lnTo>
                    <a:pt x="4830818" y="40695"/>
                  </a:lnTo>
                  <a:lnTo>
                    <a:pt x="5081882" y="40695"/>
                  </a:lnTo>
                  <a:close/>
                </a:path>
              </a:pathLst>
            </a:custGeom>
            <a:grpFill/>
            <a:ln w="12601" cap="flat">
              <a:noFill/>
              <a:prstDash val="solid"/>
              <a:miter/>
            </a:ln>
          </p:spPr>
          <p:txBody>
            <a:bodyPr wrap="square" rtlCol="0" anchor="ctr">
              <a:noAutofit/>
            </a:bodyPr>
            <a:lstStyle/>
            <a:p>
              <a:endParaRPr lang="en-US"/>
            </a:p>
          </p:txBody>
        </p:sp>
      </p:grpSp>
      <p:grpSp>
        <p:nvGrpSpPr>
          <p:cNvPr id="103" name="Group 102">
            <a:extLst>
              <a:ext uri="{FF2B5EF4-FFF2-40B4-BE49-F238E27FC236}">
                <a16:creationId xmlns:a16="http://schemas.microsoft.com/office/drawing/2014/main" id="{27AB608E-2E27-35C1-7AA6-AF272B1ECBEC}"/>
              </a:ext>
              <a:ext uri="{C183D7F6-B498-43B3-948B-1728B52AA6E4}">
                <adec:decorative xmlns:adec="http://schemas.microsoft.com/office/drawing/2017/decorative" val="1"/>
              </a:ext>
            </a:extLst>
          </p:cNvPr>
          <p:cNvGrpSpPr>
            <a:grpSpLocks noChangeAspect="1"/>
          </p:cNvGrpSpPr>
          <p:nvPr/>
        </p:nvGrpSpPr>
        <p:grpSpPr>
          <a:xfrm>
            <a:off x="3025415" y="2223703"/>
            <a:ext cx="503703" cy="457200"/>
            <a:chOff x="3025415" y="2223703"/>
            <a:chExt cx="503703" cy="457200"/>
          </a:xfrm>
          <a:solidFill>
            <a:schemeClr val="accent2"/>
          </a:solidFill>
        </p:grpSpPr>
        <p:sp>
          <p:nvSpPr>
            <p:cNvPr id="1027" name="Freeform: Shape 1026">
              <a:extLst>
                <a:ext uri="{FF2B5EF4-FFF2-40B4-BE49-F238E27FC236}">
                  <a16:creationId xmlns:a16="http://schemas.microsoft.com/office/drawing/2014/main" id="{A3B69C93-A5BD-AF90-6B98-E886FC8E8C07}"/>
                </a:ext>
                <a:ext uri="{C183D7F6-B498-43B3-948B-1728B52AA6E4}">
                  <adec:decorative xmlns:adec="http://schemas.microsoft.com/office/drawing/2017/decorative" val="1"/>
                </a:ext>
              </a:extLst>
            </p:cNvPr>
            <p:cNvSpPr/>
            <p:nvPr/>
          </p:nvSpPr>
          <p:spPr>
            <a:xfrm>
              <a:off x="3025415" y="2230627"/>
              <a:ext cx="495969" cy="450276"/>
            </a:xfrm>
            <a:custGeom>
              <a:avLst/>
              <a:gdLst>
                <a:gd name="connsiteX0" fmla="*/ 342660 w 706663"/>
                <a:gd name="connsiteY0" fmla="*/ 1 h 641559"/>
                <a:gd name="connsiteX1" fmla="*/ 620412 w 706663"/>
                <a:gd name="connsiteY1" fmla="*/ 1 h 641559"/>
                <a:gd name="connsiteX2" fmla="*/ 620412 w 706663"/>
                <a:gd name="connsiteY2" fmla="*/ 45248 h 641559"/>
                <a:gd name="connsiteX3" fmla="*/ 45200 w 706663"/>
                <a:gd name="connsiteY3" fmla="*/ 45248 h 641559"/>
                <a:gd name="connsiteX4" fmla="*/ 45200 w 706663"/>
                <a:gd name="connsiteY4" fmla="*/ 485593 h 641559"/>
                <a:gd name="connsiteX5" fmla="*/ 292922 w 706663"/>
                <a:gd name="connsiteY5" fmla="*/ 485593 h 641559"/>
                <a:gd name="connsiteX6" fmla="*/ 661496 w 706663"/>
                <a:gd name="connsiteY6" fmla="*/ 485593 h 641559"/>
                <a:gd name="connsiteX7" fmla="*/ 661496 w 706663"/>
                <a:gd name="connsiteY7" fmla="*/ 270689 h 641559"/>
                <a:gd name="connsiteX8" fmla="*/ 661496 w 706663"/>
                <a:gd name="connsiteY8" fmla="*/ 87406 h 641559"/>
                <a:gd name="connsiteX9" fmla="*/ 706663 w 706663"/>
                <a:gd name="connsiteY9" fmla="*/ 87406 h 641559"/>
                <a:gd name="connsiteX10" fmla="*/ 706556 w 706663"/>
                <a:gd name="connsiteY10" fmla="*/ 488401 h 641559"/>
                <a:gd name="connsiteX11" fmla="*/ 683956 w 706663"/>
                <a:gd name="connsiteY11" fmla="*/ 525381 h 641559"/>
                <a:gd name="connsiteX12" fmla="*/ 658765 w 706663"/>
                <a:gd name="connsiteY12" fmla="*/ 531208 h 641559"/>
                <a:gd name="connsiteX13" fmla="*/ 380982 w 706663"/>
                <a:gd name="connsiteY13" fmla="*/ 531278 h 641559"/>
                <a:gd name="connsiteX14" fmla="*/ 376049 w 706663"/>
                <a:gd name="connsiteY14" fmla="*/ 531278 h 641559"/>
                <a:gd name="connsiteX15" fmla="*/ 376049 w 706663"/>
                <a:gd name="connsiteY15" fmla="*/ 596122 h 641559"/>
                <a:gd name="connsiteX16" fmla="*/ 380268 w 706663"/>
                <a:gd name="connsiteY16" fmla="*/ 596122 h 641559"/>
                <a:gd name="connsiteX17" fmla="*/ 486740 w 706663"/>
                <a:gd name="connsiteY17" fmla="*/ 596182 h 641559"/>
                <a:gd name="connsiteX18" fmla="*/ 523117 w 706663"/>
                <a:gd name="connsiteY18" fmla="*/ 617276 h 641559"/>
                <a:gd name="connsiteX19" fmla="*/ 529717 w 706663"/>
                <a:gd name="connsiteY19" fmla="*/ 641559 h 641559"/>
                <a:gd name="connsiteX20" fmla="*/ 176169 w 706663"/>
                <a:gd name="connsiteY20" fmla="*/ 641559 h 641559"/>
                <a:gd name="connsiteX21" fmla="*/ 182462 w 706663"/>
                <a:gd name="connsiteY21" fmla="*/ 618290 h 641559"/>
                <a:gd name="connsiteX22" fmla="*/ 209697 w 706663"/>
                <a:gd name="connsiteY22" fmla="*/ 597489 h 641559"/>
                <a:gd name="connsiteX23" fmla="*/ 218625 w 706663"/>
                <a:gd name="connsiteY23" fmla="*/ 596180 h 641559"/>
                <a:gd name="connsiteX24" fmla="*/ 325833 w 706663"/>
                <a:gd name="connsiteY24" fmla="*/ 596122 h 641559"/>
                <a:gd name="connsiteX25" fmla="*/ 330555 w 706663"/>
                <a:gd name="connsiteY25" fmla="*/ 596122 h 641559"/>
                <a:gd name="connsiteX26" fmla="*/ 330555 w 706663"/>
                <a:gd name="connsiteY26" fmla="*/ 531436 h 641559"/>
                <a:gd name="connsiteX27" fmla="*/ 19 w 706663"/>
                <a:gd name="connsiteY27" fmla="*/ 531436 h 641559"/>
                <a:gd name="connsiteX28" fmla="*/ 19 w 706663"/>
                <a:gd name="connsiteY28" fmla="*/ 527255 h 641559"/>
                <a:gd name="connsiteX29" fmla="*/ 119 w 706663"/>
                <a:gd name="connsiteY29" fmla="*/ 45002 h 641559"/>
                <a:gd name="connsiteX30" fmla="*/ 34467 w 706663"/>
                <a:gd name="connsiteY30" fmla="*/ 929 h 641559"/>
                <a:gd name="connsiteX31" fmla="*/ 43141 w 706663"/>
                <a:gd name="connsiteY31" fmla="*/ 37 h 641559"/>
                <a:gd name="connsiteX32" fmla="*/ 342660 w 706663"/>
                <a:gd name="connsiteY32" fmla="*/ 1 h 641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06663" h="641559">
                  <a:moveTo>
                    <a:pt x="342660" y="1"/>
                  </a:moveTo>
                  <a:lnTo>
                    <a:pt x="620412" y="1"/>
                  </a:lnTo>
                  <a:lnTo>
                    <a:pt x="620412" y="45248"/>
                  </a:lnTo>
                  <a:lnTo>
                    <a:pt x="45200" y="45248"/>
                  </a:lnTo>
                  <a:cubicBezTo>
                    <a:pt x="45200" y="192119"/>
                    <a:pt x="45200" y="338692"/>
                    <a:pt x="45200" y="485593"/>
                  </a:cubicBezTo>
                  <a:cubicBezTo>
                    <a:pt x="127683" y="485593"/>
                    <a:pt x="209934" y="485593"/>
                    <a:pt x="292922" y="485593"/>
                  </a:cubicBezTo>
                  <a:cubicBezTo>
                    <a:pt x="415786" y="485593"/>
                    <a:pt x="538650" y="485593"/>
                    <a:pt x="661496" y="485593"/>
                  </a:cubicBezTo>
                  <a:cubicBezTo>
                    <a:pt x="661496" y="413856"/>
                    <a:pt x="661496" y="342265"/>
                    <a:pt x="661496" y="270689"/>
                  </a:cubicBezTo>
                  <a:lnTo>
                    <a:pt x="661496" y="87406"/>
                  </a:lnTo>
                  <a:lnTo>
                    <a:pt x="706663" y="87406"/>
                  </a:lnTo>
                  <a:lnTo>
                    <a:pt x="706556" y="488401"/>
                  </a:lnTo>
                  <a:cubicBezTo>
                    <a:pt x="706534" y="504850"/>
                    <a:pt x="698130" y="517062"/>
                    <a:pt x="683956" y="525381"/>
                  </a:cubicBezTo>
                  <a:cubicBezTo>
                    <a:pt x="676129" y="529975"/>
                    <a:pt x="667495" y="531197"/>
                    <a:pt x="658765" y="531208"/>
                  </a:cubicBezTo>
                  <a:cubicBezTo>
                    <a:pt x="566171" y="531322"/>
                    <a:pt x="473576" y="531278"/>
                    <a:pt x="380982" y="531278"/>
                  </a:cubicBezTo>
                  <a:cubicBezTo>
                    <a:pt x="379412" y="531278"/>
                    <a:pt x="377843" y="531278"/>
                    <a:pt x="376049" y="531278"/>
                  </a:cubicBezTo>
                  <a:cubicBezTo>
                    <a:pt x="376049" y="552922"/>
                    <a:pt x="376049" y="574232"/>
                    <a:pt x="376049" y="596122"/>
                  </a:cubicBezTo>
                  <a:cubicBezTo>
                    <a:pt x="377440" y="596122"/>
                    <a:pt x="378854" y="596122"/>
                    <a:pt x="380268" y="596122"/>
                  </a:cubicBezTo>
                  <a:cubicBezTo>
                    <a:pt x="415759" y="596122"/>
                    <a:pt x="451250" y="595991"/>
                    <a:pt x="486740" y="596182"/>
                  </a:cubicBezTo>
                  <a:cubicBezTo>
                    <a:pt x="502713" y="596267"/>
                    <a:pt x="514656" y="603986"/>
                    <a:pt x="523117" y="617276"/>
                  </a:cubicBezTo>
                  <a:cubicBezTo>
                    <a:pt x="527766" y="624579"/>
                    <a:pt x="530364" y="632507"/>
                    <a:pt x="529717" y="641559"/>
                  </a:cubicBezTo>
                  <a:cubicBezTo>
                    <a:pt x="411853" y="641559"/>
                    <a:pt x="294166" y="641559"/>
                    <a:pt x="176169" y="641559"/>
                  </a:cubicBezTo>
                  <a:cubicBezTo>
                    <a:pt x="176471" y="633185"/>
                    <a:pt x="178257" y="625328"/>
                    <a:pt x="182462" y="618290"/>
                  </a:cubicBezTo>
                  <a:cubicBezTo>
                    <a:pt x="188723" y="607809"/>
                    <a:pt x="197613" y="600440"/>
                    <a:pt x="209697" y="597489"/>
                  </a:cubicBezTo>
                  <a:cubicBezTo>
                    <a:pt x="212610" y="596777"/>
                    <a:pt x="215644" y="596187"/>
                    <a:pt x="218625" y="596180"/>
                  </a:cubicBezTo>
                  <a:cubicBezTo>
                    <a:pt x="254360" y="596091"/>
                    <a:pt x="290097" y="596122"/>
                    <a:pt x="325833" y="596122"/>
                  </a:cubicBezTo>
                  <a:cubicBezTo>
                    <a:pt x="327302" y="596122"/>
                    <a:pt x="328772" y="596122"/>
                    <a:pt x="330555" y="596122"/>
                  </a:cubicBezTo>
                  <a:cubicBezTo>
                    <a:pt x="330555" y="574566"/>
                    <a:pt x="330555" y="553168"/>
                    <a:pt x="330555" y="531436"/>
                  </a:cubicBezTo>
                  <a:cubicBezTo>
                    <a:pt x="220592" y="531436"/>
                    <a:pt x="110615" y="531436"/>
                    <a:pt x="19" y="531436"/>
                  </a:cubicBezTo>
                  <a:cubicBezTo>
                    <a:pt x="19" y="529826"/>
                    <a:pt x="19" y="528540"/>
                    <a:pt x="19" y="527255"/>
                  </a:cubicBezTo>
                  <a:cubicBezTo>
                    <a:pt x="19" y="366504"/>
                    <a:pt x="-65" y="205753"/>
                    <a:pt x="119" y="45002"/>
                  </a:cubicBezTo>
                  <a:cubicBezTo>
                    <a:pt x="144" y="23114"/>
                    <a:pt x="13119" y="6825"/>
                    <a:pt x="34467" y="929"/>
                  </a:cubicBezTo>
                  <a:cubicBezTo>
                    <a:pt x="37233" y="165"/>
                    <a:pt x="40243" y="38"/>
                    <a:pt x="43141" y="37"/>
                  </a:cubicBezTo>
                  <a:cubicBezTo>
                    <a:pt x="142858" y="-7"/>
                    <a:pt x="242575" y="1"/>
                    <a:pt x="342660" y="1"/>
                  </a:cubicBezTo>
                  <a:close/>
                </a:path>
              </a:pathLst>
            </a:custGeom>
            <a:grpFill/>
            <a:ln w="6350" cap="flat">
              <a:noFill/>
              <a:prstDash val="solid"/>
              <a:miter/>
            </a:ln>
          </p:spPr>
          <p:txBody>
            <a:bodyPr wrap="square" rtlCol="0" anchor="ctr">
              <a:noAutofit/>
            </a:bodyPr>
            <a:lstStyle/>
            <a:p>
              <a:endParaRPr lang="en-US"/>
            </a:p>
          </p:txBody>
        </p:sp>
        <p:sp>
          <p:nvSpPr>
            <p:cNvPr id="1032" name="Freeform: Shape 1031">
              <a:extLst>
                <a:ext uri="{FF2B5EF4-FFF2-40B4-BE49-F238E27FC236}">
                  <a16:creationId xmlns:a16="http://schemas.microsoft.com/office/drawing/2014/main" id="{9798E901-2620-5D57-C670-78F0A20A5F39}"/>
                </a:ext>
                <a:ext uri="{C183D7F6-B498-43B3-948B-1728B52AA6E4}">
                  <adec:decorative xmlns:adec="http://schemas.microsoft.com/office/drawing/2017/decorative" val="1"/>
                </a:ext>
              </a:extLst>
            </p:cNvPr>
            <p:cNvSpPr/>
            <p:nvPr/>
          </p:nvSpPr>
          <p:spPr>
            <a:xfrm>
              <a:off x="3106045" y="2223703"/>
              <a:ext cx="423073" cy="267084"/>
            </a:xfrm>
            <a:custGeom>
              <a:avLst/>
              <a:gdLst>
                <a:gd name="connsiteX0" fmla="*/ 3882932 w 6346099"/>
                <a:gd name="connsiteY0" fmla="*/ 3601417 h 4006255"/>
                <a:gd name="connsiteX1" fmla="*/ 3916275 w 6346099"/>
                <a:gd name="connsiteY1" fmla="*/ 3602718 h 4006255"/>
                <a:gd name="connsiteX2" fmla="*/ 3836810 w 6346099"/>
                <a:gd name="connsiteY2" fmla="*/ 3649160 h 4006255"/>
                <a:gd name="connsiteX3" fmla="*/ 3830950 w 6346099"/>
                <a:gd name="connsiteY3" fmla="*/ 3649126 h 4006255"/>
                <a:gd name="connsiteX4" fmla="*/ 3833979 w 6346099"/>
                <a:gd name="connsiteY4" fmla="*/ 3649358 h 4006255"/>
                <a:gd name="connsiteX5" fmla="*/ 3689403 w 6346099"/>
                <a:gd name="connsiteY5" fmla="*/ 3726747 h 4006255"/>
                <a:gd name="connsiteX6" fmla="*/ 3685111 w 6346099"/>
                <a:gd name="connsiteY6" fmla="*/ 3703923 h 4006255"/>
                <a:gd name="connsiteX7" fmla="*/ 3824830 w 6346099"/>
                <a:gd name="connsiteY7" fmla="*/ 3648655 h 4006255"/>
                <a:gd name="connsiteX8" fmla="*/ 3827668 w 6346099"/>
                <a:gd name="connsiteY8" fmla="*/ 3648873 h 4006255"/>
                <a:gd name="connsiteX9" fmla="*/ 3856577 w 6346099"/>
                <a:gd name="connsiteY9" fmla="*/ 3608982 h 4006255"/>
                <a:gd name="connsiteX10" fmla="*/ 3882932 w 6346099"/>
                <a:gd name="connsiteY10" fmla="*/ 3601417 h 4006255"/>
                <a:gd name="connsiteX11" fmla="*/ 3033156 w 6346099"/>
                <a:gd name="connsiteY11" fmla="*/ 3437299 h 4006255"/>
                <a:gd name="connsiteX12" fmla="*/ 3030038 w 6346099"/>
                <a:gd name="connsiteY12" fmla="*/ 3462598 h 4006255"/>
                <a:gd name="connsiteX13" fmla="*/ 2657131 w 6346099"/>
                <a:gd name="connsiteY13" fmla="*/ 3599512 h 4006255"/>
                <a:gd name="connsiteX14" fmla="*/ 2647223 w 6346099"/>
                <a:gd name="connsiteY14" fmla="*/ 3590661 h 4006255"/>
                <a:gd name="connsiteX15" fmla="*/ 2829627 w 6346099"/>
                <a:gd name="connsiteY15" fmla="*/ 3536642 h 4006255"/>
                <a:gd name="connsiteX16" fmla="*/ 3033156 w 6346099"/>
                <a:gd name="connsiteY16" fmla="*/ 3437299 h 4006255"/>
                <a:gd name="connsiteX17" fmla="*/ 4056747 w 6346099"/>
                <a:gd name="connsiteY17" fmla="*/ 3109754 h 4006255"/>
                <a:gd name="connsiteX18" fmla="*/ 4048055 w 6346099"/>
                <a:gd name="connsiteY18" fmla="*/ 3119856 h 4006255"/>
                <a:gd name="connsiteX19" fmla="*/ 4048590 w 6346099"/>
                <a:gd name="connsiteY19" fmla="*/ 3119772 h 4006255"/>
                <a:gd name="connsiteX20" fmla="*/ 3591647 w 6346099"/>
                <a:gd name="connsiteY20" fmla="*/ 2208045 h 4006255"/>
                <a:gd name="connsiteX21" fmla="*/ 3630631 w 6346099"/>
                <a:gd name="connsiteY21" fmla="*/ 2311764 h 4006255"/>
                <a:gd name="connsiteX22" fmla="*/ 3591647 w 6346099"/>
                <a:gd name="connsiteY22" fmla="*/ 2208045 h 4006255"/>
                <a:gd name="connsiteX23" fmla="*/ 2474219 w 6346099"/>
                <a:gd name="connsiteY23" fmla="*/ 2017467 h 4006255"/>
                <a:gd name="connsiteX24" fmla="*/ 2861055 w 6346099"/>
                <a:gd name="connsiteY24" fmla="*/ 2120973 h 4006255"/>
                <a:gd name="connsiteX25" fmla="*/ 3135087 w 6346099"/>
                <a:gd name="connsiteY25" fmla="*/ 2559022 h 4006255"/>
                <a:gd name="connsiteX26" fmla="*/ 2932323 w 6346099"/>
                <a:gd name="connsiteY26" fmla="*/ 3124780 h 4006255"/>
                <a:gd name="connsiteX27" fmla="*/ 2605618 w 6346099"/>
                <a:gd name="connsiteY27" fmla="*/ 3277564 h 4006255"/>
                <a:gd name="connsiteX28" fmla="*/ 2122588 w 6346099"/>
                <a:gd name="connsiteY28" fmla="*/ 3157408 h 4006255"/>
                <a:gd name="connsiteX29" fmla="*/ 1884943 w 6346099"/>
                <a:gd name="connsiteY29" fmla="*/ 2769459 h 4006255"/>
                <a:gd name="connsiteX30" fmla="*/ 1904416 w 6346099"/>
                <a:gd name="connsiteY30" fmla="*/ 2461541 h 4006255"/>
                <a:gd name="connsiteX31" fmla="*/ 2348363 w 6346099"/>
                <a:gd name="connsiteY31" fmla="*/ 2534886 h 4006255"/>
                <a:gd name="connsiteX32" fmla="*/ 2353392 w 6346099"/>
                <a:gd name="connsiteY32" fmla="*/ 2525819 h 4006255"/>
                <a:gd name="connsiteX33" fmla="*/ 2304333 w 6346099"/>
                <a:gd name="connsiteY33" fmla="*/ 2465698 h 4006255"/>
                <a:gd name="connsiteX34" fmla="*/ 2085564 w 6346099"/>
                <a:gd name="connsiteY34" fmla="*/ 2216339 h 4006255"/>
                <a:gd name="connsiteX35" fmla="*/ 2085566 w 6346099"/>
                <a:gd name="connsiteY35" fmla="*/ 2180524 h 4006255"/>
                <a:gd name="connsiteX36" fmla="*/ 2336562 w 6346099"/>
                <a:gd name="connsiteY36" fmla="*/ 2039288 h 4006255"/>
                <a:gd name="connsiteX37" fmla="*/ 2474219 w 6346099"/>
                <a:gd name="connsiteY37" fmla="*/ 2017467 h 4006255"/>
                <a:gd name="connsiteX38" fmla="*/ 680881 w 6346099"/>
                <a:gd name="connsiteY38" fmla="*/ 1972738 h 4006255"/>
                <a:gd name="connsiteX39" fmla="*/ 654628 w 6346099"/>
                <a:gd name="connsiteY39" fmla="*/ 1996680 h 4006255"/>
                <a:gd name="connsiteX40" fmla="*/ 680881 w 6346099"/>
                <a:gd name="connsiteY40" fmla="*/ 1972738 h 4006255"/>
                <a:gd name="connsiteX41" fmla="*/ 711929 w 6346099"/>
                <a:gd name="connsiteY41" fmla="*/ 1949444 h 4006255"/>
                <a:gd name="connsiteX42" fmla="*/ 688931 w 6346099"/>
                <a:gd name="connsiteY42" fmla="*/ 1969776 h 4006255"/>
                <a:gd name="connsiteX43" fmla="*/ 711929 w 6346099"/>
                <a:gd name="connsiteY43" fmla="*/ 1949444 h 4006255"/>
                <a:gd name="connsiteX44" fmla="*/ 1388220 w 6346099"/>
                <a:gd name="connsiteY44" fmla="*/ 1942582 h 4006255"/>
                <a:gd name="connsiteX45" fmla="*/ 1383800 w 6346099"/>
                <a:gd name="connsiteY45" fmla="*/ 1949152 h 4006255"/>
                <a:gd name="connsiteX46" fmla="*/ 1381739 w 6346099"/>
                <a:gd name="connsiteY46" fmla="*/ 1943997 h 4006255"/>
                <a:gd name="connsiteX47" fmla="*/ 1388220 w 6346099"/>
                <a:gd name="connsiteY47" fmla="*/ 1942582 h 4006255"/>
                <a:gd name="connsiteX48" fmla="*/ 1379361 w 6346099"/>
                <a:gd name="connsiteY48" fmla="*/ 1933624 h 4006255"/>
                <a:gd name="connsiteX49" fmla="*/ 1381740 w 6346099"/>
                <a:gd name="connsiteY49" fmla="*/ 1942058 h 4006255"/>
                <a:gd name="connsiteX50" fmla="*/ 1381735 w 6346099"/>
                <a:gd name="connsiteY50" fmla="*/ 1948847 h 4006255"/>
                <a:gd name="connsiteX51" fmla="*/ 1306905 w 6346099"/>
                <a:gd name="connsiteY51" fmla="*/ 1987401 h 4006255"/>
                <a:gd name="connsiteX52" fmla="*/ 1379361 w 6346099"/>
                <a:gd name="connsiteY52" fmla="*/ 1933624 h 4006255"/>
                <a:gd name="connsiteX53" fmla="*/ 742959 w 6346099"/>
                <a:gd name="connsiteY53" fmla="*/ 1926172 h 4006255"/>
                <a:gd name="connsiteX54" fmla="*/ 719960 w 6346099"/>
                <a:gd name="connsiteY54" fmla="*/ 1946504 h 4006255"/>
                <a:gd name="connsiteX55" fmla="*/ 742959 w 6346099"/>
                <a:gd name="connsiteY55" fmla="*/ 1926172 h 4006255"/>
                <a:gd name="connsiteX56" fmla="*/ 797107 w 6346099"/>
                <a:gd name="connsiteY56" fmla="*/ 1887450 h 4006255"/>
                <a:gd name="connsiteX57" fmla="*/ 750665 w 6346099"/>
                <a:gd name="connsiteY57" fmla="*/ 1923379 h 4006255"/>
                <a:gd name="connsiteX58" fmla="*/ 797107 w 6346099"/>
                <a:gd name="connsiteY58" fmla="*/ 1887450 h 4006255"/>
                <a:gd name="connsiteX59" fmla="*/ 1450164 w 6346099"/>
                <a:gd name="connsiteY59" fmla="*/ 1887032 h 4006255"/>
                <a:gd name="connsiteX60" fmla="*/ 1474239 w 6346099"/>
                <a:gd name="connsiteY60" fmla="*/ 1894167 h 4006255"/>
                <a:gd name="connsiteX61" fmla="*/ 1390734 w 6346099"/>
                <a:gd name="connsiteY61" fmla="*/ 1941494 h 4006255"/>
                <a:gd name="connsiteX62" fmla="*/ 1381740 w 6346099"/>
                <a:gd name="connsiteY62" fmla="*/ 1940442 h 4006255"/>
                <a:gd name="connsiteX63" fmla="*/ 1381740 w 6346099"/>
                <a:gd name="connsiteY63" fmla="*/ 1934625 h 4006255"/>
                <a:gd name="connsiteX64" fmla="*/ 1450164 w 6346099"/>
                <a:gd name="connsiteY64" fmla="*/ 1887032 h 4006255"/>
                <a:gd name="connsiteX65" fmla="*/ 1534651 w 6346099"/>
                <a:gd name="connsiteY65" fmla="*/ 1847215 h 4006255"/>
                <a:gd name="connsiteX66" fmla="*/ 1559571 w 6346099"/>
                <a:gd name="connsiteY66" fmla="*/ 1855381 h 4006255"/>
                <a:gd name="connsiteX67" fmla="*/ 1493073 w 6346099"/>
                <a:gd name="connsiteY67" fmla="*/ 1894320 h 4006255"/>
                <a:gd name="connsiteX68" fmla="*/ 1505947 w 6346099"/>
                <a:gd name="connsiteY68" fmla="*/ 1858813 h 4006255"/>
                <a:gd name="connsiteX69" fmla="*/ 1506464 w 6346099"/>
                <a:gd name="connsiteY69" fmla="*/ 1858290 h 4006255"/>
                <a:gd name="connsiteX70" fmla="*/ 3364583 w 6346099"/>
                <a:gd name="connsiteY70" fmla="*/ 1801571 h 4006255"/>
                <a:gd name="connsiteX71" fmla="*/ 3405772 w 6346099"/>
                <a:gd name="connsiteY71" fmla="*/ 1829900 h 4006255"/>
                <a:gd name="connsiteX72" fmla="*/ 3354613 w 6346099"/>
                <a:gd name="connsiteY72" fmla="*/ 1830609 h 4006255"/>
                <a:gd name="connsiteX73" fmla="*/ 3357932 w 6346099"/>
                <a:gd name="connsiteY73" fmla="*/ 1835551 h 4006255"/>
                <a:gd name="connsiteX74" fmla="*/ 3450731 w 6346099"/>
                <a:gd name="connsiteY74" fmla="*/ 1947623 h 4006255"/>
                <a:gd name="connsiteX75" fmla="*/ 3589799 w 6346099"/>
                <a:gd name="connsiteY75" fmla="*/ 2210291 h 4006255"/>
                <a:gd name="connsiteX76" fmla="*/ 3631245 w 6346099"/>
                <a:gd name="connsiteY76" fmla="*/ 2321087 h 4006255"/>
                <a:gd name="connsiteX77" fmla="*/ 3654037 w 6346099"/>
                <a:gd name="connsiteY77" fmla="*/ 2400300 h 4006255"/>
                <a:gd name="connsiteX78" fmla="*/ 3669737 w 6346099"/>
                <a:gd name="connsiteY78" fmla="*/ 2812607 h 4006255"/>
                <a:gd name="connsiteX79" fmla="*/ 3654879 w 6346099"/>
                <a:gd name="connsiteY79" fmla="*/ 2873334 h 4006255"/>
                <a:gd name="connsiteX80" fmla="*/ 3632243 w 6346099"/>
                <a:gd name="connsiteY80" fmla="*/ 2966768 h 4006255"/>
                <a:gd name="connsiteX81" fmla="*/ 3602005 w 6346099"/>
                <a:gd name="connsiteY81" fmla="*/ 3006034 h 4006255"/>
                <a:gd name="connsiteX82" fmla="*/ 3635055 w 6346099"/>
                <a:gd name="connsiteY82" fmla="*/ 2966566 h 4006255"/>
                <a:gd name="connsiteX83" fmla="*/ 3537458 w 6346099"/>
                <a:gd name="connsiteY83" fmla="*/ 3223480 h 4006255"/>
                <a:gd name="connsiteX84" fmla="*/ 3511768 w 6346099"/>
                <a:gd name="connsiteY84" fmla="*/ 3244953 h 4006255"/>
                <a:gd name="connsiteX85" fmla="*/ 3509259 w 6346099"/>
                <a:gd name="connsiteY85" fmla="*/ 3251595 h 4006255"/>
                <a:gd name="connsiteX86" fmla="*/ 3511293 w 6346099"/>
                <a:gd name="connsiteY86" fmla="*/ 3267784 h 4006255"/>
                <a:gd name="connsiteX87" fmla="*/ 3440662 w 6346099"/>
                <a:gd name="connsiteY87" fmla="*/ 3370349 h 4006255"/>
                <a:gd name="connsiteX88" fmla="*/ 3365244 w 6346099"/>
                <a:gd name="connsiteY88" fmla="*/ 3474067 h 4006255"/>
                <a:gd name="connsiteX89" fmla="*/ 3375765 w 6346099"/>
                <a:gd name="connsiteY89" fmla="*/ 3491864 h 4006255"/>
                <a:gd name="connsiteX90" fmla="*/ 3401497 w 6346099"/>
                <a:gd name="connsiteY90" fmla="*/ 3484732 h 4006255"/>
                <a:gd name="connsiteX91" fmla="*/ 3375969 w 6346099"/>
                <a:gd name="connsiteY91" fmla="*/ 3491625 h 4006255"/>
                <a:gd name="connsiteX92" fmla="*/ 3366868 w 6346099"/>
                <a:gd name="connsiteY92" fmla="*/ 3472150 h 4006255"/>
                <a:gd name="connsiteX93" fmla="*/ 3619940 w 6346099"/>
                <a:gd name="connsiteY93" fmla="*/ 3353614 h 4006255"/>
                <a:gd name="connsiteX94" fmla="*/ 3987303 w 6346099"/>
                <a:gd name="connsiteY94" fmla="*/ 3134573 h 4006255"/>
                <a:gd name="connsiteX95" fmla="*/ 4002879 w 6346099"/>
                <a:gd name="connsiteY95" fmla="*/ 3126969 h 4006255"/>
                <a:gd name="connsiteX96" fmla="*/ 3998312 w 6346099"/>
                <a:gd name="connsiteY96" fmla="*/ 3144002 h 4006255"/>
                <a:gd name="connsiteX97" fmla="*/ 3989636 w 6346099"/>
                <a:gd name="connsiteY97" fmla="*/ 3158052 h 4006255"/>
                <a:gd name="connsiteX98" fmla="*/ 3998661 w 6346099"/>
                <a:gd name="connsiteY98" fmla="*/ 3143545 h 4006255"/>
                <a:gd name="connsiteX99" fmla="*/ 4005675 w 6346099"/>
                <a:gd name="connsiteY99" fmla="*/ 3123307 h 4006255"/>
                <a:gd name="connsiteX100" fmla="*/ 4013881 w 6346099"/>
                <a:gd name="connsiteY100" fmla="*/ 3125275 h 4006255"/>
                <a:gd name="connsiteX101" fmla="*/ 4044432 w 6346099"/>
                <a:gd name="connsiteY101" fmla="*/ 3120432 h 4006255"/>
                <a:gd name="connsiteX102" fmla="*/ 4010899 w 6346099"/>
                <a:gd name="connsiteY102" fmla="*/ 3123995 h 4006255"/>
                <a:gd name="connsiteX103" fmla="*/ 4057244 w 6346099"/>
                <a:gd name="connsiteY103" fmla="*/ 3088148 h 4006255"/>
                <a:gd name="connsiteX104" fmla="*/ 4057326 w 6346099"/>
                <a:gd name="connsiteY104" fmla="*/ 3109042 h 4006255"/>
                <a:gd name="connsiteX105" fmla="*/ 4058525 w 6346099"/>
                <a:gd name="connsiteY105" fmla="*/ 3107570 h 4006255"/>
                <a:gd name="connsiteX106" fmla="*/ 4059976 w 6346099"/>
                <a:gd name="connsiteY106" fmla="*/ 3084522 h 4006255"/>
                <a:gd name="connsiteX107" fmla="*/ 4068362 w 6346099"/>
                <a:gd name="connsiteY107" fmla="*/ 3086478 h 4006255"/>
                <a:gd name="connsiteX108" fmla="*/ 4086174 w 6346099"/>
                <a:gd name="connsiteY108" fmla="*/ 3084968 h 4006255"/>
                <a:gd name="connsiteX109" fmla="*/ 4065288 w 6346099"/>
                <a:gd name="connsiteY109" fmla="*/ 3085204 h 4006255"/>
                <a:gd name="connsiteX110" fmla="*/ 4088477 w 6346099"/>
                <a:gd name="connsiteY110" fmla="*/ 3064753 h 4006255"/>
                <a:gd name="connsiteX111" fmla="*/ 4089162 w 6346099"/>
                <a:gd name="connsiteY111" fmla="*/ 3084714 h 4006255"/>
                <a:gd name="connsiteX112" fmla="*/ 4089871 w 6346099"/>
                <a:gd name="connsiteY112" fmla="*/ 3084654 h 4006255"/>
                <a:gd name="connsiteX113" fmla="*/ 4091013 w 6346099"/>
                <a:gd name="connsiteY113" fmla="*/ 3061242 h 4006255"/>
                <a:gd name="connsiteX114" fmla="*/ 4098599 w 6346099"/>
                <a:gd name="connsiteY114" fmla="*/ 3063100 h 4006255"/>
                <a:gd name="connsiteX115" fmla="*/ 4111775 w 6346099"/>
                <a:gd name="connsiteY115" fmla="*/ 3063191 h 4006255"/>
                <a:gd name="connsiteX116" fmla="*/ 4095925 w 6346099"/>
                <a:gd name="connsiteY116" fmla="*/ 3061877 h 4006255"/>
                <a:gd name="connsiteX117" fmla="*/ 4117387 w 6346099"/>
                <a:gd name="connsiteY117" fmla="*/ 3043473 h 4006255"/>
                <a:gd name="connsiteX118" fmla="*/ 4118720 w 6346099"/>
                <a:gd name="connsiteY118" fmla="*/ 3063240 h 4006255"/>
                <a:gd name="connsiteX119" fmla="*/ 4119663 w 6346099"/>
                <a:gd name="connsiteY119" fmla="*/ 3063246 h 4006255"/>
                <a:gd name="connsiteX120" fmla="*/ 4121982 w 6346099"/>
                <a:gd name="connsiteY120" fmla="*/ 3038057 h 4006255"/>
                <a:gd name="connsiteX121" fmla="*/ 4544934 w 6346099"/>
                <a:gd name="connsiteY121" fmla="*/ 2652451 h 4006255"/>
                <a:gd name="connsiteX122" fmla="*/ 4483191 w 6346099"/>
                <a:gd name="connsiteY122" fmla="*/ 2581636 h 4006255"/>
                <a:gd name="connsiteX123" fmla="*/ 4263219 w 6346099"/>
                <a:gd name="connsiteY123" fmla="*/ 2385410 h 4006255"/>
                <a:gd name="connsiteX124" fmla="*/ 3916718 w 6346099"/>
                <a:gd name="connsiteY124" fmla="*/ 2121613 h 4006255"/>
                <a:gd name="connsiteX125" fmla="*/ 3405105 w 6346099"/>
                <a:gd name="connsiteY125" fmla="*/ 1827316 h 4006255"/>
                <a:gd name="connsiteX126" fmla="*/ 3364566 w 6346099"/>
                <a:gd name="connsiteY126" fmla="*/ 1801560 h 4006255"/>
                <a:gd name="connsiteX127" fmla="*/ 3338711 w 6346099"/>
                <a:gd name="connsiteY127" fmla="*/ 1806925 h 4006255"/>
                <a:gd name="connsiteX128" fmla="*/ 3352418 w 6346099"/>
                <a:gd name="connsiteY128" fmla="*/ 1802408 h 4006255"/>
                <a:gd name="connsiteX129" fmla="*/ 2095415 w 6346099"/>
                <a:gd name="connsiteY129" fmla="*/ 1771709 h 4006255"/>
                <a:gd name="connsiteX130" fmla="*/ 2125865 w 6346099"/>
                <a:gd name="connsiteY130" fmla="*/ 1777805 h 4006255"/>
                <a:gd name="connsiteX131" fmla="*/ 2028358 w 6346099"/>
                <a:gd name="connsiteY131" fmla="*/ 1832246 h 4006255"/>
                <a:gd name="connsiteX132" fmla="*/ 2050269 w 6346099"/>
                <a:gd name="connsiteY132" fmla="*/ 1792038 h 4006255"/>
                <a:gd name="connsiteX133" fmla="*/ 2052036 w 6346099"/>
                <a:gd name="connsiteY133" fmla="*/ 1790584 h 4006255"/>
                <a:gd name="connsiteX134" fmla="*/ 2790573 w 6346099"/>
                <a:gd name="connsiteY134" fmla="*/ 1729558 h 4006255"/>
                <a:gd name="connsiteX135" fmla="*/ 2796046 w 6346099"/>
                <a:gd name="connsiteY135" fmla="*/ 1730187 h 4006255"/>
                <a:gd name="connsiteX136" fmla="*/ 2795732 w 6346099"/>
                <a:gd name="connsiteY136" fmla="*/ 1729996 h 4006255"/>
                <a:gd name="connsiteX137" fmla="*/ 2519043 w 6346099"/>
                <a:gd name="connsiteY137" fmla="*/ 1704457 h 4006255"/>
                <a:gd name="connsiteX138" fmla="*/ 2290248 w 6346099"/>
                <a:gd name="connsiteY138" fmla="*/ 1729117 h 4006255"/>
                <a:gd name="connsiteX139" fmla="*/ 2124966 w 6346099"/>
                <a:gd name="connsiteY139" fmla="*/ 1775226 h 4006255"/>
                <a:gd name="connsiteX140" fmla="*/ 2063189 w 6346099"/>
                <a:gd name="connsiteY140" fmla="*/ 1781402 h 4006255"/>
                <a:gd name="connsiteX141" fmla="*/ 2052036 w 6346099"/>
                <a:gd name="connsiteY141" fmla="*/ 1790584 h 4006255"/>
                <a:gd name="connsiteX142" fmla="*/ 2050759 w 6346099"/>
                <a:gd name="connsiteY142" fmla="*/ 1791138 h 4006255"/>
                <a:gd name="connsiteX143" fmla="*/ 2050269 w 6346099"/>
                <a:gd name="connsiteY143" fmla="*/ 1792038 h 4006255"/>
                <a:gd name="connsiteX144" fmla="*/ 2036136 w 6346099"/>
                <a:gd name="connsiteY144" fmla="*/ 1803671 h 4006255"/>
                <a:gd name="connsiteX145" fmla="*/ 2020060 w 6346099"/>
                <a:gd name="connsiteY145" fmla="*/ 1833618 h 4006255"/>
                <a:gd name="connsiteX146" fmla="*/ 2004896 w 6346099"/>
                <a:gd name="connsiteY146" fmla="*/ 1834253 h 4006255"/>
                <a:gd name="connsiteX147" fmla="*/ 1910238 w 6346099"/>
                <a:gd name="connsiteY147" fmla="*/ 1914447 h 4006255"/>
                <a:gd name="connsiteX148" fmla="*/ 1814334 w 6346099"/>
                <a:gd name="connsiteY148" fmla="*/ 1913074 h 4006255"/>
                <a:gd name="connsiteX149" fmla="*/ 1764346 w 6346099"/>
                <a:gd name="connsiteY149" fmla="*/ 1855738 h 4006255"/>
                <a:gd name="connsiteX150" fmla="*/ 1670695 w 6346099"/>
                <a:gd name="connsiteY150" fmla="*/ 1810246 h 4006255"/>
                <a:gd name="connsiteX151" fmla="*/ 1637336 w 6346099"/>
                <a:gd name="connsiteY151" fmla="*/ 1826079 h 4006255"/>
                <a:gd name="connsiteX152" fmla="*/ 1615341 w 6346099"/>
                <a:gd name="connsiteY152" fmla="*/ 1836471 h 4006255"/>
                <a:gd name="connsiteX153" fmla="*/ 1584384 w 6346099"/>
                <a:gd name="connsiteY153" fmla="*/ 1845193 h 4006255"/>
                <a:gd name="connsiteX154" fmla="*/ 1583607 w 6346099"/>
                <a:gd name="connsiteY154" fmla="*/ 1845411 h 4006255"/>
                <a:gd name="connsiteX155" fmla="*/ 1581438 w 6346099"/>
                <a:gd name="connsiteY155" fmla="*/ 1854975 h 4006255"/>
                <a:gd name="connsiteX156" fmla="*/ 1558672 w 6346099"/>
                <a:gd name="connsiteY156" fmla="*/ 1852805 h 4006255"/>
                <a:gd name="connsiteX157" fmla="*/ 1513073 w 6346099"/>
                <a:gd name="connsiteY157" fmla="*/ 1851614 h 4006255"/>
                <a:gd name="connsiteX158" fmla="*/ 1506464 w 6346099"/>
                <a:gd name="connsiteY158" fmla="*/ 1858290 h 4006255"/>
                <a:gd name="connsiteX159" fmla="*/ 1506082 w 6346099"/>
                <a:gd name="connsiteY159" fmla="*/ 1858440 h 4006255"/>
                <a:gd name="connsiteX160" fmla="*/ 1505947 w 6346099"/>
                <a:gd name="connsiteY160" fmla="*/ 1858813 h 4006255"/>
                <a:gd name="connsiteX161" fmla="*/ 1496461 w 6346099"/>
                <a:gd name="connsiteY161" fmla="*/ 1868395 h 4006255"/>
                <a:gd name="connsiteX162" fmla="*/ 1485336 w 6346099"/>
                <a:gd name="connsiteY162" fmla="*/ 1895692 h 4006255"/>
                <a:gd name="connsiteX163" fmla="*/ 1473339 w 6346099"/>
                <a:gd name="connsiteY163" fmla="*/ 1891587 h 4006255"/>
                <a:gd name="connsiteX164" fmla="*/ 1376980 w 6346099"/>
                <a:gd name="connsiteY164" fmla="*/ 1932625 h 4006255"/>
                <a:gd name="connsiteX165" fmla="*/ 1298141 w 6346099"/>
                <a:gd name="connsiteY165" fmla="*/ 1988767 h 4006255"/>
                <a:gd name="connsiteX166" fmla="*/ 1253545 w 6346099"/>
                <a:gd name="connsiteY166" fmla="*/ 2015839 h 4006255"/>
                <a:gd name="connsiteX167" fmla="*/ 1165438 w 6346099"/>
                <a:gd name="connsiteY167" fmla="*/ 2069409 h 4006255"/>
                <a:gd name="connsiteX168" fmla="*/ 1082809 w 6346099"/>
                <a:gd name="connsiteY168" fmla="*/ 2122453 h 4006255"/>
                <a:gd name="connsiteX169" fmla="*/ 880982 w 6346099"/>
                <a:gd name="connsiteY169" fmla="*/ 2276864 h 4006255"/>
                <a:gd name="connsiteX170" fmla="*/ 721132 w 6346099"/>
                <a:gd name="connsiteY170" fmla="*/ 2412949 h 4006255"/>
                <a:gd name="connsiteX171" fmla="*/ 464664 w 6346099"/>
                <a:gd name="connsiteY171" fmla="*/ 2644012 h 4006255"/>
                <a:gd name="connsiteX172" fmla="*/ 1653437 w 6346099"/>
                <a:gd name="connsiteY172" fmla="*/ 3468017 h 4006255"/>
                <a:gd name="connsiteX173" fmla="*/ 1368943 w 6346099"/>
                <a:gd name="connsiteY173" fmla="*/ 2370046 h 4006255"/>
                <a:gd name="connsiteX174" fmla="*/ 1591690 w 6346099"/>
                <a:gd name="connsiteY174" fmla="*/ 2409972 h 4006255"/>
                <a:gd name="connsiteX175" fmla="*/ 1569324 w 6346099"/>
                <a:gd name="connsiteY175" fmla="*/ 2553173 h 4006255"/>
                <a:gd name="connsiteX176" fmla="*/ 1585054 w 6346099"/>
                <a:gd name="connsiteY176" fmla="*/ 2832351 h 4006255"/>
                <a:gd name="connsiteX177" fmla="*/ 1815756 w 6346099"/>
                <a:gd name="connsiteY177" fmla="*/ 3286538 h 4006255"/>
                <a:gd name="connsiteX178" fmla="*/ 1996135 w 6346099"/>
                <a:gd name="connsiteY178" fmla="*/ 3451621 h 4006255"/>
                <a:gd name="connsiteX179" fmla="*/ 2014503 w 6346099"/>
                <a:gd name="connsiteY179" fmla="*/ 3470611 h 4006255"/>
                <a:gd name="connsiteX180" fmla="*/ 1995520 w 6346099"/>
                <a:gd name="connsiteY180" fmla="*/ 3449031 h 4006255"/>
                <a:gd name="connsiteX181" fmla="*/ 2153248 w 6346099"/>
                <a:gd name="connsiteY181" fmla="*/ 3523557 h 4006255"/>
                <a:gd name="connsiteX182" fmla="*/ 2379275 w 6346099"/>
                <a:gd name="connsiteY182" fmla="*/ 3587685 h 4006255"/>
                <a:gd name="connsiteX183" fmla="*/ 2361519 w 6346099"/>
                <a:gd name="connsiteY183" fmla="*/ 3598626 h 4006255"/>
                <a:gd name="connsiteX184" fmla="*/ 2388133 w 6346099"/>
                <a:gd name="connsiteY184" fmla="*/ 3587123 h 4006255"/>
                <a:gd name="connsiteX185" fmla="*/ 2414881 w 6346099"/>
                <a:gd name="connsiteY185" fmla="*/ 3598458 h 4006255"/>
                <a:gd name="connsiteX186" fmla="*/ 2443935 w 6346099"/>
                <a:gd name="connsiteY186" fmla="*/ 3594878 h 4006255"/>
                <a:gd name="connsiteX187" fmla="*/ 2578972 w 6346099"/>
                <a:gd name="connsiteY187" fmla="*/ 3602095 h 4006255"/>
                <a:gd name="connsiteX188" fmla="*/ 2600514 w 6346099"/>
                <a:gd name="connsiteY188" fmla="*/ 3597692 h 4006255"/>
                <a:gd name="connsiteX189" fmla="*/ 2648242 w 6346099"/>
                <a:gd name="connsiteY189" fmla="*/ 3593063 h 4006255"/>
                <a:gd name="connsiteX190" fmla="*/ 2657131 w 6346099"/>
                <a:gd name="connsiteY190" fmla="*/ 3599513 h 4006255"/>
                <a:gd name="connsiteX191" fmla="*/ 3030038 w 6346099"/>
                <a:gd name="connsiteY191" fmla="*/ 3462599 h 4006255"/>
                <a:gd name="connsiteX192" fmla="*/ 3035984 w 6346099"/>
                <a:gd name="connsiteY192" fmla="*/ 3433617 h 4006255"/>
                <a:gd name="connsiteX193" fmla="*/ 3044007 w 6346099"/>
                <a:gd name="connsiteY193" fmla="*/ 3435533 h 4006255"/>
                <a:gd name="connsiteX194" fmla="*/ 3069904 w 6346099"/>
                <a:gd name="connsiteY194" fmla="*/ 3432079 h 4006255"/>
                <a:gd name="connsiteX195" fmla="*/ 3041119 w 6346099"/>
                <a:gd name="connsiteY195" fmla="*/ 3434273 h 4006255"/>
                <a:gd name="connsiteX196" fmla="*/ 3085344 w 6346099"/>
                <a:gd name="connsiteY196" fmla="*/ 3400328 h 4006255"/>
                <a:gd name="connsiteX197" fmla="*/ 3085388 w 6346099"/>
                <a:gd name="connsiteY197" fmla="*/ 3420769 h 4006255"/>
                <a:gd name="connsiteX198" fmla="*/ 3076955 w 6346099"/>
                <a:gd name="connsiteY198" fmla="*/ 3431138 h 4006255"/>
                <a:gd name="connsiteX199" fmla="*/ 3077569 w 6346099"/>
                <a:gd name="connsiteY199" fmla="*/ 3431057 h 4006255"/>
                <a:gd name="connsiteX200" fmla="*/ 3090162 w 6346099"/>
                <a:gd name="connsiteY200" fmla="*/ 3394974 h 4006255"/>
                <a:gd name="connsiteX201" fmla="*/ 3240906 w 6346099"/>
                <a:gd name="connsiteY201" fmla="*/ 3253134 h 4006255"/>
                <a:gd name="connsiteX202" fmla="*/ 3267104 w 6346099"/>
                <a:gd name="connsiteY202" fmla="*/ 3240301 h 4006255"/>
                <a:gd name="connsiteX203" fmla="*/ 3237894 w 6346099"/>
                <a:gd name="connsiteY203" fmla="*/ 3253099 h 4006255"/>
                <a:gd name="connsiteX204" fmla="*/ 3273428 w 6346099"/>
                <a:gd name="connsiteY204" fmla="*/ 3205263 h 4006255"/>
                <a:gd name="connsiteX205" fmla="*/ 3276214 w 6346099"/>
                <a:gd name="connsiteY205" fmla="*/ 3235837 h 4006255"/>
                <a:gd name="connsiteX206" fmla="*/ 3276811 w 6346099"/>
                <a:gd name="connsiteY206" fmla="*/ 3235545 h 4006255"/>
                <a:gd name="connsiteX207" fmla="*/ 3274867 w 6346099"/>
                <a:gd name="connsiteY207" fmla="*/ 3199257 h 4006255"/>
                <a:gd name="connsiteX208" fmla="*/ 3282449 w 6346099"/>
                <a:gd name="connsiteY208" fmla="*/ 3196465 h 4006255"/>
                <a:gd name="connsiteX209" fmla="*/ 3303535 w 6346099"/>
                <a:gd name="connsiteY209" fmla="*/ 3185073 h 4006255"/>
                <a:gd name="connsiteX210" fmla="*/ 3320591 w 6346099"/>
                <a:gd name="connsiteY210" fmla="*/ 3171118 h 4006255"/>
                <a:gd name="connsiteX211" fmla="*/ 3303146 w 6346099"/>
                <a:gd name="connsiteY211" fmla="*/ 3184962 h 4006255"/>
                <a:gd name="connsiteX212" fmla="*/ 3279334 w 6346099"/>
                <a:gd name="connsiteY212" fmla="*/ 3195584 h 4006255"/>
                <a:gd name="connsiteX213" fmla="*/ 3421818 w 6346099"/>
                <a:gd name="connsiteY213" fmla="*/ 2888908 h 4006255"/>
                <a:gd name="connsiteX214" fmla="*/ 3433898 w 6346099"/>
                <a:gd name="connsiteY214" fmla="*/ 2843474 h 4006255"/>
                <a:gd name="connsiteX215" fmla="*/ 3445100 w 6346099"/>
                <a:gd name="connsiteY215" fmla="*/ 2861259 h 4006255"/>
                <a:gd name="connsiteX216" fmla="*/ 3437354 w 6346099"/>
                <a:gd name="connsiteY216" fmla="*/ 2835386 h 4006255"/>
                <a:gd name="connsiteX217" fmla="*/ 3435470 w 6346099"/>
                <a:gd name="connsiteY217" fmla="*/ 2452523 h 4006255"/>
                <a:gd name="connsiteX218" fmla="*/ 3389919 w 6346099"/>
                <a:gd name="connsiteY218" fmla="*/ 2309781 h 4006255"/>
                <a:gd name="connsiteX219" fmla="*/ 3377201 w 6346099"/>
                <a:gd name="connsiteY219" fmla="*/ 2273521 h 4006255"/>
                <a:gd name="connsiteX220" fmla="*/ 3366536 w 6346099"/>
                <a:gd name="connsiteY220" fmla="*/ 2255339 h 4006255"/>
                <a:gd name="connsiteX221" fmla="*/ 3314340 w 6346099"/>
                <a:gd name="connsiteY221" fmla="*/ 2163745 h 4006255"/>
                <a:gd name="connsiteX222" fmla="*/ 3091314 w 6346099"/>
                <a:gd name="connsiteY222" fmla="*/ 1908413 h 4006255"/>
                <a:gd name="connsiteX223" fmla="*/ 2831041 w 6346099"/>
                <a:gd name="connsiteY223" fmla="*/ 1757470 h 4006255"/>
                <a:gd name="connsiteX224" fmla="*/ 2814269 w 6346099"/>
                <a:gd name="connsiteY224" fmla="*/ 1741280 h 4006255"/>
                <a:gd name="connsiteX225" fmla="*/ 2803395 w 6346099"/>
                <a:gd name="connsiteY225" fmla="*/ 1734660 h 4006255"/>
                <a:gd name="connsiteX226" fmla="*/ 2814700 w 6346099"/>
                <a:gd name="connsiteY226" fmla="*/ 1742375 h 4006255"/>
                <a:gd name="connsiteX227" fmla="*/ 2831714 w 6346099"/>
                <a:gd name="connsiteY227" fmla="*/ 1760070 h 4006255"/>
                <a:gd name="connsiteX228" fmla="*/ 2756123 w 6346099"/>
                <a:gd name="connsiteY228" fmla="*/ 1739983 h 4006255"/>
                <a:gd name="connsiteX229" fmla="*/ 2777150 w 6346099"/>
                <a:gd name="connsiteY229" fmla="*/ 1728415 h 4006255"/>
                <a:gd name="connsiteX230" fmla="*/ 2773759 w 6346099"/>
                <a:gd name="connsiteY230" fmla="*/ 1728127 h 4006255"/>
                <a:gd name="connsiteX231" fmla="*/ 2746675 w 6346099"/>
                <a:gd name="connsiteY231" fmla="*/ 1740185 h 4006255"/>
                <a:gd name="connsiteX232" fmla="*/ 2519043 w 6346099"/>
                <a:gd name="connsiteY232" fmla="*/ 1704457 h 4006255"/>
                <a:gd name="connsiteX233" fmla="*/ 1219603 w 6346099"/>
                <a:gd name="connsiteY233" fmla="*/ 1656345 h 4006255"/>
                <a:gd name="connsiteX234" fmla="*/ 1095664 w 6346099"/>
                <a:gd name="connsiteY234" fmla="*/ 1718661 h 4006255"/>
                <a:gd name="connsiteX235" fmla="*/ 1001706 w 6346099"/>
                <a:gd name="connsiteY235" fmla="*/ 1777373 h 4006255"/>
                <a:gd name="connsiteX236" fmla="*/ 1095663 w 6346099"/>
                <a:gd name="connsiteY236" fmla="*/ 1718662 h 4006255"/>
                <a:gd name="connsiteX237" fmla="*/ 1937871 w 6346099"/>
                <a:gd name="connsiteY237" fmla="*/ 1374687 h 4006255"/>
                <a:gd name="connsiteX238" fmla="*/ 1806434 w 6346099"/>
                <a:gd name="connsiteY238" fmla="*/ 1410343 h 4006255"/>
                <a:gd name="connsiteX239" fmla="*/ 1578719 w 6346099"/>
                <a:gd name="connsiteY239" fmla="*/ 1495901 h 4006255"/>
                <a:gd name="connsiteX240" fmla="*/ 1546738 w 6346099"/>
                <a:gd name="connsiteY240" fmla="*/ 1509121 h 4006255"/>
                <a:gd name="connsiteX241" fmla="*/ 1578718 w 6346099"/>
                <a:gd name="connsiteY241" fmla="*/ 1495903 h 4006255"/>
                <a:gd name="connsiteX242" fmla="*/ 1806433 w 6346099"/>
                <a:gd name="connsiteY242" fmla="*/ 1410344 h 4006255"/>
                <a:gd name="connsiteX243" fmla="*/ 2612058 w 6346099"/>
                <a:gd name="connsiteY243" fmla="*/ 1291879 h 4006255"/>
                <a:gd name="connsiteX244" fmla="*/ 2749491 w 6346099"/>
                <a:gd name="connsiteY244" fmla="*/ 1311167 h 4006255"/>
                <a:gd name="connsiteX245" fmla="*/ 2878220 w 6346099"/>
                <a:gd name="connsiteY245" fmla="*/ 1320529 h 4006255"/>
                <a:gd name="connsiteX246" fmla="*/ 2897487 w 6346099"/>
                <a:gd name="connsiteY246" fmla="*/ 1322576 h 4006255"/>
                <a:gd name="connsiteX247" fmla="*/ 2902203 w 6346099"/>
                <a:gd name="connsiteY247" fmla="*/ 1323077 h 4006255"/>
                <a:gd name="connsiteX248" fmla="*/ 2925506 w 6346099"/>
                <a:gd name="connsiteY248" fmla="*/ 1328951 h 4006255"/>
                <a:gd name="connsiteX249" fmla="*/ 2933293 w 6346099"/>
                <a:gd name="connsiteY249" fmla="*/ 1332528 h 4006255"/>
                <a:gd name="connsiteX250" fmla="*/ 3049956 w 6346099"/>
                <a:gd name="connsiteY250" fmla="*/ 1352965 h 4006255"/>
                <a:gd name="connsiteX251" fmla="*/ 3172908 w 6346099"/>
                <a:gd name="connsiteY251" fmla="*/ 1380243 h 4006255"/>
                <a:gd name="connsiteX252" fmla="*/ 3824568 w 6346099"/>
                <a:gd name="connsiteY252" fmla="*/ 1640292 h 4006255"/>
                <a:gd name="connsiteX253" fmla="*/ 4065456 w 6346099"/>
                <a:gd name="connsiteY253" fmla="*/ 1784269 h 4006255"/>
                <a:gd name="connsiteX254" fmla="*/ 3997073 w 6346099"/>
                <a:gd name="connsiteY254" fmla="*/ 1756043 h 4006255"/>
                <a:gd name="connsiteX255" fmla="*/ 3406581 w 6346099"/>
                <a:gd name="connsiteY255" fmla="*/ 1473576 h 4006255"/>
                <a:gd name="connsiteX256" fmla="*/ 2973056 w 6346099"/>
                <a:gd name="connsiteY256" fmla="*/ 1350794 h 4006255"/>
                <a:gd name="connsiteX257" fmla="*/ 2973043 w 6346099"/>
                <a:gd name="connsiteY257" fmla="*/ 1350788 h 4006255"/>
                <a:gd name="connsiteX258" fmla="*/ 2973055 w 6346099"/>
                <a:gd name="connsiteY258" fmla="*/ 1350794 h 4006255"/>
                <a:gd name="connsiteX259" fmla="*/ 3406581 w 6346099"/>
                <a:gd name="connsiteY259" fmla="*/ 1473577 h 4006255"/>
                <a:gd name="connsiteX260" fmla="*/ 3997072 w 6346099"/>
                <a:gd name="connsiteY260" fmla="*/ 1756044 h 4006255"/>
                <a:gd name="connsiteX261" fmla="*/ 4066551 w 6346099"/>
                <a:gd name="connsiteY261" fmla="*/ 1786763 h 4006255"/>
                <a:gd name="connsiteX262" fmla="*/ 4066823 w 6346099"/>
                <a:gd name="connsiteY262" fmla="*/ 1789296 h 4006255"/>
                <a:gd name="connsiteX263" fmla="*/ 4089823 w 6346099"/>
                <a:gd name="connsiteY263" fmla="*/ 1802277 h 4006255"/>
                <a:gd name="connsiteX264" fmla="*/ 4090096 w 6346099"/>
                <a:gd name="connsiteY264" fmla="*/ 1804811 h 4006255"/>
                <a:gd name="connsiteX265" fmla="*/ 4113096 w 6346099"/>
                <a:gd name="connsiteY265" fmla="*/ 1817792 h 4006255"/>
                <a:gd name="connsiteX266" fmla="*/ 4113368 w 6346099"/>
                <a:gd name="connsiteY266" fmla="*/ 1820326 h 4006255"/>
                <a:gd name="connsiteX267" fmla="*/ 4136368 w 6346099"/>
                <a:gd name="connsiteY267" fmla="*/ 1833307 h 4006255"/>
                <a:gd name="connsiteX268" fmla="*/ 4136640 w 6346099"/>
                <a:gd name="connsiteY268" fmla="*/ 1835841 h 4006255"/>
                <a:gd name="connsiteX269" fmla="*/ 4159640 w 6346099"/>
                <a:gd name="connsiteY269" fmla="*/ 1848822 h 4006255"/>
                <a:gd name="connsiteX270" fmla="*/ 4159913 w 6346099"/>
                <a:gd name="connsiteY270" fmla="*/ 1851356 h 4006255"/>
                <a:gd name="connsiteX271" fmla="*/ 4182913 w 6346099"/>
                <a:gd name="connsiteY271" fmla="*/ 1864337 h 4006255"/>
                <a:gd name="connsiteX272" fmla="*/ 4183185 w 6346099"/>
                <a:gd name="connsiteY272" fmla="*/ 1866871 h 4006255"/>
                <a:gd name="connsiteX273" fmla="*/ 4206185 w 6346099"/>
                <a:gd name="connsiteY273" fmla="*/ 1879852 h 4006255"/>
                <a:gd name="connsiteX274" fmla="*/ 4206469 w 6346099"/>
                <a:gd name="connsiteY274" fmla="*/ 1882395 h 4006255"/>
                <a:gd name="connsiteX275" fmla="*/ 4229613 w 6346099"/>
                <a:gd name="connsiteY275" fmla="*/ 1895506 h 4006255"/>
                <a:gd name="connsiteX276" fmla="*/ 4259885 w 6346099"/>
                <a:gd name="connsiteY276" fmla="*/ 1918470 h 4006255"/>
                <a:gd name="connsiteX277" fmla="*/ 4271866 w 6346099"/>
                <a:gd name="connsiteY277" fmla="*/ 1926359 h 4006255"/>
                <a:gd name="connsiteX278" fmla="*/ 4283915 w 6346099"/>
                <a:gd name="connsiteY278" fmla="*/ 1934294 h 4006255"/>
                <a:gd name="connsiteX279" fmla="*/ 4421987 w 6346099"/>
                <a:gd name="connsiteY279" fmla="*/ 2046633 h 4006255"/>
                <a:gd name="connsiteX280" fmla="*/ 4631758 w 6346099"/>
                <a:gd name="connsiteY280" fmla="*/ 2225446 h 4006255"/>
                <a:gd name="connsiteX281" fmla="*/ 4712318 w 6346099"/>
                <a:gd name="connsiteY281" fmla="*/ 2298533 h 4006255"/>
                <a:gd name="connsiteX282" fmla="*/ 4844706 w 6346099"/>
                <a:gd name="connsiteY282" fmla="*/ 2438979 h 4006255"/>
                <a:gd name="connsiteX283" fmla="*/ 4973839 w 6346099"/>
                <a:gd name="connsiteY283" fmla="*/ 2603245 h 4006255"/>
                <a:gd name="connsiteX284" fmla="*/ 4994985 w 6346099"/>
                <a:gd name="connsiteY284" fmla="*/ 2624931 h 4006255"/>
                <a:gd name="connsiteX285" fmla="*/ 5001109 w 6346099"/>
                <a:gd name="connsiteY285" fmla="*/ 2686932 h 4006255"/>
                <a:gd name="connsiteX286" fmla="*/ 4679888 w 6346099"/>
                <a:gd name="connsiteY286" fmla="*/ 3029008 h 4006255"/>
                <a:gd name="connsiteX287" fmla="*/ 4232502 w 6346099"/>
                <a:gd name="connsiteY287" fmla="*/ 3402184 h 4006255"/>
                <a:gd name="connsiteX288" fmla="*/ 4101224 w 6346099"/>
                <a:gd name="connsiteY288" fmla="*/ 3491156 h 4006255"/>
                <a:gd name="connsiteX289" fmla="*/ 3972403 w 6346099"/>
                <a:gd name="connsiteY289" fmla="*/ 3559058 h 4006255"/>
                <a:gd name="connsiteX290" fmla="*/ 3919899 w 6346099"/>
                <a:gd name="connsiteY290" fmla="*/ 3593541 h 4006255"/>
                <a:gd name="connsiteX291" fmla="*/ 3919403 w 6346099"/>
                <a:gd name="connsiteY291" fmla="*/ 3598237 h 4006255"/>
                <a:gd name="connsiteX292" fmla="*/ 3918882 w 6346099"/>
                <a:gd name="connsiteY292" fmla="*/ 3603182 h 4006255"/>
                <a:gd name="connsiteX293" fmla="*/ 3916010 w 6346099"/>
                <a:gd name="connsiteY293" fmla="*/ 3602543 h 4006255"/>
                <a:gd name="connsiteX294" fmla="*/ 3822667 w 6346099"/>
                <a:gd name="connsiteY294" fmla="*/ 3648575 h 4006255"/>
                <a:gd name="connsiteX295" fmla="*/ 3685110 w 6346099"/>
                <a:gd name="connsiteY295" fmla="*/ 3703923 h 4006255"/>
                <a:gd name="connsiteX296" fmla="*/ 3686562 w 6346099"/>
                <a:gd name="connsiteY296" fmla="*/ 3726954 h 4006255"/>
                <a:gd name="connsiteX297" fmla="*/ 3664551 w 6346099"/>
                <a:gd name="connsiteY297" fmla="*/ 3732288 h 4006255"/>
                <a:gd name="connsiteX298" fmla="*/ 3638018 w 6346099"/>
                <a:gd name="connsiteY298" fmla="*/ 3724360 h 4006255"/>
                <a:gd name="connsiteX299" fmla="*/ 3637050 w 6346099"/>
                <a:gd name="connsiteY299" fmla="*/ 3724570 h 4006255"/>
                <a:gd name="connsiteX300" fmla="*/ 3661840 w 6346099"/>
                <a:gd name="connsiteY300" fmla="*/ 3732690 h 4006255"/>
                <a:gd name="connsiteX301" fmla="*/ 3595343 w 6346099"/>
                <a:gd name="connsiteY301" fmla="*/ 3771630 h 4006255"/>
                <a:gd name="connsiteX302" fmla="*/ 3616420 w 6346099"/>
                <a:gd name="connsiteY302" fmla="*/ 3729075 h 4006255"/>
                <a:gd name="connsiteX303" fmla="*/ 3621462 w 6346099"/>
                <a:gd name="connsiteY303" fmla="*/ 3727956 h 4006255"/>
                <a:gd name="connsiteX304" fmla="*/ 3616418 w 6346099"/>
                <a:gd name="connsiteY304" fmla="*/ 3729052 h 4006255"/>
                <a:gd name="connsiteX305" fmla="*/ 3592609 w 6346099"/>
                <a:gd name="connsiteY305" fmla="*/ 3771851 h 4006255"/>
                <a:gd name="connsiteX306" fmla="*/ 3515856 w 6346099"/>
                <a:gd name="connsiteY306" fmla="*/ 3801827 h 4006255"/>
                <a:gd name="connsiteX307" fmla="*/ 3070712 w 6346099"/>
                <a:gd name="connsiteY307" fmla="*/ 3943384 h 4006255"/>
                <a:gd name="connsiteX308" fmla="*/ 2765473 w 6346099"/>
                <a:gd name="connsiteY308" fmla="*/ 3996438 h 4006255"/>
                <a:gd name="connsiteX309" fmla="*/ 2492099 w 6346099"/>
                <a:gd name="connsiteY309" fmla="*/ 4005779 h 4006255"/>
                <a:gd name="connsiteX310" fmla="*/ 1733673 w 6346099"/>
                <a:gd name="connsiteY310" fmla="*/ 3887584 h 4006255"/>
                <a:gd name="connsiteX311" fmla="*/ 1243211 w 6346099"/>
                <a:gd name="connsiteY311" fmla="*/ 3687225 h 4006255"/>
                <a:gd name="connsiteX312" fmla="*/ 696407 w 6346099"/>
                <a:gd name="connsiteY312" fmla="*/ 3338880 h 4006255"/>
                <a:gd name="connsiteX313" fmla="*/ 375274 w 6346099"/>
                <a:gd name="connsiteY313" fmla="*/ 3062704 h 4006255"/>
                <a:gd name="connsiteX314" fmla="*/ 50320 w 6346099"/>
                <a:gd name="connsiteY314" fmla="*/ 2717219 h 4006255"/>
                <a:gd name="connsiteX315" fmla="*/ 36662 w 6346099"/>
                <a:gd name="connsiteY315" fmla="*/ 2703468 h 4006255"/>
                <a:gd name="connsiteX316" fmla="*/ 35180 w 6346099"/>
                <a:gd name="connsiteY316" fmla="*/ 2594864 h 4006255"/>
                <a:gd name="connsiteX317" fmla="*/ 375374 w 6346099"/>
                <a:gd name="connsiteY317" fmla="*/ 2233468 h 4006255"/>
                <a:gd name="connsiteX318" fmla="*/ 652221 w 6346099"/>
                <a:gd name="connsiteY318" fmla="*/ 1997703 h 4006255"/>
                <a:gd name="connsiteX319" fmla="*/ 683438 w 6346099"/>
                <a:gd name="connsiteY319" fmla="*/ 1972288 h 4006255"/>
                <a:gd name="connsiteX320" fmla="*/ 688022 w 6346099"/>
                <a:gd name="connsiteY320" fmla="*/ 1970420 h 4006255"/>
                <a:gd name="connsiteX321" fmla="*/ 714487 w 6346099"/>
                <a:gd name="connsiteY321" fmla="*/ 1948990 h 4006255"/>
                <a:gd name="connsiteX322" fmla="*/ 719055 w 6346099"/>
                <a:gd name="connsiteY322" fmla="*/ 1947140 h 4006255"/>
                <a:gd name="connsiteX323" fmla="*/ 745517 w 6346099"/>
                <a:gd name="connsiteY323" fmla="*/ 1925718 h 4006255"/>
                <a:gd name="connsiteX324" fmla="*/ 749799 w 6346099"/>
                <a:gd name="connsiteY324" fmla="*/ 1923980 h 4006255"/>
                <a:gd name="connsiteX325" fmla="*/ 799762 w 6346099"/>
                <a:gd name="connsiteY325" fmla="*/ 1887002 h 4006255"/>
                <a:gd name="connsiteX326" fmla="*/ 804013 w 6346099"/>
                <a:gd name="connsiteY326" fmla="*/ 1885191 h 4006255"/>
                <a:gd name="connsiteX327" fmla="*/ 829612 w 6346099"/>
                <a:gd name="connsiteY327" fmla="*/ 1880023 h 4006255"/>
                <a:gd name="connsiteX328" fmla="*/ 850082 w 6346099"/>
                <a:gd name="connsiteY328" fmla="*/ 1872057 h 4006255"/>
                <a:gd name="connsiteX329" fmla="*/ 829723 w 6346099"/>
                <a:gd name="connsiteY329" fmla="*/ 1879945 h 4006255"/>
                <a:gd name="connsiteX330" fmla="*/ 804894 w 6346099"/>
                <a:gd name="connsiteY330" fmla="*/ 1884568 h 4006255"/>
                <a:gd name="connsiteX331" fmla="*/ 997891 w 6346099"/>
                <a:gd name="connsiteY331" fmla="*/ 1750790 h 4006255"/>
                <a:gd name="connsiteX332" fmla="*/ 1271132 w 6346099"/>
                <a:gd name="connsiteY332" fmla="*/ 1599656 h 4006255"/>
                <a:gd name="connsiteX333" fmla="*/ 1938390 w 6346099"/>
                <a:gd name="connsiteY333" fmla="*/ 1353860 h 4006255"/>
                <a:gd name="connsiteX334" fmla="*/ 2100061 w 6346099"/>
                <a:gd name="connsiteY334" fmla="*/ 1322576 h 4006255"/>
                <a:gd name="connsiteX335" fmla="*/ 2071598 w 6346099"/>
                <a:gd name="connsiteY335" fmla="*/ 1344981 h 4006255"/>
                <a:gd name="connsiteX336" fmla="*/ 1937917 w 6346099"/>
                <a:gd name="connsiteY336" fmla="*/ 1374675 h 4006255"/>
                <a:gd name="connsiteX337" fmla="*/ 1937918 w 6346099"/>
                <a:gd name="connsiteY337" fmla="*/ 1374675 h 4006255"/>
                <a:gd name="connsiteX338" fmla="*/ 2071598 w 6346099"/>
                <a:gd name="connsiteY338" fmla="*/ 1344981 h 4006255"/>
                <a:gd name="connsiteX339" fmla="*/ 2103185 w 6346099"/>
                <a:gd name="connsiteY339" fmla="*/ 1323077 h 4006255"/>
                <a:gd name="connsiteX340" fmla="*/ 2116936 w 6346099"/>
                <a:gd name="connsiteY340" fmla="*/ 1324734 h 4006255"/>
                <a:gd name="connsiteX341" fmla="*/ 2131735 w 6346099"/>
                <a:gd name="connsiteY341" fmla="*/ 1334182 h 4006255"/>
                <a:gd name="connsiteX342" fmla="*/ 2132287 w 6346099"/>
                <a:gd name="connsiteY342" fmla="*/ 1334075 h 4006255"/>
                <a:gd name="connsiteX343" fmla="*/ 2119502 w 6346099"/>
                <a:gd name="connsiteY343" fmla="*/ 1325292 h 4006255"/>
                <a:gd name="connsiteX344" fmla="*/ 2154504 w 6346099"/>
                <a:gd name="connsiteY344" fmla="*/ 1314755 h 4006255"/>
                <a:gd name="connsiteX345" fmla="*/ 2142037 w 6346099"/>
                <a:gd name="connsiteY345" fmla="*/ 1332169 h 4006255"/>
                <a:gd name="connsiteX346" fmla="*/ 2141868 w 6346099"/>
                <a:gd name="connsiteY346" fmla="*/ 1332209 h 4006255"/>
                <a:gd name="connsiteX347" fmla="*/ 2142077 w 6346099"/>
                <a:gd name="connsiteY347" fmla="*/ 1332169 h 4006255"/>
                <a:gd name="connsiteX348" fmla="*/ 2157393 w 6346099"/>
                <a:gd name="connsiteY348" fmla="*/ 1315320 h 4006255"/>
                <a:gd name="connsiteX349" fmla="*/ 2202335 w 6346099"/>
                <a:gd name="connsiteY349" fmla="*/ 1311764 h 4006255"/>
                <a:gd name="connsiteX350" fmla="*/ 2216100 w 6346099"/>
                <a:gd name="connsiteY350" fmla="*/ 1306553 h 4006255"/>
                <a:gd name="connsiteX351" fmla="*/ 2290289 w 6346099"/>
                <a:gd name="connsiteY351" fmla="*/ 1298813 h 4006255"/>
                <a:gd name="connsiteX352" fmla="*/ 2612058 w 6346099"/>
                <a:gd name="connsiteY352" fmla="*/ 1291879 h 4006255"/>
                <a:gd name="connsiteX353" fmla="*/ 5646365 w 6346099"/>
                <a:gd name="connsiteY353" fmla="*/ 0 h 4006255"/>
                <a:gd name="connsiteX354" fmla="*/ 6346099 w 6346099"/>
                <a:gd name="connsiteY354" fmla="*/ 0 h 4006255"/>
                <a:gd name="connsiteX355" fmla="*/ 6346099 w 6346099"/>
                <a:gd name="connsiteY355" fmla="*/ 699734 h 4006255"/>
                <a:gd name="connsiteX356" fmla="*/ 5646365 w 6346099"/>
                <a:gd name="connsiteY356" fmla="*/ 699734 h 400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Lst>
              <a:rect l="l" t="t" r="r" b="b"/>
              <a:pathLst>
                <a:path w="6346099" h="4006255">
                  <a:moveTo>
                    <a:pt x="3882932" y="3601417"/>
                  </a:moveTo>
                  <a:cubicBezTo>
                    <a:pt x="3892919" y="3600350"/>
                    <a:pt x="3904071" y="3600762"/>
                    <a:pt x="3916275" y="3602718"/>
                  </a:cubicBezTo>
                  <a:cubicBezTo>
                    <a:pt x="3892654" y="3618285"/>
                    <a:pt x="3866148" y="3633623"/>
                    <a:pt x="3836810" y="3649160"/>
                  </a:cubicBezTo>
                  <a:lnTo>
                    <a:pt x="3830950" y="3649126"/>
                  </a:lnTo>
                  <a:lnTo>
                    <a:pt x="3833979" y="3649358"/>
                  </a:lnTo>
                  <a:cubicBezTo>
                    <a:pt x="3786733" y="3675084"/>
                    <a:pt x="3739489" y="3700811"/>
                    <a:pt x="3689403" y="3726747"/>
                  </a:cubicBezTo>
                  <a:cubicBezTo>
                    <a:pt x="3685935" y="3718992"/>
                    <a:pt x="3682405" y="3705290"/>
                    <a:pt x="3685111" y="3703923"/>
                  </a:cubicBezTo>
                  <a:cubicBezTo>
                    <a:pt x="3728607" y="3681938"/>
                    <a:pt x="3765586" y="3643517"/>
                    <a:pt x="3824830" y="3648655"/>
                  </a:cubicBezTo>
                  <a:lnTo>
                    <a:pt x="3827668" y="3648873"/>
                  </a:lnTo>
                  <a:lnTo>
                    <a:pt x="3856577" y="3608982"/>
                  </a:lnTo>
                  <a:cubicBezTo>
                    <a:pt x="3864123" y="3605027"/>
                    <a:pt x="3872945" y="3602483"/>
                    <a:pt x="3882932" y="3601417"/>
                  </a:cubicBezTo>
                  <a:close/>
                  <a:moveTo>
                    <a:pt x="3033156" y="3437299"/>
                  </a:moveTo>
                  <a:cubicBezTo>
                    <a:pt x="3033722" y="3444993"/>
                    <a:pt x="3035414" y="3458812"/>
                    <a:pt x="3030038" y="3462598"/>
                  </a:cubicBezTo>
                  <a:cubicBezTo>
                    <a:pt x="2918092" y="3541461"/>
                    <a:pt x="2792091" y="3582976"/>
                    <a:pt x="2657131" y="3599512"/>
                  </a:cubicBezTo>
                  <a:cubicBezTo>
                    <a:pt x="2654471" y="3599837"/>
                    <a:pt x="2651218" y="3595321"/>
                    <a:pt x="2647223" y="3590661"/>
                  </a:cubicBezTo>
                  <a:cubicBezTo>
                    <a:pt x="2707521" y="3571498"/>
                    <a:pt x="2770873" y="3559882"/>
                    <a:pt x="2829627" y="3536642"/>
                  </a:cubicBezTo>
                  <a:cubicBezTo>
                    <a:pt x="2898829" y="3509270"/>
                    <a:pt x="2964046" y="3471828"/>
                    <a:pt x="3033156" y="3437299"/>
                  </a:cubicBezTo>
                  <a:close/>
                  <a:moveTo>
                    <a:pt x="4056747" y="3109754"/>
                  </a:moveTo>
                  <a:lnTo>
                    <a:pt x="4048055" y="3119856"/>
                  </a:lnTo>
                  <a:lnTo>
                    <a:pt x="4048590" y="3119772"/>
                  </a:lnTo>
                  <a:close/>
                  <a:moveTo>
                    <a:pt x="3591647" y="2208045"/>
                  </a:moveTo>
                  <a:cubicBezTo>
                    <a:pt x="3606046" y="2240127"/>
                    <a:pt x="3618599" y="2274456"/>
                    <a:pt x="3630631" y="2311764"/>
                  </a:cubicBezTo>
                  <a:cubicBezTo>
                    <a:pt x="3591060" y="2289809"/>
                    <a:pt x="3586054" y="2251739"/>
                    <a:pt x="3591647" y="2208045"/>
                  </a:cubicBezTo>
                  <a:close/>
                  <a:moveTo>
                    <a:pt x="2474219" y="2017467"/>
                  </a:moveTo>
                  <a:cubicBezTo>
                    <a:pt x="2610063" y="2008619"/>
                    <a:pt x="2740100" y="2039796"/>
                    <a:pt x="2861055" y="2120973"/>
                  </a:cubicBezTo>
                  <a:cubicBezTo>
                    <a:pt x="3016884" y="2225560"/>
                    <a:pt x="3108123" y="2372628"/>
                    <a:pt x="3135087" y="2559022"/>
                  </a:cubicBezTo>
                  <a:cubicBezTo>
                    <a:pt x="3167570" y="2783561"/>
                    <a:pt x="3097372" y="2972750"/>
                    <a:pt x="2932323" y="3124780"/>
                  </a:cubicBezTo>
                  <a:cubicBezTo>
                    <a:pt x="2840894" y="3208998"/>
                    <a:pt x="2730773" y="3258840"/>
                    <a:pt x="2605618" y="3277564"/>
                  </a:cubicBezTo>
                  <a:cubicBezTo>
                    <a:pt x="2426908" y="3304301"/>
                    <a:pt x="2264763" y="3264693"/>
                    <a:pt x="2122588" y="3157408"/>
                  </a:cubicBezTo>
                  <a:cubicBezTo>
                    <a:pt x="1994312" y="3060613"/>
                    <a:pt x="1916039" y="2929508"/>
                    <a:pt x="1884943" y="2769459"/>
                  </a:cubicBezTo>
                  <a:cubicBezTo>
                    <a:pt x="1864580" y="2664656"/>
                    <a:pt x="1874892" y="2564241"/>
                    <a:pt x="1904416" y="2461541"/>
                  </a:cubicBezTo>
                  <a:cubicBezTo>
                    <a:pt x="2053516" y="2486174"/>
                    <a:pt x="2200939" y="2510530"/>
                    <a:pt x="2348363" y="2534886"/>
                  </a:cubicBezTo>
                  <a:cubicBezTo>
                    <a:pt x="2350040" y="2531863"/>
                    <a:pt x="2351716" y="2528841"/>
                    <a:pt x="2353392" y="2525819"/>
                  </a:cubicBezTo>
                  <a:cubicBezTo>
                    <a:pt x="2337074" y="2505748"/>
                    <a:pt x="2321346" y="2485161"/>
                    <a:pt x="2304333" y="2465698"/>
                  </a:cubicBezTo>
                  <a:cubicBezTo>
                    <a:pt x="2232174" y="2383152"/>
                    <a:pt x="2159634" y="2300942"/>
                    <a:pt x="2085564" y="2216339"/>
                  </a:cubicBezTo>
                  <a:cubicBezTo>
                    <a:pt x="2066863" y="2201937"/>
                    <a:pt x="2074262" y="2192743"/>
                    <a:pt x="2085566" y="2180524"/>
                  </a:cubicBezTo>
                  <a:cubicBezTo>
                    <a:pt x="2154168" y="2106367"/>
                    <a:pt x="2240395" y="2063043"/>
                    <a:pt x="2336562" y="2039288"/>
                  </a:cubicBezTo>
                  <a:cubicBezTo>
                    <a:pt x="2383012" y="2027813"/>
                    <a:pt x="2428938" y="2020417"/>
                    <a:pt x="2474219" y="2017467"/>
                  </a:cubicBezTo>
                  <a:close/>
                  <a:moveTo>
                    <a:pt x="680881" y="1972738"/>
                  </a:moveTo>
                  <a:cubicBezTo>
                    <a:pt x="692440" y="1998618"/>
                    <a:pt x="672810" y="1995100"/>
                    <a:pt x="654628" y="1996680"/>
                  </a:cubicBezTo>
                  <a:cubicBezTo>
                    <a:pt x="660251" y="1988868"/>
                    <a:pt x="669288" y="1981028"/>
                    <a:pt x="680881" y="1972738"/>
                  </a:cubicBezTo>
                  <a:close/>
                  <a:moveTo>
                    <a:pt x="711929" y="1949444"/>
                  </a:moveTo>
                  <a:cubicBezTo>
                    <a:pt x="721420" y="1970706"/>
                    <a:pt x="709046" y="1972882"/>
                    <a:pt x="688931" y="1969776"/>
                  </a:cubicBezTo>
                  <a:cubicBezTo>
                    <a:pt x="693403" y="1962486"/>
                    <a:pt x="701386" y="1956192"/>
                    <a:pt x="711929" y="1949444"/>
                  </a:cubicBezTo>
                  <a:close/>
                  <a:moveTo>
                    <a:pt x="1388220" y="1942582"/>
                  </a:moveTo>
                  <a:cubicBezTo>
                    <a:pt x="1388873" y="1944961"/>
                    <a:pt x="1387369" y="1947210"/>
                    <a:pt x="1383800" y="1949152"/>
                  </a:cubicBezTo>
                  <a:cubicBezTo>
                    <a:pt x="1381734" y="1948847"/>
                    <a:pt x="1381739" y="1945613"/>
                    <a:pt x="1381739" y="1943997"/>
                  </a:cubicBezTo>
                  <a:cubicBezTo>
                    <a:pt x="1383179" y="1942405"/>
                    <a:pt x="1384619" y="1942430"/>
                    <a:pt x="1388220" y="1942582"/>
                  </a:cubicBezTo>
                  <a:close/>
                  <a:moveTo>
                    <a:pt x="1379361" y="1933624"/>
                  </a:moveTo>
                  <a:cubicBezTo>
                    <a:pt x="1381740" y="1934624"/>
                    <a:pt x="1381740" y="1938502"/>
                    <a:pt x="1381740" y="1942058"/>
                  </a:cubicBezTo>
                  <a:cubicBezTo>
                    <a:pt x="1381740" y="1945613"/>
                    <a:pt x="1381735" y="1948847"/>
                    <a:pt x="1381735" y="1948847"/>
                  </a:cubicBezTo>
                  <a:cubicBezTo>
                    <a:pt x="1357706" y="1961621"/>
                    <a:pt x="1333679" y="1974395"/>
                    <a:pt x="1306905" y="1987401"/>
                  </a:cubicBezTo>
                  <a:cubicBezTo>
                    <a:pt x="1309041" y="1950621"/>
                    <a:pt x="1332136" y="1933176"/>
                    <a:pt x="1379361" y="1933624"/>
                  </a:cubicBezTo>
                  <a:close/>
                  <a:moveTo>
                    <a:pt x="742959" y="1926172"/>
                  </a:moveTo>
                  <a:cubicBezTo>
                    <a:pt x="752450" y="1947434"/>
                    <a:pt x="740076" y="1949609"/>
                    <a:pt x="719960" y="1946504"/>
                  </a:cubicBezTo>
                  <a:cubicBezTo>
                    <a:pt x="724433" y="1939213"/>
                    <a:pt x="732416" y="1932921"/>
                    <a:pt x="742959" y="1926172"/>
                  </a:cubicBezTo>
                  <a:close/>
                  <a:moveTo>
                    <a:pt x="797107" y="1887450"/>
                  </a:moveTo>
                  <a:cubicBezTo>
                    <a:pt x="804315" y="1923730"/>
                    <a:pt x="778681" y="1923461"/>
                    <a:pt x="750665" y="1923379"/>
                  </a:cubicBezTo>
                  <a:cubicBezTo>
                    <a:pt x="763044" y="1910904"/>
                    <a:pt x="778747" y="1899401"/>
                    <a:pt x="797107" y="1887450"/>
                  </a:cubicBezTo>
                  <a:close/>
                  <a:moveTo>
                    <a:pt x="1450164" y="1887032"/>
                  </a:moveTo>
                  <a:cubicBezTo>
                    <a:pt x="1458326" y="1887334"/>
                    <a:pt x="1466432" y="1889658"/>
                    <a:pt x="1474239" y="1894167"/>
                  </a:cubicBezTo>
                  <a:cubicBezTo>
                    <a:pt x="1448562" y="1911342"/>
                    <a:pt x="1421983" y="1925939"/>
                    <a:pt x="1390734" y="1941494"/>
                  </a:cubicBezTo>
                  <a:cubicBezTo>
                    <a:pt x="1384621" y="1942430"/>
                    <a:pt x="1383180" y="1942407"/>
                    <a:pt x="1381740" y="1940442"/>
                  </a:cubicBezTo>
                  <a:cubicBezTo>
                    <a:pt x="1381740" y="1938504"/>
                    <a:pt x="1381740" y="1934625"/>
                    <a:pt x="1381740" y="1934625"/>
                  </a:cubicBezTo>
                  <a:cubicBezTo>
                    <a:pt x="1400695" y="1903437"/>
                    <a:pt x="1425680" y="1886128"/>
                    <a:pt x="1450164" y="1887032"/>
                  </a:cubicBezTo>
                  <a:close/>
                  <a:moveTo>
                    <a:pt x="1534651" y="1847215"/>
                  </a:moveTo>
                  <a:cubicBezTo>
                    <a:pt x="1542313" y="1847752"/>
                    <a:pt x="1550712" y="1850409"/>
                    <a:pt x="1559571" y="1855381"/>
                  </a:cubicBezTo>
                  <a:cubicBezTo>
                    <a:pt x="1538916" y="1870004"/>
                    <a:pt x="1517362" y="1882051"/>
                    <a:pt x="1493073" y="1894320"/>
                  </a:cubicBezTo>
                  <a:lnTo>
                    <a:pt x="1505947" y="1858813"/>
                  </a:lnTo>
                  <a:lnTo>
                    <a:pt x="1506464" y="1858290"/>
                  </a:lnTo>
                  <a:close/>
                  <a:moveTo>
                    <a:pt x="3364583" y="1801571"/>
                  </a:moveTo>
                  <a:lnTo>
                    <a:pt x="3405772" y="1829900"/>
                  </a:lnTo>
                  <a:lnTo>
                    <a:pt x="3354613" y="1830609"/>
                  </a:lnTo>
                  <a:lnTo>
                    <a:pt x="3357932" y="1835551"/>
                  </a:lnTo>
                  <a:cubicBezTo>
                    <a:pt x="3389236" y="1872683"/>
                    <a:pt x="3425862" y="1906589"/>
                    <a:pt x="3450731" y="1947623"/>
                  </a:cubicBezTo>
                  <a:cubicBezTo>
                    <a:pt x="3501659" y="2031655"/>
                    <a:pt x="3546276" y="2119515"/>
                    <a:pt x="3589799" y="2210291"/>
                  </a:cubicBezTo>
                  <a:cubicBezTo>
                    <a:pt x="3586054" y="2251739"/>
                    <a:pt x="3591060" y="2289809"/>
                    <a:pt x="3631245" y="2321087"/>
                  </a:cubicBezTo>
                  <a:cubicBezTo>
                    <a:pt x="3638952" y="2347470"/>
                    <a:pt x="3648602" y="2373458"/>
                    <a:pt x="3654037" y="2400300"/>
                  </a:cubicBezTo>
                  <a:cubicBezTo>
                    <a:pt x="3681671" y="2536800"/>
                    <a:pt x="3684696" y="2674475"/>
                    <a:pt x="3669737" y="2812607"/>
                  </a:cubicBezTo>
                  <a:cubicBezTo>
                    <a:pt x="3667512" y="2833138"/>
                    <a:pt x="3659055" y="2852920"/>
                    <a:pt x="3654879" y="2873334"/>
                  </a:cubicBezTo>
                  <a:cubicBezTo>
                    <a:pt x="3648563" y="2904212"/>
                    <a:pt x="3643475" y="2935342"/>
                    <a:pt x="3632243" y="2966768"/>
                  </a:cubicBezTo>
                  <a:cubicBezTo>
                    <a:pt x="3621961" y="2979773"/>
                    <a:pt x="3608024" y="2991287"/>
                    <a:pt x="3602005" y="3006034"/>
                  </a:cubicBezTo>
                  <a:cubicBezTo>
                    <a:pt x="3608024" y="2991289"/>
                    <a:pt x="3621961" y="2979773"/>
                    <a:pt x="3635055" y="2966566"/>
                  </a:cubicBezTo>
                  <a:cubicBezTo>
                    <a:pt x="3604605" y="3052154"/>
                    <a:pt x="3571772" y="3138114"/>
                    <a:pt x="3537458" y="3223480"/>
                  </a:cubicBezTo>
                  <a:lnTo>
                    <a:pt x="3511768" y="3244953"/>
                  </a:lnTo>
                  <a:lnTo>
                    <a:pt x="3509259" y="3251595"/>
                  </a:lnTo>
                  <a:cubicBezTo>
                    <a:pt x="3510075" y="3257084"/>
                    <a:pt x="3513574" y="3264354"/>
                    <a:pt x="3511293" y="3267784"/>
                  </a:cubicBezTo>
                  <a:cubicBezTo>
                    <a:pt x="3488316" y="3302351"/>
                    <a:pt x="3464656" y="3336474"/>
                    <a:pt x="3440662" y="3370349"/>
                  </a:cubicBezTo>
                  <a:cubicBezTo>
                    <a:pt x="3416921" y="3403868"/>
                    <a:pt x="3392574" y="3436957"/>
                    <a:pt x="3365244" y="3474067"/>
                  </a:cubicBezTo>
                  <a:cubicBezTo>
                    <a:pt x="3369192" y="3484946"/>
                    <a:pt x="3371207" y="3490484"/>
                    <a:pt x="3375765" y="3491864"/>
                  </a:cubicBezTo>
                  <a:lnTo>
                    <a:pt x="3401497" y="3484732"/>
                  </a:lnTo>
                  <a:lnTo>
                    <a:pt x="3375969" y="3491625"/>
                  </a:lnTo>
                  <a:cubicBezTo>
                    <a:pt x="3371613" y="3490004"/>
                    <a:pt x="3370006" y="3483987"/>
                    <a:pt x="3366868" y="3472150"/>
                  </a:cubicBezTo>
                  <a:cubicBezTo>
                    <a:pt x="3452522" y="3431747"/>
                    <a:pt x="3539320" y="3398256"/>
                    <a:pt x="3619940" y="3353614"/>
                  </a:cubicBezTo>
                  <a:cubicBezTo>
                    <a:pt x="3744598" y="3284583"/>
                    <a:pt x="3865028" y="3207918"/>
                    <a:pt x="3987303" y="3134573"/>
                  </a:cubicBezTo>
                  <a:cubicBezTo>
                    <a:pt x="3991505" y="3132053"/>
                    <a:pt x="3996252" y="3130444"/>
                    <a:pt x="4002879" y="3126969"/>
                  </a:cubicBezTo>
                  <a:cubicBezTo>
                    <a:pt x="4001430" y="3131824"/>
                    <a:pt x="4000229" y="3138138"/>
                    <a:pt x="3998312" y="3144002"/>
                  </a:cubicBezTo>
                  <a:lnTo>
                    <a:pt x="3989636" y="3158052"/>
                  </a:lnTo>
                  <a:lnTo>
                    <a:pt x="3998661" y="3143545"/>
                  </a:lnTo>
                  <a:cubicBezTo>
                    <a:pt x="4000928" y="3137223"/>
                    <a:pt x="4002828" y="3129992"/>
                    <a:pt x="4005675" y="3123307"/>
                  </a:cubicBezTo>
                  <a:cubicBezTo>
                    <a:pt x="4005675" y="3123307"/>
                    <a:pt x="4007915" y="3122715"/>
                    <a:pt x="4013881" y="3125275"/>
                  </a:cubicBezTo>
                  <a:lnTo>
                    <a:pt x="4044432" y="3120432"/>
                  </a:lnTo>
                  <a:lnTo>
                    <a:pt x="4010899" y="3123995"/>
                  </a:lnTo>
                  <a:cubicBezTo>
                    <a:pt x="4023670" y="3111663"/>
                    <a:pt x="4039423" y="3100610"/>
                    <a:pt x="4057244" y="3088148"/>
                  </a:cubicBezTo>
                  <a:lnTo>
                    <a:pt x="4057326" y="3109042"/>
                  </a:lnTo>
                  <a:lnTo>
                    <a:pt x="4058525" y="3107570"/>
                  </a:lnTo>
                  <a:cubicBezTo>
                    <a:pt x="4060571" y="3101886"/>
                    <a:pt x="4061201" y="3094392"/>
                    <a:pt x="4059976" y="3084522"/>
                  </a:cubicBezTo>
                  <a:cubicBezTo>
                    <a:pt x="4059976" y="3084522"/>
                    <a:pt x="4062213" y="3083929"/>
                    <a:pt x="4068362" y="3086478"/>
                  </a:cubicBezTo>
                  <a:lnTo>
                    <a:pt x="4086174" y="3084968"/>
                  </a:lnTo>
                  <a:lnTo>
                    <a:pt x="4065288" y="3085204"/>
                  </a:lnTo>
                  <a:cubicBezTo>
                    <a:pt x="4070345" y="3077968"/>
                    <a:pt x="4078476" y="3072007"/>
                    <a:pt x="4088477" y="3064753"/>
                  </a:cubicBezTo>
                  <a:lnTo>
                    <a:pt x="4089162" y="3084714"/>
                  </a:lnTo>
                  <a:lnTo>
                    <a:pt x="4089871" y="3084654"/>
                  </a:lnTo>
                  <a:cubicBezTo>
                    <a:pt x="4093850" y="3080762"/>
                    <a:pt x="4094436" y="3073274"/>
                    <a:pt x="4091013" y="3061242"/>
                  </a:cubicBezTo>
                  <a:cubicBezTo>
                    <a:pt x="4091013" y="3061242"/>
                    <a:pt x="4093252" y="3060654"/>
                    <a:pt x="4098599" y="3063100"/>
                  </a:cubicBezTo>
                  <a:lnTo>
                    <a:pt x="4111775" y="3063191"/>
                  </a:lnTo>
                  <a:lnTo>
                    <a:pt x="4095925" y="3061877"/>
                  </a:lnTo>
                  <a:cubicBezTo>
                    <a:pt x="4100502" y="3055059"/>
                    <a:pt x="4107751" y="3049465"/>
                    <a:pt x="4117387" y="3043473"/>
                  </a:cubicBezTo>
                  <a:lnTo>
                    <a:pt x="4118720" y="3063240"/>
                  </a:lnTo>
                  <a:lnTo>
                    <a:pt x="4119663" y="3063246"/>
                  </a:lnTo>
                  <a:cubicBezTo>
                    <a:pt x="4124070" y="3059917"/>
                    <a:pt x="4125351" y="3052366"/>
                    <a:pt x="4121982" y="3038057"/>
                  </a:cubicBezTo>
                  <a:cubicBezTo>
                    <a:pt x="4272226" y="2919166"/>
                    <a:pt x="4414272" y="2791352"/>
                    <a:pt x="4544934" y="2652451"/>
                  </a:cubicBezTo>
                  <a:cubicBezTo>
                    <a:pt x="4523509" y="2627590"/>
                    <a:pt x="4505540" y="2602238"/>
                    <a:pt x="4483191" y="2581636"/>
                  </a:cubicBezTo>
                  <a:cubicBezTo>
                    <a:pt x="4410938" y="2515031"/>
                    <a:pt x="4339694" y="2446920"/>
                    <a:pt x="4263219" y="2385410"/>
                  </a:cubicBezTo>
                  <a:cubicBezTo>
                    <a:pt x="4150122" y="2294446"/>
                    <a:pt x="4035610" y="2204733"/>
                    <a:pt x="3916718" y="2121613"/>
                  </a:cubicBezTo>
                  <a:cubicBezTo>
                    <a:pt x="3756085" y="2009309"/>
                    <a:pt x="3588894" y="1907017"/>
                    <a:pt x="3405105" y="1827316"/>
                  </a:cubicBezTo>
                  <a:close/>
                  <a:moveTo>
                    <a:pt x="3364566" y="1801560"/>
                  </a:moveTo>
                  <a:cubicBezTo>
                    <a:pt x="3357905" y="1798733"/>
                    <a:pt x="3347447" y="1804859"/>
                    <a:pt x="3338711" y="1806925"/>
                  </a:cubicBezTo>
                  <a:cubicBezTo>
                    <a:pt x="3343079" y="1805892"/>
                    <a:pt x="3347878" y="1803845"/>
                    <a:pt x="3352418" y="1802408"/>
                  </a:cubicBezTo>
                  <a:close/>
                  <a:moveTo>
                    <a:pt x="2095415" y="1771709"/>
                  </a:moveTo>
                  <a:cubicBezTo>
                    <a:pt x="2106058" y="1770851"/>
                    <a:pt x="2116599" y="1772650"/>
                    <a:pt x="2125865" y="1777805"/>
                  </a:cubicBezTo>
                  <a:cubicBezTo>
                    <a:pt x="2094881" y="1797592"/>
                    <a:pt x="2062996" y="1814799"/>
                    <a:pt x="2028358" y="1832246"/>
                  </a:cubicBezTo>
                  <a:lnTo>
                    <a:pt x="2050269" y="1792038"/>
                  </a:lnTo>
                  <a:lnTo>
                    <a:pt x="2052036" y="1790584"/>
                  </a:lnTo>
                  <a:close/>
                  <a:moveTo>
                    <a:pt x="2790573" y="1729558"/>
                  </a:moveTo>
                  <a:lnTo>
                    <a:pt x="2796046" y="1730187"/>
                  </a:lnTo>
                  <a:lnTo>
                    <a:pt x="2795732" y="1729996"/>
                  </a:lnTo>
                  <a:close/>
                  <a:moveTo>
                    <a:pt x="2519043" y="1704457"/>
                  </a:moveTo>
                  <a:cubicBezTo>
                    <a:pt x="2442916" y="1702824"/>
                    <a:pt x="2366595" y="1711256"/>
                    <a:pt x="2290248" y="1729117"/>
                  </a:cubicBezTo>
                  <a:cubicBezTo>
                    <a:pt x="2234790" y="1742090"/>
                    <a:pt x="2181204" y="1763063"/>
                    <a:pt x="2124966" y="1775226"/>
                  </a:cubicBezTo>
                  <a:cubicBezTo>
                    <a:pt x="2106880" y="1766205"/>
                    <a:pt x="2083481" y="1769966"/>
                    <a:pt x="2063189" y="1781402"/>
                  </a:cubicBezTo>
                  <a:lnTo>
                    <a:pt x="2052036" y="1790584"/>
                  </a:lnTo>
                  <a:lnTo>
                    <a:pt x="2050759" y="1791138"/>
                  </a:lnTo>
                  <a:lnTo>
                    <a:pt x="2050269" y="1792038"/>
                  </a:lnTo>
                  <a:lnTo>
                    <a:pt x="2036136" y="1803671"/>
                  </a:lnTo>
                  <a:cubicBezTo>
                    <a:pt x="2028597" y="1812587"/>
                    <a:pt x="2022887" y="1822782"/>
                    <a:pt x="2020060" y="1833618"/>
                  </a:cubicBezTo>
                  <a:cubicBezTo>
                    <a:pt x="2014916" y="1833720"/>
                    <a:pt x="2008013" y="1831687"/>
                    <a:pt x="2004896" y="1834253"/>
                  </a:cubicBezTo>
                  <a:cubicBezTo>
                    <a:pt x="1972973" y="1860537"/>
                    <a:pt x="1941473" y="1887343"/>
                    <a:pt x="1910238" y="1914447"/>
                  </a:cubicBezTo>
                  <a:cubicBezTo>
                    <a:pt x="1875775" y="1944350"/>
                    <a:pt x="1844677" y="1944618"/>
                    <a:pt x="1814334" y="1913074"/>
                  </a:cubicBezTo>
                  <a:cubicBezTo>
                    <a:pt x="1796777" y="1894821"/>
                    <a:pt x="1780959" y="1874898"/>
                    <a:pt x="1764346" y="1855738"/>
                  </a:cubicBezTo>
                  <a:cubicBezTo>
                    <a:pt x="1739637" y="1827238"/>
                    <a:pt x="1714288" y="1800646"/>
                    <a:pt x="1670695" y="1810246"/>
                  </a:cubicBezTo>
                  <a:cubicBezTo>
                    <a:pt x="1658252" y="1812986"/>
                    <a:pt x="1646969" y="1807639"/>
                    <a:pt x="1637336" y="1826079"/>
                  </a:cubicBezTo>
                  <a:cubicBezTo>
                    <a:pt x="1634427" y="1831651"/>
                    <a:pt x="1625695" y="1834182"/>
                    <a:pt x="1615341" y="1836471"/>
                  </a:cubicBezTo>
                  <a:lnTo>
                    <a:pt x="1584384" y="1845193"/>
                  </a:lnTo>
                  <a:lnTo>
                    <a:pt x="1583607" y="1845411"/>
                  </a:lnTo>
                  <a:cubicBezTo>
                    <a:pt x="1583661" y="1846998"/>
                    <a:pt x="1583715" y="1848585"/>
                    <a:pt x="1581438" y="1854975"/>
                  </a:cubicBezTo>
                  <a:cubicBezTo>
                    <a:pt x="1574449" y="1855970"/>
                    <a:pt x="1567460" y="1856964"/>
                    <a:pt x="1558672" y="1852805"/>
                  </a:cubicBezTo>
                  <a:cubicBezTo>
                    <a:pt x="1541403" y="1844151"/>
                    <a:pt x="1525750" y="1844109"/>
                    <a:pt x="1513073" y="1851614"/>
                  </a:cubicBezTo>
                  <a:lnTo>
                    <a:pt x="1506464" y="1858290"/>
                  </a:lnTo>
                  <a:lnTo>
                    <a:pt x="1506082" y="1858440"/>
                  </a:lnTo>
                  <a:lnTo>
                    <a:pt x="1505947" y="1858813"/>
                  </a:lnTo>
                  <a:lnTo>
                    <a:pt x="1496461" y="1868395"/>
                  </a:lnTo>
                  <a:cubicBezTo>
                    <a:pt x="1491782" y="1875787"/>
                    <a:pt x="1488017" y="1884929"/>
                    <a:pt x="1485336" y="1895692"/>
                  </a:cubicBezTo>
                  <a:cubicBezTo>
                    <a:pt x="1481937" y="1896044"/>
                    <a:pt x="1478537" y="1896396"/>
                    <a:pt x="1473339" y="1891587"/>
                  </a:cubicBezTo>
                  <a:cubicBezTo>
                    <a:pt x="1443008" y="1876129"/>
                    <a:pt x="1407011" y="1893041"/>
                    <a:pt x="1376980" y="1932625"/>
                  </a:cubicBezTo>
                  <a:cubicBezTo>
                    <a:pt x="1332135" y="1933176"/>
                    <a:pt x="1309041" y="1950622"/>
                    <a:pt x="1298141" y="1988767"/>
                  </a:cubicBezTo>
                  <a:cubicBezTo>
                    <a:pt x="1271900" y="1981399"/>
                    <a:pt x="1266828" y="2010577"/>
                    <a:pt x="1253545" y="2015839"/>
                  </a:cubicBezTo>
                  <a:cubicBezTo>
                    <a:pt x="1220255" y="2029023"/>
                    <a:pt x="1193746" y="2049769"/>
                    <a:pt x="1165438" y="2069409"/>
                  </a:cubicBezTo>
                  <a:cubicBezTo>
                    <a:pt x="1138560" y="2088058"/>
                    <a:pt x="1109022" y="2102986"/>
                    <a:pt x="1082809" y="2122453"/>
                  </a:cubicBezTo>
                  <a:cubicBezTo>
                    <a:pt x="1014808" y="2172955"/>
                    <a:pt x="947099" y="2223937"/>
                    <a:pt x="880982" y="2276864"/>
                  </a:cubicBezTo>
                  <a:cubicBezTo>
                    <a:pt x="826374" y="2320578"/>
                    <a:pt x="773465" y="2366505"/>
                    <a:pt x="721132" y="2412949"/>
                  </a:cubicBezTo>
                  <a:cubicBezTo>
                    <a:pt x="635487" y="2488957"/>
                    <a:pt x="550923" y="2566182"/>
                    <a:pt x="464664" y="2644012"/>
                  </a:cubicBezTo>
                  <a:cubicBezTo>
                    <a:pt x="805771" y="3002181"/>
                    <a:pt x="1191707" y="3287999"/>
                    <a:pt x="1653437" y="3468017"/>
                  </a:cubicBezTo>
                  <a:cubicBezTo>
                    <a:pt x="1375403" y="3147646"/>
                    <a:pt x="1282646" y="2782064"/>
                    <a:pt x="1368943" y="2370046"/>
                  </a:cubicBezTo>
                  <a:cubicBezTo>
                    <a:pt x="1443830" y="2383470"/>
                    <a:pt x="1516692" y="2396529"/>
                    <a:pt x="1591690" y="2409972"/>
                  </a:cubicBezTo>
                  <a:cubicBezTo>
                    <a:pt x="1583522" y="2459195"/>
                    <a:pt x="1569111" y="2506216"/>
                    <a:pt x="1569324" y="2553173"/>
                  </a:cubicBezTo>
                  <a:cubicBezTo>
                    <a:pt x="1569744" y="2646340"/>
                    <a:pt x="1570418" y="2740720"/>
                    <a:pt x="1585054" y="2832351"/>
                  </a:cubicBezTo>
                  <a:cubicBezTo>
                    <a:pt x="1612951" y="3007005"/>
                    <a:pt x="1691670" y="3159921"/>
                    <a:pt x="1815756" y="3286538"/>
                  </a:cubicBezTo>
                  <a:cubicBezTo>
                    <a:pt x="1871656" y="3343578"/>
                    <a:pt x="1934961" y="3393364"/>
                    <a:pt x="1996135" y="3451621"/>
                  </a:cubicBezTo>
                  <a:cubicBezTo>
                    <a:pt x="2002211" y="3458018"/>
                    <a:pt x="2007368" y="3465775"/>
                    <a:pt x="2014503" y="3470611"/>
                  </a:cubicBezTo>
                  <a:cubicBezTo>
                    <a:pt x="2007368" y="3465776"/>
                    <a:pt x="2002211" y="3458018"/>
                    <a:pt x="1995520" y="3449031"/>
                  </a:cubicBezTo>
                  <a:cubicBezTo>
                    <a:pt x="2047533" y="3472574"/>
                    <a:pt x="2098304" y="3503896"/>
                    <a:pt x="2153248" y="3523557"/>
                  </a:cubicBezTo>
                  <a:cubicBezTo>
                    <a:pt x="2225817" y="3549526"/>
                    <a:pt x="2301660" y="3566355"/>
                    <a:pt x="2379275" y="3587685"/>
                  </a:cubicBezTo>
                  <a:cubicBezTo>
                    <a:pt x="2375445" y="3591913"/>
                    <a:pt x="2367808" y="3599605"/>
                    <a:pt x="2361519" y="3598626"/>
                  </a:cubicBezTo>
                  <a:cubicBezTo>
                    <a:pt x="2367808" y="3599605"/>
                    <a:pt x="2375445" y="3591913"/>
                    <a:pt x="2388133" y="3587123"/>
                  </a:cubicBezTo>
                  <a:cubicBezTo>
                    <a:pt x="2396690" y="3589359"/>
                    <a:pt x="2405249" y="3591596"/>
                    <a:pt x="2414881" y="3598458"/>
                  </a:cubicBezTo>
                  <a:cubicBezTo>
                    <a:pt x="2422173" y="3597644"/>
                    <a:pt x="2429465" y="3596829"/>
                    <a:pt x="2443935" y="3594878"/>
                  </a:cubicBezTo>
                  <a:cubicBezTo>
                    <a:pt x="2488943" y="3597372"/>
                    <a:pt x="2533941" y="3600118"/>
                    <a:pt x="2578972" y="3602095"/>
                  </a:cubicBezTo>
                  <a:cubicBezTo>
                    <a:pt x="2586074" y="3602406"/>
                    <a:pt x="2593318" y="3599191"/>
                    <a:pt x="2600514" y="3597692"/>
                  </a:cubicBezTo>
                  <a:cubicBezTo>
                    <a:pt x="2615738" y="3594517"/>
                    <a:pt x="2630973" y="3591399"/>
                    <a:pt x="2648242" y="3593063"/>
                  </a:cubicBezTo>
                  <a:cubicBezTo>
                    <a:pt x="2651218" y="3595321"/>
                    <a:pt x="2654471" y="3599838"/>
                    <a:pt x="2657131" y="3599513"/>
                  </a:cubicBezTo>
                  <a:cubicBezTo>
                    <a:pt x="2792091" y="3582976"/>
                    <a:pt x="2918092" y="3541461"/>
                    <a:pt x="3030038" y="3462599"/>
                  </a:cubicBezTo>
                  <a:cubicBezTo>
                    <a:pt x="3035414" y="3458812"/>
                    <a:pt x="3033721" y="3444993"/>
                    <a:pt x="3035984" y="3433617"/>
                  </a:cubicBezTo>
                  <a:cubicBezTo>
                    <a:pt x="3035984" y="3433617"/>
                    <a:pt x="3038232" y="3433015"/>
                    <a:pt x="3044007" y="3435533"/>
                  </a:cubicBezTo>
                  <a:lnTo>
                    <a:pt x="3069904" y="3432079"/>
                  </a:lnTo>
                  <a:lnTo>
                    <a:pt x="3041119" y="3434273"/>
                  </a:lnTo>
                  <a:cubicBezTo>
                    <a:pt x="3053040" y="3422256"/>
                    <a:pt x="3067847" y="3411497"/>
                    <a:pt x="3085344" y="3400328"/>
                  </a:cubicBezTo>
                  <a:cubicBezTo>
                    <a:pt x="3087067" y="3409028"/>
                    <a:pt x="3086962" y="3415703"/>
                    <a:pt x="3085388" y="3420769"/>
                  </a:cubicBezTo>
                  <a:lnTo>
                    <a:pt x="3076955" y="3431138"/>
                  </a:lnTo>
                  <a:lnTo>
                    <a:pt x="3077569" y="3431057"/>
                  </a:lnTo>
                  <a:cubicBezTo>
                    <a:pt x="3086132" y="3425687"/>
                    <a:pt x="3091199" y="3415052"/>
                    <a:pt x="3090162" y="3394974"/>
                  </a:cubicBezTo>
                  <a:cubicBezTo>
                    <a:pt x="3138402" y="3347672"/>
                    <a:pt x="3186644" y="3300368"/>
                    <a:pt x="3240906" y="3253134"/>
                  </a:cubicBezTo>
                  <a:lnTo>
                    <a:pt x="3267104" y="3240301"/>
                  </a:lnTo>
                  <a:lnTo>
                    <a:pt x="3237894" y="3253099"/>
                  </a:lnTo>
                  <a:cubicBezTo>
                    <a:pt x="3247052" y="3237562"/>
                    <a:pt x="3259219" y="3222059"/>
                    <a:pt x="3273428" y="3205263"/>
                  </a:cubicBezTo>
                  <a:lnTo>
                    <a:pt x="3276214" y="3235837"/>
                  </a:lnTo>
                  <a:lnTo>
                    <a:pt x="3276811" y="3235545"/>
                  </a:lnTo>
                  <a:cubicBezTo>
                    <a:pt x="3282260" y="3227099"/>
                    <a:pt x="3281401" y="3215536"/>
                    <a:pt x="3274867" y="3199257"/>
                  </a:cubicBezTo>
                  <a:cubicBezTo>
                    <a:pt x="3275318" y="3197739"/>
                    <a:pt x="3275769" y="3196220"/>
                    <a:pt x="3282449" y="3196465"/>
                  </a:cubicBezTo>
                  <a:cubicBezTo>
                    <a:pt x="3288934" y="3192313"/>
                    <a:pt x="3296566" y="3188909"/>
                    <a:pt x="3303535" y="3185073"/>
                  </a:cubicBezTo>
                  <a:lnTo>
                    <a:pt x="3320591" y="3171118"/>
                  </a:lnTo>
                  <a:lnTo>
                    <a:pt x="3303146" y="3184962"/>
                  </a:lnTo>
                  <a:cubicBezTo>
                    <a:pt x="3295789" y="3188689"/>
                    <a:pt x="3287377" y="3191874"/>
                    <a:pt x="3279334" y="3195584"/>
                  </a:cubicBezTo>
                  <a:cubicBezTo>
                    <a:pt x="3348533" y="3104097"/>
                    <a:pt x="3390846" y="2999172"/>
                    <a:pt x="3421818" y="2888908"/>
                  </a:cubicBezTo>
                  <a:cubicBezTo>
                    <a:pt x="3425861" y="2874520"/>
                    <a:pt x="3428160" y="2859640"/>
                    <a:pt x="3433898" y="2843474"/>
                  </a:cubicBezTo>
                  <a:cubicBezTo>
                    <a:pt x="3439563" y="2848425"/>
                    <a:pt x="3446163" y="2855556"/>
                    <a:pt x="3445100" y="2861259"/>
                  </a:cubicBezTo>
                  <a:cubicBezTo>
                    <a:pt x="3446162" y="2855556"/>
                    <a:pt x="3439561" y="2848425"/>
                    <a:pt x="3437354" y="2835386"/>
                  </a:cubicBezTo>
                  <a:cubicBezTo>
                    <a:pt x="3462483" y="2707929"/>
                    <a:pt x="3457979" y="2580965"/>
                    <a:pt x="3435470" y="2452523"/>
                  </a:cubicBezTo>
                  <a:cubicBezTo>
                    <a:pt x="3421051" y="2406595"/>
                    <a:pt x="3406633" y="2360666"/>
                    <a:pt x="3389919" y="2309781"/>
                  </a:cubicBezTo>
                  <a:cubicBezTo>
                    <a:pt x="3384788" y="2298618"/>
                    <a:pt x="3379658" y="2287454"/>
                    <a:pt x="3377201" y="2273521"/>
                  </a:cubicBezTo>
                  <a:cubicBezTo>
                    <a:pt x="3374448" y="2269160"/>
                    <a:pt x="3371694" y="2264797"/>
                    <a:pt x="3366536" y="2255339"/>
                  </a:cubicBezTo>
                  <a:cubicBezTo>
                    <a:pt x="3349184" y="2224780"/>
                    <a:pt x="3332573" y="2193770"/>
                    <a:pt x="3314340" y="2163745"/>
                  </a:cubicBezTo>
                  <a:cubicBezTo>
                    <a:pt x="3254837" y="2065754"/>
                    <a:pt x="3182632" y="1979555"/>
                    <a:pt x="3091314" y="1908413"/>
                  </a:cubicBezTo>
                  <a:cubicBezTo>
                    <a:pt x="3011847" y="1846505"/>
                    <a:pt x="2922576" y="1804309"/>
                    <a:pt x="2831041" y="1757470"/>
                  </a:cubicBezTo>
                  <a:cubicBezTo>
                    <a:pt x="2825558" y="1751757"/>
                    <a:pt x="2820061" y="1746111"/>
                    <a:pt x="2814269" y="1741280"/>
                  </a:cubicBezTo>
                  <a:lnTo>
                    <a:pt x="2803395" y="1734660"/>
                  </a:lnTo>
                  <a:lnTo>
                    <a:pt x="2814700" y="1742375"/>
                  </a:lnTo>
                  <a:cubicBezTo>
                    <a:pt x="2820439" y="1747573"/>
                    <a:pt x="2826064" y="1753707"/>
                    <a:pt x="2831714" y="1760070"/>
                  </a:cubicBezTo>
                  <a:cubicBezTo>
                    <a:pt x="2807844" y="1755303"/>
                    <a:pt x="2783303" y="1747937"/>
                    <a:pt x="2756123" y="1739983"/>
                  </a:cubicBezTo>
                  <a:lnTo>
                    <a:pt x="2777150" y="1728415"/>
                  </a:lnTo>
                  <a:lnTo>
                    <a:pt x="2773759" y="1728127"/>
                  </a:lnTo>
                  <a:cubicBezTo>
                    <a:pt x="2765675" y="1729575"/>
                    <a:pt x="2756740" y="1733343"/>
                    <a:pt x="2746675" y="1740185"/>
                  </a:cubicBezTo>
                  <a:cubicBezTo>
                    <a:pt x="2671104" y="1717790"/>
                    <a:pt x="2595170" y="1706091"/>
                    <a:pt x="2519043" y="1704457"/>
                  </a:cubicBezTo>
                  <a:close/>
                  <a:moveTo>
                    <a:pt x="1219603" y="1656345"/>
                  </a:moveTo>
                  <a:lnTo>
                    <a:pt x="1095664" y="1718661"/>
                  </a:lnTo>
                  <a:lnTo>
                    <a:pt x="1001706" y="1777373"/>
                  </a:lnTo>
                  <a:lnTo>
                    <a:pt x="1095663" y="1718662"/>
                  </a:lnTo>
                  <a:close/>
                  <a:moveTo>
                    <a:pt x="1937871" y="1374687"/>
                  </a:moveTo>
                  <a:lnTo>
                    <a:pt x="1806434" y="1410343"/>
                  </a:lnTo>
                  <a:cubicBezTo>
                    <a:pt x="1730013" y="1437320"/>
                    <a:pt x="1654130" y="1465994"/>
                    <a:pt x="1578719" y="1495901"/>
                  </a:cubicBezTo>
                  <a:lnTo>
                    <a:pt x="1546738" y="1509121"/>
                  </a:lnTo>
                  <a:lnTo>
                    <a:pt x="1578718" y="1495903"/>
                  </a:lnTo>
                  <a:cubicBezTo>
                    <a:pt x="1654129" y="1465995"/>
                    <a:pt x="1730012" y="1437321"/>
                    <a:pt x="1806433" y="1410344"/>
                  </a:cubicBezTo>
                  <a:close/>
                  <a:moveTo>
                    <a:pt x="2612058" y="1291879"/>
                  </a:moveTo>
                  <a:cubicBezTo>
                    <a:pt x="2657902" y="1292254"/>
                    <a:pt x="2703454" y="1306746"/>
                    <a:pt x="2749491" y="1311167"/>
                  </a:cubicBezTo>
                  <a:cubicBezTo>
                    <a:pt x="2791450" y="1315196"/>
                    <a:pt x="2833882" y="1314278"/>
                    <a:pt x="2878220" y="1320529"/>
                  </a:cubicBezTo>
                  <a:lnTo>
                    <a:pt x="2897487" y="1322576"/>
                  </a:lnTo>
                  <a:lnTo>
                    <a:pt x="2902203" y="1323077"/>
                  </a:lnTo>
                  <a:cubicBezTo>
                    <a:pt x="2909270" y="1323319"/>
                    <a:pt x="2916337" y="1323561"/>
                    <a:pt x="2925506" y="1328951"/>
                  </a:cubicBezTo>
                  <a:lnTo>
                    <a:pt x="2933293" y="1332528"/>
                  </a:lnTo>
                  <a:lnTo>
                    <a:pt x="3049956" y="1352965"/>
                  </a:lnTo>
                  <a:cubicBezTo>
                    <a:pt x="3091173" y="1360681"/>
                    <a:pt x="3132340" y="1369345"/>
                    <a:pt x="3172908" y="1380243"/>
                  </a:cubicBezTo>
                  <a:cubicBezTo>
                    <a:pt x="3400135" y="1441284"/>
                    <a:pt x="3617643" y="1528243"/>
                    <a:pt x="3824568" y="1640292"/>
                  </a:cubicBezTo>
                  <a:cubicBezTo>
                    <a:pt x="3906123" y="1684453"/>
                    <a:pt x="3984523" y="1734440"/>
                    <a:pt x="4065456" y="1784269"/>
                  </a:cubicBezTo>
                  <a:cubicBezTo>
                    <a:pt x="4043325" y="1776640"/>
                    <a:pt x="4018784" y="1768757"/>
                    <a:pt x="3997073" y="1756043"/>
                  </a:cubicBezTo>
                  <a:cubicBezTo>
                    <a:pt x="3808102" y="1645388"/>
                    <a:pt x="3613309" y="1548010"/>
                    <a:pt x="3406581" y="1473576"/>
                  </a:cubicBezTo>
                  <a:cubicBezTo>
                    <a:pt x="3264553" y="1422439"/>
                    <a:pt x="3121410" y="1378313"/>
                    <a:pt x="2973056" y="1350794"/>
                  </a:cubicBezTo>
                  <a:lnTo>
                    <a:pt x="2973043" y="1350788"/>
                  </a:lnTo>
                  <a:lnTo>
                    <a:pt x="2973055" y="1350794"/>
                  </a:lnTo>
                  <a:cubicBezTo>
                    <a:pt x="3121409" y="1378314"/>
                    <a:pt x="3264552" y="1422439"/>
                    <a:pt x="3406581" y="1473577"/>
                  </a:cubicBezTo>
                  <a:cubicBezTo>
                    <a:pt x="3613309" y="1548010"/>
                    <a:pt x="3808100" y="1645388"/>
                    <a:pt x="3997072" y="1756044"/>
                  </a:cubicBezTo>
                  <a:cubicBezTo>
                    <a:pt x="4018783" y="1768757"/>
                    <a:pt x="4043324" y="1776640"/>
                    <a:pt x="4066551" y="1786763"/>
                  </a:cubicBezTo>
                  <a:cubicBezTo>
                    <a:pt x="4066551" y="1786763"/>
                    <a:pt x="4065995" y="1787023"/>
                    <a:pt x="4066823" y="1789296"/>
                  </a:cubicBezTo>
                  <a:cubicBezTo>
                    <a:pt x="4075042" y="1795139"/>
                    <a:pt x="4082433" y="1798708"/>
                    <a:pt x="4089823" y="1802277"/>
                  </a:cubicBezTo>
                  <a:cubicBezTo>
                    <a:pt x="4089823" y="1802277"/>
                    <a:pt x="4089267" y="1802538"/>
                    <a:pt x="4090096" y="1804811"/>
                  </a:cubicBezTo>
                  <a:cubicBezTo>
                    <a:pt x="4098315" y="1810654"/>
                    <a:pt x="4105706" y="1814223"/>
                    <a:pt x="4113096" y="1817792"/>
                  </a:cubicBezTo>
                  <a:cubicBezTo>
                    <a:pt x="4113096" y="1817792"/>
                    <a:pt x="4112540" y="1818052"/>
                    <a:pt x="4113368" y="1820326"/>
                  </a:cubicBezTo>
                  <a:cubicBezTo>
                    <a:pt x="4121587" y="1826169"/>
                    <a:pt x="4128978" y="1829738"/>
                    <a:pt x="4136368" y="1833307"/>
                  </a:cubicBezTo>
                  <a:cubicBezTo>
                    <a:pt x="4136368" y="1833307"/>
                    <a:pt x="4135812" y="1833567"/>
                    <a:pt x="4136640" y="1835841"/>
                  </a:cubicBezTo>
                  <a:cubicBezTo>
                    <a:pt x="4144860" y="1841684"/>
                    <a:pt x="4152250" y="1845252"/>
                    <a:pt x="4159640" y="1848822"/>
                  </a:cubicBezTo>
                  <a:cubicBezTo>
                    <a:pt x="4159640" y="1848822"/>
                    <a:pt x="4159084" y="1849083"/>
                    <a:pt x="4159913" y="1851356"/>
                  </a:cubicBezTo>
                  <a:cubicBezTo>
                    <a:pt x="4168132" y="1857199"/>
                    <a:pt x="4175523" y="1860767"/>
                    <a:pt x="4182913" y="1864337"/>
                  </a:cubicBezTo>
                  <a:cubicBezTo>
                    <a:pt x="4182913" y="1864337"/>
                    <a:pt x="4182357" y="1864597"/>
                    <a:pt x="4183185" y="1866871"/>
                  </a:cubicBezTo>
                  <a:cubicBezTo>
                    <a:pt x="4191404" y="1872714"/>
                    <a:pt x="4198795" y="1876282"/>
                    <a:pt x="4206185" y="1879852"/>
                  </a:cubicBezTo>
                  <a:cubicBezTo>
                    <a:pt x="4206185" y="1879852"/>
                    <a:pt x="4205629" y="1880112"/>
                    <a:pt x="4206469" y="1882395"/>
                  </a:cubicBezTo>
                  <a:cubicBezTo>
                    <a:pt x="4214743" y="1888288"/>
                    <a:pt x="4222178" y="1891897"/>
                    <a:pt x="4229613" y="1895506"/>
                  </a:cubicBezTo>
                  <a:cubicBezTo>
                    <a:pt x="4239155" y="1901533"/>
                    <a:pt x="4248696" y="1907559"/>
                    <a:pt x="4259885" y="1918470"/>
                  </a:cubicBezTo>
                  <a:lnTo>
                    <a:pt x="4271866" y="1926359"/>
                  </a:lnTo>
                  <a:lnTo>
                    <a:pt x="4283915" y="1934294"/>
                  </a:lnTo>
                  <a:cubicBezTo>
                    <a:pt x="4329978" y="1971693"/>
                    <a:pt x="4376552" y="2008484"/>
                    <a:pt x="4421987" y="2046633"/>
                  </a:cubicBezTo>
                  <a:cubicBezTo>
                    <a:pt x="4492351" y="2105714"/>
                    <a:pt x="4562123" y="2165505"/>
                    <a:pt x="4631758" y="2225446"/>
                  </a:cubicBezTo>
                  <a:cubicBezTo>
                    <a:pt x="4659236" y="2249098"/>
                    <a:pt x="4686896" y="2272753"/>
                    <a:pt x="4712318" y="2298533"/>
                  </a:cubicBezTo>
                  <a:cubicBezTo>
                    <a:pt x="4757491" y="2344343"/>
                    <a:pt x="4802989" y="2390093"/>
                    <a:pt x="4844706" y="2438979"/>
                  </a:cubicBezTo>
                  <a:cubicBezTo>
                    <a:pt x="4889877" y="2491915"/>
                    <a:pt x="4930765" y="2548501"/>
                    <a:pt x="4973839" y="2603245"/>
                  </a:cubicBezTo>
                  <a:cubicBezTo>
                    <a:pt x="4980048" y="2611137"/>
                    <a:pt x="4989085" y="2616864"/>
                    <a:pt x="4994985" y="2624931"/>
                  </a:cubicBezTo>
                  <a:cubicBezTo>
                    <a:pt x="5008984" y="2644075"/>
                    <a:pt x="5023094" y="2663435"/>
                    <a:pt x="5001109" y="2686932"/>
                  </a:cubicBezTo>
                  <a:cubicBezTo>
                    <a:pt x="4894229" y="2801168"/>
                    <a:pt x="4791643" y="2919776"/>
                    <a:pt x="4679888" y="3029008"/>
                  </a:cubicBezTo>
                  <a:cubicBezTo>
                    <a:pt x="4540880" y="3164879"/>
                    <a:pt x="4394446" y="3293141"/>
                    <a:pt x="4232502" y="3402184"/>
                  </a:cubicBezTo>
                  <a:cubicBezTo>
                    <a:pt x="4188598" y="3431747"/>
                    <a:pt x="4147982" y="3467416"/>
                    <a:pt x="4101224" y="3491156"/>
                  </a:cubicBezTo>
                  <a:cubicBezTo>
                    <a:pt x="4058329" y="3512934"/>
                    <a:pt x="4026332" y="3554228"/>
                    <a:pt x="3972403" y="3559058"/>
                  </a:cubicBezTo>
                  <a:cubicBezTo>
                    <a:pt x="3959158" y="3560245"/>
                    <a:pt x="3948552" y="3594302"/>
                    <a:pt x="3919899" y="3593541"/>
                  </a:cubicBezTo>
                  <a:lnTo>
                    <a:pt x="3919403" y="3598237"/>
                  </a:lnTo>
                  <a:lnTo>
                    <a:pt x="3918882" y="3603182"/>
                  </a:lnTo>
                  <a:cubicBezTo>
                    <a:pt x="3918882" y="3603182"/>
                    <a:pt x="3918630" y="3602598"/>
                    <a:pt x="3916010" y="3602543"/>
                  </a:cubicBezTo>
                  <a:cubicBezTo>
                    <a:pt x="3867454" y="3594893"/>
                    <a:pt x="3835491" y="3611786"/>
                    <a:pt x="3822667" y="3648575"/>
                  </a:cubicBezTo>
                  <a:cubicBezTo>
                    <a:pt x="3765586" y="3643517"/>
                    <a:pt x="3728607" y="3681938"/>
                    <a:pt x="3685110" y="3703923"/>
                  </a:cubicBezTo>
                  <a:cubicBezTo>
                    <a:pt x="3682405" y="3705290"/>
                    <a:pt x="3685935" y="3718992"/>
                    <a:pt x="3686562" y="3726954"/>
                  </a:cubicBezTo>
                  <a:cubicBezTo>
                    <a:pt x="3680430" y="3729458"/>
                    <a:pt x="3674297" y="3731961"/>
                    <a:pt x="3664551" y="3732288"/>
                  </a:cubicBezTo>
                  <a:cubicBezTo>
                    <a:pt x="3655012" y="3727419"/>
                    <a:pt x="3646104" y="3724837"/>
                    <a:pt x="3638018" y="3724360"/>
                  </a:cubicBezTo>
                  <a:lnTo>
                    <a:pt x="3637050" y="3724570"/>
                  </a:lnTo>
                  <a:lnTo>
                    <a:pt x="3661840" y="3732690"/>
                  </a:lnTo>
                  <a:cubicBezTo>
                    <a:pt x="3641187" y="3747313"/>
                    <a:pt x="3619633" y="3759360"/>
                    <a:pt x="3595343" y="3771630"/>
                  </a:cubicBezTo>
                  <a:cubicBezTo>
                    <a:pt x="3596837" y="3750791"/>
                    <a:pt x="3604600" y="3736085"/>
                    <a:pt x="3616420" y="3729075"/>
                  </a:cubicBezTo>
                  <a:lnTo>
                    <a:pt x="3621462" y="3727956"/>
                  </a:lnTo>
                  <a:lnTo>
                    <a:pt x="3616418" y="3729052"/>
                  </a:lnTo>
                  <a:cubicBezTo>
                    <a:pt x="3603917" y="3736140"/>
                    <a:pt x="3595470" y="3750901"/>
                    <a:pt x="3592609" y="3771851"/>
                  </a:cubicBezTo>
                  <a:cubicBezTo>
                    <a:pt x="3559034" y="3760137"/>
                    <a:pt x="3540682" y="3791356"/>
                    <a:pt x="3515856" y="3801827"/>
                  </a:cubicBezTo>
                  <a:cubicBezTo>
                    <a:pt x="3371602" y="3862667"/>
                    <a:pt x="3224034" y="3912265"/>
                    <a:pt x="3070712" y="3943384"/>
                  </a:cubicBezTo>
                  <a:cubicBezTo>
                    <a:pt x="2969499" y="3963929"/>
                    <a:pt x="2867936" y="3985088"/>
                    <a:pt x="2765473" y="3996438"/>
                  </a:cubicBezTo>
                  <a:cubicBezTo>
                    <a:pt x="2675109" y="4006447"/>
                    <a:pt x="2583292" y="4003717"/>
                    <a:pt x="2492099" y="4005779"/>
                  </a:cubicBezTo>
                  <a:cubicBezTo>
                    <a:pt x="2232270" y="4011650"/>
                    <a:pt x="1980948" y="3962769"/>
                    <a:pt x="1733673" y="3887584"/>
                  </a:cubicBezTo>
                  <a:cubicBezTo>
                    <a:pt x="1563945" y="3835977"/>
                    <a:pt x="1400517" y="3768355"/>
                    <a:pt x="1243211" y="3687225"/>
                  </a:cubicBezTo>
                  <a:cubicBezTo>
                    <a:pt x="1050560" y="3587865"/>
                    <a:pt x="865511" y="3475141"/>
                    <a:pt x="696407" y="3338880"/>
                  </a:cubicBezTo>
                  <a:cubicBezTo>
                    <a:pt x="586485" y="3250305"/>
                    <a:pt x="476520" y="3160781"/>
                    <a:pt x="375274" y="3062704"/>
                  </a:cubicBezTo>
                  <a:cubicBezTo>
                    <a:pt x="261843" y="2952821"/>
                    <a:pt x="158233" y="2832801"/>
                    <a:pt x="50320" y="2717219"/>
                  </a:cubicBezTo>
                  <a:cubicBezTo>
                    <a:pt x="45913" y="2712499"/>
                    <a:pt x="41185" y="2708081"/>
                    <a:pt x="36662" y="2703468"/>
                  </a:cubicBezTo>
                  <a:cubicBezTo>
                    <a:pt x="-11489" y="2654360"/>
                    <a:pt x="-12445" y="2646189"/>
                    <a:pt x="35180" y="2594864"/>
                  </a:cubicBezTo>
                  <a:cubicBezTo>
                    <a:pt x="147725" y="2473575"/>
                    <a:pt x="257742" y="2349652"/>
                    <a:pt x="375374" y="2233468"/>
                  </a:cubicBezTo>
                  <a:cubicBezTo>
                    <a:pt x="460220" y="2149666"/>
                    <a:pt x="555677" y="2076606"/>
                    <a:pt x="652221" y="1997703"/>
                  </a:cubicBezTo>
                  <a:cubicBezTo>
                    <a:pt x="672810" y="1995100"/>
                    <a:pt x="692440" y="1998618"/>
                    <a:pt x="683438" y="1972288"/>
                  </a:cubicBezTo>
                  <a:cubicBezTo>
                    <a:pt x="683438" y="1972288"/>
                    <a:pt x="683602" y="1970066"/>
                    <a:pt x="688022" y="1970420"/>
                  </a:cubicBezTo>
                  <a:cubicBezTo>
                    <a:pt x="709046" y="1972882"/>
                    <a:pt x="721419" y="1970705"/>
                    <a:pt x="714487" y="1948990"/>
                  </a:cubicBezTo>
                  <a:cubicBezTo>
                    <a:pt x="714487" y="1948990"/>
                    <a:pt x="714640" y="1946781"/>
                    <a:pt x="719055" y="1947140"/>
                  </a:cubicBezTo>
                  <a:cubicBezTo>
                    <a:pt x="740076" y="1949609"/>
                    <a:pt x="752449" y="1947432"/>
                    <a:pt x="745517" y="1925718"/>
                  </a:cubicBezTo>
                  <a:cubicBezTo>
                    <a:pt x="745517" y="1925718"/>
                    <a:pt x="745609" y="1923611"/>
                    <a:pt x="749799" y="1923980"/>
                  </a:cubicBezTo>
                  <a:cubicBezTo>
                    <a:pt x="778681" y="1923461"/>
                    <a:pt x="804315" y="1923730"/>
                    <a:pt x="799762" y="1887002"/>
                  </a:cubicBezTo>
                  <a:cubicBezTo>
                    <a:pt x="799762" y="1887002"/>
                    <a:pt x="799895" y="1884850"/>
                    <a:pt x="804013" y="1885191"/>
                  </a:cubicBezTo>
                  <a:cubicBezTo>
                    <a:pt x="813161" y="1883175"/>
                    <a:pt x="821792" y="1881841"/>
                    <a:pt x="829612" y="1880023"/>
                  </a:cubicBezTo>
                  <a:lnTo>
                    <a:pt x="850082" y="1872057"/>
                  </a:lnTo>
                  <a:lnTo>
                    <a:pt x="829723" y="1879945"/>
                  </a:lnTo>
                  <a:cubicBezTo>
                    <a:pt x="822012" y="1881686"/>
                    <a:pt x="813602" y="1882864"/>
                    <a:pt x="804894" y="1884568"/>
                  </a:cubicBezTo>
                  <a:cubicBezTo>
                    <a:pt x="866911" y="1839071"/>
                    <a:pt x="930262" y="1791367"/>
                    <a:pt x="997891" y="1750790"/>
                  </a:cubicBezTo>
                  <a:cubicBezTo>
                    <a:pt x="1087104" y="1697263"/>
                    <a:pt x="1178028" y="1646025"/>
                    <a:pt x="1271132" y="1599656"/>
                  </a:cubicBezTo>
                  <a:cubicBezTo>
                    <a:pt x="1484391" y="1493447"/>
                    <a:pt x="1707111" y="1411542"/>
                    <a:pt x="1938390" y="1353860"/>
                  </a:cubicBezTo>
                  <a:cubicBezTo>
                    <a:pt x="1990632" y="1340831"/>
                    <a:pt x="2044057" y="1332545"/>
                    <a:pt x="2100061" y="1322576"/>
                  </a:cubicBezTo>
                  <a:cubicBezTo>
                    <a:pt x="2092709" y="1330588"/>
                    <a:pt x="2083228" y="1342062"/>
                    <a:pt x="2071598" y="1344981"/>
                  </a:cubicBezTo>
                  <a:lnTo>
                    <a:pt x="1937917" y="1374675"/>
                  </a:lnTo>
                  <a:lnTo>
                    <a:pt x="1937918" y="1374675"/>
                  </a:lnTo>
                  <a:cubicBezTo>
                    <a:pt x="1982489" y="1364876"/>
                    <a:pt x="2027426" y="1356073"/>
                    <a:pt x="2071598" y="1344981"/>
                  </a:cubicBezTo>
                  <a:cubicBezTo>
                    <a:pt x="2083227" y="1342062"/>
                    <a:pt x="2092708" y="1330589"/>
                    <a:pt x="2103185" y="1323077"/>
                  </a:cubicBezTo>
                  <a:cubicBezTo>
                    <a:pt x="2106646" y="1322705"/>
                    <a:pt x="2110106" y="1322332"/>
                    <a:pt x="2116936" y="1324734"/>
                  </a:cubicBezTo>
                  <a:cubicBezTo>
                    <a:pt x="2122835" y="1330392"/>
                    <a:pt x="2127657" y="1333241"/>
                    <a:pt x="2131735" y="1334182"/>
                  </a:cubicBezTo>
                  <a:lnTo>
                    <a:pt x="2132287" y="1334075"/>
                  </a:lnTo>
                  <a:lnTo>
                    <a:pt x="2119502" y="1325292"/>
                  </a:lnTo>
                  <a:cubicBezTo>
                    <a:pt x="2129671" y="1320115"/>
                    <a:pt x="2140643" y="1317153"/>
                    <a:pt x="2154504" y="1314755"/>
                  </a:cubicBezTo>
                  <a:cubicBezTo>
                    <a:pt x="2150702" y="1319911"/>
                    <a:pt x="2147208" y="1328064"/>
                    <a:pt x="2142037" y="1332169"/>
                  </a:cubicBezTo>
                  <a:lnTo>
                    <a:pt x="2141868" y="1332209"/>
                  </a:lnTo>
                  <a:lnTo>
                    <a:pt x="2142077" y="1332169"/>
                  </a:lnTo>
                  <a:cubicBezTo>
                    <a:pt x="2147930" y="1328204"/>
                    <a:pt x="2152146" y="1320193"/>
                    <a:pt x="2157393" y="1315320"/>
                  </a:cubicBezTo>
                  <a:cubicBezTo>
                    <a:pt x="2172381" y="1314204"/>
                    <a:pt x="2187410" y="1313444"/>
                    <a:pt x="2202335" y="1311764"/>
                  </a:cubicBezTo>
                  <a:cubicBezTo>
                    <a:pt x="2207059" y="1311231"/>
                    <a:pt x="2211370" y="1307130"/>
                    <a:pt x="2216100" y="1306553"/>
                  </a:cubicBezTo>
                  <a:cubicBezTo>
                    <a:pt x="2240786" y="1303546"/>
                    <a:pt x="2265499" y="1299559"/>
                    <a:pt x="2290289" y="1298813"/>
                  </a:cubicBezTo>
                  <a:cubicBezTo>
                    <a:pt x="2397532" y="1295583"/>
                    <a:pt x="2504824" y="1291004"/>
                    <a:pt x="2612058" y="1291879"/>
                  </a:cubicBezTo>
                  <a:close/>
                  <a:moveTo>
                    <a:pt x="5646365" y="0"/>
                  </a:moveTo>
                  <a:lnTo>
                    <a:pt x="6346099" y="0"/>
                  </a:lnTo>
                  <a:lnTo>
                    <a:pt x="6346099" y="699734"/>
                  </a:lnTo>
                  <a:lnTo>
                    <a:pt x="5646365" y="699734"/>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02" name="Group 101">
            <a:extLst>
              <a:ext uri="{FF2B5EF4-FFF2-40B4-BE49-F238E27FC236}">
                <a16:creationId xmlns:a16="http://schemas.microsoft.com/office/drawing/2014/main" id="{FF9DDA46-8B9F-6590-46BF-2706F7D748DB}"/>
              </a:ext>
              <a:ext uri="{C183D7F6-B498-43B3-948B-1728B52AA6E4}">
                <adec:decorative xmlns:adec="http://schemas.microsoft.com/office/drawing/2017/decorative" val="1"/>
              </a:ext>
            </a:extLst>
          </p:cNvPr>
          <p:cNvGrpSpPr>
            <a:grpSpLocks noChangeAspect="1"/>
          </p:cNvGrpSpPr>
          <p:nvPr/>
        </p:nvGrpSpPr>
        <p:grpSpPr>
          <a:xfrm>
            <a:off x="3665889" y="2223703"/>
            <a:ext cx="513080" cy="457200"/>
            <a:chOff x="3665889" y="2223703"/>
            <a:chExt cx="513080" cy="457200"/>
          </a:xfrm>
          <a:solidFill>
            <a:schemeClr val="accent2"/>
          </a:solidFill>
        </p:grpSpPr>
        <p:sp>
          <p:nvSpPr>
            <p:cNvPr id="1057" name="Freeform 51">
              <a:extLst>
                <a:ext uri="{FF2B5EF4-FFF2-40B4-BE49-F238E27FC236}">
                  <a16:creationId xmlns:a16="http://schemas.microsoft.com/office/drawing/2014/main" id="{2CD1C5E8-C0A3-3E57-C845-0A505BF283B7}"/>
                </a:ext>
                <a:ext uri="{C183D7F6-B498-43B3-948B-1728B52AA6E4}">
                  <adec:decorative xmlns:adec="http://schemas.microsoft.com/office/drawing/2017/decorative" val="1"/>
                </a:ext>
              </a:extLst>
            </p:cNvPr>
            <p:cNvSpPr>
              <a:spLocks noEditPoints="1"/>
            </p:cNvSpPr>
            <p:nvPr/>
          </p:nvSpPr>
          <p:spPr bwMode="auto">
            <a:xfrm>
              <a:off x="3665889" y="2287732"/>
              <a:ext cx="450638" cy="322051"/>
            </a:xfrm>
            <a:custGeom>
              <a:avLst/>
              <a:gdLst>
                <a:gd name="T0" fmla="*/ 4692 w 8516"/>
                <a:gd name="T1" fmla="*/ 4275 h 6085"/>
                <a:gd name="T2" fmla="*/ 4805 w 8516"/>
                <a:gd name="T3" fmla="*/ 4449 h 6085"/>
                <a:gd name="T4" fmla="*/ 5442 w 8516"/>
                <a:gd name="T5" fmla="*/ 4431 h 6085"/>
                <a:gd name="T6" fmla="*/ 5499 w 8516"/>
                <a:gd name="T7" fmla="*/ 4341 h 6085"/>
                <a:gd name="T8" fmla="*/ 4692 w 8516"/>
                <a:gd name="T9" fmla="*/ 3537 h 6085"/>
                <a:gd name="T10" fmla="*/ 4791 w 8516"/>
                <a:gd name="T11" fmla="*/ 1185 h 6085"/>
                <a:gd name="T12" fmla="*/ 6693 w 8516"/>
                <a:gd name="T13" fmla="*/ 520 h 6085"/>
                <a:gd name="T14" fmla="*/ 6459 w 8516"/>
                <a:gd name="T15" fmla="*/ 960 h 6085"/>
                <a:gd name="T16" fmla="*/ 6422 w 8516"/>
                <a:gd name="T17" fmla="*/ 1395 h 6085"/>
                <a:gd name="T18" fmla="*/ 6558 w 8516"/>
                <a:gd name="T19" fmla="*/ 1725 h 6085"/>
                <a:gd name="T20" fmla="*/ 6899 w 8516"/>
                <a:gd name="T21" fmla="*/ 1978 h 6085"/>
                <a:gd name="T22" fmla="*/ 7067 w 8516"/>
                <a:gd name="T23" fmla="*/ 2134 h 6085"/>
                <a:gd name="T24" fmla="*/ 7070 w 8516"/>
                <a:gd name="T25" fmla="*/ 4338 h 6085"/>
                <a:gd name="T26" fmla="*/ 7148 w 8516"/>
                <a:gd name="T27" fmla="*/ 4441 h 6085"/>
                <a:gd name="T28" fmla="*/ 7469 w 8516"/>
                <a:gd name="T29" fmla="*/ 4441 h 6085"/>
                <a:gd name="T30" fmla="*/ 7553 w 8516"/>
                <a:gd name="T31" fmla="*/ 4314 h 6085"/>
                <a:gd name="T32" fmla="*/ 7565 w 8516"/>
                <a:gd name="T33" fmla="*/ 2106 h 6085"/>
                <a:gd name="T34" fmla="*/ 7911 w 8516"/>
                <a:gd name="T35" fmla="*/ 1842 h 6085"/>
                <a:gd name="T36" fmla="*/ 8172 w 8516"/>
                <a:gd name="T37" fmla="*/ 1480 h 6085"/>
                <a:gd name="T38" fmla="*/ 8178 w 8516"/>
                <a:gd name="T39" fmla="*/ 1029 h 6085"/>
                <a:gd name="T40" fmla="*/ 7985 w 8516"/>
                <a:gd name="T41" fmla="*/ 594 h 6085"/>
                <a:gd name="T42" fmla="*/ 7862 w 8516"/>
                <a:gd name="T43" fmla="*/ 1002 h 6085"/>
                <a:gd name="T44" fmla="*/ 7779 w 8516"/>
                <a:gd name="T45" fmla="*/ 1399 h 6085"/>
                <a:gd name="T46" fmla="*/ 7442 w 8516"/>
                <a:gd name="T47" fmla="*/ 1500 h 6085"/>
                <a:gd name="T48" fmla="*/ 6905 w 8516"/>
                <a:gd name="T49" fmla="*/ 1450 h 6085"/>
                <a:gd name="T50" fmla="*/ 6759 w 8516"/>
                <a:gd name="T51" fmla="*/ 1192 h 6085"/>
                <a:gd name="T52" fmla="*/ 6738 w 8516"/>
                <a:gd name="T53" fmla="*/ 457 h 6085"/>
                <a:gd name="T54" fmla="*/ 5220 w 8516"/>
                <a:gd name="T55" fmla="*/ 58 h 6085"/>
                <a:gd name="T56" fmla="*/ 5804 w 8516"/>
                <a:gd name="T57" fmla="*/ 1308 h 6085"/>
                <a:gd name="T58" fmla="*/ 5811 w 8516"/>
                <a:gd name="T59" fmla="*/ 4347 h 6085"/>
                <a:gd name="T60" fmla="*/ 5628 w 8516"/>
                <a:gd name="T61" fmla="*/ 4683 h 6085"/>
                <a:gd name="T62" fmla="*/ 5390 w 8516"/>
                <a:gd name="T63" fmla="*/ 4755 h 6085"/>
                <a:gd name="T64" fmla="*/ 4710 w 8516"/>
                <a:gd name="T65" fmla="*/ 4746 h 6085"/>
                <a:gd name="T66" fmla="*/ 4421 w 8516"/>
                <a:gd name="T67" fmla="*/ 4495 h 6085"/>
                <a:gd name="T68" fmla="*/ 4394 w 8516"/>
                <a:gd name="T69" fmla="*/ 1332 h 6085"/>
                <a:gd name="T70" fmla="*/ 4952 w 8516"/>
                <a:gd name="T71" fmla="*/ 102 h 6085"/>
                <a:gd name="T72" fmla="*/ 5097 w 8516"/>
                <a:gd name="T73" fmla="*/ 0 h 6085"/>
                <a:gd name="T74" fmla="*/ 8013 w 8516"/>
                <a:gd name="T75" fmla="*/ 174 h 6085"/>
                <a:gd name="T76" fmla="*/ 8247 w 8516"/>
                <a:gd name="T77" fmla="*/ 417 h 6085"/>
                <a:gd name="T78" fmla="*/ 8475 w 8516"/>
                <a:gd name="T79" fmla="*/ 930 h 6085"/>
                <a:gd name="T80" fmla="*/ 8516 w 8516"/>
                <a:gd name="T81" fmla="*/ 1291 h 6085"/>
                <a:gd name="T82" fmla="*/ 8441 w 8516"/>
                <a:gd name="T83" fmla="*/ 1654 h 6085"/>
                <a:gd name="T84" fmla="*/ 8256 w 8516"/>
                <a:gd name="T85" fmla="*/ 1945 h 6085"/>
                <a:gd name="T86" fmla="*/ 7914 w 8516"/>
                <a:gd name="T87" fmla="*/ 2224 h 6085"/>
                <a:gd name="T88" fmla="*/ 7866 w 8516"/>
                <a:gd name="T89" fmla="*/ 2311 h 6085"/>
                <a:gd name="T90" fmla="*/ 7845 w 8516"/>
                <a:gd name="T91" fmla="*/ 4444 h 6085"/>
                <a:gd name="T92" fmla="*/ 7716 w 8516"/>
                <a:gd name="T93" fmla="*/ 4650 h 6085"/>
                <a:gd name="T94" fmla="*/ 7305 w 8516"/>
                <a:gd name="T95" fmla="*/ 4764 h 6085"/>
                <a:gd name="T96" fmla="*/ 6998 w 8516"/>
                <a:gd name="T97" fmla="*/ 4717 h 6085"/>
                <a:gd name="T98" fmla="*/ 6798 w 8516"/>
                <a:gd name="T99" fmla="*/ 4509 h 6085"/>
                <a:gd name="T100" fmla="*/ 6758 w 8516"/>
                <a:gd name="T101" fmla="*/ 4129 h 6085"/>
                <a:gd name="T102" fmla="*/ 6362 w 8516"/>
                <a:gd name="T103" fmla="*/ 1974 h 6085"/>
                <a:gd name="T104" fmla="*/ 6180 w 8516"/>
                <a:gd name="T105" fmla="*/ 1690 h 6085"/>
                <a:gd name="T106" fmla="*/ 6102 w 8516"/>
                <a:gd name="T107" fmla="*/ 1314 h 6085"/>
                <a:gd name="T108" fmla="*/ 6186 w 8516"/>
                <a:gd name="T109" fmla="*/ 790 h 6085"/>
                <a:gd name="T110" fmla="*/ 6477 w 8516"/>
                <a:gd name="T111" fmla="*/ 294 h 6085"/>
                <a:gd name="T112" fmla="*/ 6768 w 8516"/>
                <a:gd name="T113" fmla="*/ 58 h 6085"/>
                <a:gd name="T114" fmla="*/ 6999 w 8516"/>
                <a:gd name="T115" fmla="*/ 19 h 6085"/>
                <a:gd name="T116" fmla="*/ 7068 w 8516"/>
                <a:gd name="T117" fmla="*/ 1183 h 6085"/>
                <a:gd name="T118" fmla="*/ 7557 w 8516"/>
                <a:gd name="T119" fmla="*/ 117 h 6085"/>
                <a:gd name="T120" fmla="*/ 7665 w 8516"/>
                <a:gd name="T121" fmla="*/ 4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16" h="6085">
                  <a:moveTo>
                    <a:pt x="0" y="5187"/>
                  </a:moveTo>
                  <a:lnTo>
                    <a:pt x="899" y="5187"/>
                  </a:lnTo>
                  <a:lnTo>
                    <a:pt x="899" y="6085"/>
                  </a:lnTo>
                  <a:lnTo>
                    <a:pt x="0" y="6085"/>
                  </a:lnTo>
                  <a:lnTo>
                    <a:pt x="0" y="5187"/>
                  </a:lnTo>
                  <a:lnTo>
                    <a:pt x="0" y="5187"/>
                  </a:lnTo>
                  <a:close/>
                  <a:moveTo>
                    <a:pt x="4692" y="3853"/>
                  </a:moveTo>
                  <a:lnTo>
                    <a:pt x="4692" y="3853"/>
                  </a:lnTo>
                  <a:lnTo>
                    <a:pt x="4692" y="4065"/>
                  </a:lnTo>
                  <a:lnTo>
                    <a:pt x="4692" y="4275"/>
                  </a:lnTo>
                  <a:lnTo>
                    <a:pt x="4692" y="4275"/>
                  </a:lnTo>
                  <a:lnTo>
                    <a:pt x="4692" y="4299"/>
                  </a:lnTo>
                  <a:lnTo>
                    <a:pt x="4695" y="4320"/>
                  </a:lnTo>
                  <a:lnTo>
                    <a:pt x="4700" y="4341"/>
                  </a:lnTo>
                  <a:lnTo>
                    <a:pt x="4707" y="4362"/>
                  </a:lnTo>
                  <a:lnTo>
                    <a:pt x="4716" y="4381"/>
                  </a:lnTo>
                  <a:lnTo>
                    <a:pt x="4730" y="4401"/>
                  </a:lnTo>
                  <a:lnTo>
                    <a:pt x="4745" y="4419"/>
                  </a:lnTo>
                  <a:lnTo>
                    <a:pt x="4764" y="4437"/>
                  </a:lnTo>
                  <a:lnTo>
                    <a:pt x="4764" y="4437"/>
                  </a:lnTo>
                  <a:lnTo>
                    <a:pt x="4791" y="4444"/>
                  </a:lnTo>
                  <a:lnTo>
                    <a:pt x="4805" y="4449"/>
                  </a:lnTo>
                  <a:lnTo>
                    <a:pt x="4818" y="4450"/>
                  </a:lnTo>
                  <a:lnTo>
                    <a:pt x="4818" y="4450"/>
                  </a:lnTo>
                  <a:lnTo>
                    <a:pt x="5097" y="4452"/>
                  </a:lnTo>
                  <a:lnTo>
                    <a:pt x="5376" y="4450"/>
                  </a:lnTo>
                  <a:lnTo>
                    <a:pt x="5376" y="4450"/>
                  </a:lnTo>
                  <a:lnTo>
                    <a:pt x="5388" y="4450"/>
                  </a:lnTo>
                  <a:lnTo>
                    <a:pt x="5399" y="4447"/>
                  </a:lnTo>
                  <a:lnTo>
                    <a:pt x="5411" y="4446"/>
                  </a:lnTo>
                  <a:lnTo>
                    <a:pt x="5421" y="4441"/>
                  </a:lnTo>
                  <a:lnTo>
                    <a:pt x="5432" y="4437"/>
                  </a:lnTo>
                  <a:lnTo>
                    <a:pt x="5442" y="4431"/>
                  </a:lnTo>
                  <a:lnTo>
                    <a:pt x="5451" y="4425"/>
                  </a:lnTo>
                  <a:lnTo>
                    <a:pt x="5460" y="4419"/>
                  </a:lnTo>
                  <a:lnTo>
                    <a:pt x="5468" y="4410"/>
                  </a:lnTo>
                  <a:lnTo>
                    <a:pt x="5475" y="4402"/>
                  </a:lnTo>
                  <a:lnTo>
                    <a:pt x="5483" y="4393"/>
                  </a:lnTo>
                  <a:lnTo>
                    <a:pt x="5487" y="4384"/>
                  </a:lnTo>
                  <a:lnTo>
                    <a:pt x="5492" y="4374"/>
                  </a:lnTo>
                  <a:lnTo>
                    <a:pt x="5496" y="4363"/>
                  </a:lnTo>
                  <a:lnTo>
                    <a:pt x="5498" y="4353"/>
                  </a:lnTo>
                  <a:lnTo>
                    <a:pt x="5499" y="4341"/>
                  </a:lnTo>
                  <a:lnTo>
                    <a:pt x="5499" y="4341"/>
                  </a:lnTo>
                  <a:lnTo>
                    <a:pt x="5501" y="4219"/>
                  </a:lnTo>
                  <a:lnTo>
                    <a:pt x="5501" y="4098"/>
                  </a:lnTo>
                  <a:lnTo>
                    <a:pt x="5499" y="3853"/>
                  </a:lnTo>
                  <a:lnTo>
                    <a:pt x="5499" y="3853"/>
                  </a:lnTo>
                  <a:lnTo>
                    <a:pt x="4692" y="3853"/>
                  </a:lnTo>
                  <a:lnTo>
                    <a:pt x="4692" y="3853"/>
                  </a:lnTo>
                  <a:close/>
                  <a:moveTo>
                    <a:pt x="4692" y="1501"/>
                  </a:moveTo>
                  <a:lnTo>
                    <a:pt x="4692" y="1501"/>
                  </a:lnTo>
                  <a:lnTo>
                    <a:pt x="4692" y="1827"/>
                  </a:lnTo>
                  <a:lnTo>
                    <a:pt x="4692" y="1827"/>
                  </a:lnTo>
                  <a:lnTo>
                    <a:pt x="4692" y="3537"/>
                  </a:lnTo>
                  <a:lnTo>
                    <a:pt x="4692" y="3537"/>
                  </a:lnTo>
                  <a:lnTo>
                    <a:pt x="5496" y="3537"/>
                  </a:lnTo>
                  <a:lnTo>
                    <a:pt x="5496" y="3537"/>
                  </a:lnTo>
                  <a:lnTo>
                    <a:pt x="5496" y="1501"/>
                  </a:lnTo>
                  <a:lnTo>
                    <a:pt x="5496" y="1501"/>
                  </a:lnTo>
                  <a:lnTo>
                    <a:pt x="4692" y="1501"/>
                  </a:lnTo>
                  <a:lnTo>
                    <a:pt x="4692" y="1501"/>
                  </a:lnTo>
                  <a:close/>
                  <a:moveTo>
                    <a:pt x="5099" y="525"/>
                  </a:moveTo>
                  <a:lnTo>
                    <a:pt x="5099" y="525"/>
                  </a:lnTo>
                  <a:lnTo>
                    <a:pt x="4791" y="1185"/>
                  </a:lnTo>
                  <a:lnTo>
                    <a:pt x="4791" y="1185"/>
                  </a:lnTo>
                  <a:lnTo>
                    <a:pt x="5411" y="1185"/>
                  </a:lnTo>
                  <a:lnTo>
                    <a:pt x="5411" y="1185"/>
                  </a:lnTo>
                  <a:lnTo>
                    <a:pt x="5322" y="1000"/>
                  </a:lnTo>
                  <a:lnTo>
                    <a:pt x="5279" y="907"/>
                  </a:lnTo>
                  <a:lnTo>
                    <a:pt x="5234" y="813"/>
                  </a:lnTo>
                  <a:lnTo>
                    <a:pt x="5234" y="813"/>
                  </a:lnTo>
                  <a:lnTo>
                    <a:pt x="5099" y="525"/>
                  </a:lnTo>
                  <a:lnTo>
                    <a:pt x="5099" y="525"/>
                  </a:lnTo>
                  <a:close/>
                  <a:moveTo>
                    <a:pt x="6738" y="457"/>
                  </a:moveTo>
                  <a:lnTo>
                    <a:pt x="6738" y="457"/>
                  </a:lnTo>
                  <a:lnTo>
                    <a:pt x="6693" y="520"/>
                  </a:lnTo>
                  <a:lnTo>
                    <a:pt x="6647" y="585"/>
                  </a:lnTo>
                  <a:lnTo>
                    <a:pt x="6603" y="649"/>
                  </a:lnTo>
                  <a:lnTo>
                    <a:pt x="6582" y="682"/>
                  </a:lnTo>
                  <a:lnTo>
                    <a:pt x="6563" y="717"/>
                  </a:lnTo>
                  <a:lnTo>
                    <a:pt x="6563" y="717"/>
                  </a:lnTo>
                  <a:lnTo>
                    <a:pt x="6542" y="756"/>
                  </a:lnTo>
                  <a:lnTo>
                    <a:pt x="6522" y="796"/>
                  </a:lnTo>
                  <a:lnTo>
                    <a:pt x="6504" y="837"/>
                  </a:lnTo>
                  <a:lnTo>
                    <a:pt x="6488" y="877"/>
                  </a:lnTo>
                  <a:lnTo>
                    <a:pt x="6473" y="918"/>
                  </a:lnTo>
                  <a:lnTo>
                    <a:pt x="6459" y="960"/>
                  </a:lnTo>
                  <a:lnTo>
                    <a:pt x="6447" y="1002"/>
                  </a:lnTo>
                  <a:lnTo>
                    <a:pt x="6437" y="1044"/>
                  </a:lnTo>
                  <a:lnTo>
                    <a:pt x="6428" y="1086"/>
                  </a:lnTo>
                  <a:lnTo>
                    <a:pt x="6422" y="1129"/>
                  </a:lnTo>
                  <a:lnTo>
                    <a:pt x="6417" y="1173"/>
                  </a:lnTo>
                  <a:lnTo>
                    <a:pt x="6414" y="1216"/>
                  </a:lnTo>
                  <a:lnTo>
                    <a:pt x="6413" y="1260"/>
                  </a:lnTo>
                  <a:lnTo>
                    <a:pt x="6414" y="1305"/>
                  </a:lnTo>
                  <a:lnTo>
                    <a:pt x="6417" y="1350"/>
                  </a:lnTo>
                  <a:lnTo>
                    <a:pt x="6422" y="1395"/>
                  </a:lnTo>
                  <a:lnTo>
                    <a:pt x="6422" y="1395"/>
                  </a:lnTo>
                  <a:lnTo>
                    <a:pt x="6428" y="1429"/>
                  </a:lnTo>
                  <a:lnTo>
                    <a:pt x="6435" y="1462"/>
                  </a:lnTo>
                  <a:lnTo>
                    <a:pt x="6443" y="1494"/>
                  </a:lnTo>
                  <a:lnTo>
                    <a:pt x="6452" y="1527"/>
                  </a:lnTo>
                  <a:lnTo>
                    <a:pt x="6464" y="1557"/>
                  </a:lnTo>
                  <a:lnTo>
                    <a:pt x="6476" y="1587"/>
                  </a:lnTo>
                  <a:lnTo>
                    <a:pt x="6489" y="1617"/>
                  </a:lnTo>
                  <a:lnTo>
                    <a:pt x="6504" y="1645"/>
                  </a:lnTo>
                  <a:lnTo>
                    <a:pt x="6521" y="1672"/>
                  </a:lnTo>
                  <a:lnTo>
                    <a:pt x="6539" y="1699"/>
                  </a:lnTo>
                  <a:lnTo>
                    <a:pt x="6558" y="1725"/>
                  </a:lnTo>
                  <a:lnTo>
                    <a:pt x="6579" y="1750"/>
                  </a:lnTo>
                  <a:lnTo>
                    <a:pt x="6600" y="1774"/>
                  </a:lnTo>
                  <a:lnTo>
                    <a:pt x="6624" y="1798"/>
                  </a:lnTo>
                  <a:lnTo>
                    <a:pt x="6648" y="1821"/>
                  </a:lnTo>
                  <a:lnTo>
                    <a:pt x="6675" y="1842"/>
                  </a:lnTo>
                  <a:lnTo>
                    <a:pt x="6675" y="1842"/>
                  </a:lnTo>
                  <a:lnTo>
                    <a:pt x="6710" y="1867"/>
                  </a:lnTo>
                  <a:lnTo>
                    <a:pt x="6746" y="1891"/>
                  </a:lnTo>
                  <a:lnTo>
                    <a:pt x="6783" y="1914"/>
                  </a:lnTo>
                  <a:lnTo>
                    <a:pt x="6821" y="1936"/>
                  </a:lnTo>
                  <a:lnTo>
                    <a:pt x="6899" y="1978"/>
                  </a:lnTo>
                  <a:lnTo>
                    <a:pt x="6936" y="1999"/>
                  </a:lnTo>
                  <a:lnTo>
                    <a:pt x="6975" y="2022"/>
                  </a:lnTo>
                  <a:lnTo>
                    <a:pt x="6975" y="2022"/>
                  </a:lnTo>
                  <a:lnTo>
                    <a:pt x="6995" y="2035"/>
                  </a:lnTo>
                  <a:lnTo>
                    <a:pt x="7014" y="2049"/>
                  </a:lnTo>
                  <a:lnTo>
                    <a:pt x="7031" y="2065"/>
                  </a:lnTo>
                  <a:lnTo>
                    <a:pt x="7044" y="2082"/>
                  </a:lnTo>
                  <a:lnTo>
                    <a:pt x="7055" y="2101"/>
                  </a:lnTo>
                  <a:lnTo>
                    <a:pt x="7059" y="2112"/>
                  </a:lnTo>
                  <a:lnTo>
                    <a:pt x="7064" y="2124"/>
                  </a:lnTo>
                  <a:lnTo>
                    <a:pt x="7067" y="2134"/>
                  </a:lnTo>
                  <a:lnTo>
                    <a:pt x="7068" y="2148"/>
                  </a:lnTo>
                  <a:lnTo>
                    <a:pt x="7070" y="2160"/>
                  </a:lnTo>
                  <a:lnTo>
                    <a:pt x="7070" y="2175"/>
                  </a:lnTo>
                  <a:lnTo>
                    <a:pt x="7070" y="2175"/>
                  </a:lnTo>
                  <a:lnTo>
                    <a:pt x="7070" y="2703"/>
                  </a:lnTo>
                  <a:lnTo>
                    <a:pt x="7068" y="3232"/>
                  </a:lnTo>
                  <a:lnTo>
                    <a:pt x="7068" y="4290"/>
                  </a:lnTo>
                  <a:lnTo>
                    <a:pt x="7068" y="4290"/>
                  </a:lnTo>
                  <a:lnTo>
                    <a:pt x="7068" y="4324"/>
                  </a:lnTo>
                  <a:lnTo>
                    <a:pt x="7068" y="4324"/>
                  </a:lnTo>
                  <a:lnTo>
                    <a:pt x="7070" y="4338"/>
                  </a:lnTo>
                  <a:lnTo>
                    <a:pt x="7073" y="4351"/>
                  </a:lnTo>
                  <a:lnTo>
                    <a:pt x="7076" y="4363"/>
                  </a:lnTo>
                  <a:lnTo>
                    <a:pt x="7080" y="4375"/>
                  </a:lnTo>
                  <a:lnTo>
                    <a:pt x="7086" y="4386"/>
                  </a:lnTo>
                  <a:lnTo>
                    <a:pt x="7092" y="4396"/>
                  </a:lnTo>
                  <a:lnTo>
                    <a:pt x="7100" y="4407"/>
                  </a:lnTo>
                  <a:lnTo>
                    <a:pt x="7107" y="4416"/>
                  </a:lnTo>
                  <a:lnTo>
                    <a:pt x="7116" y="4423"/>
                  </a:lnTo>
                  <a:lnTo>
                    <a:pt x="7127" y="4431"/>
                  </a:lnTo>
                  <a:lnTo>
                    <a:pt x="7137" y="4437"/>
                  </a:lnTo>
                  <a:lnTo>
                    <a:pt x="7148" y="4441"/>
                  </a:lnTo>
                  <a:lnTo>
                    <a:pt x="7160" y="4446"/>
                  </a:lnTo>
                  <a:lnTo>
                    <a:pt x="7173" y="4449"/>
                  </a:lnTo>
                  <a:lnTo>
                    <a:pt x="7185" y="4450"/>
                  </a:lnTo>
                  <a:lnTo>
                    <a:pt x="7199" y="4450"/>
                  </a:lnTo>
                  <a:lnTo>
                    <a:pt x="7199" y="4450"/>
                  </a:lnTo>
                  <a:lnTo>
                    <a:pt x="7401" y="4450"/>
                  </a:lnTo>
                  <a:lnTo>
                    <a:pt x="7401" y="4450"/>
                  </a:lnTo>
                  <a:lnTo>
                    <a:pt x="7421" y="4450"/>
                  </a:lnTo>
                  <a:lnTo>
                    <a:pt x="7437" y="4449"/>
                  </a:lnTo>
                  <a:lnTo>
                    <a:pt x="7454" y="4446"/>
                  </a:lnTo>
                  <a:lnTo>
                    <a:pt x="7469" y="4441"/>
                  </a:lnTo>
                  <a:lnTo>
                    <a:pt x="7484" y="4437"/>
                  </a:lnTo>
                  <a:lnTo>
                    <a:pt x="7496" y="4429"/>
                  </a:lnTo>
                  <a:lnTo>
                    <a:pt x="7506" y="4422"/>
                  </a:lnTo>
                  <a:lnTo>
                    <a:pt x="7517" y="4413"/>
                  </a:lnTo>
                  <a:lnTo>
                    <a:pt x="7526" y="4404"/>
                  </a:lnTo>
                  <a:lnTo>
                    <a:pt x="7533" y="4392"/>
                  </a:lnTo>
                  <a:lnTo>
                    <a:pt x="7539" y="4378"/>
                  </a:lnTo>
                  <a:lnTo>
                    <a:pt x="7544" y="4365"/>
                  </a:lnTo>
                  <a:lnTo>
                    <a:pt x="7548" y="4350"/>
                  </a:lnTo>
                  <a:lnTo>
                    <a:pt x="7551" y="4333"/>
                  </a:lnTo>
                  <a:lnTo>
                    <a:pt x="7553" y="4314"/>
                  </a:lnTo>
                  <a:lnTo>
                    <a:pt x="7553" y="4294"/>
                  </a:lnTo>
                  <a:lnTo>
                    <a:pt x="7553" y="4294"/>
                  </a:lnTo>
                  <a:lnTo>
                    <a:pt x="7553" y="3856"/>
                  </a:lnTo>
                  <a:lnTo>
                    <a:pt x="7553" y="3856"/>
                  </a:lnTo>
                  <a:lnTo>
                    <a:pt x="7554" y="3018"/>
                  </a:lnTo>
                  <a:lnTo>
                    <a:pt x="7553" y="2599"/>
                  </a:lnTo>
                  <a:lnTo>
                    <a:pt x="7553" y="2179"/>
                  </a:lnTo>
                  <a:lnTo>
                    <a:pt x="7553" y="2179"/>
                  </a:lnTo>
                  <a:lnTo>
                    <a:pt x="7554" y="2152"/>
                  </a:lnTo>
                  <a:lnTo>
                    <a:pt x="7557" y="2128"/>
                  </a:lnTo>
                  <a:lnTo>
                    <a:pt x="7565" y="2106"/>
                  </a:lnTo>
                  <a:lnTo>
                    <a:pt x="7575" y="2086"/>
                  </a:lnTo>
                  <a:lnTo>
                    <a:pt x="7589" y="2068"/>
                  </a:lnTo>
                  <a:lnTo>
                    <a:pt x="7605" y="2052"/>
                  </a:lnTo>
                  <a:lnTo>
                    <a:pt x="7623" y="2037"/>
                  </a:lnTo>
                  <a:lnTo>
                    <a:pt x="7644" y="2022"/>
                  </a:lnTo>
                  <a:lnTo>
                    <a:pt x="7644" y="2022"/>
                  </a:lnTo>
                  <a:lnTo>
                    <a:pt x="7722" y="1974"/>
                  </a:lnTo>
                  <a:lnTo>
                    <a:pt x="7800" y="1923"/>
                  </a:lnTo>
                  <a:lnTo>
                    <a:pt x="7838" y="1897"/>
                  </a:lnTo>
                  <a:lnTo>
                    <a:pt x="7875" y="1869"/>
                  </a:lnTo>
                  <a:lnTo>
                    <a:pt x="7911" y="1842"/>
                  </a:lnTo>
                  <a:lnTo>
                    <a:pt x="7946" y="1812"/>
                  </a:lnTo>
                  <a:lnTo>
                    <a:pt x="7946" y="1812"/>
                  </a:lnTo>
                  <a:lnTo>
                    <a:pt x="7980" y="1779"/>
                  </a:lnTo>
                  <a:lnTo>
                    <a:pt x="8013" y="1744"/>
                  </a:lnTo>
                  <a:lnTo>
                    <a:pt x="8043" y="1710"/>
                  </a:lnTo>
                  <a:lnTo>
                    <a:pt x="8070" y="1675"/>
                  </a:lnTo>
                  <a:lnTo>
                    <a:pt x="8096" y="1638"/>
                  </a:lnTo>
                  <a:lnTo>
                    <a:pt x="8120" y="1600"/>
                  </a:lnTo>
                  <a:lnTo>
                    <a:pt x="8139" y="1561"/>
                  </a:lnTo>
                  <a:lnTo>
                    <a:pt x="8157" y="1522"/>
                  </a:lnTo>
                  <a:lnTo>
                    <a:pt x="8172" y="1480"/>
                  </a:lnTo>
                  <a:lnTo>
                    <a:pt x="8186" y="1438"/>
                  </a:lnTo>
                  <a:lnTo>
                    <a:pt x="8195" y="1395"/>
                  </a:lnTo>
                  <a:lnTo>
                    <a:pt x="8202" y="1351"/>
                  </a:lnTo>
                  <a:lnTo>
                    <a:pt x="8207" y="1305"/>
                  </a:lnTo>
                  <a:lnTo>
                    <a:pt x="8208" y="1258"/>
                  </a:lnTo>
                  <a:lnTo>
                    <a:pt x="8207" y="1210"/>
                  </a:lnTo>
                  <a:lnTo>
                    <a:pt x="8202" y="1161"/>
                  </a:lnTo>
                  <a:lnTo>
                    <a:pt x="8202" y="1161"/>
                  </a:lnTo>
                  <a:lnTo>
                    <a:pt x="8195" y="1116"/>
                  </a:lnTo>
                  <a:lnTo>
                    <a:pt x="8187" y="1072"/>
                  </a:lnTo>
                  <a:lnTo>
                    <a:pt x="8178" y="1029"/>
                  </a:lnTo>
                  <a:lnTo>
                    <a:pt x="8168" y="987"/>
                  </a:lnTo>
                  <a:lnTo>
                    <a:pt x="8156" y="945"/>
                  </a:lnTo>
                  <a:lnTo>
                    <a:pt x="8142" y="903"/>
                  </a:lnTo>
                  <a:lnTo>
                    <a:pt x="8127" y="862"/>
                  </a:lnTo>
                  <a:lnTo>
                    <a:pt x="8111" y="822"/>
                  </a:lnTo>
                  <a:lnTo>
                    <a:pt x="8094" y="783"/>
                  </a:lnTo>
                  <a:lnTo>
                    <a:pt x="8075" y="744"/>
                  </a:lnTo>
                  <a:lnTo>
                    <a:pt x="8054" y="706"/>
                  </a:lnTo>
                  <a:lnTo>
                    <a:pt x="8033" y="669"/>
                  </a:lnTo>
                  <a:lnTo>
                    <a:pt x="8010" y="631"/>
                  </a:lnTo>
                  <a:lnTo>
                    <a:pt x="7985" y="594"/>
                  </a:lnTo>
                  <a:lnTo>
                    <a:pt x="7959" y="558"/>
                  </a:lnTo>
                  <a:lnTo>
                    <a:pt x="7932" y="523"/>
                  </a:lnTo>
                  <a:lnTo>
                    <a:pt x="7932" y="523"/>
                  </a:lnTo>
                  <a:lnTo>
                    <a:pt x="7919" y="508"/>
                  </a:lnTo>
                  <a:lnTo>
                    <a:pt x="7904" y="493"/>
                  </a:lnTo>
                  <a:lnTo>
                    <a:pt x="7865" y="460"/>
                  </a:lnTo>
                  <a:lnTo>
                    <a:pt x="7865" y="460"/>
                  </a:lnTo>
                  <a:lnTo>
                    <a:pt x="7865" y="621"/>
                  </a:lnTo>
                  <a:lnTo>
                    <a:pt x="7865" y="769"/>
                  </a:lnTo>
                  <a:lnTo>
                    <a:pt x="7865" y="769"/>
                  </a:lnTo>
                  <a:lnTo>
                    <a:pt x="7862" y="1002"/>
                  </a:lnTo>
                  <a:lnTo>
                    <a:pt x="7859" y="1117"/>
                  </a:lnTo>
                  <a:lnTo>
                    <a:pt x="7856" y="1176"/>
                  </a:lnTo>
                  <a:lnTo>
                    <a:pt x="7851" y="1233"/>
                  </a:lnTo>
                  <a:lnTo>
                    <a:pt x="7851" y="1233"/>
                  </a:lnTo>
                  <a:lnTo>
                    <a:pt x="7848" y="1260"/>
                  </a:lnTo>
                  <a:lnTo>
                    <a:pt x="7842" y="1287"/>
                  </a:lnTo>
                  <a:lnTo>
                    <a:pt x="7833" y="1312"/>
                  </a:lnTo>
                  <a:lnTo>
                    <a:pt x="7823" y="1336"/>
                  </a:lnTo>
                  <a:lnTo>
                    <a:pt x="7811" y="1359"/>
                  </a:lnTo>
                  <a:lnTo>
                    <a:pt x="7796" y="1380"/>
                  </a:lnTo>
                  <a:lnTo>
                    <a:pt x="7779" y="1399"/>
                  </a:lnTo>
                  <a:lnTo>
                    <a:pt x="7761" y="1417"/>
                  </a:lnTo>
                  <a:lnTo>
                    <a:pt x="7742" y="1434"/>
                  </a:lnTo>
                  <a:lnTo>
                    <a:pt x="7721" y="1449"/>
                  </a:lnTo>
                  <a:lnTo>
                    <a:pt x="7698" y="1462"/>
                  </a:lnTo>
                  <a:lnTo>
                    <a:pt x="7674" y="1473"/>
                  </a:lnTo>
                  <a:lnTo>
                    <a:pt x="7650" y="1483"/>
                  </a:lnTo>
                  <a:lnTo>
                    <a:pt x="7625" y="1489"/>
                  </a:lnTo>
                  <a:lnTo>
                    <a:pt x="7598" y="1494"/>
                  </a:lnTo>
                  <a:lnTo>
                    <a:pt x="7571" y="1497"/>
                  </a:lnTo>
                  <a:lnTo>
                    <a:pt x="7571" y="1497"/>
                  </a:lnTo>
                  <a:lnTo>
                    <a:pt x="7442" y="1500"/>
                  </a:lnTo>
                  <a:lnTo>
                    <a:pt x="7311" y="1501"/>
                  </a:lnTo>
                  <a:lnTo>
                    <a:pt x="7182" y="1500"/>
                  </a:lnTo>
                  <a:lnTo>
                    <a:pt x="7052" y="1497"/>
                  </a:lnTo>
                  <a:lnTo>
                    <a:pt x="7052" y="1497"/>
                  </a:lnTo>
                  <a:lnTo>
                    <a:pt x="7035" y="1497"/>
                  </a:lnTo>
                  <a:lnTo>
                    <a:pt x="7020" y="1494"/>
                  </a:lnTo>
                  <a:lnTo>
                    <a:pt x="7004" y="1492"/>
                  </a:lnTo>
                  <a:lnTo>
                    <a:pt x="6989" y="1488"/>
                  </a:lnTo>
                  <a:lnTo>
                    <a:pt x="6959" y="1479"/>
                  </a:lnTo>
                  <a:lnTo>
                    <a:pt x="6932" y="1467"/>
                  </a:lnTo>
                  <a:lnTo>
                    <a:pt x="6905" y="1450"/>
                  </a:lnTo>
                  <a:lnTo>
                    <a:pt x="6879" y="1431"/>
                  </a:lnTo>
                  <a:lnTo>
                    <a:pt x="6855" y="1410"/>
                  </a:lnTo>
                  <a:lnTo>
                    <a:pt x="6833" y="1384"/>
                  </a:lnTo>
                  <a:lnTo>
                    <a:pt x="6833" y="1384"/>
                  </a:lnTo>
                  <a:lnTo>
                    <a:pt x="6813" y="1360"/>
                  </a:lnTo>
                  <a:lnTo>
                    <a:pt x="6797" y="1333"/>
                  </a:lnTo>
                  <a:lnTo>
                    <a:pt x="6785" y="1306"/>
                  </a:lnTo>
                  <a:lnTo>
                    <a:pt x="6774" y="1279"/>
                  </a:lnTo>
                  <a:lnTo>
                    <a:pt x="6767" y="1251"/>
                  </a:lnTo>
                  <a:lnTo>
                    <a:pt x="6762" y="1221"/>
                  </a:lnTo>
                  <a:lnTo>
                    <a:pt x="6759" y="1192"/>
                  </a:lnTo>
                  <a:lnTo>
                    <a:pt x="6758" y="1162"/>
                  </a:lnTo>
                  <a:lnTo>
                    <a:pt x="6758" y="1162"/>
                  </a:lnTo>
                  <a:lnTo>
                    <a:pt x="6758" y="999"/>
                  </a:lnTo>
                  <a:lnTo>
                    <a:pt x="6756" y="837"/>
                  </a:lnTo>
                  <a:lnTo>
                    <a:pt x="6758" y="510"/>
                  </a:lnTo>
                  <a:lnTo>
                    <a:pt x="6758" y="510"/>
                  </a:lnTo>
                  <a:lnTo>
                    <a:pt x="6756" y="487"/>
                  </a:lnTo>
                  <a:lnTo>
                    <a:pt x="6755" y="463"/>
                  </a:lnTo>
                  <a:lnTo>
                    <a:pt x="6755" y="463"/>
                  </a:lnTo>
                  <a:lnTo>
                    <a:pt x="6738" y="457"/>
                  </a:lnTo>
                  <a:lnTo>
                    <a:pt x="6738" y="457"/>
                  </a:lnTo>
                  <a:close/>
                  <a:moveTo>
                    <a:pt x="5097" y="0"/>
                  </a:moveTo>
                  <a:lnTo>
                    <a:pt x="5097" y="0"/>
                  </a:lnTo>
                  <a:lnTo>
                    <a:pt x="5109" y="1"/>
                  </a:lnTo>
                  <a:lnTo>
                    <a:pt x="5123" y="3"/>
                  </a:lnTo>
                  <a:lnTo>
                    <a:pt x="5135" y="4"/>
                  </a:lnTo>
                  <a:lnTo>
                    <a:pt x="5145" y="7"/>
                  </a:lnTo>
                  <a:lnTo>
                    <a:pt x="5156" y="10"/>
                  </a:lnTo>
                  <a:lnTo>
                    <a:pt x="5166" y="15"/>
                  </a:lnTo>
                  <a:lnTo>
                    <a:pt x="5186" y="27"/>
                  </a:lnTo>
                  <a:lnTo>
                    <a:pt x="5204" y="42"/>
                  </a:lnTo>
                  <a:lnTo>
                    <a:pt x="5220" y="58"/>
                  </a:lnTo>
                  <a:lnTo>
                    <a:pt x="5234" y="79"/>
                  </a:lnTo>
                  <a:lnTo>
                    <a:pt x="5246" y="102"/>
                  </a:lnTo>
                  <a:lnTo>
                    <a:pt x="5246" y="102"/>
                  </a:lnTo>
                  <a:lnTo>
                    <a:pt x="5673" y="1011"/>
                  </a:lnTo>
                  <a:lnTo>
                    <a:pt x="5673" y="1011"/>
                  </a:lnTo>
                  <a:lnTo>
                    <a:pt x="5732" y="1134"/>
                  </a:lnTo>
                  <a:lnTo>
                    <a:pt x="5760" y="1195"/>
                  </a:lnTo>
                  <a:lnTo>
                    <a:pt x="5787" y="1258"/>
                  </a:lnTo>
                  <a:lnTo>
                    <a:pt x="5787" y="1258"/>
                  </a:lnTo>
                  <a:lnTo>
                    <a:pt x="5796" y="1282"/>
                  </a:lnTo>
                  <a:lnTo>
                    <a:pt x="5804" y="1308"/>
                  </a:lnTo>
                  <a:lnTo>
                    <a:pt x="5808" y="1335"/>
                  </a:lnTo>
                  <a:lnTo>
                    <a:pt x="5810" y="1360"/>
                  </a:lnTo>
                  <a:lnTo>
                    <a:pt x="5810" y="1360"/>
                  </a:lnTo>
                  <a:lnTo>
                    <a:pt x="5811" y="1477"/>
                  </a:lnTo>
                  <a:lnTo>
                    <a:pt x="5811" y="1594"/>
                  </a:lnTo>
                  <a:lnTo>
                    <a:pt x="5811" y="1833"/>
                  </a:lnTo>
                  <a:lnTo>
                    <a:pt x="5811" y="1833"/>
                  </a:lnTo>
                  <a:lnTo>
                    <a:pt x="5811" y="3082"/>
                  </a:lnTo>
                  <a:lnTo>
                    <a:pt x="5813" y="4329"/>
                  </a:lnTo>
                  <a:lnTo>
                    <a:pt x="5813" y="4329"/>
                  </a:lnTo>
                  <a:lnTo>
                    <a:pt x="5811" y="4347"/>
                  </a:lnTo>
                  <a:lnTo>
                    <a:pt x="5810" y="4366"/>
                  </a:lnTo>
                  <a:lnTo>
                    <a:pt x="5805" y="4402"/>
                  </a:lnTo>
                  <a:lnTo>
                    <a:pt x="5796" y="4438"/>
                  </a:lnTo>
                  <a:lnTo>
                    <a:pt x="5784" y="4474"/>
                  </a:lnTo>
                  <a:lnTo>
                    <a:pt x="5769" y="4509"/>
                  </a:lnTo>
                  <a:lnTo>
                    <a:pt x="5753" y="4543"/>
                  </a:lnTo>
                  <a:lnTo>
                    <a:pt x="5732" y="4575"/>
                  </a:lnTo>
                  <a:lnTo>
                    <a:pt x="5709" y="4605"/>
                  </a:lnTo>
                  <a:lnTo>
                    <a:pt x="5684" y="4633"/>
                  </a:lnTo>
                  <a:lnTo>
                    <a:pt x="5657" y="4659"/>
                  </a:lnTo>
                  <a:lnTo>
                    <a:pt x="5628" y="4683"/>
                  </a:lnTo>
                  <a:lnTo>
                    <a:pt x="5597" y="4702"/>
                  </a:lnTo>
                  <a:lnTo>
                    <a:pt x="5580" y="4711"/>
                  </a:lnTo>
                  <a:lnTo>
                    <a:pt x="5564" y="4720"/>
                  </a:lnTo>
                  <a:lnTo>
                    <a:pt x="5547" y="4728"/>
                  </a:lnTo>
                  <a:lnTo>
                    <a:pt x="5529" y="4734"/>
                  </a:lnTo>
                  <a:lnTo>
                    <a:pt x="5511" y="4740"/>
                  </a:lnTo>
                  <a:lnTo>
                    <a:pt x="5495" y="4744"/>
                  </a:lnTo>
                  <a:lnTo>
                    <a:pt x="5475" y="4747"/>
                  </a:lnTo>
                  <a:lnTo>
                    <a:pt x="5457" y="4750"/>
                  </a:lnTo>
                  <a:lnTo>
                    <a:pt x="5457" y="4750"/>
                  </a:lnTo>
                  <a:lnTo>
                    <a:pt x="5390" y="4755"/>
                  </a:lnTo>
                  <a:lnTo>
                    <a:pt x="5321" y="4759"/>
                  </a:lnTo>
                  <a:lnTo>
                    <a:pt x="5252" y="4761"/>
                  </a:lnTo>
                  <a:lnTo>
                    <a:pt x="5184" y="4762"/>
                  </a:lnTo>
                  <a:lnTo>
                    <a:pt x="5184" y="4762"/>
                  </a:lnTo>
                  <a:lnTo>
                    <a:pt x="5006" y="4764"/>
                  </a:lnTo>
                  <a:lnTo>
                    <a:pt x="4916" y="4764"/>
                  </a:lnTo>
                  <a:lnTo>
                    <a:pt x="4826" y="4762"/>
                  </a:lnTo>
                  <a:lnTo>
                    <a:pt x="4826" y="4762"/>
                  </a:lnTo>
                  <a:lnTo>
                    <a:pt x="4787" y="4759"/>
                  </a:lnTo>
                  <a:lnTo>
                    <a:pt x="4748" y="4753"/>
                  </a:lnTo>
                  <a:lnTo>
                    <a:pt x="4710" y="4746"/>
                  </a:lnTo>
                  <a:lnTo>
                    <a:pt x="4674" y="4735"/>
                  </a:lnTo>
                  <a:lnTo>
                    <a:pt x="4641" y="4723"/>
                  </a:lnTo>
                  <a:lnTo>
                    <a:pt x="4610" y="4708"/>
                  </a:lnTo>
                  <a:lnTo>
                    <a:pt x="4580" y="4690"/>
                  </a:lnTo>
                  <a:lnTo>
                    <a:pt x="4551" y="4669"/>
                  </a:lnTo>
                  <a:lnTo>
                    <a:pt x="4524" y="4647"/>
                  </a:lnTo>
                  <a:lnTo>
                    <a:pt x="4500" y="4621"/>
                  </a:lnTo>
                  <a:lnTo>
                    <a:pt x="4476" y="4593"/>
                  </a:lnTo>
                  <a:lnTo>
                    <a:pt x="4457" y="4563"/>
                  </a:lnTo>
                  <a:lnTo>
                    <a:pt x="4437" y="4530"/>
                  </a:lnTo>
                  <a:lnTo>
                    <a:pt x="4421" y="4495"/>
                  </a:lnTo>
                  <a:lnTo>
                    <a:pt x="4406" y="4458"/>
                  </a:lnTo>
                  <a:lnTo>
                    <a:pt x="4394" y="4417"/>
                  </a:lnTo>
                  <a:lnTo>
                    <a:pt x="4394" y="4417"/>
                  </a:lnTo>
                  <a:lnTo>
                    <a:pt x="4392" y="4407"/>
                  </a:lnTo>
                  <a:lnTo>
                    <a:pt x="4392" y="4395"/>
                  </a:lnTo>
                  <a:lnTo>
                    <a:pt x="4392" y="4372"/>
                  </a:lnTo>
                  <a:lnTo>
                    <a:pt x="4392" y="4372"/>
                  </a:lnTo>
                  <a:lnTo>
                    <a:pt x="4392" y="2859"/>
                  </a:lnTo>
                  <a:lnTo>
                    <a:pt x="4394" y="1345"/>
                  </a:lnTo>
                  <a:lnTo>
                    <a:pt x="4394" y="1345"/>
                  </a:lnTo>
                  <a:lnTo>
                    <a:pt x="4394" y="1332"/>
                  </a:lnTo>
                  <a:lnTo>
                    <a:pt x="4395" y="1317"/>
                  </a:lnTo>
                  <a:lnTo>
                    <a:pt x="4401" y="1288"/>
                  </a:lnTo>
                  <a:lnTo>
                    <a:pt x="4410" y="1260"/>
                  </a:lnTo>
                  <a:lnTo>
                    <a:pt x="4422" y="1234"/>
                  </a:lnTo>
                  <a:lnTo>
                    <a:pt x="4422" y="1234"/>
                  </a:lnTo>
                  <a:lnTo>
                    <a:pt x="4575" y="907"/>
                  </a:lnTo>
                  <a:lnTo>
                    <a:pt x="4728" y="580"/>
                  </a:lnTo>
                  <a:lnTo>
                    <a:pt x="4728" y="580"/>
                  </a:lnTo>
                  <a:lnTo>
                    <a:pt x="4841" y="342"/>
                  </a:lnTo>
                  <a:lnTo>
                    <a:pt x="4896" y="222"/>
                  </a:lnTo>
                  <a:lnTo>
                    <a:pt x="4952" y="102"/>
                  </a:lnTo>
                  <a:lnTo>
                    <a:pt x="4952" y="102"/>
                  </a:lnTo>
                  <a:lnTo>
                    <a:pt x="4964" y="79"/>
                  </a:lnTo>
                  <a:lnTo>
                    <a:pt x="4977" y="58"/>
                  </a:lnTo>
                  <a:lnTo>
                    <a:pt x="4992" y="42"/>
                  </a:lnTo>
                  <a:lnTo>
                    <a:pt x="5010" y="27"/>
                  </a:lnTo>
                  <a:lnTo>
                    <a:pt x="5028" y="16"/>
                  </a:lnTo>
                  <a:lnTo>
                    <a:pt x="5039" y="12"/>
                  </a:lnTo>
                  <a:lnTo>
                    <a:pt x="5049" y="7"/>
                  </a:lnTo>
                  <a:lnTo>
                    <a:pt x="5073" y="3"/>
                  </a:lnTo>
                  <a:lnTo>
                    <a:pt x="5097" y="0"/>
                  </a:lnTo>
                  <a:lnTo>
                    <a:pt x="5097" y="0"/>
                  </a:lnTo>
                  <a:close/>
                  <a:moveTo>
                    <a:pt x="7694" y="0"/>
                  </a:moveTo>
                  <a:lnTo>
                    <a:pt x="7694" y="0"/>
                  </a:lnTo>
                  <a:lnTo>
                    <a:pt x="7713" y="0"/>
                  </a:lnTo>
                  <a:lnTo>
                    <a:pt x="7734" y="3"/>
                  </a:lnTo>
                  <a:lnTo>
                    <a:pt x="7755" y="10"/>
                  </a:lnTo>
                  <a:lnTo>
                    <a:pt x="7776" y="21"/>
                  </a:lnTo>
                  <a:lnTo>
                    <a:pt x="7776" y="21"/>
                  </a:lnTo>
                  <a:lnTo>
                    <a:pt x="7845" y="63"/>
                  </a:lnTo>
                  <a:lnTo>
                    <a:pt x="7913" y="106"/>
                  </a:lnTo>
                  <a:lnTo>
                    <a:pt x="7980" y="151"/>
                  </a:lnTo>
                  <a:lnTo>
                    <a:pt x="8013" y="174"/>
                  </a:lnTo>
                  <a:lnTo>
                    <a:pt x="8045" y="199"/>
                  </a:lnTo>
                  <a:lnTo>
                    <a:pt x="8045" y="199"/>
                  </a:lnTo>
                  <a:lnTo>
                    <a:pt x="8072" y="220"/>
                  </a:lnTo>
                  <a:lnTo>
                    <a:pt x="8096" y="243"/>
                  </a:lnTo>
                  <a:lnTo>
                    <a:pt x="8120" y="265"/>
                  </a:lnTo>
                  <a:lnTo>
                    <a:pt x="8144" y="289"/>
                  </a:lnTo>
                  <a:lnTo>
                    <a:pt x="8166" y="313"/>
                  </a:lnTo>
                  <a:lnTo>
                    <a:pt x="8187" y="339"/>
                  </a:lnTo>
                  <a:lnTo>
                    <a:pt x="8208" y="364"/>
                  </a:lnTo>
                  <a:lnTo>
                    <a:pt x="8228" y="390"/>
                  </a:lnTo>
                  <a:lnTo>
                    <a:pt x="8247" y="417"/>
                  </a:lnTo>
                  <a:lnTo>
                    <a:pt x="8265" y="445"/>
                  </a:lnTo>
                  <a:lnTo>
                    <a:pt x="8301" y="501"/>
                  </a:lnTo>
                  <a:lnTo>
                    <a:pt x="8333" y="559"/>
                  </a:lnTo>
                  <a:lnTo>
                    <a:pt x="8363" y="619"/>
                  </a:lnTo>
                  <a:lnTo>
                    <a:pt x="8363" y="619"/>
                  </a:lnTo>
                  <a:lnTo>
                    <a:pt x="8394" y="687"/>
                  </a:lnTo>
                  <a:lnTo>
                    <a:pt x="8421" y="756"/>
                  </a:lnTo>
                  <a:lnTo>
                    <a:pt x="8445" y="825"/>
                  </a:lnTo>
                  <a:lnTo>
                    <a:pt x="8457" y="859"/>
                  </a:lnTo>
                  <a:lnTo>
                    <a:pt x="8466" y="895"/>
                  </a:lnTo>
                  <a:lnTo>
                    <a:pt x="8475" y="930"/>
                  </a:lnTo>
                  <a:lnTo>
                    <a:pt x="8484" y="966"/>
                  </a:lnTo>
                  <a:lnTo>
                    <a:pt x="8490" y="1002"/>
                  </a:lnTo>
                  <a:lnTo>
                    <a:pt x="8498" y="1039"/>
                  </a:lnTo>
                  <a:lnTo>
                    <a:pt x="8502" y="1075"/>
                  </a:lnTo>
                  <a:lnTo>
                    <a:pt x="8507" y="1113"/>
                  </a:lnTo>
                  <a:lnTo>
                    <a:pt x="8511" y="1149"/>
                  </a:lnTo>
                  <a:lnTo>
                    <a:pt x="8513" y="1188"/>
                  </a:lnTo>
                  <a:lnTo>
                    <a:pt x="8513" y="1188"/>
                  </a:lnTo>
                  <a:lnTo>
                    <a:pt x="8514" y="1222"/>
                  </a:lnTo>
                  <a:lnTo>
                    <a:pt x="8516" y="1257"/>
                  </a:lnTo>
                  <a:lnTo>
                    <a:pt x="8516" y="1291"/>
                  </a:lnTo>
                  <a:lnTo>
                    <a:pt x="8514" y="1326"/>
                  </a:lnTo>
                  <a:lnTo>
                    <a:pt x="8511" y="1360"/>
                  </a:lnTo>
                  <a:lnTo>
                    <a:pt x="8508" y="1393"/>
                  </a:lnTo>
                  <a:lnTo>
                    <a:pt x="8504" y="1426"/>
                  </a:lnTo>
                  <a:lnTo>
                    <a:pt x="8498" y="1461"/>
                  </a:lnTo>
                  <a:lnTo>
                    <a:pt x="8492" y="1494"/>
                  </a:lnTo>
                  <a:lnTo>
                    <a:pt x="8484" y="1525"/>
                  </a:lnTo>
                  <a:lnTo>
                    <a:pt x="8475" y="1558"/>
                  </a:lnTo>
                  <a:lnTo>
                    <a:pt x="8465" y="1591"/>
                  </a:lnTo>
                  <a:lnTo>
                    <a:pt x="8453" y="1623"/>
                  </a:lnTo>
                  <a:lnTo>
                    <a:pt x="8441" y="1654"/>
                  </a:lnTo>
                  <a:lnTo>
                    <a:pt x="8427" y="1686"/>
                  </a:lnTo>
                  <a:lnTo>
                    <a:pt x="8412" y="1717"/>
                  </a:lnTo>
                  <a:lnTo>
                    <a:pt x="8412" y="1717"/>
                  </a:lnTo>
                  <a:lnTo>
                    <a:pt x="8396" y="1749"/>
                  </a:lnTo>
                  <a:lnTo>
                    <a:pt x="8379" y="1779"/>
                  </a:lnTo>
                  <a:lnTo>
                    <a:pt x="8360" y="1809"/>
                  </a:lnTo>
                  <a:lnTo>
                    <a:pt x="8342" y="1837"/>
                  </a:lnTo>
                  <a:lnTo>
                    <a:pt x="8321" y="1866"/>
                  </a:lnTo>
                  <a:lnTo>
                    <a:pt x="8300" y="1893"/>
                  </a:lnTo>
                  <a:lnTo>
                    <a:pt x="8279" y="1918"/>
                  </a:lnTo>
                  <a:lnTo>
                    <a:pt x="8256" y="1945"/>
                  </a:lnTo>
                  <a:lnTo>
                    <a:pt x="8232" y="1971"/>
                  </a:lnTo>
                  <a:lnTo>
                    <a:pt x="8208" y="1995"/>
                  </a:lnTo>
                  <a:lnTo>
                    <a:pt x="8159" y="2043"/>
                  </a:lnTo>
                  <a:lnTo>
                    <a:pt x="8106" y="2088"/>
                  </a:lnTo>
                  <a:lnTo>
                    <a:pt x="8051" y="2131"/>
                  </a:lnTo>
                  <a:lnTo>
                    <a:pt x="8051" y="2131"/>
                  </a:lnTo>
                  <a:lnTo>
                    <a:pt x="8033" y="2146"/>
                  </a:lnTo>
                  <a:lnTo>
                    <a:pt x="8013" y="2160"/>
                  </a:lnTo>
                  <a:lnTo>
                    <a:pt x="7973" y="2185"/>
                  </a:lnTo>
                  <a:lnTo>
                    <a:pt x="7934" y="2211"/>
                  </a:lnTo>
                  <a:lnTo>
                    <a:pt x="7914" y="2224"/>
                  </a:lnTo>
                  <a:lnTo>
                    <a:pt x="7895" y="2239"/>
                  </a:lnTo>
                  <a:lnTo>
                    <a:pt x="7895" y="2239"/>
                  </a:lnTo>
                  <a:lnTo>
                    <a:pt x="7889" y="2245"/>
                  </a:lnTo>
                  <a:lnTo>
                    <a:pt x="7883" y="2253"/>
                  </a:lnTo>
                  <a:lnTo>
                    <a:pt x="7878" y="2262"/>
                  </a:lnTo>
                  <a:lnTo>
                    <a:pt x="7874" y="2271"/>
                  </a:lnTo>
                  <a:lnTo>
                    <a:pt x="7871" y="2281"/>
                  </a:lnTo>
                  <a:lnTo>
                    <a:pt x="7868" y="2292"/>
                  </a:lnTo>
                  <a:lnTo>
                    <a:pt x="7866" y="2302"/>
                  </a:lnTo>
                  <a:lnTo>
                    <a:pt x="7866" y="2311"/>
                  </a:lnTo>
                  <a:lnTo>
                    <a:pt x="7866" y="2311"/>
                  </a:lnTo>
                  <a:lnTo>
                    <a:pt x="7865" y="3105"/>
                  </a:lnTo>
                  <a:lnTo>
                    <a:pt x="7865" y="3897"/>
                  </a:lnTo>
                  <a:lnTo>
                    <a:pt x="7865" y="3897"/>
                  </a:lnTo>
                  <a:lnTo>
                    <a:pt x="7865" y="4087"/>
                  </a:lnTo>
                  <a:lnTo>
                    <a:pt x="7865" y="4278"/>
                  </a:lnTo>
                  <a:lnTo>
                    <a:pt x="7865" y="4278"/>
                  </a:lnTo>
                  <a:lnTo>
                    <a:pt x="7863" y="4326"/>
                  </a:lnTo>
                  <a:lnTo>
                    <a:pt x="7859" y="4375"/>
                  </a:lnTo>
                  <a:lnTo>
                    <a:pt x="7856" y="4398"/>
                  </a:lnTo>
                  <a:lnTo>
                    <a:pt x="7851" y="4422"/>
                  </a:lnTo>
                  <a:lnTo>
                    <a:pt x="7845" y="4444"/>
                  </a:lnTo>
                  <a:lnTo>
                    <a:pt x="7839" y="4467"/>
                  </a:lnTo>
                  <a:lnTo>
                    <a:pt x="7832" y="4489"/>
                  </a:lnTo>
                  <a:lnTo>
                    <a:pt x="7823" y="4512"/>
                  </a:lnTo>
                  <a:lnTo>
                    <a:pt x="7812" y="4533"/>
                  </a:lnTo>
                  <a:lnTo>
                    <a:pt x="7800" y="4554"/>
                  </a:lnTo>
                  <a:lnTo>
                    <a:pt x="7788" y="4573"/>
                  </a:lnTo>
                  <a:lnTo>
                    <a:pt x="7773" y="4594"/>
                  </a:lnTo>
                  <a:lnTo>
                    <a:pt x="7757" y="4612"/>
                  </a:lnTo>
                  <a:lnTo>
                    <a:pt x="7739" y="4632"/>
                  </a:lnTo>
                  <a:lnTo>
                    <a:pt x="7739" y="4632"/>
                  </a:lnTo>
                  <a:lnTo>
                    <a:pt x="7716" y="4650"/>
                  </a:lnTo>
                  <a:lnTo>
                    <a:pt x="7695" y="4669"/>
                  </a:lnTo>
                  <a:lnTo>
                    <a:pt x="7647" y="4708"/>
                  </a:lnTo>
                  <a:lnTo>
                    <a:pt x="7647" y="4708"/>
                  </a:lnTo>
                  <a:lnTo>
                    <a:pt x="7584" y="4725"/>
                  </a:lnTo>
                  <a:lnTo>
                    <a:pt x="7523" y="4740"/>
                  </a:lnTo>
                  <a:lnTo>
                    <a:pt x="7491" y="4747"/>
                  </a:lnTo>
                  <a:lnTo>
                    <a:pt x="7461" y="4753"/>
                  </a:lnTo>
                  <a:lnTo>
                    <a:pt x="7430" y="4758"/>
                  </a:lnTo>
                  <a:lnTo>
                    <a:pt x="7400" y="4759"/>
                  </a:lnTo>
                  <a:lnTo>
                    <a:pt x="7400" y="4759"/>
                  </a:lnTo>
                  <a:lnTo>
                    <a:pt x="7305" y="4764"/>
                  </a:lnTo>
                  <a:lnTo>
                    <a:pt x="7257" y="4765"/>
                  </a:lnTo>
                  <a:lnTo>
                    <a:pt x="7211" y="4764"/>
                  </a:lnTo>
                  <a:lnTo>
                    <a:pt x="7163" y="4761"/>
                  </a:lnTo>
                  <a:lnTo>
                    <a:pt x="7140" y="4758"/>
                  </a:lnTo>
                  <a:lnTo>
                    <a:pt x="7116" y="4755"/>
                  </a:lnTo>
                  <a:lnTo>
                    <a:pt x="7092" y="4750"/>
                  </a:lnTo>
                  <a:lnTo>
                    <a:pt x="7070" y="4744"/>
                  </a:lnTo>
                  <a:lnTo>
                    <a:pt x="7046" y="4737"/>
                  </a:lnTo>
                  <a:lnTo>
                    <a:pt x="7023" y="4729"/>
                  </a:lnTo>
                  <a:lnTo>
                    <a:pt x="7023" y="4729"/>
                  </a:lnTo>
                  <a:lnTo>
                    <a:pt x="6998" y="4717"/>
                  </a:lnTo>
                  <a:lnTo>
                    <a:pt x="6974" y="4705"/>
                  </a:lnTo>
                  <a:lnTo>
                    <a:pt x="6950" y="4690"/>
                  </a:lnTo>
                  <a:lnTo>
                    <a:pt x="6927" y="4675"/>
                  </a:lnTo>
                  <a:lnTo>
                    <a:pt x="6906" y="4657"/>
                  </a:lnTo>
                  <a:lnTo>
                    <a:pt x="6887" y="4639"/>
                  </a:lnTo>
                  <a:lnTo>
                    <a:pt x="6869" y="4620"/>
                  </a:lnTo>
                  <a:lnTo>
                    <a:pt x="6852" y="4600"/>
                  </a:lnTo>
                  <a:lnTo>
                    <a:pt x="6836" y="4578"/>
                  </a:lnTo>
                  <a:lnTo>
                    <a:pt x="6822" y="4555"/>
                  </a:lnTo>
                  <a:lnTo>
                    <a:pt x="6809" y="4533"/>
                  </a:lnTo>
                  <a:lnTo>
                    <a:pt x="6798" y="4509"/>
                  </a:lnTo>
                  <a:lnTo>
                    <a:pt x="6788" y="4485"/>
                  </a:lnTo>
                  <a:lnTo>
                    <a:pt x="6780" y="4459"/>
                  </a:lnTo>
                  <a:lnTo>
                    <a:pt x="6774" y="4434"/>
                  </a:lnTo>
                  <a:lnTo>
                    <a:pt x="6770" y="4408"/>
                  </a:lnTo>
                  <a:lnTo>
                    <a:pt x="6770" y="4408"/>
                  </a:lnTo>
                  <a:lnTo>
                    <a:pt x="6767" y="4374"/>
                  </a:lnTo>
                  <a:lnTo>
                    <a:pt x="6764" y="4338"/>
                  </a:lnTo>
                  <a:lnTo>
                    <a:pt x="6759" y="4269"/>
                  </a:lnTo>
                  <a:lnTo>
                    <a:pt x="6758" y="4198"/>
                  </a:lnTo>
                  <a:lnTo>
                    <a:pt x="6758" y="4129"/>
                  </a:lnTo>
                  <a:lnTo>
                    <a:pt x="6758" y="4129"/>
                  </a:lnTo>
                  <a:lnTo>
                    <a:pt x="6758" y="3198"/>
                  </a:lnTo>
                  <a:lnTo>
                    <a:pt x="6758" y="2265"/>
                  </a:lnTo>
                  <a:lnTo>
                    <a:pt x="6758" y="2265"/>
                  </a:lnTo>
                  <a:lnTo>
                    <a:pt x="6701" y="2238"/>
                  </a:lnTo>
                  <a:lnTo>
                    <a:pt x="6647" y="2206"/>
                  </a:lnTo>
                  <a:lnTo>
                    <a:pt x="6596" y="2173"/>
                  </a:lnTo>
                  <a:lnTo>
                    <a:pt x="6545" y="2139"/>
                  </a:lnTo>
                  <a:lnTo>
                    <a:pt x="6497" y="2101"/>
                  </a:lnTo>
                  <a:lnTo>
                    <a:pt x="6450" y="2061"/>
                  </a:lnTo>
                  <a:lnTo>
                    <a:pt x="6405" y="2017"/>
                  </a:lnTo>
                  <a:lnTo>
                    <a:pt x="6362" y="1974"/>
                  </a:lnTo>
                  <a:lnTo>
                    <a:pt x="6362" y="1974"/>
                  </a:lnTo>
                  <a:lnTo>
                    <a:pt x="6338" y="1947"/>
                  </a:lnTo>
                  <a:lnTo>
                    <a:pt x="6317" y="1921"/>
                  </a:lnTo>
                  <a:lnTo>
                    <a:pt x="6296" y="1894"/>
                  </a:lnTo>
                  <a:lnTo>
                    <a:pt x="6276" y="1867"/>
                  </a:lnTo>
                  <a:lnTo>
                    <a:pt x="6257" y="1839"/>
                  </a:lnTo>
                  <a:lnTo>
                    <a:pt x="6239" y="1810"/>
                  </a:lnTo>
                  <a:lnTo>
                    <a:pt x="6222" y="1780"/>
                  </a:lnTo>
                  <a:lnTo>
                    <a:pt x="6207" y="1752"/>
                  </a:lnTo>
                  <a:lnTo>
                    <a:pt x="6194" y="1722"/>
                  </a:lnTo>
                  <a:lnTo>
                    <a:pt x="6180" y="1690"/>
                  </a:lnTo>
                  <a:lnTo>
                    <a:pt x="6168" y="1659"/>
                  </a:lnTo>
                  <a:lnTo>
                    <a:pt x="6158" y="1627"/>
                  </a:lnTo>
                  <a:lnTo>
                    <a:pt x="6147" y="1596"/>
                  </a:lnTo>
                  <a:lnTo>
                    <a:pt x="6138" y="1563"/>
                  </a:lnTo>
                  <a:lnTo>
                    <a:pt x="6131" y="1530"/>
                  </a:lnTo>
                  <a:lnTo>
                    <a:pt x="6125" y="1495"/>
                  </a:lnTo>
                  <a:lnTo>
                    <a:pt x="6125" y="1495"/>
                  </a:lnTo>
                  <a:lnTo>
                    <a:pt x="6114" y="1435"/>
                  </a:lnTo>
                  <a:lnTo>
                    <a:pt x="6107" y="1375"/>
                  </a:lnTo>
                  <a:lnTo>
                    <a:pt x="6104" y="1345"/>
                  </a:lnTo>
                  <a:lnTo>
                    <a:pt x="6102" y="1314"/>
                  </a:lnTo>
                  <a:lnTo>
                    <a:pt x="6101" y="1284"/>
                  </a:lnTo>
                  <a:lnTo>
                    <a:pt x="6102" y="1254"/>
                  </a:lnTo>
                  <a:lnTo>
                    <a:pt x="6102" y="1254"/>
                  </a:lnTo>
                  <a:lnTo>
                    <a:pt x="6105" y="1194"/>
                  </a:lnTo>
                  <a:lnTo>
                    <a:pt x="6111" y="1134"/>
                  </a:lnTo>
                  <a:lnTo>
                    <a:pt x="6119" y="1075"/>
                  </a:lnTo>
                  <a:lnTo>
                    <a:pt x="6128" y="1017"/>
                  </a:lnTo>
                  <a:lnTo>
                    <a:pt x="6140" y="958"/>
                  </a:lnTo>
                  <a:lnTo>
                    <a:pt x="6153" y="901"/>
                  </a:lnTo>
                  <a:lnTo>
                    <a:pt x="6170" y="846"/>
                  </a:lnTo>
                  <a:lnTo>
                    <a:pt x="6186" y="790"/>
                  </a:lnTo>
                  <a:lnTo>
                    <a:pt x="6207" y="735"/>
                  </a:lnTo>
                  <a:lnTo>
                    <a:pt x="6228" y="681"/>
                  </a:lnTo>
                  <a:lnTo>
                    <a:pt x="6254" y="628"/>
                  </a:lnTo>
                  <a:lnTo>
                    <a:pt x="6281" y="576"/>
                  </a:lnTo>
                  <a:lnTo>
                    <a:pt x="6309" y="523"/>
                  </a:lnTo>
                  <a:lnTo>
                    <a:pt x="6341" y="472"/>
                  </a:lnTo>
                  <a:lnTo>
                    <a:pt x="6375" y="423"/>
                  </a:lnTo>
                  <a:lnTo>
                    <a:pt x="6411" y="373"/>
                  </a:lnTo>
                  <a:lnTo>
                    <a:pt x="6411" y="373"/>
                  </a:lnTo>
                  <a:lnTo>
                    <a:pt x="6455" y="319"/>
                  </a:lnTo>
                  <a:lnTo>
                    <a:pt x="6477" y="294"/>
                  </a:lnTo>
                  <a:lnTo>
                    <a:pt x="6501" y="268"/>
                  </a:lnTo>
                  <a:lnTo>
                    <a:pt x="6525" y="243"/>
                  </a:lnTo>
                  <a:lnTo>
                    <a:pt x="6549" y="220"/>
                  </a:lnTo>
                  <a:lnTo>
                    <a:pt x="6575" y="196"/>
                  </a:lnTo>
                  <a:lnTo>
                    <a:pt x="6600" y="174"/>
                  </a:lnTo>
                  <a:lnTo>
                    <a:pt x="6627" y="153"/>
                  </a:lnTo>
                  <a:lnTo>
                    <a:pt x="6654" y="132"/>
                  </a:lnTo>
                  <a:lnTo>
                    <a:pt x="6681" y="112"/>
                  </a:lnTo>
                  <a:lnTo>
                    <a:pt x="6710" y="93"/>
                  </a:lnTo>
                  <a:lnTo>
                    <a:pt x="6738" y="75"/>
                  </a:lnTo>
                  <a:lnTo>
                    <a:pt x="6768" y="58"/>
                  </a:lnTo>
                  <a:lnTo>
                    <a:pt x="6798" y="40"/>
                  </a:lnTo>
                  <a:lnTo>
                    <a:pt x="6830" y="25"/>
                  </a:lnTo>
                  <a:lnTo>
                    <a:pt x="6830" y="25"/>
                  </a:lnTo>
                  <a:lnTo>
                    <a:pt x="6855" y="15"/>
                  </a:lnTo>
                  <a:lnTo>
                    <a:pt x="6878" y="7"/>
                  </a:lnTo>
                  <a:lnTo>
                    <a:pt x="6902" y="3"/>
                  </a:lnTo>
                  <a:lnTo>
                    <a:pt x="6923" y="0"/>
                  </a:lnTo>
                  <a:lnTo>
                    <a:pt x="6944" y="1"/>
                  </a:lnTo>
                  <a:lnTo>
                    <a:pt x="6963" y="4"/>
                  </a:lnTo>
                  <a:lnTo>
                    <a:pt x="6983" y="12"/>
                  </a:lnTo>
                  <a:lnTo>
                    <a:pt x="6999" y="19"/>
                  </a:lnTo>
                  <a:lnTo>
                    <a:pt x="7014" y="31"/>
                  </a:lnTo>
                  <a:lnTo>
                    <a:pt x="7028" y="45"/>
                  </a:lnTo>
                  <a:lnTo>
                    <a:pt x="7040" y="60"/>
                  </a:lnTo>
                  <a:lnTo>
                    <a:pt x="7050" y="79"/>
                  </a:lnTo>
                  <a:lnTo>
                    <a:pt x="7058" y="99"/>
                  </a:lnTo>
                  <a:lnTo>
                    <a:pt x="7064" y="121"/>
                  </a:lnTo>
                  <a:lnTo>
                    <a:pt x="7068" y="145"/>
                  </a:lnTo>
                  <a:lnTo>
                    <a:pt x="7068" y="172"/>
                  </a:lnTo>
                  <a:lnTo>
                    <a:pt x="7068" y="172"/>
                  </a:lnTo>
                  <a:lnTo>
                    <a:pt x="7068" y="1183"/>
                  </a:lnTo>
                  <a:lnTo>
                    <a:pt x="7068" y="1183"/>
                  </a:lnTo>
                  <a:lnTo>
                    <a:pt x="7553" y="1183"/>
                  </a:lnTo>
                  <a:lnTo>
                    <a:pt x="7553" y="1183"/>
                  </a:lnTo>
                  <a:lnTo>
                    <a:pt x="7553" y="1123"/>
                  </a:lnTo>
                  <a:lnTo>
                    <a:pt x="7553" y="1123"/>
                  </a:lnTo>
                  <a:lnTo>
                    <a:pt x="7554" y="642"/>
                  </a:lnTo>
                  <a:lnTo>
                    <a:pt x="7554" y="402"/>
                  </a:lnTo>
                  <a:lnTo>
                    <a:pt x="7551" y="160"/>
                  </a:lnTo>
                  <a:lnTo>
                    <a:pt x="7551" y="160"/>
                  </a:lnTo>
                  <a:lnTo>
                    <a:pt x="7551" y="145"/>
                  </a:lnTo>
                  <a:lnTo>
                    <a:pt x="7554" y="132"/>
                  </a:lnTo>
                  <a:lnTo>
                    <a:pt x="7557" y="117"/>
                  </a:lnTo>
                  <a:lnTo>
                    <a:pt x="7562" y="103"/>
                  </a:lnTo>
                  <a:lnTo>
                    <a:pt x="7568" y="90"/>
                  </a:lnTo>
                  <a:lnTo>
                    <a:pt x="7575" y="76"/>
                  </a:lnTo>
                  <a:lnTo>
                    <a:pt x="7583" y="64"/>
                  </a:lnTo>
                  <a:lnTo>
                    <a:pt x="7592" y="52"/>
                  </a:lnTo>
                  <a:lnTo>
                    <a:pt x="7602" y="42"/>
                  </a:lnTo>
                  <a:lnTo>
                    <a:pt x="7613" y="31"/>
                  </a:lnTo>
                  <a:lnTo>
                    <a:pt x="7625" y="22"/>
                  </a:lnTo>
                  <a:lnTo>
                    <a:pt x="7638" y="15"/>
                  </a:lnTo>
                  <a:lnTo>
                    <a:pt x="7652" y="9"/>
                  </a:lnTo>
                  <a:lnTo>
                    <a:pt x="7665" y="4"/>
                  </a:lnTo>
                  <a:lnTo>
                    <a:pt x="7679" y="1"/>
                  </a:lnTo>
                  <a:lnTo>
                    <a:pt x="7694" y="0"/>
                  </a:lnTo>
                  <a:lnTo>
                    <a:pt x="769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Shape 1057">
              <a:extLst>
                <a:ext uri="{FF2B5EF4-FFF2-40B4-BE49-F238E27FC236}">
                  <a16:creationId xmlns:a16="http://schemas.microsoft.com/office/drawing/2014/main" id="{6BF26780-4EBD-9BC6-A7B2-7FD25A9401DB}"/>
                </a:ext>
                <a:ext uri="{C183D7F6-B498-43B3-948B-1728B52AA6E4}">
                  <adec:decorative xmlns:adec="http://schemas.microsoft.com/office/drawing/2017/decorative" val="1"/>
                </a:ext>
              </a:extLst>
            </p:cNvPr>
            <p:cNvSpPr>
              <a:spLocks/>
            </p:cNvSpPr>
            <p:nvPr/>
          </p:nvSpPr>
          <p:spPr bwMode="auto">
            <a:xfrm>
              <a:off x="3674038" y="2223703"/>
              <a:ext cx="504931" cy="457200"/>
            </a:xfrm>
            <a:custGeom>
              <a:avLst/>
              <a:gdLst>
                <a:gd name="connsiteX0" fmla="*/ 2374900 w 7573963"/>
                <a:gd name="connsiteY0" fmla="*/ 965200 h 6858000"/>
                <a:gd name="connsiteX1" fmla="*/ 2844800 w 7573963"/>
                <a:gd name="connsiteY1" fmla="*/ 965200 h 6858000"/>
                <a:gd name="connsiteX2" fmla="*/ 2844800 w 7573963"/>
                <a:gd name="connsiteY2" fmla="*/ 1208088 h 6858000"/>
                <a:gd name="connsiteX3" fmla="*/ 2374900 w 7573963"/>
                <a:gd name="connsiteY3" fmla="*/ 1208088 h 6858000"/>
                <a:gd name="connsiteX4" fmla="*/ 1411774 w 7573963"/>
                <a:gd name="connsiteY4" fmla="*/ 960438 h 6858000"/>
                <a:gd name="connsiteX5" fmla="*/ 1654500 w 7573963"/>
                <a:gd name="connsiteY5" fmla="*/ 960438 h 6858000"/>
                <a:gd name="connsiteX6" fmla="*/ 2139950 w 7573963"/>
                <a:gd name="connsiteY6" fmla="*/ 960438 h 6858000"/>
                <a:gd name="connsiteX7" fmla="*/ 2139950 w 7573963"/>
                <a:gd name="connsiteY7" fmla="*/ 1206619 h 6858000"/>
                <a:gd name="connsiteX8" fmla="*/ 1199985 w 7573963"/>
                <a:gd name="connsiteY8" fmla="*/ 1206619 h 6858000"/>
                <a:gd name="connsiteX9" fmla="*/ 1199985 w 7573963"/>
                <a:gd name="connsiteY9" fmla="*/ 1282061 h 6858000"/>
                <a:gd name="connsiteX10" fmla="*/ 1199985 w 7573963"/>
                <a:gd name="connsiteY10" fmla="*/ 2616201 h 6858000"/>
                <a:gd name="connsiteX11" fmla="*/ 952500 w 7573963"/>
                <a:gd name="connsiteY11" fmla="*/ 2616201 h 6858000"/>
                <a:gd name="connsiteX12" fmla="*/ 952500 w 7573963"/>
                <a:gd name="connsiteY12" fmla="*/ 2575701 h 6858000"/>
                <a:gd name="connsiteX13" fmla="*/ 954087 w 7573963"/>
                <a:gd name="connsiteY13" fmla="*/ 1882424 h 6858000"/>
                <a:gd name="connsiteX14" fmla="*/ 952500 w 7573963"/>
                <a:gd name="connsiteY14" fmla="*/ 1187560 h 6858000"/>
                <a:gd name="connsiteX15" fmla="*/ 954087 w 7573963"/>
                <a:gd name="connsiteY15" fmla="*/ 1166118 h 6858000"/>
                <a:gd name="connsiteX16" fmla="*/ 957259 w 7573963"/>
                <a:gd name="connsiteY16" fmla="*/ 1146265 h 6858000"/>
                <a:gd name="connsiteX17" fmla="*/ 963605 w 7573963"/>
                <a:gd name="connsiteY17" fmla="*/ 1125617 h 6858000"/>
                <a:gd name="connsiteX18" fmla="*/ 970744 w 7573963"/>
                <a:gd name="connsiteY18" fmla="*/ 1105764 h 6858000"/>
                <a:gd name="connsiteX19" fmla="*/ 980263 w 7573963"/>
                <a:gd name="connsiteY19" fmla="*/ 1085117 h 6858000"/>
                <a:gd name="connsiteX20" fmla="*/ 992161 w 7573963"/>
                <a:gd name="connsiteY20" fmla="*/ 1067646 h 6858000"/>
                <a:gd name="connsiteX21" fmla="*/ 1004853 w 7573963"/>
                <a:gd name="connsiteY21" fmla="*/ 1049381 h 6858000"/>
                <a:gd name="connsiteX22" fmla="*/ 1019131 w 7573963"/>
                <a:gd name="connsiteY22" fmla="*/ 1032704 h 6858000"/>
                <a:gd name="connsiteX23" fmla="*/ 1034995 w 7573963"/>
                <a:gd name="connsiteY23" fmla="*/ 1017616 h 6858000"/>
                <a:gd name="connsiteX24" fmla="*/ 1051653 w 7573963"/>
                <a:gd name="connsiteY24" fmla="*/ 1004115 h 6858000"/>
                <a:gd name="connsiteX25" fmla="*/ 1069103 w 7573963"/>
                <a:gd name="connsiteY25" fmla="*/ 992203 h 6858000"/>
                <a:gd name="connsiteX26" fmla="*/ 1088141 w 7573963"/>
                <a:gd name="connsiteY26" fmla="*/ 981880 h 6858000"/>
                <a:gd name="connsiteX27" fmla="*/ 1108764 w 7573963"/>
                <a:gd name="connsiteY27" fmla="*/ 973144 h 6858000"/>
                <a:gd name="connsiteX28" fmla="*/ 1128595 w 7573963"/>
                <a:gd name="connsiteY28" fmla="*/ 967585 h 6858000"/>
                <a:gd name="connsiteX29" fmla="*/ 1150012 w 7573963"/>
                <a:gd name="connsiteY29" fmla="*/ 963615 h 6858000"/>
                <a:gd name="connsiteX30" fmla="*/ 1171429 w 7573963"/>
                <a:gd name="connsiteY30" fmla="*/ 962821 h 6858000"/>
                <a:gd name="connsiteX31" fmla="*/ 426199 w 7573963"/>
                <a:gd name="connsiteY31" fmla="*/ 0 h 6858000"/>
                <a:gd name="connsiteX32" fmla="*/ 637315 w 7573963"/>
                <a:gd name="connsiteY32" fmla="*/ 0 h 6858000"/>
                <a:gd name="connsiteX33" fmla="*/ 7356498 w 7573963"/>
                <a:gd name="connsiteY33" fmla="*/ 0 h 6858000"/>
                <a:gd name="connsiteX34" fmla="*/ 7356498 w 7573963"/>
                <a:gd name="connsiteY34" fmla="*/ 1588 h 6858000"/>
                <a:gd name="connsiteX35" fmla="*/ 7573963 w 7573963"/>
                <a:gd name="connsiteY35" fmla="*/ 1588 h 6858000"/>
                <a:gd name="connsiteX36" fmla="*/ 7573963 w 7573963"/>
                <a:gd name="connsiteY36" fmla="*/ 1595438 h 6858000"/>
                <a:gd name="connsiteX37" fmla="*/ 7573170 w 7573963"/>
                <a:gd name="connsiteY37" fmla="*/ 2393157 h 6858000"/>
                <a:gd name="connsiteX38" fmla="*/ 7570788 w 7573963"/>
                <a:gd name="connsiteY38" fmla="*/ 3193256 h 6858000"/>
                <a:gd name="connsiteX39" fmla="*/ 7568408 w 7573963"/>
                <a:gd name="connsiteY39" fmla="*/ 3209926 h 6858000"/>
                <a:gd name="connsiteX40" fmla="*/ 7566026 w 7573963"/>
                <a:gd name="connsiteY40" fmla="*/ 3224213 h 6858000"/>
                <a:gd name="connsiteX41" fmla="*/ 7566026 w 7573963"/>
                <a:gd name="connsiteY41" fmla="*/ 3250406 h 6858000"/>
                <a:gd name="connsiteX42" fmla="*/ 7564439 w 7573963"/>
                <a:gd name="connsiteY42" fmla="*/ 5226844 h 6858000"/>
                <a:gd name="connsiteX43" fmla="*/ 7564439 w 7573963"/>
                <a:gd name="connsiteY43" fmla="*/ 5245894 h 6858000"/>
                <a:gd name="connsiteX44" fmla="*/ 7562058 w 7573963"/>
                <a:gd name="connsiteY44" fmla="*/ 5264944 h 6858000"/>
                <a:gd name="connsiteX45" fmla="*/ 7556502 w 7573963"/>
                <a:gd name="connsiteY45" fmla="*/ 5303044 h 6858000"/>
                <a:gd name="connsiteX46" fmla="*/ 7552534 w 7573963"/>
                <a:gd name="connsiteY46" fmla="*/ 5323681 h 6858000"/>
                <a:gd name="connsiteX47" fmla="*/ 7547772 w 7573963"/>
                <a:gd name="connsiteY47" fmla="*/ 5342731 h 6858000"/>
                <a:gd name="connsiteX48" fmla="*/ 7543010 w 7573963"/>
                <a:gd name="connsiteY48" fmla="*/ 5361781 h 6858000"/>
                <a:gd name="connsiteX49" fmla="*/ 7535867 w 7573963"/>
                <a:gd name="connsiteY49" fmla="*/ 5380831 h 6858000"/>
                <a:gd name="connsiteX50" fmla="*/ 7528724 w 7573963"/>
                <a:gd name="connsiteY50" fmla="*/ 5399881 h 6858000"/>
                <a:gd name="connsiteX51" fmla="*/ 7520788 w 7573963"/>
                <a:gd name="connsiteY51" fmla="*/ 5417344 h 6858000"/>
                <a:gd name="connsiteX52" fmla="*/ 7512057 w 7573963"/>
                <a:gd name="connsiteY52" fmla="*/ 5435600 h 6858000"/>
                <a:gd name="connsiteX53" fmla="*/ 7502533 w 7573963"/>
                <a:gd name="connsiteY53" fmla="*/ 5452269 h 6858000"/>
                <a:gd name="connsiteX54" fmla="*/ 7492216 w 7573963"/>
                <a:gd name="connsiteY54" fmla="*/ 5469731 h 6858000"/>
                <a:gd name="connsiteX55" fmla="*/ 7480310 w 7573963"/>
                <a:gd name="connsiteY55" fmla="*/ 5486400 h 6858000"/>
                <a:gd name="connsiteX56" fmla="*/ 7468406 w 7573963"/>
                <a:gd name="connsiteY56" fmla="*/ 5502275 h 6858000"/>
                <a:gd name="connsiteX57" fmla="*/ 7454913 w 7573963"/>
                <a:gd name="connsiteY57" fmla="*/ 5517356 h 6858000"/>
                <a:gd name="connsiteX58" fmla="*/ 7442214 w 7573963"/>
                <a:gd name="connsiteY58" fmla="*/ 5533231 h 6858000"/>
                <a:gd name="connsiteX59" fmla="*/ 7427928 w 7573963"/>
                <a:gd name="connsiteY59" fmla="*/ 5547519 h 6858000"/>
                <a:gd name="connsiteX60" fmla="*/ 7412055 w 7573963"/>
                <a:gd name="connsiteY60" fmla="*/ 5561806 h 6858000"/>
                <a:gd name="connsiteX61" fmla="*/ 7396976 w 7573963"/>
                <a:gd name="connsiteY61" fmla="*/ 5574506 h 6858000"/>
                <a:gd name="connsiteX62" fmla="*/ 7381102 w 7573963"/>
                <a:gd name="connsiteY62" fmla="*/ 5586413 h 6858000"/>
                <a:gd name="connsiteX63" fmla="*/ 7364435 w 7573963"/>
                <a:gd name="connsiteY63" fmla="*/ 5598319 h 6858000"/>
                <a:gd name="connsiteX64" fmla="*/ 7347768 w 7573963"/>
                <a:gd name="connsiteY64" fmla="*/ 5610225 h 6858000"/>
                <a:gd name="connsiteX65" fmla="*/ 7330308 w 7573963"/>
                <a:gd name="connsiteY65" fmla="*/ 5621338 h 6858000"/>
                <a:gd name="connsiteX66" fmla="*/ 7312053 w 7573963"/>
                <a:gd name="connsiteY66" fmla="*/ 5630863 h 6858000"/>
                <a:gd name="connsiteX67" fmla="*/ 7293005 w 7573963"/>
                <a:gd name="connsiteY67" fmla="*/ 5640388 h 6858000"/>
                <a:gd name="connsiteX68" fmla="*/ 7273957 w 7573963"/>
                <a:gd name="connsiteY68" fmla="*/ 5648325 h 6858000"/>
                <a:gd name="connsiteX69" fmla="*/ 7254909 w 7573963"/>
                <a:gd name="connsiteY69" fmla="*/ 5657056 h 6858000"/>
                <a:gd name="connsiteX70" fmla="*/ 7235861 w 7573963"/>
                <a:gd name="connsiteY70" fmla="*/ 5662613 h 6858000"/>
                <a:gd name="connsiteX71" fmla="*/ 7216019 w 7573963"/>
                <a:gd name="connsiteY71" fmla="*/ 5668963 h 6858000"/>
                <a:gd name="connsiteX72" fmla="*/ 7196971 w 7573963"/>
                <a:gd name="connsiteY72" fmla="*/ 5674519 h 6858000"/>
                <a:gd name="connsiteX73" fmla="*/ 7175542 w 7573963"/>
                <a:gd name="connsiteY73" fmla="*/ 5678488 h 6858000"/>
                <a:gd name="connsiteX74" fmla="*/ 7154907 w 7573963"/>
                <a:gd name="connsiteY74" fmla="*/ 5681663 h 6858000"/>
                <a:gd name="connsiteX75" fmla="*/ 7135065 w 7573963"/>
                <a:gd name="connsiteY75" fmla="*/ 5684044 h 6858000"/>
                <a:gd name="connsiteX76" fmla="*/ 7113636 w 7573963"/>
                <a:gd name="connsiteY76" fmla="*/ 5685631 h 6858000"/>
                <a:gd name="connsiteX77" fmla="*/ 7093001 w 7573963"/>
                <a:gd name="connsiteY77" fmla="*/ 5686425 h 6858000"/>
                <a:gd name="connsiteX78" fmla="*/ 4076273 w 7573963"/>
                <a:gd name="connsiteY78" fmla="*/ 5686425 h 6858000"/>
                <a:gd name="connsiteX79" fmla="*/ 4023891 w 7573963"/>
                <a:gd name="connsiteY79" fmla="*/ 5686425 h 6858000"/>
                <a:gd name="connsiteX80" fmla="*/ 4023891 w 7573963"/>
                <a:gd name="connsiteY80" fmla="*/ 6372225 h 6858000"/>
                <a:gd name="connsiteX81" fmla="*/ 4077861 w 7573963"/>
                <a:gd name="connsiteY81" fmla="*/ 6372225 h 6858000"/>
                <a:gd name="connsiteX82" fmla="*/ 4647713 w 7573963"/>
                <a:gd name="connsiteY82" fmla="*/ 6373813 h 6858000"/>
                <a:gd name="connsiteX83" fmla="*/ 4932640 w 7573963"/>
                <a:gd name="connsiteY83" fmla="*/ 6373813 h 6858000"/>
                <a:gd name="connsiteX84" fmla="*/ 5216773 w 7573963"/>
                <a:gd name="connsiteY84" fmla="*/ 6372225 h 6858000"/>
                <a:gd name="connsiteX85" fmla="*/ 5240583 w 7573963"/>
                <a:gd name="connsiteY85" fmla="*/ 6372225 h 6858000"/>
                <a:gd name="connsiteX86" fmla="*/ 5263599 w 7573963"/>
                <a:gd name="connsiteY86" fmla="*/ 6373813 h 6858000"/>
                <a:gd name="connsiteX87" fmla="*/ 5285822 w 7573963"/>
                <a:gd name="connsiteY87" fmla="*/ 6376988 h 6858000"/>
                <a:gd name="connsiteX88" fmla="*/ 5307251 w 7573963"/>
                <a:gd name="connsiteY88" fmla="*/ 6380956 h 6858000"/>
                <a:gd name="connsiteX89" fmla="*/ 5328680 w 7573963"/>
                <a:gd name="connsiteY89" fmla="*/ 6385719 h 6858000"/>
                <a:gd name="connsiteX90" fmla="*/ 5349315 w 7573963"/>
                <a:gd name="connsiteY90" fmla="*/ 6391275 h 6858000"/>
                <a:gd name="connsiteX91" fmla="*/ 5369157 w 7573963"/>
                <a:gd name="connsiteY91" fmla="*/ 6398419 h 6858000"/>
                <a:gd name="connsiteX92" fmla="*/ 5388205 w 7573963"/>
                <a:gd name="connsiteY92" fmla="*/ 6407150 h 6858000"/>
                <a:gd name="connsiteX93" fmla="*/ 5408840 w 7573963"/>
                <a:gd name="connsiteY93" fmla="*/ 6416675 h 6858000"/>
                <a:gd name="connsiteX94" fmla="*/ 5426301 w 7573963"/>
                <a:gd name="connsiteY94" fmla="*/ 6426200 h 6858000"/>
                <a:gd name="connsiteX95" fmla="*/ 5445349 w 7573963"/>
                <a:gd name="connsiteY95" fmla="*/ 6438106 h 6858000"/>
                <a:gd name="connsiteX96" fmla="*/ 5462016 w 7573963"/>
                <a:gd name="connsiteY96" fmla="*/ 6450013 h 6858000"/>
                <a:gd name="connsiteX97" fmla="*/ 5480270 w 7573963"/>
                <a:gd name="connsiteY97" fmla="*/ 6461919 h 6858000"/>
                <a:gd name="connsiteX98" fmla="*/ 5496937 w 7573963"/>
                <a:gd name="connsiteY98" fmla="*/ 6476206 h 6858000"/>
                <a:gd name="connsiteX99" fmla="*/ 5513604 w 7573963"/>
                <a:gd name="connsiteY99" fmla="*/ 6490494 h 6858000"/>
                <a:gd name="connsiteX100" fmla="*/ 5528684 w 7573963"/>
                <a:gd name="connsiteY100" fmla="*/ 6505575 h 6858000"/>
                <a:gd name="connsiteX101" fmla="*/ 5545351 w 7573963"/>
                <a:gd name="connsiteY101" fmla="*/ 6523831 h 6858000"/>
                <a:gd name="connsiteX102" fmla="*/ 5562018 w 7573963"/>
                <a:gd name="connsiteY102" fmla="*/ 6542881 h 6858000"/>
                <a:gd name="connsiteX103" fmla="*/ 5577891 w 7573963"/>
                <a:gd name="connsiteY103" fmla="*/ 6561931 h 6858000"/>
                <a:gd name="connsiteX104" fmla="*/ 5590590 w 7573963"/>
                <a:gd name="connsiteY104" fmla="*/ 6580981 h 6858000"/>
                <a:gd name="connsiteX105" fmla="*/ 5604082 w 7573963"/>
                <a:gd name="connsiteY105" fmla="*/ 6600825 h 6858000"/>
                <a:gd name="connsiteX106" fmla="*/ 5615987 w 7573963"/>
                <a:gd name="connsiteY106" fmla="*/ 6622256 h 6858000"/>
                <a:gd name="connsiteX107" fmla="*/ 5626305 w 7573963"/>
                <a:gd name="connsiteY107" fmla="*/ 6642894 h 6858000"/>
                <a:gd name="connsiteX108" fmla="*/ 5635829 w 7573963"/>
                <a:gd name="connsiteY108" fmla="*/ 6665119 h 6858000"/>
                <a:gd name="connsiteX109" fmla="*/ 5644559 w 7573963"/>
                <a:gd name="connsiteY109" fmla="*/ 6686550 h 6858000"/>
                <a:gd name="connsiteX110" fmla="*/ 5651702 w 7573963"/>
                <a:gd name="connsiteY110" fmla="*/ 6710363 h 6858000"/>
                <a:gd name="connsiteX111" fmla="*/ 5657258 w 7573963"/>
                <a:gd name="connsiteY111" fmla="*/ 6733381 h 6858000"/>
                <a:gd name="connsiteX112" fmla="*/ 5663607 w 7573963"/>
                <a:gd name="connsiteY112" fmla="*/ 6757194 h 6858000"/>
                <a:gd name="connsiteX113" fmla="*/ 5666782 w 7573963"/>
                <a:gd name="connsiteY113" fmla="*/ 6781006 h 6858000"/>
                <a:gd name="connsiteX114" fmla="*/ 5668369 w 7573963"/>
                <a:gd name="connsiteY114" fmla="*/ 6805613 h 6858000"/>
                <a:gd name="connsiteX115" fmla="*/ 5669163 w 7573963"/>
                <a:gd name="connsiteY115" fmla="*/ 6831013 h 6858000"/>
                <a:gd name="connsiteX116" fmla="*/ 5669163 w 7573963"/>
                <a:gd name="connsiteY116" fmla="*/ 6857206 h 6858000"/>
                <a:gd name="connsiteX117" fmla="*/ 5656464 w 7573963"/>
                <a:gd name="connsiteY117" fmla="*/ 6858000 h 6858000"/>
                <a:gd name="connsiteX118" fmla="*/ 5642178 w 7573963"/>
                <a:gd name="connsiteY118" fmla="*/ 6858000 h 6858000"/>
                <a:gd name="connsiteX119" fmla="*/ 3768330 w 7573963"/>
                <a:gd name="connsiteY119" fmla="*/ 6857206 h 6858000"/>
                <a:gd name="connsiteX120" fmla="*/ 2830216 w 7573963"/>
                <a:gd name="connsiteY120" fmla="*/ 6855619 h 6858000"/>
                <a:gd name="connsiteX121" fmla="*/ 1892102 w 7573963"/>
                <a:gd name="connsiteY121" fmla="*/ 6853238 h 6858000"/>
                <a:gd name="connsiteX122" fmla="*/ 1892896 w 7573963"/>
                <a:gd name="connsiteY122" fmla="*/ 6817519 h 6858000"/>
                <a:gd name="connsiteX123" fmla="*/ 1895277 w 7573963"/>
                <a:gd name="connsiteY123" fmla="*/ 6781800 h 6858000"/>
                <a:gd name="connsiteX124" fmla="*/ 1899245 w 7573963"/>
                <a:gd name="connsiteY124" fmla="*/ 6748463 h 6858000"/>
                <a:gd name="connsiteX125" fmla="*/ 1901626 w 7573963"/>
                <a:gd name="connsiteY125" fmla="*/ 6731794 h 6858000"/>
                <a:gd name="connsiteX126" fmla="*/ 1906388 w 7573963"/>
                <a:gd name="connsiteY126" fmla="*/ 6716713 h 6858000"/>
                <a:gd name="connsiteX127" fmla="*/ 1911150 w 7573963"/>
                <a:gd name="connsiteY127" fmla="*/ 6697663 h 6858000"/>
                <a:gd name="connsiteX128" fmla="*/ 1916706 w 7573963"/>
                <a:gd name="connsiteY128" fmla="*/ 6679406 h 6858000"/>
                <a:gd name="connsiteX129" fmla="*/ 1923849 w 7573963"/>
                <a:gd name="connsiteY129" fmla="*/ 6661944 h 6858000"/>
                <a:gd name="connsiteX130" fmla="*/ 1930992 w 7573963"/>
                <a:gd name="connsiteY130" fmla="*/ 6643688 h 6858000"/>
                <a:gd name="connsiteX131" fmla="*/ 1939722 w 7573963"/>
                <a:gd name="connsiteY131" fmla="*/ 6627019 h 6858000"/>
                <a:gd name="connsiteX132" fmla="*/ 1947659 w 7573963"/>
                <a:gd name="connsiteY132" fmla="*/ 6610350 h 6858000"/>
                <a:gd name="connsiteX133" fmla="*/ 1957183 w 7573963"/>
                <a:gd name="connsiteY133" fmla="*/ 6595269 h 6858000"/>
                <a:gd name="connsiteX134" fmla="*/ 1966707 w 7573963"/>
                <a:gd name="connsiteY134" fmla="*/ 6579394 h 6858000"/>
                <a:gd name="connsiteX135" fmla="*/ 1977818 w 7573963"/>
                <a:gd name="connsiteY135" fmla="*/ 6564313 h 6858000"/>
                <a:gd name="connsiteX136" fmla="*/ 1989723 w 7573963"/>
                <a:gd name="connsiteY136" fmla="*/ 6548438 h 6858000"/>
                <a:gd name="connsiteX137" fmla="*/ 2001628 w 7573963"/>
                <a:gd name="connsiteY137" fmla="*/ 6534150 h 6858000"/>
                <a:gd name="connsiteX138" fmla="*/ 2013533 w 7573963"/>
                <a:gd name="connsiteY138" fmla="*/ 6519863 h 6858000"/>
                <a:gd name="connsiteX139" fmla="*/ 2026232 w 7573963"/>
                <a:gd name="connsiteY139" fmla="*/ 6507163 h 6858000"/>
                <a:gd name="connsiteX140" fmla="*/ 2040518 w 7573963"/>
                <a:gd name="connsiteY140" fmla="*/ 6493669 h 6858000"/>
                <a:gd name="connsiteX141" fmla="*/ 2070677 w 7573963"/>
                <a:gd name="connsiteY141" fmla="*/ 6467475 h 6858000"/>
                <a:gd name="connsiteX142" fmla="*/ 2097662 w 7573963"/>
                <a:gd name="connsiteY142" fmla="*/ 6447631 h 6858000"/>
                <a:gd name="connsiteX143" fmla="*/ 2127821 w 7573963"/>
                <a:gd name="connsiteY143" fmla="*/ 6428581 h 6858000"/>
                <a:gd name="connsiteX144" fmla="*/ 2156393 w 7573963"/>
                <a:gd name="connsiteY144" fmla="*/ 6412706 h 6858000"/>
                <a:gd name="connsiteX145" fmla="*/ 2187346 w 7573963"/>
                <a:gd name="connsiteY145" fmla="*/ 6398419 h 6858000"/>
                <a:gd name="connsiteX146" fmla="*/ 2202426 w 7573963"/>
                <a:gd name="connsiteY146" fmla="*/ 6392863 h 6858000"/>
                <a:gd name="connsiteX147" fmla="*/ 2218299 w 7573963"/>
                <a:gd name="connsiteY147" fmla="*/ 6388100 h 6858000"/>
                <a:gd name="connsiteX148" fmla="*/ 2234966 w 7573963"/>
                <a:gd name="connsiteY148" fmla="*/ 6383338 h 6858000"/>
                <a:gd name="connsiteX149" fmla="*/ 2251633 w 7573963"/>
                <a:gd name="connsiteY149" fmla="*/ 6379369 h 6858000"/>
                <a:gd name="connsiteX150" fmla="*/ 2268300 w 7573963"/>
                <a:gd name="connsiteY150" fmla="*/ 6376988 h 6858000"/>
                <a:gd name="connsiteX151" fmla="*/ 2284967 w 7573963"/>
                <a:gd name="connsiteY151" fmla="*/ 6374606 h 6858000"/>
                <a:gd name="connsiteX152" fmla="*/ 2301634 w 7573963"/>
                <a:gd name="connsiteY152" fmla="*/ 6373813 h 6858000"/>
                <a:gd name="connsiteX153" fmla="*/ 2319095 w 7573963"/>
                <a:gd name="connsiteY153" fmla="*/ 6373813 h 6858000"/>
                <a:gd name="connsiteX154" fmla="*/ 2902440 w 7573963"/>
                <a:gd name="connsiteY154" fmla="*/ 6372225 h 6858000"/>
                <a:gd name="connsiteX155" fmla="*/ 3485785 w 7573963"/>
                <a:gd name="connsiteY155" fmla="*/ 6372225 h 6858000"/>
                <a:gd name="connsiteX156" fmla="*/ 3532611 w 7573963"/>
                <a:gd name="connsiteY156" fmla="*/ 6372225 h 6858000"/>
                <a:gd name="connsiteX157" fmla="*/ 3532611 w 7573963"/>
                <a:gd name="connsiteY157" fmla="*/ 5686425 h 6858000"/>
                <a:gd name="connsiteX158" fmla="*/ 3496896 w 7573963"/>
                <a:gd name="connsiteY158" fmla="*/ 5686425 h 6858000"/>
                <a:gd name="connsiteX159" fmla="*/ 911924 w 7573963"/>
                <a:gd name="connsiteY159" fmla="*/ 5686425 h 6858000"/>
                <a:gd name="connsiteX160" fmla="*/ 911924 w 7573963"/>
                <a:gd name="connsiteY160" fmla="*/ 5200650 h 6858000"/>
                <a:gd name="connsiteX161" fmla="*/ 7038238 w 7573963"/>
                <a:gd name="connsiteY161" fmla="*/ 5200650 h 6858000"/>
                <a:gd name="connsiteX162" fmla="*/ 7085858 w 7573963"/>
                <a:gd name="connsiteY162" fmla="*/ 5200650 h 6858000"/>
                <a:gd name="connsiteX163" fmla="*/ 7085858 w 7573963"/>
                <a:gd name="connsiteY163" fmla="*/ 484981 h 6858000"/>
                <a:gd name="connsiteX164" fmla="*/ 6954109 w 7573963"/>
                <a:gd name="connsiteY164" fmla="*/ 484981 h 6858000"/>
                <a:gd name="connsiteX165" fmla="*/ 6820773 w 7573963"/>
                <a:gd name="connsiteY165" fmla="*/ 483394 h 6858000"/>
                <a:gd name="connsiteX166" fmla="*/ 6449337 w 7573963"/>
                <a:gd name="connsiteY166" fmla="*/ 483394 h 6858000"/>
                <a:gd name="connsiteX167" fmla="*/ 6414416 w 7573963"/>
                <a:gd name="connsiteY167" fmla="*/ 484981 h 6858000"/>
                <a:gd name="connsiteX168" fmla="*/ 6378700 w 7573963"/>
                <a:gd name="connsiteY168" fmla="*/ 484981 h 6858000"/>
                <a:gd name="connsiteX169" fmla="*/ 6378700 w 7573963"/>
                <a:gd name="connsiteY169" fmla="*/ 483394 h 6858000"/>
                <a:gd name="connsiteX170" fmla="*/ 6373938 w 7573963"/>
                <a:gd name="connsiteY170" fmla="*/ 483394 h 6858000"/>
                <a:gd name="connsiteX171" fmla="*/ 6031074 w 7573963"/>
                <a:gd name="connsiteY171" fmla="*/ 484981 h 6858000"/>
                <a:gd name="connsiteX172" fmla="*/ 6031074 w 7573963"/>
                <a:gd name="connsiteY172" fmla="*/ 483394 h 6858000"/>
                <a:gd name="connsiteX173" fmla="*/ 6026312 w 7573963"/>
                <a:gd name="connsiteY173" fmla="*/ 483394 h 6858000"/>
                <a:gd name="connsiteX174" fmla="*/ 5399316 w 7573963"/>
                <a:gd name="connsiteY174" fmla="*/ 484981 h 6858000"/>
                <a:gd name="connsiteX175" fmla="*/ 5399316 w 7573963"/>
                <a:gd name="connsiteY175" fmla="*/ 483394 h 6858000"/>
                <a:gd name="connsiteX176" fmla="*/ 5394554 w 7573963"/>
                <a:gd name="connsiteY176" fmla="*/ 483394 h 6858000"/>
                <a:gd name="connsiteX177" fmla="*/ 4611205 w 7573963"/>
                <a:gd name="connsiteY177" fmla="*/ 484981 h 6858000"/>
                <a:gd name="connsiteX178" fmla="*/ 4611205 w 7573963"/>
                <a:gd name="connsiteY178" fmla="*/ 483394 h 6858000"/>
                <a:gd name="connsiteX179" fmla="*/ 4607236 w 7573963"/>
                <a:gd name="connsiteY179" fmla="*/ 483394 h 6858000"/>
                <a:gd name="connsiteX180" fmla="*/ 4592950 w 7573963"/>
                <a:gd name="connsiteY180" fmla="*/ 484981 h 6858000"/>
                <a:gd name="connsiteX181" fmla="*/ 4580252 w 7573963"/>
                <a:gd name="connsiteY181" fmla="*/ 484981 h 6858000"/>
                <a:gd name="connsiteX182" fmla="*/ 3790553 w 7573963"/>
                <a:gd name="connsiteY182" fmla="*/ 484981 h 6858000"/>
                <a:gd name="connsiteX183" fmla="*/ 3000061 w 7573963"/>
                <a:gd name="connsiteY183" fmla="*/ 483394 h 6858000"/>
                <a:gd name="connsiteX184" fmla="*/ 2147663 w 7573963"/>
                <a:gd name="connsiteY184" fmla="*/ 483394 h 6858000"/>
                <a:gd name="connsiteX185" fmla="*/ 1923849 w 7573963"/>
                <a:gd name="connsiteY185" fmla="*/ 484981 h 6858000"/>
                <a:gd name="connsiteX186" fmla="*/ 1699241 w 7573963"/>
                <a:gd name="connsiteY186" fmla="*/ 484981 h 6858000"/>
                <a:gd name="connsiteX187" fmla="*/ 1699241 w 7573963"/>
                <a:gd name="connsiteY187" fmla="*/ 483394 h 6858000"/>
                <a:gd name="connsiteX188" fmla="*/ 1694479 w 7573963"/>
                <a:gd name="connsiteY188" fmla="*/ 483394 h 6858000"/>
                <a:gd name="connsiteX189" fmla="*/ 939702 w 7573963"/>
                <a:gd name="connsiteY189" fmla="*/ 484981 h 6858000"/>
                <a:gd name="connsiteX190" fmla="*/ 938114 w 7573963"/>
                <a:gd name="connsiteY190" fmla="*/ 483394 h 6858000"/>
                <a:gd name="connsiteX191" fmla="*/ 934940 w 7573963"/>
                <a:gd name="connsiteY191" fmla="*/ 483394 h 6858000"/>
                <a:gd name="connsiteX192" fmla="*/ 485725 w 7573963"/>
                <a:gd name="connsiteY192" fmla="*/ 483394 h 6858000"/>
                <a:gd name="connsiteX193" fmla="*/ 484931 w 7573963"/>
                <a:gd name="connsiteY193" fmla="*/ 2247106 h 6858000"/>
                <a:gd name="connsiteX194" fmla="*/ 482550 w 7573963"/>
                <a:gd name="connsiteY194" fmla="*/ 4283075 h 6858000"/>
                <a:gd name="connsiteX195" fmla="*/ 482550 w 7573963"/>
                <a:gd name="connsiteY195" fmla="*/ 4764881 h 6858000"/>
                <a:gd name="connsiteX196" fmla="*/ 0 w 7573963"/>
                <a:gd name="connsiteY196" fmla="*/ 4764881 h 6858000"/>
                <a:gd name="connsiteX197" fmla="*/ 1587 w 7573963"/>
                <a:gd name="connsiteY197" fmla="*/ 570706 h 6858000"/>
                <a:gd name="connsiteX198" fmla="*/ 1587 w 7573963"/>
                <a:gd name="connsiteY198" fmla="*/ 533400 h 6858000"/>
                <a:gd name="connsiteX199" fmla="*/ 3969 w 7573963"/>
                <a:gd name="connsiteY199" fmla="*/ 495300 h 6858000"/>
                <a:gd name="connsiteX200" fmla="*/ 9524 w 7573963"/>
                <a:gd name="connsiteY200" fmla="*/ 421481 h 6858000"/>
                <a:gd name="connsiteX201" fmla="*/ 13493 w 7573963"/>
                <a:gd name="connsiteY201" fmla="*/ 394494 h 6858000"/>
                <a:gd name="connsiteX202" fmla="*/ 18254 w 7573963"/>
                <a:gd name="connsiteY202" fmla="*/ 368300 h 6858000"/>
                <a:gd name="connsiteX203" fmla="*/ 23016 w 7573963"/>
                <a:gd name="connsiteY203" fmla="*/ 342106 h 6858000"/>
                <a:gd name="connsiteX204" fmla="*/ 30159 w 7573963"/>
                <a:gd name="connsiteY204" fmla="*/ 316707 h 6858000"/>
                <a:gd name="connsiteX205" fmla="*/ 38097 w 7573963"/>
                <a:gd name="connsiteY205" fmla="*/ 292100 h 6858000"/>
                <a:gd name="connsiteX206" fmla="*/ 47620 w 7573963"/>
                <a:gd name="connsiteY206" fmla="*/ 269081 h 6858000"/>
                <a:gd name="connsiteX207" fmla="*/ 59526 w 7573963"/>
                <a:gd name="connsiteY207" fmla="*/ 246856 h 6858000"/>
                <a:gd name="connsiteX208" fmla="*/ 71430 w 7573963"/>
                <a:gd name="connsiteY208" fmla="*/ 223838 h 6858000"/>
                <a:gd name="connsiteX209" fmla="*/ 84922 w 7573963"/>
                <a:gd name="connsiteY209" fmla="*/ 203994 h 6858000"/>
                <a:gd name="connsiteX210" fmla="*/ 100002 w 7573963"/>
                <a:gd name="connsiteY210" fmla="*/ 183356 h 6858000"/>
                <a:gd name="connsiteX211" fmla="*/ 116669 w 7573963"/>
                <a:gd name="connsiteY211" fmla="*/ 163513 h 6858000"/>
                <a:gd name="connsiteX212" fmla="*/ 134924 w 7573963"/>
                <a:gd name="connsiteY212" fmla="*/ 145256 h 6858000"/>
                <a:gd name="connsiteX213" fmla="*/ 153972 w 7573963"/>
                <a:gd name="connsiteY213" fmla="*/ 127794 h 6858000"/>
                <a:gd name="connsiteX214" fmla="*/ 173813 w 7573963"/>
                <a:gd name="connsiteY214" fmla="*/ 111919 h 6858000"/>
                <a:gd name="connsiteX215" fmla="*/ 195242 w 7573963"/>
                <a:gd name="connsiteY215" fmla="*/ 96838 h 6858000"/>
                <a:gd name="connsiteX216" fmla="*/ 219053 w 7573963"/>
                <a:gd name="connsiteY216" fmla="*/ 80963 h 6858000"/>
                <a:gd name="connsiteX217" fmla="*/ 242862 w 7573963"/>
                <a:gd name="connsiteY217" fmla="*/ 69056 h 6858000"/>
                <a:gd name="connsiteX218" fmla="*/ 266672 w 7573963"/>
                <a:gd name="connsiteY218" fmla="*/ 57150 h 6858000"/>
                <a:gd name="connsiteX219" fmla="*/ 292070 w 7573963"/>
                <a:gd name="connsiteY219" fmla="*/ 47625 h 6858000"/>
                <a:gd name="connsiteX220" fmla="*/ 318261 w 7573963"/>
                <a:gd name="connsiteY220" fmla="*/ 38100 h 6858000"/>
                <a:gd name="connsiteX221" fmla="*/ 370643 w 7573963"/>
                <a:gd name="connsiteY221" fmla="*/ 20638 h 6858000"/>
                <a:gd name="connsiteX222" fmla="*/ 421438 w 7573963"/>
                <a:gd name="connsiteY222" fmla="*/ 158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7573963" h="6858000">
                  <a:moveTo>
                    <a:pt x="2374900" y="965200"/>
                  </a:moveTo>
                  <a:lnTo>
                    <a:pt x="2844800" y="965200"/>
                  </a:lnTo>
                  <a:lnTo>
                    <a:pt x="2844800" y="1208088"/>
                  </a:lnTo>
                  <a:lnTo>
                    <a:pt x="2374900" y="1208088"/>
                  </a:lnTo>
                  <a:close/>
                  <a:moveTo>
                    <a:pt x="1411774" y="960438"/>
                  </a:moveTo>
                  <a:lnTo>
                    <a:pt x="1654500" y="960438"/>
                  </a:lnTo>
                  <a:lnTo>
                    <a:pt x="2139950" y="960438"/>
                  </a:lnTo>
                  <a:lnTo>
                    <a:pt x="2139950" y="1206619"/>
                  </a:lnTo>
                  <a:lnTo>
                    <a:pt x="1199985" y="1206619"/>
                  </a:lnTo>
                  <a:lnTo>
                    <a:pt x="1199985" y="1282061"/>
                  </a:lnTo>
                  <a:lnTo>
                    <a:pt x="1199985" y="2616201"/>
                  </a:lnTo>
                  <a:lnTo>
                    <a:pt x="952500" y="2616201"/>
                  </a:lnTo>
                  <a:lnTo>
                    <a:pt x="952500" y="2575701"/>
                  </a:lnTo>
                  <a:lnTo>
                    <a:pt x="954087" y="1882424"/>
                  </a:lnTo>
                  <a:lnTo>
                    <a:pt x="952500" y="1187560"/>
                  </a:lnTo>
                  <a:lnTo>
                    <a:pt x="954087" y="1166118"/>
                  </a:lnTo>
                  <a:lnTo>
                    <a:pt x="957259" y="1146265"/>
                  </a:lnTo>
                  <a:lnTo>
                    <a:pt x="963605" y="1125617"/>
                  </a:lnTo>
                  <a:lnTo>
                    <a:pt x="970744" y="1105764"/>
                  </a:lnTo>
                  <a:lnTo>
                    <a:pt x="980263" y="1085117"/>
                  </a:lnTo>
                  <a:lnTo>
                    <a:pt x="992161" y="1067646"/>
                  </a:lnTo>
                  <a:lnTo>
                    <a:pt x="1004853" y="1049381"/>
                  </a:lnTo>
                  <a:lnTo>
                    <a:pt x="1019131" y="1032704"/>
                  </a:lnTo>
                  <a:lnTo>
                    <a:pt x="1034995" y="1017616"/>
                  </a:lnTo>
                  <a:lnTo>
                    <a:pt x="1051653" y="1004115"/>
                  </a:lnTo>
                  <a:lnTo>
                    <a:pt x="1069103" y="992203"/>
                  </a:lnTo>
                  <a:lnTo>
                    <a:pt x="1088141" y="981880"/>
                  </a:lnTo>
                  <a:lnTo>
                    <a:pt x="1108764" y="973144"/>
                  </a:lnTo>
                  <a:lnTo>
                    <a:pt x="1128595" y="967585"/>
                  </a:lnTo>
                  <a:lnTo>
                    <a:pt x="1150012" y="963615"/>
                  </a:lnTo>
                  <a:lnTo>
                    <a:pt x="1171429" y="962821"/>
                  </a:lnTo>
                  <a:close/>
                  <a:moveTo>
                    <a:pt x="426199" y="0"/>
                  </a:moveTo>
                  <a:lnTo>
                    <a:pt x="637315" y="0"/>
                  </a:lnTo>
                  <a:lnTo>
                    <a:pt x="7356498" y="0"/>
                  </a:lnTo>
                  <a:lnTo>
                    <a:pt x="7356498" y="1588"/>
                  </a:lnTo>
                  <a:lnTo>
                    <a:pt x="7573963" y="1588"/>
                  </a:lnTo>
                  <a:lnTo>
                    <a:pt x="7573963" y="1595438"/>
                  </a:lnTo>
                  <a:lnTo>
                    <a:pt x="7573170" y="2393157"/>
                  </a:lnTo>
                  <a:lnTo>
                    <a:pt x="7570788" y="3193256"/>
                  </a:lnTo>
                  <a:lnTo>
                    <a:pt x="7568408" y="3209926"/>
                  </a:lnTo>
                  <a:lnTo>
                    <a:pt x="7566026" y="3224213"/>
                  </a:lnTo>
                  <a:lnTo>
                    <a:pt x="7566026" y="3250406"/>
                  </a:lnTo>
                  <a:lnTo>
                    <a:pt x="7564439" y="5226844"/>
                  </a:lnTo>
                  <a:lnTo>
                    <a:pt x="7564439" y="5245894"/>
                  </a:lnTo>
                  <a:lnTo>
                    <a:pt x="7562058" y="5264944"/>
                  </a:lnTo>
                  <a:lnTo>
                    <a:pt x="7556502" y="5303044"/>
                  </a:lnTo>
                  <a:lnTo>
                    <a:pt x="7552534" y="5323681"/>
                  </a:lnTo>
                  <a:lnTo>
                    <a:pt x="7547772" y="5342731"/>
                  </a:lnTo>
                  <a:lnTo>
                    <a:pt x="7543010" y="5361781"/>
                  </a:lnTo>
                  <a:lnTo>
                    <a:pt x="7535867" y="5380831"/>
                  </a:lnTo>
                  <a:lnTo>
                    <a:pt x="7528724" y="5399881"/>
                  </a:lnTo>
                  <a:lnTo>
                    <a:pt x="7520788" y="5417344"/>
                  </a:lnTo>
                  <a:lnTo>
                    <a:pt x="7512057" y="5435600"/>
                  </a:lnTo>
                  <a:lnTo>
                    <a:pt x="7502533" y="5452269"/>
                  </a:lnTo>
                  <a:lnTo>
                    <a:pt x="7492216" y="5469731"/>
                  </a:lnTo>
                  <a:lnTo>
                    <a:pt x="7480310" y="5486400"/>
                  </a:lnTo>
                  <a:lnTo>
                    <a:pt x="7468406" y="5502275"/>
                  </a:lnTo>
                  <a:lnTo>
                    <a:pt x="7454913" y="5517356"/>
                  </a:lnTo>
                  <a:lnTo>
                    <a:pt x="7442214" y="5533231"/>
                  </a:lnTo>
                  <a:lnTo>
                    <a:pt x="7427928" y="5547519"/>
                  </a:lnTo>
                  <a:lnTo>
                    <a:pt x="7412055" y="5561806"/>
                  </a:lnTo>
                  <a:lnTo>
                    <a:pt x="7396976" y="5574506"/>
                  </a:lnTo>
                  <a:lnTo>
                    <a:pt x="7381102" y="5586413"/>
                  </a:lnTo>
                  <a:lnTo>
                    <a:pt x="7364435" y="5598319"/>
                  </a:lnTo>
                  <a:lnTo>
                    <a:pt x="7347768" y="5610225"/>
                  </a:lnTo>
                  <a:lnTo>
                    <a:pt x="7330308" y="5621338"/>
                  </a:lnTo>
                  <a:lnTo>
                    <a:pt x="7312053" y="5630863"/>
                  </a:lnTo>
                  <a:lnTo>
                    <a:pt x="7293005" y="5640388"/>
                  </a:lnTo>
                  <a:lnTo>
                    <a:pt x="7273957" y="5648325"/>
                  </a:lnTo>
                  <a:lnTo>
                    <a:pt x="7254909" y="5657056"/>
                  </a:lnTo>
                  <a:lnTo>
                    <a:pt x="7235861" y="5662613"/>
                  </a:lnTo>
                  <a:lnTo>
                    <a:pt x="7216019" y="5668963"/>
                  </a:lnTo>
                  <a:lnTo>
                    <a:pt x="7196971" y="5674519"/>
                  </a:lnTo>
                  <a:lnTo>
                    <a:pt x="7175542" y="5678488"/>
                  </a:lnTo>
                  <a:lnTo>
                    <a:pt x="7154907" y="5681663"/>
                  </a:lnTo>
                  <a:lnTo>
                    <a:pt x="7135065" y="5684044"/>
                  </a:lnTo>
                  <a:lnTo>
                    <a:pt x="7113636" y="5685631"/>
                  </a:lnTo>
                  <a:lnTo>
                    <a:pt x="7093001" y="5686425"/>
                  </a:lnTo>
                  <a:lnTo>
                    <a:pt x="4076273" y="5686425"/>
                  </a:lnTo>
                  <a:lnTo>
                    <a:pt x="4023891" y="5686425"/>
                  </a:lnTo>
                  <a:lnTo>
                    <a:pt x="4023891" y="6372225"/>
                  </a:lnTo>
                  <a:lnTo>
                    <a:pt x="4077861" y="6372225"/>
                  </a:lnTo>
                  <a:lnTo>
                    <a:pt x="4647713" y="6373813"/>
                  </a:lnTo>
                  <a:lnTo>
                    <a:pt x="4932640" y="6373813"/>
                  </a:lnTo>
                  <a:lnTo>
                    <a:pt x="5216773" y="6372225"/>
                  </a:lnTo>
                  <a:lnTo>
                    <a:pt x="5240583" y="6372225"/>
                  </a:lnTo>
                  <a:lnTo>
                    <a:pt x="5263599" y="6373813"/>
                  </a:lnTo>
                  <a:lnTo>
                    <a:pt x="5285822" y="6376988"/>
                  </a:lnTo>
                  <a:lnTo>
                    <a:pt x="5307251" y="6380956"/>
                  </a:lnTo>
                  <a:lnTo>
                    <a:pt x="5328680" y="6385719"/>
                  </a:lnTo>
                  <a:lnTo>
                    <a:pt x="5349315" y="6391275"/>
                  </a:lnTo>
                  <a:lnTo>
                    <a:pt x="5369157" y="6398419"/>
                  </a:lnTo>
                  <a:lnTo>
                    <a:pt x="5388205" y="6407150"/>
                  </a:lnTo>
                  <a:lnTo>
                    <a:pt x="5408840" y="6416675"/>
                  </a:lnTo>
                  <a:lnTo>
                    <a:pt x="5426301" y="6426200"/>
                  </a:lnTo>
                  <a:lnTo>
                    <a:pt x="5445349" y="6438106"/>
                  </a:lnTo>
                  <a:lnTo>
                    <a:pt x="5462016" y="6450013"/>
                  </a:lnTo>
                  <a:lnTo>
                    <a:pt x="5480270" y="6461919"/>
                  </a:lnTo>
                  <a:lnTo>
                    <a:pt x="5496937" y="6476206"/>
                  </a:lnTo>
                  <a:lnTo>
                    <a:pt x="5513604" y="6490494"/>
                  </a:lnTo>
                  <a:lnTo>
                    <a:pt x="5528684" y="6505575"/>
                  </a:lnTo>
                  <a:lnTo>
                    <a:pt x="5545351" y="6523831"/>
                  </a:lnTo>
                  <a:lnTo>
                    <a:pt x="5562018" y="6542881"/>
                  </a:lnTo>
                  <a:lnTo>
                    <a:pt x="5577891" y="6561931"/>
                  </a:lnTo>
                  <a:lnTo>
                    <a:pt x="5590590" y="6580981"/>
                  </a:lnTo>
                  <a:lnTo>
                    <a:pt x="5604082" y="6600825"/>
                  </a:lnTo>
                  <a:lnTo>
                    <a:pt x="5615987" y="6622256"/>
                  </a:lnTo>
                  <a:lnTo>
                    <a:pt x="5626305" y="6642894"/>
                  </a:lnTo>
                  <a:lnTo>
                    <a:pt x="5635829" y="6665119"/>
                  </a:lnTo>
                  <a:lnTo>
                    <a:pt x="5644559" y="6686550"/>
                  </a:lnTo>
                  <a:lnTo>
                    <a:pt x="5651702" y="6710363"/>
                  </a:lnTo>
                  <a:lnTo>
                    <a:pt x="5657258" y="6733381"/>
                  </a:lnTo>
                  <a:lnTo>
                    <a:pt x="5663607" y="6757194"/>
                  </a:lnTo>
                  <a:lnTo>
                    <a:pt x="5666782" y="6781006"/>
                  </a:lnTo>
                  <a:lnTo>
                    <a:pt x="5668369" y="6805613"/>
                  </a:lnTo>
                  <a:lnTo>
                    <a:pt x="5669163" y="6831013"/>
                  </a:lnTo>
                  <a:lnTo>
                    <a:pt x="5669163" y="6857206"/>
                  </a:lnTo>
                  <a:lnTo>
                    <a:pt x="5656464" y="6858000"/>
                  </a:lnTo>
                  <a:lnTo>
                    <a:pt x="5642178" y="6858000"/>
                  </a:lnTo>
                  <a:lnTo>
                    <a:pt x="3768330" y="6857206"/>
                  </a:lnTo>
                  <a:lnTo>
                    <a:pt x="2830216" y="6855619"/>
                  </a:lnTo>
                  <a:lnTo>
                    <a:pt x="1892102" y="6853238"/>
                  </a:lnTo>
                  <a:lnTo>
                    <a:pt x="1892896" y="6817519"/>
                  </a:lnTo>
                  <a:lnTo>
                    <a:pt x="1895277" y="6781800"/>
                  </a:lnTo>
                  <a:lnTo>
                    <a:pt x="1899245" y="6748463"/>
                  </a:lnTo>
                  <a:lnTo>
                    <a:pt x="1901626" y="6731794"/>
                  </a:lnTo>
                  <a:lnTo>
                    <a:pt x="1906388" y="6716713"/>
                  </a:lnTo>
                  <a:lnTo>
                    <a:pt x="1911150" y="6697663"/>
                  </a:lnTo>
                  <a:lnTo>
                    <a:pt x="1916706" y="6679406"/>
                  </a:lnTo>
                  <a:lnTo>
                    <a:pt x="1923849" y="6661944"/>
                  </a:lnTo>
                  <a:lnTo>
                    <a:pt x="1930992" y="6643688"/>
                  </a:lnTo>
                  <a:lnTo>
                    <a:pt x="1939722" y="6627019"/>
                  </a:lnTo>
                  <a:lnTo>
                    <a:pt x="1947659" y="6610350"/>
                  </a:lnTo>
                  <a:lnTo>
                    <a:pt x="1957183" y="6595269"/>
                  </a:lnTo>
                  <a:lnTo>
                    <a:pt x="1966707" y="6579394"/>
                  </a:lnTo>
                  <a:lnTo>
                    <a:pt x="1977818" y="6564313"/>
                  </a:lnTo>
                  <a:lnTo>
                    <a:pt x="1989723" y="6548438"/>
                  </a:lnTo>
                  <a:lnTo>
                    <a:pt x="2001628" y="6534150"/>
                  </a:lnTo>
                  <a:lnTo>
                    <a:pt x="2013533" y="6519863"/>
                  </a:lnTo>
                  <a:lnTo>
                    <a:pt x="2026232" y="6507163"/>
                  </a:lnTo>
                  <a:lnTo>
                    <a:pt x="2040518" y="6493669"/>
                  </a:lnTo>
                  <a:lnTo>
                    <a:pt x="2070677" y="6467475"/>
                  </a:lnTo>
                  <a:lnTo>
                    <a:pt x="2097662" y="6447631"/>
                  </a:lnTo>
                  <a:lnTo>
                    <a:pt x="2127821" y="6428581"/>
                  </a:lnTo>
                  <a:lnTo>
                    <a:pt x="2156393" y="6412706"/>
                  </a:lnTo>
                  <a:lnTo>
                    <a:pt x="2187346" y="6398419"/>
                  </a:lnTo>
                  <a:lnTo>
                    <a:pt x="2202426" y="6392863"/>
                  </a:lnTo>
                  <a:lnTo>
                    <a:pt x="2218299" y="6388100"/>
                  </a:lnTo>
                  <a:lnTo>
                    <a:pt x="2234966" y="6383338"/>
                  </a:lnTo>
                  <a:lnTo>
                    <a:pt x="2251633" y="6379369"/>
                  </a:lnTo>
                  <a:lnTo>
                    <a:pt x="2268300" y="6376988"/>
                  </a:lnTo>
                  <a:lnTo>
                    <a:pt x="2284967" y="6374606"/>
                  </a:lnTo>
                  <a:lnTo>
                    <a:pt x="2301634" y="6373813"/>
                  </a:lnTo>
                  <a:lnTo>
                    <a:pt x="2319095" y="6373813"/>
                  </a:lnTo>
                  <a:lnTo>
                    <a:pt x="2902440" y="6372225"/>
                  </a:lnTo>
                  <a:lnTo>
                    <a:pt x="3485785" y="6372225"/>
                  </a:lnTo>
                  <a:lnTo>
                    <a:pt x="3532611" y="6372225"/>
                  </a:lnTo>
                  <a:lnTo>
                    <a:pt x="3532611" y="5686425"/>
                  </a:lnTo>
                  <a:lnTo>
                    <a:pt x="3496896" y="5686425"/>
                  </a:lnTo>
                  <a:lnTo>
                    <a:pt x="911924" y="5686425"/>
                  </a:lnTo>
                  <a:lnTo>
                    <a:pt x="911924" y="5200650"/>
                  </a:lnTo>
                  <a:lnTo>
                    <a:pt x="7038238" y="5200650"/>
                  </a:lnTo>
                  <a:lnTo>
                    <a:pt x="7085858" y="5200650"/>
                  </a:lnTo>
                  <a:lnTo>
                    <a:pt x="7085858" y="484981"/>
                  </a:lnTo>
                  <a:lnTo>
                    <a:pt x="6954109" y="484981"/>
                  </a:lnTo>
                  <a:lnTo>
                    <a:pt x="6820773" y="483394"/>
                  </a:lnTo>
                  <a:lnTo>
                    <a:pt x="6449337" y="483394"/>
                  </a:lnTo>
                  <a:lnTo>
                    <a:pt x="6414416" y="484981"/>
                  </a:lnTo>
                  <a:lnTo>
                    <a:pt x="6378700" y="484981"/>
                  </a:lnTo>
                  <a:lnTo>
                    <a:pt x="6378700" y="483394"/>
                  </a:lnTo>
                  <a:lnTo>
                    <a:pt x="6373938" y="483394"/>
                  </a:lnTo>
                  <a:lnTo>
                    <a:pt x="6031074" y="484981"/>
                  </a:lnTo>
                  <a:lnTo>
                    <a:pt x="6031074" y="483394"/>
                  </a:lnTo>
                  <a:lnTo>
                    <a:pt x="6026312" y="483394"/>
                  </a:lnTo>
                  <a:lnTo>
                    <a:pt x="5399316" y="484981"/>
                  </a:lnTo>
                  <a:lnTo>
                    <a:pt x="5399316" y="483394"/>
                  </a:lnTo>
                  <a:lnTo>
                    <a:pt x="5394554" y="483394"/>
                  </a:lnTo>
                  <a:lnTo>
                    <a:pt x="4611205" y="484981"/>
                  </a:lnTo>
                  <a:lnTo>
                    <a:pt x="4611205" y="483394"/>
                  </a:lnTo>
                  <a:lnTo>
                    <a:pt x="4607236" y="483394"/>
                  </a:lnTo>
                  <a:lnTo>
                    <a:pt x="4592950" y="484981"/>
                  </a:lnTo>
                  <a:lnTo>
                    <a:pt x="4580252" y="484981"/>
                  </a:lnTo>
                  <a:lnTo>
                    <a:pt x="3790553" y="484981"/>
                  </a:lnTo>
                  <a:lnTo>
                    <a:pt x="3000061" y="483394"/>
                  </a:lnTo>
                  <a:lnTo>
                    <a:pt x="2147663" y="483394"/>
                  </a:lnTo>
                  <a:lnTo>
                    <a:pt x="1923849" y="484981"/>
                  </a:lnTo>
                  <a:lnTo>
                    <a:pt x="1699241" y="484981"/>
                  </a:lnTo>
                  <a:lnTo>
                    <a:pt x="1699241" y="483394"/>
                  </a:lnTo>
                  <a:lnTo>
                    <a:pt x="1694479" y="483394"/>
                  </a:lnTo>
                  <a:lnTo>
                    <a:pt x="939702" y="484981"/>
                  </a:lnTo>
                  <a:lnTo>
                    <a:pt x="938114" y="483394"/>
                  </a:lnTo>
                  <a:lnTo>
                    <a:pt x="934940" y="483394"/>
                  </a:lnTo>
                  <a:lnTo>
                    <a:pt x="485725" y="483394"/>
                  </a:lnTo>
                  <a:lnTo>
                    <a:pt x="484931" y="2247106"/>
                  </a:lnTo>
                  <a:lnTo>
                    <a:pt x="482550" y="4283075"/>
                  </a:lnTo>
                  <a:lnTo>
                    <a:pt x="482550" y="4764881"/>
                  </a:lnTo>
                  <a:lnTo>
                    <a:pt x="0" y="4764881"/>
                  </a:lnTo>
                  <a:lnTo>
                    <a:pt x="1587" y="570706"/>
                  </a:lnTo>
                  <a:lnTo>
                    <a:pt x="1587" y="533400"/>
                  </a:lnTo>
                  <a:lnTo>
                    <a:pt x="3969" y="495300"/>
                  </a:lnTo>
                  <a:lnTo>
                    <a:pt x="9524" y="421481"/>
                  </a:lnTo>
                  <a:lnTo>
                    <a:pt x="13493" y="394494"/>
                  </a:lnTo>
                  <a:lnTo>
                    <a:pt x="18254" y="368300"/>
                  </a:lnTo>
                  <a:lnTo>
                    <a:pt x="23016" y="342106"/>
                  </a:lnTo>
                  <a:lnTo>
                    <a:pt x="30159" y="316707"/>
                  </a:lnTo>
                  <a:lnTo>
                    <a:pt x="38097" y="292100"/>
                  </a:lnTo>
                  <a:lnTo>
                    <a:pt x="47620" y="269081"/>
                  </a:lnTo>
                  <a:lnTo>
                    <a:pt x="59526" y="246856"/>
                  </a:lnTo>
                  <a:lnTo>
                    <a:pt x="71430" y="223838"/>
                  </a:lnTo>
                  <a:lnTo>
                    <a:pt x="84922" y="203994"/>
                  </a:lnTo>
                  <a:lnTo>
                    <a:pt x="100002" y="183356"/>
                  </a:lnTo>
                  <a:lnTo>
                    <a:pt x="116669" y="163513"/>
                  </a:lnTo>
                  <a:lnTo>
                    <a:pt x="134924" y="145256"/>
                  </a:lnTo>
                  <a:lnTo>
                    <a:pt x="153972" y="127794"/>
                  </a:lnTo>
                  <a:lnTo>
                    <a:pt x="173813" y="111919"/>
                  </a:lnTo>
                  <a:lnTo>
                    <a:pt x="195242" y="96838"/>
                  </a:lnTo>
                  <a:lnTo>
                    <a:pt x="219053" y="80963"/>
                  </a:lnTo>
                  <a:lnTo>
                    <a:pt x="242862" y="69056"/>
                  </a:lnTo>
                  <a:lnTo>
                    <a:pt x="266672" y="57150"/>
                  </a:lnTo>
                  <a:lnTo>
                    <a:pt x="292070" y="47625"/>
                  </a:lnTo>
                  <a:lnTo>
                    <a:pt x="318261" y="38100"/>
                  </a:lnTo>
                  <a:lnTo>
                    <a:pt x="370643" y="20638"/>
                  </a:lnTo>
                  <a:lnTo>
                    <a:pt x="421438" y="15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nvGrpSpPr>
          <p:cNvPr id="101" name="Group 100">
            <a:extLst>
              <a:ext uri="{FF2B5EF4-FFF2-40B4-BE49-F238E27FC236}">
                <a16:creationId xmlns:a16="http://schemas.microsoft.com/office/drawing/2014/main" id="{0F87FD4B-2C05-E5EA-FA20-3CD3C251098D}"/>
              </a:ext>
              <a:ext uri="{C183D7F6-B498-43B3-948B-1728B52AA6E4}">
                <adec:decorative xmlns:adec="http://schemas.microsoft.com/office/drawing/2017/decorative" val="1"/>
              </a:ext>
            </a:extLst>
          </p:cNvPr>
          <p:cNvGrpSpPr>
            <a:grpSpLocks noChangeAspect="1"/>
          </p:cNvGrpSpPr>
          <p:nvPr/>
        </p:nvGrpSpPr>
        <p:grpSpPr>
          <a:xfrm>
            <a:off x="4315740" y="2223703"/>
            <a:ext cx="503096" cy="457200"/>
            <a:chOff x="4315740" y="2223703"/>
            <a:chExt cx="503096" cy="457200"/>
          </a:xfrm>
          <a:solidFill>
            <a:schemeClr val="accent2"/>
          </a:solidFill>
        </p:grpSpPr>
        <p:sp>
          <p:nvSpPr>
            <p:cNvPr id="1070" name="Freeform: Shape 1069">
              <a:extLst>
                <a:ext uri="{FF2B5EF4-FFF2-40B4-BE49-F238E27FC236}">
                  <a16:creationId xmlns:a16="http://schemas.microsoft.com/office/drawing/2014/main" id="{BDAE3D3E-67AA-8A9B-75FB-D2D53A9C0C4E}"/>
                </a:ext>
                <a:ext uri="{C183D7F6-B498-43B3-948B-1728B52AA6E4}">
                  <adec:decorative xmlns:adec="http://schemas.microsoft.com/office/drawing/2017/decorative" val="1"/>
                </a:ext>
              </a:extLst>
            </p:cNvPr>
            <p:cNvSpPr/>
            <p:nvPr/>
          </p:nvSpPr>
          <p:spPr>
            <a:xfrm>
              <a:off x="4322040" y="2314251"/>
              <a:ext cx="405782" cy="366652"/>
            </a:xfrm>
            <a:custGeom>
              <a:avLst/>
              <a:gdLst>
                <a:gd name="connsiteX0" fmla="*/ 5681627 w 6086740"/>
                <a:gd name="connsiteY0" fmla="*/ 2155674 h 5499784"/>
                <a:gd name="connsiteX1" fmla="*/ 6084612 w 6086740"/>
                <a:gd name="connsiteY1" fmla="*/ 2155674 h 5499784"/>
                <a:gd name="connsiteX2" fmla="*/ 6085038 w 6086740"/>
                <a:gd name="connsiteY2" fmla="*/ 2200441 h 5499784"/>
                <a:gd name="connsiteX3" fmla="*/ 6016343 w 6086740"/>
                <a:gd name="connsiteY3" fmla="*/ 2366064 h 5499784"/>
                <a:gd name="connsiteX4" fmla="*/ 5979998 w 6086740"/>
                <a:gd name="connsiteY4" fmla="*/ 2612763 h 5499784"/>
                <a:gd name="connsiteX5" fmla="*/ 5939110 w 6086740"/>
                <a:gd name="connsiteY5" fmla="*/ 2924376 h 5499784"/>
                <a:gd name="connsiteX6" fmla="*/ 5901407 w 6086740"/>
                <a:gd name="connsiteY6" fmla="*/ 3227939 h 5499784"/>
                <a:gd name="connsiteX7" fmla="*/ 5868692 w 6086740"/>
                <a:gd name="connsiteY7" fmla="*/ 3475401 h 5499784"/>
                <a:gd name="connsiteX8" fmla="*/ 5868462 w 6086740"/>
                <a:gd name="connsiteY8" fmla="*/ 3521340 h 5499784"/>
                <a:gd name="connsiteX9" fmla="*/ 6080733 w 6086740"/>
                <a:gd name="connsiteY9" fmla="*/ 3521420 h 5499784"/>
                <a:gd name="connsiteX10" fmla="*/ 6086635 w 6086740"/>
                <a:gd name="connsiteY10" fmla="*/ 4301118 h 5499784"/>
                <a:gd name="connsiteX11" fmla="*/ 5863066 w 6086740"/>
                <a:gd name="connsiteY11" fmla="*/ 4523916 h 5499784"/>
                <a:gd name="connsiteX12" fmla="*/ 4395180 w 6086740"/>
                <a:gd name="connsiteY12" fmla="*/ 4523614 h 5499784"/>
                <a:gd name="connsiteX13" fmla="*/ 3246381 w 6086740"/>
                <a:gd name="connsiteY13" fmla="*/ 4523614 h 5499784"/>
                <a:gd name="connsiteX14" fmla="*/ 3246381 w 6086740"/>
                <a:gd name="connsiteY14" fmla="*/ 5098869 h 5499784"/>
                <a:gd name="connsiteX15" fmla="*/ 3290110 w 6086740"/>
                <a:gd name="connsiteY15" fmla="*/ 5098869 h 5499784"/>
                <a:gd name="connsiteX16" fmla="*/ 4318062 w 6086740"/>
                <a:gd name="connsiteY16" fmla="*/ 5099224 h 5499784"/>
                <a:gd name="connsiteX17" fmla="*/ 4514420 w 6086740"/>
                <a:gd name="connsiteY17" fmla="*/ 5270421 h 5499784"/>
                <a:gd name="connsiteX18" fmla="*/ 4369291 w 6086740"/>
                <a:gd name="connsiteY18" fmla="*/ 5496156 h 5499784"/>
                <a:gd name="connsiteX19" fmla="*/ 2600380 w 6086740"/>
                <a:gd name="connsiteY19" fmla="*/ 5499777 h 5499784"/>
                <a:gd name="connsiteX20" fmla="*/ 1719945 w 6086740"/>
                <a:gd name="connsiteY20" fmla="*/ 5496298 h 5499784"/>
                <a:gd name="connsiteX21" fmla="*/ 1562274 w 6086740"/>
                <a:gd name="connsiteY21" fmla="*/ 5299265 h 5499784"/>
                <a:gd name="connsiteX22" fmla="*/ 1766638 w 6086740"/>
                <a:gd name="connsiteY22" fmla="*/ 5099979 h 5499784"/>
                <a:gd name="connsiteX23" fmla="*/ 2794395 w 6086740"/>
                <a:gd name="connsiteY23" fmla="*/ 5098869 h 5499784"/>
                <a:gd name="connsiteX24" fmla="*/ 2839056 w 6086740"/>
                <a:gd name="connsiteY24" fmla="*/ 5098869 h 5499784"/>
                <a:gd name="connsiteX25" fmla="*/ 2839056 w 6086740"/>
                <a:gd name="connsiteY25" fmla="*/ 4523951 h 5499784"/>
                <a:gd name="connsiteX26" fmla="*/ 775501 w 6086740"/>
                <a:gd name="connsiteY26" fmla="*/ 4520339 h 5499784"/>
                <a:gd name="connsiteX27" fmla="*/ 775501 w 6086740"/>
                <a:gd name="connsiteY27" fmla="*/ 4122343 h 5499784"/>
                <a:gd name="connsiteX28" fmla="*/ 2981150 w 6086740"/>
                <a:gd name="connsiteY28" fmla="*/ 4122662 h 5499784"/>
                <a:gd name="connsiteX29" fmla="*/ 5625801 w 6086740"/>
                <a:gd name="connsiteY29" fmla="*/ 4122680 h 5499784"/>
                <a:gd name="connsiteX30" fmla="*/ 5681627 w 6086740"/>
                <a:gd name="connsiteY30" fmla="*/ 4122680 h 5499784"/>
                <a:gd name="connsiteX31" fmla="*/ 5681627 w 6086740"/>
                <a:gd name="connsiteY31" fmla="*/ 2155674 h 5499784"/>
                <a:gd name="connsiteX32" fmla="*/ 1951317 w 6086740"/>
                <a:gd name="connsiteY32" fmla="*/ 556 h 5499784"/>
                <a:gd name="connsiteX33" fmla="*/ 1958621 w 6086740"/>
                <a:gd name="connsiteY33" fmla="*/ 1932 h 5499784"/>
                <a:gd name="connsiteX34" fmla="*/ 1958621 w 6086740"/>
                <a:gd name="connsiteY34" fmla="*/ 399236 h 5499784"/>
                <a:gd name="connsiteX35" fmla="*/ 401627 w 6086740"/>
                <a:gd name="connsiteY35" fmla="*/ 399236 h 5499784"/>
                <a:gd name="connsiteX36" fmla="*/ 401752 w 6086740"/>
                <a:gd name="connsiteY36" fmla="*/ 3741111 h 5499784"/>
                <a:gd name="connsiteX37" fmla="*/ 1677 w 6086740"/>
                <a:gd name="connsiteY37" fmla="*/ 3741111 h 5499784"/>
                <a:gd name="connsiteX38" fmla="*/ 612 w 6086740"/>
                <a:gd name="connsiteY38" fmla="*/ 3616990 h 5499784"/>
                <a:gd name="connsiteX39" fmla="*/ 0 w 6086740"/>
                <a:gd name="connsiteY39" fmla="*/ 191811 h 5499784"/>
                <a:gd name="connsiteX40" fmla="*/ 186462 w 6086740"/>
                <a:gd name="connsiteY40" fmla="*/ 725 h 5499784"/>
                <a:gd name="connsiteX41" fmla="*/ 1951317 w 6086740"/>
                <a:gd name="connsiteY41" fmla="*/ 556 h 549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086740" h="5499784">
                  <a:moveTo>
                    <a:pt x="5681627" y="2155674"/>
                  </a:moveTo>
                  <a:cubicBezTo>
                    <a:pt x="5816843" y="2155674"/>
                    <a:pt x="5948180" y="2155674"/>
                    <a:pt x="6084612" y="2155674"/>
                  </a:cubicBezTo>
                  <a:cubicBezTo>
                    <a:pt x="6084612" y="2168872"/>
                    <a:pt x="6084612" y="2182735"/>
                    <a:pt x="6085038" y="2200441"/>
                  </a:cubicBezTo>
                  <a:cubicBezTo>
                    <a:pt x="6061758" y="2258051"/>
                    <a:pt x="6029771" y="2309839"/>
                    <a:pt x="6016343" y="2366064"/>
                  </a:cubicBezTo>
                  <a:cubicBezTo>
                    <a:pt x="5997092" y="2446599"/>
                    <a:pt x="5991083" y="2530320"/>
                    <a:pt x="5979998" y="2612763"/>
                  </a:cubicBezTo>
                  <a:cubicBezTo>
                    <a:pt x="5966037" y="2716587"/>
                    <a:pt x="5952360" y="2820455"/>
                    <a:pt x="5939110" y="2924376"/>
                  </a:cubicBezTo>
                  <a:cubicBezTo>
                    <a:pt x="5926214" y="3025528"/>
                    <a:pt x="5914321" y="3126796"/>
                    <a:pt x="5901407" y="3227939"/>
                  </a:cubicBezTo>
                  <a:cubicBezTo>
                    <a:pt x="5890872" y="3310471"/>
                    <a:pt x="5879263" y="3392870"/>
                    <a:pt x="5868692" y="3475401"/>
                  </a:cubicBezTo>
                  <a:cubicBezTo>
                    <a:pt x="5867068" y="3488049"/>
                    <a:pt x="5868462" y="3501087"/>
                    <a:pt x="5868462" y="3521340"/>
                  </a:cubicBezTo>
                  <a:cubicBezTo>
                    <a:pt x="5938719" y="3521340"/>
                    <a:pt x="6007671" y="3521340"/>
                    <a:pt x="6080733" y="3521420"/>
                  </a:cubicBezTo>
                  <a:cubicBezTo>
                    <a:pt x="6084727" y="3781396"/>
                    <a:pt x="6079419" y="4041435"/>
                    <a:pt x="6086635" y="4301118"/>
                  </a:cubicBezTo>
                  <a:cubicBezTo>
                    <a:pt x="6090389" y="4436068"/>
                    <a:pt x="5993071" y="4524120"/>
                    <a:pt x="5863066" y="4523916"/>
                  </a:cubicBezTo>
                  <a:cubicBezTo>
                    <a:pt x="5373767" y="4523153"/>
                    <a:pt x="4884469" y="4523614"/>
                    <a:pt x="4395180" y="4523614"/>
                  </a:cubicBezTo>
                  <a:cubicBezTo>
                    <a:pt x="4013353" y="4523614"/>
                    <a:pt x="3631518" y="4523614"/>
                    <a:pt x="3246381" y="4523614"/>
                  </a:cubicBezTo>
                  <a:cubicBezTo>
                    <a:pt x="3246381" y="4713910"/>
                    <a:pt x="3246381" y="4903248"/>
                    <a:pt x="3246381" y="5098869"/>
                  </a:cubicBezTo>
                  <a:cubicBezTo>
                    <a:pt x="3259605" y="5098869"/>
                    <a:pt x="3274862" y="5098869"/>
                    <a:pt x="3290110" y="5098869"/>
                  </a:cubicBezTo>
                  <a:cubicBezTo>
                    <a:pt x="3632761" y="5098869"/>
                    <a:pt x="3975411" y="5098283"/>
                    <a:pt x="4318062" y="5099224"/>
                  </a:cubicBezTo>
                  <a:cubicBezTo>
                    <a:pt x="4421194" y="5099508"/>
                    <a:pt x="4498791" y="5170156"/>
                    <a:pt x="4514420" y="5270421"/>
                  </a:cubicBezTo>
                  <a:cubicBezTo>
                    <a:pt x="4530813" y="5375549"/>
                    <a:pt x="4466680" y="5466947"/>
                    <a:pt x="4369291" y="5496156"/>
                  </a:cubicBezTo>
                  <a:cubicBezTo>
                    <a:pt x="3779000" y="5499378"/>
                    <a:pt x="3189685" y="5499662"/>
                    <a:pt x="2600380" y="5499777"/>
                  </a:cubicBezTo>
                  <a:cubicBezTo>
                    <a:pt x="2308620" y="5499839"/>
                    <a:pt x="2016870" y="5499617"/>
                    <a:pt x="1719945" y="5496298"/>
                  </a:cubicBezTo>
                  <a:cubicBezTo>
                    <a:pt x="1620577" y="5468429"/>
                    <a:pt x="1555165" y="5392288"/>
                    <a:pt x="1562274" y="5299265"/>
                  </a:cubicBezTo>
                  <a:cubicBezTo>
                    <a:pt x="1570750" y="5188368"/>
                    <a:pt x="1629097" y="5101337"/>
                    <a:pt x="1766638" y="5099979"/>
                  </a:cubicBezTo>
                  <a:cubicBezTo>
                    <a:pt x="2109191" y="5096597"/>
                    <a:pt x="2451807" y="5098869"/>
                    <a:pt x="2794395" y="5098869"/>
                  </a:cubicBezTo>
                  <a:cubicBezTo>
                    <a:pt x="2809705" y="5098869"/>
                    <a:pt x="2825015" y="5098869"/>
                    <a:pt x="2839056" y="5098869"/>
                  </a:cubicBezTo>
                  <a:cubicBezTo>
                    <a:pt x="2839056" y="4903745"/>
                    <a:pt x="2839056" y="4714443"/>
                    <a:pt x="2839056" y="4523951"/>
                  </a:cubicBezTo>
                  <a:lnTo>
                    <a:pt x="775501" y="4520339"/>
                  </a:lnTo>
                  <a:lnTo>
                    <a:pt x="775501" y="4122343"/>
                  </a:lnTo>
                  <a:lnTo>
                    <a:pt x="2981150" y="4122662"/>
                  </a:lnTo>
                  <a:cubicBezTo>
                    <a:pt x="3862694" y="4122733"/>
                    <a:pt x="4744248" y="4122680"/>
                    <a:pt x="5625801" y="4122680"/>
                  </a:cubicBezTo>
                  <a:cubicBezTo>
                    <a:pt x="5643099" y="4122680"/>
                    <a:pt x="5660397" y="4122680"/>
                    <a:pt x="5681627" y="4122680"/>
                  </a:cubicBezTo>
                  <a:cubicBezTo>
                    <a:pt x="5681627" y="3466783"/>
                    <a:pt x="5681627" y="2812644"/>
                    <a:pt x="5681627" y="2155674"/>
                  </a:cubicBezTo>
                  <a:close/>
                  <a:moveTo>
                    <a:pt x="1951317" y="556"/>
                  </a:moveTo>
                  <a:cubicBezTo>
                    <a:pt x="1952701" y="556"/>
                    <a:pt x="1954095" y="1053"/>
                    <a:pt x="1958621" y="1932"/>
                  </a:cubicBezTo>
                  <a:cubicBezTo>
                    <a:pt x="1958621" y="132550"/>
                    <a:pt x="1958621" y="263843"/>
                    <a:pt x="1958621" y="399236"/>
                  </a:cubicBezTo>
                  <a:cubicBezTo>
                    <a:pt x="1442182" y="399236"/>
                    <a:pt x="924492" y="399236"/>
                    <a:pt x="401627" y="399236"/>
                  </a:cubicBezTo>
                  <a:lnTo>
                    <a:pt x="401752" y="3741111"/>
                  </a:lnTo>
                  <a:lnTo>
                    <a:pt x="1677" y="3741111"/>
                  </a:lnTo>
                  <a:lnTo>
                    <a:pt x="612" y="3616990"/>
                  </a:lnTo>
                  <a:cubicBezTo>
                    <a:pt x="666" y="2475266"/>
                    <a:pt x="994" y="1333534"/>
                    <a:pt x="0" y="191811"/>
                  </a:cubicBezTo>
                  <a:cubicBezTo>
                    <a:pt x="-80" y="97430"/>
                    <a:pt x="84556" y="964"/>
                    <a:pt x="186462" y="725"/>
                  </a:cubicBezTo>
                  <a:cubicBezTo>
                    <a:pt x="774747" y="-669"/>
                    <a:pt x="1363032" y="334"/>
                    <a:pt x="1951317" y="556"/>
                  </a:cubicBezTo>
                  <a:close/>
                </a:path>
              </a:pathLst>
            </a:custGeom>
            <a:grpFill/>
            <a:ln w="6350" cap="flat">
              <a:noFill/>
              <a:prstDash val="solid"/>
              <a:miter/>
            </a:ln>
          </p:spPr>
          <p:txBody>
            <a:bodyPr wrap="square" rtlCol="0" anchor="ctr">
              <a:noAutofit/>
            </a:bodyPr>
            <a:lstStyle/>
            <a:p>
              <a:endParaRPr lang="en-US"/>
            </a:p>
          </p:txBody>
        </p:sp>
        <p:sp>
          <p:nvSpPr>
            <p:cNvPr id="1071" name="Freeform: Shape 1070">
              <a:extLst>
                <a:ext uri="{FF2B5EF4-FFF2-40B4-BE49-F238E27FC236}">
                  <a16:creationId xmlns:a16="http://schemas.microsoft.com/office/drawing/2014/main" id="{A777F3E2-3318-B9FB-9E82-E6FEC0A6483E}"/>
                </a:ext>
                <a:ext uri="{C183D7F6-B498-43B3-948B-1728B52AA6E4}">
                  <adec:decorative xmlns:adec="http://schemas.microsoft.com/office/drawing/2017/decorative" val="1"/>
                </a:ext>
              </a:extLst>
            </p:cNvPr>
            <p:cNvSpPr/>
            <p:nvPr/>
          </p:nvSpPr>
          <p:spPr>
            <a:xfrm>
              <a:off x="4315740" y="2223703"/>
              <a:ext cx="503096" cy="397729"/>
            </a:xfrm>
            <a:custGeom>
              <a:avLst/>
              <a:gdLst>
                <a:gd name="connsiteX0" fmla="*/ 0 w 7546445"/>
                <a:gd name="connsiteY0" fmla="*/ 5376032 h 5965940"/>
                <a:gd name="connsiteX1" fmla="*/ 592208 w 7546445"/>
                <a:gd name="connsiteY1" fmla="*/ 5376032 h 5965940"/>
                <a:gd name="connsiteX2" fmla="*/ 592208 w 7546445"/>
                <a:gd name="connsiteY2" fmla="*/ 5965940 h 5965940"/>
                <a:gd name="connsiteX3" fmla="*/ 0 w 7546445"/>
                <a:gd name="connsiteY3" fmla="*/ 5965940 h 5965940"/>
                <a:gd name="connsiteX4" fmla="*/ 6461783 w 7546445"/>
                <a:gd name="connsiteY4" fmla="*/ 3642459 h 5965940"/>
                <a:gd name="connsiteX5" fmla="*/ 6336816 w 7546445"/>
                <a:gd name="connsiteY5" fmla="*/ 3715739 h 5965940"/>
                <a:gd name="connsiteX6" fmla="*/ 6300336 w 7546445"/>
                <a:gd name="connsiteY6" fmla="*/ 3853626 h 5965940"/>
                <a:gd name="connsiteX7" fmla="*/ 6248794 w 7546445"/>
                <a:gd name="connsiteY7" fmla="*/ 4227376 h 5965940"/>
                <a:gd name="connsiteX8" fmla="*/ 6206714 w 7546445"/>
                <a:gd name="connsiteY8" fmla="*/ 4546197 h 5965940"/>
                <a:gd name="connsiteX9" fmla="*/ 6195890 w 7546445"/>
                <a:gd name="connsiteY9" fmla="*/ 4676940 h 5965940"/>
                <a:gd name="connsiteX10" fmla="*/ 6742856 w 7546445"/>
                <a:gd name="connsiteY10" fmla="*/ 4676940 h 5965940"/>
                <a:gd name="connsiteX11" fmla="*/ 6736836 w 7546445"/>
                <a:gd name="connsiteY11" fmla="*/ 4628459 h 5965940"/>
                <a:gd name="connsiteX12" fmla="*/ 6709310 w 7546445"/>
                <a:gd name="connsiteY12" fmla="*/ 4398172 h 5965940"/>
                <a:gd name="connsiteX13" fmla="*/ 6667294 w 7546445"/>
                <a:gd name="connsiteY13" fmla="*/ 4096774 h 5965940"/>
                <a:gd name="connsiteX14" fmla="*/ 6632247 w 7546445"/>
                <a:gd name="connsiteY14" fmla="*/ 3812363 h 5965940"/>
                <a:gd name="connsiteX15" fmla="*/ 6623538 w 7546445"/>
                <a:gd name="connsiteY15" fmla="*/ 3766280 h 5965940"/>
                <a:gd name="connsiteX16" fmla="*/ 6525122 w 7546445"/>
                <a:gd name="connsiteY16" fmla="*/ 3652226 h 5965940"/>
                <a:gd name="connsiteX17" fmla="*/ 6461783 w 7546445"/>
                <a:gd name="connsiteY17" fmla="*/ 3642459 h 5965940"/>
                <a:gd name="connsiteX18" fmla="*/ 1657614 w 7546445"/>
                <a:gd name="connsiteY18" fmla="*/ 1953888 h 5965940"/>
                <a:gd name="connsiteX19" fmla="*/ 2052505 w 7546445"/>
                <a:gd name="connsiteY19" fmla="*/ 1953888 h 5965940"/>
                <a:gd name="connsiteX20" fmla="*/ 2052505 w 7546445"/>
                <a:gd name="connsiteY20" fmla="*/ 2151338 h 5965940"/>
                <a:gd name="connsiteX21" fmla="*/ 1657614 w 7546445"/>
                <a:gd name="connsiteY21" fmla="*/ 2151338 h 5965940"/>
                <a:gd name="connsiteX22" fmla="*/ 875065 w 7546445"/>
                <a:gd name="connsiteY22" fmla="*/ 1949232 h 5965940"/>
                <a:gd name="connsiteX23" fmla="*/ 1419331 w 7546445"/>
                <a:gd name="connsiteY23" fmla="*/ 1950870 h 5965940"/>
                <a:gd name="connsiteX24" fmla="*/ 1469368 w 7546445"/>
                <a:gd name="connsiteY24" fmla="*/ 1950870 h 5965940"/>
                <a:gd name="connsiteX25" fmla="*/ 1469368 w 7546445"/>
                <a:gd name="connsiteY25" fmla="*/ 2149135 h 5965940"/>
                <a:gd name="connsiteX26" fmla="*/ 880713 w 7546445"/>
                <a:gd name="connsiteY26" fmla="*/ 2149135 h 5965940"/>
                <a:gd name="connsiteX27" fmla="*/ 880713 w 7546445"/>
                <a:gd name="connsiteY27" fmla="*/ 3325385 h 5965940"/>
                <a:gd name="connsiteX28" fmla="*/ 679128 w 7546445"/>
                <a:gd name="connsiteY28" fmla="*/ 3325385 h 5965940"/>
                <a:gd name="connsiteX29" fmla="*/ 679128 w 7546445"/>
                <a:gd name="connsiteY29" fmla="*/ 3162409 h 5965940"/>
                <a:gd name="connsiteX30" fmla="*/ 678409 w 7546445"/>
                <a:gd name="connsiteY30" fmla="*/ 2147802 h 5965940"/>
                <a:gd name="connsiteX31" fmla="*/ 875065 w 7546445"/>
                <a:gd name="connsiteY31" fmla="*/ 1949232 h 5965940"/>
                <a:gd name="connsiteX32" fmla="*/ 2992428 w 7546445"/>
                <a:gd name="connsiteY32" fmla="*/ 1306661 h 5965940"/>
                <a:gd name="connsiteX33" fmla="*/ 2974934 w 7546445"/>
                <a:gd name="connsiteY33" fmla="*/ 1324098 h 5965940"/>
                <a:gd name="connsiteX34" fmla="*/ 2759690 w 7546445"/>
                <a:gd name="connsiteY34" fmla="*/ 1720047 h 5965940"/>
                <a:gd name="connsiteX35" fmla="*/ 2771710 w 7546445"/>
                <a:gd name="connsiteY35" fmla="*/ 1799151 h 5965940"/>
                <a:gd name="connsiteX36" fmla="*/ 3025147 w 7546445"/>
                <a:gd name="connsiteY36" fmla="*/ 2031715 h 5965940"/>
                <a:gd name="connsiteX37" fmla="*/ 3433013 w 7546445"/>
                <a:gd name="connsiteY37" fmla="*/ 2303832 h 5965940"/>
                <a:gd name="connsiteX38" fmla="*/ 3439461 w 7546445"/>
                <a:gd name="connsiteY38" fmla="*/ 2309675 h 5965940"/>
                <a:gd name="connsiteX39" fmla="*/ 4242992 w 7546445"/>
                <a:gd name="connsiteY39" fmla="*/ 2707446 h 5965940"/>
                <a:gd name="connsiteX40" fmla="*/ 5067285 w 7546445"/>
                <a:gd name="connsiteY40" fmla="*/ 2976929 h 5965940"/>
                <a:gd name="connsiteX41" fmla="*/ 5489844 w 7546445"/>
                <a:gd name="connsiteY41" fmla="*/ 3021730 h 5965940"/>
                <a:gd name="connsiteX42" fmla="*/ 5540399 w 7546445"/>
                <a:gd name="connsiteY42" fmla="*/ 2991903 h 5965940"/>
                <a:gd name="connsiteX43" fmla="*/ 5646197 w 7546445"/>
                <a:gd name="connsiteY43" fmla="*/ 2825660 h 5965940"/>
                <a:gd name="connsiteX44" fmla="*/ 5773997 w 7546445"/>
                <a:gd name="connsiteY44" fmla="*/ 2609886 h 5965940"/>
                <a:gd name="connsiteX45" fmla="*/ 5736432 w 7546445"/>
                <a:gd name="connsiteY45" fmla="*/ 2596329 h 5965940"/>
                <a:gd name="connsiteX46" fmla="*/ 5241446 w 7546445"/>
                <a:gd name="connsiteY46" fmla="*/ 2517826 h 5965940"/>
                <a:gd name="connsiteX47" fmla="*/ 4665472 w 7546445"/>
                <a:gd name="connsiteY47" fmla="*/ 2428865 h 5965940"/>
                <a:gd name="connsiteX48" fmla="*/ 4128109 w 7546445"/>
                <a:gd name="connsiteY48" fmla="*/ 2323584 h 5965940"/>
                <a:gd name="connsiteX49" fmla="*/ 4075299 w 7546445"/>
                <a:gd name="connsiteY49" fmla="*/ 2299431 h 5965940"/>
                <a:gd name="connsiteX50" fmla="*/ 3755980 w 7546445"/>
                <a:gd name="connsiteY50" fmla="*/ 2007558 h 5965940"/>
                <a:gd name="connsiteX51" fmla="*/ 3421985 w 7546445"/>
                <a:gd name="connsiteY51" fmla="*/ 1699478 h 5965940"/>
                <a:gd name="connsiteX52" fmla="*/ 3125138 w 7546445"/>
                <a:gd name="connsiteY52" fmla="*/ 1420441 h 5965940"/>
                <a:gd name="connsiteX53" fmla="*/ 3014028 w 7546445"/>
                <a:gd name="connsiteY53" fmla="*/ 1317529 h 5965940"/>
                <a:gd name="connsiteX54" fmla="*/ 2992428 w 7546445"/>
                <a:gd name="connsiteY54" fmla="*/ 1306661 h 5965940"/>
                <a:gd name="connsiteX55" fmla="*/ 2735313 w 7546445"/>
                <a:gd name="connsiteY55" fmla="*/ 512401 h 5965940"/>
                <a:gd name="connsiteX56" fmla="*/ 3103282 w 7546445"/>
                <a:gd name="connsiteY56" fmla="*/ 849404 h 5965940"/>
                <a:gd name="connsiteX57" fmla="*/ 3326024 w 7546445"/>
                <a:gd name="connsiteY57" fmla="*/ 1054749 h 5965940"/>
                <a:gd name="connsiteX58" fmla="*/ 3783803 w 7546445"/>
                <a:gd name="connsiteY58" fmla="*/ 1477787 h 5965940"/>
                <a:gd name="connsiteX59" fmla="*/ 4077659 w 7546445"/>
                <a:gd name="connsiteY59" fmla="*/ 1753700 h 5965940"/>
                <a:gd name="connsiteX60" fmla="*/ 4254385 w 7546445"/>
                <a:gd name="connsiteY60" fmla="*/ 1912590 h 5965940"/>
                <a:gd name="connsiteX61" fmla="*/ 4295895 w 7546445"/>
                <a:gd name="connsiteY61" fmla="*/ 1932704 h 5965940"/>
                <a:gd name="connsiteX62" fmla="*/ 4418704 w 7546445"/>
                <a:gd name="connsiteY62" fmla="*/ 1951910 h 5965940"/>
                <a:gd name="connsiteX63" fmla="*/ 4877183 w 7546445"/>
                <a:gd name="connsiteY63" fmla="*/ 2037481 h 5965940"/>
                <a:gd name="connsiteX64" fmla="*/ 5396366 w 7546445"/>
                <a:gd name="connsiteY64" fmla="*/ 2126475 h 5965940"/>
                <a:gd name="connsiteX65" fmla="*/ 5964795 w 7546445"/>
                <a:gd name="connsiteY65" fmla="*/ 2229783 h 5965940"/>
                <a:gd name="connsiteX66" fmla="*/ 6385742 w 7546445"/>
                <a:gd name="connsiteY66" fmla="*/ 2306732 h 5965940"/>
                <a:gd name="connsiteX67" fmla="*/ 6703042 w 7546445"/>
                <a:gd name="connsiteY67" fmla="*/ 2360458 h 5965940"/>
                <a:gd name="connsiteX68" fmla="*/ 6676226 w 7546445"/>
                <a:gd name="connsiteY68" fmla="*/ 2330520 h 5965940"/>
                <a:gd name="connsiteX69" fmla="*/ 5237252 w 7546445"/>
                <a:gd name="connsiteY69" fmla="*/ 900027 h 5965940"/>
                <a:gd name="connsiteX70" fmla="*/ 5224660 w 7546445"/>
                <a:gd name="connsiteY70" fmla="*/ 888079 h 5965940"/>
                <a:gd name="connsiteX71" fmla="*/ 5205810 w 7546445"/>
                <a:gd name="connsiteY71" fmla="*/ 879273 h 5965940"/>
                <a:gd name="connsiteX72" fmla="*/ 5027848 w 7546445"/>
                <a:gd name="connsiteY72" fmla="*/ 852679 h 5965940"/>
                <a:gd name="connsiteX73" fmla="*/ 4654216 w 7546445"/>
                <a:gd name="connsiteY73" fmla="*/ 799411 h 5965940"/>
                <a:gd name="connsiteX74" fmla="*/ 4197525 w 7546445"/>
                <a:gd name="connsiteY74" fmla="*/ 730392 h 5965940"/>
                <a:gd name="connsiteX75" fmla="*/ 3986116 w 7546445"/>
                <a:gd name="connsiteY75" fmla="*/ 696036 h 5965940"/>
                <a:gd name="connsiteX76" fmla="*/ 3658837 w 7546445"/>
                <a:gd name="connsiteY76" fmla="*/ 650973 h 5965940"/>
                <a:gd name="connsiteX77" fmla="*/ 3218600 w 7546445"/>
                <a:gd name="connsiteY77" fmla="*/ 582495 h 5965940"/>
                <a:gd name="connsiteX78" fmla="*/ 2884063 w 7546445"/>
                <a:gd name="connsiteY78" fmla="*/ 531123 h 5965940"/>
                <a:gd name="connsiteX79" fmla="*/ 2735313 w 7546445"/>
                <a:gd name="connsiteY79" fmla="*/ 512401 h 5965940"/>
                <a:gd name="connsiteX80" fmla="*/ 2029254 w 7546445"/>
                <a:gd name="connsiteY80" fmla="*/ 2070 h 5965940"/>
                <a:gd name="connsiteX81" fmla="*/ 2277902 w 7546445"/>
                <a:gd name="connsiteY81" fmla="*/ 35614 h 5965940"/>
                <a:gd name="connsiteX82" fmla="*/ 2603991 w 7546445"/>
                <a:gd name="connsiteY82" fmla="*/ 85545 h 5965940"/>
                <a:gd name="connsiteX83" fmla="*/ 2930284 w 7546445"/>
                <a:gd name="connsiteY83" fmla="*/ 134636 h 5965940"/>
                <a:gd name="connsiteX84" fmla="*/ 3193371 w 7546445"/>
                <a:gd name="connsiteY84" fmla="*/ 172765 h 5965940"/>
                <a:gd name="connsiteX85" fmla="*/ 3456530 w 7546445"/>
                <a:gd name="connsiteY85" fmla="*/ 210656 h 5965940"/>
                <a:gd name="connsiteX86" fmla="*/ 3833433 w 7546445"/>
                <a:gd name="connsiteY86" fmla="*/ 268591 h 5965940"/>
                <a:gd name="connsiteX87" fmla="*/ 4159682 w 7546445"/>
                <a:gd name="connsiteY87" fmla="*/ 317861 h 5965940"/>
                <a:gd name="connsiteX88" fmla="*/ 4422812 w 7546445"/>
                <a:gd name="connsiteY88" fmla="*/ 355821 h 5965940"/>
                <a:gd name="connsiteX89" fmla="*/ 4685925 w 7546445"/>
                <a:gd name="connsiteY89" fmla="*/ 393904 h 5965940"/>
                <a:gd name="connsiteX90" fmla="*/ 4999166 w 7546445"/>
                <a:gd name="connsiteY90" fmla="*/ 442705 h 5965940"/>
                <a:gd name="connsiteX91" fmla="*/ 5326258 w 7546445"/>
                <a:gd name="connsiteY91" fmla="*/ 488727 h 5965940"/>
                <a:gd name="connsiteX92" fmla="*/ 5438804 w 7546445"/>
                <a:gd name="connsiteY92" fmla="*/ 529605 h 5965940"/>
                <a:gd name="connsiteX93" fmla="*/ 6746843 w 7546445"/>
                <a:gd name="connsiteY93" fmla="*/ 1825993 h 5965940"/>
                <a:gd name="connsiteX94" fmla="*/ 7511010 w 7546445"/>
                <a:gd name="connsiteY94" fmla="*/ 2589722 h 5965940"/>
                <a:gd name="connsiteX95" fmla="*/ 7546284 w 7546445"/>
                <a:gd name="connsiteY95" fmla="*/ 2621402 h 5965940"/>
                <a:gd name="connsiteX96" fmla="*/ 7544020 w 7546445"/>
                <a:gd name="connsiteY96" fmla="*/ 2646812 h 5965940"/>
                <a:gd name="connsiteX97" fmla="*/ 7460985 w 7546445"/>
                <a:gd name="connsiteY97" fmla="*/ 2845410 h 5965940"/>
                <a:gd name="connsiteX98" fmla="*/ 7404126 w 7546445"/>
                <a:gd name="connsiteY98" fmla="*/ 2883817 h 5965940"/>
                <a:gd name="connsiteX99" fmla="*/ 7288149 w 7546445"/>
                <a:gd name="connsiteY99" fmla="*/ 2875092 h 5965940"/>
                <a:gd name="connsiteX100" fmla="*/ 6697590 w 7546445"/>
                <a:gd name="connsiteY100" fmla="*/ 2865894 h 5965940"/>
                <a:gd name="connsiteX101" fmla="*/ 6667791 w 7546445"/>
                <a:gd name="connsiteY101" fmla="*/ 2862144 h 5965940"/>
                <a:gd name="connsiteX102" fmla="*/ 6576758 w 7546445"/>
                <a:gd name="connsiteY102" fmla="*/ 2856703 h 5965940"/>
                <a:gd name="connsiteX103" fmla="*/ 6572028 w 7546445"/>
                <a:gd name="connsiteY103" fmla="*/ 2871020 h 5965940"/>
                <a:gd name="connsiteX104" fmla="*/ 6572506 w 7546445"/>
                <a:gd name="connsiteY104" fmla="*/ 3423889 h 5965940"/>
                <a:gd name="connsiteX105" fmla="*/ 6600695 w 7546445"/>
                <a:gd name="connsiteY105" fmla="*/ 3457623 h 5965940"/>
                <a:gd name="connsiteX106" fmla="*/ 6791449 w 7546445"/>
                <a:gd name="connsiteY106" fmla="*/ 3628640 h 5965940"/>
                <a:gd name="connsiteX107" fmla="*/ 6857207 w 7546445"/>
                <a:gd name="connsiteY107" fmla="*/ 3940975 h 5965940"/>
                <a:gd name="connsiteX108" fmla="*/ 6903046 w 7546445"/>
                <a:gd name="connsiteY108" fmla="*/ 4324564 h 5965940"/>
                <a:gd name="connsiteX109" fmla="*/ 6963037 w 7546445"/>
                <a:gd name="connsiteY109" fmla="*/ 4766300 h 5965940"/>
                <a:gd name="connsiteX110" fmla="*/ 6972776 w 7546445"/>
                <a:gd name="connsiteY110" fmla="*/ 4879723 h 5965940"/>
                <a:gd name="connsiteX111" fmla="*/ 6175232 w 7546445"/>
                <a:gd name="connsiteY111" fmla="*/ 4879642 h 5965940"/>
                <a:gd name="connsiteX112" fmla="*/ 5962963 w 7546445"/>
                <a:gd name="connsiteY112" fmla="*/ 4879561 h 5965940"/>
                <a:gd name="connsiteX113" fmla="*/ 5963189 w 7546445"/>
                <a:gd name="connsiteY113" fmla="*/ 4833623 h 5965940"/>
                <a:gd name="connsiteX114" fmla="*/ 5995905 w 7546445"/>
                <a:gd name="connsiteY114" fmla="*/ 4586155 h 5965940"/>
                <a:gd name="connsiteX115" fmla="*/ 6033609 w 7546445"/>
                <a:gd name="connsiteY115" fmla="*/ 4282598 h 5965940"/>
                <a:gd name="connsiteX116" fmla="*/ 6074494 w 7546445"/>
                <a:gd name="connsiteY116" fmla="*/ 3970977 h 5965940"/>
                <a:gd name="connsiteX117" fmla="*/ 6110839 w 7546445"/>
                <a:gd name="connsiteY117" fmla="*/ 3724284 h 5965940"/>
                <a:gd name="connsiteX118" fmla="*/ 6179953 w 7546445"/>
                <a:gd name="connsiteY118" fmla="*/ 3562495 h 5965940"/>
                <a:gd name="connsiteX119" fmla="*/ 6346704 w 7546445"/>
                <a:gd name="connsiteY119" fmla="*/ 3451808 h 5965940"/>
                <a:gd name="connsiteX120" fmla="*/ 6361364 w 7546445"/>
                <a:gd name="connsiteY120" fmla="*/ 3425699 h 5965940"/>
                <a:gd name="connsiteX121" fmla="*/ 6362000 w 7546445"/>
                <a:gd name="connsiteY121" fmla="*/ 2853006 h 5965940"/>
                <a:gd name="connsiteX122" fmla="*/ 6207548 w 7546445"/>
                <a:gd name="connsiteY122" fmla="*/ 2847427 h 5965940"/>
                <a:gd name="connsiteX123" fmla="*/ 6048186 w 7546445"/>
                <a:gd name="connsiteY123" fmla="*/ 2938389 h 5965940"/>
                <a:gd name="connsiteX124" fmla="*/ 5844548 w 7546445"/>
                <a:gd name="connsiteY124" fmla="*/ 3270547 h 5965940"/>
                <a:gd name="connsiteX125" fmla="*/ 5579380 w 7546445"/>
                <a:gd name="connsiteY125" fmla="*/ 3414553 h 5965940"/>
                <a:gd name="connsiteX126" fmla="*/ 5014944 w 7546445"/>
                <a:gd name="connsiteY126" fmla="*/ 3376183 h 5965940"/>
                <a:gd name="connsiteX127" fmla="*/ 4443817 w 7546445"/>
                <a:gd name="connsiteY127" fmla="*/ 3212824 h 5965940"/>
                <a:gd name="connsiteX128" fmla="*/ 3864229 w 7546445"/>
                <a:gd name="connsiteY128" fmla="*/ 2979168 h 5965940"/>
                <a:gd name="connsiteX129" fmla="*/ 3461932 w 7546445"/>
                <a:gd name="connsiteY129" fmla="*/ 2783932 h 5965940"/>
                <a:gd name="connsiteX130" fmla="*/ 2799408 w 7546445"/>
                <a:gd name="connsiteY130" fmla="*/ 2373069 h 5965940"/>
                <a:gd name="connsiteX131" fmla="*/ 2404663 w 7546445"/>
                <a:gd name="connsiteY131" fmla="*/ 1972150 h 5965940"/>
                <a:gd name="connsiteX132" fmla="*/ 2345158 w 7546445"/>
                <a:gd name="connsiteY132" fmla="*/ 1656216 h 5965940"/>
                <a:gd name="connsiteX133" fmla="*/ 2407039 w 7546445"/>
                <a:gd name="connsiteY133" fmla="*/ 1519810 h 5965940"/>
                <a:gd name="connsiteX134" fmla="*/ 2647430 w 7546445"/>
                <a:gd name="connsiteY134" fmla="*/ 1083673 h 5965940"/>
                <a:gd name="connsiteX135" fmla="*/ 2684074 w 7546445"/>
                <a:gd name="connsiteY135" fmla="*/ 1017242 h 5965940"/>
                <a:gd name="connsiteX136" fmla="*/ 1872024 w 7546445"/>
                <a:gd name="connsiteY136" fmla="*/ 267996 h 5965940"/>
                <a:gd name="connsiteX137" fmla="*/ 1994782 w 7546445"/>
                <a:gd name="connsiteY137" fmla="*/ 2774 h 5965940"/>
                <a:gd name="connsiteX138" fmla="*/ 2029254 w 7546445"/>
                <a:gd name="connsiteY138" fmla="*/ 2070 h 59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46445" h="5965940">
                  <a:moveTo>
                    <a:pt x="0" y="5376032"/>
                  </a:moveTo>
                  <a:lnTo>
                    <a:pt x="592208" y="5376032"/>
                  </a:lnTo>
                  <a:lnTo>
                    <a:pt x="592208" y="5965940"/>
                  </a:lnTo>
                  <a:lnTo>
                    <a:pt x="0" y="5965940"/>
                  </a:lnTo>
                  <a:close/>
                  <a:moveTo>
                    <a:pt x="6461783" y="3642459"/>
                  </a:moveTo>
                  <a:cubicBezTo>
                    <a:pt x="6404277" y="3640937"/>
                    <a:pt x="6363856" y="3664455"/>
                    <a:pt x="6336816" y="3715739"/>
                  </a:cubicBezTo>
                  <a:cubicBezTo>
                    <a:pt x="6315170" y="3756792"/>
                    <a:pt x="6307565" y="3806680"/>
                    <a:pt x="6300336" y="3853626"/>
                  </a:cubicBezTo>
                  <a:cubicBezTo>
                    <a:pt x="6281198" y="3977908"/>
                    <a:pt x="6265576" y="4102734"/>
                    <a:pt x="6248794" y="4227376"/>
                  </a:cubicBezTo>
                  <a:cubicBezTo>
                    <a:pt x="6234490" y="4333614"/>
                    <a:pt x="6219892" y="4439817"/>
                    <a:pt x="6206714" y="4546197"/>
                  </a:cubicBezTo>
                  <a:cubicBezTo>
                    <a:pt x="6201363" y="4589383"/>
                    <a:pt x="6199425" y="4632991"/>
                    <a:pt x="6195890" y="4676940"/>
                  </a:cubicBezTo>
                  <a:cubicBezTo>
                    <a:pt x="6383394" y="4676940"/>
                    <a:pt x="6563056" y="4676940"/>
                    <a:pt x="6742856" y="4676940"/>
                  </a:cubicBezTo>
                  <a:cubicBezTo>
                    <a:pt x="6740674" y="4659403"/>
                    <a:pt x="6738677" y="4643941"/>
                    <a:pt x="6736836" y="4628459"/>
                  </a:cubicBezTo>
                  <a:cubicBezTo>
                    <a:pt x="6727706" y="4551690"/>
                    <a:pt x="6719440" y="4474808"/>
                    <a:pt x="6709310" y="4398172"/>
                  </a:cubicBezTo>
                  <a:cubicBezTo>
                    <a:pt x="6696018" y="4297612"/>
                    <a:pt x="6680752" y="4197313"/>
                    <a:pt x="6667294" y="4096774"/>
                  </a:cubicBezTo>
                  <a:cubicBezTo>
                    <a:pt x="6654962" y="4004629"/>
                    <a:pt x="6643909" y="3912312"/>
                    <a:pt x="6632247" y="3812363"/>
                  </a:cubicBezTo>
                  <a:cubicBezTo>
                    <a:pt x="6629386" y="3796992"/>
                    <a:pt x="6627224" y="3781450"/>
                    <a:pt x="6623538" y="3766280"/>
                  </a:cubicBezTo>
                  <a:cubicBezTo>
                    <a:pt x="6610229" y="3711492"/>
                    <a:pt x="6579918" y="3666387"/>
                    <a:pt x="6525122" y="3652226"/>
                  </a:cubicBezTo>
                  <a:cubicBezTo>
                    <a:pt x="6502019" y="3646256"/>
                    <a:pt x="6480952" y="3642966"/>
                    <a:pt x="6461783" y="3642459"/>
                  </a:cubicBezTo>
                  <a:close/>
                  <a:moveTo>
                    <a:pt x="1657614" y="1953888"/>
                  </a:moveTo>
                  <a:lnTo>
                    <a:pt x="2052505" y="1953888"/>
                  </a:lnTo>
                  <a:lnTo>
                    <a:pt x="2052505" y="2151338"/>
                  </a:lnTo>
                  <a:lnTo>
                    <a:pt x="1657614" y="2151338"/>
                  </a:lnTo>
                  <a:close/>
                  <a:moveTo>
                    <a:pt x="875065" y="1949232"/>
                  </a:moveTo>
                  <a:cubicBezTo>
                    <a:pt x="1056323" y="1954967"/>
                    <a:pt x="1237892" y="1950870"/>
                    <a:pt x="1419331" y="1950870"/>
                  </a:cubicBezTo>
                  <a:cubicBezTo>
                    <a:pt x="1435042" y="1950870"/>
                    <a:pt x="1450753" y="1950870"/>
                    <a:pt x="1469368" y="1950870"/>
                  </a:cubicBezTo>
                  <a:cubicBezTo>
                    <a:pt x="1469368" y="2017385"/>
                    <a:pt x="1469368" y="2080617"/>
                    <a:pt x="1469368" y="2149135"/>
                  </a:cubicBezTo>
                  <a:cubicBezTo>
                    <a:pt x="1275680" y="2149135"/>
                    <a:pt x="1080710" y="2149135"/>
                    <a:pt x="880713" y="2149135"/>
                  </a:cubicBezTo>
                  <a:cubicBezTo>
                    <a:pt x="880713" y="2543815"/>
                    <a:pt x="880713" y="2933301"/>
                    <a:pt x="880713" y="3325385"/>
                  </a:cubicBezTo>
                  <a:cubicBezTo>
                    <a:pt x="812469" y="3325385"/>
                    <a:pt x="749246" y="3325385"/>
                    <a:pt x="679128" y="3325385"/>
                  </a:cubicBezTo>
                  <a:cubicBezTo>
                    <a:pt x="679128" y="3272828"/>
                    <a:pt x="679128" y="3219796"/>
                    <a:pt x="679128" y="3162409"/>
                  </a:cubicBezTo>
                  <a:cubicBezTo>
                    <a:pt x="679128" y="2821300"/>
                    <a:pt x="680450" y="2484541"/>
                    <a:pt x="678409" y="2147802"/>
                  </a:cubicBezTo>
                  <a:cubicBezTo>
                    <a:pt x="677698" y="2030668"/>
                    <a:pt x="776751" y="1946120"/>
                    <a:pt x="875065" y="1949232"/>
                  </a:cubicBezTo>
                  <a:close/>
                  <a:moveTo>
                    <a:pt x="2992428" y="1306661"/>
                  </a:moveTo>
                  <a:cubicBezTo>
                    <a:pt x="2986230" y="1307628"/>
                    <a:pt x="2980716" y="1313313"/>
                    <a:pt x="2974934" y="1324098"/>
                  </a:cubicBezTo>
                  <a:cubicBezTo>
                    <a:pt x="2903955" y="1456499"/>
                    <a:pt x="2833166" y="1589031"/>
                    <a:pt x="2759690" y="1720047"/>
                  </a:cubicBezTo>
                  <a:cubicBezTo>
                    <a:pt x="2741153" y="1753101"/>
                    <a:pt x="2746320" y="1775630"/>
                    <a:pt x="2771710" y="1799151"/>
                  </a:cubicBezTo>
                  <a:cubicBezTo>
                    <a:pt x="2855880" y="1877130"/>
                    <a:pt x="2933787" y="1963402"/>
                    <a:pt x="3025147" y="2031715"/>
                  </a:cubicBezTo>
                  <a:cubicBezTo>
                    <a:pt x="3154127" y="2128155"/>
                    <a:pt x="3292968" y="2211405"/>
                    <a:pt x="3433013" y="2303832"/>
                  </a:cubicBezTo>
                  <a:cubicBezTo>
                    <a:pt x="3435150" y="2305800"/>
                    <a:pt x="3437018" y="2308220"/>
                    <a:pt x="3439461" y="2309675"/>
                  </a:cubicBezTo>
                  <a:cubicBezTo>
                    <a:pt x="3697011" y="2463046"/>
                    <a:pt x="3966842" y="2592221"/>
                    <a:pt x="4242992" y="2707446"/>
                  </a:cubicBezTo>
                  <a:cubicBezTo>
                    <a:pt x="4510312" y="2818987"/>
                    <a:pt x="4783802" y="2913880"/>
                    <a:pt x="5067285" y="2976929"/>
                  </a:cubicBezTo>
                  <a:cubicBezTo>
                    <a:pt x="5206404" y="3007870"/>
                    <a:pt x="5346564" y="3032026"/>
                    <a:pt x="5489844" y="3021730"/>
                  </a:cubicBezTo>
                  <a:cubicBezTo>
                    <a:pt x="5507646" y="3020450"/>
                    <a:pt x="5530018" y="3006752"/>
                    <a:pt x="5540399" y="2991903"/>
                  </a:cubicBezTo>
                  <a:cubicBezTo>
                    <a:pt x="5578003" y="2938118"/>
                    <a:pt x="5612143" y="2881841"/>
                    <a:pt x="5646197" y="2825660"/>
                  </a:cubicBezTo>
                  <a:cubicBezTo>
                    <a:pt x="5688959" y="2755108"/>
                    <a:pt x="5730349" y="2683726"/>
                    <a:pt x="5773997" y="2609886"/>
                  </a:cubicBezTo>
                  <a:cubicBezTo>
                    <a:pt x="5757524" y="2603811"/>
                    <a:pt x="5747298" y="2598074"/>
                    <a:pt x="5736432" y="2596329"/>
                  </a:cubicBezTo>
                  <a:cubicBezTo>
                    <a:pt x="5571492" y="2569818"/>
                    <a:pt x="5406529" y="2543432"/>
                    <a:pt x="5241446" y="2517826"/>
                  </a:cubicBezTo>
                  <a:cubicBezTo>
                    <a:pt x="5049469" y="2488047"/>
                    <a:pt x="4856854" y="2462033"/>
                    <a:pt x="4665472" y="2428865"/>
                  </a:cubicBezTo>
                  <a:cubicBezTo>
                    <a:pt x="4485664" y="2397704"/>
                    <a:pt x="4307026" y="2359736"/>
                    <a:pt x="4128109" y="2323584"/>
                  </a:cubicBezTo>
                  <a:cubicBezTo>
                    <a:pt x="4109499" y="2319824"/>
                    <a:pt x="4089113" y="2311848"/>
                    <a:pt x="4075299" y="2299431"/>
                  </a:cubicBezTo>
                  <a:cubicBezTo>
                    <a:pt x="3968054" y="2203035"/>
                    <a:pt x="3862122" y="2105177"/>
                    <a:pt x="3755980" y="2007558"/>
                  </a:cubicBezTo>
                  <a:cubicBezTo>
                    <a:pt x="3644499" y="1905028"/>
                    <a:pt x="3532866" y="1802655"/>
                    <a:pt x="3421985" y="1699478"/>
                  </a:cubicBezTo>
                  <a:cubicBezTo>
                    <a:pt x="3322568" y="1606968"/>
                    <a:pt x="3224171" y="1513362"/>
                    <a:pt x="3125138" y="1420441"/>
                  </a:cubicBezTo>
                  <a:cubicBezTo>
                    <a:pt x="3088325" y="1385899"/>
                    <a:pt x="3050642" y="1352278"/>
                    <a:pt x="3014028" y="1317529"/>
                  </a:cubicBezTo>
                  <a:cubicBezTo>
                    <a:pt x="3005509" y="1309444"/>
                    <a:pt x="2998626" y="1305694"/>
                    <a:pt x="2992428" y="1306661"/>
                  </a:cubicBezTo>
                  <a:close/>
                  <a:moveTo>
                    <a:pt x="2735313" y="512401"/>
                  </a:moveTo>
                  <a:cubicBezTo>
                    <a:pt x="2863107" y="629419"/>
                    <a:pt x="2983295" y="739303"/>
                    <a:pt x="3103282" y="849404"/>
                  </a:cubicBezTo>
                  <a:cubicBezTo>
                    <a:pt x="3177689" y="917680"/>
                    <a:pt x="3251830" y="986243"/>
                    <a:pt x="3326024" y="1054749"/>
                  </a:cubicBezTo>
                  <a:cubicBezTo>
                    <a:pt x="3478676" y="1195698"/>
                    <a:pt x="3631584" y="1336373"/>
                    <a:pt x="3783803" y="1477787"/>
                  </a:cubicBezTo>
                  <a:cubicBezTo>
                    <a:pt x="3882240" y="1569236"/>
                    <a:pt x="3979252" y="1662220"/>
                    <a:pt x="4077659" y="1753700"/>
                  </a:cubicBezTo>
                  <a:cubicBezTo>
                    <a:pt x="4135675" y="1807632"/>
                    <a:pt x="4194739" y="1860467"/>
                    <a:pt x="4254385" y="1912590"/>
                  </a:cubicBezTo>
                  <a:cubicBezTo>
                    <a:pt x="4265632" y="1922419"/>
                    <a:pt x="4281210" y="1929836"/>
                    <a:pt x="4295895" y="1932704"/>
                  </a:cubicBezTo>
                  <a:cubicBezTo>
                    <a:pt x="4336532" y="1940638"/>
                    <a:pt x="4377968" y="1944404"/>
                    <a:pt x="4418704" y="1951910"/>
                  </a:cubicBezTo>
                  <a:cubicBezTo>
                    <a:pt x="4571595" y="1980081"/>
                    <a:pt x="4724132" y="2010218"/>
                    <a:pt x="4877183" y="2037481"/>
                  </a:cubicBezTo>
                  <a:cubicBezTo>
                    <a:pt x="5050044" y="2068272"/>
                    <a:pt x="5223462" y="2095919"/>
                    <a:pt x="5396366" y="2126475"/>
                  </a:cubicBezTo>
                  <a:cubicBezTo>
                    <a:pt x="5586006" y="2159987"/>
                    <a:pt x="5775345" y="2195199"/>
                    <a:pt x="5964795" y="2229783"/>
                  </a:cubicBezTo>
                  <a:cubicBezTo>
                    <a:pt x="6105118" y="2255399"/>
                    <a:pt x="6245310" y="2281742"/>
                    <a:pt x="6385742" y="2306732"/>
                  </a:cubicBezTo>
                  <a:cubicBezTo>
                    <a:pt x="6489090" y="2325121"/>
                    <a:pt x="6592734" y="2341845"/>
                    <a:pt x="6703042" y="2360458"/>
                  </a:cubicBezTo>
                  <a:cubicBezTo>
                    <a:pt x="6691210" y="2347191"/>
                    <a:pt x="6684161" y="2338409"/>
                    <a:pt x="6676226" y="2330520"/>
                  </a:cubicBezTo>
                  <a:cubicBezTo>
                    <a:pt x="6196616" y="1853640"/>
                    <a:pt x="5716934" y="1376834"/>
                    <a:pt x="5237252" y="900027"/>
                  </a:cubicBezTo>
                  <a:cubicBezTo>
                    <a:pt x="5233139" y="895938"/>
                    <a:pt x="5229428" y="891184"/>
                    <a:pt x="5224660" y="888079"/>
                  </a:cubicBezTo>
                  <a:cubicBezTo>
                    <a:pt x="5218874" y="884313"/>
                    <a:pt x="5212422" y="880303"/>
                    <a:pt x="5205810" y="879273"/>
                  </a:cubicBezTo>
                  <a:cubicBezTo>
                    <a:pt x="5146548" y="870032"/>
                    <a:pt x="5087221" y="861187"/>
                    <a:pt x="5027848" y="852679"/>
                  </a:cubicBezTo>
                  <a:cubicBezTo>
                    <a:pt x="4903316" y="834834"/>
                    <a:pt x="4778647" y="817928"/>
                    <a:pt x="4654216" y="799411"/>
                  </a:cubicBezTo>
                  <a:cubicBezTo>
                    <a:pt x="4504476" y="777129"/>
                    <a:pt x="4354926" y="753577"/>
                    <a:pt x="4197525" y="730392"/>
                  </a:cubicBezTo>
                  <a:cubicBezTo>
                    <a:pt x="4127067" y="718858"/>
                    <a:pt x="4056763" y="706267"/>
                    <a:pt x="3986116" y="696036"/>
                  </a:cubicBezTo>
                  <a:cubicBezTo>
                    <a:pt x="3877133" y="680254"/>
                    <a:pt x="3767754" y="667177"/>
                    <a:pt x="3658837" y="650973"/>
                  </a:cubicBezTo>
                  <a:cubicBezTo>
                    <a:pt x="3511946" y="629120"/>
                    <a:pt x="3365349" y="605300"/>
                    <a:pt x="3218600" y="582495"/>
                  </a:cubicBezTo>
                  <a:cubicBezTo>
                    <a:pt x="3107119" y="565171"/>
                    <a:pt x="2995651" y="547733"/>
                    <a:pt x="2884063" y="531123"/>
                  </a:cubicBezTo>
                  <a:cubicBezTo>
                    <a:pt x="2837660" y="524218"/>
                    <a:pt x="2790955" y="519334"/>
                    <a:pt x="2735313" y="512401"/>
                  </a:cubicBezTo>
                  <a:close/>
                  <a:moveTo>
                    <a:pt x="2029254" y="2070"/>
                  </a:moveTo>
                  <a:cubicBezTo>
                    <a:pt x="2115915" y="15346"/>
                    <a:pt x="2197108" y="24086"/>
                    <a:pt x="2277902" y="35614"/>
                  </a:cubicBezTo>
                  <a:cubicBezTo>
                    <a:pt x="2386758" y="51147"/>
                    <a:pt x="2495282" y="68981"/>
                    <a:pt x="2603991" y="85545"/>
                  </a:cubicBezTo>
                  <a:cubicBezTo>
                    <a:pt x="2712726" y="102109"/>
                    <a:pt x="2821484" y="118515"/>
                    <a:pt x="2930284" y="134636"/>
                  </a:cubicBezTo>
                  <a:cubicBezTo>
                    <a:pt x="3017938" y="147624"/>
                    <a:pt x="3105666" y="160126"/>
                    <a:pt x="3193371" y="172765"/>
                  </a:cubicBezTo>
                  <a:cubicBezTo>
                    <a:pt x="3281090" y="185407"/>
                    <a:pt x="3368893" y="197470"/>
                    <a:pt x="3456530" y="210656"/>
                  </a:cubicBezTo>
                  <a:cubicBezTo>
                    <a:pt x="3582223" y="229566"/>
                    <a:pt x="3707781" y="249388"/>
                    <a:pt x="3833433" y="268591"/>
                  </a:cubicBezTo>
                  <a:cubicBezTo>
                    <a:pt x="3942154" y="285207"/>
                    <a:pt x="4050889" y="301734"/>
                    <a:pt x="4159682" y="317861"/>
                  </a:cubicBezTo>
                  <a:cubicBezTo>
                    <a:pt x="4247342" y="330854"/>
                    <a:pt x="4335100" y="343181"/>
                    <a:pt x="4422812" y="355821"/>
                  </a:cubicBezTo>
                  <a:cubicBezTo>
                    <a:pt x="4510525" y="368461"/>
                    <a:pt x="4598311" y="380621"/>
                    <a:pt x="4685925" y="393904"/>
                  </a:cubicBezTo>
                  <a:cubicBezTo>
                    <a:pt x="4790405" y="409743"/>
                    <a:pt x="4894611" y="427404"/>
                    <a:pt x="4999166" y="442705"/>
                  </a:cubicBezTo>
                  <a:cubicBezTo>
                    <a:pt x="5108116" y="458649"/>
                    <a:pt x="5217691" y="470618"/>
                    <a:pt x="5326258" y="488727"/>
                  </a:cubicBezTo>
                  <a:cubicBezTo>
                    <a:pt x="5365386" y="495253"/>
                    <a:pt x="5412764" y="504000"/>
                    <a:pt x="5438804" y="529605"/>
                  </a:cubicBezTo>
                  <a:cubicBezTo>
                    <a:pt x="5876501" y="960021"/>
                    <a:pt x="6311710" y="1392972"/>
                    <a:pt x="6746843" y="1825993"/>
                  </a:cubicBezTo>
                  <a:cubicBezTo>
                    <a:pt x="7002110" y="2080021"/>
                    <a:pt x="7256248" y="2335185"/>
                    <a:pt x="7511010" y="2589722"/>
                  </a:cubicBezTo>
                  <a:cubicBezTo>
                    <a:pt x="7522174" y="2600876"/>
                    <a:pt x="7534500" y="2610868"/>
                    <a:pt x="7546284" y="2621402"/>
                  </a:cubicBezTo>
                  <a:cubicBezTo>
                    <a:pt x="7546556" y="2628262"/>
                    <a:pt x="7546828" y="2635124"/>
                    <a:pt x="7544020" y="2646812"/>
                  </a:cubicBezTo>
                  <a:cubicBezTo>
                    <a:pt x="7514014" y="2716129"/>
                    <a:pt x="7485292" y="2779950"/>
                    <a:pt x="7460985" y="2845410"/>
                  </a:cubicBezTo>
                  <a:cubicBezTo>
                    <a:pt x="7450080" y="2874783"/>
                    <a:pt x="7435210" y="2887265"/>
                    <a:pt x="7404126" y="2883817"/>
                  </a:cubicBezTo>
                  <a:cubicBezTo>
                    <a:pt x="7365607" y="2879547"/>
                    <a:pt x="7326858" y="2875799"/>
                    <a:pt x="7288149" y="2875092"/>
                  </a:cubicBezTo>
                  <a:cubicBezTo>
                    <a:pt x="7091306" y="2871495"/>
                    <a:pt x="6894442" y="2869007"/>
                    <a:pt x="6697590" y="2865894"/>
                  </a:cubicBezTo>
                  <a:cubicBezTo>
                    <a:pt x="6687642" y="2865736"/>
                    <a:pt x="6677766" y="2862821"/>
                    <a:pt x="6667791" y="2862144"/>
                  </a:cubicBezTo>
                  <a:cubicBezTo>
                    <a:pt x="6636834" y="2860045"/>
                    <a:pt x="6605846" y="2858408"/>
                    <a:pt x="6576758" y="2856703"/>
                  </a:cubicBezTo>
                  <a:cubicBezTo>
                    <a:pt x="6573708" y="2865724"/>
                    <a:pt x="6572033" y="2868370"/>
                    <a:pt x="6572028" y="2871020"/>
                  </a:cubicBezTo>
                  <a:cubicBezTo>
                    <a:pt x="6571686" y="3055314"/>
                    <a:pt x="6570950" y="3239611"/>
                    <a:pt x="6572506" y="3423889"/>
                  </a:cubicBezTo>
                  <a:cubicBezTo>
                    <a:pt x="6572602" y="3435535"/>
                    <a:pt x="6588407" y="3453094"/>
                    <a:pt x="6600695" y="3457623"/>
                  </a:cubicBezTo>
                  <a:cubicBezTo>
                    <a:pt x="6687376" y="3489581"/>
                    <a:pt x="6747082" y="3548565"/>
                    <a:pt x="6791449" y="3628640"/>
                  </a:cubicBezTo>
                  <a:cubicBezTo>
                    <a:pt x="6845736" y="3726617"/>
                    <a:pt x="6839724" y="3836335"/>
                    <a:pt x="6857207" y="3940975"/>
                  </a:cubicBezTo>
                  <a:cubicBezTo>
                    <a:pt x="6878403" y="4067845"/>
                    <a:pt x="6886788" y="4196805"/>
                    <a:pt x="6903046" y="4324564"/>
                  </a:cubicBezTo>
                  <a:cubicBezTo>
                    <a:pt x="6921804" y="4471967"/>
                    <a:pt x="6943474" y="4618996"/>
                    <a:pt x="6963037" y="4766300"/>
                  </a:cubicBezTo>
                  <a:cubicBezTo>
                    <a:pt x="6967844" y="4802501"/>
                    <a:pt x="6969387" y="4839138"/>
                    <a:pt x="6972776" y="4879723"/>
                  </a:cubicBezTo>
                  <a:cubicBezTo>
                    <a:pt x="6704142" y="4879723"/>
                    <a:pt x="6441738" y="4879723"/>
                    <a:pt x="6175232" y="4879642"/>
                  </a:cubicBezTo>
                  <a:cubicBezTo>
                    <a:pt x="6102172" y="4879561"/>
                    <a:pt x="6033215" y="4879561"/>
                    <a:pt x="5962963" y="4879561"/>
                  </a:cubicBezTo>
                  <a:cubicBezTo>
                    <a:pt x="5962963" y="4859306"/>
                    <a:pt x="5961569" y="4846271"/>
                    <a:pt x="5963189" y="4833623"/>
                  </a:cubicBezTo>
                  <a:cubicBezTo>
                    <a:pt x="5973762" y="4751091"/>
                    <a:pt x="5985366" y="4668692"/>
                    <a:pt x="5995905" y="4586155"/>
                  </a:cubicBezTo>
                  <a:cubicBezTo>
                    <a:pt x="6008818" y="4485014"/>
                    <a:pt x="6020714" y="4383742"/>
                    <a:pt x="6033609" y="4282598"/>
                  </a:cubicBezTo>
                  <a:cubicBezTo>
                    <a:pt x="6046858" y="4178676"/>
                    <a:pt x="6060532" y="4074807"/>
                    <a:pt x="6074494" y="3970977"/>
                  </a:cubicBezTo>
                  <a:cubicBezTo>
                    <a:pt x="6085580" y="3888539"/>
                    <a:pt x="6091594" y="3804814"/>
                    <a:pt x="6110839" y="3724284"/>
                  </a:cubicBezTo>
                  <a:cubicBezTo>
                    <a:pt x="6124274" y="3668059"/>
                    <a:pt x="6156256" y="3616268"/>
                    <a:pt x="6179953" y="3562495"/>
                  </a:cubicBezTo>
                  <a:cubicBezTo>
                    <a:pt x="6229304" y="3516273"/>
                    <a:pt x="6280332" y="3472924"/>
                    <a:pt x="6346704" y="3451808"/>
                  </a:cubicBezTo>
                  <a:cubicBezTo>
                    <a:pt x="6353848" y="3449535"/>
                    <a:pt x="6361322" y="3434727"/>
                    <a:pt x="6361364" y="3425699"/>
                  </a:cubicBezTo>
                  <a:cubicBezTo>
                    <a:pt x="6362209" y="3238497"/>
                    <a:pt x="6362000" y="3051289"/>
                    <a:pt x="6362000" y="2853006"/>
                  </a:cubicBezTo>
                  <a:cubicBezTo>
                    <a:pt x="6309159" y="2851510"/>
                    <a:pt x="6257422" y="2855343"/>
                    <a:pt x="6207548" y="2847427"/>
                  </a:cubicBezTo>
                  <a:cubicBezTo>
                    <a:pt x="6126986" y="2834639"/>
                    <a:pt x="6085204" y="2868421"/>
                    <a:pt x="6048186" y="2938389"/>
                  </a:cubicBezTo>
                  <a:cubicBezTo>
                    <a:pt x="5987541" y="3053013"/>
                    <a:pt x="5918557" y="3163974"/>
                    <a:pt x="5844548" y="3270547"/>
                  </a:cubicBezTo>
                  <a:cubicBezTo>
                    <a:pt x="5782400" y="3360039"/>
                    <a:pt x="5684387" y="3399169"/>
                    <a:pt x="5579380" y="3414553"/>
                  </a:cubicBezTo>
                  <a:cubicBezTo>
                    <a:pt x="5388858" y="3442464"/>
                    <a:pt x="5199781" y="3421729"/>
                    <a:pt x="5014944" y="3376183"/>
                  </a:cubicBezTo>
                  <a:cubicBezTo>
                    <a:pt x="4822745" y="3328823"/>
                    <a:pt x="4630678" y="3277569"/>
                    <a:pt x="4443817" y="3212824"/>
                  </a:cubicBezTo>
                  <a:cubicBezTo>
                    <a:pt x="4247205" y="3144700"/>
                    <a:pt x="4055328" y="3062041"/>
                    <a:pt x="3864229" y="2979168"/>
                  </a:cubicBezTo>
                  <a:cubicBezTo>
                    <a:pt x="3727586" y="2919909"/>
                    <a:pt x="3594154" y="2852684"/>
                    <a:pt x="3461932" y="2783932"/>
                  </a:cubicBezTo>
                  <a:cubicBezTo>
                    <a:pt x="3230845" y="2663775"/>
                    <a:pt x="3006953" y="2530536"/>
                    <a:pt x="2799408" y="2373069"/>
                  </a:cubicBezTo>
                  <a:cubicBezTo>
                    <a:pt x="2649237" y="2259133"/>
                    <a:pt x="2505753" y="2135645"/>
                    <a:pt x="2404663" y="1972150"/>
                  </a:cubicBezTo>
                  <a:cubicBezTo>
                    <a:pt x="2344361" y="1874624"/>
                    <a:pt x="2314470" y="1769529"/>
                    <a:pt x="2345158" y="1656216"/>
                  </a:cubicBezTo>
                  <a:cubicBezTo>
                    <a:pt x="2358051" y="1608613"/>
                    <a:pt x="2383253" y="1563687"/>
                    <a:pt x="2407039" y="1519810"/>
                  </a:cubicBezTo>
                  <a:cubicBezTo>
                    <a:pt x="2486149" y="1373877"/>
                    <a:pt x="2567157" y="1228974"/>
                    <a:pt x="2647430" y="1083673"/>
                  </a:cubicBezTo>
                  <a:cubicBezTo>
                    <a:pt x="2659773" y="1061334"/>
                    <a:pt x="2672085" y="1038978"/>
                    <a:pt x="2684074" y="1017242"/>
                  </a:cubicBezTo>
                  <a:cubicBezTo>
                    <a:pt x="2413341" y="767448"/>
                    <a:pt x="2144235" y="519153"/>
                    <a:pt x="1872024" y="267996"/>
                  </a:cubicBezTo>
                  <a:cubicBezTo>
                    <a:pt x="1912525" y="181559"/>
                    <a:pt x="1953677" y="93729"/>
                    <a:pt x="1994782" y="2774"/>
                  </a:cubicBezTo>
                  <a:cubicBezTo>
                    <a:pt x="2004357" y="-642"/>
                    <a:pt x="2013982" y="-933"/>
                    <a:pt x="2029254" y="207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00" name="Group 99">
            <a:extLst>
              <a:ext uri="{FF2B5EF4-FFF2-40B4-BE49-F238E27FC236}">
                <a16:creationId xmlns:a16="http://schemas.microsoft.com/office/drawing/2014/main" id="{D579CA2E-CBA8-E434-6069-A636997FB5D7}"/>
              </a:ext>
              <a:ext uri="{C183D7F6-B498-43B3-948B-1728B52AA6E4}">
                <adec:decorative xmlns:adec="http://schemas.microsoft.com/office/drawing/2017/decorative" val="1"/>
              </a:ext>
            </a:extLst>
          </p:cNvPr>
          <p:cNvGrpSpPr>
            <a:grpSpLocks noChangeAspect="1"/>
          </p:cNvGrpSpPr>
          <p:nvPr/>
        </p:nvGrpSpPr>
        <p:grpSpPr>
          <a:xfrm>
            <a:off x="4955607" y="2223703"/>
            <a:ext cx="715859" cy="457200"/>
            <a:chOff x="4955607" y="2223703"/>
            <a:chExt cx="715859" cy="457200"/>
          </a:xfrm>
          <a:solidFill>
            <a:schemeClr val="accent2"/>
          </a:solidFill>
        </p:grpSpPr>
        <p:sp>
          <p:nvSpPr>
            <p:cNvPr id="1106" name="Freeform: Shape 1105">
              <a:extLst>
                <a:ext uri="{FF2B5EF4-FFF2-40B4-BE49-F238E27FC236}">
                  <a16:creationId xmlns:a16="http://schemas.microsoft.com/office/drawing/2014/main" id="{DE63D5D1-E765-AF27-5489-46D6625A4E15}"/>
                </a:ext>
                <a:ext uri="{C183D7F6-B498-43B3-948B-1728B52AA6E4}">
                  <adec:decorative xmlns:adec="http://schemas.microsoft.com/office/drawing/2017/decorative" val="1"/>
                </a:ext>
              </a:extLst>
            </p:cNvPr>
            <p:cNvSpPr/>
            <p:nvPr/>
          </p:nvSpPr>
          <p:spPr>
            <a:xfrm>
              <a:off x="5008355" y="2223703"/>
              <a:ext cx="663111" cy="364816"/>
            </a:xfrm>
            <a:custGeom>
              <a:avLst/>
              <a:gdLst>
                <a:gd name="connsiteX0" fmla="*/ 1 w 9946659"/>
                <a:gd name="connsiteY0" fmla="*/ 5237908 h 5472241"/>
                <a:gd name="connsiteX1" fmla="*/ 462879 w 9946659"/>
                <a:gd name="connsiteY1" fmla="*/ 5237908 h 5472241"/>
                <a:gd name="connsiteX2" fmla="*/ 462879 w 9946659"/>
                <a:gd name="connsiteY2" fmla="*/ 5472241 h 5472241"/>
                <a:gd name="connsiteX3" fmla="*/ 1 w 9946659"/>
                <a:gd name="connsiteY3" fmla="*/ 5472241 h 5472241"/>
                <a:gd name="connsiteX4" fmla="*/ 925767 w 9946659"/>
                <a:gd name="connsiteY4" fmla="*/ 5006464 h 5472241"/>
                <a:gd name="connsiteX5" fmla="*/ 1388645 w 9946659"/>
                <a:gd name="connsiteY5" fmla="*/ 5006464 h 5472241"/>
                <a:gd name="connsiteX6" fmla="*/ 1388645 w 9946659"/>
                <a:gd name="connsiteY6" fmla="*/ 5469342 h 5472241"/>
                <a:gd name="connsiteX7" fmla="*/ 925767 w 9946659"/>
                <a:gd name="connsiteY7" fmla="*/ 5469342 h 5472241"/>
                <a:gd name="connsiteX8" fmla="*/ 2 w 9946659"/>
                <a:gd name="connsiteY8" fmla="*/ 3846354 h 5472241"/>
                <a:gd name="connsiteX9" fmla="*/ 1388656 w 9946659"/>
                <a:gd name="connsiteY9" fmla="*/ 3846354 h 5472241"/>
                <a:gd name="connsiteX10" fmla="*/ 1388656 w 9946659"/>
                <a:gd name="connsiteY10" fmla="*/ 4080687 h 5472241"/>
                <a:gd name="connsiteX11" fmla="*/ 2 w 9946659"/>
                <a:gd name="connsiteY11" fmla="*/ 4080687 h 5472241"/>
                <a:gd name="connsiteX12" fmla="*/ 4036881 w 9946659"/>
                <a:gd name="connsiteY12" fmla="*/ 3627818 h 5472241"/>
                <a:gd name="connsiteX13" fmla="*/ 4499759 w 9946659"/>
                <a:gd name="connsiteY13" fmla="*/ 3627818 h 5472241"/>
                <a:gd name="connsiteX14" fmla="*/ 4499759 w 9946659"/>
                <a:gd name="connsiteY14" fmla="*/ 4553585 h 5472241"/>
                <a:gd name="connsiteX15" fmla="*/ 4036881 w 9946659"/>
                <a:gd name="connsiteY15" fmla="*/ 4553585 h 5472241"/>
                <a:gd name="connsiteX16" fmla="*/ 5886224 w 9946659"/>
                <a:gd name="connsiteY16" fmla="*/ 3396780 h 5472241"/>
                <a:gd name="connsiteX17" fmla="*/ 6351412 w 9946659"/>
                <a:gd name="connsiteY17" fmla="*/ 3396780 h 5472241"/>
                <a:gd name="connsiteX18" fmla="*/ 6351412 w 9946659"/>
                <a:gd name="connsiteY18" fmla="*/ 4553992 h 5472241"/>
                <a:gd name="connsiteX19" fmla="*/ 5886224 w 9946659"/>
                <a:gd name="connsiteY19" fmla="*/ 4553992 h 5472241"/>
                <a:gd name="connsiteX20" fmla="*/ 1 w 9946659"/>
                <a:gd name="connsiteY20" fmla="*/ 3383465 h 5472241"/>
                <a:gd name="connsiteX21" fmla="*/ 1388655 w 9946659"/>
                <a:gd name="connsiteY21" fmla="*/ 3383465 h 5472241"/>
                <a:gd name="connsiteX22" fmla="*/ 1388655 w 9946659"/>
                <a:gd name="connsiteY22" fmla="*/ 3614909 h 5472241"/>
                <a:gd name="connsiteX23" fmla="*/ 1 w 9946659"/>
                <a:gd name="connsiteY23" fmla="*/ 3614909 h 5472241"/>
                <a:gd name="connsiteX24" fmla="*/ 4962585 w 9946659"/>
                <a:gd name="connsiteY24" fmla="*/ 2933495 h 5472241"/>
                <a:gd name="connsiteX25" fmla="*/ 5425463 w 9946659"/>
                <a:gd name="connsiteY25" fmla="*/ 2933495 h 5472241"/>
                <a:gd name="connsiteX26" fmla="*/ 5425463 w 9946659"/>
                <a:gd name="connsiteY26" fmla="*/ 4553585 h 5472241"/>
                <a:gd name="connsiteX27" fmla="*/ 4962585 w 9946659"/>
                <a:gd name="connsiteY27" fmla="*/ 4553585 h 5472241"/>
                <a:gd name="connsiteX28" fmla="*/ 1 w 9946659"/>
                <a:gd name="connsiteY28" fmla="*/ 2917688 h 5472241"/>
                <a:gd name="connsiteX29" fmla="*/ 1388655 w 9946659"/>
                <a:gd name="connsiteY29" fmla="*/ 2917688 h 5472241"/>
                <a:gd name="connsiteX30" fmla="*/ 1388655 w 9946659"/>
                <a:gd name="connsiteY30" fmla="*/ 3152021 h 5472241"/>
                <a:gd name="connsiteX31" fmla="*/ 1 w 9946659"/>
                <a:gd name="connsiteY31" fmla="*/ 3152021 h 5472241"/>
                <a:gd name="connsiteX32" fmla="*/ 6814128 w 9946659"/>
                <a:gd name="connsiteY32" fmla="*/ 2470606 h 5472241"/>
                <a:gd name="connsiteX33" fmla="*/ 7277006 w 9946659"/>
                <a:gd name="connsiteY33" fmla="*/ 2470606 h 5472241"/>
                <a:gd name="connsiteX34" fmla="*/ 7277006 w 9946659"/>
                <a:gd name="connsiteY34" fmla="*/ 4553585 h 5472241"/>
                <a:gd name="connsiteX35" fmla="*/ 6814128 w 9946659"/>
                <a:gd name="connsiteY35" fmla="*/ 4553585 h 5472241"/>
                <a:gd name="connsiteX36" fmla="*/ 1 w 9946659"/>
                <a:gd name="connsiteY36" fmla="*/ 2454809 h 5472241"/>
                <a:gd name="connsiteX37" fmla="*/ 1388655 w 9946659"/>
                <a:gd name="connsiteY37" fmla="*/ 2454809 h 5472241"/>
                <a:gd name="connsiteX38" fmla="*/ 1388655 w 9946659"/>
                <a:gd name="connsiteY38" fmla="*/ 2686253 h 5472241"/>
                <a:gd name="connsiteX39" fmla="*/ 1 w 9946659"/>
                <a:gd name="connsiteY39" fmla="*/ 2686253 h 5472241"/>
                <a:gd name="connsiteX40" fmla="*/ 0 w 9946659"/>
                <a:gd name="connsiteY40" fmla="*/ 1989032 h 5472241"/>
                <a:gd name="connsiteX41" fmla="*/ 1388655 w 9946659"/>
                <a:gd name="connsiteY41" fmla="*/ 1989032 h 5472241"/>
                <a:gd name="connsiteX42" fmla="*/ 1388655 w 9946659"/>
                <a:gd name="connsiteY42" fmla="*/ 2223365 h 5472241"/>
                <a:gd name="connsiteX43" fmla="*/ 0 w 9946659"/>
                <a:gd name="connsiteY43" fmla="*/ 2223365 h 5472241"/>
                <a:gd name="connsiteX44" fmla="*/ 7739884 w 9946659"/>
                <a:gd name="connsiteY44" fmla="*/ 1776284 h 5472241"/>
                <a:gd name="connsiteX45" fmla="*/ 8202762 w 9946659"/>
                <a:gd name="connsiteY45" fmla="*/ 1776284 h 5472241"/>
                <a:gd name="connsiteX46" fmla="*/ 8202762 w 9946659"/>
                <a:gd name="connsiteY46" fmla="*/ 4553585 h 5472241"/>
                <a:gd name="connsiteX47" fmla="*/ 7739884 w 9946659"/>
                <a:gd name="connsiteY47" fmla="*/ 4553585 h 5472241"/>
                <a:gd name="connsiteX48" fmla="*/ 0 w 9946659"/>
                <a:gd name="connsiteY48" fmla="*/ 1534829 h 5472241"/>
                <a:gd name="connsiteX49" fmla="*/ 1388655 w 9946659"/>
                <a:gd name="connsiteY49" fmla="*/ 1534829 h 5472241"/>
                <a:gd name="connsiteX50" fmla="*/ 1388655 w 9946659"/>
                <a:gd name="connsiteY50" fmla="*/ 1766273 h 5472241"/>
                <a:gd name="connsiteX51" fmla="*/ 0 w 9946659"/>
                <a:gd name="connsiteY51" fmla="*/ 1766273 h 5472241"/>
                <a:gd name="connsiteX52" fmla="*/ 9252326 w 9946659"/>
                <a:gd name="connsiteY52" fmla="*/ 0 h 5472241"/>
                <a:gd name="connsiteX53" fmla="*/ 9946659 w 9946659"/>
                <a:gd name="connsiteY53" fmla="*/ 0 h 5472241"/>
                <a:gd name="connsiteX54" fmla="*/ 9946659 w 9946659"/>
                <a:gd name="connsiteY54" fmla="*/ 694333 h 5472241"/>
                <a:gd name="connsiteX55" fmla="*/ 9252326 w 9946659"/>
                <a:gd name="connsiteY55" fmla="*/ 694333 h 547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946659" h="5472241">
                  <a:moveTo>
                    <a:pt x="1" y="5237908"/>
                  </a:moveTo>
                  <a:lnTo>
                    <a:pt x="462879" y="5237908"/>
                  </a:lnTo>
                  <a:lnTo>
                    <a:pt x="462879" y="5472241"/>
                  </a:lnTo>
                  <a:lnTo>
                    <a:pt x="1" y="5472241"/>
                  </a:lnTo>
                  <a:close/>
                  <a:moveTo>
                    <a:pt x="925767" y="5006464"/>
                  </a:moveTo>
                  <a:lnTo>
                    <a:pt x="1388645" y="5006464"/>
                  </a:lnTo>
                  <a:lnTo>
                    <a:pt x="1388645" y="5469342"/>
                  </a:lnTo>
                  <a:lnTo>
                    <a:pt x="925767" y="5469342"/>
                  </a:lnTo>
                  <a:close/>
                  <a:moveTo>
                    <a:pt x="2" y="3846354"/>
                  </a:moveTo>
                  <a:lnTo>
                    <a:pt x="1388656" y="3846354"/>
                  </a:lnTo>
                  <a:lnTo>
                    <a:pt x="1388656" y="4080687"/>
                  </a:lnTo>
                  <a:lnTo>
                    <a:pt x="2" y="4080687"/>
                  </a:lnTo>
                  <a:close/>
                  <a:moveTo>
                    <a:pt x="4036881" y="3627818"/>
                  </a:moveTo>
                  <a:lnTo>
                    <a:pt x="4499759" y="3627818"/>
                  </a:lnTo>
                  <a:lnTo>
                    <a:pt x="4499759" y="4553585"/>
                  </a:lnTo>
                  <a:lnTo>
                    <a:pt x="4036881" y="4553585"/>
                  </a:lnTo>
                  <a:close/>
                  <a:moveTo>
                    <a:pt x="5886224" y="3396780"/>
                  </a:moveTo>
                  <a:lnTo>
                    <a:pt x="6351412" y="3396780"/>
                  </a:lnTo>
                  <a:lnTo>
                    <a:pt x="6351412" y="4553992"/>
                  </a:lnTo>
                  <a:lnTo>
                    <a:pt x="5886224" y="4553992"/>
                  </a:lnTo>
                  <a:close/>
                  <a:moveTo>
                    <a:pt x="1" y="3383465"/>
                  </a:moveTo>
                  <a:lnTo>
                    <a:pt x="1388655" y="3383465"/>
                  </a:lnTo>
                  <a:lnTo>
                    <a:pt x="1388655" y="3614909"/>
                  </a:lnTo>
                  <a:lnTo>
                    <a:pt x="1" y="3614909"/>
                  </a:lnTo>
                  <a:close/>
                  <a:moveTo>
                    <a:pt x="4962585" y="2933495"/>
                  </a:moveTo>
                  <a:lnTo>
                    <a:pt x="5425463" y="2933495"/>
                  </a:lnTo>
                  <a:lnTo>
                    <a:pt x="5425463" y="4553585"/>
                  </a:lnTo>
                  <a:lnTo>
                    <a:pt x="4962585" y="4553585"/>
                  </a:lnTo>
                  <a:close/>
                  <a:moveTo>
                    <a:pt x="1" y="2917688"/>
                  </a:moveTo>
                  <a:lnTo>
                    <a:pt x="1388655" y="2917688"/>
                  </a:lnTo>
                  <a:lnTo>
                    <a:pt x="1388655" y="3152021"/>
                  </a:lnTo>
                  <a:lnTo>
                    <a:pt x="1" y="3152021"/>
                  </a:lnTo>
                  <a:close/>
                  <a:moveTo>
                    <a:pt x="6814128" y="2470606"/>
                  </a:moveTo>
                  <a:lnTo>
                    <a:pt x="7277006" y="2470606"/>
                  </a:lnTo>
                  <a:lnTo>
                    <a:pt x="7277006" y="4553585"/>
                  </a:lnTo>
                  <a:lnTo>
                    <a:pt x="6814128" y="4553585"/>
                  </a:lnTo>
                  <a:close/>
                  <a:moveTo>
                    <a:pt x="1" y="2454809"/>
                  </a:moveTo>
                  <a:lnTo>
                    <a:pt x="1388655" y="2454809"/>
                  </a:lnTo>
                  <a:lnTo>
                    <a:pt x="1388655" y="2686253"/>
                  </a:lnTo>
                  <a:lnTo>
                    <a:pt x="1" y="2686253"/>
                  </a:lnTo>
                  <a:close/>
                  <a:moveTo>
                    <a:pt x="0" y="1989032"/>
                  </a:moveTo>
                  <a:lnTo>
                    <a:pt x="1388655" y="1989032"/>
                  </a:lnTo>
                  <a:lnTo>
                    <a:pt x="1388655" y="2223365"/>
                  </a:lnTo>
                  <a:lnTo>
                    <a:pt x="0" y="2223365"/>
                  </a:lnTo>
                  <a:close/>
                  <a:moveTo>
                    <a:pt x="7739884" y="1776284"/>
                  </a:moveTo>
                  <a:lnTo>
                    <a:pt x="8202762" y="1776284"/>
                  </a:lnTo>
                  <a:lnTo>
                    <a:pt x="8202762" y="4553585"/>
                  </a:lnTo>
                  <a:lnTo>
                    <a:pt x="7739884" y="4553585"/>
                  </a:lnTo>
                  <a:close/>
                  <a:moveTo>
                    <a:pt x="0" y="1534829"/>
                  </a:moveTo>
                  <a:lnTo>
                    <a:pt x="1388655" y="1534829"/>
                  </a:lnTo>
                  <a:lnTo>
                    <a:pt x="1388655" y="1766273"/>
                  </a:lnTo>
                  <a:lnTo>
                    <a:pt x="0" y="1766273"/>
                  </a:lnTo>
                  <a:close/>
                  <a:moveTo>
                    <a:pt x="9252326" y="0"/>
                  </a:moveTo>
                  <a:lnTo>
                    <a:pt x="9946659" y="0"/>
                  </a:lnTo>
                  <a:lnTo>
                    <a:pt x="9946659" y="694333"/>
                  </a:lnTo>
                  <a:lnTo>
                    <a:pt x="9252326" y="694333"/>
                  </a:lnTo>
                  <a:close/>
                </a:path>
              </a:pathLst>
            </a:custGeom>
            <a:solidFill>
              <a:schemeClr val="bg1"/>
            </a:solidFill>
            <a:ln w="9525" cap="flat">
              <a:noFill/>
              <a:prstDash val="solid"/>
              <a:miter/>
            </a:ln>
          </p:spPr>
          <p:txBody>
            <a:bodyPr wrap="square" rtlCol="0" anchor="ctr">
              <a:noAutofit/>
            </a:bodyPr>
            <a:lstStyle/>
            <a:p>
              <a:endParaRPr lang="en-US" dirty="0"/>
            </a:p>
          </p:txBody>
        </p:sp>
        <p:sp>
          <p:nvSpPr>
            <p:cNvPr id="1107" name="Freeform: Shape 1106">
              <a:extLst>
                <a:ext uri="{FF2B5EF4-FFF2-40B4-BE49-F238E27FC236}">
                  <a16:creationId xmlns:a16="http://schemas.microsoft.com/office/drawing/2014/main" id="{BA28E6C4-5BB7-A99C-CC1D-6048F19542A4}"/>
                </a:ext>
                <a:ext uri="{C183D7F6-B498-43B3-948B-1728B52AA6E4}">
                  <adec:decorative xmlns:adec="http://schemas.microsoft.com/office/drawing/2017/decorative" val="1"/>
                </a:ext>
              </a:extLst>
            </p:cNvPr>
            <p:cNvSpPr/>
            <p:nvPr/>
          </p:nvSpPr>
          <p:spPr>
            <a:xfrm rot="10800000">
              <a:off x="4955607" y="2233294"/>
              <a:ext cx="707850" cy="447609"/>
            </a:xfrm>
            <a:custGeom>
              <a:avLst/>
              <a:gdLst>
                <a:gd name="connsiteX0" fmla="*/ 5087477 w 10617749"/>
                <a:gd name="connsiteY0" fmla="*/ 1150851 h 6714141"/>
                <a:gd name="connsiteX1" fmla="*/ 468613 w 10617749"/>
                <a:gd name="connsiteY1" fmla="*/ 1150851 h 6714141"/>
                <a:gd name="connsiteX2" fmla="*/ 468659 w 10617749"/>
                <a:gd name="connsiteY2" fmla="*/ 1150842 h 6714141"/>
                <a:gd name="connsiteX3" fmla="*/ 3483773 w 10617749"/>
                <a:gd name="connsiteY3" fmla="*/ 1150842 h 6714141"/>
                <a:gd name="connsiteX4" fmla="*/ 3483773 w 10617749"/>
                <a:gd name="connsiteY4" fmla="*/ 470403 h 6714141"/>
                <a:gd name="connsiteX5" fmla="*/ 2310938 w 10617749"/>
                <a:gd name="connsiteY5" fmla="*/ 470403 h 6714141"/>
                <a:gd name="connsiteX6" fmla="*/ 1863679 w 10617749"/>
                <a:gd name="connsiteY6" fmla="*/ 0 h 6714141"/>
                <a:gd name="connsiteX7" fmla="*/ 5565015 w 10617749"/>
                <a:gd name="connsiteY7" fmla="*/ 0 h 6714141"/>
                <a:gd name="connsiteX8" fmla="*/ 5117756 w 10617749"/>
                <a:gd name="connsiteY8" fmla="*/ 470403 h 6714141"/>
                <a:gd name="connsiteX9" fmla="*/ 3946660 w 10617749"/>
                <a:gd name="connsiteY9" fmla="*/ 470403 h 6714141"/>
                <a:gd name="connsiteX10" fmla="*/ 3946660 w 10617749"/>
                <a:gd name="connsiteY10" fmla="*/ 1150842 h 6714141"/>
                <a:gd name="connsiteX11" fmla="*/ 5087477 w 10617749"/>
                <a:gd name="connsiteY11" fmla="*/ 1150842 h 6714141"/>
                <a:gd name="connsiteX12" fmla="*/ 5087478 w 10617749"/>
                <a:gd name="connsiteY12" fmla="*/ 5767607 h 6714141"/>
                <a:gd name="connsiteX13" fmla="*/ 4624593 w 10617749"/>
                <a:gd name="connsiteY13" fmla="*/ 5767607 h 6714141"/>
                <a:gd name="connsiteX14" fmla="*/ 4624593 w 10617749"/>
                <a:gd name="connsiteY14" fmla="*/ 5536165 h 6714141"/>
                <a:gd name="connsiteX15" fmla="*/ 5087478 w 10617749"/>
                <a:gd name="connsiteY15" fmla="*/ 5536165 h 6714141"/>
                <a:gd name="connsiteX16" fmla="*/ 6247769 w 10617749"/>
                <a:gd name="connsiteY16" fmla="*/ 5769855 h 6714141"/>
                <a:gd name="connsiteX17" fmla="*/ 5319685 w 10617749"/>
                <a:gd name="connsiteY17" fmla="*/ 5769855 h 6714141"/>
                <a:gd name="connsiteX18" fmla="*/ 5319685 w 10617749"/>
                <a:gd name="connsiteY18" fmla="*/ 5538413 h 6714141"/>
                <a:gd name="connsiteX19" fmla="*/ 6247192 w 10617749"/>
                <a:gd name="connsiteY19" fmla="*/ 5538413 h 6714141"/>
                <a:gd name="connsiteX20" fmla="*/ 6247192 w 10617749"/>
                <a:gd name="connsiteY20" fmla="*/ 4153232 h 6714141"/>
                <a:gd name="connsiteX21" fmla="*/ 6478634 w 10617749"/>
                <a:gd name="connsiteY21" fmla="*/ 4153232 h 6714141"/>
                <a:gd name="connsiteX22" fmla="*/ 6478634 w 10617749"/>
                <a:gd name="connsiteY22" fmla="*/ 5538990 h 6714141"/>
                <a:gd name="connsiteX23" fmla="*/ 6247769 w 10617749"/>
                <a:gd name="connsiteY23" fmla="*/ 5769855 h 6714141"/>
                <a:gd name="connsiteX24" fmla="*/ 9019004 w 10617749"/>
                <a:gd name="connsiteY24" fmla="*/ 6251253 h 6714141"/>
                <a:gd name="connsiteX25" fmla="*/ 9019004 w 10617749"/>
                <a:gd name="connsiteY25" fmla="*/ 6251251 h 6714141"/>
                <a:gd name="connsiteX26" fmla="*/ 10154861 w 10617749"/>
                <a:gd name="connsiteY26" fmla="*/ 6251251 h 6714141"/>
                <a:gd name="connsiteX27" fmla="*/ 10154861 w 10617749"/>
                <a:gd name="connsiteY27" fmla="*/ 5639759 h 6714141"/>
                <a:gd name="connsiteX28" fmla="*/ 10154871 w 10617749"/>
                <a:gd name="connsiteY28" fmla="*/ 5639759 h 6714141"/>
                <a:gd name="connsiteX29" fmla="*/ 10154871 w 10617749"/>
                <a:gd name="connsiteY29" fmla="*/ 2564334 h 6714141"/>
                <a:gd name="connsiteX30" fmla="*/ 10154861 w 10617749"/>
                <a:gd name="connsiteY30" fmla="*/ 2564334 h 6714141"/>
                <a:gd name="connsiteX31" fmla="*/ 10154861 w 10617749"/>
                <a:gd name="connsiteY31" fmla="*/ 726091 h 6714141"/>
                <a:gd name="connsiteX32" fmla="*/ 9019004 w 10617749"/>
                <a:gd name="connsiteY32" fmla="*/ 726091 h 6714141"/>
                <a:gd name="connsiteX33" fmla="*/ 8090926 w 10617749"/>
                <a:gd name="connsiteY33" fmla="*/ 726091 h 6714141"/>
                <a:gd name="connsiteX34" fmla="*/ 8090926 w 10617749"/>
                <a:gd name="connsiteY34" fmla="*/ 3946056 h 6714141"/>
                <a:gd name="connsiteX35" fmla="*/ 8090926 w 10617749"/>
                <a:gd name="connsiteY35" fmla="*/ 6251253 h 6714141"/>
                <a:gd name="connsiteX36" fmla="*/ 10207526 w 10617749"/>
                <a:gd name="connsiteY36" fmla="*/ 6714140 h 6714141"/>
                <a:gd name="connsiteX37" fmla="*/ 8090926 w 10617749"/>
                <a:gd name="connsiteY37" fmla="*/ 6714140 h 6714141"/>
                <a:gd name="connsiteX38" fmla="*/ 7628044 w 10617749"/>
                <a:gd name="connsiteY38" fmla="*/ 6251253 h 6714141"/>
                <a:gd name="connsiteX39" fmla="*/ 7628044 w 10617749"/>
                <a:gd name="connsiteY39" fmla="*/ 4584919 h 6714141"/>
                <a:gd name="connsiteX40" fmla="*/ 7628044 w 10617749"/>
                <a:gd name="connsiteY40" fmla="*/ 726091 h 6714141"/>
                <a:gd name="connsiteX41" fmla="*/ 7628044 w 10617749"/>
                <a:gd name="connsiteY41" fmla="*/ 263204 h 6714141"/>
                <a:gd name="connsiteX42" fmla="*/ 8085543 w 10617749"/>
                <a:gd name="connsiteY42" fmla="*/ 263204 h 6714141"/>
                <a:gd name="connsiteX43" fmla="*/ 8085543 w 10617749"/>
                <a:gd name="connsiteY43" fmla="*/ 0 h 6714141"/>
                <a:gd name="connsiteX44" fmla="*/ 8565427 w 10617749"/>
                <a:gd name="connsiteY44" fmla="*/ 0 h 6714141"/>
                <a:gd name="connsiteX45" fmla="*/ 8565427 w 10617749"/>
                <a:gd name="connsiteY45" fmla="*/ 260191 h 6714141"/>
                <a:gd name="connsiteX46" fmla="*/ 9016693 w 10617749"/>
                <a:gd name="connsiteY46" fmla="*/ 260191 h 6714141"/>
                <a:gd name="connsiteX47" fmla="*/ 9016693 w 10617749"/>
                <a:gd name="connsiteY47" fmla="*/ 263204 h 6714141"/>
                <a:gd name="connsiteX48" fmla="*/ 9019004 w 10617749"/>
                <a:gd name="connsiteY48" fmla="*/ 263204 h 6714141"/>
                <a:gd name="connsiteX49" fmla="*/ 9019004 w 10617749"/>
                <a:gd name="connsiteY49" fmla="*/ 263203 h 6714141"/>
                <a:gd name="connsiteX50" fmla="*/ 9229095 w 10617749"/>
                <a:gd name="connsiteY50" fmla="*/ 263203 h 6714141"/>
                <a:gd name="connsiteX51" fmla="*/ 9229095 w 10617749"/>
                <a:gd name="connsiteY51" fmla="*/ 260191 h 6714141"/>
                <a:gd name="connsiteX52" fmla="*/ 9679763 w 10617749"/>
                <a:gd name="connsiteY52" fmla="*/ 260191 h 6714141"/>
                <a:gd name="connsiteX53" fmla="*/ 9679763 w 10617749"/>
                <a:gd name="connsiteY53" fmla="*/ 0 h 6714141"/>
                <a:gd name="connsiteX54" fmla="*/ 10159647 w 10617749"/>
                <a:gd name="connsiteY54" fmla="*/ 0 h 6714141"/>
                <a:gd name="connsiteX55" fmla="*/ 10159647 w 10617749"/>
                <a:gd name="connsiteY55" fmla="*/ 263204 h 6714141"/>
                <a:gd name="connsiteX56" fmla="*/ 10207526 w 10617749"/>
                <a:gd name="connsiteY56" fmla="*/ 263204 h 6714141"/>
                <a:gd name="connsiteX57" fmla="*/ 10207526 w 10617749"/>
                <a:gd name="connsiteY57" fmla="*/ 268508 h 6714141"/>
                <a:gd name="connsiteX58" fmla="*/ 10248177 w 10617749"/>
                <a:gd name="connsiteY58" fmla="*/ 272603 h 6714141"/>
                <a:gd name="connsiteX59" fmla="*/ 10617749 w 10617749"/>
                <a:gd name="connsiteY59" fmla="*/ 726091 h 6714141"/>
                <a:gd name="connsiteX60" fmla="*/ 10617749 w 10617749"/>
                <a:gd name="connsiteY60" fmla="*/ 2564334 h 6714141"/>
                <a:gd name="connsiteX61" fmla="*/ 10617749 w 10617749"/>
                <a:gd name="connsiteY61" fmla="*/ 2564334 h 6714141"/>
                <a:gd name="connsiteX62" fmla="*/ 10617749 w 10617749"/>
                <a:gd name="connsiteY62" fmla="*/ 6560313 h 6714141"/>
                <a:gd name="connsiteX63" fmla="*/ 10617749 w 10617749"/>
                <a:gd name="connsiteY63" fmla="*/ 6560313 h 6714141"/>
                <a:gd name="connsiteX64" fmla="*/ 10617749 w 10617749"/>
                <a:gd name="connsiteY64" fmla="*/ 6714140 h 6714141"/>
                <a:gd name="connsiteX65" fmla="*/ 10207526 w 10617749"/>
                <a:gd name="connsiteY65" fmla="*/ 6714140 h 6714141"/>
                <a:gd name="connsiteX66" fmla="*/ 3082258 w 10617749"/>
                <a:gd name="connsiteY66" fmla="*/ 6714141 h 6714141"/>
                <a:gd name="connsiteX67" fmla="*/ 851500 w 10617749"/>
                <a:gd name="connsiteY67" fmla="*/ 6714141 h 6714141"/>
                <a:gd name="connsiteX68" fmla="*/ 851500 w 10617749"/>
                <a:gd name="connsiteY68" fmla="*/ 6253572 h 6714141"/>
                <a:gd name="connsiteX69" fmla="*/ 2319239 w 10617749"/>
                <a:gd name="connsiteY69" fmla="*/ 6253572 h 6714141"/>
                <a:gd name="connsiteX70" fmla="*/ 2319239 w 10617749"/>
                <a:gd name="connsiteY70" fmla="*/ 6253571 h 6714141"/>
                <a:gd name="connsiteX71" fmla="*/ 6942679 w 10617749"/>
                <a:gd name="connsiteY71" fmla="*/ 6253571 h 6714141"/>
                <a:gd name="connsiteX72" fmla="*/ 6942679 w 10617749"/>
                <a:gd name="connsiteY72" fmla="*/ 1618932 h 6714141"/>
                <a:gd name="connsiteX73" fmla="*/ 466940 w 10617749"/>
                <a:gd name="connsiteY73" fmla="*/ 1618932 h 6714141"/>
                <a:gd name="connsiteX74" fmla="*/ 465324 w 10617749"/>
                <a:gd name="connsiteY74" fmla="*/ 4140607 h 6714141"/>
                <a:gd name="connsiteX75" fmla="*/ 465323 w 10617749"/>
                <a:gd name="connsiteY75" fmla="*/ 4140607 h 6714141"/>
                <a:gd name="connsiteX76" fmla="*/ 464195 w 10617749"/>
                <a:gd name="connsiteY76" fmla="*/ 5899171 h 6714141"/>
                <a:gd name="connsiteX77" fmla="*/ 0 w 10617749"/>
                <a:gd name="connsiteY77" fmla="*/ 5899171 h 6714141"/>
                <a:gd name="connsiteX78" fmla="*/ 0 w 10617749"/>
                <a:gd name="connsiteY78" fmla="*/ 4140607 h 6714141"/>
                <a:gd name="connsiteX79" fmla="*/ 0 w 10617749"/>
                <a:gd name="connsiteY79" fmla="*/ 3711746 h 6714141"/>
                <a:gd name="connsiteX80" fmla="*/ 0 w 10617749"/>
                <a:gd name="connsiteY80" fmla="*/ 1848059 h 6714141"/>
                <a:gd name="connsiteX81" fmla="*/ 0 w 10617749"/>
                <a:gd name="connsiteY81" fmla="*/ 1616618 h 6714141"/>
                <a:gd name="connsiteX82" fmla="*/ 462887 w 10617749"/>
                <a:gd name="connsiteY82" fmla="*/ 1153730 h 6714141"/>
                <a:gd name="connsiteX83" fmla="*/ 695478 w 10617749"/>
                <a:gd name="connsiteY83" fmla="*/ 1153730 h 6714141"/>
                <a:gd name="connsiteX84" fmla="*/ 3473368 w 10617749"/>
                <a:gd name="connsiteY84" fmla="*/ 1153730 h 6714141"/>
                <a:gd name="connsiteX85" fmla="*/ 3936251 w 10617749"/>
                <a:gd name="connsiteY85" fmla="*/ 1153730 h 6714141"/>
                <a:gd name="connsiteX86" fmla="*/ 6942679 w 10617749"/>
                <a:gd name="connsiteY86" fmla="*/ 1153730 h 6714141"/>
                <a:gd name="connsiteX87" fmla="*/ 6942679 w 10617749"/>
                <a:gd name="connsiteY87" fmla="*/ 1150841 h 6714141"/>
                <a:gd name="connsiteX88" fmla="*/ 7406715 w 10617749"/>
                <a:gd name="connsiteY88" fmla="*/ 1150841 h 6714141"/>
                <a:gd name="connsiteX89" fmla="*/ 7406715 w 10617749"/>
                <a:gd name="connsiteY89" fmla="*/ 1154319 h 6714141"/>
                <a:gd name="connsiteX90" fmla="*/ 7406715 w 10617749"/>
                <a:gd name="connsiteY90" fmla="*/ 2025114 h 6714141"/>
                <a:gd name="connsiteX91" fmla="*/ 7406140 w 10617749"/>
                <a:gd name="connsiteY91" fmla="*/ 2025114 h 6714141"/>
                <a:gd name="connsiteX92" fmla="*/ 7400936 w 10617749"/>
                <a:gd name="connsiteY92" fmla="*/ 6251832 h 6714141"/>
                <a:gd name="connsiteX93" fmla="*/ 6938051 w 10617749"/>
                <a:gd name="connsiteY93" fmla="*/ 6714140 h 6714141"/>
                <a:gd name="connsiteX94" fmla="*/ 3922941 w 10617749"/>
                <a:gd name="connsiteY94" fmla="*/ 6714140 h 6714141"/>
                <a:gd name="connsiteX95" fmla="*/ 3460055 w 10617749"/>
                <a:gd name="connsiteY95" fmla="*/ 6714140 h 6714141"/>
                <a:gd name="connsiteX96" fmla="*/ 3082258 w 10617749"/>
                <a:gd name="connsiteY96" fmla="*/ 6714140 h 6714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0617749" h="6714141">
                  <a:moveTo>
                    <a:pt x="5087477" y="1150851"/>
                  </a:moveTo>
                  <a:lnTo>
                    <a:pt x="468613" y="1150851"/>
                  </a:lnTo>
                  <a:lnTo>
                    <a:pt x="468659" y="1150842"/>
                  </a:lnTo>
                  <a:lnTo>
                    <a:pt x="3483773" y="1150842"/>
                  </a:lnTo>
                  <a:lnTo>
                    <a:pt x="3483773" y="470403"/>
                  </a:lnTo>
                  <a:lnTo>
                    <a:pt x="2310938" y="470403"/>
                  </a:lnTo>
                  <a:cubicBezTo>
                    <a:pt x="2063869" y="470403"/>
                    <a:pt x="1863679" y="247068"/>
                    <a:pt x="1863679" y="0"/>
                  </a:cubicBezTo>
                  <a:lnTo>
                    <a:pt x="5565015" y="0"/>
                  </a:lnTo>
                  <a:cubicBezTo>
                    <a:pt x="5565015" y="247068"/>
                    <a:pt x="5364816" y="470403"/>
                    <a:pt x="5117756" y="470403"/>
                  </a:cubicBezTo>
                  <a:lnTo>
                    <a:pt x="3946660" y="470403"/>
                  </a:lnTo>
                  <a:lnTo>
                    <a:pt x="3946660" y="1150842"/>
                  </a:lnTo>
                  <a:lnTo>
                    <a:pt x="5087477" y="1150842"/>
                  </a:lnTo>
                  <a:close/>
                  <a:moveTo>
                    <a:pt x="5087478" y="5767607"/>
                  </a:moveTo>
                  <a:lnTo>
                    <a:pt x="4624593" y="5767607"/>
                  </a:lnTo>
                  <a:lnTo>
                    <a:pt x="4624593" y="5536165"/>
                  </a:lnTo>
                  <a:lnTo>
                    <a:pt x="5087478" y="5536165"/>
                  </a:lnTo>
                  <a:close/>
                  <a:moveTo>
                    <a:pt x="6247769" y="5769855"/>
                  </a:moveTo>
                  <a:lnTo>
                    <a:pt x="5319685" y="5769855"/>
                  </a:lnTo>
                  <a:lnTo>
                    <a:pt x="5319685" y="5538413"/>
                  </a:lnTo>
                  <a:lnTo>
                    <a:pt x="6247192" y="5538413"/>
                  </a:lnTo>
                  <a:lnTo>
                    <a:pt x="6247192" y="4153232"/>
                  </a:lnTo>
                  <a:lnTo>
                    <a:pt x="6478634" y="4153232"/>
                  </a:lnTo>
                  <a:lnTo>
                    <a:pt x="6478634" y="5538990"/>
                  </a:lnTo>
                  <a:cubicBezTo>
                    <a:pt x="6478634" y="5666283"/>
                    <a:pt x="6375062" y="5769855"/>
                    <a:pt x="6247769" y="5769855"/>
                  </a:cubicBezTo>
                  <a:close/>
                  <a:moveTo>
                    <a:pt x="9019004" y="6251253"/>
                  </a:moveTo>
                  <a:lnTo>
                    <a:pt x="9019004" y="6251251"/>
                  </a:lnTo>
                  <a:lnTo>
                    <a:pt x="10154861" y="6251251"/>
                  </a:lnTo>
                  <a:lnTo>
                    <a:pt x="10154861" y="5639759"/>
                  </a:lnTo>
                  <a:lnTo>
                    <a:pt x="10154871" y="5639759"/>
                  </a:lnTo>
                  <a:lnTo>
                    <a:pt x="10154871" y="2564334"/>
                  </a:lnTo>
                  <a:lnTo>
                    <a:pt x="10154861" y="2564334"/>
                  </a:lnTo>
                  <a:lnTo>
                    <a:pt x="10154861" y="726091"/>
                  </a:lnTo>
                  <a:lnTo>
                    <a:pt x="9019004" y="726091"/>
                  </a:lnTo>
                  <a:lnTo>
                    <a:pt x="8090926" y="726091"/>
                  </a:lnTo>
                  <a:lnTo>
                    <a:pt x="8090926" y="3946056"/>
                  </a:lnTo>
                  <a:lnTo>
                    <a:pt x="8090926" y="6251253"/>
                  </a:lnTo>
                  <a:close/>
                  <a:moveTo>
                    <a:pt x="10207526" y="6714140"/>
                  </a:moveTo>
                  <a:lnTo>
                    <a:pt x="8090926" y="6714140"/>
                  </a:lnTo>
                  <a:cubicBezTo>
                    <a:pt x="7835176" y="6714140"/>
                    <a:pt x="7628044" y="6506994"/>
                    <a:pt x="7628044" y="6251253"/>
                  </a:cubicBezTo>
                  <a:lnTo>
                    <a:pt x="7628044" y="4584919"/>
                  </a:lnTo>
                  <a:lnTo>
                    <a:pt x="7628044" y="726091"/>
                  </a:lnTo>
                  <a:lnTo>
                    <a:pt x="7628044" y="263204"/>
                  </a:lnTo>
                  <a:lnTo>
                    <a:pt x="8085543" y="263204"/>
                  </a:lnTo>
                  <a:lnTo>
                    <a:pt x="8085543" y="0"/>
                  </a:lnTo>
                  <a:lnTo>
                    <a:pt x="8565427" y="0"/>
                  </a:lnTo>
                  <a:lnTo>
                    <a:pt x="8565427" y="260191"/>
                  </a:lnTo>
                  <a:lnTo>
                    <a:pt x="9016693" y="260191"/>
                  </a:lnTo>
                  <a:lnTo>
                    <a:pt x="9016693" y="263204"/>
                  </a:lnTo>
                  <a:lnTo>
                    <a:pt x="9019004" y="263204"/>
                  </a:lnTo>
                  <a:lnTo>
                    <a:pt x="9019004" y="263203"/>
                  </a:lnTo>
                  <a:lnTo>
                    <a:pt x="9229095" y="263203"/>
                  </a:lnTo>
                  <a:lnTo>
                    <a:pt x="9229095" y="260191"/>
                  </a:lnTo>
                  <a:lnTo>
                    <a:pt x="9679763" y="260191"/>
                  </a:lnTo>
                  <a:lnTo>
                    <a:pt x="9679763" y="0"/>
                  </a:lnTo>
                  <a:lnTo>
                    <a:pt x="10159647" y="0"/>
                  </a:lnTo>
                  <a:lnTo>
                    <a:pt x="10159647" y="263204"/>
                  </a:lnTo>
                  <a:lnTo>
                    <a:pt x="10207526" y="263204"/>
                  </a:lnTo>
                  <a:lnTo>
                    <a:pt x="10207526" y="268508"/>
                  </a:lnTo>
                  <a:lnTo>
                    <a:pt x="10248177" y="272603"/>
                  </a:lnTo>
                  <a:cubicBezTo>
                    <a:pt x="10459152" y="315746"/>
                    <a:pt x="10617749" y="502306"/>
                    <a:pt x="10617749" y="726091"/>
                  </a:cubicBezTo>
                  <a:lnTo>
                    <a:pt x="10617749" y="2564334"/>
                  </a:lnTo>
                  <a:lnTo>
                    <a:pt x="10617749" y="2564334"/>
                  </a:lnTo>
                  <a:lnTo>
                    <a:pt x="10617749" y="6560313"/>
                  </a:lnTo>
                  <a:lnTo>
                    <a:pt x="10617749" y="6560313"/>
                  </a:lnTo>
                  <a:lnTo>
                    <a:pt x="10617749" y="6714140"/>
                  </a:lnTo>
                  <a:lnTo>
                    <a:pt x="10207526" y="6714140"/>
                  </a:lnTo>
                  <a:close/>
                  <a:moveTo>
                    <a:pt x="3082258" y="6714141"/>
                  </a:moveTo>
                  <a:lnTo>
                    <a:pt x="851500" y="6714141"/>
                  </a:lnTo>
                  <a:lnTo>
                    <a:pt x="851500" y="6253572"/>
                  </a:lnTo>
                  <a:lnTo>
                    <a:pt x="2319239" y="6253572"/>
                  </a:lnTo>
                  <a:lnTo>
                    <a:pt x="2319239" y="6253571"/>
                  </a:lnTo>
                  <a:lnTo>
                    <a:pt x="6942679" y="6253571"/>
                  </a:lnTo>
                  <a:lnTo>
                    <a:pt x="6942679" y="1618932"/>
                  </a:lnTo>
                  <a:lnTo>
                    <a:pt x="466940" y="1618932"/>
                  </a:lnTo>
                  <a:lnTo>
                    <a:pt x="465324" y="4140607"/>
                  </a:lnTo>
                  <a:lnTo>
                    <a:pt x="465323" y="4140607"/>
                  </a:lnTo>
                  <a:lnTo>
                    <a:pt x="464195" y="5899171"/>
                  </a:lnTo>
                  <a:lnTo>
                    <a:pt x="0" y="5899171"/>
                  </a:lnTo>
                  <a:lnTo>
                    <a:pt x="0" y="4140607"/>
                  </a:lnTo>
                  <a:lnTo>
                    <a:pt x="0" y="3711746"/>
                  </a:lnTo>
                  <a:lnTo>
                    <a:pt x="0" y="1848059"/>
                  </a:lnTo>
                  <a:lnTo>
                    <a:pt x="0" y="1616618"/>
                  </a:lnTo>
                  <a:cubicBezTo>
                    <a:pt x="0" y="1360877"/>
                    <a:pt x="207146" y="1153730"/>
                    <a:pt x="462887" y="1153730"/>
                  </a:cubicBezTo>
                  <a:lnTo>
                    <a:pt x="695478" y="1153730"/>
                  </a:lnTo>
                  <a:lnTo>
                    <a:pt x="3473368" y="1153730"/>
                  </a:lnTo>
                  <a:lnTo>
                    <a:pt x="3936251" y="1153730"/>
                  </a:lnTo>
                  <a:lnTo>
                    <a:pt x="6942679" y="1153730"/>
                  </a:lnTo>
                  <a:lnTo>
                    <a:pt x="6942679" y="1150841"/>
                  </a:lnTo>
                  <a:lnTo>
                    <a:pt x="7406715" y="1150841"/>
                  </a:lnTo>
                  <a:lnTo>
                    <a:pt x="7406715" y="1154319"/>
                  </a:lnTo>
                  <a:lnTo>
                    <a:pt x="7406715" y="2025114"/>
                  </a:lnTo>
                  <a:lnTo>
                    <a:pt x="7406140" y="2025114"/>
                  </a:lnTo>
                  <a:lnTo>
                    <a:pt x="7400936" y="6251832"/>
                  </a:lnTo>
                  <a:cubicBezTo>
                    <a:pt x="7400357" y="6507582"/>
                    <a:pt x="7193216" y="6714140"/>
                    <a:pt x="6938051" y="6714140"/>
                  </a:cubicBezTo>
                  <a:lnTo>
                    <a:pt x="3922941" y="6714140"/>
                  </a:lnTo>
                  <a:lnTo>
                    <a:pt x="3460055" y="6714140"/>
                  </a:lnTo>
                  <a:lnTo>
                    <a:pt x="3082258" y="6714140"/>
                  </a:lnTo>
                  <a:close/>
                </a:path>
              </a:pathLst>
            </a:custGeom>
            <a:grpFill/>
            <a:ln w="9525" cap="flat">
              <a:noFill/>
              <a:prstDash val="solid"/>
              <a:miter/>
            </a:ln>
          </p:spPr>
          <p:txBody>
            <a:bodyPr wrap="square" rtlCol="0" anchor="ctr">
              <a:noAutofit/>
            </a:bodyPr>
            <a:lstStyle/>
            <a:p>
              <a:endParaRPr lang="en-US"/>
            </a:p>
          </p:txBody>
        </p:sp>
      </p:grpSp>
      <p:grpSp>
        <p:nvGrpSpPr>
          <p:cNvPr id="99" name="Group 98">
            <a:extLst>
              <a:ext uri="{FF2B5EF4-FFF2-40B4-BE49-F238E27FC236}">
                <a16:creationId xmlns:a16="http://schemas.microsoft.com/office/drawing/2014/main" id="{BB413B6C-A909-6C5B-E9CB-28B2AD4DFE78}"/>
              </a:ext>
              <a:ext uri="{C183D7F6-B498-43B3-948B-1728B52AA6E4}">
                <adec:decorative xmlns:adec="http://schemas.microsoft.com/office/drawing/2017/decorative" val="1"/>
              </a:ext>
            </a:extLst>
          </p:cNvPr>
          <p:cNvGrpSpPr>
            <a:grpSpLocks noChangeAspect="1"/>
          </p:cNvGrpSpPr>
          <p:nvPr/>
        </p:nvGrpSpPr>
        <p:grpSpPr>
          <a:xfrm>
            <a:off x="5808237" y="2223703"/>
            <a:ext cx="691938" cy="457200"/>
            <a:chOff x="5808237" y="2223703"/>
            <a:chExt cx="691938" cy="457200"/>
          </a:xfrm>
          <a:solidFill>
            <a:schemeClr val="accent2"/>
          </a:solidFill>
        </p:grpSpPr>
        <p:sp>
          <p:nvSpPr>
            <p:cNvPr id="1134" name="Freeform 58">
              <a:extLst>
                <a:ext uri="{FF2B5EF4-FFF2-40B4-BE49-F238E27FC236}">
                  <a16:creationId xmlns:a16="http://schemas.microsoft.com/office/drawing/2014/main" id="{9A455695-4F89-E952-ED86-4B3A5611816E}"/>
                </a:ext>
                <a:ext uri="{C183D7F6-B498-43B3-948B-1728B52AA6E4}">
                  <adec:decorative xmlns:adec="http://schemas.microsoft.com/office/drawing/2017/decorative" val="1"/>
                </a:ext>
              </a:extLst>
            </p:cNvPr>
            <p:cNvSpPr>
              <a:spLocks noEditPoints="1"/>
            </p:cNvSpPr>
            <p:nvPr/>
          </p:nvSpPr>
          <p:spPr bwMode="auto">
            <a:xfrm>
              <a:off x="5872584" y="2383723"/>
              <a:ext cx="166158" cy="231669"/>
            </a:xfrm>
            <a:custGeom>
              <a:avLst/>
              <a:gdLst>
                <a:gd name="T0" fmla="*/ 220 w 3141"/>
                <a:gd name="T1" fmla="*/ 3444 h 4380"/>
                <a:gd name="T2" fmla="*/ 69 w 3141"/>
                <a:gd name="T3" fmla="*/ 4380 h 4380"/>
                <a:gd name="T4" fmla="*/ 150 w 3141"/>
                <a:gd name="T5" fmla="*/ 1270 h 4380"/>
                <a:gd name="T6" fmla="*/ 135 w 3141"/>
                <a:gd name="T7" fmla="*/ 1270 h 4380"/>
                <a:gd name="T8" fmla="*/ 107 w 3141"/>
                <a:gd name="T9" fmla="*/ 1278 h 4380"/>
                <a:gd name="T10" fmla="*/ 82 w 3141"/>
                <a:gd name="T11" fmla="*/ 1290 h 4380"/>
                <a:gd name="T12" fmla="*/ 60 w 3141"/>
                <a:gd name="T13" fmla="*/ 1306 h 4380"/>
                <a:gd name="T14" fmla="*/ 40 w 3141"/>
                <a:gd name="T15" fmla="*/ 1327 h 4380"/>
                <a:gd name="T16" fmla="*/ 24 w 3141"/>
                <a:gd name="T17" fmla="*/ 1352 h 4380"/>
                <a:gd name="T18" fmla="*/ 14 w 3141"/>
                <a:gd name="T19" fmla="*/ 1380 h 4380"/>
                <a:gd name="T20" fmla="*/ 8 w 3141"/>
                <a:gd name="T21" fmla="*/ 1410 h 4380"/>
                <a:gd name="T22" fmla="*/ 6 w 3141"/>
                <a:gd name="T23" fmla="*/ 1426 h 4380"/>
                <a:gd name="T24" fmla="*/ 9 w 3141"/>
                <a:gd name="T25" fmla="*/ 1457 h 4380"/>
                <a:gd name="T26" fmla="*/ 18 w 3141"/>
                <a:gd name="T27" fmla="*/ 1487 h 4380"/>
                <a:gd name="T28" fmla="*/ 32 w 3141"/>
                <a:gd name="T29" fmla="*/ 1513 h 4380"/>
                <a:gd name="T30" fmla="*/ 49 w 3141"/>
                <a:gd name="T31" fmla="*/ 1537 h 4380"/>
                <a:gd name="T32" fmla="*/ 70 w 3141"/>
                <a:gd name="T33" fmla="*/ 1555 h 4380"/>
                <a:gd name="T34" fmla="*/ 95 w 3141"/>
                <a:gd name="T35" fmla="*/ 1570 h 4380"/>
                <a:gd name="T36" fmla="*/ 122 w 3141"/>
                <a:gd name="T37" fmla="*/ 1579 h 4380"/>
                <a:gd name="T38" fmla="*/ 150 w 3141"/>
                <a:gd name="T39" fmla="*/ 1582 h 4380"/>
                <a:gd name="T40" fmla="*/ 165 w 3141"/>
                <a:gd name="T41" fmla="*/ 1582 h 4380"/>
                <a:gd name="T42" fmla="*/ 193 w 3141"/>
                <a:gd name="T43" fmla="*/ 1576 h 4380"/>
                <a:gd name="T44" fmla="*/ 218 w 3141"/>
                <a:gd name="T45" fmla="*/ 1564 h 4380"/>
                <a:gd name="T46" fmla="*/ 242 w 3141"/>
                <a:gd name="T47" fmla="*/ 1546 h 4380"/>
                <a:gd name="T48" fmla="*/ 261 w 3141"/>
                <a:gd name="T49" fmla="*/ 1525 h 4380"/>
                <a:gd name="T50" fmla="*/ 276 w 3141"/>
                <a:gd name="T51" fmla="*/ 1500 h 4380"/>
                <a:gd name="T52" fmla="*/ 288 w 3141"/>
                <a:gd name="T53" fmla="*/ 1472 h 4380"/>
                <a:gd name="T54" fmla="*/ 294 w 3141"/>
                <a:gd name="T55" fmla="*/ 1442 h 4380"/>
                <a:gd name="T56" fmla="*/ 294 w 3141"/>
                <a:gd name="T57" fmla="*/ 1426 h 4380"/>
                <a:gd name="T58" fmla="*/ 291 w 3141"/>
                <a:gd name="T59" fmla="*/ 1395 h 4380"/>
                <a:gd name="T60" fmla="*/ 282 w 3141"/>
                <a:gd name="T61" fmla="*/ 1365 h 4380"/>
                <a:gd name="T62" fmla="*/ 269 w 3141"/>
                <a:gd name="T63" fmla="*/ 1338 h 4380"/>
                <a:gd name="T64" fmla="*/ 252 w 3141"/>
                <a:gd name="T65" fmla="*/ 1316 h 4380"/>
                <a:gd name="T66" fmla="*/ 230 w 3141"/>
                <a:gd name="T67" fmla="*/ 1297 h 4380"/>
                <a:gd name="T68" fmla="*/ 206 w 3141"/>
                <a:gd name="T69" fmla="*/ 1282 h 4380"/>
                <a:gd name="T70" fmla="*/ 180 w 3141"/>
                <a:gd name="T71" fmla="*/ 1273 h 4380"/>
                <a:gd name="T72" fmla="*/ 150 w 3141"/>
                <a:gd name="T73" fmla="*/ 1270 h 4380"/>
                <a:gd name="T74" fmla="*/ 67 w 3141"/>
                <a:gd name="T75" fmla="*/ 3121 h 4380"/>
                <a:gd name="T76" fmla="*/ 227 w 3141"/>
                <a:gd name="T77" fmla="*/ 2191 h 4380"/>
                <a:gd name="T78" fmla="*/ 67 w 3141"/>
                <a:gd name="T79" fmla="*/ 3121 h 4380"/>
                <a:gd name="T80" fmla="*/ 301 w 3141"/>
                <a:gd name="T81" fmla="*/ 323 h 4380"/>
                <a:gd name="T82" fmla="*/ 0 w 3141"/>
                <a:gd name="T83" fmla="*/ 0 h 4380"/>
                <a:gd name="T84" fmla="*/ 2305 w 3141"/>
                <a:gd name="T85" fmla="*/ 3428 h 4380"/>
                <a:gd name="T86" fmla="*/ 3141 w 3141"/>
                <a:gd name="T87" fmla="*/ 4264 h 4380"/>
                <a:gd name="T88" fmla="*/ 2305 w 3141"/>
                <a:gd name="T89" fmla="*/ 3428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41" h="4380">
                  <a:moveTo>
                    <a:pt x="69" y="3444"/>
                  </a:moveTo>
                  <a:lnTo>
                    <a:pt x="220" y="3444"/>
                  </a:lnTo>
                  <a:lnTo>
                    <a:pt x="220" y="4380"/>
                  </a:lnTo>
                  <a:lnTo>
                    <a:pt x="69" y="4380"/>
                  </a:lnTo>
                  <a:lnTo>
                    <a:pt x="69" y="3444"/>
                  </a:lnTo>
                  <a:close/>
                  <a:moveTo>
                    <a:pt x="150" y="1270"/>
                  </a:moveTo>
                  <a:lnTo>
                    <a:pt x="150" y="1270"/>
                  </a:lnTo>
                  <a:lnTo>
                    <a:pt x="135" y="1270"/>
                  </a:lnTo>
                  <a:lnTo>
                    <a:pt x="122" y="1273"/>
                  </a:lnTo>
                  <a:lnTo>
                    <a:pt x="107" y="1278"/>
                  </a:lnTo>
                  <a:lnTo>
                    <a:pt x="95" y="1282"/>
                  </a:lnTo>
                  <a:lnTo>
                    <a:pt x="82" y="1290"/>
                  </a:lnTo>
                  <a:lnTo>
                    <a:pt x="70" y="1297"/>
                  </a:lnTo>
                  <a:lnTo>
                    <a:pt x="60" y="1306"/>
                  </a:lnTo>
                  <a:lnTo>
                    <a:pt x="49" y="1316"/>
                  </a:lnTo>
                  <a:lnTo>
                    <a:pt x="40" y="1327"/>
                  </a:lnTo>
                  <a:lnTo>
                    <a:pt x="32" y="1338"/>
                  </a:lnTo>
                  <a:lnTo>
                    <a:pt x="24" y="1352"/>
                  </a:lnTo>
                  <a:lnTo>
                    <a:pt x="18" y="1365"/>
                  </a:lnTo>
                  <a:lnTo>
                    <a:pt x="14" y="1380"/>
                  </a:lnTo>
                  <a:lnTo>
                    <a:pt x="9" y="1395"/>
                  </a:lnTo>
                  <a:lnTo>
                    <a:pt x="8" y="1410"/>
                  </a:lnTo>
                  <a:lnTo>
                    <a:pt x="6" y="1426"/>
                  </a:lnTo>
                  <a:lnTo>
                    <a:pt x="6" y="1426"/>
                  </a:lnTo>
                  <a:lnTo>
                    <a:pt x="8" y="1442"/>
                  </a:lnTo>
                  <a:lnTo>
                    <a:pt x="9" y="1457"/>
                  </a:lnTo>
                  <a:lnTo>
                    <a:pt x="14" y="1472"/>
                  </a:lnTo>
                  <a:lnTo>
                    <a:pt x="18" y="1487"/>
                  </a:lnTo>
                  <a:lnTo>
                    <a:pt x="24" y="1500"/>
                  </a:lnTo>
                  <a:lnTo>
                    <a:pt x="32" y="1513"/>
                  </a:lnTo>
                  <a:lnTo>
                    <a:pt x="40" y="1525"/>
                  </a:lnTo>
                  <a:lnTo>
                    <a:pt x="49" y="1537"/>
                  </a:lnTo>
                  <a:lnTo>
                    <a:pt x="60" y="1546"/>
                  </a:lnTo>
                  <a:lnTo>
                    <a:pt x="70" y="1555"/>
                  </a:lnTo>
                  <a:lnTo>
                    <a:pt x="82" y="1564"/>
                  </a:lnTo>
                  <a:lnTo>
                    <a:pt x="95" y="1570"/>
                  </a:lnTo>
                  <a:lnTo>
                    <a:pt x="107" y="1576"/>
                  </a:lnTo>
                  <a:lnTo>
                    <a:pt x="122" y="1579"/>
                  </a:lnTo>
                  <a:lnTo>
                    <a:pt x="135" y="1582"/>
                  </a:lnTo>
                  <a:lnTo>
                    <a:pt x="150" y="1582"/>
                  </a:lnTo>
                  <a:lnTo>
                    <a:pt x="150" y="1582"/>
                  </a:lnTo>
                  <a:lnTo>
                    <a:pt x="165" y="1582"/>
                  </a:lnTo>
                  <a:lnTo>
                    <a:pt x="180" y="1579"/>
                  </a:lnTo>
                  <a:lnTo>
                    <a:pt x="193" y="1576"/>
                  </a:lnTo>
                  <a:lnTo>
                    <a:pt x="206" y="1570"/>
                  </a:lnTo>
                  <a:lnTo>
                    <a:pt x="218" y="1564"/>
                  </a:lnTo>
                  <a:lnTo>
                    <a:pt x="230" y="1555"/>
                  </a:lnTo>
                  <a:lnTo>
                    <a:pt x="242" y="1546"/>
                  </a:lnTo>
                  <a:lnTo>
                    <a:pt x="252" y="1537"/>
                  </a:lnTo>
                  <a:lnTo>
                    <a:pt x="261" y="1525"/>
                  </a:lnTo>
                  <a:lnTo>
                    <a:pt x="269" y="1513"/>
                  </a:lnTo>
                  <a:lnTo>
                    <a:pt x="276" y="1500"/>
                  </a:lnTo>
                  <a:lnTo>
                    <a:pt x="282" y="1487"/>
                  </a:lnTo>
                  <a:lnTo>
                    <a:pt x="288" y="1472"/>
                  </a:lnTo>
                  <a:lnTo>
                    <a:pt x="291" y="1457"/>
                  </a:lnTo>
                  <a:lnTo>
                    <a:pt x="294" y="1442"/>
                  </a:lnTo>
                  <a:lnTo>
                    <a:pt x="294" y="1426"/>
                  </a:lnTo>
                  <a:lnTo>
                    <a:pt x="294" y="1426"/>
                  </a:lnTo>
                  <a:lnTo>
                    <a:pt x="294" y="1410"/>
                  </a:lnTo>
                  <a:lnTo>
                    <a:pt x="291" y="1395"/>
                  </a:lnTo>
                  <a:lnTo>
                    <a:pt x="288" y="1380"/>
                  </a:lnTo>
                  <a:lnTo>
                    <a:pt x="282" y="1365"/>
                  </a:lnTo>
                  <a:lnTo>
                    <a:pt x="276" y="1352"/>
                  </a:lnTo>
                  <a:lnTo>
                    <a:pt x="269" y="1338"/>
                  </a:lnTo>
                  <a:lnTo>
                    <a:pt x="261" y="1327"/>
                  </a:lnTo>
                  <a:lnTo>
                    <a:pt x="252" y="1316"/>
                  </a:lnTo>
                  <a:lnTo>
                    <a:pt x="242" y="1306"/>
                  </a:lnTo>
                  <a:lnTo>
                    <a:pt x="230" y="1297"/>
                  </a:lnTo>
                  <a:lnTo>
                    <a:pt x="218" y="1290"/>
                  </a:lnTo>
                  <a:lnTo>
                    <a:pt x="206" y="1282"/>
                  </a:lnTo>
                  <a:lnTo>
                    <a:pt x="193" y="1278"/>
                  </a:lnTo>
                  <a:lnTo>
                    <a:pt x="180" y="1273"/>
                  </a:lnTo>
                  <a:lnTo>
                    <a:pt x="165" y="1270"/>
                  </a:lnTo>
                  <a:lnTo>
                    <a:pt x="150" y="1270"/>
                  </a:lnTo>
                  <a:lnTo>
                    <a:pt x="150" y="1270"/>
                  </a:lnTo>
                  <a:close/>
                  <a:moveTo>
                    <a:pt x="67" y="3121"/>
                  </a:moveTo>
                  <a:lnTo>
                    <a:pt x="227" y="3121"/>
                  </a:lnTo>
                  <a:lnTo>
                    <a:pt x="227" y="2191"/>
                  </a:lnTo>
                  <a:lnTo>
                    <a:pt x="67" y="2191"/>
                  </a:lnTo>
                  <a:lnTo>
                    <a:pt x="67" y="3121"/>
                  </a:lnTo>
                  <a:close/>
                  <a:moveTo>
                    <a:pt x="0" y="323"/>
                  </a:moveTo>
                  <a:lnTo>
                    <a:pt x="301" y="323"/>
                  </a:lnTo>
                  <a:lnTo>
                    <a:pt x="301" y="0"/>
                  </a:lnTo>
                  <a:lnTo>
                    <a:pt x="0" y="0"/>
                  </a:lnTo>
                  <a:lnTo>
                    <a:pt x="0" y="323"/>
                  </a:lnTo>
                  <a:close/>
                  <a:moveTo>
                    <a:pt x="2305" y="3428"/>
                  </a:moveTo>
                  <a:lnTo>
                    <a:pt x="2305" y="4264"/>
                  </a:lnTo>
                  <a:lnTo>
                    <a:pt x="3141" y="4264"/>
                  </a:lnTo>
                  <a:lnTo>
                    <a:pt x="3141" y="3428"/>
                  </a:lnTo>
                  <a:lnTo>
                    <a:pt x="2305" y="34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5" name="Freeform 59">
              <a:extLst>
                <a:ext uri="{FF2B5EF4-FFF2-40B4-BE49-F238E27FC236}">
                  <a16:creationId xmlns:a16="http://schemas.microsoft.com/office/drawing/2014/main" id="{43A28D9F-4681-E4FC-9080-819E5D8F45F5}"/>
                </a:ext>
                <a:ext uri="{C183D7F6-B498-43B3-948B-1728B52AA6E4}">
                  <adec:decorative xmlns:adec="http://schemas.microsoft.com/office/drawing/2017/decorative" val="1"/>
                </a:ext>
              </a:extLst>
            </p:cNvPr>
            <p:cNvSpPr>
              <a:spLocks noEditPoints="1"/>
            </p:cNvSpPr>
            <p:nvPr/>
          </p:nvSpPr>
          <p:spPr bwMode="auto">
            <a:xfrm>
              <a:off x="5808237" y="2223703"/>
              <a:ext cx="691938" cy="457200"/>
            </a:xfrm>
            <a:custGeom>
              <a:avLst/>
              <a:gdLst>
                <a:gd name="T0" fmla="*/ 1871 w 13076"/>
                <a:gd name="T1" fmla="*/ 2548 h 8640"/>
                <a:gd name="T2" fmla="*/ 753 w 13076"/>
                <a:gd name="T3" fmla="*/ 2593 h 8640"/>
                <a:gd name="T4" fmla="*/ 744 w 13076"/>
                <a:gd name="T5" fmla="*/ 7812 h 8640"/>
                <a:gd name="T6" fmla="*/ 1888 w 13076"/>
                <a:gd name="T7" fmla="*/ 7856 h 8640"/>
                <a:gd name="T8" fmla="*/ 1983 w 13076"/>
                <a:gd name="T9" fmla="*/ 5528 h 8640"/>
                <a:gd name="T10" fmla="*/ 928 w 13076"/>
                <a:gd name="T11" fmla="*/ 2708 h 8640"/>
                <a:gd name="T12" fmla="*/ 13057 w 13076"/>
                <a:gd name="T13" fmla="*/ 6709 h 8640"/>
                <a:gd name="T14" fmla="*/ 12787 w 13076"/>
                <a:gd name="T15" fmla="*/ 7071 h 8640"/>
                <a:gd name="T16" fmla="*/ 10123 w 13076"/>
                <a:gd name="T17" fmla="*/ 8035 h 8640"/>
                <a:gd name="T18" fmla="*/ 10522 w 13076"/>
                <a:gd name="T19" fmla="*/ 8215 h 8640"/>
                <a:gd name="T20" fmla="*/ 10690 w 13076"/>
                <a:gd name="T21" fmla="*/ 8631 h 8640"/>
                <a:gd name="T22" fmla="*/ 6105 w 13076"/>
                <a:gd name="T23" fmla="*/ 8261 h 8640"/>
                <a:gd name="T24" fmla="*/ 6486 w 13076"/>
                <a:gd name="T25" fmla="*/ 8038 h 8640"/>
                <a:gd name="T26" fmla="*/ 4224 w 13076"/>
                <a:gd name="T27" fmla="*/ 6057 h 8640"/>
                <a:gd name="T28" fmla="*/ 3703 w 13076"/>
                <a:gd name="T29" fmla="*/ 411 h 8640"/>
                <a:gd name="T30" fmla="*/ 4035 w 13076"/>
                <a:gd name="T31" fmla="*/ 111 h 8640"/>
                <a:gd name="T32" fmla="*/ 13076 w 13076"/>
                <a:gd name="T33" fmla="*/ 661 h 8640"/>
                <a:gd name="T34" fmla="*/ 5069 w 13076"/>
                <a:gd name="T35" fmla="*/ 1355 h 8640"/>
                <a:gd name="T36" fmla="*/ 5231 w 13076"/>
                <a:gd name="T37" fmla="*/ 1578 h 8640"/>
                <a:gd name="T38" fmla="*/ 10779 w 13076"/>
                <a:gd name="T39" fmla="*/ 3789 h 8640"/>
                <a:gd name="T40" fmla="*/ 9311 w 13076"/>
                <a:gd name="T41" fmla="*/ 4662 h 8640"/>
                <a:gd name="T42" fmla="*/ 9774 w 13076"/>
                <a:gd name="T43" fmla="*/ 5587 h 8640"/>
                <a:gd name="T44" fmla="*/ 10845 w 13076"/>
                <a:gd name="T45" fmla="*/ 5635 h 8640"/>
                <a:gd name="T46" fmla="*/ 11385 w 13076"/>
                <a:gd name="T47" fmla="*/ 4698 h 8640"/>
                <a:gd name="T48" fmla="*/ 10758 w 13076"/>
                <a:gd name="T49" fmla="*/ 5332 h 8640"/>
                <a:gd name="T50" fmla="*/ 9992 w 13076"/>
                <a:gd name="T51" fmla="*/ 5383 h 8640"/>
                <a:gd name="T52" fmla="*/ 9591 w 13076"/>
                <a:gd name="T53" fmla="*/ 4714 h 8640"/>
                <a:gd name="T54" fmla="*/ 9947 w 13076"/>
                <a:gd name="T55" fmla="*/ 4071 h 8640"/>
                <a:gd name="T56" fmla="*/ 10682 w 13076"/>
                <a:gd name="T57" fmla="*/ 4059 h 8640"/>
                <a:gd name="T58" fmla="*/ 11090 w 13076"/>
                <a:gd name="T59" fmla="*/ 4719 h 8640"/>
                <a:gd name="T60" fmla="*/ 8068 w 13076"/>
                <a:gd name="T61" fmla="*/ 2774 h 8640"/>
                <a:gd name="T62" fmla="*/ 7553 w 13076"/>
                <a:gd name="T63" fmla="*/ 3708 h 8640"/>
                <a:gd name="T64" fmla="*/ 8142 w 13076"/>
                <a:gd name="T65" fmla="*/ 4599 h 8640"/>
                <a:gd name="T66" fmla="*/ 9256 w 13076"/>
                <a:gd name="T67" fmla="*/ 4373 h 8640"/>
                <a:gd name="T68" fmla="*/ 9617 w 13076"/>
                <a:gd name="T69" fmla="*/ 3618 h 8640"/>
                <a:gd name="T70" fmla="*/ 9104 w 13076"/>
                <a:gd name="T71" fmla="*/ 2765 h 8640"/>
                <a:gd name="T72" fmla="*/ 8945 w 13076"/>
                <a:gd name="T73" fmla="*/ 4351 h 8640"/>
                <a:gd name="T74" fmla="*/ 8011 w 13076"/>
                <a:gd name="T75" fmla="*/ 4018 h 8640"/>
                <a:gd name="T76" fmla="*/ 8173 w 13076"/>
                <a:gd name="T77" fmla="*/ 3071 h 8640"/>
                <a:gd name="T78" fmla="*/ 8924 w 13076"/>
                <a:gd name="T79" fmla="*/ 3011 h 8640"/>
                <a:gd name="T80" fmla="*/ 9344 w 13076"/>
                <a:gd name="T81" fmla="*/ 3656 h 8640"/>
                <a:gd name="T82" fmla="*/ 10876 w 13076"/>
                <a:gd name="T83" fmla="*/ 1750 h 8640"/>
                <a:gd name="T84" fmla="*/ 9800 w 13076"/>
                <a:gd name="T85" fmla="*/ 1741 h 8640"/>
                <a:gd name="T86" fmla="*/ 9308 w 13076"/>
                <a:gd name="T87" fmla="*/ 2700 h 8640"/>
                <a:gd name="T88" fmla="*/ 9803 w 13076"/>
                <a:gd name="T89" fmla="*/ 3540 h 8640"/>
                <a:gd name="T90" fmla="*/ 10890 w 13076"/>
                <a:gd name="T91" fmla="*/ 3517 h 8640"/>
                <a:gd name="T92" fmla="*/ 11363 w 13076"/>
                <a:gd name="T93" fmla="*/ 2559 h 8640"/>
                <a:gd name="T94" fmla="*/ 10656 w 13076"/>
                <a:gd name="T95" fmla="*/ 3305 h 8640"/>
                <a:gd name="T96" fmla="*/ 9763 w 13076"/>
                <a:gd name="T97" fmla="*/ 2982 h 8640"/>
                <a:gd name="T98" fmla="*/ 9876 w 13076"/>
                <a:gd name="T99" fmla="*/ 2100 h 8640"/>
                <a:gd name="T100" fmla="*/ 10663 w 13076"/>
                <a:gd name="T101" fmla="*/ 1970 h 8640"/>
                <a:gd name="T102" fmla="*/ 11077 w 13076"/>
                <a:gd name="T103" fmla="*/ 2583 h 8640"/>
                <a:gd name="T104" fmla="*/ 7144 w 13076"/>
                <a:gd name="T105" fmla="*/ 1584 h 8640"/>
                <a:gd name="T106" fmla="*/ 2779 w 13076"/>
                <a:gd name="T107" fmla="*/ 4215 h 8640"/>
                <a:gd name="T108" fmla="*/ 2705 w 13076"/>
                <a:gd name="T109" fmla="*/ 1866 h 8640"/>
                <a:gd name="T110" fmla="*/ 794 w 13076"/>
                <a:gd name="T111" fmla="*/ 1769 h 8640"/>
                <a:gd name="T112" fmla="*/ 33 w 13076"/>
                <a:gd name="T113" fmla="*/ 8516 h 8640"/>
                <a:gd name="T114" fmla="*/ 344 w 13076"/>
                <a:gd name="T115" fmla="*/ 8640 h 8640"/>
                <a:gd name="T116" fmla="*/ 2459 w 13076"/>
                <a:gd name="T117" fmla="*/ 4124 h 8640"/>
                <a:gd name="T118" fmla="*/ 322 w 13076"/>
                <a:gd name="T119" fmla="*/ 2224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76" h="8640">
                  <a:moveTo>
                    <a:pt x="1983" y="2727"/>
                  </a:moveTo>
                  <a:lnTo>
                    <a:pt x="1983" y="2727"/>
                  </a:lnTo>
                  <a:lnTo>
                    <a:pt x="1983" y="2702"/>
                  </a:lnTo>
                  <a:lnTo>
                    <a:pt x="1982" y="2678"/>
                  </a:lnTo>
                  <a:lnTo>
                    <a:pt x="1980" y="2657"/>
                  </a:lnTo>
                  <a:lnTo>
                    <a:pt x="1977" y="2639"/>
                  </a:lnTo>
                  <a:lnTo>
                    <a:pt x="1973" y="2623"/>
                  </a:lnTo>
                  <a:lnTo>
                    <a:pt x="1967" y="2608"/>
                  </a:lnTo>
                  <a:lnTo>
                    <a:pt x="1961" y="2595"/>
                  </a:lnTo>
                  <a:lnTo>
                    <a:pt x="1952" y="2583"/>
                  </a:lnTo>
                  <a:lnTo>
                    <a:pt x="1943" y="2574"/>
                  </a:lnTo>
                  <a:lnTo>
                    <a:pt x="1931" y="2565"/>
                  </a:lnTo>
                  <a:lnTo>
                    <a:pt x="1919" y="2559"/>
                  </a:lnTo>
                  <a:lnTo>
                    <a:pt x="1905" y="2553"/>
                  </a:lnTo>
                  <a:lnTo>
                    <a:pt x="1888" y="2551"/>
                  </a:lnTo>
                  <a:lnTo>
                    <a:pt x="1871" y="2548"/>
                  </a:lnTo>
                  <a:lnTo>
                    <a:pt x="1850" y="2546"/>
                  </a:lnTo>
                  <a:lnTo>
                    <a:pt x="1828" y="2545"/>
                  </a:lnTo>
                  <a:lnTo>
                    <a:pt x="1828" y="2545"/>
                  </a:lnTo>
                  <a:lnTo>
                    <a:pt x="1590" y="2545"/>
                  </a:lnTo>
                  <a:lnTo>
                    <a:pt x="1353" y="2543"/>
                  </a:lnTo>
                  <a:lnTo>
                    <a:pt x="880" y="2545"/>
                  </a:lnTo>
                  <a:lnTo>
                    <a:pt x="880" y="2545"/>
                  </a:lnTo>
                  <a:lnTo>
                    <a:pt x="861" y="2545"/>
                  </a:lnTo>
                  <a:lnTo>
                    <a:pt x="842" y="2546"/>
                  </a:lnTo>
                  <a:lnTo>
                    <a:pt x="826" y="2549"/>
                  </a:lnTo>
                  <a:lnTo>
                    <a:pt x="811" y="2553"/>
                  </a:lnTo>
                  <a:lnTo>
                    <a:pt x="796" y="2559"/>
                  </a:lnTo>
                  <a:lnTo>
                    <a:pt x="784" y="2565"/>
                  </a:lnTo>
                  <a:lnTo>
                    <a:pt x="772" y="2574"/>
                  </a:lnTo>
                  <a:lnTo>
                    <a:pt x="762" y="2583"/>
                  </a:lnTo>
                  <a:lnTo>
                    <a:pt x="753" y="2593"/>
                  </a:lnTo>
                  <a:lnTo>
                    <a:pt x="746" y="2605"/>
                  </a:lnTo>
                  <a:lnTo>
                    <a:pt x="740" y="2619"/>
                  </a:lnTo>
                  <a:lnTo>
                    <a:pt x="735" y="2632"/>
                  </a:lnTo>
                  <a:lnTo>
                    <a:pt x="731" y="2648"/>
                  </a:lnTo>
                  <a:lnTo>
                    <a:pt x="728" y="2666"/>
                  </a:lnTo>
                  <a:lnTo>
                    <a:pt x="726" y="2684"/>
                  </a:lnTo>
                  <a:lnTo>
                    <a:pt x="726" y="2705"/>
                  </a:lnTo>
                  <a:lnTo>
                    <a:pt x="726" y="2705"/>
                  </a:lnTo>
                  <a:lnTo>
                    <a:pt x="728" y="5199"/>
                  </a:lnTo>
                  <a:lnTo>
                    <a:pt x="728" y="7693"/>
                  </a:lnTo>
                  <a:lnTo>
                    <a:pt x="728" y="7693"/>
                  </a:lnTo>
                  <a:lnTo>
                    <a:pt x="729" y="7742"/>
                  </a:lnTo>
                  <a:lnTo>
                    <a:pt x="731" y="7763"/>
                  </a:lnTo>
                  <a:lnTo>
                    <a:pt x="734" y="7782"/>
                  </a:lnTo>
                  <a:lnTo>
                    <a:pt x="738" y="7797"/>
                  </a:lnTo>
                  <a:lnTo>
                    <a:pt x="744" y="7812"/>
                  </a:lnTo>
                  <a:lnTo>
                    <a:pt x="750" y="7823"/>
                  </a:lnTo>
                  <a:lnTo>
                    <a:pt x="759" y="7832"/>
                  </a:lnTo>
                  <a:lnTo>
                    <a:pt x="769" y="7841"/>
                  </a:lnTo>
                  <a:lnTo>
                    <a:pt x="781" y="7847"/>
                  </a:lnTo>
                  <a:lnTo>
                    <a:pt x="796" y="7853"/>
                  </a:lnTo>
                  <a:lnTo>
                    <a:pt x="812" y="7856"/>
                  </a:lnTo>
                  <a:lnTo>
                    <a:pt x="832" y="7859"/>
                  </a:lnTo>
                  <a:lnTo>
                    <a:pt x="852" y="7862"/>
                  </a:lnTo>
                  <a:lnTo>
                    <a:pt x="903" y="7863"/>
                  </a:lnTo>
                  <a:lnTo>
                    <a:pt x="903" y="7863"/>
                  </a:lnTo>
                  <a:lnTo>
                    <a:pt x="1782" y="7863"/>
                  </a:lnTo>
                  <a:lnTo>
                    <a:pt x="1782" y="7863"/>
                  </a:lnTo>
                  <a:lnTo>
                    <a:pt x="1813" y="7862"/>
                  </a:lnTo>
                  <a:lnTo>
                    <a:pt x="1841" y="7862"/>
                  </a:lnTo>
                  <a:lnTo>
                    <a:pt x="1866" y="7859"/>
                  </a:lnTo>
                  <a:lnTo>
                    <a:pt x="1888" y="7856"/>
                  </a:lnTo>
                  <a:lnTo>
                    <a:pt x="1908" y="7852"/>
                  </a:lnTo>
                  <a:lnTo>
                    <a:pt x="1924" y="7846"/>
                  </a:lnTo>
                  <a:lnTo>
                    <a:pt x="1937" y="7838"/>
                  </a:lnTo>
                  <a:lnTo>
                    <a:pt x="1949" y="7828"/>
                  </a:lnTo>
                  <a:lnTo>
                    <a:pt x="1959" y="7816"/>
                  </a:lnTo>
                  <a:lnTo>
                    <a:pt x="1967" y="7803"/>
                  </a:lnTo>
                  <a:lnTo>
                    <a:pt x="1973" y="7785"/>
                  </a:lnTo>
                  <a:lnTo>
                    <a:pt x="1977" y="7766"/>
                  </a:lnTo>
                  <a:lnTo>
                    <a:pt x="1980" y="7745"/>
                  </a:lnTo>
                  <a:lnTo>
                    <a:pt x="1982" y="7720"/>
                  </a:lnTo>
                  <a:lnTo>
                    <a:pt x="1983" y="7690"/>
                  </a:lnTo>
                  <a:lnTo>
                    <a:pt x="1983" y="7659"/>
                  </a:lnTo>
                  <a:lnTo>
                    <a:pt x="1983" y="7659"/>
                  </a:lnTo>
                  <a:lnTo>
                    <a:pt x="1983" y="5596"/>
                  </a:lnTo>
                  <a:lnTo>
                    <a:pt x="1983" y="5596"/>
                  </a:lnTo>
                  <a:lnTo>
                    <a:pt x="1983" y="5528"/>
                  </a:lnTo>
                  <a:lnTo>
                    <a:pt x="1983" y="5528"/>
                  </a:lnTo>
                  <a:lnTo>
                    <a:pt x="1983" y="2727"/>
                  </a:lnTo>
                  <a:lnTo>
                    <a:pt x="1983" y="2727"/>
                  </a:lnTo>
                  <a:close/>
                  <a:moveTo>
                    <a:pt x="1819" y="7696"/>
                  </a:moveTo>
                  <a:lnTo>
                    <a:pt x="1819" y="7696"/>
                  </a:lnTo>
                  <a:lnTo>
                    <a:pt x="886" y="7696"/>
                  </a:lnTo>
                  <a:lnTo>
                    <a:pt x="886" y="7696"/>
                  </a:lnTo>
                  <a:lnTo>
                    <a:pt x="886" y="2773"/>
                  </a:lnTo>
                  <a:lnTo>
                    <a:pt x="886" y="2773"/>
                  </a:lnTo>
                  <a:lnTo>
                    <a:pt x="897" y="2748"/>
                  </a:lnTo>
                  <a:lnTo>
                    <a:pt x="907" y="2727"/>
                  </a:lnTo>
                  <a:lnTo>
                    <a:pt x="912" y="2719"/>
                  </a:lnTo>
                  <a:lnTo>
                    <a:pt x="917" y="2714"/>
                  </a:lnTo>
                  <a:lnTo>
                    <a:pt x="922" y="2709"/>
                  </a:lnTo>
                  <a:lnTo>
                    <a:pt x="928" y="2708"/>
                  </a:lnTo>
                  <a:lnTo>
                    <a:pt x="928" y="2708"/>
                  </a:lnTo>
                  <a:lnTo>
                    <a:pt x="1149" y="2708"/>
                  </a:lnTo>
                  <a:lnTo>
                    <a:pt x="1371" y="2706"/>
                  </a:lnTo>
                  <a:lnTo>
                    <a:pt x="1819" y="2706"/>
                  </a:lnTo>
                  <a:lnTo>
                    <a:pt x="1819" y="2706"/>
                  </a:lnTo>
                  <a:lnTo>
                    <a:pt x="1819" y="7696"/>
                  </a:lnTo>
                  <a:lnTo>
                    <a:pt x="1819" y="7696"/>
                  </a:lnTo>
                  <a:close/>
                  <a:moveTo>
                    <a:pt x="13076" y="661"/>
                  </a:moveTo>
                  <a:lnTo>
                    <a:pt x="13069" y="661"/>
                  </a:lnTo>
                  <a:lnTo>
                    <a:pt x="13076" y="6261"/>
                  </a:lnTo>
                  <a:lnTo>
                    <a:pt x="13076" y="6559"/>
                  </a:lnTo>
                  <a:lnTo>
                    <a:pt x="13076" y="6559"/>
                  </a:lnTo>
                  <a:lnTo>
                    <a:pt x="13075" y="6590"/>
                  </a:lnTo>
                  <a:lnTo>
                    <a:pt x="13072" y="6620"/>
                  </a:lnTo>
                  <a:lnTo>
                    <a:pt x="13069" y="6651"/>
                  </a:lnTo>
                  <a:lnTo>
                    <a:pt x="13063" y="6679"/>
                  </a:lnTo>
                  <a:lnTo>
                    <a:pt x="13057" y="6709"/>
                  </a:lnTo>
                  <a:lnTo>
                    <a:pt x="13048" y="6737"/>
                  </a:lnTo>
                  <a:lnTo>
                    <a:pt x="13039" y="6765"/>
                  </a:lnTo>
                  <a:lnTo>
                    <a:pt x="13029" y="6792"/>
                  </a:lnTo>
                  <a:lnTo>
                    <a:pt x="13017" y="6819"/>
                  </a:lnTo>
                  <a:lnTo>
                    <a:pt x="13003" y="6844"/>
                  </a:lnTo>
                  <a:lnTo>
                    <a:pt x="12989" y="6869"/>
                  </a:lnTo>
                  <a:lnTo>
                    <a:pt x="12972" y="6893"/>
                  </a:lnTo>
                  <a:lnTo>
                    <a:pt x="12956" y="6916"/>
                  </a:lnTo>
                  <a:lnTo>
                    <a:pt x="12938" y="6939"/>
                  </a:lnTo>
                  <a:lnTo>
                    <a:pt x="12920" y="6961"/>
                  </a:lnTo>
                  <a:lnTo>
                    <a:pt x="12900" y="6982"/>
                  </a:lnTo>
                  <a:lnTo>
                    <a:pt x="12879" y="7001"/>
                  </a:lnTo>
                  <a:lnTo>
                    <a:pt x="12857" y="7020"/>
                  </a:lnTo>
                  <a:lnTo>
                    <a:pt x="12834" y="7038"/>
                  </a:lnTo>
                  <a:lnTo>
                    <a:pt x="12811" y="7054"/>
                  </a:lnTo>
                  <a:lnTo>
                    <a:pt x="12787" y="7071"/>
                  </a:lnTo>
                  <a:lnTo>
                    <a:pt x="12762" y="7085"/>
                  </a:lnTo>
                  <a:lnTo>
                    <a:pt x="12737" y="7097"/>
                  </a:lnTo>
                  <a:lnTo>
                    <a:pt x="12710" y="7111"/>
                  </a:lnTo>
                  <a:lnTo>
                    <a:pt x="12683" y="7121"/>
                  </a:lnTo>
                  <a:lnTo>
                    <a:pt x="12655" y="7130"/>
                  </a:lnTo>
                  <a:lnTo>
                    <a:pt x="12627" y="7139"/>
                  </a:lnTo>
                  <a:lnTo>
                    <a:pt x="12597" y="7145"/>
                  </a:lnTo>
                  <a:lnTo>
                    <a:pt x="12569" y="7151"/>
                  </a:lnTo>
                  <a:lnTo>
                    <a:pt x="12538" y="7154"/>
                  </a:lnTo>
                  <a:lnTo>
                    <a:pt x="12508" y="7157"/>
                  </a:lnTo>
                  <a:lnTo>
                    <a:pt x="12477" y="7157"/>
                  </a:lnTo>
                  <a:lnTo>
                    <a:pt x="12179" y="7157"/>
                  </a:lnTo>
                  <a:lnTo>
                    <a:pt x="8628" y="7157"/>
                  </a:lnTo>
                  <a:lnTo>
                    <a:pt x="8628" y="8035"/>
                  </a:lnTo>
                  <a:lnTo>
                    <a:pt x="10123" y="8035"/>
                  </a:lnTo>
                  <a:lnTo>
                    <a:pt x="10123" y="8035"/>
                  </a:lnTo>
                  <a:lnTo>
                    <a:pt x="10152" y="8035"/>
                  </a:lnTo>
                  <a:lnTo>
                    <a:pt x="10180" y="8038"/>
                  </a:lnTo>
                  <a:lnTo>
                    <a:pt x="10208" y="8043"/>
                  </a:lnTo>
                  <a:lnTo>
                    <a:pt x="10236" y="8047"/>
                  </a:lnTo>
                  <a:lnTo>
                    <a:pt x="10263" y="8055"/>
                  </a:lnTo>
                  <a:lnTo>
                    <a:pt x="10289" y="8064"/>
                  </a:lnTo>
                  <a:lnTo>
                    <a:pt x="10316" y="8072"/>
                  </a:lnTo>
                  <a:lnTo>
                    <a:pt x="10341" y="8084"/>
                  </a:lnTo>
                  <a:lnTo>
                    <a:pt x="10367" y="8096"/>
                  </a:lnTo>
                  <a:lnTo>
                    <a:pt x="10392" y="8109"/>
                  </a:lnTo>
                  <a:lnTo>
                    <a:pt x="10415" y="8124"/>
                  </a:lnTo>
                  <a:lnTo>
                    <a:pt x="10438" y="8141"/>
                  </a:lnTo>
                  <a:lnTo>
                    <a:pt x="10460" y="8157"/>
                  </a:lnTo>
                  <a:lnTo>
                    <a:pt x="10482" y="8176"/>
                  </a:lnTo>
                  <a:lnTo>
                    <a:pt x="10503" y="8194"/>
                  </a:lnTo>
                  <a:lnTo>
                    <a:pt x="10522" y="8215"/>
                  </a:lnTo>
                  <a:lnTo>
                    <a:pt x="10541" y="8235"/>
                  </a:lnTo>
                  <a:lnTo>
                    <a:pt x="10559" y="8258"/>
                  </a:lnTo>
                  <a:lnTo>
                    <a:pt x="10576" y="8280"/>
                  </a:lnTo>
                  <a:lnTo>
                    <a:pt x="10592" y="8304"/>
                  </a:lnTo>
                  <a:lnTo>
                    <a:pt x="10607" y="8327"/>
                  </a:lnTo>
                  <a:lnTo>
                    <a:pt x="10620" y="8352"/>
                  </a:lnTo>
                  <a:lnTo>
                    <a:pt x="10633" y="8378"/>
                  </a:lnTo>
                  <a:lnTo>
                    <a:pt x="10645" y="8404"/>
                  </a:lnTo>
                  <a:lnTo>
                    <a:pt x="10656" y="8431"/>
                  </a:lnTo>
                  <a:lnTo>
                    <a:pt x="10664" y="8459"/>
                  </a:lnTo>
                  <a:lnTo>
                    <a:pt x="10672" y="8486"/>
                  </a:lnTo>
                  <a:lnTo>
                    <a:pt x="10678" y="8514"/>
                  </a:lnTo>
                  <a:lnTo>
                    <a:pt x="10684" y="8544"/>
                  </a:lnTo>
                  <a:lnTo>
                    <a:pt x="10687" y="8572"/>
                  </a:lnTo>
                  <a:lnTo>
                    <a:pt x="10690" y="8601"/>
                  </a:lnTo>
                  <a:lnTo>
                    <a:pt x="10690" y="8631"/>
                  </a:lnTo>
                  <a:lnTo>
                    <a:pt x="5978" y="8631"/>
                  </a:lnTo>
                  <a:lnTo>
                    <a:pt x="5978" y="8631"/>
                  </a:lnTo>
                  <a:lnTo>
                    <a:pt x="5978" y="8603"/>
                  </a:lnTo>
                  <a:lnTo>
                    <a:pt x="5981" y="8573"/>
                  </a:lnTo>
                  <a:lnTo>
                    <a:pt x="5984" y="8545"/>
                  </a:lnTo>
                  <a:lnTo>
                    <a:pt x="5988" y="8517"/>
                  </a:lnTo>
                  <a:lnTo>
                    <a:pt x="5996" y="8489"/>
                  </a:lnTo>
                  <a:lnTo>
                    <a:pt x="6003" y="8461"/>
                  </a:lnTo>
                  <a:lnTo>
                    <a:pt x="6012" y="8434"/>
                  </a:lnTo>
                  <a:lnTo>
                    <a:pt x="6021" y="8407"/>
                  </a:lnTo>
                  <a:lnTo>
                    <a:pt x="6033" y="8382"/>
                  </a:lnTo>
                  <a:lnTo>
                    <a:pt x="6044" y="8355"/>
                  </a:lnTo>
                  <a:lnTo>
                    <a:pt x="6059" y="8332"/>
                  </a:lnTo>
                  <a:lnTo>
                    <a:pt x="6073" y="8307"/>
                  </a:lnTo>
                  <a:lnTo>
                    <a:pt x="6089" y="8283"/>
                  </a:lnTo>
                  <a:lnTo>
                    <a:pt x="6105" y="8261"/>
                  </a:lnTo>
                  <a:lnTo>
                    <a:pt x="6123" y="8238"/>
                  </a:lnTo>
                  <a:lnTo>
                    <a:pt x="6142" y="8218"/>
                  </a:lnTo>
                  <a:lnTo>
                    <a:pt x="6162" y="8197"/>
                  </a:lnTo>
                  <a:lnTo>
                    <a:pt x="6182" y="8178"/>
                  </a:lnTo>
                  <a:lnTo>
                    <a:pt x="6203" y="8160"/>
                  </a:lnTo>
                  <a:lnTo>
                    <a:pt x="6225" y="8142"/>
                  </a:lnTo>
                  <a:lnTo>
                    <a:pt x="6249" y="8126"/>
                  </a:lnTo>
                  <a:lnTo>
                    <a:pt x="6273" y="8111"/>
                  </a:lnTo>
                  <a:lnTo>
                    <a:pt x="6296" y="8098"/>
                  </a:lnTo>
                  <a:lnTo>
                    <a:pt x="6322" y="8084"/>
                  </a:lnTo>
                  <a:lnTo>
                    <a:pt x="6348" y="8074"/>
                  </a:lnTo>
                  <a:lnTo>
                    <a:pt x="6375" y="8064"/>
                  </a:lnTo>
                  <a:lnTo>
                    <a:pt x="6402" y="8055"/>
                  </a:lnTo>
                  <a:lnTo>
                    <a:pt x="6428" y="8049"/>
                  </a:lnTo>
                  <a:lnTo>
                    <a:pt x="6456" y="8043"/>
                  </a:lnTo>
                  <a:lnTo>
                    <a:pt x="6486" y="8038"/>
                  </a:lnTo>
                  <a:lnTo>
                    <a:pt x="6514" y="8035"/>
                  </a:lnTo>
                  <a:lnTo>
                    <a:pt x="6544" y="8035"/>
                  </a:lnTo>
                  <a:lnTo>
                    <a:pt x="8039" y="8035"/>
                  </a:lnTo>
                  <a:lnTo>
                    <a:pt x="8039" y="7157"/>
                  </a:lnTo>
                  <a:lnTo>
                    <a:pt x="6882" y="7157"/>
                  </a:lnTo>
                  <a:lnTo>
                    <a:pt x="6882" y="7152"/>
                  </a:lnTo>
                  <a:lnTo>
                    <a:pt x="4746" y="7152"/>
                  </a:lnTo>
                  <a:lnTo>
                    <a:pt x="4746" y="6564"/>
                  </a:lnTo>
                  <a:lnTo>
                    <a:pt x="6882" y="6564"/>
                  </a:lnTo>
                  <a:lnTo>
                    <a:pt x="6882" y="6559"/>
                  </a:lnTo>
                  <a:lnTo>
                    <a:pt x="12477" y="6559"/>
                  </a:lnTo>
                  <a:lnTo>
                    <a:pt x="12477" y="659"/>
                  </a:lnTo>
                  <a:lnTo>
                    <a:pt x="4232" y="659"/>
                  </a:lnTo>
                  <a:lnTo>
                    <a:pt x="4232" y="4166"/>
                  </a:lnTo>
                  <a:lnTo>
                    <a:pt x="4224" y="4166"/>
                  </a:lnTo>
                  <a:lnTo>
                    <a:pt x="4224" y="6057"/>
                  </a:lnTo>
                  <a:lnTo>
                    <a:pt x="3636" y="6057"/>
                  </a:lnTo>
                  <a:lnTo>
                    <a:pt x="3636" y="4166"/>
                  </a:lnTo>
                  <a:lnTo>
                    <a:pt x="3636" y="4164"/>
                  </a:lnTo>
                  <a:lnTo>
                    <a:pt x="3636" y="3434"/>
                  </a:lnTo>
                  <a:lnTo>
                    <a:pt x="3637" y="3434"/>
                  </a:lnTo>
                  <a:lnTo>
                    <a:pt x="3643" y="667"/>
                  </a:lnTo>
                  <a:lnTo>
                    <a:pt x="3643" y="667"/>
                  </a:lnTo>
                  <a:lnTo>
                    <a:pt x="3643" y="636"/>
                  </a:lnTo>
                  <a:lnTo>
                    <a:pt x="3646" y="606"/>
                  </a:lnTo>
                  <a:lnTo>
                    <a:pt x="3651" y="576"/>
                  </a:lnTo>
                  <a:lnTo>
                    <a:pt x="3655" y="548"/>
                  </a:lnTo>
                  <a:lnTo>
                    <a:pt x="3663" y="519"/>
                  </a:lnTo>
                  <a:lnTo>
                    <a:pt x="3670" y="491"/>
                  </a:lnTo>
                  <a:lnTo>
                    <a:pt x="3679" y="464"/>
                  </a:lnTo>
                  <a:lnTo>
                    <a:pt x="3691" y="437"/>
                  </a:lnTo>
                  <a:lnTo>
                    <a:pt x="3703" y="411"/>
                  </a:lnTo>
                  <a:lnTo>
                    <a:pt x="3716" y="385"/>
                  </a:lnTo>
                  <a:lnTo>
                    <a:pt x="3729" y="360"/>
                  </a:lnTo>
                  <a:lnTo>
                    <a:pt x="3746" y="336"/>
                  </a:lnTo>
                  <a:lnTo>
                    <a:pt x="3762" y="313"/>
                  </a:lnTo>
                  <a:lnTo>
                    <a:pt x="3780" y="290"/>
                  </a:lnTo>
                  <a:lnTo>
                    <a:pt x="3799" y="270"/>
                  </a:lnTo>
                  <a:lnTo>
                    <a:pt x="3818" y="249"/>
                  </a:lnTo>
                  <a:lnTo>
                    <a:pt x="3839" y="228"/>
                  </a:lnTo>
                  <a:lnTo>
                    <a:pt x="3861" y="210"/>
                  </a:lnTo>
                  <a:lnTo>
                    <a:pt x="3883" y="193"/>
                  </a:lnTo>
                  <a:lnTo>
                    <a:pt x="3907" y="176"/>
                  </a:lnTo>
                  <a:lnTo>
                    <a:pt x="3931" y="160"/>
                  </a:lnTo>
                  <a:lnTo>
                    <a:pt x="3956" y="147"/>
                  </a:lnTo>
                  <a:lnTo>
                    <a:pt x="3981" y="133"/>
                  </a:lnTo>
                  <a:lnTo>
                    <a:pt x="4008" y="122"/>
                  </a:lnTo>
                  <a:lnTo>
                    <a:pt x="4035" y="111"/>
                  </a:lnTo>
                  <a:lnTo>
                    <a:pt x="4063" y="101"/>
                  </a:lnTo>
                  <a:lnTo>
                    <a:pt x="4091" y="93"/>
                  </a:lnTo>
                  <a:lnTo>
                    <a:pt x="4119" y="87"/>
                  </a:lnTo>
                  <a:lnTo>
                    <a:pt x="4149" y="82"/>
                  </a:lnTo>
                  <a:lnTo>
                    <a:pt x="4178" y="77"/>
                  </a:lnTo>
                  <a:lnTo>
                    <a:pt x="4208" y="76"/>
                  </a:lnTo>
                  <a:lnTo>
                    <a:pt x="4239" y="74"/>
                  </a:lnTo>
                  <a:lnTo>
                    <a:pt x="12575" y="74"/>
                  </a:lnTo>
                  <a:lnTo>
                    <a:pt x="12575" y="79"/>
                  </a:lnTo>
                  <a:lnTo>
                    <a:pt x="13069" y="79"/>
                  </a:lnTo>
                  <a:lnTo>
                    <a:pt x="13069" y="74"/>
                  </a:lnTo>
                  <a:lnTo>
                    <a:pt x="13069" y="0"/>
                  </a:lnTo>
                  <a:lnTo>
                    <a:pt x="13069" y="74"/>
                  </a:lnTo>
                  <a:lnTo>
                    <a:pt x="13069" y="79"/>
                  </a:lnTo>
                  <a:lnTo>
                    <a:pt x="13076" y="79"/>
                  </a:lnTo>
                  <a:lnTo>
                    <a:pt x="13076" y="661"/>
                  </a:lnTo>
                  <a:close/>
                  <a:moveTo>
                    <a:pt x="4952" y="2104"/>
                  </a:moveTo>
                  <a:lnTo>
                    <a:pt x="4952" y="2104"/>
                  </a:lnTo>
                  <a:lnTo>
                    <a:pt x="4952" y="1833"/>
                  </a:lnTo>
                  <a:lnTo>
                    <a:pt x="4952" y="1703"/>
                  </a:lnTo>
                  <a:lnTo>
                    <a:pt x="4955" y="1572"/>
                  </a:lnTo>
                  <a:lnTo>
                    <a:pt x="4955" y="1572"/>
                  </a:lnTo>
                  <a:lnTo>
                    <a:pt x="4956" y="1544"/>
                  </a:lnTo>
                  <a:lnTo>
                    <a:pt x="4961" y="1519"/>
                  </a:lnTo>
                  <a:lnTo>
                    <a:pt x="4968" y="1494"/>
                  </a:lnTo>
                  <a:lnTo>
                    <a:pt x="4977" y="1469"/>
                  </a:lnTo>
                  <a:lnTo>
                    <a:pt x="4988" y="1446"/>
                  </a:lnTo>
                  <a:lnTo>
                    <a:pt x="5001" y="1424"/>
                  </a:lnTo>
                  <a:lnTo>
                    <a:pt x="5016" y="1405"/>
                  </a:lnTo>
                  <a:lnTo>
                    <a:pt x="5032" y="1386"/>
                  </a:lnTo>
                  <a:lnTo>
                    <a:pt x="5050" y="1369"/>
                  </a:lnTo>
                  <a:lnTo>
                    <a:pt x="5069" y="1355"/>
                  </a:lnTo>
                  <a:lnTo>
                    <a:pt x="5090" y="1343"/>
                  </a:lnTo>
                  <a:lnTo>
                    <a:pt x="5112" y="1331"/>
                  </a:lnTo>
                  <a:lnTo>
                    <a:pt x="5136" y="1322"/>
                  </a:lnTo>
                  <a:lnTo>
                    <a:pt x="5161" y="1316"/>
                  </a:lnTo>
                  <a:lnTo>
                    <a:pt x="5186" y="1312"/>
                  </a:lnTo>
                  <a:lnTo>
                    <a:pt x="5213" y="1310"/>
                  </a:lnTo>
                  <a:lnTo>
                    <a:pt x="5213" y="1310"/>
                  </a:lnTo>
                  <a:lnTo>
                    <a:pt x="5486" y="1309"/>
                  </a:lnTo>
                  <a:lnTo>
                    <a:pt x="5758" y="1309"/>
                  </a:lnTo>
                  <a:lnTo>
                    <a:pt x="5758" y="1309"/>
                  </a:lnTo>
                  <a:lnTo>
                    <a:pt x="6308" y="1310"/>
                  </a:lnTo>
                  <a:lnTo>
                    <a:pt x="6308" y="1310"/>
                  </a:lnTo>
                  <a:lnTo>
                    <a:pt x="6308" y="1578"/>
                  </a:lnTo>
                  <a:lnTo>
                    <a:pt x="6308" y="1578"/>
                  </a:lnTo>
                  <a:lnTo>
                    <a:pt x="5231" y="1578"/>
                  </a:lnTo>
                  <a:lnTo>
                    <a:pt x="5231" y="1578"/>
                  </a:lnTo>
                  <a:lnTo>
                    <a:pt x="5231" y="3209"/>
                  </a:lnTo>
                  <a:lnTo>
                    <a:pt x="5231" y="3209"/>
                  </a:lnTo>
                  <a:lnTo>
                    <a:pt x="4952" y="3209"/>
                  </a:lnTo>
                  <a:lnTo>
                    <a:pt x="4952" y="3209"/>
                  </a:lnTo>
                  <a:lnTo>
                    <a:pt x="4952" y="2104"/>
                  </a:lnTo>
                  <a:lnTo>
                    <a:pt x="4952" y="2104"/>
                  </a:lnTo>
                  <a:close/>
                  <a:moveTo>
                    <a:pt x="10921" y="3872"/>
                  </a:moveTo>
                  <a:lnTo>
                    <a:pt x="10921" y="3872"/>
                  </a:lnTo>
                  <a:lnTo>
                    <a:pt x="10908" y="3850"/>
                  </a:lnTo>
                  <a:lnTo>
                    <a:pt x="10893" y="3832"/>
                  </a:lnTo>
                  <a:lnTo>
                    <a:pt x="10878" y="3819"/>
                  </a:lnTo>
                  <a:lnTo>
                    <a:pt x="10862" y="3807"/>
                  </a:lnTo>
                  <a:lnTo>
                    <a:pt x="10844" y="3800"/>
                  </a:lnTo>
                  <a:lnTo>
                    <a:pt x="10825" y="3794"/>
                  </a:lnTo>
                  <a:lnTo>
                    <a:pt x="10802" y="3791"/>
                  </a:lnTo>
                  <a:lnTo>
                    <a:pt x="10779" y="3789"/>
                  </a:lnTo>
                  <a:lnTo>
                    <a:pt x="10779" y="3789"/>
                  </a:lnTo>
                  <a:lnTo>
                    <a:pt x="10549" y="3792"/>
                  </a:lnTo>
                  <a:lnTo>
                    <a:pt x="10318" y="3792"/>
                  </a:lnTo>
                  <a:lnTo>
                    <a:pt x="9851" y="3792"/>
                  </a:lnTo>
                  <a:lnTo>
                    <a:pt x="9851" y="3792"/>
                  </a:lnTo>
                  <a:lnTo>
                    <a:pt x="9828" y="3806"/>
                  </a:lnTo>
                  <a:lnTo>
                    <a:pt x="9808" y="3819"/>
                  </a:lnTo>
                  <a:lnTo>
                    <a:pt x="9799" y="3825"/>
                  </a:lnTo>
                  <a:lnTo>
                    <a:pt x="9791" y="3832"/>
                  </a:lnTo>
                  <a:lnTo>
                    <a:pt x="9784" y="3840"/>
                  </a:lnTo>
                  <a:lnTo>
                    <a:pt x="9778" y="3849"/>
                  </a:lnTo>
                  <a:lnTo>
                    <a:pt x="9778" y="3849"/>
                  </a:lnTo>
                  <a:lnTo>
                    <a:pt x="9660" y="4052"/>
                  </a:lnTo>
                  <a:lnTo>
                    <a:pt x="9542" y="4253"/>
                  </a:lnTo>
                  <a:lnTo>
                    <a:pt x="9425" y="4458"/>
                  </a:lnTo>
                  <a:lnTo>
                    <a:pt x="9311" y="4662"/>
                  </a:lnTo>
                  <a:lnTo>
                    <a:pt x="9311" y="4662"/>
                  </a:lnTo>
                  <a:lnTo>
                    <a:pt x="9305" y="4676"/>
                  </a:lnTo>
                  <a:lnTo>
                    <a:pt x="9302" y="4690"/>
                  </a:lnTo>
                  <a:lnTo>
                    <a:pt x="9301" y="4708"/>
                  </a:lnTo>
                  <a:lnTo>
                    <a:pt x="9301" y="4726"/>
                  </a:lnTo>
                  <a:lnTo>
                    <a:pt x="9304" y="4744"/>
                  </a:lnTo>
                  <a:lnTo>
                    <a:pt x="9307" y="4762"/>
                  </a:lnTo>
                  <a:lnTo>
                    <a:pt x="9313" y="4778"/>
                  </a:lnTo>
                  <a:lnTo>
                    <a:pt x="9320" y="4791"/>
                  </a:lnTo>
                  <a:lnTo>
                    <a:pt x="9320" y="4791"/>
                  </a:lnTo>
                  <a:lnTo>
                    <a:pt x="9430" y="4985"/>
                  </a:lnTo>
                  <a:lnTo>
                    <a:pt x="9541" y="5180"/>
                  </a:lnTo>
                  <a:lnTo>
                    <a:pt x="9652" y="5374"/>
                  </a:lnTo>
                  <a:lnTo>
                    <a:pt x="9762" y="5568"/>
                  </a:lnTo>
                  <a:lnTo>
                    <a:pt x="9762" y="5568"/>
                  </a:lnTo>
                  <a:lnTo>
                    <a:pt x="9774" y="5587"/>
                  </a:lnTo>
                  <a:lnTo>
                    <a:pt x="9787" y="5605"/>
                  </a:lnTo>
                  <a:lnTo>
                    <a:pt x="9802" y="5617"/>
                  </a:lnTo>
                  <a:lnTo>
                    <a:pt x="9817" y="5627"/>
                  </a:lnTo>
                  <a:lnTo>
                    <a:pt x="9834" y="5635"/>
                  </a:lnTo>
                  <a:lnTo>
                    <a:pt x="9852" y="5639"/>
                  </a:lnTo>
                  <a:lnTo>
                    <a:pt x="9873" y="5642"/>
                  </a:lnTo>
                  <a:lnTo>
                    <a:pt x="9895" y="5643"/>
                  </a:lnTo>
                  <a:lnTo>
                    <a:pt x="9895" y="5643"/>
                  </a:lnTo>
                  <a:lnTo>
                    <a:pt x="10116" y="5640"/>
                  </a:lnTo>
                  <a:lnTo>
                    <a:pt x="10337" y="5640"/>
                  </a:lnTo>
                  <a:lnTo>
                    <a:pt x="10558" y="5640"/>
                  </a:lnTo>
                  <a:lnTo>
                    <a:pt x="10779" y="5643"/>
                  </a:lnTo>
                  <a:lnTo>
                    <a:pt x="10779" y="5643"/>
                  </a:lnTo>
                  <a:lnTo>
                    <a:pt x="10804" y="5642"/>
                  </a:lnTo>
                  <a:lnTo>
                    <a:pt x="10826" y="5639"/>
                  </a:lnTo>
                  <a:lnTo>
                    <a:pt x="10845" y="5635"/>
                  </a:lnTo>
                  <a:lnTo>
                    <a:pt x="10865" y="5626"/>
                  </a:lnTo>
                  <a:lnTo>
                    <a:pt x="10881" y="5615"/>
                  </a:lnTo>
                  <a:lnTo>
                    <a:pt x="10896" y="5600"/>
                  </a:lnTo>
                  <a:lnTo>
                    <a:pt x="10909" y="5584"/>
                  </a:lnTo>
                  <a:lnTo>
                    <a:pt x="10922" y="5563"/>
                  </a:lnTo>
                  <a:lnTo>
                    <a:pt x="10922" y="5563"/>
                  </a:lnTo>
                  <a:lnTo>
                    <a:pt x="11031" y="5371"/>
                  </a:lnTo>
                  <a:lnTo>
                    <a:pt x="11140" y="5180"/>
                  </a:lnTo>
                  <a:lnTo>
                    <a:pt x="11251" y="4988"/>
                  </a:lnTo>
                  <a:lnTo>
                    <a:pt x="11363" y="4799"/>
                  </a:lnTo>
                  <a:lnTo>
                    <a:pt x="11363" y="4799"/>
                  </a:lnTo>
                  <a:lnTo>
                    <a:pt x="11374" y="4776"/>
                  </a:lnTo>
                  <a:lnTo>
                    <a:pt x="11382" y="4757"/>
                  </a:lnTo>
                  <a:lnTo>
                    <a:pt x="11386" y="4736"/>
                  </a:lnTo>
                  <a:lnTo>
                    <a:pt x="11388" y="4717"/>
                  </a:lnTo>
                  <a:lnTo>
                    <a:pt x="11385" y="4698"/>
                  </a:lnTo>
                  <a:lnTo>
                    <a:pt x="11380" y="4679"/>
                  </a:lnTo>
                  <a:lnTo>
                    <a:pt x="11371" y="4658"/>
                  </a:lnTo>
                  <a:lnTo>
                    <a:pt x="11360" y="4636"/>
                  </a:lnTo>
                  <a:lnTo>
                    <a:pt x="11360" y="4636"/>
                  </a:lnTo>
                  <a:lnTo>
                    <a:pt x="11248" y="4446"/>
                  </a:lnTo>
                  <a:lnTo>
                    <a:pt x="11137" y="4255"/>
                  </a:lnTo>
                  <a:lnTo>
                    <a:pt x="11028" y="4064"/>
                  </a:lnTo>
                  <a:lnTo>
                    <a:pt x="10921" y="3872"/>
                  </a:lnTo>
                  <a:lnTo>
                    <a:pt x="10921" y="3872"/>
                  </a:lnTo>
                  <a:close/>
                  <a:moveTo>
                    <a:pt x="11078" y="4775"/>
                  </a:moveTo>
                  <a:lnTo>
                    <a:pt x="11078" y="4775"/>
                  </a:lnTo>
                  <a:lnTo>
                    <a:pt x="11001" y="4916"/>
                  </a:lnTo>
                  <a:lnTo>
                    <a:pt x="10921" y="5055"/>
                  </a:lnTo>
                  <a:lnTo>
                    <a:pt x="10841" y="5194"/>
                  </a:lnTo>
                  <a:lnTo>
                    <a:pt x="10758" y="5332"/>
                  </a:lnTo>
                  <a:lnTo>
                    <a:pt x="10758" y="5332"/>
                  </a:lnTo>
                  <a:lnTo>
                    <a:pt x="10750" y="5343"/>
                  </a:lnTo>
                  <a:lnTo>
                    <a:pt x="10740" y="5353"/>
                  </a:lnTo>
                  <a:lnTo>
                    <a:pt x="10730" y="5362"/>
                  </a:lnTo>
                  <a:lnTo>
                    <a:pt x="10716" y="5371"/>
                  </a:lnTo>
                  <a:lnTo>
                    <a:pt x="10703" y="5377"/>
                  </a:lnTo>
                  <a:lnTo>
                    <a:pt x="10690" y="5383"/>
                  </a:lnTo>
                  <a:lnTo>
                    <a:pt x="10675" y="5387"/>
                  </a:lnTo>
                  <a:lnTo>
                    <a:pt x="10663" y="5389"/>
                  </a:lnTo>
                  <a:lnTo>
                    <a:pt x="10663" y="5389"/>
                  </a:lnTo>
                  <a:lnTo>
                    <a:pt x="10501" y="5390"/>
                  </a:lnTo>
                  <a:lnTo>
                    <a:pt x="10340" y="5391"/>
                  </a:lnTo>
                  <a:lnTo>
                    <a:pt x="10178" y="5390"/>
                  </a:lnTo>
                  <a:lnTo>
                    <a:pt x="10017" y="5389"/>
                  </a:lnTo>
                  <a:lnTo>
                    <a:pt x="10017" y="5389"/>
                  </a:lnTo>
                  <a:lnTo>
                    <a:pt x="10005" y="5387"/>
                  </a:lnTo>
                  <a:lnTo>
                    <a:pt x="9992" y="5383"/>
                  </a:lnTo>
                  <a:lnTo>
                    <a:pt x="9978" y="5377"/>
                  </a:lnTo>
                  <a:lnTo>
                    <a:pt x="9965" y="5371"/>
                  </a:lnTo>
                  <a:lnTo>
                    <a:pt x="9952" y="5362"/>
                  </a:lnTo>
                  <a:lnTo>
                    <a:pt x="9940" y="5353"/>
                  </a:lnTo>
                  <a:lnTo>
                    <a:pt x="9931" y="5343"/>
                  </a:lnTo>
                  <a:lnTo>
                    <a:pt x="9923" y="5332"/>
                  </a:lnTo>
                  <a:lnTo>
                    <a:pt x="9923" y="5332"/>
                  </a:lnTo>
                  <a:lnTo>
                    <a:pt x="9840" y="5194"/>
                  </a:lnTo>
                  <a:lnTo>
                    <a:pt x="9759" y="5055"/>
                  </a:lnTo>
                  <a:lnTo>
                    <a:pt x="9679" y="4916"/>
                  </a:lnTo>
                  <a:lnTo>
                    <a:pt x="9602" y="4775"/>
                  </a:lnTo>
                  <a:lnTo>
                    <a:pt x="9602" y="4775"/>
                  </a:lnTo>
                  <a:lnTo>
                    <a:pt x="9596" y="4762"/>
                  </a:lnTo>
                  <a:lnTo>
                    <a:pt x="9593" y="4747"/>
                  </a:lnTo>
                  <a:lnTo>
                    <a:pt x="9591" y="4731"/>
                  </a:lnTo>
                  <a:lnTo>
                    <a:pt x="9591" y="4714"/>
                  </a:lnTo>
                  <a:lnTo>
                    <a:pt x="9593" y="4698"/>
                  </a:lnTo>
                  <a:lnTo>
                    <a:pt x="9596" y="4682"/>
                  </a:lnTo>
                  <a:lnTo>
                    <a:pt x="9600" y="4667"/>
                  </a:lnTo>
                  <a:lnTo>
                    <a:pt x="9606" y="4653"/>
                  </a:lnTo>
                  <a:lnTo>
                    <a:pt x="9606" y="4653"/>
                  </a:lnTo>
                  <a:lnTo>
                    <a:pt x="9645" y="4585"/>
                  </a:lnTo>
                  <a:lnTo>
                    <a:pt x="9682" y="4519"/>
                  </a:lnTo>
                  <a:lnTo>
                    <a:pt x="9760" y="4384"/>
                  </a:lnTo>
                  <a:lnTo>
                    <a:pt x="9837" y="4249"/>
                  </a:lnTo>
                  <a:lnTo>
                    <a:pt x="9876" y="4181"/>
                  </a:lnTo>
                  <a:lnTo>
                    <a:pt x="9911" y="4113"/>
                  </a:lnTo>
                  <a:lnTo>
                    <a:pt x="9911" y="4113"/>
                  </a:lnTo>
                  <a:lnTo>
                    <a:pt x="9920" y="4099"/>
                  </a:lnTo>
                  <a:lnTo>
                    <a:pt x="9928" y="4087"/>
                  </a:lnTo>
                  <a:lnTo>
                    <a:pt x="9937" y="4078"/>
                  </a:lnTo>
                  <a:lnTo>
                    <a:pt x="9947" y="4071"/>
                  </a:lnTo>
                  <a:lnTo>
                    <a:pt x="9956" y="4064"/>
                  </a:lnTo>
                  <a:lnTo>
                    <a:pt x="9966" y="4059"/>
                  </a:lnTo>
                  <a:lnTo>
                    <a:pt x="9975" y="4056"/>
                  </a:lnTo>
                  <a:lnTo>
                    <a:pt x="9986" y="4053"/>
                  </a:lnTo>
                  <a:lnTo>
                    <a:pt x="10008" y="4050"/>
                  </a:lnTo>
                  <a:lnTo>
                    <a:pt x="10030" y="4050"/>
                  </a:lnTo>
                  <a:lnTo>
                    <a:pt x="10052" y="4050"/>
                  </a:lnTo>
                  <a:lnTo>
                    <a:pt x="10075" y="4050"/>
                  </a:lnTo>
                  <a:lnTo>
                    <a:pt x="10075" y="4050"/>
                  </a:lnTo>
                  <a:lnTo>
                    <a:pt x="10371" y="4049"/>
                  </a:lnTo>
                  <a:lnTo>
                    <a:pt x="10371" y="4049"/>
                  </a:lnTo>
                  <a:lnTo>
                    <a:pt x="10512" y="4050"/>
                  </a:lnTo>
                  <a:lnTo>
                    <a:pt x="10651" y="4053"/>
                  </a:lnTo>
                  <a:lnTo>
                    <a:pt x="10651" y="4053"/>
                  </a:lnTo>
                  <a:lnTo>
                    <a:pt x="10666" y="4055"/>
                  </a:lnTo>
                  <a:lnTo>
                    <a:pt x="10682" y="4059"/>
                  </a:lnTo>
                  <a:lnTo>
                    <a:pt x="10699" y="4065"/>
                  </a:lnTo>
                  <a:lnTo>
                    <a:pt x="10715" y="4073"/>
                  </a:lnTo>
                  <a:lnTo>
                    <a:pt x="10730" y="4083"/>
                  </a:lnTo>
                  <a:lnTo>
                    <a:pt x="10743" y="4093"/>
                  </a:lnTo>
                  <a:lnTo>
                    <a:pt x="10755" y="4104"/>
                  </a:lnTo>
                  <a:lnTo>
                    <a:pt x="10764" y="4117"/>
                  </a:lnTo>
                  <a:lnTo>
                    <a:pt x="10764" y="4117"/>
                  </a:lnTo>
                  <a:lnTo>
                    <a:pt x="10845" y="4252"/>
                  </a:lnTo>
                  <a:lnTo>
                    <a:pt x="10925" y="4388"/>
                  </a:lnTo>
                  <a:lnTo>
                    <a:pt x="11002" y="4526"/>
                  </a:lnTo>
                  <a:lnTo>
                    <a:pt x="11079" y="4664"/>
                  </a:lnTo>
                  <a:lnTo>
                    <a:pt x="11079" y="4664"/>
                  </a:lnTo>
                  <a:lnTo>
                    <a:pt x="11084" y="4676"/>
                  </a:lnTo>
                  <a:lnTo>
                    <a:pt x="11087" y="4689"/>
                  </a:lnTo>
                  <a:lnTo>
                    <a:pt x="11090" y="4704"/>
                  </a:lnTo>
                  <a:lnTo>
                    <a:pt x="11090" y="4719"/>
                  </a:lnTo>
                  <a:lnTo>
                    <a:pt x="11090" y="4735"/>
                  </a:lnTo>
                  <a:lnTo>
                    <a:pt x="11087" y="4748"/>
                  </a:lnTo>
                  <a:lnTo>
                    <a:pt x="11084" y="4763"/>
                  </a:lnTo>
                  <a:lnTo>
                    <a:pt x="11078" y="4775"/>
                  </a:lnTo>
                  <a:lnTo>
                    <a:pt x="11078" y="4775"/>
                  </a:lnTo>
                  <a:close/>
                  <a:moveTo>
                    <a:pt x="9037" y="2755"/>
                  </a:moveTo>
                  <a:lnTo>
                    <a:pt x="9037" y="2755"/>
                  </a:lnTo>
                  <a:lnTo>
                    <a:pt x="8815" y="2758"/>
                  </a:lnTo>
                  <a:lnTo>
                    <a:pt x="8594" y="2758"/>
                  </a:lnTo>
                  <a:lnTo>
                    <a:pt x="8373" y="2758"/>
                  </a:lnTo>
                  <a:lnTo>
                    <a:pt x="8152" y="2755"/>
                  </a:lnTo>
                  <a:lnTo>
                    <a:pt x="8152" y="2755"/>
                  </a:lnTo>
                  <a:lnTo>
                    <a:pt x="8127" y="2757"/>
                  </a:lnTo>
                  <a:lnTo>
                    <a:pt x="8105" y="2759"/>
                  </a:lnTo>
                  <a:lnTo>
                    <a:pt x="8085" y="2765"/>
                  </a:lnTo>
                  <a:lnTo>
                    <a:pt x="8068" y="2774"/>
                  </a:lnTo>
                  <a:lnTo>
                    <a:pt x="8051" y="2786"/>
                  </a:lnTo>
                  <a:lnTo>
                    <a:pt x="8037" y="2801"/>
                  </a:lnTo>
                  <a:lnTo>
                    <a:pt x="8023" y="2817"/>
                  </a:lnTo>
                  <a:lnTo>
                    <a:pt x="8010" y="2838"/>
                  </a:lnTo>
                  <a:lnTo>
                    <a:pt x="8010" y="2838"/>
                  </a:lnTo>
                  <a:lnTo>
                    <a:pt x="7900" y="3034"/>
                  </a:lnTo>
                  <a:lnTo>
                    <a:pt x="7789" y="3226"/>
                  </a:lnTo>
                  <a:lnTo>
                    <a:pt x="7678" y="3420"/>
                  </a:lnTo>
                  <a:lnTo>
                    <a:pt x="7568" y="3615"/>
                  </a:lnTo>
                  <a:lnTo>
                    <a:pt x="7568" y="3615"/>
                  </a:lnTo>
                  <a:lnTo>
                    <a:pt x="7562" y="3628"/>
                  </a:lnTo>
                  <a:lnTo>
                    <a:pt x="7556" y="3643"/>
                  </a:lnTo>
                  <a:lnTo>
                    <a:pt x="7553" y="3659"/>
                  </a:lnTo>
                  <a:lnTo>
                    <a:pt x="7552" y="3675"/>
                  </a:lnTo>
                  <a:lnTo>
                    <a:pt x="7552" y="3692"/>
                  </a:lnTo>
                  <a:lnTo>
                    <a:pt x="7553" y="3708"/>
                  </a:lnTo>
                  <a:lnTo>
                    <a:pt x="7558" y="3723"/>
                  </a:lnTo>
                  <a:lnTo>
                    <a:pt x="7562" y="3735"/>
                  </a:lnTo>
                  <a:lnTo>
                    <a:pt x="7562" y="3735"/>
                  </a:lnTo>
                  <a:lnTo>
                    <a:pt x="7676" y="3938"/>
                  </a:lnTo>
                  <a:lnTo>
                    <a:pt x="7792" y="4139"/>
                  </a:lnTo>
                  <a:lnTo>
                    <a:pt x="7908" y="4339"/>
                  </a:lnTo>
                  <a:lnTo>
                    <a:pt x="8026" y="4538"/>
                  </a:lnTo>
                  <a:lnTo>
                    <a:pt x="8026" y="4538"/>
                  </a:lnTo>
                  <a:lnTo>
                    <a:pt x="8035" y="4550"/>
                  </a:lnTo>
                  <a:lnTo>
                    <a:pt x="8047" y="4562"/>
                  </a:lnTo>
                  <a:lnTo>
                    <a:pt x="8062" y="4572"/>
                  </a:lnTo>
                  <a:lnTo>
                    <a:pt x="8077" y="4581"/>
                  </a:lnTo>
                  <a:lnTo>
                    <a:pt x="8093" y="4588"/>
                  </a:lnTo>
                  <a:lnTo>
                    <a:pt x="8111" y="4594"/>
                  </a:lnTo>
                  <a:lnTo>
                    <a:pt x="8127" y="4597"/>
                  </a:lnTo>
                  <a:lnTo>
                    <a:pt x="8142" y="4599"/>
                  </a:lnTo>
                  <a:lnTo>
                    <a:pt x="8142" y="4599"/>
                  </a:lnTo>
                  <a:lnTo>
                    <a:pt x="8366" y="4602"/>
                  </a:lnTo>
                  <a:lnTo>
                    <a:pt x="8589" y="4602"/>
                  </a:lnTo>
                  <a:lnTo>
                    <a:pt x="8815" y="4602"/>
                  </a:lnTo>
                  <a:lnTo>
                    <a:pt x="9038" y="4603"/>
                  </a:lnTo>
                  <a:lnTo>
                    <a:pt x="9038" y="4603"/>
                  </a:lnTo>
                  <a:lnTo>
                    <a:pt x="9061" y="4602"/>
                  </a:lnTo>
                  <a:lnTo>
                    <a:pt x="9081" y="4600"/>
                  </a:lnTo>
                  <a:lnTo>
                    <a:pt x="9101" y="4594"/>
                  </a:lnTo>
                  <a:lnTo>
                    <a:pt x="9117" y="4587"/>
                  </a:lnTo>
                  <a:lnTo>
                    <a:pt x="9133" y="4576"/>
                  </a:lnTo>
                  <a:lnTo>
                    <a:pt x="9147" y="4563"/>
                  </a:lnTo>
                  <a:lnTo>
                    <a:pt x="9160" y="4547"/>
                  </a:lnTo>
                  <a:lnTo>
                    <a:pt x="9172" y="4527"/>
                  </a:lnTo>
                  <a:lnTo>
                    <a:pt x="9172" y="4527"/>
                  </a:lnTo>
                  <a:lnTo>
                    <a:pt x="9256" y="4373"/>
                  </a:lnTo>
                  <a:lnTo>
                    <a:pt x="9341" y="4219"/>
                  </a:lnTo>
                  <a:lnTo>
                    <a:pt x="9385" y="4142"/>
                  </a:lnTo>
                  <a:lnTo>
                    <a:pt x="9430" y="4068"/>
                  </a:lnTo>
                  <a:lnTo>
                    <a:pt x="9476" y="3994"/>
                  </a:lnTo>
                  <a:lnTo>
                    <a:pt x="9525" y="3921"/>
                  </a:lnTo>
                  <a:lnTo>
                    <a:pt x="9525" y="3921"/>
                  </a:lnTo>
                  <a:lnTo>
                    <a:pt x="9545" y="3889"/>
                  </a:lnTo>
                  <a:lnTo>
                    <a:pt x="9565" y="3858"/>
                  </a:lnTo>
                  <a:lnTo>
                    <a:pt x="9581" y="3826"/>
                  </a:lnTo>
                  <a:lnTo>
                    <a:pt x="9594" y="3797"/>
                  </a:lnTo>
                  <a:lnTo>
                    <a:pt x="9606" y="3766"/>
                  </a:lnTo>
                  <a:lnTo>
                    <a:pt x="9614" y="3736"/>
                  </a:lnTo>
                  <a:lnTo>
                    <a:pt x="9620" y="3706"/>
                  </a:lnTo>
                  <a:lnTo>
                    <a:pt x="9622" y="3677"/>
                  </a:lnTo>
                  <a:lnTo>
                    <a:pt x="9621" y="3647"/>
                  </a:lnTo>
                  <a:lnTo>
                    <a:pt x="9617" y="3618"/>
                  </a:lnTo>
                  <a:lnTo>
                    <a:pt x="9609" y="3588"/>
                  </a:lnTo>
                  <a:lnTo>
                    <a:pt x="9599" y="3558"/>
                  </a:lnTo>
                  <a:lnTo>
                    <a:pt x="9584" y="3527"/>
                  </a:lnTo>
                  <a:lnTo>
                    <a:pt x="9566" y="3497"/>
                  </a:lnTo>
                  <a:lnTo>
                    <a:pt x="9545" y="3466"/>
                  </a:lnTo>
                  <a:lnTo>
                    <a:pt x="9519" y="3435"/>
                  </a:lnTo>
                  <a:lnTo>
                    <a:pt x="9519" y="3435"/>
                  </a:lnTo>
                  <a:lnTo>
                    <a:pt x="9345" y="3136"/>
                  </a:lnTo>
                  <a:lnTo>
                    <a:pt x="9261" y="2988"/>
                  </a:lnTo>
                  <a:lnTo>
                    <a:pt x="9178" y="2839"/>
                  </a:lnTo>
                  <a:lnTo>
                    <a:pt x="9178" y="2839"/>
                  </a:lnTo>
                  <a:lnTo>
                    <a:pt x="9164" y="2819"/>
                  </a:lnTo>
                  <a:lnTo>
                    <a:pt x="9151" y="2801"/>
                  </a:lnTo>
                  <a:lnTo>
                    <a:pt x="9136" y="2786"/>
                  </a:lnTo>
                  <a:lnTo>
                    <a:pt x="9121" y="2774"/>
                  </a:lnTo>
                  <a:lnTo>
                    <a:pt x="9104" y="2765"/>
                  </a:lnTo>
                  <a:lnTo>
                    <a:pt x="9084" y="2759"/>
                  </a:lnTo>
                  <a:lnTo>
                    <a:pt x="9061" y="2757"/>
                  </a:lnTo>
                  <a:lnTo>
                    <a:pt x="9037" y="2755"/>
                  </a:lnTo>
                  <a:lnTo>
                    <a:pt x="9037" y="2755"/>
                  </a:lnTo>
                  <a:close/>
                  <a:moveTo>
                    <a:pt x="9341" y="3720"/>
                  </a:moveTo>
                  <a:lnTo>
                    <a:pt x="9341" y="3720"/>
                  </a:lnTo>
                  <a:lnTo>
                    <a:pt x="9255" y="3872"/>
                  </a:lnTo>
                  <a:lnTo>
                    <a:pt x="9167" y="4025"/>
                  </a:lnTo>
                  <a:lnTo>
                    <a:pt x="8991" y="4327"/>
                  </a:lnTo>
                  <a:lnTo>
                    <a:pt x="8991" y="4327"/>
                  </a:lnTo>
                  <a:lnTo>
                    <a:pt x="8988" y="4332"/>
                  </a:lnTo>
                  <a:lnTo>
                    <a:pt x="8982" y="4335"/>
                  </a:lnTo>
                  <a:lnTo>
                    <a:pt x="8970" y="4341"/>
                  </a:lnTo>
                  <a:lnTo>
                    <a:pt x="8957" y="4345"/>
                  </a:lnTo>
                  <a:lnTo>
                    <a:pt x="8945" y="4351"/>
                  </a:lnTo>
                  <a:lnTo>
                    <a:pt x="8945" y="4351"/>
                  </a:lnTo>
                  <a:lnTo>
                    <a:pt x="8610" y="4353"/>
                  </a:lnTo>
                  <a:lnTo>
                    <a:pt x="8449" y="4351"/>
                  </a:lnTo>
                  <a:lnTo>
                    <a:pt x="8370" y="4350"/>
                  </a:lnTo>
                  <a:lnTo>
                    <a:pt x="8290" y="4348"/>
                  </a:lnTo>
                  <a:lnTo>
                    <a:pt x="8290" y="4348"/>
                  </a:lnTo>
                  <a:lnTo>
                    <a:pt x="8274" y="4345"/>
                  </a:lnTo>
                  <a:lnTo>
                    <a:pt x="8257" y="4341"/>
                  </a:lnTo>
                  <a:lnTo>
                    <a:pt x="8240" y="4335"/>
                  </a:lnTo>
                  <a:lnTo>
                    <a:pt x="8222" y="4326"/>
                  </a:lnTo>
                  <a:lnTo>
                    <a:pt x="8205" y="4316"/>
                  </a:lnTo>
                  <a:lnTo>
                    <a:pt x="8191" y="4304"/>
                  </a:lnTo>
                  <a:lnTo>
                    <a:pt x="8179" y="4292"/>
                  </a:lnTo>
                  <a:lnTo>
                    <a:pt x="8168" y="4279"/>
                  </a:lnTo>
                  <a:lnTo>
                    <a:pt x="8168" y="4279"/>
                  </a:lnTo>
                  <a:lnTo>
                    <a:pt x="8088" y="4148"/>
                  </a:lnTo>
                  <a:lnTo>
                    <a:pt x="8011" y="4018"/>
                  </a:lnTo>
                  <a:lnTo>
                    <a:pt x="7937" y="3884"/>
                  </a:lnTo>
                  <a:lnTo>
                    <a:pt x="7865" y="3749"/>
                  </a:lnTo>
                  <a:lnTo>
                    <a:pt x="7865" y="3749"/>
                  </a:lnTo>
                  <a:lnTo>
                    <a:pt x="7859" y="3735"/>
                  </a:lnTo>
                  <a:lnTo>
                    <a:pt x="7853" y="3718"/>
                  </a:lnTo>
                  <a:lnTo>
                    <a:pt x="7851" y="3699"/>
                  </a:lnTo>
                  <a:lnTo>
                    <a:pt x="7850" y="3680"/>
                  </a:lnTo>
                  <a:lnTo>
                    <a:pt x="7850" y="3661"/>
                  </a:lnTo>
                  <a:lnTo>
                    <a:pt x="7853" y="3643"/>
                  </a:lnTo>
                  <a:lnTo>
                    <a:pt x="7857" y="3625"/>
                  </a:lnTo>
                  <a:lnTo>
                    <a:pt x="7863" y="3610"/>
                  </a:lnTo>
                  <a:lnTo>
                    <a:pt x="7863" y="3610"/>
                  </a:lnTo>
                  <a:lnTo>
                    <a:pt x="7937" y="3474"/>
                  </a:lnTo>
                  <a:lnTo>
                    <a:pt x="8014" y="3339"/>
                  </a:lnTo>
                  <a:lnTo>
                    <a:pt x="8093" y="3204"/>
                  </a:lnTo>
                  <a:lnTo>
                    <a:pt x="8173" y="3071"/>
                  </a:lnTo>
                  <a:lnTo>
                    <a:pt x="8173" y="3071"/>
                  </a:lnTo>
                  <a:lnTo>
                    <a:pt x="8182" y="3060"/>
                  </a:lnTo>
                  <a:lnTo>
                    <a:pt x="8192" y="3048"/>
                  </a:lnTo>
                  <a:lnTo>
                    <a:pt x="8204" y="3038"/>
                  </a:lnTo>
                  <a:lnTo>
                    <a:pt x="8219" y="3029"/>
                  </a:lnTo>
                  <a:lnTo>
                    <a:pt x="8234" y="3022"/>
                  </a:lnTo>
                  <a:lnTo>
                    <a:pt x="8248" y="3016"/>
                  </a:lnTo>
                  <a:lnTo>
                    <a:pt x="8263" y="3011"/>
                  </a:lnTo>
                  <a:lnTo>
                    <a:pt x="8277" y="3010"/>
                  </a:lnTo>
                  <a:lnTo>
                    <a:pt x="8277" y="3010"/>
                  </a:lnTo>
                  <a:lnTo>
                    <a:pt x="8435" y="3007"/>
                  </a:lnTo>
                  <a:lnTo>
                    <a:pt x="8594" y="3005"/>
                  </a:lnTo>
                  <a:lnTo>
                    <a:pt x="8752" y="3007"/>
                  </a:lnTo>
                  <a:lnTo>
                    <a:pt x="8911" y="3010"/>
                  </a:lnTo>
                  <a:lnTo>
                    <a:pt x="8911" y="3010"/>
                  </a:lnTo>
                  <a:lnTo>
                    <a:pt x="8924" y="3011"/>
                  </a:lnTo>
                  <a:lnTo>
                    <a:pt x="8939" y="3016"/>
                  </a:lnTo>
                  <a:lnTo>
                    <a:pt x="8954" y="3022"/>
                  </a:lnTo>
                  <a:lnTo>
                    <a:pt x="8969" y="3029"/>
                  </a:lnTo>
                  <a:lnTo>
                    <a:pt x="8982" y="3038"/>
                  </a:lnTo>
                  <a:lnTo>
                    <a:pt x="8995" y="3048"/>
                  </a:lnTo>
                  <a:lnTo>
                    <a:pt x="9006" y="3060"/>
                  </a:lnTo>
                  <a:lnTo>
                    <a:pt x="9013" y="3071"/>
                  </a:lnTo>
                  <a:lnTo>
                    <a:pt x="9013" y="3071"/>
                  </a:lnTo>
                  <a:lnTo>
                    <a:pt x="9095" y="3207"/>
                  </a:lnTo>
                  <a:lnTo>
                    <a:pt x="9175" y="3343"/>
                  </a:lnTo>
                  <a:lnTo>
                    <a:pt x="9253" y="3480"/>
                  </a:lnTo>
                  <a:lnTo>
                    <a:pt x="9330" y="3618"/>
                  </a:lnTo>
                  <a:lnTo>
                    <a:pt x="9330" y="3618"/>
                  </a:lnTo>
                  <a:lnTo>
                    <a:pt x="9336" y="3629"/>
                  </a:lnTo>
                  <a:lnTo>
                    <a:pt x="9341" y="3643"/>
                  </a:lnTo>
                  <a:lnTo>
                    <a:pt x="9344" y="3656"/>
                  </a:lnTo>
                  <a:lnTo>
                    <a:pt x="9347" y="3669"/>
                  </a:lnTo>
                  <a:lnTo>
                    <a:pt x="9347" y="3684"/>
                  </a:lnTo>
                  <a:lnTo>
                    <a:pt x="9347" y="3698"/>
                  </a:lnTo>
                  <a:lnTo>
                    <a:pt x="9344" y="3709"/>
                  </a:lnTo>
                  <a:lnTo>
                    <a:pt x="9341" y="3720"/>
                  </a:lnTo>
                  <a:lnTo>
                    <a:pt x="9341" y="3720"/>
                  </a:lnTo>
                  <a:close/>
                  <a:moveTo>
                    <a:pt x="11363" y="2559"/>
                  </a:moveTo>
                  <a:lnTo>
                    <a:pt x="11363" y="2559"/>
                  </a:lnTo>
                  <a:lnTo>
                    <a:pt x="11250" y="2367"/>
                  </a:lnTo>
                  <a:lnTo>
                    <a:pt x="11139" y="2173"/>
                  </a:lnTo>
                  <a:lnTo>
                    <a:pt x="11026" y="1980"/>
                  </a:lnTo>
                  <a:lnTo>
                    <a:pt x="10913" y="1787"/>
                  </a:lnTo>
                  <a:lnTo>
                    <a:pt x="10913" y="1787"/>
                  </a:lnTo>
                  <a:lnTo>
                    <a:pt x="10903" y="1775"/>
                  </a:lnTo>
                  <a:lnTo>
                    <a:pt x="10891" y="1762"/>
                  </a:lnTo>
                  <a:lnTo>
                    <a:pt x="10876" y="1750"/>
                  </a:lnTo>
                  <a:lnTo>
                    <a:pt x="10860" y="1741"/>
                  </a:lnTo>
                  <a:lnTo>
                    <a:pt x="10842" y="1732"/>
                  </a:lnTo>
                  <a:lnTo>
                    <a:pt x="10825" y="1727"/>
                  </a:lnTo>
                  <a:lnTo>
                    <a:pt x="10807" y="1722"/>
                  </a:lnTo>
                  <a:lnTo>
                    <a:pt x="10790" y="1719"/>
                  </a:lnTo>
                  <a:lnTo>
                    <a:pt x="10790" y="1719"/>
                  </a:lnTo>
                  <a:lnTo>
                    <a:pt x="10567" y="1718"/>
                  </a:lnTo>
                  <a:lnTo>
                    <a:pt x="10343" y="1716"/>
                  </a:lnTo>
                  <a:lnTo>
                    <a:pt x="10119" y="1716"/>
                  </a:lnTo>
                  <a:lnTo>
                    <a:pt x="9895" y="1715"/>
                  </a:lnTo>
                  <a:lnTo>
                    <a:pt x="9895" y="1715"/>
                  </a:lnTo>
                  <a:lnTo>
                    <a:pt x="9871" y="1716"/>
                  </a:lnTo>
                  <a:lnTo>
                    <a:pt x="9851" y="1719"/>
                  </a:lnTo>
                  <a:lnTo>
                    <a:pt x="9833" y="1724"/>
                  </a:lnTo>
                  <a:lnTo>
                    <a:pt x="9815" y="1731"/>
                  </a:lnTo>
                  <a:lnTo>
                    <a:pt x="9800" y="1741"/>
                  </a:lnTo>
                  <a:lnTo>
                    <a:pt x="9786" y="1755"/>
                  </a:lnTo>
                  <a:lnTo>
                    <a:pt x="9772" y="1771"/>
                  </a:lnTo>
                  <a:lnTo>
                    <a:pt x="9760" y="1790"/>
                  </a:lnTo>
                  <a:lnTo>
                    <a:pt x="9760" y="1790"/>
                  </a:lnTo>
                  <a:lnTo>
                    <a:pt x="9651" y="1986"/>
                  </a:lnTo>
                  <a:lnTo>
                    <a:pt x="9539" y="2179"/>
                  </a:lnTo>
                  <a:lnTo>
                    <a:pt x="9428" y="2373"/>
                  </a:lnTo>
                  <a:lnTo>
                    <a:pt x="9314" y="2565"/>
                  </a:lnTo>
                  <a:lnTo>
                    <a:pt x="9314" y="2565"/>
                  </a:lnTo>
                  <a:lnTo>
                    <a:pt x="9304" y="2586"/>
                  </a:lnTo>
                  <a:lnTo>
                    <a:pt x="9296" y="2605"/>
                  </a:lnTo>
                  <a:lnTo>
                    <a:pt x="9292" y="2625"/>
                  </a:lnTo>
                  <a:lnTo>
                    <a:pt x="9292" y="2644"/>
                  </a:lnTo>
                  <a:lnTo>
                    <a:pt x="9293" y="2662"/>
                  </a:lnTo>
                  <a:lnTo>
                    <a:pt x="9299" y="2681"/>
                  </a:lnTo>
                  <a:lnTo>
                    <a:pt x="9308" y="2700"/>
                  </a:lnTo>
                  <a:lnTo>
                    <a:pt x="9319" y="2719"/>
                  </a:lnTo>
                  <a:lnTo>
                    <a:pt x="9319" y="2719"/>
                  </a:lnTo>
                  <a:lnTo>
                    <a:pt x="9413" y="2880"/>
                  </a:lnTo>
                  <a:lnTo>
                    <a:pt x="9508" y="3043"/>
                  </a:lnTo>
                  <a:lnTo>
                    <a:pt x="9698" y="3373"/>
                  </a:lnTo>
                  <a:lnTo>
                    <a:pt x="9698" y="3373"/>
                  </a:lnTo>
                  <a:lnTo>
                    <a:pt x="9708" y="3385"/>
                  </a:lnTo>
                  <a:lnTo>
                    <a:pt x="9717" y="3400"/>
                  </a:lnTo>
                  <a:lnTo>
                    <a:pt x="9726" y="3415"/>
                  </a:lnTo>
                  <a:lnTo>
                    <a:pt x="9734" y="3431"/>
                  </a:lnTo>
                  <a:lnTo>
                    <a:pt x="9747" y="3462"/>
                  </a:lnTo>
                  <a:lnTo>
                    <a:pt x="9762" y="3492"/>
                  </a:lnTo>
                  <a:lnTo>
                    <a:pt x="9771" y="3506"/>
                  </a:lnTo>
                  <a:lnTo>
                    <a:pt x="9780" y="3518"/>
                  </a:lnTo>
                  <a:lnTo>
                    <a:pt x="9790" y="3530"/>
                  </a:lnTo>
                  <a:lnTo>
                    <a:pt x="9803" y="3540"/>
                  </a:lnTo>
                  <a:lnTo>
                    <a:pt x="9817" y="3549"/>
                  </a:lnTo>
                  <a:lnTo>
                    <a:pt x="9834" y="3555"/>
                  </a:lnTo>
                  <a:lnTo>
                    <a:pt x="9854" y="3558"/>
                  </a:lnTo>
                  <a:lnTo>
                    <a:pt x="9876" y="3560"/>
                  </a:lnTo>
                  <a:lnTo>
                    <a:pt x="9876" y="3560"/>
                  </a:lnTo>
                  <a:lnTo>
                    <a:pt x="10109" y="3558"/>
                  </a:lnTo>
                  <a:lnTo>
                    <a:pt x="10340" y="3558"/>
                  </a:lnTo>
                  <a:lnTo>
                    <a:pt x="10573" y="3558"/>
                  </a:lnTo>
                  <a:lnTo>
                    <a:pt x="10805" y="3555"/>
                  </a:lnTo>
                  <a:lnTo>
                    <a:pt x="10805" y="3555"/>
                  </a:lnTo>
                  <a:lnTo>
                    <a:pt x="10819" y="3554"/>
                  </a:lnTo>
                  <a:lnTo>
                    <a:pt x="10833" y="3551"/>
                  </a:lnTo>
                  <a:lnTo>
                    <a:pt x="10848" y="3545"/>
                  </a:lnTo>
                  <a:lnTo>
                    <a:pt x="10863" y="3538"/>
                  </a:lnTo>
                  <a:lnTo>
                    <a:pt x="10876" y="3527"/>
                  </a:lnTo>
                  <a:lnTo>
                    <a:pt x="10890" y="3517"/>
                  </a:lnTo>
                  <a:lnTo>
                    <a:pt x="10900" y="3506"/>
                  </a:lnTo>
                  <a:lnTo>
                    <a:pt x="10908" y="3495"/>
                  </a:lnTo>
                  <a:lnTo>
                    <a:pt x="10908" y="3495"/>
                  </a:lnTo>
                  <a:lnTo>
                    <a:pt x="11023" y="3300"/>
                  </a:lnTo>
                  <a:lnTo>
                    <a:pt x="11136" y="3105"/>
                  </a:lnTo>
                  <a:lnTo>
                    <a:pt x="11248" y="2908"/>
                  </a:lnTo>
                  <a:lnTo>
                    <a:pt x="11364" y="2714"/>
                  </a:lnTo>
                  <a:lnTo>
                    <a:pt x="11364" y="2714"/>
                  </a:lnTo>
                  <a:lnTo>
                    <a:pt x="11374" y="2693"/>
                  </a:lnTo>
                  <a:lnTo>
                    <a:pt x="11382" y="2672"/>
                  </a:lnTo>
                  <a:lnTo>
                    <a:pt x="11386" y="2654"/>
                  </a:lnTo>
                  <a:lnTo>
                    <a:pt x="11388" y="2635"/>
                  </a:lnTo>
                  <a:lnTo>
                    <a:pt x="11386" y="2617"/>
                  </a:lnTo>
                  <a:lnTo>
                    <a:pt x="11380" y="2599"/>
                  </a:lnTo>
                  <a:lnTo>
                    <a:pt x="11373" y="2580"/>
                  </a:lnTo>
                  <a:lnTo>
                    <a:pt x="11363" y="2559"/>
                  </a:lnTo>
                  <a:lnTo>
                    <a:pt x="11363" y="2559"/>
                  </a:lnTo>
                  <a:close/>
                  <a:moveTo>
                    <a:pt x="11054" y="2743"/>
                  </a:moveTo>
                  <a:lnTo>
                    <a:pt x="11054" y="2743"/>
                  </a:lnTo>
                  <a:lnTo>
                    <a:pt x="10908" y="2997"/>
                  </a:lnTo>
                  <a:lnTo>
                    <a:pt x="10836" y="3118"/>
                  </a:lnTo>
                  <a:lnTo>
                    <a:pt x="10764" y="3237"/>
                  </a:lnTo>
                  <a:lnTo>
                    <a:pt x="10764" y="3237"/>
                  </a:lnTo>
                  <a:lnTo>
                    <a:pt x="10755" y="3249"/>
                  </a:lnTo>
                  <a:lnTo>
                    <a:pt x="10744" y="3260"/>
                  </a:lnTo>
                  <a:lnTo>
                    <a:pt x="10731" y="3272"/>
                  </a:lnTo>
                  <a:lnTo>
                    <a:pt x="10716" y="3283"/>
                  </a:lnTo>
                  <a:lnTo>
                    <a:pt x="10702" y="3291"/>
                  </a:lnTo>
                  <a:lnTo>
                    <a:pt x="10685" y="3299"/>
                  </a:lnTo>
                  <a:lnTo>
                    <a:pt x="10670" y="3303"/>
                  </a:lnTo>
                  <a:lnTo>
                    <a:pt x="10656" y="3305"/>
                  </a:lnTo>
                  <a:lnTo>
                    <a:pt x="10656" y="3305"/>
                  </a:lnTo>
                  <a:lnTo>
                    <a:pt x="10497" y="3309"/>
                  </a:lnTo>
                  <a:lnTo>
                    <a:pt x="10338" y="3309"/>
                  </a:lnTo>
                  <a:lnTo>
                    <a:pt x="10180" y="3309"/>
                  </a:lnTo>
                  <a:lnTo>
                    <a:pt x="10021" y="3305"/>
                  </a:lnTo>
                  <a:lnTo>
                    <a:pt x="10021" y="3305"/>
                  </a:lnTo>
                  <a:lnTo>
                    <a:pt x="10008" y="3303"/>
                  </a:lnTo>
                  <a:lnTo>
                    <a:pt x="9993" y="3300"/>
                  </a:lnTo>
                  <a:lnTo>
                    <a:pt x="9978" y="3294"/>
                  </a:lnTo>
                  <a:lnTo>
                    <a:pt x="9963" y="3286"/>
                  </a:lnTo>
                  <a:lnTo>
                    <a:pt x="9950" y="3277"/>
                  </a:lnTo>
                  <a:lnTo>
                    <a:pt x="9938" y="3266"/>
                  </a:lnTo>
                  <a:lnTo>
                    <a:pt x="9926" y="3256"/>
                  </a:lnTo>
                  <a:lnTo>
                    <a:pt x="9919" y="3244"/>
                  </a:lnTo>
                  <a:lnTo>
                    <a:pt x="9919" y="3244"/>
                  </a:lnTo>
                  <a:lnTo>
                    <a:pt x="9840" y="3114"/>
                  </a:lnTo>
                  <a:lnTo>
                    <a:pt x="9763" y="2982"/>
                  </a:lnTo>
                  <a:lnTo>
                    <a:pt x="9688" y="2848"/>
                  </a:lnTo>
                  <a:lnTo>
                    <a:pt x="9611" y="2716"/>
                  </a:lnTo>
                  <a:lnTo>
                    <a:pt x="9611" y="2716"/>
                  </a:lnTo>
                  <a:lnTo>
                    <a:pt x="9600" y="2697"/>
                  </a:lnTo>
                  <a:lnTo>
                    <a:pt x="9591" y="2678"/>
                  </a:lnTo>
                  <a:lnTo>
                    <a:pt x="9587" y="2659"/>
                  </a:lnTo>
                  <a:lnTo>
                    <a:pt x="9584" y="2641"/>
                  </a:lnTo>
                  <a:lnTo>
                    <a:pt x="9585" y="2622"/>
                  </a:lnTo>
                  <a:lnTo>
                    <a:pt x="9590" y="2602"/>
                  </a:lnTo>
                  <a:lnTo>
                    <a:pt x="9597" y="2583"/>
                  </a:lnTo>
                  <a:lnTo>
                    <a:pt x="9608" y="2562"/>
                  </a:lnTo>
                  <a:lnTo>
                    <a:pt x="9608" y="2562"/>
                  </a:lnTo>
                  <a:lnTo>
                    <a:pt x="9685" y="2430"/>
                  </a:lnTo>
                  <a:lnTo>
                    <a:pt x="9762" y="2299"/>
                  </a:lnTo>
                  <a:lnTo>
                    <a:pt x="9837" y="2167"/>
                  </a:lnTo>
                  <a:lnTo>
                    <a:pt x="9876" y="2100"/>
                  </a:lnTo>
                  <a:lnTo>
                    <a:pt x="9916" y="2035"/>
                  </a:lnTo>
                  <a:lnTo>
                    <a:pt x="9916" y="2035"/>
                  </a:lnTo>
                  <a:lnTo>
                    <a:pt x="9925" y="2023"/>
                  </a:lnTo>
                  <a:lnTo>
                    <a:pt x="9937" y="2011"/>
                  </a:lnTo>
                  <a:lnTo>
                    <a:pt x="9950" y="2001"/>
                  </a:lnTo>
                  <a:lnTo>
                    <a:pt x="9965" y="1990"/>
                  </a:lnTo>
                  <a:lnTo>
                    <a:pt x="9981" y="1983"/>
                  </a:lnTo>
                  <a:lnTo>
                    <a:pt x="9997" y="1977"/>
                  </a:lnTo>
                  <a:lnTo>
                    <a:pt x="10014" y="1973"/>
                  </a:lnTo>
                  <a:lnTo>
                    <a:pt x="10029" y="1970"/>
                  </a:lnTo>
                  <a:lnTo>
                    <a:pt x="10029" y="1970"/>
                  </a:lnTo>
                  <a:lnTo>
                    <a:pt x="10187" y="1967"/>
                  </a:lnTo>
                  <a:lnTo>
                    <a:pt x="10346" y="1965"/>
                  </a:lnTo>
                  <a:lnTo>
                    <a:pt x="10346" y="1965"/>
                  </a:lnTo>
                  <a:lnTo>
                    <a:pt x="10504" y="1967"/>
                  </a:lnTo>
                  <a:lnTo>
                    <a:pt x="10663" y="1970"/>
                  </a:lnTo>
                  <a:lnTo>
                    <a:pt x="10663" y="1970"/>
                  </a:lnTo>
                  <a:lnTo>
                    <a:pt x="10675" y="1971"/>
                  </a:lnTo>
                  <a:lnTo>
                    <a:pt x="10690" y="1974"/>
                  </a:lnTo>
                  <a:lnTo>
                    <a:pt x="10703" y="1980"/>
                  </a:lnTo>
                  <a:lnTo>
                    <a:pt x="10716" y="1987"/>
                  </a:lnTo>
                  <a:lnTo>
                    <a:pt x="10728" y="1995"/>
                  </a:lnTo>
                  <a:lnTo>
                    <a:pt x="10740" y="2004"/>
                  </a:lnTo>
                  <a:lnTo>
                    <a:pt x="10750" y="2014"/>
                  </a:lnTo>
                  <a:lnTo>
                    <a:pt x="10758" y="2024"/>
                  </a:lnTo>
                  <a:lnTo>
                    <a:pt x="10758" y="2024"/>
                  </a:lnTo>
                  <a:lnTo>
                    <a:pt x="10841" y="2162"/>
                  </a:lnTo>
                  <a:lnTo>
                    <a:pt x="10922" y="2302"/>
                  </a:lnTo>
                  <a:lnTo>
                    <a:pt x="10962" y="2371"/>
                  </a:lnTo>
                  <a:lnTo>
                    <a:pt x="11001" y="2441"/>
                  </a:lnTo>
                  <a:lnTo>
                    <a:pt x="11039" y="2512"/>
                  </a:lnTo>
                  <a:lnTo>
                    <a:pt x="11077" y="2583"/>
                  </a:lnTo>
                  <a:lnTo>
                    <a:pt x="11077" y="2583"/>
                  </a:lnTo>
                  <a:lnTo>
                    <a:pt x="11079" y="2591"/>
                  </a:lnTo>
                  <a:lnTo>
                    <a:pt x="11082" y="2599"/>
                  </a:lnTo>
                  <a:lnTo>
                    <a:pt x="11082" y="2608"/>
                  </a:lnTo>
                  <a:lnTo>
                    <a:pt x="11082" y="2617"/>
                  </a:lnTo>
                  <a:lnTo>
                    <a:pt x="11081" y="2636"/>
                  </a:lnTo>
                  <a:lnTo>
                    <a:pt x="11077" y="2659"/>
                  </a:lnTo>
                  <a:lnTo>
                    <a:pt x="11065" y="2702"/>
                  </a:lnTo>
                  <a:lnTo>
                    <a:pt x="11059" y="2722"/>
                  </a:lnTo>
                  <a:lnTo>
                    <a:pt x="11054" y="2743"/>
                  </a:lnTo>
                  <a:lnTo>
                    <a:pt x="11054" y="2743"/>
                  </a:lnTo>
                  <a:close/>
                  <a:moveTo>
                    <a:pt x="7144" y="1584"/>
                  </a:moveTo>
                  <a:lnTo>
                    <a:pt x="6594" y="1584"/>
                  </a:lnTo>
                  <a:lnTo>
                    <a:pt x="6594" y="1319"/>
                  </a:lnTo>
                  <a:lnTo>
                    <a:pt x="7144" y="1319"/>
                  </a:lnTo>
                  <a:lnTo>
                    <a:pt x="7144" y="1584"/>
                  </a:lnTo>
                  <a:close/>
                  <a:moveTo>
                    <a:pt x="2776" y="5485"/>
                  </a:moveTo>
                  <a:lnTo>
                    <a:pt x="2776" y="5485"/>
                  </a:lnTo>
                  <a:lnTo>
                    <a:pt x="2772" y="5454"/>
                  </a:lnTo>
                  <a:lnTo>
                    <a:pt x="2766" y="5424"/>
                  </a:lnTo>
                  <a:lnTo>
                    <a:pt x="2761" y="5394"/>
                  </a:lnTo>
                  <a:lnTo>
                    <a:pt x="2760" y="5380"/>
                  </a:lnTo>
                  <a:lnTo>
                    <a:pt x="2758" y="5365"/>
                  </a:lnTo>
                  <a:lnTo>
                    <a:pt x="2758" y="5365"/>
                  </a:lnTo>
                  <a:lnTo>
                    <a:pt x="2760" y="5380"/>
                  </a:lnTo>
                  <a:lnTo>
                    <a:pt x="2761" y="5394"/>
                  </a:lnTo>
                  <a:lnTo>
                    <a:pt x="2766" y="5423"/>
                  </a:lnTo>
                  <a:lnTo>
                    <a:pt x="2772" y="5449"/>
                  </a:lnTo>
                  <a:lnTo>
                    <a:pt x="2779" y="5473"/>
                  </a:lnTo>
                  <a:lnTo>
                    <a:pt x="2779" y="5473"/>
                  </a:lnTo>
                  <a:lnTo>
                    <a:pt x="2779" y="4215"/>
                  </a:lnTo>
                  <a:lnTo>
                    <a:pt x="2779" y="4215"/>
                  </a:lnTo>
                  <a:lnTo>
                    <a:pt x="2779" y="4213"/>
                  </a:lnTo>
                  <a:lnTo>
                    <a:pt x="2779" y="4213"/>
                  </a:lnTo>
                  <a:lnTo>
                    <a:pt x="2781" y="2146"/>
                  </a:lnTo>
                  <a:lnTo>
                    <a:pt x="2781" y="2146"/>
                  </a:lnTo>
                  <a:lnTo>
                    <a:pt x="2779" y="2096"/>
                  </a:lnTo>
                  <a:lnTo>
                    <a:pt x="2776" y="2050"/>
                  </a:lnTo>
                  <a:lnTo>
                    <a:pt x="2769" y="2008"/>
                  </a:lnTo>
                  <a:lnTo>
                    <a:pt x="2766" y="1989"/>
                  </a:lnTo>
                  <a:lnTo>
                    <a:pt x="2760" y="1971"/>
                  </a:lnTo>
                  <a:lnTo>
                    <a:pt x="2755" y="1953"/>
                  </a:lnTo>
                  <a:lnTo>
                    <a:pt x="2748" y="1935"/>
                  </a:lnTo>
                  <a:lnTo>
                    <a:pt x="2742" y="1921"/>
                  </a:lnTo>
                  <a:lnTo>
                    <a:pt x="2733" y="1906"/>
                  </a:lnTo>
                  <a:lnTo>
                    <a:pt x="2724" y="1891"/>
                  </a:lnTo>
                  <a:lnTo>
                    <a:pt x="2715" y="1878"/>
                  </a:lnTo>
                  <a:lnTo>
                    <a:pt x="2705" y="1866"/>
                  </a:lnTo>
                  <a:lnTo>
                    <a:pt x="2695" y="1854"/>
                  </a:lnTo>
                  <a:lnTo>
                    <a:pt x="2683" y="1844"/>
                  </a:lnTo>
                  <a:lnTo>
                    <a:pt x="2669" y="1833"/>
                  </a:lnTo>
                  <a:lnTo>
                    <a:pt x="2656" y="1824"/>
                  </a:lnTo>
                  <a:lnTo>
                    <a:pt x="2643" y="1815"/>
                  </a:lnTo>
                  <a:lnTo>
                    <a:pt x="2626" y="1808"/>
                  </a:lnTo>
                  <a:lnTo>
                    <a:pt x="2612" y="1801"/>
                  </a:lnTo>
                  <a:lnTo>
                    <a:pt x="2594" y="1795"/>
                  </a:lnTo>
                  <a:lnTo>
                    <a:pt x="2576" y="1789"/>
                  </a:lnTo>
                  <a:lnTo>
                    <a:pt x="2538" y="1780"/>
                  </a:lnTo>
                  <a:lnTo>
                    <a:pt x="2495" y="1774"/>
                  </a:lnTo>
                  <a:lnTo>
                    <a:pt x="2449" y="1771"/>
                  </a:lnTo>
                  <a:lnTo>
                    <a:pt x="2397" y="1769"/>
                  </a:lnTo>
                  <a:lnTo>
                    <a:pt x="2363" y="1769"/>
                  </a:lnTo>
                  <a:lnTo>
                    <a:pt x="2363" y="1769"/>
                  </a:lnTo>
                  <a:lnTo>
                    <a:pt x="794" y="1769"/>
                  </a:lnTo>
                  <a:lnTo>
                    <a:pt x="794" y="1767"/>
                  </a:lnTo>
                  <a:lnTo>
                    <a:pt x="419" y="1767"/>
                  </a:lnTo>
                  <a:lnTo>
                    <a:pt x="419" y="1767"/>
                  </a:lnTo>
                  <a:lnTo>
                    <a:pt x="323" y="1767"/>
                  </a:lnTo>
                  <a:lnTo>
                    <a:pt x="323" y="1767"/>
                  </a:lnTo>
                  <a:lnTo>
                    <a:pt x="322" y="1767"/>
                  </a:lnTo>
                  <a:lnTo>
                    <a:pt x="0" y="1767"/>
                  </a:lnTo>
                  <a:lnTo>
                    <a:pt x="0" y="8311"/>
                  </a:lnTo>
                  <a:lnTo>
                    <a:pt x="0" y="8311"/>
                  </a:lnTo>
                  <a:lnTo>
                    <a:pt x="0" y="8311"/>
                  </a:lnTo>
                  <a:lnTo>
                    <a:pt x="0" y="8357"/>
                  </a:lnTo>
                  <a:lnTo>
                    <a:pt x="4" y="8398"/>
                  </a:lnTo>
                  <a:lnTo>
                    <a:pt x="9" y="8437"/>
                  </a:lnTo>
                  <a:lnTo>
                    <a:pt x="16" y="8471"/>
                  </a:lnTo>
                  <a:lnTo>
                    <a:pt x="27" y="8502"/>
                  </a:lnTo>
                  <a:lnTo>
                    <a:pt x="33" y="8516"/>
                  </a:lnTo>
                  <a:lnTo>
                    <a:pt x="39" y="8529"/>
                  </a:lnTo>
                  <a:lnTo>
                    <a:pt x="46" y="8541"/>
                  </a:lnTo>
                  <a:lnTo>
                    <a:pt x="53" y="8553"/>
                  </a:lnTo>
                  <a:lnTo>
                    <a:pt x="62" y="8563"/>
                  </a:lnTo>
                  <a:lnTo>
                    <a:pt x="71" y="8573"/>
                  </a:lnTo>
                  <a:lnTo>
                    <a:pt x="82" y="8582"/>
                  </a:lnTo>
                  <a:lnTo>
                    <a:pt x="93" y="8590"/>
                  </a:lnTo>
                  <a:lnTo>
                    <a:pt x="105" y="8597"/>
                  </a:lnTo>
                  <a:lnTo>
                    <a:pt x="117" y="8604"/>
                  </a:lnTo>
                  <a:lnTo>
                    <a:pt x="132" y="8610"/>
                  </a:lnTo>
                  <a:lnTo>
                    <a:pt x="145" y="8616"/>
                  </a:lnTo>
                  <a:lnTo>
                    <a:pt x="178" y="8625"/>
                  </a:lnTo>
                  <a:lnTo>
                    <a:pt x="213" y="8633"/>
                  </a:lnTo>
                  <a:lnTo>
                    <a:pt x="252" y="8637"/>
                  </a:lnTo>
                  <a:lnTo>
                    <a:pt x="296" y="8640"/>
                  </a:lnTo>
                  <a:lnTo>
                    <a:pt x="344" y="8640"/>
                  </a:lnTo>
                  <a:lnTo>
                    <a:pt x="344" y="8640"/>
                  </a:lnTo>
                  <a:lnTo>
                    <a:pt x="2659" y="8640"/>
                  </a:lnTo>
                  <a:lnTo>
                    <a:pt x="2659" y="8640"/>
                  </a:lnTo>
                  <a:lnTo>
                    <a:pt x="2687" y="8640"/>
                  </a:lnTo>
                  <a:lnTo>
                    <a:pt x="2717" y="8639"/>
                  </a:lnTo>
                  <a:lnTo>
                    <a:pt x="2781" y="8636"/>
                  </a:lnTo>
                  <a:lnTo>
                    <a:pt x="2781" y="8636"/>
                  </a:lnTo>
                  <a:lnTo>
                    <a:pt x="2781" y="8518"/>
                  </a:lnTo>
                  <a:lnTo>
                    <a:pt x="2781" y="8518"/>
                  </a:lnTo>
                  <a:lnTo>
                    <a:pt x="2781" y="7408"/>
                  </a:lnTo>
                  <a:lnTo>
                    <a:pt x="2781" y="7408"/>
                  </a:lnTo>
                  <a:lnTo>
                    <a:pt x="2776" y="5485"/>
                  </a:lnTo>
                  <a:lnTo>
                    <a:pt x="2776" y="5485"/>
                  </a:lnTo>
                  <a:close/>
                  <a:moveTo>
                    <a:pt x="2459" y="4102"/>
                  </a:moveTo>
                  <a:lnTo>
                    <a:pt x="2459" y="4102"/>
                  </a:lnTo>
                  <a:lnTo>
                    <a:pt x="2459" y="4124"/>
                  </a:lnTo>
                  <a:lnTo>
                    <a:pt x="2459" y="4124"/>
                  </a:lnTo>
                  <a:lnTo>
                    <a:pt x="2459" y="8167"/>
                  </a:lnTo>
                  <a:lnTo>
                    <a:pt x="2459" y="8167"/>
                  </a:lnTo>
                  <a:lnTo>
                    <a:pt x="2459" y="8311"/>
                  </a:lnTo>
                  <a:lnTo>
                    <a:pt x="2459" y="8311"/>
                  </a:lnTo>
                  <a:lnTo>
                    <a:pt x="322" y="8311"/>
                  </a:lnTo>
                  <a:lnTo>
                    <a:pt x="322" y="6232"/>
                  </a:lnTo>
                  <a:lnTo>
                    <a:pt x="322" y="6232"/>
                  </a:lnTo>
                  <a:lnTo>
                    <a:pt x="322" y="6223"/>
                  </a:lnTo>
                  <a:lnTo>
                    <a:pt x="322" y="6223"/>
                  </a:lnTo>
                  <a:lnTo>
                    <a:pt x="322" y="4671"/>
                  </a:lnTo>
                  <a:lnTo>
                    <a:pt x="322" y="2724"/>
                  </a:lnTo>
                  <a:lnTo>
                    <a:pt x="323" y="2724"/>
                  </a:lnTo>
                  <a:lnTo>
                    <a:pt x="323" y="2224"/>
                  </a:lnTo>
                  <a:lnTo>
                    <a:pt x="322" y="2224"/>
                  </a:lnTo>
                  <a:lnTo>
                    <a:pt x="322" y="2224"/>
                  </a:lnTo>
                  <a:lnTo>
                    <a:pt x="323" y="2224"/>
                  </a:lnTo>
                  <a:lnTo>
                    <a:pt x="323" y="2189"/>
                  </a:lnTo>
                  <a:lnTo>
                    <a:pt x="323" y="2107"/>
                  </a:lnTo>
                  <a:lnTo>
                    <a:pt x="323" y="2103"/>
                  </a:lnTo>
                  <a:lnTo>
                    <a:pt x="794" y="2103"/>
                  </a:lnTo>
                  <a:lnTo>
                    <a:pt x="824" y="2103"/>
                  </a:lnTo>
                  <a:lnTo>
                    <a:pt x="2363" y="2103"/>
                  </a:lnTo>
                  <a:lnTo>
                    <a:pt x="2363" y="2103"/>
                  </a:lnTo>
                  <a:lnTo>
                    <a:pt x="2363" y="2103"/>
                  </a:lnTo>
                  <a:lnTo>
                    <a:pt x="2459" y="2103"/>
                  </a:lnTo>
                  <a:lnTo>
                    <a:pt x="2459" y="2103"/>
                  </a:lnTo>
                  <a:lnTo>
                    <a:pt x="2459" y="2202"/>
                  </a:lnTo>
                  <a:lnTo>
                    <a:pt x="2459" y="4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8" name="Group 97">
            <a:extLst>
              <a:ext uri="{FF2B5EF4-FFF2-40B4-BE49-F238E27FC236}">
                <a16:creationId xmlns:a16="http://schemas.microsoft.com/office/drawing/2014/main" id="{C0DDA09E-D477-92A1-6801-FC981BC8069B}"/>
              </a:ext>
              <a:ext uri="{C183D7F6-B498-43B3-948B-1728B52AA6E4}">
                <adec:decorative xmlns:adec="http://schemas.microsoft.com/office/drawing/2017/decorative" val="1"/>
              </a:ext>
            </a:extLst>
          </p:cNvPr>
          <p:cNvGrpSpPr>
            <a:grpSpLocks noChangeAspect="1"/>
          </p:cNvGrpSpPr>
          <p:nvPr/>
        </p:nvGrpSpPr>
        <p:grpSpPr>
          <a:xfrm>
            <a:off x="6636946" y="2223703"/>
            <a:ext cx="653046" cy="457200"/>
            <a:chOff x="6636946" y="2223703"/>
            <a:chExt cx="653046" cy="457200"/>
          </a:xfrm>
          <a:solidFill>
            <a:schemeClr val="accent2"/>
          </a:solidFill>
        </p:grpSpPr>
        <p:sp>
          <p:nvSpPr>
            <p:cNvPr id="1196" name="Freeform: Shape 1195">
              <a:extLst>
                <a:ext uri="{FF2B5EF4-FFF2-40B4-BE49-F238E27FC236}">
                  <a16:creationId xmlns:a16="http://schemas.microsoft.com/office/drawing/2014/main" id="{DC175438-0FB6-61F9-EDCF-F6F4CDA33585}"/>
                </a:ext>
                <a:ext uri="{C183D7F6-B498-43B3-948B-1728B52AA6E4}">
                  <adec:decorative xmlns:adec="http://schemas.microsoft.com/office/drawing/2017/decorative" val="1"/>
                </a:ext>
              </a:extLst>
            </p:cNvPr>
            <p:cNvSpPr/>
            <p:nvPr/>
          </p:nvSpPr>
          <p:spPr>
            <a:xfrm>
              <a:off x="6644444" y="2229726"/>
              <a:ext cx="645548" cy="451177"/>
            </a:xfrm>
            <a:custGeom>
              <a:avLst/>
              <a:gdLst>
                <a:gd name="connsiteX0" fmla="*/ 3602265 w 9683217"/>
                <a:gd name="connsiteY0" fmla="*/ 5021177 h 6767659"/>
                <a:gd name="connsiteX1" fmla="*/ 3984317 w 9683217"/>
                <a:gd name="connsiteY1" fmla="*/ 5021177 h 6767659"/>
                <a:gd name="connsiteX2" fmla="*/ 3984317 w 9683217"/>
                <a:gd name="connsiteY2" fmla="*/ 5094931 h 6767659"/>
                <a:gd name="connsiteX3" fmla="*/ 3602265 w 9683217"/>
                <a:gd name="connsiteY3" fmla="*/ 5094931 h 6767659"/>
                <a:gd name="connsiteX4" fmla="*/ 3603076 w 9683217"/>
                <a:gd name="connsiteY4" fmla="*/ 4829588 h 6767659"/>
                <a:gd name="connsiteX5" fmla="*/ 3980011 w 9683217"/>
                <a:gd name="connsiteY5" fmla="*/ 4829588 h 6767659"/>
                <a:gd name="connsiteX6" fmla="*/ 3980011 w 9683217"/>
                <a:gd name="connsiteY6" fmla="*/ 5020090 h 6767659"/>
                <a:gd name="connsiteX7" fmla="*/ 3603076 w 9683217"/>
                <a:gd name="connsiteY7" fmla="*/ 5020090 h 6767659"/>
                <a:gd name="connsiteX8" fmla="*/ 7677954 w 9683217"/>
                <a:gd name="connsiteY8" fmla="*/ 3823757 h 6767659"/>
                <a:gd name="connsiteX9" fmla="*/ 7616316 w 9683217"/>
                <a:gd name="connsiteY9" fmla="*/ 3858621 h 6767659"/>
                <a:gd name="connsiteX10" fmla="*/ 7413876 w 9683217"/>
                <a:gd name="connsiteY10" fmla="*/ 4212247 h 6767659"/>
                <a:gd name="connsiteX11" fmla="*/ 7414607 w 9683217"/>
                <a:gd name="connsiteY11" fmla="*/ 4296233 h 6767659"/>
                <a:gd name="connsiteX12" fmla="*/ 7610619 w 9683217"/>
                <a:gd name="connsiteY12" fmla="*/ 4636829 h 6767659"/>
                <a:gd name="connsiteX13" fmla="*/ 7688470 w 9683217"/>
                <a:gd name="connsiteY13" fmla="*/ 4681466 h 6767659"/>
                <a:gd name="connsiteX14" fmla="*/ 8074800 w 9683217"/>
                <a:gd name="connsiteY14" fmla="*/ 4684578 h 6767659"/>
                <a:gd name="connsiteX15" fmla="*/ 8159370 w 9683217"/>
                <a:gd name="connsiteY15" fmla="*/ 4632930 h 6767659"/>
                <a:gd name="connsiteX16" fmla="*/ 8319600 w 9683217"/>
                <a:gd name="connsiteY16" fmla="*/ 4355883 h 6767659"/>
                <a:gd name="connsiteX17" fmla="*/ 8313611 w 9683217"/>
                <a:gd name="connsiteY17" fmla="*/ 4141191 h 6767659"/>
                <a:gd name="connsiteX18" fmla="*/ 8152215 w 9683217"/>
                <a:gd name="connsiteY18" fmla="*/ 3864580 h 6767659"/>
                <a:gd name="connsiteX19" fmla="*/ 8086195 w 9683217"/>
                <a:gd name="connsiteY19" fmla="*/ 3824033 h 6767659"/>
                <a:gd name="connsiteX20" fmla="*/ 7677954 w 9683217"/>
                <a:gd name="connsiteY20" fmla="*/ 3823757 h 6767659"/>
                <a:gd name="connsiteX21" fmla="*/ 7602149 w 9683217"/>
                <a:gd name="connsiteY21" fmla="*/ 3659468 h 6767659"/>
                <a:gd name="connsiteX22" fmla="*/ 8164336 w 9683217"/>
                <a:gd name="connsiteY22" fmla="*/ 3659760 h 6767659"/>
                <a:gd name="connsiteX23" fmla="*/ 8251389 w 9683217"/>
                <a:gd name="connsiteY23" fmla="*/ 3706718 h 6767659"/>
                <a:gd name="connsiteX24" fmla="*/ 8534892 w 9683217"/>
                <a:gd name="connsiteY24" fmla="*/ 4199599 h 6767659"/>
                <a:gd name="connsiteX25" fmla="*/ 8535186 w 9683217"/>
                <a:gd name="connsiteY25" fmla="*/ 4305551 h 6767659"/>
                <a:gd name="connsiteX26" fmla="*/ 8251973 w 9683217"/>
                <a:gd name="connsiteY26" fmla="*/ 4796709 h 6767659"/>
                <a:gd name="connsiteX27" fmla="*/ 8175729 w 9683217"/>
                <a:gd name="connsiteY27" fmla="*/ 4843096 h 6767659"/>
                <a:gd name="connsiteX28" fmla="*/ 7591778 w 9683217"/>
                <a:gd name="connsiteY28" fmla="*/ 4843170 h 6767659"/>
                <a:gd name="connsiteX29" fmla="*/ 7519040 w 9683217"/>
                <a:gd name="connsiteY29" fmla="*/ 4802125 h 6767659"/>
                <a:gd name="connsiteX30" fmla="*/ 7228379 w 9683217"/>
                <a:gd name="connsiteY30" fmla="*/ 4296553 h 6767659"/>
                <a:gd name="connsiteX31" fmla="*/ 7225602 w 9683217"/>
                <a:gd name="connsiteY31" fmla="*/ 4212657 h 6767659"/>
                <a:gd name="connsiteX32" fmla="*/ 7510421 w 9683217"/>
                <a:gd name="connsiteY32" fmla="*/ 3712036 h 6767659"/>
                <a:gd name="connsiteX33" fmla="*/ 7602149 w 9683217"/>
                <a:gd name="connsiteY33" fmla="*/ 3659468 h 6767659"/>
                <a:gd name="connsiteX34" fmla="*/ 6960798 w 9683217"/>
                <a:gd name="connsiteY34" fmla="*/ 3156226 h 6767659"/>
                <a:gd name="connsiteX35" fmla="*/ 6574030 w 9683217"/>
                <a:gd name="connsiteY35" fmla="*/ 3156357 h 6767659"/>
                <a:gd name="connsiteX36" fmla="*/ 6495450 w 9683217"/>
                <a:gd name="connsiteY36" fmla="*/ 3200891 h 6767659"/>
                <a:gd name="connsiteX37" fmla="*/ 6295494 w 9683217"/>
                <a:gd name="connsiteY37" fmla="*/ 3548281 h 6767659"/>
                <a:gd name="connsiteX38" fmla="*/ 6295055 w 9683217"/>
                <a:gd name="connsiteY38" fmla="*/ 3624975 h 6767659"/>
                <a:gd name="connsiteX39" fmla="*/ 6489023 w 9683217"/>
                <a:gd name="connsiteY39" fmla="*/ 3967516 h 6767659"/>
                <a:gd name="connsiteX40" fmla="*/ 6575636 w 9683217"/>
                <a:gd name="connsiteY40" fmla="*/ 4016096 h 6767659"/>
                <a:gd name="connsiteX41" fmla="*/ 6955248 w 9683217"/>
                <a:gd name="connsiteY41" fmla="*/ 4016300 h 6767659"/>
                <a:gd name="connsiteX42" fmla="*/ 7050040 w 9683217"/>
                <a:gd name="connsiteY42" fmla="*/ 3951611 h 6767659"/>
                <a:gd name="connsiteX43" fmla="*/ 7234079 w 9683217"/>
                <a:gd name="connsiteY43" fmla="*/ 3628641 h 6767659"/>
                <a:gd name="connsiteX44" fmla="*/ 7234955 w 9683217"/>
                <a:gd name="connsiteY44" fmla="*/ 3544396 h 6767659"/>
                <a:gd name="connsiteX45" fmla="*/ 7033681 w 9683217"/>
                <a:gd name="connsiteY45" fmla="*/ 3197677 h 6767659"/>
                <a:gd name="connsiteX46" fmla="*/ 6960798 w 9683217"/>
                <a:gd name="connsiteY46" fmla="*/ 3156226 h 6767659"/>
                <a:gd name="connsiteX47" fmla="*/ 6475146 w 9683217"/>
                <a:gd name="connsiteY47" fmla="*/ 2994683 h 6767659"/>
                <a:gd name="connsiteX48" fmla="*/ 7051940 w 9683217"/>
                <a:gd name="connsiteY48" fmla="*/ 2994757 h 6767659"/>
                <a:gd name="connsiteX49" fmla="*/ 7130960 w 9683217"/>
                <a:gd name="connsiteY49" fmla="*/ 3038734 h 6767659"/>
                <a:gd name="connsiteX50" fmla="*/ 7419720 w 9683217"/>
                <a:gd name="connsiteY50" fmla="*/ 3537019 h 6767659"/>
                <a:gd name="connsiteX51" fmla="*/ 7419868 w 9683217"/>
                <a:gd name="connsiteY51" fmla="*/ 3636048 h 6767659"/>
                <a:gd name="connsiteX52" fmla="*/ 7134610 w 9683217"/>
                <a:gd name="connsiteY52" fmla="*/ 4127934 h 6767659"/>
                <a:gd name="connsiteX53" fmla="*/ 7065525 w 9683217"/>
                <a:gd name="connsiteY53" fmla="*/ 4176382 h 6767659"/>
                <a:gd name="connsiteX54" fmla="*/ 6425778 w 9683217"/>
                <a:gd name="connsiteY54" fmla="*/ 4171927 h 6767659"/>
                <a:gd name="connsiteX55" fmla="*/ 6108681 w 9683217"/>
                <a:gd name="connsiteY55" fmla="*/ 3625209 h 6767659"/>
                <a:gd name="connsiteX56" fmla="*/ 6108097 w 9683217"/>
                <a:gd name="connsiteY56" fmla="*/ 3548543 h 6767659"/>
                <a:gd name="connsiteX57" fmla="*/ 6402847 w 9683217"/>
                <a:gd name="connsiteY57" fmla="*/ 3036866 h 6767659"/>
                <a:gd name="connsiteX58" fmla="*/ 6475146 w 9683217"/>
                <a:gd name="connsiteY58" fmla="*/ 2994683 h 6767659"/>
                <a:gd name="connsiteX59" fmla="*/ 7681461 w 9683217"/>
                <a:gd name="connsiteY59" fmla="*/ 2492180 h 6767659"/>
                <a:gd name="connsiteX60" fmla="*/ 7613396 w 9683217"/>
                <a:gd name="connsiteY60" fmla="*/ 2529749 h 6767659"/>
                <a:gd name="connsiteX61" fmla="*/ 7410372 w 9683217"/>
                <a:gd name="connsiteY61" fmla="*/ 2883682 h 6767659"/>
                <a:gd name="connsiteX62" fmla="*/ 7410957 w 9683217"/>
                <a:gd name="connsiteY62" fmla="*/ 2954580 h 6767659"/>
                <a:gd name="connsiteX63" fmla="*/ 7614273 w 9683217"/>
                <a:gd name="connsiteY63" fmla="*/ 3308309 h 6767659"/>
                <a:gd name="connsiteX64" fmla="*/ 7686427 w 9683217"/>
                <a:gd name="connsiteY64" fmla="*/ 3349425 h 6767659"/>
                <a:gd name="connsiteX65" fmla="*/ 8057420 w 9683217"/>
                <a:gd name="connsiteY65" fmla="*/ 3351338 h 6767659"/>
                <a:gd name="connsiteX66" fmla="*/ 8165797 w 9683217"/>
                <a:gd name="connsiteY66" fmla="*/ 3290081 h 6767659"/>
                <a:gd name="connsiteX67" fmla="*/ 8350710 w 9683217"/>
                <a:gd name="connsiteY67" fmla="*/ 2967753 h 6767659"/>
                <a:gd name="connsiteX68" fmla="*/ 8349689 w 9683217"/>
                <a:gd name="connsiteY68" fmla="*/ 2869309 h 6767659"/>
                <a:gd name="connsiteX69" fmla="*/ 8154842 w 9683217"/>
                <a:gd name="connsiteY69" fmla="*/ 2535927 h 6767659"/>
                <a:gd name="connsiteX70" fmla="*/ 8082690 w 9683217"/>
                <a:gd name="connsiteY70" fmla="*/ 2492472 h 6767659"/>
                <a:gd name="connsiteX71" fmla="*/ 7681461 w 9683217"/>
                <a:gd name="connsiteY71" fmla="*/ 2492180 h 6767659"/>
                <a:gd name="connsiteX72" fmla="*/ 7590027 w 9683217"/>
                <a:gd name="connsiteY72" fmla="*/ 2328958 h 6767659"/>
                <a:gd name="connsiteX73" fmla="*/ 8173977 w 9683217"/>
                <a:gd name="connsiteY73" fmla="*/ 2328958 h 6767659"/>
                <a:gd name="connsiteX74" fmla="*/ 8246423 w 9683217"/>
                <a:gd name="connsiteY74" fmla="*/ 2371272 h 6767659"/>
                <a:gd name="connsiteX75" fmla="*/ 8539715 w 9683217"/>
                <a:gd name="connsiteY75" fmla="*/ 2883623 h 6767659"/>
                <a:gd name="connsiteX76" fmla="*/ 8531825 w 9683217"/>
                <a:gd name="connsiteY76" fmla="*/ 2973408 h 6767659"/>
                <a:gd name="connsiteX77" fmla="*/ 8250220 w 9683217"/>
                <a:gd name="connsiteY77" fmla="*/ 3465514 h 6767659"/>
                <a:gd name="connsiteX78" fmla="*/ 8180843 w 9683217"/>
                <a:gd name="connsiteY78" fmla="*/ 3510984 h 6767659"/>
                <a:gd name="connsiteX79" fmla="*/ 7589443 w 9683217"/>
                <a:gd name="connsiteY79" fmla="*/ 3510880 h 6767659"/>
                <a:gd name="connsiteX80" fmla="*/ 7517434 w 9683217"/>
                <a:gd name="connsiteY80" fmla="*/ 3466961 h 6767659"/>
                <a:gd name="connsiteX81" fmla="*/ 7226775 w 9683217"/>
                <a:gd name="connsiteY81" fmla="*/ 2961531 h 6767659"/>
                <a:gd name="connsiteX82" fmla="*/ 7226628 w 9683217"/>
                <a:gd name="connsiteY82" fmla="*/ 2876846 h 6767659"/>
                <a:gd name="connsiteX83" fmla="*/ 7517581 w 9683217"/>
                <a:gd name="connsiteY83" fmla="*/ 2371491 h 6767659"/>
                <a:gd name="connsiteX84" fmla="*/ 7590027 w 9683217"/>
                <a:gd name="connsiteY84" fmla="*/ 2328958 h 6767659"/>
                <a:gd name="connsiteX85" fmla="*/ 5304615 w 9683217"/>
                <a:gd name="connsiteY85" fmla="*/ 2068574 h 6767659"/>
                <a:gd name="connsiteX86" fmla="*/ 5304615 w 9683217"/>
                <a:gd name="connsiteY86" fmla="*/ 2242474 h 6767659"/>
                <a:gd name="connsiteX87" fmla="*/ 4615622 w 9683217"/>
                <a:gd name="connsiteY87" fmla="*/ 2242474 h 6767659"/>
                <a:gd name="connsiteX88" fmla="*/ 4615622 w 9683217"/>
                <a:gd name="connsiteY88" fmla="*/ 3286923 h 6767659"/>
                <a:gd name="connsiteX89" fmla="*/ 4440190 w 9683217"/>
                <a:gd name="connsiteY89" fmla="*/ 3286923 h 6767659"/>
                <a:gd name="connsiteX90" fmla="*/ 4435836 w 9683217"/>
                <a:gd name="connsiteY90" fmla="*/ 3242316 h 6767659"/>
                <a:gd name="connsiteX91" fmla="*/ 4435339 w 9683217"/>
                <a:gd name="connsiteY91" fmla="*/ 2278434 h 6767659"/>
                <a:gd name="connsiteX92" fmla="*/ 4529958 w 9683217"/>
                <a:gd name="connsiteY92" fmla="*/ 2087928 h 6767659"/>
                <a:gd name="connsiteX93" fmla="*/ 4605500 w 9683217"/>
                <a:gd name="connsiteY93" fmla="*/ 2069306 h 6767659"/>
                <a:gd name="connsiteX94" fmla="*/ 5304615 w 9683217"/>
                <a:gd name="connsiteY94" fmla="*/ 2068574 h 6767659"/>
                <a:gd name="connsiteX95" fmla="*/ 5483830 w 9683217"/>
                <a:gd name="connsiteY95" fmla="*/ 2068489 h 6767659"/>
                <a:gd name="connsiteX96" fmla="*/ 5831311 w 9683217"/>
                <a:gd name="connsiteY96" fmla="*/ 2068489 h 6767659"/>
                <a:gd name="connsiteX97" fmla="*/ 5831311 w 9683217"/>
                <a:gd name="connsiteY97" fmla="*/ 2239305 h 6767659"/>
                <a:gd name="connsiteX98" fmla="*/ 5483830 w 9683217"/>
                <a:gd name="connsiteY98" fmla="*/ 2239305 h 6767659"/>
                <a:gd name="connsiteX99" fmla="*/ 3977127 w 9683217"/>
                <a:gd name="connsiteY99" fmla="*/ 1233593 h 6767659"/>
                <a:gd name="connsiteX100" fmla="*/ 5737873 w 9683217"/>
                <a:gd name="connsiteY100" fmla="*/ 1233593 h 6767659"/>
                <a:gd name="connsiteX101" fmla="*/ 5737873 w 9683217"/>
                <a:gd name="connsiteY101" fmla="*/ 1235014 h 6767659"/>
                <a:gd name="connsiteX102" fmla="*/ 9127745 w 9683217"/>
                <a:gd name="connsiteY102" fmla="*/ 1234833 h 6767659"/>
                <a:gd name="connsiteX103" fmla="*/ 9602303 w 9683217"/>
                <a:gd name="connsiteY103" fmla="*/ 1233593 h 6767659"/>
                <a:gd name="connsiteX104" fmla="*/ 9677671 w 9683217"/>
                <a:gd name="connsiteY104" fmla="*/ 1237258 h 6767659"/>
                <a:gd name="connsiteX105" fmla="*/ 9681319 w 9683217"/>
                <a:gd name="connsiteY105" fmla="*/ 1312585 h 6767659"/>
                <a:gd name="connsiteX106" fmla="*/ 9683216 w 9683217"/>
                <a:gd name="connsiteY106" fmla="*/ 5387021 h 6767659"/>
                <a:gd name="connsiteX107" fmla="*/ 9389197 w 9683217"/>
                <a:gd name="connsiteY107" fmla="*/ 5800796 h 6767659"/>
                <a:gd name="connsiteX108" fmla="*/ 9251465 w 9683217"/>
                <a:gd name="connsiteY108" fmla="*/ 5809779 h 6767659"/>
                <a:gd name="connsiteX109" fmla="*/ 6846138 w 9683217"/>
                <a:gd name="connsiteY109" fmla="*/ 5810193 h 6767659"/>
                <a:gd name="connsiteX110" fmla="*/ 6828318 w 9683217"/>
                <a:gd name="connsiteY110" fmla="*/ 5802831 h 6767659"/>
                <a:gd name="connsiteX111" fmla="*/ 6828764 w 9683217"/>
                <a:gd name="connsiteY111" fmla="*/ 5658331 h 6767659"/>
                <a:gd name="connsiteX112" fmla="*/ 6827888 w 9683217"/>
                <a:gd name="connsiteY112" fmla="*/ 5806350 h 6767659"/>
                <a:gd name="connsiteX113" fmla="*/ 6829494 w 9683217"/>
                <a:gd name="connsiteY113" fmla="*/ 5823554 h 6767659"/>
                <a:gd name="connsiteX114" fmla="*/ 6829494 w 9683217"/>
                <a:gd name="connsiteY114" fmla="*/ 6381376 h 6767659"/>
                <a:gd name="connsiteX115" fmla="*/ 6906904 w 9683217"/>
                <a:gd name="connsiteY115" fmla="*/ 6381376 h 6767659"/>
                <a:gd name="connsiteX116" fmla="*/ 7753177 w 9683217"/>
                <a:gd name="connsiteY116" fmla="*/ 6381465 h 6767659"/>
                <a:gd name="connsiteX117" fmla="*/ 8151338 w 9683217"/>
                <a:gd name="connsiteY117" fmla="*/ 6767659 h 6767659"/>
                <a:gd name="connsiteX118" fmla="*/ 5104227 w 9683217"/>
                <a:gd name="connsiteY118" fmla="*/ 6767659 h 6767659"/>
                <a:gd name="connsiteX119" fmla="*/ 5288114 w 9683217"/>
                <a:gd name="connsiteY119" fmla="*/ 6440731 h 6767659"/>
                <a:gd name="connsiteX120" fmla="*/ 5505744 w 9683217"/>
                <a:gd name="connsiteY120" fmla="*/ 6383963 h 6767659"/>
                <a:gd name="connsiteX121" fmla="*/ 6359321 w 9683217"/>
                <a:gd name="connsiteY121" fmla="*/ 6381376 h 6767659"/>
                <a:gd name="connsiteX122" fmla="*/ 6444621 w 9683217"/>
                <a:gd name="connsiteY122" fmla="*/ 6381376 h 6767659"/>
                <a:gd name="connsiteX123" fmla="*/ 6445059 w 9683217"/>
                <a:gd name="connsiteY123" fmla="*/ 5820984 h 6767659"/>
                <a:gd name="connsiteX124" fmla="*/ 6445172 w 9683217"/>
                <a:gd name="connsiteY124" fmla="*/ 5814555 h 6767659"/>
                <a:gd name="connsiteX125" fmla="*/ 6212381 w 9683217"/>
                <a:gd name="connsiteY125" fmla="*/ 5810323 h 6767659"/>
                <a:gd name="connsiteX126" fmla="*/ 4308910 w 9683217"/>
                <a:gd name="connsiteY126" fmla="*/ 5809025 h 6767659"/>
                <a:gd name="connsiteX127" fmla="*/ 4308910 w 9683217"/>
                <a:gd name="connsiteY127" fmla="*/ 5429310 h 6767659"/>
                <a:gd name="connsiteX128" fmla="*/ 4345207 w 9683217"/>
                <a:gd name="connsiteY128" fmla="*/ 5429310 h 6767659"/>
                <a:gd name="connsiteX129" fmla="*/ 4345207 w 9683217"/>
                <a:gd name="connsiteY129" fmla="*/ 5429731 h 6767659"/>
                <a:gd name="connsiteX130" fmla="*/ 4365963 w 9683217"/>
                <a:gd name="connsiteY130" fmla="*/ 5429731 h 6767659"/>
                <a:gd name="connsiteX131" fmla="*/ 4550336 w 9683217"/>
                <a:gd name="connsiteY131" fmla="*/ 5429512 h 6767659"/>
                <a:gd name="connsiteX132" fmla="*/ 4550336 w 9683217"/>
                <a:gd name="connsiteY132" fmla="*/ 5429820 h 6767659"/>
                <a:gd name="connsiteX133" fmla="*/ 4739785 w 9683217"/>
                <a:gd name="connsiteY133" fmla="*/ 5429820 h 6767659"/>
                <a:gd name="connsiteX134" fmla="*/ 4739785 w 9683217"/>
                <a:gd name="connsiteY134" fmla="*/ 5430339 h 6767659"/>
                <a:gd name="connsiteX135" fmla="*/ 4863360 w 9683217"/>
                <a:gd name="connsiteY135" fmla="*/ 5430339 h 6767659"/>
                <a:gd name="connsiteX136" fmla="*/ 4863384 w 9683217"/>
                <a:gd name="connsiteY136" fmla="*/ 5429496 h 6767659"/>
                <a:gd name="connsiteX137" fmla="*/ 9293235 w 9683217"/>
                <a:gd name="connsiteY137" fmla="*/ 5428385 h 6767659"/>
                <a:gd name="connsiteX138" fmla="*/ 9293235 w 9683217"/>
                <a:gd name="connsiteY138" fmla="*/ 1615733 h 6767659"/>
                <a:gd name="connsiteX139" fmla="*/ 9200639 w 9683217"/>
                <a:gd name="connsiteY139" fmla="*/ 1615733 h 6767659"/>
                <a:gd name="connsiteX140" fmla="*/ 5737873 w 9683217"/>
                <a:gd name="connsiteY140" fmla="*/ 1615597 h 6767659"/>
                <a:gd name="connsiteX141" fmla="*/ 5737873 w 9683217"/>
                <a:gd name="connsiteY141" fmla="*/ 1616538 h 6767659"/>
                <a:gd name="connsiteX142" fmla="*/ 3980401 w 9683217"/>
                <a:gd name="connsiteY142" fmla="*/ 1616538 h 6767659"/>
                <a:gd name="connsiteX143" fmla="*/ 3979566 w 9683217"/>
                <a:gd name="connsiteY143" fmla="*/ 1802920 h 6767659"/>
                <a:gd name="connsiteX144" fmla="*/ 3975358 w 9683217"/>
                <a:gd name="connsiteY144" fmla="*/ 1930474 h 6767659"/>
                <a:gd name="connsiteX145" fmla="*/ 3980984 w 9683217"/>
                <a:gd name="connsiteY145" fmla="*/ 1930474 h 6767659"/>
                <a:gd name="connsiteX146" fmla="*/ 3980984 w 9683217"/>
                <a:gd name="connsiteY146" fmla="*/ 2876875 h 6767659"/>
                <a:gd name="connsiteX147" fmla="*/ 3983571 w 9683217"/>
                <a:gd name="connsiteY147" fmla="*/ 2876875 h 6767659"/>
                <a:gd name="connsiteX148" fmla="*/ 3983571 w 9683217"/>
                <a:gd name="connsiteY148" fmla="*/ 4262069 h 6767659"/>
                <a:gd name="connsiteX149" fmla="*/ 3980279 w 9683217"/>
                <a:gd name="connsiteY149" fmla="*/ 4262069 h 6767659"/>
                <a:gd name="connsiteX150" fmla="*/ 3980279 w 9683217"/>
                <a:gd name="connsiteY150" fmla="*/ 4365797 h 6767659"/>
                <a:gd name="connsiteX151" fmla="*/ 3981163 w 9683217"/>
                <a:gd name="connsiteY151" fmla="*/ 4365797 h 6767659"/>
                <a:gd name="connsiteX152" fmla="*/ 3981163 w 9683217"/>
                <a:gd name="connsiteY152" fmla="*/ 4561253 h 6767659"/>
                <a:gd name="connsiteX153" fmla="*/ 3981584 w 9683217"/>
                <a:gd name="connsiteY153" fmla="*/ 4561253 h 6767659"/>
                <a:gd name="connsiteX154" fmla="*/ 3981584 w 9683217"/>
                <a:gd name="connsiteY154" fmla="*/ 4829117 h 6767659"/>
                <a:gd name="connsiteX155" fmla="*/ 3604827 w 9683217"/>
                <a:gd name="connsiteY155" fmla="*/ 4829117 h 6767659"/>
                <a:gd name="connsiteX156" fmla="*/ 3604827 w 9683217"/>
                <a:gd name="connsiteY156" fmla="*/ 4561253 h 6767659"/>
                <a:gd name="connsiteX157" fmla="*/ 3606854 w 9683217"/>
                <a:gd name="connsiteY157" fmla="*/ 4561253 h 6767659"/>
                <a:gd name="connsiteX158" fmla="*/ 3606854 w 9683217"/>
                <a:gd name="connsiteY158" fmla="*/ 4365797 h 6767659"/>
                <a:gd name="connsiteX159" fmla="*/ 3607689 w 9683217"/>
                <a:gd name="connsiteY159" fmla="*/ 4365797 h 6767659"/>
                <a:gd name="connsiteX160" fmla="*/ 3607689 w 9683217"/>
                <a:gd name="connsiteY160" fmla="*/ 4262069 h 6767659"/>
                <a:gd name="connsiteX161" fmla="*/ 3603684 w 9683217"/>
                <a:gd name="connsiteY161" fmla="*/ 4262069 h 6767659"/>
                <a:gd name="connsiteX162" fmla="*/ 3603684 w 9683217"/>
                <a:gd name="connsiteY162" fmla="*/ 2876875 h 6767659"/>
                <a:gd name="connsiteX163" fmla="*/ 3611638 w 9683217"/>
                <a:gd name="connsiteY163" fmla="*/ 2876875 h 6767659"/>
                <a:gd name="connsiteX164" fmla="*/ 3611638 w 9683217"/>
                <a:gd name="connsiteY164" fmla="*/ 1930474 h 6767659"/>
                <a:gd name="connsiteX165" fmla="*/ 3621731 w 9683217"/>
                <a:gd name="connsiteY165" fmla="*/ 1930474 h 6767659"/>
                <a:gd name="connsiteX166" fmla="*/ 3613202 w 9683217"/>
                <a:gd name="connsiteY166" fmla="*/ 1923761 h 6767659"/>
                <a:gd name="connsiteX167" fmla="*/ 3620353 w 9683217"/>
                <a:gd name="connsiteY167" fmla="*/ 1529956 h 6767659"/>
                <a:gd name="connsiteX168" fmla="*/ 3970599 w 9683217"/>
                <a:gd name="connsiteY168" fmla="*/ 1235960 h 6767659"/>
                <a:gd name="connsiteX169" fmla="*/ 3977127 w 9683217"/>
                <a:gd name="connsiteY169" fmla="*/ 1235954 h 6767659"/>
                <a:gd name="connsiteX170" fmla="*/ 779734 w 9683217"/>
                <a:gd name="connsiteY170" fmla="*/ 0 h 6767659"/>
                <a:gd name="connsiteX171" fmla="*/ 1026949 w 9683217"/>
                <a:gd name="connsiteY171" fmla="*/ 0 h 6767659"/>
                <a:gd name="connsiteX172" fmla="*/ 1026949 w 9683217"/>
                <a:gd name="connsiteY172" fmla="*/ 891 h 6767659"/>
                <a:gd name="connsiteX173" fmla="*/ 1288344 w 9683217"/>
                <a:gd name="connsiteY173" fmla="*/ 891 h 6767659"/>
                <a:gd name="connsiteX174" fmla="*/ 1288344 w 9683217"/>
                <a:gd name="connsiteY174" fmla="*/ 2797 h 6767659"/>
                <a:gd name="connsiteX175" fmla="*/ 1630669 w 9683217"/>
                <a:gd name="connsiteY175" fmla="*/ 2797 h 6767659"/>
                <a:gd name="connsiteX176" fmla="*/ 1630669 w 9683217"/>
                <a:gd name="connsiteY176" fmla="*/ 2375 h 6767659"/>
                <a:gd name="connsiteX177" fmla="*/ 1867968 w 9683217"/>
                <a:gd name="connsiteY177" fmla="*/ 2375 h 6767659"/>
                <a:gd name="connsiteX178" fmla="*/ 1867968 w 9683217"/>
                <a:gd name="connsiteY178" fmla="*/ 2797 h 6767659"/>
                <a:gd name="connsiteX179" fmla="*/ 2644013 w 9683217"/>
                <a:gd name="connsiteY179" fmla="*/ 2797 h 6767659"/>
                <a:gd name="connsiteX180" fmla="*/ 2644013 w 9683217"/>
                <a:gd name="connsiteY180" fmla="*/ 3762 h 6767659"/>
                <a:gd name="connsiteX181" fmla="*/ 2889460 w 9683217"/>
                <a:gd name="connsiteY181" fmla="*/ 3097 h 6767659"/>
                <a:gd name="connsiteX182" fmla="*/ 3212934 w 9683217"/>
                <a:gd name="connsiteY182" fmla="*/ 348704 h 6767659"/>
                <a:gd name="connsiteX183" fmla="*/ 3212934 w 9683217"/>
                <a:gd name="connsiteY183" fmla="*/ 6370334 h 6767659"/>
                <a:gd name="connsiteX184" fmla="*/ 3209772 w 9683217"/>
                <a:gd name="connsiteY184" fmla="*/ 6441072 h 6767659"/>
                <a:gd name="connsiteX185" fmla="*/ 2554497 w 9683217"/>
                <a:gd name="connsiteY185" fmla="*/ 6442458 h 6767659"/>
                <a:gd name="connsiteX186" fmla="*/ 2539458 w 9683217"/>
                <a:gd name="connsiteY186" fmla="*/ 6459614 h 6767659"/>
                <a:gd name="connsiteX187" fmla="*/ 2539458 w 9683217"/>
                <a:gd name="connsiteY187" fmla="*/ 6767659 h 6767659"/>
                <a:gd name="connsiteX188" fmla="*/ 2200887 w 9683217"/>
                <a:gd name="connsiteY188" fmla="*/ 6767659 h 6767659"/>
                <a:gd name="connsiteX189" fmla="*/ 2200887 w 9683217"/>
                <a:gd name="connsiteY189" fmla="*/ 6444801 h 6767659"/>
                <a:gd name="connsiteX190" fmla="*/ 1019814 w 9683217"/>
                <a:gd name="connsiteY190" fmla="*/ 6444801 h 6767659"/>
                <a:gd name="connsiteX191" fmla="*/ 1019814 w 9683217"/>
                <a:gd name="connsiteY191" fmla="*/ 6765851 h 6767659"/>
                <a:gd name="connsiteX192" fmla="*/ 678219 w 9683217"/>
                <a:gd name="connsiteY192" fmla="*/ 6765851 h 6767659"/>
                <a:gd name="connsiteX193" fmla="*/ 678155 w 9683217"/>
                <a:gd name="connsiteY193" fmla="*/ 6462541 h 6767659"/>
                <a:gd name="connsiteX194" fmla="*/ 664486 w 9683217"/>
                <a:gd name="connsiteY194" fmla="*/ 6443731 h 6767659"/>
                <a:gd name="connsiteX195" fmla="*/ 312188 w 9683217"/>
                <a:gd name="connsiteY195" fmla="*/ 6439450 h 6767659"/>
                <a:gd name="connsiteX196" fmla="*/ 4816 w 9683217"/>
                <a:gd name="connsiteY196" fmla="*/ 6139164 h 6767659"/>
                <a:gd name="connsiteX197" fmla="*/ 3372 w 9683217"/>
                <a:gd name="connsiteY197" fmla="*/ 6077871 h 6767659"/>
                <a:gd name="connsiteX198" fmla="*/ 10158 w 9683217"/>
                <a:gd name="connsiteY198" fmla="*/ 2668786 h 6767659"/>
                <a:gd name="connsiteX199" fmla="*/ 5878 w 9683217"/>
                <a:gd name="connsiteY199" fmla="*/ 2668786 h 6767659"/>
                <a:gd name="connsiteX200" fmla="*/ 5878 w 9683217"/>
                <a:gd name="connsiteY200" fmla="*/ 1087892 h 6767659"/>
                <a:gd name="connsiteX201" fmla="*/ 4580 w 9683217"/>
                <a:gd name="connsiteY201" fmla="*/ 1087892 h 6767659"/>
                <a:gd name="connsiteX202" fmla="*/ 4580 w 9683217"/>
                <a:gd name="connsiteY202" fmla="*/ 873894 h 6767659"/>
                <a:gd name="connsiteX203" fmla="*/ 5124 w 9683217"/>
                <a:gd name="connsiteY203" fmla="*/ 873894 h 6767659"/>
                <a:gd name="connsiteX204" fmla="*/ 5124 w 9683217"/>
                <a:gd name="connsiteY204" fmla="*/ 777236 h 6767659"/>
                <a:gd name="connsiteX205" fmla="*/ 0 w 9683217"/>
                <a:gd name="connsiteY205" fmla="*/ 777236 h 6767659"/>
                <a:gd name="connsiteX206" fmla="*/ 0 w 9683217"/>
                <a:gd name="connsiteY206" fmla="*/ 682961 h 6767659"/>
                <a:gd name="connsiteX207" fmla="*/ 340216 w 9683217"/>
                <a:gd name="connsiteY207" fmla="*/ 682961 h 6767659"/>
                <a:gd name="connsiteX208" fmla="*/ 340216 w 9683217"/>
                <a:gd name="connsiteY208" fmla="*/ 873894 h 6767659"/>
                <a:gd name="connsiteX209" fmla="*/ 340808 w 9683217"/>
                <a:gd name="connsiteY209" fmla="*/ 873894 h 6767659"/>
                <a:gd name="connsiteX210" fmla="*/ 340808 w 9683217"/>
                <a:gd name="connsiteY210" fmla="*/ 1087892 h 6767659"/>
                <a:gd name="connsiteX211" fmla="*/ 340386 w 9683217"/>
                <a:gd name="connsiteY211" fmla="*/ 1087892 h 6767659"/>
                <a:gd name="connsiteX212" fmla="*/ 340386 w 9683217"/>
                <a:gd name="connsiteY212" fmla="*/ 1409785 h 6767659"/>
                <a:gd name="connsiteX213" fmla="*/ 340216 w 9683217"/>
                <a:gd name="connsiteY213" fmla="*/ 1409785 h 6767659"/>
                <a:gd name="connsiteX214" fmla="*/ 340216 w 9683217"/>
                <a:gd name="connsiteY214" fmla="*/ 1859307 h 6767659"/>
                <a:gd name="connsiteX215" fmla="*/ 340532 w 9683217"/>
                <a:gd name="connsiteY215" fmla="*/ 1859307 h 6767659"/>
                <a:gd name="connsiteX216" fmla="*/ 340532 w 9683217"/>
                <a:gd name="connsiteY216" fmla="*/ 2146953 h 6767659"/>
                <a:gd name="connsiteX217" fmla="*/ 340216 w 9683217"/>
                <a:gd name="connsiteY217" fmla="*/ 2146953 h 6767659"/>
                <a:gd name="connsiteX218" fmla="*/ 340216 w 9683217"/>
                <a:gd name="connsiteY218" fmla="*/ 2182716 h 6767659"/>
                <a:gd name="connsiteX219" fmla="*/ 341627 w 9683217"/>
                <a:gd name="connsiteY219" fmla="*/ 2239152 h 6767659"/>
                <a:gd name="connsiteX220" fmla="*/ 341733 w 9683217"/>
                <a:gd name="connsiteY220" fmla="*/ 5997647 h 6767659"/>
                <a:gd name="connsiteX221" fmla="*/ 341733 w 9683217"/>
                <a:gd name="connsiteY221" fmla="*/ 6093462 h 6767659"/>
                <a:gd name="connsiteX222" fmla="*/ 2871300 w 9683217"/>
                <a:gd name="connsiteY222" fmla="*/ 6093462 h 6767659"/>
                <a:gd name="connsiteX223" fmla="*/ 2871300 w 9683217"/>
                <a:gd name="connsiteY223" fmla="*/ 339364 h 6767659"/>
                <a:gd name="connsiteX224" fmla="*/ 2575828 w 9683217"/>
                <a:gd name="connsiteY224" fmla="*/ 336778 h 6767659"/>
                <a:gd name="connsiteX225" fmla="*/ 1867968 w 9683217"/>
                <a:gd name="connsiteY225" fmla="*/ 336778 h 6767659"/>
                <a:gd name="connsiteX226" fmla="*/ 1867968 w 9683217"/>
                <a:gd name="connsiteY226" fmla="*/ 337548 h 6767659"/>
                <a:gd name="connsiteX227" fmla="*/ 1630669 w 9683217"/>
                <a:gd name="connsiteY227" fmla="*/ 337548 h 6767659"/>
                <a:gd name="connsiteX228" fmla="*/ 1630669 w 9683217"/>
                <a:gd name="connsiteY228" fmla="*/ 336778 h 6767659"/>
                <a:gd name="connsiteX229" fmla="*/ 826514 w 9683217"/>
                <a:gd name="connsiteY229" fmla="*/ 336778 h 6767659"/>
                <a:gd name="connsiteX230" fmla="*/ 826514 w 9683217"/>
                <a:gd name="connsiteY230" fmla="*/ 345794 h 6767659"/>
                <a:gd name="connsiteX231" fmla="*/ 660837 w 9683217"/>
                <a:gd name="connsiteY231" fmla="*/ 345794 h 6767659"/>
                <a:gd name="connsiteX232" fmla="*/ 660837 w 9683217"/>
                <a:gd name="connsiteY232" fmla="*/ 340 h 6767659"/>
                <a:gd name="connsiteX233" fmla="*/ 779734 w 9683217"/>
                <a:gd name="connsiteY233" fmla="*/ 340 h 676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683217" h="6767659">
                  <a:moveTo>
                    <a:pt x="3602265" y="5021177"/>
                  </a:moveTo>
                  <a:lnTo>
                    <a:pt x="3984317" y="5021177"/>
                  </a:lnTo>
                  <a:lnTo>
                    <a:pt x="3984317" y="5094931"/>
                  </a:lnTo>
                  <a:lnTo>
                    <a:pt x="3602265" y="5094931"/>
                  </a:lnTo>
                  <a:close/>
                  <a:moveTo>
                    <a:pt x="3603076" y="4829588"/>
                  </a:moveTo>
                  <a:lnTo>
                    <a:pt x="3980011" y="4829588"/>
                  </a:lnTo>
                  <a:lnTo>
                    <a:pt x="3980011" y="5020090"/>
                  </a:lnTo>
                  <a:lnTo>
                    <a:pt x="3603076" y="5020090"/>
                  </a:lnTo>
                  <a:close/>
                  <a:moveTo>
                    <a:pt x="7677954" y="3823757"/>
                  </a:moveTo>
                  <a:cubicBezTo>
                    <a:pt x="7656774" y="3824254"/>
                    <a:pt x="7627270" y="3840627"/>
                    <a:pt x="7616316" y="3858621"/>
                  </a:cubicBezTo>
                  <a:cubicBezTo>
                    <a:pt x="7546062" y="3974797"/>
                    <a:pt x="7477850" y="4092448"/>
                    <a:pt x="7413876" y="4212247"/>
                  </a:cubicBezTo>
                  <a:cubicBezTo>
                    <a:pt x="7402046" y="4234377"/>
                    <a:pt x="7402628" y="4273841"/>
                    <a:pt x="7414607" y="4296233"/>
                  </a:cubicBezTo>
                  <a:cubicBezTo>
                    <a:pt x="7476245" y="4411752"/>
                    <a:pt x="7541386" y="4525679"/>
                    <a:pt x="7610619" y="4636829"/>
                  </a:cubicBezTo>
                  <a:cubicBezTo>
                    <a:pt x="7624788" y="4659688"/>
                    <a:pt x="7661450" y="4680502"/>
                    <a:pt x="7688470" y="4681466"/>
                  </a:cubicBezTo>
                  <a:cubicBezTo>
                    <a:pt x="7817149" y="4686096"/>
                    <a:pt x="7945977" y="4681701"/>
                    <a:pt x="8074800" y="4684578"/>
                  </a:cubicBezTo>
                  <a:cubicBezTo>
                    <a:pt x="8117744" y="4685526"/>
                    <a:pt x="8139653" y="4669489"/>
                    <a:pt x="8159370" y="4632930"/>
                  </a:cubicBezTo>
                  <a:cubicBezTo>
                    <a:pt x="8209760" y="4538911"/>
                    <a:pt x="8259276" y="4443519"/>
                    <a:pt x="8319600" y="4355883"/>
                  </a:cubicBezTo>
                  <a:cubicBezTo>
                    <a:pt x="8370282" y="4282326"/>
                    <a:pt x="8380362" y="4218909"/>
                    <a:pt x="8313611" y="4141191"/>
                  </a:cubicBezTo>
                  <a:cubicBezTo>
                    <a:pt x="8260300" y="4048674"/>
                    <a:pt x="8208886" y="3955007"/>
                    <a:pt x="8152215" y="3864580"/>
                  </a:cubicBezTo>
                  <a:cubicBezTo>
                    <a:pt x="8139653" y="3844541"/>
                    <a:pt x="8108978" y="3824677"/>
                    <a:pt x="8086195" y="3824033"/>
                  </a:cubicBezTo>
                  <a:cubicBezTo>
                    <a:pt x="7950211" y="3820265"/>
                    <a:pt x="7814083" y="3820645"/>
                    <a:pt x="7677954" y="3823757"/>
                  </a:cubicBezTo>
                  <a:close/>
                  <a:moveTo>
                    <a:pt x="7602149" y="3659468"/>
                  </a:moveTo>
                  <a:cubicBezTo>
                    <a:pt x="7789544" y="3661835"/>
                    <a:pt x="7976942" y="3661368"/>
                    <a:pt x="8164336" y="3659760"/>
                  </a:cubicBezTo>
                  <a:cubicBezTo>
                    <a:pt x="8204357" y="3659425"/>
                    <a:pt x="8229917" y="3668246"/>
                    <a:pt x="8251389" y="3706718"/>
                  </a:cubicBezTo>
                  <a:cubicBezTo>
                    <a:pt x="8343407" y="3872380"/>
                    <a:pt x="8438786" y="4036273"/>
                    <a:pt x="8534892" y="4199599"/>
                  </a:cubicBezTo>
                  <a:cubicBezTo>
                    <a:pt x="8557095" y="4237222"/>
                    <a:pt x="8558261" y="4266464"/>
                    <a:pt x="8535186" y="4305551"/>
                  </a:cubicBezTo>
                  <a:cubicBezTo>
                    <a:pt x="8439660" y="4466422"/>
                    <a:pt x="8348081" y="4629616"/>
                    <a:pt x="8251973" y="4796709"/>
                  </a:cubicBezTo>
                  <a:cubicBezTo>
                    <a:pt x="8224514" y="4815972"/>
                    <a:pt x="8200412" y="4842659"/>
                    <a:pt x="8175729" y="4843096"/>
                  </a:cubicBezTo>
                  <a:cubicBezTo>
                    <a:pt x="7981176" y="4846558"/>
                    <a:pt x="7786476" y="4846528"/>
                    <a:pt x="7591778" y="4843170"/>
                  </a:cubicBezTo>
                  <a:cubicBezTo>
                    <a:pt x="7566800" y="4842746"/>
                    <a:pt x="7531748" y="4823319"/>
                    <a:pt x="7519040" y="4802125"/>
                  </a:cubicBezTo>
                  <a:cubicBezTo>
                    <a:pt x="7419279" y="4635341"/>
                    <a:pt x="7322442" y="4466684"/>
                    <a:pt x="7228379" y="4296553"/>
                  </a:cubicBezTo>
                  <a:cubicBezTo>
                    <a:pt x="7216109" y="4274237"/>
                    <a:pt x="7213772" y="4234142"/>
                    <a:pt x="7225602" y="4212657"/>
                  </a:cubicBezTo>
                  <a:cubicBezTo>
                    <a:pt x="7318207" y="4044526"/>
                    <a:pt x="7416797" y="3879669"/>
                    <a:pt x="7510421" y="3712036"/>
                  </a:cubicBezTo>
                  <a:cubicBezTo>
                    <a:pt x="7532330" y="3672570"/>
                    <a:pt x="7557745" y="3658914"/>
                    <a:pt x="7602149" y="3659468"/>
                  </a:cubicBezTo>
                  <a:close/>
                  <a:moveTo>
                    <a:pt x="6960798" y="3156226"/>
                  </a:moveTo>
                  <a:cubicBezTo>
                    <a:pt x="6831973" y="3152079"/>
                    <a:pt x="6702856" y="3151740"/>
                    <a:pt x="6574030" y="3156357"/>
                  </a:cubicBezTo>
                  <a:cubicBezTo>
                    <a:pt x="6546718" y="3157351"/>
                    <a:pt x="6509763" y="3177960"/>
                    <a:pt x="6495450" y="3200891"/>
                  </a:cubicBezTo>
                  <a:cubicBezTo>
                    <a:pt x="6424903" y="3314320"/>
                    <a:pt x="6358884" y="3430687"/>
                    <a:pt x="6295494" y="3548281"/>
                  </a:cubicBezTo>
                  <a:cubicBezTo>
                    <a:pt x="6284538" y="3568568"/>
                    <a:pt x="6284101" y="3604805"/>
                    <a:pt x="6295055" y="3624975"/>
                  </a:cubicBezTo>
                  <a:cubicBezTo>
                    <a:pt x="6357276" y="3740436"/>
                    <a:pt x="6426070" y="3852435"/>
                    <a:pt x="6489023" y="3967516"/>
                  </a:cubicBezTo>
                  <a:cubicBezTo>
                    <a:pt x="6509616" y="4004922"/>
                    <a:pt x="6534302" y="4016915"/>
                    <a:pt x="6575636" y="4016096"/>
                  </a:cubicBezTo>
                  <a:cubicBezTo>
                    <a:pt x="6702126" y="4013584"/>
                    <a:pt x="6828760" y="4013087"/>
                    <a:pt x="6955248" y="4016300"/>
                  </a:cubicBezTo>
                  <a:cubicBezTo>
                    <a:pt x="7000819" y="4017453"/>
                    <a:pt x="7029594" y="4003783"/>
                    <a:pt x="7050040" y="3951611"/>
                  </a:cubicBezTo>
                  <a:cubicBezTo>
                    <a:pt x="7111972" y="3844256"/>
                    <a:pt x="7175946" y="3737981"/>
                    <a:pt x="7234079" y="3628641"/>
                  </a:cubicBezTo>
                  <a:cubicBezTo>
                    <a:pt x="7246056" y="3606148"/>
                    <a:pt x="7246932" y="3566507"/>
                    <a:pt x="7234955" y="3544396"/>
                  </a:cubicBezTo>
                  <a:cubicBezTo>
                    <a:pt x="7171565" y="3426786"/>
                    <a:pt x="7104377" y="3311093"/>
                    <a:pt x="7033681" y="3197677"/>
                  </a:cubicBezTo>
                  <a:cubicBezTo>
                    <a:pt x="7020391" y="3176368"/>
                    <a:pt x="6986068" y="3157029"/>
                    <a:pt x="6960798" y="3156226"/>
                  </a:cubicBezTo>
                  <a:close/>
                  <a:moveTo>
                    <a:pt x="6475146" y="2994683"/>
                  </a:moveTo>
                  <a:cubicBezTo>
                    <a:pt x="6667364" y="2991208"/>
                    <a:pt x="6859725" y="2991003"/>
                    <a:pt x="7051940" y="2994757"/>
                  </a:cubicBezTo>
                  <a:cubicBezTo>
                    <a:pt x="7079110" y="2995298"/>
                    <a:pt x="7117230" y="3015847"/>
                    <a:pt x="7130960" y="3038734"/>
                  </a:cubicBezTo>
                  <a:cubicBezTo>
                    <a:pt x="7229697" y="3203301"/>
                    <a:pt x="7322736" y="3371401"/>
                    <a:pt x="7419720" y="3537019"/>
                  </a:cubicBezTo>
                  <a:cubicBezTo>
                    <a:pt x="7440753" y="3572745"/>
                    <a:pt x="7441922" y="3598889"/>
                    <a:pt x="7419868" y="3636048"/>
                  </a:cubicBezTo>
                  <a:cubicBezTo>
                    <a:pt x="7322884" y="3798933"/>
                    <a:pt x="7231450" y="3965005"/>
                    <a:pt x="7134610" y="4127934"/>
                  </a:cubicBezTo>
                  <a:cubicBezTo>
                    <a:pt x="7121175" y="4150515"/>
                    <a:pt x="7089187" y="4176090"/>
                    <a:pt x="7065525" y="4176382"/>
                  </a:cubicBezTo>
                  <a:cubicBezTo>
                    <a:pt x="6853882" y="4178995"/>
                    <a:pt x="6642242" y="4176251"/>
                    <a:pt x="6425778" y="4171927"/>
                  </a:cubicBezTo>
                  <a:cubicBezTo>
                    <a:pt x="6316379" y="3987861"/>
                    <a:pt x="6210632" y="3807536"/>
                    <a:pt x="6108681" y="3625209"/>
                  </a:cubicBezTo>
                  <a:cubicBezTo>
                    <a:pt x="6097433" y="3605258"/>
                    <a:pt x="6097141" y="3568437"/>
                    <a:pt x="6108097" y="3548543"/>
                  </a:cubicBezTo>
                  <a:cubicBezTo>
                    <a:pt x="6203768" y="3376484"/>
                    <a:pt x="6301773" y="3205725"/>
                    <a:pt x="6402847" y="3036866"/>
                  </a:cubicBezTo>
                  <a:cubicBezTo>
                    <a:pt x="6415701" y="3015438"/>
                    <a:pt x="6450318" y="2995121"/>
                    <a:pt x="6475146" y="2994683"/>
                  </a:cubicBezTo>
                  <a:close/>
                  <a:moveTo>
                    <a:pt x="7681461" y="2492180"/>
                  </a:moveTo>
                  <a:cubicBezTo>
                    <a:pt x="7657946" y="2492808"/>
                    <a:pt x="7625373" y="2510133"/>
                    <a:pt x="7613396" y="2529749"/>
                  </a:cubicBezTo>
                  <a:cubicBezTo>
                    <a:pt x="7542558" y="2645836"/>
                    <a:pt x="7475223" y="2764118"/>
                    <a:pt x="7410372" y="2883682"/>
                  </a:cubicBezTo>
                  <a:cubicBezTo>
                    <a:pt x="7400295" y="2902274"/>
                    <a:pt x="7400732" y="2935869"/>
                    <a:pt x="7410957" y="2954580"/>
                  </a:cubicBezTo>
                  <a:cubicBezTo>
                    <a:pt x="7475807" y="3074072"/>
                    <a:pt x="7542995" y="3192439"/>
                    <a:pt x="7614273" y="3308309"/>
                  </a:cubicBezTo>
                  <a:cubicBezTo>
                    <a:pt x="7627126" y="3329430"/>
                    <a:pt x="7661304" y="3348535"/>
                    <a:pt x="7686427" y="3349425"/>
                  </a:cubicBezTo>
                  <a:cubicBezTo>
                    <a:pt x="7805467" y="3353690"/>
                    <a:pt x="7924650" y="3351338"/>
                    <a:pt x="8057420" y="3351338"/>
                  </a:cubicBezTo>
                  <a:cubicBezTo>
                    <a:pt x="8110734" y="3361258"/>
                    <a:pt x="8140822" y="3336585"/>
                    <a:pt x="8165797" y="3290081"/>
                  </a:cubicBezTo>
                  <a:cubicBezTo>
                    <a:pt x="8224367" y="3180974"/>
                    <a:pt x="8286296" y="3073547"/>
                    <a:pt x="8350710" y="2967753"/>
                  </a:cubicBezTo>
                  <a:cubicBezTo>
                    <a:pt x="8372911" y="2931282"/>
                    <a:pt x="8370866" y="2904641"/>
                    <a:pt x="8349689" y="2869309"/>
                  </a:cubicBezTo>
                  <a:cubicBezTo>
                    <a:pt x="8283377" y="2759018"/>
                    <a:pt x="8222469" y="2645383"/>
                    <a:pt x="8154842" y="2535927"/>
                  </a:cubicBezTo>
                  <a:cubicBezTo>
                    <a:pt x="8141551" y="2514223"/>
                    <a:pt x="8107813" y="2493261"/>
                    <a:pt x="8082690" y="2492472"/>
                  </a:cubicBezTo>
                  <a:cubicBezTo>
                    <a:pt x="7949044" y="2488208"/>
                    <a:pt x="7815252" y="2488617"/>
                    <a:pt x="7681461" y="2492180"/>
                  </a:cubicBezTo>
                  <a:close/>
                  <a:moveTo>
                    <a:pt x="7590027" y="2328958"/>
                  </a:moveTo>
                  <a:cubicBezTo>
                    <a:pt x="7784727" y="2325482"/>
                    <a:pt x="7979424" y="2325496"/>
                    <a:pt x="8173977" y="2328958"/>
                  </a:cubicBezTo>
                  <a:cubicBezTo>
                    <a:pt x="8198954" y="2329397"/>
                    <a:pt x="8233570" y="2349772"/>
                    <a:pt x="8246423" y="2371272"/>
                  </a:cubicBezTo>
                  <a:cubicBezTo>
                    <a:pt x="8347205" y="2540265"/>
                    <a:pt x="8445504" y="2710864"/>
                    <a:pt x="8539715" y="2883623"/>
                  </a:cubicBezTo>
                  <a:cubicBezTo>
                    <a:pt x="8551982" y="2906015"/>
                    <a:pt x="8545408" y="2948782"/>
                    <a:pt x="8531825" y="2973408"/>
                  </a:cubicBezTo>
                  <a:cubicBezTo>
                    <a:pt x="8441412" y="3137184"/>
                    <a:pt x="8346620" y="3298596"/>
                    <a:pt x="8250220" y="3465514"/>
                  </a:cubicBezTo>
                  <a:cubicBezTo>
                    <a:pt x="8225098" y="3484445"/>
                    <a:pt x="8203189" y="3510618"/>
                    <a:pt x="8180843" y="3510984"/>
                  </a:cubicBezTo>
                  <a:cubicBezTo>
                    <a:pt x="7983806" y="3514225"/>
                    <a:pt x="7786624" y="3514443"/>
                    <a:pt x="7589443" y="3510880"/>
                  </a:cubicBezTo>
                  <a:cubicBezTo>
                    <a:pt x="7564759" y="3510427"/>
                    <a:pt x="7530579" y="3488810"/>
                    <a:pt x="7517434" y="3466961"/>
                  </a:cubicBezTo>
                  <a:cubicBezTo>
                    <a:pt x="7417675" y="3300187"/>
                    <a:pt x="7320544" y="3131694"/>
                    <a:pt x="7226775" y="2961531"/>
                  </a:cubicBezTo>
                  <a:cubicBezTo>
                    <a:pt x="7214504" y="2939418"/>
                    <a:pt x="7214504" y="2898947"/>
                    <a:pt x="7226628" y="2876846"/>
                  </a:cubicBezTo>
                  <a:cubicBezTo>
                    <a:pt x="7320691" y="2706701"/>
                    <a:pt x="7417675" y="2538204"/>
                    <a:pt x="7517581" y="2371491"/>
                  </a:cubicBezTo>
                  <a:cubicBezTo>
                    <a:pt x="7530579" y="2349947"/>
                    <a:pt x="7565196" y="2329397"/>
                    <a:pt x="7590027" y="2328958"/>
                  </a:cubicBezTo>
                  <a:close/>
                  <a:moveTo>
                    <a:pt x="5304615" y="2068574"/>
                  </a:moveTo>
                  <a:cubicBezTo>
                    <a:pt x="5304615" y="2125625"/>
                    <a:pt x="5304615" y="2180064"/>
                    <a:pt x="5304615" y="2242474"/>
                  </a:cubicBezTo>
                  <a:cubicBezTo>
                    <a:pt x="5079230" y="2242474"/>
                    <a:pt x="4851756" y="2242474"/>
                    <a:pt x="4615622" y="2242474"/>
                  </a:cubicBezTo>
                  <a:cubicBezTo>
                    <a:pt x="4615622" y="2594143"/>
                    <a:pt x="4615622" y="2938073"/>
                    <a:pt x="4615622" y="3286923"/>
                  </a:cubicBezTo>
                  <a:cubicBezTo>
                    <a:pt x="4552727" y="3286923"/>
                    <a:pt x="4498526" y="3286923"/>
                    <a:pt x="4440190" y="3286923"/>
                  </a:cubicBezTo>
                  <a:cubicBezTo>
                    <a:pt x="4438481" y="3270154"/>
                    <a:pt x="4435852" y="3256236"/>
                    <a:pt x="4435836" y="3242316"/>
                  </a:cubicBezTo>
                  <a:cubicBezTo>
                    <a:pt x="4435603" y="2921026"/>
                    <a:pt x="4436086" y="2599723"/>
                    <a:pt x="4435339" y="2278434"/>
                  </a:cubicBezTo>
                  <a:cubicBezTo>
                    <a:pt x="4435166" y="2200657"/>
                    <a:pt x="4455014" y="2134228"/>
                    <a:pt x="4529958" y="2087928"/>
                  </a:cubicBezTo>
                  <a:cubicBezTo>
                    <a:pt x="4558599" y="2079661"/>
                    <a:pt x="4582029" y="2069421"/>
                    <a:pt x="4605500" y="2069306"/>
                  </a:cubicBezTo>
                  <a:cubicBezTo>
                    <a:pt x="4836596" y="2068093"/>
                    <a:pt x="5067706" y="2068574"/>
                    <a:pt x="5304615" y="2068574"/>
                  </a:cubicBezTo>
                  <a:close/>
                  <a:moveTo>
                    <a:pt x="5483830" y="2068489"/>
                  </a:moveTo>
                  <a:lnTo>
                    <a:pt x="5831311" y="2068489"/>
                  </a:lnTo>
                  <a:lnTo>
                    <a:pt x="5831311" y="2239305"/>
                  </a:lnTo>
                  <a:lnTo>
                    <a:pt x="5483830" y="2239305"/>
                  </a:lnTo>
                  <a:close/>
                  <a:moveTo>
                    <a:pt x="3977127" y="1233593"/>
                  </a:moveTo>
                  <a:lnTo>
                    <a:pt x="5737873" y="1233593"/>
                  </a:lnTo>
                  <a:lnTo>
                    <a:pt x="5737873" y="1235014"/>
                  </a:lnTo>
                  <a:lnTo>
                    <a:pt x="9127745" y="1234833"/>
                  </a:lnTo>
                  <a:lnTo>
                    <a:pt x="9602303" y="1233593"/>
                  </a:lnTo>
                  <a:cubicBezTo>
                    <a:pt x="9626107" y="1233576"/>
                    <a:pt x="9649773" y="1235846"/>
                    <a:pt x="9677671" y="1237258"/>
                  </a:cubicBezTo>
                  <a:cubicBezTo>
                    <a:pt x="9679130" y="1265292"/>
                    <a:pt x="9681319" y="1288935"/>
                    <a:pt x="9681319" y="1312585"/>
                  </a:cubicBezTo>
                  <a:cubicBezTo>
                    <a:pt x="9681611" y="2670741"/>
                    <a:pt x="9679859" y="4028897"/>
                    <a:pt x="9683216" y="5387021"/>
                  </a:cubicBezTo>
                  <a:cubicBezTo>
                    <a:pt x="9683799" y="5612831"/>
                    <a:pt x="9554103" y="5758994"/>
                    <a:pt x="9389197" y="5800796"/>
                  </a:cubicBezTo>
                  <a:cubicBezTo>
                    <a:pt x="9345383" y="5811928"/>
                    <a:pt x="9297475" y="5809747"/>
                    <a:pt x="9251465" y="5809779"/>
                  </a:cubicBezTo>
                  <a:lnTo>
                    <a:pt x="6846138" y="5810193"/>
                  </a:lnTo>
                  <a:cubicBezTo>
                    <a:pt x="6833434" y="5809779"/>
                    <a:pt x="6830953" y="5809723"/>
                    <a:pt x="6828318" y="5802831"/>
                  </a:cubicBezTo>
                  <a:cubicBezTo>
                    <a:pt x="6828318" y="5750084"/>
                    <a:pt x="6826421" y="5704106"/>
                    <a:pt x="6828764" y="5658331"/>
                  </a:cubicBezTo>
                  <a:cubicBezTo>
                    <a:pt x="6826421" y="5704106"/>
                    <a:pt x="6828318" y="5750084"/>
                    <a:pt x="6827888" y="5806350"/>
                  </a:cubicBezTo>
                  <a:cubicBezTo>
                    <a:pt x="6827442" y="5816720"/>
                    <a:pt x="6829494" y="5823554"/>
                    <a:pt x="6829494" y="5823554"/>
                  </a:cubicBezTo>
                  <a:lnTo>
                    <a:pt x="6829494" y="6381376"/>
                  </a:lnTo>
                  <a:lnTo>
                    <a:pt x="6906904" y="6381376"/>
                  </a:lnTo>
                  <a:lnTo>
                    <a:pt x="7753177" y="6381465"/>
                  </a:lnTo>
                  <a:cubicBezTo>
                    <a:pt x="7978988" y="6381798"/>
                    <a:pt x="8139509" y="6536011"/>
                    <a:pt x="8151338" y="6767659"/>
                  </a:cubicBezTo>
                  <a:lnTo>
                    <a:pt x="5104227" y="6767659"/>
                  </a:lnTo>
                  <a:cubicBezTo>
                    <a:pt x="5126620" y="6632539"/>
                    <a:pt x="5164595" y="6507335"/>
                    <a:pt x="5288114" y="6440731"/>
                  </a:cubicBezTo>
                  <a:cubicBezTo>
                    <a:pt x="5352528" y="6405974"/>
                    <a:pt x="5432274" y="6385592"/>
                    <a:pt x="5505744" y="6383963"/>
                  </a:cubicBezTo>
                  <a:cubicBezTo>
                    <a:pt x="5790124" y="6377590"/>
                    <a:pt x="6074796" y="6381376"/>
                    <a:pt x="6359321" y="6381376"/>
                  </a:cubicBezTo>
                  <a:lnTo>
                    <a:pt x="6444621" y="6381376"/>
                  </a:lnTo>
                  <a:cubicBezTo>
                    <a:pt x="6444621" y="6191012"/>
                    <a:pt x="6444621" y="6009208"/>
                    <a:pt x="6445059" y="5820984"/>
                  </a:cubicBezTo>
                  <a:cubicBezTo>
                    <a:pt x="6445099" y="5818844"/>
                    <a:pt x="6445132" y="5816695"/>
                    <a:pt x="6445172" y="5814555"/>
                  </a:cubicBezTo>
                  <a:lnTo>
                    <a:pt x="6212381" y="5810323"/>
                  </a:lnTo>
                  <a:lnTo>
                    <a:pt x="4308910" y="5809025"/>
                  </a:lnTo>
                  <a:lnTo>
                    <a:pt x="4308910" y="5429310"/>
                  </a:lnTo>
                  <a:lnTo>
                    <a:pt x="4345207" y="5429310"/>
                  </a:lnTo>
                  <a:lnTo>
                    <a:pt x="4345207" y="5429731"/>
                  </a:lnTo>
                  <a:lnTo>
                    <a:pt x="4365963" y="5429731"/>
                  </a:lnTo>
                  <a:lnTo>
                    <a:pt x="4550336" y="5429512"/>
                  </a:lnTo>
                  <a:lnTo>
                    <a:pt x="4550336" y="5429820"/>
                  </a:lnTo>
                  <a:lnTo>
                    <a:pt x="4739785" y="5429820"/>
                  </a:lnTo>
                  <a:lnTo>
                    <a:pt x="4739785" y="5430339"/>
                  </a:lnTo>
                  <a:lnTo>
                    <a:pt x="4863360" y="5430339"/>
                  </a:lnTo>
                  <a:cubicBezTo>
                    <a:pt x="4863368" y="5430055"/>
                    <a:pt x="4863376" y="5429780"/>
                    <a:pt x="4863384" y="5429496"/>
                  </a:cubicBezTo>
                  <a:lnTo>
                    <a:pt x="9293235" y="5428385"/>
                  </a:lnTo>
                  <a:lnTo>
                    <a:pt x="9293235" y="1615733"/>
                  </a:lnTo>
                  <a:lnTo>
                    <a:pt x="9200639" y="1615733"/>
                  </a:lnTo>
                  <a:lnTo>
                    <a:pt x="5737873" y="1615597"/>
                  </a:lnTo>
                  <a:lnTo>
                    <a:pt x="5737873" y="1616538"/>
                  </a:lnTo>
                  <a:lnTo>
                    <a:pt x="3980401" y="1616538"/>
                  </a:lnTo>
                  <a:lnTo>
                    <a:pt x="3979566" y="1802920"/>
                  </a:lnTo>
                  <a:cubicBezTo>
                    <a:pt x="3978163" y="1845443"/>
                    <a:pt x="3976760" y="1887959"/>
                    <a:pt x="3975358" y="1930474"/>
                  </a:cubicBezTo>
                  <a:lnTo>
                    <a:pt x="3980984" y="1930474"/>
                  </a:lnTo>
                  <a:lnTo>
                    <a:pt x="3980984" y="2876875"/>
                  </a:lnTo>
                  <a:lnTo>
                    <a:pt x="3983571" y="2876875"/>
                  </a:lnTo>
                  <a:lnTo>
                    <a:pt x="3983571" y="4262069"/>
                  </a:lnTo>
                  <a:lnTo>
                    <a:pt x="3980279" y="4262069"/>
                  </a:lnTo>
                  <a:lnTo>
                    <a:pt x="3980279" y="4365797"/>
                  </a:lnTo>
                  <a:lnTo>
                    <a:pt x="3981163" y="4365797"/>
                  </a:lnTo>
                  <a:lnTo>
                    <a:pt x="3981163" y="4561253"/>
                  </a:lnTo>
                  <a:lnTo>
                    <a:pt x="3981584" y="4561253"/>
                  </a:lnTo>
                  <a:lnTo>
                    <a:pt x="3981584" y="4829117"/>
                  </a:lnTo>
                  <a:lnTo>
                    <a:pt x="3604827" y="4829117"/>
                  </a:lnTo>
                  <a:lnTo>
                    <a:pt x="3604827" y="4561253"/>
                  </a:lnTo>
                  <a:lnTo>
                    <a:pt x="3606854" y="4561253"/>
                  </a:lnTo>
                  <a:lnTo>
                    <a:pt x="3606854" y="4365797"/>
                  </a:lnTo>
                  <a:lnTo>
                    <a:pt x="3607689" y="4365797"/>
                  </a:lnTo>
                  <a:lnTo>
                    <a:pt x="3607689" y="4262069"/>
                  </a:lnTo>
                  <a:lnTo>
                    <a:pt x="3603684" y="4262069"/>
                  </a:lnTo>
                  <a:lnTo>
                    <a:pt x="3603684" y="2876875"/>
                  </a:lnTo>
                  <a:lnTo>
                    <a:pt x="3611638" y="2876875"/>
                  </a:lnTo>
                  <a:lnTo>
                    <a:pt x="3611638" y="1930474"/>
                  </a:lnTo>
                  <a:lnTo>
                    <a:pt x="3621731" y="1930474"/>
                  </a:lnTo>
                  <a:lnTo>
                    <a:pt x="3613202" y="1923761"/>
                  </a:lnTo>
                  <a:cubicBezTo>
                    <a:pt x="3614662" y="1792380"/>
                    <a:pt x="3605022" y="1659684"/>
                    <a:pt x="3620353" y="1529956"/>
                  </a:cubicBezTo>
                  <a:cubicBezTo>
                    <a:pt x="3640030" y="1363499"/>
                    <a:pt x="3791163" y="1236398"/>
                    <a:pt x="3970599" y="1235960"/>
                  </a:cubicBezTo>
                  <a:lnTo>
                    <a:pt x="3977127" y="1235954"/>
                  </a:lnTo>
                  <a:close/>
                  <a:moveTo>
                    <a:pt x="779734" y="0"/>
                  </a:moveTo>
                  <a:lnTo>
                    <a:pt x="1026949" y="0"/>
                  </a:lnTo>
                  <a:lnTo>
                    <a:pt x="1026949" y="891"/>
                  </a:lnTo>
                  <a:lnTo>
                    <a:pt x="1288344" y="891"/>
                  </a:lnTo>
                  <a:lnTo>
                    <a:pt x="1288344" y="2797"/>
                  </a:lnTo>
                  <a:lnTo>
                    <a:pt x="1630669" y="2797"/>
                  </a:lnTo>
                  <a:lnTo>
                    <a:pt x="1630669" y="2375"/>
                  </a:lnTo>
                  <a:lnTo>
                    <a:pt x="1867968" y="2375"/>
                  </a:lnTo>
                  <a:lnTo>
                    <a:pt x="1867968" y="2797"/>
                  </a:lnTo>
                  <a:lnTo>
                    <a:pt x="2644013" y="2797"/>
                  </a:lnTo>
                  <a:lnTo>
                    <a:pt x="2644013" y="3762"/>
                  </a:lnTo>
                  <a:lnTo>
                    <a:pt x="2889460" y="3097"/>
                  </a:lnTo>
                  <a:cubicBezTo>
                    <a:pt x="3077741" y="7102"/>
                    <a:pt x="3212910" y="159499"/>
                    <a:pt x="3212934" y="348704"/>
                  </a:cubicBezTo>
                  <a:cubicBezTo>
                    <a:pt x="3213185" y="2355917"/>
                    <a:pt x="3213072" y="4363121"/>
                    <a:pt x="3212934" y="6370334"/>
                  </a:cubicBezTo>
                  <a:cubicBezTo>
                    <a:pt x="3212934" y="6390481"/>
                    <a:pt x="3211183" y="6410612"/>
                    <a:pt x="3209772" y="6441072"/>
                  </a:cubicBezTo>
                  <a:cubicBezTo>
                    <a:pt x="2993739" y="6441072"/>
                    <a:pt x="2779871" y="6441072"/>
                    <a:pt x="2554497" y="6442458"/>
                  </a:cubicBezTo>
                  <a:cubicBezTo>
                    <a:pt x="2541842" y="6449082"/>
                    <a:pt x="2540642" y="6454352"/>
                    <a:pt x="2539458" y="6459614"/>
                  </a:cubicBezTo>
                  <a:cubicBezTo>
                    <a:pt x="2539458" y="6561136"/>
                    <a:pt x="2539458" y="6662683"/>
                    <a:pt x="2539458" y="6767659"/>
                  </a:cubicBezTo>
                  <a:cubicBezTo>
                    <a:pt x="2422637" y="6767659"/>
                    <a:pt x="2316104" y="6767659"/>
                    <a:pt x="2200887" y="6767659"/>
                  </a:cubicBezTo>
                  <a:cubicBezTo>
                    <a:pt x="2200887" y="6660794"/>
                    <a:pt x="2200887" y="6554739"/>
                    <a:pt x="2200887" y="6444801"/>
                  </a:cubicBezTo>
                  <a:cubicBezTo>
                    <a:pt x="1804494" y="6444801"/>
                    <a:pt x="1416727" y="6444801"/>
                    <a:pt x="1019814" y="6444801"/>
                  </a:cubicBezTo>
                  <a:cubicBezTo>
                    <a:pt x="1019814" y="6549048"/>
                    <a:pt x="1019814" y="6654884"/>
                    <a:pt x="1019814" y="6765851"/>
                  </a:cubicBezTo>
                  <a:cubicBezTo>
                    <a:pt x="902709" y="6765851"/>
                    <a:pt x="794692" y="6765851"/>
                    <a:pt x="678219" y="6765851"/>
                  </a:cubicBezTo>
                  <a:cubicBezTo>
                    <a:pt x="678219" y="6666883"/>
                    <a:pt x="678219" y="6570395"/>
                    <a:pt x="678155" y="6462541"/>
                  </a:cubicBezTo>
                  <a:cubicBezTo>
                    <a:pt x="673549" y="6448717"/>
                    <a:pt x="669026" y="6446212"/>
                    <a:pt x="664486" y="6443731"/>
                  </a:cubicBezTo>
                  <a:cubicBezTo>
                    <a:pt x="547056" y="6442134"/>
                    <a:pt x="429602" y="6438542"/>
                    <a:pt x="312188" y="6439450"/>
                  </a:cubicBezTo>
                  <a:cubicBezTo>
                    <a:pt x="152535" y="6440691"/>
                    <a:pt x="4199" y="6287605"/>
                    <a:pt x="4816" y="6139164"/>
                  </a:cubicBezTo>
                  <a:cubicBezTo>
                    <a:pt x="4897" y="6118741"/>
                    <a:pt x="3372" y="6098302"/>
                    <a:pt x="3372" y="6077871"/>
                  </a:cubicBezTo>
                  <a:lnTo>
                    <a:pt x="10158" y="2668786"/>
                  </a:lnTo>
                  <a:lnTo>
                    <a:pt x="5878" y="2668786"/>
                  </a:lnTo>
                  <a:lnTo>
                    <a:pt x="5878" y="1087892"/>
                  </a:lnTo>
                  <a:lnTo>
                    <a:pt x="4580" y="1087892"/>
                  </a:lnTo>
                  <a:lnTo>
                    <a:pt x="4580" y="873894"/>
                  </a:lnTo>
                  <a:lnTo>
                    <a:pt x="5124" y="873894"/>
                  </a:lnTo>
                  <a:lnTo>
                    <a:pt x="5124" y="777236"/>
                  </a:lnTo>
                  <a:lnTo>
                    <a:pt x="0" y="777236"/>
                  </a:lnTo>
                  <a:lnTo>
                    <a:pt x="0" y="682961"/>
                  </a:lnTo>
                  <a:lnTo>
                    <a:pt x="340216" y="682961"/>
                  </a:lnTo>
                  <a:lnTo>
                    <a:pt x="340216" y="873894"/>
                  </a:lnTo>
                  <a:lnTo>
                    <a:pt x="340808" y="873894"/>
                  </a:lnTo>
                  <a:lnTo>
                    <a:pt x="340808" y="1087892"/>
                  </a:lnTo>
                  <a:lnTo>
                    <a:pt x="340386" y="1087892"/>
                  </a:lnTo>
                  <a:lnTo>
                    <a:pt x="340386" y="1409785"/>
                  </a:lnTo>
                  <a:lnTo>
                    <a:pt x="340216" y="1409785"/>
                  </a:lnTo>
                  <a:lnTo>
                    <a:pt x="340216" y="1859307"/>
                  </a:lnTo>
                  <a:lnTo>
                    <a:pt x="340532" y="1859307"/>
                  </a:lnTo>
                  <a:lnTo>
                    <a:pt x="340532" y="2146953"/>
                  </a:lnTo>
                  <a:lnTo>
                    <a:pt x="340216" y="2146953"/>
                  </a:lnTo>
                  <a:lnTo>
                    <a:pt x="340216" y="2182716"/>
                  </a:lnTo>
                  <a:lnTo>
                    <a:pt x="341627" y="2239152"/>
                  </a:lnTo>
                  <a:cubicBezTo>
                    <a:pt x="341748" y="3491992"/>
                    <a:pt x="341733" y="4744807"/>
                    <a:pt x="341733" y="5997647"/>
                  </a:cubicBezTo>
                  <a:cubicBezTo>
                    <a:pt x="341733" y="6027896"/>
                    <a:pt x="341733" y="6058121"/>
                    <a:pt x="341733" y="6093462"/>
                  </a:cubicBezTo>
                  <a:cubicBezTo>
                    <a:pt x="1187616" y="6093462"/>
                    <a:pt x="2027103" y="6093462"/>
                    <a:pt x="2871300" y="6093462"/>
                  </a:cubicBezTo>
                  <a:cubicBezTo>
                    <a:pt x="2871300" y="4177896"/>
                    <a:pt x="2871300" y="2264018"/>
                    <a:pt x="2871300" y="339364"/>
                  </a:cubicBezTo>
                  <a:lnTo>
                    <a:pt x="2575828" y="336778"/>
                  </a:lnTo>
                  <a:lnTo>
                    <a:pt x="1867968" y="336778"/>
                  </a:lnTo>
                  <a:lnTo>
                    <a:pt x="1867968" y="337548"/>
                  </a:lnTo>
                  <a:lnTo>
                    <a:pt x="1630669" y="337548"/>
                  </a:lnTo>
                  <a:lnTo>
                    <a:pt x="1630669" y="336778"/>
                  </a:lnTo>
                  <a:lnTo>
                    <a:pt x="826514" y="336778"/>
                  </a:lnTo>
                  <a:lnTo>
                    <a:pt x="826514" y="345794"/>
                  </a:lnTo>
                  <a:lnTo>
                    <a:pt x="660837" y="345794"/>
                  </a:lnTo>
                  <a:lnTo>
                    <a:pt x="660837" y="340"/>
                  </a:lnTo>
                  <a:lnTo>
                    <a:pt x="779734" y="340"/>
                  </a:lnTo>
                  <a:close/>
                </a:path>
              </a:pathLst>
            </a:custGeom>
            <a:grpFill/>
            <a:ln w="6350" cap="flat">
              <a:noFill/>
              <a:prstDash val="solid"/>
              <a:miter/>
            </a:ln>
          </p:spPr>
          <p:txBody>
            <a:bodyPr wrap="square" rtlCol="0" anchor="ctr">
              <a:noAutofit/>
            </a:bodyPr>
            <a:lstStyle/>
            <a:p>
              <a:endParaRPr lang="en-US" dirty="0"/>
            </a:p>
          </p:txBody>
        </p:sp>
        <p:sp>
          <p:nvSpPr>
            <p:cNvPr id="1197" name="Freeform: Shape 1196">
              <a:extLst>
                <a:ext uri="{FF2B5EF4-FFF2-40B4-BE49-F238E27FC236}">
                  <a16:creationId xmlns:a16="http://schemas.microsoft.com/office/drawing/2014/main" id="{38E1AC04-EA25-B968-DAB2-A7D33370AB80}"/>
                </a:ext>
                <a:ext uri="{C183D7F6-B498-43B3-948B-1728B52AA6E4}">
                  <adec:decorative xmlns:adec="http://schemas.microsoft.com/office/drawing/2017/decorative" val="1"/>
                </a:ext>
              </a:extLst>
            </p:cNvPr>
            <p:cNvSpPr/>
            <p:nvPr/>
          </p:nvSpPr>
          <p:spPr>
            <a:xfrm>
              <a:off x="6636946" y="2223703"/>
              <a:ext cx="279130" cy="397238"/>
            </a:xfrm>
            <a:custGeom>
              <a:avLst/>
              <a:gdLst>
                <a:gd name="connsiteX0" fmla="*/ 3648075 w 4186950"/>
                <a:gd name="connsiteY0" fmla="*/ 5419698 h 5958573"/>
                <a:gd name="connsiteX1" fmla="*/ 4186950 w 4186950"/>
                <a:gd name="connsiteY1" fmla="*/ 5419698 h 5958573"/>
                <a:gd name="connsiteX2" fmla="*/ 4186950 w 4186950"/>
                <a:gd name="connsiteY2" fmla="*/ 5958573 h 5958573"/>
                <a:gd name="connsiteX3" fmla="*/ 3648075 w 4186950"/>
                <a:gd name="connsiteY3" fmla="*/ 5958573 h 5958573"/>
                <a:gd name="connsiteX4" fmla="*/ 804897 w 4186950"/>
                <a:gd name="connsiteY4" fmla="*/ 5341696 h 5958573"/>
                <a:gd name="connsiteX5" fmla="*/ 1140536 w 4186950"/>
                <a:gd name="connsiteY5" fmla="*/ 5341696 h 5958573"/>
                <a:gd name="connsiteX6" fmla="*/ 1140536 w 4186950"/>
                <a:gd name="connsiteY6" fmla="*/ 5512627 h 5958573"/>
                <a:gd name="connsiteX7" fmla="*/ 804897 w 4186950"/>
                <a:gd name="connsiteY7" fmla="*/ 5512627 h 5958573"/>
                <a:gd name="connsiteX8" fmla="*/ 2322736 w 4186950"/>
                <a:gd name="connsiteY8" fmla="*/ 5173602 h 5958573"/>
                <a:gd name="connsiteX9" fmla="*/ 2655980 w 4186950"/>
                <a:gd name="connsiteY9" fmla="*/ 5173602 h 5958573"/>
                <a:gd name="connsiteX10" fmla="*/ 2655980 w 4186950"/>
                <a:gd name="connsiteY10" fmla="*/ 5518293 h 5958573"/>
                <a:gd name="connsiteX11" fmla="*/ 2322736 w 4186950"/>
                <a:gd name="connsiteY11" fmla="*/ 5518293 h 5958573"/>
                <a:gd name="connsiteX12" fmla="*/ 975385 w 4186950"/>
                <a:gd name="connsiteY12" fmla="*/ 4330971 h 5958573"/>
                <a:gd name="connsiteX13" fmla="*/ 1160172 w 4186950"/>
                <a:gd name="connsiteY13" fmla="*/ 4330971 h 5958573"/>
                <a:gd name="connsiteX14" fmla="*/ 1160172 w 4186950"/>
                <a:gd name="connsiteY14" fmla="*/ 4497354 h 5958573"/>
                <a:gd name="connsiteX15" fmla="*/ 975385 w 4186950"/>
                <a:gd name="connsiteY15" fmla="*/ 4497354 h 5958573"/>
                <a:gd name="connsiteX16" fmla="*/ 1948168 w 4186950"/>
                <a:gd name="connsiteY16" fmla="*/ 4330752 h 5958573"/>
                <a:gd name="connsiteX17" fmla="*/ 2133222 w 4186950"/>
                <a:gd name="connsiteY17" fmla="*/ 4330752 h 5958573"/>
                <a:gd name="connsiteX18" fmla="*/ 2133222 w 4186950"/>
                <a:gd name="connsiteY18" fmla="*/ 4497248 h 5958573"/>
                <a:gd name="connsiteX19" fmla="*/ 1948168 w 4186950"/>
                <a:gd name="connsiteY19" fmla="*/ 4497248 h 5958573"/>
                <a:gd name="connsiteX20" fmla="*/ 1621791 w 4186950"/>
                <a:gd name="connsiteY20" fmla="*/ 4330582 h 5958573"/>
                <a:gd name="connsiteX21" fmla="*/ 1810632 w 4186950"/>
                <a:gd name="connsiteY21" fmla="*/ 4330582 h 5958573"/>
                <a:gd name="connsiteX22" fmla="*/ 1810632 w 4186950"/>
                <a:gd name="connsiteY22" fmla="*/ 4497524 h 5958573"/>
                <a:gd name="connsiteX23" fmla="*/ 1621791 w 4186950"/>
                <a:gd name="connsiteY23" fmla="*/ 4497524 h 5958573"/>
                <a:gd name="connsiteX24" fmla="*/ 2266899 w 4186950"/>
                <a:gd name="connsiteY24" fmla="*/ 4329820 h 5958573"/>
                <a:gd name="connsiteX25" fmla="*/ 2458115 w 4186950"/>
                <a:gd name="connsiteY25" fmla="*/ 4329820 h 5958573"/>
                <a:gd name="connsiteX26" fmla="*/ 2458115 w 4186950"/>
                <a:gd name="connsiteY26" fmla="*/ 4497257 h 5958573"/>
                <a:gd name="connsiteX27" fmla="*/ 2266899 w 4186950"/>
                <a:gd name="connsiteY27" fmla="*/ 4497257 h 5958573"/>
                <a:gd name="connsiteX28" fmla="*/ 1302889 w 4186950"/>
                <a:gd name="connsiteY28" fmla="*/ 4329390 h 5958573"/>
                <a:gd name="connsiteX29" fmla="*/ 1487587 w 4186950"/>
                <a:gd name="connsiteY29" fmla="*/ 4329390 h 5958573"/>
                <a:gd name="connsiteX30" fmla="*/ 1487587 w 4186950"/>
                <a:gd name="connsiteY30" fmla="*/ 4496056 h 5958573"/>
                <a:gd name="connsiteX31" fmla="*/ 1302889 w 4186950"/>
                <a:gd name="connsiteY31" fmla="*/ 4496056 h 5958573"/>
                <a:gd name="connsiteX32" fmla="*/ 1946457 w 4186950"/>
                <a:gd name="connsiteY32" fmla="*/ 3992490 h 5958573"/>
                <a:gd name="connsiteX33" fmla="*/ 2133384 w 4186950"/>
                <a:gd name="connsiteY33" fmla="*/ 3992490 h 5958573"/>
                <a:gd name="connsiteX34" fmla="*/ 2133384 w 4186950"/>
                <a:gd name="connsiteY34" fmla="*/ 4158265 h 5958573"/>
                <a:gd name="connsiteX35" fmla="*/ 1946457 w 4186950"/>
                <a:gd name="connsiteY35" fmla="*/ 4158265 h 5958573"/>
                <a:gd name="connsiteX36" fmla="*/ 978085 w 4186950"/>
                <a:gd name="connsiteY36" fmla="*/ 3992287 h 5958573"/>
                <a:gd name="connsiteX37" fmla="*/ 1159426 w 4186950"/>
                <a:gd name="connsiteY37" fmla="*/ 3992287 h 5958573"/>
                <a:gd name="connsiteX38" fmla="*/ 1159426 w 4186950"/>
                <a:gd name="connsiteY38" fmla="*/ 4157437 h 5958573"/>
                <a:gd name="connsiteX39" fmla="*/ 978085 w 4186950"/>
                <a:gd name="connsiteY39" fmla="*/ 4157437 h 5958573"/>
                <a:gd name="connsiteX40" fmla="*/ 1625553 w 4186950"/>
                <a:gd name="connsiteY40" fmla="*/ 3991541 h 5958573"/>
                <a:gd name="connsiteX41" fmla="*/ 1815131 w 4186950"/>
                <a:gd name="connsiteY41" fmla="*/ 3991541 h 5958573"/>
                <a:gd name="connsiteX42" fmla="*/ 1815131 w 4186950"/>
                <a:gd name="connsiteY42" fmla="*/ 4167709 h 5958573"/>
                <a:gd name="connsiteX43" fmla="*/ 1625553 w 4186950"/>
                <a:gd name="connsiteY43" fmla="*/ 4167709 h 5958573"/>
                <a:gd name="connsiteX44" fmla="*/ 2263535 w 4186950"/>
                <a:gd name="connsiteY44" fmla="*/ 3986823 h 5958573"/>
                <a:gd name="connsiteX45" fmla="*/ 2457346 w 4186950"/>
                <a:gd name="connsiteY45" fmla="*/ 3986823 h 5958573"/>
                <a:gd name="connsiteX46" fmla="*/ 2457346 w 4186950"/>
                <a:gd name="connsiteY46" fmla="*/ 4152646 h 5958573"/>
                <a:gd name="connsiteX47" fmla="*/ 2263535 w 4186950"/>
                <a:gd name="connsiteY47" fmla="*/ 4152646 h 5958573"/>
                <a:gd name="connsiteX48" fmla="*/ 1297408 w 4186950"/>
                <a:gd name="connsiteY48" fmla="*/ 3985266 h 5958573"/>
                <a:gd name="connsiteX49" fmla="*/ 1486889 w 4186950"/>
                <a:gd name="connsiteY49" fmla="*/ 3985266 h 5958573"/>
                <a:gd name="connsiteX50" fmla="*/ 1486889 w 4186950"/>
                <a:gd name="connsiteY50" fmla="*/ 4154705 h 5958573"/>
                <a:gd name="connsiteX51" fmla="*/ 1297408 w 4186950"/>
                <a:gd name="connsiteY51" fmla="*/ 4154705 h 5958573"/>
                <a:gd name="connsiteX52" fmla="*/ 2271804 w 4186950"/>
                <a:gd name="connsiteY52" fmla="*/ 3654487 h 5958573"/>
                <a:gd name="connsiteX53" fmla="*/ 2462380 w 4186950"/>
                <a:gd name="connsiteY53" fmla="*/ 3654487 h 5958573"/>
                <a:gd name="connsiteX54" fmla="*/ 2462380 w 4186950"/>
                <a:gd name="connsiteY54" fmla="*/ 3820035 h 5958573"/>
                <a:gd name="connsiteX55" fmla="*/ 2271804 w 4186950"/>
                <a:gd name="connsiteY55" fmla="*/ 3820035 h 5958573"/>
                <a:gd name="connsiteX56" fmla="*/ 975385 w 4186950"/>
                <a:gd name="connsiteY56" fmla="*/ 3652769 h 5958573"/>
                <a:gd name="connsiteX57" fmla="*/ 1157626 w 4186950"/>
                <a:gd name="connsiteY57" fmla="*/ 3652769 h 5958573"/>
                <a:gd name="connsiteX58" fmla="*/ 1157626 w 4186950"/>
                <a:gd name="connsiteY58" fmla="*/ 3818892 h 5958573"/>
                <a:gd name="connsiteX59" fmla="*/ 975385 w 4186950"/>
                <a:gd name="connsiteY59" fmla="*/ 3818892 h 5958573"/>
                <a:gd name="connsiteX60" fmla="*/ 1304259 w 4186950"/>
                <a:gd name="connsiteY60" fmla="*/ 3651860 h 5958573"/>
                <a:gd name="connsiteX61" fmla="*/ 1492994 w 4186950"/>
                <a:gd name="connsiteY61" fmla="*/ 3651860 h 5958573"/>
                <a:gd name="connsiteX62" fmla="*/ 1492994 w 4186950"/>
                <a:gd name="connsiteY62" fmla="*/ 3816045 h 5958573"/>
                <a:gd name="connsiteX63" fmla="*/ 1304259 w 4186950"/>
                <a:gd name="connsiteY63" fmla="*/ 3816045 h 5958573"/>
                <a:gd name="connsiteX64" fmla="*/ 1948273 w 4186950"/>
                <a:gd name="connsiteY64" fmla="*/ 3646518 h 5958573"/>
                <a:gd name="connsiteX65" fmla="*/ 2139262 w 4186950"/>
                <a:gd name="connsiteY65" fmla="*/ 3646518 h 5958573"/>
                <a:gd name="connsiteX66" fmla="*/ 2139262 w 4186950"/>
                <a:gd name="connsiteY66" fmla="*/ 3814141 h 5958573"/>
                <a:gd name="connsiteX67" fmla="*/ 1948273 w 4186950"/>
                <a:gd name="connsiteY67" fmla="*/ 3814141 h 5958573"/>
                <a:gd name="connsiteX68" fmla="*/ 1627255 w 4186950"/>
                <a:gd name="connsiteY68" fmla="*/ 3643145 h 5958573"/>
                <a:gd name="connsiteX69" fmla="*/ 1814920 w 4186950"/>
                <a:gd name="connsiteY69" fmla="*/ 3643145 h 5958573"/>
                <a:gd name="connsiteX70" fmla="*/ 1814920 w 4186950"/>
                <a:gd name="connsiteY70" fmla="*/ 3812714 h 5958573"/>
                <a:gd name="connsiteX71" fmla="*/ 1627255 w 4186950"/>
                <a:gd name="connsiteY71" fmla="*/ 3812714 h 5958573"/>
                <a:gd name="connsiteX72" fmla="*/ 980509 w 4186950"/>
                <a:gd name="connsiteY72" fmla="*/ 3314514 h 5958573"/>
                <a:gd name="connsiteX73" fmla="*/ 1160788 w 4186950"/>
                <a:gd name="connsiteY73" fmla="*/ 3314514 h 5958573"/>
                <a:gd name="connsiteX74" fmla="*/ 1160788 w 4186950"/>
                <a:gd name="connsiteY74" fmla="*/ 3479129 h 5958573"/>
                <a:gd name="connsiteX75" fmla="*/ 980509 w 4186950"/>
                <a:gd name="connsiteY75" fmla="*/ 3479129 h 5958573"/>
                <a:gd name="connsiteX76" fmla="*/ 2262027 w 4186950"/>
                <a:gd name="connsiteY76" fmla="*/ 3314150 h 5958573"/>
                <a:gd name="connsiteX77" fmla="*/ 2460094 w 4186950"/>
                <a:gd name="connsiteY77" fmla="*/ 3314150 h 5958573"/>
                <a:gd name="connsiteX78" fmla="*/ 2460094 w 4186950"/>
                <a:gd name="connsiteY78" fmla="*/ 3479008 h 5958573"/>
                <a:gd name="connsiteX79" fmla="*/ 2262027 w 4186950"/>
                <a:gd name="connsiteY79" fmla="*/ 3479008 h 5958573"/>
                <a:gd name="connsiteX80" fmla="*/ 1627190 w 4186950"/>
                <a:gd name="connsiteY80" fmla="*/ 3313623 h 5958573"/>
                <a:gd name="connsiteX81" fmla="*/ 1824025 w 4186950"/>
                <a:gd name="connsiteY81" fmla="*/ 3313623 h 5958573"/>
                <a:gd name="connsiteX82" fmla="*/ 1824025 w 4186950"/>
                <a:gd name="connsiteY82" fmla="*/ 3479430 h 5958573"/>
                <a:gd name="connsiteX83" fmla="*/ 1627190 w 4186950"/>
                <a:gd name="connsiteY83" fmla="*/ 3479430 h 5958573"/>
                <a:gd name="connsiteX84" fmla="*/ 1302338 w 4186950"/>
                <a:gd name="connsiteY84" fmla="*/ 3312261 h 5958573"/>
                <a:gd name="connsiteX85" fmla="*/ 1496943 w 4186950"/>
                <a:gd name="connsiteY85" fmla="*/ 3312261 h 5958573"/>
                <a:gd name="connsiteX86" fmla="*/ 1496943 w 4186950"/>
                <a:gd name="connsiteY86" fmla="*/ 3479495 h 5958573"/>
                <a:gd name="connsiteX87" fmla="*/ 1302338 w 4186950"/>
                <a:gd name="connsiteY87" fmla="*/ 3479495 h 5958573"/>
                <a:gd name="connsiteX88" fmla="*/ 1948897 w 4186950"/>
                <a:gd name="connsiteY88" fmla="*/ 3308888 h 5958573"/>
                <a:gd name="connsiteX89" fmla="*/ 2135403 w 4186950"/>
                <a:gd name="connsiteY89" fmla="*/ 3308888 h 5958573"/>
                <a:gd name="connsiteX90" fmla="*/ 2135403 w 4186950"/>
                <a:gd name="connsiteY90" fmla="*/ 3474881 h 5958573"/>
                <a:gd name="connsiteX91" fmla="*/ 1948897 w 4186950"/>
                <a:gd name="connsiteY91" fmla="*/ 3474881 h 5958573"/>
                <a:gd name="connsiteX92" fmla="*/ 2273247 w 4186950"/>
                <a:gd name="connsiteY92" fmla="*/ 2442868 h 5958573"/>
                <a:gd name="connsiteX93" fmla="*/ 2458699 w 4186950"/>
                <a:gd name="connsiteY93" fmla="*/ 2442868 h 5958573"/>
                <a:gd name="connsiteX94" fmla="*/ 2458699 w 4186950"/>
                <a:gd name="connsiteY94" fmla="*/ 2609737 h 5958573"/>
                <a:gd name="connsiteX95" fmla="*/ 2273247 w 4186950"/>
                <a:gd name="connsiteY95" fmla="*/ 2609737 h 5958573"/>
                <a:gd name="connsiteX96" fmla="*/ 1622326 w 4186950"/>
                <a:gd name="connsiteY96" fmla="*/ 2441319 h 5958573"/>
                <a:gd name="connsiteX97" fmla="*/ 1810340 w 4186950"/>
                <a:gd name="connsiteY97" fmla="*/ 2441319 h 5958573"/>
                <a:gd name="connsiteX98" fmla="*/ 1810340 w 4186950"/>
                <a:gd name="connsiteY98" fmla="*/ 2610539 h 5958573"/>
                <a:gd name="connsiteX99" fmla="*/ 1622326 w 4186950"/>
                <a:gd name="connsiteY99" fmla="*/ 2610539 h 5958573"/>
                <a:gd name="connsiteX100" fmla="*/ 980112 w 4186950"/>
                <a:gd name="connsiteY100" fmla="*/ 2436834 h 5958573"/>
                <a:gd name="connsiteX101" fmla="*/ 1164396 w 4186950"/>
                <a:gd name="connsiteY101" fmla="*/ 2436834 h 5958573"/>
                <a:gd name="connsiteX102" fmla="*/ 1164396 w 4186950"/>
                <a:gd name="connsiteY102" fmla="*/ 2604408 h 5958573"/>
                <a:gd name="connsiteX103" fmla="*/ 980112 w 4186950"/>
                <a:gd name="connsiteY103" fmla="*/ 2604408 h 5958573"/>
                <a:gd name="connsiteX104" fmla="*/ 1948241 w 4186950"/>
                <a:gd name="connsiteY104" fmla="*/ 2436535 h 5958573"/>
                <a:gd name="connsiteX105" fmla="*/ 2132558 w 4186950"/>
                <a:gd name="connsiteY105" fmla="*/ 2436535 h 5958573"/>
                <a:gd name="connsiteX106" fmla="*/ 2132558 w 4186950"/>
                <a:gd name="connsiteY106" fmla="*/ 2605643 h 5958573"/>
                <a:gd name="connsiteX107" fmla="*/ 1948241 w 4186950"/>
                <a:gd name="connsiteY107" fmla="*/ 2605643 h 5958573"/>
                <a:gd name="connsiteX108" fmla="*/ 1297125 w 4186950"/>
                <a:gd name="connsiteY108" fmla="*/ 2435708 h 5958573"/>
                <a:gd name="connsiteX109" fmla="*/ 1487839 w 4186950"/>
                <a:gd name="connsiteY109" fmla="*/ 2435708 h 5958573"/>
                <a:gd name="connsiteX110" fmla="*/ 1487839 w 4186950"/>
                <a:gd name="connsiteY110" fmla="*/ 2603704 h 5958573"/>
                <a:gd name="connsiteX111" fmla="*/ 1297125 w 4186950"/>
                <a:gd name="connsiteY111" fmla="*/ 2603704 h 5958573"/>
                <a:gd name="connsiteX112" fmla="*/ 979455 w 4186950"/>
                <a:gd name="connsiteY112" fmla="*/ 2103388 h 5958573"/>
                <a:gd name="connsiteX113" fmla="*/ 1163447 w 4186950"/>
                <a:gd name="connsiteY113" fmla="*/ 2103388 h 5958573"/>
                <a:gd name="connsiteX114" fmla="*/ 1163447 w 4186950"/>
                <a:gd name="connsiteY114" fmla="*/ 2270330 h 5958573"/>
                <a:gd name="connsiteX115" fmla="*/ 979455 w 4186950"/>
                <a:gd name="connsiteY115" fmla="*/ 2270330 h 5958573"/>
                <a:gd name="connsiteX116" fmla="*/ 1944292 w 4186950"/>
                <a:gd name="connsiteY116" fmla="*/ 2102658 h 5958573"/>
                <a:gd name="connsiteX117" fmla="*/ 2134365 w 4186950"/>
                <a:gd name="connsiteY117" fmla="*/ 2102658 h 5958573"/>
                <a:gd name="connsiteX118" fmla="*/ 2134365 w 4186950"/>
                <a:gd name="connsiteY118" fmla="*/ 2274822 h 5958573"/>
                <a:gd name="connsiteX119" fmla="*/ 1944292 w 4186950"/>
                <a:gd name="connsiteY119" fmla="*/ 2274822 h 5958573"/>
                <a:gd name="connsiteX120" fmla="*/ 2267321 w 4186950"/>
                <a:gd name="connsiteY120" fmla="*/ 2098929 h 5958573"/>
                <a:gd name="connsiteX121" fmla="*/ 2456916 w 4186950"/>
                <a:gd name="connsiteY121" fmla="*/ 2098929 h 5958573"/>
                <a:gd name="connsiteX122" fmla="*/ 2456916 w 4186950"/>
                <a:gd name="connsiteY122" fmla="*/ 2263860 h 5958573"/>
                <a:gd name="connsiteX123" fmla="*/ 2267321 w 4186950"/>
                <a:gd name="connsiteY123" fmla="*/ 2263860 h 5958573"/>
                <a:gd name="connsiteX124" fmla="*/ 1297335 w 4186950"/>
                <a:gd name="connsiteY124" fmla="*/ 2098929 h 5958573"/>
                <a:gd name="connsiteX125" fmla="*/ 1488227 w 4186950"/>
                <a:gd name="connsiteY125" fmla="*/ 2098929 h 5958573"/>
                <a:gd name="connsiteX126" fmla="*/ 1488227 w 4186950"/>
                <a:gd name="connsiteY126" fmla="*/ 2265012 h 5958573"/>
                <a:gd name="connsiteX127" fmla="*/ 1297335 w 4186950"/>
                <a:gd name="connsiteY127" fmla="*/ 2265012 h 5958573"/>
                <a:gd name="connsiteX128" fmla="*/ 1625690 w 4186950"/>
                <a:gd name="connsiteY128" fmla="*/ 2098118 h 5958573"/>
                <a:gd name="connsiteX129" fmla="*/ 1815236 w 4186950"/>
                <a:gd name="connsiteY129" fmla="*/ 2098118 h 5958573"/>
                <a:gd name="connsiteX130" fmla="*/ 1815236 w 4186950"/>
                <a:gd name="connsiteY130" fmla="*/ 2265133 h 5958573"/>
                <a:gd name="connsiteX131" fmla="*/ 1625690 w 4186950"/>
                <a:gd name="connsiteY131" fmla="*/ 2265133 h 5958573"/>
                <a:gd name="connsiteX132" fmla="*/ 980387 w 4186950"/>
                <a:gd name="connsiteY132" fmla="*/ 1765312 h 5958573"/>
                <a:gd name="connsiteX133" fmla="*/ 1159734 w 4186950"/>
                <a:gd name="connsiteY133" fmla="*/ 1765312 h 5958573"/>
                <a:gd name="connsiteX134" fmla="*/ 1159734 w 4186950"/>
                <a:gd name="connsiteY134" fmla="*/ 1930933 h 5958573"/>
                <a:gd name="connsiteX135" fmla="*/ 980387 w 4186950"/>
                <a:gd name="connsiteY135" fmla="*/ 1930933 h 5958573"/>
                <a:gd name="connsiteX136" fmla="*/ 1622050 w 4186950"/>
                <a:gd name="connsiteY136" fmla="*/ 1762858 h 5958573"/>
                <a:gd name="connsiteX137" fmla="*/ 1811264 w 4186950"/>
                <a:gd name="connsiteY137" fmla="*/ 1762858 h 5958573"/>
                <a:gd name="connsiteX138" fmla="*/ 1811264 w 4186950"/>
                <a:gd name="connsiteY138" fmla="*/ 1935792 h 5958573"/>
                <a:gd name="connsiteX139" fmla="*/ 1622050 w 4186950"/>
                <a:gd name="connsiteY139" fmla="*/ 1935792 h 5958573"/>
                <a:gd name="connsiteX140" fmla="*/ 1931223 w 4186950"/>
                <a:gd name="connsiteY140" fmla="*/ 1762485 h 5958573"/>
                <a:gd name="connsiteX141" fmla="*/ 2133952 w 4186950"/>
                <a:gd name="connsiteY141" fmla="*/ 1762485 h 5958573"/>
                <a:gd name="connsiteX142" fmla="*/ 2133952 w 4186950"/>
                <a:gd name="connsiteY142" fmla="*/ 1931227 h 5958573"/>
                <a:gd name="connsiteX143" fmla="*/ 1931223 w 4186950"/>
                <a:gd name="connsiteY143" fmla="*/ 1931227 h 5958573"/>
                <a:gd name="connsiteX144" fmla="*/ 1297352 w 4186950"/>
                <a:gd name="connsiteY144" fmla="*/ 1762201 h 5958573"/>
                <a:gd name="connsiteX145" fmla="*/ 1488155 w 4186950"/>
                <a:gd name="connsiteY145" fmla="*/ 1762201 h 5958573"/>
                <a:gd name="connsiteX146" fmla="*/ 1488155 w 4186950"/>
                <a:gd name="connsiteY146" fmla="*/ 1931260 h 5958573"/>
                <a:gd name="connsiteX147" fmla="*/ 1297352 w 4186950"/>
                <a:gd name="connsiteY147" fmla="*/ 1931260 h 5958573"/>
                <a:gd name="connsiteX148" fmla="*/ 2267921 w 4186950"/>
                <a:gd name="connsiteY148" fmla="*/ 1758779 h 5958573"/>
                <a:gd name="connsiteX149" fmla="*/ 2459048 w 4186950"/>
                <a:gd name="connsiteY149" fmla="*/ 1758779 h 5958573"/>
                <a:gd name="connsiteX150" fmla="*/ 2459048 w 4186950"/>
                <a:gd name="connsiteY150" fmla="*/ 1926987 h 5958573"/>
                <a:gd name="connsiteX151" fmla="*/ 2267921 w 4186950"/>
                <a:gd name="connsiteY151" fmla="*/ 1926987 h 5958573"/>
                <a:gd name="connsiteX152" fmla="*/ 974007 w 4186950"/>
                <a:gd name="connsiteY152" fmla="*/ 1428016 h 5958573"/>
                <a:gd name="connsiteX153" fmla="*/ 1159937 w 4186950"/>
                <a:gd name="connsiteY153" fmla="*/ 1428016 h 5958573"/>
                <a:gd name="connsiteX154" fmla="*/ 1159937 w 4186950"/>
                <a:gd name="connsiteY154" fmla="*/ 1591602 h 5958573"/>
                <a:gd name="connsiteX155" fmla="*/ 974007 w 4186950"/>
                <a:gd name="connsiteY155" fmla="*/ 1591602 h 5958573"/>
                <a:gd name="connsiteX156" fmla="*/ 2274399 w 4186950"/>
                <a:gd name="connsiteY156" fmla="*/ 1426883 h 5958573"/>
                <a:gd name="connsiteX157" fmla="*/ 2461934 w 4186950"/>
                <a:gd name="connsiteY157" fmla="*/ 1426883 h 5958573"/>
                <a:gd name="connsiteX158" fmla="*/ 2461934 w 4186950"/>
                <a:gd name="connsiteY158" fmla="*/ 1598601 h 5958573"/>
                <a:gd name="connsiteX159" fmla="*/ 2274399 w 4186950"/>
                <a:gd name="connsiteY159" fmla="*/ 1598601 h 5958573"/>
                <a:gd name="connsiteX160" fmla="*/ 1621775 w 4186950"/>
                <a:gd name="connsiteY160" fmla="*/ 1426615 h 5958573"/>
                <a:gd name="connsiteX161" fmla="*/ 1812643 w 4186950"/>
                <a:gd name="connsiteY161" fmla="*/ 1426615 h 5958573"/>
                <a:gd name="connsiteX162" fmla="*/ 1812643 w 4186950"/>
                <a:gd name="connsiteY162" fmla="*/ 1592764 h 5958573"/>
                <a:gd name="connsiteX163" fmla="*/ 1621775 w 4186950"/>
                <a:gd name="connsiteY163" fmla="*/ 1592764 h 5958573"/>
                <a:gd name="connsiteX164" fmla="*/ 1944082 w 4186950"/>
                <a:gd name="connsiteY164" fmla="*/ 1425237 h 5958573"/>
                <a:gd name="connsiteX165" fmla="*/ 2134414 w 4186950"/>
                <a:gd name="connsiteY165" fmla="*/ 1425237 h 5958573"/>
                <a:gd name="connsiteX166" fmla="*/ 2134414 w 4186950"/>
                <a:gd name="connsiteY166" fmla="*/ 1602905 h 5958573"/>
                <a:gd name="connsiteX167" fmla="*/ 1944082 w 4186950"/>
                <a:gd name="connsiteY167" fmla="*/ 1602905 h 5958573"/>
                <a:gd name="connsiteX168" fmla="*/ 1304567 w 4186950"/>
                <a:gd name="connsiteY168" fmla="*/ 1421621 h 5958573"/>
                <a:gd name="connsiteX169" fmla="*/ 1498661 w 4186950"/>
                <a:gd name="connsiteY169" fmla="*/ 1421621 h 5958573"/>
                <a:gd name="connsiteX170" fmla="*/ 1498661 w 4186950"/>
                <a:gd name="connsiteY170" fmla="*/ 1587355 h 5958573"/>
                <a:gd name="connsiteX171" fmla="*/ 1304567 w 4186950"/>
                <a:gd name="connsiteY171" fmla="*/ 1587355 h 5958573"/>
                <a:gd name="connsiteX172" fmla="*/ 0 w 4186950"/>
                <a:gd name="connsiteY172" fmla="*/ 0 h 5958573"/>
                <a:gd name="connsiteX173" fmla="*/ 538875 w 4186950"/>
                <a:gd name="connsiteY173" fmla="*/ 0 h 5958573"/>
                <a:gd name="connsiteX174" fmla="*/ 538875 w 4186950"/>
                <a:gd name="connsiteY174" fmla="*/ 538875 h 5958573"/>
                <a:gd name="connsiteX175" fmla="*/ 0 w 4186950"/>
                <a:gd name="connsiteY175" fmla="*/ 538875 h 595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4186950" h="5958573">
                  <a:moveTo>
                    <a:pt x="3648075" y="5419698"/>
                  </a:moveTo>
                  <a:lnTo>
                    <a:pt x="4186950" y="5419698"/>
                  </a:lnTo>
                  <a:lnTo>
                    <a:pt x="4186950" y="5958573"/>
                  </a:lnTo>
                  <a:lnTo>
                    <a:pt x="3648075" y="5958573"/>
                  </a:lnTo>
                  <a:close/>
                  <a:moveTo>
                    <a:pt x="804897" y="5341696"/>
                  </a:moveTo>
                  <a:lnTo>
                    <a:pt x="1140536" y="5341696"/>
                  </a:lnTo>
                  <a:lnTo>
                    <a:pt x="1140536" y="5512627"/>
                  </a:lnTo>
                  <a:lnTo>
                    <a:pt x="804897" y="5512627"/>
                  </a:lnTo>
                  <a:close/>
                  <a:moveTo>
                    <a:pt x="2322736" y="5173602"/>
                  </a:moveTo>
                  <a:lnTo>
                    <a:pt x="2655980" y="5173602"/>
                  </a:lnTo>
                  <a:lnTo>
                    <a:pt x="2655980" y="5518293"/>
                  </a:lnTo>
                  <a:lnTo>
                    <a:pt x="2322736" y="5518293"/>
                  </a:lnTo>
                  <a:close/>
                  <a:moveTo>
                    <a:pt x="975385" y="4330971"/>
                  </a:moveTo>
                  <a:lnTo>
                    <a:pt x="1160172" y="4330971"/>
                  </a:lnTo>
                  <a:lnTo>
                    <a:pt x="1160172" y="4497354"/>
                  </a:lnTo>
                  <a:lnTo>
                    <a:pt x="975385" y="4497354"/>
                  </a:lnTo>
                  <a:close/>
                  <a:moveTo>
                    <a:pt x="1948168" y="4330752"/>
                  </a:moveTo>
                  <a:lnTo>
                    <a:pt x="2133222" y="4330752"/>
                  </a:lnTo>
                  <a:lnTo>
                    <a:pt x="2133222" y="4497248"/>
                  </a:lnTo>
                  <a:lnTo>
                    <a:pt x="1948168" y="4497248"/>
                  </a:lnTo>
                  <a:close/>
                  <a:moveTo>
                    <a:pt x="1621791" y="4330582"/>
                  </a:moveTo>
                  <a:lnTo>
                    <a:pt x="1810632" y="4330582"/>
                  </a:lnTo>
                  <a:lnTo>
                    <a:pt x="1810632" y="4497524"/>
                  </a:lnTo>
                  <a:lnTo>
                    <a:pt x="1621791" y="4497524"/>
                  </a:lnTo>
                  <a:close/>
                  <a:moveTo>
                    <a:pt x="2266899" y="4329820"/>
                  </a:moveTo>
                  <a:lnTo>
                    <a:pt x="2458115" y="4329820"/>
                  </a:lnTo>
                  <a:lnTo>
                    <a:pt x="2458115" y="4497257"/>
                  </a:lnTo>
                  <a:lnTo>
                    <a:pt x="2266899" y="4497257"/>
                  </a:lnTo>
                  <a:close/>
                  <a:moveTo>
                    <a:pt x="1302889" y="4329390"/>
                  </a:moveTo>
                  <a:lnTo>
                    <a:pt x="1487587" y="4329390"/>
                  </a:lnTo>
                  <a:lnTo>
                    <a:pt x="1487587" y="4496056"/>
                  </a:lnTo>
                  <a:lnTo>
                    <a:pt x="1302889" y="4496056"/>
                  </a:lnTo>
                  <a:close/>
                  <a:moveTo>
                    <a:pt x="1946457" y="3992490"/>
                  </a:moveTo>
                  <a:lnTo>
                    <a:pt x="2133384" y="3992490"/>
                  </a:lnTo>
                  <a:lnTo>
                    <a:pt x="2133384" y="4158265"/>
                  </a:lnTo>
                  <a:lnTo>
                    <a:pt x="1946457" y="4158265"/>
                  </a:lnTo>
                  <a:close/>
                  <a:moveTo>
                    <a:pt x="978085" y="3992287"/>
                  </a:moveTo>
                  <a:lnTo>
                    <a:pt x="1159426" y="3992287"/>
                  </a:lnTo>
                  <a:lnTo>
                    <a:pt x="1159426" y="4157437"/>
                  </a:lnTo>
                  <a:lnTo>
                    <a:pt x="978085" y="4157437"/>
                  </a:lnTo>
                  <a:close/>
                  <a:moveTo>
                    <a:pt x="1625553" y="3991541"/>
                  </a:moveTo>
                  <a:lnTo>
                    <a:pt x="1815131" y="3991541"/>
                  </a:lnTo>
                  <a:lnTo>
                    <a:pt x="1815131" y="4167709"/>
                  </a:lnTo>
                  <a:lnTo>
                    <a:pt x="1625553" y="4167709"/>
                  </a:lnTo>
                  <a:close/>
                  <a:moveTo>
                    <a:pt x="2263535" y="3986823"/>
                  </a:moveTo>
                  <a:lnTo>
                    <a:pt x="2457346" y="3986823"/>
                  </a:lnTo>
                  <a:lnTo>
                    <a:pt x="2457346" y="4152646"/>
                  </a:lnTo>
                  <a:lnTo>
                    <a:pt x="2263535" y="4152646"/>
                  </a:lnTo>
                  <a:close/>
                  <a:moveTo>
                    <a:pt x="1297408" y="3985266"/>
                  </a:moveTo>
                  <a:lnTo>
                    <a:pt x="1486889" y="3985266"/>
                  </a:lnTo>
                  <a:lnTo>
                    <a:pt x="1486889" y="4154705"/>
                  </a:lnTo>
                  <a:lnTo>
                    <a:pt x="1297408" y="4154705"/>
                  </a:lnTo>
                  <a:close/>
                  <a:moveTo>
                    <a:pt x="2271804" y="3654487"/>
                  </a:moveTo>
                  <a:lnTo>
                    <a:pt x="2462380" y="3654487"/>
                  </a:lnTo>
                  <a:lnTo>
                    <a:pt x="2462380" y="3820035"/>
                  </a:lnTo>
                  <a:lnTo>
                    <a:pt x="2271804" y="3820035"/>
                  </a:lnTo>
                  <a:close/>
                  <a:moveTo>
                    <a:pt x="975385" y="3652769"/>
                  </a:moveTo>
                  <a:lnTo>
                    <a:pt x="1157626" y="3652769"/>
                  </a:lnTo>
                  <a:lnTo>
                    <a:pt x="1157626" y="3818892"/>
                  </a:lnTo>
                  <a:lnTo>
                    <a:pt x="975385" y="3818892"/>
                  </a:lnTo>
                  <a:close/>
                  <a:moveTo>
                    <a:pt x="1304259" y="3651860"/>
                  </a:moveTo>
                  <a:lnTo>
                    <a:pt x="1492994" y="3651860"/>
                  </a:lnTo>
                  <a:lnTo>
                    <a:pt x="1492994" y="3816045"/>
                  </a:lnTo>
                  <a:lnTo>
                    <a:pt x="1304259" y="3816045"/>
                  </a:lnTo>
                  <a:close/>
                  <a:moveTo>
                    <a:pt x="1948273" y="3646518"/>
                  </a:moveTo>
                  <a:lnTo>
                    <a:pt x="2139262" y="3646518"/>
                  </a:lnTo>
                  <a:lnTo>
                    <a:pt x="2139262" y="3814141"/>
                  </a:lnTo>
                  <a:lnTo>
                    <a:pt x="1948273" y="3814141"/>
                  </a:lnTo>
                  <a:close/>
                  <a:moveTo>
                    <a:pt x="1627255" y="3643145"/>
                  </a:moveTo>
                  <a:lnTo>
                    <a:pt x="1814920" y="3643145"/>
                  </a:lnTo>
                  <a:lnTo>
                    <a:pt x="1814920" y="3812714"/>
                  </a:lnTo>
                  <a:lnTo>
                    <a:pt x="1627255" y="3812714"/>
                  </a:lnTo>
                  <a:close/>
                  <a:moveTo>
                    <a:pt x="980509" y="3314514"/>
                  </a:moveTo>
                  <a:lnTo>
                    <a:pt x="1160788" y="3314514"/>
                  </a:lnTo>
                  <a:lnTo>
                    <a:pt x="1160788" y="3479129"/>
                  </a:lnTo>
                  <a:lnTo>
                    <a:pt x="980509" y="3479129"/>
                  </a:lnTo>
                  <a:close/>
                  <a:moveTo>
                    <a:pt x="2262027" y="3314150"/>
                  </a:moveTo>
                  <a:lnTo>
                    <a:pt x="2460094" y="3314150"/>
                  </a:lnTo>
                  <a:lnTo>
                    <a:pt x="2460094" y="3479008"/>
                  </a:lnTo>
                  <a:lnTo>
                    <a:pt x="2262027" y="3479008"/>
                  </a:lnTo>
                  <a:close/>
                  <a:moveTo>
                    <a:pt x="1627190" y="3313623"/>
                  </a:moveTo>
                  <a:lnTo>
                    <a:pt x="1824025" y="3313623"/>
                  </a:lnTo>
                  <a:lnTo>
                    <a:pt x="1824025" y="3479430"/>
                  </a:lnTo>
                  <a:lnTo>
                    <a:pt x="1627190" y="3479430"/>
                  </a:lnTo>
                  <a:close/>
                  <a:moveTo>
                    <a:pt x="1302338" y="3312261"/>
                  </a:moveTo>
                  <a:lnTo>
                    <a:pt x="1496943" y="3312261"/>
                  </a:lnTo>
                  <a:lnTo>
                    <a:pt x="1496943" y="3479495"/>
                  </a:lnTo>
                  <a:lnTo>
                    <a:pt x="1302338" y="3479495"/>
                  </a:lnTo>
                  <a:close/>
                  <a:moveTo>
                    <a:pt x="1948897" y="3308888"/>
                  </a:moveTo>
                  <a:lnTo>
                    <a:pt x="2135403" y="3308888"/>
                  </a:lnTo>
                  <a:lnTo>
                    <a:pt x="2135403" y="3474881"/>
                  </a:lnTo>
                  <a:lnTo>
                    <a:pt x="1948897" y="3474881"/>
                  </a:lnTo>
                  <a:close/>
                  <a:moveTo>
                    <a:pt x="2273247" y="2442868"/>
                  </a:moveTo>
                  <a:lnTo>
                    <a:pt x="2458699" y="2442868"/>
                  </a:lnTo>
                  <a:lnTo>
                    <a:pt x="2458699" y="2609737"/>
                  </a:lnTo>
                  <a:lnTo>
                    <a:pt x="2273247" y="2609737"/>
                  </a:lnTo>
                  <a:close/>
                  <a:moveTo>
                    <a:pt x="1622326" y="2441319"/>
                  </a:moveTo>
                  <a:lnTo>
                    <a:pt x="1810340" y="2441319"/>
                  </a:lnTo>
                  <a:lnTo>
                    <a:pt x="1810340" y="2610539"/>
                  </a:lnTo>
                  <a:lnTo>
                    <a:pt x="1622326" y="2610539"/>
                  </a:lnTo>
                  <a:close/>
                  <a:moveTo>
                    <a:pt x="980112" y="2436834"/>
                  </a:moveTo>
                  <a:lnTo>
                    <a:pt x="1164396" y="2436834"/>
                  </a:lnTo>
                  <a:lnTo>
                    <a:pt x="1164396" y="2604408"/>
                  </a:lnTo>
                  <a:lnTo>
                    <a:pt x="980112" y="2604408"/>
                  </a:lnTo>
                  <a:close/>
                  <a:moveTo>
                    <a:pt x="1948241" y="2436535"/>
                  </a:moveTo>
                  <a:lnTo>
                    <a:pt x="2132558" y="2436535"/>
                  </a:lnTo>
                  <a:lnTo>
                    <a:pt x="2132558" y="2605643"/>
                  </a:lnTo>
                  <a:lnTo>
                    <a:pt x="1948241" y="2605643"/>
                  </a:lnTo>
                  <a:close/>
                  <a:moveTo>
                    <a:pt x="1297125" y="2435708"/>
                  </a:moveTo>
                  <a:lnTo>
                    <a:pt x="1487839" y="2435708"/>
                  </a:lnTo>
                  <a:lnTo>
                    <a:pt x="1487839" y="2603704"/>
                  </a:lnTo>
                  <a:lnTo>
                    <a:pt x="1297125" y="2603704"/>
                  </a:lnTo>
                  <a:close/>
                  <a:moveTo>
                    <a:pt x="979455" y="2103388"/>
                  </a:moveTo>
                  <a:lnTo>
                    <a:pt x="1163447" y="2103388"/>
                  </a:lnTo>
                  <a:lnTo>
                    <a:pt x="1163447" y="2270330"/>
                  </a:lnTo>
                  <a:lnTo>
                    <a:pt x="979455" y="2270330"/>
                  </a:lnTo>
                  <a:close/>
                  <a:moveTo>
                    <a:pt x="1944292" y="2102658"/>
                  </a:moveTo>
                  <a:lnTo>
                    <a:pt x="2134365" y="2102658"/>
                  </a:lnTo>
                  <a:lnTo>
                    <a:pt x="2134365" y="2274822"/>
                  </a:lnTo>
                  <a:lnTo>
                    <a:pt x="1944292" y="2274822"/>
                  </a:lnTo>
                  <a:close/>
                  <a:moveTo>
                    <a:pt x="2267321" y="2098929"/>
                  </a:moveTo>
                  <a:lnTo>
                    <a:pt x="2456916" y="2098929"/>
                  </a:lnTo>
                  <a:lnTo>
                    <a:pt x="2456916" y="2263860"/>
                  </a:lnTo>
                  <a:lnTo>
                    <a:pt x="2267321" y="2263860"/>
                  </a:lnTo>
                  <a:close/>
                  <a:moveTo>
                    <a:pt x="1297335" y="2098929"/>
                  </a:moveTo>
                  <a:lnTo>
                    <a:pt x="1488227" y="2098929"/>
                  </a:lnTo>
                  <a:lnTo>
                    <a:pt x="1488227" y="2265012"/>
                  </a:lnTo>
                  <a:lnTo>
                    <a:pt x="1297335" y="2265012"/>
                  </a:lnTo>
                  <a:close/>
                  <a:moveTo>
                    <a:pt x="1625690" y="2098118"/>
                  </a:moveTo>
                  <a:lnTo>
                    <a:pt x="1815236" y="2098118"/>
                  </a:lnTo>
                  <a:lnTo>
                    <a:pt x="1815236" y="2265133"/>
                  </a:lnTo>
                  <a:lnTo>
                    <a:pt x="1625690" y="2265133"/>
                  </a:lnTo>
                  <a:close/>
                  <a:moveTo>
                    <a:pt x="980387" y="1765312"/>
                  </a:moveTo>
                  <a:lnTo>
                    <a:pt x="1159734" y="1765312"/>
                  </a:lnTo>
                  <a:lnTo>
                    <a:pt x="1159734" y="1930933"/>
                  </a:lnTo>
                  <a:lnTo>
                    <a:pt x="980387" y="1930933"/>
                  </a:lnTo>
                  <a:close/>
                  <a:moveTo>
                    <a:pt x="1622050" y="1762858"/>
                  </a:moveTo>
                  <a:lnTo>
                    <a:pt x="1811264" y="1762858"/>
                  </a:lnTo>
                  <a:lnTo>
                    <a:pt x="1811264" y="1935792"/>
                  </a:lnTo>
                  <a:lnTo>
                    <a:pt x="1622050" y="1935792"/>
                  </a:lnTo>
                  <a:close/>
                  <a:moveTo>
                    <a:pt x="1931223" y="1762485"/>
                  </a:moveTo>
                  <a:lnTo>
                    <a:pt x="2133952" y="1762485"/>
                  </a:lnTo>
                  <a:lnTo>
                    <a:pt x="2133952" y="1931227"/>
                  </a:lnTo>
                  <a:lnTo>
                    <a:pt x="1931223" y="1931227"/>
                  </a:lnTo>
                  <a:close/>
                  <a:moveTo>
                    <a:pt x="1297352" y="1762201"/>
                  </a:moveTo>
                  <a:lnTo>
                    <a:pt x="1488155" y="1762201"/>
                  </a:lnTo>
                  <a:lnTo>
                    <a:pt x="1488155" y="1931260"/>
                  </a:lnTo>
                  <a:lnTo>
                    <a:pt x="1297352" y="1931260"/>
                  </a:lnTo>
                  <a:close/>
                  <a:moveTo>
                    <a:pt x="2267921" y="1758779"/>
                  </a:moveTo>
                  <a:lnTo>
                    <a:pt x="2459048" y="1758779"/>
                  </a:lnTo>
                  <a:lnTo>
                    <a:pt x="2459048" y="1926987"/>
                  </a:lnTo>
                  <a:lnTo>
                    <a:pt x="2267921" y="1926987"/>
                  </a:lnTo>
                  <a:close/>
                  <a:moveTo>
                    <a:pt x="974007" y="1428016"/>
                  </a:moveTo>
                  <a:lnTo>
                    <a:pt x="1159937" y="1428016"/>
                  </a:lnTo>
                  <a:lnTo>
                    <a:pt x="1159937" y="1591602"/>
                  </a:lnTo>
                  <a:lnTo>
                    <a:pt x="974007" y="1591602"/>
                  </a:lnTo>
                  <a:close/>
                  <a:moveTo>
                    <a:pt x="2274399" y="1426883"/>
                  </a:moveTo>
                  <a:lnTo>
                    <a:pt x="2461934" y="1426883"/>
                  </a:lnTo>
                  <a:lnTo>
                    <a:pt x="2461934" y="1598601"/>
                  </a:lnTo>
                  <a:lnTo>
                    <a:pt x="2274399" y="1598601"/>
                  </a:lnTo>
                  <a:close/>
                  <a:moveTo>
                    <a:pt x="1621775" y="1426615"/>
                  </a:moveTo>
                  <a:lnTo>
                    <a:pt x="1812643" y="1426615"/>
                  </a:lnTo>
                  <a:lnTo>
                    <a:pt x="1812643" y="1592764"/>
                  </a:lnTo>
                  <a:lnTo>
                    <a:pt x="1621775" y="1592764"/>
                  </a:lnTo>
                  <a:close/>
                  <a:moveTo>
                    <a:pt x="1944082" y="1425237"/>
                  </a:moveTo>
                  <a:lnTo>
                    <a:pt x="2134414" y="1425237"/>
                  </a:lnTo>
                  <a:lnTo>
                    <a:pt x="2134414" y="1602905"/>
                  </a:lnTo>
                  <a:lnTo>
                    <a:pt x="1944082" y="1602905"/>
                  </a:lnTo>
                  <a:close/>
                  <a:moveTo>
                    <a:pt x="1304567" y="1421621"/>
                  </a:moveTo>
                  <a:lnTo>
                    <a:pt x="1498661" y="1421621"/>
                  </a:lnTo>
                  <a:lnTo>
                    <a:pt x="1498661" y="1587355"/>
                  </a:lnTo>
                  <a:lnTo>
                    <a:pt x="1304567" y="1587355"/>
                  </a:lnTo>
                  <a:close/>
                  <a:moveTo>
                    <a:pt x="0" y="0"/>
                  </a:moveTo>
                  <a:lnTo>
                    <a:pt x="538875" y="0"/>
                  </a:lnTo>
                  <a:lnTo>
                    <a:pt x="538875" y="538875"/>
                  </a:lnTo>
                  <a:lnTo>
                    <a:pt x="0" y="538875"/>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5" name="Group 94">
            <a:extLst>
              <a:ext uri="{FF2B5EF4-FFF2-40B4-BE49-F238E27FC236}">
                <a16:creationId xmlns:a16="http://schemas.microsoft.com/office/drawing/2014/main" id="{48520AC0-6820-5BB7-52E8-CEACCFAB163C}"/>
              </a:ext>
              <a:ext uri="{C183D7F6-B498-43B3-948B-1728B52AA6E4}">
                <adec:decorative xmlns:adec="http://schemas.microsoft.com/office/drawing/2017/decorative" val="1"/>
              </a:ext>
            </a:extLst>
          </p:cNvPr>
          <p:cNvGrpSpPr>
            <a:grpSpLocks noChangeAspect="1"/>
          </p:cNvGrpSpPr>
          <p:nvPr/>
        </p:nvGrpSpPr>
        <p:grpSpPr>
          <a:xfrm>
            <a:off x="7426763" y="2223703"/>
            <a:ext cx="546664" cy="457200"/>
            <a:chOff x="7426763" y="2223703"/>
            <a:chExt cx="546664" cy="457200"/>
          </a:xfrm>
          <a:solidFill>
            <a:schemeClr val="accent2"/>
          </a:solidFill>
        </p:grpSpPr>
        <p:sp>
          <p:nvSpPr>
            <p:cNvPr id="1213" name="Freeform: Shape 1212">
              <a:extLst>
                <a:ext uri="{FF2B5EF4-FFF2-40B4-BE49-F238E27FC236}">
                  <a16:creationId xmlns:a16="http://schemas.microsoft.com/office/drawing/2014/main" id="{45CC201E-DF32-FB77-55CC-916584ECD1AE}"/>
                </a:ext>
                <a:ext uri="{C183D7F6-B498-43B3-948B-1728B52AA6E4}">
                  <adec:decorative xmlns:adec="http://schemas.microsoft.com/office/drawing/2017/decorative" val="1"/>
                </a:ext>
              </a:extLst>
            </p:cNvPr>
            <p:cNvSpPr/>
            <p:nvPr/>
          </p:nvSpPr>
          <p:spPr>
            <a:xfrm>
              <a:off x="7843799" y="2223703"/>
              <a:ext cx="122995" cy="122994"/>
            </a:xfrm>
            <a:custGeom>
              <a:avLst/>
              <a:gdLst>
                <a:gd name="connsiteX0" fmla="*/ 614971 w 1844927"/>
                <a:gd name="connsiteY0" fmla="*/ 1229942 h 1844917"/>
                <a:gd name="connsiteX1" fmla="*/ 1229946 w 1844927"/>
                <a:gd name="connsiteY1" fmla="*/ 1229942 h 1844917"/>
                <a:gd name="connsiteX2" fmla="*/ 1229946 w 1844927"/>
                <a:gd name="connsiteY2" fmla="*/ 1844917 h 1844917"/>
                <a:gd name="connsiteX3" fmla="*/ 614971 w 1844927"/>
                <a:gd name="connsiteY3" fmla="*/ 1844917 h 1844917"/>
                <a:gd name="connsiteX4" fmla="*/ 1229952 w 1844927"/>
                <a:gd name="connsiteY4" fmla="*/ 614971 h 1844917"/>
                <a:gd name="connsiteX5" fmla="*/ 1844927 w 1844927"/>
                <a:gd name="connsiteY5" fmla="*/ 614971 h 1844917"/>
                <a:gd name="connsiteX6" fmla="*/ 1844927 w 1844927"/>
                <a:gd name="connsiteY6" fmla="*/ 1229946 h 1844917"/>
                <a:gd name="connsiteX7" fmla="*/ 1229952 w 1844927"/>
                <a:gd name="connsiteY7" fmla="*/ 1229946 h 1844917"/>
                <a:gd name="connsiteX8" fmla="*/ 0 w 1844927"/>
                <a:gd name="connsiteY8" fmla="*/ 0 h 1844917"/>
                <a:gd name="connsiteX9" fmla="*/ 614975 w 1844927"/>
                <a:gd name="connsiteY9" fmla="*/ 0 h 1844917"/>
                <a:gd name="connsiteX10" fmla="*/ 614975 w 1844927"/>
                <a:gd name="connsiteY10" fmla="*/ 614975 h 1844917"/>
                <a:gd name="connsiteX11" fmla="*/ 0 w 1844927"/>
                <a:gd name="connsiteY11" fmla="*/ 614975 h 18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4927" h="1844917">
                  <a:moveTo>
                    <a:pt x="614971" y="1229942"/>
                  </a:moveTo>
                  <a:lnTo>
                    <a:pt x="1229946" y="1229942"/>
                  </a:lnTo>
                  <a:lnTo>
                    <a:pt x="1229946" y="1844917"/>
                  </a:lnTo>
                  <a:lnTo>
                    <a:pt x="614971" y="1844917"/>
                  </a:lnTo>
                  <a:close/>
                  <a:moveTo>
                    <a:pt x="1229952" y="614971"/>
                  </a:moveTo>
                  <a:lnTo>
                    <a:pt x="1844927" y="614971"/>
                  </a:lnTo>
                  <a:lnTo>
                    <a:pt x="1844927" y="1229946"/>
                  </a:lnTo>
                  <a:lnTo>
                    <a:pt x="1229952" y="1229946"/>
                  </a:lnTo>
                  <a:close/>
                  <a:moveTo>
                    <a:pt x="0" y="0"/>
                  </a:moveTo>
                  <a:lnTo>
                    <a:pt x="614975" y="0"/>
                  </a:lnTo>
                  <a:lnTo>
                    <a:pt x="614975" y="614975"/>
                  </a:lnTo>
                  <a:lnTo>
                    <a:pt x="0" y="614975"/>
                  </a:lnTo>
                  <a:close/>
                </a:path>
              </a:pathLst>
            </a:custGeom>
            <a:solidFill>
              <a:schemeClr val="bg1"/>
            </a:solidFill>
            <a:ln w="12601" cap="flat">
              <a:noFill/>
              <a:prstDash val="solid"/>
              <a:miter/>
            </a:ln>
          </p:spPr>
          <p:txBody>
            <a:bodyPr wrap="square" rtlCol="0" anchor="ctr">
              <a:noAutofit/>
            </a:bodyPr>
            <a:lstStyle/>
            <a:p>
              <a:endParaRPr lang="en-US" dirty="0"/>
            </a:p>
          </p:txBody>
        </p:sp>
        <p:sp>
          <p:nvSpPr>
            <p:cNvPr id="1212" name="Freeform: Shape 1211">
              <a:extLst>
                <a:ext uri="{FF2B5EF4-FFF2-40B4-BE49-F238E27FC236}">
                  <a16:creationId xmlns:a16="http://schemas.microsoft.com/office/drawing/2014/main" id="{159D847C-DECE-96F2-FD42-C9BE3B68A084}"/>
                </a:ext>
                <a:ext uri="{C183D7F6-B498-43B3-948B-1728B52AA6E4}">
                  <adec:decorative xmlns:adec="http://schemas.microsoft.com/office/drawing/2017/decorative" val="1"/>
                </a:ext>
              </a:extLst>
            </p:cNvPr>
            <p:cNvSpPr/>
            <p:nvPr/>
          </p:nvSpPr>
          <p:spPr>
            <a:xfrm>
              <a:off x="7426763" y="2311653"/>
              <a:ext cx="546664" cy="369250"/>
            </a:xfrm>
            <a:custGeom>
              <a:avLst/>
              <a:gdLst>
                <a:gd name="connsiteX0" fmla="*/ 0 w 8199956"/>
                <a:gd name="connsiteY0" fmla="*/ 5128753 h 5538749"/>
                <a:gd name="connsiteX1" fmla="*/ 3290232 w 8199956"/>
                <a:gd name="connsiteY1" fmla="*/ 5128753 h 5538749"/>
                <a:gd name="connsiteX2" fmla="*/ 3495233 w 8199956"/>
                <a:gd name="connsiteY2" fmla="*/ 5333753 h 5538749"/>
                <a:gd name="connsiteX3" fmla="*/ 4714977 w 8199956"/>
                <a:gd name="connsiteY3" fmla="*/ 5333753 h 5538749"/>
                <a:gd name="connsiteX4" fmla="*/ 4919974 w 8199956"/>
                <a:gd name="connsiteY4" fmla="*/ 5128753 h 5538749"/>
                <a:gd name="connsiteX5" fmla="*/ 8199956 w 8199956"/>
                <a:gd name="connsiteY5" fmla="*/ 5132554 h 5538749"/>
                <a:gd name="connsiteX6" fmla="*/ 8199956 w 8199956"/>
                <a:gd name="connsiteY6" fmla="*/ 5538749 h 5538749"/>
                <a:gd name="connsiteX7" fmla="*/ 0 w 8199956"/>
                <a:gd name="connsiteY7" fmla="*/ 5538749 h 5538749"/>
                <a:gd name="connsiteX8" fmla="*/ 2866905 w 8199956"/>
                <a:gd name="connsiteY8" fmla="*/ 805319 h 5538749"/>
                <a:gd name="connsiteX9" fmla="*/ 3276903 w 8199956"/>
                <a:gd name="connsiteY9" fmla="*/ 805319 h 5538749"/>
                <a:gd name="connsiteX10" fmla="*/ 3276903 w 8199956"/>
                <a:gd name="connsiteY10" fmla="*/ 1010316 h 5538749"/>
                <a:gd name="connsiteX11" fmla="*/ 2866905 w 8199956"/>
                <a:gd name="connsiteY11" fmla="*/ 1010316 h 5538749"/>
                <a:gd name="connsiteX12" fmla="*/ 1850114 w 8199956"/>
                <a:gd name="connsiteY12" fmla="*/ 805112 h 5538749"/>
                <a:gd name="connsiteX13" fmla="*/ 2670110 w 8199956"/>
                <a:gd name="connsiteY13" fmla="*/ 805112 h 5538749"/>
                <a:gd name="connsiteX14" fmla="*/ 2670110 w 8199956"/>
                <a:gd name="connsiteY14" fmla="*/ 1010113 h 5538749"/>
                <a:gd name="connsiteX15" fmla="*/ 1850114 w 8199956"/>
                <a:gd name="connsiteY15" fmla="*/ 1010113 h 5538749"/>
                <a:gd name="connsiteX16" fmla="*/ 1850114 w 8199956"/>
                <a:gd name="connsiteY16" fmla="*/ 2240108 h 5538749"/>
                <a:gd name="connsiteX17" fmla="*/ 1645113 w 8199956"/>
                <a:gd name="connsiteY17" fmla="*/ 2240108 h 5538749"/>
                <a:gd name="connsiteX18" fmla="*/ 1645113 w 8199956"/>
                <a:gd name="connsiteY18" fmla="*/ 1010113 h 5538749"/>
                <a:gd name="connsiteX19" fmla="*/ 1850114 w 8199956"/>
                <a:gd name="connsiteY19" fmla="*/ 805112 h 5538749"/>
                <a:gd name="connsiteX20" fmla="*/ 4399003 w 8199956"/>
                <a:gd name="connsiteY20" fmla="*/ 0 h 5538749"/>
                <a:gd name="connsiteX21" fmla="*/ 6495015 w 8199956"/>
                <a:gd name="connsiteY21" fmla="*/ 0 h 5538749"/>
                <a:gd name="connsiteX22" fmla="*/ 6495015 w 8199956"/>
                <a:gd name="connsiteY22" fmla="*/ 410006 h 5538749"/>
                <a:gd name="connsiteX23" fmla="*/ 4930222 w 8199956"/>
                <a:gd name="connsiteY23" fmla="*/ 410006 h 5538749"/>
                <a:gd name="connsiteX24" fmla="*/ 4930222 w 8199956"/>
                <a:gd name="connsiteY24" fmla="*/ 414455 h 5538749"/>
                <a:gd name="connsiteX25" fmla="*/ 1235119 w 8199956"/>
                <a:gd name="connsiteY25" fmla="*/ 414455 h 5538749"/>
                <a:gd name="connsiteX26" fmla="*/ 1235119 w 8199956"/>
                <a:gd name="connsiteY26" fmla="*/ 4514431 h 5538749"/>
                <a:gd name="connsiteX27" fmla="*/ 6964835 w 8199956"/>
                <a:gd name="connsiteY27" fmla="*/ 4514431 h 5538749"/>
                <a:gd name="connsiteX28" fmla="*/ 6964835 w 8199956"/>
                <a:gd name="connsiteY28" fmla="*/ 2269695 h 5538749"/>
                <a:gd name="connsiteX29" fmla="*/ 6970637 w 8199956"/>
                <a:gd name="connsiteY29" fmla="*/ 2269695 h 5538749"/>
                <a:gd name="connsiteX30" fmla="*/ 6970637 w 8199956"/>
                <a:gd name="connsiteY30" fmla="*/ 865780 h 5538749"/>
                <a:gd name="connsiteX31" fmla="*/ 7380643 w 8199956"/>
                <a:gd name="connsiteY31" fmla="*/ 865780 h 5538749"/>
                <a:gd name="connsiteX32" fmla="*/ 7380643 w 8199956"/>
                <a:gd name="connsiteY32" fmla="*/ 2961791 h 5538749"/>
                <a:gd name="connsiteX33" fmla="*/ 7379958 w 8199956"/>
                <a:gd name="connsiteY33" fmla="*/ 2961791 h 5538749"/>
                <a:gd name="connsiteX34" fmla="*/ 7379958 w 8199956"/>
                <a:gd name="connsiteY34" fmla="*/ 4314559 h 5538749"/>
                <a:gd name="connsiteX35" fmla="*/ 7379958 w 8199956"/>
                <a:gd name="connsiteY35" fmla="*/ 4519556 h 5538749"/>
                <a:gd name="connsiteX36" fmla="*/ 6969961 w 8199956"/>
                <a:gd name="connsiteY36" fmla="*/ 4929553 h 5538749"/>
                <a:gd name="connsiteX37" fmla="*/ 6764963 w 8199956"/>
                <a:gd name="connsiteY37" fmla="*/ 4929553 h 5538749"/>
                <a:gd name="connsiteX38" fmla="*/ 1019868 w 8199956"/>
                <a:gd name="connsiteY38" fmla="*/ 4929553 h 5538749"/>
                <a:gd name="connsiteX39" fmla="*/ 825121 w 8199956"/>
                <a:gd name="connsiteY39" fmla="*/ 4929553 h 5538749"/>
                <a:gd name="connsiteX40" fmla="*/ 825121 w 8199956"/>
                <a:gd name="connsiteY40" fmla="*/ 4919304 h 5538749"/>
                <a:gd name="connsiteX41" fmla="*/ 825121 w 8199956"/>
                <a:gd name="connsiteY41" fmla="*/ 4914179 h 5538749"/>
                <a:gd name="connsiteX42" fmla="*/ 825121 w 8199956"/>
                <a:gd name="connsiteY42" fmla="*/ 4155684 h 5538749"/>
                <a:gd name="connsiteX43" fmla="*/ 830246 w 8199956"/>
                <a:gd name="connsiteY43" fmla="*/ 414455 h 5538749"/>
                <a:gd name="connsiteX44" fmla="*/ 1240243 w 8199956"/>
                <a:gd name="connsiteY44" fmla="*/ 4457 h 5538749"/>
                <a:gd name="connsiteX45" fmla="*/ 4399003 w 8199956"/>
                <a:gd name="connsiteY45" fmla="*/ 4457 h 5538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199956" h="5538749">
                  <a:moveTo>
                    <a:pt x="0" y="5128753"/>
                  </a:moveTo>
                  <a:lnTo>
                    <a:pt x="3290232" y="5128753"/>
                  </a:lnTo>
                  <a:cubicBezTo>
                    <a:pt x="3290232" y="5241501"/>
                    <a:pt x="3382481" y="5333753"/>
                    <a:pt x="3495233" y="5333753"/>
                  </a:cubicBezTo>
                  <a:lnTo>
                    <a:pt x="4714977" y="5333753"/>
                  </a:lnTo>
                  <a:cubicBezTo>
                    <a:pt x="4827725" y="5333753"/>
                    <a:pt x="4919974" y="5241501"/>
                    <a:pt x="4919974" y="5128753"/>
                  </a:cubicBezTo>
                  <a:lnTo>
                    <a:pt x="8199956" y="5132554"/>
                  </a:lnTo>
                  <a:lnTo>
                    <a:pt x="8199956" y="5538749"/>
                  </a:lnTo>
                  <a:lnTo>
                    <a:pt x="0" y="5538749"/>
                  </a:lnTo>
                  <a:close/>
                  <a:moveTo>
                    <a:pt x="2866905" y="805319"/>
                  </a:moveTo>
                  <a:lnTo>
                    <a:pt x="3276903" y="805319"/>
                  </a:lnTo>
                  <a:lnTo>
                    <a:pt x="3276903" y="1010316"/>
                  </a:lnTo>
                  <a:lnTo>
                    <a:pt x="2866905" y="1010316"/>
                  </a:lnTo>
                  <a:close/>
                  <a:moveTo>
                    <a:pt x="1850114" y="805112"/>
                  </a:moveTo>
                  <a:lnTo>
                    <a:pt x="2670110" y="805112"/>
                  </a:lnTo>
                  <a:lnTo>
                    <a:pt x="2670110" y="1010113"/>
                  </a:lnTo>
                  <a:lnTo>
                    <a:pt x="1850114" y="1010113"/>
                  </a:lnTo>
                  <a:lnTo>
                    <a:pt x="1850114" y="2240108"/>
                  </a:lnTo>
                  <a:lnTo>
                    <a:pt x="1645113" y="2240108"/>
                  </a:lnTo>
                  <a:lnTo>
                    <a:pt x="1645113" y="1010113"/>
                  </a:lnTo>
                  <a:cubicBezTo>
                    <a:pt x="1645113" y="897361"/>
                    <a:pt x="1737362" y="805112"/>
                    <a:pt x="1850114" y="805112"/>
                  </a:cubicBezTo>
                  <a:close/>
                  <a:moveTo>
                    <a:pt x="4399003" y="0"/>
                  </a:moveTo>
                  <a:lnTo>
                    <a:pt x="6495015" y="0"/>
                  </a:lnTo>
                  <a:lnTo>
                    <a:pt x="6495015" y="410006"/>
                  </a:lnTo>
                  <a:lnTo>
                    <a:pt x="4930222" y="410006"/>
                  </a:lnTo>
                  <a:lnTo>
                    <a:pt x="4930222" y="414455"/>
                  </a:lnTo>
                  <a:lnTo>
                    <a:pt x="1235119" y="414455"/>
                  </a:lnTo>
                  <a:lnTo>
                    <a:pt x="1235119" y="4514431"/>
                  </a:lnTo>
                  <a:lnTo>
                    <a:pt x="6964835" y="4514431"/>
                  </a:lnTo>
                  <a:lnTo>
                    <a:pt x="6964835" y="2269695"/>
                  </a:lnTo>
                  <a:lnTo>
                    <a:pt x="6970637" y="2269695"/>
                  </a:lnTo>
                  <a:lnTo>
                    <a:pt x="6970637" y="865780"/>
                  </a:lnTo>
                  <a:lnTo>
                    <a:pt x="7380643" y="865780"/>
                  </a:lnTo>
                  <a:lnTo>
                    <a:pt x="7380643" y="2961791"/>
                  </a:lnTo>
                  <a:lnTo>
                    <a:pt x="7379958" y="2961791"/>
                  </a:lnTo>
                  <a:lnTo>
                    <a:pt x="7379958" y="4314559"/>
                  </a:lnTo>
                  <a:lnTo>
                    <a:pt x="7379958" y="4519556"/>
                  </a:lnTo>
                  <a:cubicBezTo>
                    <a:pt x="7379958" y="4745055"/>
                    <a:pt x="7195460" y="4929553"/>
                    <a:pt x="6969961" y="4929553"/>
                  </a:cubicBezTo>
                  <a:lnTo>
                    <a:pt x="6764963" y="4929553"/>
                  </a:lnTo>
                  <a:lnTo>
                    <a:pt x="1019868" y="4929553"/>
                  </a:lnTo>
                  <a:lnTo>
                    <a:pt x="825121" y="4929553"/>
                  </a:lnTo>
                  <a:lnTo>
                    <a:pt x="825121" y="4919304"/>
                  </a:lnTo>
                  <a:lnTo>
                    <a:pt x="825121" y="4914179"/>
                  </a:lnTo>
                  <a:lnTo>
                    <a:pt x="825121" y="4155684"/>
                  </a:lnTo>
                  <a:lnTo>
                    <a:pt x="830246" y="414455"/>
                  </a:lnTo>
                  <a:cubicBezTo>
                    <a:pt x="830246" y="188955"/>
                    <a:pt x="1014744" y="4457"/>
                    <a:pt x="1240243" y="4457"/>
                  </a:cubicBezTo>
                  <a:lnTo>
                    <a:pt x="4399003" y="4457"/>
                  </a:lnTo>
                  <a:close/>
                </a:path>
              </a:pathLst>
            </a:custGeom>
            <a:grpFill/>
            <a:ln w="12601" cap="flat">
              <a:noFill/>
              <a:prstDash val="solid"/>
              <a:miter/>
            </a:ln>
          </p:spPr>
          <p:txBody>
            <a:bodyPr wrap="square" rtlCol="0" anchor="ctr">
              <a:noAutofit/>
            </a:bodyPr>
            <a:lstStyle/>
            <a:p>
              <a:endParaRPr lang="en-US"/>
            </a:p>
          </p:txBody>
        </p:sp>
      </p:grpSp>
      <p:grpSp>
        <p:nvGrpSpPr>
          <p:cNvPr id="94" name="Group 93">
            <a:extLst>
              <a:ext uri="{FF2B5EF4-FFF2-40B4-BE49-F238E27FC236}">
                <a16:creationId xmlns:a16="http://schemas.microsoft.com/office/drawing/2014/main" id="{0CA9BC83-1E28-C40B-CE91-38328567BDAF}"/>
              </a:ext>
              <a:ext uri="{C183D7F6-B498-43B3-948B-1728B52AA6E4}">
                <adec:decorative xmlns:adec="http://schemas.microsoft.com/office/drawing/2017/decorative" val="1"/>
              </a:ext>
            </a:extLst>
          </p:cNvPr>
          <p:cNvGrpSpPr>
            <a:grpSpLocks noChangeAspect="1"/>
          </p:cNvGrpSpPr>
          <p:nvPr/>
        </p:nvGrpSpPr>
        <p:grpSpPr>
          <a:xfrm>
            <a:off x="8110198" y="2223703"/>
            <a:ext cx="568090" cy="457200"/>
            <a:chOff x="8110198" y="2223703"/>
            <a:chExt cx="568090" cy="457200"/>
          </a:xfrm>
          <a:solidFill>
            <a:schemeClr val="accent2"/>
          </a:solidFill>
        </p:grpSpPr>
        <p:sp>
          <p:nvSpPr>
            <p:cNvPr id="1231" name="Freeform: Shape 1230">
              <a:extLst>
                <a:ext uri="{FF2B5EF4-FFF2-40B4-BE49-F238E27FC236}">
                  <a16:creationId xmlns:a16="http://schemas.microsoft.com/office/drawing/2014/main" id="{4C28092D-64A2-423B-86DB-62FCF8418AAF}"/>
                </a:ext>
                <a:ext uri="{C183D7F6-B498-43B3-948B-1728B52AA6E4}">
                  <adec:decorative xmlns:adec="http://schemas.microsoft.com/office/drawing/2017/decorative" val="1"/>
                </a:ext>
              </a:extLst>
            </p:cNvPr>
            <p:cNvSpPr/>
            <p:nvPr/>
          </p:nvSpPr>
          <p:spPr>
            <a:xfrm rot="16200000">
              <a:off x="8190185" y="2267167"/>
              <a:ext cx="333749" cy="493723"/>
            </a:xfrm>
            <a:custGeom>
              <a:avLst/>
              <a:gdLst>
                <a:gd name="connsiteX0" fmla="*/ 370290 w 5006239"/>
                <a:gd name="connsiteY0" fmla="*/ 0 h 7405848"/>
                <a:gd name="connsiteX1" fmla="*/ 370290 w 5006239"/>
                <a:gd name="connsiteY1" fmla="*/ 2971595 h 7405848"/>
                <a:gd name="connsiteX2" fmla="*/ 185143 w 5006239"/>
                <a:gd name="connsiteY2" fmla="*/ 3156743 h 7405848"/>
                <a:gd name="connsiteX3" fmla="*/ 185143 w 5006239"/>
                <a:gd name="connsiteY3" fmla="*/ 4258364 h 7405848"/>
                <a:gd name="connsiteX4" fmla="*/ 370290 w 5006239"/>
                <a:gd name="connsiteY4" fmla="*/ 4443508 h 7405848"/>
                <a:gd name="connsiteX5" fmla="*/ 366857 w 5006239"/>
                <a:gd name="connsiteY5" fmla="*/ 7405848 h 7405848"/>
                <a:gd name="connsiteX6" fmla="*/ 0 w 5006239"/>
                <a:gd name="connsiteY6" fmla="*/ 7405848 h 7405848"/>
                <a:gd name="connsiteX7" fmla="*/ 0 w 5006239"/>
                <a:gd name="connsiteY7" fmla="*/ 0 h 7405848"/>
                <a:gd name="connsiteX8" fmla="*/ 4275033 w 5006239"/>
                <a:gd name="connsiteY8" fmla="*/ 2589265 h 7405848"/>
                <a:gd name="connsiteX9" fmla="*/ 4275033 w 5006239"/>
                <a:gd name="connsiteY9" fmla="*/ 2959558 h 7405848"/>
                <a:gd name="connsiteX10" fmla="*/ 4089889 w 5006239"/>
                <a:gd name="connsiteY10" fmla="*/ 2959558 h 7405848"/>
                <a:gd name="connsiteX11" fmla="*/ 4089889 w 5006239"/>
                <a:gd name="connsiteY11" fmla="*/ 2589265 h 7405848"/>
                <a:gd name="connsiteX12" fmla="*/ 4275220 w 5006239"/>
                <a:gd name="connsiteY12" fmla="*/ 1670944 h 7405848"/>
                <a:gd name="connsiteX13" fmla="*/ 4275220 w 5006239"/>
                <a:gd name="connsiteY13" fmla="*/ 2411529 h 7405848"/>
                <a:gd name="connsiteX14" fmla="*/ 4090072 w 5006239"/>
                <a:gd name="connsiteY14" fmla="*/ 2411529 h 7405848"/>
                <a:gd name="connsiteX15" fmla="*/ 4090072 w 5006239"/>
                <a:gd name="connsiteY15" fmla="*/ 1670944 h 7405848"/>
                <a:gd name="connsiteX16" fmla="*/ 2979198 w 5006239"/>
                <a:gd name="connsiteY16" fmla="*/ 1670944 h 7405848"/>
                <a:gd name="connsiteX17" fmla="*/ 2979198 w 5006239"/>
                <a:gd name="connsiteY17" fmla="*/ 1485796 h 7405848"/>
                <a:gd name="connsiteX18" fmla="*/ 4090072 w 5006239"/>
                <a:gd name="connsiteY18" fmla="*/ 1485796 h 7405848"/>
                <a:gd name="connsiteX19" fmla="*/ 4275220 w 5006239"/>
                <a:gd name="connsiteY19" fmla="*/ 1670944 h 7405848"/>
                <a:gd name="connsiteX20" fmla="*/ 5006239 w 5006239"/>
                <a:gd name="connsiteY20" fmla="*/ 4007107 h 7405848"/>
                <a:gd name="connsiteX21" fmla="*/ 5006239 w 5006239"/>
                <a:gd name="connsiteY21" fmla="*/ 5900139 h 7405848"/>
                <a:gd name="connsiteX22" fmla="*/ 4635941 w 5006239"/>
                <a:gd name="connsiteY22" fmla="*/ 5900139 h 7405848"/>
                <a:gd name="connsiteX23" fmla="*/ 4635941 w 5006239"/>
                <a:gd name="connsiteY23" fmla="*/ 4452759 h 7405848"/>
                <a:gd name="connsiteX24" fmla="*/ 4628036 w 5006239"/>
                <a:gd name="connsiteY24" fmla="*/ 4452759 h 7405848"/>
                <a:gd name="connsiteX25" fmla="*/ 4628036 w 5006239"/>
                <a:gd name="connsiteY25" fmla="*/ 1115500 h 7405848"/>
                <a:gd name="connsiteX26" fmla="*/ 925113 w 5006239"/>
                <a:gd name="connsiteY26" fmla="*/ 1115500 h 7405848"/>
                <a:gd name="connsiteX27" fmla="*/ 925113 w 5006239"/>
                <a:gd name="connsiteY27" fmla="*/ 6290335 h 7405848"/>
                <a:gd name="connsiteX28" fmla="*/ 2952462 w 5006239"/>
                <a:gd name="connsiteY28" fmla="*/ 6290335 h 7405848"/>
                <a:gd name="connsiteX29" fmla="*/ 2952462 w 5006239"/>
                <a:gd name="connsiteY29" fmla="*/ 6295584 h 7405848"/>
                <a:gd name="connsiteX30" fmla="*/ 4244191 w 5006239"/>
                <a:gd name="connsiteY30" fmla="*/ 6295584 h 7405848"/>
                <a:gd name="connsiteX31" fmla="*/ 4244191 w 5006239"/>
                <a:gd name="connsiteY31" fmla="*/ 6665882 h 7405848"/>
                <a:gd name="connsiteX32" fmla="*/ 2351159 w 5006239"/>
                <a:gd name="connsiteY32" fmla="*/ 6665882 h 7405848"/>
                <a:gd name="connsiteX33" fmla="*/ 2351159 w 5006239"/>
                <a:gd name="connsiteY33" fmla="*/ 6665256 h 7405848"/>
                <a:gd name="connsiteX34" fmla="*/ 1105629 w 5006239"/>
                <a:gd name="connsiteY34" fmla="*/ 6665256 h 7405848"/>
                <a:gd name="connsiteX35" fmla="*/ 920484 w 5006239"/>
                <a:gd name="connsiteY35" fmla="*/ 6665256 h 7405848"/>
                <a:gd name="connsiteX36" fmla="*/ 550192 w 5006239"/>
                <a:gd name="connsiteY36" fmla="*/ 6294963 h 7405848"/>
                <a:gd name="connsiteX37" fmla="*/ 550192 w 5006239"/>
                <a:gd name="connsiteY37" fmla="*/ 6109819 h 7405848"/>
                <a:gd name="connsiteX38" fmla="*/ 550193 w 5006239"/>
                <a:gd name="connsiteY38" fmla="*/ 921095 h 7405848"/>
                <a:gd name="connsiteX39" fmla="*/ 550193 w 5006239"/>
                <a:gd name="connsiteY39" fmla="*/ 745208 h 7405848"/>
                <a:gd name="connsiteX40" fmla="*/ 559449 w 5006239"/>
                <a:gd name="connsiteY40" fmla="*/ 745208 h 7405848"/>
                <a:gd name="connsiteX41" fmla="*/ 564078 w 5006239"/>
                <a:gd name="connsiteY41" fmla="*/ 745208 h 7405848"/>
                <a:gd name="connsiteX42" fmla="*/ 1249118 w 5006239"/>
                <a:gd name="connsiteY42" fmla="*/ 745208 h 7405848"/>
                <a:gd name="connsiteX43" fmla="*/ 4628036 w 5006239"/>
                <a:gd name="connsiteY43" fmla="*/ 749837 h 7405848"/>
                <a:gd name="connsiteX44" fmla="*/ 4998328 w 5006239"/>
                <a:gd name="connsiteY44" fmla="*/ 1120129 h 7405848"/>
                <a:gd name="connsiteX45" fmla="*/ 4998328 w 5006239"/>
                <a:gd name="connsiteY45" fmla="*/ 4007107 h 74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06239" h="7405848">
                  <a:moveTo>
                    <a:pt x="370290" y="0"/>
                  </a:moveTo>
                  <a:lnTo>
                    <a:pt x="370290" y="2971595"/>
                  </a:lnTo>
                  <a:cubicBezTo>
                    <a:pt x="268462" y="2971595"/>
                    <a:pt x="185143" y="3054911"/>
                    <a:pt x="185143" y="3156743"/>
                  </a:cubicBezTo>
                  <a:lnTo>
                    <a:pt x="185143" y="4258364"/>
                  </a:lnTo>
                  <a:cubicBezTo>
                    <a:pt x="185143" y="4360193"/>
                    <a:pt x="268462" y="4443508"/>
                    <a:pt x="370290" y="4443508"/>
                  </a:cubicBezTo>
                  <a:lnTo>
                    <a:pt x="366857" y="7405848"/>
                  </a:lnTo>
                  <a:lnTo>
                    <a:pt x="0" y="7405848"/>
                  </a:lnTo>
                  <a:lnTo>
                    <a:pt x="0" y="0"/>
                  </a:lnTo>
                  <a:close/>
                  <a:moveTo>
                    <a:pt x="4275033" y="2589265"/>
                  </a:moveTo>
                  <a:lnTo>
                    <a:pt x="4275033" y="2959558"/>
                  </a:lnTo>
                  <a:lnTo>
                    <a:pt x="4089889" y="2959558"/>
                  </a:lnTo>
                  <a:lnTo>
                    <a:pt x="4089889" y="2589265"/>
                  </a:lnTo>
                  <a:close/>
                  <a:moveTo>
                    <a:pt x="4275220" y="1670944"/>
                  </a:moveTo>
                  <a:lnTo>
                    <a:pt x="4275220" y="2411529"/>
                  </a:lnTo>
                  <a:lnTo>
                    <a:pt x="4090072" y="2411529"/>
                  </a:lnTo>
                  <a:lnTo>
                    <a:pt x="4090072" y="1670944"/>
                  </a:lnTo>
                  <a:lnTo>
                    <a:pt x="2979198" y="1670944"/>
                  </a:lnTo>
                  <a:lnTo>
                    <a:pt x="2979198" y="1485796"/>
                  </a:lnTo>
                  <a:lnTo>
                    <a:pt x="4090072" y="1485796"/>
                  </a:lnTo>
                  <a:cubicBezTo>
                    <a:pt x="4191905" y="1485796"/>
                    <a:pt x="4275220" y="1569111"/>
                    <a:pt x="4275220" y="1670944"/>
                  </a:cubicBezTo>
                  <a:close/>
                  <a:moveTo>
                    <a:pt x="5006239" y="4007107"/>
                  </a:moveTo>
                  <a:lnTo>
                    <a:pt x="5006239" y="5900139"/>
                  </a:lnTo>
                  <a:lnTo>
                    <a:pt x="4635941" y="5900139"/>
                  </a:lnTo>
                  <a:lnTo>
                    <a:pt x="4635941" y="4452759"/>
                  </a:lnTo>
                  <a:lnTo>
                    <a:pt x="4628036" y="4452759"/>
                  </a:lnTo>
                  <a:lnTo>
                    <a:pt x="4628036" y="1115500"/>
                  </a:lnTo>
                  <a:lnTo>
                    <a:pt x="925113" y="1115500"/>
                  </a:lnTo>
                  <a:lnTo>
                    <a:pt x="925113" y="6290335"/>
                  </a:lnTo>
                  <a:lnTo>
                    <a:pt x="2952462" y="6290335"/>
                  </a:lnTo>
                  <a:lnTo>
                    <a:pt x="2952462" y="6295584"/>
                  </a:lnTo>
                  <a:lnTo>
                    <a:pt x="4244191" y="6295584"/>
                  </a:lnTo>
                  <a:lnTo>
                    <a:pt x="4244191" y="6665882"/>
                  </a:lnTo>
                  <a:lnTo>
                    <a:pt x="2351159" y="6665882"/>
                  </a:lnTo>
                  <a:lnTo>
                    <a:pt x="2351159" y="6665256"/>
                  </a:lnTo>
                  <a:lnTo>
                    <a:pt x="1105629" y="6665256"/>
                  </a:lnTo>
                  <a:lnTo>
                    <a:pt x="920484" y="6665256"/>
                  </a:lnTo>
                  <a:cubicBezTo>
                    <a:pt x="716823" y="6665256"/>
                    <a:pt x="550192" y="6498625"/>
                    <a:pt x="550192" y="6294963"/>
                  </a:cubicBezTo>
                  <a:lnTo>
                    <a:pt x="550192" y="6109819"/>
                  </a:lnTo>
                  <a:lnTo>
                    <a:pt x="550193" y="921095"/>
                  </a:lnTo>
                  <a:lnTo>
                    <a:pt x="550193" y="745208"/>
                  </a:lnTo>
                  <a:lnTo>
                    <a:pt x="559449" y="745208"/>
                  </a:lnTo>
                  <a:lnTo>
                    <a:pt x="564078" y="745208"/>
                  </a:lnTo>
                  <a:lnTo>
                    <a:pt x="1249118" y="745208"/>
                  </a:lnTo>
                  <a:lnTo>
                    <a:pt x="4628036" y="749837"/>
                  </a:lnTo>
                  <a:cubicBezTo>
                    <a:pt x="4831697" y="749837"/>
                    <a:pt x="4998328" y="916467"/>
                    <a:pt x="4998328" y="1120129"/>
                  </a:cubicBezTo>
                  <a:lnTo>
                    <a:pt x="4998328" y="4007107"/>
                  </a:lnTo>
                  <a:close/>
                </a:path>
              </a:pathLst>
            </a:custGeom>
            <a:grp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232" name="Freeform: Shape 1231">
              <a:extLst>
                <a:ext uri="{FF2B5EF4-FFF2-40B4-BE49-F238E27FC236}">
                  <a16:creationId xmlns:a16="http://schemas.microsoft.com/office/drawing/2014/main" id="{27D05D89-2C65-EF81-D165-3B68B63FED4E}"/>
                </a:ext>
                <a:ext uri="{C183D7F6-B498-43B3-948B-1728B52AA6E4}">
                  <adec:decorative xmlns:adec="http://schemas.microsoft.com/office/drawing/2017/decorative" val="1"/>
                </a:ext>
              </a:extLst>
            </p:cNvPr>
            <p:cNvSpPr/>
            <p:nvPr/>
          </p:nvSpPr>
          <p:spPr>
            <a:xfrm>
              <a:off x="8524000" y="2223703"/>
              <a:ext cx="154288" cy="153671"/>
            </a:xfrm>
            <a:custGeom>
              <a:avLst/>
              <a:gdLst>
                <a:gd name="connsiteX0" fmla="*/ 0 w 2314323"/>
                <a:gd name="connsiteY0" fmla="*/ 1754255 h 2305065"/>
                <a:gd name="connsiteX1" fmla="*/ 550810 w 2314323"/>
                <a:gd name="connsiteY1" fmla="*/ 1754255 h 2305065"/>
                <a:gd name="connsiteX2" fmla="*/ 550810 w 2314323"/>
                <a:gd name="connsiteY2" fmla="*/ 2305065 h 2305065"/>
                <a:gd name="connsiteX3" fmla="*/ 0 w 2314323"/>
                <a:gd name="connsiteY3" fmla="*/ 2305065 h 2305065"/>
                <a:gd name="connsiteX4" fmla="*/ 273087 w 2314323"/>
                <a:gd name="connsiteY4" fmla="*/ 1092360 h 2305065"/>
                <a:gd name="connsiteX5" fmla="*/ 1217334 w 2314323"/>
                <a:gd name="connsiteY5" fmla="*/ 2031978 h 2305065"/>
                <a:gd name="connsiteX6" fmla="*/ 842413 w 2314323"/>
                <a:gd name="connsiteY6" fmla="*/ 2031978 h 2305065"/>
                <a:gd name="connsiteX7" fmla="*/ 273087 w 2314323"/>
                <a:gd name="connsiteY7" fmla="*/ 1467281 h 2305065"/>
                <a:gd name="connsiteX8" fmla="*/ 273087 w 2314323"/>
                <a:gd name="connsiteY8" fmla="*/ 541552 h 2305065"/>
                <a:gd name="connsiteX9" fmla="*/ 634123 w 2314323"/>
                <a:gd name="connsiteY9" fmla="*/ 610982 h 2305065"/>
                <a:gd name="connsiteX10" fmla="*/ 1768143 w 2314323"/>
                <a:gd name="connsiteY10" fmla="*/ 2031978 h 2305065"/>
                <a:gd name="connsiteX11" fmla="*/ 1397850 w 2314323"/>
                <a:gd name="connsiteY11" fmla="*/ 2031978 h 2305065"/>
                <a:gd name="connsiteX12" fmla="*/ 523033 w 2314323"/>
                <a:gd name="connsiteY12" fmla="*/ 962761 h 2305065"/>
                <a:gd name="connsiteX13" fmla="*/ 273087 w 2314323"/>
                <a:gd name="connsiteY13" fmla="*/ 911844 h 2305065"/>
                <a:gd name="connsiteX14" fmla="*/ 277716 w 2314323"/>
                <a:gd name="connsiteY14" fmla="*/ 0 h 2305065"/>
                <a:gd name="connsiteX15" fmla="*/ 282344 w 2314323"/>
                <a:gd name="connsiteY15" fmla="*/ 0 h 2305065"/>
                <a:gd name="connsiteX16" fmla="*/ 2314323 w 2314323"/>
                <a:gd name="connsiteY16" fmla="*/ 2018093 h 2305065"/>
                <a:gd name="connsiteX17" fmla="*/ 2314323 w 2314323"/>
                <a:gd name="connsiteY17" fmla="*/ 2031978 h 2305065"/>
                <a:gd name="connsiteX18" fmla="*/ 1948662 w 2314323"/>
                <a:gd name="connsiteY18" fmla="*/ 2031978 h 2305065"/>
                <a:gd name="connsiteX19" fmla="*/ 273087 w 2314323"/>
                <a:gd name="connsiteY19" fmla="*/ 365664 h 2305065"/>
                <a:gd name="connsiteX20" fmla="*/ 277716 w 2314323"/>
                <a:gd name="connsiteY20" fmla="*/ 365664 h 230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14323" h="2305065">
                  <a:moveTo>
                    <a:pt x="0" y="1754255"/>
                  </a:moveTo>
                  <a:lnTo>
                    <a:pt x="550810" y="1754255"/>
                  </a:lnTo>
                  <a:lnTo>
                    <a:pt x="550810" y="2305065"/>
                  </a:lnTo>
                  <a:lnTo>
                    <a:pt x="0" y="2305065"/>
                  </a:lnTo>
                  <a:close/>
                  <a:moveTo>
                    <a:pt x="273087" y="1092360"/>
                  </a:moveTo>
                  <a:cubicBezTo>
                    <a:pt x="768354" y="1147905"/>
                    <a:pt x="1161789" y="1536711"/>
                    <a:pt x="1217334" y="2031978"/>
                  </a:cubicBezTo>
                  <a:lnTo>
                    <a:pt x="842413" y="2031978"/>
                  </a:lnTo>
                  <a:cubicBezTo>
                    <a:pt x="791496" y="1745001"/>
                    <a:pt x="560064" y="1518197"/>
                    <a:pt x="273087" y="1467281"/>
                  </a:cubicBezTo>
                  <a:close/>
                  <a:moveTo>
                    <a:pt x="273087" y="541552"/>
                  </a:moveTo>
                  <a:cubicBezTo>
                    <a:pt x="398062" y="550809"/>
                    <a:pt x="518405" y="573951"/>
                    <a:pt x="634123" y="610982"/>
                  </a:cubicBezTo>
                  <a:cubicBezTo>
                    <a:pt x="1272875" y="810015"/>
                    <a:pt x="1717227" y="1374709"/>
                    <a:pt x="1768143" y="2031978"/>
                  </a:cubicBezTo>
                  <a:lnTo>
                    <a:pt x="1397850" y="2031978"/>
                  </a:lnTo>
                  <a:cubicBezTo>
                    <a:pt x="1346934" y="1532083"/>
                    <a:pt x="1009044" y="1115506"/>
                    <a:pt x="523033" y="962761"/>
                  </a:cubicBezTo>
                  <a:cubicBezTo>
                    <a:pt x="444346" y="934986"/>
                    <a:pt x="356402" y="921101"/>
                    <a:pt x="273087" y="911844"/>
                  </a:cubicBezTo>
                  <a:close/>
                  <a:moveTo>
                    <a:pt x="277716" y="0"/>
                  </a:moveTo>
                  <a:cubicBezTo>
                    <a:pt x="277716" y="0"/>
                    <a:pt x="282344" y="0"/>
                    <a:pt x="282344" y="0"/>
                  </a:cubicBezTo>
                  <a:cubicBezTo>
                    <a:pt x="1370080" y="64802"/>
                    <a:pt x="2240268" y="930361"/>
                    <a:pt x="2314323" y="2018093"/>
                  </a:cubicBezTo>
                  <a:cubicBezTo>
                    <a:pt x="2314323" y="2022721"/>
                    <a:pt x="2314323" y="2027350"/>
                    <a:pt x="2314323" y="2031978"/>
                  </a:cubicBezTo>
                  <a:lnTo>
                    <a:pt x="1948662" y="2031978"/>
                  </a:lnTo>
                  <a:cubicBezTo>
                    <a:pt x="1883861" y="1138648"/>
                    <a:pt x="1166418" y="425837"/>
                    <a:pt x="273087" y="365664"/>
                  </a:cubicBezTo>
                  <a:lnTo>
                    <a:pt x="277716" y="365664"/>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93" name="Group 92">
            <a:extLst>
              <a:ext uri="{FF2B5EF4-FFF2-40B4-BE49-F238E27FC236}">
                <a16:creationId xmlns:a16="http://schemas.microsoft.com/office/drawing/2014/main" id="{C8515985-5B71-5CC9-2BEA-F06141F1465A}"/>
              </a:ext>
              <a:ext uri="{C183D7F6-B498-43B3-948B-1728B52AA6E4}">
                <adec:decorative xmlns:adec="http://schemas.microsoft.com/office/drawing/2017/decorative" val="1"/>
              </a:ext>
            </a:extLst>
          </p:cNvPr>
          <p:cNvGrpSpPr>
            <a:grpSpLocks noChangeAspect="1"/>
          </p:cNvGrpSpPr>
          <p:nvPr/>
        </p:nvGrpSpPr>
        <p:grpSpPr>
          <a:xfrm>
            <a:off x="8815059" y="2223703"/>
            <a:ext cx="599121" cy="457200"/>
            <a:chOff x="8815059" y="2223703"/>
            <a:chExt cx="599121" cy="457200"/>
          </a:xfrm>
          <a:solidFill>
            <a:schemeClr val="accent2"/>
          </a:solidFill>
        </p:grpSpPr>
        <p:sp>
          <p:nvSpPr>
            <p:cNvPr id="1250" name="Freeform: Shape 1249">
              <a:extLst>
                <a:ext uri="{FF2B5EF4-FFF2-40B4-BE49-F238E27FC236}">
                  <a16:creationId xmlns:a16="http://schemas.microsoft.com/office/drawing/2014/main" id="{05F63044-857A-6307-2099-7B2909DA5EC0}"/>
                </a:ext>
                <a:ext uri="{C183D7F6-B498-43B3-948B-1728B52AA6E4}">
                  <adec:decorative xmlns:adec="http://schemas.microsoft.com/office/drawing/2017/decorative" val="1"/>
                </a:ext>
              </a:extLst>
            </p:cNvPr>
            <p:cNvSpPr/>
            <p:nvPr/>
          </p:nvSpPr>
          <p:spPr>
            <a:xfrm>
              <a:off x="8815059" y="2268774"/>
              <a:ext cx="599121" cy="412129"/>
            </a:xfrm>
            <a:custGeom>
              <a:avLst/>
              <a:gdLst>
                <a:gd name="connsiteX0" fmla="*/ 5609 w 8986811"/>
                <a:gd name="connsiteY0" fmla="*/ 5733153 h 6181933"/>
                <a:gd name="connsiteX1" fmla="*/ 3601457 w 8986811"/>
                <a:gd name="connsiteY1" fmla="*/ 5733153 h 6181933"/>
                <a:gd name="connsiteX2" fmla="*/ 3825844 w 8986811"/>
                <a:gd name="connsiteY2" fmla="*/ 5957545 h 6181933"/>
                <a:gd name="connsiteX3" fmla="*/ 5166576 w 8986811"/>
                <a:gd name="connsiteY3" fmla="*/ 5957545 h 6181933"/>
                <a:gd name="connsiteX4" fmla="*/ 5390967 w 8986811"/>
                <a:gd name="connsiteY4" fmla="*/ 5733153 h 6181933"/>
                <a:gd name="connsiteX5" fmla="*/ 8986811 w 8986811"/>
                <a:gd name="connsiteY5" fmla="*/ 5733153 h 6181933"/>
                <a:gd name="connsiteX6" fmla="*/ 8981201 w 8986811"/>
                <a:gd name="connsiteY6" fmla="*/ 6181933 h 6181933"/>
                <a:gd name="connsiteX7" fmla="*/ 0 w 8986811"/>
                <a:gd name="connsiteY7" fmla="*/ 6181933 h 6181933"/>
                <a:gd name="connsiteX8" fmla="*/ 7629251 w 8986811"/>
                <a:gd name="connsiteY8" fmla="*/ 1346340 h 6181933"/>
                <a:gd name="connsiteX9" fmla="*/ 8078030 w 8986811"/>
                <a:gd name="connsiteY9" fmla="*/ 1346340 h 6181933"/>
                <a:gd name="connsiteX10" fmla="*/ 8078030 w 8986811"/>
                <a:gd name="connsiteY10" fmla="*/ 4712184 h 6181933"/>
                <a:gd name="connsiteX11" fmla="*/ 8078030 w 8986811"/>
                <a:gd name="connsiteY11" fmla="*/ 4936575 h 6181933"/>
                <a:gd name="connsiteX12" fmla="*/ 7629251 w 8986811"/>
                <a:gd name="connsiteY12" fmla="*/ 5385354 h 6181933"/>
                <a:gd name="connsiteX13" fmla="*/ 7404859 w 8986811"/>
                <a:gd name="connsiteY13" fmla="*/ 5385354 h 6181933"/>
                <a:gd name="connsiteX14" fmla="*/ 4263399 w 8986811"/>
                <a:gd name="connsiteY14" fmla="*/ 5385354 h 6181933"/>
                <a:gd name="connsiteX15" fmla="*/ 4263399 w 8986811"/>
                <a:gd name="connsiteY15" fmla="*/ 5385349 h 6181933"/>
                <a:gd name="connsiteX16" fmla="*/ 1758924 w 8986811"/>
                <a:gd name="connsiteY16" fmla="*/ 5385349 h 6181933"/>
                <a:gd name="connsiteX17" fmla="*/ 1758924 w 8986811"/>
                <a:gd name="connsiteY17" fmla="*/ 4936571 h 6181933"/>
                <a:gd name="connsiteX18" fmla="*/ 4552578 w 8986811"/>
                <a:gd name="connsiteY18" fmla="*/ 4936571 h 6181933"/>
                <a:gd name="connsiteX19" fmla="*/ 4552578 w 8986811"/>
                <a:gd name="connsiteY19" fmla="*/ 4936575 h 6181933"/>
                <a:gd name="connsiteX20" fmla="*/ 7629251 w 8986811"/>
                <a:gd name="connsiteY20" fmla="*/ 4936575 h 6181933"/>
                <a:gd name="connsiteX21" fmla="*/ 2019503 w 8986811"/>
                <a:gd name="connsiteY21" fmla="*/ 891949 h 6181933"/>
                <a:gd name="connsiteX22" fmla="*/ 2917058 w 8986811"/>
                <a:gd name="connsiteY22" fmla="*/ 891949 h 6181933"/>
                <a:gd name="connsiteX23" fmla="*/ 2917058 w 8986811"/>
                <a:gd name="connsiteY23" fmla="*/ 1116341 h 6181933"/>
                <a:gd name="connsiteX24" fmla="*/ 2019503 w 8986811"/>
                <a:gd name="connsiteY24" fmla="*/ 1116341 h 6181933"/>
                <a:gd name="connsiteX25" fmla="*/ 2019503 w 8986811"/>
                <a:gd name="connsiteY25" fmla="*/ 2462674 h 6181933"/>
                <a:gd name="connsiteX26" fmla="*/ 1795112 w 8986811"/>
                <a:gd name="connsiteY26" fmla="*/ 2462674 h 6181933"/>
                <a:gd name="connsiteX27" fmla="*/ 1795112 w 8986811"/>
                <a:gd name="connsiteY27" fmla="*/ 1116341 h 6181933"/>
                <a:gd name="connsiteX28" fmla="*/ 2019503 w 8986811"/>
                <a:gd name="connsiteY28" fmla="*/ 891949 h 6181933"/>
                <a:gd name="connsiteX29" fmla="*/ 3145148 w 8986811"/>
                <a:gd name="connsiteY29" fmla="*/ 891212 h 6181933"/>
                <a:gd name="connsiteX30" fmla="*/ 3593926 w 8986811"/>
                <a:gd name="connsiteY30" fmla="*/ 891212 h 6181933"/>
                <a:gd name="connsiteX31" fmla="*/ 3593926 w 8986811"/>
                <a:gd name="connsiteY31" fmla="*/ 1115603 h 6181933"/>
                <a:gd name="connsiteX32" fmla="*/ 3145148 w 8986811"/>
                <a:gd name="connsiteY32" fmla="*/ 1115603 h 6181933"/>
                <a:gd name="connsiteX33" fmla="*/ 1339001 w 8986811"/>
                <a:gd name="connsiteY33" fmla="*/ 0 h 6181933"/>
                <a:gd name="connsiteX34" fmla="*/ 6755489 w 8986811"/>
                <a:gd name="connsiteY34" fmla="*/ 0 h 6181933"/>
                <a:gd name="connsiteX35" fmla="*/ 6755489 w 8986811"/>
                <a:gd name="connsiteY35" fmla="*/ 448779 h 6181933"/>
                <a:gd name="connsiteX36" fmla="*/ 1333359 w 8986811"/>
                <a:gd name="connsiteY36" fmla="*/ 448779 h 6181933"/>
                <a:gd name="connsiteX37" fmla="*/ 1333359 w 8986811"/>
                <a:gd name="connsiteY37" fmla="*/ 1533357 h 6181933"/>
                <a:gd name="connsiteX38" fmla="*/ 1338996 w 8986811"/>
                <a:gd name="connsiteY38" fmla="*/ 1533357 h 6181933"/>
                <a:gd name="connsiteX39" fmla="*/ 1338996 w 8986811"/>
                <a:gd name="connsiteY39" fmla="*/ 4562613 h 6181933"/>
                <a:gd name="connsiteX40" fmla="*/ 881986 w 8986811"/>
                <a:gd name="connsiteY40" fmla="*/ 4562613 h 6181933"/>
                <a:gd name="connsiteX41" fmla="*/ 887628 w 8986811"/>
                <a:gd name="connsiteY41" fmla="*/ 1533357 h 6181933"/>
                <a:gd name="connsiteX42" fmla="*/ 887628 w 8986811"/>
                <a:gd name="connsiteY42" fmla="*/ 448779 h 6181933"/>
                <a:gd name="connsiteX43" fmla="*/ 1339001 w 8986811"/>
                <a:gd name="connsiteY43" fmla="*/ 0 h 618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986811" h="6181933">
                  <a:moveTo>
                    <a:pt x="5609" y="5733153"/>
                  </a:moveTo>
                  <a:lnTo>
                    <a:pt x="3601457" y="5733153"/>
                  </a:lnTo>
                  <a:cubicBezTo>
                    <a:pt x="3601457" y="5856567"/>
                    <a:pt x="3702432" y="5957545"/>
                    <a:pt x="3825844" y="5957545"/>
                  </a:cubicBezTo>
                  <a:lnTo>
                    <a:pt x="5166576" y="5957545"/>
                  </a:lnTo>
                  <a:cubicBezTo>
                    <a:pt x="5289989" y="5957545"/>
                    <a:pt x="5390967" y="5856567"/>
                    <a:pt x="5390967" y="5733153"/>
                  </a:cubicBezTo>
                  <a:lnTo>
                    <a:pt x="8986811" y="5733153"/>
                  </a:lnTo>
                  <a:lnTo>
                    <a:pt x="8981201" y="6181933"/>
                  </a:lnTo>
                  <a:lnTo>
                    <a:pt x="0" y="6181933"/>
                  </a:lnTo>
                  <a:close/>
                  <a:moveTo>
                    <a:pt x="7629251" y="1346340"/>
                  </a:moveTo>
                  <a:lnTo>
                    <a:pt x="8078030" y="1346340"/>
                  </a:lnTo>
                  <a:lnTo>
                    <a:pt x="8078030" y="4712184"/>
                  </a:lnTo>
                  <a:lnTo>
                    <a:pt x="8078030" y="4936575"/>
                  </a:lnTo>
                  <a:cubicBezTo>
                    <a:pt x="8078030" y="5183401"/>
                    <a:pt x="7876081" y="5385354"/>
                    <a:pt x="7629251" y="5385354"/>
                  </a:cubicBezTo>
                  <a:lnTo>
                    <a:pt x="7404859" y="5385354"/>
                  </a:lnTo>
                  <a:lnTo>
                    <a:pt x="4263399" y="5385354"/>
                  </a:lnTo>
                  <a:lnTo>
                    <a:pt x="4263399" y="5385349"/>
                  </a:lnTo>
                  <a:lnTo>
                    <a:pt x="1758924" y="5385349"/>
                  </a:lnTo>
                  <a:lnTo>
                    <a:pt x="1758924" y="4936571"/>
                  </a:lnTo>
                  <a:lnTo>
                    <a:pt x="4552578" y="4936571"/>
                  </a:lnTo>
                  <a:lnTo>
                    <a:pt x="4552578" y="4936575"/>
                  </a:lnTo>
                  <a:lnTo>
                    <a:pt x="7629251" y="4936575"/>
                  </a:lnTo>
                  <a:close/>
                  <a:moveTo>
                    <a:pt x="2019503" y="891949"/>
                  </a:moveTo>
                  <a:lnTo>
                    <a:pt x="2917058" y="891949"/>
                  </a:lnTo>
                  <a:lnTo>
                    <a:pt x="2917058" y="1116341"/>
                  </a:lnTo>
                  <a:lnTo>
                    <a:pt x="2019503" y="1116341"/>
                  </a:lnTo>
                  <a:lnTo>
                    <a:pt x="2019503" y="2462674"/>
                  </a:lnTo>
                  <a:lnTo>
                    <a:pt x="1795112" y="2462674"/>
                  </a:lnTo>
                  <a:lnTo>
                    <a:pt x="1795112" y="1116341"/>
                  </a:lnTo>
                  <a:cubicBezTo>
                    <a:pt x="1795112" y="992924"/>
                    <a:pt x="1896086" y="891949"/>
                    <a:pt x="2019503" y="891949"/>
                  </a:cubicBezTo>
                  <a:close/>
                  <a:moveTo>
                    <a:pt x="3145148" y="891212"/>
                  </a:moveTo>
                  <a:lnTo>
                    <a:pt x="3593926" y="891212"/>
                  </a:lnTo>
                  <a:lnTo>
                    <a:pt x="3593926" y="1115603"/>
                  </a:lnTo>
                  <a:lnTo>
                    <a:pt x="3145148" y="1115603"/>
                  </a:lnTo>
                  <a:close/>
                  <a:moveTo>
                    <a:pt x="1339001" y="0"/>
                  </a:moveTo>
                  <a:lnTo>
                    <a:pt x="6755489" y="0"/>
                  </a:lnTo>
                  <a:lnTo>
                    <a:pt x="6755489" y="448779"/>
                  </a:lnTo>
                  <a:lnTo>
                    <a:pt x="1333359" y="448779"/>
                  </a:lnTo>
                  <a:lnTo>
                    <a:pt x="1333359" y="1533357"/>
                  </a:lnTo>
                  <a:lnTo>
                    <a:pt x="1338996" y="1533357"/>
                  </a:lnTo>
                  <a:lnTo>
                    <a:pt x="1338996" y="4562613"/>
                  </a:lnTo>
                  <a:lnTo>
                    <a:pt x="881986" y="4562613"/>
                  </a:lnTo>
                  <a:lnTo>
                    <a:pt x="887628" y="1533357"/>
                  </a:lnTo>
                  <a:lnTo>
                    <a:pt x="887628" y="448779"/>
                  </a:lnTo>
                  <a:cubicBezTo>
                    <a:pt x="887628" y="201953"/>
                    <a:pt x="1090749" y="0"/>
                    <a:pt x="1339001" y="0"/>
                  </a:cubicBezTo>
                  <a:close/>
                </a:path>
              </a:pathLst>
            </a:custGeom>
            <a:grpFill/>
            <a:ln w="12601" cap="flat">
              <a:noFill/>
              <a:prstDash val="solid"/>
              <a:miter/>
            </a:ln>
          </p:spPr>
          <p:txBody>
            <a:bodyPr wrap="square" rtlCol="0" anchor="ctr">
              <a:noAutofit/>
            </a:bodyPr>
            <a:lstStyle/>
            <a:p>
              <a:endParaRPr lang="en-US" dirty="0"/>
            </a:p>
          </p:txBody>
        </p:sp>
        <p:sp>
          <p:nvSpPr>
            <p:cNvPr id="1251" name="Freeform: Shape 1250">
              <a:extLst>
                <a:ext uri="{FF2B5EF4-FFF2-40B4-BE49-F238E27FC236}">
                  <a16:creationId xmlns:a16="http://schemas.microsoft.com/office/drawing/2014/main" id="{B55E0821-3A81-7360-A208-FCCE1A04DDEA}"/>
                </a:ext>
                <a:ext uri="{C183D7F6-B498-43B3-948B-1728B52AA6E4}">
                  <adec:decorative xmlns:adec="http://schemas.microsoft.com/office/drawing/2017/decorative" val="1"/>
                </a:ext>
              </a:extLst>
            </p:cNvPr>
            <p:cNvSpPr/>
            <p:nvPr/>
          </p:nvSpPr>
          <p:spPr>
            <a:xfrm rot="10800000">
              <a:off x="8868316" y="2223703"/>
              <a:ext cx="531278" cy="411885"/>
            </a:xfrm>
            <a:custGeom>
              <a:avLst/>
              <a:gdLst>
                <a:gd name="connsiteX0" fmla="*/ 7969170 w 7969170"/>
                <a:gd name="connsiteY0" fmla="*/ 673175 h 6178282"/>
                <a:gd name="connsiteX1" fmla="*/ 7295995 w 7969170"/>
                <a:gd name="connsiteY1" fmla="*/ 673175 h 6178282"/>
                <a:gd name="connsiteX2" fmla="*/ 7295995 w 7969170"/>
                <a:gd name="connsiteY2" fmla="*/ 0 h 6178282"/>
                <a:gd name="connsiteX3" fmla="*/ 7969170 w 7969170"/>
                <a:gd name="connsiteY3" fmla="*/ 0 h 6178282"/>
                <a:gd name="connsiteX4" fmla="*/ 1800729 w 7969170"/>
                <a:gd name="connsiteY4" fmla="*/ 6178282 h 6178282"/>
                <a:gd name="connsiteX5" fmla="*/ 0 w 7969170"/>
                <a:gd name="connsiteY5" fmla="*/ 6178282 h 6178282"/>
                <a:gd name="connsiteX6" fmla="*/ 0 w 7969170"/>
                <a:gd name="connsiteY6" fmla="*/ 6166951 h 6178282"/>
                <a:gd name="connsiteX7" fmla="*/ 0 w 7969170"/>
                <a:gd name="connsiteY7" fmla="*/ 5725023 h 6178282"/>
                <a:gd name="connsiteX8" fmla="*/ 0 w 7969170"/>
                <a:gd name="connsiteY8" fmla="*/ 4365243 h 6178282"/>
                <a:gd name="connsiteX9" fmla="*/ 454389 w 7969170"/>
                <a:gd name="connsiteY9" fmla="*/ 4365243 h 6178282"/>
                <a:gd name="connsiteX10" fmla="*/ 454389 w 7969170"/>
                <a:gd name="connsiteY10" fmla="*/ 5402075 h 6178282"/>
                <a:gd name="connsiteX11" fmla="*/ 3988530 w 7969170"/>
                <a:gd name="connsiteY11" fmla="*/ 1843985 h 6178282"/>
                <a:gd name="connsiteX12" fmla="*/ 4611213 w 7969170"/>
                <a:gd name="connsiteY12" fmla="*/ 2325576 h 6178282"/>
                <a:gd name="connsiteX13" fmla="*/ 5991206 w 7969170"/>
                <a:gd name="connsiteY13" fmla="*/ 971461 h 6178282"/>
                <a:gd name="connsiteX14" fmla="*/ 6961694 w 7969170"/>
                <a:gd name="connsiteY14" fmla="*/ 977127 h 6178282"/>
                <a:gd name="connsiteX15" fmla="*/ 6961694 w 7969170"/>
                <a:gd name="connsiteY15" fmla="*/ 1430386 h 6178282"/>
                <a:gd name="connsiteX16" fmla="*/ 6204379 w 7969170"/>
                <a:gd name="connsiteY16" fmla="*/ 1424720 h 6178282"/>
                <a:gd name="connsiteX17" fmla="*/ 4695358 w 7969170"/>
                <a:gd name="connsiteY17" fmla="*/ 2943140 h 6178282"/>
                <a:gd name="connsiteX18" fmla="*/ 4033407 w 7969170"/>
                <a:gd name="connsiteY18" fmla="*/ 2438890 h 6178282"/>
                <a:gd name="connsiteX19" fmla="*/ 768535 w 7969170"/>
                <a:gd name="connsiteY19" fmla="*/ 5725023 h 6178282"/>
                <a:gd name="connsiteX20" fmla="*/ 1800729 w 7969170"/>
                <a:gd name="connsiteY20" fmla="*/ 5725023 h 6178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69170" h="6178282">
                  <a:moveTo>
                    <a:pt x="7969170" y="673175"/>
                  </a:moveTo>
                  <a:lnTo>
                    <a:pt x="7295995" y="673175"/>
                  </a:lnTo>
                  <a:lnTo>
                    <a:pt x="7295995" y="0"/>
                  </a:lnTo>
                  <a:lnTo>
                    <a:pt x="7969170" y="0"/>
                  </a:lnTo>
                  <a:close/>
                  <a:moveTo>
                    <a:pt x="1800729" y="6178282"/>
                  </a:moveTo>
                  <a:lnTo>
                    <a:pt x="0" y="6178282"/>
                  </a:lnTo>
                  <a:lnTo>
                    <a:pt x="0" y="6166951"/>
                  </a:lnTo>
                  <a:lnTo>
                    <a:pt x="0" y="5725023"/>
                  </a:lnTo>
                  <a:lnTo>
                    <a:pt x="0" y="4365243"/>
                  </a:lnTo>
                  <a:lnTo>
                    <a:pt x="454389" y="4365243"/>
                  </a:lnTo>
                  <a:lnTo>
                    <a:pt x="454389" y="5402075"/>
                  </a:lnTo>
                  <a:lnTo>
                    <a:pt x="3988530" y="1843985"/>
                  </a:lnTo>
                  <a:lnTo>
                    <a:pt x="4611213" y="2325576"/>
                  </a:lnTo>
                  <a:lnTo>
                    <a:pt x="5991206" y="971461"/>
                  </a:lnTo>
                  <a:lnTo>
                    <a:pt x="6961694" y="977127"/>
                  </a:lnTo>
                  <a:lnTo>
                    <a:pt x="6961694" y="1430386"/>
                  </a:lnTo>
                  <a:lnTo>
                    <a:pt x="6204379" y="1424720"/>
                  </a:lnTo>
                  <a:lnTo>
                    <a:pt x="4695358" y="2943140"/>
                  </a:lnTo>
                  <a:lnTo>
                    <a:pt x="4033407" y="2438890"/>
                  </a:lnTo>
                  <a:lnTo>
                    <a:pt x="768535" y="5725023"/>
                  </a:lnTo>
                  <a:lnTo>
                    <a:pt x="1800729" y="5725023"/>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92" name="Group 91">
            <a:extLst>
              <a:ext uri="{FF2B5EF4-FFF2-40B4-BE49-F238E27FC236}">
                <a16:creationId xmlns:a16="http://schemas.microsoft.com/office/drawing/2014/main" id="{7845BC81-3F0D-1104-D4E7-1DCC08B932A3}"/>
              </a:ext>
              <a:ext uri="{C183D7F6-B498-43B3-948B-1728B52AA6E4}">
                <adec:decorative xmlns:adec="http://schemas.microsoft.com/office/drawing/2017/decorative" val="1"/>
              </a:ext>
            </a:extLst>
          </p:cNvPr>
          <p:cNvGrpSpPr>
            <a:grpSpLocks noChangeAspect="1"/>
          </p:cNvGrpSpPr>
          <p:nvPr/>
        </p:nvGrpSpPr>
        <p:grpSpPr>
          <a:xfrm>
            <a:off x="9550951" y="2223703"/>
            <a:ext cx="409951" cy="457200"/>
            <a:chOff x="9550951" y="2223703"/>
            <a:chExt cx="409951" cy="457200"/>
          </a:xfrm>
          <a:solidFill>
            <a:schemeClr val="accent2"/>
          </a:solidFill>
        </p:grpSpPr>
        <p:sp>
          <p:nvSpPr>
            <p:cNvPr id="1268" name="Freeform: Shape 1267">
              <a:extLst>
                <a:ext uri="{FF2B5EF4-FFF2-40B4-BE49-F238E27FC236}">
                  <a16:creationId xmlns:a16="http://schemas.microsoft.com/office/drawing/2014/main" id="{E703CF20-0A83-A234-D7F5-42E668A13350}"/>
                </a:ext>
                <a:ext uri="{C183D7F6-B498-43B3-948B-1728B52AA6E4}">
                  <adec:decorative xmlns:adec="http://schemas.microsoft.com/office/drawing/2017/decorative" val="1"/>
                </a:ext>
              </a:extLst>
            </p:cNvPr>
            <p:cNvSpPr/>
            <p:nvPr/>
          </p:nvSpPr>
          <p:spPr>
            <a:xfrm>
              <a:off x="9556781" y="2223703"/>
              <a:ext cx="404121" cy="457200"/>
            </a:xfrm>
            <a:custGeom>
              <a:avLst/>
              <a:gdLst>
                <a:gd name="connsiteX0" fmla="*/ 2937483 w 6102198"/>
                <a:gd name="connsiteY0" fmla="*/ 6506369 h 6903686"/>
                <a:gd name="connsiteX1" fmla="*/ 6102198 w 6102198"/>
                <a:gd name="connsiteY1" fmla="*/ 6506369 h 6903686"/>
                <a:gd name="connsiteX2" fmla="*/ 6102198 w 6102198"/>
                <a:gd name="connsiteY2" fmla="*/ 6858005 h 6903686"/>
                <a:gd name="connsiteX3" fmla="*/ 2937483 w 6102198"/>
                <a:gd name="connsiteY3" fmla="*/ 6858005 h 6903686"/>
                <a:gd name="connsiteX4" fmla="*/ 5575319 w 6102198"/>
                <a:gd name="connsiteY4" fmla="*/ 4580264 h 6903686"/>
                <a:gd name="connsiteX5" fmla="*/ 3464347 w 6102198"/>
                <a:gd name="connsiteY5" fmla="*/ 4580271 h 6903686"/>
                <a:gd name="connsiteX6" fmla="*/ 3464347 w 6102198"/>
                <a:gd name="connsiteY6" fmla="*/ 5969715 h 6903686"/>
                <a:gd name="connsiteX7" fmla="*/ 5575330 w 6102198"/>
                <a:gd name="connsiteY7" fmla="*/ 5969715 h 6903686"/>
                <a:gd name="connsiteX8" fmla="*/ 5919368 w 6102198"/>
                <a:gd name="connsiteY8" fmla="*/ 4220736 h 6903686"/>
                <a:gd name="connsiteX9" fmla="*/ 5919382 w 6102198"/>
                <a:gd name="connsiteY9" fmla="*/ 6128662 h 6903686"/>
                <a:gd name="connsiteX10" fmla="*/ 5722034 w 6102198"/>
                <a:gd name="connsiteY10" fmla="*/ 6326010 h 6903686"/>
                <a:gd name="connsiteX11" fmla="*/ 3464934 w 6102198"/>
                <a:gd name="connsiteY11" fmla="*/ 6326010 h 6903686"/>
                <a:gd name="connsiteX12" fmla="*/ 3464934 w 6102198"/>
                <a:gd name="connsiteY12" fmla="*/ 6330553 h 6903686"/>
                <a:gd name="connsiteX13" fmla="*/ 3113299 w 6102198"/>
                <a:gd name="connsiteY13" fmla="*/ 6330553 h 6903686"/>
                <a:gd name="connsiteX14" fmla="*/ 3113299 w 6102198"/>
                <a:gd name="connsiteY14" fmla="*/ 5978917 h 6903686"/>
                <a:gd name="connsiteX15" fmla="*/ 3120295 w 6102198"/>
                <a:gd name="connsiteY15" fmla="*/ 5978917 h 6903686"/>
                <a:gd name="connsiteX16" fmla="*/ 3120295 w 6102198"/>
                <a:gd name="connsiteY16" fmla="*/ 4418088 h 6903686"/>
                <a:gd name="connsiteX17" fmla="*/ 3317647 w 6102198"/>
                <a:gd name="connsiteY17" fmla="*/ 4220740 h 6903686"/>
                <a:gd name="connsiteX18" fmla="*/ 0 w 6102198"/>
                <a:gd name="connsiteY18" fmla="*/ 4028117 h 6903686"/>
                <a:gd name="connsiteX19" fmla="*/ 352471 w 6102198"/>
                <a:gd name="connsiteY19" fmla="*/ 4028117 h 6903686"/>
                <a:gd name="connsiteX20" fmla="*/ 439748 w 6102198"/>
                <a:gd name="connsiteY20" fmla="*/ 4346928 h 6903686"/>
                <a:gd name="connsiteX21" fmla="*/ 2102250 w 6102198"/>
                <a:gd name="connsiteY21" fmla="*/ 5856673 h 6903686"/>
                <a:gd name="connsiteX22" fmla="*/ 2168030 w 6102198"/>
                <a:gd name="connsiteY22" fmla="*/ 5872187 h 6903686"/>
                <a:gd name="connsiteX23" fmla="*/ 1748880 w 6102198"/>
                <a:gd name="connsiteY23" fmla="*/ 5162311 h 6903686"/>
                <a:gd name="connsiteX24" fmla="*/ 2050222 w 6102198"/>
                <a:gd name="connsiteY24" fmla="*/ 4984382 h 6903686"/>
                <a:gd name="connsiteX25" fmla="*/ 2761935 w 6102198"/>
                <a:gd name="connsiteY25" fmla="*/ 6189745 h 6903686"/>
                <a:gd name="connsiteX26" fmla="*/ 2758170 w 6102198"/>
                <a:gd name="connsiteY26" fmla="*/ 6191968 h 6903686"/>
                <a:gd name="connsiteX27" fmla="*/ 2460593 w 6102198"/>
                <a:gd name="connsiteY27" fmla="*/ 6367674 h 6903686"/>
                <a:gd name="connsiteX28" fmla="*/ 1552799 w 6102198"/>
                <a:gd name="connsiteY28" fmla="*/ 6903686 h 6903686"/>
                <a:gd name="connsiteX29" fmla="*/ 1374871 w 6102198"/>
                <a:gd name="connsiteY29" fmla="*/ 6602345 h 6903686"/>
                <a:gd name="connsiteX30" fmla="*/ 2060730 w 6102198"/>
                <a:gd name="connsiteY30" fmla="*/ 6197375 h 6903686"/>
                <a:gd name="connsiteX31" fmla="*/ 2011872 w 6102198"/>
                <a:gd name="connsiteY31" fmla="*/ 6185834 h 6903686"/>
                <a:gd name="connsiteX32" fmla="*/ 119199 w 6102198"/>
                <a:gd name="connsiteY32" fmla="*/ 4464261 h 6903686"/>
                <a:gd name="connsiteX33" fmla="*/ 1460028 w 6102198"/>
                <a:gd name="connsiteY33" fmla="*/ 346581 h 6903686"/>
                <a:gd name="connsiteX34" fmla="*/ 870919 w 6102198"/>
                <a:gd name="connsiteY34" fmla="*/ 924809 h 6903686"/>
                <a:gd name="connsiteX35" fmla="*/ 1460028 w 6102198"/>
                <a:gd name="connsiteY35" fmla="*/ 1503037 h 6903686"/>
                <a:gd name="connsiteX36" fmla="*/ 2049137 w 6102198"/>
                <a:gd name="connsiteY36" fmla="*/ 924809 h 6903686"/>
                <a:gd name="connsiteX37" fmla="*/ 1460028 w 6102198"/>
                <a:gd name="connsiteY37" fmla="*/ 346581 h 6903686"/>
                <a:gd name="connsiteX38" fmla="*/ 3957331 w 6102198"/>
                <a:gd name="connsiteY38" fmla="*/ 122554 h 6903686"/>
                <a:gd name="connsiteX39" fmla="*/ 4135259 w 6102198"/>
                <a:gd name="connsiteY39" fmla="*/ 423894 h 6903686"/>
                <a:gd name="connsiteX40" fmla="*/ 3453590 w 6102198"/>
                <a:gd name="connsiteY40" fmla="*/ 826389 h 6903686"/>
                <a:gd name="connsiteX41" fmla="*/ 3556492 w 6102198"/>
                <a:gd name="connsiteY41" fmla="*/ 851869 h 6903686"/>
                <a:gd name="connsiteX42" fmla="*/ 5561218 w 6102198"/>
                <a:gd name="connsiteY42" fmla="*/ 3510628 h 6903686"/>
                <a:gd name="connsiteX43" fmla="*/ 5529766 w 6102198"/>
                <a:gd name="connsiteY43" fmla="*/ 3862955 h 6903686"/>
                <a:gd name="connsiteX44" fmla="*/ 5188460 w 6102198"/>
                <a:gd name="connsiteY44" fmla="*/ 3862955 h 6903686"/>
                <a:gd name="connsiteX45" fmla="*/ 5219965 w 6102198"/>
                <a:gd name="connsiteY45" fmla="*/ 3510628 h 6903686"/>
                <a:gd name="connsiteX46" fmla="*/ 3459031 w 6102198"/>
                <a:gd name="connsiteY46" fmla="*/ 1179005 h 6903686"/>
                <a:gd name="connsiteX47" fmla="*/ 3339366 w 6102198"/>
                <a:gd name="connsiteY47" fmla="*/ 1149422 h 6903686"/>
                <a:gd name="connsiteX48" fmla="*/ 3761249 w 6102198"/>
                <a:gd name="connsiteY48" fmla="*/ 1863928 h 6903686"/>
                <a:gd name="connsiteX49" fmla="*/ 3459908 w 6102198"/>
                <a:gd name="connsiteY49" fmla="*/ 2041857 h 6903686"/>
                <a:gd name="connsiteX50" fmla="*/ 2748195 w 6102198"/>
                <a:gd name="connsiteY50" fmla="*/ 836494 h 6903686"/>
                <a:gd name="connsiteX51" fmla="*/ 2751960 w 6102198"/>
                <a:gd name="connsiteY51" fmla="*/ 834271 h 6903686"/>
                <a:gd name="connsiteX52" fmla="*/ 3049537 w 6102198"/>
                <a:gd name="connsiteY52" fmla="*/ 658565 h 6903686"/>
                <a:gd name="connsiteX53" fmla="*/ 1460028 w 6102198"/>
                <a:gd name="connsiteY53" fmla="*/ 0 h 6903686"/>
                <a:gd name="connsiteX54" fmla="*/ 2395718 w 6102198"/>
                <a:gd name="connsiteY54" fmla="*/ 924809 h 6903686"/>
                <a:gd name="connsiteX55" fmla="*/ 1824241 w 6102198"/>
                <a:gd name="connsiteY55" fmla="*/ 1776942 h 6903686"/>
                <a:gd name="connsiteX56" fmla="*/ 1816598 w 6102198"/>
                <a:gd name="connsiteY56" fmla="*/ 1779287 h 6903686"/>
                <a:gd name="connsiteX57" fmla="*/ 1847201 w 6102198"/>
                <a:gd name="connsiteY57" fmla="*/ 1785634 h 6903686"/>
                <a:gd name="connsiteX58" fmla="*/ 2199294 w 6102198"/>
                <a:gd name="connsiteY58" fmla="*/ 1935690 h 6903686"/>
                <a:gd name="connsiteX59" fmla="*/ 2863266 w 6102198"/>
                <a:gd name="connsiteY59" fmla="*/ 2824744 h 6903686"/>
                <a:gd name="connsiteX60" fmla="*/ 2902459 w 6102198"/>
                <a:gd name="connsiteY60" fmla="*/ 3164728 h 6903686"/>
                <a:gd name="connsiteX61" fmla="*/ 2560664 w 6102198"/>
                <a:gd name="connsiteY61" fmla="*/ 3164728 h 6903686"/>
                <a:gd name="connsiteX62" fmla="*/ 2530758 w 6102198"/>
                <a:gd name="connsiteY62" fmla="*/ 2905305 h 6903686"/>
                <a:gd name="connsiteX63" fmla="*/ 2024121 w 6102198"/>
                <a:gd name="connsiteY63" fmla="*/ 2226919 h 6903686"/>
                <a:gd name="connsiteX64" fmla="*/ 1471018 w 6102198"/>
                <a:gd name="connsiteY64" fmla="*/ 2072513 h 6903686"/>
                <a:gd name="connsiteX65" fmla="*/ 915245 w 6102198"/>
                <a:gd name="connsiteY65" fmla="*/ 2217001 h 6903686"/>
                <a:gd name="connsiteX66" fmla="*/ 396556 w 6102198"/>
                <a:gd name="connsiteY66" fmla="*/ 2886218 h 6903686"/>
                <a:gd name="connsiteX67" fmla="*/ 359391 w 6102198"/>
                <a:gd name="connsiteY67" fmla="*/ 3164728 h 6903686"/>
                <a:gd name="connsiteX68" fmla="*/ 17596 w 6102198"/>
                <a:gd name="connsiteY68" fmla="*/ 3164728 h 6903686"/>
                <a:gd name="connsiteX69" fmla="*/ 66303 w 6102198"/>
                <a:gd name="connsiteY69" fmla="*/ 2799728 h 6903686"/>
                <a:gd name="connsiteX70" fmla="*/ 746068 w 6102198"/>
                <a:gd name="connsiteY70" fmla="*/ 1922689 h 6903686"/>
                <a:gd name="connsiteX71" fmla="*/ 1100791 w 6102198"/>
                <a:gd name="connsiteY71" fmla="*/ 1778957 h 6903686"/>
                <a:gd name="connsiteX72" fmla="*/ 1101777 w 6102198"/>
                <a:gd name="connsiteY72" fmla="*/ 1778771 h 6903686"/>
                <a:gd name="connsiteX73" fmla="*/ 1095816 w 6102198"/>
                <a:gd name="connsiteY73" fmla="*/ 1776942 h 6903686"/>
                <a:gd name="connsiteX74" fmla="*/ 524338 w 6102198"/>
                <a:gd name="connsiteY74" fmla="*/ 924809 h 6903686"/>
                <a:gd name="connsiteX75" fmla="*/ 1460028 w 6102198"/>
                <a:gd name="connsiteY75" fmla="*/ 0 h 6903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102198" h="6903686">
                  <a:moveTo>
                    <a:pt x="2937483" y="6506369"/>
                  </a:moveTo>
                  <a:lnTo>
                    <a:pt x="6102198" y="6506369"/>
                  </a:lnTo>
                  <a:lnTo>
                    <a:pt x="6102198" y="6858005"/>
                  </a:lnTo>
                  <a:lnTo>
                    <a:pt x="2937483" y="6858005"/>
                  </a:lnTo>
                  <a:close/>
                  <a:moveTo>
                    <a:pt x="5575319" y="4580264"/>
                  </a:moveTo>
                  <a:lnTo>
                    <a:pt x="3464347" y="4580271"/>
                  </a:lnTo>
                  <a:lnTo>
                    <a:pt x="3464347" y="5969715"/>
                  </a:lnTo>
                  <a:lnTo>
                    <a:pt x="5575330" y="5969715"/>
                  </a:lnTo>
                  <a:close/>
                  <a:moveTo>
                    <a:pt x="5919368" y="4220736"/>
                  </a:moveTo>
                  <a:cubicBezTo>
                    <a:pt x="5919371" y="4856710"/>
                    <a:pt x="5919379" y="5492688"/>
                    <a:pt x="5919382" y="6128662"/>
                  </a:cubicBezTo>
                  <a:cubicBezTo>
                    <a:pt x="5919382" y="6237653"/>
                    <a:pt x="5831025" y="6326010"/>
                    <a:pt x="5722034" y="6326010"/>
                  </a:cubicBezTo>
                  <a:lnTo>
                    <a:pt x="3464934" y="6326010"/>
                  </a:lnTo>
                  <a:lnTo>
                    <a:pt x="3464934" y="6330553"/>
                  </a:lnTo>
                  <a:lnTo>
                    <a:pt x="3113299" y="6330553"/>
                  </a:lnTo>
                  <a:lnTo>
                    <a:pt x="3113299" y="5978917"/>
                  </a:lnTo>
                  <a:lnTo>
                    <a:pt x="3120295" y="5978917"/>
                  </a:lnTo>
                  <a:lnTo>
                    <a:pt x="3120295" y="4418088"/>
                  </a:lnTo>
                  <a:cubicBezTo>
                    <a:pt x="3120295" y="4309097"/>
                    <a:pt x="3208653" y="4220740"/>
                    <a:pt x="3317647" y="4220740"/>
                  </a:cubicBezTo>
                  <a:close/>
                  <a:moveTo>
                    <a:pt x="0" y="4028117"/>
                  </a:moveTo>
                  <a:lnTo>
                    <a:pt x="352471" y="4028117"/>
                  </a:lnTo>
                  <a:lnTo>
                    <a:pt x="439748" y="4346928"/>
                  </a:lnTo>
                  <a:cubicBezTo>
                    <a:pt x="711889" y="5080342"/>
                    <a:pt x="1331714" y="5648379"/>
                    <a:pt x="2102250" y="5856673"/>
                  </a:cubicBezTo>
                  <a:lnTo>
                    <a:pt x="2168030" y="5872187"/>
                  </a:lnTo>
                  <a:lnTo>
                    <a:pt x="1748880" y="5162311"/>
                  </a:lnTo>
                  <a:lnTo>
                    <a:pt x="2050222" y="4984382"/>
                  </a:lnTo>
                  <a:lnTo>
                    <a:pt x="2761935" y="6189745"/>
                  </a:lnTo>
                  <a:lnTo>
                    <a:pt x="2758170" y="6191968"/>
                  </a:lnTo>
                  <a:lnTo>
                    <a:pt x="2460593" y="6367674"/>
                  </a:lnTo>
                  <a:lnTo>
                    <a:pt x="1552799" y="6903686"/>
                  </a:lnTo>
                  <a:lnTo>
                    <a:pt x="1374871" y="6602345"/>
                  </a:lnTo>
                  <a:lnTo>
                    <a:pt x="2060730" y="6197375"/>
                  </a:lnTo>
                  <a:lnTo>
                    <a:pt x="2011872" y="6185834"/>
                  </a:lnTo>
                  <a:cubicBezTo>
                    <a:pt x="1134655" y="5948310"/>
                    <a:pt x="429019" y="5300575"/>
                    <a:pt x="119199" y="4464261"/>
                  </a:cubicBezTo>
                  <a:close/>
                  <a:moveTo>
                    <a:pt x="1460028" y="346581"/>
                  </a:moveTo>
                  <a:cubicBezTo>
                    <a:pt x="1134672" y="346581"/>
                    <a:pt x="870919" y="605462"/>
                    <a:pt x="870919" y="924809"/>
                  </a:cubicBezTo>
                  <a:cubicBezTo>
                    <a:pt x="870919" y="1244156"/>
                    <a:pt x="1134672" y="1503037"/>
                    <a:pt x="1460028" y="1503037"/>
                  </a:cubicBezTo>
                  <a:cubicBezTo>
                    <a:pt x="1785384" y="1503037"/>
                    <a:pt x="2049137" y="1244156"/>
                    <a:pt x="2049137" y="924809"/>
                  </a:cubicBezTo>
                  <a:cubicBezTo>
                    <a:pt x="2049137" y="605462"/>
                    <a:pt x="1785384" y="346581"/>
                    <a:pt x="1460028" y="346581"/>
                  </a:cubicBezTo>
                  <a:close/>
                  <a:moveTo>
                    <a:pt x="3957331" y="122554"/>
                  </a:moveTo>
                  <a:lnTo>
                    <a:pt x="4135259" y="423894"/>
                  </a:lnTo>
                  <a:lnTo>
                    <a:pt x="3453590" y="826389"/>
                  </a:lnTo>
                  <a:lnTo>
                    <a:pt x="3556492" y="851869"/>
                  </a:lnTo>
                  <a:cubicBezTo>
                    <a:pt x="4715799" y="1192731"/>
                    <a:pt x="5561218" y="2254097"/>
                    <a:pt x="5561218" y="3510628"/>
                  </a:cubicBezTo>
                  <a:lnTo>
                    <a:pt x="5529766" y="3862955"/>
                  </a:lnTo>
                  <a:lnTo>
                    <a:pt x="5188460" y="3862955"/>
                  </a:lnTo>
                  <a:lnTo>
                    <a:pt x="5219965" y="3510628"/>
                  </a:lnTo>
                  <a:cubicBezTo>
                    <a:pt x="5219965" y="2408701"/>
                    <a:pt x="4477356" y="1477925"/>
                    <a:pt x="3459031" y="1179005"/>
                  </a:cubicBezTo>
                  <a:lnTo>
                    <a:pt x="3339366" y="1149422"/>
                  </a:lnTo>
                  <a:lnTo>
                    <a:pt x="3761249" y="1863928"/>
                  </a:lnTo>
                  <a:lnTo>
                    <a:pt x="3459908" y="2041857"/>
                  </a:lnTo>
                  <a:lnTo>
                    <a:pt x="2748195" y="836494"/>
                  </a:lnTo>
                  <a:lnTo>
                    <a:pt x="2751960" y="834271"/>
                  </a:lnTo>
                  <a:lnTo>
                    <a:pt x="3049537" y="658565"/>
                  </a:lnTo>
                  <a:close/>
                  <a:moveTo>
                    <a:pt x="1460028" y="0"/>
                  </a:moveTo>
                  <a:cubicBezTo>
                    <a:pt x="1976795" y="0"/>
                    <a:pt x="2395718" y="414051"/>
                    <a:pt x="2395718" y="924809"/>
                  </a:cubicBezTo>
                  <a:cubicBezTo>
                    <a:pt x="2395718" y="1307877"/>
                    <a:pt x="2160074" y="1636548"/>
                    <a:pt x="1824241" y="1776942"/>
                  </a:cubicBezTo>
                  <a:lnTo>
                    <a:pt x="1816598" y="1779287"/>
                  </a:lnTo>
                  <a:lnTo>
                    <a:pt x="1847201" y="1785634"/>
                  </a:lnTo>
                  <a:cubicBezTo>
                    <a:pt x="1969111" y="1819370"/>
                    <a:pt x="2087576" y="1869398"/>
                    <a:pt x="2199294" y="1935690"/>
                  </a:cubicBezTo>
                  <a:cubicBezTo>
                    <a:pt x="2534458" y="2134563"/>
                    <a:pt x="2770242" y="2456844"/>
                    <a:pt x="2863266" y="2824744"/>
                  </a:cubicBezTo>
                  <a:lnTo>
                    <a:pt x="2902459" y="3164728"/>
                  </a:lnTo>
                  <a:lnTo>
                    <a:pt x="2560664" y="3164728"/>
                  </a:lnTo>
                  <a:lnTo>
                    <a:pt x="2530758" y="2905305"/>
                  </a:lnTo>
                  <a:cubicBezTo>
                    <a:pt x="2459777" y="2624583"/>
                    <a:pt x="2279862" y="2378667"/>
                    <a:pt x="2024121" y="2226919"/>
                  </a:cubicBezTo>
                  <a:cubicBezTo>
                    <a:pt x="1853629" y="2125754"/>
                    <a:pt x="1662545" y="2074227"/>
                    <a:pt x="1471018" y="2072513"/>
                  </a:cubicBezTo>
                  <a:cubicBezTo>
                    <a:pt x="1279494" y="2070800"/>
                    <a:pt x="1087524" y="2118903"/>
                    <a:pt x="915245" y="2217001"/>
                  </a:cubicBezTo>
                  <a:cubicBezTo>
                    <a:pt x="656834" y="2364149"/>
                    <a:pt x="472549" y="2606812"/>
                    <a:pt x="396556" y="2886218"/>
                  </a:cubicBezTo>
                  <a:lnTo>
                    <a:pt x="359391" y="3164728"/>
                  </a:lnTo>
                  <a:lnTo>
                    <a:pt x="17596" y="3164728"/>
                  </a:lnTo>
                  <a:lnTo>
                    <a:pt x="66303" y="2799728"/>
                  </a:lnTo>
                  <a:cubicBezTo>
                    <a:pt x="165892" y="2433555"/>
                    <a:pt x="407407" y="2115535"/>
                    <a:pt x="746068" y="1922689"/>
                  </a:cubicBezTo>
                  <a:cubicBezTo>
                    <a:pt x="858957" y="1858408"/>
                    <a:pt x="978298" y="1810507"/>
                    <a:pt x="1100791" y="1778957"/>
                  </a:cubicBezTo>
                  <a:lnTo>
                    <a:pt x="1101777" y="1778771"/>
                  </a:lnTo>
                  <a:lnTo>
                    <a:pt x="1095816" y="1776942"/>
                  </a:lnTo>
                  <a:cubicBezTo>
                    <a:pt x="759983" y="1636548"/>
                    <a:pt x="524338" y="1307877"/>
                    <a:pt x="524338" y="924809"/>
                  </a:cubicBezTo>
                  <a:cubicBezTo>
                    <a:pt x="524338" y="414051"/>
                    <a:pt x="943261" y="0"/>
                    <a:pt x="1460028" y="0"/>
                  </a:cubicBezTo>
                  <a:close/>
                </a:path>
              </a:pathLst>
            </a:custGeom>
            <a:grpFill/>
            <a:ln w="9525" cap="flat">
              <a:noFill/>
              <a:prstDash val="solid"/>
              <a:miter/>
            </a:ln>
          </p:spPr>
          <p:txBody>
            <a:bodyPr wrap="square" rtlCol="0" anchor="ctr">
              <a:noAutofit/>
            </a:bodyPr>
            <a:lstStyle/>
            <a:p>
              <a:endParaRPr lang="en-US" dirty="0"/>
            </a:p>
          </p:txBody>
        </p:sp>
        <p:sp>
          <p:nvSpPr>
            <p:cNvPr id="1269" name="Rectangle 1268">
              <a:extLst>
                <a:ext uri="{FF2B5EF4-FFF2-40B4-BE49-F238E27FC236}">
                  <a16:creationId xmlns:a16="http://schemas.microsoft.com/office/drawing/2014/main" id="{75E89A57-91A0-7AB4-A5C0-447BF67AAAF7}"/>
                </a:ext>
                <a:ext uri="{C183D7F6-B498-43B3-948B-1728B52AA6E4}">
                  <adec:decorative xmlns:adec="http://schemas.microsoft.com/office/drawing/2017/decorative" val="1"/>
                </a:ext>
              </a:extLst>
            </p:cNvPr>
            <p:cNvSpPr/>
            <p:nvPr/>
          </p:nvSpPr>
          <p:spPr>
            <a:xfrm>
              <a:off x="9550951" y="2444331"/>
              <a:ext cx="35009" cy="35009"/>
            </a:xfrm>
            <a:prstGeom prst="rect">
              <a:avLst/>
            </a:pr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91" name="Group 90">
            <a:extLst>
              <a:ext uri="{FF2B5EF4-FFF2-40B4-BE49-F238E27FC236}">
                <a16:creationId xmlns:a16="http://schemas.microsoft.com/office/drawing/2014/main" id="{0D350BF4-89E7-3C62-931F-D1253A4F587A}"/>
              </a:ext>
              <a:ext uri="{C183D7F6-B498-43B3-948B-1728B52AA6E4}">
                <adec:decorative xmlns:adec="http://schemas.microsoft.com/office/drawing/2017/decorative" val="1"/>
              </a:ext>
            </a:extLst>
          </p:cNvPr>
          <p:cNvGrpSpPr>
            <a:grpSpLocks noChangeAspect="1"/>
          </p:cNvGrpSpPr>
          <p:nvPr/>
        </p:nvGrpSpPr>
        <p:grpSpPr>
          <a:xfrm>
            <a:off x="10097673" y="2223703"/>
            <a:ext cx="665803" cy="457200"/>
            <a:chOff x="10097673" y="2223703"/>
            <a:chExt cx="665803" cy="457200"/>
          </a:xfrm>
          <a:solidFill>
            <a:schemeClr val="accent2"/>
          </a:solidFill>
        </p:grpSpPr>
        <p:sp>
          <p:nvSpPr>
            <p:cNvPr id="1289" name="Freeform: Shape 1288">
              <a:extLst>
                <a:ext uri="{FF2B5EF4-FFF2-40B4-BE49-F238E27FC236}">
                  <a16:creationId xmlns:a16="http://schemas.microsoft.com/office/drawing/2014/main" id="{BA7D9A63-D917-CCAB-6B55-BBCAA7B06C3B}"/>
                </a:ext>
                <a:ext uri="{C183D7F6-B498-43B3-948B-1728B52AA6E4}">
                  <adec:decorative xmlns:adec="http://schemas.microsoft.com/office/drawing/2017/decorative" val="1"/>
                </a:ext>
              </a:extLst>
            </p:cNvPr>
            <p:cNvSpPr/>
            <p:nvPr/>
          </p:nvSpPr>
          <p:spPr>
            <a:xfrm>
              <a:off x="10097673" y="2223703"/>
              <a:ext cx="665803" cy="457200"/>
            </a:xfrm>
            <a:custGeom>
              <a:avLst/>
              <a:gdLst>
                <a:gd name="connsiteX0" fmla="*/ 3116 w 9987054"/>
                <a:gd name="connsiteY0" fmla="*/ 6361645 h 6858008"/>
                <a:gd name="connsiteX1" fmla="*/ 3999563 w 9987054"/>
                <a:gd name="connsiteY1" fmla="*/ 6361645 h 6858008"/>
                <a:gd name="connsiteX2" fmla="*/ 4248990 w 9987054"/>
                <a:gd name="connsiteY2" fmla="*/ 6608579 h 6858008"/>
                <a:gd name="connsiteX3" fmla="*/ 5737441 w 9987054"/>
                <a:gd name="connsiteY3" fmla="*/ 6608579 h 6858008"/>
                <a:gd name="connsiteX4" fmla="*/ 5986868 w 9987054"/>
                <a:gd name="connsiteY4" fmla="*/ 6361645 h 6858008"/>
                <a:gd name="connsiteX5" fmla="*/ 9987054 w 9987054"/>
                <a:gd name="connsiteY5" fmla="*/ 6361645 h 6858008"/>
                <a:gd name="connsiteX6" fmla="*/ 9983937 w 9987054"/>
                <a:gd name="connsiteY6" fmla="*/ 6858008 h 6858008"/>
                <a:gd name="connsiteX7" fmla="*/ 0 w 9987054"/>
                <a:gd name="connsiteY7" fmla="*/ 6858008 h 6858008"/>
                <a:gd name="connsiteX8" fmla="*/ 3504897 w 9987054"/>
                <a:gd name="connsiteY8" fmla="*/ 978755 h 6858008"/>
                <a:gd name="connsiteX9" fmla="*/ 4003752 w 9987054"/>
                <a:gd name="connsiteY9" fmla="*/ 978755 h 6858008"/>
                <a:gd name="connsiteX10" fmla="*/ 4003752 w 9987054"/>
                <a:gd name="connsiteY10" fmla="*/ 1228182 h 6858008"/>
                <a:gd name="connsiteX11" fmla="*/ 3504897 w 9987054"/>
                <a:gd name="connsiteY11" fmla="*/ 1228182 h 6858008"/>
                <a:gd name="connsiteX12" fmla="*/ 2254821 w 9987054"/>
                <a:gd name="connsiteY12" fmla="*/ 976510 h 6858008"/>
                <a:gd name="connsiteX13" fmla="*/ 3255025 w 9987054"/>
                <a:gd name="connsiteY13" fmla="*/ 976510 h 6858008"/>
                <a:gd name="connsiteX14" fmla="*/ 3255025 w 9987054"/>
                <a:gd name="connsiteY14" fmla="*/ 1225937 h 6858008"/>
                <a:gd name="connsiteX15" fmla="*/ 2255442 w 9987054"/>
                <a:gd name="connsiteY15" fmla="*/ 1225937 h 6858008"/>
                <a:gd name="connsiteX16" fmla="*/ 2255442 w 9987054"/>
                <a:gd name="connsiteY16" fmla="*/ 2718758 h 6858008"/>
                <a:gd name="connsiteX17" fmla="*/ 2006015 w 9987054"/>
                <a:gd name="connsiteY17" fmla="*/ 2718758 h 6858008"/>
                <a:gd name="connsiteX18" fmla="*/ 2006015 w 9987054"/>
                <a:gd name="connsiteY18" fmla="*/ 1225315 h 6858008"/>
                <a:gd name="connsiteX19" fmla="*/ 2254821 w 9987054"/>
                <a:gd name="connsiteY19" fmla="*/ 976510 h 6858008"/>
                <a:gd name="connsiteX20" fmla="*/ 1505916 w 9987054"/>
                <a:gd name="connsiteY20" fmla="*/ 0 h 6858008"/>
                <a:gd name="connsiteX21" fmla="*/ 1756595 w 9987054"/>
                <a:gd name="connsiteY21" fmla="*/ 0 h 6858008"/>
                <a:gd name="connsiteX22" fmla="*/ 8744290 w 9987054"/>
                <a:gd name="connsiteY22" fmla="*/ 0 h 6858008"/>
                <a:gd name="connsiteX23" fmla="*/ 8983744 w 9987054"/>
                <a:gd name="connsiteY23" fmla="*/ 0 h 6858008"/>
                <a:gd name="connsiteX24" fmla="*/ 8983744 w 9987054"/>
                <a:gd name="connsiteY24" fmla="*/ 15589 h 6858008"/>
                <a:gd name="connsiteX25" fmla="*/ 8983744 w 9987054"/>
                <a:gd name="connsiteY25" fmla="*/ 18707 h 6858008"/>
                <a:gd name="connsiteX26" fmla="*/ 8983744 w 9987054"/>
                <a:gd name="connsiteY26" fmla="*/ 939095 h 6858008"/>
                <a:gd name="connsiteX27" fmla="*/ 8982497 w 9987054"/>
                <a:gd name="connsiteY27" fmla="*/ 939095 h 6858008"/>
                <a:gd name="connsiteX28" fmla="*/ 8976884 w 9987054"/>
                <a:gd name="connsiteY28" fmla="*/ 5489260 h 6858008"/>
                <a:gd name="connsiteX29" fmla="*/ 8478022 w 9987054"/>
                <a:gd name="connsiteY29" fmla="*/ 5987498 h 6858008"/>
                <a:gd name="connsiteX30" fmla="*/ 7679096 w 9987054"/>
                <a:gd name="connsiteY30" fmla="*/ 5987498 h 6858008"/>
                <a:gd name="connsiteX31" fmla="*/ 7679096 w 9987054"/>
                <a:gd name="connsiteY31" fmla="*/ 5987510 h 6858008"/>
                <a:gd name="connsiteX32" fmla="*/ 2065594 w 9987054"/>
                <a:gd name="connsiteY32" fmla="*/ 5987510 h 6858008"/>
                <a:gd name="connsiteX33" fmla="*/ 2065594 w 9987054"/>
                <a:gd name="connsiteY33" fmla="*/ 5491142 h 6858008"/>
                <a:gd name="connsiteX34" fmla="*/ 6245808 w 9987054"/>
                <a:gd name="connsiteY34" fmla="*/ 5491142 h 6858008"/>
                <a:gd name="connsiteX35" fmla="*/ 6245808 w 9987054"/>
                <a:gd name="connsiteY35" fmla="*/ 5491131 h 6858008"/>
                <a:gd name="connsiteX36" fmla="*/ 8483646 w 9987054"/>
                <a:gd name="connsiteY36" fmla="*/ 5491131 h 6858008"/>
                <a:gd name="connsiteX37" fmla="*/ 8483646 w 9987054"/>
                <a:gd name="connsiteY37" fmla="*/ 501344 h 6858008"/>
                <a:gd name="connsiteX38" fmla="*/ 1510293 w 9987054"/>
                <a:gd name="connsiteY38" fmla="*/ 501344 h 6858008"/>
                <a:gd name="connsiteX39" fmla="*/ 1509341 w 9987054"/>
                <a:gd name="connsiteY39" fmla="*/ 1973100 h 6858008"/>
                <a:gd name="connsiteX40" fmla="*/ 1509144 w 9987054"/>
                <a:gd name="connsiteY40" fmla="*/ 1973100 h 6858008"/>
                <a:gd name="connsiteX41" fmla="*/ 1507187 w 9987054"/>
                <a:gd name="connsiteY41" fmla="*/ 5032688 h 6858008"/>
                <a:gd name="connsiteX42" fmla="*/ 1007078 w 9987054"/>
                <a:gd name="connsiteY42" fmla="*/ 5032688 h 6858008"/>
                <a:gd name="connsiteX43" fmla="*/ 1007078 w 9987054"/>
                <a:gd name="connsiteY43" fmla="*/ 1973100 h 6858008"/>
                <a:gd name="connsiteX44" fmla="*/ 1007066 w 9987054"/>
                <a:gd name="connsiteY44" fmla="*/ 1973100 h 6858008"/>
                <a:gd name="connsiteX45" fmla="*/ 1007066 w 9987054"/>
                <a:gd name="connsiteY45" fmla="*/ 748281 h 6858008"/>
                <a:gd name="connsiteX46" fmla="*/ 1007066 w 9987054"/>
                <a:gd name="connsiteY46" fmla="*/ 498850 h 6858008"/>
                <a:gd name="connsiteX47" fmla="*/ 1505916 w 9987054"/>
                <a:gd name="connsiteY47" fmla="*/ 0 h 685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987054" h="6858008">
                  <a:moveTo>
                    <a:pt x="3116" y="6361645"/>
                  </a:moveTo>
                  <a:lnTo>
                    <a:pt x="3999563" y="6361645"/>
                  </a:lnTo>
                  <a:cubicBezTo>
                    <a:pt x="4000807" y="6498209"/>
                    <a:pt x="4111805" y="6608579"/>
                    <a:pt x="4248990" y="6608579"/>
                  </a:cubicBezTo>
                  <a:lnTo>
                    <a:pt x="5737441" y="6608579"/>
                  </a:lnTo>
                  <a:cubicBezTo>
                    <a:pt x="5874626" y="6608579"/>
                    <a:pt x="5985624" y="6498209"/>
                    <a:pt x="5986868" y="6361645"/>
                  </a:cubicBezTo>
                  <a:lnTo>
                    <a:pt x="9987054" y="6361645"/>
                  </a:lnTo>
                  <a:lnTo>
                    <a:pt x="9983937" y="6858008"/>
                  </a:lnTo>
                  <a:lnTo>
                    <a:pt x="0" y="6858008"/>
                  </a:lnTo>
                  <a:close/>
                  <a:moveTo>
                    <a:pt x="3504897" y="978755"/>
                  </a:moveTo>
                  <a:lnTo>
                    <a:pt x="4003752" y="978755"/>
                  </a:lnTo>
                  <a:lnTo>
                    <a:pt x="4003752" y="1228182"/>
                  </a:lnTo>
                  <a:lnTo>
                    <a:pt x="3504897" y="1228182"/>
                  </a:lnTo>
                  <a:close/>
                  <a:moveTo>
                    <a:pt x="2254821" y="976510"/>
                  </a:moveTo>
                  <a:lnTo>
                    <a:pt x="3255025" y="976510"/>
                  </a:lnTo>
                  <a:lnTo>
                    <a:pt x="3255025" y="1225937"/>
                  </a:lnTo>
                  <a:lnTo>
                    <a:pt x="2255442" y="1225937"/>
                  </a:lnTo>
                  <a:lnTo>
                    <a:pt x="2255442" y="2718758"/>
                  </a:lnTo>
                  <a:lnTo>
                    <a:pt x="2006015" y="2718758"/>
                  </a:lnTo>
                  <a:lnTo>
                    <a:pt x="2006015" y="1225315"/>
                  </a:lnTo>
                  <a:cubicBezTo>
                    <a:pt x="2006015" y="1088130"/>
                    <a:pt x="2117635" y="976510"/>
                    <a:pt x="2254821" y="976510"/>
                  </a:cubicBezTo>
                  <a:close/>
                  <a:moveTo>
                    <a:pt x="1505916" y="0"/>
                  </a:moveTo>
                  <a:lnTo>
                    <a:pt x="1756595" y="0"/>
                  </a:lnTo>
                  <a:lnTo>
                    <a:pt x="8744290" y="0"/>
                  </a:lnTo>
                  <a:lnTo>
                    <a:pt x="8983744" y="0"/>
                  </a:lnTo>
                  <a:lnTo>
                    <a:pt x="8983744" y="15589"/>
                  </a:lnTo>
                  <a:lnTo>
                    <a:pt x="8983744" y="18707"/>
                  </a:lnTo>
                  <a:lnTo>
                    <a:pt x="8983744" y="939095"/>
                  </a:lnTo>
                  <a:lnTo>
                    <a:pt x="8982497" y="939095"/>
                  </a:lnTo>
                  <a:lnTo>
                    <a:pt x="8976884" y="5489260"/>
                  </a:lnTo>
                  <a:cubicBezTo>
                    <a:pt x="8976261" y="5764881"/>
                    <a:pt x="8753020" y="5987498"/>
                    <a:pt x="8478022" y="5987498"/>
                  </a:cubicBezTo>
                  <a:lnTo>
                    <a:pt x="7679096" y="5987498"/>
                  </a:lnTo>
                  <a:lnTo>
                    <a:pt x="7679096" y="5987510"/>
                  </a:lnTo>
                  <a:lnTo>
                    <a:pt x="2065594" y="5987510"/>
                  </a:lnTo>
                  <a:lnTo>
                    <a:pt x="2065594" y="5491142"/>
                  </a:lnTo>
                  <a:lnTo>
                    <a:pt x="6245808" y="5491142"/>
                  </a:lnTo>
                  <a:lnTo>
                    <a:pt x="6245808" y="5491131"/>
                  </a:lnTo>
                  <a:lnTo>
                    <a:pt x="8483646" y="5491131"/>
                  </a:lnTo>
                  <a:lnTo>
                    <a:pt x="8483646" y="501344"/>
                  </a:lnTo>
                  <a:lnTo>
                    <a:pt x="1510293" y="501344"/>
                  </a:lnTo>
                  <a:lnTo>
                    <a:pt x="1509341" y="1973100"/>
                  </a:lnTo>
                  <a:lnTo>
                    <a:pt x="1509144" y="1973100"/>
                  </a:lnTo>
                  <a:lnTo>
                    <a:pt x="1507187" y="5032688"/>
                  </a:lnTo>
                  <a:lnTo>
                    <a:pt x="1007078" y="5032688"/>
                  </a:lnTo>
                  <a:lnTo>
                    <a:pt x="1007078" y="1973100"/>
                  </a:lnTo>
                  <a:lnTo>
                    <a:pt x="1007066" y="1973100"/>
                  </a:lnTo>
                  <a:lnTo>
                    <a:pt x="1007066" y="748281"/>
                  </a:lnTo>
                  <a:lnTo>
                    <a:pt x="1007066" y="498850"/>
                  </a:lnTo>
                  <a:cubicBezTo>
                    <a:pt x="1007066" y="223240"/>
                    <a:pt x="1230307" y="0"/>
                    <a:pt x="1505916" y="0"/>
                  </a:cubicBezTo>
                  <a:close/>
                </a:path>
              </a:pathLst>
            </a:custGeom>
            <a:grpFill/>
            <a:ln w="9525" cap="flat">
              <a:noFill/>
              <a:prstDash val="solid"/>
              <a:miter/>
            </a:ln>
          </p:spPr>
          <p:txBody>
            <a:bodyPr wrap="square" rtlCol="0" anchor="ctr">
              <a:noAutofit/>
            </a:bodyPr>
            <a:lstStyle/>
            <a:p>
              <a:endParaRPr lang="en-US" dirty="0"/>
            </a:p>
          </p:txBody>
        </p:sp>
        <p:sp>
          <p:nvSpPr>
            <p:cNvPr id="1290" name="Freeform: Shape 1289">
              <a:extLst>
                <a:ext uri="{FF2B5EF4-FFF2-40B4-BE49-F238E27FC236}">
                  <a16:creationId xmlns:a16="http://schemas.microsoft.com/office/drawing/2014/main" id="{3A665E51-0DBC-DB6D-2EDE-308774E34632}"/>
                </a:ext>
                <a:ext uri="{C183D7F6-B498-43B3-948B-1728B52AA6E4}">
                  <adec:decorative xmlns:adec="http://schemas.microsoft.com/office/drawing/2017/decorative" val="1"/>
                </a:ext>
              </a:extLst>
            </p:cNvPr>
            <p:cNvSpPr/>
            <p:nvPr/>
          </p:nvSpPr>
          <p:spPr>
            <a:xfrm rot="10800000" flipV="1">
              <a:off x="10156133" y="2339715"/>
              <a:ext cx="424440" cy="291400"/>
            </a:xfrm>
            <a:custGeom>
              <a:avLst/>
              <a:gdLst>
                <a:gd name="connsiteX0" fmla="*/ 6366602 w 6366602"/>
                <a:gd name="connsiteY0" fmla="*/ 3622724 h 4371005"/>
                <a:gd name="connsiteX1" fmla="*/ 5618320 w 6366602"/>
                <a:gd name="connsiteY1" fmla="*/ 3622724 h 4371005"/>
                <a:gd name="connsiteX2" fmla="*/ 5618320 w 6366602"/>
                <a:gd name="connsiteY2" fmla="*/ 4371005 h 4371005"/>
                <a:gd name="connsiteX3" fmla="*/ 6366602 w 6366602"/>
                <a:gd name="connsiteY3" fmla="*/ 4371005 h 4371005"/>
                <a:gd name="connsiteX4" fmla="*/ 4489622 w 6366602"/>
                <a:gd name="connsiteY4" fmla="*/ 1995324 h 4371005"/>
                <a:gd name="connsiteX5" fmla="*/ 3990774 w 6366602"/>
                <a:gd name="connsiteY5" fmla="*/ 1995324 h 4371005"/>
                <a:gd name="connsiteX6" fmla="*/ 3990774 w 6366602"/>
                <a:gd name="connsiteY6" fmla="*/ 2993035 h 4371005"/>
                <a:gd name="connsiteX7" fmla="*/ 4489622 w 6366602"/>
                <a:gd name="connsiteY7" fmla="*/ 2993035 h 4371005"/>
                <a:gd name="connsiteX8" fmla="*/ 2496294 w 6366602"/>
                <a:gd name="connsiteY8" fmla="*/ 1745615 h 4371005"/>
                <a:gd name="connsiteX9" fmla="*/ 1994946 w 6366602"/>
                <a:gd name="connsiteY9" fmla="*/ 1745615 h 4371005"/>
                <a:gd name="connsiteX10" fmla="*/ 1994946 w 6366602"/>
                <a:gd name="connsiteY10" fmla="*/ 2984028 h 4371005"/>
                <a:gd name="connsiteX11" fmla="*/ 2496294 w 6366602"/>
                <a:gd name="connsiteY11" fmla="*/ 2984028 h 4371005"/>
                <a:gd name="connsiteX12" fmla="*/ 3491986 w 6366602"/>
                <a:gd name="connsiteY12" fmla="*/ 1247132 h 4371005"/>
                <a:gd name="connsiteX13" fmla="*/ 2993138 w 6366602"/>
                <a:gd name="connsiteY13" fmla="*/ 1247132 h 4371005"/>
                <a:gd name="connsiteX14" fmla="*/ 2993138 w 6366602"/>
                <a:gd name="connsiteY14" fmla="*/ 2984407 h 4371005"/>
                <a:gd name="connsiteX15" fmla="*/ 3491986 w 6366602"/>
                <a:gd name="connsiteY15" fmla="*/ 2984407 h 4371005"/>
                <a:gd name="connsiteX16" fmla="*/ 1496549 w 6366602"/>
                <a:gd name="connsiteY16" fmla="*/ 748283 h 4371005"/>
                <a:gd name="connsiteX17" fmla="*/ 997701 w 6366602"/>
                <a:gd name="connsiteY17" fmla="*/ 748283 h 4371005"/>
                <a:gd name="connsiteX18" fmla="*/ 997701 w 6366602"/>
                <a:gd name="connsiteY18" fmla="*/ 2984407 h 4371005"/>
                <a:gd name="connsiteX19" fmla="*/ 1496549 w 6366602"/>
                <a:gd name="connsiteY19" fmla="*/ 2984407 h 4371005"/>
                <a:gd name="connsiteX20" fmla="*/ 498854 w 6366602"/>
                <a:gd name="connsiteY20" fmla="*/ 0 h 4371005"/>
                <a:gd name="connsiteX21" fmla="*/ 0 w 6366602"/>
                <a:gd name="connsiteY21" fmla="*/ 0 h 4371005"/>
                <a:gd name="connsiteX22" fmla="*/ 0 w 6366602"/>
                <a:gd name="connsiteY22" fmla="*/ 2984400 h 4371005"/>
                <a:gd name="connsiteX23" fmla="*/ 498855 w 6366602"/>
                <a:gd name="connsiteY23" fmla="*/ 2984400 h 437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66602" h="4371005">
                  <a:moveTo>
                    <a:pt x="6366602" y="3622724"/>
                  </a:moveTo>
                  <a:lnTo>
                    <a:pt x="5618320" y="3622724"/>
                  </a:lnTo>
                  <a:lnTo>
                    <a:pt x="5618320" y="4371005"/>
                  </a:lnTo>
                  <a:lnTo>
                    <a:pt x="6366602" y="4371005"/>
                  </a:lnTo>
                  <a:close/>
                  <a:moveTo>
                    <a:pt x="4489622" y="1995324"/>
                  </a:moveTo>
                  <a:lnTo>
                    <a:pt x="3990774" y="1995324"/>
                  </a:lnTo>
                  <a:lnTo>
                    <a:pt x="3990774" y="2993035"/>
                  </a:lnTo>
                  <a:lnTo>
                    <a:pt x="4489622" y="2993035"/>
                  </a:lnTo>
                  <a:close/>
                  <a:moveTo>
                    <a:pt x="2496294" y="1745615"/>
                  </a:moveTo>
                  <a:lnTo>
                    <a:pt x="1994946" y="1745615"/>
                  </a:lnTo>
                  <a:lnTo>
                    <a:pt x="1994946" y="2984028"/>
                  </a:lnTo>
                  <a:lnTo>
                    <a:pt x="2496294" y="2984028"/>
                  </a:lnTo>
                  <a:close/>
                  <a:moveTo>
                    <a:pt x="3491986" y="1247132"/>
                  </a:moveTo>
                  <a:lnTo>
                    <a:pt x="2993138" y="1247132"/>
                  </a:lnTo>
                  <a:lnTo>
                    <a:pt x="2993138" y="2984407"/>
                  </a:lnTo>
                  <a:lnTo>
                    <a:pt x="3491986" y="2984407"/>
                  </a:lnTo>
                  <a:close/>
                  <a:moveTo>
                    <a:pt x="1496549" y="748283"/>
                  </a:moveTo>
                  <a:lnTo>
                    <a:pt x="997701" y="748283"/>
                  </a:lnTo>
                  <a:lnTo>
                    <a:pt x="997701" y="2984407"/>
                  </a:lnTo>
                  <a:lnTo>
                    <a:pt x="1496549" y="2984407"/>
                  </a:lnTo>
                  <a:close/>
                  <a:moveTo>
                    <a:pt x="498854" y="0"/>
                  </a:moveTo>
                  <a:lnTo>
                    <a:pt x="0" y="0"/>
                  </a:lnTo>
                  <a:lnTo>
                    <a:pt x="0" y="2984400"/>
                  </a:lnTo>
                  <a:lnTo>
                    <a:pt x="498855" y="2984400"/>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90" name="Group 89">
            <a:extLst>
              <a:ext uri="{FF2B5EF4-FFF2-40B4-BE49-F238E27FC236}">
                <a16:creationId xmlns:a16="http://schemas.microsoft.com/office/drawing/2014/main" id="{FDFFF8FA-BF3D-33D9-EF43-FEA080E09E30}"/>
              </a:ext>
              <a:ext uri="{C183D7F6-B498-43B3-948B-1728B52AA6E4}">
                <adec:decorative xmlns:adec="http://schemas.microsoft.com/office/drawing/2017/decorative" val="1"/>
              </a:ext>
            </a:extLst>
          </p:cNvPr>
          <p:cNvGrpSpPr>
            <a:grpSpLocks noChangeAspect="1"/>
          </p:cNvGrpSpPr>
          <p:nvPr/>
        </p:nvGrpSpPr>
        <p:grpSpPr>
          <a:xfrm>
            <a:off x="10900246" y="2223703"/>
            <a:ext cx="651992" cy="457200"/>
            <a:chOff x="10900246" y="2223703"/>
            <a:chExt cx="651992" cy="457200"/>
          </a:xfrm>
          <a:solidFill>
            <a:schemeClr val="accent2"/>
          </a:solidFill>
        </p:grpSpPr>
        <p:sp>
          <p:nvSpPr>
            <p:cNvPr id="1308" name="Freeform: Shape 1307">
              <a:extLst>
                <a:ext uri="{FF2B5EF4-FFF2-40B4-BE49-F238E27FC236}">
                  <a16:creationId xmlns:a16="http://schemas.microsoft.com/office/drawing/2014/main" id="{E3751904-25F5-9AD3-9504-61B7250845FE}"/>
                </a:ext>
                <a:ext uri="{C183D7F6-B498-43B3-948B-1728B52AA6E4}">
                  <adec:decorative xmlns:adec="http://schemas.microsoft.com/office/drawing/2017/decorative" val="1"/>
                </a:ext>
              </a:extLst>
            </p:cNvPr>
            <p:cNvSpPr/>
            <p:nvPr/>
          </p:nvSpPr>
          <p:spPr>
            <a:xfrm>
              <a:off x="10900246" y="2223703"/>
              <a:ext cx="651992" cy="457200"/>
            </a:xfrm>
            <a:custGeom>
              <a:avLst/>
              <a:gdLst>
                <a:gd name="connsiteX0" fmla="*/ 3052 w 9779885"/>
                <a:gd name="connsiteY0" fmla="*/ 6371943 h 6858006"/>
                <a:gd name="connsiteX1" fmla="*/ 3916597 w 9779885"/>
                <a:gd name="connsiteY1" fmla="*/ 6371943 h 6858006"/>
                <a:gd name="connsiteX2" fmla="*/ 4160850 w 9779885"/>
                <a:gd name="connsiteY2" fmla="*/ 6613753 h 6858006"/>
                <a:gd name="connsiteX3" fmla="*/ 5618425 w 9779885"/>
                <a:gd name="connsiteY3" fmla="*/ 6613753 h 6858006"/>
                <a:gd name="connsiteX4" fmla="*/ 5862678 w 9779885"/>
                <a:gd name="connsiteY4" fmla="*/ 6371943 h 6858006"/>
                <a:gd name="connsiteX5" fmla="*/ 9779885 w 9779885"/>
                <a:gd name="connsiteY5" fmla="*/ 6371943 h 6858006"/>
                <a:gd name="connsiteX6" fmla="*/ 9776834 w 9779885"/>
                <a:gd name="connsiteY6" fmla="*/ 6858006 h 6858006"/>
                <a:gd name="connsiteX7" fmla="*/ 0 w 9779885"/>
                <a:gd name="connsiteY7" fmla="*/ 6858006 h 6858006"/>
                <a:gd name="connsiteX8" fmla="*/ 7215230 w 9779885"/>
                <a:gd name="connsiteY8" fmla="*/ 1954022 h 6858006"/>
                <a:gd name="connsiteX9" fmla="*/ 7947989 w 9779885"/>
                <a:gd name="connsiteY9" fmla="*/ 1954022 h 6858006"/>
                <a:gd name="connsiteX10" fmla="*/ 7947989 w 9779885"/>
                <a:gd name="connsiteY10" fmla="*/ 2686780 h 6858006"/>
                <a:gd name="connsiteX11" fmla="*/ 7215230 w 9779885"/>
                <a:gd name="connsiteY11" fmla="*/ 2686780 h 6858006"/>
                <a:gd name="connsiteX12" fmla="*/ 6238218 w 9779885"/>
                <a:gd name="connsiteY12" fmla="*/ 1954021 h 6858006"/>
                <a:gd name="connsiteX13" fmla="*/ 6970977 w 9779885"/>
                <a:gd name="connsiteY13" fmla="*/ 1954021 h 6858006"/>
                <a:gd name="connsiteX14" fmla="*/ 6970977 w 9779885"/>
                <a:gd name="connsiteY14" fmla="*/ 2686779 h 6858006"/>
                <a:gd name="connsiteX15" fmla="*/ 6238218 w 9779885"/>
                <a:gd name="connsiteY15" fmla="*/ 2686779 h 6858006"/>
                <a:gd name="connsiteX16" fmla="*/ 3431143 w 9779885"/>
                <a:gd name="connsiteY16" fmla="*/ 1104632 h 6858006"/>
                <a:gd name="connsiteX17" fmla="*/ 3919649 w 9779885"/>
                <a:gd name="connsiteY17" fmla="*/ 1104632 h 6858006"/>
                <a:gd name="connsiteX18" fmla="*/ 3919649 w 9779885"/>
                <a:gd name="connsiteY18" fmla="*/ 1348885 h 6858006"/>
                <a:gd name="connsiteX19" fmla="*/ 3431143 w 9779885"/>
                <a:gd name="connsiteY19" fmla="*/ 1348885 h 6858006"/>
                <a:gd name="connsiteX20" fmla="*/ 2207438 w 9779885"/>
                <a:gd name="connsiteY20" fmla="*/ 1102189 h 6858006"/>
                <a:gd name="connsiteX21" fmla="*/ 3186889 w 9779885"/>
                <a:gd name="connsiteY21" fmla="*/ 1102189 h 6858006"/>
                <a:gd name="connsiteX22" fmla="*/ 3186889 w 9779885"/>
                <a:gd name="connsiteY22" fmla="*/ 1346442 h 6858006"/>
                <a:gd name="connsiteX23" fmla="*/ 2208047 w 9779885"/>
                <a:gd name="connsiteY23" fmla="*/ 1346442 h 6858006"/>
                <a:gd name="connsiteX24" fmla="*/ 2208047 w 9779885"/>
                <a:gd name="connsiteY24" fmla="*/ 2808291 h 6858006"/>
                <a:gd name="connsiteX25" fmla="*/ 1963794 w 9779885"/>
                <a:gd name="connsiteY25" fmla="*/ 2808291 h 6858006"/>
                <a:gd name="connsiteX26" fmla="*/ 1963794 w 9779885"/>
                <a:gd name="connsiteY26" fmla="*/ 1345833 h 6858006"/>
                <a:gd name="connsiteX27" fmla="*/ 2207438 w 9779885"/>
                <a:gd name="connsiteY27" fmla="*/ 1102189 h 6858006"/>
                <a:gd name="connsiteX28" fmla="*/ 6238218 w 9779885"/>
                <a:gd name="connsiteY28" fmla="*/ 977010 h 6858006"/>
                <a:gd name="connsiteX29" fmla="*/ 6970977 w 9779885"/>
                <a:gd name="connsiteY29" fmla="*/ 977010 h 6858006"/>
                <a:gd name="connsiteX30" fmla="*/ 6970977 w 9779885"/>
                <a:gd name="connsiteY30" fmla="*/ 1709768 h 6858006"/>
                <a:gd name="connsiteX31" fmla="*/ 6238218 w 9779885"/>
                <a:gd name="connsiteY31" fmla="*/ 1709768 h 6858006"/>
                <a:gd name="connsiteX32" fmla="*/ 8192242 w 9779885"/>
                <a:gd name="connsiteY32" fmla="*/ 977010 h 6858006"/>
                <a:gd name="connsiteX33" fmla="*/ 8925001 w 9779885"/>
                <a:gd name="connsiteY33" fmla="*/ 977010 h 6858006"/>
                <a:gd name="connsiteX34" fmla="*/ 8925001 w 9779885"/>
                <a:gd name="connsiteY34" fmla="*/ 1709768 h 6858006"/>
                <a:gd name="connsiteX35" fmla="*/ 8192242 w 9779885"/>
                <a:gd name="connsiteY35" fmla="*/ 1709768 h 6858006"/>
                <a:gd name="connsiteX36" fmla="*/ 7215230 w 9779885"/>
                <a:gd name="connsiteY36" fmla="*/ 977010 h 6858006"/>
                <a:gd name="connsiteX37" fmla="*/ 7947989 w 9779885"/>
                <a:gd name="connsiteY37" fmla="*/ 977010 h 6858006"/>
                <a:gd name="connsiteX38" fmla="*/ 7947989 w 9779885"/>
                <a:gd name="connsiteY38" fmla="*/ 1709768 h 6858006"/>
                <a:gd name="connsiteX39" fmla="*/ 7215230 w 9779885"/>
                <a:gd name="connsiteY39" fmla="*/ 1709768 h 6858006"/>
                <a:gd name="connsiteX40" fmla="*/ 1475289 w 9779885"/>
                <a:gd name="connsiteY40" fmla="*/ 122126 h 6858006"/>
                <a:gd name="connsiteX41" fmla="*/ 5993966 w 9779885"/>
                <a:gd name="connsiteY41" fmla="*/ 122126 h 6858006"/>
                <a:gd name="connsiteX42" fmla="*/ 5993966 w 9779885"/>
                <a:gd name="connsiteY42" fmla="*/ 610631 h 6858006"/>
                <a:gd name="connsiteX43" fmla="*/ 1470404 w 9779885"/>
                <a:gd name="connsiteY43" fmla="*/ 610631 h 6858006"/>
                <a:gd name="connsiteX44" fmla="*/ 1467352 w 9779885"/>
                <a:gd name="connsiteY44" fmla="*/ 5517667 h 6858006"/>
                <a:gd name="connsiteX45" fmla="*/ 8314368 w 9779885"/>
                <a:gd name="connsiteY45" fmla="*/ 5517667 h 6858006"/>
                <a:gd name="connsiteX46" fmla="*/ 8314368 w 9779885"/>
                <a:gd name="connsiteY46" fmla="*/ 2931031 h 6858006"/>
                <a:gd name="connsiteX47" fmla="*/ 8802874 w 9779885"/>
                <a:gd name="connsiteY47" fmla="*/ 2931031 h 6858006"/>
                <a:gd name="connsiteX48" fmla="*/ 8802874 w 9779885"/>
                <a:gd name="connsiteY48" fmla="*/ 5520109 h 6858006"/>
                <a:gd name="connsiteX49" fmla="*/ 8314368 w 9779885"/>
                <a:gd name="connsiteY49" fmla="*/ 6008006 h 6858006"/>
                <a:gd name="connsiteX50" fmla="*/ 977012 w 9779885"/>
                <a:gd name="connsiteY50" fmla="*/ 6008006 h 6858006"/>
                <a:gd name="connsiteX51" fmla="*/ 977012 w 9779885"/>
                <a:gd name="connsiteY51" fmla="*/ 5992741 h 6858006"/>
                <a:gd name="connsiteX52" fmla="*/ 977012 w 9779885"/>
                <a:gd name="connsiteY52" fmla="*/ 5088391 h 6858006"/>
                <a:gd name="connsiteX53" fmla="*/ 978846 w 9779885"/>
                <a:gd name="connsiteY53" fmla="*/ 5088391 h 6858006"/>
                <a:gd name="connsiteX54" fmla="*/ 986782 w 9779885"/>
                <a:gd name="connsiteY54" fmla="*/ 609407 h 6858006"/>
                <a:gd name="connsiteX55" fmla="*/ 1475289 w 9779885"/>
                <a:gd name="connsiteY55" fmla="*/ 122126 h 6858006"/>
                <a:gd name="connsiteX56" fmla="*/ 8192242 w 9779885"/>
                <a:gd name="connsiteY56" fmla="*/ 0 h 6858006"/>
                <a:gd name="connsiteX57" fmla="*/ 8925001 w 9779885"/>
                <a:gd name="connsiteY57" fmla="*/ 0 h 6858006"/>
                <a:gd name="connsiteX58" fmla="*/ 8925001 w 9779885"/>
                <a:gd name="connsiteY58" fmla="*/ 732758 h 6858006"/>
                <a:gd name="connsiteX59" fmla="*/ 8192242 w 9779885"/>
                <a:gd name="connsiteY59" fmla="*/ 732758 h 6858006"/>
                <a:gd name="connsiteX60" fmla="*/ 7215230 w 9779885"/>
                <a:gd name="connsiteY60" fmla="*/ 0 h 6858006"/>
                <a:gd name="connsiteX61" fmla="*/ 7947989 w 9779885"/>
                <a:gd name="connsiteY61" fmla="*/ 0 h 6858006"/>
                <a:gd name="connsiteX62" fmla="*/ 7947989 w 9779885"/>
                <a:gd name="connsiteY62" fmla="*/ 732758 h 6858006"/>
                <a:gd name="connsiteX63" fmla="*/ 7215230 w 9779885"/>
                <a:gd name="connsiteY63" fmla="*/ 732758 h 6858006"/>
                <a:gd name="connsiteX64" fmla="*/ 6238218 w 9779885"/>
                <a:gd name="connsiteY64" fmla="*/ 0 h 6858006"/>
                <a:gd name="connsiteX65" fmla="*/ 6970977 w 9779885"/>
                <a:gd name="connsiteY65" fmla="*/ 0 h 6858006"/>
                <a:gd name="connsiteX66" fmla="*/ 6970977 w 9779885"/>
                <a:gd name="connsiteY66" fmla="*/ 732757 h 6858006"/>
                <a:gd name="connsiteX67" fmla="*/ 6238218 w 9779885"/>
                <a:gd name="connsiteY67" fmla="*/ 732757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779885" h="6858006">
                  <a:moveTo>
                    <a:pt x="3052" y="6371943"/>
                  </a:moveTo>
                  <a:lnTo>
                    <a:pt x="3916597" y="6371943"/>
                  </a:lnTo>
                  <a:cubicBezTo>
                    <a:pt x="3917816" y="6505673"/>
                    <a:pt x="4026511" y="6613753"/>
                    <a:pt x="4160850" y="6613753"/>
                  </a:cubicBezTo>
                  <a:lnTo>
                    <a:pt x="5618425" y="6613753"/>
                  </a:lnTo>
                  <a:cubicBezTo>
                    <a:pt x="5752764" y="6613753"/>
                    <a:pt x="5861459" y="6505673"/>
                    <a:pt x="5862678" y="6371943"/>
                  </a:cubicBezTo>
                  <a:lnTo>
                    <a:pt x="9779885" y="6371943"/>
                  </a:lnTo>
                  <a:lnTo>
                    <a:pt x="9776834" y="6858006"/>
                  </a:lnTo>
                  <a:lnTo>
                    <a:pt x="0" y="6858006"/>
                  </a:lnTo>
                  <a:close/>
                  <a:moveTo>
                    <a:pt x="7215230" y="1954022"/>
                  </a:moveTo>
                  <a:lnTo>
                    <a:pt x="7947989" y="1954022"/>
                  </a:lnTo>
                  <a:lnTo>
                    <a:pt x="7947989" y="2686780"/>
                  </a:lnTo>
                  <a:lnTo>
                    <a:pt x="7215230" y="2686780"/>
                  </a:lnTo>
                  <a:close/>
                  <a:moveTo>
                    <a:pt x="6238218" y="1954021"/>
                  </a:moveTo>
                  <a:lnTo>
                    <a:pt x="6970977" y="1954021"/>
                  </a:lnTo>
                  <a:lnTo>
                    <a:pt x="6970977" y="2686779"/>
                  </a:lnTo>
                  <a:lnTo>
                    <a:pt x="6238218" y="2686779"/>
                  </a:lnTo>
                  <a:close/>
                  <a:moveTo>
                    <a:pt x="3431143" y="1104632"/>
                  </a:moveTo>
                  <a:lnTo>
                    <a:pt x="3919649" y="1104632"/>
                  </a:lnTo>
                  <a:lnTo>
                    <a:pt x="3919649" y="1348885"/>
                  </a:lnTo>
                  <a:lnTo>
                    <a:pt x="3431143" y="1348885"/>
                  </a:lnTo>
                  <a:close/>
                  <a:moveTo>
                    <a:pt x="2207438" y="1102189"/>
                  </a:moveTo>
                  <a:lnTo>
                    <a:pt x="3186889" y="1102189"/>
                  </a:lnTo>
                  <a:lnTo>
                    <a:pt x="3186889" y="1346442"/>
                  </a:lnTo>
                  <a:lnTo>
                    <a:pt x="2208047" y="1346442"/>
                  </a:lnTo>
                  <a:lnTo>
                    <a:pt x="2208047" y="2808291"/>
                  </a:lnTo>
                  <a:lnTo>
                    <a:pt x="1963794" y="2808291"/>
                  </a:lnTo>
                  <a:lnTo>
                    <a:pt x="1963794" y="1345833"/>
                  </a:lnTo>
                  <a:cubicBezTo>
                    <a:pt x="1963794" y="1211494"/>
                    <a:pt x="2073099" y="1102189"/>
                    <a:pt x="2207438" y="1102189"/>
                  </a:cubicBezTo>
                  <a:close/>
                  <a:moveTo>
                    <a:pt x="6238218" y="977010"/>
                  </a:moveTo>
                  <a:lnTo>
                    <a:pt x="6970977" y="977010"/>
                  </a:lnTo>
                  <a:lnTo>
                    <a:pt x="6970977" y="1709768"/>
                  </a:lnTo>
                  <a:lnTo>
                    <a:pt x="6238218" y="1709768"/>
                  </a:lnTo>
                  <a:close/>
                  <a:moveTo>
                    <a:pt x="8192242" y="977010"/>
                  </a:moveTo>
                  <a:lnTo>
                    <a:pt x="8925001" y="977010"/>
                  </a:lnTo>
                  <a:lnTo>
                    <a:pt x="8925001" y="1709768"/>
                  </a:lnTo>
                  <a:lnTo>
                    <a:pt x="8192242" y="1709768"/>
                  </a:lnTo>
                  <a:close/>
                  <a:moveTo>
                    <a:pt x="7215230" y="977010"/>
                  </a:moveTo>
                  <a:lnTo>
                    <a:pt x="7947989" y="977010"/>
                  </a:lnTo>
                  <a:lnTo>
                    <a:pt x="7947989" y="1709768"/>
                  </a:lnTo>
                  <a:lnTo>
                    <a:pt x="7215230" y="1709768"/>
                  </a:lnTo>
                  <a:close/>
                  <a:moveTo>
                    <a:pt x="1475289" y="122126"/>
                  </a:moveTo>
                  <a:lnTo>
                    <a:pt x="5993966" y="122126"/>
                  </a:lnTo>
                  <a:lnTo>
                    <a:pt x="5993966" y="610631"/>
                  </a:lnTo>
                  <a:lnTo>
                    <a:pt x="1470404" y="610631"/>
                  </a:lnTo>
                  <a:lnTo>
                    <a:pt x="1467352" y="5517667"/>
                  </a:lnTo>
                  <a:lnTo>
                    <a:pt x="8314368" y="5517667"/>
                  </a:lnTo>
                  <a:lnTo>
                    <a:pt x="8314368" y="2931031"/>
                  </a:lnTo>
                  <a:lnTo>
                    <a:pt x="8802874" y="2931031"/>
                  </a:lnTo>
                  <a:lnTo>
                    <a:pt x="8802874" y="5520109"/>
                  </a:lnTo>
                  <a:cubicBezTo>
                    <a:pt x="8802874" y="5789396"/>
                    <a:pt x="8584272" y="6008006"/>
                    <a:pt x="8314368" y="6008006"/>
                  </a:cubicBezTo>
                  <a:lnTo>
                    <a:pt x="977012" y="6008006"/>
                  </a:lnTo>
                  <a:lnTo>
                    <a:pt x="977012" y="5992741"/>
                  </a:lnTo>
                  <a:lnTo>
                    <a:pt x="977012" y="5088391"/>
                  </a:lnTo>
                  <a:lnTo>
                    <a:pt x="978846" y="5088391"/>
                  </a:lnTo>
                  <a:lnTo>
                    <a:pt x="986782" y="609407"/>
                  </a:lnTo>
                  <a:cubicBezTo>
                    <a:pt x="987392" y="340120"/>
                    <a:pt x="1206001" y="122126"/>
                    <a:pt x="1475289" y="122126"/>
                  </a:cubicBezTo>
                  <a:close/>
                  <a:moveTo>
                    <a:pt x="8192242" y="0"/>
                  </a:moveTo>
                  <a:lnTo>
                    <a:pt x="8925001" y="0"/>
                  </a:lnTo>
                  <a:lnTo>
                    <a:pt x="8925001" y="732758"/>
                  </a:lnTo>
                  <a:lnTo>
                    <a:pt x="8192242" y="732758"/>
                  </a:lnTo>
                  <a:close/>
                  <a:moveTo>
                    <a:pt x="7215230" y="0"/>
                  </a:moveTo>
                  <a:lnTo>
                    <a:pt x="7947989" y="0"/>
                  </a:lnTo>
                  <a:lnTo>
                    <a:pt x="7947989" y="732758"/>
                  </a:lnTo>
                  <a:lnTo>
                    <a:pt x="7215230" y="732758"/>
                  </a:lnTo>
                  <a:close/>
                  <a:moveTo>
                    <a:pt x="6238218" y="0"/>
                  </a:moveTo>
                  <a:lnTo>
                    <a:pt x="6970977" y="0"/>
                  </a:lnTo>
                  <a:lnTo>
                    <a:pt x="6970977" y="732757"/>
                  </a:lnTo>
                  <a:lnTo>
                    <a:pt x="6238218" y="732757"/>
                  </a:lnTo>
                  <a:close/>
                </a:path>
              </a:pathLst>
            </a:custGeom>
            <a:grpFill/>
            <a:ln w="9525" cap="flat">
              <a:noFill/>
              <a:prstDash val="solid"/>
              <a:miter/>
            </a:ln>
          </p:spPr>
          <p:txBody>
            <a:bodyPr wrap="square" rtlCol="0" anchor="ctr">
              <a:noAutofit/>
            </a:bodyPr>
            <a:lstStyle/>
            <a:p>
              <a:endParaRPr lang="en-US" dirty="0"/>
            </a:p>
          </p:txBody>
        </p:sp>
        <p:sp>
          <p:nvSpPr>
            <p:cNvPr id="1309" name="Freeform: Shape 1308">
              <a:extLst>
                <a:ext uri="{FF2B5EF4-FFF2-40B4-BE49-F238E27FC236}">
                  <a16:creationId xmlns:a16="http://schemas.microsoft.com/office/drawing/2014/main" id="{BBD261F7-B488-2168-1155-F8AE34CCDD18}"/>
                </a:ext>
                <a:ext uri="{C183D7F6-B498-43B3-948B-1728B52AA6E4}">
                  <adec:decorative xmlns:adec="http://schemas.microsoft.com/office/drawing/2017/decorative" val="1"/>
                </a:ext>
              </a:extLst>
            </p:cNvPr>
            <p:cNvSpPr/>
            <p:nvPr/>
          </p:nvSpPr>
          <p:spPr>
            <a:xfrm>
              <a:off x="11446395" y="2353971"/>
              <a:ext cx="48851" cy="48850"/>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a:p>
          </p:txBody>
        </p:sp>
      </p:grpSp>
      <p:grpSp>
        <p:nvGrpSpPr>
          <p:cNvPr id="89" name="Group 88">
            <a:extLst>
              <a:ext uri="{FF2B5EF4-FFF2-40B4-BE49-F238E27FC236}">
                <a16:creationId xmlns:a16="http://schemas.microsoft.com/office/drawing/2014/main" id="{D9D46C6C-AC0C-6434-4C1C-E3C347105FF7}"/>
              </a:ext>
              <a:ext uri="{C183D7F6-B498-43B3-948B-1728B52AA6E4}">
                <adec:decorative xmlns:adec="http://schemas.microsoft.com/office/drawing/2017/decorative" val="1"/>
              </a:ext>
            </a:extLst>
          </p:cNvPr>
          <p:cNvGrpSpPr>
            <a:grpSpLocks noChangeAspect="1"/>
          </p:cNvGrpSpPr>
          <p:nvPr/>
        </p:nvGrpSpPr>
        <p:grpSpPr>
          <a:xfrm>
            <a:off x="639763" y="2930159"/>
            <a:ext cx="568737" cy="457200"/>
            <a:chOff x="639763" y="2930159"/>
            <a:chExt cx="568737" cy="457200"/>
          </a:xfrm>
          <a:solidFill>
            <a:schemeClr val="accent2"/>
          </a:solidFill>
        </p:grpSpPr>
        <p:sp>
          <p:nvSpPr>
            <p:cNvPr id="1330" name="Freeform: Shape 1329">
              <a:extLst>
                <a:ext uri="{FF2B5EF4-FFF2-40B4-BE49-F238E27FC236}">
                  <a16:creationId xmlns:a16="http://schemas.microsoft.com/office/drawing/2014/main" id="{F070C2BA-4E39-829D-4F73-C5CAAE28495E}"/>
                </a:ext>
                <a:ext uri="{C183D7F6-B498-43B3-948B-1728B52AA6E4}">
                  <adec:decorative xmlns:adec="http://schemas.microsoft.com/office/drawing/2017/decorative" val="1"/>
                </a:ext>
              </a:extLst>
            </p:cNvPr>
            <p:cNvSpPr/>
            <p:nvPr/>
          </p:nvSpPr>
          <p:spPr>
            <a:xfrm flipH="1">
              <a:off x="639763" y="2996206"/>
              <a:ext cx="568737" cy="391153"/>
            </a:xfrm>
            <a:custGeom>
              <a:avLst/>
              <a:gdLst>
                <a:gd name="connsiteX0" fmla="*/ 8433130 w 8531055"/>
                <a:gd name="connsiteY0" fmla="*/ 5401183 h 5867305"/>
                <a:gd name="connsiteX1" fmla="*/ 8340011 w 8531055"/>
                <a:gd name="connsiteY1" fmla="*/ 5404648 h 5867305"/>
                <a:gd name="connsiteX2" fmla="*/ 6559752 w 8531055"/>
                <a:gd name="connsiteY2" fmla="*/ 5403680 h 5867305"/>
                <a:gd name="connsiteX3" fmla="*/ 6427155 w 8531055"/>
                <a:gd name="connsiteY3" fmla="*/ 5403704 h 5867305"/>
                <a:gd name="connsiteX4" fmla="*/ 5116788 w 8531055"/>
                <a:gd name="connsiteY4" fmla="*/ 5403713 h 5867305"/>
                <a:gd name="connsiteX5" fmla="*/ 5081067 w 8531055"/>
                <a:gd name="connsiteY5" fmla="*/ 5451092 h 5867305"/>
                <a:gd name="connsiteX6" fmla="*/ 4822136 w 8531055"/>
                <a:gd name="connsiteY6" fmla="*/ 5628368 h 5867305"/>
                <a:gd name="connsiteX7" fmla="*/ 4500219 w 8531055"/>
                <a:gd name="connsiteY7" fmla="*/ 5629805 h 5867305"/>
                <a:gd name="connsiteX8" fmla="*/ 3818415 w 8531055"/>
                <a:gd name="connsiteY8" fmla="*/ 5629829 h 5867305"/>
                <a:gd name="connsiteX9" fmla="*/ 3742662 w 8531055"/>
                <a:gd name="connsiteY9" fmla="*/ 5629944 h 5867305"/>
                <a:gd name="connsiteX10" fmla="*/ 3410853 w 8531055"/>
                <a:gd name="connsiteY10" fmla="*/ 5404607 h 5867305"/>
                <a:gd name="connsiteX11" fmla="*/ 92789 w 8531055"/>
                <a:gd name="connsiteY11" fmla="*/ 5405166 h 5867305"/>
                <a:gd name="connsiteX12" fmla="*/ 10198 w 8531055"/>
                <a:gd name="connsiteY12" fmla="*/ 5420149 h 5867305"/>
                <a:gd name="connsiteX13" fmla="*/ 4410 w 8531055"/>
                <a:gd name="connsiteY13" fmla="*/ 5843672 h 5867305"/>
                <a:gd name="connsiteX14" fmla="*/ 119364 w 8531055"/>
                <a:gd name="connsiteY14" fmla="*/ 5864607 h 5867305"/>
                <a:gd name="connsiteX15" fmla="*/ 251879 w 8531055"/>
                <a:gd name="connsiteY15" fmla="*/ 5865634 h 5867305"/>
                <a:gd name="connsiteX16" fmla="*/ 8281992 w 8531055"/>
                <a:gd name="connsiteY16" fmla="*/ 5865116 h 5867305"/>
                <a:gd name="connsiteX17" fmla="*/ 8513633 w 8531055"/>
                <a:gd name="connsiteY17" fmla="*/ 5848902 h 5867305"/>
                <a:gd name="connsiteX18" fmla="*/ 8523140 w 8531055"/>
                <a:gd name="connsiteY18" fmla="*/ 5439286 h 5867305"/>
                <a:gd name="connsiteX19" fmla="*/ 8433130 w 8531055"/>
                <a:gd name="connsiteY19" fmla="*/ 5401183 h 5867305"/>
                <a:gd name="connsiteX20" fmla="*/ 3690824 w 8531055"/>
                <a:gd name="connsiteY20" fmla="*/ 4244610 h 5867305"/>
                <a:gd name="connsiteX21" fmla="*/ 3202207 w 8531055"/>
                <a:gd name="connsiteY21" fmla="*/ 4244610 h 5867305"/>
                <a:gd name="connsiteX22" fmla="*/ 3202207 w 8531055"/>
                <a:gd name="connsiteY22" fmla="*/ 4478174 h 5867305"/>
                <a:gd name="connsiteX23" fmla="*/ 3690824 w 8531055"/>
                <a:gd name="connsiteY23" fmla="*/ 4478174 h 5867305"/>
                <a:gd name="connsiteX24" fmla="*/ 4392644 w 8531055"/>
                <a:gd name="connsiteY24" fmla="*/ 4244268 h 5867305"/>
                <a:gd name="connsiteX25" fmla="*/ 3933777 w 8531055"/>
                <a:gd name="connsiteY25" fmla="*/ 4244268 h 5867305"/>
                <a:gd name="connsiteX26" fmla="*/ 3933777 w 8531055"/>
                <a:gd name="connsiteY26" fmla="*/ 4476600 h 5867305"/>
                <a:gd name="connsiteX27" fmla="*/ 4392644 w 8531055"/>
                <a:gd name="connsiteY27" fmla="*/ 4476600 h 5867305"/>
                <a:gd name="connsiteX28" fmla="*/ 5133717 w 8531055"/>
                <a:gd name="connsiteY28" fmla="*/ 4243767 h 5867305"/>
                <a:gd name="connsiteX29" fmla="*/ 4644821 w 8531055"/>
                <a:gd name="connsiteY29" fmla="*/ 4243767 h 5867305"/>
                <a:gd name="connsiteX30" fmla="*/ 4644821 w 8531055"/>
                <a:gd name="connsiteY30" fmla="*/ 4477142 h 5867305"/>
                <a:gd name="connsiteX31" fmla="*/ 5133717 w 8531055"/>
                <a:gd name="connsiteY31" fmla="*/ 4477142 h 5867305"/>
                <a:gd name="connsiteX32" fmla="*/ 5219724 w 8531055"/>
                <a:gd name="connsiteY32" fmla="*/ 2604622 h 5867305"/>
                <a:gd name="connsiteX33" fmla="*/ 5190339 w 8531055"/>
                <a:gd name="connsiteY33" fmla="*/ 2606863 h 5867305"/>
                <a:gd name="connsiteX34" fmla="*/ 5160955 w 8531055"/>
                <a:gd name="connsiteY34" fmla="*/ 2604622 h 5867305"/>
                <a:gd name="connsiteX35" fmla="*/ 5034411 w 8531055"/>
                <a:gd name="connsiteY35" fmla="*/ 2618753 h 5867305"/>
                <a:gd name="connsiteX36" fmla="*/ 4979954 w 8531055"/>
                <a:gd name="connsiteY36" fmla="*/ 2622908 h 5867305"/>
                <a:gd name="connsiteX37" fmla="*/ 4967894 w 8531055"/>
                <a:gd name="connsiteY37" fmla="*/ 2626180 h 5867305"/>
                <a:gd name="connsiteX38" fmla="*/ 4921930 w 8531055"/>
                <a:gd name="connsiteY38" fmla="*/ 2631314 h 5867305"/>
                <a:gd name="connsiteX39" fmla="*/ 4684141 w 8531055"/>
                <a:gd name="connsiteY39" fmla="*/ 2701047 h 5867305"/>
                <a:gd name="connsiteX40" fmla="*/ 4211354 w 8531055"/>
                <a:gd name="connsiteY40" fmla="*/ 3004732 h 5867305"/>
                <a:gd name="connsiteX41" fmla="*/ 4174918 w 8531055"/>
                <a:gd name="connsiteY41" fmla="*/ 3054055 h 5867305"/>
                <a:gd name="connsiteX42" fmla="*/ 4142050 w 8531055"/>
                <a:gd name="connsiteY42" fmla="*/ 3081124 h 5867305"/>
                <a:gd name="connsiteX43" fmla="*/ 4128412 w 8531055"/>
                <a:gd name="connsiteY43" fmla="*/ 3117013 h 5867305"/>
                <a:gd name="connsiteX44" fmla="*/ 3960970 w 8531055"/>
                <a:gd name="connsiteY44" fmla="*/ 3343688 h 5867305"/>
                <a:gd name="connsiteX45" fmla="*/ 3822400 w 8531055"/>
                <a:gd name="connsiteY45" fmla="*/ 3743496 h 5867305"/>
                <a:gd name="connsiteX46" fmla="*/ 3798921 w 8531055"/>
                <a:gd name="connsiteY46" fmla="*/ 3892096 h 5867305"/>
                <a:gd name="connsiteX47" fmla="*/ 3808149 w 8531055"/>
                <a:gd name="connsiteY47" fmla="*/ 3989383 h 5867305"/>
                <a:gd name="connsiteX48" fmla="*/ 3927412 w 8531055"/>
                <a:gd name="connsiteY48" fmla="*/ 3995843 h 5867305"/>
                <a:gd name="connsiteX49" fmla="*/ 4061831 w 8531055"/>
                <a:gd name="connsiteY49" fmla="*/ 3989191 h 5867305"/>
                <a:gd name="connsiteX50" fmla="*/ 4113366 w 8531055"/>
                <a:gd name="connsiteY50" fmla="*/ 3710067 h 5867305"/>
                <a:gd name="connsiteX51" fmla="*/ 4364130 w 8531055"/>
                <a:gd name="connsiteY51" fmla="*/ 3277864 h 5867305"/>
                <a:gd name="connsiteX52" fmla="*/ 4484806 w 8531055"/>
                <a:gd name="connsiteY52" fmla="*/ 3157960 h 5867305"/>
                <a:gd name="connsiteX53" fmla="*/ 4512010 w 8531055"/>
                <a:gd name="connsiteY53" fmla="*/ 3133626 h 5867305"/>
                <a:gd name="connsiteX54" fmla="*/ 4667302 w 8531055"/>
                <a:gd name="connsiteY54" fmla="*/ 3026983 h 5867305"/>
                <a:gd name="connsiteX55" fmla="*/ 4856227 w 8531055"/>
                <a:gd name="connsiteY55" fmla="*/ 2940351 h 5867305"/>
                <a:gd name="connsiteX56" fmla="*/ 5041597 w 8531055"/>
                <a:gd name="connsiteY56" fmla="*/ 2896567 h 5867305"/>
                <a:gd name="connsiteX57" fmla="*/ 5072763 w 8531055"/>
                <a:gd name="connsiteY57" fmla="*/ 2892338 h 5867305"/>
                <a:gd name="connsiteX58" fmla="*/ 5190339 w 8531055"/>
                <a:gd name="connsiteY58" fmla="*/ 2889667 h 5867305"/>
                <a:gd name="connsiteX59" fmla="*/ 5307916 w 8531055"/>
                <a:gd name="connsiteY59" fmla="*/ 2892338 h 5867305"/>
                <a:gd name="connsiteX60" fmla="*/ 5339082 w 8531055"/>
                <a:gd name="connsiteY60" fmla="*/ 2896567 h 5867305"/>
                <a:gd name="connsiteX61" fmla="*/ 5524455 w 8531055"/>
                <a:gd name="connsiteY61" fmla="*/ 2940351 h 5867305"/>
                <a:gd name="connsiteX62" fmla="*/ 5713380 w 8531055"/>
                <a:gd name="connsiteY62" fmla="*/ 3026983 h 5867305"/>
                <a:gd name="connsiteX63" fmla="*/ 5868669 w 8531055"/>
                <a:gd name="connsiteY63" fmla="*/ 3133626 h 5867305"/>
                <a:gd name="connsiteX64" fmla="*/ 5895873 w 8531055"/>
                <a:gd name="connsiteY64" fmla="*/ 3157960 h 5867305"/>
                <a:gd name="connsiteX65" fmla="*/ 6016549 w 8531055"/>
                <a:gd name="connsiteY65" fmla="*/ 3277864 h 5867305"/>
                <a:gd name="connsiteX66" fmla="*/ 6267312 w 8531055"/>
                <a:gd name="connsiteY66" fmla="*/ 3710067 h 5867305"/>
                <a:gd name="connsiteX67" fmla="*/ 6318846 w 8531055"/>
                <a:gd name="connsiteY67" fmla="*/ 3989191 h 5867305"/>
                <a:gd name="connsiteX68" fmla="*/ 6453265 w 8531055"/>
                <a:gd name="connsiteY68" fmla="*/ 3995843 h 5867305"/>
                <a:gd name="connsiteX69" fmla="*/ 6572529 w 8531055"/>
                <a:gd name="connsiteY69" fmla="*/ 3989383 h 5867305"/>
                <a:gd name="connsiteX70" fmla="*/ 6581756 w 8531055"/>
                <a:gd name="connsiteY70" fmla="*/ 3892096 h 5867305"/>
                <a:gd name="connsiteX71" fmla="*/ 6558277 w 8531055"/>
                <a:gd name="connsiteY71" fmla="*/ 3743496 h 5867305"/>
                <a:gd name="connsiteX72" fmla="*/ 6419707 w 8531055"/>
                <a:gd name="connsiteY72" fmla="*/ 3343688 h 5867305"/>
                <a:gd name="connsiteX73" fmla="*/ 6252265 w 8531055"/>
                <a:gd name="connsiteY73" fmla="*/ 3117013 h 5867305"/>
                <a:gd name="connsiteX74" fmla="*/ 6238627 w 8531055"/>
                <a:gd name="connsiteY74" fmla="*/ 3081124 h 5867305"/>
                <a:gd name="connsiteX75" fmla="*/ 6205762 w 8531055"/>
                <a:gd name="connsiteY75" fmla="*/ 3054055 h 5867305"/>
                <a:gd name="connsiteX76" fmla="*/ 6169328 w 8531055"/>
                <a:gd name="connsiteY76" fmla="*/ 3004732 h 5867305"/>
                <a:gd name="connsiteX77" fmla="*/ 5696537 w 8531055"/>
                <a:gd name="connsiteY77" fmla="*/ 2701047 h 5867305"/>
                <a:gd name="connsiteX78" fmla="*/ 5458752 w 8531055"/>
                <a:gd name="connsiteY78" fmla="*/ 2631314 h 5867305"/>
                <a:gd name="connsiteX79" fmla="*/ 5412788 w 8531055"/>
                <a:gd name="connsiteY79" fmla="*/ 2626180 h 5867305"/>
                <a:gd name="connsiteX80" fmla="*/ 5400728 w 8531055"/>
                <a:gd name="connsiteY80" fmla="*/ 2622908 h 5867305"/>
                <a:gd name="connsiteX81" fmla="*/ 5346268 w 8531055"/>
                <a:gd name="connsiteY81" fmla="*/ 2618753 h 5867305"/>
                <a:gd name="connsiteX82" fmla="*/ 5127537 w 8531055"/>
                <a:gd name="connsiteY82" fmla="*/ 1026770 h 5867305"/>
                <a:gd name="connsiteX83" fmla="*/ 5647785 w 8531055"/>
                <a:gd name="connsiteY83" fmla="*/ 1249758 h 5867305"/>
                <a:gd name="connsiteX84" fmla="*/ 5746657 w 8531055"/>
                <a:gd name="connsiteY84" fmla="*/ 1863724 h 5867305"/>
                <a:gd name="connsiteX85" fmla="*/ 5479491 w 8531055"/>
                <a:gd name="connsiteY85" fmla="*/ 2169542 h 5867305"/>
                <a:gd name="connsiteX86" fmla="*/ 5138027 w 8531055"/>
                <a:gd name="connsiteY86" fmla="*/ 2258298 h 5867305"/>
                <a:gd name="connsiteX87" fmla="*/ 4638046 w 8531055"/>
                <a:gd name="connsiteY87" fmla="*/ 1924042 h 5867305"/>
                <a:gd name="connsiteX88" fmla="*/ 4673201 w 8531055"/>
                <a:gd name="connsiteY88" fmla="*/ 1298664 h 5867305"/>
                <a:gd name="connsiteX89" fmla="*/ 4778722 w 8531055"/>
                <a:gd name="connsiteY89" fmla="*/ 1190138 h 5867305"/>
                <a:gd name="connsiteX90" fmla="*/ 5127537 w 8531055"/>
                <a:gd name="connsiteY90" fmla="*/ 1026770 h 5867305"/>
                <a:gd name="connsiteX91" fmla="*/ 7613735 w 8531055"/>
                <a:gd name="connsiteY91" fmla="*/ 852134 h 5867305"/>
                <a:gd name="connsiteX92" fmla="*/ 7168709 w 8531055"/>
                <a:gd name="connsiteY92" fmla="*/ 852134 h 5867305"/>
                <a:gd name="connsiteX93" fmla="*/ 7168709 w 8531055"/>
                <a:gd name="connsiteY93" fmla="*/ 4308031 h 5867305"/>
                <a:gd name="connsiteX94" fmla="*/ 7168763 w 8531055"/>
                <a:gd name="connsiteY94" fmla="*/ 4308031 h 5867305"/>
                <a:gd name="connsiteX95" fmla="*/ 7168708 w 8531055"/>
                <a:gd name="connsiteY95" fmla="*/ 4432093 h 5867305"/>
                <a:gd name="connsiteX96" fmla="*/ 7144152 w 8531055"/>
                <a:gd name="connsiteY96" fmla="*/ 4653094 h 5867305"/>
                <a:gd name="connsiteX97" fmla="*/ 1364855 w 8531055"/>
                <a:gd name="connsiteY97" fmla="*/ 4667897 h 5867305"/>
                <a:gd name="connsiteX98" fmla="*/ 1273290 w 8531055"/>
                <a:gd name="connsiteY98" fmla="*/ 4655631 h 5867305"/>
                <a:gd name="connsiteX99" fmla="*/ 1254588 w 8531055"/>
                <a:gd name="connsiteY99" fmla="*/ 4443784 h 5867305"/>
                <a:gd name="connsiteX100" fmla="*/ 1253291 w 8531055"/>
                <a:gd name="connsiteY100" fmla="*/ 1468542 h 5867305"/>
                <a:gd name="connsiteX101" fmla="*/ 1230254 w 8531055"/>
                <a:gd name="connsiteY101" fmla="*/ 1258821 h 5867305"/>
                <a:gd name="connsiteX102" fmla="*/ 1024919 w 8531055"/>
                <a:gd name="connsiteY102" fmla="*/ 1246092 h 5867305"/>
                <a:gd name="connsiteX103" fmla="*/ 810755 w 8531055"/>
                <a:gd name="connsiteY103" fmla="*/ 1257056 h 5867305"/>
                <a:gd name="connsiteX104" fmla="*/ 794360 w 8531055"/>
                <a:gd name="connsiteY104" fmla="*/ 1386681 h 5867305"/>
                <a:gd name="connsiteX105" fmla="*/ 794007 w 8531055"/>
                <a:gd name="connsiteY105" fmla="*/ 4987285 h 5867305"/>
                <a:gd name="connsiteX106" fmla="*/ 802611 w 8531055"/>
                <a:gd name="connsiteY106" fmla="*/ 5108406 h 5867305"/>
                <a:gd name="connsiteX107" fmla="*/ 916087 w 8531055"/>
                <a:gd name="connsiteY107" fmla="*/ 5122855 h 5867305"/>
                <a:gd name="connsiteX108" fmla="*/ 1029761 w 8531055"/>
                <a:gd name="connsiteY108" fmla="*/ 5123512 h 5867305"/>
                <a:gd name="connsiteX109" fmla="*/ 7074984 w 8531055"/>
                <a:gd name="connsiteY109" fmla="*/ 5123972 h 5867305"/>
                <a:gd name="connsiteX110" fmla="*/ 7372871 w 8531055"/>
                <a:gd name="connsiteY110" fmla="*/ 5083891 h 5867305"/>
                <a:gd name="connsiteX111" fmla="*/ 7564998 w 8531055"/>
                <a:gd name="connsiteY111" fmla="*/ 4897371 h 5867305"/>
                <a:gd name="connsiteX112" fmla="*/ 7614430 w 8531055"/>
                <a:gd name="connsiteY112" fmla="*/ 4639441 h 5867305"/>
                <a:gd name="connsiteX113" fmla="*/ 7613735 w 8531055"/>
                <a:gd name="connsiteY113" fmla="*/ 4099207 h 5867305"/>
                <a:gd name="connsiteX114" fmla="*/ 5177344 w 8531055"/>
                <a:gd name="connsiteY114" fmla="*/ 757658 h 5867305"/>
                <a:gd name="connsiteX115" fmla="*/ 4756662 w 8531055"/>
                <a:gd name="connsiteY115" fmla="*/ 864026 h 5867305"/>
                <a:gd name="connsiteX116" fmla="*/ 4466157 w 8531055"/>
                <a:gd name="connsiteY116" fmla="*/ 1123704 h 5867305"/>
                <a:gd name="connsiteX117" fmla="*/ 4551449 w 8531055"/>
                <a:gd name="connsiteY117" fmla="*/ 2264488 h 5867305"/>
                <a:gd name="connsiteX118" fmla="*/ 5544686 w 8531055"/>
                <a:gd name="connsiteY118" fmla="*/ 2439933 h 5867305"/>
                <a:gd name="connsiteX119" fmla="*/ 5727372 w 8531055"/>
                <a:gd name="connsiteY119" fmla="*/ 2341784 h 5867305"/>
                <a:gd name="connsiteX120" fmla="*/ 5877243 w 8531055"/>
                <a:gd name="connsiteY120" fmla="*/ 2202709 h 5867305"/>
                <a:gd name="connsiteX121" fmla="*/ 6056439 w 8531055"/>
                <a:gd name="connsiteY121" fmla="*/ 1769146 h 5867305"/>
                <a:gd name="connsiteX122" fmla="*/ 6024683 w 8531055"/>
                <a:gd name="connsiteY122" fmla="*/ 1396599 h 5867305"/>
                <a:gd name="connsiteX123" fmla="*/ 5663565 w 8531055"/>
                <a:gd name="connsiteY123" fmla="*/ 895051 h 5867305"/>
                <a:gd name="connsiteX124" fmla="*/ 5318356 w 8531055"/>
                <a:gd name="connsiteY124" fmla="*/ 767725 h 5867305"/>
                <a:gd name="connsiteX125" fmla="*/ 5177344 w 8531055"/>
                <a:gd name="connsiteY125" fmla="*/ 757658 h 5867305"/>
                <a:gd name="connsiteX126" fmla="*/ 6767190 w 8531055"/>
                <a:gd name="connsiteY126" fmla="*/ 0 h 5867305"/>
                <a:gd name="connsiteX127" fmla="*/ 3851649 w 8531055"/>
                <a:gd name="connsiteY127" fmla="*/ 0 h 5867305"/>
                <a:gd name="connsiteX128" fmla="*/ 3851649 w 8531055"/>
                <a:gd name="connsiteY128" fmla="*/ 453930 h 5867305"/>
                <a:gd name="connsiteX129" fmla="*/ 6767190 w 8531055"/>
                <a:gd name="connsiteY129" fmla="*/ 453930 h 586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8531055" h="5867305">
                  <a:moveTo>
                    <a:pt x="8433130" y="5401183"/>
                  </a:moveTo>
                  <a:cubicBezTo>
                    <a:pt x="8401903" y="5399493"/>
                    <a:pt x="8370157" y="5404730"/>
                    <a:pt x="8340011" y="5404648"/>
                  </a:cubicBezTo>
                  <a:cubicBezTo>
                    <a:pt x="7746594" y="5403064"/>
                    <a:pt x="7153168" y="5403688"/>
                    <a:pt x="6559752" y="5403680"/>
                  </a:cubicBezTo>
                  <a:cubicBezTo>
                    <a:pt x="6521872" y="5403680"/>
                    <a:pt x="6483991" y="5403688"/>
                    <a:pt x="6427155" y="5403704"/>
                  </a:cubicBezTo>
                  <a:cubicBezTo>
                    <a:pt x="5979184" y="5403713"/>
                    <a:pt x="5550178" y="5403713"/>
                    <a:pt x="5116788" y="5403713"/>
                  </a:cubicBezTo>
                  <a:cubicBezTo>
                    <a:pt x="5103184" y="5421200"/>
                    <a:pt x="5085632" y="5434376"/>
                    <a:pt x="5081067" y="5451092"/>
                  </a:cubicBezTo>
                  <a:cubicBezTo>
                    <a:pt x="5044697" y="5584289"/>
                    <a:pt x="4943363" y="5623417"/>
                    <a:pt x="4822136" y="5628368"/>
                  </a:cubicBezTo>
                  <a:cubicBezTo>
                    <a:pt x="4714989" y="5632744"/>
                    <a:pt x="4607539" y="5629764"/>
                    <a:pt x="4500219" y="5629805"/>
                  </a:cubicBezTo>
                  <a:cubicBezTo>
                    <a:pt x="4272954" y="5629887"/>
                    <a:pt x="4045681" y="5629837"/>
                    <a:pt x="3818415" y="5629829"/>
                  </a:cubicBezTo>
                  <a:cubicBezTo>
                    <a:pt x="3793161" y="5629829"/>
                    <a:pt x="3767875" y="5628926"/>
                    <a:pt x="3742662" y="5629944"/>
                  </a:cubicBezTo>
                  <a:cubicBezTo>
                    <a:pt x="3580575" y="5636487"/>
                    <a:pt x="3459447" y="5579010"/>
                    <a:pt x="3410853" y="5404607"/>
                  </a:cubicBezTo>
                  <a:cubicBezTo>
                    <a:pt x="2301315" y="5404607"/>
                    <a:pt x="1197056" y="5404525"/>
                    <a:pt x="92789" y="5405166"/>
                  </a:cubicBezTo>
                  <a:cubicBezTo>
                    <a:pt x="68997" y="5405182"/>
                    <a:pt x="45204" y="5413556"/>
                    <a:pt x="10198" y="5420149"/>
                  </a:cubicBezTo>
                  <a:cubicBezTo>
                    <a:pt x="-7577" y="5561408"/>
                    <a:pt x="2981" y="5697602"/>
                    <a:pt x="4410" y="5843672"/>
                  </a:cubicBezTo>
                  <a:cubicBezTo>
                    <a:pt x="49080" y="5852120"/>
                    <a:pt x="83955" y="5861873"/>
                    <a:pt x="119364" y="5864607"/>
                  </a:cubicBezTo>
                  <a:cubicBezTo>
                    <a:pt x="163303" y="5867990"/>
                    <a:pt x="207686" y="5865634"/>
                    <a:pt x="251879" y="5865634"/>
                  </a:cubicBezTo>
                  <a:cubicBezTo>
                    <a:pt x="2928581" y="5865642"/>
                    <a:pt x="5605283" y="5865749"/>
                    <a:pt x="8281992" y="5865116"/>
                  </a:cubicBezTo>
                  <a:cubicBezTo>
                    <a:pt x="8356299" y="5865100"/>
                    <a:pt x="8432257" y="5876109"/>
                    <a:pt x="8513633" y="5848902"/>
                  </a:cubicBezTo>
                  <a:cubicBezTo>
                    <a:pt x="8542605" y="5710885"/>
                    <a:pt x="8527746" y="5573797"/>
                    <a:pt x="8523140" y="5439286"/>
                  </a:cubicBezTo>
                  <a:cubicBezTo>
                    <a:pt x="8495066" y="5411491"/>
                    <a:pt x="8464357" y="5402873"/>
                    <a:pt x="8433130" y="5401183"/>
                  </a:cubicBezTo>
                  <a:close/>
                  <a:moveTo>
                    <a:pt x="3690824" y="4244610"/>
                  </a:moveTo>
                  <a:lnTo>
                    <a:pt x="3202207" y="4244610"/>
                  </a:lnTo>
                  <a:lnTo>
                    <a:pt x="3202207" y="4478174"/>
                  </a:lnTo>
                  <a:lnTo>
                    <a:pt x="3690824" y="4478174"/>
                  </a:lnTo>
                  <a:close/>
                  <a:moveTo>
                    <a:pt x="4392644" y="4244268"/>
                  </a:moveTo>
                  <a:lnTo>
                    <a:pt x="3933777" y="4244268"/>
                  </a:lnTo>
                  <a:lnTo>
                    <a:pt x="3933777" y="4476600"/>
                  </a:lnTo>
                  <a:lnTo>
                    <a:pt x="4392644" y="4476600"/>
                  </a:lnTo>
                  <a:close/>
                  <a:moveTo>
                    <a:pt x="5133717" y="4243767"/>
                  </a:moveTo>
                  <a:lnTo>
                    <a:pt x="4644821" y="4243767"/>
                  </a:lnTo>
                  <a:lnTo>
                    <a:pt x="4644821" y="4477142"/>
                  </a:lnTo>
                  <a:lnTo>
                    <a:pt x="5133717" y="4477142"/>
                  </a:lnTo>
                  <a:close/>
                  <a:moveTo>
                    <a:pt x="5219724" y="2604622"/>
                  </a:moveTo>
                  <a:lnTo>
                    <a:pt x="5190339" y="2606863"/>
                  </a:lnTo>
                  <a:lnTo>
                    <a:pt x="5160955" y="2604622"/>
                  </a:lnTo>
                  <a:lnTo>
                    <a:pt x="5034411" y="2618753"/>
                  </a:lnTo>
                  <a:lnTo>
                    <a:pt x="4979954" y="2622908"/>
                  </a:lnTo>
                  <a:lnTo>
                    <a:pt x="4967894" y="2626180"/>
                  </a:lnTo>
                  <a:lnTo>
                    <a:pt x="4921930" y="2631314"/>
                  </a:lnTo>
                  <a:cubicBezTo>
                    <a:pt x="4842431" y="2647494"/>
                    <a:pt x="4763143" y="2670845"/>
                    <a:pt x="4684141" y="2701047"/>
                  </a:cubicBezTo>
                  <a:cubicBezTo>
                    <a:pt x="4506620" y="2768920"/>
                    <a:pt x="4344473" y="2870286"/>
                    <a:pt x="4211354" y="3004732"/>
                  </a:cubicBezTo>
                  <a:lnTo>
                    <a:pt x="4174918" y="3054055"/>
                  </a:lnTo>
                  <a:lnTo>
                    <a:pt x="4142050" y="3081124"/>
                  </a:lnTo>
                  <a:lnTo>
                    <a:pt x="4128412" y="3117013"/>
                  </a:lnTo>
                  <a:lnTo>
                    <a:pt x="3960970" y="3343688"/>
                  </a:lnTo>
                  <a:cubicBezTo>
                    <a:pt x="3895832" y="3467001"/>
                    <a:pt x="3849329" y="3600456"/>
                    <a:pt x="3822400" y="3743496"/>
                  </a:cubicBezTo>
                  <a:cubicBezTo>
                    <a:pt x="3813116" y="3792790"/>
                    <a:pt x="3803286" y="3842253"/>
                    <a:pt x="3798921" y="3892096"/>
                  </a:cubicBezTo>
                  <a:cubicBezTo>
                    <a:pt x="3796367" y="3921240"/>
                    <a:pt x="3804134" y="3951287"/>
                    <a:pt x="3808149" y="3989383"/>
                  </a:cubicBezTo>
                  <a:cubicBezTo>
                    <a:pt x="3853917" y="3992050"/>
                    <a:pt x="3890672" y="3996057"/>
                    <a:pt x="3927412" y="3995843"/>
                  </a:cubicBezTo>
                  <a:cubicBezTo>
                    <a:pt x="3970841" y="3995598"/>
                    <a:pt x="4014267" y="3991722"/>
                    <a:pt x="4061831" y="3989191"/>
                  </a:cubicBezTo>
                  <a:cubicBezTo>
                    <a:pt x="4079477" y="3891791"/>
                    <a:pt x="4091676" y="3799776"/>
                    <a:pt x="4113366" y="3710067"/>
                  </a:cubicBezTo>
                  <a:cubicBezTo>
                    <a:pt x="4153997" y="3542003"/>
                    <a:pt x="4223135" y="3389452"/>
                    <a:pt x="4364130" y="3277864"/>
                  </a:cubicBezTo>
                  <a:cubicBezTo>
                    <a:pt x="4408346" y="3242875"/>
                    <a:pt x="4447542" y="3200595"/>
                    <a:pt x="4484806" y="3157960"/>
                  </a:cubicBezTo>
                  <a:lnTo>
                    <a:pt x="4512010" y="3133626"/>
                  </a:lnTo>
                  <a:lnTo>
                    <a:pt x="4667302" y="3026983"/>
                  </a:lnTo>
                  <a:cubicBezTo>
                    <a:pt x="4728267" y="2992036"/>
                    <a:pt x="4791168" y="2962948"/>
                    <a:pt x="4856227" y="2940351"/>
                  </a:cubicBezTo>
                  <a:lnTo>
                    <a:pt x="5041597" y="2896567"/>
                  </a:lnTo>
                  <a:lnTo>
                    <a:pt x="5072763" y="2892338"/>
                  </a:lnTo>
                  <a:lnTo>
                    <a:pt x="5190339" y="2889667"/>
                  </a:lnTo>
                  <a:lnTo>
                    <a:pt x="5307916" y="2892338"/>
                  </a:lnTo>
                  <a:lnTo>
                    <a:pt x="5339082" y="2896567"/>
                  </a:lnTo>
                  <a:lnTo>
                    <a:pt x="5524455" y="2940351"/>
                  </a:lnTo>
                  <a:cubicBezTo>
                    <a:pt x="5589510" y="2962948"/>
                    <a:pt x="5652415" y="2992036"/>
                    <a:pt x="5713380" y="3026983"/>
                  </a:cubicBezTo>
                  <a:lnTo>
                    <a:pt x="5868669" y="3133626"/>
                  </a:lnTo>
                  <a:lnTo>
                    <a:pt x="5895873" y="3157960"/>
                  </a:lnTo>
                  <a:cubicBezTo>
                    <a:pt x="5933136" y="3200595"/>
                    <a:pt x="5972332" y="3242875"/>
                    <a:pt x="6016549" y="3277864"/>
                  </a:cubicBezTo>
                  <a:cubicBezTo>
                    <a:pt x="6157548" y="3389452"/>
                    <a:pt x="6226681" y="3542003"/>
                    <a:pt x="6267312" y="3710067"/>
                  </a:cubicBezTo>
                  <a:cubicBezTo>
                    <a:pt x="6289002" y="3799776"/>
                    <a:pt x="6301201" y="3891791"/>
                    <a:pt x="6318846" y="3989191"/>
                  </a:cubicBezTo>
                  <a:cubicBezTo>
                    <a:pt x="6366411" y="3991722"/>
                    <a:pt x="6409836" y="3995598"/>
                    <a:pt x="6453265" y="3995843"/>
                  </a:cubicBezTo>
                  <a:cubicBezTo>
                    <a:pt x="6490005" y="3996057"/>
                    <a:pt x="6526761" y="3992050"/>
                    <a:pt x="6572529" y="3989383"/>
                  </a:cubicBezTo>
                  <a:cubicBezTo>
                    <a:pt x="6576544" y="3951287"/>
                    <a:pt x="6584310" y="3921240"/>
                    <a:pt x="6581756" y="3892096"/>
                  </a:cubicBezTo>
                  <a:cubicBezTo>
                    <a:pt x="6577391" y="3842253"/>
                    <a:pt x="6567561" y="3792790"/>
                    <a:pt x="6558277" y="3743496"/>
                  </a:cubicBezTo>
                  <a:cubicBezTo>
                    <a:pt x="6531348" y="3600456"/>
                    <a:pt x="6484846" y="3467001"/>
                    <a:pt x="6419707" y="3343688"/>
                  </a:cubicBezTo>
                  <a:lnTo>
                    <a:pt x="6252265" y="3117013"/>
                  </a:lnTo>
                  <a:lnTo>
                    <a:pt x="6238627" y="3081124"/>
                  </a:lnTo>
                  <a:lnTo>
                    <a:pt x="6205762" y="3054055"/>
                  </a:lnTo>
                  <a:lnTo>
                    <a:pt x="6169328" y="3004732"/>
                  </a:lnTo>
                  <a:cubicBezTo>
                    <a:pt x="6036205" y="2870286"/>
                    <a:pt x="5874058" y="2768920"/>
                    <a:pt x="5696537" y="2701047"/>
                  </a:cubicBezTo>
                  <a:cubicBezTo>
                    <a:pt x="5617536" y="2670845"/>
                    <a:pt x="5538247" y="2647494"/>
                    <a:pt x="5458752" y="2631314"/>
                  </a:cubicBezTo>
                  <a:lnTo>
                    <a:pt x="5412788" y="2626180"/>
                  </a:lnTo>
                  <a:lnTo>
                    <a:pt x="5400728" y="2622908"/>
                  </a:lnTo>
                  <a:lnTo>
                    <a:pt x="5346268" y="2618753"/>
                  </a:lnTo>
                  <a:close/>
                  <a:moveTo>
                    <a:pt x="5127537" y="1026770"/>
                  </a:moveTo>
                  <a:cubicBezTo>
                    <a:pt x="5334486" y="1013244"/>
                    <a:pt x="5542571" y="1113115"/>
                    <a:pt x="5647785" y="1249758"/>
                  </a:cubicBezTo>
                  <a:cubicBezTo>
                    <a:pt x="5782098" y="1424193"/>
                    <a:pt x="5830381" y="1618922"/>
                    <a:pt x="5746657" y="1863724"/>
                  </a:cubicBezTo>
                  <a:cubicBezTo>
                    <a:pt x="5690329" y="1994277"/>
                    <a:pt x="5608444" y="2103657"/>
                    <a:pt x="5479491" y="2169542"/>
                  </a:cubicBezTo>
                  <a:cubicBezTo>
                    <a:pt x="5372582" y="2224170"/>
                    <a:pt x="5257382" y="2275933"/>
                    <a:pt x="5138027" y="2258298"/>
                  </a:cubicBezTo>
                  <a:cubicBezTo>
                    <a:pt x="4923109" y="2226526"/>
                    <a:pt x="4750653" y="2117942"/>
                    <a:pt x="4638046" y="1924042"/>
                  </a:cubicBezTo>
                  <a:cubicBezTo>
                    <a:pt x="4530661" y="1739140"/>
                    <a:pt x="4542894" y="1465177"/>
                    <a:pt x="4673201" y="1298664"/>
                  </a:cubicBezTo>
                  <a:cubicBezTo>
                    <a:pt x="4704111" y="1259167"/>
                    <a:pt x="4743978" y="1226754"/>
                    <a:pt x="4778722" y="1190138"/>
                  </a:cubicBezTo>
                  <a:cubicBezTo>
                    <a:pt x="4879608" y="1083825"/>
                    <a:pt x="5003368" y="1034886"/>
                    <a:pt x="5127537" y="1026770"/>
                  </a:cubicBezTo>
                  <a:close/>
                  <a:moveTo>
                    <a:pt x="7613735" y="852134"/>
                  </a:moveTo>
                  <a:lnTo>
                    <a:pt x="7168709" y="852134"/>
                  </a:lnTo>
                  <a:lnTo>
                    <a:pt x="7168709" y="4308031"/>
                  </a:lnTo>
                  <a:lnTo>
                    <a:pt x="7168763" y="4308031"/>
                  </a:lnTo>
                  <a:lnTo>
                    <a:pt x="7168708" y="4432093"/>
                  </a:lnTo>
                  <a:cubicBezTo>
                    <a:pt x="7168610" y="4506170"/>
                    <a:pt x="7186237" y="4583860"/>
                    <a:pt x="7144152" y="4653094"/>
                  </a:cubicBezTo>
                  <a:cubicBezTo>
                    <a:pt x="6983362" y="4674900"/>
                    <a:pt x="1926877" y="4688142"/>
                    <a:pt x="1364855" y="4667897"/>
                  </a:cubicBezTo>
                  <a:cubicBezTo>
                    <a:pt x="1334635" y="4666813"/>
                    <a:pt x="1304611" y="4659966"/>
                    <a:pt x="1273290" y="4655631"/>
                  </a:cubicBezTo>
                  <a:cubicBezTo>
                    <a:pt x="1243899" y="4581521"/>
                    <a:pt x="1254645" y="4511663"/>
                    <a:pt x="1254588" y="4443784"/>
                  </a:cubicBezTo>
                  <a:cubicBezTo>
                    <a:pt x="1253800" y="3452039"/>
                    <a:pt x="1254391" y="2460287"/>
                    <a:pt x="1253291" y="1468542"/>
                  </a:cubicBezTo>
                  <a:cubicBezTo>
                    <a:pt x="1253217" y="1400482"/>
                    <a:pt x="1268775" y="1329532"/>
                    <a:pt x="1230254" y="1258821"/>
                  </a:cubicBezTo>
                  <a:cubicBezTo>
                    <a:pt x="1162597" y="1249380"/>
                    <a:pt x="1094494" y="1245761"/>
                    <a:pt x="1024919" y="1246092"/>
                  </a:cubicBezTo>
                  <a:cubicBezTo>
                    <a:pt x="955345" y="1246422"/>
                    <a:pt x="884299" y="1250702"/>
                    <a:pt x="810755" y="1257056"/>
                  </a:cubicBezTo>
                  <a:cubicBezTo>
                    <a:pt x="804787" y="1302342"/>
                    <a:pt x="794393" y="1344507"/>
                    <a:pt x="794360" y="1386681"/>
                  </a:cubicBezTo>
                  <a:cubicBezTo>
                    <a:pt x="793489" y="2586883"/>
                    <a:pt x="793588" y="3787084"/>
                    <a:pt x="794007" y="4987285"/>
                  </a:cubicBezTo>
                  <a:cubicBezTo>
                    <a:pt x="794023" y="5024238"/>
                    <a:pt x="799121" y="5061199"/>
                    <a:pt x="802611" y="5108406"/>
                  </a:cubicBezTo>
                  <a:cubicBezTo>
                    <a:pt x="844891" y="5113988"/>
                    <a:pt x="880358" y="5120597"/>
                    <a:pt x="916087" y="5122855"/>
                  </a:cubicBezTo>
                  <a:cubicBezTo>
                    <a:pt x="953845" y="5125236"/>
                    <a:pt x="991856" y="5123512"/>
                    <a:pt x="1029761" y="5123512"/>
                  </a:cubicBezTo>
                  <a:cubicBezTo>
                    <a:pt x="3044838" y="5123512"/>
                    <a:pt x="5059908" y="5123356"/>
                    <a:pt x="7074984" y="5123972"/>
                  </a:cubicBezTo>
                  <a:cubicBezTo>
                    <a:pt x="7176507" y="5123996"/>
                    <a:pt x="7274426" y="5116821"/>
                    <a:pt x="7372871" y="5083891"/>
                  </a:cubicBezTo>
                  <a:cubicBezTo>
                    <a:pt x="7471126" y="5051019"/>
                    <a:pt x="7538480" y="4994641"/>
                    <a:pt x="7564998" y="4897371"/>
                  </a:cubicBezTo>
                  <a:cubicBezTo>
                    <a:pt x="7588003" y="4812973"/>
                    <a:pt x="7614265" y="4725571"/>
                    <a:pt x="7614430" y="4639441"/>
                  </a:cubicBezTo>
                  <a:lnTo>
                    <a:pt x="7613735" y="4099207"/>
                  </a:lnTo>
                  <a:close/>
                  <a:moveTo>
                    <a:pt x="5177344" y="757658"/>
                  </a:moveTo>
                  <a:cubicBezTo>
                    <a:pt x="5036071" y="756020"/>
                    <a:pt x="4894471" y="782619"/>
                    <a:pt x="4756662" y="864026"/>
                  </a:cubicBezTo>
                  <a:cubicBezTo>
                    <a:pt x="4633194" y="935000"/>
                    <a:pt x="4545497" y="1024964"/>
                    <a:pt x="4466157" y="1123704"/>
                  </a:cubicBezTo>
                  <a:cubicBezTo>
                    <a:pt x="4210813" y="1441483"/>
                    <a:pt x="4252889" y="1985788"/>
                    <a:pt x="4551449" y="2264488"/>
                  </a:cubicBezTo>
                  <a:cubicBezTo>
                    <a:pt x="4844196" y="2537754"/>
                    <a:pt x="5185036" y="2598662"/>
                    <a:pt x="5544686" y="2439933"/>
                  </a:cubicBezTo>
                  <a:cubicBezTo>
                    <a:pt x="5607852" y="2412052"/>
                    <a:pt x="5671257" y="2381356"/>
                    <a:pt x="5727372" y="2341784"/>
                  </a:cubicBezTo>
                  <a:cubicBezTo>
                    <a:pt x="5782846" y="2302648"/>
                    <a:pt x="5841078" y="2258323"/>
                    <a:pt x="5877243" y="2202709"/>
                  </a:cubicBezTo>
                  <a:cubicBezTo>
                    <a:pt x="5963233" y="2070457"/>
                    <a:pt x="6026112" y="1925782"/>
                    <a:pt x="6056439" y="1769146"/>
                  </a:cubicBezTo>
                  <a:cubicBezTo>
                    <a:pt x="6081061" y="1642009"/>
                    <a:pt x="6062063" y="1518705"/>
                    <a:pt x="6024683" y="1396599"/>
                  </a:cubicBezTo>
                  <a:cubicBezTo>
                    <a:pt x="5960967" y="1188479"/>
                    <a:pt x="5857941" y="1015588"/>
                    <a:pt x="5663565" y="895051"/>
                  </a:cubicBezTo>
                  <a:cubicBezTo>
                    <a:pt x="5553470" y="826786"/>
                    <a:pt x="5437752" y="782601"/>
                    <a:pt x="5318356" y="767725"/>
                  </a:cubicBezTo>
                  <a:cubicBezTo>
                    <a:pt x="5271490" y="761887"/>
                    <a:pt x="5224435" y="758204"/>
                    <a:pt x="5177344" y="757658"/>
                  </a:cubicBezTo>
                  <a:close/>
                  <a:moveTo>
                    <a:pt x="6767190" y="0"/>
                  </a:moveTo>
                  <a:lnTo>
                    <a:pt x="3851649" y="0"/>
                  </a:lnTo>
                  <a:lnTo>
                    <a:pt x="3851649" y="453930"/>
                  </a:lnTo>
                  <a:lnTo>
                    <a:pt x="6767190" y="453930"/>
                  </a:lnTo>
                  <a:close/>
                </a:path>
              </a:pathLst>
            </a:custGeom>
            <a:grpFill/>
            <a:ln w="1155" cap="flat">
              <a:noFill/>
              <a:prstDash val="solid"/>
              <a:miter/>
            </a:ln>
          </p:spPr>
          <p:txBody>
            <a:bodyPr wrap="square" rtlCol="0" anchor="ctr">
              <a:noAutofit/>
            </a:bodyPr>
            <a:lstStyle/>
            <a:p>
              <a:endParaRPr lang="en-US"/>
            </a:p>
          </p:txBody>
        </p:sp>
        <p:sp>
          <p:nvSpPr>
            <p:cNvPr id="1331" name="Freeform: Shape 1330">
              <a:extLst>
                <a:ext uri="{FF2B5EF4-FFF2-40B4-BE49-F238E27FC236}">
                  <a16:creationId xmlns:a16="http://schemas.microsoft.com/office/drawing/2014/main" id="{E685475E-D796-C3C9-423A-CB82D7809E3A}"/>
                </a:ext>
                <a:ext uri="{C183D7F6-B498-43B3-948B-1728B52AA6E4}">
                  <adec:decorative xmlns:adec="http://schemas.microsoft.com/office/drawing/2017/decorative" val="1"/>
                </a:ext>
              </a:extLst>
            </p:cNvPr>
            <p:cNvSpPr/>
            <p:nvPr/>
          </p:nvSpPr>
          <p:spPr>
            <a:xfrm>
              <a:off x="694538" y="2930159"/>
              <a:ext cx="461171" cy="286926"/>
            </a:xfrm>
            <a:custGeom>
              <a:avLst/>
              <a:gdLst>
                <a:gd name="connsiteX0" fmla="*/ 4308640 w 6917560"/>
                <a:gd name="connsiteY0" fmla="*/ 4047712 h 4303900"/>
                <a:gd name="connsiteX1" fmla="*/ 6122878 w 6917560"/>
                <a:gd name="connsiteY1" fmla="*/ 4047712 h 4303900"/>
                <a:gd name="connsiteX2" fmla="*/ 6122878 w 6917560"/>
                <a:gd name="connsiteY2" fmla="*/ 4303900 h 4303900"/>
                <a:gd name="connsiteX3" fmla="*/ 4308640 w 6917560"/>
                <a:gd name="connsiteY3" fmla="*/ 4303900 h 4303900"/>
                <a:gd name="connsiteX4" fmla="*/ 4309940 w 6917560"/>
                <a:gd name="connsiteY4" fmla="*/ 3481651 h 4303900"/>
                <a:gd name="connsiteX5" fmla="*/ 6122807 w 6917560"/>
                <a:gd name="connsiteY5" fmla="*/ 3481651 h 4303900"/>
                <a:gd name="connsiteX6" fmla="*/ 6122807 w 6917560"/>
                <a:gd name="connsiteY6" fmla="*/ 3739278 h 4303900"/>
                <a:gd name="connsiteX7" fmla="*/ 4309940 w 6917560"/>
                <a:gd name="connsiteY7" fmla="*/ 3739278 h 4303900"/>
                <a:gd name="connsiteX8" fmla="*/ 4308467 w 6917560"/>
                <a:gd name="connsiteY8" fmla="*/ 2917918 h 4303900"/>
                <a:gd name="connsiteX9" fmla="*/ 6123116 w 6917560"/>
                <a:gd name="connsiteY9" fmla="*/ 2917918 h 4303900"/>
                <a:gd name="connsiteX10" fmla="*/ 6123116 w 6917560"/>
                <a:gd name="connsiteY10" fmla="*/ 3173145 h 4303900"/>
                <a:gd name="connsiteX11" fmla="*/ 4308467 w 6917560"/>
                <a:gd name="connsiteY11" fmla="*/ 3173145 h 4303900"/>
                <a:gd name="connsiteX12" fmla="*/ 5569571 w 6917560"/>
                <a:gd name="connsiteY12" fmla="*/ 915940 h 4303900"/>
                <a:gd name="connsiteX13" fmla="*/ 5505196 w 6917560"/>
                <a:gd name="connsiteY13" fmla="*/ 957039 h 4303900"/>
                <a:gd name="connsiteX14" fmla="*/ 5507462 w 6917560"/>
                <a:gd name="connsiteY14" fmla="*/ 1036815 h 4303900"/>
                <a:gd name="connsiteX15" fmla="*/ 5554209 w 6917560"/>
                <a:gd name="connsiteY15" fmla="*/ 1065467 h 4303900"/>
                <a:gd name="connsiteX16" fmla="*/ 5648613 w 6917560"/>
                <a:gd name="connsiteY16" fmla="*/ 1030386 h 4303900"/>
                <a:gd name="connsiteX17" fmla="*/ 5598279 w 6917560"/>
                <a:gd name="connsiteY17" fmla="*/ 924101 h 4303900"/>
                <a:gd name="connsiteX18" fmla="*/ 5569571 w 6917560"/>
                <a:gd name="connsiteY18" fmla="*/ 915940 h 4303900"/>
                <a:gd name="connsiteX19" fmla="*/ 5048458 w 6917560"/>
                <a:gd name="connsiteY19" fmla="*/ 914510 h 4303900"/>
                <a:gd name="connsiteX20" fmla="*/ 5020782 w 6917560"/>
                <a:gd name="connsiteY20" fmla="*/ 926096 h 4303900"/>
                <a:gd name="connsiteX21" fmla="*/ 4970619 w 6917560"/>
                <a:gd name="connsiteY21" fmla="*/ 1008112 h 4303900"/>
                <a:gd name="connsiteX22" fmla="*/ 5054048 w 6917560"/>
                <a:gd name="connsiteY22" fmla="*/ 1071352 h 4303900"/>
                <a:gd name="connsiteX23" fmla="*/ 5138807 w 6917560"/>
                <a:gd name="connsiteY23" fmla="*/ 1013325 h 4303900"/>
                <a:gd name="connsiteX24" fmla="*/ 5119661 w 6917560"/>
                <a:gd name="connsiteY24" fmla="*/ 946883 h 4303900"/>
                <a:gd name="connsiteX25" fmla="*/ 5048458 w 6917560"/>
                <a:gd name="connsiteY25" fmla="*/ 914510 h 4303900"/>
                <a:gd name="connsiteX26" fmla="*/ 6070643 w 6917560"/>
                <a:gd name="connsiteY26" fmla="*/ 912083 h 4303900"/>
                <a:gd name="connsiteX27" fmla="*/ 6020692 w 6917560"/>
                <a:gd name="connsiteY27" fmla="*/ 947846 h 4303900"/>
                <a:gd name="connsiteX28" fmla="*/ 6032374 w 6917560"/>
                <a:gd name="connsiteY28" fmla="*/ 1050150 h 4303900"/>
                <a:gd name="connsiteX29" fmla="*/ 6134357 w 6917560"/>
                <a:gd name="connsiteY29" fmla="*/ 1062990 h 4303900"/>
                <a:gd name="connsiteX30" fmla="*/ 6130761 w 6917560"/>
                <a:gd name="connsiteY30" fmla="*/ 932125 h 4303900"/>
                <a:gd name="connsiteX31" fmla="*/ 6070643 w 6917560"/>
                <a:gd name="connsiteY31" fmla="*/ 912083 h 4303900"/>
                <a:gd name="connsiteX32" fmla="*/ 0 w 6917560"/>
                <a:gd name="connsiteY32" fmla="*/ 876739 h 4303900"/>
                <a:gd name="connsiteX33" fmla="*/ 666304 w 6917560"/>
                <a:gd name="connsiteY33" fmla="*/ 876739 h 4303900"/>
                <a:gd name="connsiteX34" fmla="*/ 666304 w 6917560"/>
                <a:gd name="connsiteY34" fmla="*/ 1566097 h 4303900"/>
                <a:gd name="connsiteX35" fmla="*/ 0 w 6917560"/>
                <a:gd name="connsiteY35" fmla="*/ 1566097 h 4303900"/>
                <a:gd name="connsiteX36" fmla="*/ 6088515 w 6917560"/>
                <a:gd name="connsiteY36" fmla="*/ 793034 h 4303900"/>
                <a:gd name="connsiteX37" fmla="*/ 6157098 w 6917560"/>
                <a:gd name="connsiteY37" fmla="*/ 810437 h 4303900"/>
                <a:gd name="connsiteX38" fmla="*/ 6257365 w 6917560"/>
                <a:gd name="connsiteY38" fmla="*/ 886683 h 4303900"/>
                <a:gd name="connsiteX39" fmla="*/ 6281609 w 6917560"/>
                <a:gd name="connsiteY39" fmla="*/ 1060872 h 4303900"/>
                <a:gd name="connsiteX40" fmla="*/ 5960185 w 6917560"/>
                <a:gd name="connsiteY40" fmla="*/ 1159957 h 4303900"/>
                <a:gd name="connsiteX41" fmla="*/ 5922814 w 6917560"/>
                <a:gd name="connsiteY41" fmla="*/ 869852 h 4303900"/>
                <a:gd name="connsiteX42" fmla="*/ 6088515 w 6917560"/>
                <a:gd name="connsiteY42" fmla="*/ 793034 h 4303900"/>
                <a:gd name="connsiteX43" fmla="*/ 5074090 w 6917560"/>
                <a:gd name="connsiteY43" fmla="*/ 789416 h 4303900"/>
                <a:gd name="connsiteX44" fmla="*/ 5269607 w 6917560"/>
                <a:gd name="connsiteY44" fmla="*/ 965060 h 4303900"/>
                <a:gd name="connsiteX45" fmla="*/ 5173896 w 6917560"/>
                <a:gd name="connsiteY45" fmla="*/ 1172670 h 4303900"/>
                <a:gd name="connsiteX46" fmla="*/ 5050518 w 6917560"/>
                <a:gd name="connsiteY46" fmla="*/ 1193589 h 4303900"/>
                <a:gd name="connsiteX47" fmla="*/ 4845575 w 6917560"/>
                <a:gd name="connsiteY47" fmla="*/ 1014770 h 4303900"/>
                <a:gd name="connsiteX48" fmla="*/ 5033843 w 6917560"/>
                <a:gd name="connsiteY48" fmla="*/ 789862 h 4303900"/>
                <a:gd name="connsiteX49" fmla="*/ 5074090 w 6917560"/>
                <a:gd name="connsiteY49" fmla="*/ 789416 h 4303900"/>
                <a:gd name="connsiteX50" fmla="*/ 5570447 w 6917560"/>
                <a:gd name="connsiteY50" fmla="*/ 788542 h 4303900"/>
                <a:gd name="connsiteX51" fmla="*/ 5693472 w 6917560"/>
                <a:gd name="connsiteY51" fmla="*/ 831158 h 4303900"/>
                <a:gd name="connsiteX52" fmla="*/ 5773493 w 6917560"/>
                <a:gd name="connsiteY52" fmla="*/ 1043071 h 4303900"/>
                <a:gd name="connsiteX53" fmla="*/ 5589462 w 6917560"/>
                <a:gd name="connsiteY53" fmla="*/ 1194157 h 4303900"/>
                <a:gd name="connsiteX54" fmla="*/ 5377443 w 6917560"/>
                <a:gd name="connsiteY54" fmla="*/ 997071 h 4303900"/>
                <a:gd name="connsiteX55" fmla="*/ 5436504 w 6917560"/>
                <a:gd name="connsiteY55" fmla="*/ 834384 h 4303900"/>
                <a:gd name="connsiteX56" fmla="*/ 5570447 w 6917560"/>
                <a:gd name="connsiteY56" fmla="*/ 788542 h 4303900"/>
                <a:gd name="connsiteX57" fmla="*/ 6580750 w 6917560"/>
                <a:gd name="connsiteY57" fmla="*/ 231198 h 4303900"/>
                <a:gd name="connsiteX58" fmla="*/ 4500718 w 6917560"/>
                <a:gd name="connsiteY58" fmla="*/ 235270 h 4303900"/>
                <a:gd name="connsiteX59" fmla="*/ 4484216 w 6917560"/>
                <a:gd name="connsiteY59" fmla="*/ 242626 h 4303900"/>
                <a:gd name="connsiteX60" fmla="*/ 4469307 w 6917560"/>
                <a:gd name="connsiteY60" fmla="*/ 254252 h 4303900"/>
                <a:gd name="connsiteX61" fmla="*/ 4457099 w 6917560"/>
                <a:gd name="connsiteY61" fmla="*/ 288536 h 4303900"/>
                <a:gd name="connsiteX62" fmla="*/ 4453331 w 6917560"/>
                <a:gd name="connsiteY62" fmla="*/ 1928022 h 4303900"/>
                <a:gd name="connsiteX63" fmla="*/ 4468445 w 6917560"/>
                <a:gd name="connsiteY63" fmla="*/ 2017033 h 4303900"/>
                <a:gd name="connsiteX64" fmla="*/ 4644563 w 6917560"/>
                <a:gd name="connsiteY64" fmla="*/ 1880536 h 4303900"/>
                <a:gd name="connsiteX65" fmla="*/ 4764960 w 6917560"/>
                <a:gd name="connsiteY65" fmla="*/ 1760393 h 4303900"/>
                <a:gd name="connsiteX66" fmla="*/ 4914913 w 6917560"/>
                <a:gd name="connsiteY66" fmla="*/ 1696758 h 4303900"/>
                <a:gd name="connsiteX67" fmla="*/ 5028349 w 6917560"/>
                <a:gd name="connsiteY67" fmla="*/ 1697160 h 4303900"/>
                <a:gd name="connsiteX68" fmla="*/ 6484539 w 6917560"/>
                <a:gd name="connsiteY68" fmla="*/ 1696536 h 4303900"/>
                <a:gd name="connsiteX69" fmla="*/ 6670164 w 6917560"/>
                <a:gd name="connsiteY69" fmla="*/ 1671660 h 4303900"/>
                <a:gd name="connsiteX70" fmla="*/ 6680698 w 6917560"/>
                <a:gd name="connsiteY70" fmla="*/ 1596606 h 4303900"/>
                <a:gd name="connsiteX71" fmla="*/ 6674204 w 6917560"/>
                <a:gd name="connsiteY71" fmla="*/ 273528 h 4303900"/>
                <a:gd name="connsiteX72" fmla="*/ 6667808 w 6917560"/>
                <a:gd name="connsiteY72" fmla="*/ 256542 h 4303900"/>
                <a:gd name="connsiteX73" fmla="*/ 6643720 w 6917560"/>
                <a:gd name="connsiteY73" fmla="*/ 237610 h 4303900"/>
                <a:gd name="connsiteX74" fmla="*/ 6580750 w 6917560"/>
                <a:gd name="connsiteY74" fmla="*/ 231198 h 4303900"/>
                <a:gd name="connsiteX75" fmla="*/ 4516423 w 6917560"/>
                <a:gd name="connsiteY75" fmla="*/ 0 h 4303900"/>
                <a:gd name="connsiteX76" fmla="*/ 6809764 w 6917560"/>
                <a:gd name="connsiteY76" fmla="*/ 1207 h 4303900"/>
                <a:gd name="connsiteX77" fmla="*/ 6880739 w 6917560"/>
                <a:gd name="connsiteY77" fmla="*/ 7488 h 4303900"/>
                <a:gd name="connsiteX78" fmla="*/ 6914490 w 6917560"/>
                <a:gd name="connsiteY78" fmla="*/ 171685 h 4303900"/>
                <a:gd name="connsiteX79" fmla="*/ 6915360 w 6917560"/>
                <a:gd name="connsiteY79" fmla="*/ 1668114 h 4303900"/>
                <a:gd name="connsiteX80" fmla="*/ 6898809 w 6917560"/>
                <a:gd name="connsiteY80" fmla="*/ 1921478 h 4303900"/>
                <a:gd name="connsiteX81" fmla="*/ 6711066 w 6917560"/>
                <a:gd name="connsiteY81" fmla="*/ 1929450 h 4303900"/>
                <a:gd name="connsiteX82" fmla="*/ 5119035 w 6917560"/>
                <a:gd name="connsiteY82" fmla="*/ 1927028 h 4303900"/>
                <a:gd name="connsiteX83" fmla="*/ 4752966 w 6917560"/>
                <a:gd name="connsiteY83" fmla="*/ 2081136 h 4303900"/>
                <a:gd name="connsiteX84" fmla="*/ 4473560 w 6917560"/>
                <a:gd name="connsiteY84" fmla="*/ 2364253 h 4303900"/>
                <a:gd name="connsiteX85" fmla="*/ 4267714 w 6917560"/>
                <a:gd name="connsiteY85" fmla="*/ 2412781 h 4303900"/>
                <a:gd name="connsiteX86" fmla="*/ 4219686 w 6917560"/>
                <a:gd name="connsiteY86" fmla="*/ 2219907 h 4303900"/>
                <a:gd name="connsiteX87" fmla="*/ 4221213 w 6917560"/>
                <a:gd name="connsiteY87" fmla="*/ 267724 h 4303900"/>
                <a:gd name="connsiteX88" fmla="*/ 4251228 w 6917560"/>
                <a:gd name="connsiteY88" fmla="*/ 74456 h 4303900"/>
                <a:gd name="connsiteX89" fmla="*/ 4516423 w 6917560"/>
                <a:gd name="connsiteY89" fmla="*/ 0 h 430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6917560" h="4303900">
                  <a:moveTo>
                    <a:pt x="4308640" y="4047712"/>
                  </a:moveTo>
                  <a:lnTo>
                    <a:pt x="6122878" y="4047712"/>
                  </a:lnTo>
                  <a:lnTo>
                    <a:pt x="6122878" y="4303900"/>
                  </a:lnTo>
                  <a:lnTo>
                    <a:pt x="4308640" y="4303900"/>
                  </a:lnTo>
                  <a:close/>
                  <a:moveTo>
                    <a:pt x="4309940" y="3481651"/>
                  </a:moveTo>
                  <a:lnTo>
                    <a:pt x="6122807" y="3481651"/>
                  </a:lnTo>
                  <a:lnTo>
                    <a:pt x="6122807" y="3739278"/>
                  </a:lnTo>
                  <a:lnTo>
                    <a:pt x="4309940" y="3739278"/>
                  </a:lnTo>
                  <a:close/>
                  <a:moveTo>
                    <a:pt x="4308467" y="2917918"/>
                  </a:moveTo>
                  <a:lnTo>
                    <a:pt x="6123116" y="2917918"/>
                  </a:lnTo>
                  <a:lnTo>
                    <a:pt x="6123116" y="3173145"/>
                  </a:lnTo>
                  <a:lnTo>
                    <a:pt x="4308467" y="3173145"/>
                  </a:lnTo>
                  <a:close/>
                  <a:moveTo>
                    <a:pt x="5569571" y="915940"/>
                  </a:moveTo>
                  <a:cubicBezTo>
                    <a:pt x="5542511" y="913885"/>
                    <a:pt x="5520558" y="929510"/>
                    <a:pt x="5505196" y="957039"/>
                  </a:cubicBezTo>
                  <a:cubicBezTo>
                    <a:pt x="5496567" y="972515"/>
                    <a:pt x="5496025" y="992506"/>
                    <a:pt x="5507462" y="1036815"/>
                  </a:cubicBezTo>
                  <a:cubicBezTo>
                    <a:pt x="5522962" y="1046675"/>
                    <a:pt x="5537288" y="1061116"/>
                    <a:pt x="5554209" y="1065467"/>
                  </a:cubicBezTo>
                  <a:cubicBezTo>
                    <a:pt x="5592163" y="1075212"/>
                    <a:pt x="5628976" y="1071748"/>
                    <a:pt x="5648613" y="1030386"/>
                  </a:cubicBezTo>
                  <a:cubicBezTo>
                    <a:pt x="5665567" y="994690"/>
                    <a:pt x="5642834" y="945398"/>
                    <a:pt x="5598279" y="924101"/>
                  </a:cubicBezTo>
                  <a:cubicBezTo>
                    <a:pt x="5588179" y="919274"/>
                    <a:pt x="5578591" y="916625"/>
                    <a:pt x="5569571" y="915940"/>
                  </a:cubicBezTo>
                  <a:close/>
                  <a:moveTo>
                    <a:pt x="5048458" y="914510"/>
                  </a:moveTo>
                  <a:cubicBezTo>
                    <a:pt x="5039376" y="916253"/>
                    <a:pt x="5030090" y="920031"/>
                    <a:pt x="5020782" y="926096"/>
                  </a:cubicBezTo>
                  <a:cubicBezTo>
                    <a:pt x="5000856" y="939067"/>
                    <a:pt x="4987154" y="961620"/>
                    <a:pt x="4970619" y="1008112"/>
                  </a:cubicBezTo>
                  <a:cubicBezTo>
                    <a:pt x="4986308" y="1045163"/>
                    <a:pt x="5009936" y="1070794"/>
                    <a:pt x="5054048" y="1071352"/>
                  </a:cubicBezTo>
                  <a:cubicBezTo>
                    <a:pt x="5096764" y="1071902"/>
                    <a:pt x="5129645" y="1053923"/>
                    <a:pt x="5138807" y="1013325"/>
                  </a:cubicBezTo>
                  <a:cubicBezTo>
                    <a:pt x="5143339" y="993261"/>
                    <a:pt x="5132945" y="964444"/>
                    <a:pt x="5119661" y="946883"/>
                  </a:cubicBezTo>
                  <a:cubicBezTo>
                    <a:pt x="5101097" y="922352"/>
                    <a:pt x="5075702" y="909279"/>
                    <a:pt x="5048458" y="914510"/>
                  </a:cubicBezTo>
                  <a:close/>
                  <a:moveTo>
                    <a:pt x="6070643" y="912083"/>
                  </a:moveTo>
                  <a:cubicBezTo>
                    <a:pt x="6051719" y="913018"/>
                    <a:pt x="6034488" y="923254"/>
                    <a:pt x="6020692" y="947846"/>
                  </a:cubicBezTo>
                  <a:cubicBezTo>
                    <a:pt x="6001727" y="981663"/>
                    <a:pt x="6003418" y="1020077"/>
                    <a:pt x="6032374" y="1050150"/>
                  </a:cubicBezTo>
                  <a:cubicBezTo>
                    <a:pt x="6061848" y="1080765"/>
                    <a:pt x="6100877" y="1080609"/>
                    <a:pt x="6134357" y="1062990"/>
                  </a:cubicBezTo>
                  <a:cubicBezTo>
                    <a:pt x="6183206" y="1037277"/>
                    <a:pt x="6180480" y="996400"/>
                    <a:pt x="6130761" y="932125"/>
                  </a:cubicBezTo>
                  <a:cubicBezTo>
                    <a:pt x="6110187" y="919514"/>
                    <a:pt x="6089568" y="911148"/>
                    <a:pt x="6070643" y="912083"/>
                  </a:cubicBezTo>
                  <a:close/>
                  <a:moveTo>
                    <a:pt x="0" y="876739"/>
                  </a:moveTo>
                  <a:lnTo>
                    <a:pt x="666304" y="876739"/>
                  </a:lnTo>
                  <a:lnTo>
                    <a:pt x="666304" y="1566097"/>
                  </a:lnTo>
                  <a:lnTo>
                    <a:pt x="0" y="1566097"/>
                  </a:lnTo>
                  <a:close/>
                  <a:moveTo>
                    <a:pt x="6088515" y="793034"/>
                  </a:moveTo>
                  <a:cubicBezTo>
                    <a:pt x="6111200" y="794894"/>
                    <a:pt x="6134373" y="800575"/>
                    <a:pt x="6157098" y="810437"/>
                  </a:cubicBezTo>
                  <a:cubicBezTo>
                    <a:pt x="6190496" y="824928"/>
                    <a:pt x="6217736" y="853613"/>
                    <a:pt x="6257365" y="886683"/>
                  </a:cubicBezTo>
                  <a:cubicBezTo>
                    <a:pt x="6301813" y="949226"/>
                    <a:pt x="6295779" y="1006720"/>
                    <a:pt x="6281609" y="1060872"/>
                  </a:cubicBezTo>
                  <a:cubicBezTo>
                    <a:pt x="6248293" y="1188216"/>
                    <a:pt x="6065600" y="1242927"/>
                    <a:pt x="5960185" y="1159957"/>
                  </a:cubicBezTo>
                  <a:cubicBezTo>
                    <a:pt x="5882922" y="1099147"/>
                    <a:pt x="5865099" y="960810"/>
                    <a:pt x="5922814" y="869852"/>
                  </a:cubicBezTo>
                  <a:cubicBezTo>
                    <a:pt x="5956797" y="816283"/>
                    <a:pt x="6020459" y="787457"/>
                    <a:pt x="6088515" y="793034"/>
                  </a:cubicBezTo>
                  <a:close/>
                  <a:moveTo>
                    <a:pt x="5074090" y="789416"/>
                  </a:moveTo>
                  <a:cubicBezTo>
                    <a:pt x="5167570" y="798001"/>
                    <a:pt x="5254895" y="871788"/>
                    <a:pt x="5269607" y="965060"/>
                  </a:cubicBezTo>
                  <a:cubicBezTo>
                    <a:pt x="5282652" y="1047757"/>
                    <a:pt x="5236603" y="1108691"/>
                    <a:pt x="5173896" y="1172670"/>
                  </a:cubicBezTo>
                  <a:cubicBezTo>
                    <a:pt x="5124760" y="1184147"/>
                    <a:pt x="5087544" y="1194229"/>
                    <a:pt x="5050518" y="1193589"/>
                  </a:cubicBezTo>
                  <a:cubicBezTo>
                    <a:pt x="4933494" y="1191561"/>
                    <a:pt x="4855320" y="1121416"/>
                    <a:pt x="4845575" y="1014770"/>
                  </a:cubicBezTo>
                  <a:cubicBezTo>
                    <a:pt x="4835936" y="909331"/>
                    <a:pt x="4925333" y="802538"/>
                    <a:pt x="5033843" y="789862"/>
                  </a:cubicBezTo>
                  <a:cubicBezTo>
                    <a:pt x="5047255" y="788294"/>
                    <a:pt x="5060735" y="788190"/>
                    <a:pt x="5074090" y="789416"/>
                  </a:cubicBezTo>
                  <a:close/>
                  <a:moveTo>
                    <a:pt x="5570447" y="788542"/>
                  </a:moveTo>
                  <a:cubicBezTo>
                    <a:pt x="5612876" y="788407"/>
                    <a:pt x="5653486" y="803014"/>
                    <a:pt x="5693472" y="831158"/>
                  </a:cubicBezTo>
                  <a:cubicBezTo>
                    <a:pt x="5764298" y="881008"/>
                    <a:pt x="5795028" y="965725"/>
                    <a:pt x="5773493" y="1043071"/>
                  </a:cubicBezTo>
                  <a:cubicBezTo>
                    <a:pt x="5743108" y="1152221"/>
                    <a:pt x="5700147" y="1187490"/>
                    <a:pt x="5589462" y="1194157"/>
                  </a:cubicBezTo>
                  <a:cubicBezTo>
                    <a:pt x="5451290" y="1202465"/>
                    <a:pt x="5379019" y="1135399"/>
                    <a:pt x="5377443" y="997071"/>
                  </a:cubicBezTo>
                  <a:cubicBezTo>
                    <a:pt x="5376794" y="940595"/>
                    <a:pt x="5372673" y="882880"/>
                    <a:pt x="5436504" y="834384"/>
                  </a:cubicBezTo>
                  <a:cubicBezTo>
                    <a:pt x="5483768" y="803556"/>
                    <a:pt x="5528017" y="788678"/>
                    <a:pt x="5570447" y="788542"/>
                  </a:cubicBezTo>
                  <a:close/>
                  <a:moveTo>
                    <a:pt x="6580750" y="231198"/>
                  </a:moveTo>
                  <a:cubicBezTo>
                    <a:pt x="5887404" y="232151"/>
                    <a:pt x="5194057" y="233587"/>
                    <a:pt x="4500718" y="235270"/>
                  </a:cubicBezTo>
                  <a:cubicBezTo>
                    <a:pt x="4495176" y="235287"/>
                    <a:pt x="4489339" y="239466"/>
                    <a:pt x="4484216" y="242626"/>
                  </a:cubicBezTo>
                  <a:cubicBezTo>
                    <a:pt x="4478888" y="245910"/>
                    <a:pt x="4474257" y="250327"/>
                    <a:pt x="4469307" y="254252"/>
                  </a:cubicBezTo>
                  <a:cubicBezTo>
                    <a:pt x="4465062" y="265680"/>
                    <a:pt x="4457140" y="277091"/>
                    <a:pt x="4457099" y="288536"/>
                  </a:cubicBezTo>
                  <a:cubicBezTo>
                    <a:pt x="4455317" y="824287"/>
                    <a:pt x="4454217" y="1360038"/>
                    <a:pt x="4453331" y="1928022"/>
                  </a:cubicBezTo>
                  <a:cubicBezTo>
                    <a:pt x="4457099" y="1950237"/>
                    <a:pt x="4460875" y="1972453"/>
                    <a:pt x="4468445" y="2017033"/>
                  </a:cubicBezTo>
                  <a:cubicBezTo>
                    <a:pt x="4538910" y="1962864"/>
                    <a:pt x="4593875" y="1924187"/>
                    <a:pt x="4644563" y="1880536"/>
                  </a:cubicBezTo>
                  <a:cubicBezTo>
                    <a:pt x="4687435" y="1843624"/>
                    <a:pt x="4727261" y="1802665"/>
                    <a:pt x="4764960" y="1760393"/>
                  </a:cubicBezTo>
                  <a:cubicBezTo>
                    <a:pt x="4805730" y="1714664"/>
                    <a:pt x="4853315" y="1692382"/>
                    <a:pt x="4914913" y="1696758"/>
                  </a:cubicBezTo>
                  <a:cubicBezTo>
                    <a:pt x="4952547" y="1699434"/>
                    <a:pt x="4990526" y="1697168"/>
                    <a:pt x="5028349" y="1697160"/>
                  </a:cubicBezTo>
                  <a:cubicBezTo>
                    <a:pt x="5513748" y="1697152"/>
                    <a:pt x="5999140" y="1697636"/>
                    <a:pt x="6484539" y="1696536"/>
                  </a:cubicBezTo>
                  <a:cubicBezTo>
                    <a:pt x="6545260" y="1696397"/>
                    <a:pt x="6609551" y="1710173"/>
                    <a:pt x="6670164" y="1671660"/>
                  </a:cubicBezTo>
                  <a:cubicBezTo>
                    <a:pt x="6674072" y="1645011"/>
                    <a:pt x="6680788" y="1620800"/>
                    <a:pt x="6680698" y="1596606"/>
                  </a:cubicBezTo>
                  <a:cubicBezTo>
                    <a:pt x="6679105" y="1155580"/>
                    <a:pt x="6676724" y="714554"/>
                    <a:pt x="6674204" y="273528"/>
                  </a:cubicBezTo>
                  <a:cubicBezTo>
                    <a:pt x="6674170" y="267781"/>
                    <a:pt x="6671322" y="261230"/>
                    <a:pt x="6667808" y="256542"/>
                  </a:cubicBezTo>
                  <a:cubicBezTo>
                    <a:pt x="6664171" y="251682"/>
                    <a:pt x="6658104" y="248644"/>
                    <a:pt x="6643720" y="237610"/>
                  </a:cubicBezTo>
                  <a:cubicBezTo>
                    <a:pt x="6629427" y="236075"/>
                    <a:pt x="6605093" y="231165"/>
                    <a:pt x="6580750" y="231198"/>
                  </a:cubicBezTo>
                  <a:close/>
                  <a:moveTo>
                    <a:pt x="4516423" y="0"/>
                  </a:moveTo>
                  <a:cubicBezTo>
                    <a:pt x="5280868" y="1322"/>
                    <a:pt x="6045312" y="780"/>
                    <a:pt x="6809764" y="1207"/>
                  </a:cubicBezTo>
                  <a:cubicBezTo>
                    <a:pt x="6834591" y="1215"/>
                    <a:pt x="6859410" y="5517"/>
                    <a:pt x="6880739" y="7488"/>
                  </a:cubicBezTo>
                  <a:cubicBezTo>
                    <a:pt x="6932863" y="57650"/>
                    <a:pt x="6914325" y="117664"/>
                    <a:pt x="6914490" y="171685"/>
                  </a:cubicBezTo>
                  <a:cubicBezTo>
                    <a:pt x="6915959" y="664457"/>
                    <a:pt x="6915360" y="1157247"/>
                    <a:pt x="6915360" y="1668114"/>
                  </a:cubicBezTo>
                  <a:cubicBezTo>
                    <a:pt x="6911690" y="1760573"/>
                    <a:pt x="6924662" y="1836531"/>
                    <a:pt x="6898809" y="1921478"/>
                  </a:cubicBezTo>
                  <a:cubicBezTo>
                    <a:pt x="6833860" y="1924360"/>
                    <a:pt x="6772467" y="1929368"/>
                    <a:pt x="6711066" y="1929450"/>
                  </a:cubicBezTo>
                  <a:cubicBezTo>
                    <a:pt x="6180380" y="1930074"/>
                    <a:pt x="5649630" y="1934195"/>
                    <a:pt x="5119035" y="1927028"/>
                  </a:cubicBezTo>
                  <a:cubicBezTo>
                    <a:pt x="4967522" y="1924984"/>
                    <a:pt x="4851747" y="1964826"/>
                    <a:pt x="4752966" y="2081136"/>
                  </a:cubicBezTo>
                  <a:cubicBezTo>
                    <a:pt x="4667386" y="2181911"/>
                    <a:pt x="4565773" y="2268920"/>
                    <a:pt x="4473560" y="2364253"/>
                  </a:cubicBezTo>
                  <a:cubicBezTo>
                    <a:pt x="4415007" y="2424792"/>
                    <a:pt x="4350609" y="2449504"/>
                    <a:pt x="4267714" y="2412781"/>
                  </a:cubicBezTo>
                  <a:cubicBezTo>
                    <a:pt x="4220803" y="2358358"/>
                    <a:pt x="4219678" y="2289370"/>
                    <a:pt x="4219686" y="2219907"/>
                  </a:cubicBezTo>
                  <a:cubicBezTo>
                    <a:pt x="4219785" y="1569177"/>
                    <a:pt x="4218808" y="918446"/>
                    <a:pt x="4221213" y="267724"/>
                  </a:cubicBezTo>
                  <a:cubicBezTo>
                    <a:pt x="4221468" y="200469"/>
                    <a:pt x="4241656" y="133279"/>
                    <a:pt x="4251228" y="74456"/>
                  </a:cubicBezTo>
                  <a:cubicBezTo>
                    <a:pt x="4342514" y="20073"/>
                    <a:pt x="4425384" y="-156"/>
                    <a:pt x="4516423" y="0"/>
                  </a:cubicBez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88" name="Group 87">
            <a:extLst>
              <a:ext uri="{FF2B5EF4-FFF2-40B4-BE49-F238E27FC236}">
                <a16:creationId xmlns:a16="http://schemas.microsoft.com/office/drawing/2014/main" id="{C02FCD43-BFE5-1119-015B-6412BB1FD1B6}"/>
              </a:ext>
              <a:ext uri="{C183D7F6-B498-43B3-948B-1728B52AA6E4}">
                <adec:decorative xmlns:adec="http://schemas.microsoft.com/office/drawing/2017/decorative" val="1"/>
              </a:ext>
            </a:extLst>
          </p:cNvPr>
          <p:cNvGrpSpPr>
            <a:grpSpLocks noChangeAspect="1"/>
          </p:cNvGrpSpPr>
          <p:nvPr/>
        </p:nvGrpSpPr>
        <p:grpSpPr>
          <a:xfrm>
            <a:off x="1397821" y="2930159"/>
            <a:ext cx="654493" cy="457200"/>
            <a:chOff x="1397821" y="2930159"/>
            <a:chExt cx="654493" cy="457200"/>
          </a:xfrm>
          <a:solidFill>
            <a:schemeClr val="accent2"/>
          </a:solidFill>
        </p:grpSpPr>
        <p:sp>
          <p:nvSpPr>
            <p:cNvPr id="1348" name="Freeform: Shape 1347">
              <a:extLst>
                <a:ext uri="{FF2B5EF4-FFF2-40B4-BE49-F238E27FC236}">
                  <a16:creationId xmlns:a16="http://schemas.microsoft.com/office/drawing/2014/main" id="{09C77395-1C53-E23C-723B-53CDF02C31D4}"/>
                </a:ext>
                <a:ext uri="{C183D7F6-B498-43B3-948B-1728B52AA6E4}">
                  <adec:decorative xmlns:adec="http://schemas.microsoft.com/office/drawing/2017/decorative" val="1"/>
                </a:ext>
              </a:extLst>
            </p:cNvPr>
            <p:cNvSpPr/>
            <p:nvPr/>
          </p:nvSpPr>
          <p:spPr>
            <a:xfrm>
              <a:off x="1397821" y="2938896"/>
              <a:ext cx="654493" cy="448463"/>
            </a:xfrm>
            <a:custGeom>
              <a:avLst/>
              <a:gdLst>
                <a:gd name="connsiteX0" fmla="*/ 3192 w 9817396"/>
                <a:gd name="connsiteY0" fmla="*/ 6238964 h 6726949"/>
                <a:gd name="connsiteX1" fmla="*/ 3931645 w 9817396"/>
                <a:gd name="connsiteY1" fmla="*/ 6238964 h 6726949"/>
                <a:gd name="connsiteX2" fmla="*/ 4176710 w 9817396"/>
                <a:gd name="connsiteY2" fmla="*/ 6481896 h 6726949"/>
                <a:gd name="connsiteX3" fmla="*/ 5640156 w 9817396"/>
                <a:gd name="connsiteY3" fmla="*/ 6481896 h 6726949"/>
                <a:gd name="connsiteX4" fmla="*/ 5885221 w 9817396"/>
                <a:gd name="connsiteY4" fmla="*/ 6238964 h 6726949"/>
                <a:gd name="connsiteX5" fmla="*/ 9817396 w 9817396"/>
                <a:gd name="connsiteY5" fmla="*/ 6238964 h 6726949"/>
                <a:gd name="connsiteX6" fmla="*/ 9814194 w 9817396"/>
                <a:gd name="connsiteY6" fmla="*/ 6726949 h 6726949"/>
                <a:gd name="connsiteX7" fmla="*/ 0 w 9817396"/>
                <a:gd name="connsiteY7" fmla="*/ 6726949 h 6726949"/>
                <a:gd name="connsiteX8" fmla="*/ 3647159 w 9817396"/>
                <a:gd name="connsiteY8" fmla="*/ 3444203 h 6726949"/>
                <a:gd name="connsiteX9" fmla="*/ 2527862 w 9817396"/>
                <a:gd name="connsiteY9" fmla="*/ 4494770 h 6726949"/>
                <a:gd name="connsiteX10" fmla="*/ 4766447 w 9817396"/>
                <a:gd name="connsiteY10" fmla="*/ 4494770 h 6726949"/>
                <a:gd name="connsiteX11" fmla="*/ 3647159 w 9817396"/>
                <a:gd name="connsiteY11" fmla="*/ 3444203 h 6726949"/>
                <a:gd name="connsiteX12" fmla="*/ 3646615 w 9817396"/>
                <a:gd name="connsiteY12" fmla="*/ 1864597 h 6726949"/>
                <a:gd name="connsiteX13" fmla="*/ 2931681 w 9817396"/>
                <a:gd name="connsiteY13" fmla="*/ 2579541 h 6726949"/>
                <a:gd name="connsiteX14" fmla="*/ 3646615 w 9817396"/>
                <a:gd name="connsiteY14" fmla="*/ 3294485 h 6726949"/>
                <a:gd name="connsiteX15" fmla="*/ 4361558 w 9817396"/>
                <a:gd name="connsiteY15" fmla="*/ 2579541 h 6726949"/>
                <a:gd name="connsiteX16" fmla="*/ 3646615 w 9817396"/>
                <a:gd name="connsiteY16" fmla="*/ 1864597 h 6726949"/>
                <a:gd name="connsiteX17" fmla="*/ 3646615 w 9817396"/>
                <a:gd name="connsiteY17" fmla="*/ 1722358 h 6726949"/>
                <a:gd name="connsiteX18" fmla="*/ 4504337 w 9817396"/>
                <a:gd name="connsiteY18" fmla="*/ 2580072 h 6726949"/>
                <a:gd name="connsiteX19" fmla="*/ 4125900 w 9817396"/>
                <a:gd name="connsiteY19" fmla="*/ 3291144 h 6726949"/>
                <a:gd name="connsiteX20" fmla="*/ 4008806 w 9817396"/>
                <a:gd name="connsiteY20" fmla="*/ 3354767 h 6726949"/>
                <a:gd name="connsiteX21" fmla="*/ 4022829 w 9817396"/>
                <a:gd name="connsiteY21" fmla="*/ 3358382 h 6726949"/>
                <a:gd name="connsiteX22" fmla="*/ 4911887 w 9817396"/>
                <a:gd name="connsiteY22" fmla="*/ 4566159 h 6726949"/>
                <a:gd name="connsiteX23" fmla="*/ 4911887 w 9817396"/>
                <a:gd name="connsiteY23" fmla="*/ 4637538 h 6726949"/>
                <a:gd name="connsiteX24" fmla="*/ 4911357 w 9817396"/>
                <a:gd name="connsiteY24" fmla="*/ 4637538 h 6726949"/>
                <a:gd name="connsiteX25" fmla="*/ 2382422 w 9817396"/>
                <a:gd name="connsiteY25" fmla="*/ 4637538 h 6726949"/>
                <a:gd name="connsiteX26" fmla="*/ 2382422 w 9817396"/>
                <a:gd name="connsiteY26" fmla="*/ 4566159 h 6726949"/>
                <a:gd name="connsiteX27" fmla="*/ 3271485 w 9817396"/>
                <a:gd name="connsiteY27" fmla="*/ 3358382 h 6726949"/>
                <a:gd name="connsiteX28" fmla="*/ 3284777 w 9817396"/>
                <a:gd name="connsiteY28" fmla="*/ 3354956 h 6726949"/>
                <a:gd name="connsiteX29" fmla="*/ 3167337 w 9817396"/>
                <a:gd name="connsiteY29" fmla="*/ 3291144 h 6726949"/>
                <a:gd name="connsiteX30" fmla="*/ 2788902 w 9817396"/>
                <a:gd name="connsiteY30" fmla="*/ 2580072 h 6726949"/>
                <a:gd name="connsiteX31" fmla="*/ 3646615 w 9817396"/>
                <a:gd name="connsiteY31" fmla="*/ 1722358 h 6726949"/>
                <a:gd name="connsiteX32" fmla="*/ 1474639 w 9817396"/>
                <a:gd name="connsiteY32" fmla="*/ 0 h 6726949"/>
                <a:gd name="connsiteX33" fmla="*/ 7898503 w 9817396"/>
                <a:gd name="connsiteY33" fmla="*/ 0 h 6726949"/>
                <a:gd name="connsiteX34" fmla="*/ 7898503 w 9817396"/>
                <a:gd name="connsiteY34" fmla="*/ 492250 h 6726949"/>
                <a:gd name="connsiteX35" fmla="*/ 1479437 w 9817396"/>
                <a:gd name="connsiteY35" fmla="*/ 492250 h 6726949"/>
                <a:gd name="connsiteX36" fmla="*/ 1476238 w 9817396"/>
                <a:gd name="connsiteY36" fmla="*/ 5384971 h 6726949"/>
                <a:gd name="connsiteX37" fmla="*/ 1469840 w 9817396"/>
                <a:gd name="connsiteY37" fmla="*/ 5384971 h 6726949"/>
                <a:gd name="connsiteX38" fmla="*/ 1469840 w 9817396"/>
                <a:gd name="connsiteY38" fmla="*/ 5392457 h 6726949"/>
                <a:gd name="connsiteX39" fmla="*/ 8337961 w 9817396"/>
                <a:gd name="connsiteY39" fmla="*/ 5392457 h 6726949"/>
                <a:gd name="connsiteX40" fmla="*/ 8340294 w 9817396"/>
                <a:gd name="connsiteY40" fmla="*/ 922167 h 6726949"/>
                <a:gd name="connsiteX41" fmla="*/ 8832876 w 9817396"/>
                <a:gd name="connsiteY41" fmla="*/ 922167 h 6726949"/>
                <a:gd name="connsiteX42" fmla="*/ 8832876 w 9817396"/>
                <a:gd name="connsiteY42" fmla="*/ 5394590 h 6726949"/>
                <a:gd name="connsiteX43" fmla="*/ 8342759 w 9817396"/>
                <a:gd name="connsiteY43" fmla="*/ 5884707 h 6726949"/>
                <a:gd name="connsiteX44" fmla="*/ 984510 w 9817396"/>
                <a:gd name="connsiteY44" fmla="*/ 5884707 h 6726949"/>
                <a:gd name="connsiteX45" fmla="*/ 984510 w 9817396"/>
                <a:gd name="connsiteY45" fmla="*/ 5384971 h 6726949"/>
                <a:gd name="connsiteX46" fmla="*/ 984510 w 9817396"/>
                <a:gd name="connsiteY46" fmla="*/ 4961995 h 6726949"/>
                <a:gd name="connsiteX47" fmla="*/ 984510 w 9817396"/>
                <a:gd name="connsiteY47" fmla="*/ 490118 h 6726949"/>
                <a:gd name="connsiteX48" fmla="*/ 1474639 w 9817396"/>
                <a:gd name="connsiteY48" fmla="*/ 0 h 672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9817396" h="6726949">
                  <a:moveTo>
                    <a:pt x="3192" y="6238964"/>
                  </a:moveTo>
                  <a:lnTo>
                    <a:pt x="3931645" y="6238964"/>
                  </a:lnTo>
                  <a:cubicBezTo>
                    <a:pt x="3933246" y="6373217"/>
                    <a:pt x="4041926" y="6481896"/>
                    <a:pt x="4176710" y="6481896"/>
                  </a:cubicBezTo>
                  <a:lnTo>
                    <a:pt x="5640156" y="6481896"/>
                  </a:lnTo>
                  <a:cubicBezTo>
                    <a:pt x="5774940" y="6481896"/>
                    <a:pt x="5884150" y="6373217"/>
                    <a:pt x="5885221" y="6238964"/>
                  </a:cubicBezTo>
                  <a:lnTo>
                    <a:pt x="9817396" y="6238964"/>
                  </a:lnTo>
                  <a:lnTo>
                    <a:pt x="9814194" y="6726949"/>
                  </a:lnTo>
                  <a:lnTo>
                    <a:pt x="0" y="6726949"/>
                  </a:lnTo>
                  <a:close/>
                  <a:moveTo>
                    <a:pt x="3647159" y="3444203"/>
                  </a:moveTo>
                  <a:cubicBezTo>
                    <a:pt x="3052611" y="3444203"/>
                    <a:pt x="2564623" y="3909288"/>
                    <a:pt x="2527862" y="4494770"/>
                  </a:cubicBezTo>
                  <a:lnTo>
                    <a:pt x="4766447" y="4494770"/>
                  </a:lnTo>
                  <a:cubicBezTo>
                    <a:pt x="4729687" y="3909288"/>
                    <a:pt x="4241697" y="3444203"/>
                    <a:pt x="3647159" y="3444203"/>
                  </a:cubicBezTo>
                  <a:close/>
                  <a:moveTo>
                    <a:pt x="3646615" y="1864597"/>
                  </a:moveTo>
                  <a:cubicBezTo>
                    <a:pt x="3252388" y="1864597"/>
                    <a:pt x="2931681" y="2185314"/>
                    <a:pt x="2931681" y="2579541"/>
                  </a:cubicBezTo>
                  <a:cubicBezTo>
                    <a:pt x="2931681" y="2973778"/>
                    <a:pt x="3252388" y="3294485"/>
                    <a:pt x="3646615" y="3294485"/>
                  </a:cubicBezTo>
                  <a:cubicBezTo>
                    <a:pt x="4040852" y="3294485"/>
                    <a:pt x="4361558" y="2973778"/>
                    <a:pt x="4361558" y="2579541"/>
                  </a:cubicBezTo>
                  <a:cubicBezTo>
                    <a:pt x="4361558" y="2185314"/>
                    <a:pt x="4040852" y="1864597"/>
                    <a:pt x="3646615" y="1864597"/>
                  </a:cubicBezTo>
                  <a:close/>
                  <a:moveTo>
                    <a:pt x="3646615" y="1722358"/>
                  </a:moveTo>
                  <a:cubicBezTo>
                    <a:pt x="4119695" y="1722358"/>
                    <a:pt x="4504337" y="2107000"/>
                    <a:pt x="4504337" y="2580072"/>
                  </a:cubicBezTo>
                  <a:cubicBezTo>
                    <a:pt x="4504337" y="2875747"/>
                    <a:pt x="4354086" y="3136876"/>
                    <a:pt x="4125900" y="3291144"/>
                  </a:cubicBezTo>
                  <a:lnTo>
                    <a:pt x="4008806" y="3354767"/>
                  </a:lnTo>
                  <a:lnTo>
                    <a:pt x="4022829" y="3358382"/>
                  </a:lnTo>
                  <a:cubicBezTo>
                    <a:pt x="4537333" y="3518759"/>
                    <a:pt x="4911887" y="3999552"/>
                    <a:pt x="4911887" y="4566159"/>
                  </a:cubicBezTo>
                  <a:lnTo>
                    <a:pt x="4911887" y="4637538"/>
                  </a:lnTo>
                  <a:lnTo>
                    <a:pt x="4911357" y="4637538"/>
                  </a:lnTo>
                  <a:lnTo>
                    <a:pt x="2382422" y="4637538"/>
                  </a:lnTo>
                  <a:lnTo>
                    <a:pt x="2382422" y="4566159"/>
                  </a:lnTo>
                  <a:cubicBezTo>
                    <a:pt x="2382422" y="3999552"/>
                    <a:pt x="2756977" y="3518759"/>
                    <a:pt x="3271485" y="3358382"/>
                  </a:cubicBezTo>
                  <a:lnTo>
                    <a:pt x="3284777" y="3354956"/>
                  </a:lnTo>
                  <a:lnTo>
                    <a:pt x="3167337" y="3291144"/>
                  </a:lnTo>
                  <a:cubicBezTo>
                    <a:pt x="2939153" y="3136876"/>
                    <a:pt x="2788902" y="2875747"/>
                    <a:pt x="2788902" y="2580072"/>
                  </a:cubicBezTo>
                  <a:cubicBezTo>
                    <a:pt x="2788902" y="2107000"/>
                    <a:pt x="3173544" y="1722358"/>
                    <a:pt x="3646615" y="1722358"/>
                  </a:cubicBezTo>
                  <a:close/>
                  <a:moveTo>
                    <a:pt x="1474639" y="0"/>
                  </a:moveTo>
                  <a:lnTo>
                    <a:pt x="7898503" y="0"/>
                  </a:lnTo>
                  <a:lnTo>
                    <a:pt x="7898503" y="492250"/>
                  </a:lnTo>
                  <a:lnTo>
                    <a:pt x="1479437" y="492250"/>
                  </a:lnTo>
                  <a:lnTo>
                    <a:pt x="1476238" y="5384971"/>
                  </a:lnTo>
                  <a:lnTo>
                    <a:pt x="1469840" y="5384971"/>
                  </a:lnTo>
                  <a:lnTo>
                    <a:pt x="1469840" y="5392457"/>
                  </a:lnTo>
                  <a:lnTo>
                    <a:pt x="8337961" y="5392457"/>
                  </a:lnTo>
                  <a:lnTo>
                    <a:pt x="8340294" y="922167"/>
                  </a:lnTo>
                  <a:lnTo>
                    <a:pt x="8832876" y="922167"/>
                  </a:lnTo>
                  <a:lnTo>
                    <a:pt x="8832876" y="5394590"/>
                  </a:lnTo>
                  <a:cubicBezTo>
                    <a:pt x="8832876" y="5665744"/>
                    <a:pt x="8613380" y="5884707"/>
                    <a:pt x="8342759" y="5884707"/>
                  </a:cubicBezTo>
                  <a:lnTo>
                    <a:pt x="984510" y="5884707"/>
                  </a:lnTo>
                  <a:lnTo>
                    <a:pt x="984510" y="5384971"/>
                  </a:lnTo>
                  <a:lnTo>
                    <a:pt x="984510" y="4961995"/>
                  </a:lnTo>
                  <a:lnTo>
                    <a:pt x="984510" y="490118"/>
                  </a:lnTo>
                  <a:cubicBezTo>
                    <a:pt x="984510" y="218963"/>
                    <a:pt x="1204006" y="0"/>
                    <a:pt x="1474639" y="0"/>
                  </a:cubicBezTo>
                  <a:close/>
                </a:path>
              </a:pathLst>
            </a:custGeom>
            <a:grpFill/>
            <a:ln w="5507" cap="flat">
              <a:noFill/>
              <a:prstDash val="solid"/>
              <a:miter/>
            </a:ln>
          </p:spPr>
          <p:txBody>
            <a:bodyPr wrap="square" rtlCol="0" anchor="ctr">
              <a:noAutofit/>
            </a:bodyPr>
            <a:lstStyle/>
            <a:p>
              <a:endParaRPr lang="en-US"/>
            </a:p>
          </p:txBody>
        </p:sp>
        <p:sp>
          <p:nvSpPr>
            <p:cNvPr id="1349" name="Freeform: Shape 1348">
              <a:extLst>
                <a:ext uri="{FF2B5EF4-FFF2-40B4-BE49-F238E27FC236}">
                  <a16:creationId xmlns:a16="http://schemas.microsoft.com/office/drawing/2014/main" id="{8B1D0ECC-1BA4-A8F4-30EC-1507E679D077}"/>
                </a:ext>
                <a:ext uri="{C183D7F6-B498-43B3-948B-1728B52AA6E4}">
                  <adec:decorative xmlns:adec="http://schemas.microsoft.com/office/drawing/2017/decorative" val="1"/>
                </a:ext>
              </a:extLst>
            </p:cNvPr>
            <p:cNvSpPr/>
            <p:nvPr/>
          </p:nvSpPr>
          <p:spPr>
            <a:xfrm>
              <a:off x="1529018" y="2930159"/>
              <a:ext cx="465582" cy="269568"/>
            </a:xfrm>
            <a:custGeom>
              <a:avLst/>
              <a:gdLst>
                <a:gd name="connsiteX0" fmla="*/ 3289148 w 6983733"/>
                <a:gd name="connsiteY0" fmla="*/ 3900746 h 4043525"/>
                <a:gd name="connsiteX1" fmla="*/ 5292788 w 6983733"/>
                <a:gd name="connsiteY1" fmla="*/ 3900746 h 4043525"/>
                <a:gd name="connsiteX2" fmla="*/ 5292788 w 6983733"/>
                <a:gd name="connsiteY2" fmla="*/ 4043525 h 4043525"/>
                <a:gd name="connsiteX3" fmla="*/ 3289148 w 6983733"/>
                <a:gd name="connsiteY3" fmla="*/ 4043525 h 4043525"/>
                <a:gd name="connsiteX4" fmla="*/ 3289148 w 6983733"/>
                <a:gd name="connsiteY4" fmla="*/ 3229485 h 4043525"/>
                <a:gd name="connsiteX5" fmla="*/ 5292788 w 6983733"/>
                <a:gd name="connsiteY5" fmla="*/ 3229485 h 4043525"/>
                <a:gd name="connsiteX6" fmla="*/ 5292788 w 6983733"/>
                <a:gd name="connsiteY6" fmla="*/ 3372264 h 4043525"/>
                <a:gd name="connsiteX7" fmla="*/ 3289148 w 6983733"/>
                <a:gd name="connsiteY7" fmla="*/ 3372264 h 4043525"/>
                <a:gd name="connsiteX8" fmla="*/ 3289148 w 6983733"/>
                <a:gd name="connsiteY8" fmla="*/ 2558768 h 4043525"/>
                <a:gd name="connsiteX9" fmla="*/ 5292788 w 6983733"/>
                <a:gd name="connsiteY9" fmla="*/ 2558768 h 4043525"/>
                <a:gd name="connsiteX10" fmla="*/ 5292788 w 6983733"/>
                <a:gd name="connsiteY10" fmla="*/ 2701547 h 4043525"/>
                <a:gd name="connsiteX11" fmla="*/ 3289148 w 6983733"/>
                <a:gd name="connsiteY11" fmla="*/ 2701547 h 4043525"/>
                <a:gd name="connsiteX12" fmla="*/ 1473560 w 6983733"/>
                <a:gd name="connsiteY12" fmla="*/ 1088927 h 4043525"/>
                <a:gd name="connsiteX13" fmla="*/ 1964220 w 6983733"/>
                <a:gd name="connsiteY13" fmla="*/ 1088927 h 4043525"/>
                <a:gd name="connsiteX14" fmla="*/ 1964220 w 6983733"/>
                <a:gd name="connsiteY14" fmla="*/ 1333990 h 4043525"/>
                <a:gd name="connsiteX15" fmla="*/ 1473560 w 6983733"/>
                <a:gd name="connsiteY15" fmla="*/ 1333990 h 4043525"/>
                <a:gd name="connsiteX16" fmla="*/ 244524 w 6983733"/>
                <a:gd name="connsiteY16" fmla="*/ 1086795 h 4043525"/>
                <a:gd name="connsiteX17" fmla="*/ 1227973 w 6983733"/>
                <a:gd name="connsiteY17" fmla="*/ 1086795 h 4043525"/>
                <a:gd name="connsiteX18" fmla="*/ 1227973 w 6983733"/>
                <a:gd name="connsiteY18" fmla="*/ 1331860 h 4043525"/>
                <a:gd name="connsiteX19" fmla="*/ 245065 w 6983733"/>
                <a:gd name="connsiteY19" fmla="*/ 1331860 h 4043525"/>
                <a:gd name="connsiteX20" fmla="*/ 245065 w 6983733"/>
                <a:gd name="connsiteY20" fmla="*/ 2799567 h 4043525"/>
                <a:gd name="connsiteX21" fmla="*/ 0 w 6983733"/>
                <a:gd name="connsiteY21" fmla="*/ 2799567 h 4043525"/>
                <a:gd name="connsiteX22" fmla="*/ 0 w 6983733"/>
                <a:gd name="connsiteY22" fmla="*/ 1331320 h 4043525"/>
                <a:gd name="connsiteX23" fmla="*/ 244524 w 6983733"/>
                <a:gd name="connsiteY23" fmla="*/ 1086795 h 4043525"/>
                <a:gd name="connsiteX24" fmla="*/ 6253874 w 6983733"/>
                <a:gd name="connsiteY24" fmla="*/ 0 h 4043525"/>
                <a:gd name="connsiteX25" fmla="*/ 6983733 w 6983733"/>
                <a:gd name="connsiteY25" fmla="*/ 0 h 4043525"/>
                <a:gd name="connsiteX26" fmla="*/ 6983733 w 6983733"/>
                <a:gd name="connsiteY26" fmla="*/ 729860 h 4043525"/>
                <a:gd name="connsiteX27" fmla="*/ 6253874 w 6983733"/>
                <a:gd name="connsiteY27" fmla="*/ 729860 h 404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983733" h="4043525">
                  <a:moveTo>
                    <a:pt x="3289148" y="3900746"/>
                  </a:moveTo>
                  <a:lnTo>
                    <a:pt x="5292788" y="3900746"/>
                  </a:lnTo>
                  <a:lnTo>
                    <a:pt x="5292788" y="4043525"/>
                  </a:lnTo>
                  <a:lnTo>
                    <a:pt x="3289148" y="4043525"/>
                  </a:lnTo>
                  <a:close/>
                  <a:moveTo>
                    <a:pt x="3289148" y="3229485"/>
                  </a:moveTo>
                  <a:lnTo>
                    <a:pt x="5292788" y="3229485"/>
                  </a:lnTo>
                  <a:lnTo>
                    <a:pt x="5292788" y="3372264"/>
                  </a:lnTo>
                  <a:lnTo>
                    <a:pt x="3289148" y="3372264"/>
                  </a:lnTo>
                  <a:close/>
                  <a:moveTo>
                    <a:pt x="3289148" y="2558768"/>
                  </a:moveTo>
                  <a:lnTo>
                    <a:pt x="5292788" y="2558768"/>
                  </a:lnTo>
                  <a:lnTo>
                    <a:pt x="5292788" y="2701547"/>
                  </a:lnTo>
                  <a:lnTo>
                    <a:pt x="3289148" y="2701547"/>
                  </a:lnTo>
                  <a:close/>
                  <a:moveTo>
                    <a:pt x="1473560" y="1088927"/>
                  </a:moveTo>
                  <a:lnTo>
                    <a:pt x="1964220" y="1088927"/>
                  </a:lnTo>
                  <a:lnTo>
                    <a:pt x="1964220" y="1333990"/>
                  </a:lnTo>
                  <a:lnTo>
                    <a:pt x="1473560" y="1333990"/>
                  </a:lnTo>
                  <a:close/>
                  <a:moveTo>
                    <a:pt x="244524" y="1086795"/>
                  </a:moveTo>
                  <a:lnTo>
                    <a:pt x="1227973" y="1086795"/>
                  </a:lnTo>
                  <a:lnTo>
                    <a:pt x="1227973" y="1331860"/>
                  </a:lnTo>
                  <a:lnTo>
                    <a:pt x="245065" y="1331860"/>
                  </a:lnTo>
                  <a:lnTo>
                    <a:pt x="245065" y="2799567"/>
                  </a:lnTo>
                  <a:lnTo>
                    <a:pt x="0" y="2799567"/>
                  </a:lnTo>
                  <a:lnTo>
                    <a:pt x="0" y="1331320"/>
                  </a:lnTo>
                  <a:cubicBezTo>
                    <a:pt x="0" y="1196005"/>
                    <a:pt x="109210" y="1086795"/>
                    <a:pt x="244524" y="1086795"/>
                  </a:cubicBezTo>
                  <a:close/>
                  <a:moveTo>
                    <a:pt x="6253874" y="0"/>
                  </a:moveTo>
                  <a:lnTo>
                    <a:pt x="6983733" y="0"/>
                  </a:lnTo>
                  <a:lnTo>
                    <a:pt x="6983733" y="729860"/>
                  </a:lnTo>
                  <a:lnTo>
                    <a:pt x="6253874" y="729860"/>
                  </a:lnTo>
                  <a:close/>
                </a:path>
              </a:pathLst>
            </a:custGeom>
            <a:solidFill>
              <a:schemeClr val="bg1"/>
            </a:solidFill>
            <a:ln w="5507" cap="flat">
              <a:noFill/>
              <a:prstDash val="solid"/>
              <a:miter/>
            </a:ln>
          </p:spPr>
          <p:txBody>
            <a:bodyPr wrap="square" rtlCol="0" anchor="ctr">
              <a:noAutofit/>
            </a:bodyPr>
            <a:lstStyle/>
            <a:p>
              <a:endParaRPr lang="en-US" dirty="0"/>
            </a:p>
          </p:txBody>
        </p:sp>
      </p:grpSp>
      <p:grpSp>
        <p:nvGrpSpPr>
          <p:cNvPr id="87" name="Group 86">
            <a:extLst>
              <a:ext uri="{FF2B5EF4-FFF2-40B4-BE49-F238E27FC236}">
                <a16:creationId xmlns:a16="http://schemas.microsoft.com/office/drawing/2014/main" id="{7C499AB1-B4E5-A909-0CDC-0FE5A3E71D41}"/>
              </a:ext>
              <a:ext uri="{C183D7F6-B498-43B3-948B-1728B52AA6E4}">
                <adec:decorative xmlns:adec="http://schemas.microsoft.com/office/drawing/2017/decorative" val="1"/>
              </a:ext>
            </a:extLst>
          </p:cNvPr>
          <p:cNvGrpSpPr>
            <a:grpSpLocks noChangeAspect="1"/>
          </p:cNvGrpSpPr>
          <p:nvPr/>
        </p:nvGrpSpPr>
        <p:grpSpPr>
          <a:xfrm>
            <a:off x="2241635" y="2930159"/>
            <a:ext cx="496248" cy="457200"/>
            <a:chOff x="2241635" y="2930159"/>
            <a:chExt cx="496248" cy="457200"/>
          </a:xfrm>
          <a:solidFill>
            <a:schemeClr val="accent2"/>
          </a:solidFill>
        </p:grpSpPr>
        <p:sp>
          <p:nvSpPr>
            <p:cNvPr id="1366" name="Freeform: Shape 1365">
              <a:extLst>
                <a:ext uri="{FF2B5EF4-FFF2-40B4-BE49-F238E27FC236}">
                  <a16:creationId xmlns:a16="http://schemas.microsoft.com/office/drawing/2014/main" id="{86BFF906-9485-560E-BE04-EC62D58DDF8A}"/>
                </a:ext>
                <a:ext uri="{C183D7F6-B498-43B3-948B-1728B52AA6E4}">
                  <adec:decorative xmlns:adec="http://schemas.microsoft.com/office/drawing/2017/decorative" val="1"/>
                </a:ext>
              </a:extLst>
            </p:cNvPr>
            <p:cNvSpPr/>
            <p:nvPr/>
          </p:nvSpPr>
          <p:spPr>
            <a:xfrm>
              <a:off x="2241635" y="3011399"/>
              <a:ext cx="496248" cy="375960"/>
            </a:xfrm>
            <a:custGeom>
              <a:avLst/>
              <a:gdLst>
                <a:gd name="connsiteX0" fmla="*/ 3254 w 7443720"/>
                <a:gd name="connsiteY0" fmla="*/ 5222058 h 5639396"/>
                <a:gd name="connsiteX1" fmla="*/ 6222876 w 7443720"/>
                <a:gd name="connsiteY1" fmla="*/ 5222061 h 5639396"/>
                <a:gd name="connsiteX2" fmla="*/ 7438798 w 7443720"/>
                <a:gd name="connsiteY2" fmla="*/ 5222063 h 5639396"/>
                <a:gd name="connsiteX3" fmla="*/ 7090961 w 7443720"/>
                <a:gd name="connsiteY3" fmla="*/ 5636702 h 5639396"/>
                <a:gd name="connsiteX4" fmla="*/ 7044394 w 7443720"/>
                <a:gd name="connsiteY4" fmla="*/ 5636927 h 5639396"/>
                <a:gd name="connsiteX5" fmla="*/ 399930 w 7443720"/>
                <a:gd name="connsiteY5" fmla="*/ 5639396 h 5639396"/>
                <a:gd name="connsiteX6" fmla="*/ 3254 w 7443720"/>
                <a:gd name="connsiteY6" fmla="*/ 5222058 h 5639396"/>
                <a:gd name="connsiteX7" fmla="*/ 4468504 w 7443720"/>
                <a:gd name="connsiteY7" fmla="*/ 4751895 h 5639396"/>
                <a:gd name="connsiteX8" fmla="*/ 7138868 w 7443720"/>
                <a:gd name="connsiteY8" fmla="*/ 4751895 h 5639396"/>
                <a:gd name="connsiteX9" fmla="*/ 7430690 w 7443720"/>
                <a:gd name="connsiteY9" fmla="*/ 4751895 h 5639396"/>
                <a:gd name="connsiteX10" fmla="*/ 7430690 w 7443720"/>
                <a:gd name="connsiteY10" fmla="*/ 5120295 h 5639396"/>
                <a:gd name="connsiteX11" fmla="*/ 5910 w 7443720"/>
                <a:gd name="connsiteY11" fmla="*/ 5120295 h 5639396"/>
                <a:gd name="connsiteX12" fmla="*/ 5910 w 7443720"/>
                <a:gd name="connsiteY12" fmla="*/ 4756993 h 5639396"/>
                <a:gd name="connsiteX13" fmla="*/ 2969894 w 7443720"/>
                <a:gd name="connsiteY13" fmla="*/ 4756993 h 5639396"/>
                <a:gd name="connsiteX14" fmla="*/ 3039703 w 7443720"/>
                <a:gd name="connsiteY14" fmla="*/ 4878778 h 5639396"/>
                <a:gd name="connsiteX15" fmla="*/ 3200928 w 7443720"/>
                <a:gd name="connsiteY15" fmla="*/ 4935633 h 5639396"/>
                <a:gd name="connsiteX16" fmla="*/ 4232886 w 7443720"/>
                <a:gd name="connsiteY16" fmla="*/ 4938090 h 5639396"/>
                <a:gd name="connsiteX17" fmla="*/ 4468504 w 7443720"/>
                <a:gd name="connsiteY17" fmla="*/ 4751895 h 5639396"/>
                <a:gd name="connsiteX18" fmla="*/ 5143354 w 7443720"/>
                <a:gd name="connsiteY18" fmla="*/ 2518237 h 5639396"/>
                <a:gd name="connsiteX19" fmla="*/ 4717262 w 7443720"/>
                <a:gd name="connsiteY19" fmla="*/ 2518369 h 5639396"/>
                <a:gd name="connsiteX20" fmla="*/ 4641190 w 7443720"/>
                <a:gd name="connsiteY20" fmla="*/ 2561853 h 5639396"/>
                <a:gd name="connsiteX21" fmla="*/ 4452117 w 7443720"/>
                <a:gd name="connsiteY21" fmla="*/ 2881179 h 5639396"/>
                <a:gd name="connsiteX22" fmla="*/ 4453574 w 7443720"/>
                <a:gd name="connsiteY22" fmla="*/ 3067222 h 5639396"/>
                <a:gd name="connsiteX23" fmla="*/ 4532812 w 7443720"/>
                <a:gd name="connsiteY23" fmla="*/ 3204007 h 5639396"/>
                <a:gd name="connsiteX24" fmla="*/ 4633151 w 7443720"/>
                <a:gd name="connsiteY24" fmla="*/ 3378273 h 5639396"/>
                <a:gd name="connsiteX25" fmla="*/ 4723394 w 7443720"/>
                <a:gd name="connsiteY25" fmla="*/ 3433299 h 5639396"/>
                <a:gd name="connsiteX26" fmla="*/ 5141765 w 7443720"/>
                <a:gd name="connsiteY26" fmla="*/ 3430196 h 5639396"/>
                <a:gd name="connsiteX27" fmla="*/ 5212175 w 7443720"/>
                <a:gd name="connsiteY27" fmla="*/ 3390405 h 5639396"/>
                <a:gd name="connsiteX28" fmla="*/ 5420047 w 7443720"/>
                <a:gd name="connsiteY28" fmla="*/ 3037257 h 5639396"/>
                <a:gd name="connsiteX29" fmla="*/ 5421915 w 7443720"/>
                <a:gd name="connsiteY29" fmla="*/ 2911687 h 5639396"/>
                <a:gd name="connsiteX30" fmla="*/ 5213363 w 7443720"/>
                <a:gd name="connsiteY30" fmla="*/ 2558823 h 5639396"/>
                <a:gd name="connsiteX31" fmla="*/ 5143354 w 7443720"/>
                <a:gd name="connsiteY31" fmla="*/ 2518237 h 5639396"/>
                <a:gd name="connsiteX32" fmla="*/ 5230776 w 7443720"/>
                <a:gd name="connsiteY32" fmla="*/ 2343255 h 5639396"/>
                <a:gd name="connsiteX33" fmla="*/ 5320638 w 7443720"/>
                <a:gd name="connsiteY33" fmla="*/ 2396843 h 5639396"/>
                <a:gd name="connsiteX34" fmla="*/ 5621614 w 7443720"/>
                <a:gd name="connsiteY34" fmla="*/ 2915675 h 5639396"/>
                <a:gd name="connsiteX35" fmla="*/ 5623562 w 7443720"/>
                <a:gd name="connsiteY35" fmla="*/ 3027778 h 5639396"/>
                <a:gd name="connsiteX36" fmla="*/ 5307936 w 7443720"/>
                <a:gd name="connsiteY36" fmla="*/ 3564995 h 5639396"/>
                <a:gd name="connsiteX37" fmla="*/ 5243482 w 7443720"/>
                <a:gd name="connsiteY37" fmla="*/ 3602188 h 5639396"/>
                <a:gd name="connsiteX38" fmla="*/ 4607098 w 7443720"/>
                <a:gd name="connsiteY38" fmla="*/ 3605608 h 5639396"/>
                <a:gd name="connsiteX39" fmla="*/ 4507732 w 7443720"/>
                <a:gd name="connsiteY39" fmla="*/ 3518260 h 5639396"/>
                <a:gd name="connsiteX40" fmla="*/ 4230873 w 7443720"/>
                <a:gd name="connsiteY40" fmla="*/ 3028798 h 5639396"/>
                <a:gd name="connsiteX41" fmla="*/ 4226606 w 7443720"/>
                <a:gd name="connsiteY41" fmla="*/ 2925022 h 5639396"/>
                <a:gd name="connsiteX42" fmla="*/ 4535089 w 7443720"/>
                <a:gd name="connsiteY42" fmla="*/ 2390078 h 5639396"/>
                <a:gd name="connsiteX43" fmla="*/ 4609904 w 7443720"/>
                <a:gd name="connsiteY43" fmla="*/ 2346502 h 5639396"/>
                <a:gd name="connsiteX44" fmla="*/ 5230776 w 7443720"/>
                <a:gd name="connsiteY44" fmla="*/ 2343255 h 5639396"/>
                <a:gd name="connsiteX45" fmla="*/ 3538611 w 7443720"/>
                <a:gd name="connsiteY45" fmla="*/ 1808904 h 5639396"/>
                <a:gd name="connsiteX46" fmla="*/ 3436916 w 7443720"/>
                <a:gd name="connsiteY46" fmla="*/ 1871145 h 5639396"/>
                <a:gd name="connsiteX47" fmla="*/ 3331436 w 7443720"/>
                <a:gd name="connsiteY47" fmla="*/ 2055446 h 5639396"/>
                <a:gd name="connsiteX48" fmla="*/ 3238853 w 7443720"/>
                <a:gd name="connsiteY48" fmla="*/ 2216160 h 5639396"/>
                <a:gd name="connsiteX49" fmla="*/ 3236971 w 7443720"/>
                <a:gd name="connsiteY49" fmla="*/ 2313286 h 5639396"/>
                <a:gd name="connsiteX50" fmla="*/ 3441804 w 7443720"/>
                <a:gd name="connsiteY50" fmla="*/ 2668136 h 5639396"/>
                <a:gd name="connsiteX51" fmla="*/ 3531560 w 7443720"/>
                <a:gd name="connsiteY51" fmla="*/ 2723764 h 5639396"/>
                <a:gd name="connsiteX52" fmla="*/ 3949766 w 7443720"/>
                <a:gd name="connsiteY52" fmla="*/ 2720815 h 5639396"/>
                <a:gd name="connsiteX53" fmla="*/ 4022469 w 7443720"/>
                <a:gd name="connsiteY53" fmla="*/ 2681613 h 5639396"/>
                <a:gd name="connsiteX54" fmla="*/ 4238964 w 7443720"/>
                <a:gd name="connsiteY54" fmla="*/ 2306885 h 5639396"/>
                <a:gd name="connsiteX55" fmla="*/ 4239025 w 7443720"/>
                <a:gd name="connsiteY55" fmla="*/ 2225108 h 5639396"/>
                <a:gd name="connsiteX56" fmla="*/ 4027393 w 7443720"/>
                <a:gd name="connsiteY56" fmla="*/ 1856549 h 5639396"/>
                <a:gd name="connsiteX57" fmla="*/ 3941292 w 7443720"/>
                <a:gd name="connsiteY57" fmla="*/ 1812217 h 5639396"/>
                <a:gd name="connsiteX58" fmla="*/ 3538611 w 7443720"/>
                <a:gd name="connsiteY58" fmla="*/ 1808904 h 5639396"/>
                <a:gd name="connsiteX59" fmla="*/ 3465012 w 7443720"/>
                <a:gd name="connsiteY59" fmla="*/ 1631796 h 5639396"/>
                <a:gd name="connsiteX60" fmla="*/ 3522350 w 7443720"/>
                <a:gd name="connsiteY60" fmla="*/ 1633334 h 5639396"/>
                <a:gd name="connsiteX61" fmla="*/ 4041618 w 7443720"/>
                <a:gd name="connsiteY61" fmla="*/ 1635554 h 5639396"/>
                <a:gd name="connsiteX62" fmla="*/ 4124834 w 7443720"/>
                <a:gd name="connsiteY62" fmla="*/ 1683864 h 5639396"/>
                <a:gd name="connsiteX63" fmla="*/ 4430712 w 7443720"/>
                <a:gd name="connsiteY63" fmla="*/ 2207808 h 5639396"/>
                <a:gd name="connsiteX64" fmla="*/ 4428145 w 7443720"/>
                <a:gd name="connsiteY64" fmla="*/ 2327994 h 5639396"/>
                <a:gd name="connsiteX65" fmla="*/ 4148540 w 7443720"/>
                <a:gd name="connsiteY65" fmla="*/ 2813626 h 5639396"/>
                <a:gd name="connsiteX66" fmla="*/ 4012181 w 7443720"/>
                <a:gd name="connsiteY66" fmla="*/ 2896387 h 5639396"/>
                <a:gd name="connsiteX67" fmla="*/ 3430769 w 7443720"/>
                <a:gd name="connsiteY67" fmla="*/ 2892490 h 5639396"/>
                <a:gd name="connsiteX68" fmla="*/ 3343805 w 7443720"/>
                <a:gd name="connsiteY68" fmla="*/ 2851087 h 5639396"/>
                <a:gd name="connsiteX69" fmla="*/ 3049230 w 7443720"/>
                <a:gd name="connsiteY69" fmla="*/ 2343960 h 5639396"/>
                <a:gd name="connsiteX70" fmla="*/ 3047186 w 7443720"/>
                <a:gd name="connsiteY70" fmla="*/ 2191092 h 5639396"/>
                <a:gd name="connsiteX71" fmla="*/ 3351010 w 7443720"/>
                <a:gd name="connsiteY71" fmla="*/ 1671466 h 5639396"/>
                <a:gd name="connsiteX72" fmla="*/ 3414254 w 7443720"/>
                <a:gd name="connsiteY72" fmla="*/ 1634887 h 5639396"/>
                <a:gd name="connsiteX73" fmla="*/ 3465012 w 7443720"/>
                <a:gd name="connsiteY73" fmla="*/ 1631796 h 5639396"/>
                <a:gd name="connsiteX74" fmla="*/ 5149063 w 7443720"/>
                <a:gd name="connsiteY74" fmla="*/ 1103026 h 5639396"/>
                <a:gd name="connsiteX75" fmla="*/ 4707017 w 7443720"/>
                <a:gd name="connsiteY75" fmla="*/ 1103121 h 5639396"/>
                <a:gd name="connsiteX76" fmla="*/ 4642035 w 7443720"/>
                <a:gd name="connsiteY76" fmla="*/ 1142468 h 5639396"/>
                <a:gd name="connsiteX77" fmla="*/ 4503702 w 7443720"/>
                <a:gd name="connsiteY77" fmla="*/ 1379511 h 5639396"/>
                <a:gd name="connsiteX78" fmla="*/ 4436563 w 7443720"/>
                <a:gd name="connsiteY78" fmla="*/ 1492621 h 5639396"/>
                <a:gd name="connsiteX79" fmla="*/ 4435373 w 7443720"/>
                <a:gd name="connsiteY79" fmla="*/ 1618082 h 5639396"/>
                <a:gd name="connsiteX80" fmla="*/ 4639267 w 7443720"/>
                <a:gd name="connsiteY80" fmla="*/ 1964957 h 5639396"/>
                <a:gd name="connsiteX81" fmla="*/ 4721611 w 7443720"/>
                <a:gd name="connsiteY81" fmla="*/ 2014401 h 5639396"/>
                <a:gd name="connsiteX82" fmla="*/ 5140332 w 7443720"/>
                <a:gd name="connsiteY82" fmla="*/ 2014817 h 5639396"/>
                <a:gd name="connsiteX83" fmla="*/ 5212698 w 7443720"/>
                <a:gd name="connsiteY83" fmla="*/ 1974228 h 5639396"/>
                <a:gd name="connsiteX84" fmla="*/ 5425800 w 7443720"/>
                <a:gd name="connsiteY84" fmla="*/ 1605698 h 5639396"/>
                <a:gd name="connsiteX85" fmla="*/ 5426678 w 7443720"/>
                <a:gd name="connsiteY85" fmla="*/ 1509614 h 5639396"/>
                <a:gd name="connsiteX86" fmla="*/ 5214240 w 7443720"/>
                <a:gd name="connsiteY86" fmla="*/ 1140671 h 5639396"/>
                <a:gd name="connsiteX87" fmla="*/ 5149063 w 7443720"/>
                <a:gd name="connsiteY87" fmla="*/ 1103026 h 5639396"/>
                <a:gd name="connsiteX88" fmla="*/ 4591171 w 7443720"/>
                <a:gd name="connsiteY88" fmla="*/ 926640 h 5639396"/>
                <a:gd name="connsiteX89" fmla="*/ 4627932 w 7443720"/>
                <a:gd name="connsiteY89" fmla="*/ 927041 h 5639396"/>
                <a:gd name="connsiteX90" fmla="*/ 5232653 w 7443720"/>
                <a:gd name="connsiteY90" fmla="*/ 928515 h 5639396"/>
                <a:gd name="connsiteX91" fmla="*/ 5308423 w 7443720"/>
                <a:gd name="connsiteY91" fmla="*/ 961397 h 5639396"/>
                <a:gd name="connsiteX92" fmla="*/ 5625895 w 7443720"/>
                <a:gd name="connsiteY92" fmla="*/ 1514892 h 5639396"/>
                <a:gd name="connsiteX93" fmla="*/ 5622475 w 7443720"/>
                <a:gd name="connsiteY93" fmla="*/ 1601529 h 5639396"/>
                <a:gd name="connsiteX94" fmla="*/ 5313782 w 7443720"/>
                <a:gd name="connsiteY94" fmla="*/ 2141421 h 5639396"/>
                <a:gd name="connsiteX95" fmla="*/ 5237299 w 7443720"/>
                <a:gd name="connsiteY95" fmla="*/ 2186056 h 5639396"/>
                <a:gd name="connsiteX96" fmla="*/ 4616656 w 7443720"/>
                <a:gd name="connsiteY96" fmla="*/ 2190090 h 5639396"/>
                <a:gd name="connsiteX97" fmla="*/ 4491391 w 7443720"/>
                <a:gd name="connsiteY97" fmla="*/ 2074669 h 5639396"/>
                <a:gd name="connsiteX98" fmla="*/ 4229911 w 7443720"/>
                <a:gd name="connsiteY98" fmla="*/ 1610104 h 5639396"/>
                <a:gd name="connsiteX99" fmla="*/ 4229996 w 7443720"/>
                <a:gd name="connsiteY99" fmla="*/ 1500770 h 5639396"/>
                <a:gd name="connsiteX100" fmla="*/ 4523997 w 7443720"/>
                <a:gd name="connsiteY100" fmla="*/ 983842 h 5639396"/>
                <a:gd name="connsiteX101" fmla="*/ 4591171 w 7443720"/>
                <a:gd name="connsiteY101" fmla="*/ 926640 h 5639396"/>
                <a:gd name="connsiteX102" fmla="*/ 2605335 w 7443720"/>
                <a:gd name="connsiteY102" fmla="*/ 749685 h 5639396"/>
                <a:gd name="connsiteX103" fmla="*/ 2979287 w 7443720"/>
                <a:gd name="connsiteY103" fmla="*/ 749685 h 5639396"/>
                <a:gd name="connsiteX104" fmla="*/ 2979287 w 7443720"/>
                <a:gd name="connsiteY104" fmla="*/ 948394 h 5639396"/>
                <a:gd name="connsiteX105" fmla="*/ 2605335 w 7443720"/>
                <a:gd name="connsiteY105" fmla="*/ 948394 h 5639396"/>
                <a:gd name="connsiteX106" fmla="*/ 2412994 w 7443720"/>
                <a:gd name="connsiteY106" fmla="*/ 746118 h 5639396"/>
                <a:gd name="connsiteX107" fmla="*/ 2412994 w 7443720"/>
                <a:gd name="connsiteY107" fmla="*/ 929009 h 5639396"/>
                <a:gd name="connsiteX108" fmla="*/ 1679485 w 7443720"/>
                <a:gd name="connsiteY108" fmla="*/ 929009 h 5639396"/>
                <a:gd name="connsiteX109" fmla="*/ 1679487 w 7443720"/>
                <a:gd name="connsiteY109" fmla="*/ 1227604 h 5639396"/>
                <a:gd name="connsiteX110" fmla="*/ 1679490 w 7443720"/>
                <a:gd name="connsiteY110" fmla="*/ 2043984 h 5639396"/>
                <a:gd name="connsiteX111" fmla="*/ 1492214 w 7443720"/>
                <a:gd name="connsiteY111" fmla="*/ 2043984 h 5639396"/>
                <a:gd name="connsiteX112" fmla="*/ 1492214 w 7443720"/>
                <a:gd name="connsiteY112" fmla="*/ 1961300 h 5639396"/>
                <a:gd name="connsiteX113" fmla="*/ 1491713 w 7443720"/>
                <a:gd name="connsiteY113" fmla="*/ 914142 h 5639396"/>
                <a:gd name="connsiteX114" fmla="*/ 1662160 w 7443720"/>
                <a:gd name="connsiteY114" fmla="*/ 746533 h 5639396"/>
                <a:gd name="connsiteX115" fmla="*/ 2412994 w 7443720"/>
                <a:gd name="connsiteY115" fmla="*/ 746118 h 5639396"/>
                <a:gd name="connsiteX116" fmla="*/ 1484112 w 7443720"/>
                <a:gd name="connsiteY116" fmla="*/ 702 h 5639396"/>
                <a:gd name="connsiteX117" fmla="*/ 1745911 w 7443720"/>
                <a:gd name="connsiteY117" fmla="*/ 7589 h 5639396"/>
                <a:gd name="connsiteX118" fmla="*/ 1745911 w 7443720"/>
                <a:gd name="connsiteY118" fmla="*/ 4837 h 5639396"/>
                <a:gd name="connsiteX119" fmla="*/ 3642426 w 7443720"/>
                <a:gd name="connsiteY119" fmla="*/ 4837 h 5639396"/>
                <a:gd name="connsiteX120" fmla="*/ 3642426 w 7443720"/>
                <a:gd name="connsiteY120" fmla="*/ 5780 h 5639396"/>
                <a:gd name="connsiteX121" fmla="*/ 5180051 w 7443720"/>
                <a:gd name="connsiteY121" fmla="*/ 5780 h 5639396"/>
                <a:gd name="connsiteX122" fmla="*/ 5180051 w 7443720"/>
                <a:gd name="connsiteY122" fmla="*/ 2125 h 5639396"/>
                <a:gd name="connsiteX123" fmla="*/ 5477125 w 7443720"/>
                <a:gd name="connsiteY123" fmla="*/ 2125 h 5639396"/>
                <a:gd name="connsiteX124" fmla="*/ 5477125 w 7443720"/>
                <a:gd name="connsiteY124" fmla="*/ 2797 h 5639396"/>
                <a:gd name="connsiteX125" fmla="*/ 5839526 w 7443720"/>
                <a:gd name="connsiteY125" fmla="*/ 2797 h 5639396"/>
                <a:gd name="connsiteX126" fmla="*/ 5839526 w 7443720"/>
                <a:gd name="connsiteY126" fmla="*/ 3789 h 5639396"/>
                <a:gd name="connsiteX127" fmla="*/ 6013296 w 7443720"/>
                <a:gd name="connsiteY127" fmla="*/ 3789 h 5639396"/>
                <a:gd name="connsiteX128" fmla="*/ 6013296 w 7443720"/>
                <a:gd name="connsiteY128" fmla="*/ 373229 h 5639396"/>
                <a:gd name="connsiteX129" fmla="*/ 5787781 w 7443720"/>
                <a:gd name="connsiteY129" fmla="*/ 373229 h 5639396"/>
                <a:gd name="connsiteX130" fmla="*/ 5787781 w 7443720"/>
                <a:gd name="connsiteY130" fmla="*/ 371958 h 5639396"/>
                <a:gd name="connsiteX131" fmla="*/ 5430571 w 7443720"/>
                <a:gd name="connsiteY131" fmla="*/ 371958 h 5639396"/>
                <a:gd name="connsiteX132" fmla="*/ 5430571 w 7443720"/>
                <a:gd name="connsiteY132" fmla="*/ 371814 h 5639396"/>
                <a:gd name="connsiteX133" fmla="*/ 5243499 w 7443720"/>
                <a:gd name="connsiteY133" fmla="*/ 371814 h 5639396"/>
                <a:gd name="connsiteX134" fmla="*/ 5243499 w 7443720"/>
                <a:gd name="connsiteY134" fmla="*/ 372182 h 5639396"/>
                <a:gd name="connsiteX135" fmla="*/ 3620364 w 7443720"/>
                <a:gd name="connsiteY135" fmla="*/ 372182 h 5639396"/>
                <a:gd name="connsiteX136" fmla="*/ 3620364 w 7443720"/>
                <a:gd name="connsiteY136" fmla="*/ 371310 h 5639396"/>
                <a:gd name="connsiteX137" fmla="*/ 1745911 w 7443720"/>
                <a:gd name="connsiteY137" fmla="*/ 371310 h 5639396"/>
                <a:gd name="connsiteX138" fmla="*/ 1745911 w 7443720"/>
                <a:gd name="connsiteY138" fmla="*/ 367078 h 5639396"/>
                <a:gd name="connsiteX139" fmla="*/ 1127230 w 7443720"/>
                <a:gd name="connsiteY139" fmla="*/ 367078 h 5639396"/>
                <a:gd name="connsiteX140" fmla="*/ 1127230 w 7443720"/>
                <a:gd name="connsiteY140" fmla="*/ 4108242 h 5639396"/>
                <a:gd name="connsiteX141" fmla="*/ 6318480 w 7443720"/>
                <a:gd name="connsiteY141" fmla="*/ 4108242 h 5639396"/>
                <a:gd name="connsiteX142" fmla="*/ 6331079 w 7443720"/>
                <a:gd name="connsiteY142" fmla="*/ 692668 h 5639396"/>
                <a:gd name="connsiteX143" fmla="*/ 6702215 w 7443720"/>
                <a:gd name="connsiteY143" fmla="*/ 692668 h 5639396"/>
                <a:gd name="connsiteX144" fmla="*/ 6696088 w 7443720"/>
                <a:gd name="connsiteY144" fmla="*/ 4223524 h 5639396"/>
                <a:gd name="connsiteX145" fmla="*/ 6669283 w 7443720"/>
                <a:gd name="connsiteY145" fmla="*/ 4223524 h 5639396"/>
                <a:gd name="connsiteX146" fmla="*/ 6672787 w 7443720"/>
                <a:gd name="connsiteY146" fmla="*/ 4223916 h 5639396"/>
                <a:gd name="connsiteX147" fmla="*/ 6324136 w 7443720"/>
                <a:gd name="connsiteY147" fmla="*/ 4490297 h 5639396"/>
                <a:gd name="connsiteX148" fmla="*/ 843771 w 7443720"/>
                <a:gd name="connsiteY148" fmla="*/ 4487898 h 5639396"/>
                <a:gd name="connsiteX149" fmla="*/ 744663 w 7443720"/>
                <a:gd name="connsiteY149" fmla="*/ 4487898 h 5639396"/>
                <a:gd name="connsiteX150" fmla="*/ 744672 w 7443720"/>
                <a:gd name="connsiteY150" fmla="*/ 4387822 h 5639396"/>
                <a:gd name="connsiteX151" fmla="*/ 753878 w 7443720"/>
                <a:gd name="connsiteY151" fmla="*/ 406129 h 5639396"/>
                <a:gd name="connsiteX152" fmla="*/ 896955 w 7443720"/>
                <a:gd name="connsiteY152" fmla="*/ 77723 h 5639396"/>
                <a:gd name="connsiteX153" fmla="*/ 1130541 w 7443720"/>
                <a:gd name="connsiteY153" fmla="*/ 4493 h 5639396"/>
                <a:gd name="connsiteX154" fmla="*/ 1484112 w 7443720"/>
                <a:gd name="connsiteY154" fmla="*/ 702 h 563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7443720" h="5639396">
                  <a:moveTo>
                    <a:pt x="3254" y="5222058"/>
                  </a:moveTo>
                  <a:cubicBezTo>
                    <a:pt x="2072668" y="5222058"/>
                    <a:pt x="4143891" y="5222058"/>
                    <a:pt x="6222876" y="5222061"/>
                  </a:cubicBezTo>
                  <a:cubicBezTo>
                    <a:pt x="6633802" y="5222063"/>
                    <a:pt x="7036967" y="5222063"/>
                    <a:pt x="7438798" y="5222063"/>
                  </a:cubicBezTo>
                  <a:cubicBezTo>
                    <a:pt x="7476246" y="5413174"/>
                    <a:pt x="7294205" y="5626032"/>
                    <a:pt x="7090961" y="5636702"/>
                  </a:cubicBezTo>
                  <a:cubicBezTo>
                    <a:pt x="7075480" y="5637514"/>
                    <a:pt x="7059918" y="5636927"/>
                    <a:pt x="7044394" y="5636927"/>
                  </a:cubicBezTo>
                  <a:cubicBezTo>
                    <a:pt x="4829571" y="5636934"/>
                    <a:pt x="2614747" y="5635306"/>
                    <a:pt x="399930" y="5639396"/>
                  </a:cubicBezTo>
                  <a:cubicBezTo>
                    <a:pt x="173022" y="5639814"/>
                    <a:pt x="-28191" y="5427019"/>
                    <a:pt x="3254" y="5222058"/>
                  </a:cubicBezTo>
                  <a:close/>
                  <a:moveTo>
                    <a:pt x="4468504" y="4751895"/>
                  </a:moveTo>
                  <a:cubicBezTo>
                    <a:pt x="5353955" y="4751895"/>
                    <a:pt x="6242532" y="4751895"/>
                    <a:pt x="7138868" y="4751895"/>
                  </a:cubicBezTo>
                  <a:cubicBezTo>
                    <a:pt x="7239407" y="4751895"/>
                    <a:pt x="7332184" y="4751895"/>
                    <a:pt x="7430690" y="4751895"/>
                  </a:cubicBezTo>
                  <a:cubicBezTo>
                    <a:pt x="7430690" y="4876035"/>
                    <a:pt x="7430690" y="4995681"/>
                    <a:pt x="7430690" y="5120295"/>
                  </a:cubicBezTo>
                  <a:cubicBezTo>
                    <a:pt x="4957421" y="5120295"/>
                    <a:pt x="2486050" y="5120295"/>
                    <a:pt x="5910" y="5120295"/>
                  </a:cubicBezTo>
                  <a:cubicBezTo>
                    <a:pt x="5910" y="5001566"/>
                    <a:pt x="5910" y="4881903"/>
                    <a:pt x="5910" y="4756993"/>
                  </a:cubicBezTo>
                  <a:cubicBezTo>
                    <a:pt x="991009" y="4756993"/>
                    <a:pt x="1980392" y="4756993"/>
                    <a:pt x="2969894" y="4756993"/>
                  </a:cubicBezTo>
                  <a:cubicBezTo>
                    <a:pt x="2991698" y="4797503"/>
                    <a:pt x="3004710" y="4853143"/>
                    <a:pt x="3039703" y="4878778"/>
                  </a:cubicBezTo>
                  <a:cubicBezTo>
                    <a:pt x="3084100" y="4911303"/>
                    <a:pt x="3146122" y="4934843"/>
                    <a:pt x="3200928" y="4935633"/>
                  </a:cubicBezTo>
                  <a:cubicBezTo>
                    <a:pt x="3544854" y="4940589"/>
                    <a:pt x="3888886" y="4938247"/>
                    <a:pt x="4232886" y="4938090"/>
                  </a:cubicBezTo>
                  <a:cubicBezTo>
                    <a:pt x="4375603" y="4938027"/>
                    <a:pt x="4425118" y="4900362"/>
                    <a:pt x="4468504" y="4751895"/>
                  </a:cubicBezTo>
                  <a:close/>
                  <a:moveTo>
                    <a:pt x="5143354" y="2518237"/>
                  </a:moveTo>
                  <a:cubicBezTo>
                    <a:pt x="5001388" y="2514445"/>
                    <a:pt x="4859204" y="2514142"/>
                    <a:pt x="4717262" y="2518369"/>
                  </a:cubicBezTo>
                  <a:cubicBezTo>
                    <a:pt x="4690930" y="2519157"/>
                    <a:pt x="4655207" y="2539569"/>
                    <a:pt x="4641190" y="2561853"/>
                  </a:cubicBezTo>
                  <a:cubicBezTo>
                    <a:pt x="4575338" y="2666526"/>
                    <a:pt x="4519656" y="2777697"/>
                    <a:pt x="4452117" y="2881179"/>
                  </a:cubicBezTo>
                  <a:cubicBezTo>
                    <a:pt x="4408499" y="2948009"/>
                    <a:pt x="4405208" y="3003529"/>
                    <a:pt x="4453574" y="3067222"/>
                  </a:cubicBezTo>
                  <a:cubicBezTo>
                    <a:pt x="4482967" y="3105933"/>
                    <a:pt x="4503703" y="3151218"/>
                    <a:pt x="4532812" y="3204007"/>
                  </a:cubicBezTo>
                  <a:cubicBezTo>
                    <a:pt x="4566443" y="3261996"/>
                    <a:pt x="4601609" y="3319169"/>
                    <a:pt x="4633151" y="3378273"/>
                  </a:cubicBezTo>
                  <a:cubicBezTo>
                    <a:pt x="4653229" y="3415893"/>
                    <a:pt x="4676872" y="3434479"/>
                    <a:pt x="4723394" y="3433299"/>
                  </a:cubicBezTo>
                  <a:cubicBezTo>
                    <a:pt x="4862788" y="3429758"/>
                    <a:pt x="5002380" y="3433954"/>
                    <a:pt x="5141765" y="3430196"/>
                  </a:cubicBezTo>
                  <a:cubicBezTo>
                    <a:pt x="5166099" y="3429541"/>
                    <a:pt x="5199517" y="3410935"/>
                    <a:pt x="5212175" y="3390405"/>
                  </a:cubicBezTo>
                  <a:cubicBezTo>
                    <a:pt x="5283851" y="3274157"/>
                    <a:pt x="5348072" y="3153306"/>
                    <a:pt x="5420047" y="3037257"/>
                  </a:cubicBezTo>
                  <a:cubicBezTo>
                    <a:pt x="5448201" y="2991867"/>
                    <a:pt x="5449567" y="2956916"/>
                    <a:pt x="5421915" y="2911687"/>
                  </a:cubicBezTo>
                  <a:cubicBezTo>
                    <a:pt x="5350652" y="2795127"/>
                    <a:pt x="5285325" y="2674926"/>
                    <a:pt x="5213363" y="2558823"/>
                  </a:cubicBezTo>
                  <a:cubicBezTo>
                    <a:pt x="5200556" y="2538159"/>
                    <a:pt x="5167549" y="2518883"/>
                    <a:pt x="5143354" y="2518237"/>
                  </a:cubicBezTo>
                  <a:close/>
                  <a:moveTo>
                    <a:pt x="5230776" y="2343255"/>
                  </a:moveTo>
                  <a:cubicBezTo>
                    <a:pt x="5276533" y="2342608"/>
                    <a:pt x="5299574" y="2359839"/>
                    <a:pt x="5320638" y="2396843"/>
                  </a:cubicBezTo>
                  <a:cubicBezTo>
                    <a:pt x="5419546" y="2570598"/>
                    <a:pt x="5519659" y="2743693"/>
                    <a:pt x="5621614" y="2915675"/>
                  </a:cubicBezTo>
                  <a:cubicBezTo>
                    <a:pt x="5645024" y="2955161"/>
                    <a:pt x="5648420" y="2986275"/>
                    <a:pt x="5623562" y="3027778"/>
                  </a:cubicBezTo>
                  <a:cubicBezTo>
                    <a:pt x="5516848" y="3205948"/>
                    <a:pt x="5414739" y="3386879"/>
                    <a:pt x="5307936" y="3564995"/>
                  </a:cubicBezTo>
                  <a:cubicBezTo>
                    <a:pt x="5296545" y="3583995"/>
                    <a:pt x="5265597" y="3601899"/>
                    <a:pt x="5243482" y="3602188"/>
                  </a:cubicBezTo>
                  <a:cubicBezTo>
                    <a:pt x="5031373" y="3604973"/>
                    <a:pt x="4819143" y="3600929"/>
                    <a:pt x="4607098" y="3605608"/>
                  </a:cubicBezTo>
                  <a:cubicBezTo>
                    <a:pt x="4541827" y="3607046"/>
                    <a:pt x="4540174" y="3553201"/>
                    <a:pt x="4507732" y="3518260"/>
                  </a:cubicBezTo>
                  <a:cubicBezTo>
                    <a:pt x="4413068" y="3351936"/>
                    <a:pt x="4319006" y="3191968"/>
                    <a:pt x="4230873" y="3028798"/>
                  </a:cubicBezTo>
                  <a:cubicBezTo>
                    <a:pt x="4215751" y="3000798"/>
                    <a:pt x="4212079" y="2951589"/>
                    <a:pt x="4226606" y="2925022"/>
                  </a:cubicBezTo>
                  <a:cubicBezTo>
                    <a:pt x="4325361" y="2744451"/>
                    <a:pt x="4429090" y="2566530"/>
                    <a:pt x="4535089" y="2390078"/>
                  </a:cubicBezTo>
                  <a:cubicBezTo>
                    <a:pt x="4548402" y="2367920"/>
                    <a:pt x="4584179" y="2346937"/>
                    <a:pt x="4609904" y="2346502"/>
                  </a:cubicBezTo>
                  <a:cubicBezTo>
                    <a:pt x="4816818" y="2342986"/>
                    <a:pt x="5023842" y="2346182"/>
                    <a:pt x="5230776" y="2343255"/>
                  </a:cubicBezTo>
                  <a:close/>
                  <a:moveTo>
                    <a:pt x="3538611" y="1808904"/>
                  </a:moveTo>
                  <a:cubicBezTo>
                    <a:pt x="3486722" y="1807452"/>
                    <a:pt x="3459092" y="1826248"/>
                    <a:pt x="3436916" y="1871145"/>
                  </a:cubicBezTo>
                  <a:cubicBezTo>
                    <a:pt x="3407303" y="1931090"/>
                    <a:pt x="3370621" y="1987542"/>
                    <a:pt x="3331436" y="2055446"/>
                  </a:cubicBezTo>
                  <a:cubicBezTo>
                    <a:pt x="3300825" y="2109178"/>
                    <a:pt x="3272342" y="2164285"/>
                    <a:pt x="3238853" y="2216160"/>
                  </a:cubicBezTo>
                  <a:cubicBezTo>
                    <a:pt x="3216807" y="2250311"/>
                    <a:pt x="3214575" y="2276560"/>
                    <a:pt x="3236971" y="2313286"/>
                  </a:cubicBezTo>
                  <a:cubicBezTo>
                    <a:pt x="3308065" y="2429863"/>
                    <a:pt x="3375597" y="2548686"/>
                    <a:pt x="3441804" y="2668136"/>
                  </a:cubicBezTo>
                  <a:cubicBezTo>
                    <a:pt x="3462630" y="2705710"/>
                    <a:pt x="3485324" y="2724818"/>
                    <a:pt x="3531560" y="2723764"/>
                  </a:cubicBezTo>
                  <a:cubicBezTo>
                    <a:pt x="3670915" y="2720593"/>
                    <a:pt x="3810441" y="2724573"/>
                    <a:pt x="3949766" y="2720815"/>
                  </a:cubicBezTo>
                  <a:cubicBezTo>
                    <a:pt x="3974893" y="2720138"/>
                    <a:pt x="4009719" y="2702336"/>
                    <a:pt x="4022469" y="2681613"/>
                  </a:cubicBezTo>
                  <a:cubicBezTo>
                    <a:pt x="4098059" y="2558771"/>
                    <a:pt x="4170163" y="2433660"/>
                    <a:pt x="4238964" y="2306885"/>
                  </a:cubicBezTo>
                  <a:cubicBezTo>
                    <a:pt x="4250644" y="2285362"/>
                    <a:pt x="4250631" y="2246717"/>
                    <a:pt x="4239025" y="2225108"/>
                  </a:cubicBezTo>
                  <a:cubicBezTo>
                    <a:pt x="4171997" y="2100306"/>
                    <a:pt x="4102331" y="1976708"/>
                    <a:pt x="4027393" y="1856549"/>
                  </a:cubicBezTo>
                  <a:cubicBezTo>
                    <a:pt x="4012420" y="1832539"/>
                    <a:pt x="3971152" y="1813266"/>
                    <a:pt x="3941292" y="1812217"/>
                  </a:cubicBezTo>
                  <a:cubicBezTo>
                    <a:pt x="3807194" y="1807510"/>
                    <a:pt x="3672768" y="1812664"/>
                    <a:pt x="3538611" y="1808904"/>
                  </a:cubicBezTo>
                  <a:close/>
                  <a:moveTo>
                    <a:pt x="3465012" y="1631796"/>
                  </a:moveTo>
                  <a:cubicBezTo>
                    <a:pt x="3482834" y="1632178"/>
                    <a:pt x="3501751" y="1633332"/>
                    <a:pt x="3522350" y="1633334"/>
                  </a:cubicBezTo>
                  <a:cubicBezTo>
                    <a:pt x="3700525" y="1633334"/>
                    <a:pt x="3871161" y="1631060"/>
                    <a:pt x="4041618" y="1635554"/>
                  </a:cubicBezTo>
                  <a:cubicBezTo>
                    <a:pt x="4070373" y="1636312"/>
                    <a:pt x="4109974" y="1659256"/>
                    <a:pt x="4124834" y="1683864"/>
                  </a:cubicBezTo>
                  <a:cubicBezTo>
                    <a:pt x="4229353" y="1856964"/>
                    <a:pt x="4327256" y="2034045"/>
                    <a:pt x="4430712" y="2207808"/>
                  </a:cubicBezTo>
                  <a:cubicBezTo>
                    <a:pt x="4457117" y="2252157"/>
                    <a:pt x="4452975" y="2286039"/>
                    <a:pt x="4428145" y="2327994"/>
                  </a:cubicBezTo>
                  <a:cubicBezTo>
                    <a:pt x="4332999" y="2488740"/>
                    <a:pt x="4238245" y="2649824"/>
                    <a:pt x="4148540" y="2813626"/>
                  </a:cubicBezTo>
                  <a:cubicBezTo>
                    <a:pt x="4116763" y="2871652"/>
                    <a:pt x="4082788" y="2898522"/>
                    <a:pt x="4012181" y="2896387"/>
                  </a:cubicBezTo>
                  <a:cubicBezTo>
                    <a:pt x="3818521" y="2890532"/>
                    <a:pt x="3624536" y="2896150"/>
                    <a:pt x="3430769" y="2892490"/>
                  </a:cubicBezTo>
                  <a:cubicBezTo>
                    <a:pt x="3400824" y="2891923"/>
                    <a:pt x="3357986" y="2874483"/>
                    <a:pt x="3343805" y="2851087"/>
                  </a:cubicBezTo>
                  <a:cubicBezTo>
                    <a:pt x="3242491" y="2683940"/>
                    <a:pt x="3147970" y="2512696"/>
                    <a:pt x="3049230" y="2343960"/>
                  </a:cubicBezTo>
                  <a:cubicBezTo>
                    <a:pt x="3018610" y="2291633"/>
                    <a:pt x="3011299" y="2249137"/>
                    <a:pt x="3047186" y="2191092"/>
                  </a:cubicBezTo>
                  <a:cubicBezTo>
                    <a:pt x="3152661" y="2020493"/>
                    <a:pt x="3248462" y="1843933"/>
                    <a:pt x="3351010" y="1671466"/>
                  </a:cubicBezTo>
                  <a:cubicBezTo>
                    <a:pt x="3362076" y="1652855"/>
                    <a:pt x="3391271" y="1639258"/>
                    <a:pt x="3414254" y="1634887"/>
                  </a:cubicBezTo>
                  <a:cubicBezTo>
                    <a:pt x="3430466" y="1631803"/>
                    <a:pt x="3447191" y="1631413"/>
                    <a:pt x="3465012" y="1631796"/>
                  </a:cubicBezTo>
                  <a:close/>
                  <a:moveTo>
                    <a:pt x="5149063" y="1103026"/>
                  </a:moveTo>
                  <a:cubicBezTo>
                    <a:pt x="5001761" y="1099698"/>
                    <a:pt x="4854309" y="1099632"/>
                    <a:pt x="4707017" y="1103121"/>
                  </a:cubicBezTo>
                  <a:cubicBezTo>
                    <a:pt x="4684577" y="1103652"/>
                    <a:pt x="4654485" y="1122901"/>
                    <a:pt x="4642035" y="1142468"/>
                  </a:cubicBezTo>
                  <a:cubicBezTo>
                    <a:pt x="4594989" y="1216393"/>
                    <a:pt x="4553760" y="1294018"/>
                    <a:pt x="4503702" y="1379511"/>
                  </a:cubicBezTo>
                  <a:cubicBezTo>
                    <a:pt x="4481558" y="1417385"/>
                    <a:pt x="4462179" y="1457265"/>
                    <a:pt x="4436563" y="1492621"/>
                  </a:cubicBezTo>
                  <a:cubicBezTo>
                    <a:pt x="4405158" y="1535968"/>
                    <a:pt x="4407422" y="1572540"/>
                    <a:pt x="4435373" y="1618082"/>
                  </a:cubicBezTo>
                  <a:cubicBezTo>
                    <a:pt x="4505513" y="1732381"/>
                    <a:pt x="4568095" y="1851347"/>
                    <a:pt x="4639267" y="1964957"/>
                  </a:cubicBezTo>
                  <a:cubicBezTo>
                    <a:pt x="4654754" y="1989680"/>
                    <a:pt x="4693005" y="2013362"/>
                    <a:pt x="4721611" y="2014401"/>
                  </a:cubicBezTo>
                  <a:cubicBezTo>
                    <a:pt x="4861047" y="2019467"/>
                    <a:pt x="5000820" y="2018702"/>
                    <a:pt x="5140332" y="2014817"/>
                  </a:cubicBezTo>
                  <a:cubicBezTo>
                    <a:pt x="5165354" y="2014120"/>
                    <a:pt x="5199720" y="1995247"/>
                    <a:pt x="5212698" y="1974228"/>
                  </a:cubicBezTo>
                  <a:cubicBezTo>
                    <a:pt x="5287225" y="1853486"/>
                    <a:pt x="5358943" y="1730821"/>
                    <a:pt x="5425800" y="1605698"/>
                  </a:cubicBezTo>
                  <a:cubicBezTo>
                    <a:pt x="5439470" y="1580109"/>
                    <a:pt x="5440177" y="1534997"/>
                    <a:pt x="5426678" y="1509614"/>
                  </a:cubicBezTo>
                  <a:cubicBezTo>
                    <a:pt x="5360082" y="1384354"/>
                    <a:pt x="5288127" y="1261830"/>
                    <a:pt x="5214240" y="1140671"/>
                  </a:cubicBezTo>
                  <a:cubicBezTo>
                    <a:pt x="5202522" y="1121456"/>
                    <a:pt x="5171542" y="1103534"/>
                    <a:pt x="5149063" y="1103026"/>
                  </a:cubicBezTo>
                  <a:close/>
                  <a:moveTo>
                    <a:pt x="4591171" y="926640"/>
                  </a:moveTo>
                  <a:cubicBezTo>
                    <a:pt x="4601817" y="924768"/>
                    <a:pt x="4613934" y="924774"/>
                    <a:pt x="4627932" y="927041"/>
                  </a:cubicBezTo>
                  <a:cubicBezTo>
                    <a:pt x="4834365" y="927038"/>
                    <a:pt x="5033534" y="925833"/>
                    <a:pt x="5232653" y="928515"/>
                  </a:cubicBezTo>
                  <a:cubicBezTo>
                    <a:pt x="5258685" y="928867"/>
                    <a:pt x="5296748" y="941840"/>
                    <a:pt x="5308423" y="961397"/>
                  </a:cubicBezTo>
                  <a:cubicBezTo>
                    <a:pt x="5417446" y="1144013"/>
                    <a:pt x="5523303" y="1328585"/>
                    <a:pt x="5625895" y="1514892"/>
                  </a:cubicBezTo>
                  <a:cubicBezTo>
                    <a:pt x="5638079" y="1537014"/>
                    <a:pt x="5635225" y="1578376"/>
                    <a:pt x="5622475" y="1601529"/>
                  </a:cubicBezTo>
                  <a:cubicBezTo>
                    <a:pt x="5522474" y="1783111"/>
                    <a:pt x="5419737" y="1963250"/>
                    <a:pt x="5313782" y="2141421"/>
                  </a:cubicBezTo>
                  <a:cubicBezTo>
                    <a:pt x="5300296" y="2164105"/>
                    <a:pt x="5263614" y="2185592"/>
                    <a:pt x="5237299" y="2186056"/>
                  </a:cubicBezTo>
                  <a:cubicBezTo>
                    <a:pt x="5030448" y="2189694"/>
                    <a:pt x="4823377" y="2183787"/>
                    <a:pt x="4616656" y="2190090"/>
                  </a:cubicBezTo>
                  <a:cubicBezTo>
                    <a:pt x="4528352" y="2192782"/>
                    <a:pt x="4519305" y="2119038"/>
                    <a:pt x="4491391" y="2074669"/>
                  </a:cubicBezTo>
                  <a:cubicBezTo>
                    <a:pt x="4396847" y="1924383"/>
                    <a:pt x="4312210" y="1767603"/>
                    <a:pt x="4229911" y="1610104"/>
                  </a:cubicBezTo>
                  <a:cubicBezTo>
                    <a:pt x="4214637" y="1580877"/>
                    <a:pt x="4214395" y="1529548"/>
                    <a:pt x="4229996" y="1500770"/>
                  </a:cubicBezTo>
                  <a:cubicBezTo>
                    <a:pt x="4324447" y="1326538"/>
                    <a:pt x="4425989" y="1156164"/>
                    <a:pt x="4523997" y="983842"/>
                  </a:cubicBezTo>
                  <a:cubicBezTo>
                    <a:pt x="4540534" y="954766"/>
                    <a:pt x="4559233" y="932254"/>
                    <a:pt x="4591171" y="926640"/>
                  </a:cubicBezTo>
                  <a:close/>
                  <a:moveTo>
                    <a:pt x="2605335" y="749685"/>
                  </a:moveTo>
                  <a:lnTo>
                    <a:pt x="2979287" y="749685"/>
                  </a:lnTo>
                  <a:lnTo>
                    <a:pt x="2979287" y="948394"/>
                  </a:lnTo>
                  <a:lnTo>
                    <a:pt x="2605335" y="948394"/>
                  </a:lnTo>
                  <a:close/>
                  <a:moveTo>
                    <a:pt x="2412994" y="746118"/>
                  </a:moveTo>
                  <a:cubicBezTo>
                    <a:pt x="2412994" y="805420"/>
                    <a:pt x="2412994" y="863289"/>
                    <a:pt x="2412994" y="929009"/>
                  </a:cubicBezTo>
                  <a:cubicBezTo>
                    <a:pt x="2174807" y="929009"/>
                    <a:pt x="1933104" y="929009"/>
                    <a:pt x="1679485" y="929009"/>
                  </a:cubicBezTo>
                  <a:cubicBezTo>
                    <a:pt x="1679485" y="1030839"/>
                    <a:pt x="1679485" y="1125341"/>
                    <a:pt x="1679487" y="1227604"/>
                  </a:cubicBezTo>
                  <a:cubicBezTo>
                    <a:pt x="1679490" y="1503484"/>
                    <a:pt x="1679490" y="1771602"/>
                    <a:pt x="1679490" y="2043984"/>
                  </a:cubicBezTo>
                  <a:cubicBezTo>
                    <a:pt x="1614305" y="2043984"/>
                    <a:pt x="1558460" y="2043984"/>
                    <a:pt x="1492214" y="2043984"/>
                  </a:cubicBezTo>
                  <a:cubicBezTo>
                    <a:pt x="1492214" y="2016221"/>
                    <a:pt x="1492231" y="1988762"/>
                    <a:pt x="1492214" y="1961300"/>
                  </a:cubicBezTo>
                  <a:cubicBezTo>
                    <a:pt x="1491970" y="1612248"/>
                    <a:pt x="1491383" y="1263195"/>
                    <a:pt x="1491713" y="914142"/>
                  </a:cubicBezTo>
                  <a:cubicBezTo>
                    <a:pt x="1491794" y="830539"/>
                    <a:pt x="1558555" y="747071"/>
                    <a:pt x="1662160" y="746533"/>
                  </a:cubicBezTo>
                  <a:cubicBezTo>
                    <a:pt x="1910327" y="745247"/>
                    <a:pt x="2158507" y="746118"/>
                    <a:pt x="2412994" y="746118"/>
                  </a:cubicBezTo>
                  <a:close/>
                  <a:moveTo>
                    <a:pt x="1484112" y="702"/>
                  </a:moveTo>
                  <a:lnTo>
                    <a:pt x="1745911" y="7589"/>
                  </a:lnTo>
                  <a:lnTo>
                    <a:pt x="1745911" y="4837"/>
                  </a:lnTo>
                  <a:lnTo>
                    <a:pt x="3642426" y="4837"/>
                  </a:lnTo>
                  <a:lnTo>
                    <a:pt x="3642426" y="5780"/>
                  </a:lnTo>
                  <a:lnTo>
                    <a:pt x="5180051" y="5780"/>
                  </a:lnTo>
                  <a:lnTo>
                    <a:pt x="5180051" y="2125"/>
                  </a:lnTo>
                  <a:lnTo>
                    <a:pt x="5477125" y="2125"/>
                  </a:lnTo>
                  <a:lnTo>
                    <a:pt x="5477125" y="2797"/>
                  </a:lnTo>
                  <a:lnTo>
                    <a:pt x="5839526" y="2797"/>
                  </a:lnTo>
                  <a:lnTo>
                    <a:pt x="5839526" y="3789"/>
                  </a:lnTo>
                  <a:lnTo>
                    <a:pt x="6013296" y="3789"/>
                  </a:lnTo>
                  <a:lnTo>
                    <a:pt x="6013296" y="373229"/>
                  </a:lnTo>
                  <a:lnTo>
                    <a:pt x="5787781" y="373229"/>
                  </a:lnTo>
                  <a:lnTo>
                    <a:pt x="5787781" y="371958"/>
                  </a:lnTo>
                  <a:lnTo>
                    <a:pt x="5430571" y="371958"/>
                  </a:lnTo>
                  <a:lnTo>
                    <a:pt x="5430571" y="371814"/>
                  </a:lnTo>
                  <a:lnTo>
                    <a:pt x="5243499" y="371814"/>
                  </a:lnTo>
                  <a:lnTo>
                    <a:pt x="5243499" y="372182"/>
                  </a:lnTo>
                  <a:lnTo>
                    <a:pt x="3620364" y="372182"/>
                  </a:lnTo>
                  <a:lnTo>
                    <a:pt x="3620364" y="371310"/>
                  </a:lnTo>
                  <a:lnTo>
                    <a:pt x="1745911" y="371310"/>
                  </a:lnTo>
                  <a:lnTo>
                    <a:pt x="1745911" y="367078"/>
                  </a:lnTo>
                  <a:lnTo>
                    <a:pt x="1127230" y="367078"/>
                  </a:lnTo>
                  <a:lnTo>
                    <a:pt x="1127230" y="4108242"/>
                  </a:lnTo>
                  <a:lnTo>
                    <a:pt x="6318480" y="4108242"/>
                  </a:lnTo>
                  <a:cubicBezTo>
                    <a:pt x="6322680" y="2969718"/>
                    <a:pt x="6324776" y="2400455"/>
                    <a:pt x="6331079" y="692668"/>
                  </a:cubicBezTo>
                  <a:lnTo>
                    <a:pt x="6702215" y="692668"/>
                  </a:lnTo>
                  <a:cubicBezTo>
                    <a:pt x="6699152" y="2458096"/>
                    <a:pt x="6701575" y="3635048"/>
                    <a:pt x="6696088" y="4223524"/>
                  </a:cubicBezTo>
                  <a:lnTo>
                    <a:pt x="6669283" y="4223524"/>
                  </a:lnTo>
                  <a:lnTo>
                    <a:pt x="6672787" y="4223916"/>
                  </a:lnTo>
                  <a:cubicBezTo>
                    <a:pt x="6640943" y="4372800"/>
                    <a:pt x="6452071" y="4490545"/>
                    <a:pt x="6324136" y="4490297"/>
                  </a:cubicBezTo>
                  <a:lnTo>
                    <a:pt x="843771" y="4487898"/>
                  </a:lnTo>
                  <a:lnTo>
                    <a:pt x="744663" y="4487898"/>
                  </a:lnTo>
                  <a:cubicBezTo>
                    <a:pt x="744663" y="4448519"/>
                    <a:pt x="744591" y="4418171"/>
                    <a:pt x="744672" y="4387822"/>
                  </a:cubicBezTo>
                  <a:cubicBezTo>
                    <a:pt x="748239" y="3060594"/>
                    <a:pt x="752823" y="1733365"/>
                    <a:pt x="753878" y="406129"/>
                  </a:cubicBezTo>
                  <a:cubicBezTo>
                    <a:pt x="753990" y="271323"/>
                    <a:pt x="786666" y="152170"/>
                    <a:pt x="896955" y="77723"/>
                  </a:cubicBezTo>
                  <a:cubicBezTo>
                    <a:pt x="962251" y="33641"/>
                    <a:pt x="1051080" y="7580"/>
                    <a:pt x="1130541" y="4493"/>
                  </a:cubicBezTo>
                  <a:cubicBezTo>
                    <a:pt x="1248086" y="-83"/>
                    <a:pt x="1365783" y="-786"/>
                    <a:pt x="1484112" y="702"/>
                  </a:cubicBezTo>
                  <a:close/>
                </a:path>
              </a:pathLst>
            </a:custGeom>
            <a:grpFill/>
            <a:ln w="6350" cap="flat">
              <a:noFill/>
              <a:prstDash val="solid"/>
              <a:miter/>
            </a:ln>
          </p:spPr>
          <p:txBody>
            <a:bodyPr wrap="square" rtlCol="0" anchor="ctr">
              <a:noAutofit/>
            </a:bodyPr>
            <a:lstStyle/>
            <a:p>
              <a:endParaRPr lang="en-US" dirty="0"/>
            </a:p>
          </p:txBody>
        </p:sp>
        <p:sp>
          <p:nvSpPr>
            <p:cNvPr id="1367" name="Freeform: Shape 1366">
              <a:extLst>
                <a:ext uri="{FF2B5EF4-FFF2-40B4-BE49-F238E27FC236}">
                  <a16:creationId xmlns:a16="http://schemas.microsoft.com/office/drawing/2014/main" id="{77FD8E10-FA16-A806-EA8F-2F242E9037F2}"/>
                </a:ext>
                <a:ext uri="{C183D7F6-B498-43B3-948B-1728B52AA6E4}">
                  <adec:decorative xmlns:adec="http://schemas.microsoft.com/office/drawing/2017/decorative" val="1"/>
                </a:ext>
              </a:extLst>
            </p:cNvPr>
            <p:cNvSpPr/>
            <p:nvPr/>
          </p:nvSpPr>
          <p:spPr>
            <a:xfrm>
              <a:off x="2608604" y="2930159"/>
              <a:ext cx="120612" cy="110764"/>
            </a:xfrm>
            <a:custGeom>
              <a:avLst/>
              <a:gdLst>
                <a:gd name="connsiteX0" fmla="*/ 745864 w 1809183"/>
                <a:gd name="connsiteY0" fmla="*/ 1129806 h 1661465"/>
                <a:gd name="connsiteX1" fmla="*/ 1277524 w 1809183"/>
                <a:gd name="connsiteY1" fmla="*/ 1129806 h 1661465"/>
                <a:gd name="connsiteX2" fmla="*/ 1277524 w 1809183"/>
                <a:gd name="connsiteY2" fmla="*/ 1661465 h 1661465"/>
                <a:gd name="connsiteX3" fmla="*/ 745864 w 1809183"/>
                <a:gd name="connsiteY3" fmla="*/ 1661465 h 1661465"/>
                <a:gd name="connsiteX4" fmla="*/ 1277523 w 1809183"/>
                <a:gd name="connsiteY4" fmla="*/ 593619 h 1661465"/>
                <a:gd name="connsiteX5" fmla="*/ 1809183 w 1809183"/>
                <a:gd name="connsiteY5" fmla="*/ 593619 h 1661465"/>
                <a:gd name="connsiteX6" fmla="*/ 1809183 w 1809183"/>
                <a:gd name="connsiteY6" fmla="*/ 1125278 h 1661465"/>
                <a:gd name="connsiteX7" fmla="*/ 1277523 w 1809183"/>
                <a:gd name="connsiteY7" fmla="*/ 1125278 h 1661465"/>
                <a:gd name="connsiteX8" fmla="*/ 0 w 1809183"/>
                <a:gd name="connsiteY8" fmla="*/ 0 h 1661465"/>
                <a:gd name="connsiteX9" fmla="*/ 531660 w 1809183"/>
                <a:gd name="connsiteY9" fmla="*/ 0 h 1661465"/>
                <a:gd name="connsiteX10" fmla="*/ 531660 w 1809183"/>
                <a:gd name="connsiteY10" fmla="*/ 531659 h 1661465"/>
                <a:gd name="connsiteX11" fmla="*/ 0 w 1809183"/>
                <a:gd name="connsiteY11" fmla="*/ 531659 h 1661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183" h="1661465">
                  <a:moveTo>
                    <a:pt x="745864" y="1129806"/>
                  </a:moveTo>
                  <a:lnTo>
                    <a:pt x="1277524" y="1129806"/>
                  </a:lnTo>
                  <a:lnTo>
                    <a:pt x="1277524" y="1661465"/>
                  </a:lnTo>
                  <a:lnTo>
                    <a:pt x="745864" y="1661465"/>
                  </a:lnTo>
                  <a:close/>
                  <a:moveTo>
                    <a:pt x="1277523" y="593619"/>
                  </a:moveTo>
                  <a:lnTo>
                    <a:pt x="1809183" y="593619"/>
                  </a:lnTo>
                  <a:lnTo>
                    <a:pt x="1809183" y="1125278"/>
                  </a:lnTo>
                  <a:lnTo>
                    <a:pt x="1277523" y="1125278"/>
                  </a:lnTo>
                  <a:close/>
                  <a:moveTo>
                    <a:pt x="0" y="0"/>
                  </a:moveTo>
                  <a:lnTo>
                    <a:pt x="531660" y="0"/>
                  </a:lnTo>
                  <a:lnTo>
                    <a:pt x="531660" y="531659"/>
                  </a:lnTo>
                  <a:lnTo>
                    <a:pt x="0" y="531659"/>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86" name="Group 85">
            <a:extLst>
              <a:ext uri="{FF2B5EF4-FFF2-40B4-BE49-F238E27FC236}">
                <a16:creationId xmlns:a16="http://schemas.microsoft.com/office/drawing/2014/main" id="{151C9A3D-1574-A401-7C0A-C6F692A9276A}"/>
              </a:ext>
              <a:ext uri="{C183D7F6-B498-43B3-948B-1728B52AA6E4}">
                <adec:decorative xmlns:adec="http://schemas.microsoft.com/office/drawing/2017/decorative" val="1"/>
              </a:ext>
            </a:extLst>
          </p:cNvPr>
          <p:cNvGrpSpPr>
            <a:grpSpLocks noChangeAspect="1"/>
          </p:cNvGrpSpPr>
          <p:nvPr/>
        </p:nvGrpSpPr>
        <p:grpSpPr>
          <a:xfrm>
            <a:off x="2927204" y="2930159"/>
            <a:ext cx="685980" cy="457200"/>
            <a:chOff x="2927204" y="2930159"/>
            <a:chExt cx="685980" cy="457200"/>
          </a:xfrm>
          <a:solidFill>
            <a:schemeClr val="accent2"/>
          </a:solidFill>
        </p:grpSpPr>
        <p:sp>
          <p:nvSpPr>
            <p:cNvPr id="1382" name="Freeform: Shape 1381">
              <a:extLst>
                <a:ext uri="{FF2B5EF4-FFF2-40B4-BE49-F238E27FC236}">
                  <a16:creationId xmlns:a16="http://schemas.microsoft.com/office/drawing/2014/main" id="{4DA86564-714A-8B08-DB3E-1DBE2EAF69EA}"/>
                </a:ext>
                <a:ext uri="{C183D7F6-B498-43B3-948B-1728B52AA6E4}">
                  <adec:decorative xmlns:adec="http://schemas.microsoft.com/office/drawing/2017/decorative" val="1"/>
                </a:ext>
              </a:extLst>
            </p:cNvPr>
            <p:cNvSpPr/>
            <p:nvPr/>
          </p:nvSpPr>
          <p:spPr>
            <a:xfrm>
              <a:off x="3048511" y="2930159"/>
              <a:ext cx="516630" cy="353526"/>
            </a:xfrm>
            <a:custGeom>
              <a:avLst/>
              <a:gdLst>
                <a:gd name="connsiteX0" fmla="*/ 3332557 w 7749446"/>
                <a:gd name="connsiteY0" fmla="*/ 4277162 h 5302893"/>
                <a:gd name="connsiteX1" fmla="*/ 3084755 w 7749446"/>
                <a:gd name="connsiteY1" fmla="*/ 4319010 h 5302893"/>
                <a:gd name="connsiteX2" fmla="*/ 2459680 w 7749446"/>
                <a:gd name="connsiteY2" fmla="*/ 5073439 h 5302893"/>
                <a:gd name="connsiteX3" fmla="*/ 4264684 w 7749446"/>
                <a:gd name="connsiteY3" fmla="*/ 5073439 h 5302893"/>
                <a:gd name="connsiteX4" fmla="*/ 4236461 w 7749446"/>
                <a:gd name="connsiteY4" fmla="*/ 4949061 h 5302893"/>
                <a:gd name="connsiteX5" fmla="*/ 4187682 w 7749446"/>
                <a:gd name="connsiteY5" fmla="*/ 4818912 h 5302893"/>
                <a:gd name="connsiteX6" fmla="*/ 3332557 w 7749446"/>
                <a:gd name="connsiteY6" fmla="*/ 4277162 h 5302893"/>
                <a:gd name="connsiteX7" fmla="*/ 5523990 w 7749446"/>
                <a:gd name="connsiteY7" fmla="*/ 3433077 h 5302893"/>
                <a:gd name="connsiteX8" fmla="*/ 5324120 w 7749446"/>
                <a:gd name="connsiteY8" fmla="*/ 3451227 h 5302893"/>
                <a:gd name="connsiteX9" fmla="*/ 4750361 w 7749446"/>
                <a:gd name="connsiteY9" fmla="*/ 3819455 h 5302893"/>
                <a:gd name="connsiteX10" fmla="*/ 4598306 w 7749446"/>
                <a:gd name="connsiteY10" fmla="*/ 4233194 h 5302893"/>
                <a:gd name="connsiteX11" fmla="*/ 6399650 w 7749446"/>
                <a:gd name="connsiteY11" fmla="*/ 4233194 h 5302893"/>
                <a:gd name="connsiteX12" fmla="*/ 6399321 w 7749446"/>
                <a:gd name="connsiteY12" fmla="*/ 4202562 h 5302893"/>
                <a:gd name="connsiteX13" fmla="*/ 6390888 w 7749446"/>
                <a:gd name="connsiteY13" fmla="*/ 4179570 h 5302893"/>
                <a:gd name="connsiteX14" fmla="*/ 6058701 w 7749446"/>
                <a:gd name="connsiteY14" fmla="*/ 3629173 h 5302893"/>
                <a:gd name="connsiteX15" fmla="*/ 5523990 w 7749446"/>
                <a:gd name="connsiteY15" fmla="*/ 3433077 h 5302893"/>
                <a:gd name="connsiteX16" fmla="*/ 1133070 w 7749446"/>
                <a:gd name="connsiteY16" fmla="*/ 3431686 h 5302893"/>
                <a:gd name="connsiteX17" fmla="*/ 245680 w 7749446"/>
                <a:gd name="connsiteY17" fmla="*/ 4233801 h 5302893"/>
                <a:gd name="connsiteX18" fmla="*/ 1457477 w 7749446"/>
                <a:gd name="connsiteY18" fmla="*/ 4233801 h 5302893"/>
                <a:gd name="connsiteX19" fmla="*/ 2052189 w 7749446"/>
                <a:gd name="connsiteY19" fmla="*/ 4233801 h 5302893"/>
                <a:gd name="connsiteX20" fmla="*/ 1218654 w 7749446"/>
                <a:gd name="connsiteY20" fmla="*/ 3434431 h 5302893"/>
                <a:gd name="connsiteX21" fmla="*/ 1133070 w 7749446"/>
                <a:gd name="connsiteY21" fmla="*/ 3431686 h 5302893"/>
                <a:gd name="connsiteX22" fmla="*/ 3357068 w 7749446"/>
                <a:gd name="connsiteY22" fmla="*/ 2950529 h 5302893"/>
                <a:gd name="connsiteX23" fmla="*/ 2902601 w 7749446"/>
                <a:gd name="connsiteY23" fmla="*/ 3480264 h 5302893"/>
                <a:gd name="connsiteX24" fmla="*/ 3351754 w 7749446"/>
                <a:gd name="connsiteY24" fmla="*/ 3872195 h 5302893"/>
                <a:gd name="connsiteX25" fmla="*/ 3716113 w 7749446"/>
                <a:gd name="connsiteY25" fmla="*/ 3696186 h 5302893"/>
                <a:gd name="connsiteX26" fmla="*/ 3807620 w 7749446"/>
                <a:gd name="connsiteY26" fmla="*/ 3323227 h 5302893"/>
                <a:gd name="connsiteX27" fmla="*/ 3618973 w 7749446"/>
                <a:gd name="connsiteY27" fmla="*/ 3032472 h 5302893"/>
                <a:gd name="connsiteX28" fmla="*/ 3415852 w 7749446"/>
                <a:gd name="connsiteY28" fmla="*/ 2954434 h 5302893"/>
                <a:gd name="connsiteX29" fmla="*/ 3357068 w 7749446"/>
                <a:gd name="connsiteY29" fmla="*/ 2950529 h 5302893"/>
                <a:gd name="connsiteX30" fmla="*/ 3385229 w 7749446"/>
                <a:gd name="connsiteY30" fmla="*/ 2715311 h 5302893"/>
                <a:gd name="connsiteX31" fmla="*/ 3666586 w 7749446"/>
                <a:gd name="connsiteY31" fmla="*/ 2788611 h 5302893"/>
                <a:gd name="connsiteX32" fmla="*/ 4036778 w 7749446"/>
                <a:gd name="connsiteY32" fmla="*/ 3279068 h 5302893"/>
                <a:gd name="connsiteX33" fmla="*/ 3831195 w 7749446"/>
                <a:gd name="connsiteY33" fmla="*/ 3921078 h 5302893"/>
                <a:gd name="connsiteX34" fmla="*/ 3669973 w 7749446"/>
                <a:gd name="connsiteY34" fmla="*/ 4032066 h 5302893"/>
                <a:gd name="connsiteX35" fmla="*/ 3601766 w 7749446"/>
                <a:gd name="connsiteY35" fmla="*/ 4066329 h 5302893"/>
                <a:gd name="connsiteX36" fmla="*/ 4289461 w 7749446"/>
                <a:gd name="connsiteY36" fmla="*/ 4520541 h 5302893"/>
                <a:gd name="connsiteX37" fmla="*/ 4506115 w 7749446"/>
                <a:gd name="connsiteY37" fmla="*/ 5302893 h 5302893"/>
                <a:gd name="connsiteX38" fmla="*/ 2221492 w 7749446"/>
                <a:gd name="connsiteY38" fmla="*/ 5302893 h 5302893"/>
                <a:gd name="connsiteX39" fmla="*/ 3108793 w 7749446"/>
                <a:gd name="connsiteY39" fmla="*/ 4069952 h 5302893"/>
                <a:gd name="connsiteX40" fmla="*/ 2945929 w 7749446"/>
                <a:gd name="connsiteY40" fmla="*/ 3968704 h 5302893"/>
                <a:gd name="connsiteX41" fmla="*/ 2676478 w 7749446"/>
                <a:gd name="connsiteY41" fmla="*/ 3553626 h 5302893"/>
                <a:gd name="connsiteX42" fmla="*/ 2805786 w 7749446"/>
                <a:gd name="connsiteY42" fmla="*/ 2985899 h 5302893"/>
                <a:gd name="connsiteX43" fmla="*/ 2821815 w 7749446"/>
                <a:gd name="connsiteY43" fmla="*/ 2968550 h 5302893"/>
                <a:gd name="connsiteX44" fmla="*/ 3098280 w 7749446"/>
                <a:gd name="connsiteY44" fmla="*/ 2766097 h 5302893"/>
                <a:gd name="connsiteX45" fmla="*/ 3385229 w 7749446"/>
                <a:gd name="connsiteY45" fmla="*/ 2715311 h 5302893"/>
                <a:gd name="connsiteX46" fmla="*/ 5497937 w 7749446"/>
                <a:gd name="connsiteY46" fmla="*/ 2108874 h 5302893"/>
                <a:gd name="connsiteX47" fmla="*/ 5102494 w 7749446"/>
                <a:gd name="connsiteY47" fmla="*/ 2330095 h 5302893"/>
                <a:gd name="connsiteX48" fmla="*/ 5153293 w 7749446"/>
                <a:gd name="connsiteY48" fmla="*/ 2872100 h 5302893"/>
                <a:gd name="connsiteX49" fmla="*/ 5548753 w 7749446"/>
                <a:gd name="connsiteY49" fmla="*/ 3022793 h 5302893"/>
                <a:gd name="connsiteX50" fmla="*/ 5824181 w 7749446"/>
                <a:gd name="connsiteY50" fmla="*/ 2887129 h 5302893"/>
                <a:gd name="connsiteX51" fmla="*/ 5950836 w 7749446"/>
                <a:gd name="connsiteY51" fmla="*/ 2506563 h 5302893"/>
                <a:gd name="connsiteX52" fmla="*/ 5698881 w 7749446"/>
                <a:gd name="connsiteY52" fmla="*/ 2155106 h 5302893"/>
                <a:gd name="connsiteX53" fmla="*/ 5570088 w 7749446"/>
                <a:gd name="connsiteY53" fmla="*/ 2112060 h 5302893"/>
                <a:gd name="connsiteX54" fmla="*/ 5497937 w 7749446"/>
                <a:gd name="connsiteY54" fmla="*/ 2108874 h 5302893"/>
                <a:gd name="connsiteX55" fmla="*/ 1156334 w 7749446"/>
                <a:gd name="connsiteY55" fmla="*/ 2107553 h 5302893"/>
                <a:gd name="connsiteX56" fmla="*/ 1058677 w 7749446"/>
                <a:gd name="connsiteY56" fmla="*/ 2117704 h 5302893"/>
                <a:gd name="connsiteX57" fmla="*/ 727659 w 7749446"/>
                <a:gd name="connsiteY57" fmla="*/ 2389457 h 5302893"/>
                <a:gd name="connsiteX58" fmla="*/ 773444 w 7749446"/>
                <a:gd name="connsiteY58" fmla="*/ 2828188 h 5302893"/>
                <a:gd name="connsiteX59" fmla="*/ 1021019 w 7749446"/>
                <a:gd name="connsiteY59" fmla="*/ 3011287 h 5302893"/>
                <a:gd name="connsiteX60" fmla="*/ 1199517 w 7749446"/>
                <a:gd name="connsiteY60" fmla="*/ 3020469 h 5302893"/>
                <a:gd name="connsiteX61" fmla="*/ 1611050 w 7749446"/>
                <a:gd name="connsiteY61" fmla="*/ 2582345 h 5302893"/>
                <a:gd name="connsiteX62" fmla="*/ 1422572 w 7749446"/>
                <a:gd name="connsiteY62" fmla="*/ 2197093 h 5302893"/>
                <a:gd name="connsiteX63" fmla="*/ 1156334 w 7749446"/>
                <a:gd name="connsiteY63" fmla="*/ 2107553 h 5302893"/>
                <a:gd name="connsiteX64" fmla="*/ 5494563 w 7749446"/>
                <a:gd name="connsiteY64" fmla="*/ 1872940 h 5302893"/>
                <a:gd name="connsiteX65" fmla="*/ 6001216 w 7749446"/>
                <a:gd name="connsiteY65" fmla="*/ 2088847 h 5302893"/>
                <a:gd name="connsiteX66" fmla="*/ 6181360 w 7749446"/>
                <a:gd name="connsiteY66" fmla="*/ 2462183 h 5302893"/>
                <a:gd name="connsiteX67" fmla="*/ 6070332 w 7749446"/>
                <a:gd name="connsiteY67" fmla="*/ 2958511 h 5302893"/>
                <a:gd name="connsiteX68" fmla="*/ 5743892 w 7749446"/>
                <a:gd name="connsiteY68" fmla="*/ 3217304 h 5302893"/>
                <a:gd name="connsiteX69" fmla="*/ 6644753 w 7749446"/>
                <a:gd name="connsiteY69" fmla="*/ 4460437 h 5302893"/>
                <a:gd name="connsiteX70" fmla="*/ 4343327 w 7749446"/>
                <a:gd name="connsiteY70" fmla="*/ 4460437 h 5302893"/>
                <a:gd name="connsiteX71" fmla="*/ 4358339 w 7749446"/>
                <a:gd name="connsiteY71" fmla="*/ 4235294 h 5302893"/>
                <a:gd name="connsiteX72" fmla="*/ 4419016 w 7749446"/>
                <a:gd name="connsiteY72" fmla="*/ 3948985 h 5302893"/>
                <a:gd name="connsiteX73" fmla="*/ 4622029 w 7749446"/>
                <a:gd name="connsiteY73" fmla="*/ 3605250 h 5302893"/>
                <a:gd name="connsiteX74" fmla="*/ 4858015 w 7749446"/>
                <a:gd name="connsiteY74" fmla="*/ 3392431 h 5302893"/>
                <a:gd name="connsiteX75" fmla="*/ 5156693 w 7749446"/>
                <a:gd name="connsiteY75" fmla="*/ 3252044 h 5302893"/>
                <a:gd name="connsiteX76" fmla="*/ 5211801 w 7749446"/>
                <a:gd name="connsiteY76" fmla="*/ 3231989 h 5302893"/>
                <a:gd name="connsiteX77" fmla="*/ 5228098 w 7749446"/>
                <a:gd name="connsiteY77" fmla="*/ 3218137 h 5302893"/>
                <a:gd name="connsiteX78" fmla="*/ 5213792 w 7749446"/>
                <a:gd name="connsiteY78" fmla="*/ 3202572 h 5302893"/>
                <a:gd name="connsiteX79" fmla="*/ 4886272 w 7749446"/>
                <a:gd name="connsiteY79" fmla="*/ 2903481 h 5302893"/>
                <a:gd name="connsiteX80" fmla="*/ 4805902 w 7749446"/>
                <a:gd name="connsiteY80" fmla="*/ 2648811 h 5302893"/>
                <a:gd name="connsiteX81" fmla="*/ 4836212 w 7749446"/>
                <a:gd name="connsiteY81" fmla="*/ 2348871 h 5302893"/>
                <a:gd name="connsiteX82" fmla="*/ 5408635 w 7749446"/>
                <a:gd name="connsiteY82" fmla="*/ 1879644 h 5302893"/>
                <a:gd name="connsiteX83" fmla="*/ 5494563 w 7749446"/>
                <a:gd name="connsiteY83" fmla="*/ 1872940 h 5302893"/>
                <a:gd name="connsiteX84" fmla="*/ 1187059 w 7749446"/>
                <a:gd name="connsiteY84" fmla="*/ 1872381 h 5302893"/>
                <a:gd name="connsiteX85" fmla="*/ 1542381 w 7749446"/>
                <a:gd name="connsiteY85" fmla="*/ 1991657 h 5302893"/>
                <a:gd name="connsiteX86" fmla="*/ 1833573 w 7749446"/>
                <a:gd name="connsiteY86" fmla="*/ 2447014 h 5302893"/>
                <a:gd name="connsiteX87" fmla="*/ 1810454 w 7749446"/>
                <a:gd name="connsiteY87" fmla="*/ 2787318 h 5302893"/>
                <a:gd name="connsiteX88" fmla="*/ 1397894 w 7749446"/>
                <a:gd name="connsiteY88" fmla="*/ 3216928 h 5302893"/>
                <a:gd name="connsiteX89" fmla="*/ 2297228 w 7749446"/>
                <a:gd name="connsiteY89" fmla="*/ 4461091 h 5302893"/>
                <a:gd name="connsiteX90" fmla="*/ 1601 w 7749446"/>
                <a:gd name="connsiteY90" fmla="*/ 4461091 h 5302893"/>
                <a:gd name="connsiteX91" fmla="*/ 220553 w 7749446"/>
                <a:gd name="connsiteY91" fmla="*/ 3671940 h 5302893"/>
                <a:gd name="connsiteX92" fmla="*/ 898801 w 7749446"/>
                <a:gd name="connsiteY92" fmla="*/ 3224638 h 5302893"/>
                <a:gd name="connsiteX93" fmla="*/ 734225 w 7749446"/>
                <a:gd name="connsiteY93" fmla="*/ 3121746 h 5302893"/>
                <a:gd name="connsiteX94" fmla="*/ 459908 w 7749446"/>
                <a:gd name="connsiteY94" fmla="*/ 2602881 h 5302893"/>
                <a:gd name="connsiteX95" fmla="*/ 590836 w 7749446"/>
                <a:gd name="connsiteY95" fmla="*/ 2154205 h 5302893"/>
                <a:gd name="connsiteX96" fmla="*/ 1056543 w 7749446"/>
                <a:gd name="connsiteY96" fmla="*/ 1878944 h 5302893"/>
                <a:gd name="connsiteX97" fmla="*/ 1187059 w 7749446"/>
                <a:gd name="connsiteY97" fmla="*/ 1872381 h 5302893"/>
                <a:gd name="connsiteX98" fmla="*/ 7040263 w 7749446"/>
                <a:gd name="connsiteY98" fmla="*/ 0 h 5302893"/>
                <a:gd name="connsiteX99" fmla="*/ 7749446 w 7749446"/>
                <a:gd name="connsiteY99" fmla="*/ 0 h 5302893"/>
                <a:gd name="connsiteX100" fmla="*/ 7749446 w 7749446"/>
                <a:gd name="connsiteY100" fmla="*/ 708906 h 5302893"/>
                <a:gd name="connsiteX101" fmla="*/ 7040263 w 7749446"/>
                <a:gd name="connsiteY101" fmla="*/ 708906 h 530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7749446" h="5302893">
                  <a:moveTo>
                    <a:pt x="3332557" y="4277162"/>
                  </a:moveTo>
                  <a:cubicBezTo>
                    <a:pt x="3249735" y="4279274"/>
                    <a:pt x="3166356" y="4292899"/>
                    <a:pt x="3084755" y="4319010"/>
                  </a:cubicBezTo>
                  <a:cubicBezTo>
                    <a:pt x="2700088" y="4442100"/>
                    <a:pt x="2466523" y="4800153"/>
                    <a:pt x="2459680" y="5073439"/>
                  </a:cubicBezTo>
                  <a:cubicBezTo>
                    <a:pt x="3060175" y="5073439"/>
                    <a:pt x="3660627" y="5073439"/>
                    <a:pt x="4264684" y="5073439"/>
                  </a:cubicBezTo>
                  <a:cubicBezTo>
                    <a:pt x="4255226" y="5030826"/>
                    <a:pt x="4248250" y="4989237"/>
                    <a:pt x="4236461" y="4949061"/>
                  </a:cubicBezTo>
                  <a:cubicBezTo>
                    <a:pt x="4224134" y="4907047"/>
                    <a:pt x="4207177" y="4866393"/>
                    <a:pt x="4187682" y="4818912"/>
                  </a:cubicBezTo>
                  <a:cubicBezTo>
                    <a:pt x="4039873" y="4475033"/>
                    <a:pt x="3691452" y="4268009"/>
                    <a:pt x="3332557" y="4277162"/>
                  </a:cubicBezTo>
                  <a:close/>
                  <a:moveTo>
                    <a:pt x="5523990" y="3433077"/>
                  </a:moveTo>
                  <a:cubicBezTo>
                    <a:pt x="5459181" y="3431961"/>
                    <a:pt x="5392562" y="3437942"/>
                    <a:pt x="5324120" y="3451227"/>
                  </a:cubicBezTo>
                  <a:cubicBezTo>
                    <a:pt x="5082312" y="3498165"/>
                    <a:pt x="4894485" y="3626200"/>
                    <a:pt x="4750361" y="3819455"/>
                  </a:cubicBezTo>
                  <a:cubicBezTo>
                    <a:pt x="4660469" y="3939989"/>
                    <a:pt x="4609731" y="4079718"/>
                    <a:pt x="4598306" y="4233194"/>
                  </a:cubicBezTo>
                  <a:cubicBezTo>
                    <a:pt x="5198404" y="4233194"/>
                    <a:pt x="5798502" y="4233194"/>
                    <a:pt x="6399650" y="4233194"/>
                  </a:cubicBezTo>
                  <a:cubicBezTo>
                    <a:pt x="6399650" y="4219082"/>
                    <a:pt x="6400817" y="4210572"/>
                    <a:pt x="6399321" y="4202562"/>
                  </a:cubicBezTo>
                  <a:cubicBezTo>
                    <a:pt x="6397841" y="4194647"/>
                    <a:pt x="6392264" y="4187482"/>
                    <a:pt x="6390888" y="4179570"/>
                  </a:cubicBezTo>
                  <a:cubicBezTo>
                    <a:pt x="6351505" y="3952993"/>
                    <a:pt x="6238243" y="3768163"/>
                    <a:pt x="6058701" y="3629173"/>
                  </a:cubicBezTo>
                  <a:cubicBezTo>
                    <a:pt x="5896549" y="3503647"/>
                    <a:pt x="5718417" y="3436425"/>
                    <a:pt x="5523990" y="3433077"/>
                  </a:cubicBezTo>
                  <a:close/>
                  <a:moveTo>
                    <a:pt x="1133070" y="3431686"/>
                  </a:moveTo>
                  <a:cubicBezTo>
                    <a:pt x="706353" y="3438976"/>
                    <a:pt x="304734" y="3757975"/>
                    <a:pt x="245680" y="4233801"/>
                  </a:cubicBezTo>
                  <a:cubicBezTo>
                    <a:pt x="646497" y="4233801"/>
                    <a:pt x="1046979" y="4233801"/>
                    <a:pt x="1457477" y="4233801"/>
                  </a:cubicBezTo>
                  <a:cubicBezTo>
                    <a:pt x="1655542" y="4233801"/>
                    <a:pt x="1853608" y="4233801"/>
                    <a:pt x="2052189" y="4233801"/>
                  </a:cubicBezTo>
                  <a:cubicBezTo>
                    <a:pt x="2017081" y="3859248"/>
                    <a:pt x="1703362" y="3473965"/>
                    <a:pt x="1218654" y="3434431"/>
                  </a:cubicBezTo>
                  <a:cubicBezTo>
                    <a:pt x="1190077" y="3432100"/>
                    <a:pt x="1161518" y="3431201"/>
                    <a:pt x="1133070" y="3431686"/>
                  </a:cubicBezTo>
                  <a:close/>
                  <a:moveTo>
                    <a:pt x="3357068" y="2950529"/>
                  </a:moveTo>
                  <a:cubicBezTo>
                    <a:pt x="3068134" y="2949806"/>
                    <a:pt x="2857967" y="3224579"/>
                    <a:pt x="2902601" y="3480264"/>
                  </a:cubicBezTo>
                  <a:cubicBezTo>
                    <a:pt x="2941618" y="3703778"/>
                    <a:pt x="3134116" y="3869285"/>
                    <a:pt x="3351754" y="3872195"/>
                  </a:cubicBezTo>
                  <a:cubicBezTo>
                    <a:pt x="3500157" y="3874179"/>
                    <a:pt x="3623416" y="3810383"/>
                    <a:pt x="3716113" y="3696186"/>
                  </a:cubicBezTo>
                  <a:cubicBezTo>
                    <a:pt x="3804035" y="3587873"/>
                    <a:pt x="3834763" y="3462614"/>
                    <a:pt x="3807620" y="3323227"/>
                  </a:cubicBezTo>
                  <a:cubicBezTo>
                    <a:pt x="3784170" y="3202806"/>
                    <a:pt x="3718427" y="3111384"/>
                    <a:pt x="3618973" y="3032472"/>
                  </a:cubicBezTo>
                  <a:cubicBezTo>
                    <a:pt x="3551378" y="3005590"/>
                    <a:pt x="3485758" y="2963507"/>
                    <a:pt x="3415852" y="2954434"/>
                  </a:cubicBezTo>
                  <a:cubicBezTo>
                    <a:pt x="3395942" y="2951850"/>
                    <a:pt x="3376330" y="2950577"/>
                    <a:pt x="3357068" y="2950529"/>
                  </a:cubicBezTo>
                  <a:close/>
                  <a:moveTo>
                    <a:pt x="3385229" y="2715311"/>
                  </a:moveTo>
                  <a:cubicBezTo>
                    <a:pt x="3480481" y="2718344"/>
                    <a:pt x="3574801" y="2742057"/>
                    <a:pt x="3666586" y="2788611"/>
                  </a:cubicBezTo>
                  <a:cubicBezTo>
                    <a:pt x="3867562" y="2890545"/>
                    <a:pt x="3998375" y="3051948"/>
                    <a:pt x="4036778" y="3279068"/>
                  </a:cubicBezTo>
                  <a:cubicBezTo>
                    <a:pt x="4078890" y="3528130"/>
                    <a:pt x="4015410" y="3745556"/>
                    <a:pt x="3831195" y="3921078"/>
                  </a:cubicBezTo>
                  <a:cubicBezTo>
                    <a:pt x="3784533" y="3965536"/>
                    <a:pt x="3724577" y="3996212"/>
                    <a:pt x="3669973" y="4032066"/>
                  </a:cubicBezTo>
                  <a:cubicBezTo>
                    <a:pt x="3652971" y="4043231"/>
                    <a:pt x="3633475" y="4050598"/>
                    <a:pt x="3601766" y="4066329"/>
                  </a:cubicBezTo>
                  <a:cubicBezTo>
                    <a:pt x="3893538" y="4139654"/>
                    <a:pt x="4120006" y="4288201"/>
                    <a:pt x="4289461" y="4520541"/>
                  </a:cubicBezTo>
                  <a:cubicBezTo>
                    <a:pt x="4459285" y="4753389"/>
                    <a:pt x="4516511" y="5017177"/>
                    <a:pt x="4506115" y="5302893"/>
                  </a:cubicBezTo>
                  <a:cubicBezTo>
                    <a:pt x="3742677" y="5302893"/>
                    <a:pt x="2982171" y="5302893"/>
                    <a:pt x="2221492" y="5302893"/>
                  </a:cubicBezTo>
                  <a:cubicBezTo>
                    <a:pt x="2148906" y="4810012"/>
                    <a:pt x="2474248" y="4211634"/>
                    <a:pt x="3108793" y="4069952"/>
                  </a:cubicBezTo>
                  <a:cubicBezTo>
                    <a:pt x="3055170" y="4036877"/>
                    <a:pt x="2998301" y="4005952"/>
                    <a:pt x="2945929" y="3968704"/>
                  </a:cubicBezTo>
                  <a:cubicBezTo>
                    <a:pt x="2801844" y="3866228"/>
                    <a:pt x="2710099" y="3725800"/>
                    <a:pt x="2676478" y="3553626"/>
                  </a:cubicBezTo>
                  <a:cubicBezTo>
                    <a:pt x="2636226" y="3347507"/>
                    <a:pt x="2676831" y="3155559"/>
                    <a:pt x="2805786" y="2985899"/>
                  </a:cubicBezTo>
                  <a:cubicBezTo>
                    <a:pt x="2809796" y="2980624"/>
                    <a:pt x="2815042" y="2976290"/>
                    <a:pt x="2821815" y="2968550"/>
                  </a:cubicBezTo>
                  <a:cubicBezTo>
                    <a:pt x="2893662" y="2869265"/>
                    <a:pt x="2990436" y="2806937"/>
                    <a:pt x="3098280" y="2766097"/>
                  </a:cubicBezTo>
                  <a:cubicBezTo>
                    <a:pt x="3193793" y="2729927"/>
                    <a:pt x="3289977" y="2712278"/>
                    <a:pt x="3385229" y="2715311"/>
                  </a:cubicBezTo>
                  <a:close/>
                  <a:moveTo>
                    <a:pt x="5497937" y="2108874"/>
                  </a:moveTo>
                  <a:cubicBezTo>
                    <a:pt x="5333785" y="2110725"/>
                    <a:pt x="5199403" y="2178440"/>
                    <a:pt x="5102494" y="2330095"/>
                  </a:cubicBezTo>
                  <a:cubicBezTo>
                    <a:pt x="5000045" y="2490411"/>
                    <a:pt x="5021350" y="2735866"/>
                    <a:pt x="5153293" y="2872100"/>
                  </a:cubicBezTo>
                  <a:cubicBezTo>
                    <a:pt x="5262121" y="2984469"/>
                    <a:pt x="5389341" y="3041103"/>
                    <a:pt x="5548753" y="3022793"/>
                  </a:cubicBezTo>
                  <a:cubicBezTo>
                    <a:pt x="5658211" y="3010220"/>
                    <a:pt x="5753536" y="2964951"/>
                    <a:pt x="5824181" y="2887129"/>
                  </a:cubicBezTo>
                  <a:cubicBezTo>
                    <a:pt x="5919599" y="2782019"/>
                    <a:pt x="5975965" y="2657939"/>
                    <a:pt x="5950836" y="2506563"/>
                  </a:cubicBezTo>
                  <a:cubicBezTo>
                    <a:pt x="5924692" y="2349065"/>
                    <a:pt x="5842757" y="2235736"/>
                    <a:pt x="5698881" y="2155106"/>
                  </a:cubicBezTo>
                  <a:cubicBezTo>
                    <a:pt x="5656000" y="2140236"/>
                    <a:pt x="5613994" y="2116285"/>
                    <a:pt x="5570088" y="2112060"/>
                  </a:cubicBezTo>
                  <a:cubicBezTo>
                    <a:pt x="5545445" y="2109689"/>
                    <a:pt x="5521387" y="2108610"/>
                    <a:pt x="5497937" y="2108874"/>
                  </a:cubicBezTo>
                  <a:close/>
                  <a:moveTo>
                    <a:pt x="1156334" y="2107553"/>
                  </a:moveTo>
                  <a:cubicBezTo>
                    <a:pt x="1124418" y="2107716"/>
                    <a:pt x="1091829" y="2111137"/>
                    <a:pt x="1058677" y="2117704"/>
                  </a:cubicBezTo>
                  <a:cubicBezTo>
                    <a:pt x="900028" y="2149132"/>
                    <a:pt x="791587" y="2243313"/>
                    <a:pt x="727659" y="2389457"/>
                  </a:cubicBezTo>
                  <a:cubicBezTo>
                    <a:pt x="660196" y="2543687"/>
                    <a:pt x="682552" y="2690197"/>
                    <a:pt x="773444" y="2828188"/>
                  </a:cubicBezTo>
                  <a:cubicBezTo>
                    <a:pt x="831641" y="2916545"/>
                    <a:pt x="916288" y="2970984"/>
                    <a:pt x="1021019" y="3011287"/>
                  </a:cubicBezTo>
                  <a:cubicBezTo>
                    <a:pt x="1080565" y="3014817"/>
                    <a:pt x="1140909" y="3026334"/>
                    <a:pt x="1199517" y="3020469"/>
                  </a:cubicBezTo>
                  <a:cubicBezTo>
                    <a:pt x="1431220" y="2997281"/>
                    <a:pt x="1599388" y="2818536"/>
                    <a:pt x="1611050" y="2582345"/>
                  </a:cubicBezTo>
                  <a:cubicBezTo>
                    <a:pt x="1618894" y="2423520"/>
                    <a:pt x="1549001" y="2292857"/>
                    <a:pt x="1422572" y="2197093"/>
                  </a:cubicBezTo>
                  <a:cubicBezTo>
                    <a:pt x="1341793" y="2135906"/>
                    <a:pt x="1252085" y="2107066"/>
                    <a:pt x="1156334" y="2107553"/>
                  </a:cubicBezTo>
                  <a:close/>
                  <a:moveTo>
                    <a:pt x="5494563" y="1872940"/>
                  </a:moveTo>
                  <a:cubicBezTo>
                    <a:pt x="5691114" y="1868636"/>
                    <a:pt x="5860039" y="1943310"/>
                    <a:pt x="6001216" y="2088847"/>
                  </a:cubicBezTo>
                  <a:cubicBezTo>
                    <a:pt x="6100995" y="2191708"/>
                    <a:pt x="6159839" y="2317468"/>
                    <a:pt x="6181360" y="2462183"/>
                  </a:cubicBezTo>
                  <a:cubicBezTo>
                    <a:pt x="6208318" y="2643470"/>
                    <a:pt x="6168510" y="2807007"/>
                    <a:pt x="6070332" y="2958511"/>
                  </a:cubicBezTo>
                  <a:cubicBezTo>
                    <a:pt x="5990785" y="3081263"/>
                    <a:pt x="5877565" y="3162267"/>
                    <a:pt x="5743892" y="3217304"/>
                  </a:cubicBezTo>
                  <a:cubicBezTo>
                    <a:pt x="6354228" y="3404595"/>
                    <a:pt x="6653192" y="3817551"/>
                    <a:pt x="6644753" y="4460437"/>
                  </a:cubicBezTo>
                  <a:cubicBezTo>
                    <a:pt x="5877075" y="4460437"/>
                    <a:pt x="5115338" y="4460437"/>
                    <a:pt x="4343327" y="4460437"/>
                  </a:cubicBezTo>
                  <a:cubicBezTo>
                    <a:pt x="4347867" y="4385635"/>
                    <a:pt x="4347078" y="4309549"/>
                    <a:pt x="4358339" y="4235294"/>
                  </a:cubicBezTo>
                  <a:cubicBezTo>
                    <a:pt x="4372954" y="4138908"/>
                    <a:pt x="4389773" y="4041650"/>
                    <a:pt x="4419016" y="3948985"/>
                  </a:cubicBezTo>
                  <a:cubicBezTo>
                    <a:pt x="4459689" y="3820090"/>
                    <a:pt x="4527454" y="3702677"/>
                    <a:pt x="4622029" y="3605250"/>
                  </a:cubicBezTo>
                  <a:cubicBezTo>
                    <a:pt x="4694944" y="3530136"/>
                    <a:pt x="4776623" y="3463529"/>
                    <a:pt x="4858015" y="3392431"/>
                  </a:cubicBezTo>
                  <a:cubicBezTo>
                    <a:pt x="4959943" y="3345079"/>
                    <a:pt x="5058131" y="3298166"/>
                    <a:pt x="5156693" y="3252044"/>
                  </a:cubicBezTo>
                  <a:cubicBezTo>
                    <a:pt x="5174324" y="3243794"/>
                    <a:pt x="5193744" y="3239444"/>
                    <a:pt x="5211801" y="3231989"/>
                  </a:cubicBezTo>
                  <a:cubicBezTo>
                    <a:pt x="5218071" y="3229401"/>
                    <a:pt x="5222713" y="3222869"/>
                    <a:pt x="5228098" y="3218137"/>
                  </a:cubicBezTo>
                  <a:cubicBezTo>
                    <a:pt x="5223381" y="3212831"/>
                    <a:pt x="5219699" y="3205085"/>
                    <a:pt x="5213792" y="3202572"/>
                  </a:cubicBezTo>
                  <a:cubicBezTo>
                    <a:pt x="5069488" y="3141236"/>
                    <a:pt x="4961693" y="3038771"/>
                    <a:pt x="4886272" y="2903481"/>
                  </a:cubicBezTo>
                  <a:cubicBezTo>
                    <a:pt x="4842504" y="2824971"/>
                    <a:pt x="4818235" y="2739621"/>
                    <a:pt x="4805902" y="2648811"/>
                  </a:cubicBezTo>
                  <a:cubicBezTo>
                    <a:pt x="4791774" y="2544786"/>
                    <a:pt x="4802001" y="2443935"/>
                    <a:pt x="4836212" y="2348871"/>
                  </a:cubicBezTo>
                  <a:cubicBezTo>
                    <a:pt x="4932765" y="2080590"/>
                    <a:pt x="5120195" y="1917789"/>
                    <a:pt x="5408635" y="1879644"/>
                  </a:cubicBezTo>
                  <a:cubicBezTo>
                    <a:pt x="5437841" y="1875782"/>
                    <a:pt x="5466484" y="1873555"/>
                    <a:pt x="5494563" y="1872940"/>
                  </a:cubicBezTo>
                  <a:close/>
                  <a:moveTo>
                    <a:pt x="1187059" y="1872381"/>
                  </a:moveTo>
                  <a:cubicBezTo>
                    <a:pt x="1314594" y="1877709"/>
                    <a:pt x="1433150" y="1918401"/>
                    <a:pt x="1542381" y="1991657"/>
                  </a:cubicBezTo>
                  <a:cubicBezTo>
                    <a:pt x="1703490" y="2099704"/>
                    <a:pt x="1799867" y="2254074"/>
                    <a:pt x="1833573" y="2447014"/>
                  </a:cubicBezTo>
                  <a:cubicBezTo>
                    <a:pt x="1853567" y="2561469"/>
                    <a:pt x="1843215" y="2672982"/>
                    <a:pt x="1810454" y="2787318"/>
                  </a:cubicBezTo>
                  <a:cubicBezTo>
                    <a:pt x="1735724" y="2996117"/>
                    <a:pt x="1597260" y="3137754"/>
                    <a:pt x="1397894" y="3216928"/>
                  </a:cubicBezTo>
                  <a:cubicBezTo>
                    <a:pt x="2006011" y="3405692"/>
                    <a:pt x="2310822" y="3814504"/>
                    <a:pt x="2297228" y="4461091"/>
                  </a:cubicBezTo>
                  <a:cubicBezTo>
                    <a:pt x="1528761" y="4461091"/>
                    <a:pt x="766988" y="4461091"/>
                    <a:pt x="1601" y="4461091"/>
                  </a:cubicBezTo>
                  <a:cubicBezTo>
                    <a:pt x="-10965" y="4173141"/>
                    <a:pt x="49330" y="3907564"/>
                    <a:pt x="220553" y="3671940"/>
                  </a:cubicBezTo>
                  <a:cubicBezTo>
                    <a:pt x="390309" y="3438338"/>
                    <a:pt x="618908" y="3293586"/>
                    <a:pt x="898801" y="3224638"/>
                  </a:cubicBezTo>
                  <a:cubicBezTo>
                    <a:pt x="841435" y="3189156"/>
                    <a:pt x="784427" y="3159925"/>
                    <a:pt x="734225" y="3121746"/>
                  </a:cubicBezTo>
                  <a:cubicBezTo>
                    <a:pt x="563250" y="2991719"/>
                    <a:pt x="469271" y="2820817"/>
                    <a:pt x="459908" y="2602881"/>
                  </a:cubicBezTo>
                  <a:cubicBezTo>
                    <a:pt x="452785" y="2437094"/>
                    <a:pt x="489830" y="2286186"/>
                    <a:pt x="590836" y="2154205"/>
                  </a:cubicBezTo>
                  <a:cubicBezTo>
                    <a:pt x="708537" y="2000411"/>
                    <a:pt x="861340" y="1906082"/>
                    <a:pt x="1056543" y="1878944"/>
                  </a:cubicBezTo>
                  <a:cubicBezTo>
                    <a:pt x="1101037" y="1872758"/>
                    <a:pt x="1144547" y="1870605"/>
                    <a:pt x="1187059" y="1872381"/>
                  </a:cubicBezTo>
                  <a:close/>
                  <a:moveTo>
                    <a:pt x="7040263" y="0"/>
                  </a:moveTo>
                  <a:lnTo>
                    <a:pt x="7749446" y="0"/>
                  </a:lnTo>
                  <a:lnTo>
                    <a:pt x="7749446" y="708906"/>
                  </a:lnTo>
                  <a:lnTo>
                    <a:pt x="7040263" y="708906"/>
                  </a:lnTo>
                  <a:close/>
                </a:path>
              </a:pathLst>
            </a:custGeom>
            <a:solidFill>
              <a:schemeClr val="bg1"/>
            </a:solidFill>
            <a:ln w="6350" cap="flat">
              <a:noFill/>
              <a:prstDash val="solid"/>
              <a:miter/>
            </a:ln>
          </p:spPr>
          <p:txBody>
            <a:bodyPr wrap="square" rtlCol="0" anchor="ctr">
              <a:noAutofit/>
            </a:bodyPr>
            <a:lstStyle/>
            <a:p>
              <a:endParaRPr lang="en-US"/>
            </a:p>
          </p:txBody>
        </p:sp>
        <p:sp>
          <p:nvSpPr>
            <p:cNvPr id="1383" name="Freeform: Shape 1382">
              <a:extLst>
                <a:ext uri="{FF2B5EF4-FFF2-40B4-BE49-F238E27FC236}">
                  <a16:creationId xmlns:a16="http://schemas.microsoft.com/office/drawing/2014/main" id="{F5BF2039-610A-6999-1747-A39A32BCCE90}"/>
                </a:ext>
                <a:ext uri="{C183D7F6-B498-43B3-948B-1728B52AA6E4}">
                  <adec:decorative xmlns:adec="http://schemas.microsoft.com/office/drawing/2017/decorative" val="1"/>
                </a:ext>
              </a:extLst>
            </p:cNvPr>
            <p:cNvSpPr/>
            <p:nvPr/>
          </p:nvSpPr>
          <p:spPr>
            <a:xfrm>
              <a:off x="2927204" y="2938001"/>
              <a:ext cx="685980" cy="449358"/>
            </a:xfrm>
            <a:custGeom>
              <a:avLst/>
              <a:gdLst>
                <a:gd name="connsiteX0" fmla="*/ 0 w 10289698"/>
                <a:gd name="connsiteY0" fmla="*/ 6262430 h 6740370"/>
                <a:gd name="connsiteX1" fmla="*/ 4220779 w 10289698"/>
                <a:gd name="connsiteY1" fmla="*/ 6262430 h 6740370"/>
                <a:gd name="connsiteX2" fmla="*/ 4368903 w 10289698"/>
                <a:gd name="connsiteY2" fmla="*/ 6477308 h 6740370"/>
                <a:gd name="connsiteX3" fmla="*/ 4435553 w 10289698"/>
                <a:gd name="connsiteY3" fmla="*/ 6489458 h 6740370"/>
                <a:gd name="connsiteX4" fmla="*/ 5837656 w 10289698"/>
                <a:gd name="connsiteY4" fmla="*/ 6492338 h 6740370"/>
                <a:gd name="connsiteX5" fmla="*/ 6078548 w 10289698"/>
                <a:gd name="connsiteY5" fmla="*/ 6265451 h 6740370"/>
                <a:gd name="connsiteX6" fmla="*/ 10289698 w 10289698"/>
                <a:gd name="connsiteY6" fmla="*/ 6265451 h 6740370"/>
                <a:gd name="connsiteX7" fmla="*/ 10289698 w 10289698"/>
                <a:gd name="connsiteY7" fmla="*/ 6740370 h 6740370"/>
                <a:gd name="connsiteX8" fmla="*/ 8961179 w 10289698"/>
                <a:gd name="connsiteY8" fmla="*/ 6740370 h 6740370"/>
                <a:gd name="connsiteX9" fmla="*/ 0 w 10289698"/>
                <a:gd name="connsiteY9" fmla="*/ 6740370 h 6740370"/>
                <a:gd name="connsiteX10" fmla="*/ 0 w 10289698"/>
                <a:gd name="connsiteY10" fmla="*/ 6262430 h 6740370"/>
                <a:gd name="connsiteX11" fmla="*/ 5235681 w 10289698"/>
                <a:gd name="connsiteY11" fmla="*/ 1597846 h 6740370"/>
                <a:gd name="connsiteX12" fmla="*/ 5302356 w 10289698"/>
                <a:gd name="connsiteY12" fmla="*/ 1606458 h 6740370"/>
                <a:gd name="connsiteX13" fmla="*/ 5428413 w 10289698"/>
                <a:gd name="connsiteY13" fmla="*/ 1885165 h 6740370"/>
                <a:gd name="connsiteX14" fmla="*/ 5285677 w 10289698"/>
                <a:gd name="connsiteY14" fmla="*/ 2043148 h 6740370"/>
                <a:gd name="connsiteX15" fmla="*/ 5137562 w 10289698"/>
                <a:gd name="connsiteY15" fmla="*/ 2164536 h 6740370"/>
                <a:gd name="connsiteX16" fmla="*/ 5146642 w 10289698"/>
                <a:gd name="connsiteY16" fmla="*/ 2179995 h 6740370"/>
                <a:gd name="connsiteX17" fmla="*/ 5441786 w 10289698"/>
                <a:gd name="connsiteY17" fmla="*/ 2179995 h 6740370"/>
                <a:gd name="connsiteX18" fmla="*/ 5441786 w 10289698"/>
                <a:gd name="connsiteY18" fmla="*/ 2299873 h 6740370"/>
                <a:gd name="connsiteX19" fmla="*/ 4980935 w 10289698"/>
                <a:gd name="connsiteY19" fmla="*/ 2299873 h 6740370"/>
                <a:gd name="connsiteX20" fmla="*/ 5127322 w 10289698"/>
                <a:gd name="connsiteY20" fmla="*/ 1995395 h 6740370"/>
                <a:gd name="connsiteX21" fmla="*/ 5249064 w 10289698"/>
                <a:gd name="connsiteY21" fmla="*/ 1890480 h 6740370"/>
                <a:gd name="connsiteX22" fmla="*/ 5283319 w 10289698"/>
                <a:gd name="connsiteY22" fmla="*/ 1788763 h 6740370"/>
                <a:gd name="connsiteX23" fmla="*/ 5226876 w 10289698"/>
                <a:gd name="connsiteY23" fmla="*/ 1732678 h 6740370"/>
                <a:gd name="connsiteX24" fmla="*/ 5048000 w 10289698"/>
                <a:gd name="connsiteY24" fmla="*/ 1782523 h 6740370"/>
                <a:gd name="connsiteX25" fmla="*/ 4990053 w 10289698"/>
                <a:gd name="connsiteY25" fmla="*/ 1699749 h 6740370"/>
                <a:gd name="connsiteX26" fmla="*/ 5004379 w 10289698"/>
                <a:gd name="connsiteY26" fmla="*/ 1659858 h 6740370"/>
                <a:gd name="connsiteX27" fmla="*/ 5168354 w 10289698"/>
                <a:gd name="connsiteY27" fmla="*/ 1604011 h 6740370"/>
                <a:gd name="connsiteX28" fmla="*/ 5235681 w 10289698"/>
                <a:gd name="connsiteY28" fmla="*/ 1597846 h 6740370"/>
                <a:gd name="connsiteX29" fmla="*/ 2963428 w 10289698"/>
                <a:gd name="connsiteY29" fmla="*/ 759252 h 6740370"/>
                <a:gd name="connsiteX30" fmla="*/ 3041686 w 10289698"/>
                <a:gd name="connsiteY30" fmla="*/ 766317 h 6740370"/>
                <a:gd name="connsiteX31" fmla="*/ 3041686 w 10289698"/>
                <a:gd name="connsiteY31" fmla="*/ 837313 h 6740370"/>
                <a:gd name="connsiteX32" fmla="*/ 3040932 w 10289698"/>
                <a:gd name="connsiteY32" fmla="*/ 1398189 h 6740370"/>
                <a:gd name="connsiteX33" fmla="*/ 3019463 w 10289698"/>
                <a:gd name="connsiteY33" fmla="*/ 1441811 h 6740370"/>
                <a:gd name="connsiteX34" fmla="*/ 2891833 w 10289698"/>
                <a:gd name="connsiteY34" fmla="*/ 1441870 h 6740370"/>
                <a:gd name="connsiteX35" fmla="*/ 2891833 w 10289698"/>
                <a:gd name="connsiteY35" fmla="*/ 917978 h 6740370"/>
                <a:gd name="connsiteX36" fmla="*/ 2777216 w 10289698"/>
                <a:gd name="connsiteY36" fmla="*/ 972178 h 6740370"/>
                <a:gd name="connsiteX37" fmla="*/ 2718066 w 10289698"/>
                <a:gd name="connsiteY37" fmla="*/ 955339 h 6740370"/>
                <a:gd name="connsiteX38" fmla="*/ 2755614 w 10289698"/>
                <a:gd name="connsiteY38" fmla="*/ 828549 h 6740370"/>
                <a:gd name="connsiteX39" fmla="*/ 2963428 w 10289698"/>
                <a:gd name="connsiteY39" fmla="*/ 759252 h 6740370"/>
                <a:gd name="connsiteX40" fmla="*/ 7316188 w 10289698"/>
                <a:gd name="connsiteY40" fmla="*/ 737780 h 6740370"/>
                <a:gd name="connsiteX41" fmla="*/ 7508164 w 10289698"/>
                <a:gd name="connsiteY41" fmla="*/ 784017 h 6740370"/>
                <a:gd name="connsiteX42" fmla="*/ 7534000 w 10289698"/>
                <a:gd name="connsiteY42" fmla="*/ 1050812 h 6740370"/>
                <a:gd name="connsiteX43" fmla="*/ 7490969 w 10289698"/>
                <a:gd name="connsiteY43" fmla="*/ 1082280 h 6740370"/>
                <a:gd name="connsiteX44" fmla="*/ 7608842 w 10289698"/>
                <a:gd name="connsiteY44" fmla="*/ 1253825 h 6740370"/>
                <a:gd name="connsiteX45" fmla="*/ 7454522 w 10289698"/>
                <a:gd name="connsiteY45" fmla="*/ 1440243 h 6740370"/>
                <a:gd name="connsiteX46" fmla="*/ 7175526 w 10289698"/>
                <a:gd name="connsiteY46" fmla="*/ 1422826 h 6740370"/>
                <a:gd name="connsiteX47" fmla="*/ 7120385 w 10289698"/>
                <a:gd name="connsiteY47" fmla="*/ 1369843 h 6740370"/>
                <a:gd name="connsiteX48" fmla="*/ 7109881 w 10289698"/>
                <a:gd name="connsiteY48" fmla="*/ 1361920 h 6740370"/>
                <a:gd name="connsiteX49" fmla="*/ 7161952 w 10289698"/>
                <a:gd name="connsiteY49" fmla="*/ 1265048 h 6740370"/>
                <a:gd name="connsiteX50" fmla="*/ 7359300 w 10289698"/>
                <a:gd name="connsiteY50" fmla="*/ 1321900 h 6740370"/>
                <a:gd name="connsiteX51" fmla="*/ 7448735 w 10289698"/>
                <a:gd name="connsiteY51" fmla="*/ 1234624 h 6740370"/>
                <a:gd name="connsiteX52" fmla="*/ 7361221 w 10289698"/>
                <a:gd name="connsiteY52" fmla="*/ 1161105 h 6740370"/>
                <a:gd name="connsiteX53" fmla="*/ 7231283 w 10289698"/>
                <a:gd name="connsiteY53" fmla="*/ 1147005 h 6740370"/>
                <a:gd name="connsiteX54" fmla="*/ 7231283 w 10289698"/>
                <a:gd name="connsiteY54" fmla="*/ 1045866 h 6740370"/>
                <a:gd name="connsiteX55" fmla="*/ 7347948 w 10289698"/>
                <a:gd name="connsiteY55" fmla="*/ 1031070 h 6740370"/>
                <a:gd name="connsiteX56" fmla="*/ 7418697 w 10289698"/>
                <a:gd name="connsiteY56" fmla="*/ 946213 h 6740370"/>
                <a:gd name="connsiteX57" fmla="*/ 7338190 w 10289698"/>
                <a:gd name="connsiteY57" fmla="*/ 871023 h 6740370"/>
                <a:gd name="connsiteX58" fmla="*/ 7198008 w 10289698"/>
                <a:gd name="connsiteY58" fmla="*/ 904603 h 6740370"/>
                <a:gd name="connsiteX59" fmla="*/ 7164692 w 10289698"/>
                <a:gd name="connsiteY59" fmla="*/ 900234 h 6740370"/>
                <a:gd name="connsiteX60" fmla="*/ 7114735 w 10289698"/>
                <a:gd name="connsiteY60" fmla="*/ 813248 h 6740370"/>
                <a:gd name="connsiteX61" fmla="*/ 7316188 w 10289698"/>
                <a:gd name="connsiteY61" fmla="*/ 737780 h 6740370"/>
                <a:gd name="connsiteX62" fmla="*/ 1289049 w 10289698"/>
                <a:gd name="connsiteY62" fmla="*/ 0 h 6740370"/>
                <a:gd name="connsiteX63" fmla="*/ 8537157 w 10289698"/>
                <a:gd name="connsiteY63" fmla="*/ 3927 h 6740370"/>
                <a:gd name="connsiteX64" fmla="*/ 8537157 w 10289698"/>
                <a:gd name="connsiteY64" fmla="*/ 480500 h 6740370"/>
                <a:gd name="connsiteX65" fmla="*/ 1301865 w 10289698"/>
                <a:gd name="connsiteY65" fmla="*/ 480394 h 6740370"/>
                <a:gd name="connsiteX66" fmla="*/ 1301865 w 10289698"/>
                <a:gd name="connsiteY66" fmla="*/ 5435457 h 6740370"/>
                <a:gd name="connsiteX67" fmla="*/ 8980933 w 10289698"/>
                <a:gd name="connsiteY67" fmla="*/ 5435457 h 6740370"/>
                <a:gd name="connsiteX68" fmla="*/ 8985314 w 10289698"/>
                <a:gd name="connsiteY68" fmla="*/ 913851 h 6740370"/>
                <a:gd name="connsiteX69" fmla="*/ 9462258 w 10289698"/>
                <a:gd name="connsiteY69" fmla="*/ 913851 h 6740370"/>
                <a:gd name="connsiteX70" fmla="*/ 9462290 w 10289698"/>
                <a:gd name="connsiteY70" fmla="*/ 5464137 h 6740370"/>
                <a:gd name="connsiteX71" fmla="*/ 9008439 w 10289698"/>
                <a:gd name="connsiteY71" fmla="*/ 5919766 h 6740370"/>
                <a:gd name="connsiteX72" fmla="*/ 886018 w 10289698"/>
                <a:gd name="connsiteY72" fmla="*/ 5919057 h 6740370"/>
                <a:gd name="connsiteX73" fmla="*/ 818127 w 10289698"/>
                <a:gd name="connsiteY73" fmla="*/ 5919057 h 6740370"/>
                <a:gd name="connsiteX74" fmla="*/ 818127 w 10289698"/>
                <a:gd name="connsiteY74" fmla="*/ 5870724 h 6740370"/>
                <a:gd name="connsiteX75" fmla="*/ 818211 w 10289698"/>
                <a:gd name="connsiteY75" fmla="*/ 5024426 h 6740370"/>
                <a:gd name="connsiteX76" fmla="*/ 828371 w 10289698"/>
                <a:gd name="connsiteY76" fmla="*/ 469599 h 6740370"/>
                <a:gd name="connsiteX77" fmla="*/ 1196509 w 10289698"/>
                <a:gd name="connsiteY77" fmla="*/ 10118 h 6740370"/>
                <a:gd name="connsiteX78" fmla="*/ 1289049 w 10289698"/>
                <a:gd name="connsiteY78" fmla="*/ 0 h 674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289698" h="6740370">
                  <a:moveTo>
                    <a:pt x="0" y="6262430"/>
                  </a:moveTo>
                  <a:cubicBezTo>
                    <a:pt x="1406276" y="6262430"/>
                    <a:pt x="2812490" y="6262430"/>
                    <a:pt x="4220779" y="6262430"/>
                  </a:cubicBezTo>
                  <a:cubicBezTo>
                    <a:pt x="4226162" y="6364414"/>
                    <a:pt x="4273536" y="6438411"/>
                    <a:pt x="4368903" y="6477308"/>
                  </a:cubicBezTo>
                  <a:cubicBezTo>
                    <a:pt x="4389425" y="6485679"/>
                    <a:pt x="4413245" y="6489425"/>
                    <a:pt x="4435553" y="6489458"/>
                  </a:cubicBezTo>
                  <a:cubicBezTo>
                    <a:pt x="4902930" y="6490133"/>
                    <a:pt x="5370350" y="6486572"/>
                    <a:pt x="5837656" y="6492338"/>
                  </a:cubicBezTo>
                  <a:cubicBezTo>
                    <a:pt x="5955659" y="6493794"/>
                    <a:pt x="6082341" y="6387635"/>
                    <a:pt x="6078548" y="6265451"/>
                  </a:cubicBezTo>
                  <a:cubicBezTo>
                    <a:pt x="7481063" y="6265451"/>
                    <a:pt x="8883574" y="6265451"/>
                    <a:pt x="10289698" y="6265451"/>
                  </a:cubicBezTo>
                  <a:cubicBezTo>
                    <a:pt x="10289698" y="6425426"/>
                    <a:pt x="10289698" y="6579628"/>
                    <a:pt x="10289698" y="6740370"/>
                  </a:cubicBezTo>
                  <a:cubicBezTo>
                    <a:pt x="9849363" y="6740370"/>
                    <a:pt x="9407773" y="6740370"/>
                    <a:pt x="8961179" y="6740370"/>
                  </a:cubicBezTo>
                  <a:cubicBezTo>
                    <a:pt x="5971841" y="6740370"/>
                    <a:pt x="2987514" y="6740370"/>
                    <a:pt x="0" y="6740370"/>
                  </a:cubicBezTo>
                  <a:cubicBezTo>
                    <a:pt x="0" y="6580341"/>
                    <a:pt x="0" y="6422811"/>
                    <a:pt x="0" y="6262430"/>
                  </a:cubicBezTo>
                  <a:close/>
                  <a:moveTo>
                    <a:pt x="5235681" y="1597846"/>
                  </a:moveTo>
                  <a:cubicBezTo>
                    <a:pt x="5258522" y="1598121"/>
                    <a:pt x="5281255" y="1600860"/>
                    <a:pt x="5302356" y="1606458"/>
                  </a:cubicBezTo>
                  <a:cubicBezTo>
                    <a:pt x="5439442" y="1642825"/>
                    <a:pt x="5474530" y="1756424"/>
                    <a:pt x="5428413" y="1885165"/>
                  </a:cubicBezTo>
                  <a:cubicBezTo>
                    <a:pt x="5402424" y="1957722"/>
                    <a:pt x="5342908" y="1998872"/>
                    <a:pt x="5285677" y="2043148"/>
                  </a:cubicBezTo>
                  <a:cubicBezTo>
                    <a:pt x="5235207" y="2082191"/>
                    <a:pt x="5186851" y="2123967"/>
                    <a:pt x="5137562" y="2164536"/>
                  </a:cubicBezTo>
                  <a:cubicBezTo>
                    <a:pt x="5140589" y="2169689"/>
                    <a:pt x="5143615" y="2174842"/>
                    <a:pt x="5146642" y="2179995"/>
                  </a:cubicBezTo>
                  <a:cubicBezTo>
                    <a:pt x="5243780" y="2179995"/>
                    <a:pt x="5340920" y="2179995"/>
                    <a:pt x="5441786" y="2179995"/>
                  </a:cubicBezTo>
                  <a:cubicBezTo>
                    <a:pt x="5441786" y="2221724"/>
                    <a:pt x="5441786" y="2259067"/>
                    <a:pt x="5441786" y="2299873"/>
                  </a:cubicBezTo>
                  <a:cubicBezTo>
                    <a:pt x="5289431" y="2299873"/>
                    <a:pt x="5135267" y="2299873"/>
                    <a:pt x="4980935" y="2299873"/>
                  </a:cubicBezTo>
                  <a:cubicBezTo>
                    <a:pt x="4957128" y="2182808"/>
                    <a:pt x="5013742" y="2063547"/>
                    <a:pt x="5127322" y="1995395"/>
                  </a:cubicBezTo>
                  <a:cubicBezTo>
                    <a:pt x="5170264" y="1959247"/>
                    <a:pt x="5216017" y="1930155"/>
                    <a:pt x="5249064" y="1890480"/>
                  </a:cubicBezTo>
                  <a:cubicBezTo>
                    <a:pt x="5270639" y="1864577"/>
                    <a:pt x="5280052" y="1823899"/>
                    <a:pt x="5283319" y="1788763"/>
                  </a:cubicBezTo>
                  <a:cubicBezTo>
                    <a:pt x="5286310" y="1756606"/>
                    <a:pt x="5260498" y="1735594"/>
                    <a:pt x="5226876" y="1732678"/>
                  </a:cubicBezTo>
                  <a:cubicBezTo>
                    <a:pt x="5162915" y="1727127"/>
                    <a:pt x="5102361" y="1736141"/>
                    <a:pt x="5048000" y="1782523"/>
                  </a:cubicBezTo>
                  <a:cubicBezTo>
                    <a:pt x="5028094" y="1755085"/>
                    <a:pt x="5005839" y="1729154"/>
                    <a:pt x="4990053" y="1699749"/>
                  </a:cubicBezTo>
                  <a:cubicBezTo>
                    <a:pt x="4985334" y="1690957"/>
                    <a:pt x="4995115" y="1663620"/>
                    <a:pt x="5004379" y="1659858"/>
                  </a:cubicBezTo>
                  <a:cubicBezTo>
                    <a:pt x="5057898" y="1638118"/>
                    <a:pt x="5112111" y="1615119"/>
                    <a:pt x="5168354" y="1604011"/>
                  </a:cubicBezTo>
                  <a:cubicBezTo>
                    <a:pt x="5189890" y="1599758"/>
                    <a:pt x="5212840" y="1597571"/>
                    <a:pt x="5235681" y="1597846"/>
                  </a:cubicBezTo>
                  <a:close/>
                  <a:moveTo>
                    <a:pt x="2963428" y="759252"/>
                  </a:moveTo>
                  <a:cubicBezTo>
                    <a:pt x="2988468" y="758371"/>
                    <a:pt x="3014455" y="760486"/>
                    <a:pt x="3041686" y="766317"/>
                  </a:cubicBezTo>
                  <a:cubicBezTo>
                    <a:pt x="3041686" y="788424"/>
                    <a:pt x="3041686" y="812869"/>
                    <a:pt x="3041686" y="837313"/>
                  </a:cubicBezTo>
                  <a:cubicBezTo>
                    <a:pt x="3041686" y="1024274"/>
                    <a:pt x="3042073" y="1211235"/>
                    <a:pt x="3040932" y="1398189"/>
                  </a:cubicBezTo>
                  <a:cubicBezTo>
                    <a:pt x="3040844" y="1412743"/>
                    <a:pt x="3030064" y="1427232"/>
                    <a:pt x="3019463" y="1441811"/>
                  </a:cubicBezTo>
                  <a:cubicBezTo>
                    <a:pt x="2975038" y="1441870"/>
                    <a:pt x="2935403" y="1441870"/>
                    <a:pt x="2891833" y="1441870"/>
                  </a:cubicBezTo>
                  <a:cubicBezTo>
                    <a:pt x="2891833" y="1266420"/>
                    <a:pt x="2891833" y="1095320"/>
                    <a:pt x="2891833" y="917978"/>
                  </a:cubicBezTo>
                  <a:cubicBezTo>
                    <a:pt x="2849768" y="937690"/>
                    <a:pt x="2812759" y="953537"/>
                    <a:pt x="2777216" y="972178"/>
                  </a:cubicBezTo>
                  <a:cubicBezTo>
                    <a:pt x="2750521" y="986178"/>
                    <a:pt x="2734074" y="985595"/>
                    <a:pt x="2718066" y="955339"/>
                  </a:cubicBezTo>
                  <a:cubicBezTo>
                    <a:pt x="2673259" y="870648"/>
                    <a:pt x="2673704" y="874481"/>
                    <a:pt x="2755614" y="828549"/>
                  </a:cubicBezTo>
                  <a:cubicBezTo>
                    <a:pt x="2821705" y="791489"/>
                    <a:pt x="2888306" y="761893"/>
                    <a:pt x="2963428" y="759252"/>
                  </a:cubicBezTo>
                  <a:close/>
                  <a:moveTo>
                    <a:pt x="7316188" y="737780"/>
                  </a:moveTo>
                  <a:cubicBezTo>
                    <a:pt x="7385604" y="733018"/>
                    <a:pt x="7453439" y="748540"/>
                    <a:pt x="7508164" y="784017"/>
                  </a:cubicBezTo>
                  <a:cubicBezTo>
                    <a:pt x="7590640" y="837485"/>
                    <a:pt x="7601411" y="982891"/>
                    <a:pt x="7534000" y="1050812"/>
                  </a:cubicBezTo>
                  <a:cubicBezTo>
                    <a:pt x="7522541" y="1062357"/>
                    <a:pt x="7507515" y="1070360"/>
                    <a:pt x="7490969" y="1082280"/>
                  </a:cubicBezTo>
                  <a:cubicBezTo>
                    <a:pt x="7577889" y="1125625"/>
                    <a:pt x="7615875" y="1183993"/>
                    <a:pt x="7608842" y="1253825"/>
                  </a:cubicBezTo>
                  <a:cubicBezTo>
                    <a:pt x="7599126" y="1350317"/>
                    <a:pt x="7547791" y="1417633"/>
                    <a:pt x="7454522" y="1440243"/>
                  </a:cubicBezTo>
                  <a:cubicBezTo>
                    <a:pt x="7361585" y="1462772"/>
                    <a:pt x="7265370" y="1466830"/>
                    <a:pt x="7175526" y="1422826"/>
                  </a:cubicBezTo>
                  <a:cubicBezTo>
                    <a:pt x="7155278" y="1412907"/>
                    <a:pt x="7141382" y="1390022"/>
                    <a:pt x="7120385" y="1369843"/>
                  </a:cubicBezTo>
                  <a:cubicBezTo>
                    <a:pt x="7114571" y="1364387"/>
                    <a:pt x="7112462" y="1362833"/>
                    <a:pt x="7109881" y="1361920"/>
                  </a:cubicBezTo>
                  <a:cubicBezTo>
                    <a:pt x="7126383" y="1331219"/>
                    <a:pt x="7142885" y="1300517"/>
                    <a:pt x="7161952" y="1265048"/>
                  </a:cubicBezTo>
                  <a:cubicBezTo>
                    <a:pt x="7222079" y="1317770"/>
                    <a:pt x="7288757" y="1326622"/>
                    <a:pt x="7359300" y="1321900"/>
                  </a:cubicBezTo>
                  <a:cubicBezTo>
                    <a:pt x="7407354" y="1318684"/>
                    <a:pt x="7449965" y="1278148"/>
                    <a:pt x="7448735" y="1234624"/>
                  </a:cubicBezTo>
                  <a:cubicBezTo>
                    <a:pt x="7447500" y="1190967"/>
                    <a:pt x="7415110" y="1164982"/>
                    <a:pt x="7361221" y="1161105"/>
                  </a:cubicBezTo>
                  <a:cubicBezTo>
                    <a:pt x="7318811" y="1158052"/>
                    <a:pt x="7276615" y="1152040"/>
                    <a:pt x="7231283" y="1147005"/>
                  </a:cubicBezTo>
                  <a:cubicBezTo>
                    <a:pt x="7231283" y="1114499"/>
                    <a:pt x="7231283" y="1080463"/>
                    <a:pt x="7231283" y="1045866"/>
                  </a:cubicBezTo>
                  <a:cubicBezTo>
                    <a:pt x="7270645" y="1040919"/>
                    <a:pt x="7309379" y="1036571"/>
                    <a:pt x="7347948" y="1031070"/>
                  </a:cubicBezTo>
                  <a:cubicBezTo>
                    <a:pt x="7394335" y="1024455"/>
                    <a:pt x="7420894" y="992047"/>
                    <a:pt x="7418697" y="946213"/>
                  </a:cubicBezTo>
                  <a:cubicBezTo>
                    <a:pt x="7416567" y="901814"/>
                    <a:pt x="7385590" y="872676"/>
                    <a:pt x="7338190" y="871023"/>
                  </a:cubicBezTo>
                  <a:cubicBezTo>
                    <a:pt x="7288492" y="869289"/>
                    <a:pt x="7239865" y="870349"/>
                    <a:pt x="7198008" y="904603"/>
                  </a:cubicBezTo>
                  <a:cubicBezTo>
                    <a:pt x="7191736" y="909735"/>
                    <a:pt x="7169129" y="906727"/>
                    <a:pt x="7164692" y="900234"/>
                  </a:cubicBezTo>
                  <a:cubicBezTo>
                    <a:pt x="7145746" y="872502"/>
                    <a:pt x="7130784" y="842050"/>
                    <a:pt x="7114735" y="813248"/>
                  </a:cubicBezTo>
                  <a:cubicBezTo>
                    <a:pt x="7175779" y="767588"/>
                    <a:pt x="7246773" y="742542"/>
                    <a:pt x="7316188" y="737780"/>
                  </a:cubicBezTo>
                  <a:close/>
                  <a:moveTo>
                    <a:pt x="1289049" y="0"/>
                  </a:moveTo>
                  <a:lnTo>
                    <a:pt x="8537157" y="3927"/>
                  </a:lnTo>
                  <a:lnTo>
                    <a:pt x="8537157" y="480500"/>
                  </a:lnTo>
                  <a:lnTo>
                    <a:pt x="1301865" y="480394"/>
                  </a:lnTo>
                  <a:cubicBezTo>
                    <a:pt x="1301865" y="2135905"/>
                    <a:pt x="1301865" y="3785607"/>
                    <a:pt x="1301865" y="5435457"/>
                  </a:cubicBezTo>
                  <a:cubicBezTo>
                    <a:pt x="3862542" y="5435457"/>
                    <a:pt x="6420256" y="5435457"/>
                    <a:pt x="8980933" y="5435457"/>
                  </a:cubicBezTo>
                  <a:lnTo>
                    <a:pt x="8985314" y="913851"/>
                  </a:lnTo>
                  <a:lnTo>
                    <a:pt x="9462258" y="913851"/>
                  </a:lnTo>
                  <a:lnTo>
                    <a:pt x="9462290" y="5464137"/>
                  </a:lnTo>
                  <a:cubicBezTo>
                    <a:pt x="9462375" y="5702260"/>
                    <a:pt x="9247969" y="5919872"/>
                    <a:pt x="9008439" y="5919766"/>
                  </a:cubicBezTo>
                  <a:cubicBezTo>
                    <a:pt x="6300962" y="5918655"/>
                    <a:pt x="3593484" y="5919057"/>
                    <a:pt x="886018" y="5919057"/>
                  </a:cubicBezTo>
                  <a:cubicBezTo>
                    <a:pt x="865995" y="5919057"/>
                    <a:pt x="845982" y="5919057"/>
                    <a:pt x="818127" y="5919057"/>
                  </a:cubicBezTo>
                  <a:cubicBezTo>
                    <a:pt x="818127" y="5902251"/>
                    <a:pt x="818127" y="5886493"/>
                    <a:pt x="818127" y="5870724"/>
                  </a:cubicBezTo>
                  <a:cubicBezTo>
                    <a:pt x="818127" y="5588628"/>
                    <a:pt x="817619" y="5306522"/>
                    <a:pt x="818211" y="5024426"/>
                  </a:cubicBezTo>
                  <a:cubicBezTo>
                    <a:pt x="821376" y="3506157"/>
                    <a:pt x="824604" y="1987879"/>
                    <a:pt x="828371" y="469599"/>
                  </a:cubicBezTo>
                  <a:cubicBezTo>
                    <a:pt x="828932" y="246791"/>
                    <a:pt x="975669" y="60600"/>
                    <a:pt x="1196509" y="10118"/>
                  </a:cubicBezTo>
                  <a:cubicBezTo>
                    <a:pt x="1226587" y="3239"/>
                    <a:pt x="1258167" y="0"/>
                    <a:pt x="1289049" y="0"/>
                  </a:cubicBezTo>
                  <a:close/>
                </a:path>
              </a:pathLst>
            </a:custGeom>
            <a:grpFill/>
            <a:ln w="6350" cap="flat">
              <a:noFill/>
              <a:prstDash val="solid"/>
              <a:miter/>
            </a:ln>
          </p:spPr>
          <p:txBody>
            <a:bodyPr wrap="square" rtlCol="0" anchor="ctr">
              <a:noAutofit/>
            </a:bodyPr>
            <a:lstStyle/>
            <a:p>
              <a:endParaRPr lang="en-US" dirty="0"/>
            </a:p>
          </p:txBody>
        </p:sp>
      </p:grpSp>
      <p:grpSp>
        <p:nvGrpSpPr>
          <p:cNvPr id="85" name="Group 84">
            <a:extLst>
              <a:ext uri="{FF2B5EF4-FFF2-40B4-BE49-F238E27FC236}">
                <a16:creationId xmlns:a16="http://schemas.microsoft.com/office/drawing/2014/main" id="{029D5812-C5B9-482B-8A2D-25CD79734DDA}"/>
              </a:ext>
              <a:ext uri="{C183D7F6-B498-43B3-948B-1728B52AA6E4}">
                <adec:decorative xmlns:adec="http://schemas.microsoft.com/office/drawing/2017/decorative" val="1"/>
              </a:ext>
            </a:extLst>
          </p:cNvPr>
          <p:cNvGrpSpPr>
            <a:grpSpLocks noChangeAspect="1"/>
          </p:cNvGrpSpPr>
          <p:nvPr/>
        </p:nvGrpSpPr>
        <p:grpSpPr>
          <a:xfrm>
            <a:off x="3802505" y="2930159"/>
            <a:ext cx="344737" cy="457200"/>
            <a:chOff x="3802505" y="2930159"/>
            <a:chExt cx="344737" cy="457200"/>
          </a:xfrm>
          <a:solidFill>
            <a:schemeClr val="accent2"/>
          </a:solidFill>
        </p:grpSpPr>
        <p:sp>
          <p:nvSpPr>
            <p:cNvPr id="1398" name="Freeform: Shape 1397">
              <a:extLst>
                <a:ext uri="{FF2B5EF4-FFF2-40B4-BE49-F238E27FC236}">
                  <a16:creationId xmlns:a16="http://schemas.microsoft.com/office/drawing/2014/main" id="{DAF62516-28A2-3186-7223-E67555C8D513}"/>
                </a:ext>
                <a:ext uri="{C183D7F6-B498-43B3-948B-1728B52AA6E4}">
                  <adec:decorative xmlns:adec="http://schemas.microsoft.com/office/drawing/2017/decorative" val="1"/>
                </a:ext>
              </a:extLst>
            </p:cNvPr>
            <p:cNvSpPr/>
            <p:nvPr/>
          </p:nvSpPr>
          <p:spPr>
            <a:xfrm>
              <a:off x="3927119" y="2930159"/>
              <a:ext cx="220123" cy="423574"/>
            </a:xfrm>
            <a:custGeom>
              <a:avLst/>
              <a:gdLst>
                <a:gd name="connsiteX0" fmla="*/ 169545 w 3301840"/>
                <a:gd name="connsiteY0" fmla="*/ 6014522 h 6353609"/>
                <a:gd name="connsiteX1" fmla="*/ 169545 w 3301840"/>
                <a:gd name="connsiteY1" fmla="*/ 6184064 h 6353609"/>
                <a:gd name="connsiteX2" fmla="*/ 843476 w 3301840"/>
                <a:gd name="connsiteY2" fmla="*/ 6184064 h 6353609"/>
                <a:gd name="connsiteX3" fmla="*/ 843476 w 3301840"/>
                <a:gd name="connsiteY3" fmla="*/ 6014522 h 6353609"/>
                <a:gd name="connsiteX4" fmla="*/ 131396 w 3301840"/>
                <a:gd name="connsiteY4" fmla="*/ 5844977 h 6353609"/>
                <a:gd name="connsiteX5" fmla="*/ 881624 w 3301840"/>
                <a:gd name="connsiteY5" fmla="*/ 5844977 h 6353609"/>
                <a:gd name="connsiteX6" fmla="*/ 1013021 w 3301840"/>
                <a:gd name="connsiteY6" fmla="*/ 5976373 h 6353609"/>
                <a:gd name="connsiteX7" fmla="*/ 1013021 w 3301840"/>
                <a:gd name="connsiteY7" fmla="*/ 6222209 h 6353609"/>
                <a:gd name="connsiteX8" fmla="*/ 881624 w 3301840"/>
                <a:gd name="connsiteY8" fmla="*/ 6353609 h 6353609"/>
                <a:gd name="connsiteX9" fmla="*/ 131396 w 3301840"/>
                <a:gd name="connsiteY9" fmla="*/ 6353609 h 6353609"/>
                <a:gd name="connsiteX10" fmla="*/ 0 w 3301840"/>
                <a:gd name="connsiteY10" fmla="*/ 6222209 h 6353609"/>
                <a:gd name="connsiteX11" fmla="*/ 0 w 3301840"/>
                <a:gd name="connsiteY11" fmla="*/ 5976373 h 6353609"/>
                <a:gd name="connsiteX12" fmla="*/ 131396 w 3301840"/>
                <a:gd name="connsiteY12" fmla="*/ 5844977 h 6353609"/>
                <a:gd name="connsiteX13" fmla="*/ 508047 w 3301840"/>
                <a:gd name="connsiteY13" fmla="*/ 1592607 h 6353609"/>
                <a:gd name="connsiteX14" fmla="*/ 676947 w 3301840"/>
                <a:gd name="connsiteY14" fmla="*/ 1761510 h 6353609"/>
                <a:gd name="connsiteX15" fmla="*/ 508047 w 3301840"/>
                <a:gd name="connsiteY15" fmla="*/ 1930413 h 6353609"/>
                <a:gd name="connsiteX16" fmla="*/ 339144 w 3301840"/>
                <a:gd name="connsiteY16" fmla="*/ 1761510 h 6353609"/>
                <a:gd name="connsiteX17" fmla="*/ 508047 w 3301840"/>
                <a:gd name="connsiteY17" fmla="*/ 1592607 h 6353609"/>
                <a:gd name="connsiteX18" fmla="*/ 2793209 w 3301840"/>
                <a:gd name="connsiteY18" fmla="*/ 508628 h 6353609"/>
                <a:gd name="connsiteX19" fmla="*/ 3301840 w 3301840"/>
                <a:gd name="connsiteY19" fmla="*/ 508628 h 6353609"/>
                <a:gd name="connsiteX20" fmla="*/ 3301840 w 3301840"/>
                <a:gd name="connsiteY20" fmla="*/ 1017259 h 6353609"/>
                <a:gd name="connsiteX21" fmla="*/ 2801691 w 3301840"/>
                <a:gd name="connsiteY21" fmla="*/ 1017259 h 6353609"/>
                <a:gd name="connsiteX22" fmla="*/ 2801691 w 3301840"/>
                <a:gd name="connsiteY22" fmla="*/ 1521645 h 6353609"/>
                <a:gd name="connsiteX23" fmla="*/ 2293059 w 3301840"/>
                <a:gd name="connsiteY23" fmla="*/ 1521645 h 6353609"/>
                <a:gd name="connsiteX24" fmla="*/ 2293059 w 3301840"/>
                <a:gd name="connsiteY24" fmla="*/ 1013017 h 6353609"/>
                <a:gd name="connsiteX25" fmla="*/ 2793209 w 3301840"/>
                <a:gd name="connsiteY25" fmla="*/ 1013017 h 6353609"/>
                <a:gd name="connsiteX26" fmla="*/ 1784431 w 3301840"/>
                <a:gd name="connsiteY26" fmla="*/ 0 h 6353609"/>
                <a:gd name="connsiteX27" fmla="*/ 2293063 w 3301840"/>
                <a:gd name="connsiteY27" fmla="*/ 0 h 6353609"/>
                <a:gd name="connsiteX28" fmla="*/ 2293063 w 3301840"/>
                <a:gd name="connsiteY28" fmla="*/ 508631 h 6353609"/>
                <a:gd name="connsiteX29" fmla="*/ 1784431 w 3301840"/>
                <a:gd name="connsiteY29" fmla="*/ 508631 h 6353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01840" h="6353609">
                  <a:moveTo>
                    <a:pt x="169545" y="6014522"/>
                  </a:moveTo>
                  <a:lnTo>
                    <a:pt x="169545" y="6184064"/>
                  </a:lnTo>
                  <a:lnTo>
                    <a:pt x="843476" y="6184064"/>
                  </a:lnTo>
                  <a:lnTo>
                    <a:pt x="843476" y="6014522"/>
                  </a:lnTo>
                  <a:close/>
                  <a:moveTo>
                    <a:pt x="131396" y="5844977"/>
                  </a:moveTo>
                  <a:lnTo>
                    <a:pt x="881624" y="5844977"/>
                  </a:lnTo>
                  <a:cubicBezTo>
                    <a:pt x="953680" y="5844977"/>
                    <a:pt x="1013021" y="5904318"/>
                    <a:pt x="1013021" y="5976373"/>
                  </a:cubicBezTo>
                  <a:lnTo>
                    <a:pt x="1013021" y="6222209"/>
                  </a:lnTo>
                  <a:cubicBezTo>
                    <a:pt x="1013021" y="6294268"/>
                    <a:pt x="953680" y="6353609"/>
                    <a:pt x="881624" y="6353609"/>
                  </a:cubicBezTo>
                  <a:lnTo>
                    <a:pt x="131396" y="6353609"/>
                  </a:lnTo>
                  <a:cubicBezTo>
                    <a:pt x="59340" y="6353609"/>
                    <a:pt x="0" y="6294268"/>
                    <a:pt x="0" y="6222209"/>
                  </a:cubicBezTo>
                  <a:lnTo>
                    <a:pt x="0" y="5976373"/>
                  </a:lnTo>
                  <a:cubicBezTo>
                    <a:pt x="0" y="5904318"/>
                    <a:pt x="59340" y="5844977"/>
                    <a:pt x="131396" y="5844977"/>
                  </a:cubicBezTo>
                  <a:close/>
                  <a:moveTo>
                    <a:pt x="508047" y="1592607"/>
                  </a:moveTo>
                  <a:cubicBezTo>
                    <a:pt x="601327" y="1592607"/>
                    <a:pt x="676947" y="1668227"/>
                    <a:pt x="676947" y="1761510"/>
                  </a:cubicBezTo>
                  <a:cubicBezTo>
                    <a:pt x="676947" y="1854793"/>
                    <a:pt x="601327" y="1930413"/>
                    <a:pt x="508047" y="1930413"/>
                  </a:cubicBezTo>
                  <a:cubicBezTo>
                    <a:pt x="414764" y="1930413"/>
                    <a:pt x="339144" y="1854793"/>
                    <a:pt x="339144" y="1761510"/>
                  </a:cubicBezTo>
                  <a:cubicBezTo>
                    <a:pt x="339144" y="1668227"/>
                    <a:pt x="414764" y="1592607"/>
                    <a:pt x="508047" y="1592607"/>
                  </a:cubicBezTo>
                  <a:close/>
                  <a:moveTo>
                    <a:pt x="2793209" y="508628"/>
                  </a:moveTo>
                  <a:lnTo>
                    <a:pt x="3301840" y="508628"/>
                  </a:lnTo>
                  <a:lnTo>
                    <a:pt x="3301840" y="1017259"/>
                  </a:lnTo>
                  <a:lnTo>
                    <a:pt x="2801691" y="1017259"/>
                  </a:lnTo>
                  <a:lnTo>
                    <a:pt x="2801691" y="1521645"/>
                  </a:lnTo>
                  <a:lnTo>
                    <a:pt x="2293059" y="1521645"/>
                  </a:lnTo>
                  <a:lnTo>
                    <a:pt x="2293059" y="1013017"/>
                  </a:lnTo>
                  <a:lnTo>
                    <a:pt x="2793209" y="1013017"/>
                  </a:lnTo>
                  <a:close/>
                  <a:moveTo>
                    <a:pt x="1784431" y="0"/>
                  </a:moveTo>
                  <a:lnTo>
                    <a:pt x="2293063" y="0"/>
                  </a:lnTo>
                  <a:lnTo>
                    <a:pt x="2293063" y="508631"/>
                  </a:lnTo>
                  <a:lnTo>
                    <a:pt x="1784431" y="508631"/>
                  </a:lnTo>
                  <a:close/>
                </a:path>
              </a:pathLst>
            </a:custGeom>
            <a:solidFill>
              <a:schemeClr val="bg1"/>
            </a:solidFill>
            <a:ln w="12601" cap="flat">
              <a:noFill/>
              <a:prstDash val="solid"/>
              <a:miter/>
            </a:ln>
          </p:spPr>
          <p:txBody>
            <a:bodyPr wrap="square" rtlCol="0" anchor="ctr">
              <a:noAutofit/>
            </a:bodyPr>
            <a:lstStyle/>
            <a:p>
              <a:endParaRPr lang="en-US"/>
            </a:p>
          </p:txBody>
        </p:sp>
        <p:sp>
          <p:nvSpPr>
            <p:cNvPr id="1399" name="Freeform: Shape 1398">
              <a:extLst>
                <a:ext uri="{FF2B5EF4-FFF2-40B4-BE49-F238E27FC236}">
                  <a16:creationId xmlns:a16="http://schemas.microsoft.com/office/drawing/2014/main" id="{B58AAF83-D8B8-BE06-DB42-73C9B248F13F}"/>
                </a:ext>
                <a:ext uri="{C183D7F6-B498-43B3-948B-1728B52AA6E4}">
                  <adec:decorative xmlns:adec="http://schemas.microsoft.com/office/drawing/2017/decorative" val="1"/>
                </a:ext>
              </a:extLst>
            </p:cNvPr>
            <p:cNvSpPr/>
            <p:nvPr/>
          </p:nvSpPr>
          <p:spPr>
            <a:xfrm>
              <a:off x="3802505" y="3003345"/>
              <a:ext cx="305459" cy="384014"/>
            </a:xfrm>
            <a:custGeom>
              <a:avLst/>
              <a:gdLst>
                <a:gd name="connsiteX0" fmla="*/ 508628 w 4581895"/>
                <a:gd name="connsiteY0" fmla="*/ 4586127 h 5760212"/>
                <a:gd name="connsiteX1" fmla="*/ 508628 w 4581895"/>
                <a:gd name="connsiteY1" fmla="*/ 5421122 h 5760212"/>
                <a:gd name="connsiteX2" fmla="*/ 4073260 w 4581895"/>
                <a:gd name="connsiteY2" fmla="*/ 5421122 h 5760212"/>
                <a:gd name="connsiteX3" fmla="*/ 4242805 w 4581895"/>
                <a:gd name="connsiteY3" fmla="*/ 5251584 h 5760212"/>
                <a:gd name="connsiteX4" fmla="*/ 4242805 w 4581895"/>
                <a:gd name="connsiteY4" fmla="*/ 4586127 h 5760212"/>
                <a:gd name="connsiteX5" fmla="*/ 1827762 w 4581895"/>
                <a:gd name="connsiteY5" fmla="*/ 2238959 h 5760212"/>
                <a:gd name="connsiteX6" fmla="*/ 1953638 w 4581895"/>
                <a:gd name="connsiteY6" fmla="*/ 2364835 h 5760212"/>
                <a:gd name="connsiteX7" fmla="*/ 1833757 w 4581895"/>
                <a:gd name="connsiteY7" fmla="*/ 2484716 h 5760212"/>
                <a:gd name="connsiteX8" fmla="*/ 1707882 w 4581895"/>
                <a:gd name="connsiteY8" fmla="*/ 2358840 h 5760212"/>
                <a:gd name="connsiteX9" fmla="*/ 2797525 w 4581895"/>
                <a:gd name="connsiteY9" fmla="*/ 0 h 5760212"/>
                <a:gd name="connsiteX10" fmla="*/ 3399333 w 4581895"/>
                <a:gd name="connsiteY10" fmla="*/ 0 h 5760212"/>
                <a:gd name="connsiteX11" fmla="*/ 3899553 w 4581895"/>
                <a:gd name="connsiteY11" fmla="*/ 0 h 5760212"/>
                <a:gd name="connsiteX12" fmla="*/ 3899553 w 4581895"/>
                <a:gd name="connsiteY12" fmla="*/ 339083 h 5760212"/>
                <a:gd name="connsiteX13" fmla="*/ 3399333 w 4581895"/>
                <a:gd name="connsiteY13" fmla="*/ 339083 h 5760212"/>
                <a:gd name="connsiteX14" fmla="*/ 678173 w 4581895"/>
                <a:gd name="connsiteY14" fmla="*/ 343321 h 5760212"/>
                <a:gd name="connsiteX15" fmla="*/ 508628 w 4581895"/>
                <a:gd name="connsiteY15" fmla="*/ 512867 h 5760212"/>
                <a:gd name="connsiteX16" fmla="*/ 508628 w 4581895"/>
                <a:gd name="connsiteY16" fmla="*/ 3034812 h 5760212"/>
                <a:gd name="connsiteX17" fmla="*/ 911290 w 4581895"/>
                <a:gd name="connsiteY17" fmla="*/ 2632150 h 5760212"/>
                <a:gd name="connsiteX18" fmla="*/ 1038449 w 4581895"/>
                <a:gd name="connsiteY18" fmla="*/ 2759309 h 5760212"/>
                <a:gd name="connsiteX19" fmla="*/ 508628 w 4581895"/>
                <a:gd name="connsiteY19" fmla="*/ 3289130 h 5760212"/>
                <a:gd name="connsiteX20" fmla="*/ 508628 w 4581895"/>
                <a:gd name="connsiteY20" fmla="*/ 3547679 h 5760212"/>
                <a:gd name="connsiteX21" fmla="*/ 1589462 w 4581895"/>
                <a:gd name="connsiteY21" fmla="*/ 2475321 h 5760212"/>
                <a:gd name="connsiteX22" fmla="*/ 1716621 w 4581895"/>
                <a:gd name="connsiteY22" fmla="*/ 2602480 h 5760212"/>
                <a:gd name="connsiteX23" fmla="*/ 508628 w 4581895"/>
                <a:gd name="connsiteY23" fmla="*/ 3801989 h 5760212"/>
                <a:gd name="connsiteX24" fmla="*/ 508628 w 4581895"/>
                <a:gd name="connsiteY24" fmla="*/ 4412344 h 5760212"/>
                <a:gd name="connsiteX25" fmla="*/ 4242805 w 4581895"/>
                <a:gd name="connsiteY25" fmla="*/ 4412344 h 5760212"/>
                <a:gd name="connsiteX26" fmla="*/ 4242805 w 4581895"/>
                <a:gd name="connsiteY26" fmla="*/ 1760495 h 5760212"/>
                <a:gd name="connsiteX27" fmla="*/ 4242805 w 4581895"/>
                <a:gd name="connsiteY27" fmla="*/ 1182562 h 5760212"/>
                <a:gd name="connsiteX28" fmla="*/ 4242805 w 4581895"/>
                <a:gd name="connsiteY28" fmla="*/ 662714 h 5760212"/>
                <a:gd name="connsiteX29" fmla="*/ 4581888 w 4581895"/>
                <a:gd name="connsiteY29" fmla="*/ 662714 h 5760212"/>
                <a:gd name="connsiteX30" fmla="*/ 4581888 w 4581895"/>
                <a:gd name="connsiteY30" fmla="*/ 973182 h 5760212"/>
                <a:gd name="connsiteX31" fmla="*/ 4581888 w 4581895"/>
                <a:gd name="connsiteY31" fmla="*/ 1182562 h 5760212"/>
                <a:gd name="connsiteX32" fmla="*/ 4581895 w 4581895"/>
                <a:gd name="connsiteY32" fmla="*/ 1182562 h 5760212"/>
                <a:gd name="connsiteX33" fmla="*/ 4581895 w 4581895"/>
                <a:gd name="connsiteY33" fmla="*/ 5251584 h 5760212"/>
                <a:gd name="connsiteX34" fmla="*/ 4073260 w 4581895"/>
                <a:gd name="connsiteY34" fmla="*/ 5760212 h 5760212"/>
                <a:gd name="connsiteX35" fmla="*/ 169545 w 4581895"/>
                <a:gd name="connsiteY35" fmla="*/ 5760212 h 5760212"/>
                <a:gd name="connsiteX36" fmla="*/ 169545 w 4581895"/>
                <a:gd name="connsiteY36" fmla="*/ 1530122 h 5760212"/>
                <a:gd name="connsiteX37" fmla="*/ 0 w 4581895"/>
                <a:gd name="connsiteY37" fmla="*/ 1360577 h 5760212"/>
                <a:gd name="connsiteX38" fmla="*/ 0 w 4581895"/>
                <a:gd name="connsiteY38" fmla="*/ 1025733 h 5760212"/>
                <a:gd name="connsiteX39" fmla="*/ 169545 w 4581895"/>
                <a:gd name="connsiteY39" fmla="*/ 856196 h 5760212"/>
                <a:gd name="connsiteX40" fmla="*/ 169545 w 4581895"/>
                <a:gd name="connsiteY40" fmla="*/ 512867 h 5760212"/>
                <a:gd name="connsiteX41" fmla="*/ 678173 w 4581895"/>
                <a:gd name="connsiteY41" fmla="*/ 4239 h 5760212"/>
                <a:gd name="connsiteX42" fmla="*/ 2797525 w 4581895"/>
                <a:gd name="connsiteY42" fmla="*/ 940 h 576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581895" h="5760212">
                  <a:moveTo>
                    <a:pt x="508628" y="4586127"/>
                  </a:moveTo>
                  <a:lnTo>
                    <a:pt x="508628" y="5421122"/>
                  </a:lnTo>
                  <a:lnTo>
                    <a:pt x="4073260" y="5421122"/>
                  </a:lnTo>
                  <a:cubicBezTo>
                    <a:pt x="4166510" y="5421122"/>
                    <a:pt x="4242805" y="5344827"/>
                    <a:pt x="4242805" y="5251584"/>
                  </a:cubicBezTo>
                  <a:lnTo>
                    <a:pt x="4242805" y="4586127"/>
                  </a:lnTo>
                  <a:close/>
                  <a:moveTo>
                    <a:pt x="1827762" y="2238959"/>
                  </a:moveTo>
                  <a:lnTo>
                    <a:pt x="1953638" y="2364835"/>
                  </a:lnTo>
                  <a:lnTo>
                    <a:pt x="1833757" y="2484716"/>
                  </a:lnTo>
                  <a:lnTo>
                    <a:pt x="1707882" y="2358840"/>
                  </a:lnTo>
                  <a:close/>
                  <a:moveTo>
                    <a:pt x="2797525" y="0"/>
                  </a:moveTo>
                  <a:lnTo>
                    <a:pt x="3399333" y="0"/>
                  </a:lnTo>
                  <a:lnTo>
                    <a:pt x="3899553" y="0"/>
                  </a:lnTo>
                  <a:cubicBezTo>
                    <a:pt x="3899553" y="0"/>
                    <a:pt x="3899553" y="267026"/>
                    <a:pt x="3899553" y="339083"/>
                  </a:cubicBezTo>
                  <a:lnTo>
                    <a:pt x="3399333" y="339083"/>
                  </a:lnTo>
                  <a:lnTo>
                    <a:pt x="678173" y="343321"/>
                  </a:lnTo>
                  <a:cubicBezTo>
                    <a:pt x="584923" y="343321"/>
                    <a:pt x="508628" y="419617"/>
                    <a:pt x="508628" y="512867"/>
                  </a:cubicBezTo>
                  <a:lnTo>
                    <a:pt x="508628" y="3034812"/>
                  </a:lnTo>
                  <a:lnTo>
                    <a:pt x="911290" y="2632150"/>
                  </a:lnTo>
                  <a:lnTo>
                    <a:pt x="1038449" y="2759309"/>
                  </a:lnTo>
                  <a:lnTo>
                    <a:pt x="508628" y="3289130"/>
                  </a:lnTo>
                  <a:lnTo>
                    <a:pt x="508628" y="3547679"/>
                  </a:lnTo>
                  <a:lnTo>
                    <a:pt x="1589462" y="2475321"/>
                  </a:lnTo>
                  <a:lnTo>
                    <a:pt x="1716621" y="2602480"/>
                  </a:lnTo>
                  <a:lnTo>
                    <a:pt x="508628" y="3801989"/>
                  </a:lnTo>
                  <a:lnTo>
                    <a:pt x="508628" y="4412344"/>
                  </a:lnTo>
                  <a:lnTo>
                    <a:pt x="4242805" y="4412344"/>
                  </a:lnTo>
                  <a:lnTo>
                    <a:pt x="4242805" y="1760495"/>
                  </a:lnTo>
                  <a:lnTo>
                    <a:pt x="4242805" y="1182562"/>
                  </a:lnTo>
                  <a:lnTo>
                    <a:pt x="4242805" y="662714"/>
                  </a:lnTo>
                  <a:cubicBezTo>
                    <a:pt x="4242805" y="658475"/>
                    <a:pt x="4581888" y="662714"/>
                    <a:pt x="4581888" y="662714"/>
                  </a:cubicBezTo>
                  <a:cubicBezTo>
                    <a:pt x="4581888" y="662714"/>
                    <a:pt x="4581888" y="778212"/>
                    <a:pt x="4581888" y="973182"/>
                  </a:cubicBezTo>
                  <a:lnTo>
                    <a:pt x="4581888" y="1182562"/>
                  </a:lnTo>
                  <a:lnTo>
                    <a:pt x="4581895" y="1182562"/>
                  </a:lnTo>
                  <a:cubicBezTo>
                    <a:pt x="4581895" y="2606718"/>
                    <a:pt x="4581895" y="5251584"/>
                    <a:pt x="4581895" y="5251584"/>
                  </a:cubicBezTo>
                  <a:cubicBezTo>
                    <a:pt x="4581895" y="5531326"/>
                    <a:pt x="4353009" y="5760212"/>
                    <a:pt x="4073260" y="5760212"/>
                  </a:cubicBezTo>
                  <a:lnTo>
                    <a:pt x="169545" y="5760212"/>
                  </a:lnTo>
                  <a:lnTo>
                    <a:pt x="169545" y="1530122"/>
                  </a:lnTo>
                  <a:cubicBezTo>
                    <a:pt x="76295" y="1530122"/>
                    <a:pt x="0" y="1453827"/>
                    <a:pt x="0" y="1360577"/>
                  </a:cubicBezTo>
                  <a:lnTo>
                    <a:pt x="0" y="1025733"/>
                  </a:lnTo>
                  <a:cubicBezTo>
                    <a:pt x="0" y="932483"/>
                    <a:pt x="76295" y="856196"/>
                    <a:pt x="169545" y="856196"/>
                  </a:cubicBezTo>
                  <a:lnTo>
                    <a:pt x="169545" y="512867"/>
                  </a:lnTo>
                  <a:cubicBezTo>
                    <a:pt x="169545" y="233117"/>
                    <a:pt x="398423" y="4239"/>
                    <a:pt x="678173" y="4239"/>
                  </a:cubicBezTo>
                  <a:lnTo>
                    <a:pt x="2797525" y="940"/>
                  </a:lnTo>
                  <a:close/>
                </a:path>
              </a:pathLst>
            </a:custGeom>
            <a:grpFill/>
            <a:ln w="12601" cap="flat">
              <a:noFill/>
              <a:prstDash val="solid"/>
              <a:miter/>
            </a:ln>
          </p:spPr>
          <p:txBody>
            <a:bodyPr wrap="square" rtlCol="0" anchor="ctr">
              <a:noAutofit/>
            </a:bodyPr>
            <a:lstStyle/>
            <a:p>
              <a:endParaRPr lang="en-US" dirty="0"/>
            </a:p>
          </p:txBody>
        </p:sp>
      </p:grpSp>
      <p:grpSp>
        <p:nvGrpSpPr>
          <p:cNvPr id="84" name="Group 83">
            <a:extLst>
              <a:ext uri="{FF2B5EF4-FFF2-40B4-BE49-F238E27FC236}">
                <a16:creationId xmlns:a16="http://schemas.microsoft.com/office/drawing/2014/main" id="{03E20F87-C696-D655-C32C-03DD192EAFD0}"/>
              </a:ext>
              <a:ext uri="{C183D7F6-B498-43B3-948B-1728B52AA6E4}">
                <adec:decorative xmlns:adec="http://schemas.microsoft.com/office/drawing/2017/decorative" val="1"/>
              </a:ext>
            </a:extLst>
          </p:cNvPr>
          <p:cNvGrpSpPr>
            <a:grpSpLocks noChangeAspect="1"/>
          </p:cNvGrpSpPr>
          <p:nvPr/>
        </p:nvGrpSpPr>
        <p:grpSpPr>
          <a:xfrm>
            <a:off x="4336563" y="2930159"/>
            <a:ext cx="384724" cy="457200"/>
            <a:chOff x="4336563" y="2930159"/>
            <a:chExt cx="384724" cy="457200"/>
          </a:xfrm>
          <a:solidFill>
            <a:schemeClr val="accent2"/>
          </a:solidFill>
        </p:grpSpPr>
        <p:sp>
          <p:nvSpPr>
            <p:cNvPr id="1414" name="Freeform: Shape 1413">
              <a:extLst>
                <a:ext uri="{FF2B5EF4-FFF2-40B4-BE49-F238E27FC236}">
                  <a16:creationId xmlns:a16="http://schemas.microsoft.com/office/drawing/2014/main" id="{24F5DEFD-E19B-DEAB-AB58-64318057BEFA}"/>
                </a:ext>
                <a:ext uri="{C183D7F6-B498-43B3-948B-1728B52AA6E4}">
                  <adec:decorative xmlns:adec="http://schemas.microsoft.com/office/drawing/2017/decorative" val="1"/>
                </a:ext>
              </a:extLst>
            </p:cNvPr>
            <p:cNvSpPr/>
            <p:nvPr/>
          </p:nvSpPr>
          <p:spPr>
            <a:xfrm>
              <a:off x="4450864" y="2930159"/>
              <a:ext cx="270423" cy="426941"/>
            </a:xfrm>
            <a:custGeom>
              <a:avLst/>
              <a:gdLst>
                <a:gd name="connsiteX0" fmla="*/ 155861 w 4056347"/>
                <a:gd name="connsiteY0" fmla="*/ 6092388 h 6404117"/>
                <a:gd name="connsiteX1" fmla="*/ 155861 w 4056347"/>
                <a:gd name="connsiteY1" fmla="*/ 6248254 h 6404117"/>
                <a:gd name="connsiteX2" fmla="*/ 775419 w 4056347"/>
                <a:gd name="connsiteY2" fmla="*/ 6248254 h 6404117"/>
                <a:gd name="connsiteX3" fmla="*/ 775419 w 4056347"/>
                <a:gd name="connsiteY3" fmla="*/ 6092388 h 6404117"/>
                <a:gd name="connsiteX4" fmla="*/ 120794 w 4056347"/>
                <a:gd name="connsiteY4" fmla="*/ 5936524 h 6404117"/>
                <a:gd name="connsiteX5" fmla="*/ 810489 w 4056347"/>
                <a:gd name="connsiteY5" fmla="*/ 5936524 h 6404117"/>
                <a:gd name="connsiteX6" fmla="*/ 931283 w 4056347"/>
                <a:gd name="connsiteY6" fmla="*/ 6057320 h 6404117"/>
                <a:gd name="connsiteX7" fmla="*/ 931283 w 4056347"/>
                <a:gd name="connsiteY7" fmla="*/ 6283325 h 6404117"/>
                <a:gd name="connsiteX8" fmla="*/ 810489 w 4056347"/>
                <a:gd name="connsiteY8" fmla="*/ 6404117 h 6404117"/>
                <a:gd name="connsiteX9" fmla="*/ 120794 w 4056347"/>
                <a:gd name="connsiteY9" fmla="*/ 6404117 h 6404117"/>
                <a:gd name="connsiteX10" fmla="*/ 0 w 4056347"/>
                <a:gd name="connsiteY10" fmla="*/ 6283325 h 6404117"/>
                <a:gd name="connsiteX11" fmla="*/ 0 w 4056347"/>
                <a:gd name="connsiteY11" fmla="*/ 6057320 h 6404117"/>
                <a:gd name="connsiteX12" fmla="*/ 120794 w 4056347"/>
                <a:gd name="connsiteY12" fmla="*/ 5936524 h 6404117"/>
                <a:gd name="connsiteX13" fmla="*/ 467590 w 4056347"/>
                <a:gd name="connsiteY13" fmla="*/ 2022333 h 6404117"/>
                <a:gd name="connsiteX14" fmla="*/ 639038 w 4056347"/>
                <a:gd name="connsiteY14" fmla="*/ 2193784 h 6404117"/>
                <a:gd name="connsiteX15" fmla="*/ 467590 w 4056347"/>
                <a:gd name="connsiteY15" fmla="*/ 2365232 h 6404117"/>
                <a:gd name="connsiteX16" fmla="*/ 296139 w 4056347"/>
                <a:gd name="connsiteY16" fmla="*/ 2193784 h 6404117"/>
                <a:gd name="connsiteX17" fmla="*/ 467590 w 4056347"/>
                <a:gd name="connsiteY17" fmla="*/ 2022333 h 6404117"/>
                <a:gd name="connsiteX18" fmla="*/ 2108050 w 4056347"/>
                <a:gd name="connsiteY18" fmla="*/ 1484600 h 6404117"/>
                <a:gd name="connsiteX19" fmla="*/ 2575645 w 4056347"/>
                <a:gd name="connsiteY19" fmla="*/ 1484600 h 6404117"/>
                <a:gd name="connsiteX20" fmla="*/ 2575645 w 4056347"/>
                <a:gd name="connsiteY20" fmla="*/ 1952193 h 6404117"/>
                <a:gd name="connsiteX21" fmla="*/ 2108050 w 4056347"/>
                <a:gd name="connsiteY21" fmla="*/ 1952193 h 6404117"/>
                <a:gd name="connsiteX22" fmla="*/ 2330160 w 4056347"/>
                <a:gd name="connsiteY22" fmla="*/ 923489 h 6404117"/>
                <a:gd name="connsiteX23" fmla="*/ 3132856 w 4056347"/>
                <a:gd name="connsiteY23" fmla="*/ 1722290 h 6404117"/>
                <a:gd name="connsiteX24" fmla="*/ 2813337 w 4056347"/>
                <a:gd name="connsiteY24" fmla="*/ 1722290 h 6404117"/>
                <a:gd name="connsiteX25" fmla="*/ 2330160 w 4056347"/>
                <a:gd name="connsiteY25" fmla="*/ 1243009 h 6404117"/>
                <a:gd name="connsiteX26" fmla="*/ 2334056 w 4056347"/>
                <a:gd name="connsiteY26" fmla="*/ 459796 h 6404117"/>
                <a:gd name="connsiteX27" fmla="*/ 2637990 w 4056347"/>
                <a:gd name="connsiteY27" fmla="*/ 518245 h 6404117"/>
                <a:gd name="connsiteX28" fmla="*/ 3600444 w 4056347"/>
                <a:gd name="connsiteY28" fmla="*/ 1718393 h 6404117"/>
                <a:gd name="connsiteX29" fmla="*/ 3288718 w 4056347"/>
                <a:gd name="connsiteY29" fmla="*/ 1718393 h 6404117"/>
                <a:gd name="connsiteX30" fmla="*/ 2548367 w 4056347"/>
                <a:gd name="connsiteY30" fmla="*/ 814387 h 6404117"/>
                <a:gd name="connsiteX31" fmla="*/ 2334056 w 4056347"/>
                <a:gd name="connsiteY31" fmla="*/ 771523 h 6404117"/>
                <a:gd name="connsiteX32" fmla="*/ 2334057 w 4056347"/>
                <a:gd name="connsiteY32" fmla="*/ 0 h 6404117"/>
                <a:gd name="connsiteX33" fmla="*/ 2337953 w 4056347"/>
                <a:gd name="connsiteY33" fmla="*/ 0 h 6404117"/>
                <a:gd name="connsiteX34" fmla="*/ 4056347 w 4056347"/>
                <a:gd name="connsiteY34" fmla="*/ 1706705 h 6404117"/>
                <a:gd name="connsiteX35" fmla="*/ 4056347 w 4056347"/>
                <a:gd name="connsiteY35" fmla="*/ 1718394 h 6404117"/>
                <a:gd name="connsiteX36" fmla="*/ 3748514 w 4056347"/>
                <a:gd name="connsiteY36" fmla="*/ 1718394 h 6404117"/>
                <a:gd name="connsiteX37" fmla="*/ 2330160 w 4056347"/>
                <a:gd name="connsiteY37" fmla="*/ 307831 h 6404117"/>
                <a:gd name="connsiteX38" fmla="*/ 2334057 w 4056347"/>
                <a:gd name="connsiteY38" fmla="*/ 307831 h 640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56347" h="6404117">
                  <a:moveTo>
                    <a:pt x="155861" y="6092388"/>
                  </a:moveTo>
                  <a:lnTo>
                    <a:pt x="155861" y="6248254"/>
                  </a:lnTo>
                  <a:lnTo>
                    <a:pt x="775419" y="6248254"/>
                  </a:lnTo>
                  <a:lnTo>
                    <a:pt x="775419" y="6092388"/>
                  </a:lnTo>
                  <a:close/>
                  <a:moveTo>
                    <a:pt x="120794" y="5936524"/>
                  </a:moveTo>
                  <a:lnTo>
                    <a:pt x="810489" y="5936524"/>
                  </a:lnTo>
                  <a:cubicBezTo>
                    <a:pt x="876731" y="5936524"/>
                    <a:pt x="931283" y="5991077"/>
                    <a:pt x="931283" y="6057320"/>
                  </a:cubicBezTo>
                  <a:lnTo>
                    <a:pt x="931283" y="6283325"/>
                  </a:lnTo>
                  <a:cubicBezTo>
                    <a:pt x="931283" y="6353464"/>
                    <a:pt x="876731" y="6404117"/>
                    <a:pt x="810489" y="6404117"/>
                  </a:cubicBezTo>
                  <a:lnTo>
                    <a:pt x="120794" y="6404117"/>
                  </a:lnTo>
                  <a:cubicBezTo>
                    <a:pt x="54552" y="6404117"/>
                    <a:pt x="0" y="6349567"/>
                    <a:pt x="0" y="6283325"/>
                  </a:cubicBezTo>
                  <a:lnTo>
                    <a:pt x="0" y="6057320"/>
                  </a:lnTo>
                  <a:cubicBezTo>
                    <a:pt x="0" y="5991077"/>
                    <a:pt x="54552" y="5936524"/>
                    <a:pt x="120794" y="5936524"/>
                  </a:cubicBezTo>
                  <a:close/>
                  <a:moveTo>
                    <a:pt x="467590" y="2022333"/>
                  </a:moveTo>
                  <a:cubicBezTo>
                    <a:pt x="562280" y="2022333"/>
                    <a:pt x="639038" y="2099094"/>
                    <a:pt x="639038" y="2193784"/>
                  </a:cubicBezTo>
                  <a:cubicBezTo>
                    <a:pt x="639038" y="2288474"/>
                    <a:pt x="562280" y="2365232"/>
                    <a:pt x="467590" y="2365232"/>
                  </a:cubicBezTo>
                  <a:cubicBezTo>
                    <a:pt x="372900" y="2365232"/>
                    <a:pt x="296139" y="2288474"/>
                    <a:pt x="296139" y="2193784"/>
                  </a:cubicBezTo>
                  <a:cubicBezTo>
                    <a:pt x="296139" y="2099094"/>
                    <a:pt x="372900" y="2022333"/>
                    <a:pt x="467590" y="2022333"/>
                  </a:cubicBezTo>
                  <a:close/>
                  <a:moveTo>
                    <a:pt x="2108050" y="1484600"/>
                  </a:moveTo>
                  <a:lnTo>
                    <a:pt x="2575645" y="1484600"/>
                  </a:lnTo>
                  <a:lnTo>
                    <a:pt x="2575645" y="1952193"/>
                  </a:lnTo>
                  <a:lnTo>
                    <a:pt x="2108050" y="1952193"/>
                  </a:lnTo>
                  <a:close/>
                  <a:moveTo>
                    <a:pt x="2330160" y="923489"/>
                  </a:moveTo>
                  <a:cubicBezTo>
                    <a:pt x="2750992" y="970249"/>
                    <a:pt x="3082200" y="1301458"/>
                    <a:pt x="3132856" y="1722290"/>
                  </a:cubicBezTo>
                  <a:lnTo>
                    <a:pt x="2813337" y="1722290"/>
                  </a:lnTo>
                  <a:cubicBezTo>
                    <a:pt x="2766577" y="1476805"/>
                    <a:pt x="2575645" y="1285872"/>
                    <a:pt x="2330160" y="1243009"/>
                  </a:cubicBezTo>
                  <a:close/>
                  <a:moveTo>
                    <a:pt x="2334056" y="459796"/>
                  </a:moveTo>
                  <a:cubicBezTo>
                    <a:pt x="2435369" y="467589"/>
                    <a:pt x="2540574" y="487071"/>
                    <a:pt x="2637990" y="518245"/>
                  </a:cubicBezTo>
                  <a:cubicBezTo>
                    <a:pt x="3179616" y="685799"/>
                    <a:pt x="3553684" y="1161181"/>
                    <a:pt x="3600444" y="1718393"/>
                  </a:cubicBezTo>
                  <a:lnTo>
                    <a:pt x="3288718" y="1718393"/>
                  </a:lnTo>
                  <a:cubicBezTo>
                    <a:pt x="3245857" y="1297561"/>
                    <a:pt x="2957509" y="942974"/>
                    <a:pt x="2548367" y="814387"/>
                  </a:cubicBezTo>
                  <a:cubicBezTo>
                    <a:pt x="2478229" y="791005"/>
                    <a:pt x="2408091" y="779316"/>
                    <a:pt x="2334056" y="771523"/>
                  </a:cubicBezTo>
                  <a:close/>
                  <a:moveTo>
                    <a:pt x="2334057" y="0"/>
                  </a:moveTo>
                  <a:cubicBezTo>
                    <a:pt x="2334057" y="0"/>
                    <a:pt x="2337953" y="0"/>
                    <a:pt x="2337953" y="0"/>
                  </a:cubicBezTo>
                  <a:cubicBezTo>
                    <a:pt x="3257547" y="54553"/>
                    <a:pt x="3997898" y="787112"/>
                    <a:pt x="4056347" y="1706705"/>
                  </a:cubicBezTo>
                  <a:cubicBezTo>
                    <a:pt x="4056347" y="1710601"/>
                    <a:pt x="4056347" y="1714498"/>
                    <a:pt x="4056347" y="1718394"/>
                  </a:cubicBezTo>
                  <a:lnTo>
                    <a:pt x="3748514" y="1718394"/>
                  </a:lnTo>
                  <a:cubicBezTo>
                    <a:pt x="3693964" y="962456"/>
                    <a:pt x="3086097" y="358487"/>
                    <a:pt x="2330160" y="307831"/>
                  </a:cubicBezTo>
                  <a:lnTo>
                    <a:pt x="2334057" y="307831"/>
                  </a:lnTo>
                  <a:close/>
                </a:path>
              </a:pathLst>
            </a:custGeom>
            <a:solidFill>
              <a:schemeClr val="bg1"/>
            </a:solidFill>
            <a:ln w="12601" cap="flat">
              <a:noFill/>
              <a:prstDash val="solid"/>
              <a:miter/>
            </a:ln>
          </p:spPr>
          <p:txBody>
            <a:bodyPr wrap="square" rtlCol="0" anchor="ctr">
              <a:noAutofit/>
            </a:bodyPr>
            <a:lstStyle/>
            <a:p>
              <a:endParaRPr lang="en-US"/>
            </a:p>
          </p:txBody>
        </p:sp>
        <p:sp>
          <p:nvSpPr>
            <p:cNvPr id="1415" name="Freeform: Shape 1414">
              <a:extLst>
                <a:ext uri="{FF2B5EF4-FFF2-40B4-BE49-F238E27FC236}">
                  <a16:creationId xmlns:a16="http://schemas.microsoft.com/office/drawing/2014/main" id="{2A572594-382E-9E32-6199-733A485A8306}"/>
                </a:ext>
                <a:ext uri="{C183D7F6-B498-43B3-948B-1728B52AA6E4}">
                  <adec:decorative xmlns:adec="http://schemas.microsoft.com/office/drawing/2017/decorative" val="1"/>
                </a:ext>
              </a:extLst>
            </p:cNvPr>
            <p:cNvSpPr/>
            <p:nvPr/>
          </p:nvSpPr>
          <p:spPr>
            <a:xfrm>
              <a:off x="4336563" y="3034328"/>
              <a:ext cx="280814" cy="353031"/>
            </a:xfrm>
            <a:custGeom>
              <a:avLst/>
              <a:gdLst>
                <a:gd name="connsiteX0" fmla="*/ 467592 w 4212218"/>
                <a:gd name="connsiteY0" fmla="*/ 4216112 h 5295466"/>
                <a:gd name="connsiteX1" fmla="*/ 467592 w 4212218"/>
                <a:gd name="connsiteY1" fmla="*/ 4983740 h 5295466"/>
                <a:gd name="connsiteX2" fmla="*/ 3744626 w 4212218"/>
                <a:gd name="connsiteY2" fmla="*/ 4983740 h 5295466"/>
                <a:gd name="connsiteX3" fmla="*/ 3900485 w 4212218"/>
                <a:gd name="connsiteY3" fmla="*/ 4827881 h 5295466"/>
                <a:gd name="connsiteX4" fmla="*/ 3900485 w 4212218"/>
                <a:gd name="connsiteY4" fmla="*/ 4216112 h 5295466"/>
                <a:gd name="connsiteX5" fmla="*/ 1678630 w 4212218"/>
                <a:gd name="connsiteY5" fmla="*/ 2056968 h 5295466"/>
                <a:gd name="connsiteX6" fmla="*/ 1794350 w 4212218"/>
                <a:gd name="connsiteY6" fmla="*/ 2172688 h 5295466"/>
                <a:gd name="connsiteX7" fmla="*/ 1684139 w 4212218"/>
                <a:gd name="connsiteY7" fmla="*/ 2282899 h 5295466"/>
                <a:gd name="connsiteX8" fmla="*/ 1568419 w 4212218"/>
                <a:gd name="connsiteY8" fmla="*/ 2167179 h 5295466"/>
                <a:gd name="connsiteX9" fmla="*/ 2363175 w 4212218"/>
                <a:gd name="connsiteY9" fmla="*/ 0 h 5295466"/>
                <a:gd name="connsiteX10" fmla="*/ 3117271 w 4212218"/>
                <a:gd name="connsiteY10" fmla="*/ 0 h 5295466"/>
                <a:gd name="connsiteX11" fmla="*/ 3536056 w 4212218"/>
                <a:gd name="connsiteY11" fmla="*/ 0 h 5295466"/>
                <a:gd name="connsiteX12" fmla="*/ 3536056 w 4212218"/>
                <a:gd name="connsiteY12" fmla="*/ 311733 h 5295466"/>
                <a:gd name="connsiteX13" fmla="*/ 3116109 w 4212218"/>
                <a:gd name="connsiteY13" fmla="*/ 311733 h 5295466"/>
                <a:gd name="connsiteX14" fmla="*/ 623451 w 4212218"/>
                <a:gd name="connsiteY14" fmla="*/ 315623 h 5295466"/>
                <a:gd name="connsiteX15" fmla="*/ 467592 w 4212218"/>
                <a:gd name="connsiteY15" fmla="*/ 471489 h 5295466"/>
                <a:gd name="connsiteX16" fmla="*/ 467592 w 4212218"/>
                <a:gd name="connsiteY16" fmla="*/ 2793858 h 5295466"/>
                <a:gd name="connsiteX17" fmla="*/ 837768 w 4212218"/>
                <a:gd name="connsiteY17" fmla="*/ 2423682 h 5295466"/>
                <a:gd name="connsiteX18" fmla="*/ 954660 w 4212218"/>
                <a:gd name="connsiteY18" fmla="*/ 2540575 h 5295466"/>
                <a:gd name="connsiteX19" fmla="*/ 467592 w 4212218"/>
                <a:gd name="connsiteY19" fmla="*/ 3027651 h 5295466"/>
                <a:gd name="connsiteX20" fmla="*/ 467592 w 4212218"/>
                <a:gd name="connsiteY20" fmla="*/ 3265347 h 5295466"/>
                <a:gd name="connsiteX21" fmla="*/ 1461219 w 4212218"/>
                <a:gd name="connsiteY21" fmla="*/ 2279506 h 5295466"/>
                <a:gd name="connsiteX22" fmla="*/ 1578119 w 4212218"/>
                <a:gd name="connsiteY22" fmla="*/ 2396405 h 5295466"/>
                <a:gd name="connsiteX23" fmla="*/ 467592 w 4212218"/>
                <a:gd name="connsiteY23" fmla="*/ 3499140 h 5295466"/>
                <a:gd name="connsiteX24" fmla="*/ 467592 w 4212218"/>
                <a:gd name="connsiteY24" fmla="*/ 4060252 h 5295466"/>
                <a:gd name="connsiteX25" fmla="*/ 3900485 w 4212218"/>
                <a:gd name="connsiteY25" fmla="*/ 4060252 h 5295466"/>
                <a:gd name="connsiteX26" fmla="*/ 3900485 w 4212218"/>
                <a:gd name="connsiteY26" fmla="*/ 1239118 h 5295466"/>
                <a:gd name="connsiteX27" fmla="*/ 3900485 w 4212218"/>
                <a:gd name="connsiteY27" fmla="*/ 673875 h 5295466"/>
                <a:gd name="connsiteX28" fmla="*/ 4212218 w 4212218"/>
                <a:gd name="connsiteY28" fmla="*/ 673875 h 5295466"/>
                <a:gd name="connsiteX29" fmla="*/ 4212218 w 4212218"/>
                <a:gd name="connsiteY29" fmla="*/ 1990926 h 5295466"/>
                <a:gd name="connsiteX30" fmla="*/ 4212211 w 4212218"/>
                <a:gd name="connsiteY30" fmla="*/ 1990926 h 5295466"/>
                <a:gd name="connsiteX31" fmla="*/ 4212211 w 4212218"/>
                <a:gd name="connsiteY31" fmla="*/ 2352203 h 5295466"/>
                <a:gd name="connsiteX32" fmla="*/ 4212211 w 4212218"/>
                <a:gd name="connsiteY32" fmla="*/ 4827881 h 5295466"/>
                <a:gd name="connsiteX33" fmla="*/ 3744626 w 4212218"/>
                <a:gd name="connsiteY33" fmla="*/ 5295466 h 5295466"/>
                <a:gd name="connsiteX34" fmla="*/ 155859 w 4212218"/>
                <a:gd name="connsiteY34" fmla="*/ 5295466 h 5295466"/>
                <a:gd name="connsiteX35" fmla="*/ 155859 w 4212218"/>
                <a:gd name="connsiteY35" fmla="*/ 1406667 h 5295466"/>
                <a:gd name="connsiteX36" fmla="*/ 0 w 4212218"/>
                <a:gd name="connsiteY36" fmla="*/ 1250808 h 5295466"/>
                <a:gd name="connsiteX37" fmla="*/ 0 w 4212218"/>
                <a:gd name="connsiteY37" fmla="*/ 942978 h 5295466"/>
                <a:gd name="connsiteX38" fmla="*/ 155859 w 4212218"/>
                <a:gd name="connsiteY38" fmla="*/ 787112 h 5295466"/>
                <a:gd name="connsiteX39" fmla="*/ 155859 w 4212218"/>
                <a:gd name="connsiteY39" fmla="*/ 471489 h 5295466"/>
                <a:gd name="connsiteX40" fmla="*/ 623451 w 4212218"/>
                <a:gd name="connsiteY40" fmla="*/ 3897 h 5295466"/>
                <a:gd name="connsiteX41" fmla="*/ 2363175 w 4212218"/>
                <a:gd name="connsiteY41" fmla="*/ 1176 h 529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212218" h="5295466">
                  <a:moveTo>
                    <a:pt x="467592" y="4216112"/>
                  </a:moveTo>
                  <a:lnTo>
                    <a:pt x="467592" y="4983740"/>
                  </a:lnTo>
                  <a:lnTo>
                    <a:pt x="3744626" y="4983740"/>
                  </a:lnTo>
                  <a:cubicBezTo>
                    <a:pt x="3830346" y="4983740"/>
                    <a:pt x="3900485" y="4913600"/>
                    <a:pt x="3900485" y="4827881"/>
                  </a:cubicBezTo>
                  <a:lnTo>
                    <a:pt x="3900485" y="4216112"/>
                  </a:lnTo>
                  <a:close/>
                  <a:moveTo>
                    <a:pt x="1678630" y="2056968"/>
                  </a:moveTo>
                  <a:lnTo>
                    <a:pt x="1794350" y="2172688"/>
                  </a:lnTo>
                  <a:lnTo>
                    <a:pt x="1684139" y="2282899"/>
                  </a:lnTo>
                  <a:lnTo>
                    <a:pt x="1568419" y="2167179"/>
                  </a:lnTo>
                  <a:close/>
                  <a:moveTo>
                    <a:pt x="2363175" y="0"/>
                  </a:moveTo>
                  <a:lnTo>
                    <a:pt x="3117271" y="0"/>
                  </a:lnTo>
                  <a:lnTo>
                    <a:pt x="3536056" y="0"/>
                  </a:lnTo>
                  <a:cubicBezTo>
                    <a:pt x="3536056" y="0"/>
                    <a:pt x="3536056" y="245490"/>
                    <a:pt x="3536056" y="311733"/>
                  </a:cubicBezTo>
                  <a:lnTo>
                    <a:pt x="3116109" y="311733"/>
                  </a:lnTo>
                  <a:lnTo>
                    <a:pt x="623451" y="315623"/>
                  </a:lnTo>
                  <a:cubicBezTo>
                    <a:pt x="537732" y="315623"/>
                    <a:pt x="467592" y="385763"/>
                    <a:pt x="467592" y="471489"/>
                  </a:cubicBezTo>
                  <a:lnTo>
                    <a:pt x="467592" y="2793858"/>
                  </a:lnTo>
                  <a:lnTo>
                    <a:pt x="837768" y="2423682"/>
                  </a:lnTo>
                  <a:lnTo>
                    <a:pt x="954660" y="2540575"/>
                  </a:lnTo>
                  <a:lnTo>
                    <a:pt x="467592" y="3027651"/>
                  </a:lnTo>
                  <a:lnTo>
                    <a:pt x="467592" y="3265347"/>
                  </a:lnTo>
                  <a:lnTo>
                    <a:pt x="1461219" y="2279506"/>
                  </a:lnTo>
                  <a:lnTo>
                    <a:pt x="1578119" y="2396405"/>
                  </a:lnTo>
                  <a:lnTo>
                    <a:pt x="467592" y="3499140"/>
                  </a:lnTo>
                  <a:lnTo>
                    <a:pt x="467592" y="4060252"/>
                  </a:lnTo>
                  <a:lnTo>
                    <a:pt x="3900485" y="4060252"/>
                  </a:lnTo>
                  <a:lnTo>
                    <a:pt x="3900485" y="1239118"/>
                  </a:lnTo>
                  <a:lnTo>
                    <a:pt x="3900485" y="673875"/>
                  </a:lnTo>
                  <a:cubicBezTo>
                    <a:pt x="3900485" y="673875"/>
                    <a:pt x="4212218" y="673875"/>
                    <a:pt x="4212218" y="673875"/>
                  </a:cubicBezTo>
                  <a:cubicBezTo>
                    <a:pt x="4212218" y="673875"/>
                    <a:pt x="4212218" y="1250567"/>
                    <a:pt x="4212218" y="1990926"/>
                  </a:cubicBezTo>
                  <a:lnTo>
                    <a:pt x="4212211" y="1990926"/>
                  </a:lnTo>
                  <a:lnTo>
                    <a:pt x="4212211" y="2352203"/>
                  </a:lnTo>
                  <a:cubicBezTo>
                    <a:pt x="4212211" y="3545659"/>
                    <a:pt x="4212211" y="4827881"/>
                    <a:pt x="4212211" y="4827881"/>
                  </a:cubicBezTo>
                  <a:cubicBezTo>
                    <a:pt x="4212211" y="5085054"/>
                    <a:pt x="4001799" y="5295466"/>
                    <a:pt x="3744626" y="5295466"/>
                  </a:cubicBezTo>
                  <a:lnTo>
                    <a:pt x="155859" y="5295466"/>
                  </a:lnTo>
                  <a:lnTo>
                    <a:pt x="155859" y="1406667"/>
                  </a:lnTo>
                  <a:cubicBezTo>
                    <a:pt x="70140" y="1406667"/>
                    <a:pt x="0" y="1336534"/>
                    <a:pt x="0" y="1250808"/>
                  </a:cubicBezTo>
                  <a:lnTo>
                    <a:pt x="0" y="942978"/>
                  </a:lnTo>
                  <a:cubicBezTo>
                    <a:pt x="0" y="857252"/>
                    <a:pt x="70140" y="787112"/>
                    <a:pt x="155859" y="787112"/>
                  </a:cubicBezTo>
                  <a:lnTo>
                    <a:pt x="155859" y="471489"/>
                  </a:lnTo>
                  <a:cubicBezTo>
                    <a:pt x="155859" y="214310"/>
                    <a:pt x="366279" y="3897"/>
                    <a:pt x="623451" y="3897"/>
                  </a:cubicBezTo>
                  <a:lnTo>
                    <a:pt x="2363175" y="1176"/>
                  </a:lnTo>
                  <a:close/>
                </a:path>
              </a:pathLst>
            </a:custGeom>
            <a:grpFill/>
            <a:ln w="12601" cap="flat">
              <a:noFill/>
              <a:prstDash val="solid"/>
              <a:miter/>
            </a:ln>
          </p:spPr>
          <p:txBody>
            <a:bodyPr wrap="square" rtlCol="0" anchor="ctr">
              <a:noAutofit/>
            </a:bodyPr>
            <a:lstStyle/>
            <a:p>
              <a:endParaRPr lang="en-US" dirty="0"/>
            </a:p>
          </p:txBody>
        </p:sp>
      </p:grpSp>
      <p:grpSp>
        <p:nvGrpSpPr>
          <p:cNvPr id="83" name="Group 82">
            <a:extLst>
              <a:ext uri="{FF2B5EF4-FFF2-40B4-BE49-F238E27FC236}">
                <a16:creationId xmlns:a16="http://schemas.microsoft.com/office/drawing/2014/main" id="{386AE71E-C221-EF1F-7288-8BC08886D8DD}"/>
              </a:ext>
              <a:ext uri="{C183D7F6-B498-43B3-948B-1728B52AA6E4}">
                <adec:decorative xmlns:adec="http://schemas.microsoft.com/office/drawing/2017/decorative" val="1"/>
              </a:ext>
            </a:extLst>
          </p:cNvPr>
          <p:cNvGrpSpPr>
            <a:grpSpLocks noChangeAspect="1"/>
          </p:cNvGrpSpPr>
          <p:nvPr/>
        </p:nvGrpSpPr>
        <p:grpSpPr>
          <a:xfrm>
            <a:off x="4910608" y="2930159"/>
            <a:ext cx="382905" cy="457200"/>
            <a:chOff x="4910608" y="2930159"/>
            <a:chExt cx="382905" cy="457200"/>
          </a:xfrm>
          <a:solidFill>
            <a:schemeClr val="accent2"/>
          </a:solidFill>
        </p:grpSpPr>
        <p:sp>
          <p:nvSpPr>
            <p:cNvPr id="1427" name="Freeform: Shape 1426">
              <a:extLst>
                <a:ext uri="{FF2B5EF4-FFF2-40B4-BE49-F238E27FC236}">
                  <a16:creationId xmlns:a16="http://schemas.microsoft.com/office/drawing/2014/main" id="{1A4E9F8C-41B1-F72D-CEA4-4804752B8F8B}"/>
                </a:ext>
                <a:ext uri="{C183D7F6-B498-43B3-948B-1728B52AA6E4}">
                  <adec:decorative xmlns:adec="http://schemas.microsoft.com/office/drawing/2017/decorative" val="1"/>
                </a:ext>
              </a:extLst>
            </p:cNvPr>
            <p:cNvSpPr/>
            <p:nvPr/>
          </p:nvSpPr>
          <p:spPr>
            <a:xfrm>
              <a:off x="4910608" y="2930159"/>
              <a:ext cx="362062" cy="457200"/>
            </a:xfrm>
            <a:custGeom>
              <a:avLst/>
              <a:gdLst>
                <a:gd name="connsiteX0" fmla="*/ 5022485 w 5430936"/>
                <a:gd name="connsiteY0" fmla="*/ 3025591 h 6858000"/>
                <a:gd name="connsiteX1" fmla="*/ 5425894 w 5430936"/>
                <a:gd name="connsiteY1" fmla="*/ 3025591 h 6858000"/>
                <a:gd name="connsiteX2" fmla="*/ 5425894 w 5430936"/>
                <a:gd name="connsiteY2" fmla="*/ 6252882 h 6858000"/>
                <a:gd name="connsiteX3" fmla="*/ 4820776 w 5430936"/>
                <a:gd name="connsiteY3" fmla="*/ 6858000 h 6858000"/>
                <a:gd name="connsiteX4" fmla="*/ 595033 w 5430936"/>
                <a:gd name="connsiteY4" fmla="*/ 6858000 h 6858000"/>
                <a:gd name="connsiteX5" fmla="*/ 191624 w 5430936"/>
                <a:gd name="connsiteY5" fmla="*/ 6858000 h 6858000"/>
                <a:gd name="connsiteX6" fmla="*/ 191624 w 5430936"/>
                <a:gd name="connsiteY6" fmla="*/ 6454591 h 6858000"/>
                <a:gd name="connsiteX7" fmla="*/ 191624 w 5430936"/>
                <a:gd name="connsiteY7" fmla="*/ 6177287 h 6858000"/>
                <a:gd name="connsiteX8" fmla="*/ 191624 w 5430936"/>
                <a:gd name="connsiteY8" fmla="*/ 5849473 h 6858000"/>
                <a:gd name="connsiteX9" fmla="*/ 191624 w 5430936"/>
                <a:gd name="connsiteY9" fmla="*/ 5255073 h 6858000"/>
                <a:gd name="connsiteX10" fmla="*/ 595042 w 5430936"/>
                <a:gd name="connsiteY10" fmla="*/ 5255073 h 6858000"/>
                <a:gd name="connsiteX11" fmla="*/ 595042 w 5430936"/>
                <a:gd name="connsiteY11" fmla="*/ 6177287 h 6858000"/>
                <a:gd name="connsiteX12" fmla="*/ 595033 w 5430936"/>
                <a:gd name="connsiteY12" fmla="*/ 6177287 h 6858000"/>
                <a:gd name="connsiteX13" fmla="*/ 595033 w 5430936"/>
                <a:gd name="connsiteY13" fmla="*/ 6454591 h 6858000"/>
                <a:gd name="connsiteX14" fmla="*/ 4820776 w 5430936"/>
                <a:gd name="connsiteY14" fmla="*/ 6454591 h 6858000"/>
                <a:gd name="connsiteX15" fmla="*/ 5022485 w 5430936"/>
                <a:gd name="connsiteY15" fmla="*/ 6252882 h 6858000"/>
                <a:gd name="connsiteX16" fmla="*/ 5022485 w 5430936"/>
                <a:gd name="connsiteY16" fmla="*/ 5456149 h 6858000"/>
                <a:gd name="connsiteX17" fmla="*/ 1003494 w 5430936"/>
                <a:gd name="connsiteY17" fmla="*/ 5456149 h 6858000"/>
                <a:gd name="connsiteX18" fmla="*/ 1003494 w 5430936"/>
                <a:gd name="connsiteY18" fmla="*/ 5254440 h 6858000"/>
                <a:gd name="connsiteX19" fmla="*/ 5022485 w 5430936"/>
                <a:gd name="connsiteY19" fmla="*/ 5254440 h 6858000"/>
                <a:gd name="connsiteX20" fmla="*/ 796742 w 5430936"/>
                <a:gd name="connsiteY20" fmla="*/ 0 h 6858000"/>
                <a:gd name="connsiteX21" fmla="*/ 5430936 w 5430936"/>
                <a:gd name="connsiteY21" fmla="*/ 0 h 6858000"/>
                <a:gd name="connsiteX22" fmla="*/ 5430936 w 5430936"/>
                <a:gd name="connsiteY22" fmla="*/ 45385 h 6858000"/>
                <a:gd name="connsiteX23" fmla="*/ 5430936 w 5430936"/>
                <a:gd name="connsiteY23" fmla="*/ 1008527 h 6858000"/>
                <a:gd name="connsiteX24" fmla="*/ 5027518 w 5430936"/>
                <a:gd name="connsiteY24" fmla="*/ 1008527 h 6858000"/>
                <a:gd name="connsiteX25" fmla="*/ 5027518 w 5430936"/>
                <a:gd name="connsiteY25" fmla="*/ 403409 h 6858000"/>
                <a:gd name="connsiteX26" fmla="*/ 796742 w 5430936"/>
                <a:gd name="connsiteY26" fmla="*/ 403409 h 6858000"/>
                <a:gd name="connsiteX27" fmla="*/ 600076 w 5430936"/>
                <a:gd name="connsiteY27" fmla="*/ 605118 h 6858000"/>
                <a:gd name="connsiteX28" fmla="*/ 595033 w 5430936"/>
                <a:gd name="connsiteY28" fmla="*/ 3625667 h 6858000"/>
                <a:gd name="connsiteX29" fmla="*/ 588083 w 5430936"/>
                <a:gd name="connsiteY29" fmla="*/ 3625667 h 6858000"/>
                <a:gd name="connsiteX30" fmla="*/ 584947 w 5430936"/>
                <a:gd name="connsiteY30" fmla="*/ 4130297 h 6858000"/>
                <a:gd name="connsiteX31" fmla="*/ 181538 w 5430936"/>
                <a:gd name="connsiteY31" fmla="*/ 4130297 h 6858000"/>
                <a:gd name="connsiteX32" fmla="*/ 186581 w 5430936"/>
                <a:gd name="connsiteY32" fmla="*/ 3318427 h 6858000"/>
                <a:gd name="connsiteX33" fmla="*/ 192476 w 5430936"/>
                <a:gd name="connsiteY33" fmla="*/ 3318427 h 6858000"/>
                <a:gd name="connsiteX34" fmla="*/ 196667 w 5430936"/>
                <a:gd name="connsiteY34" fmla="*/ 1815355 h 6858000"/>
                <a:gd name="connsiteX35" fmla="*/ 0 w 5430936"/>
                <a:gd name="connsiteY35" fmla="*/ 1613646 h 6858000"/>
                <a:gd name="connsiteX36" fmla="*/ 0 w 5430936"/>
                <a:gd name="connsiteY36" fmla="*/ 1210237 h 6858000"/>
                <a:gd name="connsiteX37" fmla="*/ 196667 w 5430936"/>
                <a:gd name="connsiteY37" fmla="*/ 1008527 h 6858000"/>
                <a:gd name="connsiteX38" fmla="*/ 196667 w 5430936"/>
                <a:gd name="connsiteY38" fmla="*/ 605118 h 6858000"/>
                <a:gd name="connsiteX39" fmla="*/ 796742 w 5430936"/>
                <a:gd name="connsiteY3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30936" h="6858000">
                  <a:moveTo>
                    <a:pt x="5022485" y="3025591"/>
                  </a:moveTo>
                  <a:lnTo>
                    <a:pt x="5425894" y="3025591"/>
                  </a:lnTo>
                  <a:lnTo>
                    <a:pt x="5425894" y="6252882"/>
                  </a:lnTo>
                  <a:cubicBezTo>
                    <a:pt x="5425894" y="6585702"/>
                    <a:pt x="5153596" y="6858000"/>
                    <a:pt x="4820776" y="6858000"/>
                  </a:cubicBezTo>
                  <a:lnTo>
                    <a:pt x="595033" y="6858000"/>
                  </a:lnTo>
                  <a:lnTo>
                    <a:pt x="191624" y="6858000"/>
                  </a:lnTo>
                  <a:lnTo>
                    <a:pt x="191624" y="6454591"/>
                  </a:lnTo>
                  <a:lnTo>
                    <a:pt x="191624" y="6177287"/>
                  </a:lnTo>
                  <a:lnTo>
                    <a:pt x="191624" y="5849473"/>
                  </a:lnTo>
                  <a:lnTo>
                    <a:pt x="191624" y="5255073"/>
                  </a:lnTo>
                  <a:lnTo>
                    <a:pt x="595042" y="5255073"/>
                  </a:lnTo>
                  <a:lnTo>
                    <a:pt x="595042" y="6177287"/>
                  </a:lnTo>
                  <a:lnTo>
                    <a:pt x="595033" y="6177287"/>
                  </a:lnTo>
                  <a:lnTo>
                    <a:pt x="595033" y="6454591"/>
                  </a:lnTo>
                  <a:lnTo>
                    <a:pt x="4820776" y="6454591"/>
                  </a:lnTo>
                  <a:cubicBezTo>
                    <a:pt x="4931716" y="6454591"/>
                    <a:pt x="5022485" y="6363822"/>
                    <a:pt x="5022485" y="6252882"/>
                  </a:cubicBezTo>
                  <a:lnTo>
                    <a:pt x="5022485" y="5456149"/>
                  </a:lnTo>
                  <a:lnTo>
                    <a:pt x="1003494" y="5456149"/>
                  </a:lnTo>
                  <a:lnTo>
                    <a:pt x="1003494" y="5254440"/>
                  </a:lnTo>
                  <a:lnTo>
                    <a:pt x="5022485" y="5254440"/>
                  </a:lnTo>
                  <a:close/>
                  <a:moveTo>
                    <a:pt x="796742" y="0"/>
                  </a:moveTo>
                  <a:lnTo>
                    <a:pt x="5430936" y="0"/>
                  </a:lnTo>
                  <a:cubicBezTo>
                    <a:pt x="5430936" y="0"/>
                    <a:pt x="5430936" y="20171"/>
                    <a:pt x="5430936" y="45385"/>
                  </a:cubicBezTo>
                  <a:lnTo>
                    <a:pt x="5430936" y="1008527"/>
                  </a:lnTo>
                  <a:lnTo>
                    <a:pt x="5027518" y="1008527"/>
                  </a:lnTo>
                  <a:lnTo>
                    <a:pt x="5027518" y="403409"/>
                  </a:lnTo>
                  <a:lnTo>
                    <a:pt x="796742" y="403409"/>
                  </a:lnTo>
                  <a:cubicBezTo>
                    <a:pt x="685802" y="403409"/>
                    <a:pt x="600076" y="494178"/>
                    <a:pt x="600076" y="605118"/>
                  </a:cubicBezTo>
                  <a:lnTo>
                    <a:pt x="595033" y="3625667"/>
                  </a:lnTo>
                  <a:lnTo>
                    <a:pt x="588083" y="3625667"/>
                  </a:lnTo>
                  <a:lnTo>
                    <a:pt x="584947" y="4130297"/>
                  </a:lnTo>
                  <a:lnTo>
                    <a:pt x="181538" y="4130297"/>
                  </a:lnTo>
                  <a:lnTo>
                    <a:pt x="186581" y="3318427"/>
                  </a:lnTo>
                  <a:lnTo>
                    <a:pt x="192476" y="3318427"/>
                  </a:lnTo>
                  <a:lnTo>
                    <a:pt x="196667" y="1815355"/>
                  </a:lnTo>
                  <a:cubicBezTo>
                    <a:pt x="85726" y="1810312"/>
                    <a:pt x="0" y="1724586"/>
                    <a:pt x="0" y="1613646"/>
                  </a:cubicBezTo>
                  <a:lnTo>
                    <a:pt x="0" y="1210237"/>
                  </a:lnTo>
                  <a:cubicBezTo>
                    <a:pt x="0" y="1099296"/>
                    <a:pt x="85726" y="1013570"/>
                    <a:pt x="196667" y="1008527"/>
                  </a:cubicBezTo>
                  <a:lnTo>
                    <a:pt x="196667" y="605118"/>
                  </a:lnTo>
                  <a:cubicBezTo>
                    <a:pt x="196667" y="272298"/>
                    <a:pt x="463922" y="0"/>
                    <a:pt x="796742" y="0"/>
                  </a:cubicBezTo>
                  <a:close/>
                </a:path>
              </a:pathLst>
            </a:custGeom>
            <a:grpFill/>
            <a:ln w="12601" cap="flat">
              <a:noFill/>
              <a:prstDash val="solid"/>
              <a:miter/>
            </a:ln>
          </p:spPr>
          <p:txBody>
            <a:bodyPr wrap="square" rtlCol="0" anchor="ctr">
              <a:noAutofit/>
            </a:bodyPr>
            <a:lstStyle/>
            <a:p>
              <a:endParaRPr lang="en-US" dirty="0"/>
            </a:p>
          </p:txBody>
        </p:sp>
        <p:sp>
          <p:nvSpPr>
            <p:cNvPr id="1428" name="Freeform: Shape 1427">
              <a:extLst>
                <a:ext uri="{FF2B5EF4-FFF2-40B4-BE49-F238E27FC236}">
                  <a16:creationId xmlns:a16="http://schemas.microsoft.com/office/drawing/2014/main" id="{C4F3E65C-C7A9-EF12-9468-D7577C5C6299}"/>
                </a:ext>
                <a:ext uri="{C183D7F6-B498-43B3-948B-1728B52AA6E4}">
                  <adec:decorative xmlns:adec="http://schemas.microsoft.com/office/drawing/2017/decorative" val="1"/>
                </a:ext>
              </a:extLst>
            </p:cNvPr>
            <p:cNvSpPr/>
            <p:nvPr/>
          </p:nvSpPr>
          <p:spPr>
            <a:xfrm>
              <a:off x="4915651" y="2969828"/>
              <a:ext cx="377862" cy="376854"/>
            </a:xfrm>
            <a:custGeom>
              <a:avLst/>
              <a:gdLst>
                <a:gd name="connsiteX0" fmla="*/ 2329701 w 5667935"/>
                <a:gd name="connsiteY0" fmla="*/ 5264520 h 5652806"/>
                <a:gd name="connsiteX1" fmla="*/ 2329701 w 5667935"/>
                <a:gd name="connsiteY1" fmla="*/ 5451102 h 5652806"/>
                <a:gd name="connsiteX2" fmla="*/ 3131476 w 5667935"/>
                <a:gd name="connsiteY2" fmla="*/ 5451102 h 5652806"/>
                <a:gd name="connsiteX3" fmla="*/ 3131476 w 5667935"/>
                <a:gd name="connsiteY3" fmla="*/ 5264520 h 5652806"/>
                <a:gd name="connsiteX4" fmla="*/ 2279274 w 5667935"/>
                <a:gd name="connsiteY4" fmla="*/ 5057773 h 5652806"/>
                <a:gd name="connsiteX5" fmla="*/ 3176861 w 5667935"/>
                <a:gd name="connsiteY5" fmla="*/ 5057773 h 5652806"/>
                <a:gd name="connsiteX6" fmla="*/ 3333183 w 5667935"/>
                <a:gd name="connsiteY6" fmla="*/ 5214096 h 5652806"/>
                <a:gd name="connsiteX7" fmla="*/ 3333183 w 5667935"/>
                <a:gd name="connsiteY7" fmla="*/ 5496483 h 5652806"/>
                <a:gd name="connsiteX8" fmla="*/ 3176861 w 5667935"/>
                <a:gd name="connsiteY8" fmla="*/ 5652806 h 5652806"/>
                <a:gd name="connsiteX9" fmla="*/ 2279274 w 5667935"/>
                <a:gd name="connsiteY9" fmla="*/ 5652806 h 5652806"/>
                <a:gd name="connsiteX10" fmla="*/ 2122952 w 5667935"/>
                <a:gd name="connsiteY10" fmla="*/ 5496483 h 5652806"/>
                <a:gd name="connsiteX11" fmla="*/ 2122952 w 5667935"/>
                <a:gd name="connsiteY11" fmla="*/ 5214096 h 5652806"/>
                <a:gd name="connsiteX12" fmla="*/ 2279274 w 5667935"/>
                <a:gd name="connsiteY12" fmla="*/ 5057773 h 5652806"/>
                <a:gd name="connsiteX13" fmla="*/ 0 w 5667935"/>
                <a:gd name="connsiteY13" fmla="*/ 3842494 h 5652806"/>
                <a:gd name="connsiteX14" fmla="*/ 600076 w 5667935"/>
                <a:gd name="connsiteY14" fmla="*/ 3842494 h 5652806"/>
                <a:gd name="connsiteX15" fmla="*/ 600076 w 5667935"/>
                <a:gd name="connsiteY15" fmla="*/ 4442569 h 5652806"/>
                <a:gd name="connsiteX16" fmla="*/ 0 w 5667935"/>
                <a:gd name="connsiteY16" fmla="*/ 4442569 h 5652806"/>
                <a:gd name="connsiteX17" fmla="*/ 4054293 w 5667935"/>
                <a:gd name="connsiteY17" fmla="*/ 615204 h 5652806"/>
                <a:gd name="connsiteX18" fmla="*/ 5667935 w 5667935"/>
                <a:gd name="connsiteY18" fmla="*/ 615204 h 5652806"/>
                <a:gd name="connsiteX19" fmla="*/ 5667935 w 5667935"/>
                <a:gd name="connsiteY19" fmla="*/ 1018616 h 5652806"/>
                <a:gd name="connsiteX20" fmla="*/ 5667935 w 5667935"/>
                <a:gd name="connsiteY20" fmla="*/ 2228852 h 5652806"/>
                <a:gd name="connsiteX21" fmla="*/ 5264527 w 5667935"/>
                <a:gd name="connsiteY21" fmla="*/ 2228852 h 5652806"/>
                <a:gd name="connsiteX22" fmla="*/ 5264527 w 5667935"/>
                <a:gd name="connsiteY22" fmla="*/ 1295960 h 5652806"/>
                <a:gd name="connsiteX23" fmla="*/ 3171830 w 5667935"/>
                <a:gd name="connsiteY23" fmla="*/ 3449173 h 5652806"/>
                <a:gd name="connsiteX24" fmla="*/ 2480985 w 5667935"/>
                <a:gd name="connsiteY24" fmla="*/ 2828926 h 5652806"/>
                <a:gd name="connsiteX25" fmla="*/ 912725 w 5667935"/>
                <a:gd name="connsiteY25" fmla="*/ 4432489 h 5652806"/>
                <a:gd name="connsiteX26" fmla="*/ 912725 w 5667935"/>
                <a:gd name="connsiteY26" fmla="*/ 3857627 h 5652806"/>
                <a:gd name="connsiteX27" fmla="*/ 2465858 w 5667935"/>
                <a:gd name="connsiteY27" fmla="*/ 2264149 h 5652806"/>
                <a:gd name="connsiteX28" fmla="*/ 3161745 w 5667935"/>
                <a:gd name="connsiteY28" fmla="*/ 2884396 h 5652806"/>
                <a:gd name="connsiteX29" fmla="*/ 5022477 w 5667935"/>
                <a:gd name="connsiteY29" fmla="*/ 1018616 h 5652806"/>
                <a:gd name="connsiteX30" fmla="*/ 4054293 w 5667935"/>
                <a:gd name="connsiteY30" fmla="*/ 1018616 h 5652806"/>
                <a:gd name="connsiteX31" fmla="*/ 2728068 w 5667935"/>
                <a:gd name="connsiteY31" fmla="*/ 0 h 5652806"/>
                <a:gd name="connsiteX32" fmla="*/ 2934813 w 5667935"/>
                <a:gd name="connsiteY32" fmla="*/ 206749 h 5652806"/>
                <a:gd name="connsiteX33" fmla="*/ 2728068 w 5667935"/>
                <a:gd name="connsiteY33" fmla="*/ 413494 h 5652806"/>
                <a:gd name="connsiteX34" fmla="*/ 2521318 w 5667935"/>
                <a:gd name="connsiteY34" fmla="*/ 206749 h 5652806"/>
                <a:gd name="connsiteX35" fmla="*/ 2728068 w 5667935"/>
                <a:gd name="connsiteY35" fmla="*/ 0 h 5652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667935" h="5652806">
                  <a:moveTo>
                    <a:pt x="2329701" y="5264520"/>
                  </a:moveTo>
                  <a:lnTo>
                    <a:pt x="2329701" y="5451102"/>
                  </a:lnTo>
                  <a:lnTo>
                    <a:pt x="3131476" y="5451102"/>
                  </a:lnTo>
                  <a:lnTo>
                    <a:pt x="3131476" y="5264520"/>
                  </a:lnTo>
                  <a:close/>
                  <a:moveTo>
                    <a:pt x="2279274" y="5057773"/>
                  </a:moveTo>
                  <a:lnTo>
                    <a:pt x="3176861" y="5057773"/>
                  </a:lnTo>
                  <a:cubicBezTo>
                    <a:pt x="3262586" y="5057773"/>
                    <a:pt x="3333183" y="5128371"/>
                    <a:pt x="3333183" y="5214096"/>
                  </a:cubicBezTo>
                  <a:lnTo>
                    <a:pt x="3333183" y="5496483"/>
                  </a:lnTo>
                  <a:cubicBezTo>
                    <a:pt x="3333183" y="5582208"/>
                    <a:pt x="3262586" y="5652806"/>
                    <a:pt x="3176861" y="5652806"/>
                  </a:cubicBezTo>
                  <a:lnTo>
                    <a:pt x="2279274" y="5652806"/>
                  </a:lnTo>
                  <a:cubicBezTo>
                    <a:pt x="2193549" y="5652806"/>
                    <a:pt x="2122952" y="5582208"/>
                    <a:pt x="2122952" y="5496483"/>
                  </a:cubicBezTo>
                  <a:lnTo>
                    <a:pt x="2122952" y="5214096"/>
                  </a:lnTo>
                  <a:cubicBezTo>
                    <a:pt x="2122952" y="5128371"/>
                    <a:pt x="2193549" y="5057773"/>
                    <a:pt x="2279274" y="5057773"/>
                  </a:cubicBezTo>
                  <a:close/>
                  <a:moveTo>
                    <a:pt x="0" y="3842494"/>
                  </a:moveTo>
                  <a:lnTo>
                    <a:pt x="600076" y="3842494"/>
                  </a:lnTo>
                  <a:lnTo>
                    <a:pt x="600076" y="4442569"/>
                  </a:lnTo>
                  <a:lnTo>
                    <a:pt x="0" y="4442569"/>
                  </a:lnTo>
                  <a:close/>
                  <a:moveTo>
                    <a:pt x="4054293" y="615204"/>
                  </a:moveTo>
                  <a:lnTo>
                    <a:pt x="5667935" y="615204"/>
                  </a:lnTo>
                  <a:lnTo>
                    <a:pt x="5667935" y="1018616"/>
                  </a:lnTo>
                  <a:lnTo>
                    <a:pt x="5667935" y="2228852"/>
                  </a:lnTo>
                  <a:lnTo>
                    <a:pt x="5264527" y="2228852"/>
                  </a:lnTo>
                  <a:lnTo>
                    <a:pt x="5264527" y="1295960"/>
                  </a:lnTo>
                  <a:lnTo>
                    <a:pt x="3171830" y="3449173"/>
                  </a:lnTo>
                  <a:lnTo>
                    <a:pt x="2480985" y="2828926"/>
                  </a:lnTo>
                  <a:lnTo>
                    <a:pt x="912725" y="4432489"/>
                  </a:lnTo>
                  <a:lnTo>
                    <a:pt x="912725" y="3857627"/>
                  </a:lnTo>
                  <a:lnTo>
                    <a:pt x="2465858" y="2264149"/>
                  </a:lnTo>
                  <a:lnTo>
                    <a:pt x="3161745" y="2884396"/>
                  </a:lnTo>
                  <a:lnTo>
                    <a:pt x="5022477" y="1018616"/>
                  </a:lnTo>
                  <a:lnTo>
                    <a:pt x="4054293" y="1018616"/>
                  </a:lnTo>
                  <a:close/>
                  <a:moveTo>
                    <a:pt x="2728068" y="0"/>
                  </a:moveTo>
                  <a:cubicBezTo>
                    <a:pt x="2842248" y="0"/>
                    <a:pt x="2934813" y="92565"/>
                    <a:pt x="2934813" y="206749"/>
                  </a:cubicBezTo>
                  <a:cubicBezTo>
                    <a:pt x="2934813" y="320930"/>
                    <a:pt x="2842248" y="413494"/>
                    <a:pt x="2728068" y="413494"/>
                  </a:cubicBezTo>
                  <a:cubicBezTo>
                    <a:pt x="2613883" y="413494"/>
                    <a:pt x="2521318" y="320930"/>
                    <a:pt x="2521318" y="206749"/>
                  </a:cubicBezTo>
                  <a:cubicBezTo>
                    <a:pt x="2521318" y="92565"/>
                    <a:pt x="2613883" y="0"/>
                    <a:pt x="2728068" y="0"/>
                  </a:cubicBez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82" name="Group 81">
            <a:extLst>
              <a:ext uri="{FF2B5EF4-FFF2-40B4-BE49-F238E27FC236}">
                <a16:creationId xmlns:a16="http://schemas.microsoft.com/office/drawing/2014/main" id="{02AC3451-6390-19A9-6ABD-2F37B951E3E0}"/>
              </a:ext>
              <a:ext uri="{C183D7F6-B498-43B3-948B-1728B52AA6E4}">
                <adec:decorative xmlns:adec="http://schemas.microsoft.com/office/drawing/2017/decorative" val="1"/>
              </a:ext>
            </a:extLst>
          </p:cNvPr>
          <p:cNvGrpSpPr>
            <a:grpSpLocks noChangeAspect="1"/>
          </p:cNvGrpSpPr>
          <p:nvPr/>
        </p:nvGrpSpPr>
        <p:grpSpPr>
          <a:xfrm>
            <a:off x="5482834" y="2930159"/>
            <a:ext cx="365365" cy="457200"/>
            <a:chOff x="5482834" y="2930159"/>
            <a:chExt cx="365365" cy="457200"/>
          </a:xfrm>
          <a:solidFill>
            <a:schemeClr val="accent2"/>
          </a:solidFill>
        </p:grpSpPr>
        <p:sp>
          <p:nvSpPr>
            <p:cNvPr id="1440" name="Freeform: Shape 1439">
              <a:extLst>
                <a:ext uri="{FF2B5EF4-FFF2-40B4-BE49-F238E27FC236}">
                  <a16:creationId xmlns:a16="http://schemas.microsoft.com/office/drawing/2014/main" id="{7412937E-AC1B-3AD2-B5D9-83E0491AA66F}"/>
                </a:ext>
                <a:ext uri="{C183D7F6-B498-43B3-948B-1728B52AA6E4}">
                  <adec:decorative xmlns:adec="http://schemas.microsoft.com/office/drawing/2017/decorative" val="1"/>
                </a:ext>
              </a:extLst>
            </p:cNvPr>
            <p:cNvSpPr/>
            <p:nvPr/>
          </p:nvSpPr>
          <p:spPr>
            <a:xfrm rot="10800000">
              <a:off x="5575570" y="2930159"/>
              <a:ext cx="272629" cy="418087"/>
            </a:xfrm>
            <a:custGeom>
              <a:avLst/>
              <a:gdLst>
                <a:gd name="connsiteX0" fmla="*/ 3088411 w 4089429"/>
                <a:gd name="connsiteY0" fmla="*/ 397864 h 6271310"/>
                <a:gd name="connsiteX1" fmla="*/ 3088411 w 4089429"/>
                <a:gd name="connsiteY1" fmla="*/ 198934 h 6271310"/>
                <a:gd name="connsiteX2" fmla="*/ 2297663 w 4089429"/>
                <a:gd name="connsiteY2" fmla="*/ 198934 h 6271310"/>
                <a:gd name="connsiteX3" fmla="*/ 2297663 w 4089429"/>
                <a:gd name="connsiteY3" fmla="*/ 397864 h 6271310"/>
                <a:gd name="connsiteX4" fmla="*/ 3138145 w 4089429"/>
                <a:gd name="connsiteY4" fmla="*/ 596799 h 6271310"/>
                <a:gd name="connsiteX5" fmla="*/ 2257878 w 4089429"/>
                <a:gd name="connsiteY5" fmla="*/ 596799 h 6271310"/>
                <a:gd name="connsiteX6" fmla="*/ 2103707 w 4089429"/>
                <a:gd name="connsiteY6" fmla="*/ 442626 h 6271310"/>
                <a:gd name="connsiteX7" fmla="*/ 2103707 w 4089429"/>
                <a:gd name="connsiteY7" fmla="*/ 154173 h 6271310"/>
                <a:gd name="connsiteX8" fmla="*/ 2252905 w 4089429"/>
                <a:gd name="connsiteY8" fmla="*/ 0 h 6271310"/>
                <a:gd name="connsiteX9" fmla="*/ 3138145 w 4089429"/>
                <a:gd name="connsiteY9" fmla="*/ 0 h 6271310"/>
                <a:gd name="connsiteX10" fmla="*/ 3292317 w 4089429"/>
                <a:gd name="connsiteY10" fmla="*/ 154173 h 6271310"/>
                <a:gd name="connsiteX11" fmla="*/ 3292317 w 4089429"/>
                <a:gd name="connsiteY11" fmla="*/ 442626 h 6271310"/>
                <a:gd name="connsiteX12" fmla="*/ 3138145 w 4089429"/>
                <a:gd name="connsiteY12" fmla="*/ 596799 h 6271310"/>
                <a:gd name="connsiteX13" fmla="*/ 4089429 w 4089429"/>
                <a:gd name="connsiteY13" fmla="*/ 2191775 h 6271310"/>
                <a:gd name="connsiteX14" fmla="*/ 3691569 w 4089429"/>
                <a:gd name="connsiteY14" fmla="*/ 2191775 h 6271310"/>
                <a:gd name="connsiteX15" fmla="*/ 3691569 w 4089429"/>
                <a:gd name="connsiteY15" fmla="*/ 1396045 h 6271310"/>
                <a:gd name="connsiteX16" fmla="*/ 4089429 w 4089429"/>
                <a:gd name="connsiteY16" fmla="*/ 1396045 h 6271310"/>
                <a:gd name="connsiteX17" fmla="*/ 2497982 w 4089429"/>
                <a:gd name="connsiteY17" fmla="*/ 2589645 h 6271310"/>
                <a:gd name="connsiteX18" fmla="*/ 2100122 w 4089429"/>
                <a:gd name="connsiteY18" fmla="*/ 2589645 h 6271310"/>
                <a:gd name="connsiteX19" fmla="*/ 2100122 w 4089429"/>
                <a:gd name="connsiteY19" fmla="*/ 1396055 h 6271310"/>
                <a:gd name="connsiteX20" fmla="*/ 2497982 w 4089429"/>
                <a:gd name="connsiteY20" fmla="*/ 1396055 h 6271310"/>
                <a:gd name="connsiteX21" fmla="*/ 1700861 w 4089429"/>
                <a:gd name="connsiteY21" fmla="*/ 2983969 h 6271310"/>
                <a:gd name="connsiteX22" fmla="*/ 1303001 w 4089429"/>
                <a:gd name="connsiteY22" fmla="*/ 2983969 h 6271310"/>
                <a:gd name="connsiteX23" fmla="*/ 1303001 w 4089429"/>
                <a:gd name="connsiteY23" fmla="*/ 1392519 h 6271310"/>
                <a:gd name="connsiteX24" fmla="*/ 1700861 w 4089429"/>
                <a:gd name="connsiteY24" fmla="*/ 1392519 h 6271310"/>
                <a:gd name="connsiteX25" fmla="*/ 3297291 w 4089429"/>
                <a:gd name="connsiteY25" fmla="*/ 4177559 h 6271310"/>
                <a:gd name="connsiteX26" fmla="*/ 2894458 w 4089429"/>
                <a:gd name="connsiteY26" fmla="*/ 4177559 h 6271310"/>
                <a:gd name="connsiteX27" fmla="*/ 2894458 w 4089429"/>
                <a:gd name="connsiteY27" fmla="*/ 1392519 h 6271310"/>
                <a:gd name="connsiteX28" fmla="*/ 3297291 w 4089429"/>
                <a:gd name="connsiteY28" fmla="*/ 1392519 h 6271310"/>
                <a:gd name="connsiteX29" fmla="*/ 2695517 w 4089429"/>
                <a:gd name="connsiteY29" fmla="*/ 5580030 h 6271310"/>
                <a:gd name="connsiteX30" fmla="*/ 2476692 w 4089429"/>
                <a:gd name="connsiteY30" fmla="*/ 5361204 h 6271310"/>
                <a:gd name="connsiteX31" fmla="*/ 2695517 w 4089429"/>
                <a:gd name="connsiteY31" fmla="*/ 5142379 h 6271310"/>
                <a:gd name="connsiteX32" fmla="*/ 2914342 w 4089429"/>
                <a:gd name="connsiteY32" fmla="*/ 5361204 h 6271310"/>
                <a:gd name="connsiteX33" fmla="*/ 2695517 w 4089429"/>
                <a:gd name="connsiteY33" fmla="*/ 5580030 h 6271310"/>
                <a:gd name="connsiteX34" fmla="*/ 596794 w 4089429"/>
                <a:gd name="connsiteY34" fmla="*/ 6271310 h 6271310"/>
                <a:gd name="connsiteX35" fmla="*/ 0 w 4089429"/>
                <a:gd name="connsiteY35" fmla="*/ 6271310 h 6271310"/>
                <a:gd name="connsiteX36" fmla="*/ 0 w 4089429"/>
                <a:gd name="connsiteY36" fmla="*/ 5674515 h 6271310"/>
                <a:gd name="connsiteX37" fmla="*/ 596794 w 4089429"/>
                <a:gd name="connsiteY37" fmla="*/ 5674515 h 627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89429" h="6271310">
                  <a:moveTo>
                    <a:pt x="3088411" y="397864"/>
                  </a:moveTo>
                  <a:lnTo>
                    <a:pt x="3088411" y="198934"/>
                  </a:lnTo>
                  <a:lnTo>
                    <a:pt x="2297663" y="198934"/>
                  </a:lnTo>
                  <a:lnTo>
                    <a:pt x="2297663" y="397864"/>
                  </a:lnTo>
                  <a:close/>
                  <a:moveTo>
                    <a:pt x="3138145" y="596799"/>
                  </a:moveTo>
                  <a:lnTo>
                    <a:pt x="2257878" y="596799"/>
                  </a:lnTo>
                  <a:cubicBezTo>
                    <a:pt x="2173333" y="596799"/>
                    <a:pt x="2103707" y="527172"/>
                    <a:pt x="2103707" y="442626"/>
                  </a:cubicBezTo>
                  <a:lnTo>
                    <a:pt x="2103707" y="154173"/>
                  </a:lnTo>
                  <a:cubicBezTo>
                    <a:pt x="2098734" y="69627"/>
                    <a:pt x="2168360" y="0"/>
                    <a:pt x="2252905" y="0"/>
                  </a:cubicBezTo>
                  <a:lnTo>
                    <a:pt x="3138145" y="0"/>
                  </a:lnTo>
                  <a:cubicBezTo>
                    <a:pt x="3222691" y="0"/>
                    <a:pt x="3292317" y="69627"/>
                    <a:pt x="3292317" y="154173"/>
                  </a:cubicBezTo>
                  <a:lnTo>
                    <a:pt x="3292317" y="442626"/>
                  </a:lnTo>
                  <a:cubicBezTo>
                    <a:pt x="3292317" y="527172"/>
                    <a:pt x="3222691" y="596799"/>
                    <a:pt x="3138145" y="596799"/>
                  </a:cubicBezTo>
                  <a:close/>
                  <a:moveTo>
                    <a:pt x="4089429" y="2191775"/>
                  </a:moveTo>
                  <a:lnTo>
                    <a:pt x="3691569" y="2191775"/>
                  </a:lnTo>
                  <a:lnTo>
                    <a:pt x="3691569" y="1396045"/>
                  </a:lnTo>
                  <a:lnTo>
                    <a:pt x="4089429" y="1396045"/>
                  </a:lnTo>
                  <a:close/>
                  <a:moveTo>
                    <a:pt x="2497982" y="2589645"/>
                  </a:moveTo>
                  <a:lnTo>
                    <a:pt x="2100122" y="2589645"/>
                  </a:lnTo>
                  <a:lnTo>
                    <a:pt x="2100122" y="1396055"/>
                  </a:lnTo>
                  <a:lnTo>
                    <a:pt x="2497982" y="1396055"/>
                  </a:lnTo>
                  <a:close/>
                  <a:moveTo>
                    <a:pt x="1700861" y="2983969"/>
                  </a:moveTo>
                  <a:lnTo>
                    <a:pt x="1303001" y="2983969"/>
                  </a:lnTo>
                  <a:lnTo>
                    <a:pt x="1303001" y="1392519"/>
                  </a:lnTo>
                  <a:lnTo>
                    <a:pt x="1700861" y="1392519"/>
                  </a:lnTo>
                  <a:close/>
                  <a:moveTo>
                    <a:pt x="3297291" y="4177559"/>
                  </a:moveTo>
                  <a:lnTo>
                    <a:pt x="2894458" y="4177559"/>
                  </a:lnTo>
                  <a:lnTo>
                    <a:pt x="2894458" y="1392519"/>
                  </a:lnTo>
                  <a:lnTo>
                    <a:pt x="3297291" y="1392519"/>
                  </a:lnTo>
                  <a:close/>
                  <a:moveTo>
                    <a:pt x="2695517" y="5580030"/>
                  </a:moveTo>
                  <a:cubicBezTo>
                    <a:pt x="2574663" y="5580030"/>
                    <a:pt x="2476692" y="5482059"/>
                    <a:pt x="2476692" y="5361204"/>
                  </a:cubicBezTo>
                  <a:cubicBezTo>
                    <a:pt x="2476692" y="5240350"/>
                    <a:pt x="2574663" y="5142379"/>
                    <a:pt x="2695517" y="5142379"/>
                  </a:cubicBezTo>
                  <a:cubicBezTo>
                    <a:pt x="2816371" y="5142379"/>
                    <a:pt x="2914342" y="5240350"/>
                    <a:pt x="2914342" y="5361204"/>
                  </a:cubicBezTo>
                  <a:cubicBezTo>
                    <a:pt x="2914342" y="5482059"/>
                    <a:pt x="2816371" y="5580030"/>
                    <a:pt x="2695517" y="5580030"/>
                  </a:cubicBezTo>
                  <a:close/>
                  <a:moveTo>
                    <a:pt x="596794" y="6271310"/>
                  </a:moveTo>
                  <a:lnTo>
                    <a:pt x="0" y="6271310"/>
                  </a:lnTo>
                  <a:lnTo>
                    <a:pt x="0" y="5674515"/>
                  </a:lnTo>
                  <a:lnTo>
                    <a:pt x="596794" y="5674515"/>
                  </a:lnTo>
                  <a:close/>
                </a:path>
              </a:pathLst>
            </a:custGeom>
            <a:solidFill>
              <a:schemeClr val="bg1"/>
            </a:solidFill>
            <a:ln w="12601" cap="flat">
              <a:noFill/>
              <a:prstDash val="solid"/>
              <a:miter/>
            </a:ln>
          </p:spPr>
          <p:txBody>
            <a:bodyPr wrap="square" rtlCol="0" anchor="ctr">
              <a:noAutofit/>
            </a:bodyPr>
            <a:lstStyle/>
            <a:p>
              <a:endParaRPr lang="en-US" dirty="0"/>
            </a:p>
          </p:txBody>
        </p:sp>
        <p:sp>
          <p:nvSpPr>
            <p:cNvPr id="1432" name="Freeform: Shape 1431">
              <a:extLst>
                <a:ext uri="{FF2B5EF4-FFF2-40B4-BE49-F238E27FC236}">
                  <a16:creationId xmlns:a16="http://schemas.microsoft.com/office/drawing/2014/main" id="{3D453D78-2A35-A563-BA49-356E063D5557}"/>
                </a:ext>
                <a:ext uri="{C183D7F6-B498-43B3-948B-1728B52AA6E4}">
                  <adec:decorative xmlns:adec="http://schemas.microsoft.com/office/drawing/2017/decorative" val="1"/>
                </a:ext>
              </a:extLst>
            </p:cNvPr>
            <p:cNvSpPr/>
            <p:nvPr/>
          </p:nvSpPr>
          <p:spPr>
            <a:xfrm>
              <a:off x="5482834" y="2936778"/>
              <a:ext cx="358412" cy="450581"/>
            </a:xfrm>
            <a:custGeom>
              <a:avLst/>
              <a:gdLst>
                <a:gd name="connsiteX0" fmla="*/ 65999 w 594547"/>
                <a:gd name="connsiteY0" fmla="*/ 595092 h 747440"/>
                <a:gd name="connsiteX1" fmla="*/ 65999 w 594547"/>
                <a:gd name="connsiteY1" fmla="*/ 703440 h 747440"/>
                <a:gd name="connsiteX2" fmla="*/ 528542 w 594547"/>
                <a:gd name="connsiteY2" fmla="*/ 703440 h 747440"/>
                <a:gd name="connsiteX3" fmla="*/ 550542 w 594547"/>
                <a:gd name="connsiteY3" fmla="*/ 681440 h 747440"/>
                <a:gd name="connsiteX4" fmla="*/ 550542 w 594547"/>
                <a:gd name="connsiteY4" fmla="*/ 595092 h 747440"/>
                <a:gd name="connsiteX5" fmla="*/ 343436 w 594547"/>
                <a:gd name="connsiteY5" fmla="*/ 0 h 747440"/>
                <a:gd name="connsiteX6" fmla="*/ 498884 w 594547"/>
                <a:gd name="connsiteY6" fmla="*/ 0 h 747440"/>
                <a:gd name="connsiteX7" fmla="*/ 498884 w 594547"/>
                <a:gd name="connsiteY7" fmla="*/ 44000 h 747440"/>
                <a:gd name="connsiteX8" fmla="*/ 398194 w 594547"/>
                <a:gd name="connsiteY8" fmla="*/ 44000 h 747440"/>
                <a:gd name="connsiteX9" fmla="*/ 398194 w 594547"/>
                <a:gd name="connsiteY9" fmla="*/ 44000 h 747440"/>
                <a:gd name="connsiteX10" fmla="*/ 87999 w 594547"/>
                <a:gd name="connsiteY10" fmla="*/ 44550 h 747440"/>
                <a:gd name="connsiteX11" fmla="*/ 65999 w 594547"/>
                <a:gd name="connsiteY11" fmla="*/ 66550 h 747440"/>
                <a:gd name="connsiteX12" fmla="*/ 65999 w 594547"/>
                <a:gd name="connsiteY12" fmla="*/ 394345 h 747440"/>
                <a:gd name="connsiteX13" fmla="*/ 65999 w 594547"/>
                <a:gd name="connsiteY13" fmla="*/ 493343 h 747440"/>
                <a:gd name="connsiteX14" fmla="*/ 65999 w 594547"/>
                <a:gd name="connsiteY14" fmla="*/ 572542 h 747440"/>
                <a:gd name="connsiteX15" fmla="*/ 550542 w 594547"/>
                <a:gd name="connsiteY15" fmla="*/ 572542 h 747440"/>
                <a:gd name="connsiteX16" fmla="*/ 550542 w 594547"/>
                <a:gd name="connsiteY16" fmla="*/ 197448 h 747440"/>
                <a:gd name="connsiteX17" fmla="*/ 550548 w 594547"/>
                <a:gd name="connsiteY17" fmla="*/ 197448 h 747440"/>
                <a:gd name="connsiteX18" fmla="*/ 550548 w 594547"/>
                <a:gd name="connsiteY18" fmla="*/ 93565 h 747440"/>
                <a:gd name="connsiteX19" fmla="*/ 557423 w 594547"/>
                <a:gd name="connsiteY19" fmla="*/ 93313 h 747440"/>
                <a:gd name="connsiteX20" fmla="*/ 594547 w 594547"/>
                <a:gd name="connsiteY20" fmla="*/ 93565 h 747440"/>
                <a:gd name="connsiteX21" fmla="*/ 594547 w 594547"/>
                <a:gd name="connsiteY21" fmla="*/ 248747 h 747440"/>
                <a:gd name="connsiteX22" fmla="*/ 594541 w 594547"/>
                <a:gd name="connsiteY22" fmla="*/ 248747 h 747440"/>
                <a:gd name="connsiteX23" fmla="*/ 594541 w 594547"/>
                <a:gd name="connsiteY23" fmla="*/ 271301 h 747440"/>
                <a:gd name="connsiteX24" fmla="*/ 594541 w 594547"/>
                <a:gd name="connsiteY24" fmla="*/ 681440 h 747440"/>
                <a:gd name="connsiteX25" fmla="*/ 528542 w 594547"/>
                <a:gd name="connsiteY25" fmla="*/ 747440 h 747440"/>
                <a:gd name="connsiteX26" fmla="*/ 22000 w 594547"/>
                <a:gd name="connsiteY26" fmla="*/ 747440 h 747440"/>
                <a:gd name="connsiteX27" fmla="*/ 22000 w 594547"/>
                <a:gd name="connsiteY27" fmla="*/ 198548 h 747440"/>
                <a:gd name="connsiteX28" fmla="*/ 0 w 594547"/>
                <a:gd name="connsiteY28" fmla="*/ 176548 h 747440"/>
                <a:gd name="connsiteX29" fmla="*/ 0 w 594547"/>
                <a:gd name="connsiteY29" fmla="*/ 133099 h 747440"/>
                <a:gd name="connsiteX30" fmla="*/ 22000 w 594547"/>
                <a:gd name="connsiteY30" fmla="*/ 111100 h 747440"/>
                <a:gd name="connsiteX31" fmla="*/ 22000 w 594547"/>
                <a:gd name="connsiteY31" fmla="*/ 66550 h 747440"/>
                <a:gd name="connsiteX32" fmla="*/ 87999 w 594547"/>
                <a:gd name="connsiteY32" fmla="*/ 551 h 747440"/>
                <a:gd name="connsiteX33" fmla="*/ 343436 w 594547"/>
                <a:gd name="connsiteY33" fmla="*/ 98 h 74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94547" h="747440">
                  <a:moveTo>
                    <a:pt x="65999" y="595092"/>
                  </a:moveTo>
                  <a:lnTo>
                    <a:pt x="65999" y="703440"/>
                  </a:lnTo>
                  <a:lnTo>
                    <a:pt x="528542" y="703440"/>
                  </a:lnTo>
                  <a:cubicBezTo>
                    <a:pt x="540642" y="703440"/>
                    <a:pt x="550542" y="693540"/>
                    <a:pt x="550542" y="681440"/>
                  </a:cubicBezTo>
                  <a:lnTo>
                    <a:pt x="550542" y="595092"/>
                  </a:lnTo>
                  <a:close/>
                  <a:moveTo>
                    <a:pt x="343436" y="0"/>
                  </a:moveTo>
                  <a:lnTo>
                    <a:pt x="498884" y="0"/>
                  </a:lnTo>
                  <a:cubicBezTo>
                    <a:pt x="498884" y="0"/>
                    <a:pt x="498884" y="34650"/>
                    <a:pt x="498884" y="44000"/>
                  </a:cubicBezTo>
                  <a:lnTo>
                    <a:pt x="398194" y="44000"/>
                  </a:lnTo>
                  <a:lnTo>
                    <a:pt x="398194" y="44000"/>
                  </a:lnTo>
                  <a:lnTo>
                    <a:pt x="87999" y="44550"/>
                  </a:lnTo>
                  <a:cubicBezTo>
                    <a:pt x="75899" y="44550"/>
                    <a:pt x="65999" y="54450"/>
                    <a:pt x="65999" y="66550"/>
                  </a:cubicBezTo>
                  <a:lnTo>
                    <a:pt x="65999" y="394345"/>
                  </a:lnTo>
                  <a:lnTo>
                    <a:pt x="65999" y="493343"/>
                  </a:lnTo>
                  <a:lnTo>
                    <a:pt x="65999" y="572542"/>
                  </a:lnTo>
                  <a:lnTo>
                    <a:pt x="550542" y="572542"/>
                  </a:lnTo>
                  <a:lnTo>
                    <a:pt x="550542" y="197448"/>
                  </a:lnTo>
                  <a:lnTo>
                    <a:pt x="550548" y="197448"/>
                  </a:lnTo>
                  <a:lnTo>
                    <a:pt x="550548" y="93565"/>
                  </a:lnTo>
                  <a:cubicBezTo>
                    <a:pt x="550548" y="93416"/>
                    <a:pt x="553298" y="93341"/>
                    <a:pt x="557423" y="93313"/>
                  </a:cubicBezTo>
                  <a:cubicBezTo>
                    <a:pt x="569798" y="93228"/>
                    <a:pt x="594547" y="93565"/>
                    <a:pt x="594547" y="93565"/>
                  </a:cubicBezTo>
                  <a:cubicBezTo>
                    <a:pt x="594547" y="93565"/>
                    <a:pt x="594547" y="158874"/>
                    <a:pt x="594547" y="248747"/>
                  </a:cubicBezTo>
                  <a:lnTo>
                    <a:pt x="594541" y="248747"/>
                  </a:lnTo>
                  <a:lnTo>
                    <a:pt x="594541" y="271301"/>
                  </a:lnTo>
                  <a:cubicBezTo>
                    <a:pt x="594541" y="452369"/>
                    <a:pt x="594541" y="681440"/>
                    <a:pt x="594541" y="681440"/>
                  </a:cubicBezTo>
                  <a:cubicBezTo>
                    <a:pt x="594541" y="717740"/>
                    <a:pt x="564842" y="747440"/>
                    <a:pt x="528542" y="747440"/>
                  </a:cubicBezTo>
                  <a:lnTo>
                    <a:pt x="22000" y="747440"/>
                  </a:lnTo>
                  <a:lnTo>
                    <a:pt x="22000" y="198548"/>
                  </a:lnTo>
                  <a:cubicBezTo>
                    <a:pt x="9900" y="198548"/>
                    <a:pt x="0" y="188648"/>
                    <a:pt x="0" y="176548"/>
                  </a:cubicBezTo>
                  <a:lnTo>
                    <a:pt x="0" y="133099"/>
                  </a:lnTo>
                  <a:cubicBezTo>
                    <a:pt x="0" y="120999"/>
                    <a:pt x="9900" y="111100"/>
                    <a:pt x="22000" y="111100"/>
                  </a:cubicBezTo>
                  <a:lnTo>
                    <a:pt x="22000" y="66550"/>
                  </a:lnTo>
                  <a:cubicBezTo>
                    <a:pt x="22000" y="30250"/>
                    <a:pt x="51699" y="551"/>
                    <a:pt x="87999" y="551"/>
                  </a:cubicBezTo>
                  <a:lnTo>
                    <a:pt x="343436" y="98"/>
                  </a:lnTo>
                  <a:close/>
                </a:path>
              </a:pathLst>
            </a:custGeom>
            <a:grpFill/>
            <a:ln w="12601" cap="flat">
              <a:noFill/>
              <a:prstDash val="solid"/>
              <a:miter/>
            </a:ln>
          </p:spPr>
          <p:txBody>
            <a:bodyPr wrap="square" rtlCol="0" anchor="ctr">
              <a:noAutofit/>
            </a:bodyPr>
            <a:lstStyle/>
            <a:p>
              <a:endParaRPr lang="en-US" dirty="0"/>
            </a:p>
          </p:txBody>
        </p:sp>
      </p:grpSp>
      <p:grpSp>
        <p:nvGrpSpPr>
          <p:cNvPr id="81" name="Group 80">
            <a:extLst>
              <a:ext uri="{FF2B5EF4-FFF2-40B4-BE49-F238E27FC236}">
                <a16:creationId xmlns:a16="http://schemas.microsoft.com/office/drawing/2014/main" id="{BCFD35C8-9362-D4E0-5AB3-D526320620C6}"/>
              </a:ext>
              <a:ext uri="{C183D7F6-B498-43B3-948B-1728B52AA6E4}">
                <adec:decorative xmlns:adec="http://schemas.microsoft.com/office/drawing/2017/decorative" val="1"/>
              </a:ext>
            </a:extLst>
          </p:cNvPr>
          <p:cNvGrpSpPr>
            <a:grpSpLocks noChangeAspect="1"/>
          </p:cNvGrpSpPr>
          <p:nvPr/>
        </p:nvGrpSpPr>
        <p:grpSpPr>
          <a:xfrm>
            <a:off x="6037520" y="2930159"/>
            <a:ext cx="365362" cy="457200"/>
            <a:chOff x="6037520" y="2930159"/>
            <a:chExt cx="365362" cy="457200"/>
          </a:xfrm>
          <a:solidFill>
            <a:schemeClr val="accent2"/>
          </a:solidFill>
        </p:grpSpPr>
        <p:sp>
          <p:nvSpPr>
            <p:cNvPr id="1443" name="Freeform: Shape 1442">
              <a:extLst>
                <a:ext uri="{FF2B5EF4-FFF2-40B4-BE49-F238E27FC236}">
                  <a16:creationId xmlns:a16="http://schemas.microsoft.com/office/drawing/2014/main" id="{A294C8A8-425E-8688-B550-1BF64A9C428B}"/>
                </a:ext>
                <a:ext uri="{C183D7F6-B498-43B3-948B-1728B52AA6E4}">
                  <adec:decorative xmlns:adec="http://schemas.microsoft.com/office/drawing/2017/decorative" val="1"/>
                </a:ext>
              </a:extLst>
            </p:cNvPr>
            <p:cNvSpPr/>
            <p:nvPr/>
          </p:nvSpPr>
          <p:spPr>
            <a:xfrm>
              <a:off x="6037520" y="2937122"/>
              <a:ext cx="358399" cy="450237"/>
            </a:xfrm>
            <a:custGeom>
              <a:avLst/>
              <a:gdLst>
                <a:gd name="connsiteX0" fmla="*/ 66549 w 594540"/>
                <a:gd name="connsiteY0" fmla="*/ 595091 h 746888"/>
                <a:gd name="connsiteX1" fmla="*/ 66549 w 594540"/>
                <a:gd name="connsiteY1" fmla="*/ 703439 h 746888"/>
                <a:gd name="connsiteX2" fmla="*/ 529092 w 594540"/>
                <a:gd name="connsiteY2" fmla="*/ 703439 h 746888"/>
                <a:gd name="connsiteX3" fmla="*/ 551091 w 594540"/>
                <a:gd name="connsiteY3" fmla="*/ 681439 h 746888"/>
                <a:gd name="connsiteX4" fmla="*/ 551091 w 594540"/>
                <a:gd name="connsiteY4" fmla="*/ 595091 h 746888"/>
                <a:gd name="connsiteX5" fmla="*/ 439993 w 594540"/>
                <a:gd name="connsiteY5" fmla="*/ 0 h 746888"/>
                <a:gd name="connsiteX6" fmla="*/ 439993 w 594540"/>
                <a:gd name="connsiteY6" fmla="*/ 372 h 746888"/>
                <a:gd name="connsiteX7" fmla="*/ 504209 w 594540"/>
                <a:gd name="connsiteY7" fmla="*/ 372 h 746888"/>
                <a:gd name="connsiteX8" fmla="*/ 504209 w 594540"/>
                <a:gd name="connsiteY8" fmla="*/ 44372 h 746888"/>
                <a:gd name="connsiteX9" fmla="*/ 362311 w 594540"/>
                <a:gd name="connsiteY9" fmla="*/ 44372 h 746888"/>
                <a:gd name="connsiteX10" fmla="*/ 362311 w 594540"/>
                <a:gd name="connsiteY10" fmla="*/ 44121 h 746888"/>
                <a:gd name="connsiteX11" fmla="*/ 87999 w 594540"/>
                <a:gd name="connsiteY11" fmla="*/ 44549 h 746888"/>
                <a:gd name="connsiteX12" fmla="*/ 65999 w 594540"/>
                <a:gd name="connsiteY12" fmla="*/ 66549 h 746888"/>
                <a:gd name="connsiteX13" fmla="*/ 65999 w 594540"/>
                <a:gd name="connsiteY13" fmla="*/ 394344 h 746888"/>
                <a:gd name="connsiteX14" fmla="*/ 65999 w 594540"/>
                <a:gd name="connsiteY14" fmla="*/ 492792 h 746888"/>
                <a:gd name="connsiteX15" fmla="*/ 65999 w 594540"/>
                <a:gd name="connsiteY15" fmla="*/ 571991 h 746888"/>
                <a:gd name="connsiteX16" fmla="*/ 550541 w 594540"/>
                <a:gd name="connsiteY16" fmla="*/ 571991 h 746888"/>
                <a:gd name="connsiteX17" fmla="*/ 550541 w 594540"/>
                <a:gd name="connsiteY17" fmla="*/ 231791 h 746888"/>
                <a:gd name="connsiteX18" fmla="*/ 550541 w 594540"/>
                <a:gd name="connsiteY18" fmla="*/ 152348 h 746888"/>
                <a:gd name="connsiteX19" fmla="*/ 550541 w 594540"/>
                <a:gd name="connsiteY19" fmla="*/ 89343 h 746888"/>
                <a:gd name="connsiteX20" fmla="*/ 594540 w 594540"/>
                <a:gd name="connsiteY20" fmla="*/ 89343 h 746888"/>
                <a:gd name="connsiteX21" fmla="*/ 594540 w 594540"/>
                <a:gd name="connsiteY21" fmla="*/ 129630 h 746888"/>
                <a:gd name="connsiteX22" fmla="*/ 594540 w 594540"/>
                <a:gd name="connsiteY22" fmla="*/ 152348 h 746888"/>
                <a:gd name="connsiteX23" fmla="*/ 594540 w 594540"/>
                <a:gd name="connsiteY23" fmla="*/ 158283 h 746888"/>
                <a:gd name="connsiteX24" fmla="*/ 594540 w 594540"/>
                <a:gd name="connsiteY24" fmla="*/ 174729 h 746888"/>
                <a:gd name="connsiteX25" fmla="*/ 594540 w 594540"/>
                <a:gd name="connsiteY25" fmla="*/ 175058 h 746888"/>
                <a:gd name="connsiteX26" fmla="*/ 594540 w 594540"/>
                <a:gd name="connsiteY26" fmla="*/ 231791 h 746888"/>
                <a:gd name="connsiteX27" fmla="*/ 594540 w 594540"/>
                <a:gd name="connsiteY27" fmla="*/ 234932 h 746888"/>
                <a:gd name="connsiteX28" fmla="*/ 594540 w 594540"/>
                <a:gd name="connsiteY28" fmla="*/ 680889 h 746888"/>
                <a:gd name="connsiteX29" fmla="*/ 528542 w 594540"/>
                <a:gd name="connsiteY29" fmla="*/ 746888 h 746888"/>
                <a:gd name="connsiteX30" fmla="*/ 21999 w 594540"/>
                <a:gd name="connsiteY30" fmla="*/ 746888 h 746888"/>
                <a:gd name="connsiteX31" fmla="*/ 21999 w 594540"/>
                <a:gd name="connsiteY31" fmla="*/ 198547 h 746888"/>
                <a:gd name="connsiteX32" fmla="*/ 0 w 594540"/>
                <a:gd name="connsiteY32" fmla="*/ 176547 h 746888"/>
                <a:gd name="connsiteX33" fmla="*/ 0 w 594540"/>
                <a:gd name="connsiteY33" fmla="*/ 133098 h 746888"/>
                <a:gd name="connsiteX34" fmla="*/ 21999 w 594540"/>
                <a:gd name="connsiteY34" fmla="*/ 111099 h 746888"/>
                <a:gd name="connsiteX35" fmla="*/ 21999 w 594540"/>
                <a:gd name="connsiteY35" fmla="*/ 66549 h 746888"/>
                <a:gd name="connsiteX36" fmla="*/ 87999 w 594540"/>
                <a:gd name="connsiteY36" fmla="*/ 550 h 74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94540" h="746888">
                  <a:moveTo>
                    <a:pt x="66549" y="595091"/>
                  </a:moveTo>
                  <a:lnTo>
                    <a:pt x="66549" y="703439"/>
                  </a:lnTo>
                  <a:lnTo>
                    <a:pt x="529092" y="703439"/>
                  </a:lnTo>
                  <a:cubicBezTo>
                    <a:pt x="541191" y="703439"/>
                    <a:pt x="551091" y="693539"/>
                    <a:pt x="551091" y="681439"/>
                  </a:cubicBezTo>
                  <a:lnTo>
                    <a:pt x="551091" y="595091"/>
                  </a:lnTo>
                  <a:close/>
                  <a:moveTo>
                    <a:pt x="439993" y="0"/>
                  </a:moveTo>
                  <a:lnTo>
                    <a:pt x="439993" y="372"/>
                  </a:lnTo>
                  <a:lnTo>
                    <a:pt x="504209" y="372"/>
                  </a:lnTo>
                  <a:cubicBezTo>
                    <a:pt x="504209" y="372"/>
                    <a:pt x="504209" y="35022"/>
                    <a:pt x="504209" y="44372"/>
                  </a:cubicBezTo>
                  <a:lnTo>
                    <a:pt x="362311" y="44372"/>
                  </a:lnTo>
                  <a:lnTo>
                    <a:pt x="362311" y="44121"/>
                  </a:lnTo>
                  <a:lnTo>
                    <a:pt x="87999" y="44549"/>
                  </a:lnTo>
                  <a:cubicBezTo>
                    <a:pt x="75899" y="44549"/>
                    <a:pt x="65999" y="54449"/>
                    <a:pt x="65999" y="66549"/>
                  </a:cubicBezTo>
                  <a:lnTo>
                    <a:pt x="65999" y="394344"/>
                  </a:lnTo>
                  <a:lnTo>
                    <a:pt x="65999" y="492792"/>
                  </a:lnTo>
                  <a:lnTo>
                    <a:pt x="65999" y="571991"/>
                  </a:lnTo>
                  <a:lnTo>
                    <a:pt x="550541" y="571991"/>
                  </a:lnTo>
                  <a:lnTo>
                    <a:pt x="550541" y="231791"/>
                  </a:lnTo>
                  <a:lnTo>
                    <a:pt x="550541" y="152348"/>
                  </a:lnTo>
                  <a:lnTo>
                    <a:pt x="550541" y="89343"/>
                  </a:lnTo>
                  <a:cubicBezTo>
                    <a:pt x="550541" y="88793"/>
                    <a:pt x="594540" y="89343"/>
                    <a:pt x="594540" y="89343"/>
                  </a:cubicBezTo>
                  <a:cubicBezTo>
                    <a:pt x="594540" y="89343"/>
                    <a:pt x="594540" y="104330"/>
                    <a:pt x="594540" y="129630"/>
                  </a:cubicBezTo>
                  <a:lnTo>
                    <a:pt x="594540" y="152348"/>
                  </a:lnTo>
                  <a:cubicBezTo>
                    <a:pt x="594540" y="152348"/>
                    <a:pt x="594540" y="154412"/>
                    <a:pt x="594540" y="158283"/>
                  </a:cubicBezTo>
                  <a:lnTo>
                    <a:pt x="594540" y="174729"/>
                  </a:lnTo>
                  <a:lnTo>
                    <a:pt x="594540" y="175058"/>
                  </a:lnTo>
                  <a:lnTo>
                    <a:pt x="594540" y="231791"/>
                  </a:lnTo>
                  <a:lnTo>
                    <a:pt x="594540" y="234932"/>
                  </a:lnTo>
                  <a:cubicBezTo>
                    <a:pt x="594540" y="383585"/>
                    <a:pt x="594540" y="680889"/>
                    <a:pt x="594540" y="680889"/>
                  </a:cubicBezTo>
                  <a:cubicBezTo>
                    <a:pt x="594540" y="717189"/>
                    <a:pt x="564841" y="746888"/>
                    <a:pt x="528542" y="746888"/>
                  </a:cubicBezTo>
                  <a:lnTo>
                    <a:pt x="21999" y="746888"/>
                  </a:lnTo>
                  <a:lnTo>
                    <a:pt x="21999" y="198547"/>
                  </a:lnTo>
                  <a:cubicBezTo>
                    <a:pt x="9900" y="198547"/>
                    <a:pt x="0" y="188647"/>
                    <a:pt x="0" y="176547"/>
                  </a:cubicBezTo>
                  <a:lnTo>
                    <a:pt x="0" y="133098"/>
                  </a:lnTo>
                  <a:cubicBezTo>
                    <a:pt x="0" y="120998"/>
                    <a:pt x="9900" y="111099"/>
                    <a:pt x="21999" y="111099"/>
                  </a:cubicBezTo>
                  <a:lnTo>
                    <a:pt x="21999" y="66549"/>
                  </a:lnTo>
                  <a:cubicBezTo>
                    <a:pt x="21999" y="30249"/>
                    <a:pt x="51699" y="550"/>
                    <a:pt x="87999" y="550"/>
                  </a:cubicBezTo>
                  <a:close/>
                </a:path>
              </a:pathLst>
            </a:custGeom>
            <a:grpFill/>
            <a:ln w="12601" cap="flat">
              <a:noFill/>
              <a:prstDash val="solid"/>
              <a:miter/>
            </a:ln>
          </p:spPr>
          <p:txBody>
            <a:bodyPr wrap="square" rtlCol="0" anchor="ctr">
              <a:noAutofit/>
            </a:bodyPr>
            <a:lstStyle/>
            <a:p>
              <a:endParaRPr lang="en-US" dirty="0"/>
            </a:p>
          </p:txBody>
        </p:sp>
        <p:sp>
          <p:nvSpPr>
            <p:cNvPr id="1461" name="Freeform: Shape 1460">
              <a:extLst>
                <a:ext uri="{FF2B5EF4-FFF2-40B4-BE49-F238E27FC236}">
                  <a16:creationId xmlns:a16="http://schemas.microsoft.com/office/drawing/2014/main" id="{B7687EB8-5E68-752D-1E3C-BC229F783995}"/>
                </a:ext>
                <a:ext uri="{C183D7F6-B498-43B3-948B-1728B52AA6E4}">
                  <adec:decorative xmlns:adec="http://schemas.microsoft.com/office/drawing/2017/decorative" val="1"/>
                </a:ext>
              </a:extLst>
            </p:cNvPr>
            <p:cNvSpPr/>
            <p:nvPr/>
          </p:nvSpPr>
          <p:spPr>
            <a:xfrm>
              <a:off x="6104136" y="2930159"/>
              <a:ext cx="298746" cy="417521"/>
            </a:xfrm>
            <a:custGeom>
              <a:avLst/>
              <a:gdLst>
                <a:gd name="connsiteX0" fmla="*/ 1392857 w 4481197"/>
                <a:gd name="connsiteY0" fmla="*/ 5864965 h 6262820"/>
                <a:gd name="connsiteX1" fmla="*/ 1392857 w 4481197"/>
                <a:gd name="connsiteY1" fmla="*/ 6063895 h 6262820"/>
                <a:gd name="connsiteX2" fmla="*/ 2183594 w 4481197"/>
                <a:gd name="connsiteY2" fmla="*/ 6063895 h 6262820"/>
                <a:gd name="connsiteX3" fmla="*/ 2183594 w 4481197"/>
                <a:gd name="connsiteY3" fmla="*/ 5864965 h 6262820"/>
                <a:gd name="connsiteX4" fmla="*/ 1348100 w 4481197"/>
                <a:gd name="connsiteY4" fmla="*/ 5666039 h 6262820"/>
                <a:gd name="connsiteX5" fmla="*/ 2228354 w 4481197"/>
                <a:gd name="connsiteY5" fmla="*/ 5666039 h 6262820"/>
                <a:gd name="connsiteX6" fmla="*/ 2382523 w 4481197"/>
                <a:gd name="connsiteY6" fmla="*/ 5820208 h 6262820"/>
                <a:gd name="connsiteX7" fmla="*/ 2382523 w 4481197"/>
                <a:gd name="connsiteY7" fmla="*/ 6108655 h 6262820"/>
                <a:gd name="connsiteX8" fmla="*/ 2228354 w 4481197"/>
                <a:gd name="connsiteY8" fmla="*/ 6262820 h 6262820"/>
                <a:gd name="connsiteX9" fmla="*/ 1348100 w 4481197"/>
                <a:gd name="connsiteY9" fmla="*/ 6262820 h 6262820"/>
                <a:gd name="connsiteX10" fmla="*/ 1193931 w 4481197"/>
                <a:gd name="connsiteY10" fmla="*/ 6108655 h 6262820"/>
                <a:gd name="connsiteX11" fmla="*/ 1193931 w 4481197"/>
                <a:gd name="connsiteY11" fmla="*/ 5820208 h 6262820"/>
                <a:gd name="connsiteX12" fmla="*/ 1348100 w 4481197"/>
                <a:gd name="connsiteY12" fmla="*/ 5666039 h 6262820"/>
                <a:gd name="connsiteX13" fmla="*/ 3083736 w 4481197"/>
                <a:gd name="connsiteY13" fmla="*/ 4082964 h 6262820"/>
                <a:gd name="connsiteX14" fmla="*/ 3481591 w 4481197"/>
                <a:gd name="connsiteY14" fmla="*/ 4082964 h 6262820"/>
                <a:gd name="connsiteX15" fmla="*/ 3581054 w 4481197"/>
                <a:gd name="connsiteY15" fmla="*/ 4182427 h 6262820"/>
                <a:gd name="connsiteX16" fmla="*/ 3581054 w 4481197"/>
                <a:gd name="connsiteY16" fmla="*/ 4580282 h 6262820"/>
                <a:gd name="connsiteX17" fmla="*/ 3481591 w 4481197"/>
                <a:gd name="connsiteY17" fmla="*/ 4679745 h 6262820"/>
                <a:gd name="connsiteX18" fmla="*/ 3083736 w 4481197"/>
                <a:gd name="connsiteY18" fmla="*/ 4679745 h 6262820"/>
                <a:gd name="connsiteX19" fmla="*/ 2984273 w 4481197"/>
                <a:gd name="connsiteY19" fmla="*/ 4580282 h 6262820"/>
                <a:gd name="connsiteX20" fmla="*/ 2984273 w 4481197"/>
                <a:gd name="connsiteY20" fmla="*/ 4182427 h 6262820"/>
                <a:gd name="connsiteX21" fmla="*/ 3083736 w 4481197"/>
                <a:gd name="connsiteY21" fmla="*/ 4082964 h 6262820"/>
                <a:gd name="connsiteX22" fmla="*/ 2099051 w 4481197"/>
                <a:gd name="connsiteY22" fmla="*/ 4082964 h 6262820"/>
                <a:gd name="connsiteX23" fmla="*/ 2496906 w 4481197"/>
                <a:gd name="connsiteY23" fmla="*/ 4082964 h 6262820"/>
                <a:gd name="connsiteX24" fmla="*/ 2596369 w 4481197"/>
                <a:gd name="connsiteY24" fmla="*/ 4182427 h 6262820"/>
                <a:gd name="connsiteX25" fmla="*/ 2596369 w 4481197"/>
                <a:gd name="connsiteY25" fmla="*/ 4580282 h 6262820"/>
                <a:gd name="connsiteX26" fmla="*/ 2496906 w 4481197"/>
                <a:gd name="connsiteY26" fmla="*/ 4679745 h 6262820"/>
                <a:gd name="connsiteX27" fmla="*/ 2099051 w 4481197"/>
                <a:gd name="connsiteY27" fmla="*/ 4679745 h 6262820"/>
                <a:gd name="connsiteX28" fmla="*/ 1999588 w 4481197"/>
                <a:gd name="connsiteY28" fmla="*/ 4580282 h 6262820"/>
                <a:gd name="connsiteX29" fmla="*/ 1999588 w 4481197"/>
                <a:gd name="connsiteY29" fmla="*/ 4182427 h 6262820"/>
                <a:gd name="connsiteX30" fmla="*/ 2099051 w 4481197"/>
                <a:gd name="connsiteY30" fmla="*/ 4082964 h 6262820"/>
                <a:gd name="connsiteX31" fmla="*/ 1094473 w 4481197"/>
                <a:gd name="connsiteY31" fmla="*/ 4082964 h 6262820"/>
                <a:gd name="connsiteX32" fmla="*/ 1492328 w 4481197"/>
                <a:gd name="connsiteY32" fmla="*/ 4082964 h 6262820"/>
                <a:gd name="connsiteX33" fmla="*/ 1591791 w 4481197"/>
                <a:gd name="connsiteY33" fmla="*/ 4182427 h 6262820"/>
                <a:gd name="connsiteX34" fmla="*/ 1591791 w 4481197"/>
                <a:gd name="connsiteY34" fmla="*/ 4580282 h 6262820"/>
                <a:gd name="connsiteX35" fmla="*/ 1492328 w 4481197"/>
                <a:gd name="connsiteY35" fmla="*/ 4679745 h 6262820"/>
                <a:gd name="connsiteX36" fmla="*/ 1094473 w 4481197"/>
                <a:gd name="connsiteY36" fmla="*/ 4679745 h 6262820"/>
                <a:gd name="connsiteX37" fmla="*/ 995010 w 4481197"/>
                <a:gd name="connsiteY37" fmla="*/ 4580282 h 6262820"/>
                <a:gd name="connsiteX38" fmla="*/ 995010 w 4481197"/>
                <a:gd name="connsiteY38" fmla="*/ 4182427 h 6262820"/>
                <a:gd name="connsiteX39" fmla="*/ 1094473 w 4481197"/>
                <a:gd name="connsiteY39" fmla="*/ 4082964 h 6262820"/>
                <a:gd name="connsiteX40" fmla="*/ 99842 w 4481197"/>
                <a:gd name="connsiteY40" fmla="*/ 4082964 h 6262820"/>
                <a:gd name="connsiteX41" fmla="*/ 497697 w 4481197"/>
                <a:gd name="connsiteY41" fmla="*/ 4082964 h 6262820"/>
                <a:gd name="connsiteX42" fmla="*/ 597160 w 4481197"/>
                <a:gd name="connsiteY42" fmla="*/ 4182427 h 6262820"/>
                <a:gd name="connsiteX43" fmla="*/ 597160 w 4481197"/>
                <a:gd name="connsiteY43" fmla="*/ 4580282 h 6262820"/>
                <a:gd name="connsiteX44" fmla="*/ 497697 w 4481197"/>
                <a:gd name="connsiteY44" fmla="*/ 4679745 h 6262820"/>
                <a:gd name="connsiteX45" fmla="*/ 99842 w 4481197"/>
                <a:gd name="connsiteY45" fmla="*/ 4679745 h 6262820"/>
                <a:gd name="connsiteX46" fmla="*/ 379 w 4481197"/>
                <a:gd name="connsiteY46" fmla="*/ 4580282 h 6262820"/>
                <a:gd name="connsiteX47" fmla="*/ 379 w 4481197"/>
                <a:gd name="connsiteY47" fmla="*/ 4182427 h 6262820"/>
                <a:gd name="connsiteX48" fmla="*/ 99842 w 4481197"/>
                <a:gd name="connsiteY48" fmla="*/ 4082964 h 6262820"/>
                <a:gd name="connsiteX49" fmla="*/ 3088709 w 4481197"/>
                <a:gd name="connsiteY49" fmla="*/ 3088333 h 6262820"/>
                <a:gd name="connsiteX50" fmla="*/ 3486564 w 4481197"/>
                <a:gd name="connsiteY50" fmla="*/ 3088333 h 6262820"/>
                <a:gd name="connsiteX51" fmla="*/ 3586031 w 4481197"/>
                <a:gd name="connsiteY51" fmla="*/ 3187796 h 6262820"/>
                <a:gd name="connsiteX52" fmla="*/ 3586031 w 4481197"/>
                <a:gd name="connsiteY52" fmla="*/ 3585651 h 6262820"/>
                <a:gd name="connsiteX53" fmla="*/ 3486564 w 4481197"/>
                <a:gd name="connsiteY53" fmla="*/ 3685114 h 6262820"/>
                <a:gd name="connsiteX54" fmla="*/ 3088709 w 4481197"/>
                <a:gd name="connsiteY54" fmla="*/ 3685114 h 6262820"/>
                <a:gd name="connsiteX55" fmla="*/ 2989246 w 4481197"/>
                <a:gd name="connsiteY55" fmla="*/ 3585651 h 6262820"/>
                <a:gd name="connsiteX56" fmla="*/ 2989246 w 4481197"/>
                <a:gd name="connsiteY56" fmla="*/ 3187796 h 6262820"/>
                <a:gd name="connsiteX57" fmla="*/ 3088709 w 4481197"/>
                <a:gd name="connsiteY57" fmla="*/ 3088333 h 6262820"/>
                <a:gd name="connsiteX58" fmla="*/ 2099051 w 4481197"/>
                <a:gd name="connsiteY58" fmla="*/ 3088333 h 6262820"/>
                <a:gd name="connsiteX59" fmla="*/ 2496906 w 4481197"/>
                <a:gd name="connsiteY59" fmla="*/ 3088333 h 6262820"/>
                <a:gd name="connsiteX60" fmla="*/ 2596369 w 4481197"/>
                <a:gd name="connsiteY60" fmla="*/ 3187796 h 6262820"/>
                <a:gd name="connsiteX61" fmla="*/ 2596369 w 4481197"/>
                <a:gd name="connsiteY61" fmla="*/ 3585651 h 6262820"/>
                <a:gd name="connsiteX62" fmla="*/ 2496906 w 4481197"/>
                <a:gd name="connsiteY62" fmla="*/ 3685114 h 6262820"/>
                <a:gd name="connsiteX63" fmla="*/ 2099051 w 4481197"/>
                <a:gd name="connsiteY63" fmla="*/ 3685114 h 6262820"/>
                <a:gd name="connsiteX64" fmla="*/ 1999588 w 4481197"/>
                <a:gd name="connsiteY64" fmla="*/ 3585651 h 6262820"/>
                <a:gd name="connsiteX65" fmla="*/ 1999588 w 4481197"/>
                <a:gd name="connsiteY65" fmla="*/ 3187796 h 6262820"/>
                <a:gd name="connsiteX66" fmla="*/ 2099051 w 4481197"/>
                <a:gd name="connsiteY66" fmla="*/ 3088333 h 6262820"/>
                <a:gd name="connsiteX67" fmla="*/ 1094473 w 4481197"/>
                <a:gd name="connsiteY67" fmla="*/ 3088333 h 6262820"/>
                <a:gd name="connsiteX68" fmla="*/ 1492328 w 4481197"/>
                <a:gd name="connsiteY68" fmla="*/ 3088333 h 6262820"/>
                <a:gd name="connsiteX69" fmla="*/ 1591791 w 4481197"/>
                <a:gd name="connsiteY69" fmla="*/ 3187796 h 6262820"/>
                <a:gd name="connsiteX70" fmla="*/ 1591791 w 4481197"/>
                <a:gd name="connsiteY70" fmla="*/ 3585651 h 6262820"/>
                <a:gd name="connsiteX71" fmla="*/ 1492328 w 4481197"/>
                <a:gd name="connsiteY71" fmla="*/ 3685114 h 6262820"/>
                <a:gd name="connsiteX72" fmla="*/ 1094473 w 4481197"/>
                <a:gd name="connsiteY72" fmla="*/ 3685114 h 6262820"/>
                <a:gd name="connsiteX73" fmla="*/ 995010 w 4481197"/>
                <a:gd name="connsiteY73" fmla="*/ 3585651 h 6262820"/>
                <a:gd name="connsiteX74" fmla="*/ 995010 w 4481197"/>
                <a:gd name="connsiteY74" fmla="*/ 3187796 h 6262820"/>
                <a:gd name="connsiteX75" fmla="*/ 1094473 w 4481197"/>
                <a:gd name="connsiteY75" fmla="*/ 3088333 h 6262820"/>
                <a:gd name="connsiteX76" fmla="*/ 99842 w 4481197"/>
                <a:gd name="connsiteY76" fmla="*/ 3088333 h 6262820"/>
                <a:gd name="connsiteX77" fmla="*/ 497697 w 4481197"/>
                <a:gd name="connsiteY77" fmla="*/ 3088333 h 6262820"/>
                <a:gd name="connsiteX78" fmla="*/ 597160 w 4481197"/>
                <a:gd name="connsiteY78" fmla="*/ 3187796 h 6262820"/>
                <a:gd name="connsiteX79" fmla="*/ 597160 w 4481197"/>
                <a:gd name="connsiteY79" fmla="*/ 3585651 h 6262820"/>
                <a:gd name="connsiteX80" fmla="*/ 497697 w 4481197"/>
                <a:gd name="connsiteY80" fmla="*/ 3685114 h 6262820"/>
                <a:gd name="connsiteX81" fmla="*/ 99842 w 4481197"/>
                <a:gd name="connsiteY81" fmla="*/ 3685114 h 6262820"/>
                <a:gd name="connsiteX82" fmla="*/ 379 w 4481197"/>
                <a:gd name="connsiteY82" fmla="*/ 3585651 h 6262820"/>
                <a:gd name="connsiteX83" fmla="*/ 379 w 4481197"/>
                <a:gd name="connsiteY83" fmla="*/ 3187796 h 6262820"/>
                <a:gd name="connsiteX84" fmla="*/ 99842 w 4481197"/>
                <a:gd name="connsiteY84" fmla="*/ 3088333 h 6262820"/>
                <a:gd name="connsiteX85" fmla="*/ 3083736 w 4481197"/>
                <a:gd name="connsiteY85" fmla="*/ 2093701 h 6262820"/>
                <a:gd name="connsiteX86" fmla="*/ 3481591 w 4481197"/>
                <a:gd name="connsiteY86" fmla="*/ 2093701 h 6262820"/>
                <a:gd name="connsiteX87" fmla="*/ 3581054 w 4481197"/>
                <a:gd name="connsiteY87" fmla="*/ 2193164 h 6262820"/>
                <a:gd name="connsiteX88" fmla="*/ 3581054 w 4481197"/>
                <a:gd name="connsiteY88" fmla="*/ 2591019 h 6262820"/>
                <a:gd name="connsiteX89" fmla="*/ 3481591 w 4481197"/>
                <a:gd name="connsiteY89" fmla="*/ 2690482 h 6262820"/>
                <a:gd name="connsiteX90" fmla="*/ 3083736 w 4481197"/>
                <a:gd name="connsiteY90" fmla="*/ 2690482 h 6262820"/>
                <a:gd name="connsiteX91" fmla="*/ 2984273 w 4481197"/>
                <a:gd name="connsiteY91" fmla="*/ 2591019 h 6262820"/>
                <a:gd name="connsiteX92" fmla="*/ 2984273 w 4481197"/>
                <a:gd name="connsiteY92" fmla="*/ 2193164 h 6262820"/>
                <a:gd name="connsiteX93" fmla="*/ 3083736 w 4481197"/>
                <a:gd name="connsiteY93" fmla="*/ 2093701 h 6262820"/>
                <a:gd name="connsiteX94" fmla="*/ 2092314 w 4481197"/>
                <a:gd name="connsiteY94" fmla="*/ 2093701 h 6262820"/>
                <a:gd name="connsiteX95" fmla="*/ 2490169 w 4481197"/>
                <a:gd name="connsiteY95" fmla="*/ 2093701 h 6262820"/>
                <a:gd name="connsiteX96" fmla="*/ 2589632 w 4481197"/>
                <a:gd name="connsiteY96" fmla="*/ 2193164 h 6262820"/>
                <a:gd name="connsiteX97" fmla="*/ 2589632 w 4481197"/>
                <a:gd name="connsiteY97" fmla="*/ 2591019 h 6262820"/>
                <a:gd name="connsiteX98" fmla="*/ 2490169 w 4481197"/>
                <a:gd name="connsiteY98" fmla="*/ 2690482 h 6262820"/>
                <a:gd name="connsiteX99" fmla="*/ 2092314 w 4481197"/>
                <a:gd name="connsiteY99" fmla="*/ 2690482 h 6262820"/>
                <a:gd name="connsiteX100" fmla="*/ 1992851 w 4481197"/>
                <a:gd name="connsiteY100" fmla="*/ 2591019 h 6262820"/>
                <a:gd name="connsiteX101" fmla="*/ 1992851 w 4481197"/>
                <a:gd name="connsiteY101" fmla="*/ 2193164 h 6262820"/>
                <a:gd name="connsiteX102" fmla="*/ 2092314 w 4481197"/>
                <a:gd name="connsiteY102" fmla="*/ 2093701 h 6262820"/>
                <a:gd name="connsiteX103" fmla="*/ 1104420 w 4481197"/>
                <a:gd name="connsiteY103" fmla="*/ 2093701 h 6262820"/>
                <a:gd name="connsiteX104" fmla="*/ 1502275 w 4481197"/>
                <a:gd name="connsiteY104" fmla="*/ 2093701 h 6262820"/>
                <a:gd name="connsiteX105" fmla="*/ 1601738 w 4481197"/>
                <a:gd name="connsiteY105" fmla="*/ 2193164 h 6262820"/>
                <a:gd name="connsiteX106" fmla="*/ 1601738 w 4481197"/>
                <a:gd name="connsiteY106" fmla="*/ 2591019 h 6262820"/>
                <a:gd name="connsiteX107" fmla="*/ 1502275 w 4481197"/>
                <a:gd name="connsiteY107" fmla="*/ 2690482 h 6262820"/>
                <a:gd name="connsiteX108" fmla="*/ 1104420 w 4481197"/>
                <a:gd name="connsiteY108" fmla="*/ 2690482 h 6262820"/>
                <a:gd name="connsiteX109" fmla="*/ 1004957 w 4481197"/>
                <a:gd name="connsiteY109" fmla="*/ 2591019 h 6262820"/>
                <a:gd name="connsiteX110" fmla="*/ 1004957 w 4481197"/>
                <a:gd name="connsiteY110" fmla="*/ 2193164 h 6262820"/>
                <a:gd name="connsiteX111" fmla="*/ 1104420 w 4481197"/>
                <a:gd name="connsiteY111" fmla="*/ 2093701 h 6262820"/>
                <a:gd name="connsiteX112" fmla="*/ 99840 w 4481197"/>
                <a:gd name="connsiteY112" fmla="*/ 2088728 h 6262820"/>
                <a:gd name="connsiteX113" fmla="*/ 497696 w 4481197"/>
                <a:gd name="connsiteY113" fmla="*/ 2088728 h 6262820"/>
                <a:gd name="connsiteX114" fmla="*/ 597159 w 4481197"/>
                <a:gd name="connsiteY114" fmla="*/ 2188191 h 6262820"/>
                <a:gd name="connsiteX115" fmla="*/ 597159 w 4481197"/>
                <a:gd name="connsiteY115" fmla="*/ 2591019 h 6262820"/>
                <a:gd name="connsiteX116" fmla="*/ 497696 w 4481197"/>
                <a:gd name="connsiteY116" fmla="*/ 2690482 h 6262820"/>
                <a:gd name="connsiteX117" fmla="*/ 99840 w 4481197"/>
                <a:gd name="connsiteY117" fmla="*/ 2690482 h 6262820"/>
                <a:gd name="connsiteX118" fmla="*/ 377 w 4481197"/>
                <a:gd name="connsiteY118" fmla="*/ 2591019 h 6262820"/>
                <a:gd name="connsiteX119" fmla="*/ 377 w 4481197"/>
                <a:gd name="connsiteY119" fmla="*/ 2188191 h 6262820"/>
                <a:gd name="connsiteX120" fmla="*/ 99840 w 4481197"/>
                <a:gd name="connsiteY120" fmla="*/ 2088728 h 6262820"/>
                <a:gd name="connsiteX121" fmla="*/ 1790710 w 4481197"/>
                <a:gd name="connsiteY121" fmla="*/ 691272 h 6262820"/>
                <a:gd name="connsiteX122" fmla="*/ 2009526 w 4481197"/>
                <a:gd name="connsiteY122" fmla="*/ 910093 h 6262820"/>
                <a:gd name="connsiteX123" fmla="*/ 1790710 w 4481197"/>
                <a:gd name="connsiteY123" fmla="*/ 1128909 h 6262820"/>
                <a:gd name="connsiteX124" fmla="*/ 1571889 w 4481197"/>
                <a:gd name="connsiteY124" fmla="*/ 910093 h 6262820"/>
                <a:gd name="connsiteX125" fmla="*/ 1790710 w 4481197"/>
                <a:gd name="connsiteY125" fmla="*/ 691272 h 6262820"/>
                <a:gd name="connsiteX126" fmla="*/ 3884412 w 4481197"/>
                <a:gd name="connsiteY126" fmla="*/ 0 h 6262820"/>
                <a:gd name="connsiteX127" fmla="*/ 4481197 w 4481197"/>
                <a:gd name="connsiteY127" fmla="*/ 0 h 6262820"/>
                <a:gd name="connsiteX128" fmla="*/ 4481197 w 4481197"/>
                <a:gd name="connsiteY128" fmla="*/ 596781 h 6262820"/>
                <a:gd name="connsiteX129" fmla="*/ 3884412 w 4481197"/>
                <a:gd name="connsiteY129" fmla="*/ 596781 h 6262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481197" h="6262820">
                  <a:moveTo>
                    <a:pt x="1392857" y="5864965"/>
                  </a:moveTo>
                  <a:lnTo>
                    <a:pt x="1392857" y="6063895"/>
                  </a:lnTo>
                  <a:lnTo>
                    <a:pt x="2183594" y="6063895"/>
                  </a:lnTo>
                  <a:lnTo>
                    <a:pt x="2183594" y="5864965"/>
                  </a:lnTo>
                  <a:close/>
                  <a:moveTo>
                    <a:pt x="1348100" y="5666039"/>
                  </a:moveTo>
                  <a:lnTo>
                    <a:pt x="2228354" y="5666039"/>
                  </a:lnTo>
                  <a:cubicBezTo>
                    <a:pt x="2312898" y="5666039"/>
                    <a:pt x="2382523" y="5735664"/>
                    <a:pt x="2382523" y="5820208"/>
                  </a:cubicBezTo>
                  <a:lnTo>
                    <a:pt x="2382523" y="6108655"/>
                  </a:lnTo>
                  <a:cubicBezTo>
                    <a:pt x="2382523" y="6193199"/>
                    <a:pt x="2312898" y="6262820"/>
                    <a:pt x="2228354" y="6262820"/>
                  </a:cubicBezTo>
                  <a:lnTo>
                    <a:pt x="1348100" y="6262820"/>
                  </a:lnTo>
                  <a:cubicBezTo>
                    <a:pt x="1263556" y="6262820"/>
                    <a:pt x="1193931" y="6193199"/>
                    <a:pt x="1193931" y="6108655"/>
                  </a:cubicBezTo>
                  <a:lnTo>
                    <a:pt x="1193931" y="5820208"/>
                  </a:lnTo>
                  <a:cubicBezTo>
                    <a:pt x="1193931" y="5735664"/>
                    <a:pt x="1263556" y="5666039"/>
                    <a:pt x="1348100" y="5666039"/>
                  </a:cubicBezTo>
                  <a:close/>
                  <a:moveTo>
                    <a:pt x="3083736" y="4082964"/>
                  </a:moveTo>
                  <a:lnTo>
                    <a:pt x="3481591" y="4082964"/>
                  </a:lnTo>
                  <a:cubicBezTo>
                    <a:pt x="3536298" y="4082964"/>
                    <a:pt x="3581054" y="4127725"/>
                    <a:pt x="3581054" y="4182427"/>
                  </a:cubicBezTo>
                  <a:lnTo>
                    <a:pt x="3581054" y="4580282"/>
                  </a:lnTo>
                  <a:cubicBezTo>
                    <a:pt x="3581054" y="4634989"/>
                    <a:pt x="3536298" y="4679745"/>
                    <a:pt x="3481591" y="4679745"/>
                  </a:cubicBezTo>
                  <a:lnTo>
                    <a:pt x="3083736" y="4679745"/>
                  </a:lnTo>
                  <a:cubicBezTo>
                    <a:pt x="3029034" y="4679745"/>
                    <a:pt x="2984273" y="4634989"/>
                    <a:pt x="2984273" y="4580282"/>
                  </a:cubicBezTo>
                  <a:lnTo>
                    <a:pt x="2984273" y="4182427"/>
                  </a:lnTo>
                  <a:cubicBezTo>
                    <a:pt x="2984273" y="4127725"/>
                    <a:pt x="3029034" y="4082964"/>
                    <a:pt x="3083736" y="4082964"/>
                  </a:cubicBezTo>
                  <a:close/>
                  <a:moveTo>
                    <a:pt x="2099051" y="4082964"/>
                  </a:moveTo>
                  <a:lnTo>
                    <a:pt x="2496906" y="4082964"/>
                  </a:lnTo>
                  <a:cubicBezTo>
                    <a:pt x="2551613" y="4082964"/>
                    <a:pt x="2596369" y="4127725"/>
                    <a:pt x="2596369" y="4182427"/>
                  </a:cubicBezTo>
                  <a:lnTo>
                    <a:pt x="2596369" y="4580282"/>
                  </a:lnTo>
                  <a:cubicBezTo>
                    <a:pt x="2596369" y="4634989"/>
                    <a:pt x="2551613" y="4679745"/>
                    <a:pt x="2496906" y="4679745"/>
                  </a:cubicBezTo>
                  <a:lnTo>
                    <a:pt x="2099051" y="4679745"/>
                  </a:lnTo>
                  <a:cubicBezTo>
                    <a:pt x="2044349" y="4679745"/>
                    <a:pt x="1999588" y="4634989"/>
                    <a:pt x="1999588" y="4580282"/>
                  </a:cubicBezTo>
                  <a:lnTo>
                    <a:pt x="1999588" y="4182427"/>
                  </a:lnTo>
                  <a:cubicBezTo>
                    <a:pt x="1999588" y="4127725"/>
                    <a:pt x="2044349" y="4082964"/>
                    <a:pt x="2099051" y="4082964"/>
                  </a:cubicBezTo>
                  <a:close/>
                  <a:moveTo>
                    <a:pt x="1094473" y="4082964"/>
                  </a:moveTo>
                  <a:lnTo>
                    <a:pt x="1492328" y="4082964"/>
                  </a:lnTo>
                  <a:cubicBezTo>
                    <a:pt x="1547035" y="4082964"/>
                    <a:pt x="1591791" y="4127725"/>
                    <a:pt x="1591791" y="4182427"/>
                  </a:cubicBezTo>
                  <a:lnTo>
                    <a:pt x="1591791" y="4580282"/>
                  </a:lnTo>
                  <a:cubicBezTo>
                    <a:pt x="1591791" y="4634989"/>
                    <a:pt x="1547035" y="4679745"/>
                    <a:pt x="1492328" y="4679745"/>
                  </a:cubicBezTo>
                  <a:lnTo>
                    <a:pt x="1094473" y="4679745"/>
                  </a:lnTo>
                  <a:cubicBezTo>
                    <a:pt x="1039771" y="4679745"/>
                    <a:pt x="995010" y="4634989"/>
                    <a:pt x="995010" y="4580282"/>
                  </a:cubicBezTo>
                  <a:lnTo>
                    <a:pt x="995010" y="4182427"/>
                  </a:lnTo>
                  <a:cubicBezTo>
                    <a:pt x="995010" y="4127725"/>
                    <a:pt x="1039771" y="4082964"/>
                    <a:pt x="1094473" y="4082964"/>
                  </a:cubicBezTo>
                  <a:close/>
                  <a:moveTo>
                    <a:pt x="99842" y="4082964"/>
                  </a:moveTo>
                  <a:lnTo>
                    <a:pt x="497697" y="4082964"/>
                  </a:lnTo>
                  <a:cubicBezTo>
                    <a:pt x="552404" y="4082964"/>
                    <a:pt x="597160" y="4127725"/>
                    <a:pt x="597160" y="4182427"/>
                  </a:cubicBezTo>
                  <a:lnTo>
                    <a:pt x="597160" y="4580282"/>
                  </a:lnTo>
                  <a:cubicBezTo>
                    <a:pt x="597160" y="4634989"/>
                    <a:pt x="552404" y="4679745"/>
                    <a:pt x="497697" y="4679745"/>
                  </a:cubicBezTo>
                  <a:lnTo>
                    <a:pt x="99842" y="4679745"/>
                  </a:lnTo>
                  <a:cubicBezTo>
                    <a:pt x="45140" y="4679745"/>
                    <a:pt x="5352" y="4634989"/>
                    <a:pt x="379" y="4580282"/>
                  </a:cubicBezTo>
                  <a:lnTo>
                    <a:pt x="379" y="4182427"/>
                  </a:lnTo>
                  <a:cubicBezTo>
                    <a:pt x="379" y="4127725"/>
                    <a:pt x="45140" y="4082964"/>
                    <a:pt x="99842" y="4082964"/>
                  </a:cubicBezTo>
                  <a:close/>
                  <a:moveTo>
                    <a:pt x="3088709" y="3088333"/>
                  </a:moveTo>
                  <a:lnTo>
                    <a:pt x="3486564" y="3088333"/>
                  </a:lnTo>
                  <a:cubicBezTo>
                    <a:pt x="3541271" y="3088333"/>
                    <a:pt x="3586031" y="3133093"/>
                    <a:pt x="3586031" y="3187796"/>
                  </a:cubicBezTo>
                  <a:lnTo>
                    <a:pt x="3586031" y="3585651"/>
                  </a:lnTo>
                  <a:cubicBezTo>
                    <a:pt x="3586031" y="3640357"/>
                    <a:pt x="3541271" y="3685114"/>
                    <a:pt x="3486564" y="3685114"/>
                  </a:cubicBezTo>
                  <a:lnTo>
                    <a:pt x="3088709" y="3685114"/>
                  </a:lnTo>
                  <a:cubicBezTo>
                    <a:pt x="3034007" y="3685114"/>
                    <a:pt x="2989246" y="3640357"/>
                    <a:pt x="2989246" y="3585651"/>
                  </a:cubicBezTo>
                  <a:lnTo>
                    <a:pt x="2989246" y="3187796"/>
                  </a:lnTo>
                  <a:cubicBezTo>
                    <a:pt x="2989246" y="3133093"/>
                    <a:pt x="3034007" y="3088333"/>
                    <a:pt x="3088709" y="3088333"/>
                  </a:cubicBezTo>
                  <a:close/>
                  <a:moveTo>
                    <a:pt x="2099051" y="3088333"/>
                  </a:moveTo>
                  <a:lnTo>
                    <a:pt x="2496906" y="3088333"/>
                  </a:lnTo>
                  <a:cubicBezTo>
                    <a:pt x="2551613" y="3088333"/>
                    <a:pt x="2596369" y="3133093"/>
                    <a:pt x="2596369" y="3187796"/>
                  </a:cubicBezTo>
                  <a:lnTo>
                    <a:pt x="2596369" y="3585651"/>
                  </a:lnTo>
                  <a:cubicBezTo>
                    <a:pt x="2596369" y="3640357"/>
                    <a:pt x="2551613" y="3685114"/>
                    <a:pt x="2496906" y="3685114"/>
                  </a:cubicBezTo>
                  <a:lnTo>
                    <a:pt x="2099051" y="3685114"/>
                  </a:lnTo>
                  <a:cubicBezTo>
                    <a:pt x="2044349" y="3685114"/>
                    <a:pt x="1999588" y="3640357"/>
                    <a:pt x="1999588" y="3585651"/>
                  </a:cubicBezTo>
                  <a:lnTo>
                    <a:pt x="1999588" y="3187796"/>
                  </a:lnTo>
                  <a:cubicBezTo>
                    <a:pt x="1999588" y="3133093"/>
                    <a:pt x="2044349" y="3088333"/>
                    <a:pt x="2099051" y="3088333"/>
                  </a:cubicBezTo>
                  <a:close/>
                  <a:moveTo>
                    <a:pt x="1094473" y="3088333"/>
                  </a:moveTo>
                  <a:lnTo>
                    <a:pt x="1492328" y="3088333"/>
                  </a:lnTo>
                  <a:cubicBezTo>
                    <a:pt x="1547035" y="3088333"/>
                    <a:pt x="1591791" y="3133093"/>
                    <a:pt x="1591791" y="3187796"/>
                  </a:cubicBezTo>
                  <a:lnTo>
                    <a:pt x="1591791" y="3585651"/>
                  </a:lnTo>
                  <a:cubicBezTo>
                    <a:pt x="1591791" y="3640357"/>
                    <a:pt x="1547035" y="3685114"/>
                    <a:pt x="1492328" y="3685114"/>
                  </a:cubicBezTo>
                  <a:lnTo>
                    <a:pt x="1094473" y="3685114"/>
                  </a:lnTo>
                  <a:cubicBezTo>
                    <a:pt x="1039771" y="3685114"/>
                    <a:pt x="995010" y="3640357"/>
                    <a:pt x="995010" y="3585651"/>
                  </a:cubicBezTo>
                  <a:lnTo>
                    <a:pt x="995010" y="3187796"/>
                  </a:lnTo>
                  <a:cubicBezTo>
                    <a:pt x="995010" y="3133093"/>
                    <a:pt x="1039771" y="3088333"/>
                    <a:pt x="1094473" y="3088333"/>
                  </a:cubicBezTo>
                  <a:close/>
                  <a:moveTo>
                    <a:pt x="99842" y="3088333"/>
                  </a:moveTo>
                  <a:lnTo>
                    <a:pt x="497697" y="3088333"/>
                  </a:lnTo>
                  <a:cubicBezTo>
                    <a:pt x="552404" y="3088333"/>
                    <a:pt x="597160" y="3133093"/>
                    <a:pt x="597160" y="3187796"/>
                  </a:cubicBezTo>
                  <a:lnTo>
                    <a:pt x="597160" y="3585651"/>
                  </a:lnTo>
                  <a:cubicBezTo>
                    <a:pt x="597160" y="3640357"/>
                    <a:pt x="552404" y="3685114"/>
                    <a:pt x="497697" y="3685114"/>
                  </a:cubicBezTo>
                  <a:lnTo>
                    <a:pt x="99842" y="3685114"/>
                  </a:lnTo>
                  <a:cubicBezTo>
                    <a:pt x="45140" y="3685114"/>
                    <a:pt x="5352" y="3640357"/>
                    <a:pt x="379" y="3585651"/>
                  </a:cubicBezTo>
                  <a:lnTo>
                    <a:pt x="379" y="3187796"/>
                  </a:lnTo>
                  <a:cubicBezTo>
                    <a:pt x="379" y="3133093"/>
                    <a:pt x="45140" y="3088333"/>
                    <a:pt x="99842" y="3088333"/>
                  </a:cubicBezTo>
                  <a:close/>
                  <a:moveTo>
                    <a:pt x="3083736" y="2093701"/>
                  </a:moveTo>
                  <a:lnTo>
                    <a:pt x="3481591" y="2093701"/>
                  </a:lnTo>
                  <a:cubicBezTo>
                    <a:pt x="3536298" y="2093701"/>
                    <a:pt x="3581054" y="2138461"/>
                    <a:pt x="3581054" y="2193164"/>
                  </a:cubicBezTo>
                  <a:lnTo>
                    <a:pt x="3581054" y="2591019"/>
                  </a:lnTo>
                  <a:cubicBezTo>
                    <a:pt x="3581054" y="2645725"/>
                    <a:pt x="3536298" y="2690482"/>
                    <a:pt x="3481591" y="2690482"/>
                  </a:cubicBezTo>
                  <a:lnTo>
                    <a:pt x="3083736" y="2690482"/>
                  </a:lnTo>
                  <a:cubicBezTo>
                    <a:pt x="3029034" y="2690482"/>
                    <a:pt x="2984273" y="2645725"/>
                    <a:pt x="2984273" y="2591019"/>
                  </a:cubicBezTo>
                  <a:lnTo>
                    <a:pt x="2984273" y="2193164"/>
                  </a:lnTo>
                  <a:cubicBezTo>
                    <a:pt x="2984273" y="2138461"/>
                    <a:pt x="3029034" y="2093701"/>
                    <a:pt x="3083736" y="2093701"/>
                  </a:cubicBezTo>
                  <a:close/>
                  <a:moveTo>
                    <a:pt x="2092314" y="2093701"/>
                  </a:moveTo>
                  <a:lnTo>
                    <a:pt x="2490169" y="2093701"/>
                  </a:lnTo>
                  <a:cubicBezTo>
                    <a:pt x="2544876" y="2093701"/>
                    <a:pt x="2589632" y="2138461"/>
                    <a:pt x="2589632" y="2193164"/>
                  </a:cubicBezTo>
                  <a:lnTo>
                    <a:pt x="2589632" y="2591019"/>
                  </a:lnTo>
                  <a:cubicBezTo>
                    <a:pt x="2589632" y="2645725"/>
                    <a:pt x="2544876" y="2690482"/>
                    <a:pt x="2490169" y="2690482"/>
                  </a:cubicBezTo>
                  <a:lnTo>
                    <a:pt x="2092314" y="2690482"/>
                  </a:lnTo>
                  <a:cubicBezTo>
                    <a:pt x="2037612" y="2690482"/>
                    <a:pt x="1992851" y="2645725"/>
                    <a:pt x="1992851" y="2591019"/>
                  </a:cubicBezTo>
                  <a:lnTo>
                    <a:pt x="1992851" y="2193164"/>
                  </a:lnTo>
                  <a:cubicBezTo>
                    <a:pt x="1992851" y="2138461"/>
                    <a:pt x="2037612" y="2093701"/>
                    <a:pt x="2092314" y="2093701"/>
                  </a:cubicBezTo>
                  <a:close/>
                  <a:moveTo>
                    <a:pt x="1104420" y="2093701"/>
                  </a:moveTo>
                  <a:lnTo>
                    <a:pt x="1502275" y="2093701"/>
                  </a:lnTo>
                  <a:cubicBezTo>
                    <a:pt x="1556982" y="2093701"/>
                    <a:pt x="1601738" y="2138461"/>
                    <a:pt x="1601738" y="2193164"/>
                  </a:cubicBezTo>
                  <a:lnTo>
                    <a:pt x="1601738" y="2591019"/>
                  </a:lnTo>
                  <a:cubicBezTo>
                    <a:pt x="1601738" y="2645725"/>
                    <a:pt x="1556982" y="2690482"/>
                    <a:pt x="1502275" y="2690482"/>
                  </a:cubicBezTo>
                  <a:lnTo>
                    <a:pt x="1104420" y="2690482"/>
                  </a:lnTo>
                  <a:cubicBezTo>
                    <a:pt x="1049718" y="2690482"/>
                    <a:pt x="1004957" y="2645725"/>
                    <a:pt x="1004957" y="2591019"/>
                  </a:cubicBezTo>
                  <a:lnTo>
                    <a:pt x="1004957" y="2193164"/>
                  </a:lnTo>
                  <a:cubicBezTo>
                    <a:pt x="1004957" y="2138461"/>
                    <a:pt x="1049718" y="2093701"/>
                    <a:pt x="1104420" y="2093701"/>
                  </a:cubicBezTo>
                  <a:close/>
                  <a:moveTo>
                    <a:pt x="99840" y="2088728"/>
                  </a:moveTo>
                  <a:lnTo>
                    <a:pt x="497696" y="2088728"/>
                  </a:lnTo>
                  <a:cubicBezTo>
                    <a:pt x="552403" y="2088728"/>
                    <a:pt x="597159" y="2133489"/>
                    <a:pt x="597159" y="2188191"/>
                  </a:cubicBezTo>
                  <a:lnTo>
                    <a:pt x="597159" y="2591019"/>
                  </a:lnTo>
                  <a:cubicBezTo>
                    <a:pt x="597159" y="2645725"/>
                    <a:pt x="552403" y="2690482"/>
                    <a:pt x="497696" y="2690482"/>
                  </a:cubicBezTo>
                  <a:lnTo>
                    <a:pt x="99840" y="2690482"/>
                  </a:lnTo>
                  <a:cubicBezTo>
                    <a:pt x="40161" y="2690482"/>
                    <a:pt x="-4596" y="2645725"/>
                    <a:pt x="377" y="2591019"/>
                  </a:cubicBezTo>
                  <a:lnTo>
                    <a:pt x="377" y="2188191"/>
                  </a:lnTo>
                  <a:cubicBezTo>
                    <a:pt x="377" y="2133489"/>
                    <a:pt x="45134" y="2088728"/>
                    <a:pt x="99840" y="2088728"/>
                  </a:cubicBezTo>
                  <a:close/>
                  <a:moveTo>
                    <a:pt x="1790710" y="691272"/>
                  </a:moveTo>
                  <a:cubicBezTo>
                    <a:pt x="1911561" y="691272"/>
                    <a:pt x="2009526" y="789241"/>
                    <a:pt x="2009526" y="910093"/>
                  </a:cubicBezTo>
                  <a:cubicBezTo>
                    <a:pt x="2009526" y="1030944"/>
                    <a:pt x="1911561" y="1128909"/>
                    <a:pt x="1790710" y="1128909"/>
                  </a:cubicBezTo>
                  <a:cubicBezTo>
                    <a:pt x="1669858" y="1128909"/>
                    <a:pt x="1571889" y="1030944"/>
                    <a:pt x="1571889" y="910093"/>
                  </a:cubicBezTo>
                  <a:cubicBezTo>
                    <a:pt x="1571889" y="789241"/>
                    <a:pt x="1669858" y="691272"/>
                    <a:pt x="1790710" y="691272"/>
                  </a:cubicBezTo>
                  <a:close/>
                  <a:moveTo>
                    <a:pt x="3884412" y="0"/>
                  </a:moveTo>
                  <a:lnTo>
                    <a:pt x="4481197" y="0"/>
                  </a:lnTo>
                  <a:lnTo>
                    <a:pt x="4481197" y="596781"/>
                  </a:lnTo>
                  <a:lnTo>
                    <a:pt x="3884412" y="596781"/>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80" name="Group 79">
            <a:extLst>
              <a:ext uri="{FF2B5EF4-FFF2-40B4-BE49-F238E27FC236}">
                <a16:creationId xmlns:a16="http://schemas.microsoft.com/office/drawing/2014/main" id="{B506EAE0-24AB-7A17-A606-D2BBB6B5D9FF}"/>
              </a:ext>
              <a:ext uri="{C183D7F6-B498-43B3-948B-1728B52AA6E4}">
                <adec:decorative xmlns:adec="http://schemas.microsoft.com/office/drawing/2017/decorative" val="1"/>
              </a:ext>
            </a:extLst>
          </p:cNvPr>
          <p:cNvGrpSpPr>
            <a:grpSpLocks noChangeAspect="1"/>
          </p:cNvGrpSpPr>
          <p:nvPr/>
        </p:nvGrpSpPr>
        <p:grpSpPr>
          <a:xfrm>
            <a:off x="6592203" y="2930159"/>
            <a:ext cx="363147" cy="457200"/>
            <a:chOff x="6592203" y="2930159"/>
            <a:chExt cx="363147" cy="457200"/>
          </a:xfrm>
          <a:solidFill>
            <a:schemeClr val="accent2"/>
          </a:solidFill>
        </p:grpSpPr>
        <p:sp>
          <p:nvSpPr>
            <p:cNvPr id="1477" name="Freeform: Shape 1476">
              <a:extLst>
                <a:ext uri="{FF2B5EF4-FFF2-40B4-BE49-F238E27FC236}">
                  <a16:creationId xmlns:a16="http://schemas.microsoft.com/office/drawing/2014/main" id="{BC798CBE-6E45-D8B8-D5D5-8F917075730F}"/>
                </a:ext>
                <a:ext uri="{C183D7F6-B498-43B3-948B-1728B52AA6E4}">
                  <adec:decorative xmlns:adec="http://schemas.microsoft.com/office/drawing/2017/decorative" val="1"/>
                </a:ext>
              </a:extLst>
            </p:cNvPr>
            <p:cNvSpPr/>
            <p:nvPr/>
          </p:nvSpPr>
          <p:spPr>
            <a:xfrm>
              <a:off x="6592203" y="2955576"/>
              <a:ext cx="337957" cy="426762"/>
            </a:xfrm>
            <a:custGeom>
              <a:avLst/>
              <a:gdLst>
                <a:gd name="connsiteX0" fmla="*/ 3822036 w 5069369"/>
                <a:gd name="connsiteY0" fmla="*/ 0 h 6401429"/>
                <a:gd name="connsiteX1" fmla="*/ 5069369 w 5069369"/>
                <a:gd name="connsiteY1" fmla="*/ 0 h 6401429"/>
                <a:gd name="connsiteX2" fmla="*/ 5069369 w 5069369"/>
                <a:gd name="connsiteY2" fmla="*/ 42363 h 6401429"/>
                <a:gd name="connsiteX3" fmla="*/ 5069369 w 5069369"/>
                <a:gd name="connsiteY3" fmla="*/ 875489 h 6401429"/>
                <a:gd name="connsiteX4" fmla="*/ 5069369 w 5069369"/>
                <a:gd name="connsiteY4" fmla="*/ 946096 h 6401429"/>
                <a:gd name="connsiteX5" fmla="*/ 4848144 w 5069369"/>
                <a:gd name="connsiteY5" fmla="*/ 870783 h 6401429"/>
                <a:gd name="connsiteX6" fmla="*/ 4796368 w 5069369"/>
                <a:gd name="connsiteY6" fmla="*/ 866076 h 6401429"/>
                <a:gd name="connsiteX7" fmla="*/ 4692816 w 5069369"/>
                <a:gd name="connsiteY7" fmla="*/ 875489 h 6401429"/>
                <a:gd name="connsiteX8" fmla="*/ 4692816 w 5069369"/>
                <a:gd name="connsiteY8" fmla="*/ 376555 h 6401429"/>
                <a:gd name="connsiteX9" fmla="*/ 3902052 w 5069369"/>
                <a:gd name="connsiteY9" fmla="*/ 376555 h 6401429"/>
                <a:gd name="connsiteX10" fmla="*/ 3822036 w 5069369"/>
                <a:gd name="connsiteY10" fmla="*/ 0 h 6401429"/>
                <a:gd name="connsiteX11" fmla="*/ 738993 w 5069369"/>
                <a:gd name="connsiteY11" fmla="*/ 0 h 6401429"/>
                <a:gd name="connsiteX12" fmla="*/ 2094587 w 5069369"/>
                <a:gd name="connsiteY12" fmla="*/ 0 h 6401429"/>
                <a:gd name="connsiteX13" fmla="*/ 2033396 w 5069369"/>
                <a:gd name="connsiteY13" fmla="*/ 202402 h 6401429"/>
                <a:gd name="connsiteX14" fmla="*/ 2000455 w 5069369"/>
                <a:gd name="connsiteY14" fmla="*/ 376561 h 6401429"/>
                <a:gd name="connsiteX15" fmla="*/ 743700 w 5069369"/>
                <a:gd name="connsiteY15" fmla="*/ 376561 h 6401429"/>
                <a:gd name="connsiteX16" fmla="*/ 560126 w 5069369"/>
                <a:gd name="connsiteY16" fmla="*/ 564833 h 6401429"/>
                <a:gd name="connsiteX17" fmla="*/ 555419 w 5069369"/>
                <a:gd name="connsiteY17" fmla="*/ 4716354 h 6401429"/>
                <a:gd name="connsiteX18" fmla="*/ 555419 w 5069369"/>
                <a:gd name="connsiteY18" fmla="*/ 4884138 h 6401429"/>
                <a:gd name="connsiteX19" fmla="*/ 561110 w 5069369"/>
                <a:gd name="connsiteY19" fmla="*/ 4884138 h 6401429"/>
                <a:gd name="connsiteX20" fmla="*/ 561110 w 5069369"/>
                <a:gd name="connsiteY20" fmla="*/ 4909333 h 6401429"/>
                <a:gd name="connsiteX21" fmla="*/ 4692817 w 5069369"/>
                <a:gd name="connsiteY21" fmla="*/ 4909333 h 6401429"/>
                <a:gd name="connsiteX22" fmla="*/ 4692817 w 5069369"/>
                <a:gd name="connsiteY22" fmla="*/ 1463863 h 6401429"/>
                <a:gd name="connsiteX23" fmla="*/ 4786957 w 5069369"/>
                <a:gd name="connsiteY23" fmla="*/ 1430914 h 6401429"/>
                <a:gd name="connsiteX24" fmla="*/ 5069369 w 5069369"/>
                <a:gd name="connsiteY24" fmla="*/ 1722740 h 6401429"/>
                <a:gd name="connsiteX25" fmla="*/ 5069369 w 5069369"/>
                <a:gd name="connsiteY25" fmla="*/ 5836605 h 6401429"/>
                <a:gd name="connsiteX26" fmla="*/ 4504545 w 5069369"/>
                <a:gd name="connsiteY26" fmla="*/ 6401429 h 6401429"/>
                <a:gd name="connsiteX27" fmla="*/ 1769503 w 5069369"/>
                <a:gd name="connsiteY27" fmla="*/ 6401429 h 6401429"/>
                <a:gd name="connsiteX28" fmla="*/ 1332068 w 5069369"/>
                <a:gd name="connsiteY28" fmla="*/ 6401429 h 6401429"/>
                <a:gd name="connsiteX29" fmla="*/ 974634 w 5069369"/>
                <a:gd name="connsiteY29" fmla="*/ 6401429 h 6401429"/>
                <a:gd name="connsiteX30" fmla="*/ 974634 w 5069369"/>
                <a:gd name="connsiteY30" fmla="*/ 6021223 h 6401429"/>
                <a:gd name="connsiteX31" fmla="*/ 1769503 w 5069369"/>
                <a:gd name="connsiteY31" fmla="*/ 6021223 h 6401429"/>
                <a:gd name="connsiteX32" fmla="*/ 1769503 w 5069369"/>
                <a:gd name="connsiteY32" fmla="*/ 6024877 h 6401429"/>
                <a:gd name="connsiteX33" fmla="*/ 4509252 w 5069369"/>
                <a:gd name="connsiteY33" fmla="*/ 6024877 h 6401429"/>
                <a:gd name="connsiteX34" fmla="*/ 4697524 w 5069369"/>
                <a:gd name="connsiteY34" fmla="*/ 5836605 h 6401429"/>
                <a:gd name="connsiteX35" fmla="*/ 4697524 w 5069369"/>
                <a:gd name="connsiteY35" fmla="*/ 5097614 h 6401429"/>
                <a:gd name="connsiteX36" fmla="*/ 561110 w 5069369"/>
                <a:gd name="connsiteY36" fmla="*/ 5097614 h 6401429"/>
                <a:gd name="connsiteX37" fmla="*/ 561110 w 5069369"/>
                <a:gd name="connsiteY37" fmla="*/ 5616643 h 6401429"/>
                <a:gd name="connsiteX38" fmla="*/ 182974 w 5069369"/>
                <a:gd name="connsiteY38" fmla="*/ 5616643 h 6401429"/>
                <a:gd name="connsiteX39" fmla="*/ 182974 w 5069369"/>
                <a:gd name="connsiteY39" fmla="*/ 4884138 h 6401429"/>
                <a:gd name="connsiteX40" fmla="*/ 183573 w 5069369"/>
                <a:gd name="connsiteY40" fmla="*/ 4884138 h 6401429"/>
                <a:gd name="connsiteX41" fmla="*/ 183573 w 5069369"/>
                <a:gd name="connsiteY41" fmla="*/ 4692811 h 6401429"/>
                <a:gd name="connsiteX42" fmla="*/ 183573 w 5069369"/>
                <a:gd name="connsiteY42" fmla="*/ 1694498 h 6401429"/>
                <a:gd name="connsiteX43" fmla="*/ 0 w 5069369"/>
                <a:gd name="connsiteY43" fmla="*/ 1506217 h 6401429"/>
                <a:gd name="connsiteX44" fmla="*/ 0 w 5069369"/>
                <a:gd name="connsiteY44" fmla="*/ 1129665 h 6401429"/>
                <a:gd name="connsiteX45" fmla="*/ 183573 w 5069369"/>
                <a:gd name="connsiteY45" fmla="*/ 941393 h 6401429"/>
                <a:gd name="connsiteX46" fmla="*/ 183573 w 5069369"/>
                <a:gd name="connsiteY46" fmla="*/ 564833 h 6401429"/>
                <a:gd name="connsiteX47" fmla="*/ 738993 w 5069369"/>
                <a:gd name="connsiteY47" fmla="*/ 0 h 640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69369" h="6401429">
                  <a:moveTo>
                    <a:pt x="3822036" y="0"/>
                  </a:moveTo>
                  <a:lnTo>
                    <a:pt x="5069369" y="0"/>
                  </a:lnTo>
                  <a:cubicBezTo>
                    <a:pt x="5069369" y="0"/>
                    <a:pt x="5069369" y="18827"/>
                    <a:pt x="5069369" y="42363"/>
                  </a:cubicBezTo>
                  <a:lnTo>
                    <a:pt x="5069369" y="875489"/>
                  </a:lnTo>
                  <a:lnTo>
                    <a:pt x="5069369" y="946096"/>
                  </a:lnTo>
                  <a:cubicBezTo>
                    <a:pt x="4998767" y="908439"/>
                    <a:pt x="4923457" y="880199"/>
                    <a:pt x="4848144" y="870783"/>
                  </a:cubicBezTo>
                  <a:cubicBezTo>
                    <a:pt x="4834025" y="866076"/>
                    <a:pt x="4815198" y="866076"/>
                    <a:pt x="4796368" y="866076"/>
                  </a:cubicBezTo>
                  <a:cubicBezTo>
                    <a:pt x="4763422" y="866076"/>
                    <a:pt x="4730472" y="870783"/>
                    <a:pt x="4692816" y="875489"/>
                  </a:cubicBezTo>
                  <a:lnTo>
                    <a:pt x="4692816" y="376555"/>
                  </a:lnTo>
                  <a:lnTo>
                    <a:pt x="3902052" y="376555"/>
                  </a:lnTo>
                  <a:cubicBezTo>
                    <a:pt x="3902052" y="244762"/>
                    <a:pt x="3873812" y="117673"/>
                    <a:pt x="3822036" y="0"/>
                  </a:cubicBezTo>
                  <a:close/>
                  <a:moveTo>
                    <a:pt x="738993" y="0"/>
                  </a:moveTo>
                  <a:lnTo>
                    <a:pt x="2094587" y="0"/>
                  </a:lnTo>
                  <a:cubicBezTo>
                    <a:pt x="2066345" y="65898"/>
                    <a:pt x="2047517" y="131796"/>
                    <a:pt x="2033396" y="202402"/>
                  </a:cubicBezTo>
                  <a:lnTo>
                    <a:pt x="2000455" y="376561"/>
                  </a:lnTo>
                  <a:lnTo>
                    <a:pt x="743700" y="376561"/>
                  </a:lnTo>
                  <a:cubicBezTo>
                    <a:pt x="640145" y="376561"/>
                    <a:pt x="560126" y="461287"/>
                    <a:pt x="560126" y="564833"/>
                  </a:cubicBezTo>
                  <a:lnTo>
                    <a:pt x="555419" y="4716354"/>
                  </a:lnTo>
                  <a:lnTo>
                    <a:pt x="555419" y="4884138"/>
                  </a:lnTo>
                  <a:lnTo>
                    <a:pt x="561110" y="4884138"/>
                  </a:lnTo>
                  <a:lnTo>
                    <a:pt x="561110" y="4909333"/>
                  </a:lnTo>
                  <a:lnTo>
                    <a:pt x="4692817" y="4909333"/>
                  </a:lnTo>
                  <a:lnTo>
                    <a:pt x="4692817" y="1463863"/>
                  </a:lnTo>
                  <a:cubicBezTo>
                    <a:pt x="4735180" y="1445026"/>
                    <a:pt x="4768129" y="1430914"/>
                    <a:pt x="4786957" y="1430914"/>
                  </a:cubicBezTo>
                  <a:cubicBezTo>
                    <a:pt x="4857562" y="1454440"/>
                    <a:pt x="5008178" y="1623892"/>
                    <a:pt x="5069369" y="1722740"/>
                  </a:cubicBezTo>
                  <a:lnTo>
                    <a:pt x="5069369" y="5836605"/>
                  </a:lnTo>
                  <a:cubicBezTo>
                    <a:pt x="5069369" y="6147259"/>
                    <a:pt x="4815199" y="6401429"/>
                    <a:pt x="4504545" y="6401429"/>
                  </a:cubicBezTo>
                  <a:lnTo>
                    <a:pt x="1769503" y="6401429"/>
                  </a:lnTo>
                  <a:lnTo>
                    <a:pt x="1332068" y="6401429"/>
                  </a:lnTo>
                  <a:lnTo>
                    <a:pt x="974634" y="6401429"/>
                  </a:lnTo>
                  <a:lnTo>
                    <a:pt x="974634" y="6021223"/>
                  </a:lnTo>
                  <a:lnTo>
                    <a:pt x="1769503" y="6021223"/>
                  </a:lnTo>
                  <a:lnTo>
                    <a:pt x="1769503" y="6024877"/>
                  </a:lnTo>
                  <a:lnTo>
                    <a:pt x="4509252" y="6024877"/>
                  </a:lnTo>
                  <a:cubicBezTo>
                    <a:pt x="4612797" y="6024877"/>
                    <a:pt x="4697524" y="5940151"/>
                    <a:pt x="4697524" y="5836605"/>
                  </a:cubicBezTo>
                  <a:lnTo>
                    <a:pt x="4697524" y="5097614"/>
                  </a:lnTo>
                  <a:lnTo>
                    <a:pt x="561110" y="5097614"/>
                  </a:lnTo>
                  <a:lnTo>
                    <a:pt x="561110" y="5616643"/>
                  </a:lnTo>
                  <a:lnTo>
                    <a:pt x="182974" y="5616643"/>
                  </a:lnTo>
                  <a:lnTo>
                    <a:pt x="182974" y="4884138"/>
                  </a:lnTo>
                  <a:lnTo>
                    <a:pt x="183573" y="4884138"/>
                  </a:lnTo>
                  <a:lnTo>
                    <a:pt x="183573" y="4692811"/>
                  </a:lnTo>
                  <a:lnTo>
                    <a:pt x="183573" y="1694498"/>
                  </a:lnTo>
                  <a:cubicBezTo>
                    <a:pt x="80019" y="1689790"/>
                    <a:pt x="0" y="1609771"/>
                    <a:pt x="0" y="1506217"/>
                  </a:cubicBezTo>
                  <a:lnTo>
                    <a:pt x="0" y="1129665"/>
                  </a:lnTo>
                  <a:cubicBezTo>
                    <a:pt x="0" y="1026111"/>
                    <a:pt x="80019" y="946100"/>
                    <a:pt x="183573" y="941393"/>
                  </a:cubicBezTo>
                  <a:lnTo>
                    <a:pt x="183573" y="564833"/>
                  </a:lnTo>
                  <a:cubicBezTo>
                    <a:pt x="183573" y="254179"/>
                    <a:pt x="433037" y="0"/>
                    <a:pt x="738993" y="0"/>
                  </a:cubicBezTo>
                  <a:close/>
                </a:path>
              </a:pathLst>
            </a:custGeom>
            <a:grpFill/>
            <a:ln w="13196" cap="flat">
              <a:noFill/>
              <a:prstDash val="solid"/>
              <a:miter/>
            </a:ln>
          </p:spPr>
          <p:txBody>
            <a:bodyPr wrap="square" rtlCol="0" anchor="ctr">
              <a:noAutofit/>
            </a:bodyPr>
            <a:lstStyle/>
            <a:p>
              <a:endParaRPr lang="en-US" dirty="0"/>
            </a:p>
          </p:txBody>
        </p:sp>
        <p:sp>
          <p:nvSpPr>
            <p:cNvPr id="1476" name="Freeform: Shape 1475">
              <a:extLst>
                <a:ext uri="{FF2B5EF4-FFF2-40B4-BE49-F238E27FC236}">
                  <a16:creationId xmlns:a16="http://schemas.microsoft.com/office/drawing/2014/main" id="{B8872934-270D-2255-C268-BC7EA7A7EC82}"/>
                </a:ext>
                <a:ext uri="{C183D7F6-B498-43B3-948B-1728B52AA6E4}">
                  <adec:decorative xmlns:adec="http://schemas.microsoft.com/office/drawing/2017/decorative" val="1"/>
                </a:ext>
              </a:extLst>
            </p:cNvPr>
            <p:cNvSpPr/>
            <p:nvPr/>
          </p:nvSpPr>
          <p:spPr>
            <a:xfrm>
              <a:off x="6598165" y="2930159"/>
              <a:ext cx="357185" cy="457200"/>
            </a:xfrm>
            <a:custGeom>
              <a:avLst/>
              <a:gdLst>
                <a:gd name="connsiteX0" fmla="*/ 0 w 5357781"/>
                <a:gd name="connsiteY0" fmla="*/ 6293167 h 6858003"/>
                <a:gd name="connsiteX1" fmla="*/ 564836 w 5357781"/>
                <a:gd name="connsiteY1" fmla="*/ 6293167 h 6858003"/>
                <a:gd name="connsiteX2" fmla="*/ 564836 w 5357781"/>
                <a:gd name="connsiteY2" fmla="*/ 6858003 h 6858003"/>
                <a:gd name="connsiteX3" fmla="*/ 0 w 5357781"/>
                <a:gd name="connsiteY3" fmla="*/ 6858003 h 6858003"/>
                <a:gd name="connsiteX4" fmla="*/ 2155777 w 5357781"/>
                <a:gd name="connsiteY4" fmla="*/ 5850724 h 6858003"/>
                <a:gd name="connsiteX5" fmla="*/ 2155777 w 5357781"/>
                <a:gd name="connsiteY5" fmla="*/ 6024880 h 6858003"/>
                <a:gd name="connsiteX6" fmla="*/ 2904181 w 5357781"/>
                <a:gd name="connsiteY6" fmla="*/ 6024880 h 6858003"/>
                <a:gd name="connsiteX7" fmla="*/ 2904181 w 5357781"/>
                <a:gd name="connsiteY7" fmla="*/ 5850724 h 6858003"/>
                <a:gd name="connsiteX8" fmla="*/ 2108707 w 5357781"/>
                <a:gd name="connsiteY8" fmla="*/ 5657738 h 6858003"/>
                <a:gd name="connsiteX9" fmla="*/ 2946545 w 5357781"/>
                <a:gd name="connsiteY9" fmla="*/ 5657738 h 6858003"/>
                <a:gd name="connsiteX10" fmla="*/ 3092457 w 5357781"/>
                <a:gd name="connsiteY10" fmla="*/ 5803654 h 6858003"/>
                <a:gd name="connsiteX11" fmla="*/ 3092457 w 5357781"/>
                <a:gd name="connsiteY11" fmla="*/ 6067244 h 6858003"/>
                <a:gd name="connsiteX12" fmla="*/ 2946545 w 5357781"/>
                <a:gd name="connsiteY12" fmla="*/ 6213156 h 6858003"/>
                <a:gd name="connsiteX13" fmla="*/ 2108707 w 5357781"/>
                <a:gd name="connsiteY13" fmla="*/ 6213156 h 6858003"/>
                <a:gd name="connsiteX14" fmla="*/ 1962791 w 5357781"/>
                <a:gd name="connsiteY14" fmla="*/ 6067244 h 6858003"/>
                <a:gd name="connsiteX15" fmla="*/ 1962791 w 5357781"/>
                <a:gd name="connsiteY15" fmla="*/ 5803654 h 6858003"/>
                <a:gd name="connsiteX16" fmla="*/ 2108707 w 5357781"/>
                <a:gd name="connsiteY16" fmla="*/ 5657738 h 6858003"/>
                <a:gd name="connsiteX17" fmla="*/ 1219094 w 5357781"/>
                <a:gd name="connsiteY17" fmla="*/ 2720603 h 6858003"/>
                <a:gd name="connsiteX18" fmla="*/ 1167317 w 5357781"/>
                <a:gd name="connsiteY18" fmla="*/ 2777086 h 6858003"/>
                <a:gd name="connsiteX19" fmla="*/ 1035525 w 5357781"/>
                <a:gd name="connsiteY19" fmla="*/ 2913588 h 6858003"/>
                <a:gd name="connsiteX20" fmla="*/ 1035525 w 5357781"/>
                <a:gd name="connsiteY20" fmla="*/ 4711635 h 6858003"/>
                <a:gd name="connsiteX21" fmla="*/ 4047962 w 5357781"/>
                <a:gd name="connsiteY21" fmla="*/ 4711635 h 6858003"/>
                <a:gd name="connsiteX22" fmla="*/ 4047962 w 5357781"/>
                <a:gd name="connsiteY22" fmla="*/ 2913588 h 6858003"/>
                <a:gd name="connsiteX23" fmla="*/ 3911463 w 5357781"/>
                <a:gd name="connsiteY23" fmla="*/ 2777086 h 6858003"/>
                <a:gd name="connsiteX24" fmla="*/ 3859686 w 5357781"/>
                <a:gd name="connsiteY24" fmla="*/ 2720603 h 6858003"/>
                <a:gd name="connsiteX25" fmla="*/ 3807910 w 5357781"/>
                <a:gd name="connsiteY25" fmla="*/ 2777086 h 6858003"/>
                <a:gd name="connsiteX26" fmla="*/ 3671407 w 5357781"/>
                <a:gd name="connsiteY26" fmla="*/ 2913588 h 6858003"/>
                <a:gd name="connsiteX27" fmla="*/ 3534908 w 5357781"/>
                <a:gd name="connsiteY27" fmla="*/ 2777086 h 6858003"/>
                <a:gd name="connsiteX28" fmla="*/ 3483132 w 5357781"/>
                <a:gd name="connsiteY28" fmla="*/ 2720603 h 6858003"/>
                <a:gd name="connsiteX29" fmla="*/ 3431355 w 5357781"/>
                <a:gd name="connsiteY29" fmla="*/ 2777086 h 6858003"/>
                <a:gd name="connsiteX30" fmla="*/ 3294853 w 5357781"/>
                <a:gd name="connsiteY30" fmla="*/ 2913588 h 6858003"/>
                <a:gd name="connsiteX31" fmla="*/ 3158350 w 5357781"/>
                <a:gd name="connsiteY31" fmla="*/ 2777086 h 6858003"/>
                <a:gd name="connsiteX32" fmla="*/ 3106577 w 5357781"/>
                <a:gd name="connsiteY32" fmla="*/ 2720603 h 6858003"/>
                <a:gd name="connsiteX33" fmla="*/ 3054801 w 5357781"/>
                <a:gd name="connsiteY33" fmla="*/ 2777086 h 6858003"/>
                <a:gd name="connsiteX34" fmla="*/ 2923005 w 5357781"/>
                <a:gd name="connsiteY34" fmla="*/ 2908882 h 6858003"/>
                <a:gd name="connsiteX35" fmla="*/ 2786502 w 5357781"/>
                <a:gd name="connsiteY35" fmla="*/ 2777086 h 6858003"/>
                <a:gd name="connsiteX36" fmla="*/ 2725312 w 5357781"/>
                <a:gd name="connsiteY36" fmla="*/ 2720603 h 6858003"/>
                <a:gd name="connsiteX37" fmla="*/ 2678243 w 5357781"/>
                <a:gd name="connsiteY37" fmla="*/ 2772380 h 6858003"/>
                <a:gd name="connsiteX38" fmla="*/ 2541743 w 5357781"/>
                <a:gd name="connsiteY38" fmla="*/ 2918295 h 6858003"/>
                <a:gd name="connsiteX39" fmla="*/ 2405241 w 5357781"/>
                <a:gd name="connsiteY39" fmla="*/ 2777086 h 6858003"/>
                <a:gd name="connsiteX40" fmla="*/ 2353464 w 5357781"/>
                <a:gd name="connsiteY40" fmla="*/ 2720603 h 6858003"/>
                <a:gd name="connsiteX41" fmla="*/ 2296981 w 5357781"/>
                <a:gd name="connsiteY41" fmla="*/ 2777086 h 6858003"/>
                <a:gd name="connsiteX42" fmla="*/ 2160482 w 5357781"/>
                <a:gd name="connsiteY42" fmla="*/ 2913588 h 6858003"/>
                <a:gd name="connsiteX43" fmla="*/ 2023980 w 5357781"/>
                <a:gd name="connsiteY43" fmla="*/ 2777086 h 6858003"/>
                <a:gd name="connsiteX44" fmla="*/ 1972203 w 5357781"/>
                <a:gd name="connsiteY44" fmla="*/ 2720603 h 6858003"/>
                <a:gd name="connsiteX45" fmla="*/ 1920426 w 5357781"/>
                <a:gd name="connsiteY45" fmla="*/ 2777086 h 6858003"/>
                <a:gd name="connsiteX46" fmla="*/ 1783927 w 5357781"/>
                <a:gd name="connsiteY46" fmla="*/ 2913588 h 6858003"/>
                <a:gd name="connsiteX47" fmla="*/ 1647425 w 5357781"/>
                <a:gd name="connsiteY47" fmla="*/ 2777086 h 6858003"/>
                <a:gd name="connsiteX48" fmla="*/ 1595648 w 5357781"/>
                <a:gd name="connsiteY48" fmla="*/ 2720603 h 6858003"/>
                <a:gd name="connsiteX49" fmla="*/ 1543872 w 5357781"/>
                <a:gd name="connsiteY49" fmla="*/ 2777086 h 6858003"/>
                <a:gd name="connsiteX50" fmla="*/ 1407373 w 5357781"/>
                <a:gd name="connsiteY50" fmla="*/ 2913588 h 6858003"/>
                <a:gd name="connsiteX51" fmla="*/ 1270870 w 5357781"/>
                <a:gd name="connsiteY51" fmla="*/ 2777086 h 6858003"/>
                <a:gd name="connsiteX52" fmla="*/ 847246 w 5357781"/>
                <a:gd name="connsiteY52" fmla="*/ 2452309 h 6858003"/>
                <a:gd name="connsiteX53" fmla="*/ 1035525 w 5357781"/>
                <a:gd name="connsiteY53" fmla="*/ 2645294 h 6858003"/>
                <a:gd name="connsiteX54" fmla="*/ 1223800 w 5357781"/>
                <a:gd name="connsiteY54" fmla="*/ 2452309 h 6858003"/>
                <a:gd name="connsiteX55" fmla="*/ 1412079 w 5357781"/>
                <a:gd name="connsiteY55" fmla="*/ 2645294 h 6858003"/>
                <a:gd name="connsiteX56" fmla="*/ 1600355 w 5357781"/>
                <a:gd name="connsiteY56" fmla="*/ 2452309 h 6858003"/>
                <a:gd name="connsiteX57" fmla="*/ 1788634 w 5357781"/>
                <a:gd name="connsiteY57" fmla="*/ 2645294 h 6858003"/>
                <a:gd name="connsiteX58" fmla="*/ 1976910 w 5357781"/>
                <a:gd name="connsiteY58" fmla="*/ 2452309 h 6858003"/>
                <a:gd name="connsiteX59" fmla="*/ 2165189 w 5357781"/>
                <a:gd name="connsiteY59" fmla="*/ 2645294 h 6858003"/>
                <a:gd name="connsiteX60" fmla="*/ 2353464 w 5357781"/>
                <a:gd name="connsiteY60" fmla="*/ 2452309 h 6858003"/>
                <a:gd name="connsiteX61" fmla="*/ 2541743 w 5357781"/>
                <a:gd name="connsiteY61" fmla="*/ 2645294 h 6858003"/>
                <a:gd name="connsiteX62" fmla="*/ 2720606 w 5357781"/>
                <a:gd name="connsiteY62" fmla="*/ 2452309 h 6858003"/>
                <a:gd name="connsiteX63" fmla="*/ 2918298 w 5357781"/>
                <a:gd name="connsiteY63" fmla="*/ 2645294 h 6858003"/>
                <a:gd name="connsiteX64" fmla="*/ 3106577 w 5357781"/>
                <a:gd name="connsiteY64" fmla="*/ 2452309 h 6858003"/>
                <a:gd name="connsiteX65" fmla="*/ 3294853 w 5357781"/>
                <a:gd name="connsiteY65" fmla="*/ 2645294 h 6858003"/>
                <a:gd name="connsiteX66" fmla="*/ 3483132 w 5357781"/>
                <a:gd name="connsiteY66" fmla="*/ 2452309 h 6858003"/>
                <a:gd name="connsiteX67" fmla="*/ 3671407 w 5357781"/>
                <a:gd name="connsiteY67" fmla="*/ 2645294 h 6858003"/>
                <a:gd name="connsiteX68" fmla="*/ 3859686 w 5357781"/>
                <a:gd name="connsiteY68" fmla="*/ 2452309 h 6858003"/>
                <a:gd name="connsiteX69" fmla="*/ 4047962 w 5357781"/>
                <a:gd name="connsiteY69" fmla="*/ 2645294 h 6858003"/>
                <a:gd name="connsiteX70" fmla="*/ 4236241 w 5357781"/>
                <a:gd name="connsiteY70" fmla="*/ 2452309 h 6858003"/>
                <a:gd name="connsiteX71" fmla="*/ 4236241 w 5357781"/>
                <a:gd name="connsiteY71" fmla="*/ 4899910 h 6858003"/>
                <a:gd name="connsiteX72" fmla="*/ 847246 w 5357781"/>
                <a:gd name="connsiteY72" fmla="*/ 4899910 h 6858003"/>
                <a:gd name="connsiteX73" fmla="*/ 2452311 w 5357781"/>
                <a:gd name="connsiteY73" fmla="*/ 1445025 h 6858003"/>
                <a:gd name="connsiteX74" fmla="*/ 3012433 w 5357781"/>
                <a:gd name="connsiteY74" fmla="*/ 1755685 h 6858003"/>
                <a:gd name="connsiteX75" fmla="*/ 3026556 w 5357781"/>
                <a:gd name="connsiteY75" fmla="*/ 1887478 h 6858003"/>
                <a:gd name="connsiteX76" fmla="*/ 2951243 w 5357781"/>
                <a:gd name="connsiteY76" fmla="*/ 1920428 h 6858003"/>
                <a:gd name="connsiteX77" fmla="*/ 2890054 w 5357781"/>
                <a:gd name="connsiteY77" fmla="*/ 1896894 h 6858003"/>
                <a:gd name="connsiteX78" fmla="*/ 2442898 w 5357781"/>
                <a:gd name="connsiteY78" fmla="*/ 1633305 h 6858003"/>
                <a:gd name="connsiteX79" fmla="*/ 2353465 w 5357781"/>
                <a:gd name="connsiteY79" fmla="*/ 1534458 h 6858003"/>
                <a:gd name="connsiteX80" fmla="*/ 2452311 w 5357781"/>
                <a:gd name="connsiteY80" fmla="*/ 1445025 h 6858003"/>
                <a:gd name="connsiteX81" fmla="*/ 1826288 w 5357781"/>
                <a:gd name="connsiteY81" fmla="*/ 993161 h 6858003"/>
                <a:gd name="connsiteX82" fmla="*/ 1845115 w 5357781"/>
                <a:gd name="connsiteY82" fmla="*/ 1087301 h 6858003"/>
                <a:gd name="connsiteX83" fmla="*/ 1755685 w 5357781"/>
                <a:gd name="connsiteY83" fmla="*/ 1567407 h 6858003"/>
                <a:gd name="connsiteX84" fmla="*/ 1680372 w 5357781"/>
                <a:gd name="connsiteY84" fmla="*/ 1214386 h 6858003"/>
                <a:gd name="connsiteX85" fmla="*/ 941382 w 5357781"/>
                <a:gd name="connsiteY85" fmla="*/ 1369715 h 6858003"/>
                <a:gd name="connsiteX86" fmla="*/ 1134368 w 5357781"/>
                <a:gd name="connsiteY86" fmla="*/ 2278150 h 6858003"/>
                <a:gd name="connsiteX87" fmla="*/ 1087298 w 5357781"/>
                <a:gd name="connsiteY87" fmla="*/ 2320513 h 6858003"/>
                <a:gd name="connsiteX88" fmla="*/ 1035521 w 5357781"/>
                <a:gd name="connsiteY88" fmla="*/ 2376996 h 6858003"/>
                <a:gd name="connsiteX89" fmla="*/ 983745 w 5357781"/>
                <a:gd name="connsiteY89" fmla="*/ 2320513 h 6858003"/>
                <a:gd name="connsiteX90" fmla="*/ 941382 w 5357781"/>
                <a:gd name="connsiteY90" fmla="*/ 2278150 h 6858003"/>
                <a:gd name="connsiteX91" fmla="*/ 720156 w 5357781"/>
                <a:gd name="connsiteY91" fmla="*/ 1223799 h 6858003"/>
                <a:gd name="connsiteX92" fmla="*/ 4085620 w 5357781"/>
                <a:gd name="connsiteY92" fmla="*/ 955510 h 6858003"/>
                <a:gd name="connsiteX93" fmla="*/ 4189172 w 5357781"/>
                <a:gd name="connsiteY93" fmla="*/ 1021406 h 6858003"/>
                <a:gd name="connsiteX94" fmla="*/ 4189172 w 5357781"/>
                <a:gd name="connsiteY94" fmla="*/ 1633310 h 6858003"/>
                <a:gd name="connsiteX95" fmla="*/ 4739887 w 5357781"/>
                <a:gd name="connsiteY95" fmla="*/ 1440324 h 6858003"/>
                <a:gd name="connsiteX96" fmla="*/ 5351788 w 5357781"/>
                <a:gd name="connsiteY96" fmla="*/ 2009866 h 6858003"/>
                <a:gd name="connsiteX97" fmla="*/ 5304718 w 5357781"/>
                <a:gd name="connsiteY97" fmla="*/ 2127538 h 6858003"/>
                <a:gd name="connsiteX98" fmla="*/ 5290598 w 5357781"/>
                <a:gd name="connsiteY98" fmla="*/ 2132245 h 6858003"/>
                <a:gd name="connsiteX99" fmla="*/ 5182339 w 5357781"/>
                <a:gd name="connsiteY99" fmla="*/ 2071055 h 6858003"/>
                <a:gd name="connsiteX100" fmla="*/ 4725764 w 5357781"/>
                <a:gd name="connsiteY100" fmla="*/ 1623897 h 6858003"/>
                <a:gd name="connsiteX101" fmla="*/ 4104450 w 5357781"/>
                <a:gd name="connsiteY101" fmla="*/ 1906313 h 6858003"/>
                <a:gd name="connsiteX102" fmla="*/ 4193883 w 5357781"/>
                <a:gd name="connsiteY102" fmla="*/ 2184021 h 6858003"/>
                <a:gd name="connsiteX103" fmla="*/ 4151519 w 5357781"/>
                <a:gd name="connsiteY103" fmla="*/ 2273454 h 6858003"/>
                <a:gd name="connsiteX104" fmla="*/ 4052673 w 5357781"/>
                <a:gd name="connsiteY104" fmla="*/ 2372301 h 6858003"/>
                <a:gd name="connsiteX105" fmla="*/ 3949120 w 5357781"/>
                <a:gd name="connsiteY105" fmla="*/ 2264041 h 6858003"/>
                <a:gd name="connsiteX106" fmla="*/ 4015017 w 5357781"/>
                <a:gd name="connsiteY106" fmla="*/ 2122832 h 6858003"/>
                <a:gd name="connsiteX107" fmla="*/ 3949120 w 5357781"/>
                <a:gd name="connsiteY107" fmla="*/ 2028692 h 6858003"/>
                <a:gd name="connsiteX108" fmla="*/ 3845567 w 5357781"/>
                <a:gd name="connsiteY108" fmla="*/ 2000452 h 6858003"/>
                <a:gd name="connsiteX109" fmla="*/ 3807911 w 5357781"/>
                <a:gd name="connsiteY109" fmla="*/ 2000452 h 6858003"/>
                <a:gd name="connsiteX110" fmla="*/ 3746721 w 5357781"/>
                <a:gd name="connsiteY110" fmla="*/ 2052229 h 6858003"/>
                <a:gd name="connsiteX111" fmla="*/ 3713771 w 5357781"/>
                <a:gd name="connsiteY111" fmla="*/ 2334644 h 6858003"/>
                <a:gd name="connsiteX112" fmla="*/ 3680824 w 5357781"/>
                <a:gd name="connsiteY112" fmla="*/ 2367594 h 6858003"/>
                <a:gd name="connsiteX113" fmla="*/ 3534908 w 5357781"/>
                <a:gd name="connsiteY113" fmla="*/ 2221678 h 6858003"/>
                <a:gd name="connsiteX114" fmla="*/ 3558441 w 5357781"/>
                <a:gd name="connsiteY114" fmla="*/ 2014572 h 6858003"/>
                <a:gd name="connsiteX115" fmla="*/ 3765547 w 5357781"/>
                <a:gd name="connsiteY115" fmla="*/ 1816880 h 6858003"/>
                <a:gd name="connsiteX116" fmla="*/ 3892637 w 5357781"/>
                <a:gd name="connsiteY116" fmla="*/ 1821586 h 6858003"/>
                <a:gd name="connsiteX117" fmla="*/ 3920877 w 5357781"/>
                <a:gd name="connsiteY117" fmla="*/ 1831003 h 6858003"/>
                <a:gd name="connsiteX118" fmla="*/ 3920877 w 5357781"/>
                <a:gd name="connsiteY118" fmla="*/ 1821586 h 6858003"/>
                <a:gd name="connsiteX119" fmla="*/ 4080913 w 5357781"/>
                <a:gd name="connsiteY119" fmla="*/ 1219099 h 6858003"/>
                <a:gd name="connsiteX120" fmla="*/ 3906757 w 5357781"/>
                <a:gd name="connsiteY120" fmla="*/ 1407378 h 6858003"/>
                <a:gd name="connsiteX121" fmla="*/ 3784377 w 5357781"/>
                <a:gd name="connsiteY121" fmla="*/ 1515638 h 6858003"/>
                <a:gd name="connsiteX122" fmla="*/ 3652581 w 5357781"/>
                <a:gd name="connsiteY122" fmla="*/ 1506224 h 6858003"/>
                <a:gd name="connsiteX123" fmla="*/ 3661994 w 5357781"/>
                <a:gd name="connsiteY123" fmla="*/ 1374428 h 6858003"/>
                <a:gd name="connsiteX124" fmla="*/ 3774961 w 5357781"/>
                <a:gd name="connsiteY124" fmla="*/ 1270875 h 6858003"/>
                <a:gd name="connsiteX125" fmla="*/ 4085620 w 5357781"/>
                <a:gd name="connsiteY125" fmla="*/ 955510 h 6858003"/>
                <a:gd name="connsiteX126" fmla="*/ 2560572 w 5357781"/>
                <a:gd name="connsiteY126" fmla="*/ 828424 h 6858003"/>
                <a:gd name="connsiteX127" fmla="*/ 3120694 w 5357781"/>
                <a:gd name="connsiteY127" fmla="*/ 1139084 h 6858003"/>
                <a:gd name="connsiteX128" fmla="*/ 3134817 w 5357781"/>
                <a:gd name="connsiteY128" fmla="*/ 1270877 h 6858003"/>
                <a:gd name="connsiteX129" fmla="*/ 3059504 w 5357781"/>
                <a:gd name="connsiteY129" fmla="*/ 1303827 h 6858003"/>
                <a:gd name="connsiteX130" fmla="*/ 2998315 w 5357781"/>
                <a:gd name="connsiteY130" fmla="*/ 1280290 h 6858003"/>
                <a:gd name="connsiteX131" fmla="*/ 2551159 w 5357781"/>
                <a:gd name="connsiteY131" fmla="*/ 1016704 h 6858003"/>
                <a:gd name="connsiteX132" fmla="*/ 2461726 w 5357781"/>
                <a:gd name="connsiteY132" fmla="*/ 917857 h 6858003"/>
                <a:gd name="connsiteX133" fmla="*/ 2560572 w 5357781"/>
                <a:gd name="connsiteY133" fmla="*/ 828424 h 6858003"/>
                <a:gd name="connsiteX134" fmla="*/ 2875943 w 5357781"/>
                <a:gd name="connsiteY134" fmla="*/ 0 h 6858003"/>
                <a:gd name="connsiteX135" fmla="*/ 3017152 w 5357781"/>
                <a:gd name="connsiteY135" fmla="*/ 14119 h 6858003"/>
                <a:gd name="connsiteX136" fmla="*/ 3614933 w 5357781"/>
                <a:gd name="connsiteY136" fmla="*/ 894316 h 6858003"/>
                <a:gd name="connsiteX137" fmla="*/ 3341931 w 5357781"/>
                <a:gd name="connsiteY137" fmla="*/ 2329929 h 6858003"/>
                <a:gd name="connsiteX138" fmla="*/ 3304274 w 5357781"/>
                <a:gd name="connsiteY138" fmla="*/ 2372292 h 6858003"/>
                <a:gd name="connsiteX139" fmla="*/ 3261911 w 5357781"/>
                <a:gd name="connsiteY139" fmla="*/ 2329929 h 6858003"/>
                <a:gd name="connsiteX140" fmla="*/ 3252498 w 5357781"/>
                <a:gd name="connsiteY140" fmla="*/ 2315809 h 6858003"/>
                <a:gd name="connsiteX141" fmla="*/ 3172482 w 5357781"/>
                <a:gd name="connsiteY141" fmla="*/ 2235790 h 6858003"/>
                <a:gd name="connsiteX142" fmla="*/ 3436070 w 5357781"/>
                <a:gd name="connsiteY142" fmla="*/ 861366 h 6858003"/>
                <a:gd name="connsiteX143" fmla="*/ 3346637 w 5357781"/>
                <a:gd name="connsiteY143" fmla="*/ 437743 h 6858003"/>
                <a:gd name="connsiteX144" fmla="*/ 2984202 w 5357781"/>
                <a:gd name="connsiteY144" fmla="*/ 202398 h 6858003"/>
                <a:gd name="connsiteX145" fmla="*/ 2875943 w 5357781"/>
                <a:gd name="connsiteY145" fmla="*/ 192985 h 6858003"/>
                <a:gd name="connsiteX146" fmla="*/ 2320526 w 5357781"/>
                <a:gd name="connsiteY146" fmla="*/ 654261 h 6858003"/>
                <a:gd name="connsiteX147" fmla="*/ 2019280 w 5357781"/>
                <a:gd name="connsiteY147" fmla="*/ 2221670 h 6858003"/>
                <a:gd name="connsiteX148" fmla="*/ 1981624 w 5357781"/>
                <a:gd name="connsiteY148" fmla="*/ 2184013 h 6858003"/>
                <a:gd name="connsiteX149" fmla="*/ 1845124 w 5357781"/>
                <a:gd name="connsiteY149" fmla="*/ 2320516 h 6858003"/>
                <a:gd name="connsiteX150" fmla="*/ 1835711 w 5357781"/>
                <a:gd name="connsiteY150" fmla="*/ 2329929 h 6858003"/>
                <a:gd name="connsiteX151" fmla="*/ 1802761 w 5357781"/>
                <a:gd name="connsiteY151" fmla="*/ 2362875 h 6858003"/>
                <a:gd name="connsiteX152" fmla="*/ 2136953 w 5357781"/>
                <a:gd name="connsiteY152" fmla="*/ 611902 h 6858003"/>
                <a:gd name="connsiteX153" fmla="*/ 2875943 w 5357781"/>
                <a:gd name="connsiteY153" fmla="*/ 0 h 68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357781" h="6858003">
                  <a:moveTo>
                    <a:pt x="0" y="6293167"/>
                  </a:moveTo>
                  <a:lnTo>
                    <a:pt x="564836" y="6293167"/>
                  </a:lnTo>
                  <a:lnTo>
                    <a:pt x="564836" y="6858003"/>
                  </a:lnTo>
                  <a:lnTo>
                    <a:pt x="0" y="6858003"/>
                  </a:lnTo>
                  <a:close/>
                  <a:moveTo>
                    <a:pt x="2155777" y="5850724"/>
                  </a:moveTo>
                  <a:lnTo>
                    <a:pt x="2155777" y="6024880"/>
                  </a:lnTo>
                  <a:lnTo>
                    <a:pt x="2904181" y="6024880"/>
                  </a:lnTo>
                  <a:lnTo>
                    <a:pt x="2904181" y="5850724"/>
                  </a:lnTo>
                  <a:close/>
                  <a:moveTo>
                    <a:pt x="2108707" y="5657738"/>
                  </a:moveTo>
                  <a:lnTo>
                    <a:pt x="2946545" y="5657738"/>
                  </a:lnTo>
                  <a:cubicBezTo>
                    <a:pt x="3026561" y="5657738"/>
                    <a:pt x="3092457" y="5723635"/>
                    <a:pt x="3092457" y="5803654"/>
                  </a:cubicBezTo>
                  <a:lnTo>
                    <a:pt x="3092457" y="6067244"/>
                  </a:lnTo>
                  <a:cubicBezTo>
                    <a:pt x="3092457" y="6147260"/>
                    <a:pt x="3026561" y="6213156"/>
                    <a:pt x="2946545" y="6213156"/>
                  </a:cubicBezTo>
                  <a:lnTo>
                    <a:pt x="2108707" y="6213156"/>
                  </a:lnTo>
                  <a:cubicBezTo>
                    <a:pt x="2028688" y="6213156"/>
                    <a:pt x="1962791" y="6147260"/>
                    <a:pt x="1962791" y="6067244"/>
                  </a:cubicBezTo>
                  <a:lnTo>
                    <a:pt x="1962791" y="5803654"/>
                  </a:lnTo>
                  <a:cubicBezTo>
                    <a:pt x="1962791" y="5723635"/>
                    <a:pt x="2028688" y="5657738"/>
                    <a:pt x="2108707" y="5657738"/>
                  </a:cubicBezTo>
                  <a:close/>
                  <a:moveTo>
                    <a:pt x="1219094" y="2720603"/>
                  </a:moveTo>
                  <a:lnTo>
                    <a:pt x="1167317" y="2777086"/>
                  </a:lnTo>
                  <a:lnTo>
                    <a:pt x="1035525" y="2913588"/>
                  </a:lnTo>
                  <a:lnTo>
                    <a:pt x="1035525" y="4711635"/>
                  </a:lnTo>
                  <a:lnTo>
                    <a:pt x="4047962" y="4711635"/>
                  </a:lnTo>
                  <a:lnTo>
                    <a:pt x="4047962" y="2913588"/>
                  </a:lnTo>
                  <a:lnTo>
                    <a:pt x="3911463" y="2777086"/>
                  </a:lnTo>
                  <a:lnTo>
                    <a:pt x="3859686" y="2720603"/>
                  </a:lnTo>
                  <a:lnTo>
                    <a:pt x="3807910" y="2777086"/>
                  </a:lnTo>
                  <a:lnTo>
                    <a:pt x="3671407" y="2913588"/>
                  </a:lnTo>
                  <a:lnTo>
                    <a:pt x="3534908" y="2777086"/>
                  </a:lnTo>
                  <a:lnTo>
                    <a:pt x="3483132" y="2720603"/>
                  </a:lnTo>
                  <a:lnTo>
                    <a:pt x="3431355" y="2777086"/>
                  </a:lnTo>
                  <a:lnTo>
                    <a:pt x="3294853" y="2913588"/>
                  </a:lnTo>
                  <a:lnTo>
                    <a:pt x="3158350" y="2777086"/>
                  </a:lnTo>
                  <a:lnTo>
                    <a:pt x="3106577" y="2720603"/>
                  </a:lnTo>
                  <a:lnTo>
                    <a:pt x="3054801" y="2777086"/>
                  </a:lnTo>
                  <a:lnTo>
                    <a:pt x="2923005" y="2908882"/>
                  </a:lnTo>
                  <a:lnTo>
                    <a:pt x="2786502" y="2777086"/>
                  </a:lnTo>
                  <a:lnTo>
                    <a:pt x="2725312" y="2720603"/>
                  </a:lnTo>
                  <a:lnTo>
                    <a:pt x="2678243" y="2772380"/>
                  </a:lnTo>
                  <a:lnTo>
                    <a:pt x="2541743" y="2918295"/>
                  </a:lnTo>
                  <a:lnTo>
                    <a:pt x="2405241" y="2777086"/>
                  </a:lnTo>
                  <a:lnTo>
                    <a:pt x="2353464" y="2720603"/>
                  </a:lnTo>
                  <a:lnTo>
                    <a:pt x="2296981" y="2777086"/>
                  </a:lnTo>
                  <a:lnTo>
                    <a:pt x="2160482" y="2913588"/>
                  </a:lnTo>
                  <a:lnTo>
                    <a:pt x="2023980" y="2777086"/>
                  </a:lnTo>
                  <a:lnTo>
                    <a:pt x="1972203" y="2720603"/>
                  </a:lnTo>
                  <a:lnTo>
                    <a:pt x="1920426" y="2777086"/>
                  </a:lnTo>
                  <a:lnTo>
                    <a:pt x="1783927" y="2913588"/>
                  </a:lnTo>
                  <a:lnTo>
                    <a:pt x="1647425" y="2777086"/>
                  </a:lnTo>
                  <a:lnTo>
                    <a:pt x="1595648" y="2720603"/>
                  </a:lnTo>
                  <a:lnTo>
                    <a:pt x="1543872" y="2777086"/>
                  </a:lnTo>
                  <a:lnTo>
                    <a:pt x="1407373" y="2913588"/>
                  </a:lnTo>
                  <a:lnTo>
                    <a:pt x="1270870" y="2777086"/>
                  </a:lnTo>
                  <a:close/>
                  <a:moveTo>
                    <a:pt x="847246" y="2452309"/>
                  </a:moveTo>
                  <a:lnTo>
                    <a:pt x="1035525" y="2645294"/>
                  </a:lnTo>
                  <a:lnTo>
                    <a:pt x="1223800" y="2452309"/>
                  </a:lnTo>
                  <a:lnTo>
                    <a:pt x="1412079" y="2645294"/>
                  </a:lnTo>
                  <a:lnTo>
                    <a:pt x="1600355" y="2452309"/>
                  </a:lnTo>
                  <a:lnTo>
                    <a:pt x="1788634" y="2645294"/>
                  </a:lnTo>
                  <a:lnTo>
                    <a:pt x="1976910" y="2452309"/>
                  </a:lnTo>
                  <a:lnTo>
                    <a:pt x="2165189" y="2645294"/>
                  </a:lnTo>
                  <a:lnTo>
                    <a:pt x="2353464" y="2452309"/>
                  </a:lnTo>
                  <a:lnTo>
                    <a:pt x="2541743" y="2645294"/>
                  </a:lnTo>
                  <a:lnTo>
                    <a:pt x="2720606" y="2452309"/>
                  </a:lnTo>
                  <a:lnTo>
                    <a:pt x="2918298" y="2645294"/>
                  </a:lnTo>
                  <a:lnTo>
                    <a:pt x="3106577" y="2452309"/>
                  </a:lnTo>
                  <a:lnTo>
                    <a:pt x="3294853" y="2645294"/>
                  </a:lnTo>
                  <a:lnTo>
                    <a:pt x="3483132" y="2452309"/>
                  </a:lnTo>
                  <a:lnTo>
                    <a:pt x="3671407" y="2645294"/>
                  </a:lnTo>
                  <a:lnTo>
                    <a:pt x="3859686" y="2452309"/>
                  </a:lnTo>
                  <a:lnTo>
                    <a:pt x="4047962" y="2645294"/>
                  </a:lnTo>
                  <a:lnTo>
                    <a:pt x="4236241" y="2452309"/>
                  </a:lnTo>
                  <a:lnTo>
                    <a:pt x="4236241" y="4899910"/>
                  </a:lnTo>
                  <a:lnTo>
                    <a:pt x="847246" y="4899910"/>
                  </a:lnTo>
                  <a:close/>
                  <a:moveTo>
                    <a:pt x="2452311" y="1445025"/>
                  </a:moveTo>
                  <a:cubicBezTo>
                    <a:pt x="2645293" y="1454438"/>
                    <a:pt x="2951243" y="1703908"/>
                    <a:pt x="3012433" y="1755685"/>
                  </a:cubicBezTo>
                  <a:cubicBezTo>
                    <a:pt x="3050089" y="1788635"/>
                    <a:pt x="3059502" y="1849824"/>
                    <a:pt x="3026556" y="1887478"/>
                  </a:cubicBezTo>
                  <a:cubicBezTo>
                    <a:pt x="3007726" y="1911014"/>
                    <a:pt x="2979486" y="1920428"/>
                    <a:pt x="2951243" y="1920428"/>
                  </a:cubicBezTo>
                  <a:cubicBezTo>
                    <a:pt x="2927710" y="1920428"/>
                    <a:pt x="2908880" y="1911014"/>
                    <a:pt x="2890054" y="1896894"/>
                  </a:cubicBezTo>
                  <a:cubicBezTo>
                    <a:pt x="2739432" y="1769805"/>
                    <a:pt x="2527620" y="1638012"/>
                    <a:pt x="2442898" y="1633305"/>
                  </a:cubicBezTo>
                  <a:cubicBezTo>
                    <a:pt x="2391122" y="1628595"/>
                    <a:pt x="2353465" y="1586235"/>
                    <a:pt x="2353465" y="1534458"/>
                  </a:cubicBezTo>
                  <a:cubicBezTo>
                    <a:pt x="2353465" y="1482682"/>
                    <a:pt x="2400535" y="1445025"/>
                    <a:pt x="2452311" y="1445025"/>
                  </a:cubicBezTo>
                  <a:close/>
                  <a:moveTo>
                    <a:pt x="1826288" y="993161"/>
                  </a:moveTo>
                  <a:lnTo>
                    <a:pt x="1845115" y="1087301"/>
                  </a:lnTo>
                  <a:lnTo>
                    <a:pt x="1755685" y="1567407"/>
                  </a:lnTo>
                  <a:lnTo>
                    <a:pt x="1680372" y="1214386"/>
                  </a:lnTo>
                  <a:lnTo>
                    <a:pt x="941382" y="1369715"/>
                  </a:lnTo>
                  <a:lnTo>
                    <a:pt x="1134368" y="2278150"/>
                  </a:lnTo>
                  <a:lnTo>
                    <a:pt x="1087298" y="2320513"/>
                  </a:lnTo>
                  <a:lnTo>
                    <a:pt x="1035521" y="2376996"/>
                  </a:lnTo>
                  <a:lnTo>
                    <a:pt x="983745" y="2320513"/>
                  </a:lnTo>
                  <a:lnTo>
                    <a:pt x="941382" y="2278150"/>
                  </a:lnTo>
                  <a:lnTo>
                    <a:pt x="720156" y="1223799"/>
                  </a:lnTo>
                  <a:close/>
                  <a:moveTo>
                    <a:pt x="4085620" y="955510"/>
                  </a:moveTo>
                  <a:cubicBezTo>
                    <a:pt x="4127983" y="964923"/>
                    <a:pt x="4165639" y="983753"/>
                    <a:pt x="4189172" y="1021406"/>
                  </a:cubicBezTo>
                  <a:cubicBezTo>
                    <a:pt x="4297432" y="1176735"/>
                    <a:pt x="4250366" y="1435618"/>
                    <a:pt x="4189172" y="1633310"/>
                  </a:cubicBezTo>
                  <a:cubicBezTo>
                    <a:pt x="4363332" y="1529757"/>
                    <a:pt x="4589264" y="1421498"/>
                    <a:pt x="4739887" y="1440324"/>
                  </a:cubicBezTo>
                  <a:cubicBezTo>
                    <a:pt x="5012890" y="1468568"/>
                    <a:pt x="5300012" y="1873363"/>
                    <a:pt x="5351788" y="2009866"/>
                  </a:cubicBezTo>
                  <a:cubicBezTo>
                    <a:pt x="5370618" y="2056935"/>
                    <a:pt x="5342375" y="2108712"/>
                    <a:pt x="5304718" y="2127538"/>
                  </a:cubicBezTo>
                  <a:cubicBezTo>
                    <a:pt x="5300012" y="2132245"/>
                    <a:pt x="5295305" y="2132245"/>
                    <a:pt x="5290598" y="2132245"/>
                  </a:cubicBezTo>
                  <a:cubicBezTo>
                    <a:pt x="5243528" y="2141662"/>
                    <a:pt x="5196459" y="2113419"/>
                    <a:pt x="5182339" y="2071055"/>
                  </a:cubicBezTo>
                  <a:cubicBezTo>
                    <a:pt x="5144682" y="1976916"/>
                    <a:pt x="4899923" y="1642724"/>
                    <a:pt x="4725764" y="1623897"/>
                  </a:cubicBezTo>
                  <a:cubicBezTo>
                    <a:pt x="4603384" y="1609774"/>
                    <a:pt x="4306849" y="1769810"/>
                    <a:pt x="4104450" y="1906313"/>
                  </a:cubicBezTo>
                  <a:cubicBezTo>
                    <a:pt x="4184466" y="1972209"/>
                    <a:pt x="4222122" y="2080469"/>
                    <a:pt x="4193883" y="2184021"/>
                  </a:cubicBezTo>
                  <a:lnTo>
                    <a:pt x="4151519" y="2273454"/>
                  </a:lnTo>
                  <a:lnTo>
                    <a:pt x="4052673" y="2372301"/>
                  </a:lnTo>
                  <a:lnTo>
                    <a:pt x="3949120" y="2264041"/>
                  </a:lnTo>
                  <a:lnTo>
                    <a:pt x="4015017" y="2122832"/>
                  </a:lnTo>
                  <a:cubicBezTo>
                    <a:pt x="4019723" y="2080469"/>
                    <a:pt x="3991483" y="2038109"/>
                    <a:pt x="3949120" y="2028692"/>
                  </a:cubicBezTo>
                  <a:lnTo>
                    <a:pt x="3845567" y="2000452"/>
                  </a:lnTo>
                  <a:cubicBezTo>
                    <a:pt x="3836154" y="1995746"/>
                    <a:pt x="3822030" y="1995746"/>
                    <a:pt x="3807911" y="2000452"/>
                  </a:cubicBezTo>
                  <a:cubicBezTo>
                    <a:pt x="3779671" y="2005159"/>
                    <a:pt x="3756134" y="2023985"/>
                    <a:pt x="3746721" y="2052229"/>
                  </a:cubicBezTo>
                  <a:lnTo>
                    <a:pt x="3713771" y="2334644"/>
                  </a:lnTo>
                  <a:lnTo>
                    <a:pt x="3680824" y="2367594"/>
                  </a:lnTo>
                  <a:lnTo>
                    <a:pt x="3534908" y="2221678"/>
                  </a:lnTo>
                  <a:lnTo>
                    <a:pt x="3558441" y="2014572"/>
                  </a:lnTo>
                  <a:cubicBezTo>
                    <a:pt x="3581978" y="1911019"/>
                    <a:pt x="3666705" y="1835710"/>
                    <a:pt x="3765547" y="1816880"/>
                  </a:cubicBezTo>
                  <a:cubicBezTo>
                    <a:pt x="3807911" y="1812173"/>
                    <a:pt x="3850274" y="1812173"/>
                    <a:pt x="3892637" y="1821586"/>
                  </a:cubicBezTo>
                  <a:lnTo>
                    <a:pt x="3920877" y="1831003"/>
                  </a:lnTo>
                  <a:lnTo>
                    <a:pt x="3920877" y="1821586"/>
                  </a:lnTo>
                  <a:cubicBezTo>
                    <a:pt x="4015017" y="1614484"/>
                    <a:pt x="4142103" y="1360308"/>
                    <a:pt x="4080913" y="1219099"/>
                  </a:cubicBezTo>
                  <a:cubicBezTo>
                    <a:pt x="4019723" y="1247342"/>
                    <a:pt x="3977360" y="1341478"/>
                    <a:pt x="3906757" y="1407378"/>
                  </a:cubicBezTo>
                  <a:cubicBezTo>
                    <a:pt x="3864394" y="1445031"/>
                    <a:pt x="3822030" y="1482688"/>
                    <a:pt x="3784377" y="1515638"/>
                  </a:cubicBezTo>
                  <a:cubicBezTo>
                    <a:pt x="3746721" y="1553290"/>
                    <a:pt x="3685531" y="1543877"/>
                    <a:pt x="3652581" y="1506224"/>
                  </a:cubicBezTo>
                  <a:cubicBezTo>
                    <a:pt x="3614928" y="1468568"/>
                    <a:pt x="3624341" y="1407378"/>
                    <a:pt x="3661994" y="1374428"/>
                  </a:cubicBezTo>
                  <a:cubicBezTo>
                    <a:pt x="3694944" y="1341478"/>
                    <a:pt x="3732601" y="1308532"/>
                    <a:pt x="3774961" y="1270875"/>
                  </a:cubicBezTo>
                  <a:cubicBezTo>
                    <a:pt x="3963240" y="1101426"/>
                    <a:pt x="3972653" y="941390"/>
                    <a:pt x="4085620" y="955510"/>
                  </a:cubicBezTo>
                  <a:close/>
                  <a:moveTo>
                    <a:pt x="2560572" y="828424"/>
                  </a:moveTo>
                  <a:cubicBezTo>
                    <a:pt x="2753554" y="837837"/>
                    <a:pt x="3059504" y="1087307"/>
                    <a:pt x="3120694" y="1139084"/>
                  </a:cubicBezTo>
                  <a:cubicBezTo>
                    <a:pt x="3158350" y="1172030"/>
                    <a:pt x="3167763" y="1233224"/>
                    <a:pt x="3134817" y="1270877"/>
                  </a:cubicBezTo>
                  <a:cubicBezTo>
                    <a:pt x="3115987" y="1294413"/>
                    <a:pt x="3087747" y="1303827"/>
                    <a:pt x="3059504" y="1303827"/>
                  </a:cubicBezTo>
                  <a:cubicBezTo>
                    <a:pt x="3035971" y="1303827"/>
                    <a:pt x="3017141" y="1294413"/>
                    <a:pt x="2998315" y="1280290"/>
                  </a:cubicBezTo>
                  <a:cubicBezTo>
                    <a:pt x="2847693" y="1153204"/>
                    <a:pt x="2635881" y="1021411"/>
                    <a:pt x="2551159" y="1016704"/>
                  </a:cubicBezTo>
                  <a:cubicBezTo>
                    <a:pt x="2499383" y="1011994"/>
                    <a:pt x="2461726" y="969634"/>
                    <a:pt x="2461726" y="917857"/>
                  </a:cubicBezTo>
                  <a:cubicBezTo>
                    <a:pt x="2461726" y="866081"/>
                    <a:pt x="2508796" y="828424"/>
                    <a:pt x="2560572" y="828424"/>
                  </a:cubicBezTo>
                  <a:close/>
                  <a:moveTo>
                    <a:pt x="2875943" y="0"/>
                  </a:moveTo>
                  <a:cubicBezTo>
                    <a:pt x="2923013" y="0"/>
                    <a:pt x="2970083" y="4706"/>
                    <a:pt x="3017152" y="14119"/>
                  </a:cubicBezTo>
                  <a:cubicBezTo>
                    <a:pt x="3426657" y="89432"/>
                    <a:pt x="3694953" y="484813"/>
                    <a:pt x="3614933" y="894316"/>
                  </a:cubicBezTo>
                  <a:lnTo>
                    <a:pt x="3341931" y="2329929"/>
                  </a:lnTo>
                  <a:lnTo>
                    <a:pt x="3304274" y="2372292"/>
                  </a:lnTo>
                  <a:lnTo>
                    <a:pt x="3261911" y="2329929"/>
                  </a:lnTo>
                  <a:lnTo>
                    <a:pt x="3252498" y="2315809"/>
                  </a:lnTo>
                  <a:lnTo>
                    <a:pt x="3172482" y="2235790"/>
                  </a:lnTo>
                  <a:lnTo>
                    <a:pt x="3436070" y="861366"/>
                  </a:lnTo>
                  <a:cubicBezTo>
                    <a:pt x="3464310" y="710744"/>
                    <a:pt x="3431364" y="564832"/>
                    <a:pt x="3346637" y="437743"/>
                  </a:cubicBezTo>
                  <a:cubicBezTo>
                    <a:pt x="3261911" y="315364"/>
                    <a:pt x="3130118" y="230638"/>
                    <a:pt x="2984202" y="202398"/>
                  </a:cubicBezTo>
                  <a:cubicBezTo>
                    <a:pt x="2946546" y="197691"/>
                    <a:pt x="2913599" y="192985"/>
                    <a:pt x="2875943" y="192985"/>
                  </a:cubicBezTo>
                  <a:cubicBezTo>
                    <a:pt x="2602941" y="192985"/>
                    <a:pt x="2372302" y="385967"/>
                    <a:pt x="2320526" y="654261"/>
                  </a:cubicBezTo>
                  <a:lnTo>
                    <a:pt x="2019280" y="2221670"/>
                  </a:lnTo>
                  <a:lnTo>
                    <a:pt x="1981624" y="2184013"/>
                  </a:lnTo>
                  <a:lnTo>
                    <a:pt x="1845124" y="2320516"/>
                  </a:lnTo>
                  <a:lnTo>
                    <a:pt x="1835711" y="2329929"/>
                  </a:lnTo>
                  <a:lnTo>
                    <a:pt x="1802761" y="2362875"/>
                  </a:lnTo>
                  <a:lnTo>
                    <a:pt x="2136953" y="611902"/>
                  </a:lnTo>
                  <a:cubicBezTo>
                    <a:pt x="2207559" y="249468"/>
                    <a:pt x="2522921" y="0"/>
                    <a:pt x="2875943" y="0"/>
                  </a:cubicBezTo>
                  <a:close/>
                </a:path>
              </a:pathLst>
            </a:custGeom>
            <a:solidFill>
              <a:schemeClr val="bg1"/>
            </a:solidFill>
            <a:ln w="13196" cap="flat">
              <a:noFill/>
              <a:prstDash val="solid"/>
              <a:miter/>
            </a:ln>
          </p:spPr>
          <p:txBody>
            <a:bodyPr wrap="square" rtlCol="0" anchor="ctr">
              <a:noAutofit/>
            </a:bodyPr>
            <a:lstStyle/>
            <a:p>
              <a:endParaRPr lang="en-US" dirty="0"/>
            </a:p>
          </p:txBody>
        </p:sp>
      </p:grpSp>
      <p:grpSp>
        <p:nvGrpSpPr>
          <p:cNvPr id="79" name="Group 78">
            <a:extLst>
              <a:ext uri="{FF2B5EF4-FFF2-40B4-BE49-F238E27FC236}">
                <a16:creationId xmlns:a16="http://schemas.microsoft.com/office/drawing/2014/main" id="{0C7582FE-8AAE-5651-5A66-B3612EF245DA}"/>
              </a:ext>
              <a:ext uri="{C183D7F6-B498-43B3-948B-1728B52AA6E4}">
                <adec:decorative xmlns:adec="http://schemas.microsoft.com/office/drawing/2017/decorative" val="1"/>
              </a:ext>
            </a:extLst>
          </p:cNvPr>
          <p:cNvGrpSpPr>
            <a:grpSpLocks noChangeAspect="1"/>
          </p:cNvGrpSpPr>
          <p:nvPr/>
        </p:nvGrpSpPr>
        <p:grpSpPr>
          <a:xfrm>
            <a:off x="7144671" y="2930159"/>
            <a:ext cx="276579" cy="457200"/>
            <a:chOff x="7144671" y="2930159"/>
            <a:chExt cx="276579" cy="457200"/>
          </a:xfrm>
          <a:solidFill>
            <a:schemeClr val="accent2"/>
          </a:solidFill>
        </p:grpSpPr>
        <p:sp>
          <p:nvSpPr>
            <p:cNvPr id="1490" name="Freeform: Shape 1489">
              <a:extLst>
                <a:ext uri="{FF2B5EF4-FFF2-40B4-BE49-F238E27FC236}">
                  <a16:creationId xmlns:a16="http://schemas.microsoft.com/office/drawing/2014/main" id="{A35BD3CE-CAFC-94C4-8E8A-22D7E0242018}"/>
                </a:ext>
                <a:ext uri="{C183D7F6-B498-43B3-948B-1728B52AA6E4}">
                  <adec:decorative xmlns:adec="http://schemas.microsoft.com/office/drawing/2017/decorative" val="1"/>
                </a:ext>
              </a:extLst>
            </p:cNvPr>
            <p:cNvSpPr/>
            <p:nvPr/>
          </p:nvSpPr>
          <p:spPr>
            <a:xfrm>
              <a:off x="7144671" y="3003537"/>
              <a:ext cx="237067" cy="383822"/>
            </a:xfrm>
            <a:custGeom>
              <a:avLst/>
              <a:gdLst>
                <a:gd name="connsiteX0" fmla="*/ 508001 w 3556002"/>
                <a:gd name="connsiteY0" fmla="*/ 4394200 h 5757331"/>
                <a:gd name="connsiteX1" fmla="*/ 508001 w 3556002"/>
                <a:gd name="connsiteY1" fmla="*/ 5418667 h 5757331"/>
                <a:gd name="connsiteX2" fmla="*/ 3048002 w 3556002"/>
                <a:gd name="connsiteY2" fmla="*/ 5418667 h 5757331"/>
                <a:gd name="connsiteX3" fmla="*/ 3217330 w 3556002"/>
                <a:gd name="connsiteY3" fmla="*/ 5249331 h 5757331"/>
                <a:gd name="connsiteX4" fmla="*/ 3217330 w 3556002"/>
                <a:gd name="connsiteY4" fmla="*/ 4394200 h 5757331"/>
                <a:gd name="connsiteX5" fmla="*/ 1807313 w 3556002"/>
                <a:gd name="connsiteY5" fmla="*/ 2252499 h 5757331"/>
                <a:gd name="connsiteX6" fmla="*/ 1933033 w 3556002"/>
                <a:gd name="connsiteY6" fmla="*/ 2378219 h 5757331"/>
                <a:gd name="connsiteX7" fmla="*/ 1813300 w 3556002"/>
                <a:gd name="connsiteY7" fmla="*/ 2497952 h 5757331"/>
                <a:gd name="connsiteX8" fmla="*/ 1687580 w 3556002"/>
                <a:gd name="connsiteY8" fmla="*/ 2372232 h 5757331"/>
                <a:gd name="connsiteX9" fmla="*/ 677336 w 3556002"/>
                <a:gd name="connsiteY9" fmla="*/ 0 h 5757331"/>
                <a:gd name="connsiteX10" fmla="*/ 2366432 w 3556002"/>
                <a:gd name="connsiteY10" fmla="*/ 0 h 5757331"/>
                <a:gd name="connsiteX11" fmla="*/ 2366432 w 3556002"/>
                <a:gd name="connsiteY11" fmla="*/ 4233 h 5757331"/>
                <a:gd name="connsiteX12" fmla="*/ 2749108 w 3556002"/>
                <a:gd name="connsiteY12" fmla="*/ 4233 h 5757331"/>
                <a:gd name="connsiteX13" fmla="*/ 2871877 w 3556002"/>
                <a:gd name="connsiteY13" fmla="*/ 4233 h 5757331"/>
                <a:gd name="connsiteX14" fmla="*/ 2871877 w 3556002"/>
                <a:gd name="connsiteY14" fmla="*/ 338664 h 5757331"/>
                <a:gd name="connsiteX15" fmla="*/ 2749108 w 3556002"/>
                <a:gd name="connsiteY15" fmla="*/ 338664 h 5757331"/>
                <a:gd name="connsiteX16" fmla="*/ 2749108 w 3556002"/>
                <a:gd name="connsiteY16" fmla="*/ 342898 h 5757331"/>
                <a:gd name="connsiteX17" fmla="*/ 1775450 w 3556002"/>
                <a:gd name="connsiteY17" fmla="*/ 342898 h 5757331"/>
                <a:gd name="connsiteX18" fmla="*/ 1775450 w 3556002"/>
                <a:gd name="connsiteY18" fmla="*/ 338664 h 5757331"/>
                <a:gd name="connsiteX19" fmla="*/ 673103 w 3556002"/>
                <a:gd name="connsiteY19" fmla="*/ 338664 h 5757331"/>
                <a:gd name="connsiteX20" fmla="*/ 503767 w 3556002"/>
                <a:gd name="connsiteY20" fmla="*/ 508000 h 5757331"/>
                <a:gd name="connsiteX21" fmla="*/ 503767 w 3556002"/>
                <a:gd name="connsiteY21" fmla="*/ 3039535 h 5757331"/>
                <a:gd name="connsiteX22" fmla="*/ 888999 w 3556002"/>
                <a:gd name="connsiteY22" fmla="*/ 2654295 h 5757331"/>
                <a:gd name="connsiteX23" fmla="*/ 1016001 w 3556002"/>
                <a:gd name="connsiteY23" fmla="*/ 2781297 h 5757331"/>
                <a:gd name="connsiteX24" fmla="*/ 508001 w 3556002"/>
                <a:gd name="connsiteY24" fmla="*/ 3289298 h 5757331"/>
                <a:gd name="connsiteX25" fmla="*/ 508001 w 3556002"/>
                <a:gd name="connsiteY25" fmla="*/ 3547535 h 5757331"/>
                <a:gd name="connsiteX26" fmla="*/ 1566335 w 3556002"/>
                <a:gd name="connsiteY26" fmla="*/ 2493434 h 5757331"/>
                <a:gd name="connsiteX27" fmla="*/ 1693337 w 3556002"/>
                <a:gd name="connsiteY27" fmla="*/ 2620436 h 5757331"/>
                <a:gd name="connsiteX28" fmla="*/ 508001 w 3556002"/>
                <a:gd name="connsiteY28" fmla="*/ 3801531 h 5757331"/>
                <a:gd name="connsiteX29" fmla="*/ 508001 w 3556002"/>
                <a:gd name="connsiteY29" fmla="*/ 4233338 h 5757331"/>
                <a:gd name="connsiteX30" fmla="*/ 3217330 w 3556002"/>
                <a:gd name="connsiteY30" fmla="*/ 4233338 h 5757331"/>
                <a:gd name="connsiteX31" fmla="*/ 3217330 w 3556002"/>
                <a:gd name="connsiteY31" fmla="*/ 1790459 h 5757331"/>
                <a:gd name="connsiteX32" fmla="*/ 3217330 w 3556002"/>
                <a:gd name="connsiteY32" fmla="*/ 1185337 h 5757331"/>
                <a:gd name="connsiteX33" fmla="*/ 3217330 w 3556002"/>
                <a:gd name="connsiteY33" fmla="*/ 689790 h 5757331"/>
                <a:gd name="connsiteX34" fmla="*/ 3555994 w 3556002"/>
                <a:gd name="connsiteY34" fmla="*/ 689790 h 5757331"/>
                <a:gd name="connsiteX35" fmla="*/ 3555994 w 3556002"/>
                <a:gd name="connsiteY35" fmla="*/ 992478 h 5757331"/>
                <a:gd name="connsiteX36" fmla="*/ 3555994 w 3556002"/>
                <a:gd name="connsiteY36" fmla="*/ 1185337 h 5757331"/>
                <a:gd name="connsiteX37" fmla="*/ 3556002 w 3556002"/>
                <a:gd name="connsiteY37" fmla="*/ 1185337 h 5757331"/>
                <a:gd name="connsiteX38" fmla="*/ 3556002 w 3556002"/>
                <a:gd name="connsiteY38" fmla="*/ 5249331 h 5757331"/>
                <a:gd name="connsiteX39" fmla="*/ 3048002 w 3556002"/>
                <a:gd name="connsiteY39" fmla="*/ 5757331 h 5757331"/>
                <a:gd name="connsiteX40" fmla="*/ 508001 w 3556002"/>
                <a:gd name="connsiteY40" fmla="*/ 5757331 h 5757331"/>
                <a:gd name="connsiteX41" fmla="*/ 169336 w 3556002"/>
                <a:gd name="connsiteY41" fmla="*/ 5757331 h 5757331"/>
                <a:gd name="connsiteX42" fmla="*/ 169336 w 3556002"/>
                <a:gd name="connsiteY42" fmla="*/ 5418667 h 5757331"/>
                <a:gd name="connsiteX43" fmla="*/ 169336 w 3556002"/>
                <a:gd name="connsiteY43" fmla="*/ 1524001 h 5757331"/>
                <a:gd name="connsiteX44" fmla="*/ 0 w 3556002"/>
                <a:gd name="connsiteY44" fmla="*/ 1354665 h 5757331"/>
                <a:gd name="connsiteX45" fmla="*/ 0 w 3556002"/>
                <a:gd name="connsiteY45" fmla="*/ 1020234 h 5757331"/>
                <a:gd name="connsiteX46" fmla="*/ 169336 w 3556002"/>
                <a:gd name="connsiteY46" fmla="*/ 850898 h 5757331"/>
                <a:gd name="connsiteX47" fmla="*/ 169336 w 3556002"/>
                <a:gd name="connsiteY47" fmla="*/ 508000 h 5757331"/>
                <a:gd name="connsiteX48" fmla="*/ 677336 w 3556002"/>
                <a:gd name="connsiteY48" fmla="*/ 0 h 575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56002" h="5757331">
                  <a:moveTo>
                    <a:pt x="508001" y="4394200"/>
                  </a:moveTo>
                  <a:lnTo>
                    <a:pt x="508001" y="5418667"/>
                  </a:lnTo>
                  <a:lnTo>
                    <a:pt x="3048002" y="5418667"/>
                  </a:lnTo>
                  <a:cubicBezTo>
                    <a:pt x="3141129" y="5418667"/>
                    <a:pt x="3217330" y="5342466"/>
                    <a:pt x="3217330" y="5249331"/>
                  </a:cubicBezTo>
                  <a:lnTo>
                    <a:pt x="3217330" y="4394200"/>
                  </a:lnTo>
                  <a:close/>
                  <a:moveTo>
                    <a:pt x="1807313" y="2252499"/>
                  </a:moveTo>
                  <a:lnTo>
                    <a:pt x="1933033" y="2378219"/>
                  </a:lnTo>
                  <a:lnTo>
                    <a:pt x="1813300" y="2497952"/>
                  </a:lnTo>
                  <a:lnTo>
                    <a:pt x="1687580" y="2372232"/>
                  </a:lnTo>
                  <a:close/>
                  <a:moveTo>
                    <a:pt x="677336" y="0"/>
                  </a:moveTo>
                  <a:lnTo>
                    <a:pt x="2366432" y="0"/>
                  </a:lnTo>
                  <a:lnTo>
                    <a:pt x="2366432" y="4233"/>
                  </a:lnTo>
                  <a:lnTo>
                    <a:pt x="2749108" y="4233"/>
                  </a:lnTo>
                  <a:cubicBezTo>
                    <a:pt x="2749108" y="4233"/>
                    <a:pt x="2871877" y="4233"/>
                    <a:pt x="2871877" y="4233"/>
                  </a:cubicBezTo>
                  <a:lnTo>
                    <a:pt x="2871877" y="338664"/>
                  </a:lnTo>
                  <a:cubicBezTo>
                    <a:pt x="2871877" y="338664"/>
                    <a:pt x="2749108" y="338664"/>
                    <a:pt x="2749108" y="338664"/>
                  </a:cubicBezTo>
                  <a:lnTo>
                    <a:pt x="2749108" y="342898"/>
                  </a:lnTo>
                  <a:lnTo>
                    <a:pt x="1775450" y="342898"/>
                  </a:lnTo>
                  <a:lnTo>
                    <a:pt x="1775450" y="338664"/>
                  </a:lnTo>
                  <a:lnTo>
                    <a:pt x="673103" y="338664"/>
                  </a:lnTo>
                  <a:cubicBezTo>
                    <a:pt x="579968" y="338664"/>
                    <a:pt x="503767" y="414866"/>
                    <a:pt x="503767" y="508000"/>
                  </a:cubicBezTo>
                  <a:lnTo>
                    <a:pt x="503767" y="3039535"/>
                  </a:lnTo>
                  <a:lnTo>
                    <a:pt x="888999" y="2654295"/>
                  </a:lnTo>
                  <a:lnTo>
                    <a:pt x="1016001" y="2781297"/>
                  </a:lnTo>
                  <a:lnTo>
                    <a:pt x="508001" y="3289298"/>
                  </a:lnTo>
                  <a:lnTo>
                    <a:pt x="508001" y="3547535"/>
                  </a:lnTo>
                  <a:lnTo>
                    <a:pt x="1566335" y="2493434"/>
                  </a:lnTo>
                  <a:lnTo>
                    <a:pt x="1693337" y="2620436"/>
                  </a:lnTo>
                  <a:lnTo>
                    <a:pt x="508001" y="3801531"/>
                  </a:lnTo>
                  <a:lnTo>
                    <a:pt x="508001" y="4233338"/>
                  </a:lnTo>
                  <a:lnTo>
                    <a:pt x="3217330" y="4233338"/>
                  </a:lnTo>
                  <a:lnTo>
                    <a:pt x="3217330" y="1790459"/>
                  </a:lnTo>
                  <a:lnTo>
                    <a:pt x="3217330" y="1185337"/>
                  </a:lnTo>
                  <a:lnTo>
                    <a:pt x="3217330" y="689790"/>
                  </a:lnTo>
                  <a:lnTo>
                    <a:pt x="3555994" y="689790"/>
                  </a:lnTo>
                  <a:cubicBezTo>
                    <a:pt x="3555994" y="689790"/>
                    <a:pt x="3555994" y="799859"/>
                    <a:pt x="3555994" y="992478"/>
                  </a:cubicBezTo>
                  <a:lnTo>
                    <a:pt x="3555994" y="1185337"/>
                  </a:lnTo>
                  <a:lnTo>
                    <a:pt x="3556002" y="1185337"/>
                  </a:lnTo>
                  <a:cubicBezTo>
                    <a:pt x="3556002" y="2544235"/>
                    <a:pt x="3556002" y="5249331"/>
                    <a:pt x="3556002" y="5249331"/>
                  </a:cubicBezTo>
                  <a:cubicBezTo>
                    <a:pt x="3556002" y="5528735"/>
                    <a:pt x="3327399" y="5757331"/>
                    <a:pt x="3048002" y="5757331"/>
                  </a:cubicBezTo>
                  <a:lnTo>
                    <a:pt x="508001" y="5757331"/>
                  </a:lnTo>
                  <a:lnTo>
                    <a:pt x="169336" y="5757331"/>
                  </a:lnTo>
                  <a:lnTo>
                    <a:pt x="169336" y="5418667"/>
                  </a:lnTo>
                  <a:lnTo>
                    <a:pt x="169336" y="1524001"/>
                  </a:lnTo>
                  <a:cubicBezTo>
                    <a:pt x="76201" y="1524001"/>
                    <a:pt x="0" y="1447800"/>
                    <a:pt x="0" y="1354665"/>
                  </a:cubicBezTo>
                  <a:lnTo>
                    <a:pt x="0" y="1020234"/>
                  </a:lnTo>
                  <a:cubicBezTo>
                    <a:pt x="0" y="927099"/>
                    <a:pt x="76201" y="850898"/>
                    <a:pt x="169336" y="850898"/>
                  </a:cubicBezTo>
                  <a:lnTo>
                    <a:pt x="169336" y="508000"/>
                  </a:lnTo>
                  <a:cubicBezTo>
                    <a:pt x="169336" y="228596"/>
                    <a:pt x="397932" y="0"/>
                    <a:pt x="677336" y="0"/>
                  </a:cubicBezTo>
                  <a:close/>
                </a:path>
              </a:pathLst>
            </a:custGeom>
            <a:grpFill/>
            <a:ln w="12601" cap="flat">
              <a:noFill/>
              <a:prstDash val="solid"/>
              <a:miter/>
            </a:ln>
          </p:spPr>
          <p:txBody>
            <a:bodyPr wrap="square" rtlCol="0" anchor="ctr">
              <a:noAutofit/>
            </a:bodyPr>
            <a:lstStyle/>
            <a:p>
              <a:endParaRPr lang="en-US" dirty="0"/>
            </a:p>
          </p:txBody>
        </p:sp>
        <p:sp>
          <p:nvSpPr>
            <p:cNvPr id="1491" name="Freeform: Shape 1490">
              <a:extLst>
                <a:ext uri="{FF2B5EF4-FFF2-40B4-BE49-F238E27FC236}">
                  <a16:creationId xmlns:a16="http://schemas.microsoft.com/office/drawing/2014/main" id="{F59EDB8B-D4C5-E1A3-1409-87479301A58E}"/>
                </a:ext>
                <a:ext uri="{C183D7F6-B498-43B3-948B-1728B52AA6E4}">
                  <adec:decorative xmlns:adec="http://schemas.microsoft.com/office/drawing/2017/decorative" val="1"/>
                </a:ext>
              </a:extLst>
            </p:cNvPr>
            <p:cNvSpPr/>
            <p:nvPr/>
          </p:nvSpPr>
          <p:spPr>
            <a:xfrm>
              <a:off x="7239216" y="2930159"/>
              <a:ext cx="182034" cy="423052"/>
            </a:xfrm>
            <a:custGeom>
              <a:avLst/>
              <a:gdLst>
                <a:gd name="connsiteX0" fmla="*/ 270937 w 2730509"/>
                <a:gd name="connsiteY0" fmla="*/ 5837774 h 6345774"/>
                <a:gd name="connsiteX1" fmla="*/ 270937 w 2730509"/>
                <a:gd name="connsiteY1" fmla="*/ 6176442 h 6345774"/>
                <a:gd name="connsiteX2" fmla="*/ 609605 w 2730509"/>
                <a:gd name="connsiteY2" fmla="*/ 6176442 h 6345774"/>
                <a:gd name="connsiteX3" fmla="*/ 609605 w 2730509"/>
                <a:gd name="connsiteY3" fmla="*/ 5837774 h 6345774"/>
                <a:gd name="connsiteX4" fmla="*/ 232836 w 2730509"/>
                <a:gd name="connsiteY4" fmla="*/ 5668438 h 6345774"/>
                <a:gd name="connsiteX5" fmla="*/ 647704 w 2730509"/>
                <a:gd name="connsiteY5" fmla="*/ 5668438 h 6345774"/>
                <a:gd name="connsiteX6" fmla="*/ 778938 w 2730509"/>
                <a:gd name="connsiteY6" fmla="*/ 5799672 h 6345774"/>
                <a:gd name="connsiteX7" fmla="*/ 778938 w 2730509"/>
                <a:gd name="connsiteY7" fmla="*/ 6214540 h 6345774"/>
                <a:gd name="connsiteX8" fmla="*/ 647704 w 2730509"/>
                <a:gd name="connsiteY8" fmla="*/ 6345774 h 6345774"/>
                <a:gd name="connsiteX9" fmla="*/ 232836 w 2730509"/>
                <a:gd name="connsiteY9" fmla="*/ 6345774 h 6345774"/>
                <a:gd name="connsiteX10" fmla="*/ 101602 w 2730509"/>
                <a:gd name="connsiteY10" fmla="*/ 6214540 h 6345774"/>
                <a:gd name="connsiteX11" fmla="*/ 101602 w 2730509"/>
                <a:gd name="connsiteY11" fmla="*/ 5799672 h 6345774"/>
                <a:gd name="connsiteX12" fmla="*/ 232836 w 2730509"/>
                <a:gd name="connsiteY12" fmla="*/ 5668438 h 6345774"/>
                <a:gd name="connsiteX13" fmla="*/ 84666 w 2730509"/>
                <a:gd name="connsiteY13" fmla="*/ 1608669 h 6345774"/>
                <a:gd name="connsiteX14" fmla="*/ 338666 w 2730509"/>
                <a:gd name="connsiteY14" fmla="*/ 1608669 h 6345774"/>
                <a:gd name="connsiteX15" fmla="*/ 516468 w 2730509"/>
                <a:gd name="connsiteY15" fmla="*/ 1608669 h 6345774"/>
                <a:gd name="connsiteX16" fmla="*/ 761999 w 2730509"/>
                <a:gd name="connsiteY16" fmla="*/ 1608669 h 6345774"/>
                <a:gd name="connsiteX17" fmla="*/ 846668 w 2730509"/>
                <a:gd name="connsiteY17" fmla="*/ 1693333 h 6345774"/>
                <a:gd name="connsiteX18" fmla="*/ 761999 w 2730509"/>
                <a:gd name="connsiteY18" fmla="*/ 1778001 h 6345774"/>
                <a:gd name="connsiteX19" fmla="*/ 516468 w 2730509"/>
                <a:gd name="connsiteY19" fmla="*/ 1778001 h 6345774"/>
                <a:gd name="connsiteX20" fmla="*/ 338666 w 2730509"/>
                <a:gd name="connsiteY20" fmla="*/ 1778001 h 6345774"/>
                <a:gd name="connsiteX21" fmla="*/ 84666 w 2730509"/>
                <a:gd name="connsiteY21" fmla="*/ 1778001 h 6345774"/>
                <a:gd name="connsiteX22" fmla="*/ 0 w 2730509"/>
                <a:gd name="connsiteY22" fmla="*/ 1693333 h 6345774"/>
                <a:gd name="connsiteX23" fmla="*/ 84666 w 2730509"/>
                <a:gd name="connsiteY23" fmla="*/ 1608669 h 6345774"/>
                <a:gd name="connsiteX24" fmla="*/ 2222505 w 2730509"/>
                <a:gd name="connsiteY24" fmla="*/ 508008 h 6345774"/>
                <a:gd name="connsiteX25" fmla="*/ 2730509 w 2730509"/>
                <a:gd name="connsiteY25" fmla="*/ 508008 h 6345774"/>
                <a:gd name="connsiteX26" fmla="*/ 2730509 w 2730509"/>
                <a:gd name="connsiteY26" fmla="*/ 1016012 h 6345774"/>
                <a:gd name="connsiteX27" fmla="*/ 2222508 w 2730509"/>
                <a:gd name="connsiteY27" fmla="*/ 1016012 h 6345774"/>
                <a:gd name="connsiteX28" fmla="*/ 2222508 w 2730509"/>
                <a:gd name="connsiteY28" fmla="*/ 1524005 h 6345774"/>
                <a:gd name="connsiteX29" fmla="*/ 1714504 w 2730509"/>
                <a:gd name="connsiteY29" fmla="*/ 1524005 h 6345774"/>
                <a:gd name="connsiteX30" fmla="*/ 1714504 w 2730509"/>
                <a:gd name="connsiteY30" fmla="*/ 1016001 h 6345774"/>
                <a:gd name="connsiteX31" fmla="*/ 2222505 w 2730509"/>
                <a:gd name="connsiteY31" fmla="*/ 1016001 h 6345774"/>
                <a:gd name="connsiteX32" fmla="*/ 1206504 w 2730509"/>
                <a:gd name="connsiteY32" fmla="*/ 0 h 6345774"/>
                <a:gd name="connsiteX33" fmla="*/ 1714507 w 2730509"/>
                <a:gd name="connsiteY33" fmla="*/ 0 h 6345774"/>
                <a:gd name="connsiteX34" fmla="*/ 1714507 w 2730509"/>
                <a:gd name="connsiteY34" fmla="*/ 508004 h 6345774"/>
                <a:gd name="connsiteX35" fmla="*/ 1206504 w 2730509"/>
                <a:gd name="connsiteY35" fmla="*/ 508004 h 63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730509" h="6345774">
                  <a:moveTo>
                    <a:pt x="270937" y="5837774"/>
                  </a:moveTo>
                  <a:lnTo>
                    <a:pt x="270937" y="6176442"/>
                  </a:lnTo>
                  <a:lnTo>
                    <a:pt x="609605" y="6176442"/>
                  </a:lnTo>
                  <a:lnTo>
                    <a:pt x="609605" y="5837774"/>
                  </a:lnTo>
                  <a:close/>
                  <a:moveTo>
                    <a:pt x="232836" y="5668438"/>
                  </a:moveTo>
                  <a:lnTo>
                    <a:pt x="647704" y="5668438"/>
                  </a:lnTo>
                  <a:cubicBezTo>
                    <a:pt x="719670" y="5668438"/>
                    <a:pt x="778938" y="5727706"/>
                    <a:pt x="778938" y="5799672"/>
                  </a:cubicBezTo>
                  <a:lnTo>
                    <a:pt x="778938" y="6214540"/>
                  </a:lnTo>
                  <a:cubicBezTo>
                    <a:pt x="778938" y="6286507"/>
                    <a:pt x="719670" y="6345774"/>
                    <a:pt x="647704" y="6345774"/>
                  </a:cubicBezTo>
                  <a:lnTo>
                    <a:pt x="232836" y="6345774"/>
                  </a:lnTo>
                  <a:cubicBezTo>
                    <a:pt x="160869" y="6345774"/>
                    <a:pt x="101602" y="6286507"/>
                    <a:pt x="101602" y="6214540"/>
                  </a:cubicBezTo>
                  <a:lnTo>
                    <a:pt x="101602" y="5799672"/>
                  </a:lnTo>
                  <a:cubicBezTo>
                    <a:pt x="101602" y="5727706"/>
                    <a:pt x="160869" y="5668438"/>
                    <a:pt x="232836" y="5668438"/>
                  </a:cubicBezTo>
                  <a:close/>
                  <a:moveTo>
                    <a:pt x="84666" y="1608669"/>
                  </a:moveTo>
                  <a:lnTo>
                    <a:pt x="338666" y="1608669"/>
                  </a:lnTo>
                  <a:lnTo>
                    <a:pt x="516468" y="1608669"/>
                  </a:lnTo>
                  <a:lnTo>
                    <a:pt x="761999" y="1608669"/>
                  </a:lnTo>
                  <a:cubicBezTo>
                    <a:pt x="808567" y="1608669"/>
                    <a:pt x="846668" y="1646770"/>
                    <a:pt x="846668" y="1693333"/>
                  </a:cubicBezTo>
                  <a:cubicBezTo>
                    <a:pt x="846668" y="1739900"/>
                    <a:pt x="808567" y="1778001"/>
                    <a:pt x="761999" y="1778001"/>
                  </a:cubicBezTo>
                  <a:lnTo>
                    <a:pt x="516468" y="1778001"/>
                  </a:lnTo>
                  <a:lnTo>
                    <a:pt x="338666" y="1778001"/>
                  </a:lnTo>
                  <a:lnTo>
                    <a:pt x="84666" y="1778001"/>
                  </a:lnTo>
                  <a:cubicBezTo>
                    <a:pt x="38101" y="1778001"/>
                    <a:pt x="0" y="1739900"/>
                    <a:pt x="0" y="1693333"/>
                  </a:cubicBezTo>
                  <a:cubicBezTo>
                    <a:pt x="0" y="1646770"/>
                    <a:pt x="38101" y="1608669"/>
                    <a:pt x="84666" y="1608669"/>
                  </a:cubicBezTo>
                  <a:close/>
                  <a:moveTo>
                    <a:pt x="2222505" y="508008"/>
                  </a:moveTo>
                  <a:lnTo>
                    <a:pt x="2730509" y="508008"/>
                  </a:lnTo>
                  <a:lnTo>
                    <a:pt x="2730509" y="1016012"/>
                  </a:lnTo>
                  <a:lnTo>
                    <a:pt x="2222508" y="1016012"/>
                  </a:lnTo>
                  <a:lnTo>
                    <a:pt x="2222508" y="1524005"/>
                  </a:lnTo>
                  <a:lnTo>
                    <a:pt x="1714504" y="1524005"/>
                  </a:lnTo>
                  <a:lnTo>
                    <a:pt x="1714504" y="1016001"/>
                  </a:lnTo>
                  <a:lnTo>
                    <a:pt x="2222505" y="1016001"/>
                  </a:lnTo>
                  <a:close/>
                  <a:moveTo>
                    <a:pt x="1206504" y="0"/>
                  </a:moveTo>
                  <a:lnTo>
                    <a:pt x="1714507" y="0"/>
                  </a:lnTo>
                  <a:lnTo>
                    <a:pt x="1714507" y="508004"/>
                  </a:lnTo>
                  <a:lnTo>
                    <a:pt x="1206504" y="508004"/>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78" name="Group 77">
            <a:extLst>
              <a:ext uri="{FF2B5EF4-FFF2-40B4-BE49-F238E27FC236}">
                <a16:creationId xmlns:a16="http://schemas.microsoft.com/office/drawing/2014/main" id="{044AC18E-E689-85AA-F85C-A439BEA9F14F}"/>
              </a:ext>
              <a:ext uri="{C183D7F6-B498-43B3-948B-1728B52AA6E4}">
                <adec:decorative xmlns:adec="http://schemas.microsoft.com/office/drawing/2017/decorative" val="1"/>
              </a:ext>
            </a:extLst>
          </p:cNvPr>
          <p:cNvGrpSpPr>
            <a:grpSpLocks noChangeAspect="1"/>
          </p:cNvGrpSpPr>
          <p:nvPr/>
        </p:nvGrpSpPr>
        <p:grpSpPr>
          <a:xfrm>
            <a:off x="7610571" y="2930159"/>
            <a:ext cx="322378" cy="457200"/>
            <a:chOff x="7610571" y="2930159"/>
            <a:chExt cx="322378" cy="457200"/>
          </a:xfrm>
          <a:solidFill>
            <a:schemeClr val="accent2"/>
          </a:solidFill>
        </p:grpSpPr>
        <p:sp>
          <p:nvSpPr>
            <p:cNvPr id="1506" name="Freeform: Shape 1505">
              <a:extLst>
                <a:ext uri="{FF2B5EF4-FFF2-40B4-BE49-F238E27FC236}">
                  <a16:creationId xmlns:a16="http://schemas.microsoft.com/office/drawing/2014/main" id="{E3E7B646-45C1-3015-8317-8E6FC2A8AC22}"/>
                </a:ext>
                <a:ext uri="{C183D7F6-B498-43B3-948B-1728B52AA6E4}">
                  <adec:decorative xmlns:adec="http://schemas.microsoft.com/office/drawing/2017/decorative" val="1"/>
                </a:ext>
              </a:extLst>
            </p:cNvPr>
            <p:cNvSpPr/>
            <p:nvPr/>
          </p:nvSpPr>
          <p:spPr>
            <a:xfrm>
              <a:off x="7610571" y="3034068"/>
              <a:ext cx="218209" cy="353291"/>
            </a:xfrm>
            <a:custGeom>
              <a:avLst/>
              <a:gdLst>
                <a:gd name="connsiteX0" fmla="*/ 467592 w 3273138"/>
                <a:gd name="connsiteY0" fmla="*/ 4044663 h 5299371"/>
                <a:gd name="connsiteX1" fmla="*/ 467592 w 3273138"/>
                <a:gd name="connsiteY1" fmla="*/ 4983742 h 5299371"/>
                <a:gd name="connsiteX2" fmla="*/ 2805546 w 3273138"/>
                <a:gd name="connsiteY2" fmla="*/ 4983742 h 5299371"/>
                <a:gd name="connsiteX3" fmla="*/ 2961410 w 3273138"/>
                <a:gd name="connsiteY3" fmla="*/ 4827885 h 5299371"/>
                <a:gd name="connsiteX4" fmla="*/ 2961410 w 3273138"/>
                <a:gd name="connsiteY4" fmla="*/ 4044663 h 5299371"/>
                <a:gd name="connsiteX5" fmla="*/ 1663606 w 3273138"/>
                <a:gd name="connsiteY5" fmla="*/ 2070847 h 5299371"/>
                <a:gd name="connsiteX6" fmla="*/ 1779331 w 3273138"/>
                <a:gd name="connsiteY6" fmla="*/ 2186572 h 5299371"/>
                <a:gd name="connsiteX7" fmla="*/ 1669118 w 3273138"/>
                <a:gd name="connsiteY7" fmla="*/ 2296784 h 5299371"/>
                <a:gd name="connsiteX8" fmla="*/ 1553394 w 3273138"/>
                <a:gd name="connsiteY8" fmla="*/ 2181060 h 5299371"/>
                <a:gd name="connsiteX9" fmla="*/ 623456 w 3273138"/>
                <a:gd name="connsiteY9" fmla="*/ 0 h 5299371"/>
                <a:gd name="connsiteX10" fmla="*/ 1861699 w 3273138"/>
                <a:gd name="connsiteY10" fmla="*/ 0 h 5299371"/>
                <a:gd name="connsiteX11" fmla="*/ 2178196 w 3273138"/>
                <a:gd name="connsiteY11" fmla="*/ 0 h 5299371"/>
                <a:gd name="connsiteX12" fmla="*/ 2536939 w 3273138"/>
                <a:gd name="connsiteY12" fmla="*/ 0 h 5299371"/>
                <a:gd name="connsiteX13" fmla="*/ 2620818 w 3273138"/>
                <a:gd name="connsiteY13" fmla="*/ 0 h 5299371"/>
                <a:gd name="connsiteX14" fmla="*/ 2620818 w 3273138"/>
                <a:gd name="connsiteY14" fmla="*/ 307835 h 5299371"/>
                <a:gd name="connsiteX15" fmla="*/ 2536939 w 3273138"/>
                <a:gd name="connsiteY15" fmla="*/ 307835 h 5299371"/>
                <a:gd name="connsiteX16" fmla="*/ 2536939 w 3273138"/>
                <a:gd name="connsiteY16" fmla="*/ 311729 h 5299371"/>
                <a:gd name="connsiteX17" fmla="*/ 1861699 w 3273138"/>
                <a:gd name="connsiteY17" fmla="*/ 311729 h 5299371"/>
                <a:gd name="connsiteX18" fmla="*/ 623456 w 3273138"/>
                <a:gd name="connsiteY18" fmla="*/ 311729 h 5299371"/>
                <a:gd name="connsiteX19" fmla="*/ 467592 w 3273138"/>
                <a:gd name="connsiteY19" fmla="*/ 467593 h 5299371"/>
                <a:gd name="connsiteX20" fmla="*/ 467592 w 3273138"/>
                <a:gd name="connsiteY20" fmla="*/ 2789961 h 5299371"/>
                <a:gd name="connsiteX21" fmla="*/ 822178 w 3273138"/>
                <a:gd name="connsiteY21" fmla="*/ 2435368 h 5299371"/>
                <a:gd name="connsiteX22" fmla="*/ 939078 w 3273138"/>
                <a:gd name="connsiteY22" fmla="*/ 2552268 h 5299371"/>
                <a:gd name="connsiteX23" fmla="*/ 467592 w 3273138"/>
                <a:gd name="connsiteY23" fmla="*/ 3023761 h 5299371"/>
                <a:gd name="connsiteX24" fmla="*/ 467592 w 3273138"/>
                <a:gd name="connsiteY24" fmla="*/ 3261448 h 5299371"/>
                <a:gd name="connsiteX25" fmla="*/ 1445634 w 3273138"/>
                <a:gd name="connsiteY25" fmla="*/ 2291199 h 5299371"/>
                <a:gd name="connsiteX26" fmla="*/ 1562534 w 3273138"/>
                <a:gd name="connsiteY26" fmla="*/ 2408098 h 5299371"/>
                <a:gd name="connsiteX27" fmla="*/ 467592 w 3273138"/>
                <a:gd name="connsiteY27" fmla="*/ 3495248 h 5299371"/>
                <a:gd name="connsiteX28" fmla="*/ 467592 w 3273138"/>
                <a:gd name="connsiteY28" fmla="*/ 3892699 h 5299371"/>
                <a:gd name="connsiteX29" fmla="*/ 2961410 w 3273138"/>
                <a:gd name="connsiteY29" fmla="*/ 3892699 h 5299371"/>
                <a:gd name="connsiteX30" fmla="*/ 2961410 w 3273138"/>
                <a:gd name="connsiteY30" fmla="*/ 1098844 h 5299371"/>
                <a:gd name="connsiteX31" fmla="*/ 2961410 w 3273138"/>
                <a:gd name="connsiteY31" fmla="*/ 625329 h 5299371"/>
                <a:gd name="connsiteX32" fmla="*/ 3273138 w 3273138"/>
                <a:gd name="connsiteY32" fmla="*/ 625329 h 5299371"/>
                <a:gd name="connsiteX33" fmla="*/ 3273138 w 3273138"/>
                <a:gd name="connsiteY33" fmla="*/ 1450185 h 5299371"/>
                <a:gd name="connsiteX34" fmla="*/ 3273138 w 3273138"/>
                <a:gd name="connsiteY34" fmla="*/ 1619481 h 5299371"/>
                <a:gd name="connsiteX35" fmla="*/ 3273138 w 3273138"/>
                <a:gd name="connsiteY35" fmla="*/ 4831778 h 5299371"/>
                <a:gd name="connsiteX36" fmla="*/ 2805546 w 3273138"/>
                <a:gd name="connsiteY36" fmla="*/ 5299371 h 5299371"/>
                <a:gd name="connsiteX37" fmla="*/ 467592 w 3273138"/>
                <a:gd name="connsiteY37" fmla="*/ 5299371 h 5299371"/>
                <a:gd name="connsiteX38" fmla="*/ 155864 w 3273138"/>
                <a:gd name="connsiteY38" fmla="*/ 5299371 h 5299371"/>
                <a:gd name="connsiteX39" fmla="*/ 155864 w 3273138"/>
                <a:gd name="connsiteY39" fmla="*/ 4987643 h 5299371"/>
                <a:gd name="connsiteX40" fmla="*/ 155864 w 3273138"/>
                <a:gd name="connsiteY40" fmla="*/ 1402779 h 5299371"/>
                <a:gd name="connsiteX41" fmla="*/ 0 w 3273138"/>
                <a:gd name="connsiteY41" fmla="*/ 1246907 h 5299371"/>
                <a:gd name="connsiteX42" fmla="*/ 0 w 3273138"/>
                <a:gd name="connsiteY42" fmla="*/ 939079 h 5299371"/>
                <a:gd name="connsiteX43" fmla="*/ 155864 w 3273138"/>
                <a:gd name="connsiteY43" fmla="*/ 783215 h 5299371"/>
                <a:gd name="connsiteX44" fmla="*/ 155864 w 3273138"/>
                <a:gd name="connsiteY44" fmla="*/ 467593 h 5299371"/>
                <a:gd name="connsiteX45" fmla="*/ 623456 w 3273138"/>
                <a:gd name="connsiteY45" fmla="*/ 0 h 529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273138" h="5299371">
                  <a:moveTo>
                    <a:pt x="467592" y="4044663"/>
                  </a:moveTo>
                  <a:lnTo>
                    <a:pt x="467592" y="4983742"/>
                  </a:lnTo>
                  <a:lnTo>
                    <a:pt x="2805546" y="4983742"/>
                  </a:lnTo>
                  <a:cubicBezTo>
                    <a:pt x="2891269" y="4983742"/>
                    <a:pt x="2961410" y="4913608"/>
                    <a:pt x="2961410" y="4827885"/>
                  </a:cubicBezTo>
                  <a:lnTo>
                    <a:pt x="2961410" y="4044663"/>
                  </a:lnTo>
                  <a:close/>
                  <a:moveTo>
                    <a:pt x="1663606" y="2070847"/>
                  </a:moveTo>
                  <a:lnTo>
                    <a:pt x="1779331" y="2186572"/>
                  </a:lnTo>
                  <a:lnTo>
                    <a:pt x="1669118" y="2296784"/>
                  </a:lnTo>
                  <a:lnTo>
                    <a:pt x="1553394" y="2181060"/>
                  </a:lnTo>
                  <a:close/>
                  <a:moveTo>
                    <a:pt x="623456" y="0"/>
                  </a:moveTo>
                  <a:lnTo>
                    <a:pt x="1861699" y="0"/>
                  </a:lnTo>
                  <a:lnTo>
                    <a:pt x="2178196" y="0"/>
                  </a:lnTo>
                  <a:lnTo>
                    <a:pt x="2536939" y="0"/>
                  </a:lnTo>
                  <a:cubicBezTo>
                    <a:pt x="2536939" y="0"/>
                    <a:pt x="2620818" y="0"/>
                    <a:pt x="2620818" y="0"/>
                  </a:cubicBezTo>
                  <a:lnTo>
                    <a:pt x="2620818" y="307835"/>
                  </a:lnTo>
                  <a:cubicBezTo>
                    <a:pt x="2620818" y="307835"/>
                    <a:pt x="2536939" y="307835"/>
                    <a:pt x="2536939" y="307835"/>
                  </a:cubicBezTo>
                  <a:lnTo>
                    <a:pt x="2536939" y="311729"/>
                  </a:lnTo>
                  <a:lnTo>
                    <a:pt x="1861699" y="311729"/>
                  </a:lnTo>
                  <a:lnTo>
                    <a:pt x="623456" y="311729"/>
                  </a:lnTo>
                  <a:cubicBezTo>
                    <a:pt x="537734" y="311729"/>
                    <a:pt x="467592" y="381863"/>
                    <a:pt x="467592" y="467593"/>
                  </a:cubicBezTo>
                  <a:lnTo>
                    <a:pt x="467592" y="2789961"/>
                  </a:lnTo>
                  <a:lnTo>
                    <a:pt x="822178" y="2435368"/>
                  </a:lnTo>
                  <a:lnTo>
                    <a:pt x="939078" y="2552268"/>
                  </a:lnTo>
                  <a:lnTo>
                    <a:pt x="467592" y="3023761"/>
                  </a:lnTo>
                  <a:lnTo>
                    <a:pt x="467592" y="3261448"/>
                  </a:lnTo>
                  <a:lnTo>
                    <a:pt x="1445634" y="2291199"/>
                  </a:lnTo>
                  <a:lnTo>
                    <a:pt x="1562534" y="2408098"/>
                  </a:lnTo>
                  <a:lnTo>
                    <a:pt x="467592" y="3495248"/>
                  </a:lnTo>
                  <a:lnTo>
                    <a:pt x="467592" y="3892699"/>
                  </a:lnTo>
                  <a:lnTo>
                    <a:pt x="2961410" y="3892699"/>
                  </a:lnTo>
                  <a:lnTo>
                    <a:pt x="2961410" y="1098844"/>
                  </a:lnTo>
                  <a:lnTo>
                    <a:pt x="2961410" y="625329"/>
                  </a:lnTo>
                  <a:lnTo>
                    <a:pt x="3273138" y="625329"/>
                  </a:lnTo>
                  <a:cubicBezTo>
                    <a:pt x="3273138" y="625329"/>
                    <a:pt x="3273138" y="956184"/>
                    <a:pt x="3273138" y="1450185"/>
                  </a:cubicBezTo>
                  <a:lnTo>
                    <a:pt x="3273138" y="1619481"/>
                  </a:lnTo>
                  <a:cubicBezTo>
                    <a:pt x="3273138" y="2934380"/>
                    <a:pt x="3273138" y="4831778"/>
                    <a:pt x="3273138" y="4831778"/>
                  </a:cubicBezTo>
                  <a:cubicBezTo>
                    <a:pt x="3273138" y="5088954"/>
                    <a:pt x="3062721" y="5299371"/>
                    <a:pt x="2805546" y="5299371"/>
                  </a:cubicBezTo>
                  <a:lnTo>
                    <a:pt x="467592" y="5299371"/>
                  </a:lnTo>
                  <a:lnTo>
                    <a:pt x="155864" y="5299371"/>
                  </a:lnTo>
                  <a:lnTo>
                    <a:pt x="155864" y="4987643"/>
                  </a:lnTo>
                  <a:lnTo>
                    <a:pt x="155864" y="1402779"/>
                  </a:lnTo>
                  <a:cubicBezTo>
                    <a:pt x="70141" y="1402779"/>
                    <a:pt x="0" y="1332637"/>
                    <a:pt x="0" y="1246907"/>
                  </a:cubicBezTo>
                  <a:lnTo>
                    <a:pt x="0" y="939079"/>
                  </a:lnTo>
                  <a:cubicBezTo>
                    <a:pt x="0" y="853357"/>
                    <a:pt x="70141" y="783215"/>
                    <a:pt x="155864" y="783215"/>
                  </a:cubicBezTo>
                  <a:lnTo>
                    <a:pt x="155864" y="467593"/>
                  </a:lnTo>
                  <a:cubicBezTo>
                    <a:pt x="155864" y="210417"/>
                    <a:pt x="366281" y="0"/>
                    <a:pt x="623456" y="0"/>
                  </a:cubicBezTo>
                  <a:close/>
                </a:path>
              </a:pathLst>
            </a:custGeom>
            <a:grpFill/>
            <a:ln w="12601" cap="flat">
              <a:noFill/>
              <a:prstDash val="solid"/>
              <a:miter/>
            </a:ln>
          </p:spPr>
          <p:txBody>
            <a:bodyPr wrap="square" rtlCol="0" anchor="ctr">
              <a:noAutofit/>
            </a:bodyPr>
            <a:lstStyle/>
            <a:p>
              <a:endParaRPr lang="en-US"/>
            </a:p>
          </p:txBody>
        </p:sp>
        <p:sp>
          <p:nvSpPr>
            <p:cNvPr id="1507" name="Freeform: Shape 1506">
              <a:extLst>
                <a:ext uri="{FF2B5EF4-FFF2-40B4-BE49-F238E27FC236}">
                  <a16:creationId xmlns:a16="http://schemas.microsoft.com/office/drawing/2014/main" id="{70135BF7-52F8-85E1-86F0-F028A9E3C644}"/>
                </a:ext>
                <a:ext uri="{C183D7F6-B498-43B3-948B-1728B52AA6E4}">
                  <adec:decorative xmlns:adec="http://schemas.microsoft.com/office/drawing/2017/decorative" val="1"/>
                </a:ext>
              </a:extLst>
            </p:cNvPr>
            <p:cNvSpPr/>
            <p:nvPr/>
          </p:nvSpPr>
          <p:spPr>
            <a:xfrm>
              <a:off x="7697595" y="2930159"/>
              <a:ext cx="235354" cy="425508"/>
            </a:xfrm>
            <a:custGeom>
              <a:avLst/>
              <a:gdLst>
                <a:gd name="connsiteX0" fmla="*/ 249382 w 3530309"/>
                <a:gd name="connsiteY0" fmla="*/ 5915036 h 6382627"/>
                <a:gd name="connsiteX1" fmla="*/ 249382 w 3530309"/>
                <a:gd name="connsiteY1" fmla="*/ 6226765 h 6382627"/>
                <a:gd name="connsiteX2" fmla="*/ 561110 w 3530309"/>
                <a:gd name="connsiteY2" fmla="*/ 6226765 h 6382627"/>
                <a:gd name="connsiteX3" fmla="*/ 561110 w 3530309"/>
                <a:gd name="connsiteY3" fmla="*/ 5915036 h 6382627"/>
                <a:gd name="connsiteX4" fmla="*/ 214312 w 3530309"/>
                <a:gd name="connsiteY4" fmla="*/ 5759170 h 6382627"/>
                <a:gd name="connsiteX5" fmla="*/ 596178 w 3530309"/>
                <a:gd name="connsiteY5" fmla="*/ 5759170 h 6382627"/>
                <a:gd name="connsiteX6" fmla="*/ 716973 w 3530309"/>
                <a:gd name="connsiteY6" fmla="*/ 5879965 h 6382627"/>
                <a:gd name="connsiteX7" fmla="*/ 716973 w 3530309"/>
                <a:gd name="connsiteY7" fmla="*/ 6261832 h 6382627"/>
                <a:gd name="connsiteX8" fmla="*/ 596178 w 3530309"/>
                <a:gd name="connsiteY8" fmla="*/ 6382627 h 6382627"/>
                <a:gd name="connsiteX9" fmla="*/ 214312 w 3530309"/>
                <a:gd name="connsiteY9" fmla="*/ 6382627 h 6382627"/>
                <a:gd name="connsiteX10" fmla="*/ 93517 w 3530309"/>
                <a:gd name="connsiteY10" fmla="*/ 6261832 h 6382627"/>
                <a:gd name="connsiteX11" fmla="*/ 93517 w 3530309"/>
                <a:gd name="connsiteY11" fmla="*/ 5879965 h 6382627"/>
                <a:gd name="connsiteX12" fmla="*/ 214312 w 3530309"/>
                <a:gd name="connsiteY12" fmla="*/ 5759170 h 6382627"/>
                <a:gd name="connsiteX13" fmla="*/ 77930 w 3530309"/>
                <a:gd name="connsiteY13" fmla="*/ 2022335 h 6382627"/>
                <a:gd name="connsiteX14" fmla="*/ 311726 w 3530309"/>
                <a:gd name="connsiteY14" fmla="*/ 2022335 h 6382627"/>
                <a:gd name="connsiteX15" fmla="*/ 479279 w 3530309"/>
                <a:gd name="connsiteY15" fmla="*/ 2022335 h 6382627"/>
                <a:gd name="connsiteX16" fmla="*/ 705278 w 3530309"/>
                <a:gd name="connsiteY16" fmla="*/ 2022335 h 6382627"/>
                <a:gd name="connsiteX17" fmla="*/ 779316 w 3530309"/>
                <a:gd name="connsiteY17" fmla="*/ 2100267 h 6382627"/>
                <a:gd name="connsiteX18" fmla="*/ 701382 w 3530309"/>
                <a:gd name="connsiteY18" fmla="*/ 2178202 h 6382627"/>
                <a:gd name="connsiteX19" fmla="*/ 475383 w 3530309"/>
                <a:gd name="connsiteY19" fmla="*/ 2178202 h 6382627"/>
                <a:gd name="connsiteX20" fmla="*/ 311726 w 3530309"/>
                <a:gd name="connsiteY20" fmla="*/ 2178202 h 6382627"/>
                <a:gd name="connsiteX21" fmla="*/ 77930 w 3530309"/>
                <a:gd name="connsiteY21" fmla="*/ 2178202 h 6382627"/>
                <a:gd name="connsiteX22" fmla="*/ 0 w 3530309"/>
                <a:gd name="connsiteY22" fmla="*/ 2100267 h 6382627"/>
                <a:gd name="connsiteX23" fmla="*/ 77930 w 3530309"/>
                <a:gd name="connsiteY23" fmla="*/ 2022335 h 6382627"/>
                <a:gd name="connsiteX24" fmla="*/ 1578123 w 3530309"/>
                <a:gd name="connsiteY24" fmla="*/ 1476806 h 6382627"/>
                <a:gd name="connsiteX25" fmla="*/ 2045718 w 3530309"/>
                <a:gd name="connsiteY25" fmla="*/ 1476806 h 6382627"/>
                <a:gd name="connsiteX26" fmla="*/ 2045718 w 3530309"/>
                <a:gd name="connsiteY26" fmla="*/ 1944399 h 6382627"/>
                <a:gd name="connsiteX27" fmla="*/ 1578123 w 3530309"/>
                <a:gd name="connsiteY27" fmla="*/ 1944399 h 6382627"/>
                <a:gd name="connsiteX28" fmla="*/ 1811915 w 3530309"/>
                <a:gd name="connsiteY28" fmla="*/ 919597 h 6382627"/>
                <a:gd name="connsiteX29" fmla="*/ 2610715 w 3530309"/>
                <a:gd name="connsiteY29" fmla="*/ 1710607 h 6382627"/>
                <a:gd name="connsiteX30" fmla="*/ 2295092 w 3530309"/>
                <a:gd name="connsiteY30" fmla="*/ 1710607 h 6382627"/>
                <a:gd name="connsiteX31" fmla="*/ 1811915 w 3530309"/>
                <a:gd name="connsiteY31" fmla="*/ 1235221 h 6382627"/>
                <a:gd name="connsiteX32" fmla="*/ 1811915 w 3530309"/>
                <a:gd name="connsiteY32" fmla="*/ 459800 h 6382627"/>
                <a:gd name="connsiteX33" fmla="*/ 2115849 w 3530309"/>
                <a:gd name="connsiteY33" fmla="*/ 518249 h 6382627"/>
                <a:gd name="connsiteX34" fmla="*/ 3070510 w 3530309"/>
                <a:gd name="connsiteY34" fmla="*/ 1714503 h 6382627"/>
                <a:gd name="connsiteX35" fmla="*/ 2758784 w 3530309"/>
                <a:gd name="connsiteY35" fmla="*/ 1714503 h 6382627"/>
                <a:gd name="connsiteX36" fmla="*/ 2022329 w 3530309"/>
                <a:gd name="connsiteY36" fmla="*/ 814391 h 6382627"/>
                <a:gd name="connsiteX37" fmla="*/ 1811915 w 3530309"/>
                <a:gd name="connsiteY37" fmla="*/ 771528 h 6382627"/>
                <a:gd name="connsiteX38" fmla="*/ 1811915 w 3530309"/>
                <a:gd name="connsiteY38" fmla="*/ 0 h 6382627"/>
                <a:gd name="connsiteX39" fmla="*/ 1815812 w 3530309"/>
                <a:gd name="connsiteY39" fmla="*/ 0 h 6382627"/>
                <a:gd name="connsiteX40" fmla="*/ 3530309 w 3530309"/>
                <a:gd name="connsiteY40" fmla="*/ 1702811 h 6382627"/>
                <a:gd name="connsiteX41" fmla="*/ 3530309 w 3530309"/>
                <a:gd name="connsiteY41" fmla="*/ 1714503 h 6382627"/>
                <a:gd name="connsiteX42" fmla="*/ 3222479 w 3530309"/>
                <a:gd name="connsiteY42" fmla="*/ 1714503 h 6382627"/>
                <a:gd name="connsiteX43" fmla="*/ 1811915 w 3530309"/>
                <a:gd name="connsiteY43" fmla="*/ 307831 h 638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30309" h="6382627">
                  <a:moveTo>
                    <a:pt x="249382" y="5915036"/>
                  </a:moveTo>
                  <a:lnTo>
                    <a:pt x="249382" y="6226765"/>
                  </a:lnTo>
                  <a:lnTo>
                    <a:pt x="561110" y="6226765"/>
                  </a:lnTo>
                  <a:lnTo>
                    <a:pt x="561110" y="5915036"/>
                  </a:lnTo>
                  <a:close/>
                  <a:moveTo>
                    <a:pt x="214312" y="5759170"/>
                  </a:moveTo>
                  <a:lnTo>
                    <a:pt x="596178" y="5759170"/>
                  </a:lnTo>
                  <a:cubicBezTo>
                    <a:pt x="662420" y="5759170"/>
                    <a:pt x="716973" y="5813723"/>
                    <a:pt x="716973" y="5879965"/>
                  </a:cubicBezTo>
                  <a:lnTo>
                    <a:pt x="716973" y="6261832"/>
                  </a:lnTo>
                  <a:cubicBezTo>
                    <a:pt x="716973" y="6328074"/>
                    <a:pt x="662420" y="6382627"/>
                    <a:pt x="596178" y="6382627"/>
                  </a:cubicBezTo>
                  <a:lnTo>
                    <a:pt x="214312" y="6382627"/>
                  </a:lnTo>
                  <a:cubicBezTo>
                    <a:pt x="148070" y="6382627"/>
                    <a:pt x="93517" y="6328074"/>
                    <a:pt x="93517" y="6261832"/>
                  </a:cubicBezTo>
                  <a:lnTo>
                    <a:pt x="93517" y="5879965"/>
                  </a:lnTo>
                  <a:cubicBezTo>
                    <a:pt x="93517" y="5813723"/>
                    <a:pt x="148070" y="5759170"/>
                    <a:pt x="214312" y="5759170"/>
                  </a:cubicBezTo>
                  <a:close/>
                  <a:moveTo>
                    <a:pt x="77930" y="2022335"/>
                  </a:moveTo>
                  <a:lnTo>
                    <a:pt x="311726" y="2022335"/>
                  </a:lnTo>
                  <a:lnTo>
                    <a:pt x="479279" y="2022335"/>
                  </a:lnTo>
                  <a:lnTo>
                    <a:pt x="705278" y="2022335"/>
                  </a:lnTo>
                  <a:cubicBezTo>
                    <a:pt x="748142" y="2022335"/>
                    <a:pt x="779316" y="2057406"/>
                    <a:pt x="779316" y="2100267"/>
                  </a:cubicBezTo>
                  <a:cubicBezTo>
                    <a:pt x="779316" y="2143131"/>
                    <a:pt x="744245" y="2178202"/>
                    <a:pt x="701382" y="2178202"/>
                  </a:cubicBezTo>
                  <a:lnTo>
                    <a:pt x="475383" y="2178202"/>
                  </a:lnTo>
                  <a:lnTo>
                    <a:pt x="311726" y="2178202"/>
                  </a:lnTo>
                  <a:lnTo>
                    <a:pt x="77930" y="2178202"/>
                  </a:lnTo>
                  <a:cubicBezTo>
                    <a:pt x="35070" y="2178202"/>
                    <a:pt x="0" y="2143131"/>
                    <a:pt x="0" y="2100267"/>
                  </a:cubicBezTo>
                  <a:cubicBezTo>
                    <a:pt x="0" y="2057406"/>
                    <a:pt x="35070" y="2022335"/>
                    <a:pt x="77930" y="2022335"/>
                  </a:cubicBezTo>
                  <a:close/>
                  <a:moveTo>
                    <a:pt x="1578123" y="1476806"/>
                  </a:moveTo>
                  <a:lnTo>
                    <a:pt x="2045718" y="1476806"/>
                  </a:lnTo>
                  <a:lnTo>
                    <a:pt x="2045718" y="1944399"/>
                  </a:lnTo>
                  <a:lnTo>
                    <a:pt x="1578123" y="1944399"/>
                  </a:lnTo>
                  <a:close/>
                  <a:moveTo>
                    <a:pt x="1811915" y="919597"/>
                  </a:moveTo>
                  <a:cubicBezTo>
                    <a:pt x="2228851" y="966357"/>
                    <a:pt x="2560059" y="1297567"/>
                    <a:pt x="2610715" y="1710607"/>
                  </a:cubicBezTo>
                  <a:lnTo>
                    <a:pt x="2295092" y="1710607"/>
                  </a:lnTo>
                  <a:cubicBezTo>
                    <a:pt x="2248333" y="1469018"/>
                    <a:pt x="2053504" y="1278085"/>
                    <a:pt x="1811915" y="1235221"/>
                  </a:cubicBezTo>
                  <a:close/>
                  <a:moveTo>
                    <a:pt x="1811915" y="459800"/>
                  </a:moveTo>
                  <a:cubicBezTo>
                    <a:pt x="1917124" y="467593"/>
                    <a:pt x="2018433" y="487075"/>
                    <a:pt x="2115849" y="518249"/>
                  </a:cubicBezTo>
                  <a:cubicBezTo>
                    <a:pt x="2657475" y="685804"/>
                    <a:pt x="3031546" y="1157290"/>
                    <a:pt x="3070510" y="1714503"/>
                  </a:cubicBezTo>
                  <a:lnTo>
                    <a:pt x="2758784" y="1714503"/>
                  </a:lnTo>
                  <a:cubicBezTo>
                    <a:pt x="2715920" y="1297567"/>
                    <a:pt x="2431472" y="942979"/>
                    <a:pt x="2022329" y="814391"/>
                  </a:cubicBezTo>
                  <a:cubicBezTo>
                    <a:pt x="1956088" y="791010"/>
                    <a:pt x="1882053" y="779320"/>
                    <a:pt x="1811915" y="771528"/>
                  </a:cubicBezTo>
                  <a:close/>
                  <a:moveTo>
                    <a:pt x="1811915" y="0"/>
                  </a:moveTo>
                  <a:cubicBezTo>
                    <a:pt x="1811915" y="0"/>
                    <a:pt x="1815812" y="0"/>
                    <a:pt x="1815812" y="0"/>
                  </a:cubicBezTo>
                  <a:cubicBezTo>
                    <a:pt x="2735406" y="54553"/>
                    <a:pt x="3471860" y="787113"/>
                    <a:pt x="3530309" y="1702811"/>
                  </a:cubicBezTo>
                  <a:cubicBezTo>
                    <a:pt x="3530309" y="1706707"/>
                    <a:pt x="3530309" y="1710604"/>
                    <a:pt x="3530309" y="1714503"/>
                  </a:cubicBezTo>
                  <a:lnTo>
                    <a:pt x="3222479" y="1714503"/>
                  </a:lnTo>
                  <a:cubicBezTo>
                    <a:pt x="3167927" y="958561"/>
                    <a:pt x="2563955" y="358488"/>
                    <a:pt x="1811915" y="307831"/>
                  </a:cubicBez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77" name="Group 76">
            <a:extLst>
              <a:ext uri="{FF2B5EF4-FFF2-40B4-BE49-F238E27FC236}">
                <a16:creationId xmlns:a16="http://schemas.microsoft.com/office/drawing/2014/main" id="{CC7A6D09-8B0F-5109-159C-5F3A645BEB09}"/>
              </a:ext>
              <a:ext uri="{C183D7F6-B498-43B3-948B-1728B52AA6E4}">
                <adec:decorative xmlns:adec="http://schemas.microsoft.com/office/drawing/2017/decorative" val="1"/>
              </a:ext>
            </a:extLst>
          </p:cNvPr>
          <p:cNvGrpSpPr>
            <a:grpSpLocks noChangeAspect="1"/>
          </p:cNvGrpSpPr>
          <p:nvPr/>
        </p:nvGrpSpPr>
        <p:grpSpPr>
          <a:xfrm>
            <a:off x="8122270" y="2930159"/>
            <a:ext cx="284663" cy="457200"/>
            <a:chOff x="8122270" y="2930159"/>
            <a:chExt cx="284663" cy="457200"/>
          </a:xfrm>
          <a:solidFill>
            <a:schemeClr val="accent2"/>
          </a:solidFill>
        </p:grpSpPr>
        <p:sp>
          <p:nvSpPr>
            <p:cNvPr id="1510" name="Freeform: Shape 1509">
              <a:extLst>
                <a:ext uri="{FF2B5EF4-FFF2-40B4-BE49-F238E27FC236}">
                  <a16:creationId xmlns:a16="http://schemas.microsoft.com/office/drawing/2014/main" id="{5CAA4B82-CB77-EDC0-A1AF-AF83B2EC45C3}"/>
                </a:ext>
                <a:ext uri="{C183D7F6-B498-43B3-948B-1728B52AA6E4}">
                  <adec:decorative xmlns:adec="http://schemas.microsoft.com/office/drawing/2017/decorative" val="1"/>
                </a:ext>
              </a:extLst>
            </p:cNvPr>
            <p:cNvSpPr/>
            <p:nvPr/>
          </p:nvSpPr>
          <p:spPr>
            <a:xfrm>
              <a:off x="8122270" y="2937109"/>
              <a:ext cx="278043" cy="450250"/>
            </a:xfrm>
            <a:custGeom>
              <a:avLst/>
              <a:gdLst>
                <a:gd name="connsiteX0" fmla="*/ 66013 w 462095"/>
                <a:gd name="connsiteY0" fmla="*/ 571708 h 748294"/>
                <a:gd name="connsiteX1" fmla="*/ 66013 w 462095"/>
                <a:gd name="connsiteY1" fmla="*/ 704285 h 748294"/>
                <a:gd name="connsiteX2" fmla="*/ 396080 w 462095"/>
                <a:gd name="connsiteY2" fmla="*/ 704285 h 748294"/>
                <a:gd name="connsiteX3" fmla="*/ 418084 w 462095"/>
                <a:gd name="connsiteY3" fmla="*/ 682281 h 748294"/>
                <a:gd name="connsiteX4" fmla="*/ 418084 w 462095"/>
                <a:gd name="connsiteY4" fmla="*/ 571708 h 748294"/>
                <a:gd name="connsiteX5" fmla="*/ 229349 w 462095"/>
                <a:gd name="connsiteY5" fmla="*/ 0 h 748294"/>
                <a:gd name="connsiteX6" fmla="*/ 356425 w 462095"/>
                <a:gd name="connsiteY6" fmla="*/ 0 h 748294"/>
                <a:gd name="connsiteX7" fmla="*/ 372378 w 462095"/>
                <a:gd name="connsiteY7" fmla="*/ 0 h 748294"/>
                <a:gd name="connsiteX8" fmla="*/ 372378 w 462095"/>
                <a:gd name="connsiteY8" fmla="*/ 43459 h 748294"/>
                <a:gd name="connsiteX9" fmla="*/ 356425 w 462095"/>
                <a:gd name="connsiteY9" fmla="*/ 43459 h 748294"/>
                <a:gd name="connsiteX10" fmla="*/ 356425 w 462095"/>
                <a:gd name="connsiteY10" fmla="*/ 44009 h 748294"/>
                <a:gd name="connsiteX11" fmla="*/ 306962 w 462095"/>
                <a:gd name="connsiteY11" fmla="*/ 44009 h 748294"/>
                <a:gd name="connsiteX12" fmla="*/ 306962 w 462095"/>
                <a:gd name="connsiteY12" fmla="*/ 44151 h 748294"/>
                <a:gd name="connsiteX13" fmla="*/ 88018 w 462095"/>
                <a:gd name="connsiteY13" fmla="*/ 44151 h 748294"/>
                <a:gd name="connsiteX14" fmla="*/ 66013 w 462095"/>
                <a:gd name="connsiteY14" fmla="*/ 66155 h 748294"/>
                <a:gd name="connsiteX15" fmla="*/ 66013 w 462095"/>
                <a:gd name="connsiteY15" fmla="*/ 395122 h 748294"/>
                <a:gd name="connsiteX16" fmla="*/ 66013 w 462095"/>
                <a:gd name="connsiteY16" fmla="*/ 494142 h 748294"/>
                <a:gd name="connsiteX17" fmla="*/ 66013 w 462095"/>
                <a:gd name="connsiteY17" fmla="*/ 550254 h 748294"/>
                <a:gd name="connsiteX18" fmla="*/ 418084 w 462095"/>
                <a:gd name="connsiteY18" fmla="*/ 550254 h 748294"/>
                <a:gd name="connsiteX19" fmla="*/ 418084 w 462095"/>
                <a:gd name="connsiteY19" fmla="*/ 155274 h 748294"/>
                <a:gd name="connsiteX20" fmla="*/ 418085 w 462095"/>
                <a:gd name="connsiteY20" fmla="*/ 155274 h 748294"/>
                <a:gd name="connsiteX21" fmla="*/ 418085 w 462095"/>
                <a:gd name="connsiteY21" fmla="*/ 83259 h 748294"/>
                <a:gd name="connsiteX22" fmla="*/ 462095 w 462095"/>
                <a:gd name="connsiteY22" fmla="*/ 83259 h 748294"/>
                <a:gd name="connsiteX23" fmla="*/ 462095 w 462095"/>
                <a:gd name="connsiteY23" fmla="*/ 227939 h 748294"/>
                <a:gd name="connsiteX24" fmla="*/ 462094 w 462095"/>
                <a:gd name="connsiteY24" fmla="*/ 227939 h 748294"/>
                <a:gd name="connsiteX25" fmla="*/ 462094 w 462095"/>
                <a:gd name="connsiteY25" fmla="*/ 228776 h 748294"/>
                <a:gd name="connsiteX26" fmla="*/ 462094 w 462095"/>
                <a:gd name="connsiteY26" fmla="*/ 682281 h 748294"/>
                <a:gd name="connsiteX27" fmla="*/ 396080 w 462095"/>
                <a:gd name="connsiteY27" fmla="*/ 748294 h 748294"/>
                <a:gd name="connsiteX28" fmla="*/ 66013 w 462095"/>
                <a:gd name="connsiteY28" fmla="*/ 748294 h 748294"/>
                <a:gd name="connsiteX29" fmla="*/ 22004 w 462095"/>
                <a:gd name="connsiteY29" fmla="*/ 748294 h 748294"/>
                <a:gd name="connsiteX30" fmla="*/ 22004 w 462095"/>
                <a:gd name="connsiteY30" fmla="*/ 704285 h 748294"/>
                <a:gd name="connsiteX31" fmla="*/ 22004 w 462095"/>
                <a:gd name="connsiteY31" fmla="*/ 198182 h 748294"/>
                <a:gd name="connsiteX32" fmla="*/ 0 w 462095"/>
                <a:gd name="connsiteY32" fmla="*/ 176178 h 748294"/>
                <a:gd name="connsiteX33" fmla="*/ 0 w 462095"/>
                <a:gd name="connsiteY33" fmla="*/ 132719 h 748294"/>
                <a:gd name="connsiteX34" fmla="*/ 22004 w 462095"/>
                <a:gd name="connsiteY34" fmla="*/ 110714 h 748294"/>
                <a:gd name="connsiteX35" fmla="*/ 22004 w 462095"/>
                <a:gd name="connsiteY35" fmla="*/ 66155 h 748294"/>
                <a:gd name="connsiteX36" fmla="*/ 88018 w 462095"/>
                <a:gd name="connsiteY36" fmla="*/ 142 h 748294"/>
                <a:gd name="connsiteX37" fmla="*/ 229349 w 462095"/>
                <a:gd name="connsiteY37" fmla="*/ 142 h 74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2095" h="748294">
                  <a:moveTo>
                    <a:pt x="66013" y="571708"/>
                  </a:moveTo>
                  <a:lnTo>
                    <a:pt x="66013" y="704285"/>
                  </a:lnTo>
                  <a:lnTo>
                    <a:pt x="396080" y="704285"/>
                  </a:lnTo>
                  <a:cubicBezTo>
                    <a:pt x="408182" y="704285"/>
                    <a:pt x="418084" y="694383"/>
                    <a:pt x="418084" y="682281"/>
                  </a:cubicBezTo>
                  <a:lnTo>
                    <a:pt x="418084" y="571708"/>
                  </a:lnTo>
                  <a:close/>
                  <a:moveTo>
                    <a:pt x="229349" y="0"/>
                  </a:moveTo>
                  <a:lnTo>
                    <a:pt x="356425" y="0"/>
                  </a:lnTo>
                  <a:cubicBezTo>
                    <a:pt x="356425" y="0"/>
                    <a:pt x="372378" y="0"/>
                    <a:pt x="372378" y="0"/>
                  </a:cubicBezTo>
                  <a:lnTo>
                    <a:pt x="372378" y="43459"/>
                  </a:lnTo>
                  <a:cubicBezTo>
                    <a:pt x="372378" y="43459"/>
                    <a:pt x="356425" y="43459"/>
                    <a:pt x="356425" y="43459"/>
                  </a:cubicBezTo>
                  <a:lnTo>
                    <a:pt x="356425" y="44009"/>
                  </a:lnTo>
                  <a:lnTo>
                    <a:pt x="306962" y="44009"/>
                  </a:lnTo>
                  <a:lnTo>
                    <a:pt x="306962" y="44151"/>
                  </a:lnTo>
                  <a:lnTo>
                    <a:pt x="88018" y="44151"/>
                  </a:lnTo>
                  <a:cubicBezTo>
                    <a:pt x="75915" y="44151"/>
                    <a:pt x="66013" y="54053"/>
                    <a:pt x="66013" y="66155"/>
                  </a:cubicBezTo>
                  <a:lnTo>
                    <a:pt x="66013" y="395122"/>
                  </a:lnTo>
                  <a:lnTo>
                    <a:pt x="66013" y="494142"/>
                  </a:lnTo>
                  <a:lnTo>
                    <a:pt x="66013" y="550254"/>
                  </a:lnTo>
                  <a:lnTo>
                    <a:pt x="418084" y="550254"/>
                  </a:lnTo>
                  <a:lnTo>
                    <a:pt x="418084" y="155274"/>
                  </a:lnTo>
                  <a:lnTo>
                    <a:pt x="418085" y="155274"/>
                  </a:lnTo>
                  <a:lnTo>
                    <a:pt x="418085" y="83259"/>
                  </a:lnTo>
                  <a:lnTo>
                    <a:pt x="462095" y="83259"/>
                  </a:lnTo>
                  <a:cubicBezTo>
                    <a:pt x="462095" y="83259"/>
                    <a:pt x="462095" y="141571"/>
                    <a:pt x="462095" y="227939"/>
                  </a:cubicBezTo>
                  <a:lnTo>
                    <a:pt x="462094" y="227939"/>
                  </a:lnTo>
                  <a:lnTo>
                    <a:pt x="462094" y="228776"/>
                  </a:lnTo>
                  <a:cubicBezTo>
                    <a:pt x="462094" y="414411"/>
                    <a:pt x="462094" y="682281"/>
                    <a:pt x="462094" y="682281"/>
                  </a:cubicBezTo>
                  <a:cubicBezTo>
                    <a:pt x="462094" y="718588"/>
                    <a:pt x="432387" y="748294"/>
                    <a:pt x="396080" y="748294"/>
                  </a:cubicBezTo>
                  <a:lnTo>
                    <a:pt x="66013" y="748294"/>
                  </a:lnTo>
                  <a:lnTo>
                    <a:pt x="22004" y="748294"/>
                  </a:lnTo>
                  <a:lnTo>
                    <a:pt x="22004" y="704285"/>
                  </a:lnTo>
                  <a:lnTo>
                    <a:pt x="22004" y="198182"/>
                  </a:lnTo>
                  <a:cubicBezTo>
                    <a:pt x="9902" y="198182"/>
                    <a:pt x="0" y="188280"/>
                    <a:pt x="0" y="176178"/>
                  </a:cubicBezTo>
                  <a:lnTo>
                    <a:pt x="0" y="132719"/>
                  </a:lnTo>
                  <a:cubicBezTo>
                    <a:pt x="0" y="120617"/>
                    <a:pt x="9902" y="110714"/>
                    <a:pt x="22004" y="110714"/>
                  </a:cubicBezTo>
                  <a:lnTo>
                    <a:pt x="22004" y="66155"/>
                  </a:lnTo>
                  <a:cubicBezTo>
                    <a:pt x="22004" y="29848"/>
                    <a:pt x="51711" y="142"/>
                    <a:pt x="88018" y="142"/>
                  </a:cubicBezTo>
                  <a:lnTo>
                    <a:pt x="229349" y="142"/>
                  </a:lnTo>
                  <a:close/>
                </a:path>
              </a:pathLst>
            </a:custGeom>
            <a:grpFill/>
            <a:ln w="12601" cap="flat">
              <a:noFill/>
              <a:prstDash val="solid"/>
              <a:miter/>
            </a:ln>
          </p:spPr>
          <p:txBody>
            <a:bodyPr wrap="square" rtlCol="0" anchor="ctr">
              <a:noAutofit/>
            </a:bodyPr>
            <a:lstStyle/>
            <a:p>
              <a:endParaRPr lang="en-US" dirty="0"/>
            </a:p>
          </p:txBody>
        </p:sp>
        <p:sp>
          <p:nvSpPr>
            <p:cNvPr id="1519" name="Freeform: Shape 1518">
              <a:extLst>
                <a:ext uri="{FF2B5EF4-FFF2-40B4-BE49-F238E27FC236}">
                  <a16:creationId xmlns:a16="http://schemas.microsoft.com/office/drawing/2014/main" id="{6BD834D0-1186-1655-7261-C01C5BBCF620}"/>
                </a:ext>
                <a:ext uri="{C183D7F6-B498-43B3-948B-1728B52AA6E4}">
                  <adec:decorative xmlns:adec="http://schemas.microsoft.com/office/drawing/2017/decorative" val="1"/>
                </a:ext>
              </a:extLst>
            </p:cNvPr>
            <p:cNvSpPr/>
            <p:nvPr/>
          </p:nvSpPr>
          <p:spPr>
            <a:xfrm rot="10800000">
              <a:off x="8201711" y="2930159"/>
              <a:ext cx="205222" cy="417235"/>
            </a:xfrm>
            <a:custGeom>
              <a:avLst/>
              <a:gdLst>
                <a:gd name="connsiteX0" fmla="*/ 2288894 w 3078339"/>
                <a:gd name="connsiteY0" fmla="*/ 595807 h 6258525"/>
                <a:gd name="connsiteX1" fmla="*/ 2288894 w 3078339"/>
                <a:gd name="connsiteY1" fmla="*/ 198601 h 6258525"/>
                <a:gd name="connsiteX2" fmla="*/ 1891687 w 3078339"/>
                <a:gd name="connsiteY2" fmla="*/ 198601 h 6258525"/>
                <a:gd name="connsiteX3" fmla="*/ 1891687 w 3078339"/>
                <a:gd name="connsiteY3" fmla="*/ 595807 h 6258525"/>
                <a:gd name="connsiteX4" fmla="*/ 2333580 w 3078339"/>
                <a:gd name="connsiteY4" fmla="*/ 794409 h 6258525"/>
                <a:gd name="connsiteX5" fmla="*/ 1847002 w 3078339"/>
                <a:gd name="connsiteY5" fmla="*/ 794409 h 6258525"/>
                <a:gd name="connsiteX6" fmla="*/ 1693086 w 3078339"/>
                <a:gd name="connsiteY6" fmla="*/ 640493 h 6258525"/>
                <a:gd name="connsiteX7" fmla="*/ 1693086 w 3078339"/>
                <a:gd name="connsiteY7" fmla="*/ 153916 h 6258525"/>
                <a:gd name="connsiteX8" fmla="*/ 1847002 w 3078339"/>
                <a:gd name="connsiteY8" fmla="*/ 0 h 6258525"/>
                <a:gd name="connsiteX9" fmla="*/ 2333580 w 3078339"/>
                <a:gd name="connsiteY9" fmla="*/ 0 h 6258525"/>
                <a:gd name="connsiteX10" fmla="*/ 2487496 w 3078339"/>
                <a:gd name="connsiteY10" fmla="*/ 153916 h 6258525"/>
                <a:gd name="connsiteX11" fmla="*/ 2487496 w 3078339"/>
                <a:gd name="connsiteY11" fmla="*/ 640493 h 6258525"/>
                <a:gd name="connsiteX12" fmla="*/ 2333580 w 3078339"/>
                <a:gd name="connsiteY12" fmla="*/ 794409 h 6258525"/>
                <a:gd name="connsiteX13" fmla="*/ 3078339 w 3078339"/>
                <a:gd name="connsiteY13" fmla="*/ 2779126 h 6258525"/>
                <a:gd name="connsiteX14" fmla="*/ 2681130 w 3078339"/>
                <a:gd name="connsiteY14" fmla="*/ 2779126 h 6258525"/>
                <a:gd name="connsiteX15" fmla="*/ 2681130 w 3078339"/>
                <a:gd name="connsiteY15" fmla="*/ 1587518 h 6258525"/>
                <a:gd name="connsiteX16" fmla="*/ 3078339 w 3078339"/>
                <a:gd name="connsiteY16" fmla="*/ 1587518 h 6258525"/>
                <a:gd name="connsiteX17" fmla="*/ 1489520 w 3078339"/>
                <a:gd name="connsiteY17" fmla="*/ 3573534 h 6258525"/>
                <a:gd name="connsiteX18" fmla="*/ 1092311 w 3078339"/>
                <a:gd name="connsiteY18" fmla="*/ 3573534 h 6258525"/>
                <a:gd name="connsiteX19" fmla="*/ 1092311 w 3078339"/>
                <a:gd name="connsiteY19" fmla="*/ 1587517 h 6258525"/>
                <a:gd name="connsiteX20" fmla="*/ 1489520 w 3078339"/>
                <a:gd name="connsiteY20" fmla="*/ 1587517 h 6258525"/>
                <a:gd name="connsiteX21" fmla="*/ 2283925 w 3078339"/>
                <a:gd name="connsiteY21" fmla="*/ 4764042 h 6258525"/>
                <a:gd name="connsiteX22" fmla="*/ 1886716 w 3078339"/>
                <a:gd name="connsiteY22" fmla="*/ 4764042 h 6258525"/>
                <a:gd name="connsiteX23" fmla="*/ 1886716 w 3078339"/>
                <a:gd name="connsiteY23" fmla="*/ 1586416 h 6258525"/>
                <a:gd name="connsiteX24" fmla="*/ 2283925 w 3078339"/>
                <a:gd name="connsiteY24" fmla="*/ 1586416 h 6258525"/>
                <a:gd name="connsiteX25" fmla="*/ 2507359 w 3078339"/>
                <a:gd name="connsiteY25" fmla="*/ 5563415 h 6258525"/>
                <a:gd name="connsiteX26" fmla="*/ 2209454 w 3078339"/>
                <a:gd name="connsiteY26" fmla="*/ 5563415 h 6258525"/>
                <a:gd name="connsiteX27" fmla="*/ 2000923 w 3078339"/>
                <a:gd name="connsiteY27" fmla="*/ 5563415 h 6258525"/>
                <a:gd name="connsiteX28" fmla="*/ 1712952 w 3078339"/>
                <a:gd name="connsiteY28" fmla="*/ 5563415 h 6258525"/>
                <a:gd name="connsiteX29" fmla="*/ 1613652 w 3078339"/>
                <a:gd name="connsiteY29" fmla="*/ 5464116 h 6258525"/>
                <a:gd name="connsiteX30" fmla="*/ 1712952 w 3078339"/>
                <a:gd name="connsiteY30" fmla="*/ 5364817 h 6258525"/>
                <a:gd name="connsiteX31" fmla="*/ 2000923 w 3078339"/>
                <a:gd name="connsiteY31" fmla="*/ 5364817 h 6258525"/>
                <a:gd name="connsiteX32" fmla="*/ 2209454 w 3078339"/>
                <a:gd name="connsiteY32" fmla="*/ 5364817 h 6258525"/>
                <a:gd name="connsiteX33" fmla="*/ 2507359 w 3078339"/>
                <a:gd name="connsiteY33" fmla="*/ 5364817 h 6258525"/>
                <a:gd name="connsiteX34" fmla="*/ 2606660 w 3078339"/>
                <a:gd name="connsiteY34" fmla="*/ 5464116 h 6258525"/>
                <a:gd name="connsiteX35" fmla="*/ 2507359 w 3078339"/>
                <a:gd name="connsiteY35" fmla="*/ 5563415 h 6258525"/>
                <a:gd name="connsiteX36" fmla="*/ 595807 w 3078339"/>
                <a:gd name="connsiteY36" fmla="*/ 6258525 h 6258525"/>
                <a:gd name="connsiteX37" fmla="*/ 0 w 3078339"/>
                <a:gd name="connsiteY37" fmla="*/ 6258525 h 6258525"/>
                <a:gd name="connsiteX38" fmla="*/ 0 w 3078339"/>
                <a:gd name="connsiteY38" fmla="*/ 5662719 h 6258525"/>
                <a:gd name="connsiteX39" fmla="*/ 595807 w 3078339"/>
                <a:gd name="connsiteY39" fmla="*/ 5662719 h 625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078339" h="6258525">
                  <a:moveTo>
                    <a:pt x="2288894" y="595807"/>
                  </a:moveTo>
                  <a:lnTo>
                    <a:pt x="2288894" y="198601"/>
                  </a:lnTo>
                  <a:lnTo>
                    <a:pt x="1891687" y="198601"/>
                  </a:lnTo>
                  <a:lnTo>
                    <a:pt x="1891687" y="595807"/>
                  </a:lnTo>
                  <a:close/>
                  <a:moveTo>
                    <a:pt x="2333580" y="794409"/>
                  </a:moveTo>
                  <a:lnTo>
                    <a:pt x="1847002" y="794409"/>
                  </a:lnTo>
                  <a:cubicBezTo>
                    <a:pt x="1762596" y="794409"/>
                    <a:pt x="1693086" y="724898"/>
                    <a:pt x="1693086" y="640493"/>
                  </a:cubicBezTo>
                  <a:lnTo>
                    <a:pt x="1693086" y="153916"/>
                  </a:lnTo>
                  <a:cubicBezTo>
                    <a:pt x="1693086" y="64545"/>
                    <a:pt x="1762596" y="0"/>
                    <a:pt x="1847002" y="0"/>
                  </a:cubicBezTo>
                  <a:lnTo>
                    <a:pt x="2333580" y="0"/>
                  </a:lnTo>
                  <a:cubicBezTo>
                    <a:pt x="2417985" y="0"/>
                    <a:pt x="2487496" y="69510"/>
                    <a:pt x="2487496" y="153916"/>
                  </a:cubicBezTo>
                  <a:lnTo>
                    <a:pt x="2487496" y="640493"/>
                  </a:lnTo>
                  <a:cubicBezTo>
                    <a:pt x="2487496" y="724898"/>
                    <a:pt x="2417985" y="794409"/>
                    <a:pt x="2333580" y="794409"/>
                  </a:cubicBezTo>
                  <a:close/>
                  <a:moveTo>
                    <a:pt x="3078339" y="2779126"/>
                  </a:moveTo>
                  <a:lnTo>
                    <a:pt x="2681130" y="2779126"/>
                  </a:lnTo>
                  <a:lnTo>
                    <a:pt x="2681130" y="1587518"/>
                  </a:lnTo>
                  <a:lnTo>
                    <a:pt x="3078339" y="1587518"/>
                  </a:lnTo>
                  <a:close/>
                  <a:moveTo>
                    <a:pt x="1489520" y="3573534"/>
                  </a:moveTo>
                  <a:lnTo>
                    <a:pt x="1092311" y="3573534"/>
                  </a:lnTo>
                  <a:lnTo>
                    <a:pt x="1092311" y="1587517"/>
                  </a:lnTo>
                  <a:lnTo>
                    <a:pt x="1489520" y="1587517"/>
                  </a:lnTo>
                  <a:close/>
                  <a:moveTo>
                    <a:pt x="2283925" y="4764042"/>
                  </a:moveTo>
                  <a:lnTo>
                    <a:pt x="1886716" y="4764042"/>
                  </a:lnTo>
                  <a:lnTo>
                    <a:pt x="1886716" y="1586416"/>
                  </a:lnTo>
                  <a:lnTo>
                    <a:pt x="2283925" y="1586416"/>
                  </a:lnTo>
                  <a:close/>
                  <a:moveTo>
                    <a:pt x="2507359" y="5563415"/>
                  </a:moveTo>
                  <a:lnTo>
                    <a:pt x="2209454" y="5563415"/>
                  </a:lnTo>
                  <a:lnTo>
                    <a:pt x="2000923" y="5563415"/>
                  </a:lnTo>
                  <a:lnTo>
                    <a:pt x="1712952" y="5563415"/>
                  </a:lnTo>
                  <a:cubicBezTo>
                    <a:pt x="1658337" y="5563415"/>
                    <a:pt x="1613652" y="5518730"/>
                    <a:pt x="1613652" y="5464116"/>
                  </a:cubicBezTo>
                  <a:cubicBezTo>
                    <a:pt x="1613652" y="5409501"/>
                    <a:pt x="1658337" y="5364817"/>
                    <a:pt x="1712952" y="5364817"/>
                  </a:cubicBezTo>
                  <a:lnTo>
                    <a:pt x="2000923" y="5364817"/>
                  </a:lnTo>
                  <a:lnTo>
                    <a:pt x="2209454" y="5364817"/>
                  </a:lnTo>
                  <a:lnTo>
                    <a:pt x="2507359" y="5364817"/>
                  </a:lnTo>
                  <a:cubicBezTo>
                    <a:pt x="2561975" y="5364817"/>
                    <a:pt x="2606660" y="5409501"/>
                    <a:pt x="2606660" y="5464116"/>
                  </a:cubicBezTo>
                  <a:cubicBezTo>
                    <a:pt x="2606660" y="5518730"/>
                    <a:pt x="2561975" y="5563415"/>
                    <a:pt x="2507359" y="5563415"/>
                  </a:cubicBezTo>
                  <a:close/>
                  <a:moveTo>
                    <a:pt x="595807" y="6258525"/>
                  </a:moveTo>
                  <a:lnTo>
                    <a:pt x="0" y="6258525"/>
                  </a:lnTo>
                  <a:lnTo>
                    <a:pt x="0" y="5662719"/>
                  </a:lnTo>
                  <a:lnTo>
                    <a:pt x="595807" y="5662719"/>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76" name="Group 75">
            <a:extLst>
              <a:ext uri="{FF2B5EF4-FFF2-40B4-BE49-F238E27FC236}">
                <a16:creationId xmlns:a16="http://schemas.microsoft.com/office/drawing/2014/main" id="{8729F44B-FE69-EDEE-25B6-502CFE9A511F}"/>
              </a:ext>
              <a:ext uri="{C183D7F6-B498-43B3-948B-1728B52AA6E4}">
                <adec:decorative xmlns:adec="http://schemas.microsoft.com/office/drawing/2017/decorative" val="1"/>
              </a:ext>
            </a:extLst>
          </p:cNvPr>
          <p:cNvGrpSpPr>
            <a:grpSpLocks noChangeAspect="1"/>
          </p:cNvGrpSpPr>
          <p:nvPr/>
        </p:nvGrpSpPr>
        <p:grpSpPr>
          <a:xfrm>
            <a:off x="8596254" y="2930159"/>
            <a:ext cx="284661" cy="457200"/>
            <a:chOff x="8596254" y="2930159"/>
            <a:chExt cx="284661" cy="457200"/>
          </a:xfrm>
          <a:solidFill>
            <a:schemeClr val="accent2"/>
          </a:solidFill>
        </p:grpSpPr>
        <p:sp>
          <p:nvSpPr>
            <p:cNvPr id="1539" name="Freeform: Shape 1538">
              <a:extLst>
                <a:ext uri="{FF2B5EF4-FFF2-40B4-BE49-F238E27FC236}">
                  <a16:creationId xmlns:a16="http://schemas.microsoft.com/office/drawing/2014/main" id="{CDF922C4-69BD-CDB3-6BD6-9949E0E01F74}"/>
                </a:ext>
                <a:ext uri="{C183D7F6-B498-43B3-948B-1728B52AA6E4}">
                  <adec:decorative xmlns:adec="http://schemas.microsoft.com/office/drawing/2017/decorative" val="1"/>
                </a:ext>
              </a:extLst>
            </p:cNvPr>
            <p:cNvSpPr/>
            <p:nvPr/>
          </p:nvSpPr>
          <p:spPr>
            <a:xfrm>
              <a:off x="8661637" y="2930159"/>
              <a:ext cx="219278" cy="417235"/>
            </a:xfrm>
            <a:custGeom>
              <a:avLst/>
              <a:gdLst>
                <a:gd name="connsiteX0" fmla="*/ 999654 w 3287075"/>
                <a:gd name="connsiteY0" fmla="*/ 5659109 h 6254535"/>
                <a:gd name="connsiteX1" fmla="*/ 999654 w 3287075"/>
                <a:gd name="connsiteY1" fmla="*/ 6056061 h 6254535"/>
                <a:gd name="connsiteX2" fmla="*/ 1396605 w 3287075"/>
                <a:gd name="connsiteY2" fmla="*/ 6056061 h 6254535"/>
                <a:gd name="connsiteX3" fmla="*/ 1396605 w 3287075"/>
                <a:gd name="connsiteY3" fmla="*/ 5659109 h 6254535"/>
                <a:gd name="connsiteX4" fmla="*/ 954997 w 3287075"/>
                <a:gd name="connsiteY4" fmla="*/ 5460634 h 6254535"/>
                <a:gd name="connsiteX5" fmla="*/ 1441262 w 3287075"/>
                <a:gd name="connsiteY5" fmla="*/ 5460634 h 6254535"/>
                <a:gd name="connsiteX6" fmla="*/ 1595079 w 3287075"/>
                <a:gd name="connsiteY6" fmla="*/ 5614452 h 6254535"/>
                <a:gd name="connsiteX7" fmla="*/ 1595079 w 3287075"/>
                <a:gd name="connsiteY7" fmla="*/ 6100718 h 6254535"/>
                <a:gd name="connsiteX8" fmla="*/ 1441262 w 3287075"/>
                <a:gd name="connsiteY8" fmla="*/ 6254535 h 6254535"/>
                <a:gd name="connsiteX9" fmla="*/ 954997 w 3287075"/>
                <a:gd name="connsiteY9" fmla="*/ 6254535 h 6254535"/>
                <a:gd name="connsiteX10" fmla="*/ 801180 w 3287075"/>
                <a:gd name="connsiteY10" fmla="*/ 6100718 h 6254535"/>
                <a:gd name="connsiteX11" fmla="*/ 801180 w 3287075"/>
                <a:gd name="connsiteY11" fmla="*/ 5614452 h 6254535"/>
                <a:gd name="connsiteX12" fmla="*/ 954997 w 3287075"/>
                <a:gd name="connsiteY12" fmla="*/ 5460634 h 6254535"/>
                <a:gd name="connsiteX13" fmla="*/ 1885550 w 3287075"/>
                <a:gd name="connsiteY13" fmla="*/ 3871155 h 6254535"/>
                <a:gd name="connsiteX14" fmla="*/ 2282506 w 3287075"/>
                <a:gd name="connsiteY14" fmla="*/ 3871155 h 6254535"/>
                <a:gd name="connsiteX15" fmla="*/ 2381747 w 3287075"/>
                <a:gd name="connsiteY15" fmla="*/ 3970397 h 6254535"/>
                <a:gd name="connsiteX16" fmla="*/ 2381747 w 3287075"/>
                <a:gd name="connsiteY16" fmla="*/ 4367355 h 6254535"/>
                <a:gd name="connsiteX17" fmla="*/ 2282506 w 3287075"/>
                <a:gd name="connsiteY17" fmla="*/ 4466596 h 6254535"/>
                <a:gd name="connsiteX18" fmla="*/ 1885550 w 3287075"/>
                <a:gd name="connsiteY18" fmla="*/ 4466596 h 6254535"/>
                <a:gd name="connsiteX19" fmla="*/ 1786309 w 3287075"/>
                <a:gd name="connsiteY19" fmla="*/ 4367355 h 6254535"/>
                <a:gd name="connsiteX20" fmla="*/ 1786309 w 3287075"/>
                <a:gd name="connsiteY20" fmla="*/ 3970397 h 6254535"/>
                <a:gd name="connsiteX21" fmla="*/ 1885550 w 3287075"/>
                <a:gd name="connsiteY21" fmla="*/ 3871155 h 6254535"/>
                <a:gd name="connsiteX22" fmla="*/ 992394 w 3287075"/>
                <a:gd name="connsiteY22" fmla="*/ 3871155 h 6254535"/>
                <a:gd name="connsiteX23" fmla="*/ 1389350 w 3287075"/>
                <a:gd name="connsiteY23" fmla="*/ 3871155 h 6254535"/>
                <a:gd name="connsiteX24" fmla="*/ 1488591 w 3287075"/>
                <a:gd name="connsiteY24" fmla="*/ 3970397 h 6254535"/>
                <a:gd name="connsiteX25" fmla="*/ 1488591 w 3287075"/>
                <a:gd name="connsiteY25" fmla="*/ 4367355 h 6254535"/>
                <a:gd name="connsiteX26" fmla="*/ 1389350 w 3287075"/>
                <a:gd name="connsiteY26" fmla="*/ 4466596 h 6254535"/>
                <a:gd name="connsiteX27" fmla="*/ 992394 w 3287075"/>
                <a:gd name="connsiteY27" fmla="*/ 4466596 h 6254535"/>
                <a:gd name="connsiteX28" fmla="*/ 893153 w 3287075"/>
                <a:gd name="connsiteY28" fmla="*/ 4367355 h 6254535"/>
                <a:gd name="connsiteX29" fmla="*/ 893153 w 3287075"/>
                <a:gd name="connsiteY29" fmla="*/ 3970397 h 6254535"/>
                <a:gd name="connsiteX30" fmla="*/ 992394 w 3287075"/>
                <a:gd name="connsiteY30" fmla="*/ 3871155 h 6254535"/>
                <a:gd name="connsiteX31" fmla="*/ 99241 w 3287075"/>
                <a:gd name="connsiteY31" fmla="*/ 3871155 h 6254535"/>
                <a:gd name="connsiteX32" fmla="*/ 496197 w 3287075"/>
                <a:gd name="connsiteY32" fmla="*/ 3871155 h 6254535"/>
                <a:gd name="connsiteX33" fmla="*/ 595438 w 3287075"/>
                <a:gd name="connsiteY33" fmla="*/ 3970397 h 6254535"/>
                <a:gd name="connsiteX34" fmla="*/ 595438 w 3287075"/>
                <a:gd name="connsiteY34" fmla="*/ 4367355 h 6254535"/>
                <a:gd name="connsiteX35" fmla="*/ 496197 w 3287075"/>
                <a:gd name="connsiteY35" fmla="*/ 4466596 h 6254535"/>
                <a:gd name="connsiteX36" fmla="*/ 99241 w 3287075"/>
                <a:gd name="connsiteY36" fmla="*/ 4466596 h 6254535"/>
                <a:gd name="connsiteX37" fmla="*/ 0 w 3287075"/>
                <a:gd name="connsiteY37" fmla="*/ 4367355 h 6254535"/>
                <a:gd name="connsiteX38" fmla="*/ 0 w 3287075"/>
                <a:gd name="connsiteY38" fmla="*/ 3970397 h 6254535"/>
                <a:gd name="connsiteX39" fmla="*/ 99241 w 3287075"/>
                <a:gd name="connsiteY39" fmla="*/ 3871155 h 6254535"/>
                <a:gd name="connsiteX40" fmla="*/ 1885550 w 3287075"/>
                <a:gd name="connsiteY40" fmla="*/ 2878764 h 6254535"/>
                <a:gd name="connsiteX41" fmla="*/ 2282506 w 3287075"/>
                <a:gd name="connsiteY41" fmla="*/ 2878764 h 6254535"/>
                <a:gd name="connsiteX42" fmla="*/ 2381747 w 3287075"/>
                <a:gd name="connsiteY42" fmla="*/ 2978005 h 6254535"/>
                <a:gd name="connsiteX43" fmla="*/ 2381747 w 3287075"/>
                <a:gd name="connsiteY43" fmla="*/ 3374963 h 6254535"/>
                <a:gd name="connsiteX44" fmla="*/ 2282506 w 3287075"/>
                <a:gd name="connsiteY44" fmla="*/ 3474204 h 6254535"/>
                <a:gd name="connsiteX45" fmla="*/ 1885550 w 3287075"/>
                <a:gd name="connsiteY45" fmla="*/ 3474204 h 6254535"/>
                <a:gd name="connsiteX46" fmla="*/ 1786309 w 3287075"/>
                <a:gd name="connsiteY46" fmla="*/ 3374963 h 6254535"/>
                <a:gd name="connsiteX47" fmla="*/ 1786309 w 3287075"/>
                <a:gd name="connsiteY47" fmla="*/ 2978005 h 6254535"/>
                <a:gd name="connsiteX48" fmla="*/ 1885550 w 3287075"/>
                <a:gd name="connsiteY48" fmla="*/ 2878764 h 6254535"/>
                <a:gd name="connsiteX49" fmla="*/ 992394 w 3287075"/>
                <a:gd name="connsiteY49" fmla="*/ 2878763 h 6254535"/>
                <a:gd name="connsiteX50" fmla="*/ 1389350 w 3287075"/>
                <a:gd name="connsiteY50" fmla="*/ 2878763 h 6254535"/>
                <a:gd name="connsiteX51" fmla="*/ 1488591 w 3287075"/>
                <a:gd name="connsiteY51" fmla="*/ 2978005 h 6254535"/>
                <a:gd name="connsiteX52" fmla="*/ 1488591 w 3287075"/>
                <a:gd name="connsiteY52" fmla="*/ 3374963 h 6254535"/>
                <a:gd name="connsiteX53" fmla="*/ 1389350 w 3287075"/>
                <a:gd name="connsiteY53" fmla="*/ 3474204 h 6254535"/>
                <a:gd name="connsiteX54" fmla="*/ 992394 w 3287075"/>
                <a:gd name="connsiteY54" fmla="*/ 3474204 h 6254535"/>
                <a:gd name="connsiteX55" fmla="*/ 893153 w 3287075"/>
                <a:gd name="connsiteY55" fmla="*/ 3374963 h 6254535"/>
                <a:gd name="connsiteX56" fmla="*/ 893153 w 3287075"/>
                <a:gd name="connsiteY56" fmla="*/ 2978005 h 6254535"/>
                <a:gd name="connsiteX57" fmla="*/ 992394 w 3287075"/>
                <a:gd name="connsiteY57" fmla="*/ 2878763 h 6254535"/>
                <a:gd name="connsiteX58" fmla="*/ 99241 w 3287075"/>
                <a:gd name="connsiteY58" fmla="*/ 2878763 h 6254535"/>
                <a:gd name="connsiteX59" fmla="*/ 496197 w 3287075"/>
                <a:gd name="connsiteY59" fmla="*/ 2878763 h 6254535"/>
                <a:gd name="connsiteX60" fmla="*/ 595438 w 3287075"/>
                <a:gd name="connsiteY60" fmla="*/ 2978005 h 6254535"/>
                <a:gd name="connsiteX61" fmla="*/ 595438 w 3287075"/>
                <a:gd name="connsiteY61" fmla="*/ 3374963 h 6254535"/>
                <a:gd name="connsiteX62" fmla="*/ 496197 w 3287075"/>
                <a:gd name="connsiteY62" fmla="*/ 3474204 h 6254535"/>
                <a:gd name="connsiteX63" fmla="*/ 99241 w 3287075"/>
                <a:gd name="connsiteY63" fmla="*/ 3474204 h 6254535"/>
                <a:gd name="connsiteX64" fmla="*/ 0 w 3287075"/>
                <a:gd name="connsiteY64" fmla="*/ 3374963 h 6254535"/>
                <a:gd name="connsiteX65" fmla="*/ 0 w 3287075"/>
                <a:gd name="connsiteY65" fmla="*/ 2978005 h 6254535"/>
                <a:gd name="connsiteX66" fmla="*/ 99241 w 3287075"/>
                <a:gd name="connsiteY66" fmla="*/ 2878763 h 6254535"/>
                <a:gd name="connsiteX67" fmla="*/ 99241 w 3287075"/>
                <a:gd name="connsiteY67" fmla="*/ 1886372 h 6254535"/>
                <a:gd name="connsiteX68" fmla="*/ 496197 w 3287075"/>
                <a:gd name="connsiteY68" fmla="*/ 1886372 h 6254535"/>
                <a:gd name="connsiteX69" fmla="*/ 595438 w 3287075"/>
                <a:gd name="connsiteY69" fmla="*/ 1985613 h 6254535"/>
                <a:gd name="connsiteX70" fmla="*/ 595438 w 3287075"/>
                <a:gd name="connsiteY70" fmla="*/ 2382571 h 6254535"/>
                <a:gd name="connsiteX71" fmla="*/ 496197 w 3287075"/>
                <a:gd name="connsiteY71" fmla="*/ 2481813 h 6254535"/>
                <a:gd name="connsiteX72" fmla="*/ 99241 w 3287075"/>
                <a:gd name="connsiteY72" fmla="*/ 2481813 h 6254535"/>
                <a:gd name="connsiteX73" fmla="*/ 0 w 3287075"/>
                <a:gd name="connsiteY73" fmla="*/ 2382571 h 6254535"/>
                <a:gd name="connsiteX74" fmla="*/ 0 w 3287075"/>
                <a:gd name="connsiteY74" fmla="*/ 1985613 h 6254535"/>
                <a:gd name="connsiteX75" fmla="*/ 99241 w 3287075"/>
                <a:gd name="connsiteY75" fmla="*/ 1886372 h 6254535"/>
                <a:gd name="connsiteX76" fmla="*/ 992394 w 3287075"/>
                <a:gd name="connsiteY76" fmla="*/ 1886372 h 6254535"/>
                <a:gd name="connsiteX77" fmla="*/ 1389350 w 3287075"/>
                <a:gd name="connsiteY77" fmla="*/ 1886372 h 6254535"/>
                <a:gd name="connsiteX78" fmla="*/ 1488591 w 3287075"/>
                <a:gd name="connsiteY78" fmla="*/ 1985613 h 6254535"/>
                <a:gd name="connsiteX79" fmla="*/ 1488591 w 3287075"/>
                <a:gd name="connsiteY79" fmla="*/ 2382571 h 6254535"/>
                <a:gd name="connsiteX80" fmla="*/ 1389350 w 3287075"/>
                <a:gd name="connsiteY80" fmla="*/ 2481813 h 6254535"/>
                <a:gd name="connsiteX81" fmla="*/ 992394 w 3287075"/>
                <a:gd name="connsiteY81" fmla="*/ 2481813 h 6254535"/>
                <a:gd name="connsiteX82" fmla="*/ 893153 w 3287075"/>
                <a:gd name="connsiteY82" fmla="*/ 2382571 h 6254535"/>
                <a:gd name="connsiteX83" fmla="*/ 893153 w 3287075"/>
                <a:gd name="connsiteY83" fmla="*/ 1985613 h 6254535"/>
                <a:gd name="connsiteX84" fmla="*/ 992394 w 3287075"/>
                <a:gd name="connsiteY84" fmla="*/ 1886372 h 6254535"/>
                <a:gd name="connsiteX85" fmla="*/ 1885550 w 3287075"/>
                <a:gd name="connsiteY85" fmla="*/ 1886372 h 6254535"/>
                <a:gd name="connsiteX86" fmla="*/ 2282506 w 3287075"/>
                <a:gd name="connsiteY86" fmla="*/ 1886372 h 6254535"/>
                <a:gd name="connsiteX87" fmla="*/ 2381747 w 3287075"/>
                <a:gd name="connsiteY87" fmla="*/ 1985613 h 6254535"/>
                <a:gd name="connsiteX88" fmla="*/ 2381747 w 3287075"/>
                <a:gd name="connsiteY88" fmla="*/ 2382571 h 6254535"/>
                <a:gd name="connsiteX89" fmla="*/ 2282506 w 3287075"/>
                <a:gd name="connsiteY89" fmla="*/ 2481813 h 6254535"/>
                <a:gd name="connsiteX90" fmla="*/ 1885550 w 3287075"/>
                <a:gd name="connsiteY90" fmla="*/ 2481813 h 6254535"/>
                <a:gd name="connsiteX91" fmla="*/ 1786309 w 3287075"/>
                <a:gd name="connsiteY91" fmla="*/ 2382571 h 6254535"/>
                <a:gd name="connsiteX92" fmla="*/ 1786309 w 3287075"/>
                <a:gd name="connsiteY92" fmla="*/ 1985613 h 6254535"/>
                <a:gd name="connsiteX93" fmla="*/ 1885550 w 3287075"/>
                <a:gd name="connsiteY93" fmla="*/ 1886372 h 6254535"/>
                <a:gd name="connsiteX94" fmla="*/ 781337 w 3287075"/>
                <a:gd name="connsiteY94" fmla="*/ 694660 h 6254535"/>
                <a:gd name="connsiteX95" fmla="*/ 1079051 w 3287075"/>
                <a:gd name="connsiteY95" fmla="*/ 694660 h 6254535"/>
                <a:gd name="connsiteX96" fmla="*/ 1287448 w 3287075"/>
                <a:gd name="connsiteY96" fmla="*/ 694660 h 6254535"/>
                <a:gd name="connsiteX97" fmla="*/ 1575235 w 3287075"/>
                <a:gd name="connsiteY97" fmla="*/ 694660 h 6254535"/>
                <a:gd name="connsiteX98" fmla="*/ 1674472 w 3287075"/>
                <a:gd name="connsiteY98" fmla="*/ 793896 h 6254535"/>
                <a:gd name="connsiteX99" fmla="*/ 1575235 w 3287075"/>
                <a:gd name="connsiteY99" fmla="*/ 893133 h 6254535"/>
                <a:gd name="connsiteX100" fmla="*/ 1287448 w 3287075"/>
                <a:gd name="connsiteY100" fmla="*/ 893133 h 6254535"/>
                <a:gd name="connsiteX101" fmla="*/ 1079051 w 3287075"/>
                <a:gd name="connsiteY101" fmla="*/ 893133 h 6254535"/>
                <a:gd name="connsiteX102" fmla="*/ 781337 w 3287075"/>
                <a:gd name="connsiteY102" fmla="*/ 893133 h 6254535"/>
                <a:gd name="connsiteX103" fmla="*/ 682100 w 3287075"/>
                <a:gd name="connsiteY103" fmla="*/ 793896 h 6254535"/>
                <a:gd name="connsiteX104" fmla="*/ 781337 w 3287075"/>
                <a:gd name="connsiteY104" fmla="*/ 694660 h 6254535"/>
                <a:gd name="connsiteX105" fmla="*/ 2691653 w 3287075"/>
                <a:gd name="connsiteY105" fmla="*/ 0 h 6254535"/>
                <a:gd name="connsiteX106" fmla="*/ 3287075 w 3287075"/>
                <a:gd name="connsiteY106" fmla="*/ 0 h 6254535"/>
                <a:gd name="connsiteX107" fmla="*/ 3287075 w 3287075"/>
                <a:gd name="connsiteY107" fmla="*/ 595423 h 6254535"/>
                <a:gd name="connsiteX108" fmla="*/ 2691653 w 3287075"/>
                <a:gd name="connsiteY108" fmla="*/ 595423 h 625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287075" h="6254535">
                  <a:moveTo>
                    <a:pt x="999654" y="5659109"/>
                  </a:moveTo>
                  <a:lnTo>
                    <a:pt x="999654" y="6056061"/>
                  </a:lnTo>
                  <a:lnTo>
                    <a:pt x="1396605" y="6056061"/>
                  </a:lnTo>
                  <a:lnTo>
                    <a:pt x="1396605" y="5659109"/>
                  </a:lnTo>
                  <a:close/>
                  <a:moveTo>
                    <a:pt x="954997" y="5460634"/>
                  </a:moveTo>
                  <a:lnTo>
                    <a:pt x="1441262" y="5460634"/>
                  </a:lnTo>
                  <a:cubicBezTo>
                    <a:pt x="1525613" y="5460634"/>
                    <a:pt x="1595079" y="5530100"/>
                    <a:pt x="1595079" y="5614452"/>
                  </a:cubicBezTo>
                  <a:lnTo>
                    <a:pt x="1595079" y="6100718"/>
                  </a:lnTo>
                  <a:cubicBezTo>
                    <a:pt x="1595079" y="6190031"/>
                    <a:pt x="1525613" y="6254535"/>
                    <a:pt x="1441262" y="6254535"/>
                  </a:cubicBezTo>
                  <a:lnTo>
                    <a:pt x="954997" y="6254535"/>
                  </a:lnTo>
                  <a:cubicBezTo>
                    <a:pt x="870646" y="6254535"/>
                    <a:pt x="801180" y="6185069"/>
                    <a:pt x="801180" y="6100718"/>
                  </a:cubicBezTo>
                  <a:lnTo>
                    <a:pt x="801180" y="5614452"/>
                  </a:lnTo>
                  <a:cubicBezTo>
                    <a:pt x="801180" y="5530100"/>
                    <a:pt x="870646" y="5460634"/>
                    <a:pt x="954997" y="5460634"/>
                  </a:cubicBezTo>
                  <a:close/>
                  <a:moveTo>
                    <a:pt x="1885550" y="3871155"/>
                  </a:moveTo>
                  <a:lnTo>
                    <a:pt x="2282506" y="3871155"/>
                  </a:lnTo>
                  <a:cubicBezTo>
                    <a:pt x="2337087" y="3871155"/>
                    <a:pt x="2381747" y="3915812"/>
                    <a:pt x="2381747" y="3970397"/>
                  </a:cubicBezTo>
                  <a:lnTo>
                    <a:pt x="2381747" y="4367355"/>
                  </a:lnTo>
                  <a:cubicBezTo>
                    <a:pt x="2381747" y="4421935"/>
                    <a:pt x="2337087" y="4466596"/>
                    <a:pt x="2282506" y="4466596"/>
                  </a:cubicBezTo>
                  <a:lnTo>
                    <a:pt x="1885550" y="4466596"/>
                  </a:lnTo>
                  <a:cubicBezTo>
                    <a:pt x="1830966" y="4466596"/>
                    <a:pt x="1786309" y="4421935"/>
                    <a:pt x="1786309" y="4367355"/>
                  </a:cubicBezTo>
                  <a:lnTo>
                    <a:pt x="1786309" y="3970397"/>
                  </a:lnTo>
                  <a:cubicBezTo>
                    <a:pt x="1786309" y="3915812"/>
                    <a:pt x="1830966" y="3871155"/>
                    <a:pt x="1885550" y="3871155"/>
                  </a:cubicBezTo>
                  <a:close/>
                  <a:moveTo>
                    <a:pt x="992394" y="3871155"/>
                  </a:moveTo>
                  <a:lnTo>
                    <a:pt x="1389350" y="3871155"/>
                  </a:lnTo>
                  <a:cubicBezTo>
                    <a:pt x="1443930" y="3871155"/>
                    <a:pt x="1488591" y="3915812"/>
                    <a:pt x="1488591" y="3970397"/>
                  </a:cubicBezTo>
                  <a:lnTo>
                    <a:pt x="1488591" y="4367355"/>
                  </a:lnTo>
                  <a:cubicBezTo>
                    <a:pt x="1488591" y="4421935"/>
                    <a:pt x="1443930" y="4466596"/>
                    <a:pt x="1389350" y="4466596"/>
                  </a:cubicBezTo>
                  <a:lnTo>
                    <a:pt x="992394" y="4466596"/>
                  </a:lnTo>
                  <a:cubicBezTo>
                    <a:pt x="937809" y="4466596"/>
                    <a:pt x="893153" y="4421935"/>
                    <a:pt x="893153" y="4367355"/>
                  </a:cubicBezTo>
                  <a:lnTo>
                    <a:pt x="893153" y="3970397"/>
                  </a:lnTo>
                  <a:cubicBezTo>
                    <a:pt x="893153" y="3915812"/>
                    <a:pt x="937809" y="3871155"/>
                    <a:pt x="992394" y="3871155"/>
                  </a:cubicBezTo>
                  <a:close/>
                  <a:moveTo>
                    <a:pt x="99241" y="3871155"/>
                  </a:moveTo>
                  <a:lnTo>
                    <a:pt x="496197" y="3871155"/>
                  </a:lnTo>
                  <a:cubicBezTo>
                    <a:pt x="550777" y="3871155"/>
                    <a:pt x="595438" y="3915812"/>
                    <a:pt x="595438" y="3970397"/>
                  </a:cubicBezTo>
                  <a:lnTo>
                    <a:pt x="595438" y="4367355"/>
                  </a:lnTo>
                  <a:cubicBezTo>
                    <a:pt x="595438" y="4421935"/>
                    <a:pt x="550777" y="4466596"/>
                    <a:pt x="496197" y="4466596"/>
                  </a:cubicBezTo>
                  <a:lnTo>
                    <a:pt x="99241" y="4466596"/>
                  </a:lnTo>
                  <a:cubicBezTo>
                    <a:pt x="44656" y="4466596"/>
                    <a:pt x="0" y="4421935"/>
                    <a:pt x="0" y="4367355"/>
                  </a:cubicBezTo>
                  <a:lnTo>
                    <a:pt x="0" y="3970397"/>
                  </a:lnTo>
                  <a:cubicBezTo>
                    <a:pt x="0" y="3915812"/>
                    <a:pt x="44656" y="3871155"/>
                    <a:pt x="99241" y="3871155"/>
                  </a:cubicBezTo>
                  <a:close/>
                  <a:moveTo>
                    <a:pt x="1885550" y="2878764"/>
                  </a:moveTo>
                  <a:lnTo>
                    <a:pt x="2282506" y="2878764"/>
                  </a:lnTo>
                  <a:cubicBezTo>
                    <a:pt x="2337087" y="2878764"/>
                    <a:pt x="2381747" y="2923420"/>
                    <a:pt x="2381747" y="2978005"/>
                  </a:cubicBezTo>
                  <a:lnTo>
                    <a:pt x="2381747" y="3374963"/>
                  </a:lnTo>
                  <a:cubicBezTo>
                    <a:pt x="2381747" y="3429543"/>
                    <a:pt x="2337087" y="3474204"/>
                    <a:pt x="2282506" y="3474204"/>
                  </a:cubicBezTo>
                  <a:lnTo>
                    <a:pt x="1885550" y="3474204"/>
                  </a:lnTo>
                  <a:cubicBezTo>
                    <a:pt x="1830966" y="3474204"/>
                    <a:pt x="1786309" y="3429543"/>
                    <a:pt x="1786309" y="3374963"/>
                  </a:cubicBezTo>
                  <a:lnTo>
                    <a:pt x="1786309" y="2978005"/>
                  </a:lnTo>
                  <a:cubicBezTo>
                    <a:pt x="1786309" y="2923420"/>
                    <a:pt x="1830966" y="2878764"/>
                    <a:pt x="1885550" y="2878764"/>
                  </a:cubicBezTo>
                  <a:close/>
                  <a:moveTo>
                    <a:pt x="992394" y="2878763"/>
                  </a:moveTo>
                  <a:lnTo>
                    <a:pt x="1389350" y="2878763"/>
                  </a:lnTo>
                  <a:cubicBezTo>
                    <a:pt x="1443930" y="2878763"/>
                    <a:pt x="1488591" y="2923420"/>
                    <a:pt x="1488591" y="2978005"/>
                  </a:cubicBezTo>
                  <a:lnTo>
                    <a:pt x="1488591" y="3374963"/>
                  </a:lnTo>
                  <a:cubicBezTo>
                    <a:pt x="1488591" y="3429543"/>
                    <a:pt x="1443930" y="3474204"/>
                    <a:pt x="1389350" y="3474204"/>
                  </a:cubicBezTo>
                  <a:lnTo>
                    <a:pt x="992394" y="3474204"/>
                  </a:lnTo>
                  <a:cubicBezTo>
                    <a:pt x="937809" y="3474204"/>
                    <a:pt x="893153" y="3429543"/>
                    <a:pt x="893153" y="3374963"/>
                  </a:cubicBezTo>
                  <a:lnTo>
                    <a:pt x="893153" y="2978005"/>
                  </a:lnTo>
                  <a:cubicBezTo>
                    <a:pt x="893153" y="2923420"/>
                    <a:pt x="937809" y="2878763"/>
                    <a:pt x="992394" y="2878763"/>
                  </a:cubicBezTo>
                  <a:close/>
                  <a:moveTo>
                    <a:pt x="99241" y="2878763"/>
                  </a:moveTo>
                  <a:lnTo>
                    <a:pt x="496197" y="2878763"/>
                  </a:lnTo>
                  <a:cubicBezTo>
                    <a:pt x="550777" y="2878763"/>
                    <a:pt x="595438" y="2923420"/>
                    <a:pt x="595438" y="2978005"/>
                  </a:cubicBezTo>
                  <a:lnTo>
                    <a:pt x="595438" y="3374963"/>
                  </a:lnTo>
                  <a:cubicBezTo>
                    <a:pt x="595438" y="3429543"/>
                    <a:pt x="550777" y="3474204"/>
                    <a:pt x="496197" y="3474204"/>
                  </a:cubicBezTo>
                  <a:lnTo>
                    <a:pt x="99241" y="3474204"/>
                  </a:lnTo>
                  <a:cubicBezTo>
                    <a:pt x="44656" y="3474204"/>
                    <a:pt x="0" y="3429543"/>
                    <a:pt x="0" y="3374963"/>
                  </a:cubicBezTo>
                  <a:lnTo>
                    <a:pt x="0" y="2978005"/>
                  </a:lnTo>
                  <a:cubicBezTo>
                    <a:pt x="0" y="2923420"/>
                    <a:pt x="44656" y="2878763"/>
                    <a:pt x="99241" y="2878763"/>
                  </a:cubicBezTo>
                  <a:close/>
                  <a:moveTo>
                    <a:pt x="99241" y="1886372"/>
                  </a:moveTo>
                  <a:lnTo>
                    <a:pt x="496197" y="1886372"/>
                  </a:lnTo>
                  <a:cubicBezTo>
                    <a:pt x="550777" y="1886372"/>
                    <a:pt x="595438" y="1931028"/>
                    <a:pt x="595438" y="1985613"/>
                  </a:cubicBezTo>
                  <a:lnTo>
                    <a:pt x="595438" y="2382571"/>
                  </a:lnTo>
                  <a:cubicBezTo>
                    <a:pt x="595438" y="2437151"/>
                    <a:pt x="550777" y="2481813"/>
                    <a:pt x="496197" y="2481813"/>
                  </a:cubicBezTo>
                  <a:lnTo>
                    <a:pt x="99241" y="2481813"/>
                  </a:lnTo>
                  <a:cubicBezTo>
                    <a:pt x="44656" y="2481813"/>
                    <a:pt x="0" y="2437151"/>
                    <a:pt x="0" y="2382571"/>
                  </a:cubicBezTo>
                  <a:lnTo>
                    <a:pt x="0" y="1985613"/>
                  </a:lnTo>
                  <a:cubicBezTo>
                    <a:pt x="0" y="1931028"/>
                    <a:pt x="44656" y="1886372"/>
                    <a:pt x="99241" y="1886372"/>
                  </a:cubicBezTo>
                  <a:close/>
                  <a:moveTo>
                    <a:pt x="992394" y="1886372"/>
                  </a:moveTo>
                  <a:lnTo>
                    <a:pt x="1389350" y="1886372"/>
                  </a:lnTo>
                  <a:cubicBezTo>
                    <a:pt x="1443930" y="1886372"/>
                    <a:pt x="1488591" y="1931028"/>
                    <a:pt x="1488591" y="1985613"/>
                  </a:cubicBezTo>
                  <a:lnTo>
                    <a:pt x="1488591" y="2382571"/>
                  </a:lnTo>
                  <a:cubicBezTo>
                    <a:pt x="1488591" y="2437151"/>
                    <a:pt x="1443930" y="2481813"/>
                    <a:pt x="1389350" y="2481813"/>
                  </a:cubicBezTo>
                  <a:lnTo>
                    <a:pt x="992394" y="2481813"/>
                  </a:lnTo>
                  <a:cubicBezTo>
                    <a:pt x="937809" y="2481813"/>
                    <a:pt x="893153" y="2437151"/>
                    <a:pt x="893153" y="2382571"/>
                  </a:cubicBezTo>
                  <a:lnTo>
                    <a:pt x="893153" y="1985613"/>
                  </a:lnTo>
                  <a:cubicBezTo>
                    <a:pt x="893153" y="1931028"/>
                    <a:pt x="937809" y="1886372"/>
                    <a:pt x="992394" y="1886372"/>
                  </a:cubicBezTo>
                  <a:close/>
                  <a:moveTo>
                    <a:pt x="1885550" y="1886372"/>
                  </a:moveTo>
                  <a:lnTo>
                    <a:pt x="2282506" y="1886372"/>
                  </a:lnTo>
                  <a:cubicBezTo>
                    <a:pt x="2337087" y="1886372"/>
                    <a:pt x="2381747" y="1931028"/>
                    <a:pt x="2381747" y="1985613"/>
                  </a:cubicBezTo>
                  <a:lnTo>
                    <a:pt x="2381747" y="2382571"/>
                  </a:lnTo>
                  <a:cubicBezTo>
                    <a:pt x="2381747" y="2437151"/>
                    <a:pt x="2337087" y="2481813"/>
                    <a:pt x="2282506" y="2481813"/>
                  </a:cubicBezTo>
                  <a:lnTo>
                    <a:pt x="1885550" y="2481813"/>
                  </a:lnTo>
                  <a:cubicBezTo>
                    <a:pt x="1830966" y="2481813"/>
                    <a:pt x="1786309" y="2437151"/>
                    <a:pt x="1786309" y="2382571"/>
                  </a:cubicBezTo>
                  <a:lnTo>
                    <a:pt x="1786309" y="1985613"/>
                  </a:lnTo>
                  <a:cubicBezTo>
                    <a:pt x="1786309" y="1931028"/>
                    <a:pt x="1830966" y="1886372"/>
                    <a:pt x="1885550" y="1886372"/>
                  </a:cubicBezTo>
                  <a:close/>
                  <a:moveTo>
                    <a:pt x="781337" y="694660"/>
                  </a:moveTo>
                  <a:lnTo>
                    <a:pt x="1079051" y="694660"/>
                  </a:lnTo>
                  <a:lnTo>
                    <a:pt x="1287448" y="694660"/>
                  </a:lnTo>
                  <a:lnTo>
                    <a:pt x="1575235" y="694660"/>
                  </a:lnTo>
                  <a:cubicBezTo>
                    <a:pt x="1629815" y="694660"/>
                    <a:pt x="1674472" y="739316"/>
                    <a:pt x="1674472" y="793896"/>
                  </a:cubicBezTo>
                  <a:cubicBezTo>
                    <a:pt x="1674472" y="848476"/>
                    <a:pt x="1629815" y="893133"/>
                    <a:pt x="1575235" y="893133"/>
                  </a:cubicBezTo>
                  <a:lnTo>
                    <a:pt x="1287448" y="893133"/>
                  </a:lnTo>
                  <a:lnTo>
                    <a:pt x="1079051" y="893133"/>
                  </a:lnTo>
                  <a:lnTo>
                    <a:pt x="781337" y="893133"/>
                  </a:lnTo>
                  <a:cubicBezTo>
                    <a:pt x="726756" y="893133"/>
                    <a:pt x="682100" y="848476"/>
                    <a:pt x="682100" y="793896"/>
                  </a:cubicBezTo>
                  <a:cubicBezTo>
                    <a:pt x="682100" y="739316"/>
                    <a:pt x="726756" y="694660"/>
                    <a:pt x="781337" y="694660"/>
                  </a:cubicBezTo>
                  <a:close/>
                  <a:moveTo>
                    <a:pt x="2691653" y="0"/>
                  </a:moveTo>
                  <a:lnTo>
                    <a:pt x="3287075" y="0"/>
                  </a:lnTo>
                  <a:lnTo>
                    <a:pt x="3287075" y="595423"/>
                  </a:lnTo>
                  <a:lnTo>
                    <a:pt x="2691653" y="595423"/>
                  </a:lnTo>
                  <a:close/>
                </a:path>
              </a:pathLst>
            </a:custGeom>
            <a:solidFill>
              <a:schemeClr val="bg1"/>
            </a:solidFill>
            <a:ln w="12601" cap="flat">
              <a:noFill/>
              <a:prstDash val="solid"/>
              <a:miter/>
            </a:ln>
          </p:spPr>
          <p:txBody>
            <a:bodyPr wrap="square" rtlCol="0" anchor="ctr">
              <a:noAutofit/>
            </a:bodyPr>
            <a:lstStyle/>
            <a:p>
              <a:endParaRPr lang="en-US" dirty="0"/>
            </a:p>
          </p:txBody>
        </p:sp>
        <p:sp>
          <p:nvSpPr>
            <p:cNvPr id="1540" name="Freeform: Shape 1539">
              <a:extLst>
                <a:ext uri="{FF2B5EF4-FFF2-40B4-BE49-F238E27FC236}">
                  <a16:creationId xmlns:a16="http://schemas.microsoft.com/office/drawing/2014/main" id="{C7CEED09-B839-45BC-0445-B2006E9194E7}"/>
                </a:ext>
                <a:ext uri="{C183D7F6-B498-43B3-948B-1728B52AA6E4}">
                  <adec:decorative xmlns:adec="http://schemas.microsoft.com/office/drawing/2017/decorative" val="1"/>
                </a:ext>
              </a:extLst>
            </p:cNvPr>
            <p:cNvSpPr/>
            <p:nvPr/>
          </p:nvSpPr>
          <p:spPr>
            <a:xfrm>
              <a:off x="8596254" y="2937110"/>
              <a:ext cx="278042" cy="450249"/>
            </a:xfrm>
            <a:custGeom>
              <a:avLst/>
              <a:gdLst>
                <a:gd name="connsiteX0" fmla="*/ 65998 w 461985"/>
                <a:gd name="connsiteY0" fmla="*/ 571572 h 748116"/>
                <a:gd name="connsiteX1" fmla="*/ 65998 w 461985"/>
                <a:gd name="connsiteY1" fmla="*/ 704118 h 748116"/>
                <a:gd name="connsiteX2" fmla="*/ 395987 w 461985"/>
                <a:gd name="connsiteY2" fmla="*/ 704118 h 748116"/>
                <a:gd name="connsiteX3" fmla="*/ 417986 w 461985"/>
                <a:gd name="connsiteY3" fmla="*/ 682119 h 748116"/>
                <a:gd name="connsiteX4" fmla="*/ 417986 w 461985"/>
                <a:gd name="connsiteY4" fmla="*/ 571572 h 748116"/>
                <a:gd name="connsiteX5" fmla="*/ 227553 w 461985"/>
                <a:gd name="connsiteY5" fmla="*/ 0 h 748116"/>
                <a:gd name="connsiteX6" fmla="*/ 354599 w 461985"/>
                <a:gd name="connsiteY6" fmla="*/ 0 h 748116"/>
                <a:gd name="connsiteX7" fmla="*/ 370549 w 461985"/>
                <a:gd name="connsiteY7" fmla="*/ 0 h 748116"/>
                <a:gd name="connsiteX8" fmla="*/ 370549 w 461985"/>
                <a:gd name="connsiteY8" fmla="*/ 43449 h 748116"/>
                <a:gd name="connsiteX9" fmla="*/ 354599 w 461985"/>
                <a:gd name="connsiteY9" fmla="*/ 43449 h 748116"/>
                <a:gd name="connsiteX10" fmla="*/ 354599 w 461985"/>
                <a:gd name="connsiteY10" fmla="*/ 43999 h 748116"/>
                <a:gd name="connsiteX11" fmla="*/ 306890 w 461985"/>
                <a:gd name="connsiteY11" fmla="*/ 43999 h 748116"/>
                <a:gd name="connsiteX12" fmla="*/ 306890 w 461985"/>
                <a:gd name="connsiteY12" fmla="*/ 44141 h 748116"/>
                <a:gd name="connsiteX13" fmla="*/ 87997 w 461985"/>
                <a:gd name="connsiteY13" fmla="*/ 44141 h 748116"/>
                <a:gd name="connsiteX14" fmla="*/ 65998 w 461985"/>
                <a:gd name="connsiteY14" fmla="*/ 66140 h 748116"/>
                <a:gd name="connsiteX15" fmla="*/ 65998 w 461985"/>
                <a:gd name="connsiteY15" fmla="*/ 395028 h 748116"/>
                <a:gd name="connsiteX16" fmla="*/ 65998 w 461985"/>
                <a:gd name="connsiteY16" fmla="*/ 494025 h 748116"/>
                <a:gd name="connsiteX17" fmla="*/ 65998 w 461985"/>
                <a:gd name="connsiteY17" fmla="*/ 550123 h 748116"/>
                <a:gd name="connsiteX18" fmla="*/ 417986 w 461985"/>
                <a:gd name="connsiteY18" fmla="*/ 550123 h 748116"/>
                <a:gd name="connsiteX19" fmla="*/ 417986 w 461985"/>
                <a:gd name="connsiteY19" fmla="*/ 155237 h 748116"/>
                <a:gd name="connsiteX20" fmla="*/ 417986 w 461985"/>
                <a:gd name="connsiteY20" fmla="*/ 155237 h 748116"/>
                <a:gd name="connsiteX21" fmla="*/ 417986 w 461985"/>
                <a:gd name="connsiteY21" fmla="*/ 91370 h 748116"/>
                <a:gd name="connsiteX22" fmla="*/ 461985 w 461985"/>
                <a:gd name="connsiteY22" fmla="*/ 91370 h 748116"/>
                <a:gd name="connsiteX23" fmla="*/ 461985 w 461985"/>
                <a:gd name="connsiteY23" fmla="*/ 131313 h 748116"/>
                <a:gd name="connsiteX24" fmla="*/ 461985 w 461985"/>
                <a:gd name="connsiteY24" fmla="*/ 155237 h 748116"/>
                <a:gd name="connsiteX25" fmla="*/ 461985 w 461985"/>
                <a:gd name="connsiteY25" fmla="*/ 176987 h 748116"/>
                <a:gd name="connsiteX26" fmla="*/ 461985 w 461985"/>
                <a:gd name="connsiteY26" fmla="*/ 228721 h 748116"/>
                <a:gd name="connsiteX27" fmla="*/ 461985 w 461985"/>
                <a:gd name="connsiteY27" fmla="*/ 236016 h 748116"/>
                <a:gd name="connsiteX28" fmla="*/ 461985 w 461985"/>
                <a:gd name="connsiteY28" fmla="*/ 312273 h 748116"/>
                <a:gd name="connsiteX29" fmla="*/ 461985 w 461985"/>
                <a:gd name="connsiteY29" fmla="*/ 682119 h 748116"/>
                <a:gd name="connsiteX30" fmla="*/ 395987 w 461985"/>
                <a:gd name="connsiteY30" fmla="*/ 748116 h 748116"/>
                <a:gd name="connsiteX31" fmla="*/ 65998 w 461985"/>
                <a:gd name="connsiteY31" fmla="*/ 748116 h 748116"/>
                <a:gd name="connsiteX32" fmla="*/ 21999 w 461985"/>
                <a:gd name="connsiteY32" fmla="*/ 748116 h 748116"/>
                <a:gd name="connsiteX33" fmla="*/ 21999 w 461985"/>
                <a:gd name="connsiteY33" fmla="*/ 704118 h 748116"/>
                <a:gd name="connsiteX34" fmla="*/ 21999 w 461985"/>
                <a:gd name="connsiteY34" fmla="*/ 198135 h 748116"/>
                <a:gd name="connsiteX35" fmla="*/ 0 w 461985"/>
                <a:gd name="connsiteY35" fmla="*/ 176136 h 748116"/>
                <a:gd name="connsiteX36" fmla="*/ 0 w 461985"/>
                <a:gd name="connsiteY36" fmla="*/ 132688 h 748116"/>
                <a:gd name="connsiteX37" fmla="*/ 21999 w 461985"/>
                <a:gd name="connsiteY37" fmla="*/ 110688 h 748116"/>
                <a:gd name="connsiteX38" fmla="*/ 21999 w 461985"/>
                <a:gd name="connsiteY38" fmla="*/ 66140 h 748116"/>
                <a:gd name="connsiteX39" fmla="*/ 87997 w 461985"/>
                <a:gd name="connsiteY39" fmla="*/ 142 h 748116"/>
                <a:gd name="connsiteX40" fmla="*/ 227553 w 461985"/>
                <a:gd name="connsiteY40" fmla="*/ 142 h 74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1985" h="748116">
                  <a:moveTo>
                    <a:pt x="65998" y="571572"/>
                  </a:moveTo>
                  <a:lnTo>
                    <a:pt x="65998" y="704118"/>
                  </a:lnTo>
                  <a:lnTo>
                    <a:pt x="395987" y="704118"/>
                  </a:lnTo>
                  <a:cubicBezTo>
                    <a:pt x="408086" y="704118"/>
                    <a:pt x="417986" y="694218"/>
                    <a:pt x="417986" y="682119"/>
                  </a:cubicBezTo>
                  <a:lnTo>
                    <a:pt x="417986" y="571572"/>
                  </a:lnTo>
                  <a:close/>
                  <a:moveTo>
                    <a:pt x="227553" y="0"/>
                  </a:moveTo>
                  <a:lnTo>
                    <a:pt x="354599" y="0"/>
                  </a:lnTo>
                  <a:cubicBezTo>
                    <a:pt x="354599" y="0"/>
                    <a:pt x="370549" y="0"/>
                    <a:pt x="370549" y="0"/>
                  </a:cubicBezTo>
                  <a:lnTo>
                    <a:pt x="370549" y="43449"/>
                  </a:lnTo>
                  <a:cubicBezTo>
                    <a:pt x="370549" y="43449"/>
                    <a:pt x="354599" y="43449"/>
                    <a:pt x="354599" y="43449"/>
                  </a:cubicBezTo>
                  <a:lnTo>
                    <a:pt x="354599" y="43999"/>
                  </a:lnTo>
                  <a:lnTo>
                    <a:pt x="306890" y="43999"/>
                  </a:lnTo>
                  <a:lnTo>
                    <a:pt x="306890" y="44141"/>
                  </a:lnTo>
                  <a:lnTo>
                    <a:pt x="87997" y="44141"/>
                  </a:lnTo>
                  <a:cubicBezTo>
                    <a:pt x="75898" y="44141"/>
                    <a:pt x="65998" y="54040"/>
                    <a:pt x="65998" y="66140"/>
                  </a:cubicBezTo>
                  <a:lnTo>
                    <a:pt x="65998" y="395028"/>
                  </a:lnTo>
                  <a:lnTo>
                    <a:pt x="65998" y="494025"/>
                  </a:lnTo>
                  <a:lnTo>
                    <a:pt x="65998" y="550123"/>
                  </a:lnTo>
                  <a:lnTo>
                    <a:pt x="417986" y="550123"/>
                  </a:lnTo>
                  <a:lnTo>
                    <a:pt x="417986" y="155237"/>
                  </a:lnTo>
                  <a:lnTo>
                    <a:pt x="417986" y="155237"/>
                  </a:lnTo>
                  <a:lnTo>
                    <a:pt x="417986" y="91370"/>
                  </a:lnTo>
                  <a:lnTo>
                    <a:pt x="461985" y="91370"/>
                  </a:lnTo>
                  <a:cubicBezTo>
                    <a:pt x="461985" y="91370"/>
                    <a:pt x="461985" y="105945"/>
                    <a:pt x="461985" y="131313"/>
                  </a:cubicBezTo>
                  <a:lnTo>
                    <a:pt x="461985" y="155237"/>
                  </a:lnTo>
                  <a:lnTo>
                    <a:pt x="461985" y="176987"/>
                  </a:lnTo>
                  <a:lnTo>
                    <a:pt x="461985" y="228721"/>
                  </a:lnTo>
                  <a:lnTo>
                    <a:pt x="461985" y="236016"/>
                  </a:lnTo>
                  <a:lnTo>
                    <a:pt x="461985" y="312273"/>
                  </a:lnTo>
                  <a:cubicBezTo>
                    <a:pt x="461985" y="485363"/>
                    <a:pt x="461985" y="682119"/>
                    <a:pt x="461985" y="682119"/>
                  </a:cubicBezTo>
                  <a:cubicBezTo>
                    <a:pt x="461985" y="718417"/>
                    <a:pt x="432285" y="748116"/>
                    <a:pt x="395987" y="748116"/>
                  </a:cubicBezTo>
                  <a:lnTo>
                    <a:pt x="65998" y="748116"/>
                  </a:lnTo>
                  <a:lnTo>
                    <a:pt x="21999" y="748116"/>
                  </a:lnTo>
                  <a:lnTo>
                    <a:pt x="21999" y="704118"/>
                  </a:lnTo>
                  <a:lnTo>
                    <a:pt x="21999" y="198135"/>
                  </a:lnTo>
                  <a:cubicBezTo>
                    <a:pt x="9900" y="198135"/>
                    <a:pt x="0" y="188235"/>
                    <a:pt x="0" y="176136"/>
                  </a:cubicBezTo>
                  <a:lnTo>
                    <a:pt x="0" y="132688"/>
                  </a:lnTo>
                  <a:cubicBezTo>
                    <a:pt x="0" y="120588"/>
                    <a:pt x="9900" y="110688"/>
                    <a:pt x="21999" y="110688"/>
                  </a:cubicBezTo>
                  <a:lnTo>
                    <a:pt x="21999" y="66140"/>
                  </a:lnTo>
                  <a:cubicBezTo>
                    <a:pt x="21999" y="29841"/>
                    <a:pt x="51699" y="142"/>
                    <a:pt x="87997" y="142"/>
                  </a:cubicBezTo>
                  <a:lnTo>
                    <a:pt x="227553" y="142"/>
                  </a:lnTo>
                  <a:close/>
                </a:path>
              </a:pathLst>
            </a:custGeom>
            <a:grpFill/>
            <a:ln w="12601" cap="flat">
              <a:noFill/>
              <a:prstDash val="solid"/>
              <a:miter/>
            </a:ln>
          </p:spPr>
          <p:txBody>
            <a:bodyPr wrap="square" rtlCol="0" anchor="ctr">
              <a:noAutofit/>
            </a:bodyPr>
            <a:lstStyle/>
            <a:p>
              <a:endParaRPr lang="en-US" dirty="0"/>
            </a:p>
          </p:txBody>
        </p:sp>
      </p:grpSp>
      <p:grpSp>
        <p:nvGrpSpPr>
          <p:cNvPr id="74" name="Group 73">
            <a:extLst>
              <a:ext uri="{FF2B5EF4-FFF2-40B4-BE49-F238E27FC236}">
                <a16:creationId xmlns:a16="http://schemas.microsoft.com/office/drawing/2014/main" id="{05D96241-5F8D-BACA-A335-2AE411FB2DD5}"/>
              </a:ext>
              <a:ext uri="{C183D7F6-B498-43B3-948B-1728B52AA6E4}">
                <adec:decorative xmlns:adec="http://schemas.microsoft.com/office/drawing/2017/decorative" val="1"/>
              </a:ext>
            </a:extLst>
          </p:cNvPr>
          <p:cNvGrpSpPr>
            <a:grpSpLocks noChangeAspect="1"/>
          </p:cNvGrpSpPr>
          <p:nvPr/>
        </p:nvGrpSpPr>
        <p:grpSpPr>
          <a:xfrm>
            <a:off x="9070236" y="2998739"/>
            <a:ext cx="696425" cy="320040"/>
            <a:chOff x="9070236" y="2998739"/>
            <a:chExt cx="696425" cy="320040"/>
          </a:xfrm>
          <a:solidFill>
            <a:schemeClr val="accent2"/>
          </a:solidFill>
        </p:grpSpPr>
        <p:sp>
          <p:nvSpPr>
            <p:cNvPr id="1556" name="Freeform: Shape 1555">
              <a:extLst>
                <a:ext uri="{FF2B5EF4-FFF2-40B4-BE49-F238E27FC236}">
                  <a16:creationId xmlns:a16="http://schemas.microsoft.com/office/drawing/2014/main" id="{97DC4ECD-4FCB-89D9-241C-83F99A818675}"/>
                </a:ext>
                <a:ext uri="{C183D7F6-B498-43B3-948B-1728B52AA6E4}">
                  <adec:decorative xmlns:adec="http://schemas.microsoft.com/office/drawing/2017/decorative" val="1"/>
                </a:ext>
              </a:extLst>
            </p:cNvPr>
            <p:cNvSpPr/>
            <p:nvPr/>
          </p:nvSpPr>
          <p:spPr>
            <a:xfrm>
              <a:off x="9078454" y="3006165"/>
              <a:ext cx="688207" cy="312614"/>
            </a:xfrm>
            <a:custGeom>
              <a:avLst/>
              <a:gdLst>
                <a:gd name="connsiteX0" fmla="*/ 1993700 w 12475124"/>
                <a:gd name="connsiteY0" fmla="*/ 1996377 h 5666757"/>
                <a:gd name="connsiteX1" fmla="*/ 1993700 w 12475124"/>
                <a:gd name="connsiteY1" fmla="*/ 3399033 h 5666757"/>
                <a:gd name="connsiteX2" fmla="*/ 4415247 w 12475124"/>
                <a:gd name="connsiteY2" fmla="*/ 3399030 h 5666757"/>
                <a:gd name="connsiteX3" fmla="*/ 8216370 w 12475124"/>
                <a:gd name="connsiteY3" fmla="*/ 3399030 h 5666757"/>
                <a:gd name="connsiteX4" fmla="*/ 8216370 w 12475124"/>
                <a:gd name="connsiteY4" fmla="*/ 1996377 h 5666757"/>
                <a:gd name="connsiteX5" fmla="*/ 1993700 w 12475124"/>
                <a:gd name="connsiteY5" fmla="*/ 1996377 h 5666757"/>
                <a:gd name="connsiteX6" fmla="*/ 2034608 w 12475124"/>
                <a:gd name="connsiteY6" fmla="*/ 1699961 h 5666757"/>
                <a:gd name="connsiteX7" fmla="*/ 8172920 w 12475124"/>
                <a:gd name="connsiteY7" fmla="*/ 1699970 h 5666757"/>
                <a:gd name="connsiteX8" fmla="*/ 8506748 w 12475124"/>
                <a:gd name="connsiteY8" fmla="*/ 2033921 h 5666757"/>
                <a:gd name="connsiteX9" fmla="*/ 8506800 w 12475124"/>
                <a:gd name="connsiteY9" fmla="*/ 3359018 h 5666757"/>
                <a:gd name="connsiteX10" fmla="*/ 8176932 w 12475124"/>
                <a:gd name="connsiteY10" fmla="*/ 3687173 h 5666757"/>
                <a:gd name="connsiteX11" fmla="*/ 7329262 w 12475124"/>
                <a:gd name="connsiteY11" fmla="*/ 3687271 h 5666757"/>
                <a:gd name="connsiteX12" fmla="*/ 2048363 w 12475124"/>
                <a:gd name="connsiteY12" fmla="*/ 3687241 h 5666757"/>
                <a:gd name="connsiteX13" fmla="*/ 1698930 w 12475124"/>
                <a:gd name="connsiteY13" fmla="*/ 3338667 h 5666757"/>
                <a:gd name="connsiteX14" fmla="*/ 1699028 w 12475124"/>
                <a:gd name="connsiteY14" fmla="*/ 2033058 h 5666757"/>
                <a:gd name="connsiteX15" fmla="*/ 2034608 w 12475124"/>
                <a:gd name="connsiteY15" fmla="*/ 1699961 h 5666757"/>
                <a:gd name="connsiteX16" fmla="*/ 11869280 w 12475124"/>
                <a:gd name="connsiteY16" fmla="*/ 0 h 5666757"/>
                <a:gd name="connsiteX17" fmla="*/ 12463971 w 12475124"/>
                <a:gd name="connsiteY17" fmla="*/ 455334 h 5666757"/>
                <a:gd name="connsiteX18" fmla="*/ 12474597 w 12475124"/>
                <a:gd name="connsiteY18" fmla="*/ 571242 h 5666757"/>
                <a:gd name="connsiteX19" fmla="*/ 12475124 w 12475124"/>
                <a:gd name="connsiteY19" fmla="*/ 5297305 h 5666757"/>
                <a:gd name="connsiteX20" fmla="*/ 12475124 w 12475124"/>
                <a:gd name="connsiteY20" fmla="*/ 5383275 h 5666757"/>
                <a:gd name="connsiteX21" fmla="*/ 10776970 w 12475124"/>
                <a:gd name="connsiteY21" fmla="*/ 5383275 h 5666757"/>
                <a:gd name="connsiteX22" fmla="*/ 10776970 w 12475124"/>
                <a:gd name="connsiteY22" fmla="*/ 5666757 h 5666757"/>
                <a:gd name="connsiteX23" fmla="*/ 9640345 w 12475124"/>
                <a:gd name="connsiteY23" fmla="*/ 5666757 h 5666757"/>
                <a:gd name="connsiteX24" fmla="*/ 9640345 w 12475124"/>
                <a:gd name="connsiteY24" fmla="*/ 5390252 h 5666757"/>
                <a:gd name="connsiteX25" fmla="*/ 2840124 w 12475124"/>
                <a:gd name="connsiteY25" fmla="*/ 5390252 h 5666757"/>
                <a:gd name="connsiteX26" fmla="*/ 2840124 w 12475124"/>
                <a:gd name="connsiteY26" fmla="*/ 5665781 h 5666757"/>
                <a:gd name="connsiteX27" fmla="*/ 1703730 w 12475124"/>
                <a:gd name="connsiteY27" fmla="*/ 5665781 h 5666757"/>
                <a:gd name="connsiteX28" fmla="*/ 1703730 w 12475124"/>
                <a:gd name="connsiteY28" fmla="*/ 5384098 h 5666757"/>
                <a:gd name="connsiteX29" fmla="*/ 1590700 w 12475124"/>
                <a:gd name="connsiteY29" fmla="*/ 5384098 h 5666757"/>
                <a:gd name="connsiteX30" fmla="*/ 557803 w 12475124"/>
                <a:gd name="connsiteY30" fmla="*/ 5383545 h 5666757"/>
                <a:gd name="connsiteX31" fmla="*/ 925 w 12475124"/>
                <a:gd name="connsiteY31" fmla="*/ 4826154 h 5666757"/>
                <a:gd name="connsiteX32" fmla="*/ 9611 w 12475124"/>
                <a:gd name="connsiteY32" fmla="*/ 2292305 h 5666757"/>
                <a:gd name="connsiteX33" fmla="*/ 29360 w 12475124"/>
                <a:gd name="connsiteY33" fmla="*/ 2283260 h 5666757"/>
                <a:gd name="connsiteX34" fmla="*/ 3110 w 12475124"/>
                <a:gd name="connsiteY34" fmla="*/ 2283260 h 5666757"/>
                <a:gd name="connsiteX35" fmla="*/ 3110 w 12475124"/>
                <a:gd name="connsiteY35" fmla="*/ 1994536 h 5666757"/>
                <a:gd name="connsiteX36" fmla="*/ 4035 w 12475124"/>
                <a:gd name="connsiteY36" fmla="*/ 1994536 h 5666757"/>
                <a:gd name="connsiteX37" fmla="*/ 4035 w 12475124"/>
                <a:gd name="connsiteY37" fmla="*/ 1632805 h 5666757"/>
                <a:gd name="connsiteX38" fmla="*/ 2120 w 12475124"/>
                <a:gd name="connsiteY38" fmla="*/ 1632805 h 5666757"/>
                <a:gd name="connsiteX39" fmla="*/ 2120 w 12475124"/>
                <a:gd name="connsiteY39" fmla="*/ 1311561 h 5666757"/>
                <a:gd name="connsiteX40" fmla="*/ 0 w 12475124"/>
                <a:gd name="connsiteY40" fmla="*/ 1311561 h 5666757"/>
                <a:gd name="connsiteX41" fmla="*/ 0 w 12475124"/>
                <a:gd name="connsiteY41" fmla="*/ 1105865 h 5666757"/>
                <a:gd name="connsiteX42" fmla="*/ 563186 w 12475124"/>
                <a:gd name="connsiteY42" fmla="*/ 1105865 h 5666757"/>
                <a:gd name="connsiteX43" fmla="*/ 563186 w 12475124"/>
                <a:gd name="connsiteY43" fmla="*/ 1261772 h 5666757"/>
                <a:gd name="connsiteX44" fmla="*/ 563186 w 12475124"/>
                <a:gd name="connsiteY44" fmla="*/ 1311561 h 5666757"/>
                <a:gd name="connsiteX45" fmla="*/ 563186 w 12475124"/>
                <a:gd name="connsiteY45" fmla="*/ 1612375 h 5666757"/>
                <a:gd name="connsiteX46" fmla="*/ 563520 w 12475124"/>
                <a:gd name="connsiteY46" fmla="*/ 1612375 h 5666757"/>
                <a:gd name="connsiteX47" fmla="*/ 563520 w 12475124"/>
                <a:gd name="connsiteY47" fmla="*/ 2012267 h 5666757"/>
                <a:gd name="connsiteX48" fmla="*/ 563173 w 12475124"/>
                <a:gd name="connsiteY48" fmla="*/ 2012267 h 5666757"/>
                <a:gd name="connsiteX49" fmla="*/ 563173 w 12475124"/>
                <a:gd name="connsiteY49" fmla="*/ 2273559 h 5666757"/>
                <a:gd name="connsiteX50" fmla="*/ 564253 w 12475124"/>
                <a:gd name="connsiteY50" fmla="*/ 2273829 h 5666757"/>
                <a:gd name="connsiteX51" fmla="*/ 565782 w 12475124"/>
                <a:gd name="connsiteY51" fmla="*/ 4813511 h 5666757"/>
                <a:gd name="connsiteX52" fmla="*/ 11902481 w 12475124"/>
                <a:gd name="connsiteY52" fmla="*/ 4813511 h 5666757"/>
                <a:gd name="connsiteX53" fmla="*/ 11902481 w 12475124"/>
                <a:gd name="connsiteY53" fmla="*/ 568351 h 5666757"/>
                <a:gd name="connsiteX54" fmla="*/ 11771668 w 12475124"/>
                <a:gd name="connsiteY54" fmla="*/ 568351 h 5666757"/>
                <a:gd name="connsiteX55" fmla="*/ 2651055 w 12475124"/>
                <a:gd name="connsiteY55" fmla="*/ 568094 h 5666757"/>
                <a:gd name="connsiteX56" fmla="*/ 2397909 w 12475124"/>
                <a:gd name="connsiteY56" fmla="*/ 557160 h 5666757"/>
                <a:gd name="connsiteX57" fmla="*/ 2388902 w 12475124"/>
                <a:gd name="connsiteY57" fmla="*/ 530383 h 5666757"/>
                <a:gd name="connsiteX58" fmla="*/ 2388902 w 12475124"/>
                <a:gd name="connsiteY58" fmla="*/ 565075 h 5666757"/>
                <a:gd name="connsiteX59" fmla="*/ 2058394 w 12475124"/>
                <a:gd name="connsiteY59" fmla="*/ 565075 h 5666757"/>
                <a:gd name="connsiteX60" fmla="*/ 2058394 w 12475124"/>
                <a:gd name="connsiteY60" fmla="*/ 566295 h 5666757"/>
                <a:gd name="connsiteX61" fmla="*/ 1630839 w 12475124"/>
                <a:gd name="connsiteY61" fmla="*/ 566295 h 5666757"/>
                <a:gd name="connsiteX62" fmla="*/ 1630839 w 12475124"/>
                <a:gd name="connsiteY62" fmla="*/ 568030 h 5666757"/>
                <a:gd name="connsiteX63" fmla="*/ 1414132 w 12475124"/>
                <a:gd name="connsiteY63" fmla="*/ 568030 h 5666757"/>
                <a:gd name="connsiteX64" fmla="*/ 1414132 w 12475124"/>
                <a:gd name="connsiteY64" fmla="*/ 569906 h 5666757"/>
                <a:gd name="connsiteX65" fmla="*/ 1104208 w 12475124"/>
                <a:gd name="connsiteY65" fmla="*/ 569906 h 5666757"/>
                <a:gd name="connsiteX66" fmla="*/ 1104208 w 12475124"/>
                <a:gd name="connsiteY66" fmla="*/ 5050 h 5666757"/>
                <a:gd name="connsiteX67" fmla="*/ 1414132 w 12475124"/>
                <a:gd name="connsiteY67" fmla="*/ 5050 h 5666757"/>
                <a:gd name="connsiteX68" fmla="*/ 1414132 w 12475124"/>
                <a:gd name="connsiteY68" fmla="*/ 5230 h 5666757"/>
                <a:gd name="connsiteX69" fmla="*/ 1630839 w 12475124"/>
                <a:gd name="connsiteY69" fmla="*/ 5230 h 5666757"/>
                <a:gd name="connsiteX70" fmla="*/ 1630839 w 12475124"/>
                <a:gd name="connsiteY70" fmla="*/ 6848 h 5666757"/>
                <a:gd name="connsiteX71" fmla="*/ 2028199 w 12475124"/>
                <a:gd name="connsiteY71" fmla="*/ 6848 h 5666757"/>
                <a:gd name="connsiteX72" fmla="*/ 2028199 w 12475124"/>
                <a:gd name="connsiteY72" fmla="*/ 5474 h 5666757"/>
                <a:gd name="connsiteX73" fmla="*/ 2288129 w 12475124"/>
                <a:gd name="connsiteY73" fmla="*/ 5474 h 5666757"/>
                <a:gd name="connsiteX74" fmla="*/ 2348968 w 12475124"/>
                <a:gd name="connsiteY74" fmla="*/ 3469 h 5666757"/>
                <a:gd name="connsiteX75" fmla="*/ 11869280 w 12475124"/>
                <a:gd name="connsiteY75" fmla="*/ 0 h 566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2475124" h="5666757">
                  <a:moveTo>
                    <a:pt x="1993700" y="1996377"/>
                  </a:moveTo>
                  <a:cubicBezTo>
                    <a:pt x="1993700" y="2467380"/>
                    <a:pt x="1993700" y="2930022"/>
                    <a:pt x="1993700" y="3399033"/>
                  </a:cubicBezTo>
                  <a:cubicBezTo>
                    <a:pt x="2799114" y="3399033"/>
                    <a:pt x="3597435" y="3399033"/>
                    <a:pt x="4415247" y="3399030"/>
                  </a:cubicBezTo>
                  <a:cubicBezTo>
                    <a:pt x="5682833" y="3399030"/>
                    <a:pt x="6950419" y="3399030"/>
                    <a:pt x="8216370" y="3399030"/>
                  </a:cubicBezTo>
                  <a:cubicBezTo>
                    <a:pt x="8216370" y="2919321"/>
                    <a:pt x="8216370" y="2456753"/>
                    <a:pt x="8216370" y="1996377"/>
                  </a:cubicBezTo>
                  <a:cubicBezTo>
                    <a:pt x="6136533" y="1996377"/>
                    <a:pt x="4063920" y="1996377"/>
                    <a:pt x="1993700" y="1996377"/>
                  </a:cubicBezTo>
                  <a:close/>
                  <a:moveTo>
                    <a:pt x="2034608" y="1699961"/>
                  </a:moveTo>
                  <a:cubicBezTo>
                    <a:pt x="4080713" y="1699844"/>
                    <a:pt x="6126818" y="1699844"/>
                    <a:pt x="8172920" y="1699970"/>
                  </a:cubicBezTo>
                  <a:cubicBezTo>
                    <a:pt x="8399426" y="1699983"/>
                    <a:pt x="8506366" y="1806441"/>
                    <a:pt x="8506748" y="2033921"/>
                  </a:cubicBezTo>
                  <a:cubicBezTo>
                    <a:pt x="8507484" y="2475619"/>
                    <a:pt x="8507718" y="2917320"/>
                    <a:pt x="8506800" y="3359018"/>
                  </a:cubicBezTo>
                  <a:cubicBezTo>
                    <a:pt x="8506345" y="3579723"/>
                    <a:pt x="8397532" y="3686897"/>
                    <a:pt x="8176932" y="3687173"/>
                  </a:cubicBezTo>
                  <a:cubicBezTo>
                    <a:pt x="7897623" y="3687526"/>
                    <a:pt x="7618317" y="3687265"/>
                    <a:pt x="7329262" y="3687271"/>
                  </a:cubicBezTo>
                  <a:cubicBezTo>
                    <a:pt x="5562466" y="3687268"/>
                    <a:pt x="3805416" y="3687293"/>
                    <a:pt x="2048363" y="3687241"/>
                  </a:cubicBezTo>
                  <a:cubicBezTo>
                    <a:pt x="1802313" y="3687234"/>
                    <a:pt x="1698988" y="3584134"/>
                    <a:pt x="1698930" y="3338667"/>
                  </a:cubicBezTo>
                  <a:cubicBezTo>
                    <a:pt x="1698828" y="2903464"/>
                    <a:pt x="1698712" y="2468261"/>
                    <a:pt x="1699028" y="2033058"/>
                  </a:cubicBezTo>
                  <a:cubicBezTo>
                    <a:pt x="1699191" y="1808375"/>
                    <a:pt x="1808378" y="1699973"/>
                    <a:pt x="2034608" y="1699961"/>
                  </a:cubicBezTo>
                  <a:close/>
                  <a:moveTo>
                    <a:pt x="11869280" y="0"/>
                  </a:moveTo>
                  <a:cubicBezTo>
                    <a:pt x="12181209" y="-514"/>
                    <a:pt x="12418230" y="205978"/>
                    <a:pt x="12463971" y="455334"/>
                  </a:cubicBezTo>
                  <a:cubicBezTo>
                    <a:pt x="12470948" y="493366"/>
                    <a:pt x="12474584" y="532580"/>
                    <a:pt x="12474597" y="571242"/>
                  </a:cubicBezTo>
                  <a:cubicBezTo>
                    <a:pt x="12475150" y="2146601"/>
                    <a:pt x="12475098" y="3721959"/>
                    <a:pt x="12475124" y="5297305"/>
                  </a:cubicBezTo>
                  <a:cubicBezTo>
                    <a:pt x="12475124" y="5322565"/>
                    <a:pt x="12475124" y="5347826"/>
                    <a:pt x="12475124" y="5383275"/>
                  </a:cubicBezTo>
                  <a:cubicBezTo>
                    <a:pt x="11907133" y="5383275"/>
                    <a:pt x="11347146" y="5383275"/>
                    <a:pt x="10776970" y="5383275"/>
                  </a:cubicBezTo>
                  <a:cubicBezTo>
                    <a:pt x="10776970" y="5482391"/>
                    <a:pt x="10776970" y="5571702"/>
                    <a:pt x="10776970" y="5666757"/>
                  </a:cubicBezTo>
                  <a:cubicBezTo>
                    <a:pt x="10394964" y="5666757"/>
                    <a:pt x="10023225" y="5666757"/>
                    <a:pt x="9640345" y="5666757"/>
                  </a:cubicBezTo>
                  <a:cubicBezTo>
                    <a:pt x="9640345" y="5575261"/>
                    <a:pt x="9640345" y="5485770"/>
                    <a:pt x="9640345" y="5390252"/>
                  </a:cubicBezTo>
                  <a:cubicBezTo>
                    <a:pt x="7370204" y="5390252"/>
                    <a:pt x="5111152" y="5390252"/>
                    <a:pt x="2840124" y="5390252"/>
                  </a:cubicBezTo>
                  <a:cubicBezTo>
                    <a:pt x="2840124" y="5480823"/>
                    <a:pt x="2840124" y="5569955"/>
                    <a:pt x="2840124" y="5665781"/>
                  </a:cubicBezTo>
                  <a:cubicBezTo>
                    <a:pt x="2456795" y="5665781"/>
                    <a:pt x="2085351" y="5665781"/>
                    <a:pt x="1703730" y="5665781"/>
                  </a:cubicBezTo>
                  <a:cubicBezTo>
                    <a:pt x="1703730" y="5576739"/>
                    <a:pt x="1703730" y="5487427"/>
                    <a:pt x="1703730" y="5384098"/>
                  </a:cubicBezTo>
                  <a:cubicBezTo>
                    <a:pt x="1659402" y="5384098"/>
                    <a:pt x="1625057" y="5384098"/>
                    <a:pt x="1590700" y="5384098"/>
                  </a:cubicBezTo>
                  <a:cubicBezTo>
                    <a:pt x="1246405" y="5384021"/>
                    <a:pt x="902097" y="5385036"/>
                    <a:pt x="557803" y="5383545"/>
                  </a:cubicBezTo>
                  <a:cubicBezTo>
                    <a:pt x="248019" y="5382209"/>
                    <a:pt x="1414" y="5137261"/>
                    <a:pt x="925" y="4826154"/>
                  </a:cubicBezTo>
                  <a:cubicBezTo>
                    <a:pt x="-411" y="3984896"/>
                    <a:pt x="1041" y="3143637"/>
                    <a:pt x="9611" y="2292305"/>
                  </a:cubicBezTo>
                  <a:lnTo>
                    <a:pt x="29360" y="2283260"/>
                  </a:lnTo>
                  <a:lnTo>
                    <a:pt x="3110" y="2283260"/>
                  </a:lnTo>
                  <a:lnTo>
                    <a:pt x="3110" y="1994536"/>
                  </a:lnTo>
                  <a:lnTo>
                    <a:pt x="4035" y="1994536"/>
                  </a:lnTo>
                  <a:lnTo>
                    <a:pt x="4035" y="1632805"/>
                  </a:lnTo>
                  <a:lnTo>
                    <a:pt x="2120" y="1632805"/>
                  </a:lnTo>
                  <a:lnTo>
                    <a:pt x="2120" y="1311561"/>
                  </a:lnTo>
                  <a:lnTo>
                    <a:pt x="0" y="1311561"/>
                  </a:lnTo>
                  <a:lnTo>
                    <a:pt x="0" y="1105865"/>
                  </a:lnTo>
                  <a:lnTo>
                    <a:pt x="563186" y="1105865"/>
                  </a:lnTo>
                  <a:lnTo>
                    <a:pt x="563186" y="1261772"/>
                  </a:lnTo>
                  <a:lnTo>
                    <a:pt x="563186" y="1311561"/>
                  </a:lnTo>
                  <a:lnTo>
                    <a:pt x="563186" y="1612375"/>
                  </a:lnTo>
                  <a:lnTo>
                    <a:pt x="563520" y="1612375"/>
                  </a:lnTo>
                  <a:lnTo>
                    <a:pt x="563520" y="2012267"/>
                  </a:lnTo>
                  <a:lnTo>
                    <a:pt x="563173" y="2012267"/>
                  </a:lnTo>
                  <a:lnTo>
                    <a:pt x="563173" y="2273559"/>
                  </a:lnTo>
                  <a:lnTo>
                    <a:pt x="564253" y="2273829"/>
                  </a:lnTo>
                  <a:cubicBezTo>
                    <a:pt x="565782" y="3125970"/>
                    <a:pt x="565782" y="3969092"/>
                    <a:pt x="565782" y="4813511"/>
                  </a:cubicBezTo>
                  <a:cubicBezTo>
                    <a:pt x="4353102" y="4813511"/>
                    <a:pt x="8125916" y="4813511"/>
                    <a:pt x="11902481" y="4813511"/>
                  </a:cubicBezTo>
                  <a:cubicBezTo>
                    <a:pt x="11902481" y="3397605"/>
                    <a:pt x="11902481" y="1986852"/>
                    <a:pt x="11902481" y="568351"/>
                  </a:cubicBezTo>
                  <a:cubicBezTo>
                    <a:pt x="11854890" y="568351"/>
                    <a:pt x="11813285" y="568351"/>
                    <a:pt x="11771668" y="568351"/>
                  </a:cubicBezTo>
                  <a:cubicBezTo>
                    <a:pt x="8731464" y="568326"/>
                    <a:pt x="5691260" y="568326"/>
                    <a:pt x="2651055" y="568094"/>
                  </a:cubicBezTo>
                  <a:cubicBezTo>
                    <a:pt x="2566677" y="568094"/>
                    <a:pt x="2482312" y="565679"/>
                    <a:pt x="2397909" y="557160"/>
                  </a:cubicBezTo>
                  <a:lnTo>
                    <a:pt x="2388902" y="530383"/>
                  </a:lnTo>
                  <a:lnTo>
                    <a:pt x="2388902" y="565075"/>
                  </a:lnTo>
                  <a:lnTo>
                    <a:pt x="2058394" y="565075"/>
                  </a:lnTo>
                  <a:lnTo>
                    <a:pt x="2058394" y="566295"/>
                  </a:lnTo>
                  <a:lnTo>
                    <a:pt x="1630839" y="566295"/>
                  </a:lnTo>
                  <a:lnTo>
                    <a:pt x="1630839" y="568030"/>
                  </a:lnTo>
                  <a:lnTo>
                    <a:pt x="1414132" y="568030"/>
                  </a:lnTo>
                  <a:lnTo>
                    <a:pt x="1414132" y="569906"/>
                  </a:lnTo>
                  <a:lnTo>
                    <a:pt x="1104208" y="569906"/>
                  </a:lnTo>
                  <a:lnTo>
                    <a:pt x="1104208" y="5050"/>
                  </a:lnTo>
                  <a:lnTo>
                    <a:pt x="1414132" y="5050"/>
                  </a:lnTo>
                  <a:lnTo>
                    <a:pt x="1414132" y="5230"/>
                  </a:lnTo>
                  <a:lnTo>
                    <a:pt x="1630839" y="5230"/>
                  </a:lnTo>
                  <a:lnTo>
                    <a:pt x="1630839" y="6848"/>
                  </a:lnTo>
                  <a:lnTo>
                    <a:pt x="2028199" y="6848"/>
                  </a:lnTo>
                  <a:lnTo>
                    <a:pt x="2028199" y="5474"/>
                  </a:lnTo>
                  <a:lnTo>
                    <a:pt x="2288129" y="5474"/>
                  </a:lnTo>
                  <a:lnTo>
                    <a:pt x="2348968" y="3469"/>
                  </a:lnTo>
                  <a:cubicBezTo>
                    <a:pt x="5522401" y="3264"/>
                    <a:pt x="8695847" y="5268"/>
                    <a:pt x="11869280" y="0"/>
                  </a:cubicBezTo>
                  <a:close/>
                </a:path>
              </a:pathLst>
            </a:custGeom>
            <a:grpFill/>
            <a:ln w="6350" cap="flat">
              <a:noFill/>
              <a:prstDash val="solid"/>
              <a:miter/>
            </a:ln>
          </p:spPr>
          <p:txBody>
            <a:bodyPr wrap="square" rtlCol="0" anchor="ctr">
              <a:noAutofit/>
            </a:bodyPr>
            <a:lstStyle/>
            <a:p>
              <a:endParaRPr lang="en-US"/>
            </a:p>
          </p:txBody>
        </p:sp>
        <p:sp>
          <p:nvSpPr>
            <p:cNvPr id="1557" name="Freeform: Shape 1556">
              <a:extLst>
                <a:ext uri="{FF2B5EF4-FFF2-40B4-BE49-F238E27FC236}">
                  <a16:creationId xmlns:a16="http://schemas.microsoft.com/office/drawing/2014/main" id="{845F5CC7-3CFC-9A6D-3D10-0B806B9B341D}"/>
                </a:ext>
                <a:ext uri="{C183D7F6-B498-43B3-948B-1728B52AA6E4}">
                  <adec:decorative xmlns:adec="http://schemas.microsoft.com/office/drawing/2017/decorative" val="1"/>
                </a:ext>
              </a:extLst>
            </p:cNvPr>
            <p:cNvSpPr/>
            <p:nvPr/>
          </p:nvSpPr>
          <p:spPr>
            <a:xfrm>
              <a:off x="9070236" y="2998739"/>
              <a:ext cx="602726" cy="194768"/>
            </a:xfrm>
            <a:custGeom>
              <a:avLst/>
              <a:gdLst>
                <a:gd name="connsiteX0" fmla="*/ 9505342 w 10925603"/>
                <a:gd name="connsiteY0" fmla="*/ 3254881 h 3530564"/>
                <a:gd name="connsiteX1" fmla="*/ 10918292 w 10925603"/>
                <a:gd name="connsiteY1" fmla="*/ 3254881 h 3530564"/>
                <a:gd name="connsiteX2" fmla="*/ 10918292 w 10925603"/>
                <a:gd name="connsiteY2" fmla="*/ 3530564 h 3530564"/>
                <a:gd name="connsiteX3" fmla="*/ 9505342 w 10925603"/>
                <a:gd name="connsiteY3" fmla="*/ 3530564 h 3530564"/>
                <a:gd name="connsiteX4" fmla="*/ 9510571 w 10925603"/>
                <a:gd name="connsiteY4" fmla="*/ 2694818 h 3530564"/>
                <a:gd name="connsiteX5" fmla="*/ 10925603 w 10925603"/>
                <a:gd name="connsiteY5" fmla="*/ 2694818 h 3530564"/>
                <a:gd name="connsiteX6" fmla="*/ 10925603 w 10925603"/>
                <a:gd name="connsiteY6" fmla="*/ 2968997 h 3530564"/>
                <a:gd name="connsiteX7" fmla="*/ 9510571 w 10925603"/>
                <a:gd name="connsiteY7" fmla="*/ 2968997 h 3530564"/>
                <a:gd name="connsiteX8" fmla="*/ 4119973 w 10925603"/>
                <a:gd name="connsiteY8" fmla="*/ 2405965 h 3530564"/>
                <a:gd name="connsiteX9" fmla="*/ 4960425 w 10925603"/>
                <a:gd name="connsiteY9" fmla="*/ 2405965 h 3530564"/>
                <a:gd name="connsiteX10" fmla="*/ 4960425 w 10925603"/>
                <a:gd name="connsiteY10" fmla="*/ 2967131 h 3530564"/>
                <a:gd name="connsiteX11" fmla="*/ 4690298 w 10925603"/>
                <a:gd name="connsiteY11" fmla="*/ 2967131 h 3530564"/>
                <a:gd name="connsiteX12" fmla="*/ 4690298 w 10925603"/>
                <a:gd name="connsiteY12" fmla="*/ 3247599 h 3530564"/>
                <a:gd name="connsiteX13" fmla="*/ 4402840 w 10925603"/>
                <a:gd name="connsiteY13" fmla="*/ 3247599 h 3530564"/>
                <a:gd name="connsiteX14" fmla="*/ 4402840 w 10925603"/>
                <a:gd name="connsiteY14" fmla="*/ 2969265 h 3530564"/>
                <a:gd name="connsiteX15" fmla="*/ 4119976 w 10925603"/>
                <a:gd name="connsiteY15" fmla="*/ 2969265 h 3530564"/>
                <a:gd name="connsiteX16" fmla="*/ 4119973 w 10925603"/>
                <a:gd name="connsiteY16" fmla="*/ 2846685 h 3530564"/>
                <a:gd name="connsiteX17" fmla="*/ 4119973 w 10925603"/>
                <a:gd name="connsiteY17" fmla="*/ 2405965 h 3530564"/>
                <a:gd name="connsiteX18" fmla="*/ 6957720 w 10925603"/>
                <a:gd name="connsiteY18" fmla="*/ 2405747 h 3530564"/>
                <a:gd name="connsiteX19" fmla="*/ 7800305 w 10925603"/>
                <a:gd name="connsiteY19" fmla="*/ 2405747 h 3530564"/>
                <a:gd name="connsiteX20" fmla="*/ 7800305 w 10925603"/>
                <a:gd name="connsiteY20" fmla="*/ 2968400 h 3530564"/>
                <a:gd name="connsiteX21" fmla="*/ 7519478 w 10925603"/>
                <a:gd name="connsiteY21" fmla="*/ 2968400 h 3530564"/>
                <a:gd name="connsiteX22" fmla="*/ 7519478 w 10925603"/>
                <a:gd name="connsiteY22" fmla="*/ 3102313 h 3530564"/>
                <a:gd name="connsiteX23" fmla="*/ 7519478 w 10925603"/>
                <a:gd name="connsiteY23" fmla="*/ 3250555 h 3530564"/>
                <a:gd name="connsiteX24" fmla="*/ 7240711 w 10925603"/>
                <a:gd name="connsiteY24" fmla="*/ 3250555 h 3530564"/>
                <a:gd name="connsiteX25" fmla="*/ 7240711 w 10925603"/>
                <a:gd name="connsiteY25" fmla="*/ 2971448 h 3530564"/>
                <a:gd name="connsiteX26" fmla="*/ 6957720 w 10925603"/>
                <a:gd name="connsiteY26" fmla="*/ 2971448 h 3530564"/>
                <a:gd name="connsiteX27" fmla="*/ 6957720 w 10925603"/>
                <a:gd name="connsiteY27" fmla="*/ 2405747 h 3530564"/>
                <a:gd name="connsiteX28" fmla="*/ 6382379 w 10925603"/>
                <a:gd name="connsiteY28" fmla="*/ 2400813 h 3530564"/>
                <a:gd name="connsiteX29" fmla="*/ 6382379 w 10925603"/>
                <a:gd name="connsiteY29" fmla="*/ 2968397 h 3530564"/>
                <a:gd name="connsiteX30" fmla="*/ 6108198 w 10925603"/>
                <a:gd name="connsiteY30" fmla="*/ 2968397 h 3530564"/>
                <a:gd name="connsiteX31" fmla="*/ 6108198 w 10925603"/>
                <a:gd name="connsiteY31" fmla="*/ 3249729 h 3530564"/>
                <a:gd name="connsiteX32" fmla="*/ 5819964 w 10925603"/>
                <a:gd name="connsiteY32" fmla="*/ 3249729 h 3530564"/>
                <a:gd name="connsiteX33" fmla="*/ 5819964 w 10925603"/>
                <a:gd name="connsiteY33" fmla="*/ 2968861 h 3530564"/>
                <a:gd name="connsiteX34" fmla="*/ 5533219 w 10925603"/>
                <a:gd name="connsiteY34" fmla="*/ 2968861 h 3530564"/>
                <a:gd name="connsiteX35" fmla="*/ 5533256 w 10925603"/>
                <a:gd name="connsiteY35" fmla="*/ 2464083 h 3530564"/>
                <a:gd name="connsiteX36" fmla="*/ 5581491 w 10925603"/>
                <a:gd name="connsiteY36" fmla="*/ 2403131 h 3530564"/>
                <a:gd name="connsiteX37" fmla="*/ 6382379 w 10925603"/>
                <a:gd name="connsiteY37" fmla="*/ 2400813 h 3530564"/>
                <a:gd name="connsiteX38" fmla="*/ 2708154 w 10925603"/>
                <a:gd name="connsiteY38" fmla="*/ 2400642 h 3530564"/>
                <a:gd name="connsiteX39" fmla="*/ 2945129 w 10925603"/>
                <a:gd name="connsiteY39" fmla="*/ 2400642 h 3530564"/>
                <a:gd name="connsiteX40" fmla="*/ 3460711 w 10925603"/>
                <a:gd name="connsiteY40" fmla="*/ 2401538 h 3530564"/>
                <a:gd name="connsiteX41" fmla="*/ 3551413 w 10925603"/>
                <a:gd name="connsiteY41" fmla="*/ 2429323 h 3530564"/>
                <a:gd name="connsiteX42" fmla="*/ 3552856 w 10925603"/>
                <a:gd name="connsiteY42" fmla="*/ 2968768 h 3530564"/>
                <a:gd name="connsiteX43" fmla="*/ 3272367 w 10925603"/>
                <a:gd name="connsiteY43" fmla="*/ 2968768 h 3530564"/>
                <a:gd name="connsiteX44" fmla="*/ 3272367 w 10925603"/>
                <a:gd name="connsiteY44" fmla="*/ 3249475 h 3530564"/>
                <a:gd name="connsiteX45" fmla="*/ 2984545 w 10925603"/>
                <a:gd name="connsiteY45" fmla="*/ 3249475 h 3530564"/>
                <a:gd name="connsiteX46" fmla="*/ 2984545 w 10925603"/>
                <a:gd name="connsiteY46" fmla="*/ 2972590 h 3530564"/>
                <a:gd name="connsiteX47" fmla="*/ 2708154 w 10925603"/>
                <a:gd name="connsiteY47" fmla="*/ 2972590 h 3530564"/>
                <a:gd name="connsiteX48" fmla="*/ 2708154 w 10925603"/>
                <a:gd name="connsiteY48" fmla="*/ 2400642 h 3530564"/>
                <a:gd name="connsiteX49" fmla="*/ 9512897 w 10925603"/>
                <a:gd name="connsiteY49" fmla="*/ 2127032 h 3530564"/>
                <a:gd name="connsiteX50" fmla="*/ 10922519 w 10925603"/>
                <a:gd name="connsiteY50" fmla="*/ 2127032 h 3530564"/>
                <a:gd name="connsiteX51" fmla="*/ 10922519 w 10925603"/>
                <a:gd name="connsiteY51" fmla="*/ 2396586 h 3530564"/>
                <a:gd name="connsiteX52" fmla="*/ 9512897 w 10925603"/>
                <a:gd name="connsiteY52" fmla="*/ 2396586 h 3530564"/>
                <a:gd name="connsiteX53" fmla="*/ 0 w 10925603"/>
                <a:gd name="connsiteY53" fmla="*/ 0 h 3530564"/>
                <a:gd name="connsiteX54" fmla="*/ 854004 w 10925603"/>
                <a:gd name="connsiteY54" fmla="*/ 0 h 3530564"/>
                <a:gd name="connsiteX55" fmla="*/ 854004 w 10925603"/>
                <a:gd name="connsiteY55" fmla="*/ 845331 h 3530564"/>
                <a:gd name="connsiteX56" fmla="*/ 0 w 10925603"/>
                <a:gd name="connsiteY56" fmla="*/ 845331 h 3530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925603" h="3530564">
                  <a:moveTo>
                    <a:pt x="9505342" y="3254881"/>
                  </a:moveTo>
                  <a:lnTo>
                    <a:pt x="10918292" y="3254881"/>
                  </a:lnTo>
                  <a:lnTo>
                    <a:pt x="10918292" y="3530564"/>
                  </a:lnTo>
                  <a:lnTo>
                    <a:pt x="9505342" y="3530564"/>
                  </a:lnTo>
                  <a:close/>
                  <a:moveTo>
                    <a:pt x="9510571" y="2694818"/>
                  </a:moveTo>
                  <a:lnTo>
                    <a:pt x="10925603" y="2694818"/>
                  </a:lnTo>
                  <a:lnTo>
                    <a:pt x="10925603" y="2968997"/>
                  </a:lnTo>
                  <a:lnTo>
                    <a:pt x="9510571" y="2968997"/>
                  </a:lnTo>
                  <a:close/>
                  <a:moveTo>
                    <a:pt x="4119973" y="2405965"/>
                  </a:moveTo>
                  <a:cubicBezTo>
                    <a:pt x="4403825" y="2405965"/>
                    <a:pt x="4678234" y="2405965"/>
                    <a:pt x="4960425" y="2405965"/>
                  </a:cubicBezTo>
                  <a:cubicBezTo>
                    <a:pt x="4960425" y="2588751"/>
                    <a:pt x="4960425" y="2771521"/>
                    <a:pt x="4960425" y="2967131"/>
                  </a:cubicBezTo>
                  <a:cubicBezTo>
                    <a:pt x="4874263" y="2967131"/>
                    <a:pt x="4785700" y="2967131"/>
                    <a:pt x="4690298" y="2967131"/>
                  </a:cubicBezTo>
                  <a:cubicBezTo>
                    <a:pt x="4690298" y="3066299"/>
                    <a:pt x="4690298" y="3152940"/>
                    <a:pt x="4690298" y="3247599"/>
                  </a:cubicBezTo>
                  <a:cubicBezTo>
                    <a:pt x="4594463" y="3247599"/>
                    <a:pt x="4505526" y="3247599"/>
                    <a:pt x="4402840" y="3247599"/>
                  </a:cubicBezTo>
                  <a:cubicBezTo>
                    <a:pt x="4402840" y="3161280"/>
                    <a:pt x="4402840" y="3069826"/>
                    <a:pt x="4402840" y="2969265"/>
                  </a:cubicBezTo>
                  <a:cubicBezTo>
                    <a:pt x="4303591" y="2969265"/>
                    <a:pt x="4217395" y="2969265"/>
                    <a:pt x="4119976" y="2969265"/>
                  </a:cubicBezTo>
                  <a:cubicBezTo>
                    <a:pt x="4119976" y="2925416"/>
                    <a:pt x="4119976" y="2890856"/>
                    <a:pt x="4119973" y="2846685"/>
                  </a:cubicBezTo>
                  <a:cubicBezTo>
                    <a:pt x="4119973" y="2695086"/>
                    <a:pt x="4119973" y="2553101"/>
                    <a:pt x="4119973" y="2405965"/>
                  </a:cubicBezTo>
                  <a:close/>
                  <a:moveTo>
                    <a:pt x="6957720" y="2405747"/>
                  </a:moveTo>
                  <a:cubicBezTo>
                    <a:pt x="7239106" y="2405747"/>
                    <a:pt x="7516593" y="2405747"/>
                    <a:pt x="7800305" y="2405747"/>
                  </a:cubicBezTo>
                  <a:cubicBezTo>
                    <a:pt x="7800305" y="2591487"/>
                    <a:pt x="7800305" y="2774446"/>
                    <a:pt x="7800305" y="2968400"/>
                  </a:cubicBezTo>
                  <a:cubicBezTo>
                    <a:pt x="7708185" y="2968400"/>
                    <a:pt x="7619015" y="2968400"/>
                    <a:pt x="7519478" y="2968400"/>
                  </a:cubicBezTo>
                  <a:cubicBezTo>
                    <a:pt x="7519478" y="3017151"/>
                    <a:pt x="7519478" y="3055103"/>
                    <a:pt x="7519478" y="3102313"/>
                  </a:cubicBezTo>
                  <a:cubicBezTo>
                    <a:pt x="7519478" y="3156224"/>
                    <a:pt x="7519478" y="3200874"/>
                    <a:pt x="7519478" y="3250555"/>
                  </a:cubicBezTo>
                  <a:cubicBezTo>
                    <a:pt x="7424556" y="3250555"/>
                    <a:pt x="7338513" y="3250555"/>
                    <a:pt x="7240711" y="3250555"/>
                  </a:cubicBezTo>
                  <a:cubicBezTo>
                    <a:pt x="7240711" y="3160040"/>
                    <a:pt x="7240711" y="3071071"/>
                    <a:pt x="7240711" y="2971448"/>
                  </a:cubicBezTo>
                  <a:cubicBezTo>
                    <a:pt x="7140622" y="2971448"/>
                    <a:pt x="7051624" y="2971448"/>
                    <a:pt x="6957720" y="2971448"/>
                  </a:cubicBezTo>
                  <a:cubicBezTo>
                    <a:pt x="6957720" y="2777221"/>
                    <a:pt x="6957720" y="2594047"/>
                    <a:pt x="6957720" y="2405747"/>
                  </a:cubicBezTo>
                  <a:close/>
                  <a:moveTo>
                    <a:pt x="6382379" y="2400813"/>
                  </a:moveTo>
                  <a:cubicBezTo>
                    <a:pt x="6382379" y="2592817"/>
                    <a:pt x="6382379" y="2775978"/>
                    <a:pt x="6382379" y="2968397"/>
                  </a:cubicBezTo>
                  <a:cubicBezTo>
                    <a:pt x="6292279" y="2968397"/>
                    <a:pt x="6206012" y="2968397"/>
                    <a:pt x="6108198" y="2968397"/>
                  </a:cubicBezTo>
                  <a:cubicBezTo>
                    <a:pt x="6108198" y="3066099"/>
                    <a:pt x="6108198" y="3155058"/>
                    <a:pt x="6108198" y="3249729"/>
                  </a:cubicBezTo>
                  <a:cubicBezTo>
                    <a:pt x="6007643" y="3249729"/>
                    <a:pt x="5918976" y="3249729"/>
                    <a:pt x="5819964" y="3249729"/>
                  </a:cubicBezTo>
                  <a:cubicBezTo>
                    <a:pt x="5819964" y="3158011"/>
                    <a:pt x="5819964" y="3068797"/>
                    <a:pt x="5819964" y="2968861"/>
                  </a:cubicBezTo>
                  <a:cubicBezTo>
                    <a:pt x="5721023" y="2968861"/>
                    <a:pt x="5631890" y="2968861"/>
                    <a:pt x="5533219" y="2968861"/>
                  </a:cubicBezTo>
                  <a:cubicBezTo>
                    <a:pt x="5533219" y="2796268"/>
                    <a:pt x="5533219" y="2634729"/>
                    <a:pt x="5533256" y="2464083"/>
                  </a:cubicBezTo>
                  <a:cubicBezTo>
                    <a:pt x="5549350" y="2436917"/>
                    <a:pt x="5565213" y="2403333"/>
                    <a:pt x="5581491" y="2403131"/>
                  </a:cubicBezTo>
                  <a:cubicBezTo>
                    <a:pt x="5846786" y="2399861"/>
                    <a:pt x="6112133" y="2400813"/>
                    <a:pt x="6382379" y="2400813"/>
                  </a:cubicBezTo>
                  <a:close/>
                  <a:moveTo>
                    <a:pt x="2708154" y="2400642"/>
                  </a:moveTo>
                  <a:cubicBezTo>
                    <a:pt x="2785758" y="2400642"/>
                    <a:pt x="2865443" y="2400642"/>
                    <a:pt x="2945129" y="2400642"/>
                  </a:cubicBezTo>
                  <a:cubicBezTo>
                    <a:pt x="3116993" y="2400642"/>
                    <a:pt x="3288866" y="2399702"/>
                    <a:pt x="3460711" y="2401538"/>
                  </a:cubicBezTo>
                  <a:cubicBezTo>
                    <a:pt x="3490529" y="2401854"/>
                    <a:pt x="3520220" y="2413899"/>
                    <a:pt x="3551413" y="2429323"/>
                  </a:cubicBezTo>
                  <a:cubicBezTo>
                    <a:pt x="3552856" y="2612382"/>
                    <a:pt x="3552856" y="2786643"/>
                    <a:pt x="3552856" y="2968768"/>
                  </a:cubicBezTo>
                  <a:cubicBezTo>
                    <a:pt x="3455232" y="2968768"/>
                    <a:pt x="3368696" y="2968768"/>
                    <a:pt x="3272367" y="2968768"/>
                  </a:cubicBezTo>
                  <a:cubicBezTo>
                    <a:pt x="3272367" y="3065321"/>
                    <a:pt x="3272367" y="3154393"/>
                    <a:pt x="3272367" y="3249475"/>
                  </a:cubicBezTo>
                  <a:cubicBezTo>
                    <a:pt x="3173537" y="3249475"/>
                    <a:pt x="3084526" y="3249475"/>
                    <a:pt x="2984545" y="3249475"/>
                  </a:cubicBezTo>
                  <a:cubicBezTo>
                    <a:pt x="2984545" y="3159749"/>
                    <a:pt x="2984545" y="3070435"/>
                    <a:pt x="2984545" y="2972590"/>
                  </a:cubicBezTo>
                  <a:cubicBezTo>
                    <a:pt x="2887578" y="2972590"/>
                    <a:pt x="2801250" y="2972590"/>
                    <a:pt x="2708154" y="2972590"/>
                  </a:cubicBezTo>
                  <a:cubicBezTo>
                    <a:pt x="2708154" y="2780891"/>
                    <a:pt x="2708154" y="2597676"/>
                    <a:pt x="2708154" y="2400642"/>
                  </a:cubicBezTo>
                  <a:close/>
                  <a:moveTo>
                    <a:pt x="9512897" y="2127032"/>
                  </a:moveTo>
                  <a:lnTo>
                    <a:pt x="10922519" y="2127032"/>
                  </a:lnTo>
                  <a:lnTo>
                    <a:pt x="10922519" y="2396586"/>
                  </a:lnTo>
                  <a:lnTo>
                    <a:pt x="9512897" y="2396586"/>
                  </a:lnTo>
                  <a:close/>
                  <a:moveTo>
                    <a:pt x="0" y="0"/>
                  </a:moveTo>
                  <a:lnTo>
                    <a:pt x="854004" y="0"/>
                  </a:lnTo>
                  <a:lnTo>
                    <a:pt x="854004" y="845331"/>
                  </a:lnTo>
                  <a:lnTo>
                    <a:pt x="0" y="845331"/>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71" name="Group 70">
            <a:extLst>
              <a:ext uri="{FF2B5EF4-FFF2-40B4-BE49-F238E27FC236}">
                <a16:creationId xmlns:a16="http://schemas.microsoft.com/office/drawing/2014/main" id="{9423090A-33D3-785F-C79A-7C82E57EC512}"/>
              </a:ext>
              <a:ext uri="{C183D7F6-B498-43B3-948B-1728B52AA6E4}">
                <adec:decorative xmlns:adec="http://schemas.microsoft.com/office/drawing/2017/decorative" val="1"/>
              </a:ext>
            </a:extLst>
          </p:cNvPr>
          <p:cNvGrpSpPr>
            <a:grpSpLocks noChangeAspect="1"/>
          </p:cNvGrpSpPr>
          <p:nvPr/>
        </p:nvGrpSpPr>
        <p:grpSpPr>
          <a:xfrm>
            <a:off x="9955982" y="2930159"/>
            <a:ext cx="296080" cy="457200"/>
            <a:chOff x="9955982" y="2930159"/>
            <a:chExt cx="296080" cy="457200"/>
          </a:xfrm>
          <a:solidFill>
            <a:schemeClr val="accent2"/>
          </a:solidFill>
        </p:grpSpPr>
        <p:sp>
          <p:nvSpPr>
            <p:cNvPr id="1597" name="Freeform: Shape 1596">
              <a:extLst>
                <a:ext uri="{FF2B5EF4-FFF2-40B4-BE49-F238E27FC236}">
                  <a16:creationId xmlns:a16="http://schemas.microsoft.com/office/drawing/2014/main" id="{144E6805-2394-BD6C-4BBC-A78EE408635D}"/>
                </a:ext>
                <a:ext uri="{C183D7F6-B498-43B3-948B-1728B52AA6E4}">
                  <adec:decorative xmlns:adec="http://schemas.microsoft.com/office/drawing/2017/decorative" val="1"/>
                </a:ext>
              </a:extLst>
            </p:cNvPr>
            <p:cNvSpPr/>
            <p:nvPr/>
          </p:nvSpPr>
          <p:spPr>
            <a:xfrm>
              <a:off x="9959676" y="2937148"/>
              <a:ext cx="292386" cy="450211"/>
            </a:xfrm>
            <a:custGeom>
              <a:avLst/>
              <a:gdLst>
                <a:gd name="connsiteX0" fmla="*/ 3926 w 4385789"/>
                <a:gd name="connsiteY0" fmla="*/ 852094 h 6753170"/>
                <a:gd name="connsiteX1" fmla="*/ 440765 w 4385789"/>
                <a:gd name="connsiteY1" fmla="*/ 852094 h 6753170"/>
                <a:gd name="connsiteX2" fmla="*/ 440765 w 4385789"/>
                <a:gd name="connsiteY2" fmla="*/ 4233510 h 6753170"/>
                <a:gd name="connsiteX3" fmla="*/ 440765 w 4385789"/>
                <a:gd name="connsiteY3" fmla="*/ 5371186 h 6753170"/>
                <a:gd name="connsiteX4" fmla="*/ 440765 w 4385789"/>
                <a:gd name="connsiteY4" fmla="*/ 6335332 h 6753170"/>
                <a:gd name="connsiteX5" fmla="*/ 4385770 w 4385789"/>
                <a:gd name="connsiteY5" fmla="*/ 6335332 h 6753170"/>
                <a:gd name="connsiteX6" fmla="*/ 4385770 w 4385789"/>
                <a:gd name="connsiteY6" fmla="*/ 6753170 h 6753170"/>
                <a:gd name="connsiteX7" fmla="*/ 208919 w 4385789"/>
                <a:gd name="connsiteY7" fmla="*/ 6753170 h 6753170"/>
                <a:gd name="connsiteX8" fmla="*/ 0 w 4385789"/>
                <a:gd name="connsiteY8" fmla="*/ 6544251 h 6753170"/>
                <a:gd name="connsiteX9" fmla="*/ 0 w 4385789"/>
                <a:gd name="connsiteY9" fmla="*/ 6335332 h 6753170"/>
                <a:gd name="connsiteX10" fmla="*/ 2579 w 4385789"/>
                <a:gd name="connsiteY10" fmla="*/ 6335332 h 6753170"/>
                <a:gd name="connsiteX11" fmla="*/ 2579 w 4385789"/>
                <a:gd name="connsiteY11" fmla="*/ 4233510 h 6753170"/>
                <a:gd name="connsiteX12" fmla="*/ 3926 w 4385789"/>
                <a:gd name="connsiteY12" fmla="*/ 4233510 h 6753170"/>
                <a:gd name="connsiteX13" fmla="*/ 1610830 w 4385789"/>
                <a:gd name="connsiteY13" fmla="*/ 0 h 6753170"/>
                <a:gd name="connsiteX14" fmla="*/ 4176863 w 4385789"/>
                <a:gd name="connsiteY14" fmla="*/ 0 h 6753170"/>
                <a:gd name="connsiteX15" fmla="*/ 4385784 w 4385789"/>
                <a:gd name="connsiteY15" fmla="*/ 208919 h 6753170"/>
                <a:gd name="connsiteX16" fmla="*/ 4385784 w 4385789"/>
                <a:gd name="connsiteY16" fmla="*/ 396416 h 6753170"/>
                <a:gd name="connsiteX17" fmla="*/ 4385789 w 4385789"/>
                <a:gd name="connsiteY17" fmla="*/ 396416 h 6753170"/>
                <a:gd name="connsiteX18" fmla="*/ 4385789 w 4385789"/>
                <a:gd name="connsiteY18" fmla="*/ 6335322 h 6753170"/>
                <a:gd name="connsiteX19" fmla="*/ 3947603 w 4385789"/>
                <a:gd name="connsiteY19" fmla="*/ 6335322 h 6753170"/>
                <a:gd name="connsiteX20" fmla="*/ 3947603 w 4385789"/>
                <a:gd name="connsiteY20" fmla="*/ 417838 h 6753170"/>
                <a:gd name="connsiteX21" fmla="*/ 1782416 w 4385789"/>
                <a:gd name="connsiteY21" fmla="*/ 417838 h 6753170"/>
                <a:gd name="connsiteX22" fmla="*/ 1782416 w 4385789"/>
                <a:gd name="connsiteY22" fmla="*/ 417843 h 6753170"/>
                <a:gd name="connsiteX23" fmla="*/ 878598 w 4385789"/>
                <a:gd name="connsiteY23" fmla="*/ 417843 h 6753170"/>
                <a:gd name="connsiteX24" fmla="*/ 878598 w 4385789"/>
                <a:gd name="connsiteY24" fmla="*/ 5 h 6753170"/>
                <a:gd name="connsiteX25" fmla="*/ 1610830 w 4385789"/>
                <a:gd name="connsiteY25" fmla="*/ 5 h 675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385789" h="6753170">
                  <a:moveTo>
                    <a:pt x="3926" y="852094"/>
                  </a:moveTo>
                  <a:lnTo>
                    <a:pt x="440765" y="852094"/>
                  </a:lnTo>
                  <a:lnTo>
                    <a:pt x="440765" y="4233510"/>
                  </a:lnTo>
                  <a:lnTo>
                    <a:pt x="440765" y="5371186"/>
                  </a:lnTo>
                  <a:lnTo>
                    <a:pt x="440765" y="6335332"/>
                  </a:lnTo>
                  <a:lnTo>
                    <a:pt x="4385770" y="6335332"/>
                  </a:lnTo>
                  <a:lnTo>
                    <a:pt x="4385770" y="6753170"/>
                  </a:lnTo>
                  <a:lnTo>
                    <a:pt x="208919" y="6753170"/>
                  </a:lnTo>
                  <a:cubicBezTo>
                    <a:pt x="93536" y="6753170"/>
                    <a:pt x="0" y="6659634"/>
                    <a:pt x="0" y="6544251"/>
                  </a:cubicBezTo>
                  <a:lnTo>
                    <a:pt x="0" y="6335332"/>
                  </a:lnTo>
                  <a:lnTo>
                    <a:pt x="2579" y="6335332"/>
                  </a:lnTo>
                  <a:lnTo>
                    <a:pt x="2579" y="4233510"/>
                  </a:lnTo>
                  <a:lnTo>
                    <a:pt x="3926" y="4233510"/>
                  </a:lnTo>
                  <a:close/>
                  <a:moveTo>
                    <a:pt x="1610830" y="0"/>
                  </a:moveTo>
                  <a:lnTo>
                    <a:pt x="4176863" y="0"/>
                  </a:lnTo>
                  <a:cubicBezTo>
                    <a:pt x="4292247" y="0"/>
                    <a:pt x="4385784" y="93537"/>
                    <a:pt x="4385784" y="208919"/>
                  </a:cubicBezTo>
                  <a:lnTo>
                    <a:pt x="4385784" y="396416"/>
                  </a:lnTo>
                  <a:lnTo>
                    <a:pt x="4385789" y="396416"/>
                  </a:lnTo>
                  <a:lnTo>
                    <a:pt x="4385789" y="6335322"/>
                  </a:lnTo>
                  <a:lnTo>
                    <a:pt x="3947603" y="6335322"/>
                  </a:lnTo>
                  <a:lnTo>
                    <a:pt x="3947603" y="417838"/>
                  </a:lnTo>
                  <a:lnTo>
                    <a:pt x="1782416" y="417838"/>
                  </a:lnTo>
                  <a:lnTo>
                    <a:pt x="1782416" y="417843"/>
                  </a:lnTo>
                  <a:lnTo>
                    <a:pt x="878598" y="417843"/>
                  </a:lnTo>
                  <a:lnTo>
                    <a:pt x="878598" y="5"/>
                  </a:lnTo>
                  <a:lnTo>
                    <a:pt x="1610830" y="5"/>
                  </a:lnTo>
                  <a:close/>
                </a:path>
              </a:pathLst>
            </a:custGeom>
            <a:grp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598" name="Freeform: Shape 1597">
              <a:extLst>
                <a:ext uri="{FF2B5EF4-FFF2-40B4-BE49-F238E27FC236}">
                  <a16:creationId xmlns:a16="http://schemas.microsoft.com/office/drawing/2014/main" id="{2456E129-F6FA-6307-D49F-1E81A227D807}"/>
                </a:ext>
                <a:ext uri="{C183D7F6-B498-43B3-948B-1728B52AA6E4}">
                  <adec:decorative xmlns:adec="http://schemas.microsoft.com/office/drawing/2017/decorative" val="1"/>
                </a:ext>
              </a:extLst>
            </p:cNvPr>
            <p:cNvSpPr/>
            <p:nvPr/>
          </p:nvSpPr>
          <p:spPr>
            <a:xfrm>
              <a:off x="9955982" y="2930159"/>
              <a:ext cx="238166" cy="399881"/>
            </a:xfrm>
            <a:custGeom>
              <a:avLst/>
              <a:gdLst>
                <a:gd name="connsiteX0" fmla="*/ 2896922 w 3572495"/>
                <a:gd name="connsiteY0" fmla="*/ 4696286 h 5998219"/>
                <a:gd name="connsiteX1" fmla="*/ 3349250 w 3572495"/>
                <a:gd name="connsiteY1" fmla="*/ 4696286 h 5998219"/>
                <a:gd name="connsiteX2" fmla="*/ 3349250 w 3572495"/>
                <a:gd name="connsiteY2" fmla="*/ 4906649 h 5998219"/>
                <a:gd name="connsiteX3" fmla="*/ 3572495 w 3572495"/>
                <a:gd name="connsiteY3" fmla="*/ 4906649 h 5998219"/>
                <a:gd name="connsiteX4" fmla="*/ 3572495 w 3572495"/>
                <a:gd name="connsiteY4" fmla="*/ 5779020 h 5998219"/>
                <a:gd name="connsiteX5" fmla="*/ 3349250 w 3572495"/>
                <a:gd name="connsiteY5" fmla="*/ 5779020 h 5998219"/>
                <a:gd name="connsiteX6" fmla="*/ 3349250 w 3572495"/>
                <a:gd name="connsiteY6" fmla="*/ 5998219 h 5998219"/>
                <a:gd name="connsiteX7" fmla="*/ 2896922 w 3572495"/>
                <a:gd name="connsiteY7" fmla="*/ 5998219 h 5998219"/>
                <a:gd name="connsiteX8" fmla="*/ 2896922 w 3572495"/>
                <a:gd name="connsiteY8" fmla="*/ 5779020 h 5998219"/>
                <a:gd name="connsiteX9" fmla="*/ 2677831 w 3572495"/>
                <a:gd name="connsiteY9" fmla="*/ 5779020 h 5998219"/>
                <a:gd name="connsiteX10" fmla="*/ 2677831 w 3572495"/>
                <a:gd name="connsiteY10" fmla="*/ 4906649 h 5998219"/>
                <a:gd name="connsiteX11" fmla="*/ 2896922 w 3572495"/>
                <a:gd name="connsiteY11" fmla="*/ 4906649 h 5998219"/>
                <a:gd name="connsiteX12" fmla="*/ 936246 w 3572495"/>
                <a:gd name="connsiteY12" fmla="*/ 4691866 h 5998219"/>
                <a:gd name="connsiteX13" fmla="*/ 2251411 w 3572495"/>
                <a:gd name="connsiteY13" fmla="*/ 4691866 h 5998219"/>
                <a:gd name="connsiteX14" fmla="*/ 2251411 w 3572495"/>
                <a:gd name="connsiteY14" fmla="*/ 4904431 h 5998219"/>
                <a:gd name="connsiteX15" fmla="*/ 1813017 w 3572495"/>
                <a:gd name="connsiteY15" fmla="*/ 4904431 h 5998219"/>
                <a:gd name="connsiteX16" fmla="*/ 1813017 w 3572495"/>
                <a:gd name="connsiteY16" fmla="*/ 5117012 h 5998219"/>
                <a:gd name="connsiteX17" fmla="*/ 2235237 w 3572495"/>
                <a:gd name="connsiteY17" fmla="*/ 5117012 h 5998219"/>
                <a:gd name="connsiteX18" fmla="*/ 2235237 w 3572495"/>
                <a:gd name="connsiteY18" fmla="*/ 5555405 h 5998219"/>
                <a:gd name="connsiteX19" fmla="*/ 1813017 w 3572495"/>
                <a:gd name="connsiteY19" fmla="*/ 5555405 h 5998219"/>
                <a:gd name="connsiteX20" fmla="*/ 1813017 w 3572495"/>
                <a:gd name="connsiteY20" fmla="*/ 5776810 h 5998219"/>
                <a:gd name="connsiteX21" fmla="*/ 2251411 w 3572495"/>
                <a:gd name="connsiteY21" fmla="*/ 5776810 h 5998219"/>
                <a:gd name="connsiteX22" fmla="*/ 2251411 w 3572495"/>
                <a:gd name="connsiteY22" fmla="*/ 5998219 h 5998219"/>
                <a:gd name="connsiteX23" fmla="*/ 936246 w 3572495"/>
                <a:gd name="connsiteY23" fmla="*/ 5998219 h 5998219"/>
                <a:gd name="connsiteX24" fmla="*/ 936246 w 3572495"/>
                <a:gd name="connsiteY24" fmla="*/ 5776810 h 5998219"/>
                <a:gd name="connsiteX25" fmla="*/ 1374640 w 3572495"/>
                <a:gd name="connsiteY25" fmla="*/ 5776810 h 5998219"/>
                <a:gd name="connsiteX26" fmla="*/ 1374640 w 3572495"/>
                <a:gd name="connsiteY26" fmla="*/ 5555405 h 5998219"/>
                <a:gd name="connsiteX27" fmla="*/ 936242 w 3572495"/>
                <a:gd name="connsiteY27" fmla="*/ 5555405 h 5998219"/>
                <a:gd name="connsiteX28" fmla="*/ 936242 w 3572495"/>
                <a:gd name="connsiteY28" fmla="*/ 5117012 h 5998219"/>
                <a:gd name="connsiteX29" fmla="*/ 1374640 w 3572495"/>
                <a:gd name="connsiteY29" fmla="*/ 5117012 h 5998219"/>
                <a:gd name="connsiteX30" fmla="*/ 1374640 w 3572495"/>
                <a:gd name="connsiteY30" fmla="*/ 4904431 h 5998219"/>
                <a:gd name="connsiteX31" fmla="*/ 936246 w 3572495"/>
                <a:gd name="connsiteY31" fmla="*/ 4904431 h 5998219"/>
                <a:gd name="connsiteX32" fmla="*/ 2892766 w 3572495"/>
                <a:gd name="connsiteY32" fmla="*/ 3161894 h 5998219"/>
                <a:gd name="connsiteX33" fmla="*/ 3345094 w 3572495"/>
                <a:gd name="connsiteY33" fmla="*/ 3161894 h 5998219"/>
                <a:gd name="connsiteX34" fmla="*/ 3345094 w 3572495"/>
                <a:gd name="connsiteY34" fmla="*/ 3372257 h 5998219"/>
                <a:gd name="connsiteX35" fmla="*/ 3568339 w 3572495"/>
                <a:gd name="connsiteY35" fmla="*/ 3372257 h 5998219"/>
                <a:gd name="connsiteX36" fmla="*/ 3568339 w 3572495"/>
                <a:gd name="connsiteY36" fmla="*/ 4244628 h 5998219"/>
                <a:gd name="connsiteX37" fmla="*/ 3345094 w 3572495"/>
                <a:gd name="connsiteY37" fmla="*/ 4244628 h 5998219"/>
                <a:gd name="connsiteX38" fmla="*/ 3345094 w 3572495"/>
                <a:gd name="connsiteY38" fmla="*/ 4463827 h 5998219"/>
                <a:gd name="connsiteX39" fmla="*/ 2892766 w 3572495"/>
                <a:gd name="connsiteY39" fmla="*/ 4463827 h 5998219"/>
                <a:gd name="connsiteX40" fmla="*/ 2892766 w 3572495"/>
                <a:gd name="connsiteY40" fmla="*/ 4244628 h 5998219"/>
                <a:gd name="connsiteX41" fmla="*/ 2673675 w 3572495"/>
                <a:gd name="connsiteY41" fmla="*/ 4244628 h 5998219"/>
                <a:gd name="connsiteX42" fmla="*/ 2673675 w 3572495"/>
                <a:gd name="connsiteY42" fmla="*/ 3372257 h 5998219"/>
                <a:gd name="connsiteX43" fmla="*/ 2892766 w 3572495"/>
                <a:gd name="connsiteY43" fmla="*/ 3372257 h 5998219"/>
                <a:gd name="connsiteX44" fmla="*/ 936247 w 3572495"/>
                <a:gd name="connsiteY44" fmla="*/ 3161894 h 5998219"/>
                <a:gd name="connsiteX45" fmla="*/ 2251412 w 3572495"/>
                <a:gd name="connsiteY45" fmla="*/ 3161894 h 5998219"/>
                <a:gd name="connsiteX46" fmla="*/ 2251412 w 3572495"/>
                <a:gd name="connsiteY46" fmla="*/ 3374458 h 5998219"/>
                <a:gd name="connsiteX47" fmla="*/ 1813018 w 3572495"/>
                <a:gd name="connsiteY47" fmla="*/ 3374458 h 5998219"/>
                <a:gd name="connsiteX48" fmla="*/ 1813018 w 3572495"/>
                <a:gd name="connsiteY48" fmla="*/ 3587040 h 5998219"/>
                <a:gd name="connsiteX49" fmla="*/ 2235237 w 3572495"/>
                <a:gd name="connsiteY49" fmla="*/ 3587040 h 5998219"/>
                <a:gd name="connsiteX50" fmla="*/ 2235237 w 3572495"/>
                <a:gd name="connsiteY50" fmla="*/ 4025433 h 5998219"/>
                <a:gd name="connsiteX51" fmla="*/ 1813018 w 3572495"/>
                <a:gd name="connsiteY51" fmla="*/ 4025433 h 5998219"/>
                <a:gd name="connsiteX52" fmla="*/ 1813018 w 3572495"/>
                <a:gd name="connsiteY52" fmla="*/ 4246838 h 5998219"/>
                <a:gd name="connsiteX53" fmla="*/ 2251412 w 3572495"/>
                <a:gd name="connsiteY53" fmla="*/ 4246838 h 5998219"/>
                <a:gd name="connsiteX54" fmla="*/ 2251412 w 3572495"/>
                <a:gd name="connsiteY54" fmla="*/ 4468247 h 5998219"/>
                <a:gd name="connsiteX55" fmla="*/ 936247 w 3572495"/>
                <a:gd name="connsiteY55" fmla="*/ 4468247 h 5998219"/>
                <a:gd name="connsiteX56" fmla="*/ 936247 w 3572495"/>
                <a:gd name="connsiteY56" fmla="*/ 4246838 h 5998219"/>
                <a:gd name="connsiteX57" fmla="*/ 1374641 w 3572495"/>
                <a:gd name="connsiteY57" fmla="*/ 4246838 h 5998219"/>
                <a:gd name="connsiteX58" fmla="*/ 1374641 w 3572495"/>
                <a:gd name="connsiteY58" fmla="*/ 4025433 h 5998219"/>
                <a:gd name="connsiteX59" fmla="*/ 936242 w 3572495"/>
                <a:gd name="connsiteY59" fmla="*/ 4025433 h 5998219"/>
                <a:gd name="connsiteX60" fmla="*/ 936242 w 3572495"/>
                <a:gd name="connsiteY60" fmla="*/ 3587040 h 5998219"/>
                <a:gd name="connsiteX61" fmla="*/ 1374641 w 3572495"/>
                <a:gd name="connsiteY61" fmla="*/ 3587040 h 5998219"/>
                <a:gd name="connsiteX62" fmla="*/ 1374641 w 3572495"/>
                <a:gd name="connsiteY62" fmla="*/ 3374458 h 5998219"/>
                <a:gd name="connsiteX63" fmla="*/ 936247 w 3572495"/>
                <a:gd name="connsiteY63" fmla="*/ 3374458 h 5998219"/>
                <a:gd name="connsiteX64" fmla="*/ 1810782 w 3572495"/>
                <a:gd name="connsiteY64" fmla="*/ 2282788 h 5998219"/>
                <a:gd name="connsiteX65" fmla="*/ 2249180 w 3572495"/>
                <a:gd name="connsiteY65" fmla="*/ 2282788 h 5998219"/>
                <a:gd name="connsiteX66" fmla="*/ 2249180 w 3572495"/>
                <a:gd name="connsiteY66" fmla="*/ 2501983 h 5998219"/>
                <a:gd name="connsiteX67" fmla="*/ 1810782 w 3572495"/>
                <a:gd name="connsiteY67" fmla="*/ 2501983 h 5998219"/>
                <a:gd name="connsiteX68" fmla="*/ 2677831 w 3572495"/>
                <a:gd name="connsiteY68" fmla="*/ 1833584 h 5998219"/>
                <a:gd name="connsiteX69" fmla="*/ 3568340 w 3572495"/>
                <a:gd name="connsiteY69" fmla="*/ 1833584 h 5998219"/>
                <a:gd name="connsiteX70" fmla="*/ 3568340 w 3572495"/>
                <a:gd name="connsiteY70" fmla="*/ 2933863 h 5998219"/>
                <a:gd name="connsiteX71" fmla="*/ 2677831 w 3572495"/>
                <a:gd name="connsiteY71" fmla="*/ 2933863 h 5998219"/>
                <a:gd name="connsiteX72" fmla="*/ 1810782 w 3572495"/>
                <a:gd name="connsiteY72" fmla="*/ 1829025 h 5998219"/>
                <a:gd name="connsiteX73" fmla="*/ 2249180 w 3572495"/>
                <a:gd name="connsiteY73" fmla="*/ 1829025 h 5998219"/>
                <a:gd name="connsiteX74" fmla="*/ 2249180 w 3572495"/>
                <a:gd name="connsiteY74" fmla="*/ 2048220 h 5998219"/>
                <a:gd name="connsiteX75" fmla="*/ 1810782 w 3572495"/>
                <a:gd name="connsiteY75" fmla="*/ 2048220 h 5998219"/>
                <a:gd name="connsiteX76" fmla="*/ 1810782 w 3572495"/>
                <a:gd name="connsiteY76" fmla="*/ 1395052 h 5998219"/>
                <a:gd name="connsiteX77" fmla="*/ 2249180 w 3572495"/>
                <a:gd name="connsiteY77" fmla="*/ 1395052 h 5998219"/>
                <a:gd name="connsiteX78" fmla="*/ 2249180 w 3572495"/>
                <a:gd name="connsiteY78" fmla="*/ 1614248 h 5998219"/>
                <a:gd name="connsiteX79" fmla="*/ 1810782 w 3572495"/>
                <a:gd name="connsiteY79" fmla="*/ 1614248 h 5998219"/>
                <a:gd name="connsiteX80" fmla="*/ 2687605 w 3572495"/>
                <a:gd name="connsiteY80" fmla="*/ 1391027 h 5998219"/>
                <a:gd name="connsiteX81" fmla="*/ 3564185 w 3572495"/>
                <a:gd name="connsiteY81" fmla="*/ 1391027 h 5998219"/>
                <a:gd name="connsiteX82" fmla="*/ 3564185 w 3572495"/>
                <a:gd name="connsiteY82" fmla="*/ 1614369 h 5998219"/>
                <a:gd name="connsiteX83" fmla="*/ 2687605 w 3572495"/>
                <a:gd name="connsiteY83" fmla="*/ 1614369 h 5998219"/>
                <a:gd name="connsiteX84" fmla="*/ 2687605 w 3572495"/>
                <a:gd name="connsiteY84" fmla="*/ 956924 h 5998219"/>
                <a:gd name="connsiteX85" fmla="*/ 3564185 w 3572495"/>
                <a:gd name="connsiteY85" fmla="*/ 956924 h 5998219"/>
                <a:gd name="connsiteX86" fmla="*/ 3564185 w 3572495"/>
                <a:gd name="connsiteY86" fmla="*/ 1180265 h 5998219"/>
                <a:gd name="connsiteX87" fmla="*/ 2687605 w 3572495"/>
                <a:gd name="connsiteY87" fmla="*/ 1180265 h 5998219"/>
                <a:gd name="connsiteX88" fmla="*/ 934015 w 3572495"/>
                <a:gd name="connsiteY88" fmla="*/ 956924 h 5998219"/>
                <a:gd name="connsiteX89" fmla="*/ 2249180 w 3572495"/>
                <a:gd name="connsiteY89" fmla="*/ 956924 h 5998219"/>
                <a:gd name="connsiteX90" fmla="*/ 2249180 w 3572495"/>
                <a:gd name="connsiteY90" fmla="*/ 1180265 h 5998219"/>
                <a:gd name="connsiteX91" fmla="*/ 1810782 w 3572495"/>
                <a:gd name="connsiteY91" fmla="*/ 1180265 h 5998219"/>
                <a:gd name="connsiteX92" fmla="*/ 1810782 w 3572495"/>
                <a:gd name="connsiteY92" fmla="*/ 2714656 h 5998219"/>
                <a:gd name="connsiteX93" fmla="*/ 2249180 w 3572495"/>
                <a:gd name="connsiteY93" fmla="*/ 2714656 h 5998219"/>
                <a:gd name="connsiteX94" fmla="*/ 2249180 w 3572495"/>
                <a:gd name="connsiteY94" fmla="*/ 2929573 h 5998219"/>
                <a:gd name="connsiteX95" fmla="*/ 934015 w 3572495"/>
                <a:gd name="connsiteY95" fmla="*/ 2929573 h 5998219"/>
                <a:gd name="connsiteX96" fmla="*/ 934015 w 3572495"/>
                <a:gd name="connsiteY96" fmla="*/ 2714656 h 5998219"/>
                <a:gd name="connsiteX97" fmla="*/ 1370182 w 3572495"/>
                <a:gd name="connsiteY97" fmla="*/ 2714656 h 5998219"/>
                <a:gd name="connsiteX98" fmla="*/ 1370182 w 3572495"/>
                <a:gd name="connsiteY98" fmla="*/ 2501983 h 5998219"/>
                <a:gd name="connsiteX99" fmla="*/ 934015 w 3572495"/>
                <a:gd name="connsiteY99" fmla="*/ 2501983 h 5998219"/>
                <a:gd name="connsiteX100" fmla="*/ 934015 w 3572495"/>
                <a:gd name="connsiteY100" fmla="*/ 2282788 h 5998219"/>
                <a:gd name="connsiteX101" fmla="*/ 1370182 w 3572495"/>
                <a:gd name="connsiteY101" fmla="*/ 2282788 h 5998219"/>
                <a:gd name="connsiteX102" fmla="*/ 1370182 w 3572495"/>
                <a:gd name="connsiteY102" fmla="*/ 2048220 h 5998219"/>
                <a:gd name="connsiteX103" fmla="*/ 934015 w 3572495"/>
                <a:gd name="connsiteY103" fmla="*/ 2048220 h 5998219"/>
                <a:gd name="connsiteX104" fmla="*/ 934015 w 3572495"/>
                <a:gd name="connsiteY104" fmla="*/ 1829025 h 5998219"/>
                <a:gd name="connsiteX105" fmla="*/ 1370182 w 3572495"/>
                <a:gd name="connsiteY105" fmla="*/ 1829025 h 5998219"/>
                <a:gd name="connsiteX106" fmla="*/ 1370182 w 3572495"/>
                <a:gd name="connsiteY106" fmla="*/ 1614248 h 5998219"/>
                <a:gd name="connsiteX107" fmla="*/ 934015 w 3572495"/>
                <a:gd name="connsiteY107" fmla="*/ 1614248 h 5998219"/>
                <a:gd name="connsiteX108" fmla="*/ 934015 w 3572495"/>
                <a:gd name="connsiteY108" fmla="*/ 1395053 h 5998219"/>
                <a:gd name="connsiteX109" fmla="*/ 1370182 w 3572495"/>
                <a:gd name="connsiteY109" fmla="*/ 1395053 h 5998219"/>
                <a:gd name="connsiteX110" fmla="*/ 1370182 w 3572495"/>
                <a:gd name="connsiteY110" fmla="*/ 1180265 h 5998219"/>
                <a:gd name="connsiteX111" fmla="*/ 934015 w 3572495"/>
                <a:gd name="connsiteY111" fmla="*/ 1180265 h 5998219"/>
                <a:gd name="connsiteX112" fmla="*/ 0 w 3572495"/>
                <a:gd name="connsiteY112" fmla="*/ 0 h 5998219"/>
                <a:gd name="connsiteX113" fmla="*/ 647604 w 3572495"/>
                <a:gd name="connsiteY113" fmla="*/ 0 h 5998219"/>
                <a:gd name="connsiteX114" fmla="*/ 647604 w 3572495"/>
                <a:gd name="connsiteY114" fmla="*/ 647605 h 5998219"/>
                <a:gd name="connsiteX115" fmla="*/ 0 w 3572495"/>
                <a:gd name="connsiteY115" fmla="*/ 647605 h 599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572495" h="5998219">
                  <a:moveTo>
                    <a:pt x="2896922" y="4696286"/>
                  </a:moveTo>
                  <a:lnTo>
                    <a:pt x="3349250" y="4696286"/>
                  </a:lnTo>
                  <a:lnTo>
                    <a:pt x="3349250" y="4906649"/>
                  </a:lnTo>
                  <a:lnTo>
                    <a:pt x="3572495" y="4906649"/>
                  </a:lnTo>
                  <a:lnTo>
                    <a:pt x="3572495" y="5779020"/>
                  </a:lnTo>
                  <a:lnTo>
                    <a:pt x="3349250" y="5779020"/>
                  </a:lnTo>
                  <a:lnTo>
                    <a:pt x="3349250" y="5998219"/>
                  </a:lnTo>
                  <a:lnTo>
                    <a:pt x="2896922" y="5998219"/>
                  </a:lnTo>
                  <a:lnTo>
                    <a:pt x="2896922" y="5779020"/>
                  </a:lnTo>
                  <a:lnTo>
                    <a:pt x="2677831" y="5779020"/>
                  </a:lnTo>
                  <a:lnTo>
                    <a:pt x="2677831" y="4906649"/>
                  </a:lnTo>
                  <a:lnTo>
                    <a:pt x="2896922" y="4906649"/>
                  </a:lnTo>
                  <a:close/>
                  <a:moveTo>
                    <a:pt x="936246" y="4691866"/>
                  </a:moveTo>
                  <a:lnTo>
                    <a:pt x="2251411" y="4691866"/>
                  </a:lnTo>
                  <a:lnTo>
                    <a:pt x="2251411" y="4904431"/>
                  </a:lnTo>
                  <a:lnTo>
                    <a:pt x="1813017" y="4904431"/>
                  </a:lnTo>
                  <a:lnTo>
                    <a:pt x="1813017" y="5117012"/>
                  </a:lnTo>
                  <a:lnTo>
                    <a:pt x="2235237" y="5117012"/>
                  </a:lnTo>
                  <a:lnTo>
                    <a:pt x="2235237" y="5555405"/>
                  </a:lnTo>
                  <a:lnTo>
                    <a:pt x="1813017" y="5555405"/>
                  </a:lnTo>
                  <a:lnTo>
                    <a:pt x="1813017" y="5776810"/>
                  </a:lnTo>
                  <a:lnTo>
                    <a:pt x="2251411" y="5776810"/>
                  </a:lnTo>
                  <a:lnTo>
                    <a:pt x="2251411" y="5998219"/>
                  </a:lnTo>
                  <a:lnTo>
                    <a:pt x="936246" y="5998219"/>
                  </a:lnTo>
                  <a:lnTo>
                    <a:pt x="936246" y="5776810"/>
                  </a:lnTo>
                  <a:lnTo>
                    <a:pt x="1374640" y="5776810"/>
                  </a:lnTo>
                  <a:lnTo>
                    <a:pt x="1374640" y="5555405"/>
                  </a:lnTo>
                  <a:lnTo>
                    <a:pt x="936242" y="5555405"/>
                  </a:lnTo>
                  <a:lnTo>
                    <a:pt x="936242" y="5117012"/>
                  </a:lnTo>
                  <a:lnTo>
                    <a:pt x="1374640" y="5117012"/>
                  </a:lnTo>
                  <a:lnTo>
                    <a:pt x="1374640" y="4904431"/>
                  </a:lnTo>
                  <a:lnTo>
                    <a:pt x="936246" y="4904431"/>
                  </a:lnTo>
                  <a:close/>
                  <a:moveTo>
                    <a:pt x="2892766" y="3161894"/>
                  </a:moveTo>
                  <a:lnTo>
                    <a:pt x="3345094" y="3161894"/>
                  </a:lnTo>
                  <a:lnTo>
                    <a:pt x="3345094" y="3372257"/>
                  </a:lnTo>
                  <a:lnTo>
                    <a:pt x="3568339" y="3372257"/>
                  </a:lnTo>
                  <a:lnTo>
                    <a:pt x="3568339" y="4244628"/>
                  </a:lnTo>
                  <a:lnTo>
                    <a:pt x="3345094" y="4244628"/>
                  </a:lnTo>
                  <a:lnTo>
                    <a:pt x="3345094" y="4463827"/>
                  </a:lnTo>
                  <a:lnTo>
                    <a:pt x="2892766" y="4463827"/>
                  </a:lnTo>
                  <a:lnTo>
                    <a:pt x="2892766" y="4244628"/>
                  </a:lnTo>
                  <a:lnTo>
                    <a:pt x="2673675" y="4244628"/>
                  </a:lnTo>
                  <a:lnTo>
                    <a:pt x="2673675" y="3372257"/>
                  </a:lnTo>
                  <a:lnTo>
                    <a:pt x="2892766" y="3372257"/>
                  </a:lnTo>
                  <a:close/>
                  <a:moveTo>
                    <a:pt x="936247" y="3161894"/>
                  </a:moveTo>
                  <a:lnTo>
                    <a:pt x="2251412" y="3161894"/>
                  </a:lnTo>
                  <a:lnTo>
                    <a:pt x="2251412" y="3374458"/>
                  </a:lnTo>
                  <a:lnTo>
                    <a:pt x="1813018" y="3374458"/>
                  </a:lnTo>
                  <a:lnTo>
                    <a:pt x="1813018" y="3587040"/>
                  </a:lnTo>
                  <a:lnTo>
                    <a:pt x="2235237" y="3587040"/>
                  </a:lnTo>
                  <a:lnTo>
                    <a:pt x="2235237" y="4025433"/>
                  </a:lnTo>
                  <a:lnTo>
                    <a:pt x="1813018" y="4025433"/>
                  </a:lnTo>
                  <a:lnTo>
                    <a:pt x="1813018" y="4246838"/>
                  </a:lnTo>
                  <a:lnTo>
                    <a:pt x="2251412" y="4246838"/>
                  </a:lnTo>
                  <a:lnTo>
                    <a:pt x="2251412" y="4468247"/>
                  </a:lnTo>
                  <a:lnTo>
                    <a:pt x="936247" y="4468247"/>
                  </a:lnTo>
                  <a:lnTo>
                    <a:pt x="936247" y="4246838"/>
                  </a:lnTo>
                  <a:lnTo>
                    <a:pt x="1374641" y="4246838"/>
                  </a:lnTo>
                  <a:lnTo>
                    <a:pt x="1374641" y="4025433"/>
                  </a:lnTo>
                  <a:lnTo>
                    <a:pt x="936242" y="4025433"/>
                  </a:lnTo>
                  <a:lnTo>
                    <a:pt x="936242" y="3587040"/>
                  </a:lnTo>
                  <a:lnTo>
                    <a:pt x="1374641" y="3587040"/>
                  </a:lnTo>
                  <a:lnTo>
                    <a:pt x="1374641" y="3374458"/>
                  </a:lnTo>
                  <a:lnTo>
                    <a:pt x="936247" y="3374458"/>
                  </a:lnTo>
                  <a:close/>
                  <a:moveTo>
                    <a:pt x="1810782" y="2282788"/>
                  </a:moveTo>
                  <a:lnTo>
                    <a:pt x="2249180" y="2282788"/>
                  </a:lnTo>
                  <a:lnTo>
                    <a:pt x="2249180" y="2501983"/>
                  </a:lnTo>
                  <a:lnTo>
                    <a:pt x="1810782" y="2501983"/>
                  </a:lnTo>
                  <a:close/>
                  <a:moveTo>
                    <a:pt x="2677831" y="1833584"/>
                  </a:moveTo>
                  <a:lnTo>
                    <a:pt x="3568340" y="1833584"/>
                  </a:lnTo>
                  <a:lnTo>
                    <a:pt x="3568340" y="2933863"/>
                  </a:lnTo>
                  <a:lnTo>
                    <a:pt x="2677831" y="2933863"/>
                  </a:lnTo>
                  <a:close/>
                  <a:moveTo>
                    <a:pt x="1810782" y="1829025"/>
                  </a:moveTo>
                  <a:lnTo>
                    <a:pt x="2249180" y="1829025"/>
                  </a:lnTo>
                  <a:lnTo>
                    <a:pt x="2249180" y="2048220"/>
                  </a:lnTo>
                  <a:lnTo>
                    <a:pt x="1810782" y="2048220"/>
                  </a:lnTo>
                  <a:close/>
                  <a:moveTo>
                    <a:pt x="1810782" y="1395052"/>
                  </a:moveTo>
                  <a:lnTo>
                    <a:pt x="2249180" y="1395052"/>
                  </a:lnTo>
                  <a:lnTo>
                    <a:pt x="2249180" y="1614248"/>
                  </a:lnTo>
                  <a:lnTo>
                    <a:pt x="1810782" y="1614248"/>
                  </a:lnTo>
                  <a:close/>
                  <a:moveTo>
                    <a:pt x="2687605" y="1391027"/>
                  </a:moveTo>
                  <a:lnTo>
                    <a:pt x="3564185" y="1391027"/>
                  </a:lnTo>
                  <a:lnTo>
                    <a:pt x="3564185" y="1614369"/>
                  </a:lnTo>
                  <a:lnTo>
                    <a:pt x="2687605" y="1614369"/>
                  </a:lnTo>
                  <a:close/>
                  <a:moveTo>
                    <a:pt x="2687605" y="956924"/>
                  </a:moveTo>
                  <a:lnTo>
                    <a:pt x="3564185" y="956924"/>
                  </a:lnTo>
                  <a:lnTo>
                    <a:pt x="3564185" y="1180265"/>
                  </a:lnTo>
                  <a:lnTo>
                    <a:pt x="2687605" y="1180265"/>
                  </a:lnTo>
                  <a:close/>
                  <a:moveTo>
                    <a:pt x="934015" y="956924"/>
                  </a:moveTo>
                  <a:lnTo>
                    <a:pt x="2249180" y="956924"/>
                  </a:lnTo>
                  <a:lnTo>
                    <a:pt x="2249180" y="1180265"/>
                  </a:lnTo>
                  <a:lnTo>
                    <a:pt x="1810782" y="1180265"/>
                  </a:lnTo>
                  <a:lnTo>
                    <a:pt x="1810782" y="2714656"/>
                  </a:lnTo>
                  <a:lnTo>
                    <a:pt x="2249180" y="2714656"/>
                  </a:lnTo>
                  <a:lnTo>
                    <a:pt x="2249180" y="2929573"/>
                  </a:lnTo>
                  <a:lnTo>
                    <a:pt x="934015" y="2929573"/>
                  </a:lnTo>
                  <a:lnTo>
                    <a:pt x="934015" y="2714656"/>
                  </a:lnTo>
                  <a:lnTo>
                    <a:pt x="1370182" y="2714656"/>
                  </a:lnTo>
                  <a:lnTo>
                    <a:pt x="1370182" y="2501983"/>
                  </a:lnTo>
                  <a:lnTo>
                    <a:pt x="934015" y="2501983"/>
                  </a:lnTo>
                  <a:lnTo>
                    <a:pt x="934015" y="2282788"/>
                  </a:lnTo>
                  <a:lnTo>
                    <a:pt x="1370182" y="2282788"/>
                  </a:lnTo>
                  <a:lnTo>
                    <a:pt x="1370182" y="2048220"/>
                  </a:lnTo>
                  <a:lnTo>
                    <a:pt x="934015" y="2048220"/>
                  </a:lnTo>
                  <a:lnTo>
                    <a:pt x="934015" y="1829025"/>
                  </a:lnTo>
                  <a:lnTo>
                    <a:pt x="1370182" y="1829025"/>
                  </a:lnTo>
                  <a:lnTo>
                    <a:pt x="1370182" y="1614248"/>
                  </a:lnTo>
                  <a:lnTo>
                    <a:pt x="934015" y="1614248"/>
                  </a:lnTo>
                  <a:lnTo>
                    <a:pt x="934015" y="1395053"/>
                  </a:lnTo>
                  <a:lnTo>
                    <a:pt x="1370182" y="1395053"/>
                  </a:lnTo>
                  <a:lnTo>
                    <a:pt x="1370182" y="1180265"/>
                  </a:lnTo>
                  <a:lnTo>
                    <a:pt x="934015" y="1180265"/>
                  </a:lnTo>
                  <a:close/>
                  <a:moveTo>
                    <a:pt x="0" y="0"/>
                  </a:moveTo>
                  <a:lnTo>
                    <a:pt x="647604" y="0"/>
                  </a:lnTo>
                  <a:lnTo>
                    <a:pt x="647604" y="647605"/>
                  </a:lnTo>
                  <a:lnTo>
                    <a:pt x="0" y="647605"/>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70" name="Group 69">
            <a:extLst>
              <a:ext uri="{FF2B5EF4-FFF2-40B4-BE49-F238E27FC236}">
                <a16:creationId xmlns:a16="http://schemas.microsoft.com/office/drawing/2014/main" id="{B1F26FC6-72C3-4A7E-8169-8B7B5DACEE06}"/>
              </a:ext>
              <a:ext uri="{C183D7F6-B498-43B3-948B-1728B52AA6E4}">
                <adec:decorative xmlns:adec="http://schemas.microsoft.com/office/drawing/2017/decorative" val="1"/>
              </a:ext>
            </a:extLst>
          </p:cNvPr>
          <p:cNvGrpSpPr>
            <a:grpSpLocks noChangeAspect="1"/>
          </p:cNvGrpSpPr>
          <p:nvPr/>
        </p:nvGrpSpPr>
        <p:grpSpPr>
          <a:xfrm>
            <a:off x="10441383" y="2930159"/>
            <a:ext cx="423569" cy="457200"/>
            <a:chOff x="10441383" y="2930159"/>
            <a:chExt cx="423569" cy="457200"/>
          </a:xfrm>
          <a:solidFill>
            <a:schemeClr val="accent2"/>
          </a:solidFill>
        </p:grpSpPr>
        <p:sp>
          <p:nvSpPr>
            <p:cNvPr id="1614" name="Freeform: Shape 1613">
              <a:extLst>
                <a:ext uri="{FF2B5EF4-FFF2-40B4-BE49-F238E27FC236}">
                  <a16:creationId xmlns:a16="http://schemas.microsoft.com/office/drawing/2014/main" id="{59505E5B-935E-25F6-012D-ECDB1855C317}"/>
                </a:ext>
                <a:ext uri="{C183D7F6-B498-43B3-948B-1728B52AA6E4}">
                  <adec:decorative xmlns:adec="http://schemas.microsoft.com/office/drawing/2017/decorative" val="1"/>
                </a:ext>
              </a:extLst>
            </p:cNvPr>
            <p:cNvSpPr/>
            <p:nvPr/>
          </p:nvSpPr>
          <p:spPr>
            <a:xfrm>
              <a:off x="10448051" y="2934507"/>
              <a:ext cx="416901" cy="452852"/>
            </a:xfrm>
            <a:custGeom>
              <a:avLst/>
              <a:gdLst>
                <a:gd name="connsiteX0" fmla="*/ 3357250 w 6253525"/>
                <a:gd name="connsiteY0" fmla="*/ 3879103 h 6792775"/>
                <a:gd name="connsiteX1" fmla="*/ 3422481 w 6253525"/>
                <a:gd name="connsiteY1" fmla="*/ 3987821 h 6792775"/>
                <a:gd name="connsiteX2" fmla="*/ 3148513 w 6253525"/>
                <a:gd name="connsiteY2" fmla="*/ 3792125 h 6792775"/>
                <a:gd name="connsiteX3" fmla="*/ 2939771 w 6253525"/>
                <a:gd name="connsiteY3" fmla="*/ 3879100 h 6792775"/>
                <a:gd name="connsiteX4" fmla="*/ 2857146 w 6253525"/>
                <a:gd name="connsiteY4" fmla="*/ 4083493 h 6792775"/>
                <a:gd name="connsiteX5" fmla="*/ 2939771 w 6253525"/>
                <a:gd name="connsiteY5" fmla="*/ 4287886 h 6792775"/>
                <a:gd name="connsiteX6" fmla="*/ 3022397 w 6253525"/>
                <a:gd name="connsiteY6" fmla="*/ 4348768 h 6792775"/>
                <a:gd name="connsiteX7" fmla="*/ 3148513 w 6253525"/>
                <a:gd name="connsiteY7" fmla="*/ 4374860 h 6792775"/>
                <a:gd name="connsiteX8" fmla="*/ 3244184 w 6253525"/>
                <a:gd name="connsiteY8" fmla="*/ 4357465 h 6792775"/>
                <a:gd name="connsiteX9" fmla="*/ 3287671 w 6253525"/>
                <a:gd name="connsiteY9" fmla="*/ 4340070 h 6792775"/>
                <a:gd name="connsiteX10" fmla="*/ 3439879 w 6253525"/>
                <a:gd name="connsiteY10" fmla="*/ 4083493 h 6792775"/>
                <a:gd name="connsiteX11" fmla="*/ 3422484 w 6253525"/>
                <a:gd name="connsiteY11" fmla="*/ 3987821 h 6792775"/>
                <a:gd name="connsiteX12" fmla="*/ 3357254 w 6253525"/>
                <a:gd name="connsiteY12" fmla="*/ 3879100 h 6792775"/>
                <a:gd name="connsiteX13" fmla="*/ 3287671 w 6253525"/>
                <a:gd name="connsiteY13" fmla="*/ 3826915 h 6792775"/>
                <a:gd name="connsiteX14" fmla="*/ 3148513 w 6253525"/>
                <a:gd name="connsiteY14" fmla="*/ 3792125 h 6792775"/>
                <a:gd name="connsiteX15" fmla="*/ 3087627 w 6253525"/>
                <a:gd name="connsiteY15" fmla="*/ 778434 h 6792775"/>
                <a:gd name="connsiteX16" fmla="*/ 2391828 w 6253525"/>
                <a:gd name="connsiteY16" fmla="*/ 1474235 h 6792775"/>
                <a:gd name="connsiteX17" fmla="*/ 3087627 w 6253525"/>
                <a:gd name="connsiteY17" fmla="*/ 2170039 h 6792775"/>
                <a:gd name="connsiteX18" fmla="*/ 4687971 w 6253525"/>
                <a:gd name="connsiteY18" fmla="*/ 2170039 h 6792775"/>
                <a:gd name="connsiteX19" fmla="*/ 5383771 w 6253525"/>
                <a:gd name="connsiteY19" fmla="*/ 1474235 h 6792775"/>
                <a:gd name="connsiteX20" fmla="*/ 4687971 w 6253525"/>
                <a:gd name="connsiteY20" fmla="*/ 778434 h 6792775"/>
                <a:gd name="connsiteX21" fmla="*/ 3087627 w 6253525"/>
                <a:gd name="connsiteY21" fmla="*/ 604482 h 6792775"/>
                <a:gd name="connsiteX22" fmla="*/ 4687971 w 6253525"/>
                <a:gd name="connsiteY22" fmla="*/ 604482 h 6792775"/>
                <a:gd name="connsiteX23" fmla="*/ 5557722 w 6253525"/>
                <a:gd name="connsiteY23" fmla="*/ 1474235 h 6792775"/>
                <a:gd name="connsiteX24" fmla="*/ 4687971 w 6253525"/>
                <a:gd name="connsiteY24" fmla="*/ 2343987 h 6792775"/>
                <a:gd name="connsiteX25" fmla="*/ 3087627 w 6253525"/>
                <a:gd name="connsiteY25" fmla="*/ 2343987 h 6792775"/>
                <a:gd name="connsiteX26" fmla="*/ 2217876 w 6253525"/>
                <a:gd name="connsiteY26" fmla="*/ 1474235 h 6792775"/>
                <a:gd name="connsiteX27" fmla="*/ 3087627 w 6253525"/>
                <a:gd name="connsiteY27" fmla="*/ 604482 h 6792775"/>
                <a:gd name="connsiteX28" fmla="*/ 681698 w 6253525"/>
                <a:gd name="connsiteY28" fmla="*/ 0 h 6792775"/>
                <a:gd name="connsiteX29" fmla="*/ 1265495 w 6253525"/>
                <a:gd name="connsiteY29" fmla="*/ 0 h 6792775"/>
                <a:gd name="connsiteX30" fmla="*/ 1655827 w 6253525"/>
                <a:gd name="connsiteY30" fmla="*/ 0 h 6792775"/>
                <a:gd name="connsiteX31" fmla="*/ 5879523 w 6253525"/>
                <a:gd name="connsiteY31" fmla="*/ 0 h 6792775"/>
                <a:gd name="connsiteX32" fmla="*/ 6253525 w 6253525"/>
                <a:gd name="connsiteY32" fmla="*/ 369647 h 6792775"/>
                <a:gd name="connsiteX33" fmla="*/ 6253525 w 6253525"/>
                <a:gd name="connsiteY33" fmla="*/ 2957162 h 6792775"/>
                <a:gd name="connsiteX34" fmla="*/ 3283322 w 6253525"/>
                <a:gd name="connsiteY34" fmla="*/ 2959361 h 6792775"/>
                <a:gd name="connsiteX35" fmla="*/ 3283322 w 6253525"/>
                <a:gd name="connsiteY35" fmla="*/ 3452922 h 6792775"/>
                <a:gd name="connsiteX36" fmla="*/ 3783430 w 6253525"/>
                <a:gd name="connsiteY36" fmla="*/ 4079144 h 6792775"/>
                <a:gd name="connsiteX37" fmla="*/ 3687759 w 6253525"/>
                <a:gd name="connsiteY37" fmla="*/ 4418347 h 6792775"/>
                <a:gd name="connsiteX38" fmla="*/ 4801041 w 6253525"/>
                <a:gd name="connsiteY38" fmla="*/ 6223086 h 6792775"/>
                <a:gd name="connsiteX39" fmla="*/ 4744508 w 6253525"/>
                <a:gd name="connsiteY39" fmla="*/ 6462269 h 6792775"/>
                <a:gd name="connsiteX40" fmla="*/ 4653182 w 6253525"/>
                <a:gd name="connsiteY40" fmla="*/ 6488361 h 6792775"/>
                <a:gd name="connsiteX41" fmla="*/ 4505326 w 6253525"/>
                <a:gd name="connsiteY41" fmla="*/ 6405736 h 6792775"/>
                <a:gd name="connsiteX42" fmla="*/ 3422484 w 6253525"/>
                <a:gd name="connsiteY42" fmla="*/ 4653181 h 6792775"/>
                <a:gd name="connsiteX43" fmla="*/ 3292020 w 6253525"/>
                <a:gd name="connsiteY43" fmla="*/ 4731461 h 6792775"/>
                <a:gd name="connsiteX44" fmla="*/ 3292020 w 6253525"/>
                <a:gd name="connsiteY44" fmla="*/ 6618823 h 6792775"/>
                <a:gd name="connsiteX45" fmla="*/ 3118072 w 6253525"/>
                <a:gd name="connsiteY45" fmla="*/ 6792775 h 6792775"/>
                <a:gd name="connsiteX46" fmla="*/ 2944120 w 6253525"/>
                <a:gd name="connsiteY46" fmla="*/ 6618823 h 6792775"/>
                <a:gd name="connsiteX47" fmla="*/ 2944120 w 6253525"/>
                <a:gd name="connsiteY47" fmla="*/ 4714063 h 6792775"/>
                <a:gd name="connsiteX48" fmla="*/ 2835402 w 6253525"/>
                <a:gd name="connsiteY48" fmla="*/ 4644483 h 6792775"/>
                <a:gd name="connsiteX49" fmla="*/ 1765607 w 6253525"/>
                <a:gd name="connsiteY49" fmla="*/ 6401384 h 6792775"/>
                <a:gd name="connsiteX50" fmla="*/ 1526425 w 6253525"/>
                <a:gd name="connsiteY50" fmla="*/ 6457920 h 6792775"/>
                <a:gd name="connsiteX51" fmla="*/ 1469892 w 6253525"/>
                <a:gd name="connsiteY51" fmla="*/ 6218738 h 6792775"/>
                <a:gd name="connsiteX52" fmla="*/ 2583174 w 6253525"/>
                <a:gd name="connsiteY52" fmla="*/ 4392255 h 6792775"/>
                <a:gd name="connsiteX53" fmla="*/ 2504894 w 6253525"/>
                <a:gd name="connsiteY53" fmla="*/ 4083493 h 6792775"/>
                <a:gd name="connsiteX54" fmla="*/ 2935423 w 6253525"/>
                <a:gd name="connsiteY54" fmla="*/ 3479015 h 6792775"/>
                <a:gd name="connsiteX55" fmla="*/ 2935423 w 6253525"/>
                <a:gd name="connsiteY55" fmla="*/ 2959619 h 6792775"/>
                <a:gd name="connsiteX56" fmla="*/ 373994 w 6253525"/>
                <a:gd name="connsiteY56" fmla="*/ 2961516 h 6792775"/>
                <a:gd name="connsiteX57" fmla="*/ 0 w 6253525"/>
                <a:gd name="connsiteY57" fmla="*/ 2587514 h 6792775"/>
                <a:gd name="connsiteX58" fmla="*/ 0 w 6253525"/>
                <a:gd name="connsiteY58" fmla="*/ 1725596 h 6792775"/>
                <a:gd name="connsiteX59" fmla="*/ 0 w 6253525"/>
                <a:gd name="connsiteY59" fmla="*/ 1343769 h 6792775"/>
                <a:gd name="connsiteX60" fmla="*/ 0 w 6253525"/>
                <a:gd name="connsiteY60" fmla="*/ 707976 h 6792775"/>
                <a:gd name="connsiteX61" fmla="*/ 334857 w 6253525"/>
                <a:gd name="connsiteY61" fmla="*/ 707976 h 6792775"/>
                <a:gd name="connsiteX62" fmla="*/ 334857 w 6253525"/>
                <a:gd name="connsiteY62" fmla="*/ 1725596 h 6792775"/>
                <a:gd name="connsiteX63" fmla="*/ 334850 w 6253525"/>
                <a:gd name="connsiteY63" fmla="*/ 1725596 h 6792775"/>
                <a:gd name="connsiteX64" fmla="*/ 334850 w 6253525"/>
                <a:gd name="connsiteY64" fmla="*/ 2617957 h 6792775"/>
                <a:gd name="connsiteX65" fmla="*/ 5914313 w 6253525"/>
                <a:gd name="connsiteY65" fmla="*/ 2617957 h 6792775"/>
                <a:gd name="connsiteX66" fmla="*/ 5914313 w 6253525"/>
                <a:gd name="connsiteY66" fmla="*/ 356599 h 6792775"/>
                <a:gd name="connsiteX67" fmla="*/ 1655827 w 6253525"/>
                <a:gd name="connsiteY67" fmla="*/ 356599 h 6792775"/>
                <a:gd name="connsiteX68" fmla="*/ 681698 w 6253525"/>
                <a:gd name="connsiteY68" fmla="*/ 356599 h 679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253525" h="6792775">
                  <a:moveTo>
                    <a:pt x="3357250" y="3879103"/>
                  </a:moveTo>
                  <a:cubicBezTo>
                    <a:pt x="3383343" y="3909544"/>
                    <a:pt x="3409435" y="3944334"/>
                    <a:pt x="3422481" y="3987821"/>
                  </a:cubicBezTo>
                  <a:close/>
                  <a:moveTo>
                    <a:pt x="3148513" y="3792125"/>
                  </a:moveTo>
                  <a:cubicBezTo>
                    <a:pt x="3065884" y="3792125"/>
                    <a:pt x="2991956" y="3826915"/>
                    <a:pt x="2939771" y="3879100"/>
                  </a:cubicBezTo>
                  <a:cubicBezTo>
                    <a:pt x="2887587" y="3931288"/>
                    <a:pt x="2857146" y="4005216"/>
                    <a:pt x="2857146" y="4083493"/>
                  </a:cubicBezTo>
                  <a:cubicBezTo>
                    <a:pt x="2857146" y="4161769"/>
                    <a:pt x="2887587" y="4235701"/>
                    <a:pt x="2939771" y="4287886"/>
                  </a:cubicBezTo>
                  <a:cubicBezTo>
                    <a:pt x="2961515" y="4313978"/>
                    <a:pt x="2991956" y="4335721"/>
                    <a:pt x="3022397" y="4348768"/>
                  </a:cubicBezTo>
                  <a:cubicBezTo>
                    <a:pt x="3061535" y="4366162"/>
                    <a:pt x="3105025" y="4374860"/>
                    <a:pt x="3148513" y="4374860"/>
                  </a:cubicBezTo>
                  <a:cubicBezTo>
                    <a:pt x="3183302" y="4374860"/>
                    <a:pt x="3213743" y="4366162"/>
                    <a:pt x="3244184" y="4357465"/>
                  </a:cubicBezTo>
                  <a:cubicBezTo>
                    <a:pt x="3257230" y="4353116"/>
                    <a:pt x="3270276" y="4344419"/>
                    <a:pt x="3287671" y="4340070"/>
                  </a:cubicBezTo>
                  <a:cubicBezTo>
                    <a:pt x="3378997" y="4292234"/>
                    <a:pt x="3439879" y="4192210"/>
                    <a:pt x="3439879" y="4083493"/>
                  </a:cubicBezTo>
                  <a:cubicBezTo>
                    <a:pt x="3439879" y="4048703"/>
                    <a:pt x="3431182" y="4018262"/>
                    <a:pt x="3422484" y="3987821"/>
                  </a:cubicBezTo>
                  <a:cubicBezTo>
                    <a:pt x="3409438" y="3944334"/>
                    <a:pt x="3387695" y="3909541"/>
                    <a:pt x="3357254" y="3879100"/>
                  </a:cubicBezTo>
                  <a:cubicBezTo>
                    <a:pt x="3335507" y="3857356"/>
                    <a:pt x="3313763" y="3839961"/>
                    <a:pt x="3287671" y="3826915"/>
                  </a:cubicBezTo>
                  <a:cubicBezTo>
                    <a:pt x="3244184" y="3805172"/>
                    <a:pt x="3200697" y="3792125"/>
                    <a:pt x="3148513" y="3792125"/>
                  </a:cubicBezTo>
                  <a:close/>
                  <a:moveTo>
                    <a:pt x="3087627" y="778434"/>
                  </a:moveTo>
                  <a:cubicBezTo>
                    <a:pt x="2704938" y="778434"/>
                    <a:pt x="2391828" y="1091545"/>
                    <a:pt x="2391828" y="1474235"/>
                  </a:cubicBezTo>
                  <a:cubicBezTo>
                    <a:pt x="2391828" y="1856928"/>
                    <a:pt x="2704938" y="2170039"/>
                    <a:pt x="3087627" y="2170039"/>
                  </a:cubicBezTo>
                  <a:lnTo>
                    <a:pt x="4687971" y="2170039"/>
                  </a:lnTo>
                  <a:cubicBezTo>
                    <a:pt x="5075009" y="2170039"/>
                    <a:pt x="5383771" y="1856928"/>
                    <a:pt x="5383771" y="1474235"/>
                  </a:cubicBezTo>
                  <a:cubicBezTo>
                    <a:pt x="5383771" y="1091545"/>
                    <a:pt x="5070660" y="778434"/>
                    <a:pt x="4687971" y="778434"/>
                  </a:cubicBezTo>
                  <a:close/>
                  <a:moveTo>
                    <a:pt x="3087627" y="604482"/>
                  </a:moveTo>
                  <a:lnTo>
                    <a:pt x="4687971" y="604482"/>
                  </a:lnTo>
                  <a:cubicBezTo>
                    <a:pt x="5170684" y="604482"/>
                    <a:pt x="5557722" y="995870"/>
                    <a:pt x="5557722" y="1474235"/>
                  </a:cubicBezTo>
                  <a:cubicBezTo>
                    <a:pt x="5557722" y="1952600"/>
                    <a:pt x="5166335" y="2343987"/>
                    <a:pt x="4687971" y="2343987"/>
                  </a:cubicBezTo>
                  <a:lnTo>
                    <a:pt x="3087627" y="2343987"/>
                  </a:lnTo>
                  <a:cubicBezTo>
                    <a:pt x="2609263" y="2343987"/>
                    <a:pt x="2217876" y="1952600"/>
                    <a:pt x="2217876" y="1474235"/>
                  </a:cubicBezTo>
                  <a:cubicBezTo>
                    <a:pt x="2217876" y="995870"/>
                    <a:pt x="2609263" y="604482"/>
                    <a:pt x="3087627" y="604482"/>
                  </a:cubicBezTo>
                  <a:close/>
                  <a:moveTo>
                    <a:pt x="681698" y="0"/>
                  </a:moveTo>
                  <a:lnTo>
                    <a:pt x="1265495" y="0"/>
                  </a:lnTo>
                  <a:lnTo>
                    <a:pt x="1655827" y="0"/>
                  </a:lnTo>
                  <a:lnTo>
                    <a:pt x="5879523" y="0"/>
                  </a:lnTo>
                  <a:cubicBezTo>
                    <a:pt x="6088269" y="0"/>
                    <a:pt x="6253525" y="165256"/>
                    <a:pt x="6253525" y="369647"/>
                  </a:cubicBezTo>
                  <a:lnTo>
                    <a:pt x="6253525" y="2957162"/>
                  </a:lnTo>
                  <a:lnTo>
                    <a:pt x="3283322" y="2959361"/>
                  </a:lnTo>
                  <a:lnTo>
                    <a:pt x="3283322" y="3452922"/>
                  </a:lnTo>
                  <a:cubicBezTo>
                    <a:pt x="3570340" y="3518153"/>
                    <a:pt x="3783430" y="3774731"/>
                    <a:pt x="3783430" y="4079144"/>
                  </a:cubicBezTo>
                  <a:cubicBezTo>
                    <a:pt x="3783430" y="4205260"/>
                    <a:pt x="3748641" y="4318327"/>
                    <a:pt x="3687759" y="4418347"/>
                  </a:cubicBezTo>
                  <a:lnTo>
                    <a:pt x="4801041" y="6223086"/>
                  </a:lnTo>
                  <a:cubicBezTo>
                    <a:pt x="4853225" y="6305712"/>
                    <a:pt x="4827133" y="6410081"/>
                    <a:pt x="4744508" y="6462269"/>
                  </a:cubicBezTo>
                  <a:cubicBezTo>
                    <a:pt x="4714063" y="6479664"/>
                    <a:pt x="4683623" y="6488361"/>
                    <a:pt x="4653182" y="6488361"/>
                  </a:cubicBezTo>
                  <a:cubicBezTo>
                    <a:pt x="4596648" y="6488361"/>
                    <a:pt x="4540115" y="6457920"/>
                    <a:pt x="4505326" y="6405736"/>
                  </a:cubicBezTo>
                  <a:lnTo>
                    <a:pt x="3422484" y="4653181"/>
                  </a:lnTo>
                  <a:cubicBezTo>
                    <a:pt x="3378997" y="4674924"/>
                    <a:pt x="3339856" y="4718411"/>
                    <a:pt x="3292020" y="4731461"/>
                  </a:cubicBezTo>
                  <a:lnTo>
                    <a:pt x="3292020" y="6618823"/>
                  </a:lnTo>
                  <a:cubicBezTo>
                    <a:pt x="3292020" y="6714498"/>
                    <a:pt x="3213743" y="6792775"/>
                    <a:pt x="3118072" y="6792775"/>
                  </a:cubicBezTo>
                  <a:cubicBezTo>
                    <a:pt x="3022397" y="6792775"/>
                    <a:pt x="2944120" y="6714498"/>
                    <a:pt x="2944120" y="6618823"/>
                  </a:cubicBezTo>
                  <a:lnTo>
                    <a:pt x="2944120" y="4714063"/>
                  </a:lnTo>
                  <a:cubicBezTo>
                    <a:pt x="2896284" y="4705365"/>
                    <a:pt x="2865843" y="4661878"/>
                    <a:pt x="2835402" y="4644483"/>
                  </a:cubicBezTo>
                  <a:lnTo>
                    <a:pt x="1765607" y="6401384"/>
                  </a:lnTo>
                  <a:cubicBezTo>
                    <a:pt x="1713423" y="6484013"/>
                    <a:pt x="1609050" y="6505756"/>
                    <a:pt x="1526425" y="6457920"/>
                  </a:cubicBezTo>
                  <a:cubicBezTo>
                    <a:pt x="1443800" y="6405736"/>
                    <a:pt x="1417707" y="6301363"/>
                    <a:pt x="1469892" y="6218738"/>
                  </a:cubicBezTo>
                  <a:lnTo>
                    <a:pt x="2583174" y="4392255"/>
                  </a:lnTo>
                  <a:cubicBezTo>
                    <a:pt x="2535338" y="4300932"/>
                    <a:pt x="2504894" y="4196563"/>
                    <a:pt x="2504894" y="4083493"/>
                  </a:cubicBezTo>
                  <a:cubicBezTo>
                    <a:pt x="2504894" y="3805172"/>
                    <a:pt x="2683194" y="3565989"/>
                    <a:pt x="2935423" y="3479015"/>
                  </a:cubicBezTo>
                  <a:lnTo>
                    <a:pt x="2935423" y="2959619"/>
                  </a:lnTo>
                  <a:lnTo>
                    <a:pt x="373994" y="2961516"/>
                  </a:lnTo>
                  <a:cubicBezTo>
                    <a:pt x="169602" y="2961516"/>
                    <a:pt x="0" y="2791906"/>
                    <a:pt x="0" y="2587514"/>
                  </a:cubicBezTo>
                  <a:lnTo>
                    <a:pt x="0" y="1725596"/>
                  </a:lnTo>
                  <a:lnTo>
                    <a:pt x="0" y="1343769"/>
                  </a:lnTo>
                  <a:lnTo>
                    <a:pt x="0" y="707976"/>
                  </a:lnTo>
                  <a:lnTo>
                    <a:pt x="334857" y="707976"/>
                  </a:lnTo>
                  <a:lnTo>
                    <a:pt x="334857" y="1725596"/>
                  </a:lnTo>
                  <a:lnTo>
                    <a:pt x="334850" y="1725596"/>
                  </a:lnTo>
                  <a:lnTo>
                    <a:pt x="334850" y="2617957"/>
                  </a:lnTo>
                  <a:lnTo>
                    <a:pt x="5914313" y="2617957"/>
                  </a:lnTo>
                  <a:lnTo>
                    <a:pt x="5914313" y="356599"/>
                  </a:lnTo>
                  <a:lnTo>
                    <a:pt x="1655827" y="356599"/>
                  </a:lnTo>
                  <a:lnTo>
                    <a:pt x="681698" y="356599"/>
                  </a:lnTo>
                  <a:close/>
                </a:path>
              </a:pathLst>
            </a:custGeom>
            <a:grpFill/>
            <a:ln w="12601" cap="flat">
              <a:noFill/>
              <a:prstDash val="solid"/>
              <a:miter/>
            </a:ln>
          </p:spPr>
          <p:txBody>
            <a:bodyPr wrap="square" rtlCol="0" anchor="ctr">
              <a:noAutofit/>
            </a:bodyPr>
            <a:lstStyle/>
            <a:p>
              <a:endParaRPr lang="en-US"/>
            </a:p>
          </p:txBody>
        </p:sp>
        <p:sp>
          <p:nvSpPr>
            <p:cNvPr id="1615" name="Freeform: Shape 1614">
              <a:extLst>
                <a:ext uri="{FF2B5EF4-FFF2-40B4-BE49-F238E27FC236}">
                  <a16:creationId xmlns:a16="http://schemas.microsoft.com/office/drawing/2014/main" id="{07253A92-8252-A62E-26D4-9D30E23B748D}"/>
                </a:ext>
                <a:ext uri="{C183D7F6-B498-43B3-948B-1728B52AA6E4}">
                  <adec:decorative xmlns:adec="http://schemas.microsoft.com/office/drawing/2017/decorative" val="1"/>
                </a:ext>
              </a:extLst>
            </p:cNvPr>
            <p:cNvSpPr/>
            <p:nvPr/>
          </p:nvSpPr>
          <p:spPr>
            <a:xfrm>
              <a:off x="10441383" y="2930159"/>
              <a:ext cx="354279" cy="139451"/>
            </a:xfrm>
            <a:custGeom>
              <a:avLst/>
              <a:gdLst>
                <a:gd name="connsiteX0" fmla="*/ 778431 w 5314186"/>
                <a:gd name="connsiteY0" fmla="*/ 1369865 h 2091760"/>
                <a:gd name="connsiteX1" fmla="*/ 1491633 w 5314186"/>
                <a:gd name="connsiteY1" fmla="*/ 1369865 h 2091760"/>
                <a:gd name="connsiteX2" fmla="*/ 1491633 w 5314186"/>
                <a:gd name="connsiteY2" fmla="*/ 1726464 h 2091760"/>
                <a:gd name="connsiteX3" fmla="*/ 778431 w 5314186"/>
                <a:gd name="connsiteY3" fmla="*/ 1726464 h 2091760"/>
                <a:gd name="connsiteX4" fmla="*/ 3057183 w 5314186"/>
                <a:gd name="connsiteY4" fmla="*/ 1217649 h 2091760"/>
                <a:gd name="connsiteX5" fmla="*/ 3378992 w 5314186"/>
                <a:gd name="connsiteY5" fmla="*/ 1539458 h 2091760"/>
                <a:gd name="connsiteX6" fmla="*/ 3057183 w 5314186"/>
                <a:gd name="connsiteY6" fmla="*/ 1861267 h 2091760"/>
                <a:gd name="connsiteX7" fmla="*/ 2735374 w 5314186"/>
                <a:gd name="connsiteY7" fmla="*/ 1539458 h 2091760"/>
                <a:gd name="connsiteX8" fmla="*/ 3057183 w 5314186"/>
                <a:gd name="connsiteY8" fmla="*/ 1217649 h 2091760"/>
                <a:gd name="connsiteX9" fmla="*/ 4761893 w 5314186"/>
                <a:gd name="connsiteY9" fmla="*/ 1195911 h 2091760"/>
                <a:gd name="connsiteX10" fmla="*/ 4418342 w 5314186"/>
                <a:gd name="connsiteY10" fmla="*/ 1539464 h 2091760"/>
                <a:gd name="connsiteX11" fmla="*/ 4761893 w 5314186"/>
                <a:gd name="connsiteY11" fmla="*/ 1883017 h 2091760"/>
                <a:gd name="connsiteX12" fmla="*/ 5105445 w 5314186"/>
                <a:gd name="connsiteY12" fmla="*/ 1539464 h 2091760"/>
                <a:gd name="connsiteX13" fmla="*/ 4761893 w 5314186"/>
                <a:gd name="connsiteY13" fmla="*/ 1195911 h 2091760"/>
                <a:gd name="connsiteX14" fmla="*/ 4761893 w 5314186"/>
                <a:gd name="connsiteY14" fmla="*/ 987169 h 2091760"/>
                <a:gd name="connsiteX15" fmla="*/ 5314186 w 5314186"/>
                <a:gd name="connsiteY15" fmla="*/ 1539464 h 2091760"/>
                <a:gd name="connsiteX16" fmla="*/ 4761893 w 5314186"/>
                <a:gd name="connsiteY16" fmla="*/ 2091760 h 2091760"/>
                <a:gd name="connsiteX17" fmla="*/ 4209600 w 5314186"/>
                <a:gd name="connsiteY17" fmla="*/ 1539464 h 2091760"/>
                <a:gd name="connsiteX18" fmla="*/ 4761893 w 5314186"/>
                <a:gd name="connsiteY18" fmla="*/ 987169 h 2091760"/>
                <a:gd name="connsiteX19" fmla="*/ 0 w 5314186"/>
                <a:gd name="connsiteY19" fmla="*/ 0 h 2091760"/>
                <a:gd name="connsiteX20" fmla="*/ 521850 w 5314186"/>
                <a:gd name="connsiteY20" fmla="*/ 0 h 2091760"/>
                <a:gd name="connsiteX21" fmla="*/ 521850 w 5314186"/>
                <a:gd name="connsiteY21" fmla="*/ 521850 h 2091760"/>
                <a:gd name="connsiteX22" fmla="*/ 0 w 5314186"/>
                <a:gd name="connsiteY22" fmla="*/ 521850 h 20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314186" h="2091760">
                  <a:moveTo>
                    <a:pt x="778431" y="1369865"/>
                  </a:moveTo>
                  <a:lnTo>
                    <a:pt x="1491633" y="1369865"/>
                  </a:lnTo>
                  <a:lnTo>
                    <a:pt x="1491633" y="1726464"/>
                  </a:lnTo>
                  <a:lnTo>
                    <a:pt x="778431" y="1726464"/>
                  </a:lnTo>
                  <a:close/>
                  <a:moveTo>
                    <a:pt x="3057183" y="1217649"/>
                  </a:moveTo>
                  <a:cubicBezTo>
                    <a:pt x="3234916" y="1217649"/>
                    <a:pt x="3378992" y="1361729"/>
                    <a:pt x="3378992" y="1539458"/>
                  </a:cubicBezTo>
                  <a:cubicBezTo>
                    <a:pt x="3378992" y="1717191"/>
                    <a:pt x="3234916" y="1861267"/>
                    <a:pt x="3057183" y="1861267"/>
                  </a:cubicBezTo>
                  <a:cubicBezTo>
                    <a:pt x="2879454" y="1861267"/>
                    <a:pt x="2735374" y="1717191"/>
                    <a:pt x="2735374" y="1539458"/>
                  </a:cubicBezTo>
                  <a:cubicBezTo>
                    <a:pt x="2735374" y="1361729"/>
                    <a:pt x="2879454" y="1217649"/>
                    <a:pt x="3057183" y="1217649"/>
                  </a:cubicBezTo>
                  <a:close/>
                  <a:moveTo>
                    <a:pt x="4761893" y="1195911"/>
                  </a:moveTo>
                  <a:cubicBezTo>
                    <a:pt x="4570547" y="1195911"/>
                    <a:pt x="4418342" y="1348117"/>
                    <a:pt x="4418342" y="1539464"/>
                  </a:cubicBezTo>
                  <a:cubicBezTo>
                    <a:pt x="4418342" y="1730812"/>
                    <a:pt x="4570547" y="1883017"/>
                    <a:pt x="4761893" y="1883017"/>
                  </a:cubicBezTo>
                  <a:cubicBezTo>
                    <a:pt x="4953240" y="1883017"/>
                    <a:pt x="5105445" y="1730812"/>
                    <a:pt x="5105445" y="1539464"/>
                  </a:cubicBezTo>
                  <a:cubicBezTo>
                    <a:pt x="5105445" y="1348117"/>
                    <a:pt x="4953240" y="1195911"/>
                    <a:pt x="4761893" y="1195911"/>
                  </a:cubicBezTo>
                  <a:close/>
                  <a:moveTo>
                    <a:pt x="4761893" y="987169"/>
                  </a:moveTo>
                  <a:cubicBezTo>
                    <a:pt x="5066306" y="987169"/>
                    <a:pt x="5314186" y="1235050"/>
                    <a:pt x="5314186" y="1539464"/>
                  </a:cubicBezTo>
                  <a:cubicBezTo>
                    <a:pt x="5314186" y="1843879"/>
                    <a:pt x="5066306" y="2091760"/>
                    <a:pt x="4761893" y="2091760"/>
                  </a:cubicBezTo>
                  <a:cubicBezTo>
                    <a:pt x="4457480" y="2091760"/>
                    <a:pt x="4209600" y="1843879"/>
                    <a:pt x="4209600" y="1539464"/>
                  </a:cubicBezTo>
                  <a:cubicBezTo>
                    <a:pt x="4209600" y="1235050"/>
                    <a:pt x="4457480" y="987169"/>
                    <a:pt x="4761893" y="987169"/>
                  </a:cubicBezTo>
                  <a:close/>
                  <a:moveTo>
                    <a:pt x="0" y="0"/>
                  </a:moveTo>
                  <a:lnTo>
                    <a:pt x="521850" y="0"/>
                  </a:lnTo>
                  <a:lnTo>
                    <a:pt x="521850" y="521850"/>
                  </a:lnTo>
                  <a:lnTo>
                    <a:pt x="0" y="521850"/>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69" name="Group 68">
            <a:extLst>
              <a:ext uri="{FF2B5EF4-FFF2-40B4-BE49-F238E27FC236}">
                <a16:creationId xmlns:a16="http://schemas.microsoft.com/office/drawing/2014/main" id="{F9C2FAC8-EFCE-995B-EE04-4B1F5B7903C0}"/>
              </a:ext>
              <a:ext uri="{C183D7F6-B498-43B3-948B-1728B52AA6E4}">
                <adec:decorative xmlns:adec="http://schemas.microsoft.com/office/drawing/2017/decorative" val="1"/>
              </a:ext>
            </a:extLst>
          </p:cNvPr>
          <p:cNvGrpSpPr>
            <a:grpSpLocks noChangeAspect="1"/>
          </p:cNvGrpSpPr>
          <p:nvPr/>
        </p:nvGrpSpPr>
        <p:grpSpPr>
          <a:xfrm>
            <a:off x="11054269" y="2930159"/>
            <a:ext cx="497969" cy="457200"/>
            <a:chOff x="11054269" y="2930159"/>
            <a:chExt cx="497969" cy="457200"/>
          </a:xfrm>
          <a:solidFill>
            <a:schemeClr val="accent2"/>
          </a:solidFill>
        </p:grpSpPr>
        <p:sp>
          <p:nvSpPr>
            <p:cNvPr id="1631" name="Freeform: Shape 1630">
              <a:extLst>
                <a:ext uri="{FF2B5EF4-FFF2-40B4-BE49-F238E27FC236}">
                  <a16:creationId xmlns:a16="http://schemas.microsoft.com/office/drawing/2014/main" id="{1040ED9D-B1E2-9570-C539-BDC927AA0D8D}"/>
                </a:ext>
                <a:ext uri="{C183D7F6-B498-43B3-948B-1728B52AA6E4}">
                  <adec:decorative xmlns:adec="http://schemas.microsoft.com/office/drawing/2017/decorative" val="1"/>
                </a:ext>
              </a:extLst>
            </p:cNvPr>
            <p:cNvSpPr/>
            <p:nvPr/>
          </p:nvSpPr>
          <p:spPr>
            <a:xfrm>
              <a:off x="11054269" y="2944473"/>
              <a:ext cx="497969" cy="442886"/>
            </a:xfrm>
            <a:custGeom>
              <a:avLst/>
              <a:gdLst>
                <a:gd name="connsiteX0" fmla="*/ 2014191 w 7469542"/>
                <a:gd name="connsiteY0" fmla="*/ 2936002 h 6643294"/>
                <a:gd name="connsiteX1" fmla="*/ 2171019 w 7469542"/>
                <a:gd name="connsiteY1" fmla="*/ 2945197 h 6643294"/>
                <a:gd name="connsiteX2" fmla="*/ 2188660 w 7469542"/>
                <a:gd name="connsiteY2" fmla="*/ 3043153 h 6643294"/>
                <a:gd name="connsiteX3" fmla="*/ 2190684 w 7469542"/>
                <a:gd name="connsiteY3" fmla="*/ 3603561 h 6643294"/>
                <a:gd name="connsiteX4" fmla="*/ 2239390 w 7469542"/>
                <a:gd name="connsiteY4" fmla="*/ 4039181 h 6643294"/>
                <a:gd name="connsiteX5" fmla="*/ 2445642 w 7469542"/>
                <a:gd name="connsiteY5" fmla="*/ 4519761 h 6643294"/>
                <a:gd name="connsiteX6" fmla="*/ 2473263 w 7469542"/>
                <a:gd name="connsiteY6" fmla="*/ 4562469 h 6643294"/>
                <a:gd name="connsiteX7" fmla="*/ 3448775 w 7469542"/>
                <a:gd name="connsiteY7" fmla="*/ 5191344 h 6643294"/>
                <a:gd name="connsiteX8" fmla="*/ 4414976 w 7469542"/>
                <a:gd name="connsiteY8" fmla="*/ 5049305 h 6643294"/>
                <a:gd name="connsiteX9" fmla="*/ 4901599 w 7469542"/>
                <a:gd name="connsiteY9" fmla="*/ 4669558 h 6643294"/>
                <a:gd name="connsiteX10" fmla="*/ 5121385 w 7469542"/>
                <a:gd name="connsiteY10" fmla="*/ 4336515 h 6643294"/>
                <a:gd name="connsiteX11" fmla="*/ 5258833 w 7469542"/>
                <a:gd name="connsiteY11" fmla="*/ 3850283 h 6643294"/>
                <a:gd name="connsiteX12" fmla="*/ 5284547 w 7469542"/>
                <a:gd name="connsiteY12" fmla="*/ 3140122 h 6643294"/>
                <a:gd name="connsiteX13" fmla="*/ 5290943 w 7469542"/>
                <a:gd name="connsiteY13" fmla="*/ 2960277 h 6643294"/>
                <a:gd name="connsiteX14" fmla="*/ 5607264 w 7469542"/>
                <a:gd name="connsiteY14" fmla="*/ 2957406 h 6643294"/>
                <a:gd name="connsiteX15" fmla="*/ 5614131 w 7469542"/>
                <a:gd name="connsiteY15" fmla="*/ 3105253 h 6643294"/>
                <a:gd name="connsiteX16" fmla="*/ 5614440 w 7469542"/>
                <a:gd name="connsiteY16" fmla="*/ 3682662 h 6643294"/>
                <a:gd name="connsiteX17" fmla="*/ 5234141 w 7469542"/>
                <a:gd name="connsiteY17" fmla="*/ 4817831 h 6643294"/>
                <a:gd name="connsiteX18" fmla="*/ 4989281 w 7469542"/>
                <a:gd name="connsiteY18" fmla="*/ 5090739 h 6643294"/>
                <a:gd name="connsiteX19" fmla="*/ 4718632 w 7469542"/>
                <a:gd name="connsiteY19" fmla="*/ 5284921 h 6643294"/>
                <a:gd name="connsiteX20" fmla="*/ 4108148 w 7469542"/>
                <a:gd name="connsiteY20" fmla="*/ 5525403 h 6643294"/>
                <a:gd name="connsiteX21" fmla="*/ 3933609 w 7469542"/>
                <a:gd name="connsiteY21" fmla="*/ 5565910 h 6643294"/>
                <a:gd name="connsiteX22" fmla="*/ 3932218 w 7469542"/>
                <a:gd name="connsiteY22" fmla="*/ 6239789 h 6643294"/>
                <a:gd name="connsiteX23" fmla="*/ 4042457 w 7469542"/>
                <a:gd name="connsiteY23" fmla="*/ 6254744 h 6643294"/>
                <a:gd name="connsiteX24" fmla="*/ 4551931 w 7469542"/>
                <a:gd name="connsiteY24" fmla="*/ 6256009 h 6643294"/>
                <a:gd name="connsiteX25" fmla="*/ 4705864 w 7469542"/>
                <a:gd name="connsiteY25" fmla="*/ 6263943 h 6643294"/>
                <a:gd name="connsiteX26" fmla="*/ 4719633 w 7469542"/>
                <a:gd name="connsiteY26" fmla="*/ 6611352 h 6643294"/>
                <a:gd name="connsiteX27" fmla="*/ 4692580 w 7469542"/>
                <a:gd name="connsiteY27" fmla="*/ 6631186 h 6643294"/>
                <a:gd name="connsiteX28" fmla="*/ 4677853 w 7469542"/>
                <a:gd name="connsiteY28" fmla="*/ 6638361 h 6643294"/>
                <a:gd name="connsiteX29" fmla="*/ 2877966 w 7469542"/>
                <a:gd name="connsiteY29" fmla="*/ 6643292 h 6643294"/>
                <a:gd name="connsiteX30" fmla="*/ 2793412 w 7469542"/>
                <a:gd name="connsiteY30" fmla="*/ 6638781 h 6643294"/>
                <a:gd name="connsiteX31" fmla="*/ 2752117 w 7469542"/>
                <a:gd name="connsiteY31" fmla="*/ 6619315 h 6643294"/>
                <a:gd name="connsiteX32" fmla="*/ 2753383 w 7469542"/>
                <a:gd name="connsiteY32" fmla="*/ 6272186 h 6643294"/>
                <a:gd name="connsiteX33" fmla="*/ 3143808 w 7469542"/>
                <a:gd name="connsiteY33" fmla="*/ 6256363 h 6643294"/>
                <a:gd name="connsiteX34" fmla="*/ 3529355 w 7469542"/>
                <a:gd name="connsiteY34" fmla="*/ 6253706 h 6643294"/>
                <a:gd name="connsiteX35" fmla="*/ 3542749 w 7469542"/>
                <a:gd name="connsiteY35" fmla="*/ 5570877 h 6643294"/>
                <a:gd name="connsiteX36" fmla="*/ 3087191 w 7469542"/>
                <a:gd name="connsiteY36" fmla="*/ 5449503 h 6643294"/>
                <a:gd name="connsiteX37" fmla="*/ 2721612 w 7469542"/>
                <a:gd name="connsiteY37" fmla="*/ 5275766 h 6643294"/>
                <a:gd name="connsiteX38" fmla="*/ 2244357 w 7469542"/>
                <a:gd name="connsiteY38" fmla="*/ 4857889 h 6643294"/>
                <a:gd name="connsiteX39" fmla="*/ 2116985 w 7469542"/>
                <a:gd name="connsiteY39" fmla="*/ 4662986 h 6643294"/>
                <a:gd name="connsiteX40" fmla="*/ 1855860 w 7469542"/>
                <a:gd name="connsiteY40" fmla="*/ 3675633 h 6643294"/>
                <a:gd name="connsiteX41" fmla="*/ 1857045 w 7469542"/>
                <a:gd name="connsiteY41" fmla="*/ 3115246 h 6643294"/>
                <a:gd name="connsiteX42" fmla="*/ 1857038 w 7469542"/>
                <a:gd name="connsiteY42" fmla="*/ 2957083 h 6643294"/>
                <a:gd name="connsiteX43" fmla="*/ 2014191 w 7469542"/>
                <a:gd name="connsiteY43" fmla="*/ 2936002 h 6643294"/>
                <a:gd name="connsiteX44" fmla="*/ 6059819 w 7469542"/>
                <a:gd name="connsiteY44" fmla="*/ 1287172 h 6643294"/>
                <a:gd name="connsiteX45" fmla="*/ 6161595 w 7469542"/>
                <a:gd name="connsiteY45" fmla="*/ 1353467 h 6643294"/>
                <a:gd name="connsiteX46" fmla="*/ 6493534 w 7469542"/>
                <a:gd name="connsiteY46" fmla="*/ 1841783 h 6643294"/>
                <a:gd name="connsiteX47" fmla="*/ 6732140 w 7469542"/>
                <a:gd name="connsiteY47" fmla="*/ 2577932 h 6643294"/>
                <a:gd name="connsiteX48" fmla="*/ 6756073 w 7469542"/>
                <a:gd name="connsiteY48" fmla="*/ 3050225 h 6643294"/>
                <a:gd name="connsiteX49" fmla="*/ 6724257 w 7469542"/>
                <a:gd name="connsiteY49" fmla="*/ 3349907 h 6643294"/>
                <a:gd name="connsiteX50" fmla="*/ 6235743 w 7469542"/>
                <a:gd name="connsiteY50" fmla="*/ 4430359 h 6643294"/>
                <a:gd name="connsiteX51" fmla="*/ 6118615 w 7469542"/>
                <a:gd name="connsiteY51" fmla="*/ 4573363 h 6643294"/>
                <a:gd name="connsiteX52" fmla="*/ 5989513 w 7469542"/>
                <a:gd name="connsiteY52" fmla="*/ 4568233 h 6643294"/>
                <a:gd name="connsiteX53" fmla="*/ 5877228 w 7469542"/>
                <a:gd name="connsiteY53" fmla="*/ 4450009 h 6643294"/>
                <a:gd name="connsiteX54" fmla="*/ 5945672 w 7469542"/>
                <a:gd name="connsiteY54" fmla="*/ 4288592 h 6643294"/>
                <a:gd name="connsiteX55" fmla="*/ 6440936 w 7469542"/>
                <a:gd name="connsiteY55" fmla="*/ 3296293 h 6643294"/>
                <a:gd name="connsiteX56" fmla="*/ 6475548 w 7469542"/>
                <a:gd name="connsiteY56" fmla="*/ 2893937 h 6643294"/>
                <a:gd name="connsiteX57" fmla="*/ 6207438 w 7469542"/>
                <a:gd name="connsiteY57" fmla="*/ 1924990 h 6643294"/>
                <a:gd name="connsiteX58" fmla="*/ 5933404 w 7469542"/>
                <a:gd name="connsiteY58" fmla="*/ 1543867 h 6643294"/>
                <a:gd name="connsiteX59" fmla="*/ 5935766 w 7469542"/>
                <a:gd name="connsiteY59" fmla="*/ 1409783 h 6643294"/>
                <a:gd name="connsiteX60" fmla="*/ 6059819 w 7469542"/>
                <a:gd name="connsiteY60" fmla="*/ 1287172 h 6643294"/>
                <a:gd name="connsiteX61" fmla="*/ 1398266 w 7469542"/>
                <a:gd name="connsiteY61" fmla="*/ 1276447 h 6643294"/>
                <a:gd name="connsiteX62" fmla="*/ 1593626 w 7469542"/>
                <a:gd name="connsiteY62" fmla="*/ 1496241 h 6643294"/>
                <a:gd name="connsiteX63" fmla="*/ 1545501 w 7469542"/>
                <a:gd name="connsiteY63" fmla="*/ 1563802 h 6643294"/>
                <a:gd name="connsiteX64" fmla="*/ 1022709 w 7469542"/>
                <a:gd name="connsiteY64" fmla="*/ 2697691 h 6643294"/>
                <a:gd name="connsiteX65" fmla="*/ 1273691 w 7469542"/>
                <a:gd name="connsiteY65" fmla="*/ 3986653 h 6643294"/>
                <a:gd name="connsiteX66" fmla="*/ 1505576 w 7469542"/>
                <a:gd name="connsiteY66" fmla="*/ 4318260 h 6643294"/>
                <a:gd name="connsiteX67" fmla="*/ 1572614 w 7469542"/>
                <a:gd name="connsiteY67" fmla="*/ 4413802 h 6643294"/>
                <a:gd name="connsiteX68" fmla="*/ 1406052 w 7469542"/>
                <a:gd name="connsiteY68" fmla="*/ 4590167 h 6643294"/>
                <a:gd name="connsiteX69" fmla="*/ 1303806 w 7469542"/>
                <a:gd name="connsiteY69" fmla="*/ 4572592 h 6643294"/>
                <a:gd name="connsiteX70" fmla="*/ 1015650 w 7469542"/>
                <a:gd name="connsiteY70" fmla="*/ 4139849 h 6643294"/>
                <a:gd name="connsiteX71" fmla="*/ 731940 w 7469542"/>
                <a:gd name="connsiteY71" fmla="*/ 3227108 h 6643294"/>
                <a:gd name="connsiteX72" fmla="*/ 733890 w 7469542"/>
                <a:gd name="connsiteY72" fmla="*/ 2673978 h 6643294"/>
                <a:gd name="connsiteX73" fmla="*/ 848817 w 7469542"/>
                <a:gd name="connsiteY73" fmla="*/ 2164048 h 6643294"/>
                <a:gd name="connsiteX74" fmla="*/ 1247462 w 7469542"/>
                <a:gd name="connsiteY74" fmla="*/ 1424934 h 6643294"/>
                <a:gd name="connsiteX75" fmla="*/ 1398266 w 7469542"/>
                <a:gd name="connsiteY75" fmla="*/ 1276447 h 6643294"/>
                <a:gd name="connsiteX76" fmla="*/ 867714 w 7469542"/>
                <a:gd name="connsiteY76" fmla="*/ 776069 h 6643294"/>
                <a:gd name="connsiteX77" fmla="*/ 1096368 w 7469542"/>
                <a:gd name="connsiteY77" fmla="*/ 986259 h 6643294"/>
                <a:gd name="connsiteX78" fmla="*/ 597361 w 7469542"/>
                <a:gd name="connsiteY78" fmla="*/ 1679825 h 6643294"/>
                <a:gd name="connsiteX79" fmla="*/ 320774 w 7469542"/>
                <a:gd name="connsiteY79" fmla="*/ 2511928 h 6643294"/>
                <a:gd name="connsiteX80" fmla="*/ 314592 w 7469542"/>
                <a:gd name="connsiteY80" fmla="*/ 3372299 h 6643294"/>
                <a:gd name="connsiteX81" fmla="*/ 578940 w 7469542"/>
                <a:gd name="connsiteY81" fmla="*/ 4207993 h 6643294"/>
                <a:gd name="connsiteX82" fmla="*/ 1060630 w 7469542"/>
                <a:gd name="connsiteY82" fmla="*/ 4917118 h 6643294"/>
                <a:gd name="connsiteX83" fmla="*/ 896401 w 7469542"/>
                <a:gd name="connsiteY83" fmla="*/ 5099113 h 6643294"/>
                <a:gd name="connsiteX84" fmla="*/ 804989 w 7469542"/>
                <a:gd name="connsiteY84" fmla="*/ 5093306 h 6643294"/>
                <a:gd name="connsiteX85" fmla="*/ 780996 w 7469542"/>
                <a:gd name="connsiteY85" fmla="*/ 5069417 h 6643294"/>
                <a:gd name="connsiteX86" fmla="*/ 423860 w 7469542"/>
                <a:gd name="connsiteY86" fmla="*/ 4568163 h 6643294"/>
                <a:gd name="connsiteX87" fmla="*/ 63668 w 7469542"/>
                <a:gd name="connsiteY87" fmla="*/ 3639415 h 6643294"/>
                <a:gd name="connsiteX88" fmla="*/ 4954 w 7469542"/>
                <a:gd name="connsiteY88" fmla="*/ 2679322 h 6643294"/>
                <a:gd name="connsiteX89" fmla="*/ 59709 w 7469542"/>
                <a:gd name="connsiteY89" fmla="*/ 2332414 h 6643294"/>
                <a:gd name="connsiteX90" fmla="*/ 867714 w 7469542"/>
                <a:gd name="connsiteY90" fmla="*/ 776069 h 6643294"/>
                <a:gd name="connsiteX91" fmla="*/ 6575795 w 7469542"/>
                <a:gd name="connsiteY91" fmla="*/ 771961 h 6643294"/>
                <a:gd name="connsiteX92" fmla="*/ 6801432 w 7469542"/>
                <a:gd name="connsiteY92" fmla="*/ 995347 h 6643294"/>
                <a:gd name="connsiteX93" fmla="*/ 7109708 w 7469542"/>
                <a:gd name="connsiteY93" fmla="*/ 1458183 h 6643294"/>
                <a:gd name="connsiteX94" fmla="*/ 7342057 w 7469542"/>
                <a:gd name="connsiteY94" fmla="*/ 2020329 h 6643294"/>
                <a:gd name="connsiteX95" fmla="*/ 7464800 w 7469542"/>
                <a:gd name="connsiteY95" fmla="*/ 2614277 h 6643294"/>
                <a:gd name="connsiteX96" fmla="*/ 7469068 w 7469542"/>
                <a:gd name="connsiteY96" fmla="*/ 2715721 h 6643294"/>
                <a:gd name="connsiteX97" fmla="*/ 7469156 w 7469542"/>
                <a:gd name="connsiteY97" fmla="*/ 3038063 h 6643294"/>
                <a:gd name="connsiteX98" fmla="*/ 7067641 w 7469542"/>
                <a:gd name="connsiteY98" fmla="*/ 4486956 h 6643294"/>
                <a:gd name="connsiteX99" fmla="*/ 6708937 w 7469542"/>
                <a:gd name="connsiteY99" fmla="*/ 4998219 h 6643294"/>
                <a:gd name="connsiteX100" fmla="*/ 6559435 w 7469542"/>
                <a:gd name="connsiteY100" fmla="*/ 5118268 h 6643294"/>
                <a:gd name="connsiteX101" fmla="*/ 6385823 w 7469542"/>
                <a:gd name="connsiteY101" fmla="*/ 4952832 h 6643294"/>
                <a:gd name="connsiteX102" fmla="*/ 6492720 w 7469542"/>
                <a:gd name="connsiteY102" fmla="*/ 4759724 h 6643294"/>
                <a:gd name="connsiteX103" fmla="*/ 6747368 w 7469542"/>
                <a:gd name="connsiteY103" fmla="*/ 4434365 h 6643294"/>
                <a:gd name="connsiteX104" fmla="*/ 7041279 w 7469542"/>
                <a:gd name="connsiteY104" fmla="*/ 3832764 h 6643294"/>
                <a:gd name="connsiteX105" fmla="*/ 7183068 w 7469542"/>
                <a:gd name="connsiteY105" fmla="*/ 2753071 h 6643294"/>
                <a:gd name="connsiteX106" fmla="*/ 7023160 w 7469542"/>
                <a:gd name="connsiteY106" fmla="*/ 1996491 h 6643294"/>
                <a:gd name="connsiteX107" fmla="*/ 6782554 w 7469542"/>
                <a:gd name="connsiteY107" fmla="*/ 1493560 h 6643294"/>
                <a:gd name="connsiteX108" fmla="*/ 6475300 w 7469542"/>
                <a:gd name="connsiteY108" fmla="*/ 1099522 h 6643294"/>
                <a:gd name="connsiteX109" fmla="*/ 6440608 w 7469542"/>
                <a:gd name="connsiteY109" fmla="*/ 1062459 h 6643294"/>
                <a:gd name="connsiteX110" fmla="*/ 6450742 w 7469542"/>
                <a:gd name="connsiteY110" fmla="*/ 894035 h 6643294"/>
                <a:gd name="connsiteX111" fmla="*/ 6486274 w 7469542"/>
                <a:gd name="connsiteY111" fmla="*/ 857745 h 6643294"/>
                <a:gd name="connsiteX112" fmla="*/ 6575795 w 7469542"/>
                <a:gd name="connsiteY112" fmla="*/ 771961 h 6643294"/>
                <a:gd name="connsiteX113" fmla="*/ 3210152 w 7469542"/>
                <a:gd name="connsiteY113" fmla="*/ 2467 h 6643294"/>
                <a:gd name="connsiteX114" fmla="*/ 3210152 w 7469542"/>
                <a:gd name="connsiteY114" fmla="*/ 407905 h 6643294"/>
                <a:gd name="connsiteX115" fmla="*/ 3179330 w 7469542"/>
                <a:gd name="connsiteY115" fmla="*/ 431940 h 6643294"/>
                <a:gd name="connsiteX116" fmla="*/ 2994489 w 7469542"/>
                <a:gd name="connsiteY116" fmla="*/ 622613 h 6643294"/>
                <a:gd name="connsiteX117" fmla="*/ 2989915 w 7469542"/>
                <a:gd name="connsiteY117" fmla="*/ 631221 h 6643294"/>
                <a:gd name="connsiteX118" fmla="*/ 2864300 w 7469542"/>
                <a:gd name="connsiteY118" fmla="*/ 867922 h 6643294"/>
                <a:gd name="connsiteX119" fmla="*/ 2820803 w 7469542"/>
                <a:gd name="connsiteY119" fmla="*/ 1142690 h 6643294"/>
                <a:gd name="connsiteX120" fmla="*/ 2820133 w 7469542"/>
                <a:gd name="connsiteY120" fmla="*/ 2450792 h 6643294"/>
                <a:gd name="connsiteX121" fmla="*/ 2796253 w 7469542"/>
                <a:gd name="connsiteY121" fmla="*/ 2625637 h 6643294"/>
                <a:gd name="connsiteX122" fmla="*/ 2491129 w 7469542"/>
                <a:gd name="connsiteY122" fmla="*/ 2627875 h 6643294"/>
                <a:gd name="connsiteX123" fmla="*/ 2470647 w 7469542"/>
                <a:gd name="connsiteY123" fmla="*/ 2533441 h 6643294"/>
                <a:gd name="connsiteX124" fmla="*/ 2471929 w 7469542"/>
                <a:gd name="connsiteY124" fmla="*/ 1123449 h 6643294"/>
                <a:gd name="connsiteX125" fmla="*/ 2744246 w 7469542"/>
                <a:gd name="connsiteY125" fmla="*/ 338976 h 6643294"/>
                <a:gd name="connsiteX126" fmla="*/ 2823220 w 7469542"/>
                <a:gd name="connsiteY126" fmla="*/ 244991 h 6643294"/>
                <a:gd name="connsiteX127" fmla="*/ 2823220 w 7469542"/>
                <a:gd name="connsiteY127" fmla="*/ 242721 h 6643294"/>
                <a:gd name="connsiteX128" fmla="*/ 2839391 w 7469542"/>
                <a:gd name="connsiteY128" fmla="*/ 223014 h 6643294"/>
                <a:gd name="connsiteX129" fmla="*/ 2967530 w 7469542"/>
                <a:gd name="connsiteY129" fmla="*/ 139254 h 6643294"/>
                <a:gd name="connsiteX130" fmla="*/ 3141542 w 7469542"/>
                <a:gd name="connsiteY130" fmla="*/ 25489 h 6643294"/>
                <a:gd name="connsiteX131" fmla="*/ 4259404 w 7469542"/>
                <a:gd name="connsiteY131" fmla="*/ 0 h 6643294"/>
                <a:gd name="connsiteX132" fmla="*/ 4261242 w 7469542"/>
                <a:gd name="connsiteY132" fmla="*/ 588 h 6643294"/>
                <a:gd name="connsiteX133" fmla="*/ 4332800 w 7469542"/>
                <a:gd name="connsiteY133" fmla="*/ 40508 h 6643294"/>
                <a:gd name="connsiteX134" fmla="*/ 4437908 w 7469542"/>
                <a:gd name="connsiteY134" fmla="*/ 106178 h 6643294"/>
                <a:gd name="connsiteX135" fmla="*/ 4536703 w 7469542"/>
                <a:gd name="connsiteY135" fmla="*/ 168320 h 6643294"/>
                <a:gd name="connsiteX136" fmla="*/ 4536744 w 7469542"/>
                <a:gd name="connsiteY136" fmla="*/ 168337 h 6643294"/>
                <a:gd name="connsiteX137" fmla="*/ 4804121 w 7469542"/>
                <a:gd name="connsiteY137" fmla="*/ 490750 h 6643294"/>
                <a:gd name="connsiteX138" fmla="*/ 4836772 w 7469542"/>
                <a:gd name="connsiteY138" fmla="*/ 530114 h 6643294"/>
                <a:gd name="connsiteX139" fmla="*/ 4870795 w 7469542"/>
                <a:gd name="connsiteY139" fmla="*/ 631229 h 6643294"/>
                <a:gd name="connsiteX140" fmla="*/ 4987345 w 7469542"/>
                <a:gd name="connsiteY140" fmla="*/ 977612 h 6643294"/>
                <a:gd name="connsiteX141" fmla="*/ 5008808 w 7469542"/>
                <a:gd name="connsiteY141" fmla="*/ 1280654 h 6643294"/>
                <a:gd name="connsiteX142" fmla="*/ 5008506 w 7469542"/>
                <a:gd name="connsiteY142" fmla="*/ 2452017 h 6643294"/>
                <a:gd name="connsiteX143" fmla="*/ 4985900 w 7469542"/>
                <a:gd name="connsiteY143" fmla="*/ 2622918 h 6643294"/>
                <a:gd name="connsiteX144" fmla="*/ 4660285 w 7469542"/>
                <a:gd name="connsiteY144" fmla="*/ 2625017 h 6643294"/>
                <a:gd name="connsiteX145" fmla="*/ 4649962 w 7469542"/>
                <a:gd name="connsiteY145" fmla="*/ 2471030 h 6643294"/>
                <a:gd name="connsiteX146" fmla="*/ 4649987 w 7469542"/>
                <a:gd name="connsiteY146" fmla="*/ 1129909 h 6643294"/>
                <a:gd name="connsiteX147" fmla="*/ 4528880 w 7469542"/>
                <a:gd name="connsiteY147" fmla="*/ 695012 h 6643294"/>
                <a:gd name="connsiteX148" fmla="*/ 4486183 w 7469542"/>
                <a:gd name="connsiteY148" fmla="*/ 631229 h 6643294"/>
                <a:gd name="connsiteX149" fmla="*/ 4482108 w 7469542"/>
                <a:gd name="connsiteY149" fmla="*/ 631229 h 6643294"/>
                <a:gd name="connsiteX150" fmla="*/ 4382194 w 7469542"/>
                <a:gd name="connsiteY150" fmla="*/ 494956 h 6643294"/>
                <a:gd name="connsiteX151" fmla="*/ 4262434 w 7469542"/>
                <a:gd name="connsiteY151" fmla="*/ 393645 h 6643294"/>
                <a:gd name="connsiteX152" fmla="*/ 4259404 w 7469542"/>
                <a:gd name="connsiteY152" fmla="*/ 391285 h 664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9542" h="6643294">
                  <a:moveTo>
                    <a:pt x="2014191" y="2936002"/>
                  </a:moveTo>
                  <a:cubicBezTo>
                    <a:pt x="2065818" y="2936184"/>
                    <a:pt x="2117390" y="2941414"/>
                    <a:pt x="2171019" y="2945197"/>
                  </a:cubicBezTo>
                  <a:cubicBezTo>
                    <a:pt x="2177547" y="2979852"/>
                    <a:pt x="2188373" y="3011455"/>
                    <a:pt x="2188660" y="3043153"/>
                  </a:cubicBezTo>
                  <a:cubicBezTo>
                    <a:pt x="2190360" y="3229953"/>
                    <a:pt x="2186489" y="3416834"/>
                    <a:pt x="2190684" y="3603561"/>
                  </a:cubicBezTo>
                  <a:cubicBezTo>
                    <a:pt x="2193966" y="3749854"/>
                    <a:pt x="2199280" y="3897384"/>
                    <a:pt x="2239390" y="4039181"/>
                  </a:cubicBezTo>
                  <a:cubicBezTo>
                    <a:pt x="2287109" y="4207870"/>
                    <a:pt x="2351513" y="4370472"/>
                    <a:pt x="2445642" y="4519761"/>
                  </a:cubicBezTo>
                  <a:cubicBezTo>
                    <a:pt x="2454694" y="4534105"/>
                    <a:pt x="2462709" y="4549310"/>
                    <a:pt x="2473263" y="4562469"/>
                  </a:cubicBezTo>
                  <a:cubicBezTo>
                    <a:pt x="2728331" y="4880719"/>
                    <a:pt x="3037632" y="5112832"/>
                    <a:pt x="3448775" y="5191344"/>
                  </a:cubicBezTo>
                  <a:cubicBezTo>
                    <a:pt x="3788647" y="5256248"/>
                    <a:pt x="4106963" y="5205659"/>
                    <a:pt x="4414976" y="5049305"/>
                  </a:cubicBezTo>
                  <a:cubicBezTo>
                    <a:pt x="4603536" y="4953586"/>
                    <a:pt x="4766374" y="4828348"/>
                    <a:pt x="4901599" y="4669558"/>
                  </a:cubicBezTo>
                  <a:cubicBezTo>
                    <a:pt x="4987618" y="4568555"/>
                    <a:pt x="5067631" y="4459641"/>
                    <a:pt x="5121385" y="4336515"/>
                  </a:cubicBezTo>
                  <a:cubicBezTo>
                    <a:pt x="5189248" y="4181096"/>
                    <a:pt x="5233369" y="4019288"/>
                    <a:pt x="5258833" y="3850283"/>
                  </a:cubicBezTo>
                  <a:cubicBezTo>
                    <a:pt x="5294453" y="3613776"/>
                    <a:pt x="5279844" y="3376923"/>
                    <a:pt x="5284547" y="3140122"/>
                  </a:cubicBezTo>
                  <a:cubicBezTo>
                    <a:pt x="5285761" y="3079119"/>
                    <a:pt x="5288838" y="3018144"/>
                    <a:pt x="5290943" y="2960277"/>
                  </a:cubicBezTo>
                  <a:cubicBezTo>
                    <a:pt x="5435463" y="2930367"/>
                    <a:pt x="5466218" y="2930109"/>
                    <a:pt x="5607264" y="2957406"/>
                  </a:cubicBezTo>
                  <a:cubicBezTo>
                    <a:pt x="5609583" y="3005104"/>
                    <a:pt x="5613910" y="3055171"/>
                    <a:pt x="5614131" y="3105253"/>
                  </a:cubicBezTo>
                  <a:cubicBezTo>
                    <a:pt x="5614955" y="3297720"/>
                    <a:pt x="5614595" y="3490187"/>
                    <a:pt x="5614440" y="3682662"/>
                  </a:cubicBezTo>
                  <a:cubicBezTo>
                    <a:pt x="5614102" y="4103394"/>
                    <a:pt x="5482321" y="4479254"/>
                    <a:pt x="5234141" y="4817831"/>
                  </a:cubicBezTo>
                  <a:cubicBezTo>
                    <a:pt x="5163489" y="4914220"/>
                    <a:pt x="5081945" y="4998840"/>
                    <a:pt x="4989281" y="5090739"/>
                  </a:cubicBezTo>
                  <a:cubicBezTo>
                    <a:pt x="4893246" y="5161111"/>
                    <a:pt x="4806440" y="5223726"/>
                    <a:pt x="4718632" y="5284921"/>
                  </a:cubicBezTo>
                  <a:cubicBezTo>
                    <a:pt x="4534282" y="5413412"/>
                    <a:pt x="4323431" y="5475151"/>
                    <a:pt x="4108148" y="5525403"/>
                  </a:cubicBezTo>
                  <a:cubicBezTo>
                    <a:pt x="4048602" y="5539312"/>
                    <a:pt x="3989019" y="5553053"/>
                    <a:pt x="3933609" y="5565910"/>
                  </a:cubicBezTo>
                  <a:cubicBezTo>
                    <a:pt x="3907961" y="5712534"/>
                    <a:pt x="3907225" y="6085201"/>
                    <a:pt x="3932218" y="6239789"/>
                  </a:cubicBezTo>
                  <a:cubicBezTo>
                    <a:pt x="3966999" y="6244742"/>
                    <a:pt x="4004680" y="6254361"/>
                    <a:pt x="4042457" y="6254744"/>
                  </a:cubicBezTo>
                  <a:cubicBezTo>
                    <a:pt x="4212272" y="6256473"/>
                    <a:pt x="4382116" y="6254986"/>
                    <a:pt x="4551931" y="6256009"/>
                  </a:cubicBezTo>
                  <a:cubicBezTo>
                    <a:pt x="4601851" y="6256304"/>
                    <a:pt x="4651734" y="6261029"/>
                    <a:pt x="4705864" y="6263943"/>
                  </a:cubicBezTo>
                  <a:cubicBezTo>
                    <a:pt x="4735118" y="6388754"/>
                    <a:pt x="4715519" y="6505050"/>
                    <a:pt x="4719633" y="6611352"/>
                  </a:cubicBezTo>
                  <a:cubicBezTo>
                    <a:pt x="4701742" y="6624555"/>
                    <a:pt x="4697378" y="6628234"/>
                    <a:pt x="4692580" y="6631186"/>
                  </a:cubicBezTo>
                  <a:cubicBezTo>
                    <a:pt x="4687906" y="6634063"/>
                    <a:pt x="4682791" y="6638346"/>
                    <a:pt x="4677853" y="6638361"/>
                  </a:cubicBezTo>
                  <a:cubicBezTo>
                    <a:pt x="4077893" y="6640289"/>
                    <a:pt x="3477933" y="6641931"/>
                    <a:pt x="2877966" y="6643292"/>
                  </a:cubicBezTo>
                  <a:cubicBezTo>
                    <a:pt x="2849757" y="6643358"/>
                    <a:pt x="2821430" y="6641864"/>
                    <a:pt x="2793412" y="6638781"/>
                  </a:cubicBezTo>
                  <a:cubicBezTo>
                    <a:pt x="2783138" y="6637655"/>
                    <a:pt x="2773622" y="6629780"/>
                    <a:pt x="2752117" y="6619315"/>
                  </a:cubicBezTo>
                  <a:cubicBezTo>
                    <a:pt x="2736942" y="6509429"/>
                    <a:pt x="2739613" y="6393435"/>
                    <a:pt x="2753383" y="6272186"/>
                  </a:cubicBezTo>
                  <a:cubicBezTo>
                    <a:pt x="2885053" y="6239494"/>
                    <a:pt x="3015192" y="6260278"/>
                    <a:pt x="3143808" y="6256363"/>
                  </a:cubicBezTo>
                  <a:cubicBezTo>
                    <a:pt x="3273411" y="6252425"/>
                    <a:pt x="3403197" y="6254339"/>
                    <a:pt x="3529355" y="6253706"/>
                  </a:cubicBezTo>
                  <a:cubicBezTo>
                    <a:pt x="3562855" y="6133252"/>
                    <a:pt x="3568640" y="5758819"/>
                    <a:pt x="3542749" y="5570877"/>
                  </a:cubicBezTo>
                  <a:cubicBezTo>
                    <a:pt x="3391105" y="5530665"/>
                    <a:pt x="3238563" y="5492137"/>
                    <a:pt x="3087191" y="5449503"/>
                  </a:cubicBezTo>
                  <a:cubicBezTo>
                    <a:pt x="2955764" y="5412499"/>
                    <a:pt x="2840513" y="5341060"/>
                    <a:pt x="2721612" y="5275766"/>
                  </a:cubicBezTo>
                  <a:cubicBezTo>
                    <a:pt x="2530822" y="5170995"/>
                    <a:pt x="2393867" y="5007318"/>
                    <a:pt x="2244357" y="4857889"/>
                  </a:cubicBezTo>
                  <a:cubicBezTo>
                    <a:pt x="2190544" y="4804113"/>
                    <a:pt x="2152032" y="4732026"/>
                    <a:pt x="2116985" y="4662986"/>
                  </a:cubicBezTo>
                  <a:cubicBezTo>
                    <a:pt x="1959601" y="4352927"/>
                    <a:pt x="1843150" y="4032072"/>
                    <a:pt x="1855860" y="3675633"/>
                  </a:cubicBezTo>
                  <a:cubicBezTo>
                    <a:pt x="1862513" y="3489061"/>
                    <a:pt x="1857045" y="3302054"/>
                    <a:pt x="1857045" y="3115246"/>
                  </a:cubicBezTo>
                  <a:cubicBezTo>
                    <a:pt x="1857045" y="3065047"/>
                    <a:pt x="1857038" y="3014854"/>
                    <a:pt x="1857038" y="2957083"/>
                  </a:cubicBezTo>
                  <a:cubicBezTo>
                    <a:pt x="1910884" y="2940681"/>
                    <a:pt x="1962565" y="2935818"/>
                    <a:pt x="2014191" y="2936002"/>
                  </a:cubicBezTo>
                  <a:close/>
                  <a:moveTo>
                    <a:pt x="6059819" y="1287172"/>
                  </a:moveTo>
                  <a:cubicBezTo>
                    <a:pt x="6121780" y="1283699"/>
                    <a:pt x="6135056" y="1325067"/>
                    <a:pt x="6161595" y="1353467"/>
                  </a:cubicBezTo>
                  <a:cubicBezTo>
                    <a:pt x="6297792" y="1499209"/>
                    <a:pt x="6400553" y="1667103"/>
                    <a:pt x="6493534" y="1841783"/>
                  </a:cubicBezTo>
                  <a:cubicBezTo>
                    <a:pt x="6616594" y="2072984"/>
                    <a:pt x="6693516" y="2317932"/>
                    <a:pt x="6732140" y="2577932"/>
                  </a:cubicBezTo>
                  <a:cubicBezTo>
                    <a:pt x="6755565" y="2735677"/>
                    <a:pt x="6759893" y="2892561"/>
                    <a:pt x="6756073" y="3050225"/>
                  </a:cubicBezTo>
                  <a:cubicBezTo>
                    <a:pt x="6753769" y="3145421"/>
                    <a:pt x="6737652" y="3240279"/>
                    <a:pt x="6724257" y="3349907"/>
                  </a:cubicBezTo>
                  <a:cubicBezTo>
                    <a:pt x="6646555" y="3759593"/>
                    <a:pt x="6499900" y="4121617"/>
                    <a:pt x="6235743" y="4430359"/>
                  </a:cubicBezTo>
                  <a:cubicBezTo>
                    <a:pt x="6195677" y="4477188"/>
                    <a:pt x="6161418" y="4529360"/>
                    <a:pt x="6118615" y="4573363"/>
                  </a:cubicBezTo>
                  <a:cubicBezTo>
                    <a:pt x="6071565" y="4621723"/>
                    <a:pt x="6041877" y="4618867"/>
                    <a:pt x="5989513" y="4568233"/>
                  </a:cubicBezTo>
                  <a:cubicBezTo>
                    <a:pt x="5949463" y="4529500"/>
                    <a:pt x="5912591" y="4487477"/>
                    <a:pt x="5877228" y="4450009"/>
                  </a:cubicBezTo>
                  <a:cubicBezTo>
                    <a:pt x="5887819" y="4383537"/>
                    <a:pt x="5903679" y="4330828"/>
                    <a:pt x="5945672" y="4288592"/>
                  </a:cubicBezTo>
                  <a:cubicBezTo>
                    <a:pt x="6231577" y="4000994"/>
                    <a:pt x="6346983" y="3710710"/>
                    <a:pt x="6440936" y="3296293"/>
                  </a:cubicBezTo>
                  <a:cubicBezTo>
                    <a:pt x="6470484" y="3165955"/>
                    <a:pt x="6483408" y="3027182"/>
                    <a:pt x="6475548" y="2893937"/>
                  </a:cubicBezTo>
                  <a:cubicBezTo>
                    <a:pt x="6455478" y="2553439"/>
                    <a:pt x="6378121" y="2225540"/>
                    <a:pt x="6207438" y="1924990"/>
                  </a:cubicBezTo>
                  <a:cubicBezTo>
                    <a:pt x="6129684" y="1788073"/>
                    <a:pt x="6030042" y="1667088"/>
                    <a:pt x="5933404" y="1543867"/>
                  </a:cubicBezTo>
                  <a:cubicBezTo>
                    <a:pt x="5893294" y="1492725"/>
                    <a:pt x="5891705" y="1457981"/>
                    <a:pt x="5935766" y="1409783"/>
                  </a:cubicBezTo>
                  <a:cubicBezTo>
                    <a:pt x="5977179" y="1364507"/>
                    <a:pt x="6023007" y="1323264"/>
                    <a:pt x="6059819" y="1287172"/>
                  </a:cubicBezTo>
                  <a:close/>
                  <a:moveTo>
                    <a:pt x="1398266" y="1276447"/>
                  </a:moveTo>
                  <a:cubicBezTo>
                    <a:pt x="1465598" y="1352207"/>
                    <a:pt x="1525072" y="1419113"/>
                    <a:pt x="1593626" y="1496241"/>
                  </a:cubicBezTo>
                  <a:cubicBezTo>
                    <a:pt x="1582646" y="1511865"/>
                    <a:pt x="1566940" y="1540472"/>
                    <a:pt x="1545501" y="1563802"/>
                  </a:cubicBezTo>
                  <a:cubicBezTo>
                    <a:pt x="1249552" y="1885820"/>
                    <a:pt x="1084212" y="2266449"/>
                    <a:pt x="1022709" y="2697691"/>
                  </a:cubicBezTo>
                  <a:cubicBezTo>
                    <a:pt x="957113" y="3157663"/>
                    <a:pt x="1055783" y="3584636"/>
                    <a:pt x="1273691" y="3986653"/>
                  </a:cubicBezTo>
                  <a:cubicBezTo>
                    <a:pt x="1337550" y="4104472"/>
                    <a:pt x="1427601" y="4208087"/>
                    <a:pt x="1505576" y="4318260"/>
                  </a:cubicBezTo>
                  <a:cubicBezTo>
                    <a:pt x="1527956" y="4349869"/>
                    <a:pt x="1550072" y="4381663"/>
                    <a:pt x="1572614" y="4413802"/>
                  </a:cubicBezTo>
                  <a:cubicBezTo>
                    <a:pt x="1526830" y="4488737"/>
                    <a:pt x="1463582" y="4537111"/>
                    <a:pt x="1406052" y="4590167"/>
                  </a:cubicBezTo>
                  <a:cubicBezTo>
                    <a:pt x="1374384" y="4619377"/>
                    <a:pt x="1326540" y="4611127"/>
                    <a:pt x="1303806" y="4572592"/>
                  </a:cubicBezTo>
                  <a:cubicBezTo>
                    <a:pt x="1215617" y="4423126"/>
                    <a:pt x="1097091" y="4294606"/>
                    <a:pt x="1015650" y="4139849"/>
                  </a:cubicBezTo>
                  <a:cubicBezTo>
                    <a:pt x="866811" y="3857021"/>
                    <a:pt x="762924" y="3561777"/>
                    <a:pt x="731940" y="3227108"/>
                  </a:cubicBezTo>
                  <a:cubicBezTo>
                    <a:pt x="707852" y="3032808"/>
                    <a:pt x="707249" y="2854788"/>
                    <a:pt x="733890" y="2673978"/>
                  </a:cubicBezTo>
                  <a:cubicBezTo>
                    <a:pt x="759480" y="2500226"/>
                    <a:pt x="789065" y="2329086"/>
                    <a:pt x="848817" y="2164048"/>
                  </a:cubicBezTo>
                  <a:cubicBezTo>
                    <a:pt x="945095" y="1898081"/>
                    <a:pt x="1086957" y="1655988"/>
                    <a:pt x="1247462" y="1424934"/>
                  </a:cubicBezTo>
                  <a:cubicBezTo>
                    <a:pt x="1284981" y="1370922"/>
                    <a:pt x="1342245" y="1330636"/>
                    <a:pt x="1398266" y="1276447"/>
                  </a:cubicBezTo>
                  <a:close/>
                  <a:moveTo>
                    <a:pt x="867714" y="776069"/>
                  </a:moveTo>
                  <a:cubicBezTo>
                    <a:pt x="999509" y="853492"/>
                    <a:pt x="999509" y="853492"/>
                    <a:pt x="1096368" y="986259"/>
                  </a:cubicBezTo>
                  <a:cubicBezTo>
                    <a:pt x="904048" y="1196699"/>
                    <a:pt x="726992" y="1420364"/>
                    <a:pt x="597361" y="1679825"/>
                  </a:cubicBezTo>
                  <a:cubicBezTo>
                    <a:pt x="464970" y="1944814"/>
                    <a:pt x="366101" y="2220828"/>
                    <a:pt x="320774" y="2511928"/>
                  </a:cubicBezTo>
                  <a:cubicBezTo>
                    <a:pt x="276418" y="2796832"/>
                    <a:pt x="270200" y="3085196"/>
                    <a:pt x="314592" y="3372299"/>
                  </a:cubicBezTo>
                  <a:cubicBezTo>
                    <a:pt x="359765" y="3664452"/>
                    <a:pt x="451355" y="3940392"/>
                    <a:pt x="578940" y="4207993"/>
                  </a:cubicBezTo>
                  <a:cubicBezTo>
                    <a:pt x="703838" y="4469972"/>
                    <a:pt x="883191" y="4692673"/>
                    <a:pt x="1060630" y="4917118"/>
                  </a:cubicBezTo>
                  <a:cubicBezTo>
                    <a:pt x="1017966" y="4999126"/>
                    <a:pt x="954431" y="5047220"/>
                    <a:pt x="896401" y="5099113"/>
                  </a:cubicBezTo>
                  <a:cubicBezTo>
                    <a:pt x="868531" y="5124025"/>
                    <a:pt x="833845" y="5121353"/>
                    <a:pt x="804989" y="5093306"/>
                  </a:cubicBezTo>
                  <a:cubicBezTo>
                    <a:pt x="796871" y="5085417"/>
                    <a:pt x="786523" y="5078830"/>
                    <a:pt x="780996" y="5069417"/>
                  </a:cubicBezTo>
                  <a:cubicBezTo>
                    <a:pt x="676719" y="4891661"/>
                    <a:pt x="519482" y="4750857"/>
                    <a:pt x="423860" y="4568163"/>
                  </a:cubicBezTo>
                  <a:cubicBezTo>
                    <a:pt x="269125" y="4272537"/>
                    <a:pt x="137323" y="3967740"/>
                    <a:pt x="63668" y="3639415"/>
                  </a:cubicBezTo>
                  <a:cubicBezTo>
                    <a:pt x="-7579" y="3321820"/>
                    <a:pt x="-4488" y="3000597"/>
                    <a:pt x="4954" y="2679322"/>
                  </a:cubicBezTo>
                  <a:cubicBezTo>
                    <a:pt x="8222" y="2568089"/>
                    <a:pt x="39559" y="2457680"/>
                    <a:pt x="59709" y="2332414"/>
                  </a:cubicBezTo>
                  <a:cubicBezTo>
                    <a:pt x="181966" y="1726014"/>
                    <a:pt x="467244" y="1220838"/>
                    <a:pt x="867714" y="776069"/>
                  </a:cubicBezTo>
                  <a:close/>
                  <a:moveTo>
                    <a:pt x="6575795" y="771961"/>
                  </a:moveTo>
                  <a:cubicBezTo>
                    <a:pt x="6677695" y="820807"/>
                    <a:pt x="6736005" y="914274"/>
                    <a:pt x="6801432" y="995347"/>
                  </a:cubicBezTo>
                  <a:cubicBezTo>
                    <a:pt x="6917926" y="1139697"/>
                    <a:pt x="7020930" y="1294786"/>
                    <a:pt x="7109708" y="1458183"/>
                  </a:cubicBezTo>
                  <a:cubicBezTo>
                    <a:pt x="7206972" y="1637197"/>
                    <a:pt x="7277190" y="1827162"/>
                    <a:pt x="7342057" y="2020329"/>
                  </a:cubicBezTo>
                  <a:cubicBezTo>
                    <a:pt x="7407174" y="2214261"/>
                    <a:pt x="7423998" y="2416363"/>
                    <a:pt x="7464800" y="2614277"/>
                  </a:cubicBezTo>
                  <a:cubicBezTo>
                    <a:pt x="7471541" y="2647004"/>
                    <a:pt x="7468928" y="2681852"/>
                    <a:pt x="7469068" y="2715721"/>
                  </a:cubicBezTo>
                  <a:cubicBezTo>
                    <a:pt x="7469532" y="2823170"/>
                    <a:pt x="7469811" y="2930620"/>
                    <a:pt x="7469156" y="3038063"/>
                  </a:cubicBezTo>
                  <a:cubicBezTo>
                    <a:pt x="7465999" y="3557221"/>
                    <a:pt x="7324607" y="4036639"/>
                    <a:pt x="7067641" y="4486956"/>
                  </a:cubicBezTo>
                  <a:cubicBezTo>
                    <a:pt x="6963474" y="4669518"/>
                    <a:pt x="6832526" y="4830840"/>
                    <a:pt x="6708937" y="4998219"/>
                  </a:cubicBezTo>
                  <a:cubicBezTo>
                    <a:pt x="6673508" y="5046189"/>
                    <a:pt x="6633126" y="5097897"/>
                    <a:pt x="6559435" y="5118268"/>
                  </a:cubicBezTo>
                  <a:cubicBezTo>
                    <a:pt x="6487407" y="5081883"/>
                    <a:pt x="6435213" y="5018546"/>
                    <a:pt x="6385823" y="4952832"/>
                  </a:cubicBezTo>
                  <a:cubicBezTo>
                    <a:pt x="6406562" y="4875432"/>
                    <a:pt x="6433344" y="4807959"/>
                    <a:pt x="6492720" y="4759724"/>
                  </a:cubicBezTo>
                  <a:cubicBezTo>
                    <a:pt x="6602429" y="4670607"/>
                    <a:pt x="6670255" y="4547747"/>
                    <a:pt x="6747368" y="4434365"/>
                  </a:cubicBezTo>
                  <a:cubicBezTo>
                    <a:pt x="6870950" y="4252657"/>
                    <a:pt x="6965358" y="4054147"/>
                    <a:pt x="7041279" y="3832764"/>
                  </a:cubicBezTo>
                  <a:cubicBezTo>
                    <a:pt x="7161947" y="3473543"/>
                    <a:pt x="7205346" y="3116671"/>
                    <a:pt x="7183068" y="2753071"/>
                  </a:cubicBezTo>
                  <a:cubicBezTo>
                    <a:pt x="7167187" y="2493874"/>
                    <a:pt x="7112306" y="2241823"/>
                    <a:pt x="7023160" y="1996491"/>
                  </a:cubicBezTo>
                  <a:cubicBezTo>
                    <a:pt x="6959162" y="1820362"/>
                    <a:pt x="6882924" y="1651306"/>
                    <a:pt x="6782554" y="1493560"/>
                  </a:cubicBezTo>
                  <a:cubicBezTo>
                    <a:pt x="6692856" y="1352588"/>
                    <a:pt x="6613137" y="1203328"/>
                    <a:pt x="6475300" y="1099522"/>
                  </a:cubicBezTo>
                  <a:cubicBezTo>
                    <a:pt x="6461958" y="1089476"/>
                    <a:pt x="6450344" y="1076162"/>
                    <a:pt x="6440608" y="1062459"/>
                  </a:cubicBezTo>
                  <a:cubicBezTo>
                    <a:pt x="6399320" y="1004340"/>
                    <a:pt x="6402860" y="949313"/>
                    <a:pt x="6450742" y="894035"/>
                  </a:cubicBezTo>
                  <a:cubicBezTo>
                    <a:pt x="6461810" y="881259"/>
                    <a:pt x="6474116" y="869520"/>
                    <a:pt x="6486274" y="857745"/>
                  </a:cubicBezTo>
                  <a:cubicBezTo>
                    <a:pt x="6514549" y="830374"/>
                    <a:pt x="6543082" y="803269"/>
                    <a:pt x="6575795" y="771961"/>
                  </a:cubicBezTo>
                  <a:close/>
                  <a:moveTo>
                    <a:pt x="3210152" y="2467"/>
                  </a:moveTo>
                  <a:lnTo>
                    <a:pt x="3210152" y="407905"/>
                  </a:lnTo>
                  <a:lnTo>
                    <a:pt x="3179330" y="431940"/>
                  </a:lnTo>
                  <a:cubicBezTo>
                    <a:pt x="3101541" y="495380"/>
                    <a:pt x="3044454" y="556306"/>
                    <a:pt x="2994489" y="622613"/>
                  </a:cubicBezTo>
                  <a:lnTo>
                    <a:pt x="2989915" y="631221"/>
                  </a:lnTo>
                  <a:lnTo>
                    <a:pt x="2864300" y="867922"/>
                  </a:lnTo>
                  <a:cubicBezTo>
                    <a:pt x="2835324" y="954679"/>
                    <a:pt x="2820803" y="1046337"/>
                    <a:pt x="2820803" y="1142690"/>
                  </a:cubicBezTo>
                  <a:cubicBezTo>
                    <a:pt x="2820819" y="1578729"/>
                    <a:pt x="2821334" y="2014769"/>
                    <a:pt x="2820133" y="2450792"/>
                  </a:cubicBezTo>
                  <a:cubicBezTo>
                    <a:pt x="2819978" y="2505771"/>
                    <a:pt x="2834164" y="2563626"/>
                    <a:pt x="2796253" y="2625637"/>
                  </a:cubicBezTo>
                  <a:cubicBezTo>
                    <a:pt x="2701313" y="2640991"/>
                    <a:pt x="2601146" y="2634310"/>
                    <a:pt x="2491129" y="2627875"/>
                  </a:cubicBezTo>
                  <a:cubicBezTo>
                    <a:pt x="2483828" y="2595673"/>
                    <a:pt x="2470737" y="2564573"/>
                    <a:pt x="2470647" y="2533441"/>
                  </a:cubicBezTo>
                  <a:cubicBezTo>
                    <a:pt x="2469324" y="2063436"/>
                    <a:pt x="2463696" y="1593307"/>
                    <a:pt x="2471929" y="1123449"/>
                  </a:cubicBezTo>
                  <a:cubicBezTo>
                    <a:pt x="2476960" y="835696"/>
                    <a:pt x="2576490" y="571521"/>
                    <a:pt x="2744246" y="338976"/>
                  </a:cubicBezTo>
                  <a:lnTo>
                    <a:pt x="2823220" y="244991"/>
                  </a:lnTo>
                  <a:lnTo>
                    <a:pt x="2823220" y="242721"/>
                  </a:lnTo>
                  <a:lnTo>
                    <a:pt x="2839391" y="223014"/>
                  </a:lnTo>
                  <a:cubicBezTo>
                    <a:pt x="2875407" y="187545"/>
                    <a:pt x="2916936" y="157434"/>
                    <a:pt x="2967530" y="139254"/>
                  </a:cubicBezTo>
                  <a:cubicBezTo>
                    <a:pt x="3023016" y="85598"/>
                    <a:pt x="3081017" y="51354"/>
                    <a:pt x="3141542" y="25489"/>
                  </a:cubicBezTo>
                  <a:close/>
                  <a:moveTo>
                    <a:pt x="4259404" y="0"/>
                  </a:moveTo>
                  <a:lnTo>
                    <a:pt x="4261242" y="588"/>
                  </a:lnTo>
                  <a:cubicBezTo>
                    <a:pt x="4294742" y="25987"/>
                    <a:pt x="4313780" y="33248"/>
                    <a:pt x="4332800" y="40508"/>
                  </a:cubicBezTo>
                  <a:cubicBezTo>
                    <a:pt x="4375015" y="74066"/>
                    <a:pt x="4406474" y="90122"/>
                    <a:pt x="4437908" y="106178"/>
                  </a:cubicBezTo>
                  <a:lnTo>
                    <a:pt x="4536703" y="168320"/>
                  </a:lnTo>
                  <a:lnTo>
                    <a:pt x="4536744" y="168337"/>
                  </a:lnTo>
                  <a:lnTo>
                    <a:pt x="4804121" y="490750"/>
                  </a:lnTo>
                  <a:lnTo>
                    <a:pt x="4836772" y="530114"/>
                  </a:lnTo>
                  <a:lnTo>
                    <a:pt x="4870795" y="631229"/>
                  </a:lnTo>
                  <a:lnTo>
                    <a:pt x="4987345" y="977612"/>
                  </a:lnTo>
                  <a:cubicBezTo>
                    <a:pt x="4998746" y="1078882"/>
                    <a:pt x="5008735" y="1179147"/>
                    <a:pt x="5008808" y="1280654"/>
                  </a:cubicBezTo>
                  <a:cubicBezTo>
                    <a:pt x="5009086" y="1671105"/>
                    <a:pt x="5009282" y="2061557"/>
                    <a:pt x="5008506" y="2452017"/>
                  </a:cubicBezTo>
                  <a:cubicBezTo>
                    <a:pt x="5008400" y="2507446"/>
                    <a:pt x="5018674" y="2565096"/>
                    <a:pt x="4985900" y="2622918"/>
                  </a:cubicBezTo>
                  <a:cubicBezTo>
                    <a:pt x="4881265" y="2640673"/>
                    <a:pt x="4776549" y="2636802"/>
                    <a:pt x="4660285" y="2625017"/>
                  </a:cubicBezTo>
                  <a:cubicBezTo>
                    <a:pt x="4656373" y="2569155"/>
                    <a:pt x="4650052" y="2520097"/>
                    <a:pt x="4649962" y="2471030"/>
                  </a:cubicBezTo>
                  <a:cubicBezTo>
                    <a:pt x="4649194" y="2023998"/>
                    <a:pt x="4648623" y="1576949"/>
                    <a:pt x="4649987" y="1129909"/>
                  </a:cubicBezTo>
                  <a:cubicBezTo>
                    <a:pt x="4650460" y="972843"/>
                    <a:pt x="4605869" y="828517"/>
                    <a:pt x="4528880" y="695012"/>
                  </a:cubicBezTo>
                  <a:lnTo>
                    <a:pt x="4486183" y="631229"/>
                  </a:lnTo>
                  <a:lnTo>
                    <a:pt x="4482108" y="631229"/>
                  </a:lnTo>
                  <a:lnTo>
                    <a:pt x="4382194" y="494956"/>
                  </a:lnTo>
                  <a:cubicBezTo>
                    <a:pt x="4324756" y="460206"/>
                    <a:pt x="4271540" y="456008"/>
                    <a:pt x="4262434" y="393645"/>
                  </a:cubicBezTo>
                  <a:lnTo>
                    <a:pt x="4259404" y="391285"/>
                  </a:lnTo>
                  <a:close/>
                </a:path>
              </a:pathLst>
            </a:custGeom>
            <a:grpFill/>
            <a:ln w="1155" cap="flat">
              <a:noFill/>
              <a:prstDash val="solid"/>
              <a:miter/>
            </a:ln>
          </p:spPr>
          <p:txBody>
            <a:bodyPr wrap="square" rtlCol="0" anchor="ctr">
              <a:noAutofit/>
            </a:bodyPr>
            <a:lstStyle/>
            <a:p>
              <a:endParaRPr lang="en-US" dirty="0"/>
            </a:p>
          </p:txBody>
        </p:sp>
        <p:sp>
          <p:nvSpPr>
            <p:cNvPr id="1632" name="Freeform: Shape 1631">
              <a:extLst>
                <a:ext uri="{FF2B5EF4-FFF2-40B4-BE49-F238E27FC236}">
                  <a16:creationId xmlns:a16="http://schemas.microsoft.com/office/drawing/2014/main" id="{081EDF31-4805-7F13-E3F3-B6A92BD757BF}"/>
                </a:ext>
                <a:ext uri="{C183D7F6-B498-43B3-948B-1728B52AA6E4}">
                  <adec:decorative xmlns:adec="http://schemas.microsoft.com/office/drawing/2017/decorative" val="1"/>
                </a:ext>
              </a:extLst>
            </p:cNvPr>
            <p:cNvSpPr/>
            <p:nvPr/>
          </p:nvSpPr>
          <p:spPr>
            <a:xfrm>
              <a:off x="11218827" y="2930159"/>
              <a:ext cx="169424" cy="340678"/>
            </a:xfrm>
            <a:custGeom>
              <a:avLst/>
              <a:gdLst>
                <a:gd name="connsiteX0" fmla="*/ 1879485 w 2541368"/>
                <a:gd name="connsiteY0" fmla="*/ 3553231 h 5110167"/>
                <a:gd name="connsiteX1" fmla="*/ 1973066 w 2541368"/>
                <a:gd name="connsiteY1" fmla="*/ 3572333 h 5110167"/>
                <a:gd name="connsiteX2" fmla="*/ 1898778 w 2541368"/>
                <a:gd name="connsiteY2" fmla="*/ 3998697 h 5110167"/>
                <a:gd name="connsiteX3" fmla="*/ 1770699 w 2541368"/>
                <a:gd name="connsiteY3" fmla="*/ 4210904 h 5110167"/>
                <a:gd name="connsiteX4" fmla="*/ 1112993 w 2541368"/>
                <a:gd name="connsiteY4" fmla="*/ 4471110 h 5110167"/>
                <a:gd name="connsiteX5" fmla="*/ 1103831 w 2541368"/>
                <a:gd name="connsiteY5" fmla="*/ 4288040 h 5110167"/>
                <a:gd name="connsiteX6" fmla="*/ 1194494 w 2541368"/>
                <a:gd name="connsiteY6" fmla="*/ 4263562 h 5110167"/>
                <a:gd name="connsiteX7" fmla="*/ 1389501 w 2541368"/>
                <a:gd name="connsiteY7" fmla="*/ 4215872 h 5110167"/>
                <a:gd name="connsiteX8" fmla="*/ 1500675 w 2541368"/>
                <a:gd name="connsiteY8" fmla="*/ 4145455 h 5110167"/>
                <a:gd name="connsiteX9" fmla="*/ 1558757 w 2541368"/>
                <a:gd name="connsiteY9" fmla="*/ 4084878 h 5110167"/>
                <a:gd name="connsiteX10" fmla="*/ 1773908 w 2541368"/>
                <a:gd name="connsiteY10" fmla="*/ 3632726 h 5110167"/>
                <a:gd name="connsiteX11" fmla="*/ 1784623 w 2541368"/>
                <a:gd name="connsiteY11" fmla="*/ 3566408 h 5110167"/>
                <a:gd name="connsiteX12" fmla="*/ 1879485 w 2541368"/>
                <a:gd name="connsiteY12" fmla="*/ 3553231 h 5110167"/>
                <a:gd name="connsiteX13" fmla="*/ 166869 w 2541368"/>
                <a:gd name="connsiteY13" fmla="*/ 3170294 h 5110167"/>
                <a:gd name="connsiteX14" fmla="*/ 313803 w 2541368"/>
                <a:gd name="connsiteY14" fmla="*/ 3175919 h 5110167"/>
                <a:gd name="connsiteX15" fmla="*/ 352492 w 2541368"/>
                <a:gd name="connsiteY15" fmla="*/ 3277400 h 5110167"/>
                <a:gd name="connsiteX16" fmla="*/ 352875 w 2541368"/>
                <a:gd name="connsiteY16" fmla="*/ 3871435 h 5110167"/>
                <a:gd name="connsiteX17" fmla="*/ 562549 w 2541368"/>
                <a:gd name="connsiteY17" fmla="*/ 4430902 h 5110167"/>
                <a:gd name="connsiteX18" fmla="*/ 1222519 w 2541368"/>
                <a:gd name="connsiteY18" fmla="*/ 4767410 h 5110167"/>
                <a:gd name="connsiteX19" fmla="*/ 1724339 w 2541368"/>
                <a:gd name="connsiteY19" fmla="*/ 4641584 h 5110167"/>
                <a:gd name="connsiteX20" fmla="*/ 2011679 w 2541368"/>
                <a:gd name="connsiteY20" fmla="*/ 4371495 h 5110167"/>
                <a:gd name="connsiteX21" fmla="*/ 2155014 w 2541368"/>
                <a:gd name="connsiteY21" fmla="*/ 4067604 h 5110167"/>
                <a:gd name="connsiteX22" fmla="*/ 2179793 w 2541368"/>
                <a:gd name="connsiteY22" fmla="*/ 3902345 h 5110167"/>
                <a:gd name="connsiteX23" fmla="*/ 2181295 w 2541368"/>
                <a:gd name="connsiteY23" fmla="*/ 3325296 h 5110167"/>
                <a:gd name="connsiteX24" fmla="*/ 2188875 w 2541368"/>
                <a:gd name="connsiteY24" fmla="*/ 3186436 h 5110167"/>
                <a:gd name="connsiteX25" fmla="*/ 2514610 w 2541368"/>
                <a:gd name="connsiteY25" fmla="*/ 3178915 h 5110167"/>
                <a:gd name="connsiteX26" fmla="*/ 2538418 w 2541368"/>
                <a:gd name="connsiteY26" fmla="*/ 3429088 h 5110167"/>
                <a:gd name="connsiteX27" fmla="*/ 2539257 w 2541368"/>
                <a:gd name="connsiteY27" fmla="*/ 3699979 h 5110167"/>
                <a:gd name="connsiteX28" fmla="*/ 2454681 w 2541368"/>
                <a:gd name="connsiteY28" fmla="*/ 4281024 h 5110167"/>
                <a:gd name="connsiteX29" fmla="*/ 1887567 w 2541368"/>
                <a:gd name="connsiteY29" fmla="*/ 4947911 h 5110167"/>
                <a:gd name="connsiteX30" fmla="*/ 888784 w 2541368"/>
                <a:gd name="connsiteY30" fmla="*/ 5053822 h 5110167"/>
                <a:gd name="connsiteX31" fmla="*/ 611800 w 2541368"/>
                <a:gd name="connsiteY31" fmla="*/ 4928474 h 5110167"/>
                <a:gd name="connsiteX32" fmla="*/ 110627 w 2541368"/>
                <a:gd name="connsiteY32" fmla="*/ 4363812 h 5110167"/>
                <a:gd name="connsiteX33" fmla="*/ 1036 w 2541368"/>
                <a:gd name="connsiteY33" fmla="*/ 3804058 h 5110167"/>
                <a:gd name="connsiteX34" fmla="*/ 984 w 2541368"/>
                <a:gd name="connsiteY34" fmla="*/ 3311858 h 5110167"/>
                <a:gd name="connsiteX35" fmla="*/ 7925 w 2541368"/>
                <a:gd name="connsiteY35" fmla="*/ 3190263 h 5110167"/>
                <a:gd name="connsiteX36" fmla="*/ 166869 w 2541368"/>
                <a:gd name="connsiteY36" fmla="*/ 3170294 h 5110167"/>
                <a:gd name="connsiteX37" fmla="*/ 994997 w 2541368"/>
                <a:gd name="connsiteY37" fmla="*/ 0 h 5110167"/>
                <a:gd name="connsiteX38" fmla="*/ 1537819 w 2541368"/>
                <a:gd name="connsiteY38" fmla="*/ 0 h 5110167"/>
                <a:gd name="connsiteX39" fmla="*/ 1537819 w 2541368"/>
                <a:gd name="connsiteY39" fmla="*/ 538412 h 5110167"/>
                <a:gd name="connsiteX40" fmla="*/ 994997 w 2541368"/>
                <a:gd name="connsiteY40" fmla="*/ 538412 h 511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41368" h="5110167">
                  <a:moveTo>
                    <a:pt x="1879485" y="3553231"/>
                  </a:moveTo>
                  <a:cubicBezTo>
                    <a:pt x="1910482" y="3553382"/>
                    <a:pt x="1941265" y="3558912"/>
                    <a:pt x="1973066" y="3572333"/>
                  </a:cubicBezTo>
                  <a:cubicBezTo>
                    <a:pt x="1993893" y="3723676"/>
                    <a:pt x="1962497" y="3864870"/>
                    <a:pt x="1898778" y="3998697"/>
                  </a:cubicBezTo>
                  <a:cubicBezTo>
                    <a:pt x="1865100" y="4069445"/>
                    <a:pt x="1819360" y="4134452"/>
                    <a:pt x="1770699" y="4210904"/>
                  </a:cubicBezTo>
                  <a:cubicBezTo>
                    <a:pt x="1584140" y="4405654"/>
                    <a:pt x="1366208" y="4482863"/>
                    <a:pt x="1112993" y="4471110"/>
                  </a:cubicBezTo>
                  <a:cubicBezTo>
                    <a:pt x="1080022" y="4405691"/>
                    <a:pt x="1086720" y="4351899"/>
                    <a:pt x="1103831" y="4288040"/>
                  </a:cubicBezTo>
                  <a:cubicBezTo>
                    <a:pt x="1132533" y="4280239"/>
                    <a:pt x="1163318" y="4271098"/>
                    <a:pt x="1194494" y="4263562"/>
                  </a:cubicBezTo>
                  <a:cubicBezTo>
                    <a:pt x="1259597" y="4247820"/>
                    <a:pt x="1326672" y="4237950"/>
                    <a:pt x="1389501" y="4215872"/>
                  </a:cubicBezTo>
                  <a:cubicBezTo>
                    <a:pt x="1429912" y="4201668"/>
                    <a:pt x="1465754" y="4172052"/>
                    <a:pt x="1500675" y="4145455"/>
                  </a:cubicBezTo>
                  <a:cubicBezTo>
                    <a:pt x="1522680" y="4128690"/>
                    <a:pt x="1535824" y="4099369"/>
                    <a:pt x="1558757" y="4084878"/>
                  </a:cubicBezTo>
                  <a:cubicBezTo>
                    <a:pt x="1726239" y="3979010"/>
                    <a:pt x="1748819" y="3805544"/>
                    <a:pt x="1773908" y="3632726"/>
                  </a:cubicBezTo>
                  <a:cubicBezTo>
                    <a:pt x="1777021" y="3611294"/>
                    <a:pt x="1780796" y="3589966"/>
                    <a:pt x="1784623" y="3566408"/>
                  </a:cubicBezTo>
                  <a:cubicBezTo>
                    <a:pt x="1817278" y="3558309"/>
                    <a:pt x="1848488" y="3553080"/>
                    <a:pt x="1879485" y="3553231"/>
                  </a:cubicBezTo>
                  <a:close/>
                  <a:moveTo>
                    <a:pt x="166869" y="3170294"/>
                  </a:moveTo>
                  <a:cubicBezTo>
                    <a:pt x="218259" y="3170460"/>
                    <a:pt x="267648" y="3174892"/>
                    <a:pt x="313803" y="3175919"/>
                  </a:cubicBezTo>
                  <a:cubicBezTo>
                    <a:pt x="361375" y="3208213"/>
                    <a:pt x="352330" y="3245033"/>
                    <a:pt x="352492" y="3277400"/>
                  </a:cubicBezTo>
                  <a:cubicBezTo>
                    <a:pt x="353530" y="3475409"/>
                    <a:pt x="353972" y="3673426"/>
                    <a:pt x="352875" y="3871435"/>
                  </a:cubicBezTo>
                  <a:cubicBezTo>
                    <a:pt x="351690" y="4084877"/>
                    <a:pt x="436369" y="4266997"/>
                    <a:pt x="562549" y="4430902"/>
                  </a:cubicBezTo>
                  <a:cubicBezTo>
                    <a:pt x="728191" y="4646066"/>
                    <a:pt x="961894" y="4741953"/>
                    <a:pt x="1222519" y="4767410"/>
                  </a:cubicBezTo>
                  <a:cubicBezTo>
                    <a:pt x="1400282" y="4784764"/>
                    <a:pt x="1569780" y="4728559"/>
                    <a:pt x="1724339" y="4641584"/>
                  </a:cubicBezTo>
                  <a:cubicBezTo>
                    <a:pt x="1840642" y="4576135"/>
                    <a:pt x="1922076" y="4467199"/>
                    <a:pt x="2011679" y="4371495"/>
                  </a:cubicBezTo>
                  <a:cubicBezTo>
                    <a:pt x="2089359" y="4288523"/>
                    <a:pt x="2127724" y="4178196"/>
                    <a:pt x="2155014" y="4067604"/>
                  </a:cubicBezTo>
                  <a:cubicBezTo>
                    <a:pt x="2168320" y="4013673"/>
                    <a:pt x="2178932" y="3957615"/>
                    <a:pt x="2179793" y="3902345"/>
                  </a:cubicBezTo>
                  <a:cubicBezTo>
                    <a:pt x="2182767" y="3710040"/>
                    <a:pt x="2180485" y="3517653"/>
                    <a:pt x="2181295" y="3325296"/>
                  </a:cubicBezTo>
                  <a:cubicBezTo>
                    <a:pt x="2181471" y="3281073"/>
                    <a:pt x="2185990" y="3236864"/>
                    <a:pt x="2188875" y="3186436"/>
                  </a:cubicBezTo>
                  <a:cubicBezTo>
                    <a:pt x="2300314" y="3162392"/>
                    <a:pt x="2405909" y="3170495"/>
                    <a:pt x="2514610" y="3178915"/>
                  </a:cubicBezTo>
                  <a:cubicBezTo>
                    <a:pt x="2557906" y="3260481"/>
                    <a:pt x="2534731" y="3346521"/>
                    <a:pt x="2538418" y="3429088"/>
                  </a:cubicBezTo>
                  <a:cubicBezTo>
                    <a:pt x="2542208" y="3513782"/>
                    <a:pt x="2539257" y="3598785"/>
                    <a:pt x="2539257" y="3699979"/>
                  </a:cubicBezTo>
                  <a:cubicBezTo>
                    <a:pt x="2542561" y="3909263"/>
                    <a:pt x="2517958" y="4096851"/>
                    <a:pt x="2454681" y="4281024"/>
                  </a:cubicBezTo>
                  <a:cubicBezTo>
                    <a:pt x="2352302" y="4579042"/>
                    <a:pt x="2154388" y="4792727"/>
                    <a:pt x="1887567" y="4947911"/>
                  </a:cubicBezTo>
                  <a:cubicBezTo>
                    <a:pt x="1571201" y="5131915"/>
                    <a:pt x="1233661" y="5147745"/>
                    <a:pt x="888784" y="5053822"/>
                  </a:cubicBezTo>
                  <a:cubicBezTo>
                    <a:pt x="792183" y="5027519"/>
                    <a:pt x="701756" y="4975215"/>
                    <a:pt x="611800" y="4928474"/>
                  </a:cubicBezTo>
                  <a:cubicBezTo>
                    <a:pt x="373283" y="4804547"/>
                    <a:pt x="218291" y="4605139"/>
                    <a:pt x="110627" y="4363812"/>
                  </a:cubicBezTo>
                  <a:cubicBezTo>
                    <a:pt x="31026" y="4185386"/>
                    <a:pt x="3200" y="3997107"/>
                    <a:pt x="1036" y="3804058"/>
                  </a:cubicBezTo>
                  <a:cubicBezTo>
                    <a:pt x="-812" y="3640006"/>
                    <a:pt x="226" y="3475924"/>
                    <a:pt x="984" y="3311858"/>
                  </a:cubicBezTo>
                  <a:cubicBezTo>
                    <a:pt x="1168" y="3272749"/>
                    <a:pt x="5334" y="3233655"/>
                    <a:pt x="7925" y="3190263"/>
                  </a:cubicBezTo>
                  <a:cubicBezTo>
                    <a:pt x="62088" y="3174227"/>
                    <a:pt x="115479" y="3170127"/>
                    <a:pt x="166869" y="3170294"/>
                  </a:cubicBezTo>
                  <a:close/>
                  <a:moveTo>
                    <a:pt x="994997" y="0"/>
                  </a:moveTo>
                  <a:lnTo>
                    <a:pt x="1537819" y="0"/>
                  </a:lnTo>
                  <a:lnTo>
                    <a:pt x="1537819" y="538412"/>
                  </a:lnTo>
                  <a:lnTo>
                    <a:pt x="994997" y="538412"/>
                  </a:lnTo>
                  <a:close/>
                </a:path>
              </a:pathLst>
            </a:custGeom>
            <a:solidFill>
              <a:schemeClr val="bg1"/>
            </a:solidFill>
            <a:ln w="1155" cap="flat">
              <a:noFill/>
              <a:prstDash val="solid"/>
              <a:miter/>
            </a:ln>
          </p:spPr>
          <p:txBody>
            <a:bodyPr wrap="square" rtlCol="0" anchor="ctr">
              <a:noAutofit/>
            </a:bodyPr>
            <a:lstStyle/>
            <a:p>
              <a:endParaRPr lang="en-US"/>
            </a:p>
          </p:txBody>
        </p:sp>
      </p:grpSp>
      <p:grpSp>
        <p:nvGrpSpPr>
          <p:cNvPr id="2799" name="Group 2798">
            <a:extLst>
              <a:ext uri="{FF2B5EF4-FFF2-40B4-BE49-F238E27FC236}">
                <a16:creationId xmlns:a16="http://schemas.microsoft.com/office/drawing/2014/main" id="{958698EA-7AB8-565D-7DD5-7F1EAC6B3B20}"/>
              </a:ext>
              <a:ext uri="{C183D7F6-B498-43B3-948B-1728B52AA6E4}">
                <adec:decorative xmlns:adec="http://schemas.microsoft.com/office/drawing/2017/decorative" val="1"/>
              </a:ext>
            </a:extLst>
          </p:cNvPr>
          <p:cNvGrpSpPr>
            <a:grpSpLocks noChangeAspect="1"/>
          </p:cNvGrpSpPr>
          <p:nvPr/>
        </p:nvGrpSpPr>
        <p:grpSpPr>
          <a:xfrm>
            <a:off x="639763" y="4343071"/>
            <a:ext cx="599068" cy="457200"/>
            <a:chOff x="639763" y="4343071"/>
            <a:chExt cx="599068" cy="457200"/>
          </a:xfrm>
          <a:solidFill>
            <a:schemeClr val="accent2"/>
          </a:solidFill>
        </p:grpSpPr>
        <p:sp>
          <p:nvSpPr>
            <p:cNvPr id="1989" name="Freeform: Shape 1988">
              <a:extLst>
                <a:ext uri="{FF2B5EF4-FFF2-40B4-BE49-F238E27FC236}">
                  <a16:creationId xmlns:a16="http://schemas.microsoft.com/office/drawing/2014/main" id="{17C3FBE4-A8B4-AEE5-06BF-21388FAE0213}"/>
                </a:ext>
                <a:ext uri="{C183D7F6-B498-43B3-948B-1728B52AA6E4}">
                  <adec:decorative xmlns:adec="http://schemas.microsoft.com/office/drawing/2017/decorative" val="1"/>
                </a:ext>
              </a:extLst>
            </p:cNvPr>
            <p:cNvSpPr/>
            <p:nvPr/>
          </p:nvSpPr>
          <p:spPr>
            <a:xfrm>
              <a:off x="657435" y="4360335"/>
              <a:ext cx="563271" cy="439936"/>
            </a:xfrm>
            <a:custGeom>
              <a:avLst/>
              <a:gdLst>
                <a:gd name="connsiteX0" fmla="*/ 2589762 w 8449075"/>
                <a:gd name="connsiteY0" fmla="*/ 4747356 h 6599036"/>
                <a:gd name="connsiteX1" fmla="*/ 4024875 w 8449075"/>
                <a:gd name="connsiteY1" fmla="*/ 4750216 h 6599036"/>
                <a:gd name="connsiteX2" fmla="*/ 4030816 w 8449075"/>
                <a:gd name="connsiteY2" fmla="*/ 5285348 h 6599036"/>
                <a:gd name="connsiteX3" fmla="*/ 2595662 w 8449075"/>
                <a:gd name="connsiteY3" fmla="*/ 5281426 h 6599036"/>
                <a:gd name="connsiteX4" fmla="*/ 2647747 w 8449075"/>
                <a:gd name="connsiteY4" fmla="*/ 4977593 h 6599036"/>
                <a:gd name="connsiteX5" fmla="*/ 2589762 w 8449075"/>
                <a:gd name="connsiteY5" fmla="*/ 4747356 h 6599036"/>
                <a:gd name="connsiteX6" fmla="*/ 5909450 w 8449075"/>
                <a:gd name="connsiteY6" fmla="*/ 4553512 h 6599036"/>
                <a:gd name="connsiteX7" fmla="*/ 6410728 w 8449075"/>
                <a:gd name="connsiteY7" fmla="*/ 4758322 h 6599036"/>
                <a:gd name="connsiteX8" fmla="*/ 6067949 w 8449075"/>
                <a:gd name="connsiteY8" fmla="*/ 5502416 h 6599036"/>
                <a:gd name="connsiteX9" fmla="*/ 5845646 w 8449075"/>
                <a:gd name="connsiteY9" fmla="*/ 5982949 h 6599036"/>
                <a:gd name="connsiteX10" fmla="*/ 5584077 w 8449075"/>
                <a:gd name="connsiteY10" fmla="*/ 6551792 h 6599036"/>
                <a:gd name="connsiteX11" fmla="*/ 5512338 w 8449075"/>
                <a:gd name="connsiteY11" fmla="*/ 6599036 h 6599036"/>
                <a:gd name="connsiteX12" fmla="*/ 1178365 w 8449075"/>
                <a:gd name="connsiteY12" fmla="*/ 6598436 h 6599036"/>
                <a:gd name="connsiteX13" fmla="*/ 1095452 w 8449075"/>
                <a:gd name="connsiteY13" fmla="*/ 6552654 h 6599036"/>
                <a:gd name="connsiteX14" fmla="*/ 527846 w 8449075"/>
                <a:gd name="connsiteY14" fmla="*/ 5651072 h 6599036"/>
                <a:gd name="connsiteX15" fmla="*/ 309477 w 8449075"/>
                <a:gd name="connsiteY15" fmla="*/ 5289717 h 6599036"/>
                <a:gd name="connsiteX16" fmla="*/ 365792 w 8449075"/>
                <a:gd name="connsiteY16" fmla="*/ 5278360 h 6599036"/>
                <a:gd name="connsiteX17" fmla="*/ 751110 w 8449075"/>
                <a:gd name="connsiteY17" fmla="*/ 4991360 h 6599036"/>
                <a:gd name="connsiteX18" fmla="*/ 1428518 w 8449075"/>
                <a:gd name="connsiteY18" fmla="*/ 6057370 h 6599036"/>
                <a:gd name="connsiteX19" fmla="*/ 5212673 w 8449075"/>
                <a:gd name="connsiteY19" fmla="*/ 6057370 h 6599036"/>
                <a:gd name="connsiteX20" fmla="*/ 5473211 w 8449075"/>
                <a:gd name="connsiteY20" fmla="*/ 5485244 h 6599036"/>
                <a:gd name="connsiteX21" fmla="*/ 5634661 w 8449075"/>
                <a:gd name="connsiteY21" fmla="*/ 5139376 h 6599036"/>
                <a:gd name="connsiteX22" fmla="*/ 5909450 w 8449075"/>
                <a:gd name="connsiteY22" fmla="*/ 4553512 h 6599036"/>
                <a:gd name="connsiteX23" fmla="*/ 4699134 w 8449075"/>
                <a:gd name="connsiteY23" fmla="*/ 2637984 h 6599036"/>
                <a:gd name="connsiteX24" fmla="*/ 6959854 w 8449075"/>
                <a:gd name="connsiteY24" fmla="*/ 2638052 h 6599036"/>
                <a:gd name="connsiteX25" fmla="*/ 7018161 w 8449075"/>
                <a:gd name="connsiteY25" fmla="*/ 2666135 h 6599036"/>
                <a:gd name="connsiteX26" fmla="*/ 7262449 w 8449075"/>
                <a:gd name="connsiteY26" fmla="*/ 2957269 h 6599036"/>
                <a:gd name="connsiteX27" fmla="*/ 7512619 w 8449075"/>
                <a:gd name="connsiteY27" fmla="*/ 3264685 h 6599036"/>
                <a:gd name="connsiteX28" fmla="*/ 7914727 w 8449075"/>
                <a:gd name="connsiteY28" fmla="*/ 3759598 h 6599036"/>
                <a:gd name="connsiteX29" fmla="*/ 8217413 w 8449075"/>
                <a:gd name="connsiteY29" fmla="*/ 4121956 h 6599036"/>
                <a:gd name="connsiteX30" fmla="*/ 8435886 w 8449075"/>
                <a:gd name="connsiteY30" fmla="*/ 4388873 h 6599036"/>
                <a:gd name="connsiteX31" fmla="*/ 8448718 w 8449075"/>
                <a:gd name="connsiteY31" fmla="*/ 4448154 h 6599036"/>
                <a:gd name="connsiteX32" fmla="*/ 8445219 w 8449075"/>
                <a:gd name="connsiteY32" fmla="*/ 5337298 h 6599036"/>
                <a:gd name="connsiteX33" fmla="*/ 8182386 w 8449075"/>
                <a:gd name="connsiteY33" fmla="*/ 5282635 h 6599036"/>
                <a:gd name="connsiteX34" fmla="*/ 7911680 w 8449075"/>
                <a:gd name="connsiteY34" fmla="*/ 5343548 h 6599036"/>
                <a:gd name="connsiteX35" fmla="*/ 7912330 w 8449075"/>
                <a:gd name="connsiteY35" fmla="*/ 4716808 h 6599036"/>
                <a:gd name="connsiteX36" fmla="*/ 7843086 w 8449075"/>
                <a:gd name="connsiteY36" fmla="*/ 4519499 h 6599036"/>
                <a:gd name="connsiteX37" fmla="*/ 7382899 w 8449075"/>
                <a:gd name="connsiteY37" fmla="*/ 3966412 h 6599036"/>
                <a:gd name="connsiteX38" fmla="*/ 6879222 w 8449075"/>
                <a:gd name="connsiteY38" fmla="*/ 3346451 h 6599036"/>
                <a:gd name="connsiteX39" fmla="*/ 6760201 w 8449075"/>
                <a:gd name="connsiteY39" fmla="*/ 3206047 h 6599036"/>
                <a:gd name="connsiteX40" fmla="*/ 6684819 w 8449075"/>
                <a:gd name="connsiteY40" fmla="*/ 3177136 h 6599036"/>
                <a:gd name="connsiteX41" fmla="*/ 4705036 w 8449075"/>
                <a:gd name="connsiteY41" fmla="*/ 3172046 h 6599036"/>
                <a:gd name="connsiteX42" fmla="*/ 4757124 w 8449075"/>
                <a:gd name="connsiteY42" fmla="*/ 2868190 h 6599036"/>
                <a:gd name="connsiteX43" fmla="*/ 4699134 w 8449075"/>
                <a:gd name="connsiteY43" fmla="*/ 2637984 h 6599036"/>
                <a:gd name="connsiteX44" fmla="*/ 2290577 w 8449075"/>
                <a:gd name="connsiteY44" fmla="*/ 1323345 h 6599036"/>
                <a:gd name="connsiteX45" fmla="*/ 2311372 w 8449075"/>
                <a:gd name="connsiteY45" fmla="*/ 1324358 h 6599036"/>
                <a:gd name="connsiteX46" fmla="*/ 6920127 w 8449075"/>
                <a:gd name="connsiteY46" fmla="*/ 1328141 h 6599036"/>
                <a:gd name="connsiteX47" fmla="*/ 6907921 w 8449075"/>
                <a:gd name="connsiteY47" fmla="*/ 1375027 h 6599036"/>
                <a:gd name="connsiteX48" fmla="*/ 6875375 w 8449075"/>
                <a:gd name="connsiteY48" fmla="*/ 1702116 h 6599036"/>
                <a:gd name="connsiteX49" fmla="*/ 6925614 w 8449075"/>
                <a:gd name="connsiteY49" fmla="*/ 1862027 h 6599036"/>
                <a:gd name="connsiteX50" fmla="*/ 6855403 w 8449075"/>
                <a:gd name="connsiteY50" fmla="*/ 1863361 h 6599036"/>
                <a:gd name="connsiteX51" fmla="*/ 2603396 w 8449075"/>
                <a:gd name="connsiteY51" fmla="*/ 1860296 h 6599036"/>
                <a:gd name="connsiteX52" fmla="*/ 2446418 w 8449075"/>
                <a:gd name="connsiteY52" fmla="*/ 1967680 h 6599036"/>
                <a:gd name="connsiteX53" fmla="*/ 2111526 w 8449075"/>
                <a:gd name="connsiteY53" fmla="*/ 2430456 h 6599036"/>
                <a:gd name="connsiteX54" fmla="*/ 2098850 w 8449075"/>
                <a:gd name="connsiteY54" fmla="*/ 2446610 h 6599036"/>
                <a:gd name="connsiteX55" fmla="*/ 2074304 w 8449075"/>
                <a:gd name="connsiteY55" fmla="*/ 2416285 h 6599036"/>
                <a:gd name="connsiteX56" fmla="*/ 1719241 w 8449075"/>
                <a:gd name="connsiteY56" fmla="*/ 2131810 h 6599036"/>
                <a:gd name="connsiteX57" fmla="*/ 1674505 w 8449075"/>
                <a:gd name="connsiteY57" fmla="*/ 2108426 h 6599036"/>
                <a:gd name="connsiteX58" fmla="*/ 2156180 w 8449075"/>
                <a:gd name="connsiteY58" fmla="*/ 1441715 h 6599036"/>
                <a:gd name="connsiteX59" fmla="*/ 2222004 w 8449075"/>
                <a:gd name="connsiteY59" fmla="*/ 1348858 h 6599036"/>
                <a:gd name="connsiteX60" fmla="*/ 2270584 w 8449075"/>
                <a:gd name="connsiteY60" fmla="*/ 1325083 h 6599036"/>
                <a:gd name="connsiteX61" fmla="*/ 2290577 w 8449075"/>
                <a:gd name="connsiteY61" fmla="*/ 1323345 h 6599036"/>
                <a:gd name="connsiteX62" fmla="*/ 4773 w 8449075"/>
                <a:gd name="connsiteY62" fmla="*/ 1015434 h 6599036"/>
                <a:gd name="connsiteX63" fmla="*/ 539542 w 8449075"/>
                <a:gd name="connsiteY63" fmla="*/ 1015434 h 6599036"/>
                <a:gd name="connsiteX64" fmla="*/ 539542 w 8449075"/>
                <a:gd name="connsiteY64" fmla="*/ 3433593 h 6599036"/>
                <a:gd name="connsiteX65" fmla="*/ 2443562 w 8449075"/>
                <a:gd name="connsiteY65" fmla="*/ 3437448 h 6599036"/>
                <a:gd name="connsiteX66" fmla="*/ 2401690 w 8449075"/>
                <a:gd name="connsiteY66" fmla="*/ 3862315 h 6599036"/>
                <a:gd name="connsiteX67" fmla="*/ 2437309 w 8449075"/>
                <a:gd name="connsiteY67" fmla="*/ 3971381 h 6599036"/>
                <a:gd name="connsiteX68" fmla="*/ 1136802 w 8449075"/>
                <a:gd name="connsiteY68" fmla="*/ 3972753 h 6599036"/>
                <a:gd name="connsiteX69" fmla="*/ 70559 w 8449075"/>
                <a:gd name="connsiteY69" fmla="*/ 3972801 h 6599036"/>
                <a:gd name="connsiteX70" fmla="*/ 0 w 8449075"/>
                <a:gd name="connsiteY70" fmla="*/ 3972801 h 6599036"/>
                <a:gd name="connsiteX71" fmla="*/ 1026841 w 8449075"/>
                <a:gd name="connsiteY71" fmla="*/ 0 h 6599036"/>
                <a:gd name="connsiteX72" fmla="*/ 5606934 w 8449075"/>
                <a:gd name="connsiteY72" fmla="*/ 4129 h 6599036"/>
                <a:gd name="connsiteX73" fmla="*/ 5612840 w 8449075"/>
                <a:gd name="connsiteY73" fmla="*/ 539256 h 6599036"/>
                <a:gd name="connsiteX74" fmla="*/ 1026841 w 8449075"/>
                <a:gd name="connsiteY74" fmla="*/ 534519 h 659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8449075" h="6599036">
                  <a:moveTo>
                    <a:pt x="2589762" y="4747356"/>
                  </a:moveTo>
                  <a:cubicBezTo>
                    <a:pt x="3066499" y="4746962"/>
                    <a:pt x="3543234" y="4746569"/>
                    <a:pt x="4024875" y="4750216"/>
                  </a:cubicBezTo>
                  <a:cubicBezTo>
                    <a:pt x="3932798" y="4931476"/>
                    <a:pt x="3940997" y="5108493"/>
                    <a:pt x="4030816" y="5285348"/>
                  </a:cubicBezTo>
                  <a:cubicBezTo>
                    <a:pt x="3554236" y="5285375"/>
                    <a:pt x="3077658" y="5285401"/>
                    <a:pt x="2595662" y="5281426"/>
                  </a:cubicBezTo>
                  <a:cubicBezTo>
                    <a:pt x="2626974" y="5180751"/>
                    <a:pt x="2662736" y="5082106"/>
                    <a:pt x="2647747" y="4977593"/>
                  </a:cubicBezTo>
                  <a:cubicBezTo>
                    <a:pt x="2636572" y="4899676"/>
                    <a:pt x="2609664" y="4824019"/>
                    <a:pt x="2589762" y="4747356"/>
                  </a:cubicBezTo>
                  <a:close/>
                  <a:moveTo>
                    <a:pt x="5909450" y="4553512"/>
                  </a:moveTo>
                  <a:cubicBezTo>
                    <a:pt x="6045119" y="4704349"/>
                    <a:pt x="6208670" y="4777478"/>
                    <a:pt x="6410728" y="4758322"/>
                  </a:cubicBezTo>
                  <a:cubicBezTo>
                    <a:pt x="6296479" y="5006358"/>
                    <a:pt x="6182337" y="5254444"/>
                    <a:pt x="6067949" y="5502416"/>
                  </a:cubicBezTo>
                  <a:cubicBezTo>
                    <a:pt x="5994022" y="5662674"/>
                    <a:pt x="5919633" y="5822719"/>
                    <a:pt x="5845646" y="5982949"/>
                  </a:cubicBezTo>
                  <a:cubicBezTo>
                    <a:pt x="5758156" y="6172427"/>
                    <a:pt x="5670268" y="6361724"/>
                    <a:pt x="5584077" y="6551792"/>
                  </a:cubicBezTo>
                  <a:cubicBezTo>
                    <a:pt x="5569035" y="6584961"/>
                    <a:pt x="5552531" y="6599077"/>
                    <a:pt x="5512338" y="6599036"/>
                  </a:cubicBezTo>
                  <a:cubicBezTo>
                    <a:pt x="4067681" y="6597550"/>
                    <a:pt x="2623022" y="6597670"/>
                    <a:pt x="1178365" y="6598436"/>
                  </a:cubicBezTo>
                  <a:cubicBezTo>
                    <a:pt x="1139655" y="6598457"/>
                    <a:pt x="1117271" y="6587733"/>
                    <a:pt x="1095452" y="6552654"/>
                  </a:cubicBezTo>
                  <a:cubicBezTo>
                    <a:pt x="907890" y="6251107"/>
                    <a:pt x="717230" y="5951488"/>
                    <a:pt x="527846" y="5651072"/>
                  </a:cubicBezTo>
                  <a:cubicBezTo>
                    <a:pt x="453035" y="5532399"/>
                    <a:pt x="379113" y="5413162"/>
                    <a:pt x="309477" y="5289717"/>
                  </a:cubicBezTo>
                  <a:cubicBezTo>
                    <a:pt x="331385" y="5282999"/>
                    <a:pt x="348766" y="5281609"/>
                    <a:pt x="365792" y="5278360"/>
                  </a:cubicBezTo>
                  <a:cubicBezTo>
                    <a:pt x="540560" y="5244988"/>
                    <a:pt x="661910" y="5139712"/>
                    <a:pt x="751110" y="4991360"/>
                  </a:cubicBezTo>
                  <a:cubicBezTo>
                    <a:pt x="976099" y="5345413"/>
                    <a:pt x="1201085" y="5699467"/>
                    <a:pt x="1428518" y="6057370"/>
                  </a:cubicBezTo>
                  <a:cubicBezTo>
                    <a:pt x="2683618" y="6057370"/>
                    <a:pt x="3945107" y="6057370"/>
                    <a:pt x="5212673" y="6057370"/>
                  </a:cubicBezTo>
                  <a:cubicBezTo>
                    <a:pt x="5298857" y="5867977"/>
                    <a:pt x="5385535" y="5676382"/>
                    <a:pt x="5473211" y="5485244"/>
                  </a:cubicBezTo>
                  <a:cubicBezTo>
                    <a:pt x="5526255" y="5369601"/>
                    <a:pt x="5581198" y="5254830"/>
                    <a:pt x="5634661" y="5139376"/>
                  </a:cubicBezTo>
                  <a:cubicBezTo>
                    <a:pt x="5724711" y="4944910"/>
                    <a:pt x="5814264" y="4750211"/>
                    <a:pt x="5909450" y="4553512"/>
                  </a:cubicBezTo>
                  <a:close/>
                  <a:moveTo>
                    <a:pt x="4699134" y="2637984"/>
                  </a:moveTo>
                  <a:cubicBezTo>
                    <a:pt x="5452708" y="2637609"/>
                    <a:pt x="6206281" y="2637017"/>
                    <a:pt x="6959854" y="2638052"/>
                  </a:cubicBezTo>
                  <a:cubicBezTo>
                    <a:pt x="6979608" y="2638080"/>
                    <a:pt x="7004989" y="2650945"/>
                    <a:pt x="7018161" y="2666135"/>
                  </a:cubicBezTo>
                  <a:cubicBezTo>
                    <a:pt x="7101149" y="2761830"/>
                    <a:pt x="7181926" y="2859464"/>
                    <a:pt x="7262449" y="2957269"/>
                  </a:cubicBezTo>
                  <a:cubicBezTo>
                    <a:pt x="7346420" y="3059261"/>
                    <a:pt x="7429331" y="3162129"/>
                    <a:pt x="7512619" y="3264685"/>
                  </a:cubicBezTo>
                  <a:cubicBezTo>
                    <a:pt x="7646616" y="3429689"/>
                    <a:pt x="7779862" y="3595307"/>
                    <a:pt x="7914727" y="3759598"/>
                  </a:cubicBezTo>
                  <a:cubicBezTo>
                    <a:pt x="8014580" y="3881240"/>
                    <a:pt x="8116743" y="4000982"/>
                    <a:pt x="8217413" y="4121956"/>
                  </a:cubicBezTo>
                  <a:cubicBezTo>
                    <a:pt x="8290964" y="4210339"/>
                    <a:pt x="8364744" y="4298573"/>
                    <a:pt x="8435886" y="4388873"/>
                  </a:cubicBezTo>
                  <a:cubicBezTo>
                    <a:pt x="8447197" y="4403229"/>
                    <a:pt x="8448666" y="4428119"/>
                    <a:pt x="8448718" y="4448154"/>
                  </a:cubicBezTo>
                  <a:cubicBezTo>
                    <a:pt x="8449500" y="4742951"/>
                    <a:pt x="8449271" y="5037752"/>
                    <a:pt x="8445219" y="5337298"/>
                  </a:cubicBezTo>
                  <a:cubicBezTo>
                    <a:pt x="8358801" y="5305253"/>
                    <a:pt x="8274893" y="5284405"/>
                    <a:pt x="8182386" y="5282635"/>
                  </a:cubicBezTo>
                  <a:cubicBezTo>
                    <a:pt x="8084809" y="5280769"/>
                    <a:pt x="7999927" y="5314965"/>
                    <a:pt x="7911680" y="5343548"/>
                  </a:cubicBezTo>
                  <a:cubicBezTo>
                    <a:pt x="7911184" y="5134615"/>
                    <a:pt x="7906504" y="4925566"/>
                    <a:pt x="7912330" y="4716808"/>
                  </a:cubicBezTo>
                  <a:cubicBezTo>
                    <a:pt x="7914535" y="4637777"/>
                    <a:pt x="7893155" y="4578278"/>
                    <a:pt x="7843086" y="4519499"/>
                  </a:cubicBezTo>
                  <a:cubicBezTo>
                    <a:pt x="7687569" y="4336942"/>
                    <a:pt x="7534967" y="4151873"/>
                    <a:pt x="7382899" y="3966412"/>
                  </a:cubicBezTo>
                  <a:cubicBezTo>
                    <a:pt x="7214076" y="3760520"/>
                    <a:pt x="7047191" y="3553044"/>
                    <a:pt x="6879222" y="3346451"/>
                  </a:cubicBezTo>
                  <a:cubicBezTo>
                    <a:pt x="6840486" y="3298804"/>
                    <a:pt x="6803479" y="3249243"/>
                    <a:pt x="6760201" y="3206047"/>
                  </a:cubicBezTo>
                  <a:cubicBezTo>
                    <a:pt x="6742593" y="3188473"/>
                    <a:pt x="6710405" y="3177195"/>
                    <a:pt x="6684819" y="3177136"/>
                  </a:cubicBezTo>
                  <a:cubicBezTo>
                    <a:pt x="6026701" y="3175639"/>
                    <a:pt x="5368575" y="3176007"/>
                    <a:pt x="4705036" y="3172046"/>
                  </a:cubicBezTo>
                  <a:cubicBezTo>
                    <a:pt x="4736357" y="3071365"/>
                    <a:pt x="4772109" y="2972710"/>
                    <a:pt x="4757124" y="2868190"/>
                  </a:cubicBezTo>
                  <a:cubicBezTo>
                    <a:pt x="4745956" y="2790285"/>
                    <a:pt x="4719038" y="2714638"/>
                    <a:pt x="4699134" y="2637984"/>
                  </a:cubicBezTo>
                  <a:close/>
                  <a:moveTo>
                    <a:pt x="2290577" y="1323345"/>
                  </a:moveTo>
                  <a:cubicBezTo>
                    <a:pt x="2297491" y="1323623"/>
                    <a:pt x="2304538" y="1324358"/>
                    <a:pt x="2311372" y="1324358"/>
                  </a:cubicBezTo>
                  <a:cubicBezTo>
                    <a:pt x="3845796" y="1324312"/>
                    <a:pt x="5380218" y="1324266"/>
                    <a:pt x="6920127" y="1328141"/>
                  </a:cubicBezTo>
                  <a:cubicBezTo>
                    <a:pt x="6919703" y="1346380"/>
                    <a:pt x="6913552" y="1360601"/>
                    <a:pt x="6907921" y="1375027"/>
                  </a:cubicBezTo>
                  <a:cubicBezTo>
                    <a:pt x="6866572" y="1480986"/>
                    <a:pt x="6834562" y="1587531"/>
                    <a:pt x="6875375" y="1702116"/>
                  </a:cubicBezTo>
                  <a:cubicBezTo>
                    <a:pt x="6894108" y="1754713"/>
                    <a:pt x="6908988" y="1808680"/>
                    <a:pt x="6925614" y="1862027"/>
                  </a:cubicBezTo>
                  <a:cubicBezTo>
                    <a:pt x="6902211" y="1862492"/>
                    <a:pt x="6878807" y="1863361"/>
                    <a:pt x="6855403" y="1863361"/>
                  </a:cubicBezTo>
                  <a:cubicBezTo>
                    <a:pt x="5438064" y="1863426"/>
                    <a:pt x="4020720" y="1864762"/>
                    <a:pt x="2603396" y="1860296"/>
                  </a:cubicBezTo>
                  <a:cubicBezTo>
                    <a:pt x="2512145" y="1860010"/>
                    <a:pt x="2484865" y="1916328"/>
                    <a:pt x="2446418" y="1967680"/>
                  </a:cubicBezTo>
                  <a:cubicBezTo>
                    <a:pt x="2332311" y="2120086"/>
                    <a:pt x="2222674" y="2275841"/>
                    <a:pt x="2111526" y="2430456"/>
                  </a:cubicBezTo>
                  <a:cubicBezTo>
                    <a:pt x="2108305" y="2434933"/>
                    <a:pt x="2107735" y="2441315"/>
                    <a:pt x="2098850" y="2446610"/>
                  </a:cubicBezTo>
                  <a:cubicBezTo>
                    <a:pt x="2085929" y="2436378"/>
                    <a:pt x="2079639" y="2426579"/>
                    <a:pt x="2074304" y="2416285"/>
                  </a:cubicBezTo>
                  <a:cubicBezTo>
                    <a:pt x="1997964" y="2268996"/>
                    <a:pt x="1884603" y="2168378"/>
                    <a:pt x="1719241" y="2131810"/>
                  </a:cubicBezTo>
                  <a:cubicBezTo>
                    <a:pt x="1703381" y="2128304"/>
                    <a:pt x="1689372" y="2116421"/>
                    <a:pt x="1674505" y="2108426"/>
                  </a:cubicBezTo>
                  <a:cubicBezTo>
                    <a:pt x="1835092" y="1886210"/>
                    <a:pt x="1995754" y="1664047"/>
                    <a:pt x="2156180" y="1441715"/>
                  </a:cubicBezTo>
                  <a:cubicBezTo>
                    <a:pt x="2178399" y="1410921"/>
                    <a:pt x="2197419" y="1377539"/>
                    <a:pt x="2222004" y="1348858"/>
                  </a:cubicBezTo>
                  <a:cubicBezTo>
                    <a:pt x="2232868" y="1336185"/>
                    <a:pt x="2253313" y="1330112"/>
                    <a:pt x="2270584" y="1325083"/>
                  </a:cubicBezTo>
                  <a:cubicBezTo>
                    <a:pt x="2276883" y="1323250"/>
                    <a:pt x="2283663" y="1323068"/>
                    <a:pt x="2290577" y="1323345"/>
                  </a:cubicBezTo>
                  <a:close/>
                  <a:moveTo>
                    <a:pt x="4773" y="1015434"/>
                  </a:moveTo>
                  <a:lnTo>
                    <a:pt x="539542" y="1015434"/>
                  </a:lnTo>
                  <a:lnTo>
                    <a:pt x="539542" y="3433593"/>
                  </a:lnTo>
                  <a:cubicBezTo>
                    <a:pt x="1174330" y="3433593"/>
                    <a:pt x="1806220" y="3433593"/>
                    <a:pt x="2443562" y="3437448"/>
                  </a:cubicBezTo>
                  <a:cubicBezTo>
                    <a:pt x="2380235" y="3575677"/>
                    <a:pt x="2355856" y="3715112"/>
                    <a:pt x="2401690" y="3862315"/>
                  </a:cubicBezTo>
                  <a:cubicBezTo>
                    <a:pt x="2413050" y="3898830"/>
                    <a:pt x="2425412" y="3935034"/>
                    <a:pt x="2437309" y="3971381"/>
                  </a:cubicBezTo>
                  <a:cubicBezTo>
                    <a:pt x="2003803" y="3971847"/>
                    <a:pt x="1570308" y="3972467"/>
                    <a:pt x="1136802" y="3972753"/>
                  </a:cubicBezTo>
                  <a:cubicBezTo>
                    <a:pt x="781384" y="3972980"/>
                    <a:pt x="425977" y="3972801"/>
                    <a:pt x="70559" y="3972801"/>
                  </a:cubicBezTo>
                  <a:cubicBezTo>
                    <a:pt x="49378" y="3972801"/>
                    <a:pt x="28186" y="3972801"/>
                    <a:pt x="0" y="3972801"/>
                  </a:cubicBezTo>
                  <a:close/>
                  <a:moveTo>
                    <a:pt x="1026841" y="0"/>
                  </a:moveTo>
                  <a:lnTo>
                    <a:pt x="5606934" y="4129"/>
                  </a:lnTo>
                  <a:cubicBezTo>
                    <a:pt x="5514848" y="185388"/>
                    <a:pt x="5522998" y="362400"/>
                    <a:pt x="5612840" y="539256"/>
                  </a:cubicBezTo>
                  <a:lnTo>
                    <a:pt x="1026841" y="534519"/>
                  </a:lnTo>
                  <a:close/>
                </a:path>
              </a:pathLst>
            </a:custGeom>
            <a:grpFill/>
            <a:ln w="6350" cap="flat">
              <a:noFill/>
              <a:prstDash val="solid"/>
              <a:miter/>
            </a:ln>
          </p:spPr>
          <p:txBody>
            <a:bodyPr wrap="square" rtlCol="0" anchor="ctr">
              <a:noAutofit/>
            </a:bodyPr>
            <a:lstStyle/>
            <a:p>
              <a:endParaRPr lang="en-US"/>
            </a:p>
          </p:txBody>
        </p:sp>
        <p:sp>
          <p:nvSpPr>
            <p:cNvPr id="1990" name="Freeform: Shape 1989">
              <a:extLst>
                <a:ext uri="{FF2B5EF4-FFF2-40B4-BE49-F238E27FC236}">
                  <a16:creationId xmlns:a16="http://schemas.microsoft.com/office/drawing/2014/main" id="{107AB0B7-BEEF-2DFC-1313-B7C7DF81E194}"/>
                </a:ext>
                <a:ext uri="{C183D7F6-B498-43B3-948B-1728B52AA6E4}">
                  <adec:decorative xmlns:adec="http://schemas.microsoft.com/office/drawing/2017/decorative" val="1"/>
                </a:ext>
              </a:extLst>
            </p:cNvPr>
            <p:cNvSpPr/>
            <p:nvPr/>
          </p:nvSpPr>
          <p:spPr>
            <a:xfrm>
              <a:off x="639763" y="4343071"/>
              <a:ext cx="599068" cy="440294"/>
            </a:xfrm>
            <a:custGeom>
              <a:avLst/>
              <a:gdLst>
                <a:gd name="connsiteX0" fmla="*/ 8475606 w 8986025"/>
                <a:gd name="connsiteY0" fmla="*/ 5812607 h 6604402"/>
                <a:gd name="connsiteX1" fmla="*/ 8418768 w 8986025"/>
                <a:gd name="connsiteY1" fmla="*/ 5812724 h 6604402"/>
                <a:gd name="connsiteX2" fmla="*/ 8189775 w 8986025"/>
                <a:gd name="connsiteY2" fmla="*/ 6092966 h 6604402"/>
                <a:gd name="connsiteX3" fmla="*/ 8508353 w 8986025"/>
                <a:gd name="connsiteY3" fmla="*/ 6319855 h 6604402"/>
                <a:gd name="connsiteX4" fmla="*/ 8598113 w 8986025"/>
                <a:gd name="connsiteY4" fmla="*/ 6281323 h 6604402"/>
                <a:gd name="connsiteX5" fmla="*/ 8710593 w 8986025"/>
                <a:gd name="connsiteY5" fmla="*/ 6042003 h 6604402"/>
                <a:gd name="connsiteX6" fmla="*/ 8475606 w 8986025"/>
                <a:gd name="connsiteY6" fmla="*/ 5812607 h 6604402"/>
                <a:gd name="connsiteX7" fmla="*/ 8447463 w 8986025"/>
                <a:gd name="connsiteY7" fmla="*/ 5541597 h 6604402"/>
                <a:gd name="connsiteX8" fmla="*/ 8710486 w 8986025"/>
                <a:gd name="connsiteY8" fmla="*/ 5601723 h 6604402"/>
                <a:gd name="connsiteX9" fmla="*/ 8873475 w 8986025"/>
                <a:gd name="connsiteY9" fmla="*/ 6400429 h 6604402"/>
                <a:gd name="connsiteX10" fmla="*/ 8222725 w 8986025"/>
                <a:gd name="connsiteY10" fmla="*/ 6555047 h 6604402"/>
                <a:gd name="connsiteX11" fmla="*/ 7917368 w 8986025"/>
                <a:gd name="connsiteY11" fmla="*/ 6083827 h 6604402"/>
                <a:gd name="connsiteX12" fmla="*/ 8174718 w 8986025"/>
                <a:gd name="connsiteY12" fmla="*/ 5606050 h 6604402"/>
                <a:gd name="connsiteX13" fmla="*/ 8447463 w 8986025"/>
                <a:gd name="connsiteY13" fmla="*/ 5541597 h 6604402"/>
                <a:gd name="connsiteX14" fmla="*/ 4762913 w 8986025"/>
                <a:gd name="connsiteY14" fmla="*/ 5017879 h 6604402"/>
                <a:gd name="connsiteX15" fmla="*/ 4498008 w 8986025"/>
                <a:gd name="connsiteY15" fmla="*/ 5284959 h 6604402"/>
                <a:gd name="connsiteX16" fmla="*/ 4684363 w 8986025"/>
                <a:gd name="connsiteY16" fmla="*/ 5524454 h 6604402"/>
                <a:gd name="connsiteX17" fmla="*/ 4952970 w 8986025"/>
                <a:gd name="connsiteY17" fmla="*/ 5444208 h 6604402"/>
                <a:gd name="connsiteX18" fmla="*/ 4821020 w 8986025"/>
                <a:gd name="connsiteY18" fmla="*/ 5025669 h 6604402"/>
                <a:gd name="connsiteX19" fmla="*/ 4762913 w 8986025"/>
                <a:gd name="connsiteY19" fmla="*/ 5017879 h 6604402"/>
                <a:gd name="connsiteX20" fmla="*/ 2417375 w 8986025"/>
                <a:gd name="connsiteY20" fmla="*/ 5017253 h 6604402"/>
                <a:gd name="connsiteX21" fmla="*/ 2270145 w 8986025"/>
                <a:gd name="connsiteY21" fmla="*/ 5046820 h 6604402"/>
                <a:gd name="connsiteX22" fmla="*/ 2186473 w 8986025"/>
                <a:gd name="connsiteY22" fmla="*/ 5443806 h 6604402"/>
                <a:gd name="connsiteX23" fmla="*/ 2390868 w 8986025"/>
                <a:gd name="connsiteY23" fmla="*/ 5534579 h 6604402"/>
                <a:gd name="connsiteX24" fmla="*/ 2620240 w 8986025"/>
                <a:gd name="connsiteY24" fmla="*/ 5387043 h 6604402"/>
                <a:gd name="connsiteX25" fmla="*/ 2539974 w 8986025"/>
                <a:gd name="connsiteY25" fmla="*/ 5071631 h 6604402"/>
                <a:gd name="connsiteX26" fmla="*/ 2417375 w 8986025"/>
                <a:gd name="connsiteY26" fmla="*/ 5017253 h 6604402"/>
                <a:gd name="connsiteX27" fmla="*/ 505555 w 8986025"/>
                <a:gd name="connsiteY27" fmla="*/ 4758198 h 6604402"/>
                <a:gd name="connsiteX28" fmla="*/ 276703 w 8986025"/>
                <a:gd name="connsiteY28" fmla="*/ 4987660 h 6604402"/>
                <a:gd name="connsiteX29" fmla="*/ 412216 w 8986025"/>
                <a:gd name="connsiteY29" fmla="*/ 5241279 h 6604402"/>
                <a:gd name="connsiteX30" fmla="*/ 793640 w 8986025"/>
                <a:gd name="connsiteY30" fmla="*/ 5011917 h 6604402"/>
                <a:gd name="connsiteX31" fmla="*/ 505555 w 8986025"/>
                <a:gd name="connsiteY31" fmla="*/ 4758198 h 6604402"/>
                <a:gd name="connsiteX32" fmla="*/ 4731770 w 8986025"/>
                <a:gd name="connsiteY32" fmla="*/ 4746585 h 6604402"/>
                <a:gd name="connsiteX33" fmla="*/ 5097815 w 8986025"/>
                <a:gd name="connsiteY33" fmla="*/ 4860410 h 6604402"/>
                <a:gd name="connsiteX34" fmla="*/ 5290864 w 8986025"/>
                <a:gd name="connsiteY34" fmla="*/ 5208826 h 6604402"/>
                <a:gd name="connsiteX35" fmla="*/ 5125648 w 8986025"/>
                <a:gd name="connsiteY35" fmla="*/ 5671091 h 6604402"/>
                <a:gd name="connsiteX36" fmla="*/ 4571945 w 8986025"/>
                <a:gd name="connsiteY36" fmla="*/ 5781232 h 6604402"/>
                <a:gd name="connsiteX37" fmla="*/ 4297341 w 8986025"/>
                <a:gd name="connsiteY37" fmla="*/ 5548146 h 6604402"/>
                <a:gd name="connsiteX38" fmla="*/ 4295425 w 8986025"/>
                <a:gd name="connsiteY38" fmla="*/ 5008995 h 6604402"/>
                <a:gd name="connsiteX39" fmla="*/ 4731770 w 8986025"/>
                <a:gd name="connsiteY39" fmla="*/ 4746585 h 6604402"/>
                <a:gd name="connsiteX40" fmla="*/ 2430877 w 8986025"/>
                <a:gd name="connsiteY40" fmla="*/ 4745775 h 6604402"/>
                <a:gd name="connsiteX41" fmla="*/ 2851406 w 8986025"/>
                <a:gd name="connsiteY41" fmla="*/ 5004210 h 6604402"/>
                <a:gd name="connsiteX42" fmla="*/ 2912825 w 8986025"/>
                <a:gd name="connsiteY42" fmla="*/ 5236561 h 6604402"/>
                <a:gd name="connsiteX43" fmla="*/ 2855283 w 8986025"/>
                <a:gd name="connsiteY43" fmla="*/ 5540863 h 6604402"/>
                <a:gd name="connsiteX44" fmla="*/ 2524763 w 8986025"/>
                <a:gd name="connsiteY44" fmla="*/ 5796956 h 6604402"/>
                <a:gd name="connsiteX45" fmla="*/ 1855360 w 8986025"/>
                <a:gd name="connsiteY45" fmla="*/ 5357070 h 6604402"/>
                <a:gd name="connsiteX46" fmla="*/ 2265149 w 8986025"/>
                <a:gd name="connsiteY46" fmla="*/ 4756209 h 6604402"/>
                <a:gd name="connsiteX47" fmla="*/ 2430877 w 8986025"/>
                <a:gd name="connsiteY47" fmla="*/ 4745775 h 6604402"/>
                <a:gd name="connsiteX48" fmla="*/ 485689 w 8986025"/>
                <a:gd name="connsiteY48" fmla="*/ 4479104 h 6604402"/>
                <a:gd name="connsiteX49" fmla="*/ 905407 w 8986025"/>
                <a:gd name="connsiteY49" fmla="*/ 4622444 h 6604402"/>
                <a:gd name="connsiteX50" fmla="*/ 1063633 w 8986025"/>
                <a:gd name="connsiteY50" fmla="*/ 4923107 h 6604402"/>
                <a:gd name="connsiteX51" fmla="*/ 1017496 w 8986025"/>
                <a:gd name="connsiteY51" fmla="*/ 5246328 h 6604402"/>
                <a:gd name="connsiteX52" fmla="*/ 630881 w 8986025"/>
                <a:gd name="connsiteY52" fmla="*/ 5537323 h 6604402"/>
                <a:gd name="connsiteX53" fmla="*/ 574332 w 8986025"/>
                <a:gd name="connsiteY53" fmla="*/ 5544433 h 6604402"/>
                <a:gd name="connsiteX54" fmla="*/ 141423 w 8986025"/>
                <a:gd name="connsiteY54" fmla="*/ 5380907 h 6604402"/>
                <a:gd name="connsiteX55" fmla="*/ 103896 w 8986025"/>
                <a:gd name="connsiteY55" fmla="*/ 4690772 h 6604402"/>
                <a:gd name="connsiteX56" fmla="*/ 485689 w 8986025"/>
                <a:gd name="connsiteY56" fmla="*/ 4479104 h 6604402"/>
                <a:gd name="connsiteX57" fmla="*/ 6593451 w 8986025"/>
                <a:gd name="connsiteY57" fmla="*/ 4229564 h 6604402"/>
                <a:gd name="connsiteX58" fmla="*/ 6511070 w 8986025"/>
                <a:gd name="connsiteY58" fmla="*/ 4244213 h 6604402"/>
                <a:gd name="connsiteX59" fmla="*/ 6461938 w 8986025"/>
                <a:gd name="connsiteY59" fmla="*/ 4274152 h 6604402"/>
                <a:gd name="connsiteX60" fmla="*/ 6354058 w 8986025"/>
                <a:gd name="connsiteY60" fmla="*/ 4549504 h 6604402"/>
                <a:gd name="connsiteX61" fmla="*/ 6596960 w 8986025"/>
                <a:gd name="connsiteY61" fmla="*/ 4747364 h 6604402"/>
                <a:gd name="connsiteX62" fmla="*/ 6840459 w 8986025"/>
                <a:gd name="connsiteY62" fmla="*/ 4590975 h 6604402"/>
                <a:gd name="connsiteX63" fmla="*/ 6799744 w 8986025"/>
                <a:gd name="connsiteY63" fmla="*/ 4316609 h 6604402"/>
                <a:gd name="connsiteX64" fmla="*/ 6593451 w 8986025"/>
                <a:gd name="connsiteY64" fmla="*/ 4229564 h 6604402"/>
                <a:gd name="connsiteX65" fmla="*/ 6569719 w 8986025"/>
                <a:gd name="connsiteY65" fmla="*/ 3949300 h 6604402"/>
                <a:gd name="connsiteX66" fmla="*/ 6936139 w 8986025"/>
                <a:gd name="connsiteY66" fmla="*/ 4063881 h 6604402"/>
                <a:gd name="connsiteX67" fmla="*/ 7141937 w 8986025"/>
                <a:gd name="connsiteY67" fmla="*/ 4500235 h 6604402"/>
                <a:gd name="connsiteX68" fmla="*/ 6680610 w 8986025"/>
                <a:gd name="connsiteY68" fmla="*/ 5017130 h 6604402"/>
                <a:gd name="connsiteX69" fmla="*/ 6176576 w 8986025"/>
                <a:gd name="connsiteY69" fmla="*/ 4808706 h 6604402"/>
                <a:gd name="connsiteX70" fmla="*/ 6220450 w 8986025"/>
                <a:gd name="connsiteY70" fmla="*/ 4109584 h 6604402"/>
                <a:gd name="connsiteX71" fmla="*/ 6569719 w 8986025"/>
                <a:gd name="connsiteY71" fmla="*/ 3949300 h 6604402"/>
                <a:gd name="connsiteX72" fmla="*/ 3186963 w 8986025"/>
                <a:gd name="connsiteY72" fmla="*/ 3705958 h 6604402"/>
                <a:gd name="connsiteX73" fmla="*/ 3119074 w 8986025"/>
                <a:gd name="connsiteY73" fmla="*/ 3716794 h 6604402"/>
                <a:gd name="connsiteX74" fmla="*/ 2916947 w 8986025"/>
                <a:gd name="connsiteY74" fmla="*/ 3970724 h 6604402"/>
                <a:gd name="connsiteX75" fmla="*/ 3253743 w 8986025"/>
                <a:gd name="connsiteY75" fmla="*/ 4219019 h 6604402"/>
                <a:gd name="connsiteX76" fmla="*/ 3439740 w 8986025"/>
                <a:gd name="connsiteY76" fmla="*/ 3953533 h 6604402"/>
                <a:gd name="connsiteX77" fmla="*/ 3186963 w 8986025"/>
                <a:gd name="connsiteY77" fmla="*/ 3705958 h 6604402"/>
                <a:gd name="connsiteX78" fmla="*/ 3202728 w 8986025"/>
                <a:gd name="connsiteY78" fmla="*/ 3432955 h 6604402"/>
                <a:gd name="connsiteX79" fmla="*/ 3532568 w 8986025"/>
                <a:gd name="connsiteY79" fmla="*/ 3566425 h 6604402"/>
                <a:gd name="connsiteX80" fmla="*/ 3708434 w 8986025"/>
                <a:gd name="connsiteY80" fmla="*/ 4041516 h 6604402"/>
                <a:gd name="connsiteX81" fmla="*/ 3313617 w 8986025"/>
                <a:gd name="connsiteY81" fmla="*/ 4487961 h 6604402"/>
                <a:gd name="connsiteX82" fmla="*/ 2798812 w 8986025"/>
                <a:gd name="connsiteY82" fmla="*/ 4354220 h 6604402"/>
                <a:gd name="connsiteX83" fmla="*/ 2705911 w 8986025"/>
                <a:gd name="connsiteY83" fmla="*/ 4232406 h 6604402"/>
                <a:gd name="connsiteX84" fmla="*/ 2666765 w 8986025"/>
                <a:gd name="connsiteY84" fmla="*/ 4121281 h 6604402"/>
                <a:gd name="connsiteX85" fmla="*/ 2714098 w 8986025"/>
                <a:gd name="connsiteY85" fmla="*/ 3695911 h 6604402"/>
                <a:gd name="connsiteX86" fmla="*/ 3079981 w 8986025"/>
                <a:gd name="connsiteY86" fmla="*/ 3440718 h 6604402"/>
                <a:gd name="connsiteX87" fmla="*/ 3202728 w 8986025"/>
                <a:gd name="connsiteY87" fmla="*/ 3432955 h 6604402"/>
                <a:gd name="connsiteX88" fmla="*/ 4525333 w 8986025"/>
                <a:gd name="connsiteY88" fmla="*/ 2910390 h 6604402"/>
                <a:gd name="connsiteX89" fmla="*/ 4309779 w 8986025"/>
                <a:gd name="connsiteY89" fmla="*/ 2991789 h 6604402"/>
                <a:gd name="connsiteX90" fmla="*/ 4261450 w 8986025"/>
                <a:gd name="connsiteY90" fmla="*/ 3273908 h 6604402"/>
                <a:gd name="connsiteX91" fmla="*/ 4479872 w 8986025"/>
                <a:gd name="connsiteY91" fmla="*/ 3423169 h 6604402"/>
                <a:gd name="connsiteX92" fmla="*/ 4752896 w 8986025"/>
                <a:gd name="connsiteY92" fmla="*/ 3186736 h 6604402"/>
                <a:gd name="connsiteX93" fmla="*/ 4599078 w 8986025"/>
                <a:gd name="connsiteY93" fmla="*/ 2930381 h 6604402"/>
                <a:gd name="connsiteX94" fmla="*/ 4525333 w 8986025"/>
                <a:gd name="connsiteY94" fmla="*/ 2910390 h 6604402"/>
                <a:gd name="connsiteX95" fmla="*/ 1853574 w 8986025"/>
                <a:gd name="connsiteY95" fmla="*/ 2646633 h 6604402"/>
                <a:gd name="connsiteX96" fmla="*/ 1806308 w 8986025"/>
                <a:gd name="connsiteY96" fmla="*/ 2650218 h 6604402"/>
                <a:gd name="connsiteX97" fmla="*/ 1600251 w 8986025"/>
                <a:gd name="connsiteY97" fmla="*/ 2884302 h 6604402"/>
                <a:gd name="connsiteX98" fmla="*/ 1707333 w 8986025"/>
                <a:gd name="connsiteY98" fmla="*/ 3113563 h 6604402"/>
                <a:gd name="connsiteX99" fmla="*/ 1851337 w 8986025"/>
                <a:gd name="connsiteY99" fmla="*/ 3163256 h 6604402"/>
                <a:gd name="connsiteX100" fmla="*/ 2095481 w 8986025"/>
                <a:gd name="connsiteY100" fmla="*/ 2801656 h 6604402"/>
                <a:gd name="connsiteX101" fmla="*/ 1853574 w 8986025"/>
                <a:gd name="connsiteY101" fmla="*/ 2646633 h 6604402"/>
                <a:gd name="connsiteX102" fmla="*/ 4540239 w 8986025"/>
                <a:gd name="connsiteY102" fmla="*/ 2636400 h 6604402"/>
                <a:gd name="connsiteX103" fmla="*/ 4960774 w 8986025"/>
                <a:gd name="connsiteY103" fmla="*/ 2894835 h 6604402"/>
                <a:gd name="connsiteX104" fmla="*/ 5022199 w 8986025"/>
                <a:gd name="connsiteY104" fmla="*/ 3127158 h 6604402"/>
                <a:gd name="connsiteX105" fmla="*/ 4964654 w 8986025"/>
                <a:gd name="connsiteY105" fmla="*/ 3431484 h 6604402"/>
                <a:gd name="connsiteX106" fmla="*/ 4634134 w 8986025"/>
                <a:gd name="connsiteY106" fmla="*/ 3687579 h 6604402"/>
                <a:gd name="connsiteX107" fmla="*/ 3964731 w 8986025"/>
                <a:gd name="connsiteY107" fmla="*/ 3247697 h 6604402"/>
                <a:gd name="connsiteX108" fmla="*/ 4374516 w 8986025"/>
                <a:gd name="connsiteY108" fmla="*/ 2646834 h 6604402"/>
                <a:gd name="connsiteX109" fmla="*/ 4540239 w 8986025"/>
                <a:gd name="connsiteY109" fmla="*/ 2636400 h 6604402"/>
                <a:gd name="connsiteX110" fmla="*/ 1934244 w 8986025"/>
                <a:gd name="connsiteY110" fmla="*/ 2367814 h 6604402"/>
                <a:gd name="connsiteX111" fmla="*/ 1984330 w 8986025"/>
                <a:gd name="connsiteY111" fmla="*/ 2390777 h 6604402"/>
                <a:gd name="connsiteX112" fmla="*/ 2339394 w 8986025"/>
                <a:gd name="connsiteY112" fmla="*/ 2675253 h 6604402"/>
                <a:gd name="connsiteX113" fmla="*/ 2360361 w 8986025"/>
                <a:gd name="connsiteY113" fmla="*/ 2707596 h 6604402"/>
                <a:gd name="connsiteX114" fmla="*/ 2326897 w 8986025"/>
                <a:gd name="connsiteY114" fmla="*/ 3166183 h 6604402"/>
                <a:gd name="connsiteX115" fmla="*/ 1891214 w 8986025"/>
                <a:gd name="connsiteY115" fmla="*/ 3436189 h 6604402"/>
                <a:gd name="connsiteX116" fmla="*/ 1411148 w 8986025"/>
                <a:gd name="connsiteY116" fmla="*/ 3201199 h 6604402"/>
                <a:gd name="connsiteX117" fmla="*/ 1470248 w 8986025"/>
                <a:gd name="connsiteY117" fmla="*/ 2531357 h 6604402"/>
                <a:gd name="connsiteX118" fmla="*/ 1841069 w 8986025"/>
                <a:gd name="connsiteY118" fmla="*/ 2368566 h 6604402"/>
                <a:gd name="connsiteX119" fmla="*/ 1934244 w 8986025"/>
                <a:gd name="connsiteY119" fmla="*/ 2367814 h 6604402"/>
                <a:gd name="connsiteX120" fmla="*/ 7671113 w 8986025"/>
                <a:gd name="connsiteY120" fmla="*/ 1592791 h 6604402"/>
                <a:gd name="connsiteX121" fmla="*/ 7584055 w 8986025"/>
                <a:gd name="connsiteY121" fmla="*/ 1603936 h 6604402"/>
                <a:gd name="connsiteX122" fmla="*/ 7401989 w 8986025"/>
                <a:gd name="connsiteY122" fmla="*/ 1806103 h 6604402"/>
                <a:gd name="connsiteX123" fmla="*/ 7401802 w 8986025"/>
                <a:gd name="connsiteY123" fmla="*/ 1841195 h 6604402"/>
                <a:gd name="connsiteX124" fmla="*/ 7560402 w 8986025"/>
                <a:gd name="connsiteY124" fmla="*/ 2088296 h 6604402"/>
                <a:gd name="connsiteX125" fmla="*/ 7844318 w 8986025"/>
                <a:gd name="connsiteY125" fmla="*/ 2027568 h 6604402"/>
                <a:gd name="connsiteX126" fmla="*/ 7883361 w 8986025"/>
                <a:gd name="connsiteY126" fmla="*/ 1719565 h 6604402"/>
                <a:gd name="connsiteX127" fmla="*/ 7671113 w 8986025"/>
                <a:gd name="connsiteY127" fmla="*/ 1592791 h 6604402"/>
                <a:gd name="connsiteX128" fmla="*/ 7635321 w 8986025"/>
                <a:gd name="connsiteY128" fmla="*/ 1313142 h 6604402"/>
                <a:gd name="connsiteX129" fmla="*/ 8190473 w 8986025"/>
                <a:gd name="connsiteY129" fmla="*/ 1770762 h 6604402"/>
                <a:gd name="connsiteX130" fmla="*/ 7780404 w 8986025"/>
                <a:gd name="connsiteY130" fmla="*/ 2371339 h 6604402"/>
                <a:gd name="connsiteX131" fmla="*/ 7194207 w 8986025"/>
                <a:gd name="connsiteY131" fmla="*/ 2123066 h 6604402"/>
                <a:gd name="connsiteX132" fmla="*/ 7140458 w 8986025"/>
                <a:gd name="connsiteY132" fmla="*/ 1961091 h 6604402"/>
                <a:gd name="connsiteX133" fmla="*/ 7173006 w 8986025"/>
                <a:gd name="connsiteY133" fmla="*/ 1633997 h 6604402"/>
                <a:gd name="connsiteX134" fmla="*/ 7190667 w 8986025"/>
                <a:gd name="connsiteY134" fmla="*/ 1586610 h 6604402"/>
                <a:gd name="connsiteX135" fmla="*/ 7521223 w 8986025"/>
                <a:gd name="connsiteY135" fmla="*/ 1330597 h 6604402"/>
                <a:gd name="connsiteX136" fmla="*/ 7635321 w 8986025"/>
                <a:gd name="connsiteY136" fmla="*/ 1313142 h 6604402"/>
                <a:gd name="connsiteX137" fmla="*/ 6326452 w 8986025"/>
                <a:gd name="connsiteY137" fmla="*/ 272252 h 6604402"/>
                <a:gd name="connsiteX138" fmla="*/ 6276083 w 8986025"/>
                <a:gd name="connsiteY138" fmla="*/ 281853 h 6604402"/>
                <a:gd name="connsiteX139" fmla="*/ 6092704 w 8986025"/>
                <a:gd name="connsiteY139" fmla="*/ 604399 h 6604402"/>
                <a:gd name="connsiteX140" fmla="*/ 6279174 w 8986025"/>
                <a:gd name="connsiteY140" fmla="*/ 785823 h 6604402"/>
                <a:gd name="connsiteX141" fmla="*/ 6326030 w 8986025"/>
                <a:gd name="connsiteY141" fmla="*/ 786423 h 6604402"/>
                <a:gd name="connsiteX142" fmla="*/ 6593212 w 8986025"/>
                <a:gd name="connsiteY142" fmla="*/ 474292 h 6604402"/>
                <a:gd name="connsiteX143" fmla="*/ 6326452 w 8986025"/>
                <a:gd name="connsiteY143" fmla="*/ 272252 h 6604402"/>
                <a:gd name="connsiteX144" fmla="*/ 151474 w 8986025"/>
                <a:gd name="connsiteY144" fmla="*/ 135244 h 6604402"/>
                <a:gd name="connsiteX145" fmla="*/ 944599 w 8986025"/>
                <a:gd name="connsiteY145" fmla="*/ 135244 h 6604402"/>
                <a:gd name="connsiteX146" fmla="*/ 944599 w 8986025"/>
                <a:gd name="connsiteY146" fmla="*/ 927463 h 6604402"/>
                <a:gd name="connsiteX147" fmla="*/ 151474 w 8986025"/>
                <a:gd name="connsiteY147" fmla="*/ 927463 h 6604402"/>
                <a:gd name="connsiteX148" fmla="*/ 6313795 w 8986025"/>
                <a:gd name="connsiteY148" fmla="*/ 490 h 6604402"/>
                <a:gd name="connsiteX149" fmla="*/ 6679840 w 8986025"/>
                <a:gd name="connsiteY149" fmla="*/ 114312 h 6604402"/>
                <a:gd name="connsiteX150" fmla="*/ 6872892 w 8986025"/>
                <a:gd name="connsiteY150" fmla="*/ 462727 h 6604402"/>
                <a:gd name="connsiteX151" fmla="*/ 6707678 w 8986025"/>
                <a:gd name="connsiteY151" fmla="*/ 924992 h 6604402"/>
                <a:gd name="connsiteX152" fmla="*/ 6153973 w 8986025"/>
                <a:gd name="connsiteY152" fmla="*/ 1035138 h 6604402"/>
                <a:gd name="connsiteX153" fmla="*/ 5879367 w 8986025"/>
                <a:gd name="connsiteY153" fmla="*/ 802054 h 6604402"/>
                <a:gd name="connsiteX154" fmla="*/ 5877444 w 8986025"/>
                <a:gd name="connsiteY154" fmla="*/ 262898 h 6604402"/>
                <a:gd name="connsiteX155" fmla="*/ 6313795 w 8986025"/>
                <a:gd name="connsiteY155" fmla="*/ 490 h 660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8986025" h="6604402">
                  <a:moveTo>
                    <a:pt x="8475606" y="5812607"/>
                  </a:moveTo>
                  <a:cubicBezTo>
                    <a:pt x="8457429" y="5810783"/>
                    <a:pt x="8438454" y="5810751"/>
                    <a:pt x="8418768" y="5812724"/>
                  </a:cubicBezTo>
                  <a:cubicBezTo>
                    <a:pt x="8291712" y="5825462"/>
                    <a:pt x="8171048" y="5962492"/>
                    <a:pt x="8189775" y="6092966"/>
                  </a:cubicBezTo>
                  <a:cubicBezTo>
                    <a:pt x="8212528" y="6251478"/>
                    <a:pt x="8348409" y="6350392"/>
                    <a:pt x="8508353" y="6319855"/>
                  </a:cubicBezTo>
                  <a:cubicBezTo>
                    <a:pt x="8538436" y="6307263"/>
                    <a:pt x="8571092" y="6298678"/>
                    <a:pt x="8598113" y="6281323"/>
                  </a:cubicBezTo>
                  <a:cubicBezTo>
                    <a:pt x="8676948" y="6230685"/>
                    <a:pt x="8723336" y="6117391"/>
                    <a:pt x="8710593" y="6042003"/>
                  </a:cubicBezTo>
                  <a:cubicBezTo>
                    <a:pt x="8690991" y="5926032"/>
                    <a:pt x="8602843" y="5825382"/>
                    <a:pt x="8475606" y="5812607"/>
                  </a:cubicBezTo>
                  <a:close/>
                  <a:moveTo>
                    <a:pt x="8447463" y="5541597"/>
                  </a:moveTo>
                  <a:cubicBezTo>
                    <a:pt x="8539971" y="5543365"/>
                    <a:pt x="8623880" y="5564213"/>
                    <a:pt x="8710486" y="5601723"/>
                  </a:cubicBezTo>
                  <a:cubicBezTo>
                    <a:pt x="8999652" y="5759078"/>
                    <a:pt x="9073386" y="6144034"/>
                    <a:pt x="8873475" y="6400429"/>
                  </a:cubicBezTo>
                  <a:cubicBezTo>
                    <a:pt x="8708172" y="6612441"/>
                    <a:pt x="8430891" y="6650242"/>
                    <a:pt x="8222725" y="6555047"/>
                  </a:cubicBezTo>
                  <a:cubicBezTo>
                    <a:pt x="8027198" y="6465631"/>
                    <a:pt x="7923807" y="6302912"/>
                    <a:pt x="7917368" y="6083827"/>
                  </a:cubicBezTo>
                  <a:cubicBezTo>
                    <a:pt x="7911273" y="5876461"/>
                    <a:pt x="7999767" y="5720396"/>
                    <a:pt x="8174718" y="5606050"/>
                  </a:cubicBezTo>
                  <a:cubicBezTo>
                    <a:pt x="8265003" y="5573926"/>
                    <a:pt x="8349885" y="5539729"/>
                    <a:pt x="8447463" y="5541597"/>
                  </a:cubicBezTo>
                  <a:close/>
                  <a:moveTo>
                    <a:pt x="4762913" y="5017879"/>
                  </a:moveTo>
                  <a:cubicBezTo>
                    <a:pt x="4626653" y="5017044"/>
                    <a:pt x="4492248" y="5133675"/>
                    <a:pt x="4498008" y="5284959"/>
                  </a:cubicBezTo>
                  <a:cubicBezTo>
                    <a:pt x="4502465" y="5402044"/>
                    <a:pt x="4572327" y="5489949"/>
                    <a:pt x="4684363" y="5524454"/>
                  </a:cubicBezTo>
                  <a:cubicBezTo>
                    <a:pt x="4781503" y="5554369"/>
                    <a:pt x="4876061" y="5533709"/>
                    <a:pt x="4952970" y="5444208"/>
                  </a:cubicBezTo>
                  <a:cubicBezTo>
                    <a:pt x="5089281" y="5299839"/>
                    <a:pt x="4999963" y="5073871"/>
                    <a:pt x="4821020" y="5025669"/>
                  </a:cubicBezTo>
                  <a:cubicBezTo>
                    <a:pt x="4801882" y="5020514"/>
                    <a:pt x="4782379" y="5017998"/>
                    <a:pt x="4762913" y="5017879"/>
                  </a:cubicBezTo>
                  <a:close/>
                  <a:moveTo>
                    <a:pt x="2417375" y="5017253"/>
                  </a:moveTo>
                  <a:cubicBezTo>
                    <a:pt x="2369723" y="5011063"/>
                    <a:pt x="2317966" y="5018864"/>
                    <a:pt x="2270145" y="5046820"/>
                  </a:cubicBezTo>
                  <a:cubicBezTo>
                    <a:pt x="2139877" y="5122974"/>
                    <a:pt x="2072433" y="5264642"/>
                    <a:pt x="2186473" y="5443806"/>
                  </a:cubicBezTo>
                  <a:cubicBezTo>
                    <a:pt x="2241813" y="5502905"/>
                    <a:pt x="2307062" y="5532112"/>
                    <a:pt x="2390868" y="5534579"/>
                  </a:cubicBezTo>
                  <a:cubicBezTo>
                    <a:pt x="2482978" y="5537290"/>
                    <a:pt x="2588511" y="5467116"/>
                    <a:pt x="2620240" y="5387043"/>
                  </a:cubicBezTo>
                  <a:cubicBezTo>
                    <a:pt x="2670804" y="5259434"/>
                    <a:pt x="2648169" y="5168142"/>
                    <a:pt x="2539974" y="5071631"/>
                  </a:cubicBezTo>
                  <a:cubicBezTo>
                    <a:pt x="2508575" y="5043624"/>
                    <a:pt x="2465028" y="5023443"/>
                    <a:pt x="2417375" y="5017253"/>
                  </a:cubicBezTo>
                  <a:close/>
                  <a:moveTo>
                    <a:pt x="505555" y="4758198"/>
                  </a:moveTo>
                  <a:cubicBezTo>
                    <a:pt x="393683" y="4767771"/>
                    <a:pt x="288420" y="4866315"/>
                    <a:pt x="276703" y="4987660"/>
                  </a:cubicBezTo>
                  <a:cubicBezTo>
                    <a:pt x="265990" y="5098609"/>
                    <a:pt x="320670" y="5175735"/>
                    <a:pt x="412216" y="5241279"/>
                  </a:cubicBezTo>
                  <a:cubicBezTo>
                    <a:pt x="602103" y="5349703"/>
                    <a:pt x="800580" y="5175192"/>
                    <a:pt x="793640" y="5011917"/>
                  </a:cubicBezTo>
                  <a:cubicBezTo>
                    <a:pt x="788171" y="4883319"/>
                    <a:pt x="687438" y="4742636"/>
                    <a:pt x="505555" y="4758198"/>
                  </a:cubicBezTo>
                  <a:close/>
                  <a:moveTo>
                    <a:pt x="4731770" y="4746585"/>
                  </a:moveTo>
                  <a:cubicBezTo>
                    <a:pt x="4868355" y="4741680"/>
                    <a:pt x="4989744" y="4773134"/>
                    <a:pt x="5097815" y="4860410"/>
                  </a:cubicBezTo>
                  <a:cubicBezTo>
                    <a:pt x="5210370" y="4951308"/>
                    <a:pt x="5274878" y="5068731"/>
                    <a:pt x="5290864" y="5208826"/>
                  </a:cubicBezTo>
                  <a:cubicBezTo>
                    <a:pt x="5311247" y="5387450"/>
                    <a:pt x="5258230" y="5543350"/>
                    <a:pt x="5125648" y="5671091"/>
                  </a:cubicBezTo>
                  <a:cubicBezTo>
                    <a:pt x="4987692" y="5804010"/>
                    <a:pt x="4751378" y="5851168"/>
                    <a:pt x="4571945" y="5781232"/>
                  </a:cubicBezTo>
                  <a:cubicBezTo>
                    <a:pt x="4453809" y="5735189"/>
                    <a:pt x="4362894" y="5660503"/>
                    <a:pt x="4297341" y="5548146"/>
                  </a:cubicBezTo>
                  <a:cubicBezTo>
                    <a:pt x="4206082" y="5367460"/>
                    <a:pt x="4197883" y="5190447"/>
                    <a:pt x="4295425" y="5008995"/>
                  </a:cubicBezTo>
                  <a:cubicBezTo>
                    <a:pt x="4396068" y="4842453"/>
                    <a:pt x="4538175" y="4753535"/>
                    <a:pt x="4731770" y="4746585"/>
                  </a:cubicBezTo>
                  <a:close/>
                  <a:moveTo>
                    <a:pt x="2430877" y="4745775"/>
                  </a:moveTo>
                  <a:cubicBezTo>
                    <a:pt x="2591510" y="4754522"/>
                    <a:pt x="2735571" y="4825775"/>
                    <a:pt x="2851406" y="5004210"/>
                  </a:cubicBezTo>
                  <a:cubicBezTo>
                    <a:pt x="2874744" y="5082988"/>
                    <a:pt x="2901652" y="5158647"/>
                    <a:pt x="2912825" y="5236561"/>
                  </a:cubicBezTo>
                  <a:cubicBezTo>
                    <a:pt x="2927814" y="5341074"/>
                    <a:pt x="2892054" y="5439718"/>
                    <a:pt x="2855283" y="5540863"/>
                  </a:cubicBezTo>
                  <a:cubicBezTo>
                    <a:pt x="2778818" y="5673520"/>
                    <a:pt x="2667962" y="5758563"/>
                    <a:pt x="2524763" y="5796956"/>
                  </a:cubicBezTo>
                  <a:cubicBezTo>
                    <a:pt x="2220595" y="5878509"/>
                    <a:pt x="1902209" y="5673311"/>
                    <a:pt x="1855360" y="5357070"/>
                  </a:cubicBezTo>
                  <a:cubicBezTo>
                    <a:pt x="1814938" y="5084217"/>
                    <a:pt x="2009818" y="4798109"/>
                    <a:pt x="2265149" y="4756209"/>
                  </a:cubicBezTo>
                  <a:cubicBezTo>
                    <a:pt x="2321945" y="4746889"/>
                    <a:pt x="2377331" y="4742859"/>
                    <a:pt x="2430877" y="4745775"/>
                  </a:cubicBezTo>
                  <a:close/>
                  <a:moveTo>
                    <a:pt x="485689" y="4479104"/>
                  </a:moveTo>
                  <a:cubicBezTo>
                    <a:pt x="630916" y="4465865"/>
                    <a:pt x="782462" y="4511794"/>
                    <a:pt x="905407" y="4622444"/>
                  </a:cubicBezTo>
                  <a:cubicBezTo>
                    <a:pt x="992628" y="4700945"/>
                    <a:pt x="1042714" y="4804029"/>
                    <a:pt x="1063633" y="4923107"/>
                  </a:cubicBezTo>
                  <a:cubicBezTo>
                    <a:pt x="1083538" y="5036404"/>
                    <a:pt x="1066307" y="5140505"/>
                    <a:pt x="1017496" y="5246328"/>
                  </a:cubicBezTo>
                  <a:cubicBezTo>
                    <a:pt x="927001" y="5398677"/>
                    <a:pt x="805650" y="5503953"/>
                    <a:pt x="630881" y="5537323"/>
                  </a:cubicBezTo>
                  <a:cubicBezTo>
                    <a:pt x="613855" y="5540574"/>
                    <a:pt x="596474" y="5541964"/>
                    <a:pt x="574332" y="5544433"/>
                  </a:cubicBezTo>
                  <a:cubicBezTo>
                    <a:pt x="401081" y="5557137"/>
                    <a:pt x="260077" y="5503320"/>
                    <a:pt x="141423" y="5380907"/>
                  </a:cubicBezTo>
                  <a:cubicBezTo>
                    <a:pt x="-31305" y="5202706"/>
                    <a:pt x="-48193" y="4887025"/>
                    <a:pt x="103896" y="4690772"/>
                  </a:cubicBezTo>
                  <a:cubicBezTo>
                    <a:pt x="201558" y="4564751"/>
                    <a:pt x="340463" y="4492344"/>
                    <a:pt x="485689" y="4479104"/>
                  </a:cubicBezTo>
                  <a:close/>
                  <a:moveTo>
                    <a:pt x="6593451" y="4229564"/>
                  </a:moveTo>
                  <a:cubicBezTo>
                    <a:pt x="6566282" y="4230679"/>
                    <a:pt x="6538541" y="4235518"/>
                    <a:pt x="6511070" y="4244213"/>
                  </a:cubicBezTo>
                  <a:cubicBezTo>
                    <a:pt x="6494673" y="4254160"/>
                    <a:pt x="6477889" y="4263530"/>
                    <a:pt x="6461938" y="4274152"/>
                  </a:cubicBezTo>
                  <a:cubicBezTo>
                    <a:pt x="6368218" y="4336564"/>
                    <a:pt x="6323951" y="4449926"/>
                    <a:pt x="6354058" y="4549504"/>
                  </a:cubicBezTo>
                  <a:cubicBezTo>
                    <a:pt x="6388832" y="4664514"/>
                    <a:pt x="6486651" y="4744194"/>
                    <a:pt x="6596960" y="4747364"/>
                  </a:cubicBezTo>
                  <a:cubicBezTo>
                    <a:pt x="6699572" y="4750313"/>
                    <a:pt x="6796090" y="4688359"/>
                    <a:pt x="6840459" y="4590975"/>
                  </a:cubicBezTo>
                  <a:cubicBezTo>
                    <a:pt x="6886114" y="4490764"/>
                    <a:pt x="6865554" y="4398412"/>
                    <a:pt x="6799744" y="4316609"/>
                  </a:cubicBezTo>
                  <a:cubicBezTo>
                    <a:pt x="6751313" y="4256406"/>
                    <a:pt x="6674958" y="4226222"/>
                    <a:pt x="6593451" y="4229564"/>
                  </a:cubicBezTo>
                  <a:close/>
                  <a:moveTo>
                    <a:pt x="6569719" y="3949300"/>
                  </a:moveTo>
                  <a:cubicBezTo>
                    <a:pt x="6696942" y="3941633"/>
                    <a:pt x="6827023" y="3979777"/>
                    <a:pt x="6936139" y="4063881"/>
                  </a:cubicBezTo>
                  <a:cubicBezTo>
                    <a:pt x="7080492" y="4175145"/>
                    <a:pt x="7146249" y="4325185"/>
                    <a:pt x="7141937" y="4500235"/>
                  </a:cubicBezTo>
                  <a:cubicBezTo>
                    <a:pt x="7135520" y="4760628"/>
                    <a:pt x="6949727" y="4978995"/>
                    <a:pt x="6680610" y="5017130"/>
                  </a:cubicBezTo>
                  <a:cubicBezTo>
                    <a:pt x="6473755" y="5036439"/>
                    <a:pt x="6310204" y="4963310"/>
                    <a:pt x="6176576" y="4808706"/>
                  </a:cubicBezTo>
                  <a:cubicBezTo>
                    <a:pt x="6014396" y="4584134"/>
                    <a:pt x="6032404" y="4300436"/>
                    <a:pt x="6220450" y="4109584"/>
                  </a:cubicBezTo>
                  <a:cubicBezTo>
                    <a:pt x="6318132" y="4010446"/>
                    <a:pt x="6442497" y="3956968"/>
                    <a:pt x="6569719" y="3949300"/>
                  </a:cubicBezTo>
                  <a:close/>
                  <a:moveTo>
                    <a:pt x="3186963" y="3705958"/>
                  </a:moveTo>
                  <a:cubicBezTo>
                    <a:pt x="3164311" y="3709483"/>
                    <a:pt x="3141276" y="3711415"/>
                    <a:pt x="3119074" y="3716794"/>
                  </a:cubicBezTo>
                  <a:cubicBezTo>
                    <a:pt x="2992726" y="3747405"/>
                    <a:pt x="2912551" y="3849550"/>
                    <a:pt x="2916947" y="3970724"/>
                  </a:cubicBezTo>
                  <a:cubicBezTo>
                    <a:pt x="2923668" y="4156051"/>
                    <a:pt x="3088834" y="4266126"/>
                    <a:pt x="3253743" y="4219019"/>
                  </a:cubicBezTo>
                  <a:cubicBezTo>
                    <a:pt x="3357196" y="4189467"/>
                    <a:pt x="3456901" y="4048852"/>
                    <a:pt x="3439740" y="3953533"/>
                  </a:cubicBezTo>
                  <a:cubicBezTo>
                    <a:pt x="3415555" y="3819205"/>
                    <a:pt x="3342163" y="3731091"/>
                    <a:pt x="3186963" y="3705958"/>
                  </a:cubicBezTo>
                  <a:close/>
                  <a:moveTo>
                    <a:pt x="3202728" y="3432955"/>
                  </a:moveTo>
                  <a:cubicBezTo>
                    <a:pt x="3322724" y="3437191"/>
                    <a:pt x="3434019" y="3478488"/>
                    <a:pt x="3532568" y="3566425"/>
                  </a:cubicBezTo>
                  <a:cubicBezTo>
                    <a:pt x="3676367" y="3694739"/>
                    <a:pt x="3730690" y="3857082"/>
                    <a:pt x="3708434" y="4041516"/>
                  </a:cubicBezTo>
                  <a:cubicBezTo>
                    <a:pt x="3681802" y="4262221"/>
                    <a:pt x="3531603" y="4432843"/>
                    <a:pt x="3313617" y="4487961"/>
                  </a:cubicBezTo>
                  <a:cubicBezTo>
                    <a:pt x="3121015" y="4536663"/>
                    <a:pt x="2945855" y="4488637"/>
                    <a:pt x="2798812" y="4354220"/>
                  </a:cubicBezTo>
                  <a:cubicBezTo>
                    <a:pt x="2762703" y="4321212"/>
                    <a:pt x="2738897" y="4274747"/>
                    <a:pt x="2705911" y="4232406"/>
                  </a:cubicBezTo>
                  <a:cubicBezTo>
                    <a:pt x="2690487" y="4193998"/>
                    <a:pt x="2678133" y="4157794"/>
                    <a:pt x="2666765" y="4121281"/>
                  </a:cubicBezTo>
                  <a:cubicBezTo>
                    <a:pt x="2620937" y="3974073"/>
                    <a:pt x="2645312" y="3834642"/>
                    <a:pt x="2714098" y="3695911"/>
                  </a:cubicBezTo>
                  <a:cubicBezTo>
                    <a:pt x="2802316" y="3558669"/>
                    <a:pt x="2920838" y="3465355"/>
                    <a:pt x="3079981" y="3440718"/>
                  </a:cubicBezTo>
                  <a:cubicBezTo>
                    <a:pt x="3121764" y="3434249"/>
                    <a:pt x="3162730" y="3431543"/>
                    <a:pt x="3202728" y="3432955"/>
                  </a:cubicBezTo>
                  <a:close/>
                  <a:moveTo>
                    <a:pt x="4525333" y="2910390"/>
                  </a:moveTo>
                  <a:cubicBezTo>
                    <a:pt x="4448670" y="2901993"/>
                    <a:pt x="4366644" y="2928566"/>
                    <a:pt x="4309779" y="2991789"/>
                  </a:cubicBezTo>
                  <a:cubicBezTo>
                    <a:pt x="4232096" y="3078159"/>
                    <a:pt x="4217061" y="3170560"/>
                    <a:pt x="4261450" y="3273908"/>
                  </a:cubicBezTo>
                  <a:cubicBezTo>
                    <a:pt x="4300255" y="3364250"/>
                    <a:pt x="4370550" y="3414543"/>
                    <a:pt x="4479872" y="3423169"/>
                  </a:cubicBezTo>
                  <a:cubicBezTo>
                    <a:pt x="4631687" y="3439564"/>
                    <a:pt x="4745080" y="3316958"/>
                    <a:pt x="4752896" y="3186736"/>
                  </a:cubicBezTo>
                  <a:cubicBezTo>
                    <a:pt x="4759696" y="3073462"/>
                    <a:pt x="4698984" y="2975567"/>
                    <a:pt x="4599078" y="2930381"/>
                  </a:cubicBezTo>
                  <a:cubicBezTo>
                    <a:pt x="4575846" y="2919873"/>
                    <a:pt x="4550887" y="2913189"/>
                    <a:pt x="4525333" y="2910390"/>
                  </a:cubicBezTo>
                  <a:close/>
                  <a:moveTo>
                    <a:pt x="1853574" y="2646633"/>
                  </a:moveTo>
                  <a:cubicBezTo>
                    <a:pt x="1838104" y="2646535"/>
                    <a:pt x="1822313" y="2647700"/>
                    <a:pt x="1806308" y="2650218"/>
                  </a:cubicBezTo>
                  <a:cubicBezTo>
                    <a:pt x="1701149" y="2666771"/>
                    <a:pt x="1605271" y="2779407"/>
                    <a:pt x="1600251" y="2884302"/>
                  </a:cubicBezTo>
                  <a:cubicBezTo>
                    <a:pt x="1595787" y="2977626"/>
                    <a:pt x="1632087" y="3049129"/>
                    <a:pt x="1707333" y="3113563"/>
                  </a:cubicBezTo>
                  <a:cubicBezTo>
                    <a:pt x="1755282" y="3130820"/>
                    <a:pt x="1802353" y="3159491"/>
                    <a:pt x="1851337" y="3163256"/>
                  </a:cubicBezTo>
                  <a:cubicBezTo>
                    <a:pt x="2017519" y="3176032"/>
                    <a:pt x="2177719" y="2986017"/>
                    <a:pt x="2095481" y="2801656"/>
                  </a:cubicBezTo>
                  <a:cubicBezTo>
                    <a:pt x="2054498" y="2709779"/>
                    <a:pt x="1961869" y="2647312"/>
                    <a:pt x="1853574" y="2646633"/>
                  </a:cubicBezTo>
                  <a:close/>
                  <a:moveTo>
                    <a:pt x="4540239" y="2636400"/>
                  </a:moveTo>
                  <a:cubicBezTo>
                    <a:pt x="4700870" y="2645144"/>
                    <a:pt x="4844933" y="2716391"/>
                    <a:pt x="4960774" y="2894835"/>
                  </a:cubicBezTo>
                  <a:cubicBezTo>
                    <a:pt x="4984114" y="2973603"/>
                    <a:pt x="5011030" y="3049251"/>
                    <a:pt x="5022199" y="3127158"/>
                  </a:cubicBezTo>
                  <a:cubicBezTo>
                    <a:pt x="5037186" y="3231677"/>
                    <a:pt x="5001432" y="3330332"/>
                    <a:pt x="4964654" y="3431484"/>
                  </a:cubicBezTo>
                  <a:cubicBezTo>
                    <a:pt x="4888189" y="3564145"/>
                    <a:pt x="4777331" y="3649184"/>
                    <a:pt x="4634134" y="3687579"/>
                  </a:cubicBezTo>
                  <a:cubicBezTo>
                    <a:pt x="4329971" y="3769134"/>
                    <a:pt x="4011580" y="3563938"/>
                    <a:pt x="3964731" y="3247697"/>
                  </a:cubicBezTo>
                  <a:cubicBezTo>
                    <a:pt x="3924308" y="2974836"/>
                    <a:pt x="4119193" y="2688730"/>
                    <a:pt x="4374516" y="2646834"/>
                  </a:cubicBezTo>
                  <a:cubicBezTo>
                    <a:pt x="4431310" y="2637515"/>
                    <a:pt x="4486695" y="2633485"/>
                    <a:pt x="4540239" y="2636400"/>
                  </a:cubicBezTo>
                  <a:close/>
                  <a:moveTo>
                    <a:pt x="1934244" y="2367814"/>
                  </a:moveTo>
                  <a:cubicBezTo>
                    <a:pt x="1954461" y="2375387"/>
                    <a:pt x="1968470" y="2387270"/>
                    <a:pt x="1984330" y="2390777"/>
                  </a:cubicBezTo>
                  <a:cubicBezTo>
                    <a:pt x="2149694" y="2427345"/>
                    <a:pt x="2263055" y="2527964"/>
                    <a:pt x="2339394" y="2675253"/>
                  </a:cubicBezTo>
                  <a:cubicBezTo>
                    <a:pt x="2344730" y="2685546"/>
                    <a:pt x="2351019" y="2695346"/>
                    <a:pt x="2360361" y="2707596"/>
                  </a:cubicBezTo>
                  <a:cubicBezTo>
                    <a:pt x="2412014" y="2866852"/>
                    <a:pt x="2412001" y="3020912"/>
                    <a:pt x="2326897" y="3166183"/>
                  </a:cubicBezTo>
                  <a:cubicBezTo>
                    <a:pt x="2229747" y="3332013"/>
                    <a:pt x="2089057" y="3426376"/>
                    <a:pt x="1891214" y="3436189"/>
                  </a:cubicBezTo>
                  <a:cubicBezTo>
                    <a:pt x="1685172" y="3446405"/>
                    <a:pt x="1522041" y="3371125"/>
                    <a:pt x="1411148" y="3201199"/>
                  </a:cubicBezTo>
                  <a:cubicBezTo>
                    <a:pt x="1268636" y="2982815"/>
                    <a:pt x="1292562" y="2722349"/>
                    <a:pt x="1470248" y="2531357"/>
                  </a:cubicBezTo>
                  <a:cubicBezTo>
                    <a:pt x="1567551" y="2426769"/>
                    <a:pt x="1695175" y="2371975"/>
                    <a:pt x="1841069" y="2368566"/>
                  </a:cubicBezTo>
                  <a:cubicBezTo>
                    <a:pt x="1870331" y="2367884"/>
                    <a:pt x="1899619" y="2368317"/>
                    <a:pt x="1934244" y="2367814"/>
                  </a:cubicBezTo>
                  <a:close/>
                  <a:moveTo>
                    <a:pt x="7671113" y="1592791"/>
                  </a:moveTo>
                  <a:cubicBezTo>
                    <a:pt x="7642575" y="1591807"/>
                    <a:pt x="7613263" y="1595439"/>
                    <a:pt x="7584055" y="1603936"/>
                  </a:cubicBezTo>
                  <a:cubicBezTo>
                    <a:pt x="7484546" y="1632890"/>
                    <a:pt x="7434812" y="1705377"/>
                    <a:pt x="7401989" y="1806103"/>
                  </a:cubicBezTo>
                  <a:cubicBezTo>
                    <a:pt x="7401939" y="1817802"/>
                    <a:pt x="7402123" y="1829504"/>
                    <a:pt x="7401802" y="1841195"/>
                  </a:cubicBezTo>
                  <a:cubicBezTo>
                    <a:pt x="7398547" y="1959586"/>
                    <a:pt x="7459696" y="2038300"/>
                    <a:pt x="7560402" y="2088296"/>
                  </a:cubicBezTo>
                  <a:cubicBezTo>
                    <a:pt x="7650647" y="2133100"/>
                    <a:pt x="7772042" y="2107942"/>
                    <a:pt x="7844318" y="2027568"/>
                  </a:cubicBezTo>
                  <a:cubicBezTo>
                    <a:pt x="7923129" y="1939927"/>
                    <a:pt x="7942947" y="1818054"/>
                    <a:pt x="7883361" y="1719565"/>
                  </a:cubicBezTo>
                  <a:cubicBezTo>
                    <a:pt x="7835377" y="1640250"/>
                    <a:pt x="7756727" y="1595746"/>
                    <a:pt x="7671113" y="1592791"/>
                  </a:cubicBezTo>
                  <a:close/>
                  <a:moveTo>
                    <a:pt x="7635321" y="1313142"/>
                  </a:moveTo>
                  <a:cubicBezTo>
                    <a:pt x="7900560" y="1302149"/>
                    <a:pt x="8149709" y="1493720"/>
                    <a:pt x="8190473" y="1770762"/>
                  </a:cubicBezTo>
                  <a:cubicBezTo>
                    <a:pt x="8231225" y="2047725"/>
                    <a:pt x="8033335" y="2329105"/>
                    <a:pt x="7780404" y="2371339"/>
                  </a:cubicBezTo>
                  <a:cubicBezTo>
                    <a:pt x="7553526" y="2409222"/>
                    <a:pt x="7348791" y="2361520"/>
                    <a:pt x="7194207" y="2123066"/>
                  </a:cubicBezTo>
                  <a:cubicBezTo>
                    <a:pt x="7174071" y="2067656"/>
                    <a:pt x="7159191" y="2013687"/>
                    <a:pt x="7140458" y="1961091"/>
                  </a:cubicBezTo>
                  <a:cubicBezTo>
                    <a:pt x="7099647" y="1846503"/>
                    <a:pt x="7131655" y="1739958"/>
                    <a:pt x="7173006" y="1633997"/>
                  </a:cubicBezTo>
                  <a:cubicBezTo>
                    <a:pt x="7178635" y="1619571"/>
                    <a:pt x="7184788" y="1605350"/>
                    <a:pt x="7190667" y="1586610"/>
                  </a:cubicBezTo>
                  <a:cubicBezTo>
                    <a:pt x="7267094" y="1453986"/>
                    <a:pt x="7378007" y="1368973"/>
                    <a:pt x="7521223" y="1330597"/>
                  </a:cubicBezTo>
                  <a:cubicBezTo>
                    <a:pt x="7559210" y="1320417"/>
                    <a:pt x="7597430" y="1314713"/>
                    <a:pt x="7635321" y="1313142"/>
                  </a:cubicBezTo>
                  <a:close/>
                  <a:moveTo>
                    <a:pt x="6326452" y="272252"/>
                  </a:moveTo>
                  <a:cubicBezTo>
                    <a:pt x="6309369" y="273362"/>
                    <a:pt x="6292465" y="276493"/>
                    <a:pt x="6276083" y="281853"/>
                  </a:cubicBezTo>
                  <a:cubicBezTo>
                    <a:pt x="6126343" y="330846"/>
                    <a:pt x="6049831" y="462801"/>
                    <a:pt x="6092704" y="604399"/>
                  </a:cubicBezTo>
                  <a:cubicBezTo>
                    <a:pt x="6119756" y="693751"/>
                    <a:pt x="6186992" y="747111"/>
                    <a:pt x="6279174" y="785823"/>
                  </a:cubicBezTo>
                  <a:cubicBezTo>
                    <a:pt x="6294792" y="786032"/>
                    <a:pt x="6310410" y="786399"/>
                    <a:pt x="6326030" y="786423"/>
                  </a:cubicBezTo>
                  <a:cubicBezTo>
                    <a:pt x="6509579" y="786702"/>
                    <a:pt x="6622042" y="655294"/>
                    <a:pt x="6593212" y="474292"/>
                  </a:cubicBezTo>
                  <a:cubicBezTo>
                    <a:pt x="6574327" y="355725"/>
                    <a:pt x="6446028" y="264483"/>
                    <a:pt x="6326452" y="272252"/>
                  </a:cubicBezTo>
                  <a:close/>
                  <a:moveTo>
                    <a:pt x="151474" y="135244"/>
                  </a:moveTo>
                  <a:lnTo>
                    <a:pt x="944599" y="135244"/>
                  </a:lnTo>
                  <a:lnTo>
                    <a:pt x="944599" y="927463"/>
                  </a:lnTo>
                  <a:lnTo>
                    <a:pt x="151474" y="927463"/>
                  </a:lnTo>
                  <a:close/>
                  <a:moveTo>
                    <a:pt x="6313795" y="490"/>
                  </a:moveTo>
                  <a:cubicBezTo>
                    <a:pt x="6450380" y="-4414"/>
                    <a:pt x="6571768" y="27037"/>
                    <a:pt x="6679840" y="114312"/>
                  </a:cubicBezTo>
                  <a:cubicBezTo>
                    <a:pt x="6792396" y="205209"/>
                    <a:pt x="6856906" y="322634"/>
                    <a:pt x="6872892" y="462727"/>
                  </a:cubicBezTo>
                  <a:cubicBezTo>
                    <a:pt x="6893273" y="641351"/>
                    <a:pt x="6840260" y="797250"/>
                    <a:pt x="6707678" y="924992"/>
                  </a:cubicBezTo>
                  <a:cubicBezTo>
                    <a:pt x="6569714" y="1057917"/>
                    <a:pt x="6333407" y="1105074"/>
                    <a:pt x="6153973" y="1035138"/>
                  </a:cubicBezTo>
                  <a:cubicBezTo>
                    <a:pt x="6035837" y="989094"/>
                    <a:pt x="5944922" y="914410"/>
                    <a:pt x="5879367" y="802054"/>
                  </a:cubicBezTo>
                  <a:cubicBezTo>
                    <a:pt x="5788082" y="621367"/>
                    <a:pt x="5779935" y="444353"/>
                    <a:pt x="5877444" y="262898"/>
                  </a:cubicBezTo>
                  <a:cubicBezTo>
                    <a:pt x="5978092" y="96360"/>
                    <a:pt x="6120199" y="7438"/>
                    <a:pt x="6313795" y="49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797" name="Group 2796">
            <a:extLst>
              <a:ext uri="{FF2B5EF4-FFF2-40B4-BE49-F238E27FC236}">
                <a16:creationId xmlns:a16="http://schemas.microsoft.com/office/drawing/2014/main" id="{FA96D739-1986-8D49-AD12-187C0C179613}"/>
              </a:ext>
              <a:ext uri="{C183D7F6-B498-43B3-948B-1728B52AA6E4}">
                <adec:decorative xmlns:adec="http://schemas.microsoft.com/office/drawing/2017/decorative" val="1"/>
              </a:ext>
            </a:extLst>
          </p:cNvPr>
          <p:cNvGrpSpPr>
            <a:grpSpLocks noChangeAspect="1"/>
          </p:cNvGrpSpPr>
          <p:nvPr/>
        </p:nvGrpSpPr>
        <p:grpSpPr>
          <a:xfrm>
            <a:off x="1398143" y="4411651"/>
            <a:ext cx="399274" cy="320040"/>
            <a:chOff x="1398143" y="4411651"/>
            <a:chExt cx="399274" cy="320040"/>
          </a:xfrm>
          <a:solidFill>
            <a:schemeClr val="accent2"/>
          </a:solidFill>
        </p:grpSpPr>
        <p:sp>
          <p:nvSpPr>
            <p:cNvPr id="1993" name="Freeform: Shape 1992">
              <a:extLst>
                <a:ext uri="{FF2B5EF4-FFF2-40B4-BE49-F238E27FC236}">
                  <a16:creationId xmlns:a16="http://schemas.microsoft.com/office/drawing/2014/main" id="{A00193A9-0C37-E80E-940A-D48AE58FEB65}"/>
                </a:ext>
                <a:ext uri="{C183D7F6-B498-43B3-948B-1728B52AA6E4}">
                  <adec:decorative xmlns:adec="http://schemas.microsoft.com/office/drawing/2017/decorative" val="1"/>
                </a:ext>
              </a:extLst>
            </p:cNvPr>
            <p:cNvSpPr/>
            <p:nvPr/>
          </p:nvSpPr>
          <p:spPr>
            <a:xfrm rot="5400000" flipH="1">
              <a:off x="1437760" y="4372034"/>
              <a:ext cx="320040" cy="399274"/>
            </a:xfrm>
            <a:custGeom>
              <a:avLst/>
              <a:gdLst>
                <a:gd name="connsiteX0" fmla="*/ 87726 w 689708"/>
                <a:gd name="connsiteY0" fmla="*/ 66333 h 860463"/>
                <a:gd name="connsiteX1" fmla="*/ 66333 w 689708"/>
                <a:gd name="connsiteY1" fmla="*/ 87726 h 860463"/>
                <a:gd name="connsiteX2" fmla="*/ 44941 w 689708"/>
                <a:gd name="connsiteY2" fmla="*/ 66333 h 860463"/>
                <a:gd name="connsiteX3" fmla="*/ 66333 w 689708"/>
                <a:gd name="connsiteY3" fmla="*/ 44941 h 860463"/>
                <a:gd name="connsiteX4" fmla="*/ 87726 w 689708"/>
                <a:gd name="connsiteY4" fmla="*/ 66333 h 860463"/>
                <a:gd name="connsiteX5" fmla="*/ 87726 w 689708"/>
                <a:gd name="connsiteY5" fmla="*/ 794130 h 860463"/>
                <a:gd name="connsiteX6" fmla="*/ 66333 w 689708"/>
                <a:gd name="connsiteY6" fmla="*/ 815523 h 860463"/>
                <a:gd name="connsiteX7" fmla="*/ 44941 w 689708"/>
                <a:gd name="connsiteY7" fmla="*/ 794130 h 860463"/>
                <a:gd name="connsiteX8" fmla="*/ 66333 w 689708"/>
                <a:gd name="connsiteY8" fmla="*/ 772738 h 860463"/>
                <a:gd name="connsiteX9" fmla="*/ 87726 w 689708"/>
                <a:gd name="connsiteY9" fmla="*/ 794130 h 860463"/>
                <a:gd name="connsiteX10" fmla="*/ 243923 w 689708"/>
                <a:gd name="connsiteY10" fmla="*/ 366348 h 860463"/>
                <a:gd name="connsiteX11" fmla="*/ 113754 w 689708"/>
                <a:gd name="connsiteY11" fmla="*/ 112612 h 860463"/>
                <a:gd name="connsiteX12" fmla="*/ 121338 w 689708"/>
                <a:gd name="connsiteY12" fmla="*/ 103421 h 860463"/>
                <a:gd name="connsiteX13" fmla="*/ 132666 w 689708"/>
                <a:gd name="connsiteY13" fmla="*/ 66333 h 860463"/>
                <a:gd name="connsiteX14" fmla="*/ 66333 w 689708"/>
                <a:gd name="connsiteY14" fmla="*/ 0 h 860463"/>
                <a:gd name="connsiteX15" fmla="*/ 0 w 689708"/>
                <a:gd name="connsiteY15" fmla="*/ 66333 h 860463"/>
                <a:gd name="connsiteX16" fmla="*/ 66333 w 689708"/>
                <a:gd name="connsiteY16" fmla="*/ 132666 h 860463"/>
                <a:gd name="connsiteX17" fmla="*/ 74356 w 689708"/>
                <a:gd name="connsiteY17" fmla="*/ 131858 h 860463"/>
                <a:gd name="connsiteX18" fmla="*/ 194652 w 689708"/>
                <a:gd name="connsiteY18" fmla="*/ 366348 h 860463"/>
                <a:gd name="connsiteX19" fmla="*/ 243984 w 689708"/>
                <a:gd name="connsiteY19" fmla="*/ 493996 h 860463"/>
                <a:gd name="connsiteX20" fmla="*/ 194713 w 689708"/>
                <a:gd name="connsiteY20" fmla="*/ 493996 h 860463"/>
                <a:gd name="connsiteX21" fmla="*/ 74356 w 689708"/>
                <a:gd name="connsiteY21" fmla="*/ 728606 h 860463"/>
                <a:gd name="connsiteX22" fmla="*/ 66333 w 689708"/>
                <a:gd name="connsiteY22" fmla="*/ 727797 h 860463"/>
                <a:gd name="connsiteX23" fmla="*/ 0 w 689708"/>
                <a:gd name="connsiteY23" fmla="*/ 794130 h 860463"/>
                <a:gd name="connsiteX24" fmla="*/ 66333 w 689708"/>
                <a:gd name="connsiteY24" fmla="*/ 860463 h 860463"/>
                <a:gd name="connsiteX25" fmla="*/ 132666 w 689708"/>
                <a:gd name="connsiteY25" fmla="*/ 794130 h 860463"/>
                <a:gd name="connsiteX26" fmla="*/ 121338 w 689708"/>
                <a:gd name="connsiteY26" fmla="*/ 757043 h 860463"/>
                <a:gd name="connsiteX27" fmla="*/ 113754 w 689708"/>
                <a:gd name="connsiteY27" fmla="*/ 747851 h 860463"/>
                <a:gd name="connsiteX28" fmla="*/ 644767 w 689708"/>
                <a:gd name="connsiteY28" fmla="*/ 430175 h 860463"/>
                <a:gd name="connsiteX29" fmla="*/ 623375 w 689708"/>
                <a:gd name="connsiteY29" fmla="*/ 451568 h 860463"/>
                <a:gd name="connsiteX30" fmla="*/ 601983 w 689708"/>
                <a:gd name="connsiteY30" fmla="*/ 430175 h 860463"/>
                <a:gd name="connsiteX31" fmla="*/ 623375 w 689708"/>
                <a:gd name="connsiteY31" fmla="*/ 408783 h 860463"/>
                <a:gd name="connsiteX32" fmla="*/ 644767 w 689708"/>
                <a:gd name="connsiteY32" fmla="*/ 430175 h 860463"/>
                <a:gd name="connsiteX33" fmla="*/ 689708 w 689708"/>
                <a:gd name="connsiteY33" fmla="*/ 430175 h 860463"/>
                <a:gd name="connsiteX34" fmla="*/ 623375 w 689708"/>
                <a:gd name="connsiteY34" fmla="*/ 363842 h 860463"/>
                <a:gd name="connsiteX35" fmla="*/ 562255 w 689708"/>
                <a:gd name="connsiteY35" fmla="*/ 404355 h 860463"/>
                <a:gd name="connsiteX36" fmla="*/ 561027 w 689708"/>
                <a:gd name="connsiteY36" fmla="*/ 408312 h 860463"/>
                <a:gd name="connsiteX37" fmla="*/ 300310 w 689708"/>
                <a:gd name="connsiteY37" fmla="*/ 408312 h 860463"/>
                <a:gd name="connsiteX38" fmla="*/ 300310 w 689708"/>
                <a:gd name="connsiteY38" fmla="*/ 452151 h 860463"/>
                <a:gd name="connsiteX39" fmla="*/ 561061 w 689708"/>
                <a:gd name="connsiteY39" fmla="*/ 452151 h 860463"/>
                <a:gd name="connsiteX40" fmla="*/ 562255 w 689708"/>
                <a:gd name="connsiteY40" fmla="*/ 455995 h 860463"/>
                <a:gd name="connsiteX41" fmla="*/ 623375 w 689708"/>
                <a:gd name="connsiteY41" fmla="*/ 496508 h 860463"/>
                <a:gd name="connsiteX42" fmla="*/ 689708 w 689708"/>
                <a:gd name="connsiteY42" fmla="*/ 430175 h 86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9708" h="860463">
                  <a:moveTo>
                    <a:pt x="87726" y="66333"/>
                  </a:moveTo>
                  <a:cubicBezTo>
                    <a:pt x="87726" y="78148"/>
                    <a:pt x="78148" y="87726"/>
                    <a:pt x="66333" y="87726"/>
                  </a:cubicBezTo>
                  <a:cubicBezTo>
                    <a:pt x="54518" y="87726"/>
                    <a:pt x="44941" y="78148"/>
                    <a:pt x="44941" y="66333"/>
                  </a:cubicBezTo>
                  <a:cubicBezTo>
                    <a:pt x="44941" y="54519"/>
                    <a:pt x="54518" y="44941"/>
                    <a:pt x="66333" y="44941"/>
                  </a:cubicBezTo>
                  <a:cubicBezTo>
                    <a:pt x="78148" y="44941"/>
                    <a:pt x="87726" y="54519"/>
                    <a:pt x="87726" y="66333"/>
                  </a:cubicBezTo>
                  <a:close/>
                  <a:moveTo>
                    <a:pt x="87726" y="794130"/>
                  </a:moveTo>
                  <a:cubicBezTo>
                    <a:pt x="87726" y="805945"/>
                    <a:pt x="78148" y="815523"/>
                    <a:pt x="66333" y="815523"/>
                  </a:cubicBezTo>
                  <a:cubicBezTo>
                    <a:pt x="54518" y="815523"/>
                    <a:pt x="44941" y="805945"/>
                    <a:pt x="44941" y="794130"/>
                  </a:cubicBezTo>
                  <a:cubicBezTo>
                    <a:pt x="44941" y="782315"/>
                    <a:pt x="54518" y="772738"/>
                    <a:pt x="66333" y="772738"/>
                  </a:cubicBezTo>
                  <a:cubicBezTo>
                    <a:pt x="78148" y="772738"/>
                    <a:pt x="87726" y="782315"/>
                    <a:pt x="87726" y="794130"/>
                  </a:cubicBezTo>
                  <a:close/>
                  <a:moveTo>
                    <a:pt x="243923" y="366348"/>
                  </a:moveTo>
                  <a:lnTo>
                    <a:pt x="113754" y="112612"/>
                  </a:lnTo>
                  <a:lnTo>
                    <a:pt x="121338" y="103421"/>
                  </a:lnTo>
                  <a:cubicBezTo>
                    <a:pt x="128490" y="92834"/>
                    <a:pt x="132666" y="80071"/>
                    <a:pt x="132666" y="66333"/>
                  </a:cubicBezTo>
                  <a:cubicBezTo>
                    <a:pt x="132666" y="29699"/>
                    <a:pt x="102968" y="0"/>
                    <a:pt x="66333" y="0"/>
                  </a:cubicBezTo>
                  <a:cubicBezTo>
                    <a:pt x="29699" y="0"/>
                    <a:pt x="0" y="29699"/>
                    <a:pt x="0" y="66333"/>
                  </a:cubicBezTo>
                  <a:cubicBezTo>
                    <a:pt x="0" y="102968"/>
                    <a:pt x="29699" y="132666"/>
                    <a:pt x="66333" y="132666"/>
                  </a:cubicBezTo>
                  <a:lnTo>
                    <a:pt x="74356" y="131858"/>
                  </a:lnTo>
                  <a:lnTo>
                    <a:pt x="194652" y="366348"/>
                  </a:lnTo>
                  <a:close/>
                  <a:moveTo>
                    <a:pt x="243984" y="493996"/>
                  </a:moveTo>
                  <a:lnTo>
                    <a:pt x="194713" y="493996"/>
                  </a:lnTo>
                  <a:lnTo>
                    <a:pt x="74356" y="728606"/>
                  </a:lnTo>
                  <a:lnTo>
                    <a:pt x="66333" y="727797"/>
                  </a:lnTo>
                  <a:cubicBezTo>
                    <a:pt x="29699" y="727797"/>
                    <a:pt x="0" y="757495"/>
                    <a:pt x="0" y="794130"/>
                  </a:cubicBezTo>
                  <a:cubicBezTo>
                    <a:pt x="0" y="830765"/>
                    <a:pt x="29699" y="860463"/>
                    <a:pt x="66333" y="860463"/>
                  </a:cubicBezTo>
                  <a:cubicBezTo>
                    <a:pt x="102968" y="860463"/>
                    <a:pt x="132666" y="830765"/>
                    <a:pt x="132666" y="794130"/>
                  </a:cubicBezTo>
                  <a:cubicBezTo>
                    <a:pt x="132666" y="780392"/>
                    <a:pt x="128490" y="767629"/>
                    <a:pt x="121338" y="757043"/>
                  </a:cubicBezTo>
                  <a:lnTo>
                    <a:pt x="113754" y="747851"/>
                  </a:lnTo>
                  <a:close/>
                  <a:moveTo>
                    <a:pt x="644767" y="430175"/>
                  </a:moveTo>
                  <a:cubicBezTo>
                    <a:pt x="644767" y="441990"/>
                    <a:pt x="635190" y="451568"/>
                    <a:pt x="623375" y="451568"/>
                  </a:cubicBezTo>
                  <a:cubicBezTo>
                    <a:pt x="611560" y="451568"/>
                    <a:pt x="601983" y="441990"/>
                    <a:pt x="601983" y="430175"/>
                  </a:cubicBezTo>
                  <a:cubicBezTo>
                    <a:pt x="601983" y="418361"/>
                    <a:pt x="611560" y="408783"/>
                    <a:pt x="623375" y="408783"/>
                  </a:cubicBezTo>
                  <a:cubicBezTo>
                    <a:pt x="635190" y="408783"/>
                    <a:pt x="644767" y="418361"/>
                    <a:pt x="644767" y="430175"/>
                  </a:cubicBezTo>
                  <a:close/>
                  <a:moveTo>
                    <a:pt x="689708" y="430175"/>
                  </a:moveTo>
                  <a:cubicBezTo>
                    <a:pt x="689708" y="393540"/>
                    <a:pt x="660010" y="363842"/>
                    <a:pt x="623375" y="363842"/>
                  </a:cubicBezTo>
                  <a:cubicBezTo>
                    <a:pt x="595899" y="363842"/>
                    <a:pt x="572325" y="380547"/>
                    <a:pt x="562255" y="404355"/>
                  </a:cubicBezTo>
                  <a:lnTo>
                    <a:pt x="561027" y="408312"/>
                  </a:lnTo>
                  <a:lnTo>
                    <a:pt x="300310" y="408312"/>
                  </a:lnTo>
                  <a:lnTo>
                    <a:pt x="300310" y="452151"/>
                  </a:lnTo>
                  <a:lnTo>
                    <a:pt x="561061" y="452151"/>
                  </a:lnTo>
                  <a:lnTo>
                    <a:pt x="562255" y="455995"/>
                  </a:lnTo>
                  <a:cubicBezTo>
                    <a:pt x="572325" y="479803"/>
                    <a:pt x="595899" y="496508"/>
                    <a:pt x="623375" y="496508"/>
                  </a:cubicBezTo>
                  <a:cubicBezTo>
                    <a:pt x="660010" y="496508"/>
                    <a:pt x="689708" y="466810"/>
                    <a:pt x="689708" y="4301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94" name="Rectangle 1993">
              <a:extLst>
                <a:ext uri="{FF2B5EF4-FFF2-40B4-BE49-F238E27FC236}">
                  <a16:creationId xmlns:a16="http://schemas.microsoft.com/office/drawing/2014/main" id="{A152E1D5-0155-E7C6-E824-71E0BBDE4580}"/>
                </a:ext>
                <a:ext uri="{C183D7F6-B498-43B3-948B-1728B52AA6E4}">
                  <adec:decorative xmlns:adec="http://schemas.microsoft.com/office/drawing/2017/decorative" val="1"/>
                </a:ext>
              </a:extLst>
            </p:cNvPr>
            <p:cNvSpPr/>
            <p:nvPr/>
          </p:nvSpPr>
          <p:spPr>
            <a:xfrm>
              <a:off x="1582327" y="4606296"/>
              <a:ext cx="30961" cy="30566"/>
            </a:xfrm>
            <a:prstGeom prst="rect">
              <a:avLst/>
            </a:prstGeom>
            <a:solidFill>
              <a:schemeClr val="bg1"/>
            </a:solidFill>
            <a:ln w="1155" cap="flat">
              <a:noFill/>
              <a:prstDash val="solid"/>
              <a:miter/>
            </a:ln>
          </p:spPr>
          <p:txBody>
            <a:bodyPr rtlCol="0" anchor="ctr"/>
            <a:lstStyle/>
            <a:p>
              <a:endParaRPr lang="en-US"/>
            </a:p>
          </p:txBody>
        </p:sp>
      </p:grpSp>
      <p:grpSp>
        <p:nvGrpSpPr>
          <p:cNvPr id="2793" name="Group 2792">
            <a:extLst>
              <a:ext uri="{FF2B5EF4-FFF2-40B4-BE49-F238E27FC236}">
                <a16:creationId xmlns:a16="http://schemas.microsoft.com/office/drawing/2014/main" id="{50C8AC44-0662-F78A-168B-8DAB810D9F1F}"/>
              </a:ext>
              <a:ext uri="{C183D7F6-B498-43B3-948B-1728B52AA6E4}">
                <adec:decorative xmlns:adec="http://schemas.microsoft.com/office/drawing/2017/decorative" val="1"/>
              </a:ext>
            </a:extLst>
          </p:cNvPr>
          <p:cNvGrpSpPr>
            <a:grpSpLocks noChangeAspect="1"/>
          </p:cNvGrpSpPr>
          <p:nvPr/>
        </p:nvGrpSpPr>
        <p:grpSpPr>
          <a:xfrm>
            <a:off x="1956729" y="4343071"/>
            <a:ext cx="426075" cy="457200"/>
            <a:chOff x="1956729" y="4343071"/>
            <a:chExt cx="426075" cy="457200"/>
          </a:xfrm>
          <a:solidFill>
            <a:schemeClr val="accent2"/>
          </a:solidFill>
        </p:grpSpPr>
        <p:sp>
          <p:nvSpPr>
            <p:cNvPr id="1997" name="Freeform: Shape 1996">
              <a:extLst>
                <a:ext uri="{FF2B5EF4-FFF2-40B4-BE49-F238E27FC236}">
                  <a16:creationId xmlns:a16="http://schemas.microsoft.com/office/drawing/2014/main" id="{AFC14039-B7FF-9A66-A90B-0B0F4BC5E695}"/>
                </a:ext>
                <a:ext uri="{C183D7F6-B498-43B3-948B-1728B52AA6E4}">
                  <adec:decorative xmlns:adec="http://schemas.microsoft.com/office/drawing/2017/decorative" val="1"/>
                </a:ext>
              </a:extLst>
            </p:cNvPr>
            <p:cNvSpPr/>
            <p:nvPr/>
          </p:nvSpPr>
          <p:spPr>
            <a:xfrm>
              <a:off x="1956729" y="4343071"/>
              <a:ext cx="426075" cy="457200"/>
            </a:xfrm>
            <a:custGeom>
              <a:avLst/>
              <a:gdLst>
                <a:gd name="connsiteX0" fmla="*/ 323416 w 646831"/>
                <a:gd name="connsiteY0" fmla="*/ 48989 h 694082"/>
                <a:gd name="connsiteX1" fmla="*/ 54954 w 646831"/>
                <a:gd name="connsiteY1" fmla="*/ 183488 h 694082"/>
                <a:gd name="connsiteX2" fmla="*/ 259294 w 646831"/>
                <a:gd name="connsiteY2" fmla="*/ 285862 h 694082"/>
                <a:gd name="connsiteX3" fmla="*/ 259294 w 646831"/>
                <a:gd name="connsiteY3" fmla="*/ 334895 h 694082"/>
                <a:gd name="connsiteX4" fmla="*/ 43888 w 646831"/>
                <a:gd name="connsiteY4" fmla="*/ 226976 h 694082"/>
                <a:gd name="connsiteX5" fmla="*/ 43888 w 646831"/>
                <a:gd name="connsiteY5" fmla="*/ 505050 h 694082"/>
                <a:gd name="connsiteX6" fmla="*/ 301496 w 646831"/>
                <a:gd name="connsiteY6" fmla="*/ 634112 h 694082"/>
                <a:gd name="connsiteX7" fmla="*/ 301496 w 646831"/>
                <a:gd name="connsiteY7" fmla="*/ 388091 h 694082"/>
                <a:gd name="connsiteX8" fmla="*/ 345335 w 646831"/>
                <a:gd name="connsiteY8" fmla="*/ 388091 h 694082"/>
                <a:gd name="connsiteX9" fmla="*/ 345335 w 646831"/>
                <a:gd name="connsiteY9" fmla="*/ 634112 h 694082"/>
                <a:gd name="connsiteX10" fmla="*/ 602943 w 646831"/>
                <a:gd name="connsiteY10" fmla="*/ 505050 h 694082"/>
                <a:gd name="connsiteX11" fmla="*/ 602943 w 646831"/>
                <a:gd name="connsiteY11" fmla="*/ 226977 h 694082"/>
                <a:gd name="connsiteX12" fmla="*/ 387536 w 646831"/>
                <a:gd name="connsiteY12" fmla="*/ 334895 h 694082"/>
                <a:gd name="connsiteX13" fmla="*/ 387536 w 646831"/>
                <a:gd name="connsiteY13" fmla="*/ 285862 h 694082"/>
                <a:gd name="connsiteX14" fmla="*/ 591877 w 646831"/>
                <a:gd name="connsiteY14" fmla="*/ 183488 h 694082"/>
                <a:gd name="connsiteX15" fmla="*/ 323326 w 646831"/>
                <a:gd name="connsiteY15" fmla="*/ 0 h 694082"/>
                <a:gd name="connsiteX16" fmla="*/ 323416 w 646831"/>
                <a:gd name="connsiteY16" fmla="*/ 179 h 694082"/>
                <a:gd name="connsiteX17" fmla="*/ 323505 w 646831"/>
                <a:gd name="connsiteY17" fmla="*/ 0 h 694082"/>
                <a:gd name="connsiteX18" fmla="*/ 646831 w 646831"/>
                <a:gd name="connsiteY18" fmla="*/ 161986 h 694082"/>
                <a:gd name="connsiteX19" fmla="*/ 646674 w 646831"/>
                <a:gd name="connsiteY19" fmla="*/ 162299 h 694082"/>
                <a:gd name="connsiteX20" fmla="*/ 646782 w 646831"/>
                <a:gd name="connsiteY20" fmla="*/ 162299 h 694082"/>
                <a:gd name="connsiteX21" fmla="*/ 646783 w 646831"/>
                <a:gd name="connsiteY21" fmla="*/ 204892 h 694082"/>
                <a:gd name="connsiteX22" fmla="*/ 646831 w 646831"/>
                <a:gd name="connsiteY22" fmla="*/ 204989 h 694082"/>
                <a:gd name="connsiteX23" fmla="*/ 646783 w 646831"/>
                <a:gd name="connsiteY23" fmla="*/ 205013 h 694082"/>
                <a:gd name="connsiteX24" fmla="*/ 646783 w 646831"/>
                <a:gd name="connsiteY24" fmla="*/ 531999 h 694082"/>
                <a:gd name="connsiteX25" fmla="*/ 646831 w 646831"/>
                <a:gd name="connsiteY25" fmla="*/ 532096 h 694082"/>
                <a:gd name="connsiteX26" fmla="*/ 646783 w 646831"/>
                <a:gd name="connsiteY26" fmla="*/ 532120 h 694082"/>
                <a:gd name="connsiteX27" fmla="*/ 646783 w 646831"/>
                <a:gd name="connsiteY27" fmla="*/ 532272 h 694082"/>
                <a:gd name="connsiteX28" fmla="*/ 646479 w 646831"/>
                <a:gd name="connsiteY28" fmla="*/ 532272 h 694082"/>
                <a:gd name="connsiteX29" fmla="*/ 323505 w 646831"/>
                <a:gd name="connsiteY29" fmla="*/ 694082 h 694082"/>
                <a:gd name="connsiteX30" fmla="*/ 323416 w 646831"/>
                <a:gd name="connsiteY30" fmla="*/ 693904 h 694082"/>
                <a:gd name="connsiteX31" fmla="*/ 323326 w 646831"/>
                <a:gd name="connsiteY31" fmla="*/ 694082 h 694082"/>
                <a:gd name="connsiteX32" fmla="*/ 352 w 646831"/>
                <a:gd name="connsiteY32" fmla="*/ 532272 h 694082"/>
                <a:gd name="connsiteX33" fmla="*/ 49 w 646831"/>
                <a:gd name="connsiteY33" fmla="*/ 532272 h 694082"/>
                <a:gd name="connsiteX34" fmla="*/ 49 w 646831"/>
                <a:gd name="connsiteY34" fmla="*/ 532120 h 694082"/>
                <a:gd name="connsiteX35" fmla="*/ 0 w 646831"/>
                <a:gd name="connsiteY35" fmla="*/ 532096 h 694082"/>
                <a:gd name="connsiteX36" fmla="*/ 49 w 646831"/>
                <a:gd name="connsiteY36" fmla="*/ 532000 h 694082"/>
                <a:gd name="connsiteX37" fmla="*/ 49 w 646831"/>
                <a:gd name="connsiteY37" fmla="*/ 205013 h 694082"/>
                <a:gd name="connsiteX38" fmla="*/ 0 w 646831"/>
                <a:gd name="connsiteY38" fmla="*/ 204989 h 694082"/>
                <a:gd name="connsiteX39" fmla="*/ 49 w 646831"/>
                <a:gd name="connsiteY39" fmla="*/ 204893 h 694082"/>
                <a:gd name="connsiteX40" fmla="*/ 49 w 646831"/>
                <a:gd name="connsiteY40" fmla="*/ 162299 h 694082"/>
                <a:gd name="connsiteX41" fmla="*/ 157 w 646831"/>
                <a:gd name="connsiteY41" fmla="*/ 162299 h 694082"/>
                <a:gd name="connsiteX42" fmla="*/ 0 w 646831"/>
                <a:gd name="connsiteY42" fmla="*/ 161986 h 69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46831" h="694082">
                  <a:moveTo>
                    <a:pt x="323416" y="48989"/>
                  </a:moveTo>
                  <a:lnTo>
                    <a:pt x="54954" y="183488"/>
                  </a:lnTo>
                  <a:lnTo>
                    <a:pt x="259294" y="285862"/>
                  </a:lnTo>
                  <a:lnTo>
                    <a:pt x="259294" y="334895"/>
                  </a:lnTo>
                  <a:lnTo>
                    <a:pt x="43888" y="226976"/>
                  </a:lnTo>
                  <a:lnTo>
                    <a:pt x="43888" y="505050"/>
                  </a:lnTo>
                  <a:lnTo>
                    <a:pt x="301496" y="634112"/>
                  </a:lnTo>
                  <a:lnTo>
                    <a:pt x="301496" y="388091"/>
                  </a:lnTo>
                  <a:lnTo>
                    <a:pt x="345335" y="388091"/>
                  </a:lnTo>
                  <a:lnTo>
                    <a:pt x="345335" y="634112"/>
                  </a:lnTo>
                  <a:lnTo>
                    <a:pt x="602943" y="505050"/>
                  </a:lnTo>
                  <a:lnTo>
                    <a:pt x="602943" y="226977"/>
                  </a:lnTo>
                  <a:lnTo>
                    <a:pt x="387536" y="334895"/>
                  </a:lnTo>
                  <a:lnTo>
                    <a:pt x="387536" y="285862"/>
                  </a:lnTo>
                  <a:lnTo>
                    <a:pt x="591877" y="183488"/>
                  </a:lnTo>
                  <a:close/>
                  <a:moveTo>
                    <a:pt x="323326" y="0"/>
                  </a:moveTo>
                  <a:lnTo>
                    <a:pt x="323416" y="179"/>
                  </a:lnTo>
                  <a:lnTo>
                    <a:pt x="323505" y="0"/>
                  </a:lnTo>
                  <a:lnTo>
                    <a:pt x="646831" y="161986"/>
                  </a:lnTo>
                  <a:lnTo>
                    <a:pt x="646674" y="162299"/>
                  </a:lnTo>
                  <a:lnTo>
                    <a:pt x="646782" y="162299"/>
                  </a:lnTo>
                  <a:lnTo>
                    <a:pt x="646783" y="204892"/>
                  </a:lnTo>
                  <a:lnTo>
                    <a:pt x="646831" y="204989"/>
                  </a:lnTo>
                  <a:lnTo>
                    <a:pt x="646783" y="205013"/>
                  </a:lnTo>
                  <a:lnTo>
                    <a:pt x="646783" y="531999"/>
                  </a:lnTo>
                  <a:lnTo>
                    <a:pt x="646831" y="532096"/>
                  </a:lnTo>
                  <a:lnTo>
                    <a:pt x="646783" y="532120"/>
                  </a:lnTo>
                  <a:lnTo>
                    <a:pt x="646783" y="532272"/>
                  </a:lnTo>
                  <a:lnTo>
                    <a:pt x="646479" y="532272"/>
                  </a:lnTo>
                  <a:lnTo>
                    <a:pt x="323505" y="694082"/>
                  </a:lnTo>
                  <a:lnTo>
                    <a:pt x="323416" y="693904"/>
                  </a:lnTo>
                  <a:lnTo>
                    <a:pt x="323326" y="694082"/>
                  </a:lnTo>
                  <a:lnTo>
                    <a:pt x="352" y="532272"/>
                  </a:lnTo>
                  <a:lnTo>
                    <a:pt x="49" y="532272"/>
                  </a:lnTo>
                  <a:lnTo>
                    <a:pt x="49" y="532120"/>
                  </a:lnTo>
                  <a:lnTo>
                    <a:pt x="0" y="532096"/>
                  </a:lnTo>
                  <a:lnTo>
                    <a:pt x="49" y="532000"/>
                  </a:lnTo>
                  <a:lnTo>
                    <a:pt x="49" y="205013"/>
                  </a:lnTo>
                  <a:lnTo>
                    <a:pt x="0" y="204989"/>
                  </a:lnTo>
                  <a:lnTo>
                    <a:pt x="49" y="204893"/>
                  </a:lnTo>
                  <a:lnTo>
                    <a:pt x="49" y="162299"/>
                  </a:lnTo>
                  <a:lnTo>
                    <a:pt x="157" y="162299"/>
                  </a:lnTo>
                  <a:lnTo>
                    <a:pt x="0" y="1619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98" name="Rectangle 1997">
              <a:extLst>
                <a:ext uri="{FF2B5EF4-FFF2-40B4-BE49-F238E27FC236}">
                  <a16:creationId xmlns:a16="http://schemas.microsoft.com/office/drawing/2014/main" id="{4F7ED3BC-94EC-967D-8CE7-7A6448930BA7}"/>
                </a:ext>
                <a:ext uri="{C183D7F6-B498-43B3-948B-1728B52AA6E4}">
                  <adec:decorative xmlns:adec="http://schemas.microsoft.com/office/drawing/2017/decorative" val="1"/>
                </a:ext>
              </a:extLst>
            </p:cNvPr>
            <p:cNvSpPr/>
            <p:nvPr/>
          </p:nvSpPr>
          <p:spPr>
            <a:xfrm>
              <a:off x="2146944" y="4536307"/>
              <a:ext cx="45645" cy="43782"/>
            </a:xfrm>
            <a:prstGeom prst="rect">
              <a:avLst/>
            </a:prstGeom>
            <a:solidFill>
              <a:schemeClr val="bg1"/>
            </a:solidFill>
            <a:ln w="1155" cap="flat">
              <a:noFill/>
              <a:prstDash val="solid"/>
              <a:miter/>
            </a:ln>
          </p:spPr>
          <p:txBody>
            <a:bodyPr rtlCol="0" anchor="ctr"/>
            <a:lstStyle/>
            <a:p>
              <a:endParaRPr lang="en-US"/>
            </a:p>
          </p:txBody>
        </p:sp>
      </p:grpSp>
      <p:grpSp>
        <p:nvGrpSpPr>
          <p:cNvPr id="2792" name="Group 2791">
            <a:extLst>
              <a:ext uri="{FF2B5EF4-FFF2-40B4-BE49-F238E27FC236}">
                <a16:creationId xmlns:a16="http://schemas.microsoft.com/office/drawing/2014/main" id="{D3B39FA3-AFF2-9DC6-5699-656CE1596188}"/>
              </a:ext>
              <a:ext uri="{C183D7F6-B498-43B3-948B-1728B52AA6E4}">
                <adec:decorative xmlns:adec="http://schemas.microsoft.com/office/drawing/2017/decorative" val="1"/>
              </a:ext>
            </a:extLst>
          </p:cNvPr>
          <p:cNvGrpSpPr>
            <a:grpSpLocks noChangeAspect="1"/>
          </p:cNvGrpSpPr>
          <p:nvPr/>
        </p:nvGrpSpPr>
        <p:grpSpPr>
          <a:xfrm>
            <a:off x="2542116" y="4343071"/>
            <a:ext cx="457104" cy="457200"/>
            <a:chOff x="2542116" y="4343071"/>
            <a:chExt cx="457104" cy="457200"/>
          </a:xfrm>
          <a:solidFill>
            <a:schemeClr val="accent2"/>
          </a:solidFill>
        </p:grpSpPr>
        <p:sp>
          <p:nvSpPr>
            <p:cNvPr id="2000" name="Freeform: Shape 1999">
              <a:extLst>
                <a:ext uri="{FF2B5EF4-FFF2-40B4-BE49-F238E27FC236}">
                  <a16:creationId xmlns:a16="http://schemas.microsoft.com/office/drawing/2014/main" id="{C92C0552-B9B2-BEC9-AA00-8A6C22C43D20}"/>
                </a:ext>
                <a:ext uri="{C183D7F6-B498-43B3-948B-1728B52AA6E4}">
                  <adec:decorative xmlns:adec="http://schemas.microsoft.com/office/drawing/2017/decorative" val="1"/>
                </a:ext>
              </a:extLst>
            </p:cNvPr>
            <p:cNvSpPr/>
            <p:nvPr/>
          </p:nvSpPr>
          <p:spPr>
            <a:xfrm>
              <a:off x="2582587" y="4479661"/>
              <a:ext cx="376255" cy="227023"/>
            </a:xfrm>
            <a:custGeom>
              <a:avLst/>
              <a:gdLst>
                <a:gd name="connsiteX0" fmla="*/ 112304 w 667492"/>
                <a:gd name="connsiteY0" fmla="*/ 203977 h 402748"/>
                <a:gd name="connsiteX1" fmla="*/ 112423 w 667492"/>
                <a:gd name="connsiteY1" fmla="*/ 277715 h 402748"/>
                <a:gd name="connsiteX2" fmla="*/ 115146 w 667492"/>
                <a:gd name="connsiteY2" fmla="*/ 281160 h 402748"/>
                <a:gd name="connsiteX3" fmla="*/ 139334 w 667492"/>
                <a:gd name="connsiteY3" fmla="*/ 289990 h 402748"/>
                <a:gd name="connsiteX4" fmla="*/ 180508 w 667492"/>
                <a:gd name="connsiteY4" fmla="*/ 304653 h 402748"/>
                <a:gd name="connsiteX5" fmla="*/ 223116 w 667492"/>
                <a:gd name="connsiteY5" fmla="*/ 320400 h 402748"/>
                <a:gd name="connsiteX6" fmla="*/ 266978 w 667492"/>
                <a:gd name="connsiteY6" fmla="*/ 336041 h 402748"/>
                <a:gd name="connsiteX7" fmla="*/ 313388 w 667492"/>
                <a:gd name="connsiteY7" fmla="*/ 353468 h 402748"/>
                <a:gd name="connsiteX8" fmla="*/ 313388 w 667492"/>
                <a:gd name="connsiteY8" fmla="*/ 271797 h 402748"/>
                <a:gd name="connsiteX9" fmla="*/ 313388 w 667492"/>
                <a:gd name="connsiteY9" fmla="*/ 225074 h 402748"/>
                <a:gd name="connsiteX10" fmla="*/ 300077 w 667492"/>
                <a:gd name="connsiteY10" fmla="*/ 240447 h 402748"/>
                <a:gd name="connsiteX11" fmla="*/ 281859 w 667492"/>
                <a:gd name="connsiteY11" fmla="*/ 261936 h 402748"/>
                <a:gd name="connsiteX12" fmla="*/ 276404 w 667492"/>
                <a:gd name="connsiteY12" fmla="*/ 263070 h 402748"/>
                <a:gd name="connsiteX13" fmla="*/ 240570 w 667492"/>
                <a:gd name="connsiteY13" fmla="*/ 250193 h 402748"/>
                <a:gd name="connsiteX14" fmla="*/ 197166 w 667492"/>
                <a:gd name="connsiteY14" fmla="*/ 234320 h 402748"/>
                <a:gd name="connsiteX15" fmla="*/ 168342 w 667492"/>
                <a:gd name="connsiteY15" fmla="*/ 223823 h 402748"/>
                <a:gd name="connsiteX16" fmla="*/ 125326 w 667492"/>
                <a:gd name="connsiteY16" fmla="*/ 208142 h 402748"/>
                <a:gd name="connsiteX17" fmla="*/ 112304 w 667492"/>
                <a:gd name="connsiteY17" fmla="*/ 203977 h 402748"/>
                <a:gd name="connsiteX18" fmla="*/ 100765 w 667492"/>
                <a:gd name="connsiteY18" fmla="*/ 106499 h 402748"/>
                <a:gd name="connsiteX19" fmla="*/ 97700 w 667492"/>
                <a:gd name="connsiteY19" fmla="*/ 107341 h 402748"/>
                <a:gd name="connsiteX20" fmla="*/ 77101 w 667492"/>
                <a:gd name="connsiteY20" fmla="*/ 131281 h 402748"/>
                <a:gd name="connsiteX21" fmla="*/ 66350 w 667492"/>
                <a:gd name="connsiteY21" fmla="*/ 144229 h 402748"/>
                <a:gd name="connsiteX22" fmla="*/ 94434 w 667492"/>
                <a:gd name="connsiteY22" fmla="*/ 153981 h 402748"/>
                <a:gd name="connsiteX23" fmla="*/ 121684 w 667492"/>
                <a:gd name="connsiteY23" fmla="*/ 164106 h 402748"/>
                <a:gd name="connsiteX24" fmla="*/ 165022 w 667492"/>
                <a:gd name="connsiteY24" fmla="*/ 179905 h 402748"/>
                <a:gd name="connsiteX25" fmla="*/ 201823 w 667492"/>
                <a:gd name="connsiteY25" fmla="*/ 193183 h 402748"/>
                <a:gd name="connsiteX26" fmla="*/ 215744 w 667492"/>
                <a:gd name="connsiteY26" fmla="*/ 198005 h 402748"/>
                <a:gd name="connsiteX27" fmla="*/ 261665 w 667492"/>
                <a:gd name="connsiteY27" fmla="*/ 215238 h 402748"/>
                <a:gd name="connsiteX28" fmla="*/ 271535 w 667492"/>
                <a:gd name="connsiteY28" fmla="*/ 212270 h 402748"/>
                <a:gd name="connsiteX29" fmla="*/ 285168 w 667492"/>
                <a:gd name="connsiteY29" fmla="*/ 196091 h 402748"/>
                <a:gd name="connsiteX30" fmla="*/ 299642 w 667492"/>
                <a:gd name="connsiteY30" fmla="*/ 178849 h 402748"/>
                <a:gd name="connsiteX31" fmla="*/ 275347 w 667492"/>
                <a:gd name="connsiteY31" fmla="*/ 169964 h 402748"/>
                <a:gd name="connsiteX32" fmla="*/ 245700 w 667492"/>
                <a:gd name="connsiteY32" fmla="*/ 159372 h 402748"/>
                <a:gd name="connsiteX33" fmla="*/ 200047 w 667492"/>
                <a:gd name="connsiteY33" fmla="*/ 142497 h 402748"/>
                <a:gd name="connsiteX34" fmla="*/ 159611 w 667492"/>
                <a:gd name="connsiteY34" fmla="*/ 128135 h 402748"/>
                <a:gd name="connsiteX35" fmla="*/ 135865 w 667492"/>
                <a:gd name="connsiteY35" fmla="*/ 119263 h 402748"/>
                <a:gd name="connsiteX36" fmla="*/ 100765 w 667492"/>
                <a:gd name="connsiteY36" fmla="*/ 106499 h 402748"/>
                <a:gd name="connsiteX37" fmla="*/ 568520 w 667492"/>
                <a:gd name="connsiteY37" fmla="*/ 105814 h 402748"/>
                <a:gd name="connsiteX38" fmla="*/ 534963 w 667492"/>
                <a:gd name="connsiteY38" fmla="*/ 117886 h 402748"/>
                <a:gd name="connsiteX39" fmla="*/ 499327 w 667492"/>
                <a:gd name="connsiteY39" fmla="*/ 130631 h 402748"/>
                <a:gd name="connsiteX40" fmla="*/ 473269 w 667492"/>
                <a:gd name="connsiteY40" fmla="*/ 140416 h 402748"/>
                <a:gd name="connsiteX41" fmla="*/ 415559 w 667492"/>
                <a:gd name="connsiteY41" fmla="*/ 161161 h 402748"/>
                <a:gd name="connsiteX42" fmla="*/ 379887 w 667492"/>
                <a:gd name="connsiteY42" fmla="*/ 174219 h 402748"/>
                <a:gd name="connsiteX43" fmla="*/ 367795 w 667492"/>
                <a:gd name="connsiteY43" fmla="*/ 178998 h 402748"/>
                <a:gd name="connsiteX44" fmla="*/ 378260 w 667492"/>
                <a:gd name="connsiteY44" fmla="*/ 191360 h 402748"/>
                <a:gd name="connsiteX45" fmla="*/ 395875 w 667492"/>
                <a:gd name="connsiteY45" fmla="*/ 212330 h 402748"/>
                <a:gd name="connsiteX46" fmla="*/ 405382 w 667492"/>
                <a:gd name="connsiteY46" fmla="*/ 215392 h 402748"/>
                <a:gd name="connsiteX47" fmla="*/ 424096 w 667492"/>
                <a:gd name="connsiteY47" fmla="*/ 208413 h 402748"/>
                <a:gd name="connsiteX48" fmla="*/ 467423 w 667492"/>
                <a:gd name="connsiteY48" fmla="*/ 192201 h 402748"/>
                <a:gd name="connsiteX49" fmla="*/ 494107 w 667492"/>
                <a:gd name="connsiteY49" fmla="*/ 183120 h 402748"/>
                <a:gd name="connsiteX50" fmla="*/ 526681 w 667492"/>
                <a:gd name="connsiteY50" fmla="*/ 170991 h 402748"/>
                <a:gd name="connsiteX51" fmla="*/ 555089 w 667492"/>
                <a:gd name="connsiteY51" fmla="*/ 160659 h 402748"/>
                <a:gd name="connsiteX52" fmla="*/ 600880 w 667492"/>
                <a:gd name="connsiteY52" fmla="*/ 144079 h 402748"/>
                <a:gd name="connsiteX53" fmla="*/ 568520 w 667492"/>
                <a:gd name="connsiteY53" fmla="*/ 105814 h 402748"/>
                <a:gd name="connsiteX54" fmla="*/ 407468 w 667492"/>
                <a:gd name="connsiteY54" fmla="*/ 4 h 402748"/>
                <a:gd name="connsiteX55" fmla="*/ 409711 w 667492"/>
                <a:gd name="connsiteY55" fmla="*/ 528 h 402748"/>
                <a:gd name="connsiteX56" fmla="*/ 464899 w 667492"/>
                <a:gd name="connsiteY56" fmla="*/ 21028 h 402748"/>
                <a:gd name="connsiteX57" fmla="*/ 514158 w 667492"/>
                <a:gd name="connsiteY57" fmla="*/ 38924 h 402748"/>
                <a:gd name="connsiteX58" fmla="*/ 567199 w 667492"/>
                <a:gd name="connsiteY58" fmla="*/ 58232 h 402748"/>
                <a:gd name="connsiteX59" fmla="*/ 582956 w 667492"/>
                <a:gd name="connsiteY59" fmla="*/ 63769 h 402748"/>
                <a:gd name="connsiteX60" fmla="*/ 594286 w 667492"/>
                <a:gd name="connsiteY60" fmla="*/ 73718 h 402748"/>
                <a:gd name="connsiteX61" fmla="*/ 612195 w 667492"/>
                <a:gd name="connsiteY61" fmla="*/ 94937 h 402748"/>
                <a:gd name="connsiteX62" fmla="*/ 637467 w 667492"/>
                <a:gd name="connsiteY62" fmla="*/ 125247 h 402748"/>
                <a:gd name="connsiteX63" fmla="*/ 652892 w 667492"/>
                <a:gd name="connsiteY63" fmla="*/ 143250 h 402748"/>
                <a:gd name="connsiteX64" fmla="*/ 666523 w 667492"/>
                <a:gd name="connsiteY64" fmla="*/ 159415 h 402748"/>
                <a:gd name="connsiteX65" fmla="*/ 664499 w 667492"/>
                <a:gd name="connsiteY65" fmla="*/ 163816 h 402748"/>
                <a:gd name="connsiteX66" fmla="*/ 644867 w 667492"/>
                <a:gd name="connsiteY66" fmla="*/ 170859 h 402748"/>
                <a:gd name="connsiteX67" fmla="*/ 606847 w 667492"/>
                <a:gd name="connsiteY67" fmla="*/ 184951 h 402748"/>
                <a:gd name="connsiteX68" fmla="*/ 594761 w 667492"/>
                <a:gd name="connsiteY68" fmla="*/ 188817 h 402748"/>
                <a:gd name="connsiteX69" fmla="*/ 594623 w 667492"/>
                <a:gd name="connsiteY69" fmla="*/ 228267 h 402748"/>
                <a:gd name="connsiteX70" fmla="*/ 555017 w 667492"/>
                <a:gd name="connsiteY70" fmla="*/ 228267 h 402748"/>
                <a:gd name="connsiteX71" fmla="*/ 555023 w 667492"/>
                <a:gd name="connsiteY71" fmla="*/ 203762 h 402748"/>
                <a:gd name="connsiteX72" fmla="*/ 542855 w 667492"/>
                <a:gd name="connsiteY72" fmla="*/ 208010 h 402748"/>
                <a:gd name="connsiteX73" fmla="*/ 497387 w 667492"/>
                <a:gd name="connsiteY73" fmla="*/ 224133 h 402748"/>
                <a:gd name="connsiteX74" fmla="*/ 464398 w 667492"/>
                <a:gd name="connsiteY74" fmla="*/ 236456 h 402748"/>
                <a:gd name="connsiteX75" fmla="*/ 427518 w 667492"/>
                <a:gd name="connsiteY75" fmla="*/ 249775 h 402748"/>
                <a:gd name="connsiteX76" fmla="*/ 390540 w 667492"/>
                <a:gd name="connsiteY76" fmla="*/ 263049 h 402748"/>
                <a:gd name="connsiteX77" fmla="*/ 385921 w 667492"/>
                <a:gd name="connsiteY77" fmla="*/ 262173 h 402748"/>
                <a:gd name="connsiteX78" fmla="*/ 367414 w 667492"/>
                <a:gd name="connsiteY78" fmla="*/ 240786 h 402748"/>
                <a:gd name="connsiteX79" fmla="*/ 354161 w 667492"/>
                <a:gd name="connsiteY79" fmla="*/ 225285 h 402748"/>
                <a:gd name="connsiteX80" fmla="*/ 354161 w 667492"/>
                <a:gd name="connsiteY80" fmla="*/ 353189 h 402748"/>
                <a:gd name="connsiteX81" fmla="*/ 373125 w 667492"/>
                <a:gd name="connsiteY81" fmla="*/ 346293 h 402748"/>
                <a:gd name="connsiteX82" fmla="*/ 401101 w 667492"/>
                <a:gd name="connsiteY82" fmla="*/ 335640 h 402748"/>
                <a:gd name="connsiteX83" fmla="*/ 440841 w 667492"/>
                <a:gd name="connsiteY83" fmla="*/ 321681 h 402748"/>
                <a:gd name="connsiteX84" fmla="*/ 470740 w 667492"/>
                <a:gd name="connsiteY84" fmla="*/ 310528 h 402748"/>
                <a:gd name="connsiteX85" fmla="*/ 509775 w 667492"/>
                <a:gd name="connsiteY85" fmla="*/ 296561 h 402748"/>
                <a:gd name="connsiteX86" fmla="*/ 509775 w 667492"/>
                <a:gd name="connsiteY86" fmla="*/ 339554 h 402748"/>
                <a:gd name="connsiteX87" fmla="*/ 502401 w 667492"/>
                <a:gd name="connsiteY87" fmla="*/ 342293 h 402748"/>
                <a:gd name="connsiteX88" fmla="*/ 457413 w 667492"/>
                <a:gd name="connsiteY88" fmla="*/ 358423 h 402748"/>
                <a:gd name="connsiteX89" fmla="*/ 415650 w 667492"/>
                <a:gd name="connsiteY89" fmla="*/ 374035 h 402748"/>
                <a:gd name="connsiteX90" fmla="*/ 363718 w 667492"/>
                <a:gd name="connsiteY90" fmla="*/ 392822 h 402748"/>
                <a:gd name="connsiteX91" fmla="*/ 335923 w 667492"/>
                <a:gd name="connsiteY91" fmla="*/ 402336 h 402748"/>
                <a:gd name="connsiteX92" fmla="*/ 331699 w 667492"/>
                <a:gd name="connsiteY92" fmla="*/ 402487 h 402748"/>
                <a:gd name="connsiteX93" fmla="*/ 290949 w 667492"/>
                <a:gd name="connsiteY93" fmla="*/ 387825 h 402748"/>
                <a:gd name="connsiteX94" fmla="*/ 255648 w 667492"/>
                <a:gd name="connsiteY94" fmla="*/ 374716 h 402748"/>
                <a:gd name="connsiteX95" fmla="*/ 220937 w 667492"/>
                <a:gd name="connsiteY95" fmla="*/ 362483 h 402748"/>
                <a:gd name="connsiteX96" fmla="*/ 186327 w 667492"/>
                <a:gd name="connsiteY96" fmla="*/ 349882 h 402748"/>
                <a:gd name="connsiteX97" fmla="*/ 154074 w 667492"/>
                <a:gd name="connsiteY97" fmla="*/ 338006 h 402748"/>
                <a:gd name="connsiteX98" fmla="*/ 97099 w 667492"/>
                <a:gd name="connsiteY98" fmla="*/ 317794 h 402748"/>
                <a:gd name="connsiteX99" fmla="*/ 75648 w 667492"/>
                <a:gd name="connsiteY99" fmla="*/ 309664 h 402748"/>
                <a:gd name="connsiteX100" fmla="*/ 72532 w 667492"/>
                <a:gd name="connsiteY100" fmla="*/ 304748 h 402748"/>
                <a:gd name="connsiteX101" fmla="*/ 72594 w 667492"/>
                <a:gd name="connsiteY101" fmla="*/ 192815 h 402748"/>
                <a:gd name="connsiteX102" fmla="*/ 72594 w 667492"/>
                <a:gd name="connsiteY102" fmla="*/ 189191 h 402748"/>
                <a:gd name="connsiteX103" fmla="*/ 31067 w 667492"/>
                <a:gd name="connsiteY103" fmla="*/ 173716 h 402748"/>
                <a:gd name="connsiteX104" fmla="*/ 3633 w 667492"/>
                <a:gd name="connsiteY104" fmla="*/ 164068 h 402748"/>
                <a:gd name="connsiteX105" fmla="*/ 1932 w 667492"/>
                <a:gd name="connsiteY105" fmla="*/ 158231 h 402748"/>
                <a:gd name="connsiteX106" fmla="*/ 30851 w 667492"/>
                <a:gd name="connsiteY106" fmla="*/ 123470 h 402748"/>
                <a:gd name="connsiteX107" fmla="*/ 51389 w 667492"/>
                <a:gd name="connsiteY107" fmla="*/ 99495 h 402748"/>
                <a:gd name="connsiteX108" fmla="*/ 77184 w 667492"/>
                <a:gd name="connsiteY108" fmla="*/ 68689 h 402748"/>
                <a:gd name="connsiteX109" fmla="*/ 81671 w 667492"/>
                <a:gd name="connsiteY109" fmla="*/ 65087 h 402748"/>
                <a:gd name="connsiteX110" fmla="*/ 115333 w 667492"/>
                <a:gd name="connsiteY110" fmla="*/ 52537 h 402748"/>
                <a:gd name="connsiteX111" fmla="*/ 143341 w 667492"/>
                <a:gd name="connsiteY111" fmla="*/ 42143 h 402748"/>
                <a:gd name="connsiteX112" fmla="*/ 174040 w 667492"/>
                <a:gd name="connsiteY112" fmla="*/ 30984 h 402748"/>
                <a:gd name="connsiteX113" fmla="*/ 217130 w 667492"/>
                <a:gd name="connsiteY113" fmla="*/ 15326 h 402748"/>
                <a:gd name="connsiteX114" fmla="*/ 249744 w 667492"/>
                <a:gd name="connsiteY114" fmla="*/ 3343 h 402748"/>
                <a:gd name="connsiteX115" fmla="*/ 258636 w 667492"/>
                <a:gd name="connsiteY115" fmla="*/ 284 h 402748"/>
                <a:gd name="connsiteX116" fmla="*/ 262730 w 667492"/>
                <a:gd name="connsiteY116" fmla="*/ 3323 h 402748"/>
                <a:gd name="connsiteX117" fmla="*/ 262584 w 667492"/>
                <a:gd name="connsiteY117" fmla="*/ 39224 h 402748"/>
                <a:gd name="connsiteX118" fmla="*/ 260223 w 667492"/>
                <a:gd name="connsiteY118" fmla="*/ 42283 h 402748"/>
                <a:gd name="connsiteX119" fmla="*/ 213544 w 667492"/>
                <a:gd name="connsiteY119" fmla="*/ 59862 h 402748"/>
                <a:gd name="connsiteX120" fmla="*/ 178462 w 667492"/>
                <a:gd name="connsiteY120" fmla="*/ 72258 h 402748"/>
                <a:gd name="connsiteX121" fmla="*/ 152706 w 667492"/>
                <a:gd name="connsiteY121" fmla="*/ 82598 h 402748"/>
                <a:gd name="connsiteX122" fmla="*/ 159718 w 667492"/>
                <a:gd name="connsiteY122" fmla="*/ 84677 h 402748"/>
                <a:gd name="connsiteX123" fmla="*/ 205590 w 667492"/>
                <a:gd name="connsiteY123" fmla="*/ 102141 h 402748"/>
                <a:gd name="connsiteX124" fmla="*/ 259140 w 667492"/>
                <a:gd name="connsiteY124" fmla="*/ 121286 h 402748"/>
                <a:gd name="connsiteX125" fmla="*/ 291137 w 667492"/>
                <a:gd name="connsiteY125" fmla="*/ 133004 h 402748"/>
                <a:gd name="connsiteX126" fmla="*/ 331630 w 667492"/>
                <a:gd name="connsiteY126" fmla="*/ 147228 h 402748"/>
                <a:gd name="connsiteX127" fmla="*/ 338306 w 667492"/>
                <a:gd name="connsiteY127" fmla="*/ 146896 h 402748"/>
                <a:gd name="connsiteX128" fmla="*/ 367388 w 667492"/>
                <a:gd name="connsiteY128" fmla="*/ 135819 h 402748"/>
                <a:gd name="connsiteX129" fmla="*/ 407581 w 667492"/>
                <a:gd name="connsiteY129" fmla="*/ 121632 h 402748"/>
                <a:gd name="connsiteX130" fmla="*/ 437467 w 667492"/>
                <a:gd name="connsiteY130" fmla="*/ 110519 h 402748"/>
                <a:gd name="connsiteX131" fmla="*/ 473161 w 667492"/>
                <a:gd name="connsiteY131" fmla="*/ 97375 h 402748"/>
                <a:gd name="connsiteX132" fmla="*/ 512804 w 667492"/>
                <a:gd name="connsiteY132" fmla="*/ 83361 h 402748"/>
                <a:gd name="connsiteX133" fmla="*/ 515329 w 667492"/>
                <a:gd name="connsiteY133" fmla="*/ 81928 h 402748"/>
                <a:gd name="connsiteX134" fmla="*/ 500700 w 667492"/>
                <a:gd name="connsiteY134" fmla="*/ 76477 h 402748"/>
                <a:gd name="connsiteX135" fmla="*/ 458419 w 667492"/>
                <a:gd name="connsiteY135" fmla="*/ 61009 h 402748"/>
                <a:gd name="connsiteX136" fmla="*/ 406868 w 667492"/>
                <a:gd name="connsiteY136" fmla="*/ 42247 h 402748"/>
                <a:gd name="connsiteX137" fmla="*/ 404730 w 667492"/>
                <a:gd name="connsiteY137" fmla="*/ 38986 h 402748"/>
                <a:gd name="connsiteX138" fmla="*/ 404648 w 667492"/>
                <a:gd name="connsiteY138" fmla="*/ 3929 h 402748"/>
                <a:gd name="connsiteX139" fmla="*/ 407468 w 667492"/>
                <a:gd name="connsiteY139" fmla="*/ 4 h 40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667492" h="402748">
                  <a:moveTo>
                    <a:pt x="112304" y="203977"/>
                  </a:moveTo>
                  <a:cubicBezTo>
                    <a:pt x="112304" y="229313"/>
                    <a:pt x="112264" y="253514"/>
                    <a:pt x="112423" y="277715"/>
                  </a:cubicBezTo>
                  <a:cubicBezTo>
                    <a:pt x="112431" y="278902"/>
                    <a:pt x="113935" y="280690"/>
                    <a:pt x="115146" y="281160"/>
                  </a:cubicBezTo>
                  <a:cubicBezTo>
                    <a:pt x="123146" y="284264"/>
                    <a:pt x="131250" y="287105"/>
                    <a:pt x="139334" y="289990"/>
                  </a:cubicBezTo>
                  <a:cubicBezTo>
                    <a:pt x="153056" y="294887"/>
                    <a:pt x="166815" y="299678"/>
                    <a:pt x="180508" y="304653"/>
                  </a:cubicBezTo>
                  <a:cubicBezTo>
                    <a:pt x="194740" y="309823"/>
                    <a:pt x="208883" y="315236"/>
                    <a:pt x="223116" y="320400"/>
                  </a:cubicBezTo>
                  <a:cubicBezTo>
                    <a:pt x="237708" y="325694"/>
                    <a:pt x="252403" y="330704"/>
                    <a:pt x="266978" y="336041"/>
                  </a:cubicBezTo>
                  <a:cubicBezTo>
                    <a:pt x="282323" y="341660"/>
                    <a:pt x="297580" y="347520"/>
                    <a:pt x="313388" y="353468"/>
                  </a:cubicBezTo>
                  <a:cubicBezTo>
                    <a:pt x="313388" y="326291"/>
                    <a:pt x="313388" y="299467"/>
                    <a:pt x="313388" y="271797"/>
                  </a:cubicBezTo>
                  <a:cubicBezTo>
                    <a:pt x="313388" y="256573"/>
                    <a:pt x="313388" y="241349"/>
                    <a:pt x="313388" y="225074"/>
                  </a:cubicBezTo>
                  <a:cubicBezTo>
                    <a:pt x="308413" y="230815"/>
                    <a:pt x="304213" y="235604"/>
                    <a:pt x="300077" y="240447"/>
                  </a:cubicBezTo>
                  <a:cubicBezTo>
                    <a:pt x="293979" y="247588"/>
                    <a:pt x="287916" y="254760"/>
                    <a:pt x="281859" y="261936"/>
                  </a:cubicBezTo>
                  <a:cubicBezTo>
                    <a:pt x="280307" y="263776"/>
                    <a:pt x="278832" y="263984"/>
                    <a:pt x="276404" y="263070"/>
                  </a:cubicBezTo>
                  <a:cubicBezTo>
                    <a:pt x="264526" y="258600"/>
                    <a:pt x="252505" y="254511"/>
                    <a:pt x="240570" y="250193"/>
                  </a:cubicBezTo>
                  <a:cubicBezTo>
                    <a:pt x="226084" y="244951"/>
                    <a:pt x="211635" y="239607"/>
                    <a:pt x="197166" y="234320"/>
                  </a:cubicBezTo>
                  <a:cubicBezTo>
                    <a:pt x="187562" y="230810"/>
                    <a:pt x="177948" y="227327"/>
                    <a:pt x="168342" y="223823"/>
                  </a:cubicBezTo>
                  <a:cubicBezTo>
                    <a:pt x="154004" y="218592"/>
                    <a:pt x="139684" y="213315"/>
                    <a:pt x="125326" y="208142"/>
                  </a:cubicBezTo>
                  <a:cubicBezTo>
                    <a:pt x="121204" y="206657"/>
                    <a:pt x="116977" y="205462"/>
                    <a:pt x="112304" y="203977"/>
                  </a:cubicBezTo>
                  <a:close/>
                  <a:moveTo>
                    <a:pt x="100765" y="106499"/>
                  </a:moveTo>
                  <a:cubicBezTo>
                    <a:pt x="99923" y="106200"/>
                    <a:pt x="98300" y="106656"/>
                    <a:pt x="97700" y="107341"/>
                  </a:cubicBezTo>
                  <a:cubicBezTo>
                    <a:pt x="90757" y="115254"/>
                    <a:pt x="83920" y="123260"/>
                    <a:pt x="77101" y="131281"/>
                  </a:cubicBezTo>
                  <a:cubicBezTo>
                    <a:pt x="73546" y="135463"/>
                    <a:pt x="70084" y="139725"/>
                    <a:pt x="66350" y="144229"/>
                  </a:cubicBezTo>
                  <a:cubicBezTo>
                    <a:pt x="75962" y="147557"/>
                    <a:pt x="85232" y="150673"/>
                    <a:pt x="94434" y="153981"/>
                  </a:cubicBezTo>
                  <a:cubicBezTo>
                    <a:pt x="103552" y="157258"/>
                    <a:pt x="112587" y="160766"/>
                    <a:pt x="121684" y="164106"/>
                  </a:cubicBezTo>
                  <a:cubicBezTo>
                    <a:pt x="136118" y="169405"/>
                    <a:pt x="150562" y="174679"/>
                    <a:pt x="165022" y="179905"/>
                  </a:cubicBezTo>
                  <a:cubicBezTo>
                    <a:pt x="177078" y="184263"/>
                    <a:pt x="189164" y="188538"/>
                    <a:pt x="201823" y="193183"/>
                  </a:cubicBezTo>
                  <a:cubicBezTo>
                    <a:pt x="206465" y="194785"/>
                    <a:pt x="211138" y="196305"/>
                    <a:pt x="215744" y="198005"/>
                  </a:cubicBezTo>
                  <a:cubicBezTo>
                    <a:pt x="231083" y="203667"/>
                    <a:pt x="246494" y="209156"/>
                    <a:pt x="261665" y="215238"/>
                  </a:cubicBezTo>
                  <a:cubicBezTo>
                    <a:pt x="266381" y="217129"/>
                    <a:pt x="268875" y="215470"/>
                    <a:pt x="271535" y="212270"/>
                  </a:cubicBezTo>
                  <a:cubicBezTo>
                    <a:pt x="276044" y="206848"/>
                    <a:pt x="280627" y="201487"/>
                    <a:pt x="285168" y="196091"/>
                  </a:cubicBezTo>
                  <a:cubicBezTo>
                    <a:pt x="289874" y="190499"/>
                    <a:pt x="294567" y="184896"/>
                    <a:pt x="299642" y="178849"/>
                  </a:cubicBezTo>
                  <a:cubicBezTo>
                    <a:pt x="291161" y="175744"/>
                    <a:pt x="283267" y="172817"/>
                    <a:pt x="275347" y="169964"/>
                  </a:cubicBezTo>
                  <a:cubicBezTo>
                    <a:pt x="265474" y="166407"/>
                    <a:pt x="255554" y="162979"/>
                    <a:pt x="245700" y="159372"/>
                  </a:cubicBezTo>
                  <a:cubicBezTo>
                    <a:pt x="230465" y="153794"/>
                    <a:pt x="215296" y="148035"/>
                    <a:pt x="200047" y="142497"/>
                  </a:cubicBezTo>
                  <a:cubicBezTo>
                    <a:pt x="186603" y="137614"/>
                    <a:pt x="173069" y="132978"/>
                    <a:pt x="159611" y="128135"/>
                  </a:cubicBezTo>
                  <a:cubicBezTo>
                    <a:pt x="151661" y="125274"/>
                    <a:pt x="143792" y="122187"/>
                    <a:pt x="135865" y="119263"/>
                  </a:cubicBezTo>
                  <a:cubicBezTo>
                    <a:pt x="124184" y="114954"/>
                    <a:pt x="112497" y="110663"/>
                    <a:pt x="100765" y="106499"/>
                  </a:cubicBezTo>
                  <a:close/>
                  <a:moveTo>
                    <a:pt x="568520" y="105814"/>
                  </a:moveTo>
                  <a:cubicBezTo>
                    <a:pt x="557308" y="109849"/>
                    <a:pt x="546144" y="113891"/>
                    <a:pt x="534963" y="117886"/>
                  </a:cubicBezTo>
                  <a:cubicBezTo>
                    <a:pt x="523296" y="122055"/>
                    <a:pt x="511613" y="126179"/>
                    <a:pt x="499327" y="130631"/>
                  </a:cubicBezTo>
                  <a:cubicBezTo>
                    <a:pt x="490643" y="133899"/>
                    <a:pt x="481991" y="137256"/>
                    <a:pt x="473269" y="140416"/>
                  </a:cubicBezTo>
                  <a:cubicBezTo>
                    <a:pt x="454050" y="147381"/>
                    <a:pt x="434786" y="154220"/>
                    <a:pt x="415559" y="161161"/>
                  </a:cubicBezTo>
                  <a:cubicBezTo>
                    <a:pt x="403649" y="165460"/>
                    <a:pt x="391764" y="169828"/>
                    <a:pt x="379887" y="174219"/>
                  </a:cubicBezTo>
                  <a:cubicBezTo>
                    <a:pt x="375972" y="175666"/>
                    <a:pt x="372120" y="177283"/>
                    <a:pt x="367795" y="178998"/>
                  </a:cubicBezTo>
                  <a:cubicBezTo>
                    <a:pt x="371502" y="183375"/>
                    <a:pt x="374893" y="187357"/>
                    <a:pt x="378260" y="191360"/>
                  </a:cubicBezTo>
                  <a:cubicBezTo>
                    <a:pt x="384138" y="198345"/>
                    <a:pt x="389995" y="205347"/>
                    <a:pt x="395875" y="212330"/>
                  </a:cubicBezTo>
                  <a:cubicBezTo>
                    <a:pt x="398388" y="215315"/>
                    <a:pt x="400752" y="217558"/>
                    <a:pt x="405382" y="215392"/>
                  </a:cubicBezTo>
                  <a:cubicBezTo>
                    <a:pt x="411393" y="212580"/>
                    <a:pt x="417855" y="210743"/>
                    <a:pt x="424096" y="208413"/>
                  </a:cubicBezTo>
                  <a:cubicBezTo>
                    <a:pt x="438542" y="203019"/>
                    <a:pt x="452934" y="197477"/>
                    <a:pt x="467423" y="192201"/>
                  </a:cubicBezTo>
                  <a:cubicBezTo>
                    <a:pt x="476250" y="188987"/>
                    <a:pt x="485265" y="186293"/>
                    <a:pt x="494107" y="183120"/>
                  </a:cubicBezTo>
                  <a:cubicBezTo>
                    <a:pt x="505012" y="179206"/>
                    <a:pt x="515812" y="175005"/>
                    <a:pt x="526681" y="170991"/>
                  </a:cubicBezTo>
                  <a:cubicBezTo>
                    <a:pt x="536133" y="167501"/>
                    <a:pt x="545616" y="164092"/>
                    <a:pt x="555089" y="160659"/>
                  </a:cubicBezTo>
                  <a:cubicBezTo>
                    <a:pt x="570275" y="155155"/>
                    <a:pt x="585464" y="149660"/>
                    <a:pt x="600880" y="144079"/>
                  </a:cubicBezTo>
                  <a:cubicBezTo>
                    <a:pt x="589936" y="131138"/>
                    <a:pt x="579219" y="118466"/>
                    <a:pt x="568520" y="105814"/>
                  </a:cubicBezTo>
                  <a:close/>
                  <a:moveTo>
                    <a:pt x="407468" y="4"/>
                  </a:moveTo>
                  <a:cubicBezTo>
                    <a:pt x="408103" y="31"/>
                    <a:pt x="408850" y="208"/>
                    <a:pt x="409711" y="528"/>
                  </a:cubicBezTo>
                  <a:cubicBezTo>
                    <a:pt x="428104" y="7371"/>
                    <a:pt x="446481" y="14255"/>
                    <a:pt x="464899" y="21028"/>
                  </a:cubicBezTo>
                  <a:cubicBezTo>
                    <a:pt x="481295" y="27058"/>
                    <a:pt x="497741" y="32952"/>
                    <a:pt x="514158" y="38924"/>
                  </a:cubicBezTo>
                  <a:cubicBezTo>
                    <a:pt x="531840" y="45355"/>
                    <a:pt x="549503" y="51839"/>
                    <a:pt x="567199" y="58232"/>
                  </a:cubicBezTo>
                  <a:cubicBezTo>
                    <a:pt x="572447" y="60127"/>
                    <a:pt x="578160" y="61104"/>
                    <a:pt x="582956" y="63769"/>
                  </a:cubicBezTo>
                  <a:cubicBezTo>
                    <a:pt x="587259" y="66159"/>
                    <a:pt x="590925" y="69993"/>
                    <a:pt x="594286" y="73718"/>
                  </a:cubicBezTo>
                  <a:cubicBezTo>
                    <a:pt x="600484" y="80586"/>
                    <a:pt x="606263" y="87831"/>
                    <a:pt x="612195" y="94937"/>
                  </a:cubicBezTo>
                  <a:cubicBezTo>
                    <a:pt x="620625" y="105035"/>
                    <a:pt x="629005" y="115176"/>
                    <a:pt x="637467" y="125247"/>
                  </a:cubicBezTo>
                  <a:cubicBezTo>
                    <a:pt x="642550" y="131297"/>
                    <a:pt x="647770" y="137232"/>
                    <a:pt x="652892" y="143250"/>
                  </a:cubicBezTo>
                  <a:cubicBezTo>
                    <a:pt x="657461" y="148617"/>
                    <a:pt x="661979" y="154027"/>
                    <a:pt x="666523" y="159415"/>
                  </a:cubicBezTo>
                  <a:cubicBezTo>
                    <a:pt x="668952" y="162295"/>
                    <a:pt x="666262" y="163145"/>
                    <a:pt x="664499" y="163816"/>
                  </a:cubicBezTo>
                  <a:cubicBezTo>
                    <a:pt x="658003" y="166289"/>
                    <a:pt x="651392" y="168459"/>
                    <a:pt x="644867" y="170859"/>
                  </a:cubicBezTo>
                  <a:cubicBezTo>
                    <a:pt x="632182" y="175524"/>
                    <a:pt x="619542" y="180312"/>
                    <a:pt x="606847" y="184951"/>
                  </a:cubicBezTo>
                  <a:cubicBezTo>
                    <a:pt x="602905" y="186392"/>
                    <a:pt x="598848" y="187520"/>
                    <a:pt x="594761" y="188817"/>
                  </a:cubicBezTo>
                  <a:lnTo>
                    <a:pt x="594623" y="228267"/>
                  </a:lnTo>
                  <a:lnTo>
                    <a:pt x="555017" y="228267"/>
                  </a:lnTo>
                  <a:lnTo>
                    <a:pt x="555023" y="203762"/>
                  </a:lnTo>
                  <a:cubicBezTo>
                    <a:pt x="550499" y="205340"/>
                    <a:pt x="546672" y="206660"/>
                    <a:pt x="542855" y="208010"/>
                  </a:cubicBezTo>
                  <a:cubicBezTo>
                    <a:pt x="527694" y="213370"/>
                    <a:pt x="512508" y="218664"/>
                    <a:pt x="497387" y="224133"/>
                  </a:cubicBezTo>
                  <a:cubicBezTo>
                    <a:pt x="486348" y="228124"/>
                    <a:pt x="475417" y="232411"/>
                    <a:pt x="464398" y="236456"/>
                  </a:cubicBezTo>
                  <a:cubicBezTo>
                    <a:pt x="452128" y="240960"/>
                    <a:pt x="439810" y="245333"/>
                    <a:pt x="427518" y="249775"/>
                  </a:cubicBezTo>
                  <a:cubicBezTo>
                    <a:pt x="415201" y="254226"/>
                    <a:pt x="402913" y="258761"/>
                    <a:pt x="390540" y="263049"/>
                  </a:cubicBezTo>
                  <a:cubicBezTo>
                    <a:pt x="389217" y="263507"/>
                    <a:pt x="386781" y="263124"/>
                    <a:pt x="385921" y="262173"/>
                  </a:cubicBezTo>
                  <a:cubicBezTo>
                    <a:pt x="379600" y="255182"/>
                    <a:pt x="373547" y="247948"/>
                    <a:pt x="367414" y="240786"/>
                  </a:cubicBezTo>
                  <a:cubicBezTo>
                    <a:pt x="363154" y="235812"/>
                    <a:pt x="358901" y="230830"/>
                    <a:pt x="354161" y="225285"/>
                  </a:cubicBezTo>
                  <a:cubicBezTo>
                    <a:pt x="354161" y="268560"/>
                    <a:pt x="354161" y="310836"/>
                    <a:pt x="354161" y="353189"/>
                  </a:cubicBezTo>
                  <a:cubicBezTo>
                    <a:pt x="360633" y="350841"/>
                    <a:pt x="366904" y="348634"/>
                    <a:pt x="373125" y="346293"/>
                  </a:cubicBezTo>
                  <a:cubicBezTo>
                    <a:pt x="382465" y="342779"/>
                    <a:pt x="391717" y="339029"/>
                    <a:pt x="401101" y="335640"/>
                  </a:cubicBezTo>
                  <a:cubicBezTo>
                    <a:pt x="414306" y="330871"/>
                    <a:pt x="427627" y="326426"/>
                    <a:pt x="440841" y="321681"/>
                  </a:cubicBezTo>
                  <a:cubicBezTo>
                    <a:pt x="450851" y="318087"/>
                    <a:pt x="460744" y="314164"/>
                    <a:pt x="470740" y="310528"/>
                  </a:cubicBezTo>
                  <a:lnTo>
                    <a:pt x="509775" y="296561"/>
                  </a:lnTo>
                  <a:lnTo>
                    <a:pt x="509775" y="339554"/>
                  </a:lnTo>
                  <a:lnTo>
                    <a:pt x="502401" y="342293"/>
                  </a:lnTo>
                  <a:cubicBezTo>
                    <a:pt x="487427" y="347731"/>
                    <a:pt x="472375" y="352952"/>
                    <a:pt x="457413" y="358423"/>
                  </a:cubicBezTo>
                  <a:cubicBezTo>
                    <a:pt x="443456" y="363527"/>
                    <a:pt x="429602" y="368914"/>
                    <a:pt x="415650" y="374035"/>
                  </a:cubicBezTo>
                  <a:cubicBezTo>
                    <a:pt x="398370" y="380380"/>
                    <a:pt x="381054" y="386628"/>
                    <a:pt x="363718" y="392822"/>
                  </a:cubicBezTo>
                  <a:cubicBezTo>
                    <a:pt x="354497" y="396116"/>
                    <a:pt x="345217" y="399251"/>
                    <a:pt x="335923" y="402336"/>
                  </a:cubicBezTo>
                  <a:cubicBezTo>
                    <a:pt x="334626" y="402767"/>
                    <a:pt x="332946" y="402927"/>
                    <a:pt x="331699" y="402487"/>
                  </a:cubicBezTo>
                  <a:cubicBezTo>
                    <a:pt x="318085" y="397688"/>
                    <a:pt x="304505" y="392789"/>
                    <a:pt x="290949" y="387825"/>
                  </a:cubicBezTo>
                  <a:cubicBezTo>
                    <a:pt x="279162" y="383509"/>
                    <a:pt x="267450" y="378988"/>
                    <a:pt x="255648" y="374716"/>
                  </a:cubicBezTo>
                  <a:cubicBezTo>
                    <a:pt x="244114" y="370540"/>
                    <a:pt x="232488" y="366616"/>
                    <a:pt x="220937" y="362483"/>
                  </a:cubicBezTo>
                  <a:cubicBezTo>
                    <a:pt x="209377" y="358348"/>
                    <a:pt x="197854" y="354108"/>
                    <a:pt x="186327" y="349882"/>
                  </a:cubicBezTo>
                  <a:cubicBezTo>
                    <a:pt x="175570" y="345939"/>
                    <a:pt x="164860" y="341867"/>
                    <a:pt x="154074" y="338006"/>
                  </a:cubicBezTo>
                  <a:cubicBezTo>
                    <a:pt x="135101" y="331215"/>
                    <a:pt x="116069" y="324591"/>
                    <a:pt x="97099" y="317794"/>
                  </a:cubicBezTo>
                  <a:cubicBezTo>
                    <a:pt x="89902" y="315215"/>
                    <a:pt x="82841" y="312255"/>
                    <a:pt x="75648" y="309664"/>
                  </a:cubicBezTo>
                  <a:cubicBezTo>
                    <a:pt x="73116" y="308751"/>
                    <a:pt x="72526" y="307318"/>
                    <a:pt x="72532" y="304748"/>
                  </a:cubicBezTo>
                  <a:cubicBezTo>
                    <a:pt x="72621" y="267438"/>
                    <a:pt x="72593" y="230126"/>
                    <a:pt x="72594" y="192815"/>
                  </a:cubicBezTo>
                  <a:cubicBezTo>
                    <a:pt x="72594" y="191558"/>
                    <a:pt x="72594" y="190300"/>
                    <a:pt x="72594" y="189191"/>
                  </a:cubicBezTo>
                  <a:cubicBezTo>
                    <a:pt x="58606" y="183970"/>
                    <a:pt x="44865" y="178765"/>
                    <a:pt x="31067" y="173716"/>
                  </a:cubicBezTo>
                  <a:cubicBezTo>
                    <a:pt x="21965" y="170385"/>
                    <a:pt x="12780" y="167278"/>
                    <a:pt x="3633" y="164068"/>
                  </a:cubicBezTo>
                  <a:cubicBezTo>
                    <a:pt x="-787" y="162517"/>
                    <a:pt x="-949" y="161670"/>
                    <a:pt x="1932" y="158231"/>
                  </a:cubicBezTo>
                  <a:cubicBezTo>
                    <a:pt x="11611" y="146676"/>
                    <a:pt x="21157" y="135011"/>
                    <a:pt x="30851" y="123470"/>
                  </a:cubicBezTo>
                  <a:cubicBezTo>
                    <a:pt x="37619" y="115413"/>
                    <a:pt x="44602" y="107536"/>
                    <a:pt x="51389" y="99495"/>
                  </a:cubicBezTo>
                  <a:cubicBezTo>
                    <a:pt x="60028" y="89260"/>
                    <a:pt x="68532" y="78912"/>
                    <a:pt x="77184" y="68689"/>
                  </a:cubicBezTo>
                  <a:cubicBezTo>
                    <a:pt x="78409" y="67242"/>
                    <a:pt x="79958" y="65747"/>
                    <a:pt x="81671" y="65087"/>
                  </a:cubicBezTo>
                  <a:cubicBezTo>
                    <a:pt x="92844" y="60779"/>
                    <a:pt x="104104" y="56699"/>
                    <a:pt x="115333" y="52537"/>
                  </a:cubicBezTo>
                  <a:cubicBezTo>
                    <a:pt x="124671" y="49075"/>
                    <a:pt x="133993" y="45574"/>
                    <a:pt x="143341" y="42143"/>
                  </a:cubicBezTo>
                  <a:cubicBezTo>
                    <a:pt x="153563" y="38392"/>
                    <a:pt x="163806" y="34701"/>
                    <a:pt x="174040" y="30984"/>
                  </a:cubicBezTo>
                  <a:cubicBezTo>
                    <a:pt x="188404" y="25767"/>
                    <a:pt x="202774" y="20565"/>
                    <a:pt x="217130" y="15326"/>
                  </a:cubicBezTo>
                  <a:cubicBezTo>
                    <a:pt x="228010" y="11355"/>
                    <a:pt x="238869" y="7326"/>
                    <a:pt x="249744" y="3343"/>
                  </a:cubicBezTo>
                  <a:cubicBezTo>
                    <a:pt x="252688" y="2264"/>
                    <a:pt x="255609" y="1059"/>
                    <a:pt x="258636" y="284"/>
                  </a:cubicBezTo>
                  <a:cubicBezTo>
                    <a:pt x="260879" y="-290"/>
                    <a:pt x="262757" y="122"/>
                    <a:pt x="262730" y="3323"/>
                  </a:cubicBezTo>
                  <a:cubicBezTo>
                    <a:pt x="262629" y="15290"/>
                    <a:pt x="262751" y="27259"/>
                    <a:pt x="262584" y="39224"/>
                  </a:cubicBezTo>
                  <a:cubicBezTo>
                    <a:pt x="262570" y="40282"/>
                    <a:pt x="261281" y="41877"/>
                    <a:pt x="260223" y="42283"/>
                  </a:cubicBezTo>
                  <a:cubicBezTo>
                    <a:pt x="244703" y="48246"/>
                    <a:pt x="229154" y="54139"/>
                    <a:pt x="213544" y="59862"/>
                  </a:cubicBezTo>
                  <a:cubicBezTo>
                    <a:pt x="201900" y="64131"/>
                    <a:pt x="190150" y="68109"/>
                    <a:pt x="178462" y="72258"/>
                  </a:cubicBezTo>
                  <a:cubicBezTo>
                    <a:pt x="169894" y="75300"/>
                    <a:pt x="161349" y="78411"/>
                    <a:pt x="152706" y="82598"/>
                  </a:cubicBezTo>
                  <a:cubicBezTo>
                    <a:pt x="155047" y="83283"/>
                    <a:pt x="157445" y="83816"/>
                    <a:pt x="159718" y="84677"/>
                  </a:cubicBezTo>
                  <a:cubicBezTo>
                    <a:pt x="175019" y="90473"/>
                    <a:pt x="190235" y="96496"/>
                    <a:pt x="205590" y="102141"/>
                  </a:cubicBezTo>
                  <a:cubicBezTo>
                    <a:pt x="223382" y="108681"/>
                    <a:pt x="241301" y="114873"/>
                    <a:pt x="259140" y="121286"/>
                  </a:cubicBezTo>
                  <a:cubicBezTo>
                    <a:pt x="269829" y="125128"/>
                    <a:pt x="280447" y="129165"/>
                    <a:pt x="291137" y="133004"/>
                  </a:cubicBezTo>
                  <a:cubicBezTo>
                    <a:pt x="304601" y="137840"/>
                    <a:pt x="318073" y="142663"/>
                    <a:pt x="331630" y="147228"/>
                  </a:cubicBezTo>
                  <a:cubicBezTo>
                    <a:pt x="333614" y="147896"/>
                    <a:pt x="336282" y="147630"/>
                    <a:pt x="338306" y="146896"/>
                  </a:cubicBezTo>
                  <a:cubicBezTo>
                    <a:pt x="348057" y="143360"/>
                    <a:pt x="357641" y="139364"/>
                    <a:pt x="367388" y="135819"/>
                  </a:cubicBezTo>
                  <a:cubicBezTo>
                    <a:pt x="380739" y="130962"/>
                    <a:pt x="394210" y="126436"/>
                    <a:pt x="407581" y="121632"/>
                  </a:cubicBezTo>
                  <a:cubicBezTo>
                    <a:pt x="417583" y="118038"/>
                    <a:pt x="427501" y="114211"/>
                    <a:pt x="437467" y="110519"/>
                  </a:cubicBezTo>
                  <a:cubicBezTo>
                    <a:pt x="449357" y="106114"/>
                    <a:pt x="461231" y="101668"/>
                    <a:pt x="473161" y="97375"/>
                  </a:cubicBezTo>
                  <a:cubicBezTo>
                    <a:pt x="486348" y="92629"/>
                    <a:pt x="499592" y="88039"/>
                    <a:pt x="512804" y="83361"/>
                  </a:cubicBezTo>
                  <a:cubicBezTo>
                    <a:pt x="513397" y="83151"/>
                    <a:pt x="513919" y="82738"/>
                    <a:pt x="515329" y="81928"/>
                  </a:cubicBezTo>
                  <a:cubicBezTo>
                    <a:pt x="509965" y="79927"/>
                    <a:pt x="505341" y="78179"/>
                    <a:pt x="500700" y="76477"/>
                  </a:cubicBezTo>
                  <a:cubicBezTo>
                    <a:pt x="486611" y="71309"/>
                    <a:pt x="472524" y="66135"/>
                    <a:pt x="458419" y="61009"/>
                  </a:cubicBezTo>
                  <a:cubicBezTo>
                    <a:pt x="441232" y="54763"/>
                    <a:pt x="424015" y="48602"/>
                    <a:pt x="406868" y="42247"/>
                  </a:cubicBezTo>
                  <a:cubicBezTo>
                    <a:pt x="405859" y="41873"/>
                    <a:pt x="404745" y="40115"/>
                    <a:pt x="404730" y="38986"/>
                  </a:cubicBezTo>
                  <a:cubicBezTo>
                    <a:pt x="404574" y="27302"/>
                    <a:pt x="404613" y="15615"/>
                    <a:pt x="404648" y="3929"/>
                  </a:cubicBezTo>
                  <a:cubicBezTo>
                    <a:pt x="404656" y="1182"/>
                    <a:pt x="405562" y="-79"/>
                    <a:pt x="407468" y="4"/>
                  </a:cubicBezTo>
                  <a:close/>
                </a:path>
              </a:pathLst>
            </a:custGeom>
            <a:grpFill/>
            <a:ln w="7144" cap="flat">
              <a:noFill/>
              <a:prstDash val="solid"/>
              <a:miter/>
            </a:ln>
          </p:spPr>
          <p:txBody>
            <a:bodyPr wrap="square" rtlCol="0" anchor="ctr">
              <a:noAutofit/>
            </a:bodyPr>
            <a:lstStyle/>
            <a:p>
              <a:endParaRPr lang="en-US" dirty="0"/>
            </a:p>
          </p:txBody>
        </p:sp>
        <p:sp>
          <p:nvSpPr>
            <p:cNvPr id="2008" name="Freeform: Shape 2007">
              <a:extLst>
                <a:ext uri="{FF2B5EF4-FFF2-40B4-BE49-F238E27FC236}">
                  <a16:creationId xmlns:a16="http://schemas.microsoft.com/office/drawing/2014/main" id="{3D7A5913-6D70-2C36-1201-F2FEFD1D9DCC}"/>
                </a:ext>
                <a:ext uri="{C183D7F6-B498-43B3-948B-1728B52AA6E4}">
                  <adec:decorative xmlns:adec="http://schemas.microsoft.com/office/drawing/2017/decorative" val="1"/>
                </a:ext>
              </a:extLst>
            </p:cNvPr>
            <p:cNvSpPr/>
            <p:nvPr/>
          </p:nvSpPr>
          <p:spPr>
            <a:xfrm>
              <a:off x="2542116" y="4343071"/>
              <a:ext cx="457104" cy="457200"/>
            </a:xfrm>
            <a:custGeom>
              <a:avLst/>
              <a:gdLst>
                <a:gd name="connsiteX0" fmla="*/ 5182519 w 6856563"/>
                <a:gd name="connsiteY0" fmla="*/ 4244072 h 6857999"/>
                <a:gd name="connsiteX1" fmla="*/ 5744507 w 6856563"/>
                <a:gd name="connsiteY1" fmla="*/ 4244072 h 6857999"/>
                <a:gd name="connsiteX2" fmla="*/ 5744507 w 6856563"/>
                <a:gd name="connsiteY2" fmla="*/ 4806061 h 6857999"/>
                <a:gd name="connsiteX3" fmla="*/ 5182519 w 6856563"/>
                <a:gd name="connsiteY3" fmla="*/ 4806061 h 6857999"/>
                <a:gd name="connsiteX4" fmla="*/ 6496592 w 6856563"/>
                <a:gd name="connsiteY4" fmla="*/ 1914886 h 6857999"/>
                <a:gd name="connsiteX5" fmla="*/ 6527510 w 6856563"/>
                <a:gd name="connsiteY5" fmla="*/ 1938364 h 6857999"/>
                <a:gd name="connsiteX6" fmla="*/ 6746475 w 6856563"/>
                <a:gd name="connsiteY6" fmla="*/ 2530528 h 6857999"/>
                <a:gd name="connsiteX7" fmla="*/ 6813755 w 6856563"/>
                <a:gd name="connsiteY7" fmla="*/ 2851963 h 6857999"/>
                <a:gd name="connsiteX8" fmla="*/ 6843502 w 6856563"/>
                <a:gd name="connsiteY8" fmla="*/ 3060397 h 6857999"/>
                <a:gd name="connsiteX9" fmla="*/ 6854427 w 6856563"/>
                <a:gd name="connsiteY9" fmla="*/ 3073330 h 6857999"/>
                <a:gd name="connsiteX10" fmla="*/ 6854427 w 6856563"/>
                <a:gd name="connsiteY10" fmla="*/ 3767034 h 6857999"/>
                <a:gd name="connsiteX11" fmla="*/ 6843795 w 6856563"/>
                <a:gd name="connsiteY11" fmla="*/ 3779777 h 6857999"/>
                <a:gd name="connsiteX12" fmla="*/ 6805587 w 6856563"/>
                <a:gd name="connsiteY12" fmla="*/ 4054208 h 6857999"/>
                <a:gd name="connsiteX13" fmla="*/ 6689286 w 6856563"/>
                <a:gd name="connsiteY13" fmla="*/ 4496714 h 6857999"/>
                <a:gd name="connsiteX14" fmla="*/ 6585576 w 6856563"/>
                <a:gd name="connsiteY14" fmla="*/ 4767839 h 6857999"/>
                <a:gd name="connsiteX15" fmla="*/ 6367900 w 6856563"/>
                <a:gd name="connsiteY15" fmla="*/ 5190848 h 6857999"/>
                <a:gd name="connsiteX16" fmla="*/ 5968018 w 6856563"/>
                <a:gd name="connsiteY16" fmla="*/ 5727418 h 6857999"/>
                <a:gd name="connsiteX17" fmla="*/ 5693876 w 6856563"/>
                <a:gd name="connsiteY17" fmla="*/ 5995660 h 6857999"/>
                <a:gd name="connsiteX18" fmla="*/ 5292816 w 6856563"/>
                <a:gd name="connsiteY18" fmla="*/ 6303404 h 6857999"/>
                <a:gd name="connsiteX19" fmla="*/ 4961020 w 6856563"/>
                <a:gd name="connsiteY19" fmla="*/ 6493570 h 6857999"/>
                <a:gd name="connsiteX20" fmla="*/ 4661341 w 6856563"/>
                <a:gd name="connsiteY20" fmla="*/ 6633832 h 6857999"/>
                <a:gd name="connsiteX21" fmla="*/ 4276682 w 6856563"/>
                <a:gd name="connsiteY21" fmla="*/ 6754818 h 6857999"/>
                <a:gd name="connsiteX22" fmla="*/ 3795102 w 6856563"/>
                <a:gd name="connsiteY22" fmla="*/ 6844291 h 6857999"/>
                <a:gd name="connsiteX23" fmla="*/ 3778323 w 6856563"/>
                <a:gd name="connsiteY23" fmla="*/ 6857999 h 6857999"/>
                <a:gd name="connsiteX24" fmla="*/ 3074441 w 6856563"/>
                <a:gd name="connsiteY24" fmla="*/ 6857999 h 6857999"/>
                <a:gd name="connsiteX25" fmla="*/ 3055358 w 6856563"/>
                <a:gd name="connsiteY25" fmla="*/ 6844269 h 6857999"/>
                <a:gd name="connsiteX26" fmla="*/ 2638252 w 6856563"/>
                <a:gd name="connsiteY26" fmla="*/ 6771431 h 6857999"/>
                <a:gd name="connsiteX27" fmla="*/ 2103398 w 6856563"/>
                <a:gd name="connsiteY27" fmla="*/ 6598338 h 6857999"/>
                <a:gd name="connsiteX28" fmla="*/ 1682413 w 6856563"/>
                <a:gd name="connsiteY28" fmla="*/ 6384875 h 6857999"/>
                <a:gd name="connsiteX29" fmla="*/ 1343832 w 6856563"/>
                <a:gd name="connsiteY29" fmla="*/ 6162592 h 6857999"/>
                <a:gd name="connsiteX30" fmla="*/ 1270319 w 6856563"/>
                <a:gd name="connsiteY30" fmla="*/ 6102920 h 6857999"/>
                <a:gd name="connsiteX31" fmla="*/ 1236224 w 6856563"/>
                <a:gd name="connsiteY31" fmla="*/ 6115045 h 6857999"/>
                <a:gd name="connsiteX32" fmla="*/ 1235180 w 6856563"/>
                <a:gd name="connsiteY32" fmla="*/ 6143452 h 6857999"/>
                <a:gd name="connsiteX33" fmla="*/ 1235697 w 6856563"/>
                <a:gd name="connsiteY33" fmla="*/ 6479192 h 6857999"/>
                <a:gd name="connsiteX34" fmla="*/ 1200680 w 6856563"/>
                <a:gd name="connsiteY34" fmla="*/ 6515123 h 6857999"/>
                <a:gd name="connsiteX35" fmla="*/ 936371 w 6856563"/>
                <a:gd name="connsiteY35" fmla="*/ 6515312 h 6857999"/>
                <a:gd name="connsiteX36" fmla="*/ 899154 w 6856563"/>
                <a:gd name="connsiteY36" fmla="*/ 6468499 h 6857999"/>
                <a:gd name="connsiteX37" fmla="*/ 899396 w 6856563"/>
                <a:gd name="connsiteY37" fmla="*/ 5650562 h 6857999"/>
                <a:gd name="connsiteX38" fmla="*/ 899038 w 6856563"/>
                <a:gd name="connsiteY38" fmla="*/ 5550568 h 6857999"/>
                <a:gd name="connsiteX39" fmla="*/ 933638 w 6856563"/>
                <a:gd name="connsiteY39" fmla="*/ 5514572 h 6857999"/>
                <a:gd name="connsiteX40" fmla="*/ 1865870 w 6856563"/>
                <a:gd name="connsiteY40" fmla="*/ 5514567 h 6857999"/>
                <a:gd name="connsiteX41" fmla="*/ 1899922 w 6856563"/>
                <a:gd name="connsiteY41" fmla="*/ 5550888 h 6857999"/>
                <a:gd name="connsiteX42" fmla="*/ 1900135 w 6856563"/>
                <a:gd name="connsiteY42" fmla="*/ 5815181 h 6857999"/>
                <a:gd name="connsiteX43" fmla="*/ 1862343 w 6856563"/>
                <a:gd name="connsiteY43" fmla="*/ 5851137 h 6857999"/>
                <a:gd name="connsiteX44" fmla="*/ 1511086 w 6856563"/>
                <a:gd name="connsiteY44" fmla="*/ 5854628 h 6857999"/>
                <a:gd name="connsiteX45" fmla="*/ 2938012 w 6856563"/>
                <a:gd name="connsiteY45" fmla="*/ 6482796 h 6857999"/>
                <a:gd name="connsiteX46" fmla="*/ 4498884 w 6856563"/>
                <a:gd name="connsiteY46" fmla="*/ 6334801 h 6857999"/>
                <a:gd name="connsiteX47" fmla="*/ 6296681 w 6856563"/>
                <a:gd name="connsiteY47" fmla="*/ 4579189 h 6857999"/>
                <a:gd name="connsiteX48" fmla="*/ 6206092 w 6856563"/>
                <a:gd name="connsiteY48" fmla="*/ 2059111 h 6857999"/>
                <a:gd name="connsiteX49" fmla="*/ 6393266 w 6856563"/>
                <a:gd name="connsiteY49" fmla="*/ 1964717 h 6857999"/>
                <a:gd name="connsiteX50" fmla="*/ 6480626 w 6856563"/>
                <a:gd name="connsiteY50" fmla="*/ 1920916 h 6857999"/>
                <a:gd name="connsiteX51" fmla="*/ 6496592 w 6856563"/>
                <a:gd name="connsiteY51" fmla="*/ 1914886 h 6857999"/>
                <a:gd name="connsiteX52" fmla="*/ 3689545 w 6856563"/>
                <a:gd name="connsiteY52" fmla="*/ 1272554 h 6857999"/>
                <a:gd name="connsiteX53" fmla="*/ 4255398 w 6856563"/>
                <a:gd name="connsiteY53" fmla="*/ 1272554 h 6857999"/>
                <a:gd name="connsiteX54" fmla="*/ 4255398 w 6856563"/>
                <a:gd name="connsiteY54" fmla="*/ 1828785 h 6857999"/>
                <a:gd name="connsiteX55" fmla="*/ 3708121 w 6856563"/>
                <a:gd name="connsiteY55" fmla="*/ 1828785 h 6857999"/>
                <a:gd name="connsiteX56" fmla="*/ 3708121 w 6856563"/>
                <a:gd name="connsiteY56" fmla="*/ 2376248 h 6857999"/>
                <a:gd name="connsiteX57" fmla="*/ 3152153 w 6856563"/>
                <a:gd name="connsiteY57" fmla="*/ 2376248 h 6857999"/>
                <a:gd name="connsiteX58" fmla="*/ 3152153 w 6856563"/>
                <a:gd name="connsiteY58" fmla="*/ 1807579 h 6857999"/>
                <a:gd name="connsiteX59" fmla="*/ 3689545 w 6856563"/>
                <a:gd name="connsiteY59" fmla="*/ 1807579 h 6857999"/>
                <a:gd name="connsiteX60" fmla="*/ 2601154 w 6856563"/>
                <a:gd name="connsiteY60" fmla="*/ 714446 h 6857999"/>
                <a:gd name="connsiteX61" fmla="*/ 3162257 w 6856563"/>
                <a:gd name="connsiteY61" fmla="*/ 714446 h 6857999"/>
                <a:gd name="connsiteX62" fmla="*/ 3162257 w 6856563"/>
                <a:gd name="connsiteY62" fmla="*/ 1271600 h 6857999"/>
                <a:gd name="connsiteX63" fmla="*/ 2601154 w 6856563"/>
                <a:gd name="connsiteY63" fmla="*/ 1271600 h 6857999"/>
                <a:gd name="connsiteX64" fmla="*/ 2601154 w 6856563"/>
                <a:gd name="connsiteY64" fmla="*/ 908951 h 6857999"/>
                <a:gd name="connsiteX65" fmla="*/ 2600505 w 6856563"/>
                <a:gd name="connsiteY65" fmla="*/ 725306 h 6857999"/>
                <a:gd name="connsiteX66" fmla="*/ 2601154 w 6856563"/>
                <a:gd name="connsiteY66" fmla="*/ 727526 h 6857999"/>
                <a:gd name="connsiteX67" fmla="*/ 3078235 w 6856563"/>
                <a:gd name="connsiteY67" fmla="*/ 0 h 6857999"/>
                <a:gd name="connsiteX68" fmla="*/ 3774975 w 6856563"/>
                <a:gd name="connsiteY68" fmla="*/ 0 h 6857999"/>
                <a:gd name="connsiteX69" fmla="*/ 3797604 w 6856563"/>
                <a:gd name="connsiteY69" fmla="*/ 13781 h 6857999"/>
                <a:gd name="connsiteX70" fmla="*/ 4228486 w 6856563"/>
                <a:gd name="connsiteY70" fmla="*/ 89346 h 6857999"/>
                <a:gd name="connsiteX71" fmla="*/ 4749117 w 6856563"/>
                <a:gd name="connsiteY71" fmla="*/ 261122 h 6857999"/>
                <a:gd name="connsiteX72" fmla="*/ 5069760 w 6856563"/>
                <a:gd name="connsiteY72" fmla="*/ 415644 h 6857999"/>
                <a:gd name="connsiteX73" fmla="*/ 5404681 w 6856563"/>
                <a:gd name="connsiteY73" fmla="*/ 624446 h 6857999"/>
                <a:gd name="connsiteX74" fmla="*/ 5668756 w 6856563"/>
                <a:gd name="connsiteY74" fmla="*/ 829131 h 6857999"/>
                <a:gd name="connsiteX75" fmla="*/ 5697552 w 6856563"/>
                <a:gd name="connsiteY75" fmla="*/ 845893 h 6857999"/>
                <a:gd name="connsiteX76" fmla="*/ 5706739 w 6856563"/>
                <a:gd name="connsiteY76" fmla="*/ 797417 h 6857999"/>
                <a:gd name="connsiteX77" fmla="*/ 5707162 w 6856563"/>
                <a:gd name="connsiteY77" fmla="*/ 483151 h 6857999"/>
                <a:gd name="connsiteX78" fmla="*/ 5754818 w 6856563"/>
                <a:gd name="connsiteY78" fmla="*/ 435609 h 6857999"/>
                <a:gd name="connsiteX79" fmla="*/ 6001233 w 6856563"/>
                <a:gd name="connsiteY79" fmla="*/ 435474 h 6857999"/>
                <a:gd name="connsiteX80" fmla="*/ 6049989 w 6856563"/>
                <a:gd name="connsiteY80" fmla="*/ 482756 h 6857999"/>
                <a:gd name="connsiteX81" fmla="*/ 6049917 w 6856563"/>
                <a:gd name="connsiteY81" fmla="*/ 1400565 h 6857999"/>
                <a:gd name="connsiteX82" fmla="*/ 6007757 w 6856563"/>
                <a:gd name="connsiteY82" fmla="*/ 1443474 h 6857999"/>
                <a:gd name="connsiteX83" fmla="*/ 5082808 w 6856563"/>
                <a:gd name="connsiteY83" fmla="*/ 1443295 h 6857999"/>
                <a:gd name="connsiteX84" fmla="*/ 5042481 w 6856563"/>
                <a:gd name="connsiteY84" fmla="*/ 1403117 h 6857999"/>
                <a:gd name="connsiteX85" fmla="*/ 5042190 w 6856563"/>
                <a:gd name="connsiteY85" fmla="*/ 1142430 h 6857999"/>
                <a:gd name="connsiteX86" fmla="*/ 5080238 w 6856563"/>
                <a:gd name="connsiteY86" fmla="*/ 1106774 h 6857999"/>
                <a:gd name="connsiteX87" fmla="*/ 5387359 w 6856563"/>
                <a:gd name="connsiteY87" fmla="*/ 1107220 h 6857999"/>
                <a:gd name="connsiteX88" fmla="*/ 5415596 w 6856563"/>
                <a:gd name="connsiteY88" fmla="*/ 1105566 h 6857999"/>
                <a:gd name="connsiteX89" fmla="*/ 5434278 w 6856563"/>
                <a:gd name="connsiteY89" fmla="*/ 1088738 h 6857999"/>
                <a:gd name="connsiteX90" fmla="*/ 5423793 w 6856563"/>
                <a:gd name="connsiteY90" fmla="*/ 1065284 h 6857999"/>
                <a:gd name="connsiteX91" fmla="*/ 4989015 w 6856563"/>
                <a:gd name="connsiteY91" fmla="*/ 759261 h 6857999"/>
                <a:gd name="connsiteX92" fmla="*/ 4556004 w 6856563"/>
                <a:gd name="connsiteY92" fmla="*/ 548022 h 6857999"/>
                <a:gd name="connsiteX93" fmla="*/ 3969446 w 6856563"/>
                <a:gd name="connsiteY93" fmla="*/ 380453 h 6857999"/>
                <a:gd name="connsiteX94" fmla="*/ 3640960 w 6856563"/>
                <a:gd name="connsiteY94" fmla="*/ 344036 h 6857999"/>
                <a:gd name="connsiteX95" fmla="*/ 3263856 w 6856563"/>
                <a:gd name="connsiteY95" fmla="*/ 337607 h 6857999"/>
                <a:gd name="connsiteX96" fmla="*/ 2940081 w 6856563"/>
                <a:gd name="connsiteY96" fmla="*/ 377690 h 6857999"/>
                <a:gd name="connsiteX97" fmla="*/ 2634092 w 6856563"/>
                <a:gd name="connsiteY97" fmla="*/ 436297 h 6857999"/>
                <a:gd name="connsiteX98" fmla="*/ 2536852 w 6856563"/>
                <a:gd name="connsiteY98" fmla="*/ 464846 h 6857999"/>
                <a:gd name="connsiteX99" fmla="*/ 2274478 w 6856563"/>
                <a:gd name="connsiteY99" fmla="*/ 558458 h 6857999"/>
                <a:gd name="connsiteX100" fmla="*/ 1897628 w 6856563"/>
                <a:gd name="connsiteY100" fmla="*/ 743733 h 6857999"/>
                <a:gd name="connsiteX101" fmla="*/ 1555058 w 6856563"/>
                <a:gd name="connsiteY101" fmla="*/ 965864 h 6857999"/>
                <a:gd name="connsiteX102" fmla="*/ 1378181 w 6856563"/>
                <a:gd name="connsiteY102" fmla="*/ 1111589 h 6857999"/>
                <a:gd name="connsiteX103" fmla="*/ 1193805 w 6856563"/>
                <a:gd name="connsiteY103" fmla="*/ 1289310 h 6857999"/>
                <a:gd name="connsiteX104" fmla="*/ 855234 w 6856563"/>
                <a:gd name="connsiteY104" fmla="*/ 1717357 h 6857999"/>
                <a:gd name="connsiteX105" fmla="*/ 664942 w 6856563"/>
                <a:gd name="connsiteY105" fmla="*/ 2038451 h 6857999"/>
                <a:gd name="connsiteX106" fmla="*/ 522756 w 6856563"/>
                <a:gd name="connsiteY106" fmla="*/ 2369007 h 6857999"/>
                <a:gd name="connsiteX107" fmla="*/ 443400 w 6856563"/>
                <a:gd name="connsiteY107" fmla="*/ 2611493 h 6857999"/>
                <a:gd name="connsiteX108" fmla="*/ 378763 w 6856563"/>
                <a:gd name="connsiteY108" fmla="*/ 2929771 h 6857999"/>
                <a:gd name="connsiteX109" fmla="*/ 336446 w 6856563"/>
                <a:gd name="connsiteY109" fmla="*/ 3256801 h 6857999"/>
                <a:gd name="connsiteX110" fmla="*/ 335008 w 6856563"/>
                <a:gd name="connsiteY110" fmla="*/ 3499537 h 6857999"/>
                <a:gd name="connsiteX111" fmla="*/ 377494 w 6856563"/>
                <a:gd name="connsiteY111" fmla="*/ 3922866 h 6857999"/>
                <a:gd name="connsiteX112" fmla="*/ 458113 w 6856563"/>
                <a:gd name="connsiteY112" fmla="*/ 4290770 h 6857999"/>
                <a:gd name="connsiteX113" fmla="*/ 578059 w 6856563"/>
                <a:gd name="connsiteY113" fmla="*/ 4626066 h 6857999"/>
                <a:gd name="connsiteX114" fmla="*/ 711904 w 6856563"/>
                <a:gd name="connsiteY114" fmla="*/ 4921488 h 6857999"/>
                <a:gd name="connsiteX115" fmla="*/ 413995 w 6856563"/>
                <a:gd name="connsiteY115" fmla="*/ 5084613 h 6857999"/>
                <a:gd name="connsiteX116" fmla="*/ 311998 w 6856563"/>
                <a:gd name="connsiteY116" fmla="*/ 4868032 h 6857999"/>
                <a:gd name="connsiteX117" fmla="*/ 234782 w 6856563"/>
                <a:gd name="connsiteY117" fmla="*/ 4692496 h 6857999"/>
                <a:gd name="connsiteX118" fmla="*/ 93231 w 6856563"/>
                <a:gd name="connsiteY118" fmla="*/ 4245893 h 6857999"/>
                <a:gd name="connsiteX119" fmla="*/ 20499 w 6856563"/>
                <a:gd name="connsiteY119" fmla="*/ 3849925 h 6857999"/>
                <a:gd name="connsiteX120" fmla="*/ 2157 w 6856563"/>
                <a:gd name="connsiteY120" fmla="*/ 3777633 h 6857999"/>
                <a:gd name="connsiteX121" fmla="*/ 2157 w 6856563"/>
                <a:gd name="connsiteY121" fmla="*/ 3076425 h 6857999"/>
                <a:gd name="connsiteX122" fmla="*/ 20472 w 6856563"/>
                <a:gd name="connsiteY122" fmla="*/ 3004083 h 6857999"/>
                <a:gd name="connsiteX123" fmla="*/ 64603 w 6856563"/>
                <a:gd name="connsiteY123" fmla="*/ 2727451 h 6857999"/>
                <a:gd name="connsiteX124" fmla="*/ 213224 w 6856563"/>
                <a:gd name="connsiteY124" fmla="*/ 2219409 h 6857999"/>
                <a:gd name="connsiteX125" fmla="*/ 408609 w 6856563"/>
                <a:gd name="connsiteY125" fmla="*/ 1796906 h 6857999"/>
                <a:gd name="connsiteX126" fmla="*/ 682727 w 6856563"/>
                <a:gd name="connsiteY126" fmla="*/ 1370398 h 6857999"/>
                <a:gd name="connsiteX127" fmla="*/ 922824 w 6856563"/>
                <a:gd name="connsiteY127" fmla="*/ 1082575 h 6857999"/>
                <a:gd name="connsiteX128" fmla="*/ 1185344 w 6856563"/>
                <a:gd name="connsiteY128" fmla="*/ 833711 h 6857999"/>
                <a:gd name="connsiteX129" fmla="*/ 1449717 w 6856563"/>
                <a:gd name="connsiteY129" fmla="*/ 625483 h 6857999"/>
                <a:gd name="connsiteX130" fmla="*/ 2110559 w 6856563"/>
                <a:gd name="connsiteY130" fmla="*/ 257870 h 6857999"/>
                <a:gd name="connsiteX131" fmla="*/ 2572321 w 6856563"/>
                <a:gd name="connsiteY131" fmla="*/ 102322 h 6857999"/>
                <a:gd name="connsiteX132" fmla="*/ 3061176 w 6856563"/>
                <a:gd name="connsiteY132" fmla="*/ 13720 h 6857999"/>
                <a:gd name="connsiteX133" fmla="*/ 3078235 w 6856563"/>
                <a:gd name="connsiteY133"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6563" h="6857999">
                  <a:moveTo>
                    <a:pt x="5182519" y="4244072"/>
                  </a:moveTo>
                  <a:lnTo>
                    <a:pt x="5744507" y="4244072"/>
                  </a:lnTo>
                  <a:lnTo>
                    <a:pt x="5744507" y="4806061"/>
                  </a:lnTo>
                  <a:lnTo>
                    <a:pt x="5182519" y="4806061"/>
                  </a:lnTo>
                  <a:close/>
                  <a:moveTo>
                    <a:pt x="6496592" y="1914886"/>
                  </a:moveTo>
                  <a:cubicBezTo>
                    <a:pt x="6510765" y="1912616"/>
                    <a:pt x="6519936" y="1921330"/>
                    <a:pt x="6527510" y="1938364"/>
                  </a:cubicBezTo>
                  <a:cubicBezTo>
                    <a:pt x="6613194" y="2131080"/>
                    <a:pt x="6691779" y="2326680"/>
                    <a:pt x="6746475" y="2530528"/>
                  </a:cubicBezTo>
                  <a:cubicBezTo>
                    <a:pt x="6774804" y="2636106"/>
                    <a:pt x="6793744" y="2744340"/>
                    <a:pt x="6813755" y="2851963"/>
                  </a:cubicBezTo>
                  <a:cubicBezTo>
                    <a:pt x="6826574" y="2920898"/>
                    <a:pt x="6833476" y="2990927"/>
                    <a:pt x="6843502" y="3060397"/>
                  </a:cubicBezTo>
                  <a:cubicBezTo>
                    <a:pt x="6844238" y="3065496"/>
                    <a:pt x="6848798" y="3070043"/>
                    <a:pt x="6854427" y="3073330"/>
                  </a:cubicBezTo>
                  <a:cubicBezTo>
                    <a:pt x="6857275" y="3302942"/>
                    <a:pt x="6857275" y="3534073"/>
                    <a:pt x="6854427" y="3767034"/>
                  </a:cubicBezTo>
                  <a:cubicBezTo>
                    <a:pt x="6848893" y="3772489"/>
                    <a:pt x="6844331" y="3775858"/>
                    <a:pt x="6843795" y="3779777"/>
                  </a:cubicBezTo>
                  <a:cubicBezTo>
                    <a:pt x="6831288" y="3871328"/>
                    <a:pt x="6825754" y="3964408"/>
                    <a:pt x="6805587" y="4054208"/>
                  </a:cubicBezTo>
                  <a:cubicBezTo>
                    <a:pt x="6772183" y="4202947"/>
                    <a:pt x="6732971" y="4350647"/>
                    <a:pt x="6689286" y="4496714"/>
                  </a:cubicBezTo>
                  <a:cubicBezTo>
                    <a:pt x="6661620" y="4589226"/>
                    <a:pt x="6626880" y="4680576"/>
                    <a:pt x="6585576" y="4767839"/>
                  </a:cubicBezTo>
                  <a:cubicBezTo>
                    <a:pt x="6517744" y="4911150"/>
                    <a:pt x="6449084" y="5054947"/>
                    <a:pt x="6367900" y="5190848"/>
                  </a:cubicBezTo>
                  <a:cubicBezTo>
                    <a:pt x="6253251" y="5382766"/>
                    <a:pt x="6120275" y="5563148"/>
                    <a:pt x="5968018" y="5727418"/>
                  </a:cubicBezTo>
                  <a:cubicBezTo>
                    <a:pt x="5881208" y="5821079"/>
                    <a:pt x="5786714" y="5907748"/>
                    <a:pt x="5693876" y="5995660"/>
                  </a:cubicBezTo>
                  <a:cubicBezTo>
                    <a:pt x="5570952" y="6112059"/>
                    <a:pt x="5436200" y="6213967"/>
                    <a:pt x="5292816" y="6303404"/>
                  </a:cubicBezTo>
                  <a:cubicBezTo>
                    <a:pt x="5184710" y="6370836"/>
                    <a:pt x="5073711" y="6434100"/>
                    <a:pt x="4961020" y="6493570"/>
                  </a:cubicBezTo>
                  <a:cubicBezTo>
                    <a:pt x="4863519" y="6545023"/>
                    <a:pt x="4764336" y="6595230"/>
                    <a:pt x="4661341" y="6633832"/>
                  </a:cubicBezTo>
                  <a:cubicBezTo>
                    <a:pt x="4535651" y="6680940"/>
                    <a:pt x="4405695" y="6717037"/>
                    <a:pt x="4276682" y="6754818"/>
                  </a:cubicBezTo>
                  <a:cubicBezTo>
                    <a:pt x="4119336" y="6800896"/>
                    <a:pt x="3957690" y="6825421"/>
                    <a:pt x="3795102" y="6844291"/>
                  </a:cubicBezTo>
                  <a:cubicBezTo>
                    <a:pt x="3789060" y="6844993"/>
                    <a:pt x="3783896" y="6853259"/>
                    <a:pt x="3778323" y="6857999"/>
                  </a:cubicBezTo>
                  <a:cubicBezTo>
                    <a:pt x="3544811" y="6857999"/>
                    <a:pt x="3311300" y="6857999"/>
                    <a:pt x="3074441" y="6857999"/>
                  </a:cubicBezTo>
                  <a:cubicBezTo>
                    <a:pt x="3065876" y="6853265"/>
                    <a:pt x="3061226" y="6845301"/>
                    <a:pt x="3055358" y="6844269"/>
                  </a:cubicBezTo>
                  <a:cubicBezTo>
                    <a:pt x="2916340" y="6819838"/>
                    <a:pt x="2776441" y="6799805"/>
                    <a:pt x="2638252" y="6771431"/>
                  </a:cubicBezTo>
                  <a:cubicBezTo>
                    <a:pt x="2453899" y="6733579"/>
                    <a:pt x="2274551" y="6676316"/>
                    <a:pt x="2103398" y="6598338"/>
                  </a:cubicBezTo>
                  <a:cubicBezTo>
                    <a:pt x="1960296" y="6533139"/>
                    <a:pt x="1818949" y="6462759"/>
                    <a:pt x="1682413" y="6384875"/>
                  </a:cubicBezTo>
                  <a:cubicBezTo>
                    <a:pt x="1565363" y="6318105"/>
                    <a:pt x="1455912" y="6237928"/>
                    <a:pt x="1343832" y="6162592"/>
                  </a:cubicBezTo>
                  <a:cubicBezTo>
                    <a:pt x="1317733" y="6145048"/>
                    <a:pt x="1293873" y="6123906"/>
                    <a:pt x="1270319" y="6102920"/>
                  </a:cubicBezTo>
                  <a:cubicBezTo>
                    <a:pt x="1249827" y="6084664"/>
                    <a:pt x="1241554" y="6096915"/>
                    <a:pt x="1236224" y="6115045"/>
                  </a:cubicBezTo>
                  <a:cubicBezTo>
                    <a:pt x="1233633" y="6123857"/>
                    <a:pt x="1235184" y="6133943"/>
                    <a:pt x="1235180" y="6143452"/>
                  </a:cubicBezTo>
                  <a:cubicBezTo>
                    <a:pt x="1235133" y="6255368"/>
                    <a:pt x="1234385" y="6367292"/>
                    <a:pt x="1235697" y="6479192"/>
                  </a:cubicBezTo>
                  <a:cubicBezTo>
                    <a:pt x="1236012" y="6506106"/>
                    <a:pt x="1225020" y="6515160"/>
                    <a:pt x="1200680" y="6515123"/>
                  </a:cubicBezTo>
                  <a:cubicBezTo>
                    <a:pt x="1112577" y="6514990"/>
                    <a:pt x="1024469" y="6514616"/>
                    <a:pt x="936371" y="6515312"/>
                  </a:cubicBezTo>
                  <a:cubicBezTo>
                    <a:pt x="902340" y="6515581"/>
                    <a:pt x="899116" y="6495274"/>
                    <a:pt x="899154" y="6468499"/>
                  </a:cubicBezTo>
                  <a:cubicBezTo>
                    <a:pt x="899549" y="6195854"/>
                    <a:pt x="899396" y="5923207"/>
                    <a:pt x="899396" y="5650562"/>
                  </a:cubicBezTo>
                  <a:cubicBezTo>
                    <a:pt x="899396" y="5617225"/>
                    <a:pt x="900514" y="5583839"/>
                    <a:pt x="899038" y="5550568"/>
                  </a:cubicBezTo>
                  <a:cubicBezTo>
                    <a:pt x="897894" y="5524809"/>
                    <a:pt x="906618" y="5514516"/>
                    <a:pt x="933638" y="5514572"/>
                  </a:cubicBezTo>
                  <a:cubicBezTo>
                    <a:pt x="1244381" y="5515218"/>
                    <a:pt x="1555126" y="5515223"/>
                    <a:pt x="1865870" y="5514567"/>
                  </a:cubicBezTo>
                  <a:cubicBezTo>
                    <a:pt x="1893267" y="5514509"/>
                    <a:pt x="1900247" y="5525447"/>
                    <a:pt x="1899922" y="5550888"/>
                  </a:cubicBezTo>
                  <a:cubicBezTo>
                    <a:pt x="1898797" y="5638978"/>
                    <a:pt x="1898304" y="5727115"/>
                    <a:pt x="1900135" y="5815181"/>
                  </a:cubicBezTo>
                  <a:cubicBezTo>
                    <a:pt x="1900756" y="5845018"/>
                    <a:pt x="1889009" y="5851360"/>
                    <a:pt x="1862343" y="5851137"/>
                  </a:cubicBezTo>
                  <a:cubicBezTo>
                    <a:pt x="1745746" y="5850163"/>
                    <a:pt x="1629136" y="5850718"/>
                    <a:pt x="1511086" y="5854628"/>
                  </a:cubicBezTo>
                  <a:cubicBezTo>
                    <a:pt x="1933262" y="6185238"/>
                    <a:pt x="2404851" y="6399536"/>
                    <a:pt x="2938012" y="6482796"/>
                  </a:cubicBezTo>
                  <a:cubicBezTo>
                    <a:pt x="3472464" y="6566259"/>
                    <a:pt x="3994266" y="6524399"/>
                    <a:pt x="4498884" y="6334801"/>
                  </a:cubicBezTo>
                  <a:cubicBezTo>
                    <a:pt x="5353084" y="6013856"/>
                    <a:pt x="5955958" y="5421799"/>
                    <a:pt x="6296681" y="4579189"/>
                  </a:cubicBezTo>
                  <a:cubicBezTo>
                    <a:pt x="6639094" y="3732398"/>
                    <a:pt x="6595218" y="2888842"/>
                    <a:pt x="6206092" y="2059111"/>
                  </a:cubicBezTo>
                  <a:cubicBezTo>
                    <a:pt x="6268518" y="2027619"/>
                    <a:pt x="6330858" y="1996101"/>
                    <a:pt x="6393266" y="1964717"/>
                  </a:cubicBezTo>
                  <a:cubicBezTo>
                    <a:pt x="6422372" y="1950081"/>
                    <a:pt x="6452140" y="1936665"/>
                    <a:pt x="6480626" y="1920916"/>
                  </a:cubicBezTo>
                  <a:cubicBezTo>
                    <a:pt x="6486588" y="1917619"/>
                    <a:pt x="6491868" y="1915642"/>
                    <a:pt x="6496592" y="1914886"/>
                  </a:cubicBezTo>
                  <a:close/>
                  <a:moveTo>
                    <a:pt x="3689545" y="1272554"/>
                  </a:moveTo>
                  <a:lnTo>
                    <a:pt x="4255398" y="1272554"/>
                  </a:lnTo>
                  <a:lnTo>
                    <a:pt x="4255398" y="1828785"/>
                  </a:lnTo>
                  <a:lnTo>
                    <a:pt x="3708121" y="1828785"/>
                  </a:lnTo>
                  <a:lnTo>
                    <a:pt x="3708121" y="2376248"/>
                  </a:lnTo>
                  <a:lnTo>
                    <a:pt x="3152153" y="2376248"/>
                  </a:lnTo>
                  <a:lnTo>
                    <a:pt x="3152153" y="1807579"/>
                  </a:lnTo>
                  <a:lnTo>
                    <a:pt x="3689545" y="1807579"/>
                  </a:lnTo>
                  <a:close/>
                  <a:moveTo>
                    <a:pt x="2601154" y="714446"/>
                  </a:moveTo>
                  <a:lnTo>
                    <a:pt x="3162257" y="714446"/>
                  </a:lnTo>
                  <a:lnTo>
                    <a:pt x="3162257" y="1271600"/>
                  </a:lnTo>
                  <a:lnTo>
                    <a:pt x="2601154" y="1271600"/>
                  </a:lnTo>
                  <a:lnTo>
                    <a:pt x="2601154" y="908951"/>
                  </a:lnTo>
                  <a:lnTo>
                    <a:pt x="2600505" y="725306"/>
                  </a:lnTo>
                  <a:lnTo>
                    <a:pt x="2601154" y="727526"/>
                  </a:lnTo>
                  <a:close/>
                  <a:moveTo>
                    <a:pt x="3078235" y="0"/>
                  </a:moveTo>
                  <a:cubicBezTo>
                    <a:pt x="3309366" y="0"/>
                    <a:pt x="3540496" y="0"/>
                    <a:pt x="3774975" y="0"/>
                  </a:cubicBezTo>
                  <a:cubicBezTo>
                    <a:pt x="3784728" y="4757"/>
                    <a:pt x="3790686" y="12854"/>
                    <a:pt x="3797604" y="13781"/>
                  </a:cubicBezTo>
                  <a:cubicBezTo>
                    <a:pt x="3942259" y="33155"/>
                    <a:pt x="4086390" y="54431"/>
                    <a:pt x="4228486" y="89346"/>
                  </a:cubicBezTo>
                  <a:cubicBezTo>
                    <a:pt x="4406644" y="133121"/>
                    <a:pt x="4581362" y="186984"/>
                    <a:pt x="4749117" y="261122"/>
                  </a:cubicBezTo>
                  <a:cubicBezTo>
                    <a:pt x="4857620" y="309074"/>
                    <a:pt x="4966220" y="358085"/>
                    <a:pt x="5069760" y="415644"/>
                  </a:cubicBezTo>
                  <a:cubicBezTo>
                    <a:pt x="5184641" y="479507"/>
                    <a:pt x="5296401" y="549880"/>
                    <a:pt x="5404681" y="624446"/>
                  </a:cubicBezTo>
                  <a:cubicBezTo>
                    <a:pt x="5496257" y="687510"/>
                    <a:pt x="5580870" y="760679"/>
                    <a:pt x="5668756" y="829131"/>
                  </a:cubicBezTo>
                  <a:cubicBezTo>
                    <a:pt x="5675953" y="834736"/>
                    <a:pt x="5684621" y="838453"/>
                    <a:pt x="5697552" y="845893"/>
                  </a:cubicBezTo>
                  <a:cubicBezTo>
                    <a:pt x="5701170" y="827596"/>
                    <a:pt x="5706630" y="812526"/>
                    <a:pt x="5706739" y="797417"/>
                  </a:cubicBezTo>
                  <a:cubicBezTo>
                    <a:pt x="5707496" y="692666"/>
                    <a:pt x="5707097" y="587907"/>
                    <a:pt x="5707162" y="483151"/>
                  </a:cubicBezTo>
                  <a:cubicBezTo>
                    <a:pt x="5707186" y="444202"/>
                    <a:pt x="5715106" y="435802"/>
                    <a:pt x="5754818" y="435609"/>
                  </a:cubicBezTo>
                  <a:cubicBezTo>
                    <a:pt x="5836955" y="435208"/>
                    <a:pt x="5919095" y="435592"/>
                    <a:pt x="6001233" y="435474"/>
                  </a:cubicBezTo>
                  <a:cubicBezTo>
                    <a:pt x="6033044" y="435428"/>
                    <a:pt x="6049992" y="450110"/>
                    <a:pt x="6049989" y="482756"/>
                  </a:cubicBezTo>
                  <a:cubicBezTo>
                    <a:pt x="6049963" y="788692"/>
                    <a:pt x="6050017" y="1094629"/>
                    <a:pt x="6049917" y="1400565"/>
                  </a:cubicBezTo>
                  <a:cubicBezTo>
                    <a:pt x="6049908" y="1428216"/>
                    <a:pt x="6039508" y="1443551"/>
                    <a:pt x="6007757" y="1443474"/>
                  </a:cubicBezTo>
                  <a:cubicBezTo>
                    <a:pt x="5699441" y="1442728"/>
                    <a:pt x="5391124" y="1442862"/>
                    <a:pt x="5082808" y="1443295"/>
                  </a:cubicBezTo>
                  <a:cubicBezTo>
                    <a:pt x="5054137" y="1443336"/>
                    <a:pt x="5042198" y="1432053"/>
                    <a:pt x="5042481" y="1403117"/>
                  </a:cubicBezTo>
                  <a:cubicBezTo>
                    <a:pt x="5043331" y="1316225"/>
                    <a:pt x="5043846" y="1229299"/>
                    <a:pt x="5042190" y="1142430"/>
                  </a:cubicBezTo>
                  <a:cubicBezTo>
                    <a:pt x="5041625" y="1112788"/>
                    <a:pt x="5053352" y="1106454"/>
                    <a:pt x="5080238" y="1106774"/>
                  </a:cubicBezTo>
                  <a:cubicBezTo>
                    <a:pt x="5182599" y="1107995"/>
                    <a:pt x="5284984" y="1107295"/>
                    <a:pt x="5387359" y="1107220"/>
                  </a:cubicBezTo>
                  <a:cubicBezTo>
                    <a:pt x="5396848" y="1107213"/>
                    <a:pt x="5407102" y="1108657"/>
                    <a:pt x="5415596" y="1105566"/>
                  </a:cubicBezTo>
                  <a:cubicBezTo>
                    <a:pt x="5423210" y="1102795"/>
                    <a:pt x="5433028" y="1095467"/>
                    <a:pt x="5434278" y="1088738"/>
                  </a:cubicBezTo>
                  <a:cubicBezTo>
                    <a:pt x="5435590" y="1081676"/>
                    <a:pt x="5429931" y="1070517"/>
                    <a:pt x="5423793" y="1065284"/>
                  </a:cubicBezTo>
                  <a:cubicBezTo>
                    <a:pt x="5288357" y="949821"/>
                    <a:pt x="5144694" y="844800"/>
                    <a:pt x="4989015" y="759261"/>
                  </a:cubicBezTo>
                  <a:cubicBezTo>
                    <a:pt x="4848372" y="681984"/>
                    <a:pt x="4703999" y="609825"/>
                    <a:pt x="4556004" y="548022"/>
                  </a:cubicBezTo>
                  <a:cubicBezTo>
                    <a:pt x="4367797" y="469426"/>
                    <a:pt x="4169947" y="417530"/>
                    <a:pt x="3969446" y="380453"/>
                  </a:cubicBezTo>
                  <a:cubicBezTo>
                    <a:pt x="3861354" y="360464"/>
                    <a:pt x="3750848" y="350517"/>
                    <a:pt x="3640960" y="344036"/>
                  </a:cubicBezTo>
                  <a:cubicBezTo>
                    <a:pt x="3515505" y="336636"/>
                    <a:pt x="3389254" y="332027"/>
                    <a:pt x="3263856" y="337607"/>
                  </a:cubicBezTo>
                  <a:cubicBezTo>
                    <a:pt x="3155523" y="342427"/>
                    <a:pt x="3047498" y="360681"/>
                    <a:pt x="2940081" y="377690"/>
                  </a:cubicBezTo>
                  <a:cubicBezTo>
                    <a:pt x="2837555" y="393925"/>
                    <a:pt x="2735831" y="415447"/>
                    <a:pt x="2634092" y="436297"/>
                  </a:cubicBezTo>
                  <a:cubicBezTo>
                    <a:pt x="2601104" y="443057"/>
                    <a:pt x="2568783" y="453866"/>
                    <a:pt x="2536852" y="464846"/>
                  </a:cubicBezTo>
                  <a:cubicBezTo>
                    <a:pt x="2449009" y="495052"/>
                    <a:pt x="2359117" y="520885"/>
                    <a:pt x="2274478" y="558458"/>
                  </a:cubicBezTo>
                  <a:cubicBezTo>
                    <a:pt x="2146584" y="615232"/>
                    <a:pt x="2019292" y="674897"/>
                    <a:pt x="1897628" y="743733"/>
                  </a:cubicBezTo>
                  <a:cubicBezTo>
                    <a:pt x="1779363" y="810646"/>
                    <a:pt x="1666824" y="888232"/>
                    <a:pt x="1555058" y="965864"/>
                  </a:cubicBezTo>
                  <a:cubicBezTo>
                    <a:pt x="1492505" y="1009312"/>
                    <a:pt x="1434974" y="1060533"/>
                    <a:pt x="1378181" y="1111589"/>
                  </a:cubicBezTo>
                  <a:cubicBezTo>
                    <a:pt x="1314716" y="1168644"/>
                    <a:pt x="1251236" y="1226365"/>
                    <a:pt x="1193805" y="1289310"/>
                  </a:cubicBezTo>
                  <a:cubicBezTo>
                    <a:pt x="1071006" y="1423899"/>
                    <a:pt x="949280" y="1559796"/>
                    <a:pt x="855234" y="1717357"/>
                  </a:cubicBezTo>
                  <a:cubicBezTo>
                    <a:pt x="791447" y="1824221"/>
                    <a:pt x="721633" y="1927963"/>
                    <a:pt x="664942" y="2038451"/>
                  </a:cubicBezTo>
                  <a:cubicBezTo>
                    <a:pt x="610296" y="2144951"/>
                    <a:pt x="566508" y="2257329"/>
                    <a:pt x="522756" y="2369007"/>
                  </a:cubicBezTo>
                  <a:cubicBezTo>
                    <a:pt x="491765" y="2448113"/>
                    <a:pt x="464049" y="2529167"/>
                    <a:pt x="443400" y="2611493"/>
                  </a:cubicBezTo>
                  <a:cubicBezTo>
                    <a:pt x="417083" y="2716411"/>
                    <a:pt x="396449" y="2823005"/>
                    <a:pt x="378763" y="2929771"/>
                  </a:cubicBezTo>
                  <a:cubicBezTo>
                    <a:pt x="360805" y="3038178"/>
                    <a:pt x="345507" y="3147351"/>
                    <a:pt x="336446" y="3256801"/>
                  </a:cubicBezTo>
                  <a:cubicBezTo>
                    <a:pt x="329791" y="3337201"/>
                    <a:pt x="335213" y="3418590"/>
                    <a:pt x="335008" y="3499537"/>
                  </a:cubicBezTo>
                  <a:cubicBezTo>
                    <a:pt x="334646" y="3642114"/>
                    <a:pt x="349082" y="3783294"/>
                    <a:pt x="377494" y="3922866"/>
                  </a:cubicBezTo>
                  <a:cubicBezTo>
                    <a:pt x="402542" y="4045917"/>
                    <a:pt x="424036" y="4170162"/>
                    <a:pt x="458113" y="4290770"/>
                  </a:cubicBezTo>
                  <a:cubicBezTo>
                    <a:pt x="490323" y="4404770"/>
                    <a:pt x="533675" y="4516006"/>
                    <a:pt x="578059" y="4626066"/>
                  </a:cubicBezTo>
                  <a:cubicBezTo>
                    <a:pt x="618081" y="4725309"/>
                    <a:pt x="666138" y="4821312"/>
                    <a:pt x="711904" y="4921488"/>
                  </a:cubicBezTo>
                  <a:cubicBezTo>
                    <a:pt x="615934" y="4974038"/>
                    <a:pt x="518125" y="5027595"/>
                    <a:pt x="413995" y="5084613"/>
                  </a:cubicBezTo>
                  <a:cubicBezTo>
                    <a:pt x="378842" y="5010134"/>
                    <a:pt x="344738" y="4939396"/>
                    <a:pt x="311998" y="4868032"/>
                  </a:cubicBezTo>
                  <a:cubicBezTo>
                    <a:pt x="285344" y="4809937"/>
                    <a:pt x="259297" y="4751518"/>
                    <a:pt x="234782" y="4692496"/>
                  </a:cubicBezTo>
                  <a:cubicBezTo>
                    <a:pt x="174668" y="4547770"/>
                    <a:pt x="126094" y="4398969"/>
                    <a:pt x="93231" y="4245893"/>
                  </a:cubicBezTo>
                  <a:cubicBezTo>
                    <a:pt x="65075" y="4114744"/>
                    <a:pt x="44624" y="3981945"/>
                    <a:pt x="20499" y="3849925"/>
                  </a:cubicBezTo>
                  <a:cubicBezTo>
                    <a:pt x="15989" y="3825240"/>
                    <a:pt x="10221" y="3800784"/>
                    <a:pt x="2157" y="3777633"/>
                  </a:cubicBezTo>
                  <a:cubicBezTo>
                    <a:pt x="-719" y="3545530"/>
                    <a:pt x="-719" y="3312018"/>
                    <a:pt x="2157" y="3076425"/>
                  </a:cubicBezTo>
                  <a:cubicBezTo>
                    <a:pt x="10250" y="3050933"/>
                    <a:pt x="16667" y="3027719"/>
                    <a:pt x="20472" y="3004083"/>
                  </a:cubicBezTo>
                  <a:cubicBezTo>
                    <a:pt x="35316" y="2911876"/>
                    <a:pt x="44927" y="2818586"/>
                    <a:pt x="64603" y="2727451"/>
                  </a:cubicBezTo>
                  <a:cubicBezTo>
                    <a:pt x="101900" y="2554705"/>
                    <a:pt x="145769" y="2382937"/>
                    <a:pt x="213224" y="2219409"/>
                  </a:cubicBezTo>
                  <a:cubicBezTo>
                    <a:pt x="272350" y="2076072"/>
                    <a:pt x="339128" y="1935598"/>
                    <a:pt x="408609" y="1796906"/>
                  </a:cubicBezTo>
                  <a:cubicBezTo>
                    <a:pt x="484558" y="1645304"/>
                    <a:pt x="576521" y="1502873"/>
                    <a:pt x="682727" y="1370398"/>
                  </a:cubicBezTo>
                  <a:cubicBezTo>
                    <a:pt x="760887" y="1272904"/>
                    <a:pt x="837717" y="1173795"/>
                    <a:pt x="922824" y="1082575"/>
                  </a:cubicBezTo>
                  <a:cubicBezTo>
                    <a:pt x="1004952" y="994546"/>
                    <a:pt x="1094297" y="912673"/>
                    <a:pt x="1185344" y="833711"/>
                  </a:cubicBezTo>
                  <a:cubicBezTo>
                    <a:pt x="1270007" y="760286"/>
                    <a:pt x="1359295" y="691814"/>
                    <a:pt x="1449717" y="625483"/>
                  </a:cubicBezTo>
                  <a:cubicBezTo>
                    <a:pt x="1654410" y="475325"/>
                    <a:pt x="1876157" y="355082"/>
                    <a:pt x="2110559" y="257870"/>
                  </a:cubicBezTo>
                  <a:cubicBezTo>
                    <a:pt x="2260960" y="195496"/>
                    <a:pt x="2414584" y="143375"/>
                    <a:pt x="2572321" y="102322"/>
                  </a:cubicBezTo>
                  <a:cubicBezTo>
                    <a:pt x="2733223" y="60445"/>
                    <a:pt x="2896375" y="33142"/>
                    <a:pt x="3061176" y="13720"/>
                  </a:cubicBezTo>
                  <a:cubicBezTo>
                    <a:pt x="3067316" y="12995"/>
                    <a:pt x="3072569" y="4743"/>
                    <a:pt x="3078235" y="0"/>
                  </a:cubicBezTo>
                  <a:close/>
                </a:path>
              </a:pathLst>
            </a:custGeom>
            <a:solidFill>
              <a:schemeClr val="bg1"/>
            </a:solidFill>
            <a:ln w="7144" cap="flat">
              <a:noFill/>
              <a:prstDash val="solid"/>
              <a:miter/>
            </a:ln>
          </p:spPr>
          <p:txBody>
            <a:bodyPr wrap="square" rtlCol="0" anchor="ctr">
              <a:noAutofit/>
            </a:bodyPr>
            <a:lstStyle/>
            <a:p>
              <a:endParaRPr lang="en-US"/>
            </a:p>
          </p:txBody>
        </p:sp>
      </p:grpSp>
      <p:grpSp>
        <p:nvGrpSpPr>
          <p:cNvPr id="2791" name="Group 2790">
            <a:extLst>
              <a:ext uri="{FF2B5EF4-FFF2-40B4-BE49-F238E27FC236}">
                <a16:creationId xmlns:a16="http://schemas.microsoft.com/office/drawing/2014/main" id="{7CFB40B9-A55D-E3D4-3849-A8C2A9267BDB}"/>
              </a:ext>
              <a:ext uri="{C183D7F6-B498-43B3-948B-1728B52AA6E4}">
                <adec:decorative xmlns:adec="http://schemas.microsoft.com/office/drawing/2017/decorative" val="1"/>
              </a:ext>
            </a:extLst>
          </p:cNvPr>
          <p:cNvGrpSpPr>
            <a:grpSpLocks noChangeAspect="1"/>
          </p:cNvGrpSpPr>
          <p:nvPr/>
        </p:nvGrpSpPr>
        <p:grpSpPr>
          <a:xfrm>
            <a:off x="3158532" y="4343071"/>
            <a:ext cx="468827" cy="457200"/>
            <a:chOff x="3158532" y="4343071"/>
            <a:chExt cx="468827" cy="457200"/>
          </a:xfrm>
          <a:solidFill>
            <a:schemeClr val="accent2"/>
          </a:solidFill>
        </p:grpSpPr>
        <p:sp>
          <p:nvSpPr>
            <p:cNvPr id="2041" name="Freeform: Shape 2040">
              <a:extLst>
                <a:ext uri="{FF2B5EF4-FFF2-40B4-BE49-F238E27FC236}">
                  <a16:creationId xmlns:a16="http://schemas.microsoft.com/office/drawing/2014/main" id="{4E68DE32-F3AE-28F6-57FA-A832A726AF8D}"/>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endParaRPr lang="en-US"/>
            </a:p>
          </p:txBody>
        </p:sp>
        <p:sp>
          <p:nvSpPr>
            <p:cNvPr id="2042" name="Freeform: Shape 2041">
              <a:extLst>
                <a:ext uri="{FF2B5EF4-FFF2-40B4-BE49-F238E27FC236}">
                  <a16:creationId xmlns:a16="http://schemas.microsoft.com/office/drawing/2014/main" id="{45B031FB-DFE7-FF5E-2524-4175404B6A98}"/>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chemeClr val="bg1"/>
            </a:solidFill>
            <a:ln w="12601" cap="flat">
              <a:noFill/>
              <a:prstDash val="solid"/>
              <a:miter/>
            </a:ln>
          </p:spPr>
          <p:txBody>
            <a:bodyPr wrap="square" rtlCol="0" anchor="ctr">
              <a:noAutofit/>
            </a:bodyPr>
            <a:lstStyle/>
            <a:p>
              <a:endParaRPr lang="en-US"/>
            </a:p>
          </p:txBody>
        </p:sp>
      </p:grpSp>
      <p:grpSp>
        <p:nvGrpSpPr>
          <p:cNvPr id="2790" name="Group 2789">
            <a:extLst>
              <a:ext uri="{FF2B5EF4-FFF2-40B4-BE49-F238E27FC236}">
                <a16:creationId xmlns:a16="http://schemas.microsoft.com/office/drawing/2014/main" id="{64BAF5C1-D5DF-DF22-D734-D5E5C083809F}"/>
              </a:ext>
              <a:ext uri="{C183D7F6-B498-43B3-948B-1728B52AA6E4}">
                <adec:decorative xmlns:adec="http://schemas.microsoft.com/office/drawing/2017/decorative" val="1"/>
              </a:ext>
            </a:extLst>
          </p:cNvPr>
          <p:cNvGrpSpPr>
            <a:grpSpLocks noChangeAspect="1"/>
          </p:cNvGrpSpPr>
          <p:nvPr/>
        </p:nvGrpSpPr>
        <p:grpSpPr>
          <a:xfrm>
            <a:off x="3786671" y="4343071"/>
            <a:ext cx="431448" cy="457200"/>
            <a:chOff x="3786671" y="4343071"/>
            <a:chExt cx="431448" cy="457200"/>
          </a:xfrm>
          <a:solidFill>
            <a:schemeClr val="accent2"/>
          </a:solidFill>
        </p:grpSpPr>
        <p:sp>
          <p:nvSpPr>
            <p:cNvPr id="2057" name="Freeform: Shape 2056">
              <a:extLst>
                <a:ext uri="{FF2B5EF4-FFF2-40B4-BE49-F238E27FC236}">
                  <a16:creationId xmlns:a16="http://schemas.microsoft.com/office/drawing/2014/main" id="{6B1EECF1-5A4F-435F-5A82-071351AB828E}"/>
                </a:ext>
                <a:ext uri="{C183D7F6-B498-43B3-948B-1728B52AA6E4}">
                  <adec:decorative xmlns:adec="http://schemas.microsoft.com/office/drawing/2017/decorative" val="1"/>
                </a:ext>
              </a:extLst>
            </p:cNvPr>
            <p:cNvSpPr/>
            <p:nvPr/>
          </p:nvSpPr>
          <p:spPr>
            <a:xfrm>
              <a:off x="3786671" y="4396524"/>
              <a:ext cx="345855" cy="403747"/>
            </a:xfrm>
            <a:custGeom>
              <a:avLst/>
              <a:gdLst>
                <a:gd name="connsiteX0" fmla="*/ 4779390 w 5187832"/>
                <a:gd name="connsiteY0" fmla="*/ 1843614 h 6056201"/>
                <a:gd name="connsiteX1" fmla="*/ 4646580 w 5187832"/>
                <a:gd name="connsiteY1" fmla="*/ 2183146 h 6056201"/>
                <a:gd name="connsiteX2" fmla="*/ 4650531 w 5187832"/>
                <a:gd name="connsiteY2" fmla="*/ 2187097 h 6056201"/>
                <a:gd name="connsiteX3" fmla="*/ 4938997 w 5187832"/>
                <a:gd name="connsiteY3" fmla="*/ 1898628 h 6056201"/>
                <a:gd name="connsiteX4" fmla="*/ 4935046 w 5187832"/>
                <a:gd name="connsiteY4" fmla="*/ 1894677 h 6056201"/>
                <a:gd name="connsiteX5" fmla="*/ 4779390 w 5187832"/>
                <a:gd name="connsiteY5" fmla="*/ 1843614 h 6056201"/>
                <a:gd name="connsiteX6" fmla="*/ 2707764 w 5187832"/>
                <a:gd name="connsiteY6" fmla="*/ 1843614 h 6056201"/>
                <a:gd name="connsiteX7" fmla="*/ 2574953 w 5187832"/>
                <a:gd name="connsiteY7" fmla="*/ 2183146 h 6056201"/>
                <a:gd name="connsiteX8" fmla="*/ 2578905 w 5187832"/>
                <a:gd name="connsiteY8" fmla="*/ 2187097 h 6056201"/>
                <a:gd name="connsiteX9" fmla="*/ 2867371 w 5187832"/>
                <a:gd name="connsiteY9" fmla="*/ 1898628 h 6056201"/>
                <a:gd name="connsiteX10" fmla="*/ 2863419 w 5187832"/>
                <a:gd name="connsiteY10" fmla="*/ 1894677 h 6056201"/>
                <a:gd name="connsiteX11" fmla="*/ 2707764 w 5187832"/>
                <a:gd name="connsiteY11" fmla="*/ 1843614 h 6056201"/>
                <a:gd name="connsiteX12" fmla="*/ 3743577 w 5187832"/>
                <a:gd name="connsiteY12" fmla="*/ 1843614 h 6056201"/>
                <a:gd name="connsiteX13" fmla="*/ 3610766 w 5187832"/>
                <a:gd name="connsiteY13" fmla="*/ 2183146 h 6056201"/>
                <a:gd name="connsiteX14" fmla="*/ 3614718 w 5187832"/>
                <a:gd name="connsiteY14" fmla="*/ 2187097 h 6056201"/>
                <a:gd name="connsiteX15" fmla="*/ 3903184 w 5187832"/>
                <a:gd name="connsiteY15" fmla="*/ 1898628 h 6056201"/>
                <a:gd name="connsiteX16" fmla="*/ 3899232 w 5187832"/>
                <a:gd name="connsiteY16" fmla="*/ 1894677 h 6056201"/>
                <a:gd name="connsiteX17" fmla="*/ 3743577 w 5187832"/>
                <a:gd name="connsiteY17" fmla="*/ 1843614 h 6056201"/>
                <a:gd name="connsiteX18" fmla="*/ 3723474 w 5187832"/>
                <a:gd name="connsiteY18" fmla="*/ 1646735 h 6056201"/>
                <a:gd name="connsiteX19" fmla="*/ 4067175 w 5187832"/>
                <a:gd name="connsiteY19" fmla="*/ 2299719 h 6056201"/>
                <a:gd name="connsiteX20" fmla="*/ 4015804 w 5187832"/>
                <a:gd name="connsiteY20" fmla="*/ 2351090 h 6056201"/>
                <a:gd name="connsiteX21" fmla="*/ 3446283 w 5187832"/>
                <a:gd name="connsiteY21" fmla="*/ 1781562 h 6056201"/>
                <a:gd name="connsiteX22" fmla="*/ 3497653 w 5187832"/>
                <a:gd name="connsiteY22" fmla="*/ 1730191 h 6056201"/>
                <a:gd name="connsiteX23" fmla="*/ 3723474 w 5187832"/>
                <a:gd name="connsiteY23" fmla="*/ 1646735 h 6056201"/>
                <a:gd name="connsiteX24" fmla="*/ 4817886 w 5187832"/>
                <a:gd name="connsiteY24" fmla="*/ 1646136 h 6056201"/>
                <a:gd name="connsiteX25" fmla="*/ 5102988 w 5187832"/>
                <a:gd name="connsiteY25" fmla="*/ 2299719 h 6056201"/>
                <a:gd name="connsiteX26" fmla="*/ 5051618 w 5187832"/>
                <a:gd name="connsiteY26" fmla="*/ 2351090 h 6056201"/>
                <a:gd name="connsiteX27" fmla="*/ 4482096 w 5187832"/>
                <a:gd name="connsiteY27" fmla="*/ 1781562 h 6056201"/>
                <a:gd name="connsiteX28" fmla="*/ 4533467 w 5187832"/>
                <a:gd name="connsiteY28" fmla="*/ 1730191 h 6056201"/>
                <a:gd name="connsiteX29" fmla="*/ 4759288 w 5187832"/>
                <a:gd name="connsiteY29" fmla="*/ 1646735 h 6056201"/>
                <a:gd name="connsiteX30" fmla="*/ 4817886 w 5187832"/>
                <a:gd name="connsiteY30" fmla="*/ 1646136 h 6056201"/>
                <a:gd name="connsiteX31" fmla="*/ 2746259 w 5187832"/>
                <a:gd name="connsiteY31" fmla="*/ 1646136 h 6056201"/>
                <a:gd name="connsiteX32" fmla="*/ 3031362 w 5187832"/>
                <a:gd name="connsiteY32" fmla="*/ 2299719 h 6056201"/>
                <a:gd name="connsiteX33" fmla="*/ 2979991 w 5187832"/>
                <a:gd name="connsiteY33" fmla="*/ 2351090 h 6056201"/>
                <a:gd name="connsiteX34" fmla="*/ 2410470 w 5187832"/>
                <a:gd name="connsiteY34" fmla="*/ 1781562 h 6056201"/>
                <a:gd name="connsiteX35" fmla="*/ 2461840 w 5187832"/>
                <a:gd name="connsiteY35" fmla="*/ 1730191 h 6056201"/>
                <a:gd name="connsiteX36" fmla="*/ 2687661 w 5187832"/>
                <a:gd name="connsiteY36" fmla="*/ 1646735 h 6056201"/>
                <a:gd name="connsiteX37" fmla="*/ 2746259 w 5187832"/>
                <a:gd name="connsiteY37" fmla="*/ 1646136 h 6056201"/>
                <a:gd name="connsiteX38" fmla="*/ 389232 w 5187832"/>
                <a:gd name="connsiteY38" fmla="*/ 1297489 h 6056201"/>
                <a:gd name="connsiteX39" fmla="*/ 1136577 w 5187832"/>
                <a:gd name="connsiteY39" fmla="*/ 1297489 h 6056201"/>
                <a:gd name="connsiteX40" fmla="*/ 1136577 w 5187832"/>
                <a:gd name="connsiteY40" fmla="*/ 1742044 h 6056201"/>
                <a:gd name="connsiteX41" fmla="*/ 444555 w 5187832"/>
                <a:gd name="connsiteY41" fmla="*/ 1742044 h 6056201"/>
                <a:gd name="connsiteX42" fmla="*/ 444555 w 5187832"/>
                <a:gd name="connsiteY42" fmla="*/ 5377024 h 6056201"/>
                <a:gd name="connsiteX43" fmla="*/ 1288221 w 5187832"/>
                <a:gd name="connsiteY43" fmla="*/ 4562501 h 6056201"/>
                <a:gd name="connsiteX44" fmla="*/ 4694991 w 5187832"/>
                <a:gd name="connsiteY44" fmla="*/ 4562501 h 6056201"/>
                <a:gd name="connsiteX45" fmla="*/ 4694991 w 5187832"/>
                <a:gd name="connsiteY45" fmla="*/ 4164868 h 6056201"/>
                <a:gd name="connsiteX46" fmla="*/ 5139546 w 5187832"/>
                <a:gd name="connsiteY46" fmla="*/ 4164868 h 6056201"/>
                <a:gd name="connsiteX47" fmla="*/ 5139546 w 5187832"/>
                <a:gd name="connsiteY47" fmla="*/ 5007056 h 6056201"/>
                <a:gd name="connsiteX48" fmla="*/ 1467526 w 5187832"/>
                <a:gd name="connsiteY48" fmla="*/ 5007056 h 6056201"/>
                <a:gd name="connsiteX49" fmla="*/ 460361 w 5187832"/>
                <a:gd name="connsiteY49" fmla="*/ 5979150 h 6056201"/>
                <a:gd name="connsiteX50" fmla="*/ 273153 w 5187832"/>
                <a:gd name="connsiteY50" fmla="*/ 6056201 h 6056201"/>
                <a:gd name="connsiteX51" fmla="*/ 0 w 5187832"/>
                <a:gd name="connsiteY51" fmla="*/ 5878877 h 6056201"/>
                <a:gd name="connsiteX52" fmla="*/ 0 w 5187832"/>
                <a:gd name="connsiteY52" fmla="*/ 1686229 h 6056201"/>
                <a:gd name="connsiteX53" fmla="*/ 121509 w 5187832"/>
                <a:gd name="connsiteY53" fmla="*/ 1412578 h 6056201"/>
                <a:gd name="connsiteX54" fmla="*/ 389232 w 5187832"/>
                <a:gd name="connsiteY54" fmla="*/ 1297489 h 6056201"/>
                <a:gd name="connsiteX55" fmla="*/ 1046995 w 5187832"/>
                <a:gd name="connsiteY55" fmla="*/ 0 h 6056201"/>
                <a:gd name="connsiteX56" fmla="*/ 1639736 w 5187832"/>
                <a:gd name="connsiteY56" fmla="*/ 0 h 6056201"/>
                <a:gd name="connsiteX57" fmla="*/ 1639736 w 5187832"/>
                <a:gd name="connsiteY57" fmla="*/ 592741 h 6056201"/>
                <a:gd name="connsiteX58" fmla="*/ 1046995 w 5187832"/>
                <a:gd name="connsiteY58" fmla="*/ 592741 h 605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187832" h="6056201">
                  <a:moveTo>
                    <a:pt x="4779390" y="1843614"/>
                  </a:moveTo>
                  <a:cubicBezTo>
                    <a:pt x="4631761" y="1853432"/>
                    <a:pt x="4528032" y="2026068"/>
                    <a:pt x="4646580" y="2183146"/>
                  </a:cubicBezTo>
                  <a:cubicBezTo>
                    <a:pt x="4647570" y="2184629"/>
                    <a:pt x="4649048" y="2185614"/>
                    <a:pt x="4650531" y="2187097"/>
                  </a:cubicBezTo>
                  <a:cubicBezTo>
                    <a:pt x="4859966" y="2345163"/>
                    <a:pt x="5097061" y="2108065"/>
                    <a:pt x="4938997" y="1898628"/>
                  </a:cubicBezTo>
                  <a:cubicBezTo>
                    <a:pt x="4937514" y="1897145"/>
                    <a:pt x="4936529" y="1895667"/>
                    <a:pt x="4935046" y="1894677"/>
                  </a:cubicBezTo>
                  <a:cubicBezTo>
                    <a:pt x="4882687" y="1855161"/>
                    <a:pt x="4828600" y="1840342"/>
                    <a:pt x="4779390" y="1843614"/>
                  </a:cubicBezTo>
                  <a:close/>
                  <a:moveTo>
                    <a:pt x="2707764" y="1843614"/>
                  </a:moveTo>
                  <a:cubicBezTo>
                    <a:pt x="2560135" y="1853431"/>
                    <a:pt x="2456406" y="2026068"/>
                    <a:pt x="2574953" y="2183146"/>
                  </a:cubicBezTo>
                  <a:cubicBezTo>
                    <a:pt x="2575944" y="2184629"/>
                    <a:pt x="2577422" y="2185614"/>
                    <a:pt x="2578905" y="2187097"/>
                  </a:cubicBezTo>
                  <a:cubicBezTo>
                    <a:pt x="2788339" y="2345163"/>
                    <a:pt x="3025434" y="2108065"/>
                    <a:pt x="2867371" y="1898628"/>
                  </a:cubicBezTo>
                  <a:cubicBezTo>
                    <a:pt x="2865888" y="1897145"/>
                    <a:pt x="2864410" y="1895667"/>
                    <a:pt x="2863419" y="1894677"/>
                  </a:cubicBezTo>
                  <a:cubicBezTo>
                    <a:pt x="2811061" y="1855161"/>
                    <a:pt x="2756973" y="1840342"/>
                    <a:pt x="2707764" y="1843614"/>
                  </a:cubicBezTo>
                  <a:close/>
                  <a:moveTo>
                    <a:pt x="3743577" y="1843614"/>
                  </a:moveTo>
                  <a:cubicBezTo>
                    <a:pt x="3595948" y="1853431"/>
                    <a:pt x="3492219" y="2026068"/>
                    <a:pt x="3610766" y="2183146"/>
                  </a:cubicBezTo>
                  <a:cubicBezTo>
                    <a:pt x="3611757" y="2184629"/>
                    <a:pt x="3613235" y="2185614"/>
                    <a:pt x="3614718" y="2187097"/>
                  </a:cubicBezTo>
                  <a:cubicBezTo>
                    <a:pt x="3824152" y="2345163"/>
                    <a:pt x="4061247" y="2108065"/>
                    <a:pt x="3903184" y="1898628"/>
                  </a:cubicBezTo>
                  <a:cubicBezTo>
                    <a:pt x="3901701" y="1897145"/>
                    <a:pt x="3900223" y="1895667"/>
                    <a:pt x="3899232" y="1894677"/>
                  </a:cubicBezTo>
                  <a:cubicBezTo>
                    <a:pt x="3846874" y="1855160"/>
                    <a:pt x="3792786" y="1840342"/>
                    <a:pt x="3743577" y="1843614"/>
                  </a:cubicBezTo>
                  <a:close/>
                  <a:moveTo>
                    <a:pt x="3723474" y="1646735"/>
                  </a:moveTo>
                  <a:cubicBezTo>
                    <a:pt x="4040837" y="1620457"/>
                    <a:pt x="4289111" y="1971827"/>
                    <a:pt x="4067175" y="2299719"/>
                  </a:cubicBezTo>
                  <a:cubicBezTo>
                    <a:pt x="4053344" y="2319970"/>
                    <a:pt x="4036055" y="2337752"/>
                    <a:pt x="4015804" y="2351090"/>
                  </a:cubicBezTo>
                  <a:cubicBezTo>
                    <a:pt x="3612249" y="2624245"/>
                    <a:pt x="3173131" y="2185122"/>
                    <a:pt x="3446283" y="1781562"/>
                  </a:cubicBezTo>
                  <a:cubicBezTo>
                    <a:pt x="3459621" y="1761312"/>
                    <a:pt x="3477403" y="1744022"/>
                    <a:pt x="3497653" y="1730191"/>
                  </a:cubicBezTo>
                  <a:cubicBezTo>
                    <a:pt x="3573320" y="1678975"/>
                    <a:pt x="3650236" y="1652799"/>
                    <a:pt x="3723474" y="1646735"/>
                  </a:cubicBezTo>
                  <a:close/>
                  <a:moveTo>
                    <a:pt x="4817886" y="1646136"/>
                  </a:moveTo>
                  <a:cubicBezTo>
                    <a:pt x="5105848" y="1664287"/>
                    <a:pt x="5311053" y="1992320"/>
                    <a:pt x="5102988" y="2299719"/>
                  </a:cubicBezTo>
                  <a:cubicBezTo>
                    <a:pt x="5089650" y="2319970"/>
                    <a:pt x="5071868" y="2337752"/>
                    <a:pt x="5051618" y="2351090"/>
                  </a:cubicBezTo>
                  <a:cubicBezTo>
                    <a:pt x="4648063" y="2624245"/>
                    <a:pt x="4208944" y="2185122"/>
                    <a:pt x="4482096" y="1781562"/>
                  </a:cubicBezTo>
                  <a:cubicBezTo>
                    <a:pt x="4495434" y="1761312"/>
                    <a:pt x="4513216" y="1744022"/>
                    <a:pt x="4533467" y="1730191"/>
                  </a:cubicBezTo>
                  <a:cubicBezTo>
                    <a:pt x="4609133" y="1678975"/>
                    <a:pt x="4686050" y="1652799"/>
                    <a:pt x="4759288" y="1646735"/>
                  </a:cubicBezTo>
                  <a:cubicBezTo>
                    <a:pt x="4779123" y="1645092"/>
                    <a:pt x="4798688" y="1644925"/>
                    <a:pt x="4817886" y="1646136"/>
                  </a:cubicBezTo>
                  <a:close/>
                  <a:moveTo>
                    <a:pt x="2746259" y="1646136"/>
                  </a:moveTo>
                  <a:cubicBezTo>
                    <a:pt x="3034221" y="1664287"/>
                    <a:pt x="3239427" y="1992320"/>
                    <a:pt x="3031362" y="2299719"/>
                  </a:cubicBezTo>
                  <a:cubicBezTo>
                    <a:pt x="3017531" y="2319970"/>
                    <a:pt x="3000242" y="2337752"/>
                    <a:pt x="2979991" y="2351090"/>
                  </a:cubicBezTo>
                  <a:cubicBezTo>
                    <a:pt x="2576436" y="2624245"/>
                    <a:pt x="2137318" y="2185122"/>
                    <a:pt x="2410470" y="1781562"/>
                  </a:cubicBezTo>
                  <a:cubicBezTo>
                    <a:pt x="2423808" y="1761312"/>
                    <a:pt x="2441590" y="1744022"/>
                    <a:pt x="2461840" y="1730191"/>
                  </a:cubicBezTo>
                  <a:cubicBezTo>
                    <a:pt x="2537507" y="1678975"/>
                    <a:pt x="2614424" y="1652799"/>
                    <a:pt x="2687661" y="1646735"/>
                  </a:cubicBezTo>
                  <a:cubicBezTo>
                    <a:pt x="2707496" y="1645092"/>
                    <a:pt x="2727062" y="1644925"/>
                    <a:pt x="2746259" y="1646136"/>
                  </a:cubicBezTo>
                  <a:close/>
                  <a:moveTo>
                    <a:pt x="389232" y="1297489"/>
                  </a:moveTo>
                  <a:lnTo>
                    <a:pt x="1136577" y="1297489"/>
                  </a:lnTo>
                  <a:lnTo>
                    <a:pt x="1136577" y="1742044"/>
                  </a:lnTo>
                  <a:lnTo>
                    <a:pt x="444555" y="1742044"/>
                  </a:lnTo>
                  <a:lnTo>
                    <a:pt x="444555" y="5377024"/>
                  </a:lnTo>
                  <a:lnTo>
                    <a:pt x="1288221" y="4562501"/>
                  </a:lnTo>
                  <a:lnTo>
                    <a:pt x="4694991" y="4562501"/>
                  </a:lnTo>
                  <a:lnTo>
                    <a:pt x="4694991" y="4164868"/>
                  </a:lnTo>
                  <a:lnTo>
                    <a:pt x="5139546" y="4164868"/>
                  </a:lnTo>
                  <a:lnTo>
                    <a:pt x="5139546" y="5007056"/>
                  </a:lnTo>
                  <a:lnTo>
                    <a:pt x="1467526" y="5007056"/>
                  </a:lnTo>
                  <a:lnTo>
                    <a:pt x="460361" y="5979150"/>
                  </a:lnTo>
                  <a:cubicBezTo>
                    <a:pt x="408000" y="6030023"/>
                    <a:pt x="341320" y="6056201"/>
                    <a:pt x="273153" y="6056201"/>
                  </a:cubicBezTo>
                  <a:cubicBezTo>
                    <a:pt x="172885" y="6056201"/>
                    <a:pt x="69153" y="5999894"/>
                    <a:pt x="0" y="5878877"/>
                  </a:cubicBezTo>
                  <a:lnTo>
                    <a:pt x="0" y="1686229"/>
                  </a:lnTo>
                  <a:cubicBezTo>
                    <a:pt x="0" y="1611148"/>
                    <a:pt x="42975" y="1491117"/>
                    <a:pt x="121509" y="1412578"/>
                  </a:cubicBezTo>
                  <a:cubicBezTo>
                    <a:pt x="200048" y="1334039"/>
                    <a:pt x="314152" y="1297489"/>
                    <a:pt x="389232" y="1297489"/>
                  </a:cubicBezTo>
                  <a:close/>
                  <a:moveTo>
                    <a:pt x="1046995" y="0"/>
                  </a:moveTo>
                  <a:lnTo>
                    <a:pt x="1639736" y="0"/>
                  </a:lnTo>
                  <a:lnTo>
                    <a:pt x="1639736" y="592741"/>
                  </a:lnTo>
                  <a:lnTo>
                    <a:pt x="1046995" y="592741"/>
                  </a:lnTo>
                  <a:close/>
                </a:path>
              </a:pathLst>
            </a:custGeom>
            <a:solidFill>
              <a:schemeClr val="bg1"/>
            </a:solidFill>
            <a:ln w="9525" cap="flat">
              <a:noFill/>
              <a:prstDash val="solid"/>
              <a:miter/>
            </a:ln>
          </p:spPr>
          <p:txBody>
            <a:bodyPr wrap="square" rtlCol="0" anchor="ctr">
              <a:noAutofit/>
            </a:bodyPr>
            <a:lstStyle/>
            <a:p>
              <a:endParaRPr lang="en-US"/>
            </a:p>
          </p:txBody>
        </p:sp>
        <p:sp>
          <p:nvSpPr>
            <p:cNvPr id="2058" name="Freeform: Shape 2057">
              <a:extLst>
                <a:ext uri="{FF2B5EF4-FFF2-40B4-BE49-F238E27FC236}">
                  <a16:creationId xmlns:a16="http://schemas.microsoft.com/office/drawing/2014/main" id="{3F933AA6-F6EF-A1A6-4D94-D8A981825D1F}"/>
                </a:ext>
                <a:ext uri="{C183D7F6-B498-43B3-948B-1728B52AA6E4}">
                  <adec:decorative xmlns:adec="http://schemas.microsoft.com/office/drawing/2017/decorative" val="1"/>
                </a:ext>
              </a:extLst>
            </p:cNvPr>
            <p:cNvSpPr/>
            <p:nvPr/>
          </p:nvSpPr>
          <p:spPr>
            <a:xfrm>
              <a:off x="3803268" y="4343071"/>
              <a:ext cx="414851" cy="379662"/>
            </a:xfrm>
            <a:custGeom>
              <a:avLst/>
              <a:gdLst>
                <a:gd name="connsiteX0" fmla="*/ 0 w 6222777"/>
                <a:gd name="connsiteY0" fmla="*/ 1016546 h 5694938"/>
                <a:gd name="connsiteX1" fmla="*/ 592741 w 6222777"/>
                <a:gd name="connsiteY1" fmla="*/ 1016546 h 5694938"/>
                <a:gd name="connsiteX2" fmla="*/ 592741 w 6222777"/>
                <a:gd name="connsiteY2" fmla="*/ 1214129 h 5694938"/>
                <a:gd name="connsiteX3" fmla="*/ 0 w 6222777"/>
                <a:gd name="connsiteY3" fmla="*/ 1214129 h 5694938"/>
                <a:gd name="connsiteX4" fmla="*/ 1634696 w 6222777"/>
                <a:gd name="connsiteY4" fmla="*/ 900476 h 5694938"/>
                <a:gd name="connsiteX5" fmla="*/ 3049782 w 6222777"/>
                <a:gd name="connsiteY5" fmla="*/ 900476 h 5694938"/>
                <a:gd name="connsiteX6" fmla="*/ 5836512 w 6222777"/>
                <a:gd name="connsiteY6" fmla="*/ 900476 h 5694938"/>
                <a:gd name="connsiteX7" fmla="*/ 6107682 w 6222777"/>
                <a:gd name="connsiteY7" fmla="*/ 1010139 h 5694938"/>
                <a:gd name="connsiteX8" fmla="*/ 6222777 w 6222777"/>
                <a:gd name="connsiteY8" fmla="*/ 1281310 h 5694938"/>
                <a:gd name="connsiteX9" fmla="*/ 6222777 w 6222777"/>
                <a:gd name="connsiteY9" fmla="*/ 5444823 h 5694938"/>
                <a:gd name="connsiteX10" fmla="*/ 5834044 w 6222777"/>
                <a:gd name="connsiteY10" fmla="*/ 5616715 h 5694938"/>
                <a:gd name="connsiteX11" fmla="*/ 4839223 w 6222777"/>
                <a:gd name="connsiteY11" fmla="*/ 4659441 h 5694938"/>
                <a:gd name="connsiteX12" fmla="*/ 885647 w 6222777"/>
                <a:gd name="connsiteY12" fmla="*/ 4659441 h 5694938"/>
                <a:gd name="connsiteX13" fmla="*/ 885647 w 6222777"/>
                <a:gd name="connsiteY13" fmla="*/ 2826878 h 5694938"/>
                <a:gd name="connsiteX14" fmla="*/ 885656 w 6222777"/>
                <a:gd name="connsiteY14" fmla="*/ 2826878 h 5694938"/>
                <a:gd name="connsiteX15" fmla="*/ 885656 w 6222777"/>
                <a:gd name="connsiteY15" fmla="*/ 1638450 h 5694938"/>
                <a:gd name="connsiteX16" fmla="*/ 1280814 w 6222777"/>
                <a:gd name="connsiteY16" fmla="*/ 1638450 h 5694938"/>
                <a:gd name="connsiteX17" fmla="*/ 1280814 w 6222777"/>
                <a:gd name="connsiteY17" fmla="*/ 3622510 h 5694938"/>
                <a:gd name="connsiteX18" fmla="*/ 1280805 w 6222777"/>
                <a:gd name="connsiteY18" fmla="*/ 3622510 h 5694938"/>
                <a:gd name="connsiteX19" fmla="*/ 1280805 w 6222777"/>
                <a:gd name="connsiteY19" fmla="*/ 4264772 h 5694938"/>
                <a:gd name="connsiteX20" fmla="*/ 4998770 w 6222777"/>
                <a:gd name="connsiteY20" fmla="*/ 4264772 h 5694938"/>
                <a:gd name="connsiteX21" fmla="*/ 5827619 w 6222777"/>
                <a:gd name="connsiteY21" fmla="*/ 5063492 h 5694938"/>
                <a:gd name="connsiteX22" fmla="*/ 5827619 w 6222777"/>
                <a:gd name="connsiteY22" fmla="*/ 1296122 h 5694938"/>
                <a:gd name="connsiteX23" fmla="*/ 3401037 w 6222777"/>
                <a:gd name="connsiteY23" fmla="*/ 1296122 h 5694938"/>
                <a:gd name="connsiteX24" fmla="*/ 3401037 w 6222777"/>
                <a:gd name="connsiteY24" fmla="*/ 1296131 h 5694938"/>
                <a:gd name="connsiteX25" fmla="*/ 1634696 w 6222777"/>
                <a:gd name="connsiteY25" fmla="*/ 1296131 h 5694938"/>
                <a:gd name="connsiteX26" fmla="*/ 290867 w 6222777"/>
                <a:gd name="connsiteY26" fmla="*/ 169590 h 5694938"/>
                <a:gd name="connsiteX27" fmla="*/ 709995 w 6222777"/>
                <a:gd name="connsiteY27" fmla="*/ 588718 h 5694938"/>
                <a:gd name="connsiteX28" fmla="*/ 570285 w 6222777"/>
                <a:gd name="connsiteY28" fmla="*/ 728428 h 5694938"/>
                <a:gd name="connsiteX29" fmla="*/ 151157 w 6222777"/>
                <a:gd name="connsiteY29" fmla="*/ 309300 h 5694938"/>
                <a:gd name="connsiteX30" fmla="*/ 1004690 w 6222777"/>
                <a:gd name="connsiteY30" fmla="*/ 0 h 5694938"/>
                <a:gd name="connsiteX31" fmla="*/ 1202273 w 6222777"/>
                <a:gd name="connsiteY31" fmla="*/ 0 h 5694938"/>
                <a:gd name="connsiteX32" fmla="*/ 1202273 w 6222777"/>
                <a:gd name="connsiteY32" fmla="*/ 592741 h 5694938"/>
                <a:gd name="connsiteX33" fmla="*/ 1004690 w 6222777"/>
                <a:gd name="connsiteY33" fmla="*/ 592741 h 5694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222777" h="5694938">
                  <a:moveTo>
                    <a:pt x="0" y="1016546"/>
                  </a:moveTo>
                  <a:lnTo>
                    <a:pt x="592741" y="1016546"/>
                  </a:lnTo>
                  <a:lnTo>
                    <a:pt x="592741" y="1214129"/>
                  </a:lnTo>
                  <a:lnTo>
                    <a:pt x="0" y="1214129"/>
                  </a:lnTo>
                  <a:close/>
                  <a:moveTo>
                    <a:pt x="1634696" y="900476"/>
                  </a:moveTo>
                  <a:lnTo>
                    <a:pt x="3049782" y="900476"/>
                  </a:lnTo>
                  <a:lnTo>
                    <a:pt x="5836512" y="900476"/>
                  </a:lnTo>
                  <a:cubicBezTo>
                    <a:pt x="5890842" y="900476"/>
                    <a:pt x="5993094" y="895533"/>
                    <a:pt x="6107682" y="1010139"/>
                  </a:cubicBezTo>
                  <a:cubicBezTo>
                    <a:pt x="6220310" y="1122757"/>
                    <a:pt x="6222777" y="1226971"/>
                    <a:pt x="6222777" y="1281310"/>
                  </a:cubicBezTo>
                  <a:lnTo>
                    <a:pt x="6222777" y="5444823"/>
                  </a:lnTo>
                  <a:cubicBezTo>
                    <a:pt x="6222777" y="5700686"/>
                    <a:pt x="5981238" y="5764405"/>
                    <a:pt x="5834044" y="5616715"/>
                  </a:cubicBezTo>
                  <a:cubicBezTo>
                    <a:pt x="5697713" y="5480384"/>
                    <a:pt x="4839223" y="4659441"/>
                    <a:pt x="4839223" y="4659441"/>
                  </a:cubicBezTo>
                  <a:lnTo>
                    <a:pt x="885647" y="4659441"/>
                  </a:lnTo>
                  <a:lnTo>
                    <a:pt x="885647" y="2826878"/>
                  </a:lnTo>
                  <a:lnTo>
                    <a:pt x="885656" y="2826878"/>
                  </a:lnTo>
                  <a:lnTo>
                    <a:pt x="885656" y="1638450"/>
                  </a:lnTo>
                  <a:lnTo>
                    <a:pt x="1280814" y="1638450"/>
                  </a:lnTo>
                  <a:lnTo>
                    <a:pt x="1280814" y="3622510"/>
                  </a:lnTo>
                  <a:lnTo>
                    <a:pt x="1280805" y="3622510"/>
                  </a:lnTo>
                  <a:lnTo>
                    <a:pt x="1280805" y="4264772"/>
                  </a:lnTo>
                  <a:lnTo>
                    <a:pt x="4998770" y="4264772"/>
                  </a:lnTo>
                  <a:lnTo>
                    <a:pt x="5827619" y="5063492"/>
                  </a:lnTo>
                  <a:lnTo>
                    <a:pt x="5827619" y="1296122"/>
                  </a:lnTo>
                  <a:lnTo>
                    <a:pt x="3401037" y="1296122"/>
                  </a:lnTo>
                  <a:lnTo>
                    <a:pt x="3401037" y="1296131"/>
                  </a:lnTo>
                  <a:lnTo>
                    <a:pt x="1634696" y="1296131"/>
                  </a:lnTo>
                  <a:close/>
                  <a:moveTo>
                    <a:pt x="290867" y="169590"/>
                  </a:moveTo>
                  <a:lnTo>
                    <a:pt x="709995" y="588718"/>
                  </a:lnTo>
                  <a:lnTo>
                    <a:pt x="570285" y="728428"/>
                  </a:lnTo>
                  <a:lnTo>
                    <a:pt x="151157" y="309300"/>
                  </a:lnTo>
                  <a:close/>
                  <a:moveTo>
                    <a:pt x="1004690" y="0"/>
                  </a:moveTo>
                  <a:lnTo>
                    <a:pt x="1202273" y="0"/>
                  </a:lnTo>
                  <a:lnTo>
                    <a:pt x="1202273" y="592741"/>
                  </a:lnTo>
                  <a:lnTo>
                    <a:pt x="1004690" y="592741"/>
                  </a:lnTo>
                  <a:close/>
                </a:path>
              </a:pathLst>
            </a:custGeom>
            <a:grpFill/>
            <a:ln w="9525" cap="flat">
              <a:noFill/>
              <a:prstDash val="solid"/>
              <a:miter/>
            </a:ln>
          </p:spPr>
          <p:txBody>
            <a:bodyPr wrap="square" rtlCol="0" anchor="ctr">
              <a:noAutofit/>
            </a:bodyPr>
            <a:lstStyle/>
            <a:p>
              <a:endParaRPr lang="en-US" dirty="0"/>
            </a:p>
          </p:txBody>
        </p:sp>
      </p:grpSp>
      <p:grpSp>
        <p:nvGrpSpPr>
          <p:cNvPr id="2787" name="Group 2786">
            <a:extLst>
              <a:ext uri="{FF2B5EF4-FFF2-40B4-BE49-F238E27FC236}">
                <a16:creationId xmlns:a16="http://schemas.microsoft.com/office/drawing/2014/main" id="{5FFF7BA0-4667-8DF8-6317-0684C2C4E9BD}"/>
              </a:ext>
              <a:ext uri="{C183D7F6-B498-43B3-948B-1728B52AA6E4}">
                <adec:decorative xmlns:adec="http://schemas.microsoft.com/office/drawing/2017/decorative" val="1"/>
              </a:ext>
            </a:extLst>
          </p:cNvPr>
          <p:cNvGrpSpPr>
            <a:grpSpLocks noChangeAspect="1"/>
          </p:cNvGrpSpPr>
          <p:nvPr/>
        </p:nvGrpSpPr>
        <p:grpSpPr>
          <a:xfrm>
            <a:off x="4377431" y="4343071"/>
            <a:ext cx="726076" cy="457200"/>
            <a:chOff x="4377431" y="4343071"/>
            <a:chExt cx="726076" cy="457200"/>
          </a:xfrm>
          <a:solidFill>
            <a:schemeClr val="accent2"/>
          </a:solidFill>
        </p:grpSpPr>
        <p:sp>
          <p:nvSpPr>
            <p:cNvPr id="2120" name="Freeform: Shape 2119">
              <a:extLst>
                <a:ext uri="{FF2B5EF4-FFF2-40B4-BE49-F238E27FC236}">
                  <a16:creationId xmlns:a16="http://schemas.microsoft.com/office/drawing/2014/main" id="{79249A60-F5C6-FEBD-302B-FB4286E036E2}"/>
                </a:ext>
                <a:ext uri="{C183D7F6-B498-43B3-948B-1728B52AA6E4}">
                  <adec:decorative xmlns:adec="http://schemas.microsoft.com/office/drawing/2017/decorative" val="1"/>
                </a:ext>
              </a:extLst>
            </p:cNvPr>
            <p:cNvSpPr/>
            <p:nvPr/>
          </p:nvSpPr>
          <p:spPr>
            <a:xfrm>
              <a:off x="4387409" y="4379256"/>
              <a:ext cx="716098" cy="384871"/>
            </a:xfrm>
            <a:custGeom>
              <a:avLst/>
              <a:gdLst>
                <a:gd name="connsiteX0" fmla="*/ 1003519 w 10741304"/>
                <a:gd name="connsiteY0" fmla="*/ 4382228 h 5772970"/>
                <a:gd name="connsiteX1" fmla="*/ 1016243 w 10741304"/>
                <a:gd name="connsiteY1" fmla="*/ 4451693 h 5772970"/>
                <a:gd name="connsiteX2" fmla="*/ 1003519 w 10741304"/>
                <a:gd name="connsiteY2" fmla="*/ 4451972 h 5772970"/>
                <a:gd name="connsiteX3" fmla="*/ 5247014 w 10741304"/>
                <a:gd name="connsiteY3" fmla="*/ 4075064 h 5772970"/>
                <a:gd name="connsiteX4" fmla="*/ 5516481 w 10741304"/>
                <a:gd name="connsiteY4" fmla="*/ 4075064 h 5772970"/>
                <a:gd name="connsiteX5" fmla="*/ 5516481 w 10741304"/>
                <a:gd name="connsiteY5" fmla="*/ 5382600 h 5772970"/>
                <a:gd name="connsiteX6" fmla="*/ 5925200 w 10741304"/>
                <a:gd name="connsiteY6" fmla="*/ 5381773 h 5772970"/>
                <a:gd name="connsiteX7" fmla="*/ 5949091 w 10741304"/>
                <a:gd name="connsiteY7" fmla="*/ 5363054 h 5772970"/>
                <a:gd name="connsiteX8" fmla="*/ 6157563 w 10741304"/>
                <a:gd name="connsiteY8" fmla="*/ 5253209 h 5772970"/>
                <a:gd name="connsiteX9" fmla="*/ 6422974 w 10741304"/>
                <a:gd name="connsiteY9" fmla="*/ 5491610 h 5772970"/>
                <a:gd name="connsiteX10" fmla="*/ 6274618 w 10741304"/>
                <a:gd name="connsiteY10" fmla="*/ 5754011 h 5772970"/>
                <a:gd name="connsiteX11" fmla="*/ 6106295 w 10741304"/>
                <a:gd name="connsiteY11" fmla="*/ 5772970 h 5772970"/>
                <a:gd name="connsiteX12" fmla="*/ 5952510 w 10741304"/>
                <a:gd name="connsiteY12" fmla="*/ 5674097 h 5772970"/>
                <a:gd name="connsiteX13" fmla="*/ 5904952 w 10741304"/>
                <a:gd name="connsiteY13" fmla="*/ 5657740 h 5772970"/>
                <a:gd name="connsiteX14" fmla="*/ 5305700 w 10741304"/>
                <a:gd name="connsiteY14" fmla="*/ 5657039 h 5772970"/>
                <a:gd name="connsiteX15" fmla="*/ 5247014 w 10741304"/>
                <a:gd name="connsiteY15" fmla="*/ 5657039 h 5772970"/>
                <a:gd name="connsiteX16" fmla="*/ 5247014 w 10741304"/>
                <a:gd name="connsiteY16" fmla="*/ 4075064 h 5772970"/>
                <a:gd name="connsiteX17" fmla="*/ 1102992 w 10741304"/>
                <a:gd name="connsiteY17" fmla="*/ 3930446 h 5772970"/>
                <a:gd name="connsiteX18" fmla="*/ 1188989 w 10741304"/>
                <a:gd name="connsiteY18" fmla="*/ 4451620 h 5772970"/>
                <a:gd name="connsiteX19" fmla="*/ 1020937 w 10741304"/>
                <a:gd name="connsiteY19" fmla="*/ 4452445 h 5772970"/>
                <a:gd name="connsiteX20" fmla="*/ 1003519 w 10741304"/>
                <a:gd name="connsiteY20" fmla="*/ 4363743 h 5772970"/>
                <a:gd name="connsiteX21" fmla="*/ 1003519 w 10741304"/>
                <a:gd name="connsiteY21" fmla="*/ 3930761 h 5772970"/>
                <a:gd name="connsiteX22" fmla="*/ 2139544 w 10741304"/>
                <a:gd name="connsiteY22" fmla="*/ 3930434 h 5772970"/>
                <a:gd name="connsiteX23" fmla="*/ 2144250 w 10741304"/>
                <a:gd name="connsiteY23" fmla="*/ 4451572 h 5772970"/>
                <a:gd name="connsiteX24" fmla="*/ 1436962 w 10741304"/>
                <a:gd name="connsiteY24" fmla="*/ 4452882 h 5772970"/>
                <a:gd name="connsiteX25" fmla="*/ 1425355 w 10741304"/>
                <a:gd name="connsiteY25" fmla="*/ 4372804 h 5772970"/>
                <a:gd name="connsiteX26" fmla="*/ 1413662 w 10741304"/>
                <a:gd name="connsiteY26" fmla="*/ 4238374 h 5772970"/>
                <a:gd name="connsiteX27" fmla="*/ 1421158 w 10741304"/>
                <a:gd name="connsiteY27" fmla="*/ 4343815 h 5772970"/>
                <a:gd name="connsiteX28" fmla="*/ 1425355 w 10741304"/>
                <a:gd name="connsiteY28" fmla="*/ 4372804 h 5772970"/>
                <a:gd name="connsiteX29" fmla="*/ 1432256 w 10741304"/>
                <a:gd name="connsiteY29" fmla="*/ 4452142 h 5772970"/>
                <a:gd name="connsiteX30" fmla="*/ 1193708 w 10741304"/>
                <a:gd name="connsiteY30" fmla="*/ 4452360 h 5772970"/>
                <a:gd name="connsiteX31" fmla="*/ 1107698 w 10741304"/>
                <a:gd name="connsiteY31" fmla="*/ 3931186 h 5772970"/>
                <a:gd name="connsiteX32" fmla="*/ 1418016 w 10741304"/>
                <a:gd name="connsiteY32" fmla="*/ 3930446 h 5772970"/>
                <a:gd name="connsiteX33" fmla="*/ 1413662 w 10741304"/>
                <a:gd name="connsiteY33" fmla="*/ 4238338 h 5772970"/>
                <a:gd name="connsiteX34" fmla="*/ 1422722 w 10741304"/>
                <a:gd name="connsiteY34" fmla="*/ 3931186 h 5772970"/>
                <a:gd name="connsiteX35" fmla="*/ 2139544 w 10741304"/>
                <a:gd name="connsiteY35" fmla="*/ 3930434 h 5772970"/>
                <a:gd name="connsiteX36" fmla="*/ 7878841 w 10741304"/>
                <a:gd name="connsiteY36" fmla="*/ 2113606 h 5772970"/>
                <a:gd name="connsiteX37" fmla="*/ 7878841 w 10741304"/>
                <a:gd name="connsiteY37" fmla="*/ 3929480 h 5772970"/>
                <a:gd name="connsiteX38" fmla="*/ 9354248 w 10741304"/>
                <a:gd name="connsiteY38" fmla="*/ 3929480 h 5772970"/>
                <a:gd name="connsiteX39" fmla="*/ 10209764 w 10741304"/>
                <a:gd name="connsiteY39" fmla="*/ 3929480 h 5772970"/>
                <a:gd name="connsiteX40" fmla="*/ 10209764 w 10741304"/>
                <a:gd name="connsiteY40" fmla="*/ 2113606 h 5772970"/>
                <a:gd name="connsiteX41" fmla="*/ 7878841 w 10741304"/>
                <a:gd name="connsiteY41" fmla="*/ 2113606 h 5772970"/>
                <a:gd name="connsiteX42" fmla="*/ 2753775 w 10741304"/>
                <a:gd name="connsiteY42" fmla="*/ 1676372 h 5772970"/>
                <a:gd name="connsiteX43" fmla="*/ 2753775 w 10741304"/>
                <a:gd name="connsiteY43" fmla="*/ 1676375 h 5772970"/>
                <a:gd name="connsiteX44" fmla="*/ 2791643 w 10741304"/>
                <a:gd name="connsiteY44" fmla="*/ 1714679 h 5772970"/>
                <a:gd name="connsiteX45" fmla="*/ 2978435 w 10741304"/>
                <a:gd name="connsiteY45" fmla="*/ 1714800 h 5772970"/>
                <a:gd name="connsiteX46" fmla="*/ 3010429 w 10741304"/>
                <a:gd name="connsiteY46" fmla="*/ 1705844 h 5772970"/>
                <a:gd name="connsiteX47" fmla="*/ 3016986 w 10741304"/>
                <a:gd name="connsiteY47" fmla="*/ 1680994 h 5772970"/>
                <a:gd name="connsiteX48" fmla="*/ 3010428 w 10741304"/>
                <a:gd name="connsiteY48" fmla="*/ 1705831 h 5772970"/>
                <a:gd name="connsiteX49" fmla="*/ 2978435 w 10741304"/>
                <a:gd name="connsiteY49" fmla="*/ 1714786 h 5772970"/>
                <a:gd name="connsiteX50" fmla="*/ 2791643 w 10741304"/>
                <a:gd name="connsiteY50" fmla="*/ 1714662 h 5772970"/>
                <a:gd name="connsiteX51" fmla="*/ 2761476 w 10741304"/>
                <a:gd name="connsiteY51" fmla="*/ 1706349 h 5772970"/>
                <a:gd name="connsiteX52" fmla="*/ 21 w 10741304"/>
                <a:gd name="connsiteY52" fmla="*/ 1572111 h 5772970"/>
                <a:gd name="connsiteX53" fmla="*/ 991208 w 10741304"/>
                <a:gd name="connsiteY53" fmla="*/ 1572851 h 5772970"/>
                <a:gd name="connsiteX54" fmla="*/ 869490 w 10741304"/>
                <a:gd name="connsiteY54" fmla="*/ 2058898 h 5772970"/>
                <a:gd name="connsiteX55" fmla="*/ 853722 w 10741304"/>
                <a:gd name="connsiteY55" fmla="*/ 2105014 h 5772970"/>
                <a:gd name="connsiteX56" fmla="*/ 538419 w 10741304"/>
                <a:gd name="connsiteY56" fmla="*/ 2108774 h 5772970"/>
                <a:gd name="connsiteX57" fmla="*/ 533494 w 10741304"/>
                <a:gd name="connsiteY57" fmla="*/ 3454538 h 5772970"/>
                <a:gd name="connsiteX58" fmla="*/ 28100 w 10741304"/>
                <a:gd name="connsiteY58" fmla="*/ 3454538 h 5772970"/>
                <a:gd name="connsiteX59" fmla="*/ 1719 w 10741304"/>
                <a:gd name="connsiteY59" fmla="*/ 3451882 h 5772970"/>
                <a:gd name="connsiteX60" fmla="*/ 106 w 10741304"/>
                <a:gd name="connsiteY60" fmla="*/ 3142074 h 5772970"/>
                <a:gd name="connsiteX61" fmla="*/ 21 w 10741304"/>
                <a:gd name="connsiteY61" fmla="*/ 1633049 h 5772970"/>
                <a:gd name="connsiteX62" fmla="*/ 21 w 10741304"/>
                <a:gd name="connsiteY62" fmla="*/ 1572111 h 5772970"/>
                <a:gd name="connsiteX63" fmla="*/ 2121481 w 10741304"/>
                <a:gd name="connsiteY63" fmla="*/ 5086 h 5772970"/>
                <a:gd name="connsiteX64" fmla="*/ 2298955 w 10741304"/>
                <a:gd name="connsiteY64" fmla="*/ 112636 h 5772970"/>
                <a:gd name="connsiteX65" fmla="*/ 2358434 w 10741304"/>
                <a:gd name="connsiteY65" fmla="*/ 137914 h 5772970"/>
                <a:gd name="connsiteX66" fmla="*/ 2972763 w 10741304"/>
                <a:gd name="connsiteY66" fmla="*/ 139024 h 5772970"/>
                <a:gd name="connsiteX67" fmla="*/ 3028439 w 10741304"/>
                <a:gd name="connsiteY67" fmla="*/ 139024 h 5772970"/>
                <a:gd name="connsiteX68" fmla="*/ 3028797 w 10741304"/>
                <a:gd name="connsiteY68" fmla="*/ 1566482 h 5772970"/>
                <a:gd name="connsiteX69" fmla="*/ 3018997 w 10741304"/>
                <a:gd name="connsiteY69" fmla="*/ 1672984 h 5772970"/>
                <a:gd name="connsiteX70" fmla="*/ 3029148 w 10741304"/>
                <a:gd name="connsiteY70" fmla="*/ 1571189 h 5772970"/>
                <a:gd name="connsiteX71" fmla="*/ 3401604 w 10741304"/>
                <a:gd name="connsiteY71" fmla="*/ 1571189 h 5772970"/>
                <a:gd name="connsiteX72" fmla="*/ 3401604 w 10741304"/>
                <a:gd name="connsiteY72" fmla="*/ 4457697 h 5772970"/>
                <a:gd name="connsiteX73" fmla="*/ 2148956 w 10741304"/>
                <a:gd name="connsiteY73" fmla="*/ 4452312 h 5772970"/>
                <a:gd name="connsiteX74" fmla="*/ 2144250 w 10741304"/>
                <a:gd name="connsiteY74" fmla="*/ 3931186 h 5772970"/>
                <a:gd name="connsiteX75" fmla="*/ 2872849 w 10741304"/>
                <a:gd name="connsiteY75" fmla="*/ 3931186 h 5772970"/>
                <a:gd name="connsiteX76" fmla="*/ 2872849 w 10741304"/>
                <a:gd name="connsiteY76" fmla="*/ 2110266 h 5772970"/>
                <a:gd name="connsiteX77" fmla="*/ 858428 w 10741304"/>
                <a:gd name="connsiteY77" fmla="*/ 2105766 h 5772970"/>
                <a:gd name="connsiteX78" fmla="*/ 869490 w 10741304"/>
                <a:gd name="connsiteY78" fmla="*/ 2058898 h 5772970"/>
                <a:gd name="connsiteX79" fmla="*/ 995914 w 10741304"/>
                <a:gd name="connsiteY79" fmla="*/ 1573590 h 5772970"/>
                <a:gd name="connsiteX80" fmla="*/ 1441705 w 10741304"/>
                <a:gd name="connsiteY80" fmla="*/ 1571965 h 5772970"/>
                <a:gd name="connsiteX81" fmla="*/ 2748875 w 10741304"/>
                <a:gd name="connsiteY81" fmla="*/ 1576113 h 5772970"/>
                <a:gd name="connsiteX82" fmla="*/ 2753773 w 10741304"/>
                <a:gd name="connsiteY82" fmla="*/ 1676334 h 5772970"/>
                <a:gd name="connsiteX83" fmla="*/ 2753587 w 10741304"/>
                <a:gd name="connsiteY83" fmla="*/ 1575665 h 5772970"/>
                <a:gd name="connsiteX84" fmla="*/ 2753345 w 10741304"/>
                <a:gd name="connsiteY84" fmla="*/ 413400 h 5772970"/>
                <a:gd name="connsiteX85" fmla="*/ 2666661 w 10741304"/>
                <a:gd name="connsiteY85" fmla="*/ 413400 h 5772970"/>
                <a:gd name="connsiteX86" fmla="*/ 2346816 w 10741304"/>
                <a:gd name="connsiteY86" fmla="*/ 412611 h 5772970"/>
                <a:gd name="connsiteX87" fmla="*/ 2268271 w 10741304"/>
                <a:gd name="connsiteY87" fmla="*/ 446280 h 5772970"/>
                <a:gd name="connsiteX88" fmla="*/ 1985749 w 10741304"/>
                <a:gd name="connsiteY88" fmla="*/ 506636 h 5772970"/>
                <a:gd name="connsiteX89" fmla="*/ 1819397 w 10741304"/>
                <a:gd name="connsiteY89" fmla="*/ 252836 h 5772970"/>
                <a:gd name="connsiteX90" fmla="*/ 2045933 w 10741304"/>
                <a:gd name="connsiteY90" fmla="*/ 6026 h 5772970"/>
                <a:gd name="connsiteX91" fmla="*/ 2121481 w 10741304"/>
                <a:gd name="connsiteY91" fmla="*/ 5086 h 5772970"/>
                <a:gd name="connsiteX92" fmla="*/ 8767375 w 10741304"/>
                <a:gd name="connsiteY92" fmla="*/ 482 h 5772970"/>
                <a:gd name="connsiteX93" fmla="*/ 8970861 w 10741304"/>
                <a:gd name="connsiteY93" fmla="*/ 72956 h 5772970"/>
                <a:gd name="connsiteX94" fmla="*/ 9041529 w 10741304"/>
                <a:gd name="connsiteY94" fmla="*/ 321458 h 5772970"/>
                <a:gd name="connsiteX95" fmla="*/ 8884808 w 10741304"/>
                <a:gd name="connsiteY95" fmla="*/ 505291 h 5772970"/>
                <a:gd name="connsiteX96" fmla="*/ 8576671 w 10741304"/>
                <a:gd name="connsiteY96" fmla="*/ 425179 h 5772970"/>
                <a:gd name="connsiteX97" fmla="*/ 8547818 w 10741304"/>
                <a:gd name="connsiteY97" fmla="*/ 413888 h 5772970"/>
                <a:gd name="connsiteX98" fmla="*/ 8011291 w 10741304"/>
                <a:gd name="connsiteY98" fmla="*/ 413403 h 5772970"/>
                <a:gd name="connsiteX99" fmla="*/ 8011291 w 10741304"/>
                <a:gd name="connsiteY99" fmla="*/ 1571873 h 5772970"/>
                <a:gd name="connsiteX100" fmla="*/ 10735037 w 10741304"/>
                <a:gd name="connsiteY100" fmla="*/ 1571870 h 5772970"/>
                <a:gd name="connsiteX101" fmla="*/ 10741304 w 10741304"/>
                <a:gd name="connsiteY101" fmla="*/ 1602199 h 5772970"/>
                <a:gd name="connsiteX102" fmla="*/ 10740398 w 10741304"/>
                <a:gd name="connsiteY102" fmla="*/ 4453210 h 5772970"/>
                <a:gd name="connsiteX103" fmla="*/ 7339742 w 10741304"/>
                <a:gd name="connsiteY103" fmla="*/ 4457917 h 5772970"/>
                <a:gd name="connsiteX104" fmla="*/ 7339742 w 10741304"/>
                <a:gd name="connsiteY104" fmla="*/ 1572406 h 5772970"/>
                <a:gd name="connsiteX105" fmla="*/ 7733324 w 10741304"/>
                <a:gd name="connsiteY105" fmla="*/ 1572406 h 5772970"/>
                <a:gd name="connsiteX106" fmla="*/ 7733324 w 10741304"/>
                <a:gd name="connsiteY106" fmla="*/ 139022 h 5772970"/>
                <a:gd name="connsiteX107" fmla="*/ 7975293 w 10741304"/>
                <a:gd name="connsiteY107" fmla="*/ 139022 h 5772970"/>
                <a:gd name="connsiteX108" fmla="*/ 8503583 w 10741304"/>
                <a:gd name="connsiteY108" fmla="*/ 139416 h 5772970"/>
                <a:gd name="connsiteX109" fmla="*/ 8578136 w 10741304"/>
                <a:gd name="connsiteY109" fmla="*/ 105102 h 5772970"/>
                <a:gd name="connsiteX110" fmla="*/ 8767375 w 10741304"/>
                <a:gd name="connsiteY110" fmla="*/ 482 h 57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741304" h="5772970">
                  <a:moveTo>
                    <a:pt x="1003519" y="4382228"/>
                  </a:moveTo>
                  <a:lnTo>
                    <a:pt x="1016243" y="4451693"/>
                  </a:lnTo>
                  <a:lnTo>
                    <a:pt x="1003519" y="4451972"/>
                  </a:lnTo>
                  <a:close/>
                  <a:moveTo>
                    <a:pt x="5247014" y="4075064"/>
                  </a:moveTo>
                  <a:cubicBezTo>
                    <a:pt x="5334532" y="4075064"/>
                    <a:pt x="5423232" y="4075064"/>
                    <a:pt x="5516481" y="4075064"/>
                  </a:cubicBezTo>
                  <a:cubicBezTo>
                    <a:pt x="5516481" y="4508583"/>
                    <a:pt x="5516481" y="4942670"/>
                    <a:pt x="5516481" y="5382600"/>
                  </a:cubicBezTo>
                  <a:cubicBezTo>
                    <a:pt x="5655675" y="5382600"/>
                    <a:pt x="5790444" y="5382935"/>
                    <a:pt x="5925200" y="5381773"/>
                  </a:cubicBezTo>
                  <a:cubicBezTo>
                    <a:pt x="5933309" y="5381704"/>
                    <a:pt x="5943096" y="5371044"/>
                    <a:pt x="5949091" y="5363054"/>
                  </a:cubicBezTo>
                  <a:cubicBezTo>
                    <a:pt x="6001374" y="5293361"/>
                    <a:pt x="6073956" y="5253035"/>
                    <a:pt x="6157563" y="5253209"/>
                  </a:cubicBezTo>
                  <a:cubicBezTo>
                    <a:pt x="6284636" y="5253473"/>
                    <a:pt x="6414151" y="5336524"/>
                    <a:pt x="6422974" y="5491610"/>
                  </a:cubicBezTo>
                  <a:cubicBezTo>
                    <a:pt x="6429841" y="5612327"/>
                    <a:pt x="6385686" y="5706150"/>
                    <a:pt x="6274618" y="5754011"/>
                  </a:cubicBezTo>
                  <a:cubicBezTo>
                    <a:pt x="6225558" y="5775151"/>
                    <a:pt x="6164925" y="5769436"/>
                    <a:pt x="6106295" y="5772970"/>
                  </a:cubicBezTo>
                  <a:cubicBezTo>
                    <a:pt x="6040808" y="5757011"/>
                    <a:pt x="5989506" y="5728437"/>
                    <a:pt x="5952510" y="5674097"/>
                  </a:cubicBezTo>
                  <a:cubicBezTo>
                    <a:pt x="5944844" y="5662837"/>
                    <a:pt x="5921249" y="5657828"/>
                    <a:pt x="5904952" y="5657740"/>
                  </a:cubicBezTo>
                  <a:cubicBezTo>
                    <a:pt x="5705205" y="5656663"/>
                    <a:pt x="5505452" y="5657039"/>
                    <a:pt x="5305700" y="5657039"/>
                  </a:cubicBezTo>
                  <a:cubicBezTo>
                    <a:pt x="5287247" y="5657039"/>
                    <a:pt x="5268795" y="5657039"/>
                    <a:pt x="5247014" y="5657039"/>
                  </a:cubicBezTo>
                  <a:cubicBezTo>
                    <a:pt x="5247014" y="5129371"/>
                    <a:pt x="5247014" y="4603876"/>
                    <a:pt x="5247014" y="4075064"/>
                  </a:cubicBezTo>
                  <a:close/>
                  <a:moveTo>
                    <a:pt x="1102992" y="3930446"/>
                  </a:moveTo>
                  <a:cubicBezTo>
                    <a:pt x="1161480" y="4098923"/>
                    <a:pt x="1187449" y="4271038"/>
                    <a:pt x="1188989" y="4451620"/>
                  </a:cubicBezTo>
                  <a:cubicBezTo>
                    <a:pt x="1134541" y="4456727"/>
                    <a:pt x="1080092" y="4457224"/>
                    <a:pt x="1020937" y="4452445"/>
                  </a:cubicBezTo>
                  <a:lnTo>
                    <a:pt x="1003519" y="4363743"/>
                  </a:lnTo>
                  <a:lnTo>
                    <a:pt x="1003519" y="3930761"/>
                  </a:lnTo>
                  <a:close/>
                  <a:moveTo>
                    <a:pt x="2139544" y="3930434"/>
                  </a:moveTo>
                  <a:cubicBezTo>
                    <a:pt x="2144250" y="4103095"/>
                    <a:pt x="2144238" y="4275005"/>
                    <a:pt x="2144250" y="4451572"/>
                  </a:cubicBezTo>
                  <a:cubicBezTo>
                    <a:pt x="1910274" y="4456727"/>
                    <a:pt x="1676287" y="4457224"/>
                    <a:pt x="1436962" y="4452882"/>
                  </a:cubicBezTo>
                  <a:lnTo>
                    <a:pt x="1425355" y="4372804"/>
                  </a:lnTo>
                  <a:lnTo>
                    <a:pt x="1413662" y="4238374"/>
                  </a:lnTo>
                  <a:lnTo>
                    <a:pt x="1421158" y="4343815"/>
                  </a:lnTo>
                  <a:lnTo>
                    <a:pt x="1425355" y="4372804"/>
                  </a:lnTo>
                  <a:lnTo>
                    <a:pt x="1432256" y="4452142"/>
                  </a:lnTo>
                  <a:cubicBezTo>
                    <a:pt x="1354725" y="4456727"/>
                    <a:pt x="1276564" y="4457224"/>
                    <a:pt x="1193708" y="4452360"/>
                  </a:cubicBezTo>
                  <a:cubicBezTo>
                    <a:pt x="1187449" y="4271038"/>
                    <a:pt x="1161480" y="4098923"/>
                    <a:pt x="1107698" y="3931186"/>
                  </a:cubicBezTo>
                  <a:cubicBezTo>
                    <a:pt x="1209561" y="3930688"/>
                    <a:pt x="1311436" y="3930203"/>
                    <a:pt x="1418016" y="3930446"/>
                  </a:cubicBezTo>
                  <a:lnTo>
                    <a:pt x="1413662" y="4238338"/>
                  </a:lnTo>
                  <a:lnTo>
                    <a:pt x="1422722" y="3931186"/>
                  </a:lnTo>
                  <a:cubicBezTo>
                    <a:pt x="1660094" y="3930688"/>
                    <a:pt x="1897454" y="3930191"/>
                    <a:pt x="2139544" y="3930434"/>
                  </a:cubicBezTo>
                  <a:close/>
                  <a:moveTo>
                    <a:pt x="7878841" y="2113606"/>
                  </a:moveTo>
                  <a:cubicBezTo>
                    <a:pt x="7878841" y="2720155"/>
                    <a:pt x="7878841" y="3323564"/>
                    <a:pt x="7878841" y="3929480"/>
                  </a:cubicBezTo>
                  <a:cubicBezTo>
                    <a:pt x="8369373" y="3929480"/>
                    <a:pt x="8856729" y="3929480"/>
                    <a:pt x="9354248" y="3929480"/>
                  </a:cubicBezTo>
                  <a:cubicBezTo>
                    <a:pt x="9639634" y="3929480"/>
                    <a:pt x="9925019" y="3929480"/>
                    <a:pt x="10209764" y="3929480"/>
                  </a:cubicBezTo>
                  <a:cubicBezTo>
                    <a:pt x="10209764" y="3319780"/>
                    <a:pt x="10209764" y="2716370"/>
                    <a:pt x="10209764" y="2113606"/>
                  </a:cubicBezTo>
                  <a:cubicBezTo>
                    <a:pt x="9430465" y="2113606"/>
                    <a:pt x="8654351" y="2113606"/>
                    <a:pt x="7878841" y="2113606"/>
                  </a:cubicBezTo>
                  <a:close/>
                  <a:moveTo>
                    <a:pt x="2753775" y="1676372"/>
                  </a:moveTo>
                  <a:lnTo>
                    <a:pt x="2753775" y="1676375"/>
                  </a:lnTo>
                  <a:cubicBezTo>
                    <a:pt x="2752404" y="1704612"/>
                    <a:pt x="2763066" y="1715334"/>
                    <a:pt x="2791643" y="1714679"/>
                  </a:cubicBezTo>
                  <a:cubicBezTo>
                    <a:pt x="2853878" y="1713248"/>
                    <a:pt x="2916223" y="1712908"/>
                    <a:pt x="2978435" y="1714800"/>
                  </a:cubicBezTo>
                  <a:cubicBezTo>
                    <a:pt x="2994161" y="1715280"/>
                    <a:pt x="3004252" y="1712502"/>
                    <a:pt x="3010429" y="1705844"/>
                  </a:cubicBezTo>
                  <a:lnTo>
                    <a:pt x="3016986" y="1680994"/>
                  </a:lnTo>
                  <a:lnTo>
                    <a:pt x="3010428" y="1705831"/>
                  </a:lnTo>
                  <a:cubicBezTo>
                    <a:pt x="3004250" y="1712488"/>
                    <a:pt x="2994159" y="1715264"/>
                    <a:pt x="2978435" y="1714786"/>
                  </a:cubicBezTo>
                  <a:cubicBezTo>
                    <a:pt x="2916220" y="1712892"/>
                    <a:pt x="2853882" y="1713228"/>
                    <a:pt x="2791643" y="1714662"/>
                  </a:cubicBezTo>
                  <a:cubicBezTo>
                    <a:pt x="2777352" y="1714992"/>
                    <a:pt x="2767542" y="1712477"/>
                    <a:pt x="2761476" y="1706349"/>
                  </a:cubicBezTo>
                  <a:close/>
                  <a:moveTo>
                    <a:pt x="21" y="1572111"/>
                  </a:moveTo>
                  <a:cubicBezTo>
                    <a:pt x="330752" y="1572111"/>
                    <a:pt x="658621" y="1572111"/>
                    <a:pt x="991208" y="1572851"/>
                  </a:cubicBezTo>
                  <a:cubicBezTo>
                    <a:pt x="991548" y="1745197"/>
                    <a:pt x="942145" y="1905050"/>
                    <a:pt x="869490" y="2058898"/>
                  </a:cubicBezTo>
                  <a:cubicBezTo>
                    <a:pt x="863085" y="2072459"/>
                    <a:pt x="858974" y="2087111"/>
                    <a:pt x="853722" y="2105014"/>
                  </a:cubicBezTo>
                  <a:cubicBezTo>
                    <a:pt x="750634" y="2108774"/>
                    <a:pt x="647632" y="2108774"/>
                    <a:pt x="538419" y="2108774"/>
                  </a:cubicBezTo>
                  <a:lnTo>
                    <a:pt x="533494" y="3454538"/>
                  </a:lnTo>
                  <a:lnTo>
                    <a:pt x="28100" y="3454538"/>
                  </a:lnTo>
                  <a:lnTo>
                    <a:pt x="1719" y="3451882"/>
                  </a:lnTo>
                  <a:cubicBezTo>
                    <a:pt x="1161" y="3348613"/>
                    <a:pt x="142" y="3245343"/>
                    <a:pt x="106" y="3142074"/>
                  </a:cubicBezTo>
                  <a:cubicBezTo>
                    <a:pt x="-64" y="2639070"/>
                    <a:pt x="21" y="2136053"/>
                    <a:pt x="21" y="1633049"/>
                  </a:cubicBezTo>
                  <a:cubicBezTo>
                    <a:pt x="21" y="1614673"/>
                    <a:pt x="21" y="1596297"/>
                    <a:pt x="21" y="1572111"/>
                  </a:cubicBezTo>
                  <a:close/>
                  <a:moveTo>
                    <a:pt x="2121481" y="5086"/>
                  </a:moveTo>
                  <a:cubicBezTo>
                    <a:pt x="2192549" y="13195"/>
                    <a:pt x="2250559" y="48600"/>
                    <a:pt x="2298955" y="112636"/>
                  </a:cubicBezTo>
                  <a:cubicBezTo>
                    <a:pt x="2310392" y="127771"/>
                    <a:pt x="2338121" y="137733"/>
                    <a:pt x="2358434" y="137914"/>
                  </a:cubicBezTo>
                  <a:cubicBezTo>
                    <a:pt x="2563198" y="139738"/>
                    <a:pt x="2767984" y="139024"/>
                    <a:pt x="2972763" y="139024"/>
                  </a:cubicBezTo>
                  <a:cubicBezTo>
                    <a:pt x="2989421" y="139024"/>
                    <a:pt x="3006079" y="139024"/>
                    <a:pt x="3028439" y="139024"/>
                  </a:cubicBezTo>
                  <a:cubicBezTo>
                    <a:pt x="3028439" y="615361"/>
                    <a:pt x="3028439" y="1088574"/>
                    <a:pt x="3028797" y="1566482"/>
                  </a:cubicBezTo>
                  <a:lnTo>
                    <a:pt x="3018997" y="1672984"/>
                  </a:lnTo>
                  <a:lnTo>
                    <a:pt x="3029148" y="1571189"/>
                  </a:lnTo>
                  <a:cubicBezTo>
                    <a:pt x="3152394" y="1571189"/>
                    <a:pt x="3275641" y="1571189"/>
                    <a:pt x="3401604" y="1571189"/>
                  </a:cubicBezTo>
                  <a:cubicBezTo>
                    <a:pt x="3401604" y="2534333"/>
                    <a:pt x="3401604" y="3493280"/>
                    <a:pt x="3401604" y="4457697"/>
                  </a:cubicBezTo>
                  <a:cubicBezTo>
                    <a:pt x="2985312" y="4457697"/>
                    <a:pt x="2569493" y="4457697"/>
                    <a:pt x="2148956" y="4452312"/>
                  </a:cubicBezTo>
                  <a:cubicBezTo>
                    <a:pt x="2144238" y="4275005"/>
                    <a:pt x="2144250" y="4103095"/>
                    <a:pt x="2144250" y="3931186"/>
                  </a:cubicBezTo>
                  <a:cubicBezTo>
                    <a:pt x="2386097" y="3931186"/>
                    <a:pt x="2627945" y="3931186"/>
                    <a:pt x="2872849" y="3931186"/>
                  </a:cubicBezTo>
                  <a:cubicBezTo>
                    <a:pt x="2872849" y="3323177"/>
                    <a:pt x="2872849" y="2719706"/>
                    <a:pt x="2872849" y="2110266"/>
                  </a:cubicBezTo>
                  <a:cubicBezTo>
                    <a:pt x="2202835" y="2110266"/>
                    <a:pt x="1532954" y="2110266"/>
                    <a:pt x="858428" y="2105766"/>
                  </a:cubicBezTo>
                  <a:cubicBezTo>
                    <a:pt x="858974" y="2087111"/>
                    <a:pt x="863085" y="2072459"/>
                    <a:pt x="869490" y="2058898"/>
                  </a:cubicBezTo>
                  <a:cubicBezTo>
                    <a:pt x="942145" y="1905050"/>
                    <a:pt x="991548" y="1745197"/>
                    <a:pt x="995914" y="1573590"/>
                  </a:cubicBezTo>
                  <a:cubicBezTo>
                    <a:pt x="1144511" y="1573020"/>
                    <a:pt x="1293108" y="1572050"/>
                    <a:pt x="1441705" y="1571965"/>
                  </a:cubicBezTo>
                  <a:cubicBezTo>
                    <a:pt x="1875778" y="1571711"/>
                    <a:pt x="2309852" y="1571807"/>
                    <a:pt x="2748875" y="1576113"/>
                  </a:cubicBezTo>
                  <a:lnTo>
                    <a:pt x="2753773" y="1676334"/>
                  </a:lnTo>
                  <a:lnTo>
                    <a:pt x="2753587" y="1575665"/>
                  </a:lnTo>
                  <a:cubicBezTo>
                    <a:pt x="2753345" y="1186997"/>
                    <a:pt x="2753345" y="803119"/>
                    <a:pt x="2753345" y="413400"/>
                  </a:cubicBezTo>
                  <a:cubicBezTo>
                    <a:pt x="2723005" y="413400"/>
                    <a:pt x="2694834" y="413400"/>
                    <a:pt x="2666661" y="413400"/>
                  </a:cubicBezTo>
                  <a:cubicBezTo>
                    <a:pt x="2560040" y="413400"/>
                    <a:pt x="2453394" y="414736"/>
                    <a:pt x="2346816" y="412611"/>
                  </a:cubicBezTo>
                  <a:cubicBezTo>
                    <a:pt x="2313531" y="411947"/>
                    <a:pt x="2289666" y="421210"/>
                    <a:pt x="2268271" y="446280"/>
                  </a:cubicBezTo>
                  <a:cubicBezTo>
                    <a:pt x="2200636" y="525535"/>
                    <a:pt x="2074092" y="542471"/>
                    <a:pt x="1985749" y="506636"/>
                  </a:cubicBezTo>
                  <a:cubicBezTo>
                    <a:pt x="1880648" y="464007"/>
                    <a:pt x="1811150" y="352148"/>
                    <a:pt x="1819397" y="252836"/>
                  </a:cubicBezTo>
                  <a:cubicBezTo>
                    <a:pt x="1829408" y="132250"/>
                    <a:pt x="1903253" y="23718"/>
                    <a:pt x="2045933" y="6026"/>
                  </a:cubicBezTo>
                  <a:cubicBezTo>
                    <a:pt x="2072651" y="2713"/>
                    <a:pt x="2097791" y="2383"/>
                    <a:pt x="2121481" y="5086"/>
                  </a:cubicBezTo>
                  <a:close/>
                  <a:moveTo>
                    <a:pt x="8767375" y="482"/>
                  </a:moveTo>
                  <a:cubicBezTo>
                    <a:pt x="8838571" y="-3868"/>
                    <a:pt x="8912142" y="21297"/>
                    <a:pt x="8970861" y="72956"/>
                  </a:cubicBezTo>
                  <a:cubicBezTo>
                    <a:pt x="9044817" y="138019"/>
                    <a:pt x="9060180" y="230745"/>
                    <a:pt x="9041529" y="321458"/>
                  </a:cubicBezTo>
                  <a:cubicBezTo>
                    <a:pt x="9024055" y="406445"/>
                    <a:pt x="8972818" y="473542"/>
                    <a:pt x="8884808" y="505291"/>
                  </a:cubicBezTo>
                  <a:cubicBezTo>
                    <a:pt x="8763069" y="549207"/>
                    <a:pt x="8661379" y="522293"/>
                    <a:pt x="8576671" y="425179"/>
                  </a:cubicBezTo>
                  <a:cubicBezTo>
                    <a:pt x="8570572" y="418185"/>
                    <a:pt x="8557609" y="413924"/>
                    <a:pt x="8547818" y="413888"/>
                  </a:cubicBezTo>
                  <a:cubicBezTo>
                    <a:pt x="8370149" y="413224"/>
                    <a:pt x="8192479" y="413403"/>
                    <a:pt x="8011291" y="413403"/>
                  </a:cubicBezTo>
                  <a:cubicBezTo>
                    <a:pt x="8011291" y="798542"/>
                    <a:pt x="8011291" y="1181891"/>
                    <a:pt x="8011291" y="1571873"/>
                  </a:cubicBezTo>
                  <a:cubicBezTo>
                    <a:pt x="8916792" y="1571873"/>
                    <a:pt x="9823592" y="1571873"/>
                    <a:pt x="10735037" y="1571870"/>
                  </a:cubicBezTo>
                  <a:cubicBezTo>
                    <a:pt x="10740249" y="1581979"/>
                    <a:pt x="10741304" y="1592088"/>
                    <a:pt x="10741304" y="1602199"/>
                  </a:cubicBezTo>
                  <a:cubicBezTo>
                    <a:pt x="10741291" y="2550967"/>
                    <a:pt x="10741198" y="3499734"/>
                    <a:pt x="10740398" y="4453210"/>
                  </a:cubicBezTo>
                  <a:cubicBezTo>
                    <a:pt x="9607260" y="4457917"/>
                    <a:pt x="8474837" y="4457917"/>
                    <a:pt x="7339742" y="4457917"/>
                  </a:cubicBezTo>
                  <a:cubicBezTo>
                    <a:pt x="7339742" y="3495300"/>
                    <a:pt x="7339742" y="2536212"/>
                    <a:pt x="7339742" y="1572406"/>
                  </a:cubicBezTo>
                  <a:cubicBezTo>
                    <a:pt x="7469990" y="1572406"/>
                    <a:pt x="7599391" y="1572406"/>
                    <a:pt x="7733324" y="1572406"/>
                  </a:cubicBezTo>
                  <a:cubicBezTo>
                    <a:pt x="7733324" y="1092919"/>
                    <a:pt x="7733324" y="618113"/>
                    <a:pt x="7733324" y="139022"/>
                  </a:cubicBezTo>
                  <a:cubicBezTo>
                    <a:pt x="7817007" y="139022"/>
                    <a:pt x="7896150" y="139022"/>
                    <a:pt x="7975293" y="139022"/>
                  </a:cubicBezTo>
                  <a:cubicBezTo>
                    <a:pt x="8151390" y="139022"/>
                    <a:pt x="8327489" y="138600"/>
                    <a:pt x="8503583" y="139416"/>
                  </a:cubicBezTo>
                  <a:cubicBezTo>
                    <a:pt x="8534944" y="139560"/>
                    <a:pt x="8555948" y="135036"/>
                    <a:pt x="8578136" y="105102"/>
                  </a:cubicBezTo>
                  <a:cubicBezTo>
                    <a:pt x="8627358" y="38699"/>
                    <a:pt x="8696179" y="4833"/>
                    <a:pt x="8767375" y="482"/>
                  </a:cubicBezTo>
                  <a:close/>
                </a:path>
              </a:pathLst>
            </a:custGeom>
            <a:grpFill/>
            <a:ln w="6350" cap="flat">
              <a:noFill/>
              <a:prstDash val="solid"/>
              <a:miter/>
            </a:ln>
          </p:spPr>
          <p:txBody>
            <a:bodyPr wrap="square" rtlCol="0" anchor="ctr">
              <a:noAutofit/>
            </a:bodyPr>
            <a:lstStyle/>
            <a:p>
              <a:endParaRPr lang="en-US"/>
            </a:p>
          </p:txBody>
        </p:sp>
        <p:sp>
          <p:nvSpPr>
            <p:cNvPr id="2121" name="Freeform: Shape 2120">
              <a:extLst>
                <a:ext uri="{FF2B5EF4-FFF2-40B4-BE49-F238E27FC236}">
                  <a16:creationId xmlns:a16="http://schemas.microsoft.com/office/drawing/2014/main" id="{25035D13-0D6F-7C89-7C68-24C15F3D0362}"/>
                </a:ext>
                <a:ext uri="{C183D7F6-B498-43B3-948B-1728B52AA6E4}">
                  <adec:decorative xmlns:adec="http://schemas.microsoft.com/office/drawing/2017/decorative" val="1"/>
                </a:ext>
              </a:extLst>
            </p:cNvPr>
            <p:cNvSpPr/>
            <p:nvPr/>
          </p:nvSpPr>
          <p:spPr>
            <a:xfrm>
              <a:off x="4377431" y="4343071"/>
              <a:ext cx="717793" cy="457200"/>
            </a:xfrm>
            <a:custGeom>
              <a:avLst/>
              <a:gdLst>
                <a:gd name="connsiteX0" fmla="*/ 7925843 w 10766729"/>
                <a:gd name="connsiteY0" fmla="*/ 5386578 h 6857891"/>
                <a:gd name="connsiteX1" fmla="*/ 8079722 w 10766729"/>
                <a:gd name="connsiteY1" fmla="*/ 5386839 h 6857891"/>
                <a:gd name="connsiteX2" fmla="*/ 7964562 w 10766729"/>
                <a:gd name="connsiteY2" fmla="*/ 5548020 h 6857891"/>
                <a:gd name="connsiteX3" fmla="*/ 7521079 w 10766729"/>
                <a:gd name="connsiteY3" fmla="*/ 6180784 h 6857891"/>
                <a:gd name="connsiteX4" fmla="*/ 7475097 w 10766729"/>
                <a:gd name="connsiteY4" fmla="*/ 6322273 h 6857891"/>
                <a:gd name="connsiteX5" fmla="*/ 7476576 w 10766729"/>
                <a:gd name="connsiteY5" fmla="*/ 6789642 h 6857891"/>
                <a:gd name="connsiteX6" fmla="*/ 7476576 w 10766729"/>
                <a:gd name="connsiteY6" fmla="*/ 6857342 h 6857891"/>
                <a:gd name="connsiteX7" fmla="*/ 7192031 w 10766729"/>
                <a:gd name="connsiteY7" fmla="*/ 6857891 h 6857891"/>
                <a:gd name="connsiteX8" fmla="*/ 7191295 w 10766729"/>
                <a:gd name="connsiteY8" fmla="*/ 6262094 h 6857891"/>
                <a:gd name="connsiteX9" fmla="*/ 7174614 w 10766729"/>
                <a:gd name="connsiteY9" fmla="*/ 6228225 h 6857891"/>
                <a:gd name="connsiteX10" fmla="*/ 6763059 w 10766729"/>
                <a:gd name="connsiteY10" fmla="*/ 5633631 h 6857891"/>
                <a:gd name="connsiteX11" fmla="*/ 6592553 w 10766729"/>
                <a:gd name="connsiteY11" fmla="*/ 5386837 h 6857891"/>
                <a:gd name="connsiteX12" fmla="*/ 6899547 w 10766729"/>
                <a:gd name="connsiteY12" fmla="*/ 5388073 h 6857891"/>
                <a:gd name="connsiteX13" fmla="*/ 6949213 w 10766729"/>
                <a:gd name="connsiteY13" fmla="*/ 5415005 h 6857891"/>
                <a:gd name="connsiteX14" fmla="*/ 7339830 w 10766729"/>
                <a:gd name="connsiteY14" fmla="*/ 6005461 h 6857891"/>
                <a:gd name="connsiteX15" fmla="*/ 7733169 w 10766729"/>
                <a:gd name="connsiteY15" fmla="*/ 5411489 h 6857891"/>
                <a:gd name="connsiteX16" fmla="*/ 7778527 w 10766729"/>
                <a:gd name="connsiteY16" fmla="*/ 5387914 h 6857891"/>
                <a:gd name="connsiteX17" fmla="*/ 7925843 w 10766729"/>
                <a:gd name="connsiteY17" fmla="*/ 5386578 h 6857891"/>
                <a:gd name="connsiteX18" fmla="*/ 0 w 10766729"/>
                <a:gd name="connsiteY18" fmla="*/ 4339315 h 6857891"/>
                <a:gd name="connsiteX19" fmla="*/ 811163 w 10766729"/>
                <a:gd name="connsiteY19" fmla="*/ 4339315 h 6857891"/>
                <a:gd name="connsiteX20" fmla="*/ 811163 w 10766729"/>
                <a:gd name="connsiteY20" fmla="*/ 5150478 h 6857891"/>
                <a:gd name="connsiteX21" fmla="*/ 0 w 10766729"/>
                <a:gd name="connsiteY21" fmla="*/ 5150478 h 6857891"/>
                <a:gd name="connsiteX22" fmla="*/ 8692050 w 10766729"/>
                <a:gd name="connsiteY22" fmla="*/ 3525026 h 6857891"/>
                <a:gd name="connsiteX23" fmla="*/ 8511174 w 10766729"/>
                <a:gd name="connsiteY23" fmla="*/ 3589718 h 6857891"/>
                <a:gd name="connsiteX24" fmla="*/ 8430649 w 10766729"/>
                <a:gd name="connsiteY24" fmla="*/ 3867257 h 6857891"/>
                <a:gd name="connsiteX25" fmla="*/ 8624496 w 10766729"/>
                <a:gd name="connsiteY25" fmla="*/ 4045429 h 6857891"/>
                <a:gd name="connsiteX26" fmla="*/ 8868754 w 10766729"/>
                <a:gd name="connsiteY26" fmla="*/ 3961945 h 6857891"/>
                <a:gd name="connsiteX27" fmla="*/ 8847624 w 10766729"/>
                <a:gd name="connsiteY27" fmla="*/ 3582323 h 6857891"/>
                <a:gd name="connsiteX28" fmla="*/ 8692050 w 10766729"/>
                <a:gd name="connsiteY28" fmla="*/ 3525026 h 6857891"/>
                <a:gd name="connsiteX29" fmla="*/ 5645492 w 10766729"/>
                <a:gd name="connsiteY29" fmla="*/ 3085506 h 6857891"/>
                <a:gd name="connsiteX30" fmla="*/ 5192776 w 10766729"/>
                <a:gd name="connsiteY30" fmla="*/ 3760904 h 6857891"/>
                <a:gd name="connsiteX31" fmla="*/ 5590479 w 10766729"/>
                <a:gd name="connsiteY31" fmla="*/ 3760904 h 6857891"/>
                <a:gd name="connsiteX32" fmla="*/ 5645492 w 10766729"/>
                <a:gd name="connsiteY32" fmla="*/ 3760904 h 6857891"/>
                <a:gd name="connsiteX33" fmla="*/ 5645492 w 10766729"/>
                <a:gd name="connsiteY33" fmla="*/ 3085506 h 6857891"/>
                <a:gd name="connsiteX34" fmla="*/ 985876 w 10766729"/>
                <a:gd name="connsiteY34" fmla="*/ 2930477 h 6857891"/>
                <a:gd name="connsiteX35" fmla="*/ 1460595 w 10766729"/>
                <a:gd name="connsiteY35" fmla="*/ 2930477 h 6857891"/>
                <a:gd name="connsiteX36" fmla="*/ 1460595 w 10766729"/>
                <a:gd name="connsiteY36" fmla="*/ 3913331 h 6857891"/>
                <a:gd name="connsiteX37" fmla="*/ 1460595 w 10766729"/>
                <a:gd name="connsiteY37" fmla="*/ 4215279 h 6857891"/>
                <a:gd name="connsiteX38" fmla="*/ 1218487 w 10766729"/>
                <a:gd name="connsiteY38" fmla="*/ 4215279 h 6857891"/>
                <a:gd name="connsiteX39" fmla="*/ 1218487 w 10766729"/>
                <a:gd name="connsiteY39" fmla="*/ 3132644 h 6857891"/>
                <a:gd name="connsiteX40" fmla="*/ 985876 w 10766729"/>
                <a:gd name="connsiteY40" fmla="*/ 3132644 h 6857891"/>
                <a:gd name="connsiteX41" fmla="*/ 985876 w 10766729"/>
                <a:gd name="connsiteY41" fmla="*/ 2930477 h 6857891"/>
                <a:gd name="connsiteX42" fmla="*/ 9297838 w 10766729"/>
                <a:gd name="connsiteY42" fmla="*/ 2929835 h 6857891"/>
                <a:gd name="connsiteX43" fmla="*/ 10225418 w 10766729"/>
                <a:gd name="connsiteY43" fmla="*/ 2929835 h 6857891"/>
                <a:gd name="connsiteX44" fmla="*/ 10167599 w 10766729"/>
                <a:gd name="connsiteY44" fmla="*/ 3280951 h 6857891"/>
                <a:gd name="connsiteX45" fmla="*/ 9889416 w 10766729"/>
                <a:gd name="connsiteY45" fmla="*/ 3843435 h 6857891"/>
                <a:gd name="connsiteX46" fmla="*/ 9721443 w 10766729"/>
                <a:gd name="connsiteY46" fmla="*/ 4197154 h 6857891"/>
                <a:gd name="connsiteX47" fmla="*/ 9692518 w 10766729"/>
                <a:gd name="connsiteY47" fmla="*/ 4217258 h 6857891"/>
                <a:gd name="connsiteX48" fmla="*/ 9441087 w 10766729"/>
                <a:gd name="connsiteY48" fmla="*/ 4218170 h 6857891"/>
                <a:gd name="connsiteX49" fmla="*/ 9824023 w 10766729"/>
                <a:gd name="connsiteY49" fmla="*/ 3456062 h 6857891"/>
                <a:gd name="connsiteX50" fmla="*/ 9991573 w 10766729"/>
                <a:gd name="connsiteY50" fmla="*/ 3132933 h 6857891"/>
                <a:gd name="connsiteX51" fmla="*/ 9297838 w 10766729"/>
                <a:gd name="connsiteY51" fmla="*/ 3132933 h 6857891"/>
                <a:gd name="connsiteX52" fmla="*/ 9297838 w 10766729"/>
                <a:gd name="connsiteY52" fmla="*/ 2929835 h 6857891"/>
                <a:gd name="connsiteX53" fmla="*/ 5878530 w 10766729"/>
                <a:gd name="connsiteY53" fmla="*/ 2927615 h 6857891"/>
                <a:gd name="connsiteX54" fmla="*/ 5878530 w 10766729"/>
                <a:gd name="connsiteY54" fmla="*/ 3748159 h 6857891"/>
                <a:gd name="connsiteX55" fmla="*/ 6091223 w 10766729"/>
                <a:gd name="connsiteY55" fmla="*/ 3748159 h 6857891"/>
                <a:gd name="connsiteX56" fmla="*/ 6091223 w 10766729"/>
                <a:gd name="connsiteY56" fmla="*/ 3951508 h 6857891"/>
                <a:gd name="connsiteX57" fmla="*/ 5883539 w 10766729"/>
                <a:gd name="connsiteY57" fmla="*/ 3951508 h 6857891"/>
                <a:gd name="connsiteX58" fmla="*/ 5883539 w 10766729"/>
                <a:gd name="connsiteY58" fmla="*/ 4214979 h 6857891"/>
                <a:gd name="connsiteX59" fmla="*/ 5637223 w 10766729"/>
                <a:gd name="connsiteY59" fmla="*/ 4214979 h 6857891"/>
                <a:gd name="connsiteX60" fmla="*/ 5637223 w 10766729"/>
                <a:gd name="connsiteY60" fmla="*/ 4015850 h 6857891"/>
                <a:gd name="connsiteX61" fmla="*/ 5637223 w 10766729"/>
                <a:gd name="connsiteY61" fmla="*/ 3956480 h 6857891"/>
                <a:gd name="connsiteX62" fmla="*/ 4956417 w 10766729"/>
                <a:gd name="connsiteY62" fmla="*/ 3956480 h 6857891"/>
                <a:gd name="connsiteX63" fmla="*/ 4958592 w 10766729"/>
                <a:gd name="connsiteY63" fmla="*/ 3746866 h 6857891"/>
                <a:gd name="connsiteX64" fmla="*/ 5004249 w 10766729"/>
                <a:gd name="connsiteY64" fmla="*/ 3667594 h 6857891"/>
                <a:gd name="connsiteX65" fmla="*/ 5493734 w 10766729"/>
                <a:gd name="connsiteY65" fmla="*/ 2953830 h 6857891"/>
                <a:gd name="connsiteX66" fmla="*/ 5534568 w 10766729"/>
                <a:gd name="connsiteY66" fmla="*/ 2928751 h 6857891"/>
                <a:gd name="connsiteX67" fmla="*/ 5878530 w 10766729"/>
                <a:gd name="connsiteY67" fmla="*/ 2927615 h 6857891"/>
                <a:gd name="connsiteX68" fmla="*/ 6364451 w 10766729"/>
                <a:gd name="connsiteY68" fmla="*/ 2927372 h 6857891"/>
                <a:gd name="connsiteX69" fmla="*/ 7148538 w 10766729"/>
                <a:gd name="connsiteY69" fmla="*/ 2927619 h 6857891"/>
                <a:gd name="connsiteX70" fmla="*/ 7148538 w 10766729"/>
                <a:gd name="connsiteY70" fmla="*/ 3130855 h 6857891"/>
                <a:gd name="connsiteX71" fmla="*/ 6714432 w 10766729"/>
                <a:gd name="connsiteY71" fmla="*/ 3130855 h 6857891"/>
                <a:gd name="connsiteX72" fmla="*/ 6539468 w 10766729"/>
                <a:gd name="connsiteY72" fmla="*/ 3130855 h 6857891"/>
                <a:gd name="connsiteX73" fmla="*/ 6515333 w 10766729"/>
                <a:gd name="connsiteY73" fmla="*/ 3452951 h 6857891"/>
                <a:gd name="connsiteX74" fmla="*/ 6844691 w 10766729"/>
                <a:gd name="connsiteY74" fmla="*/ 3374863 h 6857891"/>
                <a:gd name="connsiteX75" fmla="*/ 7234021 w 10766729"/>
                <a:gd name="connsiteY75" fmla="*/ 3765370 h 6857891"/>
                <a:gd name="connsiteX76" fmla="*/ 7118033 w 10766729"/>
                <a:gd name="connsiteY76" fmla="*/ 4100888 h 6857891"/>
                <a:gd name="connsiteX77" fmla="*/ 6857212 w 10766729"/>
                <a:gd name="connsiteY77" fmla="*/ 4237912 h 6857891"/>
                <a:gd name="connsiteX78" fmla="*/ 6438671 w 10766729"/>
                <a:gd name="connsiteY78" fmla="*/ 4196969 h 6857891"/>
                <a:gd name="connsiteX79" fmla="*/ 6227471 w 10766729"/>
                <a:gd name="connsiteY79" fmla="*/ 4070314 h 6857891"/>
                <a:gd name="connsiteX80" fmla="*/ 6348310 w 10766729"/>
                <a:gd name="connsiteY80" fmla="*/ 3896898 h 6857891"/>
                <a:gd name="connsiteX81" fmla="*/ 6575090 w 10766729"/>
                <a:gd name="connsiteY81" fmla="*/ 4023526 h 6857891"/>
                <a:gd name="connsiteX82" fmla="*/ 6909303 w 10766729"/>
                <a:gd name="connsiteY82" fmla="*/ 3974641 h 6857891"/>
                <a:gd name="connsiteX83" fmla="*/ 6985416 w 10766729"/>
                <a:gd name="connsiteY83" fmla="*/ 3765567 h 6857891"/>
                <a:gd name="connsiteX84" fmla="*/ 6813771 w 10766729"/>
                <a:gd name="connsiteY84" fmla="*/ 3578099 h 6857891"/>
                <a:gd name="connsiteX85" fmla="*/ 6501487 w 10766729"/>
                <a:gd name="connsiteY85" fmla="*/ 3646892 h 6857891"/>
                <a:gd name="connsiteX86" fmla="*/ 6389256 w 10766729"/>
                <a:gd name="connsiteY86" fmla="*/ 3668916 h 6857891"/>
                <a:gd name="connsiteX87" fmla="*/ 6285089 w 10766729"/>
                <a:gd name="connsiteY87" fmla="*/ 3643328 h 6857891"/>
                <a:gd name="connsiteX88" fmla="*/ 6307282 w 10766729"/>
                <a:gd name="connsiteY88" fmla="*/ 3406119 h 6857891"/>
                <a:gd name="connsiteX89" fmla="*/ 6317990 w 10766729"/>
                <a:gd name="connsiteY89" fmla="*/ 3215653 h 6857891"/>
                <a:gd name="connsiteX90" fmla="*/ 6328504 w 10766729"/>
                <a:gd name="connsiteY90" fmla="*/ 2974406 h 6857891"/>
                <a:gd name="connsiteX91" fmla="*/ 6364451 w 10766729"/>
                <a:gd name="connsiteY91" fmla="*/ 2927372 h 6857891"/>
                <a:gd name="connsiteX92" fmla="*/ 8758475 w 10766729"/>
                <a:gd name="connsiteY92" fmla="*/ 2926219 h 6857891"/>
                <a:gd name="connsiteX93" fmla="*/ 8995560 w 10766729"/>
                <a:gd name="connsiteY93" fmla="*/ 2927610 h 6857891"/>
                <a:gd name="connsiteX94" fmla="*/ 9006690 w 10766729"/>
                <a:gd name="connsiteY94" fmla="*/ 2941625 h 6857891"/>
                <a:gd name="connsiteX95" fmla="*/ 8535752 w 10766729"/>
                <a:gd name="connsiteY95" fmla="*/ 3367163 h 6857891"/>
                <a:gd name="connsiteX96" fmla="*/ 8558331 w 10766729"/>
                <a:gd name="connsiteY96" fmla="*/ 3392659 h 6857891"/>
                <a:gd name="connsiteX97" fmla="*/ 8704860 w 10766729"/>
                <a:gd name="connsiteY97" fmla="*/ 3360758 h 6857891"/>
                <a:gd name="connsiteX98" fmla="*/ 9170298 w 10766729"/>
                <a:gd name="connsiteY98" fmla="*/ 3641543 h 6857891"/>
                <a:gd name="connsiteX99" fmla="*/ 8944452 w 10766729"/>
                <a:gd name="connsiteY99" fmla="*/ 4184540 h 6857891"/>
                <a:gd name="connsiteX100" fmla="*/ 8710109 w 10766729"/>
                <a:gd name="connsiteY100" fmla="*/ 4248812 h 6857891"/>
                <a:gd name="connsiteX101" fmla="*/ 8414892 w 10766729"/>
                <a:gd name="connsiteY101" fmla="*/ 4199488 h 6857891"/>
                <a:gd name="connsiteX102" fmla="*/ 8174639 w 10766729"/>
                <a:gd name="connsiteY102" fmla="*/ 3709582 h 6857891"/>
                <a:gd name="connsiteX103" fmla="*/ 8389790 w 10766729"/>
                <a:gd name="connsiteY103" fmla="*/ 3270529 h 6857891"/>
                <a:gd name="connsiteX104" fmla="*/ 8638165 w 10766729"/>
                <a:gd name="connsiteY104" fmla="*/ 2990573 h 6857891"/>
                <a:gd name="connsiteX105" fmla="*/ 8758475 w 10766729"/>
                <a:gd name="connsiteY105" fmla="*/ 2926219 h 6857891"/>
                <a:gd name="connsiteX106" fmla="*/ 4273726 w 10766729"/>
                <a:gd name="connsiteY106" fmla="*/ 2896604 h 6857891"/>
                <a:gd name="connsiteX107" fmla="*/ 4556666 w 10766729"/>
                <a:gd name="connsiteY107" fmla="*/ 2937947 h 6857891"/>
                <a:gd name="connsiteX108" fmla="*/ 4740331 w 10766729"/>
                <a:gd name="connsiteY108" fmla="*/ 3377905 h 6857891"/>
                <a:gd name="connsiteX109" fmla="*/ 4522212 w 10766729"/>
                <a:gd name="connsiteY109" fmla="*/ 3545423 h 6857891"/>
                <a:gd name="connsiteX110" fmla="*/ 4778752 w 10766729"/>
                <a:gd name="connsiteY110" fmla="*/ 3746984 h 6857891"/>
                <a:gd name="connsiteX111" fmla="*/ 4784150 w 10766729"/>
                <a:gd name="connsiteY111" fmla="*/ 3962511 h 6857891"/>
                <a:gd name="connsiteX112" fmla="*/ 4488992 w 10766729"/>
                <a:gd name="connsiteY112" fmla="*/ 4225932 h 6857891"/>
                <a:gd name="connsiteX113" fmla="*/ 3935166 w 10766729"/>
                <a:gd name="connsiteY113" fmla="*/ 4144240 h 6857891"/>
                <a:gd name="connsiteX114" fmla="*/ 3798228 w 10766729"/>
                <a:gd name="connsiteY114" fmla="*/ 3910925 h 6857891"/>
                <a:gd name="connsiteX115" fmla="*/ 3785418 w 10766729"/>
                <a:gd name="connsiteY115" fmla="*/ 3814508 h 6857891"/>
                <a:gd name="connsiteX116" fmla="*/ 4028294 w 10766729"/>
                <a:gd name="connsiteY116" fmla="*/ 3814508 h 6857891"/>
                <a:gd name="connsiteX117" fmla="*/ 4130746 w 10766729"/>
                <a:gd name="connsiteY117" fmla="*/ 4007334 h 6857891"/>
                <a:gd name="connsiteX118" fmla="*/ 4491308 w 10766729"/>
                <a:gd name="connsiteY118" fmla="*/ 3976822 h 6857891"/>
                <a:gd name="connsiteX119" fmla="*/ 4546356 w 10766729"/>
                <a:gd name="connsiteY119" fmla="*/ 3805068 h 6857891"/>
                <a:gd name="connsiteX120" fmla="*/ 4380267 w 10766729"/>
                <a:gd name="connsiteY120" fmla="*/ 3650719 h 6857891"/>
                <a:gd name="connsiteX121" fmla="*/ 4146777 w 10766729"/>
                <a:gd name="connsiteY121" fmla="*/ 3633807 h 6857891"/>
                <a:gd name="connsiteX122" fmla="*/ 4146777 w 10766729"/>
                <a:gd name="connsiteY122" fmla="*/ 3472646 h 6857891"/>
                <a:gd name="connsiteX123" fmla="*/ 4360097 w 10766729"/>
                <a:gd name="connsiteY123" fmla="*/ 3444834 h 6857891"/>
                <a:gd name="connsiteX124" fmla="*/ 4504650 w 10766729"/>
                <a:gd name="connsiteY124" fmla="*/ 3343917 h 6857891"/>
                <a:gd name="connsiteX125" fmla="*/ 4453499 w 10766729"/>
                <a:gd name="connsiteY125" fmla="*/ 3139081 h 6857891"/>
                <a:gd name="connsiteX126" fmla="*/ 4102940 w 10766729"/>
                <a:gd name="connsiteY126" fmla="*/ 3178490 h 6857891"/>
                <a:gd name="connsiteX127" fmla="*/ 4040863 w 10766729"/>
                <a:gd name="connsiteY127" fmla="*/ 3302329 h 6857891"/>
                <a:gd name="connsiteX128" fmla="*/ 3818850 w 10766729"/>
                <a:gd name="connsiteY128" fmla="*/ 3302329 h 6857891"/>
                <a:gd name="connsiteX129" fmla="*/ 3905576 w 10766729"/>
                <a:gd name="connsiteY129" fmla="*/ 3060191 h 6857891"/>
                <a:gd name="connsiteX130" fmla="*/ 4273726 w 10766729"/>
                <a:gd name="connsiteY130" fmla="*/ 2896604 h 6857891"/>
                <a:gd name="connsiteX131" fmla="*/ 2196919 w 10766729"/>
                <a:gd name="connsiteY131" fmla="*/ 2896457 h 6857891"/>
                <a:gd name="connsiteX132" fmla="*/ 2525811 w 10766729"/>
                <a:gd name="connsiteY132" fmla="*/ 2979855 h 6857891"/>
                <a:gd name="connsiteX133" fmla="*/ 2669109 w 10766729"/>
                <a:gd name="connsiteY133" fmla="*/ 3242941 h 6857891"/>
                <a:gd name="connsiteX134" fmla="*/ 2533942 w 10766729"/>
                <a:gd name="connsiteY134" fmla="*/ 3584990 h 6857891"/>
                <a:gd name="connsiteX135" fmla="*/ 2139427 w 10766729"/>
                <a:gd name="connsiteY135" fmla="*/ 3930814 h 6857891"/>
                <a:gd name="connsiteX136" fmla="*/ 2047923 w 10766729"/>
                <a:gd name="connsiteY136" fmla="*/ 4013859 h 6857891"/>
                <a:gd name="connsiteX137" fmla="*/ 2700374 w 10766729"/>
                <a:gd name="connsiteY137" fmla="*/ 4013859 h 6857891"/>
                <a:gd name="connsiteX138" fmla="*/ 2700355 w 10766729"/>
                <a:gd name="connsiteY138" fmla="*/ 4195879 h 6857891"/>
                <a:gd name="connsiteX139" fmla="*/ 2661794 w 10766729"/>
                <a:gd name="connsiteY139" fmla="*/ 4217460 h 6857891"/>
                <a:gd name="connsiteX140" fmla="*/ 1724911 w 10766729"/>
                <a:gd name="connsiteY140" fmla="*/ 4218196 h 6857891"/>
                <a:gd name="connsiteX141" fmla="*/ 1729133 w 10766729"/>
                <a:gd name="connsiteY141" fmla="*/ 4018252 h 6857891"/>
                <a:gd name="connsiteX142" fmla="*/ 1821240 w 10766729"/>
                <a:gd name="connsiteY142" fmla="*/ 3925346 h 6857891"/>
                <a:gd name="connsiteX143" fmla="*/ 2064953 w 10766729"/>
                <a:gd name="connsiteY143" fmla="*/ 3720338 h 6857891"/>
                <a:gd name="connsiteX144" fmla="*/ 2279028 w 10766729"/>
                <a:gd name="connsiteY144" fmla="*/ 3533429 h 6857891"/>
                <a:gd name="connsiteX145" fmla="*/ 2417584 w 10766729"/>
                <a:gd name="connsiteY145" fmla="*/ 3290966 h 6857891"/>
                <a:gd name="connsiteX146" fmla="*/ 2242981 w 10766729"/>
                <a:gd name="connsiteY146" fmla="*/ 3100930 h 6857891"/>
                <a:gd name="connsiteX147" fmla="*/ 1968487 w 10766729"/>
                <a:gd name="connsiteY147" fmla="*/ 3314967 h 6857891"/>
                <a:gd name="connsiteX148" fmla="*/ 1954224 w 10766729"/>
                <a:gd name="connsiteY148" fmla="*/ 3383242 h 6857891"/>
                <a:gd name="connsiteX149" fmla="*/ 1728174 w 10766729"/>
                <a:gd name="connsiteY149" fmla="*/ 3383242 h 6857891"/>
                <a:gd name="connsiteX150" fmla="*/ 1783250 w 10766729"/>
                <a:gd name="connsiteY150" fmla="*/ 3120351 h 6857891"/>
                <a:gd name="connsiteX151" fmla="*/ 2196919 w 10766729"/>
                <a:gd name="connsiteY151" fmla="*/ 2896457 h 6857891"/>
                <a:gd name="connsiteX152" fmla="*/ 714890 w 10766729"/>
                <a:gd name="connsiteY152" fmla="*/ 3583 h 6857891"/>
                <a:gd name="connsiteX153" fmla="*/ 1077659 w 10766729"/>
                <a:gd name="connsiteY153" fmla="*/ 516729 h 6857891"/>
                <a:gd name="connsiteX154" fmla="*/ 1257574 w 10766729"/>
                <a:gd name="connsiteY154" fmla="*/ 269873 h 6857891"/>
                <a:gd name="connsiteX155" fmla="*/ 1446213 w 10766729"/>
                <a:gd name="connsiteY155" fmla="*/ 3583 h 6857891"/>
                <a:gd name="connsiteX156" fmla="*/ 9468081 w 10766729"/>
                <a:gd name="connsiteY156" fmla="*/ 1040 h 6857891"/>
                <a:gd name="connsiteX157" fmla="*/ 10728449 w 10766729"/>
                <a:gd name="connsiteY157" fmla="*/ 3563 h 6857891"/>
                <a:gd name="connsiteX158" fmla="*/ 10729384 w 10766729"/>
                <a:gd name="connsiteY158" fmla="*/ 111837 h 6857891"/>
                <a:gd name="connsiteX159" fmla="*/ 10656749 w 10766729"/>
                <a:gd name="connsiteY159" fmla="*/ 312445 h 6857891"/>
                <a:gd name="connsiteX160" fmla="*/ 10207868 w 10766729"/>
                <a:gd name="connsiteY160" fmla="*/ 800692 h 6857891"/>
                <a:gd name="connsiteX161" fmla="*/ 9919345 w 10766729"/>
                <a:gd name="connsiteY161" fmla="*/ 1109999 h 6857891"/>
                <a:gd name="connsiteX162" fmla="*/ 9793388 w 10766729"/>
                <a:gd name="connsiteY162" fmla="*/ 1251574 h 6857891"/>
                <a:gd name="connsiteX163" fmla="*/ 10766729 w 10766729"/>
                <a:gd name="connsiteY163" fmla="*/ 1251574 h 6857891"/>
                <a:gd name="connsiteX164" fmla="*/ 10766729 w 10766729"/>
                <a:gd name="connsiteY164" fmla="*/ 1472057 h 6857891"/>
                <a:gd name="connsiteX165" fmla="*/ 9437864 w 10766729"/>
                <a:gd name="connsiteY165" fmla="*/ 1472057 h 6857891"/>
                <a:gd name="connsiteX166" fmla="*/ 9438457 w 10766729"/>
                <a:gd name="connsiteY166" fmla="*/ 1262524 h 6857891"/>
                <a:gd name="connsiteX167" fmla="*/ 9451572 w 10766729"/>
                <a:gd name="connsiteY167" fmla="*/ 1232298 h 6857891"/>
                <a:gd name="connsiteX168" fmla="*/ 9534623 w 10766729"/>
                <a:gd name="connsiteY168" fmla="*/ 1138774 h 6857891"/>
                <a:gd name="connsiteX169" fmla="*/ 9827784 w 10766729"/>
                <a:gd name="connsiteY169" fmla="*/ 815322 h 6857891"/>
                <a:gd name="connsiteX170" fmla="*/ 10188797 w 10766729"/>
                <a:gd name="connsiteY170" fmla="*/ 423262 h 6857891"/>
                <a:gd name="connsiteX171" fmla="*/ 10364967 w 10766729"/>
                <a:gd name="connsiteY171" fmla="*/ 224238 h 6857891"/>
                <a:gd name="connsiteX172" fmla="*/ 9468081 w 10766729"/>
                <a:gd name="connsiteY172" fmla="*/ 224238 h 6857891"/>
                <a:gd name="connsiteX173" fmla="*/ 1823369 w 10766729"/>
                <a:gd name="connsiteY173" fmla="*/ 966 h 6857891"/>
                <a:gd name="connsiteX174" fmla="*/ 1819268 w 10766729"/>
                <a:gd name="connsiteY174" fmla="*/ 1466 h 6857891"/>
                <a:gd name="connsiteX175" fmla="*/ 1773964 w 10766729"/>
                <a:gd name="connsiteY175" fmla="*/ 28433 h 6857891"/>
                <a:gd name="connsiteX176" fmla="*/ 1528113 w 10766729"/>
                <a:gd name="connsiteY176" fmla="*/ 344968 h 6857891"/>
                <a:gd name="connsiteX177" fmla="*/ 1244361 w 10766729"/>
                <a:gd name="connsiteY177" fmla="*/ 710733 h 6857891"/>
                <a:gd name="connsiteX178" fmla="*/ 1829524 w 10766729"/>
                <a:gd name="connsiteY178" fmla="*/ 1474434 h 6857891"/>
                <a:gd name="connsiteX179" fmla="*/ 1498219 w 10766729"/>
                <a:gd name="connsiteY179" fmla="*/ 1473361 h 6857891"/>
                <a:gd name="connsiteX180" fmla="*/ 1452812 w 10766729"/>
                <a:gd name="connsiteY180" fmla="*/ 1449724 h 6857891"/>
                <a:gd name="connsiteX181" fmla="*/ 1071700 w 10766729"/>
                <a:gd name="connsiteY181" fmla="*/ 914334 h 6857891"/>
                <a:gd name="connsiteX182" fmla="*/ 731127 w 10766729"/>
                <a:gd name="connsiteY182" fmla="*/ 1387731 h 6857891"/>
                <a:gd name="connsiteX183" fmla="*/ 546908 w 10766729"/>
                <a:gd name="connsiteY183" fmla="*/ 1475097 h 6857891"/>
                <a:gd name="connsiteX184" fmla="*/ 475904 w 10766729"/>
                <a:gd name="connsiteY184" fmla="*/ 1474438 h 6857891"/>
                <a:gd name="connsiteX185" fmla="*/ 325055 w 10766729"/>
                <a:gd name="connsiteY185" fmla="*/ 1474438 h 6857891"/>
                <a:gd name="connsiteX186" fmla="*/ 909277 w 10766729"/>
                <a:gd name="connsiteY186" fmla="*/ 719898 h 6857891"/>
                <a:gd name="connsiteX187" fmla="*/ 403230 w 10766729"/>
                <a:gd name="connsiteY187" fmla="*/ 59944 h 6857891"/>
                <a:gd name="connsiteX188" fmla="*/ 347276 w 10766729"/>
                <a:gd name="connsiteY188" fmla="*/ 3639 h 6857891"/>
                <a:gd name="connsiteX189" fmla="*/ 9409429 w 10766729"/>
                <a:gd name="connsiteY189" fmla="*/ 923 h 6857891"/>
                <a:gd name="connsiteX190" fmla="*/ 9468081 w 10766729"/>
                <a:gd name="connsiteY190" fmla="*/ 923 h 6857891"/>
                <a:gd name="connsiteX191" fmla="*/ 9468081 w 10766729"/>
                <a:gd name="connsiteY191" fmla="*/ 1040 h 6857891"/>
                <a:gd name="connsiteX192" fmla="*/ 1831305 w 10766729"/>
                <a:gd name="connsiteY192" fmla="*/ 0 h 6857891"/>
                <a:gd name="connsiteX193" fmla="*/ 1844428 w 10766729"/>
                <a:gd name="connsiteY193" fmla="*/ 928 h 6857891"/>
                <a:gd name="connsiteX194" fmla="*/ 1823369 w 10766729"/>
                <a:gd name="connsiteY194" fmla="*/ 966 h 685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6729" h="6857891">
                  <a:moveTo>
                    <a:pt x="7925843" y="5386578"/>
                  </a:moveTo>
                  <a:cubicBezTo>
                    <a:pt x="7975683" y="5386575"/>
                    <a:pt x="8026617" y="5386839"/>
                    <a:pt x="8079722" y="5386839"/>
                  </a:cubicBezTo>
                  <a:cubicBezTo>
                    <a:pt x="8038356" y="5444681"/>
                    <a:pt x="8001032" y="5496052"/>
                    <a:pt x="7964562" y="5548020"/>
                  </a:cubicBezTo>
                  <a:lnTo>
                    <a:pt x="7521079" y="6180784"/>
                  </a:lnTo>
                  <a:cubicBezTo>
                    <a:pt x="7491262" y="6223309"/>
                    <a:pt x="7473586" y="6266820"/>
                    <a:pt x="7475097" y="6322273"/>
                  </a:cubicBezTo>
                  <a:cubicBezTo>
                    <a:pt x="7479338" y="6477960"/>
                    <a:pt x="7476576" y="6633838"/>
                    <a:pt x="7476576" y="6789642"/>
                  </a:cubicBezTo>
                  <a:lnTo>
                    <a:pt x="7476576" y="6857342"/>
                  </a:lnTo>
                  <a:lnTo>
                    <a:pt x="7192031" y="6857891"/>
                  </a:lnTo>
                  <a:cubicBezTo>
                    <a:pt x="7191786" y="6659293"/>
                    <a:pt x="7191540" y="6460693"/>
                    <a:pt x="7191295" y="6262094"/>
                  </a:cubicBezTo>
                  <a:cubicBezTo>
                    <a:pt x="7191236" y="6250733"/>
                    <a:pt x="7181770" y="6238582"/>
                    <a:pt x="7174614" y="6228225"/>
                  </a:cubicBezTo>
                  <a:lnTo>
                    <a:pt x="6763059" y="5633631"/>
                  </a:lnTo>
                  <a:lnTo>
                    <a:pt x="6592553" y="5386837"/>
                  </a:lnTo>
                  <a:lnTo>
                    <a:pt x="6899547" y="5388073"/>
                  </a:lnTo>
                  <a:cubicBezTo>
                    <a:pt x="6916637" y="5388505"/>
                    <a:pt x="6939751" y="5400874"/>
                    <a:pt x="6949213" y="5415005"/>
                  </a:cubicBezTo>
                  <a:cubicBezTo>
                    <a:pt x="7080369" y="5610833"/>
                    <a:pt x="7209623" y="5807935"/>
                    <a:pt x="7339830" y="6005461"/>
                  </a:cubicBezTo>
                  <a:lnTo>
                    <a:pt x="7733169" y="5411489"/>
                  </a:lnTo>
                  <a:cubicBezTo>
                    <a:pt x="7741643" y="5398828"/>
                    <a:pt x="7762946" y="5388255"/>
                    <a:pt x="7778527" y="5387914"/>
                  </a:cubicBezTo>
                  <a:cubicBezTo>
                    <a:pt x="7827256" y="5386849"/>
                    <a:pt x="7876002" y="5386580"/>
                    <a:pt x="7925843" y="5386578"/>
                  </a:cubicBezTo>
                  <a:close/>
                  <a:moveTo>
                    <a:pt x="0" y="4339315"/>
                  </a:moveTo>
                  <a:lnTo>
                    <a:pt x="811163" y="4339315"/>
                  </a:lnTo>
                  <a:lnTo>
                    <a:pt x="811163" y="5150478"/>
                  </a:lnTo>
                  <a:lnTo>
                    <a:pt x="0" y="5150478"/>
                  </a:lnTo>
                  <a:close/>
                  <a:moveTo>
                    <a:pt x="8692050" y="3525026"/>
                  </a:moveTo>
                  <a:cubicBezTo>
                    <a:pt x="8636001" y="3523509"/>
                    <a:pt x="8575735" y="3542322"/>
                    <a:pt x="8511174" y="3589718"/>
                  </a:cubicBezTo>
                  <a:cubicBezTo>
                    <a:pt x="8428959" y="3650073"/>
                    <a:pt x="8401971" y="3748325"/>
                    <a:pt x="8430649" y="3867257"/>
                  </a:cubicBezTo>
                  <a:cubicBezTo>
                    <a:pt x="8454476" y="3966069"/>
                    <a:pt x="8524530" y="4016435"/>
                    <a:pt x="8624496" y="4045429"/>
                  </a:cubicBezTo>
                  <a:cubicBezTo>
                    <a:pt x="8717147" y="4050651"/>
                    <a:pt x="8798403" y="4034774"/>
                    <a:pt x="8868754" y="3961945"/>
                  </a:cubicBezTo>
                  <a:cubicBezTo>
                    <a:pt x="8962854" y="3864528"/>
                    <a:pt x="8967583" y="3667662"/>
                    <a:pt x="8847624" y="3582323"/>
                  </a:cubicBezTo>
                  <a:cubicBezTo>
                    <a:pt x="8799930" y="3548393"/>
                    <a:pt x="8748098" y="3526544"/>
                    <a:pt x="8692050" y="3525026"/>
                  </a:cubicBezTo>
                  <a:close/>
                  <a:moveTo>
                    <a:pt x="5645492" y="3085506"/>
                  </a:moveTo>
                  <a:cubicBezTo>
                    <a:pt x="5492906" y="3313146"/>
                    <a:pt x="5345482" y="3533083"/>
                    <a:pt x="5192776" y="3760904"/>
                  </a:cubicBezTo>
                  <a:cubicBezTo>
                    <a:pt x="5328554" y="3760904"/>
                    <a:pt x="5454553" y="3760904"/>
                    <a:pt x="5590479" y="3760904"/>
                  </a:cubicBezTo>
                  <a:cubicBezTo>
                    <a:pt x="5608479" y="3760904"/>
                    <a:pt x="5626478" y="3760904"/>
                    <a:pt x="5645492" y="3760904"/>
                  </a:cubicBezTo>
                  <a:cubicBezTo>
                    <a:pt x="5645492" y="3535684"/>
                    <a:pt x="5645492" y="3315537"/>
                    <a:pt x="5645492" y="3085506"/>
                  </a:cubicBezTo>
                  <a:close/>
                  <a:moveTo>
                    <a:pt x="985876" y="2930477"/>
                  </a:moveTo>
                  <a:cubicBezTo>
                    <a:pt x="1141791" y="2930477"/>
                    <a:pt x="1298323" y="2930477"/>
                    <a:pt x="1460595" y="2930477"/>
                  </a:cubicBezTo>
                  <a:cubicBezTo>
                    <a:pt x="1460595" y="3256027"/>
                    <a:pt x="1460595" y="3582138"/>
                    <a:pt x="1460595" y="3913331"/>
                  </a:cubicBezTo>
                  <a:cubicBezTo>
                    <a:pt x="1460595" y="4016401"/>
                    <a:pt x="1460595" y="4114391"/>
                    <a:pt x="1460595" y="4215279"/>
                  </a:cubicBezTo>
                  <a:cubicBezTo>
                    <a:pt x="1379802" y="4215279"/>
                    <a:pt x="1301158" y="4215279"/>
                    <a:pt x="1218487" y="4215279"/>
                  </a:cubicBezTo>
                  <a:cubicBezTo>
                    <a:pt x="1218487" y="3856194"/>
                    <a:pt x="1218487" y="3496440"/>
                    <a:pt x="1218487" y="3132644"/>
                  </a:cubicBezTo>
                  <a:cubicBezTo>
                    <a:pt x="1139343" y="3132644"/>
                    <a:pt x="1064028" y="3132644"/>
                    <a:pt x="985876" y="3132644"/>
                  </a:cubicBezTo>
                  <a:cubicBezTo>
                    <a:pt x="985876" y="3063569"/>
                    <a:pt x="985876" y="2998474"/>
                    <a:pt x="985876" y="2930477"/>
                  </a:cubicBezTo>
                  <a:close/>
                  <a:moveTo>
                    <a:pt x="9297838" y="2929835"/>
                  </a:moveTo>
                  <a:cubicBezTo>
                    <a:pt x="9608105" y="2929835"/>
                    <a:pt x="9917009" y="2929835"/>
                    <a:pt x="10225418" y="2929835"/>
                  </a:cubicBezTo>
                  <a:cubicBezTo>
                    <a:pt x="10245075" y="3054142"/>
                    <a:pt x="10225663" y="3169031"/>
                    <a:pt x="10167599" y="3280951"/>
                  </a:cubicBezTo>
                  <a:cubicBezTo>
                    <a:pt x="10071289" y="3466590"/>
                    <a:pt x="9980901" y="3655325"/>
                    <a:pt x="9889416" y="3843435"/>
                  </a:cubicBezTo>
                  <a:cubicBezTo>
                    <a:pt x="9832330" y="3960809"/>
                    <a:pt x="9778183" y="4079609"/>
                    <a:pt x="9721443" y="4197154"/>
                  </a:cubicBezTo>
                  <a:cubicBezTo>
                    <a:pt x="9716879" y="4206609"/>
                    <a:pt x="9702522" y="4217056"/>
                    <a:pt x="9692518" y="4217258"/>
                  </a:cubicBezTo>
                  <a:cubicBezTo>
                    <a:pt x="9611695" y="4218885"/>
                    <a:pt x="9530822" y="4218170"/>
                    <a:pt x="9441087" y="4218170"/>
                  </a:cubicBezTo>
                  <a:cubicBezTo>
                    <a:pt x="9570886" y="3960932"/>
                    <a:pt x="9697276" y="3710446"/>
                    <a:pt x="9824023" y="3456062"/>
                  </a:cubicBezTo>
                  <a:cubicBezTo>
                    <a:pt x="9878887" y="3348086"/>
                    <a:pt x="9933395" y="3244013"/>
                    <a:pt x="9991573" y="3132933"/>
                  </a:cubicBezTo>
                  <a:cubicBezTo>
                    <a:pt x="9756948" y="3132933"/>
                    <a:pt x="9528487" y="3132933"/>
                    <a:pt x="9297838" y="3132933"/>
                  </a:cubicBezTo>
                  <a:cubicBezTo>
                    <a:pt x="9297838" y="3062224"/>
                    <a:pt x="9297838" y="2997150"/>
                    <a:pt x="9297838" y="2929835"/>
                  </a:cubicBezTo>
                  <a:close/>
                  <a:moveTo>
                    <a:pt x="5878530" y="2927615"/>
                  </a:moveTo>
                  <a:cubicBezTo>
                    <a:pt x="5878530" y="3200721"/>
                    <a:pt x="5878530" y="3472418"/>
                    <a:pt x="5878530" y="3748159"/>
                  </a:cubicBezTo>
                  <a:cubicBezTo>
                    <a:pt x="5950857" y="3748159"/>
                    <a:pt x="6019417" y="3748159"/>
                    <a:pt x="6091223" y="3748159"/>
                  </a:cubicBezTo>
                  <a:cubicBezTo>
                    <a:pt x="6091223" y="3817172"/>
                    <a:pt x="6091223" y="3882292"/>
                    <a:pt x="6091223" y="3951508"/>
                  </a:cubicBezTo>
                  <a:cubicBezTo>
                    <a:pt x="6024661" y="3951508"/>
                    <a:pt x="5956100" y="3951508"/>
                    <a:pt x="5883539" y="3951508"/>
                  </a:cubicBezTo>
                  <a:cubicBezTo>
                    <a:pt x="5883539" y="4040851"/>
                    <a:pt x="5883539" y="4126329"/>
                    <a:pt x="5883539" y="4214979"/>
                  </a:cubicBezTo>
                  <a:cubicBezTo>
                    <a:pt x="5800949" y="4214979"/>
                    <a:pt x="5722296" y="4214979"/>
                    <a:pt x="5637223" y="4214979"/>
                  </a:cubicBezTo>
                  <a:cubicBezTo>
                    <a:pt x="5637223" y="4151419"/>
                    <a:pt x="5637223" y="4086116"/>
                    <a:pt x="5637223" y="4015850"/>
                  </a:cubicBezTo>
                  <a:cubicBezTo>
                    <a:pt x="5637223" y="3994089"/>
                    <a:pt x="5637223" y="3977292"/>
                    <a:pt x="5637223" y="3956480"/>
                  </a:cubicBezTo>
                  <a:cubicBezTo>
                    <a:pt x="5411445" y="3956480"/>
                    <a:pt x="5187163" y="3956480"/>
                    <a:pt x="4956417" y="3956480"/>
                  </a:cubicBezTo>
                  <a:cubicBezTo>
                    <a:pt x="4956417" y="3883990"/>
                    <a:pt x="4951941" y="3814885"/>
                    <a:pt x="4958592" y="3746866"/>
                  </a:cubicBezTo>
                  <a:cubicBezTo>
                    <a:pt x="4961299" y="3719180"/>
                    <a:pt x="4986908" y="3692994"/>
                    <a:pt x="5004249" y="3667594"/>
                  </a:cubicBezTo>
                  <a:cubicBezTo>
                    <a:pt x="5166914" y="3429333"/>
                    <a:pt x="5329806" y="3191224"/>
                    <a:pt x="5493734" y="2953830"/>
                  </a:cubicBezTo>
                  <a:cubicBezTo>
                    <a:pt x="5502212" y="2941552"/>
                    <a:pt x="5520584" y="2929001"/>
                    <a:pt x="5534568" y="2928751"/>
                  </a:cubicBezTo>
                  <a:cubicBezTo>
                    <a:pt x="5647858" y="2926727"/>
                    <a:pt x="5761202" y="2927615"/>
                    <a:pt x="5878530" y="2927615"/>
                  </a:cubicBezTo>
                  <a:close/>
                  <a:moveTo>
                    <a:pt x="6364451" y="2927372"/>
                  </a:moveTo>
                  <a:cubicBezTo>
                    <a:pt x="6624867" y="2927825"/>
                    <a:pt x="6885285" y="2927619"/>
                    <a:pt x="7148538" y="2927619"/>
                  </a:cubicBezTo>
                  <a:cubicBezTo>
                    <a:pt x="7148538" y="2994994"/>
                    <a:pt x="7148538" y="3060057"/>
                    <a:pt x="7148538" y="3130855"/>
                  </a:cubicBezTo>
                  <a:cubicBezTo>
                    <a:pt x="7005893" y="3130855"/>
                    <a:pt x="6862700" y="3130855"/>
                    <a:pt x="6714432" y="3130855"/>
                  </a:cubicBezTo>
                  <a:cubicBezTo>
                    <a:pt x="6655340" y="3130855"/>
                    <a:pt x="6601324" y="3130855"/>
                    <a:pt x="6539468" y="3130855"/>
                  </a:cubicBezTo>
                  <a:cubicBezTo>
                    <a:pt x="6531375" y="3238858"/>
                    <a:pt x="6523394" y="3345380"/>
                    <a:pt x="6515333" y="3452951"/>
                  </a:cubicBezTo>
                  <a:cubicBezTo>
                    <a:pt x="6618323" y="3402337"/>
                    <a:pt x="6726542" y="3366480"/>
                    <a:pt x="6844691" y="3374863"/>
                  </a:cubicBezTo>
                  <a:cubicBezTo>
                    <a:pt x="7056305" y="3389874"/>
                    <a:pt x="7229313" y="3530332"/>
                    <a:pt x="7234021" y="3765370"/>
                  </a:cubicBezTo>
                  <a:cubicBezTo>
                    <a:pt x="7236596" y="3893877"/>
                    <a:pt x="7206630" y="4008952"/>
                    <a:pt x="7118033" y="4100888"/>
                  </a:cubicBezTo>
                  <a:cubicBezTo>
                    <a:pt x="7047940" y="4173622"/>
                    <a:pt x="6959201" y="4222808"/>
                    <a:pt x="6857212" y="4237912"/>
                  </a:cubicBezTo>
                  <a:cubicBezTo>
                    <a:pt x="6714735" y="4259012"/>
                    <a:pt x="6571771" y="4263624"/>
                    <a:pt x="6438671" y="4196969"/>
                  </a:cubicBezTo>
                  <a:cubicBezTo>
                    <a:pt x="6366175" y="4160662"/>
                    <a:pt x="6299023" y="4113686"/>
                    <a:pt x="6227471" y="4070314"/>
                  </a:cubicBezTo>
                  <a:cubicBezTo>
                    <a:pt x="6275034" y="4002055"/>
                    <a:pt x="6314052" y="3946062"/>
                    <a:pt x="6348310" y="3896898"/>
                  </a:cubicBezTo>
                  <a:cubicBezTo>
                    <a:pt x="6427453" y="3941911"/>
                    <a:pt x="6497533" y="3991876"/>
                    <a:pt x="6575090" y="4023526"/>
                  </a:cubicBezTo>
                  <a:cubicBezTo>
                    <a:pt x="6692551" y="4071458"/>
                    <a:pt x="6810969" y="4057399"/>
                    <a:pt x="6909303" y="3974641"/>
                  </a:cubicBezTo>
                  <a:cubicBezTo>
                    <a:pt x="6970477" y="3923155"/>
                    <a:pt x="6999637" y="3847254"/>
                    <a:pt x="6985416" y="3765567"/>
                  </a:cubicBezTo>
                  <a:cubicBezTo>
                    <a:pt x="6968605" y="3668996"/>
                    <a:pt x="6910737" y="3604328"/>
                    <a:pt x="6813771" y="3578099"/>
                  </a:cubicBezTo>
                  <a:cubicBezTo>
                    <a:pt x="6697758" y="3546716"/>
                    <a:pt x="6595428" y="3587481"/>
                    <a:pt x="6501487" y="3646892"/>
                  </a:cubicBezTo>
                  <a:cubicBezTo>
                    <a:pt x="6462886" y="3671305"/>
                    <a:pt x="6429413" y="3677311"/>
                    <a:pt x="6389256" y="3668916"/>
                  </a:cubicBezTo>
                  <a:cubicBezTo>
                    <a:pt x="6355981" y="3661959"/>
                    <a:pt x="6323169" y="3652780"/>
                    <a:pt x="6285089" y="3643328"/>
                  </a:cubicBezTo>
                  <a:cubicBezTo>
                    <a:pt x="6292553" y="3564635"/>
                    <a:pt x="6301025" y="3485463"/>
                    <a:pt x="6307282" y="3406119"/>
                  </a:cubicBezTo>
                  <a:cubicBezTo>
                    <a:pt x="6312282" y="3342741"/>
                    <a:pt x="6314986" y="3279172"/>
                    <a:pt x="6317990" y="3215653"/>
                  </a:cubicBezTo>
                  <a:cubicBezTo>
                    <a:pt x="6321794" y="3135251"/>
                    <a:pt x="6324481" y="3054796"/>
                    <a:pt x="6328504" y="2974406"/>
                  </a:cubicBezTo>
                  <a:cubicBezTo>
                    <a:pt x="6329649" y="2951531"/>
                    <a:pt x="6329836" y="2927312"/>
                    <a:pt x="6364451" y="2927372"/>
                  </a:cubicBezTo>
                  <a:close/>
                  <a:moveTo>
                    <a:pt x="8758475" y="2926219"/>
                  </a:moveTo>
                  <a:cubicBezTo>
                    <a:pt x="8837152" y="2931708"/>
                    <a:pt x="8916499" y="2927610"/>
                    <a:pt x="8995560" y="2927610"/>
                  </a:cubicBezTo>
                  <a:cubicBezTo>
                    <a:pt x="8999269" y="2932281"/>
                    <a:pt x="9002979" y="2936953"/>
                    <a:pt x="9006690" y="2941625"/>
                  </a:cubicBezTo>
                  <a:cubicBezTo>
                    <a:pt x="8849710" y="3083471"/>
                    <a:pt x="8692731" y="3225318"/>
                    <a:pt x="8535752" y="3367163"/>
                  </a:cubicBezTo>
                  <a:cubicBezTo>
                    <a:pt x="8543277" y="3375662"/>
                    <a:pt x="8550803" y="3384160"/>
                    <a:pt x="8558331" y="3392659"/>
                  </a:cubicBezTo>
                  <a:cubicBezTo>
                    <a:pt x="8607146" y="3381830"/>
                    <a:pt x="8655496" y="3367675"/>
                    <a:pt x="8704860" y="3360758"/>
                  </a:cubicBezTo>
                  <a:cubicBezTo>
                    <a:pt x="8893101" y="3334382"/>
                    <a:pt x="9121046" y="3417518"/>
                    <a:pt x="9170298" y="3641543"/>
                  </a:cubicBezTo>
                  <a:cubicBezTo>
                    <a:pt x="9222986" y="3881210"/>
                    <a:pt x="9166972" y="4044461"/>
                    <a:pt x="8944452" y="4184540"/>
                  </a:cubicBezTo>
                  <a:cubicBezTo>
                    <a:pt x="8875241" y="4228107"/>
                    <a:pt x="8793921" y="4247561"/>
                    <a:pt x="8710109" y="4248812"/>
                  </a:cubicBezTo>
                  <a:cubicBezTo>
                    <a:pt x="8608667" y="4250328"/>
                    <a:pt x="8510233" y="4246181"/>
                    <a:pt x="8414892" y="4199488"/>
                  </a:cubicBezTo>
                  <a:cubicBezTo>
                    <a:pt x="8228800" y="4108348"/>
                    <a:pt x="8145432" y="3914017"/>
                    <a:pt x="8174639" y="3709582"/>
                  </a:cubicBezTo>
                  <a:cubicBezTo>
                    <a:pt x="8199398" y="3536289"/>
                    <a:pt x="8283239" y="3398976"/>
                    <a:pt x="8389790" y="3270529"/>
                  </a:cubicBezTo>
                  <a:cubicBezTo>
                    <a:pt x="8468610" y="3175508"/>
                    <a:pt x="8553333" y="3085382"/>
                    <a:pt x="8638165" y="2990573"/>
                  </a:cubicBezTo>
                  <a:cubicBezTo>
                    <a:pt x="8665336" y="2939305"/>
                    <a:pt x="8702747" y="2922332"/>
                    <a:pt x="8758475" y="2926219"/>
                  </a:cubicBezTo>
                  <a:close/>
                  <a:moveTo>
                    <a:pt x="4273726" y="2896604"/>
                  </a:moveTo>
                  <a:cubicBezTo>
                    <a:pt x="4370806" y="2894207"/>
                    <a:pt x="4466040" y="2899780"/>
                    <a:pt x="4556666" y="2937947"/>
                  </a:cubicBezTo>
                  <a:cubicBezTo>
                    <a:pt x="4738938" y="3014717"/>
                    <a:pt x="4832167" y="3186535"/>
                    <a:pt x="4740331" y="3377905"/>
                  </a:cubicBezTo>
                  <a:cubicBezTo>
                    <a:pt x="4699590" y="3462803"/>
                    <a:pt x="4620374" y="3511693"/>
                    <a:pt x="4522212" y="3545423"/>
                  </a:cubicBezTo>
                  <a:cubicBezTo>
                    <a:pt x="4638429" y="3581469"/>
                    <a:pt x="4745225" y="3628333"/>
                    <a:pt x="4778752" y="3746984"/>
                  </a:cubicBezTo>
                  <a:cubicBezTo>
                    <a:pt x="4797318" y="3812682"/>
                    <a:pt x="4783725" y="3887466"/>
                    <a:pt x="4784150" y="3962511"/>
                  </a:cubicBezTo>
                  <a:cubicBezTo>
                    <a:pt x="4739592" y="4114712"/>
                    <a:pt x="4627013" y="4191965"/>
                    <a:pt x="4488992" y="4225932"/>
                  </a:cubicBezTo>
                  <a:cubicBezTo>
                    <a:pt x="4296170" y="4273387"/>
                    <a:pt x="4103656" y="4270199"/>
                    <a:pt x="3935166" y="4144240"/>
                  </a:cubicBezTo>
                  <a:cubicBezTo>
                    <a:pt x="3858955" y="4087266"/>
                    <a:pt x="3816912" y="4004287"/>
                    <a:pt x="3798228" y="3910925"/>
                  </a:cubicBezTo>
                  <a:cubicBezTo>
                    <a:pt x="3792094" y="3880276"/>
                    <a:pt x="3789859" y="3848847"/>
                    <a:pt x="3785418" y="3814508"/>
                  </a:cubicBezTo>
                  <a:cubicBezTo>
                    <a:pt x="3867680" y="3814508"/>
                    <a:pt x="3946596" y="3814508"/>
                    <a:pt x="4028294" y="3814508"/>
                  </a:cubicBezTo>
                  <a:cubicBezTo>
                    <a:pt x="4036097" y="3891611"/>
                    <a:pt x="4054844" y="3964814"/>
                    <a:pt x="4130746" y="4007334"/>
                  </a:cubicBezTo>
                  <a:cubicBezTo>
                    <a:pt x="4225352" y="4060333"/>
                    <a:pt x="4396487" y="4070079"/>
                    <a:pt x="4491308" y="3976822"/>
                  </a:cubicBezTo>
                  <a:cubicBezTo>
                    <a:pt x="4539446" y="3929480"/>
                    <a:pt x="4561747" y="3870661"/>
                    <a:pt x="4546356" y="3805068"/>
                  </a:cubicBezTo>
                  <a:cubicBezTo>
                    <a:pt x="4526098" y="3718717"/>
                    <a:pt x="4465842" y="3664920"/>
                    <a:pt x="4380267" y="3650719"/>
                  </a:cubicBezTo>
                  <a:cubicBezTo>
                    <a:pt x="4304797" y="3638193"/>
                    <a:pt x="4227101" y="3639080"/>
                    <a:pt x="4146777" y="3633807"/>
                  </a:cubicBezTo>
                  <a:cubicBezTo>
                    <a:pt x="4146777" y="3582868"/>
                    <a:pt x="4146777" y="3527901"/>
                    <a:pt x="4146777" y="3472646"/>
                  </a:cubicBezTo>
                  <a:cubicBezTo>
                    <a:pt x="4216668" y="3463872"/>
                    <a:pt x="4289104" y="3458187"/>
                    <a:pt x="4360097" y="3444834"/>
                  </a:cubicBezTo>
                  <a:cubicBezTo>
                    <a:pt x="4421535" y="3433277"/>
                    <a:pt x="4473151" y="3401172"/>
                    <a:pt x="4504650" y="3343917"/>
                  </a:cubicBezTo>
                  <a:cubicBezTo>
                    <a:pt x="4542205" y="3275661"/>
                    <a:pt x="4521866" y="3183247"/>
                    <a:pt x="4453499" y="3139081"/>
                  </a:cubicBezTo>
                  <a:cubicBezTo>
                    <a:pt x="4361812" y="3079850"/>
                    <a:pt x="4174277" y="3084124"/>
                    <a:pt x="4102940" y="3178490"/>
                  </a:cubicBezTo>
                  <a:cubicBezTo>
                    <a:pt x="4076362" y="3213648"/>
                    <a:pt x="4062380" y="3258328"/>
                    <a:pt x="4040863" y="3302329"/>
                  </a:cubicBezTo>
                  <a:cubicBezTo>
                    <a:pt x="3973289" y="3302329"/>
                    <a:pt x="3899059" y="3302329"/>
                    <a:pt x="3818850" y="3302329"/>
                  </a:cubicBezTo>
                  <a:cubicBezTo>
                    <a:pt x="3814157" y="3208778"/>
                    <a:pt x="3846429" y="3127716"/>
                    <a:pt x="3905576" y="3060191"/>
                  </a:cubicBezTo>
                  <a:cubicBezTo>
                    <a:pt x="4001985" y="2950122"/>
                    <a:pt x="4127685" y="2900211"/>
                    <a:pt x="4273726" y="2896604"/>
                  </a:cubicBezTo>
                  <a:close/>
                  <a:moveTo>
                    <a:pt x="2196919" y="2896457"/>
                  </a:moveTo>
                  <a:cubicBezTo>
                    <a:pt x="2314852" y="2894585"/>
                    <a:pt x="2425388" y="2908373"/>
                    <a:pt x="2525811" y="2979855"/>
                  </a:cubicBezTo>
                  <a:cubicBezTo>
                    <a:pt x="2618383" y="3045751"/>
                    <a:pt x="2658423" y="3136604"/>
                    <a:pt x="2669109" y="3242941"/>
                  </a:cubicBezTo>
                  <a:cubicBezTo>
                    <a:pt x="2682764" y="3378809"/>
                    <a:pt x="2631408" y="3494443"/>
                    <a:pt x="2533942" y="3584990"/>
                  </a:cubicBezTo>
                  <a:cubicBezTo>
                    <a:pt x="2405873" y="3703964"/>
                    <a:pt x="2271096" y="3815707"/>
                    <a:pt x="2139427" y="3930814"/>
                  </a:cubicBezTo>
                  <a:cubicBezTo>
                    <a:pt x="2110071" y="3956479"/>
                    <a:pt x="2081640" y="3983203"/>
                    <a:pt x="2047923" y="4013859"/>
                  </a:cubicBezTo>
                  <a:cubicBezTo>
                    <a:pt x="2267895" y="4013859"/>
                    <a:pt x="2480577" y="4013859"/>
                    <a:pt x="2700374" y="4013859"/>
                  </a:cubicBezTo>
                  <a:cubicBezTo>
                    <a:pt x="2700374" y="4074067"/>
                    <a:pt x="2700374" y="4132517"/>
                    <a:pt x="2700355" y="4195879"/>
                  </a:cubicBezTo>
                  <a:cubicBezTo>
                    <a:pt x="2687490" y="4206590"/>
                    <a:pt x="2674659" y="4217420"/>
                    <a:pt x="2661794" y="4217460"/>
                  </a:cubicBezTo>
                  <a:cubicBezTo>
                    <a:pt x="2351952" y="4218404"/>
                    <a:pt x="2042107" y="4218196"/>
                    <a:pt x="1724911" y="4218196"/>
                  </a:cubicBezTo>
                  <a:cubicBezTo>
                    <a:pt x="1724911" y="4150963"/>
                    <a:pt x="1713951" y="4081468"/>
                    <a:pt x="1729133" y="4018252"/>
                  </a:cubicBezTo>
                  <a:cubicBezTo>
                    <a:pt x="1737859" y="3981923"/>
                    <a:pt x="1787619" y="3954216"/>
                    <a:pt x="1821240" y="3925346"/>
                  </a:cubicBezTo>
                  <a:cubicBezTo>
                    <a:pt x="1901777" y="3856194"/>
                    <a:pt x="1984014" y="3789028"/>
                    <a:pt x="2064953" y="3720338"/>
                  </a:cubicBezTo>
                  <a:cubicBezTo>
                    <a:pt x="2137225" y="3659004"/>
                    <a:pt x="2213850" y="3601645"/>
                    <a:pt x="2279028" y="3533429"/>
                  </a:cubicBezTo>
                  <a:cubicBezTo>
                    <a:pt x="2343757" y="3465682"/>
                    <a:pt x="2414588" y="3399673"/>
                    <a:pt x="2417584" y="3290966"/>
                  </a:cubicBezTo>
                  <a:cubicBezTo>
                    <a:pt x="2420298" y="3192497"/>
                    <a:pt x="2346255" y="3112144"/>
                    <a:pt x="2242981" y="3100930"/>
                  </a:cubicBezTo>
                  <a:cubicBezTo>
                    <a:pt x="2093712" y="3084722"/>
                    <a:pt x="1989825" y="3169509"/>
                    <a:pt x="1968487" y="3314967"/>
                  </a:cubicBezTo>
                  <a:cubicBezTo>
                    <a:pt x="1965199" y="3337372"/>
                    <a:pt x="1959278" y="3359391"/>
                    <a:pt x="1954224" y="3383242"/>
                  </a:cubicBezTo>
                  <a:cubicBezTo>
                    <a:pt x="1880415" y="3383242"/>
                    <a:pt x="1806239" y="3383242"/>
                    <a:pt x="1728174" y="3383242"/>
                  </a:cubicBezTo>
                  <a:cubicBezTo>
                    <a:pt x="1713423" y="3289160"/>
                    <a:pt x="1736662" y="3199628"/>
                    <a:pt x="1783250" y="3120351"/>
                  </a:cubicBezTo>
                  <a:cubicBezTo>
                    <a:pt x="1874685" y="2964751"/>
                    <a:pt x="2019028" y="2899282"/>
                    <a:pt x="2196919" y="2896457"/>
                  </a:cubicBezTo>
                  <a:close/>
                  <a:moveTo>
                    <a:pt x="714890" y="3583"/>
                  </a:moveTo>
                  <a:lnTo>
                    <a:pt x="1077659" y="516729"/>
                  </a:lnTo>
                  <a:cubicBezTo>
                    <a:pt x="1137005" y="434704"/>
                    <a:pt x="1194682" y="354982"/>
                    <a:pt x="1257574" y="269873"/>
                  </a:cubicBezTo>
                  <a:lnTo>
                    <a:pt x="1446213" y="3583"/>
                  </a:lnTo>
                  <a:close/>
                  <a:moveTo>
                    <a:pt x="9468081" y="1040"/>
                  </a:moveTo>
                  <a:lnTo>
                    <a:pt x="10728449" y="3563"/>
                  </a:lnTo>
                  <a:cubicBezTo>
                    <a:pt x="10728449" y="41443"/>
                    <a:pt x="10723770" y="77483"/>
                    <a:pt x="10729384" y="111837"/>
                  </a:cubicBezTo>
                  <a:cubicBezTo>
                    <a:pt x="10742737" y="193537"/>
                    <a:pt x="10710893" y="254593"/>
                    <a:pt x="10656749" y="312445"/>
                  </a:cubicBezTo>
                  <a:cubicBezTo>
                    <a:pt x="10505687" y="473851"/>
                    <a:pt x="10357744" y="638169"/>
                    <a:pt x="10207868" y="800692"/>
                  </a:cubicBezTo>
                  <a:cubicBezTo>
                    <a:pt x="10112286" y="904339"/>
                    <a:pt x="10015122" y="1006527"/>
                    <a:pt x="9919345" y="1109999"/>
                  </a:cubicBezTo>
                  <a:cubicBezTo>
                    <a:pt x="9877919" y="1154753"/>
                    <a:pt x="9838202" y="1201089"/>
                    <a:pt x="9793388" y="1251574"/>
                  </a:cubicBezTo>
                  <a:lnTo>
                    <a:pt x="10766729" y="1251574"/>
                  </a:lnTo>
                  <a:lnTo>
                    <a:pt x="10766729" y="1472057"/>
                  </a:lnTo>
                  <a:lnTo>
                    <a:pt x="9437864" y="1472057"/>
                  </a:lnTo>
                  <a:cubicBezTo>
                    <a:pt x="9437864" y="1400663"/>
                    <a:pt x="9437316" y="1331580"/>
                    <a:pt x="9438457" y="1262524"/>
                  </a:cubicBezTo>
                  <a:cubicBezTo>
                    <a:pt x="9438627" y="1252280"/>
                    <a:pt x="9444704" y="1240426"/>
                    <a:pt x="9451572" y="1232298"/>
                  </a:cubicBezTo>
                  <a:cubicBezTo>
                    <a:pt x="9478479" y="1200467"/>
                    <a:pt x="9506649" y="1169692"/>
                    <a:pt x="9534623" y="1138774"/>
                  </a:cubicBezTo>
                  <a:lnTo>
                    <a:pt x="9827784" y="815322"/>
                  </a:lnTo>
                  <a:lnTo>
                    <a:pt x="10188797" y="423262"/>
                  </a:lnTo>
                  <a:cubicBezTo>
                    <a:pt x="10246775" y="359807"/>
                    <a:pt x="10302814" y="294584"/>
                    <a:pt x="10364967" y="224238"/>
                  </a:cubicBezTo>
                  <a:lnTo>
                    <a:pt x="9468081" y="224238"/>
                  </a:lnTo>
                  <a:close/>
                  <a:moveTo>
                    <a:pt x="1823369" y="966"/>
                  </a:moveTo>
                  <a:lnTo>
                    <a:pt x="1819268" y="1466"/>
                  </a:lnTo>
                  <a:cubicBezTo>
                    <a:pt x="1803247" y="8754"/>
                    <a:pt x="1784214" y="15488"/>
                    <a:pt x="1773964" y="28433"/>
                  </a:cubicBezTo>
                  <a:cubicBezTo>
                    <a:pt x="1691033" y="133169"/>
                    <a:pt x="1609933" y="239351"/>
                    <a:pt x="1528113" y="344968"/>
                  </a:cubicBezTo>
                  <a:lnTo>
                    <a:pt x="1244361" y="710733"/>
                  </a:lnTo>
                  <a:lnTo>
                    <a:pt x="1829524" y="1474434"/>
                  </a:lnTo>
                  <a:lnTo>
                    <a:pt x="1498219" y="1473361"/>
                  </a:lnTo>
                  <a:cubicBezTo>
                    <a:pt x="1482662" y="1473055"/>
                    <a:pt x="1461882" y="1462320"/>
                    <a:pt x="1452812" y="1449724"/>
                  </a:cubicBezTo>
                  <a:cubicBezTo>
                    <a:pt x="1325272" y="1272565"/>
                    <a:pt x="1199347" y="1094244"/>
                    <a:pt x="1071700" y="914334"/>
                  </a:cubicBezTo>
                  <a:cubicBezTo>
                    <a:pt x="956378" y="1073819"/>
                    <a:pt x="840698" y="1228671"/>
                    <a:pt x="731127" y="1387731"/>
                  </a:cubicBezTo>
                  <a:cubicBezTo>
                    <a:pt x="684162" y="1455910"/>
                    <a:pt x="630573" y="1491027"/>
                    <a:pt x="546908" y="1475097"/>
                  </a:cubicBezTo>
                  <a:cubicBezTo>
                    <a:pt x="524028" y="1470742"/>
                    <a:pt x="499613" y="1474438"/>
                    <a:pt x="475904" y="1474438"/>
                  </a:cubicBezTo>
                  <a:lnTo>
                    <a:pt x="325055" y="1474438"/>
                  </a:lnTo>
                  <a:lnTo>
                    <a:pt x="909277" y="719898"/>
                  </a:lnTo>
                  <a:lnTo>
                    <a:pt x="403230" y="59944"/>
                  </a:lnTo>
                  <a:cubicBezTo>
                    <a:pt x="386809" y="38608"/>
                    <a:pt x="375253" y="31791"/>
                    <a:pt x="347276" y="3639"/>
                  </a:cubicBezTo>
                  <a:close/>
                  <a:moveTo>
                    <a:pt x="9409429" y="923"/>
                  </a:moveTo>
                  <a:lnTo>
                    <a:pt x="9468081" y="923"/>
                  </a:lnTo>
                  <a:lnTo>
                    <a:pt x="9468081" y="1040"/>
                  </a:lnTo>
                  <a:close/>
                  <a:moveTo>
                    <a:pt x="1831305" y="0"/>
                  </a:moveTo>
                  <a:cubicBezTo>
                    <a:pt x="1835659" y="264"/>
                    <a:pt x="1840195" y="928"/>
                    <a:pt x="1844428" y="928"/>
                  </a:cubicBezTo>
                  <a:lnTo>
                    <a:pt x="1823369" y="966"/>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786" name="Group 2785">
            <a:extLst>
              <a:ext uri="{FF2B5EF4-FFF2-40B4-BE49-F238E27FC236}">
                <a16:creationId xmlns:a16="http://schemas.microsoft.com/office/drawing/2014/main" id="{9F116B77-2D68-A681-1459-C801BA5FF06B}"/>
              </a:ext>
              <a:ext uri="{C183D7F6-B498-43B3-948B-1728B52AA6E4}">
                <adec:decorative xmlns:adec="http://schemas.microsoft.com/office/drawing/2017/decorative" val="1"/>
              </a:ext>
            </a:extLst>
          </p:cNvPr>
          <p:cNvGrpSpPr>
            <a:grpSpLocks noChangeAspect="1"/>
          </p:cNvGrpSpPr>
          <p:nvPr/>
        </p:nvGrpSpPr>
        <p:grpSpPr>
          <a:xfrm>
            <a:off x="5262819" y="4343071"/>
            <a:ext cx="454398" cy="457200"/>
            <a:chOff x="5262819" y="4343071"/>
            <a:chExt cx="454398" cy="457200"/>
          </a:xfrm>
          <a:solidFill>
            <a:schemeClr val="accent2"/>
          </a:solidFill>
        </p:grpSpPr>
        <p:sp>
          <p:nvSpPr>
            <p:cNvPr id="2145" name="Freeform: Shape 2144">
              <a:extLst>
                <a:ext uri="{FF2B5EF4-FFF2-40B4-BE49-F238E27FC236}">
                  <a16:creationId xmlns:a16="http://schemas.microsoft.com/office/drawing/2014/main" id="{102A9A74-0D23-4A68-537B-5EF2C7028FC5}"/>
                </a:ext>
                <a:ext uri="{C183D7F6-B498-43B3-948B-1728B52AA6E4}">
                  <adec:decorative xmlns:adec="http://schemas.microsoft.com/office/drawing/2017/decorative" val="1"/>
                </a:ext>
              </a:extLst>
            </p:cNvPr>
            <p:cNvSpPr/>
            <p:nvPr/>
          </p:nvSpPr>
          <p:spPr>
            <a:xfrm>
              <a:off x="5268809" y="4349904"/>
              <a:ext cx="448408" cy="450367"/>
            </a:xfrm>
            <a:custGeom>
              <a:avLst/>
              <a:gdLst>
                <a:gd name="connsiteX0" fmla="*/ 4719873 w 6726119"/>
                <a:gd name="connsiteY0" fmla="*/ 4822250 h 6755509"/>
                <a:gd name="connsiteX1" fmla="*/ 4719873 w 6726119"/>
                <a:gd name="connsiteY1" fmla="*/ 5216457 h 6755509"/>
                <a:gd name="connsiteX2" fmla="*/ 5114081 w 6726119"/>
                <a:gd name="connsiteY2" fmla="*/ 5216457 h 6755509"/>
                <a:gd name="connsiteX3" fmla="*/ 5114081 w 6726119"/>
                <a:gd name="connsiteY3" fmla="*/ 4822250 h 6755509"/>
                <a:gd name="connsiteX4" fmla="*/ 1582169 w 6726119"/>
                <a:gd name="connsiteY4" fmla="*/ 4822250 h 6755509"/>
                <a:gd name="connsiteX5" fmla="*/ 1582169 w 6726119"/>
                <a:gd name="connsiteY5" fmla="*/ 5216457 h 6755509"/>
                <a:gd name="connsiteX6" fmla="*/ 1976377 w 6726119"/>
                <a:gd name="connsiteY6" fmla="*/ 5216457 h 6755509"/>
                <a:gd name="connsiteX7" fmla="*/ 1976377 w 6726119"/>
                <a:gd name="connsiteY7" fmla="*/ 4822250 h 6755509"/>
                <a:gd name="connsiteX8" fmla="*/ 2354474 w 6726119"/>
                <a:gd name="connsiteY8" fmla="*/ 4297058 h 6755509"/>
                <a:gd name="connsiteX9" fmla="*/ 2354474 w 6726119"/>
                <a:gd name="connsiteY9" fmla="*/ 5398758 h 6755509"/>
                <a:gd name="connsiteX10" fmla="*/ 4347573 w 6726119"/>
                <a:gd name="connsiteY10" fmla="*/ 5398758 h 6755509"/>
                <a:gd name="connsiteX11" fmla="*/ 4347573 w 6726119"/>
                <a:gd name="connsiteY11" fmla="*/ 4297058 h 6755509"/>
                <a:gd name="connsiteX12" fmla="*/ 4719873 w 6726119"/>
                <a:gd name="connsiteY12" fmla="*/ 4266623 h 6755509"/>
                <a:gd name="connsiteX13" fmla="*/ 4719873 w 6726119"/>
                <a:gd name="connsiteY13" fmla="*/ 4656355 h 6755509"/>
                <a:gd name="connsiteX14" fmla="*/ 5114081 w 6726119"/>
                <a:gd name="connsiteY14" fmla="*/ 4656355 h 6755509"/>
                <a:gd name="connsiteX15" fmla="*/ 5114081 w 6726119"/>
                <a:gd name="connsiteY15" fmla="*/ 4266623 h 6755509"/>
                <a:gd name="connsiteX16" fmla="*/ 1582169 w 6726119"/>
                <a:gd name="connsiteY16" fmla="*/ 4266623 h 6755509"/>
                <a:gd name="connsiteX17" fmla="*/ 1582169 w 6726119"/>
                <a:gd name="connsiteY17" fmla="*/ 4656355 h 6755509"/>
                <a:gd name="connsiteX18" fmla="*/ 1976377 w 6726119"/>
                <a:gd name="connsiteY18" fmla="*/ 4656355 h 6755509"/>
                <a:gd name="connsiteX19" fmla="*/ 1976377 w 6726119"/>
                <a:gd name="connsiteY19" fmla="*/ 4266623 h 6755509"/>
                <a:gd name="connsiteX20" fmla="*/ 4719873 w 6726119"/>
                <a:gd name="connsiteY20" fmla="*/ 3706529 h 6755509"/>
                <a:gd name="connsiteX21" fmla="*/ 4719873 w 6726119"/>
                <a:gd name="connsiteY21" fmla="*/ 4096254 h 6755509"/>
                <a:gd name="connsiteX22" fmla="*/ 5114081 w 6726119"/>
                <a:gd name="connsiteY22" fmla="*/ 4096254 h 6755509"/>
                <a:gd name="connsiteX23" fmla="*/ 5114081 w 6726119"/>
                <a:gd name="connsiteY23" fmla="*/ 3706529 h 6755509"/>
                <a:gd name="connsiteX24" fmla="*/ 1582169 w 6726119"/>
                <a:gd name="connsiteY24" fmla="*/ 3706529 h 6755509"/>
                <a:gd name="connsiteX25" fmla="*/ 1582169 w 6726119"/>
                <a:gd name="connsiteY25" fmla="*/ 4096254 h 6755509"/>
                <a:gd name="connsiteX26" fmla="*/ 1976377 w 6726119"/>
                <a:gd name="connsiteY26" fmla="*/ 4096254 h 6755509"/>
                <a:gd name="connsiteX27" fmla="*/ 1976377 w 6726119"/>
                <a:gd name="connsiteY27" fmla="*/ 3706529 h 6755509"/>
                <a:gd name="connsiteX28" fmla="*/ 4719873 w 6726119"/>
                <a:gd name="connsiteY28" fmla="*/ 3146429 h 6755509"/>
                <a:gd name="connsiteX29" fmla="*/ 4719873 w 6726119"/>
                <a:gd name="connsiteY29" fmla="*/ 3536152 h 6755509"/>
                <a:gd name="connsiteX30" fmla="*/ 5114081 w 6726119"/>
                <a:gd name="connsiteY30" fmla="*/ 3536152 h 6755509"/>
                <a:gd name="connsiteX31" fmla="*/ 5114081 w 6726119"/>
                <a:gd name="connsiteY31" fmla="*/ 3146429 h 6755509"/>
                <a:gd name="connsiteX32" fmla="*/ 1582169 w 6726119"/>
                <a:gd name="connsiteY32" fmla="*/ 3146428 h 6755509"/>
                <a:gd name="connsiteX33" fmla="*/ 1582169 w 6726119"/>
                <a:gd name="connsiteY33" fmla="*/ 3536152 h 6755509"/>
                <a:gd name="connsiteX34" fmla="*/ 1976377 w 6726119"/>
                <a:gd name="connsiteY34" fmla="*/ 3536152 h 6755509"/>
                <a:gd name="connsiteX35" fmla="*/ 1976377 w 6726119"/>
                <a:gd name="connsiteY35" fmla="*/ 3146428 h 6755509"/>
                <a:gd name="connsiteX36" fmla="*/ 2354474 w 6726119"/>
                <a:gd name="connsiteY36" fmla="*/ 2780755 h 6755509"/>
                <a:gd name="connsiteX37" fmla="*/ 2354474 w 6726119"/>
                <a:gd name="connsiteY37" fmla="*/ 3901828 h 6755509"/>
                <a:gd name="connsiteX38" fmla="*/ 4347573 w 6726119"/>
                <a:gd name="connsiteY38" fmla="*/ 3901828 h 6755509"/>
                <a:gd name="connsiteX39" fmla="*/ 4347573 w 6726119"/>
                <a:gd name="connsiteY39" fmla="*/ 2780755 h 6755509"/>
                <a:gd name="connsiteX40" fmla="*/ 4719873 w 6726119"/>
                <a:gd name="connsiteY40" fmla="*/ 2586326 h 6755509"/>
                <a:gd name="connsiteX41" fmla="*/ 4719873 w 6726119"/>
                <a:gd name="connsiteY41" fmla="*/ 2976051 h 6755509"/>
                <a:gd name="connsiteX42" fmla="*/ 5114081 w 6726119"/>
                <a:gd name="connsiteY42" fmla="*/ 2976051 h 6755509"/>
                <a:gd name="connsiteX43" fmla="*/ 5114081 w 6726119"/>
                <a:gd name="connsiteY43" fmla="*/ 2586326 h 6755509"/>
                <a:gd name="connsiteX44" fmla="*/ 1582169 w 6726119"/>
                <a:gd name="connsiteY44" fmla="*/ 2586326 h 6755509"/>
                <a:gd name="connsiteX45" fmla="*/ 1582169 w 6726119"/>
                <a:gd name="connsiteY45" fmla="*/ 2976051 h 6755509"/>
                <a:gd name="connsiteX46" fmla="*/ 1976377 w 6726119"/>
                <a:gd name="connsiteY46" fmla="*/ 2976051 h 6755509"/>
                <a:gd name="connsiteX47" fmla="*/ 1976377 w 6726119"/>
                <a:gd name="connsiteY47" fmla="*/ 2586326 h 6755509"/>
                <a:gd name="connsiteX48" fmla="*/ 4719873 w 6726119"/>
                <a:gd name="connsiteY48" fmla="*/ 2026225 h 6755509"/>
                <a:gd name="connsiteX49" fmla="*/ 4719873 w 6726119"/>
                <a:gd name="connsiteY49" fmla="*/ 2415954 h 6755509"/>
                <a:gd name="connsiteX50" fmla="*/ 5114081 w 6726119"/>
                <a:gd name="connsiteY50" fmla="*/ 2415954 h 6755509"/>
                <a:gd name="connsiteX51" fmla="*/ 5114081 w 6726119"/>
                <a:gd name="connsiteY51" fmla="*/ 2026225 h 6755509"/>
                <a:gd name="connsiteX52" fmla="*/ 1582169 w 6726119"/>
                <a:gd name="connsiteY52" fmla="*/ 2026225 h 6755509"/>
                <a:gd name="connsiteX53" fmla="*/ 1582169 w 6726119"/>
                <a:gd name="connsiteY53" fmla="*/ 2415954 h 6755509"/>
                <a:gd name="connsiteX54" fmla="*/ 1976377 w 6726119"/>
                <a:gd name="connsiteY54" fmla="*/ 2415954 h 6755509"/>
                <a:gd name="connsiteX55" fmla="*/ 1976377 w 6726119"/>
                <a:gd name="connsiteY55" fmla="*/ 2026225 h 6755509"/>
                <a:gd name="connsiteX56" fmla="*/ 4719873 w 6726119"/>
                <a:gd name="connsiteY56" fmla="*/ 1466123 h 6755509"/>
                <a:gd name="connsiteX57" fmla="*/ 4719873 w 6726119"/>
                <a:gd name="connsiteY57" fmla="*/ 1860331 h 6755509"/>
                <a:gd name="connsiteX58" fmla="*/ 5114081 w 6726119"/>
                <a:gd name="connsiteY58" fmla="*/ 1860331 h 6755509"/>
                <a:gd name="connsiteX59" fmla="*/ 5114081 w 6726119"/>
                <a:gd name="connsiteY59" fmla="*/ 1466123 h 6755509"/>
                <a:gd name="connsiteX60" fmla="*/ 1582169 w 6726119"/>
                <a:gd name="connsiteY60" fmla="*/ 1466123 h 6755509"/>
                <a:gd name="connsiteX61" fmla="*/ 1582169 w 6726119"/>
                <a:gd name="connsiteY61" fmla="*/ 1860331 h 6755509"/>
                <a:gd name="connsiteX62" fmla="*/ 1976377 w 6726119"/>
                <a:gd name="connsiteY62" fmla="*/ 1860331 h 6755509"/>
                <a:gd name="connsiteX63" fmla="*/ 1976377 w 6726119"/>
                <a:gd name="connsiteY63" fmla="*/ 1466123 h 6755509"/>
                <a:gd name="connsiteX64" fmla="*/ 2354474 w 6726119"/>
                <a:gd name="connsiteY64" fmla="*/ 1283818 h 6755509"/>
                <a:gd name="connsiteX65" fmla="*/ 2354474 w 6726119"/>
                <a:gd name="connsiteY65" fmla="*/ 2385525 h 6755509"/>
                <a:gd name="connsiteX66" fmla="*/ 4347573 w 6726119"/>
                <a:gd name="connsiteY66" fmla="*/ 2385525 h 6755509"/>
                <a:gd name="connsiteX67" fmla="*/ 4347573 w 6726119"/>
                <a:gd name="connsiteY67" fmla="*/ 1283818 h 6755509"/>
                <a:gd name="connsiteX68" fmla="*/ 4347573 w 6726119"/>
                <a:gd name="connsiteY68" fmla="*/ 1058202 h 6755509"/>
                <a:gd name="connsiteX69" fmla="*/ 4577807 w 6726119"/>
                <a:gd name="connsiteY69" fmla="*/ 1058202 h 6755509"/>
                <a:gd name="connsiteX70" fmla="*/ 4577807 w 6726119"/>
                <a:gd name="connsiteY70" fmla="*/ 1058648 h 6755509"/>
                <a:gd name="connsiteX71" fmla="*/ 4719873 w 6726119"/>
                <a:gd name="connsiteY71" fmla="*/ 1058648 h 6755509"/>
                <a:gd name="connsiteX72" fmla="*/ 4719873 w 6726119"/>
                <a:gd name="connsiteY72" fmla="*/ 1300233 h 6755509"/>
                <a:gd name="connsiteX73" fmla="*/ 5114081 w 6726119"/>
                <a:gd name="connsiteY73" fmla="*/ 1300233 h 6755509"/>
                <a:gd name="connsiteX74" fmla="*/ 5114081 w 6726119"/>
                <a:gd name="connsiteY74" fmla="*/ 1058648 h 6755509"/>
                <a:gd name="connsiteX75" fmla="*/ 5280697 w 6726119"/>
                <a:gd name="connsiteY75" fmla="*/ 1058648 h 6755509"/>
                <a:gd name="connsiteX76" fmla="*/ 5280697 w 6726119"/>
                <a:gd name="connsiteY76" fmla="*/ 1058202 h 6755509"/>
                <a:gd name="connsiteX77" fmla="*/ 5510931 w 6726119"/>
                <a:gd name="connsiteY77" fmla="*/ 1058202 h 6755509"/>
                <a:gd name="connsiteX78" fmla="*/ 5510931 w 6726119"/>
                <a:gd name="connsiteY78" fmla="*/ 5624369 h 6755509"/>
                <a:gd name="connsiteX79" fmla="*/ 5280697 w 6726119"/>
                <a:gd name="connsiteY79" fmla="*/ 5624369 h 6755509"/>
                <a:gd name="connsiteX80" fmla="*/ 5280697 w 6726119"/>
                <a:gd name="connsiteY80" fmla="*/ 5623932 h 6755509"/>
                <a:gd name="connsiteX81" fmla="*/ 5114081 w 6726119"/>
                <a:gd name="connsiteY81" fmla="*/ 5623932 h 6755509"/>
                <a:gd name="connsiteX82" fmla="*/ 5114081 w 6726119"/>
                <a:gd name="connsiteY82" fmla="*/ 5382344 h 6755509"/>
                <a:gd name="connsiteX83" fmla="*/ 4719873 w 6726119"/>
                <a:gd name="connsiteY83" fmla="*/ 5382344 h 6755509"/>
                <a:gd name="connsiteX84" fmla="*/ 4719873 w 6726119"/>
                <a:gd name="connsiteY84" fmla="*/ 5623932 h 6755509"/>
                <a:gd name="connsiteX85" fmla="*/ 4577807 w 6726119"/>
                <a:gd name="connsiteY85" fmla="*/ 5623932 h 6755509"/>
                <a:gd name="connsiteX86" fmla="*/ 4577807 w 6726119"/>
                <a:gd name="connsiteY86" fmla="*/ 5624369 h 6755509"/>
                <a:gd name="connsiteX87" fmla="*/ 4347573 w 6726119"/>
                <a:gd name="connsiteY87" fmla="*/ 5624369 h 6755509"/>
                <a:gd name="connsiteX88" fmla="*/ 4347573 w 6726119"/>
                <a:gd name="connsiteY88" fmla="*/ 5623932 h 6755509"/>
                <a:gd name="connsiteX89" fmla="*/ 2354474 w 6726119"/>
                <a:gd name="connsiteY89" fmla="*/ 5623932 h 6755509"/>
                <a:gd name="connsiteX90" fmla="*/ 2354474 w 6726119"/>
                <a:gd name="connsiteY90" fmla="*/ 5624369 h 6755509"/>
                <a:gd name="connsiteX91" fmla="*/ 2124240 w 6726119"/>
                <a:gd name="connsiteY91" fmla="*/ 5624369 h 6755509"/>
                <a:gd name="connsiteX92" fmla="*/ 2124240 w 6726119"/>
                <a:gd name="connsiteY92" fmla="*/ 5623932 h 6755509"/>
                <a:gd name="connsiteX93" fmla="*/ 1976377 w 6726119"/>
                <a:gd name="connsiteY93" fmla="*/ 5623932 h 6755509"/>
                <a:gd name="connsiteX94" fmla="*/ 1976377 w 6726119"/>
                <a:gd name="connsiteY94" fmla="*/ 5382344 h 6755509"/>
                <a:gd name="connsiteX95" fmla="*/ 1582169 w 6726119"/>
                <a:gd name="connsiteY95" fmla="*/ 5382344 h 6755509"/>
                <a:gd name="connsiteX96" fmla="*/ 1582169 w 6726119"/>
                <a:gd name="connsiteY96" fmla="*/ 5623932 h 6755509"/>
                <a:gd name="connsiteX97" fmla="*/ 1409812 w 6726119"/>
                <a:gd name="connsiteY97" fmla="*/ 5623932 h 6755509"/>
                <a:gd name="connsiteX98" fmla="*/ 1409812 w 6726119"/>
                <a:gd name="connsiteY98" fmla="*/ 5624369 h 6755509"/>
                <a:gd name="connsiteX99" fmla="*/ 1179578 w 6726119"/>
                <a:gd name="connsiteY99" fmla="*/ 5624369 h 6755509"/>
                <a:gd name="connsiteX100" fmla="*/ 1179578 w 6726119"/>
                <a:gd name="connsiteY100" fmla="*/ 1058203 h 6755509"/>
                <a:gd name="connsiteX101" fmla="*/ 1409812 w 6726119"/>
                <a:gd name="connsiteY101" fmla="*/ 1058203 h 6755509"/>
                <a:gd name="connsiteX102" fmla="*/ 1409812 w 6726119"/>
                <a:gd name="connsiteY102" fmla="*/ 1058648 h 6755509"/>
                <a:gd name="connsiteX103" fmla="*/ 1582169 w 6726119"/>
                <a:gd name="connsiteY103" fmla="*/ 1058648 h 6755509"/>
                <a:gd name="connsiteX104" fmla="*/ 1582169 w 6726119"/>
                <a:gd name="connsiteY104" fmla="*/ 1300233 h 6755509"/>
                <a:gd name="connsiteX105" fmla="*/ 1976377 w 6726119"/>
                <a:gd name="connsiteY105" fmla="*/ 1300233 h 6755509"/>
                <a:gd name="connsiteX106" fmla="*/ 1976377 w 6726119"/>
                <a:gd name="connsiteY106" fmla="*/ 1058648 h 6755509"/>
                <a:gd name="connsiteX107" fmla="*/ 2124240 w 6726119"/>
                <a:gd name="connsiteY107" fmla="*/ 1058648 h 6755509"/>
                <a:gd name="connsiteX108" fmla="*/ 2124240 w 6726119"/>
                <a:gd name="connsiteY108" fmla="*/ 1058202 h 6755509"/>
                <a:gd name="connsiteX109" fmla="*/ 2354474 w 6726119"/>
                <a:gd name="connsiteY109" fmla="*/ 1058202 h 6755509"/>
                <a:gd name="connsiteX110" fmla="*/ 2354474 w 6726119"/>
                <a:gd name="connsiteY110" fmla="*/ 1058644 h 6755509"/>
                <a:gd name="connsiteX111" fmla="*/ 4347573 w 6726119"/>
                <a:gd name="connsiteY111" fmla="*/ 1058644 h 6755509"/>
                <a:gd name="connsiteX112" fmla="*/ 2345970 w 6726119"/>
                <a:gd name="connsiteY112" fmla="*/ 0 h 6755509"/>
                <a:gd name="connsiteX113" fmla="*/ 6370953 w 6726119"/>
                <a:gd name="connsiteY113" fmla="*/ 0 h 6755509"/>
                <a:gd name="connsiteX114" fmla="*/ 6370953 w 6726119"/>
                <a:gd name="connsiteY114" fmla="*/ 5530 h 6755509"/>
                <a:gd name="connsiteX115" fmla="*/ 6401458 w 6726119"/>
                <a:gd name="connsiteY115" fmla="*/ 8892 h 6755509"/>
                <a:gd name="connsiteX116" fmla="*/ 6701123 w 6726119"/>
                <a:gd name="connsiteY116" fmla="*/ 279107 h 6755509"/>
                <a:gd name="connsiteX117" fmla="*/ 6703324 w 6726119"/>
                <a:gd name="connsiteY117" fmla="*/ 287274 h 6755509"/>
                <a:gd name="connsiteX118" fmla="*/ 6720626 w 6726119"/>
                <a:gd name="connsiteY118" fmla="*/ 287274 h 6755509"/>
                <a:gd name="connsiteX119" fmla="*/ 6720626 w 6726119"/>
                <a:gd name="connsiteY119" fmla="*/ 358594 h 6755509"/>
                <a:gd name="connsiteX120" fmla="*/ 6726119 w 6726119"/>
                <a:gd name="connsiteY120" fmla="*/ 420024 h 6755509"/>
                <a:gd name="connsiteX121" fmla="*/ 6726119 w 6726119"/>
                <a:gd name="connsiteY121" fmla="*/ 6755509 h 6755509"/>
                <a:gd name="connsiteX122" fmla="*/ 6528119 w 6726119"/>
                <a:gd name="connsiteY122" fmla="*/ 6755509 h 6755509"/>
                <a:gd name="connsiteX123" fmla="*/ 6528119 w 6726119"/>
                <a:gd name="connsiteY123" fmla="*/ 6750733 h 6755509"/>
                <a:gd name="connsiteX124" fmla="*/ 396745 w 6726119"/>
                <a:gd name="connsiteY124" fmla="*/ 6750733 h 6755509"/>
                <a:gd name="connsiteX125" fmla="*/ 120429 w 6726119"/>
                <a:gd name="connsiteY125" fmla="*/ 6636191 h 6755509"/>
                <a:gd name="connsiteX126" fmla="*/ 8388 w 6726119"/>
                <a:gd name="connsiteY126" fmla="*/ 6429722 h 6755509"/>
                <a:gd name="connsiteX127" fmla="*/ 8296 w 6726119"/>
                <a:gd name="connsiteY127" fmla="*/ 6428820 h 6755509"/>
                <a:gd name="connsiteX128" fmla="*/ 8 w 6726119"/>
                <a:gd name="connsiteY128" fmla="*/ 6428820 h 6755509"/>
                <a:gd name="connsiteX129" fmla="*/ 8 w 6726119"/>
                <a:gd name="connsiteY129" fmla="*/ 6347330 h 6755509"/>
                <a:gd name="connsiteX130" fmla="*/ 0 w 6726119"/>
                <a:gd name="connsiteY130" fmla="*/ 6347251 h 6755509"/>
                <a:gd name="connsiteX131" fmla="*/ 0 w 6726119"/>
                <a:gd name="connsiteY131" fmla="*/ 5373486 h 6755509"/>
                <a:gd name="connsiteX132" fmla="*/ 0 w 6726119"/>
                <a:gd name="connsiteY132" fmla="*/ 3024609 h 6755509"/>
                <a:gd name="connsiteX133" fmla="*/ 0 w 6726119"/>
                <a:gd name="connsiteY133" fmla="*/ 799300 h 6755509"/>
                <a:gd name="connsiteX134" fmla="*/ 389528 w 6726119"/>
                <a:gd name="connsiteY134" fmla="*/ 799300 h 6755509"/>
                <a:gd name="connsiteX135" fmla="*/ 389528 w 6726119"/>
                <a:gd name="connsiteY135" fmla="*/ 2786703 h 6755509"/>
                <a:gd name="connsiteX136" fmla="*/ 389536 w 6726119"/>
                <a:gd name="connsiteY136" fmla="*/ 2786703 h 6755509"/>
                <a:gd name="connsiteX137" fmla="*/ 389536 w 6726119"/>
                <a:gd name="connsiteY137" fmla="*/ 6400808 h 6755509"/>
                <a:gd name="connsiteX138" fmla="*/ 389544 w 6726119"/>
                <a:gd name="connsiteY138" fmla="*/ 6400808 h 6755509"/>
                <a:gd name="connsiteX139" fmla="*/ 389544 w 6726119"/>
                <a:gd name="connsiteY139" fmla="*/ 6334350 h 6755509"/>
                <a:gd name="connsiteX140" fmla="*/ 6331098 w 6726119"/>
                <a:gd name="connsiteY140" fmla="*/ 6334350 h 6755509"/>
                <a:gd name="connsiteX141" fmla="*/ 6331098 w 6726119"/>
                <a:gd name="connsiteY141" fmla="*/ 392290 h 6755509"/>
                <a:gd name="connsiteX142" fmla="*/ 5253936 w 6726119"/>
                <a:gd name="connsiteY142" fmla="*/ 392290 h 6755509"/>
                <a:gd name="connsiteX143" fmla="*/ 5253936 w 6726119"/>
                <a:gd name="connsiteY143" fmla="*/ 392290 h 6755509"/>
                <a:gd name="connsiteX144" fmla="*/ 821820 w 6726119"/>
                <a:gd name="connsiteY144" fmla="*/ 392290 h 6755509"/>
                <a:gd name="connsiteX145" fmla="*/ 821820 w 6726119"/>
                <a:gd name="connsiteY145" fmla="*/ 1 h 6755509"/>
                <a:gd name="connsiteX146" fmla="*/ 2345970 w 6726119"/>
                <a:gd name="connsiteY146" fmla="*/ 1 h 67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726119" h="6755509">
                  <a:moveTo>
                    <a:pt x="4719873" y="4822250"/>
                  </a:moveTo>
                  <a:lnTo>
                    <a:pt x="4719873" y="5216457"/>
                  </a:lnTo>
                  <a:lnTo>
                    <a:pt x="5114081" y="5216457"/>
                  </a:lnTo>
                  <a:lnTo>
                    <a:pt x="5114081" y="4822250"/>
                  </a:lnTo>
                  <a:close/>
                  <a:moveTo>
                    <a:pt x="1582169" y="4822250"/>
                  </a:moveTo>
                  <a:lnTo>
                    <a:pt x="1582169" y="5216457"/>
                  </a:lnTo>
                  <a:lnTo>
                    <a:pt x="1976377" y="5216457"/>
                  </a:lnTo>
                  <a:lnTo>
                    <a:pt x="1976377" y="4822250"/>
                  </a:lnTo>
                  <a:close/>
                  <a:moveTo>
                    <a:pt x="2354474" y="4297058"/>
                  </a:moveTo>
                  <a:lnTo>
                    <a:pt x="2354474" y="5398758"/>
                  </a:lnTo>
                  <a:lnTo>
                    <a:pt x="4347573" y="5398758"/>
                  </a:lnTo>
                  <a:lnTo>
                    <a:pt x="4347573" y="4297058"/>
                  </a:lnTo>
                  <a:close/>
                  <a:moveTo>
                    <a:pt x="4719873" y="4266623"/>
                  </a:moveTo>
                  <a:lnTo>
                    <a:pt x="4719873" y="4656355"/>
                  </a:lnTo>
                  <a:lnTo>
                    <a:pt x="5114081" y="4656355"/>
                  </a:lnTo>
                  <a:lnTo>
                    <a:pt x="5114081" y="4266623"/>
                  </a:lnTo>
                  <a:close/>
                  <a:moveTo>
                    <a:pt x="1582169" y="4266623"/>
                  </a:moveTo>
                  <a:lnTo>
                    <a:pt x="1582169" y="4656355"/>
                  </a:lnTo>
                  <a:lnTo>
                    <a:pt x="1976377" y="4656355"/>
                  </a:lnTo>
                  <a:lnTo>
                    <a:pt x="1976377" y="4266623"/>
                  </a:lnTo>
                  <a:close/>
                  <a:moveTo>
                    <a:pt x="4719873" y="3706529"/>
                  </a:moveTo>
                  <a:lnTo>
                    <a:pt x="4719873" y="4096254"/>
                  </a:lnTo>
                  <a:lnTo>
                    <a:pt x="5114081" y="4096254"/>
                  </a:lnTo>
                  <a:lnTo>
                    <a:pt x="5114081" y="3706529"/>
                  </a:lnTo>
                  <a:close/>
                  <a:moveTo>
                    <a:pt x="1582169" y="3706529"/>
                  </a:moveTo>
                  <a:lnTo>
                    <a:pt x="1582169" y="4096254"/>
                  </a:lnTo>
                  <a:lnTo>
                    <a:pt x="1976377" y="4096254"/>
                  </a:lnTo>
                  <a:lnTo>
                    <a:pt x="1976377" y="3706529"/>
                  </a:lnTo>
                  <a:close/>
                  <a:moveTo>
                    <a:pt x="4719873" y="3146429"/>
                  </a:moveTo>
                  <a:lnTo>
                    <a:pt x="4719873" y="3536152"/>
                  </a:lnTo>
                  <a:lnTo>
                    <a:pt x="5114081" y="3536152"/>
                  </a:lnTo>
                  <a:lnTo>
                    <a:pt x="5114081" y="3146429"/>
                  </a:lnTo>
                  <a:close/>
                  <a:moveTo>
                    <a:pt x="1582169" y="3146428"/>
                  </a:moveTo>
                  <a:lnTo>
                    <a:pt x="1582169" y="3536152"/>
                  </a:lnTo>
                  <a:lnTo>
                    <a:pt x="1976377" y="3536152"/>
                  </a:lnTo>
                  <a:lnTo>
                    <a:pt x="1976377" y="3146428"/>
                  </a:lnTo>
                  <a:close/>
                  <a:moveTo>
                    <a:pt x="2354474" y="2780755"/>
                  </a:moveTo>
                  <a:lnTo>
                    <a:pt x="2354474" y="3901828"/>
                  </a:lnTo>
                  <a:lnTo>
                    <a:pt x="4347573" y="3901828"/>
                  </a:lnTo>
                  <a:lnTo>
                    <a:pt x="4347573" y="2780755"/>
                  </a:lnTo>
                  <a:close/>
                  <a:moveTo>
                    <a:pt x="4719873" y="2586326"/>
                  </a:moveTo>
                  <a:lnTo>
                    <a:pt x="4719873" y="2976051"/>
                  </a:lnTo>
                  <a:lnTo>
                    <a:pt x="5114081" y="2976051"/>
                  </a:lnTo>
                  <a:lnTo>
                    <a:pt x="5114081" y="2586326"/>
                  </a:lnTo>
                  <a:close/>
                  <a:moveTo>
                    <a:pt x="1582169" y="2586326"/>
                  </a:moveTo>
                  <a:lnTo>
                    <a:pt x="1582169" y="2976051"/>
                  </a:lnTo>
                  <a:lnTo>
                    <a:pt x="1976377" y="2976051"/>
                  </a:lnTo>
                  <a:lnTo>
                    <a:pt x="1976377" y="2586326"/>
                  </a:lnTo>
                  <a:close/>
                  <a:moveTo>
                    <a:pt x="4719873" y="2026225"/>
                  </a:moveTo>
                  <a:lnTo>
                    <a:pt x="4719873" y="2415954"/>
                  </a:lnTo>
                  <a:lnTo>
                    <a:pt x="5114081" y="2415954"/>
                  </a:lnTo>
                  <a:lnTo>
                    <a:pt x="5114081" y="2026225"/>
                  </a:lnTo>
                  <a:close/>
                  <a:moveTo>
                    <a:pt x="1582169" y="2026225"/>
                  </a:moveTo>
                  <a:lnTo>
                    <a:pt x="1582169" y="2415954"/>
                  </a:lnTo>
                  <a:lnTo>
                    <a:pt x="1976377" y="2415954"/>
                  </a:lnTo>
                  <a:lnTo>
                    <a:pt x="1976377" y="2026225"/>
                  </a:lnTo>
                  <a:close/>
                  <a:moveTo>
                    <a:pt x="4719873" y="1466123"/>
                  </a:moveTo>
                  <a:lnTo>
                    <a:pt x="4719873" y="1860331"/>
                  </a:lnTo>
                  <a:lnTo>
                    <a:pt x="5114081" y="1860331"/>
                  </a:lnTo>
                  <a:lnTo>
                    <a:pt x="5114081" y="1466123"/>
                  </a:lnTo>
                  <a:close/>
                  <a:moveTo>
                    <a:pt x="1582169" y="1466123"/>
                  </a:moveTo>
                  <a:lnTo>
                    <a:pt x="1582169" y="1860331"/>
                  </a:lnTo>
                  <a:lnTo>
                    <a:pt x="1976377" y="1860331"/>
                  </a:lnTo>
                  <a:lnTo>
                    <a:pt x="1976377" y="1466123"/>
                  </a:lnTo>
                  <a:close/>
                  <a:moveTo>
                    <a:pt x="2354474" y="1283818"/>
                  </a:moveTo>
                  <a:lnTo>
                    <a:pt x="2354474" y="2385525"/>
                  </a:lnTo>
                  <a:lnTo>
                    <a:pt x="4347573" y="2385525"/>
                  </a:lnTo>
                  <a:lnTo>
                    <a:pt x="4347573" y="1283818"/>
                  </a:lnTo>
                  <a:close/>
                  <a:moveTo>
                    <a:pt x="4347573" y="1058202"/>
                  </a:moveTo>
                  <a:lnTo>
                    <a:pt x="4577807" y="1058202"/>
                  </a:lnTo>
                  <a:lnTo>
                    <a:pt x="4577807" y="1058648"/>
                  </a:lnTo>
                  <a:lnTo>
                    <a:pt x="4719873" y="1058648"/>
                  </a:lnTo>
                  <a:lnTo>
                    <a:pt x="4719873" y="1300233"/>
                  </a:lnTo>
                  <a:lnTo>
                    <a:pt x="5114081" y="1300233"/>
                  </a:lnTo>
                  <a:lnTo>
                    <a:pt x="5114081" y="1058648"/>
                  </a:lnTo>
                  <a:lnTo>
                    <a:pt x="5280697" y="1058648"/>
                  </a:lnTo>
                  <a:lnTo>
                    <a:pt x="5280697" y="1058202"/>
                  </a:lnTo>
                  <a:lnTo>
                    <a:pt x="5510931" y="1058202"/>
                  </a:lnTo>
                  <a:lnTo>
                    <a:pt x="5510931" y="5624369"/>
                  </a:lnTo>
                  <a:lnTo>
                    <a:pt x="5280697" y="5624369"/>
                  </a:lnTo>
                  <a:lnTo>
                    <a:pt x="5280697" y="5623932"/>
                  </a:lnTo>
                  <a:lnTo>
                    <a:pt x="5114081" y="5623932"/>
                  </a:lnTo>
                  <a:lnTo>
                    <a:pt x="5114081" y="5382344"/>
                  </a:lnTo>
                  <a:lnTo>
                    <a:pt x="4719873" y="5382344"/>
                  </a:lnTo>
                  <a:lnTo>
                    <a:pt x="4719873" y="5623932"/>
                  </a:lnTo>
                  <a:lnTo>
                    <a:pt x="4577807" y="5623932"/>
                  </a:lnTo>
                  <a:lnTo>
                    <a:pt x="4577807" y="5624369"/>
                  </a:lnTo>
                  <a:lnTo>
                    <a:pt x="4347573" y="5624369"/>
                  </a:lnTo>
                  <a:lnTo>
                    <a:pt x="4347573" y="5623932"/>
                  </a:lnTo>
                  <a:lnTo>
                    <a:pt x="2354474" y="5623932"/>
                  </a:lnTo>
                  <a:lnTo>
                    <a:pt x="2354474" y="5624369"/>
                  </a:lnTo>
                  <a:lnTo>
                    <a:pt x="2124240" y="5624369"/>
                  </a:lnTo>
                  <a:lnTo>
                    <a:pt x="2124240" y="5623932"/>
                  </a:lnTo>
                  <a:lnTo>
                    <a:pt x="1976377" y="5623932"/>
                  </a:lnTo>
                  <a:lnTo>
                    <a:pt x="1976377" y="5382344"/>
                  </a:lnTo>
                  <a:lnTo>
                    <a:pt x="1582169" y="5382344"/>
                  </a:lnTo>
                  <a:lnTo>
                    <a:pt x="1582169" y="5623932"/>
                  </a:lnTo>
                  <a:lnTo>
                    <a:pt x="1409812" y="5623932"/>
                  </a:lnTo>
                  <a:lnTo>
                    <a:pt x="1409812" y="5624369"/>
                  </a:lnTo>
                  <a:lnTo>
                    <a:pt x="1179578" y="5624369"/>
                  </a:lnTo>
                  <a:lnTo>
                    <a:pt x="1179578" y="1058203"/>
                  </a:lnTo>
                  <a:lnTo>
                    <a:pt x="1409812" y="1058203"/>
                  </a:lnTo>
                  <a:lnTo>
                    <a:pt x="1409812" y="1058648"/>
                  </a:lnTo>
                  <a:lnTo>
                    <a:pt x="1582169" y="1058648"/>
                  </a:lnTo>
                  <a:lnTo>
                    <a:pt x="1582169" y="1300233"/>
                  </a:lnTo>
                  <a:lnTo>
                    <a:pt x="1976377" y="1300233"/>
                  </a:lnTo>
                  <a:lnTo>
                    <a:pt x="1976377" y="1058648"/>
                  </a:lnTo>
                  <a:lnTo>
                    <a:pt x="2124240" y="1058648"/>
                  </a:lnTo>
                  <a:lnTo>
                    <a:pt x="2124240" y="1058202"/>
                  </a:lnTo>
                  <a:lnTo>
                    <a:pt x="2354474" y="1058202"/>
                  </a:lnTo>
                  <a:lnTo>
                    <a:pt x="2354474" y="1058644"/>
                  </a:lnTo>
                  <a:lnTo>
                    <a:pt x="4347573" y="1058644"/>
                  </a:lnTo>
                  <a:close/>
                  <a:moveTo>
                    <a:pt x="2345970" y="0"/>
                  </a:moveTo>
                  <a:lnTo>
                    <a:pt x="6370953" y="0"/>
                  </a:lnTo>
                  <a:lnTo>
                    <a:pt x="6370953" y="5530"/>
                  </a:lnTo>
                  <a:lnTo>
                    <a:pt x="6401458" y="8892"/>
                  </a:lnTo>
                  <a:cubicBezTo>
                    <a:pt x="6538698" y="39432"/>
                    <a:pt x="6652700" y="145551"/>
                    <a:pt x="6701123" y="279107"/>
                  </a:cubicBezTo>
                  <a:lnTo>
                    <a:pt x="6703324" y="287274"/>
                  </a:lnTo>
                  <a:lnTo>
                    <a:pt x="6720626" y="287274"/>
                  </a:lnTo>
                  <a:lnTo>
                    <a:pt x="6720626" y="358594"/>
                  </a:lnTo>
                  <a:lnTo>
                    <a:pt x="6726119" y="420024"/>
                  </a:lnTo>
                  <a:lnTo>
                    <a:pt x="6726119" y="6755509"/>
                  </a:lnTo>
                  <a:lnTo>
                    <a:pt x="6528119" y="6755509"/>
                  </a:lnTo>
                  <a:lnTo>
                    <a:pt x="6528119" y="6750733"/>
                  </a:lnTo>
                  <a:lnTo>
                    <a:pt x="396745" y="6750733"/>
                  </a:lnTo>
                  <a:lnTo>
                    <a:pt x="120429" y="6636191"/>
                  </a:lnTo>
                  <a:cubicBezTo>
                    <a:pt x="64805" y="6580842"/>
                    <a:pt x="24876" y="6509591"/>
                    <a:pt x="8388" y="6429722"/>
                  </a:cubicBezTo>
                  <a:lnTo>
                    <a:pt x="8296" y="6428820"/>
                  </a:lnTo>
                  <a:lnTo>
                    <a:pt x="8" y="6428820"/>
                  </a:lnTo>
                  <a:lnTo>
                    <a:pt x="8" y="6347330"/>
                  </a:lnTo>
                  <a:lnTo>
                    <a:pt x="0" y="6347251"/>
                  </a:lnTo>
                  <a:lnTo>
                    <a:pt x="0" y="5373486"/>
                  </a:lnTo>
                  <a:lnTo>
                    <a:pt x="0" y="3024609"/>
                  </a:lnTo>
                  <a:lnTo>
                    <a:pt x="0" y="799300"/>
                  </a:lnTo>
                  <a:lnTo>
                    <a:pt x="389528" y="799300"/>
                  </a:lnTo>
                  <a:lnTo>
                    <a:pt x="389528" y="2786703"/>
                  </a:lnTo>
                  <a:lnTo>
                    <a:pt x="389536" y="2786703"/>
                  </a:lnTo>
                  <a:lnTo>
                    <a:pt x="389536" y="6400808"/>
                  </a:lnTo>
                  <a:lnTo>
                    <a:pt x="389544" y="6400808"/>
                  </a:lnTo>
                  <a:lnTo>
                    <a:pt x="389544" y="6334350"/>
                  </a:lnTo>
                  <a:lnTo>
                    <a:pt x="6331098" y="6334350"/>
                  </a:lnTo>
                  <a:lnTo>
                    <a:pt x="6331098" y="392290"/>
                  </a:lnTo>
                  <a:lnTo>
                    <a:pt x="5253936" y="392290"/>
                  </a:lnTo>
                  <a:lnTo>
                    <a:pt x="5253936" y="392290"/>
                  </a:lnTo>
                  <a:lnTo>
                    <a:pt x="821820" y="392290"/>
                  </a:lnTo>
                  <a:lnTo>
                    <a:pt x="821820" y="1"/>
                  </a:lnTo>
                  <a:lnTo>
                    <a:pt x="2345970" y="1"/>
                  </a:lnTo>
                  <a:close/>
                </a:path>
              </a:pathLst>
            </a:custGeom>
            <a:grpFill/>
            <a:ln w="2953" cap="flat">
              <a:noFill/>
              <a:prstDash val="solid"/>
              <a:miter/>
            </a:ln>
          </p:spPr>
          <p:txBody>
            <a:bodyPr wrap="square" rtlCol="0" anchor="ctr">
              <a:noAutofit/>
            </a:bodyPr>
            <a:lstStyle/>
            <a:p>
              <a:endParaRPr lang="en-US" dirty="0"/>
            </a:p>
          </p:txBody>
        </p:sp>
        <p:sp>
          <p:nvSpPr>
            <p:cNvPr id="2125" name="Freeform: Shape 2124">
              <a:extLst>
                <a:ext uri="{FF2B5EF4-FFF2-40B4-BE49-F238E27FC236}">
                  <a16:creationId xmlns:a16="http://schemas.microsoft.com/office/drawing/2014/main" id="{58933F6F-248D-5056-98CC-3C5E1BBF679E}"/>
                </a:ext>
                <a:ext uri="{C183D7F6-B498-43B3-948B-1728B52AA6E4}">
                  <adec:decorative xmlns:adec="http://schemas.microsoft.com/office/drawing/2017/decorative" val="1"/>
                </a:ext>
              </a:extLst>
            </p:cNvPr>
            <p:cNvSpPr/>
            <p:nvPr/>
          </p:nvSpPr>
          <p:spPr>
            <a:xfrm>
              <a:off x="5262819" y="4343071"/>
              <a:ext cx="39499" cy="39499"/>
            </a:xfrm>
            <a:custGeom>
              <a:avLst/>
              <a:gdLst>
                <a:gd name="connsiteX0" fmla="*/ 0 w 71727"/>
                <a:gd name="connsiteY0" fmla="*/ 0 h 71727"/>
                <a:gd name="connsiteX1" fmla="*/ 71728 w 71727"/>
                <a:gd name="connsiteY1" fmla="*/ 0 h 71727"/>
                <a:gd name="connsiteX2" fmla="*/ 71728 w 71727"/>
                <a:gd name="connsiteY2" fmla="*/ 71728 h 71727"/>
                <a:gd name="connsiteX3" fmla="*/ 0 w 71727"/>
                <a:gd name="connsiteY3" fmla="*/ 71728 h 71727"/>
              </a:gdLst>
              <a:ahLst/>
              <a:cxnLst>
                <a:cxn ang="0">
                  <a:pos x="connsiteX0" y="connsiteY0"/>
                </a:cxn>
                <a:cxn ang="0">
                  <a:pos x="connsiteX1" y="connsiteY1"/>
                </a:cxn>
                <a:cxn ang="0">
                  <a:pos x="connsiteX2" y="connsiteY2"/>
                </a:cxn>
                <a:cxn ang="0">
                  <a:pos x="connsiteX3" y="connsiteY3"/>
                </a:cxn>
              </a:cxnLst>
              <a:rect l="l" t="t" r="r" b="b"/>
              <a:pathLst>
                <a:path w="71727" h="71727">
                  <a:moveTo>
                    <a:pt x="0" y="0"/>
                  </a:moveTo>
                  <a:lnTo>
                    <a:pt x="71728" y="0"/>
                  </a:lnTo>
                  <a:lnTo>
                    <a:pt x="71728" y="71728"/>
                  </a:lnTo>
                  <a:lnTo>
                    <a:pt x="0" y="71728"/>
                  </a:lnTo>
                  <a:close/>
                </a:path>
              </a:pathLst>
            </a:custGeom>
            <a:solidFill>
              <a:schemeClr val="bg1"/>
            </a:solidFill>
            <a:ln w="2953" cap="flat">
              <a:noFill/>
              <a:prstDash val="solid"/>
              <a:miter/>
            </a:ln>
          </p:spPr>
          <p:txBody>
            <a:bodyPr rtlCol="0" anchor="ctr"/>
            <a:lstStyle/>
            <a:p>
              <a:endParaRPr lang="en-US" dirty="0"/>
            </a:p>
          </p:txBody>
        </p:sp>
      </p:grpSp>
      <p:grpSp>
        <p:nvGrpSpPr>
          <p:cNvPr id="2785" name="Group 2784">
            <a:extLst>
              <a:ext uri="{FF2B5EF4-FFF2-40B4-BE49-F238E27FC236}">
                <a16:creationId xmlns:a16="http://schemas.microsoft.com/office/drawing/2014/main" id="{B75BB586-88D0-46E1-EC7F-DDA21E19174B}"/>
              </a:ext>
              <a:ext uri="{C183D7F6-B498-43B3-948B-1728B52AA6E4}">
                <adec:decorative xmlns:adec="http://schemas.microsoft.com/office/drawing/2017/decorative" val="1"/>
              </a:ext>
            </a:extLst>
          </p:cNvPr>
          <p:cNvGrpSpPr>
            <a:grpSpLocks noChangeAspect="1"/>
          </p:cNvGrpSpPr>
          <p:nvPr/>
        </p:nvGrpSpPr>
        <p:grpSpPr>
          <a:xfrm>
            <a:off x="5876529" y="4343071"/>
            <a:ext cx="626660" cy="457200"/>
            <a:chOff x="5876529" y="4343071"/>
            <a:chExt cx="626660" cy="457200"/>
          </a:xfrm>
          <a:solidFill>
            <a:schemeClr val="accent2"/>
          </a:solidFill>
        </p:grpSpPr>
        <p:sp>
          <p:nvSpPr>
            <p:cNvPr id="2156" name="Freeform: Shape 2155">
              <a:extLst>
                <a:ext uri="{FF2B5EF4-FFF2-40B4-BE49-F238E27FC236}">
                  <a16:creationId xmlns:a16="http://schemas.microsoft.com/office/drawing/2014/main" id="{8998C87E-F111-429A-9499-042DE0725DFA}"/>
                </a:ext>
                <a:ext uri="{C183D7F6-B498-43B3-948B-1728B52AA6E4}">
                  <adec:decorative xmlns:adec="http://schemas.microsoft.com/office/drawing/2017/decorative" val="1"/>
                </a:ext>
              </a:extLst>
            </p:cNvPr>
            <p:cNvSpPr/>
            <p:nvPr/>
          </p:nvSpPr>
          <p:spPr>
            <a:xfrm>
              <a:off x="6117946" y="4523408"/>
              <a:ext cx="385243" cy="268059"/>
            </a:xfrm>
            <a:custGeom>
              <a:avLst/>
              <a:gdLst>
                <a:gd name="connsiteX0" fmla="*/ 3858139 w 5778640"/>
                <a:gd name="connsiteY0" fmla="*/ 1599991 h 4020887"/>
                <a:gd name="connsiteX1" fmla="*/ 3858139 w 5778640"/>
                <a:gd name="connsiteY1" fmla="*/ 1833650 h 4020887"/>
                <a:gd name="connsiteX2" fmla="*/ 3621447 w 5778640"/>
                <a:gd name="connsiteY2" fmla="*/ 1833650 h 4020887"/>
                <a:gd name="connsiteX3" fmla="*/ 3621447 w 5778640"/>
                <a:gd name="connsiteY3" fmla="*/ 2083016 h 4020887"/>
                <a:gd name="connsiteX4" fmla="*/ 3372081 w 5778640"/>
                <a:gd name="connsiteY4" fmla="*/ 2083016 h 4020887"/>
                <a:gd name="connsiteX5" fmla="*/ 3372081 w 5778640"/>
                <a:gd name="connsiteY5" fmla="*/ 2319708 h 4020887"/>
                <a:gd name="connsiteX6" fmla="*/ 3137288 w 5778640"/>
                <a:gd name="connsiteY6" fmla="*/ 2319708 h 4020887"/>
                <a:gd name="connsiteX7" fmla="*/ 3137288 w 5778640"/>
                <a:gd name="connsiteY7" fmla="*/ 2567176 h 4020887"/>
                <a:gd name="connsiteX8" fmla="*/ 2887911 w 5778640"/>
                <a:gd name="connsiteY8" fmla="*/ 2567176 h 4020887"/>
                <a:gd name="connsiteX9" fmla="*/ 2887911 w 5778640"/>
                <a:gd name="connsiteY9" fmla="*/ 2805776 h 4020887"/>
                <a:gd name="connsiteX10" fmla="*/ 2649310 w 5778640"/>
                <a:gd name="connsiteY10" fmla="*/ 2805776 h 4020887"/>
                <a:gd name="connsiteX11" fmla="*/ 2649310 w 5778640"/>
                <a:gd name="connsiteY11" fmla="*/ 3053244 h 4020887"/>
                <a:gd name="connsiteX12" fmla="*/ 2404623 w 5778640"/>
                <a:gd name="connsiteY12" fmla="*/ 3053244 h 4020887"/>
                <a:gd name="connsiteX13" fmla="*/ 2404623 w 5778640"/>
                <a:gd name="connsiteY13" fmla="*/ 3259537 h 4020887"/>
                <a:gd name="connsiteX14" fmla="*/ 2367636 w 5778640"/>
                <a:gd name="connsiteY14" fmla="*/ 3299862 h 4020887"/>
                <a:gd name="connsiteX15" fmla="*/ 2171095 w 5778640"/>
                <a:gd name="connsiteY15" fmla="*/ 3299120 h 4020887"/>
                <a:gd name="connsiteX16" fmla="*/ 2171095 w 5778640"/>
                <a:gd name="connsiteY16" fmla="*/ 3521937 h 4020887"/>
                <a:gd name="connsiteX17" fmla="*/ 5268123 w 5778640"/>
                <a:gd name="connsiteY17" fmla="*/ 3521937 h 4020887"/>
                <a:gd name="connsiteX18" fmla="*/ 5268123 w 5778640"/>
                <a:gd name="connsiteY18" fmla="*/ 2799995 h 4020887"/>
                <a:gd name="connsiteX19" fmla="*/ 5065080 w 5778640"/>
                <a:gd name="connsiteY19" fmla="*/ 2799995 h 4020887"/>
                <a:gd name="connsiteX20" fmla="*/ 5065080 w 5778640"/>
                <a:gd name="connsiteY20" fmla="*/ 2565213 h 4020887"/>
                <a:gd name="connsiteX21" fmla="*/ 4817602 w 5778640"/>
                <a:gd name="connsiteY21" fmla="*/ 2565213 h 4020887"/>
                <a:gd name="connsiteX22" fmla="*/ 4817602 w 5778640"/>
                <a:gd name="connsiteY22" fmla="*/ 2315836 h 4020887"/>
                <a:gd name="connsiteX23" fmla="*/ 4579001 w 5778640"/>
                <a:gd name="connsiteY23" fmla="*/ 2315836 h 4020887"/>
                <a:gd name="connsiteX24" fmla="*/ 4579001 w 5778640"/>
                <a:gd name="connsiteY24" fmla="*/ 2079144 h 4020887"/>
                <a:gd name="connsiteX25" fmla="*/ 4333431 w 5778640"/>
                <a:gd name="connsiteY25" fmla="*/ 2079144 h 4020887"/>
                <a:gd name="connsiteX26" fmla="*/ 4333431 w 5778640"/>
                <a:gd name="connsiteY26" fmla="*/ 1831676 h 4020887"/>
                <a:gd name="connsiteX27" fmla="*/ 4094841 w 5778640"/>
                <a:gd name="connsiteY27" fmla="*/ 1831676 h 4020887"/>
                <a:gd name="connsiteX28" fmla="*/ 4094841 w 5778640"/>
                <a:gd name="connsiteY28" fmla="*/ 1599991 h 4020887"/>
                <a:gd name="connsiteX29" fmla="*/ 3858139 w 5778640"/>
                <a:gd name="connsiteY29" fmla="*/ 1599991 h 4020887"/>
                <a:gd name="connsiteX30" fmla="*/ 2469155 w 5778640"/>
                <a:gd name="connsiteY30" fmla="*/ 929932 h 4020887"/>
                <a:gd name="connsiteX31" fmla="*/ 2469155 w 5778640"/>
                <a:gd name="connsiteY31" fmla="*/ 1046942 h 4020887"/>
                <a:gd name="connsiteX32" fmla="*/ 2220107 w 5778640"/>
                <a:gd name="connsiteY32" fmla="*/ 1046942 h 4020887"/>
                <a:gd name="connsiteX33" fmla="*/ 2220107 w 5778640"/>
                <a:gd name="connsiteY33" fmla="*/ 1296060 h 4020887"/>
                <a:gd name="connsiteX34" fmla="*/ 2102811 w 5778640"/>
                <a:gd name="connsiteY34" fmla="*/ 1296060 h 4020887"/>
                <a:gd name="connsiteX35" fmla="*/ 2104101 w 5778640"/>
                <a:gd name="connsiteY35" fmla="*/ 1488828 h 4020887"/>
                <a:gd name="connsiteX36" fmla="*/ 2141676 w 5778640"/>
                <a:gd name="connsiteY36" fmla="*/ 1520499 h 4020887"/>
                <a:gd name="connsiteX37" fmla="*/ 2224637 w 5778640"/>
                <a:gd name="connsiteY37" fmla="*/ 1520499 h 4020887"/>
                <a:gd name="connsiteX38" fmla="*/ 2224637 w 5778640"/>
                <a:gd name="connsiteY38" fmla="*/ 1770359 h 4020887"/>
                <a:gd name="connsiteX39" fmla="*/ 2469951 w 5778640"/>
                <a:gd name="connsiteY39" fmla="*/ 1770359 h 4020887"/>
                <a:gd name="connsiteX40" fmla="*/ 2469951 w 5778640"/>
                <a:gd name="connsiteY40" fmla="*/ 1883865 h 4020887"/>
                <a:gd name="connsiteX41" fmla="*/ 2697557 w 5778640"/>
                <a:gd name="connsiteY41" fmla="*/ 1883865 h 4020887"/>
                <a:gd name="connsiteX42" fmla="*/ 2697557 w 5778640"/>
                <a:gd name="connsiteY42" fmla="*/ 1766002 h 4020887"/>
                <a:gd name="connsiteX43" fmla="*/ 2946550 w 5778640"/>
                <a:gd name="connsiteY43" fmla="*/ 1766002 h 4020887"/>
                <a:gd name="connsiteX44" fmla="*/ 2946550 w 5778640"/>
                <a:gd name="connsiteY44" fmla="*/ 1518773 h 4020887"/>
                <a:gd name="connsiteX45" fmla="*/ 3059452 w 5778640"/>
                <a:gd name="connsiteY45" fmla="*/ 1518773 h 4020887"/>
                <a:gd name="connsiteX46" fmla="*/ 3059452 w 5778640"/>
                <a:gd name="connsiteY46" fmla="*/ 1293115 h 4020887"/>
                <a:gd name="connsiteX47" fmla="*/ 2942017 w 5778640"/>
                <a:gd name="connsiteY47" fmla="*/ 1293115 h 4020887"/>
                <a:gd name="connsiteX48" fmla="*/ 2942017 w 5778640"/>
                <a:gd name="connsiteY48" fmla="*/ 1044093 h 4020887"/>
                <a:gd name="connsiteX49" fmla="*/ 2692870 w 5778640"/>
                <a:gd name="connsiteY49" fmla="*/ 1044093 h 4020887"/>
                <a:gd name="connsiteX50" fmla="*/ 2692870 w 5778640"/>
                <a:gd name="connsiteY50" fmla="*/ 929932 h 4020887"/>
                <a:gd name="connsiteX51" fmla="*/ 2469155 w 5778640"/>
                <a:gd name="connsiteY51" fmla="*/ 929932 h 4020887"/>
                <a:gd name="connsiteX52" fmla="*/ 2457196 w 5778640"/>
                <a:gd name="connsiteY52" fmla="*/ 671778 h 4020887"/>
                <a:gd name="connsiteX53" fmla="*/ 2704602 w 5778640"/>
                <a:gd name="connsiteY53" fmla="*/ 671778 h 4020887"/>
                <a:gd name="connsiteX54" fmla="*/ 2704602 w 5778640"/>
                <a:gd name="connsiteY54" fmla="*/ 795281 h 4020887"/>
                <a:gd name="connsiteX55" fmla="*/ 2952036 w 5778640"/>
                <a:gd name="connsiteY55" fmla="*/ 795281 h 4020887"/>
                <a:gd name="connsiteX56" fmla="*/ 2952036 w 5778640"/>
                <a:gd name="connsiteY56" fmla="*/ 1033765 h 4020887"/>
                <a:gd name="connsiteX57" fmla="*/ 3190549 w 5778640"/>
                <a:gd name="connsiteY57" fmla="*/ 1033765 h 4020887"/>
                <a:gd name="connsiteX58" fmla="*/ 3190549 w 5778640"/>
                <a:gd name="connsiteY58" fmla="*/ 1283069 h 4020887"/>
                <a:gd name="connsiteX59" fmla="*/ 3318526 w 5778640"/>
                <a:gd name="connsiteY59" fmla="*/ 1283069 h 4020887"/>
                <a:gd name="connsiteX60" fmla="*/ 3318526 w 5778640"/>
                <a:gd name="connsiteY60" fmla="*/ 1528542 h 4020887"/>
                <a:gd name="connsiteX61" fmla="*/ 3193498 w 5778640"/>
                <a:gd name="connsiteY61" fmla="*/ 1528542 h 4020887"/>
                <a:gd name="connsiteX62" fmla="*/ 3193498 w 5778640"/>
                <a:gd name="connsiteY62" fmla="*/ 1779212 h 4020887"/>
                <a:gd name="connsiteX63" fmla="*/ 2991353 w 5778640"/>
                <a:gd name="connsiteY63" fmla="*/ 1778468 h 4020887"/>
                <a:gd name="connsiteX64" fmla="*/ 2954377 w 5778640"/>
                <a:gd name="connsiteY64" fmla="*/ 1823999 h 4020887"/>
                <a:gd name="connsiteX65" fmla="*/ 2954377 w 5778640"/>
                <a:gd name="connsiteY65" fmla="*/ 2016147 h 4020887"/>
                <a:gd name="connsiteX66" fmla="*/ 2707882 w 5778640"/>
                <a:gd name="connsiteY66" fmla="*/ 2016147 h 4020887"/>
                <a:gd name="connsiteX67" fmla="*/ 2707882 w 5778640"/>
                <a:gd name="connsiteY67" fmla="*/ 2141863 h 4020887"/>
                <a:gd name="connsiteX68" fmla="*/ 2460475 w 5778640"/>
                <a:gd name="connsiteY68" fmla="*/ 2141863 h 4020887"/>
                <a:gd name="connsiteX69" fmla="*/ 2460475 w 5778640"/>
                <a:gd name="connsiteY69" fmla="*/ 2017564 h 4020887"/>
                <a:gd name="connsiteX70" fmla="*/ 2211137 w 5778640"/>
                <a:gd name="connsiteY70" fmla="*/ 2017564 h 4020887"/>
                <a:gd name="connsiteX71" fmla="*/ 2211137 w 5778640"/>
                <a:gd name="connsiteY71" fmla="*/ 1780969 h 4020887"/>
                <a:gd name="connsiteX72" fmla="*/ 1976406 w 5778640"/>
                <a:gd name="connsiteY72" fmla="*/ 1780969 h 4020887"/>
                <a:gd name="connsiteX73" fmla="*/ 1976406 w 5778640"/>
                <a:gd name="connsiteY73" fmla="*/ 1533628 h 4020887"/>
                <a:gd name="connsiteX74" fmla="*/ 1858215 w 5778640"/>
                <a:gd name="connsiteY74" fmla="*/ 1533628 h 4020887"/>
                <a:gd name="connsiteX75" fmla="*/ 1858215 w 5778640"/>
                <a:gd name="connsiteY75" fmla="*/ 1284301 h 4020887"/>
                <a:gd name="connsiteX76" fmla="*/ 1973214 w 5778640"/>
                <a:gd name="connsiteY76" fmla="*/ 1284301 h 4020887"/>
                <a:gd name="connsiteX77" fmla="*/ 1973214 w 5778640"/>
                <a:gd name="connsiteY77" fmla="*/ 1036890 h 4020887"/>
                <a:gd name="connsiteX78" fmla="*/ 2207908 w 5778640"/>
                <a:gd name="connsiteY78" fmla="*/ 1036890 h 4020887"/>
                <a:gd name="connsiteX79" fmla="*/ 2207908 w 5778640"/>
                <a:gd name="connsiteY79" fmla="*/ 800270 h 4020887"/>
                <a:gd name="connsiteX80" fmla="*/ 2457196 w 5778640"/>
                <a:gd name="connsiteY80" fmla="*/ 800270 h 4020887"/>
                <a:gd name="connsiteX81" fmla="*/ 2457196 w 5778640"/>
                <a:gd name="connsiteY81" fmla="*/ 671778 h 4020887"/>
                <a:gd name="connsiteX82" fmla="*/ 499997 w 5778640"/>
                <a:gd name="connsiteY82" fmla="*/ 499528 h 4020887"/>
                <a:gd name="connsiteX83" fmla="*/ 499997 w 5778640"/>
                <a:gd name="connsiteY83" fmla="*/ 2303696 h 4020887"/>
                <a:gd name="connsiteX84" fmla="*/ 704479 w 5778640"/>
                <a:gd name="connsiteY84" fmla="*/ 2303696 h 4020887"/>
                <a:gd name="connsiteX85" fmla="*/ 704479 w 5778640"/>
                <a:gd name="connsiteY85" fmla="*/ 2068389 h 4020887"/>
                <a:gd name="connsiteX86" fmla="*/ 939338 w 5778640"/>
                <a:gd name="connsiteY86" fmla="*/ 2068389 h 4020887"/>
                <a:gd name="connsiteX87" fmla="*/ 939338 w 5778640"/>
                <a:gd name="connsiteY87" fmla="*/ 1820856 h 4020887"/>
                <a:gd name="connsiteX88" fmla="*/ 1188781 w 5778640"/>
                <a:gd name="connsiteY88" fmla="*/ 1820856 h 4020887"/>
                <a:gd name="connsiteX89" fmla="*/ 1188781 w 5778640"/>
                <a:gd name="connsiteY89" fmla="*/ 1589269 h 4020887"/>
                <a:gd name="connsiteX90" fmla="*/ 1436325 w 5778640"/>
                <a:gd name="connsiteY90" fmla="*/ 1589269 h 4020887"/>
                <a:gd name="connsiteX91" fmla="*/ 1436325 w 5778640"/>
                <a:gd name="connsiteY91" fmla="*/ 1823037 h 4020887"/>
                <a:gd name="connsiteX92" fmla="*/ 1683859 w 5778640"/>
                <a:gd name="connsiteY92" fmla="*/ 1823037 h 4020887"/>
                <a:gd name="connsiteX93" fmla="*/ 1683859 w 5778640"/>
                <a:gd name="connsiteY93" fmla="*/ 2072480 h 4020887"/>
                <a:gd name="connsiteX94" fmla="*/ 1922536 w 5778640"/>
                <a:gd name="connsiteY94" fmla="*/ 2072480 h 4020887"/>
                <a:gd name="connsiteX95" fmla="*/ 1922536 w 5778640"/>
                <a:gd name="connsiteY95" fmla="*/ 2309248 h 4020887"/>
                <a:gd name="connsiteX96" fmla="*/ 2168161 w 5778640"/>
                <a:gd name="connsiteY96" fmla="*/ 2309248 h 4020887"/>
                <a:gd name="connsiteX97" fmla="*/ 2168161 w 5778640"/>
                <a:gd name="connsiteY97" fmla="*/ 2556781 h 4020887"/>
                <a:gd name="connsiteX98" fmla="*/ 2406838 w 5778640"/>
                <a:gd name="connsiteY98" fmla="*/ 2556781 h 4020887"/>
                <a:gd name="connsiteX99" fmla="*/ 2406838 w 5778640"/>
                <a:gd name="connsiteY99" fmla="*/ 2788412 h 4020887"/>
                <a:gd name="connsiteX100" fmla="*/ 2643595 w 5778640"/>
                <a:gd name="connsiteY100" fmla="*/ 2788412 h 4020887"/>
                <a:gd name="connsiteX101" fmla="*/ 2643595 w 5778640"/>
                <a:gd name="connsiteY101" fmla="*/ 2554665 h 4020887"/>
                <a:gd name="connsiteX102" fmla="*/ 2880352 w 5778640"/>
                <a:gd name="connsiteY102" fmla="*/ 2554665 h 4020887"/>
                <a:gd name="connsiteX103" fmla="*/ 2880352 w 5778640"/>
                <a:gd name="connsiteY103" fmla="*/ 2307121 h 4020887"/>
                <a:gd name="connsiteX104" fmla="*/ 3124231 w 5778640"/>
                <a:gd name="connsiteY104" fmla="*/ 2307121 h 4020887"/>
                <a:gd name="connsiteX105" fmla="*/ 3126849 w 5778640"/>
                <a:gd name="connsiteY105" fmla="*/ 2246933 h 4020887"/>
                <a:gd name="connsiteX106" fmla="*/ 3126849 w 5778640"/>
                <a:gd name="connsiteY106" fmla="*/ 2068684 h 4020887"/>
                <a:gd name="connsiteX107" fmla="*/ 3364424 w 5778640"/>
                <a:gd name="connsiteY107" fmla="*/ 2068684 h 4020887"/>
                <a:gd name="connsiteX108" fmla="*/ 3364424 w 5778640"/>
                <a:gd name="connsiteY108" fmla="*/ 1821150 h 4020887"/>
                <a:gd name="connsiteX109" fmla="*/ 3613866 w 5778640"/>
                <a:gd name="connsiteY109" fmla="*/ 1821150 h 4020887"/>
                <a:gd name="connsiteX110" fmla="*/ 3613866 w 5778640"/>
                <a:gd name="connsiteY110" fmla="*/ 1582485 h 4020887"/>
                <a:gd name="connsiteX111" fmla="*/ 3850634 w 5778640"/>
                <a:gd name="connsiteY111" fmla="*/ 1582485 h 4020887"/>
                <a:gd name="connsiteX112" fmla="*/ 3850634 w 5778640"/>
                <a:gd name="connsiteY112" fmla="*/ 1340045 h 4020887"/>
                <a:gd name="connsiteX113" fmla="*/ 4108945 w 5778640"/>
                <a:gd name="connsiteY113" fmla="*/ 1340045 h 4020887"/>
                <a:gd name="connsiteX114" fmla="*/ 4108945 w 5778640"/>
                <a:gd name="connsiteY114" fmla="*/ 1587109 h 4020887"/>
                <a:gd name="connsiteX115" fmla="*/ 4347610 w 5778640"/>
                <a:gd name="connsiteY115" fmla="*/ 1587109 h 4020887"/>
                <a:gd name="connsiteX116" fmla="*/ 4347610 w 5778640"/>
                <a:gd name="connsiteY116" fmla="*/ 1823866 h 4020887"/>
                <a:gd name="connsiteX117" fmla="*/ 4593246 w 5778640"/>
                <a:gd name="connsiteY117" fmla="*/ 1823866 h 4020887"/>
                <a:gd name="connsiteX118" fmla="*/ 4593246 w 5778640"/>
                <a:gd name="connsiteY118" fmla="*/ 2071411 h 4020887"/>
                <a:gd name="connsiteX119" fmla="*/ 4831912 w 5778640"/>
                <a:gd name="connsiteY119" fmla="*/ 2071411 h 4020887"/>
                <a:gd name="connsiteX120" fmla="*/ 4831912 w 5778640"/>
                <a:gd name="connsiteY120" fmla="*/ 2310077 h 4020887"/>
                <a:gd name="connsiteX121" fmla="*/ 5079456 w 5778640"/>
                <a:gd name="connsiteY121" fmla="*/ 2310077 h 4020887"/>
                <a:gd name="connsiteX122" fmla="*/ 5079456 w 5778640"/>
                <a:gd name="connsiteY122" fmla="*/ 2552560 h 4020887"/>
                <a:gd name="connsiteX123" fmla="*/ 5268941 w 5778640"/>
                <a:gd name="connsiteY123" fmla="*/ 2552560 h 4020887"/>
                <a:gd name="connsiteX124" fmla="*/ 5268941 w 5778640"/>
                <a:gd name="connsiteY124" fmla="*/ 499528 h 4020887"/>
                <a:gd name="connsiteX125" fmla="*/ 499997 w 5778640"/>
                <a:gd name="connsiteY125" fmla="*/ 499528 h 4020887"/>
                <a:gd name="connsiteX126" fmla="*/ 2146891 w 5778640"/>
                <a:gd name="connsiteY126" fmla="*/ 0 h 4020887"/>
                <a:gd name="connsiteX127" fmla="*/ 5698290 w 5778640"/>
                <a:gd name="connsiteY127" fmla="*/ 600 h 4020887"/>
                <a:gd name="connsiteX128" fmla="*/ 5778602 w 5778640"/>
                <a:gd name="connsiteY128" fmla="*/ 83006 h 4020887"/>
                <a:gd name="connsiteX129" fmla="*/ 5778308 w 5778640"/>
                <a:gd name="connsiteY129" fmla="*/ 3548191 h 4020887"/>
                <a:gd name="connsiteX130" fmla="*/ 5661892 w 5778640"/>
                <a:gd name="connsiteY130" fmla="*/ 3882897 h 4020887"/>
                <a:gd name="connsiteX131" fmla="*/ 5430851 w 5778640"/>
                <a:gd name="connsiteY131" fmla="*/ 4009434 h 4020887"/>
                <a:gd name="connsiteX132" fmla="*/ 5217916 w 5778640"/>
                <a:gd name="connsiteY132" fmla="*/ 4020887 h 4020887"/>
                <a:gd name="connsiteX133" fmla="*/ 949493 w 5778640"/>
                <a:gd name="connsiteY133" fmla="*/ 4017779 h 4020887"/>
                <a:gd name="connsiteX134" fmla="*/ 949493 w 5778640"/>
                <a:gd name="connsiteY134" fmla="*/ 3526256 h 4020887"/>
                <a:gd name="connsiteX135" fmla="*/ 1910614 w 5778640"/>
                <a:gd name="connsiteY135" fmla="*/ 3525722 h 4020887"/>
                <a:gd name="connsiteX136" fmla="*/ 1910614 w 5778640"/>
                <a:gd name="connsiteY136" fmla="*/ 3285769 h 4020887"/>
                <a:gd name="connsiteX137" fmla="*/ 2158093 w 5778640"/>
                <a:gd name="connsiteY137" fmla="*/ 3285769 h 4020887"/>
                <a:gd name="connsiteX138" fmla="*/ 2158093 w 5778640"/>
                <a:gd name="connsiteY138" fmla="*/ 3040188 h 4020887"/>
                <a:gd name="connsiteX139" fmla="*/ 2390782 w 5778640"/>
                <a:gd name="connsiteY139" fmla="*/ 3040188 h 4020887"/>
                <a:gd name="connsiteX140" fmla="*/ 2390782 w 5778640"/>
                <a:gd name="connsiteY140" fmla="*/ 2801577 h 4020887"/>
                <a:gd name="connsiteX141" fmla="*/ 2154276 w 5778640"/>
                <a:gd name="connsiteY141" fmla="*/ 2801577 h 4020887"/>
                <a:gd name="connsiteX142" fmla="*/ 2154276 w 5778640"/>
                <a:gd name="connsiteY142" fmla="*/ 2562966 h 4020887"/>
                <a:gd name="connsiteX143" fmla="*/ 1906786 w 5778640"/>
                <a:gd name="connsiteY143" fmla="*/ 2562966 h 4020887"/>
                <a:gd name="connsiteX144" fmla="*/ 1906786 w 5778640"/>
                <a:gd name="connsiteY144" fmla="*/ 2317385 h 4020887"/>
                <a:gd name="connsiteX145" fmla="*/ 1670083 w 5778640"/>
                <a:gd name="connsiteY145" fmla="*/ 2317385 h 4020887"/>
                <a:gd name="connsiteX146" fmla="*/ 1670083 w 5778640"/>
                <a:gd name="connsiteY146" fmla="*/ 2078773 h 4020887"/>
                <a:gd name="connsiteX147" fmla="*/ 1420695 w 5778640"/>
                <a:gd name="connsiteY147" fmla="*/ 2078773 h 4020887"/>
                <a:gd name="connsiteX148" fmla="*/ 1420695 w 5778640"/>
                <a:gd name="connsiteY148" fmla="*/ 1835657 h 4020887"/>
                <a:gd name="connsiteX149" fmla="*/ 1196667 w 5778640"/>
                <a:gd name="connsiteY149" fmla="*/ 1835657 h 4020887"/>
                <a:gd name="connsiteX150" fmla="*/ 1196667 w 5778640"/>
                <a:gd name="connsiteY150" fmla="*/ 2082427 h 4020887"/>
                <a:gd name="connsiteX151" fmla="*/ 947279 w 5778640"/>
                <a:gd name="connsiteY151" fmla="*/ 2082427 h 4020887"/>
                <a:gd name="connsiteX152" fmla="*/ 947279 w 5778640"/>
                <a:gd name="connsiteY152" fmla="*/ 2321039 h 4020887"/>
                <a:gd name="connsiteX153" fmla="*/ 710565 w 5778640"/>
                <a:gd name="connsiteY153" fmla="*/ 2321039 h 4020887"/>
                <a:gd name="connsiteX154" fmla="*/ 710565 w 5778640"/>
                <a:gd name="connsiteY154" fmla="*/ 2566630 h 4020887"/>
                <a:gd name="connsiteX155" fmla="*/ 496965 w 5778640"/>
                <a:gd name="connsiteY155" fmla="*/ 2566630 h 4020887"/>
                <a:gd name="connsiteX156" fmla="*/ 494380 w 5778640"/>
                <a:gd name="connsiteY156" fmla="*/ 3091039 h 4020887"/>
                <a:gd name="connsiteX157" fmla="*/ 687 w 5778640"/>
                <a:gd name="connsiteY157" fmla="*/ 3091039 h 4020887"/>
                <a:gd name="connsiteX158" fmla="*/ 1952 w 5778640"/>
                <a:gd name="connsiteY158" fmla="*/ 1370859 h 4020887"/>
                <a:gd name="connsiteX159" fmla="*/ 10329 w 5778640"/>
                <a:gd name="connsiteY159" fmla="*/ 1336500 h 4020887"/>
                <a:gd name="connsiteX160" fmla="*/ 10275 w 5778640"/>
                <a:gd name="connsiteY160" fmla="*/ 902995 h 4020887"/>
                <a:gd name="connsiteX161" fmla="*/ 0 w 5778640"/>
                <a:gd name="connsiteY161" fmla="*/ 857532 h 4020887"/>
                <a:gd name="connsiteX162" fmla="*/ 14987 w 5778640"/>
                <a:gd name="connsiteY162" fmla="*/ 371071 h 4020887"/>
                <a:gd name="connsiteX163" fmla="*/ 92953 w 5778640"/>
                <a:gd name="connsiteY163" fmla="*/ 176264 h 4020887"/>
                <a:gd name="connsiteX164" fmla="*/ 476404 w 5778640"/>
                <a:gd name="connsiteY164" fmla="*/ 883 h 4020887"/>
                <a:gd name="connsiteX165" fmla="*/ 1652293 w 5778640"/>
                <a:gd name="connsiteY165" fmla="*/ 3283 h 4020887"/>
                <a:gd name="connsiteX166" fmla="*/ 2128709 w 5778640"/>
                <a:gd name="connsiteY166" fmla="*/ 9555 h 4020887"/>
                <a:gd name="connsiteX167" fmla="*/ 2146891 w 5778640"/>
                <a:gd name="connsiteY167" fmla="*/ 0 h 402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5778640" h="4020887">
                  <a:moveTo>
                    <a:pt x="3858139" y="1599991"/>
                  </a:moveTo>
                  <a:cubicBezTo>
                    <a:pt x="3858139" y="1678863"/>
                    <a:pt x="3858139" y="1753721"/>
                    <a:pt x="3858139" y="1833650"/>
                  </a:cubicBezTo>
                  <a:cubicBezTo>
                    <a:pt x="3778842" y="1833650"/>
                    <a:pt x="3702620" y="1833650"/>
                    <a:pt x="3621447" y="1833650"/>
                  </a:cubicBezTo>
                  <a:cubicBezTo>
                    <a:pt x="3621447" y="1918478"/>
                    <a:pt x="3621447" y="1998244"/>
                    <a:pt x="3621447" y="2083016"/>
                  </a:cubicBezTo>
                  <a:cubicBezTo>
                    <a:pt x="3536598" y="2083016"/>
                    <a:pt x="3456799" y="2083016"/>
                    <a:pt x="3372081" y="2083016"/>
                  </a:cubicBezTo>
                  <a:cubicBezTo>
                    <a:pt x="3372081" y="2164309"/>
                    <a:pt x="3372081" y="2240542"/>
                    <a:pt x="3372081" y="2319708"/>
                  </a:cubicBezTo>
                  <a:cubicBezTo>
                    <a:pt x="3292086" y="2319708"/>
                    <a:pt x="3217206" y="2319708"/>
                    <a:pt x="3137288" y="2319708"/>
                  </a:cubicBezTo>
                  <a:cubicBezTo>
                    <a:pt x="3137288" y="2402604"/>
                    <a:pt x="3137288" y="2482403"/>
                    <a:pt x="3137288" y="2567176"/>
                  </a:cubicBezTo>
                  <a:cubicBezTo>
                    <a:pt x="3052482" y="2567176"/>
                    <a:pt x="2972694" y="2567176"/>
                    <a:pt x="2887911" y="2567176"/>
                  </a:cubicBezTo>
                  <a:cubicBezTo>
                    <a:pt x="2887911" y="2648436"/>
                    <a:pt x="2887911" y="2724658"/>
                    <a:pt x="2887911" y="2805776"/>
                  </a:cubicBezTo>
                  <a:cubicBezTo>
                    <a:pt x="2806628" y="2805776"/>
                    <a:pt x="2730407" y="2805776"/>
                    <a:pt x="2649310" y="2805776"/>
                  </a:cubicBezTo>
                  <a:cubicBezTo>
                    <a:pt x="2649310" y="2890691"/>
                    <a:pt x="2649310" y="2970489"/>
                    <a:pt x="2649310" y="3053244"/>
                  </a:cubicBezTo>
                  <a:cubicBezTo>
                    <a:pt x="2565715" y="3053244"/>
                    <a:pt x="2487247" y="3053244"/>
                    <a:pt x="2404623" y="3053244"/>
                  </a:cubicBezTo>
                  <a:cubicBezTo>
                    <a:pt x="2404623" y="3120641"/>
                    <a:pt x="2404623" y="3184886"/>
                    <a:pt x="2404623" y="3259537"/>
                  </a:cubicBezTo>
                  <a:cubicBezTo>
                    <a:pt x="2408812" y="3288147"/>
                    <a:pt x="2400162" y="3301094"/>
                    <a:pt x="2367636" y="3299862"/>
                  </a:cubicBezTo>
                  <a:cubicBezTo>
                    <a:pt x="2301995" y="3297364"/>
                    <a:pt x="2236191" y="3299120"/>
                    <a:pt x="2171095" y="3299120"/>
                  </a:cubicBezTo>
                  <a:cubicBezTo>
                    <a:pt x="2171095" y="3378199"/>
                    <a:pt x="2171095" y="3450733"/>
                    <a:pt x="2171095" y="3521937"/>
                  </a:cubicBezTo>
                  <a:cubicBezTo>
                    <a:pt x="3206299" y="3521937"/>
                    <a:pt x="4237904" y="3521937"/>
                    <a:pt x="5268123" y="3521937"/>
                  </a:cubicBezTo>
                  <a:cubicBezTo>
                    <a:pt x="5268123" y="3280610"/>
                    <a:pt x="5268123" y="3042860"/>
                    <a:pt x="5268123" y="2799995"/>
                  </a:cubicBezTo>
                  <a:cubicBezTo>
                    <a:pt x="5198893" y="2799995"/>
                    <a:pt x="5133448" y="2799995"/>
                    <a:pt x="5065080" y="2799995"/>
                  </a:cubicBezTo>
                  <a:cubicBezTo>
                    <a:pt x="5065080" y="2719978"/>
                    <a:pt x="5065080" y="2645120"/>
                    <a:pt x="5065080" y="2565213"/>
                  </a:cubicBezTo>
                  <a:cubicBezTo>
                    <a:pt x="4982162" y="2565213"/>
                    <a:pt x="4902385" y="2565213"/>
                    <a:pt x="4817602" y="2565213"/>
                  </a:cubicBezTo>
                  <a:cubicBezTo>
                    <a:pt x="4817602" y="2480364"/>
                    <a:pt x="4817602" y="2400565"/>
                    <a:pt x="4817602" y="2315836"/>
                  </a:cubicBezTo>
                  <a:cubicBezTo>
                    <a:pt x="4736320" y="2315836"/>
                    <a:pt x="4660098" y="2315836"/>
                    <a:pt x="4579001" y="2315836"/>
                  </a:cubicBezTo>
                  <a:cubicBezTo>
                    <a:pt x="4579001" y="2234521"/>
                    <a:pt x="4579001" y="2158299"/>
                    <a:pt x="4579001" y="2079144"/>
                  </a:cubicBezTo>
                  <a:cubicBezTo>
                    <a:pt x="4495406" y="2079144"/>
                    <a:pt x="4416949" y="2079144"/>
                    <a:pt x="4333431" y="2079144"/>
                  </a:cubicBezTo>
                  <a:cubicBezTo>
                    <a:pt x="4333431" y="1996237"/>
                    <a:pt x="4333431" y="1916438"/>
                    <a:pt x="4333431" y="1831676"/>
                  </a:cubicBezTo>
                  <a:cubicBezTo>
                    <a:pt x="4252192" y="1831676"/>
                    <a:pt x="4176004" y="1831676"/>
                    <a:pt x="4094841" y="1831676"/>
                  </a:cubicBezTo>
                  <a:cubicBezTo>
                    <a:pt x="4094841" y="1750394"/>
                    <a:pt x="4094841" y="1674184"/>
                    <a:pt x="4094841" y="1599991"/>
                  </a:cubicBezTo>
                  <a:cubicBezTo>
                    <a:pt x="4013483" y="1599991"/>
                    <a:pt x="3937349" y="1599991"/>
                    <a:pt x="3858139" y="1599991"/>
                  </a:cubicBezTo>
                  <a:close/>
                  <a:moveTo>
                    <a:pt x="2469155" y="929932"/>
                  </a:moveTo>
                  <a:cubicBezTo>
                    <a:pt x="2469155" y="968696"/>
                    <a:pt x="2469155" y="1005431"/>
                    <a:pt x="2469155" y="1046942"/>
                  </a:cubicBezTo>
                  <a:cubicBezTo>
                    <a:pt x="2384459" y="1046942"/>
                    <a:pt x="2304713" y="1046942"/>
                    <a:pt x="2220107" y="1046942"/>
                  </a:cubicBezTo>
                  <a:cubicBezTo>
                    <a:pt x="2220107" y="1131658"/>
                    <a:pt x="2220107" y="1211399"/>
                    <a:pt x="2220107" y="1296060"/>
                  </a:cubicBezTo>
                  <a:cubicBezTo>
                    <a:pt x="2178484" y="1296060"/>
                    <a:pt x="2141821" y="1296060"/>
                    <a:pt x="2102811" y="1296060"/>
                  </a:cubicBezTo>
                  <a:cubicBezTo>
                    <a:pt x="2102811" y="1363709"/>
                    <a:pt x="2101448" y="1426354"/>
                    <a:pt x="2104101" y="1488828"/>
                  </a:cubicBezTo>
                  <a:cubicBezTo>
                    <a:pt x="2104563" y="1499747"/>
                    <a:pt x="2121918" y="1509947"/>
                    <a:pt x="2141676" y="1520499"/>
                  </a:cubicBezTo>
                  <a:cubicBezTo>
                    <a:pt x="2167717" y="1520499"/>
                    <a:pt x="2193757" y="1520499"/>
                    <a:pt x="2224637" y="1520499"/>
                  </a:cubicBezTo>
                  <a:cubicBezTo>
                    <a:pt x="2224637" y="1608025"/>
                    <a:pt x="2224637" y="1687760"/>
                    <a:pt x="2224637" y="1770359"/>
                  </a:cubicBezTo>
                  <a:cubicBezTo>
                    <a:pt x="2308137" y="1770359"/>
                    <a:pt x="2386557" y="1770359"/>
                    <a:pt x="2469951" y="1770359"/>
                  </a:cubicBezTo>
                  <a:cubicBezTo>
                    <a:pt x="2469951" y="1809984"/>
                    <a:pt x="2469951" y="1846726"/>
                    <a:pt x="2469951" y="1883865"/>
                  </a:cubicBezTo>
                  <a:cubicBezTo>
                    <a:pt x="2547558" y="1883865"/>
                    <a:pt x="2620049" y="1883865"/>
                    <a:pt x="2697557" y="1883865"/>
                  </a:cubicBezTo>
                  <a:cubicBezTo>
                    <a:pt x="2697557" y="1844155"/>
                    <a:pt x="2697557" y="1807488"/>
                    <a:pt x="2697557" y="1766002"/>
                  </a:cubicBezTo>
                  <a:cubicBezTo>
                    <a:pt x="2782301" y="1766002"/>
                    <a:pt x="2862052" y="1766002"/>
                    <a:pt x="2946550" y="1766002"/>
                  </a:cubicBezTo>
                  <a:cubicBezTo>
                    <a:pt x="2946550" y="1681193"/>
                    <a:pt x="2946550" y="1601408"/>
                    <a:pt x="2946550" y="1518773"/>
                  </a:cubicBezTo>
                  <a:cubicBezTo>
                    <a:pt x="2986933" y="1518773"/>
                    <a:pt x="3022289" y="1518773"/>
                    <a:pt x="3059452" y="1518773"/>
                  </a:cubicBezTo>
                  <a:cubicBezTo>
                    <a:pt x="3059452" y="1443143"/>
                    <a:pt x="3059452" y="1370664"/>
                    <a:pt x="3059452" y="1293115"/>
                  </a:cubicBezTo>
                  <a:cubicBezTo>
                    <a:pt x="3020213" y="1293115"/>
                    <a:pt x="2983500" y="1293115"/>
                    <a:pt x="2942017" y="1293115"/>
                  </a:cubicBezTo>
                  <a:cubicBezTo>
                    <a:pt x="2942017" y="1208407"/>
                    <a:pt x="2942017" y="1128681"/>
                    <a:pt x="2942017" y="1044093"/>
                  </a:cubicBezTo>
                  <a:cubicBezTo>
                    <a:pt x="2857257" y="1044093"/>
                    <a:pt x="2777477" y="1044093"/>
                    <a:pt x="2692870" y="1044093"/>
                  </a:cubicBezTo>
                  <a:cubicBezTo>
                    <a:pt x="2692870" y="1002428"/>
                    <a:pt x="2692870" y="965788"/>
                    <a:pt x="2692870" y="929932"/>
                  </a:cubicBezTo>
                  <a:cubicBezTo>
                    <a:pt x="2616570" y="929932"/>
                    <a:pt x="2545377" y="929932"/>
                    <a:pt x="2469155" y="929932"/>
                  </a:cubicBezTo>
                  <a:close/>
                  <a:moveTo>
                    <a:pt x="2457196" y="671778"/>
                  </a:moveTo>
                  <a:cubicBezTo>
                    <a:pt x="2541995" y="671778"/>
                    <a:pt x="2621694" y="671778"/>
                    <a:pt x="2704602" y="671778"/>
                  </a:cubicBezTo>
                  <a:cubicBezTo>
                    <a:pt x="2704602" y="712228"/>
                    <a:pt x="2704602" y="751217"/>
                    <a:pt x="2704602" y="795281"/>
                  </a:cubicBezTo>
                  <a:cubicBezTo>
                    <a:pt x="2787317" y="795281"/>
                    <a:pt x="2867141" y="795281"/>
                    <a:pt x="2952036" y="795281"/>
                  </a:cubicBezTo>
                  <a:cubicBezTo>
                    <a:pt x="2952036" y="876310"/>
                    <a:pt x="2952036" y="952517"/>
                    <a:pt x="2952036" y="1033765"/>
                  </a:cubicBezTo>
                  <a:cubicBezTo>
                    <a:pt x="3033132" y="1033765"/>
                    <a:pt x="3109333" y="1033765"/>
                    <a:pt x="3190549" y="1033765"/>
                  </a:cubicBezTo>
                  <a:cubicBezTo>
                    <a:pt x="3190549" y="1118507"/>
                    <a:pt x="3190549" y="1198281"/>
                    <a:pt x="3190549" y="1283069"/>
                  </a:cubicBezTo>
                  <a:cubicBezTo>
                    <a:pt x="3235742" y="1283069"/>
                    <a:pt x="3276094" y="1283069"/>
                    <a:pt x="3318526" y="1283069"/>
                  </a:cubicBezTo>
                  <a:cubicBezTo>
                    <a:pt x="3318526" y="1366558"/>
                    <a:pt x="3318526" y="1444975"/>
                    <a:pt x="3318526" y="1528542"/>
                  </a:cubicBezTo>
                  <a:cubicBezTo>
                    <a:pt x="3279085" y="1528542"/>
                    <a:pt x="3238821" y="1528542"/>
                    <a:pt x="3193498" y="1528542"/>
                  </a:cubicBezTo>
                  <a:cubicBezTo>
                    <a:pt x="3193498" y="1613242"/>
                    <a:pt x="3193498" y="1693047"/>
                    <a:pt x="3193498" y="1779212"/>
                  </a:cubicBezTo>
                  <a:cubicBezTo>
                    <a:pt x="3122781" y="1779212"/>
                    <a:pt x="3056987" y="1780966"/>
                    <a:pt x="2991353" y="1778468"/>
                  </a:cubicBezTo>
                  <a:cubicBezTo>
                    <a:pt x="2958830" y="1777233"/>
                    <a:pt x="2950193" y="1790197"/>
                    <a:pt x="2954377" y="1823999"/>
                  </a:cubicBezTo>
                  <a:cubicBezTo>
                    <a:pt x="2954377" y="1889840"/>
                    <a:pt x="2954377" y="1950477"/>
                    <a:pt x="2954377" y="2016147"/>
                  </a:cubicBezTo>
                  <a:cubicBezTo>
                    <a:pt x="2870514" y="2016147"/>
                    <a:pt x="2790699" y="2016147"/>
                    <a:pt x="2707882" y="2016147"/>
                  </a:cubicBezTo>
                  <a:cubicBezTo>
                    <a:pt x="2707882" y="2060095"/>
                    <a:pt x="2707882" y="2099078"/>
                    <a:pt x="2707882" y="2141863"/>
                  </a:cubicBezTo>
                  <a:cubicBezTo>
                    <a:pt x="2625114" y="2141863"/>
                    <a:pt x="2545385" y="2141863"/>
                    <a:pt x="2460475" y="2141863"/>
                  </a:cubicBezTo>
                  <a:cubicBezTo>
                    <a:pt x="2460475" y="2103187"/>
                    <a:pt x="2460475" y="2062879"/>
                    <a:pt x="2460475" y="2017564"/>
                  </a:cubicBezTo>
                  <a:cubicBezTo>
                    <a:pt x="2375732" y="2017564"/>
                    <a:pt x="2295943" y="2017564"/>
                    <a:pt x="2211137" y="2017564"/>
                  </a:cubicBezTo>
                  <a:cubicBezTo>
                    <a:pt x="2211137" y="1936452"/>
                    <a:pt x="2211137" y="1860240"/>
                    <a:pt x="2211137" y="1780969"/>
                  </a:cubicBezTo>
                  <a:cubicBezTo>
                    <a:pt x="2131257" y="1780969"/>
                    <a:pt x="2056395" y="1780969"/>
                    <a:pt x="1976406" y="1780969"/>
                  </a:cubicBezTo>
                  <a:cubicBezTo>
                    <a:pt x="1976406" y="1698249"/>
                    <a:pt x="1976406" y="1618457"/>
                    <a:pt x="1976406" y="1533628"/>
                  </a:cubicBezTo>
                  <a:cubicBezTo>
                    <a:pt x="1934833" y="1533628"/>
                    <a:pt x="1898176" y="1533628"/>
                    <a:pt x="1858215" y="1533628"/>
                  </a:cubicBezTo>
                  <a:cubicBezTo>
                    <a:pt x="1858215" y="1448884"/>
                    <a:pt x="1858215" y="1369172"/>
                    <a:pt x="1858215" y="1284301"/>
                  </a:cubicBezTo>
                  <a:cubicBezTo>
                    <a:pt x="1894826" y="1284301"/>
                    <a:pt x="1931563" y="1284301"/>
                    <a:pt x="1973214" y="1284301"/>
                  </a:cubicBezTo>
                  <a:cubicBezTo>
                    <a:pt x="1973214" y="1199564"/>
                    <a:pt x="1973214" y="1119753"/>
                    <a:pt x="1973214" y="1036890"/>
                  </a:cubicBezTo>
                  <a:cubicBezTo>
                    <a:pt x="2053083" y="1036890"/>
                    <a:pt x="2127945" y="1036890"/>
                    <a:pt x="2207908" y="1036890"/>
                  </a:cubicBezTo>
                  <a:cubicBezTo>
                    <a:pt x="2207908" y="957747"/>
                    <a:pt x="2207908" y="881537"/>
                    <a:pt x="2207908" y="800270"/>
                  </a:cubicBezTo>
                  <a:cubicBezTo>
                    <a:pt x="2292592" y="800270"/>
                    <a:pt x="2372381" y="800270"/>
                    <a:pt x="2457196" y="800270"/>
                  </a:cubicBezTo>
                  <a:cubicBezTo>
                    <a:pt x="2457196" y="755149"/>
                    <a:pt x="2457196" y="714794"/>
                    <a:pt x="2457196" y="671778"/>
                  </a:cubicBezTo>
                  <a:close/>
                  <a:moveTo>
                    <a:pt x="499997" y="499528"/>
                  </a:moveTo>
                  <a:cubicBezTo>
                    <a:pt x="499997" y="1103233"/>
                    <a:pt x="499997" y="1703874"/>
                    <a:pt x="499997" y="2303696"/>
                  </a:cubicBezTo>
                  <a:cubicBezTo>
                    <a:pt x="568747" y="2303696"/>
                    <a:pt x="634104" y="2303696"/>
                    <a:pt x="704479" y="2303696"/>
                  </a:cubicBezTo>
                  <a:cubicBezTo>
                    <a:pt x="704479" y="2223810"/>
                    <a:pt x="704479" y="2147577"/>
                    <a:pt x="704479" y="2068389"/>
                  </a:cubicBezTo>
                  <a:cubicBezTo>
                    <a:pt x="784518" y="2068389"/>
                    <a:pt x="859409" y="2068389"/>
                    <a:pt x="939338" y="2068389"/>
                  </a:cubicBezTo>
                  <a:cubicBezTo>
                    <a:pt x="939338" y="1985449"/>
                    <a:pt x="939338" y="1905650"/>
                    <a:pt x="939338" y="1820856"/>
                  </a:cubicBezTo>
                  <a:cubicBezTo>
                    <a:pt x="1024209" y="1820856"/>
                    <a:pt x="1104019" y="1820856"/>
                    <a:pt x="1188781" y="1820856"/>
                  </a:cubicBezTo>
                  <a:cubicBezTo>
                    <a:pt x="1188781" y="1739552"/>
                    <a:pt x="1188781" y="1663320"/>
                    <a:pt x="1188781" y="1589269"/>
                  </a:cubicBezTo>
                  <a:cubicBezTo>
                    <a:pt x="1273761" y="1589269"/>
                    <a:pt x="1353505" y="1589269"/>
                    <a:pt x="1436325" y="1589269"/>
                  </a:cubicBezTo>
                  <a:cubicBezTo>
                    <a:pt x="1436325" y="1668217"/>
                    <a:pt x="1436325" y="1743108"/>
                    <a:pt x="1436325" y="1823037"/>
                  </a:cubicBezTo>
                  <a:cubicBezTo>
                    <a:pt x="1519266" y="1823037"/>
                    <a:pt x="1599064" y="1823037"/>
                    <a:pt x="1683859" y="1823037"/>
                  </a:cubicBezTo>
                  <a:cubicBezTo>
                    <a:pt x="1683859" y="1907908"/>
                    <a:pt x="1683859" y="1987718"/>
                    <a:pt x="1683859" y="2072480"/>
                  </a:cubicBezTo>
                  <a:cubicBezTo>
                    <a:pt x="1765174" y="2072480"/>
                    <a:pt x="1841395" y="2072480"/>
                    <a:pt x="1922536" y="2072480"/>
                  </a:cubicBezTo>
                  <a:cubicBezTo>
                    <a:pt x="1922536" y="2153817"/>
                    <a:pt x="1922536" y="2230060"/>
                    <a:pt x="1922536" y="2309248"/>
                  </a:cubicBezTo>
                  <a:cubicBezTo>
                    <a:pt x="2006153" y="2309248"/>
                    <a:pt x="2084632" y="2309248"/>
                    <a:pt x="2168161" y="2309248"/>
                  </a:cubicBezTo>
                  <a:cubicBezTo>
                    <a:pt x="2168161" y="2392188"/>
                    <a:pt x="2168161" y="2471987"/>
                    <a:pt x="2168161" y="2556781"/>
                  </a:cubicBezTo>
                  <a:cubicBezTo>
                    <a:pt x="2249443" y="2556781"/>
                    <a:pt x="2325643" y="2556781"/>
                    <a:pt x="2406838" y="2556781"/>
                  </a:cubicBezTo>
                  <a:cubicBezTo>
                    <a:pt x="2406838" y="2638085"/>
                    <a:pt x="2406838" y="2714317"/>
                    <a:pt x="2406838" y="2788412"/>
                  </a:cubicBezTo>
                  <a:cubicBezTo>
                    <a:pt x="2488218" y="2788412"/>
                    <a:pt x="2564363" y="2788412"/>
                    <a:pt x="2643595" y="2788412"/>
                  </a:cubicBezTo>
                  <a:cubicBezTo>
                    <a:pt x="2643595" y="2709485"/>
                    <a:pt x="2643595" y="2634606"/>
                    <a:pt x="2643595" y="2554665"/>
                  </a:cubicBezTo>
                  <a:cubicBezTo>
                    <a:pt x="2722935" y="2554665"/>
                    <a:pt x="2799168" y="2554665"/>
                    <a:pt x="2880352" y="2554665"/>
                  </a:cubicBezTo>
                  <a:cubicBezTo>
                    <a:pt x="2880352" y="2469794"/>
                    <a:pt x="2880352" y="2389984"/>
                    <a:pt x="2880352" y="2307121"/>
                  </a:cubicBezTo>
                  <a:cubicBezTo>
                    <a:pt x="2963935" y="2307121"/>
                    <a:pt x="3042415" y="2307121"/>
                    <a:pt x="3124231" y="2307121"/>
                  </a:cubicBezTo>
                  <a:cubicBezTo>
                    <a:pt x="3125213" y="2288534"/>
                    <a:pt x="3126031" y="2272980"/>
                    <a:pt x="3126849" y="2246933"/>
                  </a:cubicBezTo>
                  <a:cubicBezTo>
                    <a:pt x="3126849" y="2188502"/>
                    <a:pt x="3126849" y="2130060"/>
                    <a:pt x="3126849" y="2068684"/>
                  </a:cubicBezTo>
                  <a:cubicBezTo>
                    <a:pt x="3209593" y="2068684"/>
                    <a:pt x="3284484" y="2068684"/>
                    <a:pt x="3364424" y="2068684"/>
                  </a:cubicBezTo>
                  <a:cubicBezTo>
                    <a:pt x="3364424" y="1985766"/>
                    <a:pt x="3364424" y="1905945"/>
                    <a:pt x="3364424" y="1821150"/>
                  </a:cubicBezTo>
                  <a:cubicBezTo>
                    <a:pt x="3449284" y="1821150"/>
                    <a:pt x="3529061" y="1821150"/>
                    <a:pt x="3613866" y="1821150"/>
                  </a:cubicBezTo>
                  <a:cubicBezTo>
                    <a:pt x="3613866" y="1739857"/>
                    <a:pt x="3613866" y="1663625"/>
                    <a:pt x="3613866" y="1582485"/>
                  </a:cubicBezTo>
                  <a:cubicBezTo>
                    <a:pt x="3695192" y="1582485"/>
                    <a:pt x="3771436" y="1582485"/>
                    <a:pt x="3850634" y="1582485"/>
                  </a:cubicBezTo>
                  <a:cubicBezTo>
                    <a:pt x="3850634" y="1498868"/>
                    <a:pt x="3850634" y="1420389"/>
                    <a:pt x="3850634" y="1340045"/>
                  </a:cubicBezTo>
                  <a:cubicBezTo>
                    <a:pt x="3937207" y="1340045"/>
                    <a:pt x="4020496" y="1340045"/>
                    <a:pt x="4108945" y="1340045"/>
                  </a:cubicBezTo>
                  <a:cubicBezTo>
                    <a:pt x="4108945" y="1422527"/>
                    <a:pt x="4108945" y="1502304"/>
                    <a:pt x="4108945" y="1587109"/>
                  </a:cubicBezTo>
                  <a:cubicBezTo>
                    <a:pt x="4190238" y="1587109"/>
                    <a:pt x="4266470" y="1587109"/>
                    <a:pt x="4347610" y="1587109"/>
                  </a:cubicBezTo>
                  <a:cubicBezTo>
                    <a:pt x="4347610" y="1668435"/>
                    <a:pt x="4347610" y="1744667"/>
                    <a:pt x="4347610" y="1823866"/>
                  </a:cubicBezTo>
                  <a:cubicBezTo>
                    <a:pt x="4431227" y="1823866"/>
                    <a:pt x="4509706" y="1823866"/>
                    <a:pt x="4593246" y="1823866"/>
                  </a:cubicBezTo>
                  <a:cubicBezTo>
                    <a:pt x="4593246" y="1906785"/>
                    <a:pt x="4593246" y="1986605"/>
                    <a:pt x="4593246" y="2071411"/>
                  </a:cubicBezTo>
                  <a:cubicBezTo>
                    <a:pt x="4674507" y="2071411"/>
                    <a:pt x="4750706" y="2071411"/>
                    <a:pt x="4831912" y="2071411"/>
                  </a:cubicBezTo>
                  <a:cubicBezTo>
                    <a:pt x="4831912" y="2152704"/>
                    <a:pt x="4831912" y="2228936"/>
                    <a:pt x="4831912" y="2310077"/>
                  </a:cubicBezTo>
                  <a:cubicBezTo>
                    <a:pt x="4916826" y="2310077"/>
                    <a:pt x="4996658" y="2310077"/>
                    <a:pt x="5079456" y="2310077"/>
                  </a:cubicBezTo>
                  <a:cubicBezTo>
                    <a:pt x="5079456" y="2393693"/>
                    <a:pt x="5079456" y="2472172"/>
                    <a:pt x="5079456" y="2552560"/>
                  </a:cubicBezTo>
                  <a:cubicBezTo>
                    <a:pt x="5144476" y="2552560"/>
                    <a:pt x="5206212" y="2552560"/>
                    <a:pt x="5268941" y="2552560"/>
                  </a:cubicBezTo>
                  <a:cubicBezTo>
                    <a:pt x="5268941" y="1866525"/>
                    <a:pt x="5268941" y="1183261"/>
                    <a:pt x="5268941" y="499528"/>
                  </a:cubicBezTo>
                  <a:cubicBezTo>
                    <a:pt x="3677315" y="499528"/>
                    <a:pt x="2088711" y="499528"/>
                    <a:pt x="499997" y="499528"/>
                  </a:cubicBezTo>
                  <a:close/>
                  <a:moveTo>
                    <a:pt x="2146891" y="0"/>
                  </a:moveTo>
                  <a:cubicBezTo>
                    <a:pt x="3330698" y="196"/>
                    <a:pt x="4514494" y="403"/>
                    <a:pt x="5698290" y="600"/>
                  </a:cubicBezTo>
                  <a:cubicBezTo>
                    <a:pt x="5778592" y="611"/>
                    <a:pt x="5778602" y="611"/>
                    <a:pt x="5778602" y="83006"/>
                  </a:cubicBezTo>
                  <a:cubicBezTo>
                    <a:pt x="5778602" y="1238071"/>
                    <a:pt x="5778798" y="2393126"/>
                    <a:pt x="5778308" y="3548191"/>
                  </a:cubicBezTo>
                  <a:cubicBezTo>
                    <a:pt x="5778264" y="3672612"/>
                    <a:pt x="5750036" y="3790249"/>
                    <a:pt x="5661892" y="3882897"/>
                  </a:cubicBezTo>
                  <a:cubicBezTo>
                    <a:pt x="5599546" y="3948440"/>
                    <a:pt x="5522834" y="3997502"/>
                    <a:pt x="5430851" y="4009434"/>
                  </a:cubicBezTo>
                  <a:cubicBezTo>
                    <a:pt x="5360542" y="4018564"/>
                    <a:pt x="5288945" y="4020854"/>
                    <a:pt x="5217916" y="4020887"/>
                  </a:cubicBezTo>
                  <a:lnTo>
                    <a:pt x="949493" y="4017779"/>
                  </a:lnTo>
                  <a:lnTo>
                    <a:pt x="949493" y="3526256"/>
                  </a:lnTo>
                  <a:lnTo>
                    <a:pt x="1910614" y="3525722"/>
                  </a:lnTo>
                  <a:cubicBezTo>
                    <a:pt x="1910614" y="3443109"/>
                    <a:pt x="1910614" y="3366888"/>
                    <a:pt x="1910614" y="3285769"/>
                  </a:cubicBezTo>
                  <a:cubicBezTo>
                    <a:pt x="1995496" y="3285769"/>
                    <a:pt x="2075317" y="3285769"/>
                    <a:pt x="2158093" y="3285769"/>
                  </a:cubicBezTo>
                  <a:cubicBezTo>
                    <a:pt x="2158093" y="3202174"/>
                    <a:pt x="2158093" y="3123717"/>
                    <a:pt x="2158093" y="3040188"/>
                  </a:cubicBezTo>
                  <a:cubicBezTo>
                    <a:pt x="2237390" y="3040188"/>
                    <a:pt x="2313623" y="3040188"/>
                    <a:pt x="2390782" y="3040188"/>
                  </a:cubicBezTo>
                  <a:cubicBezTo>
                    <a:pt x="2390782" y="2958895"/>
                    <a:pt x="2390782" y="2882805"/>
                    <a:pt x="2390782" y="2801577"/>
                  </a:cubicBezTo>
                  <a:cubicBezTo>
                    <a:pt x="2311626" y="2801577"/>
                    <a:pt x="2235405" y="2801577"/>
                    <a:pt x="2154276" y="2801577"/>
                  </a:cubicBezTo>
                  <a:cubicBezTo>
                    <a:pt x="2154276" y="2720284"/>
                    <a:pt x="2154276" y="2644062"/>
                    <a:pt x="2154276" y="2562966"/>
                  </a:cubicBezTo>
                  <a:cubicBezTo>
                    <a:pt x="2069361" y="2562966"/>
                    <a:pt x="1989551" y="2562966"/>
                    <a:pt x="1906786" y="2562966"/>
                  </a:cubicBezTo>
                  <a:cubicBezTo>
                    <a:pt x="1906786" y="2479360"/>
                    <a:pt x="1906786" y="2400892"/>
                    <a:pt x="1906786" y="2317385"/>
                  </a:cubicBezTo>
                  <a:cubicBezTo>
                    <a:pt x="1827466" y="2317385"/>
                    <a:pt x="1751256" y="2317385"/>
                    <a:pt x="1670083" y="2317385"/>
                  </a:cubicBezTo>
                  <a:cubicBezTo>
                    <a:pt x="1670083" y="2236124"/>
                    <a:pt x="1670083" y="2159914"/>
                    <a:pt x="1670083" y="2078773"/>
                  </a:cubicBezTo>
                  <a:cubicBezTo>
                    <a:pt x="1585201" y="2078773"/>
                    <a:pt x="1505391" y="2078773"/>
                    <a:pt x="1420695" y="2078773"/>
                  </a:cubicBezTo>
                  <a:cubicBezTo>
                    <a:pt x="1420695" y="1993859"/>
                    <a:pt x="1420695" y="1914049"/>
                    <a:pt x="1420695" y="1835657"/>
                  </a:cubicBezTo>
                  <a:cubicBezTo>
                    <a:pt x="1344256" y="1835657"/>
                    <a:pt x="1272997" y="1835657"/>
                    <a:pt x="1196667" y="1835657"/>
                  </a:cubicBezTo>
                  <a:cubicBezTo>
                    <a:pt x="1196667" y="1917856"/>
                    <a:pt x="1196667" y="1997666"/>
                    <a:pt x="1196667" y="2082427"/>
                  </a:cubicBezTo>
                  <a:cubicBezTo>
                    <a:pt x="1111829" y="2082427"/>
                    <a:pt x="1032052" y="2082427"/>
                    <a:pt x="947279" y="2082427"/>
                  </a:cubicBezTo>
                  <a:cubicBezTo>
                    <a:pt x="947279" y="2163710"/>
                    <a:pt x="947279" y="2239920"/>
                    <a:pt x="947279" y="2321039"/>
                  </a:cubicBezTo>
                  <a:cubicBezTo>
                    <a:pt x="865964" y="2321039"/>
                    <a:pt x="789743" y="2321039"/>
                    <a:pt x="710565" y="2321039"/>
                  </a:cubicBezTo>
                  <a:cubicBezTo>
                    <a:pt x="710565" y="2404644"/>
                    <a:pt x="710565" y="2483101"/>
                    <a:pt x="710565" y="2566630"/>
                  </a:cubicBezTo>
                  <a:cubicBezTo>
                    <a:pt x="638445" y="2566630"/>
                    <a:pt x="569401" y="2566630"/>
                    <a:pt x="496965" y="2566630"/>
                  </a:cubicBezTo>
                  <a:lnTo>
                    <a:pt x="494380" y="3091039"/>
                  </a:lnTo>
                  <a:lnTo>
                    <a:pt x="687" y="3091039"/>
                  </a:lnTo>
                  <a:lnTo>
                    <a:pt x="1952" y="1370859"/>
                  </a:lnTo>
                  <a:cubicBezTo>
                    <a:pt x="5737" y="1353352"/>
                    <a:pt x="10307" y="1344932"/>
                    <a:pt x="10329" y="1336500"/>
                  </a:cubicBezTo>
                  <a:cubicBezTo>
                    <a:pt x="10809" y="1191998"/>
                    <a:pt x="11027" y="1047496"/>
                    <a:pt x="10275" y="902995"/>
                  </a:cubicBezTo>
                  <a:cubicBezTo>
                    <a:pt x="10209" y="889491"/>
                    <a:pt x="3174" y="876031"/>
                    <a:pt x="0" y="857532"/>
                  </a:cubicBezTo>
                  <a:cubicBezTo>
                    <a:pt x="4275" y="691936"/>
                    <a:pt x="774" y="530712"/>
                    <a:pt x="14987" y="371071"/>
                  </a:cubicBezTo>
                  <a:cubicBezTo>
                    <a:pt x="20964" y="303892"/>
                    <a:pt x="53195" y="232099"/>
                    <a:pt x="92953" y="176264"/>
                  </a:cubicBezTo>
                  <a:cubicBezTo>
                    <a:pt x="184739" y="47371"/>
                    <a:pt x="322631" y="1309"/>
                    <a:pt x="476404" y="883"/>
                  </a:cubicBezTo>
                  <a:cubicBezTo>
                    <a:pt x="867316" y="-186"/>
                    <a:pt x="1258228" y="174"/>
                    <a:pt x="1652293" y="3283"/>
                  </a:cubicBezTo>
                  <a:cubicBezTo>
                    <a:pt x="1813199" y="7733"/>
                    <a:pt x="1970954" y="8966"/>
                    <a:pt x="2128709" y="9555"/>
                  </a:cubicBezTo>
                  <a:cubicBezTo>
                    <a:pt x="2134762" y="9577"/>
                    <a:pt x="2140827" y="3327"/>
                    <a:pt x="2146891" y="0"/>
                  </a:cubicBezTo>
                  <a:close/>
                </a:path>
              </a:pathLst>
            </a:custGeom>
            <a:grpFill/>
            <a:ln w="6350" cap="flat">
              <a:noFill/>
              <a:prstDash val="solid"/>
              <a:miter/>
            </a:ln>
          </p:spPr>
          <p:txBody>
            <a:bodyPr wrap="square" rtlCol="0" anchor="ctr">
              <a:noAutofit/>
            </a:bodyPr>
            <a:lstStyle/>
            <a:p>
              <a:endParaRPr lang="en-US"/>
            </a:p>
          </p:txBody>
        </p:sp>
        <p:sp>
          <p:nvSpPr>
            <p:cNvPr id="2157" name="Freeform: Shape 2156">
              <a:extLst>
                <a:ext uri="{FF2B5EF4-FFF2-40B4-BE49-F238E27FC236}">
                  <a16:creationId xmlns:a16="http://schemas.microsoft.com/office/drawing/2014/main" id="{AF97A426-A460-E239-3A45-95ED4AC010BC}"/>
                </a:ext>
                <a:ext uri="{C183D7F6-B498-43B3-948B-1728B52AA6E4}">
                  <adec:decorative xmlns:adec="http://schemas.microsoft.com/office/drawing/2017/decorative" val="1"/>
                </a:ext>
              </a:extLst>
            </p:cNvPr>
            <p:cNvSpPr/>
            <p:nvPr/>
          </p:nvSpPr>
          <p:spPr>
            <a:xfrm>
              <a:off x="5876529" y="4343071"/>
              <a:ext cx="384516" cy="457200"/>
            </a:xfrm>
            <a:custGeom>
              <a:avLst/>
              <a:gdLst>
                <a:gd name="connsiteX0" fmla="*/ 3508838 w 5767740"/>
                <a:gd name="connsiteY0" fmla="*/ 6133026 h 6858000"/>
                <a:gd name="connsiteX1" fmla="*/ 4233812 w 5767740"/>
                <a:gd name="connsiteY1" fmla="*/ 6133026 h 6858000"/>
                <a:gd name="connsiteX2" fmla="*/ 4233812 w 5767740"/>
                <a:gd name="connsiteY2" fmla="*/ 6858000 h 6858000"/>
                <a:gd name="connsiteX3" fmla="*/ 3508838 w 5767740"/>
                <a:gd name="connsiteY3" fmla="*/ 6858000 h 6858000"/>
                <a:gd name="connsiteX4" fmla="*/ 1218901 w 5767740"/>
                <a:gd name="connsiteY4" fmla="*/ 1876672 h 6858000"/>
                <a:gd name="connsiteX5" fmla="*/ 1029600 w 5767740"/>
                <a:gd name="connsiteY5" fmla="*/ 2069666 h 6858000"/>
                <a:gd name="connsiteX6" fmla="*/ 528005 w 5767740"/>
                <a:gd name="connsiteY6" fmla="*/ 2573392 h 6858000"/>
                <a:gd name="connsiteX7" fmla="*/ 497362 w 5767740"/>
                <a:gd name="connsiteY7" fmla="*/ 2646547 h 6858000"/>
                <a:gd name="connsiteX8" fmla="*/ 496145 w 5767740"/>
                <a:gd name="connsiteY8" fmla="*/ 3529763 h 6858000"/>
                <a:gd name="connsiteX9" fmla="*/ 498944 w 5767740"/>
                <a:gd name="connsiteY9" fmla="*/ 3574858 h 6858000"/>
                <a:gd name="connsiteX10" fmla="*/ 513289 w 5767740"/>
                <a:gd name="connsiteY10" fmla="*/ 3578258 h 6858000"/>
                <a:gd name="connsiteX11" fmla="*/ 1509591 w 5767740"/>
                <a:gd name="connsiteY11" fmla="*/ 3577620 h 6858000"/>
                <a:gd name="connsiteX12" fmla="*/ 1563181 w 5767740"/>
                <a:gd name="connsiteY12" fmla="*/ 3550817 h 6858000"/>
                <a:gd name="connsiteX13" fmla="*/ 2207142 w 5767740"/>
                <a:gd name="connsiteY13" fmla="*/ 2907664 h 6858000"/>
                <a:gd name="connsiteX14" fmla="*/ 2226705 w 5767740"/>
                <a:gd name="connsiteY14" fmla="*/ 2884452 h 6858000"/>
                <a:gd name="connsiteX15" fmla="*/ 1218901 w 5767740"/>
                <a:gd name="connsiteY15" fmla="*/ 1876672 h 6858000"/>
                <a:gd name="connsiteX16" fmla="*/ 2503841 w 5767740"/>
                <a:gd name="connsiteY16" fmla="*/ 1014020 h 6858000"/>
                <a:gd name="connsiteX17" fmla="*/ 2154973 w 5767740"/>
                <a:gd name="connsiteY17" fmla="*/ 1233311 h 6858000"/>
                <a:gd name="connsiteX18" fmla="*/ 2134909 w 5767740"/>
                <a:gd name="connsiteY18" fmla="*/ 1459227 h 6858000"/>
                <a:gd name="connsiteX19" fmla="*/ 2559205 w 5767740"/>
                <a:gd name="connsiteY19" fmla="*/ 1717660 h 6858000"/>
                <a:gd name="connsiteX20" fmla="*/ 2836923 w 5767740"/>
                <a:gd name="connsiteY20" fmla="*/ 1350105 h 6858000"/>
                <a:gd name="connsiteX21" fmla="*/ 2503841 w 5767740"/>
                <a:gd name="connsiteY21" fmla="*/ 1014020 h 6858000"/>
                <a:gd name="connsiteX22" fmla="*/ 2461454 w 5767740"/>
                <a:gd name="connsiteY22" fmla="*/ 731809 h 6858000"/>
                <a:gd name="connsiteX23" fmla="*/ 2844182 w 5767740"/>
                <a:gd name="connsiteY23" fmla="*/ 840391 h 6858000"/>
                <a:gd name="connsiteX24" fmla="*/ 3116220 w 5767740"/>
                <a:gd name="connsiteY24" fmla="*/ 1290986 h 6858000"/>
                <a:gd name="connsiteX25" fmla="*/ 2887656 w 5767740"/>
                <a:gd name="connsiteY25" fmla="*/ 1869764 h 6858000"/>
                <a:gd name="connsiteX26" fmla="*/ 2567944 w 5767740"/>
                <a:gd name="connsiteY26" fmla="*/ 2007310 h 6858000"/>
                <a:gd name="connsiteX27" fmla="*/ 2217473 w 5767740"/>
                <a:gd name="connsiteY27" fmla="*/ 1958540 h 6858000"/>
                <a:gd name="connsiteX28" fmla="*/ 1855049 w 5767740"/>
                <a:gd name="connsiteY28" fmla="*/ 1506436 h 6858000"/>
                <a:gd name="connsiteX29" fmla="*/ 1950317 w 5767740"/>
                <a:gd name="connsiteY29" fmla="*/ 1005244 h 6858000"/>
                <a:gd name="connsiteX30" fmla="*/ 2322805 w 5767740"/>
                <a:gd name="connsiteY30" fmla="*/ 746457 h 6858000"/>
                <a:gd name="connsiteX31" fmla="*/ 2461454 w 5767740"/>
                <a:gd name="connsiteY31" fmla="*/ 731809 h 6858000"/>
                <a:gd name="connsiteX32" fmla="*/ 498605 w 5767740"/>
                <a:gd name="connsiteY32" fmla="*/ 499762 h 6858000"/>
                <a:gd name="connsiteX33" fmla="*/ 498605 w 5767740"/>
                <a:gd name="connsiteY33" fmla="*/ 2197201 h 6858000"/>
                <a:gd name="connsiteX34" fmla="*/ 1231436 w 5767740"/>
                <a:gd name="connsiteY34" fmla="*/ 1462258 h 6858000"/>
                <a:gd name="connsiteX35" fmla="*/ 2441987 w 5767740"/>
                <a:gd name="connsiteY35" fmla="*/ 2673855 h 6858000"/>
                <a:gd name="connsiteX36" fmla="*/ 2905229 w 5767740"/>
                <a:gd name="connsiteY36" fmla="*/ 2220579 h 6858000"/>
                <a:gd name="connsiteX37" fmla="*/ 4192136 w 5767740"/>
                <a:gd name="connsiteY37" fmla="*/ 936571 h 6858000"/>
                <a:gd name="connsiteX38" fmla="*/ 5267528 w 5767740"/>
                <a:gd name="connsiteY38" fmla="*/ 2012019 h 6858000"/>
                <a:gd name="connsiteX39" fmla="*/ 5267528 w 5767740"/>
                <a:gd name="connsiteY39" fmla="*/ 499762 h 6858000"/>
                <a:gd name="connsiteX40" fmla="*/ 498605 w 5767740"/>
                <a:gd name="connsiteY40" fmla="*/ 499762 h 6858000"/>
                <a:gd name="connsiteX41" fmla="*/ 5707012 w 5767740"/>
                <a:gd name="connsiteY41" fmla="*/ 5 h 6858000"/>
                <a:gd name="connsiteX42" fmla="*/ 5767327 w 5767740"/>
                <a:gd name="connsiteY42" fmla="*/ 5 h 6858000"/>
                <a:gd name="connsiteX43" fmla="*/ 5767740 w 5767740"/>
                <a:gd name="connsiteY43" fmla="*/ 2700041 h 6858000"/>
                <a:gd name="connsiteX44" fmla="*/ 5749973 w 5767740"/>
                <a:gd name="connsiteY44" fmla="*/ 2714608 h 6858000"/>
                <a:gd name="connsiteX45" fmla="*/ 5273953 w 5767740"/>
                <a:gd name="connsiteY45" fmla="*/ 2703325 h 6858000"/>
                <a:gd name="connsiteX46" fmla="*/ 5272103 w 5767740"/>
                <a:gd name="connsiteY46" fmla="*/ 2490200 h 6858000"/>
                <a:gd name="connsiteX47" fmla="*/ 5237062 w 5767740"/>
                <a:gd name="connsiteY47" fmla="*/ 2406217 h 6858000"/>
                <a:gd name="connsiteX48" fmla="*/ 4219124 w 5767740"/>
                <a:gd name="connsiteY48" fmla="*/ 1389477 h 6858000"/>
                <a:gd name="connsiteX49" fmla="*/ 4182703 w 5767740"/>
                <a:gd name="connsiteY49" fmla="*/ 1355275 h 6858000"/>
                <a:gd name="connsiteX50" fmla="*/ 1954354 w 5767740"/>
                <a:gd name="connsiteY50" fmla="*/ 3567603 h 6858000"/>
                <a:gd name="connsiteX51" fmla="*/ 3620641 w 5767740"/>
                <a:gd name="connsiteY51" fmla="*/ 3567603 h 6858000"/>
                <a:gd name="connsiteX52" fmla="*/ 3631536 w 5767740"/>
                <a:gd name="connsiteY52" fmla="*/ 3608049 h 6858000"/>
                <a:gd name="connsiteX53" fmla="*/ 3631593 w 5767740"/>
                <a:gd name="connsiteY53" fmla="*/ 4041556 h 6858000"/>
                <a:gd name="connsiteX54" fmla="*/ 3622572 w 5767740"/>
                <a:gd name="connsiteY54" fmla="*/ 4070923 h 6858000"/>
                <a:gd name="connsiteX55" fmla="*/ 160 w 5767740"/>
                <a:gd name="connsiteY55" fmla="*/ 4075021 h 6858000"/>
                <a:gd name="connsiteX56" fmla="*/ 160 w 5767740"/>
                <a:gd name="connsiteY56" fmla="*/ 4013072 h 6858000"/>
                <a:gd name="connsiteX57" fmla="*/ 717 w 5767740"/>
                <a:gd name="connsiteY57" fmla="*/ 445863 h 6858000"/>
                <a:gd name="connsiteX58" fmla="*/ 351201 w 5767740"/>
                <a:gd name="connsiteY58" fmla="*/ 2682 h 6858000"/>
                <a:gd name="connsiteX59" fmla="*/ 399308 w 5767740"/>
                <a:gd name="connsiteY59" fmla="*/ 100 h 6858000"/>
                <a:gd name="connsiteX60" fmla="*/ 5707012 w 5767740"/>
                <a:gd name="connsiteY60" fmla="*/ 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67740" h="6858000">
                  <a:moveTo>
                    <a:pt x="3508838" y="6133026"/>
                  </a:moveTo>
                  <a:lnTo>
                    <a:pt x="4233812" y="6133026"/>
                  </a:lnTo>
                  <a:lnTo>
                    <a:pt x="4233812" y="6858000"/>
                  </a:lnTo>
                  <a:lnTo>
                    <a:pt x="3508838" y="6858000"/>
                  </a:lnTo>
                  <a:close/>
                  <a:moveTo>
                    <a:pt x="1218901" y="1876672"/>
                  </a:moveTo>
                  <a:cubicBezTo>
                    <a:pt x="1160320" y="1936430"/>
                    <a:pt x="1097655" y="2000353"/>
                    <a:pt x="1029600" y="2069666"/>
                  </a:cubicBezTo>
                  <a:cubicBezTo>
                    <a:pt x="862085" y="2237264"/>
                    <a:pt x="693925" y="2404231"/>
                    <a:pt x="528005" y="2573392"/>
                  </a:cubicBezTo>
                  <a:cubicBezTo>
                    <a:pt x="510588" y="2591148"/>
                    <a:pt x="497537" y="2621783"/>
                    <a:pt x="497362" y="2646547"/>
                  </a:cubicBezTo>
                  <a:cubicBezTo>
                    <a:pt x="495274" y="2940940"/>
                    <a:pt x="495972" y="3235354"/>
                    <a:pt x="496145" y="3529763"/>
                  </a:cubicBezTo>
                  <a:cubicBezTo>
                    <a:pt x="496153" y="3545216"/>
                    <a:pt x="498022" y="3560667"/>
                    <a:pt x="498944" y="3574858"/>
                  </a:cubicBezTo>
                  <a:cubicBezTo>
                    <a:pt x="506546" y="3576714"/>
                    <a:pt x="509917" y="3578255"/>
                    <a:pt x="513289" y="3578258"/>
                  </a:cubicBezTo>
                  <a:cubicBezTo>
                    <a:pt x="845391" y="3578510"/>
                    <a:pt x="1177496" y="3579075"/>
                    <a:pt x="1509591" y="3577620"/>
                  </a:cubicBezTo>
                  <a:cubicBezTo>
                    <a:pt x="1527683" y="3577540"/>
                    <a:pt x="1549522" y="3564376"/>
                    <a:pt x="1563181" y="3550817"/>
                  </a:cubicBezTo>
                  <a:cubicBezTo>
                    <a:pt x="1778496" y="3337099"/>
                    <a:pt x="1992785" y="3122348"/>
                    <a:pt x="2207142" y="2907664"/>
                  </a:cubicBezTo>
                  <a:cubicBezTo>
                    <a:pt x="2216714" y="2898075"/>
                    <a:pt x="2224679" y="2886879"/>
                    <a:pt x="2226705" y="2884452"/>
                  </a:cubicBezTo>
                  <a:cubicBezTo>
                    <a:pt x="1889758" y="2547514"/>
                    <a:pt x="1556386" y="2214150"/>
                    <a:pt x="1218901" y="1876672"/>
                  </a:cubicBezTo>
                  <a:close/>
                  <a:moveTo>
                    <a:pt x="2503841" y="1014020"/>
                  </a:moveTo>
                  <a:cubicBezTo>
                    <a:pt x="2343639" y="1008079"/>
                    <a:pt x="2228081" y="1082274"/>
                    <a:pt x="2154973" y="1233311"/>
                  </a:cubicBezTo>
                  <a:cubicBezTo>
                    <a:pt x="2114856" y="1305639"/>
                    <a:pt x="2115450" y="1382080"/>
                    <a:pt x="2134909" y="1459227"/>
                  </a:cubicBezTo>
                  <a:cubicBezTo>
                    <a:pt x="2177389" y="1627631"/>
                    <a:pt x="2357501" y="1762657"/>
                    <a:pt x="2559205" y="1717660"/>
                  </a:cubicBezTo>
                  <a:cubicBezTo>
                    <a:pt x="2715118" y="1682878"/>
                    <a:pt x="2847682" y="1520471"/>
                    <a:pt x="2836923" y="1350105"/>
                  </a:cubicBezTo>
                  <a:cubicBezTo>
                    <a:pt x="2826502" y="1185084"/>
                    <a:pt x="2685430" y="1020753"/>
                    <a:pt x="2503841" y="1014020"/>
                  </a:cubicBezTo>
                  <a:close/>
                  <a:moveTo>
                    <a:pt x="2461454" y="731809"/>
                  </a:moveTo>
                  <a:cubicBezTo>
                    <a:pt x="2597541" y="727721"/>
                    <a:pt x="2725737" y="757462"/>
                    <a:pt x="2844182" y="840391"/>
                  </a:cubicBezTo>
                  <a:cubicBezTo>
                    <a:pt x="3001448" y="950499"/>
                    <a:pt x="3092072" y="1099169"/>
                    <a:pt x="3116220" y="1290986"/>
                  </a:cubicBezTo>
                  <a:cubicBezTo>
                    <a:pt x="3145936" y="1527029"/>
                    <a:pt x="3063995" y="1718384"/>
                    <a:pt x="2887656" y="1869764"/>
                  </a:cubicBezTo>
                  <a:cubicBezTo>
                    <a:pt x="2797168" y="1947443"/>
                    <a:pt x="2688842" y="1989197"/>
                    <a:pt x="2567944" y="2007310"/>
                  </a:cubicBezTo>
                  <a:cubicBezTo>
                    <a:pt x="2443885" y="2025897"/>
                    <a:pt x="2326857" y="2008079"/>
                    <a:pt x="2217473" y="1958540"/>
                  </a:cubicBezTo>
                  <a:cubicBezTo>
                    <a:pt x="2022742" y="1870345"/>
                    <a:pt x="1896888" y="1718360"/>
                    <a:pt x="1855049" y="1506436"/>
                  </a:cubicBezTo>
                  <a:cubicBezTo>
                    <a:pt x="1819867" y="1328227"/>
                    <a:pt x="1844621" y="1158843"/>
                    <a:pt x="1950317" y="1005244"/>
                  </a:cubicBezTo>
                  <a:cubicBezTo>
                    <a:pt x="2041308" y="873016"/>
                    <a:pt x="2165267" y="790144"/>
                    <a:pt x="2322805" y="746457"/>
                  </a:cubicBezTo>
                  <a:cubicBezTo>
                    <a:pt x="2369852" y="738293"/>
                    <a:pt x="2416092" y="733172"/>
                    <a:pt x="2461454" y="731809"/>
                  </a:cubicBezTo>
                  <a:close/>
                  <a:moveTo>
                    <a:pt x="498605" y="499762"/>
                  </a:moveTo>
                  <a:cubicBezTo>
                    <a:pt x="498605" y="1066577"/>
                    <a:pt x="498605" y="1629485"/>
                    <a:pt x="498605" y="2197201"/>
                  </a:cubicBezTo>
                  <a:cubicBezTo>
                    <a:pt x="744906" y="1950190"/>
                    <a:pt x="987533" y="1706864"/>
                    <a:pt x="1231436" y="1462258"/>
                  </a:cubicBezTo>
                  <a:cubicBezTo>
                    <a:pt x="1637878" y="1869052"/>
                    <a:pt x="2038985" y="2270507"/>
                    <a:pt x="2441987" y="2673855"/>
                  </a:cubicBezTo>
                  <a:cubicBezTo>
                    <a:pt x="2595334" y="2523847"/>
                    <a:pt x="2747588" y="2374907"/>
                    <a:pt x="2905229" y="2220579"/>
                  </a:cubicBezTo>
                  <a:cubicBezTo>
                    <a:pt x="3331282" y="1795487"/>
                    <a:pt x="3757333" y="1370397"/>
                    <a:pt x="4192136" y="936571"/>
                  </a:cubicBezTo>
                  <a:cubicBezTo>
                    <a:pt x="4556811" y="1301264"/>
                    <a:pt x="4914056" y="1658528"/>
                    <a:pt x="5267528" y="2012019"/>
                  </a:cubicBezTo>
                  <a:cubicBezTo>
                    <a:pt x="5267528" y="1512200"/>
                    <a:pt x="5267528" y="1005305"/>
                    <a:pt x="5267528" y="499762"/>
                  </a:cubicBezTo>
                  <a:cubicBezTo>
                    <a:pt x="3675273" y="499762"/>
                    <a:pt x="2086823" y="499762"/>
                    <a:pt x="498605" y="499762"/>
                  </a:cubicBezTo>
                  <a:close/>
                  <a:moveTo>
                    <a:pt x="5707012" y="5"/>
                  </a:moveTo>
                  <a:cubicBezTo>
                    <a:pt x="5724729" y="5"/>
                    <a:pt x="5742446" y="5"/>
                    <a:pt x="5767327" y="5"/>
                  </a:cubicBezTo>
                  <a:cubicBezTo>
                    <a:pt x="5767327" y="900421"/>
                    <a:pt x="5767327" y="1797726"/>
                    <a:pt x="5767740" y="2700041"/>
                  </a:cubicBezTo>
                  <a:cubicBezTo>
                    <a:pt x="5762094" y="2708380"/>
                    <a:pt x="5756022" y="2714630"/>
                    <a:pt x="5749973" y="2714608"/>
                  </a:cubicBezTo>
                  <a:cubicBezTo>
                    <a:pt x="5592219" y="2714023"/>
                    <a:pt x="5434467" y="2712787"/>
                    <a:pt x="5273953" y="2703325"/>
                  </a:cubicBezTo>
                  <a:cubicBezTo>
                    <a:pt x="5271237" y="2626714"/>
                    <a:pt x="5269397" y="2558367"/>
                    <a:pt x="5272103" y="2490200"/>
                  </a:cubicBezTo>
                  <a:cubicBezTo>
                    <a:pt x="5273502" y="2454954"/>
                    <a:pt x="5261826" y="2430867"/>
                    <a:pt x="5237062" y="2406217"/>
                  </a:cubicBezTo>
                  <a:cubicBezTo>
                    <a:pt x="4897167" y="2067888"/>
                    <a:pt x="4558304" y="1728525"/>
                    <a:pt x="4219124" y="1389477"/>
                  </a:cubicBezTo>
                  <a:cubicBezTo>
                    <a:pt x="4207971" y="1378329"/>
                    <a:pt x="4196139" y="1367861"/>
                    <a:pt x="4182703" y="1355275"/>
                  </a:cubicBezTo>
                  <a:cubicBezTo>
                    <a:pt x="3437919" y="2094703"/>
                    <a:pt x="2695193" y="2832089"/>
                    <a:pt x="1954354" y="3567603"/>
                  </a:cubicBezTo>
                  <a:cubicBezTo>
                    <a:pt x="2512843" y="3567603"/>
                    <a:pt x="3066742" y="3567603"/>
                    <a:pt x="3620641" y="3567603"/>
                  </a:cubicBezTo>
                  <a:cubicBezTo>
                    <a:pt x="3624438" y="3581085"/>
                    <a:pt x="3631466" y="3594548"/>
                    <a:pt x="3631536" y="3608049"/>
                  </a:cubicBezTo>
                  <a:cubicBezTo>
                    <a:pt x="3632293" y="3752548"/>
                    <a:pt x="3632072" y="3897054"/>
                    <a:pt x="3631593" y="4041556"/>
                  </a:cubicBezTo>
                  <a:cubicBezTo>
                    <a:pt x="3631564" y="4049987"/>
                    <a:pt x="3626996" y="4058402"/>
                    <a:pt x="3622572" y="4070923"/>
                  </a:cubicBezTo>
                  <a:cubicBezTo>
                    <a:pt x="2415770" y="4075021"/>
                    <a:pt x="1210935" y="4075021"/>
                    <a:pt x="160" y="4075021"/>
                  </a:cubicBezTo>
                  <a:cubicBezTo>
                    <a:pt x="160" y="4051374"/>
                    <a:pt x="160" y="4032222"/>
                    <a:pt x="160" y="4013072"/>
                  </a:cubicBezTo>
                  <a:cubicBezTo>
                    <a:pt x="160" y="2824002"/>
                    <a:pt x="-451" y="1634932"/>
                    <a:pt x="717" y="445863"/>
                  </a:cubicBezTo>
                  <a:cubicBezTo>
                    <a:pt x="930" y="228400"/>
                    <a:pt x="131262" y="51983"/>
                    <a:pt x="351201" y="2682"/>
                  </a:cubicBezTo>
                  <a:cubicBezTo>
                    <a:pt x="366659" y="-784"/>
                    <a:pt x="383246" y="102"/>
                    <a:pt x="399308" y="100"/>
                  </a:cubicBezTo>
                  <a:cubicBezTo>
                    <a:pt x="2168541" y="-2"/>
                    <a:pt x="3937776" y="5"/>
                    <a:pt x="5707012" y="5"/>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84" name="Group 2783">
            <a:extLst>
              <a:ext uri="{FF2B5EF4-FFF2-40B4-BE49-F238E27FC236}">
                <a16:creationId xmlns:a16="http://schemas.microsoft.com/office/drawing/2014/main" id="{13E7D5BB-40B6-B519-6338-B23ECA27DBB9}"/>
              </a:ext>
              <a:ext uri="{C183D7F6-B498-43B3-948B-1728B52AA6E4}">
                <adec:decorative xmlns:adec="http://schemas.microsoft.com/office/drawing/2017/decorative" val="1"/>
              </a:ext>
            </a:extLst>
          </p:cNvPr>
          <p:cNvGrpSpPr>
            <a:grpSpLocks noChangeAspect="1"/>
          </p:cNvGrpSpPr>
          <p:nvPr/>
        </p:nvGrpSpPr>
        <p:grpSpPr>
          <a:xfrm>
            <a:off x="6662501" y="4343071"/>
            <a:ext cx="534805" cy="457200"/>
            <a:chOff x="6662501" y="4343071"/>
            <a:chExt cx="534805" cy="457200"/>
          </a:xfrm>
          <a:solidFill>
            <a:schemeClr val="accent2"/>
          </a:solidFill>
        </p:grpSpPr>
        <p:sp>
          <p:nvSpPr>
            <p:cNvPr id="2172" name="Freeform: Shape 2171">
              <a:extLst>
                <a:ext uri="{FF2B5EF4-FFF2-40B4-BE49-F238E27FC236}">
                  <a16:creationId xmlns:a16="http://schemas.microsoft.com/office/drawing/2014/main" id="{789E0A15-301F-577C-2B20-0E28043603E8}"/>
                </a:ext>
                <a:ext uri="{C183D7F6-B498-43B3-948B-1728B52AA6E4}">
                  <adec:decorative xmlns:adec="http://schemas.microsoft.com/office/drawing/2017/decorative" val="1"/>
                </a:ext>
              </a:extLst>
            </p:cNvPr>
            <p:cNvSpPr/>
            <p:nvPr/>
          </p:nvSpPr>
          <p:spPr>
            <a:xfrm>
              <a:off x="6662501" y="4349810"/>
              <a:ext cx="534805" cy="450461"/>
            </a:xfrm>
            <a:custGeom>
              <a:avLst/>
              <a:gdLst>
                <a:gd name="connsiteX0" fmla="*/ 4549010 w 8022077"/>
                <a:gd name="connsiteY0" fmla="*/ 4149959 h 6756912"/>
                <a:gd name="connsiteX1" fmla="*/ 4583941 w 8022077"/>
                <a:gd name="connsiteY1" fmla="*/ 4149959 h 6756912"/>
                <a:gd name="connsiteX2" fmla="*/ 4417353 w 8022077"/>
                <a:gd name="connsiteY2" fmla="*/ 4580962 h 6756912"/>
                <a:gd name="connsiteX3" fmla="*/ 2678325 w 8022077"/>
                <a:gd name="connsiteY3" fmla="*/ 4580962 h 6756912"/>
                <a:gd name="connsiteX4" fmla="*/ 982608 w 8022077"/>
                <a:gd name="connsiteY4" fmla="*/ 4582925 h 6756912"/>
                <a:gd name="connsiteX5" fmla="*/ 486578 w 8022077"/>
                <a:gd name="connsiteY5" fmla="*/ 4882925 h 6756912"/>
                <a:gd name="connsiteX6" fmla="*/ 571011 w 8022077"/>
                <a:gd name="connsiteY6" fmla="*/ 5439673 h 6756912"/>
                <a:gd name="connsiteX7" fmla="*/ 1010749 w 8022077"/>
                <a:gd name="connsiteY7" fmla="*/ 5621546 h 6756912"/>
                <a:gd name="connsiteX8" fmla="*/ 4392855 w 8022077"/>
                <a:gd name="connsiteY8" fmla="*/ 5619999 h 6756912"/>
                <a:gd name="connsiteX9" fmla="*/ 4463734 w 8022077"/>
                <a:gd name="connsiteY9" fmla="*/ 5673089 h 6756912"/>
                <a:gd name="connsiteX10" fmla="*/ 4607414 w 8022077"/>
                <a:gd name="connsiteY10" fmla="*/ 6001528 h 6756912"/>
                <a:gd name="connsiteX11" fmla="*/ 4629645 w 8022077"/>
                <a:gd name="connsiteY11" fmla="*/ 6051994 h 6756912"/>
                <a:gd name="connsiteX12" fmla="*/ 4570578 w 8022077"/>
                <a:gd name="connsiteY12" fmla="*/ 6051994 h 6756912"/>
                <a:gd name="connsiteX13" fmla="*/ 940200 w 8022077"/>
                <a:gd name="connsiteY13" fmla="*/ 6052054 h 6756912"/>
                <a:gd name="connsiteX14" fmla="*/ 603131 w 8022077"/>
                <a:gd name="connsiteY14" fmla="*/ 5978161 h 6756912"/>
                <a:gd name="connsiteX15" fmla="*/ 247470 w 8022077"/>
                <a:gd name="connsiteY15" fmla="*/ 5732926 h 6756912"/>
                <a:gd name="connsiteX16" fmla="*/ 16777 w 8022077"/>
                <a:gd name="connsiteY16" fmla="*/ 5275039 h 6756912"/>
                <a:gd name="connsiteX17" fmla="*/ 111815 w 8022077"/>
                <a:gd name="connsiteY17" fmla="*/ 4663131 h 6756912"/>
                <a:gd name="connsiteX18" fmla="*/ 466705 w 8022077"/>
                <a:gd name="connsiteY18" fmla="*/ 4294570 h 6756912"/>
                <a:gd name="connsiteX19" fmla="*/ 831896 w 8022077"/>
                <a:gd name="connsiteY19" fmla="*/ 4160496 h 6756912"/>
                <a:gd name="connsiteX20" fmla="*/ 942052 w 8022077"/>
                <a:gd name="connsiteY20" fmla="*/ 4150372 h 6756912"/>
                <a:gd name="connsiteX21" fmla="*/ 4549010 w 8022077"/>
                <a:gd name="connsiteY21" fmla="*/ 4149959 h 6756912"/>
                <a:gd name="connsiteX22" fmla="*/ 6360310 w 8022077"/>
                <a:gd name="connsiteY22" fmla="*/ 3803498 h 6756912"/>
                <a:gd name="connsiteX23" fmla="*/ 6109724 w 8022077"/>
                <a:gd name="connsiteY23" fmla="*/ 3823611 h 6756912"/>
                <a:gd name="connsiteX24" fmla="*/ 5467557 w 8022077"/>
                <a:gd name="connsiteY24" fmla="*/ 4149243 h 6756912"/>
                <a:gd name="connsiteX25" fmla="*/ 5209850 w 8022077"/>
                <a:gd name="connsiteY25" fmla="*/ 4493237 h 6756912"/>
                <a:gd name="connsiteX26" fmla="*/ 5087889 w 8022077"/>
                <a:gd name="connsiteY26" fmla="*/ 5270753 h 6756912"/>
                <a:gd name="connsiteX27" fmla="*/ 5390019 w 8022077"/>
                <a:gd name="connsiteY27" fmla="*/ 5899423 h 6756912"/>
                <a:gd name="connsiteX28" fmla="*/ 5828951 w 8022077"/>
                <a:gd name="connsiteY28" fmla="*/ 6217996 h 6756912"/>
                <a:gd name="connsiteX29" fmla="*/ 6533101 w 8022077"/>
                <a:gd name="connsiteY29" fmla="*/ 6306454 h 6756912"/>
                <a:gd name="connsiteX30" fmla="*/ 7028812 w 8022077"/>
                <a:gd name="connsiteY30" fmla="*/ 6110539 h 6756912"/>
                <a:gd name="connsiteX31" fmla="*/ 7373034 w 8022077"/>
                <a:gd name="connsiteY31" fmla="*/ 5767375 h 6756912"/>
                <a:gd name="connsiteX32" fmla="*/ 7447283 w 8022077"/>
                <a:gd name="connsiteY32" fmla="*/ 5647200 h 6756912"/>
                <a:gd name="connsiteX33" fmla="*/ 7579436 w 8022077"/>
                <a:gd name="connsiteY33" fmla="*/ 4900162 h 6756912"/>
                <a:gd name="connsiteX34" fmla="*/ 7462495 w 8022077"/>
                <a:gd name="connsiteY34" fmla="*/ 4509857 h 6756912"/>
                <a:gd name="connsiteX35" fmla="*/ 7050566 w 8022077"/>
                <a:gd name="connsiteY35" fmla="*/ 4031537 h 6756912"/>
                <a:gd name="connsiteX36" fmla="*/ 6360310 w 8022077"/>
                <a:gd name="connsiteY36" fmla="*/ 3803498 h 6756912"/>
                <a:gd name="connsiteX37" fmla="*/ 6398226 w 8022077"/>
                <a:gd name="connsiteY37" fmla="*/ 3374000 h 6756912"/>
                <a:gd name="connsiteX38" fmla="*/ 7016955 w 8022077"/>
                <a:gd name="connsiteY38" fmla="*/ 3517112 h 6756912"/>
                <a:gd name="connsiteX39" fmla="*/ 7595743 w 8022077"/>
                <a:gd name="connsiteY39" fmla="*/ 3938916 h 6756912"/>
                <a:gd name="connsiteX40" fmla="*/ 7908293 w 8022077"/>
                <a:gd name="connsiteY40" fmla="*/ 4450300 h 6756912"/>
                <a:gd name="connsiteX41" fmla="*/ 8017028 w 8022077"/>
                <a:gd name="connsiteY41" fmla="*/ 5213994 h 6756912"/>
                <a:gd name="connsiteX42" fmla="*/ 7816470 w 8022077"/>
                <a:gd name="connsiteY42" fmla="*/ 5876571 h 6756912"/>
                <a:gd name="connsiteX43" fmla="*/ 7408692 w 8022077"/>
                <a:gd name="connsiteY43" fmla="*/ 6364807 h 6756912"/>
                <a:gd name="connsiteX44" fmla="*/ 7091353 w 8022077"/>
                <a:gd name="connsiteY44" fmla="*/ 6576707 h 6756912"/>
                <a:gd name="connsiteX45" fmla="*/ 6650542 w 8022077"/>
                <a:gd name="connsiteY45" fmla="*/ 6726709 h 6756912"/>
                <a:gd name="connsiteX46" fmla="*/ 6221456 w 8022077"/>
                <a:gd name="connsiteY46" fmla="*/ 6753414 h 6756912"/>
                <a:gd name="connsiteX47" fmla="*/ 5703228 w 8022077"/>
                <a:gd name="connsiteY47" fmla="*/ 6636137 h 6756912"/>
                <a:gd name="connsiteX48" fmla="*/ 5188140 w 8022077"/>
                <a:gd name="connsiteY48" fmla="*/ 6310279 h 6756912"/>
                <a:gd name="connsiteX49" fmla="*/ 4813348 w 8022077"/>
                <a:gd name="connsiteY49" fmla="*/ 5811642 h 6756912"/>
                <a:gd name="connsiteX50" fmla="*/ 4664878 w 8022077"/>
                <a:gd name="connsiteY50" fmla="*/ 5336358 h 6756912"/>
                <a:gd name="connsiteX51" fmla="*/ 4638635 w 8022077"/>
                <a:gd name="connsiteY51" fmla="*/ 5052434 h 6756912"/>
                <a:gd name="connsiteX52" fmla="*/ 4743628 w 8022077"/>
                <a:gd name="connsiteY52" fmla="*/ 4479048 h 6756912"/>
                <a:gd name="connsiteX53" fmla="*/ 5027841 w 8022077"/>
                <a:gd name="connsiteY53" fmla="*/ 3987609 h 6756912"/>
                <a:gd name="connsiteX54" fmla="*/ 5602461 w 8022077"/>
                <a:gd name="connsiteY54" fmla="*/ 3536485 h 6756912"/>
                <a:gd name="connsiteX55" fmla="*/ 6098101 w 8022077"/>
                <a:gd name="connsiteY55" fmla="*/ 3391613 h 6756912"/>
                <a:gd name="connsiteX56" fmla="*/ 6398226 w 8022077"/>
                <a:gd name="connsiteY56" fmla="*/ 3374000 h 6756912"/>
                <a:gd name="connsiteX57" fmla="*/ 5820370 w 8022077"/>
                <a:gd name="connsiteY57" fmla="*/ 2070497 h 6756912"/>
                <a:gd name="connsiteX58" fmla="*/ 6469707 w 8022077"/>
                <a:gd name="connsiteY58" fmla="*/ 2279624 h 6756912"/>
                <a:gd name="connsiteX59" fmla="*/ 6827890 w 8022077"/>
                <a:gd name="connsiteY59" fmla="*/ 2877225 h 6756912"/>
                <a:gd name="connsiteX60" fmla="*/ 6843070 w 8022077"/>
                <a:gd name="connsiteY60" fmla="*/ 3157097 h 6756912"/>
                <a:gd name="connsiteX61" fmla="*/ 6411922 w 8022077"/>
                <a:gd name="connsiteY61" fmla="*/ 3092191 h 6756912"/>
                <a:gd name="connsiteX62" fmla="*/ 6398110 w 8022077"/>
                <a:gd name="connsiteY62" fmla="*/ 2928320 h 6756912"/>
                <a:gd name="connsiteX63" fmla="*/ 6304881 w 8022077"/>
                <a:gd name="connsiteY63" fmla="*/ 2724182 h 6756912"/>
                <a:gd name="connsiteX64" fmla="*/ 5889384 w 8022077"/>
                <a:gd name="connsiteY64" fmla="*/ 2510328 h 6756912"/>
                <a:gd name="connsiteX65" fmla="*/ 5577612 w 8022077"/>
                <a:gd name="connsiteY65" fmla="*/ 2501302 h 6756912"/>
                <a:gd name="connsiteX66" fmla="*/ 1033717 w 8022077"/>
                <a:gd name="connsiteY66" fmla="*/ 2501346 h 6756912"/>
                <a:gd name="connsiteX67" fmla="*/ 654350 w 8022077"/>
                <a:gd name="connsiteY67" fmla="*/ 2614135 h 6756912"/>
                <a:gd name="connsiteX68" fmla="*/ 438703 w 8022077"/>
                <a:gd name="connsiteY68" fmla="*/ 2965361 h 6756912"/>
                <a:gd name="connsiteX69" fmla="*/ 681852 w 8022077"/>
                <a:gd name="connsiteY69" fmla="*/ 3456351 h 6756912"/>
                <a:gd name="connsiteX70" fmla="*/ 1006415 w 8022077"/>
                <a:gd name="connsiteY70" fmla="*/ 3549479 h 6756912"/>
                <a:gd name="connsiteX71" fmla="*/ 5020970 w 8022077"/>
                <a:gd name="connsiteY71" fmla="*/ 3550298 h 6756912"/>
                <a:gd name="connsiteX72" fmla="*/ 5062733 w 8022077"/>
                <a:gd name="connsiteY72" fmla="*/ 3550298 h 6756912"/>
                <a:gd name="connsiteX73" fmla="*/ 4881806 w 8022077"/>
                <a:gd name="connsiteY73" fmla="*/ 3741855 h 6756912"/>
                <a:gd name="connsiteX74" fmla="*/ 4714873 w 8022077"/>
                <a:gd name="connsiteY74" fmla="*/ 3949542 h 6756912"/>
                <a:gd name="connsiteX75" fmla="*/ 4645723 w 8022077"/>
                <a:gd name="connsiteY75" fmla="*/ 3981481 h 6756912"/>
                <a:gd name="connsiteX76" fmla="*/ 2228580 w 8022077"/>
                <a:gd name="connsiteY76" fmla="*/ 3981301 h 6756912"/>
                <a:gd name="connsiteX77" fmla="*/ 1019998 w 8022077"/>
                <a:gd name="connsiteY77" fmla="*/ 3981419 h 6756912"/>
                <a:gd name="connsiteX78" fmla="*/ 426915 w 8022077"/>
                <a:gd name="connsiteY78" fmla="*/ 3810001 h 6756912"/>
                <a:gd name="connsiteX79" fmla="*/ 16483 w 8022077"/>
                <a:gd name="connsiteY79" fmla="*/ 3193138 h 6756912"/>
                <a:gd name="connsiteX80" fmla="*/ 102290 w 8022077"/>
                <a:gd name="connsiteY80" fmla="*/ 2606667 h 6756912"/>
                <a:gd name="connsiteX81" fmla="*/ 781991 w 8022077"/>
                <a:gd name="connsiteY81" fmla="*/ 2099266 h 6756912"/>
                <a:gd name="connsiteX82" fmla="*/ 1070364 w 8022077"/>
                <a:gd name="connsiteY82" fmla="*/ 2071092 h 6756912"/>
                <a:gd name="connsiteX83" fmla="*/ 5820370 w 8022077"/>
                <a:gd name="connsiteY83" fmla="*/ 2070497 h 6756912"/>
                <a:gd name="connsiteX84" fmla="*/ 992515 w 8022077"/>
                <a:gd name="connsiteY84" fmla="*/ 0 h 6756912"/>
                <a:gd name="connsiteX85" fmla="*/ 4963725 w 8022077"/>
                <a:gd name="connsiteY85" fmla="*/ 3034 h 6756912"/>
                <a:gd name="connsiteX86" fmla="*/ 4963725 w 8022077"/>
                <a:gd name="connsiteY86" fmla="*/ 430278 h 6756912"/>
                <a:gd name="connsiteX87" fmla="*/ 1025062 w 8022077"/>
                <a:gd name="connsiteY87" fmla="*/ 429261 h 6756912"/>
                <a:gd name="connsiteX88" fmla="*/ 632229 w 8022077"/>
                <a:gd name="connsiteY88" fmla="*/ 553598 h 6756912"/>
                <a:gd name="connsiteX89" fmla="*/ 440725 w 8022077"/>
                <a:gd name="connsiteY89" fmla="*/ 1040727 h 6756912"/>
                <a:gd name="connsiteX90" fmla="*/ 977066 w 8022077"/>
                <a:gd name="connsiteY90" fmla="*/ 1468763 h 6756912"/>
                <a:gd name="connsiteX91" fmla="*/ 5863196 w 8022077"/>
                <a:gd name="connsiteY91" fmla="*/ 1469686 h 6756912"/>
                <a:gd name="connsiteX92" fmla="*/ 6238555 w 8022077"/>
                <a:gd name="connsiteY92" fmla="*/ 1323880 h 6756912"/>
                <a:gd name="connsiteX93" fmla="*/ 6343232 w 8022077"/>
                <a:gd name="connsiteY93" fmla="*/ 707317 h 6756912"/>
                <a:gd name="connsiteX94" fmla="*/ 6136995 w 8022077"/>
                <a:gd name="connsiteY94" fmla="*/ 513063 h 6756912"/>
                <a:gd name="connsiteX95" fmla="*/ 6136995 w 8022077"/>
                <a:gd name="connsiteY95" fmla="*/ 41298 h 6756912"/>
                <a:gd name="connsiteX96" fmla="*/ 6456632 w 8022077"/>
                <a:gd name="connsiteY96" fmla="*/ 194980 h 6756912"/>
                <a:gd name="connsiteX97" fmla="*/ 6756394 w 8022077"/>
                <a:gd name="connsiteY97" fmla="*/ 559015 h 6756912"/>
                <a:gd name="connsiteX98" fmla="*/ 6840252 w 8022077"/>
                <a:gd name="connsiteY98" fmla="*/ 921335 h 6756912"/>
                <a:gd name="connsiteX99" fmla="*/ 6743272 w 8022077"/>
                <a:gd name="connsiteY99" fmla="*/ 1368814 h 6756912"/>
                <a:gd name="connsiteX100" fmla="*/ 6068039 w 8022077"/>
                <a:gd name="connsiteY100" fmla="*/ 1880615 h 6756912"/>
                <a:gd name="connsiteX101" fmla="*/ 5843188 w 8022077"/>
                <a:gd name="connsiteY101" fmla="*/ 1900444 h 6756912"/>
                <a:gd name="connsiteX102" fmla="*/ 943304 w 8022077"/>
                <a:gd name="connsiteY102" fmla="*/ 1899822 h 6756912"/>
                <a:gd name="connsiteX103" fmla="*/ 387803 w 8022077"/>
                <a:gd name="connsiteY103" fmla="*/ 1705106 h 6756912"/>
                <a:gd name="connsiteX104" fmla="*/ 23155 w 8022077"/>
                <a:gd name="connsiteY104" fmla="*/ 1151923 h 6756912"/>
                <a:gd name="connsiteX105" fmla="*/ 14808 w 8022077"/>
                <a:gd name="connsiteY105" fmla="*/ 796027 h 6756912"/>
                <a:gd name="connsiteX106" fmla="*/ 277416 w 8022077"/>
                <a:gd name="connsiteY106" fmla="*/ 289116 h 6756912"/>
                <a:gd name="connsiteX107" fmla="*/ 800229 w 8022077"/>
                <a:gd name="connsiteY107" fmla="*/ 18407 h 6756912"/>
                <a:gd name="connsiteX108" fmla="*/ 992515 w 8022077"/>
                <a:gd name="connsiteY108" fmla="*/ 0 h 675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8022077" h="6756912">
                  <a:moveTo>
                    <a:pt x="4549010" y="4149959"/>
                  </a:moveTo>
                  <a:cubicBezTo>
                    <a:pt x="4561426" y="4149959"/>
                    <a:pt x="4573843" y="4149959"/>
                    <a:pt x="4583941" y="4149959"/>
                  </a:cubicBezTo>
                  <a:cubicBezTo>
                    <a:pt x="4528749" y="4292757"/>
                    <a:pt x="4473951" y="4434530"/>
                    <a:pt x="4417353" y="4580962"/>
                  </a:cubicBezTo>
                  <a:cubicBezTo>
                    <a:pt x="3844475" y="4580962"/>
                    <a:pt x="3263742" y="4580962"/>
                    <a:pt x="2678325" y="4580962"/>
                  </a:cubicBezTo>
                  <a:cubicBezTo>
                    <a:pt x="2109955" y="4580962"/>
                    <a:pt x="1546231" y="4577070"/>
                    <a:pt x="982608" y="4582925"/>
                  </a:cubicBezTo>
                  <a:cubicBezTo>
                    <a:pt x="764539" y="4585189"/>
                    <a:pt x="591078" y="4686519"/>
                    <a:pt x="486578" y="4882925"/>
                  </a:cubicBezTo>
                  <a:cubicBezTo>
                    <a:pt x="386057" y="5071855"/>
                    <a:pt x="427512" y="5287872"/>
                    <a:pt x="571011" y="5439673"/>
                  </a:cubicBezTo>
                  <a:cubicBezTo>
                    <a:pt x="690937" y="5566538"/>
                    <a:pt x="837538" y="5621712"/>
                    <a:pt x="1010749" y="5621546"/>
                  </a:cubicBezTo>
                  <a:cubicBezTo>
                    <a:pt x="2138118" y="5620465"/>
                    <a:pt x="3265488" y="5621248"/>
                    <a:pt x="4392855" y="5619999"/>
                  </a:cubicBezTo>
                  <a:cubicBezTo>
                    <a:pt x="4435436" y="5619951"/>
                    <a:pt x="4448390" y="5631770"/>
                    <a:pt x="4463734" y="5673089"/>
                  </a:cubicBezTo>
                  <a:cubicBezTo>
                    <a:pt x="4505264" y="5784931"/>
                    <a:pt x="4558714" y="5892347"/>
                    <a:pt x="4607414" y="6001528"/>
                  </a:cubicBezTo>
                  <a:cubicBezTo>
                    <a:pt x="4614050" y="6016404"/>
                    <a:pt x="4620551" y="6031339"/>
                    <a:pt x="4629645" y="6051994"/>
                  </a:cubicBezTo>
                  <a:cubicBezTo>
                    <a:pt x="4606718" y="6051994"/>
                    <a:pt x="4588647" y="6051994"/>
                    <a:pt x="4570578" y="6051994"/>
                  </a:cubicBezTo>
                  <a:cubicBezTo>
                    <a:pt x="3360452" y="6051994"/>
                    <a:pt x="2150326" y="6051955"/>
                    <a:pt x="940200" y="6052054"/>
                  </a:cubicBezTo>
                  <a:cubicBezTo>
                    <a:pt x="822351" y="6052065"/>
                    <a:pt x="711510" y="6020991"/>
                    <a:pt x="603131" y="5978161"/>
                  </a:cubicBezTo>
                  <a:cubicBezTo>
                    <a:pt x="465653" y="5923829"/>
                    <a:pt x="345959" y="5842357"/>
                    <a:pt x="247470" y="5732926"/>
                  </a:cubicBezTo>
                  <a:cubicBezTo>
                    <a:pt x="129504" y="5601855"/>
                    <a:pt x="49359" y="5450700"/>
                    <a:pt x="16777" y="5275039"/>
                  </a:cubicBezTo>
                  <a:cubicBezTo>
                    <a:pt x="-23238" y="5059304"/>
                    <a:pt x="9348" y="4855542"/>
                    <a:pt x="111815" y="4663131"/>
                  </a:cubicBezTo>
                  <a:cubicBezTo>
                    <a:pt x="194891" y="4507137"/>
                    <a:pt x="316388" y="4387412"/>
                    <a:pt x="466705" y="4294570"/>
                  </a:cubicBezTo>
                  <a:cubicBezTo>
                    <a:pt x="579824" y="4224704"/>
                    <a:pt x="704269" y="4188537"/>
                    <a:pt x="831896" y="4160496"/>
                  </a:cubicBezTo>
                  <a:cubicBezTo>
                    <a:pt x="867660" y="4152640"/>
                    <a:pt x="905282" y="4150387"/>
                    <a:pt x="942052" y="4150372"/>
                  </a:cubicBezTo>
                  <a:cubicBezTo>
                    <a:pt x="2144371" y="4149872"/>
                    <a:pt x="3346690" y="4149959"/>
                    <a:pt x="4549010" y="4149959"/>
                  </a:cubicBezTo>
                  <a:close/>
                  <a:moveTo>
                    <a:pt x="6360310" y="3803498"/>
                  </a:moveTo>
                  <a:cubicBezTo>
                    <a:pt x="6278406" y="3802003"/>
                    <a:pt x="6194849" y="3808644"/>
                    <a:pt x="6109724" y="3823611"/>
                  </a:cubicBezTo>
                  <a:cubicBezTo>
                    <a:pt x="5864377" y="3866748"/>
                    <a:pt x="5650324" y="3980221"/>
                    <a:pt x="5467557" y="4149243"/>
                  </a:cubicBezTo>
                  <a:cubicBezTo>
                    <a:pt x="5361067" y="4247723"/>
                    <a:pt x="5275358" y="4364279"/>
                    <a:pt x="5209850" y="4493237"/>
                  </a:cubicBezTo>
                  <a:cubicBezTo>
                    <a:pt x="5085286" y="4738449"/>
                    <a:pt x="5044128" y="4999872"/>
                    <a:pt x="5087889" y="5270753"/>
                  </a:cubicBezTo>
                  <a:cubicBezTo>
                    <a:pt x="5126299" y="5508519"/>
                    <a:pt x="5230972" y="5719263"/>
                    <a:pt x="5390019" y="5899423"/>
                  </a:cubicBezTo>
                  <a:cubicBezTo>
                    <a:pt x="5511746" y="6037307"/>
                    <a:pt x="5658012" y="6145334"/>
                    <a:pt x="5828951" y="6217996"/>
                  </a:cubicBezTo>
                  <a:cubicBezTo>
                    <a:pt x="6055502" y="6314298"/>
                    <a:pt x="6288391" y="6346835"/>
                    <a:pt x="6533101" y="6306454"/>
                  </a:cubicBezTo>
                  <a:cubicBezTo>
                    <a:pt x="6713634" y="6276663"/>
                    <a:pt x="6876970" y="6209367"/>
                    <a:pt x="7028812" y="6110539"/>
                  </a:cubicBezTo>
                  <a:cubicBezTo>
                    <a:pt x="7165624" y="6021494"/>
                    <a:pt x="7279046" y="5908176"/>
                    <a:pt x="7373034" y="5767375"/>
                  </a:cubicBezTo>
                  <a:cubicBezTo>
                    <a:pt x="7397930" y="5727392"/>
                    <a:pt x="7425453" y="5688791"/>
                    <a:pt x="7447283" y="5647200"/>
                  </a:cubicBezTo>
                  <a:cubicBezTo>
                    <a:pt x="7570522" y="5412406"/>
                    <a:pt x="7611366" y="5163211"/>
                    <a:pt x="7579436" y="4900162"/>
                  </a:cubicBezTo>
                  <a:cubicBezTo>
                    <a:pt x="7562756" y="4762754"/>
                    <a:pt x="7522922" y="4632373"/>
                    <a:pt x="7462495" y="4509857"/>
                  </a:cubicBezTo>
                  <a:cubicBezTo>
                    <a:pt x="7366850" y="4315940"/>
                    <a:pt x="7229549" y="4153684"/>
                    <a:pt x="7050566" y="4031537"/>
                  </a:cubicBezTo>
                  <a:cubicBezTo>
                    <a:pt x="6836866" y="3885696"/>
                    <a:pt x="6606023" y="3807983"/>
                    <a:pt x="6360310" y="3803498"/>
                  </a:cubicBezTo>
                  <a:close/>
                  <a:moveTo>
                    <a:pt x="6398226" y="3374000"/>
                  </a:moveTo>
                  <a:cubicBezTo>
                    <a:pt x="6612712" y="3382270"/>
                    <a:pt x="6819428" y="3429519"/>
                    <a:pt x="7016955" y="3517112"/>
                  </a:cubicBezTo>
                  <a:cubicBezTo>
                    <a:pt x="7240670" y="3616316"/>
                    <a:pt x="7432804" y="3758376"/>
                    <a:pt x="7595743" y="3938916"/>
                  </a:cubicBezTo>
                  <a:cubicBezTo>
                    <a:pt x="7731416" y="4089249"/>
                    <a:pt x="7831876" y="4261737"/>
                    <a:pt x="7908293" y="4450300"/>
                  </a:cubicBezTo>
                  <a:cubicBezTo>
                    <a:pt x="8008231" y="4696903"/>
                    <a:pt x="8034587" y="4953349"/>
                    <a:pt x="8017028" y="5213994"/>
                  </a:cubicBezTo>
                  <a:cubicBezTo>
                    <a:pt x="8001237" y="5448388"/>
                    <a:pt x="7930103" y="5669354"/>
                    <a:pt x="7816470" y="5876571"/>
                  </a:cubicBezTo>
                  <a:cubicBezTo>
                    <a:pt x="7712315" y="6066503"/>
                    <a:pt x="7578586" y="6231856"/>
                    <a:pt x="7408692" y="6364807"/>
                  </a:cubicBezTo>
                  <a:cubicBezTo>
                    <a:pt x="7309623" y="6442335"/>
                    <a:pt x="7199849" y="6506181"/>
                    <a:pt x="7091353" y="6576707"/>
                  </a:cubicBezTo>
                  <a:cubicBezTo>
                    <a:pt x="6950064" y="6650482"/>
                    <a:pt x="6802868" y="6695884"/>
                    <a:pt x="6650542" y="6726709"/>
                  </a:cubicBezTo>
                  <a:cubicBezTo>
                    <a:pt x="6508676" y="6755417"/>
                    <a:pt x="6364875" y="6761995"/>
                    <a:pt x="6221456" y="6753414"/>
                  </a:cubicBezTo>
                  <a:cubicBezTo>
                    <a:pt x="6043046" y="6742740"/>
                    <a:pt x="5869080" y="6704548"/>
                    <a:pt x="5703228" y="6636137"/>
                  </a:cubicBezTo>
                  <a:cubicBezTo>
                    <a:pt x="5512786" y="6557583"/>
                    <a:pt x="5340674" y="6451014"/>
                    <a:pt x="5188140" y="6310279"/>
                  </a:cubicBezTo>
                  <a:cubicBezTo>
                    <a:pt x="5032065" y="6166279"/>
                    <a:pt x="4906166" y="6001332"/>
                    <a:pt x="4813348" y="5811642"/>
                  </a:cubicBezTo>
                  <a:cubicBezTo>
                    <a:pt x="4739774" y="5661282"/>
                    <a:pt x="4684135" y="5504064"/>
                    <a:pt x="4664878" y="5336358"/>
                  </a:cubicBezTo>
                  <a:cubicBezTo>
                    <a:pt x="4654026" y="5241861"/>
                    <a:pt x="4636066" y="5146781"/>
                    <a:pt x="4638635" y="5052434"/>
                  </a:cubicBezTo>
                  <a:cubicBezTo>
                    <a:pt x="4643966" y="4856740"/>
                    <a:pt x="4672972" y="4663563"/>
                    <a:pt x="4743628" y="4479048"/>
                  </a:cubicBezTo>
                  <a:cubicBezTo>
                    <a:pt x="4812139" y="4300135"/>
                    <a:pt x="4904962" y="4135506"/>
                    <a:pt x="5027841" y="3987609"/>
                  </a:cubicBezTo>
                  <a:cubicBezTo>
                    <a:pt x="5187221" y="3795775"/>
                    <a:pt x="5378422" y="3644590"/>
                    <a:pt x="5602461" y="3536485"/>
                  </a:cubicBezTo>
                  <a:cubicBezTo>
                    <a:pt x="5759107" y="3460900"/>
                    <a:pt x="5924138" y="3408700"/>
                    <a:pt x="6098101" y="3391613"/>
                  </a:cubicBezTo>
                  <a:cubicBezTo>
                    <a:pt x="6197835" y="3381816"/>
                    <a:pt x="6298529" y="3370155"/>
                    <a:pt x="6398226" y="3374000"/>
                  </a:cubicBezTo>
                  <a:close/>
                  <a:moveTo>
                    <a:pt x="5820370" y="2070497"/>
                  </a:moveTo>
                  <a:cubicBezTo>
                    <a:pt x="6057973" y="2070670"/>
                    <a:pt x="6280008" y="2131481"/>
                    <a:pt x="6469707" y="2279624"/>
                  </a:cubicBezTo>
                  <a:cubicBezTo>
                    <a:pt x="6664674" y="2431883"/>
                    <a:pt x="6793820" y="2628188"/>
                    <a:pt x="6827890" y="2877225"/>
                  </a:cubicBezTo>
                  <a:cubicBezTo>
                    <a:pt x="6840214" y="2967302"/>
                    <a:pt x="6838208" y="3059342"/>
                    <a:pt x="6843070" y="3157097"/>
                  </a:cubicBezTo>
                  <a:cubicBezTo>
                    <a:pt x="6694866" y="3134785"/>
                    <a:pt x="6554110" y="3113597"/>
                    <a:pt x="6411922" y="3092191"/>
                  </a:cubicBezTo>
                  <a:cubicBezTo>
                    <a:pt x="6407668" y="3041234"/>
                    <a:pt x="6403506" y="2984717"/>
                    <a:pt x="6398110" y="2928320"/>
                  </a:cubicBezTo>
                  <a:cubicBezTo>
                    <a:pt x="6390588" y="2849711"/>
                    <a:pt x="6352918" y="2781806"/>
                    <a:pt x="6304881" y="2724182"/>
                  </a:cubicBezTo>
                  <a:cubicBezTo>
                    <a:pt x="6197756" y="2595682"/>
                    <a:pt x="6061480" y="2516098"/>
                    <a:pt x="5889384" y="2510328"/>
                  </a:cubicBezTo>
                  <a:cubicBezTo>
                    <a:pt x="5785471" y="2506845"/>
                    <a:pt x="5681537" y="2501342"/>
                    <a:pt x="5577612" y="2501302"/>
                  </a:cubicBezTo>
                  <a:cubicBezTo>
                    <a:pt x="4062980" y="2500715"/>
                    <a:pt x="2548349" y="2500637"/>
                    <a:pt x="1033717" y="2501346"/>
                  </a:cubicBezTo>
                  <a:cubicBezTo>
                    <a:pt x="896991" y="2501410"/>
                    <a:pt x="766473" y="2532415"/>
                    <a:pt x="654350" y="2614135"/>
                  </a:cubicBezTo>
                  <a:cubicBezTo>
                    <a:pt x="535392" y="2700833"/>
                    <a:pt x="455709" y="2814032"/>
                    <a:pt x="438703" y="2965361"/>
                  </a:cubicBezTo>
                  <a:cubicBezTo>
                    <a:pt x="414392" y="3181704"/>
                    <a:pt x="507705" y="3339049"/>
                    <a:pt x="681852" y="3456351"/>
                  </a:cubicBezTo>
                  <a:cubicBezTo>
                    <a:pt x="779767" y="3522306"/>
                    <a:pt x="890975" y="3549369"/>
                    <a:pt x="1006415" y="3549479"/>
                  </a:cubicBezTo>
                  <a:cubicBezTo>
                    <a:pt x="2344600" y="3550762"/>
                    <a:pt x="3682784" y="3550298"/>
                    <a:pt x="5020970" y="3550298"/>
                  </a:cubicBezTo>
                  <a:cubicBezTo>
                    <a:pt x="5037670" y="3550298"/>
                    <a:pt x="5054371" y="3550298"/>
                    <a:pt x="5062733" y="3550298"/>
                  </a:cubicBezTo>
                  <a:cubicBezTo>
                    <a:pt x="5003952" y="3612170"/>
                    <a:pt x="4940548" y="3674966"/>
                    <a:pt x="4881806" y="3741855"/>
                  </a:cubicBezTo>
                  <a:cubicBezTo>
                    <a:pt x="4823208" y="3808578"/>
                    <a:pt x="4766121" y="3877167"/>
                    <a:pt x="4714873" y="3949542"/>
                  </a:cubicBezTo>
                  <a:cubicBezTo>
                    <a:pt x="4694640" y="3978115"/>
                    <a:pt x="4674272" y="3981489"/>
                    <a:pt x="4645723" y="3981481"/>
                  </a:cubicBezTo>
                  <a:cubicBezTo>
                    <a:pt x="3841570" y="3981257"/>
                    <a:pt x="3037418" y="3981301"/>
                    <a:pt x="2228580" y="3981301"/>
                  </a:cubicBezTo>
                  <a:cubicBezTo>
                    <a:pt x="1822597" y="3981301"/>
                    <a:pt x="1421297" y="3981009"/>
                    <a:pt x="1019998" y="3981419"/>
                  </a:cubicBezTo>
                  <a:cubicBezTo>
                    <a:pt x="805529" y="3981638"/>
                    <a:pt x="603427" y="3930878"/>
                    <a:pt x="426915" y="3810001"/>
                  </a:cubicBezTo>
                  <a:cubicBezTo>
                    <a:pt x="209532" y="3661134"/>
                    <a:pt x="65215" y="3458666"/>
                    <a:pt x="16483" y="3193138"/>
                  </a:cubicBezTo>
                  <a:cubicBezTo>
                    <a:pt x="-21391" y="2986778"/>
                    <a:pt x="5511" y="2790523"/>
                    <a:pt x="102290" y="2606667"/>
                  </a:cubicBezTo>
                  <a:cubicBezTo>
                    <a:pt x="247447" y="2330908"/>
                    <a:pt x="475739" y="2159523"/>
                    <a:pt x="781991" y="2099266"/>
                  </a:cubicBezTo>
                  <a:cubicBezTo>
                    <a:pt x="876387" y="2080693"/>
                    <a:pt x="974135" y="2071195"/>
                    <a:pt x="1070364" y="2071092"/>
                  </a:cubicBezTo>
                  <a:cubicBezTo>
                    <a:pt x="2653698" y="2069410"/>
                    <a:pt x="4237035" y="2069340"/>
                    <a:pt x="5820370" y="2070497"/>
                  </a:cubicBezTo>
                  <a:close/>
                  <a:moveTo>
                    <a:pt x="992515" y="0"/>
                  </a:moveTo>
                  <a:lnTo>
                    <a:pt x="4963725" y="3034"/>
                  </a:lnTo>
                  <a:lnTo>
                    <a:pt x="4963725" y="430278"/>
                  </a:lnTo>
                  <a:lnTo>
                    <a:pt x="1025062" y="429261"/>
                  </a:lnTo>
                  <a:cubicBezTo>
                    <a:pt x="878898" y="429110"/>
                    <a:pt x="746685" y="463588"/>
                    <a:pt x="632229" y="553598"/>
                  </a:cubicBezTo>
                  <a:cubicBezTo>
                    <a:pt x="482645" y="671210"/>
                    <a:pt x="401236" y="854470"/>
                    <a:pt x="440725" y="1040727"/>
                  </a:cubicBezTo>
                  <a:cubicBezTo>
                    <a:pt x="495438" y="1298831"/>
                    <a:pt x="722324" y="1468301"/>
                    <a:pt x="977066" y="1468763"/>
                  </a:cubicBezTo>
                  <a:cubicBezTo>
                    <a:pt x="2605776" y="1471673"/>
                    <a:pt x="4234486" y="1470571"/>
                    <a:pt x="5863196" y="1469686"/>
                  </a:cubicBezTo>
                  <a:cubicBezTo>
                    <a:pt x="6005677" y="1469611"/>
                    <a:pt x="6132982" y="1417959"/>
                    <a:pt x="6238555" y="1323880"/>
                  </a:cubicBezTo>
                  <a:cubicBezTo>
                    <a:pt x="6412744" y="1168644"/>
                    <a:pt x="6467532" y="918452"/>
                    <a:pt x="6343232" y="707317"/>
                  </a:cubicBezTo>
                  <a:lnTo>
                    <a:pt x="6136995" y="513063"/>
                  </a:lnTo>
                  <a:lnTo>
                    <a:pt x="6136995" y="41298"/>
                  </a:lnTo>
                  <a:lnTo>
                    <a:pt x="6456632" y="194980"/>
                  </a:lnTo>
                  <a:cubicBezTo>
                    <a:pt x="6585897" y="291198"/>
                    <a:pt x="6688945" y="411541"/>
                    <a:pt x="6756394" y="559015"/>
                  </a:cubicBezTo>
                  <a:cubicBezTo>
                    <a:pt x="6808817" y="673640"/>
                    <a:pt x="6836814" y="793371"/>
                    <a:pt x="6840252" y="921335"/>
                  </a:cubicBezTo>
                  <a:cubicBezTo>
                    <a:pt x="6844520" y="1079924"/>
                    <a:pt x="6816674" y="1230403"/>
                    <a:pt x="6743272" y="1368814"/>
                  </a:cubicBezTo>
                  <a:cubicBezTo>
                    <a:pt x="6598172" y="1642443"/>
                    <a:pt x="6367970" y="1810632"/>
                    <a:pt x="6068039" y="1880615"/>
                  </a:cubicBezTo>
                  <a:cubicBezTo>
                    <a:pt x="5995437" y="1897561"/>
                    <a:pt x="5918267" y="1900397"/>
                    <a:pt x="5843188" y="1900444"/>
                  </a:cubicBezTo>
                  <a:cubicBezTo>
                    <a:pt x="4209889" y="1901499"/>
                    <a:pt x="2576592" y="1902375"/>
                    <a:pt x="943304" y="1899822"/>
                  </a:cubicBezTo>
                  <a:cubicBezTo>
                    <a:pt x="738828" y="1899511"/>
                    <a:pt x="553372" y="1826571"/>
                    <a:pt x="387803" y="1705106"/>
                  </a:cubicBezTo>
                  <a:cubicBezTo>
                    <a:pt x="197712" y="1565650"/>
                    <a:pt x="76737" y="1379911"/>
                    <a:pt x="23155" y="1151923"/>
                  </a:cubicBezTo>
                  <a:cubicBezTo>
                    <a:pt x="-4324" y="1034999"/>
                    <a:pt x="-6387" y="917039"/>
                    <a:pt x="14808" y="796027"/>
                  </a:cubicBezTo>
                  <a:cubicBezTo>
                    <a:pt x="49560" y="597666"/>
                    <a:pt x="137649" y="429261"/>
                    <a:pt x="277416" y="289116"/>
                  </a:cubicBezTo>
                  <a:cubicBezTo>
                    <a:pt x="421763" y="144384"/>
                    <a:pt x="596470" y="50841"/>
                    <a:pt x="800229" y="18407"/>
                  </a:cubicBezTo>
                  <a:cubicBezTo>
                    <a:pt x="863731" y="8300"/>
                    <a:pt x="928382" y="47"/>
                    <a:pt x="992515" y="0"/>
                  </a:cubicBezTo>
                  <a:close/>
                </a:path>
              </a:pathLst>
            </a:custGeom>
            <a:grpFill/>
            <a:ln w="6350" cap="flat">
              <a:noFill/>
              <a:prstDash val="solid"/>
              <a:miter/>
            </a:ln>
          </p:spPr>
          <p:txBody>
            <a:bodyPr wrap="square" rtlCol="0" anchor="ctr">
              <a:noAutofit/>
            </a:bodyPr>
            <a:lstStyle/>
            <a:p>
              <a:endParaRPr lang="en-US" dirty="0"/>
            </a:p>
          </p:txBody>
        </p:sp>
        <p:sp>
          <p:nvSpPr>
            <p:cNvPr id="2173" name="Freeform: Shape 2172">
              <a:extLst>
                <a:ext uri="{FF2B5EF4-FFF2-40B4-BE49-F238E27FC236}">
                  <a16:creationId xmlns:a16="http://schemas.microsoft.com/office/drawing/2014/main" id="{A9352835-F223-3ADD-7EE3-9124A318D6BF}"/>
                </a:ext>
                <a:ext uri="{C183D7F6-B498-43B3-948B-1728B52AA6E4}">
                  <adec:decorative xmlns:adec="http://schemas.microsoft.com/office/drawing/2017/decorative" val="1"/>
                </a:ext>
              </a:extLst>
            </p:cNvPr>
            <p:cNvSpPr/>
            <p:nvPr/>
          </p:nvSpPr>
          <p:spPr>
            <a:xfrm>
              <a:off x="6715043" y="4343071"/>
              <a:ext cx="425630" cy="400571"/>
            </a:xfrm>
            <a:custGeom>
              <a:avLst/>
              <a:gdLst>
                <a:gd name="connsiteX0" fmla="*/ 362263 w 6384445"/>
                <a:gd name="connsiteY0" fmla="*/ 5067450 h 6008561"/>
                <a:gd name="connsiteX1" fmla="*/ 259607 w 6384445"/>
                <a:gd name="connsiteY1" fmla="*/ 5109865 h 6008561"/>
                <a:gd name="connsiteX2" fmla="*/ 234679 w 6384445"/>
                <a:gd name="connsiteY2" fmla="*/ 5260902 h 6008561"/>
                <a:gd name="connsiteX3" fmla="*/ 357096 w 6384445"/>
                <a:gd name="connsiteY3" fmla="*/ 5337925 h 6008561"/>
                <a:gd name="connsiteX4" fmla="*/ 493046 w 6384445"/>
                <a:gd name="connsiteY4" fmla="*/ 5244991 h 6008561"/>
                <a:gd name="connsiteX5" fmla="*/ 402630 w 6384445"/>
                <a:gd name="connsiteY5" fmla="*/ 5075351 h 6008561"/>
                <a:gd name="connsiteX6" fmla="*/ 362263 w 6384445"/>
                <a:gd name="connsiteY6" fmla="*/ 5067450 h 6008561"/>
                <a:gd name="connsiteX7" fmla="*/ 395761 w 6384445"/>
                <a:gd name="connsiteY7" fmla="*/ 4847165 h 6008561"/>
                <a:gd name="connsiteX8" fmla="*/ 615446 w 6384445"/>
                <a:gd name="connsiteY8" fmla="*/ 4950216 h 6008561"/>
                <a:gd name="connsiteX9" fmla="*/ 704333 w 6384445"/>
                <a:gd name="connsiteY9" fmla="*/ 5308181 h 6008561"/>
                <a:gd name="connsiteX10" fmla="*/ 444859 w 6384445"/>
                <a:gd name="connsiteY10" fmla="*/ 5552495 h 6008561"/>
                <a:gd name="connsiteX11" fmla="*/ 98066 w 6384445"/>
                <a:gd name="connsiteY11" fmla="*/ 5452530 h 6008561"/>
                <a:gd name="connsiteX12" fmla="*/ 40 w 6384445"/>
                <a:gd name="connsiteY12" fmla="*/ 5206854 h 6008561"/>
                <a:gd name="connsiteX13" fmla="*/ 308761 w 6384445"/>
                <a:gd name="connsiteY13" fmla="*/ 4849551 h 6008561"/>
                <a:gd name="connsiteX14" fmla="*/ 395761 w 6384445"/>
                <a:gd name="connsiteY14" fmla="*/ 4847165 h 6008561"/>
                <a:gd name="connsiteX15" fmla="*/ 5345555 w 6384445"/>
                <a:gd name="connsiteY15" fmla="*/ 4320581 h 6008561"/>
                <a:gd name="connsiteX16" fmla="*/ 5739123 w 6384445"/>
                <a:gd name="connsiteY16" fmla="*/ 4320581 h 6008561"/>
                <a:gd name="connsiteX17" fmla="*/ 5739123 w 6384445"/>
                <a:gd name="connsiteY17" fmla="*/ 4972512 h 6008561"/>
                <a:gd name="connsiteX18" fmla="*/ 6311999 w 6384445"/>
                <a:gd name="connsiteY18" fmla="*/ 4972512 h 6008561"/>
                <a:gd name="connsiteX19" fmla="*/ 6384445 w 6384445"/>
                <a:gd name="connsiteY19" fmla="*/ 4972512 h 6008561"/>
                <a:gd name="connsiteX20" fmla="*/ 6384445 w 6384445"/>
                <a:gd name="connsiteY20" fmla="*/ 5354572 h 6008561"/>
                <a:gd name="connsiteX21" fmla="*/ 5743210 w 6384445"/>
                <a:gd name="connsiteY21" fmla="*/ 5354572 h 6008561"/>
                <a:gd name="connsiteX22" fmla="*/ 5743210 w 6384445"/>
                <a:gd name="connsiteY22" fmla="*/ 6008561 h 6008561"/>
                <a:gd name="connsiteX23" fmla="*/ 5349644 w 6384445"/>
                <a:gd name="connsiteY23" fmla="*/ 6008561 h 6008561"/>
                <a:gd name="connsiteX24" fmla="*/ 5349644 w 6384445"/>
                <a:gd name="connsiteY24" fmla="*/ 5358732 h 6008561"/>
                <a:gd name="connsiteX25" fmla="*/ 4694843 w 6384445"/>
                <a:gd name="connsiteY25" fmla="*/ 5358732 h 6008561"/>
                <a:gd name="connsiteX26" fmla="*/ 4694843 w 6384445"/>
                <a:gd name="connsiteY26" fmla="*/ 4974535 h 6008561"/>
                <a:gd name="connsiteX27" fmla="*/ 5345555 w 6384445"/>
                <a:gd name="connsiteY27" fmla="*/ 4974535 h 6008561"/>
                <a:gd name="connsiteX28" fmla="*/ 5345555 w 6384445"/>
                <a:gd name="connsiteY28" fmla="*/ 4320581 h 6008561"/>
                <a:gd name="connsiteX29" fmla="*/ 337598 w 6384445"/>
                <a:gd name="connsiteY29" fmla="*/ 2994433 h 6008561"/>
                <a:gd name="connsiteX30" fmla="*/ 222684 w 6384445"/>
                <a:gd name="connsiteY30" fmla="*/ 3148423 h 6008561"/>
                <a:gd name="connsiteX31" fmla="*/ 364670 w 6384445"/>
                <a:gd name="connsiteY31" fmla="*/ 3267052 h 6008561"/>
                <a:gd name="connsiteX32" fmla="*/ 494330 w 6384445"/>
                <a:gd name="connsiteY32" fmla="*/ 3106928 h 6008561"/>
                <a:gd name="connsiteX33" fmla="*/ 337598 w 6384445"/>
                <a:gd name="connsiteY33" fmla="*/ 2994433 h 6008561"/>
                <a:gd name="connsiteX34" fmla="*/ 353889 w 6384445"/>
                <a:gd name="connsiteY34" fmla="*/ 2769193 h 6008561"/>
                <a:gd name="connsiteX35" fmla="*/ 718590 w 6384445"/>
                <a:gd name="connsiteY35" fmla="*/ 3154153 h 6008561"/>
                <a:gd name="connsiteX36" fmla="*/ 377472 w 6384445"/>
                <a:gd name="connsiteY36" fmla="*/ 3482687 h 6008561"/>
                <a:gd name="connsiteX37" fmla="*/ 293911 w 6384445"/>
                <a:gd name="connsiteY37" fmla="*/ 3480751 h 6008561"/>
                <a:gd name="connsiteX38" fmla="*/ 11436 w 6384445"/>
                <a:gd name="connsiteY38" fmla="*/ 3209065 h 6008561"/>
                <a:gd name="connsiteX39" fmla="*/ 353889 w 6384445"/>
                <a:gd name="connsiteY39" fmla="*/ 2769193 h 6008561"/>
                <a:gd name="connsiteX40" fmla="*/ 346053 w 6384445"/>
                <a:gd name="connsiteY40" fmla="*/ 914735 h 6008561"/>
                <a:gd name="connsiteX41" fmla="*/ 299531 w 6384445"/>
                <a:gd name="connsiteY41" fmla="*/ 927909 h 6008561"/>
                <a:gd name="connsiteX42" fmla="*/ 269983 w 6384445"/>
                <a:gd name="connsiteY42" fmla="*/ 1154679 h 6008561"/>
                <a:gd name="connsiteX43" fmla="*/ 290008 w 6384445"/>
                <a:gd name="connsiteY43" fmla="*/ 1166097 h 6008561"/>
                <a:gd name="connsiteX44" fmla="*/ 460882 w 6384445"/>
                <a:gd name="connsiteY44" fmla="*/ 1140804 h 6008561"/>
                <a:gd name="connsiteX45" fmla="*/ 476055 w 6384445"/>
                <a:gd name="connsiteY45" fmla="*/ 977478 h 6008561"/>
                <a:gd name="connsiteX46" fmla="*/ 346053 w 6384445"/>
                <a:gd name="connsiteY46" fmla="*/ 914735 h 6008561"/>
                <a:gd name="connsiteX47" fmla="*/ 362274 w 6384445"/>
                <a:gd name="connsiteY47" fmla="*/ 691695 h 6008561"/>
                <a:gd name="connsiteX48" fmla="*/ 709603 w 6384445"/>
                <a:gd name="connsiteY48" fmla="*/ 967568 h 6008561"/>
                <a:gd name="connsiteX49" fmla="*/ 455096 w 6384445"/>
                <a:gd name="connsiteY49" fmla="*/ 1398105 h 6008561"/>
                <a:gd name="connsiteX50" fmla="*/ 9785 w 6384445"/>
                <a:gd name="connsiteY50" fmla="*/ 1131517 h 6008561"/>
                <a:gd name="connsiteX51" fmla="*/ 8889 w 6384445"/>
                <a:gd name="connsiteY51" fmla="*/ 967983 h 6008561"/>
                <a:gd name="connsiteX52" fmla="*/ 201276 w 6384445"/>
                <a:gd name="connsiteY52" fmla="*/ 728443 h 6008561"/>
                <a:gd name="connsiteX53" fmla="*/ 362274 w 6384445"/>
                <a:gd name="connsiteY53" fmla="*/ 691695 h 6008561"/>
                <a:gd name="connsiteX54" fmla="*/ 4449154 w 6384445"/>
                <a:gd name="connsiteY54" fmla="*/ 0 h 6008561"/>
                <a:gd name="connsiteX55" fmla="*/ 5075279 w 6384445"/>
                <a:gd name="connsiteY55" fmla="*/ 0 h 6008561"/>
                <a:gd name="connsiteX56" fmla="*/ 5075279 w 6384445"/>
                <a:gd name="connsiteY56" fmla="*/ 626124 h 6008561"/>
                <a:gd name="connsiteX57" fmla="*/ 4449154 w 6384445"/>
                <a:gd name="connsiteY57" fmla="*/ 626124 h 600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384445" h="6008561">
                  <a:moveTo>
                    <a:pt x="362263" y="5067450"/>
                  </a:moveTo>
                  <a:cubicBezTo>
                    <a:pt x="321873" y="5065107"/>
                    <a:pt x="282975" y="5079389"/>
                    <a:pt x="259607" y="5109865"/>
                  </a:cubicBezTo>
                  <a:cubicBezTo>
                    <a:pt x="225282" y="5154632"/>
                    <a:pt x="209160" y="5204499"/>
                    <a:pt x="234679" y="5260902"/>
                  </a:cubicBezTo>
                  <a:cubicBezTo>
                    <a:pt x="254988" y="5305785"/>
                    <a:pt x="304095" y="5337793"/>
                    <a:pt x="357096" y="5337925"/>
                  </a:cubicBezTo>
                  <a:cubicBezTo>
                    <a:pt x="414142" y="5338066"/>
                    <a:pt x="481223" y="5292210"/>
                    <a:pt x="493046" y="5244991"/>
                  </a:cubicBezTo>
                  <a:cubicBezTo>
                    <a:pt x="510350" y="5175868"/>
                    <a:pt x="478991" y="5112071"/>
                    <a:pt x="402630" y="5075351"/>
                  </a:cubicBezTo>
                  <a:cubicBezTo>
                    <a:pt x="389355" y="5070859"/>
                    <a:pt x="375727" y="5068231"/>
                    <a:pt x="362263" y="5067450"/>
                  </a:cubicBezTo>
                  <a:close/>
                  <a:moveTo>
                    <a:pt x="395761" y="4847165"/>
                  </a:moveTo>
                  <a:cubicBezTo>
                    <a:pt x="479414" y="4853664"/>
                    <a:pt x="552933" y="4887118"/>
                    <a:pt x="615446" y="4950216"/>
                  </a:cubicBezTo>
                  <a:cubicBezTo>
                    <a:pt x="714486" y="5050186"/>
                    <a:pt x="744214" y="5174708"/>
                    <a:pt x="704333" y="5308181"/>
                  </a:cubicBezTo>
                  <a:cubicBezTo>
                    <a:pt x="666052" y="5436297"/>
                    <a:pt x="577302" y="5520998"/>
                    <a:pt x="444859" y="5552495"/>
                  </a:cubicBezTo>
                  <a:cubicBezTo>
                    <a:pt x="312754" y="5583912"/>
                    <a:pt x="199007" y="5544893"/>
                    <a:pt x="98066" y="5452530"/>
                  </a:cubicBezTo>
                  <a:cubicBezTo>
                    <a:pt x="32578" y="5381309"/>
                    <a:pt x="1427" y="5297045"/>
                    <a:pt x="40" y="5206854"/>
                  </a:cubicBezTo>
                  <a:cubicBezTo>
                    <a:pt x="-2640" y="5032568"/>
                    <a:pt x="129508" y="4871724"/>
                    <a:pt x="308761" y="4849551"/>
                  </a:cubicBezTo>
                  <a:cubicBezTo>
                    <a:pt x="338865" y="4845827"/>
                    <a:pt x="367876" y="4844998"/>
                    <a:pt x="395761" y="4847165"/>
                  </a:cubicBezTo>
                  <a:close/>
                  <a:moveTo>
                    <a:pt x="5345555" y="4320581"/>
                  </a:moveTo>
                  <a:cubicBezTo>
                    <a:pt x="5478075" y="4320581"/>
                    <a:pt x="5606484" y="4320581"/>
                    <a:pt x="5739123" y="4320581"/>
                  </a:cubicBezTo>
                  <a:cubicBezTo>
                    <a:pt x="5739123" y="4535184"/>
                    <a:pt x="5739123" y="4749941"/>
                    <a:pt x="5739123" y="4972512"/>
                  </a:cubicBezTo>
                  <a:cubicBezTo>
                    <a:pt x="5931276" y="4972512"/>
                    <a:pt x="6119348" y="4972512"/>
                    <a:pt x="6311999" y="4972512"/>
                  </a:cubicBezTo>
                  <a:cubicBezTo>
                    <a:pt x="6338156" y="4972512"/>
                    <a:pt x="6359734" y="4972512"/>
                    <a:pt x="6384445" y="4972512"/>
                  </a:cubicBezTo>
                  <a:cubicBezTo>
                    <a:pt x="6384445" y="5100337"/>
                    <a:pt x="6384445" y="5224521"/>
                    <a:pt x="6384445" y="5354572"/>
                  </a:cubicBezTo>
                  <a:cubicBezTo>
                    <a:pt x="6172881" y="5354572"/>
                    <a:pt x="5960108" y="5354572"/>
                    <a:pt x="5743210" y="5354572"/>
                  </a:cubicBezTo>
                  <a:cubicBezTo>
                    <a:pt x="5743210" y="5575098"/>
                    <a:pt x="5743210" y="5789854"/>
                    <a:pt x="5743210" y="6008561"/>
                  </a:cubicBezTo>
                  <a:cubicBezTo>
                    <a:pt x="5610694" y="6008561"/>
                    <a:pt x="5482284" y="6008561"/>
                    <a:pt x="5349644" y="6008561"/>
                  </a:cubicBezTo>
                  <a:cubicBezTo>
                    <a:pt x="5349644" y="5794065"/>
                    <a:pt x="5349644" y="5579309"/>
                    <a:pt x="5349644" y="5358732"/>
                  </a:cubicBezTo>
                  <a:cubicBezTo>
                    <a:pt x="5129698" y="5358732"/>
                    <a:pt x="4913804" y="5358732"/>
                    <a:pt x="4694843" y="5358732"/>
                  </a:cubicBezTo>
                  <a:cubicBezTo>
                    <a:pt x="4694843" y="5228769"/>
                    <a:pt x="4694843" y="5104585"/>
                    <a:pt x="4694843" y="4974535"/>
                  </a:cubicBezTo>
                  <a:cubicBezTo>
                    <a:pt x="4909643" y="4974535"/>
                    <a:pt x="5125537" y="4974535"/>
                    <a:pt x="5345555" y="4974535"/>
                  </a:cubicBezTo>
                  <a:cubicBezTo>
                    <a:pt x="5345555" y="4754009"/>
                    <a:pt x="5345555" y="4539253"/>
                    <a:pt x="5345555" y="4320581"/>
                  </a:cubicBezTo>
                  <a:close/>
                  <a:moveTo>
                    <a:pt x="337598" y="2994433"/>
                  </a:moveTo>
                  <a:cubicBezTo>
                    <a:pt x="276004" y="2992859"/>
                    <a:pt x="212362" y="3078315"/>
                    <a:pt x="222684" y="3148423"/>
                  </a:cubicBezTo>
                  <a:cubicBezTo>
                    <a:pt x="231324" y="3207116"/>
                    <a:pt x="309283" y="3272095"/>
                    <a:pt x="364670" y="3267052"/>
                  </a:cubicBezTo>
                  <a:cubicBezTo>
                    <a:pt x="448823" y="3259388"/>
                    <a:pt x="498212" y="3197519"/>
                    <a:pt x="494330" y="3106928"/>
                  </a:cubicBezTo>
                  <a:cubicBezTo>
                    <a:pt x="492047" y="3053661"/>
                    <a:pt x="429387" y="2984155"/>
                    <a:pt x="337598" y="2994433"/>
                  </a:cubicBezTo>
                  <a:close/>
                  <a:moveTo>
                    <a:pt x="353889" y="2769193"/>
                  </a:moveTo>
                  <a:cubicBezTo>
                    <a:pt x="558957" y="2766668"/>
                    <a:pt x="735906" y="2940660"/>
                    <a:pt x="718590" y="3154153"/>
                  </a:cubicBezTo>
                  <a:cubicBezTo>
                    <a:pt x="703901" y="3335245"/>
                    <a:pt x="561912" y="3481896"/>
                    <a:pt x="377472" y="3482687"/>
                  </a:cubicBezTo>
                  <a:cubicBezTo>
                    <a:pt x="350937" y="3482799"/>
                    <a:pt x="324400" y="3482257"/>
                    <a:pt x="293911" y="3480751"/>
                  </a:cubicBezTo>
                  <a:cubicBezTo>
                    <a:pt x="142662" y="3445416"/>
                    <a:pt x="46465" y="3355004"/>
                    <a:pt x="11436" y="3209065"/>
                  </a:cubicBezTo>
                  <a:cubicBezTo>
                    <a:pt x="-41375" y="2989052"/>
                    <a:pt x="121499" y="2772055"/>
                    <a:pt x="353889" y="2769193"/>
                  </a:cubicBezTo>
                  <a:close/>
                  <a:moveTo>
                    <a:pt x="346053" y="914735"/>
                  </a:moveTo>
                  <a:cubicBezTo>
                    <a:pt x="330095" y="916084"/>
                    <a:pt x="314349" y="920408"/>
                    <a:pt x="299531" y="927909"/>
                  </a:cubicBezTo>
                  <a:cubicBezTo>
                    <a:pt x="214921" y="970738"/>
                    <a:pt x="200620" y="1062137"/>
                    <a:pt x="269983" y="1154679"/>
                  </a:cubicBezTo>
                  <a:cubicBezTo>
                    <a:pt x="276666" y="1158471"/>
                    <a:pt x="283517" y="1161999"/>
                    <a:pt x="290008" y="1166097"/>
                  </a:cubicBezTo>
                  <a:cubicBezTo>
                    <a:pt x="347755" y="1202541"/>
                    <a:pt x="413803" y="1192807"/>
                    <a:pt x="460882" y="1140804"/>
                  </a:cubicBezTo>
                  <a:cubicBezTo>
                    <a:pt x="499362" y="1098300"/>
                    <a:pt x="506707" y="1019240"/>
                    <a:pt x="476055" y="977478"/>
                  </a:cubicBezTo>
                  <a:cubicBezTo>
                    <a:pt x="443712" y="933413"/>
                    <a:pt x="393928" y="910687"/>
                    <a:pt x="346053" y="914735"/>
                  </a:cubicBezTo>
                  <a:close/>
                  <a:moveTo>
                    <a:pt x="362274" y="691695"/>
                  </a:moveTo>
                  <a:cubicBezTo>
                    <a:pt x="522909" y="692616"/>
                    <a:pt x="671513" y="801054"/>
                    <a:pt x="709603" y="967568"/>
                  </a:cubicBezTo>
                  <a:cubicBezTo>
                    <a:pt x="753222" y="1158251"/>
                    <a:pt x="644936" y="1348069"/>
                    <a:pt x="455096" y="1398105"/>
                  </a:cubicBezTo>
                  <a:cubicBezTo>
                    <a:pt x="254059" y="1451090"/>
                    <a:pt x="59914" y="1337283"/>
                    <a:pt x="9785" y="1131517"/>
                  </a:cubicBezTo>
                  <a:cubicBezTo>
                    <a:pt x="-2503" y="1081079"/>
                    <a:pt x="7736" y="1025153"/>
                    <a:pt x="8889" y="967983"/>
                  </a:cubicBezTo>
                  <a:cubicBezTo>
                    <a:pt x="42160" y="859929"/>
                    <a:pt x="100156" y="777333"/>
                    <a:pt x="201276" y="728443"/>
                  </a:cubicBezTo>
                  <a:cubicBezTo>
                    <a:pt x="253847" y="703027"/>
                    <a:pt x="308729" y="691388"/>
                    <a:pt x="362274" y="691695"/>
                  </a:cubicBezTo>
                  <a:close/>
                  <a:moveTo>
                    <a:pt x="4449154" y="0"/>
                  </a:moveTo>
                  <a:lnTo>
                    <a:pt x="5075279" y="0"/>
                  </a:lnTo>
                  <a:lnTo>
                    <a:pt x="5075279" y="626124"/>
                  </a:lnTo>
                  <a:lnTo>
                    <a:pt x="4449154" y="626124"/>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81" name="Group 2780">
            <a:extLst>
              <a:ext uri="{FF2B5EF4-FFF2-40B4-BE49-F238E27FC236}">
                <a16:creationId xmlns:a16="http://schemas.microsoft.com/office/drawing/2014/main" id="{B4544806-7F62-6095-2454-FAAD2D4B4D72}"/>
              </a:ext>
              <a:ext uri="{C183D7F6-B498-43B3-948B-1728B52AA6E4}">
                <adec:decorative xmlns:adec="http://schemas.microsoft.com/office/drawing/2017/decorative" val="1"/>
              </a:ext>
            </a:extLst>
          </p:cNvPr>
          <p:cNvGrpSpPr>
            <a:grpSpLocks noChangeAspect="1"/>
          </p:cNvGrpSpPr>
          <p:nvPr/>
        </p:nvGrpSpPr>
        <p:grpSpPr>
          <a:xfrm>
            <a:off x="7356618" y="4343071"/>
            <a:ext cx="459156" cy="457200"/>
            <a:chOff x="7356618" y="4343071"/>
            <a:chExt cx="459156" cy="457200"/>
          </a:xfrm>
          <a:solidFill>
            <a:schemeClr val="accent2"/>
          </a:solidFill>
        </p:grpSpPr>
        <p:sp>
          <p:nvSpPr>
            <p:cNvPr id="2176" name="Freeform: Shape 2175">
              <a:extLst>
                <a:ext uri="{FF2B5EF4-FFF2-40B4-BE49-F238E27FC236}">
                  <a16:creationId xmlns:a16="http://schemas.microsoft.com/office/drawing/2014/main" id="{E18AA5ED-44F5-EFCF-C605-26D52C4C0344}"/>
                </a:ext>
                <a:ext uri="{C183D7F6-B498-43B3-948B-1728B52AA6E4}">
                  <adec:decorative xmlns:adec="http://schemas.microsoft.com/office/drawing/2017/decorative" val="1"/>
                </a:ext>
              </a:extLst>
            </p:cNvPr>
            <p:cNvSpPr/>
            <p:nvPr/>
          </p:nvSpPr>
          <p:spPr>
            <a:xfrm>
              <a:off x="7376818" y="4343071"/>
              <a:ext cx="438956" cy="457200"/>
            </a:xfrm>
            <a:custGeom>
              <a:avLst/>
              <a:gdLst>
                <a:gd name="connsiteX0" fmla="*/ 98873 w 847798"/>
                <a:gd name="connsiteY0" fmla="*/ 539232 h 883034"/>
                <a:gd name="connsiteX1" fmla="*/ 106427 w 847798"/>
                <a:gd name="connsiteY1" fmla="*/ 546962 h 883034"/>
                <a:gd name="connsiteX2" fmla="*/ 105449 w 847798"/>
                <a:gd name="connsiteY2" fmla="*/ 553641 h 883034"/>
                <a:gd name="connsiteX3" fmla="*/ 106732 w 847798"/>
                <a:gd name="connsiteY3" fmla="*/ 547091 h 883034"/>
                <a:gd name="connsiteX4" fmla="*/ 119183 w 847798"/>
                <a:gd name="connsiteY4" fmla="*/ 559720 h 883034"/>
                <a:gd name="connsiteX5" fmla="*/ 118207 w 847798"/>
                <a:gd name="connsiteY5" fmla="*/ 566392 h 883034"/>
                <a:gd name="connsiteX6" fmla="*/ 118131 w 847798"/>
                <a:gd name="connsiteY6" fmla="*/ 615283 h 883034"/>
                <a:gd name="connsiteX7" fmla="*/ 117300 w 847798"/>
                <a:gd name="connsiteY7" fmla="*/ 621424 h 883034"/>
                <a:gd name="connsiteX8" fmla="*/ 104726 w 847798"/>
                <a:gd name="connsiteY8" fmla="*/ 608995 h 883034"/>
                <a:gd name="connsiteX9" fmla="*/ 105380 w 847798"/>
                <a:gd name="connsiteY9" fmla="*/ 603091 h 883034"/>
                <a:gd name="connsiteX10" fmla="*/ 105448 w 847798"/>
                <a:gd name="connsiteY10" fmla="*/ 553709 h 883034"/>
                <a:gd name="connsiteX11" fmla="*/ 105380 w 847798"/>
                <a:gd name="connsiteY11" fmla="*/ 603091 h 883034"/>
                <a:gd name="connsiteX12" fmla="*/ 104597 w 847798"/>
                <a:gd name="connsiteY12" fmla="*/ 608690 h 883034"/>
                <a:gd name="connsiteX13" fmla="*/ 97634 w 847798"/>
                <a:gd name="connsiteY13" fmla="*/ 602012 h 883034"/>
                <a:gd name="connsiteX14" fmla="*/ 97579 w 847798"/>
                <a:gd name="connsiteY14" fmla="*/ 572322 h 883034"/>
                <a:gd name="connsiteX15" fmla="*/ 98873 w 847798"/>
                <a:gd name="connsiteY15" fmla="*/ 539232 h 883034"/>
                <a:gd name="connsiteX16" fmla="*/ 58472 w 847798"/>
                <a:gd name="connsiteY16" fmla="*/ 504822 h 883034"/>
                <a:gd name="connsiteX17" fmla="*/ 64223 w 847798"/>
                <a:gd name="connsiteY17" fmla="*/ 504822 h 883034"/>
                <a:gd name="connsiteX18" fmla="*/ 65183 w 847798"/>
                <a:gd name="connsiteY18" fmla="*/ 505715 h 883034"/>
                <a:gd name="connsiteX19" fmla="*/ 64204 w 847798"/>
                <a:gd name="connsiteY19" fmla="*/ 512394 h 883034"/>
                <a:gd name="connsiteX20" fmla="*/ 65488 w 847798"/>
                <a:gd name="connsiteY20" fmla="*/ 505840 h 883034"/>
                <a:gd name="connsiteX21" fmla="*/ 72130 w 847798"/>
                <a:gd name="connsiteY21" fmla="*/ 512662 h 883034"/>
                <a:gd name="connsiteX22" fmla="*/ 71078 w 847798"/>
                <a:gd name="connsiteY22" fmla="*/ 518212 h 883034"/>
                <a:gd name="connsiteX23" fmla="*/ 72430 w 847798"/>
                <a:gd name="connsiteY23" fmla="*/ 512782 h 883034"/>
                <a:gd name="connsiteX24" fmla="*/ 78931 w 847798"/>
                <a:gd name="connsiteY24" fmla="*/ 519464 h 883034"/>
                <a:gd name="connsiteX25" fmla="*/ 77952 w 847798"/>
                <a:gd name="connsiteY25" fmla="*/ 526134 h 883034"/>
                <a:gd name="connsiteX26" fmla="*/ 79237 w 847798"/>
                <a:gd name="connsiteY26" fmla="*/ 519591 h 883034"/>
                <a:gd name="connsiteX27" fmla="*/ 92503 w 847798"/>
                <a:gd name="connsiteY27" fmla="*/ 533592 h 883034"/>
                <a:gd name="connsiteX28" fmla="*/ 91677 w 847798"/>
                <a:gd name="connsiteY28" fmla="*/ 539744 h 883034"/>
                <a:gd name="connsiteX29" fmla="*/ 92806 w 847798"/>
                <a:gd name="connsiteY29" fmla="*/ 533718 h 883034"/>
                <a:gd name="connsiteX30" fmla="*/ 98568 w 847798"/>
                <a:gd name="connsiteY30" fmla="*/ 539103 h 883034"/>
                <a:gd name="connsiteX31" fmla="*/ 97579 w 847798"/>
                <a:gd name="connsiteY31" fmla="*/ 572322 h 883034"/>
                <a:gd name="connsiteX32" fmla="*/ 97514 w 847798"/>
                <a:gd name="connsiteY32" fmla="*/ 601712 h 883034"/>
                <a:gd name="connsiteX33" fmla="*/ 90689 w 847798"/>
                <a:gd name="connsiteY33" fmla="*/ 595540 h 883034"/>
                <a:gd name="connsiteX34" fmla="*/ 91599 w 847798"/>
                <a:gd name="connsiteY34" fmla="*/ 589671 h 883034"/>
                <a:gd name="connsiteX35" fmla="*/ 90562 w 847798"/>
                <a:gd name="connsiteY35" fmla="*/ 595235 h 883034"/>
                <a:gd name="connsiteX36" fmla="*/ 77164 w 847798"/>
                <a:gd name="connsiteY36" fmla="*/ 581476 h 883034"/>
                <a:gd name="connsiteX37" fmla="*/ 77875 w 847798"/>
                <a:gd name="connsiteY37" fmla="*/ 575031 h 883034"/>
                <a:gd name="connsiteX38" fmla="*/ 77043 w 847798"/>
                <a:gd name="connsiteY38" fmla="*/ 581173 h 883034"/>
                <a:gd name="connsiteX39" fmla="*/ 70195 w 847798"/>
                <a:gd name="connsiteY39" fmla="*/ 574574 h 883034"/>
                <a:gd name="connsiteX40" fmla="*/ 70990 w 847798"/>
                <a:gd name="connsiteY40" fmla="*/ 567130 h 883034"/>
                <a:gd name="connsiteX41" fmla="*/ 70075 w 847798"/>
                <a:gd name="connsiteY41" fmla="*/ 574273 h 883034"/>
                <a:gd name="connsiteX42" fmla="*/ 63475 w 847798"/>
                <a:gd name="connsiteY42" fmla="*/ 567750 h 883034"/>
                <a:gd name="connsiteX43" fmla="*/ 64135 w 847798"/>
                <a:gd name="connsiteY43" fmla="*/ 561847 h 883034"/>
                <a:gd name="connsiteX44" fmla="*/ 63350 w 847798"/>
                <a:gd name="connsiteY44" fmla="*/ 567446 h 883034"/>
                <a:gd name="connsiteX45" fmla="*/ 57355 w 847798"/>
                <a:gd name="connsiteY45" fmla="*/ 562214 h 883034"/>
                <a:gd name="connsiteX46" fmla="*/ 58212 w 847798"/>
                <a:gd name="connsiteY46" fmla="*/ 553725 h 883034"/>
                <a:gd name="connsiteX47" fmla="*/ 58281 w 847798"/>
                <a:gd name="connsiteY47" fmla="*/ 505785 h 883034"/>
                <a:gd name="connsiteX48" fmla="*/ 36670 w 847798"/>
                <a:gd name="connsiteY48" fmla="*/ 504822 h 883034"/>
                <a:gd name="connsiteX49" fmla="*/ 42947 w 847798"/>
                <a:gd name="connsiteY49" fmla="*/ 504822 h 883034"/>
                <a:gd name="connsiteX50" fmla="*/ 42592 w 847798"/>
                <a:gd name="connsiteY50" fmla="*/ 516352 h 883034"/>
                <a:gd name="connsiteX51" fmla="*/ 43058 w 847798"/>
                <a:gd name="connsiteY51" fmla="*/ 504822 h 883034"/>
                <a:gd name="connsiteX52" fmla="*/ 58416 w 847798"/>
                <a:gd name="connsiteY52" fmla="*/ 504822 h 883034"/>
                <a:gd name="connsiteX53" fmla="*/ 58281 w 847798"/>
                <a:gd name="connsiteY53" fmla="*/ 505784 h 883034"/>
                <a:gd name="connsiteX54" fmla="*/ 58212 w 847798"/>
                <a:gd name="connsiteY54" fmla="*/ 553725 h 883034"/>
                <a:gd name="connsiteX55" fmla="*/ 57241 w 847798"/>
                <a:gd name="connsiteY55" fmla="*/ 561913 h 883034"/>
                <a:gd name="connsiteX56" fmla="*/ 42641 w 847798"/>
                <a:gd name="connsiteY56" fmla="*/ 547032 h 883034"/>
                <a:gd name="connsiteX57" fmla="*/ 42592 w 847798"/>
                <a:gd name="connsiteY57" fmla="*/ 516353 h 883034"/>
                <a:gd name="connsiteX58" fmla="*/ 42523 w 847798"/>
                <a:gd name="connsiteY58" fmla="*/ 546729 h 883034"/>
                <a:gd name="connsiteX59" fmla="*/ 35910 w 847798"/>
                <a:gd name="connsiteY59" fmla="*/ 540224 h 883034"/>
                <a:gd name="connsiteX60" fmla="*/ 36625 w 847798"/>
                <a:gd name="connsiteY60" fmla="*/ 533778 h 883034"/>
                <a:gd name="connsiteX61" fmla="*/ 21904 w 847798"/>
                <a:gd name="connsiteY61" fmla="*/ 504822 h 883034"/>
                <a:gd name="connsiteX62" fmla="*/ 36669 w 847798"/>
                <a:gd name="connsiteY62" fmla="*/ 504822 h 883034"/>
                <a:gd name="connsiteX63" fmla="*/ 36625 w 847798"/>
                <a:gd name="connsiteY63" fmla="*/ 533778 h 883034"/>
                <a:gd name="connsiteX64" fmla="*/ 35794 w 847798"/>
                <a:gd name="connsiteY64" fmla="*/ 539920 h 883034"/>
                <a:gd name="connsiteX65" fmla="*/ 29859 w 847798"/>
                <a:gd name="connsiteY65" fmla="*/ 534719 h 883034"/>
                <a:gd name="connsiteX66" fmla="*/ 30715 w 847798"/>
                <a:gd name="connsiteY66" fmla="*/ 526239 h 883034"/>
                <a:gd name="connsiteX67" fmla="*/ 29745 w 847798"/>
                <a:gd name="connsiteY67" fmla="*/ 534418 h 883034"/>
                <a:gd name="connsiteX68" fmla="*/ 21181 w 847798"/>
                <a:gd name="connsiteY68" fmla="*/ 525500 h 883034"/>
                <a:gd name="connsiteX69" fmla="*/ 21896 w 847798"/>
                <a:gd name="connsiteY69" fmla="*/ 519053 h 883034"/>
                <a:gd name="connsiteX70" fmla="*/ 12090 w 847798"/>
                <a:gd name="connsiteY70" fmla="*/ 504822 h 883034"/>
                <a:gd name="connsiteX71" fmla="*/ 21760 w 847798"/>
                <a:gd name="connsiteY71" fmla="*/ 504822 h 883034"/>
                <a:gd name="connsiteX72" fmla="*/ 21896 w 847798"/>
                <a:gd name="connsiteY72" fmla="*/ 519053 h 883034"/>
                <a:gd name="connsiteX73" fmla="*/ 21063 w 847798"/>
                <a:gd name="connsiteY73" fmla="*/ 525195 h 883034"/>
                <a:gd name="connsiteX74" fmla="*/ 11422 w 847798"/>
                <a:gd name="connsiteY74" fmla="*/ 515708 h 883034"/>
                <a:gd name="connsiteX75" fmla="*/ 12088 w 847798"/>
                <a:gd name="connsiteY75" fmla="*/ 510293 h 883034"/>
                <a:gd name="connsiteX76" fmla="*/ 2764 w 847798"/>
                <a:gd name="connsiteY76" fmla="*/ 504822 h 883034"/>
                <a:gd name="connsiteX77" fmla="*/ 12021 w 847798"/>
                <a:gd name="connsiteY77" fmla="*/ 504822 h 883034"/>
                <a:gd name="connsiteX78" fmla="*/ 12088 w 847798"/>
                <a:gd name="connsiteY78" fmla="*/ 510293 h 883034"/>
                <a:gd name="connsiteX79" fmla="*/ 11299 w 847798"/>
                <a:gd name="connsiteY79" fmla="*/ 515400 h 883034"/>
                <a:gd name="connsiteX80" fmla="*/ 2521 w 847798"/>
                <a:gd name="connsiteY80" fmla="*/ 506843 h 883034"/>
                <a:gd name="connsiteX81" fmla="*/ 538 w 847798"/>
                <a:gd name="connsiteY81" fmla="*/ 504822 h 883034"/>
                <a:gd name="connsiteX82" fmla="*/ 2658 w 847798"/>
                <a:gd name="connsiteY82" fmla="*/ 504822 h 883034"/>
                <a:gd name="connsiteX83" fmla="*/ 2406 w 847798"/>
                <a:gd name="connsiteY83" fmla="*/ 506537 h 883034"/>
                <a:gd name="connsiteX84" fmla="*/ 3901 w 847798"/>
                <a:gd name="connsiteY84" fmla="*/ 374245 h 883034"/>
                <a:gd name="connsiteX85" fmla="*/ 3941 w 847798"/>
                <a:gd name="connsiteY85" fmla="*/ 378212 h 883034"/>
                <a:gd name="connsiteX86" fmla="*/ 0 w 847798"/>
                <a:gd name="connsiteY86" fmla="*/ 378212 h 883034"/>
                <a:gd name="connsiteX87" fmla="*/ 14704 w 847798"/>
                <a:gd name="connsiteY87" fmla="*/ 363443 h 883034"/>
                <a:gd name="connsiteX88" fmla="*/ 14817 w 847798"/>
                <a:gd name="connsiteY88" fmla="*/ 378212 h 883034"/>
                <a:gd name="connsiteX89" fmla="*/ 4266 w 847798"/>
                <a:gd name="connsiteY89" fmla="*/ 378212 h 883034"/>
                <a:gd name="connsiteX90" fmla="*/ 4208 w 847798"/>
                <a:gd name="connsiteY90" fmla="*/ 374118 h 883034"/>
                <a:gd name="connsiteX91" fmla="*/ 14704 w 847798"/>
                <a:gd name="connsiteY91" fmla="*/ 363443 h 883034"/>
                <a:gd name="connsiteX92" fmla="*/ 55191 w 847798"/>
                <a:gd name="connsiteY92" fmla="*/ 323539 h 883034"/>
                <a:gd name="connsiteX93" fmla="*/ 56275 w 847798"/>
                <a:gd name="connsiteY93" fmla="*/ 329015 h 883034"/>
                <a:gd name="connsiteX94" fmla="*/ 56343 w 847798"/>
                <a:gd name="connsiteY94" fmla="*/ 378212 h 883034"/>
                <a:gd name="connsiteX95" fmla="*/ 46508 w 847798"/>
                <a:gd name="connsiteY95" fmla="*/ 378212 h 883034"/>
                <a:gd name="connsiteX96" fmla="*/ 15170 w 847798"/>
                <a:gd name="connsiteY96" fmla="*/ 378212 h 883034"/>
                <a:gd name="connsiteX97" fmla="*/ 15011 w 847798"/>
                <a:gd name="connsiteY97" fmla="*/ 363315 h 883034"/>
                <a:gd name="connsiteX98" fmla="*/ 25578 w 847798"/>
                <a:gd name="connsiteY98" fmla="*/ 353051 h 883034"/>
                <a:gd name="connsiteX99" fmla="*/ 26795 w 847798"/>
                <a:gd name="connsiteY99" fmla="*/ 360049 h 883034"/>
                <a:gd name="connsiteX100" fmla="*/ 25884 w 847798"/>
                <a:gd name="connsiteY100" fmla="*/ 352923 h 883034"/>
                <a:gd name="connsiteX101" fmla="*/ 34278 w 847798"/>
                <a:gd name="connsiteY101" fmla="*/ 343864 h 883034"/>
                <a:gd name="connsiteX102" fmla="*/ 35627 w 847798"/>
                <a:gd name="connsiteY102" fmla="*/ 349301 h 883034"/>
                <a:gd name="connsiteX103" fmla="*/ 34581 w 847798"/>
                <a:gd name="connsiteY103" fmla="*/ 343742 h 883034"/>
                <a:gd name="connsiteX104" fmla="*/ 45311 w 847798"/>
                <a:gd name="connsiteY104" fmla="*/ 333386 h 883034"/>
                <a:gd name="connsiteX105" fmla="*/ 46446 w 847798"/>
                <a:gd name="connsiteY105" fmla="*/ 339408 h 883034"/>
                <a:gd name="connsiteX106" fmla="*/ 45617 w 847798"/>
                <a:gd name="connsiteY106" fmla="*/ 333257 h 883034"/>
                <a:gd name="connsiteX107" fmla="*/ 55191 w 847798"/>
                <a:gd name="connsiteY107" fmla="*/ 323539 h 883034"/>
                <a:gd name="connsiteX108" fmla="*/ 64952 w 847798"/>
                <a:gd name="connsiteY108" fmla="*/ 313747 h 883034"/>
                <a:gd name="connsiteX109" fmla="*/ 66087 w 847798"/>
                <a:gd name="connsiteY109" fmla="*/ 319767 h 883034"/>
                <a:gd name="connsiteX110" fmla="*/ 66166 w 847798"/>
                <a:gd name="connsiteY110" fmla="*/ 369695 h 883034"/>
                <a:gd name="connsiteX111" fmla="*/ 67084 w 847798"/>
                <a:gd name="connsiteY111" fmla="*/ 375557 h 883034"/>
                <a:gd name="connsiteX112" fmla="*/ 64380 w 847798"/>
                <a:gd name="connsiteY112" fmla="*/ 378212 h 883034"/>
                <a:gd name="connsiteX113" fmla="*/ 56343 w 847798"/>
                <a:gd name="connsiteY113" fmla="*/ 378212 h 883034"/>
                <a:gd name="connsiteX114" fmla="*/ 56275 w 847798"/>
                <a:gd name="connsiteY114" fmla="*/ 329015 h 883034"/>
                <a:gd name="connsiteX115" fmla="*/ 55494 w 847798"/>
                <a:gd name="connsiteY115" fmla="*/ 323416 h 883034"/>
                <a:gd name="connsiteX116" fmla="*/ 64952 w 847798"/>
                <a:gd name="connsiteY116" fmla="*/ 313747 h 883034"/>
                <a:gd name="connsiteX117" fmla="*/ 79743 w 847798"/>
                <a:gd name="connsiteY117" fmla="*/ 298992 h 883034"/>
                <a:gd name="connsiteX118" fmla="*/ 80822 w 847798"/>
                <a:gd name="connsiteY118" fmla="*/ 304465 h 883034"/>
                <a:gd name="connsiteX119" fmla="*/ 80891 w 847798"/>
                <a:gd name="connsiteY119" fmla="*/ 352410 h 883034"/>
                <a:gd name="connsiteX120" fmla="*/ 81743 w 847798"/>
                <a:gd name="connsiteY120" fmla="*/ 360898 h 883034"/>
                <a:gd name="connsiteX121" fmla="*/ 74993 w 847798"/>
                <a:gd name="connsiteY121" fmla="*/ 367470 h 883034"/>
                <a:gd name="connsiteX122" fmla="*/ 74019 w 847798"/>
                <a:gd name="connsiteY122" fmla="*/ 359282 h 883034"/>
                <a:gd name="connsiteX123" fmla="*/ 74872 w 847798"/>
                <a:gd name="connsiteY123" fmla="*/ 367771 h 883034"/>
                <a:gd name="connsiteX124" fmla="*/ 67214 w 847798"/>
                <a:gd name="connsiteY124" fmla="*/ 375251 h 883034"/>
                <a:gd name="connsiteX125" fmla="*/ 66166 w 847798"/>
                <a:gd name="connsiteY125" fmla="*/ 369695 h 883034"/>
                <a:gd name="connsiteX126" fmla="*/ 66087 w 847798"/>
                <a:gd name="connsiteY126" fmla="*/ 319767 h 883034"/>
                <a:gd name="connsiteX127" fmla="*/ 65257 w 847798"/>
                <a:gd name="connsiteY127" fmla="*/ 313617 h 883034"/>
                <a:gd name="connsiteX128" fmla="*/ 72869 w 847798"/>
                <a:gd name="connsiteY128" fmla="*/ 305864 h 883034"/>
                <a:gd name="connsiteX129" fmla="*/ 73951 w 847798"/>
                <a:gd name="connsiteY129" fmla="*/ 311337 h 883034"/>
                <a:gd name="connsiteX130" fmla="*/ 73171 w 847798"/>
                <a:gd name="connsiteY130" fmla="*/ 305743 h 883034"/>
                <a:gd name="connsiteX131" fmla="*/ 79743 w 847798"/>
                <a:gd name="connsiteY131" fmla="*/ 298992 h 883034"/>
                <a:gd name="connsiteX132" fmla="*/ 410807 w 847798"/>
                <a:gd name="connsiteY132" fmla="*/ 176 h 883034"/>
                <a:gd name="connsiteX133" fmla="*/ 452008 w 847798"/>
                <a:gd name="connsiteY133" fmla="*/ 18198 h 883034"/>
                <a:gd name="connsiteX134" fmla="*/ 829712 w 847798"/>
                <a:gd name="connsiteY134" fmla="*/ 395955 h 883034"/>
                <a:gd name="connsiteX135" fmla="*/ 846990 w 847798"/>
                <a:gd name="connsiteY135" fmla="*/ 431950 h 883034"/>
                <a:gd name="connsiteX136" fmla="*/ 840766 w 847798"/>
                <a:gd name="connsiteY136" fmla="*/ 471576 h 883034"/>
                <a:gd name="connsiteX137" fmla="*/ 829585 w 847798"/>
                <a:gd name="connsiteY137" fmla="*/ 487076 h 883034"/>
                <a:gd name="connsiteX138" fmla="*/ 451941 w 847798"/>
                <a:gd name="connsiteY138" fmla="*/ 864894 h 883034"/>
                <a:gd name="connsiteX139" fmla="*/ 417399 w 847798"/>
                <a:gd name="connsiteY139" fmla="*/ 882045 h 883034"/>
                <a:gd name="connsiteX140" fmla="*/ 367546 w 847798"/>
                <a:gd name="connsiteY140" fmla="*/ 871080 h 883034"/>
                <a:gd name="connsiteX141" fmla="*/ 358671 w 847798"/>
                <a:gd name="connsiteY141" fmla="*/ 863630 h 883034"/>
                <a:gd name="connsiteX142" fmla="*/ 117424 w 847798"/>
                <a:gd name="connsiteY142" fmla="*/ 621727 h 883034"/>
                <a:gd name="connsiteX143" fmla="*/ 118131 w 847798"/>
                <a:gd name="connsiteY143" fmla="*/ 615283 h 883034"/>
                <a:gd name="connsiteX144" fmla="*/ 118207 w 847798"/>
                <a:gd name="connsiteY144" fmla="*/ 566392 h 883034"/>
                <a:gd name="connsiteX145" fmla="*/ 119489 w 847798"/>
                <a:gd name="connsiteY145" fmla="*/ 559852 h 883034"/>
                <a:gd name="connsiteX146" fmla="*/ 389787 w 847798"/>
                <a:gd name="connsiteY146" fmla="*/ 830167 h 883034"/>
                <a:gd name="connsiteX147" fmla="*/ 422860 w 847798"/>
                <a:gd name="connsiteY147" fmla="*/ 830178 h 883034"/>
                <a:gd name="connsiteX148" fmla="*/ 767616 w 847798"/>
                <a:gd name="connsiteY148" fmla="*/ 485388 h 883034"/>
                <a:gd name="connsiteX149" fmla="*/ 795356 w 847798"/>
                <a:gd name="connsiteY149" fmla="*/ 457577 h 883034"/>
                <a:gd name="connsiteX150" fmla="*/ 801495 w 847798"/>
                <a:gd name="connsiteY150" fmla="*/ 435825 h 883034"/>
                <a:gd name="connsiteX151" fmla="*/ 793413 w 847798"/>
                <a:gd name="connsiteY151" fmla="*/ 423581 h 883034"/>
                <a:gd name="connsiteX152" fmla="*/ 425463 w 847798"/>
                <a:gd name="connsiteY152" fmla="*/ 55461 h 883034"/>
                <a:gd name="connsiteX153" fmla="*/ 423378 w 847798"/>
                <a:gd name="connsiteY153" fmla="*/ 53380 h 883034"/>
                <a:gd name="connsiteX154" fmla="*/ 389261 w 847798"/>
                <a:gd name="connsiteY154" fmla="*/ 53499 h 883034"/>
                <a:gd name="connsiteX155" fmla="*/ 121229 w 847798"/>
                <a:gd name="connsiteY155" fmla="*/ 321549 h 883034"/>
                <a:gd name="connsiteX156" fmla="*/ 117016 w 847798"/>
                <a:gd name="connsiteY156" fmla="*/ 324866 h 883034"/>
                <a:gd name="connsiteX157" fmla="*/ 116226 w 847798"/>
                <a:gd name="connsiteY157" fmla="*/ 319272 h 883034"/>
                <a:gd name="connsiteX158" fmla="*/ 116884 w 847798"/>
                <a:gd name="connsiteY158" fmla="*/ 325170 h 883034"/>
                <a:gd name="connsiteX159" fmla="*/ 108218 w 847798"/>
                <a:gd name="connsiteY159" fmla="*/ 333699 h 883034"/>
                <a:gd name="connsiteX160" fmla="*/ 107393 w 847798"/>
                <a:gd name="connsiteY160" fmla="*/ 327547 h 883034"/>
                <a:gd name="connsiteX161" fmla="*/ 108096 w 847798"/>
                <a:gd name="connsiteY161" fmla="*/ 333998 h 883034"/>
                <a:gd name="connsiteX162" fmla="*/ 101505 w 847798"/>
                <a:gd name="connsiteY162" fmla="*/ 340958 h 883034"/>
                <a:gd name="connsiteX163" fmla="*/ 100531 w 847798"/>
                <a:gd name="connsiteY163" fmla="*/ 334276 h 883034"/>
                <a:gd name="connsiteX164" fmla="*/ 101382 w 847798"/>
                <a:gd name="connsiteY164" fmla="*/ 341258 h 883034"/>
                <a:gd name="connsiteX165" fmla="*/ 88543 w 847798"/>
                <a:gd name="connsiteY165" fmla="*/ 353342 h 883034"/>
                <a:gd name="connsiteX166" fmla="*/ 87752 w 847798"/>
                <a:gd name="connsiteY166" fmla="*/ 347755 h 883034"/>
                <a:gd name="connsiteX167" fmla="*/ 88411 w 847798"/>
                <a:gd name="connsiteY167" fmla="*/ 353645 h 883034"/>
                <a:gd name="connsiteX168" fmla="*/ 81865 w 847798"/>
                <a:gd name="connsiteY168" fmla="*/ 360598 h 883034"/>
                <a:gd name="connsiteX169" fmla="*/ 80891 w 847798"/>
                <a:gd name="connsiteY169" fmla="*/ 352410 h 883034"/>
                <a:gd name="connsiteX170" fmla="*/ 80822 w 847798"/>
                <a:gd name="connsiteY170" fmla="*/ 304465 h 883034"/>
                <a:gd name="connsiteX171" fmla="*/ 80043 w 847798"/>
                <a:gd name="connsiteY171" fmla="*/ 298869 h 883034"/>
                <a:gd name="connsiteX172" fmla="*/ 86397 w 847798"/>
                <a:gd name="connsiteY172" fmla="*/ 291752 h 883034"/>
                <a:gd name="connsiteX173" fmla="*/ 87682 w 847798"/>
                <a:gd name="connsiteY173" fmla="*/ 298300 h 883034"/>
                <a:gd name="connsiteX174" fmla="*/ 86700 w 847798"/>
                <a:gd name="connsiteY174" fmla="*/ 291621 h 883034"/>
                <a:gd name="connsiteX175" fmla="*/ 99382 w 847798"/>
                <a:gd name="connsiteY175" fmla="*/ 279353 h 883034"/>
                <a:gd name="connsiteX176" fmla="*/ 100463 w 847798"/>
                <a:gd name="connsiteY176" fmla="*/ 284828 h 883034"/>
                <a:gd name="connsiteX177" fmla="*/ 99684 w 847798"/>
                <a:gd name="connsiteY177" fmla="*/ 279229 h 883034"/>
                <a:gd name="connsiteX178" fmla="*/ 105972 w 847798"/>
                <a:gd name="connsiteY178" fmla="*/ 272177 h 883034"/>
                <a:gd name="connsiteX179" fmla="*/ 107314 w 847798"/>
                <a:gd name="connsiteY179" fmla="*/ 277613 h 883034"/>
                <a:gd name="connsiteX180" fmla="*/ 106272 w 847798"/>
                <a:gd name="connsiteY180" fmla="*/ 272054 h 883034"/>
                <a:gd name="connsiteX181" fmla="*/ 114871 w 847798"/>
                <a:gd name="connsiteY181" fmla="*/ 263280 h 883034"/>
                <a:gd name="connsiteX182" fmla="*/ 116157 w 847798"/>
                <a:gd name="connsiteY182" fmla="*/ 269827 h 883034"/>
                <a:gd name="connsiteX183" fmla="*/ 115175 w 847798"/>
                <a:gd name="connsiteY183" fmla="*/ 263149 h 883034"/>
                <a:gd name="connsiteX184" fmla="*/ 118438 w 847798"/>
                <a:gd name="connsiteY184" fmla="*/ 259558 h 883034"/>
                <a:gd name="connsiteX185" fmla="*/ 356964 w 847798"/>
                <a:gd name="connsiteY185" fmla="*/ 21061 h 883034"/>
                <a:gd name="connsiteX186" fmla="*/ 410807 w 847798"/>
                <a:gd name="connsiteY186" fmla="*/ 176 h 88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847798" h="883034">
                  <a:moveTo>
                    <a:pt x="98873" y="539232"/>
                  </a:moveTo>
                  <a:cubicBezTo>
                    <a:pt x="101594" y="541894"/>
                    <a:pt x="104011" y="544428"/>
                    <a:pt x="106427" y="546962"/>
                  </a:cubicBezTo>
                  <a:lnTo>
                    <a:pt x="105449" y="553641"/>
                  </a:lnTo>
                  <a:lnTo>
                    <a:pt x="106732" y="547091"/>
                  </a:lnTo>
                  <a:cubicBezTo>
                    <a:pt x="111086" y="551387"/>
                    <a:pt x="115135" y="555554"/>
                    <a:pt x="119183" y="559720"/>
                  </a:cubicBezTo>
                  <a:cubicBezTo>
                    <a:pt x="118843" y="561944"/>
                    <a:pt x="118219" y="564166"/>
                    <a:pt x="118207" y="566392"/>
                  </a:cubicBezTo>
                  <a:cubicBezTo>
                    <a:pt x="118123" y="582689"/>
                    <a:pt x="118185" y="598986"/>
                    <a:pt x="118131" y="615283"/>
                  </a:cubicBezTo>
                  <a:cubicBezTo>
                    <a:pt x="118125" y="617204"/>
                    <a:pt x="117700" y="619123"/>
                    <a:pt x="117300" y="621424"/>
                  </a:cubicBezTo>
                  <a:cubicBezTo>
                    <a:pt x="112946" y="617739"/>
                    <a:pt x="108759" y="613672"/>
                    <a:pt x="104726" y="608995"/>
                  </a:cubicBezTo>
                  <a:cubicBezTo>
                    <a:pt x="105053" y="606621"/>
                    <a:pt x="105376" y="604857"/>
                    <a:pt x="105380" y="603091"/>
                  </a:cubicBezTo>
                  <a:lnTo>
                    <a:pt x="105448" y="553709"/>
                  </a:lnTo>
                  <a:lnTo>
                    <a:pt x="105380" y="603091"/>
                  </a:lnTo>
                  <a:cubicBezTo>
                    <a:pt x="105376" y="604857"/>
                    <a:pt x="105053" y="606621"/>
                    <a:pt x="104597" y="608690"/>
                  </a:cubicBezTo>
                  <a:cubicBezTo>
                    <a:pt x="102125" y="606923"/>
                    <a:pt x="99935" y="604851"/>
                    <a:pt x="97634" y="602012"/>
                  </a:cubicBezTo>
                  <a:cubicBezTo>
                    <a:pt x="97531" y="591604"/>
                    <a:pt x="97409" y="581960"/>
                    <a:pt x="97579" y="572322"/>
                  </a:cubicBezTo>
                  <a:cubicBezTo>
                    <a:pt x="97774" y="561246"/>
                    <a:pt x="98227" y="550175"/>
                    <a:pt x="98873" y="539232"/>
                  </a:cubicBezTo>
                  <a:close/>
                  <a:moveTo>
                    <a:pt x="58472" y="504822"/>
                  </a:moveTo>
                  <a:lnTo>
                    <a:pt x="64223" y="504822"/>
                  </a:lnTo>
                  <a:lnTo>
                    <a:pt x="65183" y="505715"/>
                  </a:lnTo>
                  <a:lnTo>
                    <a:pt x="64204" y="512394"/>
                  </a:lnTo>
                  <a:lnTo>
                    <a:pt x="65488" y="505840"/>
                  </a:lnTo>
                  <a:cubicBezTo>
                    <a:pt x="67905" y="508198"/>
                    <a:pt x="70018" y="510430"/>
                    <a:pt x="72130" y="512662"/>
                  </a:cubicBezTo>
                  <a:cubicBezTo>
                    <a:pt x="71763" y="514512"/>
                    <a:pt x="71087" y="516360"/>
                    <a:pt x="71078" y="518212"/>
                  </a:cubicBezTo>
                  <a:cubicBezTo>
                    <a:pt x="71087" y="516361"/>
                    <a:pt x="71763" y="514512"/>
                    <a:pt x="72430" y="512782"/>
                  </a:cubicBezTo>
                  <a:cubicBezTo>
                    <a:pt x="74797" y="515089"/>
                    <a:pt x="76864" y="517276"/>
                    <a:pt x="78931" y="519464"/>
                  </a:cubicBezTo>
                  <a:lnTo>
                    <a:pt x="77952" y="526134"/>
                  </a:lnTo>
                  <a:lnTo>
                    <a:pt x="79237" y="519591"/>
                  </a:lnTo>
                  <a:cubicBezTo>
                    <a:pt x="83918" y="524215"/>
                    <a:pt x="88293" y="528712"/>
                    <a:pt x="92503" y="533592"/>
                  </a:cubicBezTo>
                  <a:cubicBezTo>
                    <a:pt x="92108" y="535899"/>
                    <a:pt x="91683" y="537821"/>
                    <a:pt x="91677" y="539744"/>
                  </a:cubicBezTo>
                  <a:cubicBezTo>
                    <a:pt x="91683" y="537821"/>
                    <a:pt x="92108" y="535899"/>
                    <a:pt x="92806" y="533718"/>
                  </a:cubicBezTo>
                  <a:cubicBezTo>
                    <a:pt x="95038" y="535340"/>
                    <a:pt x="96803" y="537221"/>
                    <a:pt x="98568" y="539103"/>
                  </a:cubicBezTo>
                  <a:cubicBezTo>
                    <a:pt x="98227" y="550175"/>
                    <a:pt x="97774" y="561246"/>
                    <a:pt x="97579" y="572322"/>
                  </a:cubicBezTo>
                  <a:cubicBezTo>
                    <a:pt x="97409" y="581960"/>
                    <a:pt x="97531" y="591604"/>
                    <a:pt x="97514" y="601712"/>
                  </a:cubicBezTo>
                  <a:cubicBezTo>
                    <a:pt x="95274" y="600068"/>
                    <a:pt x="93044" y="597956"/>
                    <a:pt x="90689" y="595540"/>
                  </a:cubicBezTo>
                  <a:cubicBezTo>
                    <a:pt x="90924" y="593380"/>
                    <a:pt x="91590" y="591528"/>
                    <a:pt x="91599" y="589671"/>
                  </a:cubicBezTo>
                  <a:cubicBezTo>
                    <a:pt x="91589" y="591528"/>
                    <a:pt x="90924" y="593380"/>
                    <a:pt x="90562" y="595235"/>
                  </a:cubicBezTo>
                  <a:cubicBezTo>
                    <a:pt x="86081" y="590877"/>
                    <a:pt x="81599" y="586520"/>
                    <a:pt x="77164" y="581476"/>
                  </a:cubicBezTo>
                  <a:lnTo>
                    <a:pt x="77875" y="575031"/>
                  </a:lnTo>
                  <a:lnTo>
                    <a:pt x="77043" y="581173"/>
                  </a:lnTo>
                  <a:cubicBezTo>
                    <a:pt x="74666" y="579467"/>
                    <a:pt x="72456" y="577377"/>
                    <a:pt x="70195" y="574574"/>
                  </a:cubicBezTo>
                  <a:cubicBezTo>
                    <a:pt x="70440" y="571617"/>
                    <a:pt x="70980" y="569375"/>
                    <a:pt x="70990" y="567130"/>
                  </a:cubicBezTo>
                  <a:cubicBezTo>
                    <a:pt x="70980" y="569375"/>
                    <a:pt x="70440" y="571617"/>
                    <a:pt x="70075" y="574273"/>
                  </a:cubicBezTo>
                  <a:cubicBezTo>
                    <a:pt x="67776" y="572577"/>
                    <a:pt x="65547" y="570468"/>
                    <a:pt x="63475" y="567750"/>
                  </a:cubicBezTo>
                  <a:cubicBezTo>
                    <a:pt x="63807" y="565377"/>
                    <a:pt x="64131" y="563612"/>
                    <a:pt x="64135" y="561847"/>
                  </a:cubicBezTo>
                  <a:cubicBezTo>
                    <a:pt x="64131" y="563612"/>
                    <a:pt x="63807" y="565377"/>
                    <a:pt x="63350" y="567446"/>
                  </a:cubicBezTo>
                  <a:cubicBezTo>
                    <a:pt x="61202" y="566005"/>
                    <a:pt x="59336" y="564259"/>
                    <a:pt x="57355" y="562214"/>
                  </a:cubicBezTo>
                  <a:cubicBezTo>
                    <a:pt x="57580" y="559184"/>
                    <a:pt x="58196" y="556457"/>
                    <a:pt x="58212" y="553725"/>
                  </a:cubicBezTo>
                  <a:cubicBezTo>
                    <a:pt x="58305" y="537746"/>
                    <a:pt x="58241" y="521765"/>
                    <a:pt x="58281" y="505785"/>
                  </a:cubicBezTo>
                  <a:close/>
                  <a:moveTo>
                    <a:pt x="36670" y="504822"/>
                  </a:moveTo>
                  <a:lnTo>
                    <a:pt x="42947" y="504822"/>
                  </a:lnTo>
                  <a:lnTo>
                    <a:pt x="42592" y="516352"/>
                  </a:lnTo>
                  <a:lnTo>
                    <a:pt x="43058" y="504822"/>
                  </a:lnTo>
                  <a:lnTo>
                    <a:pt x="58416" y="504822"/>
                  </a:lnTo>
                  <a:lnTo>
                    <a:pt x="58281" y="505784"/>
                  </a:lnTo>
                  <a:cubicBezTo>
                    <a:pt x="58241" y="521765"/>
                    <a:pt x="58305" y="537746"/>
                    <a:pt x="58212" y="553725"/>
                  </a:cubicBezTo>
                  <a:cubicBezTo>
                    <a:pt x="58196" y="556456"/>
                    <a:pt x="57580" y="559184"/>
                    <a:pt x="57241" y="561913"/>
                  </a:cubicBezTo>
                  <a:cubicBezTo>
                    <a:pt x="52410" y="557210"/>
                    <a:pt x="47579" y="552507"/>
                    <a:pt x="42641" y="547032"/>
                  </a:cubicBezTo>
                  <a:lnTo>
                    <a:pt x="42592" y="516353"/>
                  </a:lnTo>
                  <a:cubicBezTo>
                    <a:pt x="42419" y="526319"/>
                    <a:pt x="42542" y="536291"/>
                    <a:pt x="42523" y="546729"/>
                  </a:cubicBezTo>
                  <a:cubicBezTo>
                    <a:pt x="40294" y="545101"/>
                    <a:pt x="38077" y="543006"/>
                    <a:pt x="35910" y="540224"/>
                  </a:cubicBezTo>
                  <a:cubicBezTo>
                    <a:pt x="36192" y="537618"/>
                    <a:pt x="36618" y="535698"/>
                    <a:pt x="36625" y="533778"/>
                  </a:cubicBezTo>
                  <a:close/>
                  <a:moveTo>
                    <a:pt x="21904" y="504822"/>
                  </a:moveTo>
                  <a:lnTo>
                    <a:pt x="36669" y="504822"/>
                  </a:lnTo>
                  <a:lnTo>
                    <a:pt x="36625" y="533778"/>
                  </a:lnTo>
                  <a:cubicBezTo>
                    <a:pt x="36618" y="535698"/>
                    <a:pt x="36192" y="537618"/>
                    <a:pt x="35794" y="539920"/>
                  </a:cubicBezTo>
                  <a:cubicBezTo>
                    <a:pt x="33743" y="538542"/>
                    <a:pt x="31858" y="536781"/>
                    <a:pt x="29859" y="534719"/>
                  </a:cubicBezTo>
                  <a:lnTo>
                    <a:pt x="30715" y="526239"/>
                  </a:lnTo>
                  <a:lnTo>
                    <a:pt x="29745" y="534418"/>
                  </a:lnTo>
                  <a:cubicBezTo>
                    <a:pt x="26874" y="531674"/>
                    <a:pt x="24003" y="528931"/>
                    <a:pt x="21181" y="525500"/>
                  </a:cubicBezTo>
                  <a:cubicBezTo>
                    <a:pt x="21462" y="522892"/>
                    <a:pt x="21889" y="520973"/>
                    <a:pt x="21896" y="519053"/>
                  </a:cubicBezTo>
                  <a:close/>
                  <a:moveTo>
                    <a:pt x="12090" y="504822"/>
                  </a:moveTo>
                  <a:lnTo>
                    <a:pt x="21760" y="504822"/>
                  </a:lnTo>
                  <a:lnTo>
                    <a:pt x="21896" y="519053"/>
                  </a:lnTo>
                  <a:cubicBezTo>
                    <a:pt x="21889" y="520973"/>
                    <a:pt x="21462" y="522892"/>
                    <a:pt x="21063" y="525195"/>
                  </a:cubicBezTo>
                  <a:cubicBezTo>
                    <a:pt x="17685" y="522492"/>
                    <a:pt x="14473" y="519406"/>
                    <a:pt x="11422" y="515708"/>
                  </a:cubicBezTo>
                  <a:cubicBezTo>
                    <a:pt x="11758" y="513496"/>
                    <a:pt x="12083" y="511895"/>
                    <a:pt x="12088" y="510293"/>
                  </a:cubicBezTo>
                  <a:close/>
                  <a:moveTo>
                    <a:pt x="2764" y="504822"/>
                  </a:moveTo>
                  <a:lnTo>
                    <a:pt x="12021" y="504822"/>
                  </a:lnTo>
                  <a:lnTo>
                    <a:pt x="12088" y="510293"/>
                  </a:lnTo>
                  <a:cubicBezTo>
                    <a:pt x="12083" y="511895"/>
                    <a:pt x="11758" y="513496"/>
                    <a:pt x="11299" y="515400"/>
                  </a:cubicBezTo>
                  <a:cubicBezTo>
                    <a:pt x="8167" y="512979"/>
                    <a:pt x="5319" y="510255"/>
                    <a:pt x="2521" y="506843"/>
                  </a:cubicBezTo>
                  <a:close/>
                  <a:moveTo>
                    <a:pt x="538" y="504822"/>
                  </a:moveTo>
                  <a:lnTo>
                    <a:pt x="2658" y="504822"/>
                  </a:lnTo>
                  <a:lnTo>
                    <a:pt x="2406" y="506537"/>
                  </a:lnTo>
                  <a:close/>
                  <a:moveTo>
                    <a:pt x="3901" y="374245"/>
                  </a:moveTo>
                  <a:lnTo>
                    <a:pt x="3941" y="378212"/>
                  </a:lnTo>
                  <a:lnTo>
                    <a:pt x="0" y="378212"/>
                  </a:lnTo>
                  <a:close/>
                  <a:moveTo>
                    <a:pt x="14704" y="363443"/>
                  </a:moveTo>
                  <a:lnTo>
                    <a:pt x="14817" y="378212"/>
                  </a:lnTo>
                  <a:lnTo>
                    <a:pt x="4266" y="378212"/>
                  </a:lnTo>
                  <a:lnTo>
                    <a:pt x="4208" y="374118"/>
                  </a:lnTo>
                  <a:cubicBezTo>
                    <a:pt x="7604" y="370602"/>
                    <a:pt x="11001" y="367086"/>
                    <a:pt x="14704" y="363443"/>
                  </a:cubicBezTo>
                  <a:close/>
                  <a:moveTo>
                    <a:pt x="55191" y="323539"/>
                  </a:moveTo>
                  <a:cubicBezTo>
                    <a:pt x="55949" y="325485"/>
                    <a:pt x="56271" y="327250"/>
                    <a:pt x="56275" y="329015"/>
                  </a:cubicBezTo>
                  <a:lnTo>
                    <a:pt x="56343" y="378212"/>
                  </a:lnTo>
                  <a:lnTo>
                    <a:pt x="46508" y="378212"/>
                  </a:lnTo>
                  <a:lnTo>
                    <a:pt x="15170" y="378212"/>
                  </a:lnTo>
                  <a:lnTo>
                    <a:pt x="15011" y="363315"/>
                  </a:lnTo>
                  <a:cubicBezTo>
                    <a:pt x="18408" y="359799"/>
                    <a:pt x="21805" y="356283"/>
                    <a:pt x="25578" y="353051"/>
                  </a:cubicBezTo>
                  <a:cubicBezTo>
                    <a:pt x="26247" y="355573"/>
                    <a:pt x="26782" y="357809"/>
                    <a:pt x="26795" y="360049"/>
                  </a:cubicBezTo>
                  <a:cubicBezTo>
                    <a:pt x="26782" y="357809"/>
                    <a:pt x="26247" y="355573"/>
                    <a:pt x="25884" y="352923"/>
                  </a:cubicBezTo>
                  <a:cubicBezTo>
                    <a:pt x="28535" y="349668"/>
                    <a:pt x="31256" y="346827"/>
                    <a:pt x="34278" y="343864"/>
                  </a:cubicBezTo>
                  <a:cubicBezTo>
                    <a:pt x="34945" y="345595"/>
                    <a:pt x="35618" y="347446"/>
                    <a:pt x="35627" y="349301"/>
                  </a:cubicBezTo>
                  <a:cubicBezTo>
                    <a:pt x="35618" y="347446"/>
                    <a:pt x="34945" y="345595"/>
                    <a:pt x="34581" y="343742"/>
                  </a:cubicBezTo>
                  <a:cubicBezTo>
                    <a:pt x="38000" y="340205"/>
                    <a:pt x="41420" y="336669"/>
                    <a:pt x="45311" y="333386"/>
                  </a:cubicBezTo>
                  <a:cubicBezTo>
                    <a:pt x="46014" y="335563"/>
                    <a:pt x="46440" y="337485"/>
                    <a:pt x="46446" y="339408"/>
                  </a:cubicBezTo>
                  <a:cubicBezTo>
                    <a:pt x="46440" y="337485"/>
                    <a:pt x="46014" y="335563"/>
                    <a:pt x="45617" y="333257"/>
                  </a:cubicBezTo>
                  <a:cubicBezTo>
                    <a:pt x="48503" y="329702"/>
                    <a:pt x="51555" y="326530"/>
                    <a:pt x="55191" y="323539"/>
                  </a:cubicBezTo>
                  <a:close/>
                  <a:moveTo>
                    <a:pt x="64952" y="313747"/>
                  </a:moveTo>
                  <a:cubicBezTo>
                    <a:pt x="65655" y="315922"/>
                    <a:pt x="66081" y="317844"/>
                    <a:pt x="66087" y="319767"/>
                  </a:cubicBezTo>
                  <a:cubicBezTo>
                    <a:pt x="66140" y="336410"/>
                    <a:pt x="66083" y="353053"/>
                    <a:pt x="66166" y="369695"/>
                  </a:cubicBezTo>
                  <a:cubicBezTo>
                    <a:pt x="66175" y="371549"/>
                    <a:pt x="66848" y="373400"/>
                    <a:pt x="67084" y="375557"/>
                  </a:cubicBezTo>
                  <a:lnTo>
                    <a:pt x="64380" y="378212"/>
                  </a:lnTo>
                  <a:lnTo>
                    <a:pt x="56343" y="378212"/>
                  </a:lnTo>
                  <a:lnTo>
                    <a:pt x="56275" y="329015"/>
                  </a:lnTo>
                  <a:cubicBezTo>
                    <a:pt x="56271" y="327250"/>
                    <a:pt x="55949" y="325485"/>
                    <a:pt x="55494" y="323416"/>
                  </a:cubicBezTo>
                  <a:cubicBezTo>
                    <a:pt x="58302" y="319906"/>
                    <a:pt x="61391" y="316699"/>
                    <a:pt x="64952" y="313747"/>
                  </a:cubicBezTo>
                  <a:close/>
                  <a:moveTo>
                    <a:pt x="79743" y="298992"/>
                  </a:moveTo>
                  <a:cubicBezTo>
                    <a:pt x="80498" y="300937"/>
                    <a:pt x="80818" y="302700"/>
                    <a:pt x="80822" y="304465"/>
                  </a:cubicBezTo>
                  <a:cubicBezTo>
                    <a:pt x="80861" y="320447"/>
                    <a:pt x="80797" y="336429"/>
                    <a:pt x="80891" y="352410"/>
                  </a:cubicBezTo>
                  <a:cubicBezTo>
                    <a:pt x="80907" y="355141"/>
                    <a:pt x="81525" y="357869"/>
                    <a:pt x="81743" y="360898"/>
                  </a:cubicBezTo>
                  <a:cubicBezTo>
                    <a:pt x="79412" y="363288"/>
                    <a:pt x="77202" y="365379"/>
                    <a:pt x="74993" y="367470"/>
                  </a:cubicBezTo>
                  <a:lnTo>
                    <a:pt x="74019" y="359282"/>
                  </a:lnTo>
                  <a:lnTo>
                    <a:pt x="74872" y="367771"/>
                  </a:lnTo>
                  <a:cubicBezTo>
                    <a:pt x="72239" y="370465"/>
                    <a:pt x="69726" y="372858"/>
                    <a:pt x="67214" y="375251"/>
                  </a:cubicBezTo>
                  <a:cubicBezTo>
                    <a:pt x="66848" y="373399"/>
                    <a:pt x="66175" y="371549"/>
                    <a:pt x="66166" y="369695"/>
                  </a:cubicBezTo>
                  <a:cubicBezTo>
                    <a:pt x="66083" y="353053"/>
                    <a:pt x="66140" y="336410"/>
                    <a:pt x="66087" y="319767"/>
                  </a:cubicBezTo>
                  <a:cubicBezTo>
                    <a:pt x="66081" y="317844"/>
                    <a:pt x="65655" y="315922"/>
                    <a:pt x="65257" y="313617"/>
                  </a:cubicBezTo>
                  <a:cubicBezTo>
                    <a:pt x="67489" y="310716"/>
                    <a:pt x="69888" y="308199"/>
                    <a:pt x="72869" y="305864"/>
                  </a:cubicBezTo>
                  <a:lnTo>
                    <a:pt x="73951" y="311337"/>
                  </a:lnTo>
                  <a:lnTo>
                    <a:pt x="73171" y="305743"/>
                  </a:lnTo>
                  <a:cubicBezTo>
                    <a:pt x="74981" y="303229"/>
                    <a:pt x="77071" y="301020"/>
                    <a:pt x="79743" y="298992"/>
                  </a:cubicBezTo>
                  <a:close/>
                  <a:moveTo>
                    <a:pt x="410807" y="176"/>
                  </a:moveTo>
                  <a:cubicBezTo>
                    <a:pt x="426517" y="1255"/>
                    <a:pt x="440662" y="6857"/>
                    <a:pt x="452008" y="18198"/>
                  </a:cubicBezTo>
                  <a:cubicBezTo>
                    <a:pt x="577940" y="144087"/>
                    <a:pt x="703863" y="269984"/>
                    <a:pt x="829712" y="395955"/>
                  </a:cubicBezTo>
                  <a:cubicBezTo>
                    <a:pt x="839584" y="405836"/>
                    <a:pt x="844819" y="418068"/>
                    <a:pt x="846990" y="431950"/>
                  </a:cubicBezTo>
                  <a:cubicBezTo>
                    <a:pt x="849185" y="445982"/>
                    <a:pt x="846843" y="459143"/>
                    <a:pt x="840766" y="471576"/>
                  </a:cubicBezTo>
                  <a:cubicBezTo>
                    <a:pt x="838003" y="477229"/>
                    <a:pt x="834043" y="482611"/>
                    <a:pt x="829585" y="487076"/>
                  </a:cubicBezTo>
                  <a:cubicBezTo>
                    <a:pt x="703785" y="613097"/>
                    <a:pt x="577854" y="738986"/>
                    <a:pt x="451941" y="864894"/>
                  </a:cubicBezTo>
                  <a:cubicBezTo>
                    <a:pt x="442353" y="874481"/>
                    <a:pt x="430759" y="879809"/>
                    <a:pt x="417399" y="882045"/>
                  </a:cubicBezTo>
                  <a:cubicBezTo>
                    <a:pt x="399204" y="885090"/>
                    <a:pt x="382742" y="881017"/>
                    <a:pt x="367546" y="871080"/>
                  </a:cubicBezTo>
                  <a:cubicBezTo>
                    <a:pt x="364333" y="868980"/>
                    <a:pt x="361397" y="866353"/>
                    <a:pt x="358671" y="863630"/>
                  </a:cubicBezTo>
                  <a:cubicBezTo>
                    <a:pt x="278214" y="783250"/>
                    <a:pt x="197800" y="702827"/>
                    <a:pt x="117424" y="621727"/>
                  </a:cubicBezTo>
                  <a:cubicBezTo>
                    <a:pt x="117699" y="619123"/>
                    <a:pt x="118125" y="617204"/>
                    <a:pt x="118131" y="615283"/>
                  </a:cubicBezTo>
                  <a:cubicBezTo>
                    <a:pt x="118185" y="598986"/>
                    <a:pt x="118123" y="582689"/>
                    <a:pt x="118207" y="566392"/>
                  </a:cubicBezTo>
                  <a:cubicBezTo>
                    <a:pt x="118219" y="564167"/>
                    <a:pt x="118843" y="561944"/>
                    <a:pt x="119489" y="559852"/>
                  </a:cubicBezTo>
                  <a:cubicBezTo>
                    <a:pt x="209823" y="650014"/>
                    <a:pt x="299919" y="739977"/>
                    <a:pt x="389787" y="830167"/>
                  </a:cubicBezTo>
                  <a:cubicBezTo>
                    <a:pt x="400302" y="840720"/>
                    <a:pt x="413578" y="839464"/>
                    <a:pt x="422860" y="830178"/>
                  </a:cubicBezTo>
                  <a:cubicBezTo>
                    <a:pt x="537758" y="715228"/>
                    <a:pt x="652691" y="600312"/>
                    <a:pt x="767616" y="485388"/>
                  </a:cubicBezTo>
                  <a:cubicBezTo>
                    <a:pt x="776874" y="476129"/>
                    <a:pt x="786248" y="466982"/>
                    <a:pt x="795356" y="457577"/>
                  </a:cubicBezTo>
                  <a:cubicBezTo>
                    <a:pt x="801221" y="451520"/>
                    <a:pt x="804720" y="444223"/>
                    <a:pt x="801495" y="435825"/>
                  </a:cubicBezTo>
                  <a:cubicBezTo>
                    <a:pt x="799777" y="431351"/>
                    <a:pt x="796817" y="426991"/>
                    <a:pt x="793413" y="423581"/>
                  </a:cubicBezTo>
                  <a:cubicBezTo>
                    <a:pt x="670837" y="300801"/>
                    <a:pt x="548142" y="178139"/>
                    <a:pt x="425463" y="55461"/>
                  </a:cubicBezTo>
                  <a:cubicBezTo>
                    <a:pt x="424769" y="54766"/>
                    <a:pt x="424090" y="54056"/>
                    <a:pt x="423378" y="53380"/>
                  </a:cubicBezTo>
                  <a:cubicBezTo>
                    <a:pt x="412559" y="43112"/>
                    <a:pt x="400727" y="42024"/>
                    <a:pt x="389261" y="53499"/>
                  </a:cubicBezTo>
                  <a:cubicBezTo>
                    <a:pt x="299949" y="142881"/>
                    <a:pt x="210585" y="232211"/>
                    <a:pt x="121229" y="321549"/>
                  </a:cubicBezTo>
                  <a:cubicBezTo>
                    <a:pt x="119971" y="322807"/>
                    <a:pt x="118612" y="323963"/>
                    <a:pt x="117016" y="324866"/>
                  </a:cubicBezTo>
                  <a:cubicBezTo>
                    <a:pt x="116556" y="322801"/>
                    <a:pt x="116230" y="321037"/>
                    <a:pt x="116226" y="319272"/>
                  </a:cubicBezTo>
                  <a:cubicBezTo>
                    <a:pt x="116230" y="321037"/>
                    <a:pt x="116556" y="322801"/>
                    <a:pt x="116884" y="325170"/>
                  </a:cubicBezTo>
                  <a:cubicBezTo>
                    <a:pt x="114151" y="328545"/>
                    <a:pt x="111267" y="331314"/>
                    <a:pt x="108218" y="333699"/>
                  </a:cubicBezTo>
                  <a:lnTo>
                    <a:pt x="107393" y="327547"/>
                  </a:lnTo>
                  <a:lnTo>
                    <a:pt x="108096" y="333998"/>
                  </a:lnTo>
                  <a:cubicBezTo>
                    <a:pt x="105926" y="336773"/>
                    <a:pt x="103716" y="338866"/>
                    <a:pt x="101505" y="340958"/>
                  </a:cubicBezTo>
                  <a:cubicBezTo>
                    <a:pt x="101165" y="338731"/>
                    <a:pt x="100542" y="336505"/>
                    <a:pt x="100531" y="334276"/>
                  </a:cubicBezTo>
                  <a:cubicBezTo>
                    <a:pt x="100542" y="336505"/>
                    <a:pt x="101165" y="338731"/>
                    <a:pt x="101382" y="341258"/>
                  </a:cubicBezTo>
                  <a:cubicBezTo>
                    <a:pt x="97115" y="345587"/>
                    <a:pt x="92971" y="349614"/>
                    <a:pt x="88543" y="353342"/>
                  </a:cubicBezTo>
                  <a:lnTo>
                    <a:pt x="87752" y="347755"/>
                  </a:lnTo>
                  <a:lnTo>
                    <a:pt x="88411" y="353645"/>
                  </a:lnTo>
                  <a:cubicBezTo>
                    <a:pt x="86331" y="356365"/>
                    <a:pt x="84098" y="358482"/>
                    <a:pt x="81865" y="360598"/>
                  </a:cubicBezTo>
                  <a:cubicBezTo>
                    <a:pt x="81525" y="357869"/>
                    <a:pt x="80907" y="355141"/>
                    <a:pt x="80891" y="352410"/>
                  </a:cubicBezTo>
                  <a:cubicBezTo>
                    <a:pt x="80797" y="336429"/>
                    <a:pt x="80861" y="320447"/>
                    <a:pt x="80822" y="304465"/>
                  </a:cubicBezTo>
                  <a:cubicBezTo>
                    <a:pt x="80818" y="302700"/>
                    <a:pt x="80498" y="300937"/>
                    <a:pt x="80043" y="298869"/>
                  </a:cubicBezTo>
                  <a:cubicBezTo>
                    <a:pt x="81873" y="296338"/>
                    <a:pt x="83983" y="294110"/>
                    <a:pt x="86397" y="291752"/>
                  </a:cubicBezTo>
                  <a:lnTo>
                    <a:pt x="87682" y="298300"/>
                  </a:lnTo>
                  <a:lnTo>
                    <a:pt x="86700" y="291621"/>
                  </a:lnTo>
                  <a:cubicBezTo>
                    <a:pt x="90733" y="287472"/>
                    <a:pt x="94766" y="283323"/>
                    <a:pt x="99382" y="279353"/>
                  </a:cubicBezTo>
                  <a:cubicBezTo>
                    <a:pt x="100139" y="281298"/>
                    <a:pt x="100459" y="283062"/>
                    <a:pt x="100463" y="284828"/>
                  </a:cubicBezTo>
                  <a:cubicBezTo>
                    <a:pt x="100459" y="283062"/>
                    <a:pt x="100139" y="281298"/>
                    <a:pt x="99684" y="279229"/>
                  </a:cubicBezTo>
                  <a:cubicBezTo>
                    <a:pt x="101493" y="276717"/>
                    <a:pt x="103583" y="274508"/>
                    <a:pt x="105972" y="272177"/>
                  </a:cubicBezTo>
                  <a:lnTo>
                    <a:pt x="107314" y="277613"/>
                  </a:lnTo>
                  <a:lnTo>
                    <a:pt x="106272" y="272054"/>
                  </a:lnTo>
                  <a:cubicBezTo>
                    <a:pt x="109037" y="269173"/>
                    <a:pt x="111802" y="266292"/>
                    <a:pt x="114871" y="263280"/>
                  </a:cubicBezTo>
                  <a:cubicBezTo>
                    <a:pt x="115518" y="265375"/>
                    <a:pt x="116146" y="267599"/>
                    <a:pt x="116157" y="269827"/>
                  </a:cubicBezTo>
                  <a:cubicBezTo>
                    <a:pt x="116146" y="267599"/>
                    <a:pt x="115518" y="265375"/>
                    <a:pt x="115175" y="263149"/>
                  </a:cubicBezTo>
                  <a:cubicBezTo>
                    <a:pt x="116261" y="261950"/>
                    <a:pt x="117296" y="260700"/>
                    <a:pt x="118438" y="259558"/>
                  </a:cubicBezTo>
                  <a:cubicBezTo>
                    <a:pt x="197935" y="180047"/>
                    <a:pt x="277418" y="100523"/>
                    <a:pt x="356964" y="21061"/>
                  </a:cubicBezTo>
                  <a:cubicBezTo>
                    <a:pt x="371792" y="6249"/>
                    <a:pt x="389769" y="-1269"/>
                    <a:pt x="410807" y="176"/>
                  </a:cubicBezTo>
                  <a:close/>
                </a:path>
              </a:pathLst>
            </a:custGeom>
            <a:grpFill/>
            <a:ln w="6350" cap="flat">
              <a:noFill/>
              <a:prstDash val="solid"/>
              <a:miter/>
            </a:ln>
          </p:spPr>
          <p:txBody>
            <a:bodyPr wrap="square" rtlCol="0" anchor="ctr">
              <a:noAutofit/>
            </a:bodyPr>
            <a:lstStyle/>
            <a:p>
              <a:endParaRPr lang="en-US"/>
            </a:p>
          </p:txBody>
        </p:sp>
        <p:sp>
          <p:nvSpPr>
            <p:cNvPr id="2180" name="Freeform: Shape 2179">
              <a:extLst>
                <a:ext uri="{FF2B5EF4-FFF2-40B4-BE49-F238E27FC236}">
                  <a16:creationId xmlns:a16="http://schemas.microsoft.com/office/drawing/2014/main" id="{6A7D88BD-924D-FBA9-40F1-2816B2EBDE43}"/>
                </a:ext>
                <a:ext uri="{C183D7F6-B498-43B3-948B-1728B52AA6E4}">
                  <adec:decorative xmlns:adec="http://schemas.microsoft.com/office/drawing/2017/decorative" val="1"/>
                </a:ext>
              </a:extLst>
            </p:cNvPr>
            <p:cNvSpPr/>
            <p:nvPr/>
          </p:nvSpPr>
          <p:spPr>
            <a:xfrm>
              <a:off x="7356618" y="4411298"/>
              <a:ext cx="302059" cy="274866"/>
            </a:xfrm>
            <a:custGeom>
              <a:avLst/>
              <a:gdLst>
                <a:gd name="connsiteX0" fmla="*/ 0 w 4530893"/>
                <a:gd name="connsiteY0" fmla="*/ 2147496 h 4122991"/>
                <a:gd name="connsiteX1" fmla="*/ 516201 w 4530893"/>
                <a:gd name="connsiteY1" fmla="*/ 2147496 h 4122991"/>
                <a:gd name="connsiteX2" fmla="*/ 516201 w 4530893"/>
                <a:gd name="connsiteY2" fmla="*/ 2663698 h 4122991"/>
                <a:gd name="connsiteX3" fmla="*/ 0 w 4530893"/>
                <a:gd name="connsiteY3" fmla="*/ 2663698 h 4122991"/>
                <a:gd name="connsiteX4" fmla="*/ 3472716 w 4530893"/>
                <a:gd name="connsiteY4" fmla="*/ 582 h 4122991"/>
                <a:gd name="connsiteX5" fmla="*/ 3553215 w 4530893"/>
                <a:gd name="connsiteY5" fmla="*/ 32280 h 4122991"/>
                <a:gd name="connsiteX6" fmla="*/ 3599398 w 4530893"/>
                <a:gd name="connsiteY6" fmla="*/ 220735 h 4122991"/>
                <a:gd name="connsiteX7" fmla="*/ 3552717 w 4530893"/>
                <a:gd name="connsiteY7" fmla="*/ 282473 h 4122991"/>
                <a:gd name="connsiteX8" fmla="*/ 3539945 w 4530893"/>
                <a:gd name="connsiteY8" fmla="*/ 314900 h 4122991"/>
                <a:gd name="connsiteX9" fmla="*/ 3540265 w 4530893"/>
                <a:gd name="connsiteY9" fmla="*/ 680950 h 4122991"/>
                <a:gd name="connsiteX10" fmla="*/ 3559833 w 4530893"/>
                <a:gd name="connsiteY10" fmla="*/ 731517 h 4122991"/>
                <a:gd name="connsiteX11" fmla="*/ 3806423 w 4530893"/>
                <a:gd name="connsiteY11" fmla="*/ 1185617 h 4122991"/>
                <a:gd name="connsiteX12" fmla="*/ 3941691 w 4530893"/>
                <a:gd name="connsiteY12" fmla="*/ 1667934 h 4122991"/>
                <a:gd name="connsiteX13" fmla="*/ 3966174 w 4530893"/>
                <a:gd name="connsiteY13" fmla="*/ 1888493 h 4122991"/>
                <a:gd name="connsiteX14" fmla="*/ 3980319 w 4530893"/>
                <a:gd name="connsiteY14" fmla="*/ 2114496 h 4122991"/>
                <a:gd name="connsiteX15" fmla="*/ 3950993 w 4530893"/>
                <a:gd name="connsiteY15" fmla="*/ 2513232 h 4122991"/>
                <a:gd name="connsiteX16" fmla="*/ 3929458 w 4530893"/>
                <a:gd name="connsiteY16" fmla="*/ 2672984 h 4122991"/>
                <a:gd name="connsiteX17" fmla="*/ 3943520 w 4530893"/>
                <a:gd name="connsiteY17" fmla="*/ 2708721 h 4122991"/>
                <a:gd name="connsiteX18" fmla="*/ 4369775 w 4530893"/>
                <a:gd name="connsiteY18" fmla="*/ 2992922 h 4122991"/>
                <a:gd name="connsiteX19" fmla="*/ 4369775 w 4530893"/>
                <a:gd name="connsiteY19" fmla="*/ 2442127 h 4122991"/>
                <a:gd name="connsiteX20" fmla="*/ 4530893 w 4530893"/>
                <a:gd name="connsiteY20" fmla="*/ 2442127 h 4122991"/>
                <a:gd name="connsiteX21" fmla="*/ 4530893 w 4530893"/>
                <a:gd name="connsiteY21" fmla="*/ 2645724 h 4122991"/>
                <a:gd name="connsiteX22" fmla="*/ 4530893 w 4530893"/>
                <a:gd name="connsiteY22" fmla="*/ 4122991 h 4122991"/>
                <a:gd name="connsiteX23" fmla="*/ 4370725 w 4530893"/>
                <a:gd name="connsiteY23" fmla="*/ 4122991 h 4122991"/>
                <a:gd name="connsiteX24" fmla="*/ 4370725 w 4530893"/>
                <a:gd name="connsiteY24" fmla="*/ 4083552 h 4122991"/>
                <a:gd name="connsiteX25" fmla="*/ 4371241 w 4530893"/>
                <a:gd name="connsiteY25" fmla="*/ 3770876 h 4122991"/>
                <a:gd name="connsiteX26" fmla="*/ 4338093 w 4530893"/>
                <a:gd name="connsiteY26" fmla="*/ 3726895 h 4122991"/>
                <a:gd name="connsiteX27" fmla="*/ 3732823 w 4530893"/>
                <a:gd name="connsiteY27" fmla="*/ 3528369 h 4122991"/>
                <a:gd name="connsiteX28" fmla="*/ 3683558 w 4530893"/>
                <a:gd name="connsiteY28" fmla="*/ 3515050 h 4122991"/>
                <a:gd name="connsiteX29" fmla="*/ 3464205 w 4530893"/>
                <a:gd name="connsiteY29" fmla="*/ 3975564 h 4122991"/>
                <a:gd name="connsiteX30" fmla="*/ 3452046 w 4530893"/>
                <a:gd name="connsiteY30" fmla="*/ 3973222 h 4122991"/>
                <a:gd name="connsiteX31" fmla="*/ 3326808 w 4530893"/>
                <a:gd name="connsiteY31" fmla="*/ 3721781 h 4122991"/>
                <a:gd name="connsiteX32" fmla="*/ 3247172 w 4530893"/>
                <a:gd name="connsiteY32" fmla="*/ 3539686 h 4122991"/>
                <a:gd name="connsiteX33" fmla="*/ 3199974 w 4530893"/>
                <a:gd name="connsiteY33" fmla="*/ 3522303 h 4122991"/>
                <a:gd name="connsiteX34" fmla="*/ 2630758 w 4530893"/>
                <a:gd name="connsiteY34" fmla="*/ 3710404 h 4122991"/>
                <a:gd name="connsiteX35" fmla="*/ 2547854 w 4530893"/>
                <a:gd name="connsiteY35" fmla="*/ 3826089 h 4122991"/>
                <a:gd name="connsiteX36" fmla="*/ 2547854 w 4530893"/>
                <a:gd name="connsiteY36" fmla="*/ 4122381 h 4122991"/>
                <a:gd name="connsiteX37" fmla="*/ 2390008 w 4530893"/>
                <a:gd name="connsiteY37" fmla="*/ 4122381 h 4122991"/>
                <a:gd name="connsiteX38" fmla="*/ 2390008 w 4530893"/>
                <a:gd name="connsiteY38" fmla="*/ 2442838 h 4122991"/>
                <a:gd name="connsiteX39" fmla="*/ 2546310 w 4530893"/>
                <a:gd name="connsiteY39" fmla="*/ 2442838 h 4122991"/>
                <a:gd name="connsiteX40" fmla="*/ 2546310 w 4530893"/>
                <a:gd name="connsiteY40" fmla="*/ 2990677 h 4122991"/>
                <a:gd name="connsiteX41" fmla="*/ 2657941 w 4530893"/>
                <a:gd name="connsiteY41" fmla="*/ 2919027 h 4122991"/>
                <a:gd name="connsiteX42" fmla="*/ 2945459 w 4530893"/>
                <a:gd name="connsiteY42" fmla="*/ 2727974 h 4122991"/>
                <a:gd name="connsiteX43" fmla="*/ 2982127 w 4530893"/>
                <a:gd name="connsiteY43" fmla="*/ 2637748 h 4122991"/>
                <a:gd name="connsiteX44" fmla="*/ 2945288 w 4530893"/>
                <a:gd name="connsiteY44" fmla="*/ 2305338 h 4122991"/>
                <a:gd name="connsiteX45" fmla="*/ 2938338 w 4530893"/>
                <a:gd name="connsiteY45" fmla="*/ 2055186 h 4122991"/>
                <a:gd name="connsiteX46" fmla="*/ 2983772 w 4530893"/>
                <a:gd name="connsiteY46" fmla="*/ 1640536 h 4122991"/>
                <a:gd name="connsiteX47" fmla="*/ 3074750 w 4530893"/>
                <a:gd name="connsiteY47" fmla="*/ 1281981 h 4122991"/>
                <a:gd name="connsiteX48" fmla="*/ 3365372 w 4530893"/>
                <a:gd name="connsiteY48" fmla="*/ 717047 h 4122991"/>
                <a:gd name="connsiteX49" fmla="*/ 3378618 w 4530893"/>
                <a:gd name="connsiteY49" fmla="*/ 671506 h 4122991"/>
                <a:gd name="connsiteX50" fmla="*/ 3378350 w 4530893"/>
                <a:gd name="connsiteY50" fmla="*/ 320707 h 4122991"/>
                <a:gd name="connsiteX51" fmla="*/ 3359256 w 4530893"/>
                <a:gd name="connsiteY51" fmla="*/ 281494 h 4122991"/>
                <a:gd name="connsiteX52" fmla="*/ 3370724 w 4530893"/>
                <a:gd name="connsiteY52" fmla="*/ 24285 h 4122991"/>
                <a:gd name="connsiteX53" fmla="*/ 3472716 w 4530893"/>
                <a:gd name="connsiteY53" fmla="*/ 582 h 412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30893" h="4122991">
                  <a:moveTo>
                    <a:pt x="0" y="2147496"/>
                  </a:moveTo>
                  <a:lnTo>
                    <a:pt x="516201" y="2147496"/>
                  </a:lnTo>
                  <a:lnTo>
                    <a:pt x="516201" y="2663698"/>
                  </a:lnTo>
                  <a:lnTo>
                    <a:pt x="0" y="2663698"/>
                  </a:lnTo>
                  <a:close/>
                  <a:moveTo>
                    <a:pt x="3472716" y="582"/>
                  </a:moveTo>
                  <a:cubicBezTo>
                    <a:pt x="3504363" y="3286"/>
                    <a:pt x="3532426" y="15224"/>
                    <a:pt x="3553215" y="32280"/>
                  </a:cubicBezTo>
                  <a:cubicBezTo>
                    <a:pt x="3616520" y="84219"/>
                    <a:pt x="3630913" y="155707"/>
                    <a:pt x="3599398" y="220735"/>
                  </a:cubicBezTo>
                  <a:cubicBezTo>
                    <a:pt x="3588372" y="243485"/>
                    <a:pt x="3567482" y="261286"/>
                    <a:pt x="3552717" y="282473"/>
                  </a:cubicBezTo>
                  <a:cubicBezTo>
                    <a:pt x="3546195" y="291832"/>
                    <a:pt x="3540026" y="303975"/>
                    <a:pt x="3539945" y="314900"/>
                  </a:cubicBezTo>
                  <a:cubicBezTo>
                    <a:pt x="3539052" y="436915"/>
                    <a:pt x="3538606" y="558951"/>
                    <a:pt x="3540265" y="680950"/>
                  </a:cubicBezTo>
                  <a:cubicBezTo>
                    <a:pt x="3540497" y="698012"/>
                    <a:pt x="3549430" y="717285"/>
                    <a:pt x="3559833" y="731517"/>
                  </a:cubicBezTo>
                  <a:cubicBezTo>
                    <a:pt x="3662448" y="871888"/>
                    <a:pt x="3742142" y="1024505"/>
                    <a:pt x="3806423" y="1185617"/>
                  </a:cubicBezTo>
                  <a:cubicBezTo>
                    <a:pt x="3868655" y="1341593"/>
                    <a:pt x="3911138" y="1503311"/>
                    <a:pt x="3941691" y="1667934"/>
                  </a:cubicBezTo>
                  <a:cubicBezTo>
                    <a:pt x="3955156" y="1740480"/>
                    <a:pt x="3959732" y="1814793"/>
                    <a:pt x="3966174" y="1888493"/>
                  </a:cubicBezTo>
                  <a:cubicBezTo>
                    <a:pt x="3972750" y="1963725"/>
                    <a:pt x="3983144" y="2039433"/>
                    <a:pt x="3980319" y="2114496"/>
                  </a:cubicBezTo>
                  <a:cubicBezTo>
                    <a:pt x="3975311" y="2247595"/>
                    <a:pt x="3962570" y="2380454"/>
                    <a:pt x="3950993" y="2513232"/>
                  </a:cubicBezTo>
                  <a:cubicBezTo>
                    <a:pt x="3946331" y="2566696"/>
                    <a:pt x="3935097" y="2619568"/>
                    <a:pt x="3929458" y="2672984"/>
                  </a:cubicBezTo>
                  <a:cubicBezTo>
                    <a:pt x="3928235" y="2684559"/>
                    <a:pt x="3934559" y="2702665"/>
                    <a:pt x="3943520" y="2708721"/>
                  </a:cubicBezTo>
                  <a:cubicBezTo>
                    <a:pt x="4083034" y="2803021"/>
                    <a:pt x="4223556" y="2895829"/>
                    <a:pt x="4369775" y="2992922"/>
                  </a:cubicBezTo>
                  <a:cubicBezTo>
                    <a:pt x="4369775" y="2805852"/>
                    <a:pt x="4369775" y="2625134"/>
                    <a:pt x="4369775" y="2442127"/>
                  </a:cubicBezTo>
                  <a:cubicBezTo>
                    <a:pt x="4424293" y="2442127"/>
                    <a:pt x="4474568" y="2442127"/>
                    <a:pt x="4530893" y="2442127"/>
                  </a:cubicBezTo>
                  <a:cubicBezTo>
                    <a:pt x="4530893" y="2508379"/>
                    <a:pt x="4530893" y="2575144"/>
                    <a:pt x="4530893" y="2645724"/>
                  </a:cubicBezTo>
                  <a:cubicBezTo>
                    <a:pt x="4530893" y="3139896"/>
                    <a:pt x="4530893" y="3630255"/>
                    <a:pt x="4530893" y="4122991"/>
                  </a:cubicBezTo>
                  <a:cubicBezTo>
                    <a:pt x="4477438" y="4122991"/>
                    <a:pt x="4427159" y="4122991"/>
                    <a:pt x="4370725" y="4122991"/>
                  </a:cubicBezTo>
                  <a:cubicBezTo>
                    <a:pt x="4370725" y="4110217"/>
                    <a:pt x="4370726" y="4096885"/>
                    <a:pt x="4370725" y="4083552"/>
                  </a:cubicBezTo>
                  <a:cubicBezTo>
                    <a:pt x="4370725" y="3979325"/>
                    <a:pt x="4369998" y="3875089"/>
                    <a:pt x="4371241" y="3770876"/>
                  </a:cubicBezTo>
                  <a:cubicBezTo>
                    <a:pt x="4371547" y="3745207"/>
                    <a:pt x="4363498" y="3735057"/>
                    <a:pt x="4338093" y="3726895"/>
                  </a:cubicBezTo>
                  <a:cubicBezTo>
                    <a:pt x="4135940" y="3661953"/>
                    <a:pt x="3934534" y="3594688"/>
                    <a:pt x="3732823" y="3528369"/>
                  </a:cubicBezTo>
                  <a:cubicBezTo>
                    <a:pt x="3716448" y="3522984"/>
                    <a:pt x="3699507" y="3519320"/>
                    <a:pt x="3683558" y="3515050"/>
                  </a:cubicBezTo>
                  <a:cubicBezTo>
                    <a:pt x="3609897" y="3669694"/>
                    <a:pt x="3537051" y="3822629"/>
                    <a:pt x="3464205" y="3975564"/>
                  </a:cubicBezTo>
                  <a:cubicBezTo>
                    <a:pt x="3460153" y="3974783"/>
                    <a:pt x="3456099" y="3974003"/>
                    <a:pt x="3452046" y="3973222"/>
                  </a:cubicBezTo>
                  <a:cubicBezTo>
                    <a:pt x="3410171" y="3889469"/>
                    <a:pt x="3367153" y="3806263"/>
                    <a:pt x="3326808" y="3721781"/>
                  </a:cubicBezTo>
                  <a:cubicBezTo>
                    <a:pt x="3298270" y="3662025"/>
                    <a:pt x="3272630" y="3600845"/>
                    <a:pt x="3247172" y="3539686"/>
                  </a:cubicBezTo>
                  <a:cubicBezTo>
                    <a:pt x="3236814" y="3514799"/>
                    <a:pt x="3222999" y="3514602"/>
                    <a:pt x="3199974" y="3522303"/>
                  </a:cubicBezTo>
                  <a:cubicBezTo>
                    <a:pt x="3010465" y="3585691"/>
                    <a:pt x="2820448" y="3647554"/>
                    <a:pt x="2630758" y="3710404"/>
                  </a:cubicBezTo>
                  <a:cubicBezTo>
                    <a:pt x="2547671" y="3737933"/>
                    <a:pt x="2547854" y="3738487"/>
                    <a:pt x="2547854" y="3826089"/>
                  </a:cubicBezTo>
                  <a:cubicBezTo>
                    <a:pt x="2547854" y="3923859"/>
                    <a:pt x="2547854" y="4021628"/>
                    <a:pt x="2547854" y="4122381"/>
                  </a:cubicBezTo>
                  <a:cubicBezTo>
                    <a:pt x="2494736" y="4122381"/>
                    <a:pt x="2443555" y="4122381"/>
                    <a:pt x="2390008" y="4122381"/>
                  </a:cubicBezTo>
                  <a:cubicBezTo>
                    <a:pt x="2390008" y="3563304"/>
                    <a:pt x="2390008" y="3004595"/>
                    <a:pt x="2390008" y="2442838"/>
                  </a:cubicBezTo>
                  <a:cubicBezTo>
                    <a:pt x="2440689" y="2442838"/>
                    <a:pt x="2491872" y="2442838"/>
                    <a:pt x="2546310" y="2442838"/>
                  </a:cubicBezTo>
                  <a:cubicBezTo>
                    <a:pt x="2546310" y="2622929"/>
                    <a:pt x="2546310" y="2802848"/>
                    <a:pt x="2546310" y="2990677"/>
                  </a:cubicBezTo>
                  <a:cubicBezTo>
                    <a:pt x="2587402" y="2964361"/>
                    <a:pt x="2623099" y="2942333"/>
                    <a:pt x="2657941" y="2919027"/>
                  </a:cubicBezTo>
                  <a:cubicBezTo>
                    <a:pt x="2753614" y="2855028"/>
                    <a:pt x="2846654" y="2786661"/>
                    <a:pt x="2945459" y="2727974"/>
                  </a:cubicBezTo>
                  <a:cubicBezTo>
                    <a:pt x="2987544" y="2702976"/>
                    <a:pt x="2986626" y="2675359"/>
                    <a:pt x="2982127" y="2637748"/>
                  </a:cubicBezTo>
                  <a:cubicBezTo>
                    <a:pt x="2968886" y="2527049"/>
                    <a:pt x="2954364" y="2416406"/>
                    <a:pt x="2945288" y="2305338"/>
                  </a:cubicBezTo>
                  <a:cubicBezTo>
                    <a:pt x="2938498" y="2222243"/>
                    <a:pt x="2932679" y="2138067"/>
                    <a:pt x="2938338" y="2055186"/>
                  </a:cubicBezTo>
                  <a:cubicBezTo>
                    <a:pt x="2947810" y="1916513"/>
                    <a:pt x="2960086" y="1777327"/>
                    <a:pt x="2983772" y="1640536"/>
                  </a:cubicBezTo>
                  <a:cubicBezTo>
                    <a:pt x="3004760" y="1519336"/>
                    <a:pt x="3036986" y="1399202"/>
                    <a:pt x="3074750" y="1281981"/>
                  </a:cubicBezTo>
                  <a:cubicBezTo>
                    <a:pt x="3140357" y="1078337"/>
                    <a:pt x="3237254" y="889391"/>
                    <a:pt x="3365372" y="717047"/>
                  </a:cubicBezTo>
                  <a:cubicBezTo>
                    <a:pt x="3374280" y="705063"/>
                    <a:pt x="3378477" y="686869"/>
                    <a:pt x="3378618" y="671506"/>
                  </a:cubicBezTo>
                  <a:cubicBezTo>
                    <a:pt x="3379689" y="554578"/>
                    <a:pt x="3379827" y="437627"/>
                    <a:pt x="3378350" y="320707"/>
                  </a:cubicBezTo>
                  <a:cubicBezTo>
                    <a:pt x="3378182" y="307340"/>
                    <a:pt x="3369665" y="289913"/>
                    <a:pt x="3359256" y="281494"/>
                  </a:cubicBezTo>
                  <a:cubicBezTo>
                    <a:pt x="3273087" y="211805"/>
                    <a:pt x="3292203" y="68729"/>
                    <a:pt x="3370724" y="24285"/>
                  </a:cubicBezTo>
                  <a:cubicBezTo>
                    <a:pt x="3405842" y="4407"/>
                    <a:pt x="3441070" y="-2123"/>
                    <a:pt x="3472716" y="58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80" name="Group 2779">
            <a:extLst>
              <a:ext uri="{FF2B5EF4-FFF2-40B4-BE49-F238E27FC236}">
                <a16:creationId xmlns:a16="http://schemas.microsoft.com/office/drawing/2014/main" id="{84387D32-DD4C-C0BD-C576-74D3CA8F87EC}"/>
              </a:ext>
              <a:ext uri="{C183D7F6-B498-43B3-948B-1728B52AA6E4}">
                <adec:decorative xmlns:adec="http://schemas.microsoft.com/office/drawing/2017/decorative" val="1"/>
              </a:ext>
            </a:extLst>
          </p:cNvPr>
          <p:cNvGrpSpPr>
            <a:grpSpLocks noChangeAspect="1"/>
          </p:cNvGrpSpPr>
          <p:nvPr/>
        </p:nvGrpSpPr>
        <p:grpSpPr>
          <a:xfrm>
            <a:off x="7975086" y="4343071"/>
            <a:ext cx="395434" cy="457200"/>
            <a:chOff x="7975086" y="4343071"/>
            <a:chExt cx="395434" cy="457200"/>
          </a:xfrm>
          <a:solidFill>
            <a:schemeClr val="accent2"/>
          </a:solidFill>
        </p:grpSpPr>
        <p:sp>
          <p:nvSpPr>
            <p:cNvPr id="2188" name="Freeform: Shape 2187">
              <a:extLst>
                <a:ext uri="{FF2B5EF4-FFF2-40B4-BE49-F238E27FC236}">
                  <a16:creationId xmlns:a16="http://schemas.microsoft.com/office/drawing/2014/main" id="{5570B93D-27B0-6E09-6573-CF1C11370C03}"/>
                </a:ext>
                <a:ext uri="{C183D7F6-B498-43B3-948B-1728B52AA6E4}">
                  <adec:decorative xmlns:adec="http://schemas.microsoft.com/office/drawing/2017/decorative" val="1"/>
                </a:ext>
              </a:extLst>
            </p:cNvPr>
            <p:cNvSpPr/>
            <p:nvPr/>
          </p:nvSpPr>
          <p:spPr>
            <a:xfrm>
              <a:off x="7975086" y="4343071"/>
              <a:ext cx="270784" cy="309811"/>
            </a:xfrm>
            <a:custGeom>
              <a:avLst/>
              <a:gdLst>
                <a:gd name="connsiteX0" fmla="*/ 1990073 w 4061761"/>
                <a:gd name="connsiteY0" fmla="*/ 2575484 h 4647160"/>
                <a:gd name="connsiteX1" fmla="*/ 4061761 w 4061761"/>
                <a:gd name="connsiteY1" fmla="*/ 2575484 h 4647160"/>
                <a:gd name="connsiteX2" fmla="*/ 4061761 w 4061761"/>
                <a:gd name="connsiteY2" fmla="*/ 4647160 h 4647160"/>
                <a:gd name="connsiteX3" fmla="*/ 1990073 w 4061761"/>
                <a:gd name="connsiteY3" fmla="*/ 4647160 h 4647160"/>
                <a:gd name="connsiteX4" fmla="*/ 3026442 w 4061761"/>
                <a:gd name="connsiteY4" fmla="*/ 1504588 h 4647160"/>
                <a:gd name="connsiteX5" fmla="*/ 3704451 w 4061761"/>
                <a:gd name="connsiteY5" fmla="*/ 2182070 h 4647160"/>
                <a:gd name="connsiteX6" fmla="*/ 3704451 w 4061761"/>
                <a:gd name="connsiteY6" fmla="*/ 2353136 h 4647160"/>
                <a:gd name="connsiteX7" fmla="*/ 3703923 w 4061761"/>
                <a:gd name="connsiteY7" fmla="*/ 2353136 h 4647160"/>
                <a:gd name="connsiteX8" fmla="*/ 3321501 w 4061761"/>
                <a:gd name="connsiteY8" fmla="*/ 2353136 h 4647160"/>
                <a:gd name="connsiteX9" fmla="*/ 3321501 w 4061761"/>
                <a:gd name="connsiteY9" fmla="*/ 2182070 h 4647160"/>
                <a:gd name="connsiteX10" fmla="*/ 3026442 w 4061761"/>
                <a:gd name="connsiteY10" fmla="*/ 1887013 h 4647160"/>
                <a:gd name="connsiteX11" fmla="*/ 2731383 w 4061761"/>
                <a:gd name="connsiteY11" fmla="*/ 2182070 h 4647160"/>
                <a:gd name="connsiteX12" fmla="*/ 2731383 w 4061761"/>
                <a:gd name="connsiteY12" fmla="*/ 2353136 h 4647160"/>
                <a:gd name="connsiteX13" fmla="*/ 2348955 w 4061761"/>
                <a:gd name="connsiteY13" fmla="*/ 2353136 h 4647160"/>
                <a:gd name="connsiteX14" fmla="*/ 2348955 w 4061761"/>
                <a:gd name="connsiteY14" fmla="*/ 2182070 h 4647160"/>
                <a:gd name="connsiteX15" fmla="*/ 3026442 w 4061761"/>
                <a:gd name="connsiteY15" fmla="*/ 1504588 h 4647160"/>
                <a:gd name="connsiteX16" fmla="*/ 0 w 4061761"/>
                <a:gd name="connsiteY16" fmla="*/ 0 h 4647160"/>
                <a:gd name="connsiteX17" fmla="*/ 581226 w 4061761"/>
                <a:gd name="connsiteY17" fmla="*/ 0 h 4647160"/>
                <a:gd name="connsiteX18" fmla="*/ 581226 w 4061761"/>
                <a:gd name="connsiteY18" fmla="*/ 581226 h 4647160"/>
                <a:gd name="connsiteX19" fmla="*/ 0 w 4061761"/>
                <a:gd name="connsiteY19" fmla="*/ 581226 h 464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1761" h="4647160">
                  <a:moveTo>
                    <a:pt x="1990073" y="2575484"/>
                  </a:moveTo>
                  <a:lnTo>
                    <a:pt x="4061761" y="2575484"/>
                  </a:lnTo>
                  <a:lnTo>
                    <a:pt x="4061761" y="4647160"/>
                  </a:lnTo>
                  <a:lnTo>
                    <a:pt x="1990073" y="4647160"/>
                  </a:lnTo>
                  <a:close/>
                  <a:moveTo>
                    <a:pt x="3026442" y="1504588"/>
                  </a:moveTo>
                  <a:cubicBezTo>
                    <a:pt x="3399972" y="1504588"/>
                    <a:pt x="3704451" y="1808537"/>
                    <a:pt x="3704451" y="2182070"/>
                  </a:cubicBezTo>
                  <a:lnTo>
                    <a:pt x="3704451" y="2353136"/>
                  </a:lnTo>
                  <a:lnTo>
                    <a:pt x="3703923" y="2353136"/>
                  </a:lnTo>
                  <a:lnTo>
                    <a:pt x="3321501" y="2353136"/>
                  </a:lnTo>
                  <a:lnTo>
                    <a:pt x="3321501" y="2182070"/>
                  </a:lnTo>
                  <a:cubicBezTo>
                    <a:pt x="3321501" y="2019369"/>
                    <a:pt x="3189139" y="1887013"/>
                    <a:pt x="3026442" y="1887013"/>
                  </a:cubicBezTo>
                  <a:cubicBezTo>
                    <a:pt x="2863740" y="1887013"/>
                    <a:pt x="2731383" y="2019369"/>
                    <a:pt x="2731383" y="2182070"/>
                  </a:cubicBezTo>
                  <a:lnTo>
                    <a:pt x="2731383" y="2353136"/>
                  </a:lnTo>
                  <a:lnTo>
                    <a:pt x="2348955" y="2353136"/>
                  </a:lnTo>
                  <a:lnTo>
                    <a:pt x="2348955" y="2182070"/>
                  </a:lnTo>
                  <a:cubicBezTo>
                    <a:pt x="2348955" y="1808537"/>
                    <a:pt x="2652907" y="1504588"/>
                    <a:pt x="3026442" y="1504588"/>
                  </a:cubicBezTo>
                  <a:close/>
                  <a:moveTo>
                    <a:pt x="0" y="0"/>
                  </a:moveTo>
                  <a:lnTo>
                    <a:pt x="581226" y="0"/>
                  </a:lnTo>
                  <a:lnTo>
                    <a:pt x="581226" y="581226"/>
                  </a:lnTo>
                  <a:lnTo>
                    <a:pt x="0" y="581226"/>
                  </a:lnTo>
                  <a:close/>
                </a:path>
              </a:pathLst>
            </a:custGeom>
            <a:solidFill>
              <a:schemeClr val="bg1"/>
            </a:solidFill>
            <a:ln w="9525" cap="flat">
              <a:noFill/>
              <a:prstDash val="solid"/>
              <a:miter/>
            </a:ln>
          </p:spPr>
          <p:txBody>
            <a:bodyPr wrap="square" rtlCol="0" anchor="ctr">
              <a:noAutofit/>
            </a:bodyPr>
            <a:lstStyle/>
            <a:p>
              <a:endParaRPr lang="en-US"/>
            </a:p>
          </p:txBody>
        </p:sp>
        <p:sp>
          <p:nvSpPr>
            <p:cNvPr id="2184" name="Freeform: Shape 2183">
              <a:extLst>
                <a:ext uri="{FF2B5EF4-FFF2-40B4-BE49-F238E27FC236}">
                  <a16:creationId xmlns:a16="http://schemas.microsoft.com/office/drawing/2014/main" id="{DB2ACA32-7E98-09EE-A957-00E859D4657C}"/>
                </a:ext>
                <a:ext uri="{C183D7F6-B498-43B3-948B-1728B52AA6E4}">
                  <adec:decorative xmlns:adec="http://schemas.microsoft.com/office/drawing/2017/decorative" val="1"/>
                </a:ext>
              </a:extLst>
            </p:cNvPr>
            <p:cNvSpPr/>
            <p:nvPr/>
          </p:nvSpPr>
          <p:spPr>
            <a:xfrm>
              <a:off x="7979481" y="4348093"/>
              <a:ext cx="391039" cy="452178"/>
            </a:xfrm>
            <a:custGeom>
              <a:avLst/>
              <a:gdLst>
                <a:gd name="connsiteX0" fmla="*/ 170514 w 619407"/>
                <a:gd name="connsiteY0" fmla="*/ 0 h 716252"/>
                <a:gd name="connsiteX1" fmla="*/ 619407 w 619407"/>
                <a:gd name="connsiteY1" fmla="*/ 0 h 716252"/>
                <a:gd name="connsiteX2" fmla="*/ 619407 w 619407"/>
                <a:gd name="connsiteY2" fmla="*/ 370474 h 716252"/>
                <a:gd name="connsiteX3" fmla="*/ 489802 w 619407"/>
                <a:gd name="connsiteY3" fmla="*/ 605210 h 716252"/>
                <a:gd name="connsiteX4" fmla="*/ 313405 w 619407"/>
                <a:gd name="connsiteY4" fmla="*/ 716252 h 716252"/>
                <a:gd name="connsiteX5" fmla="*/ 132201 w 619407"/>
                <a:gd name="connsiteY5" fmla="*/ 604989 h 716252"/>
                <a:gd name="connsiteX6" fmla="*/ 0 w 619407"/>
                <a:gd name="connsiteY6" fmla="*/ 368650 h 716252"/>
                <a:gd name="connsiteX7" fmla="*/ 0 w 619407"/>
                <a:gd name="connsiteY7" fmla="*/ 169875 h 716252"/>
                <a:gd name="connsiteX8" fmla="*/ 1 w 619407"/>
                <a:gd name="connsiteY8" fmla="*/ 169875 h 716252"/>
                <a:gd name="connsiteX9" fmla="*/ 1 w 619407"/>
                <a:gd name="connsiteY9" fmla="*/ 81332 h 716252"/>
                <a:gd name="connsiteX10" fmla="*/ 45468 w 619407"/>
                <a:gd name="connsiteY10" fmla="*/ 81332 h 716252"/>
                <a:gd name="connsiteX11" fmla="*/ 45468 w 619407"/>
                <a:gd name="connsiteY11" fmla="*/ 310137 h 716252"/>
                <a:gd name="connsiteX12" fmla="*/ 45467 w 619407"/>
                <a:gd name="connsiteY12" fmla="*/ 310137 h 716252"/>
                <a:gd name="connsiteX13" fmla="*/ 45467 w 619407"/>
                <a:gd name="connsiteY13" fmla="*/ 368650 h 716252"/>
                <a:gd name="connsiteX14" fmla="*/ 156012 w 619407"/>
                <a:gd name="connsiteY14" fmla="*/ 566262 h 716252"/>
                <a:gd name="connsiteX15" fmla="*/ 313129 w 619407"/>
                <a:gd name="connsiteY15" fmla="*/ 662720 h 716252"/>
                <a:gd name="connsiteX16" fmla="*/ 465605 w 619407"/>
                <a:gd name="connsiteY16" fmla="*/ 566759 h 716252"/>
                <a:gd name="connsiteX17" fmla="*/ 573996 w 619407"/>
                <a:gd name="connsiteY17" fmla="*/ 370529 h 716252"/>
                <a:gd name="connsiteX18" fmla="*/ 573996 w 619407"/>
                <a:gd name="connsiteY18" fmla="*/ 45467 h 716252"/>
                <a:gd name="connsiteX19" fmla="*/ 417197 w 619407"/>
                <a:gd name="connsiteY19" fmla="*/ 45467 h 716252"/>
                <a:gd name="connsiteX20" fmla="*/ 417197 w 619407"/>
                <a:gd name="connsiteY20" fmla="*/ 45468 h 716252"/>
                <a:gd name="connsiteX21" fmla="*/ 85633 w 619407"/>
                <a:gd name="connsiteY21" fmla="*/ 45468 h 716252"/>
                <a:gd name="connsiteX22" fmla="*/ 85633 w 619407"/>
                <a:gd name="connsiteY22" fmla="*/ 1 h 716252"/>
                <a:gd name="connsiteX23" fmla="*/ 170514 w 619407"/>
                <a:gd name="connsiteY23" fmla="*/ 1 h 716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9407" h="716252">
                  <a:moveTo>
                    <a:pt x="170514" y="0"/>
                  </a:moveTo>
                  <a:lnTo>
                    <a:pt x="619407" y="0"/>
                  </a:lnTo>
                  <a:lnTo>
                    <a:pt x="619407" y="370474"/>
                  </a:lnTo>
                  <a:cubicBezTo>
                    <a:pt x="619407" y="466379"/>
                    <a:pt x="570957" y="554108"/>
                    <a:pt x="489802" y="605210"/>
                  </a:cubicBezTo>
                  <a:lnTo>
                    <a:pt x="313405" y="716252"/>
                  </a:lnTo>
                  <a:lnTo>
                    <a:pt x="132201" y="604989"/>
                  </a:lnTo>
                  <a:cubicBezTo>
                    <a:pt x="50660" y="554881"/>
                    <a:pt x="0" y="464335"/>
                    <a:pt x="0" y="368650"/>
                  </a:cubicBezTo>
                  <a:lnTo>
                    <a:pt x="0" y="169875"/>
                  </a:lnTo>
                  <a:lnTo>
                    <a:pt x="1" y="169875"/>
                  </a:lnTo>
                  <a:lnTo>
                    <a:pt x="1" y="81332"/>
                  </a:lnTo>
                  <a:lnTo>
                    <a:pt x="45468" y="81332"/>
                  </a:lnTo>
                  <a:lnTo>
                    <a:pt x="45468" y="310137"/>
                  </a:lnTo>
                  <a:lnTo>
                    <a:pt x="45467" y="310137"/>
                  </a:lnTo>
                  <a:lnTo>
                    <a:pt x="45467" y="368650"/>
                  </a:lnTo>
                  <a:cubicBezTo>
                    <a:pt x="45467" y="448645"/>
                    <a:pt x="87840" y="524386"/>
                    <a:pt x="156012" y="566262"/>
                  </a:cubicBezTo>
                  <a:lnTo>
                    <a:pt x="313129" y="662720"/>
                  </a:lnTo>
                  <a:lnTo>
                    <a:pt x="465605" y="566759"/>
                  </a:lnTo>
                  <a:cubicBezTo>
                    <a:pt x="533446" y="524055"/>
                    <a:pt x="573996" y="450690"/>
                    <a:pt x="573996" y="370529"/>
                  </a:cubicBezTo>
                  <a:lnTo>
                    <a:pt x="573996" y="45467"/>
                  </a:lnTo>
                  <a:lnTo>
                    <a:pt x="417197" y="45467"/>
                  </a:lnTo>
                  <a:lnTo>
                    <a:pt x="417197" y="45468"/>
                  </a:lnTo>
                  <a:lnTo>
                    <a:pt x="85633" y="45468"/>
                  </a:lnTo>
                  <a:lnTo>
                    <a:pt x="85633" y="1"/>
                  </a:lnTo>
                  <a:lnTo>
                    <a:pt x="170514" y="1"/>
                  </a:lnTo>
                  <a:close/>
                </a:path>
              </a:pathLst>
            </a:custGeom>
            <a:grpFill/>
            <a:ln w="9525" cap="flat">
              <a:noFill/>
              <a:prstDash val="solid"/>
              <a:miter/>
            </a:ln>
          </p:spPr>
          <p:txBody>
            <a:bodyPr wrap="square" rtlCol="0" anchor="ctr">
              <a:noAutofit/>
            </a:bodyPr>
            <a:lstStyle/>
            <a:p>
              <a:endParaRPr lang="en-US"/>
            </a:p>
          </p:txBody>
        </p:sp>
      </p:grpSp>
      <p:grpSp>
        <p:nvGrpSpPr>
          <p:cNvPr id="2779" name="Group 2778">
            <a:extLst>
              <a:ext uri="{FF2B5EF4-FFF2-40B4-BE49-F238E27FC236}">
                <a16:creationId xmlns:a16="http://schemas.microsoft.com/office/drawing/2014/main" id="{201F3320-D880-4DE8-2553-5FC44A7EE144}"/>
              </a:ext>
              <a:ext uri="{C183D7F6-B498-43B3-948B-1728B52AA6E4}">
                <adec:decorative xmlns:adec="http://schemas.microsoft.com/office/drawing/2017/decorative" val="1"/>
              </a:ext>
            </a:extLst>
          </p:cNvPr>
          <p:cNvGrpSpPr>
            <a:grpSpLocks noChangeAspect="1"/>
          </p:cNvGrpSpPr>
          <p:nvPr/>
        </p:nvGrpSpPr>
        <p:grpSpPr>
          <a:xfrm>
            <a:off x="8529832" y="4343071"/>
            <a:ext cx="401574" cy="457200"/>
            <a:chOff x="8529832" y="4343071"/>
            <a:chExt cx="401574" cy="457200"/>
          </a:xfrm>
          <a:solidFill>
            <a:schemeClr val="accent2"/>
          </a:solidFill>
        </p:grpSpPr>
        <p:sp>
          <p:nvSpPr>
            <p:cNvPr id="2199" name="Freeform: Shape 2198">
              <a:extLst>
                <a:ext uri="{FF2B5EF4-FFF2-40B4-BE49-F238E27FC236}">
                  <a16:creationId xmlns:a16="http://schemas.microsoft.com/office/drawing/2014/main" id="{72EE8733-A15E-6C2C-131A-28749542D170}"/>
                </a:ext>
                <a:ext uri="{C183D7F6-B498-43B3-948B-1728B52AA6E4}">
                  <adec:decorative xmlns:adec="http://schemas.microsoft.com/office/drawing/2017/decorative" val="1"/>
                </a:ext>
              </a:extLst>
            </p:cNvPr>
            <p:cNvSpPr/>
            <p:nvPr/>
          </p:nvSpPr>
          <p:spPr>
            <a:xfrm>
              <a:off x="8529832" y="4343071"/>
              <a:ext cx="301352" cy="278923"/>
            </a:xfrm>
            <a:custGeom>
              <a:avLst/>
              <a:gdLst>
                <a:gd name="connsiteX0" fmla="*/ 4216553 w 4520269"/>
                <a:gd name="connsiteY0" fmla="*/ 1692306 h 4183841"/>
                <a:gd name="connsiteX1" fmla="*/ 4520269 w 4520269"/>
                <a:gd name="connsiteY1" fmla="*/ 2015846 h 4183841"/>
                <a:gd name="connsiteX2" fmla="*/ 2363445 w 4520269"/>
                <a:gd name="connsiteY2" fmla="*/ 4183841 h 4183841"/>
                <a:gd name="connsiteX3" fmla="*/ 1517390 w 4520269"/>
                <a:gd name="connsiteY3" fmla="*/ 3237619 h 4183841"/>
                <a:gd name="connsiteX4" fmla="*/ 1821102 w 4520269"/>
                <a:gd name="connsiteY4" fmla="*/ 2900113 h 4183841"/>
                <a:gd name="connsiteX5" fmla="*/ 2410093 w 4520269"/>
                <a:gd name="connsiteY5" fmla="*/ 3522795 h 4183841"/>
                <a:gd name="connsiteX6" fmla="*/ 0 w 4520269"/>
                <a:gd name="connsiteY6" fmla="*/ 0 h 4183841"/>
                <a:gd name="connsiteX7" fmla="*/ 589616 w 4520269"/>
                <a:gd name="connsiteY7" fmla="*/ 0 h 4183841"/>
                <a:gd name="connsiteX8" fmla="*/ 589616 w 4520269"/>
                <a:gd name="connsiteY8" fmla="*/ 589616 h 4183841"/>
                <a:gd name="connsiteX9" fmla="*/ 0 w 4520269"/>
                <a:gd name="connsiteY9" fmla="*/ 589616 h 41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20269" h="4183841">
                  <a:moveTo>
                    <a:pt x="4216553" y="1692306"/>
                  </a:moveTo>
                  <a:lnTo>
                    <a:pt x="4520269" y="2015846"/>
                  </a:lnTo>
                  <a:lnTo>
                    <a:pt x="2363445" y="4183841"/>
                  </a:lnTo>
                  <a:lnTo>
                    <a:pt x="1517390" y="3237619"/>
                  </a:lnTo>
                  <a:lnTo>
                    <a:pt x="1821102" y="2900113"/>
                  </a:lnTo>
                  <a:lnTo>
                    <a:pt x="2410093" y="3522795"/>
                  </a:lnTo>
                  <a:close/>
                  <a:moveTo>
                    <a:pt x="0" y="0"/>
                  </a:moveTo>
                  <a:lnTo>
                    <a:pt x="589616" y="0"/>
                  </a:lnTo>
                  <a:lnTo>
                    <a:pt x="589616" y="589616"/>
                  </a:lnTo>
                  <a:lnTo>
                    <a:pt x="0" y="589616"/>
                  </a:lnTo>
                  <a:close/>
                </a:path>
              </a:pathLst>
            </a:custGeom>
            <a:solidFill>
              <a:schemeClr val="bg1"/>
            </a:solidFill>
            <a:ln w="12650" cap="flat">
              <a:noFill/>
              <a:prstDash val="solid"/>
              <a:miter/>
            </a:ln>
          </p:spPr>
          <p:txBody>
            <a:bodyPr wrap="square" rtlCol="0" anchor="ctr">
              <a:noAutofit/>
            </a:bodyPr>
            <a:lstStyle/>
            <a:p>
              <a:endParaRPr lang="en-US"/>
            </a:p>
          </p:txBody>
        </p:sp>
        <p:sp>
          <p:nvSpPr>
            <p:cNvPr id="2200" name="Freeform: Shape 2199">
              <a:extLst>
                <a:ext uri="{FF2B5EF4-FFF2-40B4-BE49-F238E27FC236}">
                  <a16:creationId xmlns:a16="http://schemas.microsoft.com/office/drawing/2014/main" id="{72F40AA0-314B-A7B6-E57F-BE285D16554A}"/>
                </a:ext>
                <a:ext uri="{C183D7F6-B498-43B3-948B-1728B52AA6E4}">
                  <adec:decorative xmlns:adec="http://schemas.microsoft.com/office/drawing/2017/decorative" val="1"/>
                </a:ext>
              </a:extLst>
            </p:cNvPr>
            <p:cNvSpPr/>
            <p:nvPr/>
          </p:nvSpPr>
          <p:spPr>
            <a:xfrm>
              <a:off x="8535190" y="4347139"/>
              <a:ext cx="396216" cy="453132"/>
            </a:xfrm>
            <a:custGeom>
              <a:avLst/>
              <a:gdLst>
                <a:gd name="connsiteX0" fmla="*/ 834964 w 5943232"/>
                <a:gd name="connsiteY0" fmla="*/ 0 h 6796981"/>
                <a:gd name="connsiteX1" fmla="*/ 2439141 w 5943232"/>
                <a:gd name="connsiteY1" fmla="*/ 0 h 6796981"/>
                <a:gd name="connsiteX2" fmla="*/ 2439141 w 5943232"/>
                <a:gd name="connsiteY2" fmla="*/ 3255 h 6796981"/>
                <a:gd name="connsiteX3" fmla="*/ 5943232 w 5943232"/>
                <a:gd name="connsiteY3" fmla="*/ 3255 h 6796981"/>
                <a:gd name="connsiteX4" fmla="*/ 5943232 w 5943232"/>
                <a:gd name="connsiteY4" fmla="*/ 3515449 h 6796981"/>
                <a:gd name="connsiteX5" fmla="*/ 4697329 w 5943232"/>
                <a:gd name="connsiteY5" fmla="*/ 5743331 h 6796981"/>
                <a:gd name="connsiteX6" fmla="*/ 3006076 w 5943232"/>
                <a:gd name="connsiteY6" fmla="*/ 6796981 h 6796981"/>
                <a:gd name="connsiteX7" fmla="*/ 1267112 w 5943232"/>
                <a:gd name="connsiteY7" fmla="*/ 5743331 h 6796981"/>
                <a:gd name="connsiteX8" fmla="*/ 0 w 5943232"/>
                <a:gd name="connsiteY8" fmla="*/ 3499716 h 6796981"/>
                <a:gd name="connsiteX9" fmla="*/ 0 w 5943232"/>
                <a:gd name="connsiteY9" fmla="*/ 1932337 h 6796981"/>
                <a:gd name="connsiteX10" fmla="*/ 5640 w 5943232"/>
                <a:gd name="connsiteY10" fmla="*/ 1932337 h 6796981"/>
                <a:gd name="connsiteX11" fmla="*/ 5640 w 5943232"/>
                <a:gd name="connsiteY11" fmla="*/ 803073 h 6796981"/>
                <a:gd name="connsiteX12" fmla="*/ 427917 w 5943232"/>
                <a:gd name="connsiteY12" fmla="*/ 803073 h 6796981"/>
                <a:gd name="connsiteX13" fmla="*/ 427917 w 5943232"/>
                <a:gd name="connsiteY13" fmla="*/ 1932337 h 6796981"/>
                <a:gd name="connsiteX14" fmla="*/ 434746 w 5943232"/>
                <a:gd name="connsiteY14" fmla="*/ 1932337 h 6796981"/>
                <a:gd name="connsiteX15" fmla="*/ 434746 w 5943232"/>
                <a:gd name="connsiteY15" fmla="*/ 3494481 h 6796981"/>
                <a:gd name="connsiteX16" fmla="*/ 1495089 w 5943232"/>
                <a:gd name="connsiteY16" fmla="*/ 5371140 h 6796981"/>
                <a:gd name="connsiteX17" fmla="*/ 2764239 w 5943232"/>
                <a:gd name="connsiteY17" fmla="*/ 6144385 h 6796981"/>
                <a:gd name="connsiteX18" fmla="*/ 2764239 w 5943232"/>
                <a:gd name="connsiteY18" fmla="*/ 4236426 h 6796981"/>
                <a:gd name="connsiteX19" fmla="*/ 3188100 w 5943232"/>
                <a:gd name="connsiteY19" fmla="*/ 3847540 h 6796981"/>
                <a:gd name="connsiteX20" fmla="*/ 3188100 w 5943232"/>
                <a:gd name="connsiteY20" fmla="*/ 6171729 h 6796981"/>
                <a:gd name="connsiteX21" fmla="*/ 4464050 w 5943232"/>
                <a:gd name="connsiteY21" fmla="*/ 5376384 h 6796981"/>
                <a:gd name="connsiteX22" fmla="*/ 5503193 w 5943232"/>
                <a:gd name="connsiteY22" fmla="*/ 3515449 h 6796981"/>
                <a:gd name="connsiteX23" fmla="*/ 5503193 w 5943232"/>
                <a:gd name="connsiteY23" fmla="*/ 433104 h 6796981"/>
                <a:gd name="connsiteX24" fmla="*/ 3189503 w 5943232"/>
                <a:gd name="connsiteY24" fmla="*/ 433104 h 6796981"/>
                <a:gd name="connsiteX25" fmla="*/ 3194716 w 5943232"/>
                <a:gd name="connsiteY25" fmla="*/ 1923454 h 6796981"/>
                <a:gd name="connsiteX26" fmla="*/ 2763817 w 5943232"/>
                <a:gd name="connsiteY26" fmla="*/ 2405695 h 6796981"/>
                <a:gd name="connsiteX27" fmla="*/ 2746946 w 5943232"/>
                <a:gd name="connsiteY27" fmla="*/ 613169 h 6796981"/>
                <a:gd name="connsiteX28" fmla="*/ 2746017 w 5943232"/>
                <a:gd name="connsiteY28" fmla="*/ 433104 h 6796981"/>
                <a:gd name="connsiteX29" fmla="*/ 2439141 w 5943232"/>
                <a:gd name="connsiteY29" fmla="*/ 433104 h 6796981"/>
                <a:gd name="connsiteX30" fmla="*/ 2439141 w 5943232"/>
                <a:gd name="connsiteY30" fmla="*/ 435576 h 6796981"/>
                <a:gd name="connsiteX31" fmla="*/ 834964 w 5943232"/>
                <a:gd name="connsiteY31" fmla="*/ 435576 h 679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943232" h="6796981">
                  <a:moveTo>
                    <a:pt x="834964" y="0"/>
                  </a:moveTo>
                  <a:lnTo>
                    <a:pt x="2439141" y="0"/>
                  </a:lnTo>
                  <a:lnTo>
                    <a:pt x="2439141" y="3255"/>
                  </a:lnTo>
                  <a:lnTo>
                    <a:pt x="5943232" y="3255"/>
                  </a:lnTo>
                  <a:lnTo>
                    <a:pt x="5943232" y="3515449"/>
                  </a:lnTo>
                  <a:cubicBezTo>
                    <a:pt x="5943232" y="4427571"/>
                    <a:pt x="5476683" y="5261058"/>
                    <a:pt x="4697329" y="5743331"/>
                  </a:cubicBezTo>
                  <a:lnTo>
                    <a:pt x="3006076" y="6796981"/>
                  </a:lnTo>
                  <a:lnTo>
                    <a:pt x="1267112" y="5743331"/>
                  </a:lnTo>
                  <a:cubicBezTo>
                    <a:pt x="487758" y="5266302"/>
                    <a:pt x="0" y="4406604"/>
                    <a:pt x="0" y="3499716"/>
                  </a:cubicBezTo>
                  <a:lnTo>
                    <a:pt x="0" y="1932337"/>
                  </a:lnTo>
                  <a:lnTo>
                    <a:pt x="5640" y="1932337"/>
                  </a:lnTo>
                  <a:lnTo>
                    <a:pt x="5640" y="803073"/>
                  </a:lnTo>
                  <a:lnTo>
                    <a:pt x="427917" y="803073"/>
                  </a:lnTo>
                  <a:lnTo>
                    <a:pt x="427917" y="1932337"/>
                  </a:lnTo>
                  <a:lnTo>
                    <a:pt x="434746" y="1932337"/>
                  </a:lnTo>
                  <a:lnTo>
                    <a:pt x="434746" y="3494481"/>
                  </a:lnTo>
                  <a:cubicBezTo>
                    <a:pt x="434746" y="4254577"/>
                    <a:pt x="842980" y="4972747"/>
                    <a:pt x="1495089" y="5371140"/>
                  </a:cubicBezTo>
                  <a:lnTo>
                    <a:pt x="2764239" y="6144385"/>
                  </a:lnTo>
                  <a:lnTo>
                    <a:pt x="2764239" y="4236426"/>
                  </a:lnTo>
                  <a:lnTo>
                    <a:pt x="3188100" y="3847540"/>
                  </a:lnTo>
                  <a:lnTo>
                    <a:pt x="3188100" y="6171729"/>
                  </a:lnTo>
                  <a:lnTo>
                    <a:pt x="4464050" y="5376384"/>
                  </a:lnTo>
                  <a:cubicBezTo>
                    <a:pt x="5116168" y="4972747"/>
                    <a:pt x="5503193" y="4275545"/>
                    <a:pt x="5503193" y="3515449"/>
                  </a:cubicBezTo>
                  <a:lnTo>
                    <a:pt x="5503193" y="433104"/>
                  </a:lnTo>
                  <a:lnTo>
                    <a:pt x="3189503" y="433104"/>
                  </a:lnTo>
                  <a:lnTo>
                    <a:pt x="3194716" y="1923454"/>
                  </a:lnTo>
                  <a:lnTo>
                    <a:pt x="2763817" y="2405695"/>
                  </a:lnTo>
                  <a:cubicBezTo>
                    <a:pt x="2763817" y="1789443"/>
                    <a:pt x="2752570" y="1210678"/>
                    <a:pt x="2746946" y="613169"/>
                  </a:cubicBezTo>
                  <a:lnTo>
                    <a:pt x="2746017" y="433104"/>
                  </a:lnTo>
                  <a:lnTo>
                    <a:pt x="2439141" y="433104"/>
                  </a:lnTo>
                  <a:lnTo>
                    <a:pt x="2439141" y="435576"/>
                  </a:lnTo>
                  <a:lnTo>
                    <a:pt x="834964" y="435576"/>
                  </a:lnTo>
                  <a:close/>
                </a:path>
              </a:pathLst>
            </a:custGeom>
            <a:grpFill/>
            <a:ln w="12650" cap="flat">
              <a:noFill/>
              <a:prstDash val="solid"/>
              <a:miter/>
            </a:ln>
          </p:spPr>
          <p:txBody>
            <a:bodyPr wrap="square" rtlCol="0" anchor="ctr">
              <a:noAutofit/>
            </a:bodyPr>
            <a:lstStyle/>
            <a:p>
              <a:endParaRPr lang="en-US" dirty="0"/>
            </a:p>
          </p:txBody>
        </p:sp>
      </p:grpSp>
      <p:grpSp>
        <p:nvGrpSpPr>
          <p:cNvPr id="2778" name="Group 2777">
            <a:extLst>
              <a:ext uri="{FF2B5EF4-FFF2-40B4-BE49-F238E27FC236}">
                <a16:creationId xmlns:a16="http://schemas.microsoft.com/office/drawing/2014/main" id="{2C489A85-A5C5-7918-DDD8-686E6FD48BDB}"/>
              </a:ext>
              <a:ext uri="{C183D7F6-B498-43B3-948B-1728B52AA6E4}">
                <adec:decorative xmlns:adec="http://schemas.microsoft.com/office/drawing/2017/decorative" val="1"/>
              </a:ext>
            </a:extLst>
          </p:cNvPr>
          <p:cNvGrpSpPr>
            <a:grpSpLocks noChangeAspect="1"/>
          </p:cNvGrpSpPr>
          <p:nvPr/>
        </p:nvGrpSpPr>
        <p:grpSpPr>
          <a:xfrm>
            <a:off x="9090718" y="4343071"/>
            <a:ext cx="405500" cy="457200"/>
            <a:chOff x="9090718" y="4343071"/>
            <a:chExt cx="405500" cy="457200"/>
          </a:xfrm>
          <a:solidFill>
            <a:schemeClr val="accent2"/>
          </a:solidFill>
        </p:grpSpPr>
        <p:sp>
          <p:nvSpPr>
            <p:cNvPr id="2212" name="Freeform: Shape 2211">
              <a:extLst>
                <a:ext uri="{FF2B5EF4-FFF2-40B4-BE49-F238E27FC236}">
                  <a16:creationId xmlns:a16="http://schemas.microsoft.com/office/drawing/2014/main" id="{CBB5906C-6299-8EDB-9C99-493F75AE5426}"/>
                </a:ext>
                <a:ext uri="{C183D7F6-B498-43B3-948B-1728B52AA6E4}">
                  <adec:decorative xmlns:adec="http://schemas.microsoft.com/office/drawing/2017/decorative" val="1"/>
                </a:ext>
              </a:extLst>
            </p:cNvPr>
            <p:cNvSpPr/>
            <p:nvPr/>
          </p:nvSpPr>
          <p:spPr>
            <a:xfrm flipV="1">
              <a:off x="9187509" y="4343071"/>
              <a:ext cx="308709" cy="326055"/>
            </a:xfrm>
            <a:custGeom>
              <a:avLst/>
              <a:gdLst>
                <a:gd name="connsiteX0" fmla="*/ 3024857 w 4630363"/>
                <a:gd name="connsiteY0" fmla="*/ 3220968 h 4890543"/>
                <a:gd name="connsiteX1" fmla="*/ 3335608 w 4630363"/>
                <a:gd name="connsiteY1" fmla="*/ 3012508 h 4890543"/>
                <a:gd name="connsiteX2" fmla="*/ 1314561 w 4630363"/>
                <a:gd name="connsiteY2" fmla="*/ 0 h 4890543"/>
                <a:gd name="connsiteX3" fmla="*/ 0 w 4630363"/>
                <a:gd name="connsiteY3" fmla="*/ 1531908 h 4890543"/>
                <a:gd name="connsiteX4" fmla="*/ 283951 w 4630363"/>
                <a:gd name="connsiteY4" fmla="*/ 1775540 h 4890543"/>
                <a:gd name="connsiteX5" fmla="*/ 1278031 w 4630363"/>
                <a:gd name="connsiteY5" fmla="*/ 617149 h 4890543"/>
                <a:gd name="connsiteX6" fmla="*/ 4069102 w 4630363"/>
                <a:gd name="connsiteY6" fmla="*/ 4890543 h 4890543"/>
                <a:gd name="connsiteX7" fmla="*/ 4630363 w 4630363"/>
                <a:gd name="connsiteY7" fmla="*/ 4890543 h 4890543"/>
                <a:gd name="connsiteX8" fmla="*/ 4630363 w 4630363"/>
                <a:gd name="connsiteY8" fmla="*/ 4329280 h 4890543"/>
                <a:gd name="connsiteX9" fmla="*/ 4069102 w 4630363"/>
                <a:gd name="connsiteY9" fmla="*/ 4329280 h 489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363" h="4890543">
                  <a:moveTo>
                    <a:pt x="3024857" y="3220968"/>
                  </a:moveTo>
                  <a:lnTo>
                    <a:pt x="3335608" y="3012508"/>
                  </a:lnTo>
                  <a:lnTo>
                    <a:pt x="1314561" y="0"/>
                  </a:lnTo>
                  <a:lnTo>
                    <a:pt x="0" y="1531908"/>
                  </a:lnTo>
                  <a:lnTo>
                    <a:pt x="283951" y="1775540"/>
                  </a:lnTo>
                  <a:lnTo>
                    <a:pt x="1278031" y="617149"/>
                  </a:lnTo>
                  <a:close/>
                  <a:moveTo>
                    <a:pt x="4069102" y="4890543"/>
                  </a:moveTo>
                  <a:lnTo>
                    <a:pt x="4630363" y="4890543"/>
                  </a:lnTo>
                  <a:lnTo>
                    <a:pt x="4630363" y="4329280"/>
                  </a:lnTo>
                  <a:lnTo>
                    <a:pt x="4069102" y="4329280"/>
                  </a:lnTo>
                  <a:close/>
                </a:path>
              </a:pathLst>
            </a:custGeom>
            <a:solidFill>
              <a:schemeClr val="bg1"/>
            </a:solidFill>
            <a:ln w="12700" cap="flat">
              <a:noFill/>
              <a:prstDash val="solid"/>
              <a:miter/>
            </a:ln>
          </p:spPr>
          <p:txBody>
            <a:bodyPr wrap="square" rtlCol="0" anchor="ctr">
              <a:noAutofit/>
            </a:bodyPr>
            <a:lstStyle/>
            <a:p>
              <a:endParaRPr lang="en-US"/>
            </a:p>
          </p:txBody>
        </p:sp>
        <p:sp>
          <p:nvSpPr>
            <p:cNvPr id="2211" name="Freeform: Shape 2210">
              <a:extLst>
                <a:ext uri="{FF2B5EF4-FFF2-40B4-BE49-F238E27FC236}">
                  <a16:creationId xmlns:a16="http://schemas.microsoft.com/office/drawing/2014/main" id="{AECB23D4-683F-51EA-F48C-5A1E61E4EB14}"/>
                </a:ext>
                <a:ext uri="{C183D7F6-B498-43B3-948B-1728B52AA6E4}">
                  <adec:decorative xmlns:adec="http://schemas.microsoft.com/office/drawing/2017/decorative" val="1"/>
                </a:ext>
              </a:extLst>
            </p:cNvPr>
            <p:cNvSpPr/>
            <p:nvPr/>
          </p:nvSpPr>
          <p:spPr>
            <a:xfrm flipV="1">
              <a:off x="9090718" y="4350231"/>
              <a:ext cx="400180" cy="450040"/>
            </a:xfrm>
            <a:custGeom>
              <a:avLst/>
              <a:gdLst>
                <a:gd name="connsiteX0" fmla="*/ 2969708 w 6002352"/>
                <a:gd name="connsiteY0" fmla="*/ 376270 h 6750207"/>
                <a:gd name="connsiteX1" fmla="*/ 2969700 w 6002352"/>
                <a:gd name="connsiteY1" fmla="*/ 376236 h 6750207"/>
                <a:gd name="connsiteX2" fmla="*/ 2980805 w 6002352"/>
                <a:gd name="connsiteY2" fmla="*/ 172066 h 6750207"/>
                <a:gd name="connsiteX3" fmla="*/ 2981402 w 6002352"/>
                <a:gd name="connsiteY3" fmla="*/ 161012 h 6750207"/>
                <a:gd name="connsiteX4" fmla="*/ 2981402 w 6002352"/>
                <a:gd name="connsiteY4" fmla="*/ 161020 h 6750207"/>
                <a:gd name="connsiteX5" fmla="*/ 2980805 w 6002352"/>
                <a:gd name="connsiteY5" fmla="*/ 172066 h 6750207"/>
                <a:gd name="connsiteX6" fmla="*/ 2969708 w 6002352"/>
                <a:gd name="connsiteY6" fmla="*/ 376236 h 6750207"/>
                <a:gd name="connsiteX7" fmla="*/ 2969708 w 6002352"/>
                <a:gd name="connsiteY7" fmla="*/ 376253 h 6750207"/>
                <a:gd name="connsiteX8" fmla="*/ 3181853 w 6002352"/>
                <a:gd name="connsiteY8" fmla="*/ 414784 h 6750207"/>
                <a:gd name="connsiteX9" fmla="*/ 3217919 w 6002352"/>
                <a:gd name="connsiteY9" fmla="*/ 93449 h 6750207"/>
                <a:gd name="connsiteX10" fmla="*/ 3181861 w 6002352"/>
                <a:gd name="connsiteY10" fmla="*/ 414784 h 6750207"/>
                <a:gd name="connsiteX11" fmla="*/ 2949711 w 6002352"/>
                <a:gd name="connsiteY11" fmla="*/ 470838 h 6750207"/>
                <a:gd name="connsiteX12" fmla="*/ 2949711 w 6002352"/>
                <a:gd name="connsiteY12" fmla="*/ 470830 h 6750207"/>
                <a:gd name="connsiteX13" fmla="*/ 2922555 w 6002352"/>
                <a:gd name="connsiteY13" fmla="*/ 415129 h 6750207"/>
                <a:gd name="connsiteX14" fmla="*/ 3193622 w 6002352"/>
                <a:gd name="connsiteY14" fmla="*/ 483752 h 6750207"/>
                <a:gd name="connsiteX15" fmla="*/ 3193622 w 6002352"/>
                <a:gd name="connsiteY15" fmla="*/ 483743 h 6750207"/>
                <a:gd name="connsiteX16" fmla="*/ 3193622 w 6002352"/>
                <a:gd name="connsiteY16" fmla="*/ 483735 h 6750207"/>
                <a:gd name="connsiteX17" fmla="*/ 3192327 w 6002352"/>
                <a:gd name="connsiteY17" fmla="*/ 481009 h 6750207"/>
                <a:gd name="connsiteX18" fmla="*/ 3184511 w 6002352"/>
                <a:gd name="connsiteY18" fmla="*/ 550650 h 6750207"/>
                <a:gd name="connsiteX19" fmla="*/ 3192318 w 6002352"/>
                <a:gd name="connsiteY19" fmla="*/ 481043 h 6750207"/>
                <a:gd name="connsiteX20" fmla="*/ 3184511 w 6002352"/>
                <a:gd name="connsiteY20" fmla="*/ 550642 h 6750207"/>
                <a:gd name="connsiteX21" fmla="*/ 3241962 w 6002352"/>
                <a:gd name="connsiteY21" fmla="*/ 585757 h 6750207"/>
                <a:gd name="connsiteX22" fmla="*/ 3193631 w 6002352"/>
                <a:gd name="connsiteY22" fmla="*/ 483760 h 6750207"/>
                <a:gd name="connsiteX23" fmla="*/ 3193622 w 6002352"/>
                <a:gd name="connsiteY23" fmla="*/ 483743 h 6750207"/>
                <a:gd name="connsiteX24" fmla="*/ 2511641 w 6002352"/>
                <a:gd name="connsiteY24" fmla="*/ 592613 h 6750207"/>
                <a:gd name="connsiteX25" fmla="*/ 2471411 w 6002352"/>
                <a:gd name="connsiteY25" fmla="*/ 294969 h 6750207"/>
                <a:gd name="connsiteX26" fmla="*/ 2471420 w 6002352"/>
                <a:gd name="connsiteY26" fmla="*/ 294969 h 6750207"/>
                <a:gd name="connsiteX27" fmla="*/ 2511650 w 6002352"/>
                <a:gd name="connsiteY27" fmla="*/ 592647 h 6750207"/>
                <a:gd name="connsiteX28" fmla="*/ 2511641 w 6002352"/>
                <a:gd name="connsiteY28" fmla="*/ 592638 h 6750207"/>
                <a:gd name="connsiteX29" fmla="*/ 2511650 w 6002352"/>
                <a:gd name="connsiteY29" fmla="*/ 592638 h 6750207"/>
                <a:gd name="connsiteX30" fmla="*/ 2511641 w 6002352"/>
                <a:gd name="connsiteY30" fmla="*/ 592630 h 6750207"/>
                <a:gd name="connsiteX31" fmla="*/ 2511650 w 6002352"/>
                <a:gd name="connsiteY31" fmla="*/ 592621 h 6750207"/>
                <a:gd name="connsiteX32" fmla="*/ 2511650 w 6002352"/>
                <a:gd name="connsiteY32" fmla="*/ 592630 h 6750207"/>
                <a:gd name="connsiteX33" fmla="*/ 2511650 w 6002352"/>
                <a:gd name="connsiteY33" fmla="*/ 592638 h 6750207"/>
                <a:gd name="connsiteX34" fmla="*/ 2380612 w 6002352"/>
                <a:gd name="connsiteY34" fmla="*/ 742773 h 6750207"/>
                <a:gd name="connsiteX35" fmla="*/ 2365890 w 6002352"/>
                <a:gd name="connsiteY35" fmla="*/ 460776 h 6750207"/>
                <a:gd name="connsiteX36" fmla="*/ 2380621 w 6002352"/>
                <a:gd name="connsiteY36" fmla="*/ 742773 h 6750207"/>
                <a:gd name="connsiteX37" fmla="*/ 4147639 w 6002352"/>
                <a:gd name="connsiteY37" fmla="*/ 1052439 h 6750207"/>
                <a:gd name="connsiteX38" fmla="*/ 4210828 w 6002352"/>
                <a:gd name="connsiteY38" fmla="*/ 809394 h 6750207"/>
                <a:gd name="connsiteX39" fmla="*/ 4210836 w 6002352"/>
                <a:gd name="connsiteY39" fmla="*/ 809394 h 6750207"/>
                <a:gd name="connsiteX40" fmla="*/ 4147647 w 6002352"/>
                <a:gd name="connsiteY40" fmla="*/ 1052431 h 6750207"/>
                <a:gd name="connsiteX41" fmla="*/ 4050556 w 6002352"/>
                <a:gd name="connsiteY41" fmla="*/ 1179363 h 6750207"/>
                <a:gd name="connsiteX42" fmla="*/ 4050564 w 6002352"/>
                <a:gd name="connsiteY42" fmla="*/ 1179363 h 6750207"/>
                <a:gd name="connsiteX43" fmla="*/ 4067962 w 6002352"/>
                <a:gd name="connsiteY43" fmla="*/ 1112431 h 6750207"/>
                <a:gd name="connsiteX44" fmla="*/ 4067953 w 6002352"/>
                <a:gd name="connsiteY44" fmla="*/ 1112431 h 6750207"/>
                <a:gd name="connsiteX45" fmla="*/ 4342731 w 6002352"/>
                <a:gd name="connsiteY45" fmla="*/ 1308448 h 6750207"/>
                <a:gd name="connsiteX46" fmla="*/ 4443996 w 6002352"/>
                <a:gd name="connsiteY46" fmla="*/ 1010888 h 6750207"/>
                <a:gd name="connsiteX47" fmla="*/ 4444004 w 6002352"/>
                <a:gd name="connsiteY47" fmla="*/ 1010888 h 6750207"/>
                <a:gd name="connsiteX48" fmla="*/ 4342723 w 6002352"/>
                <a:gd name="connsiteY48" fmla="*/ 1308465 h 6750207"/>
                <a:gd name="connsiteX49" fmla="*/ 4342723 w 6002352"/>
                <a:gd name="connsiteY49" fmla="*/ 1308457 h 6750207"/>
                <a:gd name="connsiteX50" fmla="*/ 4342731 w 6002352"/>
                <a:gd name="connsiteY50" fmla="*/ 1308465 h 6750207"/>
                <a:gd name="connsiteX51" fmla="*/ 4252647 w 6002352"/>
                <a:gd name="connsiteY51" fmla="*/ 1351665 h 6750207"/>
                <a:gd name="connsiteX52" fmla="*/ 4252656 w 6002352"/>
                <a:gd name="connsiteY52" fmla="*/ 1351665 h 6750207"/>
                <a:gd name="connsiteX53" fmla="*/ 4273595 w 6002352"/>
                <a:gd name="connsiteY53" fmla="*/ 1290125 h 6750207"/>
                <a:gd name="connsiteX54" fmla="*/ 4273587 w 6002352"/>
                <a:gd name="connsiteY54" fmla="*/ 1290125 h 6750207"/>
                <a:gd name="connsiteX55" fmla="*/ 1558626 w 6002352"/>
                <a:gd name="connsiteY55" fmla="*/ 1382237 h 6750207"/>
                <a:gd name="connsiteX56" fmla="*/ 1471629 w 6002352"/>
                <a:gd name="connsiteY56" fmla="*/ 1088589 h 6750207"/>
                <a:gd name="connsiteX57" fmla="*/ 1471638 w 6002352"/>
                <a:gd name="connsiteY57" fmla="*/ 1088597 h 6750207"/>
                <a:gd name="connsiteX58" fmla="*/ 1558634 w 6002352"/>
                <a:gd name="connsiteY58" fmla="*/ 1382229 h 6750207"/>
                <a:gd name="connsiteX59" fmla="*/ 4600667 w 6002352"/>
                <a:gd name="connsiteY59" fmla="*/ 1411068 h 6750207"/>
                <a:gd name="connsiteX60" fmla="*/ 4600667 w 6002352"/>
                <a:gd name="connsiteY60" fmla="*/ 1411051 h 6750207"/>
                <a:gd name="connsiteX61" fmla="*/ 4643993 w 6002352"/>
                <a:gd name="connsiteY61" fmla="*/ 1196718 h 6750207"/>
                <a:gd name="connsiteX62" fmla="*/ 4600675 w 6002352"/>
                <a:gd name="connsiteY62" fmla="*/ 1411042 h 6750207"/>
                <a:gd name="connsiteX63" fmla="*/ 4600667 w 6002352"/>
                <a:gd name="connsiteY63" fmla="*/ 1411051 h 6750207"/>
                <a:gd name="connsiteX64" fmla="*/ 4600675 w 6002352"/>
                <a:gd name="connsiteY64" fmla="*/ 1411059 h 6750207"/>
                <a:gd name="connsiteX65" fmla="*/ 1673166 w 6002352"/>
                <a:gd name="connsiteY65" fmla="*/ 1429105 h 6750207"/>
                <a:gd name="connsiteX66" fmla="*/ 1673166 w 6002352"/>
                <a:gd name="connsiteY66" fmla="*/ 1429096 h 6750207"/>
                <a:gd name="connsiteX67" fmla="*/ 1652294 w 6002352"/>
                <a:gd name="connsiteY67" fmla="*/ 1358656 h 6750207"/>
                <a:gd name="connsiteX68" fmla="*/ 1652285 w 6002352"/>
                <a:gd name="connsiteY68" fmla="*/ 1358656 h 6750207"/>
                <a:gd name="connsiteX69" fmla="*/ 4438595 w 6002352"/>
                <a:gd name="connsiteY69" fmla="*/ 1510212 h 6750207"/>
                <a:gd name="connsiteX70" fmla="*/ 4438603 w 6002352"/>
                <a:gd name="connsiteY70" fmla="*/ 1510212 h 6750207"/>
                <a:gd name="connsiteX71" fmla="*/ 4449961 w 6002352"/>
                <a:gd name="connsiteY71" fmla="*/ 1454006 h 6750207"/>
                <a:gd name="connsiteX72" fmla="*/ 4449952 w 6002352"/>
                <a:gd name="connsiteY72" fmla="*/ 1454006 h 6750207"/>
                <a:gd name="connsiteX73" fmla="*/ 4600675 w 6002352"/>
                <a:gd name="connsiteY73" fmla="*/ 1604141 h 6750207"/>
                <a:gd name="connsiteX74" fmla="*/ 4600684 w 6002352"/>
                <a:gd name="connsiteY74" fmla="*/ 1604116 h 6750207"/>
                <a:gd name="connsiteX75" fmla="*/ 4600667 w 6002352"/>
                <a:gd name="connsiteY75" fmla="*/ 1604133 h 6750207"/>
                <a:gd name="connsiteX76" fmla="*/ 4687655 w 6002352"/>
                <a:gd name="connsiteY76" fmla="*/ 1652035 h 6750207"/>
                <a:gd name="connsiteX77" fmla="*/ 4814881 w 6002352"/>
                <a:gd name="connsiteY77" fmla="*/ 1366968 h 6750207"/>
                <a:gd name="connsiteX78" fmla="*/ 4814890 w 6002352"/>
                <a:gd name="connsiteY78" fmla="*/ 1366968 h 6750207"/>
                <a:gd name="connsiteX79" fmla="*/ 4687621 w 6002352"/>
                <a:gd name="connsiteY79" fmla="*/ 1652043 h 6750207"/>
                <a:gd name="connsiteX80" fmla="*/ 4600675 w 6002352"/>
                <a:gd name="connsiteY80" fmla="*/ 1411084 h 6750207"/>
                <a:gd name="connsiteX81" fmla="*/ 4600684 w 6002352"/>
                <a:gd name="connsiteY81" fmla="*/ 1411084 h 6750207"/>
                <a:gd name="connsiteX82" fmla="*/ 4687647 w 6002352"/>
                <a:gd name="connsiteY82" fmla="*/ 1652069 h 6750207"/>
                <a:gd name="connsiteX83" fmla="*/ 4687647 w 6002352"/>
                <a:gd name="connsiteY83" fmla="*/ 1652060 h 6750207"/>
                <a:gd name="connsiteX84" fmla="*/ 4687647 w 6002352"/>
                <a:gd name="connsiteY84" fmla="*/ 1652052 h 6750207"/>
                <a:gd name="connsiteX85" fmla="*/ 4687655 w 6002352"/>
                <a:gd name="connsiteY85" fmla="*/ 1652052 h 6750207"/>
                <a:gd name="connsiteX86" fmla="*/ 4932601 w 6002352"/>
                <a:gd name="connsiteY86" fmla="*/ 1754780 h 6750207"/>
                <a:gd name="connsiteX87" fmla="*/ 4932601 w 6002352"/>
                <a:gd name="connsiteY87" fmla="*/ 1754772 h 6750207"/>
                <a:gd name="connsiteX88" fmla="*/ 4932601 w 6002352"/>
                <a:gd name="connsiteY88" fmla="*/ 1754763 h 6750207"/>
                <a:gd name="connsiteX89" fmla="*/ 4982918 w 6002352"/>
                <a:gd name="connsiteY89" fmla="*/ 1546791 h 6750207"/>
                <a:gd name="connsiteX90" fmla="*/ 4982926 w 6002352"/>
                <a:gd name="connsiteY90" fmla="*/ 1546783 h 6750207"/>
                <a:gd name="connsiteX91" fmla="*/ 4932610 w 6002352"/>
                <a:gd name="connsiteY91" fmla="*/ 1754763 h 6750207"/>
                <a:gd name="connsiteX92" fmla="*/ 4932601 w 6002352"/>
                <a:gd name="connsiteY92" fmla="*/ 1754763 h 6750207"/>
                <a:gd name="connsiteX93" fmla="*/ 4932610 w 6002352"/>
                <a:gd name="connsiteY93" fmla="*/ 1754772 h 6750207"/>
                <a:gd name="connsiteX94" fmla="*/ 1192123 w 6002352"/>
                <a:gd name="connsiteY94" fmla="*/ 1764985 h 6750207"/>
                <a:gd name="connsiteX95" fmla="*/ 1074000 w 6002352"/>
                <a:gd name="connsiteY95" fmla="*/ 1485571 h 6750207"/>
                <a:gd name="connsiteX96" fmla="*/ 1074008 w 6002352"/>
                <a:gd name="connsiteY96" fmla="*/ 1485571 h 6750207"/>
                <a:gd name="connsiteX97" fmla="*/ 1192123 w 6002352"/>
                <a:gd name="connsiteY97" fmla="*/ 1764977 h 6750207"/>
                <a:gd name="connsiteX98" fmla="*/ 4739150 w 6002352"/>
                <a:gd name="connsiteY98" fmla="*/ 1802842 h 6750207"/>
                <a:gd name="connsiteX99" fmla="*/ 4748858 w 6002352"/>
                <a:gd name="connsiteY99" fmla="*/ 1762730 h 6750207"/>
                <a:gd name="connsiteX100" fmla="*/ 4748849 w 6002352"/>
                <a:gd name="connsiteY100" fmla="*/ 1762730 h 6750207"/>
                <a:gd name="connsiteX101" fmla="*/ 4739150 w 6002352"/>
                <a:gd name="connsiteY101" fmla="*/ 1802834 h 6750207"/>
                <a:gd name="connsiteX102" fmla="*/ 1159903 w 6002352"/>
                <a:gd name="connsiteY102" fmla="*/ 1889031 h 6750207"/>
                <a:gd name="connsiteX103" fmla="*/ 1159903 w 6002352"/>
                <a:gd name="connsiteY103" fmla="*/ 1889023 h 6750207"/>
                <a:gd name="connsiteX104" fmla="*/ 1156310 w 6002352"/>
                <a:gd name="connsiteY104" fmla="*/ 1872711 h 6750207"/>
                <a:gd name="connsiteX105" fmla="*/ 1156302 w 6002352"/>
                <a:gd name="connsiteY105" fmla="*/ 1872711 h 6750207"/>
                <a:gd name="connsiteX106" fmla="*/ 4892472 w 6002352"/>
                <a:gd name="connsiteY106" fmla="*/ 1929329 h 6750207"/>
                <a:gd name="connsiteX107" fmla="*/ 4892481 w 6002352"/>
                <a:gd name="connsiteY107" fmla="*/ 1929329 h 6750207"/>
                <a:gd name="connsiteX108" fmla="*/ 4892489 w 6002352"/>
                <a:gd name="connsiteY108" fmla="*/ 1929303 h 6750207"/>
                <a:gd name="connsiteX109" fmla="*/ 1170250 w 6002352"/>
                <a:gd name="connsiteY109" fmla="*/ 1935933 h 6750207"/>
                <a:gd name="connsiteX110" fmla="*/ 1170259 w 6002352"/>
                <a:gd name="connsiteY110" fmla="*/ 1935924 h 6750207"/>
                <a:gd name="connsiteX111" fmla="*/ 1159911 w 6002352"/>
                <a:gd name="connsiteY111" fmla="*/ 1889031 h 6750207"/>
                <a:gd name="connsiteX112" fmla="*/ 1159911 w 6002352"/>
                <a:gd name="connsiteY112" fmla="*/ 1889048 h 6750207"/>
                <a:gd name="connsiteX113" fmla="*/ 5047612 w 6002352"/>
                <a:gd name="connsiteY113" fmla="*/ 1971695 h 6750207"/>
                <a:gd name="connsiteX114" fmla="*/ 5145772 w 6002352"/>
                <a:gd name="connsiteY114" fmla="*/ 1735708 h 6750207"/>
                <a:gd name="connsiteX115" fmla="*/ 5047621 w 6002352"/>
                <a:gd name="connsiteY115" fmla="*/ 1971695 h 6750207"/>
                <a:gd name="connsiteX116" fmla="*/ 1022808 w 6002352"/>
                <a:gd name="connsiteY116" fmla="*/ 2093100 h 6750207"/>
                <a:gd name="connsiteX117" fmla="*/ 1005612 w 6002352"/>
                <a:gd name="connsiteY117" fmla="*/ 2059045 h 6750207"/>
                <a:gd name="connsiteX118" fmla="*/ 1005604 w 6002352"/>
                <a:gd name="connsiteY118" fmla="*/ 2059045 h 6750207"/>
                <a:gd name="connsiteX119" fmla="*/ 845862 w 6002352"/>
                <a:gd name="connsiteY119" fmla="*/ 2095675 h 6750207"/>
                <a:gd name="connsiteX120" fmla="*/ 738338 w 6002352"/>
                <a:gd name="connsiteY120" fmla="*/ 1882789 h 6750207"/>
                <a:gd name="connsiteX121" fmla="*/ 738347 w 6002352"/>
                <a:gd name="connsiteY121" fmla="*/ 1882789 h 6750207"/>
                <a:gd name="connsiteX122" fmla="*/ 845871 w 6002352"/>
                <a:gd name="connsiteY122" fmla="*/ 2095675 h 6750207"/>
                <a:gd name="connsiteX123" fmla="*/ 845904 w 6002352"/>
                <a:gd name="connsiteY123" fmla="*/ 2095683 h 6750207"/>
                <a:gd name="connsiteX124" fmla="*/ 956128 w 6002352"/>
                <a:gd name="connsiteY124" fmla="*/ 1884177 h 6750207"/>
                <a:gd name="connsiteX125" fmla="*/ 956137 w 6002352"/>
                <a:gd name="connsiteY125" fmla="*/ 1884177 h 6750207"/>
                <a:gd name="connsiteX126" fmla="*/ 845913 w 6002352"/>
                <a:gd name="connsiteY126" fmla="*/ 2095675 h 6750207"/>
                <a:gd name="connsiteX127" fmla="*/ 5114149 w 6002352"/>
                <a:gd name="connsiteY127" fmla="*/ 2220562 h 6750207"/>
                <a:gd name="connsiteX128" fmla="*/ 5114149 w 6002352"/>
                <a:gd name="connsiteY128" fmla="*/ 2220554 h 6750207"/>
                <a:gd name="connsiteX129" fmla="*/ 5114140 w 6002352"/>
                <a:gd name="connsiteY129" fmla="*/ 2220554 h 6750207"/>
                <a:gd name="connsiteX130" fmla="*/ 916050 w 6002352"/>
                <a:gd name="connsiteY130" fmla="*/ 2264115 h 6750207"/>
                <a:gd name="connsiteX131" fmla="*/ 887514 w 6002352"/>
                <a:gd name="connsiteY131" fmla="*/ 2220344 h 6750207"/>
                <a:gd name="connsiteX132" fmla="*/ 887505 w 6002352"/>
                <a:gd name="connsiteY132" fmla="*/ 2220344 h 6750207"/>
                <a:gd name="connsiteX133" fmla="*/ 5082778 w 6002352"/>
                <a:gd name="connsiteY133" fmla="*/ 2289833 h 6750207"/>
                <a:gd name="connsiteX134" fmla="*/ 5114149 w 6002352"/>
                <a:gd name="connsiteY134" fmla="*/ 2220571 h 6750207"/>
                <a:gd name="connsiteX135" fmla="*/ 5114140 w 6002352"/>
                <a:gd name="connsiteY135" fmla="*/ 2220571 h 6750207"/>
                <a:gd name="connsiteX136" fmla="*/ 5082769 w 6002352"/>
                <a:gd name="connsiteY136" fmla="*/ 2289825 h 6750207"/>
                <a:gd name="connsiteX137" fmla="*/ 5264906 w 6002352"/>
                <a:gd name="connsiteY137" fmla="*/ 2357867 h 6750207"/>
                <a:gd name="connsiteX138" fmla="*/ 5397120 w 6002352"/>
                <a:gd name="connsiteY138" fmla="*/ 2065944 h 6750207"/>
                <a:gd name="connsiteX139" fmla="*/ 5397129 w 6002352"/>
                <a:gd name="connsiteY139" fmla="*/ 2065944 h 6750207"/>
                <a:gd name="connsiteX140" fmla="*/ 5264914 w 6002352"/>
                <a:gd name="connsiteY140" fmla="*/ 2357867 h 6750207"/>
                <a:gd name="connsiteX141" fmla="*/ 5218400 w 6002352"/>
                <a:gd name="connsiteY141" fmla="*/ 2377991 h 6750207"/>
                <a:gd name="connsiteX142" fmla="*/ 5218408 w 6002352"/>
                <a:gd name="connsiteY142" fmla="*/ 2377991 h 6750207"/>
                <a:gd name="connsiteX143" fmla="*/ 5218408 w 6002352"/>
                <a:gd name="connsiteY143" fmla="*/ 2377974 h 6750207"/>
                <a:gd name="connsiteX144" fmla="*/ 757721 w 6002352"/>
                <a:gd name="connsiteY144" fmla="*/ 2409968 h 6750207"/>
                <a:gd name="connsiteX145" fmla="*/ 771847 w 6002352"/>
                <a:gd name="connsiteY145" fmla="*/ 2322483 h 6750207"/>
                <a:gd name="connsiteX146" fmla="*/ 771855 w 6002352"/>
                <a:gd name="connsiteY146" fmla="*/ 2322483 h 6750207"/>
                <a:gd name="connsiteX147" fmla="*/ 594690 w 6002352"/>
                <a:gd name="connsiteY147" fmla="*/ 2449079 h 6750207"/>
                <a:gd name="connsiteX148" fmla="*/ 469634 w 6002352"/>
                <a:gd name="connsiteY148" fmla="*/ 2270913 h 6750207"/>
                <a:gd name="connsiteX149" fmla="*/ 469643 w 6002352"/>
                <a:gd name="connsiteY149" fmla="*/ 2270913 h 6750207"/>
                <a:gd name="connsiteX150" fmla="*/ 5422762 w 6002352"/>
                <a:gd name="connsiteY150" fmla="*/ 2506757 h 6750207"/>
                <a:gd name="connsiteX151" fmla="*/ 5515345 w 6002352"/>
                <a:gd name="connsiteY151" fmla="*/ 2244463 h 6750207"/>
                <a:gd name="connsiteX152" fmla="*/ 5515354 w 6002352"/>
                <a:gd name="connsiteY152" fmla="*/ 2244455 h 6750207"/>
                <a:gd name="connsiteX153" fmla="*/ 5289538 w 6002352"/>
                <a:gd name="connsiteY153" fmla="*/ 2629441 h 6750207"/>
                <a:gd name="connsiteX154" fmla="*/ 5302965 w 6002352"/>
                <a:gd name="connsiteY154" fmla="*/ 2588041 h 6750207"/>
                <a:gd name="connsiteX155" fmla="*/ 5289530 w 6002352"/>
                <a:gd name="connsiteY155" fmla="*/ 2629432 h 6750207"/>
                <a:gd name="connsiteX156" fmla="*/ 5534770 w 6002352"/>
                <a:gd name="connsiteY156" fmla="*/ 2718263 h 6750207"/>
                <a:gd name="connsiteX157" fmla="*/ 5627100 w 6002352"/>
                <a:gd name="connsiteY157" fmla="*/ 2433768 h 6750207"/>
                <a:gd name="connsiteX158" fmla="*/ 5534778 w 6002352"/>
                <a:gd name="connsiteY158" fmla="*/ 2718263 h 6750207"/>
                <a:gd name="connsiteX159" fmla="*/ 5534762 w 6002352"/>
                <a:gd name="connsiteY159" fmla="*/ 2718280 h 6750207"/>
                <a:gd name="connsiteX160" fmla="*/ 5534770 w 6002352"/>
                <a:gd name="connsiteY160" fmla="*/ 2718271 h 6750207"/>
                <a:gd name="connsiteX161" fmla="*/ 5534770 w 6002352"/>
                <a:gd name="connsiteY161" fmla="*/ 2718280 h 6750207"/>
                <a:gd name="connsiteX162" fmla="*/ 450495 w 6002352"/>
                <a:gd name="connsiteY162" fmla="*/ 2789090 h 6750207"/>
                <a:gd name="connsiteX163" fmla="*/ 594699 w 6002352"/>
                <a:gd name="connsiteY163" fmla="*/ 2449121 h 6750207"/>
                <a:gd name="connsiteX164" fmla="*/ 594707 w 6002352"/>
                <a:gd name="connsiteY164" fmla="*/ 2449121 h 6750207"/>
                <a:gd name="connsiteX165" fmla="*/ 450504 w 6002352"/>
                <a:gd name="connsiteY165" fmla="*/ 2789090 h 6750207"/>
                <a:gd name="connsiteX166" fmla="*/ 450462 w 6002352"/>
                <a:gd name="connsiteY166" fmla="*/ 2789107 h 6750207"/>
                <a:gd name="connsiteX167" fmla="*/ 450462 w 6002352"/>
                <a:gd name="connsiteY167" fmla="*/ 2789098 h 6750207"/>
                <a:gd name="connsiteX168" fmla="*/ 450462 w 6002352"/>
                <a:gd name="connsiteY168" fmla="*/ 2789090 h 6750207"/>
                <a:gd name="connsiteX169" fmla="*/ 450470 w 6002352"/>
                <a:gd name="connsiteY169" fmla="*/ 2789107 h 6750207"/>
                <a:gd name="connsiteX170" fmla="*/ 370911 w 6002352"/>
                <a:gd name="connsiteY170" fmla="*/ 3006182 h 6750207"/>
                <a:gd name="connsiteX171" fmla="*/ 450462 w 6002352"/>
                <a:gd name="connsiteY171" fmla="*/ 2789115 h 6750207"/>
                <a:gd name="connsiteX172" fmla="*/ 450462 w 6002352"/>
                <a:gd name="connsiteY172" fmla="*/ 2789124 h 6750207"/>
                <a:gd name="connsiteX173" fmla="*/ 313830 w 6002352"/>
                <a:gd name="connsiteY173" fmla="*/ 3100211 h 6750207"/>
                <a:gd name="connsiteX174" fmla="*/ 370868 w 6002352"/>
                <a:gd name="connsiteY174" fmla="*/ 3006215 h 6750207"/>
                <a:gd name="connsiteX175" fmla="*/ 370877 w 6002352"/>
                <a:gd name="connsiteY175" fmla="*/ 3006215 h 6750207"/>
                <a:gd name="connsiteX176" fmla="*/ 281163 w 6002352"/>
                <a:gd name="connsiteY176" fmla="*/ 3431120 h 6750207"/>
                <a:gd name="connsiteX177" fmla="*/ 262495 w 6002352"/>
                <a:gd name="connsiteY177" fmla="*/ 3184802 h 6750207"/>
                <a:gd name="connsiteX178" fmla="*/ 262495 w 6002352"/>
                <a:gd name="connsiteY178" fmla="*/ 3184794 h 6750207"/>
                <a:gd name="connsiteX179" fmla="*/ 281171 w 6002352"/>
                <a:gd name="connsiteY179" fmla="*/ 3431120 h 6750207"/>
                <a:gd name="connsiteX180" fmla="*/ 5709394 w 6002352"/>
                <a:gd name="connsiteY180" fmla="*/ 3493736 h 6750207"/>
                <a:gd name="connsiteX181" fmla="*/ 5709394 w 6002352"/>
                <a:gd name="connsiteY181" fmla="*/ 3493728 h 6750207"/>
                <a:gd name="connsiteX182" fmla="*/ 5739992 w 6002352"/>
                <a:gd name="connsiteY182" fmla="*/ 3257059 h 6750207"/>
                <a:gd name="connsiteX183" fmla="*/ 5709402 w 6002352"/>
                <a:gd name="connsiteY183" fmla="*/ 3493736 h 6750207"/>
                <a:gd name="connsiteX184" fmla="*/ 5777150 w 6002352"/>
                <a:gd name="connsiteY184" fmla="*/ 3966055 h 6750207"/>
                <a:gd name="connsiteX185" fmla="*/ 5809716 w 6002352"/>
                <a:gd name="connsiteY185" fmla="*/ 3678430 h 6750207"/>
                <a:gd name="connsiteX186" fmla="*/ 5809725 w 6002352"/>
                <a:gd name="connsiteY186" fmla="*/ 3678430 h 6750207"/>
                <a:gd name="connsiteX187" fmla="*/ 5717117 w 6002352"/>
                <a:gd name="connsiteY187" fmla="*/ 4200376 h 6750207"/>
                <a:gd name="connsiteX188" fmla="*/ 5717108 w 6002352"/>
                <a:gd name="connsiteY188" fmla="*/ 4200368 h 6750207"/>
                <a:gd name="connsiteX189" fmla="*/ 5777126 w 6002352"/>
                <a:gd name="connsiteY189" fmla="*/ 3966089 h 6750207"/>
                <a:gd name="connsiteX190" fmla="*/ 5777134 w 6002352"/>
                <a:gd name="connsiteY190" fmla="*/ 3966089 h 6750207"/>
                <a:gd name="connsiteX191" fmla="*/ 5790611 w 6002352"/>
                <a:gd name="connsiteY191" fmla="*/ 4408349 h 6750207"/>
                <a:gd name="connsiteX192" fmla="*/ 5717117 w 6002352"/>
                <a:gd name="connsiteY192" fmla="*/ 4200401 h 6750207"/>
                <a:gd name="connsiteX193" fmla="*/ 5790620 w 6002352"/>
                <a:gd name="connsiteY193" fmla="*/ 4408349 h 6750207"/>
                <a:gd name="connsiteX194" fmla="*/ 213861 w 6002352"/>
                <a:gd name="connsiteY194" fmla="*/ 4481288 h 6750207"/>
                <a:gd name="connsiteX195" fmla="*/ 212809 w 6002352"/>
                <a:gd name="connsiteY195" fmla="*/ 4271077 h 6750207"/>
                <a:gd name="connsiteX196" fmla="*/ 212818 w 6002352"/>
                <a:gd name="connsiteY196" fmla="*/ 4271077 h 6750207"/>
                <a:gd name="connsiteX197" fmla="*/ 213869 w 6002352"/>
                <a:gd name="connsiteY197" fmla="*/ 4481279 h 6750207"/>
                <a:gd name="connsiteX198" fmla="*/ 213869 w 6002352"/>
                <a:gd name="connsiteY198" fmla="*/ 4481288 h 6750207"/>
                <a:gd name="connsiteX199" fmla="*/ 213861 w 6002352"/>
                <a:gd name="connsiteY199" fmla="*/ 4481279 h 6750207"/>
                <a:gd name="connsiteX200" fmla="*/ 5806360 w 6002352"/>
                <a:gd name="connsiteY200" fmla="*/ 4606276 h 6750207"/>
                <a:gd name="connsiteX201" fmla="*/ 5790628 w 6002352"/>
                <a:gd name="connsiteY201" fmla="*/ 4408382 h 6750207"/>
                <a:gd name="connsiteX202" fmla="*/ 5806368 w 6002352"/>
                <a:gd name="connsiteY202" fmla="*/ 4606276 h 6750207"/>
                <a:gd name="connsiteX203" fmla="*/ 5712978 w 6002352"/>
                <a:gd name="connsiteY203" fmla="*/ 4873609 h 6750207"/>
                <a:gd name="connsiteX204" fmla="*/ 5718270 w 6002352"/>
                <a:gd name="connsiteY204" fmla="*/ 4784249 h 6750207"/>
                <a:gd name="connsiteX205" fmla="*/ 5718278 w 6002352"/>
                <a:gd name="connsiteY205" fmla="*/ 4784249 h 6750207"/>
                <a:gd name="connsiteX206" fmla="*/ 5718270 w 6002352"/>
                <a:gd name="connsiteY206" fmla="*/ 4784240 h 6750207"/>
                <a:gd name="connsiteX207" fmla="*/ 5718270 w 6002352"/>
                <a:gd name="connsiteY207" fmla="*/ 4784232 h 6750207"/>
                <a:gd name="connsiteX208" fmla="*/ 5718278 w 6002352"/>
                <a:gd name="connsiteY208" fmla="*/ 4784249 h 6750207"/>
                <a:gd name="connsiteX209" fmla="*/ 5712986 w 6002352"/>
                <a:gd name="connsiteY209" fmla="*/ 4873609 h 6750207"/>
                <a:gd name="connsiteX210" fmla="*/ 5712448 w 6002352"/>
                <a:gd name="connsiteY210" fmla="*/ 4882687 h 6750207"/>
                <a:gd name="connsiteX211" fmla="*/ 5712440 w 6002352"/>
                <a:gd name="connsiteY211" fmla="*/ 4882670 h 6750207"/>
                <a:gd name="connsiteX212" fmla="*/ 5712440 w 6002352"/>
                <a:gd name="connsiteY212" fmla="*/ 4882661 h 6750207"/>
                <a:gd name="connsiteX213" fmla="*/ 5712448 w 6002352"/>
                <a:gd name="connsiteY213" fmla="*/ 4882678 h 6750207"/>
                <a:gd name="connsiteX214" fmla="*/ 5607398 w 6002352"/>
                <a:gd name="connsiteY214" fmla="*/ 4901136 h 6750207"/>
                <a:gd name="connsiteX215" fmla="*/ 5647872 w 6002352"/>
                <a:gd name="connsiteY215" fmla="*/ 4746535 h 6750207"/>
                <a:gd name="connsiteX216" fmla="*/ 5607398 w 6002352"/>
                <a:gd name="connsiteY216" fmla="*/ 4901127 h 6750207"/>
                <a:gd name="connsiteX217" fmla="*/ 5929968 w 6002352"/>
                <a:gd name="connsiteY217" fmla="*/ 4993416 h 6750207"/>
                <a:gd name="connsiteX218" fmla="*/ 5929304 w 6002352"/>
                <a:gd name="connsiteY218" fmla="*/ 4992507 h 6750207"/>
                <a:gd name="connsiteX219" fmla="*/ 5929312 w 6002352"/>
                <a:gd name="connsiteY219" fmla="*/ 4992507 h 6750207"/>
                <a:gd name="connsiteX220" fmla="*/ 5929977 w 6002352"/>
                <a:gd name="connsiteY220" fmla="*/ 4993416 h 6750207"/>
                <a:gd name="connsiteX221" fmla="*/ 5747858 w 6002352"/>
                <a:gd name="connsiteY221" fmla="*/ 5144299 h 6750207"/>
                <a:gd name="connsiteX222" fmla="*/ 5747858 w 6002352"/>
                <a:gd name="connsiteY222" fmla="*/ 5144291 h 6750207"/>
                <a:gd name="connsiteX223" fmla="*/ 5740311 w 6002352"/>
                <a:gd name="connsiteY223" fmla="*/ 5046845 h 6750207"/>
                <a:gd name="connsiteX224" fmla="*/ 5740320 w 6002352"/>
                <a:gd name="connsiteY224" fmla="*/ 5046845 h 6750207"/>
                <a:gd name="connsiteX225" fmla="*/ 5747866 w 6002352"/>
                <a:gd name="connsiteY225" fmla="*/ 5144299 h 6750207"/>
                <a:gd name="connsiteX226" fmla="*/ 5701368 w 6002352"/>
                <a:gd name="connsiteY226" fmla="*/ 5258023 h 6750207"/>
                <a:gd name="connsiteX227" fmla="*/ 5747849 w 6002352"/>
                <a:gd name="connsiteY227" fmla="*/ 5144316 h 6750207"/>
                <a:gd name="connsiteX228" fmla="*/ 5747858 w 6002352"/>
                <a:gd name="connsiteY228" fmla="*/ 5144316 h 6750207"/>
                <a:gd name="connsiteX229" fmla="*/ 5952894 w 6002352"/>
                <a:gd name="connsiteY229" fmla="*/ 5277902 h 6750207"/>
                <a:gd name="connsiteX230" fmla="*/ 5929010 w 6002352"/>
                <a:gd name="connsiteY230" fmla="*/ 5160485 h 6750207"/>
                <a:gd name="connsiteX231" fmla="*/ 5929018 w 6002352"/>
                <a:gd name="connsiteY231" fmla="*/ 5160485 h 6750207"/>
                <a:gd name="connsiteX232" fmla="*/ 5847473 w 6002352"/>
                <a:gd name="connsiteY232" fmla="*/ 5290799 h 6750207"/>
                <a:gd name="connsiteX233" fmla="*/ 5864719 w 6002352"/>
                <a:gd name="connsiteY233" fmla="*/ 5217970 h 6750207"/>
                <a:gd name="connsiteX234" fmla="*/ 5864728 w 6002352"/>
                <a:gd name="connsiteY234" fmla="*/ 5217978 h 6750207"/>
                <a:gd name="connsiteX235" fmla="*/ 5864728 w 6002352"/>
                <a:gd name="connsiteY235" fmla="*/ 5217970 h 6750207"/>
                <a:gd name="connsiteX236" fmla="*/ 5864728 w 6002352"/>
                <a:gd name="connsiteY236" fmla="*/ 5217961 h 6750207"/>
                <a:gd name="connsiteX237" fmla="*/ 5849862 w 6002352"/>
                <a:gd name="connsiteY237" fmla="*/ 5112062 h 6750207"/>
                <a:gd name="connsiteX238" fmla="*/ 5864736 w 6002352"/>
                <a:gd name="connsiteY238" fmla="*/ 5217961 h 6750207"/>
                <a:gd name="connsiteX239" fmla="*/ 5897142 w 6002352"/>
                <a:gd name="connsiteY239" fmla="*/ 5346811 h 6750207"/>
                <a:gd name="connsiteX240" fmla="*/ 5953078 w 6002352"/>
                <a:gd name="connsiteY240" fmla="*/ 5278845 h 6750207"/>
                <a:gd name="connsiteX241" fmla="*/ 5953087 w 6002352"/>
                <a:gd name="connsiteY241" fmla="*/ 5278845 h 6750207"/>
                <a:gd name="connsiteX242" fmla="*/ 5897150 w 6002352"/>
                <a:gd name="connsiteY242" fmla="*/ 5346811 h 6750207"/>
                <a:gd name="connsiteX243" fmla="*/ 5691685 w 6002352"/>
                <a:gd name="connsiteY243" fmla="*/ 5374667 h 6750207"/>
                <a:gd name="connsiteX244" fmla="*/ 5701360 w 6002352"/>
                <a:gd name="connsiteY244" fmla="*/ 5258040 h 6750207"/>
                <a:gd name="connsiteX245" fmla="*/ 5701368 w 6002352"/>
                <a:gd name="connsiteY245" fmla="*/ 5258031 h 6750207"/>
                <a:gd name="connsiteX246" fmla="*/ 197675 w 6002352"/>
                <a:gd name="connsiteY246" fmla="*/ 5420415 h 6750207"/>
                <a:gd name="connsiteX247" fmla="*/ 248564 w 6002352"/>
                <a:gd name="connsiteY247" fmla="*/ 5008660 h 6750207"/>
                <a:gd name="connsiteX248" fmla="*/ 248564 w 6002352"/>
                <a:gd name="connsiteY248" fmla="*/ 5008651 h 6750207"/>
                <a:gd name="connsiteX249" fmla="*/ 248572 w 6002352"/>
                <a:gd name="connsiteY249" fmla="*/ 5008660 h 6750207"/>
                <a:gd name="connsiteX250" fmla="*/ 248564 w 6002352"/>
                <a:gd name="connsiteY250" fmla="*/ 5008660 h 6750207"/>
                <a:gd name="connsiteX251" fmla="*/ 248572 w 6002352"/>
                <a:gd name="connsiteY251" fmla="*/ 5008668 h 6750207"/>
                <a:gd name="connsiteX252" fmla="*/ 5967927 w 6002352"/>
                <a:gd name="connsiteY252" fmla="*/ 5424790 h 6750207"/>
                <a:gd name="connsiteX253" fmla="*/ 5897150 w 6002352"/>
                <a:gd name="connsiteY253" fmla="*/ 5346828 h 6750207"/>
                <a:gd name="connsiteX254" fmla="*/ 5967936 w 6002352"/>
                <a:gd name="connsiteY254" fmla="*/ 5424790 h 6750207"/>
                <a:gd name="connsiteX255" fmla="*/ 5839616 w 6002352"/>
                <a:gd name="connsiteY255" fmla="*/ 5433228 h 6750207"/>
                <a:gd name="connsiteX256" fmla="*/ 5791966 w 6002352"/>
                <a:gd name="connsiteY256" fmla="*/ 5341040 h 6750207"/>
                <a:gd name="connsiteX257" fmla="*/ 5839624 w 6002352"/>
                <a:gd name="connsiteY257" fmla="*/ 5433228 h 6750207"/>
                <a:gd name="connsiteX258" fmla="*/ 6002335 w 6002352"/>
                <a:gd name="connsiteY258" fmla="*/ 5497745 h 6750207"/>
                <a:gd name="connsiteX259" fmla="*/ 5967944 w 6002352"/>
                <a:gd name="connsiteY259" fmla="*/ 5424798 h 6750207"/>
                <a:gd name="connsiteX260" fmla="*/ 5967944 w 6002352"/>
                <a:gd name="connsiteY260" fmla="*/ 5424790 h 6750207"/>
                <a:gd name="connsiteX261" fmla="*/ 231090 w 6002352"/>
                <a:gd name="connsiteY261" fmla="*/ 5661912 h 6750207"/>
                <a:gd name="connsiteX262" fmla="*/ 231082 w 6002352"/>
                <a:gd name="connsiteY262" fmla="*/ 5661904 h 6750207"/>
                <a:gd name="connsiteX263" fmla="*/ 197675 w 6002352"/>
                <a:gd name="connsiteY263" fmla="*/ 5420474 h 6750207"/>
                <a:gd name="connsiteX264" fmla="*/ 5703858 w 6002352"/>
                <a:gd name="connsiteY264" fmla="*/ 5692089 h 6750207"/>
                <a:gd name="connsiteX265" fmla="*/ 5839616 w 6002352"/>
                <a:gd name="connsiteY265" fmla="*/ 5433261 h 6750207"/>
                <a:gd name="connsiteX266" fmla="*/ 5703867 w 6002352"/>
                <a:gd name="connsiteY266" fmla="*/ 5692089 h 6750207"/>
                <a:gd name="connsiteX267" fmla="*/ 5647863 w 6002352"/>
                <a:gd name="connsiteY267" fmla="*/ 5715898 h 6750207"/>
                <a:gd name="connsiteX268" fmla="*/ 5642370 w 6002352"/>
                <a:gd name="connsiteY268" fmla="*/ 5704237 h 6750207"/>
                <a:gd name="connsiteX269" fmla="*/ 5642370 w 6002352"/>
                <a:gd name="connsiteY269" fmla="*/ 5704245 h 6750207"/>
                <a:gd name="connsiteX270" fmla="*/ 6002335 w 6002352"/>
                <a:gd name="connsiteY270" fmla="*/ 5789669 h 6750207"/>
                <a:gd name="connsiteX271" fmla="*/ 5924635 w 6002352"/>
                <a:gd name="connsiteY271" fmla="*/ 5492883 h 6750207"/>
                <a:gd name="connsiteX272" fmla="*/ 5924643 w 6002352"/>
                <a:gd name="connsiteY272" fmla="*/ 5492883 h 6750207"/>
                <a:gd name="connsiteX273" fmla="*/ 5718270 w 6002352"/>
                <a:gd name="connsiteY273" fmla="*/ 5935639 h 6750207"/>
                <a:gd name="connsiteX274" fmla="*/ 5718270 w 6002352"/>
                <a:gd name="connsiteY274" fmla="*/ 5935631 h 6750207"/>
                <a:gd name="connsiteX275" fmla="*/ 5703842 w 6002352"/>
                <a:gd name="connsiteY275" fmla="*/ 5692123 h 6750207"/>
                <a:gd name="connsiteX276" fmla="*/ 5703850 w 6002352"/>
                <a:gd name="connsiteY276" fmla="*/ 5692114 h 6750207"/>
                <a:gd name="connsiteX277" fmla="*/ 5703850 w 6002352"/>
                <a:gd name="connsiteY277" fmla="*/ 5692123 h 6750207"/>
                <a:gd name="connsiteX278" fmla="*/ 5718278 w 6002352"/>
                <a:gd name="connsiteY278" fmla="*/ 5935631 h 6750207"/>
                <a:gd name="connsiteX279" fmla="*/ 1890061 w 6002352"/>
                <a:gd name="connsiteY279" fmla="*/ 6023790 h 6750207"/>
                <a:gd name="connsiteX280" fmla="*/ 2264377 w 6002352"/>
                <a:gd name="connsiteY280" fmla="*/ 6023790 h 6750207"/>
                <a:gd name="connsiteX281" fmla="*/ 2264377 w 6002352"/>
                <a:gd name="connsiteY281" fmla="*/ 5836703 h 6750207"/>
                <a:gd name="connsiteX282" fmla="*/ 1890061 w 6002352"/>
                <a:gd name="connsiteY282" fmla="*/ 5836703 h 6750207"/>
                <a:gd name="connsiteX283" fmla="*/ 952698 w 6002352"/>
                <a:gd name="connsiteY283" fmla="*/ 6026043 h 6750207"/>
                <a:gd name="connsiteX284" fmla="*/ 1703097 w 6002352"/>
                <a:gd name="connsiteY284" fmla="*/ 6026043 h 6750207"/>
                <a:gd name="connsiteX285" fmla="*/ 1703097 w 6002352"/>
                <a:gd name="connsiteY285" fmla="*/ 5838957 h 6750207"/>
                <a:gd name="connsiteX286" fmla="*/ 953166 w 6002352"/>
                <a:gd name="connsiteY286" fmla="*/ 5838957 h 6750207"/>
                <a:gd name="connsiteX287" fmla="*/ 953166 w 6002352"/>
                <a:gd name="connsiteY287" fmla="*/ 4719152 h 6750207"/>
                <a:gd name="connsiteX288" fmla="*/ 766080 w 6002352"/>
                <a:gd name="connsiteY288" fmla="*/ 4719152 h 6750207"/>
                <a:gd name="connsiteX289" fmla="*/ 766080 w 6002352"/>
                <a:gd name="connsiteY289" fmla="*/ 5839425 h 6750207"/>
                <a:gd name="connsiteX290" fmla="*/ 952698 w 6002352"/>
                <a:gd name="connsiteY290" fmla="*/ 6026043 h 6750207"/>
                <a:gd name="connsiteX291" fmla="*/ 5647872 w 6002352"/>
                <a:gd name="connsiteY291" fmla="*/ 6033067 h 6750207"/>
                <a:gd name="connsiteX292" fmla="*/ 5674313 w 6002352"/>
                <a:gd name="connsiteY292" fmla="*/ 6033067 h 6750207"/>
                <a:gd name="connsiteX293" fmla="*/ 6002352 w 6002352"/>
                <a:gd name="connsiteY293" fmla="*/ 6033067 h 6750207"/>
                <a:gd name="connsiteX294" fmla="*/ 6002352 w 6002352"/>
                <a:gd name="connsiteY294" fmla="*/ 5789719 h 6750207"/>
                <a:gd name="connsiteX295" fmla="*/ 6002352 w 6002352"/>
                <a:gd name="connsiteY295" fmla="*/ 5789660 h 6750207"/>
                <a:gd name="connsiteX296" fmla="*/ 6002352 w 6002352"/>
                <a:gd name="connsiteY296" fmla="*/ 5497779 h 6750207"/>
                <a:gd name="connsiteX297" fmla="*/ 6002352 w 6002352"/>
                <a:gd name="connsiteY297" fmla="*/ 5351809 h 6750207"/>
                <a:gd name="connsiteX298" fmla="*/ 6002352 w 6002352"/>
                <a:gd name="connsiteY298" fmla="*/ 5351801 h 6750207"/>
                <a:gd name="connsiteX299" fmla="*/ 6002352 w 6002352"/>
                <a:gd name="connsiteY299" fmla="*/ 5205872 h 6750207"/>
                <a:gd name="connsiteX300" fmla="*/ 6002352 w 6002352"/>
                <a:gd name="connsiteY300" fmla="*/ 5205855 h 6750207"/>
                <a:gd name="connsiteX301" fmla="*/ 6002352 w 6002352"/>
                <a:gd name="connsiteY301" fmla="*/ 5205847 h 6750207"/>
                <a:gd name="connsiteX302" fmla="*/ 6002352 w 6002352"/>
                <a:gd name="connsiteY302" fmla="*/ 5059910 h 6750207"/>
                <a:gd name="connsiteX303" fmla="*/ 6002352 w 6002352"/>
                <a:gd name="connsiteY303" fmla="*/ 5059902 h 6750207"/>
                <a:gd name="connsiteX304" fmla="*/ 6002352 w 6002352"/>
                <a:gd name="connsiteY304" fmla="*/ 4992507 h 6750207"/>
                <a:gd name="connsiteX305" fmla="*/ 6002352 w 6002352"/>
                <a:gd name="connsiteY305" fmla="*/ 4930211 h 6750207"/>
                <a:gd name="connsiteX306" fmla="*/ 6002352 w 6002352"/>
                <a:gd name="connsiteY306" fmla="*/ 4930160 h 6750207"/>
                <a:gd name="connsiteX307" fmla="*/ 6002352 w 6002352"/>
                <a:gd name="connsiteY307" fmla="*/ 4913923 h 6750207"/>
                <a:gd name="connsiteX308" fmla="*/ 6002352 w 6002352"/>
                <a:gd name="connsiteY308" fmla="*/ 4638295 h 6750207"/>
                <a:gd name="connsiteX309" fmla="*/ 6002352 w 6002352"/>
                <a:gd name="connsiteY309" fmla="*/ 4638287 h 6750207"/>
                <a:gd name="connsiteX310" fmla="*/ 6002352 w 6002352"/>
                <a:gd name="connsiteY310" fmla="*/ 4638253 h 6750207"/>
                <a:gd name="connsiteX311" fmla="*/ 6002352 w 6002352"/>
                <a:gd name="connsiteY311" fmla="*/ 4638236 h 6750207"/>
                <a:gd name="connsiteX312" fmla="*/ 6002352 w 6002352"/>
                <a:gd name="connsiteY312" fmla="*/ 4346321 h 6750207"/>
                <a:gd name="connsiteX313" fmla="*/ 6002352 w 6002352"/>
                <a:gd name="connsiteY313" fmla="*/ 4054457 h 6750207"/>
                <a:gd name="connsiteX314" fmla="*/ 6002352 w 6002352"/>
                <a:gd name="connsiteY314" fmla="*/ 4054423 h 6750207"/>
                <a:gd name="connsiteX315" fmla="*/ 6002352 w 6002352"/>
                <a:gd name="connsiteY315" fmla="*/ 4054406 h 6750207"/>
                <a:gd name="connsiteX316" fmla="*/ 6002352 w 6002352"/>
                <a:gd name="connsiteY316" fmla="*/ 3762525 h 6750207"/>
                <a:gd name="connsiteX317" fmla="*/ 6002352 w 6002352"/>
                <a:gd name="connsiteY317" fmla="*/ 3762499 h 6750207"/>
                <a:gd name="connsiteX318" fmla="*/ 6002352 w 6002352"/>
                <a:gd name="connsiteY318" fmla="*/ 3762491 h 6750207"/>
                <a:gd name="connsiteX319" fmla="*/ 5994638 w 6002352"/>
                <a:gd name="connsiteY319" fmla="*/ 3575887 h 6750207"/>
                <a:gd name="connsiteX320" fmla="*/ 5994629 w 6002352"/>
                <a:gd name="connsiteY320" fmla="*/ 3575895 h 6750207"/>
                <a:gd name="connsiteX321" fmla="*/ 5963124 w 6002352"/>
                <a:gd name="connsiteY321" fmla="*/ 3339698 h 6750207"/>
                <a:gd name="connsiteX322" fmla="*/ 5963115 w 6002352"/>
                <a:gd name="connsiteY322" fmla="*/ 3339698 h 6750207"/>
                <a:gd name="connsiteX323" fmla="*/ 5901937 w 6002352"/>
                <a:gd name="connsiteY323" fmla="*/ 3082679 h 6750207"/>
                <a:gd name="connsiteX324" fmla="*/ 5901929 w 6002352"/>
                <a:gd name="connsiteY324" fmla="*/ 3082696 h 6750207"/>
                <a:gd name="connsiteX325" fmla="*/ 5901912 w 6002352"/>
                <a:gd name="connsiteY325" fmla="*/ 3082688 h 6750207"/>
                <a:gd name="connsiteX326" fmla="*/ 5814276 w 6002352"/>
                <a:gd name="connsiteY326" fmla="*/ 2827864 h 6750207"/>
                <a:gd name="connsiteX327" fmla="*/ 5814268 w 6002352"/>
                <a:gd name="connsiteY327" fmla="*/ 2827873 h 6750207"/>
                <a:gd name="connsiteX328" fmla="*/ 5814260 w 6002352"/>
                <a:gd name="connsiteY328" fmla="*/ 2827873 h 6750207"/>
                <a:gd name="connsiteX329" fmla="*/ 5713718 w 6002352"/>
                <a:gd name="connsiteY329" fmla="*/ 2600215 h 6750207"/>
                <a:gd name="connsiteX330" fmla="*/ 5713710 w 6002352"/>
                <a:gd name="connsiteY330" fmla="*/ 2600223 h 6750207"/>
                <a:gd name="connsiteX331" fmla="*/ 5627117 w 6002352"/>
                <a:gd name="connsiteY331" fmla="*/ 2433726 h 6750207"/>
                <a:gd name="connsiteX332" fmla="*/ 5627100 w 6002352"/>
                <a:gd name="connsiteY332" fmla="*/ 2433751 h 6750207"/>
                <a:gd name="connsiteX333" fmla="*/ 5627109 w 6002352"/>
                <a:gd name="connsiteY333" fmla="*/ 2433726 h 6750207"/>
                <a:gd name="connsiteX334" fmla="*/ 5627092 w 6002352"/>
                <a:gd name="connsiteY334" fmla="*/ 2433734 h 6750207"/>
                <a:gd name="connsiteX335" fmla="*/ 5515362 w 6002352"/>
                <a:gd name="connsiteY335" fmla="*/ 2244430 h 6750207"/>
                <a:gd name="connsiteX336" fmla="*/ 5515345 w 6002352"/>
                <a:gd name="connsiteY336" fmla="*/ 2244430 h 6750207"/>
                <a:gd name="connsiteX337" fmla="*/ 5397146 w 6002352"/>
                <a:gd name="connsiteY337" fmla="*/ 2065910 h 6750207"/>
                <a:gd name="connsiteX338" fmla="*/ 5397138 w 6002352"/>
                <a:gd name="connsiteY338" fmla="*/ 2065927 h 6750207"/>
                <a:gd name="connsiteX339" fmla="*/ 5397138 w 6002352"/>
                <a:gd name="connsiteY339" fmla="*/ 2065935 h 6750207"/>
                <a:gd name="connsiteX340" fmla="*/ 5397129 w 6002352"/>
                <a:gd name="connsiteY340" fmla="*/ 2065927 h 6750207"/>
                <a:gd name="connsiteX341" fmla="*/ 5397138 w 6002352"/>
                <a:gd name="connsiteY341" fmla="*/ 2065910 h 6750207"/>
                <a:gd name="connsiteX342" fmla="*/ 5397120 w 6002352"/>
                <a:gd name="connsiteY342" fmla="*/ 2065910 h 6750207"/>
                <a:gd name="connsiteX343" fmla="*/ 5286055 w 6002352"/>
                <a:gd name="connsiteY343" fmla="*/ 1913058 h 6750207"/>
                <a:gd name="connsiteX344" fmla="*/ 5286038 w 6002352"/>
                <a:gd name="connsiteY344" fmla="*/ 1913058 h 6750207"/>
                <a:gd name="connsiteX345" fmla="*/ 5145789 w 6002352"/>
                <a:gd name="connsiteY345" fmla="*/ 1735666 h 6750207"/>
                <a:gd name="connsiteX346" fmla="*/ 5145781 w 6002352"/>
                <a:gd name="connsiteY346" fmla="*/ 1735700 h 6750207"/>
                <a:gd name="connsiteX347" fmla="*/ 5145772 w 6002352"/>
                <a:gd name="connsiteY347" fmla="*/ 1735692 h 6750207"/>
                <a:gd name="connsiteX348" fmla="*/ 5145789 w 6002352"/>
                <a:gd name="connsiteY348" fmla="*/ 1735666 h 6750207"/>
                <a:gd name="connsiteX349" fmla="*/ 5145756 w 6002352"/>
                <a:gd name="connsiteY349" fmla="*/ 1735675 h 6750207"/>
                <a:gd name="connsiteX350" fmla="*/ 4982926 w 6002352"/>
                <a:gd name="connsiteY350" fmla="*/ 1546766 h 6750207"/>
                <a:gd name="connsiteX351" fmla="*/ 4982910 w 6002352"/>
                <a:gd name="connsiteY351" fmla="*/ 1546766 h 6750207"/>
                <a:gd name="connsiteX352" fmla="*/ 4814907 w 6002352"/>
                <a:gd name="connsiteY352" fmla="*/ 1366926 h 6750207"/>
                <a:gd name="connsiteX353" fmla="*/ 4814890 w 6002352"/>
                <a:gd name="connsiteY353" fmla="*/ 1366959 h 6750207"/>
                <a:gd name="connsiteX354" fmla="*/ 4814890 w 6002352"/>
                <a:gd name="connsiteY354" fmla="*/ 1366951 h 6750207"/>
                <a:gd name="connsiteX355" fmla="*/ 4814898 w 6002352"/>
                <a:gd name="connsiteY355" fmla="*/ 1366926 h 6750207"/>
                <a:gd name="connsiteX356" fmla="*/ 4814864 w 6002352"/>
                <a:gd name="connsiteY356" fmla="*/ 1366934 h 6750207"/>
                <a:gd name="connsiteX357" fmla="*/ 4644001 w 6002352"/>
                <a:gd name="connsiteY357" fmla="*/ 1196693 h 6750207"/>
                <a:gd name="connsiteX358" fmla="*/ 4643993 w 6002352"/>
                <a:gd name="connsiteY358" fmla="*/ 1196710 h 6750207"/>
                <a:gd name="connsiteX359" fmla="*/ 4643993 w 6002352"/>
                <a:gd name="connsiteY359" fmla="*/ 1196693 h 6750207"/>
                <a:gd name="connsiteX360" fmla="*/ 4643976 w 6002352"/>
                <a:gd name="connsiteY360" fmla="*/ 1196693 h 6750207"/>
                <a:gd name="connsiteX361" fmla="*/ 4444021 w 6002352"/>
                <a:gd name="connsiteY361" fmla="*/ 1010846 h 6750207"/>
                <a:gd name="connsiteX362" fmla="*/ 4444004 w 6002352"/>
                <a:gd name="connsiteY362" fmla="*/ 1010880 h 6750207"/>
                <a:gd name="connsiteX363" fmla="*/ 4444013 w 6002352"/>
                <a:gd name="connsiteY363" fmla="*/ 1010846 h 6750207"/>
                <a:gd name="connsiteX364" fmla="*/ 4443971 w 6002352"/>
                <a:gd name="connsiteY364" fmla="*/ 1010855 h 6750207"/>
                <a:gd name="connsiteX365" fmla="*/ 4210836 w 6002352"/>
                <a:gd name="connsiteY365" fmla="*/ 809368 h 6750207"/>
                <a:gd name="connsiteX366" fmla="*/ 4210836 w 6002352"/>
                <a:gd name="connsiteY366" fmla="*/ 809385 h 6750207"/>
                <a:gd name="connsiteX367" fmla="*/ 4210828 w 6002352"/>
                <a:gd name="connsiteY367" fmla="*/ 809385 h 6750207"/>
                <a:gd name="connsiteX368" fmla="*/ 4210836 w 6002352"/>
                <a:gd name="connsiteY368" fmla="*/ 809368 h 6750207"/>
                <a:gd name="connsiteX369" fmla="*/ 4210819 w 6002352"/>
                <a:gd name="connsiteY369" fmla="*/ 809368 h 6750207"/>
                <a:gd name="connsiteX370" fmla="*/ 3977264 w 6002352"/>
                <a:gd name="connsiteY370" fmla="*/ 621503 h 6750207"/>
                <a:gd name="connsiteX371" fmla="*/ 3929504 w 6002352"/>
                <a:gd name="connsiteY371" fmla="*/ 927879 h 6750207"/>
                <a:gd name="connsiteX372" fmla="*/ 3977255 w 6002352"/>
                <a:gd name="connsiteY372" fmla="*/ 621545 h 6750207"/>
                <a:gd name="connsiteX373" fmla="*/ 3977255 w 6002352"/>
                <a:gd name="connsiteY373" fmla="*/ 621536 h 6750207"/>
                <a:gd name="connsiteX374" fmla="*/ 3977255 w 6002352"/>
                <a:gd name="connsiteY374" fmla="*/ 621503 h 6750207"/>
                <a:gd name="connsiteX375" fmla="*/ 3977213 w 6002352"/>
                <a:gd name="connsiteY375" fmla="*/ 621511 h 6750207"/>
                <a:gd name="connsiteX376" fmla="*/ 3754611 w 6002352"/>
                <a:gd name="connsiteY376" fmla="*/ 453920 h 6750207"/>
                <a:gd name="connsiteX377" fmla="*/ 3766448 w 6002352"/>
                <a:gd name="connsiteY377" fmla="*/ 669817 h 6750207"/>
                <a:gd name="connsiteX378" fmla="*/ 3766448 w 6002352"/>
                <a:gd name="connsiteY378" fmla="*/ 669826 h 6750207"/>
                <a:gd name="connsiteX379" fmla="*/ 3754603 w 6002352"/>
                <a:gd name="connsiteY379" fmla="*/ 453920 h 6750207"/>
                <a:gd name="connsiteX380" fmla="*/ 3754586 w 6002352"/>
                <a:gd name="connsiteY380" fmla="*/ 453928 h 6750207"/>
                <a:gd name="connsiteX381" fmla="*/ 3477368 w 6002352"/>
                <a:gd name="connsiteY381" fmla="*/ 259711 h 6750207"/>
                <a:gd name="connsiteX382" fmla="*/ 3461620 w 6002352"/>
                <a:gd name="connsiteY382" fmla="*/ 577117 h 6750207"/>
                <a:gd name="connsiteX383" fmla="*/ 3461611 w 6002352"/>
                <a:gd name="connsiteY383" fmla="*/ 577117 h 6750207"/>
                <a:gd name="connsiteX384" fmla="*/ 3477360 w 6002352"/>
                <a:gd name="connsiteY384" fmla="*/ 259711 h 6750207"/>
                <a:gd name="connsiteX385" fmla="*/ 3477352 w 6002352"/>
                <a:gd name="connsiteY385" fmla="*/ 259736 h 6750207"/>
                <a:gd name="connsiteX386" fmla="*/ 3217927 w 6002352"/>
                <a:gd name="connsiteY386" fmla="*/ 93407 h 6750207"/>
                <a:gd name="connsiteX387" fmla="*/ 3217919 w 6002352"/>
                <a:gd name="connsiteY387" fmla="*/ 93441 h 6750207"/>
                <a:gd name="connsiteX388" fmla="*/ 3217919 w 6002352"/>
                <a:gd name="connsiteY388" fmla="*/ 93432 h 6750207"/>
                <a:gd name="connsiteX389" fmla="*/ 3217919 w 6002352"/>
                <a:gd name="connsiteY389" fmla="*/ 93407 h 6750207"/>
                <a:gd name="connsiteX390" fmla="*/ 3217876 w 6002352"/>
                <a:gd name="connsiteY390" fmla="*/ 93415 h 6750207"/>
                <a:gd name="connsiteX391" fmla="*/ 3088707 w 6002352"/>
                <a:gd name="connsiteY391" fmla="*/ 18701 h 6750207"/>
                <a:gd name="connsiteX392" fmla="*/ 3088707 w 6002352"/>
                <a:gd name="connsiteY392" fmla="*/ 18710 h 6750207"/>
                <a:gd name="connsiteX393" fmla="*/ 3049318 w 6002352"/>
                <a:gd name="connsiteY393" fmla="*/ 5561 h 6750207"/>
                <a:gd name="connsiteX394" fmla="*/ 3049318 w 6002352"/>
                <a:gd name="connsiteY394" fmla="*/ 5569 h 6750207"/>
                <a:gd name="connsiteX395" fmla="*/ 3000364 w 6002352"/>
                <a:gd name="connsiteY395" fmla="*/ 0 h 6750207"/>
                <a:gd name="connsiteX396" fmla="*/ 2951419 w 6002352"/>
                <a:gd name="connsiteY396" fmla="*/ 5569 h 6750207"/>
                <a:gd name="connsiteX397" fmla="*/ 2951410 w 6002352"/>
                <a:gd name="connsiteY397" fmla="*/ 5561 h 6750207"/>
                <a:gd name="connsiteX398" fmla="*/ 2912022 w 6002352"/>
                <a:gd name="connsiteY398" fmla="*/ 18701 h 6750207"/>
                <a:gd name="connsiteX399" fmla="*/ 2756007 w 6002352"/>
                <a:gd name="connsiteY399" fmla="*/ 109753 h 6750207"/>
                <a:gd name="connsiteX400" fmla="*/ 2755973 w 6002352"/>
                <a:gd name="connsiteY400" fmla="*/ 109753 h 6750207"/>
                <a:gd name="connsiteX401" fmla="*/ 2690051 w 6002352"/>
                <a:gd name="connsiteY401" fmla="*/ 319601 h 6750207"/>
                <a:gd name="connsiteX402" fmla="*/ 2690042 w 6002352"/>
                <a:gd name="connsiteY402" fmla="*/ 319601 h 6750207"/>
                <a:gd name="connsiteX403" fmla="*/ 2755965 w 6002352"/>
                <a:gd name="connsiteY403" fmla="*/ 109753 h 6750207"/>
                <a:gd name="connsiteX404" fmla="*/ 2471470 w 6002352"/>
                <a:gd name="connsiteY404" fmla="*/ 294927 h 6750207"/>
                <a:gd name="connsiteX405" fmla="*/ 2471411 w 6002352"/>
                <a:gd name="connsiteY405" fmla="*/ 294918 h 6750207"/>
                <a:gd name="connsiteX406" fmla="*/ 2471420 w 6002352"/>
                <a:gd name="connsiteY406" fmla="*/ 294960 h 6750207"/>
                <a:gd name="connsiteX407" fmla="*/ 2471411 w 6002352"/>
                <a:gd name="connsiteY407" fmla="*/ 294960 h 6750207"/>
                <a:gd name="connsiteX408" fmla="*/ 2471411 w 6002352"/>
                <a:gd name="connsiteY408" fmla="*/ 294918 h 6750207"/>
                <a:gd name="connsiteX409" fmla="*/ 2471395 w 6002352"/>
                <a:gd name="connsiteY409" fmla="*/ 294935 h 6750207"/>
                <a:gd name="connsiteX410" fmla="*/ 2174802 w 6002352"/>
                <a:gd name="connsiteY410" fmla="*/ 506550 h 6750207"/>
                <a:gd name="connsiteX411" fmla="*/ 2174735 w 6002352"/>
                <a:gd name="connsiteY411" fmla="*/ 506567 h 6750207"/>
                <a:gd name="connsiteX412" fmla="*/ 2174727 w 6002352"/>
                <a:gd name="connsiteY412" fmla="*/ 506559 h 6750207"/>
                <a:gd name="connsiteX413" fmla="*/ 2174727 w 6002352"/>
                <a:gd name="connsiteY413" fmla="*/ 506576 h 6750207"/>
                <a:gd name="connsiteX414" fmla="*/ 2182264 w 6002352"/>
                <a:gd name="connsiteY414" fmla="*/ 762248 h 6750207"/>
                <a:gd name="connsiteX415" fmla="*/ 2179017 w 6002352"/>
                <a:gd name="connsiteY415" fmla="*/ 917254 h 6750207"/>
                <a:gd name="connsiteX416" fmla="*/ 2272332 w 6002352"/>
                <a:gd name="connsiteY416" fmla="*/ 845367 h 6750207"/>
                <a:gd name="connsiteX417" fmla="*/ 2273577 w 6002352"/>
                <a:gd name="connsiteY417" fmla="*/ 887414 h 6750207"/>
                <a:gd name="connsiteX418" fmla="*/ 2274342 w 6002352"/>
                <a:gd name="connsiteY418" fmla="*/ 913359 h 6750207"/>
                <a:gd name="connsiteX419" fmla="*/ 2274342 w 6002352"/>
                <a:gd name="connsiteY419" fmla="*/ 913350 h 6750207"/>
                <a:gd name="connsiteX420" fmla="*/ 2273577 w 6002352"/>
                <a:gd name="connsiteY420" fmla="*/ 887405 h 6750207"/>
                <a:gd name="connsiteX421" fmla="*/ 2272340 w 6002352"/>
                <a:gd name="connsiteY421" fmla="*/ 845375 h 6750207"/>
                <a:gd name="connsiteX422" fmla="*/ 2272340 w 6002352"/>
                <a:gd name="connsiteY422" fmla="*/ 845367 h 6750207"/>
                <a:gd name="connsiteX423" fmla="*/ 2272348 w 6002352"/>
                <a:gd name="connsiteY423" fmla="*/ 845375 h 6750207"/>
                <a:gd name="connsiteX424" fmla="*/ 2272407 w 6002352"/>
                <a:gd name="connsiteY424" fmla="*/ 845358 h 6750207"/>
                <a:gd name="connsiteX425" fmla="*/ 2340820 w 6002352"/>
                <a:gd name="connsiteY425" fmla="*/ 796547 h 6750207"/>
                <a:gd name="connsiteX426" fmla="*/ 2373773 w 6002352"/>
                <a:gd name="connsiteY426" fmla="*/ 752018 h 6750207"/>
                <a:gd name="connsiteX427" fmla="*/ 2340828 w 6002352"/>
                <a:gd name="connsiteY427" fmla="*/ 796547 h 6750207"/>
                <a:gd name="connsiteX428" fmla="*/ 2501622 w 6002352"/>
                <a:gd name="connsiteY428" fmla="*/ 681814 h 6750207"/>
                <a:gd name="connsiteX429" fmla="*/ 2533969 w 6002352"/>
                <a:gd name="connsiteY429" fmla="*/ 658738 h 6750207"/>
                <a:gd name="connsiteX430" fmla="*/ 2533977 w 6002352"/>
                <a:gd name="connsiteY430" fmla="*/ 658721 h 6750207"/>
                <a:gd name="connsiteX431" fmla="*/ 2533986 w 6002352"/>
                <a:gd name="connsiteY431" fmla="*/ 658763 h 6750207"/>
                <a:gd name="connsiteX432" fmla="*/ 2540648 w 6002352"/>
                <a:gd name="connsiteY432" fmla="*/ 708079 h 6750207"/>
                <a:gd name="connsiteX433" fmla="*/ 2540657 w 6002352"/>
                <a:gd name="connsiteY433" fmla="*/ 708070 h 6750207"/>
                <a:gd name="connsiteX434" fmla="*/ 2533994 w 6002352"/>
                <a:gd name="connsiteY434" fmla="*/ 658763 h 6750207"/>
                <a:gd name="connsiteX435" fmla="*/ 2533986 w 6002352"/>
                <a:gd name="connsiteY435" fmla="*/ 658721 h 6750207"/>
                <a:gd name="connsiteX436" fmla="*/ 2534036 w 6002352"/>
                <a:gd name="connsiteY436" fmla="*/ 658729 h 6750207"/>
                <a:gd name="connsiteX437" fmla="*/ 2784930 w 6002352"/>
                <a:gd name="connsiteY437" fmla="*/ 495420 h 6750207"/>
                <a:gd name="connsiteX438" fmla="*/ 2759448 w 6002352"/>
                <a:gd name="connsiteY438" fmla="*/ 576536 h 6750207"/>
                <a:gd name="connsiteX439" fmla="*/ 2759456 w 6002352"/>
                <a:gd name="connsiteY439" fmla="*/ 576528 h 6750207"/>
                <a:gd name="connsiteX440" fmla="*/ 2784938 w 6002352"/>
                <a:gd name="connsiteY440" fmla="*/ 495420 h 6750207"/>
                <a:gd name="connsiteX441" fmla="*/ 2784964 w 6002352"/>
                <a:gd name="connsiteY441" fmla="*/ 495429 h 6750207"/>
                <a:gd name="connsiteX442" fmla="*/ 2790289 w 6002352"/>
                <a:gd name="connsiteY442" fmla="*/ 492324 h 6750207"/>
                <a:gd name="connsiteX443" fmla="*/ 2922555 w 6002352"/>
                <a:gd name="connsiteY443" fmla="*/ 415129 h 6750207"/>
                <a:gd name="connsiteX444" fmla="*/ 2957291 w 6002352"/>
                <a:gd name="connsiteY444" fmla="*/ 403536 h 6750207"/>
                <a:gd name="connsiteX445" fmla="*/ 2957291 w 6002352"/>
                <a:gd name="connsiteY445" fmla="*/ 403544 h 6750207"/>
                <a:gd name="connsiteX446" fmla="*/ 2973822 w 6002352"/>
                <a:gd name="connsiteY446" fmla="*/ 401660 h 6750207"/>
                <a:gd name="connsiteX447" fmla="*/ 2969708 w 6002352"/>
                <a:gd name="connsiteY447" fmla="*/ 376278 h 6750207"/>
                <a:gd name="connsiteX448" fmla="*/ 2969717 w 6002352"/>
                <a:gd name="connsiteY448" fmla="*/ 376278 h 6750207"/>
                <a:gd name="connsiteX449" fmla="*/ 2973830 w 6002352"/>
                <a:gd name="connsiteY449" fmla="*/ 401660 h 6750207"/>
                <a:gd name="connsiteX450" fmla="*/ 3000457 w 6002352"/>
                <a:gd name="connsiteY450" fmla="*/ 398640 h 6750207"/>
                <a:gd name="connsiteX451" fmla="*/ 3043631 w 6002352"/>
                <a:gd name="connsiteY451" fmla="*/ 403544 h 6750207"/>
                <a:gd name="connsiteX452" fmla="*/ 3038289 w 6002352"/>
                <a:gd name="connsiteY452" fmla="*/ 464167 h 6750207"/>
                <a:gd name="connsiteX453" fmla="*/ 3043640 w 6002352"/>
                <a:gd name="connsiteY453" fmla="*/ 403544 h 6750207"/>
                <a:gd name="connsiteX454" fmla="*/ 3078368 w 6002352"/>
                <a:gd name="connsiteY454" fmla="*/ 415137 h 6750207"/>
                <a:gd name="connsiteX455" fmla="*/ 3192285 w 6002352"/>
                <a:gd name="connsiteY455" fmla="*/ 481017 h 6750207"/>
                <a:gd name="connsiteX456" fmla="*/ 3192318 w 6002352"/>
                <a:gd name="connsiteY456" fmla="*/ 481009 h 6750207"/>
                <a:gd name="connsiteX457" fmla="*/ 3192318 w 6002352"/>
                <a:gd name="connsiteY457" fmla="*/ 481034 h 6750207"/>
                <a:gd name="connsiteX458" fmla="*/ 3192318 w 6002352"/>
                <a:gd name="connsiteY458" fmla="*/ 481043 h 6750207"/>
                <a:gd name="connsiteX459" fmla="*/ 3192327 w 6002352"/>
                <a:gd name="connsiteY459" fmla="*/ 481009 h 6750207"/>
                <a:gd name="connsiteX460" fmla="*/ 3193261 w 6002352"/>
                <a:gd name="connsiteY460" fmla="*/ 481606 h 6750207"/>
                <a:gd name="connsiteX461" fmla="*/ 3311662 w 6002352"/>
                <a:gd name="connsiteY461" fmla="*/ 557523 h 6750207"/>
                <a:gd name="connsiteX462" fmla="*/ 3369584 w 6002352"/>
                <a:gd name="connsiteY462" fmla="*/ 413513 h 6750207"/>
                <a:gd name="connsiteX463" fmla="*/ 3369592 w 6002352"/>
                <a:gd name="connsiteY463" fmla="*/ 413513 h 6750207"/>
                <a:gd name="connsiteX464" fmla="*/ 3311670 w 6002352"/>
                <a:gd name="connsiteY464" fmla="*/ 557523 h 6750207"/>
                <a:gd name="connsiteX465" fmla="*/ 3421112 w 6002352"/>
                <a:gd name="connsiteY465" fmla="*/ 627694 h 6750207"/>
                <a:gd name="connsiteX466" fmla="*/ 3421121 w 6002352"/>
                <a:gd name="connsiteY466" fmla="*/ 627678 h 6750207"/>
                <a:gd name="connsiteX467" fmla="*/ 3417873 w 6002352"/>
                <a:gd name="connsiteY467" fmla="*/ 693255 h 6750207"/>
                <a:gd name="connsiteX468" fmla="*/ 3421129 w 6002352"/>
                <a:gd name="connsiteY468" fmla="*/ 627678 h 6750207"/>
                <a:gd name="connsiteX469" fmla="*/ 3441421 w 6002352"/>
                <a:gd name="connsiteY469" fmla="*/ 641895 h 6750207"/>
                <a:gd name="connsiteX470" fmla="*/ 3461594 w 6002352"/>
                <a:gd name="connsiteY470" fmla="*/ 577150 h 6750207"/>
                <a:gd name="connsiteX471" fmla="*/ 3461603 w 6002352"/>
                <a:gd name="connsiteY471" fmla="*/ 577150 h 6750207"/>
                <a:gd name="connsiteX472" fmla="*/ 3441421 w 6002352"/>
                <a:gd name="connsiteY472" fmla="*/ 641895 h 6750207"/>
                <a:gd name="connsiteX473" fmla="*/ 3558022 w 6002352"/>
                <a:gd name="connsiteY473" fmla="*/ 723583 h 6750207"/>
                <a:gd name="connsiteX474" fmla="*/ 3665596 w 6002352"/>
                <a:gd name="connsiteY474" fmla="*/ 798953 h 6750207"/>
                <a:gd name="connsiteX475" fmla="*/ 3665621 w 6002352"/>
                <a:gd name="connsiteY475" fmla="*/ 798937 h 6750207"/>
                <a:gd name="connsiteX476" fmla="*/ 3861941 w 6002352"/>
                <a:gd name="connsiteY476" fmla="*/ 946741 h 6750207"/>
                <a:gd name="connsiteX477" fmla="*/ 3861975 w 6002352"/>
                <a:gd name="connsiteY477" fmla="*/ 946732 h 6750207"/>
                <a:gd name="connsiteX478" fmla="*/ 3861967 w 6002352"/>
                <a:gd name="connsiteY478" fmla="*/ 946766 h 6750207"/>
                <a:gd name="connsiteX479" fmla="*/ 3850046 w 6002352"/>
                <a:gd name="connsiteY479" fmla="*/ 1023238 h 6750207"/>
                <a:gd name="connsiteX480" fmla="*/ 3850054 w 6002352"/>
                <a:gd name="connsiteY480" fmla="*/ 1023247 h 6750207"/>
                <a:gd name="connsiteX481" fmla="*/ 3861983 w 6002352"/>
                <a:gd name="connsiteY481" fmla="*/ 946732 h 6750207"/>
                <a:gd name="connsiteX482" fmla="*/ 3916364 w 6002352"/>
                <a:gd name="connsiteY482" fmla="*/ 990479 h 6750207"/>
                <a:gd name="connsiteX483" fmla="*/ 3929479 w 6002352"/>
                <a:gd name="connsiteY483" fmla="*/ 927921 h 6750207"/>
                <a:gd name="connsiteX484" fmla="*/ 3929488 w 6002352"/>
                <a:gd name="connsiteY484" fmla="*/ 927921 h 6750207"/>
                <a:gd name="connsiteX485" fmla="*/ 3916372 w 6002352"/>
                <a:gd name="connsiteY485" fmla="*/ 990487 h 6750207"/>
                <a:gd name="connsiteX486" fmla="*/ 4067945 w 6002352"/>
                <a:gd name="connsiteY486" fmla="*/ 1112414 h 6750207"/>
                <a:gd name="connsiteX487" fmla="*/ 4067962 w 6002352"/>
                <a:gd name="connsiteY487" fmla="*/ 1112405 h 6750207"/>
                <a:gd name="connsiteX488" fmla="*/ 4067953 w 6002352"/>
                <a:gd name="connsiteY488" fmla="*/ 1112422 h 6750207"/>
                <a:gd name="connsiteX489" fmla="*/ 4067962 w 6002352"/>
                <a:gd name="connsiteY489" fmla="*/ 1112431 h 6750207"/>
                <a:gd name="connsiteX490" fmla="*/ 4067970 w 6002352"/>
                <a:gd name="connsiteY490" fmla="*/ 1112405 h 6750207"/>
                <a:gd name="connsiteX491" fmla="*/ 4113399 w 6002352"/>
                <a:gd name="connsiteY491" fmla="*/ 1151676 h 6750207"/>
                <a:gd name="connsiteX492" fmla="*/ 4147614 w 6002352"/>
                <a:gd name="connsiteY492" fmla="*/ 1052473 h 6750207"/>
                <a:gd name="connsiteX493" fmla="*/ 4147622 w 6002352"/>
                <a:gd name="connsiteY493" fmla="*/ 1052473 h 6750207"/>
                <a:gd name="connsiteX494" fmla="*/ 4113407 w 6002352"/>
                <a:gd name="connsiteY494" fmla="*/ 1151676 h 6750207"/>
                <a:gd name="connsiteX495" fmla="*/ 4273562 w 6002352"/>
                <a:gd name="connsiteY495" fmla="*/ 1290100 h 6750207"/>
                <a:gd name="connsiteX496" fmla="*/ 4273604 w 6002352"/>
                <a:gd name="connsiteY496" fmla="*/ 1290092 h 6750207"/>
                <a:gd name="connsiteX497" fmla="*/ 4372168 w 6002352"/>
                <a:gd name="connsiteY497" fmla="*/ 1381707 h 6750207"/>
                <a:gd name="connsiteX498" fmla="*/ 4342731 w 6002352"/>
                <a:gd name="connsiteY498" fmla="*/ 1308490 h 6750207"/>
                <a:gd name="connsiteX499" fmla="*/ 4372176 w 6002352"/>
                <a:gd name="connsiteY499" fmla="*/ 1381707 h 6750207"/>
                <a:gd name="connsiteX500" fmla="*/ 4449944 w 6002352"/>
                <a:gd name="connsiteY500" fmla="*/ 1453990 h 6750207"/>
                <a:gd name="connsiteX501" fmla="*/ 4449961 w 6002352"/>
                <a:gd name="connsiteY501" fmla="*/ 1453981 h 6750207"/>
                <a:gd name="connsiteX502" fmla="*/ 4600650 w 6002352"/>
                <a:gd name="connsiteY502" fmla="*/ 1604116 h 6750207"/>
                <a:gd name="connsiteX503" fmla="*/ 4600684 w 6002352"/>
                <a:gd name="connsiteY503" fmla="*/ 1604116 h 6750207"/>
                <a:gd name="connsiteX504" fmla="*/ 4711951 w 6002352"/>
                <a:gd name="connsiteY504" fmla="*/ 1723224 h 6750207"/>
                <a:gd name="connsiteX505" fmla="*/ 4687655 w 6002352"/>
                <a:gd name="connsiteY505" fmla="*/ 1652069 h 6750207"/>
                <a:gd name="connsiteX506" fmla="*/ 4711959 w 6002352"/>
                <a:gd name="connsiteY506" fmla="*/ 1723232 h 6750207"/>
                <a:gd name="connsiteX507" fmla="*/ 4748849 w 6002352"/>
                <a:gd name="connsiteY507" fmla="*/ 1762713 h 6750207"/>
                <a:gd name="connsiteX508" fmla="*/ 4748858 w 6002352"/>
                <a:gd name="connsiteY508" fmla="*/ 1762713 h 6750207"/>
                <a:gd name="connsiteX509" fmla="*/ 4748858 w 6002352"/>
                <a:gd name="connsiteY509" fmla="*/ 1762730 h 6750207"/>
                <a:gd name="connsiteX510" fmla="*/ 4748866 w 6002352"/>
                <a:gd name="connsiteY510" fmla="*/ 1762713 h 6750207"/>
                <a:gd name="connsiteX511" fmla="*/ 4892464 w 6002352"/>
                <a:gd name="connsiteY511" fmla="*/ 1929303 h 6750207"/>
                <a:gd name="connsiteX512" fmla="*/ 4892489 w 6002352"/>
                <a:gd name="connsiteY512" fmla="*/ 1929303 h 6750207"/>
                <a:gd name="connsiteX513" fmla="*/ 5016174 w 6002352"/>
                <a:gd name="connsiteY513" fmla="*/ 2085748 h 6750207"/>
                <a:gd name="connsiteX514" fmla="*/ 5016190 w 6002352"/>
                <a:gd name="connsiteY514" fmla="*/ 2085739 h 6750207"/>
                <a:gd name="connsiteX515" fmla="*/ 5036810 w 6002352"/>
                <a:gd name="connsiteY515" fmla="*/ 2114115 h 6750207"/>
                <a:gd name="connsiteX516" fmla="*/ 5047595 w 6002352"/>
                <a:gd name="connsiteY516" fmla="*/ 1971737 h 6750207"/>
                <a:gd name="connsiteX517" fmla="*/ 5036810 w 6002352"/>
                <a:gd name="connsiteY517" fmla="*/ 2114124 h 6750207"/>
                <a:gd name="connsiteX518" fmla="*/ 5114132 w 6002352"/>
                <a:gd name="connsiteY518" fmla="*/ 2220546 h 6750207"/>
                <a:gd name="connsiteX519" fmla="*/ 5114149 w 6002352"/>
                <a:gd name="connsiteY519" fmla="*/ 2220537 h 6750207"/>
                <a:gd name="connsiteX520" fmla="*/ 5114149 w 6002352"/>
                <a:gd name="connsiteY520" fmla="*/ 2220554 h 6750207"/>
                <a:gd name="connsiteX521" fmla="*/ 5114157 w 6002352"/>
                <a:gd name="connsiteY521" fmla="*/ 2220537 h 6750207"/>
                <a:gd name="connsiteX522" fmla="*/ 5218391 w 6002352"/>
                <a:gd name="connsiteY522" fmla="*/ 2377974 h 6750207"/>
                <a:gd name="connsiteX523" fmla="*/ 5218408 w 6002352"/>
                <a:gd name="connsiteY523" fmla="*/ 2377974 h 6750207"/>
                <a:gd name="connsiteX524" fmla="*/ 5287612 w 6002352"/>
                <a:gd name="connsiteY524" fmla="*/ 2495223 h 6750207"/>
                <a:gd name="connsiteX525" fmla="*/ 5264897 w 6002352"/>
                <a:gd name="connsiteY525" fmla="*/ 2357910 h 6750207"/>
                <a:gd name="connsiteX526" fmla="*/ 5264906 w 6002352"/>
                <a:gd name="connsiteY526" fmla="*/ 2357910 h 6750207"/>
                <a:gd name="connsiteX527" fmla="*/ 5287620 w 6002352"/>
                <a:gd name="connsiteY527" fmla="*/ 2495231 h 6750207"/>
                <a:gd name="connsiteX528" fmla="*/ 5316947 w 6002352"/>
                <a:gd name="connsiteY528" fmla="*/ 2544917 h 6750207"/>
                <a:gd name="connsiteX529" fmla="*/ 5316964 w 6002352"/>
                <a:gd name="connsiteY529" fmla="*/ 2544909 h 6750207"/>
                <a:gd name="connsiteX530" fmla="*/ 5393334 w 6002352"/>
                <a:gd name="connsiteY530" fmla="*/ 2691746 h 6750207"/>
                <a:gd name="connsiteX531" fmla="*/ 5393343 w 6002352"/>
                <a:gd name="connsiteY531" fmla="*/ 2691737 h 6750207"/>
                <a:gd name="connsiteX532" fmla="*/ 5471565 w 6002352"/>
                <a:gd name="connsiteY532" fmla="*/ 2868860 h 6750207"/>
                <a:gd name="connsiteX533" fmla="*/ 5482006 w 6002352"/>
                <a:gd name="connsiteY533" fmla="*/ 2892508 h 6750207"/>
                <a:gd name="connsiteX534" fmla="*/ 5482014 w 6002352"/>
                <a:gd name="connsiteY534" fmla="*/ 2892508 h 6750207"/>
                <a:gd name="connsiteX535" fmla="*/ 5482014 w 6002352"/>
                <a:gd name="connsiteY535" fmla="*/ 2892500 h 6750207"/>
                <a:gd name="connsiteX536" fmla="*/ 5559302 w 6002352"/>
                <a:gd name="connsiteY536" fmla="*/ 3117231 h 6750207"/>
                <a:gd name="connsiteX537" fmla="*/ 5559318 w 6002352"/>
                <a:gd name="connsiteY537" fmla="*/ 3117231 h 6750207"/>
                <a:gd name="connsiteX538" fmla="*/ 5559327 w 6002352"/>
                <a:gd name="connsiteY538" fmla="*/ 3117222 h 6750207"/>
                <a:gd name="connsiteX539" fmla="*/ 5613278 w 6002352"/>
                <a:gd name="connsiteY539" fmla="*/ 3343879 h 6750207"/>
                <a:gd name="connsiteX540" fmla="*/ 5613286 w 6002352"/>
                <a:gd name="connsiteY540" fmla="*/ 3343879 h 6750207"/>
                <a:gd name="connsiteX541" fmla="*/ 5641074 w 6002352"/>
                <a:gd name="connsiteY541" fmla="*/ 3552180 h 6750207"/>
                <a:gd name="connsiteX542" fmla="*/ 5641082 w 6002352"/>
                <a:gd name="connsiteY542" fmla="*/ 3552171 h 6750207"/>
                <a:gd name="connsiteX543" fmla="*/ 5647291 w 6002352"/>
                <a:gd name="connsiteY543" fmla="*/ 3702466 h 6750207"/>
                <a:gd name="connsiteX544" fmla="*/ 5709378 w 6002352"/>
                <a:gd name="connsiteY544" fmla="*/ 3493770 h 6750207"/>
                <a:gd name="connsiteX545" fmla="*/ 5647291 w 6002352"/>
                <a:gd name="connsiteY545" fmla="*/ 3702491 h 6750207"/>
                <a:gd name="connsiteX546" fmla="*/ 5647880 w 6002352"/>
                <a:gd name="connsiteY546" fmla="*/ 3716734 h 6750207"/>
                <a:gd name="connsiteX547" fmla="*/ 5647880 w 6002352"/>
                <a:gd name="connsiteY547" fmla="*/ 3716742 h 6750207"/>
                <a:gd name="connsiteX548" fmla="*/ 5647880 w 6002352"/>
                <a:gd name="connsiteY548" fmla="*/ 3716767 h 6750207"/>
                <a:gd name="connsiteX549" fmla="*/ 5647880 w 6002352"/>
                <a:gd name="connsiteY549" fmla="*/ 3974173 h 6750207"/>
                <a:gd name="connsiteX550" fmla="*/ 5647880 w 6002352"/>
                <a:gd name="connsiteY550" fmla="*/ 3974190 h 6750207"/>
                <a:gd name="connsiteX551" fmla="*/ 5647880 w 6002352"/>
                <a:gd name="connsiteY551" fmla="*/ 3974216 h 6750207"/>
                <a:gd name="connsiteX552" fmla="*/ 5647880 w 6002352"/>
                <a:gd name="connsiteY552" fmla="*/ 4231613 h 6750207"/>
                <a:gd name="connsiteX553" fmla="*/ 5647880 w 6002352"/>
                <a:gd name="connsiteY553" fmla="*/ 4489053 h 6750207"/>
                <a:gd name="connsiteX554" fmla="*/ 5647880 w 6002352"/>
                <a:gd name="connsiteY554" fmla="*/ 4489069 h 6750207"/>
                <a:gd name="connsiteX555" fmla="*/ 5647880 w 6002352"/>
                <a:gd name="connsiteY555" fmla="*/ 4489086 h 6750207"/>
                <a:gd name="connsiteX556" fmla="*/ 5647880 w 6002352"/>
                <a:gd name="connsiteY556" fmla="*/ 4489095 h 6750207"/>
                <a:gd name="connsiteX557" fmla="*/ 5647880 w 6002352"/>
                <a:gd name="connsiteY557" fmla="*/ 4628192 h 6750207"/>
                <a:gd name="connsiteX558" fmla="*/ 5718261 w 6002352"/>
                <a:gd name="connsiteY558" fmla="*/ 4784207 h 6750207"/>
                <a:gd name="connsiteX559" fmla="*/ 5647880 w 6002352"/>
                <a:gd name="connsiteY559" fmla="*/ 4628200 h 6750207"/>
                <a:gd name="connsiteX560" fmla="*/ 5647880 w 6002352"/>
                <a:gd name="connsiteY560" fmla="*/ 4746492 h 6750207"/>
                <a:gd name="connsiteX561" fmla="*/ 5647880 w 6002352"/>
                <a:gd name="connsiteY561" fmla="*/ 4746535 h 6750207"/>
                <a:gd name="connsiteX562" fmla="*/ 5647880 w 6002352"/>
                <a:gd name="connsiteY562" fmla="*/ 4873609 h 6750207"/>
                <a:gd name="connsiteX563" fmla="*/ 5647880 w 6002352"/>
                <a:gd name="connsiteY563" fmla="*/ 5038744 h 6750207"/>
                <a:gd name="connsiteX564" fmla="*/ 5695639 w 6002352"/>
                <a:gd name="connsiteY564" fmla="*/ 4992507 h 6750207"/>
                <a:gd name="connsiteX565" fmla="*/ 5695664 w 6002352"/>
                <a:gd name="connsiteY565" fmla="*/ 4992507 h 6750207"/>
                <a:gd name="connsiteX566" fmla="*/ 5647880 w 6002352"/>
                <a:gd name="connsiteY566" fmla="*/ 5038769 h 6750207"/>
                <a:gd name="connsiteX567" fmla="*/ 5647880 w 6002352"/>
                <a:gd name="connsiteY567" fmla="*/ 5075381 h 6750207"/>
                <a:gd name="connsiteX568" fmla="*/ 5659894 w 6002352"/>
                <a:gd name="connsiteY568" fmla="*/ 5146865 h 6750207"/>
                <a:gd name="connsiteX569" fmla="*/ 5647880 w 6002352"/>
                <a:gd name="connsiteY569" fmla="*/ 5075398 h 6750207"/>
                <a:gd name="connsiteX570" fmla="*/ 5647880 w 6002352"/>
                <a:gd name="connsiteY570" fmla="*/ 5201035 h 6750207"/>
                <a:gd name="connsiteX571" fmla="*/ 5647880 w 6002352"/>
                <a:gd name="connsiteY571" fmla="*/ 5329776 h 6750207"/>
                <a:gd name="connsiteX572" fmla="*/ 5647880 w 6002352"/>
                <a:gd name="connsiteY572" fmla="*/ 5434262 h 6750207"/>
                <a:gd name="connsiteX573" fmla="*/ 5691668 w 6002352"/>
                <a:gd name="connsiteY573" fmla="*/ 5374675 h 6750207"/>
                <a:gd name="connsiteX574" fmla="*/ 5691677 w 6002352"/>
                <a:gd name="connsiteY574" fmla="*/ 5374675 h 6750207"/>
                <a:gd name="connsiteX575" fmla="*/ 5647880 w 6002352"/>
                <a:gd name="connsiteY575" fmla="*/ 5434262 h 6750207"/>
                <a:gd name="connsiteX576" fmla="*/ 5647880 w 6002352"/>
                <a:gd name="connsiteY576" fmla="*/ 5518323 h 6750207"/>
                <a:gd name="connsiteX577" fmla="*/ 5703833 w 6002352"/>
                <a:gd name="connsiteY577" fmla="*/ 5692089 h 6750207"/>
                <a:gd name="connsiteX578" fmla="*/ 5703825 w 6002352"/>
                <a:gd name="connsiteY578" fmla="*/ 5692089 h 6750207"/>
                <a:gd name="connsiteX579" fmla="*/ 5647880 w 6002352"/>
                <a:gd name="connsiteY579" fmla="*/ 5518331 h 6750207"/>
                <a:gd name="connsiteX580" fmla="*/ 5647880 w 6002352"/>
                <a:gd name="connsiteY580" fmla="*/ 5587190 h 6750207"/>
                <a:gd name="connsiteX581" fmla="*/ 5647880 w 6002352"/>
                <a:gd name="connsiteY581" fmla="*/ 5686192 h 6750207"/>
                <a:gd name="connsiteX582" fmla="*/ 5647880 w 6002352"/>
                <a:gd name="connsiteY582" fmla="*/ 5715931 h 6750207"/>
                <a:gd name="connsiteX583" fmla="*/ 5647872 w 6002352"/>
                <a:gd name="connsiteY583" fmla="*/ 5715922 h 6750207"/>
                <a:gd name="connsiteX584" fmla="*/ 5647872 w 6002352"/>
                <a:gd name="connsiteY584" fmla="*/ 5715931 h 6750207"/>
                <a:gd name="connsiteX585" fmla="*/ 5647872 w 6002352"/>
                <a:gd name="connsiteY585" fmla="*/ 5973337 h 6750207"/>
                <a:gd name="connsiteX586" fmla="*/ 5647872 w 6002352"/>
                <a:gd name="connsiteY586" fmla="*/ 5973387 h 6750207"/>
                <a:gd name="connsiteX587" fmla="*/ 156848 w 6002352"/>
                <a:gd name="connsiteY587" fmla="*/ 6230145 h 6750207"/>
                <a:gd name="connsiteX588" fmla="*/ 122330 w 6002352"/>
                <a:gd name="connsiteY588" fmla="*/ 5887097 h 6750207"/>
                <a:gd name="connsiteX589" fmla="*/ 122330 w 6002352"/>
                <a:gd name="connsiteY589" fmla="*/ 5887089 h 6750207"/>
                <a:gd name="connsiteX590" fmla="*/ 156856 w 6002352"/>
                <a:gd name="connsiteY590" fmla="*/ 6230145 h 6750207"/>
                <a:gd name="connsiteX591" fmla="*/ 3997143 w 6002352"/>
                <a:gd name="connsiteY591" fmla="*/ 6472921 h 6750207"/>
                <a:gd name="connsiteX592" fmla="*/ 3997143 w 6002352"/>
                <a:gd name="connsiteY592" fmla="*/ 6472913 h 6750207"/>
                <a:gd name="connsiteX593" fmla="*/ 3997151 w 6002352"/>
                <a:gd name="connsiteY593" fmla="*/ 6472921 h 6750207"/>
                <a:gd name="connsiteX594" fmla="*/ 680652 w 6002352"/>
                <a:gd name="connsiteY594" fmla="*/ 6487004 h 6750207"/>
                <a:gd name="connsiteX595" fmla="*/ 680652 w 6002352"/>
                <a:gd name="connsiteY595" fmla="*/ 6486996 h 6750207"/>
                <a:gd name="connsiteX596" fmla="*/ 680652 w 6002352"/>
                <a:gd name="connsiteY596" fmla="*/ 6486988 h 6750207"/>
                <a:gd name="connsiteX597" fmla="*/ 680660 w 6002352"/>
                <a:gd name="connsiteY597" fmla="*/ 6486996 h 6750207"/>
                <a:gd name="connsiteX598" fmla="*/ 4788827 w 6002352"/>
                <a:gd name="connsiteY598" fmla="*/ 6515742 h 6750207"/>
                <a:gd name="connsiteX599" fmla="*/ 4813964 w 6002352"/>
                <a:gd name="connsiteY599" fmla="*/ 6438092 h 6750207"/>
                <a:gd name="connsiteX600" fmla="*/ 4788835 w 6002352"/>
                <a:gd name="connsiteY600" fmla="*/ 6515742 h 6750207"/>
                <a:gd name="connsiteX601" fmla="*/ 157151 w 6002352"/>
                <a:gd name="connsiteY601" fmla="*/ 6575398 h 6750207"/>
                <a:gd name="connsiteX602" fmla="*/ 301177 w 6002352"/>
                <a:gd name="connsiteY602" fmla="*/ 6294932 h 6750207"/>
                <a:gd name="connsiteX603" fmla="*/ 301185 w 6002352"/>
                <a:gd name="connsiteY603" fmla="*/ 6294941 h 6750207"/>
                <a:gd name="connsiteX604" fmla="*/ 4762074 w 6002352"/>
                <a:gd name="connsiteY604" fmla="*/ 6592888 h 6750207"/>
                <a:gd name="connsiteX605" fmla="*/ 4673092 w 6002352"/>
                <a:gd name="connsiteY605" fmla="*/ 6456029 h 6750207"/>
                <a:gd name="connsiteX606" fmla="*/ 4762083 w 6002352"/>
                <a:gd name="connsiteY606" fmla="*/ 6592888 h 6750207"/>
                <a:gd name="connsiteX607" fmla="*/ 4605176 w 6002352"/>
                <a:gd name="connsiteY607" fmla="*/ 6597506 h 6750207"/>
                <a:gd name="connsiteX608" fmla="*/ 4504526 w 6002352"/>
                <a:gd name="connsiteY608" fmla="*/ 6459789 h 6750207"/>
                <a:gd name="connsiteX609" fmla="*/ 4504534 w 6002352"/>
                <a:gd name="connsiteY609" fmla="*/ 6459789 h 6750207"/>
                <a:gd name="connsiteX610" fmla="*/ 4605185 w 6002352"/>
                <a:gd name="connsiteY610" fmla="*/ 6597523 h 6750207"/>
                <a:gd name="connsiteX611" fmla="*/ 4605185 w 6002352"/>
                <a:gd name="connsiteY611" fmla="*/ 6597515 h 6750207"/>
                <a:gd name="connsiteX612" fmla="*/ 4605193 w 6002352"/>
                <a:gd name="connsiteY612" fmla="*/ 6597523 h 6750207"/>
                <a:gd name="connsiteX613" fmla="*/ 1046002 w 6002352"/>
                <a:gd name="connsiteY613" fmla="*/ 6601132 h 6750207"/>
                <a:gd name="connsiteX614" fmla="*/ 1039844 w 6002352"/>
                <a:gd name="connsiteY614" fmla="*/ 6415622 h 6750207"/>
                <a:gd name="connsiteX615" fmla="*/ 1039642 w 6002352"/>
                <a:gd name="connsiteY615" fmla="*/ 6409607 h 6750207"/>
                <a:gd name="connsiteX616" fmla="*/ 1039642 w 6002352"/>
                <a:gd name="connsiteY616" fmla="*/ 6409598 h 6750207"/>
                <a:gd name="connsiteX617" fmla="*/ 1039844 w 6002352"/>
                <a:gd name="connsiteY617" fmla="*/ 6415622 h 6750207"/>
                <a:gd name="connsiteX618" fmla="*/ 1046010 w 6002352"/>
                <a:gd name="connsiteY618" fmla="*/ 6601124 h 6750207"/>
                <a:gd name="connsiteX619" fmla="*/ 4971948 w 6002352"/>
                <a:gd name="connsiteY619" fmla="*/ 6609823 h 6750207"/>
                <a:gd name="connsiteX620" fmla="*/ 4953583 w 6002352"/>
                <a:gd name="connsiteY620" fmla="*/ 6466301 h 6750207"/>
                <a:gd name="connsiteX621" fmla="*/ 4971956 w 6002352"/>
                <a:gd name="connsiteY621" fmla="*/ 6609823 h 6750207"/>
                <a:gd name="connsiteX622" fmla="*/ 4842711 w 6002352"/>
                <a:gd name="connsiteY622" fmla="*/ 6625294 h 6750207"/>
                <a:gd name="connsiteX623" fmla="*/ 4866258 w 6002352"/>
                <a:gd name="connsiteY623" fmla="*/ 6541696 h 6750207"/>
                <a:gd name="connsiteX624" fmla="*/ 4842719 w 6002352"/>
                <a:gd name="connsiteY624" fmla="*/ 6625294 h 6750207"/>
                <a:gd name="connsiteX625" fmla="*/ 4789971 w 6002352"/>
                <a:gd name="connsiteY625" fmla="*/ 6729225 h 6750207"/>
                <a:gd name="connsiteX626" fmla="*/ 4842702 w 6002352"/>
                <a:gd name="connsiteY626" fmla="*/ 6625302 h 6750207"/>
                <a:gd name="connsiteX627" fmla="*/ 4842711 w 6002352"/>
                <a:gd name="connsiteY627" fmla="*/ 6625311 h 6750207"/>
                <a:gd name="connsiteX628" fmla="*/ 4789963 w 6002352"/>
                <a:gd name="connsiteY628" fmla="*/ 6729225 h 6750207"/>
                <a:gd name="connsiteX629" fmla="*/ 4762100 w 6002352"/>
                <a:gd name="connsiteY629" fmla="*/ 6592905 h 6750207"/>
                <a:gd name="connsiteX630" fmla="*/ 4762108 w 6002352"/>
                <a:gd name="connsiteY630" fmla="*/ 6592905 h 6750207"/>
                <a:gd name="connsiteX631" fmla="*/ 4414635 w 6002352"/>
                <a:gd name="connsiteY631" fmla="*/ 6747641 h 6750207"/>
                <a:gd name="connsiteX632" fmla="*/ 4416124 w 6002352"/>
                <a:gd name="connsiteY632" fmla="*/ 6603353 h 6750207"/>
                <a:gd name="connsiteX633" fmla="*/ 4416124 w 6002352"/>
                <a:gd name="connsiteY633" fmla="*/ 6603336 h 6750207"/>
                <a:gd name="connsiteX634" fmla="*/ 4408250 w 6002352"/>
                <a:gd name="connsiteY634" fmla="*/ 6499531 h 6750207"/>
                <a:gd name="connsiteX635" fmla="*/ 4416124 w 6002352"/>
                <a:gd name="connsiteY635" fmla="*/ 6603328 h 6750207"/>
                <a:gd name="connsiteX636" fmla="*/ 4416124 w 6002352"/>
                <a:gd name="connsiteY636" fmla="*/ 6603336 h 6750207"/>
                <a:gd name="connsiteX637" fmla="*/ 4416133 w 6002352"/>
                <a:gd name="connsiteY637" fmla="*/ 6603353 h 6750207"/>
                <a:gd name="connsiteX638" fmla="*/ 5015173 w 6002352"/>
                <a:gd name="connsiteY638" fmla="*/ 6749298 h 6750207"/>
                <a:gd name="connsiteX639" fmla="*/ 5015189 w 6002352"/>
                <a:gd name="connsiteY639" fmla="*/ 6749281 h 6750207"/>
                <a:gd name="connsiteX640" fmla="*/ 5015173 w 6002352"/>
                <a:gd name="connsiteY640" fmla="*/ 6749281 h 6750207"/>
                <a:gd name="connsiteX641" fmla="*/ 1166683 w 6002352"/>
                <a:gd name="connsiteY641" fmla="*/ 6750047 h 6750207"/>
                <a:gd name="connsiteX642" fmla="*/ 1046036 w 6002352"/>
                <a:gd name="connsiteY642" fmla="*/ 6601157 h 6750207"/>
                <a:gd name="connsiteX643" fmla="*/ 1166692 w 6002352"/>
                <a:gd name="connsiteY643" fmla="*/ 6750047 h 6750207"/>
                <a:gd name="connsiteX644" fmla="*/ 566137 w 6002352"/>
                <a:gd name="connsiteY644" fmla="*/ 6750207 h 6750207"/>
                <a:gd name="connsiteX645" fmla="*/ 421244 w 6002352"/>
                <a:gd name="connsiteY645" fmla="*/ 6490227 h 6750207"/>
                <a:gd name="connsiteX646" fmla="*/ 566146 w 6002352"/>
                <a:gd name="connsiteY646" fmla="*/ 6750207 h 6750207"/>
                <a:gd name="connsiteX647" fmla="*/ 680635 w 6002352"/>
                <a:gd name="connsiteY647" fmla="*/ 6487030 h 6750207"/>
                <a:gd name="connsiteX648" fmla="*/ 680643 w 6002352"/>
                <a:gd name="connsiteY648" fmla="*/ 6487030 h 6750207"/>
                <a:gd name="connsiteX649" fmla="*/ 566162 w 6002352"/>
                <a:gd name="connsiteY649" fmla="*/ 6750190 h 6750207"/>
                <a:gd name="connsiteX650" fmla="*/ 566146 w 6002352"/>
                <a:gd name="connsiteY650" fmla="*/ 6750207 h 6750207"/>
                <a:gd name="connsiteX651" fmla="*/ 566221 w 6002352"/>
                <a:gd name="connsiteY651" fmla="*/ 6750190 h 6750207"/>
                <a:gd name="connsiteX652" fmla="*/ 1166683 w 6002352"/>
                <a:gd name="connsiteY652" fmla="*/ 6750055 h 6750207"/>
                <a:gd name="connsiteX653" fmla="*/ 1166700 w 6002352"/>
                <a:gd name="connsiteY653" fmla="*/ 6750064 h 6750207"/>
                <a:gd name="connsiteX654" fmla="*/ 1316767 w 6002352"/>
                <a:gd name="connsiteY654" fmla="*/ 6589497 h 6750207"/>
                <a:gd name="connsiteX655" fmla="*/ 1316792 w 6002352"/>
                <a:gd name="connsiteY655" fmla="*/ 6589497 h 6750207"/>
                <a:gd name="connsiteX656" fmla="*/ 1166700 w 6002352"/>
                <a:gd name="connsiteY656" fmla="*/ 6750081 h 6750207"/>
                <a:gd name="connsiteX657" fmla="*/ 1466969 w 6002352"/>
                <a:gd name="connsiteY657" fmla="*/ 6749988 h 6750207"/>
                <a:gd name="connsiteX658" fmla="*/ 1466977 w 6002352"/>
                <a:gd name="connsiteY658" fmla="*/ 6749996 h 6750207"/>
                <a:gd name="connsiteX659" fmla="*/ 1655726 w 6002352"/>
                <a:gd name="connsiteY659" fmla="*/ 6506404 h 6750207"/>
                <a:gd name="connsiteX660" fmla="*/ 1655743 w 6002352"/>
                <a:gd name="connsiteY660" fmla="*/ 6506413 h 6750207"/>
                <a:gd name="connsiteX661" fmla="*/ 1466977 w 6002352"/>
                <a:gd name="connsiteY661" fmla="*/ 6750013 h 6750207"/>
                <a:gd name="connsiteX662" fmla="*/ 1767254 w 6002352"/>
                <a:gd name="connsiteY662" fmla="*/ 6749929 h 6750207"/>
                <a:gd name="connsiteX663" fmla="*/ 1917330 w 6002352"/>
                <a:gd name="connsiteY663" fmla="*/ 6564057 h 6750207"/>
                <a:gd name="connsiteX664" fmla="*/ 1767263 w 6002352"/>
                <a:gd name="connsiteY664" fmla="*/ 6749921 h 6750207"/>
                <a:gd name="connsiteX665" fmla="*/ 1767263 w 6002352"/>
                <a:gd name="connsiteY665" fmla="*/ 6749938 h 6750207"/>
                <a:gd name="connsiteX666" fmla="*/ 2067531 w 6002352"/>
                <a:gd name="connsiteY666" fmla="*/ 6749853 h 6750207"/>
                <a:gd name="connsiteX667" fmla="*/ 1917380 w 6002352"/>
                <a:gd name="connsiteY667" fmla="*/ 6564057 h 6750207"/>
                <a:gd name="connsiteX668" fmla="*/ 1917388 w 6002352"/>
                <a:gd name="connsiteY668" fmla="*/ 6564057 h 6750207"/>
                <a:gd name="connsiteX669" fmla="*/ 2067531 w 6002352"/>
                <a:gd name="connsiteY669" fmla="*/ 6749853 h 6750207"/>
                <a:gd name="connsiteX670" fmla="*/ 2217598 w 6002352"/>
                <a:gd name="connsiteY670" fmla="*/ 6525821 h 6750207"/>
                <a:gd name="connsiteX671" fmla="*/ 2217606 w 6002352"/>
                <a:gd name="connsiteY671" fmla="*/ 6525821 h 6750207"/>
                <a:gd name="connsiteX672" fmla="*/ 2067540 w 6002352"/>
                <a:gd name="connsiteY672" fmla="*/ 6749870 h 6750207"/>
                <a:gd name="connsiteX673" fmla="*/ 2367808 w 6002352"/>
                <a:gd name="connsiteY673" fmla="*/ 6749786 h 6750207"/>
                <a:gd name="connsiteX674" fmla="*/ 2217649 w 6002352"/>
                <a:gd name="connsiteY674" fmla="*/ 6525821 h 6750207"/>
                <a:gd name="connsiteX675" fmla="*/ 2367816 w 6002352"/>
                <a:gd name="connsiteY675" fmla="*/ 6749786 h 6750207"/>
                <a:gd name="connsiteX676" fmla="*/ 2367816 w 6002352"/>
                <a:gd name="connsiteY676" fmla="*/ 6749803 h 6750207"/>
                <a:gd name="connsiteX677" fmla="*/ 2668085 w 6002352"/>
                <a:gd name="connsiteY677" fmla="*/ 6749710 h 6750207"/>
                <a:gd name="connsiteX678" fmla="*/ 2566442 w 6002352"/>
                <a:gd name="connsiteY678" fmla="*/ 6537826 h 6750207"/>
                <a:gd name="connsiteX679" fmla="*/ 2566450 w 6002352"/>
                <a:gd name="connsiteY679" fmla="*/ 6537826 h 6750207"/>
                <a:gd name="connsiteX680" fmla="*/ 2668094 w 6002352"/>
                <a:gd name="connsiteY680" fmla="*/ 6749710 h 6750207"/>
                <a:gd name="connsiteX681" fmla="*/ 2668094 w 6002352"/>
                <a:gd name="connsiteY681" fmla="*/ 6749727 h 6750207"/>
                <a:gd name="connsiteX682" fmla="*/ 2968362 w 6002352"/>
                <a:gd name="connsiteY682" fmla="*/ 6749643 h 6750207"/>
                <a:gd name="connsiteX683" fmla="*/ 2882695 w 6002352"/>
                <a:gd name="connsiteY683" fmla="*/ 6537590 h 6750207"/>
                <a:gd name="connsiteX684" fmla="*/ 2882712 w 6002352"/>
                <a:gd name="connsiteY684" fmla="*/ 6537599 h 6750207"/>
                <a:gd name="connsiteX685" fmla="*/ 2968379 w 6002352"/>
                <a:gd name="connsiteY685" fmla="*/ 6749635 h 6750207"/>
                <a:gd name="connsiteX686" fmla="*/ 2968396 w 6002352"/>
                <a:gd name="connsiteY686" fmla="*/ 6749626 h 6750207"/>
                <a:gd name="connsiteX687" fmla="*/ 3568899 w 6002352"/>
                <a:gd name="connsiteY687" fmla="*/ 6749500 h 6750207"/>
                <a:gd name="connsiteX688" fmla="*/ 3568925 w 6002352"/>
                <a:gd name="connsiteY688" fmla="*/ 6749508 h 6750207"/>
                <a:gd name="connsiteX689" fmla="*/ 3568916 w 6002352"/>
                <a:gd name="connsiteY689" fmla="*/ 6749500 h 6750207"/>
                <a:gd name="connsiteX690" fmla="*/ 3568916 w 6002352"/>
                <a:gd name="connsiteY690" fmla="*/ 6749492 h 6750207"/>
                <a:gd name="connsiteX691" fmla="*/ 3487767 w 6002352"/>
                <a:gd name="connsiteY691" fmla="*/ 6472820 h 6750207"/>
                <a:gd name="connsiteX692" fmla="*/ 3487775 w 6002352"/>
                <a:gd name="connsiteY692" fmla="*/ 6472812 h 6750207"/>
                <a:gd name="connsiteX693" fmla="*/ 3568925 w 6002352"/>
                <a:gd name="connsiteY693" fmla="*/ 6749508 h 6750207"/>
                <a:gd name="connsiteX694" fmla="*/ 3719008 w 6002352"/>
                <a:gd name="connsiteY694" fmla="*/ 6582490 h 6750207"/>
                <a:gd name="connsiteX695" fmla="*/ 3719017 w 6002352"/>
                <a:gd name="connsiteY695" fmla="*/ 6582490 h 6750207"/>
                <a:gd name="connsiteX696" fmla="*/ 3568933 w 6002352"/>
                <a:gd name="connsiteY696" fmla="*/ 6749517 h 6750207"/>
                <a:gd name="connsiteX697" fmla="*/ 3869193 w 6002352"/>
                <a:gd name="connsiteY697" fmla="*/ 6749424 h 6750207"/>
                <a:gd name="connsiteX698" fmla="*/ 3869202 w 6002352"/>
                <a:gd name="connsiteY698" fmla="*/ 6749441 h 6750207"/>
                <a:gd name="connsiteX699" fmla="*/ 3997135 w 6002352"/>
                <a:gd name="connsiteY699" fmla="*/ 6472938 h 6750207"/>
                <a:gd name="connsiteX700" fmla="*/ 3997143 w 6002352"/>
                <a:gd name="connsiteY700" fmla="*/ 6472938 h 6750207"/>
                <a:gd name="connsiteX701" fmla="*/ 3869210 w 6002352"/>
                <a:gd name="connsiteY701" fmla="*/ 6749450 h 6750207"/>
                <a:gd name="connsiteX702" fmla="*/ 4169479 w 6002352"/>
                <a:gd name="connsiteY702" fmla="*/ 6749365 h 6750207"/>
                <a:gd name="connsiteX703" fmla="*/ 4314978 w 6002352"/>
                <a:gd name="connsiteY703" fmla="*/ 6581530 h 6750207"/>
                <a:gd name="connsiteX704" fmla="*/ 4314978 w 6002352"/>
                <a:gd name="connsiteY704" fmla="*/ 6581539 h 6750207"/>
                <a:gd name="connsiteX705" fmla="*/ 4169487 w 6002352"/>
                <a:gd name="connsiteY705" fmla="*/ 6749374 h 6750207"/>
                <a:gd name="connsiteX706" fmla="*/ 4387496 w 6002352"/>
                <a:gd name="connsiteY706" fmla="*/ 6749307 h 6750207"/>
                <a:gd name="connsiteX707" fmla="*/ 4387496 w 6002352"/>
                <a:gd name="connsiteY707" fmla="*/ 6749147 h 6750207"/>
                <a:gd name="connsiteX708" fmla="*/ 4414610 w 6002352"/>
                <a:gd name="connsiteY708" fmla="*/ 6749147 h 6750207"/>
                <a:gd name="connsiteX709" fmla="*/ 4387496 w 6002352"/>
                <a:gd name="connsiteY709" fmla="*/ 6735678 h 6750207"/>
                <a:gd name="connsiteX710" fmla="*/ 4387496 w 6002352"/>
                <a:gd name="connsiteY710" fmla="*/ 6735669 h 6750207"/>
                <a:gd name="connsiteX711" fmla="*/ 4414618 w 6002352"/>
                <a:gd name="connsiteY711" fmla="*/ 6749147 h 6750207"/>
                <a:gd name="connsiteX712" fmla="*/ 4414618 w 6002352"/>
                <a:gd name="connsiteY712" fmla="*/ 6749138 h 6750207"/>
                <a:gd name="connsiteX713" fmla="*/ 4564753 w 6002352"/>
                <a:gd name="connsiteY713" fmla="*/ 6749172 h 6750207"/>
                <a:gd name="connsiteX714" fmla="*/ 4714887 w 6002352"/>
                <a:gd name="connsiteY714" fmla="*/ 6749214 h 6750207"/>
                <a:gd name="connsiteX715" fmla="*/ 4714895 w 6002352"/>
                <a:gd name="connsiteY715" fmla="*/ 6749206 h 6750207"/>
                <a:gd name="connsiteX716" fmla="*/ 4714895 w 6002352"/>
                <a:gd name="connsiteY716" fmla="*/ 6749214 h 6750207"/>
                <a:gd name="connsiteX717" fmla="*/ 4714946 w 6002352"/>
                <a:gd name="connsiteY717" fmla="*/ 6749206 h 6750207"/>
                <a:gd name="connsiteX718" fmla="*/ 4865030 w 6002352"/>
                <a:gd name="connsiteY718" fmla="*/ 6749239 h 6750207"/>
                <a:gd name="connsiteX719" fmla="*/ 4865038 w 6002352"/>
                <a:gd name="connsiteY719" fmla="*/ 6709253 h 6750207"/>
                <a:gd name="connsiteX720" fmla="*/ 4848810 w 6002352"/>
                <a:gd name="connsiteY720" fmla="*/ 6648210 h 6750207"/>
                <a:gd name="connsiteX721" fmla="*/ 4865047 w 6002352"/>
                <a:gd name="connsiteY721" fmla="*/ 6709262 h 6750207"/>
                <a:gd name="connsiteX722" fmla="*/ 4865030 w 6002352"/>
                <a:gd name="connsiteY722" fmla="*/ 6749239 h 6750207"/>
                <a:gd name="connsiteX723" fmla="*/ 4881065 w 6002352"/>
                <a:gd name="connsiteY723" fmla="*/ 6744974 h 6750207"/>
                <a:gd name="connsiteX724" fmla="*/ 4865038 w 6002352"/>
                <a:gd name="connsiteY724" fmla="*/ 6749239 h 6750207"/>
                <a:gd name="connsiteX725" fmla="*/ 5015130 w 6002352"/>
                <a:gd name="connsiteY725" fmla="*/ 6749273 h 6750207"/>
                <a:gd name="connsiteX726" fmla="*/ 5015173 w 6002352"/>
                <a:gd name="connsiteY726" fmla="*/ 6749281 h 6750207"/>
                <a:gd name="connsiteX727" fmla="*/ 5015164 w 6002352"/>
                <a:gd name="connsiteY727" fmla="*/ 6749273 h 6750207"/>
                <a:gd name="connsiteX728" fmla="*/ 4991777 w 6002352"/>
                <a:gd name="connsiteY728" fmla="*/ 6673802 h 6750207"/>
                <a:gd name="connsiteX729" fmla="*/ 5015173 w 6002352"/>
                <a:gd name="connsiteY729" fmla="*/ 6749273 h 6750207"/>
                <a:gd name="connsiteX730" fmla="*/ 5015173 w 6002352"/>
                <a:gd name="connsiteY730" fmla="*/ 6749281 h 6750207"/>
                <a:gd name="connsiteX731" fmla="*/ 5165324 w 6002352"/>
                <a:gd name="connsiteY731" fmla="*/ 6576230 h 6750207"/>
                <a:gd name="connsiteX732" fmla="*/ 5165340 w 6002352"/>
                <a:gd name="connsiteY732" fmla="*/ 6576230 h 6750207"/>
                <a:gd name="connsiteX733" fmla="*/ 5015189 w 6002352"/>
                <a:gd name="connsiteY733" fmla="*/ 6749281 h 6750207"/>
                <a:gd name="connsiteX734" fmla="*/ 5258150 w 6002352"/>
                <a:gd name="connsiteY734" fmla="*/ 6749349 h 6750207"/>
                <a:gd name="connsiteX735" fmla="*/ 5258150 w 6002352"/>
                <a:gd name="connsiteY735" fmla="*/ 6683275 h 6750207"/>
                <a:gd name="connsiteX736" fmla="*/ 5165366 w 6002352"/>
                <a:gd name="connsiteY736" fmla="*/ 6576239 h 6750207"/>
                <a:gd name="connsiteX737" fmla="*/ 5165374 w 6002352"/>
                <a:gd name="connsiteY737" fmla="*/ 6576239 h 6750207"/>
                <a:gd name="connsiteX738" fmla="*/ 5258150 w 6002352"/>
                <a:gd name="connsiteY738" fmla="*/ 6683266 h 6750207"/>
                <a:gd name="connsiteX739" fmla="*/ 5258150 w 6002352"/>
                <a:gd name="connsiteY739" fmla="*/ 6393421 h 6750207"/>
                <a:gd name="connsiteX740" fmla="*/ 5201566 w 6002352"/>
                <a:gd name="connsiteY740" fmla="*/ 6393421 h 6750207"/>
                <a:gd name="connsiteX741" fmla="*/ 5165357 w 6002352"/>
                <a:gd name="connsiteY741" fmla="*/ 6576222 h 6750207"/>
                <a:gd name="connsiteX742" fmla="*/ 5165357 w 6002352"/>
                <a:gd name="connsiteY742" fmla="*/ 6576230 h 6750207"/>
                <a:gd name="connsiteX743" fmla="*/ 5165349 w 6002352"/>
                <a:gd name="connsiteY743" fmla="*/ 6576222 h 6750207"/>
                <a:gd name="connsiteX744" fmla="*/ 5201557 w 6002352"/>
                <a:gd name="connsiteY744" fmla="*/ 6393421 h 6750207"/>
                <a:gd name="connsiteX745" fmla="*/ 4934309 w 6002352"/>
                <a:gd name="connsiteY745" fmla="*/ 6393421 h 6750207"/>
                <a:gd name="connsiteX746" fmla="*/ 4780978 w 6002352"/>
                <a:gd name="connsiteY746" fmla="*/ 6393421 h 6750207"/>
                <a:gd name="connsiteX747" fmla="*/ 4813964 w 6002352"/>
                <a:gd name="connsiteY747" fmla="*/ 6438076 h 6750207"/>
                <a:gd name="connsiteX748" fmla="*/ 4813956 w 6002352"/>
                <a:gd name="connsiteY748" fmla="*/ 6438076 h 6750207"/>
                <a:gd name="connsiteX749" fmla="*/ 4780969 w 6002352"/>
                <a:gd name="connsiteY749" fmla="*/ 6393421 h 6750207"/>
                <a:gd name="connsiteX750" fmla="*/ 4699845 w 6002352"/>
                <a:gd name="connsiteY750" fmla="*/ 6393421 h 6750207"/>
                <a:gd name="connsiteX751" fmla="*/ 4673092 w 6002352"/>
                <a:gd name="connsiteY751" fmla="*/ 6456003 h 6750207"/>
                <a:gd name="connsiteX752" fmla="*/ 4673084 w 6002352"/>
                <a:gd name="connsiteY752" fmla="*/ 6456003 h 6750207"/>
                <a:gd name="connsiteX753" fmla="*/ 4699837 w 6002352"/>
                <a:gd name="connsiteY753" fmla="*/ 6393421 h 6750207"/>
                <a:gd name="connsiteX754" fmla="*/ 4545286 w 6002352"/>
                <a:gd name="connsiteY754" fmla="*/ 6393421 h 6750207"/>
                <a:gd name="connsiteX755" fmla="*/ 4474795 w 6002352"/>
                <a:gd name="connsiteY755" fmla="*/ 6393421 h 6750207"/>
                <a:gd name="connsiteX756" fmla="*/ 4433261 w 6002352"/>
                <a:gd name="connsiteY756" fmla="*/ 6393421 h 6750207"/>
                <a:gd name="connsiteX757" fmla="*/ 4336784 w 6002352"/>
                <a:gd name="connsiteY757" fmla="*/ 6393421 h 6750207"/>
                <a:gd name="connsiteX758" fmla="*/ 4336784 w 6002352"/>
                <a:gd name="connsiteY758" fmla="*/ 6393429 h 6750207"/>
                <a:gd name="connsiteX759" fmla="*/ 4336775 w 6002352"/>
                <a:gd name="connsiteY759" fmla="*/ 6393429 h 6750207"/>
                <a:gd name="connsiteX760" fmla="*/ 4336775 w 6002352"/>
                <a:gd name="connsiteY760" fmla="*/ 6393421 h 6750207"/>
                <a:gd name="connsiteX761" fmla="*/ 4314978 w 6002352"/>
                <a:gd name="connsiteY761" fmla="*/ 6393421 h 6750207"/>
                <a:gd name="connsiteX762" fmla="*/ 4314978 w 6002352"/>
                <a:gd name="connsiteY762" fmla="*/ 6393429 h 6750207"/>
                <a:gd name="connsiteX763" fmla="*/ 4283379 w 6002352"/>
                <a:gd name="connsiteY763" fmla="*/ 6393429 h 6750207"/>
                <a:gd name="connsiteX764" fmla="*/ 4314978 w 6002352"/>
                <a:gd name="connsiteY764" fmla="*/ 6552994 h 6750207"/>
                <a:gd name="connsiteX765" fmla="*/ 4314978 w 6002352"/>
                <a:gd name="connsiteY765" fmla="*/ 6553028 h 6750207"/>
                <a:gd name="connsiteX766" fmla="*/ 4283371 w 6002352"/>
                <a:gd name="connsiteY766" fmla="*/ 6393429 h 6750207"/>
                <a:gd name="connsiteX767" fmla="*/ 4039594 w 6002352"/>
                <a:gd name="connsiteY767" fmla="*/ 6393429 h 6750207"/>
                <a:gd name="connsiteX768" fmla="*/ 3972855 w 6002352"/>
                <a:gd name="connsiteY768" fmla="*/ 6393429 h 6750207"/>
                <a:gd name="connsiteX769" fmla="*/ 3716914 w 6002352"/>
                <a:gd name="connsiteY769" fmla="*/ 6393429 h 6750207"/>
                <a:gd name="connsiteX770" fmla="*/ 3719034 w 6002352"/>
                <a:gd name="connsiteY770" fmla="*/ 6582456 h 6750207"/>
                <a:gd name="connsiteX771" fmla="*/ 3719025 w 6002352"/>
                <a:gd name="connsiteY771" fmla="*/ 6582456 h 6750207"/>
                <a:gd name="connsiteX772" fmla="*/ 3719025 w 6002352"/>
                <a:gd name="connsiteY772" fmla="*/ 6582473 h 6750207"/>
                <a:gd name="connsiteX773" fmla="*/ 3716905 w 6002352"/>
                <a:gd name="connsiteY773" fmla="*/ 6393429 h 6750207"/>
                <a:gd name="connsiteX774" fmla="*/ 3499292 w 6002352"/>
                <a:gd name="connsiteY774" fmla="*/ 6393429 h 6750207"/>
                <a:gd name="connsiteX775" fmla="*/ 3487767 w 6002352"/>
                <a:gd name="connsiteY775" fmla="*/ 6472778 h 6750207"/>
                <a:gd name="connsiteX776" fmla="*/ 3487767 w 6002352"/>
                <a:gd name="connsiteY776" fmla="*/ 6472787 h 6750207"/>
                <a:gd name="connsiteX777" fmla="*/ 3487767 w 6002352"/>
                <a:gd name="connsiteY777" fmla="*/ 6472795 h 6750207"/>
                <a:gd name="connsiteX778" fmla="*/ 3487758 w 6002352"/>
                <a:gd name="connsiteY778" fmla="*/ 6472787 h 6750207"/>
                <a:gd name="connsiteX779" fmla="*/ 3487767 w 6002352"/>
                <a:gd name="connsiteY779" fmla="*/ 6472770 h 6750207"/>
                <a:gd name="connsiteX780" fmla="*/ 3499284 w 6002352"/>
                <a:gd name="connsiteY780" fmla="*/ 6393429 h 6750207"/>
                <a:gd name="connsiteX781" fmla="*/ 3278608 w 6002352"/>
                <a:gd name="connsiteY781" fmla="*/ 6393429 h 6750207"/>
                <a:gd name="connsiteX782" fmla="*/ 3268622 w 6002352"/>
                <a:gd name="connsiteY782" fmla="*/ 6605011 h 6750207"/>
                <a:gd name="connsiteX783" fmla="*/ 3268614 w 6002352"/>
                <a:gd name="connsiteY783" fmla="*/ 6605011 h 6750207"/>
                <a:gd name="connsiteX784" fmla="*/ 3278600 w 6002352"/>
                <a:gd name="connsiteY784" fmla="*/ 6393429 h 6750207"/>
                <a:gd name="connsiteX785" fmla="*/ 2455587 w 6002352"/>
                <a:gd name="connsiteY785" fmla="*/ 6393429 h 6750207"/>
                <a:gd name="connsiteX786" fmla="*/ 2223790 w 6002352"/>
                <a:gd name="connsiteY786" fmla="*/ 6393429 h 6750207"/>
                <a:gd name="connsiteX787" fmla="*/ 2217632 w 6002352"/>
                <a:gd name="connsiteY787" fmla="*/ 6525787 h 6750207"/>
                <a:gd name="connsiteX788" fmla="*/ 2217623 w 6002352"/>
                <a:gd name="connsiteY788" fmla="*/ 6525787 h 6750207"/>
                <a:gd name="connsiteX789" fmla="*/ 2223790 w 6002352"/>
                <a:gd name="connsiteY789" fmla="*/ 6393429 h 6750207"/>
                <a:gd name="connsiteX790" fmla="*/ 1985658 w 6002352"/>
                <a:gd name="connsiteY790" fmla="*/ 6393429 h 6750207"/>
                <a:gd name="connsiteX791" fmla="*/ 1917372 w 6002352"/>
                <a:gd name="connsiteY791" fmla="*/ 6564023 h 6750207"/>
                <a:gd name="connsiteX792" fmla="*/ 1917363 w 6002352"/>
                <a:gd name="connsiteY792" fmla="*/ 6564023 h 6750207"/>
                <a:gd name="connsiteX793" fmla="*/ 1985650 w 6002352"/>
                <a:gd name="connsiteY793" fmla="*/ 6393429 h 6750207"/>
                <a:gd name="connsiteX794" fmla="*/ 1820398 w 6002352"/>
                <a:gd name="connsiteY794" fmla="*/ 6393429 h 6750207"/>
                <a:gd name="connsiteX795" fmla="*/ 1652647 w 6002352"/>
                <a:gd name="connsiteY795" fmla="*/ 6393429 h 6750207"/>
                <a:gd name="connsiteX796" fmla="*/ 1655760 w 6002352"/>
                <a:gd name="connsiteY796" fmla="*/ 6506371 h 6750207"/>
                <a:gd name="connsiteX797" fmla="*/ 1655760 w 6002352"/>
                <a:gd name="connsiteY797" fmla="*/ 6506387 h 6750207"/>
                <a:gd name="connsiteX798" fmla="*/ 1652639 w 6002352"/>
                <a:gd name="connsiteY798" fmla="*/ 6393429 h 6750207"/>
                <a:gd name="connsiteX799" fmla="*/ 1412849 w 6002352"/>
                <a:gd name="connsiteY799" fmla="*/ 6393429 h 6750207"/>
                <a:gd name="connsiteX800" fmla="*/ 1316818 w 6002352"/>
                <a:gd name="connsiteY800" fmla="*/ 6589472 h 6750207"/>
                <a:gd name="connsiteX801" fmla="*/ 1316809 w 6002352"/>
                <a:gd name="connsiteY801" fmla="*/ 6589472 h 6750207"/>
                <a:gd name="connsiteX802" fmla="*/ 1412841 w 6002352"/>
                <a:gd name="connsiteY802" fmla="*/ 6393429 h 6750207"/>
                <a:gd name="connsiteX803" fmla="*/ 1042721 w 6002352"/>
                <a:gd name="connsiteY803" fmla="*/ 6393429 h 6750207"/>
                <a:gd name="connsiteX804" fmla="*/ 842901 w 6002352"/>
                <a:gd name="connsiteY804" fmla="*/ 6393429 h 6750207"/>
                <a:gd name="connsiteX805" fmla="*/ 866398 w 6002352"/>
                <a:gd name="connsiteY805" fmla="*/ 6668123 h 6750207"/>
                <a:gd name="connsiteX806" fmla="*/ 866398 w 6002352"/>
                <a:gd name="connsiteY806" fmla="*/ 6668132 h 6750207"/>
                <a:gd name="connsiteX807" fmla="*/ 842901 w 6002352"/>
                <a:gd name="connsiteY807" fmla="*/ 6393429 h 6750207"/>
                <a:gd name="connsiteX808" fmla="*/ 656861 w 6002352"/>
                <a:gd name="connsiteY808" fmla="*/ 6393429 h 6750207"/>
                <a:gd name="connsiteX809" fmla="*/ 680652 w 6002352"/>
                <a:gd name="connsiteY809" fmla="*/ 6486979 h 6750207"/>
                <a:gd name="connsiteX810" fmla="*/ 680643 w 6002352"/>
                <a:gd name="connsiteY810" fmla="*/ 6486979 h 6750207"/>
                <a:gd name="connsiteX811" fmla="*/ 656852 w 6002352"/>
                <a:gd name="connsiteY811" fmla="*/ 6393429 h 6750207"/>
                <a:gd name="connsiteX812" fmla="*/ 626432 w 6002352"/>
                <a:gd name="connsiteY812" fmla="*/ 6393429 h 6750207"/>
                <a:gd name="connsiteX813" fmla="*/ 520574 w 6002352"/>
                <a:gd name="connsiteY813" fmla="*/ 6372052 h 6750207"/>
                <a:gd name="connsiteX814" fmla="*/ 514887 w 6002352"/>
                <a:gd name="connsiteY814" fmla="*/ 6368216 h 6750207"/>
                <a:gd name="connsiteX815" fmla="*/ 421261 w 6002352"/>
                <a:gd name="connsiteY815" fmla="*/ 6490176 h 6750207"/>
                <a:gd name="connsiteX816" fmla="*/ 514878 w 6002352"/>
                <a:gd name="connsiteY816" fmla="*/ 6368216 h 6750207"/>
                <a:gd name="connsiteX817" fmla="*/ 434132 w 6002352"/>
                <a:gd name="connsiteY817" fmla="*/ 6313777 h 6750207"/>
                <a:gd name="connsiteX818" fmla="*/ 375849 w 6002352"/>
                <a:gd name="connsiteY818" fmla="*/ 6227327 h 6750207"/>
                <a:gd name="connsiteX819" fmla="*/ 370608 w 6002352"/>
                <a:gd name="connsiteY819" fmla="*/ 6201382 h 6750207"/>
                <a:gd name="connsiteX820" fmla="*/ 301236 w 6002352"/>
                <a:gd name="connsiteY820" fmla="*/ 6294907 h 6750207"/>
                <a:gd name="connsiteX821" fmla="*/ 301228 w 6002352"/>
                <a:gd name="connsiteY821" fmla="*/ 6294907 h 6750207"/>
                <a:gd name="connsiteX822" fmla="*/ 370608 w 6002352"/>
                <a:gd name="connsiteY822" fmla="*/ 6201374 h 6750207"/>
                <a:gd name="connsiteX823" fmla="*/ 354472 w 6002352"/>
                <a:gd name="connsiteY823" fmla="*/ 6121469 h 6750207"/>
                <a:gd name="connsiteX824" fmla="*/ 354472 w 6002352"/>
                <a:gd name="connsiteY824" fmla="*/ 5874756 h 6750207"/>
                <a:gd name="connsiteX825" fmla="*/ 354472 w 6002352"/>
                <a:gd name="connsiteY825" fmla="*/ 5874722 h 6750207"/>
                <a:gd name="connsiteX826" fmla="*/ 354472 w 6002352"/>
                <a:gd name="connsiteY826" fmla="*/ 5874705 h 6750207"/>
                <a:gd name="connsiteX827" fmla="*/ 354472 w 6002352"/>
                <a:gd name="connsiteY827" fmla="*/ 5033679 h 6750207"/>
                <a:gd name="connsiteX828" fmla="*/ 355582 w 6002352"/>
                <a:gd name="connsiteY828" fmla="*/ 5028194 h 6750207"/>
                <a:gd name="connsiteX829" fmla="*/ 355591 w 6002352"/>
                <a:gd name="connsiteY829" fmla="*/ 5021270 h 6750207"/>
                <a:gd name="connsiteX830" fmla="*/ 355911 w 6002352"/>
                <a:gd name="connsiteY830" fmla="*/ 4780000 h 6750207"/>
                <a:gd name="connsiteX831" fmla="*/ 248597 w 6002352"/>
                <a:gd name="connsiteY831" fmla="*/ 5008626 h 6750207"/>
                <a:gd name="connsiteX832" fmla="*/ 248597 w 6002352"/>
                <a:gd name="connsiteY832" fmla="*/ 5008618 h 6750207"/>
                <a:gd name="connsiteX833" fmla="*/ 355911 w 6002352"/>
                <a:gd name="connsiteY833" fmla="*/ 4780000 h 6750207"/>
                <a:gd name="connsiteX834" fmla="*/ 355961 w 6002352"/>
                <a:gd name="connsiteY834" fmla="*/ 4736885 h 6750207"/>
                <a:gd name="connsiteX835" fmla="*/ 355961 w 6002352"/>
                <a:gd name="connsiteY835" fmla="*/ 4736843 h 6750207"/>
                <a:gd name="connsiteX836" fmla="*/ 356028 w 6002352"/>
                <a:gd name="connsiteY836" fmla="*/ 4687813 h 6750207"/>
                <a:gd name="connsiteX837" fmla="*/ 356701 w 6002352"/>
                <a:gd name="connsiteY837" fmla="*/ 4167844 h 6750207"/>
                <a:gd name="connsiteX838" fmla="*/ 356895 w 6002352"/>
                <a:gd name="connsiteY838" fmla="*/ 4018139 h 6750207"/>
                <a:gd name="connsiteX839" fmla="*/ 317464 w 6002352"/>
                <a:gd name="connsiteY839" fmla="*/ 3874255 h 6750207"/>
                <a:gd name="connsiteX840" fmla="*/ 356895 w 6002352"/>
                <a:gd name="connsiteY840" fmla="*/ 4018130 h 6750207"/>
                <a:gd name="connsiteX841" fmla="*/ 357223 w 6002352"/>
                <a:gd name="connsiteY841" fmla="*/ 3772317 h 6750207"/>
                <a:gd name="connsiteX842" fmla="*/ 317464 w 6002352"/>
                <a:gd name="connsiteY842" fmla="*/ 3874213 h 6750207"/>
                <a:gd name="connsiteX843" fmla="*/ 357223 w 6002352"/>
                <a:gd name="connsiteY843" fmla="*/ 3772309 h 6750207"/>
                <a:gd name="connsiteX844" fmla="*/ 357450 w 6002352"/>
                <a:gd name="connsiteY844" fmla="*/ 3598904 h 6750207"/>
                <a:gd name="connsiteX845" fmla="*/ 357450 w 6002352"/>
                <a:gd name="connsiteY845" fmla="*/ 3598929 h 6750207"/>
                <a:gd name="connsiteX846" fmla="*/ 359116 w 6002352"/>
                <a:gd name="connsiteY846" fmla="*/ 3582163 h 6750207"/>
                <a:gd name="connsiteX847" fmla="*/ 281188 w 6002352"/>
                <a:gd name="connsiteY847" fmla="*/ 3431154 h 6750207"/>
                <a:gd name="connsiteX848" fmla="*/ 281197 w 6002352"/>
                <a:gd name="connsiteY848" fmla="*/ 3431154 h 6750207"/>
                <a:gd name="connsiteX849" fmla="*/ 359124 w 6002352"/>
                <a:gd name="connsiteY849" fmla="*/ 3582146 h 6750207"/>
                <a:gd name="connsiteX850" fmla="*/ 373645 w 6002352"/>
                <a:gd name="connsiteY850" fmla="*/ 3435907 h 6750207"/>
                <a:gd name="connsiteX851" fmla="*/ 373653 w 6002352"/>
                <a:gd name="connsiteY851" fmla="*/ 3435907 h 6750207"/>
                <a:gd name="connsiteX852" fmla="*/ 407329 w 6002352"/>
                <a:gd name="connsiteY852" fmla="*/ 3252466 h 6750207"/>
                <a:gd name="connsiteX853" fmla="*/ 407338 w 6002352"/>
                <a:gd name="connsiteY853" fmla="*/ 3252474 h 6750207"/>
                <a:gd name="connsiteX854" fmla="*/ 431297 w 6002352"/>
                <a:gd name="connsiteY854" fmla="*/ 3163778 h 6750207"/>
                <a:gd name="connsiteX855" fmla="*/ 370911 w 6002352"/>
                <a:gd name="connsiteY855" fmla="*/ 3006207 h 6750207"/>
                <a:gd name="connsiteX856" fmla="*/ 431297 w 6002352"/>
                <a:gd name="connsiteY856" fmla="*/ 3163770 h 6750207"/>
                <a:gd name="connsiteX857" fmla="*/ 455980 w 6002352"/>
                <a:gd name="connsiteY857" fmla="*/ 3072390 h 6750207"/>
                <a:gd name="connsiteX858" fmla="*/ 455989 w 6002352"/>
                <a:gd name="connsiteY858" fmla="*/ 3072399 h 6750207"/>
                <a:gd name="connsiteX859" fmla="*/ 519758 w 6002352"/>
                <a:gd name="connsiteY859" fmla="*/ 2892315 h 6750207"/>
                <a:gd name="connsiteX860" fmla="*/ 519766 w 6002352"/>
                <a:gd name="connsiteY860" fmla="*/ 2892323 h 6750207"/>
                <a:gd name="connsiteX861" fmla="*/ 519774 w 6002352"/>
                <a:gd name="connsiteY861" fmla="*/ 2892323 h 6750207"/>
                <a:gd name="connsiteX862" fmla="*/ 584772 w 6002352"/>
                <a:gd name="connsiteY862" fmla="*/ 2741204 h 6750207"/>
                <a:gd name="connsiteX863" fmla="*/ 584780 w 6002352"/>
                <a:gd name="connsiteY863" fmla="*/ 2741213 h 6750207"/>
                <a:gd name="connsiteX864" fmla="*/ 671482 w 6002352"/>
                <a:gd name="connsiteY864" fmla="*/ 2568927 h 6750207"/>
                <a:gd name="connsiteX865" fmla="*/ 671490 w 6002352"/>
                <a:gd name="connsiteY865" fmla="*/ 2568961 h 6750207"/>
                <a:gd name="connsiteX866" fmla="*/ 671499 w 6002352"/>
                <a:gd name="connsiteY866" fmla="*/ 2568961 h 6750207"/>
                <a:gd name="connsiteX867" fmla="*/ 671490 w 6002352"/>
                <a:gd name="connsiteY867" fmla="*/ 2568927 h 6750207"/>
                <a:gd name="connsiteX868" fmla="*/ 671507 w 6002352"/>
                <a:gd name="connsiteY868" fmla="*/ 2568927 h 6750207"/>
                <a:gd name="connsiteX869" fmla="*/ 755441 w 6002352"/>
                <a:gd name="connsiteY869" fmla="*/ 2424051 h 6750207"/>
                <a:gd name="connsiteX870" fmla="*/ 755441 w 6002352"/>
                <a:gd name="connsiteY870" fmla="*/ 2424042 h 6750207"/>
                <a:gd name="connsiteX871" fmla="*/ 768616 w 6002352"/>
                <a:gd name="connsiteY871" fmla="*/ 2401303 h 6750207"/>
                <a:gd name="connsiteX872" fmla="*/ 768633 w 6002352"/>
                <a:gd name="connsiteY872" fmla="*/ 2401320 h 6750207"/>
                <a:gd name="connsiteX873" fmla="*/ 768625 w 6002352"/>
                <a:gd name="connsiteY873" fmla="*/ 2401303 h 6750207"/>
                <a:gd name="connsiteX874" fmla="*/ 768641 w 6002352"/>
                <a:gd name="connsiteY874" fmla="*/ 2401311 h 6750207"/>
                <a:gd name="connsiteX875" fmla="*/ 887480 w 6002352"/>
                <a:gd name="connsiteY875" fmla="*/ 2220310 h 6750207"/>
                <a:gd name="connsiteX876" fmla="*/ 887497 w 6002352"/>
                <a:gd name="connsiteY876" fmla="*/ 2220327 h 6750207"/>
                <a:gd name="connsiteX877" fmla="*/ 887489 w 6002352"/>
                <a:gd name="connsiteY877" fmla="*/ 2220310 h 6750207"/>
                <a:gd name="connsiteX878" fmla="*/ 887514 w 6002352"/>
                <a:gd name="connsiteY878" fmla="*/ 2220310 h 6750207"/>
                <a:gd name="connsiteX879" fmla="*/ 1005587 w 6002352"/>
                <a:gd name="connsiteY879" fmla="*/ 2059012 h 6750207"/>
                <a:gd name="connsiteX880" fmla="*/ 1005604 w 6002352"/>
                <a:gd name="connsiteY880" fmla="*/ 2059045 h 6750207"/>
                <a:gd name="connsiteX881" fmla="*/ 1005604 w 6002352"/>
                <a:gd name="connsiteY881" fmla="*/ 2059037 h 6750207"/>
                <a:gd name="connsiteX882" fmla="*/ 1005595 w 6002352"/>
                <a:gd name="connsiteY882" fmla="*/ 2059012 h 6750207"/>
                <a:gd name="connsiteX883" fmla="*/ 1005621 w 6002352"/>
                <a:gd name="connsiteY883" fmla="*/ 2059012 h 6750207"/>
                <a:gd name="connsiteX884" fmla="*/ 1156293 w 6002352"/>
                <a:gd name="connsiteY884" fmla="*/ 1872685 h 6750207"/>
                <a:gd name="connsiteX885" fmla="*/ 1156302 w 6002352"/>
                <a:gd name="connsiteY885" fmla="*/ 1872711 h 6750207"/>
                <a:gd name="connsiteX886" fmla="*/ 1156302 w 6002352"/>
                <a:gd name="connsiteY886" fmla="*/ 1872702 h 6750207"/>
                <a:gd name="connsiteX887" fmla="*/ 1156302 w 6002352"/>
                <a:gd name="connsiteY887" fmla="*/ 1872685 h 6750207"/>
                <a:gd name="connsiteX888" fmla="*/ 1156319 w 6002352"/>
                <a:gd name="connsiteY888" fmla="*/ 1872685 h 6750207"/>
                <a:gd name="connsiteX889" fmla="*/ 1167398 w 6002352"/>
                <a:gd name="connsiteY889" fmla="*/ 1860184 h 6750207"/>
                <a:gd name="connsiteX890" fmla="*/ 1192132 w 6002352"/>
                <a:gd name="connsiteY890" fmla="*/ 1765019 h 6750207"/>
                <a:gd name="connsiteX891" fmla="*/ 1167415 w 6002352"/>
                <a:gd name="connsiteY891" fmla="*/ 1860167 h 6750207"/>
                <a:gd name="connsiteX892" fmla="*/ 1301607 w 6002352"/>
                <a:gd name="connsiteY892" fmla="*/ 1708712 h 6750207"/>
                <a:gd name="connsiteX893" fmla="*/ 1301641 w 6002352"/>
                <a:gd name="connsiteY893" fmla="*/ 1708720 h 6750207"/>
                <a:gd name="connsiteX894" fmla="*/ 1450799 w 6002352"/>
                <a:gd name="connsiteY894" fmla="*/ 1552907 h 6750207"/>
                <a:gd name="connsiteX895" fmla="*/ 1450808 w 6002352"/>
                <a:gd name="connsiteY895" fmla="*/ 1552941 h 6750207"/>
                <a:gd name="connsiteX896" fmla="*/ 1464277 w 6002352"/>
                <a:gd name="connsiteY896" fmla="*/ 1622523 h 6750207"/>
                <a:gd name="connsiteX897" fmla="*/ 1464277 w 6002352"/>
                <a:gd name="connsiteY897" fmla="*/ 1622514 h 6750207"/>
                <a:gd name="connsiteX898" fmla="*/ 1450816 w 6002352"/>
                <a:gd name="connsiteY898" fmla="*/ 1552941 h 6750207"/>
                <a:gd name="connsiteX899" fmla="*/ 1450808 w 6002352"/>
                <a:gd name="connsiteY899" fmla="*/ 1552907 h 6750207"/>
                <a:gd name="connsiteX900" fmla="*/ 1450833 w 6002352"/>
                <a:gd name="connsiteY900" fmla="*/ 1552915 h 6750207"/>
                <a:gd name="connsiteX901" fmla="*/ 1570799 w 6002352"/>
                <a:gd name="connsiteY901" fmla="*/ 1437206 h 6750207"/>
                <a:gd name="connsiteX902" fmla="*/ 1558659 w 6002352"/>
                <a:gd name="connsiteY902" fmla="*/ 1382271 h 6750207"/>
                <a:gd name="connsiteX903" fmla="*/ 1558659 w 6002352"/>
                <a:gd name="connsiteY903" fmla="*/ 1382262 h 6750207"/>
                <a:gd name="connsiteX904" fmla="*/ 1570799 w 6002352"/>
                <a:gd name="connsiteY904" fmla="*/ 1437206 h 6750207"/>
                <a:gd name="connsiteX905" fmla="*/ 1652277 w 6002352"/>
                <a:gd name="connsiteY905" fmla="*/ 1358622 h 6750207"/>
                <a:gd name="connsiteX906" fmla="*/ 1652285 w 6002352"/>
                <a:gd name="connsiteY906" fmla="*/ 1358647 h 6750207"/>
                <a:gd name="connsiteX907" fmla="*/ 1652285 w 6002352"/>
                <a:gd name="connsiteY907" fmla="*/ 1358622 h 6750207"/>
                <a:gd name="connsiteX908" fmla="*/ 1652302 w 6002352"/>
                <a:gd name="connsiteY908" fmla="*/ 1358631 h 6750207"/>
                <a:gd name="connsiteX909" fmla="*/ 1766346 w 6002352"/>
                <a:gd name="connsiteY909" fmla="*/ 1257013 h 6750207"/>
                <a:gd name="connsiteX910" fmla="*/ 1753381 w 6002352"/>
                <a:gd name="connsiteY910" fmla="*/ 1172851 h 6750207"/>
                <a:gd name="connsiteX911" fmla="*/ 1766354 w 6002352"/>
                <a:gd name="connsiteY911" fmla="*/ 1257013 h 6750207"/>
                <a:gd name="connsiteX912" fmla="*/ 1844887 w 6002352"/>
                <a:gd name="connsiteY912" fmla="*/ 1187035 h 6750207"/>
                <a:gd name="connsiteX913" fmla="*/ 1844896 w 6002352"/>
                <a:gd name="connsiteY913" fmla="*/ 1187069 h 6750207"/>
                <a:gd name="connsiteX914" fmla="*/ 1844896 w 6002352"/>
                <a:gd name="connsiteY914" fmla="*/ 1187035 h 6750207"/>
                <a:gd name="connsiteX915" fmla="*/ 1844929 w 6002352"/>
                <a:gd name="connsiteY915" fmla="*/ 1187044 h 6750207"/>
                <a:gd name="connsiteX916" fmla="*/ 1969590 w 6002352"/>
                <a:gd name="connsiteY916" fmla="*/ 1083878 h 6750207"/>
                <a:gd name="connsiteX917" fmla="*/ 1937209 w 6002352"/>
                <a:gd name="connsiteY917" fmla="*/ 941382 h 6750207"/>
                <a:gd name="connsiteX918" fmla="*/ 1937209 w 6002352"/>
                <a:gd name="connsiteY918" fmla="*/ 941373 h 6750207"/>
                <a:gd name="connsiteX919" fmla="*/ 1969590 w 6002352"/>
                <a:gd name="connsiteY919" fmla="*/ 1083869 h 6750207"/>
                <a:gd name="connsiteX920" fmla="*/ 2062610 w 6002352"/>
                <a:gd name="connsiteY920" fmla="*/ 1006892 h 6750207"/>
                <a:gd name="connsiteX921" fmla="*/ 2062694 w 6002352"/>
                <a:gd name="connsiteY921" fmla="*/ 1076668 h 6750207"/>
                <a:gd name="connsiteX922" fmla="*/ 2062618 w 6002352"/>
                <a:gd name="connsiteY922" fmla="*/ 1006917 h 6750207"/>
                <a:gd name="connsiteX923" fmla="*/ 2062618 w 6002352"/>
                <a:gd name="connsiteY923" fmla="*/ 1006892 h 6750207"/>
                <a:gd name="connsiteX924" fmla="*/ 2062643 w 6002352"/>
                <a:gd name="connsiteY924" fmla="*/ 1006901 h 6750207"/>
                <a:gd name="connsiteX925" fmla="*/ 2179009 w 6002352"/>
                <a:gd name="connsiteY925" fmla="*/ 917262 h 6750207"/>
                <a:gd name="connsiteX926" fmla="*/ 2182256 w 6002352"/>
                <a:gd name="connsiteY926" fmla="*/ 762290 h 6750207"/>
                <a:gd name="connsiteX927" fmla="*/ 2182256 w 6002352"/>
                <a:gd name="connsiteY927" fmla="*/ 762274 h 6750207"/>
                <a:gd name="connsiteX928" fmla="*/ 2182256 w 6002352"/>
                <a:gd name="connsiteY928" fmla="*/ 762265 h 6750207"/>
                <a:gd name="connsiteX929" fmla="*/ 2182256 w 6002352"/>
                <a:gd name="connsiteY929" fmla="*/ 762248 h 6750207"/>
                <a:gd name="connsiteX930" fmla="*/ 2174718 w 6002352"/>
                <a:gd name="connsiteY930" fmla="*/ 506559 h 6750207"/>
                <a:gd name="connsiteX931" fmla="*/ 1936948 w 6002352"/>
                <a:gd name="connsiteY931" fmla="*/ 689730 h 6750207"/>
                <a:gd name="connsiteX932" fmla="*/ 1936914 w 6002352"/>
                <a:gd name="connsiteY932" fmla="*/ 689722 h 6750207"/>
                <a:gd name="connsiteX933" fmla="*/ 1936914 w 6002352"/>
                <a:gd name="connsiteY933" fmla="*/ 689755 h 6750207"/>
                <a:gd name="connsiteX934" fmla="*/ 1937200 w 6002352"/>
                <a:gd name="connsiteY934" fmla="*/ 941357 h 6750207"/>
                <a:gd name="connsiteX935" fmla="*/ 1937192 w 6002352"/>
                <a:gd name="connsiteY935" fmla="*/ 941323 h 6750207"/>
                <a:gd name="connsiteX936" fmla="*/ 1936906 w 6002352"/>
                <a:gd name="connsiteY936" fmla="*/ 689722 h 6750207"/>
                <a:gd name="connsiteX937" fmla="*/ 1690067 w 6002352"/>
                <a:gd name="connsiteY937" fmla="*/ 893993 h 6750207"/>
                <a:gd name="connsiteX938" fmla="*/ 1690033 w 6002352"/>
                <a:gd name="connsiteY938" fmla="*/ 893984 h 6750207"/>
                <a:gd name="connsiteX939" fmla="*/ 1690033 w 6002352"/>
                <a:gd name="connsiteY939" fmla="*/ 894018 h 6750207"/>
                <a:gd name="connsiteX940" fmla="*/ 1690033 w 6002352"/>
                <a:gd name="connsiteY940" fmla="*/ 894026 h 6750207"/>
                <a:gd name="connsiteX941" fmla="*/ 1690042 w 6002352"/>
                <a:gd name="connsiteY941" fmla="*/ 894026 h 6750207"/>
                <a:gd name="connsiteX942" fmla="*/ 1753365 w 6002352"/>
                <a:gd name="connsiteY942" fmla="*/ 1172809 h 6750207"/>
                <a:gd name="connsiteX943" fmla="*/ 1753365 w 6002352"/>
                <a:gd name="connsiteY943" fmla="*/ 1172818 h 6750207"/>
                <a:gd name="connsiteX944" fmla="*/ 1690033 w 6002352"/>
                <a:gd name="connsiteY944" fmla="*/ 894026 h 6750207"/>
                <a:gd name="connsiteX945" fmla="*/ 1690025 w 6002352"/>
                <a:gd name="connsiteY945" fmla="*/ 893984 h 6750207"/>
                <a:gd name="connsiteX946" fmla="*/ 1471655 w 6002352"/>
                <a:gd name="connsiteY946" fmla="*/ 1088563 h 6750207"/>
                <a:gd name="connsiteX947" fmla="*/ 1471621 w 6002352"/>
                <a:gd name="connsiteY947" fmla="*/ 1088555 h 6750207"/>
                <a:gd name="connsiteX948" fmla="*/ 1243197 w 6002352"/>
                <a:gd name="connsiteY948" fmla="*/ 1308869 h 6750207"/>
                <a:gd name="connsiteX949" fmla="*/ 1243164 w 6002352"/>
                <a:gd name="connsiteY949" fmla="*/ 1308869 h 6750207"/>
                <a:gd name="connsiteX950" fmla="*/ 1243172 w 6002352"/>
                <a:gd name="connsiteY950" fmla="*/ 1308894 h 6750207"/>
                <a:gd name="connsiteX951" fmla="*/ 1243164 w 6002352"/>
                <a:gd name="connsiteY951" fmla="*/ 1308903 h 6750207"/>
                <a:gd name="connsiteX952" fmla="*/ 1243172 w 6002352"/>
                <a:gd name="connsiteY952" fmla="*/ 1308903 h 6750207"/>
                <a:gd name="connsiteX953" fmla="*/ 1283377 w 6002352"/>
                <a:gd name="connsiteY953" fmla="*/ 1516665 h 6750207"/>
                <a:gd name="connsiteX954" fmla="*/ 1243164 w 6002352"/>
                <a:gd name="connsiteY954" fmla="*/ 1308903 h 6750207"/>
                <a:gd name="connsiteX955" fmla="*/ 1243155 w 6002352"/>
                <a:gd name="connsiteY955" fmla="*/ 1308869 h 6750207"/>
                <a:gd name="connsiteX956" fmla="*/ 1074017 w 6002352"/>
                <a:gd name="connsiteY956" fmla="*/ 1485538 h 6750207"/>
                <a:gd name="connsiteX957" fmla="*/ 1073991 w 6002352"/>
                <a:gd name="connsiteY957" fmla="*/ 1485529 h 6750207"/>
                <a:gd name="connsiteX958" fmla="*/ 1074000 w 6002352"/>
                <a:gd name="connsiteY958" fmla="*/ 1485563 h 6750207"/>
                <a:gd name="connsiteX959" fmla="*/ 1073983 w 6002352"/>
                <a:gd name="connsiteY959" fmla="*/ 1485529 h 6750207"/>
                <a:gd name="connsiteX960" fmla="*/ 909236 w 6002352"/>
                <a:gd name="connsiteY960" fmla="*/ 1671477 h 6750207"/>
                <a:gd name="connsiteX961" fmla="*/ 909219 w 6002352"/>
                <a:gd name="connsiteY961" fmla="*/ 1671468 h 6750207"/>
                <a:gd name="connsiteX962" fmla="*/ 909219 w 6002352"/>
                <a:gd name="connsiteY962" fmla="*/ 1671494 h 6750207"/>
                <a:gd name="connsiteX963" fmla="*/ 909210 w 6002352"/>
                <a:gd name="connsiteY963" fmla="*/ 1671468 h 6750207"/>
                <a:gd name="connsiteX964" fmla="*/ 738355 w 6002352"/>
                <a:gd name="connsiteY964" fmla="*/ 1882755 h 6750207"/>
                <a:gd name="connsiteX965" fmla="*/ 738321 w 6002352"/>
                <a:gd name="connsiteY965" fmla="*/ 1882755 h 6750207"/>
                <a:gd name="connsiteX966" fmla="*/ 738338 w 6002352"/>
                <a:gd name="connsiteY966" fmla="*/ 1882781 h 6750207"/>
                <a:gd name="connsiteX967" fmla="*/ 738330 w 6002352"/>
                <a:gd name="connsiteY967" fmla="*/ 1882781 h 6750207"/>
                <a:gd name="connsiteX968" fmla="*/ 738321 w 6002352"/>
                <a:gd name="connsiteY968" fmla="*/ 1882755 h 6750207"/>
                <a:gd name="connsiteX969" fmla="*/ 604424 w 6002352"/>
                <a:gd name="connsiteY969" fmla="*/ 2065649 h 6750207"/>
                <a:gd name="connsiteX970" fmla="*/ 604399 w 6002352"/>
                <a:gd name="connsiteY970" fmla="*/ 2065649 h 6750207"/>
                <a:gd name="connsiteX971" fmla="*/ 469634 w 6002352"/>
                <a:gd name="connsiteY971" fmla="*/ 2270888 h 6750207"/>
                <a:gd name="connsiteX972" fmla="*/ 469618 w 6002352"/>
                <a:gd name="connsiteY972" fmla="*/ 2270888 h 6750207"/>
                <a:gd name="connsiteX973" fmla="*/ 469626 w 6002352"/>
                <a:gd name="connsiteY973" fmla="*/ 2270896 h 6750207"/>
                <a:gd name="connsiteX974" fmla="*/ 469626 w 6002352"/>
                <a:gd name="connsiteY974" fmla="*/ 2270905 h 6750207"/>
                <a:gd name="connsiteX975" fmla="*/ 469609 w 6002352"/>
                <a:gd name="connsiteY975" fmla="*/ 2270879 h 6750207"/>
                <a:gd name="connsiteX976" fmla="*/ 359503 w 6002352"/>
                <a:gd name="connsiteY976" fmla="*/ 2460958 h 6750207"/>
                <a:gd name="connsiteX977" fmla="*/ 359469 w 6002352"/>
                <a:gd name="connsiteY977" fmla="*/ 2460958 h 6750207"/>
                <a:gd name="connsiteX978" fmla="*/ 359486 w 6002352"/>
                <a:gd name="connsiteY978" fmla="*/ 2460991 h 6750207"/>
                <a:gd name="connsiteX979" fmla="*/ 359478 w 6002352"/>
                <a:gd name="connsiteY979" fmla="*/ 2461000 h 6750207"/>
                <a:gd name="connsiteX980" fmla="*/ 359469 w 6002352"/>
                <a:gd name="connsiteY980" fmla="*/ 2460958 h 6750207"/>
                <a:gd name="connsiteX981" fmla="*/ 261158 w 6002352"/>
                <a:gd name="connsiteY981" fmla="*/ 2656311 h 6750207"/>
                <a:gd name="connsiteX982" fmla="*/ 261141 w 6002352"/>
                <a:gd name="connsiteY982" fmla="*/ 2656311 h 6750207"/>
                <a:gd name="connsiteX983" fmla="*/ 187436 w 6002352"/>
                <a:gd name="connsiteY983" fmla="*/ 2827663 h 6750207"/>
                <a:gd name="connsiteX984" fmla="*/ 187428 w 6002352"/>
                <a:gd name="connsiteY984" fmla="*/ 2827663 h 6750207"/>
                <a:gd name="connsiteX985" fmla="*/ 187428 w 6002352"/>
                <a:gd name="connsiteY985" fmla="*/ 2827654 h 6750207"/>
                <a:gd name="connsiteX986" fmla="*/ 115112 w 6002352"/>
                <a:gd name="connsiteY986" fmla="*/ 3031858 h 6750207"/>
                <a:gd name="connsiteX987" fmla="*/ 115103 w 6002352"/>
                <a:gd name="connsiteY987" fmla="*/ 3031849 h 6750207"/>
                <a:gd name="connsiteX988" fmla="*/ 59941 w 6002352"/>
                <a:gd name="connsiteY988" fmla="*/ 3236053 h 6750207"/>
                <a:gd name="connsiteX989" fmla="*/ 59941 w 6002352"/>
                <a:gd name="connsiteY989" fmla="*/ 3236044 h 6750207"/>
                <a:gd name="connsiteX990" fmla="*/ 21747 w 6002352"/>
                <a:gd name="connsiteY990" fmla="*/ 3444050 h 6750207"/>
                <a:gd name="connsiteX991" fmla="*/ 3382 w 6002352"/>
                <a:gd name="connsiteY991" fmla="*/ 3628904 h 6750207"/>
                <a:gd name="connsiteX992" fmla="*/ 3373 w 6002352"/>
                <a:gd name="connsiteY992" fmla="*/ 3628879 h 6750207"/>
                <a:gd name="connsiteX993" fmla="*/ 2532 w 6002352"/>
                <a:gd name="connsiteY993" fmla="*/ 4274013 h 6750207"/>
                <a:gd name="connsiteX994" fmla="*/ 1691 w 6002352"/>
                <a:gd name="connsiteY994" fmla="*/ 4919215 h 6750207"/>
                <a:gd name="connsiteX995" fmla="*/ 1691 w 6002352"/>
                <a:gd name="connsiteY995" fmla="*/ 4919265 h 6750207"/>
                <a:gd name="connsiteX996" fmla="*/ 1270 w 6002352"/>
                <a:gd name="connsiteY996" fmla="*/ 5241744 h 6750207"/>
                <a:gd name="connsiteX997" fmla="*/ 850 w 6002352"/>
                <a:gd name="connsiteY997" fmla="*/ 5564290 h 6750207"/>
                <a:gd name="connsiteX998" fmla="*/ 841 w 6002352"/>
                <a:gd name="connsiteY998" fmla="*/ 5564282 h 6750207"/>
                <a:gd name="connsiteX999" fmla="*/ 0 w 6002352"/>
                <a:gd name="connsiteY999" fmla="*/ 6209467 h 6750207"/>
                <a:gd name="connsiteX1000" fmla="*/ 0 w 6002352"/>
                <a:gd name="connsiteY1000" fmla="*/ 6209500 h 6750207"/>
                <a:gd name="connsiteX1001" fmla="*/ 0 w 6002352"/>
                <a:gd name="connsiteY1001" fmla="*/ 6209534 h 6750207"/>
                <a:gd name="connsiteX1002" fmla="*/ 8 w 6002352"/>
                <a:gd name="connsiteY1002" fmla="*/ 6209517 h 6750207"/>
                <a:gd name="connsiteX1003" fmla="*/ 8564 w 6002352"/>
                <a:gd name="connsiteY1003" fmla="*/ 6285300 h 6750207"/>
                <a:gd name="connsiteX1004" fmla="*/ 8572 w 6002352"/>
                <a:gd name="connsiteY1004" fmla="*/ 6285291 h 6750207"/>
                <a:gd name="connsiteX1005" fmla="*/ 30749 w 6002352"/>
                <a:gd name="connsiteY1005" fmla="*/ 6369495 h 6750207"/>
                <a:gd name="connsiteX1006" fmla="*/ 30757 w 6002352"/>
                <a:gd name="connsiteY1006" fmla="*/ 6369495 h 6750207"/>
                <a:gd name="connsiteX1007" fmla="*/ 59436 w 6002352"/>
                <a:gd name="connsiteY1007" fmla="*/ 6437234 h 6750207"/>
                <a:gd name="connsiteX1008" fmla="*/ 59445 w 6002352"/>
                <a:gd name="connsiteY1008" fmla="*/ 6437234 h 6750207"/>
                <a:gd name="connsiteX1009" fmla="*/ 103241 w 6002352"/>
                <a:gd name="connsiteY1009" fmla="*/ 6510140 h 6750207"/>
                <a:gd name="connsiteX1010" fmla="*/ 157134 w 6002352"/>
                <a:gd name="connsiteY1010" fmla="*/ 6575423 h 6750207"/>
                <a:gd name="connsiteX1011" fmla="*/ 157142 w 6002352"/>
                <a:gd name="connsiteY1011" fmla="*/ 6575406 h 6750207"/>
                <a:gd name="connsiteX1012" fmla="*/ 157151 w 6002352"/>
                <a:gd name="connsiteY1012" fmla="*/ 6575406 h 6750207"/>
                <a:gd name="connsiteX1013" fmla="*/ 157142 w 6002352"/>
                <a:gd name="connsiteY1013" fmla="*/ 6575423 h 6750207"/>
                <a:gd name="connsiteX1014" fmla="*/ 157159 w 6002352"/>
                <a:gd name="connsiteY1014" fmla="*/ 6575423 h 6750207"/>
                <a:gd name="connsiteX1015" fmla="*/ 220053 w 6002352"/>
                <a:gd name="connsiteY1015" fmla="*/ 6631982 h 6750207"/>
                <a:gd name="connsiteX1016" fmla="*/ 290897 w 6002352"/>
                <a:gd name="connsiteY1016" fmla="*/ 6678774 h 6750207"/>
                <a:gd name="connsiteX1017" fmla="*/ 357122 w 6002352"/>
                <a:gd name="connsiteY1017" fmla="*/ 6710271 h 6750207"/>
                <a:gd name="connsiteX1018" fmla="*/ 357122 w 6002352"/>
                <a:gd name="connsiteY1018" fmla="*/ 6710263 h 6750207"/>
                <a:gd name="connsiteX1019" fmla="*/ 464402 w 6002352"/>
                <a:gd name="connsiteY1019" fmla="*/ 6741062 h 6750207"/>
                <a:gd name="connsiteX1020" fmla="*/ 421227 w 6002352"/>
                <a:gd name="connsiteY1020" fmla="*/ 6490227 h 6750207"/>
                <a:gd name="connsiteX1021" fmla="*/ 464410 w 6002352"/>
                <a:gd name="connsiteY1021" fmla="*/ 6741062 h 675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6002352" h="6750207">
                  <a:moveTo>
                    <a:pt x="2969708" y="376270"/>
                  </a:moveTo>
                  <a:lnTo>
                    <a:pt x="2969700" y="376236"/>
                  </a:lnTo>
                  <a:lnTo>
                    <a:pt x="2980805" y="172066"/>
                  </a:lnTo>
                  <a:lnTo>
                    <a:pt x="2981402" y="161012"/>
                  </a:lnTo>
                  <a:lnTo>
                    <a:pt x="2981402" y="161020"/>
                  </a:lnTo>
                  <a:lnTo>
                    <a:pt x="2980805" y="172066"/>
                  </a:lnTo>
                  <a:lnTo>
                    <a:pt x="2969708" y="376236"/>
                  </a:lnTo>
                  <a:lnTo>
                    <a:pt x="2969708" y="376253"/>
                  </a:lnTo>
                  <a:close/>
                  <a:moveTo>
                    <a:pt x="3181853" y="414784"/>
                  </a:moveTo>
                  <a:lnTo>
                    <a:pt x="3217919" y="93449"/>
                  </a:lnTo>
                  <a:lnTo>
                    <a:pt x="3181861" y="414784"/>
                  </a:lnTo>
                  <a:close/>
                  <a:moveTo>
                    <a:pt x="2949711" y="470838"/>
                  </a:moveTo>
                  <a:lnTo>
                    <a:pt x="2949711" y="470830"/>
                  </a:lnTo>
                  <a:lnTo>
                    <a:pt x="2922555" y="415129"/>
                  </a:lnTo>
                  <a:close/>
                  <a:moveTo>
                    <a:pt x="3193622" y="483752"/>
                  </a:moveTo>
                  <a:lnTo>
                    <a:pt x="3193622" y="483743"/>
                  </a:lnTo>
                  <a:lnTo>
                    <a:pt x="3193622" y="483735"/>
                  </a:lnTo>
                  <a:lnTo>
                    <a:pt x="3192327" y="481009"/>
                  </a:lnTo>
                  <a:close/>
                  <a:moveTo>
                    <a:pt x="3184511" y="550650"/>
                  </a:moveTo>
                  <a:lnTo>
                    <a:pt x="3192318" y="481043"/>
                  </a:lnTo>
                  <a:lnTo>
                    <a:pt x="3184511" y="550642"/>
                  </a:lnTo>
                  <a:close/>
                  <a:moveTo>
                    <a:pt x="3241962" y="585757"/>
                  </a:moveTo>
                  <a:lnTo>
                    <a:pt x="3193631" y="483760"/>
                  </a:lnTo>
                  <a:lnTo>
                    <a:pt x="3193622" y="483743"/>
                  </a:lnTo>
                  <a:close/>
                  <a:moveTo>
                    <a:pt x="2511641" y="592613"/>
                  </a:moveTo>
                  <a:lnTo>
                    <a:pt x="2471411" y="294969"/>
                  </a:lnTo>
                  <a:lnTo>
                    <a:pt x="2471420" y="294969"/>
                  </a:lnTo>
                  <a:close/>
                  <a:moveTo>
                    <a:pt x="2511650" y="592647"/>
                  </a:moveTo>
                  <a:lnTo>
                    <a:pt x="2511641" y="592638"/>
                  </a:lnTo>
                  <a:lnTo>
                    <a:pt x="2511650" y="592638"/>
                  </a:lnTo>
                  <a:lnTo>
                    <a:pt x="2511641" y="592630"/>
                  </a:lnTo>
                  <a:lnTo>
                    <a:pt x="2511650" y="592621"/>
                  </a:lnTo>
                  <a:lnTo>
                    <a:pt x="2511650" y="592630"/>
                  </a:lnTo>
                  <a:lnTo>
                    <a:pt x="2511650" y="592638"/>
                  </a:lnTo>
                  <a:close/>
                  <a:moveTo>
                    <a:pt x="2380612" y="742773"/>
                  </a:moveTo>
                  <a:lnTo>
                    <a:pt x="2365890" y="460776"/>
                  </a:lnTo>
                  <a:lnTo>
                    <a:pt x="2380621" y="742773"/>
                  </a:lnTo>
                  <a:close/>
                  <a:moveTo>
                    <a:pt x="4147639" y="1052439"/>
                  </a:moveTo>
                  <a:lnTo>
                    <a:pt x="4210828" y="809394"/>
                  </a:lnTo>
                  <a:lnTo>
                    <a:pt x="4210836" y="809394"/>
                  </a:lnTo>
                  <a:lnTo>
                    <a:pt x="4147647" y="1052431"/>
                  </a:lnTo>
                  <a:close/>
                  <a:moveTo>
                    <a:pt x="4050556" y="1179363"/>
                  </a:moveTo>
                  <a:lnTo>
                    <a:pt x="4050564" y="1179363"/>
                  </a:lnTo>
                  <a:lnTo>
                    <a:pt x="4067962" y="1112431"/>
                  </a:lnTo>
                  <a:lnTo>
                    <a:pt x="4067953" y="1112431"/>
                  </a:lnTo>
                  <a:close/>
                  <a:moveTo>
                    <a:pt x="4342731" y="1308448"/>
                  </a:moveTo>
                  <a:lnTo>
                    <a:pt x="4443996" y="1010888"/>
                  </a:lnTo>
                  <a:lnTo>
                    <a:pt x="4444004" y="1010888"/>
                  </a:lnTo>
                  <a:close/>
                  <a:moveTo>
                    <a:pt x="4342723" y="1308465"/>
                  </a:moveTo>
                  <a:lnTo>
                    <a:pt x="4342723" y="1308457"/>
                  </a:lnTo>
                  <a:lnTo>
                    <a:pt x="4342731" y="1308465"/>
                  </a:lnTo>
                  <a:close/>
                  <a:moveTo>
                    <a:pt x="4252647" y="1351665"/>
                  </a:moveTo>
                  <a:lnTo>
                    <a:pt x="4252656" y="1351665"/>
                  </a:lnTo>
                  <a:lnTo>
                    <a:pt x="4273595" y="1290125"/>
                  </a:lnTo>
                  <a:lnTo>
                    <a:pt x="4273587" y="1290125"/>
                  </a:lnTo>
                  <a:close/>
                  <a:moveTo>
                    <a:pt x="1558626" y="1382237"/>
                  </a:moveTo>
                  <a:lnTo>
                    <a:pt x="1471629" y="1088589"/>
                  </a:lnTo>
                  <a:lnTo>
                    <a:pt x="1471638" y="1088597"/>
                  </a:lnTo>
                  <a:lnTo>
                    <a:pt x="1558634" y="1382229"/>
                  </a:lnTo>
                  <a:close/>
                  <a:moveTo>
                    <a:pt x="4600667" y="1411068"/>
                  </a:moveTo>
                  <a:lnTo>
                    <a:pt x="4600667" y="1411051"/>
                  </a:lnTo>
                  <a:lnTo>
                    <a:pt x="4643993" y="1196718"/>
                  </a:lnTo>
                  <a:lnTo>
                    <a:pt x="4600675" y="1411042"/>
                  </a:lnTo>
                  <a:lnTo>
                    <a:pt x="4600667" y="1411051"/>
                  </a:lnTo>
                  <a:lnTo>
                    <a:pt x="4600675" y="1411059"/>
                  </a:lnTo>
                  <a:close/>
                  <a:moveTo>
                    <a:pt x="1673166" y="1429105"/>
                  </a:moveTo>
                  <a:lnTo>
                    <a:pt x="1673166" y="1429096"/>
                  </a:lnTo>
                  <a:lnTo>
                    <a:pt x="1652294" y="1358656"/>
                  </a:lnTo>
                  <a:lnTo>
                    <a:pt x="1652285" y="1358656"/>
                  </a:lnTo>
                  <a:close/>
                  <a:moveTo>
                    <a:pt x="4438595" y="1510212"/>
                  </a:moveTo>
                  <a:lnTo>
                    <a:pt x="4438603" y="1510212"/>
                  </a:lnTo>
                  <a:lnTo>
                    <a:pt x="4449961" y="1454006"/>
                  </a:lnTo>
                  <a:lnTo>
                    <a:pt x="4449952" y="1454006"/>
                  </a:lnTo>
                  <a:close/>
                  <a:moveTo>
                    <a:pt x="4600675" y="1604141"/>
                  </a:moveTo>
                  <a:lnTo>
                    <a:pt x="4600684" y="1604116"/>
                  </a:lnTo>
                  <a:lnTo>
                    <a:pt x="4600667" y="1604133"/>
                  </a:lnTo>
                  <a:close/>
                  <a:moveTo>
                    <a:pt x="4687655" y="1652035"/>
                  </a:moveTo>
                  <a:lnTo>
                    <a:pt x="4814881" y="1366968"/>
                  </a:lnTo>
                  <a:lnTo>
                    <a:pt x="4814890" y="1366968"/>
                  </a:lnTo>
                  <a:close/>
                  <a:moveTo>
                    <a:pt x="4687621" y="1652043"/>
                  </a:moveTo>
                  <a:lnTo>
                    <a:pt x="4600675" y="1411084"/>
                  </a:lnTo>
                  <a:lnTo>
                    <a:pt x="4600684" y="1411084"/>
                  </a:lnTo>
                  <a:close/>
                  <a:moveTo>
                    <a:pt x="4687647" y="1652069"/>
                  </a:moveTo>
                  <a:lnTo>
                    <a:pt x="4687647" y="1652060"/>
                  </a:lnTo>
                  <a:lnTo>
                    <a:pt x="4687647" y="1652052"/>
                  </a:lnTo>
                  <a:lnTo>
                    <a:pt x="4687655" y="1652052"/>
                  </a:lnTo>
                  <a:close/>
                  <a:moveTo>
                    <a:pt x="4932601" y="1754780"/>
                  </a:moveTo>
                  <a:lnTo>
                    <a:pt x="4932601" y="1754772"/>
                  </a:lnTo>
                  <a:lnTo>
                    <a:pt x="4932601" y="1754763"/>
                  </a:lnTo>
                  <a:lnTo>
                    <a:pt x="4982918" y="1546791"/>
                  </a:lnTo>
                  <a:lnTo>
                    <a:pt x="4982926" y="1546783"/>
                  </a:lnTo>
                  <a:lnTo>
                    <a:pt x="4932610" y="1754763"/>
                  </a:lnTo>
                  <a:lnTo>
                    <a:pt x="4932601" y="1754763"/>
                  </a:lnTo>
                  <a:lnTo>
                    <a:pt x="4932610" y="1754772"/>
                  </a:lnTo>
                  <a:close/>
                  <a:moveTo>
                    <a:pt x="1192123" y="1764985"/>
                  </a:moveTo>
                  <a:lnTo>
                    <a:pt x="1074000" y="1485571"/>
                  </a:lnTo>
                  <a:lnTo>
                    <a:pt x="1074008" y="1485571"/>
                  </a:lnTo>
                  <a:lnTo>
                    <a:pt x="1192123" y="1764977"/>
                  </a:lnTo>
                  <a:close/>
                  <a:moveTo>
                    <a:pt x="4739150" y="1802842"/>
                  </a:moveTo>
                  <a:lnTo>
                    <a:pt x="4748858" y="1762730"/>
                  </a:lnTo>
                  <a:lnTo>
                    <a:pt x="4748849" y="1762730"/>
                  </a:lnTo>
                  <a:lnTo>
                    <a:pt x="4739150" y="1802834"/>
                  </a:lnTo>
                  <a:close/>
                  <a:moveTo>
                    <a:pt x="1159903" y="1889031"/>
                  </a:moveTo>
                  <a:lnTo>
                    <a:pt x="1159903" y="1889023"/>
                  </a:lnTo>
                  <a:lnTo>
                    <a:pt x="1156310" y="1872711"/>
                  </a:lnTo>
                  <a:lnTo>
                    <a:pt x="1156302" y="1872711"/>
                  </a:lnTo>
                  <a:close/>
                  <a:moveTo>
                    <a:pt x="4892472" y="1929329"/>
                  </a:moveTo>
                  <a:lnTo>
                    <a:pt x="4892481" y="1929329"/>
                  </a:lnTo>
                  <a:lnTo>
                    <a:pt x="4892489" y="1929303"/>
                  </a:lnTo>
                  <a:close/>
                  <a:moveTo>
                    <a:pt x="1170250" y="1935933"/>
                  </a:moveTo>
                  <a:lnTo>
                    <a:pt x="1170259" y="1935924"/>
                  </a:lnTo>
                  <a:lnTo>
                    <a:pt x="1159911" y="1889031"/>
                  </a:lnTo>
                  <a:lnTo>
                    <a:pt x="1159911" y="1889048"/>
                  </a:lnTo>
                  <a:close/>
                  <a:moveTo>
                    <a:pt x="5047612" y="1971695"/>
                  </a:moveTo>
                  <a:lnTo>
                    <a:pt x="5145772" y="1735708"/>
                  </a:lnTo>
                  <a:lnTo>
                    <a:pt x="5047621" y="1971695"/>
                  </a:lnTo>
                  <a:close/>
                  <a:moveTo>
                    <a:pt x="1022808" y="2093100"/>
                  </a:moveTo>
                  <a:lnTo>
                    <a:pt x="1005612" y="2059045"/>
                  </a:lnTo>
                  <a:lnTo>
                    <a:pt x="1005604" y="2059045"/>
                  </a:lnTo>
                  <a:close/>
                  <a:moveTo>
                    <a:pt x="845862" y="2095675"/>
                  </a:moveTo>
                  <a:lnTo>
                    <a:pt x="738338" y="1882789"/>
                  </a:lnTo>
                  <a:lnTo>
                    <a:pt x="738347" y="1882789"/>
                  </a:lnTo>
                  <a:lnTo>
                    <a:pt x="845871" y="2095675"/>
                  </a:lnTo>
                  <a:close/>
                  <a:moveTo>
                    <a:pt x="845904" y="2095683"/>
                  </a:moveTo>
                  <a:lnTo>
                    <a:pt x="956128" y="1884177"/>
                  </a:lnTo>
                  <a:lnTo>
                    <a:pt x="956137" y="1884177"/>
                  </a:lnTo>
                  <a:lnTo>
                    <a:pt x="845913" y="2095675"/>
                  </a:lnTo>
                  <a:close/>
                  <a:moveTo>
                    <a:pt x="5114149" y="2220562"/>
                  </a:moveTo>
                  <a:lnTo>
                    <a:pt x="5114149" y="2220554"/>
                  </a:lnTo>
                  <a:lnTo>
                    <a:pt x="5114140" y="2220554"/>
                  </a:lnTo>
                  <a:close/>
                  <a:moveTo>
                    <a:pt x="916050" y="2264115"/>
                  </a:moveTo>
                  <a:lnTo>
                    <a:pt x="887514" y="2220344"/>
                  </a:lnTo>
                  <a:lnTo>
                    <a:pt x="887505" y="2220344"/>
                  </a:lnTo>
                  <a:close/>
                  <a:moveTo>
                    <a:pt x="5082778" y="2289833"/>
                  </a:moveTo>
                  <a:lnTo>
                    <a:pt x="5114149" y="2220571"/>
                  </a:lnTo>
                  <a:lnTo>
                    <a:pt x="5114140" y="2220571"/>
                  </a:lnTo>
                  <a:lnTo>
                    <a:pt x="5082769" y="2289825"/>
                  </a:lnTo>
                  <a:close/>
                  <a:moveTo>
                    <a:pt x="5264906" y="2357867"/>
                  </a:moveTo>
                  <a:lnTo>
                    <a:pt x="5397120" y="2065944"/>
                  </a:lnTo>
                  <a:lnTo>
                    <a:pt x="5397129" y="2065944"/>
                  </a:lnTo>
                  <a:lnTo>
                    <a:pt x="5264914" y="2357867"/>
                  </a:lnTo>
                  <a:close/>
                  <a:moveTo>
                    <a:pt x="5218400" y="2377991"/>
                  </a:moveTo>
                  <a:lnTo>
                    <a:pt x="5218408" y="2377991"/>
                  </a:lnTo>
                  <a:lnTo>
                    <a:pt x="5218408" y="2377974"/>
                  </a:lnTo>
                  <a:close/>
                  <a:moveTo>
                    <a:pt x="757721" y="2409968"/>
                  </a:moveTo>
                  <a:lnTo>
                    <a:pt x="771847" y="2322483"/>
                  </a:lnTo>
                  <a:lnTo>
                    <a:pt x="771855" y="2322483"/>
                  </a:lnTo>
                  <a:close/>
                  <a:moveTo>
                    <a:pt x="594690" y="2449079"/>
                  </a:moveTo>
                  <a:lnTo>
                    <a:pt x="469634" y="2270913"/>
                  </a:lnTo>
                  <a:lnTo>
                    <a:pt x="469643" y="2270913"/>
                  </a:lnTo>
                  <a:close/>
                  <a:moveTo>
                    <a:pt x="5422762" y="2506757"/>
                  </a:moveTo>
                  <a:lnTo>
                    <a:pt x="5515345" y="2244463"/>
                  </a:lnTo>
                  <a:lnTo>
                    <a:pt x="5515354" y="2244455"/>
                  </a:lnTo>
                  <a:close/>
                  <a:moveTo>
                    <a:pt x="5289538" y="2629441"/>
                  </a:moveTo>
                  <a:lnTo>
                    <a:pt x="5302965" y="2588041"/>
                  </a:lnTo>
                  <a:lnTo>
                    <a:pt x="5289530" y="2629432"/>
                  </a:lnTo>
                  <a:close/>
                  <a:moveTo>
                    <a:pt x="5534770" y="2718263"/>
                  </a:moveTo>
                  <a:lnTo>
                    <a:pt x="5627100" y="2433768"/>
                  </a:lnTo>
                  <a:lnTo>
                    <a:pt x="5534778" y="2718263"/>
                  </a:lnTo>
                  <a:close/>
                  <a:moveTo>
                    <a:pt x="5534762" y="2718280"/>
                  </a:moveTo>
                  <a:lnTo>
                    <a:pt x="5534770" y="2718271"/>
                  </a:lnTo>
                  <a:lnTo>
                    <a:pt x="5534770" y="2718280"/>
                  </a:lnTo>
                  <a:close/>
                  <a:moveTo>
                    <a:pt x="450495" y="2789090"/>
                  </a:moveTo>
                  <a:lnTo>
                    <a:pt x="594699" y="2449121"/>
                  </a:lnTo>
                  <a:lnTo>
                    <a:pt x="594707" y="2449121"/>
                  </a:lnTo>
                  <a:lnTo>
                    <a:pt x="450504" y="2789090"/>
                  </a:lnTo>
                  <a:close/>
                  <a:moveTo>
                    <a:pt x="450462" y="2789107"/>
                  </a:moveTo>
                  <a:lnTo>
                    <a:pt x="450462" y="2789098"/>
                  </a:lnTo>
                  <a:lnTo>
                    <a:pt x="450462" y="2789090"/>
                  </a:lnTo>
                  <a:lnTo>
                    <a:pt x="450470" y="2789107"/>
                  </a:lnTo>
                  <a:close/>
                  <a:moveTo>
                    <a:pt x="370911" y="3006182"/>
                  </a:moveTo>
                  <a:lnTo>
                    <a:pt x="450462" y="2789115"/>
                  </a:lnTo>
                  <a:lnTo>
                    <a:pt x="450462" y="2789124"/>
                  </a:lnTo>
                  <a:close/>
                  <a:moveTo>
                    <a:pt x="313830" y="3100211"/>
                  </a:moveTo>
                  <a:lnTo>
                    <a:pt x="370868" y="3006215"/>
                  </a:lnTo>
                  <a:lnTo>
                    <a:pt x="370877" y="3006215"/>
                  </a:lnTo>
                  <a:close/>
                  <a:moveTo>
                    <a:pt x="281163" y="3431120"/>
                  </a:moveTo>
                  <a:lnTo>
                    <a:pt x="262495" y="3184802"/>
                  </a:lnTo>
                  <a:lnTo>
                    <a:pt x="262495" y="3184794"/>
                  </a:lnTo>
                  <a:lnTo>
                    <a:pt x="281171" y="3431120"/>
                  </a:lnTo>
                  <a:close/>
                  <a:moveTo>
                    <a:pt x="5709394" y="3493736"/>
                  </a:moveTo>
                  <a:lnTo>
                    <a:pt x="5709394" y="3493728"/>
                  </a:lnTo>
                  <a:lnTo>
                    <a:pt x="5739992" y="3257059"/>
                  </a:lnTo>
                  <a:lnTo>
                    <a:pt x="5709402" y="3493736"/>
                  </a:lnTo>
                  <a:close/>
                  <a:moveTo>
                    <a:pt x="5777150" y="3966055"/>
                  </a:moveTo>
                  <a:lnTo>
                    <a:pt x="5809716" y="3678430"/>
                  </a:lnTo>
                  <a:lnTo>
                    <a:pt x="5809725" y="3678430"/>
                  </a:lnTo>
                  <a:close/>
                  <a:moveTo>
                    <a:pt x="5717117" y="4200376"/>
                  </a:moveTo>
                  <a:lnTo>
                    <a:pt x="5717108" y="4200368"/>
                  </a:lnTo>
                  <a:lnTo>
                    <a:pt x="5777126" y="3966089"/>
                  </a:lnTo>
                  <a:lnTo>
                    <a:pt x="5777134" y="3966089"/>
                  </a:lnTo>
                  <a:close/>
                  <a:moveTo>
                    <a:pt x="5790611" y="4408349"/>
                  </a:moveTo>
                  <a:lnTo>
                    <a:pt x="5717117" y="4200401"/>
                  </a:lnTo>
                  <a:lnTo>
                    <a:pt x="5790620" y="4408349"/>
                  </a:lnTo>
                  <a:close/>
                  <a:moveTo>
                    <a:pt x="213861" y="4481288"/>
                  </a:moveTo>
                  <a:lnTo>
                    <a:pt x="212809" y="4271077"/>
                  </a:lnTo>
                  <a:lnTo>
                    <a:pt x="212818" y="4271077"/>
                  </a:lnTo>
                  <a:lnTo>
                    <a:pt x="213869" y="4481279"/>
                  </a:lnTo>
                  <a:lnTo>
                    <a:pt x="213869" y="4481288"/>
                  </a:lnTo>
                  <a:lnTo>
                    <a:pt x="213861" y="4481279"/>
                  </a:lnTo>
                  <a:close/>
                  <a:moveTo>
                    <a:pt x="5806360" y="4606276"/>
                  </a:moveTo>
                  <a:lnTo>
                    <a:pt x="5790628" y="4408382"/>
                  </a:lnTo>
                  <a:lnTo>
                    <a:pt x="5806368" y="4606276"/>
                  </a:lnTo>
                  <a:close/>
                  <a:moveTo>
                    <a:pt x="5712978" y="4873609"/>
                  </a:moveTo>
                  <a:lnTo>
                    <a:pt x="5718270" y="4784249"/>
                  </a:lnTo>
                  <a:lnTo>
                    <a:pt x="5718278" y="4784249"/>
                  </a:lnTo>
                  <a:lnTo>
                    <a:pt x="5718270" y="4784240"/>
                  </a:lnTo>
                  <a:lnTo>
                    <a:pt x="5718270" y="4784232"/>
                  </a:lnTo>
                  <a:lnTo>
                    <a:pt x="5718278" y="4784249"/>
                  </a:lnTo>
                  <a:lnTo>
                    <a:pt x="5712986" y="4873609"/>
                  </a:lnTo>
                  <a:close/>
                  <a:moveTo>
                    <a:pt x="5712448" y="4882687"/>
                  </a:moveTo>
                  <a:lnTo>
                    <a:pt x="5712440" y="4882670"/>
                  </a:lnTo>
                  <a:lnTo>
                    <a:pt x="5712440" y="4882661"/>
                  </a:lnTo>
                  <a:lnTo>
                    <a:pt x="5712448" y="4882678"/>
                  </a:lnTo>
                  <a:close/>
                  <a:moveTo>
                    <a:pt x="5607398" y="4901136"/>
                  </a:moveTo>
                  <a:lnTo>
                    <a:pt x="5647872" y="4746535"/>
                  </a:lnTo>
                  <a:lnTo>
                    <a:pt x="5607398" y="4901127"/>
                  </a:lnTo>
                  <a:close/>
                  <a:moveTo>
                    <a:pt x="5929968" y="4993416"/>
                  </a:moveTo>
                  <a:lnTo>
                    <a:pt x="5929304" y="4992507"/>
                  </a:lnTo>
                  <a:lnTo>
                    <a:pt x="5929312" y="4992507"/>
                  </a:lnTo>
                  <a:lnTo>
                    <a:pt x="5929977" y="4993416"/>
                  </a:lnTo>
                  <a:close/>
                  <a:moveTo>
                    <a:pt x="5747858" y="5144299"/>
                  </a:moveTo>
                  <a:lnTo>
                    <a:pt x="5747858" y="5144291"/>
                  </a:lnTo>
                  <a:lnTo>
                    <a:pt x="5740311" y="5046845"/>
                  </a:lnTo>
                  <a:lnTo>
                    <a:pt x="5740320" y="5046845"/>
                  </a:lnTo>
                  <a:lnTo>
                    <a:pt x="5747866" y="5144299"/>
                  </a:lnTo>
                  <a:close/>
                  <a:moveTo>
                    <a:pt x="5701368" y="5258023"/>
                  </a:moveTo>
                  <a:lnTo>
                    <a:pt x="5747849" y="5144316"/>
                  </a:lnTo>
                  <a:lnTo>
                    <a:pt x="5747858" y="5144316"/>
                  </a:lnTo>
                  <a:close/>
                  <a:moveTo>
                    <a:pt x="5952894" y="5277902"/>
                  </a:moveTo>
                  <a:lnTo>
                    <a:pt x="5929010" y="5160485"/>
                  </a:lnTo>
                  <a:lnTo>
                    <a:pt x="5929018" y="5160485"/>
                  </a:lnTo>
                  <a:close/>
                  <a:moveTo>
                    <a:pt x="5847473" y="5290799"/>
                  </a:moveTo>
                  <a:lnTo>
                    <a:pt x="5864719" y="5217970"/>
                  </a:lnTo>
                  <a:lnTo>
                    <a:pt x="5864728" y="5217978"/>
                  </a:lnTo>
                  <a:lnTo>
                    <a:pt x="5864728" y="5217970"/>
                  </a:lnTo>
                  <a:lnTo>
                    <a:pt x="5864728" y="5217961"/>
                  </a:lnTo>
                  <a:lnTo>
                    <a:pt x="5849862" y="5112062"/>
                  </a:lnTo>
                  <a:lnTo>
                    <a:pt x="5864736" y="5217961"/>
                  </a:lnTo>
                  <a:close/>
                  <a:moveTo>
                    <a:pt x="5897142" y="5346811"/>
                  </a:moveTo>
                  <a:lnTo>
                    <a:pt x="5953078" y="5278845"/>
                  </a:lnTo>
                  <a:lnTo>
                    <a:pt x="5953087" y="5278845"/>
                  </a:lnTo>
                  <a:lnTo>
                    <a:pt x="5897150" y="5346811"/>
                  </a:lnTo>
                  <a:close/>
                  <a:moveTo>
                    <a:pt x="5691685" y="5374667"/>
                  </a:moveTo>
                  <a:lnTo>
                    <a:pt x="5701360" y="5258040"/>
                  </a:lnTo>
                  <a:lnTo>
                    <a:pt x="5701368" y="5258031"/>
                  </a:lnTo>
                  <a:close/>
                  <a:moveTo>
                    <a:pt x="197675" y="5420415"/>
                  </a:moveTo>
                  <a:lnTo>
                    <a:pt x="248564" y="5008660"/>
                  </a:lnTo>
                  <a:lnTo>
                    <a:pt x="248564" y="5008651"/>
                  </a:lnTo>
                  <a:lnTo>
                    <a:pt x="248572" y="5008660"/>
                  </a:lnTo>
                  <a:lnTo>
                    <a:pt x="248564" y="5008660"/>
                  </a:lnTo>
                  <a:lnTo>
                    <a:pt x="248572" y="5008668"/>
                  </a:lnTo>
                  <a:close/>
                  <a:moveTo>
                    <a:pt x="5967927" y="5424790"/>
                  </a:moveTo>
                  <a:lnTo>
                    <a:pt x="5897150" y="5346828"/>
                  </a:lnTo>
                  <a:lnTo>
                    <a:pt x="5967936" y="5424790"/>
                  </a:lnTo>
                  <a:close/>
                  <a:moveTo>
                    <a:pt x="5839616" y="5433228"/>
                  </a:moveTo>
                  <a:lnTo>
                    <a:pt x="5791966" y="5341040"/>
                  </a:lnTo>
                  <a:lnTo>
                    <a:pt x="5839624" y="5433228"/>
                  </a:lnTo>
                  <a:close/>
                  <a:moveTo>
                    <a:pt x="6002335" y="5497745"/>
                  </a:moveTo>
                  <a:lnTo>
                    <a:pt x="5967944" y="5424798"/>
                  </a:lnTo>
                  <a:lnTo>
                    <a:pt x="5967944" y="5424790"/>
                  </a:lnTo>
                  <a:close/>
                  <a:moveTo>
                    <a:pt x="231090" y="5661912"/>
                  </a:moveTo>
                  <a:lnTo>
                    <a:pt x="231082" y="5661904"/>
                  </a:lnTo>
                  <a:lnTo>
                    <a:pt x="197675" y="5420474"/>
                  </a:lnTo>
                  <a:close/>
                  <a:moveTo>
                    <a:pt x="5703858" y="5692089"/>
                  </a:moveTo>
                  <a:lnTo>
                    <a:pt x="5839616" y="5433261"/>
                  </a:lnTo>
                  <a:lnTo>
                    <a:pt x="5703867" y="5692089"/>
                  </a:lnTo>
                  <a:close/>
                  <a:moveTo>
                    <a:pt x="5647863" y="5715898"/>
                  </a:moveTo>
                  <a:lnTo>
                    <a:pt x="5642370" y="5704237"/>
                  </a:lnTo>
                  <a:lnTo>
                    <a:pt x="5642370" y="5704245"/>
                  </a:lnTo>
                  <a:close/>
                  <a:moveTo>
                    <a:pt x="6002335" y="5789669"/>
                  </a:moveTo>
                  <a:lnTo>
                    <a:pt x="5924635" y="5492883"/>
                  </a:lnTo>
                  <a:lnTo>
                    <a:pt x="5924643" y="5492883"/>
                  </a:lnTo>
                  <a:close/>
                  <a:moveTo>
                    <a:pt x="5718270" y="5935639"/>
                  </a:moveTo>
                  <a:lnTo>
                    <a:pt x="5718270" y="5935631"/>
                  </a:lnTo>
                  <a:lnTo>
                    <a:pt x="5703842" y="5692123"/>
                  </a:lnTo>
                  <a:lnTo>
                    <a:pt x="5703850" y="5692114"/>
                  </a:lnTo>
                  <a:lnTo>
                    <a:pt x="5703850" y="5692123"/>
                  </a:lnTo>
                  <a:lnTo>
                    <a:pt x="5718278" y="5935631"/>
                  </a:lnTo>
                  <a:close/>
                  <a:moveTo>
                    <a:pt x="1890061" y="6023790"/>
                  </a:moveTo>
                  <a:lnTo>
                    <a:pt x="2264377" y="6023790"/>
                  </a:lnTo>
                  <a:lnTo>
                    <a:pt x="2264377" y="5836703"/>
                  </a:lnTo>
                  <a:lnTo>
                    <a:pt x="1890061" y="5836703"/>
                  </a:lnTo>
                  <a:close/>
                  <a:moveTo>
                    <a:pt x="952698" y="6026043"/>
                  </a:moveTo>
                  <a:lnTo>
                    <a:pt x="1703097" y="6026043"/>
                  </a:lnTo>
                  <a:lnTo>
                    <a:pt x="1703097" y="5838957"/>
                  </a:lnTo>
                  <a:lnTo>
                    <a:pt x="953166" y="5838957"/>
                  </a:lnTo>
                  <a:lnTo>
                    <a:pt x="953166" y="4719152"/>
                  </a:lnTo>
                  <a:lnTo>
                    <a:pt x="766080" y="4719152"/>
                  </a:lnTo>
                  <a:lnTo>
                    <a:pt x="766080" y="5839425"/>
                  </a:lnTo>
                  <a:cubicBezTo>
                    <a:pt x="766080" y="5942510"/>
                    <a:pt x="849613" y="6026043"/>
                    <a:pt x="952698" y="6026043"/>
                  </a:cubicBezTo>
                  <a:close/>
                  <a:moveTo>
                    <a:pt x="5647872" y="6033067"/>
                  </a:moveTo>
                  <a:lnTo>
                    <a:pt x="5674313" y="6033067"/>
                  </a:lnTo>
                  <a:lnTo>
                    <a:pt x="6002352" y="6033067"/>
                  </a:lnTo>
                  <a:lnTo>
                    <a:pt x="6002352" y="5789719"/>
                  </a:lnTo>
                  <a:lnTo>
                    <a:pt x="6002352" y="5789660"/>
                  </a:lnTo>
                  <a:lnTo>
                    <a:pt x="6002352" y="5497779"/>
                  </a:lnTo>
                  <a:lnTo>
                    <a:pt x="6002352" y="5351809"/>
                  </a:lnTo>
                  <a:lnTo>
                    <a:pt x="6002352" y="5351801"/>
                  </a:lnTo>
                  <a:lnTo>
                    <a:pt x="6002352" y="5205872"/>
                  </a:lnTo>
                  <a:lnTo>
                    <a:pt x="6002352" y="5205855"/>
                  </a:lnTo>
                  <a:lnTo>
                    <a:pt x="6002352" y="5205847"/>
                  </a:lnTo>
                  <a:lnTo>
                    <a:pt x="6002352" y="5059910"/>
                  </a:lnTo>
                  <a:lnTo>
                    <a:pt x="6002352" y="5059902"/>
                  </a:lnTo>
                  <a:lnTo>
                    <a:pt x="6002352" y="4992507"/>
                  </a:lnTo>
                  <a:lnTo>
                    <a:pt x="6002352" y="4930211"/>
                  </a:lnTo>
                  <a:lnTo>
                    <a:pt x="6002352" y="4930160"/>
                  </a:lnTo>
                  <a:lnTo>
                    <a:pt x="6002352" y="4913923"/>
                  </a:lnTo>
                  <a:lnTo>
                    <a:pt x="6002352" y="4638295"/>
                  </a:lnTo>
                  <a:lnTo>
                    <a:pt x="6002352" y="4638287"/>
                  </a:lnTo>
                  <a:lnTo>
                    <a:pt x="6002352" y="4638253"/>
                  </a:lnTo>
                  <a:lnTo>
                    <a:pt x="6002352" y="4638236"/>
                  </a:lnTo>
                  <a:lnTo>
                    <a:pt x="6002352" y="4346321"/>
                  </a:lnTo>
                  <a:lnTo>
                    <a:pt x="6002352" y="4054457"/>
                  </a:lnTo>
                  <a:lnTo>
                    <a:pt x="6002352" y="4054423"/>
                  </a:lnTo>
                  <a:lnTo>
                    <a:pt x="6002352" y="4054406"/>
                  </a:lnTo>
                  <a:lnTo>
                    <a:pt x="6002352" y="3762525"/>
                  </a:lnTo>
                  <a:lnTo>
                    <a:pt x="6002352" y="3762499"/>
                  </a:lnTo>
                  <a:lnTo>
                    <a:pt x="6002352" y="3762491"/>
                  </a:lnTo>
                  <a:lnTo>
                    <a:pt x="5994638" y="3575887"/>
                  </a:lnTo>
                  <a:lnTo>
                    <a:pt x="5994629" y="3575895"/>
                  </a:lnTo>
                  <a:lnTo>
                    <a:pt x="5963124" y="3339698"/>
                  </a:lnTo>
                  <a:lnTo>
                    <a:pt x="5963115" y="3339698"/>
                  </a:lnTo>
                  <a:lnTo>
                    <a:pt x="5901937" y="3082679"/>
                  </a:lnTo>
                  <a:lnTo>
                    <a:pt x="5901929" y="3082696"/>
                  </a:lnTo>
                  <a:lnTo>
                    <a:pt x="5901912" y="3082688"/>
                  </a:lnTo>
                  <a:lnTo>
                    <a:pt x="5814276" y="2827864"/>
                  </a:lnTo>
                  <a:lnTo>
                    <a:pt x="5814268" y="2827873"/>
                  </a:lnTo>
                  <a:lnTo>
                    <a:pt x="5814260" y="2827873"/>
                  </a:lnTo>
                  <a:lnTo>
                    <a:pt x="5713718" y="2600215"/>
                  </a:lnTo>
                  <a:lnTo>
                    <a:pt x="5713710" y="2600223"/>
                  </a:lnTo>
                  <a:lnTo>
                    <a:pt x="5627117" y="2433726"/>
                  </a:lnTo>
                  <a:lnTo>
                    <a:pt x="5627100" y="2433751"/>
                  </a:lnTo>
                  <a:lnTo>
                    <a:pt x="5627109" y="2433726"/>
                  </a:lnTo>
                  <a:lnTo>
                    <a:pt x="5627092" y="2433734"/>
                  </a:lnTo>
                  <a:lnTo>
                    <a:pt x="5515362" y="2244430"/>
                  </a:lnTo>
                  <a:lnTo>
                    <a:pt x="5515345" y="2244430"/>
                  </a:lnTo>
                  <a:lnTo>
                    <a:pt x="5397146" y="2065910"/>
                  </a:lnTo>
                  <a:lnTo>
                    <a:pt x="5397138" y="2065927"/>
                  </a:lnTo>
                  <a:lnTo>
                    <a:pt x="5397138" y="2065935"/>
                  </a:lnTo>
                  <a:lnTo>
                    <a:pt x="5397129" y="2065927"/>
                  </a:lnTo>
                  <a:lnTo>
                    <a:pt x="5397138" y="2065910"/>
                  </a:lnTo>
                  <a:lnTo>
                    <a:pt x="5397120" y="2065910"/>
                  </a:lnTo>
                  <a:lnTo>
                    <a:pt x="5286055" y="1913058"/>
                  </a:lnTo>
                  <a:lnTo>
                    <a:pt x="5286038" y="1913058"/>
                  </a:lnTo>
                  <a:lnTo>
                    <a:pt x="5145789" y="1735666"/>
                  </a:lnTo>
                  <a:lnTo>
                    <a:pt x="5145781" y="1735700"/>
                  </a:lnTo>
                  <a:lnTo>
                    <a:pt x="5145772" y="1735692"/>
                  </a:lnTo>
                  <a:lnTo>
                    <a:pt x="5145789" y="1735666"/>
                  </a:lnTo>
                  <a:lnTo>
                    <a:pt x="5145756" y="1735675"/>
                  </a:lnTo>
                  <a:lnTo>
                    <a:pt x="4982926" y="1546766"/>
                  </a:lnTo>
                  <a:lnTo>
                    <a:pt x="4982910" y="1546766"/>
                  </a:lnTo>
                  <a:lnTo>
                    <a:pt x="4814907" y="1366926"/>
                  </a:lnTo>
                  <a:lnTo>
                    <a:pt x="4814890" y="1366959"/>
                  </a:lnTo>
                  <a:lnTo>
                    <a:pt x="4814890" y="1366951"/>
                  </a:lnTo>
                  <a:lnTo>
                    <a:pt x="4814898" y="1366926"/>
                  </a:lnTo>
                  <a:lnTo>
                    <a:pt x="4814864" y="1366934"/>
                  </a:lnTo>
                  <a:lnTo>
                    <a:pt x="4644001" y="1196693"/>
                  </a:lnTo>
                  <a:lnTo>
                    <a:pt x="4643993" y="1196710"/>
                  </a:lnTo>
                  <a:lnTo>
                    <a:pt x="4643993" y="1196693"/>
                  </a:lnTo>
                  <a:lnTo>
                    <a:pt x="4643976" y="1196693"/>
                  </a:lnTo>
                  <a:lnTo>
                    <a:pt x="4444021" y="1010846"/>
                  </a:lnTo>
                  <a:lnTo>
                    <a:pt x="4444004" y="1010880"/>
                  </a:lnTo>
                  <a:lnTo>
                    <a:pt x="4444013" y="1010846"/>
                  </a:lnTo>
                  <a:lnTo>
                    <a:pt x="4443971" y="1010855"/>
                  </a:lnTo>
                  <a:lnTo>
                    <a:pt x="4210836" y="809368"/>
                  </a:lnTo>
                  <a:lnTo>
                    <a:pt x="4210836" y="809385"/>
                  </a:lnTo>
                  <a:lnTo>
                    <a:pt x="4210828" y="809385"/>
                  </a:lnTo>
                  <a:lnTo>
                    <a:pt x="4210836" y="809368"/>
                  </a:lnTo>
                  <a:lnTo>
                    <a:pt x="4210819" y="809368"/>
                  </a:lnTo>
                  <a:lnTo>
                    <a:pt x="3977264" y="621503"/>
                  </a:lnTo>
                  <a:lnTo>
                    <a:pt x="3929504" y="927879"/>
                  </a:lnTo>
                  <a:lnTo>
                    <a:pt x="3977255" y="621545"/>
                  </a:lnTo>
                  <a:lnTo>
                    <a:pt x="3977255" y="621536"/>
                  </a:lnTo>
                  <a:lnTo>
                    <a:pt x="3977255" y="621503"/>
                  </a:lnTo>
                  <a:lnTo>
                    <a:pt x="3977213" y="621511"/>
                  </a:lnTo>
                  <a:lnTo>
                    <a:pt x="3754611" y="453920"/>
                  </a:lnTo>
                  <a:lnTo>
                    <a:pt x="3766448" y="669817"/>
                  </a:lnTo>
                  <a:lnTo>
                    <a:pt x="3766448" y="669826"/>
                  </a:lnTo>
                  <a:lnTo>
                    <a:pt x="3754603" y="453920"/>
                  </a:lnTo>
                  <a:lnTo>
                    <a:pt x="3754586" y="453928"/>
                  </a:lnTo>
                  <a:lnTo>
                    <a:pt x="3477368" y="259711"/>
                  </a:lnTo>
                  <a:lnTo>
                    <a:pt x="3461620" y="577117"/>
                  </a:lnTo>
                  <a:lnTo>
                    <a:pt x="3461611" y="577117"/>
                  </a:lnTo>
                  <a:lnTo>
                    <a:pt x="3477360" y="259711"/>
                  </a:lnTo>
                  <a:lnTo>
                    <a:pt x="3477352" y="259736"/>
                  </a:lnTo>
                  <a:lnTo>
                    <a:pt x="3217927" y="93407"/>
                  </a:lnTo>
                  <a:lnTo>
                    <a:pt x="3217919" y="93441"/>
                  </a:lnTo>
                  <a:lnTo>
                    <a:pt x="3217919" y="93432"/>
                  </a:lnTo>
                  <a:lnTo>
                    <a:pt x="3217919" y="93407"/>
                  </a:lnTo>
                  <a:lnTo>
                    <a:pt x="3217876" y="93415"/>
                  </a:lnTo>
                  <a:lnTo>
                    <a:pt x="3088707" y="18701"/>
                  </a:lnTo>
                  <a:lnTo>
                    <a:pt x="3088707" y="18710"/>
                  </a:lnTo>
                  <a:lnTo>
                    <a:pt x="3049318" y="5561"/>
                  </a:lnTo>
                  <a:lnTo>
                    <a:pt x="3049318" y="5569"/>
                  </a:lnTo>
                  <a:lnTo>
                    <a:pt x="3000364" y="0"/>
                  </a:lnTo>
                  <a:lnTo>
                    <a:pt x="2951419" y="5569"/>
                  </a:lnTo>
                  <a:lnTo>
                    <a:pt x="2951410" y="5561"/>
                  </a:lnTo>
                  <a:lnTo>
                    <a:pt x="2912022" y="18701"/>
                  </a:lnTo>
                  <a:lnTo>
                    <a:pt x="2756007" y="109753"/>
                  </a:lnTo>
                  <a:lnTo>
                    <a:pt x="2755973" y="109753"/>
                  </a:lnTo>
                  <a:lnTo>
                    <a:pt x="2690051" y="319601"/>
                  </a:lnTo>
                  <a:lnTo>
                    <a:pt x="2690042" y="319601"/>
                  </a:lnTo>
                  <a:lnTo>
                    <a:pt x="2755965" y="109753"/>
                  </a:lnTo>
                  <a:lnTo>
                    <a:pt x="2471470" y="294927"/>
                  </a:lnTo>
                  <a:lnTo>
                    <a:pt x="2471411" y="294918"/>
                  </a:lnTo>
                  <a:lnTo>
                    <a:pt x="2471420" y="294960"/>
                  </a:lnTo>
                  <a:lnTo>
                    <a:pt x="2471411" y="294960"/>
                  </a:lnTo>
                  <a:lnTo>
                    <a:pt x="2471411" y="294918"/>
                  </a:lnTo>
                  <a:lnTo>
                    <a:pt x="2471395" y="294935"/>
                  </a:lnTo>
                  <a:lnTo>
                    <a:pt x="2174802" y="506550"/>
                  </a:lnTo>
                  <a:lnTo>
                    <a:pt x="2174735" y="506567"/>
                  </a:lnTo>
                  <a:lnTo>
                    <a:pt x="2174727" y="506559"/>
                  </a:lnTo>
                  <a:lnTo>
                    <a:pt x="2174727" y="506576"/>
                  </a:lnTo>
                  <a:lnTo>
                    <a:pt x="2182264" y="762248"/>
                  </a:lnTo>
                  <a:lnTo>
                    <a:pt x="2179017" y="917254"/>
                  </a:lnTo>
                  <a:lnTo>
                    <a:pt x="2272332" y="845367"/>
                  </a:lnTo>
                  <a:lnTo>
                    <a:pt x="2273577" y="887414"/>
                  </a:lnTo>
                  <a:lnTo>
                    <a:pt x="2274342" y="913359"/>
                  </a:lnTo>
                  <a:lnTo>
                    <a:pt x="2274342" y="913350"/>
                  </a:lnTo>
                  <a:lnTo>
                    <a:pt x="2273577" y="887405"/>
                  </a:lnTo>
                  <a:lnTo>
                    <a:pt x="2272340" y="845375"/>
                  </a:lnTo>
                  <a:lnTo>
                    <a:pt x="2272340" y="845367"/>
                  </a:lnTo>
                  <a:lnTo>
                    <a:pt x="2272348" y="845375"/>
                  </a:lnTo>
                  <a:lnTo>
                    <a:pt x="2272407" y="845358"/>
                  </a:lnTo>
                  <a:lnTo>
                    <a:pt x="2340820" y="796547"/>
                  </a:lnTo>
                  <a:lnTo>
                    <a:pt x="2373773" y="752018"/>
                  </a:lnTo>
                  <a:lnTo>
                    <a:pt x="2340828" y="796547"/>
                  </a:lnTo>
                  <a:lnTo>
                    <a:pt x="2501622" y="681814"/>
                  </a:lnTo>
                  <a:lnTo>
                    <a:pt x="2533969" y="658738"/>
                  </a:lnTo>
                  <a:lnTo>
                    <a:pt x="2533977" y="658721"/>
                  </a:lnTo>
                  <a:lnTo>
                    <a:pt x="2533986" y="658763"/>
                  </a:lnTo>
                  <a:lnTo>
                    <a:pt x="2540648" y="708079"/>
                  </a:lnTo>
                  <a:lnTo>
                    <a:pt x="2540657" y="708070"/>
                  </a:lnTo>
                  <a:lnTo>
                    <a:pt x="2533994" y="658763"/>
                  </a:lnTo>
                  <a:lnTo>
                    <a:pt x="2533986" y="658721"/>
                  </a:lnTo>
                  <a:lnTo>
                    <a:pt x="2534036" y="658729"/>
                  </a:lnTo>
                  <a:lnTo>
                    <a:pt x="2784930" y="495420"/>
                  </a:lnTo>
                  <a:lnTo>
                    <a:pt x="2759448" y="576536"/>
                  </a:lnTo>
                  <a:lnTo>
                    <a:pt x="2759456" y="576528"/>
                  </a:lnTo>
                  <a:lnTo>
                    <a:pt x="2784938" y="495420"/>
                  </a:lnTo>
                  <a:lnTo>
                    <a:pt x="2784964" y="495429"/>
                  </a:lnTo>
                  <a:lnTo>
                    <a:pt x="2790289" y="492324"/>
                  </a:lnTo>
                  <a:lnTo>
                    <a:pt x="2922555" y="415129"/>
                  </a:lnTo>
                  <a:lnTo>
                    <a:pt x="2957291" y="403536"/>
                  </a:lnTo>
                  <a:lnTo>
                    <a:pt x="2957291" y="403544"/>
                  </a:lnTo>
                  <a:lnTo>
                    <a:pt x="2973822" y="401660"/>
                  </a:lnTo>
                  <a:lnTo>
                    <a:pt x="2969708" y="376278"/>
                  </a:lnTo>
                  <a:lnTo>
                    <a:pt x="2969717" y="376278"/>
                  </a:lnTo>
                  <a:lnTo>
                    <a:pt x="2973830" y="401660"/>
                  </a:lnTo>
                  <a:lnTo>
                    <a:pt x="3000457" y="398640"/>
                  </a:lnTo>
                  <a:lnTo>
                    <a:pt x="3043631" y="403544"/>
                  </a:lnTo>
                  <a:lnTo>
                    <a:pt x="3038289" y="464167"/>
                  </a:lnTo>
                  <a:lnTo>
                    <a:pt x="3043640" y="403544"/>
                  </a:lnTo>
                  <a:lnTo>
                    <a:pt x="3078368" y="415137"/>
                  </a:lnTo>
                  <a:lnTo>
                    <a:pt x="3192285" y="481017"/>
                  </a:lnTo>
                  <a:lnTo>
                    <a:pt x="3192318" y="481009"/>
                  </a:lnTo>
                  <a:lnTo>
                    <a:pt x="3192318" y="481034"/>
                  </a:lnTo>
                  <a:lnTo>
                    <a:pt x="3192318" y="481043"/>
                  </a:lnTo>
                  <a:lnTo>
                    <a:pt x="3192327" y="481009"/>
                  </a:lnTo>
                  <a:lnTo>
                    <a:pt x="3193261" y="481606"/>
                  </a:lnTo>
                  <a:lnTo>
                    <a:pt x="3311662" y="557523"/>
                  </a:lnTo>
                  <a:lnTo>
                    <a:pt x="3369584" y="413513"/>
                  </a:lnTo>
                  <a:lnTo>
                    <a:pt x="3369592" y="413513"/>
                  </a:lnTo>
                  <a:lnTo>
                    <a:pt x="3311670" y="557523"/>
                  </a:lnTo>
                  <a:lnTo>
                    <a:pt x="3421112" y="627694"/>
                  </a:lnTo>
                  <a:lnTo>
                    <a:pt x="3421121" y="627678"/>
                  </a:lnTo>
                  <a:lnTo>
                    <a:pt x="3417873" y="693255"/>
                  </a:lnTo>
                  <a:lnTo>
                    <a:pt x="3421129" y="627678"/>
                  </a:lnTo>
                  <a:lnTo>
                    <a:pt x="3441421" y="641895"/>
                  </a:lnTo>
                  <a:lnTo>
                    <a:pt x="3461594" y="577150"/>
                  </a:lnTo>
                  <a:lnTo>
                    <a:pt x="3461603" y="577150"/>
                  </a:lnTo>
                  <a:lnTo>
                    <a:pt x="3441421" y="641895"/>
                  </a:lnTo>
                  <a:lnTo>
                    <a:pt x="3558022" y="723583"/>
                  </a:lnTo>
                  <a:lnTo>
                    <a:pt x="3665596" y="798953"/>
                  </a:lnTo>
                  <a:lnTo>
                    <a:pt x="3665621" y="798937"/>
                  </a:lnTo>
                  <a:lnTo>
                    <a:pt x="3861941" y="946741"/>
                  </a:lnTo>
                  <a:lnTo>
                    <a:pt x="3861975" y="946732"/>
                  </a:lnTo>
                  <a:lnTo>
                    <a:pt x="3861967" y="946766"/>
                  </a:lnTo>
                  <a:lnTo>
                    <a:pt x="3850046" y="1023238"/>
                  </a:lnTo>
                  <a:lnTo>
                    <a:pt x="3850054" y="1023247"/>
                  </a:lnTo>
                  <a:lnTo>
                    <a:pt x="3861983" y="946732"/>
                  </a:lnTo>
                  <a:lnTo>
                    <a:pt x="3916364" y="990479"/>
                  </a:lnTo>
                  <a:lnTo>
                    <a:pt x="3929479" y="927921"/>
                  </a:lnTo>
                  <a:lnTo>
                    <a:pt x="3929488" y="927921"/>
                  </a:lnTo>
                  <a:lnTo>
                    <a:pt x="3916372" y="990487"/>
                  </a:lnTo>
                  <a:lnTo>
                    <a:pt x="4067945" y="1112414"/>
                  </a:lnTo>
                  <a:lnTo>
                    <a:pt x="4067962" y="1112405"/>
                  </a:lnTo>
                  <a:lnTo>
                    <a:pt x="4067953" y="1112422"/>
                  </a:lnTo>
                  <a:lnTo>
                    <a:pt x="4067962" y="1112431"/>
                  </a:lnTo>
                  <a:lnTo>
                    <a:pt x="4067970" y="1112405"/>
                  </a:lnTo>
                  <a:lnTo>
                    <a:pt x="4113399" y="1151676"/>
                  </a:lnTo>
                  <a:lnTo>
                    <a:pt x="4147614" y="1052473"/>
                  </a:lnTo>
                  <a:lnTo>
                    <a:pt x="4147622" y="1052473"/>
                  </a:lnTo>
                  <a:lnTo>
                    <a:pt x="4113407" y="1151676"/>
                  </a:lnTo>
                  <a:lnTo>
                    <a:pt x="4273562" y="1290100"/>
                  </a:lnTo>
                  <a:lnTo>
                    <a:pt x="4273604" y="1290092"/>
                  </a:lnTo>
                  <a:lnTo>
                    <a:pt x="4372168" y="1381707"/>
                  </a:lnTo>
                  <a:lnTo>
                    <a:pt x="4342731" y="1308490"/>
                  </a:lnTo>
                  <a:lnTo>
                    <a:pt x="4372176" y="1381707"/>
                  </a:lnTo>
                  <a:lnTo>
                    <a:pt x="4449944" y="1453990"/>
                  </a:lnTo>
                  <a:lnTo>
                    <a:pt x="4449961" y="1453981"/>
                  </a:lnTo>
                  <a:lnTo>
                    <a:pt x="4600650" y="1604116"/>
                  </a:lnTo>
                  <a:lnTo>
                    <a:pt x="4600684" y="1604116"/>
                  </a:lnTo>
                  <a:lnTo>
                    <a:pt x="4711951" y="1723224"/>
                  </a:lnTo>
                  <a:lnTo>
                    <a:pt x="4687655" y="1652069"/>
                  </a:lnTo>
                  <a:lnTo>
                    <a:pt x="4711959" y="1723232"/>
                  </a:lnTo>
                  <a:lnTo>
                    <a:pt x="4748849" y="1762713"/>
                  </a:lnTo>
                  <a:lnTo>
                    <a:pt x="4748858" y="1762713"/>
                  </a:lnTo>
                  <a:lnTo>
                    <a:pt x="4748858" y="1762730"/>
                  </a:lnTo>
                  <a:lnTo>
                    <a:pt x="4748866" y="1762713"/>
                  </a:lnTo>
                  <a:lnTo>
                    <a:pt x="4892464" y="1929303"/>
                  </a:lnTo>
                  <a:lnTo>
                    <a:pt x="4892489" y="1929303"/>
                  </a:lnTo>
                  <a:lnTo>
                    <a:pt x="5016174" y="2085748"/>
                  </a:lnTo>
                  <a:lnTo>
                    <a:pt x="5016190" y="2085739"/>
                  </a:lnTo>
                  <a:lnTo>
                    <a:pt x="5036810" y="2114115"/>
                  </a:lnTo>
                  <a:lnTo>
                    <a:pt x="5047595" y="1971737"/>
                  </a:lnTo>
                  <a:lnTo>
                    <a:pt x="5036810" y="2114124"/>
                  </a:lnTo>
                  <a:lnTo>
                    <a:pt x="5114132" y="2220546"/>
                  </a:lnTo>
                  <a:lnTo>
                    <a:pt x="5114149" y="2220537"/>
                  </a:lnTo>
                  <a:lnTo>
                    <a:pt x="5114149" y="2220554"/>
                  </a:lnTo>
                  <a:lnTo>
                    <a:pt x="5114157" y="2220537"/>
                  </a:lnTo>
                  <a:lnTo>
                    <a:pt x="5218391" y="2377974"/>
                  </a:lnTo>
                  <a:lnTo>
                    <a:pt x="5218408" y="2377974"/>
                  </a:lnTo>
                  <a:lnTo>
                    <a:pt x="5287612" y="2495223"/>
                  </a:lnTo>
                  <a:lnTo>
                    <a:pt x="5264897" y="2357910"/>
                  </a:lnTo>
                  <a:lnTo>
                    <a:pt x="5264906" y="2357910"/>
                  </a:lnTo>
                  <a:lnTo>
                    <a:pt x="5287620" y="2495231"/>
                  </a:lnTo>
                  <a:lnTo>
                    <a:pt x="5316947" y="2544917"/>
                  </a:lnTo>
                  <a:lnTo>
                    <a:pt x="5316964" y="2544909"/>
                  </a:lnTo>
                  <a:lnTo>
                    <a:pt x="5393334" y="2691746"/>
                  </a:lnTo>
                  <a:lnTo>
                    <a:pt x="5393343" y="2691737"/>
                  </a:lnTo>
                  <a:lnTo>
                    <a:pt x="5471565" y="2868860"/>
                  </a:lnTo>
                  <a:lnTo>
                    <a:pt x="5482006" y="2892508"/>
                  </a:lnTo>
                  <a:lnTo>
                    <a:pt x="5482014" y="2892508"/>
                  </a:lnTo>
                  <a:lnTo>
                    <a:pt x="5482014" y="2892500"/>
                  </a:lnTo>
                  <a:lnTo>
                    <a:pt x="5559302" y="3117231"/>
                  </a:lnTo>
                  <a:lnTo>
                    <a:pt x="5559318" y="3117231"/>
                  </a:lnTo>
                  <a:lnTo>
                    <a:pt x="5559327" y="3117222"/>
                  </a:lnTo>
                  <a:lnTo>
                    <a:pt x="5613278" y="3343879"/>
                  </a:lnTo>
                  <a:lnTo>
                    <a:pt x="5613286" y="3343879"/>
                  </a:lnTo>
                  <a:lnTo>
                    <a:pt x="5641074" y="3552180"/>
                  </a:lnTo>
                  <a:lnTo>
                    <a:pt x="5641082" y="3552171"/>
                  </a:lnTo>
                  <a:lnTo>
                    <a:pt x="5647291" y="3702466"/>
                  </a:lnTo>
                  <a:lnTo>
                    <a:pt x="5709378" y="3493770"/>
                  </a:lnTo>
                  <a:lnTo>
                    <a:pt x="5647291" y="3702491"/>
                  </a:lnTo>
                  <a:lnTo>
                    <a:pt x="5647880" y="3716734"/>
                  </a:lnTo>
                  <a:lnTo>
                    <a:pt x="5647880" y="3716742"/>
                  </a:lnTo>
                  <a:lnTo>
                    <a:pt x="5647880" y="3716767"/>
                  </a:lnTo>
                  <a:lnTo>
                    <a:pt x="5647880" y="3974173"/>
                  </a:lnTo>
                  <a:lnTo>
                    <a:pt x="5647880" y="3974190"/>
                  </a:lnTo>
                  <a:lnTo>
                    <a:pt x="5647880" y="3974216"/>
                  </a:lnTo>
                  <a:lnTo>
                    <a:pt x="5647880" y="4231613"/>
                  </a:lnTo>
                  <a:lnTo>
                    <a:pt x="5647880" y="4489053"/>
                  </a:lnTo>
                  <a:lnTo>
                    <a:pt x="5647880" y="4489069"/>
                  </a:lnTo>
                  <a:lnTo>
                    <a:pt x="5647880" y="4489086"/>
                  </a:lnTo>
                  <a:lnTo>
                    <a:pt x="5647880" y="4489095"/>
                  </a:lnTo>
                  <a:lnTo>
                    <a:pt x="5647880" y="4628192"/>
                  </a:lnTo>
                  <a:lnTo>
                    <a:pt x="5718261" y="4784207"/>
                  </a:lnTo>
                  <a:lnTo>
                    <a:pt x="5647880" y="4628200"/>
                  </a:lnTo>
                  <a:lnTo>
                    <a:pt x="5647880" y="4746492"/>
                  </a:lnTo>
                  <a:lnTo>
                    <a:pt x="5647880" y="4746535"/>
                  </a:lnTo>
                  <a:lnTo>
                    <a:pt x="5647880" y="4873609"/>
                  </a:lnTo>
                  <a:lnTo>
                    <a:pt x="5647880" y="5038744"/>
                  </a:lnTo>
                  <a:lnTo>
                    <a:pt x="5695639" y="4992507"/>
                  </a:lnTo>
                  <a:lnTo>
                    <a:pt x="5695664" y="4992507"/>
                  </a:lnTo>
                  <a:lnTo>
                    <a:pt x="5647880" y="5038769"/>
                  </a:lnTo>
                  <a:lnTo>
                    <a:pt x="5647880" y="5075381"/>
                  </a:lnTo>
                  <a:lnTo>
                    <a:pt x="5659894" y="5146865"/>
                  </a:lnTo>
                  <a:lnTo>
                    <a:pt x="5647880" y="5075398"/>
                  </a:lnTo>
                  <a:lnTo>
                    <a:pt x="5647880" y="5201035"/>
                  </a:lnTo>
                  <a:lnTo>
                    <a:pt x="5647880" y="5329776"/>
                  </a:lnTo>
                  <a:lnTo>
                    <a:pt x="5647880" y="5434262"/>
                  </a:lnTo>
                  <a:lnTo>
                    <a:pt x="5691668" y="5374675"/>
                  </a:lnTo>
                  <a:lnTo>
                    <a:pt x="5691677" y="5374675"/>
                  </a:lnTo>
                  <a:lnTo>
                    <a:pt x="5647880" y="5434262"/>
                  </a:lnTo>
                  <a:lnTo>
                    <a:pt x="5647880" y="5518323"/>
                  </a:lnTo>
                  <a:lnTo>
                    <a:pt x="5703833" y="5692089"/>
                  </a:lnTo>
                  <a:lnTo>
                    <a:pt x="5703825" y="5692089"/>
                  </a:lnTo>
                  <a:lnTo>
                    <a:pt x="5647880" y="5518331"/>
                  </a:lnTo>
                  <a:lnTo>
                    <a:pt x="5647880" y="5587190"/>
                  </a:lnTo>
                  <a:lnTo>
                    <a:pt x="5647880" y="5686192"/>
                  </a:lnTo>
                  <a:lnTo>
                    <a:pt x="5647880" y="5715931"/>
                  </a:lnTo>
                  <a:lnTo>
                    <a:pt x="5647872" y="5715922"/>
                  </a:lnTo>
                  <a:lnTo>
                    <a:pt x="5647872" y="5715931"/>
                  </a:lnTo>
                  <a:lnTo>
                    <a:pt x="5647872" y="5973337"/>
                  </a:lnTo>
                  <a:lnTo>
                    <a:pt x="5647872" y="5973387"/>
                  </a:lnTo>
                  <a:close/>
                  <a:moveTo>
                    <a:pt x="156848" y="6230145"/>
                  </a:moveTo>
                  <a:lnTo>
                    <a:pt x="122330" y="5887097"/>
                  </a:lnTo>
                  <a:lnTo>
                    <a:pt x="122330" y="5887089"/>
                  </a:lnTo>
                  <a:lnTo>
                    <a:pt x="156856" y="6230145"/>
                  </a:lnTo>
                  <a:close/>
                  <a:moveTo>
                    <a:pt x="3997143" y="6472921"/>
                  </a:moveTo>
                  <a:lnTo>
                    <a:pt x="3997143" y="6472913"/>
                  </a:lnTo>
                  <a:lnTo>
                    <a:pt x="3997151" y="6472921"/>
                  </a:lnTo>
                  <a:close/>
                  <a:moveTo>
                    <a:pt x="680652" y="6487004"/>
                  </a:moveTo>
                  <a:lnTo>
                    <a:pt x="680652" y="6486996"/>
                  </a:lnTo>
                  <a:lnTo>
                    <a:pt x="680652" y="6486988"/>
                  </a:lnTo>
                  <a:lnTo>
                    <a:pt x="680660" y="6486996"/>
                  </a:lnTo>
                  <a:close/>
                  <a:moveTo>
                    <a:pt x="4788827" y="6515742"/>
                  </a:moveTo>
                  <a:lnTo>
                    <a:pt x="4813964" y="6438092"/>
                  </a:lnTo>
                  <a:lnTo>
                    <a:pt x="4788835" y="6515742"/>
                  </a:lnTo>
                  <a:close/>
                  <a:moveTo>
                    <a:pt x="157151" y="6575398"/>
                  </a:moveTo>
                  <a:lnTo>
                    <a:pt x="301177" y="6294932"/>
                  </a:lnTo>
                  <a:lnTo>
                    <a:pt x="301185" y="6294941"/>
                  </a:lnTo>
                  <a:close/>
                  <a:moveTo>
                    <a:pt x="4762074" y="6592888"/>
                  </a:moveTo>
                  <a:lnTo>
                    <a:pt x="4673092" y="6456029"/>
                  </a:lnTo>
                  <a:lnTo>
                    <a:pt x="4762083" y="6592888"/>
                  </a:lnTo>
                  <a:close/>
                  <a:moveTo>
                    <a:pt x="4605176" y="6597506"/>
                  </a:moveTo>
                  <a:lnTo>
                    <a:pt x="4504526" y="6459789"/>
                  </a:lnTo>
                  <a:lnTo>
                    <a:pt x="4504534" y="6459789"/>
                  </a:lnTo>
                  <a:close/>
                  <a:moveTo>
                    <a:pt x="4605185" y="6597523"/>
                  </a:moveTo>
                  <a:lnTo>
                    <a:pt x="4605185" y="6597515"/>
                  </a:lnTo>
                  <a:lnTo>
                    <a:pt x="4605193" y="6597523"/>
                  </a:lnTo>
                  <a:close/>
                  <a:moveTo>
                    <a:pt x="1046002" y="6601132"/>
                  </a:moveTo>
                  <a:lnTo>
                    <a:pt x="1039844" y="6415622"/>
                  </a:lnTo>
                  <a:lnTo>
                    <a:pt x="1039642" y="6409607"/>
                  </a:lnTo>
                  <a:lnTo>
                    <a:pt x="1039642" y="6409598"/>
                  </a:lnTo>
                  <a:lnTo>
                    <a:pt x="1039844" y="6415622"/>
                  </a:lnTo>
                  <a:lnTo>
                    <a:pt x="1046010" y="6601124"/>
                  </a:lnTo>
                  <a:close/>
                  <a:moveTo>
                    <a:pt x="4971948" y="6609823"/>
                  </a:moveTo>
                  <a:lnTo>
                    <a:pt x="4953583" y="6466301"/>
                  </a:lnTo>
                  <a:lnTo>
                    <a:pt x="4971956" y="6609823"/>
                  </a:lnTo>
                  <a:close/>
                  <a:moveTo>
                    <a:pt x="4842711" y="6625294"/>
                  </a:moveTo>
                  <a:lnTo>
                    <a:pt x="4866258" y="6541696"/>
                  </a:lnTo>
                  <a:lnTo>
                    <a:pt x="4842719" y="6625294"/>
                  </a:lnTo>
                  <a:close/>
                  <a:moveTo>
                    <a:pt x="4789971" y="6729225"/>
                  </a:moveTo>
                  <a:lnTo>
                    <a:pt x="4842702" y="6625302"/>
                  </a:lnTo>
                  <a:lnTo>
                    <a:pt x="4842711" y="6625311"/>
                  </a:lnTo>
                  <a:close/>
                  <a:moveTo>
                    <a:pt x="4789963" y="6729225"/>
                  </a:moveTo>
                  <a:lnTo>
                    <a:pt x="4762100" y="6592905"/>
                  </a:lnTo>
                  <a:lnTo>
                    <a:pt x="4762108" y="6592905"/>
                  </a:lnTo>
                  <a:close/>
                  <a:moveTo>
                    <a:pt x="4414635" y="6747641"/>
                  </a:moveTo>
                  <a:lnTo>
                    <a:pt x="4416124" y="6603353"/>
                  </a:lnTo>
                  <a:lnTo>
                    <a:pt x="4416124" y="6603336"/>
                  </a:lnTo>
                  <a:lnTo>
                    <a:pt x="4408250" y="6499531"/>
                  </a:lnTo>
                  <a:lnTo>
                    <a:pt x="4416124" y="6603328"/>
                  </a:lnTo>
                  <a:lnTo>
                    <a:pt x="4416124" y="6603336"/>
                  </a:lnTo>
                  <a:lnTo>
                    <a:pt x="4416133" y="6603353"/>
                  </a:lnTo>
                  <a:close/>
                  <a:moveTo>
                    <a:pt x="5015173" y="6749298"/>
                  </a:moveTo>
                  <a:lnTo>
                    <a:pt x="5015189" y="6749281"/>
                  </a:lnTo>
                  <a:lnTo>
                    <a:pt x="5015173" y="6749281"/>
                  </a:lnTo>
                  <a:close/>
                  <a:moveTo>
                    <a:pt x="1166683" y="6750047"/>
                  </a:moveTo>
                  <a:lnTo>
                    <a:pt x="1046036" y="6601157"/>
                  </a:lnTo>
                  <a:lnTo>
                    <a:pt x="1166692" y="6750047"/>
                  </a:lnTo>
                  <a:close/>
                  <a:moveTo>
                    <a:pt x="566137" y="6750207"/>
                  </a:moveTo>
                  <a:lnTo>
                    <a:pt x="421244" y="6490227"/>
                  </a:lnTo>
                  <a:lnTo>
                    <a:pt x="566146" y="6750207"/>
                  </a:lnTo>
                  <a:lnTo>
                    <a:pt x="680635" y="6487030"/>
                  </a:lnTo>
                  <a:lnTo>
                    <a:pt x="680643" y="6487030"/>
                  </a:lnTo>
                  <a:lnTo>
                    <a:pt x="566162" y="6750190"/>
                  </a:lnTo>
                  <a:lnTo>
                    <a:pt x="566146" y="6750207"/>
                  </a:lnTo>
                  <a:lnTo>
                    <a:pt x="566221" y="6750190"/>
                  </a:lnTo>
                  <a:lnTo>
                    <a:pt x="1166683" y="6750055"/>
                  </a:lnTo>
                  <a:lnTo>
                    <a:pt x="1166700" y="6750064"/>
                  </a:lnTo>
                  <a:lnTo>
                    <a:pt x="1316767" y="6589497"/>
                  </a:lnTo>
                  <a:lnTo>
                    <a:pt x="1316792" y="6589497"/>
                  </a:lnTo>
                  <a:lnTo>
                    <a:pt x="1166700" y="6750081"/>
                  </a:lnTo>
                  <a:lnTo>
                    <a:pt x="1466969" y="6749988"/>
                  </a:lnTo>
                  <a:lnTo>
                    <a:pt x="1466977" y="6749996"/>
                  </a:lnTo>
                  <a:lnTo>
                    <a:pt x="1655726" y="6506404"/>
                  </a:lnTo>
                  <a:lnTo>
                    <a:pt x="1655743" y="6506413"/>
                  </a:lnTo>
                  <a:lnTo>
                    <a:pt x="1466977" y="6750013"/>
                  </a:lnTo>
                  <a:lnTo>
                    <a:pt x="1767254" y="6749929"/>
                  </a:lnTo>
                  <a:lnTo>
                    <a:pt x="1917330" y="6564057"/>
                  </a:lnTo>
                  <a:lnTo>
                    <a:pt x="1767263" y="6749921"/>
                  </a:lnTo>
                  <a:lnTo>
                    <a:pt x="1767263" y="6749938"/>
                  </a:lnTo>
                  <a:lnTo>
                    <a:pt x="2067531" y="6749853"/>
                  </a:lnTo>
                  <a:lnTo>
                    <a:pt x="1917380" y="6564057"/>
                  </a:lnTo>
                  <a:lnTo>
                    <a:pt x="1917388" y="6564057"/>
                  </a:lnTo>
                  <a:lnTo>
                    <a:pt x="2067531" y="6749853"/>
                  </a:lnTo>
                  <a:lnTo>
                    <a:pt x="2217598" y="6525821"/>
                  </a:lnTo>
                  <a:lnTo>
                    <a:pt x="2217606" y="6525821"/>
                  </a:lnTo>
                  <a:lnTo>
                    <a:pt x="2067540" y="6749870"/>
                  </a:lnTo>
                  <a:lnTo>
                    <a:pt x="2367808" y="6749786"/>
                  </a:lnTo>
                  <a:lnTo>
                    <a:pt x="2217649" y="6525821"/>
                  </a:lnTo>
                  <a:lnTo>
                    <a:pt x="2367816" y="6749786"/>
                  </a:lnTo>
                  <a:lnTo>
                    <a:pt x="2367816" y="6749803"/>
                  </a:lnTo>
                  <a:lnTo>
                    <a:pt x="2668085" y="6749710"/>
                  </a:lnTo>
                  <a:lnTo>
                    <a:pt x="2566442" y="6537826"/>
                  </a:lnTo>
                  <a:lnTo>
                    <a:pt x="2566450" y="6537826"/>
                  </a:lnTo>
                  <a:lnTo>
                    <a:pt x="2668094" y="6749710"/>
                  </a:lnTo>
                  <a:lnTo>
                    <a:pt x="2668094" y="6749727"/>
                  </a:lnTo>
                  <a:lnTo>
                    <a:pt x="2968362" y="6749643"/>
                  </a:lnTo>
                  <a:lnTo>
                    <a:pt x="2882695" y="6537590"/>
                  </a:lnTo>
                  <a:lnTo>
                    <a:pt x="2882712" y="6537599"/>
                  </a:lnTo>
                  <a:lnTo>
                    <a:pt x="2968379" y="6749635"/>
                  </a:lnTo>
                  <a:lnTo>
                    <a:pt x="2968396" y="6749626"/>
                  </a:lnTo>
                  <a:lnTo>
                    <a:pt x="3568899" y="6749500"/>
                  </a:lnTo>
                  <a:lnTo>
                    <a:pt x="3568925" y="6749508"/>
                  </a:lnTo>
                  <a:lnTo>
                    <a:pt x="3568916" y="6749500"/>
                  </a:lnTo>
                  <a:lnTo>
                    <a:pt x="3568916" y="6749492"/>
                  </a:lnTo>
                  <a:lnTo>
                    <a:pt x="3487767" y="6472820"/>
                  </a:lnTo>
                  <a:lnTo>
                    <a:pt x="3487775" y="6472812"/>
                  </a:lnTo>
                  <a:lnTo>
                    <a:pt x="3568925" y="6749508"/>
                  </a:lnTo>
                  <a:lnTo>
                    <a:pt x="3719008" y="6582490"/>
                  </a:lnTo>
                  <a:lnTo>
                    <a:pt x="3719017" y="6582490"/>
                  </a:lnTo>
                  <a:lnTo>
                    <a:pt x="3568933" y="6749517"/>
                  </a:lnTo>
                  <a:lnTo>
                    <a:pt x="3869193" y="6749424"/>
                  </a:lnTo>
                  <a:lnTo>
                    <a:pt x="3869202" y="6749441"/>
                  </a:lnTo>
                  <a:lnTo>
                    <a:pt x="3997135" y="6472938"/>
                  </a:lnTo>
                  <a:lnTo>
                    <a:pt x="3997143" y="6472938"/>
                  </a:lnTo>
                  <a:lnTo>
                    <a:pt x="3869210" y="6749450"/>
                  </a:lnTo>
                  <a:lnTo>
                    <a:pt x="4169479" y="6749365"/>
                  </a:lnTo>
                  <a:lnTo>
                    <a:pt x="4314978" y="6581530"/>
                  </a:lnTo>
                  <a:lnTo>
                    <a:pt x="4314978" y="6581539"/>
                  </a:lnTo>
                  <a:lnTo>
                    <a:pt x="4169487" y="6749374"/>
                  </a:lnTo>
                  <a:lnTo>
                    <a:pt x="4387496" y="6749307"/>
                  </a:lnTo>
                  <a:lnTo>
                    <a:pt x="4387496" y="6749147"/>
                  </a:lnTo>
                  <a:lnTo>
                    <a:pt x="4414610" y="6749147"/>
                  </a:lnTo>
                  <a:lnTo>
                    <a:pt x="4387496" y="6735678"/>
                  </a:lnTo>
                  <a:lnTo>
                    <a:pt x="4387496" y="6735669"/>
                  </a:lnTo>
                  <a:lnTo>
                    <a:pt x="4414618" y="6749147"/>
                  </a:lnTo>
                  <a:lnTo>
                    <a:pt x="4414618" y="6749138"/>
                  </a:lnTo>
                  <a:lnTo>
                    <a:pt x="4564753" y="6749172"/>
                  </a:lnTo>
                  <a:lnTo>
                    <a:pt x="4714887" y="6749214"/>
                  </a:lnTo>
                  <a:lnTo>
                    <a:pt x="4714895" y="6749206"/>
                  </a:lnTo>
                  <a:lnTo>
                    <a:pt x="4714895" y="6749214"/>
                  </a:lnTo>
                  <a:lnTo>
                    <a:pt x="4714946" y="6749206"/>
                  </a:lnTo>
                  <a:lnTo>
                    <a:pt x="4865030" y="6749239"/>
                  </a:lnTo>
                  <a:lnTo>
                    <a:pt x="4865038" y="6709253"/>
                  </a:lnTo>
                  <a:lnTo>
                    <a:pt x="4848810" y="6648210"/>
                  </a:lnTo>
                  <a:lnTo>
                    <a:pt x="4865047" y="6709262"/>
                  </a:lnTo>
                  <a:lnTo>
                    <a:pt x="4865030" y="6749239"/>
                  </a:lnTo>
                  <a:lnTo>
                    <a:pt x="4881065" y="6744974"/>
                  </a:lnTo>
                  <a:lnTo>
                    <a:pt x="4865038" y="6749239"/>
                  </a:lnTo>
                  <a:lnTo>
                    <a:pt x="5015130" y="6749273"/>
                  </a:lnTo>
                  <a:lnTo>
                    <a:pt x="5015173" y="6749281"/>
                  </a:lnTo>
                  <a:lnTo>
                    <a:pt x="5015164" y="6749273"/>
                  </a:lnTo>
                  <a:lnTo>
                    <a:pt x="4991777" y="6673802"/>
                  </a:lnTo>
                  <a:lnTo>
                    <a:pt x="5015173" y="6749273"/>
                  </a:lnTo>
                  <a:lnTo>
                    <a:pt x="5015173" y="6749281"/>
                  </a:lnTo>
                  <a:lnTo>
                    <a:pt x="5165324" y="6576230"/>
                  </a:lnTo>
                  <a:lnTo>
                    <a:pt x="5165340" y="6576230"/>
                  </a:lnTo>
                  <a:lnTo>
                    <a:pt x="5015189" y="6749281"/>
                  </a:lnTo>
                  <a:lnTo>
                    <a:pt x="5258150" y="6749349"/>
                  </a:lnTo>
                  <a:lnTo>
                    <a:pt x="5258150" y="6683275"/>
                  </a:lnTo>
                  <a:lnTo>
                    <a:pt x="5165366" y="6576239"/>
                  </a:lnTo>
                  <a:lnTo>
                    <a:pt x="5165374" y="6576239"/>
                  </a:lnTo>
                  <a:lnTo>
                    <a:pt x="5258150" y="6683266"/>
                  </a:lnTo>
                  <a:lnTo>
                    <a:pt x="5258150" y="6393421"/>
                  </a:lnTo>
                  <a:lnTo>
                    <a:pt x="5201566" y="6393421"/>
                  </a:lnTo>
                  <a:lnTo>
                    <a:pt x="5165357" y="6576222"/>
                  </a:lnTo>
                  <a:lnTo>
                    <a:pt x="5165357" y="6576230"/>
                  </a:lnTo>
                  <a:lnTo>
                    <a:pt x="5165349" y="6576222"/>
                  </a:lnTo>
                  <a:lnTo>
                    <a:pt x="5201557" y="6393421"/>
                  </a:lnTo>
                  <a:lnTo>
                    <a:pt x="4934309" y="6393421"/>
                  </a:lnTo>
                  <a:lnTo>
                    <a:pt x="4780978" y="6393421"/>
                  </a:lnTo>
                  <a:lnTo>
                    <a:pt x="4813964" y="6438076"/>
                  </a:lnTo>
                  <a:lnTo>
                    <a:pt x="4813956" y="6438076"/>
                  </a:lnTo>
                  <a:lnTo>
                    <a:pt x="4780969" y="6393421"/>
                  </a:lnTo>
                  <a:lnTo>
                    <a:pt x="4699845" y="6393421"/>
                  </a:lnTo>
                  <a:lnTo>
                    <a:pt x="4673092" y="6456003"/>
                  </a:lnTo>
                  <a:lnTo>
                    <a:pt x="4673084" y="6456003"/>
                  </a:lnTo>
                  <a:lnTo>
                    <a:pt x="4699837" y="6393421"/>
                  </a:lnTo>
                  <a:lnTo>
                    <a:pt x="4545286" y="6393421"/>
                  </a:lnTo>
                  <a:lnTo>
                    <a:pt x="4474795" y="6393421"/>
                  </a:lnTo>
                  <a:lnTo>
                    <a:pt x="4433261" y="6393421"/>
                  </a:lnTo>
                  <a:lnTo>
                    <a:pt x="4336784" y="6393421"/>
                  </a:lnTo>
                  <a:lnTo>
                    <a:pt x="4336784" y="6393429"/>
                  </a:lnTo>
                  <a:lnTo>
                    <a:pt x="4336775" y="6393429"/>
                  </a:lnTo>
                  <a:lnTo>
                    <a:pt x="4336775" y="6393421"/>
                  </a:lnTo>
                  <a:lnTo>
                    <a:pt x="4314978" y="6393421"/>
                  </a:lnTo>
                  <a:lnTo>
                    <a:pt x="4314978" y="6393429"/>
                  </a:lnTo>
                  <a:lnTo>
                    <a:pt x="4283379" y="6393429"/>
                  </a:lnTo>
                  <a:lnTo>
                    <a:pt x="4314978" y="6552994"/>
                  </a:lnTo>
                  <a:lnTo>
                    <a:pt x="4314978" y="6553028"/>
                  </a:lnTo>
                  <a:lnTo>
                    <a:pt x="4283371" y="6393429"/>
                  </a:lnTo>
                  <a:lnTo>
                    <a:pt x="4039594" y="6393429"/>
                  </a:lnTo>
                  <a:lnTo>
                    <a:pt x="3972855" y="6393429"/>
                  </a:lnTo>
                  <a:lnTo>
                    <a:pt x="3716914" y="6393429"/>
                  </a:lnTo>
                  <a:lnTo>
                    <a:pt x="3719034" y="6582456"/>
                  </a:lnTo>
                  <a:lnTo>
                    <a:pt x="3719025" y="6582456"/>
                  </a:lnTo>
                  <a:lnTo>
                    <a:pt x="3719025" y="6582473"/>
                  </a:lnTo>
                  <a:lnTo>
                    <a:pt x="3716905" y="6393429"/>
                  </a:lnTo>
                  <a:lnTo>
                    <a:pt x="3499292" y="6393429"/>
                  </a:lnTo>
                  <a:lnTo>
                    <a:pt x="3487767" y="6472778"/>
                  </a:lnTo>
                  <a:lnTo>
                    <a:pt x="3487767" y="6472787"/>
                  </a:lnTo>
                  <a:lnTo>
                    <a:pt x="3487767" y="6472795"/>
                  </a:lnTo>
                  <a:lnTo>
                    <a:pt x="3487758" y="6472787"/>
                  </a:lnTo>
                  <a:lnTo>
                    <a:pt x="3487767" y="6472770"/>
                  </a:lnTo>
                  <a:lnTo>
                    <a:pt x="3499284" y="6393429"/>
                  </a:lnTo>
                  <a:lnTo>
                    <a:pt x="3278608" y="6393429"/>
                  </a:lnTo>
                  <a:lnTo>
                    <a:pt x="3268622" y="6605011"/>
                  </a:lnTo>
                  <a:lnTo>
                    <a:pt x="3268614" y="6605011"/>
                  </a:lnTo>
                  <a:lnTo>
                    <a:pt x="3278600" y="6393429"/>
                  </a:lnTo>
                  <a:lnTo>
                    <a:pt x="2455587" y="6393429"/>
                  </a:lnTo>
                  <a:lnTo>
                    <a:pt x="2223790" y="6393429"/>
                  </a:lnTo>
                  <a:lnTo>
                    <a:pt x="2217632" y="6525787"/>
                  </a:lnTo>
                  <a:lnTo>
                    <a:pt x="2217623" y="6525787"/>
                  </a:lnTo>
                  <a:lnTo>
                    <a:pt x="2223790" y="6393429"/>
                  </a:lnTo>
                  <a:lnTo>
                    <a:pt x="1985658" y="6393429"/>
                  </a:lnTo>
                  <a:lnTo>
                    <a:pt x="1917372" y="6564023"/>
                  </a:lnTo>
                  <a:lnTo>
                    <a:pt x="1917363" y="6564023"/>
                  </a:lnTo>
                  <a:lnTo>
                    <a:pt x="1985650" y="6393429"/>
                  </a:lnTo>
                  <a:lnTo>
                    <a:pt x="1820398" y="6393429"/>
                  </a:lnTo>
                  <a:lnTo>
                    <a:pt x="1652647" y="6393429"/>
                  </a:lnTo>
                  <a:lnTo>
                    <a:pt x="1655760" y="6506371"/>
                  </a:lnTo>
                  <a:lnTo>
                    <a:pt x="1655760" y="6506387"/>
                  </a:lnTo>
                  <a:lnTo>
                    <a:pt x="1652639" y="6393429"/>
                  </a:lnTo>
                  <a:lnTo>
                    <a:pt x="1412849" y="6393429"/>
                  </a:lnTo>
                  <a:lnTo>
                    <a:pt x="1316818" y="6589472"/>
                  </a:lnTo>
                  <a:lnTo>
                    <a:pt x="1316809" y="6589472"/>
                  </a:lnTo>
                  <a:lnTo>
                    <a:pt x="1412841" y="6393429"/>
                  </a:lnTo>
                  <a:lnTo>
                    <a:pt x="1042721" y="6393429"/>
                  </a:lnTo>
                  <a:lnTo>
                    <a:pt x="842901" y="6393429"/>
                  </a:lnTo>
                  <a:lnTo>
                    <a:pt x="866398" y="6668123"/>
                  </a:lnTo>
                  <a:lnTo>
                    <a:pt x="866398" y="6668132"/>
                  </a:lnTo>
                  <a:lnTo>
                    <a:pt x="842901" y="6393429"/>
                  </a:lnTo>
                  <a:lnTo>
                    <a:pt x="656861" y="6393429"/>
                  </a:lnTo>
                  <a:lnTo>
                    <a:pt x="680652" y="6486979"/>
                  </a:lnTo>
                  <a:lnTo>
                    <a:pt x="680643" y="6486979"/>
                  </a:lnTo>
                  <a:lnTo>
                    <a:pt x="656852" y="6393429"/>
                  </a:lnTo>
                  <a:lnTo>
                    <a:pt x="626432" y="6393429"/>
                  </a:lnTo>
                  <a:cubicBezTo>
                    <a:pt x="588877" y="6393429"/>
                    <a:pt x="553106" y="6385815"/>
                    <a:pt x="520574" y="6372052"/>
                  </a:cubicBezTo>
                  <a:lnTo>
                    <a:pt x="514887" y="6368216"/>
                  </a:lnTo>
                  <a:lnTo>
                    <a:pt x="421261" y="6490176"/>
                  </a:lnTo>
                  <a:lnTo>
                    <a:pt x="514878" y="6368216"/>
                  </a:lnTo>
                  <a:lnTo>
                    <a:pt x="434132" y="6313777"/>
                  </a:lnTo>
                  <a:cubicBezTo>
                    <a:pt x="409525" y="6289161"/>
                    <a:pt x="389612" y="6259868"/>
                    <a:pt x="375849" y="6227327"/>
                  </a:cubicBezTo>
                  <a:lnTo>
                    <a:pt x="370608" y="6201382"/>
                  </a:lnTo>
                  <a:lnTo>
                    <a:pt x="301236" y="6294907"/>
                  </a:lnTo>
                  <a:lnTo>
                    <a:pt x="301228" y="6294907"/>
                  </a:lnTo>
                  <a:lnTo>
                    <a:pt x="370608" y="6201374"/>
                  </a:lnTo>
                  <a:lnTo>
                    <a:pt x="354472" y="6121469"/>
                  </a:lnTo>
                  <a:lnTo>
                    <a:pt x="354472" y="5874756"/>
                  </a:lnTo>
                  <a:lnTo>
                    <a:pt x="354472" y="5874722"/>
                  </a:lnTo>
                  <a:lnTo>
                    <a:pt x="354472" y="5874705"/>
                  </a:lnTo>
                  <a:lnTo>
                    <a:pt x="354472" y="5033679"/>
                  </a:lnTo>
                  <a:lnTo>
                    <a:pt x="355582" y="5028194"/>
                  </a:lnTo>
                  <a:lnTo>
                    <a:pt x="355591" y="5021270"/>
                  </a:lnTo>
                  <a:lnTo>
                    <a:pt x="355911" y="4780000"/>
                  </a:lnTo>
                  <a:lnTo>
                    <a:pt x="248597" y="5008626"/>
                  </a:lnTo>
                  <a:lnTo>
                    <a:pt x="248597" y="5008618"/>
                  </a:lnTo>
                  <a:lnTo>
                    <a:pt x="355911" y="4780000"/>
                  </a:lnTo>
                  <a:lnTo>
                    <a:pt x="355961" y="4736885"/>
                  </a:lnTo>
                  <a:lnTo>
                    <a:pt x="355961" y="4736843"/>
                  </a:lnTo>
                  <a:lnTo>
                    <a:pt x="356028" y="4687813"/>
                  </a:lnTo>
                  <a:lnTo>
                    <a:pt x="356701" y="4167844"/>
                  </a:lnTo>
                  <a:lnTo>
                    <a:pt x="356895" y="4018139"/>
                  </a:lnTo>
                  <a:lnTo>
                    <a:pt x="317464" y="3874255"/>
                  </a:lnTo>
                  <a:lnTo>
                    <a:pt x="356895" y="4018130"/>
                  </a:lnTo>
                  <a:lnTo>
                    <a:pt x="357223" y="3772317"/>
                  </a:lnTo>
                  <a:lnTo>
                    <a:pt x="317464" y="3874213"/>
                  </a:lnTo>
                  <a:lnTo>
                    <a:pt x="357223" y="3772309"/>
                  </a:lnTo>
                  <a:lnTo>
                    <a:pt x="357450" y="3598904"/>
                  </a:lnTo>
                  <a:lnTo>
                    <a:pt x="357450" y="3598929"/>
                  </a:lnTo>
                  <a:lnTo>
                    <a:pt x="359116" y="3582163"/>
                  </a:lnTo>
                  <a:lnTo>
                    <a:pt x="281188" y="3431154"/>
                  </a:lnTo>
                  <a:lnTo>
                    <a:pt x="281197" y="3431154"/>
                  </a:lnTo>
                  <a:lnTo>
                    <a:pt x="359124" y="3582146"/>
                  </a:lnTo>
                  <a:lnTo>
                    <a:pt x="373645" y="3435907"/>
                  </a:lnTo>
                  <a:lnTo>
                    <a:pt x="373653" y="3435907"/>
                  </a:lnTo>
                  <a:lnTo>
                    <a:pt x="407329" y="3252466"/>
                  </a:lnTo>
                  <a:lnTo>
                    <a:pt x="407338" y="3252474"/>
                  </a:lnTo>
                  <a:lnTo>
                    <a:pt x="431297" y="3163778"/>
                  </a:lnTo>
                  <a:lnTo>
                    <a:pt x="370911" y="3006207"/>
                  </a:lnTo>
                  <a:lnTo>
                    <a:pt x="431297" y="3163770"/>
                  </a:lnTo>
                  <a:lnTo>
                    <a:pt x="455980" y="3072390"/>
                  </a:lnTo>
                  <a:lnTo>
                    <a:pt x="455989" y="3072399"/>
                  </a:lnTo>
                  <a:lnTo>
                    <a:pt x="519758" y="2892315"/>
                  </a:lnTo>
                  <a:lnTo>
                    <a:pt x="519766" y="2892323"/>
                  </a:lnTo>
                  <a:lnTo>
                    <a:pt x="519774" y="2892323"/>
                  </a:lnTo>
                  <a:lnTo>
                    <a:pt x="584772" y="2741204"/>
                  </a:lnTo>
                  <a:lnTo>
                    <a:pt x="584780" y="2741213"/>
                  </a:lnTo>
                  <a:lnTo>
                    <a:pt x="671482" y="2568927"/>
                  </a:lnTo>
                  <a:lnTo>
                    <a:pt x="671490" y="2568961"/>
                  </a:lnTo>
                  <a:lnTo>
                    <a:pt x="671499" y="2568961"/>
                  </a:lnTo>
                  <a:lnTo>
                    <a:pt x="671490" y="2568927"/>
                  </a:lnTo>
                  <a:lnTo>
                    <a:pt x="671507" y="2568927"/>
                  </a:lnTo>
                  <a:lnTo>
                    <a:pt x="755441" y="2424051"/>
                  </a:lnTo>
                  <a:lnTo>
                    <a:pt x="755441" y="2424042"/>
                  </a:lnTo>
                  <a:lnTo>
                    <a:pt x="768616" y="2401303"/>
                  </a:lnTo>
                  <a:lnTo>
                    <a:pt x="768633" y="2401320"/>
                  </a:lnTo>
                  <a:lnTo>
                    <a:pt x="768625" y="2401303"/>
                  </a:lnTo>
                  <a:lnTo>
                    <a:pt x="768641" y="2401311"/>
                  </a:lnTo>
                  <a:lnTo>
                    <a:pt x="887480" y="2220310"/>
                  </a:lnTo>
                  <a:lnTo>
                    <a:pt x="887497" y="2220327"/>
                  </a:lnTo>
                  <a:lnTo>
                    <a:pt x="887489" y="2220310"/>
                  </a:lnTo>
                  <a:lnTo>
                    <a:pt x="887514" y="2220310"/>
                  </a:lnTo>
                  <a:lnTo>
                    <a:pt x="1005587" y="2059012"/>
                  </a:lnTo>
                  <a:lnTo>
                    <a:pt x="1005604" y="2059045"/>
                  </a:lnTo>
                  <a:lnTo>
                    <a:pt x="1005604" y="2059037"/>
                  </a:lnTo>
                  <a:lnTo>
                    <a:pt x="1005595" y="2059012"/>
                  </a:lnTo>
                  <a:lnTo>
                    <a:pt x="1005621" y="2059012"/>
                  </a:lnTo>
                  <a:lnTo>
                    <a:pt x="1156293" y="1872685"/>
                  </a:lnTo>
                  <a:lnTo>
                    <a:pt x="1156302" y="1872711"/>
                  </a:lnTo>
                  <a:lnTo>
                    <a:pt x="1156302" y="1872702"/>
                  </a:lnTo>
                  <a:lnTo>
                    <a:pt x="1156302" y="1872685"/>
                  </a:lnTo>
                  <a:lnTo>
                    <a:pt x="1156319" y="1872685"/>
                  </a:lnTo>
                  <a:lnTo>
                    <a:pt x="1167398" y="1860184"/>
                  </a:lnTo>
                  <a:lnTo>
                    <a:pt x="1192132" y="1765019"/>
                  </a:lnTo>
                  <a:lnTo>
                    <a:pt x="1167415" y="1860167"/>
                  </a:lnTo>
                  <a:lnTo>
                    <a:pt x="1301607" y="1708712"/>
                  </a:lnTo>
                  <a:lnTo>
                    <a:pt x="1301641" y="1708720"/>
                  </a:lnTo>
                  <a:lnTo>
                    <a:pt x="1450799" y="1552907"/>
                  </a:lnTo>
                  <a:lnTo>
                    <a:pt x="1450808" y="1552941"/>
                  </a:lnTo>
                  <a:lnTo>
                    <a:pt x="1464277" y="1622523"/>
                  </a:lnTo>
                  <a:lnTo>
                    <a:pt x="1464277" y="1622514"/>
                  </a:lnTo>
                  <a:lnTo>
                    <a:pt x="1450816" y="1552941"/>
                  </a:lnTo>
                  <a:lnTo>
                    <a:pt x="1450808" y="1552907"/>
                  </a:lnTo>
                  <a:lnTo>
                    <a:pt x="1450833" y="1552915"/>
                  </a:lnTo>
                  <a:lnTo>
                    <a:pt x="1570799" y="1437206"/>
                  </a:lnTo>
                  <a:lnTo>
                    <a:pt x="1558659" y="1382271"/>
                  </a:lnTo>
                  <a:lnTo>
                    <a:pt x="1558659" y="1382262"/>
                  </a:lnTo>
                  <a:lnTo>
                    <a:pt x="1570799" y="1437206"/>
                  </a:lnTo>
                  <a:lnTo>
                    <a:pt x="1652277" y="1358622"/>
                  </a:lnTo>
                  <a:lnTo>
                    <a:pt x="1652285" y="1358647"/>
                  </a:lnTo>
                  <a:lnTo>
                    <a:pt x="1652285" y="1358622"/>
                  </a:lnTo>
                  <a:lnTo>
                    <a:pt x="1652302" y="1358631"/>
                  </a:lnTo>
                  <a:lnTo>
                    <a:pt x="1766346" y="1257013"/>
                  </a:lnTo>
                  <a:lnTo>
                    <a:pt x="1753381" y="1172851"/>
                  </a:lnTo>
                  <a:lnTo>
                    <a:pt x="1766354" y="1257013"/>
                  </a:lnTo>
                  <a:lnTo>
                    <a:pt x="1844887" y="1187035"/>
                  </a:lnTo>
                  <a:lnTo>
                    <a:pt x="1844896" y="1187069"/>
                  </a:lnTo>
                  <a:lnTo>
                    <a:pt x="1844896" y="1187035"/>
                  </a:lnTo>
                  <a:lnTo>
                    <a:pt x="1844929" y="1187044"/>
                  </a:lnTo>
                  <a:lnTo>
                    <a:pt x="1969590" y="1083878"/>
                  </a:lnTo>
                  <a:lnTo>
                    <a:pt x="1937209" y="941382"/>
                  </a:lnTo>
                  <a:lnTo>
                    <a:pt x="1937209" y="941373"/>
                  </a:lnTo>
                  <a:lnTo>
                    <a:pt x="1969590" y="1083869"/>
                  </a:lnTo>
                  <a:lnTo>
                    <a:pt x="2062610" y="1006892"/>
                  </a:lnTo>
                  <a:lnTo>
                    <a:pt x="2062694" y="1076668"/>
                  </a:lnTo>
                  <a:lnTo>
                    <a:pt x="2062618" y="1006917"/>
                  </a:lnTo>
                  <a:lnTo>
                    <a:pt x="2062618" y="1006892"/>
                  </a:lnTo>
                  <a:lnTo>
                    <a:pt x="2062643" y="1006901"/>
                  </a:lnTo>
                  <a:lnTo>
                    <a:pt x="2179009" y="917262"/>
                  </a:lnTo>
                  <a:lnTo>
                    <a:pt x="2182256" y="762290"/>
                  </a:lnTo>
                  <a:lnTo>
                    <a:pt x="2182256" y="762274"/>
                  </a:lnTo>
                  <a:lnTo>
                    <a:pt x="2182256" y="762265"/>
                  </a:lnTo>
                  <a:lnTo>
                    <a:pt x="2182256" y="762248"/>
                  </a:lnTo>
                  <a:lnTo>
                    <a:pt x="2174718" y="506559"/>
                  </a:lnTo>
                  <a:lnTo>
                    <a:pt x="1936948" y="689730"/>
                  </a:lnTo>
                  <a:lnTo>
                    <a:pt x="1936914" y="689722"/>
                  </a:lnTo>
                  <a:lnTo>
                    <a:pt x="1936914" y="689755"/>
                  </a:lnTo>
                  <a:lnTo>
                    <a:pt x="1937200" y="941357"/>
                  </a:lnTo>
                  <a:lnTo>
                    <a:pt x="1937192" y="941323"/>
                  </a:lnTo>
                  <a:lnTo>
                    <a:pt x="1936906" y="689722"/>
                  </a:lnTo>
                  <a:lnTo>
                    <a:pt x="1690067" y="893993"/>
                  </a:lnTo>
                  <a:lnTo>
                    <a:pt x="1690033" y="893984"/>
                  </a:lnTo>
                  <a:lnTo>
                    <a:pt x="1690033" y="894018"/>
                  </a:lnTo>
                  <a:lnTo>
                    <a:pt x="1690033" y="894026"/>
                  </a:lnTo>
                  <a:lnTo>
                    <a:pt x="1690042" y="894026"/>
                  </a:lnTo>
                  <a:lnTo>
                    <a:pt x="1753365" y="1172809"/>
                  </a:lnTo>
                  <a:lnTo>
                    <a:pt x="1753365" y="1172818"/>
                  </a:lnTo>
                  <a:lnTo>
                    <a:pt x="1690033" y="894026"/>
                  </a:lnTo>
                  <a:lnTo>
                    <a:pt x="1690025" y="893984"/>
                  </a:lnTo>
                  <a:lnTo>
                    <a:pt x="1471655" y="1088563"/>
                  </a:lnTo>
                  <a:lnTo>
                    <a:pt x="1471621" y="1088555"/>
                  </a:lnTo>
                  <a:lnTo>
                    <a:pt x="1243197" y="1308869"/>
                  </a:lnTo>
                  <a:lnTo>
                    <a:pt x="1243164" y="1308869"/>
                  </a:lnTo>
                  <a:lnTo>
                    <a:pt x="1243172" y="1308894"/>
                  </a:lnTo>
                  <a:lnTo>
                    <a:pt x="1243164" y="1308903"/>
                  </a:lnTo>
                  <a:lnTo>
                    <a:pt x="1243172" y="1308903"/>
                  </a:lnTo>
                  <a:lnTo>
                    <a:pt x="1283377" y="1516665"/>
                  </a:lnTo>
                  <a:lnTo>
                    <a:pt x="1243164" y="1308903"/>
                  </a:lnTo>
                  <a:lnTo>
                    <a:pt x="1243155" y="1308869"/>
                  </a:lnTo>
                  <a:lnTo>
                    <a:pt x="1074017" y="1485538"/>
                  </a:lnTo>
                  <a:lnTo>
                    <a:pt x="1073991" y="1485529"/>
                  </a:lnTo>
                  <a:lnTo>
                    <a:pt x="1074000" y="1485563"/>
                  </a:lnTo>
                  <a:lnTo>
                    <a:pt x="1073983" y="1485529"/>
                  </a:lnTo>
                  <a:lnTo>
                    <a:pt x="909236" y="1671477"/>
                  </a:lnTo>
                  <a:lnTo>
                    <a:pt x="909219" y="1671468"/>
                  </a:lnTo>
                  <a:lnTo>
                    <a:pt x="909219" y="1671494"/>
                  </a:lnTo>
                  <a:lnTo>
                    <a:pt x="909210" y="1671468"/>
                  </a:lnTo>
                  <a:lnTo>
                    <a:pt x="738355" y="1882755"/>
                  </a:lnTo>
                  <a:lnTo>
                    <a:pt x="738321" y="1882755"/>
                  </a:lnTo>
                  <a:lnTo>
                    <a:pt x="738338" y="1882781"/>
                  </a:lnTo>
                  <a:lnTo>
                    <a:pt x="738330" y="1882781"/>
                  </a:lnTo>
                  <a:lnTo>
                    <a:pt x="738321" y="1882755"/>
                  </a:lnTo>
                  <a:lnTo>
                    <a:pt x="604424" y="2065649"/>
                  </a:lnTo>
                  <a:lnTo>
                    <a:pt x="604399" y="2065649"/>
                  </a:lnTo>
                  <a:lnTo>
                    <a:pt x="469634" y="2270888"/>
                  </a:lnTo>
                  <a:lnTo>
                    <a:pt x="469618" y="2270888"/>
                  </a:lnTo>
                  <a:lnTo>
                    <a:pt x="469626" y="2270896"/>
                  </a:lnTo>
                  <a:lnTo>
                    <a:pt x="469626" y="2270905"/>
                  </a:lnTo>
                  <a:lnTo>
                    <a:pt x="469609" y="2270879"/>
                  </a:lnTo>
                  <a:lnTo>
                    <a:pt x="359503" y="2460958"/>
                  </a:lnTo>
                  <a:lnTo>
                    <a:pt x="359469" y="2460958"/>
                  </a:lnTo>
                  <a:lnTo>
                    <a:pt x="359486" y="2460991"/>
                  </a:lnTo>
                  <a:lnTo>
                    <a:pt x="359478" y="2461000"/>
                  </a:lnTo>
                  <a:lnTo>
                    <a:pt x="359469" y="2460958"/>
                  </a:lnTo>
                  <a:lnTo>
                    <a:pt x="261158" y="2656311"/>
                  </a:lnTo>
                  <a:lnTo>
                    <a:pt x="261141" y="2656311"/>
                  </a:lnTo>
                  <a:lnTo>
                    <a:pt x="187436" y="2827663"/>
                  </a:lnTo>
                  <a:lnTo>
                    <a:pt x="187428" y="2827663"/>
                  </a:lnTo>
                  <a:lnTo>
                    <a:pt x="187428" y="2827654"/>
                  </a:lnTo>
                  <a:lnTo>
                    <a:pt x="115112" y="3031858"/>
                  </a:lnTo>
                  <a:lnTo>
                    <a:pt x="115103" y="3031849"/>
                  </a:lnTo>
                  <a:lnTo>
                    <a:pt x="59941" y="3236053"/>
                  </a:lnTo>
                  <a:lnTo>
                    <a:pt x="59941" y="3236044"/>
                  </a:lnTo>
                  <a:lnTo>
                    <a:pt x="21747" y="3444050"/>
                  </a:lnTo>
                  <a:lnTo>
                    <a:pt x="3382" y="3628904"/>
                  </a:lnTo>
                  <a:lnTo>
                    <a:pt x="3373" y="3628879"/>
                  </a:lnTo>
                  <a:lnTo>
                    <a:pt x="2532" y="4274013"/>
                  </a:lnTo>
                  <a:lnTo>
                    <a:pt x="1691" y="4919215"/>
                  </a:lnTo>
                  <a:lnTo>
                    <a:pt x="1691" y="4919265"/>
                  </a:lnTo>
                  <a:lnTo>
                    <a:pt x="1270" y="5241744"/>
                  </a:lnTo>
                  <a:lnTo>
                    <a:pt x="850" y="5564290"/>
                  </a:lnTo>
                  <a:lnTo>
                    <a:pt x="841" y="5564282"/>
                  </a:lnTo>
                  <a:lnTo>
                    <a:pt x="0" y="6209467"/>
                  </a:lnTo>
                  <a:lnTo>
                    <a:pt x="0" y="6209500"/>
                  </a:lnTo>
                  <a:lnTo>
                    <a:pt x="0" y="6209534"/>
                  </a:lnTo>
                  <a:lnTo>
                    <a:pt x="8" y="6209517"/>
                  </a:lnTo>
                  <a:lnTo>
                    <a:pt x="8564" y="6285300"/>
                  </a:lnTo>
                  <a:lnTo>
                    <a:pt x="8572" y="6285291"/>
                  </a:lnTo>
                  <a:lnTo>
                    <a:pt x="30749" y="6369495"/>
                  </a:lnTo>
                  <a:lnTo>
                    <a:pt x="30757" y="6369495"/>
                  </a:lnTo>
                  <a:lnTo>
                    <a:pt x="59436" y="6437234"/>
                  </a:lnTo>
                  <a:lnTo>
                    <a:pt x="59445" y="6437234"/>
                  </a:lnTo>
                  <a:lnTo>
                    <a:pt x="103241" y="6510140"/>
                  </a:lnTo>
                  <a:lnTo>
                    <a:pt x="157134" y="6575423"/>
                  </a:lnTo>
                  <a:lnTo>
                    <a:pt x="157142" y="6575406"/>
                  </a:lnTo>
                  <a:lnTo>
                    <a:pt x="157151" y="6575406"/>
                  </a:lnTo>
                  <a:lnTo>
                    <a:pt x="157142" y="6575423"/>
                  </a:lnTo>
                  <a:lnTo>
                    <a:pt x="157159" y="6575423"/>
                  </a:lnTo>
                  <a:lnTo>
                    <a:pt x="220053" y="6631982"/>
                  </a:lnTo>
                  <a:lnTo>
                    <a:pt x="290897" y="6678774"/>
                  </a:lnTo>
                  <a:lnTo>
                    <a:pt x="357122" y="6710271"/>
                  </a:lnTo>
                  <a:lnTo>
                    <a:pt x="357122" y="6710263"/>
                  </a:lnTo>
                  <a:lnTo>
                    <a:pt x="464402" y="6741062"/>
                  </a:lnTo>
                  <a:lnTo>
                    <a:pt x="421227" y="6490227"/>
                  </a:lnTo>
                  <a:lnTo>
                    <a:pt x="464410" y="6741062"/>
                  </a:lnTo>
                  <a:close/>
                </a:path>
              </a:pathLst>
            </a:custGeom>
            <a:grpFill/>
            <a:ln w="12700" cap="flat">
              <a:noFill/>
              <a:prstDash val="solid"/>
              <a:miter/>
            </a:ln>
          </p:spPr>
          <p:txBody>
            <a:bodyPr wrap="square" rtlCol="0" anchor="ctr">
              <a:noAutofit/>
            </a:bodyPr>
            <a:lstStyle/>
            <a:p>
              <a:endParaRPr lang="en-US"/>
            </a:p>
          </p:txBody>
        </p:sp>
      </p:grpSp>
      <p:grpSp>
        <p:nvGrpSpPr>
          <p:cNvPr id="2777" name="Group 2776">
            <a:extLst>
              <a:ext uri="{FF2B5EF4-FFF2-40B4-BE49-F238E27FC236}">
                <a16:creationId xmlns:a16="http://schemas.microsoft.com/office/drawing/2014/main" id="{444C4ECC-C1EC-B574-1FB2-93151F549B18}"/>
              </a:ext>
              <a:ext uri="{C183D7F6-B498-43B3-948B-1728B52AA6E4}">
                <adec:decorative xmlns:adec="http://schemas.microsoft.com/office/drawing/2017/decorative" val="1"/>
              </a:ext>
            </a:extLst>
          </p:cNvPr>
          <p:cNvGrpSpPr>
            <a:grpSpLocks noChangeAspect="1"/>
          </p:cNvGrpSpPr>
          <p:nvPr/>
        </p:nvGrpSpPr>
        <p:grpSpPr>
          <a:xfrm>
            <a:off x="9655530" y="4343071"/>
            <a:ext cx="454399" cy="457200"/>
            <a:chOff x="9655530" y="4343071"/>
            <a:chExt cx="454399" cy="457200"/>
          </a:xfrm>
          <a:solidFill>
            <a:schemeClr val="accent2"/>
          </a:solidFill>
        </p:grpSpPr>
        <p:sp>
          <p:nvSpPr>
            <p:cNvPr id="2232" name="Freeform: Shape 2231">
              <a:extLst>
                <a:ext uri="{FF2B5EF4-FFF2-40B4-BE49-F238E27FC236}">
                  <a16:creationId xmlns:a16="http://schemas.microsoft.com/office/drawing/2014/main" id="{6EF29206-99B8-0A4D-E986-3FABB336E604}"/>
                </a:ext>
                <a:ext uri="{C183D7F6-B498-43B3-948B-1728B52AA6E4}">
                  <adec:decorative xmlns:adec="http://schemas.microsoft.com/office/drawing/2017/decorative" val="1"/>
                </a:ext>
              </a:extLst>
            </p:cNvPr>
            <p:cNvSpPr/>
            <p:nvPr/>
          </p:nvSpPr>
          <p:spPr>
            <a:xfrm>
              <a:off x="9661520" y="4349903"/>
              <a:ext cx="448409" cy="450368"/>
            </a:xfrm>
            <a:custGeom>
              <a:avLst/>
              <a:gdLst>
                <a:gd name="connsiteX0" fmla="*/ 2503129 w 6726134"/>
                <a:gd name="connsiteY0" fmla="*/ 0 h 6755518"/>
                <a:gd name="connsiteX1" fmla="*/ 6325581 w 6726134"/>
                <a:gd name="connsiteY1" fmla="*/ 0 h 6755518"/>
                <a:gd name="connsiteX2" fmla="*/ 6325581 w 6726134"/>
                <a:gd name="connsiteY2" fmla="*/ 527 h 6755518"/>
                <a:gd name="connsiteX3" fmla="*/ 6401468 w 6726134"/>
                <a:gd name="connsiteY3" fmla="*/ 8893 h 6755518"/>
                <a:gd name="connsiteX4" fmla="*/ 6726134 w 6726134"/>
                <a:gd name="connsiteY4" fmla="*/ 420021 h 6755518"/>
                <a:gd name="connsiteX5" fmla="*/ 6726134 w 6726134"/>
                <a:gd name="connsiteY5" fmla="*/ 6755518 h 6755518"/>
                <a:gd name="connsiteX6" fmla="*/ 408265 w 6726134"/>
                <a:gd name="connsiteY6" fmla="*/ 6755518 h 6755518"/>
                <a:gd name="connsiteX7" fmla="*/ 0 w 6726134"/>
                <a:gd name="connsiteY7" fmla="*/ 6347255 h 6755518"/>
                <a:gd name="connsiteX8" fmla="*/ 0 w 6726134"/>
                <a:gd name="connsiteY8" fmla="*/ 6318633 h 6755518"/>
                <a:gd name="connsiteX9" fmla="*/ 0 w 6726134"/>
                <a:gd name="connsiteY9" fmla="*/ 5309651 h 6755518"/>
                <a:gd name="connsiteX10" fmla="*/ 0 w 6726134"/>
                <a:gd name="connsiteY10" fmla="*/ 3024614 h 6755518"/>
                <a:gd name="connsiteX11" fmla="*/ 0 w 6726134"/>
                <a:gd name="connsiteY11" fmla="*/ 2842252 h 6755518"/>
                <a:gd name="connsiteX12" fmla="*/ 0 w 6726134"/>
                <a:gd name="connsiteY12" fmla="*/ 735451 h 6755518"/>
                <a:gd name="connsiteX13" fmla="*/ 389527 w 6726134"/>
                <a:gd name="connsiteY13" fmla="*/ 735451 h 6755518"/>
                <a:gd name="connsiteX14" fmla="*/ 389527 w 6726134"/>
                <a:gd name="connsiteY14" fmla="*/ 2842252 h 6755518"/>
                <a:gd name="connsiteX15" fmla="*/ 389527 w 6726134"/>
                <a:gd name="connsiteY15" fmla="*/ 5309651 h 6755518"/>
                <a:gd name="connsiteX16" fmla="*/ 389527 w 6726134"/>
                <a:gd name="connsiteY16" fmla="*/ 6243072 h 6755518"/>
                <a:gd name="connsiteX17" fmla="*/ 389527 w 6726134"/>
                <a:gd name="connsiteY17" fmla="*/ 6318633 h 6755518"/>
                <a:gd name="connsiteX18" fmla="*/ 389527 w 6726134"/>
                <a:gd name="connsiteY18" fmla="*/ 6400817 h 6755518"/>
                <a:gd name="connsiteX19" fmla="*/ 6325581 w 6726134"/>
                <a:gd name="connsiteY19" fmla="*/ 6400817 h 6755518"/>
                <a:gd name="connsiteX20" fmla="*/ 6325581 w 6726134"/>
                <a:gd name="connsiteY20" fmla="*/ 392293 h 6755518"/>
                <a:gd name="connsiteX21" fmla="*/ 6380528 w 6726134"/>
                <a:gd name="connsiteY21" fmla="*/ 392293 h 6755518"/>
                <a:gd name="connsiteX22" fmla="*/ 6380528 w 6726134"/>
                <a:gd name="connsiteY22" fmla="*/ 392293 h 6755518"/>
                <a:gd name="connsiteX23" fmla="*/ 6325581 w 6726134"/>
                <a:gd name="connsiteY23" fmla="*/ 392293 h 6755518"/>
                <a:gd name="connsiteX24" fmla="*/ 6325581 w 6726134"/>
                <a:gd name="connsiteY24" fmla="*/ 392292 h 6755518"/>
                <a:gd name="connsiteX25" fmla="*/ 5224710 w 6726134"/>
                <a:gd name="connsiteY25" fmla="*/ 392292 h 6755518"/>
                <a:gd name="connsiteX26" fmla="*/ 5224710 w 6726134"/>
                <a:gd name="connsiteY26" fmla="*/ 392293 h 6755518"/>
                <a:gd name="connsiteX27" fmla="*/ 792589 w 6726134"/>
                <a:gd name="connsiteY27" fmla="*/ 392293 h 6755518"/>
                <a:gd name="connsiteX28" fmla="*/ 792589 w 6726134"/>
                <a:gd name="connsiteY28" fmla="*/ 0 h 6755518"/>
                <a:gd name="connsiteX29" fmla="*/ 2503129 w 6726134"/>
                <a:gd name="connsiteY29" fmla="*/ 0 h 6755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26134" h="6755518">
                  <a:moveTo>
                    <a:pt x="2503129" y="0"/>
                  </a:moveTo>
                  <a:lnTo>
                    <a:pt x="6325581" y="0"/>
                  </a:lnTo>
                  <a:lnTo>
                    <a:pt x="6325581" y="527"/>
                  </a:lnTo>
                  <a:lnTo>
                    <a:pt x="6401468" y="8893"/>
                  </a:lnTo>
                  <a:cubicBezTo>
                    <a:pt x="6584457" y="49612"/>
                    <a:pt x="6726134" y="224696"/>
                    <a:pt x="6726134" y="420021"/>
                  </a:cubicBezTo>
                  <a:lnTo>
                    <a:pt x="6726134" y="6755518"/>
                  </a:lnTo>
                  <a:lnTo>
                    <a:pt x="408265" y="6755518"/>
                  </a:lnTo>
                  <a:cubicBezTo>
                    <a:pt x="185047" y="6755518"/>
                    <a:pt x="0" y="6573412"/>
                    <a:pt x="0" y="6347255"/>
                  </a:cubicBezTo>
                  <a:lnTo>
                    <a:pt x="0" y="6318633"/>
                  </a:lnTo>
                  <a:lnTo>
                    <a:pt x="0" y="5309651"/>
                  </a:lnTo>
                  <a:lnTo>
                    <a:pt x="0" y="3024614"/>
                  </a:lnTo>
                  <a:lnTo>
                    <a:pt x="0" y="2842252"/>
                  </a:lnTo>
                  <a:lnTo>
                    <a:pt x="0" y="735451"/>
                  </a:lnTo>
                  <a:lnTo>
                    <a:pt x="389527" y="735451"/>
                  </a:lnTo>
                  <a:lnTo>
                    <a:pt x="389527" y="2842252"/>
                  </a:lnTo>
                  <a:lnTo>
                    <a:pt x="389527" y="5309651"/>
                  </a:lnTo>
                  <a:lnTo>
                    <a:pt x="389527" y="6243072"/>
                  </a:lnTo>
                  <a:lnTo>
                    <a:pt x="389527" y="6318633"/>
                  </a:lnTo>
                  <a:lnTo>
                    <a:pt x="389527" y="6400817"/>
                  </a:lnTo>
                  <a:lnTo>
                    <a:pt x="6325581" y="6400817"/>
                  </a:lnTo>
                  <a:lnTo>
                    <a:pt x="6325581" y="392293"/>
                  </a:lnTo>
                  <a:lnTo>
                    <a:pt x="6380528" y="392293"/>
                  </a:lnTo>
                  <a:lnTo>
                    <a:pt x="6380528" y="392293"/>
                  </a:lnTo>
                  <a:lnTo>
                    <a:pt x="6325581" y="392293"/>
                  </a:lnTo>
                  <a:lnTo>
                    <a:pt x="6325581" y="392292"/>
                  </a:lnTo>
                  <a:lnTo>
                    <a:pt x="5224710" y="392292"/>
                  </a:lnTo>
                  <a:lnTo>
                    <a:pt x="5224710" y="392293"/>
                  </a:lnTo>
                  <a:lnTo>
                    <a:pt x="792589" y="392293"/>
                  </a:lnTo>
                  <a:lnTo>
                    <a:pt x="792589" y="0"/>
                  </a:lnTo>
                  <a:lnTo>
                    <a:pt x="2503129" y="0"/>
                  </a:ln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33" name="Freeform: Shape 2232">
              <a:extLst>
                <a:ext uri="{FF2B5EF4-FFF2-40B4-BE49-F238E27FC236}">
                  <a16:creationId xmlns:a16="http://schemas.microsoft.com/office/drawing/2014/main" id="{0A1199A1-08E7-C67F-910D-928286E195BE}"/>
                </a:ext>
                <a:ext uri="{C183D7F6-B498-43B3-948B-1728B52AA6E4}">
                  <adec:decorative xmlns:adec="http://schemas.microsoft.com/office/drawing/2017/decorative" val="1"/>
                </a:ext>
              </a:extLst>
            </p:cNvPr>
            <p:cNvSpPr/>
            <p:nvPr/>
          </p:nvSpPr>
          <p:spPr>
            <a:xfrm>
              <a:off x="9655530" y="4343071"/>
              <a:ext cx="312803" cy="344650"/>
            </a:xfrm>
            <a:custGeom>
              <a:avLst/>
              <a:gdLst>
                <a:gd name="connsiteX0" fmla="*/ 3447953 w 4692037"/>
                <a:gd name="connsiteY0" fmla="*/ 3130586 h 5169746"/>
                <a:gd name="connsiteX1" fmla="*/ 3330414 w 4692037"/>
                <a:gd name="connsiteY1" fmla="*/ 3250279 h 5169746"/>
                <a:gd name="connsiteX2" fmla="*/ 3330414 w 4692037"/>
                <a:gd name="connsiteY2" fmla="*/ 3303491 h 5169746"/>
                <a:gd name="connsiteX3" fmla="*/ 3569893 w 4692037"/>
                <a:gd name="connsiteY3" fmla="*/ 3303491 h 5169746"/>
                <a:gd name="connsiteX4" fmla="*/ 3569893 w 4692037"/>
                <a:gd name="connsiteY4" fmla="*/ 3193391 h 5169746"/>
                <a:gd name="connsiteX5" fmla="*/ 3447953 w 4692037"/>
                <a:gd name="connsiteY5" fmla="*/ 3130586 h 5169746"/>
                <a:gd name="connsiteX6" fmla="*/ 3474559 w 4692037"/>
                <a:gd name="connsiteY6" fmla="*/ 2974922 h 5169746"/>
                <a:gd name="connsiteX7" fmla="*/ 3726789 w 4692037"/>
                <a:gd name="connsiteY7" fmla="*/ 3250279 h 5169746"/>
                <a:gd name="connsiteX8" fmla="*/ 3726789 w 4692037"/>
                <a:gd name="connsiteY8" fmla="*/ 3303491 h 5169746"/>
                <a:gd name="connsiteX9" fmla="*/ 3841936 w 4692037"/>
                <a:gd name="connsiteY9" fmla="*/ 3303491 h 5169746"/>
                <a:gd name="connsiteX10" fmla="*/ 3841936 w 4692037"/>
                <a:gd name="connsiteY10" fmla="*/ 4086602 h 5169746"/>
                <a:gd name="connsiteX11" fmla="*/ 3058825 w 4692037"/>
                <a:gd name="connsiteY11" fmla="*/ 4086602 h 5169746"/>
                <a:gd name="connsiteX12" fmla="*/ 3058825 w 4692037"/>
                <a:gd name="connsiteY12" fmla="*/ 3303491 h 5169746"/>
                <a:gd name="connsiteX13" fmla="*/ 3173518 w 4692037"/>
                <a:gd name="connsiteY13" fmla="*/ 3303491 h 5169746"/>
                <a:gd name="connsiteX14" fmla="*/ 3173518 w 4692037"/>
                <a:gd name="connsiteY14" fmla="*/ 3159440 h 5169746"/>
                <a:gd name="connsiteX15" fmla="*/ 3205630 w 4692037"/>
                <a:gd name="connsiteY15" fmla="*/ 3085121 h 5169746"/>
                <a:gd name="connsiteX16" fmla="*/ 3474559 w 4692037"/>
                <a:gd name="connsiteY16" fmla="*/ 2974922 h 5169746"/>
                <a:gd name="connsiteX17" fmla="*/ 2535844 w 4692037"/>
                <a:gd name="connsiteY17" fmla="*/ 2631401 h 5169746"/>
                <a:gd name="connsiteX18" fmla="*/ 2535844 w 4692037"/>
                <a:gd name="connsiteY18" fmla="*/ 3880619 h 5169746"/>
                <a:gd name="connsiteX19" fmla="*/ 2824406 w 4692037"/>
                <a:gd name="connsiteY19" fmla="*/ 4396728 h 5169746"/>
                <a:gd name="connsiteX20" fmla="*/ 3465299 w 4692037"/>
                <a:gd name="connsiteY20" fmla="*/ 4790351 h 5169746"/>
                <a:gd name="connsiteX21" fmla="*/ 4086926 w 4692037"/>
                <a:gd name="connsiteY21" fmla="*/ 4399026 h 5169746"/>
                <a:gd name="connsiteX22" fmla="*/ 4369982 w 4692037"/>
                <a:gd name="connsiteY22" fmla="*/ 3886582 h 5169746"/>
                <a:gd name="connsiteX23" fmla="*/ 4369982 w 4692037"/>
                <a:gd name="connsiteY23" fmla="*/ 2631401 h 5169746"/>
                <a:gd name="connsiteX24" fmla="*/ 2213789 w 4692037"/>
                <a:gd name="connsiteY24" fmla="*/ 2317148 h 5169746"/>
                <a:gd name="connsiteX25" fmla="*/ 4692037 w 4692037"/>
                <a:gd name="connsiteY25" fmla="*/ 2317148 h 5169746"/>
                <a:gd name="connsiteX26" fmla="*/ 4692037 w 4692037"/>
                <a:gd name="connsiteY26" fmla="*/ 3882912 h 5169746"/>
                <a:gd name="connsiteX27" fmla="*/ 4255751 w 4692037"/>
                <a:gd name="connsiteY27" fmla="*/ 4672907 h 5169746"/>
                <a:gd name="connsiteX28" fmla="*/ 3467134 w 4692037"/>
                <a:gd name="connsiteY28" fmla="*/ 5169746 h 5169746"/>
                <a:gd name="connsiteX29" fmla="*/ 2658788 w 4692037"/>
                <a:gd name="connsiteY29" fmla="*/ 4673365 h 5169746"/>
                <a:gd name="connsiteX30" fmla="*/ 2213789 w 4692037"/>
                <a:gd name="connsiteY30" fmla="*/ 3877869 h 5169746"/>
                <a:gd name="connsiteX31" fmla="*/ 0 w 4692037"/>
                <a:gd name="connsiteY31" fmla="*/ 0 h 5169746"/>
                <a:gd name="connsiteX32" fmla="*/ 592490 w 4692037"/>
                <a:gd name="connsiteY32" fmla="*/ 0 h 5169746"/>
                <a:gd name="connsiteX33" fmla="*/ 592490 w 4692037"/>
                <a:gd name="connsiteY33" fmla="*/ 592490 h 5169746"/>
                <a:gd name="connsiteX34" fmla="*/ 0 w 4692037"/>
                <a:gd name="connsiteY34" fmla="*/ 592490 h 516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92037" h="5169746">
                  <a:moveTo>
                    <a:pt x="3447953" y="3130586"/>
                  </a:moveTo>
                  <a:cubicBezTo>
                    <a:pt x="3382923" y="3131715"/>
                    <a:pt x="3330414" y="3184904"/>
                    <a:pt x="3330414" y="3250279"/>
                  </a:cubicBezTo>
                  <a:lnTo>
                    <a:pt x="3330414" y="3303491"/>
                  </a:lnTo>
                  <a:lnTo>
                    <a:pt x="3569893" y="3303491"/>
                  </a:lnTo>
                  <a:lnTo>
                    <a:pt x="3569893" y="3193391"/>
                  </a:lnTo>
                  <a:cubicBezTo>
                    <a:pt x="3530497" y="3147973"/>
                    <a:pt x="3486971" y="3129909"/>
                    <a:pt x="3447953" y="3130586"/>
                  </a:cubicBezTo>
                  <a:close/>
                  <a:moveTo>
                    <a:pt x="3474559" y="2974922"/>
                  </a:moveTo>
                  <a:cubicBezTo>
                    <a:pt x="3615683" y="2987273"/>
                    <a:pt x="3726789" y="3106052"/>
                    <a:pt x="3726789" y="3250279"/>
                  </a:cubicBezTo>
                  <a:lnTo>
                    <a:pt x="3726789" y="3303491"/>
                  </a:lnTo>
                  <a:lnTo>
                    <a:pt x="3841936" y="3303491"/>
                  </a:lnTo>
                  <a:lnTo>
                    <a:pt x="3841936" y="4086602"/>
                  </a:lnTo>
                  <a:lnTo>
                    <a:pt x="3058825" y="4086602"/>
                  </a:lnTo>
                  <a:lnTo>
                    <a:pt x="3058825" y="3303491"/>
                  </a:lnTo>
                  <a:lnTo>
                    <a:pt x="3173518" y="3303491"/>
                  </a:lnTo>
                  <a:lnTo>
                    <a:pt x="3173518" y="3159440"/>
                  </a:lnTo>
                  <a:cubicBezTo>
                    <a:pt x="3173518" y="3131456"/>
                    <a:pt x="3185444" y="3104845"/>
                    <a:pt x="3205630" y="3085121"/>
                  </a:cubicBezTo>
                  <a:cubicBezTo>
                    <a:pt x="3294403" y="2998413"/>
                    <a:pt x="3389884" y="2967511"/>
                    <a:pt x="3474559" y="2974922"/>
                  </a:cubicBezTo>
                  <a:close/>
                  <a:moveTo>
                    <a:pt x="2535844" y="2631401"/>
                  </a:moveTo>
                  <a:lnTo>
                    <a:pt x="2535844" y="3880619"/>
                  </a:lnTo>
                  <a:cubicBezTo>
                    <a:pt x="2535844" y="4091193"/>
                    <a:pt x="2645028" y="4286167"/>
                    <a:pt x="2824406" y="4396728"/>
                  </a:cubicBezTo>
                  <a:lnTo>
                    <a:pt x="3465299" y="4790351"/>
                  </a:lnTo>
                  <a:lnTo>
                    <a:pt x="4086926" y="4399026"/>
                  </a:lnTo>
                  <a:cubicBezTo>
                    <a:pt x="4263091" y="4288002"/>
                    <a:pt x="4369982" y="4094864"/>
                    <a:pt x="4369982" y="3886582"/>
                  </a:cubicBezTo>
                  <a:lnTo>
                    <a:pt x="4369982" y="2631401"/>
                  </a:lnTo>
                  <a:close/>
                  <a:moveTo>
                    <a:pt x="2213789" y="2317148"/>
                  </a:moveTo>
                  <a:lnTo>
                    <a:pt x="4692037" y="2317148"/>
                  </a:lnTo>
                  <a:lnTo>
                    <a:pt x="4692037" y="3882912"/>
                  </a:lnTo>
                  <a:cubicBezTo>
                    <a:pt x="4692037" y="4203590"/>
                    <a:pt x="4527339" y="4502247"/>
                    <a:pt x="4255751" y="4672907"/>
                  </a:cubicBezTo>
                  <a:lnTo>
                    <a:pt x="3467134" y="5169746"/>
                  </a:lnTo>
                  <a:lnTo>
                    <a:pt x="2658788" y="4673365"/>
                  </a:lnTo>
                  <a:cubicBezTo>
                    <a:pt x="2382157" y="4503624"/>
                    <a:pt x="2213789" y="4202212"/>
                    <a:pt x="2213789" y="3877869"/>
                  </a:cubicBezTo>
                  <a:close/>
                  <a:moveTo>
                    <a:pt x="0" y="0"/>
                  </a:moveTo>
                  <a:lnTo>
                    <a:pt x="592490" y="0"/>
                  </a:lnTo>
                  <a:lnTo>
                    <a:pt x="592490" y="592490"/>
                  </a:lnTo>
                  <a:lnTo>
                    <a:pt x="0" y="592490"/>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776" name="Group 2775">
            <a:extLst>
              <a:ext uri="{FF2B5EF4-FFF2-40B4-BE49-F238E27FC236}">
                <a16:creationId xmlns:a16="http://schemas.microsoft.com/office/drawing/2014/main" id="{31062CF1-0B40-F797-037A-059FB729DE0C}"/>
              </a:ext>
              <a:ext uri="{C183D7F6-B498-43B3-948B-1728B52AA6E4}">
                <adec:decorative xmlns:adec="http://schemas.microsoft.com/office/drawing/2017/decorative" val="1"/>
              </a:ext>
            </a:extLst>
          </p:cNvPr>
          <p:cNvGrpSpPr>
            <a:grpSpLocks noChangeAspect="1"/>
          </p:cNvGrpSpPr>
          <p:nvPr/>
        </p:nvGrpSpPr>
        <p:grpSpPr>
          <a:xfrm>
            <a:off x="10269241" y="4343071"/>
            <a:ext cx="467713" cy="457200"/>
            <a:chOff x="10269241" y="4343071"/>
            <a:chExt cx="467713" cy="457200"/>
          </a:xfrm>
          <a:solidFill>
            <a:schemeClr val="accent2"/>
          </a:solidFill>
        </p:grpSpPr>
        <p:sp>
          <p:nvSpPr>
            <p:cNvPr id="2249" name="Freeform: Shape 2248">
              <a:extLst>
                <a:ext uri="{FF2B5EF4-FFF2-40B4-BE49-F238E27FC236}">
                  <a16:creationId xmlns:a16="http://schemas.microsoft.com/office/drawing/2014/main" id="{DE375876-9550-60C7-1E49-48DFA21FD6EB}"/>
                </a:ext>
                <a:ext uri="{C183D7F6-B498-43B3-948B-1728B52AA6E4}">
                  <adec:decorative xmlns:adec="http://schemas.microsoft.com/office/drawing/2017/decorative" val="1"/>
                </a:ext>
              </a:extLst>
            </p:cNvPr>
            <p:cNvSpPr/>
            <p:nvPr/>
          </p:nvSpPr>
          <p:spPr>
            <a:xfrm>
              <a:off x="10269241" y="4343071"/>
              <a:ext cx="467713" cy="451094"/>
            </a:xfrm>
            <a:custGeom>
              <a:avLst/>
              <a:gdLst>
                <a:gd name="connsiteX0" fmla="*/ 5533879 w 7015690"/>
                <a:gd name="connsiteY0" fmla="*/ 2917349 h 6766417"/>
                <a:gd name="connsiteX1" fmla="*/ 5882123 w 7015690"/>
                <a:gd name="connsiteY1" fmla="*/ 3131149 h 6766417"/>
                <a:gd name="connsiteX2" fmla="*/ 5882123 w 7015690"/>
                <a:gd name="connsiteY2" fmla="*/ 6417560 h 6766417"/>
                <a:gd name="connsiteX3" fmla="*/ 5670986 w 7015690"/>
                <a:gd name="connsiteY3" fmla="*/ 6736027 h 6766417"/>
                <a:gd name="connsiteX4" fmla="*/ 5666329 w 7015690"/>
                <a:gd name="connsiteY4" fmla="*/ 6737473 h 6766417"/>
                <a:gd name="connsiteX5" fmla="*/ 5663297 w 7015690"/>
                <a:gd name="connsiteY5" fmla="*/ 6739119 h 6766417"/>
                <a:gd name="connsiteX6" fmla="*/ 5528106 w 7015690"/>
                <a:gd name="connsiteY6" fmla="*/ 6766417 h 6766417"/>
                <a:gd name="connsiteX7" fmla="*/ 1470829 w 7015690"/>
                <a:gd name="connsiteY7" fmla="*/ 6766417 h 6766417"/>
                <a:gd name="connsiteX8" fmla="*/ 1470829 w 7015690"/>
                <a:gd name="connsiteY8" fmla="*/ 6419504 h 6766417"/>
                <a:gd name="connsiteX9" fmla="*/ 2846833 w 7015690"/>
                <a:gd name="connsiteY9" fmla="*/ 6419504 h 6766417"/>
                <a:gd name="connsiteX10" fmla="*/ 2846833 w 7015690"/>
                <a:gd name="connsiteY10" fmla="*/ 6414955 h 6766417"/>
                <a:gd name="connsiteX11" fmla="*/ 4556978 w 7015690"/>
                <a:gd name="connsiteY11" fmla="*/ 6414955 h 6766417"/>
                <a:gd name="connsiteX12" fmla="*/ 4552638 w 7015690"/>
                <a:gd name="connsiteY12" fmla="*/ 6329271 h 6766417"/>
                <a:gd name="connsiteX13" fmla="*/ 2894960 w 7015690"/>
                <a:gd name="connsiteY13" fmla="*/ 4833126 h 6766417"/>
                <a:gd name="connsiteX14" fmla="*/ 1717218 w 7015690"/>
                <a:gd name="connsiteY14" fmla="*/ 5321689 h 6766417"/>
                <a:gd name="connsiteX15" fmla="*/ 1359801 w 7015690"/>
                <a:gd name="connsiteY15" fmla="*/ 5851400 h 6766417"/>
                <a:gd name="connsiteX16" fmla="*/ 1293408 w 7015690"/>
                <a:gd name="connsiteY16" fmla="*/ 6179497 h 6766417"/>
                <a:gd name="connsiteX17" fmla="*/ 931549 w 7015690"/>
                <a:gd name="connsiteY17" fmla="*/ 6179497 h 6766417"/>
                <a:gd name="connsiteX18" fmla="*/ 973647 w 7015690"/>
                <a:gd name="connsiteY18" fmla="*/ 5901780 h 6766417"/>
                <a:gd name="connsiteX19" fmla="*/ 1227109 w 7015690"/>
                <a:gd name="connsiteY19" fmla="*/ 5375303 h 6766417"/>
                <a:gd name="connsiteX20" fmla="*/ 1405197 w 7015690"/>
                <a:gd name="connsiteY20" fmla="*/ 5159544 h 6766417"/>
                <a:gd name="connsiteX21" fmla="*/ 1414350 w 7015690"/>
                <a:gd name="connsiteY21" fmla="*/ 5164301 h 6766417"/>
                <a:gd name="connsiteX22" fmla="*/ 1472964 w 7015690"/>
                <a:gd name="connsiteY22" fmla="*/ 5077435 h 6766417"/>
                <a:gd name="connsiteX23" fmla="*/ 2894960 w 7015690"/>
                <a:gd name="connsiteY23" fmla="*/ 4487516 h 6766417"/>
                <a:gd name="connsiteX24" fmla="*/ 4896460 w 7015690"/>
                <a:gd name="connsiteY24" fmla="*/ 6293994 h 6766417"/>
                <a:gd name="connsiteX25" fmla="*/ 4902588 w 7015690"/>
                <a:gd name="connsiteY25" fmla="*/ 6414955 h 6766417"/>
                <a:gd name="connsiteX26" fmla="*/ 5528969 w 7015690"/>
                <a:gd name="connsiteY26" fmla="*/ 6414955 h 6766417"/>
                <a:gd name="connsiteX27" fmla="*/ 5528899 w 7015690"/>
                <a:gd name="connsiteY27" fmla="*/ 5500028 h 6766417"/>
                <a:gd name="connsiteX28" fmla="*/ 5533879 w 7015690"/>
                <a:gd name="connsiteY28" fmla="*/ 5500028 h 6766417"/>
                <a:gd name="connsiteX29" fmla="*/ 2951505 w 7015690"/>
                <a:gd name="connsiteY29" fmla="*/ 2174671 h 6766417"/>
                <a:gd name="connsiteX30" fmla="*/ 2161383 w 7015690"/>
                <a:gd name="connsiteY30" fmla="*/ 3568183 h 6766417"/>
                <a:gd name="connsiteX31" fmla="*/ 2453428 w 7015690"/>
                <a:gd name="connsiteY31" fmla="*/ 3860227 h 6766417"/>
                <a:gd name="connsiteX32" fmla="*/ 3718378 w 7015690"/>
                <a:gd name="connsiteY32" fmla="*/ 2595281 h 6766417"/>
                <a:gd name="connsiteX33" fmla="*/ 3426334 w 7015690"/>
                <a:gd name="connsiteY33" fmla="*/ 2303237 h 6766417"/>
                <a:gd name="connsiteX34" fmla="*/ 2951505 w 7015690"/>
                <a:gd name="connsiteY34" fmla="*/ 2174671 h 6766417"/>
                <a:gd name="connsiteX35" fmla="*/ 2968271 w 7015690"/>
                <a:gd name="connsiteY35" fmla="*/ 1829153 h 6766417"/>
                <a:gd name="connsiteX36" fmla="*/ 4053193 w 7015690"/>
                <a:gd name="connsiteY36" fmla="*/ 3678344 h 6766417"/>
                <a:gd name="connsiteX37" fmla="*/ 3536499 w 7015690"/>
                <a:gd name="connsiteY37" fmla="*/ 4195037 h 6766417"/>
                <a:gd name="connsiteX38" fmla="*/ 1826568 w 7015690"/>
                <a:gd name="connsiteY38" fmla="*/ 2485115 h 6766417"/>
                <a:gd name="connsiteX39" fmla="*/ 2343262 w 7015690"/>
                <a:gd name="connsiteY39" fmla="*/ 1968423 h 6766417"/>
                <a:gd name="connsiteX40" fmla="*/ 2968271 w 7015690"/>
                <a:gd name="connsiteY40" fmla="*/ 1829153 h 6766417"/>
                <a:gd name="connsiteX41" fmla="*/ 331843 w 7015690"/>
                <a:gd name="connsiteY41" fmla="*/ 716002 h 6766417"/>
                <a:gd name="connsiteX42" fmla="*/ 4331022 w 7015690"/>
                <a:gd name="connsiteY42" fmla="*/ 716002 h 6766417"/>
                <a:gd name="connsiteX43" fmla="*/ 4331022 w 7015690"/>
                <a:gd name="connsiteY43" fmla="*/ 1064247 h 6766417"/>
                <a:gd name="connsiteX44" fmla="*/ 333925 w 7015690"/>
                <a:gd name="connsiteY44" fmla="*/ 1064247 h 6766417"/>
                <a:gd name="connsiteX45" fmla="*/ 333925 w 7015690"/>
                <a:gd name="connsiteY45" fmla="*/ 5500028 h 6766417"/>
                <a:gd name="connsiteX46" fmla="*/ 346913 w 7015690"/>
                <a:gd name="connsiteY46" fmla="*/ 5500028 h 6766417"/>
                <a:gd name="connsiteX47" fmla="*/ 346913 w 7015690"/>
                <a:gd name="connsiteY47" fmla="*/ 6419080 h 6766417"/>
                <a:gd name="connsiteX48" fmla="*/ 347345 w 7015690"/>
                <a:gd name="connsiteY48" fmla="*/ 6419504 h 6766417"/>
                <a:gd name="connsiteX49" fmla="*/ 632237 w 7015690"/>
                <a:gd name="connsiteY49" fmla="*/ 6419504 h 6766417"/>
                <a:gd name="connsiteX50" fmla="*/ 632237 w 7015690"/>
                <a:gd name="connsiteY50" fmla="*/ 6766417 h 6766417"/>
                <a:gd name="connsiteX51" fmla="*/ 347345 w 7015690"/>
                <a:gd name="connsiteY51" fmla="*/ 6766417 h 6766417"/>
                <a:gd name="connsiteX52" fmla="*/ 0 w 7015690"/>
                <a:gd name="connsiteY52" fmla="*/ 6419080 h 6766417"/>
                <a:gd name="connsiteX53" fmla="*/ 0 w 7015690"/>
                <a:gd name="connsiteY53" fmla="*/ 5639597 h 6766417"/>
                <a:gd name="connsiteX54" fmla="*/ 0 w 7015690"/>
                <a:gd name="connsiteY54" fmla="*/ 5500028 h 6766417"/>
                <a:gd name="connsiteX55" fmla="*/ 0 w 7015690"/>
                <a:gd name="connsiteY55" fmla="*/ 1061642 h 6766417"/>
                <a:gd name="connsiteX56" fmla="*/ 331843 w 7015690"/>
                <a:gd name="connsiteY56" fmla="*/ 716002 h 6766417"/>
                <a:gd name="connsiteX57" fmla="*/ 4977410 w 7015690"/>
                <a:gd name="connsiteY57" fmla="*/ 297068 h 6766417"/>
                <a:gd name="connsiteX58" fmla="*/ 4977410 w 7015690"/>
                <a:gd name="connsiteY58" fmla="*/ 1477973 h 6766417"/>
                <a:gd name="connsiteX59" fmla="*/ 5250191 w 7015690"/>
                <a:gd name="connsiteY59" fmla="*/ 1965859 h 6766417"/>
                <a:gd name="connsiteX60" fmla="*/ 5856036 w 7015690"/>
                <a:gd name="connsiteY60" fmla="*/ 2337956 h 6766417"/>
                <a:gd name="connsiteX61" fmla="*/ 6443670 w 7015690"/>
                <a:gd name="connsiteY61" fmla="*/ 1968031 h 6766417"/>
                <a:gd name="connsiteX62" fmla="*/ 6711247 w 7015690"/>
                <a:gd name="connsiteY62" fmla="*/ 1483610 h 6766417"/>
                <a:gd name="connsiteX63" fmla="*/ 6711247 w 7015690"/>
                <a:gd name="connsiteY63" fmla="*/ 297068 h 6766417"/>
                <a:gd name="connsiteX64" fmla="*/ 4672966 w 7015690"/>
                <a:gd name="connsiteY64" fmla="*/ 0 h 6766417"/>
                <a:gd name="connsiteX65" fmla="*/ 7015690 w 7015690"/>
                <a:gd name="connsiteY65" fmla="*/ 0 h 6766417"/>
                <a:gd name="connsiteX66" fmla="*/ 7015690 w 7015690"/>
                <a:gd name="connsiteY66" fmla="*/ 1480140 h 6766417"/>
                <a:gd name="connsiteX67" fmla="*/ 6603263 w 7015690"/>
                <a:gd name="connsiteY67" fmla="*/ 2226935 h 6766417"/>
                <a:gd name="connsiteX68" fmla="*/ 5857771 w 7015690"/>
                <a:gd name="connsiteY68" fmla="*/ 2696604 h 6766417"/>
                <a:gd name="connsiteX69" fmla="*/ 5093630 w 7015690"/>
                <a:gd name="connsiteY69" fmla="*/ 2227368 h 6766417"/>
                <a:gd name="connsiteX70" fmla="*/ 4672966 w 7015690"/>
                <a:gd name="connsiteY70" fmla="*/ 1475373 h 676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015690" h="6766417">
                  <a:moveTo>
                    <a:pt x="5533879" y="2917349"/>
                  </a:moveTo>
                  <a:lnTo>
                    <a:pt x="5882123" y="3131149"/>
                  </a:lnTo>
                  <a:lnTo>
                    <a:pt x="5882123" y="6417560"/>
                  </a:lnTo>
                  <a:cubicBezTo>
                    <a:pt x="5882123" y="6560674"/>
                    <a:pt x="5795033" y="6683539"/>
                    <a:pt x="5670986" y="6736027"/>
                  </a:cubicBezTo>
                  <a:lnTo>
                    <a:pt x="5666329" y="6737473"/>
                  </a:lnTo>
                  <a:lnTo>
                    <a:pt x="5663297" y="6739119"/>
                  </a:lnTo>
                  <a:cubicBezTo>
                    <a:pt x="5621743" y="6756697"/>
                    <a:pt x="5576059" y="6766417"/>
                    <a:pt x="5528106" y="6766417"/>
                  </a:cubicBezTo>
                  <a:lnTo>
                    <a:pt x="1470829" y="6766417"/>
                  </a:lnTo>
                  <a:lnTo>
                    <a:pt x="1470829" y="6419504"/>
                  </a:lnTo>
                  <a:lnTo>
                    <a:pt x="2846833" y="6419504"/>
                  </a:lnTo>
                  <a:lnTo>
                    <a:pt x="2846833" y="6414955"/>
                  </a:lnTo>
                  <a:lnTo>
                    <a:pt x="4556978" y="6414955"/>
                  </a:lnTo>
                  <a:lnTo>
                    <a:pt x="4552638" y="6329271"/>
                  </a:lnTo>
                  <a:cubicBezTo>
                    <a:pt x="4467162" y="5490008"/>
                    <a:pt x="3756432" y="4833126"/>
                    <a:pt x="2894960" y="4833126"/>
                  </a:cubicBezTo>
                  <a:cubicBezTo>
                    <a:pt x="2435504" y="4833126"/>
                    <a:pt x="2018932" y="5019975"/>
                    <a:pt x="1717218" y="5321689"/>
                  </a:cubicBezTo>
                  <a:cubicBezTo>
                    <a:pt x="1566368" y="5472546"/>
                    <a:pt x="1444226" y="5652110"/>
                    <a:pt x="1359801" y="5851400"/>
                  </a:cubicBezTo>
                  <a:lnTo>
                    <a:pt x="1293408" y="6179497"/>
                  </a:lnTo>
                  <a:lnTo>
                    <a:pt x="931549" y="6179497"/>
                  </a:lnTo>
                  <a:lnTo>
                    <a:pt x="973647" y="5901780"/>
                  </a:lnTo>
                  <a:cubicBezTo>
                    <a:pt x="1032521" y="5712898"/>
                    <a:pt x="1118538" y="5535878"/>
                    <a:pt x="1227109" y="5375303"/>
                  </a:cubicBezTo>
                  <a:lnTo>
                    <a:pt x="1405197" y="5159544"/>
                  </a:lnTo>
                  <a:lnTo>
                    <a:pt x="1414350" y="5164301"/>
                  </a:lnTo>
                  <a:lnTo>
                    <a:pt x="1472964" y="5077435"/>
                  </a:lnTo>
                  <a:cubicBezTo>
                    <a:pt x="1837265" y="4713135"/>
                    <a:pt x="2340247" y="4487516"/>
                    <a:pt x="2894960" y="4487516"/>
                  </a:cubicBezTo>
                  <a:cubicBezTo>
                    <a:pt x="3935046" y="4487516"/>
                    <a:pt x="4793248" y="5280713"/>
                    <a:pt x="4896460" y="6293994"/>
                  </a:cubicBezTo>
                  <a:lnTo>
                    <a:pt x="4902588" y="6414955"/>
                  </a:lnTo>
                  <a:lnTo>
                    <a:pt x="5528969" y="6414955"/>
                  </a:lnTo>
                  <a:lnTo>
                    <a:pt x="5528899" y="5500028"/>
                  </a:lnTo>
                  <a:lnTo>
                    <a:pt x="5533879" y="5500028"/>
                  </a:lnTo>
                  <a:close/>
                  <a:moveTo>
                    <a:pt x="2951505" y="2174671"/>
                  </a:moveTo>
                  <a:cubicBezTo>
                    <a:pt x="2289351" y="2166386"/>
                    <a:pt x="1785445" y="2871418"/>
                    <a:pt x="2161383" y="3568183"/>
                  </a:cubicBezTo>
                  <a:cubicBezTo>
                    <a:pt x="2227917" y="3691738"/>
                    <a:pt x="2329873" y="3793694"/>
                    <a:pt x="2453428" y="3860227"/>
                  </a:cubicBezTo>
                  <a:cubicBezTo>
                    <a:pt x="3310983" y="4322914"/>
                    <a:pt x="4181071" y="3452834"/>
                    <a:pt x="3718378" y="2595281"/>
                  </a:cubicBezTo>
                  <a:cubicBezTo>
                    <a:pt x="3651849" y="2472152"/>
                    <a:pt x="3549893" y="2369766"/>
                    <a:pt x="3426334" y="2303237"/>
                  </a:cubicBezTo>
                  <a:cubicBezTo>
                    <a:pt x="3265542" y="2216482"/>
                    <a:pt x="3104310" y="2176583"/>
                    <a:pt x="2951505" y="2174671"/>
                  </a:cubicBezTo>
                  <a:close/>
                  <a:moveTo>
                    <a:pt x="2968271" y="1829153"/>
                  </a:moveTo>
                  <a:cubicBezTo>
                    <a:pt x="3836903" y="1848641"/>
                    <a:pt x="4490206" y="2756934"/>
                    <a:pt x="4053193" y="3678344"/>
                  </a:cubicBezTo>
                  <a:cubicBezTo>
                    <a:pt x="3946053" y="3904721"/>
                    <a:pt x="3762877" y="4087897"/>
                    <a:pt x="3536499" y="4195037"/>
                  </a:cubicBezTo>
                  <a:cubicBezTo>
                    <a:pt x="2402452" y="4733333"/>
                    <a:pt x="1288706" y="3619159"/>
                    <a:pt x="1826568" y="2485115"/>
                  </a:cubicBezTo>
                  <a:cubicBezTo>
                    <a:pt x="1933709" y="2258738"/>
                    <a:pt x="2116884" y="2075563"/>
                    <a:pt x="2343262" y="1968423"/>
                  </a:cubicBezTo>
                  <a:cubicBezTo>
                    <a:pt x="2555897" y="1867492"/>
                    <a:pt x="2767818" y="1824656"/>
                    <a:pt x="2968271" y="1829153"/>
                  </a:cubicBezTo>
                  <a:close/>
                  <a:moveTo>
                    <a:pt x="331843" y="716002"/>
                  </a:moveTo>
                  <a:lnTo>
                    <a:pt x="4331022" y="716002"/>
                  </a:lnTo>
                  <a:lnTo>
                    <a:pt x="4331022" y="1064247"/>
                  </a:lnTo>
                  <a:lnTo>
                    <a:pt x="333925" y="1064247"/>
                  </a:lnTo>
                  <a:lnTo>
                    <a:pt x="333925" y="5500028"/>
                  </a:lnTo>
                  <a:lnTo>
                    <a:pt x="346913" y="5500028"/>
                  </a:lnTo>
                  <a:lnTo>
                    <a:pt x="346913" y="6419080"/>
                  </a:lnTo>
                  <a:cubicBezTo>
                    <a:pt x="346913" y="6419080"/>
                    <a:pt x="346913" y="6419504"/>
                    <a:pt x="347345" y="6419504"/>
                  </a:cubicBezTo>
                  <a:lnTo>
                    <a:pt x="632237" y="6419504"/>
                  </a:lnTo>
                  <a:lnTo>
                    <a:pt x="632237" y="6766417"/>
                  </a:lnTo>
                  <a:lnTo>
                    <a:pt x="347345" y="6766417"/>
                  </a:lnTo>
                  <a:cubicBezTo>
                    <a:pt x="155528" y="6766417"/>
                    <a:pt x="0" y="6610890"/>
                    <a:pt x="0" y="6419080"/>
                  </a:cubicBezTo>
                  <a:lnTo>
                    <a:pt x="0" y="5639597"/>
                  </a:lnTo>
                  <a:lnTo>
                    <a:pt x="0" y="5500028"/>
                  </a:lnTo>
                  <a:lnTo>
                    <a:pt x="0" y="1061642"/>
                  </a:lnTo>
                  <a:cubicBezTo>
                    <a:pt x="0" y="870823"/>
                    <a:pt x="148642" y="716002"/>
                    <a:pt x="331843" y="716002"/>
                  </a:cubicBezTo>
                  <a:close/>
                  <a:moveTo>
                    <a:pt x="4977410" y="297068"/>
                  </a:moveTo>
                  <a:lnTo>
                    <a:pt x="4977410" y="1477973"/>
                  </a:lnTo>
                  <a:cubicBezTo>
                    <a:pt x="4977410" y="1677032"/>
                    <a:pt x="5080622" y="1861344"/>
                    <a:pt x="5250191" y="1965859"/>
                  </a:cubicBezTo>
                  <a:lnTo>
                    <a:pt x="5856036" y="2337956"/>
                  </a:lnTo>
                  <a:lnTo>
                    <a:pt x="6443670" y="1968031"/>
                  </a:lnTo>
                  <a:cubicBezTo>
                    <a:pt x="6610202" y="1863079"/>
                    <a:pt x="6711247" y="1680502"/>
                    <a:pt x="6711247" y="1483610"/>
                  </a:cubicBezTo>
                  <a:lnTo>
                    <a:pt x="6711247" y="297068"/>
                  </a:lnTo>
                  <a:close/>
                  <a:moveTo>
                    <a:pt x="4672966" y="0"/>
                  </a:moveTo>
                  <a:lnTo>
                    <a:pt x="7015690" y="0"/>
                  </a:lnTo>
                  <a:lnTo>
                    <a:pt x="7015690" y="1480140"/>
                  </a:lnTo>
                  <a:cubicBezTo>
                    <a:pt x="7015690" y="1783282"/>
                    <a:pt x="6860000" y="2065607"/>
                    <a:pt x="6603263" y="2226935"/>
                  </a:cubicBezTo>
                  <a:lnTo>
                    <a:pt x="5857771" y="2696604"/>
                  </a:lnTo>
                  <a:lnTo>
                    <a:pt x="5093630" y="2227368"/>
                  </a:lnTo>
                  <a:cubicBezTo>
                    <a:pt x="4832127" y="2066909"/>
                    <a:pt x="4672966" y="1781980"/>
                    <a:pt x="4672966" y="1475373"/>
                  </a:cubicBezTo>
                  <a:close/>
                </a:path>
              </a:pathLst>
            </a:custGeom>
            <a:grpFill/>
            <a:ln w="9525" cap="flat">
              <a:noFill/>
              <a:prstDash val="solid"/>
              <a:miter/>
            </a:ln>
          </p:spPr>
          <p:txBody>
            <a:bodyPr wrap="square" rtlCol="0" anchor="ctr">
              <a:noAutofit/>
            </a:bodyPr>
            <a:lstStyle/>
            <a:p>
              <a:endParaRPr lang="en-US"/>
            </a:p>
          </p:txBody>
        </p:sp>
        <p:sp>
          <p:nvSpPr>
            <p:cNvPr id="2250" name="Freeform: Shape 2249">
              <a:extLst>
                <a:ext uri="{FF2B5EF4-FFF2-40B4-BE49-F238E27FC236}">
                  <a16:creationId xmlns:a16="http://schemas.microsoft.com/office/drawing/2014/main" id="{3FB0F1D7-37E5-2302-EE42-3A4A8F54124A}"/>
                </a:ext>
                <a:ext uri="{C183D7F6-B498-43B3-948B-1728B52AA6E4}">
                  <adec:decorative xmlns:adec="http://schemas.microsoft.com/office/drawing/2017/decorative" val="1"/>
                </a:ext>
              </a:extLst>
            </p:cNvPr>
            <p:cNvSpPr/>
            <p:nvPr/>
          </p:nvSpPr>
          <p:spPr>
            <a:xfrm>
              <a:off x="10322062" y="4384458"/>
              <a:ext cx="361318" cy="415813"/>
            </a:xfrm>
            <a:custGeom>
              <a:avLst/>
              <a:gdLst>
                <a:gd name="connsiteX0" fmla="*/ 0 w 5419760"/>
                <a:gd name="connsiteY0" fmla="*/ 5718775 h 6237198"/>
                <a:gd name="connsiteX1" fmla="*/ 518423 w 5419760"/>
                <a:gd name="connsiteY1" fmla="*/ 5718775 h 6237198"/>
                <a:gd name="connsiteX2" fmla="*/ 518423 w 5419760"/>
                <a:gd name="connsiteY2" fmla="*/ 6237198 h 6237198"/>
                <a:gd name="connsiteX3" fmla="*/ 0 w 5419760"/>
                <a:gd name="connsiteY3" fmla="*/ 6237198 h 6237198"/>
                <a:gd name="connsiteX4" fmla="*/ 5047322 w 5419760"/>
                <a:gd name="connsiteY4" fmla="*/ 148154 h 6237198"/>
                <a:gd name="connsiteX5" fmla="*/ 4936211 w 5419760"/>
                <a:gd name="connsiteY5" fmla="*/ 261301 h 6237198"/>
                <a:gd name="connsiteX6" fmla="*/ 4936211 w 5419760"/>
                <a:gd name="connsiteY6" fmla="*/ 311603 h 6237198"/>
                <a:gd name="connsiteX7" fmla="*/ 5162594 w 5419760"/>
                <a:gd name="connsiteY7" fmla="*/ 311603 h 6237198"/>
                <a:gd name="connsiteX8" fmla="*/ 5162594 w 5419760"/>
                <a:gd name="connsiteY8" fmla="*/ 207524 h 6237198"/>
                <a:gd name="connsiteX9" fmla="*/ 5047322 w 5419760"/>
                <a:gd name="connsiteY9" fmla="*/ 148154 h 6237198"/>
                <a:gd name="connsiteX10" fmla="*/ 5072473 w 5419760"/>
                <a:gd name="connsiteY10" fmla="*/ 1002 h 6237198"/>
                <a:gd name="connsiteX11" fmla="*/ 5310910 w 5419760"/>
                <a:gd name="connsiteY11" fmla="*/ 261301 h 6237198"/>
                <a:gd name="connsiteX12" fmla="*/ 5310910 w 5419760"/>
                <a:gd name="connsiteY12" fmla="*/ 311603 h 6237198"/>
                <a:gd name="connsiteX13" fmla="*/ 5419760 w 5419760"/>
                <a:gd name="connsiteY13" fmla="*/ 311603 h 6237198"/>
                <a:gd name="connsiteX14" fmla="*/ 5419760 w 5419760"/>
                <a:gd name="connsiteY14" fmla="*/ 1051889 h 6237198"/>
                <a:gd name="connsiteX15" fmla="*/ 4679474 w 5419760"/>
                <a:gd name="connsiteY15" fmla="*/ 1051889 h 6237198"/>
                <a:gd name="connsiteX16" fmla="*/ 4679474 w 5419760"/>
                <a:gd name="connsiteY16" fmla="*/ 311603 h 6237198"/>
                <a:gd name="connsiteX17" fmla="*/ 4787895 w 5419760"/>
                <a:gd name="connsiteY17" fmla="*/ 311603 h 6237198"/>
                <a:gd name="connsiteX18" fmla="*/ 4787895 w 5419760"/>
                <a:gd name="connsiteY18" fmla="*/ 175429 h 6237198"/>
                <a:gd name="connsiteX19" fmla="*/ 4818251 w 5419760"/>
                <a:gd name="connsiteY19" fmla="*/ 105175 h 6237198"/>
                <a:gd name="connsiteX20" fmla="*/ 5072473 w 5419760"/>
                <a:gd name="connsiteY20" fmla="*/ 1002 h 623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19760" h="6237198">
                  <a:moveTo>
                    <a:pt x="0" y="5718775"/>
                  </a:moveTo>
                  <a:lnTo>
                    <a:pt x="518423" y="5718775"/>
                  </a:lnTo>
                  <a:lnTo>
                    <a:pt x="518423" y="6237198"/>
                  </a:lnTo>
                  <a:lnTo>
                    <a:pt x="0" y="6237198"/>
                  </a:lnTo>
                  <a:close/>
                  <a:moveTo>
                    <a:pt x="5047322" y="148154"/>
                  </a:moveTo>
                  <a:cubicBezTo>
                    <a:pt x="4985848" y="149221"/>
                    <a:pt x="4936211" y="199501"/>
                    <a:pt x="4936211" y="261301"/>
                  </a:cubicBezTo>
                  <a:lnTo>
                    <a:pt x="4936211" y="311603"/>
                  </a:lnTo>
                  <a:lnTo>
                    <a:pt x="5162594" y="311603"/>
                  </a:lnTo>
                  <a:lnTo>
                    <a:pt x="5162594" y="207524"/>
                  </a:lnTo>
                  <a:cubicBezTo>
                    <a:pt x="5125352" y="164589"/>
                    <a:pt x="5084206" y="147513"/>
                    <a:pt x="5047322" y="148154"/>
                  </a:cubicBezTo>
                  <a:close/>
                  <a:moveTo>
                    <a:pt x="5072473" y="1002"/>
                  </a:moveTo>
                  <a:cubicBezTo>
                    <a:pt x="5205880" y="12678"/>
                    <a:pt x="5310910" y="124961"/>
                    <a:pt x="5310910" y="261301"/>
                  </a:cubicBezTo>
                  <a:lnTo>
                    <a:pt x="5310910" y="311603"/>
                  </a:lnTo>
                  <a:lnTo>
                    <a:pt x="5419760" y="311603"/>
                  </a:lnTo>
                  <a:lnTo>
                    <a:pt x="5419760" y="1051889"/>
                  </a:lnTo>
                  <a:lnTo>
                    <a:pt x="4679474" y="1051889"/>
                  </a:lnTo>
                  <a:lnTo>
                    <a:pt x="4679474" y="311603"/>
                  </a:lnTo>
                  <a:lnTo>
                    <a:pt x="4787895" y="311603"/>
                  </a:lnTo>
                  <a:lnTo>
                    <a:pt x="4787895" y="175429"/>
                  </a:lnTo>
                  <a:cubicBezTo>
                    <a:pt x="4787895" y="148976"/>
                    <a:pt x="4799169" y="123820"/>
                    <a:pt x="4818251" y="105175"/>
                  </a:cubicBezTo>
                  <a:cubicBezTo>
                    <a:pt x="4902169" y="23209"/>
                    <a:pt x="4992429" y="-6004"/>
                    <a:pt x="5072473" y="1002"/>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775" name="Group 2774">
            <a:extLst>
              <a:ext uri="{FF2B5EF4-FFF2-40B4-BE49-F238E27FC236}">
                <a16:creationId xmlns:a16="http://schemas.microsoft.com/office/drawing/2014/main" id="{4FF9B53B-3477-025E-310E-4AD2544B727B}"/>
              </a:ext>
              <a:ext uri="{C183D7F6-B498-43B3-948B-1728B52AA6E4}">
                <adec:decorative xmlns:adec="http://schemas.microsoft.com/office/drawing/2017/decorative" val="1"/>
              </a:ext>
            </a:extLst>
          </p:cNvPr>
          <p:cNvGrpSpPr>
            <a:grpSpLocks noChangeAspect="1"/>
          </p:cNvGrpSpPr>
          <p:nvPr/>
        </p:nvGrpSpPr>
        <p:grpSpPr>
          <a:xfrm>
            <a:off x="10896263" y="4343072"/>
            <a:ext cx="655975" cy="457200"/>
            <a:chOff x="10896263" y="4343072"/>
            <a:chExt cx="655975" cy="457200"/>
          </a:xfrm>
          <a:solidFill>
            <a:schemeClr val="accent2"/>
          </a:solidFill>
        </p:grpSpPr>
        <p:sp>
          <p:nvSpPr>
            <p:cNvPr id="2300" name="Freeform: Shape 2299">
              <a:extLst>
                <a:ext uri="{FF2B5EF4-FFF2-40B4-BE49-F238E27FC236}">
                  <a16:creationId xmlns:a16="http://schemas.microsoft.com/office/drawing/2014/main" id="{3CEA154D-F079-720E-CE12-503C0ED6E1DC}"/>
                </a:ext>
                <a:ext uri="{C183D7F6-B498-43B3-948B-1728B52AA6E4}">
                  <adec:decorative xmlns:adec="http://schemas.microsoft.com/office/drawing/2017/decorative" val="1"/>
                </a:ext>
              </a:extLst>
            </p:cNvPr>
            <p:cNvSpPr/>
            <p:nvPr/>
          </p:nvSpPr>
          <p:spPr>
            <a:xfrm rot="5400000">
              <a:off x="10973172" y="4266163"/>
              <a:ext cx="457200" cy="611017"/>
            </a:xfrm>
            <a:custGeom>
              <a:avLst/>
              <a:gdLst>
                <a:gd name="connsiteX0" fmla="*/ 6192028 w 6857997"/>
                <a:gd name="connsiteY0" fmla="*/ 9165251 h 9165251"/>
                <a:gd name="connsiteX1" fmla="*/ 6192028 w 6857997"/>
                <a:gd name="connsiteY1" fmla="*/ 8499281 h 9165251"/>
                <a:gd name="connsiteX2" fmla="*/ 6857997 w 6857997"/>
                <a:gd name="connsiteY2" fmla="*/ 8499281 h 9165251"/>
                <a:gd name="connsiteX3" fmla="*/ 6857997 w 6857997"/>
                <a:gd name="connsiteY3" fmla="*/ 9165251 h 9165251"/>
                <a:gd name="connsiteX4" fmla="*/ 4519551 w 6857997"/>
                <a:gd name="connsiteY4" fmla="*/ 1768818 h 9165251"/>
                <a:gd name="connsiteX5" fmla="*/ 5196006 w 6857997"/>
                <a:gd name="connsiteY5" fmla="*/ 1768818 h 9165251"/>
                <a:gd name="connsiteX6" fmla="*/ 5196006 w 6857997"/>
                <a:gd name="connsiteY6" fmla="*/ 441363 h 9165251"/>
                <a:gd name="connsiteX7" fmla="*/ 4519551 w 6857997"/>
                <a:gd name="connsiteY7" fmla="*/ 441363 h 9165251"/>
                <a:gd name="connsiteX8" fmla="*/ 4519551 w 6857997"/>
                <a:gd name="connsiteY8" fmla="*/ 3317534 h 9165251"/>
                <a:gd name="connsiteX9" fmla="*/ 5196006 w 6857997"/>
                <a:gd name="connsiteY9" fmla="*/ 3317534 h 9165251"/>
                <a:gd name="connsiteX10" fmla="*/ 5196006 w 6857997"/>
                <a:gd name="connsiteY10" fmla="*/ 1990073 h 9165251"/>
                <a:gd name="connsiteX11" fmla="*/ 4519551 w 6857997"/>
                <a:gd name="connsiteY11" fmla="*/ 1990073 h 9165251"/>
                <a:gd name="connsiteX12" fmla="*/ 4519551 w 6857997"/>
                <a:gd name="connsiteY12" fmla="*/ 4866236 h 9165251"/>
                <a:gd name="connsiteX13" fmla="*/ 5196006 w 6857997"/>
                <a:gd name="connsiteY13" fmla="*/ 4866236 h 9165251"/>
                <a:gd name="connsiteX14" fmla="*/ 5196006 w 6857997"/>
                <a:gd name="connsiteY14" fmla="*/ 3538789 h 9165251"/>
                <a:gd name="connsiteX15" fmla="*/ 4519551 w 6857997"/>
                <a:gd name="connsiteY15" fmla="*/ 3538789 h 9165251"/>
                <a:gd name="connsiteX16" fmla="*/ 4519551 w 6857997"/>
                <a:gd name="connsiteY16" fmla="*/ 6414943 h 9165251"/>
                <a:gd name="connsiteX17" fmla="*/ 5196006 w 6857997"/>
                <a:gd name="connsiteY17" fmla="*/ 6414943 h 9165251"/>
                <a:gd name="connsiteX18" fmla="*/ 5196006 w 6857997"/>
                <a:gd name="connsiteY18" fmla="*/ 5087491 h 9165251"/>
                <a:gd name="connsiteX19" fmla="*/ 4519551 w 6857997"/>
                <a:gd name="connsiteY19" fmla="*/ 5087491 h 9165251"/>
                <a:gd name="connsiteX20" fmla="*/ 4519551 w 6857997"/>
                <a:gd name="connsiteY20" fmla="*/ 7963657 h 9165251"/>
                <a:gd name="connsiteX21" fmla="*/ 5196006 w 6857997"/>
                <a:gd name="connsiteY21" fmla="*/ 7963657 h 9165251"/>
                <a:gd name="connsiteX22" fmla="*/ 5196006 w 6857997"/>
                <a:gd name="connsiteY22" fmla="*/ 6636198 h 9165251"/>
                <a:gd name="connsiteX23" fmla="*/ 4519551 w 6857997"/>
                <a:gd name="connsiteY23" fmla="*/ 6636198 h 9165251"/>
                <a:gd name="connsiteX24" fmla="*/ 3649175 w 6857997"/>
                <a:gd name="connsiteY24" fmla="*/ 2539986 h 9165251"/>
                <a:gd name="connsiteX25" fmla="*/ 4298298 w 6857997"/>
                <a:gd name="connsiteY25" fmla="*/ 2539986 h 9165251"/>
                <a:gd name="connsiteX26" fmla="*/ 4298298 w 6857997"/>
                <a:gd name="connsiteY26" fmla="*/ 1209339 h 9165251"/>
                <a:gd name="connsiteX27" fmla="*/ 3649175 w 6857997"/>
                <a:gd name="connsiteY27" fmla="*/ 1209339 h 9165251"/>
                <a:gd name="connsiteX28" fmla="*/ 3649175 w 6857997"/>
                <a:gd name="connsiteY28" fmla="*/ 4091881 h 9165251"/>
                <a:gd name="connsiteX29" fmla="*/ 4298298 w 6857997"/>
                <a:gd name="connsiteY29" fmla="*/ 4091881 h 9165251"/>
                <a:gd name="connsiteX30" fmla="*/ 4298298 w 6857997"/>
                <a:gd name="connsiteY30" fmla="*/ 2761241 h 9165251"/>
                <a:gd name="connsiteX31" fmla="*/ 3649175 w 6857997"/>
                <a:gd name="connsiteY31" fmla="*/ 2761241 h 9165251"/>
                <a:gd name="connsiteX32" fmla="*/ 3649175 w 6857997"/>
                <a:gd name="connsiteY32" fmla="*/ 5643784 h 9165251"/>
                <a:gd name="connsiteX33" fmla="*/ 4298298 w 6857997"/>
                <a:gd name="connsiteY33" fmla="*/ 5643784 h 9165251"/>
                <a:gd name="connsiteX34" fmla="*/ 4298298 w 6857997"/>
                <a:gd name="connsiteY34" fmla="*/ 4313136 h 9165251"/>
                <a:gd name="connsiteX35" fmla="*/ 3649175 w 6857997"/>
                <a:gd name="connsiteY35" fmla="*/ 4313136 h 9165251"/>
                <a:gd name="connsiteX36" fmla="*/ 3649175 w 6857997"/>
                <a:gd name="connsiteY36" fmla="*/ 7195683 h 9165251"/>
                <a:gd name="connsiteX37" fmla="*/ 4298298 w 6857997"/>
                <a:gd name="connsiteY37" fmla="*/ 7195683 h 9165251"/>
                <a:gd name="connsiteX38" fmla="*/ 4298298 w 6857997"/>
                <a:gd name="connsiteY38" fmla="*/ 5865039 h 9165251"/>
                <a:gd name="connsiteX39" fmla="*/ 3649175 w 6857997"/>
                <a:gd name="connsiteY39" fmla="*/ 5865039 h 9165251"/>
                <a:gd name="connsiteX40" fmla="*/ 2769380 w 6857997"/>
                <a:gd name="connsiteY40" fmla="*/ 1768818 h 9165251"/>
                <a:gd name="connsiteX41" fmla="*/ 3427923 w 6857997"/>
                <a:gd name="connsiteY41" fmla="*/ 1768818 h 9165251"/>
                <a:gd name="connsiteX42" fmla="*/ 3427923 w 6857997"/>
                <a:gd name="connsiteY42" fmla="*/ 441363 h 9165251"/>
                <a:gd name="connsiteX43" fmla="*/ 2769380 w 6857997"/>
                <a:gd name="connsiteY43" fmla="*/ 441363 h 9165251"/>
                <a:gd name="connsiteX44" fmla="*/ 2769358 w 6857997"/>
                <a:gd name="connsiteY44" fmla="*/ 7963659 h 9165251"/>
                <a:gd name="connsiteX45" fmla="*/ 3427922 w 6857997"/>
                <a:gd name="connsiteY45" fmla="*/ 7963659 h 9165251"/>
                <a:gd name="connsiteX46" fmla="*/ 3427922 w 6857997"/>
                <a:gd name="connsiteY46" fmla="*/ 6636199 h 9165251"/>
                <a:gd name="connsiteX47" fmla="*/ 2769358 w 6857997"/>
                <a:gd name="connsiteY47" fmla="*/ 6636199 h 9165251"/>
                <a:gd name="connsiteX48" fmla="*/ 1863867 w 6857997"/>
                <a:gd name="connsiteY48" fmla="*/ 7416928 h 9165251"/>
                <a:gd name="connsiteX49" fmla="*/ 1863867 w 6857997"/>
                <a:gd name="connsiteY49" fmla="*/ 7195676 h 9165251"/>
                <a:gd name="connsiteX50" fmla="*/ 2548105 w 6857997"/>
                <a:gd name="connsiteY50" fmla="*/ 7195676 h 9165251"/>
                <a:gd name="connsiteX51" fmla="*/ 2548105 w 6857997"/>
                <a:gd name="connsiteY51" fmla="*/ 5541237 h 9165251"/>
                <a:gd name="connsiteX52" fmla="*/ 2769358 w 6857997"/>
                <a:gd name="connsiteY52" fmla="*/ 5541237 h 9165251"/>
                <a:gd name="connsiteX53" fmla="*/ 2769358 w 6857997"/>
                <a:gd name="connsiteY53" fmla="*/ 6414944 h 9165251"/>
                <a:gd name="connsiteX54" fmla="*/ 3427923 w 6857997"/>
                <a:gd name="connsiteY54" fmla="*/ 6414944 h 9165251"/>
                <a:gd name="connsiteX55" fmla="*/ 3427923 w 6857997"/>
                <a:gd name="connsiteY55" fmla="*/ 5087465 h 9165251"/>
                <a:gd name="connsiteX56" fmla="*/ 3077564 w 6857997"/>
                <a:gd name="connsiteY56" fmla="*/ 5087465 h 9165251"/>
                <a:gd name="connsiteX57" fmla="*/ 3077564 w 6857997"/>
                <a:gd name="connsiteY57" fmla="*/ 4866215 h 9165251"/>
                <a:gd name="connsiteX58" fmla="*/ 3427923 w 6857997"/>
                <a:gd name="connsiteY58" fmla="*/ 4866215 h 9165251"/>
                <a:gd name="connsiteX59" fmla="*/ 3427923 w 6857997"/>
                <a:gd name="connsiteY59" fmla="*/ 3538758 h 9165251"/>
                <a:gd name="connsiteX60" fmla="*/ 3077567 w 6857997"/>
                <a:gd name="connsiteY60" fmla="*/ 3538758 h 9165251"/>
                <a:gd name="connsiteX61" fmla="*/ 3077567 w 6857997"/>
                <a:gd name="connsiteY61" fmla="*/ 3317508 h 9165251"/>
                <a:gd name="connsiteX62" fmla="*/ 3427923 w 6857997"/>
                <a:gd name="connsiteY62" fmla="*/ 3317508 h 9165251"/>
                <a:gd name="connsiteX63" fmla="*/ 3427923 w 6857997"/>
                <a:gd name="connsiteY63" fmla="*/ 1990073 h 9165251"/>
                <a:gd name="connsiteX64" fmla="*/ 2769380 w 6857997"/>
                <a:gd name="connsiteY64" fmla="*/ 1990073 h 9165251"/>
                <a:gd name="connsiteX65" fmla="*/ 2769380 w 6857997"/>
                <a:gd name="connsiteY65" fmla="*/ 2863760 h 9165251"/>
                <a:gd name="connsiteX66" fmla="*/ 2548127 w 6857997"/>
                <a:gd name="connsiteY66" fmla="*/ 2863760 h 9165251"/>
                <a:gd name="connsiteX67" fmla="*/ 2548127 w 6857997"/>
                <a:gd name="connsiteY67" fmla="*/ 1209340 h 9165251"/>
                <a:gd name="connsiteX68" fmla="*/ 1863876 w 6857997"/>
                <a:gd name="connsiteY68" fmla="*/ 1209340 h 9165251"/>
                <a:gd name="connsiteX69" fmla="*/ 1863876 w 6857997"/>
                <a:gd name="connsiteY69" fmla="*/ 988088 h 9165251"/>
                <a:gd name="connsiteX70" fmla="*/ 2548127 w 6857997"/>
                <a:gd name="connsiteY70" fmla="*/ 988088 h 9165251"/>
                <a:gd name="connsiteX71" fmla="*/ 2548127 w 6857997"/>
                <a:gd name="connsiteY71" fmla="*/ 0 h 9165251"/>
                <a:gd name="connsiteX72" fmla="*/ 2769380 w 6857997"/>
                <a:gd name="connsiteY72" fmla="*/ 0 h 9165251"/>
                <a:gd name="connsiteX73" fmla="*/ 2769380 w 6857997"/>
                <a:gd name="connsiteY73" fmla="*/ 220108 h 9165251"/>
                <a:gd name="connsiteX74" fmla="*/ 3427923 w 6857997"/>
                <a:gd name="connsiteY74" fmla="*/ 220108 h 9165251"/>
                <a:gd name="connsiteX75" fmla="*/ 3427923 w 6857997"/>
                <a:gd name="connsiteY75" fmla="*/ 22 h 9165251"/>
                <a:gd name="connsiteX76" fmla="*/ 3649175 w 6857997"/>
                <a:gd name="connsiteY76" fmla="*/ 22 h 9165251"/>
                <a:gd name="connsiteX77" fmla="*/ 3649175 w 6857997"/>
                <a:gd name="connsiteY77" fmla="*/ 988084 h 9165251"/>
                <a:gd name="connsiteX78" fmla="*/ 4298298 w 6857997"/>
                <a:gd name="connsiteY78" fmla="*/ 988084 h 9165251"/>
                <a:gd name="connsiteX79" fmla="*/ 4298298 w 6857997"/>
                <a:gd name="connsiteY79" fmla="*/ 22 h 9165251"/>
                <a:gd name="connsiteX80" fmla="*/ 4519551 w 6857997"/>
                <a:gd name="connsiteY80" fmla="*/ 22 h 9165251"/>
                <a:gd name="connsiteX81" fmla="*/ 4519551 w 6857997"/>
                <a:gd name="connsiteY81" fmla="*/ 220108 h 9165251"/>
                <a:gd name="connsiteX82" fmla="*/ 5196006 w 6857997"/>
                <a:gd name="connsiteY82" fmla="*/ 220108 h 9165251"/>
                <a:gd name="connsiteX83" fmla="*/ 5196006 w 6857997"/>
                <a:gd name="connsiteY83" fmla="*/ 22 h 9165251"/>
                <a:gd name="connsiteX84" fmla="*/ 5417259 w 6857997"/>
                <a:gd name="connsiteY84" fmla="*/ 22 h 9165251"/>
                <a:gd name="connsiteX85" fmla="*/ 5417259 w 6857997"/>
                <a:gd name="connsiteY85" fmla="*/ 988088 h 9165251"/>
                <a:gd name="connsiteX86" fmla="*/ 6082214 w 6857997"/>
                <a:gd name="connsiteY86" fmla="*/ 988088 h 9165251"/>
                <a:gd name="connsiteX87" fmla="*/ 6082214 w 6857997"/>
                <a:gd name="connsiteY87" fmla="*/ 1209340 h 9165251"/>
                <a:gd name="connsiteX88" fmla="*/ 5417259 w 6857997"/>
                <a:gd name="connsiteY88" fmla="*/ 1209340 h 9165251"/>
                <a:gd name="connsiteX89" fmla="*/ 5417259 w 6857997"/>
                <a:gd name="connsiteY89" fmla="*/ 2539987 h 9165251"/>
                <a:gd name="connsiteX90" fmla="*/ 6082209 w 6857997"/>
                <a:gd name="connsiteY90" fmla="*/ 2539987 h 9165251"/>
                <a:gd name="connsiteX91" fmla="*/ 6082208 w 6857997"/>
                <a:gd name="connsiteY91" fmla="*/ 2761238 h 9165251"/>
                <a:gd name="connsiteX92" fmla="*/ 5417259 w 6857997"/>
                <a:gd name="connsiteY92" fmla="*/ 2761238 h 9165251"/>
                <a:gd name="connsiteX93" fmla="*/ 5417259 w 6857997"/>
                <a:gd name="connsiteY93" fmla="*/ 4091883 h 9165251"/>
                <a:gd name="connsiteX94" fmla="*/ 6082208 w 6857997"/>
                <a:gd name="connsiteY94" fmla="*/ 4091883 h 9165251"/>
                <a:gd name="connsiteX95" fmla="*/ 6082208 w 6857997"/>
                <a:gd name="connsiteY95" fmla="*/ 4313134 h 9165251"/>
                <a:gd name="connsiteX96" fmla="*/ 5417259 w 6857997"/>
                <a:gd name="connsiteY96" fmla="*/ 4313134 h 9165251"/>
                <a:gd name="connsiteX97" fmla="*/ 5417259 w 6857997"/>
                <a:gd name="connsiteY97" fmla="*/ 5643778 h 9165251"/>
                <a:gd name="connsiteX98" fmla="*/ 6082208 w 6857997"/>
                <a:gd name="connsiteY98" fmla="*/ 5643778 h 9165251"/>
                <a:gd name="connsiteX99" fmla="*/ 6082208 w 6857997"/>
                <a:gd name="connsiteY99" fmla="*/ 5865029 h 9165251"/>
                <a:gd name="connsiteX100" fmla="*/ 5417259 w 6857997"/>
                <a:gd name="connsiteY100" fmla="*/ 5865029 h 9165251"/>
                <a:gd name="connsiteX101" fmla="*/ 5417259 w 6857997"/>
                <a:gd name="connsiteY101" fmla="*/ 7195675 h 9165251"/>
                <a:gd name="connsiteX102" fmla="*/ 6082204 w 6857997"/>
                <a:gd name="connsiteY102" fmla="*/ 7195675 h 9165251"/>
                <a:gd name="connsiteX103" fmla="*/ 6082204 w 6857997"/>
                <a:gd name="connsiteY103" fmla="*/ 7416925 h 9165251"/>
                <a:gd name="connsiteX104" fmla="*/ 5417259 w 6857997"/>
                <a:gd name="connsiteY104" fmla="*/ 7416925 h 9165251"/>
                <a:gd name="connsiteX105" fmla="*/ 5417259 w 6857997"/>
                <a:gd name="connsiteY105" fmla="*/ 8404983 h 9165251"/>
                <a:gd name="connsiteX106" fmla="*/ 5196006 w 6857997"/>
                <a:gd name="connsiteY106" fmla="*/ 8404983 h 9165251"/>
                <a:gd name="connsiteX107" fmla="*/ 5196006 w 6857997"/>
                <a:gd name="connsiteY107" fmla="*/ 8184912 h 9165251"/>
                <a:gd name="connsiteX108" fmla="*/ 4519551 w 6857997"/>
                <a:gd name="connsiteY108" fmla="*/ 8184912 h 9165251"/>
                <a:gd name="connsiteX109" fmla="*/ 4519551 w 6857997"/>
                <a:gd name="connsiteY109" fmla="*/ 8404983 h 9165251"/>
                <a:gd name="connsiteX110" fmla="*/ 4298298 w 6857997"/>
                <a:gd name="connsiteY110" fmla="*/ 8404983 h 9165251"/>
                <a:gd name="connsiteX111" fmla="*/ 4298298 w 6857997"/>
                <a:gd name="connsiteY111" fmla="*/ 7416938 h 9165251"/>
                <a:gd name="connsiteX112" fmla="*/ 3649175 w 6857997"/>
                <a:gd name="connsiteY112" fmla="*/ 7416938 h 9165251"/>
                <a:gd name="connsiteX113" fmla="*/ 3649175 w 6857997"/>
                <a:gd name="connsiteY113" fmla="*/ 8404984 h 9165251"/>
                <a:gd name="connsiteX114" fmla="*/ 3427922 w 6857997"/>
                <a:gd name="connsiteY114" fmla="*/ 8404984 h 9165251"/>
                <a:gd name="connsiteX115" fmla="*/ 3427922 w 6857997"/>
                <a:gd name="connsiteY115" fmla="*/ 8184913 h 9165251"/>
                <a:gd name="connsiteX116" fmla="*/ 2769358 w 6857997"/>
                <a:gd name="connsiteY116" fmla="*/ 8184913 h 9165251"/>
                <a:gd name="connsiteX117" fmla="*/ 2769358 w 6857997"/>
                <a:gd name="connsiteY117" fmla="*/ 8404997 h 9165251"/>
                <a:gd name="connsiteX118" fmla="*/ 2548105 w 6857997"/>
                <a:gd name="connsiteY118" fmla="*/ 8404997 h 9165251"/>
                <a:gd name="connsiteX119" fmla="*/ 2548105 w 6857997"/>
                <a:gd name="connsiteY119" fmla="*/ 7416928 h 9165251"/>
                <a:gd name="connsiteX120" fmla="*/ 359562 w 6857997"/>
                <a:gd name="connsiteY120" fmla="*/ 5265948 h 9165251"/>
                <a:gd name="connsiteX121" fmla="*/ 1668699 w 6857997"/>
                <a:gd name="connsiteY121" fmla="*/ 5265948 h 9165251"/>
                <a:gd name="connsiteX122" fmla="*/ 2440148 w 6857997"/>
                <a:gd name="connsiteY122" fmla="*/ 4834022 h 9165251"/>
                <a:gd name="connsiteX123" fmla="*/ 2827543 w 6857997"/>
                <a:gd name="connsiteY123" fmla="*/ 4202834 h 9165251"/>
                <a:gd name="connsiteX124" fmla="*/ 2442929 w 6857997"/>
                <a:gd name="connsiteY124" fmla="*/ 3591684 h 9165251"/>
                <a:gd name="connsiteX125" fmla="*/ 1676489 w 6857997"/>
                <a:gd name="connsiteY125" fmla="*/ 3168658 h 9165251"/>
                <a:gd name="connsiteX126" fmla="*/ 359562 w 6857997"/>
                <a:gd name="connsiteY126" fmla="*/ 3168658 h 9165251"/>
                <a:gd name="connsiteX127" fmla="*/ 0 w 6857997"/>
                <a:gd name="connsiteY127" fmla="*/ 5634423 h 9165251"/>
                <a:gd name="connsiteX128" fmla="*/ 0 w 6857997"/>
                <a:gd name="connsiteY128" fmla="*/ 2800188 h 9165251"/>
                <a:gd name="connsiteX129" fmla="*/ 1672591 w 6857997"/>
                <a:gd name="connsiteY129" fmla="*/ 2800188 h 9165251"/>
                <a:gd name="connsiteX130" fmla="*/ 2756853 w 6857997"/>
                <a:gd name="connsiteY130" fmla="*/ 3399096 h 9165251"/>
                <a:gd name="connsiteX131" fmla="*/ 3261693 w 6857997"/>
                <a:gd name="connsiteY131" fmla="*/ 4201163 h 9165251"/>
                <a:gd name="connsiteX132" fmla="*/ 2756298 w 6857997"/>
                <a:gd name="connsiteY132" fmla="*/ 5023829 h 9165251"/>
                <a:gd name="connsiteX133" fmla="*/ 1664801 w 6857997"/>
                <a:gd name="connsiteY133" fmla="*/ 5634423 h 916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7997" h="9165251">
                  <a:moveTo>
                    <a:pt x="6192028" y="9165251"/>
                  </a:moveTo>
                  <a:lnTo>
                    <a:pt x="6192028" y="8499281"/>
                  </a:lnTo>
                  <a:lnTo>
                    <a:pt x="6857997" y="8499281"/>
                  </a:lnTo>
                  <a:lnTo>
                    <a:pt x="6857997" y="9165251"/>
                  </a:lnTo>
                  <a:close/>
                  <a:moveTo>
                    <a:pt x="4519551" y="1768818"/>
                  </a:moveTo>
                  <a:lnTo>
                    <a:pt x="5196006" y="1768818"/>
                  </a:lnTo>
                  <a:lnTo>
                    <a:pt x="5196006" y="441363"/>
                  </a:lnTo>
                  <a:lnTo>
                    <a:pt x="4519551" y="441363"/>
                  </a:lnTo>
                  <a:close/>
                  <a:moveTo>
                    <a:pt x="4519551" y="3317534"/>
                  </a:moveTo>
                  <a:lnTo>
                    <a:pt x="5196006" y="3317534"/>
                  </a:lnTo>
                  <a:lnTo>
                    <a:pt x="5196006" y="1990073"/>
                  </a:lnTo>
                  <a:lnTo>
                    <a:pt x="4519551" y="1990073"/>
                  </a:lnTo>
                  <a:close/>
                  <a:moveTo>
                    <a:pt x="4519551" y="4866236"/>
                  </a:moveTo>
                  <a:lnTo>
                    <a:pt x="5196006" y="4866236"/>
                  </a:lnTo>
                  <a:lnTo>
                    <a:pt x="5196006" y="3538789"/>
                  </a:lnTo>
                  <a:lnTo>
                    <a:pt x="4519551" y="3538789"/>
                  </a:lnTo>
                  <a:close/>
                  <a:moveTo>
                    <a:pt x="4519551" y="6414943"/>
                  </a:moveTo>
                  <a:lnTo>
                    <a:pt x="5196006" y="6414943"/>
                  </a:lnTo>
                  <a:lnTo>
                    <a:pt x="5196006" y="5087491"/>
                  </a:lnTo>
                  <a:lnTo>
                    <a:pt x="4519551" y="5087491"/>
                  </a:lnTo>
                  <a:close/>
                  <a:moveTo>
                    <a:pt x="4519551" y="7963657"/>
                  </a:moveTo>
                  <a:lnTo>
                    <a:pt x="5196006" y="7963657"/>
                  </a:lnTo>
                  <a:lnTo>
                    <a:pt x="5196006" y="6636198"/>
                  </a:lnTo>
                  <a:lnTo>
                    <a:pt x="4519551" y="6636198"/>
                  </a:lnTo>
                  <a:close/>
                  <a:moveTo>
                    <a:pt x="3649175" y="2539986"/>
                  </a:moveTo>
                  <a:lnTo>
                    <a:pt x="4298298" y="2539986"/>
                  </a:lnTo>
                  <a:lnTo>
                    <a:pt x="4298298" y="1209339"/>
                  </a:lnTo>
                  <a:lnTo>
                    <a:pt x="3649175" y="1209339"/>
                  </a:lnTo>
                  <a:close/>
                  <a:moveTo>
                    <a:pt x="3649175" y="4091881"/>
                  </a:moveTo>
                  <a:lnTo>
                    <a:pt x="4298298" y="4091881"/>
                  </a:lnTo>
                  <a:lnTo>
                    <a:pt x="4298298" y="2761241"/>
                  </a:lnTo>
                  <a:lnTo>
                    <a:pt x="3649175" y="2761241"/>
                  </a:lnTo>
                  <a:close/>
                  <a:moveTo>
                    <a:pt x="3649175" y="5643784"/>
                  </a:moveTo>
                  <a:lnTo>
                    <a:pt x="4298298" y="5643784"/>
                  </a:lnTo>
                  <a:lnTo>
                    <a:pt x="4298298" y="4313136"/>
                  </a:lnTo>
                  <a:lnTo>
                    <a:pt x="3649175" y="4313136"/>
                  </a:lnTo>
                  <a:close/>
                  <a:moveTo>
                    <a:pt x="3649175" y="7195683"/>
                  </a:moveTo>
                  <a:lnTo>
                    <a:pt x="4298298" y="7195683"/>
                  </a:lnTo>
                  <a:lnTo>
                    <a:pt x="4298298" y="5865039"/>
                  </a:lnTo>
                  <a:lnTo>
                    <a:pt x="3649175" y="5865039"/>
                  </a:lnTo>
                  <a:close/>
                  <a:moveTo>
                    <a:pt x="2769380" y="1768818"/>
                  </a:moveTo>
                  <a:lnTo>
                    <a:pt x="3427923" y="1768818"/>
                  </a:lnTo>
                  <a:lnTo>
                    <a:pt x="3427923" y="441363"/>
                  </a:lnTo>
                  <a:lnTo>
                    <a:pt x="2769380" y="441363"/>
                  </a:lnTo>
                  <a:close/>
                  <a:moveTo>
                    <a:pt x="2769358" y="7963659"/>
                  </a:moveTo>
                  <a:lnTo>
                    <a:pt x="3427922" y="7963659"/>
                  </a:lnTo>
                  <a:lnTo>
                    <a:pt x="3427922" y="6636199"/>
                  </a:lnTo>
                  <a:lnTo>
                    <a:pt x="2769358" y="6636199"/>
                  </a:lnTo>
                  <a:close/>
                  <a:moveTo>
                    <a:pt x="1863867" y="7416928"/>
                  </a:moveTo>
                  <a:lnTo>
                    <a:pt x="1863867" y="7195676"/>
                  </a:lnTo>
                  <a:lnTo>
                    <a:pt x="2548105" y="7195676"/>
                  </a:lnTo>
                  <a:lnTo>
                    <a:pt x="2548105" y="5541237"/>
                  </a:lnTo>
                  <a:lnTo>
                    <a:pt x="2769358" y="5541237"/>
                  </a:lnTo>
                  <a:lnTo>
                    <a:pt x="2769358" y="6414944"/>
                  </a:lnTo>
                  <a:lnTo>
                    <a:pt x="3427923" y="6414944"/>
                  </a:lnTo>
                  <a:lnTo>
                    <a:pt x="3427923" y="5087465"/>
                  </a:lnTo>
                  <a:lnTo>
                    <a:pt x="3077564" y="5087465"/>
                  </a:lnTo>
                  <a:lnTo>
                    <a:pt x="3077564" y="4866215"/>
                  </a:lnTo>
                  <a:lnTo>
                    <a:pt x="3427923" y="4866215"/>
                  </a:lnTo>
                  <a:lnTo>
                    <a:pt x="3427923" y="3538758"/>
                  </a:lnTo>
                  <a:lnTo>
                    <a:pt x="3077567" y="3538758"/>
                  </a:lnTo>
                  <a:lnTo>
                    <a:pt x="3077567" y="3317508"/>
                  </a:lnTo>
                  <a:lnTo>
                    <a:pt x="3427923" y="3317508"/>
                  </a:lnTo>
                  <a:lnTo>
                    <a:pt x="3427923" y="1990073"/>
                  </a:lnTo>
                  <a:lnTo>
                    <a:pt x="2769380" y="1990073"/>
                  </a:lnTo>
                  <a:lnTo>
                    <a:pt x="2769380" y="2863760"/>
                  </a:lnTo>
                  <a:lnTo>
                    <a:pt x="2548127" y="2863760"/>
                  </a:lnTo>
                  <a:lnTo>
                    <a:pt x="2548127" y="1209340"/>
                  </a:lnTo>
                  <a:lnTo>
                    <a:pt x="1863876" y="1209340"/>
                  </a:lnTo>
                  <a:lnTo>
                    <a:pt x="1863876" y="988088"/>
                  </a:lnTo>
                  <a:lnTo>
                    <a:pt x="2548127" y="988088"/>
                  </a:lnTo>
                  <a:lnTo>
                    <a:pt x="2548127" y="0"/>
                  </a:lnTo>
                  <a:lnTo>
                    <a:pt x="2769380" y="0"/>
                  </a:lnTo>
                  <a:lnTo>
                    <a:pt x="2769380" y="220108"/>
                  </a:lnTo>
                  <a:lnTo>
                    <a:pt x="3427923" y="220108"/>
                  </a:lnTo>
                  <a:lnTo>
                    <a:pt x="3427923" y="22"/>
                  </a:lnTo>
                  <a:lnTo>
                    <a:pt x="3649175" y="22"/>
                  </a:lnTo>
                  <a:lnTo>
                    <a:pt x="3649175" y="988084"/>
                  </a:lnTo>
                  <a:lnTo>
                    <a:pt x="4298298" y="988084"/>
                  </a:lnTo>
                  <a:lnTo>
                    <a:pt x="4298298" y="22"/>
                  </a:lnTo>
                  <a:lnTo>
                    <a:pt x="4519551" y="22"/>
                  </a:lnTo>
                  <a:lnTo>
                    <a:pt x="4519551" y="220108"/>
                  </a:lnTo>
                  <a:lnTo>
                    <a:pt x="5196006" y="220108"/>
                  </a:lnTo>
                  <a:lnTo>
                    <a:pt x="5196006" y="22"/>
                  </a:lnTo>
                  <a:lnTo>
                    <a:pt x="5417259" y="22"/>
                  </a:lnTo>
                  <a:lnTo>
                    <a:pt x="5417259" y="988088"/>
                  </a:lnTo>
                  <a:lnTo>
                    <a:pt x="6082214" y="988088"/>
                  </a:lnTo>
                  <a:lnTo>
                    <a:pt x="6082214" y="1209340"/>
                  </a:lnTo>
                  <a:lnTo>
                    <a:pt x="5417259" y="1209340"/>
                  </a:lnTo>
                  <a:lnTo>
                    <a:pt x="5417259" y="2539987"/>
                  </a:lnTo>
                  <a:lnTo>
                    <a:pt x="6082209" y="2539987"/>
                  </a:lnTo>
                  <a:lnTo>
                    <a:pt x="6082208" y="2761238"/>
                  </a:lnTo>
                  <a:lnTo>
                    <a:pt x="5417259" y="2761238"/>
                  </a:lnTo>
                  <a:lnTo>
                    <a:pt x="5417259" y="4091883"/>
                  </a:lnTo>
                  <a:lnTo>
                    <a:pt x="6082208" y="4091883"/>
                  </a:lnTo>
                  <a:lnTo>
                    <a:pt x="6082208" y="4313134"/>
                  </a:lnTo>
                  <a:lnTo>
                    <a:pt x="5417259" y="4313134"/>
                  </a:lnTo>
                  <a:lnTo>
                    <a:pt x="5417259" y="5643778"/>
                  </a:lnTo>
                  <a:lnTo>
                    <a:pt x="6082208" y="5643778"/>
                  </a:lnTo>
                  <a:lnTo>
                    <a:pt x="6082208" y="5865029"/>
                  </a:lnTo>
                  <a:lnTo>
                    <a:pt x="5417259" y="5865029"/>
                  </a:lnTo>
                  <a:lnTo>
                    <a:pt x="5417259" y="7195675"/>
                  </a:lnTo>
                  <a:lnTo>
                    <a:pt x="6082204" y="7195675"/>
                  </a:lnTo>
                  <a:lnTo>
                    <a:pt x="6082204" y="7416925"/>
                  </a:lnTo>
                  <a:lnTo>
                    <a:pt x="5417259" y="7416925"/>
                  </a:lnTo>
                  <a:lnTo>
                    <a:pt x="5417259" y="8404983"/>
                  </a:lnTo>
                  <a:lnTo>
                    <a:pt x="5196006" y="8404983"/>
                  </a:lnTo>
                  <a:lnTo>
                    <a:pt x="5196006" y="8184912"/>
                  </a:lnTo>
                  <a:lnTo>
                    <a:pt x="4519551" y="8184912"/>
                  </a:lnTo>
                  <a:lnTo>
                    <a:pt x="4519551" y="8404983"/>
                  </a:lnTo>
                  <a:lnTo>
                    <a:pt x="4298298" y="8404983"/>
                  </a:lnTo>
                  <a:lnTo>
                    <a:pt x="4298298" y="7416938"/>
                  </a:lnTo>
                  <a:lnTo>
                    <a:pt x="3649175" y="7416938"/>
                  </a:lnTo>
                  <a:lnTo>
                    <a:pt x="3649175" y="8404984"/>
                  </a:lnTo>
                  <a:lnTo>
                    <a:pt x="3427922" y="8404984"/>
                  </a:lnTo>
                  <a:lnTo>
                    <a:pt x="3427922" y="8184913"/>
                  </a:lnTo>
                  <a:lnTo>
                    <a:pt x="2769358" y="8184913"/>
                  </a:lnTo>
                  <a:lnTo>
                    <a:pt x="2769358" y="8404997"/>
                  </a:lnTo>
                  <a:lnTo>
                    <a:pt x="2548105" y="8404997"/>
                  </a:lnTo>
                  <a:lnTo>
                    <a:pt x="2548105" y="7416928"/>
                  </a:lnTo>
                  <a:close/>
                  <a:moveTo>
                    <a:pt x="359562" y="5265948"/>
                  </a:moveTo>
                  <a:lnTo>
                    <a:pt x="1668699" y="5265948"/>
                  </a:lnTo>
                  <a:cubicBezTo>
                    <a:pt x="1980952" y="5265948"/>
                    <a:pt x="2277064" y="5100637"/>
                    <a:pt x="2440148" y="4834022"/>
                  </a:cubicBezTo>
                  <a:lnTo>
                    <a:pt x="2827543" y="4202834"/>
                  </a:lnTo>
                  <a:lnTo>
                    <a:pt x="2442929" y="3591684"/>
                  </a:lnTo>
                  <a:cubicBezTo>
                    <a:pt x="2275950" y="3326734"/>
                    <a:pt x="1989858" y="3168658"/>
                    <a:pt x="1676489" y="3168658"/>
                  </a:cubicBezTo>
                  <a:lnTo>
                    <a:pt x="359562" y="3168658"/>
                  </a:lnTo>
                  <a:close/>
                  <a:moveTo>
                    <a:pt x="0" y="5634423"/>
                  </a:moveTo>
                  <a:lnTo>
                    <a:pt x="0" y="2800188"/>
                  </a:lnTo>
                  <a:lnTo>
                    <a:pt x="1672591" y="2800188"/>
                  </a:lnTo>
                  <a:cubicBezTo>
                    <a:pt x="2115647" y="2800188"/>
                    <a:pt x="2520855" y="3023940"/>
                    <a:pt x="2756853" y="3399096"/>
                  </a:cubicBezTo>
                  <a:lnTo>
                    <a:pt x="3261693" y="4201163"/>
                  </a:lnTo>
                  <a:lnTo>
                    <a:pt x="2756298" y="5023829"/>
                  </a:lnTo>
                  <a:cubicBezTo>
                    <a:pt x="2524753" y="5400649"/>
                    <a:pt x="2106741" y="5634423"/>
                    <a:pt x="1664801" y="5634423"/>
                  </a:cubicBezTo>
                  <a:close/>
                </a:path>
              </a:pathLst>
            </a:custGeom>
            <a:solidFill>
              <a:schemeClr val="bg1"/>
            </a:solidFill>
            <a:ln w="9525" cap="flat">
              <a:noFill/>
              <a:prstDash val="solid"/>
              <a:miter/>
            </a:ln>
          </p:spPr>
          <p:txBody>
            <a:bodyPr wrap="square" rtlCol="0" anchor="ctr">
              <a:noAutofit/>
            </a:bodyPr>
            <a:lstStyle/>
            <a:p>
              <a:endParaRPr lang="en-US"/>
            </a:p>
          </p:txBody>
        </p:sp>
        <p:sp>
          <p:nvSpPr>
            <p:cNvPr id="2301" name="Freeform: Shape 2300">
              <a:extLst>
                <a:ext uri="{FF2B5EF4-FFF2-40B4-BE49-F238E27FC236}">
                  <a16:creationId xmlns:a16="http://schemas.microsoft.com/office/drawing/2014/main" id="{D3935B34-304D-0BFD-9935-4D497E09C7ED}"/>
                </a:ext>
                <a:ext uri="{C183D7F6-B498-43B3-948B-1728B52AA6E4}">
                  <adec:decorative xmlns:adec="http://schemas.microsoft.com/office/drawing/2017/decorative" val="1"/>
                </a:ext>
              </a:extLst>
            </p:cNvPr>
            <p:cNvSpPr/>
            <p:nvPr/>
          </p:nvSpPr>
          <p:spPr>
            <a:xfrm flipH="1">
              <a:off x="10904122" y="4393166"/>
              <a:ext cx="648116" cy="398048"/>
            </a:xfrm>
            <a:custGeom>
              <a:avLst/>
              <a:gdLst>
                <a:gd name="connsiteX0" fmla="*/ 9274639 w 9721741"/>
                <a:gd name="connsiteY0" fmla="*/ 483876 h 5970723"/>
                <a:gd name="connsiteX1" fmla="*/ 6545385 w 9721741"/>
                <a:gd name="connsiteY1" fmla="*/ 483876 h 5970723"/>
                <a:gd name="connsiteX2" fmla="*/ 6545385 w 9721741"/>
                <a:gd name="connsiteY2" fmla="*/ 924906 h 5970723"/>
                <a:gd name="connsiteX3" fmla="*/ 9280699 w 9721741"/>
                <a:gd name="connsiteY3" fmla="*/ 924906 h 5970723"/>
                <a:gd name="connsiteX4" fmla="*/ 9280699 w 9721741"/>
                <a:gd name="connsiteY4" fmla="*/ 1729526 h 5970723"/>
                <a:gd name="connsiteX5" fmla="*/ 9280681 w 9721741"/>
                <a:gd name="connsiteY5" fmla="*/ 1729526 h 5970723"/>
                <a:gd name="connsiteX6" fmla="*/ 9280681 w 9721741"/>
                <a:gd name="connsiteY6" fmla="*/ 3058335 h 5970723"/>
                <a:gd name="connsiteX7" fmla="*/ 9280681 w 9721741"/>
                <a:gd name="connsiteY7" fmla="*/ 3058335 h 5970723"/>
                <a:gd name="connsiteX8" fmla="*/ 9280681 w 9721741"/>
                <a:gd name="connsiteY8" fmla="*/ 5161134 h 5970723"/>
                <a:gd name="connsiteX9" fmla="*/ 9721711 w 9721741"/>
                <a:gd name="connsiteY9" fmla="*/ 5161134 h 5970723"/>
                <a:gd name="connsiteX10" fmla="*/ 9721711 w 9721741"/>
                <a:gd name="connsiteY10" fmla="*/ 2751836 h 5970723"/>
                <a:gd name="connsiteX11" fmla="*/ 9721711 w 9721741"/>
                <a:gd name="connsiteY11" fmla="*/ 2751836 h 5970723"/>
                <a:gd name="connsiteX12" fmla="*/ 9721711 w 9721741"/>
                <a:gd name="connsiteY12" fmla="*/ 2340838 h 5970723"/>
                <a:gd name="connsiteX13" fmla="*/ 9721722 w 9721741"/>
                <a:gd name="connsiteY13" fmla="*/ 2340838 h 5970723"/>
                <a:gd name="connsiteX14" fmla="*/ 9721722 w 9721741"/>
                <a:gd name="connsiteY14" fmla="*/ 924354 h 5970723"/>
                <a:gd name="connsiteX15" fmla="*/ 9603210 w 9721741"/>
                <a:gd name="connsiteY15" fmla="*/ 603512 h 5970723"/>
                <a:gd name="connsiteX16" fmla="*/ 9274639 w 9721741"/>
                <a:gd name="connsiteY16" fmla="*/ 483876 h 5970723"/>
                <a:gd name="connsiteX17" fmla="*/ 3209349 w 9721741"/>
                <a:gd name="connsiteY17" fmla="*/ 483863 h 5970723"/>
                <a:gd name="connsiteX18" fmla="*/ 2 w 9721741"/>
                <a:gd name="connsiteY18" fmla="*/ 483863 h 5970723"/>
                <a:gd name="connsiteX19" fmla="*/ 2 w 9721741"/>
                <a:gd name="connsiteY19" fmla="*/ 924893 h 5970723"/>
                <a:gd name="connsiteX20" fmla="*/ 13 w 9721741"/>
                <a:gd name="connsiteY20" fmla="*/ 924893 h 5970723"/>
                <a:gd name="connsiteX21" fmla="*/ 13 w 9721741"/>
                <a:gd name="connsiteY21" fmla="*/ 3309073 h 5970723"/>
                <a:gd name="connsiteX22" fmla="*/ 19 w 9721741"/>
                <a:gd name="connsiteY22" fmla="*/ 3309073 h 5970723"/>
                <a:gd name="connsiteX23" fmla="*/ 19 w 9721741"/>
                <a:gd name="connsiteY23" fmla="*/ 5530228 h 5970723"/>
                <a:gd name="connsiteX24" fmla="*/ 118535 w 9721741"/>
                <a:gd name="connsiteY24" fmla="*/ 5851065 h 5970723"/>
                <a:gd name="connsiteX25" fmla="*/ 447104 w 9721741"/>
                <a:gd name="connsiteY25" fmla="*/ 5970704 h 5970723"/>
                <a:gd name="connsiteX26" fmla="*/ 1064291 w 9721741"/>
                <a:gd name="connsiteY26" fmla="*/ 5970704 h 5970723"/>
                <a:gd name="connsiteX27" fmla="*/ 1064291 w 9721741"/>
                <a:gd name="connsiteY27" fmla="*/ 5970723 h 5970723"/>
                <a:gd name="connsiteX28" fmla="*/ 8881907 w 9721741"/>
                <a:gd name="connsiteY28" fmla="*/ 5970723 h 5970723"/>
                <a:gd name="connsiteX29" fmla="*/ 8881907 w 9721741"/>
                <a:gd name="connsiteY29" fmla="*/ 5529693 h 5970723"/>
                <a:gd name="connsiteX30" fmla="*/ 3549722 w 9721741"/>
                <a:gd name="connsiteY30" fmla="*/ 5529693 h 5970723"/>
                <a:gd name="connsiteX31" fmla="*/ 3549722 w 9721741"/>
                <a:gd name="connsiteY31" fmla="*/ 5529675 h 5970723"/>
                <a:gd name="connsiteX32" fmla="*/ 441047 w 9721741"/>
                <a:gd name="connsiteY32" fmla="*/ 5529675 h 5970723"/>
                <a:gd name="connsiteX33" fmla="*/ 441047 w 9721741"/>
                <a:gd name="connsiteY33" fmla="*/ 1822942 h 5970723"/>
                <a:gd name="connsiteX34" fmla="*/ 441043 w 9721741"/>
                <a:gd name="connsiteY34" fmla="*/ 1822942 h 5970723"/>
                <a:gd name="connsiteX35" fmla="*/ 441043 w 9721741"/>
                <a:gd name="connsiteY35" fmla="*/ 924893 h 5970723"/>
                <a:gd name="connsiteX36" fmla="*/ 3209349 w 9721741"/>
                <a:gd name="connsiteY36" fmla="*/ 924893 h 5970723"/>
                <a:gd name="connsiteX37" fmla="*/ 4894454 w 9721741"/>
                <a:gd name="connsiteY37" fmla="*/ 179224 h 5970723"/>
                <a:gd name="connsiteX38" fmla="*/ 5031376 w 9721741"/>
                <a:gd name="connsiteY38" fmla="*/ 316152 h 5970723"/>
                <a:gd name="connsiteX39" fmla="*/ 5031376 w 9721741"/>
                <a:gd name="connsiteY39" fmla="*/ 376824 h 5970723"/>
                <a:gd name="connsiteX40" fmla="*/ 4757531 w 9721741"/>
                <a:gd name="connsiteY40" fmla="*/ 376824 h 5970723"/>
                <a:gd name="connsiteX41" fmla="*/ 4757531 w 9721741"/>
                <a:gd name="connsiteY41" fmla="*/ 316152 h 5970723"/>
                <a:gd name="connsiteX42" fmla="*/ 4894454 w 9721741"/>
                <a:gd name="connsiteY42" fmla="*/ 179224 h 5970723"/>
                <a:gd name="connsiteX43" fmla="*/ 4894454 w 9721741"/>
                <a:gd name="connsiteY43" fmla="*/ 0 h 5970723"/>
                <a:gd name="connsiteX44" fmla="*/ 4578301 w 9721741"/>
                <a:gd name="connsiteY44" fmla="*/ 316152 h 5970723"/>
                <a:gd name="connsiteX45" fmla="*/ 4578301 w 9721741"/>
                <a:gd name="connsiteY45" fmla="*/ 376824 h 5970723"/>
                <a:gd name="connsiteX46" fmla="*/ 4446388 w 9721741"/>
                <a:gd name="connsiteY46" fmla="*/ 376824 h 5970723"/>
                <a:gd name="connsiteX47" fmla="*/ 4446388 w 9721741"/>
                <a:gd name="connsiteY47" fmla="*/ 1272396 h 5970723"/>
                <a:gd name="connsiteX48" fmla="*/ 5341960 w 9721741"/>
                <a:gd name="connsiteY48" fmla="*/ 1272396 h 5970723"/>
                <a:gd name="connsiteX49" fmla="*/ 5341960 w 9721741"/>
                <a:gd name="connsiteY49" fmla="*/ 376824 h 5970723"/>
                <a:gd name="connsiteX50" fmla="*/ 5210607 w 9721741"/>
                <a:gd name="connsiteY50" fmla="*/ 376824 h 5970723"/>
                <a:gd name="connsiteX51" fmla="*/ 5210607 w 9721741"/>
                <a:gd name="connsiteY51" fmla="*/ 316152 h 5970723"/>
                <a:gd name="connsiteX52" fmla="*/ 4894454 w 9721741"/>
                <a:gd name="connsiteY52" fmla="*/ 0 h 59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721741" h="5970723">
                  <a:moveTo>
                    <a:pt x="9274639" y="483876"/>
                  </a:moveTo>
                  <a:lnTo>
                    <a:pt x="6545385" y="483876"/>
                  </a:lnTo>
                  <a:lnTo>
                    <a:pt x="6545385" y="924906"/>
                  </a:lnTo>
                  <a:lnTo>
                    <a:pt x="9280699" y="924906"/>
                  </a:lnTo>
                  <a:lnTo>
                    <a:pt x="9280699" y="1729526"/>
                  </a:lnTo>
                  <a:lnTo>
                    <a:pt x="9280681" y="1729526"/>
                  </a:lnTo>
                  <a:lnTo>
                    <a:pt x="9280681" y="3058335"/>
                  </a:lnTo>
                  <a:lnTo>
                    <a:pt x="9280681" y="3058335"/>
                  </a:lnTo>
                  <a:lnTo>
                    <a:pt x="9280681" y="5161134"/>
                  </a:lnTo>
                  <a:lnTo>
                    <a:pt x="9721711" y="5161134"/>
                  </a:lnTo>
                  <a:lnTo>
                    <a:pt x="9721711" y="2751836"/>
                  </a:lnTo>
                  <a:lnTo>
                    <a:pt x="9721711" y="2751836"/>
                  </a:lnTo>
                  <a:lnTo>
                    <a:pt x="9721711" y="2340838"/>
                  </a:lnTo>
                  <a:lnTo>
                    <a:pt x="9721722" y="2340838"/>
                  </a:lnTo>
                  <a:lnTo>
                    <a:pt x="9721722" y="924354"/>
                  </a:lnTo>
                  <a:cubicBezTo>
                    <a:pt x="9721722" y="924354"/>
                    <a:pt x="9726139" y="727007"/>
                    <a:pt x="9603210" y="603512"/>
                  </a:cubicBezTo>
                  <a:cubicBezTo>
                    <a:pt x="9480267" y="480021"/>
                    <a:pt x="9274639" y="483876"/>
                    <a:pt x="9274639" y="483876"/>
                  </a:cubicBezTo>
                  <a:close/>
                  <a:moveTo>
                    <a:pt x="3209349" y="483863"/>
                  </a:moveTo>
                  <a:lnTo>
                    <a:pt x="2" y="483863"/>
                  </a:lnTo>
                  <a:lnTo>
                    <a:pt x="2" y="924893"/>
                  </a:lnTo>
                  <a:lnTo>
                    <a:pt x="13" y="924893"/>
                  </a:lnTo>
                  <a:lnTo>
                    <a:pt x="13" y="3309073"/>
                  </a:lnTo>
                  <a:lnTo>
                    <a:pt x="19" y="3309073"/>
                  </a:lnTo>
                  <a:lnTo>
                    <a:pt x="19" y="5530228"/>
                  </a:lnTo>
                  <a:cubicBezTo>
                    <a:pt x="19" y="5530228"/>
                    <a:pt x="-4396" y="5727573"/>
                    <a:pt x="118535" y="5851065"/>
                  </a:cubicBezTo>
                  <a:cubicBezTo>
                    <a:pt x="241474" y="5974558"/>
                    <a:pt x="447104" y="5970704"/>
                    <a:pt x="447104" y="5970704"/>
                  </a:cubicBezTo>
                  <a:lnTo>
                    <a:pt x="1064291" y="5970704"/>
                  </a:lnTo>
                  <a:lnTo>
                    <a:pt x="1064291" y="5970723"/>
                  </a:lnTo>
                  <a:lnTo>
                    <a:pt x="8881907" y="5970723"/>
                  </a:lnTo>
                  <a:lnTo>
                    <a:pt x="8881907" y="5529693"/>
                  </a:lnTo>
                  <a:lnTo>
                    <a:pt x="3549722" y="5529693"/>
                  </a:lnTo>
                  <a:lnTo>
                    <a:pt x="3549722" y="5529675"/>
                  </a:lnTo>
                  <a:lnTo>
                    <a:pt x="441047" y="5529675"/>
                  </a:lnTo>
                  <a:lnTo>
                    <a:pt x="441047" y="1822942"/>
                  </a:lnTo>
                  <a:lnTo>
                    <a:pt x="441043" y="1822942"/>
                  </a:lnTo>
                  <a:lnTo>
                    <a:pt x="441043" y="924893"/>
                  </a:lnTo>
                  <a:lnTo>
                    <a:pt x="3209349" y="924893"/>
                  </a:lnTo>
                  <a:close/>
                  <a:moveTo>
                    <a:pt x="4894454" y="179224"/>
                  </a:moveTo>
                  <a:cubicBezTo>
                    <a:pt x="4970152" y="179224"/>
                    <a:pt x="5031376" y="240454"/>
                    <a:pt x="5031376" y="316152"/>
                  </a:cubicBezTo>
                  <a:lnTo>
                    <a:pt x="5031376" y="376824"/>
                  </a:lnTo>
                  <a:lnTo>
                    <a:pt x="4757531" y="376824"/>
                  </a:lnTo>
                  <a:lnTo>
                    <a:pt x="4757531" y="316152"/>
                  </a:lnTo>
                  <a:cubicBezTo>
                    <a:pt x="4757531" y="240454"/>
                    <a:pt x="4818755" y="179224"/>
                    <a:pt x="4894454" y="179224"/>
                  </a:cubicBezTo>
                  <a:close/>
                  <a:moveTo>
                    <a:pt x="4894454" y="0"/>
                  </a:moveTo>
                  <a:cubicBezTo>
                    <a:pt x="4720237" y="0"/>
                    <a:pt x="4578301" y="141936"/>
                    <a:pt x="4578301" y="316152"/>
                  </a:cubicBezTo>
                  <a:lnTo>
                    <a:pt x="4578301" y="376824"/>
                  </a:lnTo>
                  <a:lnTo>
                    <a:pt x="4446388" y="376824"/>
                  </a:lnTo>
                  <a:lnTo>
                    <a:pt x="4446388" y="1272396"/>
                  </a:lnTo>
                  <a:lnTo>
                    <a:pt x="5341960" y="1272396"/>
                  </a:lnTo>
                  <a:lnTo>
                    <a:pt x="5341960" y="376824"/>
                  </a:lnTo>
                  <a:lnTo>
                    <a:pt x="5210607" y="376824"/>
                  </a:lnTo>
                  <a:lnTo>
                    <a:pt x="5210607" y="316152"/>
                  </a:lnTo>
                  <a:cubicBezTo>
                    <a:pt x="5210607" y="141936"/>
                    <a:pt x="5068670" y="0"/>
                    <a:pt x="4894454" y="0"/>
                  </a:cubicBezTo>
                  <a:close/>
                </a:path>
              </a:pathLst>
            </a:custGeom>
            <a:grpFill/>
            <a:ln w="9525" cap="flat">
              <a:noFill/>
              <a:prstDash val="solid"/>
              <a:miter/>
            </a:ln>
          </p:spPr>
          <p:txBody>
            <a:bodyPr wrap="square" rtlCol="0" anchor="ctr">
              <a:noAutofit/>
            </a:bodyPr>
            <a:lstStyle/>
            <a:p>
              <a:endParaRPr lang="en-US"/>
            </a:p>
          </p:txBody>
        </p:sp>
      </p:grpSp>
      <p:grpSp>
        <p:nvGrpSpPr>
          <p:cNvPr id="2774" name="Group 2773">
            <a:extLst>
              <a:ext uri="{FF2B5EF4-FFF2-40B4-BE49-F238E27FC236}">
                <a16:creationId xmlns:a16="http://schemas.microsoft.com/office/drawing/2014/main" id="{4CC0B393-8300-0E2D-0CCC-801102FB73A1}"/>
              </a:ext>
              <a:ext uri="{C183D7F6-B498-43B3-948B-1728B52AA6E4}">
                <adec:decorative xmlns:adec="http://schemas.microsoft.com/office/drawing/2017/decorative" val="1"/>
              </a:ext>
            </a:extLst>
          </p:cNvPr>
          <p:cNvGrpSpPr>
            <a:grpSpLocks noChangeAspect="1"/>
          </p:cNvGrpSpPr>
          <p:nvPr/>
        </p:nvGrpSpPr>
        <p:grpSpPr>
          <a:xfrm>
            <a:off x="639763" y="5049527"/>
            <a:ext cx="590678" cy="457200"/>
            <a:chOff x="639763" y="5049527"/>
            <a:chExt cx="590678" cy="457200"/>
          </a:xfrm>
          <a:solidFill>
            <a:schemeClr val="accent2"/>
          </a:solidFill>
        </p:grpSpPr>
        <p:sp>
          <p:nvSpPr>
            <p:cNvPr id="2312" name="Freeform: Shape 2311">
              <a:extLst>
                <a:ext uri="{FF2B5EF4-FFF2-40B4-BE49-F238E27FC236}">
                  <a16:creationId xmlns:a16="http://schemas.microsoft.com/office/drawing/2014/main" id="{62E0908A-5290-EA63-2DE0-595686DD7A77}"/>
                </a:ext>
                <a:ext uri="{C183D7F6-B498-43B3-948B-1728B52AA6E4}">
                  <adec:decorative xmlns:adec="http://schemas.microsoft.com/office/drawing/2017/decorative" val="1"/>
                </a:ext>
              </a:extLst>
            </p:cNvPr>
            <p:cNvSpPr/>
            <p:nvPr/>
          </p:nvSpPr>
          <p:spPr>
            <a:xfrm>
              <a:off x="639763" y="5049527"/>
              <a:ext cx="590678" cy="457200"/>
            </a:xfrm>
            <a:custGeom>
              <a:avLst/>
              <a:gdLst>
                <a:gd name="connsiteX0" fmla="*/ 3185080 w 8860163"/>
                <a:gd name="connsiteY0" fmla="*/ 5118219 h 6858000"/>
                <a:gd name="connsiteX1" fmla="*/ 4380492 w 8860163"/>
                <a:gd name="connsiteY1" fmla="*/ 5118219 h 6858000"/>
                <a:gd name="connsiteX2" fmla="*/ 4380492 w 8860163"/>
                <a:gd name="connsiteY2" fmla="*/ 5119338 h 6858000"/>
                <a:gd name="connsiteX3" fmla="*/ 4408411 w 8860163"/>
                <a:gd name="connsiteY3" fmla="*/ 5119338 h 6858000"/>
                <a:gd name="connsiteX4" fmla="*/ 4408411 w 8860163"/>
                <a:gd name="connsiteY4" fmla="*/ 5120037 h 6858000"/>
                <a:gd name="connsiteX5" fmla="*/ 4905106 w 8860163"/>
                <a:gd name="connsiteY5" fmla="*/ 5120037 h 6858000"/>
                <a:gd name="connsiteX6" fmla="*/ 4905106 w 8860163"/>
                <a:gd name="connsiteY6" fmla="*/ 5538746 h 6858000"/>
                <a:gd name="connsiteX7" fmla="*/ 4385358 w 8860163"/>
                <a:gd name="connsiteY7" fmla="*/ 5538746 h 6858000"/>
                <a:gd name="connsiteX8" fmla="*/ 4385358 w 8860163"/>
                <a:gd name="connsiteY8" fmla="*/ 5538131 h 6858000"/>
                <a:gd name="connsiteX9" fmla="*/ 4380492 w 8860163"/>
                <a:gd name="connsiteY9" fmla="*/ 5538131 h 6858000"/>
                <a:gd name="connsiteX10" fmla="*/ 4380492 w 8860163"/>
                <a:gd name="connsiteY10" fmla="*/ 5538932 h 6858000"/>
                <a:gd name="connsiteX11" fmla="*/ 3185080 w 8860163"/>
                <a:gd name="connsiteY11" fmla="*/ 5538932 h 6858000"/>
                <a:gd name="connsiteX12" fmla="*/ 5440322 w 8860163"/>
                <a:gd name="connsiteY12" fmla="*/ 4263021 h 6858000"/>
                <a:gd name="connsiteX13" fmla="*/ 5440322 w 8860163"/>
                <a:gd name="connsiteY13" fmla="*/ 4315026 h 6858000"/>
                <a:gd name="connsiteX14" fmla="*/ 5439091 w 8860163"/>
                <a:gd name="connsiteY14" fmla="*/ 5401645 h 6858000"/>
                <a:gd name="connsiteX15" fmla="*/ 5539399 w 8860163"/>
                <a:gd name="connsiteY15" fmla="*/ 5817404 h 6858000"/>
                <a:gd name="connsiteX16" fmla="*/ 5803676 w 8860163"/>
                <a:gd name="connsiteY16" fmla="*/ 6104261 h 6858000"/>
                <a:gd name="connsiteX17" fmla="*/ 6343273 w 8860163"/>
                <a:gd name="connsiteY17" fmla="*/ 6438996 h 6858000"/>
                <a:gd name="connsiteX18" fmla="*/ 6429317 w 8860163"/>
                <a:gd name="connsiteY18" fmla="*/ 6440548 h 6858000"/>
                <a:gd name="connsiteX19" fmla="*/ 6767111 w 8860163"/>
                <a:gd name="connsiteY19" fmla="*/ 6226189 h 6858000"/>
                <a:gd name="connsiteX20" fmla="*/ 7120295 w 8860163"/>
                <a:gd name="connsiteY20" fmla="*/ 5958053 h 6858000"/>
                <a:gd name="connsiteX21" fmla="*/ 7308871 w 8860163"/>
                <a:gd name="connsiteY21" fmla="*/ 5476232 h 6858000"/>
                <a:gd name="connsiteX22" fmla="*/ 7309668 w 8860163"/>
                <a:gd name="connsiteY22" fmla="*/ 4657912 h 6858000"/>
                <a:gd name="connsiteX23" fmla="*/ 7309668 w 8860163"/>
                <a:gd name="connsiteY23" fmla="*/ 4263021 h 6858000"/>
                <a:gd name="connsiteX24" fmla="*/ 5440322 w 8860163"/>
                <a:gd name="connsiteY24" fmla="*/ 4263021 h 6858000"/>
                <a:gd name="connsiteX25" fmla="*/ 5100441 w 8860163"/>
                <a:gd name="connsiteY25" fmla="*/ 3932258 h 6858000"/>
                <a:gd name="connsiteX26" fmla="*/ 7647327 w 8860163"/>
                <a:gd name="connsiteY26" fmla="*/ 3932258 h 6858000"/>
                <a:gd name="connsiteX27" fmla="*/ 7649451 w 8860163"/>
                <a:gd name="connsiteY27" fmla="*/ 3968470 h 6858000"/>
                <a:gd name="connsiteX28" fmla="*/ 7647443 w 8860163"/>
                <a:gd name="connsiteY28" fmla="*/ 5533427 h 6858000"/>
                <a:gd name="connsiteX29" fmla="*/ 7499183 w 8860163"/>
                <a:gd name="connsiteY29" fmla="*/ 6015686 h 6858000"/>
                <a:gd name="connsiteX30" fmla="*/ 7473152 w 8860163"/>
                <a:gd name="connsiteY30" fmla="*/ 6059613 h 6858000"/>
                <a:gd name="connsiteX31" fmla="*/ 7069772 w 8860163"/>
                <a:gd name="connsiteY31" fmla="*/ 6442091 h 6858000"/>
                <a:gd name="connsiteX32" fmla="*/ 6671773 w 8860163"/>
                <a:gd name="connsiteY32" fmla="*/ 6691278 h 6858000"/>
                <a:gd name="connsiteX33" fmla="*/ 6417971 w 8860163"/>
                <a:gd name="connsiteY33" fmla="*/ 6851608 h 6858000"/>
                <a:gd name="connsiteX34" fmla="*/ 6366949 w 8860163"/>
                <a:gd name="connsiteY34" fmla="*/ 6852736 h 6858000"/>
                <a:gd name="connsiteX35" fmla="*/ 5586378 w 8860163"/>
                <a:gd name="connsiteY35" fmla="*/ 6370351 h 6858000"/>
                <a:gd name="connsiteX36" fmla="*/ 5260564 w 8860163"/>
                <a:gd name="connsiteY36" fmla="*/ 6019260 h 6858000"/>
                <a:gd name="connsiteX37" fmla="*/ 5110520 w 8860163"/>
                <a:gd name="connsiteY37" fmla="*/ 5618888 h 6858000"/>
                <a:gd name="connsiteX38" fmla="*/ 5100842 w 8860163"/>
                <a:gd name="connsiteY38" fmla="*/ 5504844 h 6858000"/>
                <a:gd name="connsiteX39" fmla="*/ 5100441 w 8860163"/>
                <a:gd name="connsiteY39" fmla="*/ 3984577 h 6858000"/>
                <a:gd name="connsiteX40" fmla="*/ 5100441 w 8860163"/>
                <a:gd name="connsiteY40" fmla="*/ 3932258 h 6858000"/>
                <a:gd name="connsiteX41" fmla="*/ 4743860 w 8860163"/>
                <a:gd name="connsiteY41" fmla="*/ 75 h 6858000"/>
                <a:gd name="connsiteX42" fmla="*/ 4877252 w 8860163"/>
                <a:gd name="connsiteY42" fmla="*/ 4530 h 6858000"/>
                <a:gd name="connsiteX43" fmla="*/ 5532363 w 8860163"/>
                <a:gd name="connsiteY43" fmla="*/ 154603 h 6858000"/>
                <a:gd name="connsiteX44" fmla="*/ 6089640 w 8860163"/>
                <a:gd name="connsiteY44" fmla="*/ 481361 h 6858000"/>
                <a:gd name="connsiteX45" fmla="*/ 6393131 w 8860163"/>
                <a:gd name="connsiteY45" fmla="*/ 782223 h 6858000"/>
                <a:gd name="connsiteX46" fmla="*/ 6712776 w 8860163"/>
                <a:gd name="connsiteY46" fmla="*/ 1279431 h 6858000"/>
                <a:gd name="connsiteX47" fmla="*/ 6872841 w 8860163"/>
                <a:gd name="connsiteY47" fmla="*/ 1782652 h 6858000"/>
                <a:gd name="connsiteX48" fmla="*/ 6907155 w 8860163"/>
                <a:gd name="connsiteY48" fmla="*/ 2423146 h 6858000"/>
                <a:gd name="connsiteX49" fmla="*/ 6907183 w 8860163"/>
                <a:gd name="connsiteY49" fmla="*/ 2471041 h 6858000"/>
                <a:gd name="connsiteX50" fmla="*/ 7302810 w 8860163"/>
                <a:gd name="connsiteY50" fmla="*/ 2471423 h 6858000"/>
                <a:gd name="connsiteX51" fmla="*/ 8256135 w 8860163"/>
                <a:gd name="connsiteY51" fmla="*/ 2796252 h 6858000"/>
                <a:gd name="connsiteX52" fmla="*/ 8796045 w 8860163"/>
                <a:gd name="connsiteY52" fmla="*/ 3565164 h 6858000"/>
                <a:gd name="connsiteX53" fmla="*/ 8854633 w 8860163"/>
                <a:gd name="connsiteY53" fmla="*/ 4144926 h 6858000"/>
                <a:gd name="connsiteX54" fmla="*/ 8687717 w 8860163"/>
                <a:gd name="connsiteY54" fmla="*/ 4712785 h 6858000"/>
                <a:gd name="connsiteX55" fmla="*/ 8235869 w 8860163"/>
                <a:gd name="connsiteY55" fmla="*/ 5236914 h 6858000"/>
                <a:gd name="connsiteX56" fmla="*/ 7878116 w 8860163"/>
                <a:gd name="connsiteY56" fmla="*/ 5432225 h 6858000"/>
                <a:gd name="connsiteX57" fmla="*/ 7839104 w 8860163"/>
                <a:gd name="connsiteY57" fmla="*/ 5443178 h 6858000"/>
                <a:gd name="connsiteX58" fmla="*/ 7839104 w 8860163"/>
                <a:gd name="connsiteY58" fmla="*/ 4989839 h 6858000"/>
                <a:gd name="connsiteX59" fmla="*/ 8357547 w 8860163"/>
                <a:gd name="connsiteY59" fmla="*/ 4410328 h 6858000"/>
                <a:gd name="connsiteX60" fmla="*/ 8434955 w 8860163"/>
                <a:gd name="connsiteY60" fmla="*/ 3907322 h 6858000"/>
                <a:gd name="connsiteX61" fmla="*/ 8210551 w 8860163"/>
                <a:gd name="connsiteY61" fmla="*/ 3331298 h 6858000"/>
                <a:gd name="connsiteX62" fmla="*/ 7812882 w 8860163"/>
                <a:gd name="connsiteY62" fmla="*/ 3001006 h 6858000"/>
                <a:gd name="connsiteX63" fmla="*/ 7392859 w 8860163"/>
                <a:gd name="connsiteY63" fmla="*/ 2883402 h 6858000"/>
                <a:gd name="connsiteX64" fmla="*/ 6630203 w 8860163"/>
                <a:gd name="connsiteY64" fmla="*/ 2873652 h 6858000"/>
                <a:gd name="connsiteX65" fmla="*/ 6487048 w 8860163"/>
                <a:gd name="connsiteY65" fmla="*/ 2728846 h 6858000"/>
                <a:gd name="connsiteX66" fmla="*/ 6494385 w 8860163"/>
                <a:gd name="connsiteY66" fmla="*/ 2109233 h 6858000"/>
                <a:gd name="connsiteX67" fmla="*/ 6380360 w 8860163"/>
                <a:gd name="connsiteY67" fmla="*/ 1561156 h 6858000"/>
                <a:gd name="connsiteX68" fmla="*/ 6117298 w 8860163"/>
                <a:gd name="connsiteY68" fmla="*/ 1097385 h 6858000"/>
                <a:gd name="connsiteX69" fmla="*/ 5643526 w 8860163"/>
                <a:gd name="connsiteY69" fmla="*/ 675917 h 6858000"/>
                <a:gd name="connsiteX70" fmla="*/ 5090154 w 8860163"/>
                <a:gd name="connsiteY70" fmla="*/ 454188 h 6858000"/>
                <a:gd name="connsiteX71" fmla="*/ 4873729 w 8860163"/>
                <a:gd name="connsiteY71" fmla="*/ 423472 h 6858000"/>
                <a:gd name="connsiteX72" fmla="*/ 4687963 w 8860163"/>
                <a:gd name="connsiteY72" fmla="*/ 414477 h 6858000"/>
                <a:gd name="connsiteX73" fmla="*/ 4135962 w 8860163"/>
                <a:gd name="connsiteY73" fmla="*/ 529704 h 6858000"/>
                <a:gd name="connsiteX74" fmla="*/ 3572253 w 8860163"/>
                <a:gd name="connsiteY74" fmla="*/ 898289 h 6858000"/>
                <a:gd name="connsiteX75" fmla="*/ 3105761 w 8860163"/>
                <a:gd name="connsiteY75" fmla="*/ 1542466 h 6858000"/>
                <a:gd name="connsiteX76" fmla="*/ 3083854 w 8860163"/>
                <a:gd name="connsiteY76" fmla="*/ 1594342 h 6858000"/>
                <a:gd name="connsiteX77" fmla="*/ 2855470 w 8860163"/>
                <a:gd name="connsiteY77" fmla="*/ 1680112 h 6858000"/>
                <a:gd name="connsiteX78" fmla="*/ 2401189 w 8860163"/>
                <a:gd name="connsiteY78" fmla="*/ 1567588 h 6858000"/>
                <a:gd name="connsiteX79" fmla="*/ 2208535 w 8860163"/>
                <a:gd name="connsiteY79" fmla="*/ 1551470 h 6858000"/>
                <a:gd name="connsiteX80" fmla="*/ 1859414 w 8860163"/>
                <a:gd name="connsiteY80" fmla="*/ 1588506 h 6858000"/>
                <a:gd name="connsiteX81" fmla="*/ 1406066 w 8860163"/>
                <a:gd name="connsiteY81" fmla="*/ 1746446 h 6858000"/>
                <a:gd name="connsiteX82" fmla="*/ 1021102 w 8860163"/>
                <a:gd name="connsiteY82" fmla="*/ 2009191 h 6858000"/>
                <a:gd name="connsiteX83" fmla="*/ 710928 w 8860163"/>
                <a:gd name="connsiteY83" fmla="*/ 2366963 h 6858000"/>
                <a:gd name="connsiteX84" fmla="*/ 450318 w 8860163"/>
                <a:gd name="connsiteY84" fmla="*/ 3002013 h 6858000"/>
                <a:gd name="connsiteX85" fmla="*/ 424357 w 8860163"/>
                <a:gd name="connsiteY85" fmla="*/ 3469606 h 6858000"/>
                <a:gd name="connsiteX86" fmla="*/ 526962 w 8860163"/>
                <a:gd name="connsiteY86" fmla="*/ 3940293 h 6858000"/>
                <a:gd name="connsiteX87" fmla="*/ 526925 w 8860163"/>
                <a:gd name="connsiteY87" fmla="*/ 3961118 h 6858000"/>
                <a:gd name="connsiteX88" fmla="*/ 355888 w 8860163"/>
                <a:gd name="connsiteY88" fmla="*/ 4020107 h 6858000"/>
                <a:gd name="connsiteX89" fmla="*/ 527390 w 8860163"/>
                <a:gd name="connsiteY89" fmla="*/ 3964642 h 6858000"/>
                <a:gd name="connsiteX90" fmla="*/ 628104 w 8860163"/>
                <a:gd name="connsiteY90" fmla="*/ 4166683 h 6858000"/>
                <a:gd name="connsiteX91" fmla="*/ 876987 w 8860163"/>
                <a:gd name="connsiteY91" fmla="*/ 4523430 h 6858000"/>
                <a:gd name="connsiteX92" fmla="*/ 1298017 w 8860163"/>
                <a:gd name="connsiteY92" fmla="*/ 4870193 h 6858000"/>
                <a:gd name="connsiteX93" fmla="*/ 1853728 w 8860163"/>
                <a:gd name="connsiteY93" fmla="*/ 5084017 h 6858000"/>
                <a:gd name="connsiteX94" fmla="*/ 2033275 w 8860163"/>
                <a:gd name="connsiteY94" fmla="*/ 5099026 h 6858000"/>
                <a:gd name="connsiteX95" fmla="*/ 2033275 w 8860163"/>
                <a:gd name="connsiteY95" fmla="*/ 5521351 h 6858000"/>
                <a:gd name="connsiteX96" fmla="*/ 1904616 w 8860163"/>
                <a:gd name="connsiteY96" fmla="*/ 5512076 h 6858000"/>
                <a:gd name="connsiteX97" fmla="*/ 1375472 w 8860163"/>
                <a:gd name="connsiteY97" fmla="*/ 5377497 h 6858000"/>
                <a:gd name="connsiteX98" fmla="*/ 890774 w 8860163"/>
                <a:gd name="connsiteY98" fmla="*/ 5106408 h 6858000"/>
                <a:gd name="connsiteX99" fmla="*/ 618251 w 8860163"/>
                <a:gd name="connsiteY99" fmla="*/ 4869196 h 6858000"/>
                <a:gd name="connsiteX100" fmla="*/ 290122 w 8860163"/>
                <a:gd name="connsiteY100" fmla="*/ 4433158 h 6858000"/>
                <a:gd name="connsiteX101" fmla="*/ 129302 w 8860163"/>
                <a:gd name="connsiteY101" fmla="*/ 4093227 h 6858000"/>
                <a:gd name="connsiteX102" fmla="*/ 355841 w 8860163"/>
                <a:gd name="connsiteY102" fmla="*/ 4020125 h 6858000"/>
                <a:gd name="connsiteX103" fmla="*/ 128929 w 8860163"/>
                <a:gd name="connsiteY103" fmla="*/ 4089946 h 6858000"/>
                <a:gd name="connsiteX104" fmla="*/ 13516 w 8860163"/>
                <a:gd name="connsiteY104" fmla="*/ 3609387 h 6858000"/>
                <a:gd name="connsiteX105" fmla="*/ 4427 w 8860163"/>
                <a:gd name="connsiteY105" fmla="*/ 3160037 h 6858000"/>
                <a:gd name="connsiteX106" fmla="*/ 155804 w 8860163"/>
                <a:gd name="connsiteY106" fmla="*/ 2514425 h 6858000"/>
                <a:gd name="connsiteX107" fmla="*/ 436242 w 8860163"/>
                <a:gd name="connsiteY107" fmla="*/ 2024619 h 6858000"/>
                <a:gd name="connsiteX108" fmla="*/ 648639 w 8860163"/>
                <a:gd name="connsiteY108" fmla="*/ 1777777 h 6858000"/>
                <a:gd name="connsiteX109" fmla="*/ 1115682 w 8860163"/>
                <a:gd name="connsiteY109" fmla="*/ 1425141 h 6858000"/>
                <a:gd name="connsiteX110" fmla="*/ 1717396 w 8860163"/>
                <a:gd name="connsiteY110" fmla="*/ 1194211 h 6858000"/>
                <a:gd name="connsiteX111" fmla="*/ 1990442 w 8860163"/>
                <a:gd name="connsiteY111" fmla="*/ 1157418 h 6858000"/>
                <a:gd name="connsiteX112" fmla="*/ 2337064 w 8860163"/>
                <a:gd name="connsiteY112" fmla="*/ 1149410 h 6858000"/>
                <a:gd name="connsiteX113" fmla="*/ 2665901 w 8860163"/>
                <a:gd name="connsiteY113" fmla="*/ 1195553 h 6858000"/>
                <a:gd name="connsiteX114" fmla="*/ 2708772 w 8860163"/>
                <a:gd name="connsiteY114" fmla="*/ 1203486 h 6858000"/>
                <a:gd name="connsiteX115" fmla="*/ 2846828 w 8860163"/>
                <a:gd name="connsiteY115" fmla="*/ 1146418 h 6858000"/>
                <a:gd name="connsiteX116" fmla="*/ 3102135 w 8860163"/>
                <a:gd name="connsiteY116" fmla="*/ 787499 h 6858000"/>
                <a:gd name="connsiteX117" fmla="*/ 3698284 w 8860163"/>
                <a:gd name="connsiteY117" fmla="*/ 283981 h 6858000"/>
                <a:gd name="connsiteX118" fmla="*/ 4344240 w 8860163"/>
                <a:gd name="connsiteY118" fmla="*/ 36532 h 6858000"/>
                <a:gd name="connsiteX119" fmla="*/ 4610462 w 8860163"/>
                <a:gd name="connsiteY119" fmla="*/ 2918 h 6858000"/>
                <a:gd name="connsiteX120" fmla="*/ 4743860 w 8860163"/>
                <a:gd name="connsiteY120" fmla="*/ 7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8860163" h="6858000">
                  <a:moveTo>
                    <a:pt x="3185080" y="5118219"/>
                  </a:moveTo>
                  <a:lnTo>
                    <a:pt x="4380492" y="5118219"/>
                  </a:lnTo>
                  <a:lnTo>
                    <a:pt x="4380492" y="5119338"/>
                  </a:lnTo>
                  <a:lnTo>
                    <a:pt x="4408411" y="5119338"/>
                  </a:lnTo>
                  <a:lnTo>
                    <a:pt x="4408411" y="5120037"/>
                  </a:lnTo>
                  <a:lnTo>
                    <a:pt x="4905106" y="5120037"/>
                  </a:lnTo>
                  <a:lnTo>
                    <a:pt x="4905106" y="5538746"/>
                  </a:lnTo>
                  <a:lnTo>
                    <a:pt x="4385358" y="5538746"/>
                  </a:lnTo>
                  <a:lnTo>
                    <a:pt x="4385358" y="5538131"/>
                  </a:lnTo>
                  <a:lnTo>
                    <a:pt x="4380492" y="5538131"/>
                  </a:lnTo>
                  <a:lnTo>
                    <a:pt x="4380492" y="5538932"/>
                  </a:lnTo>
                  <a:lnTo>
                    <a:pt x="3185080" y="5538932"/>
                  </a:lnTo>
                  <a:close/>
                  <a:moveTo>
                    <a:pt x="5440322" y="4263021"/>
                  </a:moveTo>
                  <a:cubicBezTo>
                    <a:pt x="5440322" y="4282437"/>
                    <a:pt x="5440322" y="4298732"/>
                    <a:pt x="5440322" y="4315026"/>
                  </a:cubicBezTo>
                  <a:cubicBezTo>
                    <a:pt x="5440322" y="4677238"/>
                    <a:pt x="5442868" y="5039474"/>
                    <a:pt x="5439091" y="5401645"/>
                  </a:cubicBezTo>
                  <a:cubicBezTo>
                    <a:pt x="5437540" y="5550313"/>
                    <a:pt x="5468407" y="5688418"/>
                    <a:pt x="5539399" y="5817404"/>
                  </a:cubicBezTo>
                  <a:cubicBezTo>
                    <a:pt x="5603699" y="5934229"/>
                    <a:pt x="5688959" y="6033266"/>
                    <a:pt x="5803676" y="6104261"/>
                  </a:cubicBezTo>
                  <a:cubicBezTo>
                    <a:pt x="5983665" y="6215649"/>
                    <a:pt x="6164535" y="6325642"/>
                    <a:pt x="6343273" y="6438996"/>
                  </a:cubicBezTo>
                  <a:cubicBezTo>
                    <a:pt x="6375498" y="6459434"/>
                    <a:pt x="6399642" y="6459410"/>
                    <a:pt x="6429317" y="6440548"/>
                  </a:cubicBezTo>
                  <a:cubicBezTo>
                    <a:pt x="6541868" y="6369004"/>
                    <a:pt x="6656665" y="6300825"/>
                    <a:pt x="6767111" y="6226189"/>
                  </a:cubicBezTo>
                  <a:cubicBezTo>
                    <a:pt x="6889539" y="6143457"/>
                    <a:pt x="7024726" y="6078558"/>
                    <a:pt x="7120295" y="5958053"/>
                  </a:cubicBezTo>
                  <a:cubicBezTo>
                    <a:pt x="7233213" y="5815671"/>
                    <a:pt x="7306778" y="5659254"/>
                    <a:pt x="7308871" y="5476232"/>
                  </a:cubicBezTo>
                  <a:cubicBezTo>
                    <a:pt x="7311957" y="5206473"/>
                    <a:pt x="7309668" y="4936652"/>
                    <a:pt x="7309668" y="4657912"/>
                  </a:cubicBezTo>
                  <a:cubicBezTo>
                    <a:pt x="7309668" y="4525904"/>
                    <a:pt x="7309668" y="4393895"/>
                    <a:pt x="7309668" y="4263021"/>
                  </a:cubicBezTo>
                  <a:cubicBezTo>
                    <a:pt x="6683225" y="4263021"/>
                    <a:pt x="6062568" y="4263021"/>
                    <a:pt x="5440322" y="4263021"/>
                  </a:cubicBezTo>
                  <a:close/>
                  <a:moveTo>
                    <a:pt x="5100441" y="3932258"/>
                  </a:moveTo>
                  <a:cubicBezTo>
                    <a:pt x="5948863" y="3932258"/>
                    <a:pt x="6796045" y="3932258"/>
                    <a:pt x="7647327" y="3932258"/>
                  </a:cubicBezTo>
                  <a:cubicBezTo>
                    <a:pt x="7647983" y="3942967"/>
                    <a:pt x="7649448" y="3955719"/>
                    <a:pt x="7649451" y="3968470"/>
                  </a:cubicBezTo>
                  <a:cubicBezTo>
                    <a:pt x="7649565" y="4490131"/>
                    <a:pt x="7653257" y="5011833"/>
                    <a:pt x="7647443" y="5533427"/>
                  </a:cubicBezTo>
                  <a:cubicBezTo>
                    <a:pt x="7645529" y="5705187"/>
                    <a:pt x="7583342" y="5865558"/>
                    <a:pt x="7499183" y="6015686"/>
                  </a:cubicBezTo>
                  <a:cubicBezTo>
                    <a:pt x="7491385" y="6029597"/>
                    <a:pt x="7483406" y="6043405"/>
                    <a:pt x="7473152" y="6059613"/>
                  </a:cubicBezTo>
                  <a:cubicBezTo>
                    <a:pt x="7369596" y="6222938"/>
                    <a:pt x="7229287" y="6342594"/>
                    <a:pt x="7069772" y="6442091"/>
                  </a:cubicBezTo>
                  <a:cubicBezTo>
                    <a:pt x="6936965" y="6524929"/>
                    <a:pt x="6804228" y="6607879"/>
                    <a:pt x="6671773" y="6691278"/>
                  </a:cubicBezTo>
                  <a:cubicBezTo>
                    <a:pt x="6587088" y="6744600"/>
                    <a:pt x="6503558" y="6799792"/>
                    <a:pt x="6417971" y="6851608"/>
                  </a:cubicBezTo>
                  <a:cubicBezTo>
                    <a:pt x="6405053" y="6859428"/>
                    <a:pt x="6379469" y="6860389"/>
                    <a:pt x="6366949" y="6852736"/>
                  </a:cubicBezTo>
                  <a:cubicBezTo>
                    <a:pt x="6105976" y="6693213"/>
                    <a:pt x="5844871" y="6533843"/>
                    <a:pt x="5586378" y="6370351"/>
                  </a:cubicBezTo>
                  <a:cubicBezTo>
                    <a:pt x="5447780" y="6282688"/>
                    <a:pt x="5346595" y="6157777"/>
                    <a:pt x="5260564" y="6019260"/>
                  </a:cubicBezTo>
                  <a:cubicBezTo>
                    <a:pt x="5183660" y="5895439"/>
                    <a:pt x="5141088" y="5759406"/>
                    <a:pt x="5110520" y="5618888"/>
                  </a:cubicBezTo>
                  <a:cubicBezTo>
                    <a:pt x="5102472" y="5581892"/>
                    <a:pt x="5100887" y="5542917"/>
                    <a:pt x="5100842" y="5504844"/>
                  </a:cubicBezTo>
                  <a:cubicBezTo>
                    <a:pt x="5100239" y="4998089"/>
                    <a:pt x="5100441" y="4491332"/>
                    <a:pt x="5100441" y="3984577"/>
                  </a:cubicBezTo>
                  <a:cubicBezTo>
                    <a:pt x="5100441" y="3968238"/>
                    <a:pt x="5100441" y="3951897"/>
                    <a:pt x="5100441" y="3932258"/>
                  </a:cubicBezTo>
                  <a:close/>
                  <a:moveTo>
                    <a:pt x="4743860" y="75"/>
                  </a:moveTo>
                  <a:cubicBezTo>
                    <a:pt x="4788334" y="427"/>
                    <a:pt x="4832806" y="1995"/>
                    <a:pt x="4877252" y="4530"/>
                  </a:cubicBezTo>
                  <a:cubicBezTo>
                    <a:pt x="5102860" y="17376"/>
                    <a:pt x="5321615" y="70529"/>
                    <a:pt x="5532363" y="154603"/>
                  </a:cubicBezTo>
                  <a:cubicBezTo>
                    <a:pt x="5734833" y="235367"/>
                    <a:pt x="5922705" y="342894"/>
                    <a:pt x="6089640" y="481361"/>
                  </a:cubicBezTo>
                  <a:cubicBezTo>
                    <a:pt x="6198892" y="571969"/>
                    <a:pt x="6296184" y="677875"/>
                    <a:pt x="6393131" y="782223"/>
                  </a:cubicBezTo>
                  <a:cubicBezTo>
                    <a:pt x="6528950" y="928408"/>
                    <a:pt x="6629812" y="1098830"/>
                    <a:pt x="6712776" y="1279431"/>
                  </a:cubicBezTo>
                  <a:cubicBezTo>
                    <a:pt x="6786707" y="1440363"/>
                    <a:pt x="6837017" y="1608697"/>
                    <a:pt x="6872841" y="1782652"/>
                  </a:cubicBezTo>
                  <a:cubicBezTo>
                    <a:pt x="6916607" y="1995162"/>
                    <a:pt x="6904741" y="2209219"/>
                    <a:pt x="6907155" y="2423146"/>
                  </a:cubicBezTo>
                  <a:cubicBezTo>
                    <a:pt x="6907323" y="2437697"/>
                    <a:pt x="6907183" y="2452248"/>
                    <a:pt x="6907183" y="2471041"/>
                  </a:cubicBezTo>
                  <a:cubicBezTo>
                    <a:pt x="7041399" y="2471041"/>
                    <a:pt x="7172146" y="2469046"/>
                    <a:pt x="7302810" y="2471423"/>
                  </a:cubicBezTo>
                  <a:cubicBezTo>
                    <a:pt x="7655017" y="2477837"/>
                    <a:pt x="7975371" y="2580527"/>
                    <a:pt x="8256135" y="2796252"/>
                  </a:cubicBezTo>
                  <a:cubicBezTo>
                    <a:pt x="8516046" y="2995954"/>
                    <a:pt x="8697803" y="3250300"/>
                    <a:pt x="8796045" y="3565164"/>
                  </a:cubicBezTo>
                  <a:cubicBezTo>
                    <a:pt x="8855388" y="3755357"/>
                    <a:pt x="8869641" y="3949885"/>
                    <a:pt x="8854633" y="4144926"/>
                  </a:cubicBezTo>
                  <a:cubicBezTo>
                    <a:pt x="8839308" y="4344059"/>
                    <a:pt x="8782883" y="4534980"/>
                    <a:pt x="8687717" y="4712785"/>
                  </a:cubicBezTo>
                  <a:cubicBezTo>
                    <a:pt x="8576116" y="4921295"/>
                    <a:pt x="8427302" y="5096611"/>
                    <a:pt x="8235869" y="5236914"/>
                  </a:cubicBezTo>
                  <a:cubicBezTo>
                    <a:pt x="8124846" y="5318294"/>
                    <a:pt x="8007326" y="5385402"/>
                    <a:pt x="7878116" y="5432225"/>
                  </a:cubicBezTo>
                  <a:cubicBezTo>
                    <a:pt x="7866371" y="5436485"/>
                    <a:pt x="7854010" y="5439049"/>
                    <a:pt x="7839104" y="5443178"/>
                  </a:cubicBezTo>
                  <a:cubicBezTo>
                    <a:pt x="7839104" y="5288082"/>
                    <a:pt x="7839104" y="5137823"/>
                    <a:pt x="7839104" y="4989839"/>
                  </a:cubicBezTo>
                  <a:cubicBezTo>
                    <a:pt x="8080092" y="4856126"/>
                    <a:pt x="8253199" y="4665486"/>
                    <a:pt x="8357547" y="4410328"/>
                  </a:cubicBezTo>
                  <a:cubicBezTo>
                    <a:pt x="8424002" y="4247830"/>
                    <a:pt x="8448780" y="4079384"/>
                    <a:pt x="8434955" y="3907322"/>
                  </a:cubicBezTo>
                  <a:cubicBezTo>
                    <a:pt x="8417859" y="3694672"/>
                    <a:pt x="8340693" y="3502046"/>
                    <a:pt x="8210551" y="3331298"/>
                  </a:cubicBezTo>
                  <a:cubicBezTo>
                    <a:pt x="8103191" y="3190445"/>
                    <a:pt x="7969367" y="3080242"/>
                    <a:pt x="7812882" y="3001006"/>
                  </a:cubicBezTo>
                  <a:cubicBezTo>
                    <a:pt x="7681855" y="2934663"/>
                    <a:pt x="7541635" y="2887131"/>
                    <a:pt x="7392859" y="2883402"/>
                  </a:cubicBezTo>
                  <a:cubicBezTo>
                    <a:pt x="7138718" y="2877045"/>
                    <a:pt x="6884437" y="2876308"/>
                    <a:pt x="6630203" y="2873652"/>
                  </a:cubicBezTo>
                  <a:cubicBezTo>
                    <a:pt x="6548274" y="2872794"/>
                    <a:pt x="6486163" y="2812044"/>
                    <a:pt x="6487048" y="2728846"/>
                  </a:cubicBezTo>
                  <a:cubicBezTo>
                    <a:pt x="6489267" y="2522302"/>
                    <a:pt x="6497377" y="2315693"/>
                    <a:pt x="6494385" y="2109233"/>
                  </a:cubicBezTo>
                  <a:cubicBezTo>
                    <a:pt x="6491644" y="1920279"/>
                    <a:pt x="6446862" y="1738243"/>
                    <a:pt x="6380360" y="1561156"/>
                  </a:cubicBezTo>
                  <a:cubicBezTo>
                    <a:pt x="6316981" y="1392412"/>
                    <a:pt x="6227156" y="1238835"/>
                    <a:pt x="6117298" y="1097385"/>
                  </a:cubicBezTo>
                  <a:cubicBezTo>
                    <a:pt x="5985758" y="928007"/>
                    <a:pt x="5826336" y="788404"/>
                    <a:pt x="5643526" y="675917"/>
                  </a:cubicBezTo>
                  <a:cubicBezTo>
                    <a:pt x="5471808" y="570263"/>
                    <a:pt x="5286388" y="497795"/>
                    <a:pt x="5090154" y="454188"/>
                  </a:cubicBezTo>
                  <a:cubicBezTo>
                    <a:pt x="5019214" y="438425"/>
                    <a:pt x="4946197" y="430781"/>
                    <a:pt x="4873729" y="423472"/>
                  </a:cubicBezTo>
                  <a:cubicBezTo>
                    <a:pt x="4812102" y="417255"/>
                    <a:pt x="4749851" y="413507"/>
                    <a:pt x="4687963" y="414477"/>
                  </a:cubicBezTo>
                  <a:cubicBezTo>
                    <a:pt x="4496819" y="417460"/>
                    <a:pt x="4312807" y="456229"/>
                    <a:pt x="4135962" y="529704"/>
                  </a:cubicBezTo>
                  <a:cubicBezTo>
                    <a:pt x="3924898" y="617395"/>
                    <a:pt x="3738769" y="741067"/>
                    <a:pt x="3572253" y="898289"/>
                  </a:cubicBezTo>
                  <a:cubicBezTo>
                    <a:pt x="3375460" y="1084120"/>
                    <a:pt x="3222190" y="1299473"/>
                    <a:pt x="3105761" y="1542466"/>
                  </a:cubicBezTo>
                  <a:cubicBezTo>
                    <a:pt x="3097660" y="1559375"/>
                    <a:pt x="3090631" y="1576835"/>
                    <a:pt x="3083854" y="1594342"/>
                  </a:cubicBezTo>
                  <a:cubicBezTo>
                    <a:pt x="3046260" y="1691559"/>
                    <a:pt x="2953685" y="1720140"/>
                    <a:pt x="2855470" y="1680112"/>
                  </a:cubicBezTo>
                  <a:cubicBezTo>
                    <a:pt x="2709639" y="1620685"/>
                    <a:pt x="2558495" y="1581421"/>
                    <a:pt x="2401189" y="1567588"/>
                  </a:cubicBezTo>
                  <a:cubicBezTo>
                    <a:pt x="2336916" y="1561929"/>
                    <a:pt x="2272259" y="1547956"/>
                    <a:pt x="2208535" y="1551470"/>
                  </a:cubicBezTo>
                  <a:cubicBezTo>
                    <a:pt x="2091770" y="1557921"/>
                    <a:pt x="1974399" y="1568007"/>
                    <a:pt x="1859414" y="1588506"/>
                  </a:cubicBezTo>
                  <a:cubicBezTo>
                    <a:pt x="1700729" y="1616798"/>
                    <a:pt x="1549743" y="1672132"/>
                    <a:pt x="1406066" y="1746446"/>
                  </a:cubicBezTo>
                  <a:cubicBezTo>
                    <a:pt x="1266965" y="1818401"/>
                    <a:pt x="1139639" y="1906120"/>
                    <a:pt x="1021102" y="2009191"/>
                  </a:cubicBezTo>
                  <a:cubicBezTo>
                    <a:pt x="900226" y="2114295"/>
                    <a:pt x="799168" y="2235078"/>
                    <a:pt x="710928" y="2366963"/>
                  </a:cubicBezTo>
                  <a:cubicBezTo>
                    <a:pt x="581327" y="2560661"/>
                    <a:pt x="497757" y="2774570"/>
                    <a:pt x="450318" y="3002013"/>
                  </a:cubicBezTo>
                  <a:cubicBezTo>
                    <a:pt x="418185" y="3156112"/>
                    <a:pt x="413422" y="3313521"/>
                    <a:pt x="424357" y="3469606"/>
                  </a:cubicBezTo>
                  <a:cubicBezTo>
                    <a:pt x="435617" y="3630491"/>
                    <a:pt x="468551" y="3788664"/>
                    <a:pt x="526962" y="3940293"/>
                  </a:cubicBezTo>
                  <a:cubicBezTo>
                    <a:pt x="528994" y="3945579"/>
                    <a:pt x="529059" y="3951619"/>
                    <a:pt x="526925" y="3961118"/>
                  </a:cubicBezTo>
                  <a:lnTo>
                    <a:pt x="355888" y="4020107"/>
                  </a:lnTo>
                  <a:lnTo>
                    <a:pt x="527390" y="3964642"/>
                  </a:lnTo>
                  <a:cubicBezTo>
                    <a:pt x="563242" y="4031871"/>
                    <a:pt x="593948" y="4100153"/>
                    <a:pt x="628104" y="4166683"/>
                  </a:cubicBezTo>
                  <a:cubicBezTo>
                    <a:pt x="694885" y="4296732"/>
                    <a:pt x="781326" y="4412845"/>
                    <a:pt x="876987" y="4523430"/>
                  </a:cubicBezTo>
                  <a:cubicBezTo>
                    <a:pt x="998012" y="4663351"/>
                    <a:pt x="1140683" y="4776117"/>
                    <a:pt x="1298017" y="4870193"/>
                  </a:cubicBezTo>
                  <a:cubicBezTo>
                    <a:pt x="1470405" y="4973265"/>
                    <a:pt x="1655676" y="5044111"/>
                    <a:pt x="1853728" y="5084017"/>
                  </a:cubicBezTo>
                  <a:lnTo>
                    <a:pt x="2033275" y="5099026"/>
                  </a:lnTo>
                  <a:lnTo>
                    <a:pt x="2033275" y="5521351"/>
                  </a:lnTo>
                  <a:lnTo>
                    <a:pt x="1904616" y="5512076"/>
                  </a:lnTo>
                  <a:cubicBezTo>
                    <a:pt x="1720948" y="5496481"/>
                    <a:pt x="1545763" y="5445369"/>
                    <a:pt x="1375472" y="5377497"/>
                  </a:cubicBezTo>
                  <a:cubicBezTo>
                    <a:pt x="1202235" y="5308450"/>
                    <a:pt x="1038199" y="5220853"/>
                    <a:pt x="890774" y="5106408"/>
                  </a:cubicBezTo>
                  <a:cubicBezTo>
                    <a:pt x="795738" y="5032635"/>
                    <a:pt x="703238" y="4954192"/>
                    <a:pt x="618251" y="4869196"/>
                  </a:cubicBezTo>
                  <a:cubicBezTo>
                    <a:pt x="488845" y="4739799"/>
                    <a:pt x="376452" y="4595134"/>
                    <a:pt x="290122" y="4433158"/>
                  </a:cubicBezTo>
                  <a:cubicBezTo>
                    <a:pt x="231721" y="4323561"/>
                    <a:pt x="182819" y="4208911"/>
                    <a:pt x="129302" y="4093227"/>
                  </a:cubicBezTo>
                  <a:lnTo>
                    <a:pt x="355841" y="4020125"/>
                  </a:lnTo>
                  <a:lnTo>
                    <a:pt x="128929" y="4089946"/>
                  </a:lnTo>
                  <a:cubicBezTo>
                    <a:pt x="71581" y="3934262"/>
                    <a:pt x="28664" y="3773880"/>
                    <a:pt x="13516" y="3609387"/>
                  </a:cubicBezTo>
                  <a:cubicBezTo>
                    <a:pt x="-187" y="3460480"/>
                    <a:pt x="-3944" y="3309289"/>
                    <a:pt x="4427" y="3160037"/>
                  </a:cubicBezTo>
                  <a:cubicBezTo>
                    <a:pt x="16937" y="2937180"/>
                    <a:pt x="71936" y="2721146"/>
                    <a:pt x="155804" y="2514425"/>
                  </a:cubicBezTo>
                  <a:cubicBezTo>
                    <a:pt x="226930" y="2339119"/>
                    <a:pt x="318125" y="2173414"/>
                    <a:pt x="436242" y="2024619"/>
                  </a:cubicBezTo>
                  <a:cubicBezTo>
                    <a:pt x="503713" y="1939613"/>
                    <a:pt x="571520" y="1853675"/>
                    <a:pt x="648639" y="1777777"/>
                  </a:cubicBezTo>
                  <a:cubicBezTo>
                    <a:pt x="788402" y="1640224"/>
                    <a:pt x="944179" y="1522181"/>
                    <a:pt x="1115682" y="1425141"/>
                  </a:cubicBezTo>
                  <a:cubicBezTo>
                    <a:pt x="1304980" y="1318042"/>
                    <a:pt x="1506257" y="1242284"/>
                    <a:pt x="1717396" y="1194211"/>
                  </a:cubicBezTo>
                  <a:cubicBezTo>
                    <a:pt x="1806644" y="1173889"/>
                    <a:pt x="1898939" y="1163710"/>
                    <a:pt x="1990442" y="1157418"/>
                  </a:cubicBezTo>
                  <a:cubicBezTo>
                    <a:pt x="2105706" y="1149494"/>
                    <a:pt x="2221996" y="1142894"/>
                    <a:pt x="2337064" y="1149410"/>
                  </a:cubicBezTo>
                  <a:cubicBezTo>
                    <a:pt x="2447192" y="1155647"/>
                    <a:pt x="2556342" y="1179361"/>
                    <a:pt x="2665901" y="1195553"/>
                  </a:cubicBezTo>
                  <a:cubicBezTo>
                    <a:pt x="2680275" y="1197679"/>
                    <a:pt x="2694706" y="1199944"/>
                    <a:pt x="2708772" y="1203486"/>
                  </a:cubicBezTo>
                  <a:cubicBezTo>
                    <a:pt x="2800974" y="1226698"/>
                    <a:pt x="2800014" y="1226278"/>
                    <a:pt x="2846828" y="1146418"/>
                  </a:cubicBezTo>
                  <a:cubicBezTo>
                    <a:pt x="2921328" y="1019324"/>
                    <a:pt x="3005113" y="899184"/>
                    <a:pt x="3102135" y="787499"/>
                  </a:cubicBezTo>
                  <a:cubicBezTo>
                    <a:pt x="3275036" y="588450"/>
                    <a:pt x="3470645" y="416537"/>
                    <a:pt x="3698284" y="283981"/>
                  </a:cubicBezTo>
                  <a:cubicBezTo>
                    <a:pt x="3899551" y="166786"/>
                    <a:pt x="4114718" y="84297"/>
                    <a:pt x="4344240" y="36532"/>
                  </a:cubicBezTo>
                  <a:cubicBezTo>
                    <a:pt x="4432760" y="18112"/>
                    <a:pt x="4521569" y="7579"/>
                    <a:pt x="4610462" y="2918"/>
                  </a:cubicBezTo>
                  <a:cubicBezTo>
                    <a:pt x="4654913" y="587"/>
                    <a:pt x="4699387" y="-277"/>
                    <a:pt x="4743860" y="75"/>
                  </a:cubicBezTo>
                  <a:close/>
                </a:path>
              </a:pathLst>
            </a:custGeom>
            <a:grpFill/>
            <a:ln w="6350" cap="flat">
              <a:noFill/>
              <a:prstDash val="solid"/>
              <a:miter/>
            </a:ln>
          </p:spPr>
          <p:txBody>
            <a:bodyPr wrap="square" rtlCol="0" anchor="ctr">
              <a:noAutofit/>
            </a:bodyPr>
            <a:lstStyle/>
            <a:p>
              <a:endParaRPr lang="en-US"/>
            </a:p>
          </p:txBody>
        </p:sp>
        <p:sp>
          <p:nvSpPr>
            <p:cNvPr id="2313" name="Freeform: Shape 2312">
              <a:extLst>
                <a:ext uri="{FF2B5EF4-FFF2-40B4-BE49-F238E27FC236}">
                  <a16:creationId xmlns:a16="http://schemas.microsoft.com/office/drawing/2014/main" id="{6E9E4632-04E5-7F3C-15A4-E343C228750D}"/>
                </a:ext>
                <a:ext uri="{C183D7F6-B498-43B3-948B-1728B52AA6E4}">
                  <adec:decorative xmlns:adec="http://schemas.microsoft.com/office/drawing/2017/decorative" val="1"/>
                </a:ext>
              </a:extLst>
            </p:cNvPr>
            <p:cNvSpPr/>
            <p:nvPr/>
          </p:nvSpPr>
          <p:spPr>
            <a:xfrm>
              <a:off x="696504" y="5176701"/>
              <a:ext cx="395389" cy="256207"/>
            </a:xfrm>
            <a:custGeom>
              <a:avLst/>
              <a:gdLst>
                <a:gd name="connsiteX0" fmla="*/ 1448267 w 5930835"/>
                <a:gd name="connsiteY0" fmla="*/ 3123216 h 3843106"/>
                <a:gd name="connsiteX1" fmla="*/ 2067851 w 5930835"/>
                <a:gd name="connsiteY1" fmla="*/ 3123216 h 3843106"/>
                <a:gd name="connsiteX2" fmla="*/ 2067851 w 5930835"/>
                <a:gd name="connsiteY2" fmla="*/ 3742801 h 3843106"/>
                <a:gd name="connsiteX3" fmla="*/ 1448267 w 5930835"/>
                <a:gd name="connsiteY3" fmla="*/ 3742801 h 3843106"/>
                <a:gd name="connsiteX4" fmla="*/ 5540873 w 5930835"/>
                <a:gd name="connsiteY4" fmla="*/ 2865831 h 3843106"/>
                <a:gd name="connsiteX5" fmla="*/ 5486574 w 5930835"/>
                <a:gd name="connsiteY5" fmla="*/ 2871267 h 3843106"/>
                <a:gd name="connsiteX6" fmla="*/ 5409113 w 5930835"/>
                <a:gd name="connsiteY6" fmla="*/ 3031750 h 3843106"/>
                <a:gd name="connsiteX7" fmla="*/ 5617421 w 5930835"/>
                <a:gd name="connsiteY7" fmla="*/ 3031098 h 3843106"/>
                <a:gd name="connsiteX8" fmla="*/ 5635588 w 5930835"/>
                <a:gd name="connsiteY8" fmla="*/ 3008487 h 3843106"/>
                <a:gd name="connsiteX9" fmla="*/ 5635646 w 5930835"/>
                <a:gd name="connsiteY9" fmla="*/ 2977201 h 3843106"/>
                <a:gd name="connsiteX10" fmla="*/ 5540873 w 5930835"/>
                <a:gd name="connsiteY10" fmla="*/ 2865831 h 3843106"/>
                <a:gd name="connsiteX11" fmla="*/ 5534223 w 5930835"/>
                <a:gd name="connsiteY11" fmla="*/ 2691790 h 3843106"/>
                <a:gd name="connsiteX12" fmla="*/ 5819053 w 5930835"/>
                <a:gd name="connsiteY12" fmla="*/ 3030756 h 3843106"/>
                <a:gd name="connsiteX13" fmla="*/ 5930835 w 5930835"/>
                <a:gd name="connsiteY13" fmla="*/ 3030756 h 3843106"/>
                <a:gd name="connsiteX14" fmla="*/ 5930835 w 5930835"/>
                <a:gd name="connsiteY14" fmla="*/ 3497142 h 3843106"/>
                <a:gd name="connsiteX15" fmla="*/ 5930835 w 5930835"/>
                <a:gd name="connsiteY15" fmla="*/ 3843106 h 3843106"/>
                <a:gd name="connsiteX16" fmla="*/ 5120749 w 5930835"/>
                <a:gd name="connsiteY16" fmla="*/ 3843106 h 3843106"/>
                <a:gd name="connsiteX17" fmla="*/ 5120749 w 5930835"/>
                <a:gd name="connsiteY17" fmla="*/ 3032915 h 3843106"/>
                <a:gd name="connsiteX18" fmla="*/ 5233998 w 5930835"/>
                <a:gd name="connsiteY18" fmla="*/ 3032915 h 3843106"/>
                <a:gd name="connsiteX19" fmla="*/ 5327755 w 5930835"/>
                <a:gd name="connsiteY19" fmla="*/ 2764634 h 3843106"/>
                <a:gd name="connsiteX20" fmla="*/ 5534223 w 5930835"/>
                <a:gd name="connsiteY20" fmla="*/ 2691790 h 3843106"/>
                <a:gd name="connsiteX21" fmla="*/ 1388504 w 5930835"/>
                <a:gd name="connsiteY21" fmla="*/ 33 h 3843106"/>
                <a:gd name="connsiteX22" fmla="*/ 1419632 w 5930835"/>
                <a:gd name="connsiteY22" fmla="*/ 1413 h 3843106"/>
                <a:gd name="connsiteX23" fmla="*/ 1433400 w 5930835"/>
                <a:gd name="connsiteY23" fmla="*/ 309059 h 3843106"/>
                <a:gd name="connsiteX24" fmla="*/ 623822 w 5930835"/>
                <a:gd name="connsiteY24" fmla="*/ 670512 h 3843106"/>
                <a:gd name="connsiteX25" fmla="*/ 313793 w 5930835"/>
                <a:gd name="connsiteY25" fmla="*/ 1499529 h 3843106"/>
                <a:gd name="connsiteX26" fmla="*/ 3523 w 5930835"/>
                <a:gd name="connsiteY26" fmla="*/ 1499529 h 3843106"/>
                <a:gd name="connsiteX27" fmla="*/ 152826 w 5930835"/>
                <a:gd name="connsiteY27" fmla="*/ 796074 h 3843106"/>
                <a:gd name="connsiteX28" fmla="*/ 461320 w 5930835"/>
                <a:gd name="connsiteY28" fmla="*/ 385736 h 3843106"/>
                <a:gd name="connsiteX29" fmla="*/ 946150 w 5930835"/>
                <a:gd name="connsiteY29" fmla="*/ 88438 h 3843106"/>
                <a:gd name="connsiteX30" fmla="*/ 1388504 w 5930835"/>
                <a:gd name="connsiteY30" fmla="*/ 33 h 384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930835" h="3843106">
                  <a:moveTo>
                    <a:pt x="1448267" y="3123216"/>
                  </a:moveTo>
                  <a:lnTo>
                    <a:pt x="2067851" y="3123216"/>
                  </a:lnTo>
                  <a:lnTo>
                    <a:pt x="2067851" y="3742801"/>
                  </a:lnTo>
                  <a:lnTo>
                    <a:pt x="1448267" y="3742801"/>
                  </a:lnTo>
                  <a:close/>
                  <a:moveTo>
                    <a:pt x="5540873" y="2865831"/>
                  </a:moveTo>
                  <a:cubicBezTo>
                    <a:pt x="5523537" y="2863296"/>
                    <a:pt x="5505061" y="2864841"/>
                    <a:pt x="5486574" y="2871267"/>
                  </a:cubicBezTo>
                  <a:cubicBezTo>
                    <a:pt x="5422848" y="2893418"/>
                    <a:pt x="5394315" y="2950591"/>
                    <a:pt x="5409113" y="3031750"/>
                  </a:cubicBezTo>
                  <a:cubicBezTo>
                    <a:pt x="5478041" y="3031750"/>
                    <a:pt x="5547741" y="3032121"/>
                    <a:pt x="5617421" y="3031098"/>
                  </a:cubicBezTo>
                  <a:cubicBezTo>
                    <a:pt x="5623434" y="3031009"/>
                    <a:pt x="5629312" y="3021700"/>
                    <a:pt x="5635588" y="3008487"/>
                  </a:cubicBezTo>
                  <a:cubicBezTo>
                    <a:pt x="5635617" y="2998059"/>
                    <a:pt x="5635825" y="2987626"/>
                    <a:pt x="5635646" y="2977201"/>
                  </a:cubicBezTo>
                  <a:cubicBezTo>
                    <a:pt x="5634630" y="2917766"/>
                    <a:pt x="5592881" y="2873437"/>
                    <a:pt x="5540873" y="2865831"/>
                  </a:cubicBezTo>
                  <a:close/>
                  <a:moveTo>
                    <a:pt x="5534223" y="2691790"/>
                  </a:moveTo>
                  <a:cubicBezTo>
                    <a:pt x="5692382" y="2694442"/>
                    <a:pt x="5788203" y="2806368"/>
                    <a:pt x="5819053" y="3030756"/>
                  </a:cubicBezTo>
                  <a:cubicBezTo>
                    <a:pt x="5853565" y="3030756"/>
                    <a:pt x="5888770" y="3030756"/>
                    <a:pt x="5930835" y="3030756"/>
                  </a:cubicBezTo>
                  <a:cubicBezTo>
                    <a:pt x="5930835" y="3187257"/>
                    <a:pt x="5930835" y="3339963"/>
                    <a:pt x="5930835" y="3497142"/>
                  </a:cubicBezTo>
                  <a:cubicBezTo>
                    <a:pt x="5930835" y="3614504"/>
                    <a:pt x="5930835" y="3727395"/>
                    <a:pt x="5930835" y="3843106"/>
                  </a:cubicBezTo>
                  <a:cubicBezTo>
                    <a:pt x="5659532" y="3843106"/>
                    <a:pt x="5392064" y="3843106"/>
                    <a:pt x="5120749" y="3843106"/>
                  </a:cubicBezTo>
                  <a:cubicBezTo>
                    <a:pt x="5120749" y="3575570"/>
                    <a:pt x="5120749" y="3307043"/>
                    <a:pt x="5120749" y="3032915"/>
                  </a:cubicBezTo>
                  <a:cubicBezTo>
                    <a:pt x="5156016" y="3032915"/>
                    <a:pt x="5192325" y="3032915"/>
                    <a:pt x="5233998" y="3032915"/>
                  </a:cubicBezTo>
                  <a:cubicBezTo>
                    <a:pt x="5223765" y="2925457"/>
                    <a:pt x="5249857" y="2833581"/>
                    <a:pt x="5327755" y="2764634"/>
                  </a:cubicBezTo>
                  <a:cubicBezTo>
                    <a:pt x="5385368" y="2713641"/>
                    <a:pt x="5455678" y="2690473"/>
                    <a:pt x="5534223" y="2691790"/>
                  </a:cubicBezTo>
                  <a:close/>
                  <a:moveTo>
                    <a:pt x="1388504" y="33"/>
                  </a:moveTo>
                  <a:cubicBezTo>
                    <a:pt x="1397394" y="-190"/>
                    <a:pt x="1406315" y="786"/>
                    <a:pt x="1419632" y="1413"/>
                  </a:cubicBezTo>
                  <a:cubicBezTo>
                    <a:pt x="1424175" y="102923"/>
                    <a:pt x="1428711" y="204269"/>
                    <a:pt x="1433400" y="309059"/>
                  </a:cubicBezTo>
                  <a:cubicBezTo>
                    <a:pt x="1112203" y="319671"/>
                    <a:pt x="841541" y="439555"/>
                    <a:pt x="623822" y="670512"/>
                  </a:cubicBezTo>
                  <a:cubicBezTo>
                    <a:pt x="406044" y="901533"/>
                    <a:pt x="296651" y="1176306"/>
                    <a:pt x="313793" y="1499529"/>
                  </a:cubicBezTo>
                  <a:cubicBezTo>
                    <a:pt x="209771" y="1499529"/>
                    <a:pt x="109095" y="1499529"/>
                    <a:pt x="3523" y="1499529"/>
                  </a:cubicBezTo>
                  <a:cubicBezTo>
                    <a:pt x="-15159" y="1252221"/>
                    <a:pt x="41304" y="1020227"/>
                    <a:pt x="152826" y="796074"/>
                  </a:cubicBezTo>
                  <a:cubicBezTo>
                    <a:pt x="233340" y="639831"/>
                    <a:pt x="333818" y="501871"/>
                    <a:pt x="461320" y="385736"/>
                  </a:cubicBezTo>
                  <a:cubicBezTo>
                    <a:pt x="603610" y="256133"/>
                    <a:pt x="763487" y="154133"/>
                    <a:pt x="946150" y="88438"/>
                  </a:cubicBezTo>
                  <a:cubicBezTo>
                    <a:pt x="1089629" y="36838"/>
                    <a:pt x="1235929" y="3841"/>
                    <a:pt x="1388504" y="33"/>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772" name="Group 2771">
            <a:extLst>
              <a:ext uri="{FF2B5EF4-FFF2-40B4-BE49-F238E27FC236}">
                <a16:creationId xmlns:a16="http://schemas.microsoft.com/office/drawing/2014/main" id="{9F364BB9-5AFE-8963-F3E5-54B333AE0DAA}"/>
              </a:ext>
              <a:ext uri="{C183D7F6-B498-43B3-948B-1728B52AA6E4}">
                <adec:decorative xmlns:adec="http://schemas.microsoft.com/office/drawing/2017/decorative" val="1"/>
              </a:ext>
            </a:extLst>
          </p:cNvPr>
          <p:cNvGrpSpPr>
            <a:grpSpLocks noChangeAspect="1"/>
          </p:cNvGrpSpPr>
          <p:nvPr/>
        </p:nvGrpSpPr>
        <p:grpSpPr>
          <a:xfrm>
            <a:off x="1355506" y="5049527"/>
            <a:ext cx="396357" cy="457200"/>
            <a:chOff x="1355506" y="5049527"/>
            <a:chExt cx="396357" cy="457200"/>
          </a:xfrm>
          <a:solidFill>
            <a:schemeClr val="accent2"/>
          </a:solidFill>
        </p:grpSpPr>
        <p:sp>
          <p:nvSpPr>
            <p:cNvPr id="2332" name="Freeform: Shape 2331">
              <a:extLst>
                <a:ext uri="{FF2B5EF4-FFF2-40B4-BE49-F238E27FC236}">
                  <a16:creationId xmlns:a16="http://schemas.microsoft.com/office/drawing/2014/main" id="{ADE1E54C-EE13-93DA-9E91-56649FB78587}"/>
                </a:ext>
                <a:ext uri="{C183D7F6-B498-43B3-948B-1728B52AA6E4}">
                  <adec:decorative xmlns:adec="http://schemas.microsoft.com/office/drawing/2017/decorative" val="1"/>
                </a:ext>
              </a:extLst>
            </p:cNvPr>
            <p:cNvSpPr/>
            <p:nvPr/>
          </p:nvSpPr>
          <p:spPr>
            <a:xfrm>
              <a:off x="1355506" y="5049527"/>
              <a:ext cx="336084" cy="325640"/>
            </a:xfrm>
            <a:custGeom>
              <a:avLst/>
              <a:gdLst>
                <a:gd name="connsiteX0" fmla="*/ 3222263 w 5041267"/>
                <a:gd name="connsiteY0" fmla="*/ 4485873 h 4884602"/>
                <a:gd name="connsiteX1" fmla="*/ 3629748 w 5041267"/>
                <a:gd name="connsiteY1" fmla="*/ 4485873 h 4884602"/>
                <a:gd name="connsiteX2" fmla="*/ 3629748 w 5041267"/>
                <a:gd name="connsiteY2" fmla="*/ 4884602 h 4884602"/>
                <a:gd name="connsiteX3" fmla="*/ 3222263 w 5041267"/>
                <a:gd name="connsiteY3" fmla="*/ 4884602 h 4884602"/>
                <a:gd name="connsiteX4" fmla="*/ 1002241 w 5041267"/>
                <a:gd name="connsiteY4" fmla="*/ 3671887 h 4884602"/>
                <a:gd name="connsiteX5" fmla="*/ 1411547 w 5041267"/>
                <a:gd name="connsiteY5" fmla="*/ 3671887 h 4884602"/>
                <a:gd name="connsiteX6" fmla="*/ 1411547 w 5041267"/>
                <a:gd name="connsiteY6" fmla="*/ 4075547 h 4884602"/>
                <a:gd name="connsiteX7" fmla="*/ 1002241 w 5041267"/>
                <a:gd name="connsiteY7" fmla="*/ 4075547 h 4884602"/>
                <a:gd name="connsiteX8" fmla="*/ 3225430 w 5041267"/>
                <a:gd name="connsiteY8" fmla="*/ 2869260 h 4884602"/>
                <a:gd name="connsiteX9" fmla="*/ 3634450 w 5041267"/>
                <a:gd name="connsiteY9" fmla="*/ 2869260 h 4884602"/>
                <a:gd name="connsiteX10" fmla="*/ 3634450 w 5041267"/>
                <a:gd name="connsiteY10" fmla="*/ 3267855 h 4884602"/>
                <a:gd name="connsiteX11" fmla="*/ 3225430 w 5041267"/>
                <a:gd name="connsiteY11" fmla="*/ 3267855 h 4884602"/>
                <a:gd name="connsiteX12" fmla="*/ 4641278 w 5041267"/>
                <a:gd name="connsiteY12" fmla="*/ 2863767 h 4884602"/>
                <a:gd name="connsiteX13" fmla="*/ 5041267 w 5041267"/>
                <a:gd name="connsiteY13" fmla="*/ 2863767 h 4884602"/>
                <a:gd name="connsiteX14" fmla="*/ 5041267 w 5041267"/>
                <a:gd name="connsiteY14" fmla="*/ 3268619 h 4884602"/>
                <a:gd name="connsiteX15" fmla="*/ 4641278 w 5041267"/>
                <a:gd name="connsiteY15" fmla="*/ 3268619 h 4884602"/>
                <a:gd name="connsiteX16" fmla="*/ 1005121 w 5041267"/>
                <a:gd name="connsiteY16" fmla="*/ 2062141 h 4884602"/>
                <a:gd name="connsiteX17" fmla="*/ 1406798 w 5041267"/>
                <a:gd name="connsiteY17" fmla="*/ 2062141 h 4884602"/>
                <a:gd name="connsiteX18" fmla="*/ 1406798 w 5041267"/>
                <a:gd name="connsiteY18" fmla="*/ 2465314 h 4884602"/>
                <a:gd name="connsiteX19" fmla="*/ 1005121 w 5041267"/>
                <a:gd name="connsiteY19" fmla="*/ 2465314 h 4884602"/>
                <a:gd name="connsiteX20" fmla="*/ 3222006 w 5041267"/>
                <a:gd name="connsiteY20" fmla="*/ 1251731 h 4884602"/>
                <a:gd name="connsiteX21" fmla="*/ 3629805 w 5041267"/>
                <a:gd name="connsiteY21" fmla="*/ 1251731 h 4884602"/>
                <a:gd name="connsiteX22" fmla="*/ 3629805 w 5041267"/>
                <a:gd name="connsiteY22" fmla="*/ 1652110 h 4884602"/>
                <a:gd name="connsiteX23" fmla="*/ 3222006 w 5041267"/>
                <a:gd name="connsiteY23" fmla="*/ 1652110 h 4884602"/>
                <a:gd name="connsiteX24" fmla="*/ 0 w 5041267"/>
                <a:gd name="connsiteY24" fmla="*/ 0 h 4884602"/>
                <a:gd name="connsiteX25" fmla="*/ 633897 w 5041267"/>
                <a:gd name="connsiteY25" fmla="*/ 0 h 4884602"/>
                <a:gd name="connsiteX26" fmla="*/ 633897 w 5041267"/>
                <a:gd name="connsiteY26" fmla="*/ 633896 h 4884602"/>
                <a:gd name="connsiteX27" fmla="*/ 0 w 5041267"/>
                <a:gd name="connsiteY27" fmla="*/ 633896 h 4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1267" h="4884602">
                  <a:moveTo>
                    <a:pt x="3222263" y="4485873"/>
                  </a:moveTo>
                  <a:lnTo>
                    <a:pt x="3629748" y="4485873"/>
                  </a:lnTo>
                  <a:lnTo>
                    <a:pt x="3629748" y="4884602"/>
                  </a:lnTo>
                  <a:lnTo>
                    <a:pt x="3222263" y="4884602"/>
                  </a:lnTo>
                  <a:close/>
                  <a:moveTo>
                    <a:pt x="1002241" y="3671887"/>
                  </a:moveTo>
                  <a:lnTo>
                    <a:pt x="1411547" y="3671887"/>
                  </a:lnTo>
                  <a:lnTo>
                    <a:pt x="1411547" y="4075547"/>
                  </a:lnTo>
                  <a:lnTo>
                    <a:pt x="1002241" y="4075547"/>
                  </a:lnTo>
                  <a:close/>
                  <a:moveTo>
                    <a:pt x="3225430" y="2869260"/>
                  </a:moveTo>
                  <a:lnTo>
                    <a:pt x="3634450" y="2869260"/>
                  </a:lnTo>
                  <a:lnTo>
                    <a:pt x="3634450" y="3267855"/>
                  </a:lnTo>
                  <a:lnTo>
                    <a:pt x="3225430" y="3267855"/>
                  </a:lnTo>
                  <a:close/>
                  <a:moveTo>
                    <a:pt x="4641278" y="2863767"/>
                  </a:moveTo>
                  <a:lnTo>
                    <a:pt x="5041267" y="2863767"/>
                  </a:lnTo>
                  <a:lnTo>
                    <a:pt x="5041267" y="3268619"/>
                  </a:lnTo>
                  <a:lnTo>
                    <a:pt x="4641278" y="3268619"/>
                  </a:lnTo>
                  <a:close/>
                  <a:moveTo>
                    <a:pt x="1005121" y="2062141"/>
                  </a:moveTo>
                  <a:lnTo>
                    <a:pt x="1406798" y="2062141"/>
                  </a:lnTo>
                  <a:lnTo>
                    <a:pt x="1406798" y="2465314"/>
                  </a:lnTo>
                  <a:lnTo>
                    <a:pt x="1005121" y="2465314"/>
                  </a:lnTo>
                  <a:close/>
                  <a:moveTo>
                    <a:pt x="3222006" y="1251731"/>
                  </a:moveTo>
                  <a:lnTo>
                    <a:pt x="3629805" y="1251731"/>
                  </a:lnTo>
                  <a:lnTo>
                    <a:pt x="3629805" y="1652110"/>
                  </a:lnTo>
                  <a:lnTo>
                    <a:pt x="3222006" y="1652110"/>
                  </a:lnTo>
                  <a:close/>
                  <a:moveTo>
                    <a:pt x="0" y="0"/>
                  </a:moveTo>
                  <a:lnTo>
                    <a:pt x="633897" y="0"/>
                  </a:lnTo>
                  <a:lnTo>
                    <a:pt x="633897" y="633896"/>
                  </a:lnTo>
                  <a:lnTo>
                    <a:pt x="0" y="633896"/>
                  </a:lnTo>
                  <a:close/>
                </a:path>
              </a:pathLst>
            </a:custGeom>
            <a:solidFill>
              <a:schemeClr val="bg1"/>
            </a:solidFill>
            <a:ln w="6350" cap="flat">
              <a:noFill/>
              <a:prstDash val="solid"/>
              <a:miter/>
            </a:ln>
          </p:spPr>
          <p:txBody>
            <a:bodyPr wrap="square" rtlCol="0" anchor="ctr">
              <a:noAutofit/>
            </a:bodyPr>
            <a:lstStyle/>
            <a:p>
              <a:endParaRPr lang="en-US" dirty="0"/>
            </a:p>
          </p:txBody>
        </p:sp>
        <p:sp>
          <p:nvSpPr>
            <p:cNvPr id="2333" name="Freeform: Shape 2332">
              <a:extLst>
                <a:ext uri="{FF2B5EF4-FFF2-40B4-BE49-F238E27FC236}">
                  <a16:creationId xmlns:a16="http://schemas.microsoft.com/office/drawing/2014/main" id="{D39144C9-D565-225B-A637-0C7270686DD4}"/>
                </a:ext>
                <a:ext uri="{C183D7F6-B498-43B3-948B-1728B52AA6E4}">
                  <adec:decorative xmlns:adec="http://schemas.microsoft.com/office/drawing/2017/decorative" val="1"/>
                </a:ext>
              </a:extLst>
            </p:cNvPr>
            <p:cNvSpPr/>
            <p:nvPr/>
          </p:nvSpPr>
          <p:spPr>
            <a:xfrm>
              <a:off x="1362795" y="5057025"/>
              <a:ext cx="389068" cy="449702"/>
            </a:xfrm>
            <a:custGeom>
              <a:avLst/>
              <a:gdLst>
                <a:gd name="connsiteX0" fmla="*/ 2233629 w 5836021"/>
                <a:gd name="connsiteY0" fmla="*/ 3467787 h 6745527"/>
                <a:gd name="connsiteX1" fmla="*/ 1821989 w 5836021"/>
                <a:gd name="connsiteY1" fmla="*/ 3743129 h 6745527"/>
                <a:gd name="connsiteX2" fmla="*/ 2545989 w 5836021"/>
                <a:gd name="connsiteY2" fmla="*/ 4044181 h 6745527"/>
                <a:gd name="connsiteX3" fmla="*/ 2556789 w 5836021"/>
                <a:gd name="connsiteY3" fmla="*/ 4031753 h 6745527"/>
                <a:gd name="connsiteX4" fmla="*/ 2273462 w 5836021"/>
                <a:gd name="connsiteY4" fmla="*/ 3533573 h 6745527"/>
                <a:gd name="connsiteX5" fmla="*/ 2233629 w 5836021"/>
                <a:gd name="connsiteY5" fmla="*/ 3467787 h 6745527"/>
                <a:gd name="connsiteX6" fmla="*/ 4418937 w 5836021"/>
                <a:gd name="connsiteY6" fmla="*/ 3356601 h 6745527"/>
                <a:gd name="connsiteX7" fmla="*/ 4448463 w 5836021"/>
                <a:gd name="connsiteY7" fmla="*/ 3357554 h 6745527"/>
                <a:gd name="connsiteX8" fmla="*/ 4487248 w 5836021"/>
                <a:gd name="connsiteY8" fmla="*/ 3374907 h 6745527"/>
                <a:gd name="connsiteX9" fmla="*/ 4502078 w 5836021"/>
                <a:gd name="connsiteY9" fmla="*/ 3537719 h 6745527"/>
                <a:gd name="connsiteX10" fmla="*/ 4333275 w 5836021"/>
                <a:gd name="connsiteY10" fmla="*/ 3764821 h 6745527"/>
                <a:gd name="connsiteX11" fmla="*/ 3927292 w 5836021"/>
                <a:gd name="connsiteY11" fmla="*/ 4305770 h 6745527"/>
                <a:gd name="connsiteX12" fmla="*/ 3763583 w 5836021"/>
                <a:gd name="connsiteY12" fmla="*/ 4354574 h 6745527"/>
                <a:gd name="connsiteX13" fmla="*/ 3759919 w 5836021"/>
                <a:gd name="connsiteY13" fmla="*/ 4178865 h 6745527"/>
                <a:gd name="connsiteX14" fmla="*/ 4284399 w 5836021"/>
                <a:gd name="connsiteY14" fmla="*/ 3479039 h 6745527"/>
                <a:gd name="connsiteX15" fmla="*/ 4333255 w 5836021"/>
                <a:gd name="connsiteY15" fmla="*/ 3414609 h 6745527"/>
                <a:gd name="connsiteX16" fmla="*/ 4418937 w 5836021"/>
                <a:gd name="connsiteY16" fmla="*/ 3356601 h 6745527"/>
                <a:gd name="connsiteX17" fmla="*/ 2057481 w 5836021"/>
                <a:gd name="connsiteY17" fmla="*/ 3182342 h 6745527"/>
                <a:gd name="connsiteX18" fmla="*/ 1925202 w 5836021"/>
                <a:gd name="connsiteY18" fmla="*/ 3407972 h 6745527"/>
                <a:gd name="connsiteX19" fmla="*/ 1936832 w 5836021"/>
                <a:gd name="connsiteY19" fmla="*/ 3415626 h 6745527"/>
                <a:gd name="connsiteX20" fmla="*/ 2129712 w 5836021"/>
                <a:gd name="connsiteY20" fmla="*/ 3284302 h 6745527"/>
                <a:gd name="connsiteX21" fmla="*/ 2074623 w 5836021"/>
                <a:gd name="connsiteY21" fmla="*/ 3185525 h 6745527"/>
                <a:gd name="connsiteX22" fmla="*/ 2057481 w 5836021"/>
                <a:gd name="connsiteY22" fmla="*/ 3182342 h 6745527"/>
                <a:gd name="connsiteX23" fmla="*/ 4024209 w 5836021"/>
                <a:gd name="connsiteY23" fmla="*/ 2849657 h 6745527"/>
                <a:gd name="connsiteX24" fmla="*/ 4210965 w 5836021"/>
                <a:gd name="connsiteY24" fmla="*/ 2851466 h 6745527"/>
                <a:gd name="connsiteX25" fmla="*/ 4332998 w 5836021"/>
                <a:gd name="connsiteY25" fmla="*/ 2955155 h 6745527"/>
                <a:gd name="connsiteX26" fmla="*/ 4212657 w 5836021"/>
                <a:gd name="connsiteY26" fmla="*/ 3059086 h 6745527"/>
                <a:gd name="connsiteX27" fmla="*/ 3846213 w 5836021"/>
                <a:gd name="connsiteY27" fmla="*/ 3059130 h 6745527"/>
                <a:gd name="connsiteX28" fmla="*/ 3727620 w 5836021"/>
                <a:gd name="connsiteY28" fmla="*/ 2916135 h 6745527"/>
                <a:gd name="connsiteX29" fmla="*/ 3837763 w 5836021"/>
                <a:gd name="connsiteY29" fmla="*/ 2853990 h 6745527"/>
                <a:gd name="connsiteX30" fmla="*/ 4024209 w 5836021"/>
                <a:gd name="connsiteY30" fmla="*/ 2849657 h 6745527"/>
                <a:gd name="connsiteX31" fmla="*/ 2305620 w 5836021"/>
                <a:gd name="connsiteY31" fmla="*/ 2743645 h 6745527"/>
                <a:gd name="connsiteX32" fmla="*/ 2197116 w 5836021"/>
                <a:gd name="connsiteY32" fmla="*/ 2934605 h 6745527"/>
                <a:gd name="connsiteX33" fmla="*/ 2194275 w 5836021"/>
                <a:gd name="connsiteY33" fmla="*/ 2972703 h 6745527"/>
                <a:gd name="connsiteX34" fmla="*/ 2305578 w 5836021"/>
                <a:gd name="connsiteY34" fmla="*/ 3168003 h 6745527"/>
                <a:gd name="connsiteX35" fmla="*/ 2597928 w 5836021"/>
                <a:gd name="connsiteY35" fmla="*/ 2972867 h 6745527"/>
                <a:gd name="connsiteX36" fmla="*/ 2585214 w 5836021"/>
                <a:gd name="connsiteY36" fmla="*/ 2929899 h 6745527"/>
                <a:gd name="connsiteX37" fmla="*/ 2305620 w 5836021"/>
                <a:gd name="connsiteY37" fmla="*/ 2743645 h 6745527"/>
                <a:gd name="connsiteX38" fmla="*/ 1928993 w 5836021"/>
                <a:gd name="connsiteY38" fmla="*/ 2513861 h 6745527"/>
                <a:gd name="connsiteX39" fmla="*/ 2064503 w 5836021"/>
                <a:gd name="connsiteY39" fmla="*/ 2744622 h 6745527"/>
                <a:gd name="connsiteX40" fmla="*/ 2132265 w 5836021"/>
                <a:gd name="connsiteY40" fmla="*/ 2621610 h 6745527"/>
                <a:gd name="connsiteX41" fmla="*/ 1928993 w 5836021"/>
                <a:gd name="connsiteY41" fmla="*/ 2513861 h 6745527"/>
                <a:gd name="connsiteX42" fmla="*/ 2556309 w 5836021"/>
                <a:gd name="connsiteY42" fmla="*/ 1870166 h 6745527"/>
                <a:gd name="connsiteX43" fmla="*/ 2556302 w 5836021"/>
                <a:gd name="connsiteY43" fmla="*/ 1870167 h 6745527"/>
                <a:gd name="connsiteX44" fmla="*/ 2553704 w 5836021"/>
                <a:gd name="connsiteY44" fmla="*/ 1882137 h 6745527"/>
                <a:gd name="connsiteX45" fmla="*/ 2543504 w 5836021"/>
                <a:gd name="connsiteY45" fmla="*/ 1876276 h 6745527"/>
                <a:gd name="connsiteX46" fmla="*/ 2556301 w 5836021"/>
                <a:gd name="connsiteY46" fmla="*/ 1870168 h 6745527"/>
                <a:gd name="connsiteX47" fmla="*/ 2547555 w 5836021"/>
                <a:gd name="connsiteY47" fmla="*/ 1872089 h 6745527"/>
                <a:gd name="connsiteX48" fmla="*/ 2531226 w 5836021"/>
                <a:gd name="connsiteY48" fmla="*/ 1875354 h 6745527"/>
                <a:gd name="connsiteX49" fmla="*/ 1821782 w 5836021"/>
                <a:gd name="connsiteY49" fmla="*/ 2169210 h 6745527"/>
                <a:gd name="connsiteX50" fmla="*/ 2236853 w 5836021"/>
                <a:gd name="connsiteY50" fmla="*/ 2445693 h 6745527"/>
                <a:gd name="connsiteX51" fmla="*/ 2556865 w 5836021"/>
                <a:gd name="connsiteY51" fmla="*/ 1880307 h 6745527"/>
                <a:gd name="connsiteX52" fmla="*/ 2556309 w 5836021"/>
                <a:gd name="connsiteY52" fmla="*/ 1870166 h 6745527"/>
                <a:gd name="connsiteX53" fmla="*/ 3812570 w 5836021"/>
                <a:gd name="connsiteY53" fmla="*/ 1539818 h 6745527"/>
                <a:gd name="connsiteX54" fmla="*/ 3852857 w 5836021"/>
                <a:gd name="connsiteY54" fmla="*/ 1543104 h 6745527"/>
                <a:gd name="connsiteX55" fmla="*/ 3923520 w 5836021"/>
                <a:gd name="connsiteY55" fmla="*/ 1603235 h 6745527"/>
                <a:gd name="connsiteX56" fmla="*/ 4495839 w 5836021"/>
                <a:gd name="connsiteY56" fmla="*/ 2365234 h 6745527"/>
                <a:gd name="connsiteX57" fmla="*/ 4491333 w 5836021"/>
                <a:gd name="connsiteY57" fmla="*/ 2534846 h 6745527"/>
                <a:gd name="connsiteX58" fmla="*/ 4327953 w 5836021"/>
                <a:gd name="connsiteY58" fmla="*/ 2490224 h 6745527"/>
                <a:gd name="connsiteX59" fmla="*/ 3753728 w 5836021"/>
                <a:gd name="connsiteY59" fmla="*/ 1721092 h 6745527"/>
                <a:gd name="connsiteX60" fmla="*/ 3734910 w 5836021"/>
                <a:gd name="connsiteY60" fmla="*/ 1595374 h 6745527"/>
                <a:gd name="connsiteX61" fmla="*/ 3812570 w 5836021"/>
                <a:gd name="connsiteY61" fmla="*/ 1539818 h 6745527"/>
                <a:gd name="connsiteX62" fmla="*/ 2823711 w 5836021"/>
                <a:gd name="connsiteY62" fmla="*/ 1538238 h 6745527"/>
                <a:gd name="connsiteX63" fmla="*/ 2893593 w 5836021"/>
                <a:gd name="connsiteY63" fmla="*/ 1574269 h 6745527"/>
                <a:gd name="connsiteX64" fmla="*/ 2888616 w 5836021"/>
                <a:gd name="connsiteY64" fmla="*/ 1726660 h 6745527"/>
                <a:gd name="connsiteX65" fmla="*/ 2410121 w 5836021"/>
                <a:gd name="connsiteY65" fmla="*/ 2559947 h 6745527"/>
                <a:gd name="connsiteX66" fmla="*/ 2634208 w 5836021"/>
                <a:gd name="connsiteY66" fmla="*/ 2710984 h 6745527"/>
                <a:gd name="connsiteX67" fmla="*/ 2853446 w 5836021"/>
                <a:gd name="connsiteY67" fmla="*/ 2855864 h 6745527"/>
                <a:gd name="connsiteX68" fmla="*/ 2851791 w 5836021"/>
                <a:gd name="connsiteY68" fmla="*/ 3057331 h 6745527"/>
                <a:gd name="connsiteX69" fmla="*/ 2410187 w 5836021"/>
                <a:gd name="connsiteY69" fmla="*/ 3350818 h 6745527"/>
                <a:gd name="connsiteX70" fmla="*/ 2675103 w 5836021"/>
                <a:gd name="connsiteY70" fmla="*/ 3815756 h 6745527"/>
                <a:gd name="connsiteX71" fmla="*/ 2894687 w 5836021"/>
                <a:gd name="connsiteY71" fmla="*/ 4199788 h 6745527"/>
                <a:gd name="connsiteX72" fmla="*/ 2916440 w 5836021"/>
                <a:gd name="connsiteY72" fmla="*/ 4296012 h 6745527"/>
                <a:gd name="connsiteX73" fmla="*/ 2749880 w 5836021"/>
                <a:gd name="connsiteY73" fmla="*/ 4357878 h 6745527"/>
                <a:gd name="connsiteX74" fmla="*/ 1575586 w 5836021"/>
                <a:gd name="connsiteY74" fmla="*/ 3869892 h 6745527"/>
                <a:gd name="connsiteX75" fmla="*/ 1519350 w 5836021"/>
                <a:gd name="connsiteY75" fmla="*/ 3691938 h 6745527"/>
                <a:gd name="connsiteX76" fmla="*/ 1921036 w 5836021"/>
                <a:gd name="connsiteY76" fmla="*/ 2990159 h 6745527"/>
                <a:gd name="connsiteX77" fmla="*/ 1921751 w 5836021"/>
                <a:gd name="connsiteY77" fmla="*/ 2922990 h 6745527"/>
                <a:gd name="connsiteX78" fmla="*/ 1526967 w 5836021"/>
                <a:gd name="connsiteY78" fmla="*/ 2233106 h 6745527"/>
                <a:gd name="connsiteX79" fmla="*/ 1594606 w 5836021"/>
                <a:gd name="connsiteY79" fmla="*/ 2036154 h 6745527"/>
                <a:gd name="connsiteX80" fmla="*/ 2743065 w 5836021"/>
                <a:gd name="connsiteY80" fmla="*/ 1557487 h 6745527"/>
                <a:gd name="connsiteX81" fmla="*/ 2823711 w 5836021"/>
                <a:gd name="connsiteY81" fmla="*/ 1538238 h 6745527"/>
                <a:gd name="connsiteX82" fmla="*/ 5745129 w 5836021"/>
                <a:gd name="connsiteY82" fmla="*/ 0 h 6745527"/>
                <a:gd name="connsiteX83" fmla="*/ 5823686 w 5836021"/>
                <a:gd name="connsiteY83" fmla="*/ 0 h 6745527"/>
                <a:gd name="connsiteX84" fmla="*/ 5829104 w 5836021"/>
                <a:gd name="connsiteY84" fmla="*/ 44471 h 6745527"/>
                <a:gd name="connsiteX85" fmla="*/ 5823076 w 5836021"/>
                <a:gd name="connsiteY85" fmla="*/ 3580005 h 6745527"/>
                <a:gd name="connsiteX86" fmla="*/ 4621938 w 5836021"/>
                <a:gd name="connsiteY86" fmla="*/ 5689317 h 6745527"/>
                <a:gd name="connsiteX87" fmla="*/ 3013772 w 5836021"/>
                <a:gd name="connsiteY87" fmla="*/ 6704289 h 6745527"/>
                <a:gd name="connsiteX88" fmla="*/ 2950435 w 5836021"/>
                <a:gd name="connsiteY88" fmla="*/ 6745527 h 6745527"/>
                <a:gd name="connsiteX89" fmla="*/ 1243007 w 5836021"/>
                <a:gd name="connsiteY89" fmla="*/ 5695411 h 6745527"/>
                <a:gd name="connsiteX90" fmla="*/ 28812 w 5836021"/>
                <a:gd name="connsiteY90" fmla="*/ 3850584 h 6745527"/>
                <a:gd name="connsiteX91" fmla="*/ 0 w 5836021"/>
                <a:gd name="connsiteY91" fmla="*/ 3444502 h 6745527"/>
                <a:gd name="connsiteX92" fmla="*/ 7573 w 5836021"/>
                <a:gd name="connsiteY92" fmla="*/ 1397649 h 6745527"/>
                <a:gd name="connsiteX93" fmla="*/ 3424 w 5836021"/>
                <a:gd name="connsiteY93" fmla="*/ 1397649 h 6745527"/>
                <a:gd name="connsiteX94" fmla="*/ 3424 w 5836021"/>
                <a:gd name="connsiteY94" fmla="*/ 1148425 h 6745527"/>
                <a:gd name="connsiteX95" fmla="*/ 1841 w 5836021"/>
                <a:gd name="connsiteY95" fmla="*/ 1148425 h 6745527"/>
                <a:gd name="connsiteX96" fmla="*/ 1841 w 5836021"/>
                <a:gd name="connsiteY96" fmla="*/ 1037736 h 6745527"/>
                <a:gd name="connsiteX97" fmla="*/ 1240 w 5836021"/>
                <a:gd name="connsiteY97" fmla="*/ 1037736 h 6745527"/>
                <a:gd name="connsiteX98" fmla="*/ 1240 w 5836021"/>
                <a:gd name="connsiteY98" fmla="*/ 912981 h 6745527"/>
                <a:gd name="connsiteX99" fmla="*/ 582 w 5836021"/>
                <a:gd name="connsiteY99" fmla="*/ 912981 h 6745527"/>
                <a:gd name="connsiteX100" fmla="*/ 582 w 5836021"/>
                <a:gd name="connsiteY100" fmla="*/ 831667 h 6745527"/>
                <a:gd name="connsiteX101" fmla="*/ 427732 w 5836021"/>
                <a:gd name="connsiteY101" fmla="*/ 831667 h 6745527"/>
                <a:gd name="connsiteX102" fmla="*/ 427732 w 5836021"/>
                <a:gd name="connsiteY102" fmla="*/ 912981 h 6745527"/>
                <a:gd name="connsiteX103" fmla="*/ 426321 w 5836021"/>
                <a:gd name="connsiteY103" fmla="*/ 912981 h 6745527"/>
                <a:gd name="connsiteX104" fmla="*/ 426321 w 5836021"/>
                <a:gd name="connsiteY104" fmla="*/ 971205 h 6745527"/>
                <a:gd name="connsiteX105" fmla="*/ 426473 w 5836021"/>
                <a:gd name="connsiteY105" fmla="*/ 971205 h 6745527"/>
                <a:gd name="connsiteX106" fmla="*/ 426473 w 5836021"/>
                <a:gd name="connsiteY106" fmla="*/ 1099404 h 6745527"/>
                <a:gd name="connsiteX107" fmla="*/ 427275 w 5836021"/>
                <a:gd name="connsiteY107" fmla="*/ 1099404 h 6745527"/>
                <a:gd name="connsiteX108" fmla="*/ 427275 w 5836021"/>
                <a:gd name="connsiteY108" fmla="*/ 1397649 h 6745527"/>
                <a:gd name="connsiteX109" fmla="*/ 402678 w 5836021"/>
                <a:gd name="connsiteY109" fmla="*/ 1397649 h 6745527"/>
                <a:gd name="connsiteX110" fmla="*/ 428276 w 5836021"/>
                <a:gd name="connsiteY110" fmla="*/ 1404039 h 6745527"/>
                <a:gd name="connsiteX111" fmla="*/ 431080 w 5836021"/>
                <a:gd name="connsiteY111" fmla="*/ 3465464 h 6745527"/>
                <a:gd name="connsiteX112" fmla="*/ 443583 w 5836021"/>
                <a:gd name="connsiteY112" fmla="*/ 3699859 h 6745527"/>
                <a:gd name="connsiteX113" fmla="*/ 1456763 w 5836021"/>
                <a:gd name="connsiteY113" fmla="*/ 5318389 h 6745527"/>
                <a:gd name="connsiteX114" fmla="*/ 2880900 w 5836021"/>
                <a:gd name="connsiteY114" fmla="*/ 6197294 h 6745527"/>
                <a:gd name="connsiteX115" fmla="*/ 3015651 w 5836021"/>
                <a:gd name="connsiteY115" fmla="*/ 6193803 h 6745527"/>
                <a:gd name="connsiteX116" fmla="*/ 4377662 w 5836021"/>
                <a:gd name="connsiteY116" fmla="*/ 5332799 h 6745527"/>
                <a:gd name="connsiteX117" fmla="*/ 5396660 w 5836021"/>
                <a:gd name="connsiteY117" fmla="*/ 3492273 h 6745527"/>
                <a:gd name="connsiteX118" fmla="*/ 5399006 w 5836021"/>
                <a:gd name="connsiteY118" fmla="*/ 516980 h 6745527"/>
                <a:gd name="connsiteX119" fmla="*/ 5399006 w 5836021"/>
                <a:gd name="connsiteY119" fmla="*/ 430506 h 6745527"/>
                <a:gd name="connsiteX120" fmla="*/ 5315413 w 5836021"/>
                <a:gd name="connsiteY120" fmla="*/ 430506 h 6745527"/>
                <a:gd name="connsiteX121" fmla="*/ 1530524 w 5836021"/>
                <a:gd name="connsiteY121" fmla="*/ 430335 h 6745527"/>
                <a:gd name="connsiteX122" fmla="*/ 1455943 w 5836021"/>
                <a:gd name="connsiteY122" fmla="*/ 425719 h 6745527"/>
                <a:gd name="connsiteX123" fmla="*/ 1455943 w 5836021"/>
                <a:gd name="connsiteY123" fmla="*/ 428008 h 6745527"/>
                <a:gd name="connsiteX124" fmla="*/ 1205154 w 5836021"/>
                <a:gd name="connsiteY124" fmla="*/ 428008 h 6745527"/>
                <a:gd name="connsiteX125" fmla="*/ 1205154 w 5836021"/>
                <a:gd name="connsiteY125" fmla="*/ 427979 h 6745527"/>
                <a:gd name="connsiteX126" fmla="*/ 1065997 w 5836021"/>
                <a:gd name="connsiteY126" fmla="*/ 427979 h 6745527"/>
                <a:gd name="connsiteX127" fmla="*/ 1065997 w 5836021"/>
                <a:gd name="connsiteY127" fmla="*/ 428751 h 6745527"/>
                <a:gd name="connsiteX128" fmla="*/ 834807 w 5836021"/>
                <a:gd name="connsiteY128" fmla="*/ 428751 h 6745527"/>
                <a:gd name="connsiteX129" fmla="*/ 834807 w 5836021"/>
                <a:gd name="connsiteY129" fmla="*/ 1554 h 6745527"/>
                <a:gd name="connsiteX130" fmla="*/ 923388 w 5836021"/>
                <a:gd name="connsiteY130" fmla="*/ 1554 h 6745527"/>
                <a:gd name="connsiteX131" fmla="*/ 923388 w 5836021"/>
                <a:gd name="connsiteY131" fmla="*/ 1630 h 6745527"/>
                <a:gd name="connsiteX132" fmla="*/ 1065997 w 5836021"/>
                <a:gd name="connsiteY132" fmla="*/ 1630 h 6745527"/>
                <a:gd name="connsiteX133" fmla="*/ 1065997 w 5836021"/>
                <a:gd name="connsiteY133" fmla="*/ 1735 h 6745527"/>
                <a:gd name="connsiteX134" fmla="*/ 1219355 w 5836021"/>
                <a:gd name="connsiteY134" fmla="*/ 1735 h 6745527"/>
                <a:gd name="connsiteX135" fmla="*/ 1219355 w 5836021"/>
                <a:gd name="connsiteY135" fmla="*/ 2164 h 6745527"/>
                <a:gd name="connsiteX136" fmla="*/ 1452930 w 5836021"/>
                <a:gd name="connsiteY136" fmla="*/ 2164 h 6745527"/>
                <a:gd name="connsiteX137" fmla="*/ 1579802 w 5836021"/>
                <a:gd name="connsiteY137" fmla="*/ 295 h 6745527"/>
                <a:gd name="connsiteX138" fmla="*/ 5745129 w 5836021"/>
                <a:gd name="connsiteY138" fmla="*/ 0 h 674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836021" h="6745527">
                  <a:moveTo>
                    <a:pt x="2233629" y="3467787"/>
                  </a:moveTo>
                  <a:cubicBezTo>
                    <a:pt x="2094548" y="3560817"/>
                    <a:pt x="1962380" y="3649220"/>
                    <a:pt x="1821989" y="3743129"/>
                  </a:cubicBezTo>
                  <a:cubicBezTo>
                    <a:pt x="2071957" y="3847069"/>
                    <a:pt x="2308973" y="3945625"/>
                    <a:pt x="2545989" y="4044181"/>
                  </a:cubicBezTo>
                  <a:cubicBezTo>
                    <a:pt x="2549590" y="4040037"/>
                    <a:pt x="2553189" y="4035895"/>
                    <a:pt x="2556789" y="4031753"/>
                  </a:cubicBezTo>
                  <a:cubicBezTo>
                    <a:pt x="2463970" y="3868678"/>
                    <a:pt x="2371151" y="3705600"/>
                    <a:pt x="2273462" y="3533573"/>
                  </a:cubicBezTo>
                  <a:cubicBezTo>
                    <a:pt x="2260897" y="3512822"/>
                    <a:pt x="2248331" y="3492070"/>
                    <a:pt x="2233629" y="3467787"/>
                  </a:cubicBezTo>
                  <a:close/>
                  <a:moveTo>
                    <a:pt x="4418937" y="3356601"/>
                  </a:moveTo>
                  <a:cubicBezTo>
                    <a:pt x="4428779" y="3355209"/>
                    <a:pt x="4438647" y="3355521"/>
                    <a:pt x="4448463" y="3357554"/>
                  </a:cubicBezTo>
                  <a:cubicBezTo>
                    <a:pt x="4461550" y="3360264"/>
                    <a:pt x="4474542" y="3366034"/>
                    <a:pt x="4487248" y="3374907"/>
                  </a:cubicBezTo>
                  <a:cubicBezTo>
                    <a:pt x="4541419" y="3412737"/>
                    <a:pt x="4547900" y="3474638"/>
                    <a:pt x="4502078" y="3537719"/>
                  </a:cubicBezTo>
                  <a:cubicBezTo>
                    <a:pt x="4446647" y="3614025"/>
                    <a:pt x="4389842" y="3689342"/>
                    <a:pt x="4333275" y="3764821"/>
                  </a:cubicBezTo>
                  <a:cubicBezTo>
                    <a:pt x="4198070" y="3945227"/>
                    <a:pt x="4062713" y="4125525"/>
                    <a:pt x="3927292" y="4305770"/>
                  </a:cubicBezTo>
                  <a:cubicBezTo>
                    <a:pt x="3876103" y="4373900"/>
                    <a:pt x="3816032" y="4391632"/>
                    <a:pt x="3763583" y="4354574"/>
                  </a:cubicBezTo>
                  <a:cubicBezTo>
                    <a:pt x="3709549" y="4316395"/>
                    <a:pt x="3707694" y="4248695"/>
                    <a:pt x="3759919" y="4178865"/>
                  </a:cubicBezTo>
                  <a:cubicBezTo>
                    <a:pt x="3933529" y="3946736"/>
                    <a:pt x="4107471" y="3714855"/>
                    <a:pt x="4284399" y="3479039"/>
                  </a:cubicBezTo>
                  <a:cubicBezTo>
                    <a:pt x="4302741" y="3454990"/>
                    <a:pt x="4317662" y="3434535"/>
                    <a:pt x="4333255" y="3414609"/>
                  </a:cubicBezTo>
                  <a:cubicBezTo>
                    <a:pt x="4360128" y="3380274"/>
                    <a:pt x="4389411" y="3360774"/>
                    <a:pt x="4418937" y="3356601"/>
                  </a:cubicBezTo>
                  <a:close/>
                  <a:moveTo>
                    <a:pt x="2057481" y="3182342"/>
                  </a:moveTo>
                  <a:cubicBezTo>
                    <a:pt x="2012880" y="3257249"/>
                    <a:pt x="1969088" y="3332640"/>
                    <a:pt x="1925202" y="3407972"/>
                  </a:cubicBezTo>
                  <a:cubicBezTo>
                    <a:pt x="1929078" y="3410523"/>
                    <a:pt x="1932954" y="3413073"/>
                    <a:pt x="1936832" y="3415626"/>
                  </a:cubicBezTo>
                  <a:cubicBezTo>
                    <a:pt x="2000565" y="3372234"/>
                    <a:pt x="2064298" y="3328841"/>
                    <a:pt x="2129712" y="3284302"/>
                  </a:cubicBezTo>
                  <a:cubicBezTo>
                    <a:pt x="2110124" y="3249393"/>
                    <a:pt x="2094437" y="3221432"/>
                    <a:pt x="2074623" y="3185525"/>
                  </a:cubicBezTo>
                  <a:cubicBezTo>
                    <a:pt x="2068704" y="3184340"/>
                    <a:pt x="2058510" y="3180612"/>
                    <a:pt x="2057481" y="3182342"/>
                  </a:cubicBezTo>
                  <a:close/>
                  <a:moveTo>
                    <a:pt x="4024209" y="2849657"/>
                  </a:moveTo>
                  <a:cubicBezTo>
                    <a:pt x="4086449" y="2849809"/>
                    <a:pt x="4148741" y="2850984"/>
                    <a:pt x="4210965" y="2851466"/>
                  </a:cubicBezTo>
                  <a:cubicBezTo>
                    <a:pt x="4285094" y="2852041"/>
                    <a:pt x="4332510" y="2893640"/>
                    <a:pt x="4332998" y="2955155"/>
                  </a:cubicBezTo>
                  <a:cubicBezTo>
                    <a:pt x="4333486" y="3016790"/>
                    <a:pt x="4286243" y="3058624"/>
                    <a:pt x="4212657" y="3059086"/>
                  </a:cubicBezTo>
                  <a:cubicBezTo>
                    <a:pt x="4090513" y="3059856"/>
                    <a:pt x="3968359" y="3059705"/>
                    <a:pt x="3846213" y="3059130"/>
                  </a:cubicBezTo>
                  <a:cubicBezTo>
                    <a:pt x="3748446" y="3058670"/>
                    <a:pt x="3716596" y="3021767"/>
                    <a:pt x="3727620" y="2916135"/>
                  </a:cubicBezTo>
                  <a:cubicBezTo>
                    <a:pt x="3765746" y="2891028"/>
                    <a:pt x="3800801" y="2856142"/>
                    <a:pt x="3837763" y="2853990"/>
                  </a:cubicBezTo>
                  <a:cubicBezTo>
                    <a:pt x="3899780" y="2850378"/>
                    <a:pt x="3961968" y="2849506"/>
                    <a:pt x="4024209" y="2849657"/>
                  </a:cubicBezTo>
                  <a:close/>
                  <a:moveTo>
                    <a:pt x="2305620" y="2743645"/>
                  </a:moveTo>
                  <a:cubicBezTo>
                    <a:pt x="2266855" y="2811333"/>
                    <a:pt x="2230982" y="2872422"/>
                    <a:pt x="2197116" y="2934605"/>
                  </a:cubicBezTo>
                  <a:cubicBezTo>
                    <a:pt x="2191433" y="2945039"/>
                    <a:pt x="2189074" y="2963096"/>
                    <a:pt x="2194275" y="2972703"/>
                  </a:cubicBezTo>
                  <a:cubicBezTo>
                    <a:pt x="2228944" y="3036724"/>
                    <a:pt x="2266085" y="3099403"/>
                    <a:pt x="2305578" y="3168003"/>
                  </a:cubicBezTo>
                  <a:cubicBezTo>
                    <a:pt x="2407954" y="3100304"/>
                    <a:pt x="2503666" y="3037637"/>
                    <a:pt x="2597928" y="2972867"/>
                  </a:cubicBezTo>
                  <a:cubicBezTo>
                    <a:pt x="2602770" y="2969540"/>
                    <a:pt x="2595203" y="2948158"/>
                    <a:pt x="2585214" y="2929899"/>
                  </a:cubicBezTo>
                  <a:cubicBezTo>
                    <a:pt x="2493788" y="2868995"/>
                    <a:pt x="2402365" y="2808093"/>
                    <a:pt x="2305620" y="2743645"/>
                  </a:cubicBezTo>
                  <a:close/>
                  <a:moveTo>
                    <a:pt x="1928993" y="2513861"/>
                  </a:moveTo>
                  <a:cubicBezTo>
                    <a:pt x="1972334" y="2587666"/>
                    <a:pt x="2015673" y="2661468"/>
                    <a:pt x="2064503" y="2744622"/>
                  </a:cubicBezTo>
                  <a:cubicBezTo>
                    <a:pt x="2089144" y="2699888"/>
                    <a:pt x="2108352" y="2665019"/>
                    <a:pt x="2132265" y="2621610"/>
                  </a:cubicBezTo>
                  <a:cubicBezTo>
                    <a:pt x="2061078" y="2580967"/>
                    <a:pt x="1994426" y="2542912"/>
                    <a:pt x="1928993" y="2513861"/>
                  </a:cubicBezTo>
                  <a:close/>
                  <a:moveTo>
                    <a:pt x="2556309" y="1870166"/>
                  </a:moveTo>
                  <a:lnTo>
                    <a:pt x="2556302" y="1870167"/>
                  </a:lnTo>
                  <a:lnTo>
                    <a:pt x="2553704" y="1882137"/>
                  </a:lnTo>
                  <a:cubicBezTo>
                    <a:pt x="2548931" y="1882303"/>
                    <a:pt x="2547310" y="1880644"/>
                    <a:pt x="2543504" y="1876276"/>
                  </a:cubicBezTo>
                  <a:lnTo>
                    <a:pt x="2556301" y="1870168"/>
                  </a:lnTo>
                  <a:lnTo>
                    <a:pt x="2547555" y="1872089"/>
                  </a:lnTo>
                  <a:cubicBezTo>
                    <a:pt x="2543795" y="1872879"/>
                    <a:pt x="2538773" y="1873893"/>
                    <a:pt x="2531226" y="1875354"/>
                  </a:cubicBezTo>
                  <a:cubicBezTo>
                    <a:pt x="2299165" y="1971475"/>
                    <a:pt x="2067102" y="2067596"/>
                    <a:pt x="1821782" y="2169210"/>
                  </a:cubicBezTo>
                  <a:cubicBezTo>
                    <a:pt x="1968624" y="2267023"/>
                    <a:pt x="2099850" y="2354433"/>
                    <a:pt x="2236853" y="2445693"/>
                  </a:cubicBezTo>
                  <a:cubicBezTo>
                    <a:pt x="2344309" y="2253279"/>
                    <a:pt x="2447432" y="2068616"/>
                    <a:pt x="2556865" y="1880307"/>
                  </a:cubicBezTo>
                  <a:cubicBezTo>
                    <a:pt x="2556680" y="1876926"/>
                    <a:pt x="2556494" y="1873545"/>
                    <a:pt x="2556309" y="1870166"/>
                  </a:cubicBezTo>
                  <a:close/>
                  <a:moveTo>
                    <a:pt x="3812570" y="1539818"/>
                  </a:moveTo>
                  <a:cubicBezTo>
                    <a:pt x="3825284" y="1539274"/>
                    <a:pt x="3838875" y="1540428"/>
                    <a:pt x="3852857" y="1543104"/>
                  </a:cubicBezTo>
                  <a:cubicBezTo>
                    <a:pt x="3879933" y="1564134"/>
                    <a:pt x="3906187" y="1580312"/>
                    <a:pt x="3923520" y="1603235"/>
                  </a:cubicBezTo>
                  <a:cubicBezTo>
                    <a:pt x="4115132" y="1856599"/>
                    <a:pt x="4305533" y="2110881"/>
                    <a:pt x="4495839" y="2365234"/>
                  </a:cubicBezTo>
                  <a:cubicBezTo>
                    <a:pt x="4547126" y="2433777"/>
                    <a:pt x="4544796" y="2495600"/>
                    <a:pt x="4491333" y="2534846"/>
                  </a:cubicBezTo>
                  <a:cubicBezTo>
                    <a:pt x="4436861" y="2574830"/>
                    <a:pt x="4380159" y="2559679"/>
                    <a:pt x="4327953" y="2490224"/>
                  </a:cubicBezTo>
                  <a:cubicBezTo>
                    <a:pt x="4135700" y="2234464"/>
                    <a:pt x="3942011" y="1979746"/>
                    <a:pt x="3753728" y="1721092"/>
                  </a:cubicBezTo>
                  <a:cubicBezTo>
                    <a:pt x="3731110" y="1690019"/>
                    <a:pt x="3725237" y="1633995"/>
                    <a:pt x="3734910" y="1595374"/>
                  </a:cubicBezTo>
                  <a:cubicBezTo>
                    <a:pt x="3744179" y="1558370"/>
                    <a:pt x="3774429" y="1541451"/>
                    <a:pt x="3812570" y="1539818"/>
                  </a:cubicBezTo>
                  <a:close/>
                  <a:moveTo>
                    <a:pt x="2823711" y="1538238"/>
                  </a:moveTo>
                  <a:cubicBezTo>
                    <a:pt x="2848837" y="1539262"/>
                    <a:pt x="2872170" y="1549500"/>
                    <a:pt x="2893593" y="1574269"/>
                  </a:cubicBezTo>
                  <a:cubicBezTo>
                    <a:pt x="2936696" y="1624106"/>
                    <a:pt x="2919049" y="1674249"/>
                    <a:pt x="2888616" y="1726660"/>
                  </a:cubicBezTo>
                  <a:cubicBezTo>
                    <a:pt x="2729084" y="2001413"/>
                    <a:pt x="2571946" y="2277555"/>
                    <a:pt x="2410121" y="2559947"/>
                  </a:cubicBezTo>
                  <a:cubicBezTo>
                    <a:pt x="2486296" y="2611328"/>
                    <a:pt x="2560046" y="2661466"/>
                    <a:pt x="2634208" y="2710984"/>
                  </a:cubicBezTo>
                  <a:cubicBezTo>
                    <a:pt x="2707055" y="2759627"/>
                    <a:pt x="2780171" y="2807868"/>
                    <a:pt x="2853446" y="2855864"/>
                  </a:cubicBezTo>
                  <a:cubicBezTo>
                    <a:pt x="2945556" y="2916195"/>
                    <a:pt x="2944706" y="2995907"/>
                    <a:pt x="2851791" y="3057331"/>
                  </a:cubicBezTo>
                  <a:cubicBezTo>
                    <a:pt x="2705948" y="3153742"/>
                    <a:pt x="2560551" y="3250836"/>
                    <a:pt x="2410187" y="3350818"/>
                  </a:cubicBezTo>
                  <a:cubicBezTo>
                    <a:pt x="2500136" y="3508736"/>
                    <a:pt x="2587357" y="3662396"/>
                    <a:pt x="2675103" y="3815756"/>
                  </a:cubicBezTo>
                  <a:cubicBezTo>
                    <a:pt x="2748336" y="3943750"/>
                    <a:pt x="2823477" y="4070684"/>
                    <a:pt x="2894687" y="4199788"/>
                  </a:cubicBezTo>
                  <a:cubicBezTo>
                    <a:pt x="2909267" y="4226216"/>
                    <a:pt x="2910144" y="4260205"/>
                    <a:pt x="2916440" y="4296012"/>
                  </a:cubicBezTo>
                  <a:cubicBezTo>
                    <a:pt x="2869560" y="4377409"/>
                    <a:pt x="2828663" y="4390681"/>
                    <a:pt x="2749880" y="4357878"/>
                  </a:cubicBezTo>
                  <a:cubicBezTo>
                    <a:pt x="2358559" y="4194949"/>
                    <a:pt x="1967091" y="4032374"/>
                    <a:pt x="1575586" y="3869892"/>
                  </a:cubicBezTo>
                  <a:cubicBezTo>
                    <a:pt x="1492030" y="3835214"/>
                    <a:pt x="1473208" y="3771532"/>
                    <a:pt x="1519350" y="3691938"/>
                  </a:cubicBezTo>
                  <a:cubicBezTo>
                    <a:pt x="1654533" y="3458751"/>
                    <a:pt x="1788715" y="3224977"/>
                    <a:pt x="1921036" y="2990159"/>
                  </a:cubicBezTo>
                  <a:cubicBezTo>
                    <a:pt x="1930879" y="2972691"/>
                    <a:pt x="1931461" y="2940256"/>
                    <a:pt x="1921751" y="2922990"/>
                  </a:cubicBezTo>
                  <a:cubicBezTo>
                    <a:pt x="1791870" y="2692060"/>
                    <a:pt x="1660633" y="2461868"/>
                    <a:pt x="1526967" y="2233106"/>
                  </a:cubicBezTo>
                  <a:cubicBezTo>
                    <a:pt x="1469979" y="2135578"/>
                    <a:pt x="1489111" y="2079628"/>
                    <a:pt x="1594606" y="2036154"/>
                  </a:cubicBezTo>
                  <a:cubicBezTo>
                    <a:pt x="1978065" y="1878140"/>
                    <a:pt x="2361038" y="1718924"/>
                    <a:pt x="2743065" y="1557487"/>
                  </a:cubicBezTo>
                  <a:cubicBezTo>
                    <a:pt x="2771664" y="1545402"/>
                    <a:pt x="2798584" y="1537213"/>
                    <a:pt x="2823711" y="1538238"/>
                  </a:cubicBezTo>
                  <a:close/>
                  <a:moveTo>
                    <a:pt x="5745129" y="0"/>
                  </a:moveTo>
                  <a:cubicBezTo>
                    <a:pt x="5770088" y="0"/>
                    <a:pt x="5795046" y="0"/>
                    <a:pt x="5823686" y="0"/>
                  </a:cubicBezTo>
                  <a:cubicBezTo>
                    <a:pt x="5826004" y="18358"/>
                    <a:pt x="5829104" y="31415"/>
                    <a:pt x="5829104" y="44471"/>
                  </a:cubicBezTo>
                  <a:cubicBezTo>
                    <a:pt x="5829275" y="1223024"/>
                    <a:pt x="5848016" y="2401978"/>
                    <a:pt x="5823076" y="3580005"/>
                  </a:cubicBezTo>
                  <a:cubicBezTo>
                    <a:pt x="5803906" y="4485586"/>
                    <a:pt x="5381096" y="5193862"/>
                    <a:pt x="4621938" y="5689317"/>
                  </a:cubicBezTo>
                  <a:cubicBezTo>
                    <a:pt x="4091166" y="6035725"/>
                    <a:pt x="3550170" y="6366483"/>
                    <a:pt x="3013772" y="6704289"/>
                  </a:cubicBezTo>
                  <a:cubicBezTo>
                    <a:pt x="2992504" y="6717679"/>
                    <a:pt x="2971627" y="6731708"/>
                    <a:pt x="2950435" y="6745527"/>
                  </a:cubicBezTo>
                  <a:cubicBezTo>
                    <a:pt x="2380809" y="6395791"/>
                    <a:pt x="1808332" y="6051290"/>
                    <a:pt x="1243007" y="5695411"/>
                  </a:cubicBezTo>
                  <a:cubicBezTo>
                    <a:pt x="560680" y="5265868"/>
                    <a:pt x="156715" y="4646583"/>
                    <a:pt x="28812" y="3850584"/>
                  </a:cubicBezTo>
                  <a:cubicBezTo>
                    <a:pt x="7353" y="3717054"/>
                    <a:pt x="448" y="3579977"/>
                    <a:pt x="0" y="3444502"/>
                  </a:cubicBezTo>
                  <a:lnTo>
                    <a:pt x="7573" y="1397649"/>
                  </a:lnTo>
                  <a:lnTo>
                    <a:pt x="3424" y="1397649"/>
                  </a:lnTo>
                  <a:lnTo>
                    <a:pt x="3424" y="1148425"/>
                  </a:lnTo>
                  <a:lnTo>
                    <a:pt x="1841" y="1148425"/>
                  </a:lnTo>
                  <a:lnTo>
                    <a:pt x="1841" y="1037736"/>
                  </a:lnTo>
                  <a:lnTo>
                    <a:pt x="1240" y="1037736"/>
                  </a:lnTo>
                  <a:lnTo>
                    <a:pt x="1240" y="912981"/>
                  </a:lnTo>
                  <a:lnTo>
                    <a:pt x="582" y="912981"/>
                  </a:lnTo>
                  <a:lnTo>
                    <a:pt x="582" y="831667"/>
                  </a:lnTo>
                  <a:lnTo>
                    <a:pt x="427732" y="831667"/>
                  </a:lnTo>
                  <a:lnTo>
                    <a:pt x="427732" y="912981"/>
                  </a:lnTo>
                  <a:lnTo>
                    <a:pt x="426321" y="912981"/>
                  </a:lnTo>
                  <a:lnTo>
                    <a:pt x="426321" y="971205"/>
                  </a:lnTo>
                  <a:lnTo>
                    <a:pt x="426473" y="971205"/>
                  </a:lnTo>
                  <a:lnTo>
                    <a:pt x="426473" y="1099404"/>
                  </a:lnTo>
                  <a:lnTo>
                    <a:pt x="427275" y="1099404"/>
                  </a:lnTo>
                  <a:lnTo>
                    <a:pt x="427275" y="1397649"/>
                  </a:lnTo>
                  <a:lnTo>
                    <a:pt x="402678" y="1397649"/>
                  </a:lnTo>
                  <a:lnTo>
                    <a:pt x="428276" y="1404039"/>
                  </a:lnTo>
                  <a:cubicBezTo>
                    <a:pt x="429706" y="2095435"/>
                    <a:pt x="429735" y="2780450"/>
                    <a:pt x="431080" y="3465464"/>
                  </a:cubicBezTo>
                  <a:cubicBezTo>
                    <a:pt x="431232" y="3543631"/>
                    <a:pt x="433960" y="3622379"/>
                    <a:pt x="443583" y="3699859"/>
                  </a:cubicBezTo>
                  <a:cubicBezTo>
                    <a:pt x="530047" y="4396271"/>
                    <a:pt x="865536" y="4940994"/>
                    <a:pt x="1456763" y="5318389"/>
                  </a:cubicBezTo>
                  <a:cubicBezTo>
                    <a:pt x="1926907" y="5618494"/>
                    <a:pt x="2406932" y="5903102"/>
                    <a:pt x="2880900" y="6197294"/>
                  </a:cubicBezTo>
                  <a:cubicBezTo>
                    <a:pt x="2932343" y="6229224"/>
                    <a:pt x="2966544" y="6225018"/>
                    <a:pt x="3015651" y="6193803"/>
                  </a:cubicBezTo>
                  <a:cubicBezTo>
                    <a:pt x="3468876" y="5905572"/>
                    <a:pt x="3927413" y="5625571"/>
                    <a:pt x="4377662" y="5332799"/>
                  </a:cubicBezTo>
                  <a:cubicBezTo>
                    <a:pt x="5041344" y="4901253"/>
                    <a:pt x="5388888" y="4284066"/>
                    <a:pt x="5396660" y="3492273"/>
                  </a:cubicBezTo>
                  <a:cubicBezTo>
                    <a:pt x="5406398" y="2500592"/>
                    <a:pt x="5399006" y="1508748"/>
                    <a:pt x="5399006" y="516980"/>
                  </a:cubicBezTo>
                  <a:cubicBezTo>
                    <a:pt x="5399006" y="490180"/>
                    <a:pt x="5399006" y="463381"/>
                    <a:pt x="5399006" y="430506"/>
                  </a:cubicBezTo>
                  <a:cubicBezTo>
                    <a:pt x="5365168" y="430506"/>
                    <a:pt x="5340296" y="430506"/>
                    <a:pt x="5315413" y="430506"/>
                  </a:cubicBezTo>
                  <a:cubicBezTo>
                    <a:pt x="4053780" y="430487"/>
                    <a:pt x="2792157" y="430478"/>
                    <a:pt x="1530524" y="430335"/>
                  </a:cubicBezTo>
                  <a:lnTo>
                    <a:pt x="1455943" y="425719"/>
                  </a:lnTo>
                  <a:lnTo>
                    <a:pt x="1455943" y="428008"/>
                  </a:lnTo>
                  <a:lnTo>
                    <a:pt x="1205154" y="428008"/>
                  </a:lnTo>
                  <a:lnTo>
                    <a:pt x="1205154" y="427979"/>
                  </a:lnTo>
                  <a:lnTo>
                    <a:pt x="1065997" y="427979"/>
                  </a:lnTo>
                  <a:lnTo>
                    <a:pt x="1065997" y="428751"/>
                  </a:lnTo>
                  <a:lnTo>
                    <a:pt x="834807" y="428751"/>
                  </a:lnTo>
                  <a:lnTo>
                    <a:pt x="834807" y="1554"/>
                  </a:lnTo>
                  <a:lnTo>
                    <a:pt x="923388" y="1554"/>
                  </a:lnTo>
                  <a:lnTo>
                    <a:pt x="923388" y="1630"/>
                  </a:lnTo>
                  <a:lnTo>
                    <a:pt x="1065997" y="1630"/>
                  </a:lnTo>
                  <a:lnTo>
                    <a:pt x="1065997" y="1735"/>
                  </a:lnTo>
                  <a:lnTo>
                    <a:pt x="1219355" y="1735"/>
                  </a:lnTo>
                  <a:lnTo>
                    <a:pt x="1219355" y="2164"/>
                  </a:lnTo>
                  <a:lnTo>
                    <a:pt x="1452930" y="2164"/>
                  </a:lnTo>
                  <a:lnTo>
                    <a:pt x="1579802" y="295"/>
                  </a:lnTo>
                  <a:cubicBezTo>
                    <a:pt x="2968241" y="28"/>
                    <a:pt x="4356681" y="47"/>
                    <a:pt x="5745129" y="0"/>
                  </a:cubicBezTo>
                  <a:close/>
                </a:path>
              </a:pathLst>
            </a:custGeom>
            <a:grpFill/>
            <a:ln w="6350" cap="flat">
              <a:noFill/>
              <a:prstDash val="solid"/>
              <a:miter/>
            </a:ln>
          </p:spPr>
          <p:txBody>
            <a:bodyPr wrap="square" rtlCol="0" anchor="ctr">
              <a:noAutofit/>
            </a:bodyPr>
            <a:lstStyle/>
            <a:p>
              <a:endParaRPr lang="en-US" dirty="0"/>
            </a:p>
          </p:txBody>
        </p:sp>
      </p:grpSp>
      <p:grpSp>
        <p:nvGrpSpPr>
          <p:cNvPr id="2768" name="Group 2767">
            <a:extLst>
              <a:ext uri="{FF2B5EF4-FFF2-40B4-BE49-F238E27FC236}">
                <a16:creationId xmlns:a16="http://schemas.microsoft.com/office/drawing/2014/main" id="{2B7C13D6-F6C5-9924-417D-6B9C01B73944}"/>
              </a:ext>
              <a:ext uri="{C183D7F6-B498-43B3-948B-1728B52AA6E4}">
                <adec:decorative xmlns:adec="http://schemas.microsoft.com/office/drawing/2017/decorative" val="1"/>
              </a:ext>
            </a:extLst>
          </p:cNvPr>
          <p:cNvGrpSpPr>
            <a:grpSpLocks noChangeAspect="1"/>
          </p:cNvGrpSpPr>
          <p:nvPr/>
        </p:nvGrpSpPr>
        <p:grpSpPr>
          <a:xfrm>
            <a:off x="1876928" y="5049527"/>
            <a:ext cx="432187" cy="457200"/>
            <a:chOff x="1876928" y="5049527"/>
            <a:chExt cx="432187" cy="457200"/>
          </a:xfrm>
          <a:solidFill>
            <a:schemeClr val="accent2"/>
          </a:solidFill>
        </p:grpSpPr>
        <p:sp>
          <p:nvSpPr>
            <p:cNvPr id="2347" name="Freeform: Shape 2346">
              <a:extLst>
                <a:ext uri="{FF2B5EF4-FFF2-40B4-BE49-F238E27FC236}">
                  <a16:creationId xmlns:a16="http://schemas.microsoft.com/office/drawing/2014/main" id="{E1ACCD62-6E58-C37E-90A6-2CF2C5781E69}"/>
                </a:ext>
                <a:ext uri="{C183D7F6-B498-43B3-948B-1728B52AA6E4}">
                  <adec:decorative xmlns:adec="http://schemas.microsoft.com/office/drawing/2017/decorative" val="1"/>
                </a:ext>
              </a:extLst>
            </p:cNvPr>
            <p:cNvSpPr/>
            <p:nvPr/>
          </p:nvSpPr>
          <p:spPr>
            <a:xfrm>
              <a:off x="1882625" y="5056025"/>
              <a:ext cx="426490" cy="450702"/>
            </a:xfrm>
            <a:custGeom>
              <a:avLst/>
              <a:gdLst>
                <a:gd name="connsiteX0" fmla="*/ 2025358 w 6397349"/>
                <a:gd name="connsiteY0" fmla="*/ 2714914 h 6760527"/>
                <a:gd name="connsiteX1" fmla="*/ 1552242 w 6397349"/>
                <a:gd name="connsiteY1" fmla="*/ 3188031 h 6760527"/>
                <a:gd name="connsiteX2" fmla="*/ 2025358 w 6397349"/>
                <a:gd name="connsiteY2" fmla="*/ 3661154 h 6760527"/>
                <a:gd name="connsiteX3" fmla="*/ 2498475 w 6397349"/>
                <a:gd name="connsiteY3" fmla="*/ 3188031 h 6760527"/>
                <a:gd name="connsiteX4" fmla="*/ 2025358 w 6397349"/>
                <a:gd name="connsiteY4" fmla="*/ 2714914 h 6760527"/>
                <a:gd name="connsiteX5" fmla="*/ 2025358 w 6397349"/>
                <a:gd name="connsiteY5" fmla="*/ 2356882 h 6760527"/>
                <a:gd name="connsiteX6" fmla="*/ 2856516 w 6397349"/>
                <a:gd name="connsiteY6" fmla="*/ 3188031 h 6760527"/>
                <a:gd name="connsiteX7" fmla="*/ 2025358 w 6397349"/>
                <a:gd name="connsiteY7" fmla="*/ 4019187 h 6760527"/>
                <a:gd name="connsiteX8" fmla="*/ 1194209 w 6397349"/>
                <a:gd name="connsiteY8" fmla="*/ 3188031 h 6760527"/>
                <a:gd name="connsiteX9" fmla="*/ 2025358 w 6397349"/>
                <a:gd name="connsiteY9" fmla="*/ 2356882 h 6760527"/>
                <a:gd name="connsiteX10" fmla="*/ 4890637 w 6397349"/>
                <a:gd name="connsiteY10" fmla="*/ 2168371 h 6760527"/>
                <a:gd name="connsiteX11" fmla="*/ 5267309 w 6397349"/>
                <a:gd name="connsiteY11" fmla="*/ 2168371 h 6760527"/>
                <a:gd name="connsiteX12" fmla="*/ 5267309 w 6397349"/>
                <a:gd name="connsiteY12" fmla="*/ 4207706 h 6760527"/>
                <a:gd name="connsiteX13" fmla="*/ 4890637 w 6397349"/>
                <a:gd name="connsiteY13" fmla="*/ 4207706 h 6760527"/>
                <a:gd name="connsiteX14" fmla="*/ 2857473 w 6397349"/>
                <a:gd name="connsiteY14" fmla="*/ 0 h 6760527"/>
                <a:gd name="connsiteX15" fmla="*/ 6011835 w 6397349"/>
                <a:gd name="connsiteY15" fmla="*/ 0 h 6760527"/>
                <a:gd name="connsiteX16" fmla="*/ 6011912 w 6397349"/>
                <a:gd name="connsiteY16" fmla="*/ 8 h 6760527"/>
                <a:gd name="connsiteX17" fmla="*/ 6209010 w 6397349"/>
                <a:gd name="connsiteY17" fmla="*/ 8 h 6760527"/>
                <a:gd name="connsiteX18" fmla="*/ 6209010 w 6397349"/>
                <a:gd name="connsiteY18" fmla="*/ 60655 h 6760527"/>
                <a:gd name="connsiteX19" fmla="*/ 6225885 w 6397349"/>
                <a:gd name="connsiteY19" fmla="*/ 70419 h 6760527"/>
                <a:gd name="connsiteX20" fmla="*/ 6350134 w 6397349"/>
                <a:gd name="connsiteY20" fmla="*/ 212753 h 6760527"/>
                <a:gd name="connsiteX21" fmla="*/ 6373653 w 6397349"/>
                <a:gd name="connsiteY21" fmla="*/ 273239 h 6760527"/>
                <a:gd name="connsiteX22" fmla="*/ 6392116 w 6397349"/>
                <a:gd name="connsiteY22" fmla="*/ 273239 h 6760527"/>
                <a:gd name="connsiteX23" fmla="*/ 6392116 w 6397349"/>
                <a:gd name="connsiteY23" fmla="*/ 358352 h 6760527"/>
                <a:gd name="connsiteX24" fmla="*/ 6397349 w 6397349"/>
                <a:gd name="connsiteY24" fmla="*/ 399489 h 6760527"/>
                <a:gd name="connsiteX25" fmla="*/ 6397349 w 6397349"/>
                <a:gd name="connsiteY25" fmla="*/ 6425292 h 6760527"/>
                <a:gd name="connsiteX26" fmla="*/ 5732473 w 6397349"/>
                <a:gd name="connsiteY26" fmla="*/ 6425292 h 6760527"/>
                <a:gd name="connsiteX27" fmla="*/ 5726883 w 6397349"/>
                <a:gd name="connsiteY27" fmla="*/ 6425292 h 6760527"/>
                <a:gd name="connsiteX28" fmla="*/ 5726883 w 6397349"/>
                <a:gd name="connsiteY28" fmla="*/ 6760527 h 6760527"/>
                <a:gd name="connsiteX29" fmla="*/ 5056425 w 6397349"/>
                <a:gd name="connsiteY29" fmla="*/ 6760527 h 6760527"/>
                <a:gd name="connsiteX30" fmla="*/ 5056425 w 6397349"/>
                <a:gd name="connsiteY30" fmla="*/ 6425292 h 6760527"/>
                <a:gd name="connsiteX31" fmla="*/ 1340924 w 6397349"/>
                <a:gd name="connsiteY31" fmla="*/ 6425292 h 6760527"/>
                <a:gd name="connsiteX32" fmla="*/ 1340924 w 6397349"/>
                <a:gd name="connsiteY32" fmla="*/ 6760527 h 6760527"/>
                <a:gd name="connsiteX33" fmla="*/ 670469 w 6397349"/>
                <a:gd name="connsiteY33" fmla="*/ 6760527 h 6760527"/>
                <a:gd name="connsiteX34" fmla="*/ 670469 w 6397349"/>
                <a:gd name="connsiteY34" fmla="*/ 6425292 h 6760527"/>
                <a:gd name="connsiteX35" fmla="*/ 388308 w 6397349"/>
                <a:gd name="connsiteY35" fmla="*/ 6425292 h 6760527"/>
                <a:gd name="connsiteX36" fmla="*/ 30818 w 6397349"/>
                <a:gd name="connsiteY36" fmla="*/ 6188406 h 6760527"/>
                <a:gd name="connsiteX37" fmla="*/ 24247 w 6397349"/>
                <a:gd name="connsiteY37" fmla="*/ 6167411 h 6760527"/>
                <a:gd name="connsiteX38" fmla="*/ 0 w 6397349"/>
                <a:gd name="connsiteY38" fmla="*/ 6167411 h 6760527"/>
                <a:gd name="connsiteX39" fmla="*/ 0 w 6397349"/>
                <a:gd name="connsiteY39" fmla="*/ 6036987 h 6760527"/>
                <a:gd name="connsiteX40" fmla="*/ 0 w 6397349"/>
                <a:gd name="connsiteY40" fmla="*/ 5120635 h 6760527"/>
                <a:gd name="connsiteX41" fmla="*/ 0 w 6397349"/>
                <a:gd name="connsiteY41" fmla="*/ 2876764 h 6760527"/>
                <a:gd name="connsiteX42" fmla="*/ 0 w 6397349"/>
                <a:gd name="connsiteY42" fmla="*/ 2703320 h 6760527"/>
                <a:gd name="connsiteX43" fmla="*/ 0 w 6397349"/>
                <a:gd name="connsiteY43" fmla="*/ 770033 h 6760527"/>
                <a:gd name="connsiteX44" fmla="*/ 370491 w 6397349"/>
                <a:gd name="connsiteY44" fmla="*/ 770033 h 6760527"/>
                <a:gd name="connsiteX45" fmla="*/ 370491 w 6397349"/>
                <a:gd name="connsiteY45" fmla="*/ 2703320 h 6760527"/>
                <a:gd name="connsiteX46" fmla="*/ 370491 w 6397349"/>
                <a:gd name="connsiteY46" fmla="*/ 5120635 h 6760527"/>
                <a:gd name="connsiteX47" fmla="*/ 370491 w 6397349"/>
                <a:gd name="connsiteY47" fmla="*/ 6024745 h 6760527"/>
                <a:gd name="connsiteX48" fmla="*/ 6021625 w 6397349"/>
                <a:gd name="connsiteY48" fmla="*/ 6024745 h 6760527"/>
                <a:gd name="connsiteX49" fmla="*/ 6021625 w 6397349"/>
                <a:gd name="connsiteY49" fmla="*/ 373123 h 6760527"/>
                <a:gd name="connsiteX50" fmla="*/ 5014171 w 6397349"/>
                <a:gd name="connsiteY50" fmla="*/ 373123 h 6760527"/>
                <a:gd name="connsiteX51" fmla="*/ 5014171 w 6397349"/>
                <a:gd name="connsiteY51" fmla="*/ 373123 h 6760527"/>
                <a:gd name="connsiteX52" fmla="*/ 798705 w 6397349"/>
                <a:gd name="connsiteY52" fmla="*/ 373123 h 6760527"/>
                <a:gd name="connsiteX53" fmla="*/ 798705 w 6397349"/>
                <a:gd name="connsiteY53" fmla="*/ 8 h 6760527"/>
                <a:gd name="connsiteX54" fmla="*/ 2380773 w 6397349"/>
                <a:gd name="connsiteY54" fmla="*/ 8 h 6760527"/>
                <a:gd name="connsiteX55" fmla="*/ 2380773 w 6397349"/>
                <a:gd name="connsiteY55" fmla="*/ 8 h 6760527"/>
                <a:gd name="connsiteX56" fmla="*/ 2857473 w 6397349"/>
                <a:gd name="connsiteY56" fmla="*/ 8 h 676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397349" h="6760527">
                  <a:moveTo>
                    <a:pt x="2025358" y="2714914"/>
                  </a:moveTo>
                  <a:cubicBezTo>
                    <a:pt x="1764507" y="2714914"/>
                    <a:pt x="1552242" y="2927179"/>
                    <a:pt x="1552242" y="3188031"/>
                  </a:cubicBezTo>
                  <a:cubicBezTo>
                    <a:pt x="1552242" y="3448889"/>
                    <a:pt x="1764507" y="3661154"/>
                    <a:pt x="2025358" y="3661154"/>
                  </a:cubicBezTo>
                  <a:cubicBezTo>
                    <a:pt x="2286218" y="3661154"/>
                    <a:pt x="2498475" y="3448889"/>
                    <a:pt x="2498475" y="3188031"/>
                  </a:cubicBezTo>
                  <a:cubicBezTo>
                    <a:pt x="2498475" y="2927179"/>
                    <a:pt x="2286218" y="2714914"/>
                    <a:pt x="2025358" y="2714914"/>
                  </a:cubicBezTo>
                  <a:close/>
                  <a:moveTo>
                    <a:pt x="2025358" y="2356882"/>
                  </a:moveTo>
                  <a:cubicBezTo>
                    <a:pt x="2483132" y="2356882"/>
                    <a:pt x="2856516" y="2730257"/>
                    <a:pt x="2856516" y="3188031"/>
                  </a:cubicBezTo>
                  <a:cubicBezTo>
                    <a:pt x="2856516" y="3645803"/>
                    <a:pt x="2483132" y="4019187"/>
                    <a:pt x="2025358" y="4019187"/>
                  </a:cubicBezTo>
                  <a:cubicBezTo>
                    <a:pt x="1567585" y="4019187"/>
                    <a:pt x="1194209" y="3645803"/>
                    <a:pt x="1194209" y="3188031"/>
                  </a:cubicBezTo>
                  <a:cubicBezTo>
                    <a:pt x="1194209" y="2730257"/>
                    <a:pt x="1567585" y="2356882"/>
                    <a:pt x="2025358" y="2356882"/>
                  </a:cubicBezTo>
                  <a:close/>
                  <a:moveTo>
                    <a:pt x="4890637" y="2168371"/>
                  </a:moveTo>
                  <a:lnTo>
                    <a:pt x="5267309" y="2168371"/>
                  </a:lnTo>
                  <a:lnTo>
                    <a:pt x="5267309" y="4207706"/>
                  </a:lnTo>
                  <a:lnTo>
                    <a:pt x="4890637" y="4207706"/>
                  </a:lnTo>
                  <a:close/>
                  <a:moveTo>
                    <a:pt x="2857473" y="0"/>
                  </a:moveTo>
                  <a:lnTo>
                    <a:pt x="6011835" y="0"/>
                  </a:lnTo>
                  <a:lnTo>
                    <a:pt x="6011912" y="8"/>
                  </a:lnTo>
                  <a:lnTo>
                    <a:pt x="6209010" y="8"/>
                  </a:lnTo>
                  <a:lnTo>
                    <a:pt x="6209010" y="60655"/>
                  </a:lnTo>
                  <a:lnTo>
                    <a:pt x="6225885" y="70419"/>
                  </a:lnTo>
                  <a:cubicBezTo>
                    <a:pt x="6277242" y="107167"/>
                    <a:pt x="6320107" y="156260"/>
                    <a:pt x="6350134" y="212753"/>
                  </a:cubicBezTo>
                  <a:lnTo>
                    <a:pt x="6373653" y="273239"/>
                  </a:lnTo>
                  <a:lnTo>
                    <a:pt x="6392116" y="273239"/>
                  </a:lnTo>
                  <a:lnTo>
                    <a:pt x="6392116" y="358352"/>
                  </a:lnTo>
                  <a:lnTo>
                    <a:pt x="6397349" y="399489"/>
                  </a:lnTo>
                  <a:lnTo>
                    <a:pt x="6397349" y="6425292"/>
                  </a:lnTo>
                  <a:lnTo>
                    <a:pt x="5732473" y="6425292"/>
                  </a:lnTo>
                  <a:lnTo>
                    <a:pt x="5726883" y="6425292"/>
                  </a:lnTo>
                  <a:lnTo>
                    <a:pt x="5726883" y="6760527"/>
                  </a:lnTo>
                  <a:lnTo>
                    <a:pt x="5056425" y="6760527"/>
                  </a:lnTo>
                  <a:lnTo>
                    <a:pt x="5056425" y="6425292"/>
                  </a:lnTo>
                  <a:lnTo>
                    <a:pt x="1340924" y="6425292"/>
                  </a:lnTo>
                  <a:lnTo>
                    <a:pt x="1340924" y="6760527"/>
                  </a:lnTo>
                  <a:lnTo>
                    <a:pt x="670469" y="6760527"/>
                  </a:lnTo>
                  <a:lnTo>
                    <a:pt x="670469" y="6425292"/>
                  </a:lnTo>
                  <a:lnTo>
                    <a:pt x="388308" y="6425292"/>
                  </a:lnTo>
                  <a:cubicBezTo>
                    <a:pt x="229079" y="6425292"/>
                    <a:pt x="90270" y="6327865"/>
                    <a:pt x="30818" y="6188406"/>
                  </a:cubicBezTo>
                  <a:lnTo>
                    <a:pt x="24247" y="6167411"/>
                  </a:lnTo>
                  <a:lnTo>
                    <a:pt x="0" y="6167411"/>
                  </a:lnTo>
                  <a:lnTo>
                    <a:pt x="0" y="6036987"/>
                  </a:lnTo>
                  <a:lnTo>
                    <a:pt x="0" y="5120635"/>
                  </a:lnTo>
                  <a:lnTo>
                    <a:pt x="0" y="2876764"/>
                  </a:lnTo>
                  <a:lnTo>
                    <a:pt x="0" y="2703320"/>
                  </a:lnTo>
                  <a:lnTo>
                    <a:pt x="0" y="770033"/>
                  </a:lnTo>
                  <a:lnTo>
                    <a:pt x="370491" y="770033"/>
                  </a:lnTo>
                  <a:lnTo>
                    <a:pt x="370491" y="2703320"/>
                  </a:lnTo>
                  <a:lnTo>
                    <a:pt x="370491" y="5120635"/>
                  </a:lnTo>
                  <a:lnTo>
                    <a:pt x="370491" y="6024745"/>
                  </a:lnTo>
                  <a:lnTo>
                    <a:pt x="6021625" y="6024745"/>
                  </a:lnTo>
                  <a:lnTo>
                    <a:pt x="6021625" y="373123"/>
                  </a:lnTo>
                  <a:lnTo>
                    <a:pt x="5014171" y="373123"/>
                  </a:lnTo>
                  <a:lnTo>
                    <a:pt x="5014171" y="373123"/>
                  </a:lnTo>
                  <a:lnTo>
                    <a:pt x="798705" y="373123"/>
                  </a:lnTo>
                  <a:lnTo>
                    <a:pt x="798705" y="8"/>
                  </a:lnTo>
                  <a:lnTo>
                    <a:pt x="2380773" y="8"/>
                  </a:lnTo>
                  <a:lnTo>
                    <a:pt x="2380773" y="8"/>
                  </a:lnTo>
                  <a:lnTo>
                    <a:pt x="2857473" y="8"/>
                  </a:lnTo>
                  <a:close/>
                </a:path>
              </a:pathLst>
            </a:custGeom>
            <a:grpFill/>
            <a:ln w="2953" cap="flat">
              <a:noFill/>
              <a:prstDash val="solid"/>
              <a:miter/>
            </a:ln>
          </p:spPr>
          <p:txBody>
            <a:bodyPr wrap="square" rtlCol="0" anchor="ctr">
              <a:noAutofit/>
            </a:bodyPr>
            <a:lstStyle/>
            <a:p>
              <a:endParaRPr lang="en-US" dirty="0"/>
            </a:p>
          </p:txBody>
        </p:sp>
        <p:sp>
          <p:nvSpPr>
            <p:cNvPr id="2337" name="Freeform: Shape 2336">
              <a:extLst>
                <a:ext uri="{FF2B5EF4-FFF2-40B4-BE49-F238E27FC236}">
                  <a16:creationId xmlns:a16="http://schemas.microsoft.com/office/drawing/2014/main" id="{1CE330ED-5543-9759-1F29-722BE8D02285}"/>
                </a:ext>
                <a:ext uri="{C183D7F6-B498-43B3-948B-1728B52AA6E4}">
                  <adec:decorative xmlns:adec="http://schemas.microsoft.com/office/drawing/2017/decorative" val="1"/>
                </a:ext>
              </a:extLst>
            </p:cNvPr>
            <p:cNvSpPr/>
            <p:nvPr/>
          </p:nvSpPr>
          <p:spPr>
            <a:xfrm>
              <a:off x="1876928" y="5049527"/>
              <a:ext cx="37568" cy="37568"/>
            </a:xfrm>
            <a:custGeom>
              <a:avLst/>
              <a:gdLst>
                <a:gd name="connsiteX0" fmla="*/ 0 w 71727"/>
                <a:gd name="connsiteY0" fmla="*/ 0 h 71727"/>
                <a:gd name="connsiteX1" fmla="*/ 71728 w 71727"/>
                <a:gd name="connsiteY1" fmla="*/ 0 h 71727"/>
                <a:gd name="connsiteX2" fmla="*/ 71728 w 71727"/>
                <a:gd name="connsiteY2" fmla="*/ 71728 h 71727"/>
                <a:gd name="connsiteX3" fmla="*/ 0 w 71727"/>
                <a:gd name="connsiteY3" fmla="*/ 71728 h 71727"/>
              </a:gdLst>
              <a:ahLst/>
              <a:cxnLst>
                <a:cxn ang="0">
                  <a:pos x="connsiteX0" y="connsiteY0"/>
                </a:cxn>
                <a:cxn ang="0">
                  <a:pos x="connsiteX1" y="connsiteY1"/>
                </a:cxn>
                <a:cxn ang="0">
                  <a:pos x="connsiteX2" y="connsiteY2"/>
                </a:cxn>
                <a:cxn ang="0">
                  <a:pos x="connsiteX3" y="connsiteY3"/>
                </a:cxn>
              </a:cxnLst>
              <a:rect l="l" t="t" r="r" b="b"/>
              <a:pathLst>
                <a:path w="71727" h="71727">
                  <a:moveTo>
                    <a:pt x="0" y="0"/>
                  </a:moveTo>
                  <a:lnTo>
                    <a:pt x="71728" y="0"/>
                  </a:lnTo>
                  <a:lnTo>
                    <a:pt x="71728" y="71728"/>
                  </a:lnTo>
                  <a:lnTo>
                    <a:pt x="0" y="71728"/>
                  </a:lnTo>
                  <a:close/>
                </a:path>
              </a:pathLst>
            </a:custGeom>
            <a:solidFill>
              <a:schemeClr val="bg1"/>
            </a:solidFill>
            <a:ln w="2953" cap="flat">
              <a:noFill/>
              <a:prstDash val="solid"/>
              <a:miter/>
            </a:ln>
          </p:spPr>
          <p:txBody>
            <a:bodyPr rtlCol="0" anchor="ctr"/>
            <a:lstStyle/>
            <a:p>
              <a:endParaRPr lang="en-US" dirty="0"/>
            </a:p>
          </p:txBody>
        </p:sp>
      </p:grpSp>
      <p:grpSp>
        <p:nvGrpSpPr>
          <p:cNvPr id="2767" name="Group 2766">
            <a:extLst>
              <a:ext uri="{FF2B5EF4-FFF2-40B4-BE49-F238E27FC236}">
                <a16:creationId xmlns:a16="http://schemas.microsoft.com/office/drawing/2014/main" id="{220B62D3-A14D-D238-9FBF-07F143A27F9B}"/>
              </a:ext>
              <a:ext uri="{C183D7F6-B498-43B3-948B-1728B52AA6E4}">
                <adec:decorative xmlns:adec="http://schemas.microsoft.com/office/drawing/2017/decorative" val="1"/>
              </a:ext>
            </a:extLst>
          </p:cNvPr>
          <p:cNvGrpSpPr>
            <a:grpSpLocks noChangeAspect="1"/>
          </p:cNvGrpSpPr>
          <p:nvPr/>
        </p:nvGrpSpPr>
        <p:grpSpPr>
          <a:xfrm>
            <a:off x="2434180" y="5049527"/>
            <a:ext cx="463640" cy="457200"/>
            <a:chOff x="2434180" y="5049527"/>
            <a:chExt cx="463640" cy="457200"/>
          </a:xfrm>
          <a:solidFill>
            <a:schemeClr val="accent2"/>
          </a:solidFill>
        </p:grpSpPr>
        <p:sp>
          <p:nvSpPr>
            <p:cNvPr id="2372" name="Freeform: Shape 2371">
              <a:extLst>
                <a:ext uri="{FF2B5EF4-FFF2-40B4-BE49-F238E27FC236}">
                  <a16:creationId xmlns:a16="http://schemas.microsoft.com/office/drawing/2014/main" id="{DF540929-AE8B-DB14-C140-720AE5390A23}"/>
                </a:ext>
                <a:ext uri="{C183D7F6-B498-43B3-948B-1728B52AA6E4}">
                  <adec:decorative xmlns:adec="http://schemas.microsoft.com/office/drawing/2017/decorative" val="1"/>
                </a:ext>
              </a:extLst>
            </p:cNvPr>
            <p:cNvSpPr/>
            <p:nvPr/>
          </p:nvSpPr>
          <p:spPr>
            <a:xfrm>
              <a:off x="2434180" y="5049527"/>
              <a:ext cx="454600" cy="457200"/>
            </a:xfrm>
            <a:custGeom>
              <a:avLst/>
              <a:gdLst>
                <a:gd name="connsiteX0" fmla="*/ 3428996 w 6819001"/>
                <a:gd name="connsiteY0" fmla="*/ 3269448 h 6858000"/>
                <a:gd name="connsiteX1" fmla="*/ 3269439 w 6819001"/>
                <a:gd name="connsiteY1" fmla="*/ 3429004 h 6858000"/>
                <a:gd name="connsiteX2" fmla="*/ 3428996 w 6819001"/>
                <a:gd name="connsiteY2" fmla="*/ 3588561 h 6858000"/>
                <a:gd name="connsiteX3" fmla="*/ 3588553 w 6819001"/>
                <a:gd name="connsiteY3" fmla="*/ 3429004 h 6858000"/>
                <a:gd name="connsiteX4" fmla="*/ 3428996 w 6819001"/>
                <a:gd name="connsiteY4" fmla="*/ 3269448 h 6858000"/>
                <a:gd name="connsiteX5" fmla="*/ 3428996 w 6819001"/>
                <a:gd name="connsiteY5" fmla="*/ 2958084 h 6858000"/>
                <a:gd name="connsiteX6" fmla="*/ 3899917 w 6819001"/>
                <a:gd name="connsiteY6" fmla="*/ 3429004 h 6858000"/>
                <a:gd name="connsiteX7" fmla="*/ 3428996 w 6819001"/>
                <a:gd name="connsiteY7" fmla="*/ 3899925 h 6858000"/>
                <a:gd name="connsiteX8" fmla="*/ 2958075 w 6819001"/>
                <a:gd name="connsiteY8" fmla="*/ 3429004 h 6858000"/>
                <a:gd name="connsiteX9" fmla="*/ 3428996 w 6819001"/>
                <a:gd name="connsiteY9" fmla="*/ 2958084 h 6858000"/>
                <a:gd name="connsiteX10" fmla="*/ 3428999 w 6819001"/>
                <a:gd name="connsiteY10" fmla="*/ 2650484 h 6858000"/>
                <a:gd name="connsiteX11" fmla="*/ 2650483 w 6819001"/>
                <a:gd name="connsiteY11" fmla="*/ 3429000 h 6858000"/>
                <a:gd name="connsiteX12" fmla="*/ 3428999 w 6819001"/>
                <a:gd name="connsiteY12" fmla="*/ 4207516 h 6858000"/>
                <a:gd name="connsiteX13" fmla="*/ 4207515 w 6819001"/>
                <a:gd name="connsiteY13" fmla="*/ 3429000 h 6858000"/>
                <a:gd name="connsiteX14" fmla="*/ 3428999 w 6819001"/>
                <a:gd name="connsiteY14" fmla="*/ 2650484 h 6858000"/>
                <a:gd name="connsiteX15" fmla="*/ 3429000 w 6819001"/>
                <a:gd name="connsiteY15" fmla="*/ 1248761 h 6858000"/>
                <a:gd name="connsiteX16" fmla="*/ 1248760 w 6819001"/>
                <a:gd name="connsiteY16" fmla="*/ 3429000 h 6858000"/>
                <a:gd name="connsiteX17" fmla="*/ 3429000 w 6819001"/>
                <a:gd name="connsiteY17" fmla="*/ 5609240 h 6858000"/>
                <a:gd name="connsiteX18" fmla="*/ 5519030 w 6819001"/>
                <a:gd name="connsiteY18" fmla="*/ 4051667 h 6858000"/>
                <a:gd name="connsiteX19" fmla="*/ 5557727 w 6819001"/>
                <a:gd name="connsiteY19" fmla="*/ 3897202 h 6858000"/>
                <a:gd name="connsiteX20" fmla="*/ 4416930 w 6819001"/>
                <a:gd name="connsiteY20" fmla="*/ 3897202 h 6858000"/>
                <a:gd name="connsiteX21" fmla="*/ 4391207 w 6819001"/>
                <a:gd name="connsiteY21" fmla="*/ 3950600 h 6858000"/>
                <a:gd name="connsiteX22" fmla="*/ 4336395 w 6819001"/>
                <a:gd name="connsiteY22" fmla="*/ 4040824 h 6858000"/>
                <a:gd name="connsiteX23" fmla="*/ 4303047 w 6819001"/>
                <a:gd name="connsiteY23" fmla="*/ 4085419 h 6858000"/>
                <a:gd name="connsiteX24" fmla="*/ 4860799 w 6819001"/>
                <a:gd name="connsiteY24" fmla="*/ 4643172 h 6858000"/>
                <a:gd name="connsiteX25" fmla="*/ 4643171 w 6819001"/>
                <a:gd name="connsiteY25" fmla="*/ 4860799 h 6858000"/>
                <a:gd name="connsiteX26" fmla="*/ 4083531 w 6819001"/>
                <a:gd name="connsiteY26" fmla="*/ 4301159 h 6858000"/>
                <a:gd name="connsiteX27" fmla="*/ 4040823 w 6819001"/>
                <a:gd name="connsiteY27" fmla="*/ 4336396 h 6858000"/>
                <a:gd name="connsiteX28" fmla="*/ 3428999 w 6819001"/>
                <a:gd name="connsiteY28" fmla="*/ 4523282 h 6858000"/>
                <a:gd name="connsiteX29" fmla="*/ 2817176 w 6819001"/>
                <a:gd name="connsiteY29" fmla="*/ 4336396 h 6858000"/>
                <a:gd name="connsiteX30" fmla="*/ 2774472 w 6819001"/>
                <a:gd name="connsiteY30" fmla="*/ 4301162 h 6858000"/>
                <a:gd name="connsiteX31" fmla="*/ 2215202 w 6819001"/>
                <a:gd name="connsiteY31" fmla="*/ 4860432 h 6858000"/>
                <a:gd name="connsiteX32" fmla="*/ 1997575 w 6819001"/>
                <a:gd name="connsiteY32" fmla="*/ 4642805 h 6858000"/>
                <a:gd name="connsiteX33" fmla="*/ 2554955 w 6819001"/>
                <a:gd name="connsiteY33" fmla="*/ 4085424 h 6858000"/>
                <a:gd name="connsiteX34" fmla="*/ 2521604 w 6819001"/>
                <a:gd name="connsiteY34" fmla="*/ 4040824 h 6858000"/>
                <a:gd name="connsiteX35" fmla="*/ 2334717 w 6819001"/>
                <a:gd name="connsiteY35" fmla="*/ 3429000 h 6858000"/>
                <a:gd name="connsiteX36" fmla="*/ 2521604 w 6819001"/>
                <a:gd name="connsiteY36" fmla="*/ 2817177 h 6858000"/>
                <a:gd name="connsiteX37" fmla="*/ 2554955 w 6819001"/>
                <a:gd name="connsiteY37" fmla="*/ 2772577 h 6858000"/>
                <a:gd name="connsiteX38" fmla="*/ 1997208 w 6819001"/>
                <a:gd name="connsiteY38" fmla="*/ 2214830 h 6858000"/>
                <a:gd name="connsiteX39" fmla="*/ 2214835 w 6819001"/>
                <a:gd name="connsiteY39" fmla="*/ 1997202 h 6858000"/>
                <a:gd name="connsiteX40" fmla="*/ 2774472 w 6819001"/>
                <a:gd name="connsiteY40" fmla="*/ 2556838 h 6858000"/>
                <a:gd name="connsiteX41" fmla="*/ 2817176 w 6819001"/>
                <a:gd name="connsiteY41" fmla="*/ 2521604 h 6858000"/>
                <a:gd name="connsiteX42" fmla="*/ 3428999 w 6819001"/>
                <a:gd name="connsiteY42" fmla="*/ 2334718 h 6858000"/>
                <a:gd name="connsiteX43" fmla="*/ 4040823 w 6819001"/>
                <a:gd name="connsiteY43" fmla="*/ 2521604 h 6858000"/>
                <a:gd name="connsiteX44" fmla="*/ 4083535 w 6819001"/>
                <a:gd name="connsiteY44" fmla="*/ 2556845 h 6858000"/>
                <a:gd name="connsiteX45" fmla="*/ 4642804 w 6819001"/>
                <a:gd name="connsiteY45" fmla="*/ 1997576 h 6858000"/>
                <a:gd name="connsiteX46" fmla="*/ 4860432 w 6819001"/>
                <a:gd name="connsiteY46" fmla="*/ 2215204 h 6858000"/>
                <a:gd name="connsiteX47" fmla="*/ 4303050 w 6819001"/>
                <a:gd name="connsiteY47" fmla="*/ 2772585 h 6858000"/>
                <a:gd name="connsiteX48" fmla="*/ 4336395 w 6819001"/>
                <a:gd name="connsiteY48" fmla="*/ 2817177 h 6858000"/>
                <a:gd name="connsiteX49" fmla="*/ 4391207 w 6819001"/>
                <a:gd name="connsiteY49" fmla="*/ 2907401 h 6858000"/>
                <a:gd name="connsiteX50" fmla="*/ 4416930 w 6819001"/>
                <a:gd name="connsiteY50" fmla="*/ 2960799 h 6858000"/>
                <a:gd name="connsiteX51" fmla="*/ 5557727 w 6819001"/>
                <a:gd name="connsiteY51" fmla="*/ 2960799 h 6858000"/>
                <a:gd name="connsiteX52" fmla="*/ 5519030 w 6819001"/>
                <a:gd name="connsiteY52" fmla="*/ 2806335 h 6858000"/>
                <a:gd name="connsiteX53" fmla="*/ 3429000 w 6819001"/>
                <a:gd name="connsiteY53" fmla="*/ 1248761 h 6858000"/>
                <a:gd name="connsiteX54" fmla="*/ 3429000 w 6819001"/>
                <a:gd name="connsiteY54" fmla="*/ 932619 h 6858000"/>
                <a:gd name="connsiteX55" fmla="*/ 5912494 w 6819001"/>
                <a:gd name="connsiteY55" fmla="*/ 3173759 h 6858000"/>
                <a:gd name="connsiteX56" fmla="*/ 5917272 w 6819001"/>
                <a:gd name="connsiteY56" fmla="*/ 3268406 h 6858000"/>
                <a:gd name="connsiteX57" fmla="*/ 5660712 w 6819001"/>
                <a:gd name="connsiteY57" fmla="*/ 3268406 h 6858000"/>
                <a:gd name="connsiteX58" fmla="*/ 5660712 w 6819001"/>
                <a:gd name="connsiteY58" fmla="*/ 3268571 h 6858000"/>
                <a:gd name="connsiteX59" fmla="*/ 4510223 w 6819001"/>
                <a:gd name="connsiteY59" fmla="*/ 3268571 h 6858000"/>
                <a:gd name="connsiteX60" fmla="*/ 4517632 w 6819001"/>
                <a:gd name="connsiteY60" fmla="*/ 3317116 h 6858000"/>
                <a:gd name="connsiteX61" fmla="*/ 4523281 w 6819001"/>
                <a:gd name="connsiteY61" fmla="*/ 3429000 h 6858000"/>
                <a:gd name="connsiteX62" fmla="*/ 4517632 w 6819001"/>
                <a:gd name="connsiteY62" fmla="*/ 3540884 h 6858000"/>
                <a:gd name="connsiteX63" fmla="*/ 4510223 w 6819001"/>
                <a:gd name="connsiteY63" fmla="*/ 3589430 h 6858000"/>
                <a:gd name="connsiteX64" fmla="*/ 5660712 w 6819001"/>
                <a:gd name="connsiteY64" fmla="*/ 3589430 h 6858000"/>
                <a:gd name="connsiteX65" fmla="*/ 5660712 w 6819001"/>
                <a:gd name="connsiteY65" fmla="*/ 3589595 h 6858000"/>
                <a:gd name="connsiteX66" fmla="*/ 5917272 w 6819001"/>
                <a:gd name="connsiteY66" fmla="*/ 3589595 h 6858000"/>
                <a:gd name="connsiteX67" fmla="*/ 5912494 w 6819001"/>
                <a:gd name="connsiteY67" fmla="*/ 3684242 h 6858000"/>
                <a:gd name="connsiteX68" fmla="*/ 3429000 w 6819001"/>
                <a:gd name="connsiteY68" fmla="*/ 5925382 h 6858000"/>
                <a:gd name="connsiteX69" fmla="*/ 932618 w 6819001"/>
                <a:gd name="connsiteY69" fmla="*/ 3429000 h 6858000"/>
                <a:gd name="connsiteX70" fmla="*/ 3429000 w 6819001"/>
                <a:gd name="connsiteY70" fmla="*/ 932619 h 6858000"/>
                <a:gd name="connsiteX71" fmla="*/ 3429002 w 6819001"/>
                <a:gd name="connsiteY71" fmla="*/ 0 h 6858000"/>
                <a:gd name="connsiteX72" fmla="*/ 3429186 w 6819001"/>
                <a:gd name="connsiteY72" fmla="*/ 9 h 6858000"/>
                <a:gd name="connsiteX73" fmla="*/ 3736286 w 6819001"/>
                <a:gd name="connsiteY73" fmla="*/ 13583 h 6858000"/>
                <a:gd name="connsiteX74" fmla="*/ 6788332 w 6819001"/>
                <a:gd name="connsiteY74" fmla="*/ 2737940 h 6858000"/>
                <a:gd name="connsiteX75" fmla="*/ 6819001 w 6819001"/>
                <a:gd name="connsiteY75" fmla="*/ 3042158 h 6858000"/>
                <a:gd name="connsiteX76" fmla="*/ 6505792 w 6819001"/>
                <a:gd name="connsiteY76" fmla="*/ 3042158 h 6858000"/>
                <a:gd name="connsiteX77" fmla="*/ 6481490 w 6819001"/>
                <a:gd name="connsiteY77" fmla="*/ 2801063 h 6858000"/>
                <a:gd name="connsiteX78" fmla="*/ 3708218 w 6819001"/>
                <a:gd name="connsiteY78" fmla="*/ 325551 h 6858000"/>
                <a:gd name="connsiteX79" fmla="*/ 3570855 w 6819001"/>
                <a:gd name="connsiteY79" fmla="*/ 319480 h 6858000"/>
                <a:gd name="connsiteX80" fmla="*/ 3570855 w 6819001"/>
                <a:gd name="connsiteY80" fmla="*/ 320371 h 6858000"/>
                <a:gd name="connsiteX81" fmla="*/ 3429656 w 6819001"/>
                <a:gd name="connsiteY81" fmla="*/ 313239 h 6858000"/>
                <a:gd name="connsiteX82" fmla="*/ 3428996 w 6819001"/>
                <a:gd name="connsiteY82" fmla="*/ 313210 h 6858000"/>
                <a:gd name="connsiteX83" fmla="*/ 3252533 w 6819001"/>
                <a:gd name="connsiteY83" fmla="*/ 322117 h 6858000"/>
                <a:gd name="connsiteX84" fmla="*/ 3252533 w 6819001"/>
                <a:gd name="connsiteY84" fmla="*/ 318487 h 6858000"/>
                <a:gd name="connsiteX85" fmla="*/ 3110430 w 6819001"/>
                <a:gd name="connsiteY85" fmla="*/ 329293 h 6858000"/>
                <a:gd name="connsiteX86" fmla="*/ 313206 w 6819001"/>
                <a:gd name="connsiteY86" fmla="*/ 3429000 h 6858000"/>
                <a:gd name="connsiteX87" fmla="*/ 3110430 w 6819001"/>
                <a:gd name="connsiteY87" fmla="*/ 6528708 h 6858000"/>
                <a:gd name="connsiteX88" fmla="*/ 3252533 w 6819001"/>
                <a:gd name="connsiteY88" fmla="*/ 6539513 h 6858000"/>
                <a:gd name="connsiteX89" fmla="*/ 3252533 w 6819001"/>
                <a:gd name="connsiteY89" fmla="*/ 6535884 h 6858000"/>
                <a:gd name="connsiteX90" fmla="*/ 3428833 w 6819001"/>
                <a:gd name="connsiteY90" fmla="*/ 6544790 h 6858000"/>
                <a:gd name="connsiteX91" fmla="*/ 3429002 w 6819001"/>
                <a:gd name="connsiteY91" fmla="*/ 6544794 h 6858000"/>
                <a:gd name="connsiteX92" fmla="*/ 3570855 w 6819001"/>
                <a:gd name="connsiteY92" fmla="*/ 6537632 h 6858000"/>
                <a:gd name="connsiteX93" fmla="*/ 3570855 w 6819001"/>
                <a:gd name="connsiteY93" fmla="*/ 6538528 h 6858000"/>
                <a:gd name="connsiteX94" fmla="*/ 3708218 w 6819001"/>
                <a:gd name="connsiteY94" fmla="*/ 6532457 h 6858000"/>
                <a:gd name="connsiteX95" fmla="*/ 6481490 w 6819001"/>
                <a:gd name="connsiteY95" fmla="*/ 4056945 h 6858000"/>
                <a:gd name="connsiteX96" fmla="*/ 6505792 w 6819001"/>
                <a:gd name="connsiteY96" fmla="*/ 3815864 h 6858000"/>
                <a:gd name="connsiteX97" fmla="*/ 6819001 w 6819001"/>
                <a:gd name="connsiteY97" fmla="*/ 3815864 h 6858000"/>
                <a:gd name="connsiteX98" fmla="*/ 6788332 w 6819001"/>
                <a:gd name="connsiteY98" fmla="*/ 4120061 h 6858000"/>
                <a:gd name="connsiteX99" fmla="*/ 3736286 w 6819001"/>
                <a:gd name="connsiteY99" fmla="*/ 6844419 h 6858000"/>
                <a:gd name="connsiteX100" fmla="*/ 3429040 w 6819001"/>
                <a:gd name="connsiteY100" fmla="*/ 6857998 h 6858000"/>
                <a:gd name="connsiteX101" fmla="*/ 3429002 w 6819001"/>
                <a:gd name="connsiteY101" fmla="*/ 6858000 h 6858000"/>
                <a:gd name="connsiteX102" fmla="*/ 3428998 w 6819001"/>
                <a:gd name="connsiteY102" fmla="*/ 6858000 h 6858000"/>
                <a:gd name="connsiteX103" fmla="*/ 3428996 w 6819001"/>
                <a:gd name="connsiteY103" fmla="*/ 6858000 h 6858000"/>
                <a:gd name="connsiteX104" fmla="*/ 3428991 w 6819001"/>
                <a:gd name="connsiteY104" fmla="*/ 6858000 h 6858000"/>
                <a:gd name="connsiteX105" fmla="*/ 3252546 w 6819001"/>
                <a:gd name="connsiteY105" fmla="*/ 6853538 h 6858000"/>
                <a:gd name="connsiteX106" fmla="*/ 0 w 6819001"/>
                <a:gd name="connsiteY106" fmla="*/ 3429000 h 6858000"/>
                <a:gd name="connsiteX107" fmla="*/ 3429002 w 6819001"/>
                <a:gd name="connsiteY10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819001" h="6858000">
                  <a:moveTo>
                    <a:pt x="3428996" y="3269448"/>
                  </a:moveTo>
                  <a:cubicBezTo>
                    <a:pt x="3340875" y="3269448"/>
                    <a:pt x="3269439" y="3340884"/>
                    <a:pt x="3269439" y="3429004"/>
                  </a:cubicBezTo>
                  <a:cubicBezTo>
                    <a:pt x="3269439" y="3517125"/>
                    <a:pt x="3340875" y="3588561"/>
                    <a:pt x="3428996" y="3588561"/>
                  </a:cubicBezTo>
                  <a:cubicBezTo>
                    <a:pt x="3517117" y="3588561"/>
                    <a:pt x="3588553" y="3517125"/>
                    <a:pt x="3588553" y="3429004"/>
                  </a:cubicBezTo>
                  <a:cubicBezTo>
                    <a:pt x="3588553" y="3340884"/>
                    <a:pt x="3517117" y="3269448"/>
                    <a:pt x="3428996" y="3269448"/>
                  </a:cubicBezTo>
                  <a:close/>
                  <a:moveTo>
                    <a:pt x="3428996" y="2958084"/>
                  </a:moveTo>
                  <a:cubicBezTo>
                    <a:pt x="3689078" y="2958084"/>
                    <a:pt x="3899917" y="3168923"/>
                    <a:pt x="3899917" y="3429004"/>
                  </a:cubicBezTo>
                  <a:cubicBezTo>
                    <a:pt x="3899917" y="3689086"/>
                    <a:pt x="3689078" y="3899925"/>
                    <a:pt x="3428996" y="3899925"/>
                  </a:cubicBezTo>
                  <a:cubicBezTo>
                    <a:pt x="3168914" y="3899925"/>
                    <a:pt x="2958075" y="3689086"/>
                    <a:pt x="2958075" y="3429004"/>
                  </a:cubicBezTo>
                  <a:cubicBezTo>
                    <a:pt x="2958075" y="3168923"/>
                    <a:pt x="3168914" y="2958084"/>
                    <a:pt x="3428996" y="2958084"/>
                  </a:cubicBezTo>
                  <a:close/>
                  <a:moveTo>
                    <a:pt x="3428999" y="2650484"/>
                  </a:moveTo>
                  <a:cubicBezTo>
                    <a:pt x="2999036" y="2650484"/>
                    <a:pt x="2650483" y="2999037"/>
                    <a:pt x="2650483" y="3429000"/>
                  </a:cubicBezTo>
                  <a:cubicBezTo>
                    <a:pt x="2650483" y="3858963"/>
                    <a:pt x="2999036" y="4207516"/>
                    <a:pt x="3428999" y="4207516"/>
                  </a:cubicBezTo>
                  <a:cubicBezTo>
                    <a:pt x="3858962" y="4207516"/>
                    <a:pt x="4207515" y="3858963"/>
                    <a:pt x="4207515" y="3429000"/>
                  </a:cubicBezTo>
                  <a:cubicBezTo>
                    <a:pt x="4207515" y="2999037"/>
                    <a:pt x="3858962" y="2650484"/>
                    <a:pt x="3428999" y="2650484"/>
                  </a:cubicBezTo>
                  <a:close/>
                  <a:moveTo>
                    <a:pt x="3429000" y="1248761"/>
                  </a:moveTo>
                  <a:cubicBezTo>
                    <a:pt x="2224888" y="1248761"/>
                    <a:pt x="1248760" y="2224889"/>
                    <a:pt x="1248760" y="3429000"/>
                  </a:cubicBezTo>
                  <a:cubicBezTo>
                    <a:pt x="1248760" y="4633112"/>
                    <a:pt x="2224888" y="5609240"/>
                    <a:pt x="3429000" y="5609240"/>
                  </a:cubicBezTo>
                  <a:cubicBezTo>
                    <a:pt x="4416749" y="5609240"/>
                    <a:pt x="5251085" y="4952391"/>
                    <a:pt x="5519030" y="4051667"/>
                  </a:cubicBezTo>
                  <a:lnTo>
                    <a:pt x="5557727" y="3897202"/>
                  </a:lnTo>
                  <a:lnTo>
                    <a:pt x="4416930" y="3897202"/>
                  </a:lnTo>
                  <a:lnTo>
                    <a:pt x="4391207" y="3950600"/>
                  </a:lnTo>
                  <a:cubicBezTo>
                    <a:pt x="4374361" y="3981610"/>
                    <a:pt x="4356060" y="4011715"/>
                    <a:pt x="4336395" y="4040824"/>
                  </a:cubicBezTo>
                  <a:lnTo>
                    <a:pt x="4303047" y="4085419"/>
                  </a:lnTo>
                  <a:lnTo>
                    <a:pt x="4860799" y="4643172"/>
                  </a:lnTo>
                  <a:lnTo>
                    <a:pt x="4643171" y="4860799"/>
                  </a:lnTo>
                  <a:lnTo>
                    <a:pt x="4083531" y="4301159"/>
                  </a:lnTo>
                  <a:lnTo>
                    <a:pt x="4040823" y="4336396"/>
                  </a:lnTo>
                  <a:cubicBezTo>
                    <a:pt x="3866174" y="4454386"/>
                    <a:pt x="3655632" y="4523282"/>
                    <a:pt x="3428999" y="4523282"/>
                  </a:cubicBezTo>
                  <a:cubicBezTo>
                    <a:pt x="3202366" y="4523282"/>
                    <a:pt x="2991825" y="4454386"/>
                    <a:pt x="2817176" y="4336396"/>
                  </a:cubicBezTo>
                  <a:lnTo>
                    <a:pt x="2774472" y="4301162"/>
                  </a:lnTo>
                  <a:lnTo>
                    <a:pt x="2215202" y="4860432"/>
                  </a:lnTo>
                  <a:lnTo>
                    <a:pt x="1997575" y="4642805"/>
                  </a:lnTo>
                  <a:lnTo>
                    <a:pt x="2554955" y="4085424"/>
                  </a:lnTo>
                  <a:lnTo>
                    <a:pt x="2521604" y="4040824"/>
                  </a:lnTo>
                  <a:cubicBezTo>
                    <a:pt x="2403613" y="3866175"/>
                    <a:pt x="2334717" y="3655633"/>
                    <a:pt x="2334717" y="3429000"/>
                  </a:cubicBezTo>
                  <a:cubicBezTo>
                    <a:pt x="2334717" y="3202367"/>
                    <a:pt x="2403613" y="2991825"/>
                    <a:pt x="2521604" y="2817177"/>
                  </a:cubicBezTo>
                  <a:lnTo>
                    <a:pt x="2554955" y="2772577"/>
                  </a:lnTo>
                  <a:lnTo>
                    <a:pt x="1997208" y="2214830"/>
                  </a:lnTo>
                  <a:lnTo>
                    <a:pt x="2214835" y="1997202"/>
                  </a:lnTo>
                  <a:lnTo>
                    <a:pt x="2774472" y="2556838"/>
                  </a:lnTo>
                  <a:lnTo>
                    <a:pt x="2817176" y="2521604"/>
                  </a:lnTo>
                  <a:cubicBezTo>
                    <a:pt x="2991825" y="2403614"/>
                    <a:pt x="3202366" y="2334718"/>
                    <a:pt x="3428999" y="2334718"/>
                  </a:cubicBezTo>
                  <a:cubicBezTo>
                    <a:pt x="3655632" y="2334718"/>
                    <a:pt x="3866174" y="2403614"/>
                    <a:pt x="4040823" y="2521604"/>
                  </a:cubicBezTo>
                  <a:lnTo>
                    <a:pt x="4083535" y="2556845"/>
                  </a:lnTo>
                  <a:lnTo>
                    <a:pt x="4642804" y="1997576"/>
                  </a:lnTo>
                  <a:lnTo>
                    <a:pt x="4860432" y="2215204"/>
                  </a:lnTo>
                  <a:lnTo>
                    <a:pt x="4303050" y="2772585"/>
                  </a:lnTo>
                  <a:lnTo>
                    <a:pt x="4336395" y="2817177"/>
                  </a:lnTo>
                  <a:cubicBezTo>
                    <a:pt x="4356060" y="2846285"/>
                    <a:pt x="4374361" y="2876390"/>
                    <a:pt x="4391207" y="2907401"/>
                  </a:cubicBezTo>
                  <a:lnTo>
                    <a:pt x="4416930" y="2960799"/>
                  </a:lnTo>
                  <a:lnTo>
                    <a:pt x="5557727" y="2960799"/>
                  </a:lnTo>
                  <a:lnTo>
                    <a:pt x="5519030" y="2806335"/>
                  </a:lnTo>
                  <a:cubicBezTo>
                    <a:pt x="5251085" y="1905610"/>
                    <a:pt x="4416749" y="1248761"/>
                    <a:pt x="3429000" y="1248761"/>
                  </a:cubicBezTo>
                  <a:close/>
                  <a:moveTo>
                    <a:pt x="3429000" y="932619"/>
                  </a:moveTo>
                  <a:cubicBezTo>
                    <a:pt x="4721545" y="932619"/>
                    <a:pt x="5784655" y="1914943"/>
                    <a:pt x="5912494" y="3173759"/>
                  </a:cubicBezTo>
                  <a:lnTo>
                    <a:pt x="5917272" y="3268406"/>
                  </a:lnTo>
                  <a:lnTo>
                    <a:pt x="5660712" y="3268406"/>
                  </a:lnTo>
                  <a:lnTo>
                    <a:pt x="5660712" y="3268571"/>
                  </a:lnTo>
                  <a:lnTo>
                    <a:pt x="4510223" y="3268571"/>
                  </a:lnTo>
                  <a:lnTo>
                    <a:pt x="4517632" y="3317116"/>
                  </a:lnTo>
                  <a:cubicBezTo>
                    <a:pt x="4521367" y="3353903"/>
                    <a:pt x="4523281" y="3391228"/>
                    <a:pt x="4523281" y="3429000"/>
                  </a:cubicBezTo>
                  <a:cubicBezTo>
                    <a:pt x="4523281" y="3466772"/>
                    <a:pt x="4521367" y="3504098"/>
                    <a:pt x="4517632" y="3540884"/>
                  </a:cubicBezTo>
                  <a:lnTo>
                    <a:pt x="4510223" y="3589430"/>
                  </a:lnTo>
                  <a:lnTo>
                    <a:pt x="5660712" y="3589430"/>
                  </a:lnTo>
                  <a:lnTo>
                    <a:pt x="5660712" y="3589595"/>
                  </a:lnTo>
                  <a:lnTo>
                    <a:pt x="5917272" y="3589595"/>
                  </a:lnTo>
                  <a:lnTo>
                    <a:pt x="5912494" y="3684242"/>
                  </a:lnTo>
                  <a:cubicBezTo>
                    <a:pt x="5784655" y="4943058"/>
                    <a:pt x="4721545" y="5925382"/>
                    <a:pt x="3429000" y="5925382"/>
                  </a:cubicBezTo>
                  <a:cubicBezTo>
                    <a:pt x="2050285" y="5925382"/>
                    <a:pt x="932618" y="4807715"/>
                    <a:pt x="932618" y="3429000"/>
                  </a:cubicBezTo>
                  <a:cubicBezTo>
                    <a:pt x="932618" y="2050286"/>
                    <a:pt x="2050285" y="932619"/>
                    <a:pt x="3429000" y="932619"/>
                  </a:cubicBezTo>
                  <a:close/>
                  <a:moveTo>
                    <a:pt x="3429002" y="0"/>
                  </a:moveTo>
                  <a:lnTo>
                    <a:pt x="3429186" y="9"/>
                  </a:lnTo>
                  <a:lnTo>
                    <a:pt x="3736286" y="13583"/>
                  </a:lnTo>
                  <a:cubicBezTo>
                    <a:pt x="5254727" y="148438"/>
                    <a:pt x="6488576" y="1273058"/>
                    <a:pt x="6788332" y="2737940"/>
                  </a:cubicBezTo>
                  <a:lnTo>
                    <a:pt x="6819001" y="3042158"/>
                  </a:lnTo>
                  <a:lnTo>
                    <a:pt x="6505792" y="3042158"/>
                  </a:lnTo>
                  <a:lnTo>
                    <a:pt x="6481490" y="2801063"/>
                  </a:lnTo>
                  <a:cubicBezTo>
                    <a:pt x="6209113" y="1469987"/>
                    <a:pt x="5087963" y="448089"/>
                    <a:pt x="3708218" y="325551"/>
                  </a:cubicBezTo>
                  <a:lnTo>
                    <a:pt x="3570855" y="319480"/>
                  </a:lnTo>
                  <a:lnTo>
                    <a:pt x="3570855" y="320371"/>
                  </a:lnTo>
                  <a:lnTo>
                    <a:pt x="3429656" y="313239"/>
                  </a:lnTo>
                  <a:lnTo>
                    <a:pt x="3428996" y="313210"/>
                  </a:lnTo>
                  <a:lnTo>
                    <a:pt x="3252533" y="322117"/>
                  </a:lnTo>
                  <a:lnTo>
                    <a:pt x="3252533" y="318487"/>
                  </a:lnTo>
                  <a:lnTo>
                    <a:pt x="3110430" y="329293"/>
                  </a:lnTo>
                  <a:cubicBezTo>
                    <a:pt x="1539270" y="488852"/>
                    <a:pt x="313206" y="1815744"/>
                    <a:pt x="313206" y="3429000"/>
                  </a:cubicBezTo>
                  <a:cubicBezTo>
                    <a:pt x="313206" y="5042256"/>
                    <a:pt x="1539270" y="6369148"/>
                    <a:pt x="3110430" y="6528708"/>
                  </a:cubicBezTo>
                  <a:lnTo>
                    <a:pt x="3252533" y="6539513"/>
                  </a:lnTo>
                  <a:lnTo>
                    <a:pt x="3252533" y="6535884"/>
                  </a:lnTo>
                  <a:lnTo>
                    <a:pt x="3428833" y="6544790"/>
                  </a:lnTo>
                  <a:lnTo>
                    <a:pt x="3429002" y="6544794"/>
                  </a:lnTo>
                  <a:lnTo>
                    <a:pt x="3570855" y="6537632"/>
                  </a:lnTo>
                  <a:lnTo>
                    <a:pt x="3570855" y="6538528"/>
                  </a:lnTo>
                  <a:lnTo>
                    <a:pt x="3708218" y="6532457"/>
                  </a:lnTo>
                  <a:cubicBezTo>
                    <a:pt x="5087963" y="6409919"/>
                    <a:pt x="6209113" y="5388022"/>
                    <a:pt x="6481490" y="4056945"/>
                  </a:cubicBezTo>
                  <a:lnTo>
                    <a:pt x="6505792" y="3815864"/>
                  </a:lnTo>
                  <a:lnTo>
                    <a:pt x="6819001" y="3815864"/>
                  </a:lnTo>
                  <a:lnTo>
                    <a:pt x="6788332" y="4120061"/>
                  </a:lnTo>
                  <a:cubicBezTo>
                    <a:pt x="6488576" y="5584943"/>
                    <a:pt x="5254727" y="6709563"/>
                    <a:pt x="3736286" y="6844419"/>
                  </a:cubicBezTo>
                  <a:lnTo>
                    <a:pt x="3429040" y="6857998"/>
                  </a:lnTo>
                  <a:lnTo>
                    <a:pt x="3429002" y="6858000"/>
                  </a:lnTo>
                  <a:lnTo>
                    <a:pt x="3428998" y="6858000"/>
                  </a:lnTo>
                  <a:lnTo>
                    <a:pt x="3428996" y="6858000"/>
                  </a:lnTo>
                  <a:lnTo>
                    <a:pt x="3428991" y="6858000"/>
                  </a:lnTo>
                  <a:lnTo>
                    <a:pt x="3252546" y="6853538"/>
                  </a:lnTo>
                  <a:cubicBezTo>
                    <a:pt x="1440766" y="6761699"/>
                    <a:pt x="0" y="5263603"/>
                    <a:pt x="0" y="3429000"/>
                  </a:cubicBezTo>
                  <a:cubicBezTo>
                    <a:pt x="0" y="1535217"/>
                    <a:pt x="1535218" y="0"/>
                    <a:pt x="3429002" y="0"/>
                  </a:cubicBezTo>
                  <a:close/>
                </a:path>
              </a:pathLst>
            </a:custGeom>
            <a:grp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2373" name="Freeform: Shape 2372">
              <a:extLst>
                <a:ext uri="{FF2B5EF4-FFF2-40B4-BE49-F238E27FC236}">
                  <a16:creationId xmlns:a16="http://schemas.microsoft.com/office/drawing/2014/main" id="{BD8159E0-E5BB-4787-1D7B-F7359B7A5710}"/>
                </a:ext>
                <a:ext uri="{C183D7F6-B498-43B3-948B-1728B52AA6E4}">
                  <adec:decorative xmlns:adec="http://schemas.microsoft.com/office/drawing/2017/decorative" val="1"/>
                </a:ext>
              </a:extLst>
            </p:cNvPr>
            <p:cNvSpPr/>
            <p:nvPr/>
          </p:nvSpPr>
          <p:spPr>
            <a:xfrm>
              <a:off x="2465393" y="5080907"/>
              <a:ext cx="432427" cy="394440"/>
            </a:xfrm>
            <a:custGeom>
              <a:avLst/>
              <a:gdLst>
                <a:gd name="connsiteX0" fmla="*/ 2960798 w 6486399"/>
                <a:gd name="connsiteY0" fmla="*/ 5605797 h 5916595"/>
                <a:gd name="connsiteX1" fmla="*/ 3116197 w 6486399"/>
                <a:gd name="connsiteY1" fmla="*/ 5761196 h 5916595"/>
                <a:gd name="connsiteX2" fmla="*/ 2960798 w 6486399"/>
                <a:gd name="connsiteY2" fmla="*/ 5916595 h 5916595"/>
                <a:gd name="connsiteX3" fmla="*/ 2805399 w 6486399"/>
                <a:gd name="connsiteY3" fmla="*/ 5761196 h 5916595"/>
                <a:gd name="connsiteX4" fmla="*/ 2960798 w 6486399"/>
                <a:gd name="connsiteY4" fmla="*/ 5605797 h 5916595"/>
                <a:gd name="connsiteX5" fmla="*/ 4937279 w 6486399"/>
                <a:gd name="connsiteY5" fmla="*/ 4790624 h 5916595"/>
                <a:gd name="connsiteX6" fmla="*/ 5092678 w 6486399"/>
                <a:gd name="connsiteY6" fmla="*/ 4946023 h 5916595"/>
                <a:gd name="connsiteX7" fmla="*/ 4937279 w 6486399"/>
                <a:gd name="connsiteY7" fmla="*/ 5101422 h 5916595"/>
                <a:gd name="connsiteX8" fmla="*/ 4781880 w 6486399"/>
                <a:gd name="connsiteY8" fmla="*/ 4946023 h 5916595"/>
                <a:gd name="connsiteX9" fmla="*/ 4937279 w 6486399"/>
                <a:gd name="connsiteY9" fmla="*/ 4790624 h 5916595"/>
                <a:gd name="connsiteX10" fmla="*/ 984323 w 6486399"/>
                <a:gd name="connsiteY10" fmla="*/ 4790624 h 5916595"/>
                <a:gd name="connsiteX11" fmla="*/ 1139722 w 6486399"/>
                <a:gd name="connsiteY11" fmla="*/ 4946023 h 5916595"/>
                <a:gd name="connsiteX12" fmla="*/ 984323 w 6486399"/>
                <a:gd name="connsiteY12" fmla="*/ 5101422 h 5916595"/>
                <a:gd name="connsiteX13" fmla="*/ 828924 w 6486399"/>
                <a:gd name="connsiteY13" fmla="*/ 4946023 h 5916595"/>
                <a:gd name="connsiteX14" fmla="*/ 984323 w 6486399"/>
                <a:gd name="connsiteY14" fmla="*/ 4790624 h 5916595"/>
                <a:gd name="connsiteX15" fmla="*/ 155399 w 6486399"/>
                <a:gd name="connsiteY15" fmla="*/ 2802894 h 5916595"/>
                <a:gd name="connsiteX16" fmla="*/ 310798 w 6486399"/>
                <a:gd name="connsiteY16" fmla="*/ 2958293 h 5916595"/>
                <a:gd name="connsiteX17" fmla="*/ 155399 w 6486399"/>
                <a:gd name="connsiteY17" fmla="*/ 3113692 h 5916595"/>
                <a:gd name="connsiteX18" fmla="*/ 0 w 6486399"/>
                <a:gd name="connsiteY18" fmla="*/ 2958293 h 5916595"/>
                <a:gd name="connsiteX19" fmla="*/ 155399 w 6486399"/>
                <a:gd name="connsiteY19" fmla="*/ 2802894 h 5916595"/>
                <a:gd name="connsiteX20" fmla="*/ 6008617 w 6486399"/>
                <a:gd name="connsiteY20" fmla="*/ 2719412 h 5916595"/>
                <a:gd name="connsiteX21" fmla="*/ 6486399 w 6486399"/>
                <a:gd name="connsiteY21" fmla="*/ 2719412 h 5916595"/>
                <a:gd name="connsiteX22" fmla="*/ 6486399 w 6486399"/>
                <a:gd name="connsiteY22" fmla="*/ 3197195 h 5916595"/>
                <a:gd name="connsiteX23" fmla="*/ 6008617 w 6486399"/>
                <a:gd name="connsiteY23" fmla="*/ 3197195 h 5916595"/>
                <a:gd name="connsiteX24" fmla="*/ 984323 w 6486399"/>
                <a:gd name="connsiteY24" fmla="*/ 815172 h 5916595"/>
                <a:gd name="connsiteX25" fmla="*/ 1139722 w 6486399"/>
                <a:gd name="connsiteY25" fmla="*/ 970571 h 5916595"/>
                <a:gd name="connsiteX26" fmla="*/ 984323 w 6486399"/>
                <a:gd name="connsiteY26" fmla="*/ 1125970 h 5916595"/>
                <a:gd name="connsiteX27" fmla="*/ 828924 w 6486399"/>
                <a:gd name="connsiteY27" fmla="*/ 970571 h 5916595"/>
                <a:gd name="connsiteX28" fmla="*/ 984323 w 6486399"/>
                <a:gd name="connsiteY28" fmla="*/ 815172 h 5916595"/>
                <a:gd name="connsiteX29" fmla="*/ 4937279 w 6486399"/>
                <a:gd name="connsiteY29" fmla="*/ 815172 h 5916595"/>
                <a:gd name="connsiteX30" fmla="*/ 5092678 w 6486399"/>
                <a:gd name="connsiteY30" fmla="*/ 970571 h 5916595"/>
                <a:gd name="connsiteX31" fmla="*/ 4937279 w 6486399"/>
                <a:gd name="connsiteY31" fmla="*/ 1125970 h 5916595"/>
                <a:gd name="connsiteX32" fmla="*/ 4781880 w 6486399"/>
                <a:gd name="connsiteY32" fmla="*/ 970571 h 5916595"/>
                <a:gd name="connsiteX33" fmla="*/ 4937279 w 6486399"/>
                <a:gd name="connsiteY33" fmla="*/ 815172 h 5916595"/>
                <a:gd name="connsiteX34" fmla="*/ 2960798 w 6486399"/>
                <a:gd name="connsiteY34" fmla="*/ 0 h 5916595"/>
                <a:gd name="connsiteX35" fmla="*/ 3116197 w 6486399"/>
                <a:gd name="connsiteY35" fmla="*/ 155398 h 5916595"/>
                <a:gd name="connsiteX36" fmla="*/ 2960798 w 6486399"/>
                <a:gd name="connsiteY36" fmla="*/ 310797 h 5916595"/>
                <a:gd name="connsiteX37" fmla="*/ 2805399 w 6486399"/>
                <a:gd name="connsiteY37" fmla="*/ 155398 h 5916595"/>
                <a:gd name="connsiteX38" fmla="*/ 2960798 w 6486399"/>
                <a:gd name="connsiteY38" fmla="*/ 0 h 591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486399" h="5916595">
                  <a:moveTo>
                    <a:pt x="2960798" y="5605797"/>
                  </a:moveTo>
                  <a:cubicBezTo>
                    <a:pt x="3046622" y="5605797"/>
                    <a:pt x="3116197" y="5675372"/>
                    <a:pt x="3116197" y="5761196"/>
                  </a:cubicBezTo>
                  <a:cubicBezTo>
                    <a:pt x="3116197" y="5847020"/>
                    <a:pt x="3046622" y="5916595"/>
                    <a:pt x="2960798" y="5916595"/>
                  </a:cubicBezTo>
                  <a:cubicBezTo>
                    <a:pt x="2874974" y="5916595"/>
                    <a:pt x="2805399" y="5847020"/>
                    <a:pt x="2805399" y="5761196"/>
                  </a:cubicBezTo>
                  <a:cubicBezTo>
                    <a:pt x="2805399" y="5675372"/>
                    <a:pt x="2874974" y="5605797"/>
                    <a:pt x="2960798" y="5605797"/>
                  </a:cubicBezTo>
                  <a:close/>
                  <a:moveTo>
                    <a:pt x="4937279" y="4790624"/>
                  </a:moveTo>
                  <a:cubicBezTo>
                    <a:pt x="5023103" y="4790624"/>
                    <a:pt x="5092678" y="4860199"/>
                    <a:pt x="5092678" y="4946023"/>
                  </a:cubicBezTo>
                  <a:cubicBezTo>
                    <a:pt x="5092678" y="5031847"/>
                    <a:pt x="5023103" y="5101422"/>
                    <a:pt x="4937279" y="5101422"/>
                  </a:cubicBezTo>
                  <a:cubicBezTo>
                    <a:pt x="4851455" y="5101422"/>
                    <a:pt x="4781880" y="5031847"/>
                    <a:pt x="4781880" y="4946023"/>
                  </a:cubicBezTo>
                  <a:cubicBezTo>
                    <a:pt x="4781880" y="4860199"/>
                    <a:pt x="4851455" y="4790624"/>
                    <a:pt x="4937279" y="4790624"/>
                  </a:cubicBezTo>
                  <a:close/>
                  <a:moveTo>
                    <a:pt x="984323" y="4790624"/>
                  </a:moveTo>
                  <a:cubicBezTo>
                    <a:pt x="1070147" y="4790624"/>
                    <a:pt x="1139722" y="4860199"/>
                    <a:pt x="1139722" y="4946023"/>
                  </a:cubicBezTo>
                  <a:cubicBezTo>
                    <a:pt x="1139722" y="5031847"/>
                    <a:pt x="1070147" y="5101422"/>
                    <a:pt x="984323" y="5101422"/>
                  </a:cubicBezTo>
                  <a:cubicBezTo>
                    <a:pt x="898499" y="5101422"/>
                    <a:pt x="828924" y="5031847"/>
                    <a:pt x="828924" y="4946023"/>
                  </a:cubicBezTo>
                  <a:cubicBezTo>
                    <a:pt x="828924" y="4860199"/>
                    <a:pt x="898499" y="4790624"/>
                    <a:pt x="984323" y="4790624"/>
                  </a:cubicBezTo>
                  <a:close/>
                  <a:moveTo>
                    <a:pt x="155399" y="2802894"/>
                  </a:moveTo>
                  <a:cubicBezTo>
                    <a:pt x="241223" y="2802894"/>
                    <a:pt x="310798" y="2872469"/>
                    <a:pt x="310798" y="2958293"/>
                  </a:cubicBezTo>
                  <a:cubicBezTo>
                    <a:pt x="310798" y="3044117"/>
                    <a:pt x="241223" y="3113692"/>
                    <a:pt x="155399" y="3113692"/>
                  </a:cubicBezTo>
                  <a:cubicBezTo>
                    <a:pt x="69575" y="3113692"/>
                    <a:pt x="0" y="3044117"/>
                    <a:pt x="0" y="2958293"/>
                  </a:cubicBezTo>
                  <a:cubicBezTo>
                    <a:pt x="0" y="2872469"/>
                    <a:pt x="69575" y="2802894"/>
                    <a:pt x="155399" y="2802894"/>
                  </a:cubicBezTo>
                  <a:close/>
                  <a:moveTo>
                    <a:pt x="6008617" y="2719412"/>
                  </a:moveTo>
                  <a:lnTo>
                    <a:pt x="6486399" y="2719412"/>
                  </a:lnTo>
                  <a:lnTo>
                    <a:pt x="6486399" y="3197195"/>
                  </a:lnTo>
                  <a:lnTo>
                    <a:pt x="6008617" y="3197195"/>
                  </a:lnTo>
                  <a:close/>
                  <a:moveTo>
                    <a:pt x="984323" y="815172"/>
                  </a:moveTo>
                  <a:cubicBezTo>
                    <a:pt x="1070147" y="815172"/>
                    <a:pt x="1139722" y="884747"/>
                    <a:pt x="1139722" y="970571"/>
                  </a:cubicBezTo>
                  <a:cubicBezTo>
                    <a:pt x="1139722" y="1056395"/>
                    <a:pt x="1070147" y="1125970"/>
                    <a:pt x="984323" y="1125970"/>
                  </a:cubicBezTo>
                  <a:cubicBezTo>
                    <a:pt x="898499" y="1125970"/>
                    <a:pt x="828924" y="1056395"/>
                    <a:pt x="828924" y="970571"/>
                  </a:cubicBezTo>
                  <a:cubicBezTo>
                    <a:pt x="828924" y="884747"/>
                    <a:pt x="898499" y="815172"/>
                    <a:pt x="984323" y="815172"/>
                  </a:cubicBezTo>
                  <a:close/>
                  <a:moveTo>
                    <a:pt x="4937279" y="815172"/>
                  </a:moveTo>
                  <a:cubicBezTo>
                    <a:pt x="5023103" y="815172"/>
                    <a:pt x="5092678" y="884747"/>
                    <a:pt x="5092678" y="970571"/>
                  </a:cubicBezTo>
                  <a:cubicBezTo>
                    <a:pt x="5092678" y="1056395"/>
                    <a:pt x="5023103" y="1125970"/>
                    <a:pt x="4937279" y="1125970"/>
                  </a:cubicBezTo>
                  <a:cubicBezTo>
                    <a:pt x="4851455" y="1125970"/>
                    <a:pt x="4781880" y="1056395"/>
                    <a:pt x="4781880" y="970571"/>
                  </a:cubicBezTo>
                  <a:cubicBezTo>
                    <a:pt x="4781880" y="884747"/>
                    <a:pt x="4851455" y="815172"/>
                    <a:pt x="4937279" y="815172"/>
                  </a:cubicBezTo>
                  <a:close/>
                  <a:moveTo>
                    <a:pt x="2960798" y="0"/>
                  </a:moveTo>
                  <a:cubicBezTo>
                    <a:pt x="3046622" y="0"/>
                    <a:pt x="3116197" y="69574"/>
                    <a:pt x="3116197" y="155398"/>
                  </a:cubicBezTo>
                  <a:cubicBezTo>
                    <a:pt x="3116197" y="241222"/>
                    <a:pt x="3046622" y="310797"/>
                    <a:pt x="2960798" y="310797"/>
                  </a:cubicBezTo>
                  <a:cubicBezTo>
                    <a:pt x="2874974" y="310797"/>
                    <a:pt x="2805399" y="241222"/>
                    <a:pt x="2805399" y="155398"/>
                  </a:cubicBezTo>
                  <a:cubicBezTo>
                    <a:pt x="2805399" y="69574"/>
                    <a:pt x="2874974" y="0"/>
                    <a:pt x="2960798" y="0"/>
                  </a:cubicBezTo>
                  <a:close/>
                </a:path>
              </a:pathLst>
            </a:cu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grpSp>
      <p:grpSp>
        <p:nvGrpSpPr>
          <p:cNvPr id="2766" name="Group 2765">
            <a:extLst>
              <a:ext uri="{FF2B5EF4-FFF2-40B4-BE49-F238E27FC236}">
                <a16:creationId xmlns:a16="http://schemas.microsoft.com/office/drawing/2014/main" id="{323C2F8F-4C18-0F55-4B1F-A1B98951AA3C}"/>
              </a:ext>
              <a:ext uri="{C183D7F6-B498-43B3-948B-1728B52AA6E4}">
                <adec:decorative xmlns:adec="http://schemas.microsoft.com/office/drawing/2017/decorative" val="1"/>
              </a:ext>
            </a:extLst>
          </p:cNvPr>
          <p:cNvGrpSpPr>
            <a:grpSpLocks noChangeAspect="1"/>
          </p:cNvGrpSpPr>
          <p:nvPr/>
        </p:nvGrpSpPr>
        <p:grpSpPr>
          <a:xfrm>
            <a:off x="3022885" y="5049527"/>
            <a:ext cx="357553" cy="457200"/>
            <a:chOff x="3022885" y="5049527"/>
            <a:chExt cx="357553" cy="457200"/>
          </a:xfrm>
          <a:solidFill>
            <a:schemeClr val="accent2"/>
          </a:solidFill>
        </p:grpSpPr>
        <p:sp>
          <p:nvSpPr>
            <p:cNvPr id="2405" name="Freeform: Shape 2404">
              <a:extLst>
                <a:ext uri="{FF2B5EF4-FFF2-40B4-BE49-F238E27FC236}">
                  <a16:creationId xmlns:a16="http://schemas.microsoft.com/office/drawing/2014/main" id="{CBBA9A56-9CBA-7FE2-74B2-A88C695E5AF6}"/>
                </a:ext>
                <a:ext uri="{C183D7F6-B498-43B3-948B-1728B52AA6E4}">
                  <adec:decorative xmlns:adec="http://schemas.microsoft.com/office/drawing/2017/decorative" val="1"/>
                </a:ext>
              </a:extLst>
            </p:cNvPr>
            <p:cNvSpPr/>
            <p:nvPr/>
          </p:nvSpPr>
          <p:spPr>
            <a:xfrm>
              <a:off x="3022885" y="5049527"/>
              <a:ext cx="357553" cy="457200"/>
            </a:xfrm>
            <a:custGeom>
              <a:avLst/>
              <a:gdLst>
                <a:gd name="connsiteX0" fmla="*/ 3747499 w 5363291"/>
                <a:gd name="connsiteY0" fmla="*/ 4685960 h 6858000"/>
                <a:gd name="connsiteX1" fmla="*/ 3911737 w 5363291"/>
                <a:gd name="connsiteY1" fmla="*/ 4850199 h 6858000"/>
                <a:gd name="connsiteX2" fmla="*/ 3583260 w 5363291"/>
                <a:gd name="connsiteY2" fmla="*/ 4850199 h 6858000"/>
                <a:gd name="connsiteX3" fmla="*/ 4022348 w 5363291"/>
                <a:gd name="connsiteY3" fmla="*/ 4414104 h 6858000"/>
                <a:gd name="connsiteX4" fmla="*/ 4022348 w 5363291"/>
                <a:gd name="connsiteY4" fmla="*/ 4474781 h 6858000"/>
                <a:gd name="connsiteX5" fmla="*/ 3992192 w 5363291"/>
                <a:gd name="connsiteY5" fmla="*/ 4444625 h 6858000"/>
                <a:gd name="connsiteX6" fmla="*/ 1340823 w 5363291"/>
                <a:gd name="connsiteY6" fmla="*/ 2616257 h 6858000"/>
                <a:gd name="connsiteX7" fmla="*/ 1528531 w 5363291"/>
                <a:gd name="connsiteY7" fmla="*/ 2616257 h 6858000"/>
                <a:gd name="connsiteX8" fmla="*/ 1528531 w 5363291"/>
                <a:gd name="connsiteY8" fmla="*/ 4437909 h 6858000"/>
                <a:gd name="connsiteX9" fmla="*/ 1722888 w 5363291"/>
                <a:gd name="connsiteY9" fmla="*/ 4639028 h 6858000"/>
                <a:gd name="connsiteX10" fmla="*/ 1722941 w 5363291"/>
                <a:gd name="connsiteY10" fmla="*/ 4639028 h 6858000"/>
                <a:gd name="connsiteX11" fmla="*/ 3352303 w 5363291"/>
                <a:gd name="connsiteY11" fmla="*/ 4639028 h 6858000"/>
                <a:gd name="connsiteX12" fmla="*/ 3422485 w 5363291"/>
                <a:gd name="connsiteY12" fmla="*/ 4850199 h 6858000"/>
                <a:gd name="connsiteX13" fmla="*/ 1722941 w 5363291"/>
                <a:gd name="connsiteY13" fmla="*/ 4850199 h 6858000"/>
                <a:gd name="connsiteX14" fmla="*/ 1340823 w 5363291"/>
                <a:gd name="connsiteY14" fmla="*/ 4437909 h 6858000"/>
                <a:gd name="connsiteX15" fmla="*/ 1821935 w 5363291"/>
                <a:gd name="connsiteY15" fmla="*/ 2168667 h 6858000"/>
                <a:gd name="connsiteX16" fmla="*/ 3640230 w 5363291"/>
                <a:gd name="connsiteY16" fmla="*/ 2168667 h 6858000"/>
                <a:gd name="connsiteX17" fmla="*/ 4022348 w 5363291"/>
                <a:gd name="connsiteY17" fmla="*/ 2580950 h 6858000"/>
                <a:gd name="connsiteX18" fmla="*/ 4022348 w 5363291"/>
                <a:gd name="connsiteY18" fmla="*/ 4079885 h 6858000"/>
                <a:gd name="connsiteX19" fmla="*/ 3821237 w 5363291"/>
                <a:gd name="connsiteY19" fmla="*/ 4012451 h 6858000"/>
                <a:gd name="connsiteX20" fmla="*/ 3821237 w 5363291"/>
                <a:gd name="connsiteY20" fmla="*/ 2580950 h 6858000"/>
                <a:gd name="connsiteX21" fmla="*/ 3630314 w 5363291"/>
                <a:gd name="connsiteY21" fmla="*/ 2376571 h 6858000"/>
                <a:gd name="connsiteX22" fmla="*/ 3626820 w 5363291"/>
                <a:gd name="connsiteY22" fmla="*/ 2376488 h 6858000"/>
                <a:gd name="connsiteX23" fmla="*/ 1821935 w 5363291"/>
                <a:gd name="connsiteY23" fmla="*/ 2376488 h 6858000"/>
                <a:gd name="connsiteX24" fmla="*/ 295038 w 5363291"/>
                <a:gd name="connsiteY24" fmla="*/ 1484898 h 6858000"/>
                <a:gd name="connsiteX25" fmla="*/ 295038 w 5363291"/>
                <a:gd name="connsiteY25" fmla="*/ 4501612 h 6858000"/>
                <a:gd name="connsiteX26" fmla="*/ 774364 w 5363291"/>
                <a:gd name="connsiteY26" fmla="*/ 5379811 h 6858000"/>
                <a:gd name="connsiteX27" fmla="*/ 2681594 w 5363291"/>
                <a:gd name="connsiteY27" fmla="*/ 6516106 h 6858000"/>
                <a:gd name="connsiteX28" fmla="*/ 4595533 w 5363291"/>
                <a:gd name="connsiteY28" fmla="*/ 5379811 h 6858000"/>
                <a:gd name="connsiteX29" fmla="*/ 4588832 w 5363291"/>
                <a:gd name="connsiteY29" fmla="*/ 5379811 h 6858000"/>
                <a:gd name="connsiteX30" fmla="*/ 5068150 w 5363291"/>
                <a:gd name="connsiteY30" fmla="*/ 4501612 h 6858000"/>
                <a:gd name="connsiteX31" fmla="*/ 5068150 w 5363291"/>
                <a:gd name="connsiteY31" fmla="*/ 1484898 h 6858000"/>
                <a:gd name="connsiteX32" fmla="*/ 295038 w 5363291"/>
                <a:gd name="connsiteY32" fmla="*/ 888258 h 6858000"/>
                <a:gd name="connsiteX33" fmla="*/ 295038 w 5363291"/>
                <a:gd name="connsiteY33" fmla="*/ 1189929 h 6858000"/>
                <a:gd name="connsiteX34" fmla="*/ 5071508 w 5363291"/>
                <a:gd name="connsiteY34" fmla="*/ 1189929 h 6858000"/>
                <a:gd name="connsiteX35" fmla="*/ 5071508 w 5363291"/>
                <a:gd name="connsiteY35" fmla="*/ 888258 h 6858000"/>
                <a:gd name="connsiteX36" fmla="*/ 295030 w 5363291"/>
                <a:gd name="connsiteY36" fmla="*/ 30 h 6858000"/>
                <a:gd name="connsiteX37" fmla="*/ 295030 w 5363291"/>
                <a:gd name="connsiteY37" fmla="*/ 295000 h 6858000"/>
                <a:gd name="connsiteX38" fmla="*/ 295038 w 5363291"/>
                <a:gd name="connsiteY38" fmla="*/ 295000 h 6858000"/>
                <a:gd name="connsiteX39" fmla="*/ 295038 w 5363291"/>
                <a:gd name="connsiteY39" fmla="*/ 596640 h 6858000"/>
                <a:gd name="connsiteX40" fmla="*/ 5071508 w 5363291"/>
                <a:gd name="connsiteY40" fmla="*/ 596640 h 6858000"/>
                <a:gd name="connsiteX41" fmla="*/ 5071508 w 5363291"/>
                <a:gd name="connsiteY41" fmla="*/ 294969 h 6858000"/>
                <a:gd name="connsiteX42" fmla="*/ 5068142 w 5363291"/>
                <a:gd name="connsiteY42" fmla="*/ 294969 h 6858000"/>
                <a:gd name="connsiteX43" fmla="*/ 5068142 w 5363291"/>
                <a:gd name="connsiteY43" fmla="*/ 30 h 6858000"/>
                <a:gd name="connsiteX44" fmla="*/ 69 w 5363291"/>
                <a:gd name="connsiteY44" fmla="*/ 0 h 6858000"/>
                <a:gd name="connsiteX45" fmla="*/ 5363119 w 5363291"/>
                <a:gd name="connsiteY45" fmla="*/ 0 h 6858000"/>
                <a:gd name="connsiteX46" fmla="*/ 5363119 w 5363291"/>
                <a:gd name="connsiteY46" fmla="*/ 4498262 h 6858000"/>
                <a:gd name="connsiteX47" fmla="*/ 4749719 w 5363291"/>
                <a:gd name="connsiteY47" fmla="*/ 5631206 h 6858000"/>
                <a:gd name="connsiteX48" fmla="*/ 2681594 w 5363291"/>
                <a:gd name="connsiteY48" fmla="*/ 6858000 h 6858000"/>
                <a:gd name="connsiteX49" fmla="*/ 623529 w 5363291"/>
                <a:gd name="connsiteY49" fmla="*/ 5631206 h 6858000"/>
                <a:gd name="connsiteX50" fmla="*/ 69 w 5363291"/>
                <a:gd name="connsiteY50"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63291" h="6858000">
                  <a:moveTo>
                    <a:pt x="3747499" y="4685960"/>
                  </a:moveTo>
                  <a:lnTo>
                    <a:pt x="3911737" y="4850199"/>
                  </a:lnTo>
                  <a:lnTo>
                    <a:pt x="3583260" y="4850199"/>
                  </a:lnTo>
                  <a:close/>
                  <a:moveTo>
                    <a:pt x="4022348" y="4414104"/>
                  </a:moveTo>
                  <a:lnTo>
                    <a:pt x="4022348" y="4474781"/>
                  </a:lnTo>
                  <a:lnTo>
                    <a:pt x="3992192" y="4444625"/>
                  </a:lnTo>
                  <a:close/>
                  <a:moveTo>
                    <a:pt x="1340823" y="2616257"/>
                  </a:moveTo>
                  <a:lnTo>
                    <a:pt x="1528531" y="2616257"/>
                  </a:lnTo>
                  <a:lnTo>
                    <a:pt x="1528531" y="4437909"/>
                  </a:lnTo>
                  <a:cubicBezTo>
                    <a:pt x="1526663" y="4547114"/>
                    <a:pt x="1613676" y="4637160"/>
                    <a:pt x="1722888" y="4639028"/>
                  </a:cubicBezTo>
                  <a:cubicBezTo>
                    <a:pt x="1722903" y="4639028"/>
                    <a:pt x="1722926" y="4639028"/>
                    <a:pt x="1722941" y="4639028"/>
                  </a:cubicBezTo>
                  <a:lnTo>
                    <a:pt x="3352303" y="4639028"/>
                  </a:lnTo>
                  <a:lnTo>
                    <a:pt x="3422485" y="4850199"/>
                  </a:lnTo>
                  <a:lnTo>
                    <a:pt x="1722941" y="4850199"/>
                  </a:lnTo>
                  <a:cubicBezTo>
                    <a:pt x="1505545" y="4837636"/>
                    <a:pt x="1336859" y="4655638"/>
                    <a:pt x="1340823" y="4437909"/>
                  </a:cubicBezTo>
                  <a:close/>
                  <a:moveTo>
                    <a:pt x="1821935" y="2168667"/>
                  </a:moveTo>
                  <a:lnTo>
                    <a:pt x="3640230" y="2168667"/>
                  </a:lnTo>
                  <a:cubicBezTo>
                    <a:pt x="3857634" y="2181230"/>
                    <a:pt x="4026311" y="2363228"/>
                    <a:pt x="4022348" y="2580950"/>
                  </a:cubicBezTo>
                  <a:lnTo>
                    <a:pt x="4022348" y="4079885"/>
                  </a:lnTo>
                  <a:lnTo>
                    <a:pt x="3821237" y="4012451"/>
                  </a:lnTo>
                  <a:lnTo>
                    <a:pt x="3821237" y="2580950"/>
                  </a:lnTo>
                  <a:cubicBezTo>
                    <a:pt x="3824951" y="2471790"/>
                    <a:pt x="3739474" y="2380292"/>
                    <a:pt x="3630314" y="2376571"/>
                  </a:cubicBezTo>
                  <a:cubicBezTo>
                    <a:pt x="3629150" y="2376533"/>
                    <a:pt x="3627985" y="2376503"/>
                    <a:pt x="3626820" y="2376488"/>
                  </a:cubicBezTo>
                  <a:lnTo>
                    <a:pt x="1821935" y="2376488"/>
                  </a:lnTo>
                  <a:close/>
                  <a:moveTo>
                    <a:pt x="295038" y="1484898"/>
                  </a:moveTo>
                  <a:lnTo>
                    <a:pt x="295038" y="4501612"/>
                  </a:lnTo>
                  <a:cubicBezTo>
                    <a:pt x="287512" y="4858695"/>
                    <a:pt x="469963" y="5192973"/>
                    <a:pt x="774364" y="5379811"/>
                  </a:cubicBezTo>
                  <a:lnTo>
                    <a:pt x="2681594" y="6516106"/>
                  </a:lnTo>
                  <a:lnTo>
                    <a:pt x="4595533" y="5379811"/>
                  </a:lnTo>
                  <a:lnTo>
                    <a:pt x="4588832" y="5379811"/>
                  </a:lnTo>
                  <a:cubicBezTo>
                    <a:pt x="4890222" y="5190136"/>
                    <a:pt x="5071668" y="4857704"/>
                    <a:pt x="5068150" y="4501612"/>
                  </a:cubicBezTo>
                  <a:lnTo>
                    <a:pt x="5068150" y="1484898"/>
                  </a:lnTo>
                  <a:close/>
                  <a:moveTo>
                    <a:pt x="295038" y="888258"/>
                  </a:moveTo>
                  <a:lnTo>
                    <a:pt x="295038" y="1189929"/>
                  </a:lnTo>
                  <a:lnTo>
                    <a:pt x="5071508" y="1189929"/>
                  </a:lnTo>
                  <a:lnTo>
                    <a:pt x="5071508" y="888258"/>
                  </a:lnTo>
                  <a:close/>
                  <a:moveTo>
                    <a:pt x="295030" y="30"/>
                  </a:moveTo>
                  <a:lnTo>
                    <a:pt x="295030" y="295000"/>
                  </a:lnTo>
                  <a:lnTo>
                    <a:pt x="295038" y="295000"/>
                  </a:lnTo>
                  <a:lnTo>
                    <a:pt x="295038" y="596640"/>
                  </a:lnTo>
                  <a:lnTo>
                    <a:pt x="5071508" y="596640"/>
                  </a:lnTo>
                  <a:lnTo>
                    <a:pt x="5071508" y="294969"/>
                  </a:lnTo>
                  <a:lnTo>
                    <a:pt x="5068142" y="294969"/>
                  </a:lnTo>
                  <a:lnTo>
                    <a:pt x="5068142" y="30"/>
                  </a:lnTo>
                  <a:close/>
                  <a:moveTo>
                    <a:pt x="69" y="0"/>
                  </a:moveTo>
                  <a:lnTo>
                    <a:pt x="5363119" y="0"/>
                  </a:lnTo>
                  <a:lnTo>
                    <a:pt x="5363119" y="4498262"/>
                  </a:lnTo>
                  <a:cubicBezTo>
                    <a:pt x="5370532" y="4957114"/>
                    <a:pt x="5138008" y="5386588"/>
                    <a:pt x="4749719" y="5631206"/>
                  </a:cubicBezTo>
                  <a:lnTo>
                    <a:pt x="2681594" y="6858000"/>
                  </a:lnTo>
                  <a:lnTo>
                    <a:pt x="623529" y="5631206"/>
                  </a:lnTo>
                  <a:cubicBezTo>
                    <a:pt x="231927" y="5390128"/>
                    <a:pt x="-4673" y="4961448"/>
                    <a:pt x="69" y="4501612"/>
                  </a:cubicBezTo>
                  <a:close/>
                </a:path>
              </a:pathLst>
            </a:custGeom>
            <a:grpFill/>
            <a:ln w="44053" cap="flat">
              <a:noFill/>
              <a:prstDash val="solid"/>
              <a:miter/>
            </a:ln>
          </p:spPr>
          <p:txBody>
            <a:bodyPr wrap="square" rtlCol="0" anchor="ctr">
              <a:noAutofit/>
            </a:bodyPr>
            <a:lstStyle/>
            <a:p>
              <a:endParaRPr lang="en-US"/>
            </a:p>
          </p:txBody>
        </p:sp>
        <p:sp>
          <p:nvSpPr>
            <p:cNvPr id="2406" name="Freeform: Shape 2405">
              <a:extLst>
                <a:ext uri="{FF2B5EF4-FFF2-40B4-BE49-F238E27FC236}">
                  <a16:creationId xmlns:a16="http://schemas.microsoft.com/office/drawing/2014/main" id="{45449B71-6DCB-28D3-F253-C15759BBB363}"/>
                </a:ext>
                <a:ext uri="{C183D7F6-B498-43B3-948B-1728B52AA6E4}">
                  <adec:decorative xmlns:adec="http://schemas.microsoft.com/office/drawing/2017/decorative" val="1"/>
                </a:ext>
              </a:extLst>
            </p:cNvPr>
            <p:cNvSpPr/>
            <p:nvPr/>
          </p:nvSpPr>
          <p:spPr>
            <a:xfrm>
              <a:off x="3042554" y="5049529"/>
              <a:ext cx="318208" cy="336232"/>
            </a:xfrm>
            <a:custGeom>
              <a:avLst/>
              <a:gdLst>
                <a:gd name="connsiteX0" fmla="*/ 2845778 w 4773112"/>
                <a:gd name="connsiteY0" fmla="*/ 3784268 h 5043473"/>
                <a:gd name="connsiteX1" fmla="*/ 3975370 w 4773112"/>
                <a:gd name="connsiteY1" fmla="*/ 4163028 h 5043473"/>
                <a:gd name="connsiteX2" fmla="*/ 3697163 w 4773112"/>
                <a:gd name="connsiteY2" fmla="*/ 4444595 h 5043473"/>
                <a:gd name="connsiteX3" fmla="*/ 4032348 w 4773112"/>
                <a:gd name="connsiteY3" fmla="*/ 4779781 h 5043473"/>
                <a:gd name="connsiteX4" fmla="*/ 4032348 w 4773112"/>
                <a:gd name="connsiteY4" fmla="*/ 4890392 h 5043473"/>
                <a:gd name="connsiteX5" fmla="*/ 3901624 w 4773112"/>
                <a:gd name="connsiteY5" fmla="*/ 5021123 h 5043473"/>
                <a:gd name="connsiteX6" fmla="*/ 3787662 w 4773112"/>
                <a:gd name="connsiteY6" fmla="*/ 5021123 h 5043473"/>
                <a:gd name="connsiteX7" fmla="*/ 3452470 w 4773112"/>
                <a:gd name="connsiteY7" fmla="*/ 4685930 h 5043473"/>
                <a:gd name="connsiteX8" fmla="*/ 3167561 w 4773112"/>
                <a:gd name="connsiteY8" fmla="*/ 4970840 h 5043473"/>
                <a:gd name="connsiteX9" fmla="*/ 2792144 w 4773112"/>
                <a:gd name="connsiteY9" fmla="*/ 3841245 h 5043473"/>
                <a:gd name="connsiteX10" fmla="*/ 2791290 w 4773112"/>
                <a:gd name="connsiteY10" fmla="*/ 3813055 h 5043473"/>
                <a:gd name="connsiteX11" fmla="*/ 2845778 w 4773112"/>
                <a:gd name="connsiteY11" fmla="*/ 3784268 h 5043473"/>
                <a:gd name="connsiteX12" fmla="*/ 921780 w 4773112"/>
                <a:gd name="connsiteY12" fmla="*/ 2011107 h 5043473"/>
                <a:gd name="connsiteX13" fmla="*/ 1350823 w 4773112"/>
                <a:gd name="connsiteY13" fmla="*/ 2011107 h 5043473"/>
                <a:gd name="connsiteX14" fmla="*/ 1350823 w 4773112"/>
                <a:gd name="connsiteY14" fmla="*/ 2440151 h 5043473"/>
                <a:gd name="connsiteX15" fmla="*/ 921780 w 4773112"/>
                <a:gd name="connsiteY15" fmla="*/ 2440151 h 5043473"/>
                <a:gd name="connsiteX16" fmla="*/ 0 w 4773112"/>
                <a:gd name="connsiteY16" fmla="*/ 0 h 5043473"/>
                <a:gd name="connsiteX17" fmla="*/ 4773112 w 4773112"/>
                <a:gd name="connsiteY17" fmla="*/ 0 h 5043473"/>
                <a:gd name="connsiteX18" fmla="*/ 4773112 w 4773112"/>
                <a:gd name="connsiteY18" fmla="*/ 294970 h 5043473"/>
                <a:gd name="connsiteX19" fmla="*/ 0 w 4773112"/>
                <a:gd name="connsiteY19" fmla="*/ 294970 h 504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73112" h="5043473">
                  <a:moveTo>
                    <a:pt x="2845778" y="3784268"/>
                  </a:moveTo>
                  <a:lnTo>
                    <a:pt x="3975370" y="4163028"/>
                  </a:lnTo>
                  <a:lnTo>
                    <a:pt x="3697163" y="4444595"/>
                  </a:lnTo>
                  <a:lnTo>
                    <a:pt x="4032348" y="4779781"/>
                  </a:lnTo>
                  <a:cubicBezTo>
                    <a:pt x="4061718" y="4810807"/>
                    <a:pt x="4061718" y="4859373"/>
                    <a:pt x="4032348" y="4890392"/>
                  </a:cubicBezTo>
                  <a:lnTo>
                    <a:pt x="3901624" y="5021123"/>
                  </a:lnTo>
                  <a:cubicBezTo>
                    <a:pt x="3869486" y="5050924"/>
                    <a:pt x="3819800" y="5050924"/>
                    <a:pt x="3787662" y="5021123"/>
                  </a:cubicBezTo>
                  <a:lnTo>
                    <a:pt x="3452470" y="4685930"/>
                  </a:lnTo>
                  <a:lnTo>
                    <a:pt x="3167561" y="4970840"/>
                  </a:lnTo>
                  <a:lnTo>
                    <a:pt x="2792144" y="3841245"/>
                  </a:lnTo>
                  <a:cubicBezTo>
                    <a:pt x="2788740" y="3832206"/>
                    <a:pt x="2788438" y="3822290"/>
                    <a:pt x="2791290" y="3813055"/>
                  </a:cubicBezTo>
                  <a:cubicBezTo>
                    <a:pt x="2798384" y="3790061"/>
                    <a:pt x="2822777" y="3777173"/>
                    <a:pt x="2845778" y="3784268"/>
                  </a:cubicBezTo>
                  <a:close/>
                  <a:moveTo>
                    <a:pt x="921780" y="2011107"/>
                  </a:moveTo>
                  <a:lnTo>
                    <a:pt x="1350823" y="2011107"/>
                  </a:lnTo>
                  <a:lnTo>
                    <a:pt x="1350823" y="2440151"/>
                  </a:lnTo>
                  <a:lnTo>
                    <a:pt x="921780" y="2440151"/>
                  </a:lnTo>
                  <a:close/>
                  <a:moveTo>
                    <a:pt x="0" y="0"/>
                  </a:moveTo>
                  <a:lnTo>
                    <a:pt x="4773112" y="0"/>
                  </a:lnTo>
                  <a:lnTo>
                    <a:pt x="4773112" y="294970"/>
                  </a:lnTo>
                  <a:lnTo>
                    <a:pt x="0" y="294970"/>
                  </a:lnTo>
                  <a:close/>
                </a:path>
              </a:pathLst>
            </a:custGeom>
            <a:solidFill>
              <a:schemeClr val="bg1"/>
            </a:solidFill>
            <a:ln w="44053" cap="flat">
              <a:noFill/>
              <a:prstDash val="solid"/>
              <a:miter/>
            </a:ln>
          </p:spPr>
          <p:txBody>
            <a:bodyPr wrap="square" rtlCol="0" anchor="ctr">
              <a:noAutofit/>
            </a:bodyPr>
            <a:lstStyle/>
            <a:p>
              <a:endParaRPr lang="en-US" dirty="0"/>
            </a:p>
          </p:txBody>
        </p:sp>
      </p:grpSp>
      <p:grpSp>
        <p:nvGrpSpPr>
          <p:cNvPr id="2765" name="Group 2764">
            <a:extLst>
              <a:ext uri="{FF2B5EF4-FFF2-40B4-BE49-F238E27FC236}">
                <a16:creationId xmlns:a16="http://schemas.microsoft.com/office/drawing/2014/main" id="{EACC9199-775F-4851-857D-B4085D0A4D01}"/>
              </a:ext>
              <a:ext uri="{C183D7F6-B498-43B3-948B-1728B52AA6E4}">
                <adec:decorative xmlns:adec="http://schemas.microsoft.com/office/drawing/2017/decorative" val="1"/>
              </a:ext>
            </a:extLst>
          </p:cNvPr>
          <p:cNvGrpSpPr>
            <a:grpSpLocks noChangeAspect="1"/>
          </p:cNvGrpSpPr>
          <p:nvPr/>
        </p:nvGrpSpPr>
        <p:grpSpPr>
          <a:xfrm>
            <a:off x="3505503" y="5049527"/>
            <a:ext cx="357553" cy="457200"/>
            <a:chOff x="3505503" y="5049527"/>
            <a:chExt cx="357553" cy="457200"/>
          </a:xfrm>
          <a:solidFill>
            <a:schemeClr val="accent2"/>
          </a:solidFill>
        </p:grpSpPr>
        <p:sp>
          <p:nvSpPr>
            <p:cNvPr id="2425" name="Freeform: Shape 2424">
              <a:extLst>
                <a:ext uri="{FF2B5EF4-FFF2-40B4-BE49-F238E27FC236}">
                  <a16:creationId xmlns:a16="http://schemas.microsoft.com/office/drawing/2014/main" id="{4EB36FFF-62D8-EE29-E262-9EA9ED655365}"/>
                </a:ext>
                <a:ext uri="{C183D7F6-B498-43B3-948B-1728B52AA6E4}">
                  <adec:decorative xmlns:adec="http://schemas.microsoft.com/office/drawing/2017/decorative" val="1"/>
                </a:ext>
              </a:extLst>
            </p:cNvPr>
            <p:cNvSpPr/>
            <p:nvPr/>
          </p:nvSpPr>
          <p:spPr>
            <a:xfrm>
              <a:off x="3505503" y="5049527"/>
              <a:ext cx="357553" cy="457200"/>
            </a:xfrm>
            <a:custGeom>
              <a:avLst/>
              <a:gdLst>
                <a:gd name="connsiteX0" fmla="*/ 2051443 w 5363298"/>
                <a:gd name="connsiteY0" fmla="*/ 3231235 h 6858000"/>
                <a:gd name="connsiteX1" fmla="*/ 2051443 w 5363298"/>
                <a:gd name="connsiteY1" fmla="*/ 3868091 h 6858000"/>
                <a:gd name="connsiteX2" fmla="*/ 2597807 w 5363298"/>
                <a:gd name="connsiteY2" fmla="*/ 4189874 h 6858000"/>
                <a:gd name="connsiteX3" fmla="*/ 2597807 w 5363298"/>
                <a:gd name="connsiteY3" fmla="*/ 3549659 h 6858000"/>
                <a:gd name="connsiteX4" fmla="*/ 3298357 w 5363298"/>
                <a:gd name="connsiteY4" fmla="*/ 3227877 h 6858000"/>
                <a:gd name="connsiteX5" fmla="*/ 2738590 w 5363298"/>
                <a:gd name="connsiteY5" fmla="*/ 3546309 h 6858000"/>
                <a:gd name="connsiteX6" fmla="*/ 2738590 w 5363298"/>
                <a:gd name="connsiteY6" fmla="*/ 4189874 h 6858000"/>
                <a:gd name="connsiteX7" fmla="*/ 3298357 w 5363298"/>
                <a:gd name="connsiteY7" fmla="*/ 3854688 h 6858000"/>
                <a:gd name="connsiteX8" fmla="*/ 3995556 w 5363298"/>
                <a:gd name="connsiteY8" fmla="*/ 2829005 h 6858000"/>
                <a:gd name="connsiteX9" fmla="*/ 3435782 w 5363298"/>
                <a:gd name="connsiteY9" fmla="*/ 3164191 h 6858000"/>
                <a:gd name="connsiteX10" fmla="*/ 3435782 w 5363298"/>
                <a:gd name="connsiteY10" fmla="*/ 3884852 h 6858000"/>
                <a:gd name="connsiteX11" fmla="*/ 3995556 w 5363298"/>
                <a:gd name="connsiteY11" fmla="*/ 4189874 h 6858000"/>
                <a:gd name="connsiteX12" fmla="*/ 1340841 w 5363298"/>
                <a:gd name="connsiteY12" fmla="*/ 2829005 h 6858000"/>
                <a:gd name="connsiteX13" fmla="*/ 1340841 w 5363298"/>
                <a:gd name="connsiteY13" fmla="*/ 4189874 h 6858000"/>
                <a:gd name="connsiteX14" fmla="*/ 1900608 w 5363298"/>
                <a:gd name="connsiteY14" fmla="*/ 3854688 h 6858000"/>
                <a:gd name="connsiteX15" fmla="*/ 1900608 w 5363298"/>
                <a:gd name="connsiteY15" fmla="*/ 3147437 h 6858000"/>
                <a:gd name="connsiteX16" fmla="*/ 2681605 w 5363298"/>
                <a:gd name="connsiteY16" fmla="*/ 2788781 h 6858000"/>
                <a:gd name="connsiteX17" fmla="*/ 2121838 w 5363298"/>
                <a:gd name="connsiteY17" fmla="*/ 3123967 h 6858000"/>
                <a:gd name="connsiteX18" fmla="*/ 2681605 w 5363298"/>
                <a:gd name="connsiteY18" fmla="*/ 3428996 h 6858000"/>
                <a:gd name="connsiteX19" fmla="*/ 3241372 w 5363298"/>
                <a:gd name="connsiteY19" fmla="*/ 3093803 h 6858000"/>
                <a:gd name="connsiteX20" fmla="*/ 2611217 w 5363298"/>
                <a:gd name="connsiteY20" fmla="*/ 2031247 h 6858000"/>
                <a:gd name="connsiteX21" fmla="*/ 1424639 w 5363298"/>
                <a:gd name="connsiteY21" fmla="*/ 2701633 h 6858000"/>
                <a:gd name="connsiteX22" fmla="*/ 1984406 w 5363298"/>
                <a:gd name="connsiteY22" fmla="*/ 3016706 h 6858000"/>
                <a:gd name="connsiteX23" fmla="*/ 2611217 w 5363298"/>
                <a:gd name="connsiteY23" fmla="*/ 2681521 h 6858000"/>
                <a:gd name="connsiteX24" fmla="*/ 2751993 w 5363298"/>
                <a:gd name="connsiteY24" fmla="*/ 2027896 h 6858000"/>
                <a:gd name="connsiteX25" fmla="*/ 2751993 w 5363298"/>
                <a:gd name="connsiteY25" fmla="*/ 2681521 h 6858000"/>
                <a:gd name="connsiteX26" fmla="*/ 3378804 w 5363298"/>
                <a:gd name="connsiteY26" fmla="*/ 3016706 h 6858000"/>
                <a:gd name="connsiteX27" fmla="*/ 3938571 w 5363298"/>
                <a:gd name="connsiteY27" fmla="*/ 2698282 h 6858000"/>
                <a:gd name="connsiteX28" fmla="*/ 2681605 w 5363298"/>
                <a:gd name="connsiteY28" fmla="*/ 1833486 h 6858000"/>
                <a:gd name="connsiteX29" fmla="*/ 4146391 w 5363298"/>
                <a:gd name="connsiteY29" fmla="*/ 2681521 h 6858000"/>
                <a:gd name="connsiteX30" fmla="*/ 4146391 w 5363298"/>
                <a:gd name="connsiteY30" fmla="*/ 4357470 h 6858000"/>
                <a:gd name="connsiteX31" fmla="*/ 3101474 w 5363298"/>
                <a:gd name="connsiteY31" fmla="*/ 4948074 h 6858000"/>
                <a:gd name="connsiteX32" fmla="*/ 3101474 w 5363298"/>
                <a:gd name="connsiteY32" fmla="*/ 4804144 h 6858000"/>
                <a:gd name="connsiteX33" fmla="*/ 3941922 w 5363298"/>
                <a:gd name="connsiteY33" fmla="*/ 4330657 h 6858000"/>
                <a:gd name="connsiteX34" fmla="*/ 3382155 w 5363298"/>
                <a:gd name="connsiteY34" fmla="*/ 3995464 h 6858000"/>
                <a:gd name="connsiteX35" fmla="*/ 2751993 w 5363298"/>
                <a:gd name="connsiteY35" fmla="*/ 4357470 h 6858000"/>
                <a:gd name="connsiteX36" fmla="*/ 2751993 w 5363298"/>
                <a:gd name="connsiteY36" fmla="*/ 4644853 h 6858000"/>
                <a:gd name="connsiteX37" fmla="*/ 2611217 w 5363298"/>
                <a:gd name="connsiteY37" fmla="*/ 4644853 h 6858000"/>
                <a:gd name="connsiteX38" fmla="*/ 2611217 w 5363298"/>
                <a:gd name="connsiteY38" fmla="*/ 4357470 h 6858000"/>
                <a:gd name="connsiteX39" fmla="*/ 1981055 w 5363298"/>
                <a:gd name="connsiteY39" fmla="*/ 3988762 h 6858000"/>
                <a:gd name="connsiteX40" fmla="*/ 1424639 w 5363298"/>
                <a:gd name="connsiteY40" fmla="*/ 4307194 h 6858000"/>
                <a:gd name="connsiteX41" fmla="*/ 2261721 w 5363298"/>
                <a:gd name="connsiteY41" fmla="*/ 4796672 h 6858000"/>
                <a:gd name="connsiteX42" fmla="*/ 2261721 w 5363298"/>
                <a:gd name="connsiteY42" fmla="*/ 4948611 h 6858000"/>
                <a:gd name="connsiteX43" fmla="*/ 1213468 w 5363298"/>
                <a:gd name="connsiteY43" fmla="*/ 4357470 h 6858000"/>
                <a:gd name="connsiteX44" fmla="*/ 1213468 w 5363298"/>
                <a:gd name="connsiteY44" fmla="*/ 2681521 h 6858000"/>
                <a:gd name="connsiteX45" fmla="*/ 295038 w 5363298"/>
                <a:gd name="connsiteY45" fmla="*/ 1484898 h 6858000"/>
                <a:gd name="connsiteX46" fmla="*/ 295038 w 5363298"/>
                <a:gd name="connsiteY46" fmla="*/ 4501612 h 6858000"/>
                <a:gd name="connsiteX47" fmla="*/ 774365 w 5363298"/>
                <a:gd name="connsiteY47" fmla="*/ 5379811 h 6858000"/>
                <a:gd name="connsiteX48" fmla="*/ 2681598 w 5363298"/>
                <a:gd name="connsiteY48" fmla="*/ 6516106 h 6858000"/>
                <a:gd name="connsiteX49" fmla="*/ 4595539 w 5363298"/>
                <a:gd name="connsiteY49" fmla="*/ 5379811 h 6858000"/>
                <a:gd name="connsiteX50" fmla="*/ 4588838 w 5363298"/>
                <a:gd name="connsiteY50" fmla="*/ 5379811 h 6858000"/>
                <a:gd name="connsiteX51" fmla="*/ 5068157 w 5363298"/>
                <a:gd name="connsiteY51" fmla="*/ 4501612 h 6858000"/>
                <a:gd name="connsiteX52" fmla="*/ 5068157 w 5363298"/>
                <a:gd name="connsiteY52" fmla="*/ 1484898 h 6858000"/>
                <a:gd name="connsiteX53" fmla="*/ 295038 w 5363298"/>
                <a:gd name="connsiteY53" fmla="*/ 294969 h 6858000"/>
                <a:gd name="connsiteX54" fmla="*/ 295038 w 5363298"/>
                <a:gd name="connsiteY54" fmla="*/ 596632 h 6858000"/>
                <a:gd name="connsiteX55" fmla="*/ 295038 w 5363298"/>
                <a:gd name="connsiteY55" fmla="*/ 891602 h 6858000"/>
                <a:gd name="connsiteX56" fmla="*/ 295038 w 5363298"/>
                <a:gd name="connsiteY56" fmla="*/ 1189929 h 6858000"/>
                <a:gd name="connsiteX57" fmla="*/ 5071515 w 5363298"/>
                <a:gd name="connsiteY57" fmla="*/ 1189929 h 6858000"/>
                <a:gd name="connsiteX58" fmla="*/ 5071515 w 5363298"/>
                <a:gd name="connsiteY58" fmla="*/ 888258 h 6858000"/>
                <a:gd name="connsiteX59" fmla="*/ 5064806 w 5363298"/>
                <a:gd name="connsiteY59" fmla="*/ 888258 h 6858000"/>
                <a:gd name="connsiteX60" fmla="*/ 5064806 w 5363298"/>
                <a:gd name="connsiteY60" fmla="*/ 596640 h 6858000"/>
                <a:gd name="connsiteX61" fmla="*/ 5071515 w 5363298"/>
                <a:gd name="connsiteY61" fmla="*/ 596640 h 6858000"/>
                <a:gd name="connsiteX62" fmla="*/ 5071515 w 5363298"/>
                <a:gd name="connsiteY62" fmla="*/ 294969 h 6858000"/>
                <a:gd name="connsiteX63" fmla="*/ 69 w 5363298"/>
                <a:gd name="connsiteY63" fmla="*/ 0 h 6858000"/>
                <a:gd name="connsiteX64" fmla="*/ 5363126 w 5363298"/>
                <a:gd name="connsiteY64" fmla="*/ 0 h 6858000"/>
                <a:gd name="connsiteX65" fmla="*/ 5363126 w 5363298"/>
                <a:gd name="connsiteY65" fmla="*/ 4498262 h 6858000"/>
                <a:gd name="connsiteX66" fmla="*/ 4749725 w 5363298"/>
                <a:gd name="connsiteY66" fmla="*/ 5631206 h 6858000"/>
                <a:gd name="connsiteX67" fmla="*/ 2681598 w 5363298"/>
                <a:gd name="connsiteY67" fmla="*/ 6858000 h 6858000"/>
                <a:gd name="connsiteX68" fmla="*/ 623530 w 5363298"/>
                <a:gd name="connsiteY68" fmla="*/ 5631206 h 6858000"/>
                <a:gd name="connsiteX69" fmla="*/ 69 w 5363298"/>
                <a:gd name="connsiteY69"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363298" h="6858000">
                  <a:moveTo>
                    <a:pt x="2051443" y="3231235"/>
                  </a:moveTo>
                  <a:lnTo>
                    <a:pt x="2051443" y="3868091"/>
                  </a:lnTo>
                  <a:lnTo>
                    <a:pt x="2597807" y="4189874"/>
                  </a:lnTo>
                  <a:lnTo>
                    <a:pt x="2597807" y="3549659"/>
                  </a:lnTo>
                  <a:close/>
                  <a:moveTo>
                    <a:pt x="3298357" y="3227877"/>
                  </a:moveTo>
                  <a:lnTo>
                    <a:pt x="2738590" y="3546309"/>
                  </a:lnTo>
                  <a:lnTo>
                    <a:pt x="2738590" y="4189874"/>
                  </a:lnTo>
                  <a:lnTo>
                    <a:pt x="3298357" y="3854688"/>
                  </a:lnTo>
                  <a:close/>
                  <a:moveTo>
                    <a:pt x="3995556" y="2829005"/>
                  </a:moveTo>
                  <a:lnTo>
                    <a:pt x="3435782" y="3164191"/>
                  </a:lnTo>
                  <a:lnTo>
                    <a:pt x="3435782" y="3884852"/>
                  </a:lnTo>
                  <a:lnTo>
                    <a:pt x="3995556" y="4189874"/>
                  </a:lnTo>
                  <a:close/>
                  <a:moveTo>
                    <a:pt x="1340841" y="2829005"/>
                  </a:moveTo>
                  <a:lnTo>
                    <a:pt x="1340841" y="4189874"/>
                  </a:lnTo>
                  <a:lnTo>
                    <a:pt x="1900608" y="3854688"/>
                  </a:lnTo>
                  <a:lnTo>
                    <a:pt x="1900608" y="3147437"/>
                  </a:lnTo>
                  <a:close/>
                  <a:moveTo>
                    <a:pt x="2681605" y="2788781"/>
                  </a:moveTo>
                  <a:lnTo>
                    <a:pt x="2121838" y="3123967"/>
                  </a:lnTo>
                  <a:lnTo>
                    <a:pt x="2681605" y="3428996"/>
                  </a:lnTo>
                  <a:lnTo>
                    <a:pt x="3241372" y="3093803"/>
                  </a:lnTo>
                  <a:close/>
                  <a:moveTo>
                    <a:pt x="2611217" y="2031247"/>
                  </a:moveTo>
                  <a:lnTo>
                    <a:pt x="1424639" y="2701633"/>
                  </a:lnTo>
                  <a:lnTo>
                    <a:pt x="1984406" y="3016706"/>
                  </a:lnTo>
                  <a:lnTo>
                    <a:pt x="2611217" y="2681521"/>
                  </a:lnTo>
                  <a:close/>
                  <a:moveTo>
                    <a:pt x="2751993" y="2027896"/>
                  </a:moveTo>
                  <a:lnTo>
                    <a:pt x="2751993" y="2681521"/>
                  </a:lnTo>
                  <a:lnTo>
                    <a:pt x="3378804" y="3016706"/>
                  </a:lnTo>
                  <a:lnTo>
                    <a:pt x="3938571" y="2698282"/>
                  </a:lnTo>
                  <a:close/>
                  <a:moveTo>
                    <a:pt x="2681605" y="1833486"/>
                  </a:moveTo>
                  <a:lnTo>
                    <a:pt x="4146391" y="2681521"/>
                  </a:lnTo>
                  <a:lnTo>
                    <a:pt x="4146391" y="4357470"/>
                  </a:lnTo>
                  <a:lnTo>
                    <a:pt x="3101474" y="4948074"/>
                  </a:lnTo>
                  <a:lnTo>
                    <a:pt x="3101474" y="4804144"/>
                  </a:lnTo>
                  <a:lnTo>
                    <a:pt x="3941922" y="4330657"/>
                  </a:lnTo>
                  <a:lnTo>
                    <a:pt x="3382155" y="3995464"/>
                  </a:lnTo>
                  <a:lnTo>
                    <a:pt x="2751993" y="4357470"/>
                  </a:lnTo>
                  <a:lnTo>
                    <a:pt x="2751993" y="4644853"/>
                  </a:lnTo>
                  <a:lnTo>
                    <a:pt x="2611217" y="4644853"/>
                  </a:lnTo>
                  <a:lnTo>
                    <a:pt x="2611217" y="4357470"/>
                  </a:lnTo>
                  <a:lnTo>
                    <a:pt x="1981055" y="3988762"/>
                  </a:lnTo>
                  <a:lnTo>
                    <a:pt x="1424639" y="4307194"/>
                  </a:lnTo>
                  <a:lnTo>
                    <a:pt x="2261721" y="4796672"/>
                  </a:lnTo>
                  <a:lnTo>
                    <a:pt x="2261721" y="4948611"/>
                  </a:lnTo>
                  <a:lnTo>
                    <a:pt x="1213468" y="4357470"/>
                  </a:lnTo>
                  <a:lnTo>
                    <a:pt x="1213468" y="2681521"/>
                  </a:lnTo>
                  <a:close/>
                  <a:moveTo>
                    <a:pt x="295038" y="1484898"/>
                  </a:moveTo>
                  <a:lnTo>
                    <a:pt x="295038" y="4501612"/>
                  </a:lnTo>
                  <a:cubicBezTo>
                    <a:pt x="287512" y="4858695"/>
                    <a:pt x="469964" y="5192973"/>
                    <a:pt x="774365" y="5379811"/>
                  </a:cubicBezTo>
                  <a:lnTo>
                    <a:pt x="2681598" y="6516106"/>
                  </a:lnTo>
                  <a:lnTo>
                    <a:pt x="4595539" y="5379811"/>
                  </a:lnTo>
                  <a:lnTo>
                    <a:pt x="4588838" y="5379811"/>
                  </a:lnTo>
                  <a:cubicBezTo>
                    <a:pt x="4890229" y="5190136"/>
                    <a:pt x="5071674" y="4857704"/>
                    <a:pt x="5068157" y="4501612"/>
                  </a:cubicBezTo>
                  <a:lnTo>
                    <a:pt x="5068157" y="1484898"/>
                  </a:lnTo>
                  <a:close/>
                  <a:moveTo>
                    <a:pt x="295038" y="294969"/>
                  </a:moveTo>
                  <a:lnTo>
                    <a:pt x="295038" y="596632"/>
                  </a:lnTo>
                  <a:lnTo>
                    <a:pt x="295038" y="891602"/>
                  </a:lnTo>
                  <a:lnTo>
                    <a:pt x="295038" y="1189929"/>
                  </a:lnTo>
                  <a:lnTo>
                    <a:pt x="5071515" y="1189929"/>
                  </a:lnTo>
                  <a:lnTo>
                    <a:pt x="5071515" y="888258"/>
                  </a:lnTo>
                  <a:lnTo>
                    <a:pt x="5064806" y="888258"/>
                  </a:lnTo>
                  <a:lnTo>
                    <a:pt x="5064806" y="596640"/>
                  </a:lnTo>
                  <a:lnTo>
                    <a:pt x="5071515" y="596640"/>
                  </a:lnTo>
                  <a:lnTo>
                    <a:pt x="5071515" y="294969"/>
                  </a:lnTo>
                  <a:close/>
                  <a:moveTo>
                    <a:pt x="69" y="0"/>
                  </a:moveTo>
                  <a:lnTo>
                    <a:pt x="5363126" y="0"/>
                  </a:lnTo>
                  <a:lnTo>
                    <a:pt x="5363126" y="4498262"/>
                  </a:lnTo>
                  <a:cubicBezTo>
                    <a:pt x="5370539" y="4957114"/>
                    <a:pt x="5138015" y="5386588"/>
                    <a:pt x="4749725" y="5631206"/>
                  </a:cubicBezTo>
                  <a:lnTo>
                    <a:pt x="2681598" y="6858000"/>
                  </a:lnTo>
                  <a:lnTo>
                    <a:pt x="623530" y="5631206"/>
                  </a:lnTo>
                  <a:cubicBezTo>
                    <a:pt x="231927" y="5390128"/>
                    <a:pt x="-4673" y="4961448"/>
                    <a:pt x="69" y="4501612"/>
                  </a:cubicBezTo>
                  <a:close/>
                </a:path>
              </a:pathLst>
            </a:custGeom>
            <a:grpFill/>
            <a:ln w="44053" cap="flat">
              <a:noFill/>
              <a:prstDash val="solid"/>
              <a:miter/>
            </a:ln>
          </p:spPr>
          <p:txBody>
            <a:bodyPr wrap="square" rtlCol="0" anchor="ctr">
              <a:noAutofit/>
            </a:bodyPr>
            <a:lstStyle/>
            <a:p>
              <a:endParaRPr lang="en-US" dirty="0"/>
            </a:p>
          </p:txBody>
        </p:sp>
        <p:sp>
          <p:nvSpPr>
            <p:cNvPr id="2427" name="Freeform: Shape 2426">
              <a:extLst>
                <a:ext uri="{FF2B5EF4-FFF2-40B4-BE49-F238E27FC236}">
                  <a16:creationId xmlns:a16="http://schemas.microsoft.com/office/drawing/2014/main" id="{82BFBD48-C0C2-B38E-D78D-4A3A0AEB5F6D}"/>
                </a:ext>
                <a:ext uri="{C183D7F6-B498-43B3-948B-1728B52AA6E4}">
                  <adec:decorative xmlns:adec="http://schemas.microsoft.com/office/drawing/2017/decorative" val="1"/>
                </a:ext>
              </a:extLst>
            </p:cNvPr>
            <p:cNvSpPr/>
            <p:nvPr/>
          </p:nvSpPr>
          <p:spPr>
            <a:xfrm>
              <a:off x="3525172" y="5089303"/>
              <a:ext cx="317984" cy="312175"/>
            </a:xfrm>
            <a:custGeom>
              <a:avLst/>
              <a:gdLst>
                <a:gd name="connsiteX0" fmla="*/ 2172038 w 4769768"/>
                <a:gd name="connsiteY0" fmla="*/ 4253576 h 4682619"/>
                <a:gd name="connsiteX1" fmla="*/ 2601081 w 4769768"/>
                <a:gd name="connsiteY1" fmla="*/ 4253576 h 4682619"/>
                <a:gd name="connsiteX2" fmla="*/ 2601081 w 4769768"/>
                <a:gd name="connsiteY2" fmla="*/ 4682619 h 4682619"/>
                <a:gd name="connsiteX3" fmla="*/ 2172038 w 4769768"/>
                <a:gd name="connsiteY3" fmla="*/ 4682619 h 4682619"/>
                <a:gd name="connsiteX4" fmla="*/ 0 w 4769768"/>
                <a:gd name="connsiteY4" fmla="*/ 0 h 4682619"/>
                <a:gd name="connsiteX5" fmla="*/ 4769768 w 4769768"/>
                <a:gd name="connsiteY5" fmla="*/ 0 h 4682619"/>
                <a:gd name="connsiteX6" fmla="*/ 4769768 w 4769768"/>
                <a:gd name="connsiteY6" fmla="*/ 294970 h 4682619"/>
                <a:gd name="connsiteX7" fmla="*/ 0 w 4769768"/>
                <a:gd name="connsiteY7" fmla="*/ 294970 h 468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9768" h="4682619">
                  <a:moveTo>
                    <a:pt x="2172038" y="4253576"/>
                  </a:moveTo>
                  <a:lnTo>
                    <a:pt x="2601081" y="4253576"/>
                  </a:lnTo>
                  <a:lnTo>
                    <a:pt x="2601081" y="4682619"/>
                  </a:lnTo>
                  <a:lnTo>
                    <a:pt x="2172038" y="4682619"/>
                  </a:lnTo>
                  <a:close/>
                  <a:moveTo>
                    <a:pt x="0" y="0"/>
                  </a:moveTo>
                  <a:lnTo>
                    <a:pt x="4769768" y="0"/>
                  </a:lnTo>
                  <a:lnTo>
                    <a:pt x="4769768" y="294970"/>
                  </a:lnTo>
                  <a:lnTo>
                    <a:pt x="0" y="294970"/>
                  </a:lnTo>
                  <a:close/>
                </a:path>
              </a:pathLst>
            </a:custGeom>
            <a:solidFill>
              <a:schemeClr val="bg1"/>
            </a:solidFill>
            <a:ln w="44053" cap="flat">
              <a:noFill/>
              <a:prstDash val="solid"/>
              <a:miter/>
            </a:ln>
          </p:spPr>
          <p:txBody>
            <a:bodyPr wrap="square" rtlCol="0" anchor="ctr">
              <a:noAutofit/>
            </a:bodyPr>
            <a:lstStyle/>
            <a:p>
              <a:endParaRPr lang="en-US"/>
            </a:p>
          </p:txBody>
        </p:sp>
      </p:grpSp>
      <p:grpSp>
        <p:nvGrpSpPr>
          <p:cNvPr id="2764" name="Group 2763">
            <a:extLst>
              <a:ext uri="{FF2B5EF4-FFF2-40B4-BE49-F238E27FC236}">
                <a16:creationId xmlns:a16="http://schemas.microsoft.com/office/drawing/2014/main" id="{8EA24B2D-43AB-9F1A-C53A-AA8EF89477DD}"/>
              </a:ext>
              <a:ext uri="{C183D7F6-B498-43B3-948B-1728B52AA6E4}">
                <adec:decorative xmlns:adec="http://schemas.microsoft.com/office/drawing/2017/decorative" val="1"/>
              </a:ext>
            </a:extLst>
          </p:cNvPr>
          <p:cNvGrpSpPr>
            <a:grpSpLocks noChangeAspect="1"/>
          </p:cNvGrpSpPr>
          <p:nvPr/>
        </p:nvGrpSpPr>
        <p:grpSpPr>
          <a:xfrm>
            <a:off x="3988121" y="5049527"/>
            <a:ext cx="357553" cy="457200"/>
            <a:chOff x="3988121" y="5049527"/>
            <a:chExt cx="357553" cy="457200"/>
          </a:xfrm>
          <a:solidFill>
            <a:schemeClr val="accent2"/>
          </a:solidFill>
        </p:grpSpPr>
        <p:sp>
          <p:nvSpPr>
            <p:cNvPr id="2426" name="Freeform: Shape 2425">
              <a:extLst>
                <a:ext uri="{FF2B5EF4-FFF2-40B4-BE49-F238E27FC236}">
                  <a16:creationId xmlns:a16="http://schemas.microsoft.com/office/drawing/2014/main" id="{CC424D46-E963-004F-8F4C-DF23D6EF800B}"/>
                </a:ext>
                <a:ext uri="{C183D7F6-B498-43B3-948B-1728B52AA6E4}">
                  <adec:decorative xmlns:adec="http://schemas.microsoft.com/office/drawing/2017/decorative" val="1"/>
                </a:ext>
              </a:extLst>
            </p:cNvPr>
            <p:cNvSpPr/>
            <p:nvPr/>
          </p:nvSpPr>
          <p:spPr>
            <a:xfrm>
              <a:off x="3988121" y="5049527"/>
              <a:ext cx="357553" cy="457200"/>
            </a:xfrm>
            <a:custGeom>
              <a:avLst/>
              <a:gdLst>
                <a:gd name="connsiteX0" fmla="*/ 1957592 w 5363298"/>
                <a:gd name="connsiteY0" fmla="*/ 3904972 h 6858000"/>
                <a:gd name="connsiteX1" fmla="*/ 1957592 w 5363298"/>
                <a:gd name="connsiteY1" fmla="*/ 4471440 h 6858000"/>
                <a:gd name="connsiteX2" fmla="*/ 3405617 w 5363298"/>
                <a:gd name="connsiteY2" fmla="*/ 4471440 h 6858000"/>
                <a:gd name="connsiteX3" fmla="*/ 3405617 w 5363298"/>
                <a:gd name="connsiteY3" fmla="*/ 3904972 h 6858000"/>
                <a:gd name="connsiteX4" fmla="*/ 2772105 w 5363298"/>
                <a:gd name="connsiteY4" fmla="*/ 3164198 h 6858000"/>
                <a:gd name="connsiteX5" fmla="*/ 2772105 w 5363298"/>
                <a:gd name="connsiteY5" fmla="*/ 3727316 h 6858000"/>
                <a:gd name="connsiteX6" fmla="*/ 4220129 w 5363298"/>
                <a:gd name="connsiteY6" fmla="*/ 3727316 h 6858000"/>
                <a:gd name="connsiteX7" fmla="*/ 4220129 w 5363298"/>
                <a:gd name="connsiteY7" fmla="*/ 3164198 h 6858000"/>
                <a:gd name="connsiteX8" fmla="*/ 1143073 w 5363298"/>
                <a:gd name="connsiteY8" fmla="*/ 3164198 h 6858000"/>
                <a:gd name="connsiteX9" fmla="*/ 1143073 w 5363298"/>
                <a:gd name="connsiteY9" fmla="*/ 3727316 h 6858000"/>
                <a:gd name="connsiteX10" fmla="*/ 2591097 w 5363298"/>
                <a:gd name="connsiteY10" fmla="*/ 3727316 h 6858000"/>
                <a:gd name="connsiteX11" fmla="*/ 2591097 w 5363298"/>
                <a:gd name="connsiteY11" fmla="*/ 3164198 h 6858000"/>
                <a:gd name="connsiteX12" fmla="*/ 1776585 w 5363298"/>
                <a:gd name="connsiteY12" fmla="*/ 2245776 h 6858000"/>
                <a:gd name="connsiteX13" fmla="*/ 3145237 w 5363298"/>
                <a:gd name="connsiteY13" fmla="*/ 2245776 h 6858000"/>
                <a:gd name="connsiteX14" fmla="*/ 3145237 w 5363298"/>
                <a:gd name="connsiteY14" fmla="*/ 2423425 h 6858000"/>
                <a:gd name="connsiteX15" fmla="*/ 1957592 w 5363298"/>
                <a:gd name="connsiteY15" fmla="*/ 2423425 h 6858000"/>
                <a:gd name="connsiteX16" fmla="*/ 1957592 w 5363298"/>
                <a:gd name="connsiteY16" fmla="*/ 2986550 h 6858000"/>
                <a:gd name="connsiteX17" fmla="*/ 3405617 w 5363298"/>
                <a:gd name="connsiteY17" fmla="*/ 2986550 h 6858000"/>
                <a:gd name="connsiteX18" fmla="*/ 3405617 w 5363298"/>
                <a:gd name="connsiteY18" fmla="*/ 2709272 h 6858000"/>
                <a:gd name="connsiteX19" fmla="*/ 3586617 w 5363298"/>
                <a:gd name="connsiteY19" fmla="*/ 2709272 h 6858000"/>
                <a:gd name="connsiteX20" fmla="*/ 3586617 w 5363298"/>
                <a:gd name="connsiteY20" fmla="*/ 2986550 h 6858000"/>
                <a:gd name="connsiteX21" fmla="*/ 4397778 w 5363298"/>
                <a:gd name="connsiteY21" fmla="*/ 2986550 h 6858000"/>
                <a:gd name="connsiteX22" fmla="*/ 4397778 w 5363298"/>
                <a:gd name="connsiteY22" fmla="*/ 3904972 h 6858000"/>
                <a:gd name="connsiteX23" fmla="*/ 3586617 w 5363298"/>
                <a:gd name="connsiteY23" fmla="*/ 3904972 h 6858000"/>
                <a:gd name="connsiteX24" fmla="*/ 3586617 w 5363298"/>
                <a:gd name="connsiteY24" fmla="*/ 4645738 h 6858000"/>
                <a:gd name="connsiteX25" fmla="*/ 1776585 w 5363298"/>
                <a:gd name="connsiteY25" fmla="*/ 4645738 h 6858000"/>
                <a:gd name="connsiteX26" fmla="*/ 1776585 w 5363298"/>
                <a:gd name="connsiteY26" fmla="*/ 3904972 h 6858000"/>
                <a:gd name="connsiteX27" fmla="*/ 965424 w 5363298"/>
                <a:gd name="connsiteY27" fmla="*/ 3904972 h 6858000"/>
                <a:gd name="connsiteX28" fmla="*/ 965424 w 5363298"/>
                <a:gd name="connsiteY28" fmla="*/ 2986550 h 6858000"/>
                <a:gd name="connsiteX29" fmla="*/ 1776585 w 5363298"/>
                <a:gd name="connsiteY29" fmla="*/ 2986550 h 6858000"/>
                <a:gd name="connsiteX30" fmla="*/ 295038 w 5363298"/>
                <a:gd name="connsiteY30" fmla="*/ 1484898 h 6858000"/>
                <a:gd name="connsiteX31" fmla="*/ 295038 w 5363298"/>
                <a:gd name="connsiteY31" fmla="*/ 4501612 h 6858000"/>
                <a:gd name="connsiteX32" fmla="*/ 774365 w 5363298"/>
                <a:gd name="connsiteY32" fmla="*/ 5379811 h 6858000"/>
                <a:gd name="connsiteX33" fmla="*/ 2681597 w 5363298"/>
                <a:gd name="connsiteY33" fmla="*/ 6516106 h 6858000"/>
                <a:gd name="connsiteX34" fmla="*/ 4595539 w 5363298"/>
                <a:gd name="connsiteY34" fmla="*/ 5379811 h 6858000"/>
                <a:gd name="connsiteX35" fmla="*/ 4588837 w 5363298"/>
                <a:gd name="connsiteY35" fmla="*/ 5379811 h 6858000"/>
                <a:gd name="connsiteX36" fmla="*/ 5068157 w 5363298"/>
                <a:gd name="connsiteY36" fmla="*/ 4501612 h 6858000"/>
                <a:gd name="connsiteX37" fmla="*/ 5068157 w 5363298"/>
                <a:gd name="connsiteY37" fmla="*/ 1484898 h 6858000"/>
                <a:gd name="connsiteX38" fmla="*/ 295038 w 5363298"/>
                <a:gd name="connsiteY38" fmla="*/ 888258 h 6858000"/>
                <a:gd name="connsiteX39" fmla="*/ 295038 w 5363298"/>
                <a:gd name="connsiteY39" fmla="*/ 1189921 h 6858000"/>
                <a:gd name="connsiteX40" fmla="*/ 295038 w 5363298"/>
                <a:gd name="connsiteY40" fmla="*/ 1189929 h 6858000"/>
                <a:gd name="connsiteX41" fmla="*/ 295038 w 5363298"/>
                <a:gd name="connsiteY41" fmla="*/ 1484891 h 6858000"/>
                <a:gd name="connsiteX42" fmla="*/ 5068157 w 5363298"/>
                <a:gd name="connsiteY42" fmla="*/ 1484891 h 6858000"/>
                <a:gd name="connsiteX43" fmla="*/ 5068157 w 5363298"/>
                <a:gd name="connsiteY43" fmla="*/ 1189929 h 6858000"/>
                <a:gd name="connsiteX44" fmla="*/ 5071515 w 5363298"/>
                <a:gd name="connsiteY44" fmla="*/ 1189929 h 6858000"/>
                <a:gd name="connsiteX45" fmla="*/ 5071515 w 5363298"/>
                <a:gd name="connsiteY45" fmla="*/ 888258 h 6858000"/>
                <a:gd name="connsiteX46" fmla="*/ 295038 w 5363298"/>
                <a:gd name="connsiteY46" fmla="*/ 294969 h 6858000"/>
                <a:gd name="connsiteX47" fmla="*/ 295038 w 5363298"/>
                <a:gd name="connsiteY47" fmla="*/ 596640 h 6858000"/>
                <a:gd name="connsiteX48" fmla="*/ 5071515 w 5363298"/>
                <a:gd name="connsiteY48" fmla="*/ 596640 h 6858000"/>
                <a:gd name="connsiteX49" fmla="*/ 5071515 w 5363298"/>
                <a:gd name="connsiteY49" fmla="*/ 294969 h 6858000"/>
                <a:gd name="connsiteX50" fmla="*/ 69 w 5363298"/>
                <a:gd name="connsiteY50" fmla="*/ 0 h 6858000"/>
                <a:gd name="connsiteX51" fmla="*/ 5363126 w 5363298"/>
                <a:gd name="connsiteY51" fmla="*/ 0 h 6858000"/>
                <a:gd name="connsiteX52" fmla="*/ 5363126 w 5363298"/>
                <a:gd name="connsiteY52" fmla="*/ 4498262 h 6858000"/>
                <a:gd name="connsiteX53" fmla="*/ 4749725 w 5363298"/>
                <a:gd name="connsiteY53" fmla="*/ 5631206 h 6858000"/>
                <a:gd name="connsiteX54" fmla="*/ 2681597 w 5363298"/>
                <a:gd name="connsiteY54" fmla="*/ 6858000 h 6858000"/>
                <a:gd name="connsiteX55" fmla="*/ 623530 w 5363298"/>
                <a:gd name="connsiteY55" fmla="*/ 5631206 h 6858000"/>
                <a:gd name="connsiteX56" fmla="*/ 69 w 5363298"/>
                <a:gd name="connsiteY56" fmla="*/ 450161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363298" h="6858000">
                  <a:moveTo>
                    <a:pt x="1957592" y="3904972"/>
                  </a:moveTo>
                  <a:lnTo>
                    <a:pt x="1957592" y="4471440"/>
                  </a:lnTo>
                  <a:lnTo>
                    <a:pt x="3405617" y="4471440"/>
                  </a:lnTo>
                  <a:lnTo>
                    <a:pt x="3405617" y="3904972"/>
                  </a:lnTo>
                  <a:close/>
                  <a:moveTo>
                    <a:pt x="2772105" y="3164198"/>
                  </a:moveTo>
                  <a:lnTo>
                    <a:pt x="2772105" y="3727316"/>
                  </a:lnTo>
                  <a:lnTo>
                    <a:pt x="4220129" y="3727316"/>
                  </a:lnTo>
                  <a:lnTo>
                    <a:pt x="4220129" y="3164198"/>
                  </a:lnTo>
                  <a:close/>
                  <a:moveTo>
                    <a:pt x="1143073" y="3164198"/>
                  </a:moveTo>
                  <a:lnTo>
                    <a:pt x="1143073" y="3727316"/>
                  </a:lnTo>
                  <a:lnTo>
                    <a:pt x="2591097" y="3727316"/>
                  </a:lnTo>
                  <a:lnTo>
                    <a:pt x="2591097" y="3164198"/>
                  </a:lnTo>
                  <a:close/>
                  <a:moveTo>
                    <a:pt x="1776585" y="2245776"/>
                  </a:moveTo>
                  <a:lnTo>
                    <a:pt x="3145237" y="2245776"/>
                  </a:lnTo>
                  <a:lnTo>
                    <a:pt x="3145237" y="2423425"/>
                  </a:lnTo>
                  <a:lnTo>
                    <a:pt x="1957592" y="2423425"/>
                  </a:lnTo>
                  <a:lnTo>
                    <a:pt x="1957592" y="2986550"/>
                  </a:lnTo>
                  <a:lnTo>
                    <a:pt x="3405617" y="2986550"/>
                  </a:lnTo>
                  <a:lnTo>
                    <a:pt x="3405617" y="2709272"/>
                  </a:lnTo>
                  <a:lnTo>
                    <a:pt x="3586617" y="2709272"/>
                  </a:lnTo>
                  <a:lnTo>
                    <a:pt x="3586617" y="2986550"/>
                  </a:lnTo>
                  <a:lnTo>
                    <a:pt x="4397778" y="2986550"/>
                  </a:lnTo>
                  <a:lnTo>
                    <a:pt x="4397778" y="3904972"/>
                  </a:lnTo>
                  <a:lnTo>
                    <a:pt x="3586617" y="3904972"/>
                  </a:lnTo>
                  <a:lnTo>
                    <a:pt x="3586617" y="4645738"/>
                  </a:lnTo>
                  <a:lnTo>
                    <a:pt x="1776585" y="4645738"/>
                  </a:lnTo>
                  <a:lnTo>
                    <a:pt x="1776585" y="3904972"/>
                  </a:lnTo>
                  <a:lnTo>
                    <a:pt x="965424" y="3904972"/>
                  </a:lnTo>
                  <a:lnTo>
                    <a:pt x="965424" y="2986550"/>
                  </a:lnTo>
                  <a:lnTo>
                    <a:pt x="1776585" y="2986550"/>
                  </a:lnTo>
                  <a:close/>
                  <a:moveTo>
                    <a:pt x="295038" y="1484898"/>
                  </a:moveTo>
                  <a:lnTo>
                    <a:pt x="295038" y="4501612"/>
                  </a:lnTo>
                  <a:cubicBezTo>
                    <a:pt x="287513" y="4858695"/>
                    <a:pt x="469964" y="5192973"/>
                    <a:pt x="774365" y="5379811"/>
                  </a:cubicBezTo>
                  <a:lnTo>
                    <a:pt x="2681597" y="6516106"/>
                  </a:lnTo>
                  <a:lnTo>
                    <a:pt x="4595539" y="5379811"/>
                  </a:lnTo>
                  <a:lnTo>
                    <a:pt x="4588837" y="5379811"/>
                  </a:lnTo>
                  <a:cubicBezTo>
                    <a:pt x="4890229" y="5190136"/>
                    <a:pt x="5071674" y="4857704"/>
                    <a:pt x="5068157" y="4501612"/>
                  </a:cubicBezTo>
                  <a:lnTo>
                    <a:pt x="5068157" y="1484898"/>
                  </a:lnTo>
                  <a:close/>
                  <a:moveTo>
                    <a:pt x="295038" y="888258"/>
                  </a:moveTo>
                  <a:lnTo>
                    <a:pt x="295038" y="1189921"/>
                  </a:lnTo>
                  <a:lnTo>
                    <a:pt x="295038" y="1189929"/>
                  </a:lnTo>
                  <a:lnTo>
                    <a:pt x="295038" y="1484891"/>
                  </a:lnTo>
                  <a:lnTo>
                    <a:pt x="5068157" y="1484891"/>
                  </a:lnTo>
                  <a:lnTo>
                    <a:pt x="5068157" y="1189929"/>
                  </a:lnTo>
                  <a:lnTo>
                    <a:pt x="5071515" y="1189929"/>
                  </a:lnTo>
                  <a:lnTo>
                    <a:pt x="5071515" y="888258"/>
                  </a:lnTo>
                  <a:close/>
                  <a:moveTo>
                    <a:pt x="295038" y="294969"/>
                  </a:moveTo>
                  <a:lnTo>
                    <a:pt x="295038" y="596640"/>
                  </a:lnTo>
                  <a:lnTo>
                    <a:pt x="5071515" y="596640"/>
                  </a:lnTo>
                  <a:lnTo>
                    <a:pt x="5071515" y="294969"/>
                  </a:lnTo>
                  <a:close/>
                  <a:moveTo>
                    <a:pt x="69" y="0"/>
                  </a:moveTo>
                  <a:lnTo>
                    <a:pt x="5363126" y="0"/>
                  </a:lnTo>
                  <a:lnTo>
                    <a:pt x="5363126" y="4498262"/>
                  </a:lnTo>
                  <a:cubicBezTo>
                    <a:pt x="5370539" y="4957114"/>
                    <a:pt x="5138015" y="5386588"/>
                    <a:pt x="4749725" y="5631206"/>
                  </a:cubicBezTo>
                  <a:lnTo>
                    <a:pt x="2681597" y="6858000"/>
                  </a:lnTo>
                  <a:lnTo>
                    <a:pt x="623530" y="5631206"/>
                  </a:lnTo>
                  <a:cubicBezTo>
                    <a:pt x="231927" y="5390128"/>
                    <a:pt x="-4674" y="4961448"/>
                    <a:pt x="69" y="4501612"/>
                  </a:cubicBezTo>
                  <a:close/>
                </a:path>
              </a:pathLst>
            </a:custGeom>
            <a:grpFill/>
            <a:ln w="44053" cap="flat">
              <a:noFill/>
              <a:prstDash val="solid"/>
              <a:miter/>
            </a:ln>
          </p:spPr>
          <p:txBody>
            <a:bodyPr wrap="square" rtlCol="0" anchor="ctr">
              <a:noAutofit/>
            </a:bodyPr>
            <a:lstStyle/>
            <a:p>
              <a:endParaRPr lang="en-US" dirty="0"/>
            </a:p>
          </p:txBody>
        </p:sp>
        <p:sp>
          <p:nvSpPr>
            <p:cNvPr id="2428" name="Freeform: Shape 2427">
              <a:extLst>
                <a:ext uri="{FF2B5EF4-FFF2-40B4-BE49-F238E27FC236}">
                  <a16:creationId xmlns:a16="http://schemas.microsoft.com/office/drawing/2014/main" id="{98C0DD1F-F5CA-10B1-9999-1F0D86BC3A3D}"/>
                </a:ext>
                <a:ext uri="{C183D7F6-B498-43B3-948B-1728B52AA6E4}">
                  <adec:decorative xmlns:adec="http://schemas.microsoft.com/office/drawing/2017/decorative" val="1"/>
                </a:ext>
              </a:extLst>
            </p:cNvPr>
            <p:cNvSpPr/>
            <p:nvPr/>
          </p:nvSpPr>
          <p:spPr>
            <a:xfrm>
              <a:off x="4007790" y="5128855"/>
              <a:ext cx="318208" cy="90278"/>
            </a:xfrm>
            <a:custGeom>
              <a:avLst/>
              <a:gdLst>
                <a:gd name="connsiteX0" fmla="*/ 3016722 w 4773119"/>
                <a:gd name="connsiteY0" fmla="*/ 938535 h 1354168"/>
                <a:gd name="connsiteX1" fmla="*/ 3435714 w 4773119"/>
                <a:gd name="connsiteY1" fmla="*/ 938535 h 1354168"/>
                <a:gd name="connsiteX2" fmla="*/ 3435714 w 4773119"/>
                <a:gd name="connsiteY2" fmla="*/ 1354168 h 1354168"/>
                <a:gd name="connsiteX3" fmla="*/ 3016722 w 4773119"/>
                <a:gd name="connsiteY3" fmla="*/ 1354168 h 1354168"/>
                <a:gd name="connsiteX4" fmla="*/ 0 w 4773119"/>
                <a:gd name="connsiteY4" fmla="*/ 0 h 1354168"/>
                <a:gd name="connsiteX5" fmla="*/ 4773119 w 4773119"/>
                <a:gd name="connsiteY5" fmla="*/ 0 h 1354168"/>
                <a:gd name="connsiteX6" fmla="*/ 4773119 w 4773119"/>
                <a:gd name="connsiteY6" fmla="*/ 294970 h 1354168"/>
                <a:gd name="connsiteX7" fmla="*/ 0 w 4773119"/>
                <a:gd name="connsiteY7" fmla="*/ 294970 h 1354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3119" h="1354168">
                  <a:moveTo>
                    <a:pt x="3016722" y="938535"/>
                  </a:moveTo>
                  <a:lnTo>
                    <a:pt x="3435714" y="938535"/>
                  </a:lnTo>
                  <a:lnTo>
                    <a:pt x="3435714" y="1354168"/>
                  </a:lnTo>
                  <a:lnTo>
                    <a:pt x="3016722" y="1354168"/>
                  </a:lnTo>
                  <a:close/>
                  <a:moveTo>
                    <a:pt x="0" y="0"/>
                  </a:moveTo>
                  <a:lnTo>
                    <a:pt x="4773119" y="0"/>
                  </a:lnTo>
                  <a:lnTo>
                    <a:pt x="4773119" y="294970"/>
                  </a:lnTo>
                  <a:lnTo>
                    <a:pt x="0" y="294970"/>
                  </a:lnTo>
                  <a:close/>
                </a:path>
              </a:pathLst>
            </a:custGeom>
            <a:solidFill>
              <a:schemeClr val="bg1"/>
            </a:solidFill>
            <a:ln w="44053" cap="flat">
              <a:noFill/>
              <a:prstDash val="solid"/>
              <a:miter/>
            </a:ln>
          </p:spPr>
          <p:txBody>
            <a:bodyPr wrap="square" rtlCol="0" anchor="ctr">
              <a:noAutofit/>
            </a:bodyPr>
            <a:lstStyle/>
            <a:p>
              <a:endParaRPr lang="en-US" dirty="0"/>
            </a:p>
          </p:txBody>
        </p:sp>
      </p:grpSp>
      <p:grpSp>
        <p:nvGrpSpPr>
          <p:cNvPr id="2763" name="Group 2762">
            <a:extLst>
              <a:ext uri="{FF2B5EF4-FFF2-40B4-BE49-F238E27FC236}">
                <a16:creationId xmlns:a16="http://schemas.microsoft.com/office/drawing/2014/main" id="{5D144F88-2AEF-3D80-B4DE-A4BEAF850E2E}"/>
              </a:ext>
              <a:ext uri="{C183D7F6-B498-43B3-948B-1728B52AA6E4}">
                <adec:decorative xmlns:adec="http://schemas.microsoft.com/office/drawing/2017/decorative" val="1"/>
              </a:ext>
            </a:extLst>
          </p:cNvPr>
          <p:cNvGrpSpPr>
            <a:grpSpLocks noChangeAspect="1"/>
          </p:cNvGrpSpPr>
          <p:nvPr/>
        </p:nvGrpSpPr>
        <p:grpSpPr>
          <a:xfrm>
            <a:off x="4470739" y="5049527"/>
            <a:ext cx="471700" cy="457200"/>
            <a:chOff x="4470739" y="5049527"/>
            <a:chExt cx="471700" cy="457200"/>
          </a:xfrm>
          <a:solidFill>
            <a:schemeClr val="accent2"/>
          </a:solidFill>
        </p:grpSpPr>
        <p:sp>
          <p:nvSpPr>
            <p:cNvPr id="2453" name="Freeform: Shape 2452">
              <a:extLst>
                <a:ext uri="{FF2B5EF4-FFF2-40B4-BE49-F238E27FC236}">
                  <a16:creationId xmlns:a16="http://schemas.microsoft.com/office/drawing/2014/main" id="{831CC793-414D-13B2-D2AB-6E06E8A9BA20}"/>
                </a:ext>
                <a:ext uri="{C183D7F6-B498-43B3-948B-1728B52AA6E4}">
                  <adec:decorative xmlns:adec="http://schemas.microsoft.com/office/drawing/2017/decorative" val="1"/>
                </a:ext>
              </a:extLst>
            </p:cNvPr>
            <p:cNvSpPr/>
            <p:nvPr/>
          </p:nvSpPr>
          <p:spPr>
            <a:xfrm>
              <a:off x="4513362" y="5049527"/>
              <a:ext cx="429077" cy="457200"/>
            </a:xfrm>
            <a:custGeom>
              <a:avLst/>
              <a:gdLst>
                <a:gd name="connsiteX0" fmla="*/ 2752052 w 6436165"/>
                <a:gd name="connsiteY0" fmla="*/ 4000282 h 6858000"/>
                <a:gd name="connsiteX1" fmla="*/ 2484287 w 6436165"/>
                <a:gd name="connsiteY1" fmla="*/ 4268051 h 6858000"/>
                <a:gd name="connsiteX2" fmla="*/ 2613552 w 6436165"/>
                <a:gd name="connsiteY2" fmla="*/ 4397319 h 6858000"/>
                <a:gd name="connsiteX3" fmla="*/ 2881320 w 6436165"/>
                <a:gd name="connsiteY3" fmla="*/ 4129550 h 6858000"/>
                <a:gd name="connsiteX4" fmla="*/ 2493520 w 6436165"/>
                <a:gd name="connsiteY4" fmla="*/ 3746365 h 6858000"/>
                <a:gd name="connsiteX5" fmla="*/ 2225752 w 6436165"/>
                <a:gd name="connsiteY5" fmla="*/ 4014135 h 6858000"/>
                <a:gd name="connsiteX6" fmla="*/ 2355020 w 6436165"/>
                <a:gd name="connsiteY6" fmla="*/ 4143399 h 6858000"/>
                <a:gd name="connsiteX7" fmla="*/ 2622785 w 6436165"/>
                <a:gd name="connsiteY7" fmla="*/ 3875634 h 6858000"/>
                <a:gd name="connsiteX8" fmla="*/ 2230368 w 6436165"/>
                <a:gd name="connsiteY8" fmla="*/ 3478596 h 6858000"/>
                <a:gd name="connsiteX9" fmla="*/ 1962600 w 6436165"/>
                <a:gd name="connsiteY9" fmla="*/ 3746365 h 6858000"/>
                <a:gd name="connsiteX10" fmla="*/ 2091868 w 6436165"/>
                <a:gd name="connsiteY10" fmla="*/ 3875634 h 6858000"/>
                <a:gd name="connsiteX11" fmla="*/ 2359636 w 6436165"/>
                <a:gd name="connsiteY11" fmla="*/ 3607864 h 6858000"/>
                <a:gd name="connsiteX12" fmla="*/ 2225752 w 6436165"/>
                <a:gd name="connsiteY12" fmla="*/ 3220063 h 6858000"/>
                <a:gd name="connsiteX13" fmla="*/ 3139852 w 6436165"/>
                <a:gd name="connsiteY13" fmla="*/ 4129550 h 6858000"/>
                <a:gd name="connsiteX14" fmla="*/ 2613552 w 6436165"/>
                <a:gd name="connsiteY14" fmla="*/ 4655852 h 6858000"/>
                <a:gd name="connsiteX15" fmla="*/ 1699451 w 6436165"/>
                <a:gd name="connsiteY15" fmla="*/ 3746365 h 6858000"/>
                <a:gd name="connsiteX16" fmla="*/ 3144457 w 6436165"/>
                <a:gd name="connsiteY16" fmla="*/ 1918149 h 6858000"/>
                <a:gd name="connsiteX17" fmla="*/ 3167545 w 6436165"/>
                <a:gd name="connsiteY17" fmla="*/ 1918149 h 6858000"/>
                <a:gd name="connsiteX18" fmla="*/ 3467623 w 6436165"/>
                <a:gd name="connsiteY18" fmla="*/ 2112053 h 6858000"/>
                <a:gd name="connsiteX19" fmla="*/ 3398375 w 6436165"/>
                <a:gd name="connsiteY19" fmla="*/ 2462920 h 6858000"/>
                <a:gd name="connsiteX20" fmla="*/ 2913626 w 6436165"/>
                <a:gd name="connsiteY20" fmla="*/ 2947677 h 6858000"/>
                <a:gd name="connsiteX21" fmla="*/ 3430689 w 6436165"/>
                <a:gd name="connsiteY21" fmla="*/ 3464740 h 6858000"/>
                <a:gd name="connsiteX22" fmla="*/ 3915446 w 6436165"/>
                <a:gd name="connsiteY22" fmla="*/ 2979991 h 6858000"/>
                <a:gd name="connsiteX23" fmla="*/ 4261701 w 6436165"/>
                <a:gd name="connsiteY23" fmla="*/ 2910735 h 6858000"/>
                <a:gd name="connsiteX24" fmla="*/ 4455597 w 6436165"/>
                <a:gd name="connsiteY24" fmla="*/ 3201588 h 6858000"/>
                <a:gd name="connsiteX25" fmla="*/ 4455597 w 6436165"/>
                <a:gd name="connsiteY25" fmla="*/ 3224676 h 6858000"/>
                <a:gd name="connsiteX26" fmla="*/ 4044716 w 6436165"/>
                <a:gd name="connsiteY26" fmla="*/ 4886682 h 6858000"/>
                <a:gd name="connsiteX27" fmla="*/ 3786177 w 6436165"/>
                <a:gd name="connsiteY27" fmla="*/ 5172914 h 6858000"/>
                <a:gd name="connsiteX28" fmla="*/ 2331920 w 6436165"/>
                <a:gd name="connsiteY28" fmla="*/ 5445300 h 6858000"/>
                <a:gd name="connsiteX29" fmla="*/ 891511 w 6436165"/>
                <a:gd name="connsiteY29" fmla="*/ 6858000 h 6858000"/>
                <a:gd name="connsiteX30" fmla="*/ 415995 w 6436165"/>
                <a:gd name="connsiteY30" fmla="*/ 6382485 h 6858000"/>
                <a:gd name="connsiteX31" fmla="*/ 417064 w 6436165"/>
                <a:gd name="connsiteY31" fmla="*/ 6381423 h 6858000"/>
                <a:gd name="connsiteX32" fmla="*/ 8699 w 6436165"/>
                <a:gd name="connsiteY32" fmla="*/ 5973058 h 6858000"/>
                <a:gd name="connsiteX33" fmla="*/ 269854 w 6436165"/>
                <a:gd name="connsiteY33" fmla="*/ 5711903 h 6858000"/>
                <a:gd name="connsiteX34" fmla="*/ 678220 w 6436165"/>
                <a:gd name="connsiteY34" fmla="*/ 6120268 h 6858000"/>
                <a:gd name="connsiteX35" fmla="*/ 679148 w 6436165"/>
                <a:gd name="connsiteY35" fmla="*/ 6119333 h 6858000"/>
                <a:gd name="connsiteX36" fmla="*/ 896132 w 6436165"/>
                <a:gd name="connsiteY36" fmla="*/ 6336317 h 6858000"/>
                <a:gd name="connsiteX37" fmla="*/ 2151870 w 6436165"/>
                <a:gd name="connsiteY37" fmla="*/ 5099045 h 6858000"/>
                <a:gd name="connsiteX38" fmla="*/ 3684607 w 6436165"/>
                <a:gd name="connsiteY38" fmla="*/ 4812814 h 6858000"/>
                <a:gd name="connsiteX39" fmla="*/ 4044716 w 6436165"/>
                <a:gd name="connsiteY39" fmla="*/ 3372405 h 6858000"/>
                <a:gd name="connsiteX40" fmla="*/ 3430689 w 6436165"/>
                <a:gd name="connsiteY40" fmla="*/ 3986423 h 6858000"/>
                <a:gd name="connsiteX41" fmla="*/ 2391943 w 6436165"/>
                <a:gd name="connsiteY41" fmla="*/ 2947677 h 6858000"/>
                <a:gd name="connsiteX42" fmla="*/ 2996728 w 6436165"/>
                <a:gd name="connsiteY42" fmla="*/ 2342892 h 6858000"/>
                <a:gd name="connsiteX43" fmla="*/ 1574786 w 6436165"/>
                <a:gd name="connsiteY43" fmla="*/ 2712226 h 6858000"/>
                <a:gd name="connsiteX44" fmla="*/ 1260845 w 6436165"/>
                <a:gd name="connsiteY44" fmla="*/ 4217262 h 6858000"/>
                <a:gd name="connsiteX45" fmla="*/ 679148 w 6436165"/>
                <a:gd name="connsiteY45" fmla="*/ 4798967 h 6858000"/>
                <a:gd name="connsiteX46" fmla="*/ 677794 w 6436165"/>
                <a:gd name="connsiteY46" fmla="*/ 4797605 h 6858000"/>
                <a:gd name="connsiteX47" fmla="*/ 261155 w 6436165"/>
                <a:gd name="connsiteY47" fmla="*/ 5214252 h 6858000"/>
                <a:gd name="connsiteX48" fmla="*/ 0 w 6436165"/>
                <a:gd name="connsiteY48" fmla="*/ 4953097 h 6858000"/>
                <a:gd name="connsiteX49" fmla="*/ 416638 w 6436165"/>
                <a:gd name="connsiteY49" fmla="*/ 4536450 h 6858000"/>
                <a:gd name="connsiteX50" fmla="*/ 415995 w 6436165"/>
                <a:gd name="connsiteY50" fmla="*/ 4535807 h 6858000"/>
                <a:gd name="connsiteX51" fmla="*/ 923832 w 6436165"/>
                <a:gd name="connsiteY51" fmla="*/ 4027978 h 6858000"/>
                <a:gd name="connsiteX52" fmla="*/ 1219298 w 6436165"/>
                <a:gd name="connsiteY52" fmla="*/ 2596802 h 6858000"/>
                <a:gd name="connsiteX53" fmla="*/ 1500917 w 6436165"/>
                <a:gd name="connsiteY53" fmla="*/ 2342892 h 6858000"/>
                <a:gd name="connsiteX54" fmla="*/ 5692876 w 6436165"/>
                <a:gd name="connsiteY54" fmla="*/ 1846669 h 6858000"/>
                <a:gd name="connsiteX55" fmla="*/ 6431548 w 6436165"/>
                <a:gd name="connsiteY55" fmla="*/ 1846669 h 6858000"/>
                <a:gd name="connsiteX56" fmla="*/ 6431548 w 6436165"/>
                <a:gd name="connsiteY56" fmla="*/ 2580720 h 6858000"/>
                <a:gd name="connsiteX57" fmla="*/ 5692876 w 6436165"/>
                <a:gd name="connsiteY57" fmla="*/ 2580720 h 6858000"/>
                <a:gd name="connsiteX58" fmla="*/ 4769546 w 6436165"/>
                <a:gd name="connsiteY58" fmla="*/ 1846669 h 6858000"/>
                <a:gd name="connsiteX59" fmla="*/ 5508218 w 6436165"/>
                <a:gd name="connsiteY59" fmla="*/ 1846669 h 6858000"/>
                <a:gd name="connsiteX60" fmla="*/ 5508218 w 6436165"/>
                <a:gd name="connsiteY60" fmla="*/ 2585341 h 6858000"/>
                <a:gd name="connsiteX61" fmla="*/ 4769546 w 6436165"/>
                <a:gd name="connsiteY61" fmla="*/ 2585341 h 6858000"/>
                <a:gd name="connsiteX62" fmla="*/ 3846207 w 6436165"/>
                <a:gd name="connsiteY62" fmla="*/ 1846669 h 6858000"/>
                <a:gd name="connsiteX63" fmla="*/ 4584879 w 6436165"/>
                <a:gd name="connsiteY63" fmla="*/ 1846669 h 6858000"/>
                <a:gd name="connsiteX64" fmla="*/ 4584879 w 6436165"/>
                <a:gd name="connsiteY64" fmla="*/ 2585341 h 6858000"/>
                <a:gd name="connsiteX65" fmla="*/ 3846207 w 6436165"/>
                <a:gd name="connsiteY65" fmla="*/ 2585341 h 6858000"/>
                <a:gd name="connsiteX66" fmla="*/ 5692876 w 6436165"/>
                <a:gd name="connsiteY66" fmla="*/ 923339 h 6858000"/>
                <a:gd name="connsiteX67" fmla="*/ 6431548 w 6436165"/>
                <a:gd name="connsiteY67" fmla="*/ 923339 h 6858000"/>
                <a:gd name="connsiteX68" fmla="*/ 6431548 w 6436165"/>
                <a:gd name="connsiteY68" fmla="*/ 1662011 h 6858000"/>
                <a:gd name="connsiteX69" fmla="*/ 5692876 w 6436165"/>
                <a:gd name="connsiteY69" fmla="*/ 1662011 h 6858000"/>
                <a:gd name="connsiteX70" fmla="*/ 5692876 w 6436165"/>
                <a:gd name="connsiteY70" fmla="*/ 0 h 6858000"/>
                <a:gd name="connsiteX71" fmla="*/ 6436165 w 6436165"/>
                <a:gd name="connsiteY71" fmla="*/ 0 h 6858000"/>
                <a:gd name="connsiteX72" fmla="*/ 6436165 w 6436165"/>
                <a:gd name="connsiteY72" fmla="*/ 738672 h 6858000"/>
                <a:gd name="connsiteX73" fmla="*/ 5692876 w 6436165"/>
                <a:gd name="connsiteY73" fmla="*/ 7386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436165" h="6858000">
                  <a:moveTo>
                    <a:pt x="2752052" y="4000282"/>
                  </a:moveTo>
                  <a:lnTo>
                    <a:pt x="2484287" y="4268051"/>
                  </a:lnTo>
                  <a:lnTo>
                    <a:pt x="2613552" y="4397319"/>
                  </a:lnTo>
                  <a:lnTo>
                    <a:pt x="2881320" y="4129550"/>
                  </a:lnTo>
                  <a:close/>
                  <a:moveTo>
                    <a:pt x="2493520" y="3746365"/>
                  </a:moveTo>
                  <a:lnTo>
                    <a:pt x="2225752" y="4014135"/>
                  </a:lnTo>
                  <a:lnTo>
                    <a:pt x="2355020" y="4143399"/>
                  </a:lnTo>
                  <a:lnTo>
                    <a:pt x="2622785" y="3875634"/>
                  </a:lnTo>
                  <a:close/>
                  <a:moveTo>
                    <a:pt x="2230368" y="3478596"/>
                  </a:moveTo>
                  <a:lnTo>
                    <a:pt x="1962600" y="3746365"/>
                  </a:lnTo>
                  <a:lnTo>
                    <a:pt x="2091868" y="3875634"/>
                  </a:lnTo>
                  <a:lnTo>
                    <a:pt x="2359636" y="3607864"/>
                  </a:lnTo>
                  <a:close/>
                  <a:moveTo>
                    <a:pt x="2225752" y="3220063"/>
                  </a:moveTo>
                  <a:lnTo>
                    <a:pt x="3139852" y="4129550"/>
                  </a:lnTo>
                  <a:lnTo>
                    <a:pt x="2613552" y="4655852"/>
                  </a:lnTo>
                  <a:lnTo>
                    <a:pt x="1699451" y="3746365"/>
                  </a:lnTo>
                  <a:close/>
                  <a:moveTo>
                    <a:pt x="3144457" y="1918149"/>
                  </a:moveTo>
                  <a:lnTo>
                    <a:pt x="3167545" y="1918149"/>
                  </a:lnTo>
                  <a:cubicBezTo>
                    <a:pt x="3301427" y="1913528"/>
                    <a:pt x="3416843" y="1992017"/>
                    <a:pt x="3467623" y="2112053"/>
                  </a:cubicBezTo>
                  <a:cubicBezTo>
                    <a:pt x="3518412" y="2232089"/>
                    <a:pt x="3490711" y="2370585"/>
                    <a:pt x="3398375" y="2462920"/>
                  </a:cubicBezTo>
                  <a:lnTo>
                    <a:pt x="2913626" y="2947677"/>
                  </a:lnTo>
                  <a:lnTo>
                    <a:pt x="3430689" y="3464740"/>
                  </a:lnTo>
                  <a:lnTo>
                    <a:pt x="3915446" y="2979991"/>
                  </a:lnTo>
                  <a:cubicBezTo>
                    <a:pt x="4003161" y="2887655"/>
                    <a:pt x="4141664" y="2859954"/>
                    <a:pt x="4261701" y="2910735"/>
                  </a:cubicBezTo>
                  <a:cubicBezTo>
                    <a:pt x="4381729" y="2961524"/>
                    <a:pt x="4460210" y="3076939"/>
                    <a:pt x="4455597" y="3201588"/>
                  </a:cubicBezTo>
                  <a:lnTo>
                    <a:pt x="4455597" y="3224676"/>
                  </a:lnTo>
                  <a:lnTo>
                    <a:pt x="4044716" y="4886682"/>
                  </a:lnTo>
                  <a:cubicBezTo>
                    <a:pt x="4030862" y="5029798"/>
                    <a:pt x="3929293" y="5145213"/>
                    <a:pt x="3786177" y="5172914"/>
                  </a:cubicBezTo>
                  <a:lnTo>
                    <a:pt x="2331920" y="5445300"/>
                  </a:lnTo>
                  <a:lnTo>
                    <a:pt x="891511" y="6858000"/>
                  </a:lnTo>
                  <a:lnTo>
                    <a:pt x="415995" y="6382485"/>
                  </a:lnTo>
                  <a:lnTo>
                    <a:pt x="417064" y="6381423"/>
                  </a:lnTo>
                  <a:lnTo>
                    <a:pt x="8699" y="5973058"/>
                  </a:lnTo>
                  <a:lnTo>
                    <a:pt x="269854" y="5711903"/>
                  </a:lnTo>
                  <a:lnTo>
                    <a:pt x="678220" y="6120268"/>
                  </a:lnTo>
                  <a:lnTo>
                    <a:pt x="679148" y="6119333"/>
                  </a:lnTo>
                  <a:lnTo>
                    <a:pt x="896132" y="6336317"/>
                  </a:lnTo>
                  <a:lnTo>
                    <a:pt x="2151870" y="5099045"/>
                  </a:lnTo>
                  <a:lnTo>
                    <a:pt x="3684607" y="4812814"/>
                  </a:lnTo>
                  <a:lnTo>
                    <a:pt x="4044716" y="3372405"/>
                  </a:lnTo>
                  <a:lnTo>
                    <a:pt x="3430689" y="3986423"/>
                  </a:lnTo>
                  <a:lnTo>
                    <a:pt x="2391943" y="2947677"/>
                  </a:lnTo>
                  <a:lnTo>
                    <a:pt x="2996728" y="2342892"/>
                  </a:lnTo>
                  <a:lnTo>
                    <a:pt x="1574786" y="2712226"/>
                  </a:lnTo>
                  <a:lnTo>
                    <a:pt x="1260845" y="4217262"/>
                  </a:lnTo>
                  <a:lnTo>
                    <a:pt x="679148" y="4798967"/>
                  </a:lnTo>
                  <a:lnTo>
                    <a:pt x="677794" y="4797605"/>
                  </a:lnTo>
                  <a:lnTo>
                    <a:pt x="261155" y="5214252"/>
                  </a:lnTo>
                  <a:lnTo>
                    <a:pt x="0" y="4953097"/>
                  </a:lnTo>
                  <a:lnTo>
                    <a:pt x="416638" y="4536450"/>
                  </a:lnTo>
                  <a:lnTo>
                    <a:pt x="415995" y="4535807"/>
                  </a:lnTo>
                  <a:lnTo>
                    <a:pt x="923832" y="4027978"/>
                  </a:lnTo>
                  <a:lnTo>
                    <a:pt x="1219298" y="2596802"/>
                  </a:lnTo>
                  <a:cubicBezTo>
                    <a:pt x="1246998" y="2462920"/>
                    <a:pt x="1362422" y="2356738"/>
                    <a:pt x="1500917" y="2342892"/>
                  </a:cubicBezTo>
                  <a:close/>
                  <a:moveTo>
                    <a:pt x="5692876" y="1846669"/>
                  </a:moveTo>
                  <a:lnTo>
                    <a:pt x="6431548" y="1846669"/>
                  </a:lnTo>
                  <a:lnTo>
                    <a:pt x="6431548" y="2580720"/>
                  </a:lnTo>
                  <a:lnTo>
                    <a:pt x="5692876" y="2580720"/>
                  </a:lnTo>
                  <a:close/>
                  <a:moveTo>
                    <a:pt x="4769546" y="1846669"/>
                  </a:moveTo>
                  <a:lnTo>
                    <a:pt x="5508218" y="1846669"/>
                  </a:lnTo>
                  <a:lnTo>
                    <a:pt x="5508218" y="2585341"/>
                  </a:lnTo>
                  <a:lnTo>
                    <a:pt x="4769546" y="2585341"/>
                  </a:lnTo>
                  <a:close/>
                  <a:moveTo>
                    <a:pt x="3846207" y="1846669"/>
                  </a:moveTo>
                  <a:lnTo>
                    <a:pt x="4584879" y="1846669"/>
                  </a:lnTo>
                  <a:lnTo>
                    <a:pt x="4584879" y="2585341"/>
                  </a:lnTo>
                  <a:lnTo>
                    <a:pt x="3846207" y="2585341"/>
                  </a:lnTo>
                  <a:close/>
                  <a:moveTo>
                    <a:pt x="5692876" y="923339"/>
                  </a:moveTo>
                  <a:lnTo>
                    <a:pt x="6431548" y="923339"/>
                  </a:lnTo>
                  <a:lnTo>
                    <a:pt x="6431548" y="1662011"/>
                  </a:lnTo>
                  <a:lnTo>
                    <a:pt x="5692876" y="1662011"/>
                  </a:lnTo>
                  <a:close/>
                  <a:moveTo>
                    <a:pt x="5692876" y="0"/>
                  </a:moveTo>
                  <a:lnTo>
                    <a:pt x="6436165" y="0"/>
                  </a:lnTo>
                  <a:lnTo>
                    <a:pt x="6436165" y="738672"/>
                  </a:lnTo>
                  <a:lnTo>
                    <a:pt x="5692876" y="738672"/>
                  </a:lnTo>
                  <a:close/>
                </a:path>
              </a:pathLst>
            </a:custGeom>
            <a:grpFill/>
            <a:ln w="12601" cap="flat">
              <a:noFill/>
              <a:prstDash val="solid"/>
              <a:miter/>
            </a:ln>
          </p:spPr>
          <p:txBody>
            <a:bodyPr wrap="square" rtlCol="0" anchor="ctr">
              <a:noAutofit/>
            </a:bodyPr>
            <a:lstStyle/>
            <a:p>
              <a:endParaRPr lang="en-US" dirty="0"/>
            </a:p>
          </p:txBody>
        </p:sp>
        <p:sp>
          <p:nvSpPr>
            <p:cNvPr id="2454" name="Freeform: Shape 2453">
              <a:extLst>
                <a:ext uri="{FF2B5EF4-FFF2-40B4-BE49-F238E27FC236}">
                  <a16:creationId xmlns:a16="http://schemas.microsoft.com/office/drawing/2014/main" id="{F01518F8-FE86-9405-E4A2-DF94AF078922}"/>
                </a:ext>
                <a:ext uri="{C183D7F6-B498-43B3-948B-1728B52AA6E4}">
                  <adec:decorative xmlns:adec="http://schemas.microsoft.com/office/drawing/2017/decorative" val="1"/>
                </a:ext>
              </a:extLst>
            </p:cNvPr>
            <p:cNvSpPr/>
            <p:nvPr/>
          </p:nvSpPr>
          <p:spPr>
            <a:xfrm>
              <a:off x="4470739" y="5058718"/>
              <a:ext cx="415698" cy="381638"/>
            </a:xfrm>
            <a:custGeom>
              <a:avLst/>
              <a:gdLst>
                <a:gd name="connsiteX0" fmla="*/ 394996 w 6235468"/>
                <a:gd name="connsiteY0" fmla="*/ 4934571 h 5724563"/>
                <a:gd name="connsiteX1" fmla="*/ 789993 w 6235468"/>
                <a:gd name="connsiteY1" fmla="*/ 5329567 h 5724563"/>
                <a:gd name="connsiteX2" fmla="*/ 394996 w 6235468"/>
                <a:gd name="connsiteY2" fmla="*/ 5724563 h 5724563"/>
                <a:gd name="connsiteX3" fmla="*/ 0 w 6235468"/>
                <a:gd name="connsiteY3" fmla="*/ 5329567 h 5724563"/>
                <a:gd name="connsiteX4" fmla="*/ 5985977 w 6235468"/>
                <a:gd name="connsiteY4" fmla="*/ 1012981 h 5724563"/>
                <a:gd name="connsiteX5" fmla="*/ 6158445 w 6235468"/>
                <a:gd name="connsiteY5" fmla="*/ 1185450 h 5724563"/>
                <a:gd name="connsiteX6" fmla="*/ 6039602 w 6235468"/>
                <a:gd name="connsiteY6" fmla="*/ 1304293 h 5724563"/>
                <a:gd name="connsiteX7" fmla="*/ 5867134 w 6235468"/>
                <a:gd name="connsiteY7" fmla="*/ 1131825 h 5724563"/>
                <a:gd name="connsiteX8" fmla="*/ 4645315 w 6235468"/>
                <a:gd name="connsiteY8" fmla="*/ 1012981 h 5724563"/>
                <a:gd name="connsiteX9" fmla="*/ 4764158 w 6235468"/>
                <a:gd name="connsiteY9" fmla="*/ 1131825 h 5724563"/>
                <a:gd name="connsiteX10" fmla="*/ 4591690 w 6235468"/>
                <a:gd name="connsiteY10" fmla="*/ 1304293 h 5724563"/>
                <a:gd name="connsiteX11" fmla="*/ 4472846 w 6235468"/>
                <a:gd name="connsiteY11" fmla="*/ 1185450 h 5724563"/>
                <a:gd name="connsiteX12" fmla="*/ 5913343 w 6235468"/>
                <a:gd name="connsiteY12" fmla="*/ 613570 h 5724563"/>
                <a:gd name="connsiteX13" fmla="*/ 6235468 w 6235468"/>
                <a:gd name="connsiteY13" fmla="*/ 613570 h 5724563"/>
                <a:gd name="connsiteX14" fmla="*/ 6235468 w 6235468"/>
                <a:gd name="connsiteY14" fmla="*/ 781640 h 5724563"/>
                <a:gd name="connsiteX15" fmla="*/ 5913343 w 6235468"/>
                <a:gd name="connsiteY15" fmla="*/ 781640 h 5724563"/>
                <a:gd name="connsiteX16" fmla="*/ 4394681 w 6235468"/>
                <a:gd name="connsiteY16" fmla="*/ 613570 h 5724563"/>
                <a:gd name="connsiteX17" fmla="*/ 4716806 w 6235468"/>
                <a:gd name="connsiteY17" fmla="*/ 613570 h 5724563"/>
                <a:gd name="connsiteX18" fmla="*/ 4716806 w 6235468"/>
                <a:gd name="connsiteY18" fmla="*/ 781640 h 5724563"/>
                <a:gd name="connsiteX19" fmla="*/ 4394681 w 6235468"/>
                <a:gd name="connsiteY19" fmla="*/ 781640 h 5724563"/>
                <a:gd name="connsiteX20" fmla="*/ 4900914 w 6235468"/>
                <a:gd name="connsiteY20" fmla="*/ 444837 h 5724563"/>
                <a:gd name="connsiteX21" fmla="*/ 5299735 w 6235468"/>
                <a:gd name="connsiteY21" fmla="*/ 521534 h 5724563"/>
                <a:gd name="connsiteX22" fmla="*/ 5621860 w 6235468"/>
                <a:gd name="connsiteY22" fmla="*/ 475516 h 5724563"/>
                <a:gd name="connsiteX23" fmla="*/ 5729236 w 6235468"/>
                <a:gd name="connsiteY23" fmla="*/ 444837 h 5724563"/>
                <a:gd name="connsiteX24" fmla="*/ 5775253 w 6235468"/>
                <a:gd name="connsiteY24" fmla="*/ 766962 h 5724563"/>
                <a:gd name="connsiteX25" fmla="*/ 5315075 w 6235468"/>
                <a:gd name="connsiteY25" fmla="*/ 1533924 h 5724563"/>
                <a:gd name="connsiteX26" fmla="*/ 4854896 w 6235468"/>
                <a:gd name="connsiteY26" fmla="*/ 766962 h 5724563"/>
                <a:gd name="connsiteX27" fmla="*/ 4900914 w 6235468"/>
                <a:gd name="connsiteY27" fmla="*/ 444837 h 5724563"/>
                <a:gd name="connsiteX28" fmla="*/ 4637150 w 6235468"/>
                <a:gd name="connsiteY28" fmla="*/ 44149 h 5724563"/>
                <a:gd name="connsiteX29" fmla="*/ 4874484 w 6235468"/>
                <a:gd name="connsiteY29" fmla="*/ 281484 h 5724563"/>
                <a:gd name="connsiteX30" fmla="*/ 4755641 w 6235468"/>
                <a:gd name="connsiteY30" fmla="*/ 400327 h 5724563"/>
                <a:gd name="connsiteX31" fmla="*/ 4518307 w 6235468"/>
                <a:gd name="connsiteY31" fmla="*/ 162993 h 5724563"/>
                <a:gd name="connsiteX32" fmla="*/ 5993365 w 6235468"/>
                <a:gd name="connsiteY32" fmla="*/ 44149 h 5724563"/>
                <a:gd name="connsiteX33" fmla="*/ 6112208 w 6235468"/>
                <a:gd name="connsiteY33" fmla="*/ 162993 h 5724563"/>
                <a:gd name="connsiteX34" fmla="*/ 5874874 w 6235468"/>
                <a:gd name="connsiteY34" fmla="*/ 400327 h 5724563"/>
                <a:gd name="connsiteX35" fmla="*/ 5756031 w 6235468"/>
                <a:gd name="connsiteY35" fmla="*/ 281483 h 5724563"/>
                <a:gd name="connsiteX36" fmla="*/ 5315075 w 6235468"/>
                <a:gd name="connsiteY36" fmla="*/ 0 h 5724563"/>
                <a:gd name="connsiteX37" fmla="*/ 5683218 w 6235468"/>
                <a:gd name="connsiteY37" fmla="*/ 306785 h 5724563"/>
                <a:gd name="connsiteX38" fmla="*/ 5591182 w 6235468"/>
                <a:gd name="connsiteY38" fmla="*/ 322125 h 5724563"/>
                <a:gd name="connsiteX39" fmla="*/ 4946932 w 6235468"/>
                <a:gd name="connsiteY39" fmla="*/ 306785 h 5724563"/>
                <a:gd name="connsiteX40" fmla="*/ 5315075 w 6235468"/>
                <a:gd name="connsiteY40" fmla="*/ 0 h 5724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35468" h="5724563">
                  <a:moveTo>
                    <a:pt x="394996" y="4934571"/>
                  </a:moveTo>
                  <a:lnTo>
                    <a:pt x="789993" y="5329567"/>
                  </a:lnTo>
                  <a:lnTo>
                    <a:pt x="394996" y="5724563"/>
                  </a:lnTo>
                  <a:lnTo>
                    <a:pt x="0" y="5329567"/>
                  </a:lnTo>
                  <a:close/>
                  <a:moveTo>
                    <a:pt x="5985977" y="1012981"/>
                  </a:moveTo>
                  <a:lnTo>
                    <a:pt x="6158445" y="1185450"/>
                  </a:lnTo>
                  <a:lnTo>
                    <a:pt x="6039602" y="1304293"/>
                  </a:lnTo>
                  <a:lnTo>
                    <a:pt x="5867134" y="1131825"/>
                  </a:lnTo>
                  <a:close/>
                  <a:moveTo>
                    <a:pt x="4645315" y="1012981"/>
                  </a:moveTo>
                  <a:lnTo>
                    <a:pt x="4764158" y="1131825"/>
                  </a:lnTo>
                  <a:lnTo>
                    <a:pt x="4591690" y="1304293"/>
                  </a:lnTo>
                  <a:lnTo>
                    <a:pt x="4472846" y="1185450"/>
                  </a:lnTo>
                  <a:close/>
                  <a:moveTo>
                    <a:pt x="5913343" y="613570"/>
                  </a:moveTo>
                  <a:lnTo>
                    <a:pt x="6235468" y="613570"/>
                  </a:lnTo>
                  <a:lnTo>
                    <a:pt x="6235468" y="781640"/>
                  </a:lnTo>
                  <a:lnTo>
                    <a:pt x="5913343" y="781640"/>
                  </a:lnTo>
                  <a:close/>
                  <a:moveTo>
                    <a:pt x="4394681" y="613570"/>
                  </a:moveTo>
                  <a:lnTo>
                    <a:pt x="4716806" y="613570"/>
                  </a:lnTo>
                  <a:lnTo>
                    <a:pt x="4716806" y="781640"/>
                  </a:lnTo>
                  <a:lnTo>
                    <a:pt x="4394681" y="781640"/>
                  </a:lnTo>
                  <a:close/>
                  <a:moveTo>
                    <a:pt x="4900914" y="444837"/>
                  </a:moveTo>
                  <a:cubicBezTo>
                    <a:pt x="5023629" y="490856"/>
                    <a:pt x="5161682" y="521534"/>
                    <a:pt x="5299735" y="521534"/>
                  </a:cubicBezTo>
                  <a:cubicBezTo>
                    <a:pt x="5407110" y="521534"/>
                    <a:pt x="5514486" y="506194"/>
                    <a:pt x="5621860" y="475516"/>
                  </a:cubicBezTo>
                  <a:cubicBezTo>
                    <a:pt x="5667879" y="460177"/>
                    <a:pt x="5698558" y="460177"/>
                    <a:pt x="5729236" y="444837"/>
                  </a:cubicBezTo>
                  <a:cubicBezTo>
                    <a:pt x="5759913" y="536873"/>
                    <a:pt x="5775253" y="644248"/>
                    <a:pt x="5775253" y="766962"/>
                  </a:cubicBezTo>
                  <a:cubicBezTo>
                    <a:pt x="5775253" y="1196460"/>
                    <a:pt x="5575842" y="1533924"/>
                    <a:pt x="5315075" y="1533924"/>
                  </a:cubicBezTo>
                  <a:cubicBezTo>
                    <a:pt x="5054308" y="1533924"/>
                    <a:pt x="4854896" y="1196460"/>
                    <a:pt x="4854896" y="766962"/>
                  </a:cubicBezTo>
                  <a:cubicBezTo>
                    <a:pt x="4854896" y="628908"/>
                    <a:pt x="4900914" y="444837"/>
                    <a:pt x="4900914" y="444837"/>
                  </a:cubicBezTo>
                  <a:close/>
                  <a:moveTo>
                    <a:pt x="4637150" y="44149"/>
                  </a:moveTo>
                  <a:lnTo>
                    <a:pt x="4874484" y="281484"/>
                  </a:lnTo>
                  <a:lnTo>
                    <a:pt x="4755641" y="400327"/>
                  </a:lnTo>
                  <a:lnTo>
                    <a:pt x="4518307" y="162993"/>
                  </a:lnTo>
                  <a:close/>
                  <a:moveTo>
                    <a:pt x="5993365" y="44149"/>
                  </a:moveTo>
                  <a:lnTo>
                    <a:pt x="6112208" y="162993"/>
                  </a:lnTo>
                  <a:lnTo>
                    <a:pt x="5874874" y="400327"/>
                  </a:lnTo>
                  <a:lnTo>
                    <a:pt x="5756031" y="281483"/>
                  </a:lnTo>
                  <a:close/>
                  <a:moveTo>
                    <a:pt x="5315075" y="0"/>
                  </a:moveTo>
                  <a:cubicBezTo>
                    <a:pt x="5468468" y="0"/>
                    <a:pt x="5591182" y="122714"/>
                    <a:pt x="5683218" y="306785"/>
                  </a:cubicBezTo>
                  <a:cubicBezTo>
                    <a:pt x="5652539" y="306785"/>
                    <a:pt x="5621861" y="322125"/>
                    <a:pt x="5591182" y="322125"/>
                  </a:cubicBezTo>
                  <a:cubicBezTo>
                    <a:pt x="5376432" y="383481"/>
                    <a:pt x="5161682" y="368142"/>
                    <a:pt x="4946932" y="306785"/>
                  </a:cubicBezTo>
                  <a:cubicBezTo>
                    <a:pt x="5038968" y="122714"/>
                    <a:pt x="5161682" y="0"/>
                    <a:pt x="5315075" y="0"/>
                  </a:cubicBezTo>
                  <a:close/>
                </a:path>
              </a:pathLst>
            </a:custGeom>
            <a:solidFill>
              <a:schemeClr val="bg1"/>
            </a:solidFill>
            <a:ln w="100806" cap="flat">
              <a:noFill/>
              <a:prstDash val="solid"/>
              <a:miter/>
            </a:ln>
          </p:spPr>
          <p:txBody>
            <a:bodyPr wrap="square" rtlCol="0" anchor="ctr">
              <a:noAutofit/>
            </a:bodyPr>
            <a:lstStyle/>
            <a:p>
              <a:endParaRPr lang="en-US" dirty="0"/>
            </a:p>
          </p:txBody>
        </p:sp>
      </p:grpSp>
      <p:grpSp>
        <p:nvGrpSpPr>
          <p:cNvPr id="2762" name="Group 2761">
            <a:extLst>
              <a:ext uri="{FF2B5EF4-FFF2-40B4-BE49-F238E27FC236}">
                <a16:creationId xmlns:a16="http://schemas.microsoft.com/office/drawing/2014/main" id="{1C1E172F-D387-93E7-0122-EEDAC721B1ED}"/>
              </a:ext>
              <a:ext uri="{C183D7F6-B498-43B3-948B-1728B52AA6E4}">
                <adec:decorative xmlns:adec="http://schemas.microsoft.com/office/drawing/2017/decorative" val="1"/>
              </a:ext>
            </a:extLst>
          </p:cNvPr>
          <p:cNvGrpSpPr>
            <a:grpSpLocks noChangeAspect="1"/>
          </p:cNvGrpSpPr>
          <p:nvPr/>
        </p:nvGrpSpPr>
        <p:grpSpPr>
          <a:xfrm>
            <a:off x="5067504" y="5049527"/>
            <a:ext cx="507711" cy="457200"/>
            <a:chOff x="5067504" y="5049527"/>
            <a:chExt cx="507711" cy="457200"/>
          </a:xfrm>
          <a:solidFill>
            <a:schemeClr val="accent2"/>
          </a:solidFill>
        </p:grpSpPr>
        <p:sp>
          <p:nvSpPr>
            <p:cNvPr id="2465" name="Freeform: Shape 2464">
              <a:extLst>
                <a:ext uri="{FF2B5EF4-FFF2-40B4-BE49-F238E27FC236}">
                  <a16:creationId xmlns:a16="http://schemas.microsoft.com/office/drawing/2014/main" id="{E5940326-FC25-A4E8-2D64-96415F9CE893}"/>
                </a:ext>
                <a:ext uri="{C183D7F6-B498-43B3-948B-1728B52AA6E4}">
                  <adec:decorative xmlns:adec="http://schemas.microsoft.com/office/drawing/2017/decorative" val="1"/>
                </a:ext>
              </a:extLst>
            </p:cNvPr>
            <p:cNvSpPr/>
            <p:nvPr/>
          </p:nvSpPr>
          <p:spPr>
            <a:xfrm>
              <a:off x="5067504" y="5049527"/>
              <a:ext cx="507711" cy="452417"/>
            </a:xfrm>
            <a:custGeom>
              <a:avLst/>
              <a:gdLst>
                <a:gd name="connsiteX0" fmla="*/ 3808478 w 7615667"/>
                <a:gd name="connsiteY0" fmla="*/ 5216822 h 6786258"/>
                <a:gd name="connsiteX1" fmla="*/ 4168556 w 7615667"/>
                <a:gd name="connsiteY1" fmla="*/ 5578353 h 6786258"/>
                <a:gd name="connsiteX2" fmla="*/ 3808478 w 7615667"/>
                <a:gd name="connsiteY2" fmla="*/ 5939884 h 6786258"/>
                <a:gd name="connsiteX3" fmla="*/ 3448400 w 7615667"/>
                <a:gd name="connsiteY3" fmla="*/ 5578353 h 6786258"/>
                <a:gd name="connsiteX4" fmla="*/ 3808478 w 7615667"/>
                <a:gd name="connsiteY4" fmla="*/ 5216822 h 6786258"/>
                <a:gd name="connsiteX5" fmla="*/ 3822739 w 7615667"/>
                <a:gd name="connsiteY5" fmla="*/ 1587775 h 6786258"/>
                <a:gd name="connsiteX6" fmla="*/ 4097688 w 7615667"/>
                <a:gd name="connsiteY6" fmla="*/ 1692093 h 6786258"/>
                <a:gd name="connsiteX7" fmla="*/ 4194343 w 7615667"/>
                <a:gd name="connsiteY7" fmla="*/ 1903456 h 6786258"/>
                <a:gd name="connsiteX8" fmla="*/ 4186638 w 7615667"/>
                <a:gd name="connsiteY8" fmla="*/ 2178752 h 6786258"/>
                <a:gd name="connsiteX9" fmla="*/ 4172312 w 7615667"/>
                <a:gd name="connsiteY9" fmla="*/ 2481815 h 6786258"/>
                <a:gd name="connsiteX10" fmla="*/ 4157738 w 7615667"/>
                <a:gd name="connsiteY10" fmla="*/ 2788509 h 6786258"/>
                <a:gd name="connsiteX11" fmla="*/ 4143160 w 7615667"/>
                <a:gd name="connsiteY11" fmla="*/ 3095205 h 6786258"/>
                <a:gd name="connsiteX12" fmla="*/ 4128612 w 7615667"/>
                <a:gd name="connsiteY12" fmla="*/ 3394618 h 6786258"/>
                <a:gd name="connsiteX13" fmla="*/ 4114045 w 7615667"/>
                <a:gd name="connsiteY13" fmla="*/ 3697673 h 6786258"/>
                <a:gd name="connsiteX14" fmla="*/ 4099451 w 7615667"/>
                <a:gd name="connsiteY14" fmla="*/ 4000726 h 6786258"/>
                <a:gd name="connsiteX15" fmla="*/ 4084950 w 7615667"/>
                <a:gd name="connsiteY15" fmla="*/ 4300141 h 6786258"/>
                <a:gd name="connsiteX16" fmla="*/ 4070004 w 7615667"/>
                <a:gd name="connsiteY16" fmla="*/ 4617738 h 6786258"/>
                <a:gd name="connsiteX17" fmla="*/ 4055211 w 7615667"/>
                <a:gd name="connsiteY17" fmla="*/ 4767576 h 6786258"/>
                <a:gd name="connsiteX18" fmla="*/ 3869267 w 7615667"/>
                <a:gd name="connsiteY18" fmla="*/ 4944187 h 6786258"/>
                <a:gd name="connsiteX19" fmla="*/ 3626257 w 7615667"/>
                <a:gd name="connsiteY19" fmla="*/ 4880214 h 6786258"/>
                <a:gd name="connsiteX20" fmla="*/ 3553744 w 7615667"/>
                <a:gd name="connsiteY20" fmla="*/ 4717758 h 6786258"/>
                <a:gd name="connsiteX21" fmla="*/ 3545827 w 7615667"/>
                <a:gd name="connsiteY21" fmla="*/ 4460678 h 6786258"/>
                <a:gd name="connsiteX22" fmla="*/ 3531210 w 7615667"/>
                <a:gd name="connsiteY22" fmla="*/ 4146705 h 6786258"/>
                <a:gd name="connsiteX23" fmla="*/ 3516886 w 7615667"/>
                <a:gd name="connsiteY23" fmla="*/ 3931120 h 6786258"/>
                <a:gd name="connsiteX24" fmla="*/ 3502110 w 7615667"/>
                <a:gd name="connsiteY24" fmla="*/ 3540809 h 6786258"/>
                <a:gd name="connsiteX25" fmla="*/ 3487813 w 7615667"/>
                <a:gd name="connsiteY25" fmla="*/ 3252308 h 6786258"/>
                <a:gd name="connsiteX26" fmla="*/ 3472986 w 7615667"/>
                <a:gd name="connsiteY26" fmla="*/ 2927418 h 6786258"/>
                <a:gd name="connsiteX27" fmla="*/ 3458778 w 7615667"/>
                <a:gd name="connsiteY27" fmla="*/ 2671681 h 6786258"/>
                <a:gd name="connsiteX28" fmla="*/ 3443928 w 7615667"/>
                <a:gd name="connsiteY28" fmla="*/ 2324947 h 6786258"/>
                <a:gd name="connsiteX29" fmla="*/ 3429400 w 7615667"/>
                <a:gd name="connsiteY29" fmla="*/ 2025537 h 6786258"/>
                <a:gd name="connsiteX30" fmla="*/ 3422374 w 7615667"/>
                <a:gd name="connsiteY30" fmla="*/ 1917687 h 6786258"/>
                <a:gd name="connsiteX31" fmla="*/ 3574233 w 7615667"/>
                <a:gd name="connsiteY31" fmla="*/ 1653621 h 6786258"/>
                <a:gd name="connsiteX32" fmla="*/ 3822739 w 7615667"/>
                <a:gd name="connsiteY32" fmla="*/ 1587775 h 6786258"/>
                <a:gd name="connsiteX33" fmla="*/ 3856168 w 7615667"/>
                <a:gd name="connsiteY33" fmla="*/ 35 h 6786258"/>
                <a:gd name="connsiteX34" fmla="*/ 4013999 w 7615667"/>
                <a:gd name="connsiteY34" fmla="*/ 36546 h 6786258"/>
                <a:gd name="connsiteX35" fmla="*/ 4328210 w 7615667"/>
                <a:gd name="connsiteY35" fmla="*/ 303685 h 6786258"/>
                <a:gd name="connsiteX36" fmla="*/ 4591621 w 7615667"/>
                <a:gd name="connsiteY36" fmla="*/ 758118 h 6786258"/>
                <a:gd name="connsiteX37" fmla="*/ 4802044 w 7615667"/>
                <a:gd name="connsiteY37" fmla="*/ 1127684 h 6786258"/>
                <a:gd name="connsiteX38" fmla="*/ 5043600 w 7615667"/>
                <a:gd name="connsiteY38" fmla="*/ 1545247 h 6786258"/>
                <a:gd name="connsiteX39" fmla="*/ 5276030 w 7615667"/>
                <a:gd name="connsiteY39" fmla="*/ 1951599 h 6786258"/>
                <a:gd name="connsiteX40" fmla="*/ 5545858 w 7615667"/>
                <a:gd name="connsiteY40" fmla="*/ 2418827 h 6786258"/>
                <a:gd name="connsiteX41" fmla="*/ 5756282 w 7615667"/>
                <a:gd name="connsiteY41" fmla="*/ 2788394 h 6786258"/>
                <a:gd name="connsiteX42" fmla="*/ 5989552 w 7615667"/>
                <a:gd name="connsiteY42" fmla="*/ 3190037 h 6786258"/>
                <a:gd name="connsiteX43" fmla="*/ 6198012 w 7615667"/>
                <a:gd name="connsiteY43" fmla="*/ 3556546 h 6786258"/>
                <a:gd name="connsiteX44" fmla="*/ 6411191 w 7615667"/>
                <a:gd name="connsiteY44" fmla="*/ 3924518 h 6786258"/>
                <a:gd name="connsiteX45" fmla="*/ 6617434 w 7615667"/>
                <a:gd name="connsiteY45" fmla="*/ 4284175 h 6786258"/>
                <a:gd name="connsiteX46" fmla="*/ 6826716 w 7615667"/>
                <a:gd name="connsiteY46" fmla="*/ 4645994 h 6786258"/>
                <a:gd name="connsiteX47" fmla="*/ 6983575 w 7615667"/>
                <a:gd name="connsiteY47" fmla="*/ 4922721 h 6786258"/>
                <a:gd name="connsiteX48" fmla="*/ 7189676 w 7615667"/>
                <a:gd name="connsiteY48" fmla="*/ 5278199 h 6786258"/>
                <a:gd name="connsiteX49" fmla="*/ 7359238 w 7615667"/>
                <a:gd name="connsiteY49" fmla="*/ 5572299 h 6786258"/>
                <a:gd name="connsiteX50" fmla="*/ 7560960 w 7615667"/>
                <a:gd name="connsiteY50" fmla="*/ 5934562 h 6786258"/>
                <a:gd name="connsiteX51" fmla="*/ 7613420 w 7615667"/>
                <a:gd name="connsiteY51" fmla="*/ 6071547 h 6786258"/>
                <a:gd name="connsiteX52" fmla="*/ 7613882 w 7615667"/>
                <a:gd name="connsiteY52" fmla="*/ 6304147 h 6786258"/>
                <a:gd name="connsiteX53" fmla="*/ 7603851 w 7615667"/>
                <a:gd name="connsiteY53" fmla="*/ 6316698 h 6786258"/>
                <a:gd name="connsiteX54" fmla="*/ 7394372 w 7615667"/>
                <a:gd name="connsiteY54" fmla="*/ 6656926 h 6786258"/>
                <a:gd name="connsiteX55" fmla="*/ 7038073 w 7615667"/>
                <a:gd name="connsiteY55" fmla="*/ 6785843 h 6786258"/>
                <a:gd name="connsiteX56" fmla="*/ 2605735 w 7615667"/>
                <a:gd name="connsiteY56" fmla="*/ 6784116 h 6786258"/>
                <a:gd name="connsiteX57" fmla="*/ 2605735 w 7615667"/>
                <a:gd name="connsiteY57" fmla="*/ 6349076 h 6786258"/>
                <a:gd name="connsiteX58" fmla="*/ 7011527 w 7615667"/>
                <a:gd name="connsiteY58" fmla="*/ 6349057 h 6786258"/>
                <a:gd name="connsiteX59" fmla="*/ 7091212 w 7615667"/>
                <a:gd name="connsiteY59" fmla="*/ 6331826 h 6786258"/>
                <a:gd name="connsiteX60" fmla="*/ 7166122 w 7615667"/>
                <a:gd name="connsiteY60" fmla="*/ 6128282 h 6786258"/>
                <a:gd name="connsiteX61" fmla="*/ 7002581 w 7615667"/>
                <a:gd name="connsiteY61" fmla="*/ 5834842 h 6786258"/>
                <a:gd name="connsiteX62" fmla="*/ 6761120 w 7615667"/>
                <a:gd name="connsiteY62" fmla="*/ 5417214 h 6786258"/>
                <a:gd name="connsiteX63" fmla="*/ 6550687 w 7615667"/>
                <a:gd name="connsiteY63" fmla="*/ 5047637 h 6786258"/>
                <a:gd name="connsiteX64" fmla="*/ 6317408 w 7615667"/>
                <a:gd name="connsiteY64" fmla="*/ 4645985 h 6786258"/>
                <a:gd name="connsiteX65" fmla="*/ 6106965 w 7615667"/>
                <a:gd name="connsiteY65" fmla="*/ 4276428 h 6786258"/>
                <a:gd name="connsiteX66" fmla="*/ 5865429 w 7615667"/>
                <a:gd name="connsiteY66" fmla="*/ 3858837 h 6786258"/>
                <a:gd name="connsiteX67" fmla="*/ 5655015 w 7615667"/>
                <a:gd name="connsiteY67" fmla="*/ 3489251 h 6786258"/>
                <a:gd name="connsiteX68" fmla="*/ 5365208 w 7615667"/>
                <a:gd name="connsiteY68" fmla="*/ 2988257 h 6786258"/>
                <a:gd name="connsiteX69" fmla="*/ 5074119 w 7615667"/>
                <a:gd name="connsiteY69" fmla="*/ 2479572 h 6786258"/>
                <a:gd name="connsiteX70" fmla="*/ 4696634 w 7615667"/>
                <a:gd name="connsiteY70" fmla="*/ 1826881 h 6786258"/>
                <a:gd name="connsiteX71" fmla="*/ 4332947 w 7615667"/>
                <a:gd name="connsiteY71" fmla="*/ 1195054 h 6786258"/>
                <a:gd name="connsiteX72" fmla="*/ 3953792 w 7615667"/>
                <a:gd name="connsiteY72" fmla="*/ 530972 h 6786258"/>
                <a:gd name="connsiteX73" fmla="*/ 3674272 w 7615667"/>
                <a:gd name="connsiteY73" fmla="*/ 516647 h 6786258"/>
                <a:gd name="connsiteX74" fmla="*/ 3553310 w 7615667"/>
                <a:gd name="connsiteY74" fmla="*/ 727401 h 6786258"/>
                <a:gd name="connsiteX75" fmla="*/ 3369546 w 7615667"/>
                <a:gd name="connsiteY75" fmla="*/ 1046272 h 6786258"/>
                <a:gd name="connsiteX76" fmla="*/ 3138135 w 7615667"/>
                <a:gd name="connsiteY76" fmla="*/ 1449047 h 6786258"/>
                <a:gd name="connsiteX77" fmla="*/ 2958919 w 7615667"/>
                <a:gd name="connsiteY77" fmla="*/ 1762380 h 6786258"/>
                <a:gd name="connsiteX78" fmla="*/ 2744834 w 7615667"/>
                <a:gd name="connsiteY78" fmla="*/ 2133862 h 6786258"/>
                <a:gd name="connsiteX79" fmla="*/ 2565468 w 7615667"/>
                <a:gd name="connsiteY79" fmla="*/ 2447110 h 6786258"/>
                <a:gd name="connsiteX80" fmla="*/ 2352383 w 7615667"/>
                <a:gd name="connsiteY80" fmla="*/ 2815166 h 6786258"/>
                <a:gd name="connsiteX81" fmla="*/ 2143942 w 7615667"/>
                <a:gd name="connsiteY81" fmla="*/ 3181675 h 6786258"/>
                <a:gd name="connsiteX82" fmla="*/ 1906387 w 7615667"/>
                <a:gd name="connsiteY82" fmla="*/ 3593161 h 6786258"/>
                <a:gd name="connsiteX83" fmla="*/ 1728455 w 7615667"/>
                <a:gd name="connsiteY83" fmla="*/ 3903162 h 6786258"/>
                <a:gd name="connsiteX84" fmla="*/ 1514182 w 7615667"/>
                <a:gd name="connsiteY84" fmla="*/ 4274550 h 6786258"/>
                <a:gd name="connsiteX85" fmla="*/ 1334994 w 7615667"/>
                <a:gd name="connsiteY85" fmla="*/ 4587892 h 6786258"/>
                <a:gd name="connsiteX86" fmla="*/ 1127751 w 7615667"/>
                <a:gd name="connsiteY86" fmla="*/ 4946719 h 6786258"/>
                <a:gd name="connsiteX87" fmla="*/ 941553 w 7615667"/>
                <a:gd name="connsiteY87" fmla="*/ 5272631 h 6786258"/>
                <a:gd name="connsiteX88" fmla="*/ 705584 w 7615667"/>
                <a:gd name="connsiteY88" fmla="*/ 5680946 h 6786258"/>
                <a:gd name="connsiteX89" fmla="*/ 493650 w 7615667"/>
                <a:gd name="connsiteY89" fmla="*/ 6049616 h 6786258"/>
                <a:gd name="connsiteX90" fmla="*/ 438812 w 7615667"/>
                <a:gd name="connsiteY90" fmla="*/ 6179147 h 6786258"/>
                <a:gd name="connsiteX91" fmla="*/ 610082 w 7615667"/>
                <a:gd name="connsiteY91" fmla="*/ 6349633 h 6786258"/>
                <a:gd name="connsiteX92" fmla="*/ 1426183 w 7615667"/>
                <a:gd name="connsiteY92" fmla="*/ 6352266 h 6786258"/>
                <a:gd name="connsiteX93" fmla="*/ 1426183 w 7615667"/>
                <a:gd name="connsiteY93" fmla="*/ 6786258 h 6786258"/>
                <a:gd name="connsiteX94" fmla="*/ 594125 w 7615667"/>
                <a:gd name="connsiteY94" fmla="*/ 6786079 h 6786258"/>
                <a:gd name="connsiteX95" fmla="*/ 462565 w 7615667"/>
                <a:gd name="connsiteY95" fmla="*/ 6771273 h 6786258"/>
                <a:gd name="connsiteX96" fmla="*/ 65367 w 7615667"/>
                <a:gd name="connsiteY96" fmla="*/ 6456374 h 6786258"/>
                <a:gd name="connsiteX97" fmla="*/ 470 w 7615667"/>
                <a:gd name="connsiteY97" fmla="*/ 6277356 h 6786258"/>
                <a:gd name="connsiteX98" fmla="*/ 45 w 7615667"/>
                <a:gd name="connsiteY98" fmla="*/ 6090638 h 6786258"/>
                <a:gd name="connsiteX99" fmla="*/ 42700 w 7615667"/>
                <a:gd name="connsiteY99" fmla="*/ 5967997 h 6786258"/>
                <a:gd name="connsiteX100" fmla="*/ 158377 w 7615667"/>
                <a:gd name="connsiteY100" fmla="*/ 5750807 h 6786258"/>
                <a:gd name="connsiteX101" fmla="*/ 340773 w 7615667"/>
                <a:gd name="connsiteY101" fmla="*/ 5435276 h 6786258"/>
                <a:gd name="connsiteX102" fmla="*/ 556311 w 7615667"/>
                <a:gd name="connsiteY102" fmla="*/ 5060660 h 6786258"/>
                <a:gd name="connsiteX103" fmla="*/ 764790 w 7615667"/>
                <a:gd name="connsiteY103" fmla="*/ 4694245 h 6786258"/>
                <a:gd name="connsiteX104" fmla="*/ 971666 w 7615667"/>
                <a:gd name="connsiteY104" fmla="*/ 4339258 h 6786258"/>
                <a:gd name="connsiteX105" fmla="*/ 1128469 w 7615667"/>
                <a:gd name="connsiteY105" fmla="*/ 4062560 h 6786258"/>
                <a:gd name="connsiteX106" fmla="*/ 1334551 w 7615667"/>
                <a:gd name="connsiteY106" fmla="*/ 3707168 h 6786258"/>
                <a:gd name="connsiteX107" fmla="*/ 1514012 w 7615667"/>
                <a:gd name="connsiteY107" fmla="*/ 3394043 h 6786258"/>
                <a:gd name="connsiteX108" fmla="*/ 1727918 w 7615667"/>
                <a:gd name="connsiteY108" fmla="*/ 3022551 h 6786258"/>
                <a:gd name="connsiteX109" fmla="*/ 1907293 w 7615667"/>
                <a:gd name="connsiteY109" fmla="*/ 2709379 h 6786258"/>
                <a:gd name="connsiteX110" fmla="*/ 2121265 w 7615667"/>
                <a:gd name="connsiteY110" fmla="*/ 2337925 h 6786258"/>
                <a:gd name="connsiteX111" fmla="*/ 2299225 w 7615667"/>
                <a:gd name="connsiteY111" fmla="*/ 2028037 h 6786258"/>
                <a:gd name="connsiteX112" fmla="*/ 2536676 w 7615667"/>
                <a:gd name="connsiteY112" fmla="*/ 1616561 h 6786258"/>
                <a:gd name="connsiteX113" fmla="*/ 2715807 w 7615667"/>
                <a:gd name="connsiteY113" fmla="*/ 1303267 h 6786258"/>
                <a:gd name="connsiteX114" fmla="*/ 2930005 w 7615667"/>
                <a:gd name="connsiteY114" fmla="*/ 931926 h 6786258"/>
                <a:gd name="connsiteX115" fmla="*/ 3109230 w 7615667"/>
                <a:gd name="connsiteY115" fmla="*/ 618688 h 6786258"/>
                <a:gd name="connsiteX116" fmla="*/ 3343830 w 7615667"/>
                <a:gd name="connsiteY116" fmla="*/ 226586 h 6786258"/>
                <a:gd name="connsiteX117" fmla="*/ 3631032 w 7615667"/>
                <a:gd name="connsiteY117" fmla="*/ 28817 h 6786258"/>
                <a:gd name="connsiteX118" fmla="*/ 3755146 w 7615667"/>
                <a:gd name="connsiteY118" fmla="*/ 2923 h 6786258"/>
                <a:gd name="connsiteX119" fmla="*/ 3856168 w 7615667"/>
                <a:gd name="connsiteY119" fmla="*/ 35 h 678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615667" h="6786258">
                  <a:moveTo>
                    <a:pt x="3808478" y="5216822"/>
                  </a:moveTo>
                  <a:cubicBezTo>
                    <a:pt x="4007344" y="5216822"/>
                    <a:pt x="4168556" y="5378685"/>
                    <a:pt x="4168556" y="5578353"/>
                  </a:cubicBezTo>
                  <a:cubicBezTo>
                    <a:pt x="4168556" y="5778021"/>
                    <a:pt x="4007344" y="5939884"/>
                    <a:pt x="3808478" y="5939884"/>
                  </a:cubicBezTo>
                  <a:cubicBezTo>
                    <a:pt x="3609612" y="5939884"/>
                    <a:pt x="3448400" y="5778021"/>
                    <a:pt x="3448400" y="5578353"/>
                  </a:cubicBezTo>
                  <a:cubicBezTo>
                    <a:pt x="3448400" y="5378685"/>
                    <a:pt x="3609612" y="5216822"/>
                    <a:pt x="3808478" y="5216822"/>
                  </a:cubicBezTo>
                  <a:close/>
                  <a:moveTo>
                    <a:pt x="3822739" y="1587775"/>
                  </a:moveTo>
                  <a:cubicBezTo>
                    <a:pt x="3924821" y="1592668"/>
                    <a:pt x="4021236" y="1620715"/>
                    <a:pt x="4097688" y="1692093"/>
                  </a:cubicBezTo>
                  <a:cubicBezTo>
                    <a:pt x="4157722" y="1748144"/>
                    <a:pt x="4197411" y="1816540"/>
                    <a:pt x="4194343" y="1903456"/>
                  </a:cubicBezTo>
                  <a:cubicBezTo>
                    <a:pt x="4191104" y="1995198"/>
                    <a:pt x="4190142" y="2087022"/>
                    <a:pt x="4186638" y="2178752"/>
                  </a:cubicBezTo>
                  <a:cubicBezTo>
                    <a:pt x="4182778" y="2279808"/>
                    <a:pt x="4177138" y="2380795"/>
                    <a:pt x="4172312" y="2481815"/>
                  </a:cubicBezTo>
                  <a:cubicBezTo>
                    <a:pt x="4167429" y="2584045"/>
                    <a:pt x="4162593" y="2686279"/>
                    <a:pt x="4157738" y="2788509"/>
                  </a:cubicBezTo>
                  <a:cubicBezTo>
                    <a:pt x="4152883" y="2890742"/>
                    <a:pt x="4148073" y="2992976"/>
                    <a:pt x="4143160" y="3095205"/>
                  </a:cubicBezTo>
                  <a:cubicBezTo>
                    <a:pt x="4138363" y="3195012"/>
                    <a:pt x="4133437" y="3294813"/>
                    <a:pt x="4128612" y="3394618"/>
                  </a:cubicBezTo>
                  <a:cubicBezTo>
                    <a:pt x="4123729" y="3495634"/>
                    <a:pt x="4118904" y="3596654"/>
                    <a:pt x="4114045" y="3697673"/>
                  </a:cubicBezTo>
                  <a:cubicBezTo>
                    <a:pt x="4109187" y="3798690"/>
                    <a:pt x="4104335" y="3899709"/>
                    <a:pt x="4099451" y="4000726"/>
                  </a:cubicBezTo>
                  <a:cubicBezTo>
                    <a:pt x="4094627" y="4100532"/>
                    <a:pt x="4089656" y="4200330"/>
                    <a:pt x="4084950" y="4300141"/>
                  </a:cubicBezTo>
                  <a:cubicBezTo>
                    <a:pt x="4079959" y="4406007"/>
                    <a:pt x="4075984" y="4511929"/>
                    <a:pt x="4070004" y="4617738"/>
                  </a:cubicBezTo>
                  <a:cubicBezTo>
                    <a:pt x="4067173" y="4667829"/>
                    <a:pt x="4063842" y="4718263"/>
                    <a:pt x="4055211" y="4767576"/>
                  </a:cubicBezTo>
                  <a:cubicBezTo>
                    <a:pt x="4038886" y="4860847"/>
                    <a:pt x="3960069" y="4922482"/>
                    <a:pt x="3869267" y="4944187"/>
                  </a:cubicBezTo>
                  <a:cubicBezTo>
                    <a:pt x="3776673" y="4966320"/>
                    <a:pt x="3695181" y="4939178"/>
                    <a:pt x="3626257" y="4880214"/>
                  </a:cubicBezTo>
                  <a:cubicBezTo>
                    <a:pt x="3578824" y="4839637"/>
                    <a:pt x="3556818" y="4780611"/>
                    <a:pt x="3553744" y="4717758"/>
                  </a:cubicBezTo>
                  <a:cubicBezTo>
                    <a:pt x="3549555" y="4632140"/>
                    <a:pt x="3549171" y="4546345"/>
                    <a:pt x="3545827" y="4460678"/>
                  </a:cubicBezTo>
                  <a:cubicBezTo>
                    <a:pt x="3541739" y="4355988"/>
                    <a:pt x="3536841" y="4251323"/>
                    <a:pt x="3531210" y="4146705"/>
                  </a:cubicBezTo>
                  <a:cubicBezTo>
                    <a:pt x="3527403" y="4075967"/>
                    <a:pt x="3521727" y="4005331"/>
                    <a:pt x="3516886" y="3931120"/>
                  </a:cubicBezTo>
                  <a:cubicBezTo>
                    <a:pt x="3512009" y="3798663"/>
                    <a:pt x="3507583" y="3669713"/>
                    <a:pt x="3502110" y="3540809"/>
                  </a:cubicBezTo>
                  <a:cubicBezTo>
                    <a:pt x="3498027" y="3444613"/>
                    <a:pt x="3492373" y="3348484"/>
                    <a:pt x="3487813" y="3252308"/>
                  </a:cubicBezTo>
                  <a:cubicBezTo>
                    <a:pt x="3482680" y="3144020"/>
                    <a:pt x="3478362" y="3035693"/>
                    <a:pt x="3472986" y="2927418"/>
                  </a:cubicBezTo>
                  <a:cubicBezTo>
                    <a:pt x="3468753" y="2842147"/>
                    <a:pt x="3462829" y="2756958"/>
                    <a:pt x="3458778" y="2671681"/>
                  </a:cubicBezTo>
                  <a:cubicBezTo>
                    <a:pt x="3453289" y="2556129"/>
                    <a:pt x="3449118" y="2440514"/>
                    <a:pt x="3443928" y="2324947"/>
                  </a:cubicBezTo>
                  <a:cubicBezTo>
                    <a:pt x="3439446" y="2225127"/>
                    <a:pt x="3434507" y="2125327"/>
                    <a:pt x="3429400" y="2025537"/>
                  </a:cubicBezTo>
                  <a:cubicBezTo>
                    <a:pt x="3427559" y="1989560"/>
                    <a:pt x="3423753" y="1953673"/>
                    <a:pt x="3422374" y="1917687"/>
                  </a:cubicBezTo>
                  <a:cubicBezTo>
                    <a:pt x="3417796" y="1798153"/>
                    <a:pt x="3480059" y="1714953"/>
                    <a:pt x="3574233" y="1653621"/>
                  </a:cubicBezTo>
                  <a:cubicBezTo>
                    <a:pt x="3648764" y="1605081"/>
                    <a:pt x="3733955" y="1583520"/>
                    <a:pt x="3822739" y="1587775"/>
                  </a:cubicBezTo>
                  <a:close/>
                  <a:moveTo>
                    <a:pt x="3856168" y="35"/>
                  </a:moveTo>
                  <a:cubicBezTo>
                    <a:pt x="3911128" y="12199"/>
                    <a:pt x="3964314" y="19314"/>
                    <a:pt x="4013999" y="36546"/>
                  </a:cubicBezTo>
                  <a:cubicBezTo>
                    <a:pt x="4152589" y="84618"/>
                    <a:pt x="4255517" y="176221"/>
                    <a:pt x="4328210" y="303685"/>
                  </a:cubicBezTo>
                  <a:cubicBezTo>
                    <a:pt x="4414944" y="455770"/>
                    <a:pt x="4504254" y="606392"/>
                    <a:pt x="4591621" y="758118"/>
                  </a:cubicBezTo>
                  <a:cubicBezTo>
                    <a:pt x="4662350" y="880967"/>
                    <a:pt x="4731438" y="1004760"/>
                    <a:pt x="4802044" y="1127684"/>
                  </a:cubicBezTo>
                  <a:cubicBezTo>
                    <a:pt x="4882135" y="1267114"/>
                    <a:pt x="4963405" y="1405874"/>
                    <a:pt x="5043600" y="1545247"/>
                  </a:cubicBezTo>
                  <a:cubicBezTo>
                    <a:pt x="5121426" y="1680496"/>
                    <a:pt x="5198232" y="1816330"/>
                    <a:pt x="5276030" y="1951599"/>
                  </a:cubicBezTo>
                  <a:lnTo>
                    <a:pt x="5545858" y="2418827"/>
                  </a:lnTo>
                  <a:cubicBezTo>
                    <a:pt x="5616446" y="2541761"/>
                    <a:pt x="5685562" y="2665545"/>
                    <a:pt x="5756282" y="2788394"/>
                  </a:cubicBezTo>
                  <a:cubicBezTo>
                    <a:pt x="5833523" y="2922577"/>
                    <a:pt x="5912339" y="3055844"/>
                    <a:pt x="5989552" y="3190037"/>
                  </a:cubicBezTo>
                  <a:cubicBezTo>
                    <a:pt x="6059639" y="3311867"/>
                    <a:pt x="6128047" y="3434650"/>
                    <a:pt x="6198012" y="3556546"/>
                  </a:cubicBezTo>
                  <a:cubicBezTo>
                    <a:pt x="6268581" y="3679489"/>
                    <a:pt x="6340386" y="3801716"/>
                    <a:pt x="6411191" y="3924518"/>
                  </a:cubicBezTo>
                  <a:lnTo>
                    <a:pt x="6617434" y="4284175"/>
                  </a:lnTo>
                  <a:lnTo>
                    <a:pt x="6826716" y="4645994"/>
                  </a:lnTo>
                  <a:cubicBezTo>
                    <a:pt x="6879496" y="4737957"/>
                    <a:pt x="6930748" y="4830797"/>
                    <a:pt x="6983575" y="4922721"/>
                  </a:cubicBezTo>
                  <a:cubicBezTo>
                    <a:pt x="7051822" y="5041475"/>
                    <a:pt x="7121042" y="5159672"/>
                    <a:pt x="7189676" y="5278199"/>
                  </a:cubicBezTo>
                  <a:cubicBezTo>
                    <a:pt x="7246373" y="5376126"/>
                    <a:pt x="7303428" y="5473863"/>
                    <a:pt x="7359238" y="5572299"/>
                  </a:cubicBezTo>
                  <a:cubicBezTo>
                    <a:pt x="7427400" y="5692544"/>
                    <a:pt x="7496186" y="5812496"/>
                    <a:pt x="7560960" y="5934562"/>
                  </a:cubicBezTo>
                  <a:cubicBezTo>
                    <a:pt x="7583373" y="5976792"/>
                    <a:pt x="7594612" y="6024967"/>
                    <a:pt x="7613420" y="6071547"/>
                  </a:cubicBezTo>
                  <a:cubicBezTo>
                    <a:pt x="7616185" y="6148335"/>
                    <a:pt x="7616468" y="6223991"/>
                    <a:pt x="7613882" y="6304147"/>
                  </a:cubicBezTo>
                  <a:cubicBezTo>
                    <a:pt x="7608550" y="6311301"/>
                    <a:pt x="7604502" y="6313641"/>
                    <a:pt x="7603851" y="6316698"/>
                  </a:cubicBezTo>
                  <a:cubicBezTo>
                    <a:pt x="7574314" y="6454958"/>
                    <a:pt x="7504396" y="6567483"/>
                    <a:pt x="7394372" y="6656926"/>
                  </a:cubicBezTo>
                  <a:cubicBezTo>
                    <a:pt x="7290009" y="6741763"/>
                    <a:pt x="7170094" y="6785720"/>
                    <a:pt x="7038073" y="6785843"/>
                  </a:cubicBezTo>
                  <a:lnTo>
                    <a:pt x="2605735" y="6784116"/>
                  </a:lnTo>
                  <a:lnTo>
                    <a:pt x="2605735" y="6349076"/>
                  </a:lnTo>
                  <a:lnTo>
                    <a:pt x="7011527" y="6349057"/>
                  </a:lnTo>
                  <a:cubicBezTo>
                    <a:pt x="7038176" y="6349048"/>
                    <a:pt x="7066223" y="6341782"/>
                    <a:pt x="7091212" y="6331826"/>
                  </a:cubicBezTo>
                  <a:cubicBezTo>
                    <a:pt x="7164800" y="6302524"/>
                    <a:pt x="7203614" y="6198228"/>
                    <a:pt x="7166122" y="6128282"/>
                  </a:cubicBezTo>
                  <a:cubicBezTo>
                    <a:pt x="7113218" y="6029601"/>
                    <a:pt x="7058174" y="5932042"/>
                    <a:pt x="7002581" y="5834842"/>
                  </a:cubicBezTo>
                  <a:cubicBezTo>
                    <a:pt x="6922745" y="5695252"/>
                    <a:pt x="6841210" y="5556653"/>
                    <a:pt x="6761120" y="5417214"/>
                  </a:cubicBezTo>
                  <a:cubicBezTo>
                    <a:pt x="6690513" y="5294289"/>
                    <a:pt x="6621398" y="5170505"/>
                    <a:pt x="6550687" y="5047637"/>
                  </a:cubicBezTo>
                  <a:cubicBezTo>
                    <a:pt x="6473446" y="4913454"/>
                    <a:pt x="6394648" y="4780168"/>
                    <a:pt x="6317408" y="4645985"/>
                  </a:cubicBezTo>
                  <a:cubicBezTo>
                    <a:pt x="6246688" y="4523126"/>
                    <a:pt x="6177572" y="4399352"/>
                    <a:pt x="6106965" y="4276428"/>
                  </a:cubicBezTo>
                  <a:cubicBezTo>
                    <a:pt x="6026865" y="4136989"/>
                    <a:pt x="5945519" y="3998276"/>
                    <a:pt x="5865429" y="3858837"/>
                  </a:cubicBezTo>
                  <a:cubicBezTo>
                    <a:pt x="5794822" y="3735912"/>
                    <a:pt x="5725697" y="3612138"/>
                    <a:pt x="5655015" y="3489251"/>
                  </a:cubicBezTo>
                  <a:lnTo>
                    <a:pt x="5365208" y="2988257"/>
                  </a:lnTo>
                  <a:lnTo>
                    <a:pt x="5074119" y="2479572"/>
                  </a:lnTo>
                  <a:lnTo>
                    <a:pt x="4696634" y="1826881"/>
                  </a:lnTo>
                  <a:lnTo>
                    <a:pt x="4332947" y="1195054"/>
                  </a:lnTo>
                  <a:lnTo>
                    <a:pt x="3953792" y="530972"/>
                  </a:lnTo>
                  <a:cubicBezTo>
                    <a:pt x="3887319" y="414578"/>
                    <a:pt x="3742991" y="406321"/>
                    <a:pt x="3674272" y="516647"/>
                  </a:cubicBezTo>
                  <a:cubicBezTo>
                    <a:pt x="3631485" y="585357"/>
                    <a:pt x="3593672" y="657162"/>
                    <a:pt x="3553310" y="727401"/>
                  </a:cubicBezTo>
                  <a:lnTo>
                    <a:pt x="3369546" y="1046272"/>
                  </a:lnTo>
                  <a:lnTo>
                    <a:pt x="3138135" y="1449047"/>
                  </a:lnTo>
                  <a:lnTo>
                    <a:pt x="2958919" y="1762380"/>
                  </a:lnTo>
                  <a:lnTo>
                    <a:pt x="2744834" y="2133862"/>
                  </a:lnTo>
                  <a:lnTo>
                    <a:pt x="2565468" y="2447110"/>
                  </a:lnTo>
                  <a:lnTo>
                    <a:pt x="2352383" y="2815166"/>
                  </a:lnTo>
                  <a:cubicBezTo>
                    <a:pt x="2282437" y="2937063"/>
                    <a:pt x="2213850" y="3059751"/>
                    <a:pt x="2143942" y="3181675"/>
                  </a:cubicBezTo>
                  <a:cubicBezTo>
                    <a:pt x="2065163" y="3319067"/>
                    <a:pt x="1985459" y="3455930"/>
                    <a:pt x="1906387" y="3593161"/>
                  </a:cubicBezTo>
                  <a:lnTo>
                    <a:pt x="1728455" y="3903162"/>
                  </a:lnTo>
                  <a:lnTo>
                    <a:pt x="1514182" y="4274550"/>
                  </a:lnTo>
                  <a:lnTo>
                    <a:pt x="1334994" y="4587892"/>
                  </a:lnTo>
                  <a:lnTo>
                    <a:pt x="1127751" y="4946719"/>
                  </a:lnTo>
                  <a:cubicBezTo>
                    <a:pt x="1065402" y="5055196"/>
                    <a:pt x="1003940" y="5164173"/>
                    <a:pt x="941553" y="5272631"/>
                  </a:cubicBezTo>
                  <a:lnTo>
                    <a:pt x="705584" y="5680946"/>
                  </a:lnTo>
                  <a:cubicBezTo>
                    <a:pt x="634675" y="5803691"/>
                    <a:pt x="562756" y="5925870"/>
                    <a:pt x="493650" y="6049616"/>
                  </a:cubicBezTo>
                  <a:cubicBezTo>
                    <a:pt x="470775" y="6090582"/>
                    <a:pt x="444097" y="6134350"/>
                    <a:pt x="438812" y="6179147"/>
                  </a:cubicBezTo>
                  <a:cubicBezTo>
                    <a:pt x="429017" y="6262314"/>
                    <a:pt x="497557" y="6349510"/>
                    <a:pt x="610082" y="6349633"/>
                  </a:cubicBezTo>
                  <a:lnTo>
                    <a:pt x="1426183" y="6352266"/>
                  </a:lnTo>
                  <a:lnTo>
                    <a:pt x="1426183" y="6786258"/>
                  </a:lnTo>
                  <a:lnTo>
                    <a:pt x="594125" y="6786079"/>
                  </a:lnTo>
                  <a:cubicBezTo>
                    <a:pt x="550196" y="6785900"/>
                    <a:pt x="505277" y="6781304"/>
                    <a:pt x="462565" y="6771273"/>
                  </a:cubicBezTo>
                  <a:cubicBezTo>
                    <a:pt x="281368" y="6728741"/>
                    <a:pt x="145590" y="6625633"/>
                    <a:pt x="65367" y="6456374"/>
                  </a:cubicBezTo>
                  <a:cubicBezTo>
                    <a:pt x="38302" y="6399281"/>
                    <a:pt x="21797" y="6337167"/>
                    <a:pt x="470" y="6277356"/>
                  </a:cubicBezTo>
                  <a:cubicBezTo>
                    <a:pt x="177" y="6216243"/>
                    <a:pt x="-115" y="6155139"/>
                    <a:pt x="45" y="6090638"/>
                  </a:cubicBezTo>
                  <a:cubicBezTo>
                    <a:pt x="14286" y="6047361"/>
                    <a:pt x="24317" y="6005640"/>
                    <a:pt x="42700" y="5967997"/>
                  </a:cubicBezTo>
                  <a:cubicBezTo>
                    <a:pt x="78692" y="5894342"/>
                    <a:pt x="118044" y="5822225"/>
                    <a:pt x="158377" y="5750807"/>
                  </a:cubicBezTo>
                  <a:cubicBezTo>
                    <a:pt x="218103" y="5645029"/>
                    <a:pt x="280037" y="5540488"/>
                    <a:pt x="340773" y="5435276"/>
                  </a:cubicBezTo>
                  <a:lnTo>
                    <a:pt x="556311" y="5060660"/>
                  </a:lnTo>
                  <a:cubicBezTo>
                    <a:pt x="626068" y="4938670"/>
                    <a:pt x="694665" y="4816019"/>
                    <a:pt x="764790" y="4694245"/>
                  </a:cubicBezTo>
                  <a:cubicBezTo>
                    <a:pt x="833132" y="4575567"/>
                    <a:pt x="903248" y="4457899"/>
                    <a:pt x="971666" y="4339258"/>
                  </a:cubicBezTo>
                  <a:cubicBezTo>
                    <a:pt x="1024625" y="4247428"/>
                    <a:pt x="1075650" y="4154475"/>
                    <a:pt x="1128469" y="4062560"/>
                  </a:cubicBezTo>
                  <a:cubicBezTo>
                    <a:pt x="1196697" y="3943835"/>
                    <a:pt x="1266096" y="3825770"/>
                    <a:pt x="1334551" y="3707168"/>
                  </a:cubicBezTo>
                  <a:cubicBezTo>
                    <a:pt x="1394683" y="3602966"/>
                    <a:pt x="1454069" y="3498348"/>
                    <a:pt x="1514012" y="3394043"/>
                  </a:cubicBezTo>
                  <a:lnTo>
                    <a:pt x="1727918" y="3022551"/>
                  </a:lnTo>
                  <a:lnTo>
                    <a:pt x="1907293" y="2709379"/>
                  </a:lnTo>
                  <a:lnTo>
                    <a:pt x="2121265" y="2337925"/>
                  </a:lnTo>
                  <a:lnTo>
                    <a:pt x="2299225" y="2028037"/>
                  </a:lnTo>
                  <a:lnTo>
                    <a:pt x="2536676" y="1616561"/>
                  </a:lnTo>
                  <a:lnTo>
                    <a:pt x="2715807" y="1303267"/>
                  </a:lnTo>
                  <a:lnTo>
                    <a:pt x="2930005" y="931926"/>
                  </a:lnTo>
                  <a:cubicBezTo>
                    <a:pt x="2989938" y="827620"/>
                    <a:pt x="3048570" y="722559"/>
                    <a:pt x="3109230" y="618688"/>
                  </a:cubicBezTo>
                  <a:cubicBezTo>
                    <a:pt x="3186065" y="487138"/>
                    <a:pt x="3258757" y="352653"/>
                    <a:pt x="3343830" y="226586"/>
                  </a:cubicBezTo>
                  <a:cubicBezTo>
                    <a:pt x="3411625" y="126130"/>
                    <a:pt x="3512713" y="61337"/>
                    <a:pt x="3631032" y="28817"/>
                  </a:cubicBezTo>
                  <a:cubicBezTo>
                    <a:pt x="3670979" y="17833"/>
                    <a:pt x="3712624" y="13020"/>
                    <a:pt x="3755146" y="2923"/>
                  </a:cubicBezTo>
                  <a:cubicBezTo>
                    <a:pt x="3788798" y="167"/>
                    <a:pt x="3820798" y="-125"/>
                    <a:pt x="3856168" y="35"/>
                  </a:cubicBezTo>
                  <a:close/>
                </a:path>
              </a:pathLst>
            </a:custGeom>
            <a:grpFill/>
            <a:ln w="6350" cap="flat">
              <a:noFill/>
              <a:prstDash val="solid"/>
              <a:miter/>
            </a:ln>
          </p:spPr>
          <p:txBody>
            <a:bodyPr wrap="square" rtlCol="0" anchor="ctr">
              <a:noAutofit/>
            </a:bodyPr>
            <a:lstStyle/>
            <a:p>
              <a:endParaRPr lang="en-US" dirty="0"/>
            </a:p>
          </p:txBody>
        </p:sp>
        <p:sp>
          <p:nvSpPr>
            <p:cNvPr id="2466" name="Freeform: Shape 2465">
              <a:extLst>
                <a:ext uri="{FF2B5EF4-FFF2-40B4-BE49-F238E27FC236}">
                  <a16:creationId xmlns:a16="http://schemas.microsoft.com/office/drawing/2014/main" id="{77D74952-E1FE-AE32-9975-0273E5C1FBC9}"/>
                </a:ext>
                <a:ext uri="{C183D7F6-B498-43B3-948B-1728B52AA6E4}">
                  <adec:decorative xmlns:adec="http://schemas.microsoft.com/office/drawing/2017/decorative" val="1"/>
                </a:ext>
              </a:extLst>
            </p:cNvPr>
            <p:cNvSpPr/>
            <p:nvPr/>
          </p:nvSpPr>
          <p:spPr>
            <a:xfrm>
              <a:off x="5180993" y="5404347"/>
              <a:ext cx="341116" cy="102380"/>
            </a:xfrm>
            <a:custGeom>
              <a:avLst/>
              <a:gdLst>
                <a:gd name="connsiteX0" fmla="*/ 0 w 5116738"/>
                <a:gd name="connsiteY0" fmla="*/ 905468 h 1535700"/>
                <a:gd name="connsiteX1" fmla="*/ 627231 w 5116738"/>
                <a:gd name="connsiteY1" fmla="*/ 905468 h 1535700"/>
                <a:gd name="connsiteX2" fmla="*/ 627231 w 5116738"/>
                <a:gd name="connsiteY2" fmla="*/ 1535700 h 1535700"/>
                <a:gd name="connsiteX3" fmla="*/ 0 w 5116738"/>
                <a:gd name="connsiteY3" fmla="*/ 1535700 h 1535700"/>
                <a:gd name="connsiteX4" fmla="*/ 4630200 w 5116738"/>
                <a:gd name="connsiteY4" fmla="*/ 234 h 1535700"/>
                <a:gd name="connsiteX5" fmla="*/ 4733739 w 5116738"/>
                <a:gd name="connsiteY5" fmla="*/ 48705 h 1535700"/>
                <a:gd name="connsiteX6" fmla="*/ 4986536 w 5116738"/>
                <a:gd name="connsiteY6" fmla="*/ 437567 h 1535700"/>
                <a:gd name="connsiteX7" fmla="*/ 5087334 w 5116738"/>
                <a:gd name="connsiteY7" fmla="*/ 590771 h 1535700"/>
                <a:gd name="connsiteX8" fmla="*/ 5097430 w 5116738"/>
                <a:gd name="connsiteY8" fmla="*/ 766470 h 1535700"/>
                <a:gd name="connsiteX9" fmla="*/ 4946242 w 5116738"/>
                <a:gd name="connsiteY9" fmla="*/ 852763 h 1535700"/>
                <a:gd name="connsiteX10" fmla="*/ 4058043 w 5116738"/>
                <a:gd name="connsiteY10" fmla="*/ 852700 h 1535700"/>
                <a:gd name="connsiteX11" fmla="*/ 3933027 w 5116738"/>
                <a:gd name="connsiteY11" fmla="*/ 751664 h 1535700"/>
                <a:gd name="connsiteX12" fmla="*/ 4060971 w 5116738"/>
                <a:gd name="connsiteY12" fmla="*/ 634532 h 1535700"/>
                <a:gd name="connsiteX13" fmla="*/ 4803563 w 5116738"/>
                <a:gd name="connsiteY13" fmla="*/ 634222 h 1535700"/>
                <a:gd name="connsiteX14" fmla="*/ 4852375 w 5116738"/>
                <a:gd name="connsiteY14" fmla="*/ 634222 h 1535700"/>
                <a:gd name="connsiteX15" fmla="*/ 4605521 w 5116738"/>
                <a:gd name="connsiteY15" fmla="*/ 253872 h 1535700"/>
                <a:gd name="connsiteX16" fmla="*/ 4538947 w 5116738"/>
                <a:gd name="connsiteY16" fmla="*/ 140481 h 1535700"/>
                <a:gd name="connsiteX17" fmla="*/ 4592336 w 5116738"/>
                <a:gd name="connsiteY17" fmla="*/ 10063 h 1535700"/>
                <a:gd name="connsiteX18" fmla="*/ 4630200 w 5116738"/>
                <a:gd name="connsiteY18" fmla="*/ 234 h 153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16738" h="1535700">
                  <a:moveTo>
                    <a:pt x="0" y="905468"/>
                  </a:moveTo>
                  <a:lnTo>
                    <a:pt x="627231" y="905468"/>
                  </a:lnTo>
                  <a:lnTo>
                    <a:pt x="627231" y="1535700"/>
                  </a:lnTo>
                  <a:lnTo>
                    <a:pt x="0" y="1535700"/>
                  </a:lnTo>
                  <a:close/>
                  <a:moveTo>
                    <a:pt x="4630200" y="234"/>
                  </a:moveTo>
                  <a:cubicBezTo>
                    <a:pt x="4669949" y="-2322"/>
                    <a:pt x="4712628" y="16165"/>
                    <a:pt x="4733739" y="48705"/>
                  </a:cubicBezTo>
                  <a:cubicBezTo>
                    <a:pt x="4817881" y="178407"/>
                    <a:pt x="4902104" y="308054"/>
                    <a:pt x="4986536" y="437567"/>
                  </a:cubicBezTo>
                  <a:cubicBezTo>
                    <a:pt x="5019921" y="488779"/>
                    <a:pt x="5055147" y="538828"/>
                    <a:pt x="5087334" y="590771"/>
                  </a:cubicBezTo>
                  <a:cubicBezTo>
                    <a:pt x="5122091" y="646857"/>
                    <a:pt x="5126774" y="708031"/>
                    <a:pt x="5097430" y="766470"/>
                  </a:cubicBezTo>
                  <a:cubicBezTo>
                    <a:pt x="5067332" y="826410"/>
                    <a:pt x="5013326" y="852796"/>
                    <a:pt x="4946242" y="852763"/>
                  </a:cubicBezTo>
                  <a:cubicBezTo>
                    <a:pt x="4650175" y="852616"/>
                    <a:pt x="4354109" y="852700"/>
                    <a:pt x="4058043" y="852700"/>
                  </a:cubicBezTo>
                  <a:cubicBezTo>
                    <a:pt x="3977006" y="852699"/>
                    <a:pt x="3936751" y="817544"/>
                    <a:pt x="3933027" y="751664"/>
                  </a:cubicBezTo>
                  <a:cubicBezTo>
                    <a:pt x="3928704" y="675148"/>
                    <a:pt x="3983205" y="634794"/>
                    <a:pt x="4060971" y="634532"/>
                  </a:cubicBezTo>
                  <a:cubicBezTo>
                    <a:pt x="4308500" y="633697"/>
                    <a:pt x="4556032" y="634222"/>
                    <a:pt x="4803563" y="634222"/>
                  </a:cubicBezTo>
                  <a:cubicBezTo>
                    <a:pt x="4816884" y="634222"/>
                    <a:pt x="4830204" y="634222"/>
                    <a:pt x="4852375" y="634222"/>
                  </a:cubicBezTo>
                  <a:cubicBezTo>
                    <a:pt x="4768674" y="505000"/>
                    <a:pt x="4687983" y="380427"/>
                    <a:pt x="4605521" y="253872"/>
                  </a:cubicBezTo>
                  <a:cubicBezTo>
                    <a:pt x="4581816" y="214899"/>
                    <a:pt x="4555997" y="179602"/>
                    <a:pt x="4538947" y="140481"/>
                  </a:cubicBezTo>
                  <a:cubicBezTo>
                    <a:pt x="4518396" y="93322"/>
                    <a:pt x="4546136" y="32931"/>
                    <a:pt x="4592336" y="10063"/>
                  </a:cubicBezTo>
                  <a:cubicBezTo>
                    <a:pt x="4604027" y="4276"/>
                    <a:pt x="4616951" y="1086"/>
                    <a:pt x="4630200" y="234"/>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761" name="Group 2760">
            <a:extLst>
              <a:ext uri="{FF2B5EF4-FFF2-40B4-BE49-F238E27FC236}">
                <a16:creationId xmlns:a16="http://schemas.microsoft.com/office/drawing/2014/main" id="{786AD62D-0ED6-BD1C-E2F0-543387315E2D}"/>
              </a:ext>
              <a:ext uri="{C183D7F6-B498-43B3-948B-1728B52AA6E4}">
                <adec:decorative xmlns:adec="http://schemas.microsoft.com/office/drawing/2017/decorative" val="1"/>
              </a:ext>
            </a:extLst>
          </p:cNvPr>
          <p:cNvGrpSpPr>
            <a:grpSpLocks noChangeAspect="1"/>
          </p:cNvGrpSpPr>
          <p:nvPr/>
        </p:nvGrpSpPr>
        <p:grpSpPr>
          <a:xfrm>
            <a:off x="5700280" y="5049527"/>
            <a:ext cx="628619" cy="457200"/>
            <a:chOff x="5700280" y="5049527"/>
            <a:chExt cx="628619" cy="457200"/>
          </a:xfrm>
          <a:solidFill>
            <a:schemeClr val="accent2"/>
          </a:solidFill>
        </p:grpSpPr>
        <p:sp>
          <p:nvSpPr>
            <p:cNvPr id="2481" name="Freeform: Shape 2480">
              <a:extLst>
                <a:ext uri="{FF2B5EF4-FFF2-40B4-BE49-F238E27FC236}">
                  <a16:creationId xmlns:a16="http://schemas.microsoft.com/office/drawing/2014/main" id="{DCFB4986-C958-D138-772B-57636A95AD48}"/>
                </a:ext>
                <a:ext uri="{C183D7F6-B498-43B3-948B-1728B52AA6E4}">
                  <adec:decorative xmlns:adec="http://schemas.microsoft.com/office/drawing/2017/decorative" val="1"/>
                </a:ext>
              </a:extLst>
            </p:cNvPr>
            <p:cNvSpPr/>
            <p:nvPr/>
          </p:nvSpPr>
          <p:spPr>
            <a:xfrm>
              <a:off x="5700280" y="5049527"/>
              <a:ext cx="628619" cy="457200"/>
            </a:xfrm>
            <a:custGeom>
              <a:avLst/>
              <a:gdLst>
                <a:gd name="connsiteX0" fmla="*/ 2347056 w 9429280"/>
                <a:gd name="connsiteY0" fmla="*/ 5670904 h 6857999"/>
                <a:gd name="connsiteX1" fmla="*/ 2350614 w 9429280"/>
                <a:gd name="connsiteY1" fmla="*/ 5897470 h 6857999"/>
                <a:gd name="connsiteX2" fmla="*/ 1724289 w 9429280"/>
                <a:gd name="connsiteY2" fmla="*/ 5900852 h 6857999"/>
                <a:gd name="connsiteX3" fmla="*/ 1724289 w 9429280"/>
                <a:gd name="connsiteY3" fmla="*/ 5671020 h 6857999"/>
                <a:gd name="connsiteX4" fmla="*/ 2347056 w 9429280"/>
                <a:gd name="connsiteY4" fmla="*/ 5670904 h 6857999"/>
                <a:gd name="connsiteX5" fmla="*/ 2726626 w 9429280"/>
                <a:gd name="connsiteY5" fmla="*/ 5670807 h 6857999"/>
                <a:gd name="connsiteX6" fmla="*/ 8501099 w 9429280"/>
                <a:gd name="connsiteY6" fmla="*/ 5671059 h 6857999"/>
                <a:gd name="connsiteX7" fmla="*/ 8565598 w 9429280"/>
                <a:gd name="connsiteY7" fmla="*/ 5671059 h 6857999"/>
                <a:gd name="connsiteX8" fmla="*/ 8565598 w 9429280"/>
                <a:gd name="connsiteY8" fmla="*/ 5900609 h 6857999"/>
                <a:gd name="connsiteX9" fmla="*/ 2731852 w 9429280"/>
                <a:gd name="connsiteY9" fmla="*/ 5897296 h 6857999"/>
                <a:gd name="connsiteX10" fmla="*/ 2726626 w 9429280"/>
                <a:gd name="connsiteY10" fmla="*/ 5670807 h 6857999"/>
                <a:gd name="connsiteX11" fmla="*/ 938980 w 9429280"/>
                <a:gd name="connsiteY11" fmla="*/ 5541610 h 6857999"/>
                <a:gd name="connsiteX12" fmla="*/ 983440 w 9429280"/>
                <a:gd name="connsiteY12" fmla="*/ 5556306 h 6857999"/>
                <a:gd name="connsiteX13" fmla="*/ 1260810 w 9429280"/>
                <a:gd name="connsiteY13" fmla="*/ 5717909 h 6857999"/>
                <a:gd name="connsiteX14" fmla="*/ 1261299 w 9429280"/>
                <a:gd name="connsiteY14" fmla="*/ 5853550 h 6857999"/>
                <a:gd name="connsiteX15" fmla="*/ 983974 w 9429280"/>
                <a:gd name="connsiteY15" fmla="*/ 6015225 h 6857999"/>
                <a:gd name="connsiteX16" fmla="*/ 870264 w 9429280"/>
                <a:gd name="connsiteY16" fmla="*/ 5948382 h 6857999"/>
                <a:gd name="connsiteX17" fmla="*/ 870250 w 9429280"/>
                <a:gd name="connsiteY17" fmla="*/ 5681016 h 6857999"/>
                <a:gd name="connsiteX18" fmla="*/ 870255 w 9429280"/>
                <a:gd name="connsiteY18" fmla="*/ 5623775 h 6857999"/>
                <a:gd name="connsiteX19" fmla="*/ 938980 w 9429280"/>
                <a:gd name="connsiteY19" fmla="*/ 5541610 h 6857999"/>
                <a:gd name="connsiteX20" fmla="*/ 4542498 w 9429280"/>
                <a:gd name="connsiteY20" fmla="*/ 3560517 h 6857999"/>
                <a:gd name="connsiteX21" fmla="*/ 4969917 w 9429280"/>
                <a:gd name="connsiteY21" fmla="*/ 3560517 h 6857999"/>
                <a:gd name="connsiteX22" fmla="*/ 4969917 w 9429280"/>
                <a:gd name="connsiteY22" fmla="*/ 3985007 h 6857999"/>
                <a:gd name="connsiteX23" fmla="*/ 4542498 w 9429280"/>
                <a:gd name="connsiteY23" fmla="*/ 3985007 h 6857999"/>
                <a:gd name="connsiteX24" fmla="*/ 4545359 w 9429280"/>
                <a:gd name="connsiteY24" fmla="*/ 2279153 h 6857999"/>
                <a:gd name="connsiteX25" fmla="*/ 4972836 w 9429280"/>
                <a:gd name="connsiteY25" fmla="*/ 2279153 h 6857999"/>
                <a:gd name="connsiteX26" fmla="*/ 4972836 w 9429280"/>
                <a:gd name="connsiteY26" fmla="*/ 3420689 h 6857999"/>
                <a:gd name="connsiteX27" fmla="*/ 4545359 w 9429280"/>
                <a:gd name="connsiteY27" fmla="*/ 3420689 h 6857999"/>
                <a:gd name="connsiteX28" fmla="*/ 4795400 w 9429280"/>
                <a:gd name="connsiteY28" fmla="*/ 1210902 h 6857999"/>
                <a:gd name="connsiteX29" fmla="*/ 5057331 w 9429280"/>
                <a:gd name="connsiteY29" fmla="*/ 1300410 h 6857999"/>
                <a:gd name="connsiteX30" fmla="*/ 5222955 w 9429280"/>
                <a:gd name="connsiteY30" fmla="*/ 1487417 h 6857999"/>
                <a:gd name="connsiteX31" fmla="*/ 5550877 w 9429280"/>
                <a:gd name="connsiteY31" fmla="*/ 2045539 h 6857999"/>
                <a:gd name="connsiteX32" fmla="*/ 5624841 w 9429280"/>
                <a:gd name="connsiteY32" fmla="*/ 2168707 h 6857999"/>
                <a:gd name="connsiteX33" fmla="*/ 5259331 w 9429280"/>
                <a:gd name="connsiteY33" fmla="*/ 2394873 h 6857999"/>
                <a:gd name="connsiteX34" fmla="*/ 5246753 w 9429280"/>
                <a:gd name="connsiteY34" fmla="*/ 2373607 h 6857999"/>
                <a:gd name="connsiteX35" fmla="*/ 4837856 w 9429280"/>
                <a:gd name="connsiteY35" fmla="*/ 1679700 h 6857999"/>
                <a:gd name="connsiteX36" fmla="*/ 4683607 w 9429280"/>
                <a:gd name="connsiteY36" fmla="*/ 1680495 h 6857999"/>
                <a:gd name="connsiteX37" fmla="*/ 4421706 w 9429280"/>
                <a:gd name="connsiteY37" fmla="*/ 2115332 h 6857999"/>
                <a:gd name="connsiteX38" fmla="*/ 3964719 w 9429280"/>
                <a:gd name="connsiteY38" fmla="*/ 2878160 h 6857999"/>
                <a:gd name="connsiteX39" fmla="*/ 3647309 w 9429280"/>
                <a:gd name="connsiteY39" fmla="*/ 3415374 h 6857999"/>
                <a:gd name="connsiteX40" fmla="*/ 3377301 w 9429280"/>
                <a:gd name="connsiteY40" fmla="*/ 3866900 h 6857999"/>
                <a:gd name="connsiteX41" fmla="*/ 3241836 w 9429280"/>
                <a:gd name="connsiteY41" fmla="*/ 4095190 h 6857999"/>
                <a:gd name="connsiteX42" fmla="*/ 3324663 w 9429280"/>
                <a:gd name="connsiteY42" fmla="*/ 4236279 h 6857999"/>
                <a:gd name="connsiteX43" fmla="*/ 3353329 w 9429280"/>
                <a:gd name="connsiteY43" fmla="*/ 4236580 h 6857999"/>
                <a:gd name="connsiteX44" fmla="*/ 6160048 w 9429280"/>
                <a:gd name="connsiteY44" fmla="*/ 4236299 h 6857999"/>
                <a:gd name="connsiteX45" fmla="*/ 6276447 w 9429280"/>
                <a:gd name="connsiteY45" fmla="*/ 4183127 h 6857999"/>
                <a:gd name="connsiteX46" fmla="*/ 6273266 w 9429280"/>
                <a:gd name="connsiteY46" fmla="*/ 4088121 h 6857999"/>
                <a:gd name="connsiteX47" fmla="*/ 5886897 w 9429280"/>
                <a:gd name="connsiteY47" fmla="*/ 3449034 h 6857999"/>
                <a:gd name="connsiteX48" fmla="*/ 6253008 w 9429280"/>
                <a:gd name="connsiteY48" fmla="*/ 3222500 h 6857999"/>
                <a:gd name="connsiteX49" fmla="*/ 6373849 w 9429280"/>
                <a:gd name="connsiteY49" fmla="*/ 3423646 h 6857999"/>
                <a:gd name="connsiteX50" fmla="*/ 6636982 w 9429280"/>
                <a:gd name="connsiteY50" fmla="*/ 3857581 h 6857999"/>
                <a:gd name="connsiteX51" fmla="*/ 6573725 w 9429280"/>
                <a:gd name="connsiteY51" fmla="*/ 4498278 h 6857999"/>
                <a:gd name="connsiteX52" fmla="*/ 6187327 w 9429280"/>
                <a:gd name="connsiteY52" fmla="*/ 4657909 h 6857999"/>
                <a:gd name="connsiteX53" fmla="*/ 4475557 w 9429280"/>
                <a:gd name="connsiteY53" fmla="*/ 4657366 h 6857999"/>
                <a:gd name="connsiteX54" fmla="*/ 3308885 w 9429280"/>
                <a:gd name="connsiteY54" fmla="*/ 4657870 h 6857999"/>
                <a:gd name="connsiteX55" fmla="*/ 2810209 w 9429280"/>
                <a:gd name="connsiteY55" fmla="*/ 4233525 h 6857999"/>
                <a:gd name="connsiteX56" fmla="*/ 2913536 w 9429280"/>
                <a:gd name="connsiteY56" fmla="*/ 3803973 h 6857999"/>
                <a:gd name="connsiteX57" fmla="*/ 3224390 w 9429280"/>
                <a:gd name="connsiteY57" fmla="*/ 3284758 h 6857999"/>
                <a:gd name="connsiteX58" fmla="*/ 3572018 w 9429280"/>
                <a:gd name="connsiteY58" fmla="*/ 2705873 h 6857999"/>
                <a:gd name="connsiteX59" fmla="*/ 3915369 w 9429280"/>
                <a:gd name="connsiteY59" fmla="*/ 2124603 h 6857999"/>
                <a:gd name="connsiteX60" fmla="*/ 4340189 w 9429280"/>
                <a:gd name="connsiteY60" fmla="*/ 1423821 h 6857999"/>
                <a:gd name="connsiteX61" fmla="*/ 4699153 w 9429280"/>
                <a:gd name="connsiteY61" fmla="*/ 1213239 h 6857999"/>
                <a:gd name="connsiteX62" fmla="*/ 4795400 w 9429280"/>
                <a:gd name="connsiteY62" fmla="*/ 1210902 h 6857999"/>
                <a:gd name="connsiteX63" fmla="*/ 442835 w 9429280"/>
                <a:gd name="connsiteY63" fmla="*/ 442872 h 6857999"/>
                <a:gd name="connsiteX64" fmla="*/ 442835 w 9429280"/>
                <a:gd name="connsiteY64" fmla="*/ 6416984 h 6857999"/>
                <a:gd name="connsiteX65" fmla="*/ 3189315 w 9429280"/>
                <a:gd name="connsiteY65" fmla="*/ 6416984 h 6857999"/>
                <a:gd name="connsiteX66" fmla="*/ 8986442 w 9429280"/>
                <a:gd name="connsiteY66" fmla="*/ 6416984 h 6857999"/>
                <a:gd name="connsiteX67" fmla="*/ 8986442 w 9429280"/>
                <a:gd name="connsiteY67" fmla="*/ 442872 h 6857999"/>
                <a:gd name="connsiteX68" fmla="*/ 442835 w 9429280"/>
                <a:gd name="connsiteY68" fmla="*/ 442872 h 6857999"/>
                <a:gd name="connsiteX69" fmla="*/ 9018032 w 9429280"/>
                <a:gd name="connsiteY69" fmla="*/ 0 h 6857999"/>
                <a:gd name="connsiteX70" fmla="*/ 9419133 w 9429280"/>
                <a:gd name="connsiteY70" fmla="*/ 323351 h 6857999"/>
                <a:gd name="connsiteX71" fmla="*/ 9428879 w 9429280"/>
                <a:gd name="connsiteY71" fmla="*/ 411624 h 6857999"/>
                <a:gd name="connsiteX72" fmla="*/ 9429278 w 9429280"/>
                <a:gd name="connsiteY72" fmla="*/ 4504350 h 6857999"/>
                <a:gd name="connsiteX73" fmla="*/ 9429278 w 9429280"/>
                <a:gd name="connsiteY73" fmla="*/ 6856889 h 6857999"/>
                <a:gd name="connsiteX74" fmla="*/ 9366300 w 9429280"/>
                <a:gd name="connsiteY74" fmla="*/ 6856889 h 6857999"/>
                <a:gd name="connsiteX75" fmla="*/ 411061 w 9429280"/>
                <a:gd name="connsiteY75" fmla="*/ 6857999 h 6857999"/>
                <a:gd name="connsiteX76" fmla="*/ 10003 w 9429280"/>
                <a:gd name="connsiteY76" fmla="*/ 6533894 h 6857999"/>
                <a:gd name="connsiteX77" fmla="*/ 398 w 9429280"/>
                <a:gd name="connsiteY77" fmla="*/ 6445554 h 6857999"/>
                <a:gd name="connsiteX78" fmla="*/ 0 w 9429280"/>
                <a:gd name="connsiteY78" fmla="*/ 67394 h 6857999"/>
                <a:gd name="connsiteX79" fmla="*/ 0 w 9429280"/>
                <a:gd name="connsiteY79" fmla="*/ 99 h 6857999"/>
                <a:gd name="connsiteX80" fmla="*/ 62793 w 9429280"/>
                <a:gd name="connsiteY80" fmla="*/ 99 h 6857999"/>
                <a:gd name="connsiteX81" fmla="*/ 9018032 w 9429280"/>
                <a:gd name="connsiteY81"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429280" h="6857999">
                  <a:moveTo>
                    <a:pt x="2347056" y="5670904"/>
                  </a:moveTo>
                  <a:cubicBezTo>
                    <a:pt x="2315040" y="5744956"/>
                    <a:pt x="2309955" y="5819357"/>
                    <a:pt x="2350614" y="5897470"/>
                  </a:cubicBezTo>
                  <a:cubicBezTo>
                    <a:pt x="2143361" y="5900852"/>
                    <a:pt x="1935280" y="5900852"/>
                    <a:pt x="1724289" y="5900852"/>
                  </a:cubicBezTo>
                  <a:cubicBezTo>
                    <a:pt x="1724289" y="5824182"/>
                    <a:pt x="1724289" y="5750389"/>
                    <a:pt x="1724289" y="5671020"/>
                  </a:cubicBezTo>
                  <a:cubicBezTo>
                    <a:pt x="1930446" y="5671020"/>
                    <a:pt x="2136560" y="5671020"/>
                    <a:pt x="2347056" y="5670904"/>
                  </a:cubicBezTo>
                  <a:close/>
                  <a:moveTo>
                    <a:pt x="2726626" y="5670807"/>
                  </a:moveTo>
                  <a:cubicBezTo>
                    <a:pt x="4651450" y="5670891"/>
                    <a:pt x="6576274" y="5670974"/>
                    <a:pt x="8501099" y="5671059"/>
                  </a:cubicBezTo>
                  <a:cubicBezTo>
                    <a:pt x="8521606" y="5671059"/>
                    <a:pt x="8542112" y="5671059"/>
                    <a:pt x="8565598" y="5671059"/>
                  </a:cubicBezTo>
                  <a:cubicBezTo>
                    <a:pt x="8565598" y="5747400"/>
                    <a:pt x="8565598" y="5821296"/>
                    <a:pt x="8565598" y="5900609"/>
                  </a:cubicBezTo>
                  <a:cubicBezTo>
                    <a:pt x="6622095" y="5900609"/>
                    <a:pt x="4678752" y="5900609"/>
                    <a:pt x="2731852" y="5897296"/>
                  </a:cubicBezTo>
                  <a:cubicBezTo>
                    <a:pt x="2767571" y="5819293"/>
                    <a:pt x="2758380" y="5744967"/>
                    <a:pt x="2726626" y="5670807"/>
                  </a:cubicBezTo>
                  <a:close/>
                  <a:moveTo>
                    <a:pt x="938980" y="5541610"/>
                  </a:moveTo>
                  <a:cubicBezTo>
                    <a:pt x="952560" y="5542605"/>
                    <a:pt x="967566" y="5547371"/>
                    <a:pt x="983440" y="5556306"/>
                  </a:cubicBezTo>
                  <a:cubicBezTo>
                    <a:pt x="1076679" y="5608787"/>
                    <a:pt x="1167186" y="5666154"/>
                    <a:pt x="1260810" y="5717909"/>
                  </a:cubicBezTo>
                  <a:cubicBezTo>
                    <a:pt x="1320178" y="5750726"/>
                    <a:pt x="1319677" y="5821039"/>
                    <a:pt x="1261299" y="5853550"/>
                  </a:cubicBezTo>
                  <a:cubicBezTo>
                    <a:pt x="1167834" y="5905603"/>
                    <a:pt x="1077137" y="5962608"/>
                    <a:pt x="983974" y="6015225"/>
                  </a:cubicBezTo>
                  <a:cubicBezTo>
                    <a:pt x="920559" y="6051042"/>
                    <a:pt x="870310" y="6020249"/>
                    <a:pt x="870264" y="5948382"/>
                  </a:cubicBezTo>
                  <a:cubicBezTo>
                    <a:pt x="870208" y="5860830"/>
                    <a:pt x="870250" y="5773278"/>
                    <a:pt x="870250" y="5681016"/>
                  </a:cubicBezTo>
                  <a:cubicBezTo>
                    <a:pt x="870250" y="5658796"/>
                    <a:pt x="870232" y="5641285"/>
                    <a:pt x="870255" y="5623775"/>
                  </a:cubicBezTo>
                  <a:cubicBezTo>
                    <a:pt x="870321" y="5569590"/>
                    <a:pt x="898238" y="5538627"/>
                    <a:pt x="938980" y="5541610"/>
                  </a:cubicBezTo>
                  <a:close/>
                  <a:moveTo>
                    <a:pt x="4542498" y="3560517"/>
                  </a:moveTo>
                  <a:lnTo>
                    <a:pt x="4969917" y="3560517"/>
                  </a:lnTo>
                  <a:lnTo>
                    <a:pt x="4969917" y="3985007"/>
                  </a:lnTo>
                  <a:lnTo>
                    <a:pt x="4542498" y="3985007"/>
                  </a:lnTo>
                  <a:close/>
                  <a:moveTo>
                    <a:pt x="4545359" y="2279153"/>
                  </a:moveTo>
                  <a:lnTo>
                    <a:pt x="4972836" y="2279153"/>
                  </a:lnTo>
                  <a:lnTo>
                    <a:pt x="4972836" y="3420689"/>
                  </a:lnTo>
                  <a:lnTo>
                    <a:pt x="4545359" y="3420689"/>
                  </a:lnTo>
                  <a:close/>
                  <a:moveTo>
                    <a:pt x="4795400" y="1210902"/>
                  </a:moveTo>
                  <a:cubicBezTo>
                    <a:pt x="4889087" y="1216794"/>
                    <a:pt x="4975421" y="1247185"/>
                    <a:pt x="5057331" y="1300410"/>
                  </a:cubicBezTo>
                  <a:cubicBezTo>
                    <a:pt x="5129801" y="1347501"/>
                    <a:pt x="5179995" y="1414133"/>
                    <a:pt x="5222955" y="1487417"/>
                  </a:cubicBezTo>
                  <a:cubicBezTo>
                    <a:pt x="5332053" y="1673581"/>
                    <a:pt x="5441179" y="1859725"/>
                    <a:pt x="5550877" y="2045539"/>
                  </a:cubicBezTo>
                  <a:lnTo>
                    <a:pt x="5624841" y="2168707"/>
                  </a:lnTo>
                  <a:lnTo>
                    <a:pt x="5259331" y="2394873"/>
                  </a:lnTo>
                  <a:lnTo>
                    <a:pt x="5246753" y="2373607"/>
                  </a:lnTo>
                  <a:cubicBezTo>
                    <a:pt x="5110503" y="2142272"/>
                    <a:pt x="4974698" y="1910685"/>
                    <a:pt x="4837856" y="1679700"/>
                  </a:cubicBezTo>
                  <a:cubicBezTo>
                    <a:pt x="4809452" y="1631765"/>
                    <a:pt x="4727411" y="1609238"/>
                    <a:pt x="4683607" y="1680495"/>
                  </a:cubicBezTo>
                  <a:cubicBezTo>
                    <a:pt x="4594991" y="1824629"/>
                    <a:pt x="4508742" y="1970218"/>
                    <a:pt x="4421706" y="2115332"/>
                  </a:cubicBezTo>
                  <a:cubicBezTo>
                    <a:pt x="4269251" y="2369534"/>
                    <a:pt x="4116496" y="2623560"/>
                    <a:pt x="3964719" y="2878160"/>
                  </a:cubicBezTo>
                  <a:cubicBezTo>
                    <a:pt x="3858211" y="3056817"/>
                    <a:pt x="3753488" y="3236532"/>
                    <a:pt x="3647309" y="3415374"/>
                  </a:cubicBezTo>
                  <a:cubicBezTo>
                    <a:pt x="3557792" y="3566170"/>
                    <a:pt x="3467284" y="3716385"/>
                    <a:pt x="3377301" y="3866900"/>
                  </a:cubicBezTo>
                  <a:cubicBezTo>
                    <a:pt x="3331887" y="3942851"/>
                    <a:pt x="3285233" y="4018104"/>
                    <a:pt x="3241836" y="4095190"/>
                  </a:cubicBezTo>
                  <a:cubicBezTo>
                    <a:pt x="3209388" y="4152852"/>
                    <a:pt x="3254094" y="4226815"/>
                    <a:pt x="3324663" y="4236279"/>
                  </a:cubicBezTo>
                  <a:cubicBezTo>
                    <a:pt x="3334060" y="4237540"/>
                    <a:pt x="3343767" y="4236580"/>
                    <a:pt x="3353329" y="4236580"/>
                  </a:cubicBezTo>
                  <a:cubicBezTo>
                    <a:pt x="4288898" y="4236580"/>
                    <a:pt x="5224478" y="4236677"/>
                    <a:pt x="6160048" y="4236299"/>
                  </a:cubicBezTo>
                  <a:cubicBezTo>
                    <a:pt x="6205917" y="4236279"/>
                    <a:pt x="6248411" y="4229472"/>
                    <a:pt x="6276447" y="4183127"/>
                  </a:cubicBezTo>
                  <a:cubicBezTo>
                    <a:pt x="6297646" y="4148051"/>
                    <a:pt x="6292438" y="4119754"/>
                    <a:pt x="6273266" y="4088121"/>
                  </a:cubicBezTo>
                  <a:lnTo>
                    <a:pt x="5886897" y="3449034"/>
                  </a:lnTo>
                  <a:lnTo>
                    <a:pt x="6253008" y="3222500"/>
                  </a:lnTo>
                  <a:lnTo>
                    <a:pt x="6373849" y="3423646"/>
                  </a:lnTo>
                  <a:cubicBezTo>
                    <a:pt x="6461137" y="3568565"/>
                    <a:pt x="6545224" y="3715551"/>
                    <a:pt x="6636982" y="3857581"/>
                  </a:cubicBezTo>
                  <a:cubicBezTo>
                    <a:pt x="6755893" y="4041621"/>
                    <a:pt x="6738118" y="4338191"/>
                    <a:pt x="6573725" y="4498278"/>
                  </a:cubicBezTo>
                  <a:cubicBezTo>
                    <a:pt x="6463871" y="4605251"/>
                    <a:pt x="6339646" y="4658277"/>
                    <a:pt x="6187327" y="4657909"/>
                  </a:cubicBezTo>
                  <a:cubicBezTo>
                    <a:pt x="5618333" y="4656532"/>
                    <a:pt x="5049340" y="4657366"/>
                    <a:pt x="4475557" y="4657366"/>
                  </a:cubicBezTo>
                  <a:cubicBezTo>
                    <a:pt x="4083475" y="4657366"/>
                    <a:pt x="3696175" y="4655989"/>
                    <a:pt x="3308885" y="4657870"/>
                  </a:cubicBezTo>
                  <a:cubicBezTo>
                    <a:pt x="3069443" y="4659024"/>
                    <a:pt x="2852994" y="4474490"/>
                    <a:pt x="2810209" y="4233525"/>
                  </a:cubicBezTo>
                  <a:cubicBezTo>
                    <a:pt x="2781650" y="4072750"/>
                    <a:pt x="2832251" y="3936626"/>
                    <a:pt x="2913536" y="3803973"/>
                  </a:cubicBezTo>
                  <a:cubicBezTo>
                    <a:pt x="3018938" y="3631997"/>
                    <a:pt x="3120685" y="3457781"/>
                    <a:pt x="3224390" y="3284758"/>
                  </a:cubicBezTo>
                  <a:cubicBezTo>
                    <a:pt x="3340101" y="3091700"/>
                    <a:pt x="3456879" y="2899271"/>
                    <a:pt x="3572018" y="2705873"/>
                  </a:cubicBezTo>
                  <a:cubicBezTo>
                    <a:pt x="3687147" y="2512514"/>
                    <a:pt x="3799929" y="2317759"/>
                    <a:pt x="3915369" y="2124603"/>
                  </a:cubicBezTo>
                  <a:cubicBezTo>
                    <a:pt x="4055517" y="1890117"/>
                    <a:pt x="4193077" y="1653904"/>
                    <a:pt x="4340189" y="1423821"/>
                  </a:cubicBezTo>
                  <a:cubicBezTo>
                    <a:pt x="4421309" y="1296957"/>
                    <a:pt x="4545631" y="1229734"/>
                    <a:pt x="4699153" y="1213239"/>
                  </a:cubicBezTo>
                  <a:cubicBezTo>
                    <a:pt x="4732124" y="1209697"/>
                    <a:pt x="4764171" y="1208938"/>
                    <a:pt x="4795400" y="1210902"/>
                  </a:cubicBezTo>
                  <a:close/>
                  <a:moveTo>
                    <a:pt x="442835" y="442872"/>
                  </a:moveTo>
                  <a:cubicBezTo>
                    <a:pt x="442835" y="2435273"/>
                    <a:pt x="442835" y="4424804"/>
                    <a:pt x="442835" y="6416984"/>
                  </a:cubicBezTo>
                  <a:cubicBezTo>
                    <a:pt x="1357091" y="6416984"/>
                    <a:pt x="2268422" y="6416984"/>
                    <a:pt x="3189315" y="6416984"/>
                  </a:cubicBezTo>
                  <a:cubicBezTo>
                    <a:pt x="5121745" y="6416984"/>
                    <a:pt x="7054176" y="6416984"/>
                    <a:pt x="8986442" y="6416984"/>
                  </a:cubicBezTo>
                  <a:cubicBezTo>
                    <a:pt x="8986442" y="4421713"/>
                    <a:pt x="8986442" y="2432183"/>
                    <a:pt x="8986442" y="442872"/>
                  </a:cubicBezTo>
                  <a:cubicBezTo>
                    <a:pt x="6136566" y="442872"/>
                    <a:pt x="3289621" y="442872"/>
                    <a:pt x="442835" y="442872"/>
                  </a:cubicBezTo>
                  <a:close/>
                  <a:moveTo>
                    <a:pt x="9018032" y="0"/>
                  </a:moveTo>
                  <a:cubicBezTo>
                    <a:pt x="9212455" y="-9"/>
                    <a:pt x="9372874" y="140212"/>
                    <a:pt x="9419133" y="323351"/>
                  </a:cubicBezTo>
                  <a:cubicBezTo>
                    <a:pt x="9426322" y="351813"/>
                    <a:pt x="9428869" y="382151"/>
                    <a:pt x="9428879" y="411624"/>
                  </a:cubicBezTo>
                  <a:cubicBezTo>
                    <a:pt x="9429339" y="1774271"/>
                    <a:pt x="9429278" y="3136920"/>
                    <a:pt x="9429278" y="4504350"/>
                  </a:cubicBezTo>
                  <a:cubicBezTo>
                    <a:pt x="9429278" y="5289813"/>
                    <a:pt x="9429278" y="6070494"/>
                    <a:pt x="9429278" y="6856889"/>
                  </a:cubicBezTo>
                  <a:cubicBezTo>
                    <a:pt x="9406493" y="6856889"/>
                    <a:pt x="9386396" y="6856889"/>
                    <a:pt x="9366300" y="6856889"/>
                  </a:cubicBezTo>
                  <a:cubicBezTo>
                    <a:pt x="6381222" y="6856889"/>
                    <a:pt x="3396141" y="6856445"/>
                    <a:pt x="411061" y="6857999"/>
                  </a:cubicBezTo>
                  <a:cubicBezTo>
                    <a:pt x="233105" y="6858093"/>
                    <a:pt x="49093" y="6717638"/>
                    <a:pt x="10003" y="6533894"/>
                  </a:cubicBezTo>
                  <a:cubicBezTo>
                    <a:pt x="3866" y="6505043"/>
                    <a:pt x="404" y="6475030"/>
                    <a:pt x="398" y="6445554"/>
                  </a:cubicBezTo>
                  <a:cubicBezTo>
                    <a:pt x="-39" y="4319499"/>
                    <a:pt x="0" y="2193446"/>
                    <a:pt x="0" y="67394"/>
                  </a:cubicBezTo>
                  <a:cubicBezTo>
                    <a:pt x="0" y="46903"/>
                    <a:pt x="0" y="26412"/>
                    <a:pt x="0" y="99"/>
                  </a:cubicBezTo>
                  <a:cubicBezTo>
                    <a:pt x="22636" y="99"/>
                    <a:pt x="42715" y="99"/>
                    <a:pt x="62793" y="99"/>
                  </a:cubicBezTo>
                  <a:cubicBezTo>
                    <a:pt x="3047873" y="99"/>
                    <a:pt x="6032954" y="141"/>
                    <a:pt x="9018032" y="0"/>
                  </a:cubicBezTo>
                  <a:close/>
                </a:path>
              </a:pathLst>
            </a:custGeom>
            <a:grpFill/>
            <a:ln w="6350" cap="flat">
              <a:noFill/>
              <a:prstDash val="solid"/>
              <a:miter/>
            </a:ln>
          </p:spPr>
          <p:txBody>
            <a:bodyPr wrap="square" rtlCol="0" anchor="ctr">
              <a:noAutofit/>
            </a:bodyPr>
            <a:lstStyle/>
            <a:p>
              <a:endParaRPr lang="en-US" dirty="0"/>
            </a:p>
          </p:txBody>
        </p:sp>
        <p:sp>
          <p:nvSpPr>
            <p:cNvPr id="2482" name="Freeform: Shape 2481">
              <a:extLst>
                <a:ext uri="{FF2B5EF4-FFF2-40B4-BE49-F238E27FC236}">
                  <a16:creationId xmlns:a16="http://schemas.microsoft.com/office/drawing/2014/main" id="{D2807C60-2ED9-EA7E-8576-A80BE016B622}"/>
                </a:ext>
                <a:ext uri="{C183D7F6-B498-43B3-948B-1728B52AA6E4}">
                  <adec:decorative xmlns:adec="http://schemas.microsoft.com/office/drawing/2017/decorative" val="1"/>
                </a:ext>
              </a:extLst>
            </p:cNvPr>
            <p:cNvSpPr/>
            <p:nvPr/>
          </p:nvSpPr>
          <p:spPr>
            <a:xfrm>
              <a:off x="5855098" y="5207173"/>
              <a:ext cx="258541" cy="242810"/>
            </a:xfrm>
            <a:custGeom>
              <a:avLst/>
              <a:gdLst>
                <a:gd name="connsiteX0" fmla="*/ 215892 w 3878112"/>
                <a:gd name="connsiteY0" fmla="*/ 3200934 h 3642152"/>
                <a:gd name="connsiteX1" fmla="*/ 431784 w 3878112"/>
                <a:gd name="connsiteY1" fmla="*/ 3421543 h 3642152"/>
                <a:gd name="connsiteX2" fmla="*/ 215892 w 3878112"/>
                <a:gd name="connsiteY2" fmla="*/ 3642152 h 3642152"/>
                <a:gd name="connsiteX3" fmla="*/ 0 w 3878112"/>
                <a:gd name="connsiteY3" fmla="*/ 3421543 h 3642152"/>
                <a:gd name="connsiteX4" fmla="*/ 215892 w 3878112"/>
                <a:gd name="connsiteY4" fmla="*/ 3200934 h 3642152"/>
                <a:gd name="connsiteX5" fmla="*/ 3538958 w 3878112"/>
                <a:gd name="connsiteY5" fmla="*/ 0 h 3642152"/>
                <a:gd name="connsiteX6" fmla="*/ 3878112 w 3878112"/>
                <a:gd name="connsiteY6" fmla="*/ 548112 h 3642152"/>
                <a:gd name="connsiteX7" fmla="*/ 3330000 w 3878112"/>
                <a:gd name="connsiteY7" fmla="*/ 887266 h 3642152"/>
                <a:gd name="connsiteX8" fmla="*/ 2990846 w 3878112"/>
                <a:gd name="connsiteY8" fmla="*/ 339154 h 364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8112" h="3642152">
                  <a:moveTo>
                    <a:pt x="215892" y="3200934"/>
                  </a:moveTo>
                  <a:cubicBezTo>
                    <a:pt x="335126" y="3200934"/>
                    <a:pt x="431784" y="3299704"/>
                    <a:pt x="431784" y="3421543"/>
                  </a:cubicBezTo>
                  <a:cubicBezTo>
                    <a:pt x="431784" y="3543382"/>
                    <a:pt x="335126" y="3642152"/>
                    <a:pt x="215892" y="3642152"/>
                  </a:cubicBezTo>
                  <a:cubicBezTo>
                    <a:pt x="96658" y="3642152"/>
                    <a:pt x="0" y="3543382"/>
                    <a:pt x="0" y="3421543"/>
                  </a:cubicBezTo>
                  <a:cubicBezTo>
                    <a:pt x="0" y="3299704"/>
                    <a:pt x="96658" y="3200934"/>
                    <a:pt x="215892" y="3200934"/>
                  </a:cubicBezTo>
                  <a:close/>
                  <a:moveTo>
                    <a:pt x="3538958" y="0"/>
                  </a:moveTo>
                  <a:lnTo>
                    <a:pt x="3878112" y="548112"/>
                  </a:lnTo>
                  <a:lnTo>
                    <a:pt x="3330000" y="887266"/>
                  </a:lnTo>
                  <a:lnTo>
                    <a:pt x="2990846" y="339154"/>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60" name="Group 2759">
            <a:extLst>
              <a:ext uri="{FF2B5EF4-FFF2-40B4-BE49-F238E27FC236}">
                <a16:creationId xmlns:a16="http://schemas.microsoft.com/office/drawing/2014/main" id="{10E35809-8D03-D5E0-0026-14E10B6974A8}"/>
              </a:ext>
              <a:ext uri="{C183D7F6-B498-43B3-948B-1728B52AA6E4}">
                <adec:decorative xmlns:adec="http://schemas.microsoft.com/office/drawing/2017/decorative" val="1"/>
              </a:ext>
            </a:extLst>
          </p:cNvPr>
          <p:cNvGrpSpPr>
            <a:grpSpLocks noChangeAspect="1"/>
          </p:cNvGrpSpPr>
          <p:nvPr/>
        </p:nvGrpSpPr>
        <p:grpSpPr>
          <a:xfrm>
            <a:off x="6453964" y="5049527"/>
            <a:ext cx="457472" cy="457200"/>
            <a:chOff x="6453964" y="5049527"/>
            <a:chExt cx="457472" cy="457200"/>
          </a:xfrm>
          <a:solidFill>
            <a:schemeClr val="accent2"/>
          </a:solidFill>
        </p:grpSpPr>
        <p:sp>
          <p:nvSpPr>
            <p:cNvPr id="2505" name="Freeform: Shape 2504">
              <a:extLst>
                <a:ext uri="{FF2B5EF4-FFF2-40B4-BE49-F238E27FC236}">
                  <a16:creationId xmlns:a16="http://schemas.microsoft.com/office/drawing/2014/main" id="{B2D78F07-4A38-3B18-E455-ED83FCAD7395}"/>
                </a:ext>
                <a:ext uri="{C183D7F6-B498-43B3-948B-1728B52AA6E4}">
                  <adec:decorative xmlns:adec="http://schemas.microsoft.com/office/drawing/2017/decorative" val="1"/>
                </a:ext>
              </a:extLst>
            </p:cNvPr>
            <p:cNvSpPr/>
            <p:nvPr/>
          </p:nvSpPr>
          <p:spPr>
            <a:xfrm>
              <a:off x="6453964" y="5049527"/>
              <a:ext cx="410023" cy="410195"/>
            </a:xfrm>
            <a:custGeom>
              <a:avLst/>
              <a:gdLst>
                <a:gd name="connsiteX0" fmla="*/ 3077767 w 6150337"/>
                <a:gd name="connsiteY0" fmla="*/ 4380040 h 6152920"/>
                <a:gd name="connsiteX1" fmla="*/ 3237959 w 6150337"/>
                <a:gd name="connsiteY1" fmla="*/ 4539333 h 6152920"/>
                <a:gd name="connsiteX2" fmla="*/ 3077767 w 6150337"/>
                <a:gd name="connsiteY2" fmla="*/ 4698626 h 6152920"/>
                <a:gd name="connsiteX3" fmla="*/ 2917575 w 6150337"/>
                <a:gd name="connsiteY3" fmla="*/ 4539333 h 6152920"/>
                <a:gd name="connsiteX4" fmla="*/ 3077767 w 6150337"/>
                <a:gd name="connsiteY4" fmla="*/ 4380040 h 6152920"/>
                <a:gd name="connsiteX5" fmla="*/ 2045455 w 6150337"/>
                <a:gd name="connsiteY5" fmla="*/ 3950217 h 6152920"/>
                <a:gd name="connsiteX6" fmla="*/ 2205423 w 6150337"/>
                <a:gd name="connsiteY6" fmla="*/ 4110692 h 6152920"/>
                <a:gd name="connsiteX7" fmla="*/ 2045455 w 6150337"/>
                <a:gd name="connsiteY7" fmla="*/ 4271167 h 6152920"/>
                <a:gd name="connsiteX8" fmla="*/ 1885487 w 6150337"/>
                <a:gd name="connsiteY8" fmla="*/ 4110692 h 6152920"/>
                <a:gd name="connsiteX9" fmla="*/ 2045455 w 6150337"/>
                <a:gd name="connsiteY9" fmla="*/ 3950217 h 6152920"/>
                <a:gd name="connsiteX10" fmla="*/ 4539875 w 6150337"/>
                <a:gd name="connsiteY10" fmla="*/ 2918366 h 6152920"/>
                <a:gd name="connsiteX11" fmla="*/ 4700021 w 6150337"/>
                <a:gd name="connsiteY11" fmla="*/ 3078195 h 6152920"/>
                <a:gd name="connsiteX12" fmla="*/ 4539875 w 6150337"/>
                <a:gd name="connsiteY12" fmla="*/ 3238024 h 6152920"/>
                <a:gd name="connsiteX13" fmla="*/ 4379729 w 6150337"/>
                <a:gd name="connsiteY13" fmla="*/ 3078195 h 6152920"/>
                <a:gd name="connsiteX14" fmla="*/ 4539875 w 6150337"/>
                <a:gd name="connsiteY14" fmla="*/ 2918366 h 6152920"/>
                <a:gd name="connsiteX15" fmla="*/ 1617511 w 6150337"/>
                <a:gd name="connsiteY15" fmla="*/ 2916673 h 6152920"/>
                <a:gd name="connsiteX16" fmla="*/ 1777853 w 6150337"/>
                <a:gd name="connsiteY16" fmla="*/ 3074586 h 6152920"/>
                <a:gd name="connsiteX17" fmla="*/ 1617511 w 6150337"/>
                <a:gd name="connsiteY17" fmla="*/ 3232499 h 6152920"/>
                <a:gd name="connsiteX18" fmla="*/ 1457169 w 6150337"/>
                <a:gd name="connsiteY18" fmla="*/ 3074586 h 6152920"/>
                <a:gd name="connsiteX19" fmla="*/ 1617511 w 6150337"/>
                <a:gd name="connsiteY19" fmla="*/ 2916673 h 6152920"/>
                <a:gd name="connsiteX20" fmla="*/ 4110697 w 6150337"/>
                <a:gd name="connsiteY20" fmla="*/ 1887870 h 6152920"/>
                <a:gd name="connsiteX21" fmla="*/ 4269826 w 6150337"/>
                <a:gd name="connsiteY21" fmla="*/ 2046158 h 6152920"/>
                <a:gd name="connsiteX22" fmla="*/ 4110697 w 6150337"/>
                <a:gd name="connsiteY22" fmla="*/ 2204445 h 6152920"/>
                <a:gd name="connsiteX23" fmla="*/ 3951568 w 6150337"/>
                <a:gd name="connsiteY23" fmla="*/ 2046158 h 6152920"/>
                <a:gd name="connsiteX24" fmla="*/ 4110697 w 6150337"/>
                <a:gd name="connsiteY24" fmla="*/ 1887870 h 6152920"/>
                <a:gd name="connsiteX25" fmla="*/ 2045246 w 6150337"/>
                <a:gd name="connsiteY25" fmla="*/ 1887729 h 6152920"/>
                <a:gd name="connsiteX26" fmla="*/ 2203481 w 6150337"/>
                <a:gd name="connsiteY26" fmla="*/ 2046287 h 6152920"/>
                <a:gd name="connsiteX27" fmla="*/ 2045246 w 6150337"/>
                <a:gd name="connsiteY27" fmla="*/ 2204845 h 6152920"/>
                <a:gd name="connsiteX28" fmla="*/ 1887011 w 6150337"/>
                <a:gd name="connsiteY28" fmla="*/ 2046287 h 6152920"/>
                <a:gd name="connsiteX29" fmla="*/ 2045246 w 6150337"/>
                <a:gd name="connsiteY29" fmla="*/ 1887729 h 6152920"/>
                <a:gd name="connsiteX30" fmla="*/ 3034786 w 6150337"/>
                <a:gd name="connsiteY30" fmla="*/ 1838321 h 6152920"/>
                <a:gd name="connsiteX31" fmla="*/ 3151592 w 6150337"/>
                <a:gd name="connsiteY31" fmla="*/ 1841079 h 6152920"/>
                <a:gd name="connsiteX32" fmla="*/ 3174863 w 6150337"/>
                <a:gd name="connsiteY32" fmla="*/ 1841319 h 6152920"/>
                <a:gd name="connsiteX33" fmla="*/ 3178549 w 6150337"/>
                <a:gd name="connsiteY33" fmla="*/ 1841714 h 6152920"/>
                <a:gd name="connsiteX34" fmla="*/ 3190442 w 6150337"/>
                <a:gd name="connsiteY34" fmla="*/ 1841995 h 6152920"/>
                <a:gd name="connsiteX35" fmla="*/ 3580219 w 6150337"/>
                <a:gd name="connsiteY35" fmla="*/ 1941768 h 6152920"/>
                <a:gd name="connsiteX36" fmla="*/ 3662448 w 6150337"/>
                <a:gd name="connsiteY36" fmla="*/ 1983419 h 6152920"/>
                <a:gd name="connsiteX37" fmla="*/ 3679075 w 6150337"/>
                <a:gd name="connsiteY37" fmla="*/ 1991302 h 6152920"/>
                <a:gd name="connsiteX38" fmla="*/ 3683520 w 6150337"/>
                <a:gd name="connsiteY38" fmla="*/ 1994092 h 6152920"/>
                <a:gd name="connsiteX39" fmla="*/ 3717366 w 6150337"/>
                <a:gd name="connsiteY39" fmla="*/ 2011235 h 6152920"/>
                <a:gd name="connsiteX40" fmla="*/ 3774050 w 6150337"/>
                <a:gd name="connsiteY40" fmla="*/ 2050901 h 6152920"/>
                <a:gd name="connsiteX41" fmla="*/ 3800718 w 6150337"/>
                <a:gd name="connsiteY41" fmla="*/ 2067635 h 6152920"/>
                <a:gd name="connsiteX42" fmla="*/ 3818990 w 6150337"/>
                <a:gd name="connsiteY42" fmla="*/ 2082349 h 6152920"/>
                <a:gd name="connsiteX43" fmla="*/ 3842368 w 6150337"/>
                <a:gd name="connsiteY43" fmla="*/ 2098708 h 6152920"/>
                <a:gd name="connsiteX44" fmla="*/ 3866657 w 6150337"/>
                <a:gd name="connsiteY44" fmla="*/ 2120732 h 6152920"/>
                <a:gd name="connsiteX45" fmla="*/ 3912396 w 6150337"/>
                <a:gd name="connsiteY45" fmla="*/ 2157562 h 6152920"/>
                <a:gd name="connsiteX46" fmla="*/ 4014218 w 6150337"/>
                <a:gd name="connsiteY46" fmla="*/ 2260796 h 6152920"/>
                <a:gd name="connsiteX47" fmla="*/ 4043920 w 6150337"/>
                <a:gd name="connsiteY47" fmla="*/ 2298748 h 6152920"/>
                <a:gd name="connsiteX48" fmla="*/ 4051239 w 6150337"/>
                <a:gd name="connsiteY48" fmla="*/ 2306757 h 6152920"/>
                <a:gd name="connsiteX49" fmla="*/ 4070074 w 6150337"/>
                <a:gd name="connsiteY49" fmla="*/ 2332168 h 6152920"/>
                <a:gd name="connsiteX50" fmla="*/ 4104466 w 6150337"/>
                <a:gd name="connsiteY50" fmla="*/ 2376112 h 6152920"/>
                <a:gd name="connsiteX51" fmla="*/ 4112510 w 6150337"/>
                <a:gd name="connsiteY51" fmla="*/ 2389415 h 6152920"/>
                <a:gd name="connsiteX52" fmla="*/ 4122659 w 6150337"/>
                <a:gd name="connsiteY52" fmla="*/ 2403107 h 6152920"/>
                <a:gd name="connsiteX53" fmla="*/ 4232042 w 6150337"/>
                <a:gd name="connsiteY53" fmla="*/ 2614516 h 6152920"/>
                <a:gd name="connsiteX54" fmla="*/ 4234713 w 6150337"/>
                <a:gd name="connsiteY54" fmla="*/ 2622754 h 6152920"/>
                <a:gd name="connsiteX55" fmla="*/ 4238890 w 6150337"/>
                <a:gd name="connsiteY55" fmla="*/ 2632013 h 6152920"/>
                <a:gd name="connsiteX56" fmla="*/ 4283189 w 6150337"/>
                <a:gd name="connsiteY56" fmla="*/ 2772002 h 6152920"/>
                <a:gd name="connsiteX57" fmla="*/ 4311800 w 6150337"/>
                <a:gd name="connsiteY57" fmla="*/ 2922809 h 6152920"/>
                <a:gd name="connsiteX58" fmla="*/ 4316051 w 6150337"/>
                <a:gd name="connsiteY58" fmla="*/ 3031930 h 6152920"/>
                <a:gd name="connsiteX59" fmla="*/ 4317989 w 6150337"/>
                <a:gd name="connsiteY59" fmla="*/ 3059037 h 6152920"/>
                <a:gd name="connsiteX60" fmla="*/ 4317752 w 6150337"/>
                <a:gd name="connsiteY60" fmla="*/ 3075562 h 6152920"/>
                <a:gd name="connsiteX61" fmla="*/ 4317878 w 6150337"/>
                <a:gd name="connsiteY61" fmla="*/ 3078811 h 6152920"/>
                <a:gd name="connsiteX62" fmla="*/ 4317586 w 6150337"/>
                <a:gd name="connsiteY62" fmla="*/ 3086998 h 6152920"/>
                <a:gd name="connsiteX63" fmla="*/ 4316281 w 6150337"/>
                <a:gd name="connsiteY63" fmla="*/ 3177554 h 6152920"/>
                <a:gd name="connsiteX64" fmla="*/ 4313757 w 6150337"/>
                <a:gd name="connsiteY64" fmla="*/ 3194558 h 6152920"/>
                <a:gd name="connsiteX65" fmla="*/ 4312554 w 6150337"/>
                <a:gd name="connsiteY65" fmla="*/ 3228384 h 6152920"/>
                <a:gd name="connsiteX66" fmla="*/ 4287666 w 6150337"/>
                <a:gd name="connsiteY66" fmla="*/ 3372450 h 6152920"/>
                <a:gd name="connsiteX67" fmla="*/ 4275667 w 6150337"/>
                <a:gd name="connsiteY67" fmla="*/ 3411430 h 6152920"/>
                <a:gd name="connsiteX68" fmla="*/ 4262090 w 6150337"/>
                <a:gd name="connsiteY68" fmla="*/ 3459551 h 6152920"/>
                <a:gd name="connsiteX69" fmla="*/ 4256014 w 6150337"/>
                <a:gd name="connsiteY69" fmla="*/ 3475272 h 6152920"/>
                <a:gd name="connsiteX70" fmla="*/ 4244840 w 6150337"/>
                <a:gd name="connsiteY70" fmla="*/ 3511570 h 6152920"/>
                <a:gd name="connsiteX71" fmla="*/ 4185699 w 6150337"/>
                <a:gd name="connsiteY71" fmla="*/ 3646310 h 6152920"/>
                <a:gd name="connsiteX72" fmla="*/ 4142488 w 6150337"/>
                <a:gd name="connsiteY72" fmla="*/ 3717902 h 6152920"/>
                <a:gd name="connsiteX73" fmla="*/ 3943066 w 6150337"/>
                <a:gd name="connsiteY73" fmla="*/ 3717902 h 6152920"/>
                <a:gd name="connsiteX74" fmla="*/ 3989423 w 6150337"/>
                <a:gd name="connsiteY74" fmla="*/ 3650852 h 6152920"/>
                <a:gd name="connsiteX75" fmla="*/ 4157524 w 6150337"/>
                <a:gd name="connsiteY75" fmla="*/ 3129943 h 6152920"/>
                <a:gd name="connsiteX76" fmla="*/ 4154139 w 6150337"/>
                <a:gd name="connsiteY76" fmla="*/ 2995064 h 6152920"/>
                <a:gd name="connsiteX77" fmla="*/ 4153798 w 6150337"/>
                <a:gd name="connsiteY77" fmla="*/ 2990935 h 6152920"/>
                <a:gd name="connsiteX78" fmla="*/ 4131617 w 6150337"/>
                <a:gd name="connsiteY78" fmla="*/ 2852478 h 6152920"/>
                <a:gd name="connsiteX79" fmla="*/ 4107345 w 6150337"/>
                <a:gd name="connsiteY79" fmla="*/ 2769485 h 6152920"/>
                <a:gd name="connsiteX80" fmla="*/ 4087254 w 6150337"/>
                <a:gd name="connsiteY80" fmla="*/ 2703883 h 6152920"/>
                <a:gd name="connsiteX81" fmla="*/ 4032505 w 6150337"/>
                <a:gd name="connsiteY81" fmla="*/ 2585205 h 6152920"/>
                <a:gd name="connsiteX82" fmla="*/ 3999775 w 6150337"/>
                <a:gd name="connsiteY82" fmla="*/ 2519494 h 6152920"/>
                <a:gd name="connsiteX83" fmla="*/ 3986297 w 6150337"/>
                <a:gd name="connsiteY83" fmla="*/ 2500587 h 6152920"/>
                <a:gd name="connsiteX84" fmla="*/ 3895576 w 6150337"/>
                <a:gd name="connsiteY84" fmla="*/ 2375230 h 6152920"/>
                <a:gd name="connsiteX85" fmla="*/ 3749822 w 6150337"/>
                <a:gd name="connsiteY85" fmla="*/ 2235900 h 6152920"/>
                <a:gd name="connsiteX86" fmla="*/ 3599034 w 6150337"/>
                <a:gd name="connsiteY86" fmla="*/ 2137012 h 6152920"/>
                <a:gd name="connsiteX87" fmla="*/ 3582567 w 6150337"/>
                <a:gd name="connsiteY87" fmla="*/ 2127461 h 6152920"/>
                <a:gd name="connsiteX88" fmla="*/ 3557355 w 6150337"/>
                <a:gd name="connsiteY88" fmla="*/ 2115228 h 6152920"/>
                <a:gd name="connsiteX89" fmla="*/ 3484282 w 6150337"/>
                <a:gd name="connsiteY89" fmla="*/ 2081547 h 6152920"/>
                <a:gd name="connsiteX90" fmla="*/ 3078294 w 6150337"/>
                <a:gd name="connsiteY90" fmla="*/ 2001870 h 6152920"/>
                <a:gd name="connsiteX91" fmla="*/ 2548599 w 6150337"/>
                <a:gd name="connsiteY91" fmla="*/ 2142257 h 6152920"/>
                <a:gd name="connsiteX92" fmla="*/ 2450877 w 6150337"/>
                <a:gd name="connsiteY92" fmla="*/ 2204088 h 6152920"/>
                <a:gd name="connsiteX93" fmla="*/ 2444504 w 6150337"/>
                <a:gd name="connsiteY93" fmla="*/ 2208462 h 6152920"/>
                <a:gd name="connsiteX94" fmla="*/ 2379787 w 6150337"/>
                <a:gd name="connsiteY94" fmla="*/ 2259260 h 6152920"/>
                <a:gd name="connsiteX95" fmla="*/ 2287599 w 6150337"/>
                <a:gd name="connsiteY95" fmla="*/ 2346446 h 6152920"/>
                <a:gd name="connsiteX96" fmla="*/ 2234931 w 6150337"/>
                <a:gd name="connsiteY96" fmla="*/ 2410765 h 6152920"/>
                <a:gd name="connsiteX97" fmla="*/ 2168497 w 6150337"/>
                <a:gd name="connsiteY97" fmla="*/ 2506852 h 6152920"/>
                <a:gd name="connsiteX98" fmla="*/ 2000397 w 6150337"/>
                <a:gd name="connsiteY98" fmla="*/ 3027761 h 6152920"/>
                <a:gd name="connsiteX99" fmla="*/ 2003783 w 6150337"/>
                <a:gd name="connsiteY99" fmla="*/ 3162640 h 6152920"/>
                <a:gd name="connsiteX100" fmla="*/ 2004123 w 6150337"/>
                <a:gd name="connsiteY100" fmla="*/ 3166768 h 6152920"/>
                <a:gd name="connsiteX101" fmla="*/ 2026303 w 6150337"/>
                <a:gd name="connsiteY101" fmla="*/ 3305226 h 6152920"/>
                <a:gd name="connsiteX102" fmla="*/ 2050576 w 6150337"/>
                <a:gd name="connsiteY102" fmla="*/ 3388220 h 6152920"/>
                <a:gd name="connsiteX103" fmla="*/ 2070667 w 6150337"/>
                <a:gd name="connsiteY103" fmla="*/ 3453821 h 6152920"/>
                <a:gd name="connsiteX104" fmla="*/ 2125416 w 6150337"/>
                <a:gd name="connsiteY104" fmla="*/ 3572499 h 6152920"/>
                <a:gd name="connsiteX105" fmla="*/ 2158147 w 6150337"/>
                <a:gd name="connsiteY105" fmla="*/ 3638210 h 6152920"/>
                <a:gd name="connsiteX106" fmla="*/ 2171627 w 6150337"/>
                <a:gd name="connsiteY106" fmla="*/ 3657120 h 6152920"/>
                <a:gd name="connsiteX107" fmla="*/ 2262345 w 6150337"/>
                <a:gd name="connsiteY107" fmla="*/ 3782475 h 6152920"/>
                <a:gd name="connsiteX108" fmla="*/ 2408098 w 6150337"/>
                <a:gd name="connsiteY108" fmla="*/ 3921805 h 6152920"/>
                <a:gd name="connsiteX109" fmla="*/ 2558886 w 6150337"/>
                <a:gd name="connsiteY109" fmla="*/ 4020693 h 6152920"/>
                <a:gd name="connsiteX110" fmla="*/ 2575354 w 6150337"/>
                <a:gd name="connsiteY110" fmla="*/ 4030244 h 6152920"/>
                <a:gd name="connsiteX111" fmla="*/ 2600565 w 6150337"/>
                <a:gd name="connsiteY111" fmla="*/ 4042475 h 6152920"/>
                <a:gd name="connsiteX112" fmla="*/ 2673638 w 6150337"/>
                <a:gd name="connsiteY112" fmla="*/ 4076158 h 6152920"/>
                <a:gd name="connsiteX113" fmla="*/ 3609321 w 6150337"/>
                <a:gd name="connsiteY113" fmla="*/ 4015447 h 6152920"/>
                <a:gd name="connsiteX114" fmla="*/ 3707044 w 6150337"/>
                <a:gd name="connsiteY114" fmla="*/ 3953616 h 6152920"/>
                <a:gd name="connsiteX115" fmla="*/ 3713415 w 6150337"/>
                <a:gd name="connsiteY115" fmla="*/ 3949242 h 6152920"/>
                <a:gd name="connsiteX116" fmla="*/ 3766005 w 6150337"/>
                <a:gd name="connsiteY116" fmla="*/ 3907963 h 6152920"/>
                <a:gd name="connsiteX117" fmla="*/ 3766005 w 6150337"/>
                <a:gd name="connsiteY117" fmla="*/ 4113493 h 6152920"/>
                <a:gd name="connsiteX118" fmla="*/ 3717775 w 6150337"/>
                <a:gd name="connsiteY118" fmla="*/ 4145656 h 6152920"/>
                <a:gd name="connsiteX119" fmla="*/ 3612468 w 6150337"/>
                <a:gd name="connsiteY119" fmla="*/ 4202401 h 6152920"/>
                <a:gd name="connsiteX120" fmla="*/ 3550253 w 6150337"/>
                <a:gd name="connsiteY120" fmla="*/ 4226510 h 6152920"/>
                <a:gd name="connsiteX121" fmla="*/ 3530451 w 6150337"/>
                <a:gd name="connsiteY121" fmla="*/ 4235249 h 6152920"/>
                <a:gd name="connsiteX122" fmla="*/ 3506797 w 6150337"/>
                <a:gd name="connsiteY122" fmla="*/ 4243351 h 6152920"/>
                <a:gd name="connsiteX123" fmla="*/ 3449890 w 6150337"/>
                <a:gd name="connsiteY123" fmla="*/ 4265405 h 6152920"/>
                <a:gd name="connsiteX124" fmla="*/ 3421267 w 6150337"/>
                <a:gd name="connsiteY124" fmla="*/ 4272080 h 6152920"/>
                <a:gd name="connsiteX125" fmla="*/ 3320899 w 6150337"/>
                <a:gd name="connsiteY125" fmla="*/ 4297230 h 6152920"/>
                <a:gd name="connsiteX126" fmla="*/ 3304961 w 6150337"/>
                <a:gd name="connsiteY126" fmla="*/ 4299206 h 6152920"/>
                <a:gd name="connsiteX127" fmla="*/ 3279346 w 6150337"/>
                <a:gd name="connsiteY127" fmla="*/ 4305181 h 6152920"/>
                <a:gd name="connsiteX128" fmla="*/ 3194823 w 6150337"/>
                <a:gd name="connsiteY128" fmla="*/ 4312866 h 6152920"/>
                <a:gd name="connsiteX129" fmla="*/ 3152297 w 6150337"/>
                <a:gd name="connsiteY129" fmla="*/ 4318140 h 6152920"/>
                <a:gd name="connsiteX130" fmla="*/ 3138401 w 6150337"/>
                <a:gd name="connsiteY130" fmla="*/ 4317996 h 6152920"/>
                <a:gd name="connsiteX131" fmla="*/ 3123134 w 6150337"/>
                <a:gd name="connsiteY131" fmla="*/ 4319384 h 6152920"/>
                <a:gd name="connsiteX132" fmla="*/ 3006325 w 6150337"/>
                <a:gd name="connsiteY132" fmla="*/ 4316627 h 6152920"/>
                <a:gd name="connsiteX133" fmla="*/ 2983058 w 6150337"/>
                <a:gd name="connsiteY133" fmla="*/ 4316386 h 6152920"/>
                <a:gd name="connsiteX134" fmla="*/ 2979372 w 6150337"/>
                <a:gd name="connsiteY134" fmla="*/ 4315990 h 6152920"/>
                <a:gd name="connsiteX135" fmla="*/ 2967479 w 6150337"/>
                <a:gd name="connsiteY135" fmla="*/ 4315710 h 6152920"/>
                <a:gd name="connsiteX136" fmla="*/ 2577701 w 6150337"/>
                <a:gd name="connsiteY136" fmla="*/ 4215937 h 6152920"/>
                <a:gd name="connsiteX137" fmla="*/ 2495470 w 6150337"/>
                <a:gd name="connsiteY137" fmla="*/ 4174286 h 6152920"/>
                <a:gd name="connsiteX138" fmla="*/ 2478845 w 6150337"/>
                <a:gd name="connsiteY138" fmla="*/ 4166403 h 6152920"/>
                <a:gd name="connsiteX139" fmla="*/ 2474400 w 6150337"/>
                <a:gd name="connsiteY139" fmla="*/ 4163613 h 6152920"/>
                <a:gd name="connsiteX140" fmla="*/ 2440553 w 6150337"/>
                <a:gd name="connsiteY140" fmla="*/ 4146470 h 6152920"/>
                <a:gd name="connsiteX141" fmla="*/ 2383870 w 6150337"/>
                <a:gd name="connsiteY141" fmla="*/ 4106804 h 6152920"/>
                <a:gd name="connsiteX142" fmla="*/ 2357202 w 6150337"/>
                <a:gd name="connsiteY142" fmla="*/ 4090070 h 6152920"/>
                <a:gd name="connsiteX143" fmla="*/ 2338930 w 6150337"/>
                <a:gd name="connsiteY143" fmla="*/ 4075356 h 6152920"/>
                <a:gd name="connsiteX144" fmla="*/ 2315553 w 6150337"/>
                <a:gd name="connsiteY144" fmla="*/ 4058996 h 6152920"/>
                <a:gd name="connsiteX145" fmla="*/ 2291264 w 6150337"/>
                <a:gd name="connsiteY145" fmla="*/ 4036973 h 6152920"/>
                <a:gd name="connsiteX146" fmla="*/ 2245525 w 6150337"/>
                <a:gd name="connsiteY146" fmla="*/ 4000143 h 6152920"/>
                <a:gd name="connsiteX147" fmla="*/ 2143703 w 6150337"/>
                <a:gd name="connsiteY147" fmla="*/ 3896908 h 6152920"/>
                <a:gd name="connsiteX148" fmla="*/ 2114001 w 6150337"/>
                <a:gd name="connsiteY148" fmla="*/ 3858955 h 6152920"/>
                <a:gd name="connsiteX149" fmla="*/ 2106682 w 6150337"/>
                <a:gd name="connsiteY149" fmla="*/ 3850948 h 6152920"/>
                <a:gd name="connsiteX150" fmla="*/ 2087847 w 6150337"/>
                <a:gd name="connsiteY150" fmla="*/ 3825537 h 6152920"/>
                <a:gd name="connsiteX151" fmla="*/ 2053454 w 6150337"/>
                <a:gd name="connsiteY151" fmla="*/ 3781592 h 6152920"/>
                <a:gd name="connsiteX152" fmla="*/ 2045411 w 6150337"/>
                <a:gd name="connsiteY152" fmla="*/ 3768288 h 6152920"/>
                <a:gd name="connsiteX153" fmla="*/ 2035262 w 6150337"/>
                <a:gd name="connsiteY153" fmla="*/ 3754597 h 6152920"/>
                <a:gd name="connsiteX154" fmla="*/ 1925880 w 6150337"/>
                <a:gd name="connsiteY154" fmla="*/ 3543188 h 6152920"/>
                <a:gd name="connsiteX155" fmla="*/ 1923207 w 6150337"/>
                <a:gd name="connsiteY155" fmla="*/ 3534951 h 6152920"/>
                <a:gd name="connsiteX156" fmla="*/ 1919032 w 6150337"/>
                <a:gd name="connsiteY156" fmla="*/ 3525690 h 6152920"/>
                <a:gd name="connsiteX157" fmla="*/ 1874733 w 6150337"/>
                <a:gd name="connsiteY157" fmla="*/ 3385702 h 6152920"/>
                <a:gd name="connsiteX158" fmla="*/ 1846122 w 6150337"/>
                <a:gd name="connsiteY158" fmla="*/ 3234895 h 6152920"/>
                <a:gd name="connsiteX159" fmla="*/ 1841870 w 6150337"/>
                <a:gd name="connsiteY159" fmla="*/ 3125774 h 6152920"/>
                <a:gd name="connsiteX160" fmla="*/ 1839931 w 6150337"/>
                <a:gd name="connsiteY160" fmla="*/ 3098666 h 6152920"/>
                <a:gd name="connsiteX161" fmla="*/ 1840170 w 6150337"/>
                <a:gd name="connsiteY161" fmla="*/ 3082142 h 6152920"/>
                <a:gd name="connsiteX162" fmla="*/ 1840043 w 6150337"/>
                <a:gd name="connsiteY162" fmla="*/ 3078893 h 6152920"/>
                <a:gd name="connsiteX163" fmla="*/ 1840334 w 6150337"/>
                <a:gd name="connsiteY163" fmla="*/ 3070705 h 6152920"/>
                <a:gd name="connsiteX164" fmla="*/ 1841640 w 6150337"/>
                <a:gd name="connsiteY164" fmla="*/ 2980150 h 6152920"/>
                <a:gd name="connsiteX165" fmla="*/ 1844163 w 6150337"/>
                <a:gd name="connsiteY165" fmla="*/ 2963146 h 6152920"/>
                <a:gd name="connsiteX166" fmla="*/ 1845367 w 6150337"/>
                <a:gd name="connsiteY166" fmla="*/ 2929320 h 6152920"/>
                <a:gd name="connsiteX167" fmla="*/ 1870254 w 6150337"/>
                <a:gd name="connsiteY167" fmla="*/ 2785255 h 6152920"/>
                <a:gd name="connsiteX168" fmla="*/ 1882254 w 6150337"/>
                <a:gd name="connsiteY168" fmla="*/ 2746273 h 6152920"/>
                <a:gd name="connsiteX169" fmla="*/ 1895830 w 6150337"/>
                <a:gd name="connsiteY169" fmla="*/ 2698153 h 6152920"/>
                <a:gd name="connsiteX170" fmla="*/ 1901907 w 6150337"/>
                <a:gd name="connsiteY170" fmla="*/ 2682432 h 6152920"/>
                <a:gd name="connsiteX171" fmla="*/ 1913081 w 6150337"/>
                <a:gd name="connsiteY171" fmla="*/ 2646134 h 6152920"/>
                <a:gd name="connsiteX172" fmla="*/ 1972222 w 6150337"/>
                <a:gd name="connsiteY172" fmla="*/ 2511395 h 6152920"/>
                <a:gd name="connsiteX173" fmla="*/ 2164191 w 6150337"/>
                <a:gd name="connsiteY173" fmla="*/ 2237818 h 6152920"/>
                <a:gd name="connsiteX174" fmla="*/ 2545452 w 6150337"/>
                <a:gd name="connsiteY174" fmla="*/ 1955304 h 6152920"/>
                <a:gd name="connsiteX175" fmla="*/ 2607667 w 6150337"/>
                <a:gd name="connsiteY175" fmla="*/ 1931195 h 6152920"/>
                <a:gd name="connsiteX176" fmla="*/ 2627469 w 6150337"/>
                <a:gd name="connsiteY176" fmla="*/ 1922455 h 6152920"/>
                <a:gd name="connsiteX177" fmla="*/ 2651124 w 6150337"/>
                <a:gd name="connsiteY177" fmla="*/ 1914354 h 6152920"/>
                <a:gd name="connsiteX178" fmla="*/ 2708031 w 6150337"/>
                <a:gd name="connsiteY178" fmla="*/ 1892300 h 6152920"/>
                <a:gd name="connsiteX179" fmla="*/ 2736654 w 6150337"/>
                <a:gd name="connsiteY179" fmla="*/ 1885625 h 6152920"/>
                <a:gd name="connsiteX180" fmla="*/ 2837022 w 6150337"/>
                <a:gd name="connsiteY180" fmla="*/ 1860475 h 6152920"/>
                <a:gd name="connsiteX181" fmla="*/ 2852959 w 6150337"/>
                <a:gd name="connsiteY181" fmla="*/ 1858499 h 6152920"/>
                <a:gd name="connsiteX182" fmla="*/ 2878575 w 6150337"/>
                <a:gd name="connsiteY182" fmla="*/ 1852525 h 6152920"/>
                <a:gd name="connsiteX183" fmla="*/ 2963098 w 6150337"/>
                <a:gd name="connsiteY183" fmla="*/ 1844840 h 6152920"/>
                <a:gd name="connsiteX184" fmla="*/ 3005624 w 6150337"/>
                <a:gd name="connsiteY184" fmla="*/ 1839566 h 6152920"/>
                <a:gd name="connsiteX185" fmla="*/ 3019519 w 6150337"/>
                <a:gd name="connsiteY185" fmla="*/ 1839709 h 6152920"/>
                <a:gd name="connsiteX186" fmla="*/ 3078232 w 6150337"/>
                <a:gd name="connsiteY186" fmla="*/ 1458039 h 6152920"/>
                <a:gd name="connsiteX187" fmla="*/ 3238576 w 6150337"/>
                <a:gd name="connsiteY187" fmla="*/ 1617455 h 6152920"/>
                <a:gd name="connsiteX188" fmla="*/ 3078232 w 6150337"/>
                <a:gd name="connsiteY188" fmla="*/ 1776871 h 6152920"/>
                <a:gd name="connsiteX189" fmla="*/ 2917888 w 6150337"/>
                <a:gd name="connsiteY189" fmla="*/ 1617455 h 6152920"/>
                <a:gd name="connsiteX190" fmla="*/ 3078232 w 6150337"/>
                <a:gd name="connsiteY190" fmla="*/ 1458039 h 6152920"/>
                <a:gd name="connsiteX191" fmla="*/ 3111790 w 6150337"/>
                <a:gd name="connsiteY191" fmla="*/ 1245237 h 6152920"/>
                <a:gd name="connsiteX192" fmla="*/ 3122948 w 6150337"/>
                <a:gd name="connsiteY192" fmla="*/ 1245985 h 6152920"/>
                <a:gd name="connsiteX193" fmla="*/ 3134444 w 6150337"/>
                <a:gd name="connsiteY193" fmla="*/ 1245552 h 6152920"/>
                <a:gd name="connsiteX194" fmla="*/ 3205187 w 6150337"/>
                <a:gd name="connsiteY194" fmla="*/ 1251494 h 6152920"/>
                <a:gd name="connsiteX195" fmla="*/ 3274906 w 6150337"/>
                <a:gd name="connsiteY195" fmla="*/ 1256166 h 6152920"/>
                <a:gd name="connsiteX196" fmla="*/ 3292599 w 6150337"/>
                <a:gd name="connsiteY196" fmla="*/ 1258838 h 6152920"/>
                <a:gd name="connsiteX197" fmla="*/ 3360755 w 6150337"/>
                <a:gd name="connsiteY197" fmla="*/ 1264564 h 6152920"/>
                <a:gd name="connsiteX198" fmla="*/ 3581606 w 6150337"/>
                <a:gd name="connsiteY198" fmla="*/ 1315514 h 6152920"/>
                <a:gd name="connsiteX199" fmla="*/ 3585158 w 6150337"/>
                <a:gd name="connsiteY199" fmla="*/ 1316785 h 6152920"/>
                <a:gd name="connsiteX200" fmla="*/ 3593465 w 6150337"/>
                <a:gd name="connsiteY200" fmla="*/ 1318805 h 6152920"/>
                <a:gd name="connsiteX201" fmla="*/ 3748458 w 6150337"/>
                <a:gd name="connsiteY201" fmla="*/ 1372110 h 6152920"/>
                <a:gd name="connsiteX202" fmla="*/ 3819586 w 6150337"/>
                <a:gd name="connsiteY202" fmla="*/ 1405730 h 6152920"/>
                <a:gd name="connsiteX203" fmla="*/ 3915725 w 6150337"/>
                <a:gd name="connsiteY203" fmla="*/ 1447178 h 6152920"/>
                <a:gd name="connsiteX204" fmla="*/ 3960092 w 6150337"/>
                <a:gd name="connsiteY204" fmla="*/ 1472141 h 6152920"/>
                <a:gd name="connsiteX205" fmla="*/ 3974204 w 6150337"/>
                <a:gd name="connsiteY205" fmla="*/ 1478811 h 6152920"/>
                <a:gd name="connsiteX206" fmla="*/ 3988410 w 6150337"/>
                <a:gd name="connsiteY206" fmla="*/ 1488074 h 6152920"/>
                <a:gd name="connsiteX207" fmla="*/ 4083202 w 6150337"/>
                <a:gd name="connsiteY207" fmla="*/ 1541410 h 6152920"/>
                <a:gd name="connsiteX208" fmla="*/ 4157873 w 6150337"/>
                <a:gd name="connsiteY208" fmla="*/ 1598577 h 6152920"/>
                <a:gd name="connsiteX209" fmla="*/ 4182860 w 6150337"/>
                <a:gd name="connsiteY209" fmla="*/ 1614870 h 6152920"/>
                <a:gd name="connsiteX210" fmla="*/ 4210692 w 6150337"/>
                <a:gd name="connsiteY210" fmla="*/ 1639013 h 6152920"/>
                <a:gd name="connsiteX211" fmla="*/ 4236294 w 6150337"/>
                <a:gd name="connsiteY211" fmla="*/ 1658613 h 6152920"/>
                <a:gd name="connsiteX212" fmla="*/ 4284737 w 6150337"/>
                <a:gd name="connsiteY212" fmla="*/ 1703244 h 6152920"/>
                <a:gd name="connsiteX213" fmla="*/ 4363314 w 6150337"/>
                <a:gd name="connsiteY213" fmla="*/ 1771409 h 6152920"/>
                <a:gd name="connsiteX214" fmla="*/ 4383565 w 6150337"/>
                <a:gd name="connsiteY214" fmla="*/ 1794298 h 6152920"/>
                <a:gd name="connsiteX215" fmla="*/ 4405239 w 6150337"/>
                <a:gd name="connsiteY215" fmla="*/ 1814266 h 6152920"/>
                <a:gd name="connsiteX216" fmla="*/ 4541389 w 6150337"/>
                <a:gd name="connsiteY216" fmla="*/ 1972028 h 6152920"/>
                <a:gd name="connsiteX217" fmla="*/ 4613101 w 6150337"/>
                <a:gd name="connsiteY217" fmla="*/ 2079703 h 6152920"/>
                <a:gd name="connsiteX218" fmla="*/ 4631301 w 6150337"/>
                <a:gd name="connsiteY218" fmla="*/ 2105469 h 6152920"/>
                <a:gd name="connsiteX219" fmla="*/ 4636847 w 6150337"/>
                <a:gd name="connsiteY219" fmla="*/ 2115359 h 6152920"/>
                <a:gd name="connsiteX220" fmla="*/ 4657004 w 6150337"/>
                <a:gd name="connsiteY220" fmla="*/ 2145624 h 6152920"/>
                <a:gd name="connsiteX221" fmla="*/ 4869504 w 6150337"/>
                <a:gd name="connsiteY221" fmla="*/ 2681835 h 6152920"/>
                <a:gd name="connsiteX222" fmla="*/ 4898380 w 6150337"/>
                <a:gd name="connsiteY222" fmla="*/ 2875891 h 6152920"/>
                <a:gd name="connsiteX223" fmla="*/ 4902234 w 6150337"/>
                <a:gd name="connsiteY223" fmla="*/ 2921191 h 6152920"/>
                <a:gd name="connsiteX224" fmla="*/ 4907833 w 6150337"/>
                <a:gd name="connsiteY224" fmla="*/ 2968403 h 6152920"/>
                <a:gd name="connsiteX225" fmla="*/ 4908051 w 6150337"/>
                <a:gd name="connsiteY225" fmla="*/ 2989540 h 6152920"/>
                <a:gd name="connsiteX226" fmla="*/ 4908846 w 6150337"/>
                <a:gd name="connsiteY226" fmla="*/ 2998887 h 6152920"/>
                <a:gd name="connsiteX227" fmla="*/ 4911639 w 6150337"/>
                <a:gd name="connsiteY227" fmla="*/ 3121915 h 6152920"/>
                <a:gd name="connsiteX228" fmla="*/ 4909647 w 6150337"/>
                <a:gd name="connsiteY228" fmla="*/ 3144631 h 6152920"/>
                <a:gd name="connsiteX229" fmla="*/ 4909871 w 6150337"/>
                <a:gd name="connsiteY229" fmla="*/ 3166397 h 6152920"/>
                <a:gd name="connsiteX230" fmla="*/ 4895285 w 6150337"/>
                <a:gd name="connsiteY230" fmla="*/ 3321212 h 6152920"/>
                <a:gd name="connsiteX231" fmla="*/ 4893025 w 6150337"/>
                <a:gd name="connsiteY231" fmla="*/ 3334206 h 6152920"/>
                <a:gd name="connsiteX232" fmla="*/ 4891255 w 6150337"/>
                <a:gd name="connsiteY232" fmla="*/ 3354391 h 6152920"/>
                <a:gd name="connsiteX233" fmla="*/ 4841478 w 6150337"/>
                <a:gd name="connsiteY233" fmla="*/ 3582873 h 6152920"/>
                <a:gd name="connsiteX234" fmla="*/ 4835578 w 6150337"/>
                <a:gd name="connsiteY234" fmla="*/ 3599941 h 6152920"/>
                <a:gd name="connsiteX235" fmla="*/ 4829438 w 6150337"/>
                <a:gd name="connsiteY235" fmla="*/ 3623316 h 6152920"/>
                <a:gd name="connsiteX236" fmla="*/ 4784765 w 6150337"/>
                <a:gd name="connsiteY236" fmla="*/ 3746966 h 6152920"/>
                <a:gd name="connsiteX237" fmla="*/ 4778801 w 6150337"/>
                <a:gd name="connsiteY237" fmla="*/ 3764224 h 6152920"/>
                <a:gd name="connsiteX238" fmla="*/ 4777591 w 6150337"/>
                <a:gd name="connsiteY238" fmla="*/ 3766824 h 6152920"/>
                <a:gd name="connsiteX239" fmla="*/ 4776430 w 6150337"/>
                <a:gd name="connsiteY239" fmla="*/ 3770037 h 6152920"/>
                <a:gd name="connsiteX240" fmla="*/ 4720515 w 6150337"/>
                <a:gd name="connsiteY240" fmla="*/ 3893312 h 6152920"/>
                <a:gd name="connsiteX241" fmla="*/ 4707829 w 6150337"/>
                <a:gd name="connsiteY241" fmla="*/ 3916742 h 6152920"/>
                <a:gd name="connsiteX242" fmla="*/ 4697945 w 6150337"/>
                <a:gd name="connsiteY242" fmla="*/ 3937985 h 6152920"/>
                <a:gd name="connsiteX243" fmla="*/ 4678578 w 6150337"/>
                <a:gd name="connsiteY243" fmla="*/ 3970772 h 6152920"/>
                <a:gd name="connsiteX244" fmla="*/ 4656454 w 6150337"/>
                <a:gd name="connsiteY244" fmla="*/ 4011633 h 6152920"/>
                <a:gd name="connsiteX245" fmla="*/ 4632383 w 6150337"/>
                <a:gd name="connsiteY245" fmla="*/ 4048969 h 6152920"/>
                <a:gd name="connsiteX246" fmla="*/ 4604325 w 6150337"/>
                <a:gd name="connsiteY246" fmla="*/ 4096466 h 6152920"/>
                <a:gd name="connsiteX247" fmla="*/ 4587750 w 6150337"/>
                <a:gd name="connsiteY247" fmla="*/ 4118201 h 6152920"/>
                <a:gd name="connsiteX248" fmla="*/ 4583578 w 6150337"/>
                <a:gd name="connsiteY248" fmla="*/ 4124671 h 6152920"/>
                <a:gd name="connsiteX249" fmla="*/ 4501224 w 6150337"/>
                <a:gd name="connsiteY249" fmla="*/ 4232098 h 6152920"/>
                <a:gd name="connsiteX250" fmla="*/ 4470564 w 6150337"/>
                <a:gd name="connsiteY250" fmla="*/ 4270771 h 6152920"/>
                <a:gd name="connsiteX251" fmla="*/ 4470564 w 6150337"/>
                <a:gd name="connsiteY251" fmla="*/ 3992977 h 6152920"/>
                <a:gd name="connsiteX252" fmla="*/ 4482602 w 6150337"/>
                <a:gd name="connsiteY252" fmla="*/ 3976498 h 6152920"/>
                <a:gd name="connsiteX253" fmla="*/ 4494877 w 6150337"/>
                <a:gd name="connsiteY253" fmla="*/ 3954556 h 6152920"/>
                <a:gd name="connsiteX254" fmla="*/ 4561937 w 6150337"/>
                <a:gd name="connsiteY254" fmla="*/ 3829274 h 6152920"/>
                <a:gd name="connsiteX255" fmla="*/ 4628174 w 6150337"/>
                <a:gd name="connsiteY255" fmla="*/ 3693792 h 6152920"/>
                <a:gd name="connsiteX256" fmla="*/ 4628590 w 6150337"/>
                <a:gd name="connsiteY256" fmla="*/ 3692825 h 6152920"/>
                <a:gd name="connsiteX257" fmla="*/ 4656616 w 6150337"/>
                <a:gd name="connsiteY257" fmla="*/ 3619557 h 6152920"/>
                <a:gd name="connsiteX258" fmla="*/ 4692542 w 6150337"/>
                <a:gd name="connsiteY258" fmla="*/ 3506719 h 6152920"/>
                <a:gd name="connsiteX259" fmla="*/ 4742823 w 6150337"/>
                <a:gd name="connsiteY259" fmla="*/ 3208547 h 6152920"/>
                <a:gd name="connsiteX260" fmla="*/ 4746424 w 6150337"/>
                <a:gd name="connsiteY260" fmla="*/ 3037246 h 6152920"/>
                <a:gd name="connsiteX261" fmla="*/ 4746697 w 6150337"/>
                <a:gd name="connsiteY261" fmla="*/ 3001715 h 6152920"/>
                <a:gd name="connsiteX262" fmla="*/ 4727415 w 6150337"/>
                <a:gd name="connsiteY262" fmla="*/ 2817079 h 6152920"/>
                <a:gd name="connsiteX263" fmla="*/ 4684483 w 6150337"/>
                <a:gd name="connsiteY263" fmla="*/ 2628714 h 6152920"/>
                <a:gd name="connsiteX264" fmla="*/ 4659274 w 6150337"/>
                <a:gd name="connsiteY264" fmla="*/ 2550084 h 6152920"/>
                <a:gd name="connsiteX265" fmla="*/ 4625650 w 6150337"/>
                <a:gd name="connsiteY265" fmla="*/ 2459877 h 6152920"/>
                <a:gd name="connsiteX266" fmla="*/ 4590879 w 6150337"/>
                <a:gd name="connsiteY266" fmla="*/ 2376227 h 6152920"/>
                <a:gd name="connsiteX267" fmla="*/ 4523746 w 6150337"/>
                <a:gd name="connsiteY267" fmla="*/ 2247275 h 6152920"/>
                <a:gd name="connsiteX268" fmla="*/ 4435655 w 6150337"/>
                <a:gd name="connsiteY268" fmla="*/ 2110312 h 6152920"/>
                <a:gd name="connsiteX269" fmla="*/ 4344115 w 6150337"/>
                <a:gd name="connsiteY269" fmla="*/ 1994417 h 6152920"/>
                <a:gd name="connsiteX270" fmla="*/ 4329368 w 6150337"/>
                <a:gd name="connsiteY270" fmla="*/ 1977165 h 6152920"/>
                <a:gd name="connsiteX271" fmla="*/ 4251098 w 6150337"/>
                <a:gd name="connsiteY271" fmla="*/ 1895557 h 6152920"/>
                <a:gd name="connsiteX272" fmla="*/ 4164670 w 6150337"/>
                <a:gd name="connsiteY272" fmla="*/ 1816057 h 6152920"/>
                <a:gd name="connsiteX273" fmla="*/ 4147329 w 6150337"/>
                <a:gd name="connsiteY273" fmla="*/ 1801067 h 6152920"/>
                <a:gd name="connsiteX274" fmla="*/ 4021089 w 6150337"/>
                <a:gd name="connsiteY274" fmla="*/ 1705863 h 6152920"/>
                <a:gd name="connsiteX275" fmla="*/ 3888771 w 6150337"/>
                <a:gd name="connsiteY275" fmla="*/ 1621475 h 6152920"/>
                <a:gd name="connsiteX276" fmla="*/ 3873956 w 6150337"/>
                <a:gd name="connsiteY276" fmla="*/ 1613060 h 6152920"/>
                <a:gd name="connsiteX277" fmla="*/ 3776671 w 6150337"/>
                <a:gd name="connsiteY277" fmla="*/ 1563987 h 6152920"/>
                <a:gd name="connsiteX278" fmla="*/ 3676539 w 6150337"/>
                <a:gd name="connsiteY278" fmla="*/ 1519931 h 6152920"/>
                <a:gd name="connsiteX279" fmla="*/ 3672976 w 6150337"/>
                <a:gd name="connsiteY279" fmla="*/ 1518632 h 6152920"/>
                <a:gd name="connsiteX280" fmla="*/ 3518203 w 6150337"/>
                <a:gd name="connsiteY280" fmla="*/ 1468535 h 6152920"/>
                <a:gd name="connsiteX281" fmla="*/ 3342557 w 6150337"/>
                <a:gd name="connsiteY281" fmla="*/ 1429756 h 6152920"/>
                <a:gd name="connsiteX282" fmla="*/ 3225930 w 6150337"/>
                <a:gd name="connsiteY282" fmla="*/ 1414906 h 6152920"/>
                <a:gd name="connsiteX283" fmla="*/ 3166985 w 6150337"/>
                <a:gd name="connsiteY283" fmla="*/ 1411940 h 6152920"/>
                <a:gd name="connsiteX284" fmla="*/ 3127276 w 6150337"/>
                <a:gd name="connsiteY284" fmla="*/ 1411111 h 6152920"/>
                <a:gd name="connsiteX285" fmla="*/ 3031630 w 6150337"/>
                <a:gd name="connsiteY285" fmla="*/ 1412924 h 6152920"/>
                <a:gd name="connsiteX286" fmla="*/ 2914260 w 6150337"/>
                <a:gd name="connsiteY286" fmla="*/ 1417192 h 6152920"/>
                <a:gd name="connsiteX287" fmla="*/ 2749958 w 6150337"/>
                <a:gd name="connsiteY287" fmla="*/ 1447206 h 6152920"/>
                <a:gd name="connsiteX288" fmla="*/ 2591686 w 6150337"/>
                <a:gd name="connsiteY288" fmla="*/ 1482716 h 6152920"/>
                <a:gd name="connsiteX289" fmla="*/ 2582105 w 6150337"/>
                <a:gd name="connsiteY289" fmla="*/ 1485634 h 6152920"/>
                <a:gd name="connsiteX290" fmla="*/ 2408069 w 6150337"/>
                <a:gd name="connsiteY290" fmla="*/ 1549563 h 6152920"/>
                <a:gd name="connsiteX291" fmla="*/ 2343741 w 6150337"/>
                <a:gd name="connsiteY291" fmla="*/ 1581177 h 6152920"/>
                <a:gd name="connsiteX292" fmla="*/ 2215770 w 6150337"/>
                <a:gd name="connsiteY292" fmla="*/ 1652532 h 6152920"/>
                <a:gd name="connsiteX293" fmla="*/ 2152579 w 6150337"/>
                <a:gd name="connsiteY293" fmla="*/ 1690826 h 6152920"/>
                <a:gd name="connsiteX294" fmla="*/ 1798362 w 6150337"/>
                <a:gd name="connsiteY294" fmla="*/ 2009162 h 6152920"/>
                <a:gd name="connsiteX295" fmla="*/ 1673126 w 6150337"/>
                <a:gd name="connsiteY295" fmla="*/ 2180599 h 6152920"/>
                <a:gd name="connsiteX296" fmla="*/ 1660850 w 6150337"/>
                <a:gd name="connsiteY296" fmla="*/ 2202544 h 6152920"/>
                <a:gd name="connsiteX297" fmla="*/ 1593791 w 6150337"/>
                <a:gd name="connsiteY297" fmla="*/ 2327823 h 6152920"/>
                <a:gd name="connsiteX298" fmla="*/ 1527553 w 6150337"/>
                <a:gd name="connsiteY298" fmla="*/ 2463305 h 6152920"/>
                <a:gd name="connsiteX299" fmla="*/ 1527138 w 6150337"/>
                <a:gd name="connsiteY299" fmla="*/ 2464272 h 6152920"/>
                <a:gd name="connsiteX300" fmla="*/ 1499111 w 6150337"/>
                <a:gd name="connsiteY300" fmla="*/ 2537540 h 6152920"/>
                <a:gd name="connsiteX301" fmla="*/ 1463185 w 6150337"/>
                <a:gd name="connsiteY301" fmla="*/ 2650379 h 6152920"/>
                <a:gd name="connsiteX302" fmla="*/ 1412905 w 6150337"/>
                <a:gd name="connsiteY302" fmla="*/ 2948550 h 6152920"/>
                <a:gd name="connsiteX303" fmla="*/ 1409304 w 6150337"/>
                <a:gd name="connsiteY303" fmla="*/ 3119850 h 6152920"/>
                <a:gd name="connsiteX304" fmla="*/ 1409031 w 6150337"/>
                <a:gd name="connsiteY304" fmla="*/ 3155382 h 6152920"/>
                <a:gd name="connsiteX305" fmla="*/ 1428313 w 6150337"/>
                <a:gd name="connsiteY305" fmla="*/ 3340018 h 6152920"/>
                <a:gd name="connsiteX306" fmla="*/ 1471244 w 6150337"/>
                <a:gd name="connsiteY306" fmla="*/ 3528383 h 6152920"/>
                <a:gd name="connsiteX307" fmla="*/ 1496453 w 6150337"/>
                <a:gd name="connsiteY307" fmla="*/ 3607013 h 6152920"/>
                <a:gd name="connsiteX308" fmla="*/ 1530078 w 6150337"/>
                <a:gd name="connsiteY308" fmla="*/ 3697220 h 6152920"/>
                <a:gd name="connsiteX309" fmla="*/ 1564849 w 6150337"/>
                <a:gd name="connsiteY309" fmla="*/ 3780871 h 6152920"/>
                <a:gd name="connsiteX310" fmla="*/ 1631982 w 6150337"/>
                <a:gd name="connsiteY310" fmla="*/ 3909822 h 6152920"/>
                <a:gd name="connsiteX311" fmla="*/ 1720074 w 6150337"/>
                <a:gd name="connsiteY311" fmla="*/ 4046786 h 6152920"/>
                <a:gd name="connsiteX312" fmla="*/ 1811612 w 6150337"/>
                <a:gd name="connsiteY312" fmla="*/ 4162681 h 6152920"/>
                <a:gd name="connsiteX313" fmla="*/ 1826359 w 6150337"/>
                <a:gd name="connsiteY313" fmla="*/ 4179933 h 6152920"/>
                <a:gd name="connsiteX314" fmla="*/ 1904630 w 6150337"/>
                <a:gd name="connsiteY314" fmla="*/ 4261542 h 6152920"/>
                <a:gd name="connsiteX315" fmla="*/ 1991058 w 6150337"/>
                <a:gd name="connsiteY315" fmla="*/ 4341041 h 6152920"/>
                <a:gd name="connsiteX316" fmla="*/ 2008399 w 6150337"/>
                <a:gd name="connsiteY316" fmla="*/ 4356031 h 6152920"/>
                <a:gd name="connsiteX317" fmla="*/ 2134639 w 6150337"/>
                <a:gd name="connsiteY317" fmla="*/ 4451234 h 6152920"/>
                <a:gd name="connsiteX318" fmla="*/ 2266956 w 6150337"/>
                <a:gd name="connsiteY318" fmla="*/ 4535623 h 6152920"/>
                <a:gd name="connsiteX319" fmla="*/ 2281770 w 6150337"/>
                <a:gd name="connsiteY319" fmla="*/ 4544037 h 6152920"/>
                <a:gd name="connsiteX320" fmla="*/ 2379055 w 6150337"/>
                <a:gd name="connsiteY320" fmla="*/ 4593111 h 6152920"/>
                <a:gd name="connsiteX321" fmla="*/ 2479189 w 6150337"/>
                <a:gd name="connsiteY321" fmla="*/ 4637166 h 6152920"/>
                <a:gd name="connsiteX322" fmla="*/ 2482751 w 6150337"/>
                <a:gd name="connsiteY322" fmla="*/ 4638466 h 6152920"/>
                <a:gd name="connsiteX323" fmla="*/ 2637525 w 6150337"/>
                <a:gd name="connsiteY323" fmla="*/ 4688564 h 6152920"/>
                <a:gd name="connsiteX324" fmla="*/ 2813170 w 6150337"/>
                <a:gd name="connsiteY324" fmla="*/ 4727342 h 6152920"/>
                <a:gd name="connsiteX325" fmla="*/ 2929796 w 6150337"/>
                <a:gd name="connsiteY325" fmla="*/ 4742192 h 6152920"/>
                <a:gd name="connsiteX326" fmla="*/ 2988741 w 6150337"/>
                <a:gd name="connsiteY326" fmla="*/ 4745157 h 6152920"/>
                <a:gd name="connsiteX327" fmla="*/ 3028452 w 6150337"/>
                <a:gd name="connsiteY327" fmla="*/ 4745986 h 6152920"/>
                <a:gd name="connsiteX328" fmla="*/ 3124097 w 6150337"/>
                <a:gd name="connsiteY328" fmla="*/ 4744174 h 6152920"/>
                <a:gd name="connsiteX329" fmla="*/ 3241468 w 6150337"/>
                <a:gd name="connsiteY329" fmla="*/ 4739906 h 6152920"/>
                <a:gd name="connsiteX330" fmla="*/ 3405769 w 6150337"/>
                <a:gd name="connsiteY330" fmla="*/ 4709891 h 6152920"/>
                <a:gd name="connsiteX331" fmla="*/ 3564041 w 6150337"/>
                <a:gd name="connsiteY331" fmla="*/ 4674382 h 6152920"/>
                <a:gd name="connsiteX332" fmla="*/ 3573621 w 6150337"/>
                <a:gd name="connsiteY332" fmla="*/ 4671464 h 6152920"/>
                <a:gd name="connsiteX333" fmla="*/ 3747657 w 6150337"/>
                <a:gd name="connsiteY333" fmla="*/ 4607535 h 6152920"/>
                <a:gd name="connsiteX334" fmla="*/ 3811987 w 6150337"/>
                <a:gd name="connsiteY334" fmla="*/ 4575921 h 6152920"/>
                <a:gd name="connsiteX335" fmla="*/ 3939957 w 6150337"/>
                <a:gd name="connsiteY335" fmla="*/ 4504566 h 6152920"/>
                <a:gd name="connsiteX336" fmla="*/ 4003149 w 6150337"/>
                <a:gd name="connsiteY336" fmla="*/ 4466272 h 6152920"/>
                <a:gd name="connsiteX337" fmla="*/ 4059567 w 6150337"/>
                <a:gd name="connsiteY337" fmla="*/ 4422461 h 6152920"/>
                <a:gd name="connsiteX338" fmla="*/ 4322610 w 6150337"/>
                <a:gd name="connsiteY338" fmla="*/ 4422461 h 6152920"/>
                <a:gd name="connsiteX339" fmla="*/ 4296782 w 6150337"/>
                <a:gd name="connsiteY339" fmla="*/ 4444518 h 6152920"/>
                <a:gd name="connsiteX340" fmla="*/ 4270591 w 6150337"/>
                <a:gd name="connsiteY340" fmla="*/ 4469741 h 6152920"/>
                <a:gd name="connsiteX341" fmla="*/ 4195324 w 6150337"/>
                <a:gd name="connsiteY341" fmla="*/ 4531161 h 6152920"/>
                <a:gd name="connsiteX342" fmla="*/ 4176700 w 6150337"/>
                <a:gd name="connsiteY342" fmla="*/ 4547066 h 6152920"/>
                <a:gd name="connsiteX343" fmla="*/ 4164702 w 6150337"/>
                <a:gd name="connsiteY343" fmla="*/ 4554907 h 6152920"/>
                <a:gd name="connsiteX344" fmla="*/ 4074135 w 6150337"/>
                <a:gd name="connsiteY344" fmla="*/ 4618193 h 6152920"/>
                <a:gd name="connsiteX345" fmla="*/ 4014845 w 6150337"/>
                <a:gd name="connsiteY345" fmla="*/ 4652839 h 6152920"/>
                <a:gd name="connsiteX346" fmla="*/ 3989395 w 6150337"/>
                <a:gd name="connsiteY346" fmla="*/ 4669471 h 6152920"/>
                <a:gd name="connsiteX347" fmla="*/ 3968315 w 6150337"/>
                <a:gd name="connsiteY347" fmla="*/ 4680029 h 6152920"/>
                <a:gd name="connsiteX348" fmla="*/ 3928907 w 6150337"/>
                <a:gd name="connsiteY348" fmla="*/ 4703056 h 6152920"/>
                <a:gd name="connsiteX349" fmla="*/ 3808657 w 6150337"/>
                <a:gd name="connsiteY349" fmla="*/ 4759995 h 6152920"/>
                <a:gd name="connsiteX350" fmla="*/ 3807409 w 6150337"/>
                <a:gd name="connsiteY350" fmla="*/ 4760620 h 6152920"/>
                <a:gd name="connsiteX351" fmla="*/ 3807087 w 6150337"/>
                <a:gd name="connsiteY351" fmla="*/ 4760738 h 6152920"/>
                <a:gd name="connsiteX352" fmla="*/ 3778241 w 6150337"/>
                <a:gd name="connsiteY352" fmla="*/ 4774397 h 6152920"/>
                <a:gd name="connsiteX353" fmla="*/ 3621523 w 6150337"/>
                <a:gd name="connsiteY353" fmla="*/ 4830683 h 6152920"/>
                <a:gd name="connsiteX354" fmla="*/ 3542755 w 6150337"/>
                <a:gd name="connsiteY354" fmla="*/ 4849820 h 6152920"/>
                <a:gd name="connsiteX355" fmla="*/ 3446393 w 6150337"/>
                <a:gd name="connsiteY355" fmla="*/ 4874799 h 6152920"/>
                <a:gd name="connsiteX356" fmla="*/ 3272748 w 6150337"/>
                <a:gd name="connsiteY356" fmla="*/ 4899097 h 6152920"/>
                <a:gd name="connsiteX357" fmla="*/ 3211659 w 6150337"/>
                <a:gd name="connsiteY357" fmla="*/ 4903880 h 6152920"/>
                <a:gd name="connsiteX358" fmla="*/ 3206553 w 6150337"/>
                <a:gd name="connsiteY358" fmla="*/ 4904574 h 6152920"/>
                <a:gd name="connsiteX359" fmla="*/ 3199316 w 6150337"/>
                <a:gd name="connsiteY359" fmla="*/ 4904846 h 6152920"/>
                <a:gd name="connsiteX360" fmla="*/ 3158278 w 6150337"/>
                <a:gd name="connsiteY360" fmla="*/ 4908059 h 6152920"/>
                <a:gd name="connsiteX361" fmla="*/ 3043937 w 6150337"/>
                <a:gd name="connsiteY361" fmla="*/ 4911861 h 6152920"/>
                <a:gd name="connsiteX362" fmla="*/ 3032779 w 6150337"/>
                <a:gd name="connsiteY362" fmla="*/ 4911113 h 6152920"/>
                <a:gd name="connsiteX363" fmla="*/ 3021284 w 6150337"/>
                <a:gd name="connsiteY363" fmla="*/ 4911546 h 6152920"/>
                <a:gd name="connsiteX364" fmla="*/ 2950540 w 6150337"/>
                <a:gd name="connsiteY364" fmla="*/ 4905603 h 6152920"/>
                <a:gd name="connsiteX365" fmla="*/ 2880821 w 6150337"/>
                <a:gd name="connsiteY365" fmla="*/ 4900931 h 6152920"/>
                <a:gd name="connsiteX366" fmla="*/ 2863129 w 6150337"/>
                <a:gd name="connsiteY366" fmla="*/ 4898260 h 6152920"/>
                <a:gd name="connsiteX367" fmla="*/ 2794973 w 6150337"/>
                <a:gd name="connsiteY367" fmla="*/ 4892535 h 6152920"/>
                <a:gd name="connsiteX368" fmla="*/ 2574122 w 6150337"/>
                <a:gd name="connsiteY368" fmla="*/ 4841584 h 6152920"/>
                <a:gd name="connsiteX369" fmla="*/ 2570570 w 6150337"/>
                <a:gd name="connsiteY369" fmla="*/ 4840312 h 6152920"/>
                <a:gd name="connsiteX370" fmla="*/ 2562261 w 6150337"/>
                <a:gd name="connsiteY370" fmla="*/ 4838293 h 6152920"/>
                <a:gd name="connsiteX371" fmla="*/ 2407269 w 6150337"/>
                <a:gd name="connsiteY371" fmla="*/ 4784988 h 6152920"/>
                <a:gd name="connsiteX372" fmla="*/ 2336140 w 6150337"/>
                <a:gd name="connsiteY372" fmla="*/ 4751368 h 6152920"/>
                <a:gd name="connsiteX373" fmla="*/ 2240003 w 6150337"/>
                <a:gd name="connsiteY373" fmla="*/ 4709920 h 6152920"/>
                <a:gd name="connsiteX374" fmla="*/ 2195636 w 6150337"/>
                <a:gd name="connsiteY374" fmla="*/ 4684956 h 6152920"/>
                <a:gd name="connsiteX375" fmla="*/ 2181523 w 6150337"/>
                <a:gd name="connsiteY375" fmla="*/ 4678286 h 6152920"/>
                <a:gd name="connsiteX376" fmla="*/ 2167319 w 6150337"/>
                <a:gd name="connsiteY376" fmla="*/ 4669024 h 6152920"/>
                <a:gd name="connsiteX377" fmla="*/ 2072525 w 6150337"/>
                <a:gd name="connsiteY377" fmla="*/ 4615687 h 6152920"/>
                <a:gd name="connsiteX378" fmla="*/ 1997855 w 6150337"/>
                <a:gd name="connsiteY378" fmla="*/ 4558522 h 6152920"/>
                <a:gd name="connsiteX379" fmla="*/ 1972868 w 6150337"/>
                <a:gd name="connsiteY379" fmla="*/ 4542229 h 6152920"/>
                <a:gd name="connsiteX380" fmla="*/ 1945036 w 6150337"/>
                <a:gd name="connsiteY380" fmla="*/ 4518085 h 6152920"/>
                <a:gd name="connsiteX381" fmla="*/ 1919434 w 6150337"/>
                <a:gd name="connsiteY381" fmla="*/ 4498485 h 6152920"/>
                <a:gd name="connsiteX382" fmla="*/ 1870991 w 6150337"/>
                <a:gd name="connsiteY382" fmla="*/ 4453853 h 6152920"/>
                <a:gd name="connsiteX383" fmla="*/ 1792414 w 6150337"/>
                <a:gd name="connsiteY383" fmla="*/ 4385689 h 6152920"/>
                <a:gd name="connsiteX384" fmla="*/ 1772162 w 6150337"/>
                <a:gd name="connsiteY384" fmla="*/ 4362800 h 6152920"/>
                <a:gd name="connsiteX385" fmla="*/ 1750490 w 6150337"/>
                <a:gd name="connsiteY385" fmla="*/ 4342832 h 6152920"/>
                <a:gd name="connsiteX386" fmla="*/ 1614338 w 6150337"/>
                <a:gd name="connsiteY386" fmla="*/ 4185069 h 6152920"/>
                <a:gd name="connsiteX387" fmla="*/ 1542628 w 6150337"/>
                <a:gd name="connsiteY387" fmla="*/ 4077395 h 6152920"/>
                <a:gd name="connsiteX388" fmla="*/ 1524427 w 6150337"/>
                <a:gd name="connsiteY388" fmla="*/ 4051628 h 6152920"/>
                <a:gd name="connsiteX389" fmla="*/ 1518881 w 6150337"/>
                <a:gd name="connsiteY389" fmla="*/ 4041738 h 6152920"/>
                <a:gd name="connsiteX390" fmla="*/ 1498724 w 6150337"/>
                <a:gd name="connsiteY390" fmla="*/ 4011473 h 6152920"/>
                <a:gd name="connsiteX391" fmla="*/ 1286225 w 6150337"/>
                <a:gd name="connsiteY391" fmla="*/ 3475263 h 6152920"/>
                <a:gd name="connsiteX392" fmla="*/ 1257348 w 6150337"/>
                <a:gd name="connsiteY392" fmla="*/ 3281206 h 6152920"/>
                <a:gd name="connsiteX393" fmla="*/ 1253493 w 6150337"/>
                <a:gd name="connsiteY393" fmla="*/ 3235906 h 6152920"/>
                <a:gd name="connsiteX394" fmla="*/ 1247895 w 6150337"/>
                <a:gd name="connsiteY394" fmla="*/ 3188693 h 6152920"/>
                <a:gd name="connsiteX395" fmla="*/ 1247677 w 6150337"/>
                <a:gd name="connsiteY395" fmla="*/ 3167558 h 6152920"/>
                <a:gd name="connsiteX396" fmla="*/ 1246881 w 6150337"/>
                <a:gd name="connsiteY396" fmla="*/ 3158210 h 6152920"/>
                <a:gd name="connsiteX397" fmla="*/ 1244089 w 6150337"/>
                <a:gd name="connsiteY397" fmla="*/ 3035182 h 6152920"/>
                <a:gd name="connsiteX398" fmla="*/ 1246080 w 6150337"/>
                <a:gd name="connsiteY398" fmla="*/ 3012466 h 6152920"/>
                <a:gd name="connsiteX399" fmla="*/ 1245857 w 6150337"/>
                <a:gd name="connsiteY399" fmla="*/ 2990700 h 6152920"/>
                <a:gd name="connsiteX400" fmla="*/ 1260442 w 6150337"/>
                <a:gd name="connsiteY400" fmla="*/ 2835885 h 6152920"/>
                <a:gd name="connsiteX401" fmla="*/ 1262703 w 6150337"/>
                <a:gd name="connsiteY401" fmla="*/ 2822890 h 6152920"/>
                <a:gd name="connsiteX402" fmla="*/ 1264474 w 6150337"/>
                <a:gd name="connsiteY402" fmla="*/ 2802705 h 6152920"/>
                <a:gd name="connsiteX403" fmla="*/ 1314250 w 6150337"/>
                <a:gd name="connsiteY403" fmla="*/ 2574224 h 6152920"/>
                <a:gd name="connsiteX404" fmla="*/ 1320149 w 6150337"/>
                <a:gd name="connsiteY404" fmla="*/ 2557155 h 6152920"/>
                <a:gd name="connsiteX405" fmla="*/ 1326291 w 6150337"/>
                <a:gd name="connsiteY405" fmla="*/ 2533780 h 6152920"/>
                <a:gd name="connsiteX406" fmla="*/ 1370962 w 6150337"/>
                <a:gd name="connsiteY406" fmla="*/ 2410131 h 6152920"/>
                <a:gd name="connsiteX407" fmla="*/ 1376927 w 6150337"/>
                <a:gd name="connsiteY407" fmla="*/ 2392874 h 6152920"/>
                <a:gd name="connsiteX408" fmla="*/ 1378137 w 6150337"/>
                <a:gd name="connsiteY408" fmla="*/ 2390273 h 6152920"/>
                <a:gd name="connsiteX409" fmla="*/ 1379298 w 6150337"/>
                <a:gd name="connsiteY409" fmla="*/ 2387060 h 6152920"/>
                <a:gd name="connsiteX410" fmla="*/ 1435212 w 6150337"/>
                <a:gd name="connsiteY410" fmla="*/ 2263786 h 6152920"/>
                <a:gd name="connsiteX411" fmla="*/ 1447898 w 6150337"/>
                <a:gd name="connsiteY411" fmla="*/ 2240356 h 6152920"/>
                <a:gd name="connsiteX412" fmla="*/ 1457783 w 6150337"/>
                <a:gd name="connsiteY412" fmla="*/ 2219112 h 6152920"/>
                <a:gd name="connsiteX413" fmla="*/ 1477151 w 6150337"/>
                <a:gd name="connsiteY413" fmla="*/ 2186326 h 6152920"/>
                <a:gd name="connsiteX414" fmla="*/ 1499275 w 6150337"/>
                <a:gd name="connsiteY414" fmla="*/ 2145463 h 6152920"/>
                <a:gd name="connsiteX415" fmla="*/ 1523344 w 6150337"/>
                <a:gd name="connsiteY415" fmla="*/ 2108129 h 6152920"/>
                <a:gd name="connsiteX416" fmla="*/ 1551402 w 6150337"/>
                <a:gd name="connsiteY416" fmla="*/ 2060631 h 6152920"/>
                <a:gd name="connsiteX417" fmla="*/ 1567978 w 6150337"/>
                <a:gd name="connsiteY417" fmla="*/ 2038897 h 6152920"/>
                <a:gd name="connsiteX418" fmla="*/ 1572150 w 6150337"/>
                <a:gd name="connsiteY418" fmla="*/ 2032426 h 6152920"/>
                <a:gd name="connsiteX419" fmla="*/ 1654504 w 6150337"/>
                <a:gd name="connsiteY419" fmla="*/ 1925000 h 6152920"/>
                <a:gd name="connsiteX420" fmla="*/ 1706570 w 6150337"/>
                <a:gd name="connsiteY420" fmla="*/ 1859327 h 6152920"/>
                <a:gd name="connsiteX421" fmla="*/ 1765918 w 6150337"/>
                <a:gd name="connsiteY421" fmla="*/ 1802172 h 6152920"/>
                <a:gd name="connsiteX422" fmla="*/ 1809022 w 6150337"/>
                <a:gd name="connsiteY422" fmla="*/ 1755214 h 6152920"/>
                <a:gd name="connsiteX423" fmla="*/ 1858946 w 6150337"/>
                <a:gd name="connsiteY423" fmla="*/ 1712580 h 6152920"/>
                <a:gd name="connsiteX424" fmla="*/ 1885136 w 6150337"/>
                <a:gd name="connsiteY424" fmla="*/ 1687357 h 6152920"/>
                <a:gd name="connsiteX425" fmla="*/ 1960404 w 6150337"/>
                <a:gd name="connsiteY425" fmla="*/ 1625937 h 6152920"/>
                <a:gd name="connsiteX426" fmla="*/ 1979028 w 6150337"/>
                <a:gd name="connsiteY426" fmla="*/ 1610032 h 6152920"/>
                <a:gd name="connsiteX427" fmla="*/ 1991026 w 6150337"/>
                <a:gd name="connsiteY427" fmla="*/ 1602191 h 6152920"/>
                <a:gd name="connsiteX428" fmla="*/ 2081593 w 6150337"/>
                <a:gd name="connsiteY428" fmla="*/ 1538905 h 6152920"/>
                <a:gd name="connsiteX429" fmla="*/ 2140883 w 6150337"/>
                <a:gd name="connsiteY429" fmla="*/ 1504260 h 6152920"/>
                <a:gd name="connsiteX430" fmla="*/ 2166333 w 6150337"/>
                <a:gd name="connsiteY430" fmla="*/ 1487627 h 6152920"/>
                <a:gd name="connsiteX431" fmla="*/ 2187413 w 6150337"/>
                <a:gd name="connsiteY431" fmla="*/ 1477070 h 6152920"/>
                <a:gd name="connsiteX432" fmla="*/ 2226820 w 6150337"/>
                <a:gd name="connsiteY432" fmla="*/ 1454042 h 6152920"/>
                <a:gd name="connsiteX433" fmla="*/ 2347072 w 6150337"/>
                <a:gd name="connsiteY433" fmla="*/ 1397102 h 6152920"/>
                <a:gd name="connsiteX434" fmla="*/ 2348319 w 6150337"/>
                <a:gd name="connsiteY434" fmla="*/ 1396478 h 6152920"/>
                <a:gd name="connsiteX435" fmla="*/ 2348639 w 6150337"/>
                <a:gd name="connsiteY435" fmla="*/ 1396360 h 6152920"/>
                <a:gd name="connsiteX436" fmla="*/ 2377487 w 6150337"/>
                <a:gd name="connsiteY436" fmla="*/ 1382700 h 6152920"/>
                <a:gd name="connsiteX437" fmla="*/ 2534205 w 6150337"/>
                <a:gd name="connsiteY437" fmla="*/ 1326415 h 6152920"/>
                <a:gd name="connsiteX438" fmla="*/ 2612971 w 6150337"/>
                <a:gd name="connsiteY438" fmla="*/ 1307277 h 6152920"/>
                <a:gd name="connsiteX439" fmla="*/ 2709335 w 6150337"/>
                <a:gd name="connsiteY439" fmla="*/ 1282298 h 6152920"/>
                <a:gd name="connsiteX440" fmla="*/ 2882979 w 6150337"/>
                <a:gd name="connsiteY440" fmla="*/ 1258001 h 6152920"/>
                <a:gd name="connsiteX441" fmla="*/ 2944068 w 6150337"/>
                <a:gd name="connsiteY441" fmla="*/ 1253219 h 6152920"/>
                <a:gd name="connsiteX442" fmla="*/ 2949175 w 6150337"/>
                <a:gd name="connsiteY442" fmla="*/ 1252524 h 6152920"/>
                <a:gd name="connsiteX443" fmla="*/ 2956410 w 6150337"/>
                <a:gd name="connsiteY443" fmla="*/ 1252252 h 6152920"/>
                <a:gd name="connsiteX444" fmla="*/ 2997450 w 6150337"/>
                <a:gd name="connsiteY444" fmla="*/ 1249039 h 6152920"/>
                <a:gd name="connsiteX445" fmla="*/ 3111790 w 6150337"/>
                <a:gd name="connsiteY445" fmla="*/ 1245237 h 6152920"/>
                <a:gd name="connsiteX446" fmla="*/ 3100273 w 6150337"/>
                <a:gd name="connsiteY446" fmla="*/ 506 h 6152920"/>
                <a:gd name="connsiteX447" fmla="*/ 3457608 w 6150337"/>
                <a:gd name="connsiteY447" fmla="*/ 27083 h 6152920"/>
                <a:gd name="connsiteX448" fmla="*/ 4112467 w 6150337"/>
                <a:gd name="connsiteY448" fmla="*/ 179471 h 6152920"/>
                <a:gd name="connsiteX449" fmla="*/ 4690335 w 6150337"/>
                <a:gd name="connsiteY449" fmla="*/ 459668 h 6152920"/>
                <a:gd name="connsiteX450" fmla="*/ 5052345 w 6150337"/>
                <a:gd name="connsiteY450" fmla="*/ 719518 h 6152920"/>
                <a:gd name="connsiteX451" fmla="*/ 5337007 w 6150337"/>
                <a:gd name="connsiteY451" fmla="*/ 989105 h 6152920"/>
                <a:gd name="connsiteX452" fmla="*/ 5727883 w 6150337"/>
                <a:gd name="connsiteY452" fmla="*/ 1511797 h 6152920"/>
                <a:gd name="connsiteX453" fmla="*/ 5986089 w 6150337"/>
                <a:gd name="connsiteY453" fmla="*/ 2070447 h 6152920"/>
                <a:gd name="connsiteX454" fmla="*/ 6108946 w 6150337"/>
                <a:gd name="connsiteY454" fmla="*/ 2538387 h 6152920"/>
                <a:gd name="connsiteX455" fmla="*/ 6136977 w 6150337"/>
                <a:gd name="connsiteY455" fmla="*/ 2767333 h 6152920"/>
                <a:gd name="connsiteX456" fmla="*/ 6150187 w 6150337"/>
                <a:gd name="connsiteY456" fmla="*/ 3217589 h 6152920"/>
                <a:gd name="connsiteX457" fmla="*/ 6123983 w 6150337"/>
                <a:gd name="connsiteY457" fmla="*/ 3498722 h 6152920"/>
                <a:gd name="connsiteX458" fmla="*/ 5981343 w 6150337"/>
                <a:gd name="connsiteY458" fmla="*/ 4097149 h 6152920"/>
                <a:gd name="connsiteX459" fmla="*/ 5775358 w 6150337"/>
                <a:gd name="connsiteY459" fmla="*/ 4556304 h 6152920"/>
                <a:gd name="connsiteX460" fmla="*/ 5758961 w 6150337"/>
                <a:gd name="connsiteY460" fmla="*/ 4542542 h 6152920"/>
                <a:gd name="connsiteX461" fmla="*/ 5584808 w 6150337"/>
                <a:gd name="connsiteY461" fmla="*/ 4393827 h 6152920"/>
                <a:gd name="connsiteX462" fmla="*/ 5521827 w 6150337"/>
                <a:gd name="connsiteY462" fmla="*/ 4363881 h 6152920"/>
                <a:gd name="connsiteX463" fmla="*/ 5680079 w 6150337"/>
                <a:gd name="connsiteY463" fmla="*/ 4001031 h 6152920"/>
                <a:gd name="connsiteX464" fmla="*/ 5805855 w 6150337"/>
                <a:gd name="connsiteY464" fmla="*/ 3502597 h 6152920"/>
                <a:gd name="connsiteX465" fmla="*/ 5838465 w 6150337"/>
                <a:gd name="connsiteY465" fmla="*/ 3216084 h 6152920"/>
                <a:gd name="connsiteX466" fmla="*/ 5825187 w 6150337"/>
                <a:gd name="connsiteY466" fmla="*/ 2814342 h 6152920"/>
                <a:gd name="connsiteX467" fmla="*/ 5784605 w 6150337"/>
                <a:gd name="connsiteY467" fmla="*/ 2529651 h 6152920"/>
                <a:gd name="connsiteX468" fmla="*/ 5589222 w 6150337"/>
                <a:gd name="connsiteY468" fmla="*/ 1926762 h 6152920"/>
                <a:gd name="connsiteX469" fmla="*/ 5196780 w 6150337"/>
                <a:gd name="connsiteY469" fmla="*/ 1309756 h 6152920"/>
                <a:gd name="connsiteX470" fmla="*/ 4896076 w 6150337"/>
                <a:gd name="connsiteY470" fmla="*/ 1001829 h 6152920"/>
                <a:gd name="connsiteX471" fmla="*/ 4555259 w 6150337"/>
                <a:gd name="connsiteY471" fmla="*/ 745471 h 6152920"/>
                <a:gd name="connsiteX472" fmla="*/ 4008872 w 6150337"/>
                <a:gd name="connsiteY472" fmla="*/ 477052 h 6152920"/>
                <a:gd name="connsiteX473" fmla="*/ 3470242 w 6150337"/>
                <a:gd name="connsiteY473" fmla="*/ 345211 h 6152920"/>
                <a:gd name="connsiteX474" fmla="*/ 3202955 w 6150337"/>
                <a:gd name="connsiteY474" fmla="*/ 319026 h 6152920"/>
                <a:gd name="connsiteX475" fmla="*/ 2797688 w 6150337"/>
                <a:gd name="connsiteY475" fmla="*/ 332198 h 6152920"/>
                <a:gd name="connsiteX476" fmla="*/ 2572288 w 6150337"/>
                <a:gd name="connsiteY476" fmla="*/ 360542 h 6152920"/>
                <a:gd name="connsiteX477" fmla="*/ 2113231 w 6150337"/>
                <a:gd name="connsiteY477" fmla="*/ 489974 h 6152920"/>
                <a:gd name="connsiteX478" fmla="*/ 1588135 w 6150337"/>
                <a:gd name="connsiteY478" fmla="*/ 754718 h 6152920"/>
                <a:gd name="connsiteX479" fmla="*/ 1275390 w 6150337"/>
                <a:gd name="connsiteY479" fmla="*/ 991800 h 6152920"/>
                <a:gd name="connsiteX480" fmla="*/ 1003600 w 6150337"/>
                <a:gd name="connsiteY480" fmla="*/ 1257845 h 6152920"/>
                <a:gd name="connsiteX481" fmla="*/ 734500 w 6150337"/>
                <a:gd name="connsiteY481" fmla="*/ 1621928 h 6152920"/>
                <a:gd name="connsiteX482" fmla="*/ 476571 w 6150337"/>
                <a:gd name="connsiteY482" fmla="*/ 2150168 h 6152920"/>
                <a:gd name="connsiteX483" fmla="*/ 365315 w 6150337"/>
                <a:gd name="connsiteY483" fmla="*/ 2569045 h 6152920"/>
                <a:gd name="connsiteX484" fmla="*/ 319812 w 6150337"/>
                <a:gd name="connsiteY484" fmla="*/ 2918233 h 6152920"/>
                <a:gd name="connsiteX485" fmla="*/ 332844 w 6150337"/>
                <a:gd name="connsiteY485" fmla="*/ 3354500 h 6152920"/>
                <a:gd name="connsiteX486" fmla="*/ 379988 w 6150337"/>
                <a:gd name="connsiteY486" fmla="*/ 3661784 h 6152920"/>
                <a:gd name="connsiteX487" fmla="*/ 569161 w 6150337"/>
                <a:gd name="connsiteY487" fmla="*/ 4231524 h 6152920"/>
                <a:gd name="connsiteX488" fmla="*/ 720344 w 6150337"/>
                <a:gd name="connsiteY488" fmla="*/ 4514027 h 6152920"/>
                <a:gd name="connsiteX489" fmla="*/ 1044318 w 6150337"/>
                <a:gd name="connsiteY489" fmla="*/ 4943634 h 6152920"/>
                <a:gd name="connsiteX490" fmla="*/ 1226334 w 6150337"/>
                <a:gd name="connsiteY490" fmla="*/ 5125347 h 6152920"/>
                <a:gd name="connsiteX491" fmla="*/ 1374552 w 6150337"/>
                <a:gd name="connsiteY491" fmla="*/ 5250850 h 6152920"/>
                <a:gd name="connsiteX492" fmla="*/ 1702397 w 6150337"/>
                <a:gd name="connsiteY492" fmla="*/ 5469997 h 6152920"/>
                <a:gd name="connsiteX493" fmla="*/ 2115406 w 6150337"/>
                <a:gd name="connsiteY493" fmla="*/ 5666869 h 6152920"/>
                <a:gd name="connsiteX494" fmla="*/ 2575544 w 6150337"/>
                <a:gd name="connsiteY494" fmla="*/ 5792294 h 6152920"/>
                <a:gd name="connsiteX495" fmla="*/ 2948966 w 6150337"/>
                <a:gd name="connsiteY495" fmla="*/ 5838514 h 6152920"/>
                <a:gd name="connsiteX496" fmla="*/ 3248302 w 6150337"/>
                <a:gd name="connsiteY496" fmla="*/ 5832153 h 6152920"/>
                <a:gd name="connsiteX497" fmla="*/ 3621407 w 6150337"/>
                <a:gd name="connsiteY497" fmla="*/ 5784288 h 6152920"/>
                <a:gd name="connsiteX498" fmla="*/ 4264062 w 6150337"/>
                <a:gd name="connsiteY498" fmla="*/ 5570858 h 6152920"/>
                <a:gd name="connsiteX499" fmla="*/ 4622417 w 6150337"/>
                <a:gd name="connsiteY499" fmla="*/ 5371716 h 6152920"/>
                <a:gd name="connsiteX500" fmla="*/ 4610798 w 6150337"/>
                <a:gd name="connsiteY500" fmla="*/ 5398868 h 6152920"/>
                <a:gd name="connsiteX501" fmla="*/ 4365314 w 6150337"/>
                <a:gd name="connsiteY501" fmla="*/ 5810146 h 6152920"/>
                <a:gd name="connsiteX502" fmla="*/ 4303633 w 6150337"/>
                <a:gd name="connsiteY502" fmla="*/ 5903548 h 6152920"/>
                <a:gd name="connsiteX503" fmla="*/ 4033090 w 6150337"/>
                <a:gd name="connsiteY503" fmla="*/ 6002885 h 6152920"/>
                <a:gd name="connsiteX504" fmla="*/ 3598979 w 6150337"/>
                <a:gd name="connsiteY504" fmla="*/ 6109636 h 6152920"/>
                <a:gd name="connsiteX505" fmla="*/ 3288380 w 6150337"/>
                <a:gd name="connsiteY505" fmla="*/ 6143705 h 6152920"/>
                <a:gd name="connsiteX506" fmla="*/ 2899007 w 6150337"/>
                <a:gd name="connsiteY506" fmla="*/ 6149929 h 6152920"/>
                <a:gd name="connsiteX507" fmla="*/ 2422962 w 6150337"/>
                <a:gd name="connsiteY507" fmla="*/ 6084077 h 6152920"/>
                <a:gd name="connsiteX508" fmla="*/ 1808080 w 6150337"/>
                <a:gd name="connsiteY508" fmla="*/ 5880437 h 6152920"/>
                <a:gd name="connsiteX509" fmla="*/ 1218563 w 6150337"/>
                <a:gd name="connsiteY509" fmla="*/ 5528026 h 6152920"/>
                <a:gd name="connsiteX510" fmla="*/ 825100 w 6150337"/>
                <a:gd name="connsiteY510" fmla="*/ 5172627 h 6152920"/>
                <a:gd name="connsiteX511" fmla="*/ 562563 w 6150337"/>
                <a:gd name="connsiteY511" fmla="*/ 4847916 h 6152920"/>
                <a:gd name="connsiteX512" fmla="*/ 282711 w 6150337"/>
                <a:gd name="connsiteY512" fmla="*/ 4363830 h 6152920"/>
                <a:gd name="connsiteX513" fmla="*/ 109984 w 6150337"/>
                <a:gd name="connsiteY513" fmla="*/ 3883908 h 6152920"/>
                <a:gd name="connsiteX514" fmla="*/ 35226 w 6150337"/>
                <a:gd name="connsiteY514" fmla="*/ 3541934 h 6152920"/>
                <a:gd name="connsiteX515" fmla="*/ 13199 w 6150337"/>
                <a:gd name="connsiteY515" fmla="*/ 3314881 h 6152920"/>
                <a:gd name="connsiteX516" fmla="*/ 449 w 6150337"/>
                <a:gd name="connsiteY516" fmla="*/ 3072232 h 6152920"/>
                <a:gd name="connsiteX517" fmla="*/ 27113 w 6150337"/>
                <a:gd name="connsiteY517" fmla="*/ 2701061 h 6152920"/>
                <a:gd name="connsiteX518" fmla="*/ 179088 w 6150337"/>
                <a:gd name="connsiteY518" fmla="*/ 2046067 h 6152920"/>
                <a:gd name="connsiteX519" fmla="*/ 419493 w 6150337"/>
                <a:gd name="connsiteY519" fmla="*/ 1534637 h 6152920"/>
                <a:gd name="connsiteX520" fmla="*/ 653585 w 6150337"/>
                <a:gd name="connsiteY520" fmla="*/ 1184317 h 6152920"/>
                <a:gd name="connsiteX521" fmla="*/ 1005420 w 6150337"/>
                <a:gd name="connsiteY521" fmla="*/ 804069 h 6152920"/>
                <a:gd name="connsiteX522" fmla="*/ 1436383 w 6150337"/>
                <a:gd name="connsiteY522" fmla="*/ 476258 h 6152920"/>
                <a:gd name="connsiteX523" fmla="*/ 1661894 w 6150337"/>
                <a:gd name="connsiteY523" fmla="*/ 347766 h 6152920"/>
                <a:gd name="connsiteX524" fmla="*/ 2174513 w 6150337"/>
                <a:gd name="connsiteY524" fmla="*/ 138049 h 6152920"/>
                <a:gd name="connsiteX525" fmla="*/ 2557609 w 6150337"/>
                <a:gd name="connsiteY525" fmla="*/ 48610 h 6152920"/>
                <a:gd name="connsiteX526" fmla="*/ 2840358 w 6150337"/>
                <a:gd name="connsiteY526" fmla="*/ 13593 h 6152920"/>
                <a:gd name="connsiteX527" fmla="*/ 3100273 w 6150337"/>
                <a:gd name="connsiteY527" fmla="*/ 506 h 615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Lst>
              <a:rect l="l" t="t" r="r" b="b"/>
              <a:pathLst>
                <a:path w="6150337" h="6152920">
                  <a:moveTo>
                    <a:pt x="3077767" y="4380040"/>
                  </a:moveTo>
                  <a:cubicBezTo>
                    <a:pt x="3166239" y="4380040"/>
                    <a:pt x="3237959" y="4451358"/>
                    <a:pt x="3237959" y="4539333"/>
                  </a:cubicBezTo>
                  <a:cubicBezTo>
                    <a:pt x="3237959" y="4627308"/>
                    <a:pt x="3166239" y="4698626"/>
                    <a:pt x="3077767" y="4698626"/>
                  </a:cubicBezTo>
                  <a:cubicBezTo>
                    <a:pt x="2989295" y="4698626"/>
                    <a:pt x="2917575" y="4627308"/>
                    <a:pt x="2917575" y="4539333"/>
                  </a:cubicBezTo>
                  <a:cubicBezTo>
                    <a:pt x="2917575" y="4451358"/>
                    <a:pt x="2989295" y="4380040"/>
                    <a:pt x="3077767" y="4380040"/>
                  </a:cubicBezTo>
                  <a:close/>
                  <a:moveTo>
                    <a:pt x="2045455" y="3950217"/>
                  </a:moveTo>
                  <a:cubicBezTo>
                    <a:pt x="2133803" y="3950217"/>
                    <a:pt x="2205423" y="4022064"/>
                    <a:pt x="2205423" y="4110692"/>
                  </a:cubicBezTo>
                  <a:cubicBezTo>
                    <a:pt x="2205423" y="4199320"/>
                    <a:pt x="2133803" y="4271167"/>
                    <a:pt x="2045455" y="4271167"/>
                  </a:cubicBezTo>
                  <a:cubicBezTo>
                    <a:pt x="1957107" y="4271167"/>
                    <a:pt x="1885487" y="4199320"/>
                    <a:pt x="1885487" y="4110692"/>
                  </a:cubicBezTo>
                  <a:cubicBezTo>
                    <a:pt x="1885487" y="4022064"/>
                    <a:pt x="1957107" y="3950217"/>
                    <a:pt x="2045455" y="3950217"/>
                  </a:cubicBezTo>
                  <a:close/>
                  <a:moveTo>
                    <a:pt x="4539875" y="2918366"/>
                  </a:moveTo>
                  <a:cubicBezTo>
                    <a:pt x="4628321" y="2918366"/>
                    <a:pt x="4700021" y="2989924"/>
                    <a:pt x="4700021" y="3078195"/>
                  </a:cubicBezTo>
                  <a:cubicBezTo>
                    <a:pt x="4700021" y="3166466"/>
                    <a:pt x="4628321" y="3238024"/>
                    <a:pt x="4539875" y="3238024"/>
                  </a:cubicBezTo>
                  <a:cubicBezTo>
                    <a:pt x="4451429" y="3238024"/>
                    <a:pt x="4379729" y="3166466"/>
                    <a:pt x="4379729" y="3078195"/>
                  </a:cubicBezTo>
                  <a:cubicBezTo>
                    <a:pt x="4379729" y="2989924"/>
                    <a:pt x="4451429" y="2918366"/>
                    <a:pt x="4539875" y="2918366"/>
                  </a:cubicBezTo>
                  <a:close/>
                  <a:moveTo>
                    <a:pt x="1617511" y="2916673"/>
                  </a:moveTo>
                  <a:cubicBezTo>
                    <a:pt x="1706065" y="2916673"/>
                    <a:pt x="1777853" y="2987373"/>
                    <a:pt x="1777853" y="3074586"/>
                  </a:cubicBezTo>
                  <a:cubicBezTo>
                    <a:pt x="1777853" y="3161799"/>
                    <a:pt x="1706065" y="3232499"/>
                    <a:pt x="1617511" y="3232499"/>
                  </a:cubicBezTo>
                  <a:cubicBezTo>
                    <a:pt x="1528957" y="3232499"/>
                    <a:pt x="1457169" y="3161799"/>
                    <a:pt x="1457169" y="3074586"/>
                  </a:cubicBezTo>
                  <a:cubicBezTo>
                    <a:pt x="1457169" y="2987373"/>
                    <a:pt x="1528957" y="2916673"/>
                    <a:pt x="1617511" y="2916673"/>
                  </a:cubicBezTo>
                  <a:close/>
                  <a:moveTo>
                    <a:pt x="4110697" y="1887870"/>
                  </a:moveTo>
                  <a:cubicBezTo>
                    <a:pt x="4198582" y="1887870"/>
                    <a:pt x="4269826" y="1958737"/>
                    <a:pt x="4269826" y="2046158"/>
                  </a:cubicBezTo>
                  <a:cubicBezTo>
                    <a:pt x="4269826" y="2133577"/>
                    <a:pt x="4198582" y="2204445"/>
                    <a:pt x="4110697" y="2204445"/>
                  </a:cubicBezTo>
                  <a:cubicBezTo>
                    <a:pt x="4022812" y="2204445"/>
                    <a:pt x="3951568" y="2133577"/>
                    <a:pt x="3951568" y="2046158"/>
                  </a:cubicBezTo>
                  <a:cubicBezTo>
                    <a:pt x="3951568" y="1958737"/>
                    <a:pt x="4022812" y="1887870"/>
                    <a:pt x="4110697" y="1887870"/>
                  </a:cubicBezTo>
                  <a:close/>
                  <a:moveTo>
                    <a:pt x="2045246" y="1887729"/>
                  </a:moveTo>
                  <a:cubicBezTo>
                    <a:pt x="2132637" y="1887729"/>
                    <a:pt x="2203481" y="1958718"/>
                    <a:pt x="2203481" y="2046287"/>
                  </a:cubicBezTo>
                  <a:cubicBezTo>
                    <a:pt x="2203481" y="2133856"/>
                    <a:pt x="2132637" y="2204845"/>
                    <a:pt x="2045246" y="2204845"/>
                  </a:cubicBezTo>
                  <a:cubicBezTo>
                    <a:pt x="1957855" y="2204845"/>
                    <a:pt x="1887011" y="2133856"/>
                    <a:pt x="1887011" y="2046287"/>
                  </a:cubicBezTo>
                  <a:cubicBezTo>
                    <a:pt x="1887011" y="1958718"/>
                    <a:pt x="1957855" y="1887729"/>
                    <a:pt x="2045246" y="1887729"/>
                  </a:cubicBezTo>
                  <a:close/>
                  <a:moveTo>
                    <a:pt x="3034786" y="1838321"/>
                  </a:moveTo>
                  <a:lnTo>
                    <a:pt x="3151592" y="1841079"/>
                  </a:lnTo>
                  <a:lnTo>
                    <a:pt x="3174863" y="1841319"/>
                  </a:lnTo>
                  <a:lnTo>
                    <a:pt x="3178549" y="1841714"/>
                  </a:lnTo>
                  <a:lnTo>
                    <a:pt x="3190442" y="1841995"/>
                  </a:lnTo>
                  <a:cubicBezTo>
                    <a:pt x="3325513" y="1849892"/>
                    <a:pt x="3455272" y="1887601"/>
                    <a:pt x="3580219" y="1941768"/>
                  </a:cubicBezTo>
                  <a:lnTo>
                    <a:pt x="3662448" y="1983419"/>
                  </a:lnTo>
                  <a:lnTo>
                    <a:pt x="3679075" y="1991302"/>
                  </a:lnTo>
                  <a:lnTo>
                    <a:pt x="3683520" y="1994092"/>
                  </a:lnTo>
                  <a:lnTo>
                    <a:pt x="3717366" y="2011235"/>
                  </a:lnTo>
                  <a:lnTo>
                    <a:pt x="3774050" y="2050901"/>
                  </a:lnTo>
                  <a:lnTo>
                    <a:pt x="3800718" y="2067635"/>
                  </a:lnTo>
                  <a:lnTo>
                    <a:pt x="3818990" y="2082349"/>
                  </a:lnTo>
                  <a:lnTo>
                    <a:pt x="3842368" y="2098708"/>
                  </a:lnTo>
                  <a:lnTo>
                    <a:pt x="3866657" y="2120732"/>
                  </a:lnTo>
                  <a:lnTo>
                    <a:pt x="3912396" y="2157562"/>
                  </a:lnTo>
                  <a:cubicBezTo>
                    <a:pt x="3947973" y="2189772"/>
                    <a:pt x="3981907" y="2224198"/>
                    <a:pt x="4014218" y="2260796"/>
                  </a:cubicBezTo>
                  <a:lnTo>
                    <a:pt x="4043920" y="2298748"/>
                  </a:lnTo>
                  <a:lnTo>
                    <a:pt x="4051239" y="2306757"/>
                  </a:lnTo>
                  <a:lnTo>
                    <a:pt x="4070074" y="2332168"/>
                  </a:lnTo>
                  <a:lnTo>
                    <a:pt x="4104466" y="2376112"/>
                  </a:lnTo>
                  <a:lnTo>
                    <a:pt x="4112510" y="2389415"/>
                  </a:lnTo>
                  <a:lnTo>
                    <a:pt x="4122659" y="2403107"/>
                  </a:lnTo>
                  <a:cubicBezTo>
                    <a:pt x="4166646" y="2469483"/>
                    <a:pt x="4203292" y="2540080"/>
                    <a:pt x="4232042" y="2614516"/>
                  </a:cubicBezTo>
                  <a:lnTo>
                    <a:pt x="4234713" y="2622754"/>
                  </a:lnTo>
                  <a:lnTo>
                    <a:pt x="4238890" y="2632013"/>
                  </a:lnTo>
                  <a:cubicBezTo>
                    <a:pt x="4256195" y="2677372"/>
                    <a:pt x="4270958" y="2724051"/>
                    <a:pt x="4283189" y="2772002"/>
                  </a:cubicBezTo>
                  <a:cubicBezTo>
                    <a:pt x="4295878" y="2821754"/>
                    <a:pt x="4305717" y="2871850"/>
                    <a:pt x="4311800" y="2922809"/>
                  </a:cubicBezTo>
                  <a:lnTo>
                    <a:pt x="4316051" y="3031930"/>
                  </a:lnTo>
                  <a:lnTo>
                    <a:pt x="4317989" y="3059037"/>
                  </a:lnTo>
                  <a:lnTo>
                    <a:pt x="4317752" y="3075562"/>
                  </a:lnTo>
                  <a:lnTo>
                    <a:pt x="4317878" y="3078811"/>
                  </a:lnTo>
                  <a:lnTo>
                    <a:pt x="4317586" y="3086998"/>
                  </a:lnTo>
                  <a:lnTo>
                    <a:pt x="4316281" y="3177554"/>
                  </a:lnTo>
                  <a:lnTo>
                    <a:pt x="4313757" y="3194558"/>
                  </a:lnTo>
                  <a:lnTo>
                    <a:pt x="4312554" y="3228384"/>
                  </a:lnTo>
                  <a:cubicBezTo>
                    <a:pt x="4307428" y="3277292"/>
                    <a:pt x="4299042" y="3325283"/>
                    <a:pt x="4287666" y="3372450"/>
                  </a:cubicBezTo>
                  <a:lnTo>
                    <a:pt x="4275667" y="3411430"/>
                  </a:lnTo>
                  <a:lnTo>
                    <a:pt x="4262090" y="3459551"/>
                  </a:lnTo>
                  <a:lnTo>
                    <a:pt x="4256014" y="3475272"/>
                  </a:lnTo>
                  <a:lnTo>
                    <a:pt x="4244840" y="3511570"/>
                  </a:lnTo>
                  <a:cubicBezTo>
                    <a:pt x="4227755" y="3557183"/>
                    <a:pt x="4207952" y="3602064"/>
                    <a:pt x="4185699" y="3646310"/>
                  </a:cubicBezTo>
                  <a:lnTo>
                    <a:pt x="4142488" y="3717902"/>
                  </a:lnTo>
                  <a:lnTo>
                    <a:pt x="3943066" y="3717902"/>
                  </a:lnTo>
                  <a:lnTo>
                    <a:pt x="3989423" y="3650852"/>
                  </a:lnTo>
                  <a:cubicBezTo>
                    <a:pt x="4092118" y="3484395"/>
                    <a:pt x="4149623" y="3311013"/>
                    <a:pt x="4157524" y="3129943"/>
                  </a:cubicBezTo>
                  <a:lnTo>
                    <a:pt x="4154139" y="2995064"/>
                  </a:lnTo>
                  <a:lnTo>
                    <a:pt x="4153798" y="2990935"/>
                  </a:lnTo>
                  <a:lnTo>
                    <a:pt x="4131617" y="2852478"/>
                  </a:lnTo>
                  <a:lnTo>
                    <a:pt x="4107345" y="2769485"/>
                  </a:lnTo>
                  <a:lnTo>
                    <a:pt x="4087254" y="2703883"/>
                  </a:lnTo>
                  <a:lnTo>
                    <a:pt x="4032505" y="2585205"/>
                  </a:lnTo>
                  <a:lnTo>
                    <a:pt x="3999775" y="2519494"/>
                  </a:lnTo>
                  <a:lnTo>
                    <a:pt x="3986297" y="2500587"/>
                  </a:lnTo>
                  <a:lnTo>
                    <a:pt x="3895576" y="2375230"/>
                  </a:lnTo>
                  <a:lnTo>
                    <a:pt x="3749822" y="2235900"/>
                  </a:lnTo>
                  <a:lnTo>
                    <a:pt x="3599034" y="2137012"/>
                  </a:lnTo>
                  <a:lnTo>
                    <a:pt x="3582567" y="2127461"/>
                  </a:lnTo>
                  <a:lnTo>
                    <a:pt x="3557355" y="2115228"/>
                  </a:lnTo>
                  <a:lnTo>
                    <a:pt x="3484282" y="2081547"/>
                  </a:lnTo>
                  <a:cubicBezTo>
                    <a:pt x="3357222" y="2030042"/>
                    <a:pt x="3219387" y="2001930"/>
                    <a:pt x="3078294" y="2001870"/>
                  </a:cubicBezTo>
                  <a:cubicBezTo>
                    <a:pt x="2901927" y="2001797"/>
                    <a:pt x="2720469" y="2045556"/>
                    <a:pt x="2548599" y="2142257"/>
                  </a:cubicBezTo>
                  <a:lnTo>
                    <a:pt x="2450877" y="2204088"/>
                  </a:lnTo>
                  <a:lnTo>
                    <a:pt x="2444504" y="2208462"/>
                  </a:lnTo>
                  <a:lnTo>
                    <a:pt x="2379787" y="2259260"/>
                  </a:lnTo>
                  <a:lnTo>
                    <a:pt x="2287599" y="2346446"/>
                  </a:lnTo>
                  <a:lnTo>
                    <a:pt x="2234931" y="2410765"/>
                  </a:lnTo>
                  <a:lnTo>
                    <a:pt x="2168497" y="2506852"/>
                  </a:lnTo>
                  <a:cubicBezTo>
                    <a:pt x="2065803" y="2673310"/>
                    <a:pt x="2008298" y="2846691"/>
                    <a:pt x="2000397" y="3027761"/>
                  </a:cubicBezTo>
                  <a:lnTo>
                    <a:pt x="2003783" y="3162640"/>
                  </a:lnTo>
                  <a:lnTo>
                    <a:pt x="2004123" y="3166768"/>
                  </a:lnTo>
                  <a:lnTo>
                    <a:pt x="2026303" y="3305226"/>
                  </a:lnTo>
                  <a:lnTo>
                    <a:pt x="2050576" y="3388220"/>
                  </a:lnTo>
                  <a:lnTo>
                    <a:pt x="2070667" y="3453821"/>
                  </a:lnTo>
                  <a:lnTo>
                    <a:pt x="2125416" y="3572499"/>
                  </a:lnTo>
                  <a:lnTo>
                    <a:pt x="2158147" y="3638210"/>
                  </a:lnTo>
                  <a:lnTo>
                    <a:pt x="2171627" y="3657120"/>
                  </a:lnTo>
                  <a:lnTo>
                    <a:pt x="2262345" y="3782475"/>
                  </a:lnTo>
                  <a:lnTo>
                    <a:pt x="2408098" y="3921805"/>
                  </a:lnTo>
                  <a:lnTo>
                    <a:pt x="2558886" y="4020693"/>
                  </a:lnTo>
                  <a:lnTo>
                    <a:pt x="2575354" y="4030244"/>
                  </a:lnTo>
                  <a:lnTo>
                    <a:pt x="2600565" y="4042475"/>
                  </a:lnTo>
                  <a:lnTo>
                    <a:pt x="2673638" y="4076158"/>
                  </a:lnTo>
                  <a:cubicBezTo>
                    <a:pt x="2959524" y="4192043"/>
                    <a:pt x="3299954" y="4189509"/>
                    <a:pt x="3609321" y="4015447"/>
                  </a:cubicBezTo>
                  <a:lnTo>
                    <a:pt x="3707044" y="3953616"/>
                  </a:lnTo>
                  <a:lnTo>
                    <a:pt x="3713415" y="3949242"/>
                  </a:lnTo>
                  <a:lnTo>
                    <a:pt x="3766005" y="3907963"/>
                  </a:lnTo>
                  <a:lnTo>
                    <a:pt x="3766005" y="4113493"/>
                  </a:lnTo>
                  <a:lnTo>
                    <a:pt x="3717775" y="4145656"/>
                  </a:lnTo>
                  <a:cubicBezTo>
                    <a:pt x="3683762" y="4166072"/>
                    <a:pt x="3648653" y="4184974"/>
                    <a:pt x="3612468" y="4202401"/>
                  </a:cubicBezTo>
                  <a:lnTo>
                    <a:pt x="3550253" y="4226510"/>
                  </a:lnTo>
                  <a:lnTo>
                    <a:pt x="3530451" y="4235249"/>
                  </a:lnTo>
                  <a:lnTo>
                    <a:pt x="3506797" y="4243351"/>
                  </a:lnTo>
                  <a:lnTo>
                    <a:pt x="3449890" y="4265405"/>
                  </a:lnTo>
                  <a:lnTo>
                    <a:pt x="3421267" y="4272080"/>
                  </a:lnTo>
                  <a:lnTo>
                    <a:pt x="3320899" y="4297230"/>
                  </a:lnTo>
                  <a:lnTo>
                    <a:pt x="3304961" y="4299206"/>
                  </a:lnTo>
                  <a:lnTo>
                    <a:pt x="3279346" y="4305181"/>
                  </a:lnTo>
                  <a:lnTo>
                    <a:pt x="3194823" y="4312866"/>
                  </a:lnTo>
                  <a:lnTo>
                    <a:pt x="3152297" y="4318140"/>
                  </a:lnTo>
                  <a:lnTo>
                    <a:pt x="3138401" y="4317996"/>
                  </a:lnTo>
                  <a:lnTo>
                    <a:pt x="3123134" y="4319384"/>
                  </a:lnTo>
                  <a:lnTo>
                    <a:pt x="3006325" y="4316627"/>
                  </a:lnTo>
                  <a:lnTo>
                    <a:pt x="2983058" y="4316386"/>
                  </a:lnTo>
                  <a:lnTo>
                    <a:pt x="2979372" y="4315990"/>
                  </a:lnTo>
                  <a:lnTo>
                    <a:pt x="2967479" y="4315710"/>
                  </a:lnTo>
                  <a:cubicBezTo>
                    <a:pt x="2832407" y="4307814"/>
                    <a:pt x="2702649" y="4270104"/>
                    <a:pt x="2577701" y="4215937"/>
                  </a:cubicBezTo>
                  <a:lnTo>
                    <a:pt x="2495470" y="4174286"/>
                  </a:lnTo>
                  <a:lnTo>
                    <a:pt x="2478845" y="4166403"/>
                  </a:lnTo>
                  <a:lnTo>
                    <a:pt x="2474400" y="4163613"/>
                  </a:lnTo>
                  <a:lnTo>
                    <a:pt x="2440553" y="4146470"/>
                  </a:lnTo>
                  <a:lnTo>
                    <a:pt x="2383870" y="4106804"/>
                  </a:lnTo>
                  <a:lnTo>
                    <a:pt x="2357202" y="4090070"/>
                  </a:lnTo>
                  <a:lnTo>
                    <a:pt x="2338930" y="4075356"/>
                  </a:lnTo>
                  <a:lnTo>
                    <a:pt x="2315553" y="4058996"/>
                  </a:lnTo>
                  <a:lnTo>
                    <a:pt x="2291264" y="4036973"/>
                  </a:lnTo>
                  <a:lnTo>
                    <a:pt x="2245525" y="4000143"/>
                  </a:lnTo>
                  <a:cubicBezTo>
                    <a:pt x="2209948" y="3967933"/>
                    <a:pt x="2176013" y="3933506"/>
                    <a:pt x="2143703" y="3896908"/>
                  </a:cubicBezTo>
                  <a:lnTo>
                    <a:pt x="2114001" y="3858955"/>
                  </a:lnTo>
                  <a:lnTo>
                    <a:pt x="2106682" y="3850948"/>
                  </a:lnTo>
                  <a:lnTo>
                    <a:pt x="2087847" y="3825537"/>
                  </a:lnTo>
                  <a:lnTo>
                    <a:pt x="2053454" y="3781592"/>
                  </a:lnTo>
                  <a:lnTo>
                    <a:pt x="2045411" y="3768288"/>
                  </a:lnTo>
                  <a:lnTo>
                    <a:pt x="2035262" y="3754597"/>
                  </a:lnTo>
                  <a:cubicBezTo>
                    <a:pt x="1991274" y="3688221"/>
                    <a:pt x="1954628" y="3617624"/>
                    <a:pt x="1925880" y="3543188"/>
                  </a:cubicBezTo>
                  <a:lnTo>
                    <a:pt x="1923207" y="3534951"/>
                  </a:lnTo>
                  <a:lnTo>
                    <a:pt x="1919032" y="3525690"/>
                  </a:lnTo>
                  <a:cubicBezTo>
                    <a:pt x="1901726" y="3480331"/>
                    <a:pt x="1886963" y="3433652"/>
                    <a:pt x="1874733" y="3385702"/>
                  </a:cubicBezTo>
                  <a:cubicBezTo>
                    <a:pt x="1862042" y="3335949"/>
                    <a:pt x="1852204" y="3285854"/>
                    <a:pt x="1846122" y="3234895"/>
                  </a:cubicBezTo>
                  <a:lnTo>
                    <a:pt x="1841870" y="3125774"/>
                  </a:lnTo>
                  <a:lnTo>
                    <a:pt x="1839931" y="3098666"/>
                  </a:lnTo>
                  <a:lnTo>
                    <a:pt x="1840170" y="3082142"/>
                  </a:lnTo>
                  <a:lnTo>
                    <a:pt x="1840043" y="3078893"/>
                  </a:lnTo>
                  <a:lnTo>
                    <a:pt x="1840334" y="3070705"/>
                  </a:lnTo>
                  <a:lnTo>
                    <a:pt x="1841640" y="2980150"/>
                  </a:lnTo>
                  <a:lnTo>
                    <a:pt x="1844163" y="2963146"/>
                  </a:lnTo>
                  <a:lnTo>
                    <a:pt x="1845367" y="2929320"/>
                  </a:lnTo>
                  <a:cubicBezTo>
                    <a:pt x="1850493" y="2880412"/>
                    <a:pt x="1858879" y="2832421"/>
                    <a:pt x="1870254" y="2785255"/>
                  </a:cubicBezTo>
                  <a:lnTo>
                    <a:pt x="1882254" y="2746273"/>
                  </a:lnTo>
                  <a:lnTo>
                    <a:pt x="1895830" y="2698153"/>
                  </a:lnTo>
                  <a:lnTo>
                    <a:pt x="1901907" y="2682432"/>
                  </a:lnTo>
                  <a:lnTo>
                    <a:pt x="1913081" y="2646134"/>
                  </a:lnTo>
                  <a:cubicBezTo>
                    <a:pt x="1930165" y="2600521"/>
                    <a:pt x="1949970" y="2555640"/>
                    <a:pt x="1972222" y="2511395"/>
                  </a:cubicBezTo>
                  <a:cubicBezTo>
                    <a:pt x="2022580" y="2411267"/>
                    <a:pt x="2088160" y="2321175"/>
                    <a:pt x="2164191" y="2237818"/>
                  </a:cubicBezTo>
                  <a:cubicBezTo>
                    <a:pt x="2273195" y="2118312"/>
                    <a:pt x="2400710" y="2025012"/>
                    <a:pt x="2545452" y="1955304"/>
                  </a:cubicBezTo>
                  <a:lnTo>
                    <a:pt x="2607667" y="1931195"/>
                  </a:lnTo>
                  <a:lnTo>
                    <a:pt x="2627469" y="1922455"/>
                  </a:lnTo>
                  <a:lnTo>
                    <a:pt x="2651124" y="1914354"/>
                  </a:lnTo>
                  <a:lnTo>
                    <a:pt x="2708031" y="1892300"/>
                  </a:lnTo>
                  <a:lnTo>
                    <a:pt x="2736654" y="1885625"/>
                  </a:lnTo>
                  <a:lnTo>
                    <a:pt x="2837022" y="1860475"/>
                  </a:lnTo>
                  <a:lnTo>
                    <a:pt x="2852959" y="1858499"/>
                  </a:lnTo>
                  <a:lnTo>
                    <a:pt x="2878575" y="1852525"/>
                  </a:lnTo>
                  <a:lnTo>
                    <a:pt x="2963098" y="1844840"/>
                  </a:lnTo>
                  <a:lnTo>
                    <a:pt x="3005624" y="1839566"/>
                  </a:lnTo>
                  <a:lnTo>
                    <a:pt x="3019519" y="1839709"/>
                  </a:lnTo>
                  <a:close/>
                  <a:moveTo>
                    <a:pt x="3078232" y="1458039"/>
                  </a:moveTo>
                  <a:cubicBezTo>
                    <a:pt x="3166788" y="1458039"/>
                    <a:pt x="3238576" y="1529412"/>
                    <a:pt x="3238576" y="1617455"/>
                  </a:cubicBezTo>
                  <a:cubicBezTo>
                    <a:pt x="3238576" y="1705498"/>
                    <a:pt x="3166788" y="1776871"/>
                    <a:pt x="3078232" y="1776871"/>
                  </a:cubicBezTo>
                  <a:cubicBezTo>
                    <a:pt x="2989676" y="1776871"/>
                    <a:pt x="2917888" y="1705498"/>
                    <a:pt x="2917888" y="1617455"/>
                  </a:cubicBezTo>
                  <a:cubicBezTo>
                    <a:pt x="2917888" y="1529412"/>
                    <a:pt x="2989676" y="1458039"/>
                    <a:pt x="3078232" y="1458039"/>
                  </a:cubicBezTo>
                  <a:close/>
                  <a:moveTo>
                    <a:pt x="3111790" y="1245237"/>
                  </a:moveTo>
                  <a:lnTo>
                    <a:pt x="3122948" y="1245985"/>
                  </a:lnTo>
                  <a:lnTo>
                    <a:pt x="3134444" y="1245552"/>
                  </a:lnTo>
                  <a:lnTo>
                    <a:pt x="3205187" y="1251494"/>
                  </a:lnTo>
                  <a:lnTo>
                    <a:pt x="3274906" y="1256166"/>
                  </a:lnTo>
                  <a:lnTo>
                    <a:pt x="3292599" y="1258838"/>
                  </a:lnTo>
                  <a:lnTo>
                    <a:pt x="3360755" y="1264564"/>
                  </a:lnTo>
                  <a:cubicBezTo>
                    <a:pt x="3435509" y="1275557"/>
                    <a:pt x="3509354" y="1291875"/>
                    <a:pt x="3581606" y="1315514"/>
                  </a:cubicBezTo>
                  <a:lnTo>
                    <a:pt x="3585158" y="1316785"/>
                  </a:lnTo>
                  <a:lnTo>
                    <a:pt x="3593465" y="1318805"/>
                  </a:lnTo>
                  <a:cubicBezTo>
                    <a:pt x="3645631" y="1334042"/>
                    <a:pt x="3697308" y="1351766"/>
                    <a:pt x="3748458" y="1372110"/>
                  </a:cubicBezTo>
                  <a:lnTo>
                    <a:pt x="3819586" y="1405730"/>
                  </a:lnTo>
                  <a:lnTo>
                    <a:pt x="3915725" y="1447178"/>
                  </a:lnTo>
                  <a:lnTo>
                    <a:pt x="3960092" y="1472141"/>
                  </a:lnTo>
                  <a:lnTo>
                    <a:pt x="3974204" y="1478811"/>
                  </a:lnTo>
                  <a:lnTo>
                    <a:pt x="3988410" y="1488074"/>
                  </a:lnTo>
                  <a:lnTo>
                    <a:pt x="4083202" y="1541410"/>
                  </a:lnTo>
                  <a:lnTo>
                    <a:pt x="4157873" y="1598577"/>
                  </a:lnTo>
                  <a:lnTo>
                    <a:pt x="4182860" y="1614870"/>
                  </a:lnTo>
                  <a:lnTo>
                    <a:pt x="4210692" y="1639013"/>
                  </a:lnTo>
                  <a:lnTo>
                    <a:pt x="4236294" y="1658613"/>
                  </a:lnTo>
                  <a:lnTo>
                    <a:pt x="4284737" y="1703244"/>
                  </a:lnTo>
                  <a:lnTo>
                    <a:pt x="4363314" y="1771409"/>
                  </a:lnTo>
                  <a:lnTo>
                    <a:pt x="4383565" y="1794298"/>
                  </a:lnTo>
                  <a:lnTo>
                    <a:pt x="4405239" y="1814266"/>
                  </a:lnTo>
                  <a:cubicBezTo>
                    <a:pt x="4454465" y="1863822"/>
                    <a:pt x="4499638" y="1916606"/>
                    <a:pt x="4541389" y="1972028"/>
                  </a:cubicBezTo>
                  <a:lnTo>
                    <a:pt x="4613101" y="2079703"/>
                  </a:lnTo>
                  <a:lnTo>
                    <a:pt x="4631301" y="2105469"/>
                  </a:lnTo>
                  <a:lnTo>
                    <a:pt x="4636847" y="2115359"/>
                  </a:lnTo>
                  <a:lnTo>
                    <a:pt x="4657004" y="2145624"/>
                  </a:lnTo>
                  <a:cubicBezTo>
                    <a:pt x="4756054" y="2313180"/>
                    <a:pt x="4826730" y="2492252"/>
                    <a:pt x="4869504" y="2681835"/>
                  </a:cubicBezTo>
                  <a:cubicBezTo>
                    <a:pt x="4883863" y="2745484"/>
                    <a:pt x="4892337" y="2810839"/>
                    <a:pt x="4898380" y="2875891"/>
                  </a:cubicBezTo>
                  <a:lnTo>
                    <a:pt x="4902234" y="2921191"/>
                  </a:lnTo>
                  <a:lnTo>
                    <a:pt x="4907833" y="2968403"/>
                  </a:lnTo>
                  <a:lnTo>
                    <a:pt x="4908051" y="2989540"/>
                  </a:lnTo>
                  <a:lnTo>
                    <a:pt x="4908846" y="2998887"/>
                  </a:lnTo>
                  <a:cubicBezTo>
                    <a:pt x="4911541" y="3039946"/>
                    <a:pt x="4912957" y="3081010"/>
                    <a:pt x="4911639" y="3121915"/>
                  </a:cubicBezTo>
                  <a:lnTo>
                    <a:pt x="4909647" y="3144631"/>
                  </a:lnTo>
                  <a:lnTo>
                    <a:pt x="4909871" y="3166397"/>
                  </a:lnTo>
                  <a:cubicBezTo>
                    <a:pt x="4906901" y="3218373"/>
                    <a:pt x="4902088" y="3269993"/>
                    <a:pt x="4895285" y="3321212"/>
                  </a:cubicBezTo>
                  <a:lnTo>
                    <a:pt x="4893025" y="3334206"/>
                  </a:lnTo>
                  <a:lnTo>
                    <a:pt x="4891255" y="3354391"/>
                  </a:lnTo>
                  <a:cubicBezTo>
                    <a:pt x="4879870" y="3431295"/>
                    <a:pt x="4863585" y="3507534"/>
                    <a:pt x="4841478" y="3582873"/>
                  </a:cubicBezTo>
                  <a:lnTo>
                    <a:pt x="4835578" y="3599941"/>
                  </a:lnTo>
                  <a:lnTo>
                    <a:pt x="4829438" y="3623316"/>
                  </a:lnTo>
                  <a:lnTo>
                    <a:pt x="4784765" y="3746966"/>
                  </a:lnTo>
                  <a:lnTo>
                    <a:pt x="4778801" y="3764224"/>
                  </a:lnTo>
                  <a:lnTo>
                    <a:pt x="4777591" y="3766824"/>
                  </a:lnTo>
                  <a:lnTo>
                    <a:pt x="4776430" y="3770037"/>
                  </a:lnTo>
                  <a:cubicBezTo>
                    <a:pt x="4759076" y="3811918"/>
                    <a:pt x="4740474" y="3853028"/>
                    <a:pt x="4720515" y="3893312"/>
                  </a:cubicBezTo>
                  <a:lnTo>
                    <a:pt x="4707829" y="3916742"/>
                  </a:lnTo>
                  <a:lnTo>
                    <a:pt x="4697945" y="3937985"/>
                  </a:lnTo>
                  <a:lnTo>
                    <a:pt x="4678578" y="3970772"/>
                  </a:lnTo>
                  <a:lnTo>
                    <a:pt x="4656454" y="4011633"/>
                  </a:lnTo>
                  <a:lnTo>
                    <a:pt x="4632383" y="4048969"/>
                  </a:lnTo>
                  <a:lnTo>
                    <a:pt x="4604325" y="4096466"/>
                  </a:lnTo>
                  <a:lnTo>
                    <a:pt x="4587750" y="4118201"/>
                  </a:lnTo>
                  <a:lnTo>
                    <a:pt x="4583578" y="4124671"/>
                  </a:lnTo>
                  <a:cubicBezTo>
                    <a:pt x="4557743" y="4161434"/>
                    <a:pt x="4530329" y="4197261"/>
                    <a:pt x="4501224" y="4232098"/>
                  </a:cubicBezTo>
                  <a:lnTo>
                    <a:pt x="4470564" y="4270771"/>
                  </a:lnTo>
                  <a:lnTo>
                    <a:pt x="4470564" y="3992977"/>
                  </a:lnTo>
                  <a:lnTo>
                    <a:pt x="4482602" y="3976498"/>
                  </a:lnTo>
                  <a:lnTo>
                    <a:pt x="4494877" y="3954556"/>
                  </a:lnTo>
                  <a:lnTo>
                    <a:pt x="4561937" y="3829274"/>
                  </a:lnTo>
                  <a:lnTo>
                    <a:pt x="4628174" y="3693792"/>
                  </a:lnTo>
                  <a:lnTo>
                    <a:pt x="4628590" y="3692825"/>
                  </a:lnTo>
                  <a:lnTo>
                    <a:pt x="4656616" y="3619557"/>
                  </a:lnTo>
                  <a:lnTo>
                    <a:pt x="4692542" y="3506719"/>
                  </a:lnTo>
                  <a:cubicBezTo>
                    <a:pt x="4718410" y="3409470"/>
                    <a:pt x="4734951" y="3309924"/>
                    <a:pt x="4742823" y="3208547"/>
                  </a:cubicBezTo>
                  <a:lnTo>
                    <a:pt x="4746424" y="3037246"/>
                  </a:lnTo>
                  <a:lnTo>
                    <a:pt x="4746697" y="3001715"/>
                  </a:lnTo>
                  <a:cubicBezTo>
                    <a:pt x="4743810" y="2940146"/>
                    <a:pt x="4737475" y="2878568"/>
                    <a:pt x="4727415" y="2817079"/>
                  </a:cubicBezTo>
                  <a:lnTo>
                    <a:pt x="4684483" y="2628714"/>
                  </a:lnTo>
                  <a:lnTo>
                    <a:pt x="4659274" y="2550084"/>
                  </a:lnTo>
                  <a:lnTo>
                    <a:pt x="4625650" y="2459877"/>
                  </a:lnTo>
                  <a:lnTo>
                    <a:pt x="4590879" y="2376227"/>
                  </a:lnTo>
                  <a:cubicBezTo>
                    <a:pt x="4570491" y="2332537"/>
                    <a:pt x="4548137" y="2289546"/>
                    <a:pt x="4523746" y="2247275"/>
                  </a:cubicBezTo>
                  <a:cubicBezTo>
                    <a:pt x="4496389" y="2199865"/>
                    <a:pt x="4467009" y="2154218"/>
                    <a:pt x="4435655" y="2110312"/>
                  </a:cubicBezTo>
                  <a:lnTo>
                    <a:pt x="4344115" y="1994417"/>
                  </a:lnTo>
                  <a:lnTo>
                    <a:pt x="4329368" y="1977165"/>
                  </a:lnTo>
                  <a:lnTo>
                    <a:pt x="4251098" y="1895557"/>
                  </a:lnTo>
                  <a:lnTo>
                    <a:pt x="4164670" y="1816057"/>
                  </a:lnTo>
                  <a:lnTo>
                    <a:pt x="4147329" y="1801067"/>
                  </a:lnTo>
                  <a:lnTo>
                    <a:pt x="4021089" y="1705863"/>
                  </a:lnTo>
                  <a:lnTo>
                    <a:pt x="3888771" y="1621475"/>
                  </a:lnTo>
                  <a:lnTo>
                    <a:pt x="3873956" y="1613060"/>
                  </a:lnTo>
                  <a:lnTo>
                    <a:pt x="3776671" y="1563987"/>
                  </a:lnTo>
                  <a:lnTo>
                    <a:pt x="3676539" y="1519931"/>
                  </a:lnTo>
                  <a:lnTo>
                    <a:pt x="3672976" y="1518632"/>
                  </a:lnTo>
                  <a:lnTo>
                    <a:pt x="3518203" y="1468535"/>
                  </a:lnTo>
                  <a:lnTo>
                    <a:pt x="3342557" y="1429756"/>
                  </a:lnTo>
                  <a:lnTo>
                    <a:pt x="3225930" y="1414906"/>
                  </a:lnTo>
                  <a:lnTo>
                    <a:pt x="3166985" y="1411940"/>
                  </a:lnTo>
                  <a:lnTo>
                    <a:pt x="3127276" y="1411111"/>
                  </a:lnTo>
                  <a:lnTo>
                    <a:pt x="3031630" y="1412924"/>
                  </a:lnTo>
                  <a:cubicBezTo>
                    <a:pt x="2993583" y="1414304"/>
                    <a:pt x="2954727" y="1416040"/>
                    <a:pt x="2914260" y="1417192"/>
                  </a:cubicBezTo>
                  <a:cubicBezTo>
                    <a:pt x="2859715" y="1427985"/>
                    <a:pt x="2804685" y="1437059"/>
                    <a:pt x="2749958" y="1447206"/>
                  </a:cubicBezTo>
                  <a:lnTo>
                    <a:pt x="2591686" y="1482716"/>
                  </a:lnTo>
                  <a:lnTo>
                    <a:pt x="2582105" y="1485634"/>
                  </a:lnTo>
                  <a:lnTo>
                    <a:pt x="2408069" y="1549563"/>
                  </a:lnTo>
                  <a:lnTo>
                    <a:pt x="2343741" y="1581177"/>
                  </a:lnTo>
                  <a:lnTo>
                    <a:pt x="2215770" y="1652532"/>
                  </a:lnTo>
                  <a:lnTo>
                    <a:pt x="2152579" y="1690826"/>
                  </a:lnTo>
                  <a:cubicBezTo>
                    <a:pt x="2020206" y="1779492"/>
                    <a:pt x="1902030" y="1885090"/>
                    <a:pt x="1798362" y="2009162"/>
                  </a:cubicBezTo>
                  <a:cubicBezTo>
                    <a:pt x="1752626" y="2063901"/>
                    <a:pt x="1711081" y="2121087"/>
                    <a:pt x="1673126" y="2180599"/>
                  </a:cubicBezTo>
                  <a:lnTo>
                    <a:pt x="1660850" y="2202544"/>
                  </a:lnTo>
                  <a:lnTo>
                    <a:pt x="1593791" y="2327823"/>
                  </a:lnTo>
                  <a:lnTo>
                    <a:pt x="1527553" y="2463305"/>
                  </a:lnTo>
                  <a:lnTo>
                    <a:pt x="1527138" y="2464272"/>
                  </a:lnTo>
                  <a:lnTo>
                    <a:pt x="1499111" y="2537540"/>
                  </a:lnTo>
                  <a:lnTo>
                    <a:pt x="1463185" y="2650379"/>
                  </a:lnTo>
                  <a:cubicBezTo>
                    <a:pt x="1437318" y="2747627"/>
                    <a:pt x="1420776" y="2847172"/>
                    <a:pt x="1412905" y="2948550"/>
                  </a:cubicBezTo>
                  <a:lnTo>
                    <a:pt x="1409304" y="3119850"/>
                  </a:lnTo>
                  <a:lnTo>
                    <a:pt x="1409031" y="3155382"/>
                  </a:lnTo>
                  <a:cubicBezTo>
                    <a:pt x="1411917" y="3216951"/>
                    <a:pt x="1418252" y="3278529"/>
                    <a:pt x="1428313" y="3340018"/>
                  </a:cubicBezTo>
                  <a:lnTo>
                    <a:pt x="1471244" y="3528383"/>
                  </a:lnTo>
                  <a:lnTo>
                    <a:pt x="1496453" y="3607013"/>
                  </a:lnTo>
                  <a:lnTo>
                    <a:pt x="1530078" y="3697220"/>
                  </a:lnTo>
                  <a:lnTo>
                    <a:pt x="1564849" y="3780871"/>
                  </a:lnTo>
                  <a:cubicBezTo>
                    <a:pt x="1585237" y="3824561"/>
                    <a:pt x="1607591" y="3867551"/>
                    <a:pt x="1631982" y="3909822"/>
                  </a:cubicBezTo>
                  <a:cubicBezTo>
                    <a:pt x="1659339" y="3957232"/>
                    <a:pt x="1688719" y="4002878"/>
                    <a:pt x="1720074" y="4046786"/>
                  </a:cubicBezTo>
                  <a:lnTo>
                    <a:pt x="1811612" y="4162681"/>
                  </a:lnTo>
                  <a:lnTo>
                    <a:pt x="1826359" y="4179933"/>
                  </a:lnTo>
                  <a:lnTo>
                    <a:pt x="1904630" y="4261542"/>
                  </a:lnTo>
                  <a:lnTo>
                    <a:pt x="1991058" y="4341041"/>
                  </a:lnTo>
                  <a:lnTo>
                    <a:pt x="2008399" y="4356031"/>
                  </a:lnTo>
                  <a:lnTo>
                    <a:pt x="2134639" y="4451234"/>
                  </a:lnTo>
                  <a:lnTo>
                    <a:pt x="2266956" y="4535623"/>
                  </a:lnTo>
                  <a:lnTo>
                    <a:pt x="2281770" y="4544037"/>
                  </a:lnTo>
                  <a:lnTo>
                    <a:pt x="2379055" y="4593111"/>
                  </a:lnTo>
                  <a:lnTo>
                    <a:pt x="2479189" y="4637166"/>
                  </a:lnTo>
                  <a:lnTo>
                    <a:pt x="2482751" y="4638466"/>
                  </a:lnTo>
                  <a:lnTo>
                    <a:pt x="2637525" y="4688564"/>
                  </a:lnTo>
                  <a:lnTo>
                    <a:pt x="2813170" y="4727342"/>
                  </a:lnTo>
                  <a:lnTo>
                    <a:pt x="2929796" y="4742192"/>
                  </a:lnTo>
                  <a:lnTo>
                    <a:pt x="2988741" y="4745157"/>
                  </a:lnTo>
                  <a:lnTo>
                    <a:pt x="3028452" y="4745986"/>
                  </a:lnTo>
                  <a:lnTo>
                    <a:pt x="3124097" y="4744174"/>
                  </a:lnTo>
                  <a:cubicBezTo>
                    <a:pt x="3162144" y="4742794"/>
                    <a:pt x="3201001" y="4741059"/>
                    <a:pt x="3241468" y="4739906"/>
                  </a:cubicBezTo>
                  <a:cubicBezTo>
                    <a:pt x="3296012" y="4729112"/>
                    <a:pt x="3351043" y="4720039"/>
                    <a:pt x="3405769" y="4709891"/>
                  </a:cubicBezTo>
                  <a:lnTo>
                    <a:pt x="3564041" y="4674382"/>
                  </a:lnTo>
                  <a:lnTo>
                    <a:pt x="3573621" y="4671464"/>
                  </a:lnTo>
                  <a:lnTo>
                    <a:pt x="3747657" y="4607535"/>
                  </a:lnTo>
                  <a:lnTo>
                    <a:pt x="3811987" y="4575921"/>
                  </a:lnTo>
                  <a:lnTo>
                    <a:pt x="3939957" y="4504566"/>
                  </a:lnTo>
                  <a:lnTo>
                    <a:pt x="4003149" y="4466272"/>
                  </a:lnTo>
                  <a:lnTo>
                    <a:pt x="4059567" y="4422461"/>
                  </a:lnTo>
                  <a:lnTo>
                    <a:pt x="4322610" y="4422461"/>
                  </a:lnTo>
                  <a:lnTo>
                    <a:pt x="4296782" y="4444518"/>
                  </a:lnTo>
                  <a:lnTo>
                    <a:pt x="4270591" y="4469741"/>
                  </a:lnTo>
                  <a:lnTo>
                    <a:pt x="4195324" y="4531161"/>
                  </a:lnTo>
                  <a:lnTo>
                    <a:pt x="4176700" y="4547066"/>
                  </a:lnTo>
                  <a:lnTo>
                    <a:pt x="4164702" y="4554907"/>
                  </a:lnTo>
                  <a:lnTo>
                    <a:pt x="4074135" y="4618193"/>
                  </a:lnTo>
                  <a:lnTo>
                    <a:pt x="4014845" y="4652839"/>
                  </a:lnTo>
                  <a:lnTo>
                    <a:pt x="3989395" y="4669471"/>
                  </a:lnTo>
                  <a:lnTo>
                    <a:pt x="3968315" y="4680029"/>
                  </a:lnTo>
                  <a:lnTo>
                    <a:pt x="3928907" y="4703056"/>
                  </a:lnTo>
                  <a:lnTo>
                    <a:pt x="3808657" y="4759995"/>
                  </a:lnTo>
                  <a:lnTo>
                    <a:pt x="3807409" y="4760620"/>
                  </a:lnTo>
                  <a:lnTo>
                    <a:pt x="3807087" y="4760738"/>
                  </a:lnTo>
                  <a:lnTo>
                    <a:pt x="3778241" y="4774397"/>
                  </a:lnTo>
                  <a:cubicBezTo>
                    <a:pt x="3727044" y="4795753"/>
                    <a:pt x="3674839" y="4814600"/>
                    <a:pt x="3621523" y="4830683"/>
                  </a:cubicBezTo>
                  <a:lnTo>
                    <a:pt x="3542755" y="4849820"/>
                  </a:lnTo>
                  <a:lnTo>
                    <a:pt x="3446393" y="4874799"/>
                  </a:lnTo>
                  <a:cubicBezTo>
                    <a:pt x="3389275" y="4886749"/>
                    <a:pt x="3331521" y="4895413"/>
                    <a:pt x="3272748" y="4899097"/>
                  </a:cubicBezTo>
                  <a:lnTo>
                    <a:pt x="3211659" y="4903880"/>
                  </a:lnTo>
                  <a:lnTo>
                    <a:pt x="3206553" y="4904574"/>
                  </a:lnTo>
                  <a:lnTo>
                    <a:pt x="3199316" y="4904846"/>
                  </a:lnTo>
                  <a:lnTo>
                    <a:pt x="3158278" y="4908059"/>
                  </a:lnTo>
                  <a:cubicBezTo>
                    <a:pt x="3120120" y="4910915"/>
                    <a:pt x="3081985" y="4912910"/>
                    <a:pt x="3043937" y="4911861"/>
                  </a:cubicBezTo>
                  <a:lnTo>
                    <a:pt x="3032779" y="4911113"/>
                  </a:lnTo>
                  <a:lnTo>
                    <a:pt x="3021284" y="4911546"/>
                  </a:lnTo>
                  <a:lnTo>
                    <a:pt x="2950540" y="4905603"/>
                  </a:lnTo>
                  <a:lnTo>
                    <a:pt x="2880821" y="4900931"/>
                  </a:lnTo>
                  <a:lnTo>
                    <a:pt x="2863129" y="4898260"/>
                  </a:lnTo>
                  <a:lnTo>
                    <a:pt x="2794973" y="4892535"/>
                  </a:lnTo>
                  <a:cubicBezTo>
                    <a:pt x="2720218" y="4881541"/>
                    <a:pt x="2646372" y="4865223"/>
                    <a:pt x="2574122" y="4841584"/>
                  </a:cubicBezTo>
                  <a:lnTo>
                    <a:pt x="2570570" y="4840312"/>
                  </a:lnTo>
                  <a:lnTo>
                    <a:pt x="2562261" y="4838293"/>
                  </a:lnTo>
                  <a:cubicBezTo>
                    <a:pt x="2510096" y="4823057"/>
                    <a:pt x="2458420" y="4805333"/>
                    <a:pt x="2407269" y="4784988"/>
                  </a:cubicBezTo>
                  <a:lnTo>
                    <a:pt x="2336140" y="4751368"/>
                  </a:lnTo>
                  <a:lnTo>
                    <a:pt x="2240003" y="4709920"/>
                  </a:lnTo>
                  <a:lnTo>
                    <a:pt x="2195636" y="4684956"/>
                  </a:lnTo>
                  <a:lnTo>
                    <a:pt x="2181523" y="4678286"/>
                  </a:lnTo>
                  <a:lnTo>
                    <a:pt x="2167319" y="4669024"/>
                  </a:lnTo>
                  <a:lnTo>
                    <a:pt x="2072525" y="4615687"/>
                  </a:lnTo>
                  <a:lnTo>
                    <a:pt x="1997855" y="4558522"/>
                  </a:lnTo>
                  <a:lnTo>
                    <a:pt x="1972868" y="4542229"/>
                  </a:lnTo>
                  <a:lnTo>
                    <a:pt x="1945036" y="4518085"/>
                  </a:lnTo>
                  <a:lnTo>
                    <a:pt x="1919434" y="4498485"/>
                  </a:lnTo>
                  <a:lnTo>
                    <a:pt x="1870991" y="4453853"/>
                  </a:lnTo>
                  <a:lnTo>
                    <a:pt x="1792414" y="4385689"/>
                  </a:lnTo>
                  <a:lnTo>
                    <a:pt x="1772162" y="4362800"/>
                  </a:lnTo>
                  <a:lnTo>
                    <a:pt x="1750490" y="4342832"/>
                  </a:lnTo>
                  <a:cubicBezTo>
                    <a:pt x="1701263" y="4293275"/>
                    <a:pt x="1656089" y="4240492"/>
                    <a:pt x="1614338" y="4185069"/>
                  </a:cubicBezTo>
                  <a:lnTo>
                    <a:pt x="1542628" y="4077395"/>
                  </a:lnTo>
                  <a:lnTo>
                    <a:pt x="1524427" y="4051628"/>
                  </a:lnTo>
                  <a:lnTo>
                    <a:pt x="1518881" y="4041738"/>
                  </a:lnTo>
                  <a:lnTo>
                    <a:pt x="1498724" y="4011473"/>
                  </a:lnTo>
                  <a:cubicBezTo>
                    <a:pt x="1399674" y="3843918"/>
                    <a:pt x="1328998" y="3664845"/>
                    <a:pt x="1286225" y="3475263"/>
                  </a:cubicBezTo>
                  <a:cubicBezTo>
                    <a:pt x="1271865" y="3411614"/>
                    <a:pt x="1263391" y="3346258"/>
                    <a:pt x="1257348" y="3281206"/>
                  </a:cubicBezTo>
                  <a:lnTo>
                    <a:pt x="1253493" y="3235906"/>
                  </a:lnTo>
                  <a:lnTo>
                    <a:pt x="1247895" y="3188693"/>
                  </a:lnTo>
                  <a:lnTo>
                    <a:pt x="1247677" y="3167558"/>
                  </a:lnTo>
                  <a:lnTo>
                    <a:pt x="1246881" y="3158210"/>
                  </a:lnTo>
                  <a:cubicBezTo>
                    <a:pt x="1244187" y="3117151"/>
                    <a:pt x="1242771" y="3076087"/>
                    <a:pt x="1244089" y="3035182"/>
                  </a:cubicBezTo>
                  <a:lnTo>
                    <a:pt x="1246080" y="3012466"/>
                  </a:lnTo>
                  <a:lnTo>
                    <a:pt x="1245857" y="2990700"/>
                  </a:lnTo>
                  <a:cubicBezTo>
                    <a:pt x="1248827" y="2938724"/>
                    <a:pt x="1253640" y="2887104"/>
                    <a:pt x="1260442" y="2835885"/>
                  </a:cubicBezTo>
                  <a:lnTo>
                    <a:pt x="1262703" y="2822890"/>
                  </a:lnTo>
                  <a:lnTo>
                    <a:pt x="1264474" y="2802705"/>
                  </a:lnTo>
                  <a:cubicBezTo>
                    <a:pt x="1275859" y="2725802"/>
                    <a:pt x="1292143" y="2649563"/>
                    <a:pt x="1314250" y="2574224"/>
                  </a:cubicBezTo>
                  <a:lnTo>
                    <a:pt x="1320149" y="2557155"/>
                  </a:lnTo>
                  <a:lnTo>
                    <a:pt x="1326291" y="2533780"/>
                  </a:lnTo>
                  <a:lnTo>
                    <a:pt x="1370962" y="2410131"/>
                  </a:lnTo>
                  <a:lnTo>
                    <a:pt x="1376927" y="2392874"/>
                  </a:lnTo>
                  <a:lnTo>
                    <a:pt x="1378137" y="2390273"/>
                  </a:lnTo>
                  <a:lnTo>
                    <a:pt x="1379298" y="2387060"/>
                  </a:lnTo>
                  <a:cubicBezTo>
                    <a:pt x="1396652" y="2345179"/>
                    <a:pt x="1415253" y="2304069"/>
                    <a:pt x="1435212" y="2263786"/>
                  </a:cubicBezTo>
                  <a:lnTo>
                    <a:pt x="1447898" y="2240356"/>
                  </a:lnTo>
                  <a:lnTo>
                    <a:pt x="1457783" y="2219112"/>
                  </a:lnTo>
                  <a:lnTo>
                    <a:pt x="1477151" y="2186326"/>
                  </a:lnTo>
                  <a:lnTo>
                    <a:pt x="1499275" y="2145463"/>
                  </a:lnTo>
                  <a:lnTo>
                    <a:pt x="1523344" y="2108129"/>
                  </a:lnTo>
                  <a:lnTo>
                    <a:pt x="1551402" y="2060631"/>
                  </a:lnTo>
                  <a:lnTo>
                    <a:pt x="1567978" y="2038897"/>
                  </a:lnTo>
                  <a:lnTo>
                    <a:pt x="1572150" y="2032426"/>
                  </a:lnTo>
                  <a:cubicBezTo>
                    <a:pt x="1597985" y="1995664"/>
                    <a:pt x="1625399" y="1959837"/>
                    <a:pt x="1654504" y="1925000"/>
                  </a:cubicBezTo>
                  <a:cubicBezTo>
                    <a:pt x="1671881" y="1904201"/>
                    <a:pt x="1688045" y="1882388"/>
                    <a:pt x="1706570" y="1859327"/>
                  </a:cubicBezTo>
                  <a:lnTo>
                    <a:pt x="1765918" y="1802172"/>
                  </a:lnTo>
                  <a:lnTo>
                    <a:pt x="1809022" y="1755214"/>
                  </a:lnTo>
                  <a:lnTo>
                    <a:pt x="1858946" y="1712580"/>
                  </a:lnTo>
                  <a:lnTo>
                    <a:pt x="1885136" y="1687357"/>
                  </a:lnTo>
                  <a:lnTo>
                    <a:pt x="1960404" y="1625937"/>
                  </a:lnTo>
                  <a:lnTo>
                    <a:pt x="1979028" y="1610032"/>
                  </a:lnTo>
                  <a:lnTo>
                    <a:pt x="1991026" y="1602191"/>
                  </a:lnTo>
                  <a:lnTo>
                    <a:pt x="2081593" y="1538905"/>
                  </a:lnTo>
                  <a:lnTo>
                    <a:pt x="2140883" y="1504260"/>
                  </a:lnTo>
                  <a:lnTo>
                    <a:pt x="2166333" y="1487627"/>
                  </a:lnTo>
                  <a:lnTo>
                    <a:pt x="2187413" y="1477070"/>
                  </a:lnTo>
                  <a:lnTo>
                    <a:pt x="2226820" y="1454042"/>
                  </a:lnTo>
                  <a:lnTo>
                    <a:pt x="2347072" y="1397102"/>
                  </a:lnTo>
                  <a:lnTo>
                    <a:pt x="2348319" y="1396478"/>
                  </a:lnTo>
                  <a:lnTo>
                    <a:pt x="2348639" y="1396360"/>
                  </a:lnTo>
                  <a:lnTo>
                    <a:pt x="2377487" y="1382700"/>
                  </a:lnTo>
                  <a:cubicBezTo>
                    <a:pt x="2428683" y="1361345"/>
                    <a:pt x="2480889" y="1342497"/>
                    <a:pt x="2534205" y="1326415"/>
                  </a:cubicBezTo>
                  <a:lnTo>
                    <a:pt x="2612971" y="1307277"/>
                  </a:lnTo>
                  <a:lnTo>
                    <a:pt x="2709335" y="1282298"/>
                  </a:lnTo>
                  <a:cubicBezTo>
                    <a:pt x="2766452" y="1270348"/>
                    <a:pt x="2824205" y="1261685"/>
                    <a:pt x="2882979" y="1258001"/>
                  </a:cubicBezTo>
                  <a:lnTo>
                    <a:pt x="2944068" y="1253219"/>
                  </a:lnTo>
                  <a:lnTo>
                    <a:pt x="2949175" y="1252524"/>
                  </a:lnTo>
                  <a:lnTo>
                    <a:pt x="2956410" y="1252252"/>
                  </a:lnTo>
                  <a:lnTo>
                    <a:pt x="2997450" y="1249039"/>
                  </a:lnTo>
                  <a:cubicBezTo>
                    <a:pt x="3035607" y="1246183"/>
                    <a:pt x="3073742" y="1244188"/>
                    <a:pt x="3111790" y="1245237"/>
                  </a:cubicBezTo>
                  <a:close/>
                  <a:moveTo>
                    <a:pt x="3100273" y="506"/>
                  </a:moveTo>
                  <a:cubicBezTo>
                    <a:pt x="3219551" y="4099"/>
                    <a:pt x="3338692" y="15833"/>
                    <a:pt x="3457608" y="27083"/>
                  </a:cubicBezTo>
                  <a:cubicBezTo>
                    <a:pt x="3682619" y="48370"/>
                    <a:pt x="3900170" y="103922"/>
                    <a:pt x="4112467" y="179471"/>
                  </a:cubicBezTo>
                  <a:cubicBezTo>
                    <a:pt x="4315160" y="251602"/>
                    <a:pt x="4510361" y="341253"/>
                    <a:pt x="4690335" y="459668"/>
                  </a:cubicBezTo>
                  <a:cubicBezTo>
                    <a:pt x="4814380" y="541284"/>
                    <a:pt x="4937233" y="626002"/>
                    <a:pt x="5052345" y="719518"/>
                  </a:cubicBezTo>
                  <a:cubicBezTo>
                    <a:pt x="5153533" y="801721"/>
                    <a:pt x="5247608" y="893956"/>
                    <a:pt x="5337007" y="989105"/>
                  </a:cubicBezTo>
                  <a:cubicBezTo>
                    <a:pt x="5486606" y="1148327"/>
                    <a:pt x="5617159" y="1323309"/>
                    <a:pt x="5727883" y="1511797"/>
                  </a:cubicBezTo>
                  <a:cubicBezTo>
                    <a:pt x="5832145" y="1689285"/>
                    <a:pt x="5918542" y="1875462"/>
                    <a:pt x="5986089" y="2070447"/>
                  </a:cubicBezTo>
                  <a:cubicBezTo>
                    <a:pt x="6039089" y="2223447"/>
                    <a:pt x="6078517" y="2379815"/>
                    <a:pt x="6108946" y="2538387"/>
                  </a:cubicBezTo>
                  <a:cubicBezTo>
                    <a:pt x="6123410" y="2613764"/>
                    <a:pt x="6132981" y="2690698"/>
                    <a:pt x="6136977" y="2767333"/>
                  </a:cubicBezTo>
                  <a:cubicBezTo>
                    <a:pt x="6144794" y="2917272"/>
                    <a:pt x="6151430" y="3067532"/>
                    <a:pt x="6150187" y="3217589"/>
                  </a:cubicBezTo>
                  <a:cubicBezTo>
                    <a:pt x="6149409" y="3311371"/>
                    <a:pt x="6134123" y="3405112"/>
                    <a:pt x="6123983" y="3498722"/>
                  </a:cubicBezTo>
                  <a:cubicBezTo>
                    <a:pt x="6101729" y="3704171"/>
                    <a:pt x="6049545" y="3902695"/>
                    <a:pt x="5981343" y="4097149"/>
                  </a:cubicBezTo>
                  <a:cubicBezTo>
                    <a:pt x="5925945" y="4255102"/>
                    <a:pt x="5858461" y="4407885"/>
                    <a:pt x="5775358" y="4556304"/>
                  </a:cubicBezTo>
                  <a:cubicBezTo>
                    <a:pt x="5768121" y="4552761"/>
                    <a:pt x="5762654" y="4548228"/>
                    <a:pt x="5758961" y="4542542"/>
                  </a:cubicBezTo>
                  <a:cubicBezTo>
                    <a:pt x="5715572" y="4475745"/>
                    <a:pt x="5660244" y="4423177"/>
                    <a:pt x="5584808" y="4393827"/>
                  </a:cubicBezTo>
                  <a:cubicBezTo>
                    <a:pt x="5563124" y="4385391"/>
                    <a:pt x="5542036" y="4375422"/>
                    <a:pt x="5521827" y="4363881"/>
                  </a:cubicBezTo>
                  <a:cubicBezTo>
                    <a:pt x="5575732" y="4241563"/>
                    <a:pt x="5633155" y="4123312"/>
                    <a:pt x="5680079" y="4001031"/>
                  </a:cubicBezTo>
                  <a:cubicBezTo>
                    <a:pt x="5741723" y="3840391"/>
                    <a:pt x="5784123" y="3673795"/>
                    <a:pt x="5805855" y="3502597"/>
                  </a:cubicBezTo>
                  <a:cubicBezTo>
                    <a:pt x="5817968" y="3407185"/>
                    <a:pt x="5836521" y="3311775"/>
                    <a:pt x="5838465" y="3216084"/>
                  </a:cubicBezTo>
                  <a:cubicBezTo>
                    <a:pt x="5841184" y="3082274"/>
                    <a:pt x="5835009" y="2947917"/>
                    <a:pt x="5825187" y="2814342"/>
                  </a:cubicBezTo>
                  <a:cubicBezTo>
                    <a:pt x="5818174" y="2718947"/>
                    <a:pt x="5801467" y="2623998"/>
                    <a:pt x="5784605" y="2529651"/>
                  </a:cubicBezTo>
                  <a:cubicBezTo>
                    <a:pt x="5747125" y="2319923"/>
                    <a:pt x="5678443" y="2119518"/>
                    <a:pt x="5589222" y="1926762"/>
                  </a:cubicBezTo>
                  <a:cubicBezTo>
                    <a:pt x="5486084" y="1703935"/>
                    <a:pt x="5355984" y="1497653"/>
                    <a:pt x="5196780" y="1309756"/>
                  </a:cubicBezTo>
                  <a:cubicBezTo>
                    <a:pt x="5103670" y="1199866"/>
                    <a:pt x="5004358" y="1096951"/>
                    <a:pt x="4896076" y="1001829"/>
                  </a:cubicBezTo>
                  <a:cubicBezTo>
                    <a:pt x="4788789" y="907583"/>
                    <a:pt x="4675563" y="821963"/>
                    <a:pt x="4555259" y="745471"/>
                  </a:cubicBezTo>
                  <a:cubicBezTo>
                    <a:pt x="4383013" y="635954"/>
                    <a:pt x="4201006" y="545688"/>
                    <a:pt x="4008872" y="477052"/>
                  </a:cubicBezTo>
                  <a:cubicBezTo>
                    <a:pt x="3834064" y="414605"/>
                    <a:pt x="3655240" y="366592"/>
                    <a:pt x="3470242" y="345211"/>
                  </a:cubicBezTo>
                  <a:cubicBezTo>
                    <a:pt x="3381271" y="334927"/>
                    <a:pt x="3292137" y="319939"/>
                    <a:pt x="3202955" y="319026"/>
                  </a:cubicBezTo>
                  <a:cubicBezTo>
                    <a:pt x="3067904" y="317640"/>
                    <a:pt x="2932613" y="324369"/>
                    <a:pt x="2797688" y="332198"/>
                  </a:cubicBezTo>
                  <a:cubicBezTo>
                    <a:pt x="2722213" y="336577"/>
                    <a:pt x="2646281" y="345334"/>
                    <a:pt x="2572288" y="360542"/>
                  </a:cubicBezTo>
                  <a:cubicBezTo>
                    <a:pt x="2416352" y="392593"/>
                    <a:pt x="2262725" y="433656"/>
                    <a:pt x="2113231" y="489974"/>
                  </a:cubicBezTo>
                  <a:cubicBezTo>
                    <a:pt x="1928557" y="559545"/>
                    <a:pt x="1751607" y="644778"/>
                    <a:pt x="1588135" y="754718"/>
                  </a:cubicBezTo>
                  <a:cubicBezTo>
                    <a:pt x="1479699" y="827643"/>
                    <a:pt x="1374583" y="906792"/>
                    <a:pt x="1275390" y="991800"/>
                  </a:cubicBezTo>
                  <a:cubicBezTo>
                    <a:pt x="1179240" y="1074202"/>
                    <a:pt x="1085284" y="1161485"/>
                    <a:pt x="1003600" y="1257845"/>
                  </a:cubicBezTo>
                  <a:cubicBezTo>
                    <a:pt x="906203" y="1372740"/>
                    <a:pt x="818761" y="1496795"/>
                    <a:pt x="734500" y="1621928"/>
                  </a:cubicBezTo>
                  <a:cubicBezTo>
                    <a:pt x="624332" y="1785537"/>
                    <a:pt x="542863" y="1964511"/>
                    <a:pt x="476571" y="2150168"/>
                  </a:cubicBezTo>
                  <a:cubicBezTo>
                    <a:pt x="427834" y="2286659"/>
                    <a:pt x="386702" y="2425372"/>
                    <a:pt x="365315" y="2569045"/>
                  </a:cubicBezTo>
                  <a:cubicBezTo>
                    <a:pt x="348021" y="2685213"/>
                    <a:pt x="324026" y="2801431"/>
                    <a:pt x="319812" y="2918233"/>
                  </a:cubicBezTo>
                  <a:cubicBezTo>
                    <a:pt x="314575" y="3063369"/>
                    <a:pt x="321888" y="3209489"/>
                    <a:pt x="332844" y="3354500"/>
                  </a:cubicBezTo>
                  <a:cubicBezTo>
                    <a:pt x="340631" y="3457545"/>
                    <a:pt x="361087" y="3559888"/>
                    <a:pt x="379988" y="3661784"/>
                  </a:cubicBezTo>
                  <a:cubicBezTo>
                    <a:pt x="416794" y="3860209"/>
                    <a:pt x="484282" y="4049213"/>
                    <a:pt x="569161" y="4231524"/>
                  </a:cubicBezTo>
                  <a:cubicBezTo>
                    <a:pt x="614185" y="4328230"/>
                    <a:pt x="665333" y="4422594"/>
                    <a:pt x="720344" y="4514027"/>
                  </a:cubicBezTo>
                  <a:cubicBezTo>
                    <a:pt x="813158" y="4668291"/>
                    <a:pt x="920541" y="4812490"/>
                    <a:pt x="1044318" y="4943634"/>
                  </a:cubicBezTo>
                  <a:cubicBezTo>
                    <a:pt x="1103146" y="5005962"/>
                    <a:pt x="1163911" y="5066624"/>
                    <a:pt x="1226334" y="5125347"/>
                  </a:cubicBezTo>
                  <a:cubicBezTo>
                    <a:pt x="1273457" y="5169677"/>
                    <a:pt x="1321823" y="5213675"/>
                    <a:pt x="1374552" y="5250850"/>
                  </a:cubicBezTo>
                  <a:cubicBezTo>
                    <a:pt x="1481960" y="5326575"/>
                    <a:pt x="1591348" y="5399708"/>
                    <a:pt x="1702397" y="5469997"/>
                  </a:cubicBezTo>
                  <a:cubicBezTo>
                    <a:pt x="1831943" y="5551994"/>
                    <a:pt x="1971706" y="5614415"/>
                    <a:pt x="2115406" y="5666869"/>
                  </a:cubicBezTo>
                  <a:cubicBezTo>
                    <a:pt x="2265088" y="5721506"/>
                    <a:pt x="2416853" y="5770418"/>
                    <a:pt x="2575544" y="5792294"/>
                  </a:cubicBezTo>
                  <a:cubicBezTo>
                    <a:pt x="2699823" y="5809427"/>
                    <a:pt x="2824015" y="5830095"/>
                    <a:pt x="2948966" y="5838514"/>
                  </a:cubicBezTo>
                  <a:cubicBezTo>
                    <a:pt x="3048217" y="5845200"/>
                    <a:pt x="3148994" y="5840761"/>
                    <a:pt x="3248302" y="5832153"/>
                  </a:cubicBezTo>
                  <a:cubicBezTo>
                    <a:pt x="3373138" y="5821331"/>
                    <a:pt x="3497812" y="5805049"/>
                    <a:pt x="3621407" y="5784288"/>
                  </a:cubicBezTo>
                  <a:cubicBezTo>
                    <a:pt x="3846309" y="5746508"/>
                    <a:pt x="4060270" y="5671490"/>
                    <a:pt x="4264062" y="5570858"/>
                  </a:cubicBezTo>
                  <a:cubicBezTo>
                    <a:pt x="4386710" y="5510294"/>
                    <a:pt x="4502990" y="5436833"/>
                    <a:pt x="4622417" y="5371716"/>
                  </a:cubicBezTo>
                  <a:cubicBezTo>
                    <a:pt x="4618763" y="5382483"/>
                    <a:pt x="4615441" y="5391068"/>
                    <a:pt x="4610798" y="5398868"/>
                  </a:cubicBezTo>
                  <a:cubicBezTo>
                    <a:pt x="4529136" y="5536060"/>
                    <a:pt x="4447595" y="5673325"/>
                    <a:pt x="4365314" y="5810146"/>
                  </a:cubicBezTo>
                  <a:cubicBezTo>
                    <a:pt x="4346103" y="5842091"/>
                    <a:pt x="4324263" y="5872455"/>
                    <a:pt x="4303633" y="5903548"/>
                  </a:cubicBezTo>
                  <a:cubicBezTo>
                    <a:pt x="4213511" y="5936836"/>
                    <a:pt x="4124154" y="5972412"/>
                    <a:pt x="4033090" y="6002885"/>
                  </a:cubicBezTo>
                  <a:cubicBezTo>
                    <a:pt x="3891434" y="6050291"/>
                    <a:pt x="3746987" y="6088363"/>
                    <a:pt x="3598979" y="6109636"/>
                  </a:cubicBezTo>
                  <a:cubicBezTo>
                    <a:pt x="3495909" y="6124449"/>
                    <a:pt x="3392241" y="6137959"/>
                    <a:pt x="3288380" y="6143705"/>
                  </a:cubicBezTo>
                  <a:cubicBezTo>
                    <a:pt x="3158805" y="6150875"/>
                    <a:pt x="3028379" y="6156678"/>
                    <a:pt x="2899007" y="6149929"/>
                  </a:cubicBezTo>
                  <a:cubicBezTo>
                    <a:pt x="2739037" y="6141584"/>
                    <a:pt x="2580217" y="6118915"/>
                    <a:pt x="2422962" y="6084077"/>
                  </a:cubicBezTo>
                  <a:cubicBezTo>
                    <a:pt x="2210719" y="6037054"/>
                    <a:pt x="2005890" y="5969975"/>
                    <a:pt x="1808080" y="5880437"/>
                  </a:cubicBezTo>
                  <a:cubicBezTo>
                    <a:pt x="1598136" y="5785407"/>
                    <a:pt x="1402303" y="5667439"/>
                    <a:pt x="1218563" y="5528026"/>
                  </a:cubicBezTo>
                  <a:cubicBezTo>
                    <a:pt x="1077015" y="5420627"/>
                    <a:pt x="943902" y="5303914"/>
                    <a:pt x="825100" y="5172627"/>
                  </a:cubicBezTo>
                  <a:cubicBezTo>
                    <a:pt x="731828" y="5069554"/>
                    <a:pt x="645544" y="4959583"/>
                    <a:pt x="562563" y="4847916"/>
                  </a:cubicBezTo>
                  <a:cubicBezTo>
                    <a:pt x="450911" y="4697666"/>
                    <a:pt x="360904" y="4533828"/>
                    <a:pt x="282711" y="4363830"/>
                  </a:cubicBezTo>
                  <a:cubicBezTo>
                    <a:pt x="211437" y="4208876"/>
                    <a:pt x="149495" y="4050249"/>
                    <a:pt x="109984" y="3883908"/>
                  </a:cubicBezTo>
                  <a:cubicBezTo>
                    <a:pt x="83018" y="3770380"/>
                    <a:pt x="55869" y="3656701"/>
                    <a:pt x="35226" y="3541934"/>
                  </a:cubicBezTo>
                  <a:cubicBezTo>
                    <a:pt x="21807" y="3467332"/>
                    <a:pt x="18804" y="3390736"/>
                    <a:pt x="13199" y="3314881"/>
                  </a:cubicBezTo>
                  <a:cubicBezTo>
                    <a:pt x="7228" y="3234077"/>
                    <a:pt x="-2168" y="3152904"/>
                    <a:pt x="449" y="3072232"/>
                  </a:cubicBezTo>
                  <a:cubicBezTo>
                    <a:pt x="4466" y="2948342"/>
                    <a:pt x="15394" y="2824545"/>
                    <a:pt x="27113" y="2701061"/>
                  </a:cubicBezTo>
                  <a:cubicBezTo>
                    <a:pt x="48464" y="2476109"/>
                    <a:pt x="103591" y="2258553"/>
                    <a:pt x="179088" y="2046067"/>
                  </a:cubicBezTo>
                  <a:cubicBezTo>
                    <a:pt x="242431" y="1867783"/>
                    <a:pt x="319724" y="1695491"/>
                    <a:pt x="419493" y="1534637"/>
                  </a:cubicBezTo>
                  <a:cubicBezTo>
                    <a:pt x="493498" y="1415321"/>
                    <a:pt x="570067" y="1297056"/>
                    <a:pt x="653585" y="1184317"/>
                  </a:cubicBezTo>
                  <a:cubicBezTo>
                    <a:pt x="756659" y="1045180"/>
                    <a:pt x="878150" y="921145"/>
                    <a:pt x="1005420" y="804069"/>
                  </a:cubicBezTo>
                  <a:cubicBezTo>
                    <a:pt x="1138561" y="681591"/>
                    <a:pt x="1282455" y="571789"/>
                    <a:pt x="1436383" y="476258"/>
                  </a:cubicBezTo>
                  <a:cubicBezTo>
                    <a:pt x="1509848" y="430665"/>
                    <a:pt x="1585680" y="388679"/>
                    <a:pt x="1661894" y="347766"/>
                  </a:cubicBezTo>
                  <a:cubicBezTo>
                    <a:pt x="1825365" y="260009"/>
                    <a:pt x="1995786" y="187686"/>
                    <a:pt x="2174513" y="138049"/>
                  </a:cubicBezTo>
                  <a:cubicBezTo>
                    <a:pt x="2300789" y="102979"/>
                    <a:pt x="2428925" y="73463"/>
                    <a:pt x="2557609" y="48610"/>
                  </a:cubicBezTo>
                  <a:cubicBezTo>
                    <a:pt x="2650666" y="30638"/>
                    <a:pt x="2745782" y="22111"/>
                    <a:pt x="2840358" y="13593"/>
                  </a:cubicBezTo>
                  <a:cubicBezTo>
                    <a:pt x="2926745" y="5813"/>
                    <a:pt x="3013817" y="-2098"/>
                    <a:pt x="3100273" y="506"/>
                  </a:cubicBezTo>
                  <a:close/>
                </a:path>
              </a:pathLst>
            </a:custGeom>
            <a:grpFill/>
            <a:ln w="6350" cap="flat">
              <a:noFill/>
              <a:prstDash val="solid"/>
              <a:miter/>
            </a:ln>
          </p:spPr>
          <p:txBody>
            <a:bodyPr wrap="square" rtlCol="0" anchor="ctr">
              <a:noAutofit/>
            </a:bodyPr>
            <a:lstStyle/>
            <a:p>
              <a:endParaRPr lang="en-US" dirty="0"/>
            </a:p>
          </p:txBody>
        </p:sp>
        <p:sp>
          <p:nvSpPr>
            <p:cNvPr id="2506" name="Freeform: Shape 2505">
              <a:extLst>
                <a:ext uri="{FF2B5EF4-FFF2-40B4-BE49-F238E27FC236}">
                  <a16:creationId xmlns:a16="http://schemas.microsoft.com/office/drawing/2014/main" id="{14681DD9-D0C5-0C06-BC54-7C5D30725A33}"/>
                </a:ext>
                <a:ext uri="{C183D7F6-B498-43B3-948B-1728B52AA6E4}">
                  <adec:decorative xmlns:adec="http://schemas.microsoft.com/office/drawing/2017/decorative" val="1"/>
                </a:ext>
              </a:extLst>
            </p:cNvPr>
            <p:cNvSpPr/>
            <p:nvPr/>
          </p:nvSpPr>
          <p:spPr>
            <a:xfrm>
              <a:off x="6712899" y="5305255"/>
              <a:ext cx="198537" cy="201472"/>
            </a:xfrm>
            <a:custGeom>
              <a:avLst/>
              <a:gdLst>
                <a:gd name="connsiteX0" fmla="*/ 1397350 w 2978054"/>
                <a:gd name="connsiteY0" fmla="*/ 2177433 h 3022083"/>
                <a:gd name="connsiteX1" fmla="*/ 1711779 w 2978054"/>
                <a:gd name="connsiteY1" fmla="*/ 2177433 h 3022083"/>
                <a:gd name="connsiteX2" fmla="*/ 1711779 w 2978054"/>
                <a:gd name="connsiteY2" fmla="*/ 2493829 h 3022083"/>
                <a:gd name="connsiteX3" fmla="*/ 1397350 w 2978054"/>
                <a:gd name="connsiteY3" fmla="*/ 2493829 h 3022083"/>
                <a:gd name="connsiteX4" fmla="*/ 1395705 w 2978054"/>
                <a:gd name="connsiteY4" fmla="*/ 1266003 h 3022083"/>
                <a:gd name="connsiteX5" fmla="*/ 1712271 w 2978054"/>
                <a:gd name="connsiteY5" fmla="*/ 1266003 h 3022083"/>
                <a:gd name="connsiteX6" fmla="*/ 1712271 w 2978054"/>
                <a:gd name="connsiteY6" fmla="*/ 2008590 h 3022083"/>
                <a:gd name="connsiteX7" fmla="*/ 1395705 w 2978054"/>
                <a:gd name="connsiteY7" fmla="*/ 2008590 h 3022083"/>
                <a:gd name="connsiteX8" fmla="*/ 1555704 w 2978054"/>
                <a:gd name="connsiteY8" fmla="*/ 834137 h 3022083"/>
                <a:gd name="connsiteX9" fmla="*/ 1500299 w 2978054"/>
                <a:gd name="connsiteY9" fmla="*/ 866952 h 3022083"/>
                <a:gd name="connsiteX10" fmla="*/ 1374522 w 2978054"/>
                <a:gd name="connsiteY10" fmla="*/ 1079234 h 3022083"/>
                <a:gd name="connsiteX11" fmla="*/ 1081447 w 2978054"/>
                <a:gd name="connsiteY11" fmla="*/ 1574073 h 3022083"/>
                <a:gd name="connsiteX12" fmla="*/ 813835 w 2978054"/>
                <a:gd name="connsiteY12" fmla="*/ 2020869 h 3022083"/>
                <a:gd name="connsiteX13" fmla="*/ 478293 w 2978054"/>
                <a:gd name="connsiteY13" fmla="*/ 2580986 h 3022083"/>
                <a:gd name="connsiteX14" fmla="*/ 454703 w 2978054"/>
                <a:gd name="connsiteY14" fmla="*/ 2657241 h 3022083"/>
                <a:gd name="connsiteX15" fmla="*/ 548980 w 2978054"/>
                <a:gd name="connsiteY15" fmla="*/ 2717231 h 3022083"/>
                <a:gd name="connsiteX16" fmla="*/ 2568841 w 2978054"/>
                <a:gd name="connsiteY16" fmla="*/ 2717260 h 3022083"/>
                <a:gd name="connsiteX17" fmla="*/ 2586118 w 2978054"/>
                <a:gd name="connsiteY17" fmla="*/ 2717115 h 3022083"/>
                <a:gd name="connsiteX18" fmla="*/ 2646760 w 2978054"/>
                <a:gd name="connsiteY18" fmla="*/ 2595839 h 3022083"/>
                <a:gd name="connsiteX19" fmla="*/ 2474883 w 2978054"/>
                <a:gd name="connsiteY19" fmla="*/ 2306563 h 3022083"/>
                <a:gd name="connsiteX20" fmla="*/ 2334668 w 2978054"/>
                <a:gd name="connsiteY20" fmla="*/ 2075086 h 3022083"/>
                <a:gd name="connsiteX21" fmla="*/ 2043267 w 2978054"/>
                <a:gd name="connsiteY21" fmla="*/ 1583233 h 3022083"/>
                <a:gd name="connsiteX22" fmla="*/ 1811542 w 2978054"/>
                <a:gd name="connsiteY22" fmla="*/ 1197519 h 3022083"/>
                <a:gd name="connsiteX23" fmla="*/ 1612083 w 2978054"/>
                <a:gd name="connsiteY23" fmla="*/ 867603 h 3022083"/>
                <a:gd name="connsiteX24" fmla="*/ 1555704 w 2978054"/>
                <a:gd name="connsiteY24" fmla="*/ 834137 h 3022083"/>
                <a:gd name="connsiteX25" fmla="*/ 1542307 w 2978054"/>
                <a:gd name="connsiteY25" fmla="*/ 526374 h 3022083"/>
                <a:gd name="connsiteX26" fmla="*/ 1636656 w 2978054"/>
                <a:gd name="connsiteY26" fmla="*/ 530238 h 3022083"/>
                <a:gd name="connsiteX27" fmla="*/ 1700788 w 2978054"/>
                <a:gd name="connsiteY27" fmla="*/ 557911 h 3022083"/>
                <a:gd name="connsiteX28" fmla="*/ 1874941 w 2978054"/>
                <a:gd name="connsiteY28" fmla="*/ 706626 h 3022083"/>
                <a:gd name="connsiteX29" fmla="*/ 1890808 w 2978054"/>
                <a:gd name="connsiteY29" fmla="*/ 722910 h 3022083"/>
                <a:gd name="connsiteX30" fmla="*/ 2307132 w 2978054"/>
                <a:gd name="connsiteY30" fmla="*/ 1418411 h 3022083"/>
                <a:gd name="connsiteX31" fmla="*/ 2620739 w 2978054"/>
                <a:gd name="connsiteY31" fmla="*/ 1948354 h 3022083"/>
                <a:gd name="connsiteX32" fmla="*/ 2927516 w 2978054"/>
                <a:gd name="connsiteY32" fmla="*/ 2462557 h 3022083"/>
                <a:gd name="connsiteX33" fmla="*/ 2907746 w 2978054"/>
                <a:gd name="connsiteY33" fmla="*/ 2861199 h 3022083"/>
                <a:gd name="connsiteX34" fmla="*/ 2608078 w 2978054"/>
                <a:gd name="connsiteY34" fmla="*/ 3021383 h 3022083"/>
                <a:gd name="connsiteX35" fmla="*/ 494267 w 2978054"/>
                <a:gd name="connsiteY35" fmla="*/ 3021003 h 3022083"/>
                <a:gd name="connsiteX36" fmla="*/ 219777 w 2978054"/>
                <a:gd name="connsiteY36" fmla="*/ 2877794 h 3022083"/>
                <a:gd name="connsiteX37" fmla="*/ 143783 w 2978054"/>
                <a:gd name="connsiteY37" fmla="*/ 2595734 h 3022083"/>
                <a:gd name="connsiteX38" fmla="*/ 212527 w 2978054"/>
                <a:gd name="connsiteY38" fmla="*/ 2417513 h 3022083"/>
                <a:gd name="connsiteX39" fmla="*/ 408383 w 2978054"/>
                <a:gd name="connsiteY39" fmla="*/ 2089109 h 3022083"/>
                <a:gd name="connsiteX40" fmla="*/ 419645 w 2978054"/>
                <a:gd name="connsiteY40" fmla="*/ 2070082 h 3022083"/>
                <a:gd name="connsiteX41" fmla="*/ 481295 w 2978054"/>
                <a:gd name="connsiteY41" fmla="*/ 1974228 h 3022083"/>
                <a:gd name="connsiteX42" fmla="*/ 726779 w 2978054"/>
                <a:gd name="connsiteY42" fmla="*/ 1562951 h 3022083"/>
                <a:gd name="connsiteX43" fmla="*/ 738444 w 2978054"/>
                <a:gd name="connsiteY43" fmla="*/ 1536013 h 3022083"/>
                <a:gd name="connsiteX44" fmla="*/ 739605 w 2978054"/>
                <a:gd name="connsiteY44" fmla="*/ 1533481 h 3022083"/>
                <a:gd name="connsiteX45" fmla="*/ 745352 w 2978054"/>
                <a:gd name="connsiteY45" fmla="*/ 1524475 h 3022083"/>
                <a:gd name="connsiteX46" fmla="*/ 838086 w 2978054"/>
                <a:gd name="connsiteY46" fmla="*/ 1368536 h 3022083"/>
                <a:gd name="connsiteX47" fmla="*/ 1214808 w 2978054"/>
                <a:gd name="connsiteY47" fmla="*/ 738945 h 3022083"/>
                <a:gd name="connsiteX48" fmla="*/ 1448603 w 2978054"/>
                <a:gd name="connsiteY48" fmla="*/ 541563 h 3022083"/>
                <a:gd name="connsiteX49" fmla="*/ 1542307 w 2978054"/>
                <a:gd name="connsiteY49" fmla="*/ 526374 h 3022083"/>
                <a:gd name="connsiteX50" fmla="*/ 0 w 2978054"/>
                <a:gd name="connsiteY50" fmla="*/ 0 h 3022083"/>
                <a:gd name="connsiteX51" fmla="*/ 468532 w 2978054"/>
                <a:gd name="connsiteY51" fmla="*/ 0 h 3022083"/>
                <a:gd name="connsiteX52" fmla="*/ 468532 w 2978054"/>
                <a:gd name="connsiteY52" fmla="*/ 468532 h 3022083"/>
                <a:gd name="connsiteX53" fmla="*/ 0 w 2978054"/>
                <a:gd name="connsiteY53" fmla="*/ 468532 h 302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78054" h="3022083">
                  <a:moveTo>
                    <a:pt x="1397350" y="2177433"/>
                  </a:moveTo>
                  <a:lnTo>
                    <a:pt x="1711779" y="2177433"/>
                  </a:lnTo>
                  <a:lnTo>
                    <a:pt x="1711779" y="2493829"/>
                  </a:lnTo>
                  <a:lnTo>
                    <a:pt x="1397350" y="2493829"/>
                  </a:lnTo>
                  <a:close/>
                  <a:moveTo>
                    <a:pt x="1395705" y="1266003"/>
                  </a:moveTo>
                  <a:lnTo>
                    <a:pt x="1712271" y="1266003"/>
                  </a:lnTo>
                  <a:lnTo>
                    <a:pt x="1712271" y="2008590"/>
                  </a:lnTo>
                  <a:lnTo>
                    <a:pt x="1395705" y="2008590"/>
                  </a:lnTo>
                  <a:close/>
                  <a:moveTo>
                    <a:pt x="1555704" y="834137"/>
                  </a:moveTo>
                  <a:cubicBezTo>
                    <a:pt x="1534496" y="834111"/>
                    <a:pt x="1513451" y="845132"/>
                    <a:pt x="1500299" y="866952"/>
                  </a:cubicBezTo>
                  <a:cubicBezTo>
                    <a:pt x="1457843" y="937392"/>
                    <a:pt x="1416418" y="1008455"/>
                    <a:pt x="1374522" y="1079234"/>
                  </a:cubicBezTo>
                  <a:cubicBezTo>
                    <a:pt x="1276871" y="1244205"/>
                    <a:pt x="1179505" y="1409345"/>
                    <a:pt x="1081447" y="1574073"/>
                  </a:cubicBezTo>
                  <a:cubicBezTo>
                    <a:pt x="992648" y="1723245"/>
                    <a:pt x="903169" y="1872014"/>
                    <a:pt x="813835" y="2020869"/>
                  </a:cubicBezTo>
                  <a:cubicBezTo>
                    <a:pt x="701839" y="2207486"/>
                    <a:pt x="589156" y="2393697"/>
                    <a:pt x="478293" y="2580986"/>
                  </a:cubicBezTo>
                  <a:cubicBezTo>
                    <a:pt x="464888" y="2603632"/>
                    <a:pt x="451217" y="2633306"/>
                    <a:pt x="454703" y="2657241"/>
                  </a:cubicBezTo>
                  <a:cubicBezTo>
                    <a:pt x="461549" y="2704239"/>
                    <a:pt x="488298" y="2717226"/>
                    <a:pt x="548980" y="2717231"/>
                  </a:cubicBezTo>
                  <a:cubicBezTo>
                    <a:pt x="1222266" y="2717281"/>
                    <a:pt x="1895554" y="2717262"/>
                    <a:pt x="2568841" y="2717260"/>
                  </a:cubicBezTo>
                  <a:cubicBezTo>
                    <a:pt x="2574604" y="2717260"/>
                    <a:pt x="2580469" y="2717928"/>
                    <a:pt x="2586118" y="2717115"/>
                  </a:cubicBezTo>
                  <a:cubicBezTo>
                    <a:pt x="2657652" y="2706821"/>
                    <a:pt x="2683465" y="2657127"/>
                    <a:pt x="2646760" y="2595839"/>
                  </a:cubicBezTo>
                  <a:cubicBezTo>
                    <a:pt x="2589964" y="2501002"/>
                    <a:pt x="2532850" y="2406352"/>
                    <a:pt x="2474883" y="2306563"/>
                  </a:cubicBezTo>
                  <a:cubicBezTo>
                    <a:pt x="2428108" y="2229426"/>
                    <a:pt x="2380788" y="2152613"/>
                    <a:pt x="2334668" y="2075086"/>
                  </a:cubicBezTo>
                  <a:cubicBezTo>
                    <a:pt x="2237237" y="1911312"/>
                    <a:pt x="2140766" y="1746966"/>
                    <a:pt x="2043267" y="1583233"/>
                  </a:cubicBezTo>
                  <a:cubicBezTo>
                    <a:pt x="1966526" y="1454363"/>
                    <a:pt x="1888896" y="1326021"/>
                    <a:pt x="1811542" y="1197519"/>
                  </a:cubicBezTo>
                  <a:cubicBezTo>
                    <a:pt x="1745265" y="1087418"/>
                    <a:pt x="1679559" y="976964"/>
                    <a:pt x="1612083" y="867603"/>
                  </a:cubicBezTo>
                  <a:cubicBezTo>
                    <a:pt x="1598282" y="845235"/>
                    <a:pt x="1576912" y="834162"/>
                    <a:pt x="1555704" y="834137"/>
                  </a:cubicBezTo>
                  <a:close/>
                  <a:moveTo>
                    <a:pt x="1542307" y="526374"/>
                  </a:moveTo>
                  <a:cubicBezTo>
                    <a:pt x="1573598" y="524977"/>
                    <a:pt x="1604996" y="526756"/>
                    <a:pt x="1636656" y="530238"/>
                  </a:cubicBezTo>
                  <a:cubicBezTo>
                    <a:pt x="1658016" y="539506"/>
                    <a:pt x="1679105" y="549475"/>
                    <a:pt x="1700788" y="557911"/>
                  </a:cubicBezTo>
                  <a:cubicBezTo>
                    <a:pt x="1776225" y="587261"/>
                    <a:pt x="1831553" y="639829"/>
                    <a:pt x="1874941" y="706626"/>
                  </a:cubicBezTo>
                  <a:cubicBezTo>
                    <a:pt x="1878635" y="712311"/>
                    <a:pt x="1884102" y="716845"/>
                    <a:pt x="1890808" y="722910"/>
                  </a:cubicBezTo>
                  <a:cubicBezTo>
                    <a:pt x="2030987" y="955391"/>
                    <a:pt x="2169371" y="1186715"/>
                    <a:pt x="2307132" y="1418411"/>
                  </a:cubicBezTo>
                  <a:cubicBezTo>
                    <a:pt x="2412032" y="1594842"/>
                    <a:pt x="2515660" y="1772029"/>
                    <a:pt x="2620739" y="1948354"/>
                  </a:cubicBezTo>
                  <a:cubicBezTo>
                    <a:pt x="2722923" y="2119822"/>
                    <a:pt x="2830946" y="2288010"/>
                    <a:pt x="2927516" y="2462557"/>
                  </a:cubicBezTo>
                  <a:cubicBezTo>
                    <a:pt x="3000984" y="2595345"/>
                    <a:pt x="2994316" y="2733919"/>
                    <a:pt x="2907746" y="2861199"/>
                  </a:cubicBezTo>
                  <a:cubicBezTo>
                    <a:pt x="2836956" y="2965280"/>
                    <a:pt x="2735085" y="3021234"/>
                    <a:pt x="2608078" y="3021383"/>
                  </a:cubicBezTo>
                  <a:cubicBezTo>
                    <a:pt x="1903475" y="3022212"/>
                    <a:pt x="1198867" y="3022549"/>
                    <a:pt x="494267" y="3021003"/>
                  </a:cubicBezTo>
                  <a:cubicBezTo>
                    <a:pt x="380621" y="3020753"/>
                    <a:pt x="289657" y="2965682"/>
                    <a:pt x="219777" y="2877794"/>
                  </a:cubicBezTo>
                  <a:cubicBezTo>
                    <a:pt x="154177" y="2795290"/>
                    <a:pt x="133048" y="2698631"/>
                    <a:pt x="143783" y="2595734"/>
                  </a:cubicBezTo>
                  <a:cubicBezTo>
                    <a:pt x="150529" y="2531072"/>
                    <a:pt x="179148" y="2473045"/>
                    <a:pt x="212527" y="2417513"/>
                  </a:cubicBezTo>
                  <a:cubicBezTo>
                    <a:pt x="278190" y="2308273"/>
                    <a:pt x="343093" y="2198574"/>
                    <a:pt x="408383" y="2089109"/>
                  </a:cubicBezTo>
                  <a:cubicBezTo>
                    <a:pt x="411801" y="2083377"/>
                    <a:pt x="415897" y="2078048"/>
                    <a:pt x="419645" y="2070082"/>
                  </a:cubicBezTo>
                  <a:cubicBezTo>
                    <a:pt x="440243" y="2036539"/>
                    <a:pt x="462084" y="2006175"/>
                    <a:pt x="481295" y="1974228"/>
                  </a:cubicBezTo>
                  <a:cubicBezTo>
                    <a:pt x="563576" y="1837408"/>
                    <a:pt x="645117" y="1700143"/>
                    <a:pt x="726779" y="1562951"/>
                  </a:cubicBezTo>
                  <a:cubicBezTo>
                    <a:pt x="731421" y="1555152"/>
                    <a:pt x="734744" y="1546567"/>
                    <a:pt x="738444" y="1536013"/>
                  </a:cubicBezTo>
                  <a:cubicBezTo>
                    <a:pt x="738207" y="1533679"/>
                    <a:pt x="737773" y="1533744"/>
                    <a:pt x="739605" y="1533481"/>
                  </a:cubicBezTo>
                  <a:cubicBezTo>
                    <a:pt x="742405" y="1531041"/>
                    <a:pt x="743376" y="1528863"/>
                    <a:pt x="745352" y="1524475"/>
                  </a:cubicBezTo>
                  <a:cubicBezTo>
                    <a:pt x="776928" y="1471019"/>
                    <a:pt x="807401" y="1419714"/>
                    <a:pt x="838086" y="1368536"/>
                  </a:cubicBezTo>
                  <a:cubicBezTo>
                    <a:pt x="963853" y="1158786"/>
                    <a:pt x="1091194" y="949957"/>
                    <a:pt x="1214808" y="738945"/>
                  </a:cubicBezTo>
                  <a:cubicBezTo>
                    <a:pt x="1270221" y="644355"/>
                    <a:pt x="1340969" y="573339"/>
                    <a:pt x="1448603" y="541563"/>
                  </a:cubicBezTo>
                  <a:cubicBezTo>
                    <a:pt x="1479833" y="532343"/>
                    <a:pt x="1511016" y="527771"/>
                    <a:pt x="1542307" y="526374"/>
                  </a:cubicBezTo>
                  <a:close/>
                  <a:moveTo>
                    <a:pt x="0" y="0"/>
                  </a:moveTo>
                  <a:lnTo>
                    <a:pt x="468532" y="0"/>
                  </a:lnTo>
                  <a:lnTo>
                    <a:pt x="468532" y="468532"/>
                  </a:lnTo>
                  <a:lnTo>
                    <a:pt x="0" y="468532"/>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59" name="Group 2758">
            <a:extLst>
              <a:ext uri="{FF2B5EF4-FFF2-40B4-BE49-F238E27FC236}">
                <a16:creationId xmlns:a16="http://schemas.microsoft.com/office/drawing/2014/main" id="{665046DB-8EA9-E5D9-2552-5D8F55CF7647}"/>
              </a:ext>
              <a:ext uri="{C183D7F6-B498-43B3-948B-1728B52AA6E4}">
                <adec:decorative xmlns:adec="http://schemas.microsoft.com/office/drawing/2017/decorative" val="1"/>
              </a:ext>
            </a:extLst>
          </p:cNvPr>
          <p:cNvGrpSpPr>
            <a:grpSpLocks noChangeAspect="1"/>
          </p:cNvGrpSpPr>
          <p:nvPr/>
        </p:nvGrpSpPr>
        <p:grpSpPr>
          <a:xfrm>
            <a:off x="7036501" y="5049527"/>
            <a:ext cx="423468" cy="457200"/>
            <a:chOff x="7036501" y="5049527"/>
            <a:chExt cx="423468" cy="457200"/>
          </a:xfrm>
          <a:solidFill>
            <a:schemeClr val="accent2"/>
          </a:solidFill>
        </p:grpSpPr>
        <p:sp>
          <p:nvSpPr>
            <p:cNvPr id="2516" name="Freeform: Shape 2515">
              <a:extLst>
                <a:ext uri="{FF2B5EF4-FFF2-40B4-BE49-F238E27FC236}">
                  <a16:creationId xmlns:a16="http://schemas.microsoft.com/office/drawing/2014/main" id="{65C6189F-9FE0-0F02-8241-86ADFEEA3F91}"/>
                </a:ext>
                <a:ext uri="{C183D7F6-B498-43B3-948B-1728B52AA6E4}">
                  <adec:decorative xmlns:adec="http://schemas.microsoft.com/office/drawing/2017/decorative" val="1"/>
                </a:ext>
              </a:extLst>
            </p:cNvPr>
            <p:cNvSpPr/>
            <p:nvPr/>
          </p:nvSpPr>
          <p:spPr>
            <a:xfrm>
              <a:off x="7036501" y="5049527"/>
              <a:ext cx="423468" cy="452274"/>
            </a:xfrm>
            <a:custGeom>
              <a:avLst/>
              <a:gdLst>
                <a:gd name="connsiteX0" fmla="*/ 3171005 w 6352017"/>
                <a:gd name="connsiteY0" fmla="*/ 5566705 h 6784113"/>
                <a:gd name="connsiteX1" fmla="*/ 3380405 w 6352017"/>
                <a:gd name="connsiteY1" fmla="*/ 5716570 h 6784113"/>
                <a:gd name="connsiteX2" fmla="*/ 3332121 w 6352017"/>
                <a:gd name="connsiteY2" fmla="*/ 5916049 h 6784113"/>
                <a:gd name="connsiteX3" fmla="*/ 3326133 w 6352017"/>
                <a:gd name="connsiteY3" fmla="*/ 5923978 h 6784113"/>
                <a:gd name="connsiteX4" fmla="*/ 3304229 w 6352017"/>
                <a:gd name="connsiteY4" fmla="*/ 5970349 h 6784113"/>
                <a:gd name="connsiteX5" fmla="*/ 3301143 w 6352017"/>
                <a:gd name="connsiteY5" fmla="*/ 6241900 h 6784113"/>
                <a:gd name="connsiteX6" fmla="*/ 3295719 w 6352017"/>
                <a:gd name="connsiteY6" fmla="*/ 6250929 h 6784113"/>
                <a:gd name="connsiteX7" fmla="*/ 3070181 w 6352017"/>
                <a:gd name="connsiteY7" fmla="*/ 6250140 h 6784113"/>
                <a:gd name="connsiteX8" fmla="*/ 3061152 w 6352017"/>
                <a:gd name="connsiteY8" fmla="*/ 6244716 h 6784113"/>
                <a:gd name="connsiteX9" fmla="*/ 3060870 w 6352017"/>
                <a:gd name="connsiteY9" fmla="*/ 6032500 h 6784113"/>
                <a:gd name="connsiteX10" fmla="*/ 3014998 w 6352017"/>
                <a:gd name="connsiteY10" fmla="*/ 5896685 h 6784113"/>
                <a:gd name="connsiteX11" fmla="*/ 2994094 w 6352017"/>
                <a:gd name="connsiteY11" fmla="*/ 5679759 h 6784113"/>
                <a:gd name="connsiteX12" fmla="*/ 3171005 w 6352017"/>
                <a:gd name="connsiteY12" fmla="*/ 5566705 h 6784113"/>
                <a:gd name="connsiteX13" fmla="*/ 3172089 w 6352017"/>
                <a:gd name="connsiteY13" fmla="*/ 4347913 h 6784113"/>
                <a:gd name="connsiteX14" fmla="*/ 3081645 w 6352017"/>
                <a:gd name="connsiteY14" fmla="*/ 4360180 h 6784113"/>
                <a:gd name="connsiteX15" fmla="*/ 2727289 w 6352017"/>
                <a:gd name="connsiteY15" fmla="*/ 4710811 h 6784113"/>
                <a:gd name="connsiteX16" fmla="*/ 2703331 w 6352017"/>
                <a:gd name="connsiteY16" fmla="*/ 5049131 h 6784113"/>
                <a:gd name="connsiteX17" fmla="*/ 3652867 w 6352017"/>
                <a:gd name="connsiteY17" fmla="*/ 5049131 h 6784113"/>
                <a:gd name="connsiteX18" fmla="*/ 3651525 w 6352017"/>
                <a:gd name="connsiteY18" fmla="*/ 4790308 h 6784113"/>
                <a:gd name="connsiteX19" fmla="*/ 3622171 w 6352017"/>
                <a:gd name="connsiteY19" fmla="*/ 4657435 h 6784113"/>
                <a:gd name="connsiteX20" fmla="*/ 3429036 w 6352017"/>
                <a:gd name="connsiteY20" fmla="*/ 4419216 h 6784113"/>
                <a:gd name="connsiteX21" fmla="*/ 3260579 w 6352017"/>
                <a:gd name="connsiteY21" fmla="*/ 4353636 h 6784113"/>
                <a:gd name="connsiteX22" fmla="*/ 3172089 w 6352017"/>
                <a:gd name="connsiteY22" fmla="*/ 4347913 h 6784113"/>
                <a:gd name="connsiteX23" fmla="*/ 3213513 w 6352017"/>
                <a:gd name="connsiteY23" fmla="*/ 4038422 h 6784113"/>
                <a:gd name="connsiteX24" fmla="*/ 3450546 w 6352017"/>
                <a:gd name="connsiteY24" fmla="*/ 4085828 h 6784113"/>
                <a:gd name="connsiteX25" fmla="*/ 3904382 w 6352017"/>
                <a:gd name="connsiteY25" fmla="*/ 4525897 h 6784113"/>
                <a:gd name="connsiteX26" fmla="*/ 3957536 w 6352017"/>
                <a:gd name="connsiteY26" fmla="*/ 4820503 h 6784113"/>
                <a:gd name="connsiteX27" fmla="*/ 3957101 w 6352017"/>
                <a:gd name="connsiteY27" fmla="*/ 5061506 h 6784113"/>
                <a:gd name="connsiteX28" fmla="*/ 4152835 w 6352017"/>
                <a:gd name="connsiteY28" fmla="*/ 5206625 h 6784113"/>
                <a:gd name="connsiteX29" fmla="*/ 4191109 w 6352017"/>
                <a:gd name="connsiteY29" fmla="*/ 5331897 h 6784113"/>
                <a:gd name="connsiteX30" fmla="*/ 4192016 w 6352017"/>
                <a:gd name="connsiteY30" fmla="*/ 6510203 h 6784113"/>
                <a:gd name="connsiteX31" fmla="*/ 3955224 w 6352017"/>
                <a:gd name="connsiteY31" fmla="*/ 6776370 h 6784113"/>
                <a:gd name="connsiteX32" fmla="*/ 3850691 w 6352017"/>
                <a:gd name="connsiteY32" fmla="*/ 6784113 h 6784113"/>
                <a:gd name="connsiteX33" fmla="*/ 2757863 w 6352017"/>
                <a:gd name="connsiteY33" fmla="*/ 6781551 h 6784113"/>
                <a:gd name="connsiteX34" fmla="*/ 2757863 w 6352017"/>
                <a:gd name="connsiteY34" fmla="*/ 6472592 h 6784113"/>
                <a:gd name="connsiteX35" fmla="*/ 3886411 w 6352017"/>
                <a:gd name="connsiteY35" fmla="*/ 6472671 h 6784113"/>
                <a:gd name="connsiteX36" fmla="*/ 3886411 w 6352017"/>
                <a:gd name="connsiteY36" fmla="*/ 5364762 h 6784113"/>
                <a:gd name="connsiteX37" fmla="*/ 2474618 w 6352017"/>
                <a:gd name="connsiteY37" fmla="*/ 5364762 h 6784113"/>
                <a:gd name="connsiteX38" fmla="*/ 2471899 w 6352017"/>
                <a:gd name="connsiteY38" fmla="*/ 6181939 h 6784113"/>
                <a:gd name="connsiteX39" fmla="*/ 2169663 w 6352017"/>
                <a:gd name="connsiteY39" fmla="*/ 6181939 h 6784113"/>
                <a:gd name="connsiteX40" fmla="*/ 2168357 w 6352017"/>
                <a:gd name="connsiteY40" fmla="*/ 5369544 h 6784113"/>
                <a:gd name="connsiteX41" fmla="*/ 2398376 w 6352017"/>
                <a:gd name="connsiteY41" fmla="*/ 5062847 h 6784113"/>
                <a:gd name="connsiteX42" fmla="*/ 2398312 w 6352017"/>
                <a:gd name="connsiteY42" fmla="*/ 4858593 h 6784113"/>
                <a:gd name="connsiteX43" fmla="*/ 2528551 w 6352017"/>
                <a:gd name="connsiteY43" fmla="*/ 4389348 h 6784113"/>
                <a:gd name="connsiteX44" fmla="*/ 3024387 w 6352017"/>
                <a:gd name="connsiteY44" fmla="*/ 4054347 h 6784113"/>
                <a:gd name="connsiteX45" fmla="*/ 3132902 w 6352017"/>
                <a:gd name="connsiteY45" fmla="*/ 4039795 h 6784113"/>
                <a:gd name="connsiteX46" fmla="*/ 3213513 w 6352017"/>
                <a:gd name="connsiteY46" fmla="*/ 4038422 h 6784113"/>
                <a:gd name="connsiteX47" fmla="*/ 3121079 w 6352017"/>
                <a:gd name="connsiteY47" fmla="*/ 2995494 h 6784113"/>
                <a:gd name="connsiteX48" fmla="*/ 3003730 w 6352017"/>
                <a:gd name="connsiteY48" fmla="*/ 3060223 h 6784113"/>
                <a:gd name="connsiteX49" fmla="*/ 3019367 w 6352017"/>
                <a:gd name="connsiteY49" fmla="*/ 3325672 h 6784113"/>
                <a:gd name="connsiteX50" fmla="*/ 3201092 w 6352017"/>
                <a:gd name="connsiteY50" fmla="*/ 3369691 h 6784113"/>
                <a:gd name="connsiteX51" fmla="*/ 3338069 w 6352017"/>
                <a:gd name="connsiteY51" fmla="*/ 3210140 h 6784113"/>
                <a:gd name="connsiteX52" fmla="*/ 3250365 w 6352017"/>
                <a:gd name="connsiteY52" fmla="*/ 3026501 h 6784113"/>
                <a:gd name="connsiteX53" fmla="*/ 3121079 w 6352017"/>
                <a:gd name="connsiteY53" fmla="*/ 2995494 h 6784113"/>
                <a:gd name="connsiteX54" fmla="*/ 5352008 w 6352017"/>
                <a:gd name="connsiteY54" fmla="*/ 2153648 h 6784113"/>
                <a:gd name="connsiteX55" fmla="*/ 5474241 w 6352017"/>
                <a:gd name="connsiteY55" fmla="*/ 2476558 h 6784113"/>
                <a:gd name="connsiteX56" fmla="*/ 5329623 w 6352017"/>
                <a:gd name="connsiteY56" fmla="*/ 2533970 h 6784113"/>
                <a:gd name="connsiteX57" fmla="*/ 4788590 w 6352017"/>
                <a:gd name="connsiteY57" fmla="*/ 2741206 h 6784113"/>
                <a:gd name="connsiteX58" fmla="*/ 4295618 w 6352017"/>
                <a:gd name="connsiteY58" fmla="*/ 2929403 h 6784113"/>
                <a:gd name="connsiteX59" fmla="*/ 3709500 w 6352017"/>
                <a:gd name="connsiteY59" fmla="*/ 3152886 h 6784113"/>
                <a:gd name="connsiteX60" fmla="*/ 3684536 w 6352017"/>
                <a:gd name="connsiteY60" fmla="*/ 3187393 h 6784113"/>
                <a:gd name="connsiteX61" fmla="*/ 3547001 w 6352017"/>
                <a:gd name="connsiteY61" fmla="*/ 3546653 h 6784113"/>
                <a:gd name="connsiteX62" fmla="*/ 3275315 w 6352017"/>
                <a:gd name="connsiteY62" fmla="*/ 3704541 h 6784113"/>
                <a:gd name="connsiteX63" fmla="*/ 2737034 w 6352017"/>
                <a:gd name="connsiteY63" fmla="*/ 3528741 h 6784113"/>
                <a:gd name="connsiteX64" fmla="*/ 2610244 w 6352017"/>
                <a:gd name="connsiteY64" fmla="*/ 3199312 h 6784113"/>
                <a:gd name="connsiteX65" fmla="*/ 2703402 w 6352017"/>
                <a:gd name="connsiteY65" fmla="*/ 2876177 h 6784113"/>
                <a:gd name="connsiteX66" fmla="*/ 3059657 w 6352017"/>
                <a:gd name="connsiteY66" fmla="*/ 2655373 h 6784113"/>
                <a:gd name="connsiteX67" fmla="*/ 3466834 w 6352017"/>
                <a:gd name="connsiteY67" fmla="*/ 2754245 h 6784113"/>
                <a:gd name="connsiteX68" fmla="*/ 3537385 w 6352017"/>
                <a:gd name="connsiteY68" fmla="*/ 2815961 h 6784113"/>
                <a:gd name="connsiteX69" fmla="*/ 3583657 w 6352017"/>
                <a:gd name="connsiteY69" fmla="*/ 2826283 h 6784113"/>
                <a:gd name="connsiteX70" fmla="*/ 4338284 w 6352017"/>
                <a:gd name="connsiteY70" fmla="*/ 2537298 h 6784113"/>
                <a:gd name="connsiteX71" fmla="*/ 4952130 w 6352017"/>
                <a:gd name="connsiteY71" fmla="*/ 2305743 h 6784113"/>
                <a:gd name="connsiteX72" fmla="*/ 5264678 w 6352017"/>
                <a:gd name="connsiteY72" fmla="*/ 2184765 h 6784113"/>
                <a:gd name="connsiteX73" fmla="*/ 5352008 w 6352017"/>
                <a:gd name="connsiteY73" fmla="*/ 2153648 h 6784113"/>
                <a:gd name="connsiteX74" fmla="*/ 3189214 w 6352017"/>
                <a:gd name="connsiteY74" fmla="*/ 172 h 6784113"/>
                <a:gd name="connsiteX75" fmla="*/ 3341798 w 6352017"/>
                <a:gd name="connsiteY75" fmla="*/ 4016 h 6784113"/>
                <a:gd name="connsiteX76" fmla="*/ 3715664 w 6352017"/>
                <a:gd name="connsiteY76" fmla="*/ 47802 h 6784113"/>
                <a:gd name="connsiteX77" fmla="*/ 4227244 w 6352017"/>
                <a:gd name="connsiteY77" fmla="*/ 178061 h 6784113"/>
                <a:gd name="connsiteX78" fmla="*/ 4517153 w 6352017"/>
                <a:gd name="connsiteY78" fmla="*/ 298482 h 6784113"/>
                <a:gd name="connsiteX79" fmla="*/ 5003417 w 6352017"/>
                <a:gd name="connsiteY79" fmla="*/ 580126 h 6784113"/>
                <a:gd name="connsiteX80" fmla="*/ 5240586 w 6352017"/>
                <a:gd name="connsiteY80" fmla="*/ 766197 h 6784113"/>
                <a:gd name="connsiteX81" fmla="*/ 5474274 w 6352017"/>
                <a:gd name="connsiteY81" fmla="*/ 985685 h 6784113"/>
                <a:gd name="connsiteX82" fmla="*/ 5762178 w 6352017"/>
                <a:gd name="connsiteY82" fmla="*/ 1333974 h 6784113"/>
                <a:gd name="connsiteX83" fmla="*/ 6058917 w 6352017"/>
                <a:gd name="connsiteY83" fmla="*/ 1842088 h 6784113"/>
                <a:gd name="connsiteX84" fmla="*/ 6275850 w 6352017"/>
                <a:gd name="connsiteY84" fmla="*/ 2492285 h 6784113"/>
                <a:gd name="connsiteX85" fmla="*/ 6336244 w 6352017"/>
                <a:gd name="connsiteY85" fmla="*/ 2843339 h 6784113"/>
                <a:gd name="connsiteX86" fmla="*/ 6344412 w 6352017"/>
                <a:gd name="connsiteY86" fmla="*/ 2970856 h 6784113"/>
                <a:gd name="connsiteX87" fmla="*/ 6350943 w 6352017"/>
                <a:gd name="connsiteY87" fmla="*/ 3242880 h 6784113"/>
                <a:gd name="connsiteX88" fmla="*/ 6321926 w 6352017"/>
                <a:gd name="connsiteY88" fmla="*/ 3593643 h 6784113"/>
                <a:gd name="connsiteX89" fmla="*/ 6314225 w 6352017"/>
                <a:gd name="connsiteY89" fmla="*/ 3660033 h 6784113"/>
                <a:gd name="connsiteX90" fmla="*/ 6214162 w 6352017"/>
                <a:gd name="connsiteY90" fmla="*/ 4103156 h 6784113"/>
                <a:gd name="connsiteX91" fmla="*/ 6002362 w 6352017"/>
                <a:gd name="connsiteY91" fmla="*/ 4630372 h 6784113"/>
                <a:gd name="connsiteX92" fmla="*/ 5689592 w 6352017"/>
                <a:gd name="connsiteY92" fmla="*/ 5115623 h 6784113"/>
                <a:gd name="connsiteX93" fmla="*/ 5385782 w 6352017"/>
                <a:gd name="connsiteY93" fmla="*/ 5458704 h 6784113"/>
                <a:gd name="connsiteX94" fmla="*/ 5337024 w 6352017"/>
                <a:gd name="connsiteY94" fmla="*/ 5461945 h 6784113"/>
                <a:gd name="connsiteX95" fmla="*/ 4667999 w 6352017"/>
                <a:gd name="connsiteY95" fmla="*/ 4771116 h 6784113"/>
                <a:gd name="connsiteX96" fmla="*/ 4789580 w 6352017"/>
                <a:gd name="connsiteY96" fmla="*/ 4655543 h 6784113"/>
                <a:gd name="connsiteX97" fmla="*/ 5204061 w 6352017"/>
                <a:gd name="connsiteY97" fmla="*/ 5069913 h 6784113"/>
                <a:gd name="connsiteX98" fmla="*/ 5273686 w 6352017"/>
                <a:gd name="connsiteY98" fmla="*/ 5068296 h 6784113"/>
                <a:gd name="connsiteX99" fmla="*/ 5606922 w 6352017"/>
                <a:gd name="connsiteY99" fmla="*/ 4617169 h 6784113"/>
                <a:gd name="connsiteX100" fmla="*/ 5881790 w 6352017"/>
                <a:gd name="connsiteY100" fmla="*/ 3988451 h 6784113"/>
                <a:gd name="connsiteX101" fmla="*/ 5963071 w 6352017"/>
                <a:gd name="connsiteY101" fmla="*/ 3620361 h 6784113"/>
                <a:gd name="connsiteX102" fmla="*/ 5995050 w 6352017"/>
                <a:gd name="connsiteY102" fmla="*/ 3319432 h 6784113"/>
                <a:gd name="connsiteX103" fmla="*/ 6003508 w 6352017"/>
                <a:gd name="connsiteY103" fmla="*/ 3280014 h 6784113"/>
                <a:gd name="connsiteX104" fmla="*/ 5350717 w 6352017"/>
                <a:gd name="connsiteY104" fmla="*/ 3280014 h 6784113"/>
                <a:gd name="connsiteX105" fmla="*/ 5350717 w 6352017"/>
                <a:gd name="connsiteY105" fmla="*/ 3105818 h 6784113"/>
                <a:gd name="connsiteX106" fmla="*/ 5998804 w 6352017"/>
                <a:gd name="connsiteY106" fmla="*/ 3105818 h 6784113"/>
                <a:gd name="connsiteX107" fmla="*/ 5240067 w 6352017"/>
                <a:gd name="connsiteY107" fmla="*/ 1247427 h 6784113"/>
                <a:gd name="connsiteX108" fmla="*/ 4793352 w 6352017"/>
                <a:gd name="connsiteY108" fmla="*/ 1694881 h 6784113"/>
                <a:gd name="connsiteX109" fmla="*/ 4672853 w 6352017"/>
                <a:gd name="connsiteY109" fmla="*/ 1576312 h 6784113"/>
                <a:gd name="connsiteX110" fmla="*/ 5120804 w 6352017"/>
                <a:gd name="connsiteY110" fmla="*/ 1128492 h 6784113"/>
                <a:gd name="connsiteX111" fmla="*/ 3258870 w 6352017"/>
                <a:gd name="connsiteY111" fmla="*/ 349829 h 6784113"/>
                <a:gd name="connsiteX112" fmla="*/ 3258870 w 6352017"/>
                <a:gd name="connsiteY112" fmla="*/ 1018096 h 6784113"/>
                <a:gd name="connsiteX113" fmla="*/ 3084246 w 6352017"/>
                <a:gd name="connsiteY113" fmla="*/ 1018096 h 6784113"/>
                <a:gd name="connsiteX114" fmla="*/ 3084246 w 6352017"/>
                <a:gd name="connsiteY114" fmla="*/ 350423 h 6784113"/>
                <a:gd name="connsiteX115" fmla="*/ 1230573 w 6352017"/>
                <a:gd name="connsiteY115" fmla="*/ 1128311 h 6784113"/>
                <a:gd name="connsiteX116" fmla="*/ 1681840 w 6352017"/>
                <a:gd name="connsiteY116" fmla="*/ 1568756 h 6784113"/>
                <a:gd name="connsiteX117" fmla="*/ 1557679 w 6352017"/>
                <a:gd name="connsiteY117" fmla="*/ 1695381 h 6784113"/>
                <a:gd name="connsiteX118" fmla="*/ 1112077 w 6352017"/>
                <a:gd name="connsiteY118" fmla="*/ 1249285 h 6784113"/>
                <a:gd name="connsiteX119" fmla="*/ 350232 w 6352017"/>
                <a:gd name="connsiteY119" fmla="*/ 3103298 h 6784113"/>
                <a:gd name="connsiteX120" fmla="*/ 987821 w 6352017"/>
                <a:gd name="connsiteY120" fmla="*/ 3103298 h 6784113"/>
                <a:gd name="connsiteX121" fmla="*/ 999634 w 6352017"/>
                <a:gd name="connsiteY121" fmla="*/ 3278856 h 6784113"/>
                <a:gd name="connsiteX122" fmla="*/ 351396 w 6352017"/>
                <a:gd name="connsiteY122" fmla="*/ 3278856 h 6784113"/>
                <a:gd name="connsiteX123" fmla="*/ 1110961 w 6352017"/>
                <a:gd name="connsiteY123" fmla="*/ 5102671 h 6784113"/>
                <a:gd name="connsiteX124" fmla="*/ 1567608 w 6352017"/>
                <a:gd name="connsiteY124" fmla="*/ 4646058 h 6784113"/>
                <a:gd name="connsiteX125" fmla="*/ 1670428 w 6352017"/>
                <a:gd name="connsiteY125" fmla="*/ 4736849 h 6784113"/>
                <a:gd name="connsiteX126" fmla="*/ 1671601 w 6352017"/>
                <a:gd name="connsiteY126" fmla="*/ 4801495 h 6784113"/>
                <a:gd name="connsiteX127" fmla="*/ 1246806 w 6352017"/>
                <a:gd name="connsiteY127" fmla="*/ 5226110 h 6784113"/>
                <a:gd name="connsiteX128" fmla="*/ 1004883 w 6352017"/>
                <a:gd name="connsiteY128" fmla="*/ 5485125 h 6784113"/>
                <a:gd name="connsiteX129" fmla="*/ 992191 w 6352017"/>
                <a:gd name="connsiteY129" fmla="*/ 5480538 h 6784113"/>
                <a:gd name="connsiteX130" fmla="*/ 586976 w 6352017"/>
                <a:gd name="connsiteY130" fmla="*/ 5017839 h 6784113"/>
                <a:gd name="connsiteX131" fmla="*/ 311908 w 6352017"/>
                <a:gd name="connsiteY131" fmla="*/ 4556802 h 6784113"/>
                <a:gd name="connsiteX132" fmla="*/ 96607 w 6352017"/>
                <a:gd name="connsiteY132" fmla="*/ 3964216 h 6784113"/>
                <a:gd name="connsiteX133" fmla="*/ 26101 w 6352017"/>
                <a:gd name="connsiteY133" fmla="*/ 3566191 h 6784113"/>
                <a:gd name="connsiteX134" fmla="*/ 5542 w 6352017"/>
                <a:gd name="connsiteY134" fmla="*/ 2989626 h 6784113"/>
                <a:gd name="connsiteX135" fmla="*/ 75919 w 6352017"/>
                <a:gd name="connsiteY135" fmla="*/ 2485283 h 6784113"/>
                <a:gd name="connsiteX136" fmla="*/ 232822 w 6352017"/>
                <a:gd name="connsiteY136" fmla="*/ 1985662 h 6784113"/>
                <a:gd name="connsiteX137" fmla="*/ 463943 w 6352017"/>
                <a:gd name="connsiteY137" fmla="*/ 1526582 h 6784113"/>
                <a:gd name="connsiteX138" fmla="*/ 725716 w 6352017"/>
                <a:gd name="connsiteY138" fmla="*/ 1157853 h 6784113"/>
                <a:gd name="connsiteX139" fmla="*/ 1072480 w 6352017"/>
                <a:gd name="connsiteY139" fmla="*/ 800647 h 6784113"/>
                <a:gd name="connsiteX140" fmla="*/ 1478052 w 6352017"/>
                <a:gd name="connsiteY140" fmla="*/ 492565 h 6784113"/>
                <a:gd name="connsiteX141" fmla="*/ 2046349 w 6352017"/>
                <a:gd name="connsiteY141" fmla="*/ 208214 h 6784113"/>
                <a:gd name="connsiteX142" fmla="*/ 2419698 w 6352017"/>
                <a:gd name="connsiteY142" fmla="*/ 92111 h 6784113"/>
                <a:gd name="connsiteX143" fmla="*/ 2732708 w 6352017"/>
                <a:gd name="connsiteY143" fmla="*/ 32630 h 6784113"/>
                <a:gd name="connsiteX144" fmla="*/ 3189214 w 6352017"/>
                <a:gd name="connsiteY144" fmla="*/ 172 h 678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352017" h="6784113">
                  <a:moveTo>
                    <a:pt x="3171005" y="5566705"/>
                  </a:moveTo>
                  <a:cubicBezTo>
                    <a:pt x="3268583" y="5559080"/>
                    <a:pt x="3362352" y="5632852"/>
                    <a:pt x="3380405" y="5716570"/>
                  </a:cubicBezTo>
                  <a:cubicBezTo>
                    <a:pt x="3396112" y="5789408"/>
                    <a:pt x="3390161" y="5856875"/>
                    <a:pt x="3332121" y="5916049"/>
                  </a:cubicBezTo>
                  <a:cubicBezTo>
                    <a:pt x="3328008" y="5920423"/>
                    <a:pt x="3326829" y="5922022"/>
                    <a:pt x="3326133" y="5923978"/>
                  </a:cubicBezTo>
                  <a:cubicBezTo>
                    <a:pt x="3318489" y="5939427"/>
                    <a:pt x="3304611" y="5954723"/>
                    <a:pt x="3304229" y="5970349"/>
                  </a:cubicBezTo>
                  <a:cubicBezTo>
                    <a:pt x="3302048" y="6059412"/>
                    <a:pt x="3303085" y="6148552"/>
                    <a:pt x="3301143" y="6241900"/>
                  </a:cubicBezTo>
                  <a:cubicBezTo>
                    <a:pt x="3297594" y="6247374"/>
                    <a:pt x="3296414" y="6248973"/>
                    <a:pt x="3295719" y="6250929"/>
                  </a:cubicBezTo>
                  <a:cubicBezTo>
                    <a:pt x="3221950" y="6251296"/>
                    <a:pt x="3148181" y="6251661"/>
                    <a:pt x="3070181" y="6250140"/>
                  </a:cubicBezTo>
                  <a:cubicBezTo>
                    <a:pt x="3064706" y="6246591"/>
                    <a:pt x="3063108" y="6245410"/>
                    <a:pt x="3061152" y="6244716"/>
                  </a:cubicBezTo>
                  <a:cubicBezTo>
                    <a:pt x="3060730" y="6173960"/>
                    <a:pt x="3057307" y="6103054"/>
                    <a:pt x="3060870" y="6032500"/>
                  </a:cubicBezTo>
                  <a:cubicBezTo>
                    <a:pt x="3063547" y="5979473"/>
                    <a:pt x="3052749" y="5938110"/>
                    <a:pt x="3014998" y="5896685"/>
                  </a:cubicBezTo>
                  <a:cubicBezTo>
                    <a:pt x="2956990" y="5833027"/>
                    <a:pt x="2961080" y="5752501"/>
                    <a:pt x="2994094" y="5679759"/>
                  </a:cubicBezTo>
                  <a:cubicBezTo>
                    <a:pt x="3026645" y="5608034"/>
                    <a:pt x="3089271" y="5573090"/>
                    <a:pt x="3171005" y="5566705"/>
                  </a:cubicBezTo>
                  <a:close/>
                  <a:moveTo>
                    <a:pt x="3172089" y="4347913"/>
                  </a:moveTo>
                  <a:cubicBezTo>
                    <a:pt x="3142229" y="4349006"/>
                    <a:pt x="3112044" y="4353097"/>
                    <a:pt x="3081645" y="4360180"/>
                  </a:cubicBezTo>
                  <a:cubicBezTo>
                    <a:pt x="2894019" y="4403922"/>
                    <a:pt x="2763958" y="4517589"/>
                    <a:pt x="2727289" y="4710811"/>
                  </a:cubicBezTo>
                  <a:cubicBezTo>
                    <a:pt x="2706478" y="4820453"/>
                    <a:pt x="2710582" y="4934835"/>
                    <a:pt x="2703331" y="5049131"/>
                  </a:cubicBezTo>
                  <a:cubicBezTo>
                    <a:pt x="3025628" y="5049131"/>
                    <a:pt x="3337613" y="5049131"/>
                    <a:pt x="3652867" y="5049131"/>
                  </a:cubicBezTo>
                  <a:cubicBezTo>
                    <a:pt x="3652867" y="4961726"/>
                    <a:pt x="3656135" y="4875806"/>
                    <a:pt x="3651525" y="4790308"/>
                  </a:cubicBezTo>
                  <a:cubicBezTo>
                    <a:pt x="3649113" y="4745560"/>
                    <a:pt x="3636188" y="4700470"/>
                    <a:pt x="3622171" y="4657435"/>
                  </a:cubicBezTo>
                  <a:cubicBezTo>
                    <a:pt x="3589085" y="4555843"/>
                    <a:pt x="3521771" y="4479779"/>
                    <a:pt x="3429036" y="4419216"/>
                  </a:cubicBezTo>
                  <a:cubicBezTo>
                    <a:pt x="3375224" y="4385302"/>
                    <a:pt x="3318779" y="4363463"/>
                    <a:pt x="3260579" y="4353636"/>
                  </a:cubicBezTo>
                  <a:cubicBezTo>
                    <a:pt x="3231482" y="4348726"/>
                    <a:pt x="3201948" y="4346820"/>
                    <a:pt x="3172089" y="4347913"/>
                  </a:cubicBezTo>
                  <a:close/>
                  <a:moveTo>
                    <a:pt x="3213513" y="4038422"/>
                  </a:moveTo>
                  <a:cubicBezTo>
                    <a:pt x="3293761" y="4041227"/>
                    <a:pt x="3372886" y="4056683"/>
                    <a:pt x="3450546" y="4085828"/>
                  </a:cubicBezTo>
                  <a:cubicBezTo>
                    <a:pt x="3664835" y="4166252"/>
                    <a:pt x="3816328" y="4313670"/>
                    <a:pt x="3904382" y="4525897"/>
                  </a:cubicBezTo>
                  <a:cubicBezTo>
                    <a:pt x="3943620" y="4620481"/>
                    <a:pt x="3960334" y="4718290"/>
                    <a:pt x="3957536" y="4820503"/>
                  </a:cubicBezTo>
                  <a:cubicBezTo>
                    <a:pt x="3955353" y="4900221"/>
                    <a:pt x="3957101" y="4980046"/>
                    <a:pt x="3957101" y="5061506"/>
                  </a:cubicBezTo>
                  <a:cubicBezTo>
                    <a:pt x="4043335" y="5081881"/>
                    <a:pt x="4112269" y="5128028"/>
                    <a:pt x="4152835" y="5206625"/>
                  </a:cubicBezTo>
                  <a:cubicBezTo>
                    <a:pt x="4172646" y="5245028"/>
                    <a:pt x="4190802" y="5289847"/>
                    <a:pt x="4191109" y="5331897"/>
                  </a:cubicBezTo>
                  <a:cubicBezTo>
                    <a:pt x="4193978" y="5724649"/>
                    <a:pt x="4194128" y="6117444"/>
                    <a:pt x="4192016" y="6510203"/>
                  </a:cubicBezTo>
                  <a:cubicBezTo>
                    <a:pt x="4191366" y="6630365"/>
                    <a:pt x="4081310" y="6755966"/>
                    <a:pt x="3955224" y="6776370"/>
                  </a:cubicBezTo>
                  <a:cubicBezTo>
                    <a:pt x="3920846" y="6781929"/>
                    <a:pt x="3885562" y="6784070"/>
                    <a:pt x="3850691" y="6784113"/>
                  </a:cubicBezTo>
                  <a:lnTo>
                    <a:pt x="2757863" y="6781551"/>
                  </a:lnTo>
                  <a:lnTo>
                    <a:pt x="2757863" y="6472592"/>
                  </a:lnTo>
                  <a:lnTo>
                    <a:pt x="3886411" y="6472671"/>
                  </a:lnTo>
                  <a:cubicBezTo>
                    <a:pt x="3886411" y="6100409"/>
                    <a:pt x="3886411" y="5732621"/>
                    <a:pt x="3886411" y="5364762"/>
                  </a:cubicBezTo>
                  <a:cubicBezTo>
                    <a:pt x="3415040" y="5364762"/>
                    <a:pt x="2945925" y="5364762"/>
                    <a:pt x="2474618" y="5364762"/>
                  </a:cubicBezTo>
                  <a:lnTo>
                    <a:pt x="2471899" y="6181939"/>
                  </a:lnTo>
                  <a:lnTo>
                    <a:pt x="2169663" y="6181939"/>
                  </a:lnTo>
                  <a:lnTo>
                    <a:pt x="2168357" y="5369544"/>
                  </a:lnTo>
                  <a:cubicBezTo>
                    <a:pt x="2166002" y="5225438"/>
                    <a:pt x="2264111" y="5095070"/>
                    <a:pt x="2398376" y="5062847"/>
                  </a:cubicBezTo>
                  <a:cubicBezTo>
                    <a:pt x="2398376" y="4995169"/>
                    <a:pt x="2398733" y="4926877"/>
                    <a:pt x="2398312" y="4858593"/>
                  </a:cubicBezTo>
                  <a:cubicBezTo>
                    <a:pt x="2397263" y="4689772"/>
                    <a:pt x="2432554" y="4529743"/>
                    <a:pt x="2528551" y="4389348"/>
                  </a:cubicBezTo>
                  <a:cubicBezTo>
                    <a:pt x="2648849" y="4213398"/>
                    <a:pt x="2811667" y="4096597"/>
                    <a:pt x="3024387" y="4054347"/>
                  </a:cubicBezTo>
                  <a:cubicBezTo>
                    <a:pt x="3060738" y="4047127"/>
                    <a:pt x="3096920" y="4042246"/>
                    <a:pt x="3132902" y="4039795"/>
                  </a:cubicBezTo>
                  <a:cubicBezTo>
                    <a:pt x="3159889" y="4037957"/>
                    <a:pt x="3186763" y="4037487"/>
                    <a:pt x="3213513" y="4038422"/>
                  </a:cubicBezTo>
                  <a:close/>
                  <a:moveTo>
                    <a:pt x="3121079" y="2995494"/>
                  </a:moveTo>
                  <a:cubicBezTo>
                    <a:pt x="3076873" y="3001258"/>
                    <a:pt x="3034656" y="3022979"/>
                    <a:pt x="3003730" y="3060223"/>
                  </a:cubicBezTo>
                  <a:cubicBezTo>
                    <a:pt x="2933233" y="3145122"/>
                    <a:pt x="2934264" y="3245245"/>
                    <a:pt x="3019367" y="3325672"/>
                  </a:cubicBezTo>
                  <a:cubicBezTo>
                    <a:pt x="3070932" y="3374404"/>
                    <a:pt x="3133082" y="3392567"/>
                    <a:pt x="3201092" y="3369691"/>
                  </a:cubicBezTo>
                  <a:cubicBezTo>
                    <a:pt x="3274326" y="3345058"/>
                    <a:pt x="3322574" y="3295042"/>
                    <a:pt x="3338069" y="3210140"/>
                  </a:cubicBezTo>
                  <a:cubicBezTo>
                    <a:pt x="3346336" y="3131024"/>
                    <a:pt x="3312861" y="3069225"/>
                    <a:pt x="3250365" y="3026501"/>
                  </a:cubicBezTo>
                  <a:cubicBezTo>
                    <a:pt x="3211482" y="2999920"/>
                    <a:pt x="3165286" y="2989729"/>
                    <a:pt x="3121079" y="2995494"/>
                  </a:cubicBezTo>
                  <a:close/>
                  <a:moveTo>
                    <a:pt x="5352008" y="2153648"/>
                  </a:moveTo>
                  <a:cubicBezTo>
                    <a:pt x="5392348" y="2260217"/>
                    <a:pt x="5432355" y="2365904"/>
                    <a:pt x="5474241" y="2476558"/>
                  </a:cubicBezTo>
                  <a:cubicBezTo>
                    <a:pt x="5424483" y="2496345"/>
                    <a:pt x="5377250" y="2515672"/>
                    <a:pt x="5329623" y="2533970"/>
                  </a:cubicBezTo>
                  <a:cubicBezTo>
                    <a:pt x="5149350" y="2603235"/>
                    <a:pt x="4968972" y="2672228"/>
                    <a:pt x="4788590" y="2741206"/>
                  </a:cubicBezTo>
                  <a:cubicBezTo>
                    <a:pt x="4624302" y="2804030"/>
                    <a:pt x="4460018" y="2866867"/>
                    <a:pt x="4295618" y="2929403"/>
                  </a:cubicBezTo>
                  <a:cubicBezTo>
                    <a:pt x="4100186" y="3003742"/>
                    <a:pt x="3904485" y="3077389"/>
                    <a:pt x="3709500" y="3152886"/>
                  </a:cubicBezTo>
                  <a:cubicBezTo>
                    <a:pt x="3698051" y="3157319"/>
                    <a:pt x="3684339" y="3175713"/>
                    <a:pt x="3684536" y="3187393"/>
                  </a:cubicBezTo>
                  <a:cubicBezTo>
                    <a:pt x="3686874" y="3325987"/>
                    <a:pt x="3637305" y="3445748"/>
                    <a:pt x="3547001" y="3546653"/>
                  </a:cubicBezTo>
                  <a:cubicBezTo>
                    <a:pt x="3474808" y="3627320"/>
                    <a:pt x="3382651" y="3682166"/>
                    <a:pt x="3275315" y="3704541"/>
                  </a:cubicBezTo>
                  <a:cubicBezTo>
                    <a:pt x="3062904" y="3748819"/>
                    <a:pt x="2879860" y="3693308"/>
                    <a:pt x="2737034" y="3528741"/>
                  </a:cubicBezTo>
                  <a:cubicBezTo>
                    <a:pt x="2656504" y="3435952"/>
                    <a:pt x="2613833" y="3325377"/>
                    <a:pt x="2610244" y="3199312"/>
                  </a:cubicBezTo>
                  <a:cubicBezTo>
                    <a:pt x="2606858" y="3080383"/>
                    <a:pt x="2636245" y="2972052"/>
                    <a:pt x="2703402" y="2876177"/>
                  </a:cubicBezTo>
                  <a:cubicBezTo>
                    <a:pt x="2789788" y="2752855"/>
                    <a:pt x="2909021" y="2678434"/>
                    <a:pt x="3059657" y="2655373"/>
                  </a:cubicBezTo>
                  <a:cubicBezTo>
                    <a:pt x="3209433" y="2632443"/>
                    <a:pt x="3345425" y="2663404"/>
                    <a:pt x="3466834" y="2754245"/>
                  </a:cubicBezTo>
                  <a:cubicBezTo>
                    <a:pt x="3491786" y="2772914"/>
                    <a:pt x="3512079" y="2797900"/>
                    <a:pt x="3537385" y="2815961"/>
                  </a:cubicBezTo>
                  <a:cubicBezTo>
                    <a:pt x="3549488" y="2824599"/>
                    <a:pt x="3571020" y="2831061"/>
                    <a:pt x="3583657" y="2826283"/>
                  </a:cubicBezTo>
                  <a:cubicBezTo>
                    <a:pt x="3835589" y="2730982"/>
                    <a:pt x="4086678" y="2633463"/>
                    <a:pt x="4338284" y="2537298"/>
                  </a:cubicBezTo>
                  <a:cubicBezTo>
                    <a:pt x="4541652" y="2459571"/>
                    <a:pt x="4745476" y="2383040"/>
                    <a:pt x="4952130" y="2305743"/>
                  </a:cubicBezTo>
                  <a:cubicBezTo>
                    <a:pt x="5058319" y="2265219"/>
                    <a:pt x="5161401" y="2224740"/>
                    <a:pt x="5264678" y="2184765"/>
                  </a:cubicBezTo>
                  <a:cubicBezTo>
                    <a:pt x="5293256" y="2173703"/>
                    <a:pt x="5322418" y="2164145"/>
                    <a:pt x="5352008" y="2153648"/>
                  </a:cubicBezTo>
                  <a:close/>
                  <a:moveTo>
                    <a:pt x="3189214" y="172"/>
                  </a:moveTo>
                  <a:cubicBezTo>
                    <a:pt x="3240088" y="645"/>
                    <a:pt x="3290965" y="2064"/>
                    <a:pt x="3341798" y="4016"/>
                  </a:cubicBezTo>
                  <a:cubicBezTo>
                    <a:pt x="3466808" y="8818"/>
                    <a:pt x="3591296" y="30893"/>
                    <a:pt x="3715664" y="47802"/>
                  </a:cubicBezTo>
                  <a:cubicBezTo>
                    <a:pt x="3891033" y="71645"/>
                    <a:pt x="4060944" y="119232"/>
                    <a:pt x="4227244" y="178061"/>
                  </a:cubicBezTo>
                  <a:cubicBezTo>
                    <a:pt x="4325759" y="212912"/>
                    <a:pt x="4421180" y="256752"/>
                    <a:pt x="4517153" y="298482"/>
                  </a:cubicBezTo>
                  <a:cubicBezTo>
                    <a:pt x="4689988" y="373632"/>
                    <a:pt x="4850981" y="469966"/>
                    <a:pt x="5003417" y="580126"/>
                  </a:cubicBezTo>
                  <a:cubicBezTo>
                    <a:pt x="5084818" y="638952"/>
                    <a:pt x="5164473" y="700721"/>
                    <a:pt x="5240586" y="766197"/>
                  </a:cubicBezTo>
                  <a:cubicBezTo>
                    <a:pt x="5321577" y="835872"/>
                    <a:pt x="5402802" y="906656"/>
                    <a:pt x="5474274" y="985685"/>
                  </a:cubicBezTo>
                  <a:cubicBezTo>
                    <a:pt x="5575234" y="1097318"/>
                    <a:pt x="5671540" y="1213793"/>
                    <a:pt x="5762178" y="1333974"/>
                  </a:cubicBezTo>
                  <a:cubicBezTo>
                    <a:pt x="5880777" y="1491230"/>
                    <a:pt x="5976568" y="1663249"/>
                    <a:pt x="6058917" y="1842088"/>
                  </a:cubicBezTo>
                  <a:cubicBezTo>
                    <a:pt x="6154976" y="2050704"/>
                    <a:pt x="6231853" y="2266276"/>
                    <a:pt x="6275850" y="2492285"/>
                  </a:cubicBezTo>
                  <a:cubicBezTo>
                    <a:pt x="6298536" y="2608814"/>
                    <a:pt x="6317882" y="2726038"/>
                    <a:pt x="6336244" y="2843339"/>
                  </a:cubicBezTo>
                  <a:cubicBezTo>
                    <a:pt x="6342804" y="2885251"/>
                    <a:pt x="6342934" y="2928281"/>
                    <a:pt x="6344412" y="2970856"/>
                  </a:cubicBezTo>
                  <a:cubicBezTo>
                    <a:pt x="6347560" y="3061528"/>
                    <a:pt x="6354722" y="3152450"/>
                    <a:pt x="6350943" y="3242880"/>
                  </a:cubicBezTo>
                  <a:cubicBezTo>
                    <a:pt x="6346048" y="3360002"/>
                    <a:pt x="6332202" y="3476756"/>
                    <a:pt x="6321926" y="3593643"/>
                  </a:cubicBezTo>
                  <a:cubicBezTo>
                    <a:pt x="6320074" y="3614697"/>
                    <a:pt x="6316850" y="3635629"/>
                    <a:pt x="6314225" y="3660033"/>
                  </a:cubicBezTo>
                  <a:cubicBezTo>
                    <a:pt x="6281262" y="3810129"/>
                    <a:pt x="6253250" y="3958135"/>
                    <a:pt x="6214162" y="4103156"/>
                  </a:cubicBezTo>
                  <a:cubicBezTo>
                    <a:pt x="6164664" y="4286794"/>
                    <a:pt x="6090543" y="4461876"/>
                    <a:pt x="6002362" y="4630372"/>
                  </a:cubicBezTo>
                  <a:cubicBezTo>
                    <a:pt x="5912836" y="4801442"/>
                    <a:pt x="5814752" y="4967754"/>
                    <a:pt x="5689592" y="5115623"/>
                  </a:cubicBezTo>
                  <a:cubicBezTo>
                    <a:pt x="5590929" y="5232189"/>
                    <a:pt x="5487066" y="5344349"/>
                    <a:pt x="5385782" y="5458704"/>
                  </a:cubicBezTo>
                  <a:cubicBezTo>
                    <a:pt x="5369998" y="5476524"/>
                    <a:pt x="5357601" y="5483285"/>
                    <a:pt x="5337024" y="5461945"/>
                  </a:cubicBezTo>
                  <a:cubicBezTo>
                    <a:pt x="5114241" y="5230908"/>
                    <a:pt x="4890594" y="5000705"/>
                    <a:pt x="4667999" y="4771116"/>
                  </a:cubicBezTo>
                  <a:cubicBezTo>
                    <a:pt x="4706722" y="4734307"/>
                    <a:pt x="4747619" y="4695429"/>
                    <a:pt x="4789580" y="4655543"/>
                  </a:cubicBezTo>
                  <a:cubicBezTo>
                    <a:pt x="4923014" y="4788941"/>
                    <a:pt x="5063537" y="4929426"/>
                    <a:pt x="5204061" y="5069913"/>
                  </a:cubicBezTo>
                  <a:cubicBezTo>
                    <a:pt x="5239341" y="5105182"/>
                    <a:pt x="5240477" y="5106184"/>
                    <a:pt x="5273686" y="5068296"/>
                  </a:cubicBezTo>
                  <a:cubicBezTo>
                    <a:pt x="5397320" y="4927246"/>
                    <a:pt x="5510814" y="4778508"/>
                    <a:pt x="5606922" y="4617169"/>
                  </a:cubicBezTo>
                  <a:cubicBezTo>
                    <a:pt x="5724862" y="4419180"/>
                    <a:pt x="5819366" y="4210240"/>
                    <a:pt x="5881790" y="3988451"/>
                  </a:cubicBezTo>
                  <a:cubicBezTo>
                    <a:pt x="5915792" y="3867647"/>
                    <a:pt x="5941767" y="3744098"/>
                    <a:pt x="5963071" y="3620361"/>
                  </a:cubicBezTo>
                  <a:cubicBezTo>
                    <a:pt x="5980150" y="3521161"/>
                    <a:pt x="5984594" y="3419793"/>
                    <a:pt x="5995050" y="3319432"/>
                  </a:cubicBezTo>
                  <a:cubicBezTo>
                    <a:pt x="5996312" y="3307332"/>
                    <a:pt x="6000112" y="3295498"/>
                    <a:pt x="6003508" y="3280014"/>
                  </a:cubicBezTo>
                  <a:cubicBezTo>
                    <a:pt x="5785172" y="3280014"/>
                    <a:pt x="5569022" y="3280014"/>
                    <a:pt x="5350717" y="3280014"/>
                  </a:cubicBezTo>
                  <a:cubicBezTo>
                    <a:pt x="5350717" y="3220619"/>
                    <a:pt x="5350717" y="3164390"/>
                    <a:pt x="5350717" y="3105818"/>
                  </a:cubicBezTo>
                  <a:cubicBezTo>
                    <a:pt x="5563938" y="3105818"/>
                    <a:pt x="5776403" y="3105818"/>
                    <a:pt x="5998804" y="3105818"/>
                  </a:cubicBezTo>
                  <a:cubicBezTo>
                    <a:pt x="5977620" y="2388974"/>
                    <a:pt x="5717094" y="1775418"/>
                    <a:pt x="5240067" y="1247427"/>
                  </a:cubicBezTo>
                  <a:cubicBezTo>
                    <a:pt x="5089158" y="1398586"/>
                    <a:pt x="4940559" y="1547430"/>
                    <a:pt x="4793352" y="1694881"/>
                  </a:cubicBezTo>
                  <a:cubicBezTo>
                    <a:pt x="4752460" y="1654645"/>
                    <a:pt x="4712440" y="1615263"/>
                    <a:pt x="4672853" y="1576312"/>
                  </a:cubicBezTo>
                  <a:cubicBezTo>
                    <a:pt x="4820445" y="1428764"/>
                    <a:pt x="4968078" y="1281174"/>
                    <a:pt x="5120804" y="1128492"/>
                  </a:cubicBezTo>
                  <a:cubicBezTo>
                    <a:pt x="4592521" y="639421"/>
                    <a:pt x="3975205" y="381719"/>
                    <a:pt x="3258870" y="349829"/>
                  </a:cubicBezTo>
                  <a:cubicBezTo>
                    <a:pt x="3258870" y="575056"/>
                    <a:pt x="3258870" y="795139"/>
                    <a:pt x="3258870" y="1018096"/>
                  </a:cubicBezTo>
                  <a:cubicBezTo>
                    <a:pt x="3200451" y="1018096"/>
                    <a:pt x="3144196" y="1018096"/>
                    <a:pt x="3084246" y="1018096"/>
                  </a:cubicBezTo>
                  <a:cubicBezTo>
                    <a:pt x="3084246" y="798491"/>
                    <a:pt x="3084246" y="577509"/>
                    <a:pt x="3084246" y="350423"/>
                  </a:cubicBezTo>
                  <a:cubicBezTo>
                    <a:pt x="2369992" y="383101"/>
                    <a:pt x="1756821" y="643556"/>
                    <a:pt x="1230573" y="1128311"/>
                  </a:cubicBezTo>
                  <a:cubicBezTo>
                    <a:pt x="1382214" y="1276316"/>
                    <a:pt x="1532943" y="1423430"/>
                    <a:pt x="1681840" y="1568756"/>
                  </a:cubicBezTo>
                  <a:cubicBezTo>
                    <a:pt x="1638967" y="1612480"/>
                    <a:pt x="1597461" y="1654810"/>
                    <a:pt x="1557679" y="1695381"/>
                  </a:cubicBezTo>
                  <a:cubicBezTo>
                    <a:pt x="1410268" y="1547806"/>
                    <a:pt x="1262832" y="1400206"/>
                    <a:pt x="1112077" y="1249285"/>
                  </a:cubicBezTo>
                  <a:cubicBezTo>
                    <a:pt x="629815" y="1778754"/>
                    <a:pt x="378989" y="2393168"/>
                    <a:pt x="350232" y="3103298"/>
                  </a:cubicBezTo>
                  <a:cubicBezTo>
                    <a:pt x="566234" y="3103298"/>
                    <a:pt x="776152" y="3103298"/>
                    <a:pt x="987821" y="3103298"/>
                  </a:cubicBezTo>
                  <a:cubicBezTo>
                    <a:pt x="1008868" y="3161011"/>
                    <a:pt x="995421" y="3218566"/>
                    <a:pt x="999634" y="3278856"/>
                  </a:cubicBezTo>
                  <a:cubicBezTo>
                    <a:pt x="783228" y="3278856"/>
                    <a:pt x="569834" y="3278856"/>
                    <a:pt x="351396" y="3278856"/>
                  </a:cubicBezTo>
                  <a:cubicBezTo>
                    <a:pt x="385002" y="3977723"/>
                    <a:pt x="634135" y="4581531"/>
                    <a:pt x="1110961" y="5102671"/>
                  </a:cubicBezTo>
                  <a:cubicBezTo>
                    <a:pt x="1264749" y="4948895"/>
                    <a:pt x="1415895" y="4797761"/>
                    <a:pt x="1567608" y="4646058"/>
                  </a:cubicBezTo>
                  <a:cubicBezTo>
                    <a:pt x="1603026" y="4677471"/>
                    <a:pt x="1636034" y="4707985"/>
                    <a:pt x="1670428" y="4736849"/>
                  </a:cubicBezTo>
                  <a:cubicBezTo>
                    <a:pt x="1696753" y="4758940"/>
                    <a:pt x="1696815" y="4776611"/>
                    <a:pt x="1671601" y="4801495"/>
                  </a:cubicBezTo>
                  <a:cubicBezTo>
                    <a:pt x="1529106" y="4942129"/>
                    <a:pt x="1386947" y="5083138"/>
                    <a:pt x="1246806" y="5226110"/>
                  </a:cubicBezTo>
                  <a:cubicBezTo>
                    <a:pt x="1164037" y="5310552"/>
                    <a:pt x="1085207" y="5398856"/>
                    <a:pt x="1004883" y="5485125"/>
                  </a:cubicBezTo>
                  <a:cubicBezTo>
                    <a:pt x="998829" y="5483023"/>
                    <a:pt x="994524" y="5482798"/>
                    <a:pt x="992191" y="5480538"/>
                  </a:cubicBezTo>
                  <a:cubicBezTo>
                    <a:pt x="844430" y="5337438"/>
                    <a:pt x="706098" y="5186608"/>
                    <a:pt x="586976" y="5017839"/>
                  </a:cubicBezTo>
                  <a:cubicBezTo>
                    <a:pt x="483275" y="4870918"/>
                    <a:pt x="390901" y="4717850"/>
                    <a:pt x="311908" y="4556802"/>
                  </a:cubicBezTo>
                  <a:cubicBezTo>
                    <a:pt x="218905" y="4367192"/>
                    <a:pt x="146606" y="4169023"/>
                    <a:pt x="96607" y="3964216"/>
                  </a:cubicBezTo>
                  <a:cubicBezTo>
                    <a:pt x="64715" y="3833587"/>
                    <a:pt x="48647" y="3699070"/>
                    <a:pt x="26101" y="3566191"/>
                  </a:cubicBezTo>
                  <a:cubicBezTo>
                    <a:pt x="-6342" y="3374989"/>
                    <a:pt x="-2390" y="3181671"/>
                    <a:pt x="5542" y="2989626"/>
                  </a:cubicBezTo>
                  <a:cubicBezTo>
                    <a:pt x="12539" y="2820190"/>
                    <a:pt x="38002" y="2651792"/>
                    <a:pt x="75919" y="2485283"/>
                  </a:cubicBezTo>
                  <a:cubicBezTo>
                    <a:pt x="114890" y="2314148"/>
                    <a:pt x="161916" y="2145530"/>
                    <a:pt x="232822" y="1985662"/>
                  </a:cubicBezTo>
                  <a:cubicBezTo>
                    <a:pt x="302242" y="1829143"/>
                    <a:pt x="377153" y="1673944"/>
                    <a:pt x="463943" y="1526582"/>
                  </a:cubicBezTo>
                  <a:cubicBezTo>
                    <a:pt x="540239" y="1397039"/>
                    <a:pt x="628575" y="1272595"/>
                    <a:pt x="725716" y="1157853"/>
                  </a:cubicBezTo>
                  <a:cubicBezTo>
                    <a:pt x="832708" y="1031473"/>
                    <a:pt x="953715" y="916584"/>
                    <a:pt x="1072480" y="800647"/>
                  </a:cubicBezTo>
                  <a:cubicBezTo>
                    <a:pt x="1194613" y="681422"/>
                    <a:pt x="1334492" y="584312"/>
                    <a:pt x="1478052" y="492565"/>
                  </a:cubicBezTo>
                  <a:cubicBezTo>
                    <a:pt x="1657554" y="377849"/>
                    <a:pt x="1845732" y="279847"/>
                    <a:pt x="2046349" y="208214"/>
                  </a:cubicBezTo>
                  <a:cubicBezTo>
                    <a:pt x="2169025" y="164412"/>
                    <a:pt x="2293666" y="124831"/>
                    <a:pt x="2419698" y="92111"/>
                  </a:cubicBezTo>
                  <a:cubicBezTo>
                    <a:pt x="2522273" y="65480"/>
                    <a:pt x="2628100" y="51146"/>
                    <a:pt x="2732708" y="32630"/>
                  </a:cubicBezTo>
                  <a:cubicBezTo>
                    <a:pt x="2884000" y="5851"/>
                    <a:pt x="3036593" y="-1248"/>
                    <a:pt x="3189214" y="172"/>
                  </a:cubicBezTo>
                  <a:close/>
                </a:path>
              </a:pathLst>
            </a:custGeom>
            <a:grpFill/>
            <a:ln w="6350" cap="flat">
              <a:noFill/>
              <a:prstDash val="solid"/>
              <a:miter/>
            </a:ln>
          </p:spPr>
          <p:txBody>
            <a:bodyPr wrap="square" rtlCol="0" anchor="ctr">
              <a:noAutofit/>
            </a:bodyPr>
            <a:lstStyle/>
            <a:p>
              <a:endParaRPr lang="en-US"/>
            </a:p>
          </p:txBody>
        </p:sp>
        <p:sp>
          <p:nvSpPr>
            <p:cNvPr id="2511" name="Rectangle 2510">
              <a:extLst>
                <a:ext uri="{FF2B5EF4-FFF2-40B4-BE49-F238E27FC236}">
                  <a16:creationId xmlns:a16="http://schemas.microsoft.com/office/drawing/2014/main" id="{CCB7D640-D3E0-7B67-83A3-7847E781895E}"/>
                </a:ext>
                <a:ext uri="{C183D7F6-B498-43B3-948B-1728B52AA6E4}">
                  <adec:decorative xmlns:adec="http://schemas.microsoft.com/office/drawing/2017/decorative" val="1"/>
                </a:ext>
              </a:extLst>
            </p:cNvPr>
            <p:cNvSpPr/>
            <p:nvPr/>
          </p:nvSpPr>
          <p:spPr>
            <a:xfrm>
              <a:off x="7175288" y="5475103"/>
              <a:ext cx="31624" cy="31624"/>
            </a:xfrm>
            <a:prstGeom prst="rect">
              <a:avLst/>
            </a:prstGeom>
            <a:solidFill>
              <a:schemeClr val="bg1"/>
            </a:solidFill>
            <a:ln w="6350" cap="flat">
              <a:noFill/>
              <a:prstDash val="solid"/>
              <a:miter/>
            </a:ln>
          </p:spPr>
          <p:txBody>
            <a:bodyPr rtlCol="0" anchor="ctr"/>
            <a:lstStyle/>
            <a:p>
              <a:endParaRPr lang="en-US"/>
            </a:p>
          </p:txBody>
        </p:sp>
      </p:grpSp>
      <p:grpSp>
        <p:nvGrpSpPr>
          <p:cNvPr id="2758" name="Group 2757">
            <a:extLst>
              <a:ext uri="{FF2B5EF4-FFF2-40B4-BE49-F238E27FC236}">
                <a16:creationId xmlns:a16="http://schemas.microsoft.com/office/drawing/2014/main" id="{4D3D1E6C-3570-5734-FA12-E69D08412C4F}"/>
              </a:ext>
              <a:ext uri="{C183D7F6-B498-43B3-948B-1728B52AA6E4}">
                <adec:decorative xmlns:adec="http://schemas.microsoft.com/office/drawing/2017/decorative" val="1"/>
              </a:ext>
            </a:extLst>
          </p:cNvPr>
          <p:cNvGrpSpPr>
            <a:grpSpLocks noChangeAspect="1"/>
          </p:cNvGrpSpPr>
          <p:nvPr/>
        </p:nvGrpSpPr>
        <p:grpSpPr>
          <a:xfrm>
            <a:off x="7585034" y="5049527"/>
            <a:ext cx="470611" cy="457200"/>
            <a:chOff x="7585034" y="5049527"/>
            <a:chExt cx="470611" cy="457200"/>
          </a:xfrm>
          <a:solidFill>
            <a:schemeClr val="accent2"/>
          </a:solidFill>
        </p:grpSpPr>
        <p:sp>
          <p:nvSpPr>
            <p:cNvPr id="2526" name="Freeform: Shape 2525">
              <a:extLst>
                <a:ext uri="{FF2B5EF4-FFF2-40B4-BE49-F238E27FC236}">
                  <a16:creationId xmlns:a16="http://schemas.microsoft.com/office/drawing/2014/main" id="{29A1D8CB-4C89-A10D-45F7-85C1CEBF487F}"/>
                </a:ext>
                <a:ext uri="{C183D7F6-B498-43B3-948B-1728B52AA6E4}">
                  <adec:decorative xmlns:adec="http://schemas.microsoft.com/office/drawing/2017/decorative" val="1"/>
                </a:ext>
              </a:extLst>
            </p:cNvPr>
            <p:cNvSpPr/>
            <p:nvPr/>
          </p:nvSpPr>
          <p:spPr>
            <a:xfrm>
              <a:off x="7626486" y="5186752"/>
              <a:ext cx="288909" cy="319975"/>
            </a:xfrm>
            <a:custGeom>
              <a:avLst/>
              <a:gdLst>
                <a:gd name="connsiteX0" fmla="*/ 2673785 w 4333645"/>
                <a:gd name="connsiteY0" fmla="*/ 2023037 h 4799633"/>
                <a:gd name="connsiteX1" fmla="*/ 2413003 w 4333645"/>
                <a:gd name="connsiteY1" fmla="*/ 2283823 h 4799633"/>
                <a:gd name="connsiteX2" fmla="*/ 2536886 w 4333645"/>
                <a:gd name="connsiteY2" fmla="*/ 2407705 h 4799633"/>
                <a:gd name="connsiteX3" fmla="*/ 2797668 w 4333645"/>
                <a:gd name="connsiteY3" fmla="*/ 2146920 h 4799633"/>
                <a:gd name="connsiteX4" fmla="*/ 2423323 w 4333645"/>
                <a:gd name="connsiteY4" fmla="*/ 1772581 h 4799633"/>
                <a:gd name="connsiteX5" fmla="*/ 2162541 w 4333645"/>
                <a:gd name="connsiteY5" fmla="*/ 2033362 h 4799633"/>
                <a:gd name="connsiteX6" fmla="*/ 2286424 w 4333645"/>
                <a:gd name="connsiteY6" fmla="*/ 2157245 h 4799633"/>
                <a:gd name="connsiteX7" fmla="*/ 2547206 w 4333645"/>
                <a:gd name="connsiteY7" fmla="*/ 1896464 h 4799633"/>
                <a:gd name="connsiteX8" fmla="*/ 2165684 w 4333645"/>
                <a:gd name="connsiteY8" fmla="*/ 1514939 h 4799633"/>
                <a:gd name="connsiteX9" fmla="*/ 1904902 w 4333645"/>
                <a:gd name="connsiteY9" fmla="*/ 1775724 h 4799633"/>
                <a:gd name="connsiteX10" fmla="*/ 2028785 w 4333645"/>
                <a:gd name="connsiteY10" fmla="*/ 1899607 h 4799633"/>
                <a:gd name="connsiteX11" fmla="*/ 2289567 w 4333645"/>
                <a:gd name="connsiteY11" fmla="*/ 1638822 h 4799633"/>
                <a:gd name="connsiteX12" fmla="*/ 2163889 w 4333645"/>
                <a:gd name="connsiteY12" fmla="*/ 1260892 h 4799633"/>
                <a:gd name="connsiteX13" fmla="*/ 3051716 w 4333645"/>
                <a:gd name="connsiteY13" fmla="*/ 2148715 h 4799633"/>
                <a:gd name="connsiteX14" fmla="*/ 2542268 w 4333645"/>
                <a:gd name="connsiteY14" fmla="*/ 2658161 h 4799633"/>
                <a:gd name="connsiteX15" fmla="*/ 1654440 w 4333645"/>
                <a:gd name="connsiteY15" fmla="*/ 1770338 h 4799633"/>
                <a:gd name="connsiteX16" fmla="*/ 3076415 w 4333645"/>
                <a:gd name="connsiteY16" fmla="*/ 70 h 4799633"/>
                <a:gd name="connsiteX17" fmla="*/ 3366363 w 4333645"/>
                <a:gd name="connsiteY17" fmla="*/ 188588 h 4799633"/>
                <a:gd name="connsiteX18" fmla="*/ 3300390 w 4333645"/>
                <a:gd name="connsiteY18" fmla="*/ 528365 h 4799633"/>
                <a:gd name="connsiteX19" fmla="*/ 2830439 w 4333645"/>
                <a:gd name="connsiteY19" fmla="*/ 998764 h 4799633"/>
                <a:gd name="connsiteX20" fmla="*/ 3332255 w 4333645"/>
                <a:gd name="connsiteY20" fmla="*/ 1500581 h 4799633"/>
                <a:gd name="connsiteX21" fmla="*/ 3805342 w 4333645"/>
                <a:gd name="connsiteY21" fmla="*/ 1027485 h 4799633"/>
                <a:gd name="connsiteX22" fmla="*/ 4143778 w 4333645"/>
                <a:gd name="connsiteY22" fmla="*/ 961057 h 4799633"/>
                <a:gd name="connsiteX23" fmla="*/ 4333637 w 4333645"/>
                <a:gd name="connsiteY23" fmla="*/ 1248778 h 4799633"/>
                <a:gd name="connsiteX24" fmla="*/ 4333637 w 4333645"/>
                <a:gd name="connsiteY24" fmla="*/ 1269870 h 4799633"/>
                <a:gd name="connsiteX25" fmla="*/ 3931918 w 4333645"/>
                <a:gd name="connsiteY25" fmla="*/ 2885736 h 4799633"/>
                <a:gd name="connsiteX26" fmla="*/ 3680116 w 4333645"/>
                <a:gd name="connsiteY26" fmla="*/ 3161774 h 4799633"/>
                <a:gd name="connsiteX27" fmla="*/ 2264892 w 4333645"/>
                <a:gd name="connsiteY27" fmla="*/ 3425251 h 4799633"/>
                <a:gd name="connsiteX28" fmla="*/ 867616 w 4333645"/>
                <a:gd name="connsiteY28" fmla="*/ 4799633 h 4799633"/>
                <a:gd name="connsiteX29" fmla="*/ 522201 w 4333645"/>
                <a:gd name="connsiteY29" fmla="*/ 4454218 h 4799633"/>
                <a:gd name="connsiteX30" fmla="*/ 3867 w 4333645"/>
                <a:gd name="connsiteY30" fmla="*/ 3935883 h 4799633"/>
                <a:gd name="connsiteX31" fmla="*/ 257912 w 4333645"/>
                <a:gd name="connsiteY31" fmla="*/ 3681839 h 4799633"/>
                <a:gd name="connsiteX32" fmla="*/ 776253 w 4333645"/>
                <a:gd name="connsiteY32" fmla="*/ 4200173 h 4799633"/>
                <a:gd name="connsiteX33" fmla="*/ 776253 w 4333645"/>
                <a:gd name="connsiteY33" fmla="*/ 4200181 h 4799633"/>
                <a:gd name="connsiteX34" fmla="*/ 869859 w 4333645"/>
                <a:gd name="connsiteY34" fmla="*/ 4293787 h 4799633"/>
                <a:gd name="connsiteX35" fmla="*/ 2091186 w 4333645"/>
                <a:gd name="connsiteY35" fmla="*/ 3092202 h 4799633"/>
                <a:gd name="connsiteX36" fmla="*/ 3579125 w 4333645"/>
                <a:gd name="connsiteY36" fmla="*/ 2815262 h 4799633"/>
                <a:gd name="connsiteX37" fmla="*/ 3927880 w 4333645"/>
                <a:gd name="connsiteY37" fmla="*/ 1412606 h 4799633"/>
                <a:gd name="connsiteX38" fmla="*/ 3332255 w 4333645"/>
                <a:gd name="connsiteY38" fmla="*/ 2008231 h 4799633"/>
                <a:gd name="connsiteX39" fmla="*/ 2323236 w 4333645"/>
                <a:gd name="connsiteY39" fmla="*/ 999210 h 4799633"/>
                <a:gd name="connsiteX40" fmla="*/ 2913482 w 4333645"/>
                <a:gd name="connsiteY40" fmla="*/ 408070 h 4799633"/>
                <a:gd name="connsiteX41" fmla="*/ 1529668 w 4333645"/>
                <a:gd name="connsiteY41" fmla="*/ 765356 h 4799633"/>
                <a:gd name="connsiteX42" fmla="*/ 1225348 w 4333645"/>
                <a:gd name="connsiteY42" fmla="*/ 2230410 h 4799633"/>
                <a:gd name="connsiteX43" fmla="*/ 1126803 w 4333645"/>
                <a:gd name="connsiteY43" fmla="*/ 2328923 h 4799633"/>
                <a:gd name="connsiteX44" fmla="*/ 254077 w 4333645"/>
                <a:gd name="connsiteY44" fmla="*/ 3201309 h 4799633"/>
                <a:gd name="connsiteX45" fmla="*/ 0 w 4333645"/>
                <a:gd name="connsiteY45" fmla="*/ 2947224 h 4799633"/>
                <a:gd name="connsiteX46" fmla="*/ 872548 w 4333645"/>
                <a:gd name="connsiteY46" fmla="*/ 2074667 h 4799633"/>
                <a:gd name="connsiteX47" fmla="*/ 895443 w 4333645"/>
                <a:gd name="connsiteY47" fmla="*/ 2051771 h 4799633"/>
                <a:gd name="connsiteX48" fmla="*/ 1184505 w 4333645"/>
                <a:gd name="connsiteY48" fmla="*/ 661229 h 4799633"/>
                <a:gd name="connsiteX49" fmla="*/ 1457407 w 4333645"/>
                <a:gd name="connsiteY49" fmla="*/ 413010 h 4799633"/>
                <a:gd name="connsiteX50" fmla="*/ 3055315 w 4333645"/>
                <a:gd name="connsiteY50" fmla="*/ 517 h 479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33645" h="4799633">
                  <a:moveTo>
                    <a:pt x="2673785" y="2023037"/>
                  </a:moveTo>
                  <a:lnTo>
                    <a:pt x="2413003" y="2283823"/>
                  </a:lnTo>
                  <a:lnTo>
                    <a:pt x="2536886" y="2407705"/>
                  </a:lnTo>
                  <a:lnTo>
                    <a:pt x="2797668" y="2146920"/>
                  </a:lnTo>
                  <a:close/>
                  <a:moveTo>
                    <a:pt x="2423323" y="1772581"/>
                  </a:moveTo>
                  <a:lnTo>
                    <a:pt x="2162541" y="2033362"/>
                  </a:lnTo>
                  <a:lnTo>
                    <a:pt x="2286424" y="2157245"/>
                  </a:lnTo>
                  <a:lnTo>
                    <a:pt x="2547206" y="1896464"/>
                  </a:lnTo>
                  <a:close/>
                  <a:moveTo>
                    <a:pt x="2165684" y="1514939"/>
                  </a:moveTo>
                  <a:lnTo>
                    <a:pt x="1904902" y="1775724"/>
                  </a:lnTo>
                  <a:lnTo>
                    <a:pt x="2028785" y="1899607"/>
                  </a:lnTo>
                  <a:lnTo>
                    <a:pt x="2289567" y="1638822"/>
                  </a:lnTo>
                  <a:close/>
                  <a:moveTo>
                    <a:pt x="2163889" y="1260892"/>
                  </a:moveTo>
                  <a:lnTo>
                    <a:pt x="3051716" y="2148715"/>
                  </a:lnTo>
                  <a:lnTo>
                    <a:pt x="2542268" y="2658161"/>
                  </a:lnTo>
                  <a:lnTo>
                    <a:pt x="1654440" y="1770338"/>
                  </a:lnTo>
                  <a:close/>
                  <a:moveTo>
                    <a:pt x="3076415" y="70"/>
                  </a:moveTo>
                  <a:cubicBezTo>
                    <a:pt x="3203438" y="-2627"/>
                    <a:pt x="3316997" y="71885"/>
                    <a:pt x="3366363" y="188588"/>
                  </a:cubicBezTo>
                  <a:cubicBezTo>
                    <a:pt x="3415745" y="305284"/>
                    <a:pt x="3389705" y="438595"/>
                    <a:pt x="3300390" y="528365"/>
                  </a:cubicBezTo>
                  <a:lnTo>
                    <a:pt x="2830439" y="998764"/>
                  </a:lnTo>
                  <a:lnTo>
                    <a:pt x="3332255" y="1500581"/>
                  </a:lnTo>
                  <a:lnTo>
                    <a:pt x="3805342" y="1027485"/>
                  </a:lnTo>
                  <a:cubicBezTo>
                    <a:pt x="3894666" y="938169"/>
                    <a:pt x="4027530" y="912138"/>
                    <a:pt x="4143778" y="961057"/>
                  </a:cubicBezTo>
                  <a:cubicBezTo>
                    <a:pt x="4260027" y="1009984"/>
                    <a:pt x="4334539" y="1122642"/>
                    <a:pt x="4333637" y="1248778"/>
                  </a:cubicBezTo>
                  <a:lnTo>
                    <a:pt x="4333637" y="1269870"/>
                  </a:lnTo>
                  <a:lnTo>
                    <a:pt x="3931918" y="2885736"/>
                  </a:lnTo>
                  <a:cubicBezTo>
                    <a:pt x="3919349" y="3022630"/>
                    <a:pt x="3817009" y="3136644"/>
                    <a:pt x="3680116" y="3161774"/>
                  </a:cubicBezTo>
                  <a:lnTo>
                    <a:pt x="2264892" y="3425251"/>
                  </a:lnTo>
                  <a:lnTo>
                    <a:pt x="867616" y="4799633"/>
                  </a:lnTo>
                  <a:lnTo>
                    <a:pt x="522201" y="4454218"/>
                  </a:lnTo>
                  <a:lnTo>
                    <a:pt x="3867" y="3935883"/>
                  </a:lnTo>
                  <a:lnTo>
                    <a:pt x="257912" y="3681839"/>
                  </a:lnTo>
                  <a:lnTo>
                    <a:pt x="776253" y="4200173"/>
                  </a:lnTo>
                  <a:lnTo>
                    <a:pt x="776253" y="4200181"/>
                  </a:lnTo>
                  <a:lnTo>
                    <a:pt x="869859" y="4293787"/>
                  </a:lnTo>
                  <a:lnTo>
                    <a:pt x="2091186" y="3092202"/>
                  </a:lnTo>
                  <a:lnTo>
                    <a:pt x="3579125" y="2815262"/>
                  </a:lnTo>
                  <a:lnTo>
                    <a:pt x="3927880" y="1412606"/>
                  </a:lnTo>
                  <a:lnTo>
                    <a:pt x="3332255" y="2008231"/>
                  </a:lnTo>
                  <a:lnTo>
                    <a:pt x="2323236" y="999210"/>
                  </a:lnTo>
                  <a:lnTo>
                    <a:pt x="2913482" y="408070"/>
                  </a:lnTo>
                  <a:lnTo>
                    <a:pt x="1529668" y="765356"/>
                  </a:lnTo>
                  <a:lnTo>
                    <a:pt x="1225348" y="2230410"/>
                  </a:lnTo>
                  <a:lnTo>
                    <a:pt x="1126803" y="2328923"/>
                  </a:lnTo>
                  <a:lnTo>
                    <a:pt x="254077" y="3201309"/>
                  </a:lnTo>
                  <a:lnTo>
                    <a:pt x="0" y="2947224"/>
                  </a:lnTo>
                  <a:lnTo>
                    <a:pt x="872548" y="2074667"/>
                  </a:lnTo>
                  <a:lnTo>
                    <a:pt x="895443" y="2051771"/>
                  </a:lnTo>
                  <a:lnTo>
                    <a:pt x="1184505" y="661229"/>
                  </a:lnTo>
                  <a:cubicBezTo>
                    <a:pt x="1208741" y="529267"/>
                    <a:pt x="1321407" y="426928"/>
                    <a:pt x="1457407" y="413010"/>
                  </a:cubicBezTo>
                  <a:lnTo>
                    <a:pt x="3055315" y="517"/>
                  </a:lnTo>
                  <a:close/>
                </a:path>
              </a:pathLst>
            </a:custGeom>
            <a:grpFill/>
            <a:ln w="9525" cap="flat">
              <a:noFill/>
              <a:prstDash val="solid"/>
              <a:miter/>
            </a:ln>
          </p:spPr>
          <p:txBody>
            <a:bodyPr wrap="square" rtlCol="0" anchor="ctr">
              <a:noAutofit/>
            </a:bodyPr>
            <a:lstStyle/>
            <a:p>
              <a:endParaRPr lang="en-US"/>
            </a:p>
          </p:txBody>
        </p:sp>
        <p:sp>
          <p:nvSpPr>
            <p:cNvPr id="2527" name="Freeform: Shape 2526">
              <a:extLst>
                <a:ext uri="{FF2B5EF4-FFF2-40B4-BE49-F238E27FC236}">
                  <a16:creationId xmlns:a16="http://schemas.microsoft.com/office/drawing/2014/main" id="{1E2A088D-CE60-58C9-AEEE-48BC2BAC0D60}"/>
                </a:ext>
                <a:ext uri="{C183D7F6-B498-43B3-948B-1728B52AA6E4}">
                  <adec:decorative xmlns:adec="http://schemas.microsoft.com/office/drawing/2017/decorative" val="1"/>
                </a:ext>
              </a:extLst>
            </p:cNvPr>
            <p:cNvSpPr/>
            <p:nvPr/>
          </p:nvSpPr>
          <p:spPr>
            <a:xfrm>
              <a:off x="7585034" y="5049527"/>
              <a:ext cx="470611" cy="392307"/>
            </a:xfrm>
            <a:custGeom>
              <a:avLst/>
              <a:gdLst>
                <a:gd name="connsiteX0" fmla="*/ 382765 w 7059173"/>
                <a:gd name="connsiteY0" fmla="*/ 5119073 h 5884602"/>
                <a:gd name="connsiteX1" fmla="*/ 765529 w 7059173"/>
                <a:gd name="connsiteY1" fmla="*/ 5501838 h 5884602"/>
                <a:gd name="connsiteX2" fmla="*/ 382765 w 7059173"/>
                <a:gd name="connsiteY2" fmla="*/ 5884602 h 5884602"/>
                <a:gd name="connsiteX3" fmla="*/ 0 w 7059173"/>
                <a:gd name="connsiteY3" fmla="*/ 5501838 h 5884602"/>
                <a:gd name="connsiteX4" fmla="*/ 5257936 w 7059173"/>
                <a:gd name="connsiteY4" fmla="*/ 1255436 h 5884602"/>
                <a:gd name="connsiteX5" fmla="*/ 5796557 w 7059173"/>
                <a:gd name="connsiteY5" fmla="*/ 1255436 h 5884602"/>
                <a:gd name="connsiteX6" fmla="*/ 5796557 w 7059173"/>
                <a:gd name="connsiteY6" fmla="*/ 1794057 h 5884602"/>
                <a:gd name="connsiteX7" fmla="*/ 5257936 w 7059173"/>
                <a:gd name="connsiteY7" fmla="*/ 1794057 h 5884602"/>
                <a:gd name="connsiteX8" fmla="*/ 5532632 w 7059173"/>
                <a:gd name="connsiteY8" fmla="*/ 791774 h 5884602"/>
                <a:gd name="connsiteX9" fmla="*/ 5014656 w 7059173"/>
                <a:gd name="connsiteY9" fmla="*/ 1005874 h 5884602"/>
                <a:gd name="connsiteX10" fmla="*/ 4800108 w 7059173"/>
                <a:gd name="connsiteY10" fmla="*/ 1523851 h 5884602"/>
                <a:gd name="connsiteX11" fmla="*/ 5014656 w 7059173"/>
                <a:gd name="connsiteY11" fmla="*/ 2041823 h 5884602"/>
                <a:gd name="connsiteX12" fmla="*/ 6050608 w 7059173"/>
                <a:gd name="connsiteY12" fmla="*/ 2041823 h 5884602"/>
                <a:gd name="connsiteX13" fmla="*/ 6050608 w 7059173"/>
                <a:gd name="connsiteY13" fmla="*/ 1005874 h 5884602"/>
                <a:gd name="connsiteX14" fmla="*/ 5532632 w 7059173"/>
                <a:gd name="connsiteY14" fmla="*/ 791774 h 5884602"/>
                <a:gd name="connsiteX15" fmla="*/ 5308655 w 7059173"/>
                <a:gd name="connsiteY15" fmla="*/ 0 h 5884602"/>
                <a:gd name="connsiteX16" fmla="*/ 5757505 w 7059173"/>
                <a:gd name="connsiteY16" fmla="*/ 0 h 5884602"/>
                <a:gd name="connsiteX17" fmla="*/ 5757505 w 7059173"/>
                <a:gd name="connsiteY17" fmla="*/ 364020 h 5884602"/>
                <a:gd name="connsiteX18" fmla="*/ 6196484 w 7059173"/>
                <a:gd name="connsiteY18" fmla="*/ 546251 h 5884602"/>
                <a:gd name="connsiteX19" fmla="*/ 6453674 w 7059173"/>
                <a:gd name="connsiteY19" fmla="*/ 289060 h 5884602"/>
                <a:gd name="connsiteX20" fmla="*/ 6771013 w 7059173"/>
                <a:gd name="connsiteY20" fmla="*/ 606399 h 5884602"/>
                <a:gd name="connsiteX21" fmla="*/ 6512922 w 7059173"/>
                <a:gd name="connsiteY21" fmla="*/ 864490 h 5884602"/>
                <a:gd name="connsiteX22" fmla="*/ 6692911 w 7059173"/>
                <a:gd name="connsiteY22" fmla="*/ 1303016 h 5884602"/>
                <a:gd name="connsiteX23" fmla="*/ 7059173 w 7059173"/>
                <a:gd name="connsiteY23" fmla="*/ 1303016 h 5884602"/>
                <a:gd name="connsiteX24" fmla="*/ 7059173 w 7059173"/>
                <a:gd name="connsiteY24" fmla="*/ 1751420 h 5884602"/>
                <a:gd name="connsiteX25" fmla="*/ 6692463 w 7059173"/>
                <a:gd name="connsiteY25" fmla="*/ 1751420 h 5884602"/>
                <a:gd name="connsiteX26" fmla="*/ 6511127 w 7059173"/>
                <a:gd name="connsiteY26" fmla="*/ 2187251 h 5884602"/>
                <a:gd name="connsiteX27" fmla="*/ 6771908 w 7059173"/>
                <a:gd name="connsiteY27" fmla="*/ 2448037 h 5884602"/>
                <a:gd name="connsiteX28" fmla="*/ 6454574 w 7059173"/>
                <a:gd name="connsiteY28" fmla="*/ 2765371 h 5884602"/>
                <a:gd name="connsiteX29" fmla="*/ 6192893 w 7059173"/>
                <a:gd name="connsiteY29" fmla="*/ 2503694 h 5884602"/>
                <a:gd name="connsiteX30" fmla="*/ 5757953 w 7059173"/>
                <a:gd name="connsiteY30" fmla="*/ 2682782 h 5884602"/>
                <a:gd name="connsiteX31" fmla="*/ 5757953 w 7059173"/>
                <a:gd name="connsiteY31" fmla="*/ 3053536 h 5884602"/>
                <a:gd name="connsiteX32" fmla="*/ 5309102 w 7059173"/>
                <a:gd name="connsiteY32" fmla="*/ 3053536 h 5884602"/>
                <a:gd name="connsiteX33" fmla="*/ 5309102 w 7059173"/>
                <a:gd name="connsiteY33" fmla="*/ 2682782 h 5884602"/>
                <a:gd name="connsiteX34" fmla="*/ 4874167 w 7059173"/>
                <a:gd name="connsiteY34" fmla="*/ 2503242 h 5884602"/>
                <a:gd name="connsiteX35" fmla="*/ 4612490 w 7059173"/>
                <a:gd name="connsiteY35" fmla="*/ 2764923 h 5884602"/>
                <a:gd name="connsiteX36" fmla="*/ 4295152 w 7059173"/>
                <a:gd name="connsiteY36" fmla="*/ 2447584 h 5884602"/>
                <a:gd name="connsiteX37" fmla="*/ 4555933 w 7059173"/>
                <a:gd name="connsiteY37" fmla="*/ 2186803 h 5884602"/>
                <a:gd name="connsiteX38" fmla="*/ 4374149 w 7059173"/>
                <a:gd name="connsiteY38" fmla="*/ 1751420 h 5884602"/>
                <a:gd name="connsiteX39" fmla="*/ 4006539 w 7059173"/>
                <a:gd name="connsiteY39" fmla="*/ 1751420 h 5884602"/>
                <a:gd name="connsiteX40" fmla="*/ 4006539 w 7059173"/>
                <a:gd name="connsiteY40" fmla="*/ 1302569 h 5884602"/>
                <a:gd name="connsiteX41" fmla="*/ 4372802 w 7059173"/>
                <a:gd name="connsiteY41" fmla="*/ 1302569 h 5884602"/>
                <a:gd name="connsiteX42" fmla="*/ 4552790 w 7059173"/>
                <a:gd name="connsiteY42" fmla="*/ 864037 h 5884602"/>
                <a:gd name="connsiteX43" fmla="*/ 4294699 w 7059173"/>
                <a:gd name="connsiteY43" fmla="*/ 605952 h 5884602"/>
                <a:gd name="connsiteX44" fmla="*/ 4612038 w 7059173"/>
                <a:gd name="connsiteY44" fmla="*/ 288613 h 5884602"/>
                <a:gd name="connsiteX45" fmla="*/ 4869681 w 7059173"/>
                <a:gd name="connsiteY45" fmla="*/ 546251 h 5884602"/>
                <a:gd name="connsiteX46" fmla="*/ 5308655 w 7059173"/>
                <a:gd name="connsiteY46" fmla="*/ 364020 h 5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059173" h="5884602">
                  <a:moveTo>
                    <a:pt x="382765" y="5119073"/>
                  </a:moveTo>
                  <a:lnTo>
                    <a:pt x="765529" y="5501838"/>
                  </a:lnTo>
                  <a:lnTo>
                    <a:pt x="382765" y="5884602"/>
                  </a:lnTo>
                  <a:lnTo>
                    <a:pt x="0" y="5501838"/>
                  </a:lnTo>
                  <a:close/>
                  <a:moveTo>
                    <a:pt x="5257936" y="1255436"/>
                  </a:moveTo>
                  <a:lnTo>
                    <a:pt x="5796557" y="1255436"/>
                  </a:lnTo>
                  <a:lnTo>
                    <a:pt x="5796557" y="1794057"/>
                  </a:lnTo>
                  <a:lnTo>
                    <a:pt x="5257936" y="1794057"/>
                  </a:lnTo>
                  <a:close/>
                  <a:moveTo>
                    <a:pt x="5532632" y="791774"/>
                  </a:moveTo>
                  <a:cubicBezTo>
                    <a:pt x="5345015" y="791774"/>
                    <a:pt x="5157393" y="863142"/>
                    <a:pt x="5014656" y="1005874"/>
                  </a:cubicBezTo>
                  <a:cubicBezTo>
                    <a:pt x="4876410" y="1144121"/>
                    <a:pt x="4800108" y="1328152"/>
                    <a:pt x="4800108" y="1523851"/>
                  </a:cubicBezTo>
                  <a:cubicBezTo>
                    <a:pt x="4800108" y="1719550"/>
                    <a:pt x="4876410" y="1903577"/>
                    <a:pt x="5014656" y="2041823"/>
                  </a:cubicBezTo>
                  <a:cubicBezTo>
                    <a:pt x="5300130" y="2327292"/>
                    <a:pt x="5765139" y="2327292"/>
                    <a:pt x="6050608" y="2041823"/>
                  </a:cubicBezTo>
                  <a:cubicBezTo>
                    <a:pt x="6336078" y="1756354"/>
                    <a:pt x="6336078" y="1291344"/>
                    <a:pt x="6050608" y="1005874"/>
                  </a:cubicBezTo>
                  <a:cubicBezTo>
                    <a:pt x="5907872" y="863142"/>
                    <a:pt x="5720254" y="791774"/>
                    <a:pt x="5532632" y="791774"/>
                  </a:cubicBezTo>
                  <a:close/>
                  <a:moveTo>
                    <a:pt x="5308655" y="0"/>
                  </a:moveTo>
                  <a:lnTo>
                    <a:pt x="5757505" y="0"/>
                  </a:lnTo>
                  <a:lnTo>
                    <a:pt x="5757505" y="364020"/>
                  </a:lnTo>
                  <a:cubicBezTo>
                    <a:pt x="5911910" y="393641"/>
                    <a:pt x="6061829" y="454685"/>
                    <a:pt x="6196484" y="546251"/>
                  </a:cubicBezTo>
                  <a:lnTo>
                    <a:pt x="6453674" y="289060"/>
                  </a:lnTo>
                  <a:lnTo>
                    <a:pt x="6771013" y="606399"/>
                  </a:lnTo>
                  <a:lnTo>
                    <a:pt x="6512922" y="864490"/>
                  </a:lnTo>
                  <a:cubicBezTo>
                    <a:pt x="6603588" y="999145"/>
                    <a:pt x="6663736" y="1148612"/>
                    <a:pt x="6692911" y="1303016"/>
                  </a:cubicBezTo>
                  <a:lnTo>
                    <a:pt x="7059173" y="1303016"/>
                  </a:lnTo>
                  <a:lnTo>
                    <a:pt x="7059173" y="1751420"/>
                  </a:lnTo>
                  <a:lnTo>
                    <a:pt x="6692463" y="1751420"/>
                  </a:lnTo>
                  <a:cubicBezTo>
                    <a:pt x="6662841" y="1904925"/>
                    <a:pt x="6602245" y="2053495"/>
                    <a:pt x="6511127" y="2187251"/>
                  </a:cubicBezTo>
                  <a:lnTo>
                    <a:pt x="6771908" y="2448037"/>
                  </a:lnTo>
                  <a:lnTo>
                    <a:pt x="6454574" y="2765371"/>
                  </a:lnTo>
                  <a:lnTo>
                    <a:pt x="6192893" y="2503694"/>
                  </a:lnTo>
                  <a:cubicBezTo>
                    <a:pt x="6059133" y="2593465"/>
                    <a:pt x="5911015" y="2653609"/>
                    <a:pt x="5757953" y="2682782"/>
                  </a:cubicBezTo>
                  <a:lnTo>
                    <a:pt x="5757953" y="3053536"/>
                  </a:lnTo>
                  <a:lnTo>
                    <a:pt x="5309102" y="3053536"/>
                  </a:lnTo>
                  <a:lnTo>
                    <a:pt x="5309102" y="2682782"/>
                  </a:lnTo>
                  <a:cubicBezTo>
                    <a:pt x="5156045" y="2653161"/>
                    <a:pt x="5007927" y="2593465"/>
                    <a:pt x="4874167" y="2503242"/>
                  </a:cubicBezTo>
                  <a:lnTo>
                    <a:pt x="4612490" y="2764923"/>
                  </a:lnTo>
                  <a:lnTo>
                    <a:pt x="4295152" y="2447584"/>
                  </a:lnTo>
                  <a:lnTo>
                    <a:pt x="4555933" y="2186803"/>
                  </a:lnTo>
                  <a:cubicBezTo>
                    <a:pt x="4466163" y="2055291"/>
                    <a:pt x="4404671" y="1907620"/>
                    <a:pt x="4374149" y="1751420"/>
                  </a:cubicBezTo>
                  <a:lnTo>
                    <a:pt x="4006539" y="1751420"/>
                  </a:lnTo>
                  <a:lnTo>
                    <a:pt x="4006539" y="1302569"/>
                  </a:lnTo>
                  <a:lnTo>
                    <a:pt x="4372802" y="1302569"/>
                  </a:lnTo>
                  <a:cubicBezTo>
                    <a:pt x="4402428" y="1145021"/>
                    <a:pt x="4463472" y="996450"/>
                    <a:pt x="4552790" y="864037"/>
                  </a:cubicBezTo>
                  <a:lnTo>
                    <a:pt x="4294699" y="605952"/>
                  </a:lnTo>
                  <a:lnTo>
                    <a:pt x="4612038" y="288613"/>
                  </a:lnTo>
                  <a:lnTo>
                    <a:pt x="4869681" y="546251"/>
                  </a:lnTo>
                  <a:cubicBezTo>
                    <a:pt x="5004784" y="454685"/>
                    <a:pt x="5154250" y="393641"/>
                    <a:pt x="5308655" y="364020"/>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757" name="Group 2756">
            <a:extLst>
              <a:ext uri="{FF2B5EF4-FFF2-40B4-BE49-F238E27FC236}">
                <a16:creationId xmlns:a16="http://schemas.microsoft.com/office/drawing/2014/main" id="{67AD4000-FCC6-5249-A497-86A67E2B1B80}"/>
              </a:ext>
              <a:ext uri="{C183D7F6-B498-43B3-948B-1728B52AA6E4}">
                <adec:decorative xmlns:adec="http://schemas.microsoft.com/office/drawing/2017/decorative" val="1"/>
              </a:ext>
            </a:extLst>
          </p:cNvPr>
          <p:cNvGrpSpPr>
            <a:grpSpLocks noChangeAspect="1"/>
          </p:cNvGrpSpPr>
          <p:nvPr/>
        </p:nvGrpSpPr>
        <p:grpSpPr>
          <a:xfrm>
            <a:off x="8180710" y="5049527"/>
            <a:ext cx="471700" cy="457200"/>
            <a:chOff x="8180710" y="5049527"/>
            <a:chExt cx="471700" cy="457200"/>
          </a:xfrm>
          <a:solidFill>
            <a:schemeClr val="accent2"/>
          </a:solidFill>
        </p:grpSpPr>
        <p:sp>
          <p:nvSpPr>
            <p:cNvPr id="2545" name="Freeform: Shape 2544">
              <a:extLst>
                <a:ext uri="{FF2B5EF4-FFF2-40B4-BE49-F238E27FC236}">
                  <a16:creationId xmlns:a16="http://schemas.microsoft.com/office/drawing/2014/main" id="{7316A93A-4D49-F807-A008-16457DB2F6EE}"/>
                </a:ext>
                <a:ext uri="{C183D7F6-B498-43B3-948B-1728B52AA6E4}">
                  <adec:decorative xmlns:adec="http://schemas.microsoft.com/office/drawing/2017/decorative" val="1"/>
                </a:ext>
              </a:extLst>
            </p:cNvPr>
            <p:cNvSpPr/>
            <p:nvPr/>
          </p:nvSpPr>
          <p:spPr>
            <a:xfrm>
              <a:off x="8180710" y="5172639"/>
              <a:ext cx="348281" cy="267717"/>
            </a:xfrm>
            <a:custGeom>
              <a:avLst/>
              <a:gdLst>
                <a:gd name="connsiteX0" fmla="*/ 394997 w 5224208"/>
                <a:gd name="connsiteY0" fmla="*/ 3225754 h 4015748"/>
                <a:gd name="connsiteX1" fmla="*/ 789994 w 5224208"/>
                <a:gd name="connsiteY1" fmla="*/ 3620751 h 4015748"/>
                <a:gd name="connsiteX2" fmla="*/ 394997 w 5224208"/>
                <a:gd name="connsiteY2" fmla="*/ 4015748 h 4015748"/>
                <a:gd name="connsiteX3" fmla="*/ 0 w 5224208"/>
                <a:gd name="connsiteY3" fmla="*/ 3620751 h 4015748"/>
                <a:gd name="connsiteX4" fmla="*/ 4485540 w 5224208"/>
                <a:gd name="connsiteY4" fmla="*/ 0 h 4015748"/>
                <a:gd name="connsiteX5" fmla="*/ 5224208 w 5224208"/>
                <a:gd name="connsiteY5" fmla="*/ 0 h 4015748"/>
                <a:gd name="connsiteX6" fmla="*/ 5224208 w 5224208"/>
                <a:gd name="connsiteY6" fmla="*/ 738668 h 4015748"/>
                <a:gd name="connsiteX7" fmla="*/ 4485540 w 5224208"/>
                <a:gd name="connsiteY7" fmla="*/ 738668 h 401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4208" h="4015748">
                  <a:moveTo>
                    <a:pt x="394997" y="3225754"/>
                  </a:moveTo>
                  <a:lnTo>
                    <a:pt x="789994" y="3620751"/>
                  </a:lnTo>
                  <a:lnTo>
                    <a:pt x="394997" y="4015748"/>
                  </a:lnTo>
                  <a:lnTo>
                    <a:pt x="0" y="3620751"/>
                  </a:lnTo>
                  <a:close/>
                  <a:moveTo>
                    <a:pt x="4485540" y="0"/>
                  </a:moveTo>
                  <a:lnTo>
                    <a:pt x="5224208" y="0"/>
                  </a:lnTo>
                  <a:lnTo>
                    <a:pt x="5224208" y="738668"/>
                  </a:lnTo>
                  <a:lnTo>
                    <a:pt x="4485540" y="738668"/>
                  </a:lnTo>
                  <a:close/>
                </a:path>
              </a:pathLst>
            </a:custGeom>
            <a:solidFill>
              <a:schemeClr val="bg1"/>
            </a:solidFill>
            <a:ln w="12601" cap="flat">
              <a:noFill/>
              <a:prstDash val="solid"/>
              <a:miter/>
            </a:ln>
          </p:spPr>
          <p:txBody>
            <a:bodyPr wrap="square" rtlCol="0" anchor="ctr">
              <a:noAutofit/>
            </a:bodyPr>
            <a:lstStyle/>
            <a:p>
              <a:endParaRPr lang="en-US"/>
            </a:p>
          </p:txBody>
        </p:sp>
        <p:sp>
          <p:nvSpPr>
            <p:cNvPr id="2546" name="Freeform: Shape 2545">
              <a:extLst>
                <a:ext uri="{FF2B5EF4-FFF2-40B4-BE49-F238E27FC236}">
                  <a16:creationId xmlns:a16="http://schemas.microsoft.com/office/drawing/2014/main" id="{46790AFD-C176-7CC1-BDD3-ACF3FD7ADE2E}"/>
                </a:ext>
                <a:ext uri="{C183D7F6-B498-43B3-948B-1728B52AA6E4}">
                  <adec:decorative xmlns:adec="http://schemas.microsoft.com/office/drawing/2017/decorative" val="1"/>
                </a:ext>
              </a:extLst>
            </p:cNvPr>
            <p:cNvSpPr/>
            <p:nvPr/>
          </p:nvSpPr>
          <p:spPr>
            <a:xfrm>
              <a:off x="8223304" y="5049527"/>
              <a:ext cx="429106" cy="457200"/>
            </a:xfrm>
            <a:custGeom>
              <a:avLst/>
              <a:gdLst>
                <a:gd name="connsiteX0" fmla="*/ 414584 w 6436583"/>
                <a:gd name="connsiteY0" fmla="*/ 4538939 h 6858000"/>
                <a:gd name="connsiteX1" fmla="*/ 675741 w 6436583"/>
                <a:gd name="connsiteY1" fmla="*/ 4800096 h 6858000"/>
                <a:gd name="connsiteX2" fmla="*/ 261149 w 6436583"/>
                <a:gd name="connsiteY2" fmla="*/ 5214680 h 6858000"/>
                <a:gd name="connsiteX3" fmla="*/ 0 w 6436583"/>
                <a:gd name="connsiteY3" fmla="*/ 4953531 h 6858000"/>
                <a:gd name="connsiteX4" fmla="*/ 2752472 w 6436583"/>
                <a:gd name="connsiteY4" fmla="*/ 4000275 h 6858000"/>
                <a:gd name="connsiteX5" fmla="*/ 2484707 w 6436583"/>
                <a:gd name="connsiteY5" fmla="*/ 4268043 h 6858000"/>
                <a:gd name="connsiteX6" fmla="*/ 2613972 w 6436583"/>
                <a:gd name="connsiteY6" fmla="*/ 4397311 h 6858000"/>
                <a:gd name="connsiteX7" fmla="*/ 2881740 w 6436583"/>
                <a:gd name="connsiteY7" fmla="*/ 4129542 h 6858000"/>
                <a:gd name="connsiteX8" fmla="*/ 2493940 w 6436583"/>
                <a:gd name="connsiteY8" fmla="*/ 3746359 h 6858000"/>
                <a:gd name="connsiteX9" fmla="*/ 2226172 w 6436583"/>
                <a:gd name="connsiteY9" fmla="*/ 4014128 h 6858000"/>
                <a:gd name="connsiteX10" fmla="*/ 2355440 w 6436583"/>
                <a:gd name="connsiteY10" fmla="*/ 4143392 h 6858000"/>
                <a:gd name="connsiteX11" fmla="*/ 2623205 w 6436583"/>
                <a:gd name="connsiteY11" fmla="*/ 3875627 h 6858000"/>
                <a:gd name="connsiteX12" fmla="*/ 2230788 w 6436583"/>
                <a:gd name="connsiteY12" fmla="*/ 3478590 h 6858000"/>
                <a:gd name="connsiteX13" fmla="*/ 1963020 w 6436583"/>
                <a:gd name="connsiteY13" fmla="*/ 3746359 h 6858000"/>
                <a:gd name="connsiteX14" fmla="*/ 2092288 w 6436583"/>
                <a:gd name="connsiteY14" fmla="*/ 3875627 h 6858000"/>
                <a:gd name="connsiteX15" fmla="*/ 2360056 w 6436583"/>
                <a:gd name="connsiteY15" fmla="*/ 3607858 h 6858000"/>
                <a:gd name="connsiteX16" fmla="*/ 2226172 w 6436583"/>
                <a:gd name="connsiteY16" fmla="*/ 3220058 h 6858000"/>
                <a:gd name="connsiteX17" fmla="*/ 3140272 w 6436583"/>
                <a:gd name="connsiteY17" fmla="*/ 4129542 h 6858000"/>
                <a:gd name="connsiteX18" fmla="*/ 2613972 w 6436583"/>
                <a:gd name="connsiteY18" fmla="*/ 4655843 h 6858000"/>
                <a:gd name="connsiteX19" fmla="*/ 1699871 w 6436583"/>
                <a:gd name="connsiteY19" fmla="*/ 3746359 h 6858000"/>
                <a:gd name="connsiteX20" fmla="*/ 3144890 w 6436583"/>
                <a:gd name="connsiteY20" fmla="*/ 1918151 h 6858000"/>
                <a:gd name="connsiteX21" fmla="*/ 3167973 w 6436583"/>
                <a:gd name="connsiteY21" fmla="*/ 1918151 h 6858000"/>
                <a:gd name="connsiteX22" fmla="*/ 3468054 w 6436583"/>
                <a:gd name="connsiteY22" fmla="*/ 2112055 h 6858000"/>
                <a:gd name="connsiteX23" fmla="*/ 3398803 w 6436583"/>
                <a:gd name="connsiteY23" fmla="*/ 2462920 h 6858000"/>
                <a:gd name="connsiteX24" fmla="*/ 2914052 w 6436583"/>
                <a:gd name="connsiteY24" fmla="*/ 2947670 h 6858000"/>
                <a:gd name="connsiteX25" fmla="*/ 3431120 w 6436583"/>
                <a:gd name="connsiteY25" fmla="*/ 3464738 h 6858000"/>
                <a:gd name="connsiteX26" fmla="*/ 3915870 w 6436583"/>
                <a:gd name="connsiteY26" fmla="*/ 2979987 h 6858000"/>
                <a:gd name="connsiteX27" fmla="*/ 4262127 w 6436583"/>
                <a:gd name="connsiteY27" fmla="*/ 2910736 h 6858000"/>
                <a:gd name="connsiteX28" fmla="*/ 4456022 w 6436583"/>
                <a:gd name="connsiteY28" fmla="*/ 3201591 h 6858000"/>
                <a:gd name="connsiteX29" fmla="*/ 4456022 w 6436583"/>
                <a:gd name="connsiteY29" fmla="*/ 3224675 h 6858000"/>
                <a:gd name="connsiteX30" fmla="*/ 4045140 w 6436583"/>
                <a:gd name="connsiteY30" fmla="*/ 4886681 h 6858000"/>
                <a:gd name="connsiteX31" fmla="*/ 3786601 w 6436583"/>
                <a:gd name="connsiteY31" fmla="*/ 5172911 h 6858000"/>
                <a:gd name="connsiteX32" fmla="*/ 2332358 w 6436583"/>
                <a:gd name="connsiteY32" fmla="*/ 5445299 h 6858000"/>
                <a:gd name="connsiteX33" fmla="*/ 891948 w 6436583"/>
                <a:gd name="connsiteY33" fmla="*/ 6858000 h 6858000"/>
                <a:gd name="connsiteX34" fmla="*/ 416431 w 6436583"/>
                <a:gd name="connsiteY34" fmla="*/ 6382483 h 6858000"/>
                <a:gd name="connsiteX35" fmla="*/ 417497 w 6436583"/>
                <a:gd name="connsiteY35" fmla="*/ 6381417 h 6858000"/>
                <a:gd name="connsiteX36" fmla="*/ 8688 w 6436583"/>
                <a:gd name="connsiteY36" fmla="*/ 5972616 h 6858000"/>
                <a:gd name="connsiteX37" fmla="*/ 269845 w 6436583"/>
                <a:gd name="connsiteY37" fmla="*/ 5711459 h 6858000"/>
                <a:gd name="connsiteX38" fmla="*/ 678646 w 6436583"/>
                <a:gd name="connsiteY38" fmla="*/ 6120268 h 6858000"/>
                <a:gd name="connsiteX39" fmla="*/ 679586 w 6436583"/>
                <a:gd name="connsiteY39" fmla="*/ 6119328 h 6858000"/>
                <a:gd name="connsiteX40" fmla="*/ 896565 w 6436583"/>
                <a:gd name="connsiteY40" fmla="*/ 6336316 h 6858000"/>
                <a:gd name="connsiteX41" fmla="*/ 2152305 w 6436583"/>
                <a:gd name="connsiteY41" fmla="*/ 5099051 h 6858000"/>
                <a:gd name="connsiteX42" fmla="*/ 3685041 w 6436583"/>
                <a:gd name="connsiteY42" fmla="*/ 4812813 h 6858000"/>
                <a:gd name="connsiteX43" fmla="*/ 4045140 w 6436583"/>
                <a:gd name="connsiteY43" fmla="*/ 3372403 h 6858000"/>
                <a:gd name="connsiteX44" fmla="*/ 3431120 w 6436583"/>
                <a:gd name="connsiteY44" fmla="*/ 3986431 h 6858000"/>
                <a:gd name="connsiteX45" fmla="*/ 2392376 w 6436583"/>
                <a:gd name="connsiteY45" fmla="*/ 2947670 h 6858000"/>
                <a:gd name="connsiteX46" fmla="*/ 2997154 w 6436583"/>
                <a:gd name="connsiteY46" fmla="*/ 2342892 h 6858000"/>
                <a:gd name="connsiteX47" fmla="*/ 1575219 w 6436583"/>
                <a:gd name="connsiteY47" fmla="*/ 2712224 h 6858000"/>
                <a:gd name="connsiteX48" fmla="*/ 1261280 w 6436583"/>
                <a:gd name="connsiteY48" fmla="*/ 4217260 h 6858000"/>
                <a:gd name="connsiteX49" fmla="*/ 679586 w 6436583"/>
                <a:gd name="connsiteY49" fmla="*/ 4798962 h 6858000"/>
                <a:gd name="connsiteX50" fmla="*/ 416431 w 6436583"/>
                <a:gd name="connsiteY50" fmla="*/ 4535808 h 6858000"/>
                <a:gd name="connsiteX51" fmla="*/ 924265 w 6436583"/>
                <a:gd name="connsiteY51" fmla="*/ 4027973 h 6858000"/>
                <a:gd name="connsiteX52" fmla="*/ 1219737 w 6436583"/>
                <a:gd name="connsiteY52" fmla="*/ 2596805 h 6858000"/>
                <a:gd name="connsiteX53" fmla="*/ 1501351 w 6436583"/>
                <a:gd name="connsiteY53" fmla="*/ 2342892 h 6858000"/>
                <a:gd name="connsiteX54" fmla="*/ 4769961 w 6436583"/>
                <a:gd name="connsiteY54" fmla="*/ 1846677 h 6858000"/>
                <a:gd name="connsiteX55" fmla="*/ 5508628 w 6436583"/>
                <a:gd name="connsiteY55" fmla="*/ 1846677 h 6858000"/>
                <a:gd name="connsiteX56" fmla="*/ 5508628 w 6436583"/>
                <a:gd name="connsiteY56" fmla="*/ 2585343 h 6858000"/>
                <a:gd name="connsiteX57" fmla="*/ 4769961 w 6436583"/>
                <a:gd name="connsiteY57" fmla="*/ 2585343 h 6858000"/>
                <a:gd name="connsiteX58" fmla="*/ 5693294 w 6436583"/>
                <a:gd name="connsiteY58" fmla="*/ 1846676 h 6858000"/>
                <a:gd name="connsiteX59" fmla="*/ 6431961 w 6436583"/>
                <a:gd name="connsiteY59" fmla="*/ 1846676 h 6858000"/>
                <a:gd name="connsiteX60" fmla="*/ 6431961 w 6436583"/>
                <a:gd name="connsiteY60" fmla="*/ 2580727 h 6858000"/>
                <a:gd name="connsiteX61" fmla="*/ 5693294 w 6436583"/>
                <a:gd name="connsiteY61" fmla="*/ 2580727 h 6858000"/>
                <a:gd name="connsiteX62" fmla="*/ 3846627 w 6436583"/>
                <a:gd name="connsiteY62" fmla="*/ 923343 h 6858000"/>
                <a:gd name="connsiteX63" fmla="*/ 4585294 w 6436583"/>
                <a:gd name="connsiteY63" fmla="*/ 923343 h 6858000"/>
                <a:gd name="connsiteX64" fmla="*/ 4585294 w 6436583"/>
                <a:gd name="connsiteY64" fmla="*/ 1662010 h 6858000"/>
                <a:gd name="connsiteX65" fmla="*/ 3846627 w 6436583"/>
                <a:gd name="connsiteY65" fmla="*/ 1662010 h 6858000"/>
                <a:gd name="connsiteX66" fmla="*/ 5693294 w 6436583"/>
                <a:gd name="connsiteY66" fmla="*/ 923342 h 6858000"/>
                <a:gd name="connsiteX67" fmla="*/ 6431961 w 6436583"/>
                <a:gd name="connsiteY67" fmla="*/ 923342 h 6858000"/>
                <a:gd name="connsiteX68" fmla="*/ 6431961 w 6436583"/>
                <a:gd name="connsiteY68" fmla="*/ 1662009 h 6858000"/>
                <a:gd name="connsiteX69" fmla="*/ 5693294 w 6436583"/>
                <a:gd name="connsiteY69" fmla="*/ 1662009 h 6858000"/>
                <a:gd name="connsiteX70" fmla="*/ 4769961 w 6436583"/>
                <a:gd name="connsiteY70" fmla="*/ 923342 h 6858000"/>
                <a:gd name="connsiteX71" fmla="*/ 5508628 w 6436583"/>
                <a:gd name="connsiteY71" fmla="*/ 923342 h 6858000"/>
                <a:gd name="connsiteX72" fmla="*/ 5508628 w 6436583"/>
                <a:gd name="connsiteY72" fmla="*/ 1657393 h 6858000"/>
                <a:gd name="connsiteX73" fmla="*/ 4769961 w 6436583"/>
                <a:gd name="connsiteY73" fmla="*/ 1657393 h 6858000"/>
                <a:gd name="connsiteX74" fmla="*/ 4769961 w 6436583"/>
                <a:gd name="connsiteY74" fmla="*/ 0 h 6858000"/>
                <a:gd name="connsiteX75" fmla="*/ 5508628 w 6436583"/>
                <a:gd name="connsiteY75" fmla="*/ 0 h 6858000"/>
                <a:gd name="connsiteX76" fmla="*/ 5508628 w 6436583"/>
                <a:gd name="connsiteY76" fmla="*/ 738667 h 6858000"/>
                <a:gd name="connsiteX77" fmla="*/ 4769961 w 6436583"/>
                <a:gd name="connsiteY77" fmla="*/ 738667 h 6858000"/>
                <a:gd name="connsiteX78" fmla="*/ 3846627 w 6436583"/>
                <a:gd name="connsiteY78" fmla="*/ 0 h 6858000"/>
                <a:gd name="connsiteX79" fmla="*/ 4589916 w 6436583"/>
                <a:gd name="connsiteY79" fmla="*/ 0 h 6858000"/>
                <a:gd name="connsiteX80" fmla="*/ 4589916 w 6436583"/>
                <a:gd name="connsiteY80" fmla="*/ 738667 h 6858000"/>
                <a:gd name="connsiteX81" fmla="*/ 3846627 w 6436583"/>
                <a:gd name="connsiteY81" fmla="*/ 738667 h 6858000"/>
                <a:gd name="connsiteX82" fmla="*/ 5693294 w 6436583"/>
                <a:gd name="connsiteY82" fmla="*/ 0 h 6858000"/>
                <a:gd name="connsiteX83" fmla="*/ 6436583 w 6436583"/>
                <a:gd name="connsiteY83" fmla="*/ 0 h 6858000"/>
                <a:gd name="connsiteX84" fmla="*/ 6436583 w 6436583"/>
                <a:gd name="connsiteY84" fmla="*/ 738667 h 6858000"/>
                <a:gd name="connsiteX85" fmla="*/ 5693294 w 6436583"/>
                <a:gd name="connsiteY85" fmla="*/ 73866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436583" h="6858000">
                  <a:moveTo>
                    <a:pt x="414584" y="4538939"/>
                  </a:moveTo>
                  <a:lnTo>
                    <a:pt x="675741" y="4800096"/>
                  </a:lnTo>
                  <a:lnTo>
                    <a:pt x="261149" y="5214680"/>
                  </a:lnTo>
                  <a:lnTo>
                    <a:pt x="0" y="4953531"/>
                  </a:lnTo>
                  <a:close/>
                  <a:moveTo>
                    <a:pt x="2752472" y="4000275"/>
                  </a:moveTo>
                  <a:lnTo>
                    <a:pt x="2484707" y="4268043"/>
                  </a:lnTo>
                  <a:lnTo>
                    <a:pt x="2613972" y="4397311"/>
                  </a:lnTo>
                  <a:lnTo>
                    <a:pt x="2881740" y="4129542"/>
                  </a:lnTo>
                  <a:close/>
                  <a:moveTo>
                    <a:pt x="2493940" y="3746359"/>
                  </a:moveTo>
                  <a:lnTo>
                    <a:pt x="2226172" y="4014128"/>
                  </a:lnTo>
                  <a:lnTo>
                    <a:pt x="2355440" y="4143392"/>
                  </a:lnTo>
                  <a:lnTo>
                    <a:pt x="2623205" y="3875627"/>
                  </a:lnTo>
                  <a:close/>
                  <a:moveTo>
                    <a:pt x="2230788" y="3478590"/>
                  </a:moveTo>
                  <a:lnTo>
                    <a:pt x="1963020" y="3746359"/>
                  </a:lnTo>
                  <a:lnTo>
                    <a:pt x="2092288" y="3875627"/>
                  </a:lnTo>
                  <a:lnTo>
                    <a:pt x="2360056" y="3607858"/>
                  </a:lnTo>
                  <a:close/>
                  <a:moveTo>
                    <a:pt x="2226172" y="3220058"/>
                  </a:moveTo>
                  <a:lnTo>
                    <a:pt x="3140272" y="4129542"/>
                  </a:lnTo>
                  <a:lnTo>
                    <a:pt x="2613972" y="4655843"/>
                  </a:lnTo>
                  <a:lnTo>
                    <a:pt x="1699871" y="3746359"/>
                  </a:lnTo>
                  <a:close/>
                  <a:moveTo>
                    <a:pt x="3144890" y="1918151"/>
                  </a:moveTo>
                  <a:lnTo>
                    <a:pt x="3167973" y="1918151"/>
                  </a:lnTo>
                  <a:cubicBezTo>
                    <a:pt x="3301859" y="1913534"/>
                    <a:pt x="3417270" y="1992019"/>
                    <a:pt x="3468054" y="2112055"/>
                  </a:cubicBezTo>
                  <a:cubicBezTo>
                    <a:pt x="3518838" y="2232082"/>
                    <a:pt x="3491138" y="2370584"/>
                    <a:pt x="3398803" y="2462920"/>
                  </a:cubicBezTo>
                  <a:lnTo>
                    <a:pt x="2914052" y="2947670"/>
                  </a:lnTo>
                  <a:lnTo>
                    <a:pt x="3431120" y="3464738"/>
                  </a:lnTo>
                  <a:lnTo>
                    <a:pt x="3915870" y="2979987"/>
                  </a:lnTo>
                  <a:cubicBezTo>
                    <a:pt x="4003589" y="2887652"/>
                    <a:pt x="4142091" y="2859960"/>
                    <a:pt x="4262127" y="2910736"/>
                  </a:cubicBezTo>
                  <a:cubicBezTo>
                    <a:pt x="4382154" y="2961520"/>
                    <a:pt x="4460639" y="3076939"/>
                    <a:pt x="4456022" y="3201591"/>
                  </a:cubicBezTo>
                  <a:lnTo>
                    <a:pt x="4456022" y="3224675"/>
                  </a:lnTo>
                  <a:lnTo>
                    <a:pt x="4045140" y="4886681"/>
                  </a:lnTo>
                  <a:cubicBezTo>
                    <a:pt x="4031289" y="5029800"/>
                    <a:pt x="3929721" y="5145210"/>
                    <a:pt x="3786601" y="5172911"/>
                  </a:cubicBezTo>
                  <a:lnTo>
                    <a:pt x="2332358" y="5445299"/>
                  </a:lnTo>
                  <a:lnTo>
                    <a:pt x="891948" y="6858000"/>
                  </a:lnTo>
                  <a:lnTo>
                    <a:pt x="416431" y="6382483"/>
                  </a:lnTo>
                  <a:lnTo>
                    <a:pt x="417497" y="6381417"/>
                  </a:lnTo>
                  <a:lnTo>
                    <a:pt x="8688" y="5972616"/>
                  </a:lnTo>
                  <a:lnTo>
                    <a:pt x="269845" y="5711459"/>
                  </a:lnTo>
                  <a:lnTo>
                    <a:pt x="678646" y="6120268"/>
                  </a:lnTo>
                  <a:lnTo>
                    <a:pt x="679586" y="6119328"/>
                  </a:lnTo>
                  <a:lnTo>
                    <a:pt x="896565" y="6336316"/>
                  </a:lnTo>
                  <a:lnTo>
                    <a:pt x="2152305" y="5099051"/>
                  </a:lnTo>
                  <a:lnTo>
                    <a:pt x="3685041" y="4812813"/>
                  </a:lnTo>
                  <a:lnTo>
                    <a:pt x="4045140" y="3372403"/>
                  </a:lnTo>
                  <a:lnTo>
                    <a:pt x="3431120" y="3986431"/>
                  </a:lnTo>
                  <a:lnTo>
                    <a:pt x="2392376" y="2947670"/>
                  </a:lnTo>
                  <a:lnTo>
                    <a:pt x="2997154" y="2342892"/>
                  </a:lnTo>
                  <a:lnTo>
                    <a:pt x="1575219" y="2712224"/>
                  </a:lnTo>
                  <a:lnTo>
                    <a:pt x="1261280" y="4217260"/>
                  </a:lnTo>
                  <a:lnTo>
                    <a:pt x="679586" y="4798962"/>
                  </a:lnTo>
                  <a:lnTo>
                    <a:pt x="416431" y="4535808"/>
                  </a:lnTo>
                  <a:lnTo>
                    <a:pt x="924265" y="4027973"/>
                  </a:lnTo>
                  <a:lnTo>
                    <a:pt x="1219737" y="2596805"/>
                  </a:lnTo>
                  <a:cubicBezTo>
                    <a:pt x="1247438" y="2462920"/>
                    <a:pt x="1362857" y="2356734"/>
                    <a:pt x="1501351" y="2342892"/>
                  </a:cubicBezTo>
                  <a:close/>
                  <a:moveTo>
                    <a:pt x="4769961" y="1846677"/>
                  </a:moveTo>
                  <a:lnTo>
                    <a:pt x="5508628" y="1846677"/>
                  </a:lnTo>
                  <a:lnTo>
                    <a:pt x="5508628" y="2585343"/>
                  </a:lnTo>
                  <a:lnTo>
                    <a:pt x="4769961" y="2585343"/>
                  </a:lnTo>
                  <a:close/>
                  <a:moveTo>
                    <a:pt x="5693294" y="1846676"/>
                  </a:moveTo>
                  <a:lnTo>
                    <a:pt x="6431961" y="1846676"/>
                  </a:lnTo>
                  <a:lnTo>
                    <a:pt x="6431961" y="2580727"/>
                  </a:lnTo>
                  <a:lnTo>
                    <a:pt x="5693294" y="2580727"/>
                  </a:lnTo>
                  <a:close/>
                  <a:moveTo>
                    <a:pt x="3846627" y="923343"/>
                  </a:moveTo>
                  <a:lnTo>
                    <a:pt x="4585294" y="923343"/>
                  </a:lnTo>
                  <a:lnTo>
                    <a:pt x="4585294" y="1662010"/>
                  </a:lnTo>
                  <a:lnTo>
                    <a:pt x="3846627" y="1662010"/>
                  </a:lnTo>
                  <a:close/>
                  <a:moveTo>
                    <a:pt x="5693294" y="923342"/>
                  </a:moveTo>
                  <a:lnTo>
                    <a:pt x="6431961" y="923342"/>
                  </a:lnTo>
                  <a:lnTo>
                    <a:pt x="6431961" y="1662009"/>
                  </a:lnTo>
                  <a:lnTo>
                    <a:pt x="5693294" y="1662009"/>
                  </a:lnTo>
                  <a:close/>
                  <a:moveTo>
                    <a:pt x="4769961" y="923342"/>
                  </a:moveTo>
                  <a:lnTo>
                    <a:pt x="5508628" y="923342"/>
                  </a:lnTo>
                  <a:lnTo>
                    <a:pt x="5508628" y="1657393"/>
                  </a:lnTo>
                  <a:lnTo>
                    <a:pt x="4769961" y="1657393"/>
                  </a:lnTo>
                  <a:close/>
                  <a:moveTo>
                    <a:pt x="4769961" y="0"/>
                  </a:moveTo>
                  <a:lnTo>
                    <a:pt x="5508628" y="0"/>
                  </a:lnTo>
                  <a:lnTo>
                    <a:pt x="5508628" y="738667"/>
                  </a:lnTo>
                  <a:lnTo>
                    <a:pt x="4769961" y="738667"/>
                  </a:lnTo>
                  <a:close/>
                  <a:moveTo>
                    <a:pt x="3846627" y="0"/>
                  </a:moveTo>
                  <a:lnTo>
                    <a:pt x="4589916" y="0"/>
                  </a:lnTo>
                  <a:lnTo>
                    <a:pt x="4589916" y="738667"/>
                  </a:lnTo>
                  <a:lnTo>
                    <a:pt x="3846627" y="738667"/>
                  </a:lnTo>
                  <a:close/>
                  <a:moveTo>
                    <a:pt x="5693294" y="0"/>
                  </a:moveTo>
                  <a:lnTo>
                    <a:pt x="6436583" y="0"/>
                  </a:lnTo>
                  <a:lnTo>
                    <a:pt x="6436583" y="738667"/>
                  </a:lnTo>
                  <a:lnTo>
                    <a:pt x="5693294" y="738667"/>
                  </a:lnTo>
                  <a:close/>
                </a:path>
              </a:pathLst>
            </a:custGeom>
            <a:grpFill/>
            <a:ln w="12601" cap="flat">
              <a:noFill/>
              <a:prstDash val="solid"/>
              <a:miter/>
            </a:ln>
          </p:spPr>
          <p:txBody>
            <a:bodyPr wrap="square" rtlCol="0" anchor="ctr">
              <a:noAutofit/>
            </a:bodyPr>
            <a:lstStyle/>
            <a:p>
              <a:endParaRPr lang="en-US"/>
            </a:p>
          </p:txBody>
        </p:sp>
      </p:grpSp>
      <p:grpSp>
        <p:nvGrpSpPr>
          <p:cNvPr id="2756" name="Group 2755">
            <a:extLst>
              <a:ext uri="{FF2B5EF4-FFF2-40B4-BE49-F238E27FC236}">
                <a16:creationId xmlns:a16="http://schemas.microsoft.com/office/drawing/2014/main" id="{7BD6A61E-B386-F061-5AE2-601F7765661F}"/>
              </a:ext>
              <a:ext uri="{C183D7F6-B498-43B3-948B-1728B52AA6E4}">
                <adec:decorative xmlns:adec="http://schemas.microsoft.com/office/drawing/2017/decorative" val="1"/>
              </a:ext>
            </a:extLst>
          </p:cNvPr>
          <p:cNvGrpSpPr>
            <a:grpSpLocks noChangeAspect="1"/>
          </p:cNvGrpSpPr>
          <p:nvPr/>
        </p:nvGrpSpPr>
        <p:grpSpPr>
          <a:xfrm>
            <a:off x="8777475" y="5049527"/>
            <a:ext cx="458913" cy="457200"/>
            <a:chOff x="8777475" y="5049527"/>
            <a:chExt cx="458913" cy="457200"/>
          </a:xfrm>
          <a:solidFill>
            <a:schemeClr val="accent2"/>
          </a:solidFill>
        </p:grpSpPr>
        <p:sp>
          <p:nvSpPr>
            <p:cNvPr id="2558" name="Freeform: Shape 2557">
              <a:extLst>
                <a:ext uri="{FF2B5EF4-FFF2-40B4-BE49-F238E27FC236}">
                  <a16:creationId xmlns:a16="http://schemas.microsoft.com/office/drawing/2014/main" id="{F3556093-F726-39E4-E90B-3F397B32AE39}"/>
                </a:ext>
                <a:ext uri="{C183D7F6-B498-43B3-948B-1728B52AA6E4}">
                  <adec:decorative xmlns:adec="http://schemas.microsoft.com/office/drawing/2017/decorative" val="1"/>
                </a:ext>
              </a:extLst>
            </p:cNvPr>
            <p:cNvSpPr/>
            <p:nvPr/>
          </p:nvSpPr>
          <p:spPr>
            <a:xfrm>
              <a:off x="8785148" y="5055487"/>
              <a:ext cx="451240" cy="451240"/>
            </a:xfrm>
            <a:custGeom>
              <a:avLst/>
              <a:gdLst>
                <a:gd name="connsiteX0" fmla="*/ 357595 w 6768602"/>
                <a:gd name="connsiteY0" fmla="*/ 3729046 h 6768602"/>
                <a:gd name="connsiteX1" fmla="*/ 357595 w 6768602"/>
                <a:gd name="connsiteY1" fmla="*/ 6411007 h 6768602"/>
                <a:gd name="connsiteX2" fmla="*/ 3039556 w 6768602"/>
                <a:gd name="connsiteY2" fmla="*/ 6411007 h 6768602"/>
                <a:gd name="connsiteX3" fmla="*/ 3039556 w 6768602"/>
                <a:gd name="connsiteY3" fmla="*/ 3729046 h 6768602"/>
                <a:gd name="connsiteX4" fmla="*/ 0 w 6768602"/>
                <a:gd name="connsiteY4" fmla="*/ 3371451 h 6768602"/>
                <a:gd name="connsiteX5" fmla="*/ 3039556 w 6768602"/>
                <a:gd name="connsiteY5" fmla="*/ 3371451 h 6768602"/>
                <a:gd name="connsiteX6" fmla="*/ 3397151 w 6768602"/>
                <a:gd name="connsiteY6" fmla="*/ 3729046 h 6768602"/>
                <a:gd name="connsiteX7" fmla="*/ 3397151 w 6768602"/>
                <a:gd name="connsiteY7" fmla="*/ 6411007 h 6768602"/>
                <a:gd name="connsiteX8" fmla="*/ 3397151 w 6768602"/>
                <a:gd name="connsiteY8" fmla="*/ 6768602 h 6768602"/>
                <a:gd name="connsiteX9" fmla="*/ 3039556 w 6768602"/>
                <a:gd name="connsiteY9" fmla="*/ 6768602 h 6768602"/>
                <a:gd name="connsiteX10" fmla="*/ 2324367 w 6768602"/>
                <a:gd name="connsiteY10" fmla="*/ 6768602 h 6768602"/>
                <a:gd name="connsiteX11" fmla="*/ 357595 w 6768602"/>
                <a:gd name="connsiteY11" fmla="*/ 6768602 h 6768602"/>
                <a:gd name="connsiteX12" fmla="*/ 0 w 6768602"/>
                <a:gd name="connsiteY12" fmla="*/ 6411007 h 6768602"/>
                <a:gd name="connsiteX13" fmla="*/ 0 w 6768602"/>
                <a:gd name="connsiteY13" fmla="*/ 3729046 h 6768602"/>
                <a:gd name="connsiteX14" fmla="*/ 6411007 w 6768602"/>
                <a:gd name="connsiteY14" fmla="*/ 1762274 h 6768602"/>
                <a:gd name="connsiteX15" fmla="*/ 6768602 w 6768602"/>
                <a:gd name="connsiteY15" fmla="*/ 1762274 h 6768602"/>
                <a:gd name="connsiteX16" fmla="*/ 6768602 w 6768602"/>
                <a:gd name="connsiteY16" fmla="*/ 6411007 h 6768602"/>
                <a:gd name="connsiteX17" fmla="*/ 6768602 w 6768602"/>
                <a:gd name="connsiteY17" fmla="*/ 6768602 h 6768602"/>
                <a:gd name="connsiteX18" fmla="*/ 6411007 w 6768602"/>
                <a:gd name="connsiteY18" fmla="*/ 6768602 h 6768602"/>
                <a:gd name="connsiteX19" fmla="*/ 5695817 w 6768602"/>
                <a:gd name="connsiteY19" fmla="*/ 6768602 h 6768602"/>
                <a:gd name="connsiteX20" fmla="*/ 3729044 w 6768602"/>
                <a:gd name="connsiteY20" fmla="*/ 6768602 h 6768602"/>
                <a:gd name="connsiteX21" fmla="*/ 3729044 w 6768602"/>
                <a:gd name="connsiteY21" fmla="*/ 6411007 h 6768602"/>
                <a:gd name="connsiteX22" fmla="*/ 6411007 w 6768602"/>
                <a:gd name="connsiteY22" fmla="*/ 6411007 h 6768602"/>
                <a:gd name="connsiteX23" fmla="*/ 0 w 6768602"/>
                <a:gd name="connsiteY23" fmla="*/ 685635 h 6768602"/>
                <a:gd name="connsiteX24" fmla="*/ 357593 w 6768602"/>
                <a:gd name="connsiteY24" fmla="*/ 685635 h 6768602"/>
                <a:gd name="connsiteX25" fmla="*/ 357593 w 6768602"/>
                <a:gd name="connsiteY25" fmla="*/ 3107108 h 6768602"/>
                <a:gd name="connsiteX26" fmla="*/ 0 w 6768602"/>
                <a:gd name="connsiteY26" fmla="*/ 3107108 h 6768602"/>
                <a:gd name="connsiteX27" fmla="*/ 682333 w 6768602"/>
                <a:gd name="connsiteY27" fmla="*/ 0 h 6768602"/>
                <a:gd name="connsiteX28" fmla="*/ 5070576 w 6768602"/>
                <a:gd name="connsiteY28" fmla="*/ 0 h 6768602"/>
                <a:gd name="connsiteX29" fmla="*/ 5070576 w 6768602"/>
                <a:gd name="connsiteY29" fmla="*/ 357593 h 6768602"/>
                <a:gd name="connsiteX30" fmla="*/ 682333 w 6768602"/>
                <a:gd name="connsiteY30" fmla="*/ 357593 h 676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768602" h="6768602">
                  <a:moveTo>
                    <a:pt x="357595" y="3729046"/>
                  </a:moveTo>
                  <a:lnTo>
                    <a:pt x="357595" y="6411007"/>
                  </a:lnTo>
                  <a:lnTo>
                    <a:pt x="3039556" y="6411007"/>
                  </a:lnTo>
                  <a:lnTo>
                    <a:pt x="3039556" y="3729046"/>
                  </a:lnTo>
                  <a:close/>
                  <a:moveTo>
                    <a:pt x="0" y="3371451"/>
                  </a:moveTo>
                  <a:lnTo>
                    <a:pt x="3039556" y="3371451"/>
                  </a:lnTo>
                  <a:cubicBezTo>
                    <a:pt x="3236233" y="3371451"/>
                    <a:pt x="3397151" y="3532369"/>
                    <a:pt x="3397151" y="3729046"/>
                  </a:cubicBezTo>
                  <a:lnTo>
                    <a:pt x="3397151" y="6411007"/>
                  </a:lnTo>
                  <a:lnTo>
                    <a:pt x="3397151" y="6768602"/>
                  </a:lnTo>
                  <a:lnTo>
                    <a:pt x="3039556" y="6768602"/>
                  </a:lnTo>
                  <a:lnTo>
                    <a:pt x="2324367" y="6768602"/>
                  </a:lnTo>
                  <a:lnTo>
                    <a:pt x="357595" y="6768602"/>
                  </a:lnTo>
                  <a:cubicBezTo>
                    <a:pt x="160918" y="6768602"/>
                    <a:pt x="0" y="6607684"/>
                    <a:pt x="0" y="6411007"/>
                  </a:cubicBezTo>
                  <a:lnTo>
                    <a:pt x="0" y="3729046"/>
                  </a:lnTo>
                  <a:close/>
                  <a:moveTo>
                    <a:pt x="6411007" y="1762274"/>
                  </a:moveTo>
                  <a:lnTo>
                    <a:pt x="6768602" y="1762274"/>
                  </a:lnTo>
                  <a:lnTo>
                    <a:pt x="6768602" y="6411007"/>
                  </a:lnTo>
                  <a:lnTo>
                    <a:pt x="6768602" y="6768602"/>
                  </a:lnTo>
                  <a:lnTo>
                    <a:pt x="6411007" y="6768602"/>
                  </a:lnTo>
                  <a:lnTo>
                    <a:pt x="5695817" y="6768602"/>
                  </a:lnTo>
                  <a:lnTo>
                    <a:pt x="3729044" y="6768602"/>
                  </a:lnTo>
                  <a:lnTo>
                    <a:pt x="3729044" y="6411007"/>
                  </a:lnTo>
                  <a:lnTo>
                    <a:pt x="6411007" y="6411007"/>
                  </a:lnTo>
                  <a:close/>
                  <a:moveTo>
                    <a:pt x="0" y="685635"/>
                  </a:moveTo>
                  <a:lnTo>
                    <a:pt x="357593" y="685635"/>
                  </a:lnTo>
                  <a:lnTo>
                    <a:pt x="357593" y="3107108"/>
                  </a:lnTo>
                  <a:lnTo>
                    <a:pt x="0" y="3107108"/>
                  </a:lnTo>
                  <a:close/>
                  <a:moveTo>
                    <a:pt x="682333" y="0"/>
                  </a:moveTo>
                  <a:lnTo>
                    <a:pt x="5070576" y="0"/>
                  </a:lnTo>
                  <a:lnTo>
                    <a:pt x="5070576" y="357593"/>
                  </a:lnTo>
                  <a:lnTo>
                    <a:pt x="682333" y="357593"/>
                  </a:lnTo>
                  <a:close/>
                </a:path>
              </a:pathLst>
            </a:custGeom>
            <a:grpFill/>
            <a:ln w="9525" cap="flat">
              <a:noFill/>
              <a:prstDash val="solid"/>
              <a:miter/>
            </a:ln>
          </p:spPr>
          <p:txBody>
            <a:bodyPr wrap="square" rtlCol="0" anchor="ctr">
              <a:noAutofit/>
            </a:bodyPr>
            <a:lstStyle/>
            <a:p>
              <a:endParaRPr lang="en-US"/>
            </a:p>
          </p:txBody>
        </p:sp>
        <p:sp>
          <p:nvSpPr>
            <p:cNvPr id="2559" name="Freeform: Shape 2558">
              <a:extLst>
                <a:ext uri="{FF2B5EF4-FFF2-40B4-BE49-F238E27FC236}">
                  <a16:creationId xmlns:a16="http://schemas.microsoft.com/office/drawing/2014/main" id="{5DCECAF7-5D44-E18F-4EED-358634B844E4}"/>
                </a:ext>
                <a:ext uri="{C183D7F6-B498-43B3-948B-1728B52AA6E4}">
                  <adec:decorative xmlns:adec="http://schemas.microsoft.com/office/drawing/2017/decorative" val="1"/>
                </a:ext>
              </a:extLst>
            </p:cNvPr>
            <p:cNvSpPr/>
            <p:nvPr/>
          </p:nvSpPr>
          <p:spPr>
            <a:xfrm>
              <a:off x="8777475" y="5049527"/>
              <a:ext cx="458317" cy="232437"/>
            </a:xfrm>
            <a:custGeom>
              <a:avLst/>
              <a:gdLst>
                <a:gd name="connsiteX0" fmla="*/ 5439908 w 6874759"/>
                <a:gd name="connsiteY0" fmla="*/ 89398 h 3486549"/>
                <a:gd name="connsiteX1" fmla="*/ 6874759 w 6874759"/>
                <a:gd name="connsiteY1" fmla="*/ 93870 h 3486549"/>
                <a:gd name="connsiteX2" fmla="*/ 6874759 w 6874759"/>
                <a:gd name="connsiteY2" fmla="*/ 1519777 h 3486549"/>
                <a:gd name="connsiteX3" fmla="*/ 6512697 w 6874759"/>
                <a:gd name="connsiteY3" fmla="*/ 1519777 h 3486549"/>
                <a:gd name="connsiteX4" fmla="*/ 6512697 w 6874759"/>
                <a:gd name="connsiteY4" fmla="*/ 701782 h 3486549"/>
                <a:gd name="connsiteX5" fmla="*/ 3723458 w 6874759"/>
                <a:gd name="connsiteY5" fmla="*/ 3486549 h 3486549"/>
                <a:gd name="connsiteX6" fmla="*/ 3486549 w 6874759"/>
                <a:gd name="connsiteY6" fmla="*/ 3218353 h 3486549"/>
                <a:gd name="connsiteX7" fmla="*/ 6262380 w 6874759"/>
                <a:gd name="connsiteY7" fmla="*/ 446993 h 3486549"/>
                <a:gd name="connsiteX8" fmla="*/ 5439908 w 6874759"/>
                <a:gd name="connsiteY8" fmla="*/ 446993 h 3486549"/>
                <a:gd name="connsiteX9" fmla="*/ 0 w 6874759"/>
                <a:gd name="connsiteY9" fmla="*/ 0 h 3486549"/>
                <a:gd name="connsiteX10" fmla="*/ 536390 w 6874759"/>
                <a:gd name="connsiteY10" fmla="*/ 0 h 3486549"/>
                <a:gd name="connsiteX11" fmla="*/ 536390 w 6874759"/>
                <a:gd name="connsiteY11" fmla="*/ 536390 h 3486549"/>
                <a:gd name="connsiteX12" fmla="*/ 0 w 6874759"/>
                <a:gd name="connsiteY12" fmla="*/ 536390 h 348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74759" h="3486549">
                  <a:moveTo>
                    <a:pt x="5439908" y="89398"/>
                  </a:moveTo>
                  <a:lnTo>
                    <a:pt x="6874759" y="93870"/>
                  </a:lnTo>
                  <a:lnTo>
                    <a:pt x="6874759" y="1519777"/>
                  </a:lnTo>
                  <a:lnTo>
                    <a:pt x="6512697" y="1519777"/>
                  </a:lnTo>
                  <a:lnTo>
                    <a:pt x="6512697" y="701782"/>
                  </a:lnTo>
                  <a:lnTo>
                    <a:pt x="3723458" y="3486549"/>
                  </a:lnTo>
                  <a:lnTo>
                    <a:pt x="3486549" y="3218353"/>
                  </a:lnTo>
                  <a:lnTo>
                    <a:pt x="6262380" y="446993"/>
                  </a:lnTo>
                  <a:lnTo>
                    <a:pt x="5439908" y="446993"/>
                  </a:lnTo>
                  <a:close/>
                  <a:moveTo>
                    <a:pt x="0" y="0"/>
                  </a:moveTo>
                  <a:lnTo>
                    <a:pt x="536390" y="0"/>
                  </a:lnTo>
                  <a:lnTo>
                    <a:pt x="536390" y="536390"/>
                  </a:lnTo>
                  <a:lnTo>
                    <a:pt x="0" y="536390"/>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755" name="Group 2754">
            <a:extLst>
              <a:ext uri="{FF2B5EF4-FFF2-40B4-BE49-F238E27FC236}">
                <a16:creationId xmlns:a16="http://schemas.microsoft.com/office/drawing/2014/main" id="{2808F92D-BCBF-5B59-8D2D-03A6D30086B9}"/>
              </a:ext>
              <a:ext uri="{C183D7F6-B498-43B3-948B-1728B52AA6E4}">
                <adec:decorative xmlns:adec="http://schemas.microsoft.com/office/drawing/2017/decorative" val="1"/>
              </a:ext>
            </a:extLst>
          </p:cNvPr>
          <p:cNvGrpSpPr>
            <a:grpSpLocks noChangeAspect="1"/>
          </p:cNvGrpSpPr>
          <p:nvPr/>
        </p:nvGrpSpPr>
        <p:grpSpPr>
          <a:xfrm>
            <a:off x="9361453" y="5049527"/>
            <a:ext cx="457200" cy="457200"/>
            <a:chOff x="9361453" y="5049527"/>
            <a:chExt cx="457200" cy="457200"/>
          </a:xfrm>
          <a:solidFill>
            <a:schemeClr val="accent2"/>
          </a:solidFill>
        </p:grpSpPr>
        <p:sp>
          <p:nvSpPr>
            <p:cNvPr id="2572" name="Freeform: Shape 2571">
              <a:extLst>
                <a:ext uri="{FF2B5EF4-FFF2-40B4-BE49-F238E27FC236}">
                  <a16:creationId xmlns:a16="http://schemas.microsoft.com/office/drawing/2014/main" id="{16C9621B-7D28-9399-0F4F-64046EA21D0F}"/>
                </a:ext>
                <a:ext uri="{C183D7F6-B498-43B3-948B-1728B52AA6E4}">
                  <adec:decorative xmlns:adec="http://schemas.microsoft.com/office/drawing/2017/decorative" val="1"/>
                </a:ext>
              </a:extLst>
            </p:cNvPr>
            <p:cNvSpPr/>
            <p:nvPr/>
          </p:nvSpPr>
          <p:spPr>
            <a:xfrm>
              <a:off x="9367391" y="5055465"/>
              <a:ext cx="451262" cy="451262"/>
            </a:xfrm>
            <a:custGeom>
              <a:avLst/>
              <a:gdLst>
                <a:gd name="connsiteX0" fmla="*/ 356260 w 6768931"/>
                <a:gd name="connsiteY0" fmla="*/ 3740721 h 6768931"/>
                <a:gd name="connsiteX1" fmla="*/ 356260 w 6768931"/>
                <a:gd name="connsiteY1" fmla="*/ 6412671 h 6768931"/>
                <a:gd name="connsiteX2" fmla="*/ 3028210 w 6768931"/>
                <a:gd name="connsiteY2" fmla="*/ 6412671 h 6768931"/>
                <a:gd name="connsiteX3" fmla="*/ 3028210 w 6768931"/>
                <a:gd name="connsiteY3" fmla="*/ 3740721 h 6768931"/>
                <a:gd name="connsiteX4" fmla="*/ 0 w 6768931"/>
                <a:gd name="connsiteY4" fmla="*/ 3384461 h 6768931"/>
                <a:gd name="connsiteX5" fmla="*/ 3028210 w 6768931"/>
                <a:gd name="connsiteY5" fmla="*/ 3384461 h 6768931"/>
                <a:gd name="connsiteX6" fmla="*/ 3384470 w 6768931"/>
                <a:gd name="connsiteY6" fmla="*/ 3740721 h 6768931"/>
                <a:gd name="connsiteX7" fmla="*/ 3384470 w 6768931"/>
                <a:gd name="connsiteY7" fmla="*/ 6412671 h 6768931"/>
                <a:gd name="connsiteX8" fmla="*/ 3384470 w 6768931"/>
                <a:gd name="connsiteY8" fmla="*/ 6768931 h 6768931"/>
                <a:gd name="connsiteX9" fmla="*/ 3028210 w 6768931"/>
                <a:gd name="connsiteY9" fmla="*/ 6768931 h 6768931"/>
                <a:gd name="connsiteX10" fmla="*/ 2315690 w 6768931"/>
                <a:gd name="connsiteY10" fmla="*/ 6768931 h 6768931"/>
                <a:gd name="connsiteX11" fmla="*/ 356260 w 6768931"/>
                <a:gd name="connsiteY11" fmla="*/ 6768931 h 6768931"/>
                <a:gd name="connsiteX12" fmla="*/ 0 w 6768931"/>
                <a:gd name="connsiteY12" fmla="*/ 6412671 h 6768931"/>
                <a:gd name="connsiteX13" fmla="*/ 0 w 6768931"/>
                <a:gd name="connsiteY13" fmla="*/ 3740721 h 6768931"/>
                <a:gd name="connsiteX14" fmla="*/ 6412671 w 6768931"/>
                <a:gd name="connsiteY14" fmla="*/ 1781292 h 6768931"/>
                <a:gd name="connsiteX15" fmla="*/ 6768931 w 6768931"/>
                <a:gd name="connsiteY15" fmla="*/ 1781292 h 6768931"/>
                <a:gd name="connsiteX16" fmla="*/ 6768931 w 6768931"/>
                <a:gd name="connsiteY16" fmla="*/ 6412671 h 6768931"/>
                <a:gd name="connsiteX17" fmla="*/ 6768931 w 6768931"/>
                <a:gd name="connsiteY17" fmla="*/ 6768931 h 6768931"/>
                <a:gd name="connsiteX18" fmla="*/ 6412671 w 6768931"/>
                <a:gd name="connsiteY18" fmla="*/ 6768931 h 6768931"/>
                <a:gd name="connsiteX19" fmla="*/ 5700152 w 6768931"/>
                <a:gd name="connsiteY19" fmla="*/ 6768931 h 6768931"/>
                <a:gd name="connsiteX20" fmla="*/ 3740723 w 6768931"/>
                <a:gd name="connsiteY20" fmla="*/ 6768931 h 6768931"/>
                <a:gd name="connsiteX21" fmla="*/ 3740723 w 6768931"/>
                <a:gd name="connsiteY21" fmla="*/ 6412671 h 6768931"/>
                <a:gd name="connsiteX22" fmla="*/ 6412671 w 6768931"/>
                <a:gd name="connsiteY22" fmla="*/ 6412671 h 6768931"/>
                <a:gd name="connsiteX23" fmla="*/ 0 w 6768931"/>
                <a:gd name="connsiteY23" fmla="*/ 681713 h 6768931"/>
                <a:gd name="connsiteX24" fmla="*/ 356262 w 6768931"/>
                <a:gd name="connsiteY24" fmla="*/ 681713 h 6768931"/>
                <a:gd name="connsiteX25" fmla="*/ 356262 w 6768931"/>
                <a:gd name="connsiteY25" fmla="*/ 3028216 h 6768931"/>
                <a:gd name="connsiteX26" fmla="*/ 0 w 6768931"/>
                <a:gd name="connsiteY26" fmla="*/ 3028216 h 6768931"/>
                <a:gd name="connsiteX27" fmla="*/ 681713 w 6768931"/>
                <a:gd name="connsiteY27" fmla="*/ 0 h 6768931"/>
                <a:gd name="connsiteX28" fmla="*/ 4987647 w 6768931"/>
                <a:gd name="connsiteY28" fmla="*/ 0 h 6768931"/>
                <a:gd name="connsiteX29" fmla="*/ 4987647 w 6768931"/>
                <a:gd name="connsiteY29" fmla="*/ 356262 h 6768931"/>
                <a:gd name="connsiteX30" fmla="*/ 681713 w 6768931"/>
                <a:gd name="connsiteY30" fmla="*/ 356262 h 67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768931" h="6768931">
                  <a:moveTo>
                    <a:pt x="356260" y="3740721"/>
                  </a:moveTo>
                  <a:lnTo>
                    <a:pt x="356260" y="6412671"/>
                  </a:lnTo>
                  <a:lnTo>
                    <a:pt x="3028210" y="6412671"/>
                  </a:lnTo>
                  <a:lnTo>
                    <a:pt x="3028210" y="3740721"/>
                  </a:lnTo>
                  <a:close/>
                  <a:moveTo>
                    <a:pt x="0" y="3384461"/>
                  </a:moveTo>
                  <a:lnTo>
                    <a:pt x="3028210" y="3384461"/>
                  </a:lnTo>
                  <a:cubicBezTo>
                    <a:pt x="3224153" y="3384461"/>
                    <a:pt x="3384470" y="3544778"/>
                    <a:pt x="3384470" y="3740721"/>
                  </a:cubicBezTo>
                  <a:lnTo>
                    <a:pt x="3384470" y="6412671"/>
                  </a:lnTo>
                  <a:lnTo>
                    <a:pt x="3384470" y="6768931"/>
                  </a:lnTo>
                  <a:lnTo>
                    <a:pt x="3028210" y="6768931"/>
                  </a:lnTo>
                  <a:lnTo>
                    <a:pt x="2315690" y="6768931"/>
                  </a:lnTo>
                  <a:lnTo>
                    <a:pt x="356260" y="6768931"/>
                  </a:lnTo>
                  <a:cubicBezTo>
                    <a:pt x="160317" y="6768931"/>
                    <a:pt x="0" y="6608614"/>
                    <a:pt x="0" y="6412671"/>
                  </a:cubicBezTo>
                  <a:lnTo>
                    <a:pt x="0" y="3740721"/>
                  </a:lnTo>
                  <a:close/>
                  <a:moveTo>
                    <a:pt x="6412671" y="1781292"/>
                  </a:moveTo>
                  <a:lnTo>
                    <a:pt x="6768931" y="1781292"/>
                  </a:lnTo>
                  <a:lnTo>
                    <a:pt x="6768931" y="6412671"/>
                  </a:lnTo>
                  <a:lnTo>
                    <a:pt x="6768931" y="6768931"/>
                  </a:lnTo>
                  <a:lnTo>
                    <a:pt x="6412671" y="6768931"/>
                  </a:lnTo>
                  <a:lnTo>
                    <a:pt x="5700152" y="6768931"/>
                  </a:lnTo>
                  <a:lnTo>
                    <a:pt x="3740723" y="6768931"/>
                  </a:lnTo>
                  <a:lnTo>
                    <a:pt x="3740723" y="6412671"/>
                  </a:lnTo>
                  <a:lnTo>
                    <a:pt x="6412671" y="6412671"/>
                  </a:lnTo>
                  <a:close/>
                  <a:moveTo>
                    <a:pt x="0" y="681713"/>
                  </a:moveTo>
                  <a:lnTo>
                    <a:pt x="356262" y="681713"/>
                  </a:lnTo>
                  <a:lnTo>
                    <a:pt x="356262" y="3028216"/>
                  </a:lnTo>
                  <a:lnTo>
                    <a:pt x="0" y="3028216"/>
                  </a:lnTo>
                  <a:close/>
                  <a:moveTo>
                    <a:pt x="681713" y="0"/>
                  </a:moveTo>
                  <a:lnTo>
                    <a:pt x="4987647" y="0"/>
                  </a:lnTo>
                  <a:lnTo>
                    <a:pt x="4987647" y="356262"/>
                  </a:lnTo>
                  <a:lnTo>
                    <a:pt x="681713" y="356262"/>
                  </a:lnTo>
                  <a:close/>
                </a:path>
              </a:pathLst>
            </a:custGeom>
            <a:grpFill/>
            <a:ln w="9525" cap="flat">
              <a:noFill/>
              <a:prstDash val="solid"/>
              <a:miter/>
            </a:ln>
          </p:spPr>
          <p:txBody>
            <a:bodyPr wrap="square" rtlCol="0" anchor="ctr">
              <a:noAutofit/>
            </a:bodyPr>
            <a:lstStyle/>
            <a:p>
              <a:endParaRPr lang="en-US" dirty="0"/>
            </a:p>
          </p:txBody>
        </p:sp>
        <p:sp>
          <p:nvSpPr>
            <p:cNvPr id="2573" name="Freeform: Shape 2572">
              <a:extLst>
                <a:ext uri="{FF2B5EF4-FFF2-40B4-BE49-F238E27FC236}">
                  <a16:creationId xmlns:a16="http://schemas.microsoft.com/office/drawing/2014/main" id="{EA94486A-76D6-CC18-EE13-632D8ABB3FB7}"/>
                </a:ext>
                <a:ext uri="{C183D7F6-B498-43B3-948B-1728B52AA6E4}">
                  <adec:decorative xmlns:adec="http://schemas.microsoft.com/office/drawing/2017/decorative" val="1"/>
                </a:ext>
              </a:extLst>
            </p:cNvPr>
            <p:cNvSpPr/>
            <p:nvPr/>
          </p:nvSpPr>
          <p:spPr>
            <a:xfrm>
              <a:off x="9361453" y="5049527"/>
              <a:ext cx="456606" cy="404393"/>
            </a:xfrm>
            <a:custGeom>
              <a:avLst/>
              <a:gdLst>
                <a:gd name="connsiteX0" fmla="*/ 1781310 w 6849091"/>
                <a:gd name="connsiteY0" fmla="*/ 4803916 h 6065902"/>
                <a:gd name="connsiteX1" fmla="*/ 1687696 w 6849091"/>
                <a:gd name="connsiteY1" fmla="*/ 4816522 h 6065902"/>
                <a:gd name="connsiteX2" fmla="*/ 1468052 w 6849091"/>
                <a:gd name="connsiteY2" fmla="*/ 4985738 h 6065902"/>
                <a:gd name="connsiteX3" fmla="*/ 1430251 w 6849091"/>
                <a:gd name="connsiteY3" fmla="*/ 5261175 h 6065902"/>
                <a:gd name="connsiteX4" fmla="*/ 1599468 w 6849091"/>
                <a:gd name="connsiteY4" fmla="*/ 5480818 h 6065902"/>
                <a:gd name="connsiteX5" fmla="*/ 1874925 w 6849091"/>
                <a:gd name="connsiteY5" fmla="*/ 5516824 h 6065902"/>
                <a:gd name="connsiteX6" fmla="*/ 2094549 w 6849091"/>
                <a:gd name="connsiteY6" fmla="*/ 5347589 h 6065902"/>
                <a:gd name="connsiteX7" fmla="*/ 1961338 w 6849091"/>
                <a:gd name="connsiteY7" fmla="*/ 4852528 h 6065902"/>
                <a:gd name="connsiteX8" fmla="*/ 1781310 w 6849091"/>
                <a:gd name="connsiteY8" fmla="*/ 4803916 h 6065902"/>
                <a:gd name="connsiteX9" fmla="*/ 1601282 w 6849091"/>
                <a:gd name="connsiteY9" fmla="*/ 4265629 h 6065902"/>
                <a:gd name="connsiteX10" fmla="*/ 1961338 w 6849091"/>
                <a:gd name="connsiteY10" fmla="*/ 4265629 h 6065902"/>
                <a:gd name="connsiteX11" fmla="*/ 1961338 w 6849091"/>
                <a:gd name="connsiteY11" fmla="*/ 4472665 h 6065902"/>
                <a:gd name="connsiteX12" fmla="*/ 2141366 w 6849091"/>
                <a:gd name="connsiteY12" fmla="*/ 4542881 h 6065902"/>
                <a:gd name="connsiteX13" fmla="*/ 2292590 w 6849091"/>
                <a:gd name="connsiteY13" fmla="*/ 4661689 h 6065902"/>
                <a:gd name="connsiteX14" fmla="*/ 2470822 w 6849091"/>
                <a:gd name="connsiteY14" fmla="*/ 4559078 h 6065902"/>
                <a:gd name="connsiteX15" fmla="*/ 2650850 w 6849091"/>
                <a:gd name="connsiteY15" fmla="*/ 4870521 h 6065902"/>
                <a:gd name="connsiteX16" fmla="*/ 2474413 w 6849091"/>
                <a:gd name="connsiteY16" fmla="*/ 4973132 h 6065902"/>
                <a:gd name="connsiteX17" fmla="*/ 2472618 w 6849091"/>
                <a:gd name="connsiteY17" fmla="*/ 5356604 h 6065902"/>
                <a:gd name="connsiteX18" fmla="*/ 2650850 w 6849091"/>
                <a:gd name="connsiteY18" fmla="*/ 5459215 h 6065902"/>
                <a:gd name="connsiteX19" fmla="*/ 2470822 w 6849091"/>
                <a:gd name="connsiteY19" fmla="*/ 5770657 h 6065902"/>
                <a:gd name="connsiteX20" fmla="*/ 2294385 w 6849091"/>
                <a:gd name="connsiteY20" fmla="*/ 5669842 h 6065902"/>
                <a:gd name="connsiteX21" fmla="*/ 1961338 w 6849091"/>
                <a:gd name="connsiteY21" fmla="*/ 5862476 h 6065902"/>
                <a:gd name="connsiteX22" fmla="*/ 1961338 w 6849091"/>
                <a:gd name="connsiteY22" fmla="*/ 6065902 h 6065902"/>
                <a:gd name="connsiteX23" fmla="*/ 1601282 w 6849091"/>
                <a:gd name="connsiteY23" fmla="*/ 6065902 h 6065902"/>
                <a:gd name="connsiteX24" fmla="*/ 1601282 w 6849091"/>
                <a:gd name="connsiteY24" fmla="*/ 5862476 h 6065902"/>
                <a:gd name="connsiteX25" fmla="*/ 1421254 w 6849091"/>
                <a:gd name="connsiteY25" fmla="*/ 5788670 h 6065902"/>
                <a:gd name="connsiteX26" fmla="*/ 1270031 w 6849091"/>
                <a:gd name="connsiteY26" fmla="*/ 5668047 h 6065902"/>
                <a:gd name="connsiteX27" fmla="*/ 1091798 w 6849091"/>
                <a:gd name="connsiteY27" fmla="*/ 5770657 h 6065902"/>
                <a:gd name="connsiteX28" fmla="*/ 911770 w 6849091"/>
                <a:gd name="connsiteY28" fmla="*/ 5459215 h 6065902"/>
                <a:gd name="connsiteX29" fmla="*/ 1088188 w 6849091"/>
                <a:gd name="connsiteY29" fmla="*/ 5356604 h 6065902"/>
                <a:gd name="connsiteX30" fmla="*/ 1086393 w 6849091"/>
                <a:gd name="connsiteY30" fmla="*/ 5351199 h 6065902"/>
                <a:gd name="connsiteX31" fmla="*/ 1090003 w 6849091"/>
                <a:gd name="connsiteY31" fmla="*/ 4973132 h 6065902"/>
                <a:gd name="connsiteX32" fmla="*/ 911770 w 6849091"/>
                <a:gd name="connsiteY32" fmla="*/ 4870521 h 6065902"/>
                <a:gd name="connsiteX33" fmla="*/ 1091798 w 6849091"/>
                <a:gd name="connsiteY33" fmla="*/ 4559078 h 6065902"/>
                <a:gd name="connsiteX34" fmla="*/ 1270031 w 6849091"/>
                <a:gd name="connsiteY34" fmla="*/ 4663485 h 6065902"/>
                <a:gd name="connsiteX35" fmla="*/ 1601282 w 6849091"/>
                <a:gd name="connsiteY35" fmla="*/ 4470870 h 6065902"/>
                <a:gd name="connsiteX36" fmla="*/ 5419597 w 6849091"/>
                <a:gd name="connsiteY36" fmla="*/ 89069 h 6065902"/>
                <a:gd name="connsiteX37" fmla="*/ 6849091 w 6849091"/>
                <a:gd name="connsiteY37" fmla="*/ 93525 h 6065902"/>
                <a:gd name="connsiteX38" fmla="*/ 6849091 w 6849091"/>
                <a:gd name="connsiteY38" fmla="*/ 1514109 h 6065902"/>
                <a:gd name="connsiteX39" fmla="*/ 6488380 w 6849091"/>
                <a:gd name="connsiteY39" fmla="*/ 1514109 h 6065902"/>
                <a:gd name="connsiteX40" fmla="*/ 6488380 w 6849091"/>
                <a:gd name="connsiteY40" fmla="*/ 699167 h 6065902"/>
                <a:gd name="connsiteX41" fmla="*/ 3709555 w 6849091"/>
                <a:gd name="connsiteY41" fmla="*/ 3473538 h 6065902"/>
                <a:gd name="connsiteX42" fmla="*/ 3473530 w 6849091"/>
                <a:gd name="connsiteY42" fmla="*/ 3206343 h 6065902"/>
                <a:gd name="connsiteX43" fmla="*/ 6238999 w 6849091"/>
                <a:gd name="connsiteY43" fmla="*/ 445329 h 6065902"/>
                <a:gd name="connsiteX44" fmla="*/ 5419597 w 6849091"/>
                <a:gd name="connsiteY44" fmla="*/ 445329 h 6065902"/>
                <a:gd name="connsiteX45" fmla="*/ 0 w 6849091"/>
                <a:gd name="connsiteY45" fmla="*/ 0 h 6065902"/>
                <a:gd name="connsiteX46" fmla="*/ 534392 w 6849091"/>
                <a:gd name="connsiteY46" fmla="*/ 0 h 6065902"/>
                <a:gd name="connsiteX47" fmla="*/ 534392 w 6849091"/>
                <a:gd name="connsiteY47" fmla="*/ 534392 h 6065902"/>
                <a:gd name="connsiteX48" fmla="*/ 0 w 6849091"/>
                <a:gd name="connsiteY48" fmla="*/ 534392 h 606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849091" h="6065902">
                  <a:moveTo>
                    <a:pt x="1781310" y="4803916"/>
                  </a:moveTo>
                  <a:cubicBezTo>
                    <a:pt x="1750710" y="4803916"/>
                    <a:pt x="1718296" y="4807507"/>
                    <a:pt x="1687696" y="4816522"/>
                  </a:cubicBezTo>
                  <a:cubicBezTo>
                    <a:pt x="1594081" y="4841717"/>
                    <a:pt x="1516664" y="4901121"/>
                    <a:pt x="1468052" y="4985738"/>
                  </a:cubicBezTo>
                  <a:cubicBezTo>
                    <a:pt x="1419440" y="5068560"/>
                    <a:pt x="1406852" y="5165766"/>
                    <a:pt x="1430251" y="5261175"/>
                  </a:cubicBezTo>
                  <a:cubicBezTo>
                    <a:pt x="1455445" y="5354790"/>
                    <a:pt x="1514869" y="5432206"/>
                    <a:pt x="1599468" y="5480818"/>
                  </a:cubicBezTo>
                  <a:cubicBezTo>
                    <a:pt x="1684086" y="5529430"/>
                    <a:pt x="1781310" y="5542018"/>
                    <a:pt x="1874925" y="5516824"/>
                  </a:cubicBezTo>
                  <a:cubicBezTo>
                    <a:pt x="1968539" y="5491610"/>
                    <a:pt x="2045956" y="5432206"/>
                    <a:pt x="2094549" y="5347589"/>
                  </a:cubicBezTo>
                  <a:cubicBezTo>
                    <a:pt x="2195365" y="5174762"/>
                    <a:pt x="2135961" y="4953324"/>
                    <a:pt x="1961338" y="4852528"/>
                  </a:cubicBezTo>
                  <a:cubicBezTo>
                    <a:pt x="1905525" y="4820113"/>
                    <a:pt x="1844325" y="4803916"/>
                    <a:pt x="1781310" y="4803916"/>
                  </a:cubicBezTo>
                  <a:close/>
                  <a:moveTo>
                    <a:pt x="1601282" y="4265629"/>
                  </a:moveTo>
                  <a:lnTo>
                    <a:pt x="1961338" y="4265629"/>
                  </a:lnTo>
                  <a:lnTo>
                    <a:pt x="1961338" y="4472665"/>
                  </a:lnTo>
                  <a:cubicBezTo>
                    <a:pt x="2022538" y="4488863"/>
                    <a:pt x="2083757" y="4510466"/>
                    <a:pt x="2141366" y="4542881"/>
                  </a:cubicBezTo>
                  <a:cubicBezTo>
                    <a:pt x="2198975" y="4575276"/>
                    <a:pt x="2247587" y="4618483"/>
                    <a:pt x="2292590" y="4661689"/>
                  </a:cubicBezTo>
                  <a:lnTo>
                    <a:pt x="2470822" y="4559078"/>
                  </a:lnTo>
                  <a:lnTo>
                    <a:pt x="2650850" y="4870521"/>
                  </a:lnTo>
                  <a:lnTo>
                    <a:pt x="2474413" y="4973132"/>
                  </a:lnTo>
                  <a:cubicBezTo>
                    <a:pt x="2508623" y="5097365"/>
                    <a:pt x="2508623" y="5230576"/>
                    <a:pt x="2472618" y="5356604"/>
                  </a:cubicBezTo>
                  <a:lnTo>
                    <a:pt x="2650850" y="5459215"/>
                  </a:lnTo>
                  <a:lnTo>
                    <a:pt x="2470822" y="5770657"/>
                  </a:lnTo>
                  <a:lnTo>
                    <a:pt x="2294385" y="5669842"/>
                  </a:lnTo>
                  <a:cubicBezTo>
                    <a:pt x="2202566" y="5765252"/>
                    <a:pt x="2085553" y="5830062"/>
                    <a:pt x="1961338" y="5862476"/>
                  </a:cubicBezTo>
                  <a:lnTo>
                    <a:pt x="1961338" y="6065902"/>
                  </a:lnTo>
                  <a:lnTo>
                    <a:pt x="1601282" y="6065902"/>
                  </a:lnTo>
                  <a:lnTo>
                    <a:pt x="1601282" y="5862476"/>
                  </a:lnTo>
                  <a:cubicBezTo>
                    <a:pt x="1540063" y="5846278"/>
                    <a:pt x="1478863" y="5822861"/>
                    <a:pt x="1421254" y="5788670"/>
                  </a:cubicBezTo>
                  <a:cubicBezTo>
                    <a:pt x="1363645" y="5756255"/>
                    <a:pt x="1315033" y="5713049"/>
                    <a:pt x="1270031" y="5668047"/>
                  </a:cubicBezTo>
                  <a:lnTo>
                    <a:pt x="1091798" y="5770657"/>
                  </a:lnTo>
                  <a:lnTo>
                    <a:pt x="911770" y="5459215"/>
                  </a:lnTo>
                  <a:lnTo>
                    <a:pt x="1088188" y="5356604"/>
                  </a:lnTo>
                  <a:cubicBezTo>
                    <a:pt x="1088188" y="5354790"/>
                    <a:pt x="1086393" y="5352994"/>
                    <a:pt x="1086393" y="5351199"/>
                  </a:cubicBezTo>
                  <a:cubicBezTo>
                    <a:pt x="1052183" y="5225170"/>
                    <a:pt x="1055793" y="5095550"/>
                    <a:pt x="1090003" y="4973132"/>
                  </a:cubicBezTo>
                  <a:lnTo>
                    <a:pt x="911770" y="4870521"/>
                  </a:lnTo>
                  <a:lnTo>
                    <a:pt x="1091798" y="4559078"/>
                  </a:lnTo>
                  <a:lnTo>
                    <a:pt x="1270031" y="4663485"/>
                  </a:lnTo>
                  <a:cubicBezTo>
                    <a:pt x="1363645" y="4569871"/>
                    <a:pt x="1477068" y="4503265"/>
                    <a:pt x="1601282" y="4470870"/>
                  </a:cubicBezTo>
                  <a:close/>
                  <a:moveTo>
                    <a:pt x="5419597" y="89069"/>
                  </a:moveTo>
                  <a:lnTo>
                    <a:pt x="6849091" y="93525"/>
                  </a:lnTo>
                  <a:lnTo>
                    <a:pt x="6849091" y="1514109"/>
                  </a:lnTo>
                  <a:lnTo>
                    <a:pt x="6488380" y="1514109"/>
                  </a:lnTo>
                  <a:lnTo>
                    <a:pt x="6488380" y="699167"/>
                  </a:lnTo>
                  <a:lnTo>
                    <a:pt x="3709555" y="3473538"/>
                  </a:lnTo>
                  <a:lnTo>
                    <a:pt x="3473530" y="3206343"/>
                  </a:lnTo>
                  <a:lnTo>
                    <a:pt x="6238999" y="445329"/>
                  </a:lnTo>
                  <a:lnTo>
                    <a:pt x="5419597" y="445329"/>
                  </a:lnTo>
                  <a:close/>
                  <a:moveTo>
                    <a:pt x="0" y="0"/>
                  </a:moveTo>
                  <a:lnTo>
                    <a:pt x="534392" y="0"/>
                  </a:lnTo>
                  <a:lnTo>
                    <a:pt x="534392" y="534392"/>
                  </a:lnTo>
                  <a:lnTo>
                    <a:pt x="0" y="534392"/>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2754" name="Group 2753">
            <a:extLst>
              <a:ext uri="{FF2B5EF4-FFF2-40B4-BE49-F238E27FC236}">
                <a16:creationId xmlns:a16="http://schemas.microsoft.com/office/drawing/2014/main" id="{488A71A2-767D-C137-F3CB-D19B090E6276}"/>
              </a:ext>
              <a:ext uri="{C183D7F6-B498-43B3-948B-1728B52AA6E4}">
                <adec:decorative xmlns:adec="http://schemas.microsoft.com/office/drawing/2017/decorative" val="1"/>
              </a:ext>
            </a:extLst>
          </p:cNvPr>
          <p:cNvGrpSpPr>
            <a:grpSpLocks noChangeAspect="1"/>
          </p:cNvGrpSpPr>
          <p:nvPr/>
        </p:nvGrpSpPr>
        <p:grpSpPr>
          <a:xfrm>
            <a:off x="9943718" y="5049527"/>
            <a:ext cx="454237" cy="457200"/>
            <a:chOff x="9943718" y="5049527"/>
            <a:chExt cx="454237" cy="457200"/>
          </a:xfrm>
          <a:solidFill>
            <a:schemeClr val="accent2"/>
          </a:solidFill>
        </p:grpSpPr>
        <p:sp>
          <p:nvSpPr>
            <p:cNvPr id="2594" name="Freeform 63">
              <a:extLst>
                <a:ext uri="{FF2B5EF4-FFF2-40B4-BE49-F238E27FC236}">
                  <a16:creationId xmlns:a16="http://schemas.microsoft.com/office/drawing/2014/main" id="{8A5B526B-1105-472C-EE23-ECDE172B6F68}"/>
                </a:ext>
                <a:ext uri="{C183D7F6-B498-43B3-948B-1728B52AA6E4}">
                  <adec:decorative xmlns:adec="http://schemas.microsoft.com/office/drawing/2017/decorative" val="1"/>
                </a:ext>
              </a:extLst>
            </p:cNvPr>
            <p:cNvSpPr>
              <a:spLocks/>
            </p:cNvSpPr>
            <p:nvPr/>
          </p:nvSpPr>
          <p:spPr bwMode="auto">
            <a:xfrm>
              <a:off x="9949751" y="5056089"/>
              <a:ext cx="448204" cy="450638"/>
            </a:xfrm>
            <a:custGeom>
              <a:avLst/>
              <a:gdLst>
                <a:gd name="T0" fmla="*/ 2953 w 8469"/>
                <a:gd name="T1" fmla="*/ 0 h 8516"/>
                <a:gd name="T2" fmla="*/ 8022 w 8469"/>
                <a:gd name="T3" fmla="*/ 0 h 8516"/>
                <a:gd name="T4" fmla="*/ 8022 w 8469"/>
                <a:gd name="T5" fmla="*/ 7 h 8516"/>
                <a:gd name="T6" fmla="*/ 8061 w 8469"/>
                <a:gd name="T7" fmla="*/ 12 h 8516"/>
                <a:gd name="T8" fmla="*/ 8061 w 8469"/>
                <a:gd name="T9" fmla="*/ 12 h 8516"/>
                <a:gd name="T10" fmla="*/ 8092 w 8469"/>
                <a:gd name="T11" fmla="*/ 21 h 8516"/>
                <a:gd name="T12" fmla="*/ 8123 w 8469"/>
                <a:gd name="T13" fmla="*/ 31 h 8516"/>
                <a:gd name="T14" fmla="*/ 8155 w 8469"/>
                <a:gd name="T15" fmla="*/ 43 h 8516"/>
                <a:gd name="T16" fmla="*/ 8183 w 8469"/>
                <a:gd name="T17" fmla="*/ 58 h 8516"/>
                <a:gd name="T18" fmla="*/ 8213 w 8469"/>
                <a:gd name="T19" fmla="*/ 74 h 8516"/>
                <a:gd name="T20" fmla="*/ 8239 w 8469"/>
                <a:gd name="T21" fmla="*/ 92 h 8516"/>
                <a:gd name="T22" fmla="*/ 8266 w 8469"/>
                <a:gd name="T23" fmla="*/ 111 h 8516"/>
                <a:gd name="T24" fmla="*/ 8290 w 8469"/>
                <a:gd name="T25" fmla="*/ 134 h 8516"/>
                <a:gd name="T26" fmla="*/ 8314 w 8469"/>
                <a:gd name="T27" fmla="*/ 156 h 8516"/>
                <a:gd name="T28" fmla="*/ 8336 w 8469"/>
                <a:gd name="T29" fmla="*/ 180 h 8516"/>
                <a:gd name="T30" fmla="*/ 8357 w 8469"/>
                <a:gd name="T31" fmla="*/ 207 h 8516"/>
                <a:gd name="T32" fmla="*/ 8377 w 8469"/>
                <a:gd name="T33" fmla="*/ 234 h 8516"/>
                <a:gd name="T34" fmla="*/ 8394 w 8469"/>
                <a:gd name="T35" fmla="*/ 262 h 8516"/>
                <a:gd name="T36" fmla="*/ 8411 w 8469"/>
                <a:gd name="T37" fmla="*/ 290 h 8516"/>
                <a:gd name="T38" fmla="*/ 8426 w 8469"/>
                <a:gd name="T39" fmla="*/ 322 h 8516"/>
                <a:gd name="T40" fmla="*/ 8438 w 8469"/>
                <a:gd name="T41" fmla="*/ 353 h 8516"/>
                <a:gd name="T42" fmla="*/ 8441 w 8469"/>
                <a:gd name="T43" fmla="*/ 362 h 8516"/>
                <a:gd name="T44" fmla="*/ 8462 w 8469"/>
                <a:gd name="T45" fmla="*/ 362 h 8516"/>
                <a:gd name="T46" fmla="*/ 8462 w 8469"/>
                <a:gd name="T47" fmla="*/ 453 h 8516"/>
                <a:gd name="T48" fmla="*/ 8469 w 8469"/>
                <a:gd name="T49" fmla="*/ 530 h 8516"/>
                <a:gd name="T50" fmla="*/ 8469 w 8469"/>
                <a:gd name="T51" fmla="*/ 8516 h 8516"/>
                <a:gd name="T52" fmla="*/ 8220 w 8469"/>
                <a:gd name="T53" fmla="*/ 8516 h 8516"/>
                <a:gd name="T54" fmla="*/ 8220 w 8469"/>
                <a:gd name="T55" fmla="*/ 8510 h 8516"/>
                <a:gd name="T56" fmla="*/ 500 w 8469"/>
                <a:gd name="T57" fmla="*/ 8510 h 8516"/>
                <a:gd name="T58" fmla="*/ 152 w 8469"/>
                <a:gd name="T59" fmla="*/ 8365 h 8516"/>
                <a:gd name="T60" fmla="*/ 152 w 8469"/>
                <a:gd name="T61" fmla="*/ 8365 h 8516"/>
                <a:gd name="T62" fmla="*/ 126 w 8469"/>
                <a:gd name="T63" fmla="*/ 8339 h 8516"/>
                <a:gd name="T64" fmla="*/ 103 w 8469"/>
                <a:gd name="T65" fmla="*/ 8310 h 8516"/>
                <a:gd name="T66" fmla="*/ 82 w 8469"/>
                <a:gd name="T67" fmla="*/ 8279 h 8516"/>
                <a:gd name="T68" fmla="*/ 62 w 8469"/>
                <a:gd name="T69" fmla="*/ 8248 h 8516"/>
                <a:gd name="T70" fmla="*/ 46 w 8469"/>
                <a:gd name="T71" fmla="*/ 8213 h 8516"/>
                <a:gd name="T72" fmla="*/ 31 w 8469"/>
                <a:gd name="T73" fmla="*/ 8179 h 8516"/>
                <a:gd name="T74" fmla="*/ 21 w 8469"/>
                <a:gd name="T75" fmla="*/ 8143 h 8516"/>
                <a:gd name="T76" fmla="*/ 10 w 8469"/>
                <a:gd name="T77" fmla="*/ 8106 h 8516"/>
                <a:gd name="T78" fmla="*/ 10 w 8469"/>
                <a:gd name="T79" fmla="*/ 8105 h 8516"/>
                <a:gd name="T80" fmla="*/ 0 w 8469"/>
                <a:gd name="T81" fmla="*/ 8105 h 8516"/>
                <a:gd name="T82" fmla="*/ 0 w 8469"/>
                <a:gd name="T83" fmla="*/ 8002 h 8516"/>
                <a:gd name="T84" fmla="*/ 0 w 8469"/>
                <a:gd name="T85" fmla="*/ 8002 h 8516"/>
                <a:gd name="T86" fmla="*/ 0 w 8469"/>
                <a:gd name="T87" fmla="*/ 6729 h 8516"/>
                <a:gd name="T88" fmla="*/ 0 w 8469"/>
                <a:gd name="T89" fmla="*/ 962 h 8516"/>
                <a:gd name="T90" fmla="*/ 490 w 8469"/>
                <a:gd name="T91" fmla="*/ 962 h 8516"/>
                <a:gd name="T92" fmla="*/ 490 w 8469"/>
                <a:gd name="T93" fmla="*/ 3514 h 8516"/>
                <a:gd name="T94" fmla="*/ 490 w 8469"/>
                <a:gd name="T95" fmla="*/ 3514 h 8516"/>
                <a:gd name="T96" fmla="*/ 490 w 8469"/>
                <a:gd name="T97" fmla="*/ 7985 h 8516"/>
                <a:gd name="T98" fmla="*/ 7971 w 8469"/>
                <a:gd name="T99" fmla="*/ 7985 h 8516"/>
                <a:gd name="T100" fmla="*/ 7971 w 8469"/>
                <a:gd name="T101" fmla="*/ 494 h 8516"/>
                <a:gd name="T102" fmla="*/ 6596 w 8469"/>
                <a:gd name="T103" fmla="*/ 494 h 8516"/>
                <a:gd name="T104" fmla="*/ 6596 w 8469"/>
                <a:gd name="T105" fmla="*/ 494 h 8516"/>
                <a:gd name="T106" fmla="*/ 1015 w 8469"/>
                <a:gd name="T107" fmla="*/ 494 h 8516"/>
                <a:gd name="T108" fmla="*/ 1015 w 8469"/>
                <a:gd name="T109" fmla="*/ 0 h 8516"/>
                <a:gd name="T110" fmla="*/ 2953 w 8469"/>
                <a:gd name="T111" fmla="*/ 0 h 8516"/>
                <a:gd name="T112" fmla="*/ 2953 w 8469"/>
                <a:gd name="T113" fmla="*/ 0 h 8516"/>
                <a:gd name="T114" fmla="*/ 2953 w 8469"/>
                <a:gd name="T115" fmla="*/ 0 h 8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69" h="8516">
                  <a:moveTo>
                    <a:pt x="2953" y="0"/>
                  </a:moveTo>
                  <a:lnTo>
                    <a:pt x="8022" y="0"/>
                  </a:lnTo>
                  <a:lnTo>
                    <a:pt x="8022" y="7"/>
                  </a:lnTo>
                  <a:lnTo>
                    <a:pt x="8061" y="12"/>
                  </a:lnTo>
                  <a:lnTo>
                    <a:pt x="8061" y="12"/>
                  </a:lnTo>
                  <a:lnTo>
                    <a:pt x="8092" y="21"/>
                  </a:lnTo>
                  <a:lnTo>
                    <a:pt x="8123" y="31"/>
                  </a:lnTo>
                  <a:lnTo>
                    <a:pt x="8155" y="43"/>
                  </a:lnTo>
                  <a:lnTo>
                    <a:pt x="8183" y="58"/>
                  </a:lnTo>
                  <a:lnTo>
                    <a:pt x="8213" y="74"/>
                  </a:lnTo>
                  <a:lnTo>
                    <a:pt x="8239" y="92"/>
                  </a:lnTo>
                  <a:lnTo>
                    <a:pt x="8266" y="111"/>
                  </a:lnTo>
                  <a:lnTo>
                    <a:pt x="8290" y="134"/>
                  </a:lnTo>
                  <a:lnTo>
                    <a:pt x="8314" y="156"/>
                  </a:lnTo>
                  <a:lnTo>
                    <a:pt x="8336" y="180"/>
                  </a:lnTo>
                  <a:lnTo>
                    <a:pt x="8357" y="207"/>
                  </a:lnTo>
                  <a:lnTo>
                    <a:pt x="8377" y="234"/>
                  </a:lnTo>
                  <a:lnTo>
                    <a:pt x="8394" y="262"/>
                  </a:lnTo>
                  <a:lnTo>
                    <a:pt x="8411" y="290"/>
                  </a:lnTo>
                  <a:lnTo>
                    <a:pt x="8426" y="322"/>
                  </a:lnTo>
                  <a:lnTo>
                    <a:pt x="8438" y="353"/>
                  </a:lnTo>
                  <a:lnTo>
                    <a:pt x="8441" y="362"/>
                  </a:lnTo>
                  <a:lnTo>
                    <a:pt x="8462" y="362"/>
                  </a:lnTo>
                  <a:lnTo>
                    <a:pt x="8462" y="453"/>
                  </a:lnTo>
                  <a:lnTo>
                    <a:pt x="8469" y="530"/>
                  </a:lnTo>
                  <a:lnTo>
                    <a:pt x="8469" y="8516"/>
                  </a:lnTo>
                  <a:lnTo>
                    <a:pt x="8220" y="8516"/>
                  </a:lnTo>
                  <a:lnTo>
                    <a:pt x="8220" y="8510"/>
                  </a:lnTo>
                  <a:lnTo>
                    <a:pt x="500" y="8510"/>
                  </a:lnTo>
                  <a:lnTo>
                    <a:pt x="152" y="8365"/>
                  </a:lnTo>
                  <a:lnTo>
                    <a:pt x="152" y="8365"/>
                  </a:lnTo>
                  <a:lnTo>
                    <a:pt x="126" y="8339"/>
                  </a:lnTo>
                  <a:lnTo>
                    <a:pt x="103" y="8310"/>
                  </a:lnTo>
                  <a:lnTo>
                    <a:pt x="82" y="8279"/>
                  </a:lnTo>
                  <a:lnTo>
                    <a:pt x="62" y="8248"/>
                  </a:lnTo>
                  <a:lnTo>
                    <a:pt x="46" y="8213"/>
                  </a:lnTo>
                  <a:lnTo>
                    <a:pt x="31" y="8179"/>
                  </a:lnTo>
                  <a:lnTo>
                    <a:pt x="21" y="8143"/>
                  </a:lnTo>
                  <a:lnTo>
                    <a:pt x="10" y="8106"/>
                  </a:lnTo>
                  <a:lnTo>
                    <a:pt x="10" y="8105"/>
                  </a:lnTo>
                  <a:lnTo>
                    <a:pt x="0" y="8105"/>
                  </a:lnTo>
                  <a:lnTo>
                    <a:pt x="0" y="8002"/>
                  </a:lnTo>
                  <a:lnTo>
                    <a:pt x="0" y="8002"/>
                  </a:lnTo>
                  <a:lnTo>
                    <a:pt x="0" y="6729"/>
                  </a:lnTo>
                  <a:lnTo>
                    <a:pt x="0" y="962"/>
                  </a:lnTo>
                  <a:lnTo>
                    <a:pt x="490" y="962"/>
                  </a:lnTo>
                  <a:lnTo>
                    <a:pt x="490" y="3514"/>
                  </a:lnTo>
                  <a:lnTo>
                    <a:pt x="490" y="3514"/>
                  </a:lnTo>
                  <a:lnTo>
                    <a:pt x="490" y="7985"/>
                  </a:lnTo>
                  <a:lnTo>
                    <a:pt x="7971" y="7985"/>
                  </a:lnTo>
                  <a:lnTo>
                    <a:pt x="7971" y="494"/>
                  </a:lnTo>
                  <a:lnTo>
                    <a:pt x="6596" y="494"/>
                  </a:lnTo>
                  <a:lnTo>
                    <a:pt x="6596" y="494"/>
                  </a:lnTo>
                  <a:lnTo>
                    <a:pt x="1015" y="494"/>
                  </a:lnTo>
                  <a:lnTo>
                    <a:pt x="1015" y="0"/>
                  </a:lnTo>
                  <a:lnTo>
                    <a:pt x="2953" y="0"/>
                  </a:lnTo>
                  <a:lnTo>
                    <a:pt x="2953" y="0"/>
                  </a:lnTo>
                  <a:lnTo>
                    <a:pt x="29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64">
              <a:extLst>
                <a:ext uri="{FF2B5EF4-FFF2-40B4-BE49-F238E27FC236}">
                  <a16:creationId xmlns:a16="http://schemas.microsoft.com/office/drawing/2014/main" id="{720106D6-2C4E-47E5-1A82-3A007D798F63}"/>
                </a:ext>
                <a:ext uri="{C183D7F6-B498-43B3-948B-1728B52AA6E4}">
                  <adec:decorative xmlns:adec="http://schemas.microsoft.com/office/drawing/2017/decorative" val="1"/>
                </a:ext>
              </a:extLst>
            </p:cNvPr>
            <p:cNvSpPr>
              <a:spLocks noEditPoints="1"/>
            </p:cNvSpPr>
            <p:nvPr/>
          </p:nvSpPr>
          <p:spPr bwMode="auto">
            <a:xfrm>
              <a:off x="9943718" y="5049527"/>
              <a:ext cx="426297" cy="430318"/>
            </a:xfrm>
            <a:custGeom>
              <a:avLst/>
              <a:gdLst>
                <a:gd name="T0" fmla="*/ 6463 w 8056"/>
                <a:gd name="T1" fmla="*/ 4895 h 8132"/>
                <a:gd name="T2" fmla="*/ 6511 w 8056"/>
                <a:gd name="T3" fmla="*/ 4487 h 8132"/>
                <a:gd name="T4" fmla="*/ 6480 w 8056"/>
                <a:gd name="T5" fmla="*/ 4053 h 8132"/>
                <a:gd name="T6" fmla="*/ 6341 w 8056"/>
                <a:gd name="T7" fmla="*/ 3587 h 8132"/>
                <a:gd name="T8" fmla="*/ 6107 w 8056"/>
                <a:gd name="T9" fmla="*/ 3171 h 8132"/>
                <a:gd name="T10" fmla="*/ 5787 w 8056"/>
                <a:gd name="T11" fmla="*/ 2816 h 8132"/>
                <a:gd name="T12" fmla="*/ 6763 w 8056"/>
                <a:gd name="T13" fmla="*/ 1793 h 8132"/>
                <a:gd name="T14" fmla="*/ 4486 w 8056"/>
                <a:gd name="T15" fmla="*/ 2253 h 8132"/>
                <a:gd name="T16" fmla="*/ 4031 w 8056"/>
                <a:gd name="T17" fmla="*/ 2261 h 8132"/>
                <a:gd name="T18" fmla="*/ 3547 w 8056"/>
                <a:gd name="T19" fmla="*/ 2371 h 8132"/>
                <a:gd name="T20" fmla="*/ 3109 w 8056"/>
                <a:gd name="T21" fmla="*/ 2581 h 8132"/>
                <a:gd name="T22" fmla="*/ 2730 w 8056"/>
                <a:gd name="T23" fmla="*/ 2879 h 8132"/>
                <a:gd name="T24" fmla="*/ 2347 w 8056"/>
                <a:gd name="T25" fmla="*/ 720 h 8132"/>
                <a:gd name="T26" fmla="*/ 2091 w 8056"/>
                <a:gd name="T27" fmla="*/ 4128 h 8132"/>
                <a:gd name="T28" fmla="*/ 2076 w 8056"/>
                <a:gd name="T29" fmla="*/ 4555 h 8132"/>
                <a:gd name="T30" fmla="*/ 2165 w 8056"/>
                <a:gd name="T31" fmla="*/ 5055 h 8132"/>
                <a:gd name="T32" fmla="*/ 2362 w 8056"/>
                <a:gd name="T33" fmla="*/ 5508 h 8132"/>
                <a:gd name="T34" fmla="*/ 2656 w 8056"/>
                <a:gd name="T35" fmla="*/ 5901 h 8132"/>
                <a:gd name="T36" fmla="*/ 1821 w 8056"/>
                <a:gd name="T37" fmla="*/ 5642 h 8132"/>
                <a:gd name="T38" fmla="*/ 3984 w 8056"/>
                <a:gd name="T39" fmla="*/ 6590 h 8132"/>
                <a:gd name="T40" fmla="*/ 4353 w 8056"/>
                <a:gd name="T41" fmla="*/ 6612 h 8132"/>
                <a:gd name="T42" fmla="*/ 4860 w 8056"/>
                <a:gd name="T43" fmla="*/ 6540 h 8132"/>
                <a:gd name="T44" fmla="*/ 5320 w 8056"/>
                <a:gd name="T45" fmla="*/ 6365 h 8132"/>
                <a:gd name="T46" fmla="*/ 5723 w 8056"/>
                <a:gd name="T47" fmla="*/ 6098 h 8132"/>
                <a:gd name="T48" fmla="*/ 6018 w 8056"/>
                <a:gd name="T49" fmla="*/ 7376 h 8132"/>
                <a:gd name="T50" fmla="*/ 4583 w 8056"/>
                <a:gd name="T51" fmla="*/ 2760 h 8132"/>
                <a:gd name="T52" fmla="*/ 4899 w 8056"/>
                <a:gd name="T53" fmla="*/ 2843 h 8132"/>
                <a:gd name="T54" fmla="*/ 5186 w 8056"/>
                <a:gd name="T55" fmla="*/ 2979 h 8132"/>
                <a:gd name="T56" fmla="*/ 5441 w 8056"/>
                <a:gd name="T57" fmla="*/ 3164 h 8132"/>
                <a:gd name="T58" fmla="*/ 5705 w 8056"/>
                <a:gd name="T59" fmla="*/ 3453 h 8132"/>
                <a:gd name="T60" fmla="*/ 5863 w 8056"/>
                <a:gd name="T61" fmla="*/ 3722 h 8132"/>
                <a:gd name="T62" fmla="*/ 5969 w 8056"/>
                <a:gd name="T63" fmla="*/ 4022 h 8132"/>
                <a:gd name="T64" fmla="*/ 6016 w 8056"/>
                <a:gd name="T65" fmla="*/ 4342 h 8132"/>
                <a:gd name="T66" fmla="*/ 6004 w 8056"/>
                <a:gd name="T67" fmla="*/ 4642 h 8132"/>
                <a:gd name="T68" fmla="*/ 5927 w 8056"/>
                <a:gd name="T69" fmla="*/ 4970 h 8132"/>
                <a:gd name="T70" fmla="*/ 5788 w 8056"/>
                <a:gd name="T71" fmla="*/ 5271 h 8132"/>
                <a:gd name="T72" fmla="*/ 5596 w 8056"/>
                <a:gd name="T73" fmla="*/ 5536 h 8132"/>
                <a:gd name="T74" fmla="*/ 5356 w 8056"/>
                <a:gd name="T75" fmla="*/ 5760 h 8132"/>
                <a:gd name="T76" fmla="*/ 5074 w 8056"/>
                <a:gd name="T77" fmla="*/ 5935 h 8132"/>
                <a:gd name="T78" fmla="*/ 4761 w 8056"/>
                <a:gd name="T79" fmla="*/ 6056 h 8132"/>
                <a:gd name="T80" fmla="*/ 4420 w 8056"/>
                <a:gd name="T81" fmla="*/ 6114 h 8132"/>
                <a:gd name="T82" fmla="*/ 4113 w 8056"/>
                <a:gd name="T83" fmla="*/ 6111 h 8132"/>
                <a:gd name="T84" fmla="*/ 3778 w 8056"/>
                <a:gd name="T85" fmla="*/ 6044 h 8132"/>
                <a:gd name="T86" fmla="*/ 3469 w 8056"/>
                <a:gd name="T87" fmla="*/ 5916 h 8132"/>
                <a:gd name="T88" fmla="*/ 3195 w 8056"/>
                <a:gd name="T89" fmla="*/ 5734 h 8132"/>
                <a:gd name="T90" fmla="*/ 2961 w 8056"/>
                <a:gd name="T91" fmla="*/ 5505 h 8132"/>
                <a:gd name="T92" fmla="*/ 2775 w 8056"/>
                <a:gd name="T93" fmla="*/ 5235 h 8132"/>
                <a:gd name="T94" fmla="*/ 2644 w 8056"/>
                <a:gd name="T95" fmla="*/ 4931 h 8132"/>
                <a:gd name="T96" fmla="*/ 2575 w 8056"/>
                <a:gd name="T97" fmla="*/ 4599 h 8132"/>
                <a:gd name="T98" fmla="*/ 2571 w 8056"/>
                <a:gd name="T99" fmla="*/ 4296 h 8132"/>
                <a:gd name="T100" fmla="*/ 2632 w 8056"/>
                <a:gd name="T101" fmla="*/ 3964 h 8132"/>
                <a:gd name="T102" fmla="*/ 2756 w 8056"/>
                <a:gd name="T103" fmla="*/ 3657 h 8132"/>
                <a:gd name="T104" fmla="*/ 2934 w 8056"/>
                <a:gd name="T105" fmla="*/ 3381 h 8132"/>
                <a:gd name="T106" fmla="*/ 3162 w 8056"/>
                <a:gd name="T107" fmla="*/ 3146 h 8132"/>
                <a:gd name="T108" fmla="*/ 3434 w 8056"/>
                <a:gd name="T109" fmla="*/ 2956 h 8132"/>
                <a:gd name="T110" fmla="*/ 3738 w 8056"/>
                <a:gd name="T111" fmla="*/ 2821 h 8132"/>
                <a:gd name="T112" fmla="*/ 4070 w 8056"/>
                <a:gd name="T113" fmla="*/ 2745 h 8132"/>
                <a:gd name="T114" fmla="*/ 4417 w 8056"/>
                <a:gd name="T115" fmla="*/ 2739 h 8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56" h="8132">
                  <a:moveTo>
                    <a:pt x="6018" y="7376"/>
                  </a:moveTo>
                  <a:lnTo>
                    <a:pt x="5501" y="6859"/>
                  </a:lnTo>
                  <a:lnTo>
                    <a:pt x="5501" y="7464"/>
                  </a:lnTo>
                  <a:lnTo>
                    <a:pt x="6237" y="8132"/>
                  </a:lnTo>
                  <a:lnTo>
                    <a:pt x="6973" y="7464"/>
                  </a:lnTo>
                  <a:lnTo>
                    <a:pt x="6973" y="6859"/>
                  </a:lnTo>
                  <a:lnTo>
                    <a:pt x="6463" y="7376"/>
                  </a:lnTo>
                  <a:lnTo>
                    <a:pt x="6463" y="4895"/>
                  </a:lnTo>
                  <a:lnTo>
                    <a:pt x="6463" y="4895"/>
                  </a:lnTo>
                  <a:lnTo>
                    <a:pt x="6474" y="4839"/>
                  </a:lnTo>
                  <a:lnTo>
                    <a:pt x="6484" y="4782"/>
                  </a:lnTo>
                  <a:lnTo>
                    <a:pt x="6493" y="4724"/>
                  </a:lnTo>
                  <a:lnTo>
                    <a:pt x="6499" y="4666"/>
                  </a:lnTo>
                  <a:lnTo>
                    <a:pt x="6505" y="4608"/>
                  </a:lnTo>
                  <a:lnTo>
                    <a:pt x="6508" y="4548"/>
                  </a:lnTo>
                  <a:lnTo>
                    <a:pt x="6511" y="4487"/>
                  </a:lnTo>
                  <a:lnTo>
                    <a:pt x="6511" y="4426"/>
                  </a:lnTo>
                  <a:lnTo>
                    <a:pt x="6511" y="4426"/>
                  </a:lnTo>
                  <a:lnTo>
                    <a:pt x="6511" y="4362"/>
                  </a:lnTo>
                  <a:lnTo>
                    <a:pt x="6508" y="4299"/>
                  </a:lnTo>
                  <a:lnTo>
                    <a:pt x="6504" y="4237"/>
                  </a:lnTo>
                  <a:lnTo>
                    <a:pt x="6498" y="4175"/>
                  </a:lnTo>
                  <a:lnTo>
                    <a:pt x="6489" y="4114"/>
                  </a:lnTo>
                  <a:lnTo>
                    <a:pt x="6480" y="4053"/>
                  </a:lnTo>
                  <a:lnTo>
                    <a:pt x="6468" y="3992"/>
                  </a:lnTo>
                  <a:lnTo>
                    <a:pt x="6454" y="3933"/>
                  </a:lnTo>
                  <a:lnTo>
                    <a:pt x="6439" y="3874"/>
                  </a:lnTo>
                  <a:lnTo>
                    <a:pt x="6423" y="3815"/>
                  </a:lnTo>
                  <a:lnTo>
                    <a:pt x="6405" y="3757"/>
                  </a:lnTo>
                  <a:lnTo>
                    <a:pt x="6386" y="3700"/>
                  </a:lnTo>
                  <a:lnTo>
                    <a:pt x="6363" y="3643"/>
                  </a:lnTo>
                  <a:lnTo>
                    <a:pt x="6341" y="3587"/>
                  </a:lnTo>
                  <a:lnTo>
                    <a:pt x="6317" y="3533"/>
                  </a:lnTo>
                  <a:lnTo>
                    <a:pt x="6290" y="3478"/>
                  </a:lnTo>
                  <a:lnTo>
                    <a:pt x="6264" y="3424"/>
                  </a:lnTo>
                  <a:lnTo>
                    <a:pt x="6235" y="3372"/>
                  </a:lnTo>
                  <a:lnTo>
                    <a:pt x="6206" y="3320"/>
                  </a:lnTo>
                  <a:lnTo>
                    <a:pt x="6174" y="3269"/>
                  </a:lnTo>
                  <a:lnTo>
                    <a:pt x="6140" y="3220"/>
                  </a:lnTo>
                  <a:lnTo>
                    <a:pt x="6107" y="3171"/>
                  </a:lnTo>
                  <a:lnTo>
                    <a:pt x="6071" y="3123"/>
                  </a:lnTo>
                  <a:lnTo>
                    <a:pt x="6034" y="3076"/>
                  </a:lnTo>
                  <a:lnTo>
                    <a:pt x="5995" y="3030"/>
                  </a:lnTo>
                  <a:lnTo>
                    <a:pt x="5957" y="2985"/>
                  </a:lnTo>
                  <a:lnTo>
                    <a:pt x="5916" y="2942"/>
                  </a:lnTo>
                  <a:lnTo>
                    <a:pt x="5873" y="2898"/>
                  </a:lnTo>
                  <a:lnTo>
                    <a:pt x="5831" y="2857"/>
                  </a:lnTo>
                  <a:lnTo>
                    <a:pt x="5787" y="2816"/>
                  </a:lnTo>
                  <a:lnTo>
                    <a:pt x="5742" y="2778"/>
                  </a:lnTo>
                  <a:lnTo>
                    <a:pt x="5694" y="2739"/>
                  </a:lnTo>
                  <a:lnTo>
                    <a:pt x="7296" y="2739"/>
                  </a:lnTo>
                  <a:lnTo>
                    <a:pt x="6763" y="3249"/>
                  </a:lnTo>
                  <a:lnTo>
                    <a:pt x="7377" y="3249"/>
                  </a:lnTo>
                  <a:lnTo>
                    <a:pt x="8056" y="2524"/>
                  </a:lnTo>
                  <a:lnTo>
                    <a:pt x="7384" y="1793"/>
                  </a:lnTo>
                  <a:lnTo>
                    <a:pt x="6763" y="1793"/>
                  </a:lnTo>
                  <a:lnTo>
                    <a:pt x="7287" y="2302"/>
                  </a:lnTo>
                  <a:lnTo>
                    <a:pt x="4806" y="2302"/>
                  </a:lnTo>
                  <a:lnTo>
                    <a:pt x="4806" y="2302"/>
                  </a:lnTo>
                  <a:lnTo>
                    <a:pt x="4742" y="2289"/>
                  </a:lnTo>
                  <a:lnTo>
                    <a:pt x="4678" y="2277"/>
                  </a:lnTo>
                  <a:lnTo>
                    <a:pt x="4614" y="2267"/>
                  </a:lnTo>
                  <a:lnTo>
                    <a:pt x="4550" y="2259"/>
                  </a:lnTo>
                  <a:lnTo>
                    <a:pt x="4486" y="2253"/>
                  </a:lnTo>
                  <a:lnTo>
                    <a:pt x="4420" y="2250"/>
                  </a:lnTo>
                  <a:lnTo>
                    <a:pt x="4355" y="2247"/>
                  </a:lnTo>
                  <a:lnTo>
                    <a:pt x="4288" y="2247"/>
                  </a:lnTo>
                  <a:lnTo>
                    <a:pt x="4288" y="2247"/>
                  </a:lnTo>
                  <a:lnTo>
                    <a:pt x="4223" y="2247"/>
                  </a:lnTo>
                  <a:lnTo>
                    <a:pt x="4158" y="2250"/>
                  </a:lnTo>
                  <a:lnTo>
                    <a:pt x="4095" y="2255"/>
                  </a:lnTo>
                  <a:lnTo>
                    <a:pt x="4031" y="2261"/>
                  </a:lnTo>
                  <a:lnTo>
                    <a:pt x="3969" y="2270"/>
                  </a:lnTo>
                  <a:lnTo>
                    <a:pt x="3906" y="2278"/>
                  </a:lnTo>
                  <a:lnTo>
                    <a:pt x="3845" y="2290"/>
                  </a:lnTo>
                  <a:lnTo>
                    <a:pt x="3784" y="2302"/>
                  </a:lnTo>
                  <a:lnTo>
                    <a:pt x="3723" y="2317"/>
                  </a:lnTo>
                  <a:lnTo>
                    <a:pt x="3663" y="2334"/>
                  </a:lnTo>
                  <a:lnTo>
                    <a:pt x="3605" y="2351"/>
                  </a:lnTo>
                  <a:lnTo>
                    <a:pt x="3547" y="2371"/>
                  </a:lnTo>
                  <a:lnTo>
                    <a:pt x="3489" y="2392"/>
                  </a:lnTo>
                  <a:lnTo>
                    <a:pt x="3432" y="2414"/>
                  </a:lnTo>
                  <a:lnTo>
                    <a:pt x="3375" y="2439"/>
                  </a:lnTo>
                  <a:lnTo>
                    <a:pt x="3320" y="2465"/>
                  </a:lnTo>
                  <a:lnTo>
                    <a:pt x="3267" y="2492"/>
                  </a:lnTo>
                  <a:lnTo>
                    <a:pt x="3213" y="2520"/>
                  </a:lnTo>
                  <a:lnTo>
                    <a:pt x="3161" y="2550"/>
                  </a:lnTo>
                  <a:lnTo>
                    <a:pt x="3109" y="2581"/>
                  </a:lnTo>
                  <a:lnTo>
                    <a:pt x="3058" y="2614"/>
                  </a:lnTo>
                  <a:lnTo>
                    <a:pt x="3007" y="2648"/>
                  </a:lnTo>
                  <a:lnTo>
                    <a:pt x="2958" y="2682"/>
                  </a:lnTo>
                  <a:lnTo>
                    <a:pt x="2911" y="2720"/>
                  </a:lnTo>
                  <a:lnTo>
                    <a:pt x="2864" y="2758"/>
                  </a:lnTo>
                  <a:lnTo>
                    <a:pt x="2818" y="2797"/>
                  </a:lnTo>
                  <a:lnTo>
                    <a:pt x="2773" y="2837"/>
                  </a:lnTo>
                  <a:lnTo>
                    <a:pt x="2730" y="2879"/>
                  </a:lnTo>
                  <a:lnTo>
                    <a:pt x="2687" y="2922"/>
                  </a:lnTo>
                  <a:lnTo>
                    <a:pt x="2645" y="2965"/>
                  </a:lnTo>
                  <a:lnTo>
                    <a:pt x="2605" y="3012"/>
                  </a:lnTo>
                  <a:lnTo>
                    <a:pt x="2566" y="3058"/>
                  </a:lnTo>
                  <a:lnTo>
                    <a:pt x="2566" y="1475"/>
                  </a:lnTo>
                  <a:lnTo>
                    <a:pt x="3091" y="1992"/>
                  </a:lnTo>
                  <a:lnTo>
                    <a:pt x="3091" y="1396"/>
                  </a:lnTo>
                  <a:lnTo>
                    <a:pt x="2347" y="720"/>
                  </a:lnTo>
                  <a:lnTo>
                    <a:pt x="1611" y="1387"/>
                  </a:lnTo>
                  <a:lnTo>
                    <a:pt x="1611" y="2000"/>
                  </a:lnTo>
                  <a:lnTo>
                    <a:pt x="2121" y="1483"/>
                  </a:lnTo>
                  <a:lnTo>
                    <a:pt x="2121" y="3949"/>
                  </a:lnTo>
                  <a:lnTo>
                    <a:pt x="2121" y="3949"/>
                  </a:lnTo>
                  <a:lnTo>
                    <a:pt x="2110" y="4009"/>
                  </a:lnTo>
                  <a:lnTo>
                    <a:pt x="2100" y="4068"/>
                  </a:lnTo>
                  <a:lnTo>
                    <a:pt x="2091" y="4128"/>
                  </a:lnTo>
                  <a:lnTo>
                    <a:pt x="2085" y="4187"/>
                  </a:lnTo>
                  <a:lnTo>
                    <a:pt x="2079" y="4247"/>
                  </a:lnTo>
                  <a:lnTo>
                    <a:pt x="2076" y="4307"/>
                  </a:lnTo>
                  <a:lnTo>
                    <a:pt x="2073" y="4366"/>
                  </a:lnTo>
                  <a:lnTo>
                    <a:pt x="2073" y="4426"/>
                  </a:lnTo>
                  <a:lnTo>
                    <a:pt x="2073" y="4426"/>
                  </a:lnTo>
                  <a:lnTo>
                    <a:pt x="2073" y="4491"/>
                  </a:lnTo>
                  <a:lnTo>
                    <a:pt x="2076" y="4555"/>
                  </a:lnTo>
                  <a:lnTo>
                    <a:pt x="2080" y="4620"/>
                  </a:lnTo>
                  <a:lnTo>
                    <a:pt x="2088" y="4684"/>
                  </a:lnTo>
                  <a:lnTo>
                    <a:pt x="2097" y="4748"/>
                  </a:lnTo>
                  <a:lnTo>
                    <a:pt x="2107" y="4810"/>
                  </a:lnTo>
                  <a:lnTo>
                    <a:pt x="2119" y="4871"/>
                  </a:lnTo>
                  <a:lnTo>
                    <a:pt x="2133" y="4934"/>
                  </a:lnTo>
                  <a:lnTo>
                    <a:pt x="2147" y="4994"/>
                  </a:lnTo>
                  <a:lnTo>
                    <a:pt x="2165" y="5055"/>
                  </a:lnTo>
                  <a:lnTo>
                    <a:pt x="2185" y="5114"/>
                  </a:lnTo>
                  <a:lnTo>
                    <a:pt x="2206" y="5172"/>
                  </a:lnTo>
                  <a:lnTo>
                    <a:pt x="2228" y="5230"/>
                  </a:lnTo>
                  <a:lnTo>
                    <a:pt x="2252" y="5287"/>
                  </a:lnTo>
                  <a:lnTo>
                    <a:pt x="2277" y="5344"/>
                  </a:lnTo>
                  <a:lnTo>
                    <a:pt x="2304" y="5399"/>
                  </a:lnTo>
                  <a:lnTo>
                    <a:pt x="2332" y="5454"/>
                  </a:lnTo>
                  <a:lnTo>
                    <a:pt x="2362" y="5508"/>
                  </a:lnTo>
                  <a:lnTo>
                    <a:pt x="2395" y="5560"/>
                  </a:lnTo>
                  <a:lnTo>
                    <a:pt x="2428" y="5612"/>
                  </a:lnTo>
                  <a:lnTo>
                    <a:pt x="2462" y="5663"/>
                  </a:lnTo>
                  <a:lnTo>
                    <a:pt x="2498" y="5712"/>
                  </a:lnTo>
                  <a:lnTo>
                    <a:pt x="2535" y="5761"/>
                  </a:lnTo>
                  <a:lnTo>
                    <a:pt x="2574" y="5809"/>
                  </a:lnTo>
                  <a:lnTo>
                    <a:pt x="2614" y="5856"/>
                  </a:lnTo>
                  <a:lnTo>
                    <a:pt x="2656" y="5901"/>
                  </a:lnTo>
                  <a:lnTo>
                    <a:pt x="2697" y="5946"/>
                  </a:lnTo>
                  <a:lnTo>
                    <a:pt x="2742" y="5989"/>
                  </a:lnTo>
                  <a:lnTo>
                    <a:pt x="2787" y="6032"/>
                  </a:lnTo>
                  <a:lnTo>
                    <a:pt x="2833" y="6072"/>
                  </a:lnTo>
                  <a:lnTo>
                    <a:pt x="2881" y="6113"/>
                  </a:lnTo>
                  <a:lnTo>
                    <a:pt x="2930" y="6151"/>
                  </a:lnTo>
                  <a:lnTo>
                    <a:pt x="1297" y="6151"/>
                  </a:lnTo>
                  <a:lnTo>
                    <a:pt x="1821" y="5642"/>
                  </a:lnTo>
                  <a:lnTo>
                    <a:pt x="1200" y="5642"/>
                  </a:lnTo>
                  <a:lnTo>
                    <a:pt x="528" y="6366"/>
                  </a:lnTo>
                  <a:lnTo>
                    <a:pt x="1207" y="7098"/>
                  </a:lnTo>
                  <a:lnTo>
                    <a:pt x="1814" y="7098"/>
                  </a:lnTo>
                  <a:lnTo>
                    <a:pt x="1288" y="6581"/>
                  </a:lnTo>
                  <a:lnTo>
                    <a:pt x="3940" y="6581"/>
                  </a:lnTo>
                  <a:lnTo>
                    <a:pt x="3940" y="6581"/>
                  </a:lnTo>
                  <a:lnTo>
                    <a:pt x="3984" y="6590"/>
                  </a:lnTo>
                  <a:lnTo>
                    <a:pt x="4027" y="6595"/>
                  </a:lnTo>
                  <a:lnTo>
                    <a:pt x="4070" y="6601"/>
                  </a:lnTo>
                  <a:lnTo>
                    <a:pt x="4115" y="6606"/>
                  </a:lnTo>
                  <a:lnTo>
                    <a:pt x="4158" y="6609"/>
                  </a:lnTo>
                  <a:lnTo>
                    <a:pt x="4201" y="6610"/>
                  </a:lnTo>
                  <a:lnTo>
                    <a:pt x="4288" y="6613"/>
                  </a:lnTo>
                  <a:lnTo>
                    <a:pt x="4288" y="6613"/>
                  </a:lnTo>
                  <a:lnTo>
                    <a:pt x="4353" y="6612"/>
                  </a:lnTo>
                  <a:lnTo>
                    <a:pt x="4419" y="6609"/>
                  </a:lnTo>
                  <a:lnTo>
                    <a:pt x="4484" y="6604"/>
                  </a:lnTo>
                  <a:lnTo>
                    <a:pt x="4548" y="6598"/>
                  </a:lnTo>
                  <a:lnTo>
                    <a:pt x="4611" y="6590"/>
                  </a:lnTo>
                  <a:lnTo>
                    <a:pt x="4674" y="6581"/>
                  </a:lnTo>
                  <a:lnTo>
                    <a:pt x="4736" y="6569"/>
                  </a:lnTo>
                  <a:lnTo>
                    <a:pt x="4799" y="6555"/>
                  </a:lnTo>
                  <a:lnTo>
                    <a:pt x="4860" y="6540"/>
                  </a:lnTo>
                  <a:lnTo>
                    <a:pt x="4919" y="6524"/>
                  </a:lnTo>
                  <a:lnTo>
                    <a:pt x="4979" y="6506"/>
                  </a:lnTo>
                  <a:lnTo>
                    <a:pt x="5039" y="6487"/>
                  </a:lnTo>
                  <a:lnTo>
                    <a:pt x="5097" y="6464"/>
                  </a:lnTo>
                  <a:lnTo>
                    <a:pt x="5153" y="6442"/>
                  </a:lnTo>
                  <a:lnTo>
                    <a:pt x="5210" y="6418"/>
                  </a:lnTo>
                  <a:lnTo>
                    <a:pt x="5265" y="6391"/>
                  </a:lnTo>
                  <a:lnTo>
                    <a:pt x="5320" y="6365"/>
                  </a:lnTo>
                  <a:lnTo>
                    <a:pt x="5374" y="6336"/>
                  </a:lnTo>
                  <a:lnTo>
                    <a:pt x="5426" y="6306"/>
                  </a:lnTo>
                  <a:lnTo>
                    <a:pt x="5478" y="6275"/>
                  </a:lnTo>
                  <a:lnTo>
                    <a:pt x="5529" y="6242"/>
                  </a:lnTo>
                  <a:lnTo>
                    <a:pt x="5580" y="6208"/>
                  </a:lnTo>
                  <a:lnTo>
                    <a:pt x="5629" y="6172"/>
                  </a:lnTo>
                  <a:lnTo>
                    <a:pt x="5676" y="6137"/>
                  </a:lnTo>
                  <a:lnTo>
                    <a:pt x="5723" y="6098"/>
                  </a:lnTo>
                  <a:lnTo>
                    <a:pt x="5769" y="6059"/>
                  </a:lnTo>
                  <a:lnTo>
                    <a:pt x="5814" y="6019"/>
                  </a:lnTo>
                  <a:lnTo>
                    <a:pt x="5857" y="5979"/>
                  </a:lnTo>
                  <a:lnTo>
                    <a:pt x="5899" y="5935"/>
                  </a:lnTo>
                  <a:lnTo>
                    <a:pt x="5940" y="5892"/>
                  </a:lnTo>
                  <a:lnTo>
                    <a:pt x="5980" y="5847"/>
                  </a:lnTo>
                  <a:lnTo>
                    <a:pt x="6018" y="5801"/>
                  </a:lnTo>
                  <a:lnTo>
                    <a:pt x="6018" y="7376"/>
                  </a:lnTo>
                  <a:lnTo>
                    <a:pt x="6018" y="7376"/>
                  </a:lnTo>
                  <a:lnTo>
                    <a:pt x="6018" y="7376"/>
                  </a:lnTo>
                  <a:close/>
                  <a:moveTo>
                    <a:pt x="4417" y="2739"/>
                  </a:moveTo>
                  <a:lnTo>
                    <a:pt x="4417" y="2739"/>
                  </a:lnTo>
                  <a:lnTo>
                    <a:pt x="4459" y="2743"/>
                  </a:lnTo>
                  <a:lnTo>
                    <a:pt x="4501" y="2748"/>
                  </a:lnTo>
                  <a:lnTo>
                    <a:pt x="4542" y="2752"/>
                  </a:lnTo>
                  <a:lnTo>
                    <a:pt x="4583" y="2760"/>
                  </a:lnTo>
                  <a:lnTo>
                    <a:pt x="4624" y="2767"/>
                  </a:lnTo>
                  <a:lnTo>
                    <a:pt x="4665" y="2775"/>
                  </a:lnTo>
                  <a:lnTo>
                    <a:pt x="4705" y="2784"/>
                  </a:lnTo>
                  <a:lnTo>
                    <a:pt x="4744" y="2794"/>
                  </a:lnTo>
                  <a:lnTo>
                    <a:pt x="4782" y="2804"/>
                  </a:lnTo>
                  <a:lnTo>
                    <a:pt x="4823" y="2816"/>
                  </a:lnTo>
                  <a:lnTo>
                    <a:pt x="4860" y="2828"/>
                  </a:lnTo>
                  <a:lnTo>
                    <a:pt x="4899" y="2843"/>
                  </a:lnTo>
                  <a:lnTo>
                    <a:pt x="4936" y="2857"/>
                  </a:lnTo>
                  <a:lnTo>
                    <a:pt x="4973" y="2872"/>
                  </a:lnTo>
                  <a:lnTo>
                    <a:pt x="5010" y="2888"/>
                  </a:lnTo>
                  <a:lnTo>
                    <a:pt x="5046" y="2904"/>
                  </a:lnTo>
                  <a:lnTo>
                    <a:pt x="5082" y="2922"/>
                  </a:lnTo>
                  <a:lnTo>
                    <a:pt x="5118" y="2940"/>
                  </a:lnTo>
                  <a:lnTo>
                    <a:pt x="5152" y="2959"/>
                  </a:lnTo>
                  <a:lnTo>
                    <a:pt x="5186" y="2979"/>
                  </a:lnTo>
                  <a:lnTo>
                    <a:pt x="5220" y="3000"/>
                  </a:lnTo>
                  <a:lnTo>
                    <a:pt x="5253" y="3022"/>
                  </a:lnTo>
                  <a:lnTo>
                    <a:pt x="5286" y="3043"/>
                  </a:lnTo>
                  <a:lnTo>
                    <a:pt x="5319" y="3067"/>
                  </a:lnTo>
                  <a:lnTo>
                    <a:pt x="5350" y="3089"/>
                  </a:lnTo>
                  <a:lnTo>
                    <a:pt x="5381" y="3114"/>
                  </a:lnTo>
                  <a:lnTo>
                    <a:pt x="5411" y="3138"/>
                  </a:lnTo>
                  <a:lnTo>
                    <a:pt x="5441" y="3164"/>
                  </a:lnTo>
                  <a:lnTo>
                    <a:pt x="5499" y="3217"/>
                  </a:lnTo>
                  <a:lnTo>
                    <a:pt x="5554" y="3272"/>
                  </a:lnTo>
                  <a:lnTo>
                    <a:pt x="5581" y="3301"/>
                  </a:lnTo>
                  <a:lnTo>
                    <a:pt x="5606" y="3331"/>
                  </a:lnTo>
                  <a:lnTo>
                    <a:pt x="5632" y="3360"/>
                  </a:lnTo>
                  <a:lnTo>
                    <a:pt x="5657" y="3390"/>
                  </a:lnTo>
                  <a:lnTo>
                    <a:pt x="5681" y="3421"/>
                  </a:lnTo>
                  <a:lnTo>
                    <a:pt x="5705" y="3453"/>
                  </a:lnTo>
                  <a:lnTo>
                    <a:pt x="5727" y="3486"/>
                  </a:lnTo>
                  <a:lnTo>
                    <a:pt x="5748" y="3517"/>
                  </a:lnTo>
                  <a:lnTo>
                    <a:pt x="5769" y="3551"/>
                  </a:lnTo>
                  <a:lnTo>
                    <a:pt x="5790" y="3584"/>
                  </a:lnTo>
                  <a:lnTo>
                    <a:pt x="5809" y="3618"/>
                  </a:lnTo>
                  <a:lnTo>
                    <a:pt x="5828" y="3652"/>
                  </a:lnTo>
                  <a:lnTo>
                    <a:pt x="5846" y="3688"/>
                  </a:lnTo>
                  <a:lnTo>
                    <a:pt x="5863" y="3722"/>
                  </a:lnTo>
                  <a:lnTo>
                    <a:pt x="5879" y="3760"/>
                  </a:lnTo>
                  <a:lnTo>
                    <a:pt x="5894" y="3795"/>
                  </a:lnTo>
                  <a:lnTo>
                    <a:pt x="5909" y="3833"/>
                  </a:lnTo>
                  <a:lnTo>
                    <a:pt x="5922" y="3870"/>
                  </a:lnTo>
                  <a:lnTo>
                    <a:pt x="5936" y="3907"/>
                  </a:lnTo>
                  <a:lnTo>
                    <a:pt x="5948" y="3944"/>
                  </a:lnTo>
                  <a:lnTo>
                    <a:pt x="5958" y="3983"/>
                  </a:lnTo>
                  <a:lnTo>
                    <a:pt x="5969" y="4022"/>
                  </a:lnTo>
                  <a:lnTo>
                    <a:pt x="5978" y="4061"/>
                  </a:lnTo>
                  <a:lnTo>
                    <a:pt x="5986" y="4099"/>
                  </a:lnTo>
                  <a:lnTo>
                    <a:pt x="5994" y="4140"/>
                  </a:lnTo>
                  <a:lnTo>
                    <a:pt x="6000" y="4180"/>
                  </a:lnTo>
                  <a:lnTo>
                    <a:pt x="6006" y="4220"/>
                  </a:lnTo>
                  <a:lnTo>
                    <a:pt x="6010" y="4260"/>
                  </a:lnTo>
                  <a:lnTo>
                    <a:pt x="6013" y="4302"/>
                  </a:lnTo>
                  <a:lnTo>
                    <a:pt x="6016" y="4342"/>
                  </a:lnTo>
                  <a:lnTo>
                    <a:pt x="6018" y="4384"/>
                  </a:lnTo>
                  <a:lnTo>
                    <a:pt x="6018" y="4426"/>
                  </a:lnTo>
                  <a:lnTo>
                    <a:pt x="6018" y="4426"/>
                  </a:lnTo>
                  <a:lnTo>
                    <a:pt x="6018" y="4469"/>
                  </a:lnTo>
                  <a:lnTo>
                    <a:pt x="6016" y="4514"/>
                  </a:lnTo>
                  <a:lnTo>
                    <a:pt x="6013" y="4557"/>
                  </a:lnTo>
                  <a:lnTo>
                    <a:pt x="6009" y="4599"/>
                  </a:lnTo>
                  <a:lnTo>
                    <a:pt x="6004" y="4642"/>
                  </a:lnTo>
                  <a:lnTo>
                    <a:pt x="5998" y="4684"/>
                  </a:lnTo>
                  <a:lnTo>
                    <a:pt x="5991" y="4727"/>
                  </a:lnTo>
                  <a:lnTo>
                    <a:pt x="5983" y="4769"/>
                  </a:lnTo>
                  <a:lnTo>
                    <a:pt x="5975" y="4809"/>
                  </a:lnTo>
                  <a:lnTo>
                    <a:pt x="5964" y="4851"/>
                  </a:lnTo>
                  <a:lnTo>
                    <a:pt x="5952" y="4891"/>
                  </a:lnTo>
                  <a:lnTo>
                    <a:pt x="5940" y="4931"/>
                  </a:lnTo>
                  <a:lnTo>
                    <a:pt x="5927" y="4970"/>
                  </a:lnTo>
                  <a:lnTo>
                    <a:pt x="5913" y="5010"/>
                  </a:lnTo>
                  <a:lnTo>
                    <a:pt x="5899" y="5047"/>
                  </a:lnTo>
                  <a:lnTo>
                    <a:pt x="5882" y="5086"/>
                  </a:lnTo>
                  <a:lnTo>
                    <a:pt x="5866" y="5125"/>
                  </a:lnTo>
                  <a:lnTo>
                    <a:pt x="5848" y="5162"/>
                  </a:lnTo>
                  <a:lnTo>
                    <a:pt x="5828" y="5198"/>
                  </a:lnTo>
                  <a:lnTo>
                    <a:pt x="5809" y="5235"/>
                  </a:lnTo>
                  <a:lnTo>
                    <a:pt x="5788" y="5271"/>
                  </a:lnTo>
                  <a:lnTo>
                    <a:pt x="5767" y="5305"/>
                  </a:lnTo>
                  <a:lnTo>
                    <a:pt x="5745" y="5339"/>
                  </a:lnTo>
                  <a:lnTo>
                    <a:pt x="5723" y="5374"/>
                  </a:lnTo>
                  <a:lnTo>
                    <a:pt x="5699" y="5408"/>
                  </a:lnTo>
                  <a:lnTo>
                    <a:pt x="5673" y="5441"/>
                  </a:lnTo>
                  <a:lnTo>
                    <a:pt x="5648" y="5473"/>
                  </a:lnTo>
                  <a:lnTo>
                    <a:pt x="5623" y="5505"/>
                  </a:lnTo>
                  <a:lnTo>
                    <a:pt x="5596" y="5536"/>
                  </a:lnTo>
                  <a:lnTo>
                    <a:pt x="5568" y="5566"/>
                  </a:lnTo>
                  <a:lnTo>
                    <a:pt x="5539" y="5596"/>
                  </a:lnTo>
                  <a:lnTo>
                    <a:pt x="5511" y="5624"/>
                  </a:lnTo>
                  <a:lnTo>
                    <a:pt x="5481" y="5652"/>
                  </a:lnTo>
                  <a:lnTo>
                    <a:pt x="5451" y="5681"/>
                  </a:lnTo>
                  <a:lnTo>
                    <a:pt x="5420" y="5707"/>
                  </a:lnTo>
                  <a:lnTo>
                    <a:pt x="5387" y="5734"/>
                  </a:lnTo>
                  <a:lnTo>
                    <a:pt x="5356" y="5760"/>
                  </a:lnTo>
                  <a:lnTo>
                    <a:pt x="5323" y="5783"/>
                  </a:lnTo>
                  <a:lnTo>
                    <a:pt x="5289" y="5807"/>
                  </a:lnTo>
                  <a:lnTo>
                    <a:pt x="5255" y="5831"/>
                  </a:lnTo>
                  <a:lnTo>
                    <a:pt x="5220" y="5853"/>
                  </a:lnTo>
                  <a:lnTo>
                    <a:pt x="5185" y="5876"/>
                  </a:lnTo>
                  <a:lnTo>
                    <a:pt x="5149" y="5895"/>
                  </a:lnTo>
                  <a:lnTo>
                    <a:pt x="5112" y="5916"/>
                  </a:lnTo>
                  <a:lnTo>
                    <a:pt x="5074" y="5935"/>
                  </a:lnTo>
                  <a:lnTo>
                    <a:pt x="5037" y="5953"/>
                  </a:lnTo>
                  <a:lnTo>
                    <a:pt x="5000" y="5971"/>
                  </a:lnTo>
                  <a:lnTo>
                    <a:pt x="4961" y="5987"/>
                  </a:lnTo>
                  <a:lnTo>
                    <a:pt x="4922" y="6002"/>
                  </a:lnTo>
                  <a:lnTo>
                    <a:pt x="4882" y="6017"/>
                  </a:lnTo>
                  <a:lnTo>
                    <a:pt x="4842" y="6031"/>
                  </a:lnTo>
                  <a:lnTo>
                    <a:pt x="4802" y="6044"/>
                  </a:lnTo>
                  <a:lnTo>
                    <a:pt x="4761" y="6056"/>
                  </a:lnTo>
                  <a:lnTo>
                    <a:pt x="4720" y="6066"/>
                  </a:lnTo>
                  <a:lnTo>
                    <a:pt x="4678" y="6077"/>
                  </a:lnTo>
                  <a:lnTo>
                    <a:pt x="4636" y="6086"/>
                  </a:lnTo>
                  <a:lnTo>
                    <a:pt x="4595" y="6093"/>
                  </a:lnTo>
                  <a:lnTo>
                    <a:pt x="4551" y="6101"/>
                  </a:lnTo>
                  <a:lnTo>
                    <a:pt x="4508" y="6107"/>
                  </a:lnTo>
                  <a:lnTo>
                    <a:pt x="4465" y="6111"/>
                  </a:lnTo>
                  <a:lnTo>
                    <a:pt x="4420" y="6114"/>
                  </a:lnTo>
                  <a:lnTo>
                    <a:pt x="4377" y="6117"/>
                  </a:lnTo>
                  <a:lnTo>
                    <a:pt x="4332" y="6119"/>
                  </a:lnTo>
                  <a:lnTo>
                    <a:pt x="4288" y="6120"/>
                  </a:lnTo>
                  <a:lnTo>
                    <a:pt x="4288" y="6120"/>
                  </a:lnTo>
                  <a:lnTo>
                    <a:pt x="4244" y="6119"/>
                  </a:lnTo>
                  <a:lnTo>
                    <a:pt x="4200" y="6117"/>
                  </a:lnTo>
                  <a:lnTo>
                    <a:pt x="4156" y="6114"/>
                  </a:lnTo>
                  <a:lnTo>
                    <a:pt x="4113" y="6111"/>
                  </a:lnTo>
                  <a:lnTo>
                    <a:pt x="4070" y="6107"/>
                  </a:lnTo>
                  <a:lnTo>
                    <a:pt x="4027" y="6101"/>
                  </a:lnTo>
                  <a:lnTo>
                    <a:pt x="3985" y="6093"/>
                  </a:lnTo>
                  <a:lnTo>
                    <a:pt x="3942" y="6086"/>
                  </a:lnTo>
                  <a:lnTo>
                    <a:pt x="3900" y="6077"/>
                  </a:lnTo>
                  <a:lnTo>
                    <a:pt x="3860" y="6066"/>
                  </a:lnTo>
                  <a:lnTo>
                    <a:pt x="3818" y="6056"/>
                  </a:lnTo>
                  <a:lnTo>
                    <a:pt x="3778" y="6044"/>
                  </a:lnTo>
                  <a:lnTo>
                    <a:pt x="3738" y="6031"/>
                  </a:lnTo>
                  <a:lnTo>
                    <a:pt x="3697" y="6017"/>
                  </a:lnTo>
                  <a:lnTo>
                    <a:pt x="3659" y="6002"/>
                  </a:lnTo>
                  <a:lnTo>
                    <a:pt x="3620" y="5987"/>
                  </a:lnTo>
                  <a:lnTo>
                    <a:pt x="3581" y="5971"/>
                  </a:lnTo>
                  <a:lnTo>
                    <a:pt x="3544" y="5953"/>
                  </a:lnTo>
                  <a:lnTo>
                    <a:pt x="3507" y="5935"/>
                  </a:lnTo>
                  <a:lnTo>
                    <a:pt x="3469" y="5916"/>
                  </a:lnTo>
                  <a:lnTo>
                    <a:pt x="3434" y="5895"/>
                  </a:lnTo>
                  <a:lnTo>
                    <a:pt x="3398" y="5876"/>
                  </a:lnTo>
                  <a:lnTo>
                    <a:pt x="3362" y="5853"/>
                  </a:lnTo>
                  <a:lnTo>
                    <a:pt x="3328" y="5831"/>
                  </a:lnTo>
                  <a:lnTo>
                    <a:pt x="3294" y="5807"/>
                  </a:lnTo>
                  <a:lnTo>
                    <a:pt x="3259" y="5783"/>
                  </a:lnTo>
                  <a:lnTo>
                    <a:pt x="3226" y="5760"/>
                  </a:lnTo>
                  <a:lnTo>
                    <a:pt x="3195" y="5734"/>
                  </a:lnTo>
                  <a:lnTo>
                    <a:pt x="3162" y="5707"/>
                  </a:lnTo>
                  <a:lnTo>
                    <a:pt x="3133" y="5681"/>
                  </a:lnTo>
                  <a:lnTo>
                    <a:pt x="3101" y="5652"/>
                  </a:lnTo>
                  <a:lnTo>
                    <a:pt x="3071" y="5624"/>
                  </a:lnTo>
                  <a:lnTo>
                    <a:pt x="3043" y="5596"/>
                  </a:lnTo>
                  <a:lnTo>
                    <a:pt x="3015" y="5566"/>
                  </a:lnTo>
                  <a:lnTo>
                    <a:pt x="2988" y="5536"/>
                  </a:lnTo>
                  <a:lnTo>
                    <a:pt x="2961" y="5505"/>
                  </a:lnTo>
                  <a:lnTo>
                    <a:pt x="2934" y="5473"/>
                  </a:lnTo>
                  <a:lnTo>
                    <a:pt x="2909" y="5441"/>
                  </a:lnTo>
                  <a:lnTo>
                    <a:pt x="2885" y="5408"/>
                  </a:lnTo>
                  <a:lnTo>
                    <a:pt x="2861" y="5374"/>
                  </a:lnTo>
                  <a:lnTo>
                    <a:pt x="2839" y="5339"/>
                  </a:lnTo>
                  <a:lnTo>
                    <a:pt x="2817" y="5305"/>
                  </a:lnTo>
                  <a:lnTo>
                    <a:pt x="2794" y="5271"/>
                  </a:lnTo>
                  <a:lnTo>
                    <a:pt x="2775" y="5235"/>
                  </a:lnTo>
                  <a:lnTo>
                    <a:pt x="2756" y="5198"/>
                  </a:lnTo>
                  <a:lnTo>
                    <a:pt x="2736" y="5162"/>
                  </a:lnTo>
                  <a:lnTo>
                    <a:pt x="2718" y="5125"/>
                  </a:lnTo>
                  <a:lnTo>
                    <a:pt x="2702" y="5086"/>
                  </a:lnTo>
                  <a:lnTo>
                    <a:pt x="2685" y="5047"/>
                  </a:lnTo>
                  <a:lnTo>
                    <a:pt x="2671" y="5010"/>
                  </a:lnTo>
                  <a:lnTo>
                    <a:pt x="2657" y="4970"/>
                  </a:lnTo>
                  <a:lnTo>
                    <a:pt x="2644" y="4931"/>
                  </a:lnTo>
                  <a:lnTo>
                    <a:pt x="2632" y="4891"/>
                  </a:lnTo>
                  <a:lnTo>
                    <a:pt x="2620" y="4851"/>
                  </a:lnTo>
                  <a:lnTo>
                    <a:pt x="2609" y="4809"/>
                  </a:lnTo>
                  <a:lnTo>
                    <a:pt x="2601" y="4769"/>
                  </a:lnTo>
                  <a:lnTo>
                    <a:pt x="2593" y="4727"/>
                  </a:lnTo>
                  <a:lnTo>
                    <a:pt x="2586" y="4684"/>
                  </a:lnTo>
                  <a:lnTo>
                    <a:pt x="2580" y="4642"/>
                  </a:lnTo>
                  <a:lnTo>
                    <a:pt x="2575" y="4599"/>
                  </a:lnTo>
                  <a:lnTo>
                    <a:pt x="2571" y="4557"/>
                  </a:lnTo>
                  <a:lnTo>
                    <a:pt x="2568" y="4514"/>
                  </a:lnTo>
                  <a:lnTo>
                    <a:pt x="2566" y="4469"/>
                  </a:lnTo>
                  <a:lnTo>
                    <a:pt x="2566" y="4426"/>
                  </a:lnTo>
                  <a:lnTo>
                    <a:pt x="2566" y="4426"/>
                  </a:lnTo>
                  <a:lnTo>
                    <a:pt x="2566" y="4383"/>
                  </a:lnTo>
                  <a:lnTo>
                    <a:pt x="2568" y="4339"/>
                  </a:lnTo>
                  <a:lnTo>
                    <a:pt x="2571" y="4296"/>
                  </a:lnTo>
                  <a:lnTo>
                    <a:pt x="2575" y="4253"/>
                  </a:lnTo>
                  <a:lnTo>
                    <a:pt x="2580" y="4211"/>
                  </a:lnTo>
                  <a:lnTo>
                    <a:pt x="2586" y="4169"/>
                  </a:lnTo>
                  <a:lnTo>
                    <a:pt x="2593" y="4128"/>
                  </a:lnTo>
                  <a:lnTo>
                    <a:pt x="2601" y="4086"/>
                  </a:lnTo>
                  <a:lnTo>
                    <a:pt x="2609" y="4044"/>
                  </a:lnTo>
                  <a:lnTo>
                    <a:pt x="2620" y="4004"/>
                  </a:lnTo>
                  <a:lnTo>
                    <a:pt x="2632" y="3964"/>
                  </a:lnTo>
                  <a:lnTo>
                    <a:pt x="2644" y="3924"/>
                  </a:lnTo>
                  <a:lnTo>
                    <a:pt x="2657" y="3885"/>
                  </a:lnTo>
                  <a:lnTo>
                    <a:pt x="2671" y="3845"/>
                  </a:lnTo>
                  <a:lnTo>
                    <a:pt x="2685" y="3806"/>
                  </a:lnTo>
                  <a:lnTo>
                    <a:pt x="2702" y="3769"/>
                  </a:lnTo>
                  <a:lnTo>
                    <a:pt x="2718" y="3731"/>
                  </a:lnTo>
                  <a:lnTo>
                    <a:pt x="2736" y="3694"/>
                  </a:lnTo>
                  <a:lnTo>
                    <a:pt x="2756" y="3657"/>
                  </a:lnTo>
                  <a:lnTo>
                    <a:pt x="2775" y="3621"/>
                  </a:lnTo>
                  <a:lnTo>
                    <a:pt x="2794" y="3585"/>
                  </a:lnTo>
                  <a:lnTo>
                    <a:pt x="2817" y="3550"/>
                  </a:lnTo>
                  <a:lnTo>
                    <a:pt x="2839" y="3515"/>
                  </a:lnTo>
                  <a:lnTo>
                    <a:pt x="2861" y="3481"/>
                  </a:lnTo>
                  <a:lnTo>
                    <a:pt x="2885" y="3447"/>
                  </a:lnTo>
                  <a:lnTo>
                    <a:pt x="2909" y="3414"/>
                  </a:lnTo>
                  <a:lnTo>
                    <a:pt x="2934" y="3381"/>
                  </a:lnTo>
                  <a:lnTo>
                    <a:pt x="2961" y="3350"/>
                  </a:lnTo>
                  <a:lnTo>
                    <a:pt x="2988" y="3319"/>
                  </a:lnTo>
                  <a:lnTo>
                    <a:pt x="3015" y="3289"/>
                  </a:lnTo>
                  <a:lnTo>
                    <a:pt x="3043" y="3259"/>
                  </a:lnTo>
                  <a:lnTo>
                    <a:pt x="3071" y="3229"/>
                  </a:lnTo>
                  <a:lnTo>
                    <a:pt x="3101" y="3201"/>
                  </a:lnTo>
                  <a:lnTo>
                    <a:pt x="3133" y="3174"/>
                  </a:lnTo>
                  <a:lnTo>
                    <a:pt x="3162" y="3146"/>
                  </a:lnTo>
                  <a:lnTo>
                    <a:pt x="3195" y="3120"/>
                  </a:lnTo>
                  <a:lnTo>
                    <a:pt x="3226" y="3095"/>
                  </a:lnTo>
                  <a:lnTo>
                    <a:pt x="3259" y="3070"/>
                  </a:lnTo>
                  <a:lnTo>
                    <a:pt x="3294" y="3046"/>
                  </a:lnTo>
                  <a:lnTo>
                    <a:pt x="3328" y="3022"/>
                  </a:lnTo>
                  <a:lnTo>
                    <a:pt x="3362" y="3000"/>
                  </a:lnTo>
                  <a:lnTo>
                    <a:pt x="3398" y="2977"/>
                  </a:lnTo>
                  <a:lnTo>
                    <a:pt x="3434" y="2956"/>
                  </a:lnTo>
                  <a:lnTo>
                    <a:pt x="3469" y="2937"/>
                  </a:lnTo>
                  <a:lnTo>
                    <a:pt x="3507" y="2918"/>
                  </a:lnTo>
                  <a:lnTo>
                    <a:pt x="3544" y="2900"/>
                  </a:lnTo>
                  <a:lnTo>
                    <a:pt x="3581" y="2882"/>
                  </a:lnTo>
                  <a:lnTo>
                    <a:pt x="3620" y="2866"/>
                  </a:lnTo>
                  <a:lnTo>
                    <a:pt x="3659" y="2849"/>
                  </a:lnTo>
                  <a:lnTo>
                    <a:pt x="3697" y="2834"/>
                  </a:lnTo>
                  <a:lnTo>
                    <a:pt x="3738" y="2821"/>
                  </a:lnTo>
                  <a:lnTo>
                    <a:pt x="3778" y="2809"/>
                  </a:lnTo>
                  <a:lnTo>
                    <a:pt x="3818" y="2796"/>
                  </a:lnTo>
                  <a:lnTo>
                    <a:pt x="3860" y="2785"/>
                  </a:lnTo>
                  <a:lnTo>
                    <a:pt x="3900" y="2775"/>
                  </a:lnTo>
                  <a:lnTo>
                    <a:pt x="3942" y="2766"/>
                  </a:lnTo>
                  <a:lnTo>
                    <a:pt x="3985" y="2758"/>
                  </a:lnTo>
                  <a:lnTo>
                    <a:pt x="4027" y="2751"/>
                  </a:lnTo>
                  <a:lnTo>
                    <a:pt x="4070" y="2745"/>
                  </a:lnTo>
                  <a:lnTo>
                    <a:pt x="4113" y="2740"/>
                  </a:lnTo>
                  <a:lnTo>
                    <a:pt x="4156" y="2736"/>
                  </a:lnTo>
                  <a:lnTo>
                    <a:pt x="4200" y="2734"/>
                  </a:lnTo>
                  <a:lnTo>
                    <a:pt x="4244" y="2731"/>
                  </a:lnTo>
                  <a:lnTo>
                    <a:pt x="4288" y="2731"/>
                  </a:lnTo>
                  <a:lnTo>
                    <a:pt x="4288" y="2739"/>
                  </a:lnTo>
                  <a:lnTo>
                    <a:pt x="4417" y="2739"/>
                  </a:lnTo>
                  <a:lnTo>
                    <a:pt x="4417" y="2739"/>
                  </a:lnTo>
                  <a:lnTo>
                    <a:pt x="4417" y="2739"/>
                  </a:lnTo>
                  <a:close/>
                  <a:moveTo>
                    <a:pt x="0" y="0"/>
                  </a:moveTo>
                  <a:lnTo>
                    <a:pt x="750" y="0"/>
                  </a:lnTo>
                  <a:lnTo>
                    <a:pt x="750" y="748"/>
                  </a:lnTo>
                  <a:lnTo>
                    <a:pt x="0" y="748"/>
                  </a:lnTo>
                  <a:lnTo>
                    <a:pt x="0" y="0"/>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753" name="Group 2752">
            <a:extLst>
              <a:ext uri="{FF2B5EF4-FFF2-40B4-BE49-F238E27FC236}">
                <a16:creationId xmlns:a16="http://schemas.microsoft.com/office/drawing/2014/main" id="{B364DDB7-F10F-CFAE-F559-3B245289C57A}"/>
              </a:ext>
              <a:ext uri="{C183D7F6-B498-43B3-948B-1728B52AA6E4}">
                <adec:decorative xmlns:adec="http://schemas.microsoft.com/office/drawing/2017/decorative" val="1"/>
              </a:ext>
            </a:extLst>
          </p:cNvPr>
          <p:cNvGrpSpPr>
            <a:grpSpLocks noChangeAspect="1"/>
          </p:cNvGrpSpPr>
          <p:nvPr/>
        </p:nvGrpSpPr>
        <p:grpSpPr>
          <a:xfrm>
            <a:off x="10523020" y="5049527"/>
            <a:ext cx="457948" cy="457200"/>
            <a:chOff x="10523020" y="5049527"/>
            <a:chExt cx="457948" cy="457200"/>
          </a:xfrm>
          <a:solidFill>
            <a:schemeClr val="accent2"/>
          </a:solidFill>
        </p:grpSpPr>
        <p:sp>
          <p:nvSpPr>
            <p:cNvPr id="2612" name="Freeform: Shape 2611">
              <a:extLst>
                <a:ext uri="{FF2B5EF4-FFF2-40B4-BE49-F238E27FC236}">
                  <a16:creationId xmlns:a16="http://schemas.microsoft.com/office/drawing/2014/main" id="{E58DF1D6-11CB-0DBF-B190-F47F2D5352DF}"/>
                </a:ext>
                <a:ext uri="{C183D7F6-B498-43B3-948B-1728B52AA6E4}">
                  <adec:decorative xmlns:adec="http://schemas.microsoft.com/office/drawing/2017/decorative" val="1"/>
                </a:ext>
              </a:extLst>
            </p:cNvPr>
            <p:cNvSpPr/>
            <p:nvPr/>
          </p:nvSpPr>
          <p:spPr>
            <a:xfrm>
              <a:off x="10523020" y="5049527"/>
              <a:ext cx="457948" cy="457200"/>
            </a:xfrm>
            <a:custGeom>
              <a:avLst/>
              <a:gdLst>
                <a:gd name="connsiteX0" fmla="*/ 2999936 w 6869224"/>
                <a:gd name="connsiteY0" fmla="*/ 1694641 h 6857999"/>
                <a:gd name="connsiteX1" fmla="*/ 2999936 w 6869224"/>
                <a:gd name="connsiteY1" fmla="*/ 2068302 h 6857999"/>
                <a:gd name="connsiteX2" fmla="*/ 2870802 w 6869224"/>
                <a:gd name="connsiteY2" fmla="*/ 2094373 h 6857999"/>
                <a:gd name="connsiteX3" fmla="*/ 1990367 w 6869224"/>
                <a:gd name="connsiteY3" fmla="*/ 3317566 h 6857999"/>
                <a:gd name="connsiteX4" fmla="*/ 1986145 w 6869224"/>
                <a:gd name="connsiteY4" fmla="*/ 3428962 h 6857999"/>
                <a:gd name="connsiteX5" fmla="*/ 1986150 w 6869224"/>
                <a:gd name="connsiteY5" fmla="*/ 3428962 h 6857999"/>
                <a:gd name="connsiteX6" fmla="*/ 1986146 w 6869224"/>
                <a:gd name="connsiteY6" fmla="*/ 3429005 h 6857999"/>
                <a:gd name="connsiteX7" fmla="*/ 1986150 w 6869224"/>
                <a:gd name="connsiteY7" fmla="*/ 3429078 h 6857999"/>
                <a:gd name="connsiteX8" fmla="*/ 2002817 w 6869224"/>
                <a:gd name="connsiteY8" fmla="*/ 3594417 h 6857999"/>
                <a:gd name="connsiteX9" fmla="*/ 1996267 w 6869224"/>
                <a:gd name="connsiteY9" fmla="*/ 3594417 h 6857999"/>
                <a:gd name="connsiteX10" fmla="*/ 2015574 w 6869224"/>
                <a:gd name="connsiteY10" fmla="*/ 3720921 h 6857999"/>
                <a:gd name="connsiteX11" fmla="*/ 3434613 w 6869224"/>
                <a:gd name="connsiteY11" fmla="*/ 4877469 h 6857999"/>
                <a:gd name="connsiteX12" fmla="*/ 4853652 w 6869224"/>
                <a:gd name="connsiteY12" fmla="*/ 3720921 h 6857999"/>
                <a:gd name="connsiteX13" fmla="*/ 4872959 w 6869224"/>
                <a:gd name="connsiteY13" fmla="*/ 3594417 h 6857999"/>
                <a:gd name="connsiteX14" fmla="*/ 4866408 w 6869224"/>
                <a:gd name="connsiteY14" fmla="*/ 3594417 h 6857999"/>
                <a:gd name="connsiteX15" fmla="*/ 4883077 w 6869224"/>
                <a:gd name="connsiteY15" fmla="*/ 3429049 h 6857999"/>
                <a:gd name="connsiteX16" fmla="*/ 4883080 w 6869224"/>
                <a:gd name="connsiteY16" fmla="*/ 3429005 h 6857999"/>
                <a:gd name="connsiteX17" fmla="*/ 4883076 w 6869224"/>
                <a:gd name="connsiteY17" fmla="*/ 3428962 h 6857999"/>
                <a:gd name="connsiteX18" fmla="*/ 4883079 w 6869224"/>
                <a:gd name="connsiteY18" fmla="*/ 3428962 h 6857999"/>
                <a:gd name="connsiteX19" fmla="*/ 4878858 w 6869224"/>
                <a:gd name="connsiteY19" fmla="*/ 3317566 h 6857999"/>
                <a:gd name="connsiteX20" fmla="*/ 3998423 w 6869224"/>
                <a:gd name="connsiteY20" fmla="*/ 2094373 h 6857999"/>
                <a:gd name="connsiteX21" fmla="*/ 3869289 w 6869224"/>
                <a:gd name="connsiteY21" fmla="*/ 2068302 h 6857999"/>
                <a:gd name="connsiteX22" fmla="*/ 3869289 w 6869224"/>
                <a:gd name="connsiteY22" fmla="*/ 1694641 h 6857999"/>
                <a:gd name="connsiteX23" fmla="*/ 4132735 w 6869224"/>
                <a:gd name="connsiteY23" fmla="*/ 1776426 h 6857999"/>
                <a:gd name="connsiteX24" fmla="*/ 5222918 w 6869224"/>
                <a:gd name="connsiteY24" fmla="*/ 3291017 h 6857999"/>
                <a:gd name="connsiteX25" fmla="*/ 5228146 w 6869224"/>
                <a:gd name="connsiteY25" fmla="*/ 3428962 h 6857999"/>
                <a:gd name="connsiteX26" fmla="*/ 5228153 w 6869224"/>
                <a:gd name="connsiteY26" fmla="*/ 3428962 h 6857999"/>
                <a:gd name="connsiteX27" fmla="*/ 5228156 w 6869224"/>
                <a:gd name="connsiteY27" fmla="*/ 3429009 h 6857999"/>
                <a:gd name="connsiteX28" fmla="*/ 3434620 w 6869224"/>
                <a:gd name="connsiteY28" fmla="*/ 5222545 h 6857999"/>
                <a:gd name="connsiteX29" fmla="*/ 1650344 w 6869224"/>
                <a:gd name="connsiteY29" fmla="*/ 3612387 h 6857999"/>
                <a:gd name="connsiteX30" fmla="*/ 1641093 w 6869224"/>
                <a:gd name="connsiteY30" fmla="*/ 3429174 h 6857999"/>
                <a:gd name="connsiteX31" fmla="*/ 1641076 w 6869224"/>
                <a:gd name="connsiteY31" fmla="*/ 3429012 h 6857999"/>
                <a:gd name="connsiteX32" fmla="*/ 2736490 w 6869224"/>
                <a:gd name="connsiteY32" fmla="*/ 1776426 h 6857999"/>
                <a:gd name="connsiteX33" fmla="*/ 3454034 w 6869224"/>
                <a:gd name="connsiteY33" fmla="*/ 1073798 h 6857999"/>
                <a:gd name="connsiteX34" fmla="*/ 1079395 w 6869224"/>
                <a:gd name="connsiteY34" fmla="*/ 3448434 h 6857999"/>
                <a:gd name="connsiteX35" fmla="*/ 3454034 w 6869224"/>
                <a:gd name="connsiteY35" fmla="*/ 5823071 h 6857999"/>
                <a:gd name="connsiteX36" fmla="*/ 5828673 w 6869224"/>
                <a:gd name="connsiteY36" fmla="*/ 3448434 h 6857999"/>
                <a:gd name="connsiteX37" fmla="*/ 3454034 w 6869224"/>
                <a:gd name="connsiteY37" fmla="*/ 1073798 h 6857999"/>
                <a:gd name="connsiteX38" fmla="*/ 2908195 w 6869224"/>
                <a:gd name="connsiteY38" fmla="*/ 0 h 6857999"/>
                <a:gd name="connsiteX39" fmla="*/ 3999717 w 6869224"/>
                <a:gd name="connsiteY39" fmla="*/ 0 h 6857999"/>
                <a:gd name="connsiteX40" fmla="*/ 3999717 w 6869224"/>
                <a:gd name="connsiteY40" fmla="*/ 767521 h 6857999"/>
                <a:gd name="connsiteX41" fmla="*/ 4005360 w 6869224"/>
                <a:gd name="connsiteY41" fmla="*/ 768382 h 6857999"/>
                <a:gd name="connsiteX42" fmla="*/ 4884876 w 6869224"/>
                <a:gd name="connsiteY42" fmla="*/ 1116379 h 6857999"/>
                <a:gd name="connsiteX43" fmla="*/ 4951897 w 6869224"/>
                <a:gd name="connsiteY43" fmla="*/ 1160816 h 6857999"/>
                <a:gd name="connsiteX44" fmla="*/ 5494443 w 6869224"/>
                <a:gd name="connsiteY44" fmla="*/ 618271 h 6857999"/>
                <a:gd name="connsiteX45" fmla="*/ 6261271 w 6869224"/>
                <a:gd name="connsiteY45" fmla="*/ 1385099 h 6857999"/>
                <a:gd name="connsiteX46" fmla="*/ 5723557 w 6869224"/>
                <a:gd name="connsiteY46" fmla="*/ 1922813 h 6857999"/>
                <a:gd name="connsiteX47" fmla="*/ 5797894 w 6869224"/>
                <a:gd name="connsiteY47" fmla="*/ 2036968 h 6857999"/>
                <a:gd name="connsiteX48" fmla="*/ 6094912 w 6869224"/>
                <a:gd name="connsiteY48" fmla="*/ 2732060 h 6857999"/>
                <a:gd name="connsiteX49" fmla="*/ 6131099 w 6869224"/>
                <a:gd name="connsiteY49" fmla="*/ 2893510 h 6857999"/>
                <a:gd name="connsiteX50" fmla="*/ 6869224 w 6869224"/>
                <a:gd name="connsiteY50" fmla="*/ 2893510 h 6857999"/>
                <a:gd name="connsiteX51" fmla="*/ 6869224 w 6869224"/>
                <a:gd name="connsiteY51" fmla="*/ 4003350 h 6857999"/>
                <a:gd name="connsiteX52" fmla="*/ 6131101 w 6869224"/>
                <a:gd name="connsiteY52" fmla="*/ 4003350 h 6857999"/>
                <a:gd name="connsiteX53" fmla="*/ 6094912 w 6869224"/>
                <a:gd name="connsiteY53" fmla="*/ 4164809 h 6857999"/>
                <a:gd name="connsiteX54" fmla="*/ 5797894 w 6869224"/>
                <a:gd name="connsiteY54" fmla="*/ 4859901 h 6857999"/>
                <a:gd name="connsiteX55" fmla="*/ 5743001 w 6869224"/>
                <a:gd name="connsiteY55" fmla="*/ 4944197 h 6857999"/>
                <a:gd name="connsiteX56" fmla="*/ 6266478 w 6869224"/>
                <a:gd name="connsiteY56" fmla="*/ 5467673 h 6857999"/>
                <a:gd name="connsiteX57" fmla="*/ 5489204 w 6869224"/>
                <a:gd name="connsiteY57" fmla="*/ 6244947 h 6857999"/>
                <a:gd name="connsiteX58" fmla="*/ 4968982 w 6869224"/>
                <a:gd name="connsiteY58" fmla="*/ 5724725 h 6857999"/>
                <a:gd name="connsiteX59" fmla="*/ 4884876 w 6869224"/>
                <a:gd name="connsiteY59" fmla="*/ 5780490 h 6857999"/>
                <a:gd name="connsiteX60" fmla="*/ 4005360 w 6869224"/>
                <a:gd name="connsiteY60" fmla="*/ 6128487 h 6857999"/>
                <a:gd name="connsiteX61" fmla="*/ 3999717 w 6869224"/>
                <a:gd name="connsiteY61" fmla="*/ 6129348 h 6857999"/>
                <a:gd name="connsiteX62" fmla="*/ 3999717 w 6869224"/>
                <a:gd name="connsiteY62" fmla="*/ 6857999 h 6857999"/>
                <a:gd name="connsiteX63" fmla="*/ 2908195 w 6869224"/>
                <a:gd name="connsiteY63" fmla="*/ 6857999 h 6857999"/>
                <a:gd name="connsiteX64" fmla="*/ 2908195 w 6869224"/>
                <a:gd name="connsiteY64" fmla="*/ 6129324 h 6857999"/>
                <a:gd name="connsiteX65" fmla="*/ 2902709 w 6869224"/>
                <a:gd name="connsiteY65" fmla="*/ 6128487 h 6857999"/>
                <a:gd name="connsiteX66" fmla="*/ 2023193 w 6869224"/>
                <a:gd name="connsiteY66" fmla="*/ 5780490 h 6857999"/>
                <a:gd name="connsiteX67" fmla="*/ 1909441 w 6869224"/>
                <a:gd name="connsiteY67" fmla="*/ 5705069 h 6857999"/>
                <a:gd name="connsiteX68" fmla="*/ 1374782 w 6869224"/>
                <a:gd name="connsiteY68" fmla="*/ 6239728 h 6857999"/>
                <a:gd name="connsiteX69" fmla="*/ 607953 w 6869224"/>
                <a:gd name="connsiteY69" fmla="*/ 5472900 h 6857999"/>
                <a:gd name="connsiteX70" fmla="*/ 1153863 w 6869224"/>
                <a:gd name="connsiteY70" fmla="*/ 4926990 h 6857999"/>
                <a:gd name="connsiteX71" fmla="*/ 1110175 w 6869224"/>
                <a:gd name="connsiteY71" fmla="*/ 4859901 h 6857999"/>
                <a:gd name="connsiteX72" fmla="*/ 813157 w 6869224"/>
                <a:gd name="connsiteY72" fmla="*/ 4164809 h 6857999"/>
                <a:gd name="connsiteX73" fmla="*/ 776968 w 6869224"/>
                <a:gd name="connsiteY73" fmla="*/ 4003350 h 6857999"/>
                <a:gd name="connsiteX74" fmla="*/ 0 w 6869224"/>
                <a:gd name="connsiteY74" fmla="*/ 4003350 h 6857999"/>
                <a:gd name="connsiteX75" fmla="*/ 0 w 6869224"/>
                <a:gd name="connsiteY75" fmla="*/ 2893510 h 6857999"/>
                <a:gd name="connsiteX76" fmla="*/ 776969 w 6869224"/>
                <a:gd name="connsiteY76" fmla="*/ 2893510 h 6857999"/>
                <a:gd name="connsiteX77" fmla="*/ 813157 w 6869224"/>
                <a:gd name="connsiteY77" fmla="*/ 2732060 h 6857999"/>
                <a:gd name="connsiteX78" fmla="*/ 1110175 w 6869224"/>
                <a:gd name="connsiteY78" fmla="*/ 2036968 h 6857999"/>
                <a:gd name="connsiteX79" fmla="*/ 1170370 w 6869224"/>
                <a:gd name="connsiteY79" fmla="*/ 1944530 h 6857999"/>
                <a:gd name="connsiteX80" fmla="*/ 602738 w 6869224"/>
                <a:gd name="connsiteY80" fmla="*/ 1376898 h 6857999"/>
                <a:gd name="connsiteX81" fmla="*/ 1380013 w 6869224"/>
                <a:gd name="connsiteY81" fmla="*/ 599623 h 6857999"/>
                <a:gd name="connsiteX82" fmla="*/ 1947172 w 6869224"/>
                <a:gd name="connsiteY82" fmla="*/ 1166783 h 6857999"/>
                <a:gd name="connsiteX83" fmla="*/ 2023193 w 6869224"/>
                <a:gd name="connsiteY83" fmla="*/ 1116379 h 6857999"/>
                <a:gd name="connsiteX84" fmla="*/ 2902709 w 6869224"/>
                <a:gd name="connsiteY84" fmla="*/ 768382 h 6857999"/>
                <a:gd name="connsiteX85" fmla="*/ 2908195 w 6869224"/>
                <a:gd name="connsiteY85" fmla="*/ 76754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869224" h="6857999">
                  <a:moveTo>
                    <a:pt x="2999936" y="1694641"/>
                  </a:moveTo>
                  <a:lnTo>
                    <a:pt x="2999936" y="2068302"/>
                  </a:lnTo>
                  <a:lnTo>
                    <a:pt x="2870802" y="2094373"/>
                  </a:lnTo>
                  <a:cubicBezTo>
                    <a:pt x="2383424" y="2300521"/>
                    <a:pt x="2032348" y="2765842"/>
                    <a:pt x="1990367" y="3317566"/>
                  </a:cubicBezTo>
                  <a:lnTo>
                    <a:pt x="1986145" y="3428962"/>
                  </a:lnTo>
                  <a:lnTo>
                    <a:pt x="1986150" y="3428962"/>
                  </a:lnTo>
                  <a:lnTo>
                    <a:pt x="1986146" y="3429005"/>
                  </a:lnTo>
                  <a:lnTo>
                    <a:pt x="1986150" y="3429078"/>
                  </a:lnTo>
                  <a:lnTo>
                    <a:pt x="2002817" y="3594417"/>
                  </a:lnTo>
                  <a:lnTo>
                    <a:pt x="1996267" y="3594417"/>
                  </a:lnTo>
                  <a:lnTo>
                    <a:pt x="2015574" y="3720921"/>
                  </a:lnTo>
                  <a:cubicBezTo>
                    <a:pt x="2150638" y="4380961"/>
                    <a:pt x="2734644" y="4877469"/>
                    <a:pt x="3434613" y="4877469"/>
                  </a:cubicBezTo>
                  <a:cubicBezTo>
                    <a:pt x="4134583" y="4877469"/>
                    <a:pt x="4718588" y="4380961"/>
                    <a:pt x="4853652" y="3720921"/>
                  </a:cubicBezTo>
                  <a:lnTo>
                    <a:pt x="4872959" y="3594417"/>
                  </a:lnTo>
                  <a:lnTo>
                    <a:pt x="4866408" y="3594417"/>
                  </a:lnTo>
                  <a:lnTo>
                    <a:pt x="4883077" y="3429049"/>
                  </a:lnTo>
                  <a:lnTo>
                    <a:pt x="4883080" y="3429005"/>
                  </a:lnTo>
                  <a:lnTo>
                    <a:pt x="4883076" y="3428962"/>
                  </a:lnTo>
                  <a:lnTo>
                    <a:pt x="4883079" y="3428962"/>
                  </a:lnTo>
                  <a:lnTo>
                    <a:pt x="4878858" y="3317566"/>
                  </a:lnTo>
                  <a:cubicBezTo>
                    <a:pt x="4836877" y="2765842"/>
                    <a:pt x="4485801" y="2300521"/>
                    <a:pt x="3998423" y="2094373"/>
                  </a:cubicBezTo>
                  <a:lnTo>
                    <a:pt x="3869289" y="2068302"/>
                  </a:lnTo>
                  <a:lnTo>
                    <a:pt x="3869289" y="1694641"/>
                  </a:lnTo>
                  <a:lnTo>
                    <a:pt x="4132735" y="1776426"/>
                  </a:lnTo>
                  <a:cubicBezTo>
                    <a:pt x="4736229" y="2031679"/>
                    <a:pt x="5170937" y="2607856"/>
                    <a:pt x="5222918" y="3291017"/>
                  </a:cubicBezTo>
                  <a:lnTo>
                    <a:pt x="5228146" y="3428962"/>
                  </a:lnTo>
                  <a:lnTo>
                    <a:pt x="5228153" y="3428962"/>
                  </a:lnTo>
                  <a:lnTo>
                    <a:pt x="5228156" y="3429009"/>
                  </a:lnTo>
                  <a:cubicBezTo>
                    <a:pt x="5228156" y="4419551"/>
                    <a:pt x="4425164" y="5222545"/>
                    <a:pt x="3434620" y="5222545"/>
                  </a:cubicBezTo>
                  <a:cubicBezTo>
                    <a:pt x="2505989" y="5222545"/>
                    <a:pt x="1742191" y="4516789"/>
                    <a:pt x="1650344" y="3612387"/>
                  </a:cubicBezTo>
                  <a:lnTo>
                    <a:pt x="1641093" y="3429174"/>
                  </a:lnTo>
                  <a:lnTo>
                    <a:pt x="1641076" y="3429012"/>
                  </a:lnTo>
                  <a:cubicBezTo>
                    <a:pt x="1641076" y="2686106"/>
                    <a:pt x="2092762" y="2048696"/>
                    <a:pt x="2736490" y="1776426"/>
                  </a:cubicBezTo>
                  <a:close/>
                  <a:moveTo>
                    <a:pt x="3454034" y="1073798"/>
                  </a:moveTo>
                  <a:cubicBezTo>
                    <a:pt x="2142557" y="1073798"/>
                    <a:pt x="1079395" y="2136960"/>
                    <a:pt x="1079395" y="3448434"/>
                  </a:cubicBezTo>
                  <a:cubicBezTo>
                    <a:pt x="1079395" y="4759910"/>
                    <a:pt x="2142557" y="5823071"/>
                    <a:pt x="3454034" y="5823071"/>
                  </a:cubicBezTo>
                  <a:cubicBezTo>
                    <a:pt x="4765511" y="5823071"/>
                    <a:pt x="5828673" y="4759910"/>
                    <a:pt x="5828673" y="3448434"/>
                  </a:cubicBezTo>
                  <a:cubicBezTo>
                    <a:pt x="5828673" y="2136960"/>
                    <a:pt x="4765511" y="1073798"/>
                    <a:pt x="3454034" y="1073798"/>
                  </a:cubicBezTo>
                  <a:close/>
                  <a:moveTo>
                    <a:pt x="2908195" y="0"/>
                  </a:moveTo>
                  <a:lnTo>
                    <a:pt x="3999717" y="0"/>
                  </a:lnTo>
                  <a:lnTo>
                    <a:pt x="3999717" y="767521"/>
                  </a:lnTo>
                  <a:lnTo>
                    <a:pt x="4005360" y="768382"/>
                  </a:lnTo>
                  <a:cubicBezTo>
                    <a:pt x="4321875" y="833150"/>
                    <a:pt x="4618478" y="952581"/>
                    <a:pt x="4884876" y="1116379"/>
                  </a:cubicBezTo>
                  <a:lnTo>
                    <a:pt x="4951897" y="1160816"/>
                  </a:lnTo>
                  <a:lnTo>
                    <a:pt x="5494443" y="618271"/>
                  </a:lnTo>
                  <a:lnTo>
                    <a:pt x="6261271" y="1385099"/>
                  </a:lnTo>
                  <a:lnTo>
                    <a:pt x="5723557" y="1922813"/>
                  </a:lnTo>
                  <a:lnTo>
                    <a:pt x="5797894" y="2036968"/>
                  </a:lnTo>
                  <a:cubicBezTo>
                    <a:pt x="5927212" y="2251250"/>
                    <a:pt x="6027975" y="2484704"/>
                    <a:pt x="6094912" y="2732060"/>
                  </a:cubicBezTo>
                  <a:lnTo>
                    <a:pt x="6131099" y="2893510"/>
                  </a:lnTo>
                  <a:lnTo>
                    <a:pt x="6869224" y="2893510"/>
                  </a:lnTo>
                  <a:lnTo>
                    <a:pt x="6869224" y="4003350"/>
                  </a:lnTo>
                  <a:lnTo>
                    <a:pt x="6131101" y="4003350"/>
                  </a:lnTo>
                  <a:lnTo>
                    <a:pt x="6094912" y="4164809"/>
                  </a:lnTo>
                  <a:cubicBezTo>
                    <a:pt x="6027975" y="4412165"/>
                    <a:pt x="5927212" y="4645619"/>
                    <a:pt x="5797894" y="4859901"/>
                  </a:cubicBezTo>
                  <a:lnTo>
                    <a:pt x="5743001" y="4944197"/>
                  </a:lnTo>
                  <a:lnTo>
                    <a:pt x="6266478" y="5467673"/>
                  </a:lnTo>
                  <a:lnTo>
                    <a:pt x="5489204" y="6244947"/>
                  </a:lnTo>
                  <a:lnTo>
                    <a:pt x="4968982" y="5724725"/>
                  </a:lnTo>
                  <a:lnTo>
                    <a:pt x="4884876" y="5780490"/>
                  </a:lnTo>
                  <a:cubicBezTo>
                    <a:pt x="4618478" y="5944289"/>
                    <a:pt x="4321875" y="6063719"/>
                    <a:pt x="4005360" y="6128487"/>
                  </a:cubicBezTo>
                  <a:lnTo>
                    <a:pt x="3999717" y="6129348"/>
                  </a:lnTo>
                  <a:lnTo>
                    <a:pt x="3999717" y="6857999"/>
                  </a:lnTo>
                  <a:lnTo>
                    <a:pt x="2908195" y="6857999"/>
                  </a:lnTo>
                  <a:lnTo>
                    <a:pt x="2908195" y="6129324"/>
                  </a:lnTo>
                  <a:lnTo>
                    <a:pt x="2902709" y="6128487"/>
                  </a:lnTo>
                  <a:cubicBezTo>
                    <a:pt x="2586194" y="6063719"/>
                    <a:pt x="2289591" y="5944289"/>
                    <a:pt x="2023193" y="5780490"/>
                  </a:cubicBezTo>
                  <a:lnTo>
                    <a:pt x="1909441" y="5705069"/>
                  </a:lnTo>
                  <a:lnTo>
                    <a:pt x="1374782" y="6239728"/>
                  </a:lnTo>
                  <a:lnTo>
                    <a:pt x="607953" y="5472900"/>
                  </a:lnTo>
                  <a:lnTo>
                    <a:pt x="1153863" y="4926990"/>
                  </a:lnTo>
                  <a:lnTo>
                    <a:pt x="1110175" y="4859901"/>
                  </a:lnTo>
                  <a:cubicBezTo>
                    <a:pt x="980857" y="4645619"/>
                    <a:pt x="880094" y="4412165"/>
                    <a:pt x="813157" y="4164809"/>
                  </a:cubicBezTo>
                  <a:lnTo>
                    <a:pt x="776968" y="4003350"/>
                  </a:lnTo>
                  <a:lnTo>
                    <a:pt x="0" y="4003350"/>
                  </a:lnTo>
                  <a:lnTo>
                    <a:pt x="0" y="2893510"/>
                  </a:lnTo>
                  <a:lnTo>
                    <a:pt x="776969" y="2893510"/>
                  </a:lnTo>
                  <a:lnTo>
                    <a:pt x="813157" y="2732060"/>
                  </a:lnTo>
                  <a:cubicBezTo>
                    <a:pt x="880094" y="2484704"/>
                    <a:pt x="980857" y="2251250"/>
                    <a:pt x="1110175" y="2036968"/>
                  </a:cubicBezTo>
                  <a:lnTo>
                    <a:pt x="1170370" y="1944530"/>
                  </a:lnTo>
                  <a:lnTo>
                    <a:pt x="602738" y="1376898"/>
                  </a:lnTo>
                  <a:lnTo>
                    <a:pt x="1380013" y="599623"/>
                  </a:lnTo>
                  <a:lnTo>
                    <a:pt x="1947172" y="1166783"/>
                  </a:lnTo>
                  <a:lnTo>
                    <a:pt x="2023193" y="1116379"/>
                  </a:lnTo>
                  <a:cubicBezTo>
                    <a:pt x="2289591" y="952581"/>
                    <a:pt x="2586194" y="833151"/>
                    <a:pt x="2902709" y="768382"/>
                  </a:cubicBezTo>
                  <a:lnTo>
                    <a:pt x="2908195" y="767545"/>
                  </a:lnTo>
                  <a:close/>
                </a:path>
              </a:pathLst>
            </a:custGeom>
            <a:grp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sp>
          <p:nvSpPr>
            <p:cNvPr id="2599" name="Rectangle 2598">
              <a:extLst>
                <a:ext uri="{FF2B5EF4-FFF2-40B4-BE49-F238E27FC236}">
                  <a16:creationId xmlns:a16="http://schemas.microsoft.com/office/drawing/2014/main" id="{9E499BA8-4EDC-C4D0-927D-AD398C25DA64}"/>
                </a:ext>
                <a:ext uri="{C183D7F6-B498-43B3-948B-1728B52AA6E4}">
                  <adec:decorative xmlns:adec="http://schemas.microsoft.com/office/drawing/2017/decorative" val="1"/>
                </a:ext>
              </a:extLst>
            </p:cNvPr>
            <p:cNvSpPr/>
            <p:nvPr/>
          </p:nvSpPr>
          <p:spPr>
            <a:xfrm>
              <a:off x="10734033" y="5150928"/>
              <a:ext cx="35923" cy="35922"/>
            </a:xfrm>
            <a:prstGeom prst="rect">
              <a:avLst/>
            </a:pr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2752" name="Group 2751">
            <a:extLst>
              <a:ext uri="{FF2B5EF4-FFF2-40B4-BE49-F238E27FC236}">
                <a16:creationId xmlns:a16="http://schemas.microsoft.com/office/drawing/2014/main" id="{782D2471-873E-186B-0885-F7B6A4FCD13E}"/>
              </a:ext>
              <a:ext uri="{C183D7F6-B498-43B3-948B-1728B52AA6E4}">
                <adec:decorative xmlns:adec="http://schemas.microsoft.com/office/drawing/2017/decorative" val="1"/>
              </a:ext>
            </a:extLst>
          </p:cNvPr>
          <p:cNvGrpSpPr>
            <a:grpSpLocks noChangeAspect="1"/>
          </p:cNvGrpSpPr>
          <p:nvPr/>
        </p:nvGrpSpPr>
        <p:grpSpPr>
          <a:xfrm>
            <a:off x="11106038" y="5049527"/>
            <a:ext cx="446200" cy="457200"/>
            <a:chOff x="11106038" y="5049527"/>
            <a:chExt cx="446200" cy="457200"/>
          </a:xfrm>
          <a:solidFill>
            <a:schemeClr val="accent2"/>
          </a:solidFill>
        </p:grpSpPr>
        <p:sp>
          <p:nvSpPr>
            <p:cNvPr id="2625" name="Freeform: Shape 2624">
              <a:extLst>
                <a:ext uri="{FF2B5EF4-FFF2-40B4-BE49-F238E27FC236}">
                  <a16:creationId xmlns:a16="http://schemas.microsoft.com/office/drawing/2014/main" id="{82626D4E-590F-7A1D-8006-5D4B06616014}"/>
                </a:ext>
                <a:ext uri="{C183D7F6-B498-43B3-948B-1728B52AA6E4}">
                  <adec:decorative xmlns:adec="http://schemas.microsoft.com/office/drawing/2017/decorative" val="1"/>
                </a:ext>
              </a:extLst>
            </p:cNvPr>
            <p:cNvSpPr/>
            <p:nvPr/>
          </p:nvSpPr>
          <p:spPr>
            <a:xfrm>
              <a:off x="11106038" y="5049527"/>
              <a:ext cx="446200" cy="444628"/>
            </a:xfrm>
            <a:custGeom>
              <a:avLst/>
              <a:gdLst>
                <a:gd name="connsiteX0" fmla="*/ 5471280 w 6693003"/>
                <a:gd name="connsiteY0" fmla="*/ 4159201 h 6669426"/>
                <a:gd name="connsiteX1" fmla="*/ 5913490 w 6693003"/>
                <a:gd name="connsiteY1" fmla="*/ 4268575 h 6669426"/>
                <a:gd name="connsiteX2" fmla="*/ 6338562 w 6693003"/>
                <a:gd name="connsiteY2" fmla="*/ 4571363 h 6669426"/>
                <a:gd name="connsiteX3" fmla="*/ 6587241 w 6693003"/>
                <a:gd name="connsiteY3" fmla="*/ 4954836 h 6669426"/>
                <a:gd name="connsiteX4" fmla="*/ 6683987 w 6693003"/>
                <a:gd name="connsiteY4" fmla="*/ 5311874 h 6669426"/>
                <a:gd name="connsiteX5" fmla="*/ 6671697 w 6693003"/>
                <a:gd name="connsiteY5" fmla="*/ 5694703 h 6669426"/>
                <a:gd name="connsiteX6" fmla="*/ 6533611 w 6693003"/>
                <a:gd name="connsiteY6" fmla="*/ 6092877 h 6669426"/>
                <a:gd name="connsiteX7" fmla="*/ 6364690 w 6693003"/>
                <a:gd name="connsiteY7" fmla="*/ 6332378 h 6669426"/>
                <a:gd name="connsiteX8" fmla="*/ 5927076 w 6693003"/>
                <a:gd name="connsiteY8" fmla="*/ 6660507 h 6669426"/>
                <a:gd name="connsiteX9" fmla="*/ 5898089 w 6693003"/>
                <a:gd name="connsiteY9" fmla="*/ 6669426 h 6669426"/>
                <a:gd name="connsiteX10" fmla="*/ 5898089 w 6693003"/>
                <a:gd name="connsiteY10" fmla="*/ 6250004 h 6669426"/>
                <a:gd name="connsiteX11" fmla="*/ 6168368 w 6693003"/>
                <a:gd name="connsiteY11" fmla="*/ 6005765 h 6669426"/>
                <a:gd name="connsiteX12" fmla="*/ 6323247 w 6693003"/>
                <a:gd name="connsiteY12" fmla="*/ 5317587 h 6669426"/>
                <a:gd name="connsiteX13" fmla="*/ 6128592 w 6693003"/>
                <a:gd name="connsiteY13" fmla="*/ 4876909 h 6669426"/>
                <a:gd name="connsiteX14" fmla="*/ 5681313 w 6693003"/>
                <a:gd name="connsiteY14" fmla="*/ 4559725 h 6669426"/>
                <a:gd name="connsiteX15" fmla="*/ 5155142 w 6693003"/>
                <a:gd name="connsiteY15" fmla="*/ 4537692 h 6669426"/>
                <a:gd name="connsiteX16" fmla="*/ 4654194 w 6693003"/>
                <a:gd name="connsiteY16" fmla="*/ 4848023 h 6669426"/>
                <a:gd name="connsiteX17" fmla="*/ 4425679 w 6693003"/>
                <a:gd name="connsiteY17" fmla="*/ 5385613 h 6669426"/>
                <a:gd name="connsiteX18" fmla="*/ 4467860 w 6693003"/>
                <a:gd name="connsiteY18" fmla="*/ 5756631 h 6669426"/>
                <a:gd name="connsiteX19" fmla="*/ 4738745 w 6693003"/>
                <a:gd name="connsiteY19" fmla="*/ 6174584 h 6669426"/>
                <a:gd name="connsiteX20" fmla="*/ 4864227 w 6693003"/>
                <a:gd name="connsiteY20" fmla="*/ 6246020 h 6669426"/>
                <a:gd name="connsiteX21" fmla="*/ 4864227 w 6693003"/>
                <a:gd name="connsiteY21" fmla="*/ 6663949 h 6669426"/>
                <a:gd name="connsiteX22" fmla="*/ 4397108 w 6693003"/>
                <a:gd name="connsiteY22" fmla="*/ 6340071 h 6669426"/>
                <a:gd name="connsiteX23" fmla="*/ 4099718 w 6693003"/>
                <a:gd name="connsiteY23" fmla="*/ 5761848 h 6669426"/>
                <a:gd name="connsiteX24" fmla="*/ 4070691 w 6693003"/>
                <a:gd name="connsiteY24" fmla="*/ 5363988 h 6669426"/>
                <a:gd name="connsiteX25" fmla="*/ 4346597 w 6693003"/>
                <a:gd name="connsiteY25" fmla="*/ 4657155 h 6669426"/>
                <a:gd name="connsiteX26" fmla="*/ 4833857 w 6693003"/>
                <a:gd name="connsiteY26" fmla="*/ 4273376 h 6669426"/>
                <a:gd name="connsiteX27" fmla="*/ 5181725 w 6693003"/>
                <a:gd name="connsiteY27" fmla="*/ 4173275 h 6669426"/>
                <a:gd name="connsiteX28" fmla="*/ 5471280 w 6693003"/>
                <a:gd name="connsiteY28" fmla="*/ 4159201 h 6669426"/>
                <a:gd name="connsiteX29" fmla="*/ 1453973 w 6693003"/>
                <a:gd name="connsiteY29" fmla="*/ 2261839 h 6669426"/>
                <a:gd name="connsiteX30" fmla="*/ 1514363 w 6693003"/>
                <a:gd name="connsiteY30" fmla="*/ 2318983 h 6669426"/>
                <a:gd name="connsiteX31" fmla="*/ 1482265 w 6693003"/>
                <a:gd name="connsiteY31" fmla="*/ 2340463 h 6669426"/>
                <a:gd name="connsiteX32" fmla="*/ 1453973 w 6693003"/>
                <a:gd name="connsiteY32" fmla="*/ 2261839 h 6669426"/>
                <a:gd name="connsiteX33" fmla="*/ 1272992 w 6693003"/>
                <a:gd name="connsiteY33" fmla="*/ 1804354 h 6669426"/>
                <a:gd name="connsiteX34" fmla="*/ 1245673 w 6693003"/>
                <a:gd name="connsiteY34" fmla="*/ 1814827 h 6669426"/>
                <a:gd name="connsiteX35" fmla="*/ 1272992 w 6693003"/>
                <a:gd name="connsiteY35" fmla="*/ 1804354 h 6669426"/>
                <a:gd name="connsiteX36" fmla="*/ 852068 w 6693003"/>
                <a:gd name="connsiteY36" fmla="*/ 1720512 h 6669426"/>
                <a:gd name="connsiteX37" fmla="*/ 1087375 w 6693003"/>
                <a:gd name="connsiteY37" fmla="*/ 1804320 h 6669426"/>
                <a:gd name="connsiteX38" fmla="*/ 1077190 w 6693003"/>
                <a:gd name="connsiteY38" fmla="*/ 1816043 h 6669426"/>
                <a:gd name="connsiteX39" fmla="*/ 857406 w 6693003"/>
                <a:gd name="connsiteY39" fmla="*/ 1733409 h 6669426"/>
                <a:gd name="connsiteX40" fmla="*/ 852068 w 6693003"/>
                <a:gd name="connsiteY40" fmla="*/ 1720512 h 6669426"/>
                <a:gd name="connsiteX41" fmla="*/ 1560365 w 6693003"/>
                <a:gd name="connsiteY41" fmla="*/ 1693276 h 6669426"/>
                <a:gd name="connsiteX42" fmla="*/ 1553385 w 6693003"/>
                <a:gd name="connsiteY42" fmla="*/ 1719910 h 6669426"/>
                <a:gd name="connsiteX43" fmla="*/ 1313519 w 6693003"/>
                <a:gd name="connsiteY43" fmla="*/ 1816338 h 6669426"/>
                <a:gd name="connsiteX44" fmla="*/ 1299908 w 6693003"/>
                <a:gd name="connsiteY44" fmla="*/ 1807302 h 6669426"/>
                <a:gd name="connsiteX45" fmla="*/ 1560365 w 6693003"/>
                <a:gd name="connsiteY45" fmla="*/ 1693276 h 6669426"/>
                <a:gd name="connsiteX46" fmla="*/ 2285373 w 6693003"/>
                <a:gd name="connsiteY46" fmla="*/ 1620941 h 6669426"/>
                <a:gd name="connsiteX47" fmla="*/ 2293609 w 6693003"/>
                <a:gd name="connsiteY47" fmla="*/ 1631415 h 6669426"/>
                <a:gd name="connsiteX48" fmla="*/ 2280339 w 6693003"/>
                <a:gd name="connsiteY48" fmla="*/ 1627619 h 6669426"/>
                <a:gd name="connsiteX49" fmla="*/ 2285373 w 6693003"/>
                <a:gd name="connsiteY49" fmla="*/ 1620941 h 6669426"/>
                <a:gd name="connsiteX50" fmla="*/ 1028778 w 6693003"/>
                <a:gd name="connsiteY50" fmla="*/ 1026263 h 6669426"/>
                <a:gd name="connsiteX51" fmla="*/ 1312251 w 6693003"/>
                <a:gd name="connsiteY51" fmla="*/ 1026263 h 6669426"/>
                <a:gd name="connsiteX52" fmla="*/ 1312251 w 6693003"/>
                <a:gd name="connsiteY52" fmla="*/ 1309775 h 6669426"/>
                <a:gd name="connsiteX53" fmla="*/ 1028778 w 6693003"/>
                <a:gd name="connsiteY53" fmla="*/ 1309775 h 6669426"/>
                <a:gd name="connsiteX54" fmla="*/ 920734 w 6693003"/>
                <a:gd name="connsiteY54" fmla="*/ 568891 h 6669426"/>
                <a:gd name="connsiteX55" fmla="*/ 951024 w 6693003"/>
                <a:gd name="connsiteY55" fmla="*/ 574955 h 6669426"/>
                <a:gd name="connsiteX56" fmla="*/ 854025 w 6693003"/>
                <a:gd name="connsiteY56" fmla="*/ 629110 h 6669426"/>
                <a:gd name="connsiteX57" fmla="*/ 860931 w 6693003"/>
                <a:gd name="connsiteY57" fmla="*/ 606850 h 6669426"/>
                <a:gd name="connsiteX58" fmla="*/ 873749 w 6693003"/>
                <a:gd name="connsiteY58" fmla="*/ 591321 h 6669426"/>
                <a:gd name="connsiteX59" fmla="*/ 878633 w 6693003"/>
                <a:gd name="connsiteY59" fmla="*/ 587207 h 6669426"/>
                <a:gd name="connsiteX60" fmla="*/ 1372936 w 6693003"/>
                <a:gd name="connsiteY60" fmla="*/ 542382 h 6669426"/>
                <a:gd name="connsiteX61" fmla="*/ 1378451 w 6693003"/>
                <a:gd name="connsiteY61" fmla="*/ 543016 h 6669426"/>
                <a:gd name="connsiteX62" fmla="*/ 1378137 w 6693003"/>
                <a:gd name="connsiteY62" fmla="*/ 542826 h 6669426"/>
                <a:gd name="connsiteX63" fmla="*/ 1213108 w 6693003"/>
                <a:gd name="connsiteY63" fmla="*/ 536256 h 6669426"/>
                <a:gd name="connsiteX64" fmla="*/ 1096458 w 6693003"/>
                <a:gd name="connsiteY64" fmla="*/ 543783 h 6669426"/>
                <a:gd name="connsiteX65" fmla="*/ 950127 w 6693003"/>
                <a:gd name="connsiteY65" fmla="*/ 572389 h 6669426"/>
                <a:gd name="connsiteX66" fmla="*/ 888854 w 6693003"/>
                <a:gd name="connsiteY66" fmla="*/ 578601 h 6669426"/>
                <a:gd name="connsiteX67" fmla="*/ 878633 w 6693003"/>
                <a:gd name="connsiteY67" fmla="*/ 587207 h 6669426"/>
                <a:gd name="connsiteX68" fmla="*/ 876311 w 6693003"/>
                <a:gd name="connsiteY68" fmla="*/ 588218 h 6669426"/>
                <a:gd name="connsiteX69" fmla="*/ 873749 w 6693003"/>
                <a:gd name="connsiteY69" fmla="*/ 591321 h 6669426"/>
                <a:gd name="connsiteX70" fmla="*/ 862361 w 6693003"/>
                <a:gd name="connsiteY70" fmla="*/ 600913 h 6669426"/>
                <a:gd name="connsiteX71" fmla="*/ 847188 w 6693003"/>
                <a:gd name="connsiteY71" fmla="*/ 631011 h 6669426"/>
                <a:gd name="connsiteX72" fmla="*/ 831334 w 6693003"/>
                <a:gd name="connsiteY72" fmla="*/ 638893 h 6669426"/>
                <a:gd name="connsiteX73" fmla="*/ 819059 w 6693003"/>
                <a:gd name="connsiteY73" fmla="*/ 651328 h 6669426"/>
                <a:gd name="connsiteX74" fmla="*/ 810970 w 6693003"/>
                <a:gd name="connsiteY74" fmla="*/ 659520 h 6669426"/>
                <a:gd name="connsiteX75" fmla="*/ 694594 w 6693003"/>
                <a:gd name="connsiteY75" fmla="*/ 769523 h 6669426"/>
                <a:gd name="connsiteX76" fmla="*/ 630076 w 6693003"/>
                <a:gd name="connsiteY76" fmla="*/ 854685 h 6669426"/>
                <a:gd name="connsiteX77" fmla="*/ 594819 w 6693003"/>
                <a:gd name="connsiteY77" fmla="*/ 876570 h 6669426"/>
                <a:gd name="connsiteX78" fmla="*/ 633089 w 6693003"/>
                <a:gd name="connsiteY78" fmla="*/ 854719 h 6669426"/>
                <a:gd name="connsiteX79" fmla="*/ 569250 w 6693003"/>
                <a:gd name="connsiteY79" fmla="*/ 1015362 h 6669426"/>
                <a:gd name="connsiteX80" fmla="*/ 553853 w 6693003"/>
                <a:gd name="connsiteY80" fmla="*/ 990653 h 6669426"/>
                <a:gd name="connsiteX81" fmla="*/ 565875 w 6693003"/>
                <a:gd name="connsiteY81" fmla="*/ 1022488 h 6669426"/>
                <a:gd name="connsiteX82" fmla="*/ 562077 w 6693003"/>
                <a:gd name="connsiteY82" fmla="*/ 1041529 h 6669426"/>
                <a:gd name="connsiteX83" fmla="*/ 553346 w 6693003"/>
                <a:gd name="connsiteY83" fmla="*/ 1048873 h 6669426"/>
                <a:gd name="connsiteX84" fmla="*/ 547966 w 6693003"/>
                <a:gd name="connsiteY84" fmla="*/ 1102367 h 6669426"/>
                <a:gd name="connsiteX85" fmla="*/ 598202 w 6693003"/>
                <a:gd name="connsiteY85" fmla="*/ 1427580 h 6669426"/>
                <a:gd name="connsiteX86" fmla="*/ 717943 w 6693003"/>
                <a:gd name="connsiteY86" fmla="*/ 1609305 h 6669426"/>
                <a:gd name="connsiteX87" fmla="*/ 852518 w 6693003"/>
                <a:gd name="connsiteY87" fmla="*/ 1723193 h 6669426"/>
                <a:gd name="connsiteX88" fmla="*/ 857406 w 6693003"/>
                <a:gd name="connsiteY88" fmla="*/ 1733409 h 6669426"/>
                <a:gd name="connsiteX89" fmla="*/ 1077190 w 6693003"/>
                <a:gd name="connsiteY89" fmla="*/ 1816044 h 6669426"/>
                <a:gd name="connsiteX90" fmla="*/ 1095776 w 6693003"/>
                <a:gd name="connsiteY90" fmla="*/ 1803765 h 6669426"/>
                <a:gd name="connsiteX91" fmla="*/ 1115058 w 6693003"/>
                <a:gd name="connsiteY91" fmla="*/ 1815038 h 6669426"/>
                <a:gd name="connsiteX92" fmla="*/ 1143911 w 6693003"/>
                <a:gd name="connsiteY92" fmla="*/ 1811477 h 6669426"/>
                <a:gd name="connsiteX93" fmla="*/ 1246494 w 6693003"/>
                <a:gd name="connsiteY93" fmla="*/ 1817050 h 6669426"/>
                <a:gd name="connsiteX94" fmla="*/ 1281455 w 6693003"/>
                <a:gd name="connsiteY94" fmla="*/ 1803762 h 6669426"/>
                <a:gd name="connsiteX95" fmla="*/ 1300946 w 6693003"/>
                <a:gd name="connsiteY95" fmla="*/ 1809716 h 6669426"/>
                <a:gd name="connsiteX96" fmla="*/ 1313519 w 6693003"/>
                <a:gd name="connsiteY96" fmla="*/ 1816338 h 6669426"/>
                <a:gd name="connsiteX97" fmla="*/ 1553385 w 6693003"/>
                <a:gd name="connsiteY97" fmla="*/ 1719911 h 6669426"/>
                <a:gd name="connsiteX98" fmla="*/ 1563151 w 6693003"/>
                <a:gd name="connsiteY98" fmla="*/ 1689632 h 6669426"/>
                <a:gd name="connsiteX99" fmla="*/ 1570701 w 6693003"/>
                <a:gd name="connsiteY99" fmla="*/ 1691475 h 6669426"/>
                <a:gd name="connsiteX100" fmla="*/ 1584093 w 6693003"/>
                <a:gd name="connsiteY100" fmla="*/ 1691589 h 6669426"/>
                <a:gd name="connsiteX101" fmla="*/ 1568041 w 6693003"/>
                <a:gd name="connsiteY101" fmla="*/ 1690257 h 6669426"/>
                <a:gd name="connsiteX102" fmla="*/ 1589394 w 6693003"/>
                <a:gd name="connsiteY102" fmla="*/ 1671949 h 6669426"/>
                <a:gd name="connsiteX103" fmla="*/ 1590720 w 6693003"/>
                <a:gd name="connsiteY103" fmla="*/ 1691646 h 6669426"/>
                <a:gd name="connsiteX104" fmla="*/ 1591626 w 6693003"/>
                <a:gd name="connsiteY104" fmla="*/ 1691653 h 6669426"/>
                <a:gd name="connsiteX105" fmla="*/ 1593716 w 6693003"/>
                <a:gd name="connsiteY105" fmla="*/ 1666821 h 6669426"/>
                <a:gd name="connsiteX106" fmla="*/ 1666665 w 6693003"/>
                <a:gd name="connsiteY106" fmla="*/ 1602701 h 6669426"/>
                <a:gd name="connsiteX107" fmla="*/ 1684382 w 6693003"/>
                <a:gd name="connsiteY107" fmla="*/ 1599859 h 6669426"/>
                <a:gd name="connsiteX108" fmla="*/ 1688425 w 6693003"/>
                <a:gd name="connsiteY108" fmla="*/ 1597590 h 6669426"/>
                <a:gd name="connsiteX109" fmla="*/ 1683101 w 6693003"/>
                <a:gd name="connsiteY109" fmla="*/ 1599936 h 6669426"/>
                <a:gd name="connsiteX110" fmla="*/ 1663675 w 6693003"/>
                <a:gd name="connsiteY110" fmla="*/ 1602668 h 6669426"/>
                <a:gd name="connsiteX111" fmla="*/ 1683720 w 6693003"/>
                <a:gd name="connsiteY111" fmla="*/ 1578143 h 6669426"/>
                <a:gd name="connsiteX112" fmla="*/ 1691841 w 6693003"/>
                <a:gd name="connsiteY112" fmla="*/ 1595673 h 6669426"/>
                <a:gd name="connsiteX113" fmla="*/ 1692536 w 6693003"/>
                <a:gd name="connsiteY113" fmla="*/ 1595283 h 6669426"/>
                <a:gd name="connsiteX114" fmla="*/ 1685022 w 6693003"/>
                <a:gd name="connsiteY114" fmla="*/ 1572261 h 6669426"/>
                <a:gd name="connsiteX115" fmla="*/ 1692554 w 6693003"/>
                <a:gd name="connsiteY115" fmla="*/ 1569484 h 6669426"/>
                <a:gd name="connsiteX116" fmla="*/ 1723898 w 6693003"/>
                <a:gd name="connsiteY116" fmla="*/ 1553969 h 6669426"/>
                <a:gd name="connsiteX117" fmla="*/ 1825210 w 6693003"/>
                <a:gd name="connsiteY117" fmla="*/ 1325089 h 6669426"/>
                <a:gd name="connsiteX118" fmla="*/ 1787183 w 6693003"/>
                <a:gd name="connsiteY118" fmla="*/ 1445151 h 6669426"/>
                <a:gd name="connsiteX119" fmla="*/ 1723898 w 6693003"/>
                <a:gd name="connsiteY119" fmla="*/ 1553969 h 6669426"/>
                <a:gd name="connsiteX120" fmla="*/ 1689460 w 6693003"/>
                <a:gd name="connsiteY120" fmla="*/ 1568607 h 6669426"/>
                <a:gd name="connsiteX121" fmla="*/ 1812375 w 6693003"/>
                <a:gd name="connsiteY121" fmla="*/ 1310908 h 6669426"/>
                <a:gd name="connsiteX122" fmla="*/ 1821435 w 6693003"/>
                <a:gd name="connsiteY122" fmla="*/ 1317765 h 6669426"/>
                <a:gd name="connsiteX123" fmla="*/ 1825207 w 6693003"/>
                <a:gd name="connsiteY123" fmla="*/ 1325084 h 6669426"/>
                <a:gd name="connsiteX124" fmla="*/ 1821862 w 6693003"/>
                <a:gd name="connsiteY124" fmla="*/ 1316751 h 6669426"/>
                <a:gd name="connsiteX125" fmla="*/ 1815794 w 6693003"/>
                <a:gd name="connsiteY125" fmla="*/ 1302795 h 6669426"/>
                <a:gd name="connsiteX126" fmla="*/ 1823050 w 6693003"/>
                <a:gd name="connsiteY126" fmla="*/ 1201937 h 6669426"/>
                <a:gd name="connsiteX127" fmla="*/ 1818495 w 6693003"/>
                <a:gd name="connsiteY127" fmla="*/ 1035891 h 6669426"/>
                <a:gd name="connsiteX128" fmla="*/ 1784218 w 6693003"/>
                <a:gd name="connsiteY128" fmla="*/ 942326 h 6669426"/>
                <a:gd name="connsiteX129" fmla="*/ 1779106 w 6693003"/>
                <a:gd name="connsiteY129" fmla="*/ 921460 h 6669426"/>
                <a:gd name="connsiteX130" fmla="*/ 1768520 w 6693003"/>
                <a:gd name="connsiteY130" fmla="*/ 903401 h 6669426"/>
                <a:gd name="connsiteX131" fmla="*/ 1413289 w 6693003"/>
                <a:gd name="connsiteY131" fmla="*/ 570159 h 6669426"/>
                <a:gd name="connsiteX132" fmla="*/ 1396601 w 6693003"/>
                <a:gd name="connsiteY132" fmla="*/ 554056 h 6669426"/>
                <a:gd name="connsiteX133" fmla="*/ 1385895 w 6693003"/>
                <a:gd name="connsiteY133" fmla="*/ 547543 h 6669426"/>
                <a:gd name="connsiteX134" fmla="*/ 1397033 w 6693003"/>
                <a:gd name="connsiteY134" fmla="*/ 555142 h 6669426"/>
                <a:gd name="connsiteX135" fmla="*/ 1413958 w 6693003"/>
                <a:gd name="connsiteY135" fmla="*/ 572744 h 6669426"/>
                <a:gd name="connsiteX136" fmla="*/ 1338760 w 6693003"/>
                <a:gd name="connsiteY136" fmla="*/ 552764 h 6669426"/>
                <a:gd name="connsiteX137" fmla="*/ 1359688 w 6693003"/>
                <a:gd name="connsiteY137" fmla="*/ 541251 h 6669426"/>
                <a:gd name="connsiteX138" fmla="*/ 1356217 w 6693003"/>
                <a:gd name="connsiteY138" fmla="*/ 540954 h 6669426"/>
                <a:gd name="connsiteX139" fmla="*/ 1329155 w 6693003"/>
                <a:gd name="connsiteY139" fmla="*/ 552928 h 6669426"/>
                <a:gd name="connsiteX140" fmla="*/ 1213108 w 6693003"/>
                <a:gd name="connsiteY140" fmla="*/ 536256 h 6669426"/>
                <a:gd name="connsiteX141" fmla="*/ 1322787 w 6693003"/>
                <a:gd name="connsiteY141" fmla="*/ 256494 h 6669426"/>
                <a:gd name="connsiteX142" fmla="*/ 1658375 w 6693003"/>
                <a:gd name="connsiteY142" fmla="*/ 367736 h 6669426"/>
                <a:gd name="connsiteX143" fmla="*/ 1663231 w 6693003"/>
                <a:gd name="connsiteY143" fmla="*/ 376990 h 6669426"/>
                <a:gd name="connsiteX144" fmla="*/ 1667293 w 6693003"/>
                <a:gd name="connsiteY144" fmla="*/ 391905 h 6669426"/>
                <a:gd name="connsiteX145" fmla="*/ 1600818 w 6693003"/>
                <a:gd name="connsiteY145" fmla="*/ 359731 h 6669426"/>
                <a:gd name="connsiteX146" fmla="*/ 1537701 w 6693003"/>
                <a:gd name="connsiteY146" fmla="*/ 332593 h 6669426"/>
                <a:gd name="connsiteX147" fmla="*/ 1351422 w 6693003"/>
                <a:gd name="connsiteY147" fmla="*/ 275256 h 6669426"/>
                <a:gd name="connsiteX148" fmla="*/ 1322787 w 6693003"/>
                <a:gd name="connsiteY148" fmla="*/ 256494 h 6669426"/>
                <a:gd name="connsiteX149" fmla="*/ 1027899 w 6693003"/>
                <a:gd name="connsiteY149" fmla="*/ 0 h 6669426"/>
                <a:gd name="connsiteX150" fmla="*/ 1316214 w 6693003"/>
                <a:gd name="connsiteY150" fmla="*/ 0 h 6669426"/>
                <a:gd name="connsiteX151" fmla="*/ 1319884 w 6693003"/>
                <a:gd name="connsiteY151" fmla="*/ 254664 h 6669426"/>
                <a:gd name="connsiteX152" fmla="*/ 1351422 w 6693003"/>
                <a:gd name="connsiteY152" fmla="*/ 275257 h 6669426"/>
                <a:gd name="connsiteX153" fmla="*/ 1537701 w 6693003"/>
                <a:gd name="connsiteY153" fmla="*/ 332594 h 6669426"/>
                <a:gd name="connsiteX154" fmla="*/ 1667293 w 6693003"/>
                <a:gd name="connsiteY154" fmla="*/ 391905 h 6669426"/>
                <a:gd name="connsiteX155" fmla="*/ 1663587 w 6693003"/>
                <a:gd name="connsiteY155" fmla="*/ 376949 h 6669426"/>
                <a:gd name="connsiteX156" fmla="*/ 1661220 w 6693003"/>
                <a:gd name="connsiteY156" fmla="*/ 367397 h 6669426"/>
                <a:gd name="connsiteX157" fmla="*/ 1723397 w 6693003"/>
                <a:gd name="connsiteY157" fmla="*/ 292095 h 6669426"/>
                <a:gd name="connsiteX158" fmla="*/ 1769086 w 6693003"/>
                <a:gd name="connsiteY158" fmla="*/ 237909 h 6669426"/>
                <a:gd name="connsiteX159" fmla="*/ 1791772 w 6693003"/>
                <a:gd name="connsiteY159" fmla="*/ 229345 h 6669426"/>
                <a:gd name="connsiteX160" fmla="*/ 1791840 w 6693003"/>
                <a:gd name="connsiteY160" fmla="*/ 229296 h 6669426"/>
                <a:gd name="connsiteX161" fmla="*/ 1771604 w 6693003"/>
                <a:gd name="connsiteY161" fmla="*/ 236782 h 6669426"/>
                <a:gd name="connsiteX162" fmla="*/ 1825025 w 6693003"/>
                <a:gd name="connsiteY162" fmla="*/ 167199 h 6669426"/>
                <a:gd name="connsiteX163" fmla="*/ 1869748 w 6693003"/>
                <a:gd name="connsiteY163" fmla="*/ 203449 h 6669426"/>
                <a:gd name="connsiteX164" fmla="*/ 1840806 w 6693003"/>
                <a:gd name="connsiteY164" fmla="*/ 200711 h 6669426"/>
                <a:gd name="connsiteX165" fmla="*/ 1803696 w 6693003"/>
                <a:gd name="connsiteY165" fmla="*/ 220401 h 6669426"/>
                <a:gd name="connsiteX166" fmla="*/ 1803531 w 6693003"/>
                <a:gd name="connsiteY166" fmla="*/ 220526 h 6669426"/>
                <a:gd name="connsiteX167" fmla="*/ 1803696 w 6693003"/>
                <a:gd name="connsiteY167" fmla="*/ 220402 h 6669426"/>
                <a:gd name="connsiteX168" fmla="*/ 1840807 w 6693003"/>
                <a:gd name="connsiteY168" fmla="*/ 200713 h 6669426"/>
                <a:gd name="connsiteX169" fmla="*/ 1870805 w 6693003"/>
                <a:gd name="connsiteY169" fmla="*/ 205876 h 6669426"/>
                <a:gd name="connsiteX170" fmla="*/ 1972602 w 6693003"/>
                <a:gd name="connsiteY170" fmla="*/ 291399 h 6669426"/>
                <a:gd name="connsiteX171" fmla="*/ 2049571 w 6693003"/>
                <a:gd name="connsiteY171" fmla="*/ 354142 h 6669426"/>
                <a:gd name="connsiteX172" fmla="*/ 1908624 w 6693003"/>
                <a:gd name="connsiteY172" fmla="*/ 524246 h 6669426"/>
                <a:gd name="connsiteX173" fmla="*/ 1907875 w 6693003"/>
                <a:gd name="connsiteY173" fmla="*/ 593846 h 6669426"/>
                <a:gd name="connsiteX174" fmla="*/ 2045411 w 6693003"/>
                <a:gd name="connsiteY174" fmla="*/ 825397 h 6669426"/>
                <a:gd name="connsiteX175" fmla="*/ 2068990 w 6693003"/>
                <a:gd name="connsiteY175" fmla="*/ 864474 h 6669426"/>
                <a:gd name="connsiteX176" fmla="*/ 2082912 w 6693003"/>
                <a:gd name="connsiteY176" fmla="*/ 862735 h 6669426"/>
                <a:gd name="connsiteX177" fmla="*/ 2174768 w 6693003"/>
                <a:gd name="connsiteY177" fmla="*/ 838956 h 6669426"/>
                <a:gd name="connsiteX178" fmla="*/ 2206361 w 6693003"/>
                <a:gd name="connsiteY178" fmla="*/ 832061 h 6669426"/>
                <a:gd name="connsiteX179" fmla="*/ 2204754 w 6693003"/>
                <a:gd name="connsiteY179" fmla="*/ 842020 h 6669426"/>
                <a:gd name="connsiteX180" fmla="*/ 2200212 w 6693003"/>
                <a:gd name="connsiteY180" fmla="*/ 848062 h 6669426"/>
                <a:gd name="connsiteX181" fmla="*/ 2205141 w 6693003"/>
                <a:gd name="connsiteY181" fmla="*/ 842084 h 6669426"/>
                <a:gd name="connsiteX182" fmla="*/ 2209468 w 6693003"/>
                <a:gd name="connsiteY182" fmla="*/ 832560 h 6669426"/>
                <a:gd name="connsiteX183" fmla="*/ 2223290 w 6693003"/>
                <a:gd name="connsiteY183" fmla="*/ 834323 h 6669426"/>
                <a:gd name="connsiteX184" fmla="*/ 2249593 w 6693003"/>
                <a:gd name="connsiteY184" fmla="*/ 829841 h 6669426"/>
                <a:gd name="connsiteX185" fmla="*/ 2278920 w 6693003"/>
                <a:gd name="connsiteY185" fmla="*/ 824843 h 6669426"/>
                <a:gd name="connsiteX186" fmla="*/ 2327791 w 6693003"/>
                <a:gd name="connsiteY186" fmla="*/ 820290 h 6669426"/>
                <a:gd name="connsiteX187" fmla="*/ 2382495 w 6693003"/>
                <a:gd name="connsiteY187" fmla="*/ 1097240 h 6669426"/>
                <a:gd name="connsiteX188" fmla="*/ 2122273 w 6693003"/>
                <a:gd name="connsiteY188" fmla="*/ 1143610 h 6669426"/>
                <a:gd name="connsiteX189" fmla="*/ 2099089 w 6693003"/>
                <a:gd name="connsiteY189" fmla="*/ 1318652 h 6669426"/>
                <a:gd name="connsiteX190" fmla="*/ 2092391 w 6693003"/>
                <a:gd name="connsiteY190" fmla="*/ 1368929 h 6669426"/>
                <a:gd name="connsiteX191" fmla="*/ 2078453 w 6693003"/>
                <a:gd name="connsiteY191" fmla="*/ 1398635 h 6669426"/>
                <a:gd name="connsiteX192" fmla="*/ 2071689 w 6693003"/>
                <a:gd name="connsiteY192" fmla="*/ 1418654 h 6669426"/>
                <a:gd name="connsiteX193" fmla="*/ 2062910 w 6693003"/>
                <a:gd name="connsiteY193" fmla="*/ 1455444 h 6669426"/>
                <a:gd name="connsiteX194" fmla="*/ 2070348 w 6693003"/>
                <a:gd name="connsiteY194" fmla="*/ 1501790 h 6669426"/>
                <a:gd name="connsiteX195" fmla="*/ 2106286 w 6693003"/>
                <a:gd name="connsiteY195" fmla="*/ 1523324 h 6669426"/>
                <a:gd name="connsiteX196" fmla="*/ 2282892 w 6693003"/>
                <a:gd name="connsiteY196" fmla="*/ 1619729 h 6669426"/>
                <a:gd name="connsiteX197" fmla="*/ 2278918 w 6693003"/>
                <a:gd name="connsiteY197" fmla="*/ 1626116 h 6669426"/>
                <a:gd name="connsiteX198" fmla="*/ 2224910 w 6693003"/>
                <a:gd name="connsiteY198" fmla="*/ 1594406 h 6669426"/>
                <a:gd name="connsiteX199" fmla="*/ 2280339 w 6693003"/>
                <a:gd name="connsiteY199" fmla="*/ 1627620 h 6669426"/>
                <a:gd name="connsiteX200" fmla="*/ 2293065 w 6693003"/>
                <a:gd name="connsiteY200" fmla="*/ 1633835 h 6669426"/>
                <a:gd name="connsiteX201" fmla="*/ 2285538 w 6693003"/>
                <a:gd name="connsiteY201" fmla="*/ 1649266 h 6669426"/>
                <a:gd name="connsiteX202" fmla="*/ 2253648 w 6693003"/>
                <a:gd name="connsiteY202" fmla="*/ 1659399 h 6669426"/>
                <a:gd name="connsiteX203" fmla="*/ 2253645 w 6693003"/>
                <a:gd name="connsiteY203" fmla="*/ 1659407 h 6669426"/>
                <a:gd name="connsiteX204" fmla="*/ 2283612 w 6693003"/>
                <a:gd name="connsiteY204" fmla="*/ 1649940 h 6669426"/>
                <a:gd name="connsiteX205" fmla="*/ 2227659 w 6693003"/>
                <a:gd name="connsiteY205" fmla="*/ 1733399 h 6669426"/>
                <a:gd name="connsiteX206" fmla="*/ 2240993 w 6693003"/>
                <a:gd name="connsiteY206" fmla="*/ 1686282 h 6669426"/>
                <a:gd name="connsiteX207" fmla="*/ 2224898 w 6693003"/>
                <a:gd name="connsiteY207" fmla="*/ 1732867 h 6669426"/>
                <a:gd name="connsiteX208" fmla="*/ 2217460 w 6693003"/>
                <a:gd name="connsiteY208" fmla="*/ 1771816 h 6669426"/>
                <a:gd name="connsiteX209" fmla="*/ 2184822 w 6693003"/>
                <a:gd name="connsiteY209" fmla="*/ 1781940 h 6669426"/>
                <a:gd name="connsiteX210" fmla="*/ 2184787 w 6693003"/>
                <a:gd name="connsiteY210" fmla="*/ 1782012 h 6669426"/>
                <a:gd name="connsiteX211" fmla="*/ 2215040 w 6693003"/>
                <a:gd name="connsiteY211" fmla="*/ 1773032 h 6669426"/>
                <a:gd name="connsiteX212" fmla="*/ 2158209 w 6693003"/>
                <a:gd name="connsiteY212" fmla="*/ 1856869 h 6669426"/>
                <a:gd name="connsiteX213" fmla="*/ 2171583 w 6693003"/>
                <a:gd name="connsiteY213" fmla="*/ 1809067 h 6669426"/>
                <a:gd name="connsiteX214" fmla="*/ 2171619 w 6693003"/>
                <a:gd name="connsiteY214" fmla="*/ 1808990 h 6669426"/>
                <a:gd name="connsiteX215" fmla="*/ 2171582 w 6693003"/>
                <a:gd name="connsiteY215" fmla="*/ 1809068 h 6669426"/>
                <a:gd name="connsiteX216" fmla="*/ 2155446 w 6693003"/>
                <a:gd name="connsiteY216" fmla="*/ 1856337 h 6669426"/>
                <a:gd name="connsiteX217" fmla="*/ 2080885 w 6693003"/>
                <a:gd name="connsiteY217" fmla="*/ 1839232 h 6669426"/>
                <a:gd name="connsiteX218" fmla="*/ 1950345 w 6693003"/>
                <a:gd name="connsiteY218" fmla="*/ 1765834 h 6669426"/>
                <a:gd name="connsiteX219" fmla="*/ 1891470 w 6693003"/>
                <a:gd name="connsiteY219" fmla="*/ 1778105 h 6669426"/>
                <a:gd name="connsiteX220" fmla="*/ 1696609 w 6693003"/>
                <a:gd name="connsiteY220" fmla="*/ 1949073 h 6669426"/>
                <a:gd name="connsiteX221" fmla="*/ 1649655 w 6693003"/>
                <a:gd name="connsiteY221" fmla="*/ 1964043 h 6669426"/>
                <a:gd name="connsiteX222" fmla="*/ 1745639 w 6693003"/>
                <a:gd name="connsiteY222" fmla="*/ 2235139 h 6669426"/>
                <a:gd name="connsiteX223" fmla="*/ 1517345 w 6693003"/>
                <a:gd name="connsiteY223" fmla="*/ 2318582 h 6669426"/>
                <a:gd name="connsiteX224" fmla="*/ 1454494 w 6693003"/>
                <a:gd name="connsiteY224" fmla="*/ 2258901 h 6669426"/>
                <a:gd name="connsiteX225" fmla="*/ 1446375 w 6693003"/>
                <a:gd name="connsiteY225" fmla="*/ 2237278 h 6669426"/>
                <a:gd name="connsiteX226" fmla="*/ 1443662 w 6693003"/>
                <a:gd name="connsiteY226" fmla="*/ 2230985 h 6669426"/>
                <a:gd name="connsiteX227" fmla="*/ 1439062 w 6693003"/>
                <a:gd name="connsiteY227" fmla="*/ 2220316 h 6669426"/>
                <a:gd name="connsiteX228" fmla="*/ 1431115 w 6693003"/>
                <a:gd name="connsiteY228" fmla="*/ 2198255 h 6669426"/>
                <a:gd name="connsiteX229" fmla="*/ 1426605 w 6693003"/>
                <a:gd name="connsiteY229" fmla="*/ 2186488 h 6669426"/>
                <a:gd name="connsiteX230" fmla="*/ 1415910 w 6693003"/>
                <a:gd name="connsiteY230" fmla="*/ 2158581 h 6669426"/>
                <a:gd name="connsiteX231" fmla="*/ 1407791 w 6693003"/>
                <a:gd name="connsiteY231" fmla="*/ 2136958 h 6669426"/>
                <a:gd name="connsiteX232" fmla="*/ 1405076 w 6693003"/>
                <a:gd name="connsiteY232" fmla="*/ 2130663 h 6669426"/>
                <a:gd name="connsiteX233" fmla="*/ 1400476 w 6693003"/>
                <a:gd name="connsiteY233" fmla="*/ 2119997 h 6669426"/>
                <a:gd name="connsiteX234" fmla="*/ 1380038 w 6693003"/>
                <a:gd name="connsiteY234" fmla="*/ 2083128 h 6669426"/>
                <a:gd name="connsiteX235" fmla="*/ 1046428 w 6693003"/>
                <a:gd name="connsiteY235" fmla="*/ 2086763 h 6669426"/>
                <a:gd name="connsiteX236" fmla="*/ 1024755 w 6693003"/>
                <a:gd name="connsiteY236" fmla="*/ 2066475 h 6669426"/>
                <a:gd name="connsiteX237" fmla="*/ 1024611 w 6693003"/>
                <a:gd name="connsiteY237" fmla="*/ 2066504 h 6669426"/>
                <a:gd name="connsiteX238" fmla="*/ 1043508 w 6693003"/>
                <a:gd name="connsiteY238" fmla="*/ 2085244 h 6669426"/>
                <a:gd name="connsiteX239" fmla="*/ 1029620 w 6693003"/>
                <a:gd name="connsiteY239" fmla="*/ 2096434 h 6669426"/>
                <a:gd name="connsiteX240" fmla="*/ 955074 w 6693003"/>
                <a:gd name="connsiteY240" fmla="*/ 2311822 h 6669426"/>
                <a:gd name="connsiteX241" fmla="*/ 940790 w 6693003"/>
                <a:gd name="connsiteY241" fmla="*/ 2283308 h 6669426"/>
                <a:gd name="connsiteX242" fmla="*/ 952516 w 6693003"/>
                <a:gd name="connsiteY242" fmla="*/ 2313228 h 6669426"/>
                <a:gd name="connsiteX243" fmla="*/ 922385 w 6693003"/>
                <a:gd name="connsiteY243" fmla="*/ 2333217 h 6669426"/>
                <a:gd name="connsiteX244" fmla="*/ 879433 w 6693003"/>
                <a:gd name="connsiteY244" fmla="*/ 2303714 h 6669426"/>
                <a:gd name="connsiteX245" fmla="*/ 920084 w 6693003"/>
                <a:gd name="connsiteY245" fmla="*/ 2332214 h 6669426"/>
                <a:gd name="connsiteX246" fmla="*/ 670160 w 6693003"/>
                <a:gd name="connsiteY246" fmla="*/ 2255197 h 6669426"/>
                <a:gd name="connsiteX247" fmla="*/ 751688 w 6693003"/>
                <a:gd name="connsiteY247" fmla="*/ 1999567 h 6669426"/>
                <a:gd name="connsiteX248" fmla="*/ 757463 w 6693003"/>
                <a:gd name="connsiteY248" fmla="*/ 2047127 h 6669426"/>
                <a:gd name="connsiteX249" fmla="*/ 752256 w 6693003"/>
                <a:gd name="connsiteY249" fmla="*/ 1996526 h 6669426"/>
                <a:gd name="connsiteX250" fmla="*/ 551174 w 6693003"/>
                <a:gd name="connsiteY250" fmla="*/ 1853361 h 6669426"/>
                <a:gd name="connsiteX251" fmla="*/ 508127 w 6693003"/>
                <a:gd name="connsiteY251" fmla="*/ 1803680 h 6669426"/>
                <a:gd name="connsiteX252" fmla="*/ 447545 w 6693003"/>
                <a:gd name="connsiteY252" fmla="*/ 1793215 h 6669426"/>
                <a:gd name="connsiteX253" fmla="*/ 361622 w 6693003"/>
                <a:gd name="connsiteY253" fmla="*/ 1835145 h 6669426"/>
                <a:gd name="connsiteX254" fmla="*/ 314504 w 6693003"/>
                <a:gd name="connsiteY254" fmla="*/ 1872896 h 6669426"/>
                <a:gd name="connsiteX255" fmla="*/ 305902 w 6693003"/>
                <a:gd name="connsiteY255" fmla="*/ 1879528 h 6669426"/>
                <a:gd name="connsiteX256" fmla="*/ 258237 w 6693003"/>
                <a:gd name="connsiteY256" fmla="*/ 1903996 h 6669426"/>
                <a:gd name="connsiteX257" fmla="*/ 248492 w 6693003"/>
                <a:gd name="connsiteY257" fmla="*/ 1904254 h 6669426"/>
                <a:gd name="connsiteX258" fmla="*/ 119799 w 6693003"/>
                <a:gd name="connsiteY258" fmla="*/ 1689300 h 6669426"/>
                <a:gd name="connsiteX259" fmla="*/ 195792 w 6693003"/>
                <a:gd name="connsiteY259" fmla="*/ 1632849 h 6669426"/>
                <a:gd name="connsiteX260" fmla="*/ 323872 w 6693003"/>
                <a:gd name="connsiteY260" fmla="*/ 1551355 h 6669426"/>
                <a:gd name="connsiteX261" fmla="*/ 323885 w 6693003"/>
                <a:gd name="connsiteY261" fmla="*/ 1551343 h 6669426"/>
                <a:gd name="connsiteX262" fmla="*/ 323873 w 6693003"/>
                <a:gd name="connsiteY262" fmla="*/ 1551354 h 6669426"/>
                <a:gd name="connsiteX263" fmla="*/ 195793 w 6693003"/>
                <a:gd name="connsiteY263" fmla="*/ 1632848 h 6669426"/>
                <a:gd name="connsiteX264" fmla="*/ 119398 w 6693003"/>
                <a:gd name="connsiteY264" fmla="*/ 1686515 h 6669426"/>
                <a:gd name="connsiteX265" fmla="*/ 102220 w 6693003"/>
                <a:gd name="connsiteY265" fmla="*/ 1665057 h 6669426"/>
                <a:gd name="connsiteX266" fmla="*/ 326669 w 6693003"/>
                <a:gd name="connsiteY266" fmla="*/ 1520554 h 6669426"/>
                <a:gd name="connsiteX267" fmla="*/ 339167 w 6693003"/>
                <a:gd name="connsiteY267" fmla="*/ 1529206 h 6669426"/>
                <a:gd name="connsiteX268" fmla="*/ 339699 w 6693003"/>
                <a:gd name="connsiteY268" fmla="*/ 1537248 h 6669426"/>
                <a:gd name="connsiteX269" fmla="*/ 339855 w 6693003"/>
                <a:gd name="connsiteY269" fmla="*/ 1537110 h 6669426"/>
                <a:gd name="connsiteX270" fmla="*/ 327826 w 6693003"/>
                <a:gd name="connsiteY270" fmla="*/ 1518084 h 6669426"/>
                <a:gd name="connsiteX271" fmla="*/ 319923 w 6693003"/>
                <a:gd name="connsiteY271" fmla="*/ 1495828 h 6669426"/>
                <a:gd name="connsiteX272" fmla="*/ 313285 w 6693003"/>
                <a:gd name="connsiteY272" fmla="*/ 1473930 h 6669426"/>
                <a:gd name="connsiteX273" fmla="*/ 289242 w 6693003"/>
                <a:gd name="connsiteY273" fmla="*/ 1394607 h 6669426"/>
                <a:gd name="connsiteX274" fmla="*/ 265172 w 6693003"/>
                <a:gd name="connsiteY274" fmla="*/ 1277756 h 6669426"/>
                <a:gd name="connsiteX275" fmla="*/ 255974 w 6693003"/>
                <a:gd name="connsiteY275" fmla="*/ 1199035 h 6669426"/>
                <a:gd name="connsiteX276" fmla="*/ 229073 w 6693003"/>
                <a:gd name="connsiteY276" fmla="*/ 1171966 h 6669426"/>
                <a:gd name="connsiteX277" fmla="*/ 0 w 6693003"/>
                <a:gd name="connsiteY277" fmla="*/ 1138587 h 6669426"/>
                <a:gd name="connsiteX278" fmla="*/ 43640 w 6693003"/>
                <a:gd name="connsiteY278" fmla="*/ 851734 h 6669426"/>
                <a:gd name="connsiteX279" fmla="*/ 194912 w 6693003"/>
                <a:gd name="connsiteY279" fmla="*/ 873585 h 6669426"/>
                <a:gd name="connsiteX280" fmla="*/ 269306 w 6693003"/>
                <a:gd name="connsiteY280" fmla="*/ 885188 h 6669426"/>
                <a:gd name="connsiteX281" fmla="*/ 315912 w 6693003"/>
                <a:gd name="connsiteY281" fmla="*/ 854787 h 6669426"/>
                <a:gd name="connsiteX282" fmla="*/ 460852 w 6693003"/>
                <a:gd name="connsiteY282" fmla="*/ 594418 h 6669426"/>
                <a:gd name="connsiteX283" fmla="*/ 456070 w 6693003"/>
                <a:gd name="connsiteY283" fmla="*/ 539337 h 6669426"/>
                <a:gd name="connsiteX284" fmla="*/ 328812 w 6693003"/>
                <a:gd name="connsiteY284" fmla="*/ 388818 h 6669426"/>
                <a:gd name="connsiteX285" fmla="*/ 324638 w 6693003"/>
                <a:gd name="connsiteY285" fmla="*/ 360289 h 6669426"/>
                <a:gd name="connsiteX286" fmla="*/ 533959 w 6693003"/>
                <a:gd name="connsiteY286" fmla="*/ 185471 h 6669426"/>
                <a:gd name="connsiteX287" fmla="*/ 639036 w 6693003"/>
                <a:gd name="connsiteY287" fmla="*/ 313702 h 6669426"/>
                <a:gd name="connsiteX288" fmla="*/ 702428 w 6693003"/>
                <a:gd name="connsiteY288" fmla="*/ 379000 h 6669426"/>
                <a:gd name="connsiteX289" fmla="*/ 717714 w 6693003"/>
                <a:gd name="connsiteY289" fmla="*/ 387334 h 6669426"/>
                <a:gd name="connsiteX290" fmla="*/ 718055 w 6693003"/>
                <a:gd name="connsiteY290" fmla="*/ 387402 h 6669426"/>
                <a:gd name="connsiteX291" fmla="*/ 705226 w 6693003"/>
                <a:gd name="connsiteY291" fmla="*/ 379598 h 6669426"/>
                <a:gd name="connsiteX292" fmla="*/ 999318 w 6693003"/>
                <a:gd name="connsiteY292" fmla="*/ 263280 h 6669426"/>
                <a:gd name="connsiteX293" fmla="*/ 1024733 w 6693003"/>
                <a:gd name="connsiteY293" fmla="*/ 260038 h 6669426"/>
                <a:gd name="connsiteX294" fmla="*/ 1027747 w 6693003"/>
                <a:gd name="connsiteY294" fmla="*/ 274497 h 6669426"/>
                <a:gd name="connsiteX295" fmla="*/ 1027899 w 6693003"/>
                <a:gd name="connsiteY295" fmla="*/ 259892 h 6669426"/>
                <a:gd name="connsiteX296" fmla="*/ 1027899 w 6693003"/>
                <a:gd name="connsiteY296" fmla="*/ 0 h 666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6693003" h="6669426">
                  <a:moveTo>
                    <a:pt x="5471280" y="4159201"/>
                  </a:moveTo>
                  <a:cubicBezTo>
                    <a:pt x="5624422" y="4167672"/>
                    <a:pt x="5772567" y="4204643"/>
                    <a:pt x="5913490" y="4268575"/>
                  </a:cubicBezTo>
                  <a:cubicBezTo>
                    <a:pt x="6075174" y="4341936"/>
                    <a:pt x="6217842" y="4441614"/>
                    <a:pt x="6338562" y="4571363"/>
                  </a:cubicBezTo>
                  <a:cubicBezTo>
                    <a:pt x="6443685" y="4684352"/>
                    <a:pt x="6525934" y="4812089"/>
                    <a:pt x="6587241" y="4954836"/>
                  </a:cubicBezTo>
                  <a:cubicBezTo>
                    <a:pt x="6636690" y="5069985"/>
                    <a:pt x="6668428" y="5189032"/>
                    <a:pt x="6683987" y="5311874"/>
                  </a:cubicBezTo>
                  <a:cubicBezTo>
                    <a:pt x="6700143" y="5439408"/>
                    <a:pt x="6693707" y="5566816"/>
                    <a:pt x="6671697" y="5694703"/>
                  </a:cubicBezTo>
                  <a:cubicBezTo>
                    <a:pt x="6647385" y="5835940"/>
                    <a:pt x="6604206" y="5969854"/>
                    <a:pt x="6533611" y="6092877"/>
                  </a:cubicBezTo>
                  <a:cubicBezTo>
                    <a:pt x="6485182" y="6177287"/>
                    <a:pt x="6425486" y="6256007"/>
                    <a:pt x="6364690" y="6332378"/>
                  </a:cubicBezTo>
                  <a:cubicBezTo>
                    <a:pt x="6247772" y="6479250"/>
                    <a:pt x="6096775" y="6584875"/>
                    <a:pt x="5927076" y="6660507"/>
                  </a:cubicBezTo>
                  <a:lnTo>
                    <a:pt x="5898089" y="6669426"/>
                  </a:lnTo>
                  <a:lnTo>
                    <a:pt x="5898089" y="6250004"/>
                  </a:lnTo>
                  <a:lnTo>
                    <a:pt x="6168368" y="6005765"/>
                  </a:lnTo>
                  <a:cubicBezTo>
                    <a:pt x="6308239" y="5796832"/>
                    <a:pt x="6365609" y="5568866"/>
                    <a:pt x="6323247" y="5317587"/>
                  </a:cubicBezTo>
                  <a:cubicBezTo>
                    <a:pt x="6295588" y="5153499"/>
                    <a:pt x="6232811" y="5007043"/>
                    <a:pt x="6128592" y="4876909"/>
                  </a:cubicBezTo>
                  <a:cubicBezTo>
                    <a:pt x="6009411" y="4728089"/>
                    <a:pt x="5860850" y="4620663"/>
                    <a:pt x="5681313" y="4559725"/>
                  </a:cubicBezTo>
                  <a:cubicBezTo>
                    <a:pt x="5509155" y="4501286"/>
                    <a:pt x="5331174" y="4491959"/>
                    <a:pt x="5155142" y="4537692"/>
                  </a:cubicBezTo>
                  <a:cubicBezTo>
                    <a:pt x="4957595" y="4589028"/>
                    <a:pt x="4788328" y="4689404"/>
                    <a:pt x="4654194" y="4848023"/>
                  </a:cubicBezTo>
                  <a:cubicBezTo>
                    <a:pt x="4521844" y="5004537"/>
                    <a:pt x="4445174" y="5183767"/>
                    <a:pt x="4425679" y="5385613"/>
                  </a:cubicBezTo>
                  <a:cubicBezTo>
                    <a:pt x="4413586" y="5510820"/>
                    <a:pt x="4427148" y="5635918"/>
                    <a:pt x="4467860" y="5756631"/>
                  </a:cubicBezTo>
                  <a:cubicBezTo>
                    <a:pt x="4522637" y="5919037"/>
                    <a:pt x="4610009" y="6059191"/>
                    <a:pt x="4738745" y="6174584"/>
                  </a:cubicBezTo>
                  <a:lnTo>
                    <a:pt x="4864227" y="6246020"/>
                  </a:lnTo>
                  <a:lnTo>
                    <a:pt x="4864227" y="6663949"/>
                  </a:lnTo>
                  <a:lnTo>
                    <a:pt x="4397108" y="6340071"/>
                  </a:lnTo>
                  <a:cubicBezTo>
                    <a:pt x="4249607" y="6173004"/>
                    <a:pt x="4149993" y="5980038"/>
                    <a:pt x="4099718" y="5761848"/>
                  </a:cubicBezTo>
                  <a:cubicBezTo>
                    <a:pt x="4069442" y="5630457"/>
                    <a:pt x="4059949" y="5496959"/>
                    <a:pt x="4070691" y="5363988"/>
                  </a:cubicBezTo>
                  <a:cubicBezTo>
                    <a:pt x="4091868" y="5101943"/>
                    <a:pt x="4182713" y="4863441"/>
                    <a:pt x="4346597" y="4657155"/>
                  </a:cubicBezTo>
                  <a:cubicBezTo>
                    <a:pt x="4478036" y="4491715"/>
                    <a:pt x="4639523" y="4360261"/>
                    <a:pt x="4833857" y="4273376"/>
                  </a:cubicBezTo>
                  <a:cubicBezTo>
                    <a:pt x="4944826" y="4223754"/>
                    <a:pt x="5059653" y="4183804"/>
                    <a:pt x="5181725" y="4173275"/>
                  </a:cubicBezTo>
                  <a:cubicBezTo>
                    <a:pt x="5278023" y="4164977"/>
                    <a:pt x="5375280" y="4153897"/>
                    <a:pt x="5471280" y="4159201"/>
                  </a:cubicBezTo>
                  <a:close/>
                  <a:moveTo>
                    <a:pt x="1453973" y="2261839"/>
                  </a:moveTo>
                  <a:cubicBezTo>
                    <a:pt x="1474155" y="2278074"/>
                    <a:pt x="1493814" y="2297250"/>
                    <a:pt x="1514363" y="2318983"/>
                  </a:cubicBezTo>
                  <a:cubicBezTo>
                    <a:pt x="1505043" y="2327398"/>
                    <a:pt x="1494834" y="2333254"/>
                    <a:pt x="1482265" y="2340463"/>
                  </a:cubicBezTo>
                  <a:cubicBezTo>
                    <a:pt x="1471594" y="2312437"/>
                    <a:pt x="1462522" y="2288608"/>
                    <a:pt x="1453973" y="2261839"/>
                  </a:cubicBezTo>
                  <a:close/>
                  <a:moveTo>
                    <a:pt x="1272992" y="1804354"/>
                  </a:moveTo>
                  <a:cubicBezTo>
                    <a:pt x="1270459" y="1819710"/>
                    <a:pt x="1265361" y="1834928"/>
                    <a:pt x="1245673" y="1814827"/>
                  </a:cubicBezTo>
                  <a:cubicBezTo>
                    <a:pt x="1253320" y="1809677"/>
                    <a:pt x="1261789" y="1806748"/>
                    <a:pt x="1272992" y="1804354"/>
                  </a:cubicBezTo>
                  <a:close/>
                  <a:moveTo>
                    <a:pt x="852068" y="1720512"/>
                  </a:moveTo>
                  <a:cubicBezTo>
                    <a:pt x="924723" y="1758471"/>
                    <a:pt x="1001659" y="1788746"/>
                    <a:pt x="1087375" y="1804320"/>
                  </a:cubicBezTo>
                  <a:cubicBezTo>
                    <a:pt x="1086049" y="1808797"/>
                    <a:pt x="1081069" y="1816559"/>
                    <a:pt x="1077190" y="1816043"/>
                  </a:cubicBezTo>
                  <a:cubicBezTo>
                    <a:pt x="997641" y="1805458"/>
                    <a:pt x="922839" y="1781636"/>
                    <a:pt x="857406" y="1733409"/>
                  </a:cubicBezTo>
                  <a:cubicBezTo>
                    <a:pt x="854724" y="1731431"/>
                    <a:pt x="854101" y="1726661"/>
                    <a:pt x="852068" y="1720512"/>
                  </a:cubicBezTo>
                  <a:close/>
                  <a:moveTo>
                    <a:pt x="1560365" y="1693276"/>
                  </a:moveTo>
                  <a:cubicBezTo>
                    <a:pt x="1559610" y="1701385"/>
                    <a:pt x="1559781" y="1714615"/>
                    <a:pt x="1553385" y="1719910"/>
                  </a:cubicBezTo>
                  <a:cubicBezTo>
                    <a:pt x="1483876" y="1777446"/>
                    <a:pt x="1400951" y="1802883"/>
                    <a:pt x="1313519" y="1816338"/>
                  </a:cubicBezTo>
                  <a:cubicBezTo>
                    <a:pt x="1309758" y="1816917"/>
                    <a:pt x="1305157" y="1812047"/>
                    <a:pt x="1299908" y="1807302"/>
                  </a:cubicBezTo>
                  <a:cubicBezTo>
                    <a:pt x="1391812" y="1783432"/>
                    <a:pt x="1478757" y="1747851"/>
                    <a:pt x="1560365" y="1693276"/>
                  </a:cubicBezTo>
                  <a:close/>
                  <a:moveTo>
                    <a:pt x="2285373" y="1620941"/>
                  </a:moveTo>
                  <a:cubicBezTo>
                    <a:pt x="2289027" y="1622788"/>
                    <a:pt x="2291590" y="1625892"/>
                    <a:pt x="2293609" y="1631415"/>
                  </a:cubicBezTo>
                  <a:cubicBezTo>
                    <a:pt x="2289297" y="1632264"/>
                    <a:pt x="2285528" y="1630694"/>
                    <a:pt x="2280339" y="1627619"/>
                  </a:cubicBezTo>
                  <a:cubicBezTo>
                    <a:pt x="2280899" y="1625074"/>
                    <a:pt x="2282687" y="1623769"/>
                    <a:pt x="2285373" y="1620941"/>
                  </a:cubicBezTo>
                  <a:close/>
                  <a:moveTo>
                    <a:pt x="1028778" y="1026263"/>
                  </a:moveTo>
                  <a:lnTo>
                    <a:pt x="1312251" y="1026263"/>
                  </a:lnTo>
                  <a:lnTo>
                    <a:pt x="1312251" y="1309775"/>
                  </a:lnTo>
                  <a:lnTo>
                    <a:pt x="1028778" y="1309775"/>
                  </a:lnTo>
                  <a:close/>
                  <a:moveTo>
                    <a:pt x="920734" y="568891"/>
                  </a:moveTo>
                  <a:cubicBezTo>
                    <a:pt x="931321" y="568036"/>
                    <a:pt x="941805" y="569826"/>
                    <a:pt x="951024" y="574955"/>
                  </a:cubicBezTo>
                  <a:cubicBezTo>
                    <a:pt x="920201" y="594638"/>
                    <a:pt x="888483" y="611755"/>
                    <a:pt x="854025" y="629110"/>
                  </a:cubicBezTo>
                  <a:cubicBezTo>
                    <a:pt x="854588" y="621282"/>
                    <a:pt x="857053" y="613764"/>
                    <a:pt x="860931" y="606850"/>
                  </a:cubicBezTo>
                  <a:lnTo>
                    <a:pt x="873749" y="591321"/>
                  </a:lnTo>
                  <a:lnTo>
                    <a:pt x="878633" y="587207"/>
                  </a:lnTo>
                  <a:close/>
                  <a:moveTo>
                    <a:pt x="1372936" y="542382"/>
                  </a:moveTo>
                  <a:lnTo>
                    <a:pt x="1378451" y="543016"/>
                  </a:lnTo>
                  <a:lnTo>
                    <a:pt x="1378137" y="542826"/>
                  </a:lnTo>
                  <a:close/>
                  <a:moveTo>
                    <a:pt x="1213108" y="536256"/>
                  </a:moveTo>
                  <a:cubicBezTo>
                    <a:pt x="1174250" y="535133"/>
                    <a:pt x="1135290" y="538044"/>
                    <a:pt x="1096458" y="543783"/>
                  </a:cubicBezTo>
                  <a:cubicBezTo>
                    <a:pt x="1047681" y="550995"/>
                    <a:pt x="1000058" y="566008"/>
                    <a:pt x="950127" y="572389"/>
                  </a:cubicBezTo>
                  <a:cubicBezTo>
                    <a:pt x="932137" y="563415"/>
                    <a:pt x="908862" y="567158"/>
                    <a:pt x="888854" y="578601"/>
                  </a:cubicBezTo>
                  <a:lnTo>
                    <a:pt x="878633" y="587207"/>
                  </a:lnTo>
                  <a:lnTo>
                    <a:pt x="876311" y="588218"/>
                  </a:lnTo>
                  <a:lnTo>
                    <a:pt x="873749" y="591321"/>
                  </a:lnTo>
                  <a:lnTo>
                    <a:pt x="862361" y="600913"/>
                  </a:lnTo>
                  <a:cubicBezTo>
                    <a:pt x="855061" y="609856"/>
                    <a:pt x="849647" y="620098"/>
                    <a:pt x="847188" y="631011"/>
                  </a:cubicBezTo>
                  <a:cubicBezTo>
                    <a:pt x="843705" y="633567"/>
                    <a:pt x="840222" y="636124"/>
                    <a:pt x="831334" y="638893"/>
                  </a:cubicBezTo>
                  <a:lnTo>
                    <a:pt x="819059" y="651328"/>
                  </a:lnTo>
                  <a:lnTo>
                    <a:pt x="810970" y="659520"/>
                  </a:lnTo>
                  <a:cubicBezTo>
                    <a:pt x="771931" y="695958"/>
                    <a:pt x="730842" y="730492"/>
                    <a:pt x="694594" y="769523"/>
                  </a:cubicBezTo>
                  <a:cubicBezTo>
                    <a:pt x="671398" y="794499"/>
                    <a:pt x="655351" y="826114"/>
                    <a:pt x="630076" y="854685"/>
                  </a:cubicBezTo>
                  <a:cubicBezTo>
                    <a:pt x="617944" y="861810"/>
                    <a:pt x="599516" y="866108"/>
                    <a:pt x="594819" y="876570"/>
                  </a:cubicBezTo>
                  <a:cubicBezTo>
                    <a:pt x="599517" y="866108"/>
                    <a:pt x="617945" y="861810"/>
                    <a:pt x="633089" y="854719"/>
                  </a:cubicBezTo>
                  <a:cubicBezTo>
                    <a:pt x="614668" y="907821"/>
                    <a:pt x="593237" y="960889"/>
                    <a:pt x="569250" y="1015362"/>
                  </a:cubicBezTo>
                  <a:cubicBezTo>
                    <a:pt x="562099" y="1007968"/>
                    <a:pt x="551806" y="997454"/>
                    <a:pt x="553853" y="990653"/>
                  </a:cubicBezTo>
                  <a:cubicBezTo>
                    <a:pt x="551805" y="997454"/>
                    <a:pt x="562099" y="1007968"/>
                    <a:pt x="565875" y="1022488"/>
                  </a:cubicBezTo>
                  <a:cubicBezTo>
                    <a:pt x="565409" y="1028230"/>
                    <a:pt x="564944" y="1033971"/>
                    <a:pt x="562077" y="1041529"/>
                  </a:cubicBezTo>
                  <a:cubicBezTo>
                    <a:pt x="560554" y="1042857"/>
                    <a:pt x="559239" y="1044369"/>
                    <a:pt x="553346" y="1048873"/>
                  </a:cubicBezTo>
                  <a:cubicBezTo>
                    <a:pt x="551425" y="1066710"/>
                    <a:pt x="547183" y="1084650"/>
                    <a:pt x="547966" y="1102367"/>
                  </a:cubicBezTo>
                  <a:cubicBezTo>
                    <a:pt x="552838" y="1212632"/>
                    <a:pt x="542281" y="1326311"/>
                    <a:pt x="598202" y="1427580"/>
                  </a:cubicBezTo>
                  <a:cubicBezTo>
                    <a:pt x="633235" y="1491021"/>
                    <a:pt x="671240" y="1554421"/>
                    <a:pt x="717943" y="1609305"/>
                  </a:cubicBezTo>
                  <a:cubicBezTo>
                    <a:pt x="754511" y="1652279"/>
                    <a:pt x="806486" y="1682144"/>
                    <a:pt x="852518" y="1723193"/>
                  </a:cubicBezTo>
                  <a:cubicBezTo>
                    <a:pt x="854101" y="1726661"/>
                    <a:pt x="854724" y="1731431"/>
                    <a:pt x="857406" y="1733409"/>
                  </a:cubicBezTo>
                  <a:cubicBezTo>
                    <a:pt x="922839" y="1781636"/>
                    <a:pt x="997640" y="1805458"/>
                    <a:pt x="1077190" y="1816044"/>
                  </a:cubicBezTo>
                  <a:cubicBezTo>
                    <a:pt x="1081069" y="1816560"/>
                    <a:pt x="1086049" y="1808798"/>
                    <a:pt x="1095776" y="1803765"/>
                  </a:cubicBezTo>
                  <a:cubicBezTo>
                    <a:pt x="1101848" y="1805989"/>
                    <a:pt x="1107919" y="1808212"/>
                    <a:pt x="1115058" y="1815038"/>
                  </a:cubicBezTo>
                  <a:cubicBezTo>
                    <a:pt x="1122311" y="1814228"/>
                    <a:pt x="1129564" y="1813418"/>
                    <a:pt x="1143911" y="1811477"/>
                  </a:cubicBezTo>
                  <a:cubicBezTo>
                    <a:pt x="1177558" y="1811854"/>
                    <a:pt x="1211204" y="1812230"/>
                    <a:pt x="1246494" y="1817050"/>
                  </a:cubicBezTo>
                  <a:cubicBezTo>
                    <a:pt x="1265361" y="1834929"/>
                    <a:pt x="1270459" y="1819712"/>
                    <a:pt x="1281455" y="1803762"/>
                  </a:cubicBezTo>
                  <a:cubicBezTo>
                    <a:pt x="1287260" y="1804139"/>
                    <a:pt x="1293064" y="1804515"/>
                    <a:pt x="1300946" y="1809716"/>
                  </a:cubicBezTo>
                  <a:cubicBezTo>
                    <a:pt x="1305156" y="1812048"/>
                    <a:pt x="1309757" y="1816918"/>
                    <a:pt x="1313519" y="1816338"/>
                  </a:cubicBezTo>
                  <a:cubicBezTo>
                    <a:pt x="1400951" y="1802883"/>
                    <a:pt x="1483876" y="1777447"/>
                    <a:pt x="1553385" y="1719911"/>
                  </a:cubicBezTo>
                  <a:cubicBezTo>
                    <a:pt x="1559781" y="1714616"/>
                    <a:pt x="1559610" y="1701385"/>
                    <a:pt x="1563151" y="1689632"/>
                  </a:cubicBezTo>
                  <a:cubicBezTo>
                    <a:pt x="1563151" y="1689632"/>
                    <a:pt x="1565380" y="1689042"/>
                    <a:pt x="1570701" y="1691475"/>
                  </a:cubicBezTo>
                  <a:lnTo>
                    <a:pt x="1584093" y="1691589"/>
                  </a:lnTo>
                  <a:lnTo>
                    <a:pt x="1568041" y="1690257"/>
                  </a:lnTo>
                  <a:cubicBezTo>
                    <a:pt x="1572593" y="1683476"/>
                    <a:pt x="1579806" y="1677911"/>
                    <a:pt x="1589394" y="1671949"/>
                  </a:cubicBezTo>
                  <a:lnTo>
                    <a:pt x="1590720" y="1691646"/>
                  </a:lnTo>
                  <a:lnTo>
                    <a:pt x="1591626" y="1691653"/>
                  </a:lnTo>
                  <a:cubicBezTo>
                    <a:pt x="1595979" y="1688375"/>
                    <a:pt x="1597193" y="1680927"/>
                    <a:pt x="1593716" y="1666821"/>
                  </a:cubicBezTo>
                  <a:cubicBezTo>
                    <a:pt x="1616038" y="1645426"/>
                    <a:pt x="1638361" y="1624031"/>
                    <a:pt x="1666665" y="1602701"/>
                  </a:cubicBezTo>
                  <a:cubicBezTo>
                    <a:pt x="1674300" y="1601801"/>
                    <a:pt x="1680138" y="1600974"/>
                    <a:pt x="1684382" y="1599859"/>
                  </a:cubicBezTo>
                  <a:lnTo>
                    <a:pt x="1688425" y="1597590"/>
                  </a:lnTo>
                  <a:lnTo>
                    <a:pt x="1683101" y="1599936"/>
                  </a:lnTo>
                  <a:cubicBezTo>
                    <a:pt x="1678456" y="1600955"/>
                    <a:pt x="1672058" y="1601776"/>
                    <a:pt x="1663675" y="1602668"/>
                  </a:cubicBezTo>
                  <a:cubicBezTo>
                    <a:pt x="1667728" y="1594870"/>
                    <a:pt x="1674772" y="1587105"/>
                    <a:pt x="1683720" y="1578143"/>
                  </a:cubicBezTo>
                  <a:lnTo>
                    <a:pt x="1691841" y="1595673"/>
                  </a:lnTo>
                  <a:lnTo>
                    <a:pt x="1692536" y="1595283"/>
                  </a:lnTo>
                  <a:cubicBezTo>
                    <a:pt x="1695054" y="1591174"/>
                    <a:pt x="1692009" y="1584465"/>
                    <a:pt x="1685022" y="1572261"/>
                  </a:cubicBezTo>
                  <a:cubicBezTo>
                    <a:pt x="1685470" y="1570751"/>
                    <a:pt x="1685919" y="1569241"/>
                    <a:pt x="1692554" y="1569484"/>
                  </a:cubicBezTo>
                  <a:cubicBezTo>
                    <a:pt x="1703212" y="1564464"/>
                    <a:pt x="1717872" y="1562329"/>
                    <a:pt x="1723898" y="1553969"/>
                  </a:cubicBezTo>
                  <a:cubicBezTo>
                    <a:pt x="1773662" y="1484946"/>
                    <a:pt x="1809124" y="1409106"/>
                    <a:pt x="1825210" y="1325089"/>
                  </a:cubicBezTo>
                  <a:lnTo>
                    <a:pt x="1787183" y="1445151"/>
                  </a:lnTo>
                  <a:cubicBezTo>
                    <a:pt x="1770087" y="1483241"/>
                    <a:pt x="1748781" y="1519457"/>
                    <a:pt x="1723898" y="1553969"/>
                  </a:cubicBezTo>
                  <a:cubicBezTo>
                    <a:pt x="1717872" y="1562328"/>
                    <a:pt x="1703212" y="1564464"/>
                    <a:pt x="1689460" y="1568607"/>
                  </a:cubicBezTo>
                  <a:cubicBezTo>
                    <a:pt x="1747772" y="1492411"/>
                    <a:pt x="1789775" y="1407714"/>
                    <a:pt x="1812375" y="1310908"/>
                  </a:cubicBezTo>
                  <a:cubicBezTo>
                    <a:pt x="1815477" y="1312799"/>
                    <a:pt x="1818896" y="1315243"/>
                    <a:pt x="1821435" y="1317765"/>
                  </a:cubicBezTo>
                  <a:lnTo>
                    <a:pt x="1825207" y="1325084"/>
                  </a:lnTo>
                  <a:lnTo>
                    <a:pt x="1821862" y="1316751"/>
                  </a:lnTo>
                  <a:cubicBezTo>
                    <a:pt x="1819751" y="1313215"/>
                    <a:pt x="1817185" y="1308743"/>
                    <a:pt x="1815794" y="1302795"/>
                  </a:cubicBezTo>
                  <a:cubicBezTo>
                    <a:pt x="1818403" y="1269173"/>
                    <a:pt x="1823511" y="1235517"/>
                    <a:pt x="1823050" y="1201937"/>
                  </a:cubicBezTo>
                  <a:cubicBezTo>
                    <a:pt x="1822310" y="1147920"/>
                    <a:pt x="1817892" y="1093954"/>
                    <a:pt x="1818495" y="1035891"/>
                  </a:cubicBezTo>
                  <a:cubicBezTo>
                    <a:pt x="1807771" y="1006269"/>
                    <a:pt x="1797046" y="976647"/>
                    <a:pt x="1784218" y="942326"/>
                  </a:cubicBezTo>
                  <a:cubicBezTo>
                    <a:pt x="1781627" y="936288"/>
                    <a:pt x="1779036" y="930250"/>
                    <a:pt x="1779106" y="921460"/>
                  </a:cubicBezTo>
                  <a:cubicBezTo>
                    <a:pt x="1776367" y="917120"/>
                    <a:pt x="1773628" y="912780"/>
                    <a:pt x="1768520" y="903401"/>
                  </a:cubicBezTo>
                  <a:cubicBezTo>
                    <a:pt x="1688455" y="753162"/>
                    <a:pt x="1572652" y="641472"/>
                    <a:pt x="1413289" y="570159"/>
                  </a:cubicBezTo>
                  <a:cubicBezTo>
                    <a:pt x="1407834" y="564478"/>
                    <a:pt x="1402366" y="558860"/>
                    <a:pt x="1396601" y="554056"/>
                  </a:cubicBezTo>
                  <a:lnTo>
                    <a:pt x="1385895" y="547543"/>
                  </a:lnTo>
                  <a:lnTo>
                    <a:pt x="1397033" y="555142"/>
                  </a:lnTo>
                  <a:cubicBezTo>
                    <a:pt x="1402742" y="560313"/>
                    <a:pt x="1408336" y="566416"/>
                    <a:pt x="1413958" y="572744"/>
                  </a:cubicBezTo>
                  <a:cubicBezTo>
                    <a:pt x="1390212" y="568003"/>
                    <a:pt x="1365797" y="560677"/>
                    <a:pt x="1338760" y="552764"/>
                  </a:cubicBezTo>
                  <a:lnTo>
                    <a:pt x="1359688" y="541251"/>
                  </a:lnTo>
                  <a:lnTo>
                    <a:pt x="1356217" y="540954"/>
                  </a:lnTo>
                  <a:cubicBezTo>
                    <a:pt x="1348147" y="542389"/>
                    <a:pt x="1339220" y="546131"/>
                    <a:pt x="1329155" y="552928"/>
                  </a:cubicBezTo>
                  <a:cubicBezTo>
                    <a:pt x="1290726" y="542536"/>
                    <a:pt x="1251968" y="537380"/>
                    <a:pt x="1213108" y="536256"/>
                  </a:cubicBezTo>
                  <a:close/>
                  <a:moveTo>
                    <a:pt x="1322787" y="256494"/>
                  </a:moveTo>
                  <a:cubicBezTo>
                    <a:pt x="1440528" y="270475"/>
                    <a:pt x="1550329" y="312562"/>
                    <a:pt x="1658375" y="367736"/>
                  </a:cubicBezTo>
                  <a:cubicBezTo>
                    <a:pt x="1660513" y="370449"/>
                    <a:pt x="1661938" y="373248"/>
                    <a:pt x="1663231" y="376990"/>
                  </a:cubicBezTo>
                  <a:lnTo>
                    <a:pt x="1667293" y="391905"/>
                  </a:lnTo>
                  <a:lnTo>
                    <a:pt x="1600818" y="359731"/>
                  </a:lnTo>
                  <a:cubicBezTo>
                    <a:pt x="1579619" y="349526"/>
                    <a:pt x="1558980" y="340161"/>
                    <a:pt x="1537701" y="332593"/>
                  </a:cubicBezTo>
                  <a:cubicBezTo>
                    <a:pt x="1476550" y="310844"/>
                    <a:pt x="1413436" y="294656"/>
                    <a:pt x="1351422" y="275256"/>
                  </a:cubicBezTo>
                  <a:cubicBezTo>
                    <a:pt x="1341435" y="272132"/>
                    <a:pt x="1332809" y="264660"/>
                    <a:pt x="1322787" y="256494"/>
                  </a:cubicBezTo>
                  <a:close/>
                  <a:moveTo>
                    <a:pt x="1027899" y="0"/>
                  </a:moveTo>
                  <a:cubicBezTo>
                    <a:pt x="1124319" y="0"/>
                    <a:pt x="1217403" y="0"/>
                    <a:pt x="1316214" y="0"/>
                  </a:cubicBezTo>
                  <a:cubicBezTo>
                    <a:pt x="1316214" y="83888"/>
                    <a:pt x="1316214" y="167009"/>
                    <a:pt x="1319884" y="254664"/>
                  </a:cubicBezTo>
                  <a:cubicBezTo>
                    <a:pt x="1332809" y="264661"/>
                    <a:pt x="1341435" y="272132"/>
                    <a:pt x="1351422" y="275257"/>
                  </a:cubicBezTo>
                  <a:cubicBezTo>
                    <a:pt x="1413436" y="294656"/>
                    <a:pt x="1476550" y="310846"/>
                    <a:pt x="1537701" y="332594"/>
                  </a:cubicBezTo>
                  <a:cubicBezTo>
                    <a:pt x="1580258" y="347730"/>
                    <a:pt x="1620257" y="370054"/>
                    <a:pt x="1667293" y="391905"/>
                  </a:cubicBezTo>
                  <a:lnTo>
                    <a:pt x="1663587" y="376949"/>
                  </a:lnTo>
                  <a:cubicBezTo>
                    <a:pt x="1662649" y="373163"/>
                    <a:pt x="1661934" y="370280"/>
                    <a:pt x="1661220" y="367397"/>
                  </a:cubicBezTo>
                  <a:cubicBezTo>
                    <a:pt x="1681978" y="342322"/>
                    <a:pt x="1703018" y="317474"/>
                    <a:pt x="1723397" y="292095"/>
                  </a:cubicBezTo>
                  <a:cubicBezTo>
                    <a:pt x="1737302" y="274780"/>
                    <a:pt x="1750286" y="256724"/>
                    <a:pt x="1769086" y="237909"/>
                  </a:cubicBezTo>
                  <a:cubicBezTo>
                    <a:pt x="1776884" y="234669"/>
                    <a:pt x="1785224" y="232038"/>
                    <a:pt x="1791772" y="229345"/>
                  </a:cubicBezTo>
                  <a:lnTo>
                    <a:pt x="1791840" y="229296"/>
                  </a:lnTo>
                  <a:lnTo>
                    <a:pt x="1771604" y="236782"/>
                  </a:lnTo>
                  <a:cubicBezTo>
                    <a:pt x="1786775" y="214441"/>
                    <a:pt x="1804831" y="192140"/>
                    <a:pt x="1825025" y="167199"/>
                  </a:cubicBezTo>
                  <a:cubicBezTo>
                    <a:pt x="1840575" y="179245"/>
                    <a:pt x="1854633" y="190134"/>
                    <a:pt x="1869748" y="203449"/>
                  </a:cubicBezTo>
                  <a:cubicBezTo>
                    <a:pt x="1860808" y="204136"/>
                    <a:pt x="1850845" y="202154"/>
                    <a:pt x="1840806" y="200711"/>
                  </a:cubicBezTo>
                  <a:cubicBezTo>
                    <a:pt x="1823949" y="198289"/>
                    <a:pt x="1808230" y="194978"/>
                    <a:pt x="1803696" y="220401"/>
                  </a:cubicBezTo>
                  <a:lnTo>
                    <a:pt x="1803531" y="220526"/>
                  </a:lnTo>
                  <a:lnTo>
                    <a:pt x="1803696" y="220402"/>
                  </a:lnTo>
                  <a:cubicBezTo>
                    <a:pt x="1808230" y="194979"/>
                    <a:pt x="1823949" y="198291"/>
                    <a:pt x="1840807" y="200713"/>
                  </a:cubicBezTo>
                  <a:cubicBezTo>
                    <a:pt x="1850847" y="202154"/>
                    <a:pt x="1860808" y="204137"/>
                    <a:pt x="1870805" y="205876"/>
                  </a:cubicBezTo>
                  <a:cubicBezTo>
                    <a:pt x="1904724" y="234400"/>
                    <a:pt x="1938523" y="263068"/>
                    <a:pt x="1972602" y="291399"/>
                  </a:cubicBezTo>
                  <a:cubicBezTo>
                    <a:pt x="1996993" y="311674"/>
                    <a:pt x="2021758" y="331499"/>
                    <a:pt x="2049571" y="354142"/>
                  </a:cubicBezTo>
                  <a:cubicBezTo>
                    <a:pt x="2003221" y="410846"/>
                    <a:pt x="1959069" y="470498"/>
                    <a:pt x="1908624" y="524246"/>
                  </a:cubicBezTo>
                  <a:cubicBezTo>
                    <a:pt x="1882645" y="551924"/>
                    <a:pt x="1891293" y="574438"/>
                    <a:pt x="1907875" y="593846"/>
                  </a:cubicBezTo>
                  <a:cubicBezTo>
                    <a:pt x="1967263" y="663344"/>
                    <a:pt x="2010278" y="741815"/>
                    <a:pt x="2045411" y="825397"/>
                  </a:cubicBezTo>
                  <a:cubicBezTo>
                    <a:pt x="2050659" y="837878"/>
                    <a:pt x="2058733" y="849170"/>
                    <a:pt x="2068990" y="864474"/>
                  </a:cubicBezTo>
                  <a:lnTo>
                    <a:pt x="2082912" y="862735"/>
                  </a:lnTo>
                  <a:lnTo>
                    <a:pt x="2174768" y="838956"/>
                  </a:lnTo>
                  <a:cubicBezTo>
                    <a:pt x="2184312" y="836694"/>
                    <a:pt x="2193762" y="834039"/>
                    <a:pt x="2206361" y="832061"/>
                  </a:cubicBezTo>
                  <a:cubicBezTo>
                    <a:pt x="2206388" y="835001"/>
                    <a:pt x="2205816" y="838837"/>
                    <a:pt x="2204754" y="842020"/>
                  </a:cubicBezTo>
                  <a:lnTo>
                    <a:pt x="2200212" y="848062"/>
                  </a:lnTo>
                  <a:lnTo>
                    <a:pt x="2205141" y="842084"/>
                  </a:lnTo>
                  <a:cubicBezTo>
                    <a:pt x="2206592" y="838960"/>
                    <a:pt x="2207941" y="835250"/>
                    <a:pt x="2209468" y="832560"/>
                  </a:cubicBezTo>
                  <a:cubicBezTo>
                    <a:pt x="2212910" y="832190"/>
                    <a:pt x="2216353" y="831820"/>
                    <a:pt x="2223290" y="834323"/>
                  </a:cubicBezTo>
                  <a:lnTo>
                    <a:pt x="2249593" y="829841"/>
                  </a:lnTo>
                  <a:lnTo>
                    <a:pt x="2278920" y="824843"/>
                  </a:lnTo>
                  <a:cubicBezTo>
                    <a:pt x="2292653" y="823563"/>
                    <a:pt x="2306387" y="822285"/>
                    <a:pt x="2327791" y="820290"/>
                  </a:cubicBezTo>
                  <a:cubicBezTo>
                    <a:pt x="2345535" y="910123"/>
                    <a:pt x="2363947" y="1003334"/>
                    <a:pt x="2382495" y="1097240"/>
                  </a:cubicBezTo>
                  <a:cubicBezTo>
                    <a:pt x="2289334" y="1113840"/>
                    <a:pt x="2201844" y="1129431"/>
                    <a:pt x="2122273" y="1143610"/>
                  </a:cubicBezTo>
                  <a:cubicBezTo>
                    <a:pt x="2114552" y="1201845"/>
                    <a:pt x="2106778" y="1260242"/>
                    <a:pt x="2099089" y="1318652"/>
                  </a:cubicBezTo>
                  <a:cubicBezTo>
                    <a:pt x="2096880" y="1335429"/>
                    <a:pt x="2096173" y="1352527"/>
                    <a:pt x="2092391" y="1368929"/>
                  </a:cubicBezTo>
                  <a:cubicBezTo>
                    <a:pt x="2089989" y="1379341"/>
                    <a:pt x="2082925" y="1388622"/>
                    <a:pt x="2078453" y="1398635"/>
                  </a:cubicBezTo>
                  <a:cubicBezTo>
                    <a:pt x="2075500" y="1405246"/>
                    <a:pt x="2069325" y="1414729"/>
                    <a:pt x="2071689" y="1418654"/>
                  </a:cubicBezTo>
                  <a:cubicBezTo>
                    <a:pt x="2081670" y="1435227"/>
                    <a:pt x="2077991" y="1443429"/>
                    <a:pt x="2062910" y="1455444"/>
                  </a:cubicBezTo>
                  <a:cubicBezTo>
                    <a:pt x="2057369" y="1459858"/>
                    <a:pt x="2066266" y="1482394"/>
                    <a:pt x="2070348" y="1501790"/>
                  </a:cubicBezTo>
                  <a:lnTo>
                    <a:pt x="2106286" y="1523324"/>
                  </a:lnTo>
                  <a:lnTo>
                    <a:pt x="2282892" y="1619729"/>
                  </a:lnTo>
                  <a:cubicBezTo>
                    <a:pt x="2282687" y="1623769"/>
                    <a:pt x="2280899" y="1625075"/>
                    <a:pt x="2278918" y="1626116"/>
                  </a:cubicBezTo>
                  <a:lnTo>
                    <a:pt x="2224910" y="1594406"/>
                  </a:lnTo>
                  <a:lnTo>
                    <a:pt x="2280339" y="1627620"/>
                  </a:lnTo>
                  <a:cubicBezTo>
                    <a:pt x="2285528" y="1630694"/>
                    <a:pt x="2289297" y="1632265"/>
                    <a:pt x="2293065" y="1633835"/>
                  </a:cubicBezTo>
                  <a:cubicBezTo>
                    <a:pt x="2292324" y="1638815"/>
                    <a:pt x="2291581" y="1643794"/>
                    <a:pt x="2285538" y="1649266"/>
                  </a:cubicBezTo>
                  <a:cubicBezTo>
                    <a:pt x="2270218" y="1649038"/>
                    <a:pt x="2260331" y="1652822"/>
                    <a:pt x="2253648" y="1659399"/>
                  </a:cubicBezTo>
                  <a:lnTo>
                    <a:pt x="2253645" y="1659407"/>
                  </a:lnTo>
                  <a:lnTo>
                    <a:pt x="2283612" y="1649940"/>
                  </a:lnTo>
                  <a:cubicBezTo>
                    <a:pt x="2268131" y="1678057"/>
                    <a:pt x="2249276" y="1705995"/>
                    <a:pt x="2227659" y="1733399"/>
                  </a:cubicBezTo>
                  <a:lnTo>
                    <a:pt x="2240993" y="1686282"/>
                  </a:lnTo>
                  <a:lnTo>
                    <a:pt x="2224898" y="1732867"/>
                  </a:lnTo>
                  <a:cubicBezTo>
                    <a:pt x="2224234" y="1745454"/>
                    <a:pt x="2223571" y="1758042"/>
                    <a:pt x="2217460" y="1771816"/>
                  </a:cubicBezTo>
                  <a:cubicBezTo>
                    <a:pt x="2201957" y="1771670"/>
                    <a:pt x="2191773" y="1775389"/>
                    <a:pt x="2184822" y="1781940"/>
                  </a:cubicBezTo>
                  <a:lnTo>
                    <a:pt x="2184787" y="1782012"/>
                  </a:lnTo>
                  <a:lnTo>
                    <a:pt x="2215040" y="1773032"/>
                  </a:lnTo>
                  <a:cubicBezTo>
                    <a:pt x="2199035" y="1801176"/>
                    <a:pt x="2180004" y="1829289"/>
                    <a:pt x="2158209" y="1856869"/>
                  </a:cubicBezTo>
                  <a:cubicBezTo>
                    <a:pt x="2160941" y="1840607"/>
                    <a:pt x="2167874" y="1825207"/>
                    <a:pt x="2171583" y="1809067"/>
                  </a:cubicBezTo>
                  <a:lnTo>
                    <a:pt x="2171619" y="1808990"/>
                  </a:lnTo>
                  <a:lnTo>
                    <a:pt x="2171582" y="1809068"/>
                  </a:lnTo>
                  <a:cubicBezTo>
                    <a:pt x="2167873" y="1825208"/>
                    <a:pt x="2160940" y="1840607"/>
                    <a:pt x="2155446" y="1856337"/>
                  </a:cubicBezTo>
                  <a:cubicBezTo>
                    <a:pt x="2125166" y="1875047"/>
                    <a:pt x="2103497" y="1850622"/>
                    <a:pt x="2080885" y="1839232"/>
                  </a:cubicBezTo>
                  <a:cubicBezTo>
                    <a:pt x="2036344" y="1816797"/>
                    <a:pt x="1993489" y="1790962"/>
                    <a:pt x="1950345" y="1765834"/>
                  </a:cubicBezTo>
                  <a:cubicBezTo>
                    <a:pt x="1926425" y="1751902"/>
                    <a:pt x="1907620" y="1755648"/>
                    <a:pt x="1891470" y="1778105"/>
                  </a:cubicBezTo>
                  <a:cubicBezTo>
                    <a:pt x="1839725" y="1850060"/>
                    <a:pt x="1768960" y="1900643"/>
                    <a:pt x="1696609" y="1949073"/>
                  </a:cubicBezTo>
                  <a:cubicBezTo>
                    <a:pt x="1685938" y="1956216"/>
                    <a:pt x="1671276" y="1957397"/>
                    <a:pt x="1649655" y="1964043"/>
                  </a:cubicBezTo>
                  <a:cubicBezTo>
                    <a:pt x="1681003" y="2052579"/>
                    <a:pt x="1713003" y="2142961"/>
                    <a:pt x="1745639" y="2235139"/>
                  </a:cubicBezTo>
                  <a:cubicBezTo>
                    <a:pt x="1669492" y="2264184"/>
                    <a:pt x="1595355" y="2292462"/>
                    <a:pt x="1517345" y="2318582"/>
                  </a:cubicBezTo>
                  <a:cubicBezTo>
                    <a:pt x="1493813" y="2297251"/>
                    <a:pt x="1474154" y="2278075"/>
                    <a:pt x="1454494" y="2258901"/>
                  </a:cubicBezTo>
                  <a:cubicBezTo>
                    <a:pt x="1451477" y="2253001"/>
                    <a:pt x="1448457" y="2247102"/>
                    <a:pt x="1446375" y="2237278"/>
                  </a:cubicBezTo>
                  <a:lnTo>
                    <a:pt x="1443662" y="2230985"/>
                  </a:lnTo>
                  <a:lnTo>
                    <a:pt x="1439062" y="2220316"/>
                  </a:lnTo>
                  <a:cubicBezTo>
                    <a:pt x="1436043" y="2214416"/>
                    <a:pt x="1433023" y="2208518"/>
                    <a:pt x="1431115" y="2198255"/>
                  </a:cubicBezTo>
                  <a:lnTo>
                    <a:pt x="1426605" y="2186488"/>
                  </a:lnTo>
                  <a:lnTo>
                    <a:pt x="1415910" y="2158581"/>
                  </a:lnTo>
                  <a:cubicBezTo>
                    <a:pt x="1412891" y="2152681"/>
                    <a:pt x="1409873" y="2146782"/>
                    <a:pt x="1407791" y="2136958"/>
                  </a:cubicBezTo>
                  <a:lnTo>
                    <a:pt x="1405076" y="2130663"/>
                  </a:lnTo>
                  <a:lnTo>
                    <a:pt x="1400476" y="2119997"/>
                  </a:lnTo>
                  <a:cubicBezTo>
                    <a:pt x="1393867" y="2108075"/>
                    <a:pt x="1387259" y="2096154"/>
                    <a:pt x="1380038" y="2083128"/>
                  </a:cubicBezTo>
                  <a:cubicBezTo>
                    <a:pt x="1271183" y="2103326"/>
                    <a:pt x="1160941" y="2112356"/>
                    <a:pt x="1046428" y="2086763"/>
                  </a:cubicBezTo>
                  <a:cubicBezTo>
                    <a:pt x="1039066" y="2075917"/>
                    <a:pt x="1031551" y="2068303"/>
                    <a:pt x="1024755" y="2066475"/>
                  </a:cubicBezTo>
                  <a:lnTo>
                    <a:pt x="1024611" y="2066504"/>
                  </a:lnTo>
                  <a:lnTo>
                    <a:pt x="1043508" y="2085244"/>
                  </a:lnTo>
                  <a:cubicBezTo>
                    <a:pt x="1039192" y="2090653"/>
                    <a:pt x="1031016" y="2092377"/>
                    <a:pt x="1029620" y="2096434"/>
                  </a:cubicBezTo>
                  <a:cubicBezTo>
                    <a:pt x="1005131" y="2167592"/>
                    <a:pt x="981472" y="2239035"/>
                    <a:pt x="955074" y="2311822"/>
                  </a:cubicBezTo>
                  <a:cubicBezTo>
                    <a:pt x="948306" y="2303162"/>
                    <a:pt x="938344" y="2291346"/>
                    <a:pt x="940790" y="2283308"/>
                  </a:cubicBezTo>
                  <a:cubicBezTo>
                    <a:pt x="938344" y="2291347"/>
                    <a:pt x="948305" y="2303163"/>
                    <a:pt x="952516" y="2313228"/>
                  </a:cubicBezTo>
                  <a:cubicBezTo>
                    <a:pt x="943459" y="2321082"/>
                    <a:pt x="934403" y="2328935"/>
                    <a:pt x="922385" y="2333217"/>
                  </a:cubicBezTo>
                  <a:cubicBezTo>
                    <a:pt x="906159" y="2320821"/>
                    <a:pt x="893980" y="2309032"/>
                    <a:pt x="879433" y="2303714"/>
                  </a:cubicBezTo>
                  <a:cubicBezTo>
                    <a:pt x="893980" y="2309032"/>
                    <a:pt x="906159" y="2320821"/>
                    <a:pt x="920084" y="2332214"/>
                  </a:cubicBezTo>
                  <a:cubicBezTo>
                    <a:pt x="839117" y="2308859"/>
                    <a:pt x="757490" y="2282934"/>
                    <a:pt x="670160" y="2255197"/>
                  </a:cubicBezTo>
                  <a:cubicBezTo>
                    <a:pt x="697438" y="2170092"/>
                    <a:pt x="724278" y="2086350"/>
                    <a:pt x="751688" y="1999567"/>
                  </a:cubicBezTo>
                  <a:cubicBezTo>
                    <a:pt x="754316" y="2013484"/>
                    <a:pt x="761756" y="2031967"/>
                    <a:pt x="757463" y="2047127"/>
                  </a:cubicBezTo>
                  <a:cubicBezTo>
                    <a:pt x="761756" y="2031967"/>
                    <a:pt x="754314" y="2013484"/>
                    <a:pt x="752256" y="1996526"/>
                  </a:cubicBezTo>
                  <a:cubicBezTo>
                    <a:pt x="685081" y="1949003"/>
                    <a:pt x="617255" y="1902358"/>
                    <a:pt x="551174" y="1853361"/>
                  </a:cubicBezTo>
                  <a:cubicBezTo>
                    <a:pt x="533978" y="1840610"/>
                    <a:pt x="521609" y="1820999"/>
                    <a:pt x="508127" y="1803680"/>
                  </a:cubicBezTo>
                  <a:cubicBezTo>
                    <a:pt x="490724" y="1781325"/>
                    <a:pt x="473836" y="1776169"/>
                    <a:pt x="447545" y="1793215"/>
                  </a:cubicBezTo>
                  <a:cubicBezTo>
                    <a:pt x="421012" y="1810419"/>
                    <a:pt x="389362" y="1819526"/>
                    <a:pt x="361622" y="1835145"/>
                  </a:cubicBezTo>
                  <a:cubicBezTo>
                    <a:pt x="344318" y="1844889"/>
                    <a:pt x="330111" y="1860132"/>
                    <a:pt x="314504" y="1872896"/>
                  </a:cubicBezTo>
                  <a:cubicBezTo>
                    <a:pt x="311608" y="1875265"/>
                    <a:pt x="307694" y="1880199"/>
                    <a:pt x="305902" y="1879528"/>
                  </a:cubicBezTo>
                  <a:cubicBezTo>
                    <a:pt x="281538" y="1870427"/>
                    <a:pt x="278164" y="1897240"/>
                    <a:pt x="258237" y="1903996"/>
                  </a:cubicBezTo>
                  <a:cubicBezTo>
                    <a:pt x="251651" y="1904146"/>
                    <a:pt x="250071" y="1904200"/>
                    <a:pt x="248492" y="1904254"/>
                  </a:cubicBezTo>
                  <a:cubicBezTo>
                    <a:pt x="205045" y="1834098"/>
                    <a:pt x="161598" y="1763942"/>
                    <a:pt x="119799" y="1689300"/>
                  </a:cubicBezTo>
                  <a:cubicBezTo>
                    <a:pt x="146193" y="1667437"/>
                    <a:pt x="170461" y="1649326"/>
                    <a:pt x="195792" y="1632849"/>
                  </a:cubicBezTo>
                  <a:cubicBezTo>
                    <a:pt x="238210" y="1605259"/>
                    <a:pt x="281689" y="1579288"/>
                    <a:pt x="323872" y="1551355"/>
                  </a:cubicBezTo>
                  <a:lnTo>
                    <a:pt x="323885" y="1551343"/>
                  </a:lnTo>
                  <a:lnTo>
                    <a:pt x="323873" y="1551354"/>
                  </a:lnTo>
                  <a:cubicBezTo>
                    <a:pt x="281689" y="1579288"/>
                    <a:pt x="238212" y="1605259"/>
                    <a:pt x="195793" y="1632848"/>
                  </a:cubicBezTo>
                  <a:cubicBezTo>
                    <a:pt x="170462" y="1649325"/>
                    <a:pt x="146194" y="1667436"/>
                    <a:pt x="119398" y="1686515"/>
                  </a:cubicBezTo>
                  <a:cubicBezTo>
                    <a:pt x="112109" y="1680197"/>
                    <a:pt x="106870" y="1672176"/>
                    <a:pt x="102220" y="1665057"/>
                  </a:cubicBezTo>
                  <a:cubicBezTo>
                    <a:pt x="177772" y="1617000"/>
                    <a:pt x="251643" y="1570013"/>
                    <a:pt x="326669" y="1520554"/>
                  </a:cubicBezTo>
                  <a:cubicBezTo>
                    <a:pt x="333353" y="1523480"/>
                    <a:pt x="337255" y="1526379"/>
                    <a:pt x="339167" y="1529206"/>
                  </a:cubicBezTo>
                  <a:lnTo>
                    <a:pt x="339699" y="1537248"/>
                  </a:lnTo>
                  <a:lnTo>
                    <a:pt x="339855" y="1537110"/>
                  </a:lnTo>
                  <a:cubicBezTo>
                    <a:pt x="342568" y="1531538"/>
                    <a:pt x="340614" y="1525169"/>
                    <a:pt x="327826" y="1518084"/>
                  </a:cubicBezTo>
                  <a:cubicBezTo>
                    <a:pt x="324808" y="1512182"/>
                    <a:pt x="321789" y="1506281"/>
                    <a:pt x="319923" y="1495828"/>
                  </a:cubicBezTo>
                  <a:lnTo>
                    <a:pt x="313285" y="1473930"/>
                  </a:lnTo>
                  <a:lnTo>
                    <a:pt x="289242" y="1394607"/>
                  </a:lnTo>
                  <a:cubicBezTo>
                    <a:pt x="281098" y="1355678"/>
                    <a:pt x="271923" y="1316925"/>
                    <a:pt x="265172" y="1277756"/>
                  </a:cubicBezTo>
                  <a:cubicBezTo>
                    <a:pt x="260687" y="1251736"/>
                    <a:pt x="262042" y="1224553"/>
                    <a:pt x="255974" y="1199035"/>
                  </a:cubicBezTo>
                  <a:cubicBezTo>
                    <a:pt x="253389" y="1188162"/>
                    <a:pt x="239616" y="1173740"/>
                    <a:pt x="229073" y="1171966"/>
                  </a:cubicBezTo>
                  <a:cubicBezTo>
                    <a:pt x="154897" y="1159498"/>
                    <a:pt x="80236" y="1149906"/>
                    <a:pt x="0" y="1138587"/>
                  </a:cubicBezTo>
                  <a:cubicBezTo>
                    <a:pt x="14396" y="1043958"/>
                    <a:pt x="28482" y="951370"/>
                    <a:pt x="43640" y="851734"/>
                  </a:cubicBezTo>
                  <a:cubicBezTo>
                    <a:pt x="94011" y="858995"/>
                    <a:pt x="144481" y="866160"/>
                    <a:pt x="194912" y="873585"/>
                  </a:cubicBezTo>
                  <a:cubicBezTo>
                    <a:pt x="219741" y="877239"/>
                    <a:pt x="244453" y="881711"/>
                    <a:pt x="269306" y="885188"/>
                  </a:cubicBezTo>
                  <a:cubicBezTo>
                    <a:pt x="293356" y="888552"/>
                    <a:pt x="307123" y="882808"/>
                    <a:pt x="315912" y="854787"/>
                  </a:cubicBezTo>
                  <a:cubicBezTo>
                    <a:pt x="346125" y="758460"/>
                    <a:pt x="399740" y="673839"/>
                    <a:pt x="460852" y="594418"/>
                  </a:cubicBezTo>
                  <a:cubicBezTo>
                    <a:pt x="478813" y="571078"/>
                    <a:pt x="473058" y="558324"/>
                    <a:pt x="456070" y="539337"/>
                  </a:cubicBezTo>
                  <a:cubicBezTo>
                    <a:pt x="412271" y="490382"/>
                    <a:pt x="370263" y="439790"/>
                    <a:pt x="328812" y="388818"/>
                  </a:cubicBezTo>
                  <a:cubicBezTo>
                    <a:pt x="323371" y="382128"/>
                    <a:pt x="320561" y="363790"/>
                    <a:pt x="324638" y="360289"/>
                  </a:cubicBezTo>
                  <a:cubicBezTo>
                    <a:pt x="391528" y="302869"/>
                    <a:pt x="459720" y="246965"/>
                    <a:pt x="533959" y="185471"/>
                  </a:cubicBezTo>
                  <a:cubicBezTo>
                    <a:pt x="570144" y="229811"/>
                    <a:pt x="603845" y="272391"/>
                    <a:pt x="639036" y="313702"/>
                  </a:cubicBezTo>
                  <a:cubicBezTo>
                    <a:pt x="657712" y="335626"/>
                    <a:pt x="678974" y="355349"/>
                    <a:pt x="702428" y="379000"/>
                  </a:cubicBezTo>
                  <a:cubicBezTo>
                    <a:pt x="707980" y="381851"/>
                    <a:pt x="713203" y="385101"/>
                    <a:pt x="717714" y="387334"/>
                  </a:cubicBezTo>
                  <a:lnTo>
                    <a:pt x="718055" y="387402"/>
                  </a:lnTo>
                  <a:lnTo>
                    <a:pt x="705226" y="379598"/>
                  </a:lnTo>
                  <a:cubicBezTo>
                    <a:pt x="797546" y="325468"/>
                    <a:pt x="894914" y="285255"/>
                    <a:pt x="999318" y="263280"/>
                  </a:cubicBezTo>
                  <a:cubicBezTo>
                    <a:pt x="1006628" y="261742"/>
                    <a:pt x="1014146" y="261192"/>
                    <a:pt x="1024733" y="260038"/>
                  </a:cubicBezTo>
                  <a:cubicBezTo>
                    <a:pt x="1027886" y="264963"/>
                    <a:pt x="1028647" y="274334"/>
                    <a:pt x="1027747" y="274497"/>
                  </a:cubicBezTo>
                  <a:cubicBezTo>
                    <a:pt x="1028647" y="274334"/>
                    <a:pt x="1027884" y="264963"/>
                    <a:pt x="1027899" y="259892"/>
                  </a:cubicBezTo>
                  <a:cubicBezTo>
                    <a:pt x="1027899" y="173972"/>
                    <a:pt x="1027899" y="88051"/>
                    <a:pt x="1027899" y="0"/>
                  </a:cubicBezTo>
                  <a:close/>
                </a:path>
              </a:pathLst>
            </a:custGeom>
            <a:grpFill/>
            <a:ln w="6350" cap="flat">
              <a:noFill/>
              <a:prstDash val="solid"/>
              <a:miter/>
            </a:ln>
          </p:spPr>
          <p:txBody>
            <a:bodyPr wrap="square" rtlCol="0" anchor="ctr">
              <a:noAutofit/>
            </a:bodyPr>
            <a:lstStyle/>
            <a:p>
              <a:endParaRPr lang="en-US" dirty="0"/>
            </a:p>
          </p:txBody>
        </p:sp>
        <p:sp>
          <p:nvSpPr>
            <p:cNvPr id="2626" name="Freeform: Shape 2625">
              <a:extLst>
                <a:ext uri="{FF2B5EF4-FFF2-40B4-BE49-F238E27FC236}">
                  <a16:creationId xmlns:a16="http://schemas.microsoft.com/office/drawing/2014/main" id="{C2A6B63D-3663-62FB-8512-6E3E836FAE2E}"/>
                </a:ext>
                <a:ext uri="{C183D7F6-B498-43B3-948B-1728B52AA6E4}">
                  <adec:decorative xmlns:adec="http://schemas.microsoft.com/office/drawing/2017/decorative" val="1"/>
                </a:ext>
              </a:extLst>
            </p:cNvPr>
            <p:cNvSpPr/>
            <p:nvPr/>
          </p:nvSpPr>
          <p:spPr>
            <a:xfrm>
              <a:off x="11191563" y="5162214"/>
              <a:ext cx="318415" cy="344513"/>
            </a:xfrm>
            <a:custGeom>
              <a:avLst/>
              <a:gdLst>
                <a:gd name="connsiteX0" fmla="*/ 3835700 w 4776227"/>
                <a:gd name="connsiteY0" fmla="*/ 4645408 h 5167690"/>
                <a:gd name="connsiteX1" fmla="*/ 4360874 w 4776227"/>
                <a:gd name="connsiteY1" fmla="*/ 4645408 h 5167690"/>
                <a:gd name="connsiteX2" fmla="*/ 4360874 w 4776227"/>
                <a:gd name="connsiteY2" fmla="*/ 5167690 h 5167690"/>
                <a:gd name="connsiteX3" fmla="*/ 3835700 w 4776227"/>
                <a:gd name="connsiteY3" fmla="*/ 5167690 h 5167690"/>
                <a:gd name="connsiteX4" fmla="*/ 4649669 w 4776227"/>
                <a:gd name="connsiteY4" fmla="*/ 3288326 h 5167690"/>
                <a:gd name="connsiteX5" fmla="*/ 4680355 w 4776227"/>
                <a:gd name="connsiteY5" fmla="*/ 3306478 h 5167690"/>
                <a:gd name="connsiteX6" fmla="*/ 4776227 w 4776227"/>
                <a:gd name="connsiteY6" fmla="*/ 3399499 h 5167690"/>
                <a:gd name="connsiteX7" fmla="*/ 3917484 w 4776227"/>
                <a:gd name="connsiteY7" fmla="*/ 4258202 h 5167690"/>
                <a:gd name="connsiteX8" fmla="*/ 3637156 w 4776227"/>
                <a:gd name="connsiteY8" fmla="*/ 3977538 h 5167690"/>
                <a:gd name="connsiteX9" fmla="*/ 3461775 w 4776227"/>
                <a:gd name="connsiteY9" fmla="*/ 3802940 h 5167690"/>
                <a:gd name="connsiteX10" fmla="*/ 3586590 w 4776227"/>
                <a:gd name="connsiteY10" fmla="*/ 3676758 h 5167690"/>
                <a:gd name="connsiteX11" fmla="*/ 3917105 w 4776227"/>
                <a:gd name="connsiteY11" fmla="*/ 4007845 h 5167690"/>
                <a:gd name="connsiteX12" fmla="*/ 3951404 w 4776227"/>
                <a:gd name="connsiteY12" fmla="*/ 3975754 h 5167690"/>
                <a:gd name="connsiteX13" fmla="*/ 4619030 w 4776227"/>
                <a:gd name="connsiteY13" fmla="*/ 3307288 h 5167690"/>
                <a:gd name="connsiteX14" fmla="*/ 4649669 w 4776227"/>
                <a:gd name="connsiteY14" fmla="*/ 3288326 h 5167690"/>
                <a:gd name="connsiteX15" fmla="*/ 3969959 w 4776227"/>
                <a:gd name="connsiteY15" fmla="*/ 2142844 h 5167690"/>
                <a:gd name="connsiteX16" fmla="*/ 3973488 w 4776227"/>
                <a:gd name="connsiteY16" fmla="*/ 2173714 h 5167690"/>
                <a:gd name="connsiteX17" fmla="*/ 3766128 w 4776227"/>
                <a:gd name="connsiteY17" fmla="*/ 2173712 h 5167690"/>
                <a:gd name="connsiteX18" fmla="*/ 3643558 w 4776227"/>
                <a:gd name="connsiteY18" fmla="*/ 2173945 h 5167690"/>
                <a:gd name="connsiteX19" fmla="*/ 3620627 w 4776227"/>
                <a:gd name="connsiteY19" fmla="*/ 2146129 h 5167690"/>
                <a:gd name="connsiteX20" fmla="*/ 3969959 w 4776227"/>
                <a:gd name="connsiteY20" fmla="*/ 2142844 h 5167690"/>
                <a:gd name="connsiteX21" fmla="*/ 2048700 w 4776227"/>
                <a:gd name="connsiteY21" fmla="*/ 1990976 h 5167690"/>
                <a:gd name="connsiteX22" fmla="*/ 2331073 w 4776227"/>
                <a:gd name="connsiteY22" fmla="*/ 1990976 h 5167690"/>
                <a:gd name="connsiteX23" fmla="*/ 2331073 w 4776227"/>
                <a:gd name="connsiteY23" fmla="*/ 2271557 h 5167690"/>
                <a:gd name="connsiteX24" fmla="*/ 2048700 w 4776227"/>
                <a:gd name="connsiteY24" fmla="*/ 2271557 h 5167690"/>
                <a:gd name="connsiteX25" fmla="*/ 3696232 w 4776227"/>
                <a:gd name="connsiteY25" fmla="*/ 595506 h 5167690"/>
                <a:gd name="connsiteX26" fmla="*/ 3702720 w 4776227"/>
                <a:gd name="connsiteY26" fmla="*/ 619484 h 5167690"/>
                <a:gd name="connsiteX27" fmla="*/ 3515961 w 4776227"/>
                <a:gd name="connsiteY27" fmla="*/ 845912 h 5167690"/>
                <a:gd name="connsiteX28" fmla="*/ 3460852 w 4776227"/>
                <a:gd name="connsiteY28" fmla="*/ 907355 h 5167690"/>
                <a:gd name="connsiteX29" fmla="*/ 3463342 w 4776227"/>
                <a:gd name="connsiteY29" fmla="*/ 871350 h 5167690"/>
                <a:gd name="connsiteX30" fmla="*/ 3696232 w 4776227"/>
                <a:gd name="connsiteY30" fmla="*/ 595506 h 5167690"/>
                <a:gd name="connsiteX31" fmla="*/ 1974815 w 4776227"/>
                <a:gd name="connsiteY31" fmla="*/ 0 h 5167690"/>
                <a:gd name="connsiteX32" fmla="*/ 2329394 w 4776227"/>
                <a:gd name="connsiteY32" fmla="*/ 0 h 5167690"/>
                <a:gd name="connsiteX33" fmla="*/ 2329394 w 4776227"/>
                <a:gd name="connsiteY33" fmla="*/ 384642 h 5167690"/>
                <a:gd name="connsiteX34" fmla="*/ 2516437 w 4776227"/>
                <a:gd name="connsiteY34" fmla="*/ 414086 h 5167690"/>
                <a:gd name="connsiteX35" fmla="*/ 2911483 w 4776227"/>
                <a:gd name="connsiteY35" fmla="*/ 536125 h 5167690"/>
                <a:gd name="connsiteX36" fmla="*/ 3152971 w 4776227"/>
                <a:gd name="connsiteY36" fmla="*/ 667002 h 5167690"/>
                <a:gd name="connsiteX37" fmla="*/ 3207046 w 4776227"/>
                <a:gd name="connsiteY37" fmla="*/ 656425 h 5167690"/>
                <a:gd name="connsiteX38" fmla="*/ 3441512 w 4776227"/>
                <a:gd name="connsiteY38" fmla="*/ 384268 h 5167690"/>
                <a:gd name="connsiteX39" fmla="*/ 3450888 w 4776227"/>
                <a:gd name="connsiteY39" fmla="*/ 383068 h 5167690"/>
                <a:gd name="connsiteX40" fmla="*/ 3694913 w 4776227"/>
                <a:gd name="connsiteY40" fmla="*/ 593075 h 5167690"/>
                <a:gd name="connsiteX41" fmla="*/ 3463342 w 4776227"/>
                <a:gd name="connsiteY41" fmla="*/ 871350 h 5167690"/>
                <a:gd name="connsiteX42" fmla="*/ 3458560 w 4776227"/>
                <a:gd name="connsiteY42" fmla="*/ 908523 h 5167690"/>
                <a:gd name="connsiteX43" fmla="*/ 3694308 w 4776227"/>
                <a:gd name="connsiteY43" fmla="*/ 1212362 h 5167690"/>
                <a:gd name="connsiteX44" fmla="*/ 3890642 w 4776227"/>
                <a:gd name="connsiteY44" fmla="*/ 1635801 h 5167690"/>
                <a:gd name="connsiteX45" fmla="*/ 3949526 w 4776227"/>
                <a:gd name="connsiteY45" fmla="*/ 1669871 h 5167690"/>
                <a:gd name="connsiteX46" fmla="*/ 4312205 w 4776227"/>
                <a:gd name="connsiteY46" fmla="*/ 1604665 h 5167690"/>
                <a:gd name="connsiteX47" fmla="*/ 4320750 w 4776227"/>
                <a:gd name="connsiteY47" fmla="*/ 1610163 h 5167690"/>
                <a:gd name="connsiteX48" fmla="*/ 4373478 w 4776227"/>
                <a:gd name="connsiteY48" fmla="*/ 1915772 h 5167690"/>
                <a:gd name="connsiteX49" fmla="*/ 4250408 w 4776227"/>
                <a:gd name="connsiteY49" fmla="*/ 1942312 h 5167690"/>
                <a:gd name="connsiteX50" fmla="*/ 4373828 w 4776227"/>
                <a:gd name="connsiteY50" fmla="*/ 1919033 h 5167690"/>
                <a:gd name="connsiteX51" fmla="*/ 4355817 w 4776227"/>
                <a:gd name="connsiteY51" fmla="*/ 1955278 h 5167690"/>
                <a:gd name="connsiteX52" fmla="*/ 4181565 w 4776227"/>
                <a:gd name="connsiteY52" fmla="*/ 1988372 h 5167690"/>
                <a:gd name="connsiteX53" fmla="*/ 3970955 w 4776227"/>
                <a:gd name="connsiteY53" fmla="*/ 2027310 h 5167690"/>
                <a:gd name="connsiteX54" fmla="*/ 3990876 w 4776227"/>
                <a:gd name="connsiteY54" fmla="*/ 1990593 h 5167690"/>
                <a:gd name="connsiteX55" fmla="*/ 3967839 w 4776227"/>
                <a:gd name="connsiteY55" fmla="*/ 2027509 h 5167690"/>
                <a:gd name="connsiteX56" fmla="*/ 3970428 w 4776227"/>
                <a:gd name="connsiteY56" fmla="*/ 2139384 h 5167690"/>
                <a:gd name="connsiteX57" fmla="*/ 3621080 w 4776227"/>
                <a:gd name="connsiteY57" fmla="*/ 2142842 h 5167690"/>
                <a:gd name="connsiteX58" fmla="*/ 3473478 w 4776227"/>
                <a:gd name="connsiteY58" fmla="*/ 1544109 h 5167690"/>
                <a:gd name="connsiteX59" fmla="*/ 3284155 w 4776227"/>
                <a:gd name="connsiteY59" fmla="*/ 1254392 h 5167690"/>
                <a:gd name="connsiteX60" fmla="*/ 2795615 w 4776227"/>
                <a:gd name="connsiteY60" fmla="*/ 874924 h 5167690"/>
                <a:gd name="connsiteX61" fmla="*/ 2384941 w 4776227"/>
                <a:gd name="connsiteY61" fmla="*/ 754342 h 5167690"/>
                <a:gd name="connsiteX62" fmla="*/ 2098282 w 4776227"/>
                <a:gd name="connsiteY62" fmla="*/ 740374 h 5167690"/>
                <a:gd name="connsiteX63" fmla="*/ 1644452 w 4776227"/>
                <a:gd name="connsiteY63" fmla="*/ 846193 h 5167690"/>
                <a:gd name="connsiteX64" fmla="*/ 1219740 w 4776227"/>
                <a:gd name="connsiteY64" fmla="*/ 1119174 h 5167690"/>
                <a:gd name="connsiteX65" fmla="*/ 781782 w 4776227"/>
                <a:gd name="connsiteY65" fmla="*/ 1896524 h 5167690"/>
                <a:gd name="connsiteX66" fmla="*/ 757851 w 4776227"/>
                <a:gd name="connsiteY66" fmla="*/ 2258894 h 5167690"/>
                <a:gd name="connsiteX67" fmla="*/ 940189 w 4776227"/>
                <a:gd name="connsiteY67" fmla="*/ 2866709 h 5167690"/>
                <a:gd name="connsiteX68" fmla="*/ 1242041 w 4776227"/>
                <a:gd name="connsiteY68" fmla="*/ 3240094 h 5167690"/>
                <a:gd name="connsiteX69" fmla="*/ 1909671 w 4776227"/>
                <a:gd name="connsiteY69" fmla="*/ 3571587 h 5167690"/>
                <a:gd name="connsiteX70" fmla="*/ 2409957 w 4776227"/>
                <a:gd name="connsiteY70" fmla="*/ 3598127 h 5167690"/>
                <a:gd name="connsiteX71" fmla="*/ 2463666 w 4776227"/>
                <a:gd name="connsiteY71" fmla="*/ 3653570 h 5167690"/>
                <a:gd name="connsiteX72" fmla="*/ 2500470 w 4776227"/>
                <a:gd name="connsiteY72" fmla="*/ 3928968 h 5167690"/>
                <a:gd name="connsiteX73" fmla="*/ 2498024 w 4776227"/>
                <a:gd name="connsiteY73" fmla="*/ 3948316 h 5167690"/>
                <a:gd name="connsiteX74" fmla="*/ 1787028 w 4776227"/>
                <a:gd name="connsiteY74" fmla="*/ 3911736 h 5167690"/>
                <a:gd name="connsiteX75" fmla="*/ 1667639 w 4776227"/>
                <a:gd name="connsiteY75" fmla="*/ 4238966 h 5167690"/>
                <a:gd name="connsiteX76" fmla="*/ 1551649 w 4776227"/>
                <a:gd name="connsiteY76" fmla="*/ 4296244 h 5167690"/>
                <a:gd name="connsiteX77" fmla="*/ 1300872 w 4776227"/>
                <a:gd name="connsiteY77" fmla="*/ 4204388 h 5167690"/>
                <a:gd name="connsiteX78" fmla="*/ 1349948 w 4776227"/>
                <a:gd name="connsiteY78" fmla="*/ 4067602 h 5167690"/>
                <a:gd name="connsiteX79" fmla="*/ 1437460 w 4776227"/>
                <a:gd name="connsiteY79" fmla="*/ 3824001 h 5167690"/>
                <a:gd name="connsiteX80" fmla="*/ 1420562 w 4776227"/>
                <a:gd name="connsiteY80" fmla="*/ 3782555 h 5167690"/>
                <a:gd name="connsiteX81" fmla="*/ 1045613 w 4776227"/>
                <a:gd name="connsiteY81" fmla="*/ 3543160 h 5167690"/>
                <a:gd name="connsiteX82" fmla="*/ 808791 w 4776227"/>
                <a:gd name="connsiteY82" fmla="*/ 3303718 h 5167690"/>
                <a:gd name="connsiteX83" fmla="*/ 772146 w 4776227"/>
                <a:gd name="connsiteY83" fmla="*/ 3269145 h 5167690"/>
                <a:gd name="connsiteX84" fmla="*/ 530338 w 4776227"/>
                <a:gd name="connsiteY84" fmla="*/ 3422642 h 5167690"/>
                <a:gd name="connsiteX85" fmla="*/ 435241 w 4776227"/>
                <a:gd name="connsiteY85" fmla="*/ 3478596 h 5167690"/>
                <a:gd name="connsiteX86" fmla="*/ 402658 w 4776227"/>
                <a:gd name="connsiteY86" fmla="*/ 3469173 h 5167690"/>
                <a:gd name="connsiteX87" fmla="*/ 241693 w 4776227"/>
                <a:gd name="connsiteY87" fmla="*/ 3214859 h 5167690"/>
                <a:gd name="connsiteX88" fmla="*/ 253150 w 4776227"/>
                <a:gd name="connsiteY88" fmla="*/ 3173752 h 5167690"/>
                <a:gd name="connsiteX89" fmla="*/ 552804 w 4776227"/>
                <a:gd name="connsiteY89" fmla="*/ 2984669 h 5167690"/>
                <a:gd name="connsiteX90" fmla="*/ 568434 w 4776227"/>
                <a:gd name="connsiteY90" fmla="*/ 2922344 h 5167690"/>
                <a:gd name="connsiteX91" fmla="*/ 427406 w 4776227"/>
                <a:gd name="connsiteY91" fmla="*/ 2477711 h 5167690"/>
                <a:gd name="connsiteX92" fmla="*/ 402497 w 4776227"/>
                <a:gd name="connsiteY92" fmla="*/ 2122976 h 5167690"/>
                <a:gd name="connsiteX93" fmla="*/ 365068 w 4776227"/>
                <a:gd name="connsiteY93" fmla="*/ 2079697 h 5167690"/>
                <a:gd name="connsiteX94" fmla="*/ 26826 w 4776227"/>
                <a:gd name="connsiteY94" fmla="*/ 2026592 h 5167690"/>
                <a:gd name="connsiteX95" fmla="*/ 820 w 4776227"/>
                <a:gd name="connsiteY95" fmla="*/ 1988105 h 5167690"/>
                <a:gd name="connsiteX96" fmla="*/ 47975 w 4776227"/>
                <a:gd name="connsiteY96" fmla="*/ 1702815 h 5167690"/>
                <a:gd name="connsiteX97" fmla="*/ 90036 w 4776227"/>
                <a:gd name="connsiteY97" fmla="*/ 1672258 h 5167690"/>
                <a:gd name="connsiteX98" fmla="*/ 448774 w 4776227"/>
                <a:gd name="connsiteY98" fmla="*/ 1733807 h 5167690"/>
                <a:gd name="connsiteX99" fmla="*/ 531949 w 4776227"/>
                <a:gd name="connsiteY99" fmla="*/ 1499335 h 5167690"/>
                <a:gd name="connsiteX100" fmla="*/ 647703 w 4776227"/>
                <a:gd name="connsiteY100" fmla="*/ 1263625 h 5167690"/>
                <a:gd name="connsiteX101" fmla="*/ 874865 w 4776227"/>
                <a:gd name="connsiteY101" fmla="*/ 956977 h 5167690"/>
                <a:gd name="connsiteX102" fmla="*/ 873267 w 4776227"/>
                <a:gd name="connsiteY102" fmla="*/ 904466 h 5167690"/>
                <a:gd name="connsiteX103" fmla="*/ 665681 w 4776227"/>
                <a:gd name="connsiteY103" fmla="*/ 673832 h 5167690"/>
                <a:gd name="connsiteX104" fmla="*/ 641344 w 4776227"/>
                <a:gd name="connsiteY104" fmla="*/ 638496 h 5167690"/>
                <a:gd name="connsiteX105" fmla="*/ 904509 w 4776227"/>
                <a:gd name="connsiteY105" fmla="*/ 401970 h 5167690"/>
                <a:gd name="connsiteX106" fmla="*/ 1019449 w 4776227"/>
                <a:gd name="connsiteY106" fmla="*/ 530908 h 5167690"/>
                <a:gd name="connsiteX107" fmla="*/ 1157467 w 4776227"/>
                <a:gd name="connsiteY107" fmla="*/ 684642 h 5167690"/>
                <a:gd name="connsiteX108" fmla="*/ 1196949 w 4776227"/>
                <a:gd name="connsiteY108" fmla="*/ 679917 h 5167690"/>
                <a:gd name="connsiteX109" fmla="*/ 1398907 w 4776227"/>
                <a:gd name="connsiteY109" fmla="*/ 564823 h 5167690"/>
                <a:gd name="connsiteX110" fmla="*/ 1901506 w 4776227"/>
                <a:gd name="connsiteY110" fmla="*/ 406187 h 5167690"/>
                <a:gd name="connsiteX111" fmla="*/ 1974815 w 4776227"/>
                <a:gd name="connsiteY111" fmla="*/ 394428 h 5167690"/>
                <a:gd name="connsiteX112" fmla="*/ 1974815 w 4776227"/>
                <a:gd name="connsiteY112" fmla="*/ 0 h 516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776227" h="5167690">
                  <a:moveTo>
                    <a:pt x="3835700" y="4645408"/>
                  </a:moveTo>
                  <a:lnTo>
                    <a:pt x="4360874" y="4645408"/>
                  </a:lnTo>
                  <a:lnTo>
                    <a:pt x="4360874" y="5167690"/>
                  </a:lnTo>
                  <a:lnTo>
                    <a:pt x="3835700" y="5167690"/>
                  </a:lnTo>
                  <a:close/>
                  <a:moveTo>
                    <a:pt x="4649669" y="3288326"/>
                  </a:moveTo>
                  <a:cubicBezTo>
                    <a:pt x="4659144" y="3287829"/>
                    <a:pt x="4668627" y="3293517"/>
                    <a:pt x="4680355" y="3306478"/>
                  </a:cubicBezTo>
                  <a:cubicBezTo>
                    <a:pt x="4711251" y="3340625"/>
                    <a:pt x="4746410" y="3370915"/>
                    <a:pt x="4776227" y="3399499"/>
                  </a:cubicBezTo>
                  <a:cubicBezTo>
                    <a:pt x="4488681" y="3687032"/>
                    <a:pt x="4204573" y="3971126"/>
                    <a:pt x="3917484" y="4258202"/>
                  </a:cubicBezTo>
                  <a:cubicBezTo>
                    <a:pt x="3828857" y="4169469"/>
                    <a:pt x="3733971" y="4074468"/>
                    <a:pt x="3637156" y="3977538"/>
                  </a:cubicBezTo>
                  <a:cubicBezTo>
                    <a:pt x="3576044" y="3916693"/>
                    <a:pt x="3516862" y="3857777"/>
                    <a:pt x="3461775" y="3802940"/>
                  </a:cubicBezTo>
                  <a:cubicBezTo>
                    <a:pt x="3504032" y="3760219"/>
                    <a:pt x="3544956" y="3718847"/>
                    <a:pt x="3586590" y="3676758"/>
                  </a:cubicBezTo>
                  <a:cubicBezTo>
                    <a:pt x="3692352" y="3782703"/>
                    <a:pt x="3803669" y="3894213"/>
                    <a:pt x="3917105" y="4007845"/>
                  </a:cubicBezTo>
                  <a:cubicBezTo>
                    <a:pt x="3931380" y="3994523"/>
                    <a:pt x="3941703" y="3985449"/>
                    <a:pt x="3951404" y="3975754"/>
                  </a:cubicBezTo>
                  <a:cubicBezTo>
                    <a:pt x="4174151" y="3753135"/>
                    <a:pt x="4397163" y="3530780"/>
                    <a:pt x="4619030" y="3307288"/>
                  </a:cubicBezTo>
                  <a:cubicBezTo>
                    <a:pt x="4630726" y="3295507"/>
                    <a:pt x="4640193" y="3288824"/>
                    <a:pt x="4649669" y="3288326"/>
                  </a:cubicBezTo>
                  <a:close/>
                  <a:moveTo>
                    <a:pt x="3969959" y="2142844"/>
                  </a:moveTo>
                  <a:cubicBezTo>
                    <a:pt x="3973488" y="2151655"/>
                    <a:pt x="3973488" y="2160469"/>
                    <a:pt x="3973488" y="2173714"/>
                  </a:cubicBezTo>
                  <a:cubicBezTo>
                    <a:pt x="3903491" y="2173714"/>
                    <a:pt x="3834809" y="2173720"/>
                    <a:pt x="3766128" y="2173712"/>
                  </a:cubicBezTo>
                  <a:cubicBezTo>
                    <a:pt x="3725269" y="2173706"/>
                    <a:pt x="3684397" y="2173046"/>
                    <a:pt x="3643558" y="2173945"/>
                  </a:cubicBezTo>
                  <a:cubicBezTo>
                    <a:pt x="3625178" y="2174350"/>
                    <a:pt x="3617481" y="2167610"/>
                    <a:pt x="3620627" y="2146129"/>
                  </a:cubicBezTo>
                  <a:cubicBezTo>
                    <a:pt x="3736196" y="2142843"/>
                    <a:pt x="3851311" y="2142845"/>
                    <a:pt x="3969959" y="2142844"/>
                  </a:cubicBezTo>
                  <a:close/>
                  <a:moveTo>
                    <a:pt x="2048700" y="1990976"/>
                  </a:moveTo>
                  <a:lnTo>
                    <a:pt x="2331073" y="1990976"/>
                  </a:lnTo>
                  <a:lnTo>
                    <a:pt x="2331073" y="2271557"/>
                  </a:lnTo>
                  <a:lnTo>
                    <a:pt x="2048700" y="2271557"/>
                  </a:lnTo>
                  <a:close/>
                  <a:moveTo>
                    <a:pt x="3696232" y="595506"/>
                  </a:moveTo>
                  <a:cubicBezTo>
                    <a:pt x="3700714" y="602465"/>
                    <a:pt x="3706485" y="614829"/>
                    <a:pt x="3702720" y="619484"/>
                  </a:cubicBezTo>
                  <a:cubicBezTo>
                    <a:pt x="3641207" y="695558"/>
                    <a:pt x="3578613" y="770762"/>
                    <a:pt x="3515961" y="845912"/>
                  </a:cubicBezTo>
                  <a:cubicBezTo>
                    <a:pt x="3498860" y="866424"/>
                    <a:pt x="3480776" y="886118"/>
                    <a:pt x="3460852" y="907355"/>
                  </a:cubicBezTo>
                  <a:cubicBezTo>
                    <a:pt x="3459916" y="895937"/>
                    <a:pt x="3456619" y="879526"/>
                    <a:pt x="3463342" y="871350"/>
                  </a:cubicBezTo>
                  <a:cubicBezTo>
                    <a:pt x="3539034" y="779278"/>
                    <a:pt x="3616267" y="688472"/>
                    <a:pt x="3696232" y="595506"/>
                  </a:cubicBezTo>
                  <a:close/>
                  <a:moveTo>
                    <a:pt x="1974815" y="0"/>
                  </a:moveTo>
                  <a:cubicBezTo>
                    <a:pt x="2095185" y="0"/>
                    <a:pt x="2210243" y="0"/>
                    <a:pt x="2329394" y="0"/>
                  </a:cubicBezTo>
                  <a:cubicBezTo>
                    <a:pt x="2329394" y="128605"/>
                    <a:pt x="2329394" y="256552"/>
                    <a:pt x="2329394" y="384642"/>
                  </a:cubicBezTo>
                  <a:cubicBezTo>
                    <a:pt x="2394368" y="394863"/>
                    <a:pt x="2455417" y="404386"/>
                    <a:pt x="2516437" y="414086"/>
                  </a:cubicBezTo>
                  <a:cubicBezTo>
                    <a:pt x="2653928" y="435942"/>
                    <a:pt x="2786005" y="476960"/>
                    <a:pt x="2911483" y="536125"/>
                  </a:cubicBezTo>
                  <a:cubicBezTo>
                    <a:pt x="2994166" y="575110"/>
                    <a:pt x="3072532" y="623229"/>
                    <a:pt x="3152971" y="667002"/>
                  </a:cubicBezTo>
                  <a:cubicBezTo>
                    <a:pt x="3173514" y="678181"/>
                    <a:pt x="3187518" y="680761"/>
                    <a:pt x="3207046" y="656425"/>
                  </a:cubicBezTo>
                  <a:cubicBezTo>
                    <a:pt x="3281149" y="564073"/>
                    <a:pt x="3359865" y="475425"/>
                    <a:pt x="3441512" y="384268"/>
                  </a:cubicBezTo>
                  <a:cubicBezTo>
                    <a:pt x="3447740" y="383119"/>
                    <a:pt x="3449314" y="383093"/>
                    <a:pt x="3450888" y="383068"/>
                  </a:cubicBezTo>
                  <a:cubicBezTo>
                    <a:pt x="3532839" y="451653"/>
                    <a:pt x="3614789" y="520240"/>
                    <a:pt x="3694913" y="593075"/>
                  </a:cubicBezTo>
                  <a:cubicBezTo>
                    <a:pt x="3616268" y="688471"/>
                    <a:pt x="3539036" y="779278"/>
                    <a:pt x="3463342" y="871350"/>
                  </a:cubicBezTo>
                  <a:cubicBezTo>
                    <a:pt x="3456620" y="879526"/>
                    <a:pt x="3459917" y="895937"/>
                    <a:pt x="3458560" y="908523"/>
                  </a:cubicBezTo>
                  <a:cubicBezTo>
                    <a:pt x="3537581" y="1009502"/>
                    <a:pt x="3621736" y="1106944"/>
                    <a:pt x="3694308" y="1212362"/>
                  </a:cubicBezTo>
                  <a:cubicBezTo>
                    <a:pt x="3783248" y="1341556"/>
                    <a:pt x="3848751" y="1483856"/>
                    <a:pt x="3890642" y="1635801"/>
                  </a:cubicBezTo>
                  <a:cubicBezTo>
                    <a:pt x="3899811" y="1669062"/>
                    <a:pt x="3916950" y="1676307"/>
                    <a:pt x="3949526" y="1669871"/>
                  </a:cubicBezTo>
                  <a:cubicBezTo>
                    <a:pt x="4068793" y="1646311"/>
                    <a:pt x="4188527" y="1625113"/>
                    <a:pt x="4312205" y="1604665"/>
                  </a:cubicBezTo>
                  <a:cubicBezTo>
                    <a:pt x="4317618" y="1607799"/>
                    <a:pt x="4319092" y="1609086"/>
                    <a:pt x="4320750" y="1610163"/>
                  </a:cubicBezTo>
                  <a:cubicBezTo>
                    <a:pt x="4339269" y="1710867"/>
                    <a:pt x="4357787" y="1811572"/>
                    <a:pt x="4373478" y="1915772"/>
                  </a:cubicBezTo>
                  <a:cubicBezTo>
                    <a:pt x="4330572" y="1926965"/>
                    <a:pt x="4290530" y="1934855"/>
                    <a:pt x="4250408" y="1942312"/>
                  </a:cubicBezTo>
                  <a:cubicBezTo>
                    <a:pt x="4290530" y="1934855"/>
                    <a:pt x="4330572" y="1926965"/>
                    <a:pt x="4373828" y="1919033"/>
                  </a:cubicBezTo>
                  <a:cubicBezTo>
                    <a:pt x="4397785" y="1946942"/>
                    <a:pt x="4372262" y="1951752"/>
                    <a:pt x="4355817" y="1955278"/>
                  </a:cubicBezTo>
                  <a:cubicBezTo>
                    <a:pt x="4298026" y="1967670"/>
                    <a:pt x="4239691" y="1977529"/>
                    <a:pt x="4181565" y="1988372"/>
                  </a:cubicBezTo>
                  <a:cubicBezTo>
                    <a:pt x="4112398" y="2001274"/>
                    <a:pt x="4043235" y="2014198"/>
                    <a:pt x="3970955" y="2027310"/>
                  </a:cubicBezTo>
                  <a:cubicBezTo>
                    <a:pt x="3949230" y="1998911"/>
                    <a:pt x="3972690" y="1994140"/>
                    <a:pt x="3990876" y="1990593"/>
                  </a:cubicBezTo>
                  <a:cubicBezTo>
                    <a:pt x="3972692" y="1994140"/>
                    <a:pt x="3949230" y="1998911"/>
                    <a:pt x="3967839" y="2027509"/>
                  </a:cubicBezTo>
                  <a:cubicBezTo>
                    <a:pt x="3970035" y="2063647"/>
                    <a:pt x="3972231" y="2099785"/>
                    <a:pt x="3970428" y="2139384"/>
                  </a:cubicBezTo>
                  <a:cubicBezTo>
                    <a:pt x="3851313" y="2142844"/>
                    <a:pt x="3736197" y="2142843"/>
                    <a:pt x="3621080" y="2142842"/>
                  </a:cubicBezTo>
                  <a:cubicBezTo>
                    <a:pt x="3609420" y="1934002"/>
                    <a:pt x="3567137" y="1732362"/>
                    <a:pt x="3473478" y="1544109"/>
                  </a:cubicBezTo>
                  <a:cubicBezTo>
                    <a:pt x="3421887" y="1440410"/>
                    <a:pt x="3359415" y="1343529"/>
                    <a:pt x="3284155" y="1254392"/>
                  </a:cubicBezTo>
                  <a:cubicBezTo>
                    <a:pt x="3147881" y="1092989"/>
                    <a:pt x="2986061" y="965344"/>
                    <a:pt x="2795615" y="874924"/>
                  </a:cubicBezTo>
                  <a:cubicBezTo>
                    <a:pt x="2665416" y="813108"/>
                    <a:pt x="2529129" y="768040"/>
                    <a:pt x="2384941" y="754342"/>
                  </a:cubicBezTo>
                  <a:cubicBezTo>
                    <a:pt x="2289705" y="745294"/>
                    <a:pt x="2193282" y="734859"/>
                    <a:pt x="2098282" y="740374"/>
                  </a:cubicBezTo>
                  <a:cubicBezTo>
                    <a:pt x="1941958" y="749449"/>
                    <a:pt x="1789662" y="784444"/>
                    <a:pt x="1644452" y="846193"/>
                  </a:cubicBezTo>
                  <a:cubicBezTo>
                    <a:pt x="1487246" y="913042"/>
                    <a:pt x="1346301" y="1003453"/>
                    <a:pt x="1219740" y="1119174"/>
                  </a:cubicBezTo>
                  <a:cubicBezTo>
                    <a:pt x="988125" y="1330953"/>
                    <a:pt x="846801" y="1592633"/>
                    <a:pt x="781782" y="1896524"/>
                  </a:cubicBezTo>
                  <a:cubicBezTo>
                    <a:pt x="756361" y="2015343"/>
                    <a:pt x="747523" y="2137617"/>
                    <a:pt x="757851" y="2258894"/>
                  </a:cubicBezTo>
                  <a:cubicBezTo>
                    <a:pt x="776141" y="2473618"/>
                    <a:pt x="831994" y="2677328"/>
                    <a:pt x="940189" y="2866709"/>
                  </a:cubicBezTo>
                  <a:cubicBezTo>
                    <a:pt x="1021063" y="3008266"/>
                    <a:pt x="1121144" y="3133081"/>
                    <a:pt x="1242041" y="3240094"/>
                  </a:cubicBezTo>
                  <a:cubicBezTo>
                    <a:pt x="1434106" y="3410104"/>
                    <a:pt x="1656906" y="3520435"/>
                    <a:pt x="1909671" y="3571587"/>
                  </a:cubicBezTo>
                  <a:cubicBezTo>
                    <a:pt x="2075620" y="3605170"/>
                    <a:pt x="2243059" y="3606924"/>
                    <a:pt x="2409957" y="3598127"/>
                  </a:cubicBezTo>
                  <a:cubicBezTo>
                    <a:pt x="2468546" y="3595039"/>
                    <a:pt x="2459666" y="3618557"/>
                    <a:pt x="2463666" y="3653570"/>
                  </a:cubicBezTo>
                  <a:cubicBezTo>
                    <a:pt x="2474170" y="3745569"/>
                    <a:pt x="2488142" y="3837172"/>
                    <a:pt x="2500470" y="3928968"/>
                  </a:cubicBezTo>
                  <a:cubicBezTo>
                    <a:pt x="2501110" y="3933735"/>
                    <a:pt x="2499304" y="3938829"/>
                    <a:pt x="2498024" y="3948316"/>
                  </a:cubicBezTo>
                  <a:cubicBezTo>
                    <a:pt x="2260312" y="3965339"/>
                    <a:pt x="2024214" y="3961979"/>
                    <a:pt x="1787028" y="3911736"/>
                  </a:cubicBezTo>
                  <a:cubicBezTo>
                    <a:pt x="1747284" y="4020301"/>
                    <a:pt x="1706158" y="4129176"/>
                    <a:pt x="1667639" y="4238966"/>
                  </a:cubicBezTo>
                  <a:cubicBezTo>
                    <a:pt x="1637252" y="4325582"/>
                    <a:pt x="1638405" y="4326850"/>
                    <a:pt x="1551649" y="4296244"/>
                  </a:cubicBezTo>
                  <a:cubicBezTo>
                    <a:pt x="1470346" y="4267563"/>
                    <a:pt x="1389703" y="4237016"/>
                    <a:pt x="1300872" y="4204388"/>
                  </a:cubicBezTo>
                  <a:cubicBezTo>
                    <a:pt x="1317149" y="4159035"/>
                    <a:pt x="1333633" y="4113348"/>
                    <a:pt x="1349948" y="4067602"/>
                  </a:cubicBezTo>
                  <a:cubicBezTo>
                    <a:pt x="1378933" y="3986329"/>
                    <a:pt x="1406687" y="3904589"/>
                    <a:pt x="1437460" y="3824001"/>
                  </a:cubicBezTo>
                  <a:cubicBezTo>
                    <a:pt x="1446216" y="3801066"/>
                    <a:pt x="1440235" y="3791571"/>
                    <a:pt x="1420562" y="3782555"/>
                  </a:cubicBezTo>
                  <a:cubicBezTo>
                    <a:pt x="1284476" y="3720190"/>
                    <a:pt x="1158140" y="3640752"/>
                    <a:pt x="1045613" y="3543160"/>
                  </a:cubicBezTo>
                  <a:cubicBezTo>
                    <a:pt x="961056" y="3469825"/>
                    <a:pt x="887428" y="3383898"/>
                    <a:pt x="808791" y="3303718"/>
                  </a:cubicBezTo>
                  <a:cubicBezTo>
                    <a:pt x="798042" y="3292757"/>
                    <a:pt x="786466" y="3282609"/>
                    <a:pt x="772146" y="3269145"/>
                  </a:cubicBezTo>
                  <a:cubicBezTo>
                    <a:pt x="692609" y="3319683"/>
                    <a:pt x="611637" y="3371423"/>
                    <a:pt x="530338" y="3422642"/>
                  </a:cubicBezTo>
                  <a:cubicBezTo>
                    <a:pt x="499202" y="3442259"/>
                    <a:pt x="468040" y="3462128"/>
                    <a:pt x="435241" y="3478596"/>
                  </a:cubicBezTo>
                  <a:cubicBezTo>
                    <a:pt x="427522" y="3482471"/>
                    <a:pt x="407513" y="3476671"/>
                    <a:pt x="402658" y="3469173"/>
                  </a:cubicBezTo>
                  <a:cubicBezTo>
                    <a:pt x="348133" y="3384964"/>
                    <a:pt x="296368" y="3298967"/>
                    <a:pt x="241693" y="3214859"/>
                  </a:cubicBezTo>
                  <a:cubicBezTo>
                    <a:pt x="227290" y="3192703"/>
                    <a:pt x="234268" y="3185518"/>
                    <a:pt x="253150" y="3173752"/>
                  </a:cubicBezTo>
                  <a:cubicBezTo>
                    <a:pt x="353384" y="3111282"/>
                    <a:pt x="452063" y="3046295"/>
                    <a:pt x="552804" y="2984669"/>
                  </a:cubicBezTo>
                  <a:cubicBezTo>
                    <a:pt x="582286" y="2966635"/>
                    <a:pt x="582359" y="2949924"/>
                    <a:pt x="568434" y="2922344"/>
                  </a:cubicBezTo>
                  <a:cubicBezTo>
                    <a:pt x="497497" y="2781842"/>
                    <a:pt x="451214" y="2632142"/>
                    <a:pt x="427406" y="2477711"/>
                  </a:cubicBezTo>
                  <a:cubicBezTo>
                    <a:pt x="409404" y="2360939"/>
                    <a:pt x="408821" y="2241393"/>
                    <a:pt x="402497" y="2122976"/>
                  </a:cubicBezTo>
                  <a:cubicBezTo>
                    <a:pt x="401043" y="2095748"/>
                    <a:pt x="396978" y="2083888"/>
                    <a:pt x="365068" y="2079697"/>
                  </a:cubicBezTo>
                  <a:cubicBezTo>
                    <a:pt x="251946" y="2064841"/>
                    <a:pt x="139524" y="2044680"/>
                    <a:pt x="26826" y="2026592"/>
                  </a:cubicBezTo>
                  <a:cubicBezTo>
                    <a:pt x="4331" y="2022983"/>
                    <a:pt x="-2585" y="2008909"/>
                    <a:pt x="820" y="1988105"/>
                  </a:cubicBezTo>
                  <a:cubicBezTo>
                    <a:pt x="16388" y="1892982"/>
                    <a:pt x="31742" y="1797824"/>
                    <a:pt x="47975" y="1702815"/>
                  </a:cubicBezTo>
                  <a:cubicBezTo>
                    <a:pt x="51796" y="1680451"/>
                    <a:pt x="63223" y="1667497"/>
                    <a:pt x="90036" y="1672258"/>
                  </a:cubicBezTo>
                  <a:cubicBezTo>
                    <a:pt x="209691" y="1693507"/>
                    <a:pt x="329571" y="1713477"/>
                    <a:pt x="448774" y="1733807"/>
                  </a:cubicBezTo>
                  <a:cubicBezTo>
                    <a:pt x="476631" y="1654183"/>
                    <a:pt x="500137" y="1575014"/>
                    <a:pt x="531949" y="1499335"/>
                  </a:cubicBezTo>
                  <a:cubicBezTo>
                    <a:pt x="565858" y="1418665"/>
                    <a:pt x="600244" y="1336492"/>
                    <a:pt x="647703" y="1263625"/>
                  </a:cubicBezTo>
                  <a:cubicBezTo>
                    <a:pt x="717011" y="1157211"/>
                    <a:pt x="797455" y="1057965"/>
                    <a:pt x="874865" y="956977"/>
                  </a:cubicBezTo>
                  <a:cubicBezTo>
                    <a:pt x="890872" y="936094"/>
                    <a:pt x="890472" y="923218"/>
                    <a:pt x="873267" y="904466"/>
                  </a:cubicBezTo>
                  <a:cubicBezTo>
                    <a:pt x="803348" y="828250"/>
                    <a:pt x="734527" y="751024"/>
                    <a:pt x="665681" y="673832"/>
                  </a:cubicBezTo>
                  <a:cubicBezTo>
                    <a:pt x="657288" y="664423"/>
                    <a:pt x="651197" y="652962"/>
                    <a:pt x="641344" y="638496"/>
                  </a:cubicBezTo>
                  <a:cubicBezTo>
                    <a:pt x="727144" y="561380"/>
                    <a:pt x="813403" y="483853"/>
                    <a:pt x="904509" y="401970"/>
                  </a:cubicBezTo>
                  <a:cubicBezTo>
                    <a:pt x="943780" y="446008"/>
                    <a:pt x="981705" y="488378"/>
                    <a:pt x="1019449" y="530908"/>
                  </a:cubicBezTo>
                  <a:cubicBezTo>
                    <a:pt x="1065172" y="582427"/>
                    <a:pt x="1109923" y="634866"/>
                    <a:pt x="1157467" y="684642"/>
                  </a:cubicBezTo>
                  <a:cubicBezTo>
                    <a:pt x="1163119" y="690559"/>
                    <a:pt x="1185793" y="686104"/>
                    <a:pt x="1196949" y="679917"/>
                  </a:cubicBezTo>
                  <a:cubicBezTo>
                    <a:pt x="1264719" y="642332"/>
                    <a:pt x="1329456" y="598803"/>
                    <a:pt x="1398907" y="564823"/>
                  </a:cubicBezTo>
                  <a:cubicBezTo>
                    <a:pt x="1558176" y="486898"/>
                    <a:pt x="1725125" y="431053"/>
                    <a:pt x="1901506" y="406187"/>
                  </a:cubicBezTo>
                  <a:cubicBezTo>
                    <a:pt x="1924147" y="402995"/>
                    <a:pt x="1946668" y="398967"/>
                    <a:pt x="1974815" y="394428"/>
                  </a:cubicBezTo>
                  <a:cubicBezTo>
                    <a:pt x="1974815" y="265373"/>
                    <a:pt x="1974815" y="133868"/>
                    <a:pt x="1974815"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3" name="Group 62">
            <a:extLst>
              <a:ext uri="{FF2B5EF4-FFF2-40B4-BE49-F238E27FC236}">
                <a16:creationId xmlns:a16="http://schemas.microsoft.com/office/drawing/2014/main" id="{8506DFBF-16C7-8737-B8D3-7F77BFE7D40F}"/>
              </a:ext>
              <a:ext uri="{C183D7F6-B498-43B3-948B-1728B52AA6E4}">
                <adec:decorative xmlns:adec="http://schemas.microsoft.com/office/drawing/2017/decorative" val="1"/>
              </a:ext>
            </a:extLst>
          </p:cNvPr>
          <p:cNvGrpSpPr>
            <a:grpSpLocks noChangeAspect="1"/>
          </p:cNvGrpSpPr>
          <p:nvPr/>
        </p:nvGrpSpPr>
        <p:grpSpPr>
          <a:xfrm>
            <a:off x="639763" y="5755986"/>
            <a:ext cx="457263" cy="457200"/>
            <a:chOff x="639763" y="5755986"/>
            <a:chExt cx="457263" cy="457200"/>
          </a:xfrm>
          <a:solidFill>
            <a:schemeClr val="accent2"/>
          </a:solidFill>
        </p:grpSpPr>
        <p:sp>
          <p:nvSpPr>
            <p:cNvPr id="2641" name="Freeform: Shape 2640">
              <a:extLst>
                <a:ext uri="{FF2B5EF4-FFF2-40B4-BE49-F238E27FC236}">
                  <a16:creationId xmlns:a16="http://schemas.microsoft.com/office/drawing/2014/main" id="{F7E3F8DD-1E3E-D142-66ED-DD0AFF90E861}"/>
                </a:ext>
                <a:ext uri="{C183D7F6-B498-43B3-948B-1728B52AA6E4}">
                  <adec:decorative xmlns:adec="http://schemas.microsoft.com/office/drawing/2017/decorative" val="1"/>
                </a:ext>
              </a:extLst>
            </p:cNvPr>
            <p:cNvSpPr/>
            <p:nvPr/>
          </p:nvSpPr>
          <p:spPr>
            <a:xfrm>
              <a:off x="644825" y="5760914"/>
              <a:ext cx="452201" cy="452272"/>
            </a:xfrm>
            <a:custGeom>
              <a:avLst/>
              <a:gdLst>
                <a:gd name="connsiteX0" fmla="*/ 4009593 w 6783020"/>
                <a:gd name="connsiteY0" fmla="*/ 2349072 h 6784085"/>
                <a:gd name="connsiteX1" fmla="*/ 4357280 w 6783020"/>
                <a:gd name="connsiteY1" fmla="*/ 2349072 h 6784085"/>
                <a:gd name="connsiteX2" fmla="*/ 4357280 w 6783020"/>
                <a:gd name="connsiteY2" fmla="*/ 2566382 h 6784085"/>
                <a:gd name="connsiteX3" fmla="*/ 4654144 w 6783020"/>
                <a:gd name="connsiteY3" fmla="*/ 2671444 h 6784085"/>
                <a:gd name="connsiteX4" fmla="*/ 4796542 w 6783020"/>
                <a:gd name="connsiteY4" fmla="*/ 2498102 h 6784085"/>
                <a:gd name="connsiteX5" fmla="*/ 4839743 w 6783020"/>
                <a:gd name="connsiteY5" fmla="*/ 2531045 h 6784085"/>
                <a:gd name="connsiteX6" fmla="*/ 5067749 w 6783020"/>
                <a:gd name="connsiteY6" fmla="*/ 2716661 h 6784085"/>
                <a:gd name="connsiteX7" fmla="*/ 4924977 w 6783020"/>
                <a:gd name="connsiteY7" fmla="*/ 2893400 h 6784085"/>
                <a:gd name="connsiteX8" fmla="*/ 5082410 w 6783020"/>
                <a:gd name="connsiteY8" fmla="*/ 3158850 h 6784085"/>
                <a:gd name="connsiteX9" fmla="*/ 5287153 w 6783020"/>
                <a:gd name="connsiteY9" fmla="*/ 3122847 h 6784085"/>
                <a:gd name="connsiteX10" fmla="*/ 5317419 w 6783020"/>
                <a:gd name="connsiteY10" fmla="*/ 3146176 h 6784085"/>
                <a:gd name="connsiteX11" fmla="*/ 5368600 w 6783020"/>
                <a:gd name="connsiteY11" fmla="*/ 3431215 h 6784085"/>
                <a:gd name="connsiteX12" fmla="*/ 5346759 w 6783020"/>
                <a:gd name="connsiteY12" fmla="*/ 3464407 h 6784085"/>
                <a:gd name="connsiteX13" fmla="*/ 5145125 w 6783020"/>
                <a:gd name="connsiteY13" fmla="*/ 3502260 h 6784085"/>
                <a:gd name="connsiteX14" fmla="*/ 5098575 w 6783020"/>
                <a:gd name="connsiteY14" fmla="*/ 3805823 h 6784085"/>
                <a:gd name="connsiteX15" fmla="*/ 5303127 w 6783020"/>
                <a:gd name="connsiteY15" fmla="*/ 3921489 h 6784085"/>
                <a:gd name="connsiteX16" fmla="*/ 5132981 w 6783020"/>
                <a:gd name="connsiteY16" fmla="*/ 4224905 h 6784085"/>
                <a:gd name="connsiteX17" fmla="*/ 4928118 w 6783020"/>
                <a:gd name="connsiteY17" fmla="*/ 4111316 h 6784085"/>
                <a:gd name="connsiteX18" fmla="*/ 4725084 w 6783020"/>
                <a:gd name="connsiteY18" fmla="*/ 4264798 h 6784085"/>
                <a:gd name="connsiteX19" fmla="*/ 4691134 w 6783020"/>
                <a:gd name="connsiteY19" fmla="*/ 4104880 h 6784085"/>
                <a:gd name="connsiteX20" fmla="*/ 4654235 w 6783020"/>
                <a:gd name="connsiteY20" fmla="*/ 3919775 h 6784085"/>
                <a:gd name="connsiteX21" fmla="*/ 4666241 w 6783020"/>
                <a:gd name="connsiteY21" fmla="*/ 3866829 h 6784085"/>
                <a:gd name="connsiteX22" fmla="*/ 4787168 w 6783020"/>
                <a:gd name="connsiteY22" fmla="*/ 3567074 h 6784085"/>
                <a:gd name="connsiteX23" fmla="*/ 4738966 w 6783020"/>
                <a:gd name="connsiteY23" fmla="*/ 3266163 h 6784085"/>
                <a:gd name="connsiteX24" fmla="*/ 4575681 w 6783020"/>
                <a:gd name="connsiteY24" fmla="*/ 3048900 h 6784085"/>
                <a:gd name="connsiteX25" fmla="*/ 4311322 w 6783020"/>
                <a:gd name="connsiteY25" fmla="*/ 2921521 h 6784085"/>
                <a:gd name="connsiteX26" fmla="*/ 3977716 w 6783020"/>
                <a:gd name="connsiteY26" fmla="*/ 2955009 h 6784085"/>
                <a:gd name="connsiteX27" fmla="*/ 3786755 w 6783020"/>
                <a:gd name="connsiteY27" fmla="*/ 3075797 h 6784085"/>
                <a:gd name="connsiteX28" fmla="*/ 3695022 w 6783020"/>
                <a:gd name="connsiteY28" fmla="*/ 3190467 h 6784085"/>
                <a:gd name="connsiteX29" fmla="*/ 3642631 w 6783020"/>
                <a:gd name="connsiteY29" fmla="*/ 3213759 h 6784085"/>
                <a:gd name="connsiteX30" fmla="*/ 3325646 w 6783020"/>
                <a:gd name="connsiteY30" fmla="*/ 3117889 h 6784085"/>
                <a:gd name="connsiteX31" fmla="*/ 3458003 w 6783020"/>
                <a:gd name="connsiteY31" fmla="*/ 2907559 h 6784085"/>
                <a:gd name="connsiteX32" fmla="*/ 3334677 w 6783020"/>
                <a:gd name="connsiteY32" fmla="*/ 2761876 h 6784085"/>
                <a:gd name="connsiteX33" fmla="*/ 3336560 w 6783020"/>
                <a:gd name="connsiteY33" fmla="*/ 2720717 h 6784085"/>
                <a:gd name="connsiteX34" fmla="*/ 3579523 w 6783020"/>
                <a:gd name="connsiteY34" fmla="*/ 2511658 h 6784085"/>
                <a:gd name="connsiteX35" fmla="*/ 3724522 w 6783020"/>
                <a:gd name="connsiteY35" fmla="*/ 2679947 h 6784085"/>
                <a:gd name="connsiteX36" fmla="*/ 4009593 w 6783020"/>
                <a:gd name="connsiteY36" fmla="*/ 2572679 h 6784085"/>
                <a:gd name="connsiteX37" fmla="*/ 4009593 w 6783020"/>
                <a:gd name="connsiteY37" fmla="*/ 2349072 h 6784085"/>
                <a:gd name="connsiteX38" fmla="*/ 367056 w 6783020"/>
                <a:gd name="connsiteY38" fmla="*/ 1794525 h 6784085"/>
                <a:gd name="connsiteX39" fmla="*/ 367056 w 6783020"/>
                <a:gd name="connsiteY39" fmla="*/ 6417353 h 6784085"/>
                <a:gd name="connsiteX40" fmla="*/ 377069 w 6783020"/>
                <a:gd name="connsiteY40" fmla="*/ 6419402 h 6784085"/>
                <a:gd name="connsiteX41" fmla="*/ 5297257 w 6783020"/>
                <a:gd name="connsiteY41" fmla="*/ 6419677 h 6784085"/>
                <a:gd name="connsiteX42" fmla="*/ 6415977 w 6783020"/>
                <a:gd name="connsiteY42" fmla="*/ 6419677 h 6784085"/>
                <a:gd name="connsiteX43" fmla="*/ 6415977 w 6783020"/>
                <a:gd name="connsiteY43" fmla="*/ 1794525 h 6784085"/>
                <a:gd name="connsiteX44" fmla="*/ 367056 w 6783020"/>
                <a:gd name="connsiteY44" fmla="*/ 1794525 h 6784085"/>
                <a:gd name="connsiteX45" fmla="*/ 5705347 w 6783020"/>
                <a:gd name="connsiteY45" fmla="*/ 708863 h 6784085"/>
                <a:gd name="connsiteX46" fmla="*/ 6067396 w 6783020"/>
                <a:gd name="connsiteY46" fmla="*/ 708863 h 6784085"/>
                <a:gd name="connsiteX47" fmla="*/ 6067396 w 6783020"/>
                <a:gd name="connsiteY47" fmla="*/ 1068451 h 6784085"/>
                <a:gd name="connsiteX48" fmla="*/ 5705347 w 6783020"/>
                <a:gd name="connsiteY48" fmla="*/ 1068451 h 6784085"/>
                <a:gd name="connsiteX49" fmla="*/ 4638018 w 6783020"/>
                <a:gd name="connsiteY49" fmla="*/ 708823 h 6784085"/>
                <a:gd name="connsiteX50" fmla="*/ 4997694 w 6783020"/>
                <a:gd name="connsiteY50" fmla="*/ 708823 h 6784085"/>
                <a:gd name="connsiteX51" fmla="*/ 4997694 w 6783020"/>
                <a:gd name="connsiteY51" fmla="*/ 1070912 h 6784085"/>
                <a:gd name="connsiteX52" fmla="*/ 4638018 w 6783020"/>
                <a:gd name="connsiteY52" fmla="*/ 1070912 h 6784085"/>
                <a:gd name="connsiteX53" fmla="*/ 713184 w 6783020"/>
                <a:gd name="connsiteY53" fmla="*/ 708807 h 6784085"/>
                <a:gd name="connsiteX54" fmla="*/ 1075289 w 6783020"/>
                <a:gd name="connsiteY54" fmla="*/ 708807 h 6784085"/>
                <a:gd name="connsiteX55" fmla="*/ 1075289 w 6783020"/>
                <a:gd name="connsiteY55" fmla="*/ 1068516 h 6784085"/>
                <a:gd name="connsiteX56" fmla="*/ 713184 w 6783020"/>
                <a:gd name="connsiteY56" fmla="*/ 1068516 h 6784085"/>
                <a:gd name="connsiteX57" fmla="*/ 5176830 w 6783020"/>
                <a:gd name="connsiteY57" fmla="*/ 706410 h 6784085"/>
                <a:gd name="connsiteX58" fmla="*/ 5536539 w 6783020"/>
                <a:gd name="connsiteY58" fmla="*/ 706410 h 6784085"/>
                <a:gd name="connsiteX59" fmla="*/ 5536539 w 6783020"/>
                <a:gd name="connsiteY59" fmla="*/ 1068523 h 6784085"/>
                <a:gd name="connsiteX60" fmla="*/ 5176830 w 6783020"/>
                <a:gd name="connsiteY60" fmla="*/ 1068523 h 6784085"/>
                <a:gd name="connsiteX61" fmla="*/ 6588319 w 6783020"/>
                <a:gd name="connsiteY61" fmla="*/ 0 h 6784085"/>
                <a:gd name="connsiteX62" fmla="*/ 6781713 w 6783020"/>
                <a:gd name="connsiteY62" fmla="*/ 127940 h 6784085"/>
                <a:gd name="connsiteX63" fmla="*/ 6782963 w 6783020"/>
                <a:gd name="connsiteY63" fmla="*/ 175393 h 6784085"/>
                <a:gd name="connsiteX64" fmla="*/ 6783020 w 6783020"/>
                <a:gd name="connsiteY64" fmla="*/ 6732312 h 6784085"/>
                <a:gd name="connsiteX65" fmla="*/ 6783020 w 6783020"/>
                <a:gd name="connsiteY65" fmla="*/ 6781620 h 6784085"/>
                <a:gd name="connsiteX66" fmla="*/ 6750479 w 6783020"/>
                <a:gd name="connsiteY66" fmla="*/ 6784081 h 6784085"/>
                <a:gd name="connsiteX67" fmla="*/ 160655 w 6783020"/>
                <a:gd name="connsiteY67" fmla="*/ 6780813 h 6784085"/>
                <a:gd name="connsiteX68" fmla="*/ 415 w 6783020"/>
                <a:gd name="connsiteY68" fmla="*/ 6584168 h 6784085"/>
                <a:gd name="connsiteX69" fmla="*/ 5 w 6783020"/>
                <a:gd name="connsiteY69" fmla="*/ 1831319 h 6784085"/>
                <a:gd name="connsiteX70" fmla="*/ 2797 w 6783020"/>
                <a:gd name="connsiteY70" fmla="*/ 703336 h 6784085"/>
                <a:gd name="connsiteX71" fmla="*/ 364668 w 6783020"/>
                <a:gd name="connsiteY71" fmla="*/ 703336 h 6784085"/>
                <a:gd name="connsiteX72" fmla="*/ 364555 w 6783020"/>
                <a:gd name="connsiteY72" fmla="*/ 1425263 h 6784085"/>
                <a:gd name="connsiteX73" fmla="*/ 6416106 w 6783020"/>
                <a:gd name="connsiteY73" fmla="*/ 1425263 h 6784085"/>
                <a:gd name="connsiteX74" fmla="*/ 6416106 w 6783020"/>
                <a:gd name="connsiteY74" fmla="*/ 365672 h 6784085"/>
                <a:gd name="connsiteX75" fmla="*/ 6366725 w 6783020"/>
                <a:gd name="connsiteY75" fmla="*/ 365672 h 6784085"/>
                <a:gd name="connsiteX76" fmla="*/ 701323 w 6783020"/>
                <a:gd name="connsiteY76" fmla="*/ 365704 h 6784085"/>
                <a:gd name="connsiteX77" fmla="*/ 701323 w 6783020"/>
                <a:gd name="connsiteY77" fmla="*/ 662 h 6784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783020" h="6784085">
                  <a:moveTo>
                    <a:pt x="4009593" y="2349072"/>
                  </a:moveTo>
                  <a:cubicBezTo>
                    <a:pt x="4125775" y="2349072"/>
                    <a:pt x="4239828" y="2349072"/>
                    <a:pt x="4357280" y="2349072"/>
                  </a:cubicBezTo>
                  <a:cubicBezTo>
                    <a:pt x="4357280" y="2423802"/>
                    <a:pt x="4357280" y="2498468"/>
                    <a:pt x="4357280" y="2566382"/>
                  </a:cubicBezTo>
                  <a:cubicBezTo>
                    <a:pt x="4458395" y="2602168"/>
                    <a:pt x="4554414" y="2636149"/>
                    <a:pt x="4654144" y="2671444"/>
                  </a:cubicBezTo>
                  <a:cubicBezTo>
                    <a:pt x="4697319" y="2618887"/>
                    <a:pt x="4745787" y="2559887"/>
                    <a:pt x="4796542" y="2498102"/>
                  </a:cubicBezTo>
                  <a:cubicBezTo>
                    <a:pt x="4810333" y="2508447"/>
                    <a:pt x="4824041" y="2518730"/>
                    <a:pt x="4839743" y="2531045"/>
                  </a:cubicBezTo>
                  <a:cubicBezTo>
                    <a:pt x="4916103" y="2593483"/>
                    <a:pt x="4990471" y="2653890"/>
                    <a:pt x="5067749" y="2716661"/>
                  </a:cubicBezTo>
                  <a:cubicBezTo>
                    <a:pt x="5017369" y="2779026"/>
                    <a:pt x="4968805" y="2839144"/>
                    <a:pt x="4924977" y="2893400"/>
                  </a:cubicBezTo>
                  <a:cubicBezTo>
                    <a:pt x="4978520" y="2983680"/>
                    <a:pt x="5030026" y="3070525"/>
                    <a:pt x="5082410" y="3158850"/>
                  </a:cubicBezTo>
                  <a:cubicBezTo>
                    <a:pt x="5146018" y="3147775"/>
                    <a:pt x="5216724" y="3136050"/>
                    <a:pt x="5287153" y="3122847"/>
                  </a:cubicBezTo>
                  <a:cubicBezTo>
                    <a:pt x="5308233" y="3118894"/>
                    <a:pt x="5314168" y="3126868"/>
                    <a:pt x="5317419" y="3146176"/>
                  </a:cubicBezTo>
                  <a:cubicBezTo>
                    <a:pt x="5333451" y="3241376"/>
                    <a:pt x="5349422" y="3336629"/>
                    <a:pt x="5368600" y="3431215"/>
                  </a:cubicBezTo>
                  <a:cubicBezTo>
                    <a:pt x="5373433" y="3455049"/>
                    <a:pt x="5368613" y="3460635"/>
                    <a:pt x="5346759" y="3464407"/>
                  </a:cubicBezTo>
                  <a:cubicBezTo>
                    <a:pt x="5277052" y="3476432"/>
                    <a:pt x="5207678" y="3490378"/>
                    <a:pt x="5145125" y="3502260"/>
                  </a:cubicBezTo>
                  <a:cubicBezTo>
                    <a:pt x="5129424" y="3604645"/>
                    <a:pt x="5114272" y="3703450"/>
                    <a:pt x="5098575" y="3805823"/>
                  </a:cubicBezTo>
                  <a:cubicBezTo>
                    <a:pt x="5160508" y="3840843"/>
                    <a:pt x="5230735" y="3880555"/>
                    <a:pt x="5303127" y="3921489"/>
                  </a:cubicBezTo>
                  <a:cubicBezTo>
                    <a:pt x="5246287" y="4022850"/>
                    <a:pt x="5189900" y="4123402"/>
                    <a:pt x="5132981" y="4224905"/>
                  </a:cubicBezTo>
                  <a:cubicBezTo>
                    <a:pt x="5061770" y="4185422"/>
                    <a:pt x="4992627" y="4147084"/>
                    <a:pt x="4928118" y="4111316"/>
                  </a:cubicBezTo>
                  <a:cubicBezTo>
                    <a:pt x="4861840" y="4161417"/>
                    <a:pt x="4797082" y="4210372"/>
                    <a:pt x="4725084" y="4264798"/>
                  </a:cubicBezTo>
                  <a:cubicBezTo>
                    <a:pt x="4712632" y="4206230"/>
                    <a:pt x="4701685" y="4155596"/>
                    <a:pt x="4691134" y="4104880"/>
                  </a:cubicBezTo>
                  <a:cubicBezTo>
                    <a:pt x="4678317" y="4043270"/>
                    <a:pt x="4664274" y="3981843"/>
                    <a:pt x="4654235" y="3919775"/>
                  </a:cubicBezTo>
                  <a:cubicBezTo>
                    <a:pt x="4651515" y="3902953"/>
                    <a:pt x="4656102" y="3880109"/>
                    <a:pt x="4666241" y="3866829"/>
                  </a:cubicBezTo>
                  <a:cubicBezTo>
                    <a:pt x="4734286" y="3777712"/>
                    <a:pt x="4772642" y="3678439"/>
                    <a:pt x="4787168" y="3567074"/>
                  </a:cubicBezTo>
                  <a:cubicBezTo>
                    <a:pt x="4801027" y="3460821"/>
                    <a:pt x="4780658" y="3362394"/>
                    <a:pt x="4738966" y="3266163"/>
                  </a:cubicBezTo>
                  <a:cubicBezTo>
                    <a:pt x="4701907" y="3180624"/>
                    <a:pt x="4647856" y="3109418"/>
                    <a:pt x="4575681" y="3048900"/>
                  </a:cubicBezTo>
                  <a:cubicBezTo>
                    <a:pt x="4497431" y="2983288"/>
                    <a:pt x="4409429" y="2943022"/>
                    <a:pt x="4311322" y="2921521"/>
                  </a:cubicBezTo>
                  <a:cubicBezTo>
                    <a:pt x="4196564" y="2896371"/>
                    <a:pt x="4083220" y="2905116"/>
                    <a:pt x="3977716" y="2955009"/>
                  </a:cubicBezTo>
                  <a:cubicBezTo>
                    <a:pt x="3909990" y="2987036"/>
                    <a:pt x="3845605" y="3029254"/>
                    <a:pt x="3786755" y="3075797"/>
                  </a:cubicBezTo>
                  <a:cubicBezTo>
                    <a:pt x="3749280" y="3105436"/>
                    <a:pt x="3722952" y="3150156"/>
                    <a:pt x="3695022" y="3190467"/>
                  </a:cubicBezTo>
                  <a:cubicBezTo>
                    <a:pt x="3680800" y="3210996"/>
                    <a:pt x="3671267" y="3222969"/>
                    <a:pt x="3642631" y="3213759"/>
                  </a:cubicBezTo>
                  <a:cubicBezTo>
                    <a:pt x="3541561" y="3181255"/>
                    <a:pt x="3439448" y="3151999"/>
                    <a:pt x="3325646" y="3117889"/>
                  </a:cubicBezTo>
                  <a:cubicBezTo>
                    <a:pt x="3370835" y="3046079"/>
                    <a:pt x="3413357" y="2978507"/>
                    <a:pt x="3458003" y="2907559"/>
                  </a:cubicBezTo>
                  <a:cubicBezTo>
                    <a:pt x="3419960" y="2862406"/>
                    <a:pt x="3378073" y="2811481"/>
                    <a:pt x="3334677" y="2761876"/>
                  </a:cubicBezTo>
                  <a:cubicBezTo>
                    <a:pt x="3320533" y="2745710"/>
                    <a:pt x="3314583" y="2738688"/>
                    <a:pt x="3336560" y="2720717"/>
                  </a:cubicBezTo>
                  <a:cubicBezTo>
                    <a:pt x="3418112" y="2654024"/>
                    <a:pt x="3496586" y="2583568"/>
                    <a:pt x="3579523" y="2511658"/>
                  </a:cubicBezTo>
                  <a:cubicBezTo>
                    <a:pt x="3628904" y="2568970"/>
                    <a:pt x="3677831" y="2625756"/>
                    <a:pt x="3724522" y="2679947"/>
                  </a:cubicBezTo>
                  <a:cubicBezTo>
                    <a:pt x="3817800" y="2644847"/>
                    <a:pt x="3911512" y="2609584"/>
                    <a:pt x="4009593" y="2572679"/>
                  </a:cubicBezTo>
                  <a:cubicBezTo>
                    <a:pt x="4009593" y="2503929"/>
                    <a:pt x="4009593" y="2427672"/>
                    <a:pt x="4009593" y="2349072"/>
                  </a:cubicBezTo>
                  <a:close/>
                  <a:moveTo>
                    <a:pt x="367056" y="1794525"/>
                  </a:moveTo>
                  <a:cubicBezTo>
                    <a:pt x="367056" y="3337294"/>
                    <a:pt x="367056" y="4877561"/>
                    <a:pt x="367056" y="6417353"/>
                  </a:cubicBezTo>
                  <a:cubicBezTo>
                    <a:pt x="372083" y="6418410"/>
                    <a:pt x="374576" y="6419402"/>
                    <a:pt x="377069" y="6419402"/>
                  </a:cubicBezTo>
                  <a:cubicBezTo>
                    <a:pt x="2014493" y="6419531"/>
                    <a:pt x="3651909" y="6419604"/>
                    <a:pt x="5297257" y="6419677"/>
                  </a:cubicBezTo>
                  <a:cubicBezTo>
                    <a:pt x="5670377" y="6419677"/>
                    <a:pt x="6043495" y="6419677"/>
                    <a:pt x="6415977" y="6419677"/>
                  </a:cubicBezTo>
                  <a:cubicBezTo>
                    <a:pt x="6415977" y="4874406"/>
                    <a:pt x="6415977" y="3334140"/>
                    <a:pt x="6415977" y="1794525"/>
                  </a:cubicBezTo>
                  <a:cubicBezTo>
                    <a:pt x="4397768" y="1794525"/>
                    <a:pt x="2382101" y="1794525"/>
                    <a:pt x="367056" y="1794525"/>
                  </a:cubicBezTo>
                  <a:close/>
                  <a:moveTo>
                    <a:pt x="5705347" y="708863"/>
                  </a:moveTo>
                  <a:lnTo>
                    <a:pt x="6067396" y="708863"/>
                  </a:lnTo>
                  <a:lnTo>
                    <a:pt x="6067396" y="1068451"/>
                  </a:lnTo>
                  <a:lnTo>
                    <a:pt x="5705347" y="1068451"/>
                  </a:lnTo>
                  <a:close/>
                  <a:moveTo>
                    <a:pt x="4638018" y="708823"/>
                  </a:moveTo>
                  <a:lnTo>
                    <a:pt x="4997694" y="708823"/>
                  </a:lnTo>
                  <a:lnTo>
                    <a:pt x="4997694" y="1070912"/>
                  </a:lnTo>
                  <a:lnTo>
                    <a:pt x="4638018" y="1070912"/>
                  </a:lnTo>
                  <a:close/>
                  <a:moveTo>
                    <a:pt x="713184" y="708807"/>
                  </a:moveTo>
                  <a:lnTo>
                    <a:pt x="1075289" y="708807"/>
                  </a:lnTo>
                  <a:lnTo>
                    <a:pt x="1075289" y="1068516"/>
                  </a:lnTo>
                  <a:lnTo>
                    <a:pt x="713184" y="1068516"/>
                  </a:lnTo>
                  <a:close/>
                  <a:moveTo>
                    <a:pt x="5176830" y="706410"/>
                  </a:moveTo>
                  <a:lnTo>
                    <a:pt x="5536539" y="706410"/>
                  </a:lnTo>
                  <a:lnTo>
                    <a:pt x="5536539" y="1068523"/>
                  </a:lnTo>
                  <a:lnTo>
                    <a:pt x="5176830" y="1068523"/>
                  </a:lnTo>
                  <a:close/>
                  <a:moveTo>
                    <a:pt x="6588319" y="0"/>
                  </a:moveTo>
                  <a:cubicBezTo>
                    <a:pt x="6680231" y="-64"/>
                    <a:pt x="6746719" y="36423"/>
                    <a:pt x="6781713" y="127940"/>
                  </a:cubicBezTo>
                  <a:cubicBezTo>
                    <a:pt x="6782149" y="143755"/>
                    <a:pt x="6782963" y="159578"/>
                    <a:pt x="6782963" y="175393"/>
                  </a:cubicBezTo>
                  <a:cubicBezTo>
                    <a:pt x="6783028" y="2361038"/>
                    <a:pt x="6783020" y="4546675"/>
                    <a:pt x="6783020" y="6732312"/>
                  </a:cubicBezTo>
                  <a:cubicBezTo>
                    <a:pt x="6783020" y="6747957"/>
                    <a:pt x="6783020" y="6763594"/>
                    <a:pt x="6783020" y="6781620"/>
                  </a:cubicBezTo>
                  <a:cubicBezTo>
                    <a:pt x="6770651" y="6782589"/>
                    <a:pt x="6760565" y="6784081"/>
                    <a:pt x="6750479" y="6784081"/>
                  </a:cubicBezTo>
                  <a:cubicBezTo>
                    <a:pt x="4555594" y="6784114"/>
                    <a:pt x="2360710" y="6784041"/>
                    <a:pt x="160655" y="6780813"/>
                  </a:cubicBezTo>
                  <a:cubicBezTo>
                    <a:pt x="60392" y="6766160"/>
                    <a:pt x="457" y="6695445"/>
                    <a:pt x="415" y="6584168"/>
                  </a:cubicBezTo>
                  <a:cubicBezTo>
                    <a:pt x="-164" y="4999885"/>
                    <a:pt x="44" y="3415602"/>
                    <a:pt x="5" y="1831319"/>
                  </a:cubicBezTo>
                  <a:lnTo>
                    <a:pt x="2797" y="703336"/>
                  </a:lnTo>
                  <a:lnTo>
                    <a:pt x="364668" y="703336"/>
                  </a:lnTo>
                  <a:lnTo>
                    <a:pt x="364555" y="1425263"/>
                  </a:lnTo>
                  <a:cubicBezTo>
                    <a:pt x="2384852" y="1425263"/>
                    <a:pt x="4400447" y="1425263"/>
                    <a:pt x="6416106" y="1425263"/>
                  </a:cubicBezTo>
                  <a:cubicBezTo>
                    <a:pt x="6416106" y="1071275"/>
                    <a:pt x="6416106" y="719522"/>
                    <a:pt x="6416106" y="365672"/>
                  </a:cubicBezTo>
                  <a:cubicBezTo>
                    <a:pt x="6398048" y="365672"/>
                    <a:pt x="6382387" y="365672"/>
                    <a:pt x="6366725" y="365672"/>
                  </a:cubicBezTo>
                  <a:lnTo>
                    <a:pt x="701323" y="365704"/>
                  </a:lnTo>
                  <a:lnTo>
                    <a:pt x="701323" y="662"/>
                  </a:lnTo>
                  <a:close/>
                </a:path>
              </a:pathLst>
            </a:custGeom>
            <a:grpFill/>
            <a:ln w="6350" cap="flat">
              <a:noFill/>
              <a:prstDash val="solid"/>
              <a:miter/>
            </a:ln>
          </p:spPr>
          <p:txBody>
            <a:bodyPr wrap="square" rtlCol="0" anchor="ctr">
              <a:noAutofit/>
            </a:bodyPr>
            <a:lstStyle/>
            <a:p>
              <a:endParaRPr lang="en-US" dirty="0"/>
            </a:p>
          </p:txBody>
        </p:sp>
        <p:sp>
          <p:nvSpPr>
            <p:cNvPr id="2642" name="Freeform: Shape 2641">
              <a:extLst>
                <a:ext uri="{FF2B5EF4-FFF2-40B4-BE49-F238E27FC236}">
                  <a16:creationId xmlns:a16="http://schemas.microsoft.com/office/drawing/2014/main" id="{F25C2DA6-C96A-C921-48B5-68E01838E076}"/>
                </a:ext>
                <a:ext uri="{C183D7F6-B498-43B3-948B-1728B52AA6E4}">
                  <adec:decorative xmlns:adec="http://schemas.microsoft.com/office/drawing/2017/decorative" val="1"/>
                </a:ext>
              </a:extLst>
            </p:cNvPr>
            <p:cNvSpPr/>
            <p:nvPr/>
          </p:nvSpPr>
          <p:spPr>
            <a:xfrm>
              <a:off x="639763" y="5755986"/>
              <a:ext cx="311544" cy="395440"/>
            </a:xfrm>
            <a:custGeom>
              <a:avLst/>
              <a:gdLst>
                <a:gd name="connsiteX0" fmla="*/ 2962997 w 4673170"/>
                <a:gd name="connsiteY0" fmla="*/ 4260433 h 5931609"/>
                <a:gd name="connsiteX1" fmla="*/ 3324755 w 4673170"/>
                <a:gd name="connsiteY1" fmla="*/ 4260433 h 5931609"/>
                <a:gd name="connsiteX2" fmla="*/ 3324755 w 4673170"/>
                <a:gd name="connsiteY2" fmla="*/ 4620424 h 5931609"/>
                <a:gd name="connsiteX3" fmla="*/ 2962997 w 4673170"/>
                <a:gd name="connsiteY3" fmla="*/ 4620424 h 5931609"/>
                <a:gd name="connsiteX4" fmla="*/ 3181814 w 4673170"/>
                <a:gd name="connsiteY4" fmla="*/ 3642377 h 5931609"/>
                <a:gd name="connsiteX5" fmla="*/ 2754035 w 4673170"/>
                <a:gd name="connsiteY5" fmla="*/ 3755949 h 5931609"/>
                <a:gd name="connsiteX6" fmla="*/ 2453850 w 4673170"/>
                <a:gd name="connsiteY6" fmla="*/ 4066569 h 5931609"/>
                <a:gd name="connsiteX7" fmla="*/ 2365701 w 4673170"/>
                <a:gd name="connsiteY7" fmla="*/ 4569641 h 5931609"/>
                <a:gd name="connsiteX8" fmla="*/ 2573744 w 4673170"/>
                <a:gd name="connsiteY8" fmla="*/ 5001431 h 5931609"/>
                <a:gd name="connsiteX9" fmla="*/ 2857384 w 4673170"/>
                <a:gd name="connsiteY9" fmla="*/ 5198343 h 5931609"/>
                <a:gd name="connsiteX10" fmla="*/ 3309826 w 4673170"/>
                <a:gd name="connsiteY10" fmla="*/ 5244958 h 5931609"/>
                <a:gd name="connsiteX11" fmla="*/ 3669426 w 4673170"/>
                <a:gd name="connsiteY11" fmla="*/ 5077416 h 5931609"/>
                <a:gd name="connsiteX12" fmla="*/ 3943840 w 4673170"/>
                <a:gd name="connsiteY12" fmla="*/ 4652746 h 5931609"/>
                <a:gd name="connsiteX13" fmla="*/ 3943692 w 4673170"/>
                <a:gd name="connsiteY13" fmla="*/ 4245138 h 5931609"/>
                <a:gd name="connsiteX14" fmla="*/ 3681387 w 4673170"/>
                <a:gd name="connsiteY14" fmla="*/ 3833981 h 5931609"/>
                <a:gd name="connsiteX15" fmla="*/ 3181814 w 4673170"/>
                <a:gd name="connsiteY15" fmla="*/ 3642377 h 5931609"/>
                <a:gd name="connsiteX16" fmla="*/ 2960300 w 4673170"/>
                <a:gd name="connsiteY16" fmla="*/ 2962738 h 5931609"/>
                <a:gd name="connsiteX17" fmla="*/ 3324065 w 4673170"/>
                <a:gd name="connsiteY17" fmla="*/ 2962738 h 5931609"/>
                <a:gd name="connsiteX18" fmla="*/ 3324065 w 4673170"/>
                <a:gd name="connsiteY18" fmla="*/ 3285222 h 5931609"/>
                <a:gd name="connsiteX19" fmla="*/ 3490771 w 4673170"/>
                <a:gd name="connsiteY19" fmla="*/ 3323929 h 5931609"/>
                <a:gd name="connsiteX20" fmla="*/ 3761534 w 4673170"/>
                <a:gd name="connsiteY20" fmla="*/ 3431282 h 5931609"/>
                <a:gd name="connsiteX21" fmla="*/ 3970584 w 4673170"/>
                <a:gd name="connsiteY21" fmla="*/ 3178312 h 5931609"/>
                <a:gd name="connsiteX22" fmla="*/ 4253984 w 4673170"/>
                <a:gd name="connsiteY22" fmla="*/ 3411625 h 5931609"/>
                <a:gd name="connsiteX23" fmla="*/ 4062691 w 4673170"/>
                <a:gd name="connsiteY23" fmla="*/ 3643001 h 5931609"/>
                <a:gd name="connsiteX24" fmla="*/ 4059954 w 4673170"/>
                <a:gd name="connsiteY24" fmla="*/ 3691885 h 5931609"/>
                <a:gd name="connsiteX25" fmla="*/ 4259571 w 4673170"/>
                <a:gd name="connsiteY25" fmla="*/ 4033743 h 5931609"/>
                <a:gd name="connsiteX26" fmla="*/ 4304396 w 4673170"/>
                <a:gd name="connsiteY26" fmla="*/ 4050452 h 5931609"/>
                <a:gd name="connsiteX27" fmla="*/ 4575342 w 4673170"/>
                <a:gd name="connsiteY27" fmla="*/ 3997871 h 5931609"/>
                <a:gd name="connsiteX28" fmla="*/ 4606236 w 4673170"/>
                <a:gd name="connsiteY28" fmla="*/ 3997647 h 5931609"/>
                <a:gd name="connsiteX29" fmla="*/ 4673170 w 4673170"/>
                <a:gd name="connsiteY29" fmla="*/ 4351792 h 5931609"/>
                <a:gd name="connsiteX30" fmla="*/ 4369016 w 4673170"/>
                <a:gd name="connsiteY30" fmla="*/ 4408719 h 5931609"/>
                <a:gd name="connsiteX31" fmla="*/ 4338534 w 4673170"/>
                <a:gd name="connsiteY31" fmla="*/ 4440050 h 5931609"/>
                <a:gd name="connsiteX32" fmla="*/ 4306231 w 4673170"/>
                <a:gd name="connsiteY32" fmla="*/ 4719165 h 5931609"/>
                <a:gd name="connsiteX33" fmla="*/ 4267090 w 4673170"/>
                <a:gd name="connsiteY33" fmla="*/ 4855623 h 5931609"/>
                <a:gd name="connsiteX34" fmla="*/ 4568479 w 4673170"/>
                <a:gd name="connsiteY34" fmla="*/ 5023846 h 5931609"/>
                <a:gd name="connsiteX35" fmla="*/ 4390773 w 4673170"/>
                <a:gd name="connsiteY35" fmla="*/ 5344191 h 5931609"/>
                <a:gd name="connsiteX36" fmla="*/ 4088621 w 4673170"/>
                <a:gd name="connsiteY36" fmla="*/ 5177114 h 5931609"/>
                <a:gd name="connsiteX37" fmla="*/ 3753027 w 4673170"/>
                <a:gd name="connsiteY37" fmla="*/ 5467873 h 5931609"/>
                <a:gd name="connsiteX38" fmla="*/ 3876247 w 4673170"/>
                <a:gd name="connsiteY38" fmla="*/ 5788802 h 5931609"/>
                <a:gd name="connsiteX39" fmla="*/ 3577841 w 4673170"/>
                <a:gd name="connsiteY39" fmla="*/ 5906549 h 5931609"/>
                <a:gd name="connsiteX40" fmla="*/ 3514887 w 4673170"/>
                <a:gd name="connsiteY40" fmla="*/ 5872393 h 5931609"/>
                <a:gd name="connsiteX41" fmla="*/ 3410394 w 4673170"/>
                <a:gd name="connsiteY41" fmla="*/ 5599921 h 5931609"/>
                <a:gd name="connsiteX42" fmla="*/ 2963603 w 4673170"/>
                <a:gd name="connsiteY42" fmla="*/ 5609134 h 5931609"/>
                <a:gd name="connsiteX43" fmla="*/ 2855176 w 4673170"/>
                <a:gd name="connsiteY43" fmla="*/ 5931609 h 5931609"/>
                <a:gd name="connsiteX44" fmla="*/ 2506770 w 4673170"/>
                <a:gd name="connsiteY44" fmla="*/ 5815410 h 5931609"/>
                <a:gd name="connsiteX45" fmla="*/ 2617259 w 4673170"/>
                <a:gd name="connsiteY45" fmla="*/ 5491901 h 5931609"/>
                <a:gd name="connsiteX46" fmla="*/ 2268402 w 4673170"/>
                <a:gd name="connsiteY46" fmla="*/ 5210779 h 5931609"/>
                <a:gd name="connsiteX47" fmla="*/ 1979607 w 4673170"/>
                <a:gd name="connsiteY47" fmla="*/ 5385632 h 5931609"/>
                <a:gd name="connsiteX48" fmla="*/ 1842091 w 4673170"/>
                <a:gd name="connsiteY48" fmla="*/ 5159105 h 5931609"/>
                <a:gd name="connsiteX49" fmla="*/ 1812754 w 4673170"/>
                <a:gd name="connsiteY49" fmla="*/ 5113098 h 5931609"/>
                <a:gd name="connsiteX50" fmla="*/ 1824901 w 4673170"/>
                <a:gd name="connsiteY50" fmla="*/ 5049104 h 5931609"/>
                <a:gd name="connsiteX51" fmla="*/ 2068402 w 4673170"/>
                <a:gd name="connsiteY51" fmla="*/ 4902493 h 5931609"/>
                <a:gd name="connsiteX52" fmla="*/ 1994832 w 4673170"/>
                <a:gd name="connsiteY52" fmla="*/ 4572712 h 5931609"/>
                <a:gd name="connsiteX53" fmla="*/ 1993986 w 4673170"/>
                <a:gd name="connsiteY53" fmla="*/ 4485761 h 5931609"/>
                <a:gd name="connsiteX54" fmla="*/ 1963831 w 4673170"/>
                <a:gd name="connsiteY54" fmla="*/ 4449256 h 5931609"/>
                <a:gd name="connsiteX55" fmla="*/ 1686282 w 4673170"/>
                <a:gd name="connsiteY55" fmla="*/ 4408660 h 5931609"/>
                <a:gd name="connsiteX56" fmla="*/ 1665209 w 4673170"/>
                <a:gd name="connsiteY56" fmla="*/ 4386913 h 5931609"/>
                <a:gd name="connsiteX57" fmla="*/ 1717554 w 4673170"/>
                <a:gd name="connsiteY57" fmla="*/ 4043550 h 5931609"/>
                <a:gd name="connsiteX58" fmla="*/ 2044055 w 4673170"/>
                <a:gd name="connsiteY58" fmla="*/ 4093724 h 5931609"/>
                <a:gd name="connsiteX59" fmla="*/ 2271375 w 4673170"/>
                <a:gd name="connsiteY59" fmla="*/ 3688756 h 5931609"/>
                <a:gd name="connsiteX60" fmla="*/ 2166896 w 4673170"/>
                <a:gd name="connsiteY60" fmla="*/ 3564709 h 5931609"/>
                <a:gd name="connsiteX61" fmla="*/ 2076313 w 4673170"/>
                <a:gd name="connsiteY61" fmla="*/ 3456720 h 5931609"/>
                <a:gd name="connsiteX62" fmla="*/ 2075973 w 4673170"/>
                <a:gd name="connsiteY62" fmla="*/ 3421625 h 5931609"/>
                <a:gd name="connsiteX63" fmla="*/ 2336206 w 4673170"/>
                <a:gd name="connsiteY63" fmla="*/ 3200275 h 5931609"/>
                <a:gd name="connsiteX64" fmla="*/ 2484369 w 4673170"/>
                <a:gd name="connsiteY64" fmla="*/ 3370118 h 5931609"/>
                <a:gd name="connsiteX65" fmla="*/ 2539164 w 4673170"/>
                <a:gd name="connsiteY65" fmla="*/ 3436121 h 5931609"/>
                <a:gd name="connsiteX66" fmla="*/ 2567845 w 4673170"/>
                <a:gd name="connsiteY66" fmla="*/ 3440873 h 5931609"/>
                <a:gd name="connsiteX67" fmla="*/ 2940529 w 4673170"/>
                <a:gd name="connsiteY67" fmla="*/ 3298446 h 5931609"/>
                <a:gd name="connsiteX68" fmla="*/ 2959438 w 4673170"/>
                <a:gd name="connsiteY68" fmla="*/ 3263026 h 5931609"/>
                <a:gd name="connsiteX69" fmla="*/ 2960300 w 4673170"/>
                <a:gd name="connsiteY69" fmla="*/ 2962738 h 5931609"/>
                <a:gd name="connsiteX70" fmla="*/ 0 w 4673170"/>
                <a:gd name="connsiteY70" fmla="*/ 0 h 5931609"/>
                <a:gd name="connsiteX71" fmla="*/ 536303 w 4673170"/>
                <a:gd name="connsiteY71" fmla="*/ 0 h 5931609"/>
                <a:gd name="connsiteX72" fmla="*/ 536303 w 4673170"/>
                <a:gd name="connsiteY72" fmla="*/ 536303 h 5931609"/>
                <a:gd name="connsiteX73" fmla="*/ 0 w 4673170"/>
                <a:gd name="connsiteY73" fmla="*/ 536303 h 593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673170" h="5931609">
                  <a:moveTo>
                    <a:pt x="2962997" y="4260433"/>
                  </a:moveTo>
                  <a:lnTo>
                    <a:pt x="3324755" y="4260433"/>
                  </a:lnTo>
                  <a:lnTo>
                    <a:pt x="3324755" y="4620424"/>
                  </a:lnTo>
                  <a:lnTo>
                    <a:pt x="2962997" y="4620424"/>
                  </a:lnTo>
                  <a:close/>
                  <a:moveTo>
                    <a:pt x="3181814" y="3642377"/>
                  </a:moveTo>
                  <a:cubicBezTo>
                    <a:pt x="3029643" y="3637050"/>
                    <a:pt x="2885758" y="3677053"/>
                    <a:pt x="2754035" y="3755949"/>
                  </a:cubicBezTo>
                  <a:cubicBezTo>
                    <a:pt x="2626102" y="3832574"/>
                    <a:pt x="2525426" y="3935714"/>
                    <a:pt x="2453850" y="4066569"/>
                  </a:cubicBezTo>
                  <a:cubicBezTo>
                    <a:pt x="2367657" y="4224147"/>
                    <a:pt x="2340245" y="4392089"/>
                    <a:pt x="2365701" y="4569641"/>
                  </a:cubicBezTo>
                  <a:cubicBezTo>
                    <a:pt x="2389524" y="4735788"/>
                    <a:pt x="2460542" y="4878768"/>
                    <a:pt x="2573744" y="5001431"/>
                  </a:cubicBezTo>
                  <a:cubicBezTo>
                    <a:pt x="2653619" y="5087982"/>
                    <a:pt x="2748493" y="5153006"/>
                    <a:pt x="2857384" y="5198343"/>
                  </a:cubicBezTo>
                  <a:cubicBezTo>
                    <a:pt x="3003736" y="5259275"/>
                    <a:pt x="3154672" y="5273383"/>
                    <a:pt x="3309826" y="5244958"/>
                  </a:cubicBezTo>
                  <a:cubicBezTo>
                    <a:pt x="3444044" y="5220369"/>
                    <a:pt x="3563418" y="5164532"/>
                    <a:pt x="3669426" y="5077416"/>
                  </a:cubicBezTo>
                  <a:cubicBezTo>
                    <a:pt x="3804771" y="4966190"/>
                    <a:pt x="3896776" y="4828084"/>
                    <a:pt x="3943840" y="4652746"/>
                  </a:cubicBezTo>
                  <a:cubicBezTo>
                    <a:pt x="3982878" y="4516863"/>
                    <a:pt x="3981299" y="4380924"/>
                    <a:pt x="3943692" y="4245138"/>
                  </a:cubicBezTo>
                  <a:cubicBezTo>
                    <a:pt x="3898323" y="4081326"/>
                    <a:pt x="3811912" y="3944632"/>
                    <a:pt x="3681387" y="3833981"/>
                  </a:cubicBezTo>
                  <a:cubicBezTo>
                    <a:pt x="3536488" y="3711148"/>
                    <a:pt x="3368509" y="3648912"/>
                    <a:pt x="3181814" y="3642377"/>
                  </a:cubicBezTo>
                  <a:close/>
                  <a:moveTo>
                    <a:pt x="2960300" y="2962738"/>
                  </a:moveTo>
                  <a:cubicBezTo>
                    <a:pt x="3080995" y="2962738"/>
                    <a:pt x="3200224" y="2962738"/>
                    <a:pt x="3324065" y="2962738"/>
                  </a:cubicBezTo>
                  <a:cubicBezTo>
                    <a:pt x="3324065" y="3070886"/>
                    <a:pt x="3324065" y="3179687"/>
                    <a:pt x="3324065" y="3285222"/>
                  </a:cubicBezTo>
                  <a:cubicBezTo>
                    <a:pt x="3381916" y="3298876"/>
                    <a:pt x="3434704" y="3311335"/>
                    <a:pt x="3490771" y="3323929"/>
                  </a:cubicBezTo>
                  <a:cubicBezTo>
                    <a:pt x="3580721" y="3358805"/>
                    <a:pt x="3667391" y="3393545"/>
                    <a:pt x="3761534" y="3431282"/>
                  </a:cubicBezTo>
                  <a:cubicBezTo>
                    <a:pt x="3827360" y="3351627"/>
                    <a:pt x="3898418" y="3265640"/>
                    <a:pt x="3970584" y="3178312"/>
                  </a:cubicBezTo>
                  <a:cubicBezTo>
                    <a:pt x="4066133" y="3256975"/>
                    <a:pt x="4158412" y="3332944"/>
                    <a:pt x="4253984" y="3411625"/>
                  </a:cubicBezTo>
                  <a:cubicBezTo>
                    <a:pt x="4190297" y="3489017"/>
                    <a:pt x="4127459" y="3566830"/>
                    <a:pt x="4062691" y="3643001"/>
                  </a:cubicBezTo>
                  <a:cubicBezTo>
                    <a:pt x="4047406" y="3660978"/>
                    <a:pt x="4042346" y="3670823"/>
                    <a:pt x="4059954" y="3691885"/>
                  </a:cubicBezTo>
                  <a:cubicBezTo>
                    <a:pt x="4145652" y="3794389"/>
                    <a:pt x="4213954" y="3907698"/>
                    <a:pt x="4259571" y="4033743"/>
                  </a:cubicBezTo>
                  <a:cubicBezTo>
                    <a:pt x="4268880" y="4059463"/>
                    <a:pt x="4286616" y="4053869"/>
                    <a:pt x="4304396" y="4050452"/>
                  </a:cubicBezTo>
                  <a:cubicBezTo>
                    <a:pt x="4394743" y="4033086"/>
                    <a:pt x="4484979" y="4015148"/>
                    <a:pt x="4575342" y="3997871"/>
                  </a:cubicBezTo>
                  <a:cubicBezTo>
                    <a:pt x="4584156" y="3996187"/>
                    <a:pt x="4593572" y="3997647"/>
                    <a:pt x="4606236" y="3997647"/>
                  </a:cubicBezTo>
                  <a:cubicBezTo>
                    <a:pt x="4628478" y="4115325"/>
                    <a:pt x="4650506" y="4231873"/>
                    <a:pt x="4673170" y="4351792"/>
                  </a:cubicBezTo>
                  <a:cubicBezTo>
                    <a:pt x="4569907" y="4371393"/>
                    <a:pt x="4469695" y="4391410"/>
                    <a:pt x="4369016" y="4408719"/>
                  </a:cubicBezTo>
                  <a:cubicBezTo>
                    <a:pt x="4347790" y="4412368"/>
                    <a:pt x="4340661" y="4418674"/>
                    <a:pt x="4338534" y="4440050"/>
                  </a:cubicBezTo>
                  <a:cubicBezTo>
                    <a:pt x="4329267" y="4533257"/>
                    <a:pt x="4320421" y="4626640"/>
                    <a:pt x="4306231" y="4719165"/>
                  </a:cubicBezTo>
                  <a:cubicBezTo>
                    <a:pt x="4299241" y="4764748"/>
                    <a:pt x="4280964" y="4808601"/>
                    <a:pt x="4267090" y="4855623"/>
                  </a:cubicBezTo>
                  <a:cubicBezTo>
                    <a:pt x="4366914" y="4911340"/>
                    <a:pt x="4466503" y="4966927"/>
                    <a:pt x="4568479" y="5023846"/>
                  </a:cubicBezTo>
                  <a:cubicBezTo>
                    <a:pt x="4509426" y="5130299"/>
                    <a:pt x="4450878" y="5235841"/>
                    <a:pt x="4390773" y="5344191"/>
                  </a:cubicBezTo>
                  <a:cubicBezTo>
                    <a:pt x="4291113" y="5289085"/>
                    <a:pt x="4192505" y="5234558"/>
                    <a:pt x="4088621" y="5177114"/>
                  </a:cubicBezTo>
                  <a:cubicBezTo>
                    <a:pt x="3995649" y="5293494"/>
                    <a:pt x="3881457" y="5389470"/>
                    <a:pt x="3753027" y="5467873"/>
                  </a:cubicBezTo>
                  <a:cubicBezTo>
                    <a:pt x="3794559" y="5576044"/>
                    <a:pt x="3835274" y="5682087"/>
                    <a:pt x="3876247" y="5788802"/>
                  </a:cubicBezTo>
                  <a:cubicBezTo>
                    <a:pt x="3772936" y="5829647"/>
                    <a:pt x="3675591" y="5868620"/>
                    <a:pt x="3577841" y="5906549"/>
                  </a:cubicBezTo>
                  <a:cubicBezTo>
                    <a:pt x="3536010" y="5922780"/>
                    <a:pt x="3532417" y="5919108"/>
                    <a:pt x="3514887" y="5872393"/>
                  </a:cubicBezTo>
                  <a:cubicBezTo>
                    <a:pt x="3480769" y="5781468"/>
                    <a:pt x="3445408" y="5691010"/>
                    <a:pt x="3410394" y="5599921"/>
                  </a:cubicBezTo>
                  <a:cubicBezTo>
                    <a:pt x="3260808" y="5628628"/>
                    <a:pt x="3113091" y="5629573"/>
                    <a:pt x="2963603" y="5609134"/>
                  </a:cubicBezTo>
                  <a:cubicBezTo>
                    <a:pt x="2927666" y="5716017"/>
                    <a:pt x="2891492" y="5823601"/>
                    <a:pt x="2855176" y="5931609"/>
                  </a:cubicBezTo>
                  <a:cubicBezTo>
                    <a:pt x="2737226" y="5892271"/>
                    <a:pt x="2624194" y="5854572"/>
                    <a:pt x="2506770" y="5815410"/>
                  </a:cubicBezTo>
                  <a:cubicBezTo>
                    <a:pt x="2543746" y="5707143"/>
                    <a:pt x="2580409" y="5599795"/>
                    <a:pt x="2617259" y="5491901"/>
                  </a:cubicBezTo>
                  <a:cubicBezTo>
                    <a:pt x="2485703" y="5418736"/>
                    <a:pt x="2366088" y="5331875"/>
                    <a:pt x="2268402" y="5210779"/>
                  </a:cubicBezTo>
                  <a:cubicBezTo>
                    <a:pt x="2173673" y="5268133"/>
                    <a:pt x="2078807" y="5325570"/>
                    <a:pt x="1979607" y="5385632"/>
                  </a:cubicBezTo>
                  <a:cubicBezTo>
                    <a:pt x="1933123" y="5309038"/>
                    <a:pt x="1887658" y="5234040"/>
                    <a:pt x="1842091" y="5159105"/>
                  </a:cubicBezTo>
                  <a:cubicBezTo>
                    <a:pt x="1832629" y="5143544"/>
                    <a:pt x="1824557" y="5126677"/>
                    <a:pt x="1812754" y="5113098"/>
                  </a:cubicBezTo>
                  <a:cubicBezTo>
                    <a:pt x="1788641" y="5085358"/>
                    <a:pt x="1793393" y="5067469"/>
                    <a:pt x="1824901" y="5049104"/>
                  </a:cubicBezTo>
                  <a:cubicBezTo>
                    <a:pt x="1909026" y="5000073"/>
                    <a:pt x="1991838" y="4948789"/>
                    <a:pt x="2068402" y="4902493"/>
                  </a:cubicBezTo>
                  <a:cubicBezTo>
                    <a:pt x="2043270" y="4791166"/>
                    <a:pt x="2017417" y="4682275"/>
                    <a:pt x="1994832" y="4572712"/>
                  </a:cubicBezTo>
                  <a:cubicBezTo>
                    <a:pt x="1989082" y="4544818"/>
                    <a:pt x="1992356" y="4514711"/>
                    <a:pt x="1993986" y="4485761"/>
                  </a:cubicBezTo>
                  <a:cubicBezTo>
                    <a:pt x="1995289" y="4462621"/>
                    <a:pt x="1985341" y="4452307"/>
                    <a:pt x="1963831" y="4449256"/>
                  </a:cubicBezTo>
                  <a:cubicBezTo>
                    <a:pt x="1871253" y="4436129"/>
                    <a:pt x="1778631" y="4423257"/>
                    <a:pt x="1686282" y="4408660"/>
                  </a:cubicBezTo>
                  <a:cubicBezTo>
                    <a:pt x="1677956" y="4407343"/>
                    <a:pt x="1664298" y="4393317"/>
                    <a:pt x="1665209" y="4386913"/>
                  </a:cubicBezTo>
                  <a:cubicBezTo>
                    <a:pt x="1681272" y="4274014"/>
                    <a:pt x="1699216" y="4161382"/>
                    <a:pt x="1717554" y="4043550"/>
                  </a:cubicBezTo>
                  <a:cubicBezTo>
                    <a:pt x="1827401" y="4060431"/>
                    <a:pt x="1934563" y="4076899"/>
                    <a:pt x="2044055" y="4093724"/>
                  </a:cubicBezTo>
                  <a:cubicBezTo>
                    <a:pt x="2094451" y="3944834"/>
                    <a:pt x="2165331" y="3808611"/>
                    <a:pt x="2271375" y="3688756"/>
                  </a:cubicBezTo>
                  <a:cubicBezTo>
                    <a:pt x="2237019" y="3647948"/>
                    <a:pt x="2202054" y="3606247"/>
                    <a:pt x="2166896" y="3564709"/>
                  </a:cubicBezTo>
                  <a:cubicBezTo>
                    <a:pt x="2136532" y="3528833"/>
                    <a:pt x="2104913" y="3493940"/>
                    <a:pt x="2076313" y="3456720"/>
                  </a:cubicBezTo>
                  <a:cubicBezTo>
                    <a:pt x="2070373" y="3448990"/>
                    <a:pt x="2069973" y="3426856"/>
                    <a:pt x="2075973" y="3421625"/>
                  </a:cubicBezTo>
                  <a:cubicBezTo>
                    <a:pt x="2160394" y="3347994"/>
                    <a:pt x="2246367" y="3276141"/>
                    <a:pt x="2336206" y="3200275"/>
                  </a:cubicBezTo>
                  <a:cubicBezTo>
                    <a:pt x="2386873" y="3258279"/>
                    <a:pt x="2435899" y="3313960"/>
                    <a:pt x="2484369" y="3370118"/>
                  </a:cubicBezTo>
                  <a:cubicBezTo>
                    <a:pt x="2503060" y="3391773"/>
                    <a:pt x="2519446" y="3415514"/>
                    <a:pt x="2539164" y="3436121"/>
                  </a:cubicBezTo>
                  <a:cubicBezTo>
                    <a:pt x="2544716" y="3441924"/>
                    <a:pt x="2561323" y="3444850"/>
                    <a:pt x="2567845" y="3440873"/>
                  </a:cubicBezTo>
                  <a:cubicBezTo>
                    <a:pt x="2683411" y="3370412"/>
                    <a:pt x="2807589" y="3323647"/>
                    <a:pt x="2940529" y="3298446"/>
                  </a:cubicBezTo>
                  <a:cubicBezTo>
                    <a:pt x="2949051" y="3296830"/>
                    <a:pt x="2959246" y="3275389"/>
                    <a:pt x="2959438" y="3263026"/>
                  </a:cubicBezTo>
                  <a:cubicBezTo>
                    <a:pt x="2960981" y="3164045"/>
                    <a:pt x="2960300" y="3065030"/>
                    <a:pt x="2960300" y="2962738"/>
                  </a:cubicBezTo>
                  <a:close/>
                  <a:moveTo>
                    <a:pt x="0" y="0"/>
                  </a:moveTo>
                  <a:lnTo>
                    <a:pt x="536303" y="0"/>
                  </a:lnTo>
                  <a:lnTo>
                    <a:pt x="536303" y="536303"/>
                  </a:lnTo>
                  <a:lnTo>
                    <a:pt x="0" y="536303"/>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62" name="Group 61">
            <a:extLst>
              <a:ext uri="{FF2B5EF4-FFF2-40B4-BE49-F238E27FC236}">
                <a16:creationId xmlns:a16="http://schemas.microsoft.com/office/drawing/2014/main" id="{3281B4A7-F81F-4B71-B2FC-3E0F0D589ED5}"/>
              </a:ext>
              <a:ext uri="{C183D7F6-B498-43B3-948B-1728B52AA6E4}">
                <adec:decorative xmlns:adec="http://schemas.microsoft.com/office/drawing/2017/decorative" val="1"/>
              </a:ext>
            </a:extLst>
          </p:cNvPr>
          <p:cNvGrpSpPr>
            <a:grpSpLocks noChangeAspect="1"/>
          </p:cNvGrpSpPr>
          <p:nvPr/>
        </p:nvGrpSpPr>
        <p:grpSpPr>
          <a:xfrm>
            <a:off x="1293433" y="5755986"/>
            <a:ext cx="386233" cy="457200"/>
            <a:chOff x="1293433" y="5755986"/>
            <a:chExt cx="386233" cy="457200"/>
          </a:xfrm>
          <a:solidFill>
            <a:schemeClr val="accent2"/>
          </a:solidFill>
        </p:grpSpPr>
        <p:sp>
          <p:nvSpPr>
            <p:cNvPr id="2654" name="Freeform: Shape 2653">
              <a:extLst>
                <a:ext uri="{FF2B5EF4-FFF2-40B4-BE49-F238E27FC236}">
                  <a16:creationId xmlns:a16="http://schemas.microsoft.com/office/drawing/2014/main" id="{EFC6A030-8C47-FEEE-FE0D-8E048E1385C8}"/>
                </a:ext>
                <a:ext uri="{C183D7F6-B498-43B3-948B-1728B52AA6E4}">
                  <adec:decorative xmlns:adec="http://schemas.microsoft.com/office/drawing/2017/decorative" val="1"/>
                </a:ext>
              </a:extLst>
            </p:cNvPr>
            <p:cNvSpPr/>
            <p:nvPr/>
          </p:nvSpPr>
          <p:spPr>
            <a:xfrm>
              <a:off x="1443057" y="5848126"/>
              <a:ext cx="236609" cy="354562"/>
            </a:xfrm>
            <a:custGeom>
              <a:avLst/>
              <a:gdLst>
                <a:gd name="connsiteX0" fmla="*/ 1411365 w 3549125"/>
                <a:gd name="connsiteY0" fmla="*/ 969865 h 5318427"/>
                <a:gd name="connsiteX1" fmla="*/ 1507069 w 3549125"/>
                <a:gd name="connsiteY1" fmla="*/ 969959 h 5318427"/>
                <a:gd name="connsiteX2" fmla="*/ 1766724 w 3549125"/>
                <a:gd name="connsiteY2" fmla="*/ 1077953 h 5318427"/>
                <a:gd name="connsiteX3" fmla="*/ 1923357 w 3549125"/>
                <a:gd name="connsiteY3" fmla="*/ 1321722 h 5318427"/>
                <a:gd name="connsiteX4" fmla="*/ 1944421 w 3549125"/>
                <a:gd name="connsiteY4" fmla="*/ 1461082 h 5318427"/>
                <a:gd name="connsiteX5" fmla="*/ 1945409 w 3549125"/>
                <a:gd name="connsiteY5" fmla="*/ 2181467 h 5318427"/>
                <a:gd name="connsiteX6" fmla="*/ 1945409 w 3549125"/>
                <a:gd name="connsiteY6" fmla="*/ 2224293 h 5318427"/>
                <a:gd name="connsiteX7" fmla="*/ 2237595 w 3549125"/>
                <a:gd name="connsiteY7" fmla="*/ 2262675 h 5318427"/>
                <a:gd name="connsiteX8" fmla="*/ 2431148 w 3549125"/>
                <a:gd name="connsiteY8" fmla="*/ 2475170 h 5318427"/>
                <a:gd name="connsiteX9" fmla="*/ 2580902 w 3549125"/>
                <a:gd name="connsiteY9" fmla="*/ 2462715 h 5318427"/>
                <a:gd name="connsiteX10" fmla="*/ 2845145 w 3549125"/>
                <a:gd name="connsiteY10" fmla="*/ 2562912 h 5318427"/>
                <a:gd name="connsiteX11" fmla="*/ 2971430 w 3549125"/>
                <a:gd name="connsiteY11" fmla="*/ 2736288 h 5318427"/>
                <a:gd name="connsiteX12" fmla="*/ 2994509 w 3549125"/>
                <a:gd name="connsiteY12" fmla="*/ 2746154 h 5318427"/>
                <a:gd name="connsiteX13" fmla="*/ 3412275 w 3549125"/>
                <a:gd name="connsiteY13" fmla="*/ 2864986 h 5318427"/>
                <a:gd name="connsiteX14" fmla="*/ 3541678 w 3549125"/>
                <a:gd name="connsiteY14" fmla="*/ 3160144 h 5318427"/>
                <a:gd name="connsiteX15" fmla="*/ 3548602 w 3549125"/>
                <a:gd name="connsiteY15" fmla="*/ 4123962 h 5318427"/>
                <a:gd name="connsiteX16" fmla="*/ 3388921 w 3549125"/>
                <a:gd name="connsiteY16" fmla="*/ 4726686 h 5318427"/>
                <a:gd name="connsiteX17" fmla="*/ 3215598 w 3549125"/>
                <a:gd name="connsiteY17" fmla="*/ 4967599 h 5318427"/>
                <a:gd name="connsiteX18" fmla="*/ 2800466 w 3549125"/>
                <a:gd name="connsiteY18" fmla="*/ 5272837 h 5318427"/>
                <a:gd name="connsiteX19" fmla="*/ 2693629 w 3549125"/>
                <a:gd name="connsiteY19" fmla="*/ 5302962 h 5318427"/>
                <a:gd name="connsiteX20" fmla="*/ 2693629 w 3549125"/>
                <a:gd name="connsiteY20" fmla="*/ 4913858 h 5318427"/>
                <a:gd name="connsiteX21" fmla="*/ 2890667 w 3549125"/>
                <a:gd name="connsiteY21" fmla="*/ 4810253 h 5318427"/>
                <a:gd name="connsiteX22" fmla="*/ 3127465 w 3549125"/>
                <a:gd name="connsiteY22" fmla="*/ 4482082 h 5318427"/>
                <a:gd name="connsiteX23" fmla="*/ 3206713 w 3549125"/>
                <a:gd name="connsiteY23" fmla="*/ 4131277 h 5318427"/>
                <a:gd name="connsiteX24" fmla="*/ 3206797 w 3549125"/>
                <a:gd name="connsiteY24" fmla="*/ 3236343 h 5318427"/>
                <a:gd name="connsiteX25" fmla="*/ 3176465 w 3549125"/>
                <a:gd name="connsiteY25" fmla="*/ 3123232 h 5318427"/>
                <a:gd name="connsiteX26" fmla="*/ 3052745 w 3549125"/>
                <a:gd name="connsiteY26" fmla="*/ 3107162 h 5318427"/>
                <a:gd name="connsiteX27" fmla="*/ 3016485 w 3549125"/>
                <a:gd name="connsiteY27" fmla="*/ 3205995 h 5318427"/>
                <a:gd name="connsiteX28" fmla="*/ 3014999 w 3549125"/>
                <a:gd name="connsiteY28" fmla="*/ 3344605 h 5318427"/>
                <a:gd name="connsiteX29" fmla="*/ 2673323 w 3549125"/>
                <a:gd name="connsiteY29" fmla="*/ 3344605 h 5318427"/>
                <a:gd name="connsiteX30" fmla="*/ 2673323 w 3549125"/>
                <a:gd name="connsiteY30" fmla="*/ 3306965 h 5318427"/>
                <a:gd name="connsiteX31" fmla="*/ 2672887 w 3549125"/>
                <a:gd name="connsiteY31" fmla="*/ 2954183 h 5318427"/>
                <a:gd name="connsiteX32" fmla="*/ 2624018 w 3549125"/>
                <a:gd name="connsiteY32" fmla="*/ 2825462 h 5318427"/>
                <a:gd name="connsiteX33" fmla="*/ 2530555 w 3549125"/>
                <a:gd name="connsiteY33" fmla="*/ 2823823 h 5318427"/>
                <a:gd name="connsiteX34" fmla="*/ 2480415 w 3549125"/>
                <a:gd name="connsiteY34" fmla="*/ 2940174 h 5318427"/>
                <a:gd name="connsiteX35" fmla="*/ 2480200 w 3549125"/>
                <a:gd name="connsiteY35" fmla="*/ 3173143 h 5318427"/>
                <a:gd name="connsiteX36" fmla="*/ 2138525 w 3549125"/>
                <a:gd name="connsiteY36" fmla="*/ 3173143 h 5318427"/>
                <a:gd name="connsiteX37" fmla="*/ 2138525 w 3549125"/>
                <a:gd name="connsiteY37" fmla="*/ 3134362 h 5318427"/>
                <a:gd name="connsiteX38" fmla="*/ 2138326 w 3549125"/>
                <a:gd name="connsiteY38" fmla="*/ 2703597 h 5318427"/>
                <a:gd name="connsiteX39" fmla="*/ 2083084 w 3549125"/>
                <a:gd name="connsiteY39" fmla="*/ 2574746 h 5318427"/>
                <a:gd name="connsiteX40" fmla="*/ 2003064 w 3549125"/>
                <a:gd name="connsiteY40" fmla="*/ 2570372 h 5318427"/>
                <a:gd name="connsiteX41" fmla="*/ 1945961 w 3549125"/>
                <a:gd name="connsiteY41" fmla="*/ 2692812 h 5318427"/>
                <a:gd name="connsiteX42" fmla="*/ 1945317 w 3549125"/>
                <a:gd name="connsiteY42" fmla="*/ 2986170 h 5318427"/>
                <a:gd name="connsiteX43" fmla="*/ 1943540 w 3549125"/>
                <a:gd name="connsiteY43" fmla="*/ 3016648 h 5318427"/>
                <a:gd name="connsiteX44" fmla="*/ 1603734 w 3549125"/>
                <a:gd name="connsiteY44" fmla="*/ 3016648 h 5318427"/>
                <a:gd name="connsiteX45" fmla="*/ 1603734 w 3549125"/>
                <a:gd name="connsiteY45" fmla="*/ 2973218 h 5318427"/>
                <a:gd name="connsiteX46" fmla="*/ 1603420 w 3549125"/>
                <a:gd name="connsiteY46" fmla="*/ 1506366 h 5318427"/>
                <a:gd name="connsiteX47" fmla="*/ 1596151 w 3549125"/>
                <a:gd name="connsiteY47" fmla="*/ 1434036 h 5318427"/>
                <a:gd name="connsiteX48" fmla="*/ 1436623 w 3549125"/>
                <a:gd name="connsiteY48" fmla="*/ 1311014 h 5318427"/>
                <a:gd name="connsiteX49" fmla="*/ 1314053 w 3549125"/>
                <a:gd name="connsiteY49" fmla="*/ 1458769 h 5318427"/>
                <a:gd name="connsiteX50" fmla="*/ 1313655 w 3549125"/>
                <a:gd name="connsiteY50" fmla="*/ 3244983 h 5318427"/>
                <a:gd name="connsiteX51" fmla="*/ 1304042 w 3549125"/>
                <a:gd name="connsiteY51" fmla="*/ 3328113 h 5318427"/>
                <a:gd name="connsiteX52" fmla="*/ 1079123 w 3549125"/>
                <a:gd name="connsiteY52" fmla="*/ 3515285 h 5318427"/>
                <a:gd name="connsiteX53" fmla="*/ 845526 w 3549125"/>
                <a:gd name="connsiteY53" fmla="*/ 3402481 h 5318427"/>
                <a:gd name="connsiteX54" fmla="*/ 614916 w 3549125"/>
                <a:gd name="connsiteY54" fmla="*/ 3060729 h 5318427"/>
                <a:gd name="connsiteX55" fmla="*/ 452017 w 3549125"/>
                <a:gd name="connsiteY55" fmla="*/ 2990191 h 5318427"/>
                <a:gd name="connsiteX56" fmla="*/ 359779 w 3549125"/>
                <a:gd name="connsiteY56" fmla="*/ 3196788 h 5318427"/>
                <a:gd name="connsiteX57" fmla="*/ 467252 w 3549125"/>
                <a:gd name="connsiteY57" fmla="*/ 3359740 h 5318427"/>
                <a:gd name="connsiteX58" fmla="*/ 747283 w 3549125"/>
                <a:gd name="connsiteY58" fmla="*/ 3764386 h 5318427"/>
                <a:gd name="connsiteX59" fmla="*/ 1248800 w 3549125"/>
                <a:gd name="connsiteY59" fmla="*/ 4494981 h 5318427"/>
                <a:gd name="connsiteX60" fmla="*/ 1469299 w 3549125"/>
                <a:gd name="connsiteY60" fmla="*/ 4776758 h 5318427"/>
                <a:gd name="connsiteX61" fmla="*/ 1739954 w 3549125"/>
                <a:gd name="connsiteY61" fmla="*/ 4949951 h 5318427"/>
                <a:gd name="connsiteX62" fmla="*/ 1739954 w 3549125"/>
                <a:gd name="connsiteY62" fmla="*/ 5318427 h 5318427"/>
                <a:gd name="connsiteX63" fmla="*/ 1680829 w 3549125"/>
                <a:gd name="connsiteY63" fmla="*/ 5303422 h 5318427"/>
                <a:gd name="connsiteX64" fmla="*/ 1298994 w 3549125"/>
                <a:gd name="connsiteY64" fmla="*/ 5086829 h 5318427"/>
                <a:gd name="connsiteX65" fmla="*/ 1047174 w 3549125"/>
                <a:gd name="connsiteY65" fmla="*/ 4812138 h 5318427"/>
                <a:gd name="connsiteX66" fmla="*/ 621113 w 3549125"/>
                <a:gd name="connsiteY66" fmla="*/ 4188020 h 5318427"/>
                <a:gd name="connsiteX67" fmla="*/ 273968 w 3549125"/>
                <a:gd name="connsiteY67" fmla="*/ 3684756 h 5318427"/>
                <a:gd name="connsiteX68" fmla="*/ 47900 w 3549125"/>
                <a:gd name="connsiteY68" fmla="*/ 3336003 h 5318427"/>
                <a:gd name="connsiteX69" fmla="*/ 5167 w 3549125"/>
                <a:gd name="connsiteY69" fmla="*/ 3068642 h 5318427"/>
                <a:gd name="connsiteX70" fmla="*/ 147920 w 3549125"/>
                <a:gd name="connsiteY70" fmla="*/ 2779152 h 5318427"/>
                <a:gd name="connsiteX71" fmla="*/ 427575 w 3549125"/>
                <a:gd name="connsiteY71" fmla="*/ 2647421 h 5318427"/>
                <a:gd name="connsiteX72" fmla="*/ 851156 w 3549125"/>
                <a:gd name="connsiteY72" fmla="*/ 2807010 h 5318427"/>
                <a:gd name="connsiteX73" fmla="*/ 972378 w 3549125"/>
                <a:gd name="connsiteY73" fmla="*/ 2973984 h 5318427"/>
                <a:gd name="connsiteX74" fmla="*/ 972378 w 3549125"/>
                <a:gd name="connsiteY74" fmla="*/ 2930446 h 5318427"/>
                <a:gd name="connsiteX75" fmla="*/ 973672 w 3549125"/>
                <a:gd name="connsiteY75" fmla="*/ 1415392 h 5318427"/>
                <a:gd name="connsiteX76" fmla="*/ 1152709 w 3549125"/>
                <a:gd name="connsiteY76" fmla="*/ 1072836 h 5318427"/>
                <a:gd name="connsiteX77" fmla="*/ 1411365 w 3549125"/>
                <a:gd name="connsiteY77" fmla="*/ 969865 h 5318427"/>
                <a:gd name="connsiteX78" fmla="*/ 1444639 w 3549125"/>
                <a:gd name="connsiteY78" fmla="*/ 489507 h 5318427"/>
                <a:gd name="connsiteX79" fmla="*/ 1582351 w 3549125"/>
                <a:gd name="connsiteY79" fmla="*/ 495071 h 5318427"/>
                <a:gd name="connsiteX80" fmla="*/ 1928740 w 3549125"/>
                <a:gd name="connsiteY80" fmla="*/ 607248 h 5318427"/>
                <a:gd name="connsiteX81" fmla="*/ 2182982 w 3549125"/>
                <a:gd name="connsiteY81" fmla="*/ 815366 h 5318427"/>
                <a:gd name="connsiteX82" fmla="*/ 2369784 w 3549125"/>
                <a:gd name="connsiteY82" fmla="*/ 1150678 h 5318427"/>
                <a:gd name="connsiteX83" fmla="*/ 2412260 w 3549125"/>
                <a:gd name="connsiteY83" fmla="*/ 1500067 h 5318427"/>
                <a:gd name="connsiteX84" fmla="*/ 2287516 w 3549125"/>
                <a:gd name="connsiteY84" fmla="*/ 1910843 h 5318427"/>
                <a:gd name="connsiteX85" fmla="*/ 2166128 w 3549125"/>
                <a:gd name="connsiteY85" fmla="*/ 1941779 h 5318427"/>
                <a:gd name="connsiteX86" fmla="*/ 2134998 w 3549125"/>
                <a:gd name="connsiteY86" fmla="*/ 1823679 h 5318427"/>
                <a:gd name="connsiteX87" fmla="*/ 2236374 w 3549125"/>
                <a:gd name="connsiteY87" fmla="*/ 1499117 h 5318427"/>
                <a:gd name="connsiteX88" fmla="*/ 2151573 w 3549125"/>
                <a:gd name="connsiteY88" fmla="*/ 1079449 h 5318427"/>
                <a:gd name="connsiteX89" fmla="*/ 1602525 w 3549125"/>
                <a:gd name="connsiteY89" fmla="*/ 671731 h 5318427"/>
                <a:gd name="connsiteX90" fmla="*/ 1121784 w 3549125"/>
                <a:gd name="connsiteY90" fmla="*/ 736482 h 5318427"/>
                <a:gd name="connsiteX91" fmla="*/ 868608 w 3549125"/>
                <a:gd name="connsiteY91" fmla="*/ 933876 h 5318427"/>
                <a:gd name="connsiteX92" fmla="*/ 718749 w 3549125"/>
                <a:gd name="connsiteY92" fmla="*/ 1203632 h 5318427"/>
                <a:gd name="connsiteX93" fmla="*/ 743275 w 3549125"/>
                <a:gd name="connsiteY93" fmla="*/ 1735943 h 5318427"/>
                <a:gd name="connsiteX94" fmla="*/ 829148 w 3549125"/>
                <a:gd name="connsiteY94" fmla="*/ 1889689 h 5318427"/>
                <a:gd name="connsiteX95" fmla="*/ 807188 w 3549125"/>
                <a:gd name="connsiteY95" fmla="*/ 2021990 h 5318427"/>
                <a:gd name="connsiteX96" fmla="*/ 682746 w 3549125"/>
                <a:gd name="connsiteY96" fmla="*/ 1987933 h 5318427"/>
                <a:gd name="connsiteX97" fmla="*/ 528976 w 3549125"/>
                <a:gd name="connsiteY97" fmla="*/ 1640539 h 5318427"/>
                <a:gd name="connsiteX98" fmla="*/ 518273 w 3549125"/>
                <a:gd name="connsiteY98" fmla="*/ 1308188 h 5318427"/>
                <a:gd name="connsiteX99" fmla="*/ 661229 w 3549125"/>
                <a:gd name="connsiteY99" fmla="*/ 918286 h 5318427"/>
                <a:gd name="connsiteX100" fmla="*/ 992716 w 3549125"/>
                <a:gd name="connsiteY100" fmla="*/ 605944 h 5318427"/>
                <a:gd name="connsiteX101" fmla="*/ 1307627 w 3549125"/>
                <a:gd name="connsiteY101" fmla="*/ 496450 h 5318427"/>
                <a:gd name="connsiteX102" fmla="*/ 1444639 w 3549125"/>
                <a:gd name="connsiteY102" fmla="*/ 489507 h 5318427"/>
                <a:gd name="connsiteX103" fmla="*/ 1379935 w 3549125"/>
                <a:gd name="connsiteY103" fmla="*/ 1504 h 5318427"/>
                <a:gd name="connsiteX104" fmla="*/ 1582086 w 3549125"/>
                <a:gd name="connsiteY104" fmla="*/ 5379 h 5318427"/>
                <a:gd name="connsiteX105" fmla="*/ 2144453 w 3549125"/>
                <a:gd name="connsiteY105" fmla="*/ 177749 h 5318427"/>
                <a:gd name="connsiteX106" fmla="*/ 2409653 w 3549125"/>
                <a:gd name="connsiteY106" fmla="*/ 374194 h 5318427"/>
                <a:gd name="connsiteX107" fmla="*/ 2720737 w 3549125"/>
                <a:gd name="connsiteY107" fmla="*/ 797656 h 5318427"/>
                <a:gd name="connsiteX108" fmla="*/ 2836148 w 3549125"/>
                <a:gd name="connsiteY108" fmla="*/ 1194112 h 5318427"/>
                <a:gd name="connsiteX109" fmla="*/ 2849732 w 3549125"/>
                <a:gd name="connsiteY109" fmla="*/ 1480261 h 5318427"/>
                <a:gd name="connsiteX110" fmla="*/ 2732876 w 3549125"/>
                <a:gd name="connsiteY110" fmla="*/ 1954687 h 5318427"/>
                <a:gd name="connsiteX111" fmla="*/ 2643427 w 3549125"/>
                <a:gd name="connsiteY111" fmla="*/ 2127403 h 5318427"/>
                <a:gd name="connsiteX112" fmla="*/ 2546997 w 3549125"/>
                <a:gd name="connsiteY112" fmla="*/ 2179755 h 5318427"/>
                <a:gd name="connsiteX113" fmla="*/ 2474442 w 3549125"/>
                <a:gd name="connsiteY113" fmla="*/ 2098646 h 5318427"/>
                <a:gd name="connsiteX114" fmla="*/ 2493326 w 3549125"/>
                <a:gd name="connsiteY114" fmla="*/ 2038023 h 5318427"/>
                <a:gd name="connsiteX115" fmla="*/ 2664501 w 3549125"/>
                <a:gd name="connsiteY115" fmla="*/ 1581663 h 5318427"/>
                <a:gd name="connsiteX116" fmla="*/ 2679305 w 3549125"/>
                <a:gd name="connsiteY116" fmla="*/ 1347617 h 5318427"/>
                <a:gd name="connsiteX117" fmla="*/ 2464424 w 3549125"/>
                <a:gd name="connsiteY117" fmla="*/ 704420 h 5318427"/>
                <a:gd name="connsiteX118" fmla="*/ 2252469 w 3549125"/>
                <a:gd name="connsiteY118" fmla="*/ 469761 h 5318427"/>
                <a:gd name="connsiteX119" fmla="*/ 2061618 w 3549125"/>
                <a:gd name="connsiteY119" fmla="*/ 333670 h 5318427"/>
                <a:gd name="connsiteX120" fmla="*/ 1671018 w 3549125"/>
                <a:gd name="connsiteY120" fmla="*/ 191369 h 5318427"/>
                <a:gd name="connsiteX121" fmla="*/ 1345617 w 3549125"/>
                <a:gd name="connsiteY121" fmla="*/ 180278 h 5318427"/>
                <a:gd name="connsiteX122" fmla="*/ 1029689 w 3549125"/>
                <a:gd name="connsiteY122" fmla="*/ 253910 h 5318427"/>
                <a:gd name="connsiteX123" fmla="*/ 696544 w 3549125"/>
                <a:gd name="connsiteY123" fmla="*/ 446691 h 5318427"/>
                <a:gd name="connsiteX124" fmla="*/ 447108 w 3549125"/>
                <a:gd name="connsiteY124" fmla="*/ 718685 h 5318427"/>
                <a:gd name="connsiteX125" fmla="*/ 260287 w 3549125"/>
                <a:gd name="connsiteY125" fmla="*/ 1202492 h 5318427"/>
                <a:gd name="connsiteX126" fmla="*/ 246505 w 3549125"/>
                <a:gd name="connsiteY126" fmla="*/ 1481085 h 5318427"/>
                <a:gd name="connsiteX127" fmla="*/ 339393 w 3549125"/>
                <a:gd name="connsiteY127" fmla="*/ 1865461 h 5318427"/>
                <a:gd name="connsiteX128" fmla="*/ 498703 w 3549125"/>
                <a:gd name="connsiteY128" fmla="*/ 2139510 h 5318427"/>
                <a:gd name="connsiteX129" fmla="*/ 526581 w 3549125"/>
                <a:gd name="connsiteY129" fmla="*/ 2169186 h 5318427"/>
                <a:gd name="connsiteX130" fmla="*/ 517585 w 3549125"/>
                <a:gd name="connsiteY130" fmla="*/ 2296357 h 5318427"/>
                <a:gd name="connsiteX131" fmla="*/ 385632 w 3549125"/>
                <a:gd name="connsiteY131" fmla="*/ 2275988 h 5318427"/>
                <a:gd name="connsiteX132" fmla="*/ 216345 w 3549125"/>
                <a:gd name="connsiteY132" fmla="*/ 2015564 h 5318427"/>
                <a:gd name="connsiteX133" fmla="*/ 89526 w 3549125"/>
                <a:gd name="connsiteY133" fmla="*/ 1611939 h 5318427"/>
                <a:gd name="connsiteX134" fmla="*/ 75994 w 3549125"/>
                <a:gd name="connsiteY134" fmla="*/ 1262804 h 5318427"/>
                <a:gd name="connsiteX135" fmla="*/ 184937 w 3549125"/>
                <a:gd name="connsiteY135" fmla="*/ 834377 h 5318427"/>
                <a:gd name="connsiteX136" fmla="*/ 413741 w 3549125"/>
                <a:gd name="connsiteY136" fmla="*/ 475489 h 5318427"/>
                <a:gd name="connsiteX137" fmla="*/ 782398 w 3549125"/>
                <a:gd name="connsiteY137" fmla="*/ 175704 h 5318427"/>
                <a:gd name="connsiteX138" fmla="*/ 1179086 w 3549125"/>
                <a:gd name="connsiteY138" fmla="*/ 27360 h 5318427"/>
                <a:gd name="connsiteX139" fmla="*/ 1379935 w 3549125"/>
                <a:gd name="connsiteY139" fmla="*/ 1504 h 531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549125" h="5318427">
                  <a:moveTo>
                    <a:pt x="1411365" y="969865"/>
                  </a:moveTo>
                  <a:cubicBezTo>
                    <a:pt x="1442578" y="967301"/>
                    <a:pt x="1474514" y="967424"/>
                    <a:pt x="1507069" y="969959"/>
                  </a:cubicBezTo>
                  <a:cubicBezTo>
                    <a:pt x="1604500" y="977550"/>
                    <a:pt x="1692441" y="1015580"/>
                    <a:pt x="1766724" y="1077953"/>
                  </a:cubicBezTo>
                  <a:cubicBezTo>
                    <a:pt x="1843252" y="1142210"/>
                    <a:pt x="1902829" y="1220538"/>
                    <a:pt x="1923357" y="1321722"/>
                  </a:cubicBezTo>
                  <a:cubicBezTo>
                    <a:pt x="1932694" y="1367772"/>
                    <a:pt x="1944015" y="1414550"/>
                    <a:pt x="1944421" y="1461082"/>
                  </a:cubicBezTo>
                  <a:cubicBezTo>
                    <a:pt x="1946535" y="1701198"/>
                    <a:pt x="1945409" y="1941336"/>
                    <a:pt x="1945409" y="2181467"/>
                  </a:cubicBezTo>
                  <a:cubicBezTo>
                    <a:pt x="1945409" y="2194933"/>
                    <a:pt x="1945409" y="2208399"/>
                    <a:pt x="1945409" y="2224293"/>
                  </a:cubicBezTo>
                  <a:cubicBezTo>
                    <a:pt x="2049466" y="2200218"/>
                    <a:pt x="2146614" y="2213623"/>
                    <a:pt x="2237595" y="2262675"/>
                  </a:cubicBezTo>
                  <a:cubicBezTo>
                    <a:pt x="2328286" y="2311567"/>
                    <a:pt x="2389915" y="2388348"/>
                    <a:pt x="2431148" y="2475170"/>
                  </a:cubicBezTo>
                  <a:cubicBezTo>
                    <a:pt x="2483310" y="2470689"/>
                    <a:pt x="2532025" y="2464485"/>
                    <a:pt x="2580902" y="2462715"/>
                  </a:cubicBezTo>
                  <a:cubicBezTo>
                    <a:pt x="2682592" y="2459039"/>
                    <a:pt x="2768748" y="2497115"/>
                    <a:pt x="2845145" y="2562912"/>
                  </a:cubicBezTo>
                  <a:cubicBezTo>
                    <a:pt x="2901191" y="2611168"/>
                    <a:pt x="2943036" y="2668316"/>
                    <a:pt x="2971430" y="2736288"/>
                  </a:cubicBezTo>
                  <a:cubicBezTo>
                    <a:pt x="2973828" y="2742033"/>
                    <a:pt x="2987914" y="2747931"/>
                    <a:pt x="2994509" y="2746154"/>
                  </a:cubicBezTo>
                  <a:cubicBezTo>
                    <a:pt x="3157805" y="2702011"/>
                    <a:pt x="3297549" y="2746438"/>
                    <a:pt x="3412275" y="2864986"/>
                  </a:cubicBezTo>
                  <a:cubicBezTo>
                    <a:pt x="3490534" y="2945857"/>
                    <a:pt x="3540085" y="3045188"/>
                    <a:pt x="3541678" y="3160144"/>
                  </a:cubicBezTo>
                  <a:cubicBezTo>
                    <a:pt x="3546136" y="3481399"/>
                    <a:pt x="3550693" y="3802715"/>
                    <a:pt x="3548602" y="4123962"/>
                  </a:cubicBezTo>
                  <a:cubicBezTo>
                    <a:pt x="3547216" y="4337199"/>
                    <a:pt x="3496922" y="4541460"/>
                    <a:pt x="3388921" y="4726686"/>
                  </a:cubicBezTo>
                  <a:cubicBezTo>
                    <a:pt x="3339286" y="4811808"/>
                    <a:pt x="3278285" y="4891216"/>
                    <a:pt x="3215598" y="4967599"/>
                  </a:cubicBezTo>
                  <a:cubicBezTo>
                    <a:pt x="3103659" y="5103964"/>
                    <a:pt x="2960224" y="5200376"/>
                    <a:pt x="2800466" y="5272837"/>
                  </a:cubicBezTo>
                  <a:lnTo>
                    <a:pt x="2693629" y="5302962"/>
                  </a:lnTo>
                  <a:lnTo>
                    <a:pt x="2693629" y="4913858"/>
                  </a:lnTo>
                  <a:lnTo>
                    <a:pt x="2890667" y="4810253"/>
                  </a:lnTo>
                  <a:cubicBezTo>
                    <a:pt x="2993230" y="4718636"/>
                    <a:pt x="3071374" y="4608858"/>
                    <a:pt x="3127465" y="4482082"/>
                  </a:cubicBezTo>
                  <a:cubicBezTo>
                    <a:pt x="3177207" y="4369646"/>
                    <a:pt x="3204974" y="4252131"/>
                    <a:pt x="3206713" y="4131277"/>
                  </a:cubicBezTo>
                  <a:cubicBezTo>
                    <a:pt x="3211002" y="3833016"/>
                    <a:pt x="3209187" y="3534649"/>
                    <a:pt x="3206797" y="3236343"/>
                  </a:cubicBezTo>
                  <a:cubicBezTo>
                    <a:pt x="3206491" y="3198205"/>
                    <a:pt x="3196288" y="3155173"/>
                    <a:pt x="3176465" y="3123232"/>
                  </a:cubicBezTo>
                  <a:cubicBezTo>
                    <a:pt x="3138250" y="3061649"/>
                    <a:pt x="3096949" y="3053269"/>
                    <a:pt x="3052745" y="3107162"/>
                  </a:cubicBezTo>
                  <a:cubicBezTo>
                    <a:pt x="3031567" y="3132991"/>
                    <a:pt x="3021011" y="3171695"/>
                    <a:pt x="3016485" y="3205995"/>
                  </a:cubicBezTo>
                  <a:cubicBezTo>
                    <a:pt x="3010456" y="3251662"/>
                    <a:pt x="3014999" y="3298723"/>
                    <a:pt x="3014999" y="3344605"/>
                  </a:cubicBezTo>
                  <a:cubicBezTo>
                    <a:pt x="2898648" y="3344605"/>
                    <a:pt x="2787652" y="3344605"/>
                    <a:pt x="2673323" y="3344605"/>
                  </a:cubicBezTo>
                  <a:cubicBezTo>
                    <a:pt x="2673323" y="3331032"/>
                    <a:pt x="2673323" y="3318998"/>
                    <a:pt x="2673323" y="3306965"/>
                  </a:cubicBezTo>
                  <a:cubicBezTo>
                    <a:pt x="2673323" y="3189366"/>
                    <a:pt x="2674220" y="3071759"/>
                    <a:pt x="2672887" y="2954183"/>
                  </a:cubicBezTo>
                  <a:cubicBezTo>
                    <a:pt x="2672343" y="2906165"/>
                    <a:pt x="2660141" y="2860682"/>
                    <a:pt x="2624018" y="2825462"/>
                  </a:cubicBezTo>
                  <a:cubicBezTo>
                    <a:pt x="2593709" y="2795904"/>
                    <a:pt x="2561906" y="2796417"/>
                    <a:pt x="2530555" y="2823823"/>
                  </a:cubicBezTo>
                  <a:cubicBezTo>
                    <a:pt x="2494983" y="2854914"/>
                    <a:pt x="2480851" y="2894813"/>
                    <a:pt x="2480415" y="2940174"/>
                  </a:cubicBezTo>
                  <a:cubicBezTo>
                    <a:pt x="2479656" y="3017728"/>
                    <a:pt x="2480200" y="3095290"/>
                    <a:pt x="2480200" y="3173143"/>
                  </a:cubicBezTo>
                  <a:cubicBezTo>
                    <a:pt x="2364355" y="3173143"/>
                    <a:pt x="2252478" y="3173143"/>
                    <a:pt x="2138525" y="3173143"/>
                  </a:cubicBezTo>
                  <a:cubicBezTo>
                    <a:pt x="2138525" y="3158781"/>
                    <a:pt x="2138525" y="3146571"/>
                    <a:pt x="2138525" y="3134362"/>
                  </a:cubicBezTo>
                  <a:cubicBezTo>
                    <a:pt x="2138525" y="2990774"/>
                    <a:pt x="2138900" y="2847185"/>
                    <a:pt x="2138326" y="2703597"/>
                  </a:cubicBezTo>
                  <a:cubicBezTo>
                    <a:pt x="2138119" y="2653311"/>
                    <a:pt x="2123152" y="2607721"/>
                    <a:pt x="2083084" y="2574746"/>
                  </a:cubicBezTo>
                  <a:cubicBezTo>
                    <a:pt x="2058757" y="2554716"/>
                    <a:pt x="2032952" y="2547278"/>
                    <a:pt x="2003064" y="2570372"/>
                  </a:cubicBezTo>
                  <a:cubicBezTo>
                    <a:pt x="1962092" y="2602030"/>
                    <a:pt x="1946880" y="2644870"/>
                    <a:pt x="1945961" y="2692812"/>
                  </a:cubicBezTo>
                  <a:cubicBezTo>
                    <a:pt x="1944099" y="2790565"/>
                    <a:pt x="1945463" y="2888379"/>
                    <a:pt x="1945317" y="2986170"/>
                  </a:cubicBezTo>
                  <a:cubicBezTo>
                    <a:pt x="1945302" y="2996794"/>
                    <a:pt x="1944107" y="3007418"/>
                    <a:pt x="1943540" y="3016648"/>
                  </a:cubicBezTo>
                  <a:cubicBezTo>
                    <a:pt x="1828515" y="3016648"/>
                    <a:pt x="1716630" y="3016648"/>
                    <a:pt x="1603734" y="3016648"/>
                  </a:cubicBezTo>
                  <a:cubicBezTo>
                    <a:pt x="1603734" y="3000356"/>
                    <a:pt x="1603734" y="2986791"/>
                    <a:pt x="1603734" y="2973218"/>
                  </a:cubicBezTo>
                  <a:cubicBezTo>
                    <a:pt x="1603734" y="2484270"/>
                    <a:pt x="1603834" y="1995322"/>
                    <a:pt x="1603420" y="1506366"/>
                  </a:cubicBezTo>
                  <a:cubicBezTo>
                    <a:pt x="1603397" y="1482238"/>
                    <a:pt x="1600142" y="1457903"/>
                    <a:pt x="1596151" y="1434036"/>
                  </a:cubicBezTo>
                  <a:cubicBezTo>
                    <a:pt x="1582065" y="1349841"/>
                    <a:pt x="1523392" y="1305024"/>
                    <a:pt x="1436623" y="1311014"/>
                  </a:cubicBezTo>
                  <a:cubicBezTo>
                    <a:pt x="1371692" y="1315495"/>
                    <a:pt x="1314053" y="1384960"/>
                    <a:pt x="1314053" y="1458769"/>
                  </a:cubicBezTo>
                  <a:cubicBezTo>
                    <a:pt x="1314045" y="2054171"/>
                    <a:pt x="1314175" y="2649581"/>
                    <a:pt x="1313655" y="3244983"/>
                  </a:cubicBezTo>
                  <a:cubicBezTo>
                    <a:pt x="1313632" y="3272772"/>
                    <a:pt x="1312207" y="3301910"/>
                    <a:pt x="1304042" y="3328113"/>
                  </a:cubicBezTo>
                  <a:cubicBezTo>
                    <a:pt x="1269726" y="3438252"/>
                    <a:pt x="1192256" y="3503987"/>
                    <a:pt x="1079123" y="3515285"/>
                  </a:cubicBezTo>
                  <a:cubicBezTo>
                    <a:pt x="982473" y="3524929"/>
                    <a:pt x="901503" y="3485819"/>
                    <a:pt x="845526" y="3402481"/>
                  </a:cubicBezTo>
                  <a:cubicBezTo>
                    <a:pt x="768898" y="3288406"/>
                    <a:pt x="692034" y="3174483"/>
                    <a:pt x="614916" y="3060729"/>
                  </a:cubicBezTo>
                  <a:cubicBezTo>
                    <a:pt x="576564" y="3004155"/>
                    <a:pt x="515501" y="2970276"/>
                    <a:pt x="452017" y="2990191"/>
                  </a:cubicBezTo>
                  <a:cubicBezTo>
                    <a:pt x="358822" y="3019428"/>
                    <a:pt x="313500" y="3117097"/>
                    <a:pt x="359779" y="3196788"/>
                  </a:cubicBezTo>
                  <a:cubicBezTo>
                    <a:pt x="392410" y="3252964"/>
                    <a:pt x="430371" y="3306130"/>
                    <a:pt x="467252" y="3359740"/>
                  </a:cubicBezTo>
                  <a:cubicBezTo>
                    <a:pt x="560226" y="3494880"/>
                    <a:pt x="654279" y="3629269"/>
                    <a:pt x="747283" y="3764386"/>
                  </a:cubicBezTo>
                  <a:cubicBezTo>
                    <a:pt x="914762" y="4007703"/>
                    <a:pt x="1082210" y="4251051"/>
                    <a:pt x="1248800" y="4494981"/>
                  </a:cubicBezTo>
                  <a:cubicBezTo>
                    <a:pt x="1316236" y="4593722"/>
                    <a:pt x="1380141" y="4694232"/>
                    <a:pt x="1469299" y="4776758"/>
                  </a:cubicBezTo>
                  <a:lnTo>
                    <a:pt x="1739954" y="4949951"/>
                  </a:lnTo>
                  <a:lnTo>
                    <a:pt x="1739954" y="5318427"/>
                  </a:lnTo>
                  <a:lnTo>
                    <a:pt x="1680829" y="5303422"/>
                  </a:lnTo>
                  <a:cubicBezTo>
                    <a:pt x="1540802" y="5255572"/>
                    <a:pt x="1414801" y="5178569"/>
                    <a:pt x="1298994" y="5086829"/>
                  </a:cubicBezTo>
                  <a:cubicBezTo>
                    <a:pt x="1200743" y="5008984"/>
                    <a:pt x="1118026" y="4915566"/>
                    <a:pt x="1047174" y="4812138"/>
                  </a:cubicBezTo>
                  <a:cubicBezTo>
                    <a:pt x="904819" y="4604323"/>
                    <a:pt x="763575" y="4395758"/>
                    <a:pt x="621113" y="4188020"/>
                  </a:cubicBezTo>
                  <a:cubicBezTo>
                    <a:pt x="505849" y="4019959"/>
                    <a:pt x="388358" y="3853406"/>
                    <a:pt x="273968" y="3684756"/>
                  </a:cubicBezTo>
                  <a:cubicBezTo>
                    <a:pt x="196199" y="3570090"/>
                    <a:pt x="117580" y="3455570"/>
                    <a:pt x="47900" y="3336003"/>
                  </a:cubicBezTo>
                  <a:cubicBezTo>
                    <a:pt x="832" y="3255232"/>
                    <a:pt x="-7150" y="3163691"/>
                    <a:pt x="5167" y="3068642"/>
                  </a:cubicBezTo>
                  <a:cubicBezTo>
                    <a:pt x="19989" y="2954229"/>
                    <a:pt x="66429" y="2857664"/>
                    <a:pt x="147920" y="2779152"/>
                  </a:cubicBezTo>
                  <a:cubicBezTo>
                    <a:pt x="225406" y="2704493"/>
                    <a:pt x="318731" y="2660059"/>
                    <a:pt x="427575" y="2647421"/>
                  </a:cubicBezTo>
                  <a:cubicBezTo>
                    <a:pt x="597061" y="2627751"/>
                    <a:pt x="738627" y="2681415"/>
                    <a:pt x="851156" y="2807010"/>
                  </a:cubicBezTo>
                  <a:cubicBezTo>
                    <a:pt x="895574" y="2856584"/>
                    <a:pt x="930089" y="2915035"/>
                    <a:pt x="972378" y="2973984"/>
                  </a:cubicBezTo>
                  <a:cubicBezTo>
                    <a:pt x="972378" y="2956428"/>
                    <a:pt x="972378" y="2943437"/>
                    <a:pt x="972378" y="2930446"/>
                  </a:cubicBezTo>
                  <a:cubicBezTo>
                    <a:pt x="972378" y="2425420"/>
                    <a:pt x="970356" y="1920387"/>
                    <a:pt x="973672" y="1415392"/>
                  </a:cubicBezTo>
                  <a:cubicBezTo>
                    <a:pt x="974599" y="1274485"/>
                    <a:pt x="1043705" y="1161604"/>
                    <a:pt x="1152709" y="1072836"/>
                  </a:cubicBezTo>
                  <a:cubicBezTo>
                    <a:pt x="1230586" y="1009420"/>
                    <a:pt x="1317725" y="977555"/>
                    <a:pt x="1411365" y="969865"/>
                  </a:cubicBezTo>
                  <a:close/>
                  <a:moveTo>
                    <a:pt x="1444639" y="489507"/>
                  </a:moveTo>
                  <a:cubicBezTo>
                    <a:pt x="1490607" y="489807"/>
                    <a:pt x="1536693" y="492192"/>
                    <a:pt x="1582351" y="495071"/>
                  </a:cubicBezTo>
                  <a:cubicBezTo>
                    <a:pt x="1705410" y="502831"/>
                    <a:pt x="1819249" y="545659"/>
                    <a:pt x="1928740" y="607248"/>
                  </a:cubicBezTo>
                  <a:cubicBezTo>
                    <a:pt x="2026081" y="664132"/>
                    <a:pt x="2111255" y="730271"/>
                    <a:pt x="2182982" y="815366"/>
                  </a:cubicBezTo>
                  <a:cubicBezTo>
                    <a:pt x="2267457" y="915585"/>
                    <a:pt x="2329901" y="1026174"/>
                    <a:pt x="2369784" y="1150678"/>
                  </a:cubicBezTo>
                  <a:cubicBezTo>
                    <a:pt x="2406294" y="1264656"/>
                    <a:pt x="2420762" y="1381753"/>
                    <a:pt x="2412260" y="1500067"/>
                  </a:cubicBezTo>
                  <a:cubicBezTo>
                    <a:pt x="2401806" y="1645553"/>
                    <a:pt x="2364194" y="1784478"/>
                    <a:pt x="2287516" y="1910843"/>
                  </a:cubicBezTo>
                  <a:cubicBezTo>
                    <a:pt x="2261176" y="1954252"/>
                    <a:pt x="2210390" y="1968016"/>
                    <a:pt x="2166128" y="1941779"/>
                  </a:cubicBezTo>
                  <a:cubicBezTo>
                    <a:pt x="2127578" y="1918928"/>
                    <a:pt x="2112019" y="1862771"/>
                    <a:pt x="2134998" y="1823679"/>
                  </a:cubicBezTo>
                  <a:cubicBezTo>
                    <a:pt x="2194024" y="1723255"/>
                    <a:pt x="2224398" y="1615245"/>
                    <a:pt x="2236374" y="1499117"/>
                  </a:cubicBezTo>
                  <a:cubicBezTo>
                    <a:pt x="2251846" y="1349101"/>
                    <a:pt x="2220903" y="1208568"/>
                    <a:pt x="2151573" y="1079449"/>
                  </a:cubicBezTo>
                  <a:cubicBezTo>
                    <a:pt x="2033547" y="859644"/>
                    <a:pt x="1850561" y="721100"/>
                    <a:pt x="1602525" y="671731"/>
                  </a:cubicBezTo>
                  <a:cubicBezTo>
                    <a:pt x="1434207" y="638229"/>
                    <a:pt x="1273604" y="663686"/>
                    <a:pt x="1121784" y="736482"/>
                  </a:cubicBezTo>
                  <a:cubicBezTo>
                    <a:pt x="1024507" y="783125"/>
                    <a:pt x="938697" y="848137"/>
                    <a:pt x="868608" y="933876"/>
                  </a:cubicBezTo>
                  <a:cubicBezTo>
                    <a:pt x="801920" y="1015456"/>
                    <a:pt x="750273" y="1103605"/>
                    <a:pt x="718749" y="1203632"/>
                  </a:cubicBezTo>
                  <a:cubicBezTo>
                    <a:pt x="661923" y="1383943"/>
                    <a:pt x="669135" y="1562213"/>
                    <a:pt x="743275" y="1735943"/>
                  </a:cubicBezTo>
                  <a:cubicBezTo>
                    <a:pt x="766225" y="1789720"/>
                    <a:pt x="795658" y="1841763"/>
                    <a:pt x="829148" y="1889689"/>
                  </a:cubicBezTo>
                  <a:cubicBezTo>
                    <a:pt x="856737" y="1929169"/>
                    <a:pt x="851974" y="1992158"/>
                    <a:pt x="807188" y="2021990"/>
                  </a:cubicBezTo>
                  <a:cubicBezTo>
                    <a:pt x="769358" y="2047190"/>
                    <a:pt x="712733" y="2031216"/>
                    <a:pt x="682746" y="1987933"/>
                  </a:cubicBezTo>
                  <a:cubicBezTo>
                    <a:pt x="609284" y="1881895"/>
                    <a:pt x="555243" y="1766530"/>
                    <a:pt x="528976" y="1640539"/>
                  </a:cubicBezTo>
                  <a:cubicBezTo>
                    <a:pt x="506165" y="1531122"/>
                    <a:pt x="506560" y="1419935"/>
                    <a:pt x="518273" y="1308188"/>
                  </a:cubicBezTo>
                  <a:cubicBezTo>
                    <a:pt x="533224" y="1165528"/>
                    <a:pt x="586211" y="1037262"/>
                    <a:pt x="661229" y="918286"/>
                  </a:cubicBezTo>
                  <a:cubicBezTo>
                    <a:pt x="744330" y="786489"/>
                    <a:pt x="857115" y="683073"/>
                    <a:pt x="992716" y="605944"/>
                  </a:cubicBezTo>
                  <a:cubicBezTo>
                    <a:pt x="1090763" y="550176"/>
                    <a:pt x="1196446" y="509881"/>
                    <a:pt x="1307627" y="496450"/>
                  </a:cubicBezTo>
                  <a:cubicBezTo>
                    <a:pt x="1352818" y="490991"/>
                    <a:pt x="1398670" y="489207"/>
                    <a:pt x="1444639" y="489507"/>
                  </a:cubicBezTo>
                  <a:close/>
                  <a:moveTo>
                    <a:pt x="1379935" y="1504"/>
                  </a:moveTo>
                  <a:cubicBezTo>
                    <a:pt x="1447323" y="-1589"/>
                    <a:pt x="1514927" y="273"/>
                    <a:pt x="1582086" y="5379"/>
                  </a:cubicBezTo>
                  <a:cubicBezTo>
                    <a:pt x="1781309" y="20524"/>
                    <a:pt x="1969851" y="79323"/>
                    <a:pt x="2144453" y="177749"/>
                  </a:cubicBezTo>
                  <a:cubicBezTo>
                    <a:pt x="2240771" y="232045"/>
                    <a:pt x="2329008" y="297629"/>
                    <a:pt x="2409653" y="374194"/>
                  </a:cubicBezTo>
                  <a:cubicBezTo>
                    <a:pt x="2538966" y="496966"/>
                    <a:pt x="2646058" y="635400"/>
                    <a:pt x="2720737" y="797656"/>
                  </a:cubicBezTo>
                  <a:cubicBezTo>
                    <a:pt x="2778854" y="923931"/>
                    <a:pt x="2823970" y="1054738"/>
                    <a:pt x="2836148" y="1194112"/>
                  </a:cubicBezTo>
                  <a:cubicBezTo>
                    <a:pt x="2844461" y="1289254"/>
                    <a:pt x="2855032" y="1385397"/>
                    <a:pt x="2849732" y="1480261"/>
                  </a:cubicBezTo>
                  <a:cubicBezTo>
                    <a:pt x="2840546" y="1644678"/>
                    <a:pt x="2805456" y="1804979"/>
                    <a:pt x="2732876" y="1954687"/>
                  </a:cubicBezTo>
                  <a:cubicBezTo>
                    <a:pt x="2704599" y="2013010"/>
                    <a:pt x="2674171" y="2070327"/>
                    <a:pt x="2643427" y="2127403"/>
                  </a:cubicBezTo>
                  <a:cubicBezTo>
                    <a:pt x="2623509" y="2164382"/>
                    <a:pt x="2580253" y="2186613"/>
                    <a:pt x="2546997" y="2179755"/>
                  </a:cubicBezTo>
                  <a:cubicBezTo>
                    <a:pt x="2511958" y="2172530"/>
                    <a:pt x="2476657" y="2137559"/>
                    <a:pt x="2474442" y="2098646"/>
                  </a:cubicBezTo>
                  <a:cubicBezTo>
                    <a:pt x="2473308" y="2078718"/>
                    <a:pt x="2482260" y="2055523"/>
                    <a:pt x="2493326" y="2038023"/>
                  </a:cubicBezTo>
                  <a:cubicBezTo>
                    <a:pt x="2582105" y="1897627"/>
                    <a:pt x="2638276" y="1744622"/>
                    <a:pt x="2664501" y="1581663"/>
                  </a:cubicBezTo>
                  <a:cubicBezTo>
                    <a:pt x="2676879" y="1504742"/>
                    <a:pt x="2683468" y="1425235"/>
                    <a:pt x="2679305" y="1347617"/>
                  </a:cubicBezTo>
                  <a:cubicBezTo>
                    <a:pt x="2666794" y="1114334"/>
                    <a:pt x="2599845" y="897648"/>
                    <a:pt x="2464424" y="704420"/>
                  </a:cubicBezTo>
                  <a:cubicBezTo>
                    <a:pt x="2403912" y="618076"/>
                    <a:pt x="2336812" y="538001"/>
                    <a:pt x="2252469" y="469761"/>
                  </a:cubicBezTo>
                  <a:cubicBezTo>
                    <a:pt x="2187566" y="423085"/>
                    <a:pt x="2127398" y="373776"/>
                    <a:pt x="2061618" y="333670"/>
                  </a:cubicBezTo>
                  <a:cubicBezTo>
                    <a:pt x="1941460" y="260411"/>
                    <a:pt x="1809040" y="214381"/>
                    <a:pt x="1671018" y="191369"/>
                  </a:cubicBezTo>
                  <a:cubicBezTo>
                    <a:pt x="1564015" y="173528"/>
                    <a:pt x="1455459" y="168324"/>
                    <a:pt x="1345617" y="180278"/>
                  </a:cubicBezTo>
                  <a:cubicBezTo>
                    <a:pt x="1236589" y="192142"/>
                    <a:pt x="1132020" y="216485"/>
                    <a:pt x="1029689" y="253910"/>
                  </a:cubicBezTo>
                  <a:cubicBezTo>
                    <a:pt x="907326" y="298661"/>
                    <a:pt x="796752" y="363712"/>
                    <a:pt x="696544" y="446691"/>
                  </a:cubicBezTo>
                  <a:cubicBezTo>
                    <a:pt x="600903" y="525889"/>
                    <a:pt x="515654" y="614857"/>
                    <a:pt x="447108" y="718685"/>
                  </a:cubicBezTo>
                  <a:cubicBezTo>
                    <a:pt x="349700" y="866230"/>
                    <a:pt x="280964" y="1025943"/>
                    <a:pt x="260287" y="1202492"/>
                  </a:cubicBezTo>
                  <a:cubicBezTo>
                    <a:pt x="249482" y="1294750"/>
                    <a:pt x="240837" y="1388789"/>
                    <a:pt x="246505" y="1481085"/>
                  </a:cubicBezTo>
                  <a:cubicBezTo>
                    <a:pt x="254636" y="1613477"/>
                    <a:pt x="286965" y="1741915"/>
                    <a:pt x="339393" y="1865461"/>
                  </a:cubicBezTo>
                  <a:cubicBezTo>
                    <a:pt x="381211" y="1964003"/>
                    <a:pt x="438101" y="2052568"/>
                    <a:pt x="498703" y="2139510"/>
                  </a:cubicBezTo>
                  <a:cubicBezTo>
                    <a:pt x="506379" y="2150524"/>
                    <a:pt x="517910" y="2158766"/>
                    <a:pt x="526581" y="2169186"/>
                  </a:cubicBezTo>
                  <a:cubicBezTo>
                    <a:pt x="556752" y="2205435"/>
                    <a:pt x="551800" y="2272243"/>
                    <a:pt x="517585" y="2296357"/>
                  </a:cubicBezTo>
                  <a:cubicBezTo>
                    <a:pt x="474145" y="2326971"/>
                    <a:pt x="413679" y="2318179"/>
                    <a:pt x="385632" y="2275988"/>
                  </a:cubicBezTo>
                  <a:cubicBezTo>
                    <a:pt x="328284" y="2189720"/>
                    <a:pt x="264978" y="2106545"/>
                    <a:pt x="216345" y="2015564"/>
                  </a:cubicBezTo>
                  <a:cubicBezTo>
                    <a:pt x="149232" y="1890012"/>
                    <a:pt x="102604" y="1754736"/>
                    <a:pt x="89526" y="1611939"/>
                  </a:cubicBezTo>
                  <a:cubicBezTo>
                    <a:pt x="78908" y="1496002"/>
                    <a:pt x="69148" y="1378569"/>
                    <a:pt x="75994" y="1262804"/>
                  </a:cubicBezTo>
                  <a:cubicBezTo>
                    <a:pt x="84756" y="1114629"/>
                    <a:pt x="124047" y="971139"/>
                    <a:pt x="184937" y="834377"/>
                  </a:cubicBezTo>
                  <a:cubicBezTo>
                    <a:pt x="243356" y="703168"/>
                    <a:pt x="319551" y="584372"/>
                    <a:pt x="413741" y="475489"/>
                  </a:cubicBezTo>
                  <a:cubicBezTo>
                    <a:pt x="519383" y="353370"/>
                    <a:pt x="643487" y="256093"/>
                    <a:pt x="782398" y="175704"/>
                  </a:cubicBezTo>
                  <a:cubicBezTo>
                    <a:pt x="906410" y="103938"/>
                    <a:pt x="1040357" y="58155"/>
                    <a:pt x="1179086" y="27360"/>
                  </a:cubicBezTo>
                  <a:cubicBezTo>
                    <a:pt x="1245378" y="12644"/>
                    <a:pt x="1312548" y="4596"/>
                    <a:pt x="1379935" y="1504"/>
                  </a:cubicBezTo>
                  <a:close/>
                </a:path>
              </a:pathLst>
            </a:custGeom>
            <a:grpFill/>
            <a:ln w="6350" cap="flat">
              <a:noFill/>
              <a:prstDash val="solid"/>
              <a:miter/>
            </a:ln>
          </p:spPr>
          <p:txBody>
            <a:bodyPr wrap="square" rtlCol="0" anchor="ctr">
              <a:noAutofit/>
            </a:bodyPr>
            <a:lstStyle/>
            <a:p>
              <a:endParaRPr lang="en-US"/>
            </a:p>
          </p:txBody>
        </p:sp>
        <p:sp>
          <p:nvSpPr>
            <p:cNvPr id="2655" name="Freeform: Shape 2654">
              <a:extLst>
                <a:ext uri="{FF2B5EF4-FFF2-40B4-BE49-F238E27FC236}">
                  <a16:creationId xmlns:a16="http://schemas.microsoft.com/office/drawing/2014/main" id="{7E503AF4-B1A1-848F-1863-B2A1D46972BE}"/>
                </a:ext>
                <a:ext uri="{C183D7F6-B498-43B3-948B-1728B52AA6E4}">
                  <adec:decorative xmlns:adec="http://schemas.microsoft.com/office/drawing/2017/decorative" val="1"/>
                </a:ext>
              </a:extLst>
            </p:cNvPr>
            <p:cNvSpPr/>
            <p:nvPr/>
          </p:nvSpPr>
          <p:spPr>
            <a:xfrm>
              <a:off x="1293433" y="5755986"/>
              <a:ext cx="314523" cy="457200"/>
            </a:xfrm>
            <a:custGeom>
              <a:avLst/>
              <a:gdLst>
                <a:gd name="connsiteX0" fmla="*/ 4204457 w 4717847"/>
                <a:gd name="connsiteY0" fmla="*/ 6349497 h 6858000"/>
                <a:gd name="connsiteX1" fmla="*/ 4717847 w 4717847"/>
                <a:gd name="connsiteY1" fmla="*/ 6349497 h 6858000"/>
                <a:gd name="connsiteX2" fmla="*/ 4717847 w 4717847"/>
                <a:gd name="connsiteY2" fmla="*/ 6858000 h 6858000"/>
                <a:gd name="connsiteX3" fmla="*/ 4204457 w 4717847"/>
                <a:gd name="connsiteY3" fmla="*/ 6858000 h 6858000"/>
                <a:gd name="connsiteX4" fmla="*/ 1585392 w 4717847"/>
                <a:gd name="connsiteY4" fmla="*/ 1558737 h 6858000"/>
                <a:gd name="connsiteX5" fmla="*/ 1924310 w 4717847"/>
                <a:gd name="connsiteY5" fmla="*/ 1558737 h 6858000"/>
                <a:gd name="connsiteX6" fmla="*/ 1924310 w 4717847"/>
                <a:gd name="connsiteY6" fmla="*/ 1896215 h 6858000"/>
                <a:gd name="connsiteX7" fmla="*/ 1585392 w 4717847"/>
                <a:gd name="connsiteY7" fmla="*/ 1896215 h 6858000"/>
                <a:gd name="connsiteX8" fmla="*/ 1589777 w 4717847"/>
                <a:gd name="connsiteY8" fmla="*/ 0 h 6858000"/>
                <a:gd name="connsiteX9" fmla="*/ 1931743 w 4717847"/>
                <a:gd name="connsiteY9" fmla="*/ 0 h 6858000"/>
                <a:gd name="connsiteX10" fmla="*/ 1931743 w 4717847"/>
                <a:gd name="connsiteY10" fmla="*/ 39195 h 6858000"/>
                <a:gd name="connsiteX11" fmla="*/ 1931565 w 4717847"/>
                <a:gd name="connsiteY11" fmla="*/ 391984 h 6858000"/>
                <a:gd name="connsiteX12" fmla="*/ 1960426 w 4717847"/>
                <a:gd name="connsiteY12" fmla="*/ 428388 h 6858000"/>
                <a:gd name="connsiteX13" fmla="*/ 2338211 w 4717847"/>
                <a:gd name="connsiteY13" fmla="*/ 534543 h 6858000"/>
                <a:gd name="connsiteX14" fmla="*/ 2501792 w 4717847"/>
                <a:gd name="connsiteY14" fmla="*/ 618278 h 6858000"/>
                <a:gd name="connsiteX15" fmla="*/ 2758170 w 4717847"/>
                <a:gd name="connsiteY15" fmla="*/ 303207 h 6858000"/>
                <a:gd name="connsiteX16" fmla="*/ 2803584 w 4717847"/>
                <a:gd name="connsiteY16" fmla="*/ 299347 h 6858000"/>
                <a:gd name="connsiteX17" fmla="*/ 3043918 w 4717847"/>
                <a:gd name="connsiteY17" fmla="*/ 498600 h 6858000"/>
                <a:gd name="connsiteX18" fmla="*/ 2765222 w 4717847"/>
                <a:gd name="connsiteY18" fmla="*/ 840667 h 6858000"/>
                <a:gd name="connsiteX19" fmla="*/ 3022574 w 4717847"/>
                <a:gd name="connsiteY19" fmla="*/ 1226755 h 6858000"/>
                <a:gd name="connsiteX20" fmla="*/ 2995319 w 4717847"/>
                <a:gd name="connsiteY20" fmla="*/ 1300652 h 6858000"/>
                <a:gd name="connsiteX21" fmla="*/ 2740936 w 4717847"/>
                <a:gd name="connsiteY21" fmla="*/ 1447150 h 6858000"/>
                <a:gd name="connsiteX22" fmla="*/ 2061507 w 4717847"/>
                <a:gd name="connsiteY22" fmla="*/ 797785 h 6858000"/>
                <a:gd name="connsiteX23" fmla="*/ 1379346 w 4717847"/>
                <a:gd name="connsiteY23" fmla="*/ 842447 h 6858000"/>
                <a:gd name="connsiteX24" fmla="*/ 813659 w 4717847"/>
                <a:gd name="connsiteY24" fmla="*/ 2051377 h 6858000"/>
                <a:gd name="connsiteX25" fmla="*/ 1298319 w 4717847"/>
                <a:gd name="connsiteY25" fmla="*/ 2651211 h 6858000"/>
                <a:gd name="connsiteX26" fmla="*/ 2062148 w 4717847"/>
                <a:gd name="connsiteY26" fmla="*/ 2737636 h 6858000"/>
                <a:gd name="connsiteX27" fmla="*/ 2073052 w 4717847"/>
                <a:gd name="connsiteY27" fmla="*/ 2873910 h 6858000"/>
                <a:gd name="connsiteX28" fmla="*/ 2093267 w 4717847"/>
                <a:gd name="connsiteY28" fmla="*/ 3052069 h 6858000"/>
                <a:gd name="connsiteX29" fmla="*/ 2069811 w 4717847"/>
                <a:gd name="connsiteY29" fmla="*/ 3087615 h 6858000"/>
                <a:gd name="connsiteX30" fmla="*/ 1638361 w 4717847"/>
                <a:gd name="connsiteY30" fmla="*/ 3109348 h 6858000"/>
                <a:gd name="connsiteX31" fmla="*/ 1512768 w 4717847"/>
                <a:gd name="connsiteY31" fmla="*/ 3094610 h 6858000"/>
                <a:gd name="connsiteX32" fmla="*/ 1370467 w 4717847"/>
                <a:gd name="connsiteY32" fmla="*/ 3513900 h 6858000"/>
                <a:gd name="connsiteX33" fmla="*/ 1311539 w 4717847"/>
                <a:gd name="connsiteY33" fmla="*/ 3495252 h 6858000"/>
                <a:gd name="connsiteX34" fmla="*/ 1089955 w 4717847"/>
                <a:gd name="connsiteY34" fmla="*/ 3421225 h 6858000"/>
                <a:gd name="connsiteX35" fmla="*/ 1058708 w 4717847"/>
                <a:gd name="connsiteY35" fmla="*/ 3362123 h 6858000"/>
                <a:gd name="connsiteX36" fmla="*/ 1188351 w 4717847"/>
                <a:gd name="connsiteY36" fmla="*/ 2982518 h 6858000"/>
                <a:gd name="connsiteX37" fmla="*/ 724974 w 4717847"/>
                <a:gd name="connsiteY37" fmla="*/ 2611745 h 6858000"/>
                <a:gd name="connsiteX38" fmla="*/ 462439 w 4717847"/>
                <a:gd name="connsiteY38" fmla="*/ 2770496 h 6858000"/>
                <a:gd name="connsiteX39" fmla="*/ 375807 w 4717847"/>
                <a:gd name="connsiteY39" fmla="*/ 2825011 h 6858000"/>
                <a:gd name="connsiteX40" fmla="*/ 331675 w 4717847"/>
                <a:gd name="connsiteY40" fmla="*/ 2814709 h 6858000"/>
                <a:gd name="connsiteX41" fmla="*/ 168834 w 4717847"/>
                <a:gd name="connsiteY41" fmla="*/ 2548137 h 6858000"/>
                <a:gd name="connsiteX42" fmla="*/ 304018 w 4717847"/>
                <a:gd name="connsiteY42" fmla="*/ 2463282 h 6858000"/>
                <a:gd name="connsiteX43" fmla="*/ 525825 w 4717847"/>
                <a:gd name="connsiteY43" fmla="*/ 2328724 h 6858000"/>
                <a:gd name="connsiteX44" fmla="*/ 537106 w 4717847"/>
                <a:gd name="connsiteY44" fmla="*/ 2298001 h 6858000"/>
                <a:gd name="connsiteX45" fmla="*/ 449832 w 4717847"/>
                <a:gd name="connsiteY45" fmla="*/ 1997544 h 6858000"/>
                <a:gd name="connsiteX46" fmla="*/ 432250 w 4717847"/>
                <a:gd name="connsiteY46" fmla="*/ 1778017 h 6858000"/>
                <a:gd name="connsiteX47" fmla="*/ 388023 w 4717847"/>
                <a:gd name="connsiteY47" fmla="*/ 1725159 h 6858000"/>
                <a:gd name="connsiteX48" fmla="*/ 0 w 4717847"/>
                <a:gd name="connsiteY48" fmla="*/ 1664857 h 6858000"/>
                <a:gd name="connsiteX49" fmla="*/ 52207 w 4717847"/>
                <a:gd name="connsiteY49" fmla="*/ 1326742 h 6858000"/>
                <a:gd name="connsiteX50" fmla="*/ 355066 w 4717847"/>
                <a:gd name="connsiteY50" fmla="*/ 1373834 h 6858000"/>
                <a:gd name="connsiteX51" fmla="*/ 462858 w 4717847"/>
                <a:gd name="connsiteY51" fmla="*/ 1391531 h 6858000"/>
                <a:gd name="connsiteX52" fmla="*/ 489420 w 4717847"/>
                <a:gd name="connsiteY52" fmla="*/ 1369964 h 6858000"/>
                <a:gd name="connsiteX53" fmla="*/ 763413 w 4717847"/>
                <a:gd name="connsiteY53" fmla="*/ 878871 h 6858000"/>
                <a:gd name="connsiteX54" fmla="*/ 777984 w 4717847"/>
                <a:gd name="connsiteY54" fmla="*/ 856021 h 6858000"/>
                <a:gd name="connsiteX55" fmla="*/ 607480 w 4717847"/>
                <a:gd name="connsiteY55" fmla="*/ 653108 h 6858000"/>
                <a:gd name="connsiteX56" fmla="*/ 500478 w 4717847"/>
                <a:gd name="connsiteY56" fmla="*/ 530023 h 6858000"/>
                <a:gd name="connsiteX57" fmla="*/ 761496 w 4717847"/>
                <a:gd name="connsiteY57" fmla="*/ 305384 h 6858000"/>
                <a:gd name="connsiteX58" fmla="*/ 1042715 w 4717847"/>
                <a:gd name="connsiteY58" fmla="*/ 634388 h 6858000"/>
                <a:gd name="connsiteX59" fmla="*/ 1589777 w 4717847"/>
                <a:gd name="connsiteY59" fmla="*/ 427715 h 6858000"/>
                <a:gd name="connsiteX60" fmla="*/ 1589777 w 4717847"/>
                <a:gd name="connsiteY6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717847" h="6858000">
                  <a:moveTo>
                    <a:pt x="4204457" y="6349497"/>
                  </a:moveTo>
                  <a:lnTo>
                    <a:pt x="4717847" y="6349497"/>
                  </a:lnTo>
                  <a:lnTo>
                    <a:pt x="4717847" y="6858000"/>
                  </a:lnTo>
                  <a:lnTo>
                    <a:pt x="4204457" y="6858000"/>
                  </a:lnTo>
                  <a:close/>
                  <a:moveTo>
                    <a:pt x="1585392" y="1558737"/>
                  </a:moveTo>
                  <a:lnTo>
                    <a:pt x="1924310" y="1558737"/>
                  </a:lnTo>
                  <a:lnTo>
                    <a:pt x="1924310" y="1896215"/>
                  </a:lnTo>
                  <a:lnTo>
                    <a:pt x="1585392" y="1896215"/>
                  </a:lnTo>
                  <a:close/>
                  <a:moveTo>
                    <a:pt x="1589777" y="0"/>
                  </a:moveTo>
                  <a:cubicBezTo>
                    <a:pt x="1703356" y="0"/>
                    <a:pt x="1815067" y="0"/>
                    <a:pt x="1931743" y="0"/>
                  </a:cubicBezTo>
                  <a:cubicBezTo>
                    <a:pt x="1931743" y="12928"/>
                    <a:pt x="1931743" y="26062"/>
                    <a:pt x="1931743" y="39195"/>
                  </a:cubicBezTo>
                  <a:cubicBezTo>
                    <a:pt x="1931745" y="156792"/>
                    <a:pt x="1931943" y="274388"/>
                    <a:pt x="1931565" y="391984"/>
                  </a:cubicBezTo>
                  <a:cubicBezTo>
                    <a:pt x="1931499" y="412701"/>
                    <a:pt x="1933654" y="425479"/>
                    <a:pt x="1960426" y="428388"/>
                  </a:cubicBezTo>
                  <a:cubicBezTo>
                    <a:pt x="2092070" y="442693"/>
                    <a:pt x="2218147" y="478930"/>
                    <a:pt x="2338211" y="534543"/>
                  </a:cubicBezTo>
                  <a:cubicBezTo>
                    <a:pt x="2393381" y="560098"/>
                    <a:pt x="2446601" y="589863"/>
                    <a:pt x="2501792" y="618278"/>
                  </a:cubicBezTo>
                  <a:cubicBezTo>
                    <a:pt x="2587145" y="513381"/>
                    <a:pt x="2672650" y="408288"/>
                    <a:pt x="2758170" y="303207"/>
                  </a:cubicBezTo>
                  <a:cubicBezTo>
                    <a:pt x="2771957" y="286264"/>
                    <a:pt x="2783504" y="282110"/>
                    <a:pt x="2803584" y="299347"/>
                  </a:cubicBezTo>
                  <a:cubicBezTo>
                    <a:pt x="2880430" y="365316"/>
                    <a:pt x="2959357" y="428861"/>
                    <a:pt x="3043918" y="498600"/>
                  </a:cubicBezTo>
                  <a:cubicBezTo>
                    <a:pt x="2951239" y="612353"/>
                    <a:pt x="2858465" y="726222"/>
                    <a:pt x="2765222" y="840667"/>
                  </a:cubicBezTo>
                  <a:cubicBezTo>
                    <a:pt x="2876424" y="952978"/>
                    <a:pt x="2955961" y="1085559"/>
                    <a:pt x="3022574" y="1226755"/>
                  </a:cubicBezTo>
                  <a:cubicBezTo>
                    <a:pt x="3046643" y="1277771"/>
                    <a:pt x="3044583" y="1274376"/>
                    <a:pt x="2995319" y="1300652"/>
                  </a:cubicBezTo>
                  <a:cubicBezTo>
                    <a:pt x="2909417" y="1346470"/>
                    <a:pt x="2826342" y="1397588"/>
                    <a:pt x="2740936" y="1447150"/>
                  </a:cubicBezTo>
                  <a:cubicBezTo>
                    <a:pt x="2620219" y="1124021"/>
                    <a:pt x="2398189" y="900118"/>
                    <a:pt x="2061507" y="797785"/>
                  </a:cubicBezTo>
                  <a:cubicBezTo>
                    <a:pt x="1829121" y="727154"/>
                    <a:pt x="1600420" y="745328"/>
                    <a:pt x="1379346" y="842447"/>
                  </a:cubicBezTo>
                  <a:cubicBezTo>
                    <a:pt x="911064" y="1048166"/>
                    <a:pt x="667357" y="1565328"/>
                    <a:pt x="813659" y="2051377"/>
                  </a:cubicBezTo>
                  <a:cubicBezTo>
                    <a:pt x="892971" y="2314865"/>
                    <a:pt x="1054183" y="2517512"/>
                    <a:pt x="1298319" y="2651211"/>
                  </a:cubicBezTo>
                  <a:cubicBezTo>
                    <a:pt x="1540764" y="2783984"/>
                    <a:pt x="1795156" y="2807229"/>
                    <a:pt x="2062148" y="2737636"/>
                  </a:cubicBezTo>
                  <a:cubicBezTo>
                    <a:pt x="2065812" y="2784212"/>
                    <a:pt x="2068599" y="2829143"/>
                    <a:pt x="2073052" y="2873910"/>
                  </a:cubicBezTo>
                  <a:cubicBezTo>
                    <a:pt x="2078969" y="2933382"/>
                    <a:pt x="2085400" y="2992831"/>
                    <a:pt x="2093267" y="3052069"/>
                  </a:cubicBezTo>
                  <a:cubicBezTo>
                    <a:pt x="2096017" y="3072783"/>
                    <a:pt x="2093498" y="3082398"/>
                    <a:pt x="2069811" y="3087615"/>
                  </a:cubicBezTo>
                  <a:cubicBezTo>
                    <a:pt x="1927055" y="3119058"/>
                    <a:pt x="1783323" y="3125193"/>
                    <a:pt x="1638361" y="3109348"/>
                  </a:cubicBezTo>
                  <a:cubicBezTo>
                    <a:pt x="1597223" y="3104852"/>
                    <a:pt x="1556155" y="3099719"/>
                    <a:pt x="1512768" y="3094610"/>
                  </a:cubicBezTo>
                  <a:cubicBezTo>
                    <a:pt x="1466009" y="3232388"/>
                    <a:pt x="1419239" y="3370195"/>
                    <a:pt x="1370467" y="3513900"/>
                  </a:cubicBezTo>
                  <a:cubicBezTo>
                    <a:pt x="1349611" y="3507318"/>
                    <a:pt x="1330484" y="3501558"/>
                    <a:pt x="1311539" y="3495252"/>
                  </a:cubicBezTo>
                  <a:cubicBezTo>
                    <a:pt x="1237651" y="3470656"/>
                    <a:pt x="1163861" y="3445766"/>
                    <a:pt x="1089955" y="3421225"/>
                  </a:cubicBezTo>
                  <a:cubicBezTo>
                    <a:pt x="1043803" y="3405899"/>
                    <a:pt x="1043704" y="3406078"/>
                    <a:pt x="1058708" y="3362123"/>
                  </a:cubicBezTo>
                  <a:cubicBezTo>
                    <a:pt x="1101478" y="3236833"/>
                    <a:pt x="1144280" y="3111553"/>
                    <a:pt x="1188351" y="2982518"/>
                  </a:cubicBezTo>
                  <a:cubicBezTo>
                    <a:pt x="1005545" y="2894962"/>
                    <a:pt x="855967" y="2766809"/>
                    <a:pt x="724974" y="2611745"/>
                  </a:cubicBezTo>
                  <a:cubicBezTo>
                    <a:pt x="637007" y="2664900"/>
                    <a:pt x="549613" y="2717517"/>
                    <a:pt x="462439" y="2770496"/>
                  </a:cubicBezTo>
                  <a:cubicBezTo>
                    <a:pt x="433287" y="2788214"/>
                    <a:pt x="404818" y="2807055"/>
                    <a:pt x="375807" y="2825011"/>
                  </a:cubicBezTo>
                  <a:cubicBezTo>
                    <a:pt x="358031" y="2836014"/>
                    <a:pt x="345366" y="2838045"/>
                    <a:pt x="331675" y="2814709"/>
                  </a:cubicBezTo>
                  <a:cubicBezTo>
                    <a:pt x="279954" y="2726547"/>
                    <a:pt x="225341" y="2640080"/>
                    <a:pt x="168834" y="2548137"/>
                  </a:cubicBezTo>
                  <a:cubicBezTo>
                    <a:pt x="214266" y="2519564"/>
                    <a:pt x="258785" y="2490837"/>
                    <a:pt x="304018" y="2463282"/>
                  </a:cubicBezTo>
                  <a:cubicBezTo>
                    <a:pt x="377873" y="2418290"/>
                    <a:pt x="452520" y="2374584"/>
                    <a:pt x="525825" y="2328724"/>
                  </a:cubicBezTo>
                  <a:cubicBezTo>
                    <a:pt x="533372" y="2324003"/>
                    <a:pt x="539612" y="2306758"/>
                    <a:pt x="537106" y="2298001"/>
                  </a:cubicBezTo>
                  <a:cubicBezTo>
                    <a:pt x="508412" y="2197691"/>
                    <a:pt x="472188" y="2099160"/>
                    <a:pt x="449832" y="1997544"/>
                  </a:cubicBezTo>
                  <a:cubicBezTo>
                    <a:pt x="434195" y="1926464"/>
                    <a:pt x="434867" y="1851428"/>
                    <a:pt x="432250" y="1778017"/>
                  </a:cubicBezTo>
                  <a:cubicBezTo>
                    <a:pt x="431082" y="1745239"/>
                    <a:pt x="428431" y="1730112"/>
                    <a:pt x="388023" y="1725159"/>
                  </a:cubicBezTo>
                  <a:cubicBezTo>
                    <a:pt x="260069" y="1709471"/>
                    <a:pt x="133050" y="1686140"/>
                    <a:pt x="0" y="1664857"/>
                  </a:cubicBezTo>
                  <a:cubicBezTo>
                    <a:pt x="17290" y="1552879"/>
                    <a:pt x="34588" y="1440852"/>
                    <a:pt x="52207" y="1326742"/>
                  </a:cubicBezTo>
                  <a:cubicBezTo>
                    <a:pt x="156219" y="1342879"/>
                    <a:pt x="255681" y="1358108"/>
                    <a:pt x="355066" y="1373834"/>
                  </a:cubicBezTo>
                  <a:cubicBezTo>
                    <a:pt x="391054" y="1379530"/>
                    <a:pt x="426696" y="1388057"/>
                    <a:pt x="462858" y="1391531"/>
                  </a:cubicBezTo>
                  <a:cubicBezTo>
                    <a:pt x="471222" y="1392335"/>
                    <a:pt x="486547" y="1379396"/>
                    <a:pt x="489420" y="1369964"/>
                  </a:cubicBezTo>
                  <a:cubicBezTo>
                    <a:pt x="545340" y="1186372"/>
                    <a:pt x="635397" y="1022138"/>
                    <a:pt x="763413" y="878871"/>
                  </a:cubicBezTo>
                  <a:cubicBezTo>
                    <a:pt x="769666" y="871873"/>
                    <a:pt x="773684" y="862878"/>
                    <a:pt x="777984" y="856021"/>
                  </a:cubicBezTo>
                  <a:cubicBezTo>
                    <a:pt x="720881" y="788223"/>
                    <a:pt x="664916" y="721777"/>
                    <a:pt x="607480" y="653108"/>
                  </a:cubicBezTo>
                  <a:cubicBezTo>
                    <a:pt x="572228" y="612197"/>
                    <a:pt x="538447" y="573508"/>
                    <a:pt x="500478" y="530023"/>
                  </a:cubicBezTo>
                  <a:cubicBezTo>
                    <a:pt x="587440" y="455180"/>
                    <a:pt x="672364" y="382093"/>
                    <a:pt x="761496" y="305384"/>
                  </a:cubicBezTo>
                  <a:cubicBezTo>
                    <a:pt x="855079" y="414869"/>
                    <a:pt x="947905" y="523467"/>
                    <a:pt x="1042715" y="634388"/>
                  </a:cubicBezTo>
                  <a:cubicBezTo>
                    <a:pt x="1208831" y="523415"/>
                    <a:pt x="1392606" y="457869"/>
                    <a:pt x="1589777" y="427715"/>
                  </a:cubicBezTo>
                  <a:cubicBezTo>
                    <a:pt x="1589777" y="282596"/>
                    <a:pt x="1589777" y="142877"/>
                    <a:pt x="1589777"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1" name="Group 60">
            <a:extLst>
              <a:ext uri="{FF2B5EF4-FFF2-40B4-BE49-F238E27FC236}">
                <a16:creationId xmlns:a16="http://schemas.microsoft.com/office/drawing/2014/main" id="{FFA4604A-5331-BE9C-B668-5670F1A70800}"/>
              </a:ext>
              <a:ext uri="{C183D7F6-B498-43B3-948B-1728B52AA6E4}">
                <adec:decorative xmlns:adec="http://schemas.microsoft.com/office/drawing/2017/decorative" val="1"/>
              </a:ext>
            </a:extLst>
          </p:cNvPr>
          <p:cNvGrpSpPr>
            <a:grpSpLocks noChangeAspect="1"/>
          </p:cNvGrpSpPr>
          <p:nvPr/>
        </p:nvGrpSpPr>
        <p:grpSpPr>
          <a:xfrm>
            <a:off x="1876073" y="5755986"/>
            <a:ext cx="553294" cy="457200"/>
            <a:chOff x="1876073" y="5755986"/>
            <a:chExt cx="553294" cy="457200"/>
          </a:xfrm>
          <a:solidFill>
            <a:schemeClr val="accent2"/>
          </a:solidFill>
        </p:grpSpPr>
        <p:sp>
          <p:nvSpPr>
            <p:cNvPr id="2665" name="Freeform: Shape 2664">
              <a:extLst>
                <a:ext uri="{FF2B5EF4-FFF2-40B4-BE49-F238E27FC236}">
                  <a16:creationId xmlns:a16="http://schemas.microsoft.com/office/drawing/2014/main" id="{1BFCF177-96CA-D536-B842-57F428F6723F}"/>
                </a:ext>
                <a:ext uri="{C183D7F6-B498-43B3-948B-1728B52AA6E4}">
                  <adec:decorative xmlns:adec="http://schemas.microsoft.com/office/drawing/2017/decorative" val="1"/>
                </a:ext>
              </a:extLst>
            </p:cNvPr>
            <p:cNvSpPr/>
            <p:nvPr/>
          </p:nvSpPr>
          <p:spPr>
            <a:xfrm>
              <a:off x="1876073" y="5880560"/>
              <a:ext cx="551008" cy="332626"/>
            </a:xfrm>
            <a:custGeom>
              <a:avLst/>
              <a:gdLst>
                <a:gd name="connsiteX0" fmla="*/ 2435289 w 8265117"/>
                <a:gd name="connsiteY0" fmla="*/ 455 h 4989392"/>
                <a:gd name="connsiteX1" fmla="*/ 2666690 w 8265117"/>
                <a:gd name="connsiteY1" fmla="*/ 4960 h 4989392"/>
                <a:gd name="connsiteX2" fmla="*/ 3086329 w 8265117"/>
                <a:gd name="connsiteY2" fmla="*/ 165921 h 4989392"/>
                <a:gd name="connsiteX3" fmla="*/ 3266064 w 8265117"/>
                <a:gd name="connsiteY3" fmla="*/ 317007 h 4989392"/>
                <a:gd name="connsiteX4" fmla="*/ 3617868 w 8265117"/>
                <a:gd name="connsiteY4" fmla="*/ 622871 h 4989392"/>
                <a:gd name="connsiteX5" fmla="*/ 3852416 w 8265117"/>
                <a:gd name="connsiteY5" fmla="*/ 829648 h 4989392"/>
                <a:gd name="connsiteX6" fmla="*/ 4217007 w 8265117"/>
                <a:gd name="connsiteY6" fmla="*/ 1148706 h 4989392"/>
                <a:gd name="connsiteX7" fmla="*/ 4480968 w 8265117"/>
                <a:gd name="connsiteY7" fmla="*/ 1384464 h 4989392"/>
                <a:gd name="connsiteX8" fmla="*/ 4822676 w 8265117"/>
                <a:gd name="connsiteY8" fmla="*/ 1680997 h 4989392"/>
                <a:gd name="connsiteX9" fmla="*/ 5090377 w 8265117"/>
                <a:gd name="connsiteY9" fmla="*/ 1919408 h 4989392"/>
                <a:gd name="connsiteX10" fmla="*/ 5311546 w 8265117"/>
                <a:gd name="connsiteY10" fmla="*/ 2168088 h 4989392"/>
                <a:gd name="connsiteX11" fmla="*/ 5427283 w 8265117"/>
                <a:gd name="connsiteY11" fmla="*/ 2488837 h 4989392"/>
                <a:gd name="connsiteX12" fmla="*/ 5380035 w 8265117"/>
                <a:gd name="connsiteY12" fmla="*/ 2940629 h 4989392"/>
                <a:gd name="connsiteX13" fmla="*/ 5244772 w 8265117"/>
                <a:gd name="connsiteY13" fmla="*/ 3194863 h 4989392"/>
                <a:gd name="connsiteX14" fmla="*/ 5104216 w 8265117"/>
                <a:gd name="connsiteY14" fmla="*/ 3170212 h 4989392"/>
                <a:gd name="connsiteX15" fmla="*/ 4966031 w 8265117"/>
                <a:gd name="connsiteY15" fmla="*/ 3148582 h 4989392"/>
                <a:gd name="connsiteX16" fmla="*/ 5104119 w 8265117"/>
                <a:gd name="connsiteY16" fmla="*/ 3170590 h 4989392"/>
                <a:gd name="connsiteX17" fmla="*/ 5244053 w 8265117"/>
                <a:gd name="connsiteY17" fmla="*/ 3197934 h 4989392"/>
                <a:gd name="connsiteX18" fmla="*/ 5899273 w 8265117"/>
                <a:gd name="connsiteY18" fmla="*/ 3333911 h 4989392"/>
                <a:gd name="connsiteX19" fmla="*/ 6411368 w 8265117"/>
                <a:gd name="connsiteY19" fmla="*/ 3437368 h 4989392"/>
                <a:gd name="connsiteX20" fmla="*/ 6980148 w 8265117"/>
                <a:gd name="connsiteY20" fmla="*/ 3552830 h 4989392"/>
                <a:gd name="connsiteX21" fmla="*/ 7496221 w 8265117"/>
                <a:gd name="connsiteY21" fmla="*/ 3658609 h 4989392"/>
                <a:gd name="connsiteX22" fmla="*/ 7855986 w 8265117"/>
                <a:gd name="connsiteY22" fmla="*/ 3755664 h 4989392"/>
                <a:gd name="connsiteX23" fmla="*/ 8256497 w 8265117"/>
                <a:gd name="connsiteY23" fmla="*/ 4297017 h 4989392"/>
                <a:gd name="connsiteX24" fmla="*/ 8127034 w 8265117"/>
                <a:gd name="connsiteY24" fmla="*/ 4783444 h 4989392"/>
                <a:gd name="connsiteX25" fmla="*/ 7734164 w 8265117"/>
                <a:gd name="connsiteY25" fmla="*/ 4984742 h 4989392"/>
                <a:gd name="connsiteX26" fmla="*/ 7704688 w 8265117"/>
                <a:gd name="connsiteY26" fmla="*/ 4989392 h 4989392"/>
                <a:gd name="connsiteX27" fmla="*/ 3538016 w 8265117"/>
                <a:gd name="connsiteY27" fmla="*/ 4985704 h 4989392"/>
                <a:gd name="connsiteX28" fmla="*/ 3116115 w 8265117"/>
                <a:gd name="connsiteY28" fmla="*/ 4696504 h 4989392"/>
                <a:gd name="connsiteX29" fmla="*/ 2442681 w 8265117"/>
                <a:gd name="connsiteY29" fmla="*/ 4241072 h 4989392"/>
                <a:gd name="connsiteX30" fmla="*/ 2026422 w 8265117"/>
                <a:gd name="connsiteY30" fmla="*/ 3954802 h 4989392"/>
                <a:gd name="connsiteX31" fmla="*/ 1218896 w 8265117"/>
                <a:gd name="connsiteY31" fmla="*/ 3410173 h 4989392"/>
                <a:gd name="connsiteX32" fmla="*/ 1157029 w 8265117"/>
                <a:gd name="connsiteY32" fmla="*/ 3392214 h 4989392"/>
                <a:gd name="connsiteX33" fmla="*/ 698 w 8265117"/>
                <a:gd name="connsiteY33" fmla="*/ 3391456 h 4989392"/>
                <a:gd name="connsiteX34" fmla="*/ 57 w 8265117"/>
                <a:gd name="connsiteY34" fmla="*/ 2908944 h 4989392"/>
                <a:gd name="connsiteX35" fmla="*/ 1231128 w 8265117"/>
                <a:gd name="connsiteY35" fmla="*/ 2902472 h 4989392"/>
                <a:gd name="connsiteX36" fmla="*/ 1447510 w 8265117"/>
                <a:gd name="connsiteY36" fmla="*/ 2971110 h 4989392"/>
                <a:gd name="connsiteX37" fmla="*/ 1867349 w 8265117"/>
                <a:gd name="connsiteY37" fmla="*/ 3260787 h 4989392"/>
                <a:gd name="connsiteX38" fmla="*/ 2740720 w 8265117"/>
                <a:gd name="connsiteY38" fmla="*/ 3852299 h 4989392"/>
                <a:gd name="connsiteX39" fmla="*/ 3398239 w 8265117"/>
                <a:gd name="connsiteY39" fmla="*/ 4300916 h 4989392"/>
                <a:gd name="connsiteX40" fmla="*/ 3652500 w 8265117"/>
                <a:gd name="connsiteY40" fmla="*/ 4476011 h 4989392"/>
                <a:gd name="connsiteX41" fmla="*/ 3734709 w 8265117"/>
                <a:gd name="connsiteY41" fmla="*/ 4501633 h 4989392"/>
                <a:gd name="connsiteX42" fmla="*/ 7168958 w 8265117"/>
                <a:gd name="connsiteY42" fmla="*/ 4502706 h 4989392"/>
                <a:gd name="connsiteX43" fmla="*/ 7660202 w 8265117"/>
                <a:gd name="connsiteY43" fmla="*/ 4503594 h 4989392"/>
                <a:gd name="connsiteX44" fmla="*/ 7770034 w 8265117"/>
                <a:gd name="connsiteY44" fmla="*/ 4331754 h 4989392"/>
                <a:gd name="connsiteX45" fmla="*/ 7550992 w 8265117"/>
                <a:gd name="connsiteY45" fmla="*/ 4162829 h 4989392"/>
                <a:gd name="connsiteX46" fmla="*/ 6938563 w 8265117"/>
                <a:gd name="connsiteY46" fmla="*/ 4036854 h 4989392"/>
                <a:gd name="connsiteX47" fmla="*/ 6426132 w 8265117"/>
                <a:gd name="connsiteY47" fmla="*/ 3933290 h 4989392"/>
                <a:gd name="connsiteX48" fmla="*/ 5949016 w 8265117"/>
                <a:gd name="connsiteY48" fmla="*/ 3836059 h 4989392"/>
                <a:gd name="connsiteX49" fmla="*/ 5480640 w 8265117"/>
                <a:gd name="connsiteY49" fmla="*/ 3740530 h 4989392"/>
                <a:gd name="connsiteX50" fmla="*/ 5007491 w 8265117"/>
                <a:gd name="connsiteY50" fmla="*/ 3645541 h 4989392"/>
                <a:gd name="connsiteX51" fmla="*/ 4680946 w 8265117"/>
                <a:gd name="connsiteY51" fmla="*/ 3573192 h 4989392"/>
                <a:gd name="connsiteX52" fmla="*/ 4569949 w 8265117"/>
                <a:gd name="connsiteY52" fmla="*/ 3502568 h 4989392"/>
                <a:gd name="connsiteX53" fmla="*/ 4021109 w 8265117"/>
                <a:gd name="connsiteY53" fmla="*/ 3073665 h 4989392"/>
                <a:gd name="connsiteX54" fmla="*/ 3446165 w 8265117"/>
                <a:gd name="connsiteY54" fmla="*/ 2618943 h 4989392"/>
                <a:gd name="connsiteX55" fmla="*/ 2966429 w 8265117"/>
                <a:gd name="connsiteY55" fmla="*/ 2248423 h 4989392"/>
                <a:gd name="connsiteX56" fmla="*/ 2852124 w 8265117"/>
                <a:gd name="connsiteY56" fmla="*/ 2153050 h 4989392"/>
                <a:gd name="connsiteX57" fmla="*/ 2843719 w 8265117"/>
                <a:gd name="connsiteY57" fmla="*/ 2123615 h 4989392"/>
                <a:gd name="connsiteX58" fmla="*/ 3131810 w 8265117"/>
                <a:gd name="connsiteY58" fmla="*/ 1755534 h 4989392"/>
                <a:gd name="connsiteX59" fmla="*/ 3452909 w 8265117"/>
                <a:gd name="connsiteY59" fmla="*/ 2009519 h 4989392"/>
                <a:gd name="connsiteX60" fmla="*/ 3782628 w 8265117"/>
                <a:gd name="connsiteY60" fmla="*/ 2266070 h 4989392"/>
                <a:gd name="connsiteX61" fmla="*/ 4278883 w 8265117"/>
                <a:gd name="connsiteY61" fmla="*/ 2652465 h 4989392"/>
                <a:gd name="connsiteX62" fmla="*/ 4726465 w 8265117"/>
                <a:gd name="connsiteY62" fmla="*/ 3007407 h 4989392"/>
                <a:gd name="connsiteX63" fmla="*/ 4770294 w 8265117"/>
                <a:gd name="connsiteY63" fmla="*/ 3035523 h 4989392"/>
                <a:gd name="connsiteX64" fmla="*/ 4787882 w 8265117"/>
                <a:gd name="connsiteY64" fmla="*/ 3066392 h 4989392"/>
                <a:gd name="connsiteX65" fmla="*/ 4787893 w 8265117"/>
                <a:gd name="connsiteY65" fmla="*/ 3066399 h 4989392"/>
                <a:gd name="connsiteX66" fmla="*/ 4779436 w 8265117"/>
                <a:gd name="connsiteY66" fmla="*/ 3053134 h 4989392"/>
                <a:gd name="connsiteX67" fmla="*/ 4773589 w 8265117"/>
                <a:gd name="connsiteY67" fmla="*/ 3035211 h 4989392"/>
                <a:gd name="connsiteX68" fmla="*/ 4944856 w 8265117"/>
                <a:gd name="connsiteY68" fmla="*/ 2711561 h 4989392"/>
                <a:gd name="connsiteX69" fmla="*/ 4854779 w 8265117"/>
                <a:gd name="connsiteY69" fmla="*/ 2368101 h 4989392"/>
                <a:gd name="connsiteX70" fmla="*/ 4462738 w 8265117"/>
                <a:gd name="connsiteY70" fmla="*/ 2018507 h 4989392"/>
                <a:gd name="connsiteX71" fmla="*/ 4303233 w 8265117"/>
                <a:gd name="connsiteY71" fmla="*/ 1877480 h 4989392"/>
                <a:gd name="connsiteX72" fmla="*/ 3935606 w 8265117"/>
                <a:gd name="connsiteY72" fmla="*/ 1555361 h 4989392"/>
                <a:gd name="connsiteX73" fmla="*/ 3671781 w 8265117"/>
                <a:gd name="connsiteY73" fmla="*/ 1319776 h 4989392"/>
                <a:gd name="connsiteX74" fmla="*/ 3258596 w 8265117"/>
                <a:gd name="connsiteY74" fmla="*/ 961036 h 4989392"/>
                <a:gd name="connsiteX75" fmla="*/ 3007410 w 8265117"/>
                <a:gd name="connsiteY75" fmla="*/ 738831 h 4989392"/>
                <a:gd name="connsiteX76" fmla="*/ 2736685 w 8265117"/>
                <a:gd name="connsiteY76" fmla="*/ 524056 h 4989392"/>
                <a:gd name="connsiteX77" fmla="*/ 2560394 w 8265117"/>
                <a:gd name="connsiteY77" fmla="*/ 482017 h 4989392"/>
                <a:gd name="connsiteX78" fmla="*/ 2207590 w 8265117"/>
                <a:gd name="connsiteY78" fmla="*/ 475068 h 4989392"/>
                <a:gd name="connsiteX79" fmla="*/ 2203345 w 8265117"/>
                <a:gd name="connsiteY79" fmla="*/ 4244 h 4989392"/>
                <a:gd name="connsiteX80" fmla="*/ 2203345 w 8265117"/>
                <a:gd name="connsiteY80" fmla="*/ 478166 h 4989392"/>
                <a:gd name="connsiteX81" fmla="*/ 1872708 w 8265117"/>
                <a:gd name="connsiteY81" fmla="*/ 478166 h 4989392"/>
                <a:gd name="connsiteX82" fmla="*/ 1872696 w 8265117"/>
                <a:gd name="connsiteY82" fmla="*/ 478166 h 4989392"/>
                <a:gd name="connsiteX83" fmla="*/ 1652292 w 8265117"/>
                <a:gd name="connsiteY83" fmla="*/ 478166 h 4989392"/>
                <a:gd name="connsiteX84" fmla="*/ 1477791 w 8265117"/>
                <a:gd name="connsiteY84" fmla="*/ 478166 h 4989392"/>
                <a:gd name="connsiteX85" fmla="*/ 1349205 w 8265117"/>
                <a:gd name="connsiteY85" fmla="*/ 478166 h 4989392"/>
                <a:gd name="connsiteX86" fmla="*/ 1257363 w 8265117"/>
                <a:gd name="connsiteY86" fmla="*/ 478166 h 4989392"/>
                <a:gd name="connsiteX87" fmla="*/ 1257363 w 8265117"/>
                <a:gd name="connsiteY87" fmla="*/ 478153 h 4989392"/>
                <a:gd name="connsiteX88" fmla="*/ 1221149 w 8265117"/>
                <a:gd name="connsiteY88" fmla="*/ 478153 h 4989392"/>
                <a:gd name="connsiteX89" fmla="*/ 1221149 w 8265117"/>
                <a:gd name="connsiteY89" fmla="*/ 3368 h 4989392"/>
                <a:gd name="connsiteX90" fmla="*/ 1257363 w 8265117"/>
                <a:gd name="connsiteY90" fmla="*/ 3368 h 4989392"/>
                <a:gd name="connsiteX91" fmla="*/ 1257375 w 8265117"/>
                <a:gd name="connsiteY91" fmla="*/ 3368 h 4989392"/>
                <a:gd name="connsiteX92" fmla="*/ 1349205 w 8265117"/>
                <a:gd name="connsiteY92" fmla="*/ 3368 h 4989392"/>
                <a:gd name="connsiteX93" fmla="*/ 1349217 w 8265117"/>
                <a:gd name="connsiteY93" fmla="*/ 3368 h 4989392"/>
                <a:gd name="connsiteX94" fmla="*/ 1477791 w 8265117"/>
                <a:gd name="connsiteY94" fmla="*/ 3368 h 4989392"/>
                <a:gd name="connsiteX95" fmla="*/ 1477791 w 8265117"/>
                <a:gd name="connsiteY95" fmla="*/ 3380 h 4989392"/>
                <a:gd name="connsiteX96" fmla="*/ 1652280 w 8265117"/>
                <a:gd name="connsiteY96" fmla="*/ 3380 h 4989392"/>
                <a:gd name="connsiteX97" fmla="*/ 1652280 w 8265117"/>
                <a:gd name="connsiteY97" fmla="*/ 3368 h 4989392"/>
                <a:gd name="connsiteX98" fmla="*/ 1872696 w 8265117"/>
                <a:gd name="connsiteY98" fmla="*/ 3368 h 4989392"/>
                <a:gd name="connsiteX99" fmla="*/ 1872696 w 8265117"/>
                <a:gd name="connsiteY99" fmla="*/ 3355 h 4989392"/>
                <a:gd name="connsiteX100" fmla="*/ 2203345 w 8265117"/>
                <a:gd name="connsiteY100" fmla="*/ 3355 h 4989392"/>
                <a:gd name="connsiteX101" fmla="*/ 2203345 w 8265117"/>
                <a:gd name="connsiteY101" fmla="*/ 4084 h 4989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265117" h="4989392">
                  <a:moveTo>
                    <a:pt x="2435289" y="455"/>
                  </a:moveTo>
                  <a:cubicBezTo>
                    <a:pt x="2512591" y="-557"/>
                    <a:pt x="2589795" y="-212"/>
                    <a:pt x="2666690" y="4960"/>
                  </a:cubicBezTo>
                  <a:cubicBezTo>
                    <a:pt x="2820208" y="15291"/>
                    <a:pt x="2961853" y="73844"/>
                    <a:pt x="3086329" y="165921"/>
                  </a:cubicBezTo>
                  <a:cubicBezTo>
                    <a:pt x="3149141" y="212379"/>
                    <a:pt x="3206843" y="265822"/>
                    <a:pt x="3266064" y="317007"/>
                  </a:cubicBezTo>
                  <a:cubicBezTo>
                    <a:pt x="3383640" y="418612"/>
                    <a:pt x="3500859" y="520625"/>
                    <a:pt x="3617868" y="622871"/>
                  </a:cubicBezTo>
                  <a:cubicBezTo>
                    <a:pt x="3696355" y="691460"/>
                    <a:pt x="3774052" y="760937"/>
                    <a:pt x="3852416" y="829648"/>
                  </a:cubicBezTo>
                  <a:cubicBezTo>
                    <a:pt x="3973844" y="936116"/>
                    <a:pt x="4095888" y="1041893"/>
                    <a:pt x="4217007" y="1148706"/>
                  </a:cubicBezTo>
                  <a:cubicBezTo>
                    <a:pt x="4305492" y="1226737"/>
                    <a:pt x="4392298" y="1306668"/>
                    <a:pt x="4480968" y="1384464"/>
                  </a:cubicBezTo>
                  <a:cubicBezTo>
                    <a:pt x="4594336" y="1483921"/>
                    <a:pt x="4709345" y="1581502"/>
                    <a:pt x="4822676" y="1680997"/>
                  </a:cubicBezTo>
                  <a:cubicBezTo>
                    <a:pt x="4912482" y="1759829"/>
                    <a:pt x="4998868" y="1842661"/>
                    <a:pt x="5090377" y="1919408"/>
                  </a:cubicBezTo>
                  <a:cubicBezTo>
                    <a:pt x="5176677" y="1991798"/>
                    <a:pt x="5252634" y="2071482"/>
                    <a:pt x="5311546" y="2168088"/>
                  </a:cubicBezTo>
                  <a:cubicBezTo>
                    <a:pt x="5372173" y="2267508"/>
                    <a:pt x="5411583" y="2373335"/>
                    <a:pt x="5427283" y="2488837"/>
                  </a:cubicBezTo>
                  <a:cubicBezTo>
                    <a:pt x="5448315" y="2643577"/>
                    <a:pt x="5443169" y="2796355"/>
                    <a:pt x="5380035" y="2940629"/>
                  </a:cubicBezTo>
                  <a:cubicBezTo>
                    <a:pt x="5342094" y="3027373"/>
                    <a:pt x="5290785" y="3108267"/>
                    <a:pt x="5244772" y="3194863"/>
                  </a:cubicBezTo>
                  <a:cubicBezTo>
                    <a:pt x="5197709" y="3187840"/>
                    <a:pt x="5150964" y="3178805"/>
                    <a:pt x="5104216" y="3170212"/>
                  </a:cubicBezTo>
                  <a:lnTo>
                    <a:pt x="4966031" y="3148582"/>
                  </a:lnTo>
                  <a:lnTo>
                    <a:pt x="5104119" y="3170590"/>
                  </a:lnTo>
                  <a:cubicBezTo>
                    <a:pt x="5150779" y="3179568"/>
                    <a:pt x="5197346" y="3189372"/>
                    <a:pt x="5244053" y="3197934"/>
                  </a:cubicBezTo>
                  <a:cubicBezTo>
                    <a:pt x="5462452" y="3243299"/>
                    <a:pt x="5680773" y="3289037"/>
                    <a:pt x="5899273" y="3333911"/>
                  </a:cubicBezTo>
                  <a:cubicBezTo>
                    <a:pt x="6069858" y="3368945"/>
                    <a:pt x="6240684" y="3402813"/>
                    <a:pt x="6411368" y="3437368"/>
                  </a:cubicBezTo>
                  <a:cubicBezTo>
                    <a:pt x="6600982" y="3475754"/>
                    <a:pt x="6790562" y="3514316"/>
                    <a:pt x="6980148" y="3552830"/>
                  </a:cubicBezTo>
                  <a:cubicBezTo>
                    <a:pt x="7152239" y="3587789"/>
                    <a:pt x="7324875" y="3620317"/>
                    <a:pt x="7496221" y="3658609"/>
                  </a:cubicBezTo>
                  <a:cubicBezTo>
                    <a:pt x="7617596" y="3685735"/>
                    <a:pt x="7745077" y="3703869"/>
                    <a:pt x="7855986" y="3755664"/>
                  </a:cubicBezTo>
                  <a:cubicBezTo>
                    <a:pt x="8082168" y="3861291"/>
                    <a:pt x="8218644" y="4044455"/>
                    <a:pt x="8256497" y="4297017"/>
                  </a:cubicBezTo>
                  <a:cubicBezTo>
                    <a:pt x="8283799" y="4479178"/>
                    <a:pt x="8247737" y="4641312"/>
                    <a:pt x="8127034" y="4783444"/>
                  </a:cubicBezTo>
                  <a:cubicBezTo>
                    <a:pt x="8024056" y="4904702"/>
                    <a:pt x="7895332" y="4972416"/>
                    <a:pt x="7734164" y="4984742"/>
                  </a:cubicBezTo>
                  <a:cubicBezTo>
                    <a:pt x="7722972" y="4988441"/>
                    <a:pt x="7713830" y="4989392"/>
                    <a:pt x="7704688" y="4989392"/>
                  </a:cubicBezTo>
                  <a:cubicBezTo>
                    <a:pt x="6317631" y="4989379"/>
                    <a:pt x="4930575" y="4989295"/>
                    <a:pt x="3538016" y="4985704"/>
                  </a:cubicBezTo>
                  <a:cubicBezTo>
                    <a:pt x="3393745" y="4886917"/>
                    <a:pt x="3255378" y="4791051"/>
                    <a:pt x="3116115" y="4696504"/>
                  </a:cubicBezTo>
                  <a:cubicBezTo>
                    <a:pt x="2891910" y="4544290"/>
                    <a:pt x="2666812" y="4393393"/>
                    <a:pt x="2442681" y="4241072"/>
                  </a:cubicBezTo>
                  <a:cubicBezTo>
                    <a:pt x="2303404" y="4146419"/>
                    <a:pt x="2165763" y="4049361"/>
                    <a:pt x="2026422" y="3954802"/>
                  </a:cubicBezTo>
                  <a:cubicBezTo>
                    <a:pt x="1757766" y="3772490"/>
                    <a:pt x="1488630" y="3590883"/>
                    <a:pt x="1218896" y="3410173"/>
                  </a:cubicBezTo>
                  <a:cubicBezTo>
                    <a:pt x="1201775" y="3398705"/>
                    <a:pt x="1177826" y="3392271"/>
                    <a:pt x="1157029" y="3392214"/>
                  </a:cubicBezTo>
                  <a:cubicBezTo>
                    <a:pt x="771588" y="3391170"/>
                    <a:pt x="386142" y="3391452"/>
                    <a:pt x="698" y="3391456"/>
                  </a:cubicBezTo>
                  <a:cubicBezTo>
                    <a:pt x="270" y="3232037"/>
                    <a:pt x="-159" y="3072618"/>
                    <a:pt x="57" y="2908944"/>
                  </a:cubicBezTo>
                  <a:cubicBezTo>
                    <a:pt x="410852" y="2904692"/>
                    <a:pt x="821036" y="2907389"/>
                    <a:pt x="1231128" y="2902472"/>
                  </a:cubicBezTo>
                  <a:cubicBezTo>
                    <a:pt x="1315279" y="2901463"/>
                    <a:pt x="1381970" y="2925089"/>
                    <a:pt x="1447510" y="2971110"/>
                  </a:cubicBezTo>
                  <a:cubicBezTo>
                    <a:pt x="1586653" y="3068814"/>
                    <a:pt x="1726720" y="3165228"/>
                    <a:pt x="1867349" y="3260787"/>
                  </a:cubicBezTo>
                  <a:cubicBezTo>
                    <a:pt x="2158169" y="3458402"/>
                    <a:pt x="2449814" y="3654806"/>
                    <a:pt x="2740720" y="3852299"/>
                  </a:cubicBezTo>
                  <a:cubicBezTo>
                    <a:pt x="2960239" y="4001330"/>
                    <a:pt x="3179271" y="4151078"/>
                    <a:pt x="3398239" y="4300916"/>
                  </a:cubicBezTo>
                  <a:cubicBezTo>
                    <a:pt x="3483171" y="4359036"/>
                    <a:pt x="3566341" y="4419803"/>
                    <a:pt x="3652500" y="4476011"/>
                  </a:cubicBezTo>
                  <a:cubicBezTo>
                    <a:pt x="3675795" y="4491207"/>
                    <a:pt x="3707079" y="4501603"/>
                    <a:pt x="3734709" y="4501633"/>
                  </a:cubicBezTo>
                  <a:cubicBezTo>
                    <a:pt x="4879457" y="4502887"/>
                    <a:pt x="6024209" y="4502706"/>
                    <a:pt x="7168958" y="4502706"/>
                  </a:cubicBezTo>
                  <a:cubicBezTo>
                    <a:pt x="7332714" y="4502706"/>
                    <a:pt x="7496520" y="4500170"/>
                    <a:pt x="7660202" y="4503594"/>
                  </a:cubicBezTo>
                  <a:cubicBezTo>
                    <a:pt x="7770268" y="4505897"/>
                    <a:pt x="7804446" y="4427903"/>
                    <a:pt x="7770034" y="4331754"/>
                  </a:cubicBezTo>
                  <a:cubicBezTo>
                    <a:pt x="7732832" y="4227814"/>
                    <a:pt x="7651902" y="4183407"/>
                    <a:pt x="7550992" y="4162829"/>
                  </a:cubicBezTo>
                  <a:cubicBezTo>
                    <a:pt x="7346778" y="4121184"/>
                    <a:pt x="7142763" y="4078569"/>
                    <a:pt x="6938563" y="4036854"/>
                  </a:cubicBezTo>
                  <a:cubicBezTo>
                    <a:pt x="6767826" y="4001975"/>
                    <a:pt x="6596920" y="3967926"/>
                    <a:pt x="6426132" y="3933290"/>
                  </a:cubicBezTo>
                  <a:cubicBezTo>
                    <a:pt x="6267063" y="3901031"/>
                    <a:pt x="6108049" y="3868498"/>
                    <a:pt x="5949016" y="3836059"/>
                  </a:cubicBezTo>
                  <a:cubicBezTo>
                    <a:pt x="5792892" y="3804213"/>
                    <a:pt x="5636820" y="3772098"/>
                    <a:pt x="5480640" y="3740530"/>
                  </a:cubicBezTo>
                  <a:cubicBezTo>
                    <a:pt x="5322965" y="3708659"/>
                    <a:pt x="5165064" y="3677904"/>
                    <a:pt x="5007491" y="3645541"/>
                  </a:cubicBezTo>
                  <a:cubicBezTo>
                    <a:pt x="4898248" y="3623104"/>
                    <a:pt x="4788267" y="3602855"/>
                    <a:pt x="4680946" y="3573192"/>
                  </a:cubicBezTo>
                  <a:cubicBezTo>
                    <a:pt x="4640467" y="3562003"/>
                    <a:pt x="4604685" y="3529479"/>
                    <a:pt x="4569949" y="3502568"/>
                  </a:cubicBezTo>
                  <a:cubicBezTo>
                    <a:pt x="4386411" y="3360364"/>
                    <a:pt x="4203537" y="3217294"/>
                    <a:pt x="4021109" y="3073665"/>
                  </a:cubicBezTo>
                  <a:cubicBezTo>
                    <a:pt x="3829128" y="2922514"/>
                    <a:pt x="3638536" y="2769593"/>
                    <a:pt x="3446165" y="2618943"/>
                  </a:cubicBezTo>
                  <a:cubicBezTo>
                    <a:pt x="3287089" y="2494368"/>
                    <a:pt x="3126106" y="2372231"/>
                    <a:pt x="2966429" y="2248423"/>
                  </a:cubicBezTo>
                  <a:cubicBezTo>
                    <a:pt x="2927224" y="2218023"/>
                    <a:pt x="2889227" y="2185974"/>
                    <a:pt x="2852124" y="2153050"/>
                  </a:cubicBezTo>
                  <a:cubicBezTo>
                    <a:pt x="2845414" y="2147097"/>
                    <a:pt x="2839853" y="2128622"/>
                    <a:pt x="2843719" y="2123615"/>
                  </a:cubicBezTo>
                  <a:cubicBezTo>
                    <a:pt x="2938997" y="2000208"/>
                    <a:pt x="3035620" y="1877840"/>
                    <a:pt x="3131810" y="1755534"/>
                  </a:cubicBezTo>
                  <a:cubicBezTo>
                    <a:pt x="3241193" y="1842111"/>
                    <a:pt x="3346722" y="1926233"/>
                    <a:pt x="3452909" y="2009519"/>
                  </a:cubicBezTo>
                  <a:cubicBezTo>
                    <a:pt x="3562484" y="2095460"/>
                    <a:pt x="3672712" y="2180565"/>
                    <a:pt x="3782628" y="2266070"/>
                  </a:cubicBezTo>
                  <a:cubicBezTo>
                    <a:pt x="3948104" y="2394795"/>
                    <a:pt x="4114017" y="2522964"/>
                    <a:pt x="4278883" y="2652465"/>
                  </a:cubicBezTo>
                  <a:cubicBezTo>
                    <a:pt x="4428623" y="2770085"/>
                    <a:pt x="4577126" y="2889276"/>
                    <a:pt x="4726465" y="3007407"/>
                  </a:cubicBezTo>
                  <a:cubicBezTo>
                    <a:pt x="4739087" y="3017391"/>
                    <a:pt x="4753903" y="3024600"/>
                    <a:pt x="4770294" y="3035523"/>
                  </a:cubicBezTo>
                  <a:cubicBezTo>
                    <a:pt x="4777758" y="3047591"/>
                    <a:pt x="4780222" y="3060212"/>
                    <a:pt x="4787882" y="3066392"/>
                  </a:cubicBezTo>
                  <a:lnTo>
                    <a:pt x="4787893" y="3066399"/>
                  </a:lnTo>
                  <a:lnTo>
                    <a:pt x="4779436" y="3053134"/>
                  </a:lnTo>
                  <a:cubicBezTo>
                    <a:pt x="4777341" y="3047658"/>
                    <a:pt x="4775681" y="3041407"/>
                    <a:pt x="4773589" y="3035211"/>
                  </a:cubicBezTo>
                  <a:cubicBezTo>
                    <a:pt x="4833945" y="2926965"/>
                    <a:pt x="4916332" y="2833235"/>
                    <a:pt x="4944856" y="2711561"/>
                  </a:cubicBezTo>
                  <a:cubicBezTo>
                    <a:pt x="4975294" y="2581728"/>
                    <a:pt x="4948337" y="2460375"/>
                    <a:pt x="4854779" y="2368101"/>
                  </a:cubicBezTo>
                  <a:cubicBezTo>
                    <a:pt x="4730266" y="2245316"/>
                    <a:pt x="4593966" y="2134491"/>
                    <a:pt x="4462738" y="2018507"/>
                  </a:cubicBezTo>
                  <a:cubicBezTo>
                    <a:pt x="4409566" y="1971506"/>
                    <a:pt x="4356591" y="1924271"/>
                    <a:pt x="4303233" y="1877480"/>
                  </a:cubicBezTo>
                  <a:cubicBezTo>
                    <a:pt x="4180757" y="1770037"/>
                    <a:pt x="4057774" y="1663162"/>
                    <a:pt x="3935606" y="1555361"/>
                  </a:cubicBezTo>
                  <a:cubicBezTo>
                    <a:pt x="3847207" y="1477355"/>
                    <a:pt x="3760475" y="1397436"/>
                    <a:pt x="3671781" y="1319776"/>
                  </a:cubicBezTo>
                  <a:cubicBezTo>
                    <a:pt x="3534567" y="1199608"/>
                    <a:pt x="3395971" y="1081032"/>
                    <a:pt x="3258596" y="961036"/>
                  </a:cubicBezTo>
                  <a:cubicBezTo>
                    <a:pt x="3174407" y="887486"/>
                    <a:pt x="3093142" y="810492"/>
                    <a:pt x="3007410" y="738831"/>
                  </a:cubicBezTo>
                  <a:cubicBezTo>
                    <a:pt x="2918950" y="664873"/>
                    <a:pt x="2845338" y="570255"/>
                    <a:pt x="2736685" y="524056"/>
                  </a:cubicBezTo>
                  <a:cubicBezTo>
                    <a:pt x="2681674" y="500667"/>
                    <a:pt x="2619960" y="485362"/>
                    <a:pt x="2560394" y="482017"/>
                  </a:cubicBezTo>
                  <a:cubicBezTo>
                    <a:pt x="2444546" y="475512"/>
                    <a:pt x="2328068" y="480017"/>
                    <a:pt x="2207590" y="475068"/>
                  </a:cubicBezTo>
                  <a:lnTo>
                    <a:pt x="2203345" y="4244"/>
                  </a:lnTo>
                  <a:lnTo>
                    <a:pt x="2203345" y="478166"/>
                  </a:lnTo>
                  <a:lnTo>
                    <a:pt x="1872708" y="478166"/>
                  </a:lnTo>
                  <a:lnTo>
                    <a:pt x="1872696" y="478166"/>
                  </a:lnTo>
                  <a:lnTo>
                    <a:pt x="1652292" y="478166"/>
                  </a:lnTo>
                  <a:lnTo>
                    <a:pt x="1477791" y="478166"/>
                  </a:lnTo>
                  <a:lnTo>
                    <a:pt x="1349205" y="478166"/>
                  </a:lnTo>
                  <a:lnTo>
                    <a:pt x="1257363" y="478166"/>
                  </a:lnTo>
                  <a:lnTo>
                    <a:pt x="1257363" y="478153"/>
                  </a:lnTo>
                  <a:lnTo>
                    <a:pt x="1221149" y="478153"/>
                  </a:lnTo>
                  <a:lnTo>
                    <a:pt x="1221149" y="3368"/>
                  </a:lnTo>
                  <a:lnTo>
                    <a:pt x="1257363" y="3368"/>
                  </a:lnTo>
                  <a:lnTo>
                    <a:pt x="1257375" y="3368"/>
                  </a:lnTo>
                  <a:lnTo>
                    <a:pt x="1349205" y="3368"/>
                  </a:lnTo>
                  <a:lnTo>
                    <a:pt x="1349217" y="3368"/>
                  </a:lnTo>
                  <a:lnTo>
                    <a:pt x="1477791" y="3368"/>
                  </a:lnTo>
                  <a:lnTo>
                    <a:pt x="1477791" y="3380"/>
                  </a:lnTo>
                  <a:lnTo>
                    <a:pt x="1652280" y="3380"/>
                  </a:lnTo>
                  <a:lnTo>
                    <a:pt x="1652280" y="3368"/>
                  </a:lnTo>
                  <a:lnTo>
                    <a:pt x="1872696" y="3368"/>
                  </a:lnTo>
                  <a:lnTo>
                    <a:pt x="1872696" y="3355"/>
                  </a:lnTo>
                  <a:lnTo>
                    <a:pt x="2203345" y="3355"/>
                  </a:lnTo>
                  <a:lnTo>
                    <a:pt x="2203345" y="4084"/>
                  </a:lnTo>
                  <a:close/>
                </a:path>
              </a:pathLst>
            </a:custGeom>
            <a:grpFill/>
            <a:ln w="6350" cap="flat">
              <a:noFill/>
              <a:prstDash val="solid"/>
              <a:miter/>
            </a:ln>
          </p:spPr>
          <p:txBody>
            <a:bodyPr wrap="square" rtlCol="0" anchor="ctr">
              <a:noAutofit/>
            </a:bodyPr>
            <a:lstStyle/>
            <a:p>
              <a:endParaRPr lang="en-US"/>
            </a:p>
          </p:txBody>
        </p:sp>
        <p:sp>
          <p:nvSpPr>
            <p:cNvPr id="2664" name="Freeform: Shape 2663">
              <a:extLst>
                <a:ext uri="{FF2B5EF4-FFF2-40B4-BE49-F238E27FC236}">
                  <a16:creationId xmlns:a16="http://schemas.microsoft.com/office/drawing/2014/main" id="{1F5D2E19-6540-9E7D-8294-CFF9E71912FC}"/>
                </a:ext>
                <a:ext uri="{C183D7F6-B498-43B3-948B-1728B52AA6E4}">
                  <adec:decorative xmlns:adec="http://schemas.microsoft.com/office/drawing/2017/decorative" val="1"/>
                </a:ext>
              </a:extLst>
            </p:cNvPr>
            <p:cNvSpPr/>
            <p:nvPr/>
          </p:nvSpPr>
          <p:spPr>
            <a:xfrm>
              <a:off x="1876171" y="5755986"/>
              <a:ext cx="553196" cy="251345"/>
            </a:xfrm>
            <a:custGeom>
              <a:avLst/>
              <a:gdLst>
                <a:gd name="connsiteX0" fmla="*/ 0 w 8297937"/>
                <a:gd name="connsiteY0" fmla="*/ 1690528 h 3770183"/>
                <a:gd name="connsiteX1" fmla="*/ 820370 w 8297937"/>
                <a:gd name="connsiteY1" fmla="*/ 1690528 h 3770183"/>
                <a:gd name="connsiteX2" fmla="*/ 820370 w 8297937"/>
                <a:gd name="connsiteY2" fmla="*/ 2510897 h 3770183"/>
                <a:gd name="connsiteX3" fmla="*/ 0 w 8297937"/>
                <a:gd name="connsiteY3" fmla="*/ 2510897 h 3770183"/>
                <a:gd name="connsiteX4" fmla="*/ 6463989 w 8297937"/>
                <a:gd name="connsiteY4" fmla="*/ 984712 h 3770183"/>
                <a:gd name="connsiteX5" fmla="*/ 6367811 w 8297937"/>
                <a:gd name="connsiteY5" fmla="*/ 984874 h 3770183"/>
                <a:gd name="connsiteX6" fmla="*/ 6238941 w 8297937"/>
                <a:gd name="connsiteY6" fmla="*/ 1001999 h 3770183"/>
                <a:gd name="connsiteX7" fmla="*/ 5747926 w 8297937"/>
                <a:gd name="connsiteY7" fmla="*/ 1285725 h 3770183"/>
                <a:gd name="connsiteX8" fmla="*/ 5547337 w 8297937"/>
                <a:gd name="connsiteY8" fmla="*/ 1646338 h 3770183"/>
                <a:gd name="connsiteX9" fmla="*/ 5527426 w 8297937"/>
                <a:gd name="connsiteY9" fmla="*/ 2026131 h 3770183"/>
                <a:gd name="connsiteX10" fmla="*/ 5851812 w 8297937"/>
                <a:gd name="connsiteY10" fmla="*/ 2579060 h 3770183"/>
                <a:gd name="connsiteX11" fmla="*/ 6350902 w 8297937"/>
                <a:gd name="connsiteY11" fmla="*/ 2779179 h 3770183"/>
                <a:gd name="connsiteX12" fmla="*/ 6700877 w 8297937"/>
                <a:gd name="connsiteY12" fmla="*/ 2734399 h 3770183"/>
                <a:gd name="connsiteX13" fmla="*/ 7049527 w 8297937"/>
                <a:gd name="connsiteY13" fmla="*/ 2518222 h 3770183"/>
                <a:gd name="connsiteX14" fmla="*/ 7243885 w 8297937"/>
                <a:gd name="connsiteY14" fmla="*/ 2224337 h 3770183"/>
                <a:gd name="connsiteX15" fmla="*/ 7309906 w 8297937"/>
                <a:gd name="connsiteY15" fmla="*/ 1829534 h 3770183"/>
                <a:gd name="connsiteX16" fmla="*/ 7220942 w 8297937"/>
                <a:gd name="connsiteY16" fmla="*/ 1487865 h 3770183"/>
                <a:gd name="connsiteX17" fmla="*/ 6746864 w 8297937"/>
                <a:gd name="connsiteY17" fmla="*/ 1048783 h 3770183"/>
                <a:gd name="connsiteX18" fmla="*/ 6463989 w 8297937"/>
                <a:gd name="connsiteY18" fmla="*/ 984712 h 3770183"/>
                <a:gd name="connsiteX19" fmla="*/ 6132615 w 8297937"/>
                <a:gd name="connsiteY19" fmla="*/ 0 h 3770183"/>
                <a:gd name="connsiteX20" fmla="*/ 6692847 w 8297937"/>
                <a:gd name="connsiteY20" fmla="*/ 0 h 3770183"/>
                <a:gd name="connsiteX21" fmla="*/ 6694091 w 8297937"/>
                <a:gd name="connsiteY21" fmla="*/ 419785 h 3770183"/>
                <a:gd name="connsiteX22" fmla="*/ 6721846 w 8297937"/>
                <a:gd name="connsiteY22" fmla="*/ 455268 h 3770183"/>
                <a:gd name="connsiteX23" fmla="*/ 7191597 w 8297937"/>
                <a:gd name="connsiteY23" fmla="*/ 642785 h 3770183"/>
                <a:gd name="connsiteX24" fmla="*/ 7267069 w 8297937"/>
                <a:gd name="connsiteY24" fmla="*/ 631452 h 3770183"/>
                <a:gd name="connsiteX25" fmla="*/ 7547190 w 8297937"/>
                <a:gd name="connsiteY25" fmla="*/ 348543 h 3770183"/>
                <a:gd name="connsiteX26" fmla="*/ 7929388 w 8297937"/>
                <a:gd name="connsiteY26" fmla="*/ 732778 h 3770183"/>
                <a:gd name="connsiteX27" fmla="*/ 7921738 w 8297937"/>
                <a:gd name="connsiteY27" fmla="*/ 784861 h 3770183"/>
                <a:gd name="connsiteX28" fmla="*/ 7658702 w 8297937"/>
                <a:gd name="connsiteY28" fmla="*/ 1047446 h 3770183"/>
                <a:gd name="connsiteX29" fmla="*/ 7650565 w 8297937"/>
                <a:gd name="connsiteY29" fmla="*/ 1099931 h 3770183"/>
                <a:gd name="connsiteX30" fmla="*/ 7840794 w 8297937"/>
                <a:gd name="connsiteY30" fmla="*/ 1573090 h 3770183"/>
                <a:gd name="connsiteX31" fmla="*/ 7884079 w 8297937"/>
                <a:gd name="connsiteY31" fmla="*/ 1605430 h 3770183"/>
                <a:gd name="connsiteX32" fmla="*/ 8200717 w 8297937"/>
                <a:gd name="connsiteY32" fmla="*/ 1604838 h 3770183"/>
                <a:gd name="connsiteX33" fmla="*/ 8297123 w 8297937"/>
                <a:gd name="connsiteY33" fmla="*/ 1604838 h 3770183"/>
                <a:gd name="connsiteX34" fmla="*/ 8297937 w 8297937"/>
                <a:gd name="connsiteY34" fmla="*/ 2165062 h 3770183"/>
                <a:gd name="connsiteX35" fmla="*/ 7874528 w 8297937"/>
                <a:gd name="connsiteY35" fmla="*/ 2166257 h 3770183"/>
                <a:gd name="connsiteX36" fmla="*/ 7842262 w 8297937"/>
                <a:gd name="connsiteY36" fmla="*/ 2192866 h 3770183"/>
                <a:gd name="connsiteX37" fmla="*/ 7628144 w 8297937"/>
                <a:gd name="connsiteY37" fmla="*/ 2701320 h 3770183"/>
                <a:gd name="connsiteX38" fmla="*/ 7917234 w 8297937"/>
                <a:gd name="connsiteY38" fmla="*/ 2988863 h 3770183"/>
                <a:gd name="connsiteX39" fmla="*/ 7918358 w 8297937"/>
                <a:gd name="connsiteY39" fmla="*/ 3057905 h 3770183"/>
                <a:gd name="connsiteX40" fmla="*/ 7590557 w 8297937"/>
                <a:gd name="connsiteY40" fmla="*/ 3385808 h 3770183"/>
                <a:gd name="connsiteX41" fmla="*/ 7511583 w 8297937"/>
                <a:gd name="connsiteY41" fmla="*/ 3384674 h 3770183"/>
                <a:gd name="connsiteX42" fmla="*/ 7228893 w 8297937"/>
                <a:gd name="connsiteY42" fmla="*/ 3100527 h 3770183"/>
                <a:gd name="connsiteX43" fmla="*/ 6692209 w 8297937"/>
                <a:gd name="connsiteY43" fmla="*/ 3317353 h 3770183"/>
                <a:gd name="connsiteX44" fmla="*/ 6692209 w 8297937"/>
                <a:gd name="connsiteY44" fmla="*/ 3770183 h 3770183"/>
                <a:gd name="connsiteX45" fmla="*/ 6132476 w 8297937"/>
                <a:gd name="connsiteY45" fmla="*/ 3770183 h 3770183"/>
                <a:gd name="connsiteX46" fmla="*/ 6132476 w 8297937"/>
                <a:gd name="connsiteY46" fmla="*/ 3316237 h 3770183"/>
                <a:gd name="connsiteX47" fmla="*/ 5604617 w 8297937"/>
                <a:gd name="connsiteY47" fmla="*/ 3101531 h 3770183"/>
                <a:gd name="connsiteX48" fmla="*/ 5314713 w 8297937"/>
                <a:gd name="connsiteY48" fmla="*/ 3392698 h 3770183"/>
                <a:gd name="connsiteX49" fmla="*/ 5252310 w 8297937"/>
                <a:gd name="connsiteY49" fmla="*/ 3393676 h 3770183"/>
                <a:gd name="connsiteX50" fmla="*/ 5012657 w 8297937"/>
                <a:gd name="connsiteY50" fmla="*/ 3152899 h 3770183"/>
                <a:gd name="connsiteX51" fmla="*/ 4873548 w 8297937"/>
                <a:gd name="connsiteY51" fmla="*/ 3015411 h 3770183"/>
                <a:gd name="connsiteX52" fmla="*/ 5198178 w 8297937"/>
                <a:gd name="connsiteY52" fmla="*/ 2696383 h 3770183"/>
                <a:gd name="connsiteX53" fmla="*/ 4979922 w 8297937"/>
                <a:gd name="connsiteY53" fmla="*/ 2163904 h 3770183"/>
                <a:gd name="connsiteX54" fmla="*/ 4527797 w 8297937"/>
                <a:gd name="connsiteY54" fmla="*/ 2163904 h 3770183"/>
                <a:gd name="connsiteX55" fmla="*/ 4527797 w 8297937"/>
                <a:gd name="connsiteY55" fmla="*/ 1604085 h 3770183"/>
                <a:gd name="connsiteX56" fmla="*/ 4981327 w 8297937"/>
                <a:gd name="connsiteY56" fmla="*/ 1604085 h 3770183"/>
                <a:gd name="connsiteX57" fmla="*/ 5199753 w 8297937"/>
                <a:gd name="connsiteY57" fmla="*/ 1064936 h 3770183"/>
                <a:gd name="connsiteX58" fmla="*/ 4887648 w 8297937"/>
                <a:gd name="connsiteY58" fmla="*/ 754672 h 3770183"/>
                <a:gd name="connsiteX59" fmla="*/ 5288253 w 8297937"/>
                <a:gd name="connsiteY59" fmla="*/ 353805 h 3770183"/>
                <a:gd name="connsiteX60" fmla="*/ 5598447 w 8297937"/>
                <a:gd name="connsiteY60" fmla="*/ 666625 h 3770183"/>
                <a:gd name="connsiteX61" fmla="*/ 5738158 w 8297937"/>
                <a:gd name="connsiteY61" fmla="*/ 585726 h 3770183"/>
                <a:gd name="connsiteX62" fmla="*/ 6099232 w 8297937"/>
                <a:gd name="connsiteY62" fmla="*/ 457050 h 3770183"/>
                <a:gd name="connsiteX63" fmla="*/ 6133269 w 8297937"/>
                <a:gd name="connsiteY63" fmla="*/ 415288 h 3770183"/>
                <a:gd name="connsiteX64" fmla="*/ 6132615 w 8297937"/>
                <a:gd name="connsiteY64" fmla="*/ 139830 h 377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297937" h="3770183">
                  <a:moveTo>
                    <a:pt x="0" y="1690528"/>
                  </a:moveTo>
                  <a:lnTo>
                    <a:pt x="820370" y="1690528"/>
                  </a:lnTo>
                  <a:lnTo>
                    <a:pt x="820370" y="2510897"/>
                  </a:lnTo>
                  <a:lnTo>
                    <a:pt x="0" y="2510897"/>
                  </a:lnTo>
                  <a:close/>
                  <a:moveTo>
                    <a:pt x="6463989" y="984712"/>
                  </a:moveTo>
                  <a:cubicBezTo>
                    <a:pt x="6432038" y="982962"/>
                    <a:pt x="6399960" y="983012"/>
                    <a:pt x="6367811" y="984874"/>
                  </a:cubicBezTo>
                  <a:cubicBezTo>
                    <a:pt x="6324945" y="987355"/>
                    <a:pt x="6281948" y="993055"/>
                    <a:pt x="6238941" y="1001999"/>
                  </a:cubicBezTo>
                  <a:cubicBezTo>
                    <a:pt x="6046048" y="1042112"/>
                    <a:pt x="5880109" y="1134898"/>
                    <a:pt x="5747926" y="1285725"/>
                  </a:cubicBezTo>
                  <a:cubicBezTo>
                    <a:pt x="5654653" y="1392152"/>
                    <a:pt x="5583924" y="1510138"/>
                    <a:pt x="5547337" y="1646338"/>
                  </a:cubicBezTo>
                  <a:cubicBezTo>
                    <a:pt x="5513889" y="1770849"/>
                    <a:pt x="5503591" y="1898812"/>
                    <a:pt x="5527426" y="2026131"/>
                  </a:cubicBezTo>
                  <a:cubicBezTo>
                    <a:pt x="5569070" y="2248563"/>
                    <a:pt x="5674178" y="2434207"/>
                    <a:pt x="5851812" y="2579060"/>
                  </a:cubicBezTo>
                  <a:cubicBezTo>
                    <a:pt x="5998273" y="2698494"/>
                    <a:pt x="6166058" y="2761482"/>
                    <a:pt x="6350902" y="2779179"/>
                  </a:cubicBezTo>
                  <a:cubicBezTo>
                    <a:pt x="6469646" y="2790548"/>
                    <a:pt x="6587097" y="2772454"/>
                    <a:pt x="6700877" y="2734399"/>
                  </a:cubicBezTo>
                  <a:cubicBezTo>
                    <a:pt x="6834201" y="2689806"/>
                    <a:pt x="6950229" y="2615572"/>
                    <a:pt x="7049527" y="2518222"/>
                  </a:cubicBezTo>
                  <a:cubicBezTo>
                    <a:pt x="7132770" y="2436618"/>
                    <a:pt x="7196143" y="2338846"/>
                    <a:pt x="7243885" y="2224337"/>
                  </a:cubicBezTo>
                  <a:cubicBezTo>
                    <a:pt x="7295191" y="2097633"/>
                    <a:pt x="7317275" y="1967418"/>
                    <a:pt x="7309906" y="1829534"/>
                  </a:cubicBezTo>
                  <a:cubicBezTo>
                    <a:pt x="7303420" y="1708199"/>
                    <a:pt x="7273584" y="1594112"/>
                    <a:pt x="7220942" y="1487865"/>
                  </a:cubicBezTo>
                  <a:cubicBezTo>
                    <a:pt x="7119330" y="1282777"/>
                    <a:pt x="6959792" y="1135028"/>
                    <a:pt x="6746864" y="1048783"/>
                  </a:cubicBezTo>
                  <a:cubicBezTo>
                    <a:pt x="6654592" y="1011410"/>
                    <a:pt x="6559848" y="989960"/>
                    <a:pt x="6463989" y="984712"/>
                  </a:cubicBezTo>
                  <a:close/>
                  <a:moveTo>
                    <a:pt x="6132615" y="0"/>
                  </a:moveTo>
                  <a:lnTo>
                    <a:pt x="6692847" y="0"/>
                  </a:lnTo>
                  <a:cubicBezTo>
                    <a:pt x="6693262" y="139928"/>
                    <a:pt x="6693676" y="279857"/>
                    <a:pt x="6694091" y="419785"/>
                  </a:cubicBezTo>
                  <a:cubicBezTo>
                    <a:pt x="6694269" y="432197"/>
                    <a:pt x="6710588" y="453487"/>
                    <a:pt x="6721846" y="455268"/>
                  </a:cubicBezTo>
                  <a:cubicBezTo>
                    <a:pt x="6892772" y="482326"/>
                    <a:pt x="7045090" y="556764"/>
                    <a:pt x="7191597" y="642785"/>
                  </a:cubicBezTo>
                  <a:cubicBezTo>
                    <a:pt x="7228557" y="664485"/>
                    <a:pt x="7243502" y="655556"/>
                    <a:pt x="7267069" y="631452"/>
                  </a:cubicBezTo>
                  <a:cubicBezTo>
                    <a:pt x="7358718" y="537720"/>
                    <a:pt x="7451452" y="445047"/>
                    <a:pt x="7547190" y="348543"/>
                  </a:cubicBezTo>
                  <a:lnTo>
                    <a:pt x="7929388" y="732778"/>
                  </a:lnTo>
                  <a:cubicBezTo>
                    <a:pt x="7952649" y="755978"/>
                    <a:pt x="7937806" y="768882"/>
                    <a:pt x="7921738" y="784861"/>
                  </a:cubicBezTo>
                  <a:lnTo>
                    <a:pt x="7658702" y="1047446"/>
                  </a:lnTo>
                  <a:cubicBezTo>
                    <a:pt x="7642548" y="1063509"/>
                    <a:pt x="7634522" y="1073199"/>
                    <a:pt x="7650565" y="1099931"/>
                  </a:cubicBezTo>
                  <a:cubicBezTo>
                    <a:pt x="7738949" y="1247215"/>
                    <a:pt x="7813406" y="1400965"/>
                    <a:pt x="7840794" y="1573090"/>
                  </a:cubicBezTo>
                  <a:cubicBezTo>
                    <a:pt x="7844880" y="1598765"/>
                    <a:pt x="7858652" y="1605772"/>
                    <a:pt x="7884079" y="1605430"/>
                  </a:cubicBezTo>
                  <a:cubicBezTo>
                    <a:pt x="7989610" y="1604016"/>
                    <a:pt x="8095169" y="1604838"/>
                    <a:pt x="8200717" y="1604838"/>
                  </a:cubicBezTo>
                  <a:lnTo>
                    <a:pt x="8297123" y="1604838"/>
                  </a:lnTo>
                  <a:cubicBezTo>
                    <a:pt x="8297395" y="1791579"/>
                    <a:pt x="8297665" y="1978321"/>
                    <a:pt x="8297937" y="2165062"/>
                  </a:cubicBezTo>
                  <a:lnTo>
                    <a:pt x="7874528" y="2166257"/>
                  </a:lnTo>
                  <a:cubicBezTo>
                    <a:pt x="7863268" y="2166401"/>
                    <a:pt x="7844352" y="2181941"/>
                    <a:pt x="7842262" y="2192866"/>
                  </a:cubicBezTo>
                  <a:cubicBezTo>
                    <a:pt x="7807076" y="2376767"/>
                    <a:pt x="7730929" y="2543117"/>
                    <a:pt x="7628144" y="2701320"/>
                  </a:cubicBezTo>
                  <a:cubicBezTo>
                    <a:pt x="7724215" y="2797242"/>
                    <a:pt x="7819629" y="2894181"/>
                    <a:pt x="7917234" y="2988863"/>
                  </a:cubicBezTo>
                  <a:cubicBezTo>
                    <a:pt x="7943863" y="3014695"/>
                    <a:pt x="7946993" y="3030156"/>
                    <a:pt x="7918358" y="3057905"/>
                  </a:cubicBezTo>
                  <a:cubicBezTo>
                    <a:pt x="7807373" y="3165452"/>
                    <a:pt x="7697725" y="3274472"/>
                    <a:pt x="7590557" y="3385808"/>
                  </a:cubicBezTo>
                  <a:cubicBezTo>
                    <a:pt x="7558922" y="3418675"/>
                    <a:pt x="7541341" y="3415618"/>
                    <a:pt x="7511583" y="3384674"/>
                  </a:cubicBezTo>
                  <a:cubicBezTo>
                    <a:pt x="7418552" y="3287937"/>
                    <a:pt x="7322466" y="3194137"/>
                    <a:pt x="7228893" y="3100527"/>
                  </a:cubicBezTo>
                  <a:cubicBezTo>
                    <a:pt x="7060811" y="3204502"/>
                    <a:pt x="6886981" y="3282121"/>
                    <a:pt x="6692209" y="3317353"/>
                  </a:cubicBezTo>
                  <a:lnTo>
                    <a:pt x="6692209" y="3770183"/>
                  </a:lnTo>
                  <a:lnTo>
                    <a:pt x="6132476" y="3770183"/>
                  </a:lnTo>
                  <a:lnTo>
                    <a:pt x="6132476" y="3316237"/>
                  </a:lnTo>
                  <a:cubicBezTo>
                    <a:pt x="5940311" y="3279454"/>
                    <a:pt x="5766042" y="3207099"/>
                    <a:pt x="5604617" y="3101531"/>
                  </a:cubicBezTo>
                  <a:lnTo>
                    <a:pt x="5314713" y="3392698"/>
                  </a:lnTo>
                  <a:cubicBezTo>
                    <a:pt x="5291648" y="3416302"/>
                    <a:pt x="5276845" y="3419161"/>
                    <a:pt x="5252310" y="3393676"/>
                  </a:cubicBezTo>
                  <a:cubicBezTo>
                    <a:pt x="5173783" y="3312110"/>
                    <a:pt x="5092848" y="3232858"/>
                    <a:pt x="5012657" y="3152899"/>
                  </a:cubicBezTo>
                  <a:lnTo>
                    <a:pt x="4873548" y="3015411"/>
                  </a:lnTo>
                  <a:lnTo>
                    <a:pt x="5198178" y="2696383"/>
                  </a:lnTo>
                  <a:cubicBezTo>
                    <a:pt x="5091490" y="2532970"/>
                    <a:pt x="5017065" y="2357877"/>
                    <a:pt x="4979922" y="2163904"/>
                  </a:cubicBezTo>
                  <a:lnTo>
                    <a:pt x="4527797" y="2163904"/>
                  </a:lnTo>
                  <a:lnTo>
                    <a:pt x="4527797" y="1604085"/>
                  </a:lnTo>
                  <a:lnTo>
                    <a:pt x="4981327" y="1604085"/>
                  </a:lnTo>
                  <a:cubicBezTo>
                    <a:pt x="5014244" y="1408291"/>
                    <a:pt x="5093938" y="1235164"/>
                    <a:pt x="5199753" y="1064936"/>
                  </a:cubicBezTo>
                  <a:lnTo>
                    <a:pt x="4887648" y="754672"/>
                  </a:lnTo>
                  <a:lnTo>
                    <a:pt x="5288253" y="353805"/>
                  </a:lnTo>
                  <a:lnTo>
                    <a:pt x="5598447" y="666625"/>
                  </a:lnTo>
                  <a:cubicBezTo>
                    <a:pt x="5646170" y="638840"/>
                    <a:pt x="5691182" y="610411"/>
                    <a:pt x="5738158" y="585726"/>
                  </a:cubicBezTo>
                  <a:cubicBezTo>
                    <a:pt x="5852288" y="525751"/>
                    <a:pt x="5973266" y="484076"/>
                    <a:pt x="6099232" y="457050"/>
                  </a:cubicBezTo>
                  <a:cubicBezTo>
                    <a:pt x="6122941" y="451962"/>
                    <a:pt x="6133765" y="442013"/>
                    <a:pt x="6133269" y="415288"/>
                  </a:cubicBezTo>
                  <a:cubicBezTo>
                    <a:pt x="6131565" y="323496"/>
                    <a:pt x="6132615" y="231652"/>
                    <a:pt x="6132615" y="13983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0" name="Group 59">
            <a:extLst>
              <a:ext uri="{FF2B5EF4-FFF2-40B4-BE49-F238E27FC236}">
                <a16:creationId xmlns:a16="http://schemas.microsoft.com/office/drawing/2014/main" id="{3C686C53-9ED3-B6C5-EE3B-C2DF4565A66F}"/>
              </a:ext>
              <a:ext uri="{C183D7F6-B498-43B3-948B-1728B52AA6E4}">
                <adec:decorative xmlns:adec="http://schemas.microsoft.com/office/drawing/2017/decorative" val="1"/>
              </a:ext>
            </a:extLst>
          </p:cNvPr>
          <p:cNvGrpSpPr>
            <a:grpSpLocks noChangeAspect="1"/>
          </p:cNvGrpSpPr>
          <p:nvPr/>
        </p:nvGrpSpPr>
        <p:grpSpPr>
          <a:xfrm>
            <a:off x="2625774" y="5755986"/>
            <a:ext cx="584157" cy="457200"/>
            <a:chOff x="2625774" y="5755986"/>
            <a:chExt cx="584157" cy="457200"/>
          </a:xfrm>
          <a:solidFill>
            <a:schemeClr val="accent2"/>
          </a:solidFill>
        </p:grpSpPr>
        <p:sp>
          <p:nvSpPr>
            <p:cNvPr id="2677" name="Freeform: Shape 2676">
              <a:extLst>
                <a:ext uri="{FF2B5EF4-FFF2-40B4-BE49-F238E27FC236}">
                  <a16:creationId xmlns:a16="http://schemas.microsoft.com/office/drawing/2014/main" id="{DC6117FE-6BCF-72F9-52C3-DF3AA3ACCDED}"/>
                </a:ext>
                <a:ext uri="{C183D7F6-B498-43B3-948B-1728B52AA6E4}">
                  <adec:decorative xmlns:adec="http://schemas.microsoft.com/office/drawing/2017/decorative" val="1"/>
                </a:ext>
              </a:extLst>
            </p:cNvPr>
            <p:cNvSpPr/>
            <p:nvPr/>
          </p:nvSpPr>
          <p:spPr>
            <a:xfrm>
              <a:off x="2929536" y="5755986"/>
              <a:ext cx="280395" cy="281563"/>
            </a:xfrm>
            <a:custGeom>
              <a:avLst/>
              <a:gdLst>
                <a:gd name="connsiteX0" fmla="*/ 29200 w 4205924"/>
                <a:gd name="connsiteY0" fmla="*/ 3522465 h 4223449"/>
                <a:gd name="connsiteX1" fmla="*/ 730185 w 4205924"/>
                <a:gd name="connsiteY1" fmla="*/ 3522465 h 4223449"/>
                <a:gd name="connsiteX2" fmla="*/ 730185 w 4205924"/>
                <a:gd name="connsiteY2" fmla="*/ 4223449 h 4223449"/>
                <a:gd name="connsiteX3" fmla="*/ 29200 w 4205924"/>
                <a:gd name="connsiteY3" fmla="*/ 4223449 h 4223449"/>
                <a:gd name="connsiteX4" fmla="*/ 0 w 4205924"/>
                <a:gd name="connsiteY4" fmla="*/ 1869297 h 4223449"/>
                <a:gd name="connsiteX5" fmla="*/ 2336625 w 4205924"/>
                <a:gd name="connsiteY5" fmla="*/ 4205919 h 4223449"/>
                <a:gd name="connsiteX6" fmla="*/ 1869300 w 4205924"/>
                <a:gd name="connsiteY6" fmla="*/ 4205919 h 4223449"/>
                <a:gd name="connsiteX7" fmla="*/ 0 w 4205924"/>
                <a:gd name="connsiteY7" fmla="*/ 2336621 h 4223449"/>
                <a:gd name="connsiteX8" fmla="*/ 0 w 4205924"/>
                <a:gd name="connsiteY8" fmla="*/ 934649 h 4223449"/>
                <a:gd name="connsiteX9" fmla="*/ 3271275 w 4205924"/>
                <a:gd name="connsiteY9" fmla="*/ 4205919 h 4223449"/>
                <a:gd name="connsiteX10" fmla="*/ 2803950 w 4205924"/>
                <a:gd name="connsiteY10" fmla="*/ 4205919 h 4223449"/>
                <a:gd name="connsiteX11" fmla="*/ 0 w 4205924"/>
                <a:gd name="connsiteY11" fmla="*/ 1401973 h 4223449"/>
                <a:gd name="connsiteX12" fmla="*/ 0 w 4205924"/>
                <a:gd name="connsiteY12" fmla="*/ 0 h 4223449"/>
                <a:gd name="connsiteX13" fmla="*/ 4205924 w 4205924"/>
                <a:gd name="connsiteY13" fmla="*/ 4205919 h 4223449"/>
                <a:gd name="connsiteX14" fmla="*/ 3738600 w 4205924"/>
                <a:gd name="connsiteY14" fmla="*/ 4205919 h 4223449"/>
                <a:gd name="connsiteX15" fmla="*/ 0 w 4205924"/>
                <a:gd name="connsiteY15" fmla="*/ 467324 h 422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05924" h="4223449">
                  <a:moveTo>
                    <a:pt x="29200" y="3522465"/>
                  </a:moveTo>
                  <a:lnTo>
                    <a:pt x="730185" y="3522465"/>
                  </a:lnTo>
                  <a:lnTo>
                    <a:pt x="730185" y="4223449"/>
                  </a:lnTo>
                  <a:lnTo>
                    <a:pt x="29200" y="4223449"/>
                  </a:lnTo>
                  <a:close/>
                  <a:moveTo>
                    <a:pt x="0" y="1869297"/>
                  </a:moveTo>
                  <a:cubicBezTo>
                    <a:pt x="1285145" y="1869297"/>
                    <a:pt x="2336625" y="2920775"/>
                    <a:pt x="2336625" y="4205919"/>
                  </a:cubicBezTo>
                  <a:lnTo>
                    <a:pt x="1869300" y="4205919"/>
                  </a:lnTo>
                  <a:cubicBezTo>
                    <a:pt x="1869300" y="3177805"/>
                    <a:pt x="1028115" y="2336621"/>
                    <a:pt x="0" y="2336621"/>
                  </a:cubicBezTo>
                  <a:close/>
                  <a:moveTo>
                    <a:pt x="0" y="934649"/>
                  </a:moveTo>
                  <a:cubicBezTo>
                    <a:pt x="1805041" y="934649"/>
                    <a:pt x="3271275" y="2400880"/>
                    <a:pt x="3271275" y="4205919"/>
                  </a:cubicBezTo>
                  <a:lnTo>
                    <a:pt x="2803950" y="4205919"/>
                  </a:lnTo>
                  <a:cubicBezTo>
                    <a:pt x="2803950" y="2657905"/>
                    <a:pt x="1548011" y="1401973"/>
                    <a:pt x="0" y="1401973"/>
                  </a:cubicBezTo>
                  <a:close/>
                  <a:moveTo>
                    <a:pt x="0" y="0"/>
                  </a:moveTo>
                  <a:cubicBezTo>
                    <a:pt x="2319101" y="0"/>
                    <a:pt x="4205924" y="1886821"/>
                    <a:pt x="4205924" y="4205919"/>
                  </a:cubicBezTo>
                  <a:lnTo>
                    <a:pt x="3738600" y="4205919"/>
                  </a:lnTo>
                  <a:cubicBezTo>
                    <a:pt x="3738600" y="2143850"/>
                    <a:pt x="2062071" y="467324"/>
                    <a:pt x="0" y="467324"/>
                  </a:cubicBezTo>
                  <a:close/>
                </a:path>
              </a:pathLst>
            </a:custGeom>
            <a:solidFill>
              <a:schemeClr val="bg1"/>
            </a:solidFill>
            <a:ln w="12601" cap="flat">
              <a:noFill/>
              <a:prstDash val="solid"/>
              <a:miter/>
            </a:ln>
          </p:spPr>
          <p:txBody>
            <a:bodyPr wrap="square" rtlCol="0" anchor="ctr">
              <a:noAutofit/>
            </a:bodyPr>
            <a:lstStyle/>
            <a:p>
              <a:endParaRPr lang="en-US" dirty="0"/>
            </a:p>
          </p:txBody>
        </p:sp>
        <p:sp>
          <p:nvSpPr>
            <p:cNvPr id="2676" name="Freeform: Shape 2675">
              <a:extLst>
                <a:ext uri="{FF2B5EF4-FFF2-40B4-BE49-F238E27FC236}">
                  <a16:creationId xmlns:a16="http://schemas.microsoft.com/office/drawing/2014/main" id="{A635CDFE-A11E-640D-A021-0A6B0D92C4CE}"/>
                </a:ext>
                <a:ext uri="{C183D7F6-B498-43B3-948B-1728B52AA6E4}">
                  <adec:decorative xmlns:adec="http://schemas.microsoft.com/office/drawing/2017/decorative" val="1"/>
                </a:ext>
              </a:extLst>
            </p:cNvPr>
            <p:cNvSpPr/>
            <p:nvPr/>
          </p:nvSpPr>
          <p:spPr>
            <a:xfrm>
              <a:off x="2625774" y="6004447"/>
              <a:ext cx="371517" cy="208739"/>
            </a:xfrm>
            <a:custGeom>
              <a:avLst/>
              <a:gdLst>
                <a:gd name="connsiteX0" fmla="*/ 4112641 w 5572755"/>
                <a:gd name="connsiteY0" fmla="*/ 2135 h 3131081"/>
                <a:gd name="connsiteX1" fmla="*/ 4112641 w 5572755"/>
                <a:gd name="connsiteY1" fmla="*/ 5273 h 3131081"/>
                <a:gd name="connsiteX2" fmla="*/ 4124307 w 5572755"/>
                <a:gd name="connsiteY2" fmla="*/ 4206 h 3131081"/>
                <a:gd name="connsiteX3" fmla="*/ 4351429 w 5572755"/>
                <a:gd name="connsiteY3" fmla="*/ 4206 h 3131081"/>
                <a:gd name="connsiteX4" fmla="*/ 4351429 w 5572755"/>
                <a:gd name="connsiteY4" fmla="*/ 483211 h 3131081"/>
                <a:gd name="connsiteX5" fmla="*/ 4112620 w 5572755"/>
                <a:gd name="connsiteY5" fmla="*/ 483211 h 3131081"/>
                <a:gd name="connsiteX6" fmla="*/ 4101211 w 5572755"/>
                <a:gd name="connsiteY6" fmla="*/ 484342 h 3131081"/>
                <a:gd name="connsiteX7" fmla="*/ 4101211 w 5572755"/>
                <a:gd name="connsiteY7" fmla="*/ 481279 h 3131081"/>
                <a:gd name="connsiteX8" fmla="*/ 3911656 w 5572755"/>
                <a:gd name="connsiteY8" fmla="*/ 500074 h 3131081"/>
                <a:gd name="connsiteX9" fmla="*/ 3084244 w 5572755"/>
                <a:gd name="connsiteY9" fmla="*/ 1565546 h 3131081"/>
                <a:gd name="connsiteX10" fmla="*/ 4088991 w 5572755"/>
                <a:gd name="connsiteY10" fmla="*/ 2657914 h 3131081"/>
                <a:gd name="connsiteX11" fmla="*/ 5041176 w 5572755"/>
                <a:gd name="connsiteY11" fmla="*/ 1892671 h 3131081"/>
                <a:gd name="connsiteX12" fmla="*/ 4013056 w 5572755"/>
                <a:gd name="connsiteY12" fmla="*/ 1892671 h 3131081"/>
                <a:gd name="connsiteX13" fmla="*/ 4013056 w 5572755"/>
                <a:gd name="connsiteY13" fmla="*/ 1437027 h 3131081"/>
                <a:gd name="connsiteX14" fmla="*/ 5555231 w 5572755"/>
                <a:gd name="connsiteY14" fmla="*/ 1437027 h 3131081"/>
                <a:gd name="connsiteX15" fmla="*/ 5572755 w 5572755"/>
                <a:gd name="connsiteY15" fmla="*/ 1664854 h 3131081"/>
                <a:gd name="connsiteX16" fmla="*/ 4077315 w 5572755"/>
                <a:gd name="connsiteY16" fmla="*/ 3131081 h 3131081"/>
                <a:gd name="connsiteX17" fmla="*/ 2535140 w 5572755"/>
                <a:gd name="connsiteY17" fmla="*/ 1571395 h 3131081"/>
                <a:gd name="connsiteX18" fmla="*/ 3806990 w 5572755"/>
                <a:gd name="connsiteY18" fmla="*/ 30161 h 3131081"/>
                <a:gd name="connsiteX19" fmla="*/ 210295 w 5572755"/>
                <a:gd name="connsiteY19" fmla="*/ 0 h 3131081"/>
                <a:gd name="connsiteX20" fmla="*/ 2091279 w 5572755"/>
                <a:gd name="connsiteY20" fmla="*/ 0 h 3131081"/>
                <a:gd name="connsiteX21" fmla="*/ 2091279 w 5572755"/>
                <a:gd name="connsiteY21" fmla="*/ 473166 h 3131081"/>
                <a:gd name="connsiteX22" fmla="*/ 660097 w 5572755"/>
                <a:gd name="connsiteY22" fmla="*/ 473166 h 3131081"/>
                <a:gd name="connsiteX23" fmla="*/ 601679 w 5572755"/>
                <a:gd name="connsiteY23" fmla="*/ 1226726 h 3131081"/>
                <a:gd name="connsiteX24" fmla="*/ 1267617 w 5572755"/>
                <a:gd name="connsiteY24" fmla="*/ 1033955 h 3131081"/>
                <a:gd name="connsiteX25" fmla="*/ 2295733 w 5572755"/>
                <a:gd name="connsiteY25" fmla="*/ 2015333 h 3131081"/>
                <a:gd name="connsiteX26" fmla="*/ 1121581 w 5572755"/>
                <a:gd name="connsiteY26" fmla="*/ 3066816 h 3131081"/>
                <a:gd name="connsiteX27" fmla="*/ 0 w 5572755"/>
                <a:gd name="connsiteY27" fmla="*/ 2435927 h 3131081"/>
                <a:gd name="connsiteX28" fmla="*/ 373860 w 5572755"/>
                <a:gd name="connsiteY28" fmla="*/ 2143850 h 3131081"/>
                <a:gd name="connsiteX29" fmla="*/ 1127422 w 5572755"/>
                <a:gd name="connsiteY29" fmla="*/ 2611174 h 3131081"/>
                <a:gd name="connsiteX30" fmla="*/ 1752471 w 5572755"/>
                <a:gd name="connsiteY30" fmla="*/ 2027016 h 3131081"/>
                <a:gd name="connsiteX31" fmla="*/ 1139105 w 5572755"/>
                <a:gd name="connsiteY31" fmla="*/ 1489596 h 3131081"/>
                <a:gd name="connsiteX32" fmla="*/ 467325 w 5572755"/>
                <a:gd name="connsiteY32" fmla="*/ 1781673 h 3131081"/>
                <a:gd name="connsiteX33" fmla="*/ 110989 w 5572755"/>
                <a:gd name="connsiteY33" fmla="*/ 1717415 h 3131081"/>
                <a:gd name="connsiteX34" fmla="*/ 99307 w 5572755"/>
                <a:gd name="connsiteY34" fmla="*/ 1694050 h 313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72755" h="3131081">
                  <a:moveTo>
                    <a:pt x="4112641" y="2135"/>
                  </a:moveTo>
                  <a:lnTo>
                    <a:pt x="4112641" y="5273"/>
                  </a:lnTo>
                  <a:lnTo>
                    <a:pt x="4124307" y="4206"/>
                  </a:lnTo>
                  <a:lnTo>
                    <a:pt x="4351429" y="4206"/>
                  </a:lnTo>
                  <a:lnTo>
                    <a:pt x="4351429" y="483211"/>
                  </a:lnTo>
                  <a:lnTo>
                    <a:pt x="4112620" y="483211"/>
                  </a:lnTo>
                  <a:lnTo>
                    <a:pt x="4101211" y="484342"/>
                  </a:lnTo>
                  <a:lnTo>
                    <a:pt x="4101211" y="481279"/>
                  </a:lnTo>
                  <a:lnTo>
                    <a:pt x="3911656" y="500074"/>
                  </a:lnTo>
                  <a:cubicBezTo>
                    <a:pt x="3433098" y="596948"/>
                    <a:pt x="3084244" y="1018632"/>
                    <a:pt x="3084244" y="1565546"/>
                  </a:cubicBezTo>
                  <a:cubicBezTo>
                    <a:pt x="3084244" y="2213957"/>
                    <a:pt x="3539888" y="2657914"/>
                    <a:pt x="4088991" y="2657914"/>
                  </a:cubicBezTo>
                  <a:cubicBezTo>
                    <a:pt x="4608894" y="2657914"/>
                    <a:pt x="4959392" y="2406735"/>
                    <a:pt x="5041176" y="1892671"/>
                  </a:cubicBezTo>
                  <a:lnTo>
                    <a:pt x="4013056" y="1892671"/>
                  </a:lnTo>
                  <a:lnTo>
                    <a:pt x="4013056" y="1437027"/>
                  </a:lnTo>
                  <a:lnTo>
                    <a:pt x="5555231" y="1437027"/>
                  </a:lnTo>
                  <a:cubicBezTo>
                    <a:pt x="5561069" y="1507135"/>
                    <a:pt x="5572755" y="1623957"/>
                    <a:pt x="5572755" y="1664854"/>
                  </a:cubicBezTo>
                  <a:cubicBezTo>
                    <a:pt x="5572755" y="2587827"/>
                    <a:pt x="4976916" y="3131081"/>
                    <a:pt x="4077315" y="3131081"/>
                  </a:cubicBezTo>
                  <a:cubicBezTo>
                    <a:pt x="3195238" y="3131081"/>
                    <a:pt x="2535140" y="2470984"/>
                    <a:pt x="2535140" y="1571395"/>
                  </a:cubicBezTo>
                  <a:cubicBezTo>
                    <a:pt x="2535140" y="774017"/>
                    <a:pt x="3067360" y="168958"/>
                    <a:pt x="3806990" y="30161"/>
                  </a:cubicBezTo>
                  <a:close/>
                  <a:moveTo>
                    <a:pt x="210295" y="0"/>
                  </a:moveTo>
                  <a:lnTo>
                    <a:pt x="2091279" y="0"/>
                  </a:lnTo>
                  <a:lnTo>
                    <a:pt x="2091279" y="473166"/>
                  </a:lnTo>
                  <a:lnTo>
                    <a:pt x="660097" y="473166"/>
                  </a:lnTo>
                  <a:lnTo>
                    <a:pt x="601679" y="1226726"/>
                  </a:lnTo>
                  <a:cubicBezTo>
                    <a:pt x="782768" y="1109896"/>
                    <a:pt x="1010592" y="1033955"/>
                    <a:pt x="1267617" y="1033955"/>
                  </a:cubicBezTo>
                  <a:cubicBezTo>
                    <a:pt x="1799201" y="1033955"/>
                    <a:pt x="2295733" y="1366920"/>
                    <a:pt x="2295733" y="2015333"/>
                  </a:cubicBezTo>
                  <a:cubicBezTo>
                    <a:pt x="2295733" y="2599492"/>
                    <a:pt x="1828408" y="3066816"/>
                    <a:pt x="1121581" y="3066816"/>
                  </a:cubicBezTo>
                  <a:cubicBezTo>
                    <a:pt x="607521" y="3066816"/>
                    <a:pt x="221978" y="2827310"/>
                    <a:pt x="0" y="2435927"/>
                  </a:cubicBezTo>
                  <a:lnTo>
                    <a:pt x="373860" y="2143850"/>
                  </a:lnTo>
                  <a:cubicBezTo>
                    <a:pt x="572473" y="2470975"/>
                    <a:pt x="841186" y="2611174"/>
                    <a:pt x="1127422" y="2611174"/>
                  </a:cubicBezTo>
                  <a:cubicBezTo>
                    <a:pt x="1501282" y="2611174"/>
                    <a:pt x="1752471" y="2365827"/>
                    <a:pt x="1752471" y="2027016"/>
                  </a:cubicBezTo>
                  <a:cubicBezTo>
                    <a:pt x="1752471" y="1682367"/>
                    <a:pt x="1477917" y="1489596"/>
                    <a:pt x="1139105" y="1489596"/>
                  </a:cubicBezTo>
                  <a:cubicBezTo>
                    <a:pt x="905444" y="1489596"/>
                    <a:pt x="683462" y="1588902"/>
                    <a:pt x="467325" y="1781673"/>
                  </a:cubicBezTo>
                  <a:lnTo>
                    <a:pt x="110989" y="1717415"/>
                  </a:lnTo>
                  <a:lnTo>
                    <a:pt x="99307" y="1694050"/>
                  </a:lnTo>
                  <a:close/>
                </a:path>
              </a:pathLst>
            </a:custGeom>
            <a:grpFill/>
            <a:ln w="12601" cap="flat">
              <a:noFill/>
              <a:prstDash val="solid"/>
              <a:miter/>
            </a:ln>
          </p:spPr>
          <p:txBody>
            <a:bodyPr wrap="square" rtlCol="0" anchor="ctr">
              <a:noAutofit/>
            </a:bodyPr>
            <a:lstStyle/>
            <a:p>
              <a:endParaRPr lang="en-US"/>
            </a:p>
          </p:txBody>
        </p:sp>
      </p:grpSp>
      <p:grpSp>
        <p:nvGrpSpPr>
          <p:cNvPr id="59" name="Group 58">
            <a:extLst>
              <a:ext uri="{FF2B5EF4-FFF2-40B4-BE49-F238E27FC236}">
                <a16:creationId xmlns:a16="http://schemas.microsoft.com/office/drawing/2014/main" id="{D7AE27ED-BFC2-5CCB-66EF-B80BE1B4BD1D}"/>
              </a:ext>
              <a:ext uri="{C183D7F6-B498-43B3-948B-1728B52AA6E4}">
                <adec:decorative xmlns:adec="http://schemas.microsoft.com/office/drawing/2017/decorative" val="1"/>
              </a:ext>
            </a:extLst>
          </p:cNvPr>
          <p:cNvGrpSpPr>
            <a:grpSpLocks noChangeAspect="1"/>
          </p:cNvGrpSpPr>
          <p:nvPr/>
        </p:nvGrpSpPr>
        <p:grpSpPr>
          <a:xfrm>
            <a:off x="3406338" y="5755986"/>
            <a:ext cx="621379" cy="457200"/>
            <a:chOff x="3406338" y="5755986"/>
            <a:chExt cx="621379" cy="457200"/>
          </a:xfrm>
          <a:solidFill>
            <a:schemeClr val="accent2"/>
          </a:solidFill>
        </p:grpSpPr>
        <p:sp>
          <p:nvSpPr>
            <p:cNvPr id="2686" name="Freeform: Shape 2685">
              <a:extLst>
                <a:ext uri="{FF2B5EF4-FFF2-40B4-BE49-F238E27FC236}">
                  <a16:creationId xmlns:a16="http://schemas.microsoft.com/office/drawing/2014/main" id="{629CF4EA-9CDC-34FB-2C5A-3A3DD8CCFF8C}"/>
                </a:ext>
                <a:ext uri="{C183D7F6-B498-43B3-948B-1728B52AA6E4}">
                  <adec:decorative xmlns:adec="http://schemas.microsoft.com/office/drawing/2017/decorative" val="1"/>
                </a:ext>
              </a:extLst>
            </p:cNvPr>
            <p:cNvSpPr/>
            <p:nvPr/>
          </p:nvSpPr>
          <p:spPr>
            <a:xfrm>
              <a:off x="3406338" y="5755986"/>
              <a:ext cx="621379" cy="374344"/>
            </a:xfrm>
            <a:custGeom>
              <a:avLst/>
              <a:gdLst>
                <a:gd name="connsiteX0" fmla="*/ 4631059 w 9320693"/>
                <a:gd name="connsiteY0" fmla="*/ 4661050 h 5615156"/>
                <a:gd name="connsiteX1" fmla="*/ 6021070 w 9320693"/>
                <a:gd name="connsiteY1" fmla="*/ 5205754 h 5615156"/>
                <a:gd name="connsiteX2" fmla="*/ 5642355 w 9320693"/>
                <a:gd name="connsiteY2" fmla="*/ 5615156 h 5615156"/>
                <a:gd name="connsiteX3" fmla="*/ 4631059 w 9320693"/>
                <a:gd name="connsiteY3" fmla="*/ 5219007 h 5615156"/>
                <a:gd name="connsiteX4" fmla="*/ 3669277 w 9320693"/>
                <a:gd name="connsiteY4" fmla="*/ 5571215 h 5615156"/>
                <a:gd name="connsiteX5" fmla="*/ 3309394 w 9320693"/>
                <a:gd name="connsiteY5" fmla="*/ 5145074 h 5615156"/>
                <a:gd name="connsiteX6" fmla="*/ 4631059 w 9320693"/>
                <a:gd name="connsiteY6" fmla="*/ 4661050 h 5615156"/>
                <a:gd name="connsiteX7" fmla="*/ 4630346 w 9320693"/>
                <a:gd name="connsiteY7" fmla="*/ 3107135 h 5615156"/>
                <a:gd name="connsiteX8" fmla="*/ 7123029 w 9320693"/>
                <a:gd name="connsiteY8" fmla="*/ 4109363 h 5615156"/>
                <a:gd name="connsiteX9" fmla="*/ 6737342 w 9320693"/>
                <a:gd name="connsiteY9" fmla="*/ 4512491 h 5615156"/>
                <a:gd name="connsiteX10" fmla="*/ 4630346 w 9320693"/>
                <a:gd name="connsiteY10" fmla="*/ 3665092 h 5615156"/>
                <a:gd name="connsiteX11" fmla="*/ 2575668 w 9320693"/>
                <a:gd name="connsiteY11" fmla="*/ 4462274 h 5615156"/>
                <a:gd name="connsiteX12" fmla="*/ 2199046 w 9320693"/>
                <a:gd name="connsiteY12" fmla="*/ 4050778 h 5615156"/>
                <a:gd name="connsiteX13" fmla="*/ 4630346 w 9320693"/>
                <a:gd name="connsiteY13" fmla="*/ 3107135 h 5615156"/>
                <a:gd name="connsiteX14" fmla="*/ 4631052 w 9320693"/>
                <a:gd name="connsiteY14" fmla="*/ 1553915 h 5615156"/>
                <a:gd name="connsiteX15" fmla="*/ 8222211 w 9320693"/>
                <a:gd name="connsiteY15" fmla="*/ 3014377 h 5615156"/>
                <a:gd name="connsiteX16" fmla="*/ 7833031 w 9320693"/>
                <a:gd name="connsiteY16" fmla="*/ 3414709 h 5615156"/>
                <a:gd name="connsiteX17" fmla="*/ 4631052 w 9320693"/>
                <a:gd name="connsiteY17" fmla="*/ 2111874 h 5615156"/>
                <a:gd name="connsiteX18" fmla="*/ 1482766 w 9320693"/>
                <a:gd name="connsiteY18" fmla="*/ 3363102 h 5615156"/>
                <a:gd name="connsiteX19" fmla="*/ 1100565 w 9320693"/>
                <a:gd name="connsiteY19" fmla="*/ 2956487 h 5615156"/>
                <a:gd name="connsiteX20" fmla="*/ 4631052 w 9320693"/>
                <a:gd name="connsiteY20" fmla="*/ 1553915 h 5615156"/>
                <a:gd name="connsiteX21" fmla="*/ 4631054 w 9320693"/>
                <a:gd name="connsiteY21" fmla="*/ 0 h 5615156"/>
                <a:gd name="connsiteX22" fmla="*/ 9320693 w 9320693"/>
                <a:gd name="connsiteY22" fmla="*/ 1915893 h 5615156"/>
                <a:gd name="connsiteX23" fmla="*/ 8930818 w 9320693"/>
                <a:gd name="connsiteY23" fmla="*/ 2315528 h 5615156"/>
                <a:gd name="connsiteX24" fmla="*/ 4631054 w 9320693"/>
                <a:gd name="connsiteY24" fmla="*/ 558654 h 5615156"/>
                <a:gd name="connsiteX25" fmla="*/ 384992 w 9320693"/>
                <a:gd name="connsiteY25" fmla="*/ 2262522 h 5615156"/>
                <a:gd name="connsiteX26" fmla="*/ 0 w 9320693"/>
                <a:gd name="connsiteY26" fmla="*/ 1858698 h 5615156"/>
                <a:gd name="connsiteX27" fmla="*/ 4631054 w 9320693"/>
                <a:gd name="connsiteY27" fmla="*/ 0 h 561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20693" h="5615156">
                  <a:moveTo>
                    <a:pt x="4631059" y="4661050"/>
                  </a:moveTo>
                  <a:cubicBezTo>
                    <a:pt x="5147170" y="4661050"/>
                    <a:pt x="5640963" y="4854241"/>
                    <a:pt x="6021070" y="5205754"/>
                  </a:cubicBezTo>
                  <a:lnTo>
                    <a:pt x="5642355" y="5615156"/>
                  </a:lnTo>
                  <a:cubicBezTo>
                    <a:pt x="5365470" y="5359192"/>
                    <a:pt x="5006282" y="5219007"/>
                    <a:pt x="4631059" y="5219007"/>
                  </a:cubicBezTo>
                  <a:cubicBezTo>
                    <a:pt x="4280241" y="5219007"/>
                    <a:pt x="3938488" y="5343852"/>
                    <a:pt x="3669277" y="5571215"/>
                  </a:cubicBezTo>
                  <a:lnTo>
                    <a:pt x="3309394" y="5145074"/>
                  </a:lnTo>
                  <a:cubicBezTo>
                    <a:pt x="3679038" y="4832618"/>
                    <a:pt x="4148426" y="4661050"/>
                    <a:pt x="4631059" y="4661050"/>
                  </a:cubicBezTo>
                  <a:close/>
                  <a:moveTo>
                    <a:pt x="4630346" y="3107135"/>
                  </a:moveTo>
                  <a:cubicBezTo>
                    <a:pt x="5563535" y="3107135"/>
                    <a:pt x="6448595" y="3462836"/>
                    <a:pt x="7123029" y="4109363"/>
                  </a:cubicBezTo>
                  <a:lnTo>
                    <a:pt x="6737342" y="4512491"/>
                  </a:lnTo>
                  <a:cubicBezTo>
                    <a:pt x="6167529" y="3966389"/>
                    <a:pt x="5419162" y="3665092"/>
                    <a:pt x="4630346" y="3665092"/>
                  </a:cubicBezTo>
                  <a:cubicBezTo>
                    <a:pt x="3868037" y="3665092"/>
                    <a:pt x="3138511" y="3948259"/>
                    <a:pt x="2575668" y="4462274"/>
                  </a:cubicBezTo>
                  <a:lnTo>
                    <a:pt x="2199046" y="4050778"/>
                  </a:lnTo>
                  <a:cubicBezTo>
                    <a:pt x="2864408" y="3442605"/>
                    <a:pt x="3727852" y="3107135"/>
                    <a:pt x="4630346" y="3107135"/>
                  </a:cubicBezTo>
                  <a:close/>
                  <a:moveTo>
                    <a:pt x="4631052" y="1553915"/>
                  </a:moveTo>
                  <a:cubicBezTo>
                    <a:pt x="5977123" y="1553915"/>
                    <a:pt x="7252755" y="2072817"/>
                    <a:pt x="8222211" y="3014377"/>
                  </a:cubicBezTo>
                  <a:lnTo>
                    <a:pt x="7833031" y="3414709"/>
                  </a:lnTo>
                  <a:cubicBezTo>
                    <a:pt x="6968195" y="2574981"/>
                    <a:pt x="5831358" y="2111874"/>
                    <a:pt x="4631052" y="2111874"/>
                  </a:cubicBezTo>
                  <a:cubicBezTo>
                    <a:pt x="3458635" y="2111874"/>
                    <a:pt x="2340624" y="2556148"/>
                    <a:pt x="1482766" y="3363102"/>
                  </a:cubicBezTo>
                  <a:lnTo>
                    <a:pt x="1100565" y="2956487"/>
                  </a:lnTo>
                  <a:cubicBezTo>
                    <a:pt x="2061645" y="2052593"/>
                    <a:pt x="3315660" y="1553915"/>
                    <a:pt x="4631052" y="1553915"/>
                  </a:cubicBezTo>
                  <a:close/>
                  <a:moveTo>
                    <a:pt x="4631054" y="0"/>
                  </a:moveTo>
                  <a:cubicBezTo>
                    <a:pt x="6392811" y="0"/>
                    <a:pt x="8058317" y="680014"/>
                    <a:pt x="9320693" y="1915893"/>
                  </a:cubicBezTo>
                  <a:lnTo>
                    <a:pt x="8930818" y="2315528"/>
                  </a:lnTo>
                  <a:cubicBezTo>
                    <a:pt x="7773055" y="1182873"/>
                    <a:pt x="6245648" y="558654"/>
                    <a:pt x="4631054" y="558654"/>
                  </a:cubicBezTo>
                  <a:cubicBezTo>
                    <a:pt x="3043663" y="558654"/>
                    <a:pt x="1535784" y="1164040"/>
                    <a:pt x="384992" y="2262522"/>
                  </a:cubicBezTo>
                  <a:lnTo>
                    <a:pt x="0" y="1858698"/>
                  </a:lnTo>
                  <a:cubicBezTo>
                    <a:pt x="1255407" y="660486"/>
                    <a:pt x="2899985" y="0"/>
                    <a:pt x="4631054" y="0"/>
                  </a:cubicBezTo>
                  <a:close/>
                </a:path>
              </a:pathLst>
            </a:custGeom>
            <a:grpFill/>
            <a:ln w="9525" cap="flat">
              <a:noFill/>
              <a:prstDash val="solid"/>
              <a:miter/>
            </a:ln>
          </p:spPr>
          <p:txBody>
            <a:bodyPr wrap="square" rtlCol="0" anchor="ctr">
              <a:noAutofit/>
            </a:bodyPr>
            <a:lstStyle/>
            <a:p>
              <a:endParaRPr lang="en-US"/>
            </a:p>
          </p:txBody>
        </p:sp>
        <p:sp>
          <p:nvSpPr>
            <p:cNvPr id="2681" name="Freeform: Shape 2680">
              <a:extLst>
                <a:ext uri="{FF2B5EF4-FFF2-40B4-BE49-F238E27FC236}">
                  <a16:creationId xmlns:a16="http://schemas.microsoft.com/office/drawing/2014/main" id="{E8BC26EB-1B64-53DE-32FE-F421F68C1B66}"/>
                </a:ext>
                <a:ext uri="{C183D7F6-B498-43B3-948B-1728B52AA6E4}">
                  <adec:decorative xmlns:adec="http://schemas.microsoft.com/office/drawing/2017/decorative" val="1"/>
                </a:ext>
              </a:extLst>
            </p:cNvPr>
            <p:cNvSpPr/>
            <p:nvPr/>
          </p:nvSpPr>
          <p:spPr>
            <a:xfrm>
              <a:off x="3689037" y="6157390"/>
              <a:ext cx="55796" cy="55796"/>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dirty="0"/>
            </a:p>
          </p:txBody>
        </p:sp>
      </p:grpSp>
      <p:grpSp>
        <p:nvGrpSpPr>
          <p:cNvPr id="58" name="Group 57">
            <a:extLst>
              <a:ext uri="{FF2B5EF4-FFF2-40B4-BE49-F238E27FC236}">
                <a16:creationId xmlns:a16="http://schemas.microsoft.com/office/drawing/2014/main" id="{14E8BE04-E5CE-82E9-E16A-F266ACE5644E}"/>
              </a:ext>
              <a:ext uri="{C183D7F6-B498-43B3-948B-1728B52AA6E4}">
                <adec:decorative xmlns:adec="http://schemas.microsoft.com/office/drawing/2017/decorative" val="1"/>
              </a:ext>
            </a:extLst>
          </p:cNvPr>
          <p:cNvGrpSpPr>
            <a:grpSpLocks noChangeAspect="1"/>
          </p:cNvGrpSpPr>
          <p:nvPr/>
        </p:nvGrpSpPr>
        <p:grpSpPr>
          <a:xfrm>
            <a:off x="4224124" y="5755986"/>
            <a:ext cx="553675" cy="457200"/>
            <a:chOff x="4224124" y="5755986"/>
            <a:chExt cx="553675" cy="457200"/>
          </a:xfrm>
          <a:solidFill>
            <a:schemeClr val="accent2"/>
          </a:solidFill>
        </p:grpSpPr>
        <p:sp>
          <p:nvSpPr>
            <p:cNvPr id="2699" name="Freeform: Shape 2698">
              <a:extLst>
                <a:ext uri="{FF2B5EF4-FFF2-40B4-BE49-F238E27FC236}">
                  <a16:creationId xmlns:a16="http://schemas.microsoft.com/office/drawing/2014/main" id="{25EC7EBA-FEB8-0EB1-8376-D2B24C9604D2}"/>
                </a:ext>
                <a:ext uri="{C183D7F6-B498-43B3-948B-1728B52AA6E4}">
                  <adec:decorative xmlns:adec="http://schemas.microsoft.com/office/drawing/2017/decorative" val="1"/>
                </a:ext>
              </a:extLst>
            </p:cNvPr>
            <p:cNvSpPr/>
            <p:nvPr/>
          </p:nvSpPr>
          <p:spPr>
            <a:xfrm>
              <a:off x="4224124" y="5819872"/>
              <a:ext cx="553675" cy="319476"/>
            </a:xfrm>
            <a:custGeom>
              <a:avLst/>
              <a:gdLst>
                <a:gd name="connsiteX0" fmla="*/ 4166771 w 8305129"/>
                <a:gd name="connsiteY0" fmla="*/ 3941981 h 4792136"/>
                <a:gd name="connsiteX1" fmla="*/ 5364575 w 8305129"/>
                <a:gd name="connsiteY1" fmla="*/ 4427095 h 4792136"/>
                <a:gd name="connsiteX2" fmla="*/ 5027756 w 8305129"/>
                <a:gd name="connsiteY2" fmla="*/ 4792136 h 4792136"/>
                <a:gd name="connsiteX3" fmla="*/ 3269221 w 8305129"/>
                <a:gd name="connsiteY3" fmla="*/ 4752918 h 4792136"/>
                <a:gd name="connsiteX4" fmla="*/ 2948551 w 8305129"/>
                <a:gd name="connsiteY4" fmla="*/ 4373265 h 4792136"/>
                <a:gd name="connsiteX5" fmla="*/ 4166771 w 8305129"/>
                <a:gd name="connsiteY5" fmla="*/ 3941981 h 4792136"/>
                <a:gd name="connsiteX6" fmla="*/ 4164658 w 8305129"/>
                <a:gd name="connsiteY6" fmla="*/ 2557837 h 4792136"/>
                <a:gd name="connsiteX7" fmla="*/ 6347503 w 8305129"/>
                <a:gd name="connsiteY7" fmla="*/ 3451088 h 4792136"/>
                <a:gd name="connsiteX8" fmla="*/ 6003456 w 8305129"/>
                <a:gd name="connsiteY8" fmla="*/ 3809670 h 4792136"/>
                <a:gd name="connsiteX9" fmla="*/ 2295523 w 8305129"/>
                <a:gd name="connsiteY9" fmla="*/ 3765530 h 4792136"/>
                <a:gd name="connsiteX10" fmla="*/ 1960934 w 8305129"/>
                <a:gd name="connsiteY10" fmla="*/ 3398259 h 4792136"/>
                <a:gd name="connsiteX11" fmla="*/ 4164658 w 8305129"/>
                <a:gd name="connsiteY11" fmla="*/ 2557837 h 4792136"/>
                <a:gd name="connsiteX12" fmla="*/ 5278293 w 8305129"/>
                <a:gd name="connsiteY12" fmla="*/ 1319977 h 4792136"/>
                <a:gd name="connsiteX13" fmla="*/ 7328891 w 8305129"/>
                <a:gd name="connsiteY13" fmla="*/ 2474851 h 4792136"/>
                <a:gd name="connsiteX14" fmla="*/ 6978999 w 8305129"/>
                <a:gd name="connsiteY14" fmla="*/ 2831587 h 4792136"/>
                <a:gd name="connsiteX15" fmla="*/ 4632415 w 8305129"/>
                <a:gd name="connsiteY15" fmla="*/ 1703628 h 4792136"/>
                <a:gd name="connsiteX16" fmla="*/ 4770835 w 8305129"/>
                <a:gd name="connsiteY16" fmla="*/ 1653413 h 4792136"/>
                <a:gd name="connsiteX17" fmla="*/ 5278293 w 8305129"/>
                <a:gd name="connsiteY17" fmla="*/ 1319977 h 4792136"/>
                <a:gd name="connsiteX18" fmla="*/ 3017914 w 8305129"/>
                <a:gd name="connsiteY18" fmla="*/ 1310595 h 4792136"/>
                <a:gd name="connsiteX19" fmla="*/ 3659408 w 8305129"/>
                <a:gd name="connsiteY19" fmla="*/ 1699167 h 4792136"/>
                <a:gd name="connsiteX20" fmla="*/ 1324207 w 8305129"/>
                <a:gd name="connsiteY20" fmla="*/ 2785371 h 4792136"/>
                <a:gd name="connsiteX21" fmla="*/ 983696 w 8305129"/>
                <a:gd name="connsiteY21" fmla="*/ 2423944 h 4792136"/>
                <a:gd name="connsiteX22" fmla="*/ 3017914 w 8305129"/>
                <a:gd name="connsiteY22" fmla="*/ 1310595 h 4792136"/>
                <a:gd name="connsiteX23" fmla="*/ 5762222 w 8305129"/>
                <a:gd name="connsiteY23" fmla="*/ 15380 h 4792136"/>
                <a:gd name="connsiteX24" fmla="*/ 8305129 w 8305129"/>
                <a:gd name="connsiteY24" fmla="*/ 1494924 h 4792136"/>
                <a:gd name="connsiteX25" fmla="*/ 7957159 w 8305129"/>
                <a:gd name="connsiteY25" fmla="*/ 1850353 h 4792136"/>
                <a:gd name="connsiteX26" fmla="*/ 5727156 w 8305129"/>
                <a:gd name="connsiteY26" fmla="*/ 524531 h 4792136"/>
                <a:gd name="connsiteX27" fmla="*/ 5768682 w 8305129"/>
                <a:gd name="connsiteY27" fmla="*/ 160335 h 4792136"/>
                <a:gd name="connsiteX28" fmla="*/ 5762222 w 8305129"/>
                <a:gd name="connsiteY28" fmla="*/ 15380 h 4792136"/>
                <a:gd name="connsiteX29" fmla="*/ 2545367 w 8305129"/>
                <a:gd name="connsiteY29" fmla="*/ 0 h 4792136"/>
                <a:gd name="connsiteX30" fmla="*/ 2568437 w 8305129"/>
                <a:gd name="connsiteY30" fmla="*/ 475546 h 4792136"/>
                <a:gd name="connsiteX31" fmla="*/ 2575512 w 8305129"/>
                <a:gd name="connsiteY31" fmla="*/ 509151 h 4792136"/>
                <a:gd name="connsiteX32" fmla="*/ 343048 w 8305129"/>
                <a:gd name="connsiteY32" fmla="*/ 1803136 h 4792136"/>
                <a:gd name="connsiteX33" fmla="*/ 0 w 8305129"/>
                <a:gd name="connsiteY33" fmla="*/ 1443939 h 4792136"/>
                <a:gd name="connsiteX34" fmla="*/ 2545367 w 8305129"/>
                <a:gd name="connsiteY34" fmla="*/ 0 h 479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05129" h="4792136">
                  <a:moveTo>
                    <a:pt x="4166771" y="3941981"/>
                  </a:moveTo>
                  <a:cubicBezTo>
                    <a:pt x="4598408" y="3951599"/>
                    <a:pt x="5026641" y="4113948"/>
                    <a:pt x="5364575" y="4427095"/>
                  </a:cubicBezTo>
                  <a:lnTo>
                    <a:pt x="5027756" y="4792136"/>
                  </a:lnTo>
                  <a:cubicBezTo>
                    <a:pt x="4535955" y="4335953"/>
                    <a:pt x="3780870" y="4319113"/>
                    <a:pt x="3269221" y="4752918"/>
                  </a:cubicBezTo>
                  <a:lnTo>
                    <a:pt x="2948551" y="4373265"/>
                  </a:lnTo>
                  <a:cubicBezTo>
                    <a:pt x="3300096" y="4075480"/>
                    <a:pt x="3735135" y="3932365"/>
                    <a:pt x="4166771" y="3941981"/>
                  </a:cubicBezTo>
                  <a:close/>
                  <a:moveTo>
                    <a:pt x="4164658" y="2557837"/>
                  </a:moveTo>
                  <a:cubicBezTo>
                    <a:pt x="4952852" y="2567330"/>
                    <a:pt x="5737566" y="2865768"/>
                    <a:pt x="6347503" y="3451088"/>
                  </a:cubicBezTo>
                  <a:lnTo>
                    <a:pt x="6003456" y="3809670"/>
                  </a:lnTo>
                  <a:cubicBezTo>
                    <a:pt x="4972234" y="2820123"/>
                    <a:pt x="3350008" y="2800811"/>
                    <a:pt x="2295523" y="3765530"/>
                  </a:cubicBezTo>
                  <a:lnTo>
                    <a:pt x="1960934" y="3398259"/>
                  </a:lnTo>
                  <a:cubicBezTo>
                    <a:pt x="2584790" y="2827797"/>
                    <a:pt x="3376464" y="2548344"/>
                    <a:pt x="4164658" y="2557837"/>
                  </a:cubicBezTo>
                  <a:close/>
                  <a:moveTo>
                    <a:pt x="5278293" y="1319977"/>
                  </a:moveTo>
                  <a:cubicBezTo>
                    <a:pt x="6050696" y="1519886"/>
                    <a:pt x="6757531" y="1917969"/>
                    <a:pt x="7328891" y="2474851"/>
                  </a:cubicBezTo>
                  <a:lnTo>
                    <a:pt x="6978999" y="2831587"/>
                  </a:lnTo>
                  <a:cubicBezTo>
                    <a:pt x="6340729" y="2209778"/>
                    <a:pt x="5516681" y="1813673"/>
                    <a:pt x="4632415" y="1703628"/>
                  </a:cubicBezTo>
                  <a:cubicBezTo>
                    <a:pt x="4679324" y="1689016"/>
                    <a:pt x="4725464" y="1672278"/>
                    <a:pt x="4770835" y="1653413"/>
                  </a:cubicBezTo>
                  <a:cubicBezTo>
                    <a:pt x="4959549" y="1575354"/>
                    <a:pt x="5131746" y="1462209"/>
                    <a:pt x="5278293" y="1319977"/>
                  </a:cubicBezTo>
                  <a:close/>
                  <a:moveTo>
                    <a:pt x="3017914" y="1310595"/>
                  </a:moveTo>
                  <a:cubicBezTo>
                    <a:pt x="3198288" y="1488667"/>
                    <a:pt x="3418046" y="1621781"/>
                    <a:pt x="3659408" y="1699167"/>
                  </a:cubicBezTo>
                  <a:cubicBezTo>
                    <a:pt x="2784272" y="1800049"/>
                    <a:pt x="1965171" y="2181049"/>
                    <a:pt x="1324207" y="2785371"/>
                  </a:cubicBezTo>
                  <a:lnTo>
                    <a:pt x="983696" y="2423944"/>
                  </a:lnTo>
                  <a:cubicBezTo>
                    <a:pt x="1555118" y="1884585"/>
                    <a:pt x="2255613" y="1501196"/>
                    <a:pt x="3017914" y="1310595"/>
                  </a:cubicBezTo>
                  <a:close/>
                  <a:moveTo>
                    <a:pt x="5762222" y="15380"/>
                  </a:moveTo>
                  <a:cubicBezTo>
                    <a:pt x="6720091" y="288519"/>
                    <a:pt x="7594314" y="797170"/>
                    <a:pt x="8305129" y="1494924"/>
                  </a:cubicBezTo>
                  <a:lnTo>
                    <a:pt x="7957159" y="1850353"/>
                  </a:lnTo>
                  <a:cubicBezTo>
                    <a:pt x="7330863" y="1236026"/>
                    <a:pt x="6566031" y="781304"/>
                    <a:pt x="5727156" y="524531"/>
                  </a:cubicBezTo>
                  <a:cubicBezTo>
                    <a:pt x="5754750" y="405097"/>
                    <a:pt x="5768682" y="282915"/>
                    <a:pt x="5768682" y="160335"/>
                  </a:cubicBezTo>
                  <a:cubicBezTo>
                    <a:pt x="5768682" y="111735"/>
                    <a:pt x="5766529" y="63416"/>
                    <a:pt x="5762222" y="15380"/>
                  </a:cubicBezTo>
                  <a:close/>
                  <a:moveTo>
                    <a:pt x="2545367" y="0"/>
                  </a:moveTo>
                  <a:cubicBezTo>
                    <a:pt x="2529526" y="158785"/>
                    <a:pt x="2537300" y="319040"/>
                    <a:pt x="2568437" y="475546"/>
                  </a:cubicBezTo>
                  <a:cubicBezTo>
                    <a:pt x="2570667" y="486773"/>
                    <a:pt x="2572974" y="497924"/>
                    <a:pt x="2575512" y="509151"/>
                  </a:cubicBezTo>
                  <a:cubicBezTo>
                    <a:pt x="1738819" y="756284"/>
                    <a:pt x="973369" y="1199955"/>
                    <a:pt x="343048" y="1803136"/>
                  </a:cubicBezTo>
                  <a:lnTo>
                    <a:pt x="0" y="1443939"/>
                  </a:lnTo>
                  <a:cubicBezTo>
                    <a:pt x="715383" y="758721"/>
                    <a:pt x="1590168" y="262472"/>
                    <a:pt x="2545367" y="0"/>
                  </a:cubicBezTo>
                  <a:close/>
                </a:path>
              </a:pathLst>
            </a:custGeom>
            <a:grpFill/>
            <a:ln w="9525" cap="flat">
              <a:noFill/>
              <a:prstDash val="solid"/>
              <a:miter/>
            </a:ln>
          </p:spPr>
          <p:txBody>
            <a:bodyPr wrap="square" rtlCol="0" anchor="ctr">
              <a:noAutofit/>
            </a:bodyPr>
            <a:lstStyle/>
            <a:p>
              <a:endParaRPr lang="en-US"/>
            </a:p>
          </p:txBody>
        </p:sp>
        <p:sp>
          <p:nvSpPr>
            <p:cNvPr id="2698" name="Freeform: Shape 2697">
              <a:extLst>
                <a:ext uri="{FF2B5EF4-FFF2-40B4-BE49-F238E27FC236}">
                  <a16:creationId xmlns:a16="http://schemas.microsoft.com/office/drawing/2014/main" id="{7E7CBA50-CF4F-22B3-8CB2-EB470DC4953E}"/>
                </a:ext>
                <a:ext uri="{C183D7F6-B498-43B3-948B-1728B52AA6E4}">
                  <adec:decorative xmlns:adec="http://schemas.microsoft.com/office/drawing/2017/decorative" val="1"/>
                </a:ext>
              </a:extLst>
            </p:cNvPr>
            <p:cNvSpPr/>
            <p:nvPr/>
          </p:nvSpPr>
          <p:spPr>
            <a:xfrm>
              <a:off x="4426420" y="5755986"/>
              <a:ext cx="149141" cy="457200"/>
            </a:xfrm>
            <a:custGeom>
              <a:avLst/>
              <a:gdLst>
                <a:gd name="connsiteX0" fmla="*/ 744768 w 2237119"/>
                <a:gd name="connsiteY0" fmla="*/ 6112080 h 6858000"/>
                <a:gd name="connsiteX1" fmla="*/ 1490689 w 2237119"/>
                <a:gd name="connsiteY1" fmla="*/ 6112080 h 6858000"/>
                <a:gd name="connsiteX2" fmla="*/ 1490689 w 2237119"/>
                <a:gd name="connsiteY2" fmla="*/ 6858000 h 6858000"/>
                <a:gd name="connsiteX3" fmla="*/ 744768 w 2237119"/>
                <a:gd name="connsiteY3" fmla="*/ 6858000 h 6858000"/>
                <a:gd name="connsiteX4" fmla="*/ 1152644 w 2237119"/>
                <a:gd name="connsiteY4" fmla="*/ 1068715 h 6858000"/>
                <a:gd name="connsiteX5" fmla="*/ 1288679 w 2237119"/>
                <a:gd name="connsiteY5" fmla="*/ 1115315 h 6858000"/>
                <a:gd name="connsiteX6" fmla="*/ 1335895 w 2237119"/>
                <a:gd name="connsiteY6" fmla="*/ 1265038 h 6858000"/>
                <a:gd name="connsiteX7" fmla="*/ 1287218 w 2237119"/>
                <a:gd name="connsiteY7" fmla="*/ 1425142 h 6858000"/>
                <a:gd name="connsiteX8" fmla="*/ 1148031 w 2237119"/>
                <a:gd name="connsiteY8" fmla="*/ 1481663 h 6858000"/>
                <a:gd name="connsiteX9" fmla="*/ 1008228 w 2237119"/>
                <a:gd name="connsiteY9" fmla="*/ 1427834 h 6858000"/>
                <a:gd name="connsiteX10" fmla="*/ 956628 w 2237119"/>
                <a:gd name="connsiteY10" fmla="*/ 1270652 h 6858000"/>
                <a:gd name="connsiteX11" fmla="*/ 1007843 w 2237119"/>
                <a:gd name="connsiteY11" fmla="*/ 1120237 h 6858000"/>
                <a:gd name="connsiteX12" fmla="*/ 1152644 w 2237119"/>
                <a:gd name="connsiteY12" fmla="*/ 1068715 h 6858000"/>
                <a:gd name="connsiteX13" fmla="*/ 1222162 w 2237119"/>
                <a:gd name="connsiteY13" fmla="*/ 447524 h 6858000"/>
                <a:gd name="connsiteX14" fmla="*/ 999154 w 2237119"/>
                <a:gd name="connsiteY14" fmla="*/ 492894 h 6858000"/>
                <a:gd name="connsiteX15" fmla="*/ 829514 w 2237119"/>
                <a:gd name="connsiteY15" fmla="*/ 617163 h 6858000"/>
                <a:gd name="connsiteX16" fmla="*/ 720702 w 2237119"/>
                <a:gd name="connsiteY16" fmla="*/ 817101 h 6858000"/>
                <a:gd name="connsiteX17" fmla="*/ 682791 w 2237119"/>
                <a:gd name="connsiteY17" fmla="*/ 1088632 h 6858000"/>
                <a:gd name="connsiteX18" fmla="*/ 715781 w 2237119"/>
                <a:gd name="connsiteY18" fmla="*/ 1337246 h 6858000"/>
                <a:gd name="connsiteX19" fmla="*/ 810521 w 2237119"/>
                <a:gd name="connsiteY19" fmla="*/ 1519804 h 6858000"/>
                <a:gd name="connsiteX20" fmla="*/ 958551 w 2237119"/>
                <a:gd name="connsiteY20" fmla="*/ 1632692 h 6858000"/>
                <a:gd name="connsiteX21" fmla="*/ 1153107 w 2237119"/>
                <a:gd name="connsiteY21" fmla="*/ 1671141 h 6858000"/>
                <a:gd name="connsiteX22" fmla="*/ 1329975 w 2237119"/>
                <a:gd name="connsiteY22" fmla="*/ 1640382 h 6858000"/>
                <a:gd name="connsiteX23" fmla="*/ 1464164 w 2237119"/>
                <a:gd name="connsiteY23" fmla="*/ 1553410 h 6858000"/>
                <a:gd name="connsiteX24" fmla="*/ 1548753 w 2237119"/>
                <a:gd name="connsiteY24" fmla="*/ 1415452 h 6858000"/>
                <a:gd name="connsiteX25" fmla="*/ 1578897 w 2237119"/>
                <a:gd name="connsiteY25" fmla="*/ 1235663 h 6858000"/>
                <a:gd name="connsiteX26" fmla="*/ 1553443 w 2237119"/>
                <a:gd name="connsiteY26" fmla="*/ 1084633 h 6858000"/>
                <a:gd name="connsiteX27" fmla="*/ 1481927 w 2237119"/>
                <a:gd name="connsiteY27" fmla="*/ 970284 h 6858000"/>
                <a:gd name="connsiteX28" fmla="*/ 1369500 w 2237119"/>
                <a:gd name="connsiteY28" fmla="*/ 899460 h 6858000"/>
                <a:gd name="connsiteX29" fmla="*/ 1224085 w 2237119"/>
                <a:gd name="connsiteY29" fmla="*/ 873929 h 6858000"/>
                <a:gd name="connsiteX30" fmla="*/ 1138342 w 2237119"/>
                <a:gd name="connsiteY30" fmla="*/ 882004 h 6858000"/>
                <a:gd name="connsiteX31" fmla="*/ 1052599 w 2237119"/>
                <a:gd name="connsiteY31" fmla="*/ 909380 h 6858000"/>
                <a:gd name="connsiteX32" fmla="*/ 977391 w 2237119"/>
                <a:gd name="connsiteY32" fmla="*/ 955980 h 6858000"/>
                <a:gd name="connsiteX33" fmla="*/ 919563 w 2237119"/>
                <a:gd name="connsiteY33" fmla="*/ 1025189 h 6858000"/>
                <a:gd name="connsiteX34" fmla="*/ 1010919 w 2237119"/>
                <a:gd name="connsiteY34" fmla="*/ 741201 h 6858000"/>
                <a:gd name="connsiteX35" fmla="*/ 1240232 w 2237119"/>
                <a:gd name="connsiteY35" fmla="*/ 648000 h 6858000"/>
                <a:gd name="connsiteX36" fmla="*/ 1454012 w 2237119"/>
                <a:gd name="connsiteY36" fmla="*/ 710134 h 6858000"/>
                <a:gd name="connsiteX37" fmla="*/ 1541063 w 2237119"/>
                <a:gd name="connsiteY37" fmla="*/ 538034 h 6858000"/>
                <a:gd name="connsiteX38" fmla="*/ 1397338 w 2237119"/>
                <a:gd name="connsiteY38" fmla="*/ 470594 h 6858000"/>
                <a:gd name="connsiteX39" fmla="*/ 1222162 w 2237119"/>
                <a:gd name="connsiteY39" fmla="*/ 447524 h 6858000"/>
                <a:gd name="connsiteX40" fmla="*/ 1113901 w 2237119"/>
                <a:gd name="connsiteY40" fmla="*/ 15 h 6858000"/>
                <a:gd name="connsiteX41" fmla="*/ 1740001 w 2237119"/>
                <a:gd name="connsiteY41" fmla="*/ 188605 h 6858000"/>
                <a:gd name="connsiteX42" fmla="*/ 2151950 w 2237119"/>
                <a:gd name="connsiteY42" fmla="*/ 690525 h 6858000"/>
                <a:gd name="connsiteX43" fmla="*/ 2048627 w 2237119"/>
                <a:gd name="connsiteY43" fmla="*/ 1739999 h 6858000"/>
                <a:gd name="connsiteX44" fmla="*/ 497232 w 2237119"/>
                <a:gd name="connsiteY44" fmla="*/ 2048624 h 6858000"/>
                <a:gd name="connsiteX45" fmla="*/ 188605 w 2237119"/>
                <a:gd name="connsiteY45" fmla="*/ 497231 h 6858000"/>
                <a:gd name="connsiteX46" fmla="*/ 1113901 w 2237119"/>
                <a:gd name="connsiteY46" fmla="*/ 1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37119" h="6858000">
                  <a:moveTo>
                    <a:pt x="744768" y="6112080"/>
                  </a:moveTo>
                  <a:lnTo>
                    <a:pt x="1490689" y="6112080"/>
                  </a:lnTo>
                  <a:lnTo>
                    <a:pt x="1490689" y="6858000"/>
                  </a:lnTo>
                  <a:lnTo>
                    <a:pt x="744768" y="6858000"/>
                  </a:lnTo>
                  <a:close/>
                  <a:moveTo>
                    <a:pt x="1152644" y="1068715"/>
                  </a:moveTo>
                  <a:cubicBezTo>
                    <a:pt x="1202488" y="1064725"/>
                    <a:pt x="1251752" y="1081601"/>
                    <a:pt x="1288679" y="1115315"/>
                  </a:cubicBezTo>
                  <a:cubicBezTo>
                    <a:pt x="1323131" y="1157269"/>
                    <a:pt x="1340047" y="1210910"/>
                    <a:pt x="1335895" y="1265038"/>
                  </a:cubicBezTo>
                  <a:cubicBezTo>
                    <a:pt x="1339791" y="1322562"/>
                    <a:pt x="1322474" y="1379521"/>
                    <a:pt x="1287218" y="1425142"/>
                  </a:cubicBezTo>
                  <a:cubicBezTo>
                    <a:pt x="1251704" y="1463985"/>
                    <a:pt x="1200571" y="1484749"/>
                    <a:pt x="1148031" y="1481663"/>
                  </a:cubicBezTo>
                  <a:cubicBezTo>
                    <a:pt x="1095951" y="1484068"/>
                    <a:pt x="1045246" y="1464545"/>
                    <a:pt x="1008228" y="1427834"/>
                  </a:cubicBezTo>
                  <a:cubicBezTo>
                    <a:pt x="970978" y="1384291"/>
                    <a:pt x="952433" y="1327800"/>
                    <a:pt x="956628" y="1270652"/>
                  </a:cubicBezTo>
                  <a:cubicBezTo>
                    <a:pt x="952564" y="1215638"/>
                    <a:pt x="971052" y="1161339"/>
                    <a:pt x="1007843" y="1120237"/>
                  </a:cubicBezTo>
                  <a:cubicBezTo>
                    <a:pt x="1047093" y="1084082"/>
                    <a:pt x="1099379" y="1065479"/>
                    <a:pt x="1152644" y="1068715"/>
                  </a:cubicBezTo>
                  <a:close/>
                  <a:moveTo>
                    <a:pt x="1222162" y="447524"/>
                  </a:moveTo>
                  <a:cubicBezTo>
                    <a:pt x="1145489" y="447067"/>
                    <a:pt x="1069553" y="462516"/>
                    <a:pt x="999154" y="492894"/>
                  </a:cubicBezTo>
                  <a:cubicBezTo>
                    <a:pt x="933856" y="520813"/>
                    <a:pt x="875825" y="563324"/>
                    <a:pt x="829514" y="617163"/>
                  </a:cubicBezTo>
                  <a:cubicBezTo>
                    <a:pt x="780136" y="675792"/>
                    <a:pt x="743123" y="743801"/>
                    <a:pt x="720702" y="817101"/>
                  </a:cubicBezTo>
                  <a:cubicBezTo>
                    <a:pt x="694070" y="905099"/>
                    <a:pt x="681279" y="996703"/>
                    <a:pt x="682791" y="1088632"/>
                  </a:cubicBezTo>
                  <a:cubicBezTo>
                    <a:pt x="681463" y="1172677"/>
                    <a:pt x="692580" y="1256456"/>
                    <a:pt x="715781" y="1337246"/>
                  </a:cubicBezTo>
                  <a:cubicBezTo>
                    <a:pt x="734582" y="1403922"/>
                    <a:pt x="766823" y="1466048"/>
                    <a:pt x="810521" y="1519804"/>
                  </a:cubicBezTo>
                  <a:cubicBezTo>
                    <a:pt x="850197" y="1568657"/>
                    <a:pt x="900942" y="1607354"/>
                    <a:pt x="958551" y="1632692"/>
                  </a:cubicBezTo>
                  <a:cubicBezTo>
                    <a:pt x="1020000" y="1658977"/>
                    <a:pt x="1086279" y="1672076"/>
                    <a:pt x="1153107" y="1671141"/>
                  </a:cubicBezTo>
                  <a:cubicBezTo>
                    <a:pt x="1213446" y="1671783"/>
                    <a:pt x="1273393" y="1661357"/>
                    <a:pt x="1329975" y="1640382"/>
                  </a:cubicBezTo>
                  <a:cubicBezTo>
                    <a:pt x="1380403" y="1621308"/>
                    <a:pt x="1426160" y="1591652"/>
                    <a:pt x="1464164" y="1553410"/>
                  </a:cubicBezTo>
                  <a:cubicBezTo>
                    <a:pt x="1501758" y="1513892"/>
                    <a:pt x="1530583" y="1466881"/>
                    <a:pt x="1548753" y="1415452"/>
                  </a:cubicBezTo>
                  <a:cubicBezTo>
                    <a:pt x="1569475" y="1357808"/>
                    <a:pt x="1579685" y="1296913"/>
                    <a:pt x="1578897" y="1235663"/>
                  </a:cubicBezTo>
                  <a:cubicBezTo>
                    <a:pt x="1579563" y="1184198"/>
                    <a:pt x="1570941" y="1133035"/>
                    <a:pt x="1553443" y="1084633"/>
                  </a:cubicBezTo>
                  <a:cubicBezTo>
                    <a:pt x="1538047" y="1041846"/>
                    <a:pt x="1513661" y="1002853"/>
                    <a:pt x="1481927" y="970284"/>
                  </a:cubicBezTo>
                  <a:cubicBezTo>
                    <a:pt x="1449605" y="939344"/>
                    <a:pt x="1411364" y="915254"/>
                    <a:pt x="1369500" y="899460"/>
                  </a:cubicBezTo>
                  <a:cubicBezTo>
                    <a:pt x="1323024" y="882032"/>
                    <a:pt x="1273718" y="873376"/>
                    <a:pt x="1224085" y="873929"/>
                  </a:cubicBezTo>
                  <a:cubicBezTo>
                    <a:pt x="1195314" y="873921"/>
                    <a:pt x="1166605" y="876625"/>
                    <a:pt x="1138342" y="882004"/>
                  </a:cubicBezTo>
                  <a:cubicBezTo>
                    <a:pt x="1108689" y="887348"/>
                    <a:pt x="1079863" y="896552"/>
                    <a:pt x="1052599" y="909380"/>
                  </a:cubicBezTo>
                  <a:cubicBezTo>
                    <a:pt x="1025464" y="921301"/>
                    <a:pt x="1000146" y="936989"/>
                    <a:pt x="977391" y="955980"/>
                  </a:cubicBezTo>
                  <a:cubicBezTo>
                    <a:pt x="953874" y="975147"/>
                    <a:pt x="934244" y="998640"/>
                    <a:pt x="919563" y="1025189"/>
                  </a:cubicBezTo>
                  <a:cubicBezTo>
                    <a:pt x="917971" y="923058"/>
                    <a:pt x="950078" y="823249"/>
                    <a:pt x="1010919" y="741201"/>
                  </a:cubicBezTo>
                  <a:cubicBezTo>
                    <a:pt x="1069406" y="677166"/>
                    <a:pt x="1153656" y="642924"/>
                    <a:pt x="1240232" y="648000"/>
                  </a:cubicBezTo>
                  <a:cubicBezTo>
                    <a:pt x="1316214" y="646018"/>
                    <a:pt x="1390930" y="667734"/>
                    <a:pt x="1454012" y="710134"/>
                  </a:cubicBezTo>
                  <a:lnTo>
                    <a:pt x="1541063" y="538034"/>
                  </a:lnTo>
                  <a:cubicBezTo>
                    <a:pt x="1497938" y="506520"/>
                    <a:pt x="1449137" y="483621"/>
                    <a:pt x="1397338" y="470594"/>
                  </a:cubicBezTo>
                  <a:cubicBezTo>
                    <a:pt x="1340280" y="454906"/>
                    <a:pt x="1281336" y="447143"/>
                    <a:pt x="1222162" y="447524"/>
                  </a:cubicBezTo>
                  <a:close/>
                  <a:moveTo>
                    <a:pt x="1113901" y="15"/>
                  </a:moveTo>
                  <a:cubicBezTo>
                    <a:pt x="1329331" y="-1090"/>
                    <a:pt x="1547389" y="59913"/>
                    <a:pt x="1740001" y="188605"/>
                  </a:cubicBezTo>
                  <a:cubicBezTo>
                    <a:pt x="1923944" y="311479"/>
                    <a:pt x="2067306" y="486152"/>
                    <a:pt x="2151950" y="690525"/>
                  </a:cubicBezTo>
                  <a:cubicBezTo>
                    <a:pt x="2294930" y="1035653"/>
                    <a:pt x="2256167" y="1429380"/>
                    <a:pt x="2048627" y="1739999"/>
                  </a:cubicBezTo>
                  <a:cubicBezTo>
                    <a:pt x="1705446" y="2253629"/>
                    <a:pt x="1010863" y="2391805"/>
                    <a:pt x="497232" y="2048624"/>
                  </a:cubicBezTo>
                  <a:cubicBezTo>
                    <a:pt x="-16399" y="1705444"/>
                    <a:pt x="-154576" y="1010861"/>
                    <a:pt x="188605" y="497231"/>
                  </a:cubicBezTo>
                  <a:cubicBezTo>
                    <a:pt x="403094" y="176212"/>
                    <a:pt x="754848" y="1855"/>
                    <a:pt x="1113901" y="15"/>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57" name="Group 56">
            <a:extLst>
              <a:ext uri="{FF2B5EF4-FFF2-40B4-BE49-F238E27FC236}">
                <a16:creationId xmlns:a16="http://schemas.microsoft.com/office/drawing/2014/main" id="{E85361B4-4B75-6C11-66A1-8B22EEC52618}"/>
              </a:ext>
              <a:ext uri="{C183D7F6-B498-43B3-948B-1728B52AA6E4}">
                <adec:decorative xmlns:adec="http://schemas.microsoft.com/office/drawing/2017/decorative" val="1"/>
              </a:ext>
            </a:extLst>
          </p:cNvPr>
          <p:cNvGrpSpPr>
            <a:grpSpLocks noChangeAspect="1"/>
          </p:cNvGrpSpPr>
          <p:nvPr/>
        </p:nvGrpSpPr>
        <p:grpSpPr>
          <a:xfrm>
            <a:off x="4974206" y="5755986"/>
            <a:ext cx="279943" cy="457200"/>
            <a:chOff x="4974206" y="5755986"/>
            <a:chExt cx="279943" cy="457200"/>
          </a:xfrm>
          <a:solidFill>
            <a:schemeClr val="accent2"/>
          </a:solidFill>
        </p:grpSpPr>
        <p:sp>
          <p:nvSpPr>
            <p:cNvPr id="2717" name="Freeform: Shape 2716">
              <a:extLst>
                <a:ext uri="{FF2B5EF4-FFF2-40B4-BE49-F238E27FC236}">
                  <a16:creationId xmlns:a16="http://schemas.microsoft.com/office/drawing/2014/main" id="{6358CC24-F9BF-33D6-7F3A-8270247ADB70}"/>
                </a:ext>
                <a:ext uri="{C183D7F6-B498-43B3-948B-1728B52AA6E4}">
                  <adec:decorative xmlns:adec="http://schemas.microsoft.com/office/drawing/2017/decorative" val="1"/>
                </a:ext>
              </a:extLst>
            </p:cNvPr>
            <p:cNvSpPr/>
            <p:nvPr/>
          </p:nvSpPr>
          <p:spPr>
            <a:xfrm>
              <a:off x="4974206" y="5755986"/>
              <a:ext cx="279943" cy="457200"/>
            </a:xfrm>
            <a:custGeom>
              <a:avLst/>
              <a:gdLst>
                <a:gd name="connsiteX0" fmla="*/ 994384 w 4199139"/>
                <a:gd name="connsiteY0" fmla="*/ 2485630 h 6857999"/>
                <a:gd name="connsiteX1" fmla="*/ 994384 w 4199139"/>
                <a:gd name="connsiteY1" fmla="*/ 2486264 h 6857999"/>
                <a:gd name="connsiteX2" fmla="*/ 994101 w 4199139"/>
                <a:gd name="connsiteY2" fmla="*/ 2485943 h 6857999"/>
                <a:gd name="connsiteX3" fmla="*/ 3286093 w 4199139"/>
                <a:gd name="connsiteY3" fmla="*/ 2484995 h 6857999"/>
                <a:gd name="connsiteX4" fmla="*/ 3286657 w 4199139"/>
                <a:gd name="connsiteY4" fmla="*/ 2485619 h 6857999"/>
                <a:gd name="connsiteX5" fmla="*/ 3286093 w 4199139"/>
                <a:gd name="connsiteY5" fmla="*/ 2486261 h 6857999"/>
                <a:gd name="connsiteX6" fmla="*/ 1702937 w 4199139"/>
                <a:gd name="connsiteY6" fmla="*/ 1787221 h 6857999"/>
                <a:gd name="connsiteX7" fmla="*/ 1702937 w 4199139"/>
                <a:gd name="connsiteY7" fmla="*/ 1787853 h 6857999"/>
                <a:gd name="connsiteX8" fmla="*/ 1702665 w 4199139"/>
                <a:gd name="connsiteY8" fmla="*/ 1787504 h 6857999"/>
                <a:gd name="connsiteX9" fmla="*/ 2577539 w 4199139"/>
                <a:gd name="connsiteY9" fmla="*/ 1787220 h 6857999"/>
                <a:gd name="connsiteX10" fmla="*/ 2577811 w 4199139"/>
                <a:gd name="connsiteY10" fmla="*/ 1787502 h 6857999"/>
                <a:gd name="connsiteX11" fmla="*/ 2577539 w 4199139"/>
                <a:gd name="connsiteY11" fmla="*/ 1787851 h 6857999"/>
                <a:gd name="connsiteX12" fmla="*/ 1861307 w 4199139"/>
                <a:gd name="connsiteY12" fmla="*/ 1740223 h 6857999"/>
                <a:gd name="connsiteX13" fmla="*/ 2148056 w 4199139"/>
                <a:gd name="connsiteY13" fmla="*/ 1740223 h 6857999"/>
                <a:gd name="connsiteX14" fmla="*/ 384702 w 4199139"/>
                <a:gd name="connsiteY14" fmla="*/ 6588645 h 6857999"/>
                <a:gd name="connsiteX15" fmla="*/ 3917326 w 4199139"/>
                <a:gd name="connsiteY15" fmla="*/ 6588645 h 6857999"/>
                <a:gd name="connsiteX16" fmla="*/ 2153979 w 4199139"/>
                <a:gd name="connsiteY16" fmla="*/ 1740223 h 6857999"/>
                <a:gd name="connsiteX17" fmla="*/ 2440695 w 4199139"/>
                <a:gd name="connsiteY17" fmla="*/ 1740223 h 6857999"/>
                <a:gd name="connsiteX18" fmla="*/ 4184780 w 4199139"/>
                <a:gd name="connsiteY18" fmla="*/ 6536044 h 6857999"/>
                <a:gd name="connsiteX19" fmla="*/ 4155624 w 4199139"/>
                <a:gd name="connsiteY19" fmla="*/ 6755332 h 6857999"/>
                <a:gd name="connsiteX20" fmla="*/ 3959161 w 4199139"/>
                <a:gd name="connsiteY20" fmla="*/ 6857359 h 6857999"/>
                <a:gd name="connsiteX21" fmla="*/ 3959161 w 4199139"/>
                <a:gd name="connsiteY21" fmla="*/ 6857999 h 6857999"/>
                <a:gd name="connsiteX22" fmla="*/ 0 w 4199139"/>
                <a:gd name="connsiteY22" fmla="*/ 6857999 h 6857999"/>
                <a:gd name="connsiteX23" fmla="*/ 1532452 w 4199139"/>
                <a:gd name="connsiteY23" fmla="*/ 711086 h 6857999"/>
                <a:gd name="connsiteX24" fmla="*/ 1702937 w 4199139"/>
                <a:gd name="connsiteY24" fmla="*/ 888539 h 6857999"/>
                <a:gd name="connsiteX25" fmla="*/ 1627032 w 4199139"/>
                <a:gd name="connsiteY25" fmla="*/ 1690464 h 6857999"/>
                <a:gd name="connsiteX26" fmla="*/ 1702665 w 4199139"/>
                <a:gd name="connsiteY26" fmla="*/ 1787504 h 6857999"/>
                <a:gd name="connsiteX27" fmla="*/ 1532452 w 4199139"/>
                <a:gd name="connsiteY27" fmla="*/ 1964674 h 6857999"/>
                <a:gd name="connsiteX28" fmla="*/ 1532452 w 4199139"/>
                <a:gd name="connsiteY28" fmla="*/ 711086 h 6857999"/>
                <a:gd name="connsiteX29" fmla="*/ 2748024 w 4199139"/>
                <a:gd name="connsiteY29" fmla="*/ 711084 h 6857999"/>
                <a:gd name="connsiteX30" fmla="*/ 2748024 w 4199139"/>
                <a:gd name="connsiteY30" fmla="*/ 1964673 h 6857999"/>
                <a:gd name="connsiteX31" fmla="*/ 2577811 w 4199139"/>
                <a:gd name="connsiteY31" fmla="*/ 1787502 h 6857999"/>
                <a:gd name="connsiteX32" fmla="*/ 2653444 w 4199139"/>
                <a:gd name="connsiteY32" fmla="*/ 1690462 h 6857999"/>
                <a:gd name="connsiteX33" fmla="*/ 2577539 w 4199139"/>
                <a:gd name="connsiteY33" fmla="*/ 888537 h 6857999"/>
                <a:gd name="connsiteX34" fmla="*/ 3117513 w 4199139"/>
                <a:gd name="connsiteY34" fmla="*/ 376456 h 6857999"/>
                <a:gd name="connsiteX35" fmla="*/ 3494603 w 4199139"/>
                <a:gd name="connsiteY35" fmla="*/ 1358792 h 6857999"/>
                <a:gd name="connsiteX36" fmla="*/ 3117513 w 4199139"/>
                <a:gd name="connsiteY36" fmla="*/ 2341131 h 6857999"/>
                <a:gd name="connsiteX37" fmla="*/ 2952732 w 4199139"/>
                <a:gd name="connsiteY37" fmla="*/ 2152267 h 6857999"/>
                <a:gd name="connsiteX38" fmla="*/ 3258842 w 4199139"/>
                <a:gd name="connsiteY38" fmla="*/ 1346119 h 6857999"/>
                <a:gd name="connsiteX39" fmla="*/ 2952732 w 4199139"/>
                <a:gd name="connsiteY39" fmla="*/ 552643 h 6857999"/>
                <a:gd name="connsiteX40" fmla="*/ 1191484 w 4199139"/>
                <a:gd name="connsiteY40" fmla="*/ 376456 h 6857999"/>
                <a:gd name="connsiteX41" fmla="*/ 1368942 w 4199139"/>
                <a:gd name="connsiteY41" fmla="*/ 552643 h 6857999"/>
                <a:gd name="connsiteX42" fmla="*/ 1039379 w 4199139"/>
                <a:gd name="connsiteY42" fmla="*/ 1346119 h 6857999"/>
                <a:gd name="connsiteX43" fmla="*/ 1368942 w 4199139"/>
                <a:gd name="connsiteY43" fmla="*/ 2152267 h 6857999"/>
                <a:gd name="connsiteX44" fmla="*/ 1191484 w 4199139"/>
                <a:gd name="connsiteY44" fmla="*/ 2341131 h 6857999"/>
                <a:gd name="connsiteX45" fmla="*/ 785873 w 4199139"/>
                <a:gd name="connsiteY45" fmla="*/ 1358792 h 6857999"/>
                <a:gd name="connsiteX46" fmla="*/ 1191484 w 4199139"/>
                <a:gd name="connsiteY46" fmla="*/ 376456 h 6857999"/>
                <a:gd name="connsiteX47" fmla="*/ 811226 w 4199139"/>
                <a:gd name="connsiteY47" fmla="*/ 634 h 6857999"/>
                <a:gd name="connsiteX48" fmla="*/ 994384 w 4199139"/>
                <a:gd name="connsiteY48" fmla="*/ 164779 h 6857999"/>
                <a:gd name="connsiteX49" fmla="*/ 530465 w 4199139"/>
                <a:gd name="connsiteY49" fmla="*/ 1325206 h 6857999"/>
                <a:gd name="connsiteX50" fmla="*/ 890202 w 4199139"/>
                <a:gd name="connsiteY50" fmla="*/ 2367516 h 6857999"/>
                <a:gd name="connsiteX51" fmla="*/ 994101 w 4199139"/>
                <a:gd name="connsiteY51" fmla="*/ 2485943 h 6857999"/>
                <a:gd name="connsiteX52" fmla="*/ 823268 w 4199139"/>
                <a:gd name="connsiteY52" fmla="*/ 2675125 h 6857999"/>
                <a:gd name="connsiteX53" fmla="*/ 285830 w 4199139"/>
                <a:gd name="connsiteY53" fmla="*/ 1337879 h 6857999"/>
                <a:gd name="connsiteX54" fmla="*/ 811226 w 4199139"/>
                <a:gd name="connsiteY54" fmla="*/ 634 h 6857999"/>
                <a:gd name="connsiteX55" fmla="*/ 3469254 w 4199139"/>
                <a:gd name="connsiteY55" fmla="*/ 0 h 6857999"/>
                <a:gd name="connsiteX56" fmla="*/ 3994647 w 4199139"/>
                <a:gd name="connsiteY56" fmla="*/ 1337245 h 6857999"/>
                <a:gd name="connsiteX57" fmla="*/ 3457213 w 4199139"/>
                <a:gd name="connsiteY57" fmla="*/ 2674490 h 6857999"/>
                <a:gd name="connsiteX58" fmla="*/ 3286657 w 4199139"/>
                <a:gd name="connsiteY58" fmla="*/ 2485619 h 6857999"/>
                <a:gd name="connsiteX59" fmla="*/ 3390275 w 4199139"/>
                <a:gd name="connsiteY59" fmla="*/ 2367513 h 6857999"/>
                <a:gd name="connsiteX60" fmla="*/ 3750012 w 4199139"/>
                <a:gd name="connsiteY60" fmla="*/ 1325203 h 6857999"/>
                <a:gd name="connsiteX61" fmla="*/ 3286093 w 4199139"/>
                <a:gd name="connsiteY61" fmla="*/ 16414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199139" h="6857999">
                  <a:moveTo>
                    <a:pt x="994384" y="2485630"/>
                  </a:moveTo>
                  <a:lnTo>
                    <a:pt x="994384" y="2486264"/>
                  </a:lnTo>
                  <a:lnTo>
                    <a:pt x="994101" y="2485943"/>
                  </a:lnTo>
                  <a:close/>
                  <a:moveTo>
                    <a:pt x="3286093" y="2484995"/>
                  </a:moveTo>
                  <a:lnTo>
                    <a:pt x="3286657" y="2485619"/>
                  </a:lnTo>
                  <a:lnTo>
                    <a:pt x="3286093" y="2486261"/>
                  </a:lnTo>
                  <a:close/>
                  <a:moveTo>
                    <a:pt x="1702937" y="1787221"/>
                  </a:moveTo>
                  <a:lnTo>
                    <a:pt x="1702937" y="1787853"/>
                  </a:lnTo>
                  <a:lnTo>
                    <a:pt x="1702665" y="1787504"/>
                  </a:lnTo>
                  <a:close/>
                  <a:moveTo>
                    <a:pt x="2577539" y="1787220"/>
                  </a:moveTo>
                  <a:lnTo>
                    <a:pt x="2577811" y="1787502"/>
                  </a:lnTo>
                  <a:lnTo>
                    <a:pt x="2577539" y="1787851"/>
                  </a:lnTo>
                  <a:close/>
                  <a:moveTo>
                    <a:pt x="1861307" y="1740223"/>
                  </a:moveTo>
                  <a:lnTo>
                    <a:pt x="2148056" y="1740223"/>
                  </a:lnTo>
                  <a:lnTo>
                    <a:pt x="384702" y="6588645"/>
                  </a:lnTo>
                  <a:lnTo>
                    <a:pt x="3917326" y="6588645"/>
                  </a:lnTo>
                  <a:lnTo>
                    <a:pt x="2153979" y="1740223"/>
                  </a:lnTo>
                  <a:lnTo>
                    <a:pt x="2440695" y="1740223"/>
                  </a:lnTo>
                  <a:lnTo>
                    <a:pt x="4184780" y="6536044"/>
                  </a:lnTo>
                  <a:cubicBezTo>
                    <a:pt x="4211400" y="6609562"/>
                    <a:pt x="4200628" y="6691946"/>
                    <a:pt x="4155624" y="6755332"/>
                  </a:cubicBezTo>
                  <a:cubicBezTo>
                    <a:pt x="4110621" y="6819333"/>
                    <a:pt x="4037109" y="6857359"/>
                    <a:pt x="3959161" y="6857359"/>
                  </a:cubicBezTo>
                  <a:lnTo>
                    <a:pt x="3959161" y="6857999"/>
                  </a:lnTo>
                  <a:lnTo>
                    <a:pt x="0" y="6857999"/>
                  </a:lnTo>
                  <a:close/>
                  <a:moveTo>
                    <a:pt x="1532452" y="711086"/>
                  </a:moveTo>
                  <a:lnTo>
                    <a:pt x="1702937" y="888539"/>
                  </a:lnTo>
                  <a:cubicBezTo>
                    <a:pt x="1500525" y="1110359"/>
                    <a:pt x="1475224" y="1448146"/>
                    <a:pt x="1627032" y="1690464"/>
                  </a:cubicBezTo>
                  <a:lnTo>
                    <a:pt x="1702665" y="1787504"/>
                  </a:lnTo>
                  <a:lnTo>
                    <a:pt x="1532452" y="1964674"/>
                  </a:lnTo>
                  <a:cubicBezTo>
                    <a:pt x="1204160" y="1623076"/>
                    <a:pt x="1204160" y="1053319"/>
                    <a:pt x="1532452" y="711086"/>
                  </a:cubicBezTo>
                  <a:close/>
                  <a:moveTo>
                    <a:pt x="2748024" y="711084"/>
                  </a:moveTo>
                  <a:cubicBezTo>
                    <a:pt x="3076316" y="1053317"/>
                    <a:pt x="3076316" y="1623074"/>
                    <a:pt x="2748024" y="1964673"/>
                  </a:cubicBezTo>
                  <a:lnTo>
                    <a:pt x="2577811" y="1787502"/>
                  </a:lnTo>
                  <a:lnTo>
                    <a:pt x="2653444" y="1690462"/>
                  </a:lnTo>
                  <a:cubicBezTo>
                    <a:pt x="2805252" y="1448145"/>
                    <a:pt x="2779951" y="1110357"/>
                    <a:pt x="2577539" y="888537"/>
                  </a:cubicBezTo>
                  <a:close/>
                  <a:moveTo>
                    <a:pt x="3117513" y="376456"/>
                  </a:moveTo>
                  <a:cubicBezTo>
                    <a:pt x="3364681" y="640737"/>
                    <a:pt x="3494603" y="981069"/>
                    <a:pt x="3494603" y="1358792"/>
                  </a:cubicBezTo>
                  <a:cubicBezTo>
                    <a:pt x="3494603" y="1736519"/>
                    <a:pt x="3365316" y="2076216"/>
                    <a:pt x="3117513" y="2341131"/>
                  </a:cubicBezTo>
                  <a:lnTo>
                    <a:pt x="2952732" y="2152267"/>
                  </a:lnTo>
                  <a:cubicBezTo>
                    <a:pt x="3153003" y="1938055"/>
                    <a:pt x="3258842" y="1661102"/>
                    <a:pt x="3258842" y="1346119"/>
                  </a:cubicBezTo>
                  <a:cubicBezTo>
                    <a:pt x="3258842" y="1031136"/>
                    <a:pt x="3153003" y="766856"/>
                    <a:pt x="2952732" y="552643"/>
                  </a:cubicBezTo>
                  <a:close/>
                  <a:moveTo>
                    <a:pt x="1191484" y="376456"/>
                  </a:moveTo>
                  <a:lnTo>
                    <a:pt x="1368942" y="552643"/>
                  </a:lnTo>
                  <a:cubicBezTo>
                    <a:pt x="1153458" y="766856"/>
                    <a:pt x="1039379" y="1031136"/>
                    <a:pt x="1039379" y="1346119"/>
                  </a:cubicBezTo>
                  <a:cubicBezTo>
                    <a:pt x="1039379" y="1661101"/>
                    <a:pt x="1153458" y="1938055"/>
                    <a:pt x="1368942" y="2152267"/>
                  </a:cubicBezTo>
                  <a:lnTo>
                    <a:pt x="1191484" y="2341131"/>
                  </a:lnTo>
                  <a:cubicBezTo>
                    <a:pt x="925301" y="2076215"/>
                    <a:pt x="785873" y="1736518"/>
                    <a:pt x="785873" y="1358792"/>
                  </a:cubicBezTo>
                  <a:cubicBezTo>
                    <a:pt x="785873" y="981068"/>
                    <a:pt x="925301" y="640736"/>
                    <a:pt x="1191484" y="376456"/>
                  </a:cubicBezTo>
                  <a:close/>
                  <a:moveTo>
                    <a:pt x="811226" y="634"/>
                  </a:moveTo>
                  <a:lnTo>
                    <a:pt x="994384" y="164779"/>
                  </a:lnTo>
                  <a:cubicBezTo>
                    <a:pt x="688908" y="479762"/>
                    <a:pt x="530465" y="883469"/>
                    <a:pt x="530465" y="1325206"/>
                  </a:cubicBezTo>
                  <a:cubicBezTo>
                    <a:pt x="530465" y="1711723"/>
                    <a:pt x="660993" y="2078831"/>
                    <a:pt x="890202" y="2367516"/>
                  </a:cubicBezTo>
                  <a:lnTo>
                    <a:pt x="994101" y="2485943"/>
                  </a:lnTo>
                  <a:lnTo>
                    <a:pt x="823268" y="2675125"/>
                  </a:lnTo>
                  <a:cubicBezTo>
                    <a:pt x="481032" y="2322119"/>
                    <a:pt x="285830" y="1855033"/>
                    <a:pt x="285830" y="1337879"/>
                  </a:cubicBezTo>
                  <a:cubicBezTo>
                    <a:pt x="285830" y="820726"/>
                    <a:pt x="468991" y="353643"/>
                    <a:pt x="811226" y="634"/>
                  </a:cubicBezTo>
                  <a:close/>
                  <a:moveTo>
                    <a:pt x="3469254" y="0"/>
                  </a:moveTo>
                  <a:cubicBezTo>
                    <a:pt x="3811490" y="353008"/>
                    <a:pt x="3994647" y="820091"/>
                    <a:pt x="3994647" y="1337245"/>
                  </a:cubicBezTo>
                  <a:cubicBezTo>
                    <a:pt x="3994647" y="1854398"/>
                    <a:pt x="3799448" y="2321485"/>
                    <a:pt x="3457213" y="2674490"/>
                  </a:cubicBezTo>
                  <a:lnTo>
                    <a:pt x="3286657" y="2485619"/>
                  </a:lnTo>
                  <a:lnTo>
                    <a:pt x="3390275" y="2367513"/>
                  </a:lnTo>
                  <a:cubicBezTo>
                    <a:pt x="3619485" y="2078831"/>
                    <a:pt x="3750012" y="1711723"/>
                    <a:pt x="3750012" y="1325203"/>
                  </a:cubicBezTo>
                  <a:cubicBezTo>
                    <a:pt x="3750012" y="883470"/>
                    <a:pt x="3590937" y="479759"/>
                    <a:pt x="3286093" y="164145"/>
                  </a:cubicBezTo>
                  <a:close/>
                </a:path>
              </a:pathLst>
            </a:custGeom>
            <a:grpFill/>
            <a:ln w="18906"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25252"/>
                </a:solidFill>
                <a:effectLst/>
                <a:uLnTx/>
                <a:uFillTx/>
                <a:latin typeface="IntelOne Text Light"/>
              </a:endParaRPr>
            </a:p>
          </p:txBody>
        </p:sp>
        <p:sp>
          <p:nvSpPr>
            <p:cNvPr id="2718" name="Freeform: Shape 2717">
              <a:extLst>
                <a:ext uri="{FF2B5EF4-FFF2-40B4-BE49-F238E27FC236}">
                  <a16:creationId xmlns:a16="http://schemas.microsoft.com/office/drawing/2014/main" id="{05A1AC71-1D08-361D-CBEE-6A47EDB95ADC}"/>
                </a:ext>
                <a:ext uri="{C183D7F6-B498-43B3-948B-1728B52AA6E4}">
                  <adec:decorative xmlns:adec="http://schemas.microsoft.com/office/drawing/2017/decorative" val="1"/>
                </a:ext>
              </a:extLst>
            </p:cNvPr>
            <p:cNvSpPr/>
            <p:nvPr/>
          </p:nvSpPr>
          <p:spPr>
            <a:xfrm>
              <a:off x="5013753" y="5828489"/>
              <a:ext cx="207539" cy="357656"/>
            </a:xfrm>
            <a:custGeom>
              <a:avLst/>
              <a:gdLst>
                <a:gd name="connsiteX0" fmla="*/ 1557171 w 3113076"/>
                <a:gd name="connsiteY0" fmla="*/ 3228405 h 5364836"/>
                <a:gd name="connsiteX1" fmla="*/ 737710 w 3113076"/>
                <a:gd name="connsiteY1" fmla="*/ 3696128 h 5364836"/>
                <a:gd name="connsiteX2" fmla="*/ 1555905 w 3113076"/>
                <a:gd name="connsiteY2" fmla="*/ 4163847 h 5364836"/>
                <a:gd name="connsiteX3" fmla="*/ 1555905 w 3113076"/>
                <a:gd name="connsiteY3" fmla="*/ 4164482 h 5364836"/>
                <a:gd name="connsiteX4" fmla="*/ 2373469 w 3113076"/>
                <a:gd name="connsiteY4" fmla="*/ 3696128 h 5364836"/>
                <a:gd name="connsiteX5" fmla="*/ 1558441 w 3113076"/>
                <a:gd name="connsiteY5" fmla="*/ 2445067 h 5364836"/>
                <a:gd name="connsiteX6" fmla="*/ 1142686 w 3113076"/>
                <a:gd name="connsiteY6" fmla="*/ 2680197 h 5364836"/>
                <a:gd name="connsiteX7" fmla="*/ 1142054 w 3113076"/>
                <a:gd name="connsiteY7" fmla="*/ 2680197 h 5364836"/>
                <a:gd name="connsiteX8" fmla="*/ 1557171 w 3113076"/>
                <a:gd name="connsiteY8" fmla="*/ 2917859 h 5364836"/>
                <a:gd name="connsiteX9" fmla="*/ 1974193 w 3113076"/>
                <a:gd name="connsiteY9" fmla="*/ 2680197 h 5364836"/>
                <a:gd name="connsiteX10" fmla="*/ 1239654 w 3113076"/>
                <a:gd name="connsiteY10" fmla="*/ 1955166 h 5364836"/>
                <a:gd name="connsiteX11" fmla="*/ 1557806 w 3113076"/>
                <a:gd name="connsiteY11" fmla="*/ 2135156 h 5364836"/>
                <a:gd name="connsiteX12" fmla="*/ 1874057 w 3113076"/>
                <a:gd name="connsiteY12" fmla="*/ 1956432 h 5364836"/>
                <a:gd name="connsiteX13" fmla="*/ 1967223 w 3113076"/>
                <a:gd name="connsiteY13" fmla="*/ 2213109 h 5364836"/>
                <a:gd name="connsiteX14" fmla="*/ 1831594 w 3113076"/>
                <a:gd name="connsiteY14" fmla="*/ 2289796 h 5364836"/>
                <a:gd name="connsiteX15" fmla="*/ 2037569 w 3113076"/>
                <a:gd name="connsiteY15" fmla="*/ 2406410 h 5364836"/>
                <a:gd name="connsiteX16" fmla="*/ 2202350 w 3113076"/>
                <a:gd name="connsiteY16" fmla="*/ 2859552 h 5364836"/>
                <a:gd name="connsiteX17" fmla="*/ 1828426 w 3113076"/>
                <a:gd name="connsiteY17" fmla="*/ 3073134 h 5364836"/>
                <a:gd name="connsiteX18" fmla="*/ 2399453 w 3113076"/>
                <a:gd name="connsiteY18" fmla="*/ 3400156 h 5364836"/>
                <a:gd name="connsiteX19" fmla="*/ 2577543 w 3113076"/>
                <a:gd name="connsiteY19" fmla="*/ 3889425 h 5364836"/>
                <a:gd name="connsiteX20" fmla="*/ 1827157 w 3113076"/>
                <a:gd name="connsiteY20" fmla="*/ 4319122 h 5364836"/>
                <a:gd name="connsiteX21" fmla="*/ 1825890 w 3113076"/>
                <a:gd name="connsiteY21" fmla="*/ 4318487 h 5364836"/>
                <a:gd name="connsiteX22" fmla="*/ 2970481 w 3113076"/>
                <a:gd name="connsiteY22" fmla="*/ 4973169 h 5364836"/>
                <a:gd name="connsiteX23" fmla="*/ 3113076 w 3113076"/>
                <a:gd name="connsiteY23" fmla="*/ 5364836 h 5364836"/>
                <a:gd name="connsiteX24" fmla="*/ 1555270 w 3113076"/>
                <a:gd name="connsiteY24" fmla="*/ 4473759 h 5364836"/>
                <a:gd name="connsiteX25" fmla="*/ 0 w 3113076"/>
                <a:gd name="connsiteY25" fmla="*/ 5364205 h 5364836"/>
                <a:gd name="connsiteX26" fmla="*/ 142599 w 3113076"/>
                <a:gd name="connsiteY26" fmla="*/ 4972534 h 5364836"/>
                <a:gd name="connsiteX27" fmla="*/ 1284019 w 3113076"/>
                <a:gd name="connsiteY27" fmla="*/ 4319122 h 5364836"/>
                <a:gd name="connsiteX28" fmla="*/ 536169 w 3113076"/>
                <a:gd name="connsiteY28" fmla="*/ 3891327 h 5364836"/>
                <a:gd name="connsiteX29" fmla="*/ 715527 w 3113076"/>
                <a:gd name="connsiteY29" fmla="*/ 3397623 h 5364836"/>
                <a:gd name="connsiteX30" fmla="*/ 1285285 w 3113076"/>
                <a:gd name="connsiteY30" fmla="*/ 3072499 h 5364836"/>
                <a:gd name="connsiteX31" fmla="*/ 911362 w 3113076"/>
                <a:gd name="connsiteY31" fmla="*/ 2858285 h 5364836"/>
                <a:gd name="connsiteX32" fmla="*/ 1075508 w 3113076"/>
                <a:gd name="connsiteY32" fmla="*/ 2407676 h 5364836"/>
                <a:gd name="connsiteX33" fmla="*/ 1284019 w 3113076"/>
                <a:gd name="connsiteY33" fmla="*/ 2289796 h 5364836"/>
                <a:gd name="connsiteX34" fmla="*/ 1146488 w 3113076"/>
                <a:gd name="connsiteY34" fmla="*/ 2211843 h 5364836"/>
                <a:gd name="connsiteX35" fmla="*/ 1296695 w 3113076"/>
                <a:gd name="connsiteY35" fmla="*/ 0 h 5364836"/>
                <a:gd name="connsiteX36" fmla="*/ 1796738 w 3113076"/>
                <a:gd name="connsiteY36" fmla="*/ 0 h 5364836"/>
                <a:gd name="connsiteX37" fmla="*/ 1796738 w 3113076"/>
                <a:gd name="connsiteY37" fmla="*/ 501306 h 5364836"/>
                <a:gd name="connsiteX38" fmla="*/ 1296695 w 3113076"/>
                <a:gd name="connsiteY38" fmla="*/ 501306 h 536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13076" h="5364836">
                  <a:moveTo>
                    <a:pt x="1557171" y="3228405"/>
                  </a:moveTo>
                  <a:lnTo>
                    <a:pt x="737710" y="3696128"/>
                  </a:lnTo>
                  <a:lnTo>
                    <a:pt x="1555905" y="4163847"/>
                  </a:lnTo>
                  <a:lnTo>
                    <a:pt x="1555905" y="4164482"/>
                  </a:lnTo>
                  <a:lnTo>
                    <a:pt x="2373469" y="3696128"/>
                  </a:lnTo>
                  <a:close/>
                  <a:moveTo>
                    <a:pt x="1558441" y="2445067"/>
                  </a:moveTo>
                  <a:lnTo>
                    <a:pt x="1142686" y="2680197"/>
                  </a:lnTo>
                  <a:lnTo>
                    <a:pt x="1142054" y="2680197"/>
                  </a:lnTo>
                  <a:lnTo>
                    <a:pt x="1557171" y="2917859"/>
                  </a:lnTo>
                  <a:lnTo>
                    <a:pt x="1974193" y="2680197"/>
                  </a:lnTo>
                  <a:close/>
                  <a:moveTo>
                    <a:pt x="1239654" y="1955166"/>
                  </a:moveTo>
                  <a:lnTo>
                    <a:pt x="1557806" y="2135156"/>
                  </a:lnTo>
                  <a:lnTo>
                    <a:pt x="1874057" y="1956432"/>
                  </a:lnTo>
                  <a:lnTo>
                    <a:pt x="1967223" y="2213109"/>
                  </a:lnTo>
                  <a:lnTo>
                    <a:pt x="1831594" y="2289796"/>
                  </a:lnTo>
                  <a:lnTo>
                    <a:pt x="2037569" y="2406410"/>
                  </a:lnTo>
                  <a:lnTo>
                    <a:pt x="2202350" y="2859552"/>
                  </a:lnTo>
                  <a:lnTo>
                    <a:pt x="1828426" y="3073134"/>
                  </a:lnTo>
                  <a:lnTo>
                    <a:pt x="2399453" y="3400156"/>
                  </a:lnTo>
                  <a:lnTo>
                    <a:pt x="2577543" y="3889425"/>
                  </a:lnTo>
                  <a:lnTo>
                    <a:pt x="1827157" y="4319122"/>
                  </a:lnTo>
                  <a:lnTo>
                    <a:pt x="1825890" y="4318487"/>
                  </a:lnTo>
                  <a:lnTo>
                    <a:pt x="2970481" y="4973169"/>
                  </a:lnTo>
                  <a:lnTo>
                    <a:pt x="3113076" y="5364836"/>
                  </a:lnTo>
                  <a:lnTo>
                    <a:pt x="1555270" y="4473759"/>
                  </a:lnTo>
                  <a:lnTo>
                    <a:pt x="0" y="5364205"/>
                  </a:lnTo>
                  <a:lnTo>
                    <a:pt x="142599" y="4972534"/>
                  </a:lnTo>
                  <a:lnTo>
                    <a:pt x="1284019" y="4319122"/>
                  </a:lnTo>
                  <a:lnTo>
                    <a:pt x="536169" y="3891327"/>
                  </a:lnTo>
                  <a:lnTo>
                    <a:pt x="715527" y="3397623"/>
                  </a:lnTo>
                  <a:lnTo>
                    <a:pt x="1285285" y="3072499"/>
                  </a:lnTo>
                  <a:lnTo>
                    <a:pt x="911362" y="2858285"/>
                  </a:lnTo>
                  <a:lnTo>
                    <a:pt x="1075508" y="2407676"/>
                  </a:lnTo>
                  <a:lnTo>
                    <a:pt x="1284019" y="2289796"/>
                  </a:lnTo>
                  <a:lnTo>
                    <a:pt x="1146488" y="2211843"/>
                  </a:lnTo>
                  <a:close/>
                  <a:moveTo>
                    <a:pt x="1296695" y="0"/>
                  </a:moveTo>
                  <a:lnTo>
                    <a:pt x="1796738" y="0"/>
                  </a:lnTo>
                  <a:lnTo>
                    <a:pt x="1796738" y="501306"/>
                  </a:lnTo>
                  <a:lnTo>
                    <a:pt x="1296695" y="501306"/>
                  </a:lnTo>
                  <a:close/>
                </a:path>
              </a:pathLst>
            </a:custGeom>
            <a:solidFill>
              <a:schemeClr val="bg1"/>
            </a:solidFill>
            <a:ln w="18906"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25252"/>
                </a:solidFill>
                <a:effectLst/>
                <a:uLnTx/>
                <a:uFillTx/>
                <a:latin typeface="IntelOne Text Light"/>
              </a:endParaRPr>
            </a:p>
          </p:txBody>
        </p:sp>
      </p:grpSp>
      <p:grpSp>
        <p:nvGrpSpPr>
          <p:cNvPr id="56" name="Group 55">
            <a:extLst>
              <a:ext uri="{FF2B5EF4-FFF2-40B4-BE49-F238E27FC236}">
                <a16:creationId xmlns:a16="http://schemas.microsoft.com/office/drawing/2014/main" id="{5693B868-5CD0-AC6E-232D-0D39B03AC92F}"/>
              </a:ext>
              <a:ext uri="{C183D7F6-B498-43B3-948B-1728B52AA6E4}">
                <adec:decorative xmlns:adec="http://schemas.microsoft.com/office/drawing/2017/decorative" val="1"/>
              </a:ext>
            </a:extLst>
          </p:cNvPr>
          <p:cNvGrpSpPr>
            <a:grpSpLocks noChangeAspect="1"/>
          </p:cNvGrpSpPr>
          <p:nvPr/>
        </p:nvGrpSpPr>
        <p:grpSpPr>
          <a:xfrm>
            <a:off x="5450555" y="5755987"/>
            <a:ext cx="396109" cy="457200"/>
            <a:chOff x="5450555" y="5755987"/>
            <a:chExt cx="396109" cy="457200"/>
          </a:xfrm>
          <a:solidFill>
            <a:schemeClr val="accent2"/>
          </a:solidFill>
        </p:grpSpPr>
        <p:sp>
          <p:nvSpPr>
            <p:cNvPr id="2735" name="Freeform: Shape 2734">
              <a:extLst>
                <a:ext uri="{FF2B5EF4-FFF2-40B4-BE49-F238E27FC236}">
                  <a16:creationId xmlns:a16="http://schemas.microsoft.com/office/drawing/2014/main" id="{B6089311-F2FC-AD1B-11A8-C9EF6849857D}"/>
                </a:ext>
                <a:ext uri="{C183D7F6-B498-43B3-948B-1728B52AA6E4}">
                  <adec:decorative xmlns:adec="http://schemas.microsoft.com/office/drawing/2017/decorative" val="1"/>
                </a:ext>
              </a:extLst>
            </p:cNvPr>
            <p:cNvSpPr/>
            <p:nvPr/>
          </p:nvSpPr>
          <p:spPr>
            <a:xfrm rot="16200000">
              <a:off x="5420010" y="5786532"/>
              <a:ext cx="457200" cy="396109"/>
            </a:xfrm>
            <a:custGeom>
              <a:avLst/>
              <a:gdLst>
                <a:gd name="connsiteX0" fmla="*/ 1789908 w 6856011"/>
                <a:gd name="connsiteY0" fmla="*/ 2087439 h 5939912"/>
                <a:gd name="connsiteX1" fmla="*/ 700249 w 6856011"/>
                <a:gd name="connsiteY1" fmla="*/ 1607287 h 5939912"/>
                <a:gd name="connsiteX2" fmla="*/ 1309408 w 6856011"/>
                <a:gd name="connsiteY2" fmla="*/ 3880688 h 5939912"/>
                <a:gd name="connsiteX3" fmla="*/ 2522471 w 6856011"/>
                <a:gd name="connsiteY3" fmla="*/ 3529478 h 5939912"/>
                <a:gd name="connsiteX4" fmla="*/ 2182420 w 6856011"/>
                <a:gd name="connsiteY4" fmla="*/ 2260396 h 5939912"/>
                <a:gd name="connsiteX5" fmla="*/ 2103830 w 6856011"/>
                <a:gd name="connsiteY5" fmla="*/ 2225766 h 5939912"/>
                <a:gd name="connsiteX6" fmla="*/ 1651687 w 6856011"/>
                <a:gd name="connsiteY6" fmla="*/ 3913184 h 5939912"/>
                <a:gd name="connsiteX7" fmla="*/ 3792475 w 6856011"/>
                <a:gd name="connsiteY7" fmla="*/ 2969860 h 5939912"/>
                <a:gd name="connsiteX8" fmla="*/ 2580398 w 6856011"/>
                <a:gd name="connsiteY8" fmla="*/ 2435763 h 5939912"/>
                <a:gd name="connsiteX9" fmla="*/ 2836392 w 6856011"/>
                <a:gd name="connsiteY9" fmla="*/ 3391150 h 5939912"/>
                <a:gd name="connsiteX10" fmla="*/ 4305905 w 6856011"/>
                <a:gd name="connsiteY10" fmla="*/ 3112263 h 5939912"/>
                <a:gd name="connsiteX11" fmla="*/ 139069 w 6856011"/>
                <a:gd name="connsiteY11" fmla="*/ 4948351 h 5939912"/>
                <a:gd name="connsiteX12" fmla="*/ 3040 w 6856011"/>
                <a:gd name="connsiteY12" fmla="*/ 4639648 h 5939912"/>
                <a:gd name="connsiteX13" fmla="*/ 1039417 w 6856011"/>
                <a:gd name="connsiteY13" fmla="*/ 4182975 h 5939912"/>
                <a:gd name="connsiteX14" fmla="*/ 302275 w 6856011"/>
                <a:gd name="connsiteY14" fmla="*/ 1431921 h 5939912"/>
                <a:gd name="connsiteX15" fmla="*/ 0 w 6856011"/>
                <a:gd name="connsiteY15" fmla="*/ 1298724 h 5939912"/>
                <a:gd name="connsiteX16" fmla="*/ 136025 w 6856011"/>
                <a:gd name="connsiteY16" fmla="*/ 990020 h 5939912"/>
                <a:gd name="connsiteX17" fmla="*/ 4284718 w 6856011"/>
                <a:gd name="connsiteY17" fmla="*/ 2818120 h 5939912"/>
                <a:gd name="connsiteX18" fmla="*/ 4300139 w 6856011"/>
                <a:gd name="connsiteY18" fmla="*/ 2818122 h 5939912"/>
                <a:gd name="connsiteX19" fmla="*/ 4300141 w 6856011"/>
                <a:gd name="connsiteY19" fmla="*/ 3099182 h 5939912"/>
                <a:gd name="connsiteX20" fmla="*/ 5513261 w 6856011"/>
                <a:gd name="connsiteY20" fmla="*/ 3756854 h 5939912"/>
                <a:gd name="connsiteX21" fmla="*/ 4709822 w 6856011"/>
                <a:gd name="connsiteY21" fmla="*/ 4051091 h 5939912"/>
                <a:gd name="connsiteX22" fmla="*/ 3864835 w 6856011"/>
                <a:gd name="connsiteY22" fmla="*/ 3719966 h 5939912"/>
                <a:gd name="connsiteX23" fmla="*/ 4095056 w 6856011"/>
                <a:gd name="connsiteY23" fmla="*/ 3471091 h 5939912"/>
                <a:gd name="connsiteX24" fmla="*/ 4709822 w 6856011"/>
                <a:gd name="connsiteY24" fmla="*/ 3711910 h 5939912"/>
                <a:gd name="connsiteX25" fmla="*/ 5294489 w 6856011"/>
                <a:gd name="connsiteY25" fmla="*/ 3497803 h 5939912"/>
                <a:gd name="connsiteX26" fmla="*/ 5517939 w 6856011"/>
                <a:gd name="connsiteY26" fmla="*/ 2219946 h 5939912"/>
                <a:gd name="connsiteX27" fmla="*/ 5287717 w 6856011"/>
                <a:gd name="connsiteY27" fmla="*/ 2468821 h 5939912"/>
                <a:gd name="connsiteX28" fmla="*/ 4672952 w 6856011"/>
                <a:gd name="connsiteY28" fmla="*/ 2228002 h 5939912"/>
                <a:gd name="connsiteX29" fmla="*/ 4088285 w 6856011"/>
                <a:gd name="connsiteY29" fmla="*/ 2442109 h 5939912"/>
                <a:gd name="connsiteX30" fmla="*/ 3869513 w 6856011"/>
                <a:gd name="connsiteY30" fmla="*/ 2183058 h 5939912"/>
                <a:gd name="connsiteX31" fmla="*/ 4672952 w 6856011"/>
                <a:gd name="connsiteY31" fmla="*/ 1888822 h 5939912"/>
                <a:gd name="connsiteX32" fmla="*/ 5517939 w 6856011"/>
                <a:gd name="connsiteY32" fmla="*/ 2219946 h 5939912"/>
                <a:gd name="connsiteX33" fmla="*/ 6187819 w 6856011"/>
                <a:gd name="connsiteY33" fmla="*/ 1553452 h 5939912"/>
                <a:gd name="connsiteX34" fmla="*/ 5953360 w 6856011"/>
                <a:gd name="connsiteY34" fmla="*/ 1798513 h 5939912"/>
                <a:gd name="connsiteX35" fmla="*/ 4672519 w 6856011"/>
                <a:gd name="connsiteY35" fmla="*/ 1283381 h 5939912"/>
                <a:gd name="connsiteX36" fmla="*/ 3423481 w 6856011"/>
                <a:gd name="connsiteY36" fmla="*/ 1767986 h 5939912"/>
                <a:gd name="connsiteX37" fmla="*/ 3194533 w 6856011"/>
                <a:gd name="connsiteY37" fmla="*/ 1517838 h 5939912"/>
                <a:gd name="connsiteX38" fmla="*/ 4672519 w 6856011"/>
                <a:gd name="connsiteY38" fmla="*/ 944200 h 5939912"/>
                <a:gd name="connsiteX39" fmla="*/ 6187819 w 6856011"/>
                <a:gd name="connsiteY39" fmla="*/ 1553452 h 5939912"/>
                <a:gd name="connsiteX40" fmla="*/ 6188241 w 6856011"/>
                <a:gd name="connsiteY40" fmla="*/ 4422074 h 5939912"/>
                <a:gd name="connsiteX41" fmla="*/ 4710255 w 6856011"/>
                <a:gd name="connsiteY41" fmla="*/ 4995712 h 5939912"/>
                <a:gd name="connsiteX42" fmla="*/ 3194955 w 6856011"/>
                <a:gd name="connsiteY42" fmla="*/ 4386460 h 5939912"/>
                <a:gd name="connsiteX43" fmla="*/ 3429414 w 6856011"/>
                <a:gd name="connsiteY43" fmla="*/ 4141399 h 5939912"/>
                <a:gd name="connsiteX44" fmla="*/ 4710255 w 6856011"/>
                <a:gd name="connsiteY44" fmla="*/ 4656532 h 5939912"/>
                <a:gd name="connsiteX45" fmla="*/ 5959292 w 6856011"/>
                <a:gd name="connsiteY45" fmla="*/ 4171926 h 5939912"/>
                <a:gd name="connsiteX46" fmla="*/ 6856007 w 6856011"/>
                <a:gd name="connsiteY46" fmla="*/ 5087291 h 5939912"/>
                <a:gd name="connsiteX47" fmla="*/ 4709826 w 6856011"/>
                <a:gd name="connsiteY47" fmla="*/ 5939912 h 5939912"/>
                <a:gd name="connsiteX48" fmla="*/ 2526761 w 6856011"/>
                <a:gd name="connsiteY48" fmla="*/ 5052100 h 5939912"/>
                <a:gd name="connsiteX49" fmla="*/ 2763344 w 6856011"/>
                <a:gd name="connsiteY49" fmla="*/ 4808739 h 5939912"/>
                <a:gd name="connsiteX50" fmla="*/ 4709826 w 6856011"/>
                <a:gd name="connsiteY50" fmla="*/ 5600730 h 5939912"/>
                <a:gd name="connsiteX51" fmla="*/ 6623667 w 6856011"/>
                <a:gd name="connsiteY51" fmla="*/ 4840111 h 5939912"/>
                <a:gd name="connsiteX52" fmla="*/ 6856011 w 6856011"/>
                <a:gd name="connsiteY52" fmla="*/ 887812 h 5939912"/>
                <a:gd name="connsiteX53" fmla="*/ 6619429 w 6856011"/>
                <a:gd name="connsiteY53" fmla="*/ 1131173 h 5939912"/>
                <a:gd name="connsiteX54" fmla="*/ 4672947 w 6856011"/>
                <a:gd name="connsiteY54" fmla="*/ 339182 h 5939912"/>
                <a:gd name="connsiteX55" fmla="*/ 2759106 w 6856011"/>
                <a:gd name="connsiteY55" fmla="*/ 1099801 h 5939912"/>
                <a:gd name="connsiteX56" fmla="*/ 2526766 w 6856011"/>
                <a:gd name="connsiteY56" fmla="*/ 852621 h 5939912"/>
                <a:gd name="connsiteX57" fmla="*/ 4672947 w 6856011"/>
                <a:gd name="connsiteY57" fmla="*/ 0 h 5939912"/>
                <a:gd name="connsiteX58" fmla="*/ 6856011 w 6856011"/>
                <a:gd name="connsiteY58" fmla="*/ 887812 h 5939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56011" h="5939912">
                  <a:moveTo>
                    <a:pt x="1789908" y="2087439"/>
                  </a:moveTo>
                  <a:lnTo>
                    <a:pt x="700249" y="1607287"/>
                  </a:lnTo>
                  <a:lnTo>
                    <a:pt x="1309408" y="3880688"/>
                  </a:lnTo>
                  <a:close/>
                  <a:moveTo>
                    <a:pt x="2522471" y="3529478"/>
                  </a:moveTo>
                  <a:lnTo>
                    <a:pt x="2182420" y="2260396"/>
                  </a:lnTo>
                  <a:lnTo>
                    <a:pt x="2103830" y="2225766"/>
                  </a:lnTo>
                  <a:lnTo>
                    <a:pt x="1651687" y="3913184"/>
                  </a:lnTo>
                  <a:close/>
                  <a:moveTo>
                    <a:pt x="3792475" y="2969860"/>
                  </a:moveTo>
                  <a:lnTo>
                    <a:pt x="2580398" y="2435763"/>
                  </a:lnTo>
                  <a:lnTo>
                    <a:pt x="2836392" y="3391150"/>
                  </a:lnTo>
                  <a:close/>
                  <a:moveTo>
                    <a:pt x="4305905" y="3112263"/>
                  </a:moveTo>
                  <a:lnTo>
                    <a:pt x="139069" y="4948351"/>
                  </a:lnTo>
                  <a:lnTo>
                    <a:pt x="3040" y="4639648"/>
                  </a:lnTo>
                  <a:lnTo>
                    <a:pt x="1039417" y="4182975"/>
                  </a:lnTo>
                  <a:lnTo>
                    <a:pt x="302275" y="1431921"/>
                  </a:lnTo>
                  <a:lnTo>
                    <a:pt x="0" y="1298724"/>
                  </a:lnTo>
                  <a:lnTo>
                    <a:pt x="136025" y="990020"/>
                  </a:lnTo>
                  <a:lnTo>
                    <a:pt x="4284718" y="2818120"/>
                  </a:lnTo>
                  <a:lnTo>
                    <a:pt x="4300139" y="2818122"/>
                  </a:lnTo>
                  <a:lnTo>
                    <a:pt x="4300141" y="3099182"/>
                  </a:lnTo>
                  <a:close/>
                  <a:moveTo>
                    <a:pt x="5513261" y="3756854"/>
                  </a:moveTo>
                  <a:cubicBezTo>
                    <a:pt x="5288555" y="3946795"/>
                    <a:pt x="5003215" y="4051091"/>
                    <a:pt x="4709822" y="4051091"/>
                  </a:cubicBezTo>
                  <a:cubicBezTo>
                    <a:pt x="4396078" y="4051091"/>
                    <a:pt x="4095902" y="3933650"/>
                    <a:pt x="3864835" y="3719966"/>
                  </a:cubicBezTo>
                  <a:lnTo>
                    <a:pt x="4095056" y="3471091"/>
                  </a:lnTo>
                  <a:cubicBezTo>
                    <a:pt x="4263374" y="3626692"/>
                    <a:pt x="4481724" y="3711910"/>
                    <a:pt x="4709822" y="3711910"/>
                  </a:cubicBezTo>
                  <a:cubicBezTo>
                    <a:pt x="4923084" y="3711910"/>
                    <a:pt x="5130835" y="3636017"/>
                    <a:pt x="5294489" y="3497803"/>
                  </a:cubicBezTo>
                  <a:close/>
                  <a:moveTo>
                    <a:pt x="5517939" y="2219946"/>
                  </a:moveTo>
                  <a:lnTo>
                    <a:pt x="5287717" y="2468821"/>
                  </a:lnTo>
                  <a:cubicBezTo>
                    <a:pt x="5119399" y="2313220"/>
                    <a:pt x="4901050" y="2228002"/>
                    <a:pt x="4672952" y="2228002"/>
                  </a:cubicBezTo>
                  <a:cubicBezTo>
                    <a:pt x="4459690" y="2228002"/>
                    <a:pt x="4251939" y="2303895"/>
                    <a:pt x="4088285" y="2442109"/>
                  </a:cubicBezTo>
                  <a:lnTo>
                    <a:pt x="3869513" y="2183058"/>
                  </a:lnTo>
                  <a:cubicBezTo>
                    <a:pt x="4094219" y="1993117"/>
                    <a:pt x="4379559" y="1888822"/>
                    <a:pt x="4672952" y="1888822"/>
                  </a:cubicBezTo>
                  <a:cubicBezTo>
                    <a:pt x="4986695" y="1888822"/>
                    <a:pt x="5286872" y="2006262"/>
                    <a:pt x="5517939" y="2219946"/>
                  </a:cubicBezTo>
                  <a:close/>
                  <a:moveTo>
                    <a:pt x="6187819" y="1553452"/>
                  </a:moveTo>
                  <a:lnTo>
                    <a:pt x="5953360" y="1798513"/>
                  </a:lnTo>
                  <a:cubicBezTo>
                    <a:pt x="5606971" y="1466538"/>
                    <a:pt x="5152039" y="1283381"/>
                    <a:pt x="4672519" y="1283381"/>
                  </a:cubicBezTo>
                  <a:cubicBezTo>
                    <a:pt x="4209112" y="1283380"/>
                    <a:pt x="3765633" y="1455517"/>
                    <a:pt x="3423481" y="1767986"/>
                  </a:cubicBezTo>
                  <a:lnTo>
                    <a:pt x="3194533" y="1517838"/>
                  </a:lnTo>
                  <a:cubicBezTo>
                    <a:pt x="3599006" y="1148131"/>
                    <a:pt x="4123893" y="944200"/>
                    <a:pt x="4672519" y="944200"/>
                  </a:cubicBezTo>
                  <a:cubicBezTo>
                    <a:pt x="5239803" y="944200"/>
                    <a:pt x="5777831" y="1160430"/>
                    <a:pt x="6187819" y="1553452"/>
                  </a:cubicBezTo>
                  <a:close/>
                  <a:moveTo>
                    <a:pt x="6188241" y="4422074"/>
                  </a:moveTo>
                  <a:cubicBezTo>
                    <a:pt x="5783768" y="4791781"/>
                    <a:pt x="5258880" y="4995712"/>
                    <a:pt x="4710255" y="4995712"/>
                  </a:cubicBezTo>
                  <a:cubicBezTo>
                    <a:pt x="4142970" y="4995712"/>
                    <a:pt x="3604943" y="4779482"/>
                    <a:pt x="3194955" y="4386460"/>
                  </a:cubicBezTo>
                  <a:lnTo>
                    <a:pt x="3429414" y="4141399"/>
                  </a:lnTo>
                  <a:cubicBezTo>
                    <a:pt x="3775803" y="4473374"/>
                    <a:pt x="4230735" y="4656532"/>
                    <a:pt x="4710255" y="4656532"/>
                  </a:cubicBezTo>
                  <a:cubicBezTo>
                    <a:pt x="5173662" y="4656532"/>
                    <a:pt x="5617141" y="4484395"/>
                    <a:pt x="5959292" y="4171926"/>
                  </a:cubicBezTo>
                  <a:close/>
                  <a:moveTo>
                    <a:pt x="6856007" y="5087291"/>
                  </a:moveTo>
                  <a:cubicBezTo>
                    <a:pt x="6271767" y="5636767"/>
                    <a:pt x="5509451" y="5939912"/>
                    <a:pt x="4709826" y="5939912"/>
                  </a:cubicBezTo>
                  <a:cubicBezTo>
                    <a:pt x="3891549" y="5939912"/>
                    <a:pt x="3116094" y="5624472"/>
                    <a:pt x="2526761" y="5052100"/>
                  </a:cubicBezTo>
                  <a:lnTo>
                    <a:pt x="2763344" y="4808739"/>
                  </a:lnTo>
                  <a:cubicBezTo>
                    <a:pt x="3289077" y="5319208"/>
                    <a:pt x="3980160" y="5600730"/>
                    <a:pt x="4709826" y="5600730"/>
                  </a:cubicBezTo>
                  <a:cubicBezTo>
                    <a:pt x="5422537" y="5600730"/>
                    <a:pt x="6102175" y="5330657"/>
                    <a:pt x="6623667" y="4840111"/>
                  </a:cubicBezTo>
                  <a:close/>
                  <a:moveTo>
                    <a:pt x="6856011" y="887812"/>
                  </a:moveTo>
                  <a:lnTo>
                    <a:pt x="6619429" y="1131173"/>
                  </a:lnTo>
                  <a:cubicBezTo>
                    <a:pt x="6093696" y="620704"/>
                    <a:pt x="5402613" y="339182"/>
                    <a:pt x="4672947" y="339182"/>
                  </a:cubicBezTo>
                  <a:cubicBezTo>
                    <a:pt x="3960236" y="339182"/>
                    <a:pt x="3280598" y="609255"/>
                    <a:pt x="2759106" y="1099801"/>
                  </a:cubicBezTo>
                  <a:lnTo>
                    <a:pt x="2526766" y="852621"/>
                  </a:lnTo>
                  <a:cubicBezTo>
                    <a:pt x="3111006" y="303145"/>
                    <a:pt x="3873321" y="0"/>
                    <a:pt x="4672947" y="0"/>
                  </a:cubicBezTo>
                  <a:cubicBezTo>
                    <a:pt x="5491223" y="0"/>
                    <a:pt x="6266679" y="315440"/>
                    <a:pt x="6856011" y="887812"/>
                  </a:cubicBezTo>
                  <a:close/>
                </a:path>
              </a:pathLst>
            </a:custGeom>
            <a:grpFill/>
            <a:ln w="9525" cap="flat">
              <a:noFill/>
              <a:prstDash val="solid"/>
              <a:miter/>
            </a:ln>
          </p:spPr>
          <p:txBody>
            <a:bodyPr wrap="square" rtlCol="0" anchor="ctr">
              <a:noAutofit/>
            </a:bodyPr>
            <a:lstStyle/>
            <a:p>
              <a:endParaRPr lang="en-US" dirty="0"/>
            </a:p>
          </p:txBody>
        </p:sp>
        <p:sp>
          <p:nvSpPr>
            <p:cNvPr id="2728" name="Freeform: Shape 2727">
              <a:extLst>
                <a:ext uri="{FF2B5EF4-FFF2-40B4-BE49-F238E27FC236}">
                  <a16:creationId xmlns:a16="http://schemas.microsoft.com/office/drawing/2014/main" id="{74EFC18D-9A5D-7F53-1B2D-4AE0468A9D47}"/>
                </a:ext>
                <a:ext uri="{C183D7F6-B498-43B3-948B-1728B52AA6E4}">
                  <adec:decorative xmlns:adec="http://schemas.microsoft.com/office/drawing/2017/decorative" val="1"/>
                </a:ext>
              </a:extLst>
            </p:cNvPr>
            <p:cNvSpPr/>
            <p:nvPr/>
          </p:nvSpPr>
          <p:spPr>
            <a:xfrm rot="5400000">
              <a:off x="5631646" y="5883274"/>
              <a:ext cx="33928" cy="33928"/>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dirty="0"/>
            </a:p>
          </p:txBody>
        </p:sp>
      </p:grpSp>
      <p:grpSp>
        <p:nvGrpSpPr>
          <p:cNvPr id="55" name="Group 54">
            <a:extLst>
              <a:ext uri="{FF2B5EF4-FFF2-40B4-BE49-F238E27FC236}">
                <a16:creationId xmlns:a16="http://schemas.microsoft.com/office/drawing/2014/main" id="{3E926DDD-396F-7028-FDCB-9F70DD84A1FC}"/>
              </a:ext>
              <a:ext uri="{C183D7F6-B498-43B3-948B-1728B52AA6E4}">
                <adec:decorative xmlns:adec="http://schemas.microsoft.com/office/drawing/2017/decorative" val="1"/>
              </a:ext>
            </a:extLst>
          </p:cNvPr>
          <p:cNvGrpSpPr>
            <a:grpSpLocks noChangeAspect="1"/>
          </p:cNvGrpSpPr>
          <p:nvPr/>
        </p:nvGrpSpPr>
        <p:grpSpPr>
          <a:xfrm>
            <a:off x="6043072" y="5755986"/>
            <a:ext cx="337267" cy="457200"/>
            <a:chOff x="6043072" y="5755986"/>
            <a:chExt cx="337267" cy="457200"/>
          </a:xfrm>
          <a:solidFill>
            <a:schemeClr val="accent2"/>
          </a:solidFill>
        </p:grpSpPr>
        <p:sp>
          <p:nvSpPr>
            <p:cNvPr id="2744" name="Freeform: Shape 2743">
              <a:extLst>
                <a:ext uri="{FF2B5EF4-FFF2-40B4-BE49-F238E27FC236}">
                  <a16:creationId xmlns:a16="http://schemas.microsoft.com/office/drawing/2014/main" id="{22B022A0-3248-268D-C668-CAD18B67FC37}"/>
                </a:ext>
                <a:ext uri="{C183D7F6-B498-43B3-948B-1728B52AA6E4}">
                  <adec:decorative xmlns:adec="http://schemas.microsoft.com/office/drawing/2017/decorative" val="1"/>
                </a:ext>
              </a:extLst>
            </p:cNvPr>
            <p:cNvSpPr/>
            <p:nvPr/>
          </p:nvSpPr>
          <p:spPr>
            <a:xfrm>
              <a:off x="6099437" y="5863885"/>
              <a:ext cx="224536" cy="349301"/>
            </a:xfrm>
            <a:custGeom>
              <a:avLst/>
              <a:gdLst>
                <a:gd name="connsiteX0" fmla="*/ 205386 w 407502"/>
                <a:gd name="connsiteY0" fmla="*/ 27 h 633933"/>
                <a:gd name="connsiteX1" fmla="*/ 260666 w 407502"/>
                <a:gd name="connsiteY1" fmla="*/ 19282 h 633933"/>
                <a:gd name="connsiteX2" fmla="*/ 291451 w 407502"/>
                <a:gd name="connsiteY2" fmla="*/ 56031 h 633933"/>
                <a:gd name="connsiteX3" fmla="*/ 301051 w 407502"/>
                <a:gd name="connsiteY3" fmla="*/ 89860 h 633933"/>
                <a:gd name="connsiteX4" fmla="*/ 294792 w 407502"/>
                <a:gd name="connsiteY4" fmla="*/ 138317 h 633933"/>
                <a:gd name="connsiteX5" fmla="*/ 276016 w 407502"/>
                <a:gd name="connsiteY5" fmla="*/ 168778 h 633933"/>
                <a:gd name="connsiteX6" fmla="*/ 260195 w 407502"/>
                <a:gd name="connsiteY6" fmla="*/ 187691 h 633933"/>
                <a:gd name="connsiteX7" fmla="*/ 276145 w 407502"/>
                <a:gd name="connsiteY7" fmla="*/ 232598 h 633933"/>
                <a:gd name="connsiteX8" fmla="*/ 306672 w 407502"/>
                <a:gd name="connsiteY8" fmla="*/ 320500 h 633933"/>
                <a:gd name="connsiteX9" fmla="*/ 339675 w 407502"/>
                <a:gd name="connsiteY9" fmla="*/ 414999 h 633933"/>
                <a:gd name="connsiteX10" fmla="*/ 365381 w 407502"/>
                <a:gd name="connsiteY10" fmla="*/ 487665 h 633933"/>
                <a:gd name="connsiteX11" fmla="*/ 406550 w 407502"/>
                <a:gd name="connsiteY11" fmla="*/ 606202 h 633933"/>
                <a:gd name="connsiteX12" fmla="*/ 390037 w 407502"/>
                <a:gd name="connsiteY12" fmla="*/ 632903 h 633933"/>
                <a:gd name="connsiteX13" fmla="*/ 377688 w 407502"/>
                <a:gd name="connsiteY13" fmla="*/ 633864 h 633933"/>
                <a:gd name="connsiteX14" fmla="*/ 264758 w 407502"/>
                <a:gd name="connsiteY14" fmla="*/ 633907 h 633933"/>
                <a:gd name="connsiteX15" fmla="*/ 260390 w 407502"/>
                <a:gd name="connsiteY15" fmla="*/ 633907 h 633933"/>
                <a:gd name="connsiteX16" fmla="*/ 259356 w 407502"/>
                <a:gd name="connsiteY16" fmla="*/ 629701 h 633933"/>
                <a:gd name="connsiteX17" fmla="*/ 259356 w 407502"/>
                <a:gd name="connsiteY17" fmla="*/ 545104 h 633933"/>
                <a:gd name="connsiteX18" fmla="*/ 279056 w 407502"/>
                <a:gd name="connsiteY18" fmla="*/ 559179 h 633933"/>
                <a:gd name="connsiteX19" fmla="*/ 294888 w 407502"/>
                <a:gd name="connsiteY19" fmla="*/ 585887 h 633933"/>
                <a:gd name="connsiteX20" fmla="*/ 299982 w 407502"/>
                <a:gd name="connsiteY20" fmla="*/ 589367 h 633933"/>
                <a:gd name="connsiteX21" fmla="*/ 350869 w 407502"/>
                <a:gd name="connsiteY21" fmla="*/ 589297 h 633933"/>
                <a:gd name="connsiteX22" fmla="*/ 354359 w 407502"/>
                <a:gd name="connsiteY22" fmla="*/ 589023 h 633933"/>
                <a:gd name="connsiteX23" fmla="*/ 336762 w 407502"/>
                <a:gd name="connsiteY23" fmla="*/ 539981 h 633933"/>
                <a:gd name="connsiteX24" fmla="*/ 311535 w 407502"/>
                <a:gd name="connsiteY24" fmla="*/ 468159 h 633933"/>
                <a:gd name="connsiteX25" fmla="*/ 279521 w 407502"/>
                <a:gd name="connsiteY25" fmla="*/ 376807 h 633933"/>
                <a:gd name="connsiteX26" fmla="*/ 253370 w 407502"/>
                <a:gd name="connsiteY26" fmla="*/ 302318 h 633933"/>
                <a:gd name="connsiteX27" fmla="*/ 224888 w 407502"/>
                <a:gd name="connsiteY27" fmla="*/ 220186 h 633933"/>
                <a:gd name="connsiteX28" fmla="*/ 205782 w 407502"/>
                <a:gd name="connsiteY28" fmla="*/ 165141 h 633933"/>
                <a:gd name="connsiteX29" fmla="*/ 206695 w 407502"/>
                <a:gd name="connsiteY29" fmla="*/ 160032 h 633933"/>
                <a:gd name="connsiteX30" fmla="*/ 213984 w 407502"/>
                <a:gd name="connsiteY30" fmla="*/ 156908 h 633933"/>
                <a:gd name="connsiteX31" fmla="*/ 246841 w 407502"/>
                <a:gd name="connsiteY31" fmla="*/ 133844 h 633933"/>
                <a:gd name="connsiteX32" fmla="*/ 256941 w 407502"/>
                <a:gd name="connsiteY32" fmla="*/ 92814 h 633933"/>
                <a:gd name="connsiteX33" fmla="*/ 237006 w 407502"/>
                <a:gd name="connsiteY33" fmla="*/ 57746 h 633933"/>
                <a:gd name="connsiteX34" fmla="*/ 202368 w 407502"/>
                <a:gd name="connsiteY34" fmla="*/ 44676 h 633933"/>
                <a:gd name="connsiteX35" fmla="*/ 167350 w 407502"/>
                <a:gd name="connsiteY35" fmla="*/ 60284 h 633933"/>
                <a:gd name="connsiteX36" fmla="*/ 151646 w 407502"/>
                <a:gd name="connsiteY36" fmla="*/ 114846 h 633933"/>
                <a:gd name="connsiteX37" fmla="*/ 183314 w 407502"/>
                <a:gd name="connsiteY37" fmla="*/ 152406 h 633933"/>
                <a:gd name="connsiteX38" fmla="*/ 203423 w 407502"/>
                <a:gd name="connsiteY38" fmla="*/ 161392 h 633933"/>
                <a:gd name="connsiteX39" fmla="*/ 201050 w 407502"/>
                <a:gd name="connsiteY39" fmla="*/ 166351 h 633933"/>
                <a:gd name="connsiteX40" fmla="*/ 168919 w 407502"/>
                <a:gd name="connsiteY40" fmla="*/ 258653 h 633933"/>
                <a:gd name="connsiteX41" fmla="*/ 142861 w 407502"/>
                <a:gd name="connsiteY41" fmla="*/ 332183 h 633933"/>
                <a:gd name="connsiteX42" fmla="*/ 110790 w 407502"/>
                <a:gd name="connsiteY42" fmla="*/ 424011 h 633933"/>
                <a:gd name="connsiteX43" fmla="*/ 84688 w 407502"/>
                <a:gd name="connsiteY43" fmla="*/ 498022 h 633933"/>
                <a:gd name="connsiteX44" fmla="*/ 53078 w 407502"/>
                <a:gd name="connsiteY44" fmla="*/ 589306 h 633933"/>
                <a:gd name="connsiteX45" fmla="*/ 108277 w 407502"/>
                <a:gd name="connsiteY45" fmla="*/ 589227 h 633933"/>
                <a:gd name="connsiteX46" fmla="*/ 111617 w 407502"/>
                <a:gd name="connsiteY46" fmla="*/ 587408 h 633933"/>
                <a:gd name="connsiteX47" fmla="*/ 147785 w 407502"/>
                <a:gd name="connsiteY47" fmla="*/ 541412 h 633933"/>
                <a:gd name="connsiteX48" fmla="*/ 148146 w 407502"/>
                <a:gd name="connsiteY48" fmla="*/ 541235 h 633933"/>
                <a:gd name="connsiteX49" fmla="*/ 148146 w 407502"/>
                <a:gd name="connsiteY49" fmla="*/ 629930 h 633933"/>
                <a:gd name="connsiteX50" fmla="*/ 147432 w 407502"/>
                <a:gd name="connsiteY50" fmla="*/ 633907 h 633933"/>
                <a:gd name="connsiteX51" fmla="*/ 141969 w 407502"/>
                <a:gd name="connsiteY51" fmla="*/ 633907 h 633933"/>
                <a:gd name="connsiteX52" fmla="*/ 24192 w 407502"/>
                <a:gd name="connsiteY52" fmla="*/ 633933 h 633933"/>
                <a:gd name="connsiteX53" fmla="*/ 1654 w 407502"/>
                <a:gd name="connsiteY53" fmla="*/ 602119 h 633933"/>
                <a:gd name="connsiteX54" fmla="*/ 38635 w 407502"/>
                <a:gd name="connsiteY54" fmla="*/ 497073 h 633933"/>
                <a:gd name="connsiteX55" fmla="*/ 69144 w 407502"/>
                <a:gd name="connsiteY55" fmla="*/ 409165 h 633933"/>
                <a:gd name="connsiteX56" fmla="*/ 102091 w 407502"/>
                <a:gd name="connsiteY56" fmla="*/ 315141 h 633933"/>
                <a:gd name="connsiteX57" fmla="*/ 135099 w 407502"/>
                <a:gd name="connsiteY57" fmla="*/ 220644 h 633933"/>
                <a:gd name="connsiteX58" fmla="*/ 146799 w 407502"/>
                <a:gd name="connsiteY58" fmla="*/ 187893 h 633933"/>
                <a:gd name="connsiteX59" fmla="*/ 144717 w 407502"/>
                <a:gd name="connsiteY59" fmla="*/ 181374 h 633933"/>
                <a:gd name="connsiteX60" fmla="*/ 106944 w 407502"/>
                <a:gd name="connsiteY60" fmla="*/ 116768 h 633933"/>
                <a:gd name="connsiteX61" fmla="*/ 115576 w 407502"/>
                <a:gd name="connsiteY61" fmla="*/ 56540 h 633933"/>
                <a:gd name="connsiteX62" fmla="*/ 180449 w 407502"/>
                <a:gd name="connsiteY62" fmla="*/ 3019 h 633933"/>
                <a:gd name="connsiteX63" fmla="*/ 205386 w 407502"/>
                <a:gd name="connsiteY63" fmla="*/ 27 h 63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07502" h="633933">
                  <a:moveTo>
                    <a:pt x="205386" y="27"/>
                  </a:moveTo>
                  <a:cubicBezTo>
                    <a:pt x="225724" y="512"/>
                    <a:pt x="244157" y="7313"/>
                    <a:pt x="260666" y="19282"/>
                  </a:cubicBezTo>
                  <a:cubicBezTo>
                    <a:pt x="274018" y="28962"/>
                    <a:pt x="284267" y="41336"/>
                    <a:pt x="291451" y="56031"/>
                  </a:cubicBezTo>
                  <a:cubicBezTo>
                    <a:pt x="296636" y="66638"/>
                    <a:pt x="299570" y="77949"/>
                    <a:pt x="301051" y="89860"/>
                  </a:cubicBezTo>
                  <a:cubicBezTo>
                    <a:pt x="303149" y="106725"/>
                    <a:pt x="300649" y="122817"/>
                    <a:pt x="294792" y="138317"/>
                  </a:cubicBezTo>
                  <a:cubicBezTo>
                    <a:pt x="290563" y="149507"/>
                    <a:pt x="284594" y="159972"/>
                    <a:pt x="276016" y="168778"/>
                  </a:cubicBezTo>
                  <a:cubicBezTo>
                    <a:pt x="270717" y="174218"/>
                    <a:pt x="266212" y="180431"/>
                    <a:pt x="260195" y="187691"/>
                  </a:cubicBezTo>
                  <a:cubicBezTo>
                    <a:pt x="264757" y="200522"/>
                    <a:pt x="270534" y="216531"/>
                    <a:pt x="276145" y="232598"/>
                  </a:cubicBezTo>
                  <a:cubicBezTo>
                    <a:pt x="286371" y="261881"/>
                    <a:pt x="296474" y="291207"/>
                    <a:pt x="306672" y="320500"/>
                  </a:cubicBezTo>
                  <a:cubicBezTo>
                    <a:pt x="317643" y="352011"/>
                    <a:pt x="328622" y="383518"/>
                    <a:pt x="339675" y="414999"/>
                  </a:cubicBezTo>
                  <a:cubicBezTo>
                    <a:pt x="348187" y="439241"/>
                    <a:pt x="356904" y="463411"/>
                    <a:pt x="365381" y="487665"/>
                  </a:cubicBezTo>
                  <a:cubicBezTo>
                    <a:pt x="379181" y="527151"/>
                    <a:pt x="392923" y="566657"/>
                    <a:pt x="406550" y="606202"/>
                  </a:cubicBezTo>
                  <a:cubicBezTo>
                    <a:pt x="410456" y="617538"/>
                    <a:pt x="401832" y="631285"/>
                    <a:pt x="390037" y="632903"/>
                  </a:cubicBezTo>
                  <a:cubicBezTo>
                    <a:pt x="385952" y="633464"/>
                    <a:pt x="381807" y="633856"/>
                    <a:pt x="377688" y="633864"/>
                  </a:cubicBezTo>
                  <a:cubicBezTo>
                    <a:pt x="340045" y="633936"/>
                    <a:pt x="302401" y="633907"/>
                    <a:pt x="264758" y="633907"/>
                  </a:cubicBezTo>
                  <a:cubicBezTo>
                    <a:pt x="263015" y="633907"/>
                    <a:pt x="261272" y="633907"/>
                    <a:pt x="260390" y="633907"/>
                  </a:cubicBezTo>
                  <a:lnTo>
                    <a:pt x="259356" y="629701"/>
                  </a:lnTo>
                  <a:lnTo>
                    <a:pt x="259356" y="545104"/>
                  </a:lnTo>
                  <a:lnTo>
                    <a:pt x="279056" y="559179"/>
                  </a:lnTo>
                  <a:cubicBezTo>
                    <a:pt x="285775" y="567293"/>
                    <a:pt x="291022" y="576193"/>
                    <a:pt x="294888" y="585887"/>
                  </a:cubicBezTo>
                  <a:cubicBezTo>
                    <a:pt x="295985" y="588636"/>
                    <a:pt x="297206" y="589387"/>
                    <a:pt x="299982" y="589367"/>
                  </a:cubicBezTo>
                  <a:cubicBezTo>
                    <a:pt x="316944" y="589248"/>
                    <a:pt x="333907" y="589312"/>
                    <a:pt x="350869" y="589297"/>
                  </a:cubicBezTo>
                  <a:cubicBezTo>
                    <a:pt x="351909" y="589296"/>
                    <a:pt x="352949" y="589138"/>
                    <a:pt x="354359" y="589023"/>
                  </a:cubicBezTo>
                  <a:cubicBezTo>
                    <a:pt x="348384" y="572386"/>
                    <a:pt x="342502" y="556208"/>
                    <a:pt x="336762" y="539981"/>
                  </a:cubicBezTo>
                  <a:cubicBezTo>
                    <a:pt x="328300" y="516059"/>
                    <a:pt x="319932" y="492104"/>
                    <a:pt x="311535" y="468159"/>
                  </a:cubicBezTo>
                  <a:cubicBezTo>
                    <a:pt x="300858" y="437710"/>
                    <a:pt x="290201" y="407254"/>
                    <a:pt x="279521" y="376807"/>
                  </a:cubicBezTo>
                  <a:cubicBezTo>
                    <a:pt x="270811" y="351975"/>
                    <a:pt x="262035" y="327166"/>
                    <a:pt x="253370" y="302318"/>
                  </a:cubicBezTo>
                  <a:cubicBezTo>
                    <a:pt x="243829" y="274957"/>
                    <a:pt x="234399" y="247557"/>
                    <a:pt x="224888" y="220186"/>
                  </a:cubicBezTo>
                  <a:cubicBezTo>
                    <a:pt x="218513" y="201839"/>
                    <a:pt x="212025" y="183532"/>
                    <a:pt x="205782" y="165141"/>
                  </a:cubicBezTo>
                  <a:cubicBezTo>
                    <a:pt x="205274" y="163642"/>
                    <a:pt x="205652" y="160839"/>
                    <a:pt x="206695" y="160032"/>
                  </a:cubicBezTo>
                  <a:cubicBezTo>
                    <a:pt x="208719" y="158466"/>
                    <a:pt x="211490" y="157837"/>
                    <a:pt x="213984" y="156908"/>
                  </a:cubicBezTo>
                  <a:cubicBezTo>
                    <a:pt x="226944" y="152076"/>
                    <a:pt x="238663" y="145563"/>
                    <a:pt x="246841" y="133844"/>
                  </a:cubicBezTo>
                  <a:cubicBezTo>
                    <a:pt x="255507" y="121425"/>
                    <a:pt x="258969" y="107549"/>
                    <a:pt x="256941" y="92814"/>
                  </a:cubicBezTo>
                  <a:cubicBezTo>
                    <a:pt x="255008" y="78762"/>
                    <a:pt x="247958" y="66920"/>
                    <a:pt x="237006" y="57746"/>
                  </a:cubicBezTo>
                  <a:cubicBezTo>
                    <a:pt x="227030" y="49390"/>
                    <a:pt x="215272" y="44379"/>
                    <a:pt x="202368" y="44676"/>
                  </a:cubicBezTo>
                  <a:cubicBezTo>
                    <a:pt x="188916" y="44985"/>
                    <a:pt x="176869" y="50745"/>
                    <a:pt x="167350" y="60284"/>
                  </a:cubicBezTo>
                  <a:cubicBezTo>
                    <a:pt x="152228" y="75437"/>
                    <a:pt x="146070" y="93748"/>
                    <a:pt x="151646" y="114846"/>
                  </a:cubicBezTo>
                  <a:cubicBezTo>
                    <a:pt x="156221" y="132157"/>
                    <a:pt x="166561" y="145097"/>
                    <a:pt x="183314" y="152406"/>
                  </a:cubicBezTo>
                  <a:cubicBezTo>
                    <a:pt x="189900" y="155279"/>
                    <a:pt x="196437" y="158266"/>
                    <a:pt x="203423" y="161392"/>
                  </a:cubicBezTo>
                  <a:cubicBezTo>
                    <a:pt x="202515" y="163269"/>
                    <a:pt x="201609" y="164749"/>
                    <a:pt x="201050" y="166351"/>
                  </a:cubicBezTo>
                  <a:cubicBezTo>
                    <a:pt x="190322" y="197112"/>
                    <a:pt x="179696" y="227909"/>
                    <a:pt x="168919" y="258653"/>
                  </a:cubicBezTo>
                  <a:cubicBezTo>
                    <a:pt x="160317" y="283193"/>
                    <a:pt x="151480" y="307650"/>
                    <a:pt x="142861" y="332183"/>
                  </a:cubicBezTo>
                  <a:cubicBezTo>
                    <a:pt x="132114" y="362772"/>
                    <a:pt x="121518" y="393415"/>
                    <a:pt x="110790" y="424011"/>
                  </a:cubicBezTo>
                  <a:cubicBezTo>
                    <a:pt x="102135" y="448697"/>
                    <a:pt x="93307" y="473323"/>
                    <a:pt x="84688" y="498022"/>
                  </a:cubicBezTo>
                  <a:cubicBezTo>
                    <a:pt x="74111" y="528332"/>
                    <a:pt x="63673" y="558691"/>
                    <a:pt x="53078" y="589306"/>
                  </a:cubicBezTo>
                  <a:cubicBezTo>
                    <a:pt x="71546" y="589306"/>
                    <a:pt x="89912" y="589340"/>
                    <a:pt x="108277" y="589227"/>
                  </a:cubicBezTo>
                  <a:cubicBezTo>
                    <a:pt x="109428" y="589220"/>
                    <a:pt x="111259" y="588333"/>
                    <a:pt x="111617" y="587408"/>
                  </a:cubicBezTo>
                  <a:cubicBezTo>
                    <a:pt x="118991" y="568366"/>
                    <a:pt x="130916" y="552794"/>
                    <a:pt x="147785" y="541412"/>
                  </a:cubicBezTo>
                  <a:lnTo>
                    <a:pt x="148146" y="541235"/>
                  </a:lnTo>
                  <a:lnTo>
                    <a:pt x="148146" y="629930"/>
                  </a:lnTo>
                  <a:lnTo>
                    <a:pt x="147432" y="633907"/>
                  </a:lnTo>
                  <a:cubicBezTo>
                    <a:pt x="145482" y="633907"/>
                    <a:pt x="143726" y="633907"/>
                    <a:pt x="141969" y="633907"/>
                  </a:cubicBezTo>
                  <a:cubicBezTo>
                    <a:pt x="102710" y="633907"/>
                    <a:pt x="63451" y="633848"/>
                    <a:pt x="24192" y="633933"/>
                  </a:cubicBezTo>
                  <a:cubicBezTo>
                    <a:pt x="6668" y="633971"/>
                    <a:pt x="-4357" y="619454"/>
                    <a:pt x="1654" y="602119"/>
                  </a:cubicBezTo>
                  <a:cubicBezTo>
                    <a:pt x="13813" y="567045"/>
                    <a:pt x="26363" y="532108"/>
                    <a:pt x="38635" y="497073"/>
                  </a:cubicBezTo>
                  <a:cubicBezTo>
                    <a:pt x="48888" y="467799"/>
                    <a:pt x="58930" y="438452"/>
                    <a:pt x="69144" y="409165"/>
                  </a:cubicBezTo>
                  <a:cubicBezTo>
                    <a:pt x="80081" y="377808"/>
                    <a:pt x="91124" y="346488"/>
                    <a:pt x="102091" y="315141"/>
                  </a:cubicBezTo>
                  <a:cubicBezTo>
                    <a:pt x="113110" y="283648"/>
                    <a:pt x="124080" y="252137"/>
                    <a:pt x="135099" y="220644"/>
                  </a:cubicBezTo>
                  <a:cubicBezTo>
                    <a:pt x="138927" y="209701"/>
                    <a:pt x="142702" y="198735"/>
                    <a:pt x="146799" y="187893"/>
                  </a:cubicBezTo>
                  <a:cubicBezTo>
                    <a:pt x="147984" y="184757"/>
                    <a:pt x="147382" y="183487"/>
                    <a:pt x="144717" y="181374"/>
                  </a:cubicBezTo>
                  <a:cubicBezTo>
                    <a:pt x="123792" y="164783"/>
                    <a:pt x="110705" y="143418"/>
                    <a:pt x="106944" y="116768"/>
                  </a:cubicBezTo>
                  <a:cubicBezTo>
                    <a:pt x="103998" y="95895"/>
                    <a:pt x="106076" y="75657"/>
                    <a:pt x="115576" y="56540"/>
                  </a:cubicBezTo>
                  <a:cubicBezTo>
                    <a:pt x="129234" y="29057"/>
                    <a:pt x="151230" y="11415"/>
                    <a:pt x="180449" y="3019"/>
                  </a:cubicBezTo>
                  <a:cubicBezTo>
                    <a:pt x="188411" y="731"/>
                    <a:pt x="197082" y="-172"/>
                    <a:pt x="205386" y="27"/>
                  </a:cubicBezTo>
                  <a:close/>
                </a:path>
              </a:pathLst>
            </a:custGeom>
            <a:grpFill/>
            <a:ln w="6350" cap="flat">
              <a:noFill/>
              <a:prstDash val="solid"/>
              <a:miter/>
            </a:ln>
          </p:spPr>
          <p:txBody>
            <a:bodyPr wrap="square" rtlCol="0" anchor="ctr">
              <a:noAutofit/>
            </a:bodyPr>
            <a:lstStyle/>
            <a:p>
              <a:endParaRPr lang="en-US" dirty="0"/>
            </a:p>
          </p:txBody>
        </p:sp>
        <p:sp>
          <p:nvSpPr>
            <p:cNvPr id="2749" name="Freeform: Shape 2748">
              <a:extLst>
                <a:ext uri="{FF2B5EF4-FFF2-40B4-BE49-F238E27FC236}">
                  <a16:creationId xmlns:a16="http://schemas.microsoft.com/office/drawing/2014/main" id="{4451F89C-09A1-26EE-FFBF-2976A9CE06BF}"/>
                </a:ext>
                <a:ext uri="{C183D7F6-B498-43B3-948B-1728B52AA6E4}">
                  <adec:decorative xmlns:adec="http://schemas.microsoft.com/office/drawing/2017/decorative" val="1"/>
                </a:ext>
              </a:extLst>
            </p:cNvPr>
            <p:cNvSpPr/>
            <p:nvPr/>
          </p:nvSpPr>
          <p:spPr>
            <a:xfrm>
              <a:off x="6043072" y="5755986"/>
              <a:ext cx="337267" cy="428369"/>
            </a:xfrm>
            <a:custGeom>
              <a:avLst/>
              <a:gdLst>
                <a:gd name="connsiteX0" fmla="*/ 2252873 w 5059003"/>
                <a:gd name="connsiteY0" fmla="*/ 5872148 h 6425537"/>
                <a:gd name="connsiteX1" fmla="*/ 2806130 w 5059003"/>
                <a:gd name="connsiteY1" fmla="*/ 5872148 h 6425537"/>
                <a:gd name="connsiteX2" fmla="*/ 2806130 w 5059003"/>
                <a:gd name="connsiteY2" fmla="*/ 6425537 h 6425537"/>
                <a:gd name="connsiteX3" fmla="*/ 2252873 w 5059003"/>
                <a:gd name="connsiteY3" fmla="*/ 6425537 h 6425537"/>
                <a:gd name="connsiteX4" fmla="*/ 2546905 w 5059003"/>
                <a:gd name="connsiteY4" fmla="*/ 817365 h 6425537"/>
                <a:gd name="connsiteX5" fmla="*/ 3001871 w 5059003"/>
                <a:gd name="connsiteY5" fmla="*/ 887320 h 6425537"/>
                <a:gd name="connsiteX6" fmla="*/ 3451253 w 5059003"/>
                <a:gd name="connsiteY6" fmla="*/ 1103644 h 6425537"/>
                <a:gd name="connsiteX7" fmla="*/ 3963290 w 5059003"/>
                <a:gd name="connsiteY7" fmla="*/ 1671689 h 6425537"/>
                <a:gd name="connsiteX8" fmla="*/ 4141123 w 5059003"/>
                <a:gd name="connsiteY8" fmla="*/ 2194499 h 6425537"/>
                <a:gd name="connsiteX9" fmla="*/ 4153196 w 5059003"/>
                <a:gd name="connsiteY9" fmla="*/ 2586692 h 6425537"/>
                <a:gd name="connsiteX10" fmla="*/ 3957735 w 5059003"/>
                <a:gd name="connsiteY10" fmla="*/ 3234564 h 6425537"/>
                <a:gd name="connsiteX11" fmla="*/ 3764704 w 5059003"/>
                <a:gd name="connsiteY11" fmla="*/ 3512627 h 6425537"/>
                <a:gd name="connsiteX12" fmla="*/ 3634588 w 5059003"/>
                <a:gd name="connsiteY12" fmla="*/ 3652747 h 6425537"/>
                <a:gd name="connsiteX13" fmla="*/ 3588665 w 5059003"/>
                <a:gd name="connsiteY13" fmla="*/ 3654866 h 6425537"/>
                <a:gd name="connsiteX14" fmla="*/ 3374931 w 5059003"/>
                <a:gd name="connsiteY14" fmla="*/ 3414262 h 6425537"/>
                <a:gd name="connsiteX15" fmla="*/ 3386228 w 5059003"/>
                <a:gd name="connsiteY15" fmla="*/ 3373350 h 6425537"/>
                <a:gd name="connsiteX16" fmla="*/ 3606376 w 5059003"/>
                <a:gd name="connsiteY16" fmla="*/ 3103616 h 6425537"/>
                <a:gd name="connsiteX17" fmla="*/ 3774529 w 5059003"/>
                <a:gd name="connsiteY17" fmla="*/ 2636608 h 6425537"/>
                <a:gd name="connsiteX18" fmla="*/ 3790176 w 5059003"/>
                <a:gd name="connsiteY18" fmla="*/ 2443221 h 6425537"/>
                <a:gd name="connsiteX19" fmla="*/ 3698299 w 5059003"/>
                <a:gd name="connsiteY19" fmla="*/ 1977711 h 6425537"/>
                <a:gd name="connsiteX20" fmla="*/ 3447080 w 5059003"/>
                <a:gd name="connsiteY20" fmla="*/ 1588154 h 6425537"/>
                <a:gd name="connsiteX21" fmla="*/ 2773865 w 5059003"/>
                <a:gd name="connsiteY21" fmla="*/ 1211019 h 6425537"/>
                <a:gd name="connsiteX22" fmla="*/ 2490284 w 5059003"/>
                <a:gd name="connsiteY22" fmla="*/ 1186392 h 6425537"/>
                <a:gd name="connsiteX23" fmla="*/ 1908469 w 5059003"/>
                <a:gd name="connsiteY23" fmla="*/ 1351491 h 6425537"/>
                <a:gd name="connsiteX24" fmla="*/ 1612425 w 5059003"/>
                <a:gd name="connsiteY24" fmla="*/ 1581079 h 6425537"/>
                <a:gd name="connsiteX25" fmla="*/ 1289161 w 5059003"/>
                <a:gd name="connsiteY25" fmla="*/ 2207229 h 6425537"/>
                <a:gd name="connsiteX26" fmla="*/ 1268308 w 5059003"/>
                <a:gd name="connsiteY26" fmla="*/ 2547438 h 6425537"/>
                <a:gd name="connsiteX27" fmla="*/ 1515014 w 5059003"/>
                <a:gd name="connsiteY27" fmla="*/ 3198330 h 6425537"/>
                <a:gd name="connsiteX28" fmla="*/ 1672001 w 5059003"/>
                <a:gd name="connsiteY28" fmla="*/ 3375208 h 6425537"/>
                <a:gd name="connsiteX29" fmla="*/ 1671454 w 5059003"/>
                <a:gd name="connsiteY29" fmla="*/ 3410500 h 6425537"/>
                <a:gd name="connsiteX30" fmla="*/ 1545736 w 5059003"/>
                <a:gd name="connsiteY30" fmla="*/ 3553685 h 6425537"/>
                <a:gd name="connsiteX31" fmla="*/ 1442485 w 5059003"/>
                <a:gd name="connsiteY31" fmla="*/ 3669344 h 6425537"/>
                <a:gd name="connsiteX32" fmla="*/ 916282 w 5059003"/>
                <a:gd name="connsiteY32" fmla="*/ 2719090 h 6425537"/>
                <a:gd name="connsiteX33" fmla="*/ 899514 w 5059003"/>
                <a:gd name="connsiteY33" fmla="*/ 2374221 h 6425537"/>
                <a:gd name="connsiteX34" fmla="*/ 1024723 w 5059003"/>
                <a:gd name="connsiteY34" fmla="*/ 1812008 h 6425537"/>
                <a:gd name="connsiteX35" fmla="*/ 1221095 w 5059003"/>
                <a:gd name="connsiteY35" fmla="*/ 1471381 h 6425537"/>
                <a:gd name="connsiteX36" fmla="*/ 1476008 w 5059003"/>
                <a:gd name="connsiteY36" fmla="*/ 1204251 h 6425537"/>
                <a:gd name="connsiteX37" fmla="*/ 1796206 w 5059003"/>
                <a:gd name="connsiteY37" fmla="*/ 989345 h 6425537"/>
                <a:gd name="connsiteX38" fmla="*/ 2266871 w 5059003"/>
                <a:gd name="connsiteY38" fmla="*/ 840225 h 6425537"/>
                <a:gd name="connsiteX39" fmla="*/ 2546905 w 5059003"/>
                <a:gd name="connsiteY39" fmla="*/ 817365 h 6425537"/>
                <a:gd name="connsiteX40" fmla="*/ 2540259 w 5059003"/>
                <a:gd name="connsiteY40" fmla="*/ 166 h 6425537"/>
                <a:gd name="connsiteX41" fmla="*/ 3104479 w 5059003"/>
                <a:gd name="connsiteY41" fmla="*/ 66878 h 6425537"/>
                <a:gd name="connsiteX42" fmla="*/ 3683664 w 5059003"/>
                <a:gd name="connsiteY42" fmla="*/ 278762 h 6425537"/>
                <a:gd name="connsiteX43" fmla="*/ 4121247 w 5059003"/>
                <a:gd name="connsiteY43" fmla="*/ 566252 h 6425537"/>
                <a:gd name="connsiteX44" fmla="*/ 4308988 w 5059003"/>
                <a:gd name="connsiteY44" fmla="*/ 731045 h 6425537"/>
                <a:gd name="connsiteX45" fmla="*/ 4727783 w 5059003"/>
                <a:gd name="connsiteY45" fmla="*/ 1279645 h 6425537"/>
                <a:gd name="connsiteX46" fmla="*/ 4944566 w 5059003"/>
                <a:gd name="connsiteY46" fmla="*/ 1781869 h 6425537"/>
                <a:gd name="connsiteX47" fmla="*/ 5031764 w 5059003"/>
                <a:gd name="connsiteY47" fmla="*/ 2177090 h 6425537"/>
                <a:gd name="connsiteX48" fmla="*/ 5054594 w 5059003"/>
                <a:gd name="connsiteY48" fmla="*/ 2673432 h 6425537"/>
                <a:gd name="connsiteX49" fmla="*/ 4972323 w 5059003"/>
                <a:gd name="connsiteY49" fmla="*/ 3186486 h 6425537"/>
                <a:gd name="connsiteX50" fmla="*/ 4761060 w 5059003"/>
                <a:gd name="connsiteY50" fmla="*/ 3720680 h 6425537"/>
                <a:gd name="connsiteX51" fmla="*/ 4489725 w 5059003"/>
                <a:gd name="connsiteY51" fmla="*/ 4126593 h 6425537"/>
                <a:gd name="connsiteX52" fmla="*/ 4330776 w 5059003"/>
                <a:gd name="connsiteY52" fmla="*/ 4308916 h 6425537"/>
                <a:gd name="connsiteX53" fmla="*/ 4250701 w 5059003"/>
                <a:gd name="connsiteY53" fmla="*/ 4380125 h 6425537"/>
                <a:gd name="connsiteX54" fmla="*/ 4218350 w 5059003"/>
                <a:gd name="connsiteY54" fmla="*/ 4378800 h 6425537"/>
                <a:gd name="connsiteX55" fmla="*/ 3993185 w 5059003"/>
                <a:gd name="connsiteY55" fmla="*/ 4130069 h 6425537"/>
                <a:gd name="connsiteX56" fmla="*/ 4260953 w 5059003"/>
                <a:gd name="connsiteY56" fmla="*/ 3818586 h 6425537"/>
                <a:gd name="connsiteX57" fmla="*/ 4490507 w 5059003"/>
                <a:gd name="connsiteY57" fmla="*/ 3429047 h 6425537"/>
                <a:gd name="connsiteX58" fmla="*/ 4656779 w 5059003"/>
                <a:gd name="connsiteY58" fmla="*/ 2897087 h 6425537"/>
                <a:gd name="connsiteX59" fmla="*/ 4686006 w 5059003"/>
                <a:gd name="connsiteY59" fmla="*/ 2397965 h 6425537"/>
                <a:gd name="connsiteX60" fmla="*/ 4610658 w 5059003"/>
                <a:gd name="connsiteY60" fmla="*/ 1955953 h 6425537"/>
                <a:gd name="connsiteX61" fmla="*/ 4445588 w 5059003"/>
                <a:gd name="connsiteY61" fmla="*/ 1539209 h 6425537"/>
                <a:gd name="connsiteX62" fmla="*/ 4193117 w 5059003"/>
                <a:gd name="connsiteY62" fmla="*/ 1158951 h 6425537"/>
                <a:gd name="connsiteX63" fmla="*/ 4029442 w 5059003"/>
                <a:gd name="connsiteY63" fmla="*/ 979941 h 6425537"/>
                <a:gd name="connsiteX64" fmla="*/ 3587253 w 5059003"/>
                <a:gd name="connsiteY64" fmla="*/ 649646 h 6425537"/>
                <a:gd name="connsiteX65" fmla="*/ 3023988 w 5059003"/>
                <a:gd name="connsiteY65" fmla="*/ 429722 h 6425537"/>
                <a:gd name="connsiteX66" fmla="*/ 2744387 w 5059003"/>
                <a:gd name="connsiteY66" fmla="*/ 383633 h 6425537"/>
                <a:gd name="connsiteX67" fmla="*/ 2547012 w 5059003"/>
                <a:gd name="connsiteY67" fmla="*/ 368191 h 6425537"/>
                <a:gd name="connsiteX68" fmla="*/ 2037598 w 5059003"/>
                <a:gd name="connsiteY68" fmla="*/ 428351 h 6425537"/>
                <a:gd name="connsiteX69" fmla="*/ 1564809 w 5059003"/>
                <a:gd name="connsiteY69" fmla="*/ 599369 h 6425537"/>
                <a:gd name="connsiteX70" fmla="*/ 1135461 w 5059003"/>
                <a:gd name="connsiteY70" fmla="*/ 885012 h 6425537"/>
                <a:gd name="connsiteX71" fmla="*/ 713573 w 5059003"/>
                <a:gd name="connsiteY71" fmla="*/ 1364919 h 6425537"/>
                <a:gd name="connsiteX72" fmla="*/ 417229 w 5059003"/>
                <a:gd name="connsiteY72" fmla="*/ 2094163 h 6425537"/>
                <a:gd name="connsiteX73" fmla="*/ 377780 w 5059003"/>
                <a:gd name="connsiteY73" fmla="*/ 2411165 h 6425537"/>
                <a:gd name="connsiteX74" fmla="*/ 377903 w 5059003"/>
                <a:gd name="connsiteY74" fmla="*/ 2708630 h 6425537"/>
                <a:gd name="connsiteX75" fmla="*/ 535413 w 5059003"/>
                <a:gd name="connsiteY75" fmla="*/ 3352451 h 6425537"/>
                <a:gd name="connsiteX76" fmla="*/ 864712 w 5059003"/>
                <a:gd name="connsiteY76" fmla="*/ 3902571 h 6425537"/>
                <a:gd name="connsiteX77" fmla="*/ 1069773 w 5059003"/>
                <a:gd name="connsiteY77" fmla="*/ 4121119 h 6425537"/>
                <a:gd name="connsiteX78" fmla="*/ 1058175 w 5059003"/>
                <a:gd name="connsiteY78" fmla="*/ 4143997 h 6425537"/>
                <a:gd name="connsiteX79" fmla="*/ 847278 w 5059003"/>
                <a:gd name="connsiteY79" fmla="*/ 4372074 h 6425537"/>
                <a:gd name="connsiteX80" fmla="*/ 795304 w 5059003"/>
                <a:gd name="connsiteY80" fmla="*/ 4372668 h 6425537"/>
                <a:gd name="connsiteX81" fmla="*/ 319940 w 5059003"/>
                <a:gd name="connsiteY81" fmla="*/ 3757636 h 6425537"/>
                <a:gd name="connsiteX82" fmla="*/ 48437 w 5059003"/>
                <a:gd name="connsiteY82" fmla="*/ 3005185 h 6425537"/>
                <a:gd name="connsiteX83" fmla="*/ 8305 w 5059003"/>
                <a:gd name="connsiteY83" fmla="*/ 2660085 h 6425537"/>
                <a:gd name="connsiteX84" fmla="*/ 514 w 5059003"/>
                <a:gd name="connsiteY84" fmla="*/ 2485275 h 6425537"/>
                <a:gd name="connsiteX85" fmla="*/ 67540 w 5059003"/>
                <a:gd name="connsiteY85" fmla="*/ 1952963 h 6425537"/>
                <a:gd name="connsiteX86" fmla="*/ 315382 w 5059003"/>
                <a:gd name="connsiteY86" fmla="*/ 1307394 h 6425537"/>
                <a:gd name="connsiteX87" fmla="*/ 580577 w 5059003"/>
                <a:gd name="connsiteY87" fmla="*/ 920981 h 6425537"/>
                <a:gd name="connsiteX88" fmla="*/ 806588 w 5059003"/>
                <a:gd name="connsiteY88" fmla="*/ 679733 h 6425537"/>
                <a:gd name="connsiteX89" fmla="*/ 1279566 w 5059003"/>
                <a:gd name="connsiteY89" fmla="*/ 331978 h 6425537"/>
                <a:gd name="connsiteX90" fmla="*/ 1777692 w 5059003"/>
                <a:gd name="connsiteY90" fmla="*/ 115165 h 6425537"/>
                <a:gd name="connsiteX91" fmla="*/ 2220030 w 5059003"/>
                <a:gd name="connsiteY91" fmla="*/ 22424 h 6425537"/>
                <a:gd name="connsiteX92" fmla="*/ 2540259 w 5059003"/>
                <a:gd name="connsiteY92" fmla="*/ 166 h 642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059003" h="6425537">
                  <a:moveTo>
                    <a:pt x="2252873" y="5872148"/>
                  </a:moveTo>
                  <a:lnTo>
                    <a:pt x="2806130" y="5872148"/>
                  </a:lnTo>
                  <a:lnTo>
                    <a:pt x="2806130" y="6425537"/>
                  </a:lnTo>
                  <a:lnTo>
                    <a:pt x="2252873" y="6425537"/>
                  </a:lnTo>
                  <a:close/>
                  <a:moveTo>
                    <a:pt x="2546905" y="817365"/>
                  </a:moveTo>
                  <a:cubicBezTo>
                    <a:pt x="2701200" y="818743"/>
                    <a:pt x="2853315" y="841698"/>
                    <a:pt x="3001871" y="887320"/>
                  </a:cubicBezTo>
                  <a:cubicBezTo>
                    <a:pt x="3162922" y="936779"/>
                    <a:pt x="3312940" y="1008060"/>
                    <a:pt x="3451253" y="1103644"/>
                  </a:cubicBezTo>
                  <a:cubicBezTo>
                    <a:pt x="3666634" y="1252483"/>
                    <a:pt x="3837273" y="1441144"/>
                    <a:pt x="3963290" y="1671689"/>
                  </a:cubicBezTo>
                  <a:cubicBezTo>
                    <a:pt x="4053243" y="1836252"/>
                    <a:pt x="4111583" y="2011098"/>
                    <a:pt x="4141123" y="2194499"/>
                  </a:cubicBezTo>
                  <a:cubicBezTo>
                    <a:pt x="4161932" y="2323701"/>
                    <a:pt x="4164354" y="2454678"/>
                    <a:pt x="4153196" y="2586692"/>
                  </a:cubicBezTo>
                  <a:cubicBezTo>
                    <a:pt x="4133696" y="2817395"/>
                    <a:pt x="4072112" y="3034554"/>
                    <a:pt x="3957735" y="3234564"/>
                  </a:cubicBezTo>
                  <a:cubicBezTo>
                    <a:pt x="3901910" y="3332184"/>
                    <a:pt x="3832753" y="3422650"/>
                    <a:pt x="3764704" y="3512627"/>
                  </a:cubicBezTo>
                  <a:cubicBezTo>
                    <a:pt x="3726456" y="3563200"/>
                    <a:pt x="3677818" y="3605856"/>
                    <a:pt x="3634588" y="3652747"/>
                  </a:cubicBezTo>
                  <a:cubicBezTo>
                    <a:pt x="3619050" y="3669603"/>
                    <a:pt x="3605894" y="3674222"/>
                    <a:pt x="3588665" y="3654866"/>
                  </a:cubicBezTo>
                  <a:cubicBezTo>
                    <a:pt x="3517330" y="3574731"/>
                    <a:pt x="3444791" y="3495651"/>
                    <a:pt x="3374931" y="3414262"/>
                  </a:cubicBezTo>
                  <a:cubicBezTo>
                    <a:pt x="3369566" y="3408010"/>
                    <a:pt x="3377045" y="3382048"/>
                    <a:pt x="3386228" y="3373350"/>
                  </a:cubicBezTo>
                  <a:cubicBezTo>
                    <a:pt x="3471280" y="3292795"/>
                    <a:pt x="3545567" y="3203735"/>
                    <a:pt x="3606376" y="3103616"/>
                  </a:cubicBezTo>
                  <a:cubicBezTo>
                    <a:pt x="3693994" y="2959360"/>
                    <a:pt x="3753700" y="2804724"/>
                    <a:pt x="3774529" y="2636608"/>
                  </a:cubicBezTo>
                  <a:cubicBezTo>
                    <a:pt x="3782480" y="2572459"/>
                    <a:pt x="3789131" y="2507766"/>
                    <a:pt x="3790176" y="2443221"/>
                  </a:cubicBezTo>
                  <a:cubicBezTo>
                    <a:pt x="3792790" y="2281848"/>
                    <a:pt x="3759112" y="2126640"/>
                    <a:pt x="3698299" y="1977711"/>
                  </a:cubicBezTo>
                  <a:cubicBezTo>
                    <a:pt x="3638981" y="1832442"/>
                    <a:pt x="3554885" y="1703614"/>
                    <a:pt x="3447080" y="1588154"/>
                  </a:cubicBezTo>
                  <a:cubicBezTo>
                    <a:pt x="3262096" y="1390034"/>
                    <a:pt x="3036103" y="1266704"/>
                    <a:pt x="2773865" y="1211019"/>
                  </a:cubicBezTo>
                  <a:cubicBezTo>
                    <a:pt x="2681587" y="1191425"/>
                    <a:pt x="2584506" y="1182757"/>
                    <a:pt x="2490284" y="1186392"/>
                  </a:cubicBezTo>
                  <a:cubicBezTo>
                    <a:pt x="2284292" y="1194341"/>
                    <a:pt x="2089013" y="1246828"/>
                    <a:pt x="1908469" y="1351491"/>
                  </a:cubicBezTo>
                  <a:cubicBezTo>
                    <a:pt x="1798950" y="1414979"/>
                    <a:pt x="1697682" y="1488410"/>
                    <a:pt x="1612425" y="1581079"/>
                  </a:cubicBezTo>
                  <a:cubicBezTo>
                    <a:pt x="1447981" y="1759822"/>
                    <a:pt x="1337164" y="1966757"/>
                    <a:pt x="1289161" y="2207229"/>
                  </a:cubicBezTo>
                  <a:cubicBezTo>
                    <a:pt x="1266563" y="2320428"/>
                    <a:pt x="1259028" y="2434281"/>
                    <a:pt x="1268308" y="2547438"/>
                  </a:cubicBezTo>
                  <a:cubicBezTo>
                    <a:pt x="1287948" y="2786892"/>
                    <a:pt x="1367680" y="3006675"/>
                    <a:pt x="1515014" y="3198330"/>
                  </a:cubicBezTo>
                  <a:cubicBezTo>
                    <a:pt x="1562929" y="3260657"/>
                    <a:pt x="1620586" y="3315439"/>
                    <a:pt x="1672001" y="3375208"/>
                  </a:cubicBezTo>
                  <a:cubicBezTo>
                    <a:pt x="1677968" y="3382145"/>
                    <a:pt x="1677543" y="3403176"/>
                    <a:pt x="1671454" y="3410500"/>
                  </a:cubicBezTo>
                  <a:cubicBezTo>
                    <a:pt x="1630862" y="3459321"/>
                    <a:pt x="1587965" y="3506227"/>
                    <a:pt x="1545736" y="3553685"/>
                  </a:cubicBezTo>
                  <a:cubicBezTo>
                    <a:pt x="1512323" y="3591233"/>
                    <a:pt x="1478796" y="3628679"/>
                    <a:pt x="1442485" y="3669344"/>
                  </a:cubicBezTo>
                  <a:cubicBezTo>
                    <a:pt x="1158465" y="3414394"/>
                    <a:pt x="985478" y="3097799"/>
                    <a:pt x="916282" y="2719090"/>
                  </a:cubicBezTo>
                  <a:cubicBezTo>
                    <a:pt x="909293" y="2601944"/>
                    <a:pt x="897202" y="2487937"/>
                    <a:pt x="899514" y="2374221"/>
                  </a:cubicBezTo>
                  <a:cubicBezTo>
                    <a:pt x="903479" y="2179281"/>
                    <a:pt x="948098" y="1992126"/>
                    <a:pt x="1024723" y="1812008"/>
                  </a:cubicBezTo>
                  <a:cubicBezTo>
                    <a:pt x="1076583" y="1690103"/>
                    <a:pt x="1138141" y="1573269"/>
                    <a:pt x="1221095" y="1471381"/>
                  </a:cubicBezTo>
                  <a:cubicBezTo>
                    <a:pt x="1298585" y="1376207"/>
                    <a:pt x="1388046" y="1290356"/>
                    <a:pt x="1476008" y="1204251"/>
                  </a:cubicBezTo>
                  <a:cubicBezTo>
                    <a:pt x="1569020" y="1113204"/>
                    <a:pt x="1680931" y="1047127"/>
                    <a:pt x="1796206" y="989345"/>
                  </a:cubicBezTo>
                  <a:cubicBezTo>
                    <a:pt x="1944614" y="914955"/>
                    <a:pt x="2100793" y="859905"/>
                    <a:pt x="2266871" y="840225"/>
                  </a:cubicBezTo>
                  <a:cubicBezTo>
                    <a:pt x="2359882" y="829204"/>
                    <a:pt x="2453612" y="816532"/>
                    <a:pt x="2546905" y="817365"/>
                  </a:cubicBezTo>
                  <a:close/>
                  <a:moveTo>
                    <a:pt x="2540259" y="166"/>
                  </a:moveTo>
                  <a:cubicBezTo>
                    <a:pt x="2730006" y="3589"/>
                    <a:pt x="2918395" y="23105"/>
                    <a:pt x="3104479" y="66878"/>
                  </a:cubicBezTo>
                  <a:cubicBezTo>
                    <a:pt x="3306585" y="114420"/>
                    <a:pt x="3499266" y="185046"/>
                    <a:pt x="3683664" y="278762"/>
                  </a:cubicBezTo>
                  <a:cubicBezTo>
                    <a:pt x="3840019" y="358228"/>
                    <a:pt x="3986709" y="453345"/>
                    <a:pt x="4121247" y="566252"/>
                  </a:cubicBezTo>
                  <a:cubicBezTo>
                    <a:pt x="4185039" y="619788"/>
                    <a:pt x="4250638" y="671927"/>
                    <a:pt x="4308988" y="731045"/>
                  </a:cubicBezTo>
                  <a:cubicBezTo>
                    <a:pt x="4471709" y="895903"/>
                    <a:pt x="4614273" y="1076675"/>
                    <a:pt x="4727783" y="1279645"/>
                  </a:cubicBezTo>
                  <a:cubicBezTo>
                    <a:pt x="4817328" y="1439760"/>
                    <a:pt x="4896728" y="1604594"/>
                    <a:pt x="4944566" y="1781869"/>
                  </a:cubicBezTo>
                  <a:cubicBezTo>
                    <a:pt x="4979678" y="1911990"/>
                    <a:pt x="5005456" y="2044773"/>
                    <a:pt x="5031764" y="2177090"/>
                  </a:cubicBezTo>
                  <a:cubicBezTo>
                    <a:pt x="5064369" y="2341087"/>
                    <a:pt x="5061470" y="2507875"/>
                    <a:pt x="5054594" y="2673432"/>
                  </a:cubicBezTo>
                  <a:cubicBezTo>
                    <a:pt x="5047387" y="2846958"/>
                    <a:pt x="5019528" y="3018815"/>
                    <a:pt x="4972323" y="3186486"/>
                  </a:cubicBezTo>
                  <a:cubicBezTo>
                    <a:pt x="4920198" y="3371630"/>
                    <a:pt x="4853036" y="3551117"/>
                    <a:pt x="4761060" y="3720680"/>
                  </a:cubicBezTo>
                  <a:cubicBezTo>
                    <a:pt x="4683118" y="3864368"/>
                    <a:pt x="4595796" y="4001788"/>
                    <a:pt x="4489725" y="4126593"/>
                  </a:cubicBezTo>
                  <a:cubicBezTo>
                    <a:pt x="4437511" y="4188029"/>
                    <a:pt x="4385068" y="4249333"/>
                    <a:pt x="4330776" y="4308916"/>
                  </a:cubicBezTo>
                  <a:cubicBezTo>
                    <a:pt x="4306809" y="4335219"/>
                    <a:pt x="4278899" y="4358277"/>
                    <a:pt x="4250701" y="4380125"/>
                  </a:cubicBezTo>
                  <a:cubicBezTo>
                    <a:pt x="4243903" y="4385391"/>
                    <a:pt x="4223782" y="4384678"/>
                    <a:pt x="4218350" y="4378800"/>
                  </a:cubicBezTo>
                  <a:cubicBezTo>
                    <a:pt x="4141916" y="4296127"/>
                    <a:pt x="4066967" y="4212083"/>
                    <a:pt x="3993185" y="4130069"/>
                  </a:cubicBezTo>
                  <a:cubicBezTo>
                    <a:pt x="4081930" y="4026749"/>
                    <a:pt x="4170427" y="3923718"/>
                    <a:pt x="4260953" y="3818586"/>
                  </a:cubicBezTo>
                  <a:cubicBezTo>
                    <a:pt x="4351930" y="3695037"/>
                    <a:pt x="4427256" y="3565533"/>
                    <a:pt x="4490507" y="3429047"/>
                  </a:cubicBezTo>
                  <a:cubicBezTo>
                    <a:pt x="4569277" y="3259073"/>
                    <a:pt x="4622389" y="3081468"/>
                    <a:pt x="4656779" y="2897087"/>
                  </a:cubicBezTo>
                  <a:cubicBezTo>
                    <a:pt x="4687676" y="2731430"/>
                    <a:pt x="4693758" y="2564721"/>
                    <a:pt x="4686006" y="2397965"/>
                  </a:cubicBezTo>
                  <a:cubicBezTo>
                    <a:pt x="4679047" y="2248295"/>
                    <a:pt x="4657839" y="2098410"/>
                    <a:pt x="4610658" y="1955953"/>
                  </a:cubicBezTo>
                  <a:cubicBezTo>
                    <a:pt x="4563733" y="1814266"/>
                    <a:pt x="4509386" y="1674055"/>
                    <a:pt x="4445588" y="1539209"/>
                  </a:cubicBezTo>
                  <a:cubicBezTo>
                    <a:pt x="4380363" y="1401343"/>
                    <a:pt x="4294739" y="1274021"/>
                    <a:pt x="4193117" y="1158951"/>
                  </a:cubicBezTo>
                  <a:cubicBezTo>
                    <a:pt x="4139594" y="1098346"/>
                    <a:pt x="4086763" y="1036833"/>
                    <a:pt x="4029442" y="979941"/>
                  </a:cubicBezTo>
                  <a:cubicBezTo>
                    <a:pt x="3897744" y="849228"/>
                    <a:pt x="3748643" y="741133"/>
                    <a:pt x="3587253" y="649646"/>
                  </a:cubicBezTo>
                  <a:cubicBezTo>
                    <a:pt x="3410020" y="549177"/>
                    <a:pt x="3222896" y="473500"/>
                    <a:pt x="3023988" y="429722"/>
                  </a:cubicBezTo>
                  <a:cubicBezTo>
                    <a:pt x="2931850" y="409444"/>
                    <a:pt x="2837978" y="396282"/>
                    <a:pt x="2744387" y="383633"/>
                  </a:cubicBezTo>
                  <a:cubicBezTo>
                    <a:pt x="2679028" y="374801"/>
                    <a:pt x="2612623" y="366191"/>
                    <a:pt x="2547012" y="368191"/>
                  </a:cubicBezTo>
                  <a:cubicBezTo>
                    <a:pt x="2375727" y="373413"/>
                    <a:pt x="2205552" y="387324"/>
                    <a:pt x="2037598" y="428351"/>
                  </a:cubicBezTo>
                  <a:cubicBezTo>
                    <a:pt x="1873287" y="468489"/>
                    <a:pt x="1715443" y="523919"/>
                    <a:pt x="1564809" y="599369"/>
                  </a:cubicBezTo>
                  <a:cubicBezTo>
                    <a:pt x="1410204" y="676808"/>
                    <a:pt x="1267668" y="772763"/>
                    <a:pt x="1135461" y="885012"/>
                  </a:cubicBezTo>
                  <a:cubicBezTo>
                    <a:pt x="971078" y="1024580"/>
                    <a:pt x="830509" y="1184635"/>
                    <a:pt x="713573" y="1364919"/>
                  </a:cubicBezTo>
                  <a:cubicBezTo>
                    <a:pt x="568411" y="1588723"/>
                    <a:pt x="466814" y="1831640"/>
                    <a:pt x="417229" y="2094163"/>
                  </a:cubicBezTo>
                  <a:cubicBezTo>
                    <a:pt x="397496" y="2198644"/>
                    <a:pt x="384821" y="2305050"/>
                    <a:pt x="377780" y="2411165"/>
                  </a:cubicBezTo>
                  <a:cubicBezTo>
                    <a:pt x="371224" y="2509957"/>
                    <a:pt x="369249" y="2610160"/>
                    <a:pt x="377903" y="2708630"/>
                  </a:cubicBezTo>
                  <a:cubicBezTo>
                    <a:pt x="397423" y="2930721"/>
                    <a:pt x="448621" y="3146120"/>
                    <a:pt x="535413" y="3352451"/>
                  </a:cubicBezTo>
                  <a:cubicBezTo>
                    <a:pt x="619153" y="3551528"/>
                    <a:pt x="727419" y="3736187"/>
                    <a:pt x="864712" y="3902571"/>
                  </a:cubicBezTo>
                  <a:cubicBezTo>
                    <a:pt x="927253" y="3978364"/>
                    <a:pt x="999163" y="4046428"/>
                    <a:pt x="1069773" y="4121119"/>
                  </a:cubicBezTo>
                  <a:cubicBezTo>
                    <a:pt x="1066991" y="4126799"/>
                    <a:pt x="1064475" y="4137137"/>
                    <a:pt x="1058175" y="4143997"/>
                  </a:cubicBezTo>
                  <a:cubicBezTo>
                    <a:pt x="988123" y="4220251"/>
                    <a:pt x="917081" y="4295597"/>
                    <a:pt x="847278" y="4372074"/>
                  </a:cubicBezTo>
                  <a:cubicBezTo>
                    <a:pt x="828575" y="4392565"/>
                    <a:pt x="815658" y="4392387"/>
                    <a:pt x="795304" y="4372668"/>
                  </a:cubicBezTo>
                  <a:cubicBezTo>
                    <a:pt x="607220" y="4190450"/>
                    <a:pt x="446718" y="3987579"/>
                    <a:pt x="319940" y="3757636"/>
                  </a:cubicBezTo>
                  <a:cubicBezTo>
                    <a:pt x="189410" y="3520887"/>
                    <a:pt x="94556" y="3271508"/>
                    <a:pt x="48437" y="3005185"/>
                  </a:cubicBezTo>
                  <a:cubicBezTo>
                    <a:pt x="28705" y="2891238"/>
                    <a:pt x="19688" y="2775342"/>
                    <a:pt x="8305" y="2660085"/>
                  </a:cubicBezTo>
                  <a:cubicBezTo>
                    <a:pt x="2577" y="2602091"/>
                    <a:pt x="-1478" y="2543411"/>
                    <a:pt x="514" y="2485275"/>
                  </a:cubicBezTo>
                  <a:cubicBezTo>
                    <a:pt x="6654" y="2305943"/>
                    <a:pt x="27491" y="2128455"/>
                    <a:pt x="67540" y="1952963"/>
                  </a:cubicBezTo>
                  <a:cubicBezTo>
                    <a:pt x="119419" y="1725629"/>
                    <a:pt x="204476" y="1511379"/>
                    <a:pt x="315382" y="1307394"/>
                  </a:cubicBezTo>
                  <a:cubicBezTo>
                    <a:pt x="390235" y="1169718"/>
                    <a:pt x="476818" y="1038939"/>
                    <a:pt x="580577" y="920981"/>
                  </a:cubicBezTo>
                  <a:cubicBezTo>
                    <a:pt x="653343" y="838257"/>
                    <a:pt x="726840" y="755536"/>
                    <a:pt x="806588" y="679733"/>
                  </a:cubicBezTo>
                  <a:cubicBezTo>
                    <a:pt x="949239" y="544141"/>
                    <a:pt x="1107831" y="429056"/>
                    <a:pt x="1279566" y="331978"/>
                  </a:cubicBezTo>
                  <a:cubicBezTo>
                    <a:pt x="1438214" y="242299"/>
                    <a:pt x="1603320" y="168275"/>
                    <a:pt x="1777692" y="115165"/>
                  </a:cubicBezTo>
                  <a:cubicBezTo>
                    <a:pt x="1922374" y="71098"/>
                    <a:pt x="2068797" y="34934"/>
                    <a:pt x="2220030" y="22424"/>
                  </a:cubicBezTo>
                  <a:cubicBezTo>
                    <a:pt x="2326716" y="13599"/>
                    <a:pt x="2433679" y="-1758"/>
                    <a:pt x="2540259" y="166"/>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54" name="Group 53">
            <a:extLst>
              <a:ext uri="{FF2B5EF4-FFF2-40B4-BE49-F238E27FC236}">
                <a16:creationId xmlns:a16="http://schemas.microsoft.com/office/drawing/2014/main" id="{CBE2D5B9-4DB7-3ECA-7501-CE9E6DB3FDDD}"/>
              </a:ext>
              <a:ext uri="{C183D7F6-B498-43B3-948B-1728B52AA6E4}">
                <adec:decorative xmlns:adec="http://schemas.microsoft.com/office/drawing/2017/decorative" val="1"/>
              </a:ext>
            </a:extLst>
          </p:cNvPr>
          <p:cNvGrpSpPr>
            <a:grpSpLocks noChangeAspect="1"/>
          </p:cNvGrpSpPr>
          <p:nvPr/>
        </p:nvGrpSpPr>
        <p:grpSpPr>
          <a:xfrm>
            <a:off x="6576746" y="5755986"/>
            <a:ext cx="476355" cy="457200"/>
            <a:chOff x="6576746" y="5755986"/>
            <a:chExt cx="476355" cy="457200"/>
          </a:xfrm>
          <a:solidFill>
            <a:schemeClr val="accent2"/>
          </a:solidFill>
        </p:grpSpPr>
        <p:sp>
          <p:nvSpPr>
            <p:cNvPr id="2769" name="Freeform: Shape 2768">
              <a:extLst>
                <a:ext uri="{FF2B5EF4-FFF2-40B4-BE49-F238E27FC236}">
                  <a16:creationId xmlns:a16="http://schemas.microsoft.com/office/drawing/2014/main" id="{F4006442-4F66-773F-873C-01107AEF04A3}"/>
                </a:ext>
                <a:ext uri="{C183D7F6-B498-43B3-948B-1728B52AA6E4}">
                  <adec:decorative xmlns:adec="http://schemas.microsoft.com/office/drawing/2017/decorative" val="1"/>
                </a:ext>
              </a:extLst>
            </p:cNvPr>
            <p:cNvSpPr/>
            <p:nvPr/>
          </p:nvSpPr>
          <p:spPr>
            <a:xfrm>
              <a:off x="6576746" y="5962200"/>
              <a:ext cx="476355" cy="250986"/>
            </a:xfrm>
            <a:custGeom>
              <a:avLst/>
              <a:gdLst>
                <a:gd name="connsiteX0" fmla="*/ 5813762 w 7145322"/>
                <a:gd name="connsiteY0" fmla="*/ 3404803 h 3764787"/>
                <a:gd name="connsiteX1" fmla="*/ 6282066 w 7145322"/>
                <a:gd name="connsiteY1" fmla="*/ 3404803 h 3764787"/>
                <a:gd name="connsiteX2" fmla="*/ 6282066 w 7145322"/>
                <a:gd name="connsiteY2" fmla="*/ 3764787 h 3764787"/>
                <a:gd name="connsiteX3" fmla="*/ 5813762 w 7145322"/>
                <a:gd name="connsiteY3" fmla="*/ 3764787 h 3764787"/>
                <a:gd name="connsiteX4" fmla="*/ 888495 w 7145322"/>
                <a:gd name="connsiteY4" fmla="*/ 3404803 h 3764787"/>
                <a:gd name="connsiteX5" fmla="*/ 1356799 w 7145322"/>
                <a:gd name="connsiteY5" fmla="*/ 3404803 h 3764787"/>
                <a:gd name="connsiteX6" fmla="*/ 1356799 w 7145322"/>
                <a:gd name="connsiteY6" fmla="*/ 3764787 h 3764787"/>
                <a:gd name="connsiteX7" fmla="*/ 888495 w 7145322"/>
                <a:gd name="connsiteY7" fmla="*/ 3764787 h 3764787"/>
                <a:gd name="connsiteX8" fmla="*/ 460261 w 7145322"/>
                <a:gd name="connsiteY8" fmla="*/ 1167422 h 3764787"/>
                <a:gd name="connsiteX9" fmla="*/ 460261 w 7145322"/>
                <a:gd name="connsiteY9" fmla="*/ 2944538 h 3764787"/>
                <a:gd name="connsiteX10" fmla="*/ 6685067 w 7145322"/>
                <a:gd name="connsiteY10" fmla="*/ 2944538 h 3764787"/>
                <a:gd name="connsiteX11" fmla="*/ 6685067 w 7145322"/>
                <a:gd name="connsiteY11" fmla="*/ 1167422 h 3764787"/>
                <a:gd name="connsiteX12" fmla="*/ 933840 w 7145322"/>
                <a:gd name="connsiteY12" fmla="*/ 0 h 3764787"/>
                <a:gd name="connsiteX13" fmla="*/ 1381196 w 7145322"/>
                <a:gd name="connsiteY13" fmla="*/ 0 h 3764787"/>
                <a:gd name="connsiteX14" fmla="*/ 1381196 w 7145322"/>
                <a:gd name="connsiteY14" fmla="*/ 707167 h 3764787"/>
                <a:gd name="connsiteX15" fmla="*/ 7145317 w 7145322"/>
                <a:gd name="connsiteY15" fmla="*/ 707167 h 3764787"/>
                <a:gd name="connsiteX16" fmla="*/ 7145317 w 7145322"/>
                <a:gd name="connsiteY16" fmla="*/ 707172 h 3764787"/>
                <a:gd name="connsiteX17" fmla="*/ 7145322 w 7145322"/>
                <a:gd name="connsiteY17" fmla="*/ 707172 h 3764787"/>
                <a:gd name="connsiteX18" fmla="*/ 7145322 w 7145322"/>
                <a:gd name="connsiteY18" fmla="*/ 2964865 h 3764787"/>
                <a:gd name="connsiteX19" fmla="*/ 7145317 w 7145322"/>
                <a:gd name="connsiteY19" fmla="*/ 2964865 h 3764787"/>
                <a:gd name="connsiteX20" fmla="*/ 7145318 w 7145322"/>
                <a:gd name="connsiteY20" fmla="*/ 3174665 h 3764787"/>
                <a:gd name="connsiteX21" fmla="*/ 6915190 w 7145322"/>
                <a:gd name="connsiteY21" fmla="*/ 3404793 h 3764787"/>
                <a:gd name="connsiteX22" fmla="*/ 460261 w 7145322"/>
                <a:gd name="connsiteY22" fmla="*/ 3404793 h 3764787"/>
                <a:gd name="connsiteX23" fmla="*/ 460261 w 7145322"/>
                <a:gd name="connsiteY23" fmla="*/ 3404798 h 3764787"/>
                <a:gd name="connsiteX24" fmla="*/ 6 w 7145322"/>
                <a:gd name="connsiteY24" fmla="*/ 3404798 h 3764787"/>
                <a:gd name="connsiteX25" fmla="*/ 6 w 7145322"/>
                <a:gd name="connsiteY25" fmla="*/ 3404793 h 3764787"/>
                <a:gd name="connsiteX26" fmla="*/ 1 w 7145322"/>
                <a:gd name="connsiteY26" fmla="*/ 3404793 h 3764787"/>
                <a:gd name="connsiteX27" fmla="*/ 1 w 7145322"/>
                <a:gd name="connsiteY27" fmla="*/ 2944538 h 3764787"/>
                <a:gd name="connsiteX28" fmla="*/ 6 w 7145322"/>
                <a:gd name="connsiteY28" fmla="*/ 2944538 h 3764787"/>
                <a:gd name="connsiteX29" fmla="*/ 6 w 7145322"/>
                <a:gd name="connsiteY29" fmla="*/ 1167422 h 3764787"/>
                <a:gd name="connsiteX30" fmla="*/ 2 w 7145322"/>
                <a:gd name="connsiteY30" fmla="*/ 1167422 h 3764787"/>
                <a:gd name="connsiteX31" fmla="*/ 0 w 7145322"/>
                <a:gd name="connsiteY31" fmla="*/ 937295 h 3764787"/>
                <a:gd name="connsiteX32" fmla="*/ 230128 w 7145322"/>
                <a:gd name="connsiteY32" fmla="*/ 707167 h 3764787"/>
                <a:gd name="connsiteX33" fmla="*/ 933840 w 7145322"/>
                <a:gd name="connsiteY33" fmla="*/ 707167 h 376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145322" h="3764787">
                  <a:moveTo>
                    <a:pt x="5813762" y="3404803"/>
                  </a:moveTo>
                  <a:lnTo>
                    <a:pt x="6282066" y="3404803"/>
                  </a:lnTo>
                  <a:lnTo>
                    <a:pt x="6282066" y="3764787"/>
                  </a:lnTo>
                  <a:lnTo>
                    <a:pt x="5813762" y="3764787"/>
                  </a:lnTo>
                  <a:close/>
                  <a:moveTo>
                    <a:pt x="888495" y="3404803"/>
                  </a:moveTo>
                  <a:lnTo>
                    <a:pt x="1356799" y="3404803"/>
                  </a:lnTo>
                  <a:lnTo>
                    <a:pt x="1356799" y="3764787"/>
                  </a:lnTo>
                  <a:lnTo>
                    <a:pt x="888495" y="3764787"/>
                  </a:lnTo>
                  <a:close/>
                  <a:moveTo>
                    <a:pt x="460261" y="1167422"/>
                  </a:moveTo>
                  <a:lnTo>
                    <a:pt x="460261" y="2944538"/>
                  </a:lnTo>
                  <a:lnTo>
                    <a:pt x="6685067" y="2944538"/>
                  </a:lnTo>
                  <a:lnTo>
                    <a:pt x="6685067" y="1167422"/>
                  </a:lnTo>
                  <a:close/>
                  <a:moveTo>
                    <a:pt x="933840" y="0"/>
                  </a:moveTo>
                  <a:lnTo>
                    <a:pt x="1381196" y="0"/>
                  </a:lnTo>
                  <a:lnTo>
                    <a:pt x="1381196" y="707167"/>
                  </a:lnTo>
                  <a:lnTo>
                    <a:pt x="7145317" y="707167"/>
                  </a:lnTo>
                  <a:lnTo>
                    <a:pt x="7145317" y="707172"/>
                  </a:lnTo>
                  <a:lnTo>
                    <a:pt x="7145322" y="707172"/>
                  </a:lnTo>
                  <a:lnTo>
                    <a:pt x="7145322" y="2964865"/>
                  </a:lnTo>
                  <a:lnTo>
                    <a:pt x="7145317" y="2964865"/>
                  </a:lnTo>
                  <a:lnTo>
                    <a:pt x="7145318" y="3174665"/>
                  </a:lnTo>
                  <a:cubicBezTo>
                    <a:pt x="7145318" y="3301761"/>
                    <a:pt x="7042286" y="3404793"/>
                    <a:pt x="6915190" y="3404793"/>
                  </a:cubicBezTo>
                  <a:lnTo>
                    <a:pt x="460261" y="3404793"/>
                  </a:lnTo>
                  <a:lnTo>
                    <a:pt x="460261" y="3404798"/>
                  </a:lnTo>
                  <a:lnTo>
                    <a:pt x="6" y="3404798"/>
                  </a:lnTo>
                  <a:lnTo>
                    <a:pt x="6" y="3404793"/>
                  </a:lnTo>
                  <a:lnTo>
                    <a:pt x="1" y="3404793"/>
                  </a:lnTo>
                  <a:lnTo>
                    <a:pt x="1" y="2944538"/>
                  </a:lnTo>
                  <a:lnTo>
                    <a:pt x="6" y="2944538"/>
                  </a:lnTo>
                  <a:lnTo>
                    <a:pt x="6" y="1167422"/>
                  </a:lnTo>
                  <a:lnTo>
                    <a:pt x="2" y="1167422"/>
                  </a:lnTo>
                  <a:cubicBezTo>
                    <a:pt x="2" y="1090713"/>
                    <a:pt x="0" y="1014004"/>
                    <a:pt x="0" y="937295"/>
                  </a:cubicBezTo>
                  <a:cubicBezTo>
                    <a:pt x="0" y="810199"/>
                    <a:pt x="103032" y="707167"/>
                    <a:pt x="230128" y="707167"/>
                  </a:cubicBezTo>
                  <a:lnTo>
                    <a:pt x="933840" y="70716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70" name="Freeform: Shape 2769">
              <a:extLst>
                <a:ext uri="{FF2B5EF4-FFF2-40B4-BE49-F238E27FC236}">
                  <a16:creationId xmlns:a16="http://schemas.microsoft.com/office/drawing/2014/main" id="{8CD46558-E83D-0E96-7178-9D6710502B08}"/>
                </a:ext>
                <a:ext uri="{C183D7F6-B498-43B3-948B-1728B52AA6E4}">
                  <adec:decorative xmlns:adec="http://schemas.microsoft.com/office/drawing/2017/decorative" val="1"/>
                </a:ext>
              </a:extLst>
            </p:cNvPr>
            <p:cNvSpPr/>
            <p:nvPr/>
          </p:nvSpPr>
          <p:spPr>
            <a:xfrm>
              <a:off x="6631919" y="5755986"/>
              <a:ext cx="363066" cy="372291"/>
            </a:xfrm>
            <a:custGeom>
              <a:avLst/>
              <a:gdLst>
                <a:gd name="connsiteX0" fmla="*/ 2757903 w 5445987"/>
                <a:gd name="connsiteY0" fmla="*/ 5031704 h 5584360"/>
                <a:gd name="connsiteX1" fmla="*/ 5445987 w 5445987"/>
                <a:gd name="connsiteY1" fmla="*/ 5031704 h 5584360"/>
                <a:gd name="connsiteX2" fmla="*/ 5445987 w 5445987"/>
                <a:gd name="connsiteY2" fmla="*/ 5240982 h 5584360"/>
                <a:gd name="connsiteX3" fmla="*/ 2757903 w 5445987"/>
                <a:gd name="connsiteY3" fmla="*/ 5240982 h 5584360"/>
                <a:gd name="connsiteX4" fmla="*/ 1423011 w 5445987"/>
                <a:gd name="connsiteY4" fmla="*/ 4688335 h 5584360"/>
                <a:gd name="connsiteX5" fmla="*/ 2319036 w 5445987"/>
                <a:gd name="connsiteY5" fmla="*/ 4688335 h 5584360"/>
                <a:gd name="connsiteX6" fmla="*/ 2319036 w 5445987"/>
                <a:gd name="connsiteY6" fmla="*/ 5584360 h 5584360"/>
                <a:gd name="connsiteX7" fmla="*/ 1423011 w 5445987"/>
                <a:gd name="connsiteY7" fmla="*/ 5584360 h 5584360"/>
                <a:gd name="connsiteX8" fmla="*/ 69819 w 5445987"/>
                <a:gd name="connsiteY8" fmla="*/ 4688335 h 5584360"/>
                <a:gd name="connsiteX9" fmla="*/ 965844 w 5445987"/>
                <a:gd name="connsiteY9" fmla="*/ 4688335 h 5584360"/>
                <a:gd name="connsiteX10" fmla="*/ 965844 w 5445987"/>
                <a:gd name="connsiteY10" fmla="*/ 5584360 h 5584360"/>
                <a:gd name="connsiteX11" fmla="*/ 69819 w 5445987"/>
                <a:gd name="connsiteY11" fmla="*/ 5584360 h 5584360"/>
                <a:gd name="connsiteX12" fmla="*/ 0 w 5445987"/>
                <a:gd name="connsiteY12" fmla="*/ 2102556 h 5584360"/>
                <a:gd name="connsiteX13" fmla="*/ 671024 w 5445987"/>
                <a:gd name="connsiteY13" fmla="*/ 2102556 h 5584360"/>
                <a:gd name="connsiteX14" fmla="*/ 671024 w 5445987"/>
                <a:gd name="connsiteY14" fmla="*/ 2773586 h 5584360"/>
                <a:gd name="connsiteX15" fmla="*/ 0 w 5445987"/>
                <a:gd name="connsiteY15" fmla="*/ 2773586 h 5584360"/>
                <a:gd name="connsiteX16" fmla="*/ 324330 w 5445987"/>
                <a:gd name="connsiteY16" fmla="*/ 1314098 h 5584360"/>
                <a:gd name="connsiteX17" fmla="*/ 1465079 w 5445987"/>
                <a:gd name="connsiteY17" fmla="*/ 2443663 h 5584360"/>
                <a:gd name="connsiteX18" fmla="*/ 1012131 w 5445987"/>
                <a:gd name="connsiteY18" fmla="*/ 2443663 h 5584360"/>
                <a:gd name="connsiteX19" fmla="*/ 324330 w 5445987"/>
                <a:gd name="connsiteY19" fmla="*/ 1767042 h 5584360"/>
                <a:gd name="connsiteX20" fmla="*/ 318738 w 5445987"/>
                <a:gd name="connsiteY20" fmla="*/ 654253 h 5584360"/>
                <a:gd name="connsiteX21" fmla="*/ 754905 w 5445987"/>
                <a:gd name="connsiteY21" fmla="*/ 738130 h 5584360"/>
                <a:gd name="connsiteX22" fmla="*/ 2113735 w 5445987"/>
                <a:gd name="connsiteY22" fmla="*/ 2443658 h 5584360"/>
                <a:gd name="connsiteX23" fmla="*/ 1671976 w 5445987"/>
                <a:gd name="connsiteY23" fmla="*/ 2443658 h 5584360"/>
                <a:gd name="connsiteX24" fmla="*/ 620700 w 5445987"/>
                <a:gd name="connsiteY24" fmla="*/ 1157525 h 5584360"/>
                <a:gd name="connsiteX25" fmla="*/ 318738 w 5445987"/>
                <a:gd name="connsiteY25" fmla="*/ 1096012 h 5584360"/>
                <a:gd name="connsiteX26" fmla="*/ 329922 w 5445987"/>
                <a:gd name="connsiteY26" fmla="*/ 0 h 5584360"/>
                <a:gd name="connsiteX27" fmla="*/ 335514 w 5445987"/>
                <a:gd name="connsiteY27" fmla="*/ 0 h 5584360"/>
                <a:gd name="connsiteX28" fmla="*/ 2784764 w 5445987"/>
                <a:gd name="connsiteY28" fmla="*/ 2432474 h 5584360"/>
                <a:gd name="connsiteX29" fmla="*/ 2784764 w 5445987"/>
                <a:gd name="connsiteY29" fmla="*/ 2449251 h 5584360"/>
                <a:gd name="connsiteX30" fmla="*/ 2343005 w 5445987"/>
                <a:gd name="connsiteY30" fmla="*/ 2449251 h 5584360"/>
                <a:gd name="connsiteX31" fmla="*/ 324330 w 5445987"/>
                <a:gd name="connsiteY31" fmla="*/ 441760 h 5584360"/>
                <a:gd name="connsiteX32" fmla="*/ 329922 w 5445987"/>
                <a:gd name="connsiteY32" fmla="*/ 441760 h 558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45987" h="5584360">
                  <a:moveTo>
                    <a:pt x="2757903" y="5031704"/>
                  </a:moveTo>
                  <a:lnTo>
                    <a:pt x="5445987" y="5031704"/>
                  </a:lnTo>
                  <a:lnTo>
                    <a:pt x="5445987" y="5240982"/>
                  </a:lnTo>
                  <a:lnTo>
                    <a:pt x="2757903" y="5240982"/>
                  </a:lnTo>
                  <a:close/>
                  <a:moveTo>
                    <a:pt x="1423011" y="4688335"/>
                  </a:moveTo>
                  <a:lnTo>
                    <a:pt x="2319036" y="4688335"/>
                  </a:lnTo>
                  <a:lnTo>
                    <a:pt x="2319036" y="5584360"/>
                  </a:lnTo>
                  <a:lnTo>
                    <a:pt x="1423011" y="5584360"/>
                  </a:lnTo>
                  <a:close/>
                  <a:moveTo>
                    <a:pt x="69819" y="4688335"/>
                  </a:moveTo>
                  <a:lnTo>
                    <a:pt x="965844" y="4688335"/>
                  </a:lnTo>
                  <a:lnTo>
                    <a:pt x="965844" y="5584360"/>
                  </a:lnTo>
                  <a:lnTo>
                    <a:pt x="69819" y="5584360"/>
                  </a:lnTo>
                  <a:close/>
                  <a:moveTo>
                    <a:pt x="0" y="2102556"/>
                  </a:moveTo>
                  <a:lnTo>
                    <a:pt x="671024" y="2102556"/>
                  </a:lnTo>
                  <a:lnTo>
                    <a:pt x="671024" y="2773586"/>
                  </a:lnTo>
                  <a:lnTo>
                    <a:pt x="0" y="2773586"/>
                  </a:lnTo>
                  <a:close/>
                  <a:moveTo>
                    <a:pt x="324330" y="1314098"/>
                  </a:moveTo>
                  <a:cubicBezTo>
                    <a:pt x="917070" y="1381203"/>
                    <a:pt x="1392382" y="1850918"/>
                    <a:pt x="1465079" y="2443663"/>
                  </a:cubicBezTo>
                  <a:lnTo>
                    <a:pt x="1012131" y="2443663"/>
                  </a:lnTo>
                  <a:cubicBezTo>
                    <a:pt x="945031" y="2102556"/>
                    <a:pt x="671029" y="1828554"/>
                    <a:pt x="324330" y="1767042"/>
                  </a:cubicBezTo>
                  <a:close/>
                  <a:moveTo>
                    <a:pt x="318738" y="654253"/>
                  </a:moveTo>
                  <a:cubicBezTo>
                    <a:pt x="469719" y="665437"/>
                    <a:pt x="615108" y="693398"/>
                    <a:pt x="754905" y="738130"/>
                  </a:cubicBezTo>
                  <a:cubicBezTo>
                    <a:pt x="1526587" y="978584"/>
                    <a:pt x="2057814" y="1655200"/>
                    <a:pt x="2113735" y="2443658"/>
                  </a:cubicBezTo>
                  <a:lnTo>
                    <a:pt x="1671976" y="2443658"/>
                  </a:lnTo>
                  <a:cubicBezTo>
                    <a:pt x="1610463" y="1845326"/>
                    <a:pt x="1207848" y="1342054"/>
                    <a:pt x="620700" y="1157525"/>
                  </a:cubicBezTo>
                  <a:cubicBezTo>
                    <a:pt x="525640" y="1123973"/>
                    <a:pt x="419391" y="1107196"/>
                    <a:pt x="318738" y="1096012"/>
                  </a:cubicBezTo>
                  <a:close/>
                  <a:moveTo>
                    <a:pt x="329922" y="0"/>
                  </a:moveTo>
                  <a:cubicBezTo>
                    <a:pt x="329922" y="0"/>
                    <a:pt x="335514" y="0"/>
                    <a:pt x="335514" y="0"/>
                  </a:cubicBezTo>
                  <a:cubicBezTo>
                    <a:pt x="1649607" y="78285"/>
                    <a:pt x="2700883" y="1123973"/>
                    <a:pt x="2784764" y="2432474"/>
                  </a:cubicBezTo>
                  <a:cubicBezTo>
                    <a:pt x="2784764" y="2438066"/>
                    <a:pt x="2784764" y="2443659"/>
                    <a:pt x="2784764" y="2449251"/>
                  </a:cubicBezTo>
                  <a:lnTo>
                    <a:pt x="2343005" y="2449251"/>
                  </a:lnTo>
                  <a:cubicBezTo>
                    <a:pt x="2264716" y="1370014"/>
                    <a:pt x="1397974" y="514456"/>
                    <a:pt x="324330" y="441760"/>
                  </a:cubicBezTo>
                  <a:lnTo>
                    <a:pt x="329922" y="441760"/>
                  </a:lnTo>
                  <a:close/>
                </a:path>
              </a:pathLst>
            </a:custGeom>
            <a:solidFill>
              <a:schemeClr val="bg1"/>
            </a:solidFill>
            <a:ln w="12535" cap="flat">
              <a:noFill/>
              <a:prstDash val="solid"/>
              <a:miter/>
            </a:ln>
          </p:spPr>
          <p:txBody>
            <a:bodyPr wrap="square" rtlCol="0" anchor="ctr">
              <a:noAutofit/>
            </a:bodyPr>
            <a:lstStyle/>
            <a:p>
              <a:endParaRPr lang="en-US" dirty="0"/>
            </a:p>
          </p:txBody>
        </p:sp>
      </p:grpSp>
      <p:grpSp>
        <p:nvGrpSpPr>
          <p:cNvPr id="53" name="Group 52">
            <a:extLst>
              <a:ext uri="{FF2B5EF4-FFF2-40B4-BE49-F238E27FC236}">
                <a16:creationId xmlns:a16="http://schemas.microsoft.com/office/drawing/2014/main" id="{C3C9745A-12F6-2646-1FFA-8A6823D089CF}"/>
              </a:ext>
              <a:ext uri="{C183D7F6-B498-43B3-948B-1728B52AA6E4}">
                <adec:decorative xmlns:adec="http://schemas.microsoft.com/office/drawing/2017/decorative" val="1"/>
              </a:ext>
            </a:extLst>
          </p:cNvPr>
          <p:cNvGrpSpPr>
            <a:grpSpLocks noChangeAspect="1"/>
          </p:cNvGrpSpPr>
          <p:nvPr/>
        </p:nvGrpSpPr>
        <p:grpSpPr>
          <a:xfrm>
            <a:off x="7249508" y="5755986"/>
            <a:ext cx="511957" cy="457200"/>
            <a:chOff x="7249508" y="5755986"/>
            <a:chExt cx="511957" cy="457200"/>
          </a:xfrm>
          <a:solidFill>
            <a:schemeClr val="accent2"/>
          </a:solidFill>
        </p:grpSpPr>
        <p:sp>
          <p:nvSpPr>
            <p:cNvPr id="2773" name="Freeform: Shape 2772">
              <a:extLst>
                <a:ext uri="{FF2B5EF4-FFF2-40B4-BE49-F238E27FC236}">
                  <a16:creationId xmlns:a16="http://schemas.microsoft.com/office/drawing/2014/main" id="{0F8ABC5D-D567-BC2E-E985-9AD98EC40914}"/>
                </a:ext>
                <a:ext uri="{C183D7F6-B498-43B3-948B-1728B52AA6E4}">
                  <adec:decorative xmlns:adec="http://schemas.microsoft.com/office/drawing/2017/decorative" val="1"/>
                </a:ext>
              </a:extLst>
            </p:cNvPr>
            <p:cNvSpPr/>
            <p:nvPr/>
          </p:nvSpPr>
          <p:spPr>
            <a:xfrm>
              <a:off x="7492770" y="5966334"/>
              <a:ext cx="35906" cy="35906"/>
            </a:xfrm>
            <a:custGeom>
              <a:avLst/>
              <a:gdLst>
                <a:gd name="connsiteX0" fmla="*/ 0 w 151833"/>
                <a:gd name="connsiteY0" fmla="*/ 0 h 151833"/>
                <a:gd name="connsiteX1" fmla="*/ 151834 w 151833"/>
                <a:gd name="connsiteY1" fmla="*/ 0 h 151833"/>
                <a:gd name="connsiteX2" fmla="*/ 151834 w 151833"/>
                <a:gd name="connsiteY2" fmla="*/ 151834 h 151833"/>
                <a:gd name="connsiteX3" fmla="*/ 0 w 151833"/>
                <a:gd name="connsiteY3" fmla="*/ 151834 h 151833"/>
              </a:gdLst>
              <a:ahLst/>
              <a:cxnLst>
                <a:cxn ang="0">
                  <a:pos x="connsiteX0" y="connsiteY0"/>
                </a:cxn>
                <a:cxn ang="0">
                  <a:pos x="connsiteX1" y="connsiteY1"/>
                </a:cxn>
                <a:cxn ang="0">
                  <a:pos x="connsiteX2" y="connsiteY2"/>
                </a:cxn>
                <a:cxn ang="0">
                  <a:pos x="connsiteX3" y="connsiteY3"/>
                </a:cxn>
              </a:cxnLst>
              <a:rect l="l" t="t" r="r" b="b"/>
              <a:pathLst>
                <a:path w="151833" h="151833">
                  <a:moveTo>
                    <a:pt x="0" y="0"/>
                  </a:moveTo>
                  <a:lnTo>
                    <a:pt x="151834" y="0"/>
                  </a:lnTo>
                  <a:lnTo>
                    <a:pt x="151834" y="151834"/>
                  </a:lnTo>
                  <a:lnTo>
                    <a:pt x="0" y="151834"/>
                  </a:lnTo>
                  <a:close/>
                </a:path>
              </a:pathLst>
            </a:custGeom>
            <a:solidFill>
              <a:schemeClr val="bg1"/>
            </a:solidFill>
            <a:ln w="12650"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47899FB9-874A-0720-B943-F436F2EE0CA7}"/>
                </a:ext>
                <a:ext uri="{C183D7F6-B498-43B3-948B-1728B52AA6E4}">
                  <adec:decorative xmlns:adec="http://schemas.microsoft.com/office/drawing/2017/decorative" val="1"/>
                </a:ext>
              </a:extLst>
            </p:cNvPr>
            <p:cNvSpPr/>
            <p:nvPr/>
          </p:nvSpPr>
          <p:spPr>
            <a:xfrm>
              <a:off x="7249508" y="5755986"/>
              <a:ext cx="511957" cy="457200"/>
            </a:xfrm>
            <a:custGeom>
              <a:avLst/>
              <a:gdLst>
                <a:gd name="connsiteX0" fmla="*/ 1934424 w 7679352"/>
                <a:gd name="connsiteY0" fmla="*/ 5794294 h 6858004"/>
                <a:gd name="connsiteX1" fmla="*/ 1934424 w 7679352"/>
                <a:gd name="connsiteY1" fmla="*/ 6480992 h 6858004"/>
                <a:gd name="connsiteX2" fmla="*/ 2621123 w 7679352"/>
                <a:gd name="connsiteY2" fmla="*/ 6480992 h 6858004"/>
                <a:gd name="connsiteX3" fmla="*/ 2621123 w 7679352"/>
                <a:gd name="connsiteY3" fmla="*/ 5794294 h 6858004"/>
                <a:gd name="connsiteX4" fmla="*/ 5403824 w 7679352"/>
                <a:gd name="connsiteY4" fmla="*/ 5767364 h 6858004"/>
                <a:gd name="connsiteX5" fmla="*/ 5040277 w 7679352"/>
                <a:gd name="connsiteY5" fmla="*/ 6130910 h 6858004"/>
                <a:gd name="connsiteX6" fmla="*/ 5403824 w 7679352"/>
                <a:gd name="connsiteY6" fmla="*/ 6494457 h 6858004"/>
                <a:gd name="connsiteX7" fmla="*/ 5767371 w 7679352"/>
                <a:gd name="connsiteY7" fmla="*/ 6130910 h 6858004"/>
                <a:gd name="connsiteX8" fmla="*/ 5403824 w 7679352"/>
                <a:gd name="connsiteY8" fmla="*/ 5767364 h 6858004"/>
                <a:gd name="connsiteX9" fmla="*/ 2962230 w 7679352"/>
                <a:gd name="connsiteY9" fmla="*/ 3312300 h 6858004"/>
                <a:gd name="connsiteX10" fmla="*/ 3321291 w 7679352"/>
                <a:gd name="connsiteY10" fmla="*/ 3312300 h 6858004"/>
                <a:gd name="connsiteX11" fmla="*/ 4025944 w 7679352"/>
                <a:gd name="connsiteY11" fmla="*/ 4016952 h 6858004"/>
                <a:gd name="connsiteX12" fmla="*/ 4025944 w 7679352"/>
                <a:gd name="connsiteY12" fmla="*/ 4376012 h 6858004"/>
                <a:gd name="connsiteX13" fmla="*/ 2962230 w 7679352"/>
                <a:gd name="connsiteY13" fmla="*/ 3312300 h 6858004"/>
                <a:gd name="connsiteX14" fmla="*/ 2396717 w 7679352"/>
                <a:gd name="connsiteY14" fmla="*/ 3312300 h 6858004"/>
                <a:gd name="connsiteX15" fmla="*/ 2755773 w 7679352"/>
                <a:gd name="connsiteY15" fmla="*/ 3312300 h 6858004"/>
                <a:gd name="connsiteX16" fmla="*/ 4025940 w 7679352"/>
                <a:gd name="connsiteY16" fmla="*/ 4582466 h 6858004"/>
                <a:gd name="connsiteX17" fmla="*/ 4025940 w 7679352"/>
                <a:gd name="connsiteY17" fmla="*/ 4941521 h 6858004"/>
                <a:gd name="connsiteX18" fmla="*/ 2396717 w 7679352"/>
                <a:gd name="connsiteY18" fmla="*/ 3312300 h 6858004"/>
                <a:gd name="connsiteX19" fmla="*/ 1835691 w 7679352"/>
                <a:gd name="connsiteY19" fmla="*/ 3312300 h 6858004"/>
                <a:gd name="connsiteX20" fmla="*/ 2194750 w 7679352"/>
                <a:gd name="connsiteY20" fmla="*/ 3312300 h 6858004"/>
                <a:gd name="connsiteX21" fmla="*/ 4025940 w 7679352"/>
                <a:gd name="connsiteY21" fmla="*/ 5143492 h 6858004"/>
                <a:gd name="connsiteX22" fmla="*/ 4025940 w 7679352"/>
                <a:gd name="connsiteY22" fmla="*/ 5502547 h 6858004"/>
                <a:gd name="connsiteX23" fmla="*/ 1835691 w 7679352"/>
                <a:gd name="connsiteY23" fmla="*/ 3312300 h 6858004"/>
                <a:gd name="connsiteX24" fmla="*/ 6629106 w 7679352"/>
                <a:gd name="connsiteY24" fmla="*/ 3083408 h 6858004"/>
                <a:gd name="connsiteX25" fmla="*/ 6629106 w 7679352"/>
                <a:gd name="connsiteY25" fmla="*/ 3774596 h 6858004"/>
                <a:gd name="connsiteX26" fmla="*/ 7315808 w 7679352"/>
                <a:gd name="connsiteY26" fmla="*/ 3774596 h 6858004"/>
                <a:gd name="connsiteX27" fmla="*/ 7315808 w 7679352"/>
                <a:gd name="connsiteY27" fmla="*/ 3083408 h 6858004"/>
                <a:gd name="connsiteX28" fmla="*/ 722603 w 7679352"/>
                <a:gd name="connsiteY28" fmla="*/ 3065455 h 6858004"/>
                <a:gd name="connsiteX29" fmla="*/ 359056 w 7679352"/>
                <a:gd name="connsiteY29" fmla="*/ 3429002 h 6858004"/>
                <a:gd name="connsiteX30" fmla="*/ 722603 w 7679352"/>
                <a:gd name="connsiteY30" fmla="*/ 3792549 h 6858004"/>
                <a:gd name="connsiteX31" fmla="*/ 1086150 w 7679352"/>
                <a:gd name="connsiteY31" fmla="*/ 3429002 h 6858004"/>
                <a:gd name="connsiteX32" fmla="*/ 722603 w 7679352"/>
                <a:gd name="connsiteY32" fmla="*/ 3065455 h 6858004"/>
                <a:gd name="connsiteX33" fmla="*/ 3810508 w 7679352"/>
                <a:gd name="connsiteY33" fmla="*/ 2468517 h 6858004"/>
                <a:gd name="connsiteX34" fmla="*/ 4874222 w 7679352"/>
                <a:gd name="connsiteY34" fmla="*/ 3532229 h 6858004"/>
                <a:gd name="connsiteX35" fmla="*/ 4515161 w 7679352"/>
                <a:gd name="connsiteY35" fmla="*/ 3532229 h 6858004"/>
                <a:gd name="connsiteX36" fmla="*/ 3810508 w 7679352"/>
                <a:gd name="connsiteY36" fmla="*/ 2827577 h 6858004"/>
                <a:gd name="connsiteX37" fmla="*/ 3810508 w 7679352"/>
                <a:gd name="connsiteY37" fmla="*/ 1902997 h 6858004"/>
                <a:gd name="connsiteX38" fmla="*/ 5439731 w 7679352"/>
                <a:gd name="connsiteY38" fmla="*/ 3532218 h 6858004"/>
                <a:gd name="connsiteX39" fmla="*/ 5080675 w 7679352"/>
                <a:gd name="connsiteY39" fmla="*/ 3532218 h 6858004"/>
                <a:gd name="connsiteX40" fmla="*/ 3810508 w 7679352"/>
                <a:gd name="connsiteY40" fmla="*/ 2262056 h 6858004"/>
                <a:gd name="connsiteX41" fmla="*/ 3810508 w 7679352"/>
                <a:gd name="connsiteY41" fmla="*/ 1341970 h 6858004"/>
                <a:gd name="connsiteX42" fmla="*/ 6000757 w 7679352"/>
                <a:gd name="connsiteY42" fmla="*/ 3532217 h 6858004"/>
                <a:gd name="connsiteX43" fmla="*/ 5641702 w 7679352"/>
                <a:gd name="connsiteY43" fmla="*/ 3532217 h 6858004"/>
                <a:gd name="connsiteX44" fmla="*/ 3810508 w 7679352"/>
                <a:gd name="connsiteY44" fmla="*/ 1701029 h 6858004"/>
                <a:gd name="connsiteX45" fmla="*/ 2984670 w 7679352"/>
                <a:gd name="connsiteY45" fmla="*/ 722603 h 6858004"/>
                <a:gd name="connsiteX46" fmla="*/ 2984670 w 7679352"/>
                <a:gd name="connsiteY46" fmla="*/ 1095127 h 6858004"/>
                <a:gd name="connsiteX47" fmla="*/ 2984670 w 7679352"/>
                <a:gd name="connsiteY47" fmla="*/ 1454183 h 6858004"/>
                <a:gd name="connsiteX48" fmla="*/ 2625613 w 7679352"/>
                <a:gd name="connsiteY48" fmla="*/ 1454183 h 6858004"/>
                <a:gd name="connsiteX49" fmla="*/ 1938915 w 7679352"/>
                <a:gd name="connsiteY49" fmla="*/ 1454183 h 6858004"/>
                <a:gd name="connsiteX50" fmla="*/ 1867101 w 7679352"/>
                <a:gd name="connsiteY50" fmla="*/ 1454183 h 6858004"/>
                <a:gd name="connsiteX51" fmla="*/ 1086150 w 7679352"/>
                <a:gd name="connsiteY51" fmla="*/ 2805139 h 6858004"/>
                <a:gd name="connsiteX52" fmla="*/ 1445210 w 7679352"/>
                <a:gd name="connsiteY52" fmla="*/ 3429002 h 6858004"/>
                <a:gd name="connsiteX53" fmla="*/ 1086150 w 7679352"/>
                <a:gd name="connsiteY53" fmla="*/ 4052864 h 6858004"/>
                <a:gd name="connsiteX54" fmla="*/ 1885054 w 7679352"/>
                <a:gd name="connsiteY54" fmla="*/ 5435238 h 6858004"/>
                <a:gd name="connsiteX55" fmla="*/ 1934424 w 7679352"/>
                <a:gd name="connsiteY55" fmla="*/ 5435238 h 6858004"/>
                <a:gd name="connsiteX56" fmla="*/ 2621123 w 7679352"/>
                <a:gd name="connsiteY56" fmla="*/ 5435238 h 6858004"/>
                <a:gd name="connsiteX57" fmla="*/ 2980182 w 7679352"/>
                <a:gd name="connsiteY57" fmla="*/ 5435238 h 6858004"/>
                <a:gd name="connsiteX58" fmla="*/ 2980182 w 7679352"/>
                <a:gd name="connsiteY58" fmla="*/ 5794294 h 6858004"/>
                <a:gd name="connsiteX59" fmla="*/ 2980182 w 7679352"/>
                <a:gd name="connsiteY59" fmla="*/ 6135398 h 6858004"/>
                <a:gd name="connsiteX60" fmla="*/ 4690196 w 7679352"/>
                <a:gd name="connsiteY60" fmla="*/ 6135398 h 6858004"/>
                <a:gd name="connsiteX61" fmla="*/ 5412799 w 7679352"/>
                <a:gd name="connsiteY61" fmla="*/ 5412795 h 6858004"/>
                <a:gd name="connsiteX62" fmla="*/ 5776346 w 7679352"/>
                <a:gd name="connsiteY62" fmla="*/ 5511535 h 6858004"/>
                <a:gd name="connsiteX63" fmla="*/ 6575250 w 7679352"/>
                <a:gd name="connsiteY63" fmla="*/ 4129165 h 6858004"/>
                <a:gd name="connsiteX64" fmla="*/ 6279025 w 7679352"/>
                <a:gd name="connsiteY64" fmla="*/ 4129165 h 6858004"/>
                <a:gd name="connsiteX65" fmla="*/ 6279025 w 7679352"/>
                <a:gd name="connsiteY65" fmla="*/ 3770105 h 6858004"/>
                <a:gd name="connsiteX66" fmla="*/ 6279025 w 7679352"/>
                <a:gd name="connsiteY66" fmla="*/ 3083408 h 6858004"/>
                <a:gd name="connsiteX67" fmla="*/ 6279025 w 7679352"/>
                <a:gd name="connsiteY67" fmla="*/ 2724351 h 6858004"/>
                <a:gd name="connsiteX68" fmla="*/ 6579736 w 7679352"/>
                <a:gd name="connsiteY68" fmla="*/ 2724351 h 6858004"/>
                <a:gd name="connsiteX69" fmla="*/ 5794298 w 7679352"/>
                <a:gd name="connsiteY69" fmla="*/ 1350956 h 6858004"/>
                <a:gd name="connsiteX70" fmla="*/ 5439729 w 7679352"/>
                <a:gd name="connsiteY70" fmla="*/ 1445209 h 6858004"/>
                <a:gd name="connsiteX71" fmla="*/ 4717126 w 7679352"/>
                <a:gd name="connsiteY71" fmla="*/ 722603 h 6858004"/>
                <a:gd name="connsiteX72" fmla="*/ 1934424 w 7679352"/>
                <a:gd name="connsiteY72" fmla="*/ 412917 h 6858004"/>
                <a:gd name="connsiteX73" fmla="*/ 1934424 w 7679352"/>
                <a:gd name="connsiteY73" fmla="*/ 1099615 h 6858004"/>
                <a:gd name="connsiteX74" fmla="*/ 2621123 w 7679352"/>
                <a:gd name="connsiteY74" fmla="*/ 1099615 h 6858004"/>
                <a:gd name="connsiteX75" fmla="*/ 2621123 w 7679352"/>
                <a:gd name="connsiteY75" fmla="*/ 412917 h 6858004"/>
                <a:gd name="connsiteX76" fmla="*/ 5435242 w 7679352"/>
                <a:gd name="connsiteY76" fmla="*/ 363547 h 6858004"/>
                <a:gd name="connsiteX77" fmla="*/ 5071695 w 7679352"/>
                <a:gd name="connsiteY77" fmla="*/ 727094 h 6858004"/>
                <a:gd name="connsiteX78" fmla="*/ 5435242 w 7679352"/>
                <a:gd name="connsiteY78" fmla="*/ 1090637 h 6858004"/>
                <a:gd name="connsiteX79" fmla="*/ 5798785 w 7679352"/>
                <a:gd name="connsiteY79" fmla="*/ 727094 h 6858004"/>
                <a:gd name="connsiteX80" fmla="*/ 5435242 w 7679352"/>
                <a:gd name="connsiteY80" fmla="*/ 363547 h 6858004"/>
                <a:gd name="connsiteX81" fmla="*/ 5430751 w 7679352"/>
                <a:gd name="connsiteY81" fmla="*/ 0 h 6858004"/>
                <a:gd name="connsiteX82" fmla="*/ 6153358 w 7679352"/>
                <a:gd name="connsiteY82" fmla="*/ 722603 h 6858004"/>
                <a:gd name="connsiteX83" fmla="*/ 6045640 w 7679352"/>
                <a:gd name="connsiteY83" fmla="*/ 1099615 h 6858004"/>
                <a:gd name="connsiteX84" fmla="*/ 6974701 w 7679352"/>
                <a:gd name="connsiteY84" fmla="*/ 2724351 h 6858004"/>
                <a:gd name="connsiteX85" fmla="*/ 7315808 w 7679352"/>
                <a:gd name="connsiteY85" fmla="*/ 2724351 h 6858004"/>
                <a:gd name="connsiteX86" fmla="*/ 7679352 w 7679352"/>
                <a:gd name="connsiteY86" fmla="*/ 2724351 h 6858004"/>
                <a:gd name="connsiteX87" fmla="*/ 7679352 w 7679352"/>
                <a:gd name="connsiteY87" fmla="*/ 3083408 h 6858004"/>
                <a:gd name="connsiteX88" fmla="*/ 7679352 w 7679352"/>
                <a:gd name="connsiteY88" fmla="*/ 3774596 h 6858004"/>
                <a:gd name="connsiteX89" fmla="*/ 7679352 w 7679352"/>
                <a:gd name="connsiteY89" fmla="*/ 4133652 h 6858004"/>
                <a:gd name="connsiteX90" fmla="*/ 7320296 w 7679352"/>
                <a:gd name="connsiteY90" fmla="*/ 4133652 h 6858004"/>
                <a:gd name="connsiteX91" fmla="*/ 6974701 w 7679352"/>
                <a:gd name="connsiteY91" fmla="*/ 4133652 h 6858004"/>
                <a:gd name="connsiteX92" fmla="*/ 6027687 w 7679352"/>
                <a:gd name="connsiteY92" fmla="*/ 5771854 h 6858004"/>
                <a:gd name="connsiteX93" fmla="*/ 6126428 w 7679352"/>
                <a:gd name="connsiteY93" fmla="*/ 6135398 h 6858004"/>
                <a:gd name="connsiteX94" fmla="*/ 5403824 w 7679352"/>
                <a:gd name="connsiteY94" fmla="*/ 6858004 h 6858004"/>
                <a:gd name="connsiteX95" fmla="*/ 4775471 w 7679352"/>
                <a:gd name="connsiteY95" fmla="*/ 6485479 h 6858004"/>
                <a:gd name="connsiteX96" fmla="*/ 2984670 w 7679352"/>
                <a:gd name="connsiteY96" fmla="*/ 6485479 h 6858004"/>
                <a:gd name="connsiteX97" fmla="*/ 2984670 w 7679352"/>
                <a:gd name="connsiteY97" fmla="*/ 6840051 h 6858004"/>
                <a:gd name="connsiteX98" fmla="*/ 2625613 w 7679352"/>
                <a:gd name="connsiteY98" fmla="*/ 6840051 h 6858004"/>
                <a:gd name="connsiteX99" fmla="*/ 1938915 w 7679352"/>
                <a:gd name="connsiteY99" fmla="*/ 6840051 h 6858004"/>
                <a:gd name="connsiteX100" fmla="*/ 1579855 w 7679352"/>
                <a:gd name="connsiteY100" fmla="*/ 6840051 h 6858004"/>
                <a:gd name="connsiteX101" fmla="*/ 1579855 w 7679352"/>
                <a:gd name="connsiteY101" fmla="*/ 6480992 h 6858004"/>
                <a:gd name="connsiteX102" fmla="*/ 1579855 w 7679352"/>
                <a:gd name="connsiteY102" fmla="*/ 5794294 h 6858004"/>
                <a:gd name="connsiteX103" fmla="*/ 1579855 w 7679352"/>
                <a:gd name="connsiteY103" fmla="*/ 5601301 h 6858004"/>
                <a:gd name="connsiteX104" fmla="*/ 740556 w 7679352"/>
                <a:gd name="connsiteY104" fmla="*/ 4151605 h 6858004"/>
                <a:gd name="connsiteX105" fmla="*/ 722603 w 7679352"/>
                <a:gd name="connsiteY105" fmla="*/ 4151605 h 6858004"/>
                <a:gd name="connsiteX106" fmla="*/ 0 w 7679352"/>
                <a:gd name="connsiteY106" fmla="*/ 3429002 h 6858004"/>
                <a:gd name="connsiteX107" fmla="*/ 718116 w 7679352"/>
                <a:gd name="connsiteY107" fmla="*/ 2710886 h 6858004"/>
                <a:gd name="connsiteX108" fmla="*/ 736068 w 7679352"/>
                <a:gd name="connsiteY108" fmla="*/ 2710886 h 6858004"/>
                <a:gd name="connsiteX109" fmla="*/ 1575368 w 7679352"/>
                <a:gd name="connsiteY109" fmla="*/ 1252212 h 6858004"/>
                <a:gd name="connsiteX110" fmla="*/ 1575368 w 7679352"/>
                <a:gd name="connsiteY110" fmla="*/ 1095127 h 6858004"/>
                <a:gd name="connsiteX111" fmla="*/ 1575368 w 7679352"/>
                <a:gd name="connsiteY111" fmla="*/ 408430 h 6858004"/>
                <a:gd name="connsiteX112" fmla="*/ 1575368 w 7679352"/>
                <a:gd name="connsiteY112" fmla="*/ 49370 h 6858004"/>
                <a:gd name="connsiteX113" fmla="*/ 1934424 w 7679352"/>
                <a:gd name="connsiteY113" fmla="*/ 49370 h 6858004"/>
                <a:gd name="connsiteX114" fmla="*/ 2621123 w 7679352"/>
                <a:gd name="connsiteY114" fmla="*/ 49370 h 6858004"/>
                <a:gd name="connsiteX115" fmla="*/ 2980182 w 7679352"/>
                <a:gd name="connsiteY115" fmla="*/ 49370 h 6858004"/>
                <a:gd name="connsiteX116" fmla="*/ 2980182 w 7679352"/>
                <a:gd name="connsiteY116" fmla="*/ 372521 h 6858004"/>
                <a:gd name="connsiteX117" fmla="*/ 4802401 w 7679352"/>
                <a:gd name="connsiteY117" fmla="*/ 372521 h 6858004"/>
                <a:gd name="connsiteX118" fmla="*/ 5430751 w 7679352"/>
                <a:gd name="connsiteY118"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7679352" h="6858004">
                  <a:moveTo>
                    <a:pt x="1934424" y="5794294"/>
                  </a:moveTo>
                  <a:lnTo>
                    <a:pt x="1934424" y="6480992"/>
                  </a:lnTo>
                  <a:lnTo>
                    <a:pt x="2621123" y="6480992"/>
                  </a:lnTo>
                  <a:lnTo>
                    <a:pt x="2621123" y="5794294"/>
                  </a:lnTo>
                  <a:close/>
                  <a:moveTo>
                    <a:pt x="5403824" y="5767364"/>
                  </a:moveTo>
                  <a:cubicBezTo>
                    <a:pt x="5201853" y="5767364"/>
                    <a:pt x="5040277" y="5928943"/>
                    <a:pt x="5040277" y="6130910"/>
                  </a:cubicBezTo>
                  <a:cubicBezTo>
                    <a:pt x="5040277" y="6332882"/>
                    <a:pt x="5201853" y="6494457"/>
                    <a:pt x="5403824" y="6494457"/>
                  </a:cubicBezTo>
                  <a:cubicBezTo>
                    <a:pt x="5601305" y="6494457"/>
                    <a:pt x="5767371" y="6332882"/>
                    <a:pt x="5767371" y="6130910"/>
                  </a:cubicBezTo>
                  <a:cubicBezTo>
                    <a:pt x="5767371" y="5928943"/>
                    <a:pt x="5605792" y="5767364"/>
                    <a:pt x="5403824" y="5767364"/>
                  </a:cubicBezTo>
                  <a:close/>
                  <a:moveTo>
                    <a:pt x="2962230" y="3312300"/>
                  </a:moveTo>
                  <a:lnTo>
                    <a:pt x="3321291" y="3312300"/>
                  </a:lnTo>
                  <a:cubicBezTo>
                    <a:pt x="3321291" y="3702774"/>
                    <a:pt x="3635465" y="4021439"/>
                    <a:pt x="4025944" y="4016952"/>
                  </a:cubicBezTo>
                  <a:lnTo>
                    <a:pt x="4025944" y="4376012"/>
                  </a:lnTo>
                  <a:cubicBezTo>
                    <a:pt x="3437984" y="4376012"/>
                    <a:pt x="2962230" y="3900259"/>
                    <a:pt x="2962230" y="3312300"/>
                  </a:cubicBezTo>
                  <a:close/>
                  <a:moveTo>
                    <a:pt x="2396717" y="3312300"/>
                  </a:moveTo>
                  <a:lnTo>
                    <a:pt x="2755773" y="3312300"/>
                  </a:lnTo>
                  <a:cubicBezTo>
                    <a:pt x="2755773" y="4016949"/>
                    <a:pt x="3325778" y="4586953"/>
                    <a:pt x="4025940" y="4582466"/>
                  </a:cubicBezTo>
                  <a:lnTo>
                    <a:pt x="4025940" y="4941521"/>
                  </a:lnTo>
                  <a:cubicBezTo>
                    <a:pt x="3128297" y="4941521"/>
                    <a:pt x="2396717" y="4209942"/>
                    <a:pt x="2396717" y="3312300"/>
                  </a:cubicBezTo>
                  <a:close/>
                  <a:moveTo>
                    <a:pt x="1835691" y="3312300"/>
                  </a:moveTo>
                  <a:lnTo>
                    <a:pt x="2194750" y="3312300"/>
                  </a:lnTo>
                  <a:cubicBezTo>
                    <a:pt x="2194750" y="4326638"/>
                    <a:pt x="3016092" y="5147979"/>
                    <a:pt x="4025940" y="5143492"/>
                  </a:cubicBezTo>
                  <a:lnTo>
                    <a:pt x="4025940" y="5502547"/>
                  </a:lnTo>
                  <a:cubicBezTo>
                    <a:pt x="2818612" y="5502547"/>
                    <a:pt x="1835691" y="4519631"/>
                    <a:pt x="1835691" y="3312300"/>
                  </a:cubicBezTo>
                  <a:close/>
                  <a:moveTo>
                    <a:pt x="6629106" y="3083408"/>
                  </a:moveTo>
                  <a:lnTo>
                    <a:pt x="6629106" y="3774596"/>
                  </a:lnTo>
                  <a:lnTo>
                    <a:pt x="7315808" y="3774596"/>
                  </a:lnTo>
                  <a:lnTo>
                    <a:pt x="7315808" y="3083408"/>
                  </a:lnTo>
                  <a:close/>
                  <a:moveTo>
                    <a:pt x="722603" y="3065455"/>
                  </a:moveTo>
                  <a:cubicBezTo>
                    <a:pt x="520635" y="3065455"/>
                    <a:pt x="359056" y="3227030"/>
                    <a:pt x="359056" y="3429002"/>
                  </a:cubicBezTo>
                  <a:cubicBezTo>
                    <a:pt x="359056" y="3630973"/>
                    <a:pt x="520635" y="3792549"/>
                    <a:pt x="722603" y="3792549"/>
                  </a:cubicBezTo>
                  <a:cubicBezTo>
                    <a:pt x="924575" y="3792549"/>
                    <a:pt x="1086150" y="3630973"/>
                    <a:pt x="1086150" y="3429002"/>
                  </a:cubicBezTo>
                  <a:cubicBezTo>
                    <a:pt x="1086150" y="3227030"/>
                    <a:pt x="924575" y="3065455"/>
                    <a:pt x="722603" y="3065455"/>
                  </a:cubicBezTo>
                  <a:close/>
                  <a:moveTo>
                    <a:pt x="3810508" y="2468517"/>
                  </a:moveTo>
                  <a:cubicBezTo>
                    <a:pt x="4398468" y="2468517"/>
                    <a:pt x="4874222" y="2948757"/>
                    <a:pt x="4874222" y="3532229"/>
                  </a:cubicBezTo>
                  <a:lnTo>
                    <a:pt x="4515161" y="3532229"/>
                  </a:lnTo>
                  <a:cubicBezTo>
                    <a:pt x="4515161" y="3146242"/>
                    <a:pt x="4200987" y="2827577"/>
                    <a:pt x="3810508" y="2827577"/>
                  </a:cubicBezTo>
                  <a:close/>
                  <a:moveTo>
                    <a:pt x="3810508" y="1902997"/>
                  </a:moveTo>
                  <a:cubicBezTo>
                    <a:pt x="4708151" y="1902997"/>
                    <a:pt x="5439731" y="2634576"/>
                    <a:pt x="5439731" y="3532218"/>
                  </a:cubicBezTo>
                  <a:lnTo>
                    <a:pt x="5080675" y="3532218"/>
                  </a:lnTo>
                  <a:cubicBezTo>
                    <a:pt x="5080675" y="2832056"/>
                    <a:pt x="4510671" y="2262056"/>
                    <a:pt x="3810508" y="2262056"/>
                  </a:cubicBezTo>
                  <a:close/>
                  <a:moveTo>
                    <a:pt x="3810508" y="1341970"/>
                  </a:moveTo>
                  <a:cubicBezTo>
                    <a:pt x="5017840" y="1341970"/>
                    <a:pt x="6000757" y="2324890"/>
                    <a:pt x="6000757" y="3532217"/>
                  </a:cubicBezTo>
                  <a:lnTo>
                    <a:pt x="5641702" y="3532217"/>
                  </a:lnTo>
                  <a:cubicBezTo>
                    <a:pt x="5641702" y="2522370"/>
                    <a:pt x="4820356" y="1701029"/>
                    <a:pt x="3810508" y="1701029"/>
                  </a:cubicBezTo>
                  <a:close/>
                  <a:moveTo>
                    <a:pt x="2984670" y="722603"/>
                  </a:moveTo>
                  <a:lnTo>
                    <a:pt x="2984670" y="1095127"/>
                  </a:lnTo>
                  <a:lnTo>
                    <a:pt x="2984670" y="1454183"/>
                  </a:lnTo>
                  <a:lnTo>
                    <a:pt x="2625613" y="1454183"/>
                  </a:lnTo>
                  <a:lnTo>
                    <a:pt x="1938915" y="1454183"/>
                  </a:lnTo>
                  <a:lnTo>
                    <a:pt x="1867101" y="1454183"/>
                  </a:lnTo>
                  <a:lnTo>
                    <a:pt x="1086150" y="2805139"/>
                  </a:lnTo>
                  <a:cubicBezTo>
                    <a:pt x="1301587" y="2930810"/>
                    <a:pt x="1445210" y="3164195"/>
                    <a:pt x="1445210" y="3429002"/>
                  </a:cubicBezTo>
                  <a:cubicBezTo>
                    <a:pt x="1445210" y="3693805"/>
                    <a:pt x="1301587" y="3927194"/>
                    <a:pt x="1086150" y="4052864"/>
                  </a:cubicBezTo>
                  <a:lnTo>
                    <a:pt x="1885054" y="5435238"/>
                  </a:lnTo>
                  <a:lnTo>
                    <a:pt x="1934424" y="5435238"/>
                  </a:lnTo>
                  <a:lnTo>
                    <a:pt x="2621123" y="5435238"/>
                  </a:lnTo>
                  <a:lnTo>
                    <a:pt x="2980182" y="5435238"/>
                  </a:lnTo>
                  <a:lnTo>
                    <a:pt x="2980182" y="5794294"/>
                  </a:lnTo>
                  <a:lnTo>
                    <a:pt x="2980182" y="6135398"/>
                  </a:lnTo>
                  <a:lnTo>
                    <a:pt x="4690196" y="6135398"/>
                  </a:lnTo>
                  <a:cubicBezTo>
                    <a:pt x="4690196" y="5735946"/>
                    <a:pt x="5013347" y="5412795"/>
                    <a:pt x="5412799" y="5412795"/>
                  </a:cubicBezTo>
                  <a:cubicBezTo>
                    <a:pt x="5542957" y="5412795"/>
                    <a:pt x="5668628" y="5448703"/>
                    <a:pt x="5776346" y="5511535"/>
                  </a:cubicBezTo>
                  <a:lnTo>
                    <a:pt x="6575250" y="4129165"/>
                  </a:lnTo>
                  <a:lnTo>
                    <a:pt x="6279025" y="4129165"/>
                  </a:lnTo>
                  <a:lnTo>
                    <a:pt x="6279025" y="3770105"/>
                  </a:lnTo>
                  <a:lnTo>
                    <a:pt x="6279025" y="3083408"/>
                  </a:lnTo>
                  <a:lnTo>
                    <a:pt x="6279025" y="2724351"/>
                  </a:lnTo>
                  <a:lnTo>
                    <a:pt x="6579736" y="2724351"/>
                  </a:lnTo>
                  <a:lnTo>
                    <a:pt x="5794298" y="1350956"/>
                  </a:lnTo>
                  <a:cubicBezTo>
                    <a:pt x="5686580" y="1409301"/>
                    <a:pt x="5569887" y="1445209"/>
                    <a:pt x="5439729" y="1445209"/>
                  </a:cubicBezTo>
                  <a:cubicBezTo>
                    <a:pt x="5040277" y="1445209"/>
                    <a:pt x="4717126" y="1122054"/>
                    <a:pt x="4717126" y="722603"/>
                  </a:cubicBezTo>
                  <a:close/>
                  <a:moveTo>
                    <a:pt x="1934424" y="412917"/>
                  </a:moveTo>
                  <a:lnTo>
                    <a:pt x="1934424" y="1099615"/>
                  </a:lnTo>
                  <a:lnTo>
                    <a:pt x="2621123" y="1099615"/>
                  </a:lnTo>
                  <a:lnTo>
                    <a:pt x="2621123" y="412917"/>
                  </a:lnTo>
                  <a:close/>
                  <a:moveTo>
                    <a:pt x="5435242" y="363547"/>
                  </a:moveTo>
                  <a:cubicBezTo>
                    <a:pt x="5233271" y="363547"/>
                    <a:pt x="5071695" y="525122"/>
                    <a:pt x="5071695" y="727094"/>
                  </a:cubicBezTo>
                  <a:cubicBezTo>
                    <a:pt x="5071695" y="929061"/>
                    <a:pt x="5233271" y="1090637"/>
                    <a:pt x="5435242" y="1090637"/>
                  </a:cubicBezTo>
                  <a:cubicBezTo>
                    <a:pt x="5637210" y="1090637"/>
                    <a:pt x="5798785" y="929061"/>
                    <a:pt x="5798785" y="727094"/>
                  </a:cubicBezTo>
                  <a:cubicBezTo>
                    <a:pt x="5798785" y="525122"/>
                    <a:pt x="5637210" y="363547"/>
                    <a:pt x="5435242" y="363547"/>
                  </a:cubicBezTo>
                  <a:close/>
                  <a:moveTo>
                    <a:pt x="5430751" y="0"/>
                  </a:moveTo>
                  <a:cubicBezTo>
                    <a:pt x="5830203" y="0"/>
                    <a:pt x="6153358" y="323151"/>
                    <a:pt x="6153358" y="722603"/>
                  </a:cubicBezTo>
                  <a:cubicBezTo>
                    <a:pt x="6153358" y="861739"/>
                    <a:pt x="6112962" y="987409"/>
                    <a:pt x="6045640" y="1099615"/>
                  </a:cubicBezTo>
                  <a:lnTo>
                    <a:pt x="6974701" y="2724351"/>
                  </a:lnTo>
                  <a:lnTo>
                    <a:pt x="7315808" y="2724351"/>
                  </a:lnTo>
                  <a:lnTo>
                    <a:pt x="7679352" y="2724351"/>
                  </a:lnTo>
                  <a:lnTo>
                    <a:pt x="7679352" y="3083408"/>
                  </a:lnTo>
                  <a:lnTo>
                    <a:pt x="7679352" y="3774596"/>
                  </a:lnTo>
                  <a:lnTo>
                    <a:pt x="7679352" y="4133652"/>
                  </a:lnTo>
                  <a:lnTo>
                    <a:pt x="7320296" y="4133652"/>
                  </a:lnTo>
                  <a:lnTo>
                    <a:pt x="6974701" y="4133652"/>
                  </a:lnTo>
                  <a:lnTo>
                    <a:pt x="6027687" y="5771854"/>
                  </a:lnTo>
                  <a:cubicBezTo>
                    <a:pt x="6090523" y="5879569"/>
                    <a:pt x="6126428" y="6000752"/>
                    <a:pt x="6126428" y="6135398"/>
                  </a:cubicBezTo>
                  <a:cubicBezTo>
                    <a:pt x="6126428" y="6534853"/>
                    <a:pt x="5803276" y="6858004"/>
                    <a:pt x="5403824" y="6858004"/>
                  </a:cubicBezTo>
                  <a:cubicBezTo>
                    <a:pt x="5134530" y="6858004"/>
                    <a:pt x="4896654" y="6705403"/>
                    <a:pt x="4775471" y="6485479"/>
                  </a:cubicBezTo>
                  <a:lnTo>
                    <a:pt x="2984670" y="6485479"/>
                  </a:lnTo>
                  <a:lnTo>
                    <a:pt x="2984670" y="6840051"/>
                  </a:lnTo>
                  <a:lnTo>
                    <a:pt x="2625613" y="6840051"/>
                  </a:lnTo>
                  <a:lnTo>
                    <a:pt x="1938915" y="6840051"/>
                  </a:lnTo>
                  <a:lnTo>
                    <a:pt x="1579855" y="6840051"/>
                  </a:lnTo>
                  <a:lnTo>
                    <a:pt x="1579855" y="6480992"/>
                  </a:lnTo>
                  <a:lnTo>
                    <a:pt x="1579855" y="5794294"/>
                  </a:lnTo>
                  <a:lnTo>
                    <a:pt x="1579855" y="5601301"/>
                  </a:lnTo>
                  <a:lnTo>
                    <a:pt x="740556" y="4151605"/>
                  </a:lnTo>
                  <a:cubicBezTo>
                    <a:pt x="731581" y="4151605"/>
                    <a:pt x="727094" y="4151605"/>
                    <a:pt x="722603" y="4151605"/>
                  </a:cubicBezTo>
                  <a:cubicBezTo>
                    <a:pt x="323151" y="4151605"/>
                    <a:pt x="0" y="3828454"/>
                    <a:pt x="0" y="3429002"/>
                  </a:cubicBezTo>
                  <a:cubicBezTo>
                    <a:pt x="0" y="3034038"/>
                    <a:pt x="323151" y="2706399"/>
                    <a:pt x="718116" y="2710886"/>
                  </a:cubicBezTo>
                  <a:cubicBezTo>
                    <a:pt x="727094" y="2710886"/>
                    <a:pt x="731581" y="2710886"/>
                    <a:pt x="736068" y="2710886"/>
                  </a:cubicBezTo>
                  <a:lnTo>
                    <a:pt x="1575368" y="1252212"/>
                  </a:lnTo>
                  <a:lnTo>
                    <a:pt x="1575368" y="1095127"/>
                  </a:lnTo>
                  <a:lnTo>
                    <a:pt x="1575368" y="408430"/>
                  </a:lnTo>
                  <a:lnTo>
                    <a:pt x="1575368" y="49370"/>
                  </a:lnTo>
                  <a:lnTo>
                    <a:pt x="1934424" y="49370"/>
                  </a:lnTo>
                  <a:lnTo>
                    <a:pt x="2621123" y="49370"/>
                  </a:lnTo>
                  <a:lnTo>
                    <a:pt x="2980182" y="49370"/>
                  </a:lnTo>
                  <a:lnTo>
                    <a:pt x="2980182" y="372521"/>
                  </a:lnTo>
                  <a:lnTo>
                    <a:pt x="4802401" y="372521"/>
                  </a:lnTo>
                  <a:cubicBezTo>
                    <a:pt x="4923585" y="148110"/>
                    <a:pt x="5161461" y="0"/>
                    <a:pt x="5430751" y="0"/>
                  </a:cubicBezTo>
                  <a:close/>
                </a:path>
              </a:pathLst>
            </a:custGeom>
            <a:grpFill/>
            <a:ln w="12650" cap="flat">
              <a:noFill/>
              <a:prstDash val="solid"/>
              <a:miter/>
            </a:ln>
          </p:spPr>
          <p:txBody>
            <a:bodyPr wrap="square" rtlCol="0" anchor="ctr">
              <a:noAutofit/>
            </a:bodyPr>
            <a:lstStyle/>
            <a:p>
              <a:endParaRPr lang="en-US"/>
            </a:p>
          </p:txBody>
        </p:sp>
      </p:grpSp>
      <p:grpSp>
        <p:nvGrpSpPr>
          <p:cNvPr id="52" name="Group 51">
            <a:extLst>
              <a:ext uri="{FF2B5EF4-FFF2-40B4-BE49-F238E27FC236}">
                <a16:creationId xmlns:a16="http://schemas.microsoft.com/office/drawing/2014/main" id="{AD2BC50A-9F89-799B-BBBD-0FEA5FD52A85}"/>
              </a:ext>
              <a:ext uri="{C183D7F6-B498-43B3-948B-1728B52AA6E4}">
                <adec:decorative xmlns:adec="http://schemas.microsoft.com/office/drawing/2017/decorative" val="1"/>
              </a:ext>
            </a:extLst>
          </p:cNvPr>
          <p:cNvGrpSpPr>
            <a:grpSpLocks noChangeAspect="1"/>
          </p:cNvGrpSpPr>
          <p:nvPr/>
        </p:nvGrpSpPr>
        <p:grpSpPr>
          <a:xfrm>
            <a:off x="7957872" y="5824566"/>
            <a:ext cx="580678" cy="320040"/>
            <a:chOff x="7957872" y="5824566"/>
            <a:chExt cx="580678" cy="320040"/>
          </a:xfrm>
          <a:solidFill>
            <a:schemeClr val="accent2"/>
          </a:solidFill>
        </p:grpSpPr>
        <p:sp>
          <p:nvSpPr>
            <p:cNvPr id="2794" name="Freeform: Shape 2793">
              <a:extLst>
                <a:ext uri="{FF2B5EF4-FFF2-40B4-BE49-F238E27FC236}">
                  <a16:creationId xmlns:a16="http://schemas.microsoft.com/office/drawing/2014/main" id="{815CAA10-9BFA-0130-FDA8-9CA527EBA469}"/>
                </a:ext>
                <a:ext uri="{C183D7F6-B498-43B3-948B-1728B52AA6E4}">
                  <adec:decorative xmlns:adec="http://schemas.microsoft.com/office/drawing/2017/decorative" val="1"/>
                </a:ext>
              </a:extLst>
            </p:cNvPr>
            <p:cNvSpPr/>
            <p:nvPr/>
          </p:nvSpPr>
          <p:spPr>
            <a:xfrm>
              <a:off x="8064625" y="5864185"/>
              <a:ext cx="467233" cy="267444"/>
            </a:xfrm>
            <a:custGeom>
              <a:avLst/>
              <a:gdLst>
                <a:gd name="connsiteX0" fmla="*/ 573593 w 10012150"/>
                <a:gd name="connsiteY0" fmla="*/ 3158396 h 5730951"/>
                <a:gd name="connsiteX1" fmla="*/ 573593 w 10012150"/>
                <a:gd name="connsiteY1" fmla="*/ 3721218 h 5730951"/>
                <a:gd name="connsiteX2" fmla="*/ 3154233 w 10012150"/>
                <a:gd name="connsiteY2" fmla="*/ 3721218 h 5730951"/>
                <a:gd name="connsiteX3" fmla="*/ 3154233 w 10012150"/>
                <a:gd name="connsiteY3" fmla="*/ 3158396 h 5730951"/>
                <a:gd name="connsiteX4" fmla="*/ 573593 w 10012150"/>
                <a:gd name="connsiteY4" fmla="*/ 1439943 h 5730951"/>
                <a:gd name="connsiteX5" fmla="*/ 573593 w 10012150"/>
                <a:gd name="connsiteY5" fmla="*/ 2002765 h 5730951"/>
                <a:gd name="connsiteX6" fmla="*/ 3154233 w 10012150"/>
                <a:gd name="connsiteY6" fmla="*/ 2002765 h 5730951"/>
                <a:gd name="connsiteX7" fmla="*/ 3154233 w 10012150"/>
                <a:gd name="connsiteY7" fmla="*/ 1439943 h 5730951"/>
                <a:gd name="connsiteX8" fmla="*/ 0 w 10012150"/>
                <a:gd name="connsiteY8" fmla="*/ 0 h 5730951"/>
                <a:gd name="connsiteX9" fmla="*/ 4218098 w 10012150"/>
                <a:gd name="connsiteY9" fmla="*/ 0 h 5730951"/>
                <a:gd name="connsiteX10" fmla="*/ 4504889 w 10012150"/>
                <a:gd name="connsiteY10" fmla="*/ 286802 h 5730951"/>
                <a:gd name="connsiteX11" fmla="*/ 4504889 w 10012150"/>
                <a:gd name="connsiteY11" fmla="*/ 563445 h 5730951"/>
                <a:gd name="connsiteX12" fmla="*/ 9053874 w 10012150"/>
                <a:gd name="connsiteY12" fmla="*/ 563445 h 5730951"/>
                <a:gd name="connsiteX13" fmla="*/ 9053874 w 10012150"/>
                <a:gd name="connsiteY13" fmla="*/ 1147404 h 5730951"/>
                <a:gd name="connsiteX14" fmla="*/ 4002838 w 10012150"/>
                <a:gd name="connsiteY14" fmla="*/ 1147404 h 5730951"/>
                <a:gd name="connsiteX15" fmla="*/ 4002838 w 10012150"/>
                <a:gd name="connsiteY15" fmla="*/ 572878 h 5730951"/>
                <a:gd name="connsiteX16" fmla="*/ 3931295 w 10012150"/>
                <a:gd name="connsiteY16" fmla="*/ 573593 h 5730951"/>
                <a:gd name="connsiteX17" fmla="*/ 573593 w 10012150"/>
                <a:gd name="connsiteY17" fmla="*/ 573593 h 5730951"/>
                <a:gd name="connsiteX18" fmla="*/ 573593 w 10012150"/>
                <a:gd name="connsiteY18" fmla="*/ 1147399 h 5730951"/>
                <a:gd name="connsiteX19" fmla="*/ 3425387 w 10012150"/>
                <a:gd name="connsiteY19" fmla="*/ 1147399 h 5730951"/>
                <a:gd name="connsiteX20" fmla="*/ 3425387 w 10012150"/>
                <a:gd name="connsiteY20" fmla="*/ 2295315 h 5730951"/>
                <a:gd name="connsiteX21" fmla="*/ 573593 w 10012150"/>
                <a:gd name="connsiteY21" fmla="*/ 2295315 h 5730951"/>
                <a:gd name="connsiteX22" fmla="*/ 573593 w 10012150"/>
                <a:gd name="connsiteY22" fmla="*/ 2865851 h 5730951"/>
                <a:gd name="connsiteX23" fmla="*/ 3425387 w 10012150"/>
                <a:gd name="connsiteY23" fmla="*/ 2865851 h 5730951"/>
                <a:gd name="connsiteX24" fmla="*/ 3425387 w 10012150"/>
                <a:gd name="connsiteY24" fmla="*/ 4013768 h 5730951"/>
                <a:gd name="connsiteX25" fmla="*/ 573593 w 10012150"/>
                <a:gd name="connsiteY25" fmla="*/ 4013768 h 5730951"/>
                <a:gd name="connsiteX26" fmla="*/ 573593 w 10012150"/>
                <a:gd name="connsiteY26" fmla="*/ 5022563 h 5730951"/>
                <a:gd name="connsiteX27" fmla="*/ 2287935 w 10012150"/>
                <a:gd name="connsiteY27" fmla="*/ 5022563 h 5730951"/>
                <a:gd name="connsiteX28" fmla="*/ 2287935 w 10012150"/>
                <a:gd name="connsiteY28" fmla="*/ 4587336 h 5730951"/>
                <a:gd name="connsiteX29" fmla="*/ 4584473 w 10012150"/>
                <a:gd name="connsiteY29" fmla="*/ 4587336 h 5730951"/>
                <a:gd name="connsiteX30" fmla="*/ 4584473 w 10012150"/>
                <a:gd name="connsiteY30" fmla="*/ 5157359 h 5730951"/>
                <a:gd name="connsiteX31" fmla="*/ 7048469 w 10012150"/>
                <a:gd name="connsiteY31" fmla="*/ 5157359 h 5730951"/>
                <a:gd name="connsiteX32" fmla="*/ 7048469 w 10012150"/>
                <a:gd name="connsiteY32" fmla="*/ 5158509 h 5730951"/>
                <a:gd name="connsiteX33" fmla="*/ 8937167 w 10012150"/>
                <a:gd name="connsiteY33" fmla="*/ 5158509 h 5730951"/>
                <a:gd name="connsiteX34" fmla="*/ 8937167 w 10012150"/>
                <a:gd name="connsiteY34" fmla="*/ 5157359 h 5730951"/>
                <a:gd name="connsiteX35" fmla="*/ 9438540 w 10012150"/>
                <a:gd name="connsiteY35" fmla="*/ 5157359 h 5730951"/>
                <a:gd name="connsiteX36" fmla="*/ 9438540 w 10012150"/>
                <a:gd name="connsiteY36" fmla="*/ 1556040 h 5730951"/>
                <a:gd name="connsiteX37" fmla="*/ 10012127 w 10012150"/>
                <a:gd name="connsiteY37" fmla="*/ 1556040 h 5730951"/>
                <a:gd name="connsiteX38" fmla="*/ 10012127 w 10012150"/>
                <a:gd name="connsiteY38" fmla="*/ 5437206 h 5730951"/>
                <a:gd name="connsiteX39" fmla="*/ 9998264 w 10012150"/>
                <a:gd name="connsiteY39" fmla="*/ 5437206 h 5730951"/>
                <a:gd name="connsiteX40" fmla="*/ 10012150 w 10012150"/>
                <a:gd name="connsiteY40" fmla="*/ 5444149 h 5730951"/>
                <a:gd name="connsiteX41" fmla="*/ 9725348 w 10012150"/>
                <a:gd name="connsiteY41" fmla="*/ 5730951 h 5730951"/>
                <a:gd name="connsiteX42" fmla="*/ 9043001 w 10012150"/>
                <a:gd name="connsiteY42" fmla="*/ 5730951 h 5730951"/>
                <a:gd name="connsiteX43" fmla="*/ 8937167 w 10012150"/>
                <a:gd name="connsiteY43" fmla="*/ 5730951 h 5730951"/>
                <a:gd name="connsiteX44" fmla="*/ 7048469 w 10012150"/>
                <a:gd name="connsiteY44" fmla="*/ 5730951 h 5730951"/>
                <a:gd name="connsiteX45" fmla="*/ 7016774 w 10012150"/>
                <a:gd name="connsiteY45" fmla="*/ 5730951 h 5730951"/>
                <a:gd name="connsiteX46" fmla="*/ 4010880 w 10012150"/>
                <a:gd name="connsiteY46" fmla="*/ 5730951 h 5730951"/>
                <a:gd name="connsiteX47" fmla="*/ 4010880 w 10012150"/>
                <a:gd name="connsiteY47" fmla="*/ 5160946 h 5730951"/>
                <a:gd name="connsiteX48" fmla="*/ 2861528 w 10012150"/>
                <a:gd name="connsiteY48" fmla="*/ 5160946 h 5730951"/>
                <a:gd name="connsiteX49" fmla="*/ 2861528 w 10012150"/>
                <a:gd name="connsiteY49" fmla="*/ 5596155 h 5730951"/>
                <a:gd name="connsiteX50" fmla="*/ 0 w 10012150"/>
                <a:gd name="connsiteY50" fmla="*/ 5596155 h 573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12150" h="5730951">
                  <a:moveTo>
                    <a:pt x="573593" y="3158396"/>
                  </a:moveTo>
                  <a:lnTo>
                    <a:pt x="573593" y="3721218"/>
                  </a:lnTo>
                  <a:lnTo>
                    <a:pt x="3154233" y="3721218"/>
                  </a:lnTo>
                  <a:lnTo>
                    <a:pt x="3154233" y="3158396"/>
                  </a:lnTo>
                  <a:close/>
                  <a:moveTo>
                    <a:pt x="573593" y="1439943"/>
                  </a:moveTo>
                  <a:lnTo>
                    <a:pt x="573593" y="2002765"/>
                  </a:lnTo>
                  <a:lnTo>
                    <a:pt x="3154233" y="2002765"/>
                  </a:lnTo>
                  <a:lnTo>
                    <a:pt x="3154233" y="1439943"/>
                  </a:lnTo>
                  <a:close/>
                  <a:moveTo>
                    <a:pt x="0" y="0"/>
                  </a:moveTo>
                  <a:lnTo>
                    <a:pt x="4218098" y="0"/>
                  </a:lnTo>
                  <a:cubicBezTo>
                    <a:pt x="4376553" y="0"/>
                    <a:pt x="4504889" y="128348"/>
                    <a:pt x="4504889" y="286802"/>
                  </a:cubicBezTo>
                  <a:lnTo>
                    <a:pt x="4504889" y="563445"/>
                  </a:lnTo>
                  <a:lnTo>
                    <a:pt x="9053874" y="563445"/>
                  </a:lnTo>
                  <a:lnTo>
                    <a:pt x="9053874" y="1147404"/>
                  </a:lnTo>
                  <a:lnTo>
                    <a:pt x="4002838" y="1147404"/>
                  </a:lnTo>
                  <a:lnTo>
                    <a:pt x="4002838" y="572878"/>
                  </a:lnTo>
                  <a:lnTo>
                    <a:pt x="3931295" y="573593"/>
                  </a:lnTo>
                  <a:lnTo>
                    <a:pt x="573593" y="573593"/>
                  </a:lnTo>
                  <a:lnTo>
                    <a:pt x="573593" y="1147399"/>
                  </a:lnTo>
                  <a:lnTo>
                    <a:pt x="3425387" y="1147399"/>
                  </a:lnTo>
                  <a:lnTo>
                    <a:pt x="3425387" y="2295315"/>
                  </a:lnTo>
                  <a:lnTo>
                    <a:pt x="573593" y="2295315"/>
                  </a:lnTo>
                  <a:lnTo>
                    <a:pt x="573593" y="2865851"/>
                  </a:lnTo>
                  <a:lnTo>
                    <a:pt x="3425387" y="2865851"/>
                  </a:lnTo>
                  <a:lnTo>
                    <a:pt x="3425387" y="4013768"/>
                  </a:lnTo>
                  <a:lnTo>
                    <a:pt x="573593" y="4013768"/>
                  </a:lnTo>
                  <a:lnTo>
                    <a:pt x="573593" y="5022563"/>
                  </a:lnTo>
                  <a:lnTo>
                    <a:pt x="2287935" y="5022563"/>
                  </a:lnTo>
                  <a:lnTo>
                    <a:pt x="2287935" y="4587336"/>
                  </a:lnTo>
                  <a:lnTo>
                    <a:pt x="4584473" y="4587336"/>
                  </a:lnTo>
                  <a:lnTo>
                    <a:pt x="4584473" y="5157359"/>
                  </a:lnTo>
                  <a:lnTo>
                    <a:pt x="7048469" y="5157359"/>
                  </a:lnTo>
                  <a:lnTo>
                    <a:pt x="7048469" y="5158509"/>
                  </a:lnTo>
                  <a:lnTo>
                    <a:pt x="8937167" y="5158509"/>
                  </a:lnTo>
                  <a:lnTo>
                    <a:pt x="8937167" y="5157359"/>
                  </a:lnTo>
                  <a:lnTo>
                    <a:pt x="9438540" y="5157359"/>
                  </a:lnTo>
                  <a:lnTo>
                    <a:pt x="9438540" y="1556040"/>
                  </a:lnTo>
                  <a:lnTo>
                    <a:pt x="10012127" y="1556040"/>
                  </a:lnTo>
                  <a:lnTo>
                    <a:pt x="10012127" y="5437206"/>
                  </a:lnTo>
                  <a:lnTo>
                    <a:pt x="9998264" y="5437206"/>
                  </a:lnTo>
                  <a:lnTo>
                    <a:pt x="10012150" y="5444149"/>
                  </a:lnTo>
                  <a:cubicBezTo>
                    <a:pt x="10012150" y="5602610"/>
                    <a:pt x="9883808" y="5730951"/>
                    <a:pt x="9725348" y="5730951"/>
                  </a:cubicBezTo>
                  <a:lnTo>
                    <a:pt x="9043001" y="5730951"/>
                  </a:lnTo>
                  <a:lnTo>
                    <a:pt x="8937167" y="5730951"/>
                  </a:lnTo>
                  <a:lnTo>
                    <a:pt x="7048469" y="5730951"/>
                  </a:lnTo>
                  <a:lnTo>
                    <a:pt x="7016774" y="5730951"/>
                  </a:lnTo>
                  <a:lnTo>
                    <a:pt x="4010880" y="5730951"/>
                  </a:lnTo>
                  <a:lnTo>
                    <a:pt x="4010880" y="5160946"/>
                  </a:lnTo>
                  <a:lnTo>
                    <a:pt x="2861528" y="5160946"/>
                  </a:lnTo>
                  <a:lnTo>
                    <a:pt x="2861528" y="5596155"/>
                  </a:lnTo>
                  <a:lnTo>
                    <a:pt x="0" y="5596155"/>
                  </a:lnTo>
                  <a:close/>
                </a:path>
              </a:pathLst>
            </a:custGeom>
            <a:grpFill/>
            <a:ln w="5457" cap="flat">
              <a:noFill/>
              <a:prstDash val="solid"/>
              <a:miter/>
            </a:ln>
          </p:spPr>
          <p:txBody>
            <a:bodyPr wrap="square" rtlCol="0" anchor="ctr">
              <a:noAutofit/>
            </a:bodyPr>
            <a:lstStyle/>
            <a:p>
              <a:endParaRPr lang="en-US" sz="2800" dirty="0"/>
            </a:p>
          </p:txBody>
        </p:sp>
        <p:sp>
          <p:nvSpPr>
            <p:cNvPr id="2795" name="Freeform: Shape 2794">
              <a:extLst>
                <a:ext uri="{FF2B5EF4-FFF2-40B4-BE49-F238E27FC236}">
                  <a16:creationId xmlns:a16="http://schemas.microsoft.com/office/drawing/2014/main" id="{7C0881AC-F4E0-5EF0-40FF-9DCE8E3D5236}"/>
                </a:ext>
                <a:ext uri="{C183D7F6-B498-43B3-948B-1728B52AA6E4}">
                  <adec:decorative xmlns:adec="http://schemas.microsoft.com/office/drawing/2017/decorative" val="1"/>
                </a:ext>
              </a:extLst>
            </p:cNvPr>
            <p:cNvSpPr/>
            <p:nvPr/>
          </p:nvSpPr>
          <p:spPr>
            <a:xfrm rot="16200000">
              <a:off x="8088191" y="5694247"/>
              <a:ext cx="320040" cy="580678"/>
            </a:xfrm>
            <a:custGeom>
              <a:avLst/>
              <a:gdLst>
                <a:gd name="connsiteX0" fmla="*/ 3723241 w 6858000"/>
                <a:gd name="connsiteY0" fmla="*/ 9170719 h 12443107"/>
                <a:gd name="connsiteX1" fmla="*/ 2288518 w 6858000"/>
                <a:gd name="connsiteY1" fmla="*/ 9170719 h 12443107"/>
                <a:gd name="connsiteX2" fmla="*/ 2288518 w 6858000"/>
                <a:gd name="connsiteY2" fmla="*/ 10594683 h 12443107"/>
                <a:gd name="connsiteX3" fmla="*/ 3723241 w 6858000"/>
                <a:gd name="connsiteY3" fmla="*/ 10594683 h 12443107"/>
                <a:gd name="connsiteX4" fmla="*/ 4293250 w 6858000"/>
                <a:gd name="connsiteY4" fmla="*/ 9160681 h 12443107"/>
                <a:gd name="connsiteX5" fmla="*/ 4293250 w 6858000"/>
                <a:gd name="connsiteY5" fmla="*/ 9449635 h 12443107"/>
                <a:gd name="connsiteX6" fmla="*/ 4010032 w 6858000"/>
                <a:gd name="connsiteY6" fmla="*/ 9449635 h 12443107"/>
                <a:gd name="connsiteX7" fmla="*/ 4010032 w 6858000"/>
                <a:gd name="connsiteY7" fmla="*/ 9732853 h 12443107"/>
                <a:gd name="connsiteX8" fmla="*/ 4293250 w 6858000"/>
                <a:gd name="connsiteY8" fmla="*/ 9732853 h 12443107"/>
                <a:gd name="connsiteX9" fmla="*/ 4293250 w 6858000"/>
                <a:gd name="connsiteY9" fmla="*/ 10025379 h 12443107"/>
                <a:gd name="connsiteX10" fmla="*/ 4010032 w 6858000"/>
                <a:gd name="connsiteY10" fmla="*/ 10025379 h 12443107"/>
                <a:gd name="connsiteX11" fmla="*/ 4010032 w 6858000"/>
                <a:gd name="connsiteY11" fmla="*/ 10310031 h 12443107"/>
                <a:gd name="connsiteX12" fmla="*/ 4293250 w 6858000"/>
                <a:gd name="connsiteY12" fmla="*/ 10310031 h 12443107"/>
                <a:gd name="connsiteX13" fmla="*/ 4293250 w 6858000"/>
                <a:gd name="connsiteY13" fmla="*/ 10595400 h 12443107"/>
                <a:gd name="connsiteX14" fmla="*/ 4010032 w 6858000"/>
                <a:gd name="connsiteY14" fmla="*/ 10595400 h 12443107"/>
                <a:gd name="connsiteX15" fmla="*/ 4010032 w 6858000"/>
                <a:gd name="connsiteY15" fmla="*/ 10849208 h 12443107"/>
                <a:gd name="connsiteX16" fmla="*/ 3974181 w 6858000"/>
                <a:gd name="connsiteY16" fmla="*/ 10881473 h 12443107"/>
                <a:gd name="connsiteX17" fmla="*/ 3723241 w 6858000"/>
                <a:gd name="connsiteY17" fmla="*/ 10881473 h 12443107"/>
                <a:gd name="connsiteX18" fmla="*/ 3723241 w 6858000"/>
                <a:gd name="connsiteY18" fmla="*/ 11168276 h 12443107"/>
                <a:gd name="connsiteX19" fmla="*/ 3437871 w 6858000"/>
                <a:gd name="connsiteY19" fmla="*/ 11168276 h 12443107"/>
                <a:gd name="connsiteX20" fmla="*/ 3437871 w 6858000"/>
                <a:gd name="connsiteY20" fmla="*/ 10881473 h 12443107"/>
                <a:gd name="connsiteX21" fmla="*/ 3150350 w 6858000"/>
                <a:gd name="connsiteY21" fmla="*/ 10881473 h 12443107"/>
                <a:gd name="connsiteX22" fmla="*/ 3150350 w 6858000"/>
                <a:gd name="connsiteY22" fmla="*/ 11168276 h 12443107"/>
                <a:gd name="connsiteX23" fmla="*/ 2863559 w 6858000"/>
                <a:gd name="connsiteY23" fmla="*/ 11168276 h 12443107"/>
                <a:gd name="connsiteX24" fmla="*/ 2863559 w 6858000"/>
                <a:gd name="connsiteY24" fmla="*/ 10881473 h 12443107"/>
                <a:gd name="connsiteX25" fmla="*/ 2576039 w 6858000"/>
                <a:gd name="connsiteY25" fmla="*/ 10881473 h 12443107"/>
                <a:gd name="connsiteX26" fmla="*/ 2576039 w 6858000"/>
                <a:gd name="connsiteY26" fmla="*/ 11168276 h 12443107"/>
                <a:gd name="connsiteX27" fmla="*/ 2289235 w 6858000"/>
                <a:gd name="connsiteY27" fmla="*/ 11168276 h 12443107"/>
                <a:gd name="connsiteX28" fmla="*/ 2289235 w 6858000"/>
                <a:gd name="connsiteY28" fmla="*/ 10881473 h 12443107"/>
                <a:gd name="connsiteX29" fmla="*/ 2038294 w 6858000"/>
                <a:gd name="connsiteY29" fmla="*/ 10881473 h 12443107"/>
                <a:gd name="connsiteX30" fmla="*/ 2002444 w 6858000"/>
                <a:gd name="connsiteY30" fmla="*/ 10849208 h 12443107"/>
                <a:gd name="connsiteX31" fmla="*/ 2002444 w 6858000"/>
                <a:gd name="connsiteY31" fmla="*/ 10595400 h 12443107"/>
                <a:gd name="connsiteX32" fmla="*/ 1715640 w 6858000"/>
                <a:gd name="connsiteY32" fmla="*/ 10595399 h 12443107"/>
                <a:gd name="connsiteX33" fmla="*/ 1715640 w 6858000"/>
                <a:gd name="connsiteY33" fmla="*/ 10310030 h 12443107"/>
                <a:gd name="connsiteX34" fmla="*/ 2002444 w 6858000"/>
                <a:gd name="connsiteY34" fmla="*/ 10310031 h 12443107"/>
                <a:gd name="connsiteX35" fmla="*/ 2002444 w 6858000"/>
                <a:gd name="connsiteY35" fmla="*/ 10024662 h 12443107"/>
                <a:gd name="connsiteX36" fmla="*/ 1715640 w 6858000"/>
                <a:gd name="connsiteY36" fmla="*/ 10024661 h 12443107"/>
                <a:gd name="connsiteX37" fmla="*/ 1715640 w 6858000"/>
                <a:gd name="connsiteY37" fmla="*/ 9732852 h 12443107"/>
                <a:gd name="connsiteX38" fmla="*/ 2002444 w 6858000"/>
                <a:gd name="connsiteY38" fmla="*/ 9732853 h 12443107"/>
                <a:gd name="connsiteX39" fmla="*/ 2002444 w 6858000"/>
                <a:gd name="connsiteY39" fmla="*/ 9447484 h 12443107"/>
                <a:gd name="connsiteX40" fmla="*/ 1715640 w 6858000"/>
                <a:gd name="connsiteY40" fmla="*/ 9447483 h 12443107"/>
                <a:gd name="connsiteX41" fmla="*/ 1715640 w 6858000"/>
                <a:gd name="connsiteY41" fmla="*/ 9159963 h 12443107"/>
                <a:gd name="connsiteX42" fmla="*/ 2002444 w 6858000"/>
                <a:gd name="connsiteY42" fmla="*/ 9159964 h 12443107"/>
                <a:gd name="connsiteX43" fmla="*/ 2002444 w 6858000"/>
                <a:gd name="connsiteY43" fmla="*/ 8927666 h 12443107"/>
                <a:gd name="connsiteX44" fmla="*/ 2038294 w 6858000"/>
                <a:gd name="connsiteY44" fmla="*/ 8884646 h 12443107"/>
                <a:gd name="connsiteX45" fmla="*/ 2289235 w 6858000"/>
                <a:gd name="connsiteY45" fmla="*/ 8884646 h 12443107"/>
                <a:gd name="connsiteX46" fmla="*/ 2289235 w 6858000"/>
                <a:gd name="connsiteY46" fmla="*/ 8597843 h 12443107"/>
                <a:gd name="connsiteX47" fmla="*/ 2576039 w 6858000"/>
                <a:gd name="connsiteY47" fmla="*/ 8597843 h 12443107"/>
                <a:gd name="connsiteX48" fmla="*/ 2576039 w 6858000"/>
                <a:gd name="connsiteY48" fmla="*/ 8884646 h 12443107"/>
                <a:gd name="connsiteX49" fmla="*/ 2854238 w 6858000"/>
                <a:gd name="connsiteY49" fmla="*/ 8884646 h 12443107"/>
                <a:gd name="connsiteX50" fmla="*/ 2854238 w 6858000"/>
                <a:gd name="connsiteY50" fmla="*/ 8597843 h 12443107"/>
                <a:gd name="connsiteX51" fmla="*/ 3158954 w 6858000"/>
                <a:gd name="connsiteY51" fmla="*/ 8597843 h 12443107"/>
                <a:gd name="connsiteX52" fmla="*/ 3158954 w 6858000"/>
                <a:gd name="connsiteY52" fmla="*/ 8884646 h 12443107"/>
                <a:gd name="connsiteX53" fmla="*/ 3418512 w 6858000"/>
                <a:gd name="connsiteY53" fmla="*/ 8884646 h 12443107"/>
                <a:gd name="connsiteX54" fmla="*/ 3418512 w 6858000"/>
                <a:gd name="connsiteY54" fmla="*/ 8597843 h 12443107"/>
                <a:gd name="connsiteX55" fmla="*/ 3723241 w 6858000"/>
                <a:gd name="connsiteY55" fmla="*/ 8597843 h 12443107"/>
                <a:gd name="connsiteX56" fmla="*/ 3723241 w 6858000"/>
                <a:gd name="connsiteY56" fmla="*/ 8884646 h 12443107"/>
                <a:gd name="connsiteX57" fmla="*/ 3974181 w 6858000"/>
                <a:gd name="connsiteY57" fmla="*/ 8884646 h 12443107"/>
                <a:gd name="connsiteX58" fmla="*/ 4010032 w 6858000"/>
                <a:gd name="connsiteY58" fmla="*/ 8927666 h 12443107"/>
                <a:gd name="connsiteX59" fmla="*/ 4010032 w 6858000"/>
                <a:gd name="connsiteY59" fmla="*/ 9160681 h 12443107"/>
                <a:gd name="connsiteX60" fmla="*/ 5583119 w 6858000"/>
                <a:gd name="connsiteY60" fmla="*/ 11582710 h 12443107"/>
                <a:gd name="connsiteX61" fmla="*/ 5583119 w 6858000"/>
                <a:gd name="connsiteY61" fmla="*/ 12443107 h 12443107"/>
                <a:gd name="connsiteX62" fmla="*/ 4722723 w 6858000"/>
                <a:gd name="connsiteY62" fmla="*/ 12443107 h 12443107"/>
                <a:gd name="connsiteX63" fmla="*/ 4722723 w 6858000"/>
                <a:gd name="connsiteY63" fmla="*/ 11582710 h 12443107"/>
                <a:gd name="connsiteX64" fmla="*/ 6858000 w 6858000"/>
                <a:gd name="connsiteY64" fmla="*/ 1433862 h 12443107"/>
                <a:gd name="connsiteX65" fmla="*/ 6858000 w 6858000"/>
                <a:gd name="connsiteY65" fmla="*/ 1997883 h 12443107"/>
                <a:gd name="connsiteX66" fmla="*/ 0 w 6858000"/>
                <a:gd name="connsiteY66" fmla="*/ 1997883 h 12443107"/>
                <a:gd name="connsiteX67" fmla="*/ 0 w 6858000"/>
                <a:gd name="connsiteY67" fmla="*/ 1433861 h 12443107"/>
                <a:gd name="connsiteX68" fmla="*/ 1995270 w 6858000"/>
                <a:gd name="connsiteY68" fmla="*/ 1433861 h 12443107"/>
                <a:gd name="connsiteX69" fmla="*/ 1995270 w 6858000"/>
                <a:gd name="connsiteY69" fmla="*/ 854205 h 12443107"/>
                <a:gd name="connsiteX70" fmla="*/ 3143191 w 6858000"/>
                <a:gd name="connsiteY70" fmla="*/ 854205 h 12443107"/>
                <a:gd name="connsiteX71" fmla="*/ 3143191 w 6858000"/>
                <a:gd name="connsiteY71" fmla="*/ 1433862 h 12443107"/>
                <a:gd name="connsiteX72" fmla="*/ 3715347 w 6858000"/>
                <a:gd name="connsiteY72" fmla="*/ 1433862 h 12443107"/>
                <a:gd name="connsiteX73" fmla="*/ 3715347 w 6858000"/>
                <a:gd name="connsiteY73" fmla="*/ 854205 h 12443107"/>
                <a:gd name="connsiteX74" fmla="*/ 4866129 w 6858000"/>
                <a:gd name="connsiteY74" fmla="*/ 854205 h 12443107"/>
                <a:gd name="connsiteX75" fmla="*/ 4866129 w 6858000"/>
                <a:gd name="connsiteY75" fmla="*/ 1433862 h 12443107"/>
                <a:gd name="connsiteX76" fmla="*/ 6293973 w 6858000"/>
                <a:gd name="connsiteY76" fmla="*/ 1433862 h 12443107"/>
                <a:gd name="connsiteX77" fmla="*/ 6293973 w 6858000"/>
                <a:gd name="connsiteY77" fmla="*/ 0 h 12443107"/>
                <a:gd name="connsiteX78" fmla="*/ 6857994 w 6858000"/>
                <a:gd name="connsiteY78" fmla="*/ 0 h 12443107"/>
                <a:gd name="connsiteX79" fmla="*/ 6857994 w 6858000"/>
                <a:gd name="connsiteY79" fmla="*/ 1433862 h 1244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6858000" h="12443107">
                  <a:moveTo>
                    <a:pt x="3723241" y="9170719"/>
                  </a:moveTo>
                  <a:lnTo>
                    <a:pt x="2288518" y="9170719"/>
                  </a:lnTo>
                  <a:lnTo>
                    <a:pt x="2288518" y="10594683"/>
                  </a:lnTo>
                  <a:lnTo>
                    <a:pt x="3723241" y="10594683"/>
                  </a:lnTo>
                  <a:close/>
                  <a:moveTo>
                    <a:pt x="4293250" y="9160681"/>
                  </a:moveTo>
                  <a:lnTo>
                    <a:pt x="4293250" y="9449635"/>
                  </a:lnTo>
                  <a:lnTo>
                    <a:pt x="4010032" y="9449635"/>
                  </a:lnTo>
                  <a:lnTo>
                    <a:pt x="4010032" y="9732853"/>
                  </a:lnTo>
                  <a:lnTo>
                    <a:pt x="4293250" y="9732853"/>
                  </a:lnTo>
                  <a:lnTo>
                    <a:pt x="4293250" y="10025379"/>
                  </a:lnTo>
                  <a:lnTo>
                    <a:pt x="4010032" y="10025379"/>
                  </a:lnTo>
                  <a:lnTo>
                    <a:pt x="4010032" y="10310031"/>
                  </a:lnTo>
                  <a:lnTo>
                    <a:pt x="4293250" y="10310031"/>
                  </a:lnTo>
                  <a:lnTo>
                    <a:pt x="4293250" y="10595400"/>
                  </a:lnTo>
                  <a:lnTo>
                    <a:pt x="4010032" y="10595400"/>
                  </a:lnTo>
                  <a:lnTo>
                    <a:pt x="4010032" y="10849208"/>
                  </a:lnTo>
                  <a:cubicBezTo>
                    <a:pt x="4010032" y="10870718"/>
                    <a:pt x="3992106" y="10881473"/>
                    <a:pt x="3974181" y="10881473"/>
                  </a:cubicBezTo>
                  <a:lnTo>
                    <a:pt x="3723241" y="10881473"/>
                  </a:lnTo>
                  <a:lnTo>
                    <a:pt x="3723241" y="11168276"/>
                  </a:lnTo>
                  <a:lnTo>
                    <a:pt x="3437871" y="11168276"/>
                  </a:lnTo>
                  <a:lnTo>
                    <a:pt x="3437871" y="10881473"/>
                  </a:lnTo>
                  <a:lnTo>
                    <a:pt x="3150350" y="10881473"/>
                  </a:lnTo>
                  <a:lnTo>
                    <a:pt x="3150350" y="11168276"/>
                  </a:lnTo>
                  <a:lnTo>
                    <a:pt x="2863559" y="11168276"/>
                  </a:lnTo>
                  <a:lnTo>
                    <a:pt x="2863559" y="10881473"/>
                  </a:lnTo>
                  <a:lnTo>
                    <a:pt x="2576039" y="10881473"/>
                  </a:lnTo>
                  <a:lnTo>
                    <a:pt x="2576039" y="11168276"/>
                  </a:lnTo>
                  <a:lnTo>
                    <a:pt x="2289235" y="11168276"/>
                  </a:lnTo>
                  <a:lnTo>
                    <a:pt x="2289235" y="10881473"/>
                  </a:lnTo>
                  <a:lnTo>
                    <a:pt x="2038294" y="10881473"/>
                  </a:lnTo>
                  <a:cubicBezTo>
                    <a:pt x="2020369" y="10881473"/>
                    <a:pt x="2002444" y="10870718"/>
                    <a:pt x="2002444" y="10849208"/>
                  </a:cubicBezTo>
                  <a:lnTo>
                    <a:pt x="2002444" y="10595400"/>
                  </a:lnTo>
                  <a:lnTo>
                    <a:pt x="1715640" y="10595399"/>
                  </a:lnTo>
                  <a:lnTo>
                    <a:pt x="1715640" y="10310030"/>
                  </a:lnTo>
                  <a:lnTo>
                    <a:pt x="2002444" y="10310031"/>
                  </a:lnTo>
                  <a:lnTo>
                    <a:pt x="2002444" y="10024662"/>
                  </a:lnTo>
                  <a:lnTo>
                    <a:pt x="1715640" y="10024661"/>
                  </a:lnTo>
                  <a:lnTo>
                    <a:pt x="1715640" y="9732852"/>
                  </a:lnTo>
                  <a:lnTo>
                    <a:pt x="2002444" y="9732853"/>
                  </a:lnTo>
                  <a:lnTo>
                    <a:pt x="2002444" y="9447484"/>
                  </a:lnTo>
                  <a:lnTo>
                    <a:pt x="1715640" y="9447483"/>
                  </a:lnTo>
                  <a:lnTo>
                    <a:pt x="1715640" y="9159963"/>
                  </a:lnTo>
                  <a:lnTo>
                    <a:pt x="2002444" y="9159964"/>
                  </a:lnTo>
                  <a:lnTo>
                    <a:pt x="2002444" y="8927666"/>
                  </a:lnTo>
                  <a:cubicBezTo>
                    <a:pt x="2002444" y="8906156"/>
                    <a:pt x="2020369" y="8884646"/>
                    <a:pt x="2038294" y="8884646"/>
                  </a:cubicBezTo>
                  <a:lnTo>
                    <a:pt x="2289235" y="8884646"/>
                  </a:lnTo>
                  <a:lnTo>
                    <a:pt x="2289235" y="8597843"/>
                  </a:lnTo>
                  <a:lnTo>
                    <a:pt x="2576039" y="8597843"/>
                  </a:lnTo>
                  <a:lnTo>
                    <a:pt x="2576039" y="8884646"/>
                  </a:lnTo>
                  <a:lnTo>
                    <a:pt x="2854238" y="8884646"/>
                  </a:lnTo>
                  <a:lnTo>
                    <a:pt x="2854238" y="8597843"/>
                  </a:lnTo>
                  <a:lnTo>
                    <a:pt x="3158954" y="8597843"/>
                  </a:lnTo>
                  <a:lnTo>
                    <a:pt x="3158954" y="8884646"/>
                  </a:lnTo>
                  <a:lnTo>
                    <a:pt x="3418512" y="8884646"/>
                  </a:lnTo>
                  <a:lnTo>
                    <a:pt x="3418512" y="8597843"/>
                  </a:lnTo>
                  <a:lnTo>
                    <a:pt x="3723241" y="8597843"/>
                  </a:lnTo>
                  <a:lnTo>
                    <a:pt x="3723241" y="8884646"/>
                  </a:lnTo>
                  <a:lnTo>
                    <a:pt x="3974181" y="8884646"/>
                  </a:lnTo>
                  <a:cubicBezTo>
                    <a:pt x="3992106" y="8884646"/>
                    <a:pt x="4010032" y="8906156"/>
                    <a:pt x="4010032" y="8927666"/>
                  </a:cubicBezTo>
                  <a:lnTo>
                    <a:pt x="4010032" y="9160681"/>
                  </a:lnTo>
                  <a:close/>
                  <a:moveTo>
                    <a:pt x="5583119" y="11582710"/>
                  </a:moveTo>
                  <a:lnTo>
                    <a:pt x="5583119" y="12443107"/>
                  </a:lnTo>
                  <a:lnTo>
                    <a:pt x="4722723" y="12443107"/>
                  </a:lnTo>
                  <a:lnTo>
                    <a:pt x="4722723" y="11582710"/>
                  </a:lnTo>
                  <a:close/>
                  <a:moveTo>
                    <a:pt x="6858000" y="1433862"/>
                  </a:moveTo>
                  <a:lnTo>
                    <a:pt x="6858000" y="1997883"/>
                  </a:lnTo>
                  <a:lnTo>
                    <a:pt x="0" y="1997883"/>
                  </a:lnTo>
                  <a:lnTo>
                    <a:pt x="0" y="1433861"/>
                  </a:lnTo>
                  <a:lnTo>
                    <a:pt x="1995270" y="1433861"/>
                  </a:lnTo>
                  <a:lnTo>
                    <a:pt x="1995270" y="854205"/>
                  </a:lnTo>
                  <a:lnTo>
                    <a:pt x="3143191" y="854205"/>
                  </a:lnTo>
                  <a:lnTo>
                    <a:pt x="3143191" y="1433862"/>
                  </a:lnTo>
                  <a:lnTo>
                    <a:pt x="3715347" y="1433862"/>
                  </a:lnTo>
                  <a:lnTo>
                    <a:pt x="3715347" y="854205"/>
                  </a:lnTo>
                  <a:lnTo>
                    <a:pt x="4866129" y="854205"/>
                  </a:lnTo>
                  <a:lnTo>
                    <a:pt x="4866129" y="1433862"/>
                  </a:lnTo>
                  <a:lnTo>
                    <a:pt x="6293973" y="1433862"/>
                  </a:lnTo>
                  <a:lnTo>
                    <a:pt x="6293973" y="0"/>
                  </a:lnTo>
                  <a:lnTo>
                    <a:pt x="6857994" y="0"/>
                  </a:lnTo>
                  <a:lnTo>
                    <a:pt x="6857994" y="14338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51" name="Group 50">
            <a:extLst>
              <a:ext uri="{FF2B5EF4-FFF2-40B4-BE49-F238E27FC236}">
                <a16:creationId xmlns:a16="http://schemas.microsoft.com/office/drawing/2014/main" id="{7417A664-8F2B-5BDC-8196-C649FD6561CC}"/>
              </a:ext>
              <a:ext uri="{C183D7F6-B498-43B3-948B-1728B52AA6E4}">
                <adec:decorative xmlns:adec="http://schemas.microsoft.com/office/drawing/2017/decorative" val="1"/>
              </a:ext>
            </a:extLst>
          </p:cNvPr>
          <p:cNvGrpSpPr>
            <a:grpSpLocks noChangeAspect="1"/>
          </p:cNvGrpSpPr>
          <p:nvPr/>
        </p:nvGrpSpPr>
        <p:grpSpPr>
          <a:xfrm>
            <a:off x="8734957" y="5824566"/>
            <a:ext cx="470280" cy="320040"/>
            <a:chOff x="8734957" y="5824566"/>
            <a:chExt cx="470280" cy="320040"/>
          </a:xfrm>
          <a:solidFill>
            <a:schemeClr val="accent2"/>
          </a:solidFill>
        </p:grpSpPr>
        <p:sp>
          <p:nvSpPr>
            <p:cNvPr id="2798" name="Freeform: Shape 2797">
              <a:extLst>
                <a:ext uri="{FF2B5EF4-FFF2-40B4-BE49-F238E27FC236}">
                  <a16:creationId xmlns:a16="http://schemas.microsoft.com/office/drawing/2014/main" id="{CEE1F149-7432-901D-A8B2-F5B015D599AF}"/>
                </a:ext>
                <a:ext uri="{C183D7F6-B498-43B3-948B-1728B52AA6E4}">
                  <adec:decorative xmlns:adec="http://schemas.microsoft.com/office/drawing/2017/decorative" val="1"/>
                </a:ext>
              </a:extLst>
            </p:cNvPr>
            <p:cNvSpPr/>
            <p:nvPr/>
          </p:nvSpPr>
          <p:spPr>
            <a:xfrm>
              <a:off x="8734957" y="5829779"/>
              <a:ext cx="464022" cy="314827"/>
            </a:xfrm>
            <a:custGeom>
              <a:avLst/>
              <a:gdLst>
                <a:gd name="connsiteX0" fmla="*/ 26175 w 839697"/>
                <a:gd name="connsiteY0" fmla="*/ 0 h 569714"/>
                <a:gd name="connsiteX1" fmla="*/ 753679 w 839697"/>
                <a:gd name="connsiteY1" fmla="*/ 514 h 569714"/>
                <a:gd name="connsiteX2" fmla="*/ 753679 w 839697"/>
                <a:gd name="connsiteY2" fmla="*/ 45288 h 569714"/>
                <a:gd name="connsiteX3" fmla="*/ 45467 w 839697"/>
                <a:gd name="connsiteY3" fmla="*/ 45272 h 569714"/>
                <a:gd name="connsiteX4" fmla="*/ 45467 w 839697"/>
                <a:gd name="connsiteY4" fmla="*/ 376399 h 569714"/>
                <a:gd name="connsiteX5" fmla="*/ 192717 w 839697"/>
                <a:gd name="connsiteY5" fmla="*/ 376399 h 569714"/>
                <a:gd name="connsiteX6" fmla="*/ 192717 w 839697"/>
                <a:gd name="connsiteY6" fmla="*/ 443295 h 569714"/>
                <a:gd name="connsiteX7" fmla="*/ 255515 w 839697"/>
                <a:gd name="connsiteY7" fmla="*/ 443295 h 569714"/>
                <a:gd name="connsiteX8" fmla="*/ 255515 w 839697"/>
                <a:gd name="connsiteY8" fmla="*/ 524263 h 569714"/>
                <a:gd name="connsiteX9" fmla="*/ 585408 w 839697"/>
                <a:gd name="connsiteY9" fmla="*/ 524263 h 569714"/>
                <a:gd name="connsiteX10" fmla="*/ 585408 w 839697"/>
                <a:gd name="connsiteY10" fmla="*/ 442848 h 569714"/>
                <a:gd name="connsiteX11" fmla="*/ 647815 w 839697"/>
                <a:gd name="connsiteY11" fmla="*/ 442848 h 569714"/>
                <a:gd name="connsiteX12" fmla="*/ 647815 w 839697"/>
                <a:gd name="connsiteY12" fmla="*/ 376102 h 569714"/>
                <a:gd name="connsiteX13" fmla="*/ 794451 w 839697"/>
                <a:gd name="connsiteY13" fmla="*/ 376102 h 569714"/>
                <a:gd name="connsiteX14" fmla="*/ 794868 w 839697"/>
                <a:gd name="connsiteY14" fmla="*/ 88083 h 569714"/>
                <a:gd name="connsiteX15" fmla="*/ 839697 w 839697"/>
                <a:gd name="connsiteY15" fmla="*/ 88083 h 569714"/>
                <a:gd name="connsiteX16" fmla="*/ 839662 w 839697"/>
                <a:gd name="connsiteY16" fmla="*/ 414991 h 569714"/>
                <a:gd name="connsiteX17" fmla="*/ 839662 w 839697"/>
                <a:gd name="connsiteY17" fmla="*/ 421265 h 569714"/>
                <a:gd name="connsiteX18" fmla="*/ 693414 w 839697"/>
                <a:gd name="connsiteY18" fmla="*/ 421265 h 569714"/>
                <a:gd name="connsiteX19" fmla="*/ 693414 w 839697"/>
                <a:gd name="connsiteY19" fmla="*/ 488158 h 569714"/>
                <a:gd name="connsiteX20" fmla="*/ 630484 w 839697"/>
                <a:gd name="connsiteY20" fmla="*/ 488158 h 569714"/>
                <a:gd name="connsiteX21" fmla="*/ 630484 w 839697"/>
                <a:gd name="connsiteY21" fmla="*/ 526288 h 569714"/>
                <a:gd name="connsiteX22" fmla="*/ 630456 w 839697"/>
                <a:gd name="connsiteY22" fmla="*/ 547398 h 569714"/>
                <a:gd name="connsiteX23" fmla="*/ 608636 w 839697"/>
                <a:gd name="connsiteY23" fmla="*/ 569679 h 569714"/>
                <a:gd name="connsiteX24" fmla="*/ 606182 w 839697"/>
                <a:gd name="connsiteY24" fmla="*/ 569689 h 569714"/>
                <a:gd name="connsiteX25" fmla="*/ 215873 w 839697"/>
                <a:gd name="connsiteY25" fmla="*/ 569689 h 569714"/>
                <a:gd name="connsiteX26" fmla="*/ 210320 w 839697"/>
                <a:gd name="connsiteY26" fmla="*/ 569689 h 569714"/>
                <a:gd name="connsiteX27" fmla="*/ 210320 w 839697"/>
                <a:gd name="connsiteY27" fmla="*/ 488451 h 569714"/>
                <a:gd name="connsiteX28" fmla="*/ 147524 w 839697"/>
                <a:gd name="connsiteY28" fmla="*/ 488451 h 569714"/>
                <a:gd name="connsiteX29" fmla="*/ 147524 w 839697"/>
                <a:gd name="connsiteY29" fmla="*/ 421557 h 569714"/>
                <a:gd name="connsiteX30" fmla="*/ 1 w 839697"/>
                <a:gd name="connsiteY30" fmla="*/ 421557 h 569714"/>
                <a:gd name="connsiteX31" fmla="*/ 1 w 839697"/>
                <a:gd name="connsiteY31" fmla="*/ 415895 h 569714"/>
                <a:gd name="connsiteX32" fmla="*/ 7 w 839697"/>
                <a:gd name="connsiteY32" fmla="*/ 26076 h 569714"/>
                <a:gd name="connsiteX33" fmla="*/ 26175 w 839697"/>
                <a:gd name="connsiteY33" fmla="*/ 0 h 56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39697" h="569714">
                  <a:moveTo>
                    <a:pt x="26175" y="0"/>
                  </a:moveTo>
                  <a:lnTo>
                    <a:pt x="753679" y="514"/>
                  </a:lnTo>
                  <a:lnTo>
                    <a:pt x="753679" y="45288"/>
                  </a:lnTo>
                  <a:lnTo>
                    <a:pt x="45467" y="45272"/>
                  </a:lnTo>
                  <a:cubicBezTo>
                    <a:pt x="45467" y="155856"/>
                    <a:pt x="45467" y="265899"/>
                    <a:pt x="45467" y="376399"/>
                  </a:cubicBezTo>
                  <a:cubicBezTo>
                    <a:pt x="94590" y="376399"/>
                    <a:pt x="143425" y="376399"/>
                    <a:pt x="192717" y="376399"/>
                  </a:cubicBezTo>
                  <a:cubicBezTo>
                    <a:pt x="192717" y="398850"/>
                    <a:pt x="192717" y="420846"/>
                    <a:pt x="192717" y="443295"/>
                  </a:cubicBezTo>
                  <a:cubicBezTo>
                    <a:pt x="213864" y="443295"/>
                    <a:pt x="234551" y="443295"/>
                    <a:pt x="255515" y="443295"/>
                  </a:cubicBezTo>
                  <a:cubicBezTo>
                    <a:pt x="255515" y="470544"/>
                    <a:pt x="255515" y="497331"/>
                    <a:pt x="255515" y="524263"/>
                  </a:cubicBezTo>
                  <a:cubicBezTo>
                    <a:pt x="365518" y="524263"/>
                    <a:pt x="475232" y="524263"/>
                    <a:pt x="585408" y="524263"/>
                  </a:cubicBezTo>
                  <a:cubicBezTo>
                    <a:pt x="585408" y="497111"/>
                    <a:pt x="585408" y="470206"/>
                    <a:pt x="585408" y="442848"/>
                  </a:cubicBezTo>
                  <a:cubicBezTo>
                    <a:pt x="606227" y="442848"/>
                    <a:pt x="626589" y="442848"/>
                    <a:pt x="647815" y="442848"/>
                  </a:cubicBezTo>
                  <a:cubicBezTo>
                    <a:pt x="647815" y="420440"/>
                    <a:pt x="647815" y="398495"/>
                    <a:pt x="647815" y="376102"/>
                  </a:cubicBezTo>
                  <a:cubicBezTo>
                    <a:pt x="697192" y="376102"/>
                    <a:pt x="745699" y="376102"/>
                    <a:pt x="794451" y="376102"/>
                  </a:cubicBezTo>
                  <a:lnTo>
                    <a:pt x="794868" y="88083"/>
                  </a:lnTo>
                  <a:lnTo>
                    <a:pt x="839697" y="88083"/>
                  </a:lnTo>
                  <a:lnTo>
                    <a:pt x="839662" y="414991"/>
                  </a:lnTo>
                  <a:cubicBezTo>
                    <a:pt x="839662" y="416931"/>
                    <a:pt x="839662" y="418870"/>
                    <a:pt x="839662" y="421265"/>
                  </a:cubicBezTo>
                  <a:cubicBezTo>
                    <a:pt x="790885" y="421265"/>
                    <a:pt x="742379" y="421265"/>
                    <a:pt x="693414" y="421265"/>
                  </a:cubicBezTo>
                  <a:cubicBezTo>
                    <a:pt x="693414" y="443710"/>
                    <a:pt x="693414" y="465706"/>
                    <a:pt x="693414" y="488158"/>
                  </a:cubicBezTo>
                  <a:cubicBezTo>
                    <a:pt x="672272" y="488158"/>
                    <a:pt x="651586" y="488158"/>
                    <a:pt x="630484" y="488158"/>
                  </a:cubicBezTo>
                  <a:cubicBezTo>
                    <a:pt x="630484" y="501173"/>
                    <a:pt x="630484" y="513731"/>
                    <a:pt x="630484" y="526288"/>
                  </a:cubicBezTo>
                  <a:cubicBezTo>
                    <a:pt x="630484" y="533325"/>
                    <a:pt x="630612" y="540365"/>
                    <a:pt x="630456" y="547398"/>
                  </a:cubicBezTo>
                  <a:cubicBezTo>
                    <a:pt x="630165" y="560523"/>
                    <a:pt x="620729" y="568587"/>
                    <a:pt x="608636" y="569679"/>
                  </a:cubicBezTo>
                  <a:cubicBezTo>
                    <a:pt x="607824" y="569752"/>
                    <a:pt x="607000" y="569689"/>
                    <a:pt x="606182" y="569689"/>
                  </a:cubicBezTo>
                  <a:cubicBezTo>
                    <a:pt x="476079" y="569689"/>
                    <a:pt x="345976" y="569689"/>
                    <a:pt x="215873" y="569689"/>
                  </a:cubicBezTo>
                  <a:cubicBezTo>
                    <a:pt x="214110" y="569689"/>
                    <a:pt x="212347" y="569689"/>
                    <a:pt x="210320" y="569689"/>
                  </a:cubicBezTo>
                  <a:cubicBezTo>
                    <a:pt x="210320" y="542485"/>
                    <a:pt x="210320" y="515698"/>
                    <a:pt x="210320" y="488451"/>
                  </a:cubicBezTo>
                  <a:cubicBezTo>
                    <a:pt x="189356" y="488451"/>
                    <a:pt x="168670" y="488451"/>
                    <a:pt x="147524" y="488451"/>
                  </a:cubicBezTo>
                  <a:cubicBezTo>
                    <a:pt x="147524" y="466002"/>
                    <a:pt x="147524" y="444007"/>
                    <a:pt x="147524" y="421557"/>
                  </a:cubicBezTo>
                  <a:cubicBezTo>
                    <a:pt x="98233" y="421557"/>
                    <a:pt x="49400" y="421557"/>
                    <a:pt x="1" y="421557"/>
                  </a:cubicBezTo>
                  <a:cubicBezTo>
                    <a:pt x="1" y="419371"/>
                    <a:pt x="1" y="417633"/>
                    <a:pt x="1" y="415895"/>
                  </a:cubicBezTo>
                  <a:cubicBezTo>
                    <a:pt x="1" y="285955"/>
                    <a:pt x="-3" y="156016"/>
                    <a:pt x="7" y="26076"/>
                  </a:cubicBezTo>
                  <a:cubicBezTo>
                    <a:pt x="8" y="9666"/>
                    <a:pt x="9418" y="-9"/>
                    <a:pt x="26175" y="0"/>
                  </a:cubicBezTo>
                  <a:close/>
                </a:path>
              </a:pathLst>
            </a:custGeom>
            <a:grpFill/>
            <a:ln w="6350" cap="flat">
              <a:noFill/>
              <a:prstDash val="solid"/>
              <a:miter/>
            </a:ln>
          </p:spPr>
          <p:txBody>
            <a:bodyPr wrap="square" rtlCol="0" anchor="ctr">
              <a:noAutofit/>
            </a:bodyPr>
            <a:lstStyle/>
            <a:p>
              <a:endParaRPr lang="en-US"/>
            </a:p>
          </p:txBody>
        </p:sp>
        <p:sp>
          <p:nvSpPr>
            <p:cNvPr id="2806" name="Freeform: Shape 2805">
              <a:extLst>
                <a:ext uri="{FF2B5EF4-FFF2-40B4-BE49-F238E27FC236}">
                  <a16:creationId xmlns:a16="http://schemas.microsoft.com/office/drawing/2014/main" id="{67A60882-A89B-08EA-4EFC-0DF923835B9B}"/>
                </a:ext>
                <a:ext uri="{C183D7F6-B498-43B3-948B-1728B52AA6E4}">
                  <adec:decorative xmlns:adec="http://schemas.microsoft.com/office/drawing/2017/decorative" val="1"/>
                </a:ext>
              </a:extLst>
            </p:cNvPr>
            <p:cNvSpPr/>
            <p:nvPr/>
          </p:nvSpPr>
          <p:spPr>
            <a:xfrm>
              <a:off x="8796497" y="5824566"/>
              <a:ext cx="408740" cy="164816"/>
            </a:xfrm>
            <a:custGeom>
              <a:avLst/>
              <a:gdLst>
                <a:gd name="connsiteX0" fmla="*/ 1696828 w 8758715"/>
                <a:gd name="connsiteY0" fmla="*/ 1687421 h 3531767"/>
                <a:gd name="connsiteX1" fmla="*/ 2224547 w 8758715"/>
                <a:gd name="connsiteY1" fmla="*/ 1687421 h 3531767"/>
                <a:gd name="connsiteX2" fmla="*/ 2224547 w 8758715"/>
                <a:gd name="connsiteY2" fmla="*/ 3531767 h 3531767"/>
                <a:gd name="connsiteX3" fmla="*/ 1696828 w 8758715"/>
                <a:gd name="connsiteY3" fmla="*/ 3531767 h 3531767"/>
                <a:gd name="connsiteX4" fmla="*/ 5093618 w 8758715"/>
                <a:gd name="connsiteY4" fmla="*/ 1686439 h 3531767"/>
                <a:gd name="connsiteX5" fmla="*/ 5623872 w 8758715"/>
                <a:gd name="connsiteY5" fmla="*/ 1686439 h 3531767"/>
                <a:gd name="connsiteX6" fmla="*/ 5623872 w 8758715"/>
                <a:gd name="connsiteY6" fmla="*/ 3528061 h 3531767"/>
                <a:gd name="connsiteX7" fmla="*/ 5093618 w 8758715"/>
                <a:gd name="connsiteY7" fmla="*/ 3528061 h 3531767"/>
                <a:gd name="connsiteX8" fmla="*/ 6791462 w 8758715"/>
                <a:gd name="connsiteY8" fmla="*/ 1686427 h 3531767"/>
                <a:gd name="connsiteX9" fmla="*/ 7321728 w 8758715"/>
                <a:gd name="connsiteY9" fmla="*/ 1686427 h 3531767"/>
                <a:gd name="connsiteX10" fmla="*/ 7321728 w 8758715"/>
                <a:gd name="connsiteY10" fmla="*/ 3528073 h 3531767"/>
                <a:gd name="connsiteX11" fmla="*/ 6791462 w 8758715"/>
                <a:gd name="connsiteY11" fmla="*/ 3528073 h 3531767"/>
                <a:gd name="connsiteX12" fmla="*/ 3391072 w 8758715"/>
                <a:gd name="connsiteY12" fmla="*/ 1686415 h 3531767"/>
                <a:gd name="connsiteX13" fmla="*/ 3921361 w 8758715"/>
                <a:gd name="connsiteY13" fmla="*/ 1686415 h 3531767"/>
                <a:gd name="connsiteX14" fmla="*/ 3921361 w 8758715"/>
                <a:gd name="connsiteY14" fmla="*/ 3528096 h 3531767"/>
                <a:gd name="connsiteX15" fmla="*/ 3391072 w 8758715"/>
                <a:gd name="connsiteY15" fmla="*/ 3528096 h 3531767"/>
                <a:gd name="connsiteX16" fmla="*/ 0 w 8758715"/>
                <a:gd name="connsiteY16" fmla="*/ 1686391 h 3531767"/>
                <a:gd name="connsiteX17" fmla="*/ 530301 w 8758715"/>
                <a:gd name="connsiteY17" fmla="*/ 1686391 h 3531767"/>
                <a:gd name="connsiteX18" fmla="*/ 530301 w 8758715"/>
                <a:gd name="connsiteY18" fmla="*/ 3528108 h 3531767"/>
                <a:gd name="connsiteX19" fmla="*/ 0 w 8758715"/>
                <a:gd name="connsiteY19" fmla="*/ 3528108 h 3531767"/>
                <a:gd name="connsiteX20" fmla="*/ 7972565 w 8758715"/>
                <a:gd name="connsiteY20" fmla="*/ 0 h 3531767"/>
                <a:gd name="connsiteX21" fmla="*/ 8758715 w 8758715"/>
                <a:gd name="connsiteY21" fmla="*/ 0 h 3531767"/>
                <a:gd name="connsiteX22" fmla="*/ 8758715 w 8758715"/>
                <a:gd name="connsiteY22" fmla="*/ 787534 h 3531767"/>
                <a:gd name="connsiteX23" fmla="*/ 7972565 w 8758715"/>
                <a:gd name="connsiteY23" fmla="*/ 787534 h 353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758715" h="3531767">
                  <a:moveTo>
                    <a:pt x="1696828" y="1687421"/>
                  </a:moveTo>
                  <a:lnTo>
                    <a:pt x="2224547" y="1687421"/>
                  </a:lnTo>
                  <a:lnTo>
                    <a:pt x="2224547" y="3531767"/>
                  </a:lnTo>
                  <a:lnTo>
                    <a:pt x="1696828" y="3531767"/>
                  </a:lnTo>
                  <a:close/>
                  <a:moveTo>
                    <a:pt x="5093618" y="1686439"/>
                  </a:moveTo>
                  <a:lnTo>
                    <a:pt x="5623872" y="1686439"/>
                  </a:lnTo>
                  <a:lnTo>
                    <a:pt x="5623872" y="3528061"/>
                  </a:lnTo>
                  <a:lnTo>
                    <a:pt x="5093618" y="3528061"/>
                  </a:lnTo>
                  <a:close/>
                  <a:moveTo>
                    <a:pt x="6791462" y="1686427"/>
                  </a:moveTo>
                  <a:lnTo>
                    <a:pt x="7321728" y="1686427"/>
                  </a:lnTo>
                  <a:lnTo>
                    <a:pt x="7321728" y="3528073"/>
                  </a:lnTo>
                  <a:lnTo>
                    <a:pt x="6791462" y="3528073"/>
                  </a:lnTo>
                  <a:close/>
                  <a:moveTo>
                    <a:pt x="3391072" y="1686415"/>
                  </a:moveTo>
                  <a:lnTo>
                    <a:pt x="3921361" y="1686415"/>
                  </a:lnTo>
                  <a:lnTo>
                    <a:pt x="3921361" y="3528096"/>
                  </a:lnTo>
                  <a:lnTo>
                    <a:pt x="3391072" y="3528096"/>
                  </a:lnTo>
                  <a:close/>
                  <a:moveTo>
                    <a:pt x="0" y="1686391"/>
                  </a:moveTo>
                  <a:lnTo>
                    <a:pt x="530301" y="1686391"/>
                  </a:lnTo>
                  <a:lnTo>
                    <a:pt x="530301" y="3528108"/>
                  </a:lnTo>
                  <a:lnTo>
                    <a:pt x="0" y="3528108"/>
                  </a:lnTo>
                  <a:close/>
                  <a:moveTo>
                    <a:pt x="7972565" y="0"/>
                  </a:moveTo>
                  <a:lnTo>
                    <a:pt x="8758715" y="0"/>
                  </a:lnTo>
                  <a:lnTo>
                    <a:pt x="8758715" y="787534"/>
                  </a:lnTo>
                  <a:lnTo>
                    <a:pt x="7972565" y="787534"/>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50" name="Group 49">
            <a:extLst>
              <a:ext uri="{FF2B5EF4-FFF2-40B4-BE49-F238E27FC236}">
                <a16:creationId xmlns:a16="http://schemas.microsoft.com/office/drawing/2014/main" id="{B7C573BF-1F23-73FB-BF9A-51DE165907C1}"/>
              </a:ext>
              <a:ext uri="{C183D7F6-B498-43B3-948B-1728B52AA6E4}">
                <adec:decorative xmlns:adec="http://schemas.microsoft.com/office/drawing/2017/decorative" val="1"/>
              </a:ext>
            </a:extLst>
          </p:cNvPr>
          <p:cNvGrpSpPr>
            <a:grpSpLocks noChangeAspect="1"/>
          </p:cNvGrpSpPr>
          <p:nvPr/>
        </p:nvGrpSpPr>
        <p:grpSpPr>
          <a:xfrm>
            <a:off x="9401644" y="5755986"/>
            <a:ext cx="230414" cy="457200"/>
            <a:chOff x="9401644" y="5755986"/>
            <a:chExt cx="230414" cy="457200"/>
          </a:xfrm>
          <a:solidFill>
            <a:schemeClr val="accent2"/>
          </a:solidFill>
        </p:grpSpPr>
        <p:sp>
          <p:nvSpPr>
            <p:cNvPr id="2828" name="Freeform: Shape 2827">
              <a:extLst>
                <a:ext uri="{FF2B5EF4-FFF2-40B4-BE49-F238E27FC236}">
                  <a16:creationId xmlns:a16="http://schemas.microsoft.com/office/drawing/2014/main" id="{5BECCF0A-1695-3E5E-F441-5138014B8A68}"/>
                </a:ext>
                <a:ext uri="{C183D7F6-B498-43B3-948B-1728B52AA6E4}">
                  <adec:decorative xmlns:adec="http://schemas.microsoft.com/office/drawing/2017/decorative" val="1"/>
                </a:ext>
              </a:extLst>
            </p:cNvPr>
            <p:cNvSpPr/>
            <p:nvPr/>
          </p:nvSpPr>
          <p:spPr>
            <a:xfrm>
              <a:off x="9401644" y="5755986"/>
              <a:ext cx="230414" cy="410658"/>
            </a:xfrm>
            <a:custGeom>
              <a:avLst/>
              <a:gdLst>
                <a:gd name="connsiteX0" fmla="*/ 1555282 w 3456216"/>
                <a:gd name="connsiteY0" fmla="*/ 14050 h 6159881"/>
                <a:gd name="connsiteX1" fmla="*/ 1900934 w 3456216"/>
                <a:gd name="connsiteY1" fmla="*/ 14050 h 6159881"/>
                <a:gd name="connsiteX2" fmla="*/ 1900934 w 3456216"/>
                <a:gd name="connsiteY2" fmla="*/ 702056 h 6159881"/>
                <a:gd name="connsiteX3" fmla="*/ 1555282 w 3456216"/>
                <a:gd name="connsiteY3" fmla="*/ 702056 h 6159881"/>
                <a:gd name="connsiteX4" fmla="*/ 1036855 w 3456216"/>
                <a:gd name="connsiteY4" fmla="*/ 14050 h 6159881"/>
                <a:gd name="connsiteX5" fmla="*/ 1382507 w 3456216"/>
                <a:gd name="connsiteY5" fmla="*/ 14050 h 6159881"/>
                <a:gd name="connsiteX6" fmla="*/ 1382507 w 3456216"/>
                <a:gd name="connsiteY6" fmla="*/ 702056 h 6159881"/>
                <a:gd name="connsiteX7" fmla="*/ 1036855 w 3456216"/>
                <a:gd name="connsiteY7" fmla="*/ 702056 h 6159881"/>
                <a:gd name="connsiteX8" fmla="*/ 518427 w 3456216"/>
                <a:gd name="connsiteY8" fmla="*/ 14050 h 6159881"/>
                <a:gd name="connsiteX9" fmla="*/ 864079 w 3456216"/>
                <a:gd name="connsiteY9" fmla="*/ 14050 h 6159881"/>
                <a:gd name="connsiteX10" fmla="*/ 864079 w 3456216"/>
                <a:gd name="connsiteY10" fmla="*/ 702056 h 6159881"/>
                <a:gd name="connsiteX11" fmla="*/ 518427 w 3456216"/>
                <a:gd name="connsiteY11" fmla="*/ 702056 h 6159881"/>
                <a:gd name="connsiteX12" fmla="*/ 2592136 w 3456216"/>
                <a:gd name="connsiteY12" fmla="*/ 14049 h 6159881"/>
                <a:gd name="connsiteX13" fmla="*/ 2937788 w 3456216"/>
                <a:gd name="connsiteY13" fmla="*/ 14049 h 6159881"/>
                <a:gd name="connsiteX14" fmla="*/ 2937788 w 3456216"/>
                <a:gd name="connsiteY14" fmla="*/ 702056 h 6159881"/>
                <a:gd name="connsiteX15" fmla="*/ 2592136 w 3456216"/>
                <a:gd name="connsiteY15" fmla="*/ 702056 h 6159881"/>
                <a:gd name="connsiteX16" fmla="*/ 2073709 w 3456216"/>
                <a:gd name="connsiteY16" fmla="*/ 14049 h 6159881"/>
                <a:gd name="connsiteX17" fmla="*/ 2419361 w 3456216"/>
                <a:gd name="connsiteY17" fmla="*/ 14049 h 6159881"/>
                <a:gd name="connsiteX18" fmla="*/ 2419361 w 3456216"/>
                <a:gd name="connsiteY18" fmla="*/ 702056 h 6159881"/>
                <a:gd name="connsiteX19" fmla="*/ 2073709 w 3456216"/>
                <a:gd name="connsiteY19" fmla="*/ 702056 h 6159881"/>
                <a:gd name="connsiteX20" fmla="*/ 3110564 w 3456216"/>
                <a:gd name="connsiteY20" fmla="*/ 0 h 6159881"/>
                <a:gd name="connsiteX21" fmla="*/ 3456216 w 3456216"/>
                <a:gd name="connsiteY21" fmla="*/ 0 h 6159881"/>
                <a:gd name="connsiteX22" fmla="*/ 3456216 w 3456216"/>
                <a:gd name="connsiteY22" fmla="*/ 1918814 h 6159881"/>
                <a:gd name="connsiteX23" fmla="*/ 3438543 w 3456216"/>
                <a:gd name="connsiteY23" fmla="*/ 1918814 h 6159881"/>
                <a:gd name="connsiteX24" fmla="*/ 3456215 w 3456216"/>
                <a:gd name="connsiteY24" fmla="*/ 1923549 h 6159881"/>
                <a:gd name="connsiteX25" fmla="*/ 2714512 w 3456216"/>
                <a:gd name="connsiteY25" fmla="*/ 4691622 h 6159881"/>
                <a:gd name="connsiteX26" fmla="*/ 2698767 w 3456216"/>
                <a:gd name="connsiteY26" fmla="*/ 4687403 h 6159881"/>
                <a:gd name="connsiteX27" fmla="*/ 2698767 w 3456216"/>
                <a:gd name="connsiteY27" fmla="*/ 4693087 h 6159881"/>
                <a:gd name="connsiteX28" fmla="*/ 1992882 w 3456216"/>
                <a:gd name="connsiteY28" fmla="*/ 4693087 h 6159881"/>
                <a:gd name="connsiteX29" fmla="*/ 1992882 w 3456216"/>
                <a:gd name="connsiteY29" fmla="*/ 5037935 h 6159881"/>
                <a:gd name="connsiteX30" fmla="*/ 2592147 w 3456216"/>
                <a:gd name="connsiteY30" fmla="*/ 5037935 h 6159881"/>
                <a:gd name="connsiteX31" fmla="*/ 2592147 w 3456216"/>
                <a:gd name="connsiteY31" fmla="*/ 5556513 h 6159881"/>
                <a:gd name="connsiteX32" fmla="*/ 1992882 w 3456216"/>
                <a:gd name="connsiteY32" fmla="*/ 5556513 h 6159881"/>
                <a:gd name="connsiteX33" fmla="*/ 1992882 w 3456216"/>
                <a:gd name="connsiteY33" fmla="*/ 6159881 h 6159881"/>
                <a:gd name="connsiteX34" fmla="*/ 1463338 w 3456216"/>
                <a:gd name="connsiteY34" fmla="*/ 6159881 h 6159881"/>
                <a:gd name="connsiteX35" fmla="*/ 1463338 w 3456216"/>
                <a:gd name="connsiteY35" fmla="*/ 5556513 h 6159881"/>
                <a:gd name="connsiteX36" fmla="*/ 864084 w 3456216"/>
                <a:gd name="connsiteY36" fmla="*/ 5556513 h 6159881"/>
                <a:gd name="connsiteX37" fmla="*/ 864084 w 3456216"/>
                <a:gd name="connsiteY37" fmla="*/ 5037935 h 6159881"/>
                <a:gd name="connsiteX38" fmla="*/ 1463338 w 3456216"/>
                <a:gd name="connsiteY38" fmla="*/ 5037935 h 6159881"/>
                <a:gd name="connsiteX39" fmla="*/ 1463338 w 3456216"/>
                <a:gd name="connsiteY39" fmla="*/ 4693087 h 6159881"/>
                <a:gd name="connsiteX40" fmla="*/ 757450 w 3456216"/>
                <a:gd name="connsiteY40" fmla="*/ 4693087 h 6159881"/>
                <a:gd name="connsiteX41" fmla="*/ 757450 w 3456216"/>
                <a:gd name="connsiteY41" fmla="*/ 4687403 h 6159881"/>
                <a:gd name="connsiteX42" fmla="*/ 741704 w 3456216"/>
                <a:gd name="connsiteY42" fmla="*/ 4691622 h 6159881"/>
                <a:gd name="connsiteX43" fmla="*/ 1 w 3456216"/>
                <a:gd name="connsiteY43" fmla="*/ 1923549 h 6159881"/>
                <a:gd name="connsiteX44" fmla="*/ 17672 w 3456216"/>
                <a:gd name="connsiteY44" fmla="*/ 1918814 h 6159881"/>
                <a:gd name="connsiteX45" fmla="*/ 0 w 3456216"/>
                <a:gd name="connsiteY45" fmla="*/ 1918814 h 6159881"/>
                <a:gd name="connsiteX46" fmla="*/ 0 w 3456216"/>
                <a:gd name="connsiteY46" fmla="*/ 1 h 6159881"/>
                <a:gd name="connsiteX47" fmla="*/ 345652 w 3456216"/>
                <a:gd name="connsiteY47" fmla="*/ 1 h 6159881"/>
                <a:gd name="connsiteX48" fmla="*/ 345652 w 3456216"/>
                <a:gd name="connsiteY48" fmla="*/ 1573165 h 6159881"/>
                <a:gd name="connsiteX49" fmla="*/ 1382076 w 3456216"/>
                <a:gd name="connsiteY49" fmla="*/ 1573165 h 6159881"/>
                <a:gd name="connsiteX50" fmla="*/ 1382076 w 3456216"/>
                <a:gd name="connsiteY50" fmla="*/ 1918817 h 6159881"/>
                <a:gd name="connsiteX51" fmla="*/ 356578 w 3456216"/>
                <a:gd name="connsiteY51" fmla="*/ 1918817 h 6159881"/>
                <a:gd name="connsiteX52" fmla="*/ 1007324 w 3456216"/>
                <a:gd name="connsiteY52" fmla="*/ 4347435 h 6159881"/>
                <a:gd name="connsiteX53" fmla="*/ 2448892 w 3456216"/>
                <a:gd name="connsiteY53" fmla="*/ 4347435 h 6159881"/>
                <a:gd name="connsiteX54" fmla="*/ 3099638 w 3456216"/>
                <a:gd name="connsiteY54" fmla="*/ 1918817 h 6159881"/>
                <a:gd name="connsiteX55" fmla="*/ 2074145 w 3456216"/>
                <a:gd name="connsiteY55" fmla="*/ 1918817 h 6159881"/>
                <a:gd name="connsiteX56" fmla="*/ 2074145 w 3456216"/>
                <a:gd name="connsiteY56" fmla="*/ 1573165 h 6159881"/>
                <a:gd name="connsiteX57" fmla="*/ 3110564 w 3456216"/>
                <a:gd name="connsiteY57" fmla="*/ 1573165 h 615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456216" h="6159881">
                  <a:moveTo>
                    <a:pt x="1555282" y="14050"/>
                  </a:moveTo>
                  <a:lnTo>
                    <a:pt x="1900934" y="14050"/>
                  </a:lnTo>
                  <a:lnTo>
                    <a:pt x="1900934" y="702056"/>
                  </a:lnTo>
                  <a:lnTo>
                    <a:pt x="1555282" y="702056"/>
                  </a:lnTo>
                  <a:close/>
                  <a:moveTo>
                    <a:pt x="1036855" y="14050"/>
                  </a:moveTo>
                  <a:lnTo>
                    <a:pt x="1382507" y="14050"/>
                  </a:lnTo>
                  <a:lnTo>
                    <a:pt x="1382507" y="702056"/>
                  </a:lnTo>
                  <a:lnTo>
                    <a:pt x="1036855" y="702056"/>
                  </a:lnTo>
                  <a:close/>
                  <a:moveTo>
                    <a:pt x="518427" y="14050"/>
                  </a:moveTo>
                  <a:lnTo>
                    <a:pt x="864079" y="14050"/>
                  </a:lnTo>
                  <a:lnTo>
                    <a:pt x="864079" y="702056"/>
                  </a:lnTo>
                  <a:lnTo>
                    <a:pt x="518427" y="702056"/>
                  </a:lnTo>
                  <a:close/>
                  <a:moveTo>
                    <a:pt x="2592136" y="14049"/>
                  </a:moveTo>
                  <a:lnTo>
                    <a:pt x="2937788" y="14049"/>
                  </a:lnTo>
                  <a:lnTo>
                    <a:pt x="2937788" y="702056"/>
                  </a:lnTo>
                  <a:lnTo>
                    <a:pt x="2592136" y="702056"/>
                  </a:lnTo>
                  <a:close/>
                  <a:moveTo>
                    <a:pt x="2073709" y="14049"/>
                  </a:moveTo>
                  <a:lnTo>
                    <a:pt x="2419361" y="14049"/>
                  </a:lnTo>
                  <a:lnTo>
                    <a:pt x="2419361" y="702056"/>
                  </a:lnTo>
                  <a:lnTo>
                    <a:pt x="2073709" y="702056"/>
                  </a:lnTo>
                  <a:close/>
                  <a:moveTo>
                    <a:pt x="3110564" y="0"/>
                  </a:moveTo>
                  <a:lnTo>
                    <a:pt x="3456216" y="0"/>
                  </a:lnTo>
                  <a:lnTo>
                    <a:pt x="3456216" y="1918814"/>
                  </a:lnTo>
                  <a:lnTo>
                    <a:pt x="3438543" y="1918814"/>
                  </a:lnTo>
                  <a:lnTo>
                    <a:pt x="3456215" y="1923549"/>
                  </a:lnTo>
                  <a:lnTo>
                    <a:pt x="2714512" y="4691622"/>
                  </a:lnTo>
                  <a:lnTo>
                    <a:pt x="2698767" y="4687403"/>
                  </a:lnTo>
                  <a:lnTo>
                    <a:pt x="2698767" y="4693087"/>
                  </a:lnTo>
                  <a:lnTo>
                    <a:pt x="1992882" y="4693087"/>
                  </a:lnTo>
                  <a:lnTo>
                    <a:pt x="1992882" y="5037935"/>
                  </a:lnTo>
                  <a:lnTo>
                    <a:pt x="2592147" y="5037935"/>
                  </a:lnTo>
                  <a:lnTo>
                    <a:pt x="2592147" y="5556513"/>
                  </a:lnTo>
                  <a:lnTo>
                    <a:pt x="1992882" y="5556513"/>
                  </a:lnTo>
                  <a:lnTo>
                    <a:pt x="1992882" y="6159881"/>
                  </a:lnTo>
                  <a:lnTo>
                    <a:pt x="1463338" y="6159881"/>
                  </a:lnTo>
                  <a:lnTo>
                    <a:pt x="1463338" y="5556513"/>
                  </a:lnTo>
                  <a:lnTo>
                    <a:pt x="864084" y="5556513"/>
                  </a:lnTo>
                  <a:lnTo>
                    <a:pt x="864084" y="5037935"/>
                  </a:lnTo>
                  <a:lnTo>
                    <a:pt x="1463338" y="5037935"/>
                  </a:lnTo>
                  <a:lnTo>
                    <a:pt x="1463338" y="4693087"/>
                  </a:lnTo>
                  <a:lnTo>
                    <a:pt x="757450" y="4693087"/>
                  </a:lnTo>
                  <a:lnTo>
                    <a:pt x="757450" y="4687403"/>
                  </a:lnTo>
                  <a:lnTo>
                    <a:pt x="741704" y="4691622"/>
                  </a:lnTo>
                  <a:lnTo>
                    <a:pt x="1" y="1923549"/>
                  </a:lnTo>
                  <a:lnTo>
                    <a:pt x="17672" y="1918814"/>
                  </a:lnTo>
                  <a:lnTo>
                    <a:pt x="0" y="1918814"/>
                  </a:lnTo>
                  <a:lnTo>
                    <a:pt x="0" y="1"/>
                  </a:lnTo>
                  <a:lnTo>
                    <a:pt x="345652" y="1"/>
                  </a:lnTo>
                  <a:lnTo>
                    <a:pt x="345652" y="1573165"/>
                  </a:lnTo>
                  <a:lnTo>
                    <a:pt x="1382076" y="1573165"/>
                  </a:lnTo>
                  <a:lnTo>
                    <a:pt x="1382076" y="1918817"/>
                  </a:lnTo>
                  <a:lnTo>
                    <a:pt x="356578" y="1918817"/>
                  </a:lnTo>
                  <a:lnTo>
                    <a:pt x="1007324" y="4347435"/>
                  </a:lnTo>
                  <a:lnTo>
                    <a:pt x="2448892" y="4347435"/>
                  </a:lnTo>
                  <a:lnTo>
                    <a:pt x="3099638" y="1918817"/>
                  </a:lnTo>
                  <a:lnTo>
                    <a:pt x="2074145" y="1918817"/>
                  </a:lnTo>
                  <a:lnTo>
                    <a:pt x="2074145" y="1573165"/>
                  </a:lnTo>
                  <a:lnTo>
                    <a:pt x="3110564" y="15731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829" name="Freeform: Shape 2828">
              <a:extLst>
                <a:ext uri="{FF2B5EF4-FFF2-40B4-BE49-F238E27FC236}">
                  <a16:creationId xmlns:a16="http://schemas.microsoft.com/office/drawing/2014/main" id="{67C14889-C154-469A-9478-2DAF8730EA41}"/>
                </a:ext>
                <a:ext uri="{C183D7F6-B498-43B3-948B-1728B52AA6E4}">
                  <adec:decorative xmlns:adec="http://schemas.microsoft.com/office/drawing/2017/decorative" val="1"/>
                </a:ext>
              </a:extLst>
            </p:cNvPr>
            <p:cNvSpPr/>
            <p:nvPr/>
          </p:nvSpPr>
          <p:spPr>
            <a:xfrm rot="16200000">
              <a:off x="9340543" y="6013809"/>
              <a:ext cx="352616" cy="46138"/>
            </a:xfrm>
            <a:custGeom>
              <a:avLst/>
              <a:gdLst>
                <a:gd name="connsiteX0" fmla="*/ 529547 w 5289238"/>
                <a:gd name="connsiteY0" fmla="*/ 81263 h 692069"/>
                <a:gd name="connsiteX1" fmla="*/ 529547 w 5289238"/>
                <a:gd name="connsiteY1" fmla="*/ 610807 h 692069"/>
                <a:gd name="connsiteX2" fmla="*/ 0 w 5289238"/>
                <a:gd name="connsiteY2" fmla="*/ 610807 h 692069"/>
                <a:gd name="connsiteX3" fmla="*/ 0 w 5289238"/>
                <a:gd name="connsiteY3" fmla="*/ 81263 h 692069"/>
                <a:gd name="connsiteX4" fmla="*/ 5289238 w 5289238"/>
                <a:gd name="connsiteY4" fmla="*/ 0 h 692069"/>
                <a:gd name="connsiteX5" fmla="*/ 5289238 w 5289238"/>
                <a:gd name="connsiteY5" fmla="*/ 692069 h 692069"/>
                <a:gd name="connsiteX6" fmla="*/ 3213922 w 5289238"/>
                <a:gd name="connsiteY6" fmla="*/ 692069 h 692069"/>
                <a:gd name="connsiteX7" fmla="*/ 3213922 w 5289238"/>
                <a:gd name="connsiteY7" fmla="*/ 0 h 69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89238" h="692069">
                  <a:moveTo>
                    <a:pt x="529547" y="81263"/>
                  </a:moveTo>
                  <a:lnTo>
                    <a:pt x="529547" y="610807"/>
                  </a:lnTo>
                  <a:lnTo>
                    <a:pt x="0" y="610807"/>
                  </a:lnTo>
                  <a:lnTo>
                    <a:pt x="0" y="81263"/>
                  </a:lnTo>
                  <a:close/>
                  <a:moveTo>
                    <a:pt x="5289238" y="0"/>
                  </a:moveTo>
                  <a:lnTo>
                    <a:pt x="5289238" y="692069"/>
                  </a:lnTo>
                  <a:lnTo>
                    <a:pt x="3213922" y="692069"/>
                  </a:lnTo>
                  <a:lnTo>
                    <a:pt x="321392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49" name="Group 48">
            <a:extLst>
              <a:ext uri="{FF2B5EF4-FFF2-40B4-BE49-F238E27FC236}">
                <a16:creationId xmlns:a16="http://schemas.microsoft.com/office/drawing/2014/main" id="{4C2C95C9-13E2-B760-FDA2-3E78336E8831}"/>
              </a:ext>
              <a:ext uri="{C183D7F6-B498-43B3-948B-1728B52AA6E4}">
                <adec:decorative xmlns:adec="http://schemas.microsoft.com/office/drawing/2017/decorative" val="1"/>
              </a:ext>
            </a:extLst>
          </p:cNvPr>
          <p:cNvGrpSpPr>
            <a:grpSpLocks noChangeAspect="1"/>
          </p:cNvGrpSpPr>
          <p:nvPr/>
        </p:nvGrpSpPr>
        <p:grpSpPr>
          <a:xfrm>
            <a:off x="9828465" y="5755986"/>
            <a:ext cx="404676" cy="457200"/>
            <a:chOff x="9828465" y="5755986"/>
            <a:chExt cx="404676" cy="457200"/>
          </a:xfrm>
          <a:solidFill>
            <a:schemeClr val="accent2"/>
          </a:solidFill>
        </p:grpSpPr>
        <p:sp>
          <p:nvSpPr>
            <p:cNvPr id="2842" name="Freeform: Shape 2841">
              <a:extLst>
                <a:ext uri="{FF2B5EF4-FFF2-40B4-BE49-F238E27FC236}">
                  <a16:creationId xmlns:a16="http://schemas.microsoft.com/office/drawing/2014/main" id="{87F7A751-7F36-7FC2-34C1-EF179933E89C}"/>
                </a:ext>
                <a:ext uri="{C183D7F6-B498-43B3-948B-1728B52AA6E4}">
                  <adec:decorative xmlns:adec="http://schemas.microsoft.com/office/drawing/2017/decorative" val="1"/>
                </a:ext>
              </a:extLst>
            </p:cNvPr>
            <p:cNvSpPr/>
            <p:nvPr/>
          </p:nvSpPr>
          <p:spPr>
            <a:xfrm>
              <a:off x="9828465" y="5817985"/>
              <a:ext cx="366465" cy="395201"/>
            </a:xfrm>
            <a:custGeom>
              <a:avLst/>
              <a:gdLst>
                <a:gd name="connsiteX0" fmla="*/ 5080549 w 5496981"/>
                <a:gd name="connsiteY0" fmla="*/ 5344843 h 5928017"/>
                <a:gd name="connsiteX1" fmla="*/ 4913806 w 5496981"/>
                <a:gd name="connsiteY1" fmla="*/ 5511586 h 5928017"/>
                <a:gd name="connsiteX2" fmla="*/ 5080549 w 5496981"/>
                <a:gd name="connsiteY2" fmla="*/ 5678320 h 5928017"/>
                <a:gd name="connsiteX3" fmla="*/ 5247291 w 5496981"/>
                <a:gd name="connsiteY3" fmla="*/ 5511586 h 5928017"/>
                <a:gd name="connsiteX4" fmla="*/ 5080549 w 5496981"/>
                <a:gd name="connsiteY4" fmla="*/ 5344843 h 5928017"/>
                <a:gd name="connsiteX5" fmla="*/ 1971274 w 5496981"/>
                <a:gd name="connsiteY5" fmla="*/ 5344843 h 5928017"/>
                <a:gd name="connsiteX6" fmla="*/ 1804539 w 5496981"/>
                <a:gd name="connsiteY6" fmla="*/ 5511586 h 5928017"/>
                <a:gd name="connsiteX7" fmla="*/ 1971274 w 5496981"/>
                <a:gd name="connsiteY7" fmla="*/ 5678320 h 5928017"/>
                <a:gd name="connsiteX8" fmla="*/ 2138016 w 5496981"/>
                <a:gd name="connsiteY8" fmla="*/ 5511586 h 5928017"/>
                <a:gd name="connsiteX9" fmla="*/ 1971274 w 5496981"/>
                <a:gd name="connsiteY9" fmla="*/ 5344843 h 5928017"/>
                <a:gd name="connsiteX10" fmla="*/ 3358964 w 5496981"/>
                <a:gd name="connsiteY10" fmla="*/ 5324000 h 5928017"/>
                <a:gd name="connsiteX11" fmla="*/ 3358964 w 5496981"/>
                <a:gd name="connsiteY11" fmla="*/ 5657485 h 5928017"/>
                <a:gd name="connsiteX12" fmla="*/ 3692441 w 5496981"/>
                <a:gd name="connsiteY12" fmla="*/ 5657485 h 5928017"/>
                <a:gd name="connsiteX13" fmla="*/ 3692441 w 5496981"/>
                <a:gd name="connsiteY13" fmla="*/ 5324000 h 5928017"/>
                <a:gd name="connsiteX14" fmla="*/ 249697 w 5496981"/>
                <a:gd name="connsiteY14" fmla="*/ 5324000 h 5928017"/>
                <a:gd name="connsiteX15" fmla="*/ 249697 w 5496981"/>
                <a:gd name="connsiteY15" fmla="*/ 5657485 h 5928017"/>
                <a:gd name="connsiteX16" fmla="*/ 583174 w 5496981"/>
                <a:gd name="connsiteY16" fmla="*/ 5657485 h 5928017"/>
                <a:gd name="connsiteX17" fmla="*/ 583174 w 5496981"/>
                <a:gd name="connsiteY17" fmla="*/ 5324000 h 5928017"/>
                <a:gd name="connsiteX18" fmla="*/ 2574040 w 5496981"/>
                <a:gd name="connsiteY18" fmla="*/ 3495829 h 5928017"/>
                <a:gd name="connsiteX19" fmla="*/ 2906683 w 5496981"/>
                <a:gd name="connsiteY19" fmla="*/ 3495829 h 5928017"/>
                <a:gd name="connsiteX20" fmla="*/ 2906683 w 5496981"/>
                <a:gd name="connsiteY20" fmla="*/ 4344412 h 5928017"/>
                <a:gd name="connsiteX21" fmla="*/ 5247291 w 5496981"/>
                <a:gd name="connsiteY21" fmla="*/ 4344412 h 5928017"/>
                <a:gd name="connsiteX22" fmla="*/ 5247291 w 5496981"/>
                <a:gd name="connsiteY22" fmla="*/ 4677047 h 5928017"/>
                <a:gd name="connsiteX23" fmla="*/ 5246874 w 5496981"/>
                <a:gd name="connsiteY23" fmla="*/ 4677047 h 5928017"/>
                <a:gd name="connsiteX24" fmla="*/ 5246874 w 5496981"/>
                <a:gd name="connsiteY24" fmla="*/ 5129336 h 5928017"/>
                <a:gd name="connsiteX25" fmla="*/ 5496980 w 5496981"/>
                <a:gd name="connsiteY25" fmla="*/ 5511169 h 5928017"/>
                <a:gd name="connsiteX26" fmla="*/ 5080132 w 5496981"/>
                <a:gd name="connsiteY26" fmla="*/ 5928017 h 5928017"/>
                <a:gd name="connsiteX27" fmla="*/ 4663284 w 5496981"/>
                <a:gd name="connsiteY27" fmla="*/ 5511169 h 5928017"/>
                <a:gd name="connsiteX28" fmla="*/ 4913806 w 5496981"/>
                <a:gd name="connsiteY28" fmla="*/ 5129336 h 5928017"/>
                <a:gd name="connsiteX29" fmla="*/ 4913806 w 5496981"/>
                <a:gd name="connsiteY29" fmla="*/ 4677047 h 5928017"/>
                <a:gd name="connsiteX30" fmla="*/ 3692024 w 5496981"/>
                <a:gd name="connsiteY30" fmla="*/ 4677047 h 5928017"/>
                <a:gd name="connsiteX31" fmla="*/ 3692024 w 5496981"/>
                <a:gd name="connsiteY31" fmla="*/ 5073894 h 5928017"/>
                <a:gd name="connsiteX32" fmla="*/ 3692441 w 5496981"/>
                <a:gd name="connsiteY32" fmla="*/ 5073894 h 5928017"/>
                <a:gd name="connsiteX33" fmla="*/ 3942547 w 5496981"/>
                <a:gd name="connsiteY33" fmla="*/ 5073894 h 5928017"/>
                <a:gd name="connsiteX34" fmla="*/ 3942547 w 5496981"/>
                <a:gd name="connsiteY34" fmla="*/ 5324000 h 5928017"/>
                <a:gd name="connsiteX35" fmla="*/ 3942547 w 5496981"/>
                <a:gd name="connsiteY35" fmla="*/ 5657485 h 5928017"/>
                <a:gd name="connsiteX36" fmla="*/ 3942547 w 5496981"/>
                <a:gd name="connsiteY36" fmla="*/ 5907591 h 5928017"/>
                <a:gd name="connsiteX37" fmla="*/ 3692441 w 5496981"/>
                <a:gd name="connsiteY37" fmla="*/ 5907591 h 5928017"/>
                <a:gd name="connsiteX38" fmla="*/ 3358964 w 5496981"/>
                <a:gd name="connsiteY38" fmla="*/ 5907591 h 5928017"/>
                <a:gd name="connsiteX39" fmla="*/ 3108851 w 5496981"/>
                <a:gd name="connsiteY39" fmla="*/ 5907591 h 5928017"/>
                <a:gd name="connsiteX40" fmla="*/ 3108851 w 5496981"/>
                <a:gd name="connsiteY40" fmla="*/ 5657485 h 5928017"/>
                <a:gd name="connsiteX41" fmla="*/ 3108851 w 5496981"/>
                <a:gd name="connsiteY41" fmla="*/ 5324000 h 5928017"/>
                <a:gd name="connsiteX42" fmla="*/ 3108851 w 5496981"/>
                <a:gd name="connsiteY42" fmla="*/ 5073894 h 5928017"/>
                <a:gd name="connsiteX43" fmla="*/ 3358964 w 5496981"/>
                <a:gd name="connsiteY43" fmla="*/ 5073894 h 5928017"/>
                <a:gd name="connsiteX44" fmla="*/ 3359381 w 5496981"/>
                <a:gd name="connsiteY44" fmla="*/ 5073894 h 5928017"/>
                <a:gd name="connsiteX45" fmla="*/ 3359381 w 5496981"/>
                <a:gd name="connsiteY45" fmla="*/ 4677047 h 5928017"/>
                <a:gd name="connsiteX46" fmla="*/ 2137599 w 5496981"/>
                <a:gd name="connsiteY46" fmla="*/ 4677047 h 5928017"/>
                <a:gd name="connsiteX47" fmla="*/ 2137599 w 5496981"/>
                <a:gd name="connsiteY47" fmla="*/ 5129336 h 5928017"/>
                <a:gd name="connsiteX48" fmla="*/ 2388122 w 5496981"/>
                <a:gd name="connsiteY48" fmla="*/ 5511169 h 5928017"/>
                <a:gd name="connsiteX49" fmla="*/ 1971274 w 5496981"/>
                <a:gd name="connsiteY49" fmla="*/ 5928017 h 5928017"/>
                <a:gd name="connsiteX50" fmla="*/ 1554425 w 5496981"/>
                <a:gd name="connsiteY50" fmla="*/ 5511169 h 5928017"/>
                <a:gd name="connsiteX51" fmla="*/ 1804948 w 5496981"/>
                <a:gd name="connsiteY51" fmla="*/ 5129336 h 5928017"/>
                <a:gd name="connsiteX52" fmla="*/ 1804948 w 5496981"/>
                <a:gd name="connsiteY52" fmla="*/ 4677047 h 5928017"/>
                <a:gd name="connsiteX53" fmla="*/ 583174 w 5496981"/>
                <a:gd name="connsiteY53" fmla="*/ 4677047 h 5928017"/>
                <a:gd name="connsiteX54" fmla="*/ 583174 w 5496981"/>
                <a:gd name="connsiteY54" fmla="*/ 5073894 h 5928017"/>
                <a:gd name="connsiteX55" fmla="*/ 583591 w 5496981"/>
                <a:gd name="connsiteY55" fmla="*/ 5073894 h 5928017"/>
                <a:gd name="connsiteX56" fmla="*/ 833697 w 5496981"/>
                <a:gd name="connsiteY56" fmla="*/ 5073894 h 5928017"/>
                <a:gd name="connsiteX57" fmla="*/ 833697 w 5496981"/>
                <a:gd name="connsiteY57" fmla="*/ 5324000 h 5928017"/>
                <a:gd name="connsiteX58" fmla="*/ 833697 w 5496981"/>
                <a:gd name="connsiteY58" fmla="*/ 5657485 h 5928017"/>
                <a:gd name="connsiteX59" fmla="*/ 833697 w 5496981"/>
                <a:gd name="connsiteY59" fmla="*/ 5907591 h 5928017"/>
                <a:gd name="connsiteX60" fmla="*/ 583591 w 5496981"/>
                <a:gd name="connsiteY60" fmla="*/ 5907591 h 5928017"/>
                <a:gd name="connsiteX61" fmla="*/ 250106 w 5496981"/>
                <a:gd name="connsiteY61" fmla="*/ 5907591 h 5928017"/>
                <a:gd name="connsiteX62" fmla="*/ 0 w 5496981"/>
                <a:gd name="connsiteY62" fmla="*/ 5907591 h 5928017"/>
                <a:gd name="connsiteX63" fmla="*/ 0 w 5496981"/>
                <a:gd name="connsiteY63" fmla="*/ 5657485 h 5928017"/>
                <a:gd name="connsiteX64" fmla="*/ 0 w 5496981"/>
                <a:gd name="connsiteY64" fmla="*/ 5324000 h 5928017"/>
                <a:gd name="connsiteX65" fmla="*/ 0 w 5496981"/>
                <a:gd name="connsiteY65" fmla="*/ 5073894 h 5928017"/>
                <a:gd name="connsiteX66" fmla="*/ 250106 w 5496981"/>
                <a:gd name="connsiteY66" fmla="*/ 5073894 h 5928017"/>
                <a:gd name="connsiteX67" fmla="*/ 250523 w 5496981"/>
                <a:gd name="connsiteY67" fmla="*/ 5073894 h 5928017"/>
                <a:gd name="connsiteX68" fmla="*/ 250523 w 5496981"/>
                <a:gd name="connsiteY68" fmla="*/ 4677047 h 5928017"/>
                <a:gd name="connsiteX69" fmla="*/ 245104 w 5496981"/>
                <a:gd name="connsiteY69" fmla="*/ 4677047 h 5928017"/>
                <a:gd name="connsiteX70" fmla="*/ 245104 w 5496981"/>
                <a:gd name="connsiteY70" fmla="*/ 4344412 h 5928017"/>
                <a:gd name="connsiteX71" fmla="*/ 2574040 w 5496981"/>
                <a:gd name="connsiteY71" fmla="*/ 4344412 h 5928017"/>
                <a:gd name="connsiteX72" fmla="*/ 2762455 w 5496981"/>
                <a:gd name="connsiteY72" fmla="*/ 0 h 5928017"/>
                <a:gd name="connsiteX73" fmla="*/ 2765374 w 5496981"/>
                <a:gd name="connsiteY73" fmla="*/ 0 h 5928017"/>
                <a:gd name="connsiteX74" fmla="*/ 3122611 w 5496981"/>
                <a:gd name="connsiteY74" fmla="*/ 152984 h 5928017"/>
                <a:gd name="connsiteX75" fmla="*/ 4080110 w 5496981"/>
                <a:gd name="connsiteY75" fmla="*/ 1155504 h 5928017"/>
                <a:gd name="connsiteX76" fmla="*/ 4080110 w 5496981"/>
                <a:gd name="connsiteY76" fmla="*/ 742406 h 5928017"/>
                <a:gd name="connsiteX77" fmla="*/ 4413588 w 5496981"/>
                <a:gd name="connsiteY77" fmla="*/ 742406 h 5928017"/>
                <a:gd name="connsiteX78" fmla="*/ 4415676 w 5496981"/>
                <a:gd name="connsiteY78" fmla="*/ 1494821 h 5928017"/>
                <a:gd name="connsiteX79" fmla="*/ 4981337 w 5496981"/>
                <a:gd name="connsiteY79" fmla="*/ 2080908 h 5928017"/>
                <a:gd name="connsiteX80" fmla="*/ 5031775 w 5496981"/>
                <a:gd name="connsiteY80" fmla="*/ 2352693 h 5928017"/>
                <a:gd name="connsiteX81" fmla="*/ 4801675 w 5496981"/>
                <a:gd name="connsiteY81" fmla="*/ 2504842 h 5928017"/>
                <a:gd name="connsiteX82" fmla="*/ 4410253 w 5496981"/>
                <a:gd name="connsiteY82" fmla="*/ 2504842 h 5928017"/>
                <a:gd name="connsiteX83" fmla="*/ 4410253 w 5496981"/>
                <a:gd name="connsiteY83" fmla="*/ 4167655 h 5928017"/>
                <a:gd name="connsiteX84" fmla="*/ 4076775 w 5496981"/>
                <a:gd name="connsiteY84" fmla="*/ 4167655 h 5928017"/>
                <a:gd name="connsiteX85" fmla="*/ 4076775 w 5496981"/>
                <a:gd name="connsiteY85" fmla="*/ 2171783 h 5928017"/>
                <a:gd name="connsiteX86" fmla="*/ 4604922 w 5496981"/>
                <a:gd name="connsiteY86" fmla="*/ 2171783 h 5928017"/>
                <a:gd name="connsiteX87" fmla="*/ 2882091 w 5496981"/>
                <a:gd name="connsiteY87" fmla="*/ 383916 h 5928017"/>
                <a:gd name="connsiteX88" fmla="*/ 2763706 w 5496981"/>
                <a:gd name="connsiteY88" fmla="*/ 333479 h 5928017"/>
                <a:gd name="connsiteX89" fmla="*/ 2762875 w 5496981"/>
                <a:gd name="connsiteY89" fmla="*/ 333479 h 5928017"/>
                <a:gd name="connsiteX90" fmla="*/ 2644070 w 5496981"/>
                <a:gd name="connsiteY90" fmla="*/ 383085 h 5928017"/>
                <a:gd name="connsiteX91" fmla="*/ 878718 w 5496981"/>
                <a:gd name="connsiteY91" fmla="*/ 2171363 h 5928017"/>
                <a:gd name="connsiteX92" fmla="*/ 1411036 w 5496981"/>
                <a:gd name="connsiteY92" fmla="*/ 2171363 h 5928017"/>
                <a:gd name="connsiteX93" fmla="*/ 1411036 w 5496981"/>
                <a:gd name="connsiteY93" fmla="*/ 4167234 h 5928017"/>
                <a:gd name="connsiteX94" fmla="*/ 1077557 w 5496981"/>
                <a:gd name="connsiteY94" fmla="*/ 4167234 h 5928017"/>
                <a:gd name="connsiteX95" fmla="*/ 1077557 w 5496981"/>
                <a:gd name="connsiteY95" fmla="*/ 2504842 h 5928017"/>
                <a:gd name="connsiteX96" fmla="*/ 679467 w 5496981"/>
                <a:gd name="connsiteY96" fmla="*/ 2504842 h 5928017"/>
                <a:gd name="connsiteX97" fmla="*/ 448531 w 5496981"/>
                <a:gd name="connsiteY97" fmla="*/ 2351026 h 5928017"/>
                <a:gd name="connsiteX98" fmla="*/ 501471 w 5496981"/>
                <a:gd name="connsiteY98" fmla="*/ 2078825 h 5928017"/>
                <a:gd name="connsiteX99" fmla="*/ 2406469 w 5496981"/>
                <a:gd name="connsiteY99" fmla="*/ 148814 h 5928017"/>
                <a:gd name="connsiteX100" fmla="*/ 2762455 w 5496981"/>
                <a:gd name="connsiteY100" fmla="*/ 0 h 592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5496981" h="5928017">
                  <a:moveTo>
                    <a:pt x="5080549" y="5344843"/>
                  </a:moveTo>
                  <a:cubicBezTo>
                    <a:pt x="4988424" y="5344843"/>
                    <a:pt x="4913806" y="5419460"/>
                    <a:pt x="4913806" y="5511586"/>
                  </a:cubicBezTo>
                  <a:cubicBezTo>
                    <a:pt x="4913806" y="5603703"/>
                    <a:pt x="4988424" y="5678320"/>
                    <a:pt x="5080549" y="5678320"/>
                  </a:cubicBezTo>
                  <a:cubicBezTo>
                    <a:pt x="5172674" y="5678320"/>
                    <a:pt x="5247291" y="5603703"/>
                    <a:pt x="5247291" y="5511586"/>
                  </a:cubicBezTo>
                  <a:cubicBezTo>
                    <a:pt x="5247291" y="5419460"/>
                    <a:pt x="5172674" y="5344843"/>
                    <a:pt x="5080549" y="5344843"/>
                  </a:cubicBezTo>
                  <a:close/>
                  <a:moveTo>
                    <a:pt x="1971274" y="5344843"/>
                  </a:moveTo>
                  <a:cubicBezTo>
                    <a:pt x="1879156" y="5344843"/>
                    <a:pt x="1804539" y="5419460"/>
                    <a:pt x="1804539" y="5511586"/>
                  </a:cubicBezTo>
                  <a:cubicBezTo>
                    <a:pt x="1804539" y="5603703"/>
                    <a:pt x="1879156" y="5678320"/>
                    <a:pt x="1971274" y="5678320"/>
                  </a:cubicBezTo>
                  <a:cubicBezTo>
                    <a:pt x="2063399" y="5678320"/>
                    <a:pt x="2138016" y="5603703"/>
                    <a:pt x="2138016" y="5511586"/>
                  </a:cubicBezTo>
                  <a:cubicBezTo>
                    <a:pt x="2138016" y="5419460"/>
                    <a:pt x="2063399" y="5344843"/>
                    <a:pt x="1971274" y="5344843"/>
                  </a:cubicBezTo>
                  <a:close/>
                  <a:moveTo>
                    <a:pt x="3358964" y="5324000"/>
                  </a:moveTo>
                  <a:lnTo>
                    <a:pt x="3358964" y="5657485"/>
                  </a:lnTo>
                  <a:lnTo>
                    <a:pt x="3692441" y="5657485"/>
                  </a:lnTo>
                  <a:lnTo>
                    <a:pt x="3692441" y="5324000"/>
                  </a:lnTo>
                  <a:close/>
                  <a:moveTo>
                    <a:pt x="249697" y="5324000"/>
                  </a:moveTo>
                  <a:lnTo>
                    <a:pt x="249697" y="5657485"/>
                  </a:lnTo>
                  <a:lnTo>
                    <a:pt x="583174" y="5657485"/>
                  </a:lnTo>
                  <a:lnTo>
                    <a:pt x="583174" y="5324000"/>
                  </a:lnTo>
                  <a:close/>
                  <a:moveTo>
                    <a:pt x="2574040" y="3495829"/>
                  </a:moveTo>
                  <a:lnTo>
                    <a:pt x="2906683" y="3495829"/>
                  </a:lnTo>
                  <a:lnTo>
                    <a:pt x="2906683" y="4344412"/>
                  </a:lnTo>
                  <a:lnTo>
                    <a:pt x="5247291" y="4344412"/>
                  </a:lnTo>
                  <a:lnTo>
                    <a:pt x="5247291" y="4677047"/>
                  </a:lnTo>
                  <a:lnTo>
                    <a:pt x="5246874" y="4677047"/>
                  </a:lnTo>
                  <a:lnTo>
                    <a:pt x="5246874" y="5129336"/>
                  </a:lnTo>
                  <a:cubicBezTo>
                    <a:pt x="5394016" y="5193941"/>
                    <a:pt x="5497397" y="5340675"/>
                    <a:pt x="5496980" y="5511169"/>
                  </a:cubicBezTo>
                  <a:cubicBezTo>
                    <a:pt x="5496980" y="5740849"/>
                    <a:pt x="5309820" y="5928017"/>
                    <a:pt x="5080132" y="5928017"/>
                  </a:cubicBezTo>
                  <a:cubicBezTo>
                    <a:pt x="4850444" y="5928017"/>
                    <a:pt x="4663284" y="5740849"/>
                    <a:pt x="4663284" y="5511169"/>
                  </a:cubicBezTo>
                  <a:cubicBezTo>
                    <a:pt x="4663284" y="5340675"/>
                    <a:pt x="4766664" y="5193525"/>
                    <a:pt x="4913806" y="5129336"/>
                  </a:cubicBezTo>
                  <a:lnTo>
                    <a:pt x="4913806" y="4677047"/>
                  </a:lnTo>
                  <a:lnTo>
                    <a:pt x="3692024" y="4677047"/>
                  </a:lnTo>
                  <a:lnTo>
                    <a:pt x="3692024" y="5073894"/>
                  </a:lnTo>
                  <a:lnTo>
                    <a:pt x="3692441" y="5073894"/>
                  </a:lnTo>
                  <a:lnTo>
                    <a:pt x="3942547" y="5073894"/>
                  </a:lnTo>
                  <a:lnTo>
                    <a:pt x="3942547" y="5324000"/>
                  </a:lnTo>
                  <a:lnTo>
                    <a:pt x="3942547" y="5657485"/>
                  </a:lnTo>
                  <a:lnTo>
                    <a:pt x="3942547" y="5907591"/>
                  </a:lnTo>
                  <a:lnTo>
                    <a:pt x="3692441" y="5907591"/>
                  </a:lnTo>
                  <a:lnTo>
                    <a:pt x="3358964" y="5907591"/>
                  </a:lnTo>
                  <a:lnTo>
                    <a:pt x="3108851" y="5907591"/>
                  </a:lnTo>
                  <a:lnTo>
                    <a:pt x="3108851" y="5657485"/>
                  </a:lnTo>
                  <a:lnTo>
                    <a:pt x="3108851" y="5324000"/>
                  </a:lnTo>
                  <a:lnTo>
                    <a:pt x="3108851" y="5073894"/>
                  </a:lnTo>
                  <a:lnTo>
                    <a:pt x="3358964" y="5073894"/>
                  </a:lnTo>
                  <a:lnTo>
                    <a:pt x="3359381" y="5073894"/>
                  </a:lnTo>
                  <a:lnTo>
                    <a:pt x="3359381" y="4677047"/>
                  </a:lnTo>
                  <a:lnTo>
                    <a:pt x="2137599" y="4677047"/>
                  </a:lnTo>
                  <a:lnTo>
                    <a:pt x="2137599" y="5129336"/>
                  </a:lnTo>
                  <a:cubicBezTo>
                    <a:pt x="2284742" y="5193525"/>
                    <a:pt x="2388122" y="5340258"/>
                    <a:pt x="2388122" y="5511169"/>
                  </a:cubicBezTo>
                  <a:cubicBezTo>
                    <a:pt x="2388122" y="5740849"/>
                    <a:pt x="2200961" y="5928017"/>
                    <a:pt x="1971274" y="5928017"/>
                  </a:cubicBezTo>
                  <a:cubicBezTo>
                    <a:pt x="1741594" y="5928017"/>
                    <a:pt x="1554425" y="5740849"/>
                    <a:pt x="1554425" y="5511169"/>
                  </a:cubicBezTo>
                  <a:cubicBezTo>
                    <a:pt x="1554425" y="5340675"/>
                    <a:pt x="1657806" y="5193525"/>
                    <a:pt x="1804948" y="5129336"/>
                  </a:cubicBezTo>
                  <a:lnTo>
                    <a:pt x="1804948" y="4677047"/>
                  </a:lnTo>
                  <a:lnTo>
                    <a:pt x="583174" y="4677047"/>
                  </a:lnTo>
                  <a:lnTo>
                    <a:pt x="583174" y="5073894"/>
                  </a:lnTo>
                  <a:lnTo>
                    <a:pt x="583591" y="5073894"/>
                  </a:lnTo>
                  <a:lnTo>
                    <a:pt x="833697" y="5073894"/>
                  </a:lnTo>
                  <a:lnTo>
                    <a:pt x="833697" y="5324000"/>
                  </a:lnTo>
                  <a:lnTo>
                    <a:pt x="833697" y="5657485"/>
                  </a:lnTo>
                  <a:lnTo>
                    <a:pt x="833697" y="5907591"/>
                  </a:lnTo>
                  <a:lnTo>
                    <a:pt x="583591" y="5907591"/>
                  </a:lnTo>
                  <a:lnTo>
                    <a:pt x="250106" y="5907591"/>
                  </a:lnTo>
                  <a:lnTo>
                    <a:pt x="0" y="5907591"/>
                  </a:lnTo>
                  <a:lnTo>
                    <a:pt x="0" y="5657485"/>
                  </a:lnTo>
                  <a:lnTo>
                    <a:pt x="0" y="5324000"/>
                  </a:lnTo>
                  <a:lnTo>
                    <a:pt x="0" y="5073894"/>
                  </a:lnTo>
                  <a:lnTo>
                    <a:pt x="250106" y="5073894"/>
                  </a:lnTo>
                  <a:lnTo>
                    <a:pt x="250523" y="5073894"/>
                  </a:lnTo>
                  <a:lnTo>
                    <a:pt x="250523" y="4677047"/>
                  </a:lnTo>
                  <a:lnTo>
                    <a:pt x="245104" y="4677047"/>
                  </a:lnTo>
                  <a:lnTo>
                    <a:pt x="245104" y="4344412"/>
                  </a:lnTo>
                  <a:lnTo>
                    <a:pt x="2574040" y="4344412"/>
                  </a:lnTo>
                  <a:close/>
                  <a:moveTo>
                    <a:pt x="2762455" y="0"/>
                  </a:moveTo>
                  <a:cubicBezTo>
                    <a:pt x="2763290" y="0"/>
                    <a:pt x="2764542" y="0"/>
                    <a:pt x="2765374" y="0"/>
                  </a:cubicBezTo>
                  <a:cubicBezTo>
                    <a:pt x="2901264" y="836"/>
                    <a:pt x="3028406" y="55024"/>
                    <a:pt x="3122611" y="152984"/>
                  </a:cubicBezTo>
                  <a:lnTo>
                    <a:pt x="4080110" y="1155504"/>
                  </a:lnTo>
                  <a:lnTo>
                    <a:pt x="4080110" y="742406"/>
                  </a:lnTo>
                  <a:lnTo>
                    <a:pt x="4413588" y="742406"/>
                  </a:lnTo>
                  <a:lnTo>
                    <a:pt x="4415676" y="1494821"/>
                  </a:lnTo>
                  <a:lnTo>
                    <a:pt x="4981337" y="2080908"/>
                  </a:lnTo>
                  <a:cubicBezTo>
                    <a:pt x="5051368" y="2153442"/>
                    <a:pt x="5070961" y="2260155"/>
                    <a:pt x="5031775" y="2352693"/>
                  </a:cubicBezTo>
                  <a:cubicBezTo>
                    <a:pt x="4992593" y="2445236"/>
                    <a:pt x="4902134" y="2504842"/>
                    <a:pt x="4801675" y="2504842"/>
                  </a:cubicBezTo>
                  <a:lnTo>
                    <a:pt x="4410253" y="2504842"/>
                  </a:lnTo>
                  <a:lnTo>
                    <a:pt x="4410253" y="4167655"/>
                  </a:lnTo>
                  <a:lnTo>
                    <a:pt x="4076775" y="4167655"/>
                  </a:lnTo>
                  <a:lnTo>
                    <a:pt x="4076775" y="2171783"/>
                  </a:lnTo>
                  <a:lnTo>
                    <a:pt x="4604922" y="2171783"/>
                  </a:lnTo>
                  <a:lnTo>
                    <a:pt x="2882091" y="383916"/>
                  </a:lnTo>
                  <a:cubicBezTo>
                    <a:pt x="2851246" y="351820"/>
                    <a:pt x="2809142" y="333895"/>
                    <a:pt x="2763706" y="333479"/>
                  </a:cubicBezTo>
                  <a:cubicBezTo>
                    <a:pt x="2763706" y="333479"/>
                    <a:pt x="2763290" y="333479"/>
                    <a:pt x="2762875" y="333479"/>
                  </a:cubicBezTo>
                  <a:cubicBezTo>
                    <a:pt x="2717851" y="333479"/>
                    <a:pt x="2675750" y="350989"/>
                    <a:pt x="2644070" y="383085"/>
                  </a:cubicBezTo>
                  <a:lnTo>
                    <a:pt x="878718" y="2171363"/>
                  </a:lnTo>
                  <a:lnTo>
                    <a:pt x="1411036" y="2171363"/>
                  </a:lnTo>
                  <a:lnTo>
                    <a:pt x="1411036" y="4167234"/>
                  </a:lnTo>
                  <a:lnTo>
                    <a:pt x="1077557" y="4167234"/>
                  </a:lnTo>
                  <a:lnTo>
                    <a:pt x="1077557" y="2504842"/>
                  </a:lnTo>
                  <a:lnTo>
                    <a:pt x="679467" y="2504842"/>
                  </a:lnTo>
                  <a:cubicBezTo>
                    <a:pt x="578171" y="2504842"/>
                    <a:pt x="487301" y="2444400"/>
                    <a:pt x="448531" y="2351026"/>
                  </a:cubicBezTo>
                  <a:cubicBezTo>
                    <a:pt x="409765" y="2257652"/>
                    <a:pt x="430189" y="2150939"/>
                    <a:pt x="501471" y="2078825"/>
                  </a:cubicBezTo>
                  <a:lnTo>
                    <a:pt x="2406469" y="148814"/>
                  </a:lnTo>
                  <a:cubicBezTo>
                    <a:pt x="2501510" y="52941"/>
                    <a:pt x="2627816" y="0"/>
                    <a:pt x="2762455" y="0"/>
                  </a:cubicBezTo>
                  <a:close/>
                </a:path>
              </a:pathLst>
            </a:custGeom>
            <a:grpFill/>
            <a:ln w="9525" cap="flat">
              <a:noFill/>
              <a:prstDash val="solid"/>
              <a:miter/>
            </a:ln>
          </p:spPr>
          <p:txBody>
            <a:bodyPr wrap="square" rtlCol="0" anchor="ctr">
              <a:noAutofit/>
            </a:bodyPr>
            <a:lstStyle/>
            <a:p>
              <a:endParaRPr lang="en-US" dirty="0"/>
            </a:p>
          </p:txBody>
        </p:sp>
        <p:sp>
          <p:nvSpPr>
            <p:cNvPr id="2843" name="Freeform: Shape 2842">
              <a:extLst>
                <a:ext uri="{FF2B5EF4-FFF2-40B4-BE49-F238E27FC236}">
                  <a16:creationId xmlns:a16="http://schemas.microsoft.com/office/drawing/2014/main" id="{2759BCC0-DC95-62ED-9A9B-E83F1A9518AB}"/>
                </a:ext>
                <a:ext uri="{C183D7F6-B498-43B3-948B-1728B52AA6E4}">
                  <adec:decorative xmlns:adec="http://schemas.microsoft.com/office/drawing/2017/decorative" val="1"/>
                </a:ext>
              </a:extLst>
            </p:cNvPr>
            <p:cNvSpPr/>
            <p:nvPr/>
          </p:nvSpPr>
          <p:spPr>
            <a:xfrm>
              <a:off x="9994482" y="5755986"/>
              <a:ext cx="238659" cy="284930"/>
            </a:xfrm>
            <a:custGeom>
              <a:avLst/>
              <a:gdLst>
                <a:gd name="connsiteX0" fmla="*/ 0 w 3579894"/>
                <a:gd name="connsiteY0" fmla="*/ 3773728 h 4273948"/>
                <a:gd name="connsiteX1" fmla="*/ 500219 w 3579894"/>
                <a:gd name="connsiteY1" fmla="*/ 3773728 h 4273948"/>
                <a:gd name="connsiteX2" fmla="*/ 500219 w 3579894"/>
                <a:gd name="connsiteY2" fmla="*/ 4273948 h 4273948"/>
                <a:gd name="connsiteX3" fmla="*/ 0 w 3579894"/>
                <a:gd name="connsiteY3" fmla="*/ 4273948 h 4273948"/>
                <a:gd name="connsiteX4" fmla="*/ 1760351 w 3579894"/>
                <a:gd name="connsiteY4" fmla="*/ 985844 h 4273948"/>
                <a:gd name="connsiteX5" fmla="*/ 2605719 w 3579894"/>
                <a:gd name="connsiteY5" fmla="*/ 1834962 h 4273948"/>
                <a:gd name="connsiteX6" fmla="*/ 2270157 w 3579894"/>
                <a:gd name="connsiteY6" fmla="*/ 1834962 h 4273948"/>
                <a:gd name="connsiteX7" fmla="*/ 1760351 w 3579894"/>
                <a:gd name="connsiteY7" fmla="*/ 1325576 h 4273948"/>
                <a:gd name="connsiteX8" fmla="*/ 1759935 w 3579894"/>
                <a:gd name="connsiteY8" fmla="*/ 492296 h 4273948"/>
                <a:gd name="connsiteX9" fmla="*/ 2081326 w 3579894"/>
                <a:gd name="connsiteY9" fmla="*/ 553990 h 4273948"/>
                <a:gd name="connsiteX10" fmla="*/ 3093848 w 3579894"/>
                <a:gd name="connsiteY10" fmla="*/ 1834962 h 4273948"/>
                <a:gd name="connsiteX11" fmla="*/ 2764956 w 3579894"/>
                <a:gd name="connsiteY11" fmla="*/ 1834962 h 4273948"/>
                <a:gd name="connsiteX12" fmla="*/ 1984202 w 3579894"/>
                <a:gd name="connsiteY12" fmla="*/ 869958 h 4273948"/>
                <a:gd name="connsiteX13" fmla="*/ 1759935 w 3579894"/>
                <a:gd name="connsiteY13" fmla="*/ 824938 h 4273948"/>
                <a:gd name="connsiteX14" fmla="*/ 1759935 w 3579894"/>
                <a:gd name="connsiteY14" fmla="*/ 0 h 4273948"/>
                <a:gd name="connsiteX15" fmla="*/ 1766189 w 3579894"/>
                <a:gd name="connsiteY15" fmla="*/ 0 h 4273948"/>
                <a:gd name="connsiteX16" fmla="*/ 3579474 w 3579894"/>
                <a:gd name="connsiteY16" fmla="*/ 1823710 h 4273948"/>
                <a:gd name="connsiteX17" fmla="*/ 3579894 w 3579894"/>
                <a:gd name="connsiteY17" fmla="*/ 1834546 h 4273948"/>
                <a:gd name="connsiteX18" fmla="*/ 3254333 w 3579894"/>
                <a:gd name="connsiteY18" fmla="*/ 1834546 h 4273948"/>
                <a:gd name="connsiteX19" fmla="*/ 1760351 w 3579894"/>
                <a:gd name="connsiteY19" fmla="*/ 329728 h 4273948"/>
                <a:gd name="connsiteX20" fmla="*/ 1759935 w 3579894"/>
                <a:gd name="connsiteY20" fmla="*/ 329728 h 427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79894" h="4273948">
                  <a:moveTo>
                    <a:pt x="0" y="3773728"/>
                  </a:moveTo>
                  <a:lnTo>
                    <a:pt x="500219" y="3773728"/>
                  </a:lnTo>
                  <a:lnTo>
                    <a:pt x="500219" y="4273948"/>
                  </a:lnTo>
                  <a:lnTo>
                    <a:pt x="0" y="4273948"/>
                  </a:lnTo>
                  <a:close/>
                  <a:moveTo>
                    <a:pt x="1760351" y="985844"/>
                  </a:moveTo>
                  <a:cubicBezTo>
                    <a:pt x="2200958" y="1036702"/>
                    <a:pt x="2551946" y="1389769"/>
                    <a:pt x="2605719" y="1834962"/>
                  </a:cubicBezTo>
                  <a:lnTo>
                    <a:pt x="2270157" y="1834962"/>
                  </a:lnTo>
                  <a:cubicBezTo>
                    <a:pt x="2221803" y="1575269"/>
                    <a:pt x="2017965" y="1371427"/>
                    <a:pt x="1760351" y="1325576"/>
                  </a:cubicBezTo>
                  <a:close/>
                  <a:moveTo>
                    <a:pt x="1759935" y="492296"/>
                  </a:moveTo>
                  <a:cubicBezTo>
                    <a:pt x="1869567" y="500633"/>
                    <a:pt x="1977112" y="521057"/>
                    <a:pt x="2081326" y="553990"/>
                  </a:cubicBezTo>
                  <a:cubicBezTo>
                    <a:pt x="2652405" y="733652"/>
                    <a:pt x="3047577" y="1239703"/>
                    <a:pt x="3093848" y="1834962"/>
                  </a:cubicBezTo>
                  <a:lnTo>
                    <a:pt x="2764956" y="1834962"/>
                  </a:lnTo>
                  <a:cubicBezTo>
                    <a:pt x="2719101" y="1386018"/>
                    <a:pt x="2417303" y="1006268"/>
                    <a:pt x="1984202" y="869958"/>
                  </a:cubicBezTo>
                  <a:cubicBezTo>
                    <a:pt x="1911252" y="847035"/>
                    <a:pt x="1836219" y="832444"/>
                    <a:pt x="1759935" y="824938"/>
                  </a:cubicBezTo>
                  <a:close/>
                  <a:moveTo>
                    <a:pt x="1759935" y="0"/>
                  </a:moveTo>
                  <a:cubicBezTo>
                    <a:pt x="1762018" y="0"/>
                    <a:pt x="1764106" y="0"/>
                    <a:pt x="1766189" y="0"/>
                  </a:cubicBezTo>
                  <a:cubicBezTo>
                    <a:pt x="2736611" y="57943"/>
                    <a:pt x="3516113" y="842033"/>
                    <a:pt x="3579474" y="1823710"/>
                  </a:cubicBezTo>
                  <a:cubicBezTo>
                    <a:pt x="3579894" y="1827461"/>
                    <a:pt x="3579474" y="1830796"/>
                    <a:pt x="3579894" y="1834546"/>
                  </a:cubicBezTo>
                  <a:lnTo>
                    <a:pt x="3254333" y="1834546"/>
                  </a:lnTo>
                  <a:cubicBezTo>
                    <a:pt x="3197226" y="1027529"/>
                    <a:pt x="2557784" y="383916"/>
                    <a:pt x="1760351" y="329728"/>
                  </a:cubicBezTo>
                  <a:lnTo>
                    <a:pt x="1759935" y="329728"/>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48" name="Group 47">
            <a:extLst>
              <a:ext uri="{FF2B5EF4-FFF2-40B4-BE49-F238E27FC236}">
                <a16:creationId xmlns:a16="http://schemas.microsoft.com/office/drawing/2014/main" id="{3950780C-E6A5-0E09-D0DE-FB4377BBE5F0}"/>
              </a:ext>
              <a:ext uri="{C183D7F6-B498-43B3-948B-1728B52AA6E4}">
                <adec:decorative xmlns:adec="http://schemas.microsoft.com/office/drawing/2017/decorative" val="1"/>
              </a:ext>
            </a:extLst>
          </p:cNvPr>
          <p:cNvGrpSpPr>
            <a:grpSpLocks noChangeAspect="1"/>
          </p:cNvGrpSpPr>
          <p:nvPr/>
        </p:nvGrpSpPr>
        <p:grpSpPr>
          <a:xfrm>
            <a:off x="10429548" y="5755986"/>
            <a:ext cx="453981" cy="457200"/>
            <a:chOff x="10429548" y="5755986"/>
            <a:chExt cx="453981" cy="457200"/>
          </a:xfrm>
          <a:solidFill>
            <a:schemeClr val="accent2"/>
          </a:solidFill>
        </p:grpSpPr>
        <p:sp>
          <p:nvSpPr>
            <p:cNvPr id="2857" name="Freeform: Shape 2856">
              <a:extLst>
                <a:ext uri="{FF2B5EF4-FFF2-40B4-BE49-F238E27FC236}">
                  <a16:creationId xmlns:a16="http://schemas.microsoft.com/office/drawing/2014/main" id="{A8A09F60-AB07-F541-72C8-FECDEFD16696}"/>
                </a:ext>
                <a:ext uri="{C183D7F6-B498-43B3-948B-1728B52AA6E4}">
                  <adec:decorative xmlns:adec="http://schemas.microsoft.com/office/drawing/2017/decorative" val="1"/>
                </a:ext>
              </a:extLst>
            </p:cNvPr>
            <p:cNvSpPr/>
            <p:nvPr/>
          </p:nvSpPr>
          <p:spPr>
            <a:xfrm>
              <a:off x="10429548" y="5755986"/>
              <a:ext cx="453981" cy="457200"/>
            </a:xfrm>
            <a:custGeom>
              <a:avLst/>
              <a:gdLst>
                <a:gd name="connsiteX0" fmla="*/ 2516114 w 6809718"/>
                <a:gd name="connsiteY0" fmla="*/ 5262380 h 6858001"/>
                <a:gd name="connsiteX1" fmla="*/ 2516114 w 6809718"/>
                <a:gd name="connsiteY1" fmla="*/ 6265504 h 6858001"/>
                <a:gd name="connsiteX2" fmla="*/ 6460466 w 6809718"/>
                <a:gd name="connsiteY2" fmla="*/ 6265504 h 6858001"/>
                <a:gd name="connsiteX3" fmla="*/ 6460466 w 6809718"/>
                <a:gd name="connsiteY3" fmla="*/ 5262380 h 6858001"/>
                <a:gd name="connsiteX4" fmla="*/ 2598693 w 6809718"/>
                <a:gd name="connsiteY4" fmla="*/ 5262380 h 6858001"/>
                <a:gd name="connsiteX5" fmla="*/ 2516114 w 6809718"/>
                <a:gd name="connsiteY5" fmla="*/ 5262380 h 6858001"/>
                <a:gd name="connsiteX6" fmla="*/ 5724036 w 6809718"/>
                <a:gd name="connsiteY6" fmla="*/ 3862219 h 6858001"/>
                <a:gd name="connsiteX7" fmla="*/ 5910115 w 6809718"/>
                <a:gd name="connsiteY7" fmla="*/ 3862219 h 6858001"/>
                <a:gd name="connsiteX8" fmla="*/ 5910115 w 6809718"/>
                <a:gd name="connsiteY8" fmla="*/ 4912435 h 6858001"/>
                <a:gd name="connsiteX9" fmla="*/ 6809718 w 6809718"/>
                <a:gd name="connsiteY9" fmla="*/ 4912435 h 6858001"/>
                <a:gd name="connsiteX10" fmla="*/ 6809718 w 6809718"/>
                <a:gd name="connsiteY10" fmla="*/ 6616397 h 6858001"/>
                <a:gd name="connsiteX11" fmla="*/ 5880688 w 6809718"/>
                <a:gd name="connsiteY11" fmla="*/ 6616397 h 6858001"/>
                <a:gd name="connsiteX12" fmla="*/ 5880688 w 6809718"/>
                <a:gd name="connsiteY12" fmla="*/ 6857098 h 6858001"/>
                <a:gd name="connsiteX13" fmla="*/ 5532276 w 6809718"/>
                <a:gd name="connsiteY13" fmla="*/ 6857098 h 6858001"/>
                <a:gd name="connsiteX14" fmla="*/ 5532276 w 6809718"/>
                <a:gd name="connsiteY14" fmla="*/ 6616866 h 6858001"/>
                <a:gd name="connsiteX15" fmla="*/ 4184143 w 6809718"/>
                <a:gd name="connsiteY15" fmla="*/ 6616866 h 6858001"/>
                <a:gd name="connsiteX16" fmla="*/ 3195676 w 6809718"/>
                <a:gd name="connsiteY16" fmla="*/ 6616866 h 6858001"/>
                <a:gd name="connsiteX17" fmla="*/ 3195676 w 6809718"/>
                <a:gd name="connsiteY17" fmla="*/ 6858001 h 6858001"/>
                <a:gd name="connsiteX18" fmla="*/ 2847263 w 6809718"/>
                <a:gd name="connsiteY18" fmla="*/ 6858001 h 6858001"/>
                <a:gd name="connsiteX19" fmla="*/ 2847263 w 6809718"/>
                <a:gd name="connsiteY19" fmla="*/ 6619173 h 6858001"/>
                <a:gd name="connsiteX20" fmla="*/ 2810532 w 6809718"/>
                <a:gd name="connsiteY20" fmla="*/ 6616961 h 6858001"/>
                <a:gd name="connsiteX21" fmla="*/ 2494306 w 6809718"/>
                <a:gd name="connsiteY21" fmla="*/ 6617281 h 6858001"/>
                <a:gd name="connsiteX22" fmla="*/ 2164632 w 6809718"/>
                <a:gd name="connsiteY22" fmla="*/ 6336951 h 6858001"/>
                <a:gd name="connsiteX23" fmla="*/ 2156813 w 6809718"/>
                <a:gd name="connsiteY23" fmla="*/ 6257836 h 6858001"/>
                <a:gd name="connsiteX24" fmla="*/ 2156471 w 6809718"/>
                <a:gd name="connsiteY24" fmla="*/ 4914939 h 6858001"/>
                <a:gd name="connsiteX25" fmla="*/ 5724036 w 6809718"/>
                <a:gd name="connsiteY25" fmla="*/ 4914939 h 6858001"/>
                <a:gd name="connsiteX26" fmla="*/ 5724036 w 6809718"/>
                <a:gd name="connsiteY26" fmla="*/ 3862219 h 6858001"/>
                <a:gd name="connsiteX27" fmla="*/ 2251420 w 6809718"/>
                <a:gd name="connsiteY27" fmla="*/ 856 h 6858001"/>
                <a:gd name="connsiteX28" fmla="*/ 2415700 w 6809718"/>
                <a:gd name="connsiteY28" fmla="*/ 6556 h 6858001"/>
                <a:gd name="connsiteX29" fmla="*/ 3509879 w 6809718"/>
                <a:gd name="connsiteY29" fmla="*/ 1108384 h 6858001"/>
                <a:gd name="connsiteX30" fmla="*/ 3801028 w 6809718"/>
                <a:gd name="connsiteY30" fmla="*/ 1175552 h 6858001"/>
                <a:gd name="connsiteX31" fmla="*/ 4196855 w 6809718"/>
                <a:gd name="connsiteY31" fmla="*/ 1457617 h 6858001"/>
                <a:gd name="connsiteX32" fmla="*/ 4366699 w 6809718"/>
                <a:gd name="connsiteY32" fmla="*/ 1809622 h 6858001"/>
                <a:gd name="connsiteX33" fmla="*/ 4373052 w 6809718"/>
                <a:gd name="connsiteY33" fmla="*/ 2146425 h 6858001"/>
                <a:gd name="connsiteX34" fmla="*/ 4105272 w 6809718"/>
                <a:gd name="connsiteY34" fmla="*/ 2643169 h 6858001"/>
                <a:gd name="connsiteX35" fmla="*/ 3657196 w 6809718"/>
                <a:gd name="connsiteY35" fmla="*/ 2860554 h 6858001"/>
                <a:gd name="connsiteX36" fmla="*/ 3389328 w 6809718"/>
                <a:gd name="connsiteY36" fmla="*/ 2877093 h 6858001"/>
                <a:gd name="connsiteX37" fmla="*/ 2860551 w 6809718"/>
                <a:gd name="connsiteY37" fmla="*/ 2875059 h 6858001"/>
                <a:gd name="connsiteX38" fmla="*/ 2860551 w 6809718"/>
                <a:gd name="connsiteY38" fmla="*/ 2504522 h 6858001"/>
                <a:gd name="connsiteX39" fmla="*/ 3519174 w 6809718"/>
                <a:gd name="connsiteY39" fmla="*/ 2504271 h 6858001"/>
                <a:gd name="connsiteX40" fmla="*/ 3614063 w 6809718"/>
                <a:gd name="connsiteY40" fmla="*/ 2493397 h 6858001"/>
                <a:gd name="connsiteX41" fmla="*/ 3897700 w 6809718"/>
                <a:gd name="connsiteY41" fmla="*/ 2317840 h 6858001"/>
                <a:gd name="connsiteX42" fmla="*/ 3926693 w 6809718"/>
                <a:gd name="connsiteY42" fmla="*/ 1718023 h 6858001"/>
                <a:gd name="connsiteX43" fmla="*/ 3480659 w 6809718"/>
                <a:gd name="connsiteY43" fmla="*/ 1491019 h 6858001"/>
                <a:gd name="connsiteX44" fmla="*/ 3121654 w 6809718"/>
                <a:gd name="connsiteY44" fmla="*/ 1490905 h 6858001"/>
                <a:gd name="connsiteX45" fmla="*/ 3121735 w 6809718"/>
                <a:gd name="connsiteY45" fmla="*/ 1423381 h 6858001"/>
                <a:gd name="connsiteX46" fmla="*/ 3128655 w 6809718"/>
                <a:gd name="connsiteY46" fmla="*/ 1149419 h 6858001"/>
                <a:gd name="connsiteX47" fmla="*/ 3108672 w 6809718"/>
                <a:gd name="connsiteY47" fmla="*/ 996057 h 6858001"/>
                <a:gd name="connsiteX48" fmla="*/ 2825164 w 6809718"/>
                <a:gd name="connsiteY48" fmla="*/ 549059 h 6858001"/>
                <a:gd name="connsiteX49" fmla="*/ 2200365 w 6809718"/>
                <a:gd name="connsiteY49" fmla="*/ 382740 h 6858001"/>
                <a:gd name="connsiteX50" fmla="*/ 1659677 w 6809718"/>
                <a:gd name="connsiteY50" fmla="*/ 767400 h 6858001"/>
                <a:gd name="connsiteX51" fmla="*/ 1549724 w 6809718"/>
                <a:gd name="connsiteY51" fmla="*/ 964050 h 6858001"/>
                <a:gd name="connsiteX52" fmla="*/ 1454892 w 6809718"/>
                <a:gd name="connsiteY52" fmla="*/ 937641 h 6858001"/>
                <a:gd name="connsiteX53" fmla="*/ 1070629 w 6809718"/>
                <a:gd name="connsiteY53" fmla="*/ 898049 h 6858001"/>
                <a:gd name="connsiteX54" fmla="*/ 531642 w 6809718"/>
                <a:gd name="connsiteY54" fmla="*/ 1216822 h 6858001"/>
                <a:gd name="connsiteX55" fmla="*/ 412703 w 6809718"/>
                <a:gd name="connsiteY55" fmla="*/ 1942369 h 6858001"/>
                <a:gd name="connsiteX56" fmla="*/ 664389 w 6809718"/>
                <a:gd name="connsiteY56" fmla="*/ 2315417 h 6858001"/>
                <a:gd name="connsiteX57" fmla="*/ 1145940 w 6809718"/>
                <a:gd name="connsiteY57" fmla="*/ 2502918 h 6858001"/>
                <a:gd name="connsiteX58" fmla="*/ 1827243 w 6809718"/>
                <a:gd name="connsiteY58" fmla="*/ 2506921 h 6858001"/>
                <a:gd name="connsiteX59" fmla="*/ 1827243 w 6809718"/>
                <a:gd name="connsiteY59" fmla="*/ 2877676 h 6858001"/>
                <a:gd name="connsiteX60" fmla="*/ 1170412 w 6809718"/>
                <a:gd name="connsiteY60" fmla="*/ 2876647 h 6858001"/>
                <a:gd name="connsiteX61" fmla="*/ 463761 w 6809718"/>
                <a:gd name="connsiteY61" fmla="*/ 2634158 h 6858001"/>
                <a:gd name="connsiteX62" fmla="*/ 125322 w 6809718"/>
                <a:gd name="connsiteY62" fmla="*/ 2227611 h 6858001"/>
                <a:gd name="connsiteX63" fmla="*/ 15394 w 6809718"/>
                <a:gd name="connsiteY63" fmla="*/ 1871417 h 6858001"/>
                <a:gd name="connsiteX64" fmla="*/ 418 w 6809718"/>
                <a:gd name="connsiteY64" fmla="*/ 1660231 h 6858001"/>
                <a:gd name="connsiteX65" fmla="*/ 94773 w 6809718"/>
                <a:gd name="connsiteY65" fmla="*/ 1233936 h 6858001"/>
                <a:gd name="connsiteX66" fmla="*/ 400086 w 6809718"/>
                <a:gd name="connsiteY66" fmla="*/ 811506 h 6858001"/>
                <a:gd name="connsiteX67" fmla="*/ 850059 w 6809718"/>
                <a:gd name="connsiteY67" fmla="*/ 564795 h 6858001"/>
                <a:gd name="connsiteX68" fmla="*/ 1248332 w 6809718"/>
                <a:gd name="connsiteY68" fmla="*/ 518088 h 6858001"/>
                <a:gd name="connsiteX69" fmla="*/ 1363107 w 6809718"/>
                <a:gd name="connsiteY69" fmla="*/ 530778 h 6858001"/>
                <a:gd name="connsiteX70" fmla="*/ 2251420 w 6809718"/>
                <a:gd name="connsiteY70" fmla="*/ 856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809718" h="6858001">
                  <a:moveTo>
                    <a:pt x="2516114" y="5262380"/>
                  </a:moveTo>
                  <a:cubicBezTo>
                    <a:pt x="2516114" y="5600535"/>
                    <a:pt x="2516114" y="5933495"/>
                    <a:pt x="2516114" y="6265504"/>
                  </a:cubicBezTo>
                  <a:cubicBezTo>
                    <a:pt x="3833005" y="6265504"/>
                    <a:pt x="5147121" y="6265504"/>
                    <a:pt x="6460466" y="6265504"/>
                  </a:cubicBezTo>
                  <a:cubicBezTo>
                    <a:pt x="6460466" y="5929938"/>
                    <a:pt x="6460466" y="5596979"/>
                    <a:pt x="6460466" y="5262380"/>
                  </a:cubicBezTo>
                  <a:cubicBezTo>
                    <a:pt x="5174046" y="5262380"/>
                    <a:pt x="3890403" y="5262380"/>
                    <a:pt x="2598693" y="5262380"/>
                  </a:cubicBezTo>
                  <a:cubicBezTo>
                    <a:pt x="2570848" y="5262380"/>
                    <a:pt x="2543004" y="5262380"/>
                    <a:pt x="2516114" y="5262380"/>
                  </a:cubicBezTo>
                  <a:close/>
                  <a:moveTo>
                    <a:pt x="5724036" y="3862219"/>
                  </a:moveTo>
                  <a:cubicBezTo>
                    <a:pt x="5786281" y="3862219"/>
                    <a:pt x="5846273" y="3862219"/>
                    <a:pt x="5910115" y="3862219"/>
                  </a:cubicBezTo>
                  <a:cubicBezTo>
                    <a:pt x="5910115" y="4210204"/>
                    <a:pt x="5910115" y="4559416"/>
                    <a:pt x="5910115" y="4912435"/>
                  </a:cubicBezTo>
                  <a:cubicBezTo>
                    <a:pt x="6211741" y="4912435"/>
                    <a:pt x="6509596" y="4912435"/>
                    <a:pt x="6809718" y="4912435"/>
                  </a:cubicBezTo>
                  <a:cubicBezTo>
                    <a:pt x="6809718" y="5481696"/>
                    <a:pt x="6809718" y="6047134"/>
                    <a:pt x="6809718" y="6616397"/>
                  </a:cubicBezTo>
                  <a:cubicBezTo>
                    <a:pt x="6500447" y="6616397"/>
                    <a:pt x="6191780" y="6616397"/>
                    <a:pt x="5880688" y="6616397"/>
                  </a:cubicBezTo>
                  <a:cubicBezTo>
                    <a:pt x="5880688" y="6698113"/>
                    <a:pt x="5880688" y="6776067"/>
                    <a:pt x="5880688" y="6857098"/>
                  </a:cubicBezTo>
                  <a:cubicBezTo>
                    <a:pt x="5764274" y="6857098"/>
                    <a:pt x="5650228" y="6857098"/>
                    <a:pt x="5532276" y="6857098"/>
                  </a:cubicBezTo>
                  <a:cubicBezTo>
                    <a:pt x="5532276" y="6779808"/>
                    <a:pt x="5532276" y="6700854"/>
                    <a:pt x="5532276" y="6616866"/>
                  </a:cubicBezTo>
                  <a:cubicBezTo>
                    <a:pt x="5081673" y="6616866"/>
                    <a:pt x="4634935" y="6616866"/>
                    <a:pt x="4184143" y="6616866"/>
                  </a:cubicBezTo>
                  <a:cubicBezTo>
                    <a:pt x="3853244" y="6616866"/>
                    <a:pt x="3526401" y="6616866"/>
                    <a:pt x="3195676" y="6616866"/>
                  </a:cubicBezTo>
                  <a:cubicBezTo>
                    <a:pt x="3195676" y="6697979"/>
                    <a:pt x="3195676" y="6776937"/>
                    <a:pt x="3195676" y="6858001"/>
                  </a:cubicBezTo>
                  <a:cubicBezTo>
                    <a:pt x="3077778" y="6858001"/>
                    <a:pt x="2963750" y="6858001"/>
                    <a:pt x="2847263" y="6858001"/>
                  </a:cubicBezTo>
                  <a:cubicBezTo>
                    <a:pt x="2847263" y="6778910"/>
                    <a:pt x="2847263" y="6700957"/>
                    <a:pt x="2847263" y="6619173"/>
                  </a:cubicBezTo>
                  <a:cubicBezTo>
                    <a:pt x="2833571" y="6618312"/>
                    <a:pt x="2822053" y="6616978"/>
                    <a:pt x="2810532" y="6616961"/>
                  </a:cubicBezTo>
                  <a:cubicBezTo>
                    <a:pt x="2705120" y="6616798"/>
                    <a:pt x="2599674" y="6615106"/>
                    <a:pt x="2494306" y="6617281"/>
                  </a:cubicBezTo>
                  <a:cubicBezTo>
                    <a:pt x="2339218" y="6620485"/>
                    <a:pt x="2187533" y="6496386"/>
                    <a:pt x="2164632" y="6336951"/>
                  </a:cubicBezTo>
                  <a:cubicBezTo>
                    <a:pt x="2160865" y="6310729"/>
                    <a:pt x="2156842" y="6284216"/>
                    <a:pt x="2156813" y="6257836"/>
                  </a:cubicBezTo>
                  <a:cubicBezTo>
                    <a:pt x="2156336" y="5811877"/>
                    <a:pt x="2156471" y="5365917"/>
                    <a:pt x="2156471" y="4914939"/>
                  </a:cubicBezTo>
                  <a:cubicBezTo>
                    <a:pt x="3345463" y="4914939"/>
                    <a:pt x="4533566" y="4914939"/>
                    <a:pt x="5724036" y="4914939"/>
                  </a:cubicBezTo>
                  <a:cubicBezTo>
                    <a:pt x="5724036" y="4561692"/>
                    <a:pt x="5724036" y="4213447"/>
                    <a:pt x="5724036" y="3862219"/>
                  </a:cubicBezTo>
                  <a:close/>
                  <a:moveTo>
                    <a:pt x="2251420" y="856"/>
                  </a:moveTo>
                  <a:cubicBezTo>
                    <a:pt x="2304465" y="-1269"/>
                    <a:pt x="2359203" y="541"/>
                    <a:pt x="2415700" y="6556"/>
                  </a:cubicBezTo>
                  <a:cubicBezTo>
                    <a:pt x="3070887" y="76300"/>
                    <a:pt x="3412203" y="477896"/>
                    <a:pt x="3509879" y="1108384"/>
                  </a:cubicBezTo>
                  <a:cubicBezTo>
                    <a:pt x="3604477" y="1129704"/>
                    <a:pt x="3704973" y="1145513"/>
                    <a:pt x="3801028" y="1175552"/>
                  </a:cubicBezTo>
                  <a:cubicBezTo>
                    <a:pt x="3962315" y="1225986"/>
                    <a:pt x="4089382" y="1327787"/>
                    <a:pt x="4196855" y="1457617"/>
                  </a:cubicBezTo>
                  <a:cubicBezTo>
                    <a:pt x="4283041" y="1561720"/>
                    <a:pt x="4337916" y="1680100"/>
                    <a:pt x="4366699" y="1809622"/>
                  </a:cubicBezTo>
                  <a:cubicBezTo>
                    <a:pt x="4391300" y="1920336"/>
                    <a:pt x="4392273" y="2032209"/>
                    <a:pt x="4373052" y="2146425"/>
                  </a:cubicBezTo>
                  <a:cubicBezTo>
                    <a:pt x="4339788" y="2344111"/>
                    <a:pt x="4248602" y="2507910"/>
                    <a:pt x="4105272" y="2643169"/>
                  </a:cubicBezTo>
                  <a:cubicBezTo>
                    <a:pt x="3979535" y="2761824"/>
                    <a:pt x="3829568" y="2837752"/>
                    <a:pt x="3657196" y="2860554"/>
                  </a:cubicBezTo>
                  <a:cubicBezTo>
                    <a:pt x="3568693" y="2872255"/>
                    <a:pt x="3478698" y="2876331"/>
                    <a:pt x="3389328" y="2877093"/>
                  </a:cubicBezTo>
                  <a:lnTo>
                    <a:pt x="2860551" y="2875059"/>
                  </a:lnTo>
                  <a:lnTo>
                    <a:pt x="2860551" y="2504522"/>
                  </a:lnTo>
                  <a:lnTo>
                    <a:pt x="3519174" y="2504271"/>
                  </a:lnTo>
                  <a:cubicBezTo>
                    <a:pt x="3550874" y="2504190"/>
                    <a:pt x="3583570" y="2501476"/>
                    <a:pt x="3614063" y="2493397"/>
                  </a:cubicBezTo>
                  <a:cubicBezTo>
                    <a:pt x="3725993" y="2463731"/>
                    <a:pt x="3822283" y="2409723"/>
                    <a:pt x="3897700" y="2317840"/>
                  </a:cubicBezTo>
                  <a:cubicBezTo>
                    <a:pt x="4040836" y="2143459"/>
                    <a:pt x="4056912" y="1902533"/>
                    <a:pt x="3926693" y="1718023"/>
                  </a:cubicBezTo>
                  <a:cubicBezTo>
                    <a:pt x="3819706" y="1566444"/>
                    <a:pt x="3667220" y="1491951"/>
                    <a:pt x="3480659" y="1491019"/>
                  </a:cubicBezTo>
                  <a:cubicBezTo>
                    <a:pt x="3362109" y="1490419"/>
                    <a:pt x="3243559" y="1490905"/>
                    <a:pt x="3121654" y="1490905"/>
                  </a:cubicBezTo>
                  <a:cubicBezTo>
                    <a:pt x="3121654" y="1465931"/>
                    <a:pt x="3121151" y="1444644"/>
                    <a:pt x="3121735" y="1423381"/>
                  </a:cubicBezTo>
                  <a:cubicBezTo>
                    <a:pt x="3124230" y="1332050"/>
                    <a:pt x="3129854" y="1240694"/>
                    <a:pt x="3128655" y="1149419"/>
                  </a:cubicBezTo>
                  <a:cubicBezTo>
                    <a:pt x="3127982" y="1098158"/>
                    <a:pt x="3120584" y="1046006"/>
                    <a:pt x="3108672" y="996057"/>
                  </a:cubicBezTo>
                  <a:cubicBezTo>
                    <a:pt x="3065522" y="815072"/>
                    <a:pt x="2971655" y="665680"/>
                    <a:pt x="2825164" y="549059"/>
                  </a:cubicBezTo>
                  <a:cubicBezTo>
                    <a:pt x="2640678" y="402188"/>
                    <a:pt x="2430018" y="338934"/>
                    <a:pt x="2200365" y="382740"/>
                  </a:cubicBezTo>
                  <a:cubicBezTo>
                    <a:pt x="1966319" y="427397"/>
                    <a:pt x="1786703" y="565160"/>
                    <a:pt x="1659677" y="767400"/>
                  </a:cubicBezTo>
                  <a:cubicBezTo>
                    <a:pt x="1619914" y="830695"/>
                    <a:pt x="1586440" y="897943"/>
                    <a:pt x="1549724" y="964050"/>
                  </a:cubicBezTo>
                  <a:cubicBezTo>
                    <a:pt x="1517935" y="955282"/>
                    <a:pt x="1485984" y="947778"/>
                    <a:pt x="1454892" y="937641"/>
                  </a:cubicBezTo>
                  <a:cubicBezTo>
                    <a:pt x="1329583" y="896793"/>
                    <a:pt x="1202881" y="879022"/>
                    <a:pt x="1070629" y="898049"/>
                  </a:cubicBezTo>
                  <a:cubicBezTo>
                    <a:pt x="846258" y="930324"/>
                    <a:pt x="663287" y="1036501"/>
                    <a:pt x="531642" y="1216822"/>
                  </a:cubicBezTo>
                  <a:cubicBezTo>
                    <a:pt x="372008" y="1435504"/>
                    <a:pt x="327635" y="1680967"/>
                    <a:pt x="412703" y="1942369"/>
                  </a:cubicBezTo>
                  <a:cubicBezTo>
                    <a:pt x="460698" y="2089856"/>
                    <a:pt x="542606" y="2215602"/>
                    <a:pt x="664389" y="2315417"/>
                  </a:cubicBezTo>
                  <a:cubicBezTo>
                    <a:pt x="805199" y="2430823"/>
                    <a:pt x="965854" y="2499069"/>
                    <a:pt x="1145940" y="2502918"/>
                  </a:cubicBezTo>
                  <a:lnTo>
                    <a:pt x="1827243" y="2506921"/>
                  </a:lnTo>
                  <a:lnTo>
                    <a:pt x="1827243" y="2877676"/>
                  </a:lnTo>
                  <a:lnTo>
                    <a:pt x="1170412" y="2876647"/>
                  </a:lnTo>
                  <a:cubicBezTo>
                    <a:pt x="910290" y="2872125"/>
                    <a:pt x="673384" y="2793200"/>
                    <a:pt x="463761" y="2634158"/>
                  </a:cubicBezTo>
                  <a:cubicBezTo>
                    <a:pt x="318868" y="2524229"/>
                    <a:pt x="206727" y="2387917"/>
                    <a:pt x="125322" y="2227611"/>
                  </a:cubicBezTo>
                  <a:cubicBezTo>
                    <a:pt x="68745" y="2116183"/>
                    <a:pt x="27111" y="1997698"/>
                    <a:pt x="15394" y="1871417"/>
                  </a:cubicBezTo>
                  <a:cubicBezTo>
                    <a:pt x="8862" y="1801105"/>
                    <a:pt x="-2296" y="1730340"/>
                    <a:pt x="418" y="1660231"/>
                  </a:cubicBezTo>
                  <a:cubicBezTo>
                    <a:pt x="6099" y="1513116"/>
                    <a:pt x="37710" y="1371205"/>
                    <a:pt x="94773" y="1233936"/>
                  </a:cubicBezTo>
                  <a:cubicBezTo>
                    <a:pt x="163650" y="1068233"/>
                    <a:pt x="267736" y="929141"/>
                    <a:pt x="400086" y="811506"/>
                  </a:cubicBezTo>
                  <a:cubicBezTo>
                    <a:pt x="530548" y="695549"/>
                    <a:pt x="680555" y="613236"/>
                    <a:pt x="850059" y="564795"/>
                  </a:cubicBezTo>
                  <a:cubicBezTo>
                    <a:pt x="981047" y="527358"/>
                    <a:pt x="1113357" y="513502"/>
                    <a:pt x="1248332" y="518088"/>
                  </a:cubicBezTo>
                  <a:cubicBezTo>
                    <a:pt x="1286450" y="519385"/>
                    <a:pt x="1324381" y="526346"/>
                    <a:pt x="1363107" y="530778"/>
                  </a:cubicBezTo>
                  <a:cubicBezTo>
                    <a:pt x="1591727" y="223356"/>
                    <a:pt x="1880105" y="15725"/>
                    <a:pt x="2251420" y="856"/>
                  </a:cubicBezTo>
                  <a:close/>
                </a:path>
              </a:pathLst>
            </a:custGeom>
            <a:grpFill/>
            <a:ln w="6350" cap="flat">
              <a:noFill/>
              <a:prstDash val="solid"/>
              <a:miter/>
            </a:ln>
          </p:spPr>
          <p:txBody>
            <a:bodyPr wrap="square" rtlCol="0" anchor="ctr">
              <a:noAutofit/>
            </a:bodyPr>
            <a:lstStyle/>
            <a:p>
              <a:endParaRPr lang="en-US" dirty="0"/>
            </a:p>
          </p:txBody>
        </p:sp>
        <p:sp>
          <p:nvSpPr>
            <p:cNvPr id="2858" name="Freeform: Shape 2857">
              <a:extLst>
                <a:ext uri="{FF2B5EF4-FFF2-40B4-BE49-F238E27FC236}">
                  <a16:creationId xmlns:a16="http://schemas.microsoft.com/office/drawing/2014/main" id="{1EEDF8F9-A1DB-FF3B-E6EB-2FA541BF06EF}"/>
                </a:ext>
                <a:ext uri="{C183D7F6-B498-43B3-948B-1728B52AA6E4}">
                  <adec:decorative xmlns:adec="http://schemas.microsoft.com/office/drawing/2017/decorative" val="1"/>
                </a:ext>
              </a:extLst>
            </p:cNvPr>
            <p:cNvSpPr/>
            <p:nvPr/>
          </p:nvSpPr>
          <p:spPr>
            <a:xfrm>
              <a:off x="10545738" y="5918260"/>
              <a:ext cx="276112" cy="234530"/>
            </a:xfrm>
            <a:custGeom>
              <a:avLst/>
              <a:gdLst>
                <a:gd name="connsiteX0" fmla="*/ 1106188 w 4141675"/>
                <a:gd name="connsiteY0" fmla="*/ 3241916 h 3517953"/>
                <a:gd name="connsiteX1" fmla="*/ 1911649 w 4141675"/>
                <a:gd name="connsiteY1" fmla="*/ 3241916 h 3517953"/>
                <a:gd name="connsiteX2" fmla="*/ 1911649 w 4141675"/>
                <a:gd name="connsiteY2" fmla="*/ 3426418 h 3517953"/>
                <a:gd name="connsiteX3" fmla="*/ 1106188 w 4141675"/>
                <a:gd name="connsiteY3" fmla="*/ 3426418 h 3517953"/>
                <a:gd name="connsiteX4" fmla="*/ 3771519 w 4141675"/>
                <a:gd name="connsiteY4" fmla="*/ 3147830 h 3517953"/>
                <a:gd name="connsiteX5" fmla="*/ 4141675 w 4141675"/>
                <a:gd name="connsiteY5" fmla="*/ 3147830 h 3517953"/>
                <a:gd name="connsiteX6" fmla="*/ 4141675 w 4141675"/>
                <a:gd name="connsiteY6" fmla="*/ 3517953 h 3517953"/>
                <a:gd name="connsiteX7" fmla="*/ 3771519 w 4141675"/>
                <a:gd name="connsiteY7" fmla="*/ 3517953 h 3517953"/>
                <a:gd name="connsiteX8" fmla="*/ 2678637 w 4141675"/>
                <a:gd name="connsiteY8" fmla="*/ 3147789 h 3517953"/>
                <a:gd name="connsiteX9" fmla="*/ 3049595 w 4141675"/>
                <a:gd name="connsiteY9" fmla="*/ 3147789 h 3517953"/>
                <a:gd name="connsiteX10" fmla="*/ 3049595 w 4141675"/>
                <a:gd name="connsiteY10" fmla="*/ 3515181 h 3517953"/>
                <a:gd name="connsiteX11" fmla="*/ 2678637 w 4141675"/>
                <a:gd name="connsiteY11" fmla="*/ 3515181 h 3517953"/>
                <a:gd name="connsiteX12" fmla="*/ 3231204 w 4141675"/>
                <a:gd name="connsiteY12" fmla="*/ 3147392 h 3517953"/>
                <a:gd name="connsiteX13" fmla="*/ 3601117 w 4141675"/>
                <a:gd name="connsiteY13" fmla="*/ 3147392 h 3517953"/>
                <a:gd name="connsiteX14" fmla="*/ 3601117 w 4141675"/>
                <a:gd name="connsiteY14" fmla="*/ 3515554 h 3517953"/>
                <a:gd name="connsiteX15" fmla="*/ 3231204 w 4141675"/>
                <a:gd name="connsiteY15" fmla="*/ 3515554 h 3517953"/>
                <a:gd name="connsiteX16" fmla="*/ 510463 w 4141675"/>
                <a:gd name="connsiteY16" fmla="*/ 785957 h 3517953"/>
                <a:gd name="connsiteX17" fmla="*/ 695906 w 4141675"/>
                <a:gd name="connsiteY17" fmla="*/ 785957 h 3517953"/>
                <a:gd name="connsiteX18" fmla="*/ 695906 w 4141675"/>
                <a:gd name="connsiteY18" fmla="*/ 2003525 h 3517953"/>
                <a:gd name="connsiteX19" fmla="*/ 705784 w 4141675"/>
                <a:gd name="connsiteY19" fmla="*/ 2009716 h 3517953"/>
                <a:gd name="connsiteX20" fmla="*/ 744728 w 4141675"/>
                <a:gd name="connsiteY20" fmla="*/ 1966136 h 3517953"/>
                <a:gd name="connsiteX21" fmla="*/ 1071005 w 4141675"/>
                <a:gd name="connsiteY21" fmla="*/ 1638741 h 3517953"/>
                <a:gd name="connsiteX22" fmla="*/ 1126382 w 4141675"/>
                <a:gd name="connsiteY22" fmla="*/ 1638288 h 3517953"/>
                <a:gd name="connsiteX23" fmla="*/ 1198006 w 4141675"/>
                <a:gd name="connsiteY23" fmla="*/ 1709904 h 3517953"/>
                <a:gd name="connsiteX24" fmla="*/ 1197699 w 4141675"/>
                <a:gd name="connsiteY24" fmla="*/ 1765298 h 3517953"/>
                <a:gd name="connsiteX25" fmla="*/ 894176 w 4141675"/>
                <a:gd name="connsiteY25" fmla="*/ 2067905 h 3517953"/>
                <a:gd name="connsiteX26" fmla="*/ 614906 w 4141675"/>
                <a:gd name="connsiteY26" fmla="*/ 2347604 h 3517953"/>
                <a:gd name="connsiteX27" fmla="*/ 0 w 4141675"/>
                <a:gd name="connsiteY27" fmla="*/ 1732650 h 3517953"/>
                <a:gd name="connsiteX28" fmla="*/ 89136 w 4141675"/>
                <a:gd name="connsiteY28" fmla="*/ 1631789 h 3517953"/>
                <a:gd name="connsiteX29" fmla="*/ 135300 w 4141675"/>
                <a:gd name="connsiteY29" fmla="*/ 1637259 h 3517953"/>
                <a:gd name="connsiteX30" fmla="*/ 338707 w 4141675"/>
                <a:gd name="connsiteY30" fmla="*/ 1840966 h 3517953"/>
                <a:gd name="connsiteX31" fmla="*/ 510463 w 4141675"/>
                <a:gd name="connsiteY31" fmla="*/ 2013840 h 3517953"/>
                <a:gd name="connsiteX32" fmla="*/ 331754 w 4141675"/>
                <a:gd name="connsiteY32" fmla="*/ 0 h 3517953"/>
                <a:gd name="connsiteX33" fmla="*/ 870343 w 4141675"/>
                <a:gd name="connsiteY33" fmla="*/ 0 h 3517953"/>
                <a:gd name="connsiteX34" fmla="*/ 870343 w 4141675"/>
                <a:gd name="connsiteY34" fmla="*/ 538589 h 3517953"/>
                <a:gd name="connsiteX35" fmla="*/ 331754 w 4141675"/>
                <a:gd name="connsiteY35" fmla="*/ 538589 h 351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41675" h="3517953">
                  <a:moveTo>
                    <a:pt x="1106188" y="3241916"/>
                  </a:moveTo>
                  <a:lnTo>
                    <a:pt x="1911649" y="3241916"/>
                  </a:lnTo>
                  <a:lnTo>
                    <a:pt x="1911649" y="3426418"/>
                  </a:lnTo>
                  <a:lnTo>
                    <a:pt x="1106188" y="3426418"/>
                  </a:lnTo>
                  <a:close/>
                  <a:moveTo>
                    <a:pt x="3771519" y="3147830"/>
                  </a:moveTo>
                  <a:lnTo>
                    <a:pt x="4141675" y="3147830"/>
                  </a:lnTo>
                  <a:lnTo>
                    <a:pt x="4141675" y="3517953"/>
                  </a:lnTo>
                  <a:lnTo>
                    <a:pt x="3771519" y="3517953"/>
                  </a:lnTo>
                  <a:close/>
                  <a:moveTo>
                    <a:pt x="2678637" y="3147789"/>
                  </a:moveTo>
                  <a:lnTo>
                    <a:pt x="3049595" y="3147789"/>
                  </a:lnTo>
                  <a:lnTo>
                    <a:pt x="3049595" y="3515181"/>
                  </a:lnTo>
                  <a:lnTo>
                    <a:pt x="2678637" y="3515181"/>
                  </a:lnTo>
                  <a:close/>
                  <a:moveTo>
                    <a:pt x="3231204" y="3147392"/>
                  </a:moveTo>
                  <a:lnTo>
                    <a:pt x="3601117" y="3147392"/>
                  </a:lnTo>
                  <a:lnTo>
                    <a:pt x="3601117" y="3515554"/>
                  </a:lnTo>
                  <a:lnTo>
                    <a:pt x="3231204" y="3515554"/>
                  </a:lnTo>
                  <a:close/>
                  <a:moveTo>
                    <a:pt x="510463" y="785957"/>
                  </a:moveTo>
                  <a:lnTo>
                    <a:pt x="695906" y="785957"/>
                  </a:lnTo>
                  <a:lnTo>
                    <a:pt x="695906" y="2003525"/>
                  </a:lnTo>
                  <a:cubicBezTo>
                    <a:pt x="699196" y="2005591"/>
                    <a:pt x="702486" y="2007649"/>
                    <a:pt x="705784" y="2009716"/>
                  </a:cubicBezTo>
                  <a:cubicBezTo>
                    <a:pt x="718725" y="1995154"/>
                    <a:pt x="731001" y="1979920"/>
                    <a:pt x="744728" y="1966136"/>
                  </a:cubicBezTo>
                  <a:cubicBezTo>
                    <a:pt x="853465" y="1856986"/>
                    <a:pt x="962948" y="1748573"/>
                    <a:pt x="1071005" y="1638741"/>
                  </a:cubicBezTo>
                  <a:cubicBezTo>
                    <a:pt x="1091822" y="1617576"/>
                    <a:pt x="1106083" y="1614975"/>
                    <a:pt x="1126382" y="1638288"/>
                  </a:cubicBezTo>
                  <a:cubicBezTo>
                    <a:pt x="1148520" y="1663707"/>
                    <a:pt x="1172595" y="1687750"/>
                    <a:pt x="1198006" y="1709904"/>
                  </a:cubicBezTo>
                  <a:cubicBezTo>
                    <a:pt x="1221198" y="1730130"/>
                    <a:pt x="1218994" y="1744399"/>
                    <a:pt x="1197699" y="1765298"/>
                  </a:cubicBezTo>
                  <a:cubicBezTo>
                    <a:pt x="1096424" y="1864700"/>
                    <a:pt x="996568" y="1965545"/>
                    <a:pt x="894176" y="2067905"/>
                  </a:cubicBezTo>
                  <a:cubicBezTo>
                    <a:pt x="798679" y="2163547"/>
                    <a:pt x="705216" y="2257156"/>
                    <a:pt x="614906" y="2347604"/>
                  </a:cubicBezTo>
                  <a:cubicBezTo>
                    <a:pt x="408979" y="2141652"/>
                    <a:pt x="204834" y="1937491"/>
                    <a:pt x="0" y="1732650"/>
                  </a:cubicBezTo>
                  <a:cubicBezTo>
                    <a:pt x="26044" y="1703243"/>
                    <a:pt x="57914" y="1667792"/>
                    <a:pt x="89136" y="1631789"/>
                  </a:cubicBezTo>
                  <a:cubicBezTo>
                    <a:pt x="107879" y="1610178"/>
                    <a:pt x="120706" y="1622535"/>
                    <a:pt x="135300" y="1637259"/>
                  </a:cubicBezTo>
                  <a:cubicBezTo>
                    <a:pt x="202840" y="1705415"/>
                    <a:pt x="270948" y="1773020"/>
                    <a:pt x="338707" y="1840966"/>
                  </a:cubicBezTo>
                  <a:cubicBezTo>
                    <a:pt x="393793" y="1896197"/>
                    <a:pt x="448684" y="1951640"/>
                    <a:pt x="510463" y="2013840"/>
                  </a:cubicBezTo>
                  <a:close/>
                  <a:moveTo>
                    <a:pt x="331754" y="0"/>
                  </a:moveTo>
                  <a:lnTo>
                    <a:pt x="870343" y="0"/>
                  </a:lnTo>
                  <a:lnTo>
                    <a:pt x="870343" y="538589"/>
                  </a:lnTo>
                  <a:lnTo>
                    <a:pt x="331754" y="538589"/>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46" name="Group 45">
            <a:extLst>
              <a:ext uri="{FF2B5EF4-FFF2-40B4-BE49-F238E27FC236}">
                <a16:creationId xmlns:a16="http://schemas.microsoft.com/office/drawing/2014/main" id="{1B84B272-C732-F61F-B1FC-F46EC7A03CAF}"/>
              </a:ext>
              <a:ext uri="{C183D7F6-B498-43B3-948B-1728B52AA6E4}">
                <adec:decorative xmlns:adec="http://schemas.microsoft.com/office/drawing/2017/decorative" val="1"/>
              </a:ext>
            </a:extLst>
          </p:cNvPr>
          <p:cNvGrpSpPr>
            <a:grpSpLocks noChangeAspect="1"/>
          </p:cNvGrpSpPr>
          <p:nvPr/>
        </p:nvGrpSpPr>
        <p:grpSpPr>
          <a:xfrm>
            <a:off x="11079937" y="5755986"/>
            <a:ext cx="472301" cy="457200"/>
            <a:chOff x="11079937" y="5755986"/>
            <a:chExt cx="472301" cy="457200"/>
          </a:xfrm>
          <a:solidFill>
            <a:schemeClr val="accent2"/>
          </a:solidFill>
        </p:grpSpPr>
        <p:sp>
          <p:nvSpPr>
            <p:cNvPr id="2874" name="Freeform: Shape 2873">
              <a:extLst>
                <a:ext uri="{FF2B5EF4-FFF2-40B4-BE49-F238E27FC236}">
                  <a16:creationId xmlns:a16="http://schemas.microsoft.com/office/drawing/2014/main" id="{38BD7905-95A9-C808-A0EF-58B0EB48F019}"/>
                </a:ext>
                <a:ext uri="{C183D7F6-B498-43B3-948B-1728B52AA6E4}">
                  <adec:decorative xmlns:adec="http://schemas.microsoft.com/office/drawing/2017/decorative" val="1"/>
                </a:ext>
              </a:extLst>
            </p:cNvPr>
            <p:cNvSpPr/>
            <p:nvPr/>
          </p:nvSpPr>
          <p:spPr>
            <a:xfrm>
              <a:off x="11079937" y="5755986"/>
              <a:ext cx="472301" cy="457200"/>
            </a:xfrm>
            <a:custGeom>
              <a:avLst/>
              <a:gdLst>
                <a:gd name="connsiteX0" fmla="*/ 5909439 w 7084521"/>
                <a:gd name="connsiteY0" fmla="*/ 3861825 h 6857999"/>
                <a:gd name="connsiteX1" fmla="*/ 6095637 w 7084521"/>
                <a:gd name="connsiteY1" fmla="*/ 3861825 h 6857999"/>
                <a:gd name="connsiteX2" fmla="*/ 6095637 w 7084521"/>
                <a:gd name="connsiteY2" fmla="*/ 4911560 h 6857999"/>
                <a:gd name="connsiteX3" fmla="*/ 6807804 w 7084521"/>
                <a:gd name="connsiteY3" fmla="*/ 4911560 h 6857999"/>
                <a:gd name="connsiteX4" fmla="*/ 6807804 w 7084521"/>
                <a:gd name="connsiteY4" fmla="*/ 6615511 h 6857999"/>
                <a:gd name="connsiteX5" fmla="*/ 6065184 w 7084521"/>
                <a:gd name="connsiteY5" fmla="*/ 6615511 h 6857999"/>
                <a:gd name="connsiteX6" fmla="*/ 6065184 w 7084521"/>
                <a:gd name="connsiteY6" fmla="*/ 6857999 h 6857999"/>
                <a:gd name="connsiteX7" fmla="*/ 5710093 w 7084521"/>
                <a:gd name="connsiteY7" fmla="*/ 6857999 h 6857999"/>
                <a:gd name="connsiteX8" fmla="*/ 5710093 w 7084521"/>
                <a:gd name="connsiteY8" fmla="*/ 6619514 h 6857999"/>
                <a:gd name="connsiteX9" fmla="*/ 3195259 w 7084521"/>
                <a:gd name="connsiteY9" fmla="*/ 6619514 h 6857999"/>
                <a:gd name="connsiteX10" fmla="*/ 3195259 w 7084521"/>
                <a:gd name="connsiteY10" fmla="*/ 6857667 h 6857999"/>
                <a:gd name="connsiteX11" fmla="*/ 2846844 w 7084521"/>
                <a:gd name="connsiteY11" fmla="*/ 6857667 h 6857999"/>
                <a:gd name="connsiteX12" fmla="*/ 2846844 w 7084521"/>
                <a:gd name="connsiteY12" fmla="*/ 6619011 h 6857999"/>
                <a:gd name="connsiteX13" fmla="*/ 2810160 w 7084521"/>
                <a:gd name="connsiteY13" fmla="*/ 6616792 h 6857999"/>
                <a:gd name="connsiteX14" fmla="*/ 2493940 w 7084521"/>
                <a:gd name="connsiteY14" fmla="*/ 6617116 h 6857999"/>
                <a:gd name="connsiteX15" fmla="*/ 2164183 w 7084521"/>
                <a:gd name="connsiteY15" fmla="*/ 6336907 h 6857999"/>
                <a:gd name="connsiteX16" fmla="*/ 2156373 w 7084521"/>
                <a:gd name="connsiteY16" fmla="*/ 6257795 h 6857999"/>
                <a:gd name="connsiteX17" fmla="*/ 2156114 w 7084521"/>
                <a:gd name="connsiteY17" fmla="*/ 5615553 h 6857999"/>
                <a:gd name="connsiteX18" fmla="*/ 2513530 w 7084521"/>
                <a:gd name="connsiteY18" fmla="*/ 5615553 h 6857999"/>
                <a:gd name="connsiteX19" fmla="*/ 2512817 w 7084521"/>
                <a:gd name="connsiteY19" fmla="*/ 6218859 h 6857999"/>
                <a:gd name="connsiteX20" fmla="*/ 2512817 w 7084521"/>
                <a:gd name="connsiteY20" fmla="*/ 6265459 h 6857999"/>
                <a:gd name="connsiteX21" fmla="*/ 6459551 w 7084521"/>
                <a:gd name="connsiteY21" fmla="*/ 6265459 h 6857999"/>
                <a:gd name="connsiteX22" fmla="*/ 6459551 w 7084521"/>
                <a:gd name="connsiteY22" fmla="*/ 5262487 h 6857999"/>
                <a:gd name="connsiteX23" fmla="*/ 6411606 w 7084521"/>
                <a:gd name="connsiteY23" fmla="*/ 5262487 h 6857999"/>
                <a:gd name="connsiteX24" fmla="*/ 2871367 w 7084521"/>
                <a:gd name="connsiteY24" fmla="*/ 5262422 h 6857999"/>
                <a:gd name="connsiteX25" fmla="*/ 2871367 w 7084521"/>
                <a:gd name="connsiteY25" fmla="*/ 4913853 h 6857999"/>
                <a:gd name="connsiteX26" fmla="*/ 5857525 w 7084521"/>
                <a:gd name="connsiteY26" fmla="*/ 4913804 h 6857999"/>
                <a:gd name="connsiteX27" fmla="*/ 5909439 w 7084521"/>
                <a:gd name="connsiteY27" fmla="*/ 4913804 h 6857999"/>
                <a:gd name="connsiteX28" fmla="*/ 5909439 w 7084521"/>
                <a:gd name="connsiteY28" fmla="*/ 3861825 h 6857999"/>
                <a:gd name="connsiteX29" fmla="*/ 6061451 w 7084521"/>
                <a:gd name="connsiteY29" fmla="*/ 3243587 h 6857999"/>
                <a:gd name="connsiteX30" fmla="*/ 6214760 w 7084521"/>
                <a:gd name="connsiteY30" fmla="*/ 3278515 h 6857999"/>
                <a:gd name="connsiteX31" fmla="*/ 6663689 w 7084521"/>
                <a:gd name="connsiteY31" fmla="*/ 3776085 h 6857999"/>
                <a:gd name="connsiteX32" fmla="*/ 6538602 w 7084521"/>
                <a:gd name="connsiteY32" fmla="*/ 4346033 h 6857999"/>
                <a:gd name="connsiteX33" fmla="*/ 6493157 w 7084521"/>
                <a:gd name="connsiteY33" fmla="*/ 4396422 h 6857999"/>
                <a:gd name="connsiteX34" fmla="*/ 6467133 w 7084521"/>
                <a:gd name="connsiteY34" fmla="*/ 4394631 h 6857999"/>
                <a:gd name="connsiteX35" fmla="*/ 6345311 w 7084521"/>
                <a:gd name="connsiteY35" fmla="*/ 4277585 h 6857999"/>
                <a:gd name="connsiteX36" fmla="*/ 6331167 w 7084521"/>
                <a:gd name="connsiteY36" fmla="*/ 3564525 h 6857999"/>
                <a:gd name="connsiteX37" fmla="*/ 5673353 w 7084521"/>
                <a:gd name="connsiteY37" fmla="*/ 3559183 h 6857999"/>
                <a:gd name="connsiteX38" fmla="*/ 5650519 w 7084521"/>
                <a:gd name="connsiteY38" fmla="*/ 4273169 h 6857999"/>
                <a:gd name="connsiteX39" fmla="*/ 5512332 w 7084521"/>
                <a:gd name="connsiteY39" fmla="*/ 4405910 h 6857999"/>
                <a:gd name="connsiteX40" fmla="*/ 5334459 w 7084521"/>
                <a:gd name="connsiteY40" fmla="*/ 4075391 h 6857999"/>
                <a:gd name="connsiteX41" fmla="*/ 5462954 w 7084521"/>
                <a:gd name="connsiteY41" fmla="*/ 3502799 h 6857999"/>
                <a:gd name="connsiteX42" fmla="*/ 5909604 w 7084521"/>
                <a:gd name="connsiteY42" fmla="*/ 3251767 h 6857999"/>
                <a:gd name="connsiteX43" fmla="*/ 6061451 w 7084521"/>
                <a:gd name="connsiteY43" fmla="*/ 3243587 h 6857999"/>
                <a:gd name="connsiteX44" fmla="*/ 6056900 w 7084521"/>
                <a:gd name="connsiteY44" fmla="*/ 2840080 h 6857999"/>
                <a:gd name="connsiteX45" fmla="*/ 6693671 w 7084521"/>
                <a:gd name="connsiteY45" fmla="*/ 3088658 h 6857999"/>
                <a:gd name="connsiteX46" fmla="*/ 6968114 w 7084521"/>
                <a:gd name="connsiteY46" fmla="*/ 3431132 h 6857999"/>
                <a:gd name="connsiteX47" fmla="*/ 7080112 w 7084521"/>
                <a:gd name="connsiteY47" fmla="*/ 3831882 h 6857999"/>
                <a:gd name="connsiteX48" fmla="*/ 7020828 w 7084521"/>
                <a:gd name="connsiteY48" fmla="*/ 4292877 h 6857999"/>
                <a:gd name="connsiteX49" fmla="*/ 6764134 w 7084521"/>
                <a:gd name="connsiteY49" fmla="*/ 4696730 h 6857999"/>
                <a:gd name="connsiteX50" fmla="*/ 6634363 w 7084521"/>
                <a:gd name="connsiteY50" fmla="*/ 4563440 h 6857999"/>
                <a:gd name="connsiteX51" fmla="*/ 6751181 w 7084521"/>
                <a:gd name="connsiteY51" fmla="*/ 4408800 h 6857999"/>
                <a:gd name="connsiteX52" fmla="*/ 6883931 w 7084521"/>
                <a:gd name="connsiteY52" fmla="*/ 4061846 h 6857999"/>
                <a:gd name="connsiteX53" fmla="*/ 6792953 w 7084521"/>
                <a:gd name="connsiteY53" fmla="*/ 3509917 h 6857999"/>
                <a:gd name="connsiteX54" fmla="*/ 6242265 w 7084521"/>
                <a:gd name="connsiteY54" fmla="*/ 3065599 h 6857999"/>
                <a:gd name="connsiteX55" fmla="*/ 6000677 w 7084521"/>
                <a:gd name="connsiteY55" fmla="*/ 3026778 h 6857999"/>
                <a:gd name="connsiteX56" fmla="*/ 5686556 w 7084521"/>
                <a:gd name="connsiteY56" fmla="*/ 3083569 h 6857999"/>
                <a:gd name="connsiteX57" fmla="*/ 5357237 w 7084521"/>
                <a:gd name="connsiteY57" fmla="*/ 3299401 h 6857999"/>
                <a:gd name="connsiteX58" fmla="*/ 5115460 w 7084521"/>
                <a:gd name="connsiteY58" fmla="*/ 3779327 h 6857999"/>
                <a:gd name="connsiteX59" fmla="*/ 5107705 w 7084521"/>
                <a:gd name="connsiteY59" fmla="*/ 4020989 h 6857999"/>
                <a:gd name="connsiteX60" fmla="*/ 5372464 w 7084521"/>
                <a:gd name="connsiteY60" fmla="*/ 4568263 h 6857999"/>
                <a:gd name="connsiteX61" fmla="*/ 5253594 w 7084521"/>
                <a:gd name="connsiteY61" fmla="*/ 4688860 h 6857999"/>
                <a:gd name="connsiteX62" fmla="*/ 5220981 w 7084521"/>
                <a:gd name="connsiteY62" fmla="*/ 4681137 h 6857999"/>
                <a:gd name="connsiteX63" fmla="*/ 5075794 w 7084521"/>
                <a:gd name="connsiteY63" fmla="*/ 4497319 h 6857999"/>
                <a:gd name="connsiteX64" fmla="*/ 4931027 w 7084521"/>
                <a:gd name="connsiteY64" fmla="*/ 4128955 h 6857999"/>
                <a:gd name="connsiteX65" fmla="*/ 4957143 w 7084521"/>
                <a:gd name="connsiteY65" fmla="*/ 3616167 h 6857999"/>
                <a:gd name="connsiteX66" fmla="*/ 5287535 w 7084521"/>
                <a:gd name="connsiteY66" fmla="*/ 3101490 h 6857999"/>
                <a:gd name="connsiteX67" fmla="*/ 5770935 w 7084521"/>
                <a:gd name="connsiteY67" fmla="*/ 2863791 h 6857999"/>
                <a:gd name="connsiteX68" fmla="*/ 6056900 w 7084521"/>
                <a:gd name="connsiteY68" fmla="*/ 2840080 h 6857999"/>
                <a:gd name="connsiteX69" fmla="*/ 2351450 w 7084521"/>
                <a:gd name="connsiteY69" fmla="*/ 369188 h 6857999"/>
                <a:gd name="connsiteX70" fmla="*/ 2196063 w 7084521"/>
                <a:gd name="connsiteY70" fmla="*/ 383774 h 6857999"/>
                <a:gd name="connsiteX71" fmla="*/ 1678484 w 7084521"/>
                <a:gd name="connsiteY71" fmla="*/ 738505 h 6857999"/>
                <a:gd name="connsiteX72" fmla="*/ 1548402 w 7084521"/>
                <a:gd name="connsiteY72" fmla="*/ 964788 h 6857999"/>
                <a:gd name="connsiteX73" fmla="*/ 1454659 w 7084521"/>
                <a:gd name="connsiteY73" fmla="*/ 938684 h 6857999"/>
                <a:gd name="connsiteX74" fmla="*/ 1070430 w 7084521"/>
                <a:gd name="connsiteY74" fmla="*/ 899055 h 6857999"/>
                <a:gd name="connsiteX75" fmla="*/ 531486 w 7084521"/>
                <a:gd name="connsiteY75" fmla="*/ 1217816 h 6857999"/>
                <a:gd name="connsiteX76" fmla="*/ 412698 w 7084521"/>
                <a:gd name="connsiteY76" fmla="*/ 1943327 h 6857999"/>
                <a:gd name="connsiteX77" fmla="*/ 661484 w 7084521"/>
                <a:gd name="connsiteY77" fmla="*/ 2313527 h 6857999"/>
                <a:gd name="connsiteX78" fmla="*/ 1174367 w 7084521"/>
                <a:gd name="connsiteY78" fmla="*/ 2504620 h 6857999"/>
                <a:gd name="connsiteX79" fmla="*/ 3497362 w 7084521"/>
                <a:gd name="connsiteY79" fmla="*/ 2505419 h 6857999"/>
                <a:gd name="connsiteX80" fmla="*/ 3893164 w 7084521"/>
                <a:gd name="connsiteY80" fmla="*/ 2321557 h 6857999"/>
                <a:gd name="connsiteX81" fmla="*/ 4005901 w 7084521"/>
                <a:gd name="connsiteY81" fmla="*/ 1918846 h 6857999"/>
                <a:gd name="connsiteX82" fmla="*/ 3492604 w 7084521"/>
                <a:gd name="connsiteY82" fmla="*/ 1491878 h 6857999"/>
                <a:gd name="connsiteX83" fmla="*/ 3156089 w 7084521"/>
                <a:gd name="connsiteY83" fmla="*/ 1491697 h 6857999"/>
                <a:gd name="connsiteX84" fmla="*/ 3121347 w 7084521"/>
                <a:gd name="connsiteY84" fmla="*/ 1489609 h 6857999"/>
                <a:gd name="connsiteX85" fmla="*/ 3121705 w 7084521"/>
                <a:gd name="connsiteY85" fmla="*/ 1404469 h 6857999"/>
                <a:gd name="connsiteX86" fmla="*/ 3113537 w 7084521"/>
                <a:gd name="connsiteY86" fmla="*/ 1028696 h 6857999"/>
                <a:gd name="connsiteX87" fmla="*/ 2780735 w 7084521"/>
                <a:gd name="connsiteY87" fmla="*/ 516289 h 6857999"/>
                <a:gd name="connsiteX88" fmla="*/ 2351450 w 7084521"/>
                <a:gd name="connsiteY88" fmla="*/ 369188 h 6857999"/>
                <a:gd name="connsiteX89" fmla="*/ 2307931 w 7084521"/>
                <a:gd name="connsiteY89" fmla="*/ 437 h 6857999"/>
                <a:gd name="connsiteX90" fmla="*/ 2397184 w 7084521"/>
                <a:gd name="connsiteY90" fmla="*/ 1537 h 6857999"/>
                <a:gd name="connsiteX91" fmla="*/ 2901360 w 7084521"/>
                <a:gd name="connsiteY91" fmla="*/ 150031 h 6857999"/>
                <a:gd name="connsiteX92" fmla="*/ 3236940 w 7084521"/>
                <a:gd name="connsiteY92" fmla="*/ 435456 h 6857999"/>
                <a:gd name="connsiteX93" fmla="*/ 3297564 w 7084521"/>
                <a:gd name="connsiteY93" fmla="*/ 512871 h 6857999"/>
                <a:gd name="connsiteX94" fmla="*/ 3499985 w 7084521"/>
                <a:gd name="connsiteY94" fmla="*/ 1107292 h 6857999"/>
                <a:gd name="connsiteX95" fmla="*/ 3800356 w 7084521"/>
                <a:gd name="connsiteY95" fmla="*/ 1176519 h 6857999"/>
                <a:gd name="connsiteX96" fmla="*/ 4196173 w 7084521"/>
                <a:gd name="connsiteY96" fmla="*/ 1458692 h 6857999"/>
                <a:gd name="connsiteX97" fmla="*/ 4365934 w 7084521"/>
                <a:gd name="connsiteY97" fmla="*/ 1810792 h 6857999"/>
                <a:gd name="connsiteX98" fmla="*/ 4372094 w 7084521"/>
                <a:gd name="connsiteY98" fmla="*/ 2147648 h 6857999"/>
                <a:gd name="connsiteX99" fmla="*/ 4103800 w 7084521"/>
                <a:gd name="connsiteY99" fmla="*/ 2644077 h 6857999"/>
                <a:gd name="connsiteX100" fmla="*/ 3655638 w 7084521"/>
                <a:gd name="connsiteY100" fmla="*/ 2861395 h 6857999"/>
                <a:gd name="connsiteX101" fmla="*/ 3407990 w 7084521"/>
                <a:gd name="connsiteY101" fmla="*/ 2877724 h 6857999"/>
                <a:gd name="connsiteX102" fmla="*/ 1170026 w 7084521"/>
                <a:gd name="connsiteY102" fmla="*/ 2877018 h 6857999"/>
                <a:gd name="connsiteX103" fmla="*/ 463399 w 7084521"/>
                <a:gd name="connsiteY103" fmla="*/ 2634571 h 6857999"/>
                <a:gd name="connsiteX104" fmla="*/ 125027 w 7084521"/>
                <a:gd name="connsiteY104" fmla="*/ 2227899 h 6857999"/>
                <a:gd name="connsiteX105" fmla="*/ 15387 w 7084521"/>
                <a:gd name="connsiteY105" fmla="*/ 1871593 h 6857999"/>
                <a:gd name="connsiteX106" fmla="*/ 420 w 7084521"/>
                <a:gd name="connsiteY106" fmla="*/ 1660386 h 6857999"/>
                <a:gd name="connsiteX107" fmla="*/ 94943 w 7084521"/>
                <a:gd name="connsiteY107" fmla="*/ 1234088 h 6857999"/>
                <a:gd name="connsiteX108" fmla="*/ 409543 w 7084521"/>
                <a:gd name="connsiteY108" fmla="*/ 803532 h 6857999"/>
                <a:gd name="connsiteX109" fmla="*/ 847040 w 7084521"/>
                <a:gd name="connsiteY109" fmla="*/ 566305 h 6857999"/>
                <a:gd name="connsiteX110" fmla="*/ 1241228 w 7084521"/>
                <a:gd name="connsiteY110" fmla="*/ 519145 h 6857999"/>
                <a:gd name="connsiteX111" fmla="*/ 1366539 w 7084521"/>
                <a:gd name="connsiteY111" fmla="*/ 531983 h 6857999"/>
                <a:gd name="connsiteX112" fmla="*/ 1897375 w 7084521"/>
                <a:gd name="connsiteY112" fmla="*/ 89234 h 6857999"/>
                <a:gd name="connsiteX113" fmla="*/ 2217039 w 7084521"/>
                <a:gd name="connsiteY113" fmla="*/ 6665 h 6857999"/>
                <a:gd name="connsiteX114" fmla="*/ 2307931 w 7084521"/>
                <a:gd name="connsiteY114" fmla="*/ 43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7084521" h="6857999">
                  <a:moveTo>
                    <a:pt x="5909439" y="3861825"/>
                  </a:moveTo>
                  <a:cubicBezTo>
                    <a:pt x="5973255" y="3861825"/>
                    <a:pt x="6033215" y="3861825"/>
                    <a:pt x="6095637" y="3861825"/>
                  </a:cubicBezTo>
                  <a:cubicBezTo>
                    <a:pt x="6095637" y="4211237"/>
                    <a:pt x="6095637" y="4559458"/>
                    <a:pt x="6095637" y="4911560"/>
                  </a:cubicBezTo>
                  <a:cubicBezTo>
                    <a:pt x="6333685" y="4911560"/>
                    <a:pt x="6569359" y="4911560"/>
                    <a:pt x="6807804" y="4911560"/>
                  </a:cubicBezTo>
                  <a:cubicBezTo>
                    <a:pt x="6807804" y="5480832"/>
                    <a:pt x="6807804" y="6046223"/>
                    <a:pt x="6807804" y="6615511"/>
                  </a:cubicBezTo>
                  <a:cubicBezTo>
                    <a:pt x="6562019" y="6615511"/>
                    <a:pt x="6315538" y="6615511"/>
                    <a:pt x="6065184" y="6615511"/>
                  </a:cubicBezTo>
                  <a:cubicBezTo>
                    <a:pt x="6065184" y="6698228"/>
                    <a:pt x="6065184" y="6777170"/>
                    <a:pt x="6065184" y="6857999"/>
                  </a:cubicBezTo>
                  <a:cubicBezTo>
                    <a:pt x="5945540" y="6857999"/>
                    <a:pt x="5829769" y="6857999"/>
                    <a:pt x="5710093" y="6857999"/>
                  </a:cubicBezTo>
                  <a:cubicBezTo>
                    <a:pt x="5710093" y="6780208"/>
                    <a:pt x="5710093" y="6701250"/>
                    <a:pt x="5710093" y="6619514"/>
                  </a:cubicBezTo>
                  <a:cubicBezTo>
                    <a:pt x="4870521" y="6619514"/>
                    <a:pt x="4034838" y="6619514"/>
                    <a:pt x="3195259" y="6619514"/>
                  </a:cubicBezTo>
                  <a:cubicBezTo>
                    <a:pt x="3195259" y="6697540"/>
                    <a:pt x="3195259" y="6776489"/>
                    <a:pt x="3195259" y="6857667"/>
                  </a:cubicBezTo>
                  <a:cubicBezTo>
                    <a:pt x="3077357" y="6857667"/>
                    <a:pt x="2963336" y="6857667"/>
                    <a:pt x="2846844" y="6857667"/>
                  </a:cubicBezTo>
                  <a:cubicBezTo>
                    <a:pt x="2846844" y="6778887"/>
                    <a:pt x="2846844" y="6700942"/>
                    <a:pt x="2846844" y="6619011"/>
                  </a:cubicBezTo>
                  <a:cubicBezTo>
                    <a:pt x="2833160" y="6618153"/>
                    <a:pt x="2821664" y="6616816"/>
                    <a:pt x="2810160" y="6616792"/>
                  </a:cubicBezTo>
                  <a:cubicBezTo>
                    <a:pt x="2704751" y="6616629"/>
                    <a:pt x="2599309" y="6614928"/>
                    <a:pt x="2493940" y="6617116"/>
                  </a:cubicBezTo>
                  <a:cubicBezTo>
                    <a:pt x="2338496" y="6620340"/>
                    <a:pt x="2187102" y="6496062"/>
                    <a:pt x="2164183" y="6336907"/>
                  </a:cubicBezTo>
                  <a:cubicBezTo>
                    <a:pt x="2160408" y="6310690"/>
                    <a:pt x="2156422" y="6284182"/>
                    <a:pt x="2156373" y="6257795"/>
                  </a:cubicBezTo>
                  <a:lnTo>
                    <a:pt x="2156114" y="5615553"/>
                  </a:lnTo>
                  <a:lnTo>
                    <a:pt x="2513530" y="5615553"/>
                  </a:lnTo>
                  <a:lnTo>
                    <a:pt x="2512817" y="6218859"/>
                  </a:lnTo>
                  <a:cubicBezTo>
                    <a:pt x="2512817" y="6233556"/>
                    <a:pt x="2512817" y="6248244"/>
                    <a:pt x="2512817" y="6265459"/>
                  </a:cubicBezTo>
                  <a:cubicBezTo>
                    <a:pt x="3829019" y="6265459"/>
                    <a:pt x="5143106" y="6265459"/>
                    <a:pt x="6459551" y="6265459"/>
                  </a:cubicBezTo>
                  <a:cubicBezTo>
                    <a:pt x="6459551" y="5932567"/>
                    <a:pt x="6459551" y="5599617"/>
                    <a:pt x="6459551" y="5262487"/>
                  </a:cubicBezTo>
                  <a:cubicBezTo>
                    <a:pt x="6443161" y="5262487"/>
                    <a:pt x="6427379" y="5262487"/>
                    <a:pt x="6411606" y="5262487"/>
                  </a:cubicBezTo>
                  <a:lnTo>
                    <a:pt x="2871367" y="5262422"/>
                  </a:lnTo>
                  <a:lnTo>
                    <a:pt x="2871367" y="4913853"/>
                  </a:lnTo>
                  <a:lnTo>
                    <a:pt x="5857525" y="4913804"/>
                  </a:lnTo>
                  <a:cubicBezTo>
                    <a:pt x="5873558" y="4913804"/>
                    <a:pt x="5889591" y="4913804"/>
                    <a:pt x="5909439" y="4913804"/>
                  </a:cubicBezTo>
                  <a:cubicBezTo>
                    <a:pt x="5909439" y="4562367"/>
                    <a:pt x="5909439" y="4213190"/>
                    <a:pt x="5909439" y="3861825"/>
                  </a:cubicBezTo>
                  <a:close/>
                  <a:moveTo>
                    <a:pt x="6061451" y="3243587"/>
                  </a:moveTo>
                  <a:cubicBezTo>
                    <a:pt x="6115164" y="3255078"/>
                    <a:pt x="6166889" y="3261407"/>
                    <a:pt x="6214760" y="3278515"/>
                  </a:cubicBezTo>
                  <a:cubicBezTo>
                    <a:pt x="6452935" y="3363635"/>
                    <a:pt x="6606149" y="3529306"/>
                    <a:pt x="6663689" y="3776085"/>
                  </a:cubicBezTo>
                  <a:cubicBezTo>
                    <a:pt x="6712199" y="3984139"/>
                    <a:pt x="6662201" y="4174138"/>
                    <a:pt x="6538602" y="4346033"/>
                  </a:cubicBezTo>
                  <a:cubicBezTo>
                    <a:pt x="6525436" y="4364342"/>
                    <a:pt x="6509877" y="4381336"/>
                    <a:pt x="6493157" y="4396422"/>
                  </a:cubicBezTo>
                  <a:cubicBezTo>
                    <a:pt x="6488482" y="4400640"/>
                    <a:pt x="6472359" y="4399454"/>
                    <a:pt x="6467133" y="4394631"/>
                  </a:cubicBezTo>
                  <a:cubicBezTo>
                    <a:pt x="6425672" y="4356366"/>
                    <a:pt x="6385574" y="4316627"/>
                    <a:pt x="6345311" y="4277585"/>
                  </a:cubicBezTo>
                  <a:cubicBezTo>
                    <a:pt x="6569304" y="4026168"/>
                    <a:pt x="6513713" y="3731226"/>
                    <a:pt x="6331167" y="3564525"/>
                  </a:cubicBezTo>
                  <a:cubicBezTo>
                    <a:pt x="6131968" y="3382615"/>
                    <a:pt x="5861986" y="3390607"/>
                    <a:pt x="5673353" y="3559183"/>
                  </a:cubicBezTo>
                  <a:cubicBezTo>
                    <a:pt x="5482337" y="3729890"/>
                    <a:pt x="5427448" y="4031526"/>
                    <a:pt x="5650519" y="4273169"/>
                  </a:cubicBezTo>
                  <a:cubicBezTo>
                    <a:pt x="5605013" y="4316882"/>
                    <a:pt x="5559480" y="4360621"/>
                    <a:pt x="5512332" y="4405910"/>
                  </a:cubicBezTo>
                  <a:cubicBezTo>
                    <a:pt x="5427678" y="4313794"/>
                    <a:pt x="5362172" y="4205379"/>
                    <a:pt x="5334459" y="4075391"/>
                  </a:cubicBezTo>
                  <a:cubicBezTo>
                    <a:pt x="5289497" y="3864511"/>
                    <a:pt x="5331197" y="3670994"/>
                    <a:pt x="5462954" y="3502799"/>
                  </a:cubicBezTo>
                  <a:cubicBezTo>
                    <a:pt x="5575195" y="3359517"/>
                    <a:pt x="5724696" y="3270797"/>
                    <a:pt x="5909604" y="3251767"/>
                  </a:cubicBezTo>
                  <a:cubicBezTo>
                    <a:pt x="5958732" y="3246711"/>
                    <a:pt x="6008315" y="3246066"/>
                    <a:pt x="6061451" y="3243587"/>
                  </a:cubicBezTo>
                  <a:close/>
                  <a:moveTo>
                    <a:pt x="6056900" y="2840080"/>
                  </a:moveTo>
                  <a:cubicBezTo>
                    <a:pt x="6294654" y="2853114"/>
                    <a:pt x="6508336" y="2934649"/>
                    <a:pt x="6693671" y="3088658"/>
                  </a:cubicBezTo>
                  <a:cubicBezTo>
                    <a:pt x="6809123" y="3184597"/>
                    <a:pt x="6901268" y="3298636"/>
                    <a:pt x="6968114" y="3431132"/>
                  </a:cubicBezTo>
                  <a:cubicBezTo>
                    <a:pt x="7031293" y="3556362"/>
                    <a:pt x="7067125" y="3690098"/>
                    <a:pt x="7080112" y="3831882"/>
                  </a:cubicBezTo>
                  <a:cubicBezTo>
                    <a:pt x="7094729" y="3991454"/>
                    <a:pt x="7072512" y="4143868"/>
                    <a:pt x="7020828" y="4292877"/>
                  </a:cubicBezTo>
                  <a:cubicBezTo>
                    <a:pt x="6967319" y="4447149"/>
                    <a:pt x="6881500" y="4581984"/>
                    <a:pt x="6764134" y="4696730"/>
                  </a:cubicBezTo>
                  <a:cubicBezTo>
                    <a:pt x="6719640" y="4651030"/>
                    <a:pt x="6677518" y="4607765"/>
                    <a:pt x="6634363" y="4563440"/>
                  </a:cubicBezTo>
                  <a:cubicBezTo>
                    <a:pt x="6671904" y="4514078"/>
                    <a:pt x="6714253" y="4463276"/>
                    <a:pt x="6751181" y="4408800"/>
                  </a:cubicBezTo>
                  <a:cubicBezTo>
                    <a:pt x="6822316" y="4303864"/>
                    <a:pt x="6864129" y="4187162"/>
                    <a:pt x="6883931" y="4061846"/>
                  </a:cubicBezTo>
                  <a:cubicBezTo>
                    <a:pt x="6914641" y="3867507"/>
                    <a:pt x="6885667" y="3681685"/>
                    <a:pt x="6792953" y="3509917"/>
                  </a:cubicBezTo>
                  <a:cubicBezTo>
                    <a:pt x="6672377" y="3286530"/>
                    <a:pt x="6492051" y="3130099"/>
                    <a:pt x="6242265" y="3065599"/>
                  </a:cubicBezTo>
                  <a:cubicBezTo>
                    <a:pt x="6163457" y="3045250"/>
                    <a:pt x="6081486" y="3028115"/>
                    <a:pt x="6000677" y="3026778"/>
                  </a:cubicBezTo>
                  <a:cubicBezTo>
                    <a:pt x="5893888" y="3025013"/>
                    <a:pt x="5787491" y="3044790"/>
                    <a:pt x="5686556" y="3083569"/>
                  </a:cubicBezTo>
                  <a:cubicBezTo>
                    <a:pt x="5561366" y="3131668"/>
                    <a:pt x="5449137" y="3202239"/>
                    <a:pt x="5357237" y="3299401"/>
                  </a:cubicBezTo>
                  <a:cubicBezTo>
                    <a:pt x="5229490" y="3434461"/>
                    <a:pt x="5143993" y="3592881"/>
                    <a:pt x="5115460" y="3779327"/>
                  </a:cubicBezTo>
                  <a:cubicBezTo>
                    <a:pt x="5103343" y="3858512"/>
                    <a:pt x="5093174" y="3937378"/>
                    <a:pt x="5107705" y="4020989"/>
                  </a:cubicBezTo>
                  <a:cubicBezTo>
                    <a:pt x="5132023" y="4218901"/>
                    <a:pt x="5207637" y="4389123"/>
                    <a:pt x="5372464" y="4568263"/>
                  </a:cubicBezTo>
                  <a:cubicBezTo>
                    <a:pt x="5333482" y="4608436"/>
                    <a:pt x="5294661" y="4649828"/>
                    <a:pt x="5253594" y="4688860"/>
                  </a:cubicBezTo>
                  <a:cubicBezTo>
                    <a:pt x="5248935" y="4693287"/>
                    <a:pt x="5226937" y="4688345"/>
                    <a:pt x="5220981" y="4681137"/>
                  </a:cubicBezTo>
                  <a:cubicBezTo>
                    <a:pt x="5171230" y="4620938"/>
                    <a:pt x="5119397" y="4561865"/>
                    <a:pt x="5075794" y="4497319"/>
                  </a:cubicBezTo>
                  <a:cubicBezTo>
                    <a:pt x="5000519" y="4385890"/>
                    <a:pt x="4955349" y="4260272"/>
                    <a:pt x="4931027" y="4128955"/>
                  </a:cubicBezTo>
                  <a:cubicBezTo>
                    <a:pt x="4899134" y="3956756"/>
                    <a:pt x="4908098" y="3785653"/>
                    <a:pt x="4957143" y="3616167"/>
                  </a:cubicBezTo>
                  <a:cubicBezTo>
                    <a:pt x="5016449" y="3411224"/>
                    <a:pt x="5128741" y="3240452"/>
                    <a:pt x="5287535" y="3101490"/>
                  </a:cubicBezTo>
                  <a:cubicBezTo>
                    <a:pt x="5426513" y="2979864"/>
                    <a:pt x="5588347" y="2896683"/>
                    <a:pt x="5770935" y="2863791"/>
                  </a:cubicBezTo>
                  <a:cubicBezTo>
                    <a:pt x="5864806" y="2846881"/>
                    <a:pt x="5962175" y="2834887"/>
                    <a:pt x="6056900" y="2840080"/>
                  </a:cubicBezTo>
                  <a:close/>
                  <a:moveTo>
                    <a:pt x="2351450" y="369188"/>
                  </a:moveTo>
                  <a:cubicBezTo>
                    <a:pt x="2300495" y="368409"/>
                    <a:pt x="2248639" y="373157"/>
                    <a:pt x="2196063" y="383774"/>
                  </a:cubicBezTo>
                  <a:cubicBezTo>
                    <a:pt x="1977360" y="427937"/>
                    <a:pt x="1804192" y="553567"/>
                    <a:pt x="1678484" y="738505"/>
                  </a:cubicBezTo>
                  <a:cubicBezTo>
                    <a:pt x="1629916" y="809958"/>
                    <a:pt x="1591810" y="888522"/>
                    <a:pt x="1548402" y="964788"/>
                  </a:cubicBezTo>
                  <a:cubicBezTo>
                    <a:pt x="1517710" y="956318"/>
                    <a:pt x="1485752" y="948827"/>
                    <a:pt x="1454659" y="938684"/>
                  </a:cubicBezTo>
                  <a:cubicBezTo>
                    <a:pt x="1329361" y="897805"/>
                    <a:pt x="1202675" y="880034"/>
                    <a:pt x="1070430" y="899055"/>
                  </a:cubicBezTo>
                  <a:cubicBezTo>
                    <a:pt x="846073" y="931325"/>
                    <a:pt x="663111" y="1037499"/>
                    <a:pt x="531486" y="1217816"/>
                  </a:cubicBezTo>
                  <a:cubicBezTo>
                    <a:pt x="371854" y="1436501"/>
                    <a:pt x="327481" y="1682022"/>
                    <a:pt x="412698" y="1943327"/>
                  </a:cubicBezTo>
                  <a:cubicBezTo>
                    <a:pt x="460301" y="2089288"/>
                    <a:pt x="540794" y="2214334"/>
                    <a:pt x="661484" y="2313527"/>
                  </a:cubicBezTo>
                  <a:cubicBezTo>
                    <a:pt x="811282" y="2436645"/>
                    <a:pt x="981643" y="2504136"/>
                    <a:pt x="1174367" y="2504620"/>
                  </a:cubicBezTo>
                  <a:cubicBezTo>
                    <a:pt x="1946049" y="2506556"/>
                    <a:pt x="2717739" y="2505419"/>
                    <a:pt x="3497362" y="2505419"/>
                  </a:cubicBezTo>
                  <a:cubicBezTo>
                    <a:pt x="3655536" y="2500628"/>
                    <a:pt x="3790469" y="2446767"/>
                    <a:pt x="3893164" y="2321557"/>
                  </a:cubicBezTo>
                  <a:cubicBezTo>
                    <a:pt x="3989999" y="2203491"/>
                    <a:pt x="4028596" y="2071540"/>
                    <a:pt x="4005901" y="1918846"/>
                  </a:cubicBezTo>
                  <a:cubicBezTo>
                    <a:pt x="3969203" y="1671938"/>
                    <a:pt x="3735967" y="1492960"/>
                    <a:pt x="3492604" y="1491878"/>
                  </a:cubicBezTo>
                  <a:cubicBezTo>
                    <a:pt x="3380435" y="1491379"/>
                    <a:pt x="3268261" y="1491854"/>
                    <a:pt x="3156089" y="1491697"/>
                  </a:cubicBezTo>
                  <a:cubicBezTo>
                    <a:pt x="3144604" y="1491681"/>
                    <a:pt x="3133122" y="1490349"/>
                    <a:pt x="3121347" y="1489609"/>
                  </a:cubicBezTo>
                  <a:cubicBezTo>
                    <a:pt x="3121347" y="1458460"/>
                    <a:pt x="3119246" y="1431256"/>
                    <a:pt x="3121705" y="1404469"/>
                  </a:cubicBezTo>
                  <a:cubicBezTo>
                    <a:pt x="3133232" y="1278842"/>
                    <a:pt x="3136650" y="1153730"/>
                    <a:pt x="3113537" y="1028696"/>
                  </a:cubicBezTo>
                  <a:cubicBezTo>
                    <a:pt x="3073399" y="811551"/>
                    <a:pt x="2959053" y="641781"/>
                    <a:pt x="2780735" y="516289"/>
                  </a:cubicBezTo>
                  <a:cubicBezTo>
                    <a:pt x="2649056" y="423621"/>
                    <a:pt x="2504313" y="371527"/>
                    <a:pt x="2351450" y="369188"/>
                  </a:cubicBezTo>
                  <a:close/>
                  <a:moveTo>
                    <a:pt x="2307931" y="437"/>
                  </a:moveTo>
                  <a:cubicBezTo>
                    <a:pt x="2337952" y="-406"/>
                    <a:pt x="2367700" y="-27"/>
                    <a:pt x="2397184" y="1537"/>
                  </a:cubicBezTo>
                  <a:cubicBezTo>
                    <a:pt x="2574089" y="10922"/>
                    <a:pt x="2741490" y="62990"/>
                    <a:pt x="2901360" y="150031"/>
                  </a:cubicBezTo>
                  <a:cubicBezTo>
                    <a:pt x="3032508" y="221435"/>
                    <a:pt x="3143110" y="319147"/>
                    <a:pt x="3236940" y="435456"/>
                  </a:cubicBezTo>
                  <a:cubicBezTo>
                    <a:pt x="3256892" y="460188"/>
                    <a:pt x="3275994" y="485603"/>
                    <a:pt x="3297564" y="512871"/>
                  </a:cubicBezTo>
                  <a:cubicBezTo>
                    <a:pt x="3419642" y="697018"/>
                    <a:pt x="3487430" y="896805"/>
                    <a:pt x="3499985" y="1107292"/>
                  </a:cubicBezTo>
                  <a:cubicBezTo>
                    <a:pt x="3603779" y="1130681"/>
                    <a:pt x="3704300" y="1146465"/>
                    <a:pt x="3800356" y="1176519"/>
                  </a:cubicBezTo>
                  <a:cubicBezTo>
                    <a:pt x="3961645" y="1226984"/>
                    <a:pt x="4088701" y="1328850"/>
                    <a:pt x="4196173" y="1458692"/>
                  </a:cubicBezTo>
                  <a:cubicBezTo>
                    <a:pt x="4282357" y="1562817"/>
                    <a:pt x="4337134" y="1681287"/>
                    <a:pt x="4365934" y="1810792"/>
                  </a:cubicBezTo>
                  <a:cubicBezTo>
                    <a:pt x="4390556" y="1921514"/>
                    <a:pt x="4391391" y="2033445"/>
                    <a:pt x="4372094" y="2147648"/>
                  </a:cubicBezTo>
                  <a:cubicBezTo>
                    <a:pt x="4338699" y="2345305"/>
                    <a:pt x="4248036" y="2509774"/>
                    <a:pt x="4103800" y="2644077"/>
                  </a:cubicBezTo>
                  <a:cubicBezTo>
                    <a:pt x="3977749" y="2761450"/>
                    <a:pt x="3828572" y="2839227"/>
                    <a:pt x="3655638" y="2861395"/>
                  </a:cubicBezTo>
                  <a:cubicBezTo>
                    <a:pt x="3573707" y="2871897"/>
                    <a:pt x="3490585" y="2877590"/>
                    <a:pt x="3407990" y="2877724"/>
                  </a:cubicBezTo>
                  <a:cubicBezTo>
                    <a:pt x="2662001" y="2878937"/>
                    <a:pt x="1915994" y="2881036"/>
                    <a:pt x="1170026" y="2877018"/>
                  </a:cubicBezTo>
                  <a:cubicBezTo>
                    <a:pt x="909941" y="2875617"/>
                    <a:pt x="673001" y="2793734"/>
                    <a:pt x="463399" y="2634571"/>
                  </a:cubicBezTo>
                  <a:cubicBezTo>
                    <a:pt x="318523" y="2524559"/>
                    <a:pt x="206393" y="2388265"/>
                    <a:pt x="125027" y="2227899"/>
                  </a:cubicBezTo>
                  <a:cubicBezTo>
                    <a:pt x="68471" y="2116432"/>
                    <a:pt x="27119" y="1997856"/>
                    <a:pt x="15387" y="1871593"/>
                  </a:cubicBezTo>
                  <a:cubicBezTo>
                    <a:pt x="8851" y="1801273"/>
                    <a:pt x="-2304" y="1730498"/>
                    <a:pt x="420" y="1660386"/>
                  </a:cubicBezTo>
                  <a:cubicBezTo>
                    <a:pt x="6135" y="1513259"/>
                    <a:pt x="37992" y="1371358"/>
                    <a:pt x="94943" y="1234088"/>
                  </a:cubicBezTo>
                  <a:cubicBezTo>
                    <a:pt x="165378" y="1064316"/>
                    <a:pt x="273275" y="922671"/>
                    <a:pt x="409543" y="803532"/>
                  </a:cubicBezTo>
                  <a:cubicBezTo>
                    <a:pt x="536614" y="692434"/>
                    <a:pt x="683265" y="613716"/>
                    <a:pt x="847040" y="566305"/>
                  </a:cubicBezTo>
                  <a:cubicBezTo>
                    <a:pt x="976474" y="528836"/>
                    <a:pt x="1107502" y="514213"/>
                    <a:pt x="1241228" y="519145"/>
                  </a:cubicBezTo>
                  <a:cubicBezTo>
                    <a:pt x="1282009" y="520649"/>
                    <a:pt x="1322600" y="527329"/>
                    <a:pt x="1366539" y="531983"/>
                  </a:cubicBezTo>
                  <a:cubicBezTo>
                    <a:pt x="1499760" y="335955"/>
                    <a:pt x="1676488" y="185568"/>
                    <a:pt x="1897375" y="89234"/>
                  </a:cubicBezTo>
                  <a:cubicBezTo>
                    <a:pt x="1999195" y="44829"/>
                    <a:pt x="2105628" y="18766"/>
                    <a:pt x="2217039" y="6665"/>
                  </a:cubicBezTo>
                  <a:cubicBezTo>
                    <a:pt x="2247616" y="3344"/>
                    <a:pt x="2277910" y="1280"/>
                    <a:pt x="2307931" y="437"/>
                  </a:cubicBezTo>
                  <a:close/>
                </a:path>
              </a:pathLst>
            </a:custGeom>
            <a:grpFill/>
            <a:ln w="6350" cap="flat">
              <a:noFill/>
              <a:prstDash val="solid"/>
              <a:miter/>
            </a:ln>
          </p:spPr>
          <p:txBody>
            <a:bodyPr wrap="square" rtlCol="0" anchor="ctr">
              <a:noAutofit/>
            </a:bodyPr>
            <a:lstStyle/>
            <a:p>
              <a:endParaRPr lang="en-US" dirty="0"/>
            </a:p>
          </p:txBody>
        </p:sp>
        <p:sp>
          <p:nvSpPr>
            <p:cNvPr id="2875" name="Freeform: Shape 2874">
              <a:extLst>
                <a:ext uri="{FF2B5EF4-FFF2-40B4-BE49-F238E27FC236}">
                  <a16:creationId xmlns:a16="http://schemas.microsoft.com/office/drawing/2014/main" id="{A2898118-E8EC-B519-7A8F-144DA7A7E40B}"/>
                </a:ext>
                <a:ext uri="{C183D7F6-B498-43B3-948B-1728B52AA6E4}">
                  <adec:decorative xmlns:adec="http://schemas.microsoft.com/office/drawing/2017/decorative" val="1"/>
                </a:ext>
              </a:extLst>
            </p:cNvPr>
            <p:cNvSpPr/>
            <p:nvPr/>
          </p:nvSpPr>
          <p:spPr>
            <a:xfrm>
              <a:off x="11196917" y="5957979"/>
              <a:ext cx="287865" cy="194791"/>
            </a:xfrm>
            <a:custGeom>
              <a:avLst/>
              <a:gdLst>
                <a:gd name="connsiteX0" fmla="*/ 1093288 w 4317979"/>
                <a:gd name="connsiteY0" fmla="*/ 2648431 h 2921859"/>
                <a:gd name="connsiteX1" fmla="*/ 1901693 w 4317979"/>
                <a:gd name="connsiteY1" fmla="*/ 2648431 h 2921859"/>
                <a:gd name="connsiteX2" fmla="*/ 1901693 w 4317979"/>
                <a:gd name="connsiteY2" fmla="*/ 2833487 h 2921859"/>
                <a:gd name="connsiteX3" fmla="*/ 1093288 w 4317979"/>
                <a:gd name="connsiteY3" fmla="*/ 2833487 h 2921859"/>
                <a:gd name="connsiteX4" fmla="*/ 3947050 w 4317979"/>
                <a:gd name="connsiteY4" fmla="*/ 2552007 h 2921859"/>
                <a:gd name="connsiteX5" fmla="*/ 4317979 w 4317979"/>
                <a:gd name="connsiteY5" fmla="*/ 2552007 h 2921859"/>
                <a:gd name="connsiteX6" fmla="*/ 4317979 w 4317979"/>
                <a:gd name="connsiteY6" fmla="*/ 2921859 h 2921859"/>
                <a:gd name="connsiteX7" fmla="*/ 3947050 w 4317979"/>
                <a:gd name="connsiteY7" fmla="*/ 2921859 h 2921859"/>
                <a:gd name="connsiteX8" fmla="*/ 3393552 w 4317979"/>
                <a:gd name="connsiteY8" fmla="*/ 2551294 h 2921859"/>
                <a:gd name="connsiteX9" fmla="*/ 3764473 w 4317979"/>
                <a:gd name="connsiteY9" fmla="*/ 2551294 h 2921859"/>
                <a:gd name="connsiteX10" fmla="*/ 3764473 w 4317979"/>
                <a:gd name="connsiteY10" fmla="*/ 2918692 h 2921859"/>
                <a:gd name="connsiteX11" fmla="*/ 3393552 w 4317979"/>
                <a:gd name="connsiteY11" fmla="*/ 2918692 h 2921859"/>
                <a:gd name="connsiteX12" fmla="*/ 2852693 w 4317979"/>
                <a:gd name="connsiteY12" fmla="*/ 2550929 h 2921859"/>
                <a:gd name="connsiteX13" fmla="*/ 3220106 w 4317979"/>
                <a:gd name="connsiteY13" fmla="*/ 2550929 h 2921859"/>
                <a:gd name="connsiteX14" fmla="*/ 3220106 w 4317979"/>
                <a:gd name="connsiteY14" fmla="*/ 2921859 h 2921859"/>
                <a:gd name="connsiteX15" fmla="*/ 2852693 w 4317979"/>
                <a:gd name="connsiteY15" fmla="*/ 2921859 h 2921859"/>
                <a:gd name="connsiteX16" fmla="*/ 339641 w 4317979"/>
                <a:gd name="connsiteY16" fmla="*/ 1808632 h 2921859"/>
                <a:gd name="connsiteX17" fmla="*/ 878118 w 4317979"/>
                <a:gd name="connsiteY17" fmla="*/ 1808632 h 2921859"/>
                <a:gd name="connsiteX18" fmla="*/ 878118 w 4317979"/>
                <a:gd name="connsiteY18" fmla="*/ 2347110 h 2921859"/>
                <a:gd name="connsiteX19" fmla="*/ 339641 w 4317979"/>
                <a:gd name="connsiteY19" fmla="*/ 2347110 h 2921859"/>
                <a:gd name="connsiteX20" fmla="*/ 614777 w 4317979"/>
                <a:gd name="connsiteY20" fmla="*/ 0 h 2921859"/>
                <a:gd name="connsiteX21" fmla="*/ 893989 w 4317979"/>
                <a:gd name="connsiteY21" fmla="*/ 279641 h 2921859"/>
                <a:gd name="connsiteX22" fmla="*/ 1197449 w 4317979"/>
                <a:gd name="connsiteY22" fmla="*/ 582186 h 2921859"/>
                <a:gd name="connsiteX23" fmla="*/ 1197757 w 4317979"/>
                <a:gd name="connsiteY23" fmla="*/ 637568 h 2921859"/>
                <a:gd name="connsiteX24" fmla="*/ 1126147 w 4317979"/>
                <a:gd name="connsiteY24" fmla="*/ 709170 h 2921859"/>
                <a:gd name="connsiteX25" fmla="*/ 1070781 w 4317979"/>
                <a:gd name="connsiteY25" fmla="*/ 708716 h 2921859"/>
                <a:gd name="connsiteX26" fmla="*/ 744572 w 4317979"/>
                <a:gd name="connsiteY26" fmla="*/ 381389 h 2921859"/>
                <a:gd name="connsiteX27" fmla="*/ 705636 w 4317979"/>
                <a:gd name="connsiteY27" fmla="*/ 337819 h 2921859"/>
                <a:gd name="connsiteX28" fmla="*/ 695760 w 4317979"/>
                <a:gd name="connsiteY28" fmla="*/ 344008 h 2921859"/>
                <a:gd name="connsiteX29" fmla="*/ 695760 w 4317979"/>
                <a:gd name="connsiteY29" fmla="*/ 1570082 h 2921859"/>
                <a:gd name="connsiteX30" fmla="*/ 510357 w 4317979"/>
                <a:gd name="connsiteY30" fmla="*/ 1570082 h 2921859"/>
                <a:gd name="connsiteX31" fmla="*/ 510357 w 4317979"/>
                <a:gd name="connsiteY31" fmla="*/ 333695 h 2921859"/>
                <a:gd name="connsiteX32" fmla="*/ 338636 w 4317979"/>
                <a:gd name="connsiteY32" fmla="*/ 506534 h 2921859"/>
                <a:gd name="connsiteX33" fmla="*/ 135271 w 4317979"/>
                <a:gd name="connsiteY33" fmla="*/ 710199 h 2921859"/>
                <a:gd name="connsiteX34" fmla="*/ 89117 w 4317979"/>
                <a:gd name="connsiteY34" fmla="*/ 715667 h 2921859"/>
                <a:gd name="connsiteX35" fmla="*/ 0 w 4317979"/>
                <a:gd name="connsiteY35" fmla="*/ 614827 h 2921859"/>
                <a:gd name="connsiteX36" fmla="*/ 614777 w 4317979"/>
                <a:gd name="connsiteY36" fmla="*/ 0 h 292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17979" h="2921859">
                  <a:moveTo>
                    <a:pt x="1093288" y="2648431"/>
                  </a:moveTo>
                  <a:lnTo>
                    <a:pt x="1901693" y="2648431"/>
                  </a:lnTo>
                  <a:lnTo>
                    <a:pt x="1901693" y="2833487"/>
                  </a:lnTo>
                  <a:lnTo>
                    <a:pt x="1093288" y="2833487"/>
                  </a:lnTo>
                  <a:close/>
                  <a:moveTo>
                    <a:pt x="3947050" y="2552007"/>
                  </a:moveTo>
                  <a:lnTo>
                    <a:pt x="4317979" y="2552007"/>
                  </a:lnTo>
                  <a:lnTo>
                    <a:pt x="4317979" y="2921859"/>
                  </a:lnTo>
                  <a:lnTo>
                    <a:pt x="3947050" y="2921859"/>
                  </a:lnTo>
                  <a:close/>
                  <a:moveTo>
                    <a:pt x="3393552" y="2551294"/>
                  </a:moveTo>
                  <a:lnTo>
                    <a:pt x="3764473" y="2551294"/>
                  </a:lnTo>
                  <a:lnTo>
                    <a:pt x="3764473" y="2918692"/>
                  </a:lnTo>
                  <a:lnTo>
                    <a:pt x="3393552" y="2918692"/>
                  </a:lnTo>
                  <a:close/>
                  <a:moveTo>
                    <a:pt x="2852693" y="2550929"/>
                  </a:moveTo>
                  <a:lnTo>
                    <a:pt x="3220106" y="2550929"/>
                  </a:lnTo>
                  <a:lnTo>
                    <a:pt x="3220106" y="2921859"/>
                  </a:lnTo>
                  <a:lnTo>
                    <a:pt x="2852693" y="2921859"/>
                  </a:lnTo>
                  <a:close/>
                  <a:moveTo>
                    <a:pt x="339641" y="1808632"/>
                  </a:moveTo>
                  <a:lnTo>
                    <a:pt x="878118" y="1808632"/>
                  </a:lnTo>
                  <a:lnTo>
                    <a:pt x="878118" y="2347110"/>
                  </a:lnTo>
                  <a:lnTo>
                    <a:pt x="339641" y="2347110"/>
                  </a:lnTo>
                  <a:close/>
                  <a:moveTo>
                    <a:pt x="614777" y="0"/>
                  </a:moveTo>
                  <a:cubicBezTo>
                    <a:pt x="705069" y="90429"/>
                    <a:pt x="798512" y="184019"/>
                    <a:pt x="893989" y="279641"/>
                  </a:cubicBezTo>
                  <a:cubicBezTo>
                    <a:pt x="996360" y="381980"/>
                    <a:pt x="1096196" y="482804"/>
                    <a:pt x="1197449" y="582186"/>
                  </a:cubicBezTo>
                  <a:cubicBezTo>
                    <a:pt x="1218740" y="603080"/>
                    <a:pt x="1220944" y="617347"/>
                    <a:pt x="1197757" y="637568"/>
                  </a:cubicBezTo>
                  <a:cubicBezTo>
                    <a:pt x="1172350" y="659718"/>
                    <a:pt x="1148281" y="683755"/>
                    <a:pt x="1126147" y="709170"/>
                  </a:cubicBezTo>
                  <a:cubicBezTo>
                    <a:pt x="1105853" y="732478"/>
                    <a:pt x="1091594" y="729877"/>
                    <a:pt x="1070781" y="708716"/>
                  </a:cubicBezTo>
                  <a:cubicBezTo>
                    <a:pt x="962747" y="598908"/>
                    <a:pt x="853287" y="490517"/>
                    <a:pt x="744572" y="381389"/>
                  </a:cubicBezTo>
                  <a:cubicBezTo>
                    <a:pt x="730848" y="367608"/>
                    <a:pt x="718574" y="352377"/>
                    <a:pt x="705636" y="337819"/>
                  </a:cubicBezTo>
                  <a:cubicBezTo>
                    <a:pt x="702339" y="339884"/>
                    <a:pt x="699050" y="341942"/>
                    <a:pt x="695760" y="344008"/>
                  </a:cubicBezTo>
                  <a:lnTo>
                    <a:pt x="695760" y="1570082"/>
                  </a:lnTo>
                  <a:lnTo>
                    <a:pt x="510357" y="1570082"/>
                  </a:lnTo>
                  <a:lnTo>
                    <a:pt x="510357" y="333695"/>
                  </a:lnTo>
                  <a:cubicBezTo>
                    <a:pt x="448590" y="395882"/>
                    <a:pt x="393711" y="451313"/>
                    <a:pt x="338636" y="506534"/>
                  </a:cubicBezTo>
                  <a:cubicBezTo>
                    <a:pt x="270891" y="574465"/>
                    <a:pt x="202798" y="642056"/>
                    <a:pt x="135271" y="710199"/>
                  </a:cubicBezTo>
                  <a:cubicBezTo>
                    <a:pt x="120680" y="724919"/>
                    <a:pt x="107856" y="737274"/>
                    <a:pt x="89117" y="715667"/>
                  </a:cubicBezTo>
                  <a:cubicBezTo>
                    <a:pt x="57901" y="679672"/>
                    <a:pt x="26038" y="644228"/>
                    <a:pt x="0" y="614827"/>
                  </a:cubicBezTo>
                  <a:cubicBezTo>
                    <a:pt x="204791" y="410028"/>
                    <a:pt x="408893" y="205909"/>
                    <a:pt x="614777"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68" name="Group 67">
            <a:extLst>
              <a:ext uri="{FF2B5EF4-FFF2-40B4-BE49-F238E27FC236}">
                <a16:creationId xmlns:a16="http://schemas.microsoft.com/office/drawing/2014/main" id="{6AD593B6-DAED-19F5-03B9-472C6209BF61}"/>
              </a:ext>
              <a:ext uri="{C183D7F6-B498-43B3-948B-1728B52AA6E4}">
                <adec:decorative xmlns:adec="http://schemas.microsoft.com/office/drawing/2017/decorative" val="1"/>
              </a:ext>
            </a:extLst>
          </p:cNvPr>
          <p:cNvGrpSpPr>
            <a:grpSpLocks noChangeAspect="1"/>
          </p:cNvGrpSpPr>
          <p:nvPr/>
        </p:nvGrpSpPr>
        <p:grpSpPr>
          <a:xfrm>
            <a:off x="639763" y="3644779"/>
            <a:ext cx="587827" cy="457200"/>
            <a:chOff x="639763" y="3636615"/>
            <a:chExt cx="587827" cy="457200"/>
          </a:xfrm>
          <a:solidFill>
            <a:schemeClr val="accent2"/>
          </a:solidFill>
        </p:grpSpPr>
        <p:sp>
          <p:nvSpPr>
            <p:cNvPr id="1654" name="Freeform: Shape 1653">
              <a:extLst>
                <a:ext uri="{FF2B5EF4-FFF2-40B4-BE49-F238E27FC236}">
                  <a16:creationId xmlns:a16="http://schemas.microsoft.com/office/drawing/2014/main" id="{066C789F-6EC3-92E8-6600-16A5FA79E224}"/>
                </a:ext>
                <a:ext uri="{C183D7F6-B498-43B3-948B-1728B52AA6E4}">
                  <adec:decorative xmlns:adec="http://schemas.microsoft.com/office/drawing/2017/decorative" val="1"/>
                </a:ext>
              </a:extLst>
            </p:cNvPr>
            <p:cNvSpPr/>
            <p:nvPr/>
          </p:nvSpPr>
          <p:spPr>
            <a:xfrm>
              <a:off x="698546" y="3636615"/>
              <a:ext cx="529044" cy="457200"/>
            </a:xfrm>
            <a:custGeom>
              <a:avLst/>
              <a:gdLst>
                <a:gd name="connsiteX0" fmla="*/ 1686513 w 7935664"/>
                <a:gd name="connsiteY0" fmla="*/ 734784 h 6858000"/>
                <a:gd name="connsiteX1" fmla="*/ 3241810 w 7935664"/>
                <a:gd name="connsiteY1" fmla="*/ 734784 h 6858000"/>
                <a:gd name="connsiteX2" fmla="*/ 3241810 w 7935664"/>
                <a:gd name="connsiteY2" fmla="*/ 734784 h 6858000"/>
                <a:gd name="connsiteX3" fmla="*/ 7445808 w 7935664"/>
                <a:gd name="connsiteY3" fmla="*/ 734784 h 6858000"/>
                <a:gd name="connsiteX4" fmla="*/ 7935664 w 7935664"/>
                <a:gd name="connsiteY4" fmla="*/ 1224641 h 6858000"/>
                <a:gd name="connsiteX5" fmla="*/ 7935664 w 7935664"/>
                <a:gd name="connsiteY5" fmla="*/ 4488476 h 6858000"/>
                <a:gd name="connsiteX6" fmla="*/ 7580518 w 7935664"/>
                <a:gd name="connsiteY6" fmla="*/ 5351685 h 6858000"/>
                <a:gd name="connsiteX7" fmla="*/ 7317222 w 7935664"/>
                <a:gd name="connsiteY7" fmla="*/ 5614983 h 6858000"/>
                <a:gd name="connsiteX8" fmla="*/ 6447727 w 7935664"/>
                <a:gd name="connsiteY8" fmla="*/ 5976252 h 6858000"/>
                <a:gd name="connsiteX9" fmla="*/ 654445 w 7935664"/>
                <a:gd name="connsiteY9" fmla="*/ 5976252 h 6858000"/>
                <a:gd name="connsiteX10" fmla="*/ 654445 w 7935664"/>
                <a:gd name="connsiteY10" fmla="*/ 3289916 h 6858000"/>
                <a:gd name="connsiteX11" fmla="*/ 654445 w 7935664"/>
                <a:gd name="connsiteY11" fmla="*/ 2694212 h 6858000"/>
                <a:gd name="connsiteX12" fmla="*/ 654445 w 7935664"/>
                <a:gd name="connsiteY12" fmla="*/ 1740741 h 6858000"/>
                <a:gd name="connsiteX13" fmla="*/ 1144297 w 7935664"/>
                <a:gd name="connsiteY13" fmla="*/ 1740741 h 6858000"/>
                <a:gd name="connsiteX14" fmla="*/ 1144297 w 7935664"/>
                <a:gd name="connsiteY14" fmla="*/ 2694212 h 6858000"/>
                <a:gd name="connsiteX15" fmla="*/ 1144302 w 7935664"/>
                <a:gd name="connsiteY15" fmla="*/ 2694212 h 6858000"/>
                <a:gd name="connsiteX16" fmla="*/ 1144302 w 7935664"/>
                <a:gd name="connsiteY16" fmla="*/ 5486395 h 6858000"/>
                <a:gd name="connsiteX17" fmla="*/ 6447727 w 7935664"/>
                <a:gd name="connsiteY17" fmla="*/ 5486395 h 6858000"/>
                <a:gd name="connsiteX18" fmla="*/ 6968198 w 7935664"/>
                <a:gd name="connsiteY18" fmla="*/ 5272247 h 6858000"/>
                <a:gd name="connsiteX19" fmla="*/ 7231496 w 7935664"/>
                <a:gd name="connsiteY19" fmla="*/ 5008948 h 6858000"/>
                <a:gd name="connsiteX20" fmla="*/ 7445808 w 7935664"/>
                <a:gd name="connsiteY20" fmla="*/ 4494599 h 6858000"/>
                <a:gd name="connsiteX21" fmla="*/ 7445808 w 7935664"/>
                <a:gd name="connsiteY21" fmla="*/ 1224641 h 6858000"/>
                <a:gd name="connsiteX22" fmla="*/ 2779196 w 7935664"/>
                <a:gd name="connsiteY22" fmla="*/ 1224641 h 6858000"/>
                <a:gd name="connsiteX23" fmla="*/ 2779196 w 7935664"/>
                <a:gd name="connsiteY23" fmla="*/ 1224637 h 6858000"/>
                <a:gd name="connsiteX24" fmla="*/ 1686513 w 7935664"/>
                <a:gd name="connsiteY24" fmla="*/ 1224637 h 6858000"/>
                <a:gd name="connsiteX25" fmla="*/ 0 w 7935664"/>
                <a:gd name="connsiteY25" fmla="*/ 0 h 6858000"/>
                <a:gd name="connsiteX26" fmla="*/ 220434 w 7935664"/>
                <a:gd name="connsiteY26" fmla="*/ 0 h 6858000"/>
                <a:gd name="connsiteX27" fmla="*/ 220434 w 7935664"/>
                <a:gd name="connsiteY27" fmla="*/ 6858000 h 6858000"/>
                <a:gd name="connsiteX28" fmla="*/ 0 w 7935664"/>
                <a:gd name="connsiteY2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35664" h="6858000">
                  <a:moveTo>
                    <a:pt x="1686513" y="734784"/>
                  </a:moveTo>
                  <a:lnTo>
                    <a:pt x="3241810" y="734784"/>
                  </a:lnTo>
                  <a:lnTo>
                    <a:pt x="3241810" y="734784"/>
                  </a:lnTo>
                  <a:lnTo>
                    <a:pt x="7445808" y="734784"/>
                  </a:lnTo>
                  <a:cubicBezTo>
                    <a:pt x="7716013" y="735592"/>
                    <a:pt x="7934856" y="954436"/>
                    <a:pt x="7935664" y="1224641"/>
                  </a:cubicBezTo>
                  <a:lnTo>
                    <a:pt x="7935664" y="4488476"/>
                  </a:lnTo>
                  <a:cubicBezTo>
                    <a:pt x="7936048" y="4811847"/>
                    <a:pt x="7808356" y="5122211"/>
                    <a:pt x="7580518" y="5351685"/>
                  </a:cubicBezTo>
                  <a:lnTo>
                    <a:pt x="7317222" y="5614983"/>
                  </a:lnTo>
                  <a:cubicBezTo>
                    <a:pt x="7086878" y="5846112"/>
                    <a:pt x="6774038" y="5976095"/>
                    <a:pt x="6447727" y="5976252"/>
                  </a:cubicBezTo>
                  <a:lnTo>
                    <a:pt x="654445" y="5976252"/>
                  </a:lnTo>
                  <a:lnTo>
                    <a:pt x="654445" y="3289916"/>
                  </a:lnTo>
                  <a:lnTo>
                    <a:pt x="654445" y="2694212"/>
                  </a:lnTo>
                  <a:lnTo>
                    <a:pt x="654445" y="1740741"/>
                  </a:lnTo>
                  <a:lnTo>
                    <a:pt x="1144297" y="1740741"/>
                  </a:lnTo>
                  <a:lnTo>
                    <a:pt x="1144297" y="2694212"/>
                  </a:lnTo>
                  <a:lnTo>
                    <a:pt x="1144302" y="2694212"/>
                  </a:lnTo>
                  <a:lnTo>
                    <a:pt x="1144302" y="5486395"/>
                  </a:lnTo>
                  <a:lnTo>
                    <a:pt x="6447727" y="5486395"/>
                  </a:lnTo>
                  <a:cubicBezTo>
                    <a:pt x="6642940" y="5487828"/>
                    <a:pt x="6830520" y="5410649"/>
                    <a:pt x="6968198" y="5272247"/>
                  </a:cubicBezTo>
                  <a:lnTo>
                    <a:pt x="7231496" y="5008948"/>
                  </a:lnTo>
                  <a:cubicBezTo>
                    <a:pt x="7372330" y="4874238"/>
                    <a:pt x="7445808" y="4690541"/>
                    <a:pt x="7445808" y="4494599"/>
                  </a:cubicBezTo>
                  <a:lnTo>
                    <a:pt x="7445808" y="1224641"/>
                  </a:lnTo>
                  <a:lnTo>
                    <a:pt x="2779196" y="1224641"/>
                  </a:lnTo>
                  <a:lnTo>
                    <a:pt x="2779196" y="1224637"/>
                  </a:lnTo>
                  <a:lnTo>
                    <a:pt x="1686513" y="1224637"/>
                  </a:lnTo>
                  <a:close/>
                  <a:moveTo>
                    <a:pt x="0" y="0"/>
                  </a:moveTo>
                  <a:lnTo>
                    <a:pt x="220434" y="0"/>
                  </a:lnTo>
                  <a:lnTo>
                    <a:pt x="220434" y="6858000"/>
                  </a:lnTo>
                  <a:lnTo>
                    <a:pt x="0" y="6858000"/>
                  </a:lnTo>
                  <a:close/>
                </a:path>
              </a:pathLst>
            </a:custGeom>
            <a:grpFill/>
            <a:ln w="6350" cap="flat">
              <a:noFill/>
              <a:prstDash val="solid"/>
              <a:miter/>
            </a:ln>
          </p:spPr>
          <p:txBody>
            <a:bodyPr wrap="square" rtlCol="0" anchor="ctr">
              <a:noAutofit/>
            </a:bodyPr>
            <a:lstStyle/>
            <a:p>
              <a:endParaRPr lang="en-US"/>
            </a:p>
          </p:txBody>
        </p:sp>
        <p:sp>
          <p:nvSpPr>
            <p:cNvPr id="1655" name="Freeform: Shape 1654">
              <a:extLst>
                <a:ext uri="{FF2B5EF4-FFF2-40B4-BE49-F238E27FC236}">
                  <a16:creationId xmlns:a16="http://schemas.microsoft.com/office/drawing/2014/main" id="{01EC82C9-634E-8146-18C4-8057C1FC4218}"/>
                </a:ext>
                <a:ext uri="{C183D7F6-B498-43B3-948B-1728B52AA6E4}">
                  <adec:decorative xmlns:adec="http://schemas.microsoft.com/office/drawing/2017/decorative" val="1"/>
                </a:ext>
              </a:extLst>
            </p:cNvPr>
            <p:cNvSpPr/>
            <p:nvPr/>
          </p:nvSpPr>
          <p:spPr>
            <a:xfrm>
              <a:off x="639763" y="3680000"/>
              <a:ext cx="488631" cy="413815"/>
            </a:xfrm>
            <a:custGeom>
              <a:avLst/>
              <a:gdLst>
                <a:gd name="connsiteX0" fmla="*/ 5614972 w 7329470"/>
                <a:gd name="connsiteY0" fmla="*/ 5766355 h 6207223"/>
                <a:gd name="connsiteX1" fmla="*/ 7329470 w 7329470"/>
                <a:gd name="connsiteY1" fmla="*/ 5766355 h 6207223"/>
                <a:gd name="connsiteX2" fmla="*/ 7329470 w 7329470"/>
                <a:gd name="connsiteY2" fmla="*/ 6207223 h 6207223"/>
                <a:gd name="connsiteX3" fmla="*/ 5614972 w 7329470"/>
                <a:gd name="connsiteY3" fmla="*/ 6207223 h 6207223"/>
                <a:gd name="connsiteX4" fmla="*/ 0 w 7329470"/>
                <a:gd name="connsiteY4" fmla="*/ 4002870 h 6207223"/>
                <a:gd name="connsiteX5" fmla="*/ 440868 w 7329470"/>
                <a:gd name="connsiteY5" fmla="*/ 4002870 h 6207223"/>
                <a:gd name="connsiteX6" fmla="*/ 440868 w 7329470"/>
                <a:gd name="connsiteY6" fmla="*/ 4737654 h 6207223"/>
                <a:gd name="connsiteX7" fmla="*/ 0 w 7329470"/>
                <a:gd name="connsiteY7" fmla="*/ 4737654 h 6207223"/>
                <a:gd name="connsiteX8" fmla="*/ 4909658 w 7329470"/>
                <a:gd name="connsiteY8" fmla="*/ 3128975 h 6207223"/>
                <a:gd name="connsiteX9" fmla="*/ 4874174 w 7329470"/>
                <a:gd name="connsiteY9" fmla="*/ 3171647 h 6207223"/>
                <a:gd name="connsiteX10" fmla="*/ 4589266 w 7329470"/>
                <a:gd name="connsiteY10" fmla="*/ 3324058 h 6207223"/>
                <a:gd name="connsiteX11" fmla="*/ 4477680 w 7329470"/>
                <a:gd name="connsiteY11" fmla="*/ 3335215 h 6207223"/>
                <a:gd name="connsiteX12" fmla="*/ 4582197 w 7329470"/>
                <a:gd name="connsiteY12" fmla="*/ 3325227 h 6207223"/>
                <a:gd name="connsiteX13" fmla="*/ 4072637 w 7329470"/>
                <a:gd name="connsiteY13" fmla="*/ 3978362 h 6207223"/>
                <a:gd name="connsiteX14" fmla="*/ 4014327 w 7329470"/>
                <a:gd name="connsiteY14" fmla="*/ 4006030 h 6207223"/>
                <a:gd name="connsiteX15" fmla="*/ 4021400 w 7329470"/>
                <a:gd name="connsiteY15" fmla="*/ 4008949 h 6207223"/>
                <a:gd name="connsiteX16" fmla="*/ 4475406 w 7329470"/>
                <a:gd name="connsiteY16" fmla="*/ 4088592 h 6207223"/>
                <a:gd name="connsiteX17" fmla="*/ 4959600 w 7329470"/>
                <a:gd name="connsiteY17" fmla="*/ 3997554 h 6207223"/>
                <a:gd name="connsiteX18" fmla="*/ 5069068 w 7329470"/>
                <a:gd name="connsiteY18" fmla="*/ 3948844 h 6207223"/>
                <a:gd name="connsiteX19" fmla="*/ 5069353 w 7329470"/>
                <a:gd name="connsiteY19" fmla="*/ 3947833 h 6207223"/>
                <a:gd name="connsiteX20" fmla="*/ 4987711 w 7329470"/>
                <a:gd name="connsiteY20" fmla="*/ 3290853 h 6207223"/>
                <a:gd name="connsiteX21" fmla="*/ 4890393 w 7329470"/>
                <a:gd name="connsiteY21" fmla="*/ 3154591 h 6207223"/>
                <a:gd name="connsiteX22" fmla="*/ 4972791 w 7329470"/>
                <a:gd name="connsiteY22" fmla="*/ 3034350 h 6207223"/>
                <a:gd name="connsiteX23" fmla="*/ 4951316 w 7329470"/>
                <a:gd name="connsiteY23" fmla="*/ 3073581 h 6207223"/>
                <a:gd name="connsiteX24" fmla="*/ 4959605 w 7329470"/>
                <a:gd name="connsiteY24" fmla="*/ 3062560 h 6207223"/>
                <a:gd name="connsiteX25" fmla="*/ 3972414 w 7329470"/>
                <a:gd name="connsiteY25" fmla="*/ 3024125 h 6207223"/>
                <a:gd name="connsiteX26" fmla="*/ 3983557 w 7329470"/>
                <a:gd name="connsiteY26" fmla="*/ 3049739 h 6207223"/>
                <a:gd name="connsiteX27" fmla="*/ 3995955 w 7329470"/>
                <a:gd name="connsiteY27" fmla="*/ 3067130 h 6207223"/>
                <a:gd name="connsiteX28" fmla="*/ 3172233 w 7329470"/>
                <a:gd name="connsiteY28" fmla="*/ 2993419 h 6207223"/>
                <a:gd name="connsiteX29" fmla="*/ 3179743 w 7329470"/>
                <a:gd name="connsiteY29" fmla="*/ 3041977 h 6207223"/>
                <a:gd name="connsiteX30" fmla="*/ 3723607 w 7329470"/>
                <a:gd name="connsiteY30" fmla="*/ 3855581 h 6207223"/>
                <a:gd name="connsiteX31" fmla="*/ 3745885 w 7329470"/>
                <a:gd name="connsiteY31" fmla="*/ 3869556 h 6207223"/>
                <a:gd name="connsiteX32" fmla="*/ 3753928 w 7329470"/>
                <a:gd name="connsiteY32" fmla="*/ 3867499 h 6207223"/>
                <a:gd name="connsiteX33" fmla="*/ 4289424 w 7329470"/>
                <a:gd name="connsiteY33" fmla="*/ 3466225 h 6207223"/>
                <a:gd name="connsiteX34" fmla="*/ 4355310 w 7329470"/>
                <a:gd name="connsiteY34" fmla="*/ 3322614 h 6207223"/>
                <a:gd name="connsiteX35" fmla="*/ 4357667 w 7329470"/>
                <a:gd name="connsiteY35" fmla="*/ 3322866 h 6207223"/>
                <a:gd name="connsiteX36" fmla="*/ 4255636 w 7329470"/>
                <a:gd name="connsiteY36" fmla="*/ 3291433 h 6207223"/>
                <a:gd name="connsiteX37" fmla="*/ 4076628 w 7329470"/>
                <a:gd name="connsiteY37" fmla="*/ 3171647 h 6207223"/>
                <a:gd name="connsiteX38" fmla="*/ 4033426 w 7329470"/>
                <a:gd name="connsiteY38" fmla="*/ 3119692 h 6207223"/>
                <a:gd name="connsiteX39" fmla="*/ 4050624 w 7329470"/>
                <a:gd name="connsiteY39" fmla="*/ 3143817 h 6207223"/>
                <a:gd name="connsiteX40" fmla="*/ 4050623 w 7329470"/>
                <a:gd name="connsiteY40" fmla="*/ 3144307 h 6207223"/>
                <a:gd name="connsiteX41" fmla="*/ 3225474 w 7329470"/>
                <a:gd name="connsiteY41" fmla="*/ 3029345 h 6207223"/>
                <a:gd name="connsiteX42" fmla="*/ 5008366 w 7329470"/>
                <a:gd name="connsiteY42" fmla="*/ 2958241 h 6207223"/>
                <a:gd name="connsiteX43" fmla="*/ 5008367 w 7329470"/>
                <a:gd name="connsiteY43" fmla="*/ 2958241 h 6207223"/>
                <a:gd name="connsiteX44" fmla="*/ 5008367 w 7329470"/>
                <a:gd name="connsiteY44" fmla="*/ 2958242 h 6207223"/>
                <a:gd name="connsiteX45" fmla="*/ 5173457 w 7329470"/>
                <a:gd name="connsiteY45" fmla="*/ 2590440 h 6207223"/>
                <a:gd name="connsiteX46" fmla="*/ 5010988 w 7329470"/>
                <a:gd name="connsiteY46" fmla="*/ 2605706 h 6207223"/>
                <a:gd name="connsiteX47" fmla="*/ 5007354 w 7329470"/>
                <a:gd name="connsiteY47" fmla="*/ 2597637 h 6207223"/>
                <a:gd name="connsiteX48" fmla="*/ 5013508 w 7329470"/>
                <a:gd name="connsiteY48" fmla="*/ 2613116 h 6207223"/>
                <a:gd name="connsiteX49" fmla="*/ 5038735 w 7329470"/>
                <a:gd name="connsiteY49" fmla="*/ 2778229 h 6207223"/>
                <a:gd name="connsiteX50" fmla="*/ 5027338 w 7329470"/>
                <a:gd name="connsiteY50" fmla="*/ 2890074 h 6207223"/>
                <a:gd name="connsiteX51" fmla="*/ 5001116 w 7329470"/>
                <a:gd name="connsiteY51" fmla="*/ 2973753 h 6207223"/>
                <a:gd name="connsiteX52" fmla="*/ 5008367 w 7329470"/>
                <a:gd name="connsiteY52" fmla="*/ 2958242 h 6207223"/>
                <a:gd name="connsiteX53" fmla="*/ 5099263 w 7329470"/>
                <a:gd name="connsiteY53" fmla="*/ 3062897 h 6207223"/>
                <a:gd name="connsiteX54" fmla="*/ 5175978 w 7329470"/>
                <a:gd name="connsiteY54" fmla="*/ 3178350 h 6207223"/>
                <a:gd name="connsiteX55" fmla="*/ 5320954 w 7329470"/>
                <a:gd name="connsiteY55" fmla="*/ 3687464 h 6207223"/>
                <a:gd name="connsiteX56" fmla="*/ 5317930 w 7329470"/>
                <a:gd name="connsiteY56" fmla="*/ 3785642 h 6207223"/>
                <a:gd name="connsiteX57" fmla="*/ 5363954 w 7329470"/>
                <a:gd name="connsiteY57" fmla="*/ 3747777 h 6207223"/>
                <a:gd name="connsiteX58" fmla="*/ 5791168 w 7329470"/>
                <a:gd name="connsiteY58" fmla="*/ 2912011 h 6207223"/>
                <a:gd name="connsiteX59" fmla="*/ 5794027 w 7329470"/>
                <a:gd name="connsiteY59" fmla="*/ 2856172 h 6207223"/>
                <a:gd name="connsiteX60" fmla="*/ 5790269 w 7329470"/>
                <a:gd name="connsiteY60" fmla="*/ 2852266 h 6207223"/>
                <a:gd name="connsiteX61" fmla="*/ 5173457 w 7329470"/>
                <a:gd name="connsiteY61" fmla="*/ 2590440 h 6207223"/>
                <a:gd name="connsiteX62" fmla="*/ 4956168 w 7329470"/>
                <a:gd name="connsiteY62" fmla="*/ 2490387 h 6207223"/>
                <a:gd name="connsiteX63" fmla="*/ 4969117 w 7329470"/>
                <a:gd name="connsiteY63" fmla="*/ 2512728 h 6207223"/>
                <a:gd name="connsiteX64" fmla="*/ 4963716 w 7329470"/>
                <a:gd name="connsiteY64" fmla="*/ 2500734 h 6207223"/>
                <a:gd name="connsiteX65" fmla="*/ 3998930 w 7329470"/>
                <a:gd name="connsiteY65" fmla="*/ 2483892 h 6207223"/>
                <a:gd name="connsiteX66" fmla="*/ 3991101 w 7329470"/>
                <a:gd name="connsiteY66" fmla="*/ 2494315 h 6207223"/>
                <a:gd name="connsiteX67" fmla="*/ 3978698 w 7329470"/>
                <a:gd name="connsiteY67" fmla="*/ 2520852 h 6207223"/>
                <a:gd name="connsiteX68" fmla="*/ 4475401 w 7329470"/>
                <a:gd name="connsiteY68" fmla="*/ 2465943 h 6207223"/>
                <a:gd name="connsiteX69" fmla="*/ 4156995 w 7329470"/>
                <a:gd name="connsiteY69" fmla="*/ 2778229 h 6207223"/>
                <a:gd name="connsiteX70" fmla="*/ 4475401 w 7329470"/>
                <a:gd name="connsiteY70" fmla="*/ 3090514 h 6207223"/>
                <a:gd name="connsiteX71" fmla="*/ 4793808 w 7329470"/>
                <a:gd name="connsiteY71" fmla="*/ 2778229 h 6207223"/>
                <a:gd name="connsiteX72" fmla="*/ 4475401 w 7329470"/>
                <a:gd name="connsiteY72" fmla="*/ 2465943 h 6207223"/>
                <a:gd name="connsiteX73" fmla="*/ 3632721 w 7329470"/>
                <a:gd name="connsiteY73" fmla="*/ 1769369 h 6207223"/>
                <a:gd name="connsiteX74" fmla="*/ 3540853 w 7329470"/>
                <a:gd name="connsiteY74" fmla="*/ 1852087 h 6207223"/>
                <a:gd name="connsiteX75" fmla="*/ 3159643 w 7329470"/>
                <a:gd name="connsiteY75" fmla="*/ 2644437 h 6207223"/>
                <a:gd name="connsiteX76" fmla="*/ 3156784 w 7329470"/>
                <a:gd name="connsiteY76" fmla="*/ 2700296 h 6207223"/>
                <a:gd name="connsiteX77" fmla="*/ 3286040 w 7329470"/>
                <a:gd name="connsiteY77" fmla="*/ 2810203 h 6207223"/>
                <a:gd name="connsiteX78" fmla="*/ 3771243 w 7329470"/>
                <a:gd name="connsiteY78" fmla="*/ 2960122 h 6207223"/>
                <a:gd name="connsiteX79" fmla="*/ 3937468 w 7329470"/>
                <a:gd name="connsiteY79" fmla="*/ 2943794 h 6207223"/>
                <a:gd name="connsiteX80" fmla="*/ 3947588 w 7329470"/>
                <a:gd name="connsiteY80" fmla="*/ 2967057 h 6207223"/>
                <a:gd name="connsiteX81" fmla="*/ 3923465 w 7329470"/>
                <a:gd name="connsiteY81" fmla="*/ 2890074 h 6207223"/>
                <a:gd name="connsiteX82" fmla="*/ 3912067 w 7329470"/>
                <a:gd name="connsiteY82" fmla="*/ 2778229 h 6207223"/>
                <a:gd name="connsiteX83" fmla="*/ 3923465 w 7329470"/>
                <a:gd name="connsiteY83" fmla="*/ 2666384 h 6207223"/>
                <a:gd name="connsiteX84" fmla="*/ 3949471 w 7329470"/>
                <a:gd name="connsiteY84" fmla="*/ 2583391 h 6207223"/>
                <a:gd name="connsiteX85" fmla="*/ 3942356 w 7329470"/>
                <a:gd name="connsiteY85" fmla="*/ 2598615 h 6207223"/>
                <a:gd name="connsiteX86" fmla="*/ 3774746 w 7329470"/>
                <a:gd name="connsiteY86" fmla="*/ 2378505 h 6207223"/>
                <a:gd name="connsiteX87" fmla="*/ 3629750 w 7329470"/>
                <a:gd name="connsiteY87" fmla="*/ 1864780 h 6207223"/>
                <a:gd name="connsiteX88" fmla="*/ 5205561 w 7329470"/>
                <a:gd name="connsiteY88" fmla="*/ 1686805 h 6207223"/>
                <a:gd name="connsiteX89" fmla="*/ 5197289 w 7329470"/>
                <a:gd name="connsiteY89" fmla="*/ 1688940 h 6207223"/>
                <a:gd name="connsiteX90" fmla="*/ 4661793 w 7329470"/>
                <a:gd name="connsiteY90" fmla="*/ 2090214 h 6207223"/>
                <a:gd name="connsiteX91" fmla="*/ 4595417 w 7329470"/>
                <a:gd name="connsiteY91" fmla="*/ 2233823 h 6207223"/>
                <a:gd name="connsiteX92" fmla="*/ 4593075 w 7329470"/>
                <a:gd name="connsiteY92" fmla="*/ 2233573 h 6207223"/>
                <a:gd name="connsiteX93" fmla="*/ 4695166 w 7329470"/>
                <a:gd name="connsiteY93" fmla="*/ 2265024 h 6207223"/>
                <a:gd name="connsiteX94" fmla="*/ 4892798 w 7329470"/>
                <a:gd name="connsiteY94" fmla="*/ 2404197 h 6207223"/>
                <a:gd name="connsiteX95" fmla="*/ 4899143 w 7329470"/>
                <a:gd name="connsiteY95" fmla="*/ 2412208 h 6207223"/>
                <a:gd name="connsiteX96" fmla="*/ 4895871 w 7329470"/>
                <a:gd name="connsiteY96" fmla="*/ 2407723 h 6207223"/>
                <a:gd name="connsiteX97" fmla="*/ 5173457 w 7329470"/>
                <a:gd name="connsiteY97" fmla="*/ 2372046 h 6207223"/>
                <a:gd name="connsiteX98" fmla="*/ 5690680 w 7329470"/>
                <a:gd name="connsiteY98" fmla="*/ 2502298 h 6207223"/>
                <a:gd name="connsiteX99" fmla="*/ 5776189 w 7329470"/>
                <a:gd name="connsiteY99" fmla="*/ 2553919 h 6207223"/>
                <a:gd name="connsiteX100" fmla="*/ 5756267 w 7329470"/>
                <a:gd name="connsiteY100" fmla="*/ 2451128 h 6207223"/>
                <a:gd name="connsiteX101" fmla="*/ 5214100 w 7329470"/>
                <a:gd name="connsiteY101" fmla="*/ 1691950 h 6207223"/>
                <a:gd name="connsiteX102" fmla="*/ 4475406 w 7329470"/>
                <a:gd name="connsiteY102" fmla="*/ 1467855 h 6207223"/>
                <a:gd name="connsiteX103" fmla="*/ 3961344 w 7329470"/>
                <a:gd name="connsiteY103" fmla="*/ 1570993 h 6207223"/>
                <a:gd name="connsiteX104" fmla="*/ 3881330 w 7329470"/>
                <a:gd name="connsiteY104" fmla="*/ 1609242 h 6207223"/>
                <a:gd name="connsiteX105" fmla="*/ 3851027 w 7329470"/>
                <a:gd name="connsiteY105" fmla="*/ 1779342 h 6207223"/>
                <a:gd name="connsiteX106" fmla="*/ 3963012 w 7329470"/>
                <a:gd name="connsiteY106" fmla="*/ 2266001 h 6207223"/>
                <a:gd name="connsiteX107" fmla="*/ 4060248 w 7329470"/>
                <a:gd name="connsiteY107" fmla="*/ 2402264 h 6207223"/>
                <a:gd name="connsiteX108" fmla="*/ 4042796 w 7329470"/>
                <a:gd name="connsiteY108" fmla="*/ 2425497 h 6207223"/>
                <a:gd name="connsiteX109" fmla="*/ 4076628 w 7329470"/>
                <a:gd name="connsiteY109" fmla="*/ 2384810 h 6207223"/>
                <a:gd name="connsiteX110" fmla="*/ 4475401 w 7329470"/>
                <a:gd name="connsiteY110" fmla="*/ 2221013 h 6207223"/>
                <a:gd name="connsiteX111" fmla="*/ 4476626 w 7329470"/>
                <a:gd name="connsiteY111" fmla="*/ 2221136 h 6207223"/>
                <a:gd name="connsiteX112" fmla="*/ 4475402 w 7329470"/>
                <a:gd name="connsiteY112" fmla="*/ 2221005 h 6207223"/>
                <a:gd name="connsiteX113" fmla="*/ 4368369 w 7329470"/>
                <a:gd name="connsiteY113" fmla="*/ 2231210 h 6207223"/>
                <a:gd name="connsiteX114" fmla="*/ 4878549 w 7329470"/>
                <a:gd name="connsiteY114" fmla="*/ 1577908 h 6207223"/>
                <a:gd name="connsiteX115" fmla="*/ 4934979 w 7329470"/>
                <a:gd name="connsiteY115" fmla="*/ 1551191 h 6207223"/>
                <a:gd name="connsiteX116" fmla="*/ 4868042 w 7329470"/>
                <a:gd name="connsiteY116" fmla="*/ 1526866 h 6207223"/>
                <a:gd name="connsiteX117" fmla="*/ 4475406 w 7329470"/>
                <a:gd name="connsiteY117" fmla="*/ 1467855 h 6207223"/>
                <a:gd name="connsiteX118" fmla="*/ 4475406 w 7329470"/>
                <a:gd name="connsiteY118" fmla="*/ 1173941 h 6207223"/>
                <a:gd name="connsiteX119" fmla="*/ 6091930 w 7329470"/>
                <a:gd name="connsiteY119" fmla="*/ 2778224 h 6207223"/>
                <a:gd name="connsiteX120" fmla="*/ 4475406 w 7329470"/>
                <a:gd name="connsiteY120" fmla="*/ 4382506 h 6207223"/>
                <a:gd name="connsiteX121" fmla="*/ 2858881 w 7329470"/>
                <a:gd name="connsiteY121" fmla="*/ 2778224 h 6207223"/>
                <a:gd name="connsiteX122" fmla="*/ 4475406 w 7329470"/>
                <a:gd name="connsiteY122" fmla="*/ 1173941 h 6207223"/>
                <a:gd name="connsiteX123" fmla="*/ 1 w 7329470"/>
                <a:gd name="connsiteY123" fmla="*/ 818792 h 6207223"/>
                <a:gd name="connsiteX124" fmla="*/ 440869 w 7329470"/>
                <a:gd name="connsiteY124" fmla="*/ 818792 h 6207223"/>
                <a:gd name="connsiteX125" fmla="*/ 440869 w 7329470"/>
                <a:gd name="connsiteY125" fmla="*/ 2533291 h 6207223"/>
                <a:gd name="connsiteX126" fmla="*/ 1 w 7329470"/>
                <a:gd name="connsiteY126" fmla="*/ 2533291 h 6207223"/>
                <a:gd name="connsiteX127" fmla="*/ 1412424 w 7329470"/>
                <a:gd name="connsiteY127" fmla="*/ 0 h 6207223"/>
                <a:gd name="connsiteX128" fmla="*/ 2147207 w 7329470"/>
                <a:gd name="connsiteY128" fmla="*/ 0 h 6207223"/>
                <a:gd name="connsiteX129" fmla="*/ 2147207 w 7329470"/>
                <a:gd name="connsiteY129" fmla="*/ 734785 h 6207223"/>
                <a:gd name="connsiteX130" fmla="*/ 1412424 w 7329470"/>
                <a:gd name="connsiteY130" fmla="*/ 734785 h 620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7329470" h="6207223">
                  <a:moveTo>
                    <a:pt x="5614972" y="5766355"/>
                  </a:moveTo>
                  <a:lnTo>
                    <a:pt x="7329470" y="5766355"/>
                  </a:lnTo>
                  <a:lnTo>
                    <a:pt x="7329470" y="6207223"/>
                  </a:lnTo>
                  <a:lnTo>
                    <a:pt x="5614972" y="6207223"/>
                  </a:lnTo>
                  <a:close/>
                  <a:moveTo>
                    <a:pt x="0" y="4002870"/>
                  </a:moveTo>
                  <a:lnTo>
                    <a:pt x="440868" y="4002870"/>
                  </a:lnTo>
                  <a:lnTo>
                    <a:pt x="440868" y="4737654"/>
                  </a:lnTo>
                  <a:lnTo>
                    <a:pt x="0" y="4737654"/>
                  </a:lnTo>
                  <a:close/>
                  <a:moveTo>
                    <a:pt x="4909658" y="3128975"/>
                  </a:moveTo>
                  <a:lnTo>
                    <a:pt x="4874174" y="3171647"/>
                  </a:lnTo>
                  <a:cubicBezTo>
                    <a:pt x="4797825" y="3247422"/>
                    <a:pt x="4699519" y="3301670"/>
                    <a:pt x="4589266" y="3324058"/>
                  </a:cubicBezTo>
                  <a:lnTo>
                    <a:pt x="4477680" y="3335215"/>
                  </a:lnTo>
                  <a:lnTo>
                    <a:pt x="4582197" y="3325227"/>
                  </a:lnTo>
                  <a:cubicBezTo>
                    <a:pt x="4506146" y="3606431"/>
                    <a:pt x="4320051" y="3840016"/>
                    <a:pt x="4072637" y="3978362"/>
                  </a:cubicBezTo>
                  <a:lnTo>
                    <a:pt x="4014327" y="4006030"/>
                  </a:lnTo>
                  <a:lnTo>
                    <a:pt x="4021400" y="4008949"/>
                  </a:lnTo>
                  <a:cubicBezTo>
                    <a:pt x="4163091" y="4060463"/>
                    <a:pt x="4316029" y="4088592"/>
                    <a:pt x="4475406" y="4088592"/>
                  </a:cubicBezTo>
                  <a:cubicBezTo>
                    <a:pt x="4646167" y="4088592"/>
                    <a:pt x="4809537" y="4056301"/>
                    <a:pt x="4959600" y="3997554"/>
                  </a:cubicBezTo>
                  <a:lnTo>
                    <a:pt x="5069068" y="3948844"/>
                  </a:lnTo>
                  <a:lnTo>
                    <a:pt x="5069353" y="3947833"/>
                  </a:lnTo>
                  <a:cubicBezTo>
                    <a:pt x="5132708" y="3721683"/>
                    <a:pt x="5103889" y="3488347"/>
                    <a:pt x="4987711" y="3290853"/>
                  </a:cubicBezTo>
                  <a:cubicBezTo>
                    <a:pt x="4959938" y="3242274"/>
                    <a:pt x="4927334" y="3196622"/>
                    <a:pt x="4890393" y="3154591"/>
                  </a:cubicBezTo>
                  <a:close/>
                  <a:moveTo>
                    <a:pt x="4972791" y="3034350"/>
                  </a:moveTo>
                  <a:lnTo>
                    <a:pt x="4951316" y="3073581"/>
                  </a:lnTo>
                  <a:lnTo>
                    <a:pt x="4959605" y="3062560"/>
                  </a:lnTo>
                  <a:close/>
                  <a:moveTo>
                    <a:pt x="3972414" y="3024125"/>
                  </a:moveTo>
                  <a:lnTo>
                    <a:pt x="3983557" y="3049739"/>
                  </a:lnTo>
                  <a:lnTo>
                    <a:pt x="3995955" y="3067130"/>
                  </a:lnTo>
                  <a:close/>
                  <a:moveTo>
                    <a:pt x="3172233" y="2993419"/>
                  </a:moveTo>
                  <a:lnTo>
                    <a:pt x="3179743" y="3041977"/>
                  </a:lnTo>
                  <a:cubicBezTo>
                    <a:pt x="3249303" y="3377541"/>
                    <a:pt x="3448853" y="3666751"/>
                    <a:pt x="3723607" y="3855581"/>
                  </a:cubicBezTo>
                  <a:lnTo>
                    <a:pt x="3745885" y="3869556"/>
                  </a:lnTo>
                  <a:lnTo>
                    <a:pt x="3753928" y="3867499"/>
                  </a:lnTo>
                  <a:cubicBezTo>
                    <a:pt x="3985304" y="3808226"/>
                    <a:pt x="4175125" y="3665678"/>
                    <a:pt x="4289424" y="3466225"/>
                  </a:cubicBezTo>
                  <a:cubicBezTo>
                    <a:pt x="4315647" y="3420426"/>
                    <a:pt x="4337698" y="3372362"/>
                    <a:pt x="4355310" y="3322614"/>
                  </a:cubicBezTo>
                  <a:lnTo>
                    <a:pt x="4357667" y="3322866"/>
                  </a:lnTo>
                  <a:lnTo>
                    <a:pt x="4255636" y="3291433"/>
                  </a:lnTo>
                  <a:cubicBezTo>
                    <a:pt x="4188185" y="3263113"/>
                    <a:pt x="4127527" y="3222164"/>
                    <a:pt x="4076628" y="3171647"/>
                  </a:cubicBezTo>
                  <a:lnTo>
                    <a:pt x="4033426" y="3119692"/>
                  </a:lnTo>
                  <a:lnTo>
                    <a:pt x="4050624" y="3143817"/>
                  </a:lnTo>
                  <a:lnTo>
                    <a:pt x="4050623" y="3144307"/>
                  </a:lnTo>
                  <a:cubicBezTo>
                    <a:pt x="3767518" y="3217015"/>
                    <a:pt x="3471425" y="3172874"/>
                    <a:pt x="3225474" y="3029345"/>
                  </a:cubicBezTo>
                  <a:close/>
                  <a:moveTo>
                    <a:pt x="5008366" y="2958241"/>
                  </a:moveTo>
                  <a:lnTo>
                    <a:pt x="5008367" y="2958241"/>
                  </a:lnTo>
                  <a:lnTo>
                    <a:pt x="5008367" y="2958242"/>
                  </a:lnTo>
                  <a:close/>
                  <a:moveTo>
                    <a:pt x="5173457" y="2590440"/>
                  </a:moveTo>
                  <a:cubicBezTo>
                    <a:pt x="5118940" y="2590393"/>
                    <a:pt x="5064542" y="2595504"/>
                    <a:pt x="5010988" y="2605706"/>
                  </a:cubicBezTo>
                  <a:lnTo>
                    <a:pt x="5007354" y="2597637"/>
                  </a:lnTo>
                  <a:lnTo>
                    <a:pt x="5013508" y="2613116"/>
                  </a:lnTo>
                  <a:cubicBezTo>
                    <a:pt x="5029909" y="2665356"/>
                    <a:pt x="5038735" y="2720823"/>
                    <a:pt x="5038735" y="2778229"/>
                  </a:cubicBezTo>
                  <a:cubicBezTo>
                    <a:pt x="5038735" y="2816499"/>
                    <a:pt x="5034813" y="2853908"/>
                    <a:pt x="5027338" y="2890074"/>
                  </a:cubicBezTo>
                  <a:lnTo>
                    <a:pt x="5001116" y="2973753"/>
                  </a:lnTo>
                  <a:lnTo>
                    <a:pt x="5008367" y="2958242"/>
                  </a:lnTo>
                  <a:lnTo>
                    <a:pt x="5099263" y="3062897"/>
                  </a:lnTo>
                  <a:cubicBezTo>
                    <a:pt x="5127256" y="3099658"/>
                    <a:pt x="5152886" y="3138218"/>
                    <a:pt x="5175978" y="3178350"/>
                  </a:cubicBezTo>
                  <a:cubicBezTo>
                    <a:pt x="5268489" y="3335359"/>
                    <a:pt x="5317372" y="3509462"/>
                    <a:pt x="5320954" y="3687464"/>
                  </a:cubicBezTo>
                  <a:lnTo>
                    <a:pt x="5317930" y="3785642"/>
                  </a:lnTo>
                  <a:lnTo>
                    <a:pt x="5363954" y="3747777"/>
                  </a:lnTo>
                  <a:cubicBezTo>
                    <a:pt x="5599023" y="3536123"/>
                    <a:pt x="5757203" y="3241978"/>
                    <a:pt x="5791168" y="2912011"/>
                  </a:cubicBezTo>
                  <a:lnTo>
                    <a:pt x="5794027" y="2856172"/>
                  </a:lnTo>
                  <a:lnTo>
                    <a:pt x="5790269" y="2852266"/>
                  </a:lnTo>
                  <a:cubicBezTo>
                    <a:pt x="5629166" y="2684251"/>
                    <a:pt x="5406231" y="2589618"/>
                    <a:pt x="5173457" y="2590440"/>
                  </a:cubicBezTo>
                  <a:close/>
                  <a:moveTo>
                    <a:pt x="4956168" y="2490387"/>
                  </a:moveTo>
                  <a:lnTo>
                    <a:pt x="4969117" y="2512728"/>
                  </a:lnTo>
                  <a:lnTo>
                    <a:pt x="4963716" y="2500734"/>
                  </a:lnTo>
                  <a:close/>
                  <a:moveTo>
                    <a:pt x="3998930" y="2483892"/>
                  </a:moveTo>
                  <a:lnTo>
                    <a:pt x="3991101" y="2494315"/>
                  </a:lnTo>
                  <a:lnTo>
                    <a:pt x="3978698" y="2520852"/>
                  </a:lnTo>
                  <a:close/>
                  <a:moveTo>
                    <a:pt x="4475401" y="2465943"/>
                  </a:moveTo>
                  <a:cubicBezTo>
                    <a:pt x="4297828" y="2465943"/>
                    <a:pt x="4156995" y="2606778"/>
                    <a:pt x="4156995" y="2778229"/>
                  </a:cubicBezTo>
                  <a:cubicBezTo>
                    <a:pt x="4156995" y="2949680"/>
                    <a:pt x="4297828" y="3090514"/>
                    <a:pt x="4475401" y="3090514"/>
                  </a:cubicBezTo>
                  <a:cubicBezTo>
                    <a:pt x="4652973" y="3090514"/>
                    <a:pt x="4793808" y="2949680"/>
                    <a:pt x="4793808" y="2778229"/>
                  </a:cubicBezTo>
                  <a:cubicBezTo>
                    <a:pt x="4793808" y="2606778"/>
                    <a:pt x="4652973" y="2465943"/>
                    <a:pt x="4475401" y="2465943"/>
                  </a:cubicBezTo>
                  <a:close/>
                  <a:moveTo>
                    <a:pt x="3632721" y="1769369"/>
                  </a:moveTo>
                  <a:lnTo>
                    <a:pt x="3540853" y="1852087"/>
                  </a:lnTo>
                  <a:cubicBezTo>
                    <a:pt x="3331229" y="2059702"/>
                    <a:pt x="3191340" y="2336467"/>
                    <a:pt x="3159643" y="2644437"/>
                  </a:cubicBezTo>
                  <a:lnTo>
                    <a:pt x="3156784" y="2700296"/>
                  </a:lnTo>
                  <a:lnTo>
                    <a:pt x="3286040" y="2810203"/>
                  </a:lnTo>
                  <a:cubicBezTo>
                    <a:pt x="3427617" y="2907661"/>
                    <a:pt x="3596663" y="2960738"/>
                    <a:pt x="3771243" y="2960122"/>
                  </a:cubicBezTo>
                  <a:cubicBezTo>
                    <a:pt x="3827048" y="2960065"/>
                    <a:pt x="3882717" y="2954595"/>
                    <a:pt x="3937468" y="2943794"/>
                  </a:cubicBezTo>
                  <a:lnTo>
                    <a:pt x="3947588" y="2967057"/>
                  </a:lnTo>
                  <a:lnTo>
                    <a:pt x="3923465" y="2890074"/>
                  </a:lnTo>
                  <a:cubicBezTo>
                    <a:pt x="3915990" y="2853908"/>
                    <a:pt x="3912067" y="2816499"/>
                    <a:pt x="3912067" y="2778229"/>
                  </a:cubicBezTo>
                  <a:cubicBezTo>
                    <a:pt x="3912067" y="2739959"/>
                    <a:pt x="3915990" y="2702549"/>
                    <a:pt x="3923465" y="2666384"/>
                  </a:cubicBezTo>
                  <a:lnTo>
                    <a:pt x="3949471" y="2583391"/>
                  </a:lnTo>
                  <a:lnTo>
                    <a:pt x="3942356" y="2598615"/>
                  </a:lnTo>
                  <a:cubicBezTo>
                    <a:pt x="3877261" y="2532752"/>
                    <a:pt x="3820927" y="2458772"/>
                    <a:pt x="3774746" y="2378505"/>
                  </a:cubicBezTo>
                  <a:cubicBezTo>
                    <a:pt x="3682185" y="2217515"/>
                    <a:pt x="3633314" y="2041855"/>
                    <a:pt x="3629750" y="1864780"/>
                  </a:cubicBezTo>
                  <a:close/>
                  <a:moveTo>
                    <a:pt x="5205561" y="1686805"/>
                  </a:moveTo>
                  <a:lnTo>
                    <a:pt x="5197289" y="1688940"/>
                  </a:lnTo>
                  <a:cubicBezTo>
                    <a:pt x="4965913" y="1748213"/>
                    <a:pt x="4776093" y="1890761"/>
                    <a:pt x="4661793" y="2090214"/>
                  </a:cubicBezTo>
                  <a:cubicBezTo>
                    <a:pt x="4635389" y="2135986"/>
                    <a:pt x="4613173" y="2184052"/>
                    <a:pt x="4595417" y="2233823"/>
                  </a:cubicBezTo>
                  <a:lnTo>
                    <a:pt x="4593075" y="2233573"/>
                  </a:lnTo>
                  <a:lnTo>
                    <a:pt x="4695166" y="2265024"/>
                  </a:lnTo>
                  <a:cubicBezTo>
                    <a:pt x="4771048" y="2296884"/>
                    <a:pt x="4838333" y="2344728"/>
                    <a:pt x="4892798" y="2404197"/>
                  </a:cubicBezTo>
                  <a:lnTo>
                    <a:pt x="4899143" y="2412208"/>
                  </a:lnTo>
                  <a:lnTo>
                    <a:pt x="4895871" y="2407723"/>
                  </a:lnTo>
                  <a:cubicBezTo>
                    <a:pt x="4986488" y="2383982"/>
                    <a:pt x="5079781" y="2371991"/>
                    <a:pt x="5173457" y="2372046"/>
                  </a:cubicBezTo>
                  <a:cubicBezTo>
                    <a:pt x="5356185" y="2372046"/>
                    <a:pt x="5532725" y="2417204"/>
                    <a:pt x="5690680" y="2502298"/>
                  </a:cubicBezTo>
                  <a:lnTo>
                    <a:pt x="5776189" y="2553919"/>
                  </a:lnTo>
                  <a:lnTo>
                    <a:pt x="5756267" y="2451128"/>
                  </a:lnTo>
                  <a:cubicBezTo>
                    <a:pt x="5674518" y="2137357"/>
                    <a:pt x="5478029" y="1868740"/>
                    <a:pt x="5214100" y="1691950"/>
                  </a:cubicBezTo>
                  <a:close/>
                  <a:moveTo>
                    <a:pt x="4475406" y="1467855"/>
                  </a:moveTo>
                  <a:cubicBezTo>
                    <a:pt x="4293241" y="1467855"/>
                    <a:pt x="4119495" y="1504595"/>
                    <a:pt x="3961344" y="1570993"/>
                  </a:cubicBezTo>
                  <a:lnTo>
                    <a:pt x="3881330" y="1609242"/>
                  </a:lnTo>
                  <a:lnTo>
                    <a:pt x="3851027" y="1779342"/>
                  </a:lnTo>
                  <a:cubicBezTo>
                    <a:pt x="3837840" y="1949645"/>
                    <a:pt x="3875879" y="2117881"/>
                    <a:pt x="3963012" y="2266001"/>
                  </a:cubicBezTo>
                  <a:cubicBezTo>
                    <a:pt x="3990804" y="2314548"/>
                    <a:pt x="4023378" y="2360196"/>
                    <a:pt x="4060248" y="2402264"/>
                  </a:cubicBezTo>
                  <a:lnTo>
                    <a:pt x="4042796" y="2425497"/>
                  </a:lnTo>
                  <a:lnTo>
                    <a:pt x="4076628" y="2384810"/>
                  </a:lnTo>
                  <a:cubicBezTo>
                    <a:pt x="4178427" y="2283777"/>
                    <a:pt x="4319260" y="2221013"/>
                    <a:pt x="4475401" y="2221013"/>
                  </a:cubicBezTo>
                  <a:lnTo>
                    <a:pt x="4476626" y="2221136"/>
                  </a:lnTo>
                  <a:lnTo>
                    <a:pt x="4475402" y="2221005"/>
                  </a:lnTo>
                  <a:cubicBezTo>
                    <a:pt x="4439483" y="2221026"/>
                    <a:pt x="4403645" y="2224442"/>
                    <a:pt x="4368369" y="2231210"/>
                  </a:cubicBezTo>
                  <a:cubicBezTo>
                    <a:pt x="4444512" y="1949817"/>
                    <a:pt x="4630862" y="1716150"/>
                    <a:pt x="4878549" y="1577908"/>
                  </a:cubicBezTo>
                  <a:lnTo>
                    <a:pt x="4934979" y="1551191"/>
                  </a:lnTo>
                  <a:lnTo>
                    <a:pt x="4868042" y="1526866"/>
                  </a:lnTo>
                  <a:cubicBezTo>
                    <a:pt x="4743918" y="1488521"/>
                    <a:pt x="4612030" y="1467855"/>
                    <a:pt x="4475406" y="1467855"/>
                  </a:cubicBezTo>
                  <a:close/>
                  <a:moveTo>
                    <a:pt x="4475406" y="1173941"/>
                  </a:moveTo>
                  <a:cubicBezTo>
                    <a:pt x="5369393" y="1173941"/>
                    <a:pt x="6091930" y="1896481"/>
                    <a:pt x="6091930" y="2778224"/>
                  </a:cubicBezTo>
                  <a:cubicBezTo>
                    <a:pt x="6091930" y="3659966"/>
                    <a:pt x="5363269" y="4382506"/>
                    <a:pt x="4475406" y="4382506"/>
                  </a:cubicBezTo>
                  <a:cubicBezTo>
                    <a:pt x="3581336" y="4382506"/>
                    <a:pt x="2858881" y="3659966"/>
                    <a:pt x="2858881" y="2778224"/>
                  </a:cubicBezTo>
                  <a:cubicBezTo>
                    <a:pt x="2858881" y="1896481"/>
                    <a:pt x="3581419" y="1173941"/>
                    <a:pt x="4475406" y="1173941"/>
                  </a:cubicBezTo>
                  <a:close/>
                  <a:moveTo>
                    <a:pt x="1" y="818792"/>
                  </a:moveTo>
                  <a:lnTo>
                    <a:pt x="440869" y="818792"/>
                  </a:lnTo>
                  <a:lnTo>
                    <a:pt x="440869" y="2533291"/>
                  </a:lnTo>
                  <a:lnTo>
                    <a:pt x="1" y="2533291"/>
                  </a:lnTo>
                  <a:close/>
                  <a:moveTo>
                    <a:pt x="1412424" y="0"/>
                  </a:moveTo>
                  <a:lnTo>
                    <a:pt x="2147207" y="0"/>
                  </a:lnTo>
                  <a:lnTo>
                    <a:pt x="2147207" y="734785"/>
                  </a:lnTo>
                  <a:lnTo>
                    <a:pt x="1412424" y="734785"/>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6" name="Group 65">
            <a:extLst>
              <a:ext uri="{FF2B5EF4-FFF2-40B4-BE49-F238E27FC236}">
                <a16:creationId xmlns:a16="http://schemas.microsoft.com/office/drawing/2014/main" id="{087E3D19-F3E3-79AA-8C5C-5FF8902ECE29}"/>
              </a:ext>
              <a:ext uri="{C183D7F6-B498-43B3-948B-1728B52AA6E4}">
                <adec:decorative xmlns:adec="http://schemas.microsoft.com/office/drawing/2017/decorative" val="1"/>
              </a:ext>
            </a:extLst>
          </p:cNvPr>
          <p:cNvGrpSpPr>
            <a:grpSpLocks noChangeAspect="1"/>
          </p:cNvGrpSpPr>
          <p:nvPr/>
        </p:nvGrpSpPr>
        <p:grpSpPr>
          <a:xfrm>
            <a:off x="1312584" y="3713359"/>
            <a:ext cx="438195" cy="320040"/>
            <a:chOff x="1312591" y="3705195"/>
            <a:chExt cx="438195" cy="320040"/>
          </a:xfrm>
          <a:solidFill>
            <a:schemeClr val="accent2"/>
          </a:solidFill>
        </p:grpSpPr>
        <p:sp>
          <p:nvSpPr>
            <p:cNvPr id="1658" name="Freeform: Shape 1657">
              <a:extLst>
                <a:ext uri="{FF2B5EF4-FFF2-40B4-BE49-F238E27FC236}">
                  <a16:creationId xmlns:a16="http://schemas.microsoft.com/office/drawing/2014/main" id="{FBC7B41D-D353-38F5-CB65-6C03E8AEFC76}"/>
                </a:ext>
                <a:ext uri="{C183D7F6-B498-43B3-948B-1728B52AA6E4}">
                  <adec:decorative xmlns:adec="http://schemas.microsoft.com/office/drawing/2017/decorative" val="1"/>
                </a:ext>
              </a:extLst>
            </p:cNvPr>
            <p:cNvSpPr/>
            <p:nvPr/>
          </p:nvSpPr>
          <p:spPr>
            <a:xfrm>
              <a:off x="1317533" y="3709832"/>
              <a:ext cx="433253" cy="315403"/>
            </a:xfrm>
            <a:custGeom>
              <a:avLst/>
              <a:gdLst>
                <a:gd name="connsiteX0" fmla="*/ 397566 w 971032"/>
                <a:gd name="connsiteY0" fmla="*/ 618857 h 706899"/>
                <a:gd name="connsiteX1" fmla="*/ 397566 w 971032"/>
                <a:gd name="connsiteY1" fmla="*/ 706879 h 706899"/>
                <a:gd name="connsiteX2" fmla="*/ 639597 w 971032"/>
                <a:gd name="connsiteY2" fmla="*/ 706879 h 706899"/>
                <a:gd name="connsiteX3" fmla="*/ 639597 w 971032"/>
                <a:gd name="connsiteY3" fmla="*/ 618857 h 706899"/>
                <a:gd name="connsiteX4" fmla="*/ 445917 w 971032"/>
                <a:gd name="connsiteY4" fmla="*/ 618857 h 706899"/>
                <a:gd name="connsiteX5" fmla="*/ 684512 w 971032"/>
                <a:gd name="connsiteY5" fmla="*/ 530836 h 706899"/>
                <a:gd name="connsiteX6" fmla="*/ 684512 w 971032"/>
                <a:gd name="connsiteY6" fmla="*/ 661648 h 706899"/>
                <a:gd name="connsiteX7" fmla="*/ 728047 w 971032"/>
                <a:gd name="connsiteY7" fmla="*/ 661648 h 706899"/>
                <a:gd name="connsiteX8" fmla="*/ 728047 w 971032"/>
                <a:gd name="connsiteY8" fmla="*/ 581413 h 706899"/>
                <a:gd name="connsiteX9" fmla="*/ 728047 w 971032"/>
                <a:gd name="connsiteY9" fmla="*/ 530836 h 706899"/>
                <a:gd name="connsiteX10" fmla="*/ 221093 w 971032"/>
                <a:gd name="connsiteY10" fmla="*/ 530835 h 706899"/>
                <a:gd name="connsiteX11" fmla="*/ 221093 w 971032"/>
                <a:gd name="connsiteY11" fmla="*/ 661862 h 706899"/>
                <a:gd name="connsiteX12" fmla="*/ 293916 w 971032"/>
                <a:gd name="connsiteY12" fmla="*/ 661862 h 706899"/>
                <a:gd name="connsiteX13" fmla="*/ 352650 w 971032"/>
                <a:gd name="connsiteY13" fmla="*/ 661862 h 706899"/>
                <a:gd name="connsiteX14" fmla="*/ 352650 w 971032"/>
                <a:gd name="connsiteY14" fmla="*/ 530835 h 706899"/>
                <a:gd name="connsiteX15" fmla="*/ 84927 w 971032"/>
                <a:gd name="connsiteY15" fmla="*/ 0 h 706899"/>
                <a:gd name="connsiteX16" fmla="*/ 382245 w 971032"/>
                <a:gd name="connsiteY16" fmla="*/ 0 h 706899"/>
                <a:gd name="connsiteX17" fmla="*/ 971032 w 971032"/>
                <a:gd name="connsiteY17" fmla="*/ 0 h 706899"/>
                <a:gd name="connsiteX18" fmla="*/ 971032 w 971032"/>
                <a:gd name="connsiteY18" fmla="*/ 618857 h 706899"/>
                <a:gd name="connsiteX19" fmla="*/ 915268 w 971032"/>
                <a:gd name="connsiteY19" fmla="*/ 618857 h 706899"/>
                <a:gd name="connsiteX20" fmla="*/ 772747 w 971032"/>
                <a:gd name="connsiteY20" fmla="*/ 618857 h 706899"/>
                <a:gd name="connsiteX21" fmla="*/ 772747 w 971032"/>
                <a:gd name="connsiteY21" fmla="*/ 706881 h 706899"/>
                <a:gd name="connsiteX22" fmla="*/ 971032 w 971032"/>
                <a:gd name="connsiteY22" fmla="*/ 706881 h 706899"/>
                <a:gd name="connsiteX23" fmla="*/ 971032 w 971032"/>
                <a:gd name="connsiteY23" fmla="*/ 706899 h 706899"/>
                <a:gd name="connsiteX24" fmla="*/ 176197 w 971032"/>
                <a:gd name="connsiteY24" fmla="*/ 706899 h 706899"/>
                <a:gd name="connsiteX25" fmla="*/ 176197 w 971032"/>
                <a:gd name="connsiteY25" fmla="*/ 618857 h 706899"/>
                <a:gd name="connsiteX26" fmla="*/ 172357 w 971032"/>
                <a:gd name="connsiteY26" fmla="*/ 618857 h 706899"/>
                <a:gd name="connsiteX27" fmla="*/ 91908 w 971032"/>
                <a:gd name="connsiteY27" fmla="*/ 618903 h 706899"/>
                <a:gd name="connsiteX28" fmla="*/ 86148 w 971032"/>
                <a:gd name="connsiteY28" fmla="*/ 616555 h 706899"/>
                <a:gd name="connsiteX29" fmla="*/ 2264 w 971032"/>
                <a:gd name="connsiteY29" fmla="*/ 532671 h 706899"/>
                <a:gd name="connsiteX30" fmla="*/ 431 w 971032"/>
                <a:gd name="connsiteY30" fmla="*/ 530062 h 706899"/>
                <a:gd name="connsiteX31" fmla="*/ 0 w 971032"/>
                <a:gd name="connsiteY31" fmla="*/ 527638 h 706899"/>
                <a:gd name="connsiteX32" fmla="*/ 0 w 971032"/>
                <a:gd name="connsiteY32" fmla="*/ 85404 h 706899"/>
                <a:gd name="connsiteX33" fmla="*/ 44411 w 971032"/>
                <a:gd name="connsiteY33" fmla="*/ 85404 h 706899"/>
                <a:gd name="connsiteX34" fmla="*/ 44411 w 971032"/>
                <a:gd name="connsiteY34" fmla="*/ 268828 h 706899"/>
                <a:gd name="connsiteX35" fmla="*/ 44389 w 971032"/>
                <a:gd name="connsiteY35" fmla="*/ 268828 h 706899"/>
                <a:gd name="connsiteX36" fmla="*/ 44352 w 971032"/>
                <a:gd name="connsiteY36" fmla="*/ 503743 h 706899"/>
                <a:gd name="connsiteX37" fmla="*/ 46864 w 971032"/>
                <a:gd name="connsiteY37" fmla="*/ 509816 h 706899"/>
                <a:gd name="connsiteX38" fmla="*/ 108837 w 971032"/>
                <a:gd name="connsiteY38" fmla="*/ 571568 h 706899"/>
                <a:gd name="connsiteX39" fmla="*/ 113529 w 971032"/>
                <a:gd name="connsiteY39" fmla="*/ 573541 h 706899"/>
                <a:gd name="connsiteX40" fmla="*/ 173587 w 971032"/>
                <a:gd name="connsiteY40" fmla="*/ 573618 h 706899"/>
                <a:gd name="connsiteX41" fmla="*/ 176512 w 971032"/>
                <a:gd name="connsiteY41" fmla="*/ 573386 h 706899"/>
                <a:gd name="connsiteX42" fmla="*/ 176512 w 971032"/>
                <a:gd name="connsiteY42" fmla="*/ 485397 h 706899"/>
                <a:gd name="connsiteX43" fmla="*/ 220141 w 971032"/>
                <a:gd name="connsiteY43" fmla="*/ 485397 h 706899"/>
                <a:gd name="connsiteX44" fmla="*/ 220141 w 971032"/>
                <a:gd name="connsiteY44" fmla="*/ 441798 h 706899"/>
                <a:gd name="connsiteX45" fmla="*/ 265383 w 971032"/>
                <a:gd name="connsiteY45" fmla="*/ 441798 h 706899"/>
                <a:gd name="connsiteX46" fmla="*/ 265383 w 971032"/>
                <a:gd name="connsiteY46" fmla="*/ 485233 h 706899"/>
                <a:gd name="connsiteX47" fmla="*/ 308401 w 971032"/>
                <a:gd name="connsiteY47" fmla="*/ 485233 h 706899"/>
                <a:gd name="connsiteX48" fmla="*/ 308401 w 971032"/>
                <a:gd name="connsiteY48" fmla="*/ 441810 h 706899"/>
                <a:gd name="connsiteX49" fmla="*/ 353643 w 971032"/>
                <a:gd name="connsiteY49" fmla="*/ 441810 h 706899"/>
                <a:gd name="connsiteX50" fmla="*/ 353643 w 971032"/>
                <a:gd name="connsiteY50" fmla="*/ 485437 h 706899"/>
                <a:gd name="connsiteX51" fmla="*/ 397402 w 971032"/>
                <a:gd name="connsiteY51" fmla="*/ 485437 h 706899"/>
                <a:gd name="connsiteX52" fmla="*/ 397402 w 971032"/>
                <a:gd name="connsiteY52" fmla="*/ 573450 h 706899"/>
                <a:gd name="connsiteX53" fmla="*/ 639874 w 971032"/>
                <a:gd name="connsiteY53" fmla="*/ 573450 h 706899"/>
                <a:gd name="connsiteX54" fmla="*/ 639874 w 971032"/>
                <a:gd name="connsiteY54" fmla="*/ 485323 h 706899"/>
                <a:gd name="connsiteX55" fmla="*/ 683634 w 971032"/>
                <a:gd name="connsiteY55" fmla="*/ 485323 h 706899"/>
                <a:gd name="connsiteX56" fmla="*/ 683634 w 971032"/>
                <a:gd name="connsiteY56" fmla="*/ 441835 h 706899"/>
                <a:gd name="connsiteX57" fmla="*/ 728876 w 971032"/>
                <a:gd name="connsiteY57" fmla="*/ 441835 h 706899"/>
                <a:gd name="connsiteX58" fmla="*/ 728876 w 971032"/>
                <a:gd name="connsiteY58" fmla="*/ 485486 h 706899"/>
                <a:gd name="connsiteX59" fmla="*/ 772635 w 971032"/>
                <a:gd name="connsiteY59" fmla="*/ 485486 h 706899"/>
                <a:gd name="connsiteX60" fmla="*/ 772635 w 971032"/>
                <a:gd name="connsiteY60" fmla="*/ 573426 h 706899"/>
                <a:gd name="connsiteX61" fmla="*/ 926558 w 971032"/>
                <a:gd name="connsiteY61" fmla="*/ 573426 h 706899"/>
                <a:gd name="connsiteX62" fmla="*/ 926558 w 971032"/>
                <a:gd name="connsiteY62" fmla="*/ 44958 h 706899"/>
                <a:gd name="connsiteX63" fmla="*/ 921963 w 971032"/>
                <a:gd name="connsiteY63" fmla="*/ 44958 h 706899"/>
                <a:gd name="connsiteX64" fmla="*/ 382245 w 971032"/>
                <a:gd name="connsiteY64" fmla="*/ 44964 h 706899"/>
                <a:gd name="connsiteX65" fmla="*/ 382245 w 971032"/>
                <a:gd name="connsiteY65" fmla="*/ 44967 h 706899"/>
                <a:gd name="connsiteX66" fmla="*/ 84927 w 971032"/>
                <a:gd name="connsiteY66" fmla="*/ 44967 h 70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71032" h="706899">
                  <a:moveTo>
                    <a:pt x="397566" y="618857"/>
                  </a:moveTo>
                  <a:lnTo>
                    <a:pt x="397566" y="706879"/>
                  </a:lnTo>
                  <a:lnTo>
                    <a:pt x="639597" y="706879"/>
                  </a:lnTo>
                  <a:lnTo>
                    <a:pt x="639597" y="618857"/>
                  </a:lnTo>
                  <a:lnTo>
                    <a:pt x="445917" y="618857"/>
                  </a:lnTo>
                  <a:close/>
                  <a:moveTo>
                    <a:pt x="684512" y="530836"/>
                  </a:moveTo>
                  <a:lnTo>
                    <a:pt x="684512" y="661648"/>
                  </a:lnTo>
                  <a:lnTo>
                    <a:pt x="728047" y="661648"/>
                  </a:lnTo>
                  <a:lnTo>
                    <a:pt x="728047" y="581413"/>
                  </a:lnTo>
                  <a:lnTo>
                    <a:pt x="728047" y="530836"/>
                  </a:lnTo>
                  <a:close/>
                  <a:moveTo>
                    <a:pt x="221093" y="530835"/>
                  </a:moveTo>
                  <a:lnTo>
                    <a:pt x="221093" y="661862"/>
                  </a:lnTo>
                  <a:lnTo>
                    <a:pt x="293916" y="661862"/>
                  </a:lnTo>
                  <a:lnTo>
                    <a:pt x="352650" y="661862"/>
                  </a:lnTo>
                  <a:lnTo>
                    <a:pt x="352650" y="530835"/>
                  </a:lnTo>
                  <a:close/>
                  <a:moveTo>
                    <a:pt x="84927" y="0"/>
                  </a:moveTo>
                  <a:lnTo>
                    <a:pt x="382245" y="0"/>
                  </a:lnTo>
                  <a:lnTo>
                    <a:pt x="971032" y="0"/>
                  </a:lnTo>
                  <a:lnTo>
                    <a:pt x="971032" y="618857"/>
                  </a:lnTo>
                  <a:lnTo>
                    <a:pt x="915268" y="618857"/>
                  </a:lnTo>
                  <a:lnTo>
                    <a:pt x="772747" y="618857"/>
                  </a:lnTo>
                  <a:lnTo>
                    <a:pt x="772747" y="706881"/>
                  </a:lnTo>
                  <a:lnTo>
                    <a:pt x="971032" y="706881"/>
                  </a:lnTo>
                  <a:lnTo>
                    <a:pt x="971032" y="706899"/>
                  </a:lnTo>
                  <a:lnTo>
                    <a:pt x="176197" y="706899"/>
                  </a:lnTo>
                  <a:lnTo>
                    <a:pt x="176197" y="618857"/>
                  </a:lnTo>
                  <a:lnTo>
                    <a:pt x="172357" y="618857"/>
                  </a:lnTo>
                  <a:lnTo>
                    <a:pt x="91908" y="618903"/>
                  </a:lnTo>
                  <a:cubicBezTo>
                    <a:pt x="89537" y="618909"/>
                    <a:pt x="87857" y="618272"/>
                    <a:pt x="86148" y="616555"/>
                  </a:cubicBezTo>
                  <a:lnTo>
                    <a:pt x="2264" y="532671"/>
                  </a:lnTo>
                  <a:cubicBezTo>
                    <a:pt x="1414" y="531824"/>
                    <a:pt x="817" y="530987"/>
                    <a:pt x="431" y="530062"/>
                  </a:cubicBezTo>
                  <a:lnTo>
                    <a:pt x="0" y="527638"/>
                  </a:lnTo>
                  <a:lnTo>
                    <a:pt x="0" y="85404"/>
                  </a:lnTo>
                  <a:lnTo>
                    <a:pt x="44411" y="85404"/>
                  </a:lnTo>
                  <a:lnTo>
                    <a:pt x="44411" y="268828"/>
                  </a:lnTo>
                  <a:lnTo>
                    <a:pt x="44389" y="268828"/>
                  </a:lnTo>
                  <a:lnTo>
                    <a:pt x="44352" y="503743"/>
                  </a:lnTo>
                  <a:cubicBezTo>
                    <a:pt x="44351" y="506290"/>
                    <a:pt x="45068" y="508032"/>
                    <a:pt x="46864" y="509816"/>
                  </a:cubicBezTo>
                  <a:lnTo>
                    <a:pt x="108837" y="571568"/>
                  </a:lnTo>
                  <a:cubicBezTo>
                    <a:pt x="109969" y="572691"/>
                    <a:pt x="111942" y="573530"/>
                    <a:pt x="113529" y="573541"/>
                  </a:cubicBezTo>
                  <a:lnTo>
                    <a:pt x="173587" y="573618"/>
                  </a:lnTo>
                  <a:cubicBezTo>
                    <a:pt x="174516" y="573617"/>
                    <a:pt x="175445" y="573474"/>
                    <a:pt x="176512" y="573386"/>
                  </a:cubicBezTo>
                  <a:lnTo>
                    <a:pt x="176512" y="485397"/>
                  </a:lnTo>
                  <a:lnTo>
                    <a:pt x="220141" y="485397"/>
                  </a:lnTo>
                  <a:lnTo>
                    <a:pt x="220141" y="441798"/>
                  </a:lnTo>
                  <a:lnTo>
                    <a:pt x="265383" y="441798"/>
                  </a:lnTo>
                  <a:lnTo>
                    <a:pt x="265383" y="485233"/>
                  </a:lnTo>
                  <a:lnTo>
                    <a:pt x="308401" y="485233"/>
                  </a:lnTo>
                  <a:lnTo>
                    <a:pt x="308401" y="441810"/>
                  </a:lnTo>
                  <a:lnTo>
                    <a:pt x="353643" y="441810"/>
                  </a:lnTo>
                  <a:lnTo>
                    <a:pt x="353643" y="485437"/>
                  </a:lnTo>
                  <a:lnTo>
                    <a:pt x="397402" y="485437"/>
                  </a:lnTo>
                  <a:lnTo>
                    <a:pt x="397402" y="573450"/>
                  </a:lnTo>
                  <a:lnTo>
                    <a:pt x="639874" y="573450"/>
                  </a:lnTo>
                  <a:lnTo>
                    <a:pt x="639874" y="485323"/>
                  </a:lnTo>
                  <a:lnTo>
                    <a:pt x="683634" y="485323"/>
                  </a:lnTo>
                  <a:lnTo>
                    <a:pt x="683634" y="441835"/>
                  </a:lnTo>
                  <a:lnTo>
                    <a:pt x="728876" y="441835"/>
                  </a:lnTo>
                  <a:lnTo>
                    <a:pt x="728876" y="485486"/>
                  </a:lnTo>
                  <a:lnTo>
                    <a:pt x="772635" y="485486"/>
                  </a:lnTo>
                  <a:lnTo>
                    <a:pt x="772635" y="573426"/>
                  </a:lnTo>
                  <a:lnTo>
                    <a:pt x="926558" y="573426"/>
                  </a:lnTo>
                  <a:lnTo>
                    <a:pt x="926558" y="44958"/>
                  </a:lnTo>
                  <a:lnTo>
                    <a:pt x="921963" y="44958"/>
                  </a:lnTo>
                  <a:lnTo>
                    <a:pt x="382245" y="44964"/>
                  </a:lnTo>
                  <a:lnTo>
                    <a:pt x="382245" y="44967"/>
                  </a:lnTo>
                  <a:lnTo>
                    <a:pt x="84927" y="44967"/>
                  </a:lnTo>
                  <a:close/>
                </a:path>
              </a:pathLst>
            </a:custGeom>
            <a:grpFill/>
            <a:ln w="6350" cap="flat">
              <a:noFill/>
              <a:prstDash val="solid"/>
              <a:miter/>
            </a:ln>
          </p:spPr>
          <p:txBody>
            <a:bodyPr wrap="square" rtlCol="0" anchor="ctr">
              <a:noAutofit/>
            </a:bodyPr>
            <a:lstStyle/>
            <a:p>
              <a:endParaRPr lang="en-US"/>
            </a:p>
          </p:txBody>
        </p:sp>
        <p:sp>
          <p:nvSpPr>
            <p:cNvPr id="1664" name="Freeform: Shape 1663">
              <a:extLst>
                <a:ext uri="{FF2B5EF4-FFF2-40B4-BE49-F238E27FC236}">
                  <a16:creationId xmlns:a16="http://schemas.microsoft.com/office/drawing/2014/main" id="{60CCC732-43A6-6CFF-F16E-451EFA2CD877}"/>
                </a:ext>
                <a:ext uri="{C183D7F6-B498-43B3-948B-1728B52AA6E4}">
                  <adec:decorative xmlns:adec="http://schemas.microsoft.com/office/drawing/2017/decorative" val="1"/>
                </a:ext>
              </a:extLst>
            </p:cNvPr>
            <p:cNvSpPr/>
            <p:nvPr/>
          </p:nvSpPr>
          <p:spPr>
            <a:xfrm>
              <a:off x="1312591" y="3705195"/>
              <a:ext cx="362542" cy="116336"/>
            </a:xfrm>
            <a:custGeom>
              <a:avLst/>
              <a:gdLst>
                <a:gd name="connsiteX0" fmla="*/ 7034839 w 7768752"/>
                <a:gd name="connsiteY0" fmla="*/ 1244679 h 2492916"/>
                <a:gd name="connsiteX1" fmla="*/ 6520938 w 7768752"/>
                <a:gd name="connsiteY1" fmla="*/ 1704273 h 2492916"/>
                <a:gd name="connsiteX2" fmla="*/ 6999309 w 7768752"/>
                <a:gd name="connsiteY2" fmla="*/ 2188073 h 2492916"/>
                <a:gd name="connsiteX3" fmla="*/ 7470404 w 7768752"/>
                <a:gd name="connsiteY3" fmla="*/ 1732605 h 2492916"/>
                <a:gd name="connsiteX4" fmla="*/ 7034839 w 7768752"/>
                <a:gd name="connsiteY4" fmla="*/ 1244679 h 2492916"/>
                <a:gd name="connsiteX5" fmla="*/ 2487179 w 7768752"/>
                <a:gd name="connsiteY5" fmla="*/ 1244492 h 2492916"/>
                <a:gd name="connsiteX6" fmla="*/ 2418158 w 7768752"/>
                <a:gd name="connsiteY6" fmla="*/ 1251230 h 2492916"/>
                <a:gd name="connsiteX7" fmla="*/ 2207646 w 7768752"/>
                <a:gd name="connsiteY7" fmla="*/ 1344097 h 2492916"/>
                <a:gd name="connsiteX8" fmla="*/ 2177508 w 7768752"/>
                <a:gd name="connsiteY8" fmla="*/ 1374030 h 2492916"/>
                <a:gd name="connsiteX9" fmla="*/ 2033203 w 7768752"/>
                <a:gd name="connsiteY9" fmla="*/ 1785057 h 2492916"/>
                <a:gd name="connsiteX10" fmla="*/ 2224014 w 7768752"/>
                <a:gd name="connsiteY10" fmla="*/ 2098991 h 2492916"/>
                <a:gd name="connsiteX11" fmla="*/ 2565442 w 7768752"/>
                <a:gd name="connsiteY11" fmla="*/ 2186611 h 2492916"/>
                <a:gd name="connsiteX12" fmla="*/ 2852062 w 7768752"/>
                <a:gd name="connsiteY12" fmla="*/ 2032304 h 2492916"/>
                <a:gd name="connsiteX13" fmla="*/ 2966408 w 7768752"/>
                <a:gd name="connsiteY13" fmla="*/ 1624792 h 2492916"/>
                <a:gd name="connsiteX14" fmla="*/ 2686775 w 7768752"/>
                <a:gd name="connsiteY14" fmla="*/ 1281176 h 2492916"/>
                <a:gd name="connsiteX15" fmla="*/ 2487179 w 7768752"/>
                <a:gd name="connsiteY15" fmla="*/ 1244492 h 2492916"/>
                <a:gd name="connsiteX16" fmla="*/ 2540344 w 7768752"/>
                <a:gd name="connsiteY16" fmla="*/ 942903 h 2492916"/>
                <a:gd name="connsiteX17" fmla="*/ 2855105 w 7768752"/>
                <a:gd name="connsiteY17" fmla="*/ 1025365 h 2492916"/>
                <a:gd name="connsiteX18" fmla="*/ 3043879 w 7768752"/>
                <a:gd name="connsiteY18" fmla="*/ 1163250 h 2492916"/>
                <a:gd name="connsiteX19" fmla="*/ 3267923 w 7768752"/>
                <a:gd name="connsiteY19" fmla="*/ 1615649 h 2492916"/>
                <a:gd name="connsiteX20" fmla="*/ 3104841 w 7768752"/>
                <a:gd name="connsiteY20" fmla="*/ 2203286 h 2492916"/>
                <a:gd name="connsiteX21" fmla="*/ 2635594 w 7768752"/>
                <a:gd name="connsiteY21" fmla="*/ 2479193 h 2492916"/>
                <a:gd name="connsiteX22" fmla="*/ 2154019 w 7768752"/>
                <a:gd name="connsiteY22" fmla="*/ 2410059 h 2492916"/>
                <a:gd name="connsiteX23" fmla="*/ 1784150 w 7768752"/>
                <a:gd name="connsiteY23" fmla="*/ 2009703 h 2492916"/>
                <a:gd name="connsiteX24" fmla="*/ 1729770 w 7768752"/>
                <a:gd name="connsiteY24" fmla="*/ 1648348 h 2492916"/>
                <a:gd name="connsiteX25" fmla="*/ 1881354 w 7768752"/>
                <a:gd name="connsiteY25" fmla="*/ 1251062 h 2492916"/>
                <a:gd name="connsiteX26" fmla="*/ 2152723 w 7768752"/>
                <a:gd name="connsiteY26" fmla="*/ 1023557 h 2492916"/>
                <a:gd name="connsiteX27" fmla="*/ 2429836 w 7768752"/>
                <a:gd name="connsiteY27" fmla="*/ 945977 h 2492916"/>
                <a:gd name="connsiteX28" fmla="*/ 2540344 w 7768752"/>
                <a:gd name="connsiteY28" fmla="*/ 942903 h 2492916"/>
                <a:gd name="connsiteX29" fmla="*/ 6955005 w 7768752"/>
                <a:gd name="connsiteY29" fmla="*/ 941267 h 2492916"/>
                <a:gd name="connsiteX30" fmla="*/ 7302034 w 7768752"/>
                <a:gd name="connsiteY30" fmla="*/ 1003916 h 2492916"/>
                <a:gd name="connsiteX31" fmla="*/ 7549162 w 7768752"/>
                <a:gd name="connsiteY31" fmla="*/ 1172635 h 2492916"/>
                <a:gd name="connsiteX32" fmla="*/ 7762114 w 7768752"/>
                <a:gd name="connsiteY32" fmla="*/ 1612266 h 2492916"/>
                <a:gd name="connsiteX33" fmla="*/ 7632096 w 7768752"/>
                <a:gd name="connsiteY33" fmla="*/ 2157960 h 2492916"/>
                <a:gd name="connsiteX34" fmla="*/ 7394728 w 7768752"/>
                <a:gd name="connsiteY34" fmla="*/ 2381725 h 2492916"/>
                <a:gd name="connsiteX35" fmla="*/ 7108506 w 7768752"/>
                <a:gd name="connsiteY35" fmla="*/ 2484538 h 2492916"/>
                <a:gd name="connsiteX36" fmla="*/ 6794543 w 7768752"/>
                <a:gd name="connsiteY36" fmla="*/ 2464879 h 2492916"/>
                <a:gd name="connsiteX37" fmla="*/ 6516065 w 7768752"/>
                <a:gd name="connsiteY37" fmla="*/ 2326694 h 2492916"/>
                <a:gd name="connsiteX38" fmla="*/ 6244252 w 7768752"/>
                <a:gd name="connsiteY38" fmla="*/ 1907041 h 2492916"/>
                <a:gd name="connsiteX39" fmla="*/ 6224191 w 7768752"/>
                <a:gd name="connsiteY39" fmla="*/ 1646435 h 2492916"/>
                <a:gd name="connsiteX40" fmla="*/ 6410389 w 7768752"/>
                <a:gd name="connsiteY40" fmla="*/ 1209343 h 2492916"/>
                <a:gd name="connsiteX41" fmla="*/ 6836524 w 7768752"/>
                <a:gd name="connsiteY41" fmla="*/ 957284 h 2492916"/>
                <a:gd name="connsiteX42" fmla="*/ 6955005 w 7768752"/>
                <a:gd name="connsiteY42" fmla="*/ 941267 h 2492916"/>
                <a:gd name="connsiteX43" fmla="*/ 0 w 7768752"/>
                <a:gd name="connsiteY43" fmla="*/ 0 h 2492916"/>
                <a:gd name="connsiteX44" fmla="*/ 636855 w 7768752"/>
                <a:gd name="connsiteY44" fmla="*/ 0 h 2492916"/>
                <a:gd name="connsiteX45" fmla="*/ 636855 w 7768752"/>
                <a:gd name="connsiteY45" fmla="*/ 635479 h 2492916"/>
                <a:gd name="connsiteX46" fmla="*/ 0 w 7768752"/>
                <a:gd name="connsiteY46" fmla="*/ 635479 h 249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768752" h="2492916">
                  <a:moveTo>
                    <a:pt x="7034839" y="1244679"/>
                  </a:moveTo>
                  <a:cubicBezTo>
                    <a:pt x="6731934" y="1222668"/>
                    <a:pt x="6525526" y="1470149"/>
                    <a:pt x="6520938" y="1704273"/>
                  </a:cubicBezTo>
                  <a:cubicBezTo>
                    <a:pt x="6515605" y="1976353"/>
                    <a:pt x="6746014" y="2195898"/>
                    <a:pt x="6999309" y="2188073"/>
                  </a:cubicBezTo>
                  <a:cubicBezTo>
                    <a:pt x="7253818" y="2194092"/>
                    <a:pt x="7464156" y="1974359"/>
                    <a:pt x="7470404" y="1732605"/>
                  </a:cubicBezTo>
                  <a:cubicBezTo>
                    <a:pt x="7477589" y="1454582"/>
                    <a:pt x="7253563" y="1260572"/>
                    <a:pt x="7034839" y="1244679"/>
                  </a:cubicBezTo>
                  <a:close/>
                  <a:moveTo>
                    <a:pt x="2487179" y="1244492"/>
                  </a:moveTo>
                  <a:cubicBezTo>
                    <a:pt x="2464353" y="1245392"/>
                    <a:pt x="2441337" y="1247717"/>
                    <a:pt x="2418158" y="1251230"/>
                  </a:cubicBezTo>
                  <a:cubicBezTo>
                    <a:pt x="2340807" y="1262953"/>
                    <a:pt x="2275368" y="1299519"/>
                    <a:pt x="2207646" y="1344097"/>
                  </a:cubicBezTo>
                  <a:cubicBezTo>
                    <a:pt x="2197606" y="1354081"/>
                    <a:pt x="2187681" y="1364182"/>
                    <a:pt x="2177508" y="1374030"/>
                  </a:cubicBezTo>
                  <a:cubicBezTo>
                    <a:pt x="2060826" y="1486971"/>
                    <a:pt x="2009755" y="1622611"/>
                    <a:pt x="2033203" y="1785057"/>
                  </a:cubicBezTo>
                  <a:cubicBezTo>
                    <a:pt x="2052266" y="1917133"/>
                    <a:pt x="2119044" y="2019427"/>
                    <a:pt x="2224014" y="2098991"/>
                  </a:cubicBezTo>
                  <a:cubicBezTo>
                    <a:pt x="2325607" y="2175996"/>
                    <a:pt x="2442302" y="2201814"/>
                    <a:pt x="2565442" y="2186611"/>
                  </a:cubicBezTo>
                  <a:cubicBezTo>
                    <a:pt x="2678709" y="2172628"/>
                    <a:pt x="2775223" y="2118509"/>
                    <a:pt x="2852062" y="2032304"/>
                  </a:cubicBezTo>
                  <a:cubicBezTo>
                    <a:pt x="2956551" y="1915078"/>
                    <a:pt x="2997644" y="1777705"/>
                    <a:pt x="2966408" y="1624792"/>
                  </a:cubicBezTo>
                  <a:cubicBezTo>
                    <a:pt x="2933561" y="1463989"/>
                    <a:pt x="2836410" y="1349252"/>
                    <a:pt x="2686775" y="1281176"/>
                  </a:cubicBezTo>
                  <a:cubicBezTo>
                    <a:pt x="2622427" y="1251902"/>
                    <a:pt x="2555657" y="1241790"/>
                    <a:pt x="2487179" y="1244492"/>
                  </a:cubicBezTo>
                  <a:close/>
                  <a:moveTo>
                    <a:pt x="2540344" y="942903"/>
                  </a:moveTo>
                  <a:cubicBezTo>
                    <a:pt x="2649033" y="948066"/>
                    <a:pt x="2752685" y="977344"/>
                    <a:pt x="2855105" y="1025365"/>
                  </a:cubicBezTo>
                  <a:cubicBezTo>
                    <a:pt x="2920286" y="1071125"/>
                    <a:pt x="2989798" y="1109434"/>
                    <a:pt x="3043879" y="1163250"/>
                  </a:cubicBezTo>
                  <a:cubicBezTo>
                    <a:pt x="3168654" y="1287414"/>
                    <a:pt x="3246437" y="1437050"/>
                    <a:pt x="3267923" y="1615649"/>
                  </a:cubicBezTo>
                  <a:cubicBezTo>
                    <a:pt x="3294342" y="1835248"/>
                    <a:pt x="3241577" y="2031827"/>
                    <a:pt x="3104841" y="2203286"/>
                  </a:cubicBezTo>
                  <a:cubicBezTo>
                    <a:pt x="2984712" y="2353919"/>
                    <a:pt x="2826318" y="2444512"/>
                    <a:pt x="2635594" y="2479193"/>
                  </a:cubicBezTo>
                  <a:cubicBezTo>
                    <a:pt x="2466804" y="2509888"/>
                    <a:pt x="2305514" y="2485236"/>
                    <a:pt x="2154019" y="2410059"/>
                  </a:cubicBezTo>
                  <a:cubicBezTo>
                    <a:pt x="1981317" y="2324358"/>
                    <a:pt x="1858763" y="2189334"/>
                    <a:pt x="1784150" y="2009703"/>
                  </a:cubicBezTo>
                  <a:cubicBezTo>
                    <a:pt x="1735640" y="1892914"/>
                    <a:pt x="1720133" y="1771811"/>
                    <a:pt x="1729770" y="1648348"/>
                  </a:cubicBezTo>
                  <a:cubicBezTo>
                    <a:pt x="1741168" y="1502298"/>
                    <a:pt x="1792590" y="1369533"/>
                    <a:pt x="1881354" y="1251062"/>
                  </a:cubicBezTo>
                  <a:cubicBezTo>
                    <a:pt x="1954406" y="1153563"/>
                    <a:pt x="2044844" y="1077821"/>
                    <a:pt x="2152723" y="1023557"/>
                  </a:cubicBezTo>
                  <a:cubicBezTo>
                    <a:pt x="2239569" y="979874"/>
                    <a:pt x="2331883" y="956003"/>
                    <a:pt x="2429836" y="945977"/>
                  </a:cubicBezTo>
                  <a:cubicBezTo>
                    <a:pt x="2467326" y="942140"/>
                    <a:pt x="2504115" y="941182"/>
                    <a:pt x="2540344" y="942903"/>
                  </a:cubicBezTo>
                  <a:close/>
                  <a:moveTo>
                    <a:pt x="6955005" y="941267"/>
                  </a:moveTo>
                  <a:cubicBezTo>
                    <a:pt x="7072914" y="934623"/>
                    <a:pt x="7188976" y="955949"/>
                    <a:pt x="7302034" y="1003916"/>
                  </a:cubicBezTo>
                  <a:cubicBezTo>
                    <a:pt x="7396079" y="1043817"/>
                    <a:pt x="7479654" y="1099458"/>
                    <a:pt x="7549162" y="1172635"/>
                  </a:cubicBezTo>
                  <a:cubicBezTo>
                    <a:pt x="7666167" y="1295816"/>
                    <a:pt x="7741573" y="1440365"/>
                    <a:pt x="7762114" y="1612266"/>
                  </a:cubicBezTo>
                  <a:cubicBezTo>
                    <a:pt x="7785737" y="1809988"/>
                    <a:pt x="7747207" y="1991443"/>
                    <a:pt x="7632096" y="2157960"/>
                  </a:cubicBezTo>
                  <a:cubicBezTo>
                    <a:pt x="7569917" y="2253069"/>
                    <a:pt x="7489077" y="2324449"/>
                    <a:pt x="7394728" y="2381725"/>
                  </a:cubicBezTo>
                  <a:cubicBezTo>
                    <a:pt x="7306229" y="2435453"/>
                    <a:pt x="7209740" y="2468742"/>
                    <a:pt x="7108506" y="2484538"/>
                  </a:cubicBezTo>
                  <a:cubicBezTo>
                    <a:pt x="7003252" y="2500962"/>
                    <a:pt x="6898086" y="2492629"/>
                    <a:pt x="6794543" y="2464879"/>
                  </a:cubicBezTo>
                  <a:cubicBezTo>
                    <a:pt x="6692223" y="2437455"/>
                    <a:pt x="6597763" y="2392684"/>
                    <a:pt x="6516065" y="2326694"/>
                  </a:cubicBezTo>
                  <a:cubicBezTo>
                    <a:pt x="6380445" y="2217151"/>
                    <a:pt x="6287573" y="2077720"/>
                    <a:pt x="6244252" y="1907041"/>
                  </a:cubicBezTo>
                  <a:cubicBezTo>
                    <a:pt x="6222461" y="1821193"/>
                    <a:pt x="6216363" y="1733502"/>
                    <a:pt x="6224191" y="1646435"/>
                  </a:cubicBezTo>
                  <a:cubicBezTo>
                    <a:pt x="6239011" y="1481627"/>
                    <a:pt x="6301890" y="1336220"/>
                    <a:pt x="6410389" y="1209343"/>
                  </a:cubicBezTo>
                  <a:cubicBezTo>
                    <a:pt x="6524354" y="1076074"/>
                    <a:pt x="6667764" y="993356"/>
                    <a:pt x="6836524" y="957284"/>
                  </a:cubicBezTo>
                  <a:cubicBezTo>
                    <a:pt x="6876195" y="948804"/>
                    <a:pt x="6915703" y="943482"/>
                    <a:pt x="6955005" y="941267"/>
                  </a:cubicBezTo>
                  <a:close/>
                  <a:moveTo>
                    <a:pt x="0" y="0"/>
                  </a:moveTo>
                  <a:lnTo>
                    <a:pt x="636855" y="0"/>
                  </a:lnTo>
                  <a:lnTo>
                    <a:pt x="636855" y="635479"/>
                  </a:lnTo>
                  <a:lnTo>
                    <a:pt x="0" y="635479"/>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5" name="Group 64">
            <a:extLst>
              <a:ext uri="{FF2B5EF4-FFF2-40B4-BE49-F238E27FC236}">
                <a16:creationId xmlns:a16="http://schemas.microsoft.com/office/drawing/2014/main" id="{3DA91A3D-3366-9966-2FCD-F3436844B26C}"/>
              </a:ext>
              <a:ext uri="{C183D7F6-B498-43B3-948B-1728B52AA6E4}">
                <adec:decorative xmlns:adec="http://schemas.microsoft.com/office/drawing/2017/decorative" val="1"/>
              </a:ext>
            </a:extLst>
          </p:cNvPr>
          <p:cNvGrpSpPr>
            <a:grpSpLocks noChangeAspect="1"/>
          </p:cNvGrpSpPr>
          <p:nvPr/>
        </p:nvGrpSpPr>
        <p:grpSpPr>
          <a:xfrm>
            <a:off x="1835773" y="3644779"/>
            <a:ext cx="450527" cy="457200"/>
            <a:chOff x="1835787" y="3636615"/>
            <a:chExt cx="450527" cy="457200"/>
          </a:xfrm>
          <a:solidFill>
            <a:schemeClr val="accent2"/>
          </a:solidFill>
        </p:grpSpPr>
        <p:sp>
          <p:nvSpPr>
            <p:cNvPr id="1676" name="Freeform: Shape 1675">
              <a:extLst>
                <a:ext uri="{FF2B5EF4-FFF2-40B4-BE49-F238E27FC236}">
                  <a16:creationId xmlns:a16="http://schemas.microsoft.com/office/drawing/2014/main" id="{DD49E08C-FCC2-E452-F95C-180992949F89}"/>
                </a:ext>
                <a:ext uri="{C183D7F6-B498-43B3-948B-1728B52AA6E4}">
                  <adec:decorative xmlns:adec="http://schemas.microsoft.com/office/drawing/2017/decorative" val="1"/>
                </a:ext>
              </a:extLst>
            </p:cNvPr>
            <p:cNvSpPr/>
            <p:nvPr/>
          </p:nvSpPr>
          <p:spPr>
            <a:xfrm>
              <a:off x="1835787" y="3636615"/>
              <a:ext cx="450527" cy="450545"/>
            </a:xfrm>
            <a:custGeom>
              <a:avLst/>
              <a:gdLst>
                <a:gd name="connsiteX0" fmla="*/ 441452 w 6757909"/>
                <a:gd name="connsiteY0" fmla="*/ 1692318 h 6758176"/>
                <a:gd name="connsiteX1" fmla="*/ 441452 w 6757909"/>
                <a:gd name="connsiteY1" fmla="*/ 2182229 h 6758176"/>
                <a:gd name="connsiteX2" fmla="*/ 441891 w 6757909"/>
                <a:gd name="connsiteY2" fmla="*/ 3322128 h 6758176"/>
                <a:gd name="connsiteX3" fmla="*/ 647532 w 6757909"/>
                <a:gd name="connsiteY3" fmla="*/ 3706519 h 6758176"/>
                <a:gd name="connsiteX4" fmla="*/ 1106548 w 6757909"/>
                <a:gd name="connsiteY4" fmla="*/ 3777292 h 6758176"/>
                <a:gd name="connsiteX5" fmla="*/ 1474770 w 6757909"/>
                <a:gd name="connsiteY5" fmla="*/ 3295132 h 6758176"/>
                <a:gd name="connsiteX6" fmla="*/ 1473786 w 6757909"/>
                <a:gd name="connsiteY6" fmla="*/ 1742431 h 6758176"/>
                <a:gd name="connsiteX7" fmla="*/ 1473786 w 6757909"/>
                <a:gd name="connsiteY7" fmla="*/ 1692318 h 6758176"/>
                <a:gd name="connsiteX8" fmla="*/ 441452 w 6757909"/>
                <a:gd name="connsiteY8" fmla="*/ 1692318 h 6758176"/>
                <a:gd name="connsiteX9" fmla="*/ 9748 w 6757909"/>
                <a:gd name="connsiteY9" fmla="*/ 1260671 h 6758176"/>
                <a:gd name="connsiteX10" fmla="*/ 1905480 w 6757909"/>
                <a:gd name="connsiteY10" fmla="*/ 1260671 h 6758176"/>
                <a:gd name="connsiteX11" fmla="*/ 1905480 w 6757909"/>
                <a:gd name="connsiteY11" fmla="*/ 1315409 h 6758176"/>
                <a:gd name="connsiteX12" fmla="*/ 1904610 w 6757909"/>
                <a:gd name="connsiteY12" fmla="*/ 3332955 h 6758176"/>
                <a:gd name="connsiteX13" fmla="*/ 1700986 w 6757909"/>
                <a:gd name="connsiteY13" fmla="*/ 3889416 h 6758176"/>
                <a:gd name="connsiteX14" fmla="*/ 1173471 w 6757909"/>
                <a:gd name="connsiteY14" fmla="*/ 4210191 h 6758176"/>
                <a:gd name="connsiteX15" fmla="*/ 1173471 w 6757909"/>
                <a:gd name="connsiteY15" fmla="*/ 4420562 h 6758176"/>
                <a:gd name="connsiteX16" fmla="*/ 1174388 w 6757909"/>
                <a:gd name="connsiteY16" fmla="*/ 5509087 h 6758176"/>
                <a:gd name="connsiteX17" fmla="*/ 1358747 w 6757909"/>
                <a:gd name="connsiteY17" fmla="*/ 6010026 h 6758176"/>
                <a:gd name="connsiteX18" fmla="*/ 1747601 w 6757909"/>
                <a:gd name="connsiteY18" fmla="*/ 6282523 h 6758176"/>
                <a:gd name="connsiteX19" fmla="*/ 1981022 w 6757909"/>
                <a:gd name="connsiteY19" fmla="*/ 6323758 h 6758176"/>
                <a:gd name="connsiteX20" fmla="*/ 2765132 w 6757909"/>
                <a:gd name="connsiteY20" fmla="*/ 6328201 h 6758176"/>
                <a:gd name="connsiteX21" fmla="*/ 2765132 w 6757909"/>
                <a:gd name="connsiteY21" fmla="*/ 6757172 h 6758176"/>
                <a:gd name="connsiteX22" fmla="*/ 1933489 w 6757909"/>
                <a:gd name="connsiteY22" fmla="*/ 6755490 h 6758176"/>
                <a:gd name="connsiteX23" fmla="*/ 1378825 w 6757909"/>
                <a:gd name="connsiteY23" fmla="*/ 6589584 h 6758176"/>
                <a:gd name="connsiteX24" fmla="*/ 1122316 w 6757909"/>
                <a:gd name="connsiteY24" fmla="*/ 6397771 h 6758176"/>
                <a:gd name="connsiteX25" fmla="*/ 835991 w 6757909"/>
                <a:gd name="connsiteY25" fmla="*/ 5975136 h 6758176"/>
                <a:gd name="connsiteX26" fmla="*/ 740658 w 6757909"/>
                <a:gd name="connsiteY26" fmla="*/ 5426530 h 6758176"/>
                <a:gd name="connsiteX27" fmla="*/ 741767 w 6757909"/>
                <a:gd name="connsiteY27" fmla="*/ 4262932 h 6758176"/>
                <a:gd name="connsiteX28" fmla="*/ 741767 w 6757909"/>
                <a:gd name="connsiteY28" fmla="*/ 4208910 h 6758176"/>
                <a:gd name="connsiteX29" fmla="*/ 360223 w 6757909"/>
                <a:gd name="connsiteY29" fmla="*/ 4034872 h 6758176"/>
                <a:gd name="connsiteX30" fmla="*/ 48785 w 6757909"/>
                <a:gd name="connsiteY30" fmla="*/ 3580433 h 6758176"/>
                <a:gd name="connsiteX31" fmla="*/ 11401 w 6757909"/>
                <a:gd name="connsiteY31" fmla="*/ 3341374 h 6758176"/>
                <a:gd name="connsiteX32" fmla="*/ 9748 w 6757909"/>
                <a:gd name="connsiteY32" fmla="*/ 1319136 h 6758176"/>
                <a:gd name="connsiteX33" fmla="*/ 9748 w 6757909"/>
                <a:gd name="connsiteY33" fmla="*/ 1260671 h 6758176"/>
                <a:gd name="connsiteX34" fmla="*/ 5218108 w 6757909"/>
                <a:gd name="connsiteY34" fmla="*/ 433969 h 6758176"/>
                <a:gd name="connsiteX35" fmla="*/ 5218108 w 6757909"/>
                <a:gd name="connsiteY35" fmla="*/ 1268020 h 6758176"/>
                <a:gd name="connsiteX36" fmla="*/ 4919857 w 6757909"/>
                <a:gd name="connsiteY36" fmla="*/ 1268020 h 6758176"/>
                <a:gd name="connsiteX37" fmla="*/ 4918090 w 6757909"/>
                <a:gd name="connsiteY37" fmla="*/ 1290353 h 6758176"/>
                <a:gd name="connsiteX38" fmla="*/ 4920651 w 6757909"/>
                <a:gd name="connsiteY38" fmla="*/ 3110906 h 6758176"/>
                <a:gd name="connsiteX39" fmla="*/ 4979928 w 6757909"/>
                <a:gd name="connsiteY39" fmla="*/ 3357458 h 6758176"/>
                <a:gd name="connsiteX40" fmla="*/ 5401837 w 6757909"/>
                <a:gd name="connsiteY40" fmla="*/ 3744820 h 6758176"/>
                <a:gd name="connsiteX41" fmla="*/ 5764239 w 6757909"/>
                <a:gd name="connsiteY41" fmla="*/ 3767249 h 6758176"/>
                <a:gd name="connsiteX42" fmla="*/ 6176104 w 6757909"/>
                <a:gd name="connsiteY42" fmla="*/ 3494427 h 6758176"/>
                <a:gd name="connsiteX43" fmla="*/ 6325201 w 6757909"/>
                <a:gd name="connsiteY43" fmla="*/ 3060440 h 6758176"/>
                <a:gd name="connsiteX44" fmla="*/ 6325717 w 6757909"/>
                <a:gd name="connsiteY44" fmla="*/ 1319643 h 6758176"/>
                <a:gd name="connsiteX45" fmla="*/ 6325717 w 6757909"/>
                <a:gd name="connsiteY45" fmla="*/ 1265498 h 6758176"/>
                <a:gd name="connsiteX46" fmla="*/ 6013705 w 6757909"/>
                <a:gd name="connsiteY46" fmla="*/ 1265498 h 6758176"/>
                <a:gd name="connsiteX47" fmla="*/ 6013705 w 6757909"/>
                <a:gd name="connsiteY47" fmla="*/ 433969 h 6758176"/>
                <a:gd name="connsiteX48" fmla="*/ 5218108 w 6757909"/>
                <a:gd name="connsiteY48" fmla="*/ 433969 h 6758176"/>
                <a:gd name="connsiteX49" fmla="*/ 1115158 w 6757909"/>
                <a:gd name="connsiteY49" fmla="*/ 430648 h 6758176"/>
                <a:gd name="connsiteX50" fmla="*/ 763960 w 6757909"/>
                <a:gd name="connsiteY50" fmla="*/ 433234 h 6758176"/>
                <a:gd name="connsiteX51" fmla="*/ 617664 w 6757909"/>
                <a:gd name="connsiteY51" fmla="*/ 461421 h 6758176"/>
                <a:gd name="connsiteX52" fmla="*/ 460250 w 6757909"/>
                <a:gd name="connsiteY52" fmla="*/ 626708 h 6758176"/>
                <a:gd name="connsiteX53" fmla="*/ 1453083 w 6757909"/>
                <a:gd name="connsiteY53" fmla="*/ 626708 h 6758176"/>
                <a:gd name="connsiteX54" fmla="*/ 1435823 w 6757909"/>
                <a:gd name="connsiteY54" fmla="*/ 588769 h 6758176"/>
                <a:gd name="connsiteX55" fmla="*/ 1115158 w 6757909"/>
                <a:gd name="connsiteY55" fmla="*/ 430648 h 6758176"/>
                <a:gd name="connsiteX56" fmla="*/ 4786213 w 6757909"/>
                <a:gd name="connsiteY56" fmla="*/ 2380 h 6758176"/>
                <a:gd name="connsiteX57" fmla="*/ 6444998 w 6757909"/>
                <a:gd name="connsiteY57" fmla="*/ 2380 h 6758176"/>
                <a:gd name="connsiteX58" fmla="*/ 6444998 w 6757909"/>
                <a:gd name="connsiteY58" fmla="*/ 833344 h 6758176"/>
                <a:gd name="connsiteX59" fmla="*/ 6757421 w 6757909"/>
                <a:gd name="connsiteY59" fmla="*/ 833344 h 6758176"/>
                <a:gd name="connsiteX60" fmla="*/ 6757421 w 6757909"/>
                <a:gd name="connsiteY60" fmla="*/ 882578 h 6758176"/>
                <a:gd name="connsiteX61" fmla="*/ 6755815 w 6757909"/>
                <a:gd name="connsiteY61" fmla="*/ 3106434 h 6758176"/>
                <a:gd name="connsiteX62" fmla="*/ 6660903 w 6757909"/>
                <a:gd name="connsiteY62" fmla="*/ 3518174 h 6758176"/>
                <a:gd name="connsiteX63" fmla="*/ 6404298 w 6757909"/>
                <a:gd name="connsiteY63" fmla="*/ 3894825 h 6758176"/>
                <a:gd name="connsiteX64" fmla="*/ 5877958 w 6757909"/>
                <a:gd name="connsiteY64" fmla="*/ 4184685 h 6758176"/>
                <a:gd name="connsiteX65" fmla="*/ 5837172 w 6757909"/>
                <a:gd name="connsiteY65" fmla="*/ 4236719 h 6758176"/>
                <a:gd name="connsiteX66" fmla="*/ 5835662 w 6757909"/>
                <a:gd name="connsiteY66" fmla="*/ 5555052 h 6758176"/>
                <a:gd name="connsiteX67" fmla="*/ 5666564 w 6757909"/>
                <a:gd name="connsiteY67" fmla="*/ 6127558 h 6758176"/>
                <a:gd name="connsiteX68" fmla="*/ 5391077 w 6757909"/>
                <a:gd name="connsiteY68" fmla="*/ 6455949 h 6758176"/>
                <a:gd name="connsiteX69" fmla="*/ 5028073 w 6757909"/>
                <a:gd name="connsiteY69" fmla="*/ 6672943 h 6758176"/>
                <a:gd name="connsiteX70" fmla="*/ 4533163 w 6757909"/>
                <a:gd name="connsiteY70" fmla="*/ 6758089 h 6758176"/>
                <a:gd name="connsiteX71" fmla="*/ 3992795 w 6757909"/>
                <a:gd name="connsiteY71" fmla="*/ 6756188 h 6758176"/>
                <a:gd name="connsiteX72" fmla="*/ 3992795 w 6757909"/>
                <a:gd name="connsiteY72" fmla="*/ 6323996 h 6758176"/>
                <a:gd name="connsiteX73" fmla="*/ 4637040 w 6757909"/>
                <a:gd name="connsiteY73" fmla="*/ 6322678 h 6758176"/>
                <a:gd name="connsiteX74" fmla="*/ 5091335 w 6757909"/>
                <a:gd name="connsiteY74" fmla="*/ 6138796 h 6758176"/>
                <a:gd name="connsiteX75" fmla="*/ 5392472 w 6757909"/>
                <a:gd name="connsiteY75" fmla="*/ 5639071 h 6758176"/>
                <a:gd name="connsiteX76" fmla="*/ 5405440 w 6757909"/>
                <a:gd name="connsiteY76" fmla="*/ 5524721 h 6758176"/>
                <a:gd name="connsiteX77" fmla="*/ 5406787 w 6757909"/>
                <a:gd name="connsiteY77" fmla="*/ 4253270 h 6758176"/>
                <a:gd name="connsiteX78" fmla="*/ 5349851 w 6757909"/>
                <a:gd name="connsiteY78" fmla="*/ 4182602 h 6758176"/>
                <a:gd name="connsiteX79" fmla="*/ 4940738 w 6757909"/>
                <a:gd name="connsiteY79" fmla="*/ 3988925 h 6758176"/>
                <a:gd name="connsiteX80" fmla="*/ 4608132 w 6757909"/>
                <a:gd name="connsiteY80" fmla="*/ 3589980 h 6758176"/>
                <a:gd name="connsiteX81" fmla="*/ 4496792 w 6757909"/>
                <a:gd name="connsiteY81" fmla="*/ 3197906 h 6758176"/>
                <a:gd name="connsiteX82" fmla="*/ 4487179 w 6757909"/>
                <a:gd name="connsiteY82" fmla="*/ 844802 h 6758176"/>
                <a:gd name="connsiteX83" fmla="*/ 4491498 w 6757909"/>
                <a:gd name="connsiteY83" fmla="*/ 836469 h 6758176"/>
                <a:gd name="connsiteX84" fmla="*/ 4786213 w 6757909"/>
                <a:gd name="connsiteY84" fmla="*/ 836469 h 6758176"/>
                <a:gd name="connsiteX85" fmla="*/ 4786213 w 6757909"/>
                <a:gd name="connsiteY85" fmla="*/ 2380 h 6758176"/>
                <a:gd name="connsiteX86" fmla="*/ 1051449 w 6757909"/>
                <a:gd name="connsiteY86" fmla="*/ 254 h 6758176"/>
                <a:gd name="connsiteX87" fmla="*/ 1377796 w 6757909"/>
                <a:gd name="connsiteY87" fmla="*/ 27670 h 6758176"/>
                <a:gd name="connsiteX88" fmla="*/ 1623054 w 6757909"/>
                <a:gd name="connsiteY88" fmla="*/ 154453 h 6758176"/>
                <a:gd name="connsiteX89" fmla="*/ 1889944 w 6757909"/>
                <a:gd name="connsiteY89" fmla="*/ 580595 h 6758176"/>
                <a:gd name="connsiteX90" fmla="*/ 1904780 w 6757909"/>
                <a:gd name="connsiteY90" fmla="*/ 689533 h 6758176"/>
                <a:gd name="connsiteX91" fmla="*/ 1905468 w 6757909"/>
                <a:gd name="connsiteY91" fmla="*/ 1057784 h 6758176"/>
                <a:gd name="connsiteX92" fmla="*/ 348 w 6757909"/>
                <a:gd name="connsiteY92" fmla="*/ 1057784 h 6758176"/>
                <a:gd name="connsiteX93" fmla="*/ 507 w 6757909"/>
                <a:gd name="connsiteY93" fmla="*/ 745827 h 6758176"/>
                <a:gd name="connsiteX94" fmla="*/ 589523 w 6757909"/>
                <a:gd name="connsiteY94" fmla="*/ 11297 h 6758176"/>
                <a:gd name="connsiteX95" fmla="*/ 699621 w 6757909"/>
                <a:gd name="connsiteY95" fmla="*/ 730 h 6758176"/>
                <a:gd name="connsiteX96" fmla="*/ 1051449 w 6757909"/>
                <a:gd name="connsiteY96" fmla="*/ 254 h 6758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6757909" h="6758176">
                  <a:moveTo>
                    <a:pt x="441452" y="1692318"/>
                  </a:moveTo>
                  <a:cubicBezTo>
                    <a:pt x="441452" y="1854344"/>
                    <a:pt x="441452" y="2013590"/>
                    <a:pt x="441452" y="2182229"/>
                  </a:cubicBezTo>
                  <a:cubicBezTo>
                    <a:pt x="441452" y="2562195"/>
                    <a:pt x="440506" y="2942162"/>
                    <a:pt x="441891" y="3322128"/>
                  </a:cubicBezTo>
                  <a:cubicBezTo>
                    <a:pt x="442484" y="3485358"/>
                    <a:pt x="516937" y="3613097"/>
                    <a:pt x="647532" y="3706519"/>
                  </a:cubicBezTo>
                  <a:cubicBezTo>
                    <a:pt x="787398" y="3806573"/>
                    <a:pt x="946423" y="3811618"/>
                    <a:pt x="1106548" y="3777292"/>
                  </a:cubicBezTo>
                  <a:cubicBezTo>
                    <a:pt x="1315964" y="3732416"/>
                    <a:pt x="1476184" y="3527893"/>
                    <a:pt x="1474770" y="3295132"/>
                  </a:cubicBezTo>
                  <a:cubicBezTo>
                    <a:pt x="1471616" y="2777584"/>
                    <a:pt x="1473786" y="2259998"/>
                    <a:pt x="1473786" y="1742431"/>
                  </a:cubicBezTo>
                  <a:cubicBezTo>
                    <a:pt x="1473786" y="1725793"/>
                    <a:pt x="1473786" y="1709156"/>
                    <a:pt x="1473786" y="1692318"/>
                  </a:cubicBezTo>
                  <a:cubicBezTo>
                    <a:pt x="1127104" y="1692318"/>
                    <a:pt x="785611" y="1692318"/>
                    <a:pt x="441452" y="1692318"/>
                  </a:cubicBezTo>
                  <a:close/>
                  <a:moveTo>
                    <a:pt x="9748" y="1260671"/>
                  </a:moveTo>
                  <a:cubicBezTo>
                    <a:pt x="641627" y="1260671"/>
                    <a:pt x="1270954" y="1260671"/>
                    <a:pt x="1905480" y="1260671"/>
                  </a:cubicBezTo>
                  <a:cubicBezTo>
                    <a:pt x="1905480" y="1279000"/>
                    <a:pt x="1905480" y="1297205"/>
                    <a:pt x="1905480" y="1315409"/>
                  </a:cubicBezTo>
                  <a:cubicBezTo>
                    <a:pt x="1905480" y="1987921"/>
                    <a:pt x="1906942" y="2660443"/>
                    <a:pt x="1904610" y="3332955"/>
                  </a:cubicBezTo>
                  <a:cubicBezTo>
                    <a:pt x="1903894" y="3541195"/>
                    <a:pt x="1831600" y="3725880"/>
                    <a:pt x="1700986" y="3889416"/>
                  </a:cubicBezTo>
                  <a:cubicBezTo>
                    <a:pt x="1564169" y="4060702"/>
                    <a:pt x="1384855" y="4158644"/>
                    <a:pt x="1173471" y="4210191"/>
                  </a:cubicBezTo>
                  <a:cubicBezTo>
                    <a:pt x="1173471" y="4280095"/>
                    <a:pt x="1173471" y="4350324"/>
                    <a:pt x="1173471" y="4420562"/>
                  </a:cubicBezTo>
                  <a:cubicBezTo>
                    <a:pt x="1173471" y="4783404"/>
                    <a:pt x="1171225" y="5146264"/>
                    <a:pt x="1174388" y="5509087"/>
                  </a:cubicBezTo>
                  <a:cubicBezTo>
                    <a:pt x="1176032" y="5696399"/>
                    <a:pt x="1241817" y="5862458"/>
                    <a:pt x="1358747" y="6010026"/>
                  </a:cubicBezTo>
                  <a:cubicBezTo>
                    <a:pt x="1461926" y="6140239"/>
                    <a:pt x="1592474" y="6230785"/>
                    <a:pt x="1747601" y="6282523"/>
                  </a:cubicBezTo>
                  <a:cubicBezTo>
                    <a:pt x="1821920" y="6307311"/>
                    <a:pt x="1902852" y="6322821"/>
                    <a:pt x="1981022" y="6323758"/>
                  </a:cubicBezTo>
                  <a:lnTo>
                    <a:pt x="2765132" y="6328201"/>
                  </a:lnTo>
                  <a:lnTo>
                    <a:pt x="2765132" y="6757172"/>
                  </a:lnTo>
                  <a:lnTo>
                    <a:pt x="1933489" y="6755490"/>
                  </a:lnTo>
                  <a:cubicBezTo>
                    <a:pt x="1735684" y="6752069"/>
                    <a:pt x="1547952" y="6693298"/>
                    <a:pt x="1378825" y="6589584"/>
                  </a:cubicBezTo>
                  <a:cubicBezTo>
                    <a:pt x="1288060" y="6533919"/>
                    <a:pt x="1199320" y="6470838"/>
                    <a:pt x="1122316" y="6397771"/>
                  </a:cubicBezTo>
                  <a:cubicBezTo>
                    <a:pt x="997100" y="6278958"/>
                    <a:pt x="902254" y="6135528"/>
                    <a:pt x="835991" y="5975136"/>
                  </a:cubicBezTo>
                  <a:cubicBezTo>
                    <a:pt x="763459" y="5799568"/>
                    <a:pt x="738842" y="5616270"/>
                    <a:pt x="740658" y="5426530"/>
                  </a:cubicBezTo>
                  <a:cubicBezTo>
                    <a:pt x="744366" y="5038699"/>
                    <a:pt x="741767" y="4650801"/>
                    <a:pt x="741767" y="4262932"/>
                  </a:cubicBezTo>
                  <a:cubicBezTo>
                    <a:pt x="741767" y="4245807"/>
                    <a:pt x="741767" y="4228682"/>
                    <a:pt x="741767" y="4208910"/>
                  </a:cubicBezTo>
                  <a:cubicBezTo>
                    <a:pt x="601433" y="4178674"/>
                    <a:pt x="473236" y="4124012"/>
                    <a:pt x="360223" y="4034872"/>
                  </a:cubicBezTo>
                  <a:cubicBezTo>
                    <a:pt x="208862" y="3915495"/>
                    <a:pt x="99959" y="3766532"/>
                    <a:pt x="48785" y="3580433"/>
                  </a:cubicBezTo>
                  <a:cubicBezTo>
                    <a:pt x="27503" y="3503028"/>
                    <a:pt x="11745" y="3421245"/>
                    <a:pt x="11401" y="3341374"/>
                  </a:cubicBezTo>
                  <a:cubicBezTo>
                    <a:pt x="8496" y="2667305"/>
                    <a:pt x="9748" y="1993216"/>
                    <a:pt x="9748" y="1319136"/>
                  </a:cubicBezTo>
                  <a:cubicBezTo>
                    <a:pt x="9748" y="1300597"/>
                    <a:pt x="9748" y="1282049"/>
                    <a:pt x="9748" y="1260671"/>
                  </a:cubicBezTo>
                  <a:close/>
                  <a:moveTo>
                    <a:pt x="5218108" y="433969"/>
                  </a:moveTo>
                  <a:cubicBezTo>
                    <a:pt x="5218108" y="711837"/>
                    <a:pt x="5218108" y="987735"/>
                    <a:pt x="5218108" y="1268020"/>
                  </a:cubicBezTo>
                  <a:cubicBezTo>
                    <a:pt x="5116143" y="1268020"/>
                    <a:pt x="5018497" y="1268020"/>
                    <a:pt x="4919857" y="1268020"/>
                  </a:cubicBezTo>
                  <a:cubicBezTo>
                    <a:pt x="4919016" y="1278341"/>
                    <a:pt x="4918099" y="1284352"/>
                    <a:pt x="4918090" y="1290353"/>
                  </a:cubicBezTo>
                  <a:cubicBezTo>
                    <a:pt x="4918013" y="1897214"/>
                    <a:pt x="4915748" y="2504084"/>
                    <a:pt x="4920651" y="3110906"/>
                  </a:cubicBezTo>
                  <a:cubicBezTo>
                    <a:pt x="4921320" y="3193548"/>
                    <a:pt x="4947045" y="3280510"/>
                    <a:pt x="4979928" y="3357458"/>
                  </a:cubicBezTo>
                  <a:cubicBezTo>
                    <a:pt x="5060105" y="3545104"/>
                    <a:pt x="5202369" y="3672900"/>
                    <a:pt x="5401837" y="3744820"/>
                  </a:cubicBezTo>
                  <a:cubicBezTo>
                    <a:pt x="5520449" y="3787546"/>
                    <a:pt x="5641345" y="3795057"/>
                    <a:pt x="5764239" y="3767249"/>
                  </a:cubicBezTo>
                  <a:cubicBezTo>
                    <a:pt x="5935926" y="3728402"/>
                    <a:pt x="6072571" y="3634646"/>
                    <a:pt x="6176104" y="3494427"/>
                  </a:cubicBezTo>
                  <a:cubicBezTo>
                    <a:pt x="6270825" y="3366163"/>
                    <a:pt x="6324828" y="3220994"/>
                    <a:pt x="6325201" y="3060440"/>
                  </a:cubicBezTo>
                  <a:cubicBezTo>
                    <a:pt x="6326529" y="2480174"/>
                    <a:pt x="6325717" y="1899909"/>
                    <a:pt x="6325717" y="1319643"/>
                  </a:cubicBezTo>
                  <a:cubicBezTo>
                    <a:pt x="6325717" y="1303044"/>
                    <a:pt x="6325717" y="1286445"/>
                    <a:pt x="6325717" y="1265498"/>
                  </a:cubicBezTo>
                  <a:cubicBezTo>
                    <a:pt x="6219499" y="1265498"/>
                    <a:pt x="6118728" y="1265498"/>
                    <a:pt x="6013705" y="1265498"/>
                  </a:cubicBezTo>
                  <a:cubicBezTo>
                    <a:pt x="6013705" y="985184"/>
                    <a:pt x="6013705" y="709295"/>
                    <a:pt x="6013705" y="433969"/>
                  </a:cubicBezTo>
                  <a:cubicBezTo>
                    <a:pt x="5747018" y="433969"/>
                    <a:pt x="5484776" y="433969"/>
                    <a:pt x="5218108" y="433969"/>
                  </a:cubicBezTo>
                  <a:close/>
                  <a:moveTo>
                    <a:pt x="1115158" y="430648"/>
                  </a:moveTo>
                  <a:cubicBezTo>
                    <a:pt x="998402" y="437016"/>
                    <a:pt x="880929" y="429264"/>
                    <a:pt x="763960" y="433234"/>
                  </a:cubicBezTo>
                  <a:cubicBezTo>
                    <a:pt x="714771" y="434903"/>
                    <a:pt x="663701" y="444301"/>
                    <a:pt x="617664" y="461421"/>
                  </a:cubicBezTo>
                  <a:cubicBezTo>
                    <a:pt x="540828" y="489997"/>
                    <a:pt x="488577" y="546987"/>
                    <a:pt x="460250" y="626708"/>
                  </a:cubicBezTo>
                  <a:cubicBezTo>
                    <a:pt x="792880" y="626708"/>
                    <a:pt x="1121265" y="626708"/>
                    <a:pt x="1453083" y="626708"/>
                  </a:cubicBezTo>
                  <a:cubicBezTo>
                    <a:pt x="1446544" y="614238"/>
                    <a:pt x="1441697" y="604992"/>
                    <a:pt x="1435823" y="588769"/>
                  </a:cubicBezTo>
                  <a:cubicBezTo>
                    <a:pt x="1360022" y="472992"/>
                    <a:pt x="1254323" y="423057"/>
                    <a:pt x="1115158" y="430648"/>
                  </a:cubicBezTo>
                  <a:close/>
                  <a:moveTo>
                    <a:pt x="4786213" y="2380"/>
                  </a:moveTo>
                  <a:cubicBezTo>
                    <a:pt x="5340600" y="2380"/>
                    <a:pt x="5890601" y="2380"/>
                    <a:pt x="6444998" y="2380"/>
                  </a:cubicBezTo>
                  <a:cubicBezTo>
                    <a:pt x="6444998" y="277189"/>
                    <a:pt x="6444998" y="553059"/>
                    <a:pt x="6444998" y="833344"/>
                  </a:cubicBezTo>
                  <a:cubicBezTo>
                    <a:pt x="6549973" y="833344"/>
                    <a:pt x="6650735" y="833344"/>
                    <a:pt x="6757421" y="833344"/>
                  </a:cubicBezTo>
                  <a:cubicBezTo>
                    <a:pt x="6757421" y="852658"/>
                    <a:pt x="6757421" y="867613"/>
                    <a:pt x="6757421" y="882578"/>
                  </a:cubicBezTo>
                  <a:cubicBezTo>
                    <a:pt x="6757421" y="1623867"/>
                    <a:pt x="6759255" y="2365165"/>
                    <a:pt x="6755815" y="3106434"/>
                  </a:cubicBezTo>
                  <a:cubicBezTo>
                    <a:pt x="6755156" y="3248478"/>
                    <a:pt x="6717810" y="3386088"/>
                    <a:pt x="6660903" y="3518174"/>
                  </a:cubicBezTo>
                  <a:cubicBezTo>
                    <a:pt x="6599437" y="3660868"/>
                    <a:pt x="6514357" y="3786963"/>
                    <a:pt x="6404298" y="3894825"/>
                  </a:cubicBezTo>
                  <a:cubicBezTo>
                    <a:pt x="6256415" y="4039764"/>
                    <a:pt x="6079920" y="4137104"/>
                    <a:pt x="5877958" y="4184685"/>
                  </a:cubicBezTo>
                  <a:cubicBezTo>
                    <a:pt x="5844645" y="4192531"/>
                    <a:pt x="5837124" y="4205709"/>
                    <a:pt x="5837172" y="4236719"/>
                  </a:cubicBezTo>
                  <a:cubicBezTo>
                    <a:pt x="5837956" y="4676173"/>
                    <a:pt x="5842304" y="5115694"/>
                    <a:pt x="5835662" y="5555052"/>
                  </a:cubicBezTo>
                  <a:cubicBezTo>
                    <a:pt x="5832585" y="5758610"/>
                    <a:pt x="5769198" y="5949544"/>
                    <a:pt x="5666564" y="6127558"/>
                  </a:cubicBezTo>
                  <a:cubicBezTo>
                    <a:pt x="5593698" y="6253949"/>
                    <a:pt x="5497906" y="6360043"/>
                    <a:pt x="5391077" y="6455949"/>
                  </a:cubicBezTo>
                  <a:cubicBezTo>
                    <a:pt x="5284935" y="6551225"/>
                    <a:pt x="5161497" y="6621043"/>
                    <a:pt x="5028073" y="6672943"/>
                  </a:cubicBezTo>
                  <a:cubicBezTo>
                    <a:pt x="4868703" y="6734934"/>
                    <a:pt x="4703972" y="6759857"/>
                    <a:pt x="4533163" y="6758089"/>
                  </a:cubicBezTo>
                  <a:lnTo>
                    <a:pt x="3992795" y="6756188"/>
                  </a:lnTo>
                  <a:lnTo>
                    <a:pt x="3992795" y="6323996"/>
                  </a:lnTo>
                  <a:lnTo>
                    <a:pt x="4637040" y="6322678"/>
                  </a:lnTo>
                  <a:cubicBezTo>
                    <a:pt x="4805555" y="6317240"/>
                    <a:pt x="4957777" y="6245778"/>
                    <a:pt x="5091335" y="6138796"/>
                  </a:cubicBezTo>
                  <a:cubicBezTo>
                    <a:pt x="5253543" y="6008879"/>
                    <a:pt x="5347615" y="5838777"/>
                    <a:pt x="5392472" y="5639071"/>
                  </a:cubicBezTo>
                  <a:cubicBezTo>
                    <a:pt x="5400843" y="5601821"/>
                    <a:pt x="5405363" y="5562888"/>
                    <a:pt x="5405440" y="5524721"/>
                  </a:cubicBezTo>
                  <a:cubicBezTo>
                    <a:pt x="5406338" y="5100901"/>
                    <a:pt x="5405487" y="4677090"/>
                    <a:pt x="5406787" y="4253270"/>
                  </a:cubicBezTo>
                  <a:cubicBezTo>
                    <a:pt x="5406930" y="4209751"/>
                    <a:pt x="5398798" y="4194461"/>
                    <a:pt x="5349851" y="4182602"/>
                  </a:cubicBezTo>
                  <a:cubicBezTo>
                    <a:pt x="5201394" y="4146622"/>
                    <a:pt x="5064128" y="4082185"/>
                    <a:pt x="4940738" y="3988925"/>
                  </a:cubicBezTo>
                  <a:cubicBezTo>
                    <a:pt x="4798474" y="3881408"/>
                    <a:pt x="4688911" y="3747477"/>
                    <a:pt x="4608132" y="3589980"/>
                  </a:cubicBezTo>
                  <a:cubicBezTo>
                    <a:pt x="4545109" y="3467125"/>
                    <a:pt x="4497710" y="3336864"/>
                    <a:pt x="4496792" y="3197906"/>
                  </a:cubicBezTo>
                  <a:cubicBezTo>
                    <a:pt x="4491603" y="2413557"/>
                    <a:pt x="4489950" y="1629180"/>
                    <a:pt x="4487179" y="844802"/>
                  </a:cubicBezTo>
                  <a:cubicBezTo>
                    <a:pt x="4487179" y="843503"/>
                    <a:pt x="4488469" y="842203"/>
                    <a:pt x="4491498" y="836469"/>
                  </a:cubicBezTo>
                  <a:cubicBezTo>
                    <a:pt x="4586650" y="836469"/>
                    <a:pt x="4684277" y="836469"/>
                    <a:pt x="4786213" y="836469"/>
                  </a:cubicBezTo>
                  <a:cubicBezTo>
                    <a:pt x="4786213" y="556213"/>
                    <a:pt x="4786213" y="280343"/>
                    <a:pt x="4786213" y="2380"/>
                  </a:cubicBezTo>
                  <a:close/>
                  <a:moveTo>
                    <a:pt x="1051449" y="254"/>
                  </a:moveTo>
                  <a:cubicBezTo>
                    <a:pt x="1164019" y="1211"/>
                    <a:pt x="1272142" y="-6841"/>
                    <a:pt x="1377796" y="27670"/>
                  </a:cubicBezTo>
                  <a:cubicBezTo>
                    <a:pt x="1466898" y="56775"/>
                    <a:pt x="1549139" y="97417"/>
                    <a:pt x="1623054" y="154453"/>
                  </a:cubicBezTo>
                  <a:cubicBezTo>
                    <a:pt x="1764354" y="263490"/>
                    <a:pt x="1849001" y="408774"/>
                    <a:pt x="1889944" y="580595"/>
                  </a:cubicBezTo>
                  <a:cubicBezTo>
                    <a:pt x="1898410" y="616120"/>
                    <a:pt x="1904236" y="653117"/>
                    <a:pt x="1904780" y="689533"/>
                  </a:cubicBezTo>
                  <a:cubicBezTo>
                    <a:pt x="1906597" y="811280"/>
                    <a:pt x="1905468" y="933069"/>
                    <a:pt x="1905468" y="1057784"/>
                  </a:cubicBezTo>
                  <a:cubicBezTo>
                    <a:pt x="1270766" y="1057784"/>
                    <a:pt x="638391" y="1057784"/>
                    <a:pt x="348" y="1057784"/>
                  </a:cubicBezTo>
                  <a:cubicBezTo>
                    <a:pt x="348" y="954112"/>
                    <a:pt x="-532" y="849960"/>
                    <a:pt x="507" y="745827"/>
                  </a:cubicBezTo>
                  <a:cubicBezTo>
                    <a:pt x="4107" y="384664"/>
                    <a:pt x="239396" y="95875"/>
                    <a:pt x="589523" y="11297"/>
                  </a:cubicBezTo>
                  <a:cubicBezTo>
                    <a:pt x="625038" y="2718"/>
                    <a:pt x="662834" y="1140"/>
                    <a:pt x="699621" y="730"/>
                  </a:cubicBezTo>
                  <a:cubicBezTo>
                    <a:pt x="815320" y="-561"/>
                    <a:pt x="931042" y="254"/>
                    <a:pt x="1051449" y="254"/>
                  </a:cubicBezTo>
                  <a:close/>
                </a:path>
              </a:pathLst>
            </a:custGeom>
            <a:grpFill/>
            <a:ln w="6350" cap="flat">
              <a:noFill/>
              <a:prstDash val="solid"/>
              <a:miter/>
            </a:ln>
          </p:spPr>
          <p:txBody>
            <a:bodyPr wrap="square" rtlCol="0" anchor="ctr">
              <a:noAutofit/>
            </a:bodyPr>
            <a:lstStyle/>
            <a:p>
              <a:endParaRPr lang="en-US"/>
            </a:p>
          </p:txBody>
        </p:sp>
        <p:sp>
          <p:nvSpPr>
            <p:cNvPr id="1677" name="Freeform: Shape 1676">
              <a:extLst>
                <a:ext uri="{FF2B5EF4-FFF2-40B4-BE49-F238E27FC236}">
                  <a16:creationId xmlns:a16="http://schemas.microsoft.com/office/drawing/2014/main" id="{507633D4-5209-0AC6-E0C8-5C514D434D89}"/>
                </a:ext>
                <a:ext uri="{C183D7F6-B498-43B3-948B-1728B52AA6E4}">
                  <adec:decorative xmlns:adec="http://schemas.microsoft.com/office/drawing/2017/decorative" val="1"/>
                </a:ext>
              </a:extLst>
            </p:cNvPr>
            <p:cNvSpPr/>
            <p:nvPr/>
          </p:nvSpPr>
          <p:spPr>
            <a:xfrm>
              <a:off x="2039879" y="3678774"/>
              <a:ext cx="191806" cy="415041"/>
            </a:xfrm>
            <a:custGeom>
              <a:avLst/>
              <a:gdLst>
                <a:gd name="connsiteX0" fmla="*/ 0 w 2877093"/>
                <a:gd name="connsiteY0" fmla="*/ 5592790 h 6225615"/>
                <a:gd name="connsiteX1" fmla="*/ 635166 w 2877093"/>
                <a:gd name="connsiteY1" fmla="*/ 5592790 h 6225615"/>
                <a:gd name="connsiteX2" fmla="*/ 635166 w 2877093"/>
                <a:gd name="connsiteY2" fmla="*/ 6225615 h 6225615"/>
                <a:gd name="connsiteX3" fmla="*/ 0 w 2877093"/>
                <a:gd name="connsiteY3" fmla="*/ 6225615 h 6225615"/>
                <a:gd name="connsiteX4" fmla="*/ 2244373 w 2877093"/>
                <a:gd name="connsiteY4" fmla="*/ 440 h 6225615"/>
                <a:gd name="connsiteX5" fmla="*/ 2454295 w 2877093"/>
                <a:gd name="connsiteY5" fmla="*/ 440 h 6225615"/>
                <a:gd name="connsiteX6" fmla="*/ 2454295 w 2877093"/>
                <a:gd name="connsiteY6" fmla="*/ 212503 h 6225615"/>
                <a:gd name="connsiteX7" fmla="*/ 2244373 w 2877093"/>
                <a:gd name="connsiteY7" fmla="*/ 212503 h 6225615"/>
                <a:gd name="connsiteX8" fmla="*/ 2665603 w 2877093"/>
                <a:gd name="connsiteY8" fmla="*/ 0 h 6225615"/>
                <a:gd name="connsiteX9" fmla="*/ 2877093 w 2877093"/>
                <a:gd name="connsiteY9" fmla="*/ 0 h 6225615"/>
                <a:gd name="connsiteX10" fmla="*/ 2877093 w 2877093"/>
                <a:gd name="connsiteY10" fmla="*/ 210563 h 6225615"/>
                <a:gd name="connsiteX11" fmla="*/ 2665603 w 2877093"/>
                <a:gd name="connsiteY11" fmla="*/ 210563 h 622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77093" h="6225615">
                  <a:moveTo>
                    <a:pt x="0" y="5592790"/>
                  </a:moveTo>
                  <a:lnTo>
                    <a:pt x="635166" y="5592790"/>
                  </a:lnTo>
                  <a:lnTo>
                    <a:pt x="635166" y="6225615"/>
                  </a:lnTo>
                  <a:lnTo>
                    <a:pt x="0" y="6225615"/>
                  </a:lnTo>
                  <a:close/>
                  <a:moveTo>
                    <a:pt x="2244373" y="440"/>
                  </a:moveTo>
                  <a:lnTo>
                    <a:pt x="2454295" y="440"/>
                  </a:lnTo>
                  <a:lnTo>
                    <a:pt x="2454295" y="212503"/>
                  </a:lnTo>
                  <a:lnTo>
                    <a:pt x="2244373" y="212503"/>
                  </a:lnTo>
                  <a:close/>
                  <a:moveTo>
                    <a:pt x="2665603" y="0"/>
                  </a:moveTo>
                  <a:lnTo>
                    <a:pt x="2877093" y="0"/>
                  </a:lnTo>
                  <a:lnTo>
                    <a:pt x="2877093" y="210563"/>
                  </a:lnTo>
                  <a:lnTo>
                    <a:pt x="2665603" y="210563"/>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64" name="Group 63">
            <a:extLst>
              <a:ext uri="{FF2B5EF4-FFF2-40B4-BE49-F238E27FC236}">
                <a16:creationId xmlns:a16="http://schemas.microsoft.com/office/drawing/2014/main" id="{E44FB047-93D8-606B-A82A-F43652725517}"/>
              </a:ext>
              <a:ext uri="{C183D7F6-B498-43B3-948B-1728B52AA6E4}">
                <adec:decorative xmlns:adec="http://schemas.microsoft.com/office/drawing/2017/decorative" val="1"/>
              </a:ext>
            </a:extLst>
          </p:cNvPr>
          <p:cNvGrpSpPr>
            <a:grpSpLocks noChangeAspect="1"/>
          </p:cNvGrpSpPr>
          <p:nvPr/>
        </p:nvGrpSpPr>
        <p:grpSpPr>
          <a:xfrm>
            <a:off x="2371294" y="3644779"/>
            <a:ext cx="468584" cy="457200"/>
            <a:chOff x="2371315" y="3636615"/>
            <a:chExt cx="468584" cy="457200"/>
          </a:xfrm>
          <a:solidFill>
            <a:schemeClr val="accent2"/>
          </a:solidFill>
        </p:grpSpPr>
        <p:sp>
          <p:nvSpPr>
            <p:cNvPr id="1696" name="Freeform: Shape 1695">
              <a:extLst>
                <a:ext uri="{FF2B5EF4-FFF2-40B4-BE49-F238E27FC236}">
                  <a16:creationId xmlns:a16="http://schemas.microsoft.com/office/drawing/2014/main" id="{A3759286-FC27-6540-3285-339746D9B100}"/>
                </a:ext>
                <a:ext uri="{C183D7F6-B498-43B3-948B-1728B52AA6E4}">
                  <adec:decorative xmlns:adec="http://schemas.microsoft.com/office/drawing/2017/decorative" val="1"/>
                </a:ext>
              </a:extLst>
            </p:cNvPr>
            <p:cNvSpPr/>
            <p:nvPr/>
          </p:nvSpPr>
          <p:spPr>
            <a:xfrm>
              <a:off x="2378525" y="3636615"/>
              <a:ext cx="461374" cy="457200"/>
            </a:xfrm>
            <a:custGeom>
              <a:avLst/>
              <a:gdLst>
                <a:gd name="connsiteX0" fmla="*/ 5173089 w 6920597"/>
                <a:gd name="connsiteY0" fmla="*/ 5767081 h 6858000"/>
                <a:gd name="connsiteX1" fmla="*/ 5350618 w 6920597"/>
                <a:gd name="connsiteY1" fmla="*/ 5767081 h 6858000"/>
                <a:gd name="connsiteX2" fmla="*/ 5350618 w 6920597"/>
                <a:gd name="connsiteY2" fmla="*/ 6201148 h 6858000"/>
                <a:gd name="connsiteX3" fmla="*/ 5173089 w 6920597"/>
                <a:gd name="connsiteY3" fmla="*/ 6201148 h 6858000"/>
                <a:gd name="connsiteX4" fmla="*/ 5650274 w 6920597"/>
                <a:gd name="connsiteY4" fmla="*/ 5159046 h 6858000"/>
                <a:gd name="connsiteX5" fmla="*/ 5827811 w 6920597"/>
                <a:gd name="connsiteY5" fmla="*/ 5159046 h 6858000"/>
                <a:gd name="connsiteX6" fmla="*/ 5827811 w 6920597"/>
                <a:gd name="connsiteY6" fmla="*/ 5593121 h 6858000"/>
                <a:gd name="connsiteX7" fmla="*/ 5650274 w 6920597"/>
                <a:gd name="connsiteY7" fmla="*/ 5593121 h 6858000"/>
                <a:gd name="connsiteX8" fmla="*/ 4826738 w 6920597"/>
                <a:gd name="connsiteY8" fmla="*/ 4551012 h 6858000"/>
                <a:gd name="connsiteX9" fmla="*/ 5004275 w 6920597"/>
                <a:gd name="connsiteY9" fmla="*/ 4551012 h 6858000"/>
                <a:gd name="connsiteX10" fmla="*/ 5004275 w 6920597"/>
                <a:gd name="connsiteY10" fmla="*/ 4985087 h 6858000"/>
                <a:gd name="connsiteX11" fmla="*/ 4826738 w 6920597"/>
                <a:gd name="connsiteY11" fmla="*/ 4985087 h 6858000"/>
                <a:gd name="connsiteX12" fmla="*/ 4059783 w 6920597"/>
                <a:gd name="connsiteY12" fmla="*/ 4263911 h 6858000"/>
                <a:gd name="connsiteX13" fmla="*/ 4059783 w 6920597"/>
                <a:gd name="connsiteY13" fmla="*/ 6492806 h 6858000"/>
                <a:gd name="connsiteX14" fmla="*/ 6548585 w 6920597"/>
                <a:gd name="connsiteY14" fmla="*/ 6492806 h 6858000"/>
                <a:gd name="connsiteX15" fmla="*/ 6548585 w 6920597"/>
                <a:gd name="connsiteY15" fmla="*/ 4263911 h 6858000"/>
                <a:gd name="connsiteX16" fmla="*/ 6462357 w 6920597"/>
                <a:gd name="connsiteY16" fmla="*/ 4263911 h 6858000"/>
                <a:gd name="connsiteX17" fmla="*/ 4059783 w 6920597"/>
                <a:gd name="connsiteY17" fmla="*/ 4263911 h 6858000"/>
                <a:gd name="connsiteX18" fmla="*/ 5270001 w 6920597"/>
                <a:gd name="connsiteY18" fmla="*/ 0 h 6858000"/>
                <a:gd name="connsiteX19" fmla="*/ 5326173 w 6920597"/>
                <a:gd name="connsiteY19" fmla="*/ 0 h 6858000"/>
                <a:gd name="connsiteX20" fmla="*/ 5326173 w 6920597"/>
                <a:gd name="connsiteY20" fmla="*/ 3893276 h 6858000"/>
                <a:gd name="connsiteX21" fmla="*/ 6920467 w 6920597"/>
                <a:gd name="connsiteY21" fmla="*/ 3893276 h 6858000"/>
                <a:gd name="connsiteX22" fmla="*/ 6920467 w 6920597"/>
                <a:gd name="connsiteY22" fmla="*/ 3939022 h 6858000"/>
                <a:gd name="connsiteX23" fmla="*/ 6920057 w 6920597"/>
                <a:gd name="connsiteY23" fmla="*/ 6570940 h 6858000"/>
                <a:gd name="connsiteX24" fmla="*/ 6635255 w 6920597"/>
                <a:gd name="connsiteY24" fmla="*/ 6858000 h 6858000"/>
                <a:gd name="connsiteX25" fmla="*/ 3749380 w 6920597"/>
                <a:gd name="connsiteY25" fmla="*/ 6857679 h 6858000"/>
                <a:gd name="connsiteX26" fmla="*/ 3696865 w 6920597"/>
                <a:gd name="connsiteY26" fmla="*/ 6857679 h 6858000"/>
                <a:gd name="connsiteX27" fmla="*/ 3696865 w 6920597"/>
                <a:gd name="connsiteY27" fmla="*/ 4856762 h 6858000"/>
                <a:gd name="connsiteX28" fmla="*/ 598099 w 6920597"/>
                <a:gd name="connsiteY28" fmla="*/ 4853554 h 6858000"/>
                <a:gd name="connsiteX29" fmla="*/ 598099 w 6920597"/>
                <a:gd name="connsiteY29" fmla="*/ 4505273 h 6858000"/>
                <a:gd name="connsiteX30" fmla="*/ 628260 w 6920597"/>
                <a:gd name="connsiteY30" fmla="*/ 4509357 h 6858000"/>
                <a:gd name="connsiteX31" fmla="*/ 673854 w 6920597"/>
                <a:gd name="connsiteY31" fmla="*/ 4510112 h 6858000"/>
                <a:gd name="connsiteX32" fmla="*/ 890200 w 6920597"/>
                <a:gd name="connsiteY32" fmla="*/ 4502371 h 6858000"/>
                <a:gd name="connsiteX33" fmla="*/ 3695594 w 6920597"/>
                <a:gd name="connsiteY33" fmla="*/ 4502476 h 6858000"/>
                <a:gd name="connsiteX34" fmla="*/ 3695594 w 6920597"/>
                <a:gd name="connsiteY34" fmla="*/ 4456247 h 6858000"/>
                <a:gd name="connsiteX35" fmla="*/ 3696053 w 6920597"/>
                <a:gd name="connsiteY35" fmla="*/ 4160111 h 6858000"/>
                <a:gd name="connsiteX36" fmla="*/ 3772394 w 6920597"/>
                <a:gd name="connsiteY36" fmla="*/ 3975517 h 6858000"/>
                <a:gd name="connsiteX37" fmla="*/ 3974512 w 6920597"/>
                <a:gd name="connsiteY37" fmla="*/ 3894779 h 6858000"/>
                <a:gd name="connsiteX38" fmla="*/ 4924461 w 6920597"/>
                <a:gd name="connsiteY38" fmla="*/ 3894489 h 6858000"/>
                <a:gd name="connsiteX39" fmla="*/ 4972523 w 6920597"/>
                <a:gd name="connsiteY39" fmla="*/ 3894489 h 6858000"/>
                <a:gd name="connsiteX40" fmla="*/ 4974661 w 6920597"/>
                <a:gd name="connsiteY40" fmla="*/ 3669534 h 6858000"/>
                <a:gd name="connsiteX41" fmla="*/ 4973093 w 6920597"/>
                <a:gd name="connsiteY41" fmla="*/ 3382643 h 6858000"/>
                <a:gd name="connsiteX42" fmla="*/ 4973190 w 6920597"/>
                <a:gd name="connsiteY42" fmla="*/ 356352 h 6858000"/>
                <a:gd name="connsiteX43" fmla="*/ 355508 w 6920597"/>
                <a:gd name="connsiteY43" fmla="*/ 356352 h 6858000"/>
                <a:gd name="connsiteX44" fmla="*/ 355266 w 6920597"/>
                <a:gd name="connsiteY44" fmla="*/ 939258 h 6858000"/>
                <a:gd name="connsiteX45" fmla="*/ 355266 w 6920597"/>
                <a:gd name="connsiteY45" fmla="*/ 3291833 h 6858000"/>
                <a:gd name="connsiteX46" fmla="*/ 355942 w 6920597"/>
                <a:gd name="connsiteY46" fmla="*/ 3294871 h 6858000"/>
                <a:gd name="connsiteX47" fmla="*/ 355266 w 6920597"/>
                <a:gd name="connsiteY47" fmla="*/ 3987446 h 6858000"/>
                <a:gd name="connsiteX48" fmla="*/ 355266 w 6920597"/>
                <a:gd name="connsiteY48" fmla="*/ 4235777 h 6858000"/>
                <a:gd name="connsiteX49" fmla="*/ 0 w 6920597"/>
                <a:gd name="connsiteY49" fmla="*/ 4235777 h 6858000"/>
                <a:gd name="connsiteX50" fmla="*/ 0 w 6920597"/>
                <a:gd name="connsiteY50" fmla="*/ 376745 h 6858000"/>
                <a:gd name="connsiteX51" fmla="*/ 8 w 6920597"/>
                <a:gd name="connsiteY51" fmla="*/ 376745 h 6858000"/>
                <a:gd name="connsiteX52" fmla="*/ 0 w 6920597"/>
                <a:gd name="connsiteY52" fmla="*/ 343048 h 6858000"/>
                <a:gd name="connsiteX53" fmla="*/ 265622 w 6920597"/>
                <a:gd name="connsiteY53" fmla="*/ 8473 h 6858000"/>
                <a:gd name="connsiteX54" fmla="*/ 340926 w 6920597"/>
                <a:gd name="connsiteY54" fmla="*/ 338 h 6858000"/>
                <a:gd name="connsiteX55" fmla="*/ 5270001 w 6920597"/>
                <a:gd name="connsiteY5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920597" h="6858000">
                  <a:moveTo>
                    <a:pt x="5173089" y="5767081"/>
                  </a:moveTo>
                  <a:lnTo>
                    <a:pt x="5350618" y="5767081"/>
                  </a:lnTo>
                  <a:lnTo>
                    <a:pt x="5350618" y="6201148"/>
                  </a:lnTo>
                  <a:lnTo>
                    <a:pt x="5173089" y="6201148"/>
                  </a:lnTo>
                  <a:close/>
                  <a:moveTo>
                    <a:pt x="5650274" y="5159046"/>
                  </a:moveTo>
                  <a:lnTo>
                    <a:pt x="5827811" y="5159046"/>
                  </a:lnTo>
                  <a:lnTo>
                    <a:pt x="5827811" y="5593121"/>
                  </a:lnTo>
                  <a:lnTo>
                    <a:pt x="5650274" y="5593121"/>
                  </a:lnTo>
                  <a:close/>
                  <a:moveTo>
                    <a:pt x="4826738" y="4551012"/>
                  </a:moveTo>
                  <a:lnTo>
                    <a:pt x="5004275" y="4551012"/>
                  </a:lnTo>
                  <a:lnTo>
                    <a:pt x="5004275" y="4985087"/>
                  </a:lnTo>
                  <a:lnTo>
                    <a:pt x="4826738" y="4985087"/>
                  </a:lnTo>
                  <a:close/>
                  <a:moveTo>
                    <a:pt x="4059783" y="4263911"/>
                  </a:moveTo>
                  <a:cubicBezTo>
                    <a:pt x="4059783" y="5010979"/>
                    <a:pt x="4059783" y="5751784"/>
                    <a:pt x="4059783" y="6492806"/>
                  </a:cubicBezTo>
                  <a:cubicBezTo>
                    <a:pt x="4891182" y="6492806"/>
                    <a:pt x="5720129" y="6492806"/>
                    <a:pt x="6548585" y="6492806"/>
                  </a:cubicBezTo>
                  <a:cubicBezTo>
                    <a:pt x="6548585" y="5748858"/>
                    <a:pt x="6548585" y="5008053"/>
                    <a:pt x="6548585" y="4263911"/>
                  </a:cubicBezTo>
                  <a:cubicBezTo>
                    <a:pt x="6520771" y="4263911"/>
                    <a:pt x="6495387" y="4263911"/>
                    <a:pt x="6462357" y="4263911"/>
                  </a:cubicBezTo>
                  <a:cubicBezTo>
                    <a:pt x="5661352" y="4263911"/>
                    <a:pt x="4860338" y="4263911"/>
                    <a:pt x="4059783" y="4263911"/>
                  </a:cubicBezTo>
                  <a:close/>
                  <a:moveTo>
                    <a:pt x="5270001" y="0"/>
                  </a:moveTo>
                  <a:cubicBezTo>
                    <a:pt x="5287629" y="0"/>
                    <a:pt x="5305257" y="0"/>
                    <a:pt x="5326173" y="0"/>
                  </a:cubicBezTo>
                  <a:cubicBezTo>
                    <a:pt x="5326173" y="1298697"/>
                    <a:pt x="5326173" y="2593583"/>
                    <a:pt x="5326173" y="3893276"/>
                  </a:cubicBezTo>
                  <a:cubicBezTo>
                    <a:pt x="5858245" y="3893276"/>
                    <a:pt x="6387029" y="3893276"/>
                    <a:pt x="6920467" y="3893276"/>
                  </a:cubicBezTo>
                  <a:cubicBezTo>
                    <a:pt x="6920467" y="3911684"/>
                    <a:pt x="6920467" y="3925357"/>
                    <a:pt x="6920467" y="3939022"/>
                  </a:cubicBezTo>
                  <a:cubicBezTo>
                    <a:pt x="6920467" y="4816328"/>
                    <a:pt x="6920949" y="5693634"/>
                    <a:pt x="6920057" y="6570940"/>
                  </a:cubicBezTo>
                  <a:cubicBezTo>
                    <a:pt x="6919879" y="6745422"/>
                    <a:pt x="6804480" y="6858121"/>
                    <a:pt x="6635255" y="6858000"/>
                  </a:cubicBezTo>
                  <a:cubicBezTo>
                    <a:pt x="5673297" y="6857333"/>
                    <a:pt x="4711338" y="6857679"/>
                    <a:pt x="3749380" y="6857679"/>
                  </a:cubicBezTo>
                  <a:cubicBezTo>
                    <a:pt x="3732997" y="6857679"/>
                    <a:pt x="3716623" y="6857679"/>
                    <a:pt x="3696865" y="6857679"/>
                  </a:cubicBezTo>
                  <a:cubicBezTo>
                    <a:pt x="3696865" y="6190296"/>
                    <a:pt x="3696865" y="5526475"/>
                    <a:pt x="3696865" y="4856762"/>
                  </a:cubicBezTo>
                  <a:lnTo>
                    <a:pt x="598099" y="4853554"/>
                  </a:lnTo>
                  <a:lnTo>
                    <a:pt x="598099" y="4505273"/>
                  </a:lnTo>
                  <a:lnTo>
                    <a:pt x="628260" y="4509357"/>
                  </a:lnTo>
                  <a:cubicBezTo>
                    <a:pt x="645848" y="4509895"/>
                    <a:pt x="659875" y="4510595"/>
                    <a:pt x="673854" y="4510112"/>
                  </a:cubicBezTo>
                  <a:cubicBezTo>
                    <a:pt x="744776" y="4507669"/>
                    <a:pt x="815691" y="4504920"/>
                    <a:pt x="890200" y="4502371"/>
                  </a:cubicBezTo>
                  <a:cubicBezTo>
                    <a:pt x="1826588" y="4502476"/>
                    <a:pt x="2759391" y="4502476"/>
                    <a:pt x="3695594" y="4502476"/>
                  </a:cubicBezTo>
                  <a:cubicBezTo>
                    <a:pt x="3695594" y="4483891"/>
                    <a:pt x="3695594" y="4470065"/>
                    <a:pt x="3695594" y="4456247"/>
                  </a:cubicBezTo>
                  <a:cubicBezTo>
                    <a:pt x="3695594" y="4357527"/>
                    <a:pt x="3694252" y="4258791"/>
                    <a:pt x="3696053" y="4160111"/>
                  </a:cubicBezTo>
                  <a:cubicBezTo>
                    <a:pt x="3697347" y="4089397"/>
                    <a:pt x="3722660" y="4026955"/>
                    <a:pt x="3772394" y="3975517"/>
                  </a:cubicBezTo>
                  <a:cubicBezTo>
                    <a:pt x="3827642" y="3918388"/>
                    <a:pt x="3897150" y="3894948"/>
                    <a:pt x="3974512" y="3894779"/>
                  </a:cubicBezTo>
                  <a:cubicBezTo>
                    <a:pt x="4291162" y="3894095"/>
                    <a:pt x="4607811" y="3894489"/>
                    <a:pt x="4924461" y="3894489"/>
                  </a:cubicBezTo>
                  <a:cubicBezTo>
                    <a:pt x="4939445" y="3894489"/>
                    <a:pt x="4954436" y="3894489"/>
                    <a:pt x="4972523" y="3894489"/>
                  </a:cubicBezTo>
                  <a:cubicBezTo>
                    <a:pt x="4972523" y="3817449"/>
                    <a:pt x="4972523" y="3744725"/>
                    <a:pt x="4974661" y="3669534"/>
                  </a:cubicBezTo>
                  <a:cubicBezTo>
                    <a:pt x="4975529" y="3573467"/>
                    <a:pt x="4974259" y="3479851"/>
                    <a:pt x="4973093" y="3382643"/>
                  </a:cubicBezTo>
                  <a:cubicBezTo>
                    <a:pt x="4973190" y="2371465"/>
                    <a:pt x="4973190" y="1363880"/>
                    <a:pt x="4973190" y="356352"/>
                  </a:cubicBezTo>
                  <a:cubicBezTo>
                    <a:pt x="3431130" y="356352"/>
                    <a:pt x="1895011" y="356352"/>
                    <a:pt x="355508" y="356352"/>
                  </a:cubicBezTo>
                  <a:lnTo>
                    <a:pt x="355266" y="939258"/>
                  </a:lnTo>
                  <a:lnTo>
                    <a:pt x="355266" y="3291833"/>
                  </a:lnTo>
                  <a:lnTo>
                    <a:pt x="355942" y="3294871"/>
                  </a:lnTo>
                  <a:lnTo>
                    <a:pt x="355266" y="3987446"/>
                  </a:lnTo>
                  <a:lnTo>
                    <a:pt x="355266" y="4235777"/>
                  </a:lnTo>
                  <a:lnTo>
                    <a:pt x="0" y="4235777"/>
                  </a:lnTo>
                  <a:lnTo>
                    <a:pt x="0" y="376745"/>
                  </a:lnTo>
                  <a:lnTo>
                    <a:pt x="8" y="376745"/>
                  </a:lnTo>
                  <a:lnTo>
                    <a:pt x="0" y="343048"/>
                  </a:lnTo>
                  <a:cubicBezTo>
                    <a:pt x="-273" y="181476"/>
                    <a:pt x="115713" y="42475"/>
                    <a:pt x="265622" y="8473"/>
                  </a:cubicBezTo>
                  <a:cubicBezTo>
                    <a:pt x="290107" y="2918"/>
                    <a:pt x="315798" y="346"/>
                    <a:pt x="340926" y="338"/>
                  </a:cubicBezTo>
                  <a:cubicBezTo>
                    <a:pt x="1983948" y="-32"/>
                    <a:pt x="3626978" y="0"/>
                    <a:pt x="5270001" y="0"/>
                  </a:cubicBezTo>
                  <a:close/>
                </a:path>
              </a:pathLst>
            </a:custGeom>
            <a:grpFill/>
            <a:ln w="6350" cap="flat">
              <a:noFill/>
              <a:prstDash val="solid"/>
              <a:miter/>
            </a:ln>
          </p:spPr>
          <p:txBody>
            <a:bodyPr wrap="square" rtlCol="0" anchor="ctr">
              <a:noAutofit/>
            </a:bodyPr>
            <a:lstStyle/>
            <a:p>
              <a:endParaRPr lang="en-US"/>
            </a:p>
          </p:txBody>
        </p:sp>
        <p:sp>
          <p:nvSpPr>
            <p:cNvPr id="1695" name="Freeform: Shape 1694">
              <a:extLst>
                <a:ext uri="{FF2B5EF4-FFF2-40B4-BE49-F238E27FC236}">
                  <a16:creationId xmlns:a16="http://schemas.microsoft.com/office/drawing/2014/main" id="{0E959B3E-47EB-D004-4E44-437F6F45CF2D}"/>
                </a:ext>
                <a:ext uri="{C183D7F6-B498-43B3-948B-1728B52AA6E4}">
                  <adec:decorative xmlns:adec="http://schemas.microsoft.com/office/drawing/2017/decorative" val="1"/>
                </a:ext>
              </a:extLst>
            </p:cNvPr>
            <p:cNvSpPr/>
            <p:nvPr/>
          </p:nvSpPr>
          <p:spPr>
            <a:xfrm>
              <a:off x="2371315" y="3697519"/>
              <a:ext cx="418647" cy="343956"/>
            </a:xfrm>
            <a:custGeom>
              <a:avLst/>
              <a:gdLst>
                <a:gd name="connsiteX0" fmla="*/ 4545015 w 6279707"/>
                <a:gd name="connsiteY0" fmla="*/ 4982007 h 5159335"/>
                <a:gd name="connsiteX1" fmla="*/ 5281262 w 6279707"/>
                <a:gd name="connsiteY1" fmla="*/ 4982007 h 5159335"/>
                <a:gd name="connsiteX2" fmla="*/ 5281262 w 6279707"/>
                <a:gd name="connsiteY2" fmla="*/ 5159335 h 5159335"/>
                <a:gd name="connsiteX3" fmla="*/ 4545015 w 6279707"/>
                <a:gd name="connsiteY3" fmla="*/ 5159335 h 5159335"/>
                <a:gd name="connsiteX4" fmla="*/ 5458759 w 6279707"/>
                <a:gd name="connsiteY4" fmla="*/ 4981766 h 5159335"/>
                <a:gd name="connsiteX5" fmla="*/ 6279675 w 6279707"/>
                <a:gd name="connsiteY5" fmla="*/ 4981766 h 5159335"/>
                <a:gd name="connsiteX6" fmla="*/ 6279675 w 6279707"/>
                <a:gd name="connsiteY6" fmla="*/ 5159094 h 5159335"/>
                <a:gd name="connsiteX7" fmla="*/ 5458759 w 6279707"/>
                <a:gd name="connsiteY7" fmla="*/ 5159094 h 5159335"/>
                <a:gd name="connsiteX8" fmla="*/ 5935879 w 6279707"/>
                <a:gd name="connsiteY8" fmla="*/ 4374471 h 5159335"/>
                <a:gd name="connsiteX9" fmla="*/ 6279707 w 6279707"/>
                <a:gd name="connsiteY9" fmla="*/ 4374471 h 5159335"/>
                <a:gd name="connsiteX10" fmla="*/ 6279707 w 6279707"/>
                <a:gd name="connsiteY10" fmla="*/ 4551188 h 5159335"/>
                <a:gd name="connsiteX11" fmla="*/ 5935879 w 6279707"/>
                <a:gd name="connsiteY11" fmla="*/ 4551188 h 5159335"/>
                <a:gd name="connsiteX12" fmla="*/ 4545023 w 6279707"/>
                <a:gd name="connsiteY12" fmla="*/ 4373981 h 5159335"/>
                <a:gd name="connsiteX13" fmla="*/ 5758448 w 6279707"/>
                <a:gd name="connsiteY13" fmla="*/ 4373981 h 5159335"/>
                <a:gd name="connsiteX14" fmla="*/ 5758448 w 6279707"/>
                <a:gd name="connsiteY14" fmla="*/ 4551309 h 5159335"/>
                <a:gd name="connsiteX15" fmla="*/ 4545023 w 6279707"/>
                <a:gd name="connsiteY15" fmla="*/ 4551309 h 5159335"/>
                <a:gd name="connsiteX16" fmla="*/ 4544991 w 6279707"/>
                <a:gd name="connsiteY16" fmla="*/ 3765825 h 5159335"/>
                <a:gd name="connsiteX17" fmla="*/ 4934991 w 6279707"/>
                <a:gd name="connsiteY17" fmla="*/ 3765825 h 5159335"/>
                <a:gd name="connsiteX18" fmla="*/ 4934991 w 6279707"/>
                <a:gd name="connsiteY18" fmla="*/ 3943273 h 5159335"/>
                <a:gd name="connsiteX19" fmla="*/ 4544991 w 6279707"/>
                <a:gd name="connsiteY19" fmla="*/ 3943273 h 5159335"/>
                <a:gd name="connsiteX20" fmla="*/ 5112415 w 6279707"/>
                <a:gd name="connsiteY20" fmla="*/ 3765697 h 5159335"/>
                <a:gd name="connsiteX21" fmla="*/ 6279675 w 6279707"/>
                <a:gd name="connsiteY21" fmla="*/ 3765697 h 5159335"/>
                <a:gd name="connsiteX22" fmla="*/ 6279675 w 6279707"/>
                <a:gd name="connsiteY22" fmla="*/ 3943025 h 5159335"/>
                <a:gd name="connsiteX23" fmla="*/ 5112415 w 6279707"/>
                <a:gd name="connsiteY23" fmla="*/ 3943025 h 5159335"/>
                <a:gd name="connsiteX24" fmla="*/ 0 w 6279707"/>
                <a:gd name="connsiteY24" fmla="*/ 3500284 h 5159335"/>
                <a:gd name="connsiteX25" fmla="*/ 529716 w 6279707"/>
                <a:gd name="connsiteY25" fmla="*/ 3500284 h 5159335"/>
                <a:gd name="connsiteX26" fmla="*/ 529716 w 6279707"/>
                <a:gd name="connsiteY26" fmla="*/ 4034566 h 5159335"/>
                <a:gd name="connsiteX27" fmla="*/ 0 w 6279707"/>
                <a:gd name="connsiteY27" fmla="*/ 4034566 h 5159335"/>
                <a:gd name="connsiteX28" fmla="*/ 1161111 w 6279707"/>
                <a:gd name="connsiteY28" fmla="*/ 3127334 h 5159335"/>
                <a:gd name="connsiteX29" fmla="*/ 1135470 w 6279707"/>
                <a:gd name="connsiteY29" fmla="*/ 3173855 h 5159335"/>
                <a:gd name="connsiteX30" fmla="*/ 760746 w 6279707"/>
                <a:gd name="connsiteY30" fmla="*/ 3550038 h 5159335"/>
                <a:gd name="connsiteX31" fmla="*/ 732984 w 6279707"/>
                <a:gd name="connsiteY31" fmla="*/ 3592732 h 5159335"/>
                <a:gd name="connsiteX32" fmla="*/ 702929 w 6279707"/>
                <a:gd name="connsiteY32" fmla="*/ 3590514 h 5159335"/>
                <a:gd name="connsiteX33" fmla="*/ 1161111 w 6279707"/>
                <a:gd name="connsiteY33" fmla="*/ 3127334 h 5159335"/>
                <a:gd name="connsiteX34" fmla="*/ 3455220 w 6279707"/>
                <a:gd name="connsiteY34" fmla="*/ 848504 h 5159335"/>
                <a:gd name="connsiteX35" fmla="*/ 3482900 w 6279707"/>
                <a:gd name="connsiteY35" fmla="*/ 878214 h 5159335"/>
                <a:gd name="connsiteX36" fmla="*/ 5050014 w 6279707"/>
                <a:gd name="connsiteY36" fmla="*/ 2445164 h 5159335"/>
                <a:gd name="connsiteX37" fmla="*/ 5081155 w 6279707"/>
                <a:gd name="connsiteY37" fmla="*/ 2472671 h 5159335"/>
                <a:gd name="connsiteX38" fmla="*/ 5080472 w 6279707"/>
                <a:gd name="connsiteY38" fmla="*/ 2754912 h 5159335"/>
                <a:gd name="connsiteX39" fmla="*/ 3458952 w 6279707"/>
                <a:gd name="connsiteY39" fmla="*/ 1139843 h 5159335"/>
                <a:gd name="connsiteX40" fmla="*/ 3185209 w 6279707"/>
                <a:gd name="connsiteY40" fmla="*/ 1402578 h 5159335"/>
                <a:gd name="connsiteX41" fmla="*/ 1607089 w 6279707"/>
                <a:gd name="connsiteY41" fmla="*/ 2972682 h 5159335"/>
                <a:gd name="connsiteX42" fmla="*/ 1016776 w 6279707"/>
                <a:gd name="connsiteY42" fmla="*/ 3562954 h 5159335"/>
                <a:gd name="connsiteX43" fmla="*/ 994764 w 6279707"/>
                <a:gd name="connsiteY43" fmla="*/ 3588714 h 5159335"/>
                <a:gd name="connsiteX44" fmla="*/ 782015 w 6279707"/>
                <a:gd name="connsiteY44" fmla="*/ 3596552 h 5159335"/>
                <a:gd name="connsiteX45" fmla="*/ 736572 w 6279707"/>
                <a:gd name="connsiteY45" fmla="*/ 3593118 h 5159335"/>
                <a:gd name="connsiteX46" fmla="*/ 760746 w 6279707"/>
                <a:gd name="connsiteY46" fmla="*/ 3550039 h 5159335"/>
                <a:gd name="connsiteX47" fmla="*/ 1135470 w 6279707"/>
                <a:gd name="connsiteY47" fmla="*/ 3173855 h 5159335"/>
                <a:gd name="connsiteX48" fmla="*/ 1163502 w 6279707"/>
                <a:gd name="connsiteY48" fmla="*/ 3126311 h 5159335"/>
                <a:gd name="connsiteX49" fmla="*/ 1554795 w 6279707"/>
                <a:gd name="connsiteY49" fmla="*/ 2732400 h 5159335"/>
                <a:gd name="connsiteX50" fmla="*/ 1677808 w 6279707"/>
                <a:gd name="connsiteY50" fmla="*/ 2611388 h 5159335"/>
                <a:gd name="connsiteX51" fmla="*/ 1681516 w 6279707"/>
                <a:gd name="connsiteY51" fmla="*/ 2608874 h 5159335"/>
                <a:gd name="connsiteX52" fmla="*/ 1687102 w 6279707"/>
                <a:gd name="connsiteY52" fmla="*/ 2605085 h 5159335"/>
                <a:gd name="connsiteX53" fmla="*/ 2056857 w 6279707"/>
                <a:gd name="connsiteY53" fmla="*/ 2225622 h 5159335"/>
                <a:gd name="connsiteX54" fmla="*/ 1345151 w 6279707"/>
                <a:gd name="connsiteY54" fmla="*/ 1514105 h 5159335"/>
                <a:gd name="connsiteX55" fmla="*/ 466469 w 6279707"/>
                <a:gd name="connsiteY55" fmla="*/ 2380236 h 5159335"/>
                <a:gd name="connsiteX56" fmla="*/ 456939 w 6279707"/>
                <a:gd name="connsiteY56" fmla="*/ 2348940 h 5159335"/>
                <a:gd name="connsiteX57" fmla="*/ 465075 w 6279707"/>
                <a:gd name="connsiteY57" fmla="*/ 2097993 h 5159335"/>
                <a:gd name="connsiteX58" fmla="*/ 1350480 w 6279707"/>
                <a:gd name="connsiteY58" fmla="*/ 1212267 h 5159335"/>
                <a:gd name="connsiteX59" fmla="*/ 2215308 w 6279707"/>
                <a:gd name="connsiteY59" fmla="*/ 2077138 h 5159335"/>
                <a:gd name="connsiteX60" fmla="*/ 3455220 w 6279707"/>
                <a:gd name="connsiteY60" fmla="*/ 848504 h 5159335"/>
                <a:gd name="connsiteX61" fmla="*/ 2251591 w 6279707"/>
                <a:gd name="connsiteY61" fmla="*/ 202354 h 5159335"/>
                <a:gd name="connsiteX62" fmla="*/ 1986683 w 6279707"/>
                <a:gd name="connsiteY62" fmla="*/ 514747 h 5159335"/>
                <a:gd name="connsiteX63" fmla="*/ 2293279 w 6279707"/>
                <a:gd name="connsiteY63" fmla="*/ 708143 h 5159335"/>
                <a:gd name="connsiteX64" fmla="*/ 2494907 w 6279707"/>
                <a:gd name="connsiteY64" fmla="*/ 439748 h 5159335"/>
                <a:gd name="connsiteX65" fmla="*/ 2487797 w 6279707"/>
                <a:gd name="connsiteY65" fmla="*/ 414641 h 5159335"/>
                <a:gd name="connsiteX66" fmla="*/ 2251591 w 6279707"/>
                <a:gd name="connsiteY66" fmla="*/ 202354 h 5159335"/>
                <a:gd name="connsiteX67" fmla="*/ 2263311 w 6279707"/>
                <a:gd name="connsiteY67" fmla="*/ 561 h 5159335"/>
                <a:gd name="connsiteX68" fmla="*/ 2679220 w 6279707"/>
                <a:gd name="connsiteY68" fmla="*/ 338023 h 5159335"/>
                <a:gd name="connsiteX69" fmla="*/ 2592723 w 6279707"/>
                <a:gd name="connsiteY69" fmla="*/ 747819 h 5159335"/>
                <a:gd name="connsiteX70" fmla="*/ 2295194 w 6279707"/>
                <a:gd name="connsiteY70" fmla="*/ 911105 h 5159335"/>
                <a:gd name="connsiteX71" fmla="*/ 2262612 w 6279707"/>
                <a:gd name="connsiteY71" fmla="*/ 918224 h 5159335"/>
                <a:gd name="connsiteX72" fmla="*/ 1908641 w 6279707"/>
                <a:gd name="connsiteY72" fmla="*/ 780667 h 5159335"/>
                <a:gd name="connsiteX73" fmla="*/ 1824811 w 6279707"/>
                <a:gd name="connsiteY73" fmla="*/ 258675 h 5159335"/>
                <a:gd name="connsiteX74" fmla="*/ 2173595 w 6279707"/>
                <a:gd name="connsiteY74" fmla="*/ 3973 h 5159335"/>
                <a:gd name="connsiteX75" fmla="*/ 2263311 w 6279707"/>
                <a:gd name="connsiteY75" fmla="*/ 561 h 51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279707" h="5159335">
                  <a:moveTo>
                    <a:pt x="4545015" y="4982007"/>
                  </a:moveTo>
                  <a:lnTo>
                    <a:pt x="5281262" y="4982007"/>
                  </a:lnTo>
                  <a:lnTo>
                    <a:pt x="5281262" y="5159335"/>
                  </a:lnTo>
                  <a:lnTo>
                    <a:pt x="4545015" y="5159335"/>
                  </a:lnTo>
                  <a:close/>
                  <a:moveTo>
                    <a:pt x="5458759" y="4981766"/>
                  </a:moveTo>
                  <a:lnTo>
                    <a:pt x="6279675" y="4981766"/>
                  </a:lnTo>
                  <a:lnTo>
                    <a:pt x="6279675" y="5159094"/>
                  </a:lnTo>
                  <a:lnTo>
                    <a:pt x="5458759" y="5159094"/>
                  </a:lnTo>
                  <a:close/>
                  <a:moveTo>
                    <a:pt x="5935879" y="4374471"/>
                  </a:moveTo>
                  <a:lnTo>
                    <a:pt x="6279707" y="4374471"/>
                  </a:lnTo>
                  <a:lnTo>
                    <a:pt x="6279707" y="4551188"/>
                  </a:lnTo>
                  <a:lnTo>
                    <a:pt x="5935879" y="4551188"/>
                  </a:lnTo>
                  <a:close/>
                  <a:moveTo>
                    <a:pt x="4545023" y="4373981"/>
                  </a:moveTo>
                  <a:lnTo>
                    <a:pt x="5758448" y="4373981"/>
                  </a:lnTo>
                  <a:lnTo>
                    <a:pt x="5758448" y="4551309"/>
                  </a:lnTo>
                  <a:lnTo>
                    <a:pt x="4545023" y="4551309"/>
                  </a:lnTo>
                  <a:close/>
                  <a:moveTo>
                    <a:pt x="4544991" y="3765825"/>
                  </a:moveTo>
                  <a:lnTo>
                    <a:pt x="4934991" y="3765825"/>
                  </a:lnTo>
                  <a:lnTo>
                    <a:pt x="4934991" y="3943273"/>
                  </a:lnTo>
                  <a:lnTo>
                    <a:pt x="4544991" y="3943273"/>
                  </a:lnTo>
                  <a:close/>
                  <a:moveTo>
                    <a:pt x="5112415" y="3765697"/>
                  </a:moveTo>
                  <a:lnTo>
                    <a:pt x="6279675" y="3765697"/>
                  </a:lnTo>
                  <a:lnTo>
                    <a:pt x="6279675" y="3943025"/>
                  </a:lnTo>
                  <a:lnTo>
                    <a:pt x="5112415" y="3943025"/>
                  </a:lnTo>
                  <a:close/>
                  <a:moveTo>
                    <a:pt x="0" y="3500284"/>
                  </a:moveTo>
                  <a:lnTo>
                    <a:pt x="529716" y="3500284"/>
                  </a:lnTo>
                  <a:lnTo>
                    <a:pt x="529716" y="4034566"/>
                  </a:lnTo>
                  <a:lnTo>
                    <a:pt x="0" y="4034566"/>
                  </a:lnTo>
                  <a:close/>
                  <a:moveTo>
                    <a:pt x="1161111" y="3127334"/>
                  </a:moveTo>
                  <a:cubicBezTo>
                    <a:pt x="1154307" y="3142307"/>
                    <a:pt x="1148010" y="3161166"/>
                    <a:pt x="1135470" y="3173855"/>
                  </a:cubicBezTo>
                  <a:cubicBezTo>
                    <a:pt x="1011059" y="3299740"/>
                    <a:pt x="885448" y="3424439"/>
                    <a:pt x="760746" y="3550038"/>
                  </a:cubicBezTo>
                  <a:cubicBezTo>
                    <a:pt x="749510" y="3561356"/>
                    <a:pt x="742249" y="3576621"/>
                    <a:pt x="732984" y="3592732"/>
                  </a:cubicBezTo>
                  <a:cubicBezTo>
                    <a:pt x="723455" y="3594526"/>
                    <a:pt x="714083" y="3593640"/>
                    <a:pt x="702929" y="3590514"/>
                  </a:cubicBezTo>
                  <a:cubicBezTo>
                    <a:pt x="853670" y="3434969"/>
                    <a:pt x="1006195" y="3281664"/>
                    <a:pt x="1161111" y="3127334"/>
                  </a:cubicBezTo>
                  <a:close/>
                  <a:moveTo>
                    <a:pt x="3455220" y="848504"/>
                  </a:moveTo>
                  <a:cubicBezTo>
                    <a:pt x="3465404" y="859465"/>
                    <a:pt x="3473840" y="869151"/>
                    <a:pt x="3482900" y="878214"/>
                  </a:cubicBezTo>
                  <a:cubicBezTo>
                    <a:pt x="4005212" y="1400589"/>
                    <a:pt x="4527566" y="1922923"/>
                    <a:pt x="5050014" y="2445164"/>
                  </a:cubicBezTo>
                  <a:cubicBezTo>
                    <a:pt x="5059790" y="2454936"/>
                    <a:pt x="5070748" y="2463529"/>
                    <a:pt x="5081155" y="2472671"/>
                  </a:cubicBezTo>
                  <a:cubicBezTo>
                    <a:pt x="5082424" y="2566288"/>
                    <a:pt x="5083693" y="2659904"/>
                    <a:pt x="5080472" y="2754912"/>
                  </a:cubicBezTo>
                  <a:cubicBezTo>
                    <a:pt x="4536730" y="2217241"/>
                    <a:pt x="3997478" y="1678178"/>
                    <a:pt x="3458952" y="1139843"/>
                  </a:cubicBezTo>
                  <a:cubicBezTo>
                    <a:pt x="3365696" y="1229198"/>
                    <a:pt x="3273973" y="1314399"/>
                    <a:pt x="3185209" y="1402578"/>
                  </a:cubicBezTo>
                  <a:cubicBezTo>
                    <a:pt x="2658767" y="1925542"/>
                    <a:pt x="2132887" y="2449071"/>
                    <a:pt x="1607089" y="2972682"/>
                  </a:cubicBezTo>
                  <a:cubicBezTo>
                    <a:pt x="1409916" y="3169036"/>
                    <a:pt x="1213448" y="3366097"/>
                    <a:pt x="1016776" y="3562954"/>
                  </a:cubicBezTo>
                  <a:cubicBezTo>
                    <a:pt x="1008818" y="3570921"/>
                    <a:pt x="1002074" y="3580100"/>
                    <a:pt x="994764" y="3588714"/>
                  </a:cubicBezTo>
                  <a:cubicBezTo>
                    <a:pt x="923848" y="3591357"/>
                    <a:pt x="852936" y="3594107"/>
                    <a:pt x="782015" y="3596552"/>
                  </a:cubicBezTo>
                  <a:cubicBezTo>
                    <a:pt x="768031" y="3597033"/>
                    <a:pt x="754006" y="3596336"/>
                    <a:pt x="736572" y="3593118"/>
                  </a:cubicBezTo>
                  <a:cubicBezTo>
                    <a:pt x="742249" y="3576621"/>
                    <a:pt x="749510" y="3561356"/>
                    <a:pt x="760746" y="3550039"/>
                  </a:cubicBezTo>
                  <a:cubicBezTo>
                    <a:pt x="885449" y="3424439"/>
                    <a:pt x="1011059" y="3299740"/>
                    <a:pt x="1135470" y="3173855"/>
                  </a:cubicBezTo>
                  <a:cubicBezTo>
                    <a:pt x="1148010" y="3161166"/>
                    <a:pt x="1154308" y="3142307"/>
                    <a:pt x="1163502" y="3126311"/>
                  </a:cubicBezTo>
                  <a:cubicBezTo>
                    <a:pt x="1293929" y="2995003"/>
                    <a:pt x="1424329" y="2863668"/>
                    <a:pt x="1554795" y="2732400"/>
                  </a:cubicBezTo>
                  <a:cubicBezTo>
                    <a:pt x="1594395" y="2692557"/>
                    <a:pt x="1634176" y="2652896"/>
                    <a:pt x="1677808" y="2611388"/>
                  </a:cubicBezTo>
                  <a:lnTo>
                    <a:pt x="1681516" y="2608874"/>
                  </a:lnTo>
                  <a:lnTo>
                    <a:pt x="1687102" y="2605085"/>
                  </a:lnTo>
                  <a:cubicBezTo>
                    <a:pt x="1810522" y="2478424"/>
                    <a:pt x="1933943" y="2351764"/>
                    <a:pt x="2056857" y="2225622"/>
                  </a:cubicBezTo>
                  <a:cubicBezTo>
                    <a:pt x="1823188" y="1992016"/>
                    <a:pt x="1583850" y="1752742"/>
                    <a:pt x="1345151" y="1514105"/>
                  </a:cubicBezTo>
                  <a:cubicBezTo>
                    <a:pt x="1053665" y="1801845"/>
                    <a:pt x="761252" y="2090501"/>
                    <a:pt x="466469" y="2380236"/>
                  </a:cubicBezTo>
                  <a:cubicBezTo>
                    <a:pt x="461592" y="2370521"/>
                    <a:pt x="456811" y="2359702"/>
                    <a:pt x="456939" y="2348940"/>
                  </a:cubicBezTo>
                  <a:cubicBezTo>
                    <a:pt x="457914" y="2266491"/>
                    <a:pt x="459846" y="2184052"/>
                    <a:pt x="465075" y="2097993"/>
                  </a:cubicBezTo>
                  <a:cubicBezTo>
                    <a:pt x="760461" y="1802487"/>
                    <a:pt x="1052250" y="1510598"/>
                    <a:pt x="1350480" y="1212267"/>
                  </a:cubicBezTo>
                  <a:cubicBezTo>
                    <a:pt x="1639655" y="1501455"/>
                    <a:pt x="1927626" y="1789441"/>
                    <a:pt x="2215308" y="2077138"/>
                  </a:cubicBezTo>
                  <a:cubicBezTo>
                    <a:pt x="2626473" y="1669713"/>
                    <a:pt x="3040133" y="1259816"/>
                    <a:pt x="3455220" y="848504"/>
                  </a:cubicBezTo>
                  <a:close/>
                  <a:moveTo>
                    <a:pt x="2251591" y="202354"/>
                  </a:moveTo>
                  <a:cubicBezTo>
                    <a:pt x="2091967" y="193542"/>
                    <a:pt x="1950088" y="346142"/>
                    <a:pt x="1986683" y="514747"/>
                  </a:cubicBezTo>
                  <a:cubicBezTo>
                    <a:pt x="2014540" y="643096"/>
                    <a:pt x="2168529" y="743764"/>
                    <a:pt x="2293279" y="708143"/>
                  </a:cubicBezTo>
                  <a:cubicBezTo>
                    <a:pt x="2421975" y="671395"/>
                    <a:pt x="2489553" y="574439"/>
                    <a:pt x="2494907" y="439748"/>
                  </a:cubicBezTo>
                  <a:cubicBezTo>
                    <a:pt x="2492482" y="431385"/>
                    <a:pt x="2488988" y="423173"/>
                    <a:pt x="2487797" y="414641"/>
                  </a:cubicBezTo>
                  <a:cubicBezTo>
                    <a:pt x="2472252" y="303261"/>
                    <a:pt x="2362129" y="208458"/>
                    <a:pt x="2251591" y="202354"/>
                  </a:cubicBezTo>
                  <a:close/>
                  <a:moveTo>
                    <a:pt x="2263311" y="561"/>
                  </a:moveTo>
                  <a:cubicBezTo>
                    <a:pt x="2466570" y="10059"/>
                    <a:pt x="2624521" y="139359"/>
                    <a:pt x="2679220" y="338023"/>
                  </a:cubicBezTo>
                  <a:cubicBezTo>
                    <a:pt x="2720378" y="487510"/>
                    <a:pt x="2690458" y="625623"/>
                    <a:pt x="2592723" y="747819"/>
                  </a:cubicBezTo>
                  <a:cubicBezTo>
                    <a:pt x="2516092" y="843629"/>
                    <a:pt x="2416397" y="896702"/>
                    <a:pt x="2295194" y="911105"/>
                  </a:cubicBezTo>
                  <a:cubicBezTo>
                    <a:pt x="2285383" y="912272"/>
                    <a:pt x="2275853" y="915793"/>
                    <a:pt x="2262612" y="918224"/>
                  </a:cubicBezTo>
                  <a:cubicBezTo>
                    <a:pt x="2123700" y="919556"/>
                    <a:pt x="2003886" y="877378"/>
                    <a:pt x="1908641" y="780667"/>
                  </a:cubicBezTo>
                  <a:cubicBezTo>
                    <a:pt x="1774772" y="644738"/>
                    <a:pt x="1738330" y="432056"/>
                    <a:pt x="1824811" y="258675"/>
                  </a:cubicBezTo>
                  <a:cubicBezTo>
                    <a:pt x="1897721" y="112504"/>
                    <a:pt x="2013905" y="23103"/>
                    <a:pt x="2173595" y="3973"/>
                  </a:cubicBezTo>
                  <a:cubicBezTo>
                    <a:pt x="2204313" y="293"/>
                    <a:pt x="2234274" y="-795"/>
                    <a:pt x="2263311" y="561"/>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813" name="Group 2812">
            <a:extLst>
              <a:ext uri="{FF2B5EF4-FFF2-40B4-BE49-F238E27FC236}">
                <a16:creationId xmlns:a16="http://schemas.microsoft.com/office/drawing/2014/main" id="{99EA179F-6960-82E9-5987-559F4D80D5C0}"/>
              </a:ext>
              <a:ext uri="{C183D7F6-B498-43B3-948B-1728B52AA6E4}">
                <adec:decorative xmlns:adec="http://schemas.microsoft.com/office/drawing/2017/decorative" val="1"/>
              </a:ext>
            </a:extLst>
          </p:cNvPr>
          <p:cNvGrpSpPr>
            <a:grpSpLocks noChangeAspect="1"/>
          </p:cNvGrpSpPr>
          <p:nvPr/>
        </p:nvGrpSpPr>
        <p:grpSpPr>
          <a:xfrm>
            <a:off x="4519226" y="3644779"/>
            <a:ext cx="437381" cy="457200"/>
            <a:chOff x="4519133" y="3636615"/>
            <a:chExt cx="437381" cy="457200"/>
          </a:xfrm>
          <a:solidFill>
            <a:schemeClr val="accent2"/>
          </a:solidFill>
        </p:grpSpPr>
        <p:sp>
          <p:nvSpPr>
            <p:cNvPr id="1821" name="Freeform: Shape 1820">
              <a:extLst>
                <a:ext uri="{FF2B5EF4-FFF2-40B4-BE49-F238E27FC236}">
                  <a16:creationId xmlns:a16="http://schemas.microsoft.com/office/drawing/2014/main" id="{50DAC064-A7A1-9687-1735-A7EDCB970694}"/>
                </a:ext>
                <a:ext uri="{C183D7F6-B498-43B3-948B-1728B52AA6E4}">
                  <adec:decorative xmlns:adec="http://schemas.microsoft.com/office/drawing/2017/decorative" val="1"/>
                </a:ext>
              </a:extLst>
            </p:cNvPr>
            <p:cNvSpPr/>
            <p:nvPr/>
          </p:nvSpPr>
          <p:spPr>
            <a:xfrm>
              <a:off x="4519133" y="3699309"/>
              <a:ext cx="437381" cy="394506"/>
            </a:xfrm>
            <a:custGeom>
              <a:avLst/>
              <a:gdLst>
                <a:gd name="connsiteX0" fmla="*/ 0 w 6560712"/>
                <a:gd name="connsiteY0" fmla="*/ 3313808 h 5917595"/>
                <a:gd name="connsiteX1" fmla="*/ 399793 w 6560712"/>
                <a:gd name="connsiteY1" fmla="*/ 3313808 h 5917595"/>
                <a:gd name="connsiteX2" fmla="*/ 399793 w 6560712"/>
                <a:gd name="connsiteY2" fmla="*/ 5466545 h 5917595"/>
                <a:gd name="connsiteX3" fmla="*/ 451050 w 6560712"/>
                <a:gd name="connsiteY3" fmla="*/ 5517802 h 5917595"/>
                <a:gd name="connsiteX4" fmla="*/ 6140418 w 6560712"/>
                <a:gd name="connsiteY4" fmla="*/ 5517802 h 5917595"/>
                <a:gd name="connsiteX5" fmla="*/ 6160920 w 6560712"/>
                <a:gd name="connsiteY5" fmla="*/ 5497300 h 5917595"/>
                <a:gd name="connsiteX6" fmla="*/ 6160920 w 6560712"/>
                <a:gd name="connsiteY6" fmla="*/ 3313808 h 5917595"/>
                <a:gd name="connsiteX7" fmla="*/ 6560712 w 6560712"/>
                <a:gd name="connsiteY7" fmla="*/ 3313808 h 5917595"/>
                <a:gd name="connsiteX8" fmla="*/ 6560712 w 6560712"/>
                <a:gd name="connsiteY8" fmla="*/ 5497300 h 5917595"/>
                <a:gd name="connsiteX9" fmla="*/ 6140418 w 6560712"/>
                <a:gd name="connsiteY9" fmla="*/ 5917595 h 5917595"/>
                <a:gd name="connsiteX10" fmla="*/ 451050 w 6560712"/>
                <a:gd name="connsiteY10" fmla="*/ 5917595 h 5917595"/>
                <a:gd name="connsiteX11" fmla="*/ 0 w 6560712"/>
                <a:gd name="connsiteY11" fmla="*/ 5466545 h 5917595"/>
                <a:gd name="connsiteX12" fmla="*/ 3080462 w 6560712"/>
                <a:gd name="connsiteY12" fmla="*/ 0 h 5917595"/>
                <a:gd name="connsiteX13" fmla="*/ 3480255 w 6560712"/>
                <a:gd name="connsiteY13" fmla="*/ 0 h 5917595"/>
                <a:gd name="connsiteX14" fmla="*/ 3480255 w 6560712"/>
                <a:gd name="connsiteY14" fmla="*/ 653639 h 5917595"/>
                <a:gd name="connsiteX15" fmla="*/ 3480255 w 6560712"/>
                <a:gd name="connsiteY15" fmla="*/ 1199383 h 5917595"/>
                <a:gd name="connsiteX16" fmla="*/ 3480255 w 6560712"/>
                <a:gd name="connsiteY16" fmla="*/ 2714107 h 5917595"/>
                <a:gd name="connsiteX17" fmla="*/ 4525866 w 6560712"/>
                <a:gd name="connsiteY17" fmla="*/ 1668499 h 5917595"/>
                <a:gd name="connsiteX18" fmla="*/ 4807772 w 6560712"/>
                <a:gd name="connsiteY18" fmla="*/ 1950404 h 5917595"/>
                <a:gd name="connsiteX19" fmla="*/ 3280355 w 6560712"/>
                <a:gd name="connsiteY19" fmla="*/ 3477818 h 5917595"/>
                <a:gd name="connsiteX20" fmla="*/ 1752937 w 6560712"/>
                <a:gd name="connsiteY20" fmla="*/ 1950404 h 5917595"/>
                <a:gd name="connsiteX21" fmla="*/ 2034843 w 6560712"/>
                <a:gd name="connsiteY21" fmla="*/ 1668499 h 5917595"/>
                <a:gd name="connsiteX22" fmla="*/ 3080462 w 6560712"/>
                <a:gd name="connsiteY22" fmla="*/ 2714115 h 5917595"/>
                <a:gd name="connsiteX23" fmla="*/ 3080462 w 6560712"/>
                <a:gd name="connsiteY23" fmla="*/ 1199383 h 5917595"/>
                <a:gd name="connsiteX24" fmla="*/ 3080462 w 6560712"/>
                <a:gd name="connsiteY24" fmla="*/ 653639 h 591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60712" h="5917595">
                  <a:moveTo>
                    <a:pt x="0" y="3313808"/>
                  </a:moveTo>
                  <a:lnTo>
                    <a:pt x="399793" y="3313808"/>
                  </a:lnTo>
                  <a:lnTo>
                    <a:pt x="399793" y="5466545"/>
                  </a:lnTo>
                  <a:cubicBezTo>
                    <a:pt x="399793" y="5492175"/>
                    <a:pt x="420295" y="5517802"/>
                    <a:pt x="451050" y="5517802"/>
                  </a:cubicBezTo>
                  <a:lnTo>
                    <a:pt x="6140418" y="5517802"/>
                  </a:lnTo>
                  <a:cubicBezTo>
                    <a:pt x="6150666" y="5517802"/>
                    <a:pt x="6160920" y="5507549"/>
                    <a:pt x="6160920" y="5497300"/>
                  </a:cubicBezTo>
                  <a:lnTo>
                    <a:pt x="6160920" y="3313808"/>
                  </a:lnTo>
                  <a:lnTo>
                    <a:pt x="6560712" y="3313808"/>
                  </a:lnTo>
                  <a:lnTo>
                    <a:pt x="6560712" y="5497300"/>
                  </a:lnTo>
                  <a:cubicBezTo>
                    <a:pt x="6555588" y="5733074"/>
                    <a:pt x="6371066" y="5917595"/>
                    <a:pt x="6140418" y="5917595"/>
                  </a:cubicBezTo>
                  <a:lnTo>
                    <a:pt x="451050" y="5917595"/>
                  </a:lnTo>
                  <a:cubicBezTo>
                    <a:pt x="205023" y="5917595"/>
                    <a:pt x="0" y="5717700"/>
                    <a:pt x="0" y="5466545"/>
                  </a:cubicBezTo>
                  <a:close/>
                  <a:moveTo>
                    <a:pt x="3080462" y="0"/>
                  </a:moveTo>
                  <a:lnTo>
                    <a:pt x="3480255" y="0"/>
                  </a:lnTo>
                  <a:lnTo>
                    <a:pt x="3480255" y="653639"/>
                  </a:lnTo>
                  <a:lnTo>
                    <a:pt x="3480255" y="1199383"/>
                  </a:lnTo>
                  <a:lnTo>
                    <a:pt x="3480255" y="2714107"/>
                  </a:lnTo>
                  <a:lnTo>
                    <a:pt x="4525866" y="1668499"/>
                  </a:lnTo>
                  <a:lnTo>
                    <a:pt x="4807772" y="1950404"/>
                  </a:lnTo>
                  <a:lnTo>
                    <a:pt x="3280355" y="3477818"/>
                  </a:lnTo>
                  <a:lnTo>
                    <a:pt x="1752937" y="1950404"/>
                  </a:lnTo>
                  <a:lnTo>
                    <a:pt x="2034843" y="1668499"/>
                  </a:lnTo>
                  <a:lnTo>
                    <a:pt x="3080462" y="2714115"/>
                  </a:lnTo>
                  <a:lnTo>
                    <a:pt x="3080462" y="1199383"/>
                  </a:lnTo>
                  <a:lnTo>
                    <a:pt x="3080462" y="653639"/>
                  </a:lnTo>
                  <a:close/>
                </a:path>
              </a:pathLst>
            </a:custGeom>
            <a:grpFill/>
            <a:ln w="12650" cap="flat">
              <a:noFill/>
              <a:prstDash val="solid"/>
              <a:miter/>
            </a:ln>
          </p:spPr>
          <p:txBody>
            <a:bodyPr wrap="square" rtlCol="0" anchor="ctr">
              <a:noAutofit/>
            </a:bodyPr>
            <a:lstStyle/>
            <a:p>
              <a:endParaRPr lang="en-US" dirty="0"/>
            </a:p>
          </p:txBody>
        </p:sp>
        <p:sp>
          <p:nvSpPr>
            <p:cNvPr id="1822" name="Freeform: Shape 1821">
              <a:extLst>
                <a:ext uri="{FF2B5EF4-FFF2-40B4-BE49-F238E27FC236}">
                  <a16:creationId xmlns:a16="http://schemas.microsoft.com/office/drawing/2014/main" id="{0008537A-42BB-97F5-3C2A-8C56E9AFEB3E}"/>
                </a:ext>
                <a:ext uri="{C183D7F6-B498-43B3-948B-1728B52AA6E4}">
                  <adec:decorative xmlns:adec="http://schemas.microsoft.com/office/drawing/2017/decorative" val="1"/>
                </a:ext>
              </a:extLst>
            </p:cNvPr>
            <p:cNvSpPr/>
            <p:nvPr/>
          </p:nvSpPr>
          <p:spPr>
            <a:xfrm>
              <a:off x="4574660" y="3636615"/>
              <a:ext cx="326328" cy="402527"/>
            </a:xfrm>
            <a:custGeom>
              <a:avLst/>
              <a:gdLst>
                <a:gd name="connsiteX0" fmla="*/ 0 w 4894912"/>
                <a:gd name="connsiteY0" fmla="*/ 5638112 h 6037905"/>
                <a:gd name="connsiteX1" fmla="*/ 4894912 w 4894912"/>
                <a:gd name="connsiteY1" fmla="*/ 5638112 h 6037905"/>
                <a:gd name="connsiteX2" fmla="*/ 4894912 w 4894912"/>
                <a:gd name="connsiteY2" fmla="*/ 6037905 h 6037905"/>
                <a:gd name="connsiteX3" fmla="*/ 0 w 4894912"/>
                <a:gd name="connsiteY3" fmla="*/ 6037905 h 6037905"/>
                <a:gd name="connsiteX4" fmla="*/ 0 w 4894912"/>
                <a:gd name="connsiteY4" fmla="*/ 4838526 h 6037905"/>
                <a:gd name="connsiteX5" fmla="*/ 4894912 w 4894912"/>
                <a:gd name="connsiteY5" fmla="*/ 4838526 h 6037905"/>
                <a:gd name="connsiteX6" fmla="*/ 4894912 w 4894912"/>
                <a:gd name="connsiteY6" fmla="*/ 5238319 h 6037905"/>
                <a:gd name="connsiteX7" fmla="*/ 0 w 4894912"/>
                <a:gd name="connsiteY7" fmla="*/ 5238319 h 6037905"/>
                <a:gd name="connsiteX8" fmla="*/ 2147612 w 4894912"/>
                <a:gd name="connsiteY8" fmla="*/ 0 h 6037905"/>
                <a:gd name="connsiteX9" fmla="*/ 2747301 w 4894912"/>
                <a:gd name="connsiteY9" fmla="*/ 0 h 6037905"/>
                <a:gd name="connsiteX10" fmla="*/ 2747301 w 4894912"/>
                <a:gd name="connsiteY10" fmla="*/ 599689 h 6037905"/>
                <a:gd name="connsiteX11" fmla="*/ 2147612 w 4894912"/>
                <a:gd name="connsiteY11" fmla="*/ 599689 h 60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94912" h="6037905">
                  <a:moveTo>
                    <a:pt x="0" y="5638112"/>
                  </a:moveTo>
                  <a:lnTo>
                    <a:pt x="4894912" y="5638112"/>
                  </a:lnTo>
                  <a:lnTo>
                    <a:pt x="4894912" y="6037905"/>
                  </a:lnTo>
                  <a:lnTo>
                    <a:pt x="0" y="6037905"/>
                  </a:lnTo>
                  <a:close/>
                  <a:moveTo>
                    <a:pt x="0" y="4838526"/>
                  </a:moveTo>
                  <a:lnTo>
                    <a:pt x="4894912" y="4838526"/>
                  </a:lnTo>
                  <a:lnTo>
                    <a:pt x="4894912" y="5238319"/>
                  </a:lnTo>
                  <a:lnTo>
                    <a:pt x="0" y="5238319"/>
                  </a:lnTo>
                  <a:close/>
                  <a:moveTo>
                    <a:pt x="2147612" y="0"/>
                  </a:moveTo>
                  <a:lnTo>
                    <a:pt x="2747301" y="0"/>
                  </a:lnTo>
                  <a:lnTo>
                    <a:pt x="2747301" y="599689"/>
                  </a:lnTo>
                  <a:lnTo>
                    <a:pt x="2147612" y="599689"/>
                  </a:lnTo>
                  <a:close/>
                </a:path>
              </a:pathLst>
            </a:custGeom>
            <a:solidFill>
              <a:schemeClr val="bg1"/>
            </a:solidFill>
            <a:ln w="12650" cap="flat">
              <a:noFill/>
              <a:prstDash val="solid"/>
              <a:miter/>
            </a:ln>
          </p:spPr>
          <p:txBody>
            <a:bodyPr wrap="square" rtlCol="0" anchor="ctr">
              <a:noAutofit/>
            </a:bodyPr>
            <a:lstStyle/>
            <a:p>
              <a:endParaRPr lang="en-US"/>
            </a:p>
          </p:txBody>
        </p:sp>
      </p:grpSp>
      <p:grpSp>
        <p:nvGrpSpPr>
          <p:cNvPr id="2812" name="Group 2811">
            <a:extLst>
              <a:ext uri="{FF2B5EF4-FFF2-40B4-BE49-F238E27FC236}">
                <a16:creationId xmlns:a16="http://schemas.microsoft.com/office/drawing/2014/main" id="{FDAA1409-B9E7-67F7-FEA0-5C02E9E069AD}"/>
              </a:ext>
              <a:ext uri="{C183D7F6-B498-43B3-948B-1728B52AA6E4}">
                <adec:decorative xmlns:adec="http://schemas.microsoft.com/office/drawing/2017/decorative" val="1"/>
              </a:ext>
            </a:extLst>
          </p:cNvPr>
          <p:cNvGrpSpPr>
            <a:grpSpLocks noChangeAspect="1"/>
          </p:cNvGrpSpPr>
          <p:nvPr/>
        </p:nvGrpSpPr>
        <p:grpSpPr>
          <a:xfrm>
            <a:off x="5041601" y="3644779"/>
            <a:ext cx="450338" cy="457200"/>
            <a:chOff x="5041515" y="3636615"/>
            <a:chExt cx="450338" cy="457200"/>
          </a:xfrm>
          <a:solidFill>
            <a:schemeClr val="accent2"/>
          </a:solidFill>
        </p:grpSpPr>
        <p:sp>
          <p:nvSpPr>
            <p:cNvPr id="1825" name="Freeform: Shape 1824">
              <a:extLst>
                <a:ext uri="{FF2B5EF4-FFF2-40B4-BE49-F238E27FC236}">
                  <a16:creationId xmlns:a16="http://schemas.microsoft.com/office/drawing/2014/main" id="{1982EF8D-A242-8915-B08D-8F83240FB99D}"/>
                </a:ext>
                <a:ext uri="{C183D7F6-B498-43B3-948B-1728B52AA6E4}">
                  <adec:decorative xmlns:adec="http://schemas.microsoft.com/office/drawing/2017/decorative" val="1"/>
                </a:ext>
              </a:extLst>
            </p:cNvPr>
            <p:cNvSpPr/>
            <p:nvPr/>
          </p:nvSpPr>
          <p:spPr>
            <a:xfrm>
              <a:off x="5099057" y="3643267"/>
              <a:ext cx="336094" cy="368041"/>
            </a:xfrm>
            <a:custGeom>
              <a:avLst/>
              <a:gdLst>
                <a:gd name="connsiteX0" fmla="*/ 217052 w 528262"/>
                <a:gd name="connsiteY0" fmla="*/ 0 h 578476"/>
                <a:gd name="connsiteX1" fmla="*/ 335387 w 528262"/>
                <a:gd name="connsiteY1" fmla="*/ 87 h 578476"/>
                <a:gd name="connsiteX2" fmla="*/ 374172 w 528262"/>
                <a:gd name="connsiteY2" fmla="*/ 35 h 578476"/>
                <a:gd name="connsiteX3" fmla="*/ 396917 w 528262"/>
                <a:gd name="connsiteY3" fmla="*/ 22609 h 578476"/>
                <a:gd name="connsiteX4" fmla="*/ 396699 w 528262"/>
                <a:gd name="connsiteY4" fmla="*/ 236177 h 578476"/>
                <a:gd name="connsiteX5" fmla="*/ 396699 w 528262"/>
                <a:gd name="connsiteY5" fmla="*/ 242596 h 578476"/>
                <a:gd name="connsiteX6" fmla="*/ 528262 w 528262"/>
                <a:gd name="connsiteY6" fmla="*/ 242596 h 578476"/>
                <a:gd name="connsiteX7" fmla="*/ 264030 w 528262"/>
                <a:gd name="connsiteY7" fmla="*/ 578476 h 578476"/>
                <a:gd name="connsiteX8" fmla="*/ 0 w 528262"/>
                <a:gd name="connsiteY8" fmla="*/ 242798 h 578476"/>
                <a:gd name="connsiteX9" fmla="*/ 130557 w 528262"/>
                <a:gd name="connsiteY9" fmla="*/ 242798 h 578476"/>
                <a:gd name="connsiteX10" fmla="*/ 130931 w 528262"/>
                <a:gd name="connsiteY10" fmla="*/ 86669 h 578476"/>
                <a:gd name="connsiteX11" fmla="*/ 175754 w 528262"/>
                <a:gd name="connsiteY11" fmla="*/ 86669 h 578476"/>
                <a:gd name="connsiteX12" fmla="*/ 175741 w 528262"/>
                <a:gd name="connsiteY12" fmla="*/ 287999 h 578476"/>
                <a:gd name="connsiteX13" fmla="*/ 94694 w 528262"/>
                <a:gd name="connsiteY13" fmla="*/ 287999 h 578476"/>
                <a:gd name="connsiteX14" fmla="*/ 264030 w 528262"/>
                <a:gd name="connsiteY14" fmla="*/ 505624 h 578476"/>
                <a:gd name="connsiteX15" fmla="*/ 433690 w 528262"/>
                <a:gd name="connsiteY15" fmla="*/ 287654 h 578476"/>
                <a:gd name="connsiteX16" fmla="*/ 351476 w 528262"/>
                <a:gd name="connsiteY16" fmla="*/ 287654 h 578476"/>
                <a:gd name="connsiteX17" fmla="*/ 351476 w 528262"/>
                <a:gd name="connsiteY17" fmla="*/ 45601 h 578476"/>
                <a:gd name="connsiteX18" fmla="*/ 349646 w 528262"/>
                <a:gd name="connsiteY18" fmla="*/ 45283 h 578476"/>
                <a:gd name="connsiteX19" fmla="*/ 217052 w 528262"/>
                <a:gd name="connsiteY19" fmla="*/ 45124 h 57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28262" h="578476">
                  <a:moveTo>
                    <a:pt x="217052" y="0"/>
                  </a:moveTo>
                  <a:lnTo>
                    <a:pt x="335387" y="87"/>
                  </a:lnTo>
                  <a:cubicBezTo>
                    <a:pt x="348316" y="96"/>
                    <a:pt x="361248" y="269"/>
                    <a:pt x="374172" y="35"/>
                  </a:cubicBezTo>
                  <a:cubicBezTo>
                    <a:pt x="385927" y="-178"/>
                    <a:pt x="396997" y="9858"/>
                    <a:pt x="396917" y="22609"/>
                  </a:cubicBezTo>
                  <a:cubicBezTo>
                    <a:pt x="396465" y="93796"/>
                    <a:pt x="396699" y="164987"/>
                    <a:pt x="396699" y="236177"/>
                  </a:cubicBezTo>
                  <a:cubicBezTo>
                    <a:pt x="396699" y="238123"/>
                    <a:pt x="396699" y="240070"/>
                    <a:pt x="396699" y="242596"/>
                  </a:cubicBezTo>
                  <a:cubicBezTo>
                    <a:pt x="440296" y="242596"/>
                    <a:pt x="483676" y="242596"/>
                    <a:pt x="528262" y="242596"/>
                  </a:cubicBezTo>
                  <a:cubicBezTo>
                    <a:pt x="439897" y="354921"/>
                    <a:pt x="352277" y="466300"/>
                    <a:pt x="264030" y="578476"/>
                  </a:cubicBezTo>
                  <a:cubicBezTo>
                    <a:pt x="175999" y="466557"/>
                    <a:pt x="88324" y="355090"/>
                    <a:pt x="0" y="242798"/>
                  </a:cubicBezTo>
                  <a:cubicBezTo>
                    <a:pt x="44105" y="242798"/>
                    <a:pt x="87037" y="242798"/>
                    <a:pt x="130557" y="242798"/>
                  </a:cubicBezTo>
                  <a:lnTo>
                    <a:pt x="130931" y="86669"/>
                  </a:lnTo>
                  <a:lnTo>
                    <a:pt x="175754" y="86669"/>
                  </a:lnTo>
                  <a:lnTo>
                    <a:pt x="175741" y="287999"/>
                  </a:lnTo>
                  <a:cubicBezTo>
                    <a:pt x="148563" y="287999"/>
                    <a:pt x="121999" y="287999"/>
                    <a:pt x="94694" y="287999"/>
                  </a:cubicBezTo>
                  <a:cubicBezTo>
                    <a:pt x="151359" y="360822"/>
                    <a:pt x="207538" y="433022"/>
                    <a:pt x="264030" y="505624"/>
                  </a:cubicBezTo>
                  <a:cubicBezTo>
                    <a:pt x="320697" y="432821"/>
                    <a:pt x="376869" y="360655"/>
                    <a:pt x="433690" y="287654"/>
                  </a:cubicBezTo>
                  <a:cubicBezTo>
                    <a:pt x="405522" y="287654"/>
                    <a:pt x="378729" y="287654"/>
                    <a:pt x="351476" y="287654"/>
                  </a:cubicBezTo>
                  <a:cubicBezTo>
                    <a:pt x="351476" y="206793"/>
                    <a:pt x="351476" y="126203"/>
                    <a:pt x="351476" y="45601"/>
                  </a:cubicBezTo>
                  <a:cubicBezTo>
                    <a:pt x="350568" y="45438"/>
                    <a:pt x="350107" y="45283"/>
                    <a:pt x="349646" y="45283"/>
                  </a:cubicBezTo>
                  <a:lnTo>
                    <a:pt x="217052" y="45124"/>
                  </a:lnTo>
                  <a:close/>
                </a:path>
              </a:pathLst>
            </a:custGeom>
            <a:grpFill/>
            <a:ln w="6350" cap="flat">
              <a:noFill/>
              <a:prstDash val="solid"/>
              <a:miter/>
            </a:ln>
          </p:spPr>
          <p:txBody>
            <a:bodyPr wrap="square" rtlCol="0" anchor="ctr">
              <a:noAutofit/>
            </a:bodyPr>
            <a:lstStyle/>
            <a:p>
              <a:endParaRPr lang="en-US" dirty="0"/>
            </a:p>
          </p:txBody>
        </p:sp>
        <p:sp>
          <p:nvSpPr>
            <p:cNvPr id="1829" name="Freeform: Shape 1828">
              <a:extLst>
                <a:ext uri="{FF2B5EF4-FFF2-40B4-BE49-F238E27FC236}">
                  <a16:creationId xmlns:a16="http://schemas.microsoft.com/office/drawing/2014/main" id="{426746C2-9D22-5915-B3D2-267971B87E7A}"/>
                </a:ext>
                <a:ext uri="{C183D7F6-B498-43B3-948B-1728B52AA6E4}">
                  <adec:decorative xmlns:adec="http://schemas.microsoft.com/office/drawing/2017/decorative" val="1"/>
                </a:ext>
              </a:extLst>
            </p:cNvPr>
            <p:cNvSpPr/>
            <p:nvPr/>
          </p:nvSpPr>
          <p:spPr>
            <a:xfrm>
              <a:off x="5041515" y="3636615"/>
              <a:ext cx="450338" cy="457200"/>
            </a:xfrm>
            <a:custGeom>
              <a:avLst/>
              <a:gdLst>
                <a:gd name="connsiteX0" fmla="*/ 2325 w 6755065"/>
                <a:gd name="connsiteY0" fmla="*/ 4958475 h 6858001"/>
                <a:gd name="connsiteX1" fmla="*/ 429570 w 6755065"/>
                <a:gd name="connsiteY1" fmla="*/ 4958475 h 6858001"/>
                <a:gd name="connsiteX2" fmla="*/ 429570 w 6755065"/>
                <a:gd name="connsiteY2" fmla="*/ 6423744 h 6858001"/>
                <a:gd name="connsiteX3" fmla="*/ 6325461 w 6755065"/>
                <a:gd name="connsiteY3" fmla="*/ 6423744 h 6858001"/>
                <a:gd name="connsiteX4" fmla="*/ 6325461 w 6755065"/>
                <a:gd name="connsiteY4" fmla="*/ 4958915 h 6858001"/>
                <a:gd name="connsiteX5" fmla="*/ 6755065 w 6755065"/>
                <a:gd name="connsiteY5" fmla="*/ 4958915 h 6858001"/>
                <a:gd name="connsiteX6" fmla="*/ 6755065 w 6755065"/>
                <a:gd name="connsiteY6" fmla="*/ 6857951 h 6858001"/>
                <a:gd name="connsiteX7" fmla="*/ 3814856 w 6755065"/>
                <a:gd name="connsiteY7" fmla="*/ 6857951 h 6858001"/>
                <a:gd name="connsiteX8" fmla="*/ 240154 w 6755065"/>
                <a:gd name="connsiteY8" fmla="*/ 6857665 h 6858001"/>
                <a:gd name="connsiteX9" fmla="*/ 1266 w 6755065"/>
                <a:gd name="connsiteY9" fmla="*/ 6623805 h 6858001"/>
                <a:gd name="connsiteX10" fmla="*/ 467 w 6755065"/>
                <a:gd name="connsiteY10" fmla="*/ 4993403 h 6858001"/>
                <a:gd name="connsiteX11" fmla="*/ 2325 w 6755065"/>
                <a:gd name="connsiteY11" fmla="*/ 4958475 h 6858001"/>
                <a:gd name="connsiteX12" fmla="*/ 2008863 w 6755065"/>
                <a:gd name="connsiteY12" fmla="*/ 0 h 6858001"/>
                <a:gd name="connsiteX13" fmla="*/ 2643173 w 6755065"/>
                <a:gd name="connsiteY13" fmla="*/ 0 h 6858001"/>
                <a:gd name="connsiteX14" fmla="*/ 2643173 w 6755065"/>
                <a:gd name="connsiteY14" fmla="*/ 635141 h 6858001"/>
                <a:gd name="connsiteX15" fmla="*/ 2008863 w 6755065"/>
                <a:gd name="connsiteY15" fmla="*/ 63514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55065" h="6858001">
                  <a:moveTo>
                    <a:pt x="2325" y="4958475"/>
                  </a:moveTo>
                  <a:cubicBezTo>
                    <a:pt x="144069" y="4958475"/>
                    <a:pt x="283905" y="4958475"/>
                    <a:pt x="429570" y="4958475"/>
                  </a:cubicBezTo>
                  <a:cubicBezTo>
                    <a:pt x="429570" y="5445327"/>
                    <a:pt x="429570" y="5933008"/>
                    <a:pt x="429570" y="6423744"/>
                  </a:cubicBezTo>
                  <a:cubicBezTo>
                    <a:pt x="2397354" y="6423744"/>
                    <a:pt x="4359331" y="6423744"/>
                    <a:pt x="6325461" y="6423744"/>
                  </a:cubicBezTo>
                  <a:cubicBezTo>
                    <a:pt x="6325461" y="5935537"/>
                    <a:pt x="6325461" y="5448976"/>
                    <a:pt x="6325461" y="4958915"/>
                  </a:cubicBezTo>
                  <a:cubicBezTo>
                    <a:pt x="6470516" y="4958915"/>
                    <a:pt x="6611453" y="4958915"/>
                    <a:pt x="6755065" y="4958915"/>
                  </a:cubicBezTo>
                  <a:cubicBezTo>
                    <a:pt x="6755065" y="5590368"/>
                    <a:pt x="6755065" y="6220600"/>
                    <a:pt x="6755065" y="6857951"/>
                  </a:cubicBezTo>
                  <a:cubicBezTo>
                    <a:pt x="5776379" y="6857951"/>
                    <a:pt x="4797962" y="6857951"/>
                    <a:pt x="3814856" y="6857951"/>
                  </a:cubicBezTo>
                  <a:cubicBezTo>
                    <a:pt x="2620164" y="6857951"/>
                    <a:pt x="1430160" y="6858179"/>
                    <a:pt x="240154" y="6857665"/>
                  </a:cubicBezTo>
                  <a:cubicBezTo>
                    <a:pt x="91359" y="6857602"/>
                    <a:pt x="1855" y="6769618"/>
                    <a:pt x="1266" y="6623805"/>
                  </a:cubicBezTo>
                  <a:cubicBezTo>
                    <a:pt x="-931" y="6080346"/>
                    <a:pt x="381" y="5536871"/>
                    <a:pt x="467" y="4993403"/>
                  </a:cubicBezTo>
                  <a:cubicBezTo>
                    <a:pt x="468" y="4982744"/>
                    <a:pt x="1572" y="4972085"/>
                    <a:pt x="2325" y="4958475"/>
                  </a:cubicBezTo>
                  <a:close/>
                  <a:moveTo>
                    <a:pt x="2008863" y="0"/>
                  </a:moveTo>
                  <a:lnTo>
                    <a:pt x="2643173" y="0"/>
                  </a:lnTo>
                  <a:lnTo>
                    <a:pt x="2643173" y="635141"/>
                  </a:lnTo>
                  <a:lnTo>
                    <a:pt x="2008863" y="635141"/>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811" name="Group 2810">
            <a:extLst>
              <a:ext uri="{FF2B5EF4-FFF2-40B4-BE49-F238E27FC236}">
                <a16:creationId xmlns:a16="http://schemas.microsoft.com/office/drawing/2014/main" id="{5A40440E-8CE5-9783-8D33-95658300C88F}"/>
              </a:ext>
              <a:ext uri="{C183D7F6-B498-43B3-948B-1728B52AA6E4}">
                <adec:decorative xmlns:adec="http://schemas.microsoft.com/office/drawing/2017/decorative" val="1"/>
              </a:ext>
            </a:extLst>
          </p:cNvPr>
          <p:cNvGrpSpPr>
            <a:grpSpLocks noChangeAspect="1"/>
          </p:cNvGrpSpPr>
          <p:nvPr/>
        </p:nvGrpSpPr>
        <p:grpSpPr>
          <a:xfrm>
            <a:off x="5576933" y="3644779"/>
            <a:ext cx="460971" cy="457200"/>
            <a:chOff x="5576854" y="3636615"/>
            <a:chExt cx="460971" cy="457200"/>
          </a:xfrm>
          <a:solidFill>
            <a:schemeClr val="accent2"/>
          </a:solidFill>
        </p:grpSpPr>
        <p:sp>
          <p:nvSpPr>
            <p:cNvPr id="1843" name="Freeform: Shape 1842">
              <a:extLst>
                <a:ext uri="{FF2B5EF4-FFF2-40B4-BE49-F238E27FC236}">
                  <a16:creationId xmlns:a16="http://schemas.microsoft.com/office/drawing/2014/main" id="{708E6B42-C5F0-2CAC-E874-A67F9FEF0747}"/>
                </a:ext>
                <a:ext uri="{C183D7F6-B498-43B3-948B-1728B52AA6E4}">
                  <adec:decorative xmlns:adec="http://schemas.microsoft.com/office/drawing/2017/decorative" val="1"/>
                </a:ext>
              </a:extLst>
            </p:cNvPr>
            <p:cNvSpPr/>
            <p:nvPr/>
          </p:nvSpPr>
          <p:spPr>
            <a:xfrm>
              <a:off x="5576854" y="3636615"/>
              <a:ext cx="460971" cy="259988"/>
            </a:xfrm>
            <a:custGeom>
              <a:avLst/>
              <a:gdLst>
                <a:gd name="connsiteX0" fmla="*/ 1458620 w 6914574"/>
                <a:gd name="connsiteY0" fmla="*/ 3258562 h 3899829"/>
                <a:gd name="connsiteX1" fmla="*/ 2176717 w 6914574"/>
                <a:gd name="connsiteY1" fmla="*/ 3258562 h 3899829"/>
                <a:gd name="connsiteX2" fmla="*/ 2176717 w 6914574"/>
                <a:gd name="connsiteY2" fmla="*/ 3630217 h 3899829"/>
                <a:gd name="connsiteX3" fmla="*/ 1458620 w 6914574"/>
                <a:gd name="connsiteY3" fmla="*/ 3630217 h 3899829"/>
                <a:gd name="connsiteX4" fmla="*/ 0 w 6914574"/>
                <a:gd name="connsiteY4" fmla="*/ 3257641 h 3899829"/>
                <a:gd name="connsiteX5" fmla="*/ 1087080 w 6914574"/>
                <a:gd name="connsiteY5" fmla="*/ 3257641 h 3899829"/>
                <a:gd name="connsiteX6" fmla="*/ 1087080 w 6914574"/>
                <a:gd name="connsiteY6" fmla="*/ 3630233 h 3899829"/>
                <a:gd name="connsiteX7" fmla="*/ 0 w 6914574"/>
                <a:gd name="connsiteY7" fmla="*/ 3630233 h 3899829"/>
                <a:gd name="connsiteX8" fmla="*/ 6116514 w 6914574"/>
                <a:gd name="connsiteY8" fmla="*/ 2979496 h 3899829"/>
                <a:gd name="connsiteX9" fmla="*/ 6914574 w 6914574"/>
                <a:gd name="connsiteY9" fmla="*/ 3440448 h 3899829"/>
                <a:gd name="connsiteX10" fmla="*/ 6119362 w 6914574"/>
                <a:gd name="connsiteY10" fmla="*/ 3899829 h 3899829"/>
                <a:gd name="connsiteX11" fmla="*/ 6119362 w 6914574"/>
                <a:gd name="connsiteY11" fmla="*/ 3629519 h 3899829"/>
                <a:gd name="connsiteX12" fmla="*/ 5822413 w 6914574"/>
                <a:gd name="connsiteY12" fmla="*/ 3629636 h 3899829"/>
                <a:gd name="connsiteX13" fmla="*/ 5783921 w 6914574"/>
                <a:gd name="connsiteY13" fmla="*/ 3622623 h 3899829"/>
                <a:gd name="connsiteX14" fmla="*/ 5480215 w 6914574"/>
                <a:gd name="connsiteY14" fmla="*/ 3622531 h 3899829"/>
                <a:gd name="connsiteX15" fmla="*/ 5446112 w 6914574"/>
                <a:gd name="connsiteY15" fmla="*/ 3628466 h 3899829"/>
                <a:gd name="connsiteX16" fmla="*/ 4725584 w 6914574"/>
                <a:gd name="connsiteY16" fmla="*/ 3628589 h 3899829"/>
                <a:gd name="connsiteX17" fmla="*/ 4699253 w 6914574"/>
                <a:gd name="connsiteY17" fmla="*/ 3622647 h 3899829"/>
                <a:gd name="connsiteX18" fmla="*/ 4391571 w 6914574"/>
                <a:gd name="connsiteY18" fmla="*/ 3622652 h 3899829"/>
                <a:gd name="connsiteX19" fmla="*/ 4353060 w 6914574"/>
                <a:gd name="connsiteY19" fmla="*/ 3629622 h 3899829"/>
                <a:gd name="connsiteX20" fmla="*/ 3861036 w 6914574"/>
                <a:gd name="connsiteY20" fmla="*/ 3629476 h 3899829"/>
                <a:gd name="connsiteX21" fmla="*/ 2549012 w 6914574"/>
                <a:gd name="connsiteY21" fmla="*/ 3626436 h 3899829"/>
                <a:gd name="connsiteX22" fmla="*/ 2553055 w 6914574"/>
                <a:gd name="connsiteY22" fmla="*/ 3257664 h 3899829"/>
                <a:gd name="connsiteX23" fmla="*/ 4360627 w 6914574"/>
                <a:gd name="connsiteY23" fmla="*/ 3257913 h 3899829"/>
                <a:gd name="connsiteX24" fmla="*/ 4732536 w 6914574"/>
                <a:gd name="connsiteY24" fmla="*/ 3257933 h 3899829"/>
                <a:gd name="connsiteX25" fmla="*/ 5446696 w 6914574"/>
                <a:gd name="connsiteY25" fmla="*/ 3257829 h 3899829"/>
                <a:gd name="connsiteX26" fmla="*/ 5814857 w 6914574"/>
                <a:gd name="connsiteY26" fmla="*/ 3257922 h 3899829"/>
                <a:gd name="connsiteX27" fmla="*/ 6116514 w 6914574"/>
                <a:gd name="connsiteY27" fmla="*/ 3257830 h 3899829"/>
                <a:gd name="connsiteX28" fmla="*/ 6116514 w 6914574"/>
                <a:gd name="connsiteY28" fmla="*/ 2979496 h 3899829"/>
                <a:gd name="connsiteX29" fmla="*/ 1001109 w 6914574"/>
                <a:gd name="connsiteY29" fmla="*/ 0 h 3899829"/>
                <a:gd name="connsiteX30" fmla="*/ 1547822 w 6914574"/>
                <a:gd name="connsiteY30" fmla="*/ 0 h 3899829"/>
                <a:gd name="connsiteX31" fmla="*/ 1547822 w 6914574"/>
                <a:gd name="connsiteY31" fmla="*/ 546393 h 3899829"/>
                <a:gd name="connsiteX32" fmla="*/ 1001109 w 6914574"/>
                <a:gd name="connsiteY32" fmla="*/ 546393 h 389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914574" h="3899829">
                  <a:moveTo>
                    <a:pt x="1458620" y="3258562"/>
                  </a:moveTo>
                  <a:lnTo>
                    <a:pt x="2176717" y="3258562"/>
                  </a:lnTo>
                  <a:lnTo>
                    <a:pt x="2176717" y="3630217"/>
                  </a:lnTo>
                  <a:lnTo>
                    <a:pt x="1458620" y="3630217"/>
                  </a:lnTo>
                  <a:close/>
                  <a:moveTo>
                    <a:pt x="0" y="3257641"/>
                  </a:moveTo>
                  <a:lnTo>
                    <a:pt x="1087080" y="3257641"/>
                  </a:lnTo>
                  <a:lnTo>
                    <a:pt x="1087080" y="3630233"/>
                  </a:lnTo>
                  <a:lnTo>
                    <a:pt x="0" y="3630233"/>
                  </a:lnTo>
                  <a:close/>
                  <a:moveTo>
                    <a:pt x="6116514" y="2979496"/>
                  </a:moveTo>
                  <a:cubicBezTo>
                    <a:pt x="6383661" y="3133797"/>
                    <a:pt x="6644254" y="3284315"/>
                    <a:pt x="6914574" y="3440448"/>
                  </a:cubicBezTo>
                  <a:cubicBezTo>
                    <a:pt x="6647280" y="3594860"/>
                    <a:pt x="6386417" y="3745556"/>
                    <a:pt x="6119362" y="3899829"/>
                  </a:cubicBezTo>
                  <a:cubicBezTo>
                    <a:pt x="6119362" y="3807879"/>
                    <a:pt x="6119362" y="3721738"/>
                    <a:pt x="6119362" y="3629519"/>
                  </a:cubicBezTo>
                  <a:cubicBezTo>
                    <a:pt x="6018539" y="3629519"/>
                    <a:pt x="5922360" y="3629519"/>
                    <a:pt x="5822413" y="3629636"/>
                  </a:cubicBezTo>
                  <a:cubicBezTo>
                    <a:pt x="5807072" y="3627267"/>
                    <a:pt x="5795510" y="3622686"/>
                    <a:pt x="5783921" y="3622623"/>
                  </a:cubicBezTo>
                  <a:cubicBezTo>
                    <a:pt x="5682688" y="3622060"/>
                    <a:pt x="5581450" y="3622175"/>
                    <a:pt x="5480215" y="3622531"/>
                  </a:cubicBezTo>
                  <a:cubicBezTo>
                    <a:pt x="5471157" y="3622563"/>
                    <a:pt x="5462112" y="3625716"/>
                    <a:pt x="5446112" y="3628466"/>
                  </a:cubicBezTo>
                  <a:cubicBezTo>
                    <a:pt x="5202362" y="3629596"/>
                    <a:pt x="4965562" y="3629679"/>
                    <a:pt x="4725584" y="3628589"/>
                  </a:cubicBezTo>
                  <a:cubicBezTo>
                    <a:pt x="4714691" y="3625754"/>
                    <a:pt x="4706977" y="3622675"/>
                    <a:pt x="4699253" y="3622647"/>
                  </a:cubicBezTo>
                  <a:cubicBezTo>
                    <a:pt x="4596692" y="3622291"/>
                    <a:pt x="4494130" y="3622127"/>
                    <a:pt x="4391571" y="3622652"/>
                  </a:cubicBezTo>
                  <a:cubicBezTo>
                    <a:pt x="4379977" y="3622712"/>
                    <a:pt x="4368408" y="3627262"/>
                    <a:pt x="4353060" y="3629622"/>
                  </a:cubicBezTo>
                  <a:cubicBezTo>
                    <a:pt x="4186541" y="3629497"/>
                    <a:pt x="4023788" y="3629398"/>
                    <a:pt x="3861036" y="3629476"/>
                  </a:cubicBezTo>
                  <a:cubicBezTo>
                    <a:pt x="3423901" y="3629688"/>
                    <a:pt x="2986764" y="3629975"/>
                    <a:pt x="2549012" y="3626436"/>
                  </a:cubicBezTo>
                  <a:cubicBezTo>
                    <a:pt x="2548703" y="3500889"/>
                    <a:pt x="2549011" y="3379138"/>
                    <a:pt x="2553055" y="3257664"/>
                  </a:cubicBezTo>
                  <a:cubicBezTo>
                    <a:pt x="3156804" y="3257903"/>
                    <a:pt x="3756815" y="3257866"/>
                    <a:pt x="4360627" y="3257913"/>
                  </a:cubicBezTo>
                  <a:cubicBezTo>
                    <a:pt x="4485877" y="3257941"/>
                    <a:pt x="4607325" y="3257885"/>
                    <a:pt x="4732536" y="3257933"/>
                  </a:cubicBezTo>
                  <a:cubicBezTo>
                    <a:pt x="4973100" y="3257969"/>
                    <a:pt x="5209899" y="3257899"/>
                    <a:pt x="5446696" y="3257829"/>
                  </a:cubicBezTo>
                  <a:cubicBezTo>
                    <a:pt x="5568151" y="3257891"/>
                    <a:pt x="5689604" y="3257952"/>
                    <a:pt x="5814857" y="3257922"/>
                  </a:cubicBezTo>
                  <a:cubicBezTo>
                    <a:pt x="5916487" y="3257830"/>
                    <a:pt x="6014321" y="3257830"/>
                    <a:pt x="6116514" y="3257830"/>
                  </a:cubicBezTo>
                  <a:cubicBezTo>
                    <a:pt x="6116514" y="3165326"/>
                    <a:pt x="6116514" y="3076118"/>
                    <a:pt x="6116514" y="2979496"/>
                  </a:cubicBezTo>
                  <a:close/>
                  <a:moveTo>
                    <a:pt x="1001109" y="0"/>
                  </a:moveTo>
                  <a:lnTo>
                    <a:pt x="1547822" y="0"/>
                  </a:lnTo>
                  <a:lnTo>
                    <a:pt x="1547822" y="546393"/>
                  </a:lnTo>
                  <a:lnTo>
                    <a:pt x="1001109" y="546393"/>
                  </a:lnTo>
                  <a:close/>
                </a:path>
              </a:pathLst>
            </a:custGeom>
            <a:solidFill>
              <a:schemeClr val="bg1"/>
            </a:solidFill>
            <a:ln w="6350" cap="flat">
              <a:noFill/>
              <a:prstDash val="solid"/>
              <a:miter/>
            </a:ln>
          </p:spPr>
          <p:txBody>
            <a:bodyPr wrap="square" rtlCol="0" anchor="ctr">
              <a:noAutofit/>
            </a:bodyPr>
            <a:lstStyle/>
            <a:p>
              <a:endParaRPr lang="en-US" dirty="0"/>
            </a:p>
          </p:txBody>
        </p:sp>
        <p:sp>
          <p:nvSpPr>
            <p:cNvPr id="1844" name="Freeform: Shape 1843">
              <a:extLst>
                <a:ext uri="{FF2B5EF4-FFF2-40B4-BE49-F238E27FC236}">
                  <a16:creationId xmlns:a16="http://schemas.microsoft.com/office/drawing/2014/main" id="{4304DF1A-DDB6-C78C-DE7A-693AAEC29129}"/>
                </a:ext>
                <a:ext uri="{C183D7F6-B498-43B3-948B-1728B52AA6E4}">
                  <adec:decorative xmlns:adec="http://schemas.microsoft.com/office/drawing/2017/decorative" val="1"/>
                </a:ext>
              </a:extLst>
            </p:cNvPr>
            <p:cNvSpPr/>
            <p:nvPr/>
          </p:nvSpPr>
          <p:spPr>
            <a:xfrm>
              <a:off x="5649304" y="3643595"/>
              <a:ext cx="315460" cy="450220"/>
            </a:xfrm>
            <a:custGeom>
              <a:avLst/>
              <a:gdLst>
                <a:gd name="connsiteX0" fmla="*/ 1090622 w 4731905"/>
                <a:gd name="connsiteY0" fmla="*/ 1326671 h 6753298"/>
                <a:gd name="connsiteX1" fmla="*/ 3641772 w 4731905"/>
                <a:gd name="connsiteY1" fmla="*/ 2107997 h 6753298"/>
                <a:gd name="connsiteX2" fmla="*/ 3641899 w 4731905"/>
                <a:gd name="connsiteY2" fmla="*/ 3149374 h 6753298"/>
                <a:gd name="connsiteX3" fmla="*/ 3274010 w 4731905"/>
                <a:gd name="connsiteY3" fmla="*/ 3149458 h 6753298"/>
                <a:gd name="connsiteX4" fmla="*/ 3270371 w 4731905"/>
                <a:gd name="connsiteY4" fmla="*/ 2484175 h 6753298"/>
                <a:gd name="connsiteX5" fmla="*/ 3179586 w 4731905"/>
                <a:gd name="connsiteY5" fmla="*/ 2357176 h 6753298"/>
                <a:gd name="connsiteX6" fmla="*/ 2603341 w 4731905"/>
                <a:gd name="connsiteY6" fmla="*/ 2182329 h 6753298"/>
                <a:gd name="connsiteX7" fmla="*/ 1796059 w 4731905"/>
                <a:gd name="connsiteY7" fmla="*/ 1934221 h 6753298"/>
                <a:gd name="connsiteX8" fmla="*/ 1462575 w 4731905"/>
                <a:gd name="connsiteY8" fmla="*/ 1830736 h 6753298"/>
                <a:gd name="connsiteX9" fmla="*/ 1462577 w 4731905"/>
                <a:gd name="connsiteY9" fmla="*/ 3152685 h 6753298"/>
                <a:gd name="connsiteX10" fmla="*/ 1461873 w 4731905"/>
                <a:gd name="connsiteY10" fmla="*/ 3525460 h 6753298"/>
                <a:gd name="connsiteX11" fmla="*/ 1462095 w 4731905"/>
                <a:gd name="connsiteY11" fmla="*/ 4889385 h 6753298"/>
                <a:gd name="connsiteX12" fmla="*/ 1484996 w 4731905"/>
                <a:gd name="connsiteY12" fmla="*/ 4885951 h 6753298"/>
                <a:gd name="connsiteX13" fmla="*/ 3240797 w 4731905"/>
                <a:gd name="connsiteY13" fmla="*/ 4300531 h 6753298"/>
                <a:gd name="connsiteX14" fmla="*/ 3270931 w 4731905"/>
                <a:gd name="connsiteY14" fmla="*/ 4259231 h 6753298"/>
                <a:gd name="connsiteX15" fmla="*/ 3270082 w 4731905"/>
                <a:gd name="connsiteY15" fmla="*/ 3525029 h 6753298"/>
                <a:gd name="connsiteX16" fmla="*/ 3304825 w 4731905"/>
                <a:gd name="connsiteY16" fmla="*/ 3517951 h 6753298"/>
                <a:gd name="connsiteX17" fmla="*/ 3612508 w 4731905"/>
                <a:gd name="connsiteY17" fmla="*/ 3517947 h 6753298"/>
                <a:gd name="connsiteX18" fmla="*/ 3638840 w 4731905"/>
                <a:gd name="connsiteY18" fmla="*/ 3523888 h 6753298"/>
                <a:gd name="connsiteX19" fmla="*/ 3642686 w 4731905"/>
                <a:gd name="connsiteY19" fmla="*/ 4517957 h 6753298"/>
                <a:gd name="connsiteX20" fmla="*/ 3603091 w 4731905"/>
                <a:gd name="connsiteY20" fmla="*/ 4574273 h 6753298"/>
                <a:gd name="connsiteX21" fmla="*/ 1136429 w 4731905"/>
                <a:gd name="connsiteY21" fmla="*/ 5395209 h 6753298"/>
                <a:gd name="connsiteX22" fmla="*/ 1090516 w 4731905"/>
                <a:gd name="connsiteY22" fmla="*/ 5407906 h 6753298"/>
                <a:gd name="connsiteX23" fmla="*/ 1090122 w 4731905"/>
                <a:gd name="connsiteY23" fmla="*/ 3529242 h 6753298"/>
                <a:gd name="connsiteX24" fmla="*/ 1090388 w 4731905"/>
                <a:gd name="connsiteY24" fmla="*/ 3156455 h 6753298"/>
                <a:gd name="connsiteX25" fmla="*/ 1090621 w 4731905"/>
                <a:gd name="connsiteY25" fmla="*/ 1421969 h 6753298"/>
                <a:gd name="connsiteX26" fmla="*/ 1090622 w 4731905"/>
                <a:gd name="connsiteY26" fmla="*/ 1326671 h 6753298"/>
                <a:gd name="connsiteX27" fmla="*/ 4004 w 4731905"/>
                <a:gd name="connsiteY27" fmla="*/ 685667 h 6753298"/>
                <a:gd name="connsiteX28" fmla="*/ 372255 w 4731905"/>
                <a:gd name="connsiteY28" fmla="*/ 685667 h 6753298"/>
                <a:gd name="connsiteX29" fmla="*/ 372140 w 4731905"/>
                <a:gd name="connsiteY29" fmla="*/ 1836976 h 6753298"/>
                <a:gd name="connsiteX30" fmla="*/ 371902 w 4731905"/>
                <a:gd name="connsiteY30" fmla="*/ 3156454 h 6753298"/>
                <a:gd name="connsiteX31" fmla="*/ 372617 w 4731905"/>
                <a:gd name="connsiteY31" fmla="*/ 3529259 h 6753298"/>
                <a:gd name="connsiteX32" fmla="*/ 372222 w 4731905"/>
                <a:gd name="connsiteY32" fmla="*/ 6352333 h 6753298"/>
                <a:gd name="connsiteX33" fmla="*/ 4359963 w 4731905"/>
                <a:gd name="connsiteY33" fmla="*/ 5703741 h 6753298"/>
                <a:gd name="connsiteX34" fmla="*/ 4363144 w 4731905"/>
                <a:gd name="connsiteY34" fmla="*/ 3523883 h 6753298"/>
                <a:gd name="connsiteX35" fmla="*/ 4393478 w 4731905"/>
                <a:gd name="connsiteY35" fmla="*/ 3517841 h 6753298"/>
                <a:gd name="connsiteX36" fmla="*/ 4697181 w 4731905"/>
                <a:gd name="connsiteY36" fmla="*/ 3517931 h 6753298"/>
                <a:gd name="connsiteX37" fmla="*/ 4731905 w 4731905"/>
                <a:gd name="connsiteY37" fmla="*/ 3525058 h 6753298"/>
                <a:gd name="connsiteX38" fmla="*/ 4731626 w 4731905"/>
                <a:gd name="connsiteY38" fmla="*/ 5942287 h 6753298"/>
                <a:gd name="connsiteX39" fmla="*/ 4655256 w 4731905"/>
                <a:gd name="connsiteY39" fmla="*/ 6035296 h 6753298"/>
                <a:gd name="connsiteX40" fmla="*/ 4129283 w 4731905"/>
                <a:gd name="connsiteY40" fmla="*/ 6116770 h 6753298"/>
                <a:gd name="connsiteX41" fmla="*/ 3613085 w 4731905"/>
                <a:gd name="connsiteY41" fmla="*/ 6204616 h 6753298"/>
                <a:gd name="connsiteX42" fmla="*/ 3040608 w 4731905"/>
                <a:gd name="connsiteY42" fmla="*/ 6294279 h 6753298"/>
                <a:gd name="connsiteX43" fmla="*/ 2621545 w 4731905"/>
                <a:gd name="connsiteY43" fmla="*/ 6365995 h 6753298"/>
                <a:gd name="connsiteX44" fmla="*/ 2146203 w 4731905"/>
                <a:gd name="connsiteY44" fmla="*/ 6439554 h 6753298"/>
                <a:gd name="connsiteX45" fmla="*/ 1680594 w 4731905"/>
                <a:gd name="connsiteY45" fmla="*/ 6519203 h 6753298"/>
                <a:gd name="connsiteX46" fmla="*/ 1310452 w 4731905"/>
                <a:gd name="connsiteY46" fmla="*/ 6576666 h 6753298"/>
                <a:gd name="connsiteX47" fmla="*/ 988384 w 4731905"/>
                <a:gd name="connsiteY47" fmla="*/ 6631637 h 6753298"/>
                <a:gd name="connsiteX48" fmla="*/ 672991 w 4731905"/>
                <a:gd name="connsiteY48" fmla="*/ 6681487 h 6753298"/>
                <a:gd name="connsiteX49" fmla="*/ 342809 w 4731905"/>
                <a:gd name="connsiteY49" fmla="*/ 6736146 h 6753298"/>
                <a:gd name="connsiteX50" fmla="*/ 169205 w 4731905"/>
                <a:gd name="connsiteY50" fmla="*/ 6753245 h 6753298"/>
                <a:gd name="connsiteX51" fmla="*/ 814 w 4731905"/>
                <a:gd name="connsiteY51" fmla="*/ 6587829 h 6753298"/>
                <a:gd name="connsiteX52" fmla="*/ 748 w 4731905"/>
                <a:gd name="connsiteY52" fmla="*/ 6559583 h 6753298"/>
                <a:gd name="connsiteX53" fmla="*/ 691 w 4731905"/>
                <a:gd name="connsiteY53" fmla="*/ 3525453 h 6753298"/>
                <a:gd name="connsiteX54" fmla="*/ 0 w 4731905"/>
                <a:gd name="connsiteY54" fmla="*/ 3152655 h 6753298"/>
                <a:gd name="connsiteX55" fmla="*/ 715 w 4731905"/>
                <a:gd name="connsiteY55" fmla="*/ 2757169 h 6753298"/>
                <a:gd name="connsiteX56" fmla="*/ 705215 w 4731905"/>
                <a:gd name="connsiteY56" fmla="*/ 0 h 6753298"/>
                <a:gd name="connsiteX57" fmla="*/ 956824 w 4731905"/>
                <a:gd name="connsiteY57" fmla="*/ 43011 h 6753298"/>
                <a:gd name="connsiteX58" fmla="*/ 1221373 w 4731905"/>
                <a:gd name="connsiteY58" fmla="*/ 85684 h 6753298"/>
                <a:gd name="connsiteX59" fmla="*/ 1524229 w 4731905"/>
                <a:gd name="connsiteY59" fmla="*/ 136759 h 6753298"/>
                <a:gd name="connsiteX60" fmla="*/ 1792008 w 4731905"/>
                <a:gd name="connsiteY60" fmla="*/ 182457 h 6753298"/>
                <a:gd name="connsiteX61" fmla="*/ 2110336 w 4731905"/>
                <a:gd name="connsiteY61" fmla="*/ 236302 h 6753298"/>
                <a:gd name="connsiteX62" fmla="*/ 2370741 w 4731905"/>
                <a:gd name="connsiteY62" fmla="*/ 279346 h 6753298"/>
                <a:gd name="connsiteX63" fmla="*/ 2677749 w 4731905"/>
                <a:gd name="connsiteY63" fmla="*/ 330026 h 6753298"/>
                <a:gd name="connsiteX64" fmla="*/ 2949432 w 4731905"/>
                <a:gd name="connsiteY64" fmla="*/ 376177 h 6753298"/>
                <a:gd name="connsiteX65" fmla="*/ 3260329 w 4731905"/>
                <a:gd name="connsiteY65" fmla="*/ 427638 h 6753298"/>
                <a:gd name="connsiteX66" fmla="*/ 3528149 w 4731905"/>
                <a:gd name="connsiteY66" fmla="*/ 473147 h 6753298"/>
                <a:gd name="connsiteX67" fmla="*/ 3838330 w 4731905"/>
                <a:gd name="connsiteY67" fmla="*/ 527066 h 6753298"/>
                <a:gd name="connsiteX68" fmla="*/ 4098759 w 4731905"/>
                <a:gd name="connsiteY68" fmla="*/ 570036 h 6753298"/>
                <a:gd name="connsiteX69" fmla="*/ 4420885 w 4731905"/>
                <a:gd name="connsiteY69" fmla="*/ 624793 h 6753298"/>
                <a:gd name="connsiteX70" fmla="*/ 4568125 w 4731905"/>
                <a:gd name="connsiteY70" fmla="*/ 650524 h 6753298"/>
                <a:gd name="connsiteX71" fmla="*/ 4731625 w 4731905"/>
                <a:gd name="connsiteY71" fmla="*/ 853467 h 6753298"/>
                <a:gd name="connsiteX72" fmla="*/ 4727992 w 4731905"/>
                <a:gd name="connsiteY72" fmla="*/ 3149458 h 6753298"/>
                <a:gd name="connsiteX73" fmla="*/ 4360093 w 4731905"/>
                <a:gd name="connsiteY73" fmla="*/ 3149376 h 6753298"/>
                <a:gd name="connsiteX74" fmla="*/ 4360225 w 4731905"/>
                <a:gd name="connsiteY74" fmla="*/ 991689 h 6753298"/>
                <a:gd name="connsiteX75" fmla="*/ 4162346 w 4731905"/>
                <a:gd name="connsiteY75" fmla="*/ 957540 h 6753298"/>
                <a:gd name="connsiteX76" fmla="*/ 3901999 w 4731905"/>
                <a:gd name="connsiteY76" fmla="*/ 914151 h 6753298"/>
                <a:gd name="connsiteX77" fmla="*/ 3583539 w 4731905"/>
                <a:gd name="connsiteY77" fmla="*/ 860578 h 6753298"/>
                <a:gd name="connsiteX78" fmla="*/ 3315810 w 4731905"/>
                <a:gd name="connsiteY78" fmla="*/ 814567 h 6753298"/>
                <a:gd name="connsiteX79" fmla="*/ 3012822 w 4731905"/>
                <a:gd name="connsiteY79" fmla="*/ 763796 h 6753298"/>
                <a:gd name="connsiteX80" fmla="*/ 2748323 w 4731905"/>
                <a:gd name="connsiteY80" fmla="*/ 720778 h 6753298"/>
                <a:gd name="connsiteX81" fmla="*/ 2429970 w 4731905"/>
                <a:gd name="connsiteY81" fmla="*/ 666850 h 6753298"/>
                <a:gd name="connsiteX82" fmla="*/ 2162134 w 4731905"/>
                <a:gd name="connsiteY82" fmla="*/ 621242 h 6753298"/>
                <a:gd name="connsiteX83" fmla="*/ 1855216 w 4731905"/>
                <a:gd name="connsiteY83" fmla="*/ 570019 h 6753298"/>
                <a:gd name="connsiteX84" fmla="*/ 1594647 w 4731905"/>
                <a:gd name="connsiteY84" fmla="*/ 527428 h 6753298"/>
                <a:gd name="connsiteX85" fmla="*/ 1233851 w 4731905"/>
                <a:gd name="connsiteY85" fmla="*/ 465264 h 6753298"/>
                <a:gd name="connsiteX86" fmla="*/ 871741 w 4731905"/>
                <a:gd name="connsiteY86" fmla="*/ 407834 h 6753298"/>
                <a:gd name="connsiteX87" fmla="*/ 705215 w 4731905"/>
                <a:gd name="connsiteY87" fmla="*/ 377237 h 6753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731905" h="6753298">
                  <a:moveTo>
                    <a:pt x="1090622" y="1326671"/>
                  </a:moveTo>
                  <a:cubicBezTo>
                    <a:pt x="1942844" y="1587677"/>
                    <a:pt x="2790399" y="1847252"/>
                    <a:pt x="3641772" y="2107997"/>
                  </a:cubicBezTo>
                  <a:cubicBezTo>
                    <a:pt x="3641772" y="2452181"/>
                    <a:pt x="3641772" y="2798901"/>
                    <a:pt x="3641899" y="3149374"/>
                  </a:cubicBezTo>
                  <a:cubicBezTo>
                    <a:pt x="3520579" y="3153183"/>
                    <a:pt x="3399131" y="3153239"/>
                    <a:pt x="3274010" y="3149458"/>
                  </a:cubicBezTo>
                  <a:cubicBezTo>
                    <a:pt x="3270349" y="2925139"/>
                    <a:pt x="3270362" y="2704657"/>
                    <a:pt x="3270371" y="2484175"/>
                  </a:cubicBezTo>
                  <a:cubicBezTo>
                    <a:pt x="3270376" y="2386007"/>
                    <a:pt x="3270655" y="2385085"/>
                    <a:pt x="3179586" y="2357176"/>
                  </a:cubicBezTo>
                  <a:cubicBezTo>
                    <a:pt x="2987668" y="2298363"/>
                    <a:pt x="2795294" y="2241031"/>
                    <a:pt x="2603341" y="2182329"/>
                  </a:cubicBezTo>
                  <a:cubicBezTo>
                    <a:pt x="2334132" y="2100004"/>
                    <a:pt x="2065107" y="2017073"/>
                    <a:pt x="1796059" y="1934221"/>
                  </a:cubicBezTo>
                  <a:cubicBezTo>
                    <a:pt x="1685342" y="1900127"/>
                    <a:pt x="1574769" y="1865566"/>
                    <a:pt x="1462575" y="1830736"/>
                  </a:cubicBezTo>
                  <a:cubicBezTo>
                    <a:pt x="1462575" y="2273525"/>
                    <a:pt x="1462575" y="2713105"/>
                    <a:pt x="1462577" y="3152685"/>
                  </a:cubicBezTo>
                  <a:cubicBezTo>
                    <a:pt x="1462268" y="3274437"/>
                    <a:pt x="1461960" y="3396188"/>
                    <a:pt x="1461873" y="3525460"/>
                  </a:cubicBezTo>
                  <a:cubicBezTo>
                    <a:pt x="1462095" y="3984476"/>
                    <a:pt x="1462095" y="4435971"/>
                    <a:pt x="1462095" y="4889385"/>
                  </a:cubicBezTo>
                  <a:cubicBezTo>
                    <a:pt x="1472208" y="4887932"/>
                    <a:pt x="1478945" y="4887969"/>
                    <a:pt x="1484996" y="4885951"/>
                  </a:cubicBezTo>
                  <a:cubicBezTo>
                    <a:pt x="2070228" y="4690706"/>
                    <a:pt x="2655353" y="4495139"/>
                    <a:pt x="3240797" y="4300531"/>
                  </a:cubicBezTo>
                  <a:cubicBezTo>
                    <a:pt x="3263809" y="4292883"/>
                    <a:pt x="3271030" y="4283210"/>
                    <a:pt x="3270931" y="4259231"/>
                  </a:cubicBezTo>
                  <a:cubicBezTo>
                    <a:pt x="3269920" y="4014500"/>
                    <a:pt x="3270178" y="3769763"/>
                    <a:pt x="3270082" y="3525029"/>
                  </a:cubicBezTo>
                  <a:cubicBezTo>
                    <a:pt x="3281662" y="3522561"/>
                    <a:pt x="3293233" y="3518011"/>
                    <a:pt x="3304825" y="3517951"/>
                  </a:cubicBezTo>
                  <a:cubicBezTo>
                    <a:pt x="3407385" y="3517426"/>
                    <a:pt x="3509948" y="3517590"/>
                    <a:pt x="3612508" y="3517947"/>
                  </a:cubicBezTo>
                  <a:cubicBezTo>
                    <a:pt x="3620232" y="3517974"/>
                    <a:pt x="3627946" y="3521053"/>
                    <a:pt x="3638840" y="3523888"/>
                  </a:cubicBezTo>
                  <a:cubicBezTo>
                    <a:pt x="3641923" y="3856029"/>
                    <a:pt x="3641224" y="4186997"/>
                    <a:pt x="3642686" y="4517957"/>
                  </a:cubicBezTo>
                  <a:cubicBezTo>
                    <a:pt x="3642831" y="4550620"/>
                    <a:pt x="3632702" y="4564434"/>
                    <a:pt x="3603091" y="4574273"/>
                  </a:cubicBezTo>
                  <a:cubicBezTo>
                    <a:pt x="2780740" y="4847524"/>
                    <a:pt x="1958622" y="5121480"/>
                    <a:pt x="1136429" y="5395209"/>
                  </a:cubicBezTo>
                  <a:cubicBezTo>
                    <a:pt x="1122997" y="5399681"/>
                    <a:pt x="1109116" y="5402802"/>
                    <a:pt x="1090516" y="5407906"/>
                  </a:cubicBezTo>
                  <a:cubicBezTo>
                    <a:pt x="1090516" y="4780508"/>
                    <a:pt x="1090516" y="4156738"/>
                    <a:pt x="1090122" y="3529242"/>
                  </a:cubicBezTo>
                  <a:cubicBezTo>
                    <a:pt x="1090121" y="3403761"/>
                    <a:pt x="1090513" y="3282007"/>
                    <a:pt x="1090388" y="3156455"/>
                  </a:cubicBezTo>
                  <a:cubicBezTo>
                    <a:pt x="1090121" y="2575761"/>
                    <a:pt x="1090373" y="1998864"/>
                    <a:pt x="1090621" y="1421969"/>
                  </a:cubicBezTo>
                  <a:cubicBezTo>
                    <a:pt x="1090635" y="1391425"/>
                    <a:pt x="1090622" y="1360881"/>
                    <a:pt x="1090622" y="1326671"/>
                  </a:cubicBezTo>
                  <a:close/>
                  <a:moveTo>
                    <a:pt x="4004" y="685667"/>
                  </a:moveTo>
                  <a:lnTo>
                    <a:pt x="372255" y="685667"/>
                  </a:lnTo>
                  <a:lnTo>
                    <a:pt x="372140" y="1836976"/>
                  </a:lnTo>
                  <a:cubicBezTo>
                    <a:pt x="372231" y="2275546"/>
                    <a:pt x="372510" y="2714117"/>
                    <a:pt x="371902" y="3156454"/>
                  </a:cubicBezTo>
                  <a:cubicBezTo>
                    <a:pt x="371737" y="3281991"/>
                    <a:pt x="372370" y="3403771"/>
                    <a:pt x="372617" y="3529259"/>
                  </a:cubicBezTo>
                  <a:cubicBezTo>
                    <a:pt x="372222" y="4471739"/>
                    <a:pt x="372222" y="5410494"/>
                    <a:pt x="372222" y="6352333"/>
                  </a:cubicBezTo>
                  <a:cubicBezTo>
                    <a:pt x="1704212" y="6135694"/>
                    <a:pt x="3031376" y="5919837"/>
                    <a:pt x="4359963" y="5703741"/>
                  </a:cubicBezTo>
                  <a:cubicBezTo>
                    <a:pt x="4359963" y="4975138"/>
                    <a:pt x="4359963" y="4250086"/>
                    <a:pt x="4363144" y="3523883"/>
                  </a:cubicBezTo>
                  <a:cubicBezTo>
                    <a:pt x="4375376" y="3521022"/>
                    <a:pt x="4384419" y="3517874"/>
                    <a:pt x="4393478" y="3517841"/>
                  </a:cubicBezTo>
                  <a:cubicBezTo>
                    <a:pt x="4494715" y="3517479"/>
                    <a:pt x="4595952" y="3517364"/>
                    <a:pt x="4697181" y="3517931"/>
                  </a:cubicBezTo>
                  <a:cubicBezTo>
                    <a:pt x="4708772" y="3517997"/>
                    <a:pt x="4720330" y="3522576"/>
                    <a:pt x="4731905" y="3525058"/>
                  </a:cubicBezTo>
                  <a:cubicBezTo>
                    <a:pt x="4731814" y="4330804"/>
                    <a:pt x="4731716" y="5136550"/>
                    <a:pt x="4731626" y="5942287"/>
                  </a:cubicBezTo>
                  <a:cubicBezTo>
                    <a:pt x="4731609" y="6023170"/>
                    <a:pt x="4731666" y="6023441"/>
                    <a:pt x="4655256" y="6035296"/>
                  </a:cubicBezTo>
                  <a:cubicBezTo>
                    <a:pt x="4479935" y="6062506"/>
                    <a:pt x="4304391" y="6088294"/>
                    <a:pt x="4129283" y="6116770"/>
                  </a:cubicBezTo>
                  <a:cubicBezTo>
                    <a:pt x="3957012" y="6144795"/>
                    <a:pt x="3785348" y="6176576"/>
                    <a:pt x="3613085" y="6204616"/>
                  </a:cubicBezTo>
                  <a:cubicBezTo>
                    <a:pt x="3422448" y="6235641"/>
                    <a:pt x="3231277" y="6263435"/>
                    <a:pt x="3040608" y="6294279"/>
                  </a:cubicBezTo>
                  <a:cubicBezTo>
                    <a:pt x="2900709" y="6316910"/>
                    <a:pt x="2761435" y="6343339"/>
                    <a:pt x="2621545" y="6365995"/>
                  </a:cubicBezTo>
                  <a:cubicBezTo>
                    <a:pt x="2463273" y="6391619"/>
                    <a:pt x="2304450" y="6413798"/>
                    <a:pt x="2146203" y="6439554"/>
                  </a:cubicBezTo>
                  <a:cubicBezTo>
                    <a:pt x="1990792" y="6464840"/>
                    <a:pt x="1835948" y="6493571"/>
                    <a:pt x="1680594" y="6519203"/>
                  </a:cubicBezTo>
                  <a:cubicBezTo>
                    <a:pt x="1557408" y="6539525"/>
                    <a:pt x="1433704" y="6556722"/>
                    <a:pt x="1310452" y="6576666"/>
                  </a:cubicBezTo>
                  <a:cubicBezTo>
                    <a:pt x="1202942" y="6594061"/>
                    <a:pt x="1095844" y="6613946"/>
                    <a:pt x="988384" y="6631637"/>
                  </a:cubicBezTo>
                  <a:cubicBezTo>
                    <a:pt x="883365" y="6648933"/>
                    <a:pt x="778051" y="6664413"/>
                    <a:pt x="672991" y="6681487"/>
                  </a:cubicBezTo>
                  <a:cubicBezTo>
                    <a:pt x="562875" y="6699383"/>
                    <a:pt x="453105" y="6719466"/>
                    <a:pt x="342809" y="6736146"/>
                  </a:cubicBezTo>
                  <a:cubicBezTo>
                    <a:pt x="285363" y="6744835"/>
                    <a:pt x="227210" y="6751609"/>
                    <a:pt x="169205" y="6753245"/>
                  </a:cubicBezTo>
                  <a:cubicBezTo>
                    <a:pt x="81368" y="6755711"/>
                    <a:pt x="5006" y="6673209"/>
                    <a:pt x="814" y="6587829"/>
                  </a:cubicBezTo>
                  <a:cubicBezTo>
                    <a:pt x="354" y="6578433"/>
                    <a:pt x="748" y="6569004"/>
                    <a:pt x="748" y="6559583"/>
                  </a:cubicBezTo>
                  <a:cubicBezTo>
                    <a:pt x="715" y="5550714"/>
                    <a:pt x="682" y="4541844"/>
                    <a:pt x="691" y="3525453"/>
                  </a:cubicBezTo>
                  <a:cubicBezTo>
                    <a:pt x="493" y="3396175"/>
                    <a:pt x="247" y="3274420"/>
                    <a:pt x="0" y="3152655"/>
                  </a:cubicBezTo>
                  <a:cubicBezTo>
                    <a:pt x="255" y="3020830"/>
                    <a:pt x="707" y="2888995"/>
                    <a:pt x="715" y="2757169"/>
                  </a:cubicBezTo>
                  <a:close/>
                  <a:moveTo>
                    <a:pt x="705215" y="0"/>
                  </a:moveTo>
                  <a:lnTo>
                    <a:pt x="956824" y="43011"/>
                  </a:lnTo>
                  <a:cubicBezTo>
                    <a:pt x="1044933" y="57693"/>
                    <a:pt x="1133247" y="71125"/>
                    <a:pt x="1221373" y="85684"/>
                  </a:cubicBezTo>
                  <a:cubicBezTo>
                    <a:pt x="1322379" y="102372"/>
                    <a:pt x="1423296" y="119627"/>
                    <a:pt x="1524229" y="136759"/>
                  </a:cubicBezTo>
                  <a:cubicBezTo>
                    <a:pt x="1613497" y="151909"/>
                    <a:pt x="1702732" y="167290"/>
                    <a:pt x="1792008" y="182457"/>
                  </a:cubicBezTo>
                  <a:cubicBezTo>
                    <a:pt x="1898103" y="200485"/>
                    <a:pt x="2004199" y="218521"/>
                    <a:pt x="2110336" y="236302"/>
                  </a:cubicBezTo>
                  <a:cubicBezTo>
                    <a:pt x="2197104" y="250845"/>
                    <a:pt x="2283931" y="265017"/>
                    <a:pt x="2370741" y="279346"/>
                  </a:cubicBezTo>
                  <a:cubicBezTo>
                    <a:pt x="2473079" y="296231"/>
                    <a:pt x="2575451" y="312910"/>
                    <a:pt x="2677749" y="330026"/>
                  </a:cubicBezTo>
                  <a:cubicBezTo>
                    <a:pt x="2768348" y="345185"/>
                    <a:pt x="2858833" y="361009"/>
                    <a:pt x="2949432" y="376177"/>
                  </a:cubicBezTo>
                  <a:cubicBezTo>
                    <a:pt x="3053029" y="393530"/>
                    <a:pt x="3156724" y="410309"/>
                    <a:pt x="3260329" y="427638"/>
                  </a:cubicBezTo>
                  <a:cubicBezTo>
                    <a:pt x="3349638" y="442575"/>
                    <a:pt x="3438914" y="457766"/>
                    <a:pt x="3528149" y="473147"/>
                  </a:cubicBezTo>
                  <a:cubicBezTo>
                    <a:pt x="3631564" y="490978"/>
                    <a:pt x="3734873" y="509466"/>
                    <a:pt x="3838330" y="527066"/>
                  </a:cubicBezTo>
                  <a:cubicBezTo>
                    <a:pt x="3925066" y="541822"/>
                    <a:pt x="4011991" y="555477"/>
                    <a:pt x="4098759" y="570036"/>
                  </a:cubicBezTo>
                  <a:cubicBezTo>
                    <a:pt x="4206170" y="588063"/>
                    <a:pt x="4313524" y="606478"/>
                    <a:pt x="4420885" y="624793"/>
                  </a:cubicBezTo>
                  <a:cubicBezTo>
                    <a:pt x="4470003" y="633178"/>
                    <a:pt x="4519467" y="640010"/>
                    <a:pt x="4568125" y="650524"/>
                  </a:cubicBezTo>
                  <a:cubicBezTo>
                    <a:pt x="4685729" y="675942"/>
                    <a:pt x="4731625" y="733930"/>
                    <a:pt x="4731625" y="853467"/>
                  </a:cubicBezTo>
                  <a:cubicBezTo>
                    <a:pt x="4731642" y="1617509"/>
                    <a:pt x="4731650" y="2381552"/>
                    <a:pt x="4727992" y="3149458"/>
                  </a:cubicBezTo>
                  <a:cubicBezTo>
                    <a:pt x="4602874" y="3153256"/>
                    <a:pt x="4481422" y="3153190"/>
                    <a:pt x="4360093" y="3149376"/>
                  </a:cubicBezTo>
                  <a:cubicBezTo>
                    <a:pt x="4360225" y="2428672"/>
                    <a:pt x="4360225" y="1711734"/>
                    <a:pt x="4360225" y="991689"/>
                  </a:cubicBezTo>
                  <a:cubicBezTo>
                    <a:pt x="4293408" y="980138"/>
                    <a:pt x="4227914" y="968605"/>
                    <a:pt x="4162346" y="957540"/>
                  </a:cubicBezTo>
                  <a:cubicBezTo>
                    <a:pt x="4075594" y="942891"/>
                    <a:pt x="3988767" y="928677"/>
                    <a:pt x="3901999" y="914151"/>
                  </a:cubicBezTo>
                  <a:cubicBezTo>
                    <a:pt x="3795829" y="896370"/>
                    <a:pt x="3689660" y="878597"/>
                    <a:pt x="3583539" y="860578"/>
                  </a:cubicBezTo>
                  <a:cubicBezTo>
                    <a:pt x="3494263" y="845411"/>
                    <a:pt x="3405086" y="829717"/>
                    <a:pt x="3315810" y="814567"/>
                  </a:cubicBezTo>
                  <a:cubicBezTo>
                    <a:pt x="3214852" y="797443"/>
                    <a:pt x="3113853" y="780492"/>
                    <a:pt x="3012822" y="763796"/>
                  </a:cubicBezTo>
                  <a:cubicBezTo>
                    <a:pt x="2924688" y="749237"/>
                    <a:pt x="2836431" y="735443"/>
                    <a:pt x="2748323" y="720778"/>
                  </a:cubicBezTo>
                  <a:cubicBezTo>
                    <a:pt x="2642153" y="703095"/>
                    <a:pt x="2536074" y="684886"/>
                    <a:pt x="2429970" y="666850"/>
                  </a:cubicBezTo>
                  <a:cubicBezTo>
                    <a:pt x="2340686" y="651675"/>
                    <a:pt x="2251435" y="636286"/>
                    <a:pt x="2162134" y="621242"/>
                  </a:cubicBezTo>
                  <a:cubicBezTo>
                    <a:pt x="2059853" y="604011"/>
                    <a:pt x="1957555" y="586929"/>
                    <a:pt x="1855216" y="570019"/>
                  </a:cubicBezTo>
                  <a:cubicBezTo>
                    <a:pt x="1768390" y="555674"/>
                    <a:pt x="1681424" y="542135"/>
                    <a:pt x="1594647" y="527428"/>
                  </a:cubicBezTo>
                  <a:cubicBezTo>
                    <a:pt x="1474330" y="507033"/>
                    <a:pt x="1354251" y="485158"/>
                    <a:pt x="1233851" y="465264"/>
                  </a:cubicBezTo>
                  <a:cubicBezTo>
                    <a:pt x="1113271" y="445337"/>
                    <a:pt x="992272" y="427991"/>
                    <a:pt x="871741" y="407834"/>
                  </a:cubicBezTo>
                  <a:lnTo>
                    <a:pt x="705215" y="377237"/>
                  </a:lnTo>
                  <a:close/>
                </a:path>
              </a:pathLst>
            </a:custGeom>
            <a:grpFill/>
            <a:ln w="6350" cap="flat">
              <a:noFill/>
              <a:prstDash val="solid"/>
              <a:miter/>
            </a:ln>
          </p:spPr>
          <p:txBody>
            <a:bodyPr wrap="square" rtlCol="0" anchor="ctr">
              <a:noAutofit/>
            </a:bodyPr>
            <a:lstStyle/>
            <a:p>
              <a:endParaRPr lang="en-US" dirty="0"/>
            </a:p>
          </p:txBody>
        </p:sp>
      </p:grpSp>
      <p:grpSp>
        <p:nvGrpSpPr>
          <p:cNvPr id="2810" name="Group 2809">
            <a:extLst>
              <a:ext uri="{FF2B5EF4-FFF2-40B4-BE49-F238E27FC236}">
                <a16:creationId xmlns:a16="http://schemas.microsoft.com/office/drawing/2014/main" id="{3AE4F873-0411-3E3A-19C8-FB415EB822FD}"/>
              </a:ext>
              <a:ext uri="{C183D7F6-B498-43B3-948B-1728B52AA6E4}">
                <adec:decorative xmlns:adec="http://schemas.microsoft.com/office/drawing/2017/decorative" val="1"/>
              </a:ext>
            </a:extLst>
          </p:cNvPr>
          <p:cNvGrpSpPr>
            <a:grpSpLocks noChangeAspect="1"/>
          </p:cNvGrpSpPr>
          <p:nvPr/>
        </p:nvGrpSpPr>
        <p:grpSpPr>
          <a:xfrm>
            <a:off x="6122898" y="3644779"/>
            <a:ext cx="373801" cy="457200"/>
            <a:chOff x="6122826" y="3636615"/>
            <a:chExt cx="373801" cy="457200"/>
          </a:xfrm>
          <a:solidFill>
            <a:schemeClr val="accent2"/>
          </a:solidFill>
        </p:grpSpPr>
        <p:sp>
          <p:nvSpPr>
            <p:cNvPr id="1847" name="Freeform: Shape 1846">
              <a:extLst>
                <a:ext uri="{FF2B5EF4-FFF2-40B4-BE49-F238E27FC236}">
                  <a16:creationId xmlns:a16="http://schemas.microsoft.com/office/drawing/2014/main" id="{240BBBF6-96E9-9BAD-105A-AE23BAC61490}"/>
                </a:ext>
                <a:ext uri="{C183D7F6-B498-43B3-948B-1728B52AA6E4}">
                  <adec:decorative xmlns:adec="http://schemas.microsoft.com/office/drawing/2017/decorative" val="1"/>
                </a:ext>
              </a:extLst>
            </p:cNvPr>
            <p:cNvSpPr/>
            <p:nvPr/>
          </p:nvSpPr>
          <p:spPr>
            <a:xfrm>
              <a:off x="6200180" y="3719472"/>
              <a:ext cx="296447" cy="297011"/>
            </a:xfrm>
            <a:custGeom>
              <a:avLst/>
              <a:gdLst>
                <a:gd name="connsiteX0" fmla="*/ 83610 w 509392"/>
                <a:gd name="connsiteY0" fmla="*/ 0 h 510360"/>
                <a:gd name="connsiteX1" fmla="*/ 447298 w 509392"/>
                <a:gd name="connsiteY1" fmla="*/ 0 h 510360"/>
                <a:gd name="connsiteX2" fmla="*/ 447298 w 509392"/>
                <a:gd name="connsiteY2" fmla="*/ 345 h 510360"/>
                <a:gd name="connsiteX3" fmla="*/ 456266 w 509392"/>
                <a:gd name="connsiteY3" fmla="*/ 339 h 510360"/>
                <a:gd name="connsiteX4" fmla="*/ 488107 w 509392"/>
                <a:gd name="connsiteY4" fmla="*/ 7691 h 510360"/>
                <a:gd name="connsiteX5" fmla="*/ 508417 w 509392"/>
                <a:gd name="connsiteY5" fmla="*/ 40932 h 510360"/>
                <a:gd name="connsiteX6" fmla="*/ 508603 w 509392"/>
                <a:gd name="connsiteY6" fmla="*/ 53881 h 510360"/>
                <a:gd name="connsiteX7" fmla="*/ 508609 w 509392"/>
                <a:gd name="connsiteY7" fmla="*/ 406697 h 510360"/>
                <a:gd name="connsiteX8" fmla="*/ 509392 w 509392"/>
                <a:gd name="connsiteY8" fmla="*/ 413805 h 510360"/>
                <a:gd name="connsiteX9" fmla="*/ 509134 w 509392"/>
                <a:gd name="connsiteY9" fmla="*/ 427413 h 510360"/>
                <a:gd name="connsiteX10" fmla="*/ 509195 w 509392"/>
                <a:gd name="connsiteY10" fmla="*/ 455166 h 510360"/>
                <a:gd name="connsiteX11" fmla="*/ 509157 w 509392"/>
                <a:gd name="connsiteY11" fmla="*/ 481069 h 510360"/>
                <a:gd name="connsiteX12" fmla="*/ 508610 w 509392"/>
                <a:gd name="connsiteY12" fmla="*/ 494548 h 510360"/>
                <a:gd name="connsiteX13" fmla="*/ 508610 w 509392"/>
                <a:gd name="connsiteY13" fmla="*/ 507943 h 510360"/>
                <a:gd name="connsiteX14" fmla="*/ 508062 w 509392"/>
                <a:gd name="connsiteY14" fmla="*/ 508053 h 510360"/>
                <a:gd name="connsiteX15" fmla="*/ 508045 w 509392"/>
                <a:gd name="connsiteY15" fmla="*/ 508461 h 510360"/>
                <a:gd name="connsiteX16" fmla="*/ 497285 w 509392"/>
                <a:gd name="connsiteY16" fmla="*/ 510360 h 510360"/>
                <a:gd name="connsiteX17" fmla="*/ 491179 w 509392"/>
                <a:gd name="connsiteY17" fmla="*/ 510220 h 510360"/>
                <a:gd name="connsiteX18" fmla="*/ 480771 w 509392"/>
                <a:gd name="connsiteY18" fmla="*/ 510291 h 510360"/>
                <a:gd name="connsiteX19" fmla="*/ 66234 w 509392"/>
                <a:gd name="connsiteY19" fmla="*/ 510323 h 510360"/>
                <a:gd name="connsiteX20" fmla="*/ 59595 w 509392"/>
                <a:gd name="connsiteY20" fmla="*/ 510227 h 510360"/>
                <a:gd name="connsiteX21" fmla="*/ 52330 w 509392"/>
                <a:gd name="connsiteY21" fmla="*/ 510238 h 510360"/>
                <a:gd name="connsiteX22" fmla="*/ 51684 w 509392"/>
                <a:gd name="connsiteY22" fmla="*/ 510113 h 510360"/>
                <a:gd name="connsiteX23" fmla="*/ 43526 w 509392"/>
                <a:gd name="connsiteY23" fmla="*/ 509995 h 510360"/>
                <a:gd name="connsiteX24" fmla="*/ 23449 w 509392"/>
                <a:gd name="connsiteY24" fmla="*/ 506230 h 510360"/>
                <a:gd name="connsiteX25" fmla="*/ 5372 w 509392"/>
                <a:gd name="connsiteY25" fmla="*/ 488999 h 510360"/>
                <a:gd name="connsiteX26" fmla="*/ 2570 w 509392"/>
                <a:gd name="connsiteY26" fmla="*/ 474283 h 510360"/>
                <a:gd name="connsiteX27" fmla="*/ 2 w 509392"/>
                <a:gd name="connsiteY27" fmla="*/ 461406 h 510360"/>
                <a:gd name="connsiteX28" fmla="*/ 2 w 509392"/>
                <a:gd name="connsiteY28" fmla="*/ 460795 h 510360"/>
                <a:gd name="connsiteX29" fmla="*/ 0 w 509392"/>
                <a:gd name="connsiteY29" fmla="*/ 460783 h 510360"/>
                <a:gd name="connsiteX30" fmla="*/ 3 w 509392"/>
                <a:gd name="connsiteY30" fmla="*/ 460309 h 510360"/>
                <a:gd name="connsiteX31" fmla="*/ 125 w 509392"/>
                <a:gd name="connsiteY31" fmla="*/ 350390 h 510360"/>
                <a:gd name="connsiteX32" fmla="*/ 143 w 509392"/>
                <a:gd name="connsiteY32" fmla="*/ 85853 h 510360"/>
                <a:gd name="connsiteX33" fmla="*/ 44679 w 509392"/>
                <a:gd name="connsiteY33" fmla="*/ 85853 h 510360"/>
                <a:gd name="connsiteX34" fmla="*/ 44617 w 509392"/>
                <a:gd name="connsiteY34" fmla="*/ 174550 h 510360"/>
                <a:gd name="connsiteX35" fmla="*/ 45000 w 509392"/>
                <a:gd name="connsiteY35" fmla="*/ 456919 h 510360"/>
                <a:gd name="connsiteX36" fmla="*/ 46082 w 509392"/>
                <a:gd name="connsiteY36" fmla="*/ 461983 h 510360"/>
                <a:gd name="connsiteX37" fmla="*/ 46414 w 509392"/>
                <a:gd name="connsiteY37" fmla="*/ 462754 h 510360"/>
                <a:gd name="connsiteX38" fmla="*/ 47715 w 509392"/>
                <a:gd name="connsiteY38" fmla="*/ 463932 h 510360"/>
                <a:gd name="connsiteX39" fmla="*/ 49480 w 509392"/>
                <a:gd name="connsiteY39" fmla="*/ 464449 h 510360"/>
                <a:gd name="connsiteX40" fmla="*/ 60524 w 509392"/>
                <a:gd name="connsiteY40" fmla="*/ 465035 h 510360"/>
                <a:gd name="connsiteX41" fmla="*/ 458215 w 509392"/>
                <a:gd name="connsiteY41" fmla="*/ 464659 h 510360"/>
                <a:gd name="connsiteX42" fmla="*/ 458371 w 509392"/>
                <a:gd name="connsiteY42" fmla="*/ 464642 h 510360"/>
                <a:gd name="connsiteX43" fmla="*/ 462888 w 509392"/>
                <a:gd name="connsiteY43" fmla="*/ 463181 h 510360"/>
                <a:gd name="connsiteX44" fmla="*/ 464106 w 509392"/>
                <a:gd name="connsiteY44" fmla="*/ 439767 h 510360"/>
                <a:gd name="connsiteX45" fmla="*/ 464118 w 509392"/>
                <a:gd name="connsiteY45" fmla="*/ 134243 h 510360"/>
                <a:gd name="connsiteX46" fmla="*/ 464041 w 509392"/>
                <a:gd name="connsiteY46" fmla="*/ 58392 h 510360"/>
                <a:gd name="connsiteX47" fmla="*/ 462312 w 509392"/>
                <a:gd name="connsiteY47" fmla="*/ 45029 h 510360"/>
                <a:gd name="connsiteX48" fmla="*/ 447298 w 509392"/>
                <a:gd name="connsiteY48" fmla="*/ 45029 h 510360"/>
                <a:gd name="connsiteX49" fmla="*/ 447298 w 509392"/>
                <a:gd name="connsiteY49" fmla="*/ 46320 h 510360"/>
                <a:gd name="connsiteX50" fmla="*/ 83610 w 509392"/>
                <a:gd name="connsiteY50" fmla="*/ 46320 h 510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9392" h="510360">
                  <a:moveTo>
                    <a:pt x="83610" y="0"/>
                  </a:moveTo>
                  <a:lnTo>
                    <a:pt x="447298" y="0"/>
                  </a:lnTo>
                  <a:lnTo>
                    <a:pt x="447298" y="345"/>
                  </a:lnTo>
                  <a:lnTo>
                    <a:pt x="456266" y="339"/>
                  </a:lnTo>
                  <a:cubicBezTo>
                    <a:pt x="467543" y="322"/>
                    <a:pt x="478211" y="1366"/>
                    <a:pt x="488107" y="7691"/>
                  </a:cubicBezTo>
                  <a:cubicBezTo>
                    <a:pt x="500448" y="15579"/>
                    <a:pt x="507474" y="26327"/>
                    <a:pt x="508417" y="40932"/>
                  </a:cubicBezTo>
                  <a:cubicBezTo>
                    <a:pt x="508695" y="45234"/>
                    <a:pt x="508603" y="49564"/>
                    <a:pt x="508603" y="53881"/>
                  </a:cubicBezTo>
                  <a:lnTo>
                    <a:pt x="508609" y="406697"/>
                  </a:lnTo>
                  <a:lnTo>
                    <a:pt x="509392" y="413805"/>
                  </a:lnTo>
                  <a:cubicBezTo>
                    <a:pt x="509339" y="418321"/>
                    <a:pt x="508999" y="422891"/>
                    <a:pt x="509134" y="427413"/>
                  </a:cubicBezTo>
                  <a:cubicBezTo>
                    <a:pt x="509411" y="436656"/>
                    <a:pt x="509195" y="445914"/>
                    <a:pt x="509195" y="455166"/>
                  </a:cubicBezTo>
                  <a:cubicBezTo>
                    <a:pt x="509195" y="463800"/>
                    <a:pt x="509334" y="472437"/>
                    <a:pt x="509157" y="481069"/>
                  </a:cubicBezTo>
                  <a:lnTo>
                    <a:pt x="508610" y="494548"/>
                  </a:lnTo>
                  <a:lnTo>
                    <a:pt x="508610" y="507943"/>
                  </a:lnTo>
                  <a:lnTo>
                    <a:pt x="508062" y="508053"/>
                  </a:lnTo>
                  <a:lnTo>
                    <a:pt x="508045" y="508461"/>
                  </a:lnTo>
                  <a:cubicBezTo>
                    <a:pt x="504320" y="509884"/>
                    <a:pt x="500750" y="510299"/>
                    <a:pt x="497285" y="510360"/>
                  </a:cubicBezTo>
                  <a:lnTo>
                    <a:pt x="491179" y="510220"/>
                  </a:lnTo>
                  <a:lnTo>
                    <a:pt x="480771" y="510291"/>
                  </a:lnTo>
                  <a:cubicBezTo>
                    <a:pt x="342592" y="510292"/>
                    <a:pt x="204413" y="510269"/>
                    <a:pt x="66234" y="510323"/>
                  </a:cubicBezTo>
                  <a:lnTo>
                    <a:pt x="59595" y="510227"/>
                  </a:lnTo>
                  <a:lnTo>
                    <a:pt x="52330" y="510238"/>
                  </a:lnTo>
                  <a:lnTo>
                    <a:pt x="51684" y="510113"/>
                  </a:lnTo>
                  <a:lnTo>
                    <a:pt x="43526" y="509995"/>
                  </a:lnTo>
                  <a:cubicBezTo>
                    <a:pt x="36250" y="509543"/>
                    <a:pt x="29411" y="508518"/>
                    <a:pt x="23449" y="506230"/>
                  </a:cubicBezTo>
                  <a:cubicBezTo>
                    <a:pt x="16758" y="499852"/>
                    <a:pt x="11876" y="495198"/>
                    <a:pt x="5372" y="488999"/>
                  </a:cubicBezTo>
                  <a:lnTo>
                    <a:pt x="2570" y="474283"/>
                  </a:lnTo>
                  <a:lnTo>
                    <a:pt x="2" y="461406"/>
                  </a:lnTo>
                  <a:lnTo>
                    <a:pt x="2" y="460795"/>
                  </a:lnTo>
                  <a:lnTo>
                    <a:pt x="0" y="460783"/>
                  </a:lnTo>
                  <a:lnTo>
                    <a:pt x="3" y="460309"/>
                  </a:lnTo>
                  <a:lnTo>
                    <a:pt x="125" y="350390"/>
                  </a:lnTo>
                  <a:lnTo>
                    <a:pt x="143" y="85853"/>
                  </a:lnTo>
                  <a:lnTo>
                    <a:pt x="44679" y="85853"/>
                  </a:lnTo>
                  <a:lnTo>
                    <a:pt x="44617" y="174550"/>
                  </a:lnTo>
                  <a:lnTo>
                    <a:pt x="45000" y="456919"/>
                  </a:lnTo>
                  <a:lnTo>
                    <a:pt x="46082" y="461983"/>
                  </a:lnTo>
                  <a:lnTo>
                    <a:pt x="46414" y="462754"/>
                  </a:lnTo>
                  <a:cubicBezTo>
                    <a:pt x="46844" y="463156"/>
                    <a:pt x="47217" y="463657"/>
                    <a:pt x="47715" y="463932"/>
                  </a:cubicBezTo>
                  <a:cubicBezTo>
                    <a:pt x="48241" y="464223"/>
                    <a:pt x="48878" y="464412"/>
                    <a:pt x="49480" y="464449"/>
                  </a:cubicBezTo>
                  <a:cubicBezTo>
                    <a:pt x="53160" y="464684"/>
                    <a:pt x="56842" y="465038"/>
                    <a:pt x="60524" y="465035"/>
                  </a:cubicBezTo>
                  <a:lnTo>
                    <a:pt x="458215" y="464659"/>
                  </a:lnTo>
                  <a:lnTo>
                    <a:pt x="458371" y="464642"/>
                  </a:lnTo>
                  <a:lnTo>
                    <a:pt x="462888" y="463181"/>
                  </a:lnTo>
                  <a:lnTo>
                    <a:pt x="464106" y="439767"/>
                  </a:lnTo>
                  <a:lnTo>
                    <a:pt x="464118" y="134243"/>
                  </a:lnTo>
                  <a:cubicBezTo>
                    <a:pt x="464118" y="108959"/>
                    <a:pt x="464187" y="83675"/>
                    <a:pt x="464041" y="58392"/>
                  </a:cubicBezTo>
                  <a:cubicBezTo>
                    <a:pt x="464017" y="54335"/>
                    <a:pt x="463020" y="50285"/>
                    <a:pt x="462312" y="45029"/>
                  </a:cubicBezTo>
                  <a:lnTo>
                    <a:pt x="447298" y="45029"/>
                  </a:lnTo>
                  <a:lnTo>
                    <a:pt x="447298" y="46320"/>
                  </a:lnTo>
                  <a:lnTo>
                    <a:pt x="83610" y="46320"/>
                  </a:lnTo>
                  <a:close/>
                </a:path>
              </a:pathLst>
            </a:custGeom>
            <a:grpFill/>
            <a:ln w="1155" cap="flat">
              <a:noFill/>
              <a:prstDash val="solid"/>
              <a:miter/>
            </a:ln>
          </p:spPr>
          <p:txBody>
            <a:bodyPr wrap="square" rtlCol="0" anchor="ctr">
              <a:noAutofit/>
            </a:bodyPr>
            <a:lstStyle/>
            <a:p>
              <a:endParaRPr lang="en-US" dirty="0"/>
            </a:p>
          </p:txBody>
        </p:sp>
        <p:sp>
          <p:nvSpPr>
            <p:cNvPr id="1853" name="Freeform: Shape 1852">
              <a:extLst>
                <a:ext uri="{FF2B5EF4-FFF2-40B4-BE49-F238E27FC236}">
                  <a16:creationId xmlns:a16="http://schemas.microsoft.com/office/drawing/2014/main" id="{C93D5C30-5DE1-6F74-98B2-48860BD81541}"/>
                </a:ext>
                <a:ext uri="{C183D7F6-B498-43B3-948B-1728B52AA6E4}">
                  <adec:decorative xmlns:adec="http://schemas.microsoft.com/office/drawing/2017/decorative" val="1"/>
                </a:ext>
              </a:extLst>
            </p:cNvPr>
            <p:cNvSpPr/>
            <p:nvPr/>
          </p:nvSpPr>
          <p:spPr>
            <a:xfrm>
              <a:off x="6122826" y="3636615"/>
              <a:ext cx="296451" cy="457200"/>
            </a:xfrm>
            <a:custGeom>
              <a:avLst/>
              <a:gdLst>
                <a:gd name="connsiteX0" fmla="*/ 561081 w 4446769"/>
                <a:gd name="connsiteY0" fmla="*/ 2402865 h 6858006"/>
                <a:gd name="connsiteX1" fmla="*/ 952012 w 4446769"/>
                <a:gd name="connsiteY1" fmla="*/ 2415438 h 6858006"/>
                <a:gd name="connsiteX2" fmla="*/ 963976 w 4446769"/>
                <a:gd name="connsiteY2" fmla="*/ 2784163 h 6858006"/>
                <a:gd name="connsiteX3" fmla="*/ 418547 w 4446769"/>
                <a:gd name="connsiteY3" fmla="*/ 2801571 h 6858006"/>
                <a:gd name="connsiteX4" fmla="*/ 390183 w 4446769"/>
                <a:gd name="connsiteY4" fmla="*/ 2925067 h 6858006"/>
                <a:gd name="connsiteX5" fmla="*/ 389490 w 4446769"/>
                <a:gd name="connsiteY5" fmla="*/ 3926496 h 6858006"/>
                <a:gd name="connsiteX6" fmla="*/ 392856 w 4446769"/>
                <a:gd name="connsiteY6" fmla="*/ 6413782 h 6858006"/>
                <a:gd name="connsiteX7" fmla="*/ 405177 w 4446769"/>
                <a:gd name="connsiteY7" fmla="*/ 6442363 h 6858006"/>
                <a:gd name="connsiteX8" fmla="*/ 416532 w 4446769"/>
                <a:gd name="connsiteY8" fmla="*/ 6452641 h 6858006"/>
                <a:gd name="connsiteX9" fmla="*/ 431938 w 4446769"/>
                <a:gd name="connsiteY9" fmla="*/ 6457161 h 6858006"/>
                <a:gd name="connsiteX10" fmla="*/ 528351 w 4446769"/>
                <a:gd name="connsiteY10" fmla="*/ 6462275 h 6858006"/>
                <a:gd name="connsiteX11" fmla="*/ 4000859 w 4446769"/>
                <a:gd name="connsiteY11" fmla="*/ 6458994 h 6858006"/>
                <a:gd name="connsiteX12" fmla="*/ 4040760 w 4446769"/>
                <a:gd name="connsiteY12" fmla="*/ 6446092 h 6858006"/>
                <a:gd name="connsiteX13" fmla="*/ 4060455 w 4446769"/>
                <a:gd name="connsiteY13" fmla="*/ 5909625 h 6858006"/>
                <a:gd name="connsiteX14" fmla="*/ 4433931 w 4446769"/>
                <a:gd name="connsiteY14" fmla="*/ 5899081 h 6858006"/>
                <a:gd name="connsiteX15" fmla="*/ 4444460 w 4446769"/>
                <a:gd name="connsiteY15" fmla="*/ 6133851 h 6858006"/>
                <a:gd name="connsiteX16" fmla="*/ 4444992 w 4446769"/>
                <a:gd name="connsiteY16" fmla="*/ 6376120 h 6858006"/>
                <a:gd name="connsiteX17" fmla="*/ 4444663 w 4446769"/>
                <a:gd name="connsiteY17" fmla="*/ 6602241 h 6858006"/>
                <a:gd name="connsiteX18" fmla="*/ 4434952 w 4446769"/>
                <a:gd name="connsiteY18" fmla="*/ 6841355 h 6858006"/>
                <a:gd name="connsiteX19" fmla="*/ 4252524 w 4446769"/>
                <a:gd name="connsiteY19" fmla="*/ 6855908 h 6858006"/>
                <a:gd name="connsiteX20" fmla="*/ 747545 w 4446769"/>
                <a:gd name="connsiteY20" fmla="*/ 6856461 h 6858006"/>
                <a:gd name="connsiteX21" fmla="*/ 456818 w 4446769"/>
                <a:gd name="connsiteY21" fmla="*/ 6856867 h 6858006"/>
                <a:gd name="connsiteX22" fmla="*/ 189963 w 4446769"/>
                <a:gd name="connsiteY22" fmla="*/ 6805477 h 6858006"/>
                <a:gd name="connsiteX23" fmla="*/ 46947 w 4446769"/>
                <a:gd name="connsiteY23" fmla="*/ 6665861 h 6858006"/>
                <a:gd name="connsiteX24" fmla="*/ 21 w 4446769"/>
                <a:gd name="connsiteY24" fmla="*/ 6430595 h 6858006"/>
                <a:gd name="connsiteX25" fmla="*/ 1099 w 4446769"/>
                <a:gd name="connsiteY25" fmla="*/ 5461482 h 6858006"/>
                <a:gd name="connsiteX26" fmla="*/ 1287 w 4446769"/>
                <a:gd name="connsiteY26" fmla="*/ 2602582 h 6858006"/>
                <a:gd name="connsiteX27" fmla="*/ 5345 w 4446769"/>
                <a:gd name="connsiteY27" fmla="*/ 2430110 h 6858006"/>
                <a:gd name="connsiteX28" fmla="*/ 561081 w 4446769"/>
                <a:gd name="connsiteY28" fmla="*/ 2402865 h 6858006"/>
                <a:gd name="connsiteX29" fmla="*/ 1057729 w 4446769"/>
                <a:gd name="connsiteY29" fmla="*/ 1159857 h 6858006"/>
                <a:gd name="connsiteX30" fmla="*/ 1637940 w 4446769"/>
                <a:gd name="connsiteY30" fmla="*/ 1159857 h 6858006"/>
                <a:gd name="connsiteX31" fmla="*/ 1637940 w 4446769"/>
                <a:gd name="connsiteY31" fmla="*/ 1740069 h 6858006"/>
                <a:gd name="connsiteX32" fmla="*/ 1057729 w 4446769"/>
                <a:gd name="connsiteY32" fmla="*/ 1740069 h 6858006"/>
                <a:gd name="connsiteX33" fmla="*/ 480372 w 4446769"/>
                <a:gd name="connsiteY33" fmla="*/ 569457 h 6858006"/>
                <a:gd name="connsiteX34" fmla="*/ 1060583 w 4446769"/>
                <a:gd name="connsiteY34" fmla="*/ 569457 h 6858006"/>
                <a:gd name="connsiteX35" fmla="*/ 1060583 w 4446769"/>
                <a:gd name="connsiteY35" fmla="*/ 1153562 h 6858006"/>
                <a:gd name="connsiteX36" fmla="*/ 480372 w 4446769"/>
                <a:gd name="connsiteY36" fmla="*/ 1153562 h 6858006"/>
                <a:gd name="connsiteX37" fmla="*/ 1829412 w 4446769"/>
                <a:gd name="connsiteY37" fmla="*/ 0 h 6858006"/>
                <a:gd name="connsiteX38" fmla="*/ 2409623 w 4446769"/>
                <a:gd name="connsiteY38" fmla="*/ 0 h 6858006"/>
                <a:gd name="connsiteX39" fmla="*/ 2409623 w 4446769"/>
                <a:gd name="connsiteY39" fmla="*/ 580212 h 6858006"/>
                <a:gd name="connsiteX40" fmla="*/ 1829412 w 4446769"/>
                <a:gd name="connsiteY40" fmla="*/ 580212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46769" h="6858006">
                  <a:moveTo>
                    <a:pt x="561081" y="2402865"/>
                  </a:moveTo>
                  <a:cubicBezTo>
                    <a:pt x="704751" y="2403182"/>
                    <a:pt x="847389" y="2407218"/>
                    <a:pt x="952012" y="2415438"/>
                  </a:cubicBezTo>
                  <a:cubicBezTo>
                    <a:pt x="984973" y="2533344"/>
                    <a:pt x="967097" y="2654139"/>
                    <a:pt x="963976" y="2784163"/>
                  </a:cubicBezTo>
                  <a:cubicBezTo>
                    <a:pt x="777854" y="2812730"/>
                    <a:pt x="595371" y="2783821"/>
                    <a:pt x="418547" y="2801571"/>
                  </a:cubicBezTo>
                  <a:cubicBezTo>
                    <a:pt x="376190" y="2838121"/>
                    <a:pt x="390330" y="2884116"/>
                    <a:pt x="390183" y="2925067"/>
                  </a:cubicBezTo>
                  <a:cubicBezTo>
                    <a:pt x="388980" y="3253491"/>
                    <a:pt x="389497" y="3581916"/>
                    <a:pt x="389490" y="3926496"/>
                  </a:cubicBezTo>
                  <a:cubicBezTo>
                    <a:pt x="390435" y="4766362"/>
                    <a:pt x="391338" y="5590072"/>
                    <a:pt x="392856" y="6413782"/>
                  </a:cubicBezTo>
                  <a:cubicBezTo>
                    <a:pt x="392870" y="6423319"/>
                    <a:pt x="400881" y="6432841"/>
                    <a:pt x="405177" y="6442363"/>
                  </a:cubicBezTo>
                  <a:cubicBezTo>
                    <a:pt x="408927" y="6445869"/>
                    <a:pt x="412180" y="6450241"/>
                    <a:pt x="416532" y="6452641"/>
                  </a:cubicBezTo>
                  <a:cubicBezTo>
                    <a:pt x="421122" y="6455181"/>
                    <a:pt x="426684" y="6456832"/>
                    <a:pt x="431938" y="6457161"/>
                  </a:cubicBezTo>
                  <a:cubicBezTo>
                    <a:pt x="464060" y="6459211"/>
                    <a:pt x="496209" y="6462296"/>
                    <a:pt x="528351" y="6462275"/>
                  </a:cubicBezTo>
                  <a:cubicBezTo>
                    <a:pt x="1685851" y="6461506"/>
                    <a:pt x="2843358" y="6460456"/>
                    <a:pt x="4000859" y="6458994"/>
                  </a:cubicBezTo>
                  <a:cubicBezTo>
                    <a:pt x="4010731" y="6458980"/>
                    <a:pt x="4020596" y="6452823"/>
                    <a:pt x="4040760" y="6446092"/>
                  </a:cubicBezTo>
                  <a:cubicBezTo>
                    <a:pt x="4073805" y="6271207"/>
                    <a:pt x="4038185" y="6088072"/>
                    <a:pt x="4060455" y="5909625"/>
                  </a:cubicBezTo>
                  <a:cubicBezTo>
                    <a:pt x="4168405" y="5876413"/>
                    <a:pt x="4255407" y="5873782"/>
                    <a:pt x="4433931" y="5899081"/>
                  </a:cubicBezTo>
                  <a:cubicBezTo>
                    <a:pt x="4456334" y="5974273"/>
                    <a:pt x="4442096" y="6054909"/>
                    <a:pt x="4444460" y="6133851"/>
                  </a:cubicBezTo>
                  <a:cubicBezTo>
                    <a:pt x="4446874" y="6214542"/>
                    <a:pt x="4444992" y="6295359"/>
                    <a:pt x="4444992" y="6376120"/>
                  </a:cubicBezTo>
                  <a:cubicBezTo>
                    <a:pt x="4444992" y="6451494"/>
                    <a:pt x="4446203" y="6526889"/>
                    <a:pt x="4444663" y="6602241"/>
                  </a:cubicBezTo>
                  <a:cubicBezTo>
                    <a:pt x="4443040" y="6681652"/>
                    <a:pt x="4452849" y="6762162"/>
                    <a:pt x="4434952" y="6841355"/>
                  </a:cubicBezTo>
                  <a:cubicBezTo>
                    <a:pt x="4369905" y="6866200"/>
                    <a:pt x="4310323" y="6855873"/>
                    <a:pt x="4252524" y="6855908"/>
                  </a:cubicBezTo>
                  <a:cubicBezTo>
                    <a:pt x="3084200" y="6856650"/>
                    <a:pt x="1915876" y="6856468"/>
                    <a:pt x="747545" y="6856461"/>
                  </a:cubicBezTo>
                  <a:cubicBezTo>
                    <a:pt x="650636" y="6856461"/>
                    <a:pt x="553692" y="6855027"/>
                    <a:pt x="456818" y="6856867"/>
                  </a:cubicBezTo>
                  <a:cubicBezTo>
                    <a:pt x="363827" y="6858630"/>
                    <a:pt x="277420" y="6838459"/>
                    <a:pt x="189963" y="6805477"/>
                  </a:cubicBezTo>
                  <a:cubicBezTo>
                    <a:pt x="117444" y="6778135"/>
                    <a:pt x="74017" y="6732804"/>
                    <a:pt x="46947" y="6665861"/>
                  </a:cubicBezTo>
                  <a:cubicBezTo>
                    <a:pt x="16519" y="6590613"/>
                    <a:pt x="-693" y="6513651"/>
                    <a:pt x="21" y="6430595"/>
                  </a:cubicBezTo>
                  <a:cubicBezTo>
                    <a:pt x="2792" y="6107579"/>
                    <a:pt x="1099" y="5784527"/>
                    <a:pt x="1099" y="5461482"/>
                  </a:cubicBezTo>
                  <a:cubicBezTo>
                    <a:pt x="1092" y="4508518"/>
                    <a:pt x="1022" y="3555546"/>
                    <a:pt x="1287" y="2602582"/>
                  </a:cubicBezTo>
                  <a:cubicBezTo>
                    <a:pt x="1301" y="2544252"/>
                    <a:pt x="3974" y="2485922"/>
                    <a:pt x="5345" y="2430110"/>
                  </a:cubicBezTo>
                  <a:cubicBezTo>
                    <a:pt x="79312" y="2412137"/>
                    <a:pt x="321630" y="2402336"/>
                    <a:pt x="561081" y="2402865"/>
                  </a:cubicBezTo>
                  <a:close/>
                  <a:moveTo>
                    <a:pt x="1057729" y="1159857"/>
                  </a:moveTo>
                  <a:lnTo>
                    <a:pt x="1637940" y="1159857"/>
                  </a:lnTo>
                  <a:lnTo>
                    <a:pt x="1637940" y="1740069"/>
                  </a:lnTo>
                  <a:lnTo>
                    <a:pt x="1057729" y="1740069"/>
                  </a:lnTo>
                  <a:close/>
                  <a:moveTo>
                    <a:pt x="480372" y="569457"/>
                  </a:moveTo>
                  <a:lnTo>
                    <a:pt x="1060583" y="569457"/>
                  </a:lnTo>
                  <a:lnTo>
                    <a:pt x="1060583" y="1153562"/>
                  </a:lnTo>
                  <a:lnTo>
                    <a:pt x="480372" y="1153562"/>
                  </a:lnTo>
                  <a:close/>
                  <a:moveTo>
                    <a:pt x="1829412" y="0"/>
                  </a:moveTo>
                  <a:lnTo>
                    <a:pt x="2409623" y="0"/>
                  </a:lnTo>
                  <a:lnTo>
                    <a:pt x="2409623" y="580212"/>
                  </a:lnTo>
                  <a:lnTo>
                    <a:pt x="1829412" y="580212"/>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2809" name="Group 2808">
            <a:extLst>
              <a:ext uri="{FF2B5EF4-FFF2-40B4-BE49-F238E27FC236}">
                <a16:creationId xmlns:a16="http://schemas.microsoft.com/office/drawing/2014/main" id="{32097BAA-728A-0A8C-03B8-4D8A1AD838A6}"/>
              </a:ext>
              <a:ext uri="{C183D7F6-B498-43B3-948B-1728B52AA6E4}">
                <adec:decorative xmlns:adec="http://schemas.microsoft.com/office/drawing/2017/decorative" val="1"/>
              </a:ext>
            </a:extLst>
          </p:cNvPr>
          <p:cNvGrpSpPr>
            <a:grpSpLocks noChangeAspect="1"/>
          </p:cNvGrpSpPr>
          <p:nvPr/>
        </p:nvGrpSpPr>
        <p:grpSpPr>
          <a:xfrm>
            <a:off x="6581693" y="3644779"/>
            <a:ext cx="456666" cy="457200"/>
            <a:chOff x="6581628" y="3636615"/>
            <a:chExt cx="456666" cy="457200"/>
          </a:xfrm>
          <a:solidFill>
            <a:schemeClr val="accent2"/>
          </a:solidFill>
        </p:grpSpPr>
        <p:sp>
          <p:nvSpPr>
            <p:cNvPr id="1868" name="Freeform: Shape 1867">
              <a:extLst>
                <a:ext uri="{FF2B5EF4-FFF2-40B4-BE49-F238E27FC236}">
                  <a16:creationId xmlns:a16="http://schemas.microsoft.com/office/drawing/2014/main" id="{E4AA517A-5CA7-AFC1-1C3A-2D452A70204C}"/>
                </a:ext>
                <a:ext uri="{C183D7F6-B498-43B3-948B-1728B52AA6E4}">
                  <adec:decorative xmlns:adec="http://schemas.microsoft.com/office/drawing/2017/decorative" val="1"/>
                </a:ext>
              </a:extLst>
            </p:cNvPr>
            <p:cNvSpPr/>
            <p:nvPr/>
          </p:nvSpPr>
          <p:spPr>
            <a:xfrm>
              <a:off x="6581628" y="3636615"/>
              <a:ext cx="407273" cy="274902"/>
            </a:xfrm>
            <a:custGeom>
              <a:avLst/>
              <a:gdLst>
                <a:gd name="connsiteX0" fmla="*/ 5920950 w 6109111"/>
                <a:gd name="connsiteY0" fmla="*/ 2755143 h 4123540"/>
                <a:gd name="connsiteX1" fmla="*/ 6109111 w 6109111"/>
                <a:gd name="connsiteY1" fmla="*/ 2755143 h 4123540"/>
                <a:gd name="connsiteX2" fmla="*/ 6109111 w 6109111"/>
                <a:gd name="connsiteY2" fmla="*/ 4123540 h 4123540"/>
                <a:gd name="connsiteX3" fmla="*/ 5920950 w 6109111"/>
                <a:gd name="connsiteY3" fmla="*/ 4123540 h 4123540"/>
                <a:gd name="connsiteX4" fmla="*/ 4820687 w 6109111"/>
                <a:gd name="connsiteY4" fmla="*/ 2755143 h 4123540"/>
                <a:gd name="connsiteX5" fmla="*/ 5008848 w 6109111"/>
                <a:gd name="connsiteY5" fmla="*/ 2755143 h 4123540"/>
                <a:gd name="connsiteX6" fmla="*/ 5008848 w 6109111"/>
                <a:gd name="connsiteY6" fmla="*/ 4123540 h 4123540"/>
                <a:gd name="connsiteX7" fmla="*/ 4820687 w 6109111"/>
                <a:gd name="connsiteY7" fmla="*/ 4123540 h 4123540"/>
                <a:gd name="connsiteX8" fmla="*/ 0 w 6109111"/>
                <a:gd name="connsiteY8" fmla="*/ 0 h 4123540"/>
                <a:gd name="connsiteX9" fmla="*/ 564483 w 6109111"/>
                <a:gd name="connsiteY9" fmla="*/ 0 h 4123540"/>
                <a:gd name="connsiteX10" fmla="*/ 564483 w 6109111"/>
                <a:gd name="connsiteY10" fmla="*/ 564484 h 4123540"/>
                <a:gd name="connsiteX11" fmla="*/ 0 w 6109111"/>
                <a:gd name="connsiteY11" fmla="*/ 564484 h 412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09111" h="4123540">
                  <a:moveTo>
                    <a:pt x="5920950" y="2755143"/>
                  </a:moveTo>
                  <a:lnTo>
                    <a:pt x="6109111" y="2755143"/>
                  </a:lnTo>
                  <a:lnTo>
                    <a:pt x="6109111" y="4123540"/>
                  </a:lnTo>
                  <a:lnTo>
                    <a:pt x="5920950" y="4123540"/>
                  </a:lnTo>
                  <a:close/>
                  <a:moveTo>
                    <a:pt x="4820687" y="2755143"/>
                  </a:moveTo>
                  <a:lnTo>
                    <a:pt x="5008848" y="2755143"/>
                  </a:lnTo>
                  <a:lnTo>
                    <a:pt x="5008848" y="4123540"/>
                  </a:lnTo>
                  <a:lnTo>
                    <a:pt x="4820687" y="4123540"/>
                  </a:lnTo>
                  <a:close/>
                  <a:moveTo>
                    <a:pt x="0" y="0"/>
                  </a:moveTo>
                  <a:lnTo>
                    <a:pt x="564483" y="0"/>
                  </a:lnTo>
                  <a:lnTo>
                    <a:pt x="564483" y="564484"/>
                  </a:lnTo>
                  <a:lnTo>
                    <a:pt x="0" y="564484"/>
                  </a:lnTo>
                  <a:close/>
                </a:path>
              </a:pathLst>
            </a:custGeom>
            <a:solidFill>
              <a:schemeClr val="bg1"/>
            </a:solidFill>
            <a:ln w="9525" cap="flat">
              <a:noFill/>
              <a:prstDash val="solid"/>
              <a:miter/>
            </a:ln>
          </p:spPr>
          <p:txBody>
            <a:bodyPr wrap="square" rtlCol="0" anchor="ctr">
              <a:noAutofit/>
            </a:bodyPr>
            <a:lstStyle/>
            <a:p>
              <a:endParaRPr lang="en-US" dirty="0"/>
            </a:p>
          </p:txBody>
        </p:sp>
        <p:sp>
          <p:nvSpPr>
            <p:cNvPr id="1869" name="Freeform: Shape 1868">
              <a:extLst>
                <a:ext uri="{FF2B5EF4-FFF2-40B4-BE49-F238E27FC236}">
                  <a16:creationId xmlns:a16="http://schemas.microsoft.com/office/drawing/2014/main" id="{5FEDD961-CD45-D18E-8534-309AFCE81B23}"/>
                </a:ext>
                <a:ext uri="{C183D7F6-B498-43B3-948B-1728B52AA6E4}">
                  <adec:decorative xmlns:adec="http://schemas.microsoft.com/office/drawing/2017/decorative" val="1"/>
                </a:ext>
              </a:extLst>
            </p:cNvPr>
            <p:cNvSpPr/>
            <p:nvPr/>
          </p:nvSpPr>
          <p:spPr>
            <a:xfrm>
              <a:off x="6587491" y="3642196"/>
              <a:ext cx="450803" cy="451619"/>
            </a:xfrm>
            <a:custGeom>
              <a:avLst/>
              <a:gdLst>
                <a:gd name="connsiteX0" fmla="*/ 4303257 w 6762051"/>
                <a:gd name="connsiteY0" fmla="*/ 4315498 h 6774295"/>
                <a:gd name="connsiteX1" fmla="*/ 4303257 w 6762051"/>
                <a:gd name="connsiteY1" fmla="*/ 6397973 h 6774295"/>
                <a:gd name="connsiteX2" fmla="*/ 6385729 w 6762051"/>
                <a:gd name="connsiteY2" fmla="*/ 6397973 h 6774295"/>
                <a:gd name="connsiteX3" fmla="*/ 6385729 w 6762051"/>
                <a:gd name="connsiteY3" fmla="*/ 4315498 h 6774295"/>
                <a:gd name="connsiteX4" fmla="*/ 1511887 w 6762051"/>
                <a:gd name="connsiteY4" fmla="*/ 2835123 h 6774295"/>
                <a:gd name="connsiteX5" fmla="*/ 1511887 w 6762051"/>
                <a:gd name="connsiteY5" fmla="*/ 5262410 h 6774295"/>
                <a:gd name="connsiteX6" fmla="*/ 3926935 w 6762051"/>
                <a:gd name="connsiteY6" fmla="*/ 5262410 h 6774295"/>
                <a:gd name="connsiteX7" fmla="*/ 3926935 w 6762051"/>
                <a:gd name="connsiteY7" fmla="*/ 4585504 h 6774295"/>
                <a:gd name="connsiteX8" fmla="*/ 2174214 w 6762051"/>
                <a:gd name="connsiteY8" fmla="*/ 4585504 h 6774295"/>
                <a:gd name="connsiteX9" fmla="*/ 2174214 w 6762051"/>
                <a:gd name="connsiteY9" fmla="*/ 2835123 h 6774295"/>
                <a:gd name="connsiteX10" fmla="*/ 658572 w 6762051"/>
                <a:gd name="connsiteY10" fmla="*/ 2835123 h 6774295"/>
                <a:gd name="connsiteX11" fmla="*/ 658572 w 6762051"/>
                <a:gd name="connsiteY11" fmla="*/ 6105372 h 6774295"/>
                <a:gd name="connsiteX12" fmla="*/ 3926935 w 6762051"/>
                <a:gd name="connsiteY12" fmla="*/ 6105372 h 6774295"/>
                <a:gd name="connsiteX13" fmla="*/ 3926935 w 6762051"/>
                <a:gd name="connsiteY13" fmla="*/ 5450571 h 6774295"/>
                <a:gd name="connsiteX14" fmla="*/ 1323726 w 6762051"/>
                <a:gd name="connsiteY14" fmla="*/ 5450571 h 6774295"/>
                <a:gd name="connsiteX15" fmla="*/ 1323726 w 6762051"/>
                <a:gd name="connsiteY15" fmla="*/ 2835123 h 6774295"/>
                <a:gd name="connsiteX16" fmla="*/ 4303257 w 6762051"/>
                <a:gd name="connsiteY16" fmla="*/ 376339 h 6774295"/>
                <a:gd name="connsiteX17" fmla="*/ 4303257 w 6762051"/>
                <a:gd name="connsiteY17" fmla="*/ 2458814 h 6774295"/>
                <a:gd name="connsiteX18" fmla="*/ 6385729 w 6762051"/>
                <a:gd name="connsiteY18" fmla="*/ 2458814 h 6774295"/>
                <a:gd name="connsiteX19" fmla="*/ 6385729 w 6762051"/>
                <a:gd name="connsiteY19" fmla="*/ 376339 h 6774295"/>
                <a:gd name="connsiteX20" fmla="*/ 3926935 w 6762051"/>
                <a:gd name="connsiteY20" fmla="*/ 17 h 6774295"/>
                <a:gd name="connsiteX21" fmla="*/ 6573890 w 6762051"/>
                <a:gd name="connsiteY21" fmla="*/ 17 h 6774295"/>
                <a:gd name="connsiteX22" fmla="*/ 6762051 w 6762051"/>
                <a:gd name="connsiteY22" fmla="*/ 188178 h 6774295"/>
                <a:gd name="connsiteX23" fmla="*/ 6762051 w 6762051"/>
                <a:gd name="connsiteY23" fmla="*/ 2835136 h 6774295"/>
                <a:gd name="connsiteX24" fmla="*/ 4087810 w 6762051"/>
                <a:gd name="connsiteY24" fmla="*/ 2835136 h 6774295"/>
                <a:gd name="connsiteX25" fmla="*/ 3926935 w 6762051"/>
                <a:gd name="connsiteY25" fmla="*/ 2674256 h 6774295"/>
                <a:gd name="connsiteX26" fmla="*/ 2010261 w 6762051"/>
                <a:gd name="connsiteY26" fmla="*/ 0 h 6774295"/>
                <a:gd name="connsiteX27" fmla="*/ 2646958 w 6762051"/>
                <a:gd name="connsiteY27" fmla="*/ 0 h 6774295"/>
                <a:gd name="connsiteX28" fmla="*/ 2835119 w 6762051"/>
                <a:gd name="connsiteY28" fmla="*/ 188162 h 6774295"/>
                <a:gd name="connsiteX29" fmla="*/ 2835119 w 6762051"/>
                <a:gd name="connsiteY29" fmla="*/ 2835123 h 6774295"/>
                <a:gd name="connsiteX30" fmla="*/ 2362376 w 6762051"/>
                <a:gd name="connsiteY30" fmla="*/ 2835123 h 6774295"/>
                <a:gd name="connsiteX31" fmla="*/ 2362376 w 6762051"/>
                <a:gd name="connsiteY31" fmla="*/ 4397343 h 6774295"/>
                <a:gd name="connsiteX32" fmla="*/ 3926935 w 6762051"/>
                <a:gd name="connsiteY32" fmla="*/ 4397343 h 6774295"/>
                <a:gd name="connsiteX33" fmla="*/ 3926935 w 6762051"/>
                <a:gd name="connsiteY33" fmla="*/ 3939176 h 6774295"/>
                <a:gd name="connsiteX34" fmla="*/ 6573890 w 6762051"/>
                <a:gd name="connsiteY34" fmla="*/ 3939176 h 6774295"/>
                <a:gd name="connsiteX35" fmla="*/ 6762051 w 6762051"/>
                <a:gd name="connsiteY35" fmla="*/ 4127337 h 6774295"/>
                <a:gd name="connsiteX36" fmla="*/ 6762051 w 6762051"/>
                <a:gd name="connsiteY36" fmla="*/ 6774295 h 6774295"/>
                <a:gd name="connsiteX37" fmla="*/ 4087810 w 6762051"/>
                <a:gd name="connsiteY37" fmla="*/ 6774295 h 6774295"/>
                <a:gd name="connsiteX38" fmla="*/ 3926935 w 6762051"/>
                <a:gd name="connsiteY38" fmla="*/ 6613415 h 6774295"/>
                <a:gd name="connsiteX39" fmla="*/ 3926935 w 6762051"/>
                <a:gd name="connsiteY39" fmla="*/ 6293533 h 6774295"/>
                <a:gd name="connsiteX40" fmla="*/ 470411 w 6762051"/>
                <a:gd name="connsiteY40" fmla="*/ 6293533 h 6774295"/>
                <a:gd name="connsiteX41" fmla="*/ 470411 w 6762051"/>
                <a:gd name="connsiteY41" fmla="*/ 2835123 h 6774295"/>
                <a:gd name="connsiteX42" fmla="*/ 160879 w 6762051"/>
                <a:gd name="connsiteY42" fmla="*/ 2835123 h 6774295"/>
                <a:gd name="connsiteX43" fmla="*/ 0 w 6762051"/>
                <a:gd name="connsiteY43" fmla="*/ 2674243 h 6774295"/>
                <a:gd name="connsiteX44" fmla="*/ 0 w 6762051"/>
                <a:gd name="connsiteY44" fmla="*/ 2190659 h 6774295"/>
                <a:gd name="connsiteX45" fmla="*/ 8 w 6762051"/>
                <a:gd name="connsiteY45" fmla="*/ 2190659 h 6774295"/>
                <a:gd name="connsiteX46" fmla="*/ 8 w 6762051"/>
                <a:gd name="connsiteY46" fmla="*/ 665692 h 6774295"/>
                <a:gd name="connsiteX47" fmla="*/ 376330 w 6762051"/>
                <a:gd name="connsiteY47" fmla="*/ 665692 h 6774295"/>
                <a:gd name="connsiteX48" fmla="*/ 376330 w 6762051"/>
                <a:gd name="connsiteY48" fmla="*/ 2273560 h 6774295"/>
                <a:gd name="connsiteX49" fmla="*/ 376322 w 6762051"/>
                <a:gd name="connsiteY49" fmla="*/ 2273560 h 6774295"/>
                <a:gd name="connsiteX50" fmla="*/ 376322 w 6762051"/>
                <a:gd name="connsiteY50" fmla="*/ 2458800 h 6774295"/>
                <a:gd name="connsiteX51" fmla="*/ 2458797 w 6762051"/>
                <a:gd name="connsiteY51" fmla="*/ 2458800 h 6774295"/>
                <a:gd name="connsiteX52" fmla="*/ 2458797 w 6762051"/>
                <a:gd name="connsiteY52" fmla="*/ 376323 h 6774295"/>
                <a:gd name="connsiteX53" fmla="*/ 2363448 w 6762051"/>
                <a:gd name="connsiteY53" fmla="*/ 376323 h 6774295"/>
                <a:gd name="connsiteX54" fmla="*/ 2363448 w 6762051"/>
                <a:gd name="connsiteY54" fmla="*/ 376331 h 6774295"/>
                <a:gd name="connsiteX55" fmla="*/ 661459 w 6762051"/>
                <a:gd name="connsiteY55" fmla="*/ 376331 h 6774295"/>
                <a:gd name="connsiteX56" fmla="*/ 661459 w 6762051"/>
                <a:gd name="connsiteY56" fmla="*/ 9 h 6774295"/>
                <a:gd name="connsiteX57" fmla="*/ 2010261 w 6762051"/>
                <a:gd name="connsiteY57" fmla="*/ 9 h 677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762051" h="6774295">
                  <a:moveTo>
                    <a:pt x="4303257" y="4315498"/>
                  </a:moveTo>
                  <a:lnTo>
                    <a:pt x="4303257" y="6397973"/>
                  </a:lnTo>
                  <a:lnTo>
                    <a:pt x="6385729" y="6397973"/>
                  </a:lnTo>
                  <a:lnTo>
                    <a:pt x="6385729" y="4315498"/>
                  </a:lnTo>
                  <a:close/>
                  <a:moveTo>
                    <a:pt x="1511887" y="2835123"/>
                  </a:moveTo>
                  <a:lnTo>
                    <a:pt x="1511887" y="5262410"/>
                  </a:lnTo>
                  <a:lnTo>
                    <a:pt x="3926935" y="5262410"/>
                  </a:lnTo>
                  <a:lnTo>
                    <a:pt x="3926935" y="4585504"/>
                  </a:lnTo>
                  <a:lnTo>
                    <a:pt x="2174214" y="4585504"/>
                  </a:lnTo>
                  <a:lnTo>
                    <a:pt x="2174214" y="2835123"/>
                  </a:lnTo>
                  <a:close/>
                  <a:moveTo>
                    <a:pt x="658572" y="2835123"/>
                  </a:moveTo>
                  <a:lnTo>
                    <a:pt x="658572" y="6105372"/>
                  </a:lnTo>
                  <a:lnTo>
                    <a:pt x="3926935" y="6105372"/>
                  </a:lnTo>
                  <a:lnTo>
                    <a:pt x="3926935" y="5450571"/>
                  </a:lnTo>
                  <a:lnTo>
                    <a:pt x="1323726" y="5450571"/>
                  </a:lnTo>
                  <a:lnTo>
                    <a:pt x="1323726" y="2835123"/>
                  </a:lnTo>
                  <a:close/>
                  <a:moveTo>
                    <a:pt x="4303257" y="376339"/>
                  </a:moveTo>
                  <a:lnTo>
                    <a:pt x="4303257" y="2458814"/>
                  </a:lnTo>
                  <a:lnTo>
                    <a:pt x="6385729" y="2458814"/>
                  </a:lnTo>
                  <a:lnTo>
                    <a:pt x="6385729" y="376339"/>
                  </a:lnTo>
                  <a:close/>
                  <a:moveTo>
                    <a:pt x="3926935" y="17"/>
                  </a:moveTo>
                  <a:lnTo>
                    <a:pt x="6573890" y="17"/>
                  </a:lnTo>
                  <a:cubicBezTo>
                    <a:pt x="6677848" y="17"/>
                    <a:pt x="6762051" y="84221"/>
                    <a:pt x="6762051" y="188178"/>
                  </a:cubicBezTo>
                  <a:lnTo>
                    <a:pt x="6762051" y="2835136"/>
                  </a:lnTo>
                  <a:lnTo>
                    <a:pt x="4087810" y="2835136"/>
                  </a:lnTo>
                  <a:cubicBezTo>
                    <a:pt x="3998906" y="2835136"/>
                    <a:pt x="3926935" y="2763166"/>
                    <a:pt x="3926935" y="2674256"/>
                  </a:cubicBezTo>
                  <a:close/>
                  <a:moveTo>
                    <a:pt x="2010261" y="0"/>
                  </a:moveTo>
                  <a:lnTo>
                    <a:pt x="2646958" y="0"/>
                  </a:lnTo>
                  <a:cubicBezTo>
                    <a:pt x="2750916" y="0"/>
                    <a:pt x="2835119" y="84204"/>
                    <a:pt x="2835119" y="188162"/>
                  </a:cubicBezTo>
                  <a:lnTo>
                    <a:pt x="2835119" y="2835123"/>
                  </a:lnTo>
                  <a:lnTo>
                    <a:pt x="2362376" y="2835123"/>
                  </a:lnTo>
                  <a:lnTo>
                    <a:pt x="2362376" y="4397343"/>
                  </a:lnTo>
                  <a:lnTo>
                    <a:pt x="3926935" y="4397343"/>
                  </a:lnTo>
                  <a:lnTo>
                    <a:pt x="3926935" y="3939176"/>
                  </a:lnTo>
                  <a:lnTo>
                    <a:pt x="6573890" y="3939176"/>
                  </a:lnTo>
                  <a:cubicBezTo>
                    <a:pt x="6677848" y="3939176"/>
                    <a:pt x="6762051" y="4023379"/>
                    <a:pt x="6762051" y="4127337"/>
                  </a:cubicBezTo>
                  <a:lnTo>
                    <a:pt x="6762051" y="6774295"/>
                  </a:lnTo>
                  <a:lnTo>
                    <a:pt x="4087810" y="6774295"/>
                  </a:lnTo>
                  <a:cubicBezTo>
                    <a:pt x="3998906" y="6774295"/>
                    <a:pt x="3926935" y="6702325"/>
                    <a:pt x="3926935" y="6613415"/>
                  </a:cubicBezTo>
                  <a:lnTo>
                    <a:pt x="3926935" y="6293533"/>
                  </a:lnTo>
                  <a:lnTo>
                    <a:pt x="470411" y="6293533"/>
                  </a:lnTo>
                  <a:lnTo>
                    <a:pt x="470411" y="2835123"/>
                  </a:lnTo>
                  <a:lnTo>
                    <a:pt x="160879" y="2835123"/>
                  </a:lnTo>
                  <a:cubicBezTo>
                    <a:pt x="71967" y="2835123"/>
                    <a:pt x="0" y="2763147"/>
                    <a:pt x="0" y="2674243"/>
                  </a:cubicBezTo>
                  <a:lnTo>
                    <a:pt x="0" y="2190659"/>
                  </a:lnTo>
                  <a:lnTo>
                    <a:pt x="8" y="2190659"/>
                  </a:lnTo>
                  <a:lnTo>
                    <a:pt x="8" y="665692"/>
                  </a:lnTo>
                  <a:lnTo>
                    <a:pt x="376330" y="665692"/>
                  </a:lnTo>
                  <a:lnTo>
                    <a:pt x="376330" y="2273560"/>
                  </a:lnTo>
                  <a:lnTo>
                    <a:pt x="376322" y="2273560"/>
                  </a:lnTo>
                  <a:lnTo>
                    <a:pt x="376322" y="2458800"/>
                  </a:lnTo>
                  <a:lnTo>
                    <a:pt x="2458797" y="2458800"/>
                  </a:lnTo>
                  <a:lnTo>
                    <a:pt x="2458797" y="376323"/>
                  </a:lnTo>
                  <a:lnTo>
                    <a:pt x="2363448" y="376323"/>
                  </a:lnTo>
                  <a:lnTo>
                    <a:pt x="2363448" y="376331"/>
                  </a:lnTo>
                  <a:lnTo>
                    <a:pt x="661459" y="376331"/>
                  </a:lnTo>
                  <a:lnTo>
                    <a:pt x="661459" y="9"/>
                  </a:lnTo>
                  <a:lnTo>
                    <a:pt x="2010261" y="9"/>
                  </a:lnTo>
                  <a:close/>
                </a:path>
              </a:pathLst>
            </a:custGeom>
            <a:grpFill/>
            <a:ln w="9525" cap="flat">
              <a:noFill/>
              <a:prstDash val="solid"/>
              <a:miter/>
            </a:ln>
          </p:spPr>
          <p:txBody>
            <a:bodyPr wrap="square" rtlCol="0" anchor="ctr">
              <a:noAutofit/>
            </a:bodyPr>
            <a:lstStyle/>
            <a:p>
              <a:endParaRPr lang="en-US" dirty="0"/>
            </a:p>
          </p:txBody>
        </p:sp>
      </p:grpSp>
      <p:grpSp>
        <p:nvGrpSpPr>
          <p:cNvPr id="2808" name="Group 2807">
            <a:extLst>
              <a:ext uri="{FF2B5EF4-FFF2-40B4-BE49-F238E27FC236}">
                <a16:creationId xmlns:a16="http://schemas.microsoft.com/office/drawing/2014/main" id="{AF85A6C2-4A62-CBAB-85FA-B5E2EB8E3C07}"/>
              </a:ext>
              <a:ext uri="{C183D7F6-B498-43B3-948B-1728B52AA6E4}">
                <adec:decorative xmlns:adec="http://schemas.microsoft.com/office/drawing/2017/decorative" val="1"/>
              </a:ext>
            </a:extLst>
          </p:cNvPr>
          <p:cNvGrpSpPr>
            <a:grpSpLocks noChangeAspect="1"/>
          </p:cNvGrpSpPr>
          <p:nvPr/>
        </p:nvGrpSpPr>
        <p:grpSpPr>
          <a:xfrm>
            <a:off x="7123353" y="3644779"/>
            <a:ext cx="283687" cy="457200"/>
            <a:chOff x="7123295" y="3636615"/>
            <a:chExt cx="283687" cy="457200"/>
          </a:xfrm>
          <a:solidFill>
            <a:schemeClr val="accent2"/>
          </a:solidFill>
        </p:grpSpPr>
        <p:sp>
          <p:nvSpPr>
            <p:cNvPr id="1872" name="Freeform: Shape 1871">
              <a:extLst>
                <a:ext uri="{FF2B5EF4-FFF2-40B4-BE49-F238E27FC236}">
                  <a16:creationId xmlns:a16="http://schemas.microsoft.com/office/drawing/2014/main" id="{437206F1-998E-5185-3DA6-F2D712F38340}"/>
                </a:ext>
                <a:ext uri="{C183D7F6-B498-43B3-948B-1728B52AA6E4}">
                  <adec:decorative xmlns:adec="http://schemas.microsoft.com/office/drawing/2017/decorative" val="1"/>
                </a:ext>
              </a:extLst>
            </p:cNvPr>
            <p:cNvSpPr/>
            <p:nvPr/>
          </p:nvSpPr>
          <p:spPr>
            <a:xfrm>
              <a:off x="7129703" y="3641845"/>
              <a:ext cx="277279" cy="451970"/>
            </a:xfrm>
            <a:custGeom>
              <a:avLst/>
              <a:gdLst>
                <a:gd name="connsiteX0" fmla="*/ 44574 w 451948"/>
                <a:gd name="connsiteY0" fmla="*/ 564024 h 736679"/>
                <a:gd name="connsiteX1" fmla="*/ 44574 w 451948"/>
                <a:gd name="connsiteY1" fmla="*/ 691381 h 736679"/>
                <a:gd name="connsiteX2" fmla="*/ 129212 w 451948"/>
                <a:gd name="connsiteY2" fmla="*/ 691381 h 736679"/>
                <a:gd name="connsiteX3" fmla="*/ 172602 w 451948"/>
                <a:gd name="connsiteY3" fmla="*/ 691381 h 736679"/>
                <a:gd name="connsiteX4" fmla="*/ 172602 w 451948"/>
                <a:gd name="connsiteY4" fmla="*/ 564024 h 736679"/>
                <a:gd name="connsiteX5" fmla="*/ 44574 w 451948"/>
                <a:gd name="connsiteY5" fmla="*/ 564024 h 736679"/>
                <a:gd name="connsiteX6" fmla="*/ 279283 w 451948"/>
                <a:gd name="connsiteY6" fmla="*/ 304757 h 736679"/>
                <a:gd name="connsiteX7" fmla="*/ 279283 w 451948"/>
                <a:gd name="connsiteY7" fmla="*/ 431810 h 736679"/>
                <a:gd name="connsiteX8" fmla="*/ 406643 w 451948"/>
                <a:gd name="connsiteY8" fmla="*/ 431810 h 736679"/>
                <a:gd name="connsiteX9" fmla="*/ 406643 w 451948"/>
                <a:gd name="connsiteY9" fmla="*/ 359936 h 736679"/>
                <a:gd name="connsiteX10" fmla="*/ 406643 w 451948"/>
                <a:gd name="connsiteY10" fmla="*/ 304757 h 736679"/>
                <a:gd name="connsiteX11" fmla="*/ 279283 w 451948"/>
                <a:gd name="connsiteY11" fmla="*/ 304757 h 736679"/>
                <a:gd name="connsiteX12" fmla="*/ 84849 w 451948"/>
                <a:gd name="connsiteY12" fmla="*/ 0 h 736679"/>
                <a:gd name="connsiteX13" fmla="*/ 173499 w 451948"/>
                <a:gd name="connsiteY13" fmla="*/ 52 h 736679"/>
                <a:gd name="connsiteX14" fmla="*/ 217197 w 451948"/>
                <a:gd name="connsiteY14" fmla="*/ 43425 h 736679"/>
                <a:gd name="connsiteX15" fmla="*/ 217203 w 451948"/>
                <a:gd name="connsiteY15" fmla="*/ 175982 h 736679"/>
                <a:gd name="connsiteX16" fmla="*/ 189529 w 451948"/>
                <a:gd name="connsiteY16" fmla="*/ 214887 h 736679"/>
                <a:gd name="connsiteX17" fmla="*/ 171668 w 451948"/>
                <a:gd name="connsiteY17" fmla="*/ 217892 h 736679"/>
                <a:gd name="connsiteX18" fmla="*/ 120254 w 451948"/>
                <a:gd name="connsiteY18" fmla="*/ 218028 h 736679"/>
                <a:gd name="connsiteX19" fmla="*/ 120254 w 451948"/>
                <a:gd name="connsiteY19" fmla="*/ 363030 h 736679"/>
                <a:gd name="connsiteX20" fmla="*/ 233801 w 451948"/>
                <a:gd name="connsiteY20" fmla="*/ 363030 h 736679"/>
                <a:gd name="connsiteX21" fmla="*/ 233801 w 451948"/>
                <a:gd name="connsiteY21" fmla="*/ 358436 h 736679"/>
                <a:gd name="connsiteX22" fmla="*/ 233779 w 451948"/>
                <a:gd name="connsiteY22" fmla="*/ 308359 h 736679"/>
                <a:gd name="connsiteX23" fmla="*/ 245162 w 451948"/>
                <a:gd name="connsiteY23" fmla="*/ 274116 h 736679"/>
                <a:gd name="connsiteX24" fmla="*/ 269338 w 451948"/>
                <a:gd name="connsiteY24" fmla="*/ 260342 h 736679"/>
                <a:gd name="connsiteX25" fmla="*/ 282834 w 451948"/>
                <a:gd name="connsiteY25" fmla="*/ 259318 h 736679"/>
                <a:gd name="connsiteX26" fmla="*/ 405081 w 451948"/>
                <a:gd name="connsiteY26" fmla="*/ 259244 h 736679"/>
                <a:gd name="connsiteX27" fmla="*/ 446281 w 451948"/>
                <a:gd name="connsiteY27" fmla="*/ 282080 h 736679"/>
                <a:gd name="connsiteX28" fmla="*/ 451582 w 451948"/>
                <a:gd name="connsiteY28" fmla="*/ 300670 h 736679"/>
                <a:gd name="connsiteX29" fmla="*/ 451682 w 451948"/>
                <a:gd name="connsiteY29" fmla="*/ 435679 h 736679"/>
                <a:gd name="connsiteX30" fmla="*/ 422667 w 451948"/>
                <a:gd name="connsiteY30" fmla="*/ 474228 h 736679"/>
                <a:gd name="connsiteX31" fmla="*/ 405282 w 451948"/>
                <a:gd name="connsiteY31" fmla="*/ 477162 h 736679"/>
                <a:gd name="connsiteX32" fmla="*/ 281562 w 451948"/>
                <a:gd name="connsiteY32" fmla="*/ 477367 h 736679"/>
                <a:gd name="connsiteX33" fmla="*/ 248432 w 451948"/>
                <a:gd name="connsiteY33" fmla="*/ 465686 h 736679"/>
                <a:gd name="connsiteX34" fmla="*/ 234935 w 451948"/>
                <a:gd name="connsiteY34" fmla="*/ 439472 h 736679"/>
                <a:gd name="connsiteX35" fmla="*/ 234783 w 451948"/>
                <a:gd name="connsiteY35" fmla="*/ 386326 h 736679"/>
                <a:gd name="connsiteX36" fmla="*/ 120218 w 451948"/>
                <a:gd name="connsiteY36" fmla="*/ 386326 h 736679"/>
                <a:gd name="connsiteX37" fmla="*/ 120218 w 451948"/>
                <a:gd name="connsiteY37" fmla="*/ 518539 h 736679"/>
                <a:gd name="connsiteX38" fmla="*/ 127784 w 451948"/>
                <a:gd name="connsiteY38" fmla="*/ 518539 h 736679"/>
                <a:gd name="connsiteX39" fmla="*/ 172952 w 451948"/>
                <a:gd name="connsiteY39" fmla="*/ 518521 h 736679"/>
                <a:gd name="connsiteX40" fmla="*/ 217031 w 451948"/>
                <a:gd name="connsiteY40" fmla="*/ 554997 h 736679"/>
                <a:gd name="connsiteX41" fmla="*/ 217104 w 451948"/>
                <a:gd name="connsiteY41" fmla="*/ 559406 h 736679"/>
                <a:gd name="connsiteX42" fmla="*/ 217177 w 451948"/>
                <a:gd name="connsiteY42" fmla="*/ 693437 h 736679"/>
                <a:gd name="connsiteX43" fmla="*/ 188027 w 451948"/>
                <a:gd name="connsiteY43" fmla="*/ 733477 h 736679"/>
                <a:gd name="connsiteX44" fmla="*/ 170153 w 451948"/>
                <a:gd name="connsiteY44" fmla="*/ 736425 h 736679"/>
                <a:gd name="connsiteX45" fmla="*/ 44471 w 451948"/>
                <a:gd name="connsiteY45" fmla="*/ 736440 h 736679"/>
                <a:gd name="connsiteX46" fmla="*/ 153 w 451948"/>
                <a:gd name="connsiteY46" fmla="*/ 700212 h 736679"/>
                <a:gd name="connsiteX47" fmla="*/ 73 w 451948"/>
                <a:gd name="connsiteY47" fmla="*/ 696294 h 736679"/>
                <a:gd name="connsiteX48" fmla="*/ 157 w 451948"/>
                <a:gd name="connsiteY48" fmla="*/ 558827 h 736679"/>
                <a:gd name="connsiteX49" fmla="*/ 13296 w 451948"/>
                <a:gd name="connsiteY49" fmla="*/ 531128 h 736679"/>
                <a:gd name="connsiteX50" fmla="*/ 48445 w 451948"/>
                <a:gd name="connsiteY50" fmla="*/ 518468 h 736679"/>
                <a:gd name="connsiteX51" fmla="*/ 96920 w 451948"/>
                <a:gd name="connsiteY51" fmla="*/ 518539 h 736679"/>
                <a:gd name="connsiteX52" fmla="*/ 96920 w 451948"/>
                <a:gd name="connsiteY52" fmla="*/ 218028 h 736679"/>
                <a:gd name="connsiteX53" fmla="*/ 92474 w 451948"/>
                <a:gd name="connsiteY53" fmla="*/ 218028 h 736679"/>
                <a:gd name="connsiteX54" fmla="*/ 45834 w 451948"/>
                <a:gd name="connsiteY54" fmla="*/ 218082 h 736679"/>
                <a:gd name="connsiteX55" fmla="*/ 325 w 451948"/>
                <a:gd name="connsiteY55" fmla="*/ 182161 h 736679"/>
                <a:gd name="connsiteX56" fmla="*/ 80 w 451948"/>
                <a:gd name="connsiteY56" fmla="*/ 177292 h 736679"/>
                <a:gd name="connsiteX57" fmla="*/ 411 w 451948"/>
                <a:gd name="connsiteY57" fmla="*/ 86947 h 736679"/>
                <a:gd name="connsiteX58" fmla="*/ 44276 w 451948"/>
                <a:gd name="connsiteY58" fmla="*/ 86947 h 736679"/>
                <a:gd name="connsiteX59" fmla="*/ 44267 w 451948"/>
                <a:gd name="connsiteY59" fmla="*/ 172563 h 736679"/>
                <a:gd name="connsiteX60" fmla="*/ 172628 w 451948"/>
                <a:gd name="connsiteY60" fmla="*/ 172563 h 736679"/>
                <a:gd name="connsiteX61" fmla="*/ 172628 w 451948"/>
                <a:gd name="connsiteY61" fmla="*/ 45213 h 736679"/>
                <a:gd name="connsiteX62" fmla="*/ 84849 w 451948"/>
                <a:gd name="connsiteY62" fmla="*/ 44863 h 73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51948" h="736679">
                  <a:moveTo>
                    <a:pt x="44574" y="564024"/>
                  </a:moveTo>
                  <a:cubicBezTo>
                    <a:pt x="44574" y="606601"/>
                    <a:pt x="44574" y="648866"/>
                    <a:pt x="44574" y="691381"/>
                  </a:cubicBezTo>
                  <a:cubicBezTo>
                    <a:pt x="72666" y="691381"/>
                    <a:pt x="100448" y="691381"/>
                    <a:pt x="129212" y="691381"/>
                  </a:cubicBezTo>
                  <a:cubicBezTo>
                    <a:pt x="143698" y="691381"/>
                    <a:pt x="158184" y="691381"/>
                    <a:pt x="172602" y="691381"/>
                  </a:cubicBezTo>
                  <a:cubicBezTo>
                    <a:pt x="172602" y="648494"/>
                    <a:pt x="172602" y="606229"/>
                    <a:pt x="172602" y="564024"/>
                  </a:cubicBezTo>
                  <a:cubicBezTo>
                    <a:pt x="129698" y="564024"/>
                    <a:pt x="87106" y="564024"/>
                    <a:pt x="44574" y="564024"/>
                  </a:cubicBezTo>
                  <a:close/>
                  <a:moveTo>
                    <a:pt x="279283" y="304757"/>
                  </a:moveTo>
                  <a:cubicBezTo>
                    <a:pt x="279283" y="347330"/>
                    <a:pt x="279283" y="389595"/>
                    <a:pt x="279283" y="431810"/>
                  </a:cubicBezTo>
                  <a:cubicBezTo>
                    <a:pt x="321856" y="431810"/>
                    <a:pt x="364121" y="431810"/>
                    <a:pt x="406643" y="431810"/>
                  </a:cubicBezTo>
                  <a:cubicBezTo>
                    <a:pt x="406643" y="407975"/>
                    <a:pt x="406643" y="384447"/>
                    <a:pt x="406643" y="359936"/>
                  </a:cubicBezTo>
                  <a:cubicBezTo>
                    <a:pt x="406643" y="341525"/>
                    <a:pt x="406643" y="323113"/>
                    <a:pt x="406643" y="304757"/>
                  </a:cubicBezTo>
                  <a:cubicBezTo>
                    <a:pt x="363763" y="304757"/>
                    <a:pt x="321498" y="304757"/>
                    <a:pt x="279283" y="304757"/>
                  </a:cubicBezTo>
                  <a:close/>
                  <a:moveTo>
                    <a:pt x="84849" y="0"/>
                  </a:moveTo>
                  <a:lnTo>
                    <a:pt x="173499" y="52"/>
                  </a:lnTo>
                  <a:cubicBezTo>
                    <a:pt x="197122" y="149"/>
                    <a:pt x="217361" y="20188"/>
                    <a:pt x="217197" y="43425"/>
                  </a:cubicBezTo>
                  <a:cubicBezTo>
                    <a:pt x="216884" y="87609"/>
                    <a:pt x="216919" y="131798"/>
                    <a:pt x="217203" y="175982"/>
                  </a:cubicBezTo>
                  <a:cubicBezTo>
                    <a:pt x="217308" y="192358"/>
                    <a:pt x="204031" y="209767"/>
                    <a:pt x="189529" y="214887"/>
                  </a:cubicBezTo>
                  <a:cubicBezTo>
                    <a:pt x="183907" y="216871"/>
                    <a:pt x="177659" y="217754"/>
                    <a:pt x="171668" y="217892"/>
                  </a:cubicBezTo>
                  <a:cubicBezTo>
                    <a:pt x="154662" y="218282"/>
                    <a:pt x="137641" y="218028"/>
                    <a:pt x="120254" y="218028"/>
                  </a:cubicBezTo>
                  <a:cubicBezTo>
                    <a:pt x="120254" y="266333"/>
                    <a:pt x="120254" y="314509"/>
                    <a:pt x="120254" y="363030"/>
                  </a:cubicBezTo>
                  <a:cubicBezTo>
                    <a:pt x="157769" y="363030"/>
                    <a:pt x="195471" y="363030"/>
                    <a:pt x="233801" y="363030"/>
                  </a:cubicBezTo>
                  <a:cubicBezTo>
                    <a:pt x="233801" y="361568"/>
                    <a:pt x="233801" y="360002"/>
                    <a:pt x="233801" y="358436"/>
                  </a:cubicBezTo>
                  <a:cubicBezTo>
                    <a:pt x="233801" y="341743"/>
                    <a:pt x="233868" y="325051"/>
                    <a:pt x="233779" y="308359"/>
                  </a:cubicBezTo>
                  <a:cubicBezTo>
                    <a:pt x="233711" y="295625"/>
                    <a:pt x="236615" y="283782"/>
                    <a:pt x="245162" y="274116"/>
                  </a:cubicBezTo>
                  <a:cubicBezTo>
                    <a:pt x="251534" y="266910"/>
                    <a:pt x="259752" y="262108"/>
                    <a:pt x="269338" y="260342"/>
                  </a:cubicBezTo>
                  <a:cubicBezTo>
                    <a:pt x="273752" y="259529"/>
                    <a:pt x="278330" y="259326"/>
                    <a:pt x="282834" y="259318"/>
                  </a:cubicBezTo>
                  <a:cubicBezTo>
                    <a:pt x="323583" y="259244"/>
                    <a:pt x="364332" y="259343"/>
                    <a:pt x="405081" y="259244"/>
                  </a:cubicBezTo>
                  <a:cubicBezTo>
                    <a:pt x="423152" y="259200"/>
                    <a:pt x="437276" y="266530"/>
                    <a:pt x="446281" y="282080"/>
                  </a:cubicBezTo>
                  <a:cubicBezTo>
                    <a:pt x="449432" y="287520"/>
                    <a:pt x="451521" y="294415"/>
                    <a:pt x="451582" y="300670"/>
                  </a:cubicBezTo>
                  <a:cubicBezTo>
                    <a:pt x="452023" y="345670"/>
                    <a:pt x="452077" y="390678"/>
                    <a:pt x="451682" y="435679"/>
                  </a:cubicBezTo>
                  <a:cubicBezTo>
                    <a:pt x="451538" y="452118"/>
                    <a:pt x="440466" y="468490"/>
                    <a:pt x="422667" y="474228"/>
                  </a:cubicBezTo>
                  <a:cubicBezTo>
                    <a:pt x="417119" y="476016"/>
                    <a:pt x="411095" y="477127"/>
                    <a:pt x="405282" y="477162"/>
                  </a:cubicBezTo>
                  <a:cubicBezTo>
                    <a:pt x="364043" y="477407"/>
                    <a:pt x="322801" y="477168"/>
                    <a:pt x="281562" y="477367"/>
                  </a:cubicBezTo>
                  <a:cubicBezTo>
                    <a:pt x="268970" y="477428"/>
                    <a:pt x="257710" y="474004"/>
                    <a:pt x="248432" y="465686"/>
                  </a:cubicBezTo>
                  <a:cubicBezTo>
                    <a:pt x="240766" y="458814"/>
                    <a:pt x="235269" y="449998"/>
                    <a:pt x="234935" y="439472"/>
                  </a:cubicBezTo>
                  <a:cubicBezTo>
                    <a:pt x="234378" y="421895"/>
                    <a:pt x="234783" y="404288"/>
                    <a:pt x="234783" y="386326"/>
                  </a:cubicBezTo>
                  <a:cubicBezTo>
                    <a:pt x="195959" y="386326"/>
                    <a:pt x="158257" y="386326"/>
                    <a:pt x="120218" y="386326"/>
                  </a:cubicBezTo>
                  <a:cubicBezTo>
                    <a:pt x="120218" y="430082"/>
                    <a:pt x="120218" y="474004"/>
                    <a:pt x="120218" y="518539"/>
                  </a:cubicBezTo>
                  <a:cubicBezTo>
                    <a:pt x="122671" y="518539"/>
                    <a:pt x="125228" y="518539"/>
                    <a:pt x="127784" y="518539"/>
                  </a:cubicBezTo>
                  <a:cubicBezTo>
                    <a:pt x="142840" y="518539"/>
                    <a:pt x="157897" y="518615"/>
                    <a:pt x="172952" y="518521"/>
                  </a:cubicBezTo>
                  <a:cubicBezTo>
                    <a:pt x="195245" y="518381"/>
                    <a:pt x="212435" y="534419"/>
                    <a:pt x="217031" y="554997"/>
                  </a:cubicBezTo>
                  <a:cubicBezTo>
                    <a:pt x="217344" y="556403"/>
                    <a:pt x="217104" y="557934"/>
                    <a:pt x="217104" y="559406"/>
                  </a:cubicBezTo>
                  <a:cubicBezTo>
                    <a:pt x="217106" y="604083"/>
                    <a:pt x="216961" y="648761"/>
                    <a:pt x="217177" y="693437"/>
                  </a:cubicBezTo>
                  <a:cubicBezTo>
                    <a:pt x="217264" y="711550"/>
                    <a:pt x="204688" y="728124"/>
                    <a:pt x="188027" y="733477"/>
                  </a:cubicBezTo>
                  <a:cubicBezTo>
                    <a:pt x="182327" y="735308"/>
                    <a:pt x="176130" y="736390"/>
                    <a:pt x="170153" y="736425"/>
                  </a:cubicBezTo>
                  <a:cubicBezTo>
                    <a:pt x="128260" y="736673"/>
                    <a:pt x="86361" y="736838"/>
                    <a:pt x="44471" y="736440"/>
                  </a:cubicBezTo>
                  <a:cubicBezTo>
                    <a:pt x="22864" y="736235"/>
                    <a:pt x="5308" y="722544"/>
                    <a:pt x="153" y="700212"/>
                  </a:cubicBezTo>
                  <a:cubicBezTo>
                    <a:pt x="-136" y="698966"/>
                    <a:pt x="73" y="697603"/>
                    <a:pt x="73" y="696294"/>
                  </a:cubicBezTo>
                  <a:cubicBezTo>
                    <a:pt x="70" y="650472"/>
                    <a:pt x="-49" y="604649"/>
                    <a:pt x="157" y="558827"/>
                  </a:cubicBezTo>
                  <a:cubicBezTo>
                    <a:pt x="206" y="547786"/>
                    <a:pt x="5614" y="538849"/>
                    <a:pt x="13296" y="531128"/>
                  </a:cubicBezTo>
                  <a:cubicBezTo>
                    <a:pt x="23054" y="521321"/>
                    <a:pt x="35005" y="518214"/>
                    <a:pt x="48445" y="518468"/>
                  </a:cubicBezTo>
                  <a:cubicBezTo>
                    <a:pt x="64473" y="518770"/>
                    <a:pt x="80512" y="518539"/>
                    <a:pt x="96920" y="518539"/>
                  </a:cubicBezTo>
                  <a:cubicBezTo>
                    <a:pt x="96920" y="418523"/>
                    <a:pt x="96920" y="318631"/>
                    <a:pt x="96920" y="218028"/>
                  </a:cubicBezTo>
                  <a:cubicBezTo>
                    <a:pt x="95584" y="218028"/>
                    <a:pt x="94029" y="218028"/>
                    <a:pt x="92474" y="218028"/>
                  </a:cubicBezTo>
                  <a:cubicBezTo>
                    <a:pt x="76927" y="218028"/>
                    <a:pt x="61376" y="217802"/>
                    <a:pt x="45834" y="218082"/>
                  </a:cubicBezTo>
                  <a:cubicBezTo>
                    <a:pt x="22704" y="218498"/>
                    <a:pt x="5363" y="203268"/>
                    <a:pt x="325" y="182161"/>
                  </a:cubicBezTo>
                  <a:cubicBezTo>
                    <a:pt x="-46" y="180607"/>
                    <a:pt x="81" y="178918"/>
                    <a:pt x="80" y="177292"/>
                  </a:cubicBezTo>
                  <a:lnTo>
                    <a:pt x="411" y="86947"/>
                  </a:lnTo>
                  <a:lnTo>
                    <a:pt x="44276" y="86947"/>
                  </a:lnTo>
                  <a:lnTo>
                    <a:pt x="44267" y="172563"/>
                  </a:lnTo>
                  <a:cubicBezTo>
                    <a:pt x="87447" y="172563"/>
                    <a:pt x="130035" y="172563"/>
                    <a:pt x="172628" y="172563"/>
                  </a:cubicBezTo>
                  <a:cubicBezTo>
                    <a:pt x="172628" y="130011"/>
                    <a:pt x="172628" y="87750"/>
                    <a:pt x="172628" y="45213"/>
                  </a:cubicBezTo>
                  <a:lnTo>
                    <a:pt x="84849" y="44863"/>
                  </a:lnTo>
                  <a:close/>
                </a:path>
              </a:pathLst>
            </a:custGeom>
            <a:grpFill/>
            <a:ln w="6350" cap="flat">
              <a:noFill/>
              <a:prstDash val="solid"/>
              <a:miter/>
            </a:ln>
          </p:spPr>
          <p:txBody>
            <a:bodyPr wrap="square" rtlCol="0" anchor="ctr">
              <a:noAutofit/>
            </a:bodyPr>
            <a:lstStyle/>
            <a:p>
              <a:endParaRPr lang="en-US"/>
            </a:p>
          </p:txBody>
        </p:sp>
        <p:sp>
          <p:nvSpPr>
            <p:cNvPr id="1873" name="Rectangle 1872">
              <a:extLst>
                <a:ext uri="{FF2B5EF4-FFF2-40B4-BE49-F238E27FC236}">
                  <a16:creationId xmlns:a16="http://schemas.microsoft.com/office/drawing/2014/main" id="{BF527F6F-2599-89F2-ED5D-1E0B507848BC}"/>
                </a:ext>
                <a:ext uri="{C183D7F6-B498-43B3-948B-1728B52AA6E4}">
                  <adec:decorative xmlns:adec="http://schemas.microsoft.com/office/drawing/2017/decorative" val="1"/>
                </a:ext>
              </a:extLst>
            </p:cNvPr>
            <p:cNvSpPr/>
            <p:nvPr/>
          </p:nvSpPr>
          <p:spPr>
            <a:xfrm>
              <a:off x="7123295" y="3636615"/>
              <a:ext cx="40778" cy="40855"/>
            </a:xfrm>
            <a:prstGeom prst="rect">
              <a:avLst/>
            </a:prstGeom>
            <a:solidFill>
              <a:schemeClr val="bg1"/>
            </a:solidFill>
            <a:ln w="6350" cap="flat">
              <a:noFill/>
              <a:prstDash val="solid"/>
              <a:miter/>
            </a:ln>
          </p:spPr>
          <p:txBody>
            <a:bodyPr rtlCol="0" anchor="ctr"/>
            <a:lstStyle/>
            <a:p>
              <a:endParaRPr lang="en-US" dirty="0"/>
            </a:p>
          </p:txBody>
        </p:sp>
      </p:grpSp>
      <p:grpSp>
        <p:nvGrpSpPr>
          <p:cNvPr id="2805" name="Group 2804">
            <a:extLst>
              <a:ext uri="{FF2B5EF4-FFF2-40B4-BE49-F238E27FC236}">
                <a16:creationId xmlns:a16="http://schemas.microsoft.com/office/drawing/2014/main" id="{E4831260-2410-C968-4979-D64E52CA2D1E}"/>
              </a:ext>
              <a:ext uri="{C183D7F6-B498-43B3-948B-1728B52AA6E4}">
                <adec:decorative xmlns:adec="http://schemas.microsoft.com/office/drawing/2017/decorative" val="1"/>
              </a:ext>
            </a:extLst>
          </p:cNvPr>
          <p:cNvGrpSpPr>
            <a:grpSpLocks noChangeAspect="1"/>
          </p:cNvGrpSpPr>
          <p:nvPr/>
        </p:nvGrpSpPr>
        <p:grpSpPr>
          <a:xfrm>
            <a:off x="7492034" y="3644779"/>
            <a:ext cx="350015" cy="457200"/>
            <a:chOff x="7491983" y="3636615"/>
            <a:chExt cx="350015" cy="457200"/>
          </a:xfrm>
          <a:solidFill>
            <a:schemeClr val="accent2"/>
          </a:solidFill>
        </p:grpSpPr>
        <p:sp>
          <p:nvSpPr>
            <p:cNvPr id="1890" name="Freeform: Shape 1889">
              <a:extLst>
                <a:ext uri="{FF2B5EF4-FFF2-40B4-BE49-F238E27FC236}">
                  <a16:creationId xmlns:a16="http://schemas.microsoft.com/office/drawing/2014/main" id="{745722B8-2023-DB82-ED32-D4B8A2E6C8E2}"/>
                </a:ext>
                <a:ext uri="{C183D7F6-B498-43B3-948B-1728B52AA6E4}">
                  <adec:decorative xmlns:adec="http://schemas.microsoft.com/office/drawing/2017/decorative" val="1"/>
                </a:ext>
              </a:extLst>
            </p:cNvPr>
            <p:cNvSpPr/>
            <p:nvPr/>
          </p:nvSpPr>
          <p:spPr>
            <a:xfrm>
              <a:off x="7559127" y="3760271"/>
              <a:ext cx="282871" cy="333544"/>
            </a:xfrm>
            <a:custGeom>
              <a:avLst/>
              <a:gdLst>
                <a:gd name="connsiteX0" fmla="*/ 3726885 w 4243074"/>
                <a:gd name="connsiteY0" fmla="*/ 4486975 h 5003164"/>
                <a:gd name="connsiteX1" fmla="*/ 4243074 w 4243074"/>
                <a:gd name="connsiteY1" fmla="*/ 4486975 h 5003164"/>
                <a:gd name="connsiteX2" fmla="*/ 4243074 w 4243074"/>
                <a:gd name="connsiteY2" fmla="*/ 5003164 h 5003164"/>
                <a:gd name="connsiteX3" fmla="*/ 3726885 w 4243074"/>
                <a:gd name="connsiteY3" fmla="*/ 5003164 h 5003164"/>
                <a:gd name="connsiteX4" fmla="*/ 788914 w 4243074"/>
                <a:gd name="connsiteY4" fmla="*/ 3093264 h 5003164"/>
                <a:gd name="connsiteX5" fmla="*/ 910646 w 4243074"/>
                <a:gd name="connsiteY5" fmla="*/ 3214999 h 5003164"/>
                <a:gd name="connsiteX6" fmla="*/ 297241 w 4243074"/>
                <a:gd name="connsiteY6" fmla="*/ 3828398 h 5003164"/>
                <a:gd name="connsiteX7" fmla="*/ 0 w 4243074"/>
                <a:gd name="connsiteY7" fmla="*/ 3530730 h 5003164"/>
                <a:gd name="connsiteX8" fmla="*/ 121302 w 4243074"/>
                <a:gd name="connsiteY8" fmla="*/ 3409429 h 5003164"/>
                <a:gd name="connsiteX9" fmla="*/ 297241 w 4243074"/>
                <a:gd name="connsiteY9" fmla="*/ 3584932 h 5003164"/>
                <a:gd name="connsiteX10" fmla="*/ 788914 w 4243074"/>
                <a:gd name="connsiteY10" fmla="*/ 2056152 h 5003164"/>
                <a:gd name="connsiteX11" fmla="*/ 910646 w 4243074"/>
                <a:gd name="connsiteY11" fmla="*/ 2177887 h 5003164"/>
                <a:gd name="connsiteX12" fmla="*/ 297241 w 4243074"/>
                <a:gd name="connsiteY12" fmla="*/ 2790857 h 5003164"/>
                <a:gd name="connsiteX13" fmla="*/ 0 w 4243074"/>
                <a:gd name="connsiteY13" fmla="*/ 2493618 h 5003164"/>
                <a:gd name="connsiteX14" fmla="*/ 121302 w 4243074"/>
                <a:gd name="connsiteY14" fmla="*/ 2371888 h 5003164"/>
                <a:gd name="connsiteX15" fmla="*/ 297241 w 4243074"/>
                <a:gd name="connsiteY15" fmla="*/ 2547820 h 5003164"/>
                <a:gd name="connsiteX16" fmla="*/ 788914 w 4243074"/>
                <a:gd name="connsiteY16" fmla="*/ 1033670 h 5003164"/>
                <a:gd name="connsiteX17" fmla="*/ 910646 w 4243074"/>
                <a:gd name="connsiteY17" fmla="*/ 1155405 h 5003164"/>
                <a:gd name="connsiteX18" fmla="*/ 297241 w 4243074"/>
                <a:gd name="connsiteY18" fmla="*/ 1768804 h 5003164"/>
                <a:gd name="connsiteX19" fmla="*/ 0 w 4243074"/>
                <a:gd name="connsiteY19" fmla="*/ 1471137 h 5003164"/>
                <a:gd name="connsiteX20" fmla="*/ 121302 w 4243074"/>
                <a:gd name="connsiteY20" fmla="*/ 1349401 h 5003164"/>
                <a:gd name="connsiteX21" fmla="*/ 297241 w 4243074"/>
                <a:gd name="connsiteY21" fmla="*/ 1525338 h 5003164"/>
                <a:gd name="connsiteX22" fmla="*/ 800095 w 4243074"/>
                <a:gd name="connsiteY22" fmla="*/ 0 h 5003164"/>
                <a:gd name="connsiteX23" fmla="*/ 921827 w 4243074"/>
                <a:gd name="connsiteY23" fmla="*/ 121735 h 5003164"/>
                <a:gd name="connsiteX24" fmla="*/ 308422 w 4243074"/>
                <a:gd name="connsiteY24" fmla="*/ 735134 h 5003164"/>
                <a:gd name="connsiteX25" fmla="*/ 11181 w 4243074"/>
                <a:gd name="connsiteY25" fmla="*/ 437467 h 5003164"/>
                <a:gd name="connsiteX26" fmla="*/ 132917 w 4243074"/>
                <a:gd name="connsiteY26" fmla="*/ 315736 h 5003164"/>
                <a:gd name="connsiteX27" fmla="*/ 308422 w 4243074"/>
                <a:gd name="connsiteY27" fmla="*/ 491668 h 5003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43074" h="5003164">
                  <a:moveTo>
                    <a:pt x="3726885" y="4486975"/>
                  </a:moveTo>
                  <a:lnTo>
                    <a:pt x="4243074" y="4486975"/>
                  </a:lnTo>
                  <a:lnTo>
                    <a:pt x="4243074" y="5003164"/>
                  </a:lnTo>
                  <a:lnTo>
                    <a:pt x="3726885" y="5003164"/>
                  </a:lnTo>
                  <a:close/>
                  <a:moveTo>
                    <a:pt x="788914" y="3093264"/>
                  </a:moveTo>
                  <a:lnTo>
                    <a:pt x="910646" y="3214999"/>
                  </a:lnTo>
                  <a:lnTo>
                    <a:pt x="297241" y="3828398"/>
                  </a:lnTo>
                  <a:lnTo>
                    <a:pt x="0" y="3530730"/>
                  </a:lnTo>
                  <a:lnTo>
                    <a:pt x="121302" y="3409429"/>
                  </a:lnTo>
                  <a:lnTo>
                    <a:pt x="297241" y="3584932"/>
                  </a:lnTo>
                  <a:close/>
                  <a:moveTo>
                    <a:pt x="788914" y="2056152"/>
                  </a:moveTo>
                  <a:lnTo>
                    <a:pt x="910646" y="2177887"/>
                  </a:lnTo>
                  <a:lnTo>
                    <a:pt x="297241" y="2790857"/>
                  </a:lnTo>
                  <a:lnTo>
                    <a:pt x="0" y="2493618"/>
                  </a:lnTo>
                  <a:lnTo>
                    <a:pt x="121302" y="2371888"/>
                  </a:lnTo>
                  <a:lnTo>
                    <a:pt x="297241" y="2547820"/>
                  </a:lnTo>
                  <a:close/>
                  <a:moveTo>
                    <a:pt x="788914" y="1033670"/>
                  </a:moveTo>
                  <a:lnTo>
                    <a:pt x="910646" y="1155405"/>
                  </a:lnTo>
                  <a:lnTo>
                    <a:pt x="297241" y="1768804"/>
                  </a:lnTo>
                  <a:lnTo>
                    <a:pt x="0" y="1471137"/>
                  </a:lnTo>
                  <a:lnTo>
                    <a:pt x="121302" y="1349401"/>
                  </a:lnTo>
                  <a:lnTo>
                    <a:pt x="297241" y="1525338"/>
                  </a:lnTo>
                  <a:close/>
                  <a:moveTo>
                    <a:pt x="800095" y="0"/>
                  </a:moveTo>
                  <a:lnTo>
                    <a:pt x="921827" y="121735"/>
                  </a:lnTo>
                  <a:lnTo>
                    <a:pt x="308422" y="735134"/>
                  </a:lnTo>
                  <a:lnTo>
                    <a:pt x="11181" y="437467"/>
                  </a:lnTo>
                  <a:lnTo>
                    <a:pt x="132917" y="315736"/>
                  </a:lnTo>
                  <a:lnTo>
                    <a:pt x="308422" y="491668"/>
                  </a:lnTo>
                  <a:close/>
                </a:path>
              </a:pathLst>
            </a:custGeom>
            <a:solidFill>
              <a:schemeClr val="bg1"/>
            </a:solidFill>
            <a:ln w="9525" cap="flat">
              <a:noFill/>
              <a:prstDash val="solid"/>
              <a:miter/>
            </a:ln>
          </p:spPr>
          <p:txBody>
            <a:bodyPr wrap="square" rtlCol="0" anchor="ctr">
              <a:noAutofit/>
            </a:bodyPr>
            <a:lstStyle/>
            <a:p>
              <a:endParaRPr lang="en-US" dirty="0"/>
            </a:p>
          </p:txBody>
        </p:sp>
        <p:sp>
          <p:nvSpPr>
            <p:cNvPr id="1889" name="Freeform: Shape 1888">
              <a:extLst>
                <a:ext uri="{FF2B5EF4-FFF2-40B4-BE49-F238E27FC236}">
                  <a16:creationId xmlns:a16="http://schemas.microsoft.com/office/drawing/2014/main" id="{A3778490-4055-CBEF-25BB-AF62CF9573C8}"/>
                </a:ext>
                <a:ext uri="{C183D7F6-B498-43B3-948B-1728B52AA6E4}">
                  <adec:decorative xmlns:adec="http://schemas.microsoft.com/office/drawing/2017/decorative" val="1"/>
                </a:ext>
              </a:extLst>
            </p:cNvPr>
            <p:cNvSpPr/>
            <p:nvPr/>
          </p:nvSpPr>
          <p:spPr>
            <a:xfrm flipH="1">
              <a:off x="7491983" y="3636615"/>
              <a:ext cx="344136" cy="452009"/>
            </a:xfrm>
            <a:custGeom>
              <a:avLst/>
              <a:gdLst>
                <a:gd name="connsiteX0" fmla="*/ 2938828 w 5162043"/>
                <a:gd name="connsiteY0" fmla="*/ 5229411 h 6780135"/>
                <a:gd name="connsiteX1" fmla="*/ 1041405 w 5162043"/>
                <a:gd name="connsiteY1" fmla="*/ 5229411 h 6780135"/>
                <a:gd name="connsiteX2" fmla="*/ 1041405 w 5162043"/>
                <a:gd name="connsiteY2" fmla="*/ 5401902 h 6780135"/>
                <a:gd name="connsiteX3" fmla="*/ 2938828 w 5162043"/>
                <a:gd name="connsiteY3" fmla="*/ 5401902 h 6780135"/>
                <a:gd name="connsiteX4" fmla="*/ 2938828 w 5162043"/>
                <a:gd name="connsiteY4" fmla="*/ 4220268 h 6780135"/>
                <a:gd name="connsiteX5" fmla="*/ 1041405 w 5162043"/>
                <a:gd name="connsiteY5" fmla="*/ 4220268 h 6780135"/>
                <a:gd name="connsiteX6" fmla="*/ 1041405 w 5162043"/>
                <a:gd name="connsiteY6" fmla="*/ 4392759 h 6780135"/>
                <a:gd name="connsiteX7" fmla="*/ 2938828 w 5162043"/>
                <a:gd name="connsiteY7" fmla="*/ 4392759 h 6780135"/>
                <a:gd name="connsiteX8" fmla="*/ 2938828 w 5162043"/>
                <a:gd name="connsiteY8" fmla="*/ 3169826 h 6780135"/>
                <a:gd name="connsiteX9" fmla="*/ 1041405 w 5162043"/>
                <a:gd name="connsiteY9" fmla="*/ 3169826 h 6780135"/>
                <a:gd name="connsiteX10" fmla="*/ 1041405 w 5162043"/>
                <a:gd name="connsiteY10" fmla="*/ 3342317 h 6780135"/>
                <a:gd name="connsiteX11" fmla="*/ 2938828 w 5162043"/>
                <a:gd name="connsiteY11" fmla="*/ 3342317 h 6780135"/>
                <a:gd name="connsiteX12" fmla="*/ 2927647 w 5162043"/>
                <a:gd name="connsiteY12" fmla="*/ 2136156 h 6780135"/>
                <a:gd name="connsiteX13" fmla="*/ 1030224 w 5162043"/>
                <a:gd name="connsiteY13" fmla="*/ 2136156 h 6780135"/>
                <a:gd name="connsiteX14" fmla="*/ 1030224 w 5162043"/>
                <a:gd name="connsiteY14" fmla="*/ 2308648 h 6780135"/>
                <a:gd name="connsiteX15" fmla="*/ 2927647 w 5162043"/>
                <a:gd name="connsiteY15" fmla="*/ 2308648 h 6780135"/>
                <a:gd name="connsiteX16" fmla="*/ 2580945 w 5162043"/>
                <a:gd name="connsiteY16" fmla="*/ 344126 h 6780135"/>
                <a:gd name="connsiteX17" fmla="*/ 3016259 w 5162043"/>
                <a:gd name="connsiteY17" fmla="*/ 698989 h 6780135"/>
                <a:gd name="connsiteX18" fmla="*/ 3022212 w 5162043"/>
                <a:gd name="connsiteY18" fmla="*/ 757931 h 6780135"/>
                <a:gd name="connsiteX19" fmla="*/ 2139673 w 5162043"/>
                <a:gd name="connsiteY19" fmla="*/ 757931 h 6780135"/>
                <a:gd name="connsiteX20" fmla="*/ 2145625 w 5162043"/>
                <a:gd name="connsiteY20" fmla="*/ 698989 h 6780135"/>
                <a:gd name="connsiteX21" fmla="*/ 2580945 w 5162043"/>
                <a:gd name="connsiteY21" fmla="*/ 344126 h 6780135"/>
                <a:gd name="connsiteX22" fmla="*/ 2580945 w 5162043"/>
                <a:gd name="connsiteY22" fmla="*/ 0 h 6780135"/>
                <a:gd name="connsiteX23" fmla="*/ 1796540 w 5162043"/>
                <a:gd name="connsiteY23" fmla="*/ 708026 h 6780135"/>
                <a:gd name="connsiteX24" fmla="*/ 1794011 w 5162043"/>
                <a:gd name="connsiteY24" fmla="*/ 757931 h 6780135"/>
                <a:gd name="connsiteX25" fmla="*/ 327066 w 5162043"/>
                <a:gd name="connsiteY25" fmla="*/ 757931 h 6780135"/>
                <a:gd name="connsiteX26" fmla="*/ 148 w 5162043"/>
                <a:gd name="connsiteY26" fmla="*/ 757931 h 6780135"/>
                <a:gd name="connsiteX27" fmla="*/ 148 w 5162043"/>
                <a:gd name="connsiteY27" fmla="*/ 1095174 h 6780135"/>
                <a:gd name="connsiteX28" fmla="*/ 148 w 5162043"/>
                <a:gd name="connsiteY28" fmla="*/ 4014771 h 6780135"/>
                <a:gd name="connsiteX29" fmla="*/ 0 w 5162043"/>
                <a:gd name="connsiteY29" fmla="*/ 4014771 h 6780135"/>
                <a:gd name="connsiteX30" fmla="*/ 0 w 5162043"/>
                <a:gd name="connsiteY30" fmla="*/ 6076178 h 6780135"/>
                <a:gd name="connsiteX31" fmla="*/ 344126 w 5162043"/>
                <a:gd name="connsiteY31" fmla="*/ 6076178 h 6780135"/>
                <a:gd name="connsiteX32" fmla="*/ 344126 w 5162043"/>
                <a:gd name="connsiteY32" fmla="*/ 4840537 h 6780135"/>
                <a:gd name="connsiteX33" fmla="*/ 344274 w 5162043"/>
                <a:gd name="connsiteY33" fmla="*/ 4840537 h 6780135"/>
                <a:gd name="connsiteX34" fmla="*/ 344274 w 5162043"/>
                <a:gd name="connsiteY34" fmla="*/ 1102057 h 6780135"/>
                <a:gd name="connsiteX35" fmla="*/ 1720622 w 5162043"/>
                <a:gd name="connsiteY35" fmla="*/ 1102057 h 6780135"/>
                <a:gd name="connsiteX36" fmla="*/ 1720622 w 5162043"/>
                <a:gd name="connsiteY36" fmla="*/ 1281868 h 6780135"/>
                <a:gd name="connsiteX37" fmla="*/ 3441251 w 5162043"/>
                <a:gd name="connsiteY37" fmla="*/ 1281868 h 6780135"/>
                <a:gd name="connsiteX38" fmla="*/ 3441251 w 5162043"/>
                <a:gd name="connsiteY38" fmla="*/ 1102057 h 6780135"/>
                <a:gd name="connsiteX39" fmla="*/ 4817903 w 5162043"/>
                <a:gd name="connsiteY39" fmla="*/ 1102057 h 6780135"/>
                <a:gd name="connsiteX40" fmla="*/ 4817903 w 5162043"/>
                <a:gd name="connsiteY40" fmla="*/ 6436009 h 6780135"/>
                <a:gd name="connsiteX41" fmla="*/ 3676524 w 5162043"/>
                <a:gd name="connsiteY41" fmla="*/ 6436009 h 6780135"/>
                <a:gd name="connsiteX42" fmla="*/ 2187686 w 5162043"/>
                <a:gd name="connsiteY42" fmla="*/ 6436009 h 6780135"/>
                <a:gd name="connsiteX43" fmla="*/ 698180 w 5162043"/>
                <a:gd name="connsiteY43" fmla="*/ 6436009 h 6780135"/>
                <a:gd name="connsiteX44" fmla="*/ 698180 w 5162043"/>
                <a:gd name="connsiteY44" fmla="*/ 6780135 h 6780135"/>
                <a:gd name="connsiteX45" fmla="*/ 2187686 w 5162043"/>
                <a:gd name="connsiteY45" fmla="*/ 6780135 h 6780135"/>
                <a:gd name="connsiteX46" fmla="*/ 3676524 w 5162043"/>
                <a:gd name="connsiteY46" fmla="*/ 6780135 h 6780135"/>
                <a:gd name="connsiteX47" fmla="*/ 5162028 w 5162043"/>
                <a:gd name="connsiteY47" fmla="*/ 6780135 h 6780135"/>
                <a:gd name="connsiteX48" fmla="*/ 5162028 w 5162043"/>
                <a:gd name="connsiteY48" fmla="*/ 1101629 h 6780135"/>
                <a:gd name="connsiteX49" fmla="*/ 5069550 w 5162043"/>
                <a:gd name="connsiteY49" fmla="*/ 851282 h 6780135"/>
                <a:gd name="connsiteX50" fmla="*/ 4813176 w 5162043"/>
                <a:gd name="connsiteY50" fmla="*/ 757931 h 6780135"/>
                <a:gd name="connsiteX51" fmla="*/ 3367875 w 5162043"/>
                <a:gd name="connsiteY51" fmla="*/ 757931 h 6780135"/>
                <a:gd name="connsiteX52" fmla="*/ 3365345 w 5162043"/>
                <a:gd name="connsiteY52" fmla="*/ 707955 h 6780135"/>
                <a:gd name="connsiteX53" fmla="*/ 2580945 w 5162043"/>
                <a:gd name="connsiteY53" fmla="*/ 0 h 678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162043" h="6780135">
                  <a:moveTo>
                    <a:pt x="2938828" y="5229411"/>
                  </a:moveTo>
                  <a:lnTo>
                    <a:pt x="1041405" y="5229411"/>
                  </a:lnTo>
                  <a:lnTo>
                    <a:pt x="1041405" y="5401902"/>
                  </a:lnTo>
                  <a:lnTo>
                    <a:pt x="2938828" y="5401902"/>
                  </a:lnTo>
                  <a:close/>
                  <a:moveTo>
                    <a:pt x="2938828" y="4220268"/>
                  </a:moveTo>
                  <a:lnTo>
                    <a:pt x="1041405" y="4220268"/>
                  </a:lnTo>
                  <a:lnTo>
                    <a:pt x="1041405" y="4392759"/>
                  </a:lnTo>
                  <a:lnTo>
                    <a:pt x="2938828" y="4392759"/>
                  </a:lnTo>
                  <a:close/>
                  <a:moveTo>
                    <a:pt x="2938828" y="3169826"/>
                  </a:moveTo>
                  <a:lnTo>
                    <a:pt x="1041405" y="3169826"/>
                  </a:lnTo>
                  <a:lnTo>
                    <a:pt x="1041405" y="3342317"/>
                  </a:lnTo>
                  <a:lnTo>
                    <a:pt x="2938828" y="3342317"/>
                  </a:lnTo>
                  <a:close/>
                  <a:moveTo>
                    <a:pt x="2927647" y="2136156"/>
                  </a:moveTo>
                  <a:lnTo>
                    <a:pt x="1030224" y="2136156"/>
                  </a:lnTo>
                  <a:lnTo>
                    <a:pt x="1030224" y="2308648"/>
                  </a:lnTo>
                  <a:lnTo>
                    <a:pt x="2927647" y="2308648"/>
                  </a:lnTo>
                  <a:close/>
                  <a:moveTo>
                    <a:pt x="2580945" y="344126"/>
                  </a:moveTo>
                  <a:cubicBezTo>
                    <a:pt x="2795484" y="344126"/>
                    <a:pt x="2974786" y="496611"/>
                    <a:pt x="3016259" y="698989"/>
                  </a:cubicBezTo>
                  <a:lnTo>
                    <a:pt x="3022212" y="757931"/>
                  </a:lnTo>
                  <a:lnTo>
                    <a:pt x="2139673" y="757931"/>
                  </a:lnTo>
                  <a:lnTo>
                    <a:pt x="2145625" y="698989"/>
                  </a:lnTo>
                  <a:cubicBezTo>
                    <a:pt x="2187099" y="496611"/>
                    <a:pt x="2366402" y="344126"/>
                    <a:pt x="2580945" y="344126"/>
                  </a:cubicBezTo>
                  <a:close/>
                  <a:moveTo>
                    <a:pt x="2580945" y="0"/>
                  </a:moveTo>
                  <a:cubicBezTo>
                    <a:pt x="2173235" y="0"/>
                    <a:pt x="1836979" y="311151"/>
                    <a:pt x="1796540" y="708026"/>
                  </a:cubicBezTo>
                  <a:lnTo>
                    <a:pt x="1794011" y="757931"/>
                  </a:lnTo>
                  <a:lnTo>
                    <a:pt x="327066" y="757931"/>
                  </a:lnTo>
                  <a:lnTo>
                    <a:pt x="148" y="757931"/>
                  </a:lnTo>
                  <a:lnTo>
                    <a:pt x="148" y="1095174"/>
                  </a:lnTo>
                  <a:lnTo>
                    <a:pt x="148" y="4014771"/>
                  </a:lnTo>
                  <a:lnTo>
                    <a:pt x="0" y="4014771"/>
                  </a:lnTo>
                  <a:lnTo>
                    <a:pt x="0" y="6076178"/>
                  </a:lnTo>
                  <a:lnTo>
                    <a:pt x="344126" y="6076178"/>
                  </a:lnTo>
                  <a:lnTo>
                    <a:pt x="344126" y="4840537"/>
                  </a:lnTo>
                  <a:lnTo>
                    <a:pt x="344274" y="4840537"/>
                  </a:lnTo>
                  <a:lnTo>
                    <a:pt x="344274" y="1102057"/>
                  </a:lnTo>
                  <a:lnTo>
                    <a:pt x="1720622" y="1102057"/>
                  </a:lnTo>
                  <a:lnTo>
                    <a:pt x="1720622" y="1281868"/>
                  </a:lnTo>
                  <a:lnTo>
                    <a:pt x="3441251" y="1281868"/>
                  </a:lnTo>
                  <a:lnTo>
                    <a:pt x="3441251" y="1102057"/>
                  </a:lnTo>
                  <a:lnTo>
                    <a:pt x="4817903" y="1102057"/>
                  </a:lnTo>
                  <a:lnTo>
                    <a:pt x="4817903" y="6436009"/>
                  </a:lnTo>
                  <a:lnTo>
                    <a:pt x="3676524" y="6436009"/>
                  </a:lnTo>
                  <a:lnTo>
                    <a:pt x="2187686" y="6436009"/>
                  </a:lnTo>
                  <a:lnTo>
                    <a:pt x="698180" y="6436009"/>
                  </a:lnTo>
                  <a:lnTo>
                    <a:pt x="698180" y="6780135"/>
                  </a:lnTo>
                  <a:lnTo>
                    <a:pt x="2187686" y="6780135"/>
                  </a:lnTo>
                  <a:lnTo>
                    <a:pt x="3676524" y="6780135"/>
                  </a:lnTo>
                  <a:lnTo>
                    <a:pt x="5162028" y="6780135"/>
                  </a:lnTo>
                  <a:lnTo>
                    <a:pt x="5162028" y="1101629"/>
                  </a:lnTo>
                  <a:cubicBezTo>
                    <a:pt x="5162028" y="1101629"/>
                    <a:pt x="5165470" y="947638"/>
                    <a:pt x="5069550" y="851282"/>
                  </a:cubicBezTo>
                  <a:cubicBezTo>
                    <a:pt x="4973622" y="754926"/>
                    <a:pt x="4813176" y="757931"/>
                    <a:pt x="4813176" y="757931"/>
                  </a:cubicBezTo>
                  <a:lnTo>
                    <a:pt x="3367875" y="757931"/>
                  </a:lnTo>
                  <a:lnTo>
                    <a:pt x="3365345" y="707955"/>
                  </a:lnTo>
                  <a:cubicBezTo>
                    <a:pt x="3324906" y="310770"/>
                    <a:pt x="2988650" y="0"/>
                    <a:pt x="2580945" y="0"/>
                  </a:cubicBezTo>
                  <a:close/>
                </a:path>
              </a:pathLst>
            </a:custGeom>
            <a:grpFill/>
            <a:ln w="9525" cap="flat">
              <a:noFill/>
              <a:prstDash val="solid"/>
              <a:miter/>
            </a:ln>
          </p:spPr>
          <p:txBody>
            <a:bodyPr wrap="square" rtlCol="0" anchor="ctr">
              <a:noAutofit/>
            </a:bodyPr>
            <a:lstStyle/>
            <a:p>
              <a:endParaRPr lang="en-US"/>
            </a:p>
          </p:txBody>
        </p:sp>
      </p:grpSp>
      <p:grpSp>
        <p:nvGrpSpPr>
          <p:cNvPr id="2804" name="Group 2803">
            <a:extLst>
              <a:ext uri="{FF2B5EF4-FFF2-40B4-BE49-F238E27FC236}">
                <a16:creationId xmlns:a16="http://schemas.microsoft.com/office/drawing/2014/main" id="{B6BF9E70-577F-5739-2E01-A97BC3300D90}"/>
              </a:ext>
              <a:ext uri="{C183D7F6-B498-43B3-948B-1728B52AA6E4}">
                <adec:decorative xmlns:adec="http://schemas.microsoft.com/office/drawing/2017/decorative" val="1"/>
              </a:ext>
            </a:extLst>
          </p:cNvPr>
          <p:cNvGrpSpPr>
            <a:grpSpLocks noChangeAspect="1"/>
          </p:cNvGrpSpPr>
          <p:nvPr/>
        </p:nvGrpSpPr>
        <p:grpSpPr>
          <a:xfrm>
            <a:off x="7927043" y="3644779"/>
            <a:ext cx="348089" cy="457200"/>
            <a:chOff x="7926999" y="3636615"/>
            <a:chExt cx="348089" cy="457200"/>
          </a:xfrm>
          <a:solidFill>
            <a:schemeClr val="accent2"/>
          </a:solidFill>
        </p:grpSpPr>
        <p:sp>
          <p:nvSpPr>
            <p:cNvPr id="1906" name="Freeform: Shape 1905">
              <a:extLst>
                <a:ext uri="{FF2B5EF4-FFF2-40B4-BE49-F238E27FC236}">
                  <a16:creationId xmlns:a16="http://schemas.microsoft.com/office/drawing/2014/main" id="{0FA205B5-A045-196E-E361-86FBE9FD64B5}"/>
                </a:ext>
                <a:ext uri="{C183D7F6-B498-43B3-948B-1728B52AA6E4}">
                  <adec:decorative xmlns:adec="http://schemas.microsoft.com/office/drawing/2017/decorative" val="1"/>
                </a:ext>
              </a:extLst>
            </p:cNvPr>
            <p:cNvSpPr/>
            <p:nvPr/>
          </p:nvSpPr>
          <p:spPr>
            <a:xfrm>
              <a:off x="7926999" y="3636615"/>
              <a:ext cx="341702" cy="449713"/>
            </a:xfrm>
            <a:custGeom>
              <a:avLst/>
              <a:gdLst>
                <a:gd name="connsiteX0" fmla="*/ 13326 w 5125532"/>
                <a:gd name="connsiteY0" fmla="*/ 750559 h 6745696"/>
                <a:gd name="connsiteX1" fmla="*/ 404757 w 5125532"/>
                <a:gd name="connsiteY1" fmla="*/ 750952 h 6745696"/>
                <a:gd name="connsiteX2" fmla="*/ 800633 w 5125532"/>
                <a:gd name="connsiteY2" fmla="*/ 750952 h 6745696"/>
                <a:gd name="connsiteX3" fmla="*/ 800633 w 5125532"/>
                <a:gd name="connsiteY3" fmla="*/ 751353 h 6745696"/>
                <a:gd name="connsiteX4" fmla="*/ 4700719 w 5125532"/>
                <a:gd name="connsiteY4" fmla="*/ 755263 h 6745696"/>
                <a:gd name="connsiteX5" fmla="*/ 5125532 w 5125532"/>
                <a:gd name="connsiteY5" fmla="*/ 1129905 h 6745696"/>
                <a:gd name="connsiteX6" fmla="*/ 5125532 w 5125532"/>
                <a:gd name="connsiteY6" fmla="*/ 5977723 h 6745696"/>
                <a:gd name="connsiteX7" fmla="*/ 4701897 w 5125532"/>
                <a:gd name="connsiteY7" fmla="*/ 5977723 h 6745696"/>
                <a:gd name="connsiteX8" fmla="*/ 4701897 w 5125532"/>
                <a:gd name="connsiteY8" fmla="*/ 1125995 h 6745696"/>
                <a:gd name="connsiteX9" fmla="*/ 3626554 w 5125532"/>
                <a:gd name="connsiteY9" fmla="*/ 1125995 h 6745696"/>
                <a:gd name="connsiteX10" fmla="*/ 3626554 w 5125532"/>
                <a:gd name="connsiteY10" fmla="*/ 1368901 h 6745696"/>
                <a:gd name="connsiteX11" fmla="*/ 1592645 w 5125532"/>
                <a:gd name="connsiteY11" fmla="*/ 1368901 h 6745696"/>
                <a:gd name="connsiteX12" fmla="*/ 1592645 w 5125532"/>
                <a:gd name="connsiteY12" fmla="*/ 1125995 h 6745696"/>
                <a:gd name="connsiteX13" fmla="*/ 427161 w 5125532"/>
                <a:gd name="connsiteY13" fmla="*/ 1125995 h 6745696"/>
                <a:gd name="connsiteX14" fmla="*/ 427161 w 5125532"/>
                <a:gd name="connsiteY14" fmla="*/ 6367520 h 6745696"/>
                <a:gd name="connsiteX15" fmla="*/ 4341054 w 5125532"/>
                <a:gd name="connsiteY15" fmla="*/ 6369252 h 6745696"/>
                <a:gd name="connsiteX16" fmla="*/ 4341054 w 5125532"/>
                <a:gd name="connsiteY16" fmla="*/ 6745696 h 6745696"/>
                <a:gd name="connsiteX17" fmla="*/ 425197 w 5125532"/>
                <a:gd name="connsiteY17" fmla="*/ 6745696 h 6745696"/>
                <a:gd name="connsiteX18" fmla="*/ 0 w 5125532"/>
                <a:gd name="connsiteY18" fmla="*/ 6371055 h 6745696"/>
                <a:gd name="connsiteX19" fmla="*/ 0 w 5125532"/>
                <a:gd name="connsiteY19" fmla="*/ 930824 h 6745696"/>
                <a:gd name="connsiteX20" fmla="*/ 0 w 5125532"/>
                <a:gd name="connsiteY20" fmla="*/ 750952 h 6745696"/>
                <a:gd name="connsiteX21" fmla="*/ 13326 w 5125532"/>
                <a:gd name="connsiteY21" fmla="*/ 750952 h 6745696"/>
                <a:gd name="connsiteX22" fmla="*/ 2628996 w 5125532"/>
                <a:gd name="connsiteY22" fmla="*/ 0 h 6745696"/>
                <a:gd name="connsiteX23" fmla="*/ 3583903 w 5125532"/>
                <a:gd name="connsiteY23" fmla="*/ 634324 h 6745696"/>
                <a:gd name="connsiteX24" fmla="*/ 3607319 w 5125532"/>
                <a:gd name="connsiteY24" fmla="*/ 750568 h 6745696"/>
                <a:gd name="connsiteX25" fmla="*/ 3060135 w 5125532"/>
                <a:gd name="connsiteY25" fmla="*/ 750568 h 6745696"/>
                <a:gd name="connsiteX26" fmla="*/ 3002009 w 5125532"/>
                <a:gd name="connsiteY26" fmla="*/ 663997 h 6745696"/>
                <a:gd name="connsiteX27" fmla="*/ 2628996 w 5125532"/>
                <a:gd name="connsiteY27" fmla="*/ 508830 h 6745696"/>
                <a:gd name="connsiteX28" fmla="*/ 2255982 w 5125532"/>
                <a:gd name="connsiteY28" fmla="*/ 663997 h 6745696"/>
                <a:gd name="connsiteX29" fmla="*/ 2197857 w 5125532"/>
                <a:gd name="connsiteY29" fmla="*/ 750568 h 6745696"/>
                <a:gd name="connsiteX30" fmla="*/ 1650672 w 5125532"/>
                <a:gd name="connsiteY30" fmla="*/ 750568 h 6745696"/>
                <a:gd name="connsiteX31" fmla="*/ 1674088 w 5125532"/>
                <a:gd name="connsiteY31" fmla="*/ 634324 h 6745696"/>
                <a:gd name="connsiteX32" fmla="*/ 2628996 w 5125532"/>
                <a:gd name="connsiteY32" fmla="*/ 0 h 67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5532" h="6745696">
                  <a:moveTo>
                    <a:pt x="13326" y="750559"/>
                  </a:moveTo>
                  <a:lnTo>
                    <a:pt x="404757" y="750952"/>
                  </a:lnTo>
                  <a:lnTo>
                    <a:pt x="800633" y="750952"/>
                  </a:lnTo>
                  <a:lnTo>
                    <a:pt x="800633" y="751353"/>
                  </a:lnTo>
                  <a:lnTo>
                    <a:pt x="4700719" y="755263"/>
                  </a:lnTo>
                  <a:cubicBezTo>
                    <a:pt x="4935466" y="755656"/>
                    <a:pt x="5125532" y="923380"/>
                    <a:pt x="5125532" y="1129905"/>
                  </a:cubicBezTo>
                  <a:lnTo>
                    <a:pt x="5125532" y="5977723"/>
                  </a:lnTo>
                  <a:lnTo>
                    <a:pt x="4701897" y="5977723"/>
                  </a:lnTo>
                  <a:lnTo>
                    <a:pt x="4701897" y="1125995"/>
                  </a:lnTo>
                  <a:lnTo>
                    <a:pt x="3626554" y="1125995"/>
                  </a:lnTo>
                  <a:lnTo>
                    <a:pt x="3626554" y="1368901"/>
                  </a:lnTo>
                  <a:lnTo>
                    <a:pt x="1592645" y="1368901"/>
                  </a:lnTo>
                  <a:lnTo>
                    <a:pt x="1592645" y="1125995"/>
                  </a:lnTo>
                  <a:lnTo>
                    <a:pt x="427161" y="1125995"/>
                  </a:lnTo>
                  <a:lnTo>
                    <a:pt x="427161" y="6367520"/>
                  </a:lnTo>
                  <a:lnTo>
                    <a:pt x="4341054" y="6369252"/>
                  </a:lnTo>
                  <a:lnTo>
                    <a:pt x="4341054" y="6745696"/>
                  </a:lnTo>
                  <a:lnTo>
                    <a:pt x="425197" y="6745696"/>
                  </a:lnTo>
                  <a:cubicBezTo>
                    <a:pt x="190458" y="6745696"/>
                    <a:pt x="0" y="6577963"/>
                    <a:pt x="0" y="6371055"/>
                  </a:cubicBezTo>
                  <a:lnTo>
                    <a:pt x="0" y="930824"/>
                  </a:lnTo>
                  <a:lnTo>
                    <a:pt x="0" y="750952"/>
                  </a:lnTo>
                  <a:lnTo>
                    <a:pt x="13326" y="750952"/>
                  </a:lnTo>
                  <a:close/>
                  <a:moveTo>
                    <a:pt x="2628996" y="0"/>
                  </a:moveTo>
                  <a:cubicBezTo>
                    <a:pt x="3058269" y="0"/>
                    <a:pt x="3426580" y="261558"/>
                    <a:pt x="3583903" y="634324"/>
                  </a:cubicBezTo>
                  <a:lnTo>
                    <a:pt x="3607319" y="750568"/>
                  </a:lnTo>
                  <a:lnTo>
                    <a:pt x="3060135" y="750568"/>
                  </a:lnTo>
                  <a:lnTo>
                    <a:pt x="3002009" y="663997"/>
                  </a:lnTo>
                  <a:cubicBezTo>
                    <a:pt x="2906550" y="568126"/>
                    <a:pt x="2774671" y="508830"/>
                    <a:pt x="2628996" y="508830"/>
                  </a:cubicBezTo>
                  <a:cubicBezTo>
                    <a:pt x="2483327" y="508830"/>
                    <a:pt x="2351442" y="568126"/>
                    <a:pt x="2255982" y="663997"/>
                  </a:cubicBezTo>
                  <a:lnTo>
                    <a:pt x="2197857" y="750568"/>
                  </a:lnTo>
                  <a:lnTo>
                    <a:pt x="1650672" y="750568"/>
                  </a:lnTo>
                  <a:lnTo>
                    <a:pt x="1674088" y="634324"/>
                  </a:lnTo>
                  <a:cubicBezTo>
                    <a:pt x="1831412" y="261558"/>
                    <a:pt x="2199729" y="0"/>
                    <a:pt x="2628996" y="0"/>
                  </a:cubicBezTo>
                  <a:close/>
                </a:path>
              </a:pathLst>
            </a:custGeom>
            <a:grpFill/>
            <a:ln w="33040" cap="flat">
              <a:noFill/>
              <a:prstDash val="solid"/>
              <a:miter/>
            </a:ln>
          </p:spPr>
          <p:txBody>
            <a:bodyPr wrap="square" rtlCol="0" anchor="ctr">
              <a:noAutofit/>
            </a:bodyPr>
            <a:lstStyle/>
            <a:p>
              <a:endParaRPr lang="en-US"/>
            </a:p>
          </p:txBody>
        </p:sp>
        <p:sp>
          <p:nvSpPr>
            <p:cNvPr id="1907" name="Freeform: Shape 1906">
              <a:extLst>
                <a:ext uri="{FF2B5EF4-FFF2-40B4-BE49-F238E27FC236}">
                  <a16:creationId xmlns:a16="http://schemas.microsoft.com/office/drawing/2014/main" id="{08E36543-84DF-6D55-6C80-49099BB2BCB2}"/>
                </a:ext>
                <a:ext uri="{C183D7F6-B498-43B3-948B-1728B52AA6E4}">
                  <adec:decorative xmlns:adec="http://schemas.microsoft.com/office/drawing/2017/decorative" val="1"/>
                </a:ext>
              </a:extLst>
            </p:cNvPr>
            <p:cNvSpPr/>
            <p:nvPr/>
          </p:nvSpPr>
          <p:spPr>
            <a:xfrm>
              <a:off x="7991086" y="3824467"/>
              <a:ext cx="284002" cy="269348"/>
            </a:xfrm>
            <a:custGeom>
              <a:avLst/>
              <a:gdLst>
                <a:gd name="connsiteX0" fmla="*/ 3666764 w 4260025"/>
                <a:gd name="connsiteY0" fmla="*/ 3446954 h 4040214"/>
                <a:gd name="connsiteX1" fmla="*/ 4260025 w 4260025"/>
                <a:gd name="connsiteY1" fmla="*/ 3446954 h 4040214"/>
                <a:gd name="connsiteX2" fmla="*/ 4260025 w 4260025"/>
                <a:gd name="connsiteY2" fmla="*/ 4040214 h 4040214"/>
                <a:gd name="connsiteX3" fmla="*/ 3666764 w 4260025"/>
                <a:gd name="connsiteY3" fmla="*/ 4040214 h 4040214"/>
                <a:gd name="connsiteX4" fmla="*/ 982077 w 4260025"/>
                <a:gd name="connsiteY4" fmla="*/ 1642413 h 4040214"/>
                <a:gd name="connsiteX5" fmla="*/ 2767911 w 4260025"/>
                <a:gd name="connsiteY5" fmla="*/ 1642413 h 4040214"/>
                <a:gd name="connsiteX6" fmla="*/ 2767911 w 4260025"/>
                <a:gd name="connsiteY6" fmla="*/ 1799167 h 4040214"/>
                <a:gd name="connsiteX7" fmla="*/ 982077 w 4260025"/>
                <a:gd name="connsiteY7" fmla="*/ 1799167 h 4040214"/>
                <a:gd name="connsiteX8" fmla="*/ 2972088 w 4260025"/>
                <a:gd name="connsiteY8" fmla="*/ 1618903 h 4040214"/>
                <a:gd name="connsiteX9" fmla="*/ 3176263 w 4260025"/>
                <a:gd name="connsiteY9" fmla="*/ 1618903 h 4040214"/>
                <a:gd name="connsiteX10" fmla="*/ 3176263 w 4260025"/>
                <a:gd name="connsiteY10" fmla="*/ 1823078 h 4040214"/>
                <a:gd name="connsiteX11" fmla="*/ 2972088 w 4260025"/>
                <a:gd name="connsiteY11" fmla="*/ 1823078 h 4040214"/>
                <a:gd name="connsiteX12" fmla="*/ 714417 w 4260025"/>
                <a:gd name="connsiteY12" fmla="*/ 1175676 h 4040214"/>
                <a:gd name="connsiteX13" fmla="*/ 825320 w 4260025"/>
                <a:gd name="connsiteY13" fmla="*/ 1286578 h 4040214"/>
                <a:gd name="connsiteX14" fmla="*/ 259429 w 4260025"/>
                <a:gd name="connsiteY14" fmla="*/ 1852078 h 4040214"/>
                <a:gd name="connsiteX15" fmla="*/ 0 w 4260025"/>
                <a:gd name="connsiteY15" fmla="*/ 1592648 h 4040214"/>
                <a:gd name="connsiteX16" fmla="*/ 110902 w 4260025"/>
                <a:gd name="connsiteY16" fmla="*/ 1481739 h 4040214"/>
                <a:gd name="connsiteX17" fmla="*/ 259429 w 4260025"/>
                <a:gd name="connsiteY17" fmla="*/ 1630656 h 4040214"/>
                <a:gd name="connsiteX18" fmla="*/ 982077 w 4260025"/>
                <a:gd name="connsiteY18" fmla="*/ 466746 h 4040214"/>
                <a:gd name="connsiteX19" fmla="*/ 2767911 w 4260025"/>
                <a:gd name="connsiteY19" fmla="*/ 466746 h 4040214"/>
                <a:gd name="connsiteX20" fmla="*/ 2767911 w 4260025"/>
                <a:gd name="connsiteY20" fmla="*/ 623500 h 4040214"/>
                <a:gd name="connsiteX21" fmla="*/ 982077 w 4260025"/>
                <a:gd name="connsiteY21" fmla="*/ 623500 h 4040214"/>
                <a:gd name="connsiteX22" fmla="*/ 2972088 w 4260025"/>
                <a:gd name="connsiteY22" fmla="*/ 443227 h 4040214"/>
                <a:gd name="connsiteX23" fmla="*/ 3176263 w 4260025"/>
                <a:gd name="connsiteY23" fmla="*/ 443227 h 4040214"/>
                <a:gd name="connsiteX24" fmla="*/ 3176263 w 4260025"/>
                <a:gd name="connsiteY24" fmla="*/ 647402 h 4040214"/>
                <a:gd name="connsiteX25" fmla="*/ 2972088 w 4260025"/>
                <a:gd name="connsiteY25" fmla="*/ 647402 h 4040214"/>
                <a:gd name="connsiteX26" fmla="*/ 714417 w 4260025"/>
                <a:gd name="connsiteY26" fmla="*/ 0 h 4040214"/>
                <a:gd name="connsiteX27" fmla="*/ 825320 w 4260025"/>
                <a:gd name="connsiteY27" fmla="*/ 110902 h 4040214"/>
                <a:gd name="connsiteX28" fmla="*/ 259429 w 4260025"/>
                <a:gd name="connsiteY28" fmla="*/ 676402 h 4040214"/>
                <a:gd name="connsiteX29" fmla="*/ 0 w 4260025"/>
                <a:gd name="connsiteY29" fmla="*/ 416972 h 4040214"/>
                <a:gd name="connsiteX30" fmla="*/ 110902 w 4260025"/>
                <a:gd name="connsiteY30" fmla="*/ 306063 h 4040214"/>
                <a:gd name="connsiteX31" fmla="*/ 259429 w 4260025"/>
                <a:gd name="connsiteY31" fmla="*/ 454980 h 404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60025" h="4040214">
                  <a:moveTo>
                    <a:pt x="3666764" y="3446954"/>
                  </a:moveTo>
                  <a:lnTo>
                    <a:pt x="4260025" y="3446954"/>
                  </a:lnTo>
                  <a:lnTo>
                    <a:pt x="4260025" y="4040214"/>
                  </a:lnTo>
                  <a:lnTo>
                    <a:pt x="3666764" y="4040214"/>
                  </a:lnTo>
                  <a:close/>
                  <a:moveTo>
                    <a:pt x="982077" y="1642413"/>
                  </a:moveTo>
                  <a:lnTo>
                    <a:pt x="2767911" y="1642413"/>
                  </a:lnTo>
                  <a:lnTo>
                    <a:pt x="2767911" y="1799167"/>
                  </a:lnTo>
                  <a:lnTo>
                    <a:pt x="982077" y="1799167"/>
                  </a:lnTo>
                  <a:close/>
                  <a:moveTo>
                    <a:pt x="2972088" y="1618903"/>
                  </a:moveTo>
                  <a:lnTo>
                    <a:pt x="3176263" y="1618903"/>
                  </a:lnTo>
                  <a:lnTo>
                    <a:pt x="3176263" y="1823078"/>
                  </a:lnTo>
                  <a:lnTo>
                    <a:pt x="2972088" y="1823078"/>
                  </a:lnTo>
                  <a:close/>
                  <a:moveTo>
                    <a:pt x="714417" y="1175676"/>
                  </a:moveTo>
                  <a:lnTo>
                    <a:pt x="825320" y="1286578"/>
                  </a:lnTo>
                  <a:lnTo>
                    <a:pt x="259429" y="1852078"/>
                  </a:lnTo>
                  <a:lnTo>
                    <a:pt x="0" y="1592648"/>
                  </a:lnTo>
                  <a:lnTo>
                    <a:pt x="110902" y="1481739"/>
                  </a:lnTo>
                  <a:lnTo>
                    <a:pt x="259429" y="1630656"/>
                  </a:lnTo>
                  <a:close/>
                  <a:moveTo>
                    <a:pt x="982077" y="466746"/>
                  </a:moveTo>
                  <a:lnTo>
                    <a:pt x="2767911" y="466746"/>
                  </a:lnTo>
                  <a:lnTo>
                    <a:pt x="2767911" y="623500"/>
                  </a:lnTo>
                  <a:lnTo>
                    <a:pt x="982077" y="623500"/>
                  </a:lnTo>
                  <a:close/>
                  <a:moveTo>
                    <a:pt x="2972088" y="443227"/>
                  </a:moveTo>
                  <a:lnTo>
                    <a:pt x="3176263" y="443227"/>
                  </a:lnTo>
                  <a:lnTo>
                    <a:pt x="3176263" y="647402"/>
                  </a:lnTo>
                  <a:lnTo>
                    <a:pt x="2972088" y="647402"/>
                  </a:lnTo>
                  <a:close/>
                  <a:moveTo>
                    <a:pt x="714417" y="0"/>
                  </a:moveTo>
                  <a:lnTo>
                    <a:pt x="825320" y="110902"/>
                  </a:lnTo>
                  <a:lnTo>
                    <a:pt x="259429" y="676402"/>
                  </a:lnTo>
                  <a:lnTo>
                    <a:pt x="0" y="416972"/>
                  </a:lnTo>
                  <a:lnTo>
                    <a:pt x="110902" y="306063"/>
                  </a:lnTo>
                  <a:lnTo>
                    <a:pt x="259429" y="454980"/>
                  </a:lnTo>
                  <a:close/>
                </a:path>
              </a:pathLst>
            </a:custGeom>
            <a:solidFill>
              <a:schemeClr val="bg1"/>
            </a:solidFill>
            <a:ln w="5507" cap="flat">
              <a:noFill/>
              <a:prstDash val="solid"/>
              <a:miter/>
            </a:ln>
          </p:spPr>
          <p:txBody>
            <a:bodyPr wrap="square" rtlCol="0" anchor="ctr">
              <a:noAutofit/>
            </a:bodyPr>
            <a:lstStyle/>
            <a:p>
              <a:endParaRPr lang="en-US" dirty="0"/>
            </a:p>
          </p:txBody>
        </p:sp>
      </p:grpSp>
      <p:grpSp>
        <p:nvGrpSpPr>
          <p:cNvPr id="2803" name="Group 2802">
            <a:extLst>
              <a:ext uri="{FF2B5EF4-FFF2-40B4-BE49-F238E27FC236}">
                <a16:creationId xmlns:a16="http://schemas.microsoft.com/office/drawing/2014/main" id="{894B0302-6E23-E1EC-D32C-1284E0DA903B}"/>
              </a:ext>
              <a:ext uri="{C183D7F6-B498-43B3-948B-1728B52AA6E4}">
                <adec:decorative xmlns:adec="http://schemas.microsoft.com/office/drawing/2017/decorative" val="1"/>
              </a:ext>
            </a:extLst>
          </p:cNvPr>
          <p:cNvGrpSpPr>
            <a:grpSpLocks noChangeAspect="1"/>
          </p:cNvGrpSpPr>
          <p:nvPr/>
        </p:nvGrpSpPr>
        <p:grpSpPr>
          <a:xfrm>
            <a:off x="8360126" y="3644779"/>
            <a:ext cx="493057" cy="457200"/>
            <a:chOff x="8360089" y="3636615"/>
            <a:chExt cx="493057" cy="457200"/>
          </a:xfrm>
          <a:solidFill>
            <a:schemeClr val="accent2"/>
          </a:solidFill>
        </p:grpSpPr>
        <p:sp>
          <p:nvSpPr>
            <p:cNvPr id="1910" name="Freeform: Shape 1909">
              <a:extLst>
                <a:ext uri="{FF2B5EF4-FFF2-40B4-BE49-F238E27FC236}">
                  <a16:creationId xmlns:a16="http://schemas.microsoft.com/office/drawing/2014/main" id="{03BE544B-5571-704B-218A-B6CAFC75B6EA}"/>
                </a:ext>
                <a:ext uri="{C183D7F6-B498-43B3-948B-1728B52AA6E4}">
                  <adec:decorative xmlns:adec="http://schemas.microsoft.com/office/drawing/2017/decorative" val="1"/>
                </a:ext>
              </a:extLst>
            </p:cNvPr>
            <p:cNvSpPr/>
            <p:nvPr/>
          </p:nvSpPr>
          <p:spPr>
            <a:xfrm>
              <a:off x="8365754" y="3642193"/>
              <a:ext cx="452052" cy="451622"/>
            </a:xfrm>
            <a:custGeom>
              <a:avLst/>
              <a:gdLst>
                <a:gd name="connsiteX0" fmla="*/ 818051 w 841599"/>
                <a:gd name="connsiteY0" fmla="*/ 0 h 840798"/>
                <a:gd name="connsiteX1" fmla="*/ 841504 w 841599"/>
                <a:gd name="connsiteY1" fmla="*/ 23217 h 840798"/>
                <a:gd name="connsiteX2" fmla="*/ 841484 w 841599"/>
                <a:gd name="connsiteY2" fmla="*/ 256931 h 840798"/>
                <a:gd name="connsiteX3" fmla="*/ 839127 w 841599"/>
                <a:gd name="connsiteY3" fmla="*/ 261461 h 840798"/>
                <a:gd name="connsiteX4" fmla="*/ 796532 w 841599"/>
                <a:gd name="connsiteY4" fmla="*/ 292797 h 840798"/>
                <a:gd name="connsiteX5" fmla="*/ 796532 w 841599"/>
                <a:gd name="connsiteY5" fmla="*/ 222341 h 840798"/>
                <a:gd name="connsiteX6" fmla="*/ 45356 w 841599"/>
                <a:gd name="connsiteY6" fmla="*/ 222341 h 840798"/>
                <a:gd name="connsiteX7" fmla="*/ 45356 w 841599"/>
                <a:gd name="connsiteY7" fmla="*/ 795248 h 840798"/>
                <a:gd name="connsiteX8" fmla="*/ 796410 w 841599"/>
                <a:gd name="connsiteY8" fmla="*/ 795248 h 840798"/>
                <a:gd name="connsiteX9" fmla="*/ 796410 w 841599"/>
                <a:gd name="connsiteY9" fmla="*/ 789858 h 840798"/>
                <a:gd name="connsiteX10" fmla="*/ 796337 w 841599"/>
                <a:gd name="connsiteY10" fmla="*/ 509008 h 840798"/>
                <a:gd name="connsiteX11" fmla="*/ 800772 w 841599"/>
                <a:gd name="connsiteY11" fmla="*/ 499817 h 840798"/>
                <a:gd name="connsiteX12" fmla="*/ 839665 w 841599"/>
                <a:gd name="connsiteY12" fmla="*/ 469112 h 840798"/>
                <a:gd name="connsiteX13" fmla="*/ 841278 w 841599"/>
                <a:gd name="connsiteY13" fmla="*/ 468582 h 840798"/>
                <a:gd name="connsiteX14" fmla="*/ 841278 w 841599"/>
                <a:gd name="connsiteY14" fmla="*/ 840549 h 840798"/>
                <a:gd name="connsiteX15" fmla="*/ 837176 w 841599"/>
                <a:gd name="connsiteY15" fmla="*/ 840789 h 840798"/>
                <a:gd name="connsiteX16" fmla="*/ 24086 w 841599"/>
                <a:gd name="connsiteY16" fmla="*/ 840791 h 840798"/>
                <a:gd name="connsiteX17" fmla="*/ 915 w 841599"/>
                <a:gd name="connsiteY17" fmla="*/ 820838 h 840798"/>
                <a:gd name="connsiteX18" fmla="*/ 0 w 841599"/>
                <a:gd name="connsiteY18" fmla="*/ 808797 h 840798"/>
                <a:gd name="connsiteX19" fmla="*/ 181 w 841599"/>
                <a:gd name="connsiteY19" fmla="*/ 86608 h 840798"/>
                <a:gd name="connsiteX20" fmla="*/ 45147 w 841599"/>
                <a:gd name="connsiteY20" fmla="*/ 86608 h 840798"/>
                <a:gd name="connsiteX21" fmla="*/ 45137 w 841599"/>
                <a:gd name="connsiteY21" fmla="*/ 176635 h 840798"/>
                <a:gd name="connsiteX22" fmla="*/ 796094 w 841599"/>
                <a:gd name="connsiteY22" fmla="*/ 176635 h 840798"/>
                <a:gd name="connsiteX23" fmla="*/ 796094 w 841599"/>
                <a:gd name="connsiteY23" fmla="*/ 45330 h 840798"/>
                <a:gd name="connsiteX24" fmla="*/ 789943 w 841599"/>
                <a:gd name="connsiteY24" fmla="*/ 45330 h 840798"/>
                <a:gd name="connsiteX25" fmla="*/ 178708 w 841599"/>
                <a:gd name="connsiteY25" fmla="*/ 45332 h 840798"/>
                <a:gd name="connsiteX26" fmla="*/ 86447 w 841599"/>
                <a:gd name="connsiteY26" fmla="*/ 45192 h 840798"/>
                <a:gd name="connsiteX27" fmla="*/ 86447 w 841599"/>
                <a:gd name="connsiteY27" fmla="*/ 147 h 840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1599" h="840798">
                  <a:moveTo>
                    <a:pt x="818051" y="0"/>
                  </a:moveTo>
                  <a:cubicBezTo>
                    <a:pt x="831401" y="-11"/>
                    <a:pt x="841477" y="9919"/>
                    <a:pt x="841504" y="23217"/>
                  </a:cubicBezTo>
                  <a:cubicBezTo>
                    <a:pt x="841666" y="101121"/>
                    <a:pt x="841597" y="179026"/>
                    <a:pt x="841484" y="256931"/>
                  </a:cubicBezTo>
                  <a:cubicBezTo>
                    <a:pt x="841482" y="258469"/>
                    <a:pt x="840377" y="260527"/>
                    <a:pt x="839127" y="261461"/>
                  </a:cubicBezTo>
                  <a:cubicBezTo>
                    <a:pt x="825194" y="271867"/>
                    <a:pt x="811131" y="282099"/>
                    <a:pt x="796532" y="292797"/>
                  </a:cubicBezTo>
                  <a:cubicBezTo>
                    <a:pt x="796532" y="269061"/>
                    <a:pt x="796532" y="245817"/>
                    <a:pt x="796532" y="222341"/>
                  </a:cubicBezTo>
                  <a:cubicBezTo>
                    <a:pt x="545874" y="222341"/>
                    <a:pt x="295727" y="222341"/>
                    <a:pt x="45356" y="222341"/>
                  </a:cubicBezTo>
                  <a:cubicBezTo>
                    <a:pt x="45356" y="413303"/>
                    <a:pt x="45356" y="604086"/>
                    <a:pt x="45356" y="795248"/>
                  </a:cubicBezTo>
                  <a:cubicBezTo>
                    <a:pt x="295389" y="795248"/>
                    <a:pt x="545536" y="795248"/>
                    <a:pt x="796410" y="795248"/>
                  </a:cubicBezTo>
                  <a:cubicBezTo>
                    <a:pt x="796410" y="793619"/>
                    <a:pt x="796410" y="791739"/>
                    <a:pt x="796410" y="789858"/>
                  </a:cubicBezTo>
                  <a:cubicBezTo>
                    <a:pt x="796410" y="696241"/>
                    <a:pt x="796432" y="602625"/>
                    <a:pt x="796337" y="509008"/>
                  </a:cubicBezTo>
                  <a:cubicBezTo>
                    <a:pt x="796333" y="504971"/>
                    <a:pt x="797294" y="502438"/>
                    <a:pt x="800772" y="499817"/>
                  </a:cubicBezTo>
                  <a:cubicBezTo>
                    <a:pt x="813961" y="489880"/>
                    <a:pt x="826726" y="479381"/>
                    <a:pt x="839665" y="469112"/>
                  </a:cubicBezTo>
                  <a:cubicBezTo>
                    <a:pt x="839992" y="468853"/>
                    <a:pt x="840505" y="468827"/>
                    <a:pt x="841278" y="468582"/>
                  </a:cubicBezTo>
                  <a:cubicBezTo>
                    <a:pt x="841278" y="592598"/>
                    <a:pt x="841278" y="716375"/>
                    <a:pt x="841278" y="840549"/>
                  </a:cubicBezTo>
                  <a:cubicBezTo>
                    <a:pt x="839988" y="840628"/>
                    <a:pt x="838582" y="840789"/>
                    <a:pt x="837176" y="840789"/>
                  </a:cubicBezTo>
                  <a:cubicBezTo>
                    <a:pt x="566146" y="840800"/>
                    <a:pt x="295116" y="840802"/>
                    <a:pt x="24086" y="840791"/>
                  </a:cubicBezTo>
                  <a:cubicBezTo>
                    <a:pt x="12736" y="840791"/>
                    <a:pt x="1577" y="833337"/>
                    <a:pt x="915" y="820838"/>
                  </a:cubicBezTo>
                  <a:cubicBezTo>
                    <a:pt x="702" y="816819"/>
                    <a:pt x="0" y="812811"/>
                    <a:pt x="0" y="808797"/>
                  </a:cubicBezTo>
                  <a:lnTo>
                    <a:pt x="181" y="86608"/>
                  </a:lnTo>
                  <a:lnTo>
                    <a:pt x="45147" y="86608"/>
                  </a:lnTo>
                  <a:lnTo>
                    <a:pt x="45137" y="176635"/>
                  </a:lnTo>
                  <a:cubicBezTo>
                    <a:pt x="295865" y="176635"/>
                    <a:pt x="545996" y="176635"/>
                    <a:pt x="796094" y="176635"/>
                  </a:cubicBezTo>
                  <a:cubicBezTo>
                    <a:pt x="796094" y="132749"/>
                    <a:pt x="796094" y="89155"/>
                    <a:pt x="796094" y="45330"/>
                  </a:cubicBezTo>
                  <a:cubicBezTo>
                    <a:pt x="793834" y="45330"/>
                    <a:pt x="791889" y="45330"/>
                    <a:pt x="789943" y="45330"/>
                  </a:cubicBezTo>
                  <a:cubicBezTo>
                    <a:pt x="586198" y="45330"/>
                    <a:pt x="382453" y="45328"/>
                    <a:pt x="178708" y="45332"/>
                  </a:cubicBezTo>
                  <a:lnTo>
                    <a:pt x="86447" y="45192"/>
                  </a:lnTo>
                  <a:lnTo>
                    <a:pt x="86447" y="147"/>
                  </a:lnTo>
                  <a:close/>
                </a:path>
              </a:pathLst>
            </a:custGeom>
            <a:grpFill/>
            <a:ln w="6350" cap="flat">
              <a:noFill/>
              <a:prstDash val="solid"/>
              <a:miter/>
            </a:ln>
          </p:spPr>
          <p:txBody>
            <a:bodyPr wrap="square" rtlCol="0" anchor="ctr">
              <a:noAutofit/>
            </a:bodyPr>
            <a:lstStyle/>
            <a:p>
              <a:endParaRPr lang="en-US" dirty="0"/>
            </a:p>
          </p:txBody>
        </p:sp>
        <p:sp>
          <p:nvSpPr>
            <p:cNvPr id="1924" name="Freeform: Shape 1923">
              <a:extLst>
                <a:ext uri="{FF2B5EF4-FFF2-40B4-BE49-F238E27FC236}">
                  <a16:creationId xmlns:a16="http://schemas.microsoft.com/office/drawing/2014/main" id="{94D0DF5C-921D-CA2D-144F-79A504825506}"/>
                </a:ext>
                <a:ext uri="{C183D7F6-B498-43B3-948B-1728B52AA6E4}">
                  <adec:decorative xmlns:adec="http://schemas.microsoft.com/office/drawing/2017/decorative" val="1"/>
                </a:ext>
              </a:extLst>
            </p:cNvPr>
            <p:cNvSpPr/>
            <p:nvPr/>
          </p:nvSpPr>
          <p:spPr>
            <a:xfrm>
              <a:off x="8360089" y="3636615"/>
              <a:ext cx="493057" cy="373644"/>
            </a:xfrm>
            <a:custGeom>
              <a:avLst/>
              <a:gdLst>
                <a:gd name="connsiteX0" fmla="*/ 981281 w 7395857"/>
                <a:gd name="connsiteY0" fmla="*/ 5425857 h 5604658"/>
                <a:gd name="connsiteX1" fmla="*/ 2400461 w 7395857"/>
                <a:gd name="connsiteY1" fmla="*/ 5425857 h 5604658"/>
                <a:gd name="connsiteX2" fmla="*/ 2400461 w 7395857"/>
                <a:gd name="connsiteY2" fmla="*/ 5604658 h 5604658"/>
                <a:gd name="connsiteX3" fmla="*/ 981281 w 7395857"/>
                <a:gd name="connsiteY3" fmla="*/ 5604658 h 5604658"/>
                <a:gd name="connsiteX4" fmla="*/ 980830 w 7395857"/>
                <a:gd name="connsiteY4" fmla="*/ 4879897 h 5604658"/>
                <a:gd name="connsiteX5" fmla="*/ 3494922 w 7395857"/>
                <a:gd name="connsiteY5" fmla="*/ 4879897 h 5604658"/>
                <a:gd name="connsiteX6" fmla="*/ 4083800 w 7395857"/>
                <a:gd name="connsiteY6" fmla="*/ 4879897 h 5604658"/>
                <a:gd name="connsiteX7" fmla="*/ 4036452 w 7395857"/>
                <a:gd name="connsiteY7" fmla="*/ 5009086 h 5604658"/>
                <a:gd name="connsiteX8" fmla="*/ 3955260 w 7395857"/>
                <a:gd name="connsiteY8" fmla="*/ 5062872 h 5604658"/>
                <a:gd name="connsiteX9" fmla="*/ 1033081 w 7395857"/>
                <a:gd name="connsiteY9" fmla="*/ 5061883 h 5604658"/>
                <a:gd name="connsiteX10" fmla="*/ 980830 w 7395857"/>
                <a:gd name="connsiteY10" fmla="*/ 5061883 h 5604658"/>
                <a:gd name="connsiteX11" fmla="*/ 980830 w 7395857"/>
                <a:gd name="connsiteY11" fmla="*/ 4879897 h 5604658"/>
                <a:gd name="connsiteX12" fmla="*/ 4680342 w 7395857"/>
                <a:gd name="connsiteY12" fmla="*/ 4369974 h 5604658"/>
                <a:gd name="connsiteX13" fmla="*/ 4489459 w 7395857"/>
                <a:gd name="connsiteY13" fmla="*/ 4841487 h 5604658"/>
                <a:gd name="connsiteX14" fmla="*/ 4846561 w 7395857"/>
                <a:gd name="connsiteY14" fmla="*/ 4777894 h 5604658"/>
                <a:gd name="connsiteX15" fmla="*/ 4980784 w 7395857"/>
                <a:gd name="connsiteY15" fmla="*/ 4758652 h 5604658"/>
                <a:gd name="connsiteX16" fmla="*/ 4680342 w 7395857"/>
                <a:gd name="connsiteY16" fmla="*/ 4369974 h 5604658"/>
                <a:gd name="connsiteX17" fmla="*/ 981265 w 7395857"/>
                <a:gd name="connsiteY17" fmla="*/ 4329191 h 5604658"/>
                <a:gd name="connsiteX18" fmla="*/ 3009741 w 7395857"/>
                <a:gd name="connsiteY18" fmla="*/ 4329191 h 5604658"/>
                <a:gd name="connsiteX19" fmla="*/ 3009741 w 7395857"/>
                <a:gd name="connsiteY19" fmla="*/ 4515921 h 5604658"/>
                <a:gd name="connsiteX20" fmla="*/ 981265 w 7395857"/>
                <a:gd name="connsiteY20" fmla="*/ 4515921 h 5604658"/>
                <a:gd name="connsiteX21" fmla="*/ 981241 w 7395857"/>
                <a:gd name="connsiteY21" fmla="*/ 3783207 h 5604658"/>
                <a:gd name="connsiteX22" fmla="*/ 2400502 w 7395857"/>
                <a:gd name="connsiteY22" fmla="*/ 3783207 h 5604658"/>
                <a:gd name="connsiteX23" fmla="*/ 2400502 w 7395857"/>
                <a:gd name="connsiteY23" fmla="*/ 3962049 h 5604658"/>
                <a:gd name="connsiteX24" fmla="*/ 981241 w 7395857"/>
                <a:gd name="connsiteY24" fmla="*/ 3962049 h 5604658"/>
                <a:gd name="connsiteX25" fmla="*/ 979081 w 7395857"/>
                <a:gd name="connsiteY25" fmla="*/ 3229142 h 5604658"/>
                <a:gd name="connsiteX26" fmla="*/ 4014895 w 7395857"/>
                <a:gd name="connsiteY26" fmla="*/ 3229142 h 5604658"/>
                <a:gd name="connsiteX27" fmla="*/ 4014895 w 7395857"/>
                <a:gd name="connsiteY27" fmla="*/ 3416081 h 5604658"/>
                <a:gd name="connsiteX28" fmla="*/ 979081 w 7395857"/>
                <a:gd name="connsiteY28" fmla="*/ 3416081 h 5604658"/>
                <a:gd name="connsiteX29" fmla="*/ 6504801 w 7395857"/>
                <a:gd name="connsiteY29" fmla="*/ 2945937 h 5604658"/>
                <a:gd name="connsiteX30" fmla="*/ 4821697 w 7395857"/>
                <a:gd name="connsiteY30" fmla="*/ 4243526 h 5604658"/>
                <a:gd name="connsiteX31" fmla="*/ 5110393 w 7395857"/>
                <a:gd name="connsiteY31" fmla="*/ 4617950 h 5604658"/>
                <a:gd name="connsiteX32" fmla="*/ 5168584 w 7395857"/>
                <a:gd name="connsiteY32" fmla="*/ 4628108 h 5604658"/>
                <a:gd name="connsiteX33" fmla="*/ 5491093 w 7395857"/>
                <a:gd name="connsiteY33" fmla="*/ 4376301 h 5604658"/>
                <a:gd name="connsiteX34" fmla="*/ 5892949 w 7395857"/>
                <a:gd name="connsiteY34" fmla="*/ 4068323 h 5604658"/>
                <a:gd name="connsiteX35" fmla="*/ 6263837 w 7395857"/>
                <a:gd name="connsiteY35" fmla="*/ 3783919 h 5604658"/>
                <a:gd name="connsiteX36" fmla="*/ 6525835 w 7395857"/>
                <a:gd name="connsiteY36" fmla="*/ 3578185 h 5604658"/>
                <a:gd name="connsiteX37" fmla="*/ 6820611 w 7395857"/>
                <a:gd name="connsiteY37" fmla="*/ 3354536 h 5604658"/>
                <a:gd name="connsiteX38" fmla="*/ 6504801 w 7395857"/>
                <a:gd name="connsiteY38" fmla="*/ 2945937 h 5604658"/>
                <a:gd name="connsiteX39" fmla="*/ 981249 w 7395857"/>
                <a:gd name="connsiteY39" fmla="*/ 2683375 h 5604658"/>
                <a:gd name="connsiteX40" fmla="*/ 3009750 w 7395857"/>
                <a:gd name="connsiteY40" fmla="*/ 2683375 h 5604658"/>
                <a:gd name="connsiteX41" fmla="*/ 3009750 w 7395857"/>
                <a:gd name="connsiteY41" fmla="*/ 2862209 h 5604658"/>
                <a:gd name="connsiteX42" fmla="*/ 981249 w 7395857"/>
                <a:gd name="connsiteY42" fmla="*/ 2862209 h 5604658"/>
                <a:gd name="connsiteX43" fmla="*/ 6967113 w 7395857"/>
                <a:gd name="connsiteY43" fmla="*/ 2671314 h 5604658"/>
                <a:gd name="connsiteX44" fmla="*/ 6844041 w 7395857"/>
                <a:gd name="connsiteY44" fmla="*/ 2696961 h 5604658"/>
                <a:gd name="connsiteX45" fmla="*/ 6652520 w 7395857"/>
                <a:gd name="connsiteY45" fmla="*/ 2826953 h 5604658"/>
                <a:gd name="connsiteX46" fmla="*/ 6803066 w 7395857"/>
                <a:gd name="connsiteY46" fmla="*/ 3023308 h 5604658"/>
                <a:gd name="connsiteX47" fmla="*/ 6956660 w 7395857"/>
                <a:gd name="connsiteY47" fmla="*/ 3219923 h 5604658"/>
                <a:gd name="connsiteX48" fmla="*/ 6990133 w 7395857"/>
                <a:gd name="connsiteY48" fmla="*/ 3224694 h 5604658"/>
                <a:gd name="connsiteX49" fmla="*/ 7086005 w 7395857"/>
                <a:gd name="connsiteY49" fmla="*/ 3151506 h 5604658"/>
                <a:gd name="connsiteX50" fmla="*/ 7206463 w 7395857"/>
                <a:gd name="connsiteY50" fmla="*/ 2919485 h 5604658"/>
                <a:gd name="connsiteX51" fmla="*/ 6967113 w 7395857"/>
                <a:gd name="connsiteY51" fmla="*/ 2671314 h 5604658"/>
                <a:gd name="connsiteX52" fmla="*/ 6988847 w 7395857"/>
                <a:gd name="connsiteY52" fmla="*/ 2485176 h 5604658"/>
                <a:gd name="connsiteX53" fmla="*/ 7385865 w 7395857"/>
                <a:gd name="connsiteY53" fmla="*/ 2836345 h 5604658"/>
                <a:gd name="connsiteX54" fmla="*/ 7210634 w 7395857"/>
                <a:gd name="connsiteY54" fmla="*/ 3291174 h 5604658"/>
                <a:gd name="connsiteX55" fmla="*/ 6776209 w 7395857"/>
                <a:gd name="connsiteY55" fmla="*/ 3627928 h 5604658"/>
                <a:gd name="connsiteX56" fmla="*/ 6423877 w 7395857"/>
                <a:gd name="connsiteY56" fmla="*/ 3898469 h 5604658"/>
                <a:gd name="connsiteX57" fmla="*/ 6016999 w 7395857"/>
                <a:gd name="connsiteY57" fmla="*/ 4213133 h 5604658"/>
                <a:gd name="connsiteX58" fmla="*/ 5766477 w 7395857"/>
                <a:gd name="connsiteY58" fmla="*/ 4405071 h 5604658"/>
                <a:gd name="connsiteX59" fmla="*/ 5731296 w 7395857"/>
                <a:gd name="connsiteY59" fmla="*/ 4434534 h 5604658"/>
                <a:gd name="connsiteX60" fmla="*/ 5361318 w 7395857"/>
                <a:gd name="connsiteY60" fmla="*/ 4718530 h 5604658"/>
                <a:gd name="connsiteX61" fmla="*/ 5107494 w 7395857"/>
                <a:gd name="connsiteY61" fmla="*/ 4912379 h 5604658"/>
                <a:gd name="connsiteX62" fmla="*/ 4962851 w 7395857"/>
                <a:gd name="connsiteY62" fmla="*/ 4950075 h 5604658"/>
                <a:gd name="connsiteX63" fmla="*/ 4606752 w 7395857"/>
                <a:gd name="connsiteY63" fmla="*/ 5012208 h 5604658"/>
                <a:gd name="connsiteX64" fmla="*/ 4257498 w 7395857"/>
                <a:gd name="connsiteY64" fmla="*/ 5069662 h 5604658"/>
                <a:gd name="connsiteX65" fmla="*/ 4188927 w 7395857"/>
                <a:gd name="connsiteY65" fmla="*/ 5078510 h 5604658"/>
                <a:gd name="connsiteX66" fmla="*/ 4373204 w 7395857"/>
                <a:gd name="connsiteY66" fmla="*/ 4626313 h 5604658"/>
                <a:gd name="connsiteX67" fmla="*/ 4515776 w 7395857"/>
                <a:gd name="connsiteY67" fmla="*/ 4268988 h 5604658"/>
                <a:gd name="connsiteX68" fmla="*/ 4599342 w 7395857"/>
                <a:gd name="connsiteY68" fmla="*/ 4175110 h 5604658"/>
                <a:gd name="connsiteX69" fmla="*/ 5100666 w 7395857"/>
                <a:gd name="connsiteY69" fmla="*/ 3791795 h 5604658"/>
                <a:gd name="connsiteX70" fmla="*/ 5707161 w 7395857"/>
                <a:gd name="connsiteY70" fmla="*/ 3320868 h 5604658"/>
                <a:gd name="connsiteX71" fmla="*/ 6137529 w 7395857"/>
                <a:gd name="connsiteY71" fmla="*/ 2992326 h 5604658"/>
                <a:gd name="connsiteX72" fmla="*/ 6568745 w 7395857"/>
                <a:gd name="connsiteY72" fmla="*/ 2657887 h 5604658"/>
                <a:gd name="connsiteX73" fmla="*/ 6810453 w 7395857"/>
                <a:gd name="connsiteY73" fmla="*/ 2504628 h 5604658"/>
                <a:gd name="connsiteX74" fmla="*/ 6906321 w 7395857"/>
                <a:gd name="connsiteY74" fmla="*/ 2485475 h 5604658"/>
                <a:gd name="connsiteX75" fmla="*/ 6988847 w 7395857"/>
                <a:gd name="connsiteY75" fmla="*/ 2485176 h 5604658"/>
                <a:gd name="connsiteX76" fmla="*/ 5251487 w 7395857"/>
                <a:gd name="connsiteY76" fmla="*/ 791610 h 5604658"/>
                <a:gd name="connsiteX77" fmla="*/ 5612297 w 7395857"/>
                <a:gd name="connsiteY77" fmla="*/ 791610 h 5604658"/>
                <a:gd name="connsiteX78" fmla="*/ 5612297 w 7395857"/>
                <a:gd name="connsiteY78" fmla="*/ 1150647 h 5604658"/>
                <a:gd name="connsiteX79" fmla="*/ 5251487 w 7395857"/>
                <a:gd name="connsiteY79" fmla="*/ 1150647 h 5604658"/>
                <a:gd name="connsiteX80" fmla="*/ 5789608 w 7395857"/>
                <a:gd name="connsiteY80" fmla="*/ 789266 h 5604658"/>
                <a:gd name="connsiteX81" fmla="*/ 6150925 w 7395857"/>
                <a:gd name="connsiteY81" fmla="*/ 789266 h 5604658"/>
                <a:gd name="connsiteX82" fmla="*/ 6150925 w 7395857"/>
                <a:gd name="connsiteY82" fmla="*/ 1149858 h 5604658"/>
                <a:gd name="connsiteX83" fmla="*/ 5789608 w 7395857"/>
                <a:gd name="connsiteY83" fmla="*/ 1149858 h 5604658"/>
                <a:gd name="connsiteX84" fmla="*/ 807209 w 7395857"/>
                <a:gd name="connsiteY84" fmla="*/ 789145 h 5604658"/>
                <a:gd name="connsiteX85" fmla="*/ 3476557 w 7395857"/>
                <a:gd name="connsiteY85" fmla="*/ 789145 h 5604658"/>
                <a:gd name="connsiteX86" fmla="*/ 3476557 w 7395857"/>
                <a:gd name="connsiteY86" fmla="*/ 1149930 h 5604658"/>
                <a:gd name="connsiteX87" fmla="*/ 807209 w 7395857"/>
                <a:gd name="connsiteY87" fmla="*/ 1149930 h 5604658"/>
                <a:gd name="connsiteX88" fmla="*/ 4723825 w 7395857"/>
                <a:gd name="connsiteY88" fmla="*/ 789145 h 5604658"/>
                <a:gd name="connsiteX89" fmla="*/ 5082846 w 7395857"/>
                <a:gd name="connsiteY89" fmla="*/ 789145 h 5604658"/>
                <a:gd name="connsiteX90" fmla="*/ 5082846 w 7395857"/>
                <a:gd name="connsiteY90" fmla="*/ 1149947 h 5604658"/>
                <a:gd name="connsiteX91" fmla="*/ 4723825 w 7395857"/>
                <a:gd name="connsiteY91" fmla="*/ 1149947 h 5604658"/>
                <a:gd name="connsiteX92" fmla="*/ 0 w 7395857"/>
                <a:gd name="connsiteY92" fmla="*/ 0 h 5604658"/>
                <a:gd name="connsiteX93" fmla="*/ 535518 w 7395857"/>
                <a:gd name="connsiteY93" fmla="*/ 0 h 5604658"/>
                <a:gd name="connsiteX94" fmla="*/ 535518 w 7395857"/>
                <a:gd name="connsiteY94" fmla="*/ 535518 h 5604658"/>
                <a:gd name="connsiteX95" fmla="*/ 0 w 7395857"/>
                <a:gd name="connsiteY95" fmla="*/ 535518 h 560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395857" h="5604658">
                  <a:moveTo>
                    <a:pt x="981281" y="5425857"/>
                  </a:moveTo>
                  <a:lnTo>
                    <a:pt x="2400461" y="5425857"/>
                  </a:lnTo>
                  <a:lnTo>
                    <a:pt x="2400461" y="5604658"/>
                  </a:lnTo>
                  <a:lnTo>
                    <a:pt x="981281" y="5604658"/>
                  </a:lnTo>
                  <a:close/>
                  <a:moveTo>
                    <a:pt x="980830" y="4879897"/>
                  </a:moveTo>
                  <a:cubicBezTo>
                    <a:pt x="1818141" y="4879897"/>
                    <a:pt x="2654554" y="4879897"/>
                    <a:pt x="3494922" y="4879897"/>
                  </a:cubicBezTo>
                  <a:cubicBezTo>
                    <a:pt x="3691203" y="4879897"/>
                    <a:pt x="3883526" y="4879897"/>
                    <a:pt x="4083800" y="4879897"/>
                  </a:cubicBezTo>
                  <a:cubicBezTo>
                    <a:pt x="4066531" y="4925939"/>
                    <a:pt x="4047246" y="4966438"/>
                    <a:pt x="4036452" y="5009086"/>
                  </a:cubicBezTo>
                  <a:cubicBezTo>
                    <a:pt x="4024792" y="5055168"/>
                    <a:pt x="3998845" y="5062930"/>
                    <a:pt x="3955260" y="5062872"/>
                  </a:cubicBezTo>
                  <a:cubicBezTo>
                    <a:pt x="2981201" y="5061581"/>
                    <a:pt x="2007141" y="5061883"/>
                    <a:pt x="1033081" y="5061883"/>
                  </a:cubicBezTo>
                  <a:cubicBezTo>
                    <a:pt x="1016333" y="5061883"/>
                    <a:pt x="999585" y="5061883"/>
                    <a:pt x="980830" y="5061883"/>
                  </a:cubicBezTo>
                  <a:cubicBezTo>
                    <a:pt x="980830" y="5000183"/>
                    <a:pt x="980830" y="4942800"/>
                    <a:pt x="980830" y="4879897"/>
                  </a:cubicBezTo>
                  <a:close/>
                  <a:moveTo>
                    <a:pt x="4680342" y="4369974"/>
                  </a:moveTo>
                  <a:cubicBezTo>
                    <a:pt x="4616172" y="4528484"/>
                    <a:pt x="4553973" y="4682128"/>
                    <a:pt x="4489459" y="4841487"/>
                  </a:cubicBezTo>
                  <a:cubicBezTo>
                    <a:pt x="4611236" y="4820422"/>
                    <a:pt x="4725748" y="4800615"/>
                    <a:pt x="4846561" y="4777894"/>
                  </a:cubicBezTo>
                  <a:cubicBezTo>
                    <a:pt x="4889896" y="4771681"/>
                    <a:pt x="4933232" y="4765470"/>
                    <a:pt x="4980784" y="4758652"/>
                  </a:cubicBezTo>
                  <a:cubicBezTo>
                    <a:pt x="4880131" y="4628439"/>
                    <a:pt x="4781487" y="4500824"/>
                    <a:pt x="4680342" y="4369974"/>
                  </a:cubicBezTo>
                  <a:close/>
                  <a:moveTo>
                    <a:pt x="981265" y="4329191"/>
                  </a:moveTo>
                  <a:lnTo>
                    <a:pt x="3009741" y="4329191"/>
                  </a:lnTo>
                  <a:lnTo>
                    <a:pt x="3009741" y="4515921"/>
                  </a:lnTo>
                  <a:lnTo>
                    <a:pt x="981265" y="4515921"/>
                  </a:lnTo>
                  <a:close/>
                  <a:moveTo>
                    <a:pt x="981241" y="3783207"/>
                  </a:moveTo>
                  <a:lnTo>
                    <a:pt x="2400502" y="3783207"/>
                  </a:lnTo>
                  <a:lnTo>
                    <a:pt x="2400502" y="3962049"/>
                  </a:lnTo>
                  <a:lnTo>
                    <a:pt x="981241" y="3962049"/>
                  </a:lnTo>
                  <a:close/>
                  <a:moveTo>
                    <a:pt x="979081" y="3229142"/>
                  </a:moveTo>
                  <a:lnTo>
                    <a:pt x="4014895" y="3229142"/>
                  </a:lnTo>
                  <a:lnTo>
                    <a:pt x="4014895" y="3416081"/>
                  </a:lnTo>
                  <a:lnTo>
                    <a:pt x="979081" y="3416081"/>
                  </a:lnTo>
                  <a:close/>
                  <a:moveTo>
                    <a:pt x="6504801" y="2945937"/>
                  </a:moveTo>
                  <a:cubicBezTo>
                    <a:pt x="5940143" y="3381260"/>
                    <a:pt x="5381096" y="3812256"/>
                    <a:pt x="4821697" y="4243526"/>
                  </a:cubicBezTo>
                  <a:cubicBezTo>
                    <a:pt x="4920466" y="4371000"/>
                    <a:pt x="5017002" y="4493296"/>
                    <a:pt x="5110393" y="4617950"/>
                  </a:cubicBezTo>
                  <a:cubicBezTo>
                    <a:pt x="5130449" y="4644721"/>
                    <a:pt x="5139690" y="4651472"/>
                    <a:pt x="5168584" y="4628108"/>
                  </a:cubicBezTo>
                  <a:cubicBezTo>
                    <a:pt x="5274621" y="4542357"/>
                    <a:pt x="5383050" y="4459549"/>
                    <a:pt x="5491093" y="4376301"/>
                  </a:cubicBezTo>
                  <a:cubicBezTo>
                    <a:pt x="5624778" y="4273294"/>
                    <a:pt x="5758982" y="4170964"/>
                    <a:pt x="5892949" y="4068323"/>
                  </a:cubicBezTo>
                  <a:cubicBezTo>
                    <a:pt x="6016617" y="3973573"/>
                    <a:pt x="6140528" y="3879136"/>
                    <a:pt x="6263837" y="3783919"/>
                  </a:cubicBezTo>
                  <a:cubicBezTo>
                    <a:pt x="6350222" y="3717212"/>
                    <a:pt x="6435775" y="3649427"/>
                    <a:pt x="6525835" y="3578185"/>
                  </a:cubicBezTo>
                  <a:cubicBezTo>
                    <a:pt x="6623728" y="3503912"/>
                    <a:pt x="6721622" y="3429640"/>
                    <a:pt x="6820611" y="3354536"/>
                  </a:cubicBezTo>
                  <a:cubicBezTo>
                    <a:pt x="6713544" y="3216012"/>
                    <a:pt x="6609219" y="3081035"/>
                    <a:pt x="6504801" y="2945937"/>
                  </a:cubicBezTo>
                  <a:close/>
                  <a:moveTo>
                    <a:pt x="981249" y="2683375"/>
                  </a:moveTo>
                  <a:lnTo>
                    <a:pt x="3009750" y="2683375"/>
                  </a:lnTo>
                  <a:lnTo>
                    <a:pt x="3009750" y="2862209"/>
                  </a:lnTo>
                  <a:lnTo>
                    <a:pt x="981249" y="2862209"/>
                  </a:lnTo>
                  <a:close/>
                  <a:moveTo>
                    <a:pt x="6967113" y="2671314"/>
                  </a:moveTo>
                  <a:cubicBezTo>
                    <a:pt x="6925909" y="2668345"/>
                    <a:pt x="6883622" y="2676065"/>
                    <a:pt x="6844041" y="2696961"/>
                  </a:cubicBezTo>
                  <a:cubicBezTo>
                    <a:pt x="6778195" y="2731723"/>
                    <a:pt x="6719829" y="2780655"/>
                    <a:pt x="6652520" y="2826953"/>
                  </a:cubicBezTo>
                  <a:cubicBezTo>
                    <a:pt x="6704597" y="2893596"/>
                    <a:pt x="6753120" y="2955693"/>
                    <a:pt x="6803066" y="3023308"/>
                  </a:cubicBezTo>
                  <a:cubicBezTo>
                    <a:pt x="6854485" y="3088681"/>
                    <a:pt x="6906849" y="3153347"/>
                    <a:pt x="6956660" y="3219923"/>
                  </a:cubicBezTo>
                  <a:cubicBezTo>
                    <a:pt x="6969143" y="3236607"/>
                    <a:pt x="6975879" y="3236073"/>
                    <a:pt x="6990133" y="3224694"/>
                  </a:cubicBezTo>
                  <a:cubicBezTo>
                    <a:pt x="7021545" y="3199614"/>
                    <a:pt x="7054285" y="3176209"/>
                    <a:pt x="7086005" y="3151506"/>
                  </a:cubicBezTo>
                  <a:cubicBezTo>
                    <a:pt x="7161566" y="3092664"/>
                    <a:pt x="7207861" y="3019930"/>
                    <a:pt x="7206463" y="2919485"/>
                  </a:cubicBezTo>
                  <a:cubicBezTo>
                    <a:pt x="7204595" y="2785331"/>
                    <a:pt x="7090725" y="2680222"/>
                    <a:pt x="6967113" y="2671314"/>
                  </a:cubicBezTo>
                  <a:close/>
                  <a:moveTo>
                    <a:pt x="6988847" y="2485176"/>
                  </a:moveTo>
                  <a:cubicBezTo>
                    <a:pt x="7178512" y="2501649"/>
                    <a:pt x="7343272" y="2635873"/>
                    <a:pt x="7385865" y="2836345"/>
                  </a:cubicBezTo>
                  <a:cubicBezTo>
                    <a:pt x="7422443" y="3008512"/>
                    <a:pt x="7357381" y="3180824"/>
                    <a:pt x="7210634" y="3291174"/>
                  </a:cubicBezTo>
                  <a:cubicBezTo>
                    <a:pt x="7064213" y="3401279"/>
                    <a:pt x="6921156" y="3515851"/>
                    <a:pt x="6776209" y="3627928"/>
                  </a:cubicBezTo>
                  <a:cubicBezTo>
                    <a:pt x="6659069" y="3718503"/>
                    <a:pt x="6541146" y="3808062"/>
                    <a:pt x="6423877" y="3898469"/>
                  </a:cubicBezTo>
                  <a:cubicBezTo>
                    <a:pt x="6288091" y="4003149"/>
                    <a:pt x="6152760" y="4108423"/>
                    <a:pt x="6016999" y="4213133"/>
                  </a:cubicBezTo>
                  <a:cubicBezTo>
                    <a:pt x="5933698" y="4277380"/>
                    <a:pt x="5849904" y="4340986"/>
                    <a:pt x="5766477" y="4405071"/>
                  </a:cubicBezTo>
                  <a:cubicBezTo>
                    <a:pt x="5755116" y="4413799"/>
                    <a:pt x="5744607" y="4423636"/>
                    <a:pt x="5731296" y="4434534"/>
                  </a:cubicBezTo>
                  <a:cubicBezTo>
                    <a:pt x="5606378" y="4530266"/>
                    <a:pt x="5483975" y="4624564"/>
                    <a:pt x="5361318" y="4718530"/>
                  </a:cubicBezTo>
                  <a:cubicBezTo>
                    <a:pt x="5276806" y="4783275"/>
                    <a:pt x="5191308" y="4846749"/>
                    <a:pt x="5107494" y="4912379"/>
                  </a:cubicBezTo>
                  <a:cubicBezTo>
                    <a:pt x="5064129" y="4946337"/>
                    <a:pt x="5011399" y="4940450"/>
                    <a:pt x="4962851" y="4950075"/>
                  </a:cubicBezTo>
                  <a:cubicBezTo>
                    <a:pt x="4844688" y="4973498"/>
                    <a:pt x="4725581" y="4992212"/>
                    <a:pt x="4606752" y="5012208"/>
                  </a:cubicBezTo>
                  <a:cubicBezTo>
                    <a:pt x="4490406" y="5031788"/>
                    <a:pt x="4373951" y="5050722"/>
                    <a:pt x="4257498" y="5069662"/>
                  </a:cubicBezTo>
                  <a:cubicBezTo>
                    <a:pt x="4236477" y="5073081"/>
                    <a:pt x="4215237" y="5075156"/>
                    <a:pt x="4188927" y="5078510"/>
                  </a:cubicBezTo>
                  <a:cubicBezTo>
                    <a:pt x="4252115" y="4923540"/>
                    <a:pt x="4312987" y="4775059"/>
                    <a:pt x="4373204" y="4626313"/>
                  </a:cubicBezTo>
                  <a:cubicBezTo>
                    <a:pt x="4421326" y="4507443"/>
                    <a:pt x="4469689" y="4388651"/>
                    <a:pt x="4515776" y="4268988"/>
                  </a:cubicBezTo>
                  <a:cubicBezTo>
                    <a:pt x="4532304" y="4226073"/>
                    <a:pt x="4565396" y="4201023"/>
                    <a:pt x="4599342" y="4175110"/>
                  </a:cubicBezTo>
                  <a:cubicBezTo>
                    <a:pt x="4766550" y="4047470"/>
                    <a:pt x="4934148" y="3920330"/>
                    <a:pt x="5100666" y="3791795"/>
                  </a:cubicBezTo>
                  <a:cubicBezTo>
                    <a:pt x="5303278" y="3635398"/>
                    <a:pt x="5504561" y="3477280"/>
                    <a:pt x="5707161" y="3320868"/>
                  </a:cubicBezTo>
                  <a:cubicBezTo>
                    <a:pt x="5850019" y="3210580"/>
                    <a:pt x="5994558" y="3102470"/>
                    <a:pt x="6137529" y="2992326"/>
                  </a:cubicBezTo>
                  <a:cubicBezTo>
                    <a:pt x="6281629" y="2881312"/>
                    <a:pt x="6423523" y="2767398"/>
                    <a:pt x="6568745" y="2657887"/>
                  </a:cubicBezTo>
                  <a:cubicBezTo>
                    <a:pt x="6644837" y="2600507"/>
                    <a:pt x="6714733" y="2534178"/>
                    <a:pt x="6810453" y="2504628"/>
                  </a:cubicBezTo>
                  <a:cubicBezTo>
                    <a:pt x="6842420" y="2494760"/>
                    <a:pt x="6874517" y="2488450"/>
                    <a:pt x="6906321" y="2485475"/>
                  </a:cubicBezTo>
                  <a:cubicBezTo>
                    <a:pt x="6934149" y="2482872"/>
                    <a:pt x="6961752" y="2482822"/>
                    <a:pt x="6988847" y="2485176"/>
                  </a:cubicBezTo>
                  <a:close/>
                  <a:moveTo>
                    <a:pt x="5251487" y="791610"/>
                  </a:moveTo>
                  <a:lnTo>
                    <a:pt x="5612297" y="791610"/>
                  </a:lnTo>
                  <a:lnTo>
                    <a:pt x="5612297" y="1150647"/>
                  </a:lnTo>
                  <a:lnTo>
                    <a:pt x="5251487" y="1150647"/>
                  </a:lnTo>
                  <a:close/>
                  <a:moveTo>
                    <a:pt x="5789608" y="789266"/>
                  </a:moveTo>
                  <a:lnTo>
                    <a:pt x="6150925" y="789266"/>
                  </a:lnTo>
                  <a:lnTo>
                    <a:pt x="6150925" y="1149858"/>
                  </a:lnTo>
                  <a:lnTo>
                    <a:pt x="5789608" y="1149858"/>
                  </a:lnTo>
                  <a:close/>
                  <a:moveTo>
                    <a:pt x="807209" y="789145"/>
                  </a:moveTo>
                  <a:lnTo>
                    <a:pt x="3476557" y="789145"/>
                  </a:lnTo>
                  <a:lnTo>
                    <a:pt x="3476557" y="1149930"/>
                  </a:lnTo>
                  <a:lnTo>
                    <a:pt x="807209" y="1149930"/>
                  </a:lnTo>
                  <a:close/>
                  <a:moveTo>
                    <a:pt x="4723825" y="789145"/>
                  </a:moveTo>
                  <a:lnTo>
                    <a:pt x="5082846" y="789145"/>
                  </a:lnTo>
                  <a:lnTo>
                    <a:pt x="5082846" y="1149947"/>
                  </a:lnTo>
                  <a:lnTo>
                    <a:pt x="4723825" y="1149947"/>
                  </a:lnTo>
                  <a:close/>
                  <a:moveTo>
                    <a:pt x="0" y="0"/>
                  </a:moveTo>
                  <a:lnTo>
                    <a:pt x="535518" y="0"/>
                  </a:lnTo>
                  <a:lnTo>
                    <a:pt x="535518" y="535518"/>
                  </a:lnTo>
                  <a:lnTo>
                    <a:pt x="0" y="535518"/>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802" name="Group 2801">
            <a:extLst>
              <a:ext uri="{FF2B5EF4-FFF2-40B4-BE49-F238E27FC236}">
                <a16:creationId xmlns:a16="http://schemas.microsoft.com/office/drawing/2014/main" id="{94FFC9EA-947D-A10B-64D6-254DB85C17B9}"/>
              </a:ext>
              <a:ext uri="{C183D7F6-B498-43B3-948B-1728B52AA6E4}">
                <adec:decorative xmlns:adec="http://schemas.microsoft.com/office/drawing/2017/decorative" val="1"/>
              </a:ext>
            </a:extLst>
          </p:cNvPr>
          <p:cNvGrpSpPr>
            <a:grpSpLocks noChangeAspect="1"/>
          </p:cNvGrpSpPr>
          <p:nvPr/>
        </p:nvGrpSpPr>
        <p:grpSpPr>
          <a:xfrm>
            <a:off x="8938177" y="3644779"/>
            <a:ext cx="512805" cy="457200"/>
            <a:chOff x="8938147" y="3636615"/>
            <a:chExt cx="512805" cy="457200"/>
          </a:xfrm>
          <a:solidFill>
            <a:schemeClr val="accent2"/>
          </a:solidFill>
        </p:grpSpPr>
        <p:sp>
          <p:nvSpPr>
            <p:cNvPr id="1948" name="Freeform: Shape 1947">
              <a:extLst>
                <a:ext uri="{FF2B5EF4-FFF2-40B4-BE49-F238E27FC236}">
                  <a16:creationId xmlns:a16="http://schemas.microsoft.com/office/drawing/2014/main" id="{82D38AA2-7E75-010A-EAB8-95E1243C6F58}"/>
                </a:ext>
                <a:ext uri="{C183D7F6-B498-43B3-948B-1728B52AA6E4}">
                  <adec:decorative xmlns:adec="http://schemas.microsoft.com/office/drawing/2017/decorative" val="1"/>
                </a:ext>
              </a:extLst>
            </p:cNvPr>
            <p:cNvSpPr/>
            <p:nvPr/>
          </p:nvSpPr>
          <p:spPr>
            <a:xfrm>
              <a:off x="8944325" y="3636615"/>
              <a:ext cx="506627" cy="451022"/>
            </a:xfrm>
            <a:custGeom>
              <a:avLst/>
              <a:gdLst>
                <a:gd name="connsiteX0" fmla="*/ 572276 w 7599406"/>
                <a:gd name="connsiteY0" fmla="*/ 370703 h 6765324"/>
                <a:gd name="connsiteX1" fmla="*/ 371164 w 7599406"/>
                <a:gd name="connsiteY1" fmla="*/ 571806 h 6765324"/>
                <a:gd name="connsiteX2" fmla="*/ 371164 w 7599406"/>
                <a:gd name="connsiteY2" fmla="*/ 1575486 h 6765324"/>
                <a:gd name="connsiteX3" fmla="*/ 7228704 w 7599406"/>
                <a:gd name="connsiteY3" fmla="*/ 1575486 h 6765324"/>
                <a:gd name="connsiteX4" fmla="*/ 7228704 w 7599406"/>
                <a:gd name="connsiteY4" fmla="*/ 370703 h 6765324"/>
                <a:gd name="connsiteX5" fmla="*/ 571806 w 7599406"/>
                <a:gd name="connsiteY5" fmla="*/ 0 h 6765324"/>
                <a:gd name="connsiteX6" fmla="*/ 7599406 w 7599406"/>
                <a:gd name="connsiteY6" fmla="*/ 0 h 6765324"/>
                <a:gd name="connsiteX7" fmla="*/ 7599406 w 7599406"/>
                <a:gd name="connsiteY7" fmla="*/ 6193518 h 6765324"/>
                <a:gd name="connsiteX8" fmla="*/ 7027600 w 7599406"/>
                <a:gd name="connsiteY8" fmla="*/ 6765324 h 6765324"/>
                <a:gd name="connsiteX9" fmla="*/ 741406 w 7599406"/>
                <a:gd name="connsiteY9" fmla="*/ 6765324 h 6765324"/>
                <a:gd name="connsiteX10" fmla="*/ 741406 w 7599406"/>
                <a:gd name="connsiteY10" fmla="*/ 6394622 h 6765324"/>
                <a:gd name="connsiteX11" fmla="*/ 7027600 w 7599406"/>
                <a:gd name="connsiteY11" fmla="*/ 6394622 h 6765324"/>
                <a:gd name="connsiteX12" fmla="*/ 7228704 w 7599406"/>
                <a:gd name="connsiteY12" fmla="*/ 6193518 h 6765324"/>
                <a:gd name="connsiteX13" fmla="*/ 7228704 w 7599406"/>
                <a:gd name="connsiteY13" fmla="*/ 1946189 h 6765324"/>
                <a:gd name="connsiteX14" fmla="*/ 371164 w 7599406"/>
                <a:gd name="connsiteY14" fmla="*/ 1946189 h 6765324"/>
                <a:gd name="connsiteX15" fmla="*/ 371164 w 7599406"/>
                <a:gd name="connsiteY15" fmla="*/ 6023919 h 6765324"/>
                <a:gd name="connsiteX16" fmla="*/ 0 w 7599406"/>
                <a:gd name="connsiteY16" fmla="*/ 6023919 h 6765324"/>
                <a:gd name="connsiteX17" fmla="*/ 0 w 7599406"/>
                <a:gd name="connsiteY17" fmla="*/ 571806 h 6765324"/>
                <a:gd name="connsiteX18" fmla="*/ 571806 w 7599406"/>
                <a:gd name="connsiteY18" fmla="*/ 0 h 676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99406" h="6765324">
                  <a:moveTo>
                    <a:pt x="572276" y="370703"/>
                  </a:moveTo>
                  <a:cubicBezTo>
                    <a:pt x="461525" y="370703"/>
                    <a:pt x="371164" y="461063"/>
                    <a:pt x="371164" y="571806"/>
                  </a:cubicBezTo>
                  <a:lnTo>
                    <a:pt x="371164" y="1575486"/>
                  </a:lnTo>
                  <a:lnTo>
                    <a:pt x="7228704" y="1575486"/>
                  </a:lnTo>
                  <a:lnTo>
                    <a:pt x="7228704" y="370703"/>
                  </a:lnTo>
                  <a:close/>
                  <a:moveTo>
                    <a:pt x="571806" y="0"/>
                  </a:moveTo>
                  <a:lnTo>
                    <a:pt x="7599406" y="0"/>
                  </a:lnTo>
                  <a:lnTo>
                    <a:pt x="7599406" y="6193518"/>
                  </a:lnTo>
                  <a:cubicBezTo>
                    <a:pt x="7599406" y="6509080"/>
                    <a:pt x="7342692" y="6765324"/>
                    <a:pt x="7027600" y="6765324"/>
                  </a:cubicBezTo>
                  <a:lnTo>
                    <a:pt x="741406" y="6765324"/>
                  </a:lnTo>
                  <a:lnTo>
                    <a:pt x="741406" y="6394622"/>
                  </a:lnTo>
                  <a:lnTo>
                    <a:pt x="7027600" y="6394622"/>
                  </a:lnTo>
                  <a:cubicBezTo>
                    <a:pt x="7138343" y="6394622"/>
                    <a:pt x="7228704" y="6304261"/>
                    <a:pt x="7228704" y="6193518"/>
                  </a:cubicBezTo>
                  <a:lnTo>
                    <a:pt x="7228704" y="1946189"/>
                  </a:lnTo>
                  <a:lnTo>
                    <a:pt x="371164" y="1946189"/>
                  </a:lnTo>
                  <a:lnTo>
                    <a:pt x="371164" y="6023919"/>
                  </a:lnTo>
                  <a:lnTo>
                    <a:pt x="0" y="6023919"/>
                  </a:lnTo>
                  <a:lnTo>
                    <a:pt x="0" y="571806"/>
                  </a:lnTo>
                  <a:cubicBezTo>
                    <a:pt x="0" y="256244"/>
                    <a:pt x="256714" y="0"/>
                    <a:pt x="571806" y="0"/>
                  </a:cubicBezTo>
                  <a:close/>
                </a:path>
              </a:pathLst>
            </a:custGeom>
            <a:grpFill/>
            <a:ln w="5507" cap="flat">
              <a:noFill/>
              <a:prstDash val="solid"/>
              <a:miter/>
            </a:ln>
          </p:spPr>
          <p:txBody>
            <a:bodyPr wrap="square" rtlCol="0" anchor="ctr">
              <a:noAutofit/>
            </a:bodyPr>
            <a:lstStyle/>
            <a:p>
              <a:endParaRPr lang="en-US" dirty="0"/>
            </a:p>
          </p:txBody>
        </p:sp>
        <p:sp>
          <p:nvSpPr>
            <p:cNvPr id="1949" name="Freeform: Shape 1948">
              <a:extLst>
                <a:ext uri="{FF2B5EF4-FFF2-40B4-BE49-F238E27FC236}">
                  <a16:creationId xmlns:a16="http://schemas.microsoft.com/office/drawing/2014/main" id="{AD29CBDC-0CD7-1D6C-5CB8-8321B645D703}"/>
                </a:ext>
                <a:ext uri="{C183D7F6-B498-43B3-948B-1728B52AA6E4}">
                  <adec:decorative xmlns:adec="http://schemas.microsoft.com/office/drawing/2017/decorative" val="1"/>
                </a:ext>
              </a:extLst>
            </p:cNvPr>
            <p:cNvSpPr/>
            <p:nvPr/>
          </p:nvSpPr>
          <p:spPr>
            <a:xfrm>
              <a:off x="8938147" y="3688946"/>
              <a:ext cx="457200" cy="404869"/>
            </a:xfrm>
            <a:custGeom>
              <a:avLst/>
              <a:gdLst>
                <a:gd name="connsiteX0" fmla="*/ 0 w 6858002"/>
                <a:gd name="connsiteY0" fmla="*/ 5516983 h 6073037"/>
                <a:gd name="connsiteX1" fmla="*/ 556054 w 6858002"/>
                <a:gd name="connsiteY1" fmla="*/ 5516983 h 6073037"/>
                <a:gd name="connsiteX2" fmla="*/ 556054 w 6858002"/>
                <a:gd name="connsiteY2" fmla="*/ 6073037 h 6073037"/>
                <a:gd name="connsiteX3" fmla="*/ 0 w 6858002"/>
                <a:gd name="connsiteY3" fmla="*/ 6073037 h 6073037"/>
                <a:gd name="connsiteX4" fmla="*/ 5467866 w 6858002"/>
                <a:gd name="connsiteY4" fmla="*/ 4265866 h 6073037"/>
                <a:gd name="connsiteX5" fmla="*/ 6209271 w 6858002"/>
                <a:gd name="connsiteY5" fmla="*/ 4265866 h 6073037"/>
                <a:gd name="connsiteX6" fmla="*/ 6301947 w 6858002"/>
                <a:gd name="connsiteY6" fmla="*/ 4358542 h 6073037"/>
                <a:gd name="connsiteX7" fmla="*/ 6301947 w 6858002"/>
                <a:gd name="connsiteY7" fmla="*/ 5099948 h 6073037"/>
                <a:gd name="connsiteX8" fmla="*/ 6209271 w 6858002"/>
                <a:gd name="connsiteY8" fmla="*/ 5192623 h 6073037"/>
                <a:gd name="connsiteX9" fmla="*/ 5467866 w 6858002"/>
                <a:gd name="connsiteY9" fmla="*/ 5192623 h 6073037"/>
                <a:gd name="connsiteX10" fmla="*/ 5375190 w 6858002"/>
                <a:gd name="connsiteY10" fmla="*/ 5099948 h 6073037"/>
                <a:gd name="connsiteX11" fmla="*/ 5375190 w 6858002"/>
                <a:gd name="connsiteY11" fmla="*/ 4358542 h 6073037"/>
                <a:gd name="connsiteX12" fmla="*/ 5467866 w 6858002"/>
                <a:gd name="connsiteY12" fmla="*/ 4265866 h 6073037"/>
                <a:gd name="connsiteX13" fmla="*/ 4170406 w 6858002"/>
                <a:gd name="connsiteY13" fmla="*/ 4265866 h 6073037"/>
                <a:gd name="connsiteX14" fmla="*/ 4911812 w 6858002"/>
                <a:gd name="connsiteY14" fmla="*/ 4265866 h 6073037"/>
                <a:gd name="connsiteX15" fmla="*/ 5004487 w 6858002"/>
                <a:gd name="connsiteY15" fmla="*/ 4358542 h 6073037"/>
                <a:gd name="connsiteX16" fmla="*/ 5004487 w 6858002"/>
                <a:gd name="connsiteY16" fmla="*/ 5099948 h 6073037"/>
                <a:gd name="connsiteX17" fmla="*/ 4911812 w 6858002"/>
                <a:gd name="connsiteY17" fmla="*/ 5192623 h 6073037"/>
                <a:gd name="connsiteX18" fmla="*/ 4170406 w 6858002"/>
                <a:gd name="connsiteY18" fmla="*/ 5192623 h 6073037"/>
                <a:gd name="connsiteX19" fmla="*/ 4077730 w 6858002"/>
                <a:gd name="connsiteY19" fmla="*/ 5099948 h 6073037"/>
                <a:gd name="connsiteX20" fmla="*/ 4077730 w 6858002"/>
                <a:gd name="connsiteY20" fmla="*/ 4358542 h 6073037"/>
                <a:gd name="connsiteX21" fmla="*/ 4170406 w 6858002"/>
                <a:gd name="connsiteY21" fmla="*/ 4265866 h 6073037"/>
                <a:gd name="connsiteX22" fmla="*/ 2872947 w 6858002"/>
                <a:gd name="connsiteY22" fmla="*/ 4265866 h 6073037"/>
                <a:gd name="connsiteX23" fmla="*/ 3614353 w 6858002"/>
                <a:gd name="connsiteY23" fmla="*/ 4265866 h 6073037"/>
                <a:gd name="connsiteX24" fmla="*/ 3707028 w 6858002"/>
                <a:gd name="connsiteY24" fmla="*/ 4358542 h 6073037"/>
                <a:gd name="connsiteX25" fmla="*/ 3707028 w 6858002"/>
                <a:gd name="connsiteY25" fmla="*/ 5099948 h 6073037"/>
                <a:gd name="connsiteX26" fmla="*/ 3614353 w 6858002"/>
                <a:gd name="connsiteY26" fmla="*/ 5192623 h 6073037"/>
                <a:gd name="connsiteX27" fmla="*/ 2872947 w 6858002"/>
                <a:gd name="connsiteY27" fmla="*/ 5192623 h 6073037"/>
                <a:gd name="connsiteX28" fmla="*/ 2780271 w 6858002"/>
                <a:gd name="connsiteY28" fmla="*/ 5099948 h 6073037"/>
                <a:gd name="connsiteX29" fmla="*/ 2780271 w 6858002"/>
                <a:gd name="connsiteY29" fmla="*/ 4358542 h 6073037"/>
                <a:gd name="connsiteX30" fmla="*/ 2872947 w 6858002"/>
                <a:gd name="connsiteY30" fmla="*/ 4265866 h 6073037"/>
                <a:gd name="connsiteX31" fmla="*/ 1575487 w 6858002"/>
                <a:gd name="connsiteY31" fmla="*/ 4265866 h 6073037"/>
                <a:gd name="connsiteX32" fmla="*/ 2316893 w 6858002"/>
                <a:gd name="connsiteY32" fmla="*/ 4265866 h 6073037"/>
                <a:gd name="connsiteX33" fmla="*/ 2409568 w 6858002"/>
                <a:gd name="connsiteY33" fmla="*/ 4358542 h 6073037"/>
                <a:gd name="connsiteX34" fmla="*/ 2409568 w 6858002"/>
                <a:gd name="connsiteY34" fmla="*/ 5099948 h 6073037"/>
                <a:gd name="connsiteX35" fmla="*/ 2316893 w 6858002"/>
                <a:gd name="connsiteY35" fmla="*/ 5192623 h 6073037"/>
                <a:gd name="connsiteX36" fmla="*/ 1575487 w 6858002"/>
                <a:gd name="connsiteY36" fmla="*/ 5192623 h 6073037"/>
                <a:gd name="connsiteX37" fmla="*/ 1482811 w 6858002"/>
                <a:gd name="connsiteY37" fmla="*/ 5099948 h 6073037"/>
                <a:gd name="connsiteX38" fmla="*/ 1482811 w 6858002"/>
                <a:gd name="connsiteY38" fmla="*/ 4358542 h 6073037"/>
                <a:gd name="connsiteX39" fmla="*/ 1575487 w 6858002"/>
                <a:gd name="connsiteY39" fmla="*/ 4265866 h 6073037"/>
                <a:gd name="connsiteX40" fmla="*/ 5467866 w 6858002"/>
                <a:gd name="connsiteY40" fmla="*/ 2968407 h 6073037"/>
                <a:gd name="connsiteX41" fmla="*/ 6209271 w 6858002"/>
                <a:gd name="connsiteY41" fmla="*/ 2968407 h 6073037"/>
                <a:gd name="connsiteX42" fmla="*/ 6301947 w 6858002"/>
                <a:gd name="connsiteY42" fmla="*/ 3061083 h 6073037"/>
                <a:gd name="connsiteX43" fmla="*/ 6301947 w 6858002"/>
                <a:gd name="connsiteY43" fmla="*/ 3802489 h 6073037"/>
                <a:gd name="connsiteX44" fmla="*/ 6209271 w 6858002"/>
                <a:gd name="connsiteY44" fmla="*/ 3895164 h 6073037"/>
                <a:gd name="connsiteX45" fmla="*/ 5467866 w 6858002"/>
                <a:gd name="connsiteY45" fmla="*/ 3895164 h 6073037"/>
                <a:gd name="connsiteX46" fmla="*/ 5375190 w 6858002"/>
                <a:gd name="connsiteY46" fmla="*/ 3802489 h 6073037"/>
                <a:gd name="connsiteX47" fmla="*/ 5375190 w 6858002"/>
                <a:gd name="connsiteY47" fmla="*/ 3061083 h 6073037"/>
                <a:gd name="connsiteX48" fmla="*/ 5467866 w 6858002"/>
                <a:gd name="connsiteY48" fmla="*/ 2968407 h 6073037"/>
                <a:gd name="connsiteX49" fmla="*/ 4170406 w 6858002"/>
                <a:gd name="connsiteY49" fmla="*/ 2968407 h 6073037"/>
                <a:gd name="connsiteX50" fmla="*/ 4911812 w 6858002"/>
                <a:gd name="connsiteY50" fmla="*/ 2968407 h 6073037"/>
                <a:gd name="connsiteX51" fmla="*/ 5004487 w 6858002"/>
                <a:gd name="connsiteY51" fmla="*/ 3061083 h 6073037"/>
                <a:gd name="connsiteX52" fmla="*/ 5004487 w 6858002"/>
                <a:gd name="connsiteY52" fmla="*/ 3802489 h 6073037"/>
                <a:gd name="connsiteX53" fmla="*/ 4911812 w 6858002"/>
                <a:gd name="connsiteY53" fmla="*/ 3895164 h 6073037"/>
                <a:gd name="connsiteX54" fmla="*/ 4170406 w 6858002"/>
                <a:gd name="connsiteY54" fmla="*/ 3895164 h 6073037"/>
                <a:gd name="connsiteX55" fmla="*/ 4077730 w 6858002"/>
                <a:gd name="connsiteY55" fmla="*/ 3802489 h 6073037"/>
                <a:gd name="connsiteX56" fmla="*/ 4077730 w 6858002"/>
                <a:gd name="connsiteY56" fmla="*/ 3061083 h 6073037"/>
                <a:gd name="connsiteX57" fmla="*/ 4170406 w 6858002"/>
                <a:gd name="connsiteY57" fmla="*/ 2968407 h 6073037"/>
                <a:gd name="connsiteX58" fmla="*/ 2872947 w 6858002"/>
                <a:gd name="connsiteY58" fmla="*/ 2968407 h 6073037"/>
                <a:gd name="connsiteX59" fmla="*/ 3614353 w 6858002"/>
                <a:gd name="connsiteY59" fmla="*/ 2968407 h 6073037"/>
                <a:gd name="connsiteX60" fmla="*/ 3707028 w 6858002"/>
                <a:gd name="connsiteY60" fmla="*/ 3061083 h 6073037"/>
                <a:gd name="connsiteX61" fmla="*/ 3707028 w 6858002"/>
                <a:gd name="connsiteY61" fmla="*/ 3802489 h 6073037"/>
                <a:gd name="connsiteX62" fmla="*/ 3614353 w 6858002"/>
                <a:gd name="connsiteY62" fmla="*/ 3895164 h 6073037"/>
                <a:gd name="connsiteX63" fmla="*/ 2872947 w 6858002"/>
                <a:gd name="connsiteY63" fmla="*/ 3895164 h 6073037"/>
                <a:gd name="connsiteX64" fmla="*/ 2780271 w 6858002"/>
                <a:gd name="connsiteY64" fmla="*/ 3802489 h 6073037"/>
                <a:gd name="connsiteX65" fmla="*/ 2780271 w 6858002"/>
                <a:gd name="connsiteY65" fmla="*/ 3061083 h 6073037"/>
                <a:gd name="connsiteX66" fmla="*/ 2872947 w 6858002"/>
                <a:gd name="connsiteY66" fmla="*/ 2968407 h 6073037"/>
                <a:gd name="connsiteX67" fmla="*/ 1575487 w 6858002"/>
                <a:gd name="connsiteY67" fmla="*/ 2968407 h 6073037"/>
                <a:gd name="connsiteX68" fmla="*/ 2316893 w 6858002"/>
                <a:gd name="connsiteY68" fmla="*/ 2968407 h 6073037"/>
                <a:gd name="connsiteX69" fmla="*/ 2409568 w 6858002"/>
                <a:gd name="connsiteY69" fmla="*/ 3061083 h 6073037"/>
                <a:gd name="connsiteX70" fmla="*/ 2409568 w 6858002"/>
                <a:gd name="connsiteY70" fmla="*/ 3802489 h 6073037"/>
                <a:gd name="connsiteX71" fmla="*/ 2316893 w 6858002"/>
                <a:gd name="connsiteY71" fmla="*/ 3895164 h 6073037"/>
                <a:gd name="connsiteX72" fmla="*/ 1575487 w 6858002"/>
                <a:gd name="connsiteY72" fmla="*/ 3895164 h 6073037"/>
                <a:gd name="connsiteX73" fmla="*/ 1482811 w 6858002"/>
                <a:gd name="connsiteY73" fmla="*/ 3802489 h 6073037"/>
                <a:gd name="connsiteX74" fmla="*/ 1482811 w 6858002"/>
                <a:gd name="connsiteY74" fmla="*/ 3061083 h 6073037"/>
                <a:gd name="connsiteX75" fmla="*/ 1575487 w 6858002"/>
                <a:gd name="connsiteY75" fmla="*/ 2968407 h 6073037"/>
                <a:gd name="connsiteX76" fmla="*/ 5467866 w 6858002"/>
                <a:gd name="connsiteY76" fmla="*/ 1670947 h 6073037"/>
                <a:gd name="connsiteX77" fmla="*/ 6209271 w 6858002"/>
                <a:gd name="connsiteY77" fmla="*/ 1670947 h 6073037"/>
                <a:gd name="connsiteX78" fmla="*/ 6301947 w 6858002"/>
                <a:gd name="connsiteY78" fmla="*/ 1763623 h 6073037"/>
                <a:gd name="connsiteX79" fmla="*/ 6301947 w 6858002"/>
                <a:gd name="connsiteY79" fmla="*/ 2505029 h 6073037"/>
                <a:gd name="connsiteX80" fmla="*/ 6209271 w 6858002"/>
                <a:gd name="connsiteY80" fmla="*/ 2597704 h 6073037"/>
                <a:gd name="connsiteX81" fmla="*/ 5467866 w 6858002"/>
                <a:gd name="connsiteY81" fmla="*/ 2597704 h 6073037"/>
                <a:gd name="connsiteX82" fmla="*/ 5375190 w 6858002"/>
                <a:gd name="connsiteY82" fmla="*/ 2505029 h 6073037"/>
                <a:gd name="connsiteX83" fmla="*/ 5375190 w 6858002"/>
                <a:gd name="connsiteY83" fmla="*/ 1763623 h 6073037"/>
                <a:gd name="connsiteX84" fmla="*/ 5467866 w 6858002"/>
                <a:gd name="connsiteY84" fmla="*/ 1670947 h 6073037"/>
                <a:gd name="connsiteX85" fmla="*/ 4170406 w 6858002"/>
                <a:gd name="connsiteY85" fmla="*/ 1670947 h 6073037"/>
                <a:gd name="connsiteX86" fmla="*/ 4911812 w 6858002"/>
                <a:gd name="connsiteY86" fmla="*/ 1670947 h 6073037"/>
                <a:gd name="connsiteX87" fmla="*/ 5004487 w 6858002"/>
                <a:gd name="connsiteY87" fmla="*/ 1763623 h 6073037"/>
                <a:gd name="connsiteX88" fmla="*/ 5004487 w 6858002"/>
                <a:gd name="connsiteY88" fmla="*/ 2505029 h 6073037"/>
                <a:gd name="connsiteX89" fmla="*/ 4911812 w 6858002"/>
                <a:gd name="connsiteY89" fmla="*/ 2597704 h 6073037"/>
                <a:gd name="connsiteX90" fmla="*/ 4170406 w 6858002"/>
                <a:gd name="connsiteY90" fmla="*/ 2597704 h 6073037"/>
                <a:gd name="connsiteX91" fmla="*/ 4077730 w 6858002"/>
                <a:gd name="connsiteY91" fmla="*/ 2505029 h 6073037"/>
                <a:gd name="connsiteX92" fmla="*/ 4077730 w 6858002"/>
                <a:gd name="connsiteY92" fmla="*/ 1763623 h 6073037"/>
                <a:gd name="connsiteX93" fmla="*/ 4170406 w 6858002"/>
                <a:gd name="connsiteY93" fmla="*/ 1670947 h 6073037"/>
                <a:gd name="connsiteX94" fmla="*/ 2872947 w 6858002"/>
                <a:gd name="connsiteY94" fmla="*/ 1670947 h 6073037"/>
                <a:gd name="connsiteX95" fmla="*/ 3614353 w 6858002"/>
                <a:gd name="connsiteY95" fmla="*/ 1670947 h 6073037"/>
                <a:gd name="connsiteX96" fmla="*/ 3707028 w 6858002"/>
                <a:gd name="connsiteY96" fmla="*/ 1763623 h 6073037"/>
                <a:gd name="connsiteX97" fmla="*/ 3707028 w 6858002"/>
                <a:gd name="connsiteY97" fmla="*/ 2505029 h 6073037"/>
                <a:gd name="connsiteX98" fmla="*/ 3614353 w 6858002"/>
                <a:gd name="connsiteY98" fmla="*/ 2597704 h 6073037"/>
                <a:gd name="connsiteX99" fmla="*/ 2872947 w 6858002"/>
                <a:gd name="connsiteY99" fmla="*/ 2597704 h 6073037"/>
                <a:gd name="connsiteX100" fmla="*/ 2780271 w 6858002"/>
                <a:gd name="connsiteY100" fmla="*/ 2505029 h 6073037"/>
                <a:gd name="connsiteX101" fmla="*/ 2780271 w 6858002"/>
                <a:gd name="connsiteY101" fmla="*/ 1763623 h 6073037"/>
                <a:gd name="connsiteX102" fmla="*/ 2872947 w 6858002"/>
                <a:gd name="connsiteY102" fmla="*/ 1670947 h 6073037"/>
                <a:gd name="connsiteX103" fmla="*/ 1575487 w 6858002"/>
                <a:gd name="connsiteY103" fmla="*/ 1670947 h 6073037"/>
                <a:gd name="connsiteX104" fmla="*/ 2316893 w 6858002"/>
                <a:gd name="connsiteY104" fmla="*/ 1670947 h 6073037"/>
                <a:gd name="connsiteX105" fmla="*/ 2409568 w 6858002"/>
                <a:gd name="connsiteY105" fmla="*/ 1763623 h 6073037"/>
                <a:gd name="connsiteX106" fmla="*/ 2409568 w 6858002"/>
                <a:gd name="connsiteY106" fmla="*/ 2505029 h 6073037"/>
                <a:gd name="connsiteX107" fmla="*/ 2316893 w 6858002"/>
                <a:gd name="connsiteY107" fmla="*/ 2597704 h 6073037"/>
                <a:gd name="connsiteX108" fmla="*/ 1575487 w 6858002"/>
                <a:gd name="connsiteY108" fmla="*/ 2597704 h 6073037"/>
                <a:gd name="connsiteX109" fmla="*/ 1482811 w 6858002"/>
                <a:gd name="connsiteY109" fmla="*/ 2505029 h 6073037"/>
                <a:gd name="connsiteX110" fmla="*/ 1482811 w 6858002"/>
                <a:gd name="connsiteY110" fmla="*/ 1763623 h 6073037"/>
                <a:gd name="connsiteX111" fmla="*/ 1575487 w 6858002"/>
                <a:gd name="connsiteY111" fmla="*/ 1670947 h 6073037"/>
                <a:gd name="connsiteX112" fmla="*/ 1112108 w 6858002"/>
                <a:gd name="connsiteY112" fmla="*/ 2784 h 6073037"/>
                <a:gd name="connsiteX113" fmla="*/ 1297460 w 6858002"/>
                <a:gd name="connsiteY113" fmla="*/ 188136 h 6073037"/>
                <a:gd name="connsiteX114" fmla="*/ 1112108 w 6858002"/>
                <a:gd name="connsiteY114" fmla="*/ 373487 h 6073037"/>
                <a:gd name="connsiteX115" fmla="*/ 926757 w 6858002"/>
                <a:gd name="connsiteY115" fmla="*/ 188136 h 6073037"/>
                <a:gd name="connsiteX116" fmla="*/ 1112108 w 6858002"/>
                <a:gd name="connsiteY116" fmla="*/ 2784 h 6073037"/>
                <a:gd name="connsiteX117" fmla="*/ 2687596 w 6858002"/>
                <a:gd name="connsiteY117" fmla="*/ 2784 h 6073037"/>
                <a:gd name="connsiteX118" fmla="*/ 6672650 w 6858002"/>
                <a:gd name="connsiteY118" fmla="*/ 2784 h 6073037"/>
                <a:gd name="connsiteX119" fmla="*/ 6858002 w 6858002"/>
                <a:gd name="connsiteY119" fmla="*/ 188136 h 6073037"/>
                <a:gd name="connsiteX120" fmla="*/ 6672650 w 6858002"/>
                <a:gd name="connsiteY120" fmla="*/ 373487 h 6073037"/>
                <a:gd name="connsiteX121" fmla="*/ 2687596 w 6858002"/>
                <a:gd name="connsiteY121" fmla="*/ 373487 h 6073037"/>
                <a:gd name="connsiteX122" fmla="*/ 2502244 w 6858002"/>
                <a:gd name="connsiteY122" fmla="*/ 188136 h 6073037"/>
                <a:gd name="connsiteX123" fmla="*/ 2687596 w 6858002"/>
                <a:gd name="connsiteY123" fmla="*/ 2784 h 6073037"/>
                <a:gd name="connsiteX124" fmla="*/ 2131542 w 6858002"/>
                <a:gd name="connsiteY124" fmla="*/ 2784 h 6073037"/>
                <a:gd name="connsiteX125" fmla="*/ 2316893 w 6858002"/>
                <a:gd name="connsiteY125" fmla="*/ 188136 h 6073037"/>
                <a:gd name="connsiteX126" fmla="*/ 2131542 w 6858002"/>
                <a:gd name="connsiteY126" fmla="*/ 373487 h 6073037"/>
                <a:gd name="connsiteX127" fmla="*/ 1946190 w 6858002"/>
                <a:gd name="connsiteY127" fmla="*/ 188136 h 6073037"/>
                <a:gd name="connsiteX128" fmla="*/ 2131542 w 6858002"/>
                <a:gd name="connsiteY128" fmla="*/ 2784 h 6073037"/>
                <a:gd name="connsiteX129" fmla="*/ 1624606 w 6858002"/>
                <a:gd name="connsiteY129" fmla="*/ 0 h 6073037"/>
                <a:gd name="connsiteX130" fmla="*/ 1809957 w 6858002"/>
                <a:gd name="connsiteY130" fmla="*/ 185352 h 6073037"/>
                <a:gd name="connsiteX131" fmla="*/ 1624606 w 6858002"/>
                <a:gd name="connsiteY131" fmla="*/ 370703 h 6073037"/>
                <a:gd name="connsiteX132" fmla="*/ 1439254 w 6858002"/>
                <a:gd name="connsiteY132" fmla="*/ 185352 h 6073037"/>
                <a:gd name="connsiteX133" fmla="*/ 1624606 w 6858002"/>
                <a:gd name="connsiteY133" fmla="*/ 0 h 607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8002" h="6073037">
                  <a:moveTo>
                    <a:pt x="0" y="5516983"/>
                  </a:moveTo>
                  <a:lnTo>
                    <a:pt x="556054" y="5516983"/>
                  </a:lnTo>
                  <a:lnTo>
                    <a:pt x="556054" y="6073037"/>
                  </a:lnTo>
                  <a:lnTo>
                    <a:pt x="0" y="6073037"/>
                  </a:lnTo>
                  <a:close/>
                  <a:moveTo>
                    <a:pt x="5467866" y="4265866"/>
                  </a:moveTo>
                  <a:lnTo>
                    <a:pt x="6209271" y="4265866"/>
                  </a:lnTo>
                  <a:cubicBezTo>
                    <a:pt x="6260453" y="4265866"/>
                    <a:pt x="6301947" y="4307360"/>
                    <a:pt x="6301947" y="4358542"/>
                  </a:cubicBezTo>
                  <a:lnTo>
                    <a:pt x="6301947" y="5099948"/>
                  </a:lnTo>
                  <a:cubicBezTo>
                    <a:pt x="6301947" y="5151129"/>
                    <a:pt x="6260453" y="5192623"/>
                    <a:pt x="6209271" y="5192623"/>
                  </a:cubicBezTo>
                  <a:lnTo>
                    <a:pt x="5467866" y="5192623"/>
                  </a:lnTo>
                  <a:cubicBezTo>
                    <a:pt x="5416684" y="5192623"/>
                    <a:pt x="5375190" y="5151129"/>
                    <a:pt x="5375190" y="5099948"/>
                  </a:cubicBezTo>
                  <a:lnTo>
                    <a:pt x="5375190" y="4358542"/>
                  </a:lnTo>
                  <a:cubicBezTo>
                    <a:pt x="5375190" y="4307360"/>
                    <a:pt x="5416684" y="4265866"/>
                    <a:pt x="5467866" y="4265866"/>
                  </a:cubicBezTo>
                  <a:close/>
                  <a:moveTo>
                    <a:pt x="4170406" y="4265866"/>
                  </a:moveTo>
                  <a:lnTo>
                    <a:pt x="4911812" y="4265866"/>
                  </a:lnTo>
                  <a:cubicBezTo>
                    <a:pt x="4962993" y="4265866"/>
                    <a:pt x="5004487" y="4307360"/>
                    <a:pt x="5004487" y="4358542"/>
                  </a:cubicBezTo>
                  <a:lnTo>
                    <a:pt x="5004487" y="5099948"/>
                  </a:lnTo>
                  <a:cubicBezTo>
                    <a:pt x="5004487" y="5151129"/>
                    <a:pt x="4962993" y="5192623"/>
                    <a:pt x="4911812" y="5192623"/>
                  </a:cubicBezTo>
                  <a:lnTo>
                    <a:pt x="4170406" y="5192623"/>
                  </a:lnTo>
                  <a:cubicBezTo>
                    <a:pt x="4119224" y="5192623"/>
                    <a:pt x="4077730" y="5151129"/>
                    <a:pt x="4077730" y="5099948"/>
                  </a:cubicBezTo>
                  <a:lnTo>
                    <a:pt x="4077730" y="4358542"/>
                  </a:lnTo>
                  <a:cubicBezTo>
                    <a:pt x="4077730" y="4307360"/>
                    <a:pt x="4119224" y="4265866"/>
                    <a:pt x="4170406" y="4265866"/>
                  </a:cubicBezTo>
                  <a:close/>
                  <a:moveTo>
                    <a:pt x="2872947" y="4265866"/>
                  </a:moveTo>
                  <a:lnTo>
                    <a:pt x="3614353" y="4265866"/>
                  </a:lnTo>
                  <a:cubicBezTo>
                    <a:pt x="3665534" y="4265866"/>
                    <a:pt x="3707028" y="4307360"/>
                    <a:pt x="3707028" y="4358542"/>
                  </a:cubicBezTo>
                  <a:lnTo>
                    <a:pt x="3707028" y="5099948"/>
                  </a:lnTo>
                  <a:cubicBezTo>
                    <a:pt x="3707028" y="5151129"/>
                    <a:pt x="3665534" y="5192623"/>
                    <a:pt x="3614353" y="5192623"/>
                  </a:cubicBezTo>
                  <a:lnTo>
                    <a:pt x="2872947" y="5192623"/>
                  </a:lnTo>
                  <a:cubicBezTo>
                    <a:pt x="2821765" y="5192623"/>
                    <a:pt x="2780271" y="5151129"/>
                    <a:pt x="2780271" y="5099948"/>
                  </a:cubicBezTo>
                  <a:lnTo>
                    <a:pt x="2780271" y="4358542"/>
                  </a:lnTo>
                  <a:cubicBezTo>
                    <a:pt x="2780271" y="4307360"/>
                    <a:pt x="2821765" y="4265866"/>
                    <a:pt x="2872947" y="4265866"/>
                  </a:cubicBezTo>
                  <a:close/>
                  <a:moveTo>
                    <a:pt x="1575487" y="4265866"/>
                  </a:moveTo>
                  <a:lnTo>
                    <a:pt x="2316893" y="4265866"/>
                  </a:lnTo>
                  <a:cubicBezTo>
                    <a:pt x="2368074" y="4265866"/>
                    <a:pt x="2409568" y="4307360"/>
                    <a:pt x="2409568" y="4358542"/>
                  </a:cubicBezTo>
                  <a:lnTo>
                    <a:pt x="2409568" y="5099948"/>
                  </a:lnTo>
                  <a:cubicBezTo>
                    <a:pt x="2409568" y="5151129"/>
                    <a:pt x="2368074" y="5192623"/>
                    <a:pt x="2316893" y="5192623"/>
                  </a:cubicBezTo>
                  <a:lnTo>
                    <a:pt x="1575487" y="5192623"/>
                  </a:lnTo>
                  <a:cubicBezTo>
                    <a:pt x="1524306" y="5192623"/>
                    <a:pt x="1482811" y="5151129"/>
                    <a:pt x="1482811" y="5099948"/>
                  </a:cubicBezTo>
                  <a:lnTo>
                    <a:pt x="1482811" y="4358542"/>
                  </a:lnTo>
                  <a:cubicBezTo>
                    <a:pt x="1482811" y="4307360"/>
                    <a:pt x="1524306" y="4265866"/>
                    <a:pt x="1575487" y="4265866"/>
                  </a:cubicBezTo>
                  <a:close/>
                  <a:moveTo>
                    <a:pt x="5467866" y="2968407"/>
                  </a:moveTo>
                  <a:lnTo>
                    <a:pt x="6209271" y="2968407"/>
                  </a:lnTo>
                  <a:cubicBezTo>
                    <a:pt x="6260453" y="2968407"/>
                    <a:pt x="6301947" y="3009901"/>
                    <a:pt x="6301947" y="3061083"/>
                  </a:cubicBezTo>
                  <a:lnTo>
                    <a:pt x="6301947" y="3802489"/>
                  </a:lnTo>
                  <a:cubicBezTo>
                    <a:pt x="6301947" y="3853670"/>
                    <a:pt x="6260453" y="3895164"/>
                    <a:pt x="6209271" y="3895164"/>
                  </a:cubicBezTo>
                  <a:lnTo>
                    <a:pt x="5467866" y="3895164"/>
                  </a:lnTo>
                  <a:cubicBezTo>
                    <a:pt x="5416684" y="3895164"/>
                    <a:pt x="5375190" y="3853670"/>
                    <a:pt x="5375190" y="3802489"/>
                  </a:cubicBezTo>
                  <a:lnTo>
                    <a:pt x="5375190" y="3061083"/>
                  </a:lnTo>
                  <a:cubicBezTo>
                    <a:pt x="5375190" y="3009901"/>
                    <a:pt x="5416684" y="2968407"/>
                    <a:pt x="5467866" y="2968407"/>
                  </a:cubicBezTo>
                  <a:close/>
                  <a:moveTo>
                    <a:pt x="4170406" y="2968407"/>
                  </a:moveTo>
                  <a:lnTo>
                    <a:pt x="4911812" y="2968407"/>
                  </a:lnTo>
                  <a:cubicBezTo>
                    <a:pt x="4962993" y="2968407"/>
                    <a:pt x="5004487" y="3009901"/>
                    <a:pt x="5004487" y="3061083"/>
                  </a:cubicBezTo>
                  <a:lnTo>
                    <a:pt x="5004487" y="3802489"/>
                  </a:lnTo>
                  <a:cubicBezTo>
                    <a:pt x="5004487" y="3853670"/>
                    <a:pt x="4962993" y="3895164"/>
                    <a:pt x="4911812" y="3895164"/>
                  </a:cubicBezTo>
                  <a:lnTo>
                    <a:pt x="4170406" y="3895164"/>
                  </a:lnTo>
                  <a:cubicBezTo>
                    <a:pt x="4119224" y="3895164"/>
                    <a:pt x="4077730" y="3853670"/>
                    <a:pt x="4077730" y="3802489"/>
                  </a:cubicBezTo>
                  <a:lnTo>
                    <a:pt x="4077730" y="3061083"/>
                  </a:lnTo>
                  <a:cubicBezTo>
                    <a:pt x="4077730" y="3009901"/>
                    <a:pt x="4119224" y="2968407"/>
                    <a:pt x="4170406" y="2968407"/>
                  </a:cubicBezTo>
                  <a:close/>
                  <a:moveTo>
                    <a:pt x="2872947" y="2968407"/>
                  </a:moveTo>
                  <a:lnTo>
                    <a:pt x="3614353" y="2968407"/>
                  </a:lnTo>
                  <a:cubicBezTo>
                    <a:pt x="3665534" y="2968407"/>
                    <a:pt x="3707028" y="3009901"/>
                    <a:pt x="3707028" y="3061083"/>
                  </a:cubicBezTo>
                  <a:lnTo>
                    <a:pt x="3707028" y="3802489"/>
                  </a:lnTo>
                  <a:cubicBezTo>
                    <a:pt x="3707028" y="3853670"/>
                    <a:pt x="3665534" y="3895164"/>
                    <a:pt x="3614353" y="3895164"/>
                  </a:cubicBezTo>
                  <a:lnTo>
                    <a:pt x="2872947" y="3895164"/>
                  </a:lnTo>
                  <a:cubicBezTo>
                    <a:pt x="2821765" y="3895164"/>
                    <a:pt x="2780271" y="3853670"/>
                    <a:pt x="2780271" y="3802489"/>
                  </a:cubicBezTo>
                  <a:lnTo>
                    <a:pt x="2780271" y="3061083"/>
                  </a:lnTo>
                  <a:cubicBezTo>
                    <a:pt x="2780271" y="3009901"/>
                    <a:pt x="2821765" y="2968407"/>
                    <a:pt x="2872947" y="2968407"/>
                  </a:cubicBezTo>
                  <a:close/>
                  <a:moveTo>
                    <a:pt x="1575487" y="2968407"/>
                  </a:moveTo>
                  <a:lnTo>
                    <a:pt x="2316893" y="2968407"/>
                  </a:lnTo>
                  <a:cubicBezTo>
                    <a:pt x="2368074" y="2968407"/>
                    <a:pt x="2409568" y="3009901"/>
                    <a:pt x="2409568" y="3061083"/>
                  </a:cubicBezTo>
                  <a:lnTo>
                    <a:pt x="2409568" y="3802489"/>
                  </a:lnTo>
                  <a:cubicBezTo>
                    <a:pt x="2409568" y="3853670"/>
                    <a:pt x="2368074" y="3895164"/>
                    <a:pt x="2316893" y="3895164"/>
                  </a:cubicBezTo>
                  <a:lnTo>
                    <a:pt x="1575487" y="3895164"/>
                  </a:lnTo>
                  <a:cubicBezTo>
                    <a:pt x="1524306" y="3895164"/>
                    <a:pt x="1482811" y="3853670"/>
                    <a:pt x="1482811" y="3802489"/>
                  </a:cubicBezTo>
                  <a:lnTo>
                    <a:pt x="1482811" y="3061083"/>
                  </a:lnTo>
                  <a:cubicBezTo>
                    <a:pt x="1482811" y="3009901"/>
                    <a:pt x="1524306" y="2968407"/>
                    <a:pt x="1575487" y="2968407"/>
                  </a:cubicBezTo>
                  <a:close/>
                  <a:moveTo>
                    <a:pt x="5467866" y="1670947"/>
                  </a:moveTo>
                  <a:lnTo>
                    <a:pt x="6209271" y="1670947"/>
                  </a:lnTo>
                  <a:cubicBezTo>
                    <a:pt x="6260453" y="1670947"/>
                    <a:pt x="6301947" y="1712441"/>
                    <a:pt x="6301947" y="1763623"/>
                  </a:cubicBezTo>
                  <a:lnTo>
                    <a:pt x="6301947" y="2505029"/>
                  </a:lnTo>
                  <a:cubicBezTo>
                    <a:pt x="6301947" y="2556210"/>
                    <a:pt x="6260453" y="2597704"/>
                    <a:pt x="6209271" y="2597704"/>
                  </a:cubicBezTo>
                  <a:lnTo>
                    <a:pt x="5467866" y="2597704"/>
                  </a:lnTo>
                  <a:cubicBezTo>
                    <a:pt x="5416684" y="2597704"/>
                    <a:pt x="5375190" y="2556210"/>
                    <a:pt x="5375190" y="2505029"/>
                  </a:cubicBezTo>
                  <a:lnTo>
                    <a:pt x="5375190" y="1763623"/>
                  </a:lnTo>
                  <a:cubicBezTo>
                    <a:pt x="5375190" y="1712441"/>
                    <a:pt x="5416684" y="1670947"/>
                    <a:pt x="5467866" y="1670947"/>
                  </a:cubicBezTo>
                  <a:close/>
                  <a:moveTo>
                    <a:pt x="4170406" y="1670947"/>
                  </a:moveTo>
                  <a:lnTo>
                    <a:pt x="4911812" y="1670947"/>
                  </a:lnTo>
                  <a:cubicBezTo>
                    <a:pt x="4962993" y="1670947"/>
                    <a:pt x="5004487" y="1712441"/>
                    <a:pt x="5004487" y="1763623"/>
                  </a:cubicBezTo>
                  <a:lnTo>
                    <a:pt x="5004487" y="2505029"/>
                  </a:lnTo>
                  <a:cubicBezTo>
                    <a:pt x="5004487" y="2556210"/>
                    <a:pt x="4962993" y="2597704"/>
                    <a:pt x="4911812" y="2597704"/>
                  </a:cubicBezTo>
                  <a:lnTo>
                    <a:pt x="4170406" y="2597704"/>
                  </a:lnTo>
                  <a:cubicBezTo>
                    <a:pt x="4119224" y="2597704"/>
                    <a:pt x="4077730" y="2556210"/>
                    <a:pt x="4077730" y="2505029"/>
                  </a:cubicBezTo>
                  <a:lnTo>
                    <a:pt x="4077730" y="1763623"/>
                  </a:lnTo>
                  <a:cubicBezTo>
                    <a:pt x="4077730" y="1712441"/>
                    <a:pt x="4119224" y="1670947"/>
                    <a:pt x="4170406" y="1670947"/>
                  </a:cubicBezTo>
                  <a:close/>
                  <a:moveTo>
                    <a:pt x="2872947" y="1670947"/>
                  </a:moveTo>
                  <a:lnTo>
                    <a:pt x="3614353" y="1670947"/>
                  </a:lnTo>
                  <a:cubicBezTo>
                    <a:pt x="3665534" y="1670947"/>
                    <a:pt x="3707028" y="1712441"/>
                    <a:pt x="3707028" y="1763623"/>
                  </a:cubicBezTo>
                  <a:lnTo>
                    <a:pt x="3707028" y="2505029"/>
                  </a:lnTo>
                  <a:cubicBezTo>
                    <a:pt x="3707028" y="2556210"/>
                    <a:pt x="3665534" y="2597704"/>
                    <a:pt x="3614353" y="2597704"/>
                  </a:cubicBezTo>
                  <a:lnTo>
                    <a:pt x="2872947" y="2597704"/>
                  </a:lnTo>
                  <a:cubicBezTo>
                    <a:pt x="2821765" y="2597704"/>
                    <a:pt x="2780271" y="2556210"/>
                    <a:pt x="2780271" y="2505029"/>
                  </a:cubicBezTo>
                  <a:lnTo>
                    <a:pt x="2780271" y="1763623"/>
                  </a:lnTo>
                  <a:cubicBezTo>
                    <a:pt x="2780271" y="1712441"/>
                    <a:pt x="2821765" y="1670947"/>
                    <a:pt x="2872947" y="1670947"/>
                  </a:cubicBezTo>
                  <a:close/>
                  <a:moveTo>
                    <a:pt x="1575487" y="1670947"/>
                  </a:moveTo>
                  <a:lnTo>
                    <a:pt x="2316893" y="1670947"/>
                  </a:lnTo>
                  <a:cubicBezTo>
                    <a:pt x="2368074" y="1670947"/>
                    <a:pt x="2409568" y="1712441"/>
                    <a:pt x="2409568" y="1763623"/>
                  </a:cubicBezTo>
                  <a:lnTo>
                    <a:pt x="2409568" y="2505029"/>
                  </a:lnTo>
                  <a:cubicBezTo>
                    <a:pt x="2409568" y="2556210"/>
                    <a:pt x="2368074" y="2597704"/>
                    <a:pt x="2316893" y="2597704"/>
                  </a:cubicBezTo>
                  <a:lnTo>
                    <a:pt x="1575487" y="2597704"/>
                  </a:lnTo>
                  <a:cubicBezTo>
                    <a:pt x="1524306" y="2597704"/>
                    <a:pt x="1482811" y="2556210"/>
                    <a:pt x="1482811" y="2505029"/>
                  </a:cubicBezTo>
                  <a:lnTo>
                    <a:pt x="1482811" y="1763623"/>
                  </a:lnTo>
                  <a:cubicBezTo>
                    <a:pt x="1482811" y="1712441"/>
                    <a:pt x="1524306" y="1670947"/>
                    <a:pt x="1575487" y="1670947"/>
                  </a:cubicBezTo>
                  <a:close/>
                  <a:moveTo>
                    <a:pt x="1112108" y="2784"/>
                  </a:moveTo>
                  <a:cubicBezTo>
                    <a:pt x="1214472" y="2784"/>
                    <a:pt x="1297460" y="85772"/>
                    <a:pt x="1297460" y="188136"/>
                  </a:cubicBezTo>
                  <a:cubicBezTo>
                    <a:pt x="1297460" y="290499"/>
                    <a:pt x="1214472" y="373487"/>
                    <a:pt x="1112108" y="373487"/>
                  </a:cubicBezTo>
                  <a:cubicBezTo>
                    <a:pt x="1009745" y="373487"/>
                    <a:pt x="926757" y="290499"/>
                    <a:pt x="926757" y="188136"/>
                  </a:cubicBezTo>
                  <a:cubicBezTo>
                    <a:pt x="926757" y="85772"/>
                    <a:pt x="1009745" y="2784"/>
                    <a:pt x="1112108" y="2784"/>
                  </a:cubicBezTo>
                  <a:close/>
                  <a:moveTo>
                    <a:pt x="2687596" y="2784"/>
                  </a:moveTo>
                  <a:lnTo>
                    <a:pt x="6672650" y="2784"/>
                  </a:lnTo>
                  <a:cubicBezTo>
                    <a:pt x="6775056" y="2784"/>
                    <a:pt x="6858002" y="85730"/>
                    <a:pt x="6858002" y="188136"/>
                  </a:cubicBezTo>
                  <a:cubicBezTo>
                    <a:pt x="6858002" y="290541"/>
                    <a:pt x="6775056" y="373487"/>
                    <a:pt x="6672650" y="373487"/>
                  </a:cubicBezTo>
                  <a:lnTo>
                    <a:pt x="2687596" y="373487"/>
                  </a:lnTo>
                  <a:cubicBezTo>
                    <a:pt x="2585190" y="373487"/>
                    <a:pt x="2502244" y="290541"/>
                    <a:pt x="2502244" y="188136"/>
                  </a:cubicBezTo>
                  <a:cubicBezTo>
                    <a:pt x="2502244" y="85730"/>
                    <a:pt x="2585190" y="2784"/>
                    <a:pt x="2687596" y="2784"/>
                  </a:cubicBezTo>
                  <a:close/>
                  <a:moveTo>
                    <a:pt x="2131542" y="2784"/>
                  </a:moveTo>
                  <a:cubicBezTo>
                    <a:pt x="2233905" y="2784"/>
                    <a:pt x="2316893" y="85772"/>
                    <a:pt x="2316893" y="188136"/>
                  </a:cubicBezTo>
                  <a:cubicBezTo>
                    <a:pt x="2316893" y="290499"/>
                    <a:pt x="2233905" y="373487"/>
                    <a:pt x="2131542" y="373487"/>
                  </a:cubicBezTo>
                  <a:cubicBezTo>
                    <a:pt x="2029178" y="373487"/>
                    <a:pt x="1946190" y="290499"/>
                    <a:pt x="1946190" y="188136"/>
                  </a:cubicBezTo>
                  <a:cubicBezTo>
                    <a:pt x="1946190" y="85772"/>
                    <a:pt x="2029178" y="2784"/>
                    <a:pt x="2131542" y="2784"/>
                  </a:cubicBezTo>
                  <a:close/>
                  <a:moveTo>
                    <a:pt x="1624606" y="0"/>
                  </a:moveTo>
                  <a:cubicBezTo>
                    <a:pt x="1726969" y="0"/>
                    <a:pt x="1809957" y="82988"/>
                    <a:pt x="1809957" y="185352"/>
                  </a:cubicBezTo>
                  <a:cubicBezTo>
                    <a:pt x="1809957" y="287715"/>
                    <a:pt x="1726969" y="370703"/>
                    <a:pt x="1624606" y="370703"/>
                  </a:cubicBezTo>
                  <a:cubicBezTo>
                    <a:pt x="1522242" y="370703"/>
                    <a:pt x="1439254" y="287715"/>
                    <a:pt x="1439254" y="185352"/>
                  </a:cubicBezTo>
                  <a:cubicBezTo>
                    <a:pt x="1439254" y="82988"/>
                    <a:pt x="1522242" y="0"/>
                    <a:pt x="1624606" y="0"/>
                  </a:cubicBezTo>
                  <a:close/>
                </a:path>
              </a:pathLst>
            </a:custGeom>
            <a:solidFill>
              <a:schemeClr val="bg1"/>
            </a:solidFill>
            <a:ln w="5507" cap="flat">
              <a:noFill/>
              <a:prstDash val="solid"/>
              <a:miter/>
            </a:ln>
          </p:spPr>
          <p:txBody>
            <a:bodyPr wrap="square" rtlCol="0" anchor="ctr">
              <a:noAutofit/>
            </a:bodyPr>
            <a:lstStyle/>
            <a:p>
              <a:endParaRPr lang="en-US" dirty="0"/>
            </a:p>
          </p:txBody>
        </p:sp>
      </p:grpSp>
      <p:grpSp>
        <p:nvGrpSpPr>
          <p:cNvPr id="2801" name="Group 2800">
            <a:extLst>
              <a:ext uri="{FF2B5EF4-FFF2-40B4-BE49-F238E27FC236}">
                <a16:creationId xmlns:a16="http://schemas.microsoft.com/office/drawing/2014/main" id="{8D17932B-7E55-FC81-FF47-F88C44D83CAB}"/>
              </a:ext>
              <a:ext uri="{C183D7F6-B498-43B3-948B-1728B52AA6E4}">
                <adec:decorative xmlns:adec="http://schemas.microsoft.com/office/drawing/2017/decorative" val="1"/>
              </a:ext>
            </a:extLst>
          </p:cNvPr>
          <p:cNvGrpSpPr>
            <a:grpSpLocks noChangeAspect="1"/>
          </p:cNvGrpSpPr>
          <p:nvPr/>
        </p:nvGrpSpPr>
        <p:grpSpPr>
          <a:xfrm>
            <a:off x="9535976" y="3644779"/>
            <a:ext cx="451437" cy="457200"/>
            <a:chOff x="9535953" y="3636615"/>
            <a:chExt cx="451437" cy="457200"/>
          </a:xfrm>
          <a:solidFill>
            <a:schemeClr val="accent2"/>
          </a:solidFill>
        </p:grpSpPr>
        <p:sp>
          <p:nvSpPr>
            <p:cNvPr id="1952" name="Freeform: Shape 1951">
              <a:extLst>
                <a:ext uri="{FF2B5EF4-FFF2-40B4-BE49-F238E27FC236}">
                  <a16:creationId xmlns:a16="http://schemas.microsoft.com/office/drawing/2014/main" id="{E213FF88-D735-CA1E-38AE-D3CCB6BDE976}"/>
                </a:ext>
                <a:ext uri="{C183D7F6-B498-43B3-948B-1728B52AA6E4}">
                  <adec:decorative xmlns:adec="http://schemas.microsoft.com/office/drawing/2017/decorative" val="1"/>
                </a:ext>
              </a:extLst>
            </p:cNvPr>
            <p:cNvSpPr/>
            <p:nvPr/>
          </p:nvSpPr>
          <p:spPr>
            <a:xfrm>
              <a:off x="9871359" y="3636615"/>
              <a:ext cx="36593" cy="36593"/>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dirty="0"/>
            </a:p>
          </p:txBody>
        </p:sp>
        <p:sp>
          <p:nvSpPr>
            <p:cNvPr id="1957" name="Freeform: Shape 1956">
              <a:extLst>
                <a:ext uri="{FF2B5EF4-FFF2-40B4-BE49-F238E27FC236}">
                  <a16:creationId xmlns:a16="http://schemas.microsoft.com/office/drawing/2014/main" id="{6F4D95A1-7EF0-80A2-BCED-058059B9E050}"/>
                </a:ext>
                <a:ext uri="{C183D7F6-B498-43B3-948B-1728B52AA6E4}">
                  <adec:decorative xmlns:adec="http://schemas.microsoft.com/office/drawing/2017/decorative" val="1"/>
                </a:ext>
              </a:extLst>
            </p:cNvPr>
            <p:cNvSpPr/>
            <p:nvPr/>
          </p:nvSpPr>
          <p:spPr>
            <a:xfrm>
              <a:off x="9535953" y="3642348"/>
              <a:ext cx="451437" cy="451467"/>
            </a:xfrm>
            <a:custGeom>
              <a:avLst/>
              <a:gdLst>
                <a:gd name="connsiteX0" fmla="*/ 5279228 w 6771549"/>
                <a:gd name="connsiteY0" fmla="*/ 3743326 h 6772007"/>
                <a:gd name="connsiteX1" fmla="*/ 5030632 w 6771549"/>
                <a:gd name="connsiteY1" fmla="*/ 4015182 h 6772007"/>
                <a:gd name="connsiteX2" fmla="*/ 5029715 w 6771549"/>
                <a:gd name="connsiteY2" fmla="*/ 4195400 h 6772007"/>
                <a:gd name="connsiteX3" fmla="*/ 5026973 w 6771549"/>
                <a:gd name="connsiteY3" fmla="*/ 4198147 h 6772007"/>
                <a:gd name="connsiteX4" fmla="*/ 4207289 w 6771549"/>
                <a:gd name="connsiteY4" fmla="*/ 4205004 h 6772007"/>
                <a:gd name="connsiteX5" fmla="*/ 4202256 w 6771549"/>
                <a:gd name="connsiteY5" fmla="*/ 4680258 h 6772007"/>
                <a:gd name="connsiteX6" fmla="*/ 4204086 w 6771549"/>
                <a:gd name="connsiteY6" fmla="*/ 4682544 h 6772007"/>
                <a:gd name="connsiteX7" fmla="*/ 4656927 w 6771549"/>
                <a:gd name="connsiteY7" fmla="*/ 5297763 h 6772007"/>
                <a:gd name="connsiteX8" fmla="*/ 4296071 w 6771549"/>
                <a:gd name="connsiteY8" fmla="*/ 5874201 h 6772007"/>
                <a:gd name="connsiteX9" fmla="*/ 4201060 w 6771549"/>
                <a:gd name="connsiteY9" fmla="*/ 5911091 h 6772007"/>
                <a:gd name="connsiteX10" fmla="*/ 4199170 w 6771549"/>
                <a:gd name="connsiteY10" fmla="*/ 5910985 h 6772007"/>
                <a:gd name="connsiteX11" fmla="*/ 4200888 w 6771549"/>
                <a:gd name="connsiteY11" fmla="*/ 5911158 h 6772007"/>
                <a:gd name="connsiteX12" fmla="*/ 4201060 w 6771549"/>
                <a:gd name="connsiteY12" fmla="*/ 5911091 h 6772007"/>
                <a:gd name="connsiteX13" fmla="*/ 4202256 w 6771549"/>
                <a:gd name="connsiteY13" fmla="*/ 5911158 h 6772007"/>
                <a:gd name="connsiteX14" fmla="*/ 4199970 w 6771549"/>
                <a:gd name="connsiteY14" fmla="*/ 6390527 h 6772007"/>
                <a:gd name="connsiteX15" fmla="*/ 4197223 w 6771549"/>
                <a:gd name="connsiteY15" fmla="*/ 6394642 h 6772007"/>
                <a:gd name="connsiteX16" fmla="*/ 6390520 w 6771549"/>
                <a:gd name="connsiteY16" fmla="*/ 6387324 h 6772007"/>
                <a:gd name="connsiteX17" fmla="*/ 6388234 w 6771549"/>
                <a:gd name="connsiteY17" fmla="*/ 4205461 h 6772007"/>
                <a:gd name="connsiteX18" fmla="*/ 5581358 w 6771549"/>
                <a:gd name="connsiteY18" fmla="*/ 4201345 h 6772007"/>
                <a:gd name="connsiteX19" fmla="*/ 5578611 w 6771549"/>
                <a:gd name="connsiteY19" fmla="*/ 4198603 h 6772007"/>
                <a:gd name="connsiteX20" fmla="*/ 5579528 w 6771549"/>
                <a:gd name="connsiteY20" fmla="*/ 4029819 h 6772007"/>
                <a:gd name="connsiteX21" fmla="*/ 5340300 w 6771549"/>
                <a:gd name="connsiteY21" fmla="*/ 3744393 h 6772007"/>
                <a:gd name="connsiteX22" fmla="*/ 5279228 w 6771549"/>
                <a:gd name="connsiteY22" fmla="*/ 3743326 h 6772007"/>
                <a:gd name="connsiteX23" fmla="*/ 5308283 w 6771549"/>
                <a:gd name="connsiteY23" fmla="*/ 3376633 h 6772007"/>
                <a:gd name="connsiteX24" fmla="*/ 5919387 w 6771549"/>
                <a:gd name="connsiteY24" fmla="*/ 3834958 h 6772007"/>
                <a:gd name="connsiteX25" fmla="*/ 5921673 w 6771549"/>
                <a:gd name="connsiteY25" fmla="*/ 3836788 h 6772007"/>
                <a:gd name="connsiteX26" fmla="*/ 6768802 w 6771549"/>
                <a:gd name="connsiteY26" fmla="*/ 3840904 h 6772007"/>
                <a:gd name="connsiteX27" fmla="*/ 6771549 w 6771549"/>
                <a:gd name="connsiteY27" fmla="*/ 3843650 h 6772007"/>
                <a:gd name="connsiteX28" fmla="*/ 6765599 w 6771549"/>
                <a:gd name="connsiteY28" fmla="*/ 6400131 h 6772007"/>
                <a:gd name="connsiteX29" fmla="*/ 6387778 w 6771549"/>
                <a:gd name="connsiteY29" fmla="*/ 6772007 h 6772007"/>
                <a:gd name="connsiteX30" fmla="*/ 3829468 w 6771549"/>
                <a:gd name="connsiteY30" fmla="*/ 6759200 h 6772007"/>
                <a:gd name="connsiteX31" fmla="*/ 3826721 w 6771549"/>
                <a:gd name="connsiteY31" fmla="*/ 6756457 h 6772007"/>
                <a:gd name="connsiteX32" fmla="*/ 3832210 w 6771549"/>
                <a:gd name="connsiteY32" fmla="*/ 5572211 h 6772007"/>
                <a:gd name="connsiteX33" fmla="*/ 3834957 w 6771549"/>
                <a:gd name="connsiteY33" fmla="*/ 5569469 h 6772007"/>
                <a:gd name="connsiteX34" fmla="*/ 4003741 w 6771549"/>
                <a:gd name="connsiteY34" fmla="*/ 5570386 h 6772007"/>
                <a:gd name="connsiteX35" fmla="*/ 4289167 w 6771549"/>
                <a:gd name="connsiteY35" fmla="*/ 5331158 h 6772007"/>
                <a:gd name="connsiteX36" fmla="*/ 4018379 w 6771549"/>
                <a:gd name="connsiteY36" fmla="*/ 5021491 h 6772007"/>
                <a:gd name="connsiteX37" fmla="*/ 3838155 w 6771549"/>
                <a:gd name="connsiteY37" fmla="*/ 5020573 h 6772007"/>
                <a:gd name="connsiteX38" fmla="*/ 3835413 w 6771549"/>
                <a:gd name="connsiteY38" fmla="*/ 5017831 h 6772007"/>
                <a:gd name="connsiteX39" fmla="*/ 3841358 w 6771549"/>
                <a:gd name="connsiteY39" fmla="*/ 3837700 h 6772007"/>
                <a:gd name="connsiteX40" fmla="*/ 4690773 w 6771549"/>
                <a:gd name="connsiteY40" fmla="*/ 3839530 h 6772007"/>
                <a:gd name="connsiteX41" fmla="*/ 4693064 w 6771549"/>
                <a:gd name="connsiteY41" fmla="*/ 3829469 h 6772007"/>
                <a:gd name="connsiteX42" fmla="*/ 5308283 w 6771549"/>
                <a:gd name="connsiteY42" fmla="*/ 3376633 h 6772007"/>
                <a:gd name="connsiteX43" fmla="*/ 366848 w 6771549"/>
                <a:gd name="connsiteY43" fmla="*/ 2932017 h 6772007"/>
                <a:gd name="connsiteX44" fmla="*/ 366848 w 6771549"/>
                <a:gd name="connsiteY44" fmla="*/ 5129893 h 6772007"/>
                <a:gd name="connsiteX45" fmla="*/ 2566545 w 6771549"/>
                <a:gd name="connsiteY45" fmla="*/ 5129893 h 6772007"/>
                <a:gd name="connsiteX46" fmla="*/ 2566545 w 6771549"/>
                <a:gd name="connsiteY46" fmla="*/ 4302890 h 6772007"/>
                <a:gd name="connsiteX47" fmla="*/ 2744021 w 6771549"/>
                <a:gd name="connsiteY47" fmla="*/ 4302890 h 6772007"/>
                <a:gd name="connsiteX48" fmla="*/ 3024414 w 6771549"/>
                <a:gd name="connsiteY48" fmla="*/ 4020662 h 6772007"/>
                <a:gd name="connsiteX49" fmla="*/ 2749510 w 6771549"/>
                <a:gd name="connsiteY49" fmla="*/ 3755823 h 6772007"/>
                <a:gd name="connsiteX50" fmla="*/ 2566545 w 6771549"/>
                <a:gd name="connsiteY50" fmla="*/ 3755823 h 6772007"/>
                <a:gd name="connsiteX51" fmla="*/ 2566545 w 6771549"/>
                <a:gd name="connsiteY51" fmla="*/ 2932017 h 6772007"/>
                <a:gd name="connsiteX52" fmla="*/ 2081231 w 6771549"/>
                <a:gd name="connsiteY52" fmla="*/ 2932017 h 6772007"/>
                <a:gd name="connsiteX53" fmla="*/ 2078940 w 6771549"/>
                <a:gd name="connsiteY53" fmla="*/ 2933847 h 6772007"/>
                <a:gd name="connsiteX54" fmla="*/ 1457320 w 6771549"/>
                <a:gd name="connsiteY54" fmla="*/ 3390804 h 6772007"/>
                <a:gd name="connsiteX55" fmla="*/ 851705 w 6771549"/>
                <a:gd name="connsiteY55" fmla="*/ 2933391 h 6772007"/>
                <a:gd name="connsiteX56" fmla="*/ 849876 w 6771549"/>
                <a:gd name="connsiteY56" fmla="*/ 2932017 h 6772007"/>
                <a:gd name="connsiteX57" fmla="*/ 369133 w 6771549"/>
                <a:gd name="connsiteY57" fmla="*/ 366386 h 6772007"/>
                <a:gd name="connsiteX58" fmla="*/ 366386 w 6771549"/>
                <a:gd name="connsiteY58" fmla="*/ 369133 h 6772007"/>
                <a:gd name="connsiteX59" fmla="*/ 365930 w 6771549"/>
                <a:gd name="connsiteY59" fmla="*/ 369133 h 6772007"/>
                <a:gd name="connsiteX60" fmla="*/ 365930 w 6771549"/>
                <a:gd name="connsiteY60" fmla="*/ 2562888 h 6772007"/>
                <a:gd name="connsiteX61" fmla="*/ 367760 w 6771549"/>
                <a:gd name="connsiteY61" fmla="*/ 2564718 h 6772007"/>
                <a:gd name="connsiteX62" fmla="*/ 1190186 w 6771549"/>
                <a:gd name="connsiteY62" fmla="*/ 2564718 h 6772007"/>
                <a:gd name="connsiteX63" fmla="*/ 1190186 w 6771549"/>
                <a:gd name="connsiteY63" fmla="*/ 2567460 h 6772007"/>
                <a:gd name="connsiteX64" fmla="*/ 1191103 w 6771549"/>
                <a:gd name="connsiteY64" fmla="*/ 2568377 h 6772007"/>
                <a:gd name="connsiteX65" fmla="*/ 1191103 w 6771549"/>
                <a:gd name="connsiteY65" fmla="*/ 2737162 h 6772007"/>
                <a:gd name="connsiteX66" fmla="*/ 1459605 w 6771549"/>
                <a:gd name="connsiteY66" fmla="*/ 3019385 h 6772007"/>
                <a:gd name="connsiteX67" fmla="*/ 1739086 w 6771549"/>
                <a:gd name="connsiteY67" fmla="*/ 2748139 h 6772007"/>
                <a:gd name="connsiteX68" fmla="*/ 1739086 w 6771549"/>
                <a:gd name="connsiteY68" fmla="*/ 2565174 h 6772007"/>
                <a:gd name="connsiteX69" fmla="*/ 2416057 w 6771549"/>
                <a:gd name="connsiteY69" fmla="*/ 2565174 h 6772007"/>
                <a:gd name="connsiteX70" fmla="*/ 2518072 w 6771549"/>
                <a:gd name="connsiteY70" fmla="*/ 2562277 h 6772007"/>
                <a:gd name="connsiteX71" fmla="*/ 2558317 w 6771549"/>
                <a:gd name="connsiteY71" fmla="*/ 2562405 h 6772007"/>
                <a:gd name="connsiteX72" fmla="*/ 2558317 w 6771549"/>
                <a:gd name="connsiteY72" fmla="*/ 2078940 h 6772007"/>
                <a:gd name="connsiteX73" fmla="*/ 2100904 w 6771549"/>
                <a:gd name="connsiteY73" fmla="*/ 1465098 h 6772007"/>
                <a:gd name="connsiteX74" fmla="*/ 2558317 w 6771549"/>
                <a:gd name="connsiteY74" fmla="*/ 851247 h 6772007"/>
                <a:gd name="connsiteX75" fmla="*/ 2558317 w 6771549"/>
                <a:gd name="connsiteY75" fmla="*/ 366386 h 6772007"/>
                <a:gd name="connsiteX76" fmla="*/ 2558317 w 6771549"/>
                <a:gd name="connsiteY76" fmla="*/ 0 h 6772007"/>
                <a:gd name="connsiteX77" fmla="*/ 3584687 w 6771549"/>
                <a:gd name="connsiteY77" fmla="*/ 0 h 6772007"/>
                <a:gd name="connsiteX78" fmla="*/ 3691628 w 6771549"/>
                <a:gd name="connsiteY78" fmla="*/ 0 h 6772007"/>
                <a:gd name="connsiteX79" fmla="*/ 4787292 w 6771549"/>
                <a:gd name="connsiteY79" fmla="*/ 0 h 6772007"/>
                <a:gd name="connsiteX80" fmla="*/ 4787292 w 6771549"/>
                <a:gd name="connsiteY80" fmla="*/ 365931 h 6772007"/>
                <a:gd name="connsiteX81" fmla="*/ 3691628 w 6771549"/>
                <a:gd name="connsiteY81" fmla="*/ 365931 h 6772007"/>
                <a:gd name="connsiteX82" fmla="*/ 3584687 w 6771549"/>
                <a:gd name="connsiteY82" fmla="*/ 365931 h 6772007"/>
                <a:gd name="connsiteX83" fmla="*/ 2930645 w 6771549"/>
                <a:gd name="connsiteY83" fmla="*/ 365931 h 6772007"/>
                <a:gd name="connsiteX84" fmla="*/ 2930645 w 6771549"/>
                <a:gd name="connsiteY84" fmla="*/ 1186988 h 6772007"/>
                <a:gd name="connsiteX85" fmla="*/ 2927898 w 6771549"/>
                <a:gd name="connsiteY85" fmla="*/ 1189730 h 6772007"/>
                <a:gd name="connsiteX86" fmla="*/ 2924247 w 6771549"/>
                <a:gd name="connsiteY86" fmla="*/ 1189730 h 6772007"/>
                <a:gd name="connsiteX87" fmla="*/ 2924247 w 6771549"/>
                <a:gd name="connsiteY87" fmla="*/ 1190650 h 6772007"/>
                <a:gd name="connsiteX88" fmla="*/ 2748790 w 6771549"/>
                <a:gd name="connsiteY88" fmla="*/ 1190650 h 6772007"/>
                <a:gd name="connsiteX89" fmla="*/ 2707285 w 6771549"/>
                <a:gd name="connsiteY89" fmla="*/ 1194347 h 6772007"/>
                <a:gd name="connsiteX90" fmla="*/ 2475062 w 6771549"/>
                <a:gd name="connsiteY90" fmla="*/ 1430332 h 6772007"/>
                <a:gd name="connsiteX91" fmla="*/ 2747680 w 6771549"/>
                <a:gd name="connsiteY91" fmla="*/ 1738627 h 6772007"/>
                <a:gd name="connsiteX92" fmla="*/ 2927898 w 6771549"/>
                <a:gd name="connsiteY92" fmla="*/ 1738627 h 6772007"/>
                <a:gd name="connsiteX93" fmla="*/ 2930645 w 6771549"/>
                <a:gd name="connsiteY93" fmla="*/ 1741373 h 6772007"/>
                <a:gd name="connsiteX94" fmla="*/ 2930645 w 6771549"/>
                <a:gd name="connsiteY94" fmla="*/ 2415598 h 6772007"/>
                <a:gd name="connsiteX95" fmla="*/ 2933618 w 6771549"/>
                <a:gd name="connsiteY95" fmla="*/ 2506222 h 6772007"/>
                <a:gd name="connsiteX96" fmla="*/ 2933488 w 6771549"/>
                <a:gd name="connsiteY96" fmla="*/ 2564265 h 6772007"/>
                <a:gd name="connsiteX97" fmla="*/ 3412312 w 6771549"/>
                <a:gd name="connsiteY97" fmla="*/ 2564265 h 6772007"/>
                <a:gd name="connsiteX98" fmla="*/ 4026154 w 6771549"/>
                <a:gd name="connsiteY98" fmla="*/ 2106851 h 6772007"/>
                <a:gd name="connsiteX99" fmla="*/ 4639549 w 6771549"/>
                <a:gd name="connsiteY99" fmla="*/ 2564265 h 6772007"/>
                <a:gd name="connsiteX100" fmla="*/ 5123490 w 6771549"/>
                <a:gd name="connsiteY100" fmla="*/ 2564265 h 6772007"/>
                <a:gd name="connsiteX101" fmla="*/ 5123490 w 6771549"/>
                <a:gd name="connsiteY101" fmla="*/ 1791046 h 6772007"/>
                <a:gd name="connsiteX102" fmla="*/ 5123498 w 6771549"/>
                <a:gd name="connsiteY102" fmla="*/ 1791046 h 6772007"/>
                <a:gd name="connsiteX103" fmla="*/ 5123498 w 6771549"/>
                <a:gd name="connsiteY103" fmla="*/ 683152 h 6772007"/>
                <a:gd name="connsiteX104" fmla="*/ 5489884 w 6771549"/>
                <a:gd name="connsiteY104" fmla="*/ 683152 h 6772007"/>
                <a:gd name="connsiteX105" fmla="*/ 5489884 w 6771549"/>
                <a:gd name="connsiteY105" fmla="*/ 2073915 h 6772007"/>
                <a:gd name="connsiteX106" fmla="*/ 5489876 w 6771549"/>
                <a:gd name="connsiteY106" fmla="*/ 2073915 h 6772007"/>
                <a:gd name="connsiteX107" fmla="*/ 5489876 w 6771549"/>
                <a:gd name="connsiteY107" fmla="*/ 2930651 h 6772007"/>
                <a:gd name="connsiteX108" fmla="*/ 4300602 w 6771549"/>
                <a:gd name="connsiteY108" fmla="*/ 2930651 h 6772007"/>
                <a:gd name="connsiteX109" fmla="*/ 4300602 w 6771549"/>
                <a:gd name="connsiteY109" fmla="*/ 2757290 h 6772007"/>
                <a:gd name="connsiteX110" fmla="*/ 4062295 w 6771549"/>
                <a:gd name="connsiteY110" fmla="*/ 2475523 h 6772007"/>
                <a:gd name="connsiteX111" fmla="*/ 3751706 w 6771549"/>
                <a:gd name="connsiteY111" fmla="*/ 2747686 h 6772007"/>
                <a:gd name="connsiteX112" fmla="*/ 3751706 w 6771549"/>
                <a:gd name="connsiteY112" fmla="*/ 2930651 h 6772007"/>
                <a:gd name="connsiteX113" fmla="*/ 3075195 w 6771549"/>
                <a:gd name="connsiteY113" fmla="*/ 2930651 h 6772007"/>
                <a:gd name="connsiteX114" fmla="*/ 2968618 w 6771549"/>
                <a:gd name="connsiteY114" fmla="*/ 2933392 h 6772007"/>
                <a:gd name="connsiteX115" fmla="*/ 2932475 w 6771549"/>
                <a:gd name="connsiteY115" fmla="*/ 2933207 h 6772007"/>
                <a:gd name="connsiteX116" fmla="*/ 2932475 w 6771549"/>
                <a:gd name="connsiteY116" fmla="*/ 3416420 h 6772007"/>
                <a:gd name="connsiteX117" fmla="*/ 3389888 w 6771549"/>
                <a:gd name="connsiteY117" fmla="*/ 4030271 h 6772007"/>
                <a:gd name="connsiteX118" fmla="*/ 2932475 w 6771549"/>
                <a:gd name="connsiteY118" fmla="*/ 4644118 h 6772007"/>
                <a:gd name="connsiteX119" fmla="*/ 2932475 w 6771549"/>
                <a:gd name="connsiteY119" fmla="*/ 5495824 h 6772007"/>
                <a:gd name="connsiteX120" fmla="*/ 917 w 6771549"/>
                <a:gd name="connsiteY120" fmla="*/ 5495824 h 6772007"/>
                <a:gd name="connsiteX121" fmla="*/ 917 w 6771549"/>
                <a:gd name="connsiteY121" fmla="*/ 2930188 h 6772007"/>
                <a:gd name="connsiteX122" fmla="*/ 0 w 6771549"/>
                <a:gd name="connsiteY122" fmla="*/ 2929275 h 6772007"/>
                <a:gd name="connsiteX123" fmla="*/ 0 w 6771549"/>
                <a:gd name="connsiteY123" fmla="*/ 359067 h 6772007"/>
                <a:gd name="connsiteX124" fmla="*/ 358612 w 6771549"/>
                <a:gd name="connsiteY124" fmla="*/ 455 h 6772007"/>
                <a:gd name="connsiteX125" fmla="*/ 2558317 w 6771549"/>
                <a:gd name="connsiteY125" fmla="*/ 455 h 677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771549" h="6772007">
                  <a:moveTo>
                    <a:pt x="5279228" y="3743326"/>
                  </a:moveTo>
                  <a:cubicBezTo>
                    <a:pt x="5140447" y="3756226"/>
                    <a:pt x="5031435" y="3873097"/>
                    <a:pt x="5030632" y="4015182"/>
                  </a:cubicBezTo>
                  <a:lnTo>
                    <a:pt x="5029715" y="4195400"/>
                  </a:lnTo>
                  <a:cubicBezTo>
                    <a:pt x="5029715" y="4196773"/>
                    <a:pt x="5028347" y="4198147"/>
                    <a:pt x="5026973" y="4198147"/>
                  </a:cubicBezTo>
                  <a:lnTo>
                    <a:pt x="4207289" y="4205004"/>
                  </a:lnTo>
                  <a:cubicBezTo>
                    <a:pt x="4205915" y="4205004"/>
                    <a:pt x="4202256" y="4680258"/>
                    <a:pt x="4202256" y="4680258"/>
                  </a:cubicBezTo>
                  <a:cubicBezTo>
                    <a:pt x="4202256" y="4681175"/>
                    <a:pt x="4203173" y="4682544"/>
                    <a:pt x="4204086" y="4682544"/>
                  </a:cubicBezTo>
                  <a:cubicBezTo>
                    <a:pt x="4467100" y="4763510"/>
                    <a:pt x="4658301" y="5009139"/>
                    <a:pt x="4656927" y="5297763"/>
                  </a:cubicBezTo>
                  <a:cubicBezTo>
                    <a:pt x="4655725" y="5550717"/>
                    <a:pt x="4509190" y="5770746"/>
                    <a:pt x="4296071" y="5874201"/>
                  </a:cubicBezTo>
                  <a:lnTo>
                    <a:pt x="4201060" y="5911091"/>
                  </a:lnTo>
                  <a:lnTo>
                    <a:pt x="4199170" y="5910985"/>
                  </a:lnTo>
                  <a:cubicBezTo>
                    <a:pt x="4199399" y="5911157"/>
                    <a:pt x="4200429" y="5911386"/>
                    <a:pt x="4200888" y="5911158"/>
                  </a:cubicBezTo>
                  <a:lnTo>
                    <a:pt x="4201060" y="5911091"/>
                  </a:lnTo>
                  <a:lnTo>
                    <a:pt x="4202256" y="5911158"/>
                  </a:lnTo>
                  <a:lnTo>
                    <a:pt x="4199970" y="6390527"/>
                  </a:lnTo>
                  <a:cubicBezTo>
                    <a:pt x="4194481" y="6393730"/>
                    <a:pt x="4195855" y="6394642"/>
                    <a:pt x="4197223" y="6394642"/>
                  </a:cubicBezTo>
                  <a:lnTo>
                    <a:pt x="6390520" y="6387324"/>
                  </a:lnTo>
                  <a:cubicBezTo>
                    <a:pt x="6391893" y="6387324"/>
                    <a:pt x="6389608" y="4205461"/>
                    <a:pt x="6388234" y="4205461"/>
                  </a:cubicBezTo>
                  <a:lnTo>
                    <a:pt x="5581358" y="4201345"/>
                  </a:lnTo>
                  <a:cubicBezTo>
                    <a:pt x="5579984" y="4201345"/>
                    <a:pt x="5578611" y="4199977"/>
                    <a:pt x="5578611" y="4198603"/>
                  </a:cubicBezTo>
                  <a:lnTo>
                    <a:pt x="5579528" y="4029819"/>
                  </a:lnTo>
                  <a:cubicBezTo>
                    <a:pt x="5579984" y="3888936"/>
                    <a:pt x="5479814" y="3762228"/>
                    <a:pt x="5340300" y="3744393"/>
                  </a:cubicBezTo>
                  <a:cubicBezTo>
                    <a:pt x="5319487" y="3741762"/>
                    <a:pt x="5299054" y="3741483"/>
                    <a:pt x="5279228" y="3743326"/>
                  </a:cubicBezTo>
                  <a:close/>
                  <a:moveTo>
                    <a:pt x="5308283" y="3376633"/>
                  </a:moveTo>
                  <a:cubicBezTo>
                    <a:pt x="5597368" y="3378001"/>
                    <a:pt x="5841168" y="3571488"/>
                    <a:pt x="5919387" y="3834958"/>
                  </a:cubicBezTo>
                  <a:cubicBezTo>
                    <a:pt x="5919843" y="3835876"/>
                    <a:pt x="5920761" y="3836788"/>
                    <a:pt x="5921673" y="3836788"/>
                  </a:cubicBezTo>
                  <a:lnTo>
                    <a:pt x="6768802" y="3840904"/>
                  </a:lnTo>
                  <a:cubicBezTo>
                    <a:pt x="6770175" y="3840904"/>
                    <a:pt x="6771549" y="3842277"/>
                    <a:pt x="6771549" y="3843650"/>
                  </a:cubicBezTo>
                  <a:lnTo>
                    <a:pt x="6765599" y="6400131"/>
                  </a:lnTo>
                  <a:cubicBezTo>
                    <a:pt x="6765143" y="6591328"/>
                    <a:pt x="6600474" y="6772007"/>
                    <a:pt x="6387778" y="6772007"/>
                  </a:cubicBezTo>
                  <a:lnTo>
                    <a:pt x="3829468" y="6759200"/>
                  </a:lnTo>
                  <a:cubicBezTo>
                    <a:pt x="3828095" y="6759200"/>
                    <a:pt x="3826721" y="6757826"/>
                    <a:pt x="3826721" y="6756457"/>
                  </a:cubicBezTo>
                  <a:lnTo>
                    <a:pt x="3832210" y="5572211"/>
                  </a:lnTo>
                  <a:cubicBezTo>
                    <a:pt x="3832210" y="5570843"/>
                    <a:pt x="3833584" y="5569469"/>
                    <a:pt x="3834957" y="5569469"/>
                  </a:cubicBezTo>
                  <a:lnTo>
                    <a:pt x="4003741" y="5570386"/>
                  </a:lnTo>
                  <a:cubicBezTo>
                    <a:pt x="4144625" y="5570843"/>
                    <a:pt x="4271327" y="5470668"/>
                    <a:pt x="4289167" y="5331158"/>
                  </a:cubicBezTo>
                  <a:cubicBezTo>
                    <a:pt x="4310206" y="5164660"/>
                    <a:pt x="4180761" y="5022403"/>
                    <a:pt x="4018379" y="5021491"/>
                  </a:cubicBezTo>
                  <a:lnTo>
                    <a:pt x="3838155" y="5020573"/>
                  </a:lnTo>
                  <a:cubicBezTo>
                    <a:pt x="3836787" y="5020573"/>
                    <a:pt x="3835413" y="5019200"/>
                    <a:pt x="3835413" y="5017831"/>
                  </a:cubicBezTo>
                  <a:lnTo>
                    <a:pt x="3841358" y="3837700"/>
                  </a:lnTo>
                  <a:lnTo>
                    <a:pt x="4690773" y="3839530"/>
                  </a:lnTo>
                  <a:cubicBezTo>
                    <a:pt x="4691691" y="3829013"/>
                    <a:pt x="4693064" y="3830387"/>
                    <a:pt x="4693064" y="3829469"/>
                  </a:cubicBezTo>
                  <a:cubicBezTo>
                    <a:pt x="4773569" y="3566456"/>
                    <a:pt x="5019654" y="3375259"/>
                    <a:pt x="5308283" y="3376633"/>
                  </a:cubicBezTo>
                  <a:close/>
                  <a:moveTo>
                    <a:pt x="366848" y="2932017"/>
                  </a:moveTo>
                  <a:lnTo>
                    <a:pt x="366848" y="5129893"/>
                  </a:lnTo>
                  <a:lnTo>
                    <a:pt x="2566545" y="5129893"/>
                  </a:lnTo>
                  <a:lnTo>
                    <a:pt x="2566545" y="4302890"/>
                  </a:lnTo>
                  <a:lnTo>
                    <a:pt x="2744021" y="4302890"/>
                  </a:lnTo>
                  <a:cubicBezTo>
                    <a:pt x="2883074" y="4302890"/>
                    <a:pt x="3024414" y="4191280"/>
                    <a:pt x="3024414" y="4020662"/>
                  </a:cubicBezTo>
                  <a:cubicBezTo>
                    <a:pt x="3024414" y="3875663"/>
                    <a:pt x="2895882" y="3755823"/>
                    <a:pt x="2749510" y="3755823"/>
                  </a:cubicBezTo>
                  <a:lnTo>
                    <a:pt x="2566545" y="3755823"/>
                  </a:lnTo>
                  <a:lnTo>
                    <a:pt x="2566545" y="2932017"/>
                  </a:lnTo>
                  <a:lnTo>
                    <a:pt x="2081231" y="2932017"/>
                  </a:lnTo>
                  <a:cubicBezTo>
                    <a:pt x="2080313" y="2932017"/>
                    <a:pt x="2079401" y="2932935"/>
                    <a:pt x="2078940" y="2933847"/>
                  </a:cubicBezTo>
                  <a:cubicBezTo>
                    <a:pt x="1999353" y="3197317"/>
                    <a:pt x="1746404" y="3390804"/>
                    <a:pt x="1457320" y="3390804"/>
                  </a:cubicBezTo>
                  <a:cubicBezTo>
                    <a:pt x="990758" y="3390804"/>
                    <a:pt x="881892" y="3030818"/>
                    <a:pt x="851705" y="2933391"/>
                  </a:cubicBezTo>
                  <a:cubicBezTo>
                    <a:pt x="851244" y="2932935"/>
                    <a:pt x="850788" y="2932017"/>
                    <a:pt x="849876" y="2932017"/>
                  </a:cubicBezTo>
                  <a:close/>
                  <a:moveTo>
                    <a:pt x="369133" y="366386"/>
                  </a:moveTo>
                  <a:cubicBezTo>
                    <a:pt x="367760" y="366386"/>
                    <a:pt x="366386" y="367760"/>
                    <a:pt x="366386" y="369133"/>
                  </a:cubicBezTo>
                  <a:lnTo>
                    <a:pt x="365930" y="369133"/>
                  </a:lnTo>
                  <a:lnTo>
                    <a:pt x="365930" y="2562888"/>
                  </a:lnTo>
                  <a:cubicBezTo>
                    <a:pt x="365930" y="2563800"/>
                    <a:pt x="366848" y="2564257"/>
                    <a:pt x="367760" y="2564718"/>
                  </a:cubicBezTo>
                  <a:lnTo>
                    <a:pt x="1190186" y="2564718"/>
                  </a:lnTo>
                  <a:lnTo>
                    <a:pt x="1190186" y="2567460"/>
                  </a:lnTo>
                  <a:cubicBezTo>
                    <a:pt x="1190647" y="2567916"/>
                    <a:pt x="1191103" y="2567916"/>
                    <a:pt x="1191103" y="2568377"/>
                  </a:cubicBezTo>
                  <a:lnTo>
                    <a:pt x="1191103" y="2737162"/>
                  </a:lnTo>
                  <a:cubicBezTo>
                    <a:pt x="1191103" y="2910522"/>
                    <a:pt x="1322382" y="3019385"/>
                    <a:pt x="1459605" y="3019385"/>
                  </a:cubicBezTo>
                  <a:cubicBezTo>
                    <a:pt x="1611010" y="3019385"/>
                    <a:pt x="1739086" y="2890396"/>
                    <a:pt x="1739086" y="2748139"/>
                  </a:cubicBezTo>
                  <a:lnTo>
                    <a:pt x="1739086" y="2565174"/>
                  </a:lnTo>
                  <a:lnTo>
                    <a:pt x="2416057" y="2565174"/>
                  </a:lnTo>
                  <a:cubicBezTo>
                    <a:pt x="2441441" y="2563114"/>
                    <a:pt x="2474546" y="2562342"/>
                    <a:pt x="2518072" y="2562277"/>
                  </a:cubicBezTo>
                  <a:lnTo>
                    <a:pt x="2558317" y="2562405"/>
                  </a:lnTo>
                  <a:lnTo>
                    <a:pt x="2558317" y="2078940"/>
                  </a:lnTo>
                  <a:cubicBezTo>
                    <a:pt x="2293937" y="1999811"/>
                    <a:pt x="2100904" y="1754640"/>
                    <a:pt x="2100904" y="1465098"/>
                  </a:cubicBezTo>
                  <a:cubicBezTo>
                    <a:pt x="2100904" y="1175556"/>
                    <a:pt x="2293937" y="930385"/>
                    <a:pt x="2558317" y="851247"/>
                  </a:cubicBezTo>
                  <a:lnTo>
                    <a:pt x="2558317" y="366386"/>
                  </a:lnTo>
                  <a:close/>
                  <a:moveTo>
                    <a:pt x="2558317" y="0"/>
                  </a:moveTo>
                  <a:lnTo>
                    <a:pt x="3584687" y="0"/>
                  </a:lnTo>
                  <a:lnTo>
                    <a:pt x="3691628" y="0"/>
                  </a:lnTo>
                  <a:lnTo>
                    <a:pt x="4787292" y="0"/>
                  </a:lnTo>
                  <a:lnTo>
                    <a:pt x="4787292" y="365931"/>
                  </a:lnTo>
                  <a:lnTo>
                    <a:pt x="3691628" y="365931"/>
                  </a:lnTo>
                  <a:lnTo>
                    <a:pt x="3584687" y="365931"/>
                  </a:lnTo>
                  <a:lnTo>
                    <a:pt x="2930645" y="365931"/>
                  </a:lnTo>
                  <a:lnTo>
                    <a:pt x="2930645" y="1186988"/>
                  </a:lnTo>
                  <a:cubicBezTo>
                    <a:pt x="2930645" y="1188357"/>
                    <a:pt x="2929272" y="1189730"/>
                    <a:pt x="2927898" y="1189730"/>
                  </a:cubicBezTo>
                  <a:lnTo>
                    <a:pt x="2924247" y="1189730"/>
                  </a:lnTo>
                  <a:lnTo>
                    <a:pt x="2924247" y="1190650"/>
                  </a:lnTo>
                  <a:lnTo>
                    <a:pt x="2748790" y="1190650"/>
                  </a:lnTo>
                  <a:lnTo>
                    <a:pt x="2707285" y="1194347"/>
                  </a:lnTo>
                  <a:cubicBezTo>
                    <a:pt x="2588727" y="1215603"/>
                    <a:pt x="2489869" y="1308257"/>
                    <a:pt x="2475062" y="1430332"/>
                  </a:cubicBezTo>
                  <a:cubicBezTo>
                    <a:pt x="2455392" y="1596831"/>
                    <a:pt x="2585297" y="1738627"/>
                    <a:pt x="2747680" y="1738627"/>
                  </a:cubicBezTo>
                  <a:lnTo>
                    <a:pt x="2927898" y="1738627"/>
                  </a:lnTo>
                  <a:cubicBezTo>
                    <a:pt x="2929272" y="1738627"/>
                    <a:pt x="2930645" y="1740000"/>
                    <a:pt x="2930645" y="1741373"/>
                  </a:cubicBezTo>
                  <a:lnTo>
                    <a:pt x="2930645" y="2415598"/>
                  </a:lnTo>
                  <a:cubicBezTo>
                    <a:pt x="2932475" y="2438925"/>
                    <a:pt x="2933389" y="2468314"/>
                    <a:pt x="2933618" y="2506222"/>
                  </a:cubicBezTo>
                  <a:lnTo>
                    <a:pt x="2933488" y="2564265"/>
                  </a:lnTo>
                  <a:lnTo>
                    <a:pt x="3412312" y="2564265"/>
                  </a:lnTo>
                  <a:cubicBezTo>
                    <a:pt x="3491441" y="2299877"/>
                    <a:pt x="3736612" y="2106851"/>
                    <a:pt x="4026154" y="2106851"/>
                  </a:cubicBezTo>
                  <a:cubicBezTo>
                    <a:pt x="4315696" y="2106851"/>
                    <a:pt x="4560875" y="2300332"/>
                    <a:pt x="4639549" y="2564265"/>
                  </a:cubicBezTo>
                  <a:lnTo>
                    <a:pt x="5123490" y="2564265"/>
                  </a:lnTo>
                  <a:lnTo>
                    <a:pt x="5123490" y="1791046"/>
                  </a:lnTo>
                  <a:lnTo>
                    <a:pt x="5123498" y="1791046"/>
                  </a:lnTo>
                  <a:lnTo>
                    <a:pt x="5123498" y="683152"/>
                  </a:lnTo>
                  <a:lnTo>
                    <a:pt x="5489884" y="683152"/>
                  </a:lnTo>
                  <a:lnTo>
                    <a:pt x="5489884" y="2073915"/>
                  </a:lnTo>
                  <a:lnTo>
                    <a:pt x="5489876" y="2073915"/>
                  </a:lnTo>
                  <a:lnTo>
                    <a:pt x="5489876" y="2930651"/>
                  </a:lnTo>
                  <a:lnTo>
                    <a:pt x="4300602" y="2930651"/>
                  </a:lnTo>
                  <a:lnTo>
                    <a:pt x="4300602" y="2757290"/>
                  </a:lnTo>
                  <a:cubicBezTo>
                    <a:pt x="4300602" y="2617777"/>
                    <a:pt x="4200434" y="2493366"/>
                    <a:pt x="4062295" y="2475523"/>
                  </a:cubicBezTo>
                  <a:cubicBezTo>
                    <a:pt x="3894879" y="2454021"/>
                    <a:pt x="3751706" y="2584393"/>
                    <a:pt x="3751706" y="2747686"/>
                  </a:cubicBezTo>
                  <a:lnTo>
                    <a:pt x="3751706" y="2930651"/>
                  </a:lnTo>
                  <a:lnTo>
                    <a:pt x="3075195" y="2930651"/>
                  </a:lnTo>
                  <a:cubicBezTo>
                    <a:pt x="3048667" y="2932481"/>
                    <a:pt x="3014355" y="2933392"/>
                    <a:pt x="2968618" y="2933392"/>
                  </a:cubicBezTo>
                  <a:lnTo>
                    <a:pt x="2932475" y="2933207"/>
                  </a:lnTo>
                  <a:lnTo>
                    <a:pt x="2932475" y="3416420"/>
                  </a:lnTo>
                  <a:cubicBezTo>
                    <a:pt x="3196857" y="3495551"/>
                    <a:pt x="3389888" y="3740725"/>
                    <a:pt x="3389888" y="4030271"/>
                  </a:cubicBezTo>
                  <a:cubicBezTo>
                    <a:pt x="3389888" y="4319813"/>
                    <a:pt x="3196857" y="4564986"/>
                    <a:pt x="2932475" y="4644118"/>
                  </a:cubicBezTo>
                  <a:lnTo>
                    <a:pt x="2932475" y="5495824"/>
                  </a:lnTo>
                  <a:lnTo>
                    <a:pt x="917" y="5495824"/>
                  </a:lnTo>
                  <a:lnTo>
                    <a:pt x="917" y="2930188"/>
                  </a:lnTo>
                  <a:cubicBezTo>
                    <a:pt x="456" y="2929732"/>
                    <a:pt x="0" y="2929732"/>
                    <a:pt x="0" y="2929275"/>
                  </a:cubicBezTo>
                  <a:lnTo>
                    <a:pt x="0" y="359067"/>
                  </a:lnTo>
                  <a:cubicBezTo>
                    <a:pt x="0" y="161008"/>
                    <a:pt x="160553" y="455"/>
                    <a:pt x="358612" y="455"/>
                  </a:cubicBezTo>
                  <a:lnTo>
                    <a:pt x="2558317" y="455"/>
                  </a:lnTo>
                  <a:close/>
                </a:path>
              </a:pathLst>
            </a:custGeom>
            <a:grpFill/>
            <a:ln w="9525" cap="flat">
              <a:noFill/>
              <a:prstDash val="solid"/>
              <a:miter/>
            </a:ln>
          </p:spPr>
          <p:txBody>
            <a:bodyPr wrap="square" rtlCol="0" anchor="ctr">
              <a:noAutofit/>
            </a:bodyPr>
            <a:lstStyle/>
            <a:p>
              <a:endParaRPr lang="en-US" dirty="0"/>
            </a:p>
          </p:txBody>
        </p:sp>
      </p:grpSp>
      <p:grpSp>
        <p:nvGrpSpPr>
          <p:cNvPr id="2800" name="Group 2799">
            <a:extLst>
              <a:ext uri="{FF2B5EF4-FFF2-40B4-BE49-F238E27FC236}">
                <a16:creationId xmlns:a16="http://schemas.microsoft.com/office/drawing/2014/main" id="{997C68B5-6B31-1B69-840F-4954DE071246}"/>
              </a:ext>
              <a:ext uri="{C183D7F6-B498-43B3-948B-1728B52AA6E4}">
                <adec:decorative xmlns:adec="http://schemas.microsoft.com/office/drawing/2017/decorative" val="1"/>
              </a:ext>
            </a:extLst>
          </p:cNvPr>
          <p:cNvGrpSpPr>
            <a:grpSpLocks noChangeAspect="1"/>
          </p:cNvGrpSpPr>
          <p:nvPr/>
        </p:nvGrpSpPr>
        <p:grpSpPr>
          <a:xfrm>
            <a:off x="10072407" y="3644779"/>
            <a:ext cx="427887" cy="457200"/>
            <a:chOff x="10072391" y="3636615"/>
            <a:chExt cx="427887" cy="457200"/>
          </a:xfrm>
          <a:solidFill>
            <a:schemeClr val="accent2"/>
          </a:solidFill>
        </p:grpSpPr>
        <p:sp>
          <p:nvSpPr>
            <p:cNvPr id="1960" name="Freeform: Shape 1959">
              <a:extLst>
                <a:ext uri="{FF2B5EF4-FFF2-40B4-BE49-F238E27FC236}">
                  <a16:creationId xmlns:a16="http://schemas.microsoft.com/office/drawing/2014/main" id="{AD8C9A16-9E2A-4D2A-FF44-E01EDF1F5B98}"/>
                </a:ext>
                <a:ext uri="{C183D7F6-B498-43B3-948B-1728B52AA6E4}">
                  <adec:decorative xmlns:adec="http://schemas.microsoft.com/office/drawing/2017/decorative" val="1"/>
                </a:ext>
              </a:extLst>
            </p:cNvPr>
            <p:cNvSpPr/>
            <p:nvPr/>
          </p:nvSpPr>
          <p:spPr>
            <a:xfrm>
              <a:off x="10072391" y="3731326"/>
              <a:ext cx="368695" cy="356919"/>
            </a:xfrm>
            <a:custGeom>
              <a:avLst/>
              <a:gdLst>
                <a:gd name="connsiteX0" fmla="*/ 259581 w 685503"/>
                <a:gd name="connsiteY0" fmla="*/ 355486 h 663607"/>
                <a:gd name="connsiteX1" fmla="*/ 181742 w 685503"/>
                <a:gd name="connsiteY1" fmla="*/ 446435 h 663607"/>
                <a:gd name="connsiteX2" fmla="*/ 118599 w 685503"/>
                <a:gd name="connsiteY2" fmla="*/ 426933 h 663607"/>
                <a:gd name="connsiteX3" fmla="*/ 87329 w 685503"/>
                <a:gd name="connsiteY3" fmla="*/ 355528 h 663607"/>
                <a:gd name="connsiteX4" fmla="*/ 45549 w 685503"/>
                <a:gd name="connsiteY4" fmla="*/ 355528 h 663607"/>
                <a:gd name="connsiteX5" fmla="*/ 45549 w 685503"/>
                <a:gd name="connsiteY5" fmla="*/ 618014 h 663607"/>
                <a:gd name="connsiteX6" fmla="*/ 316430 w 685503"/>
                <a:gd name="connsiteY6" fmla="*/ 618014 h 663607"/>
                <a:gd name="connsiteX7" fmla="*/ 316430 w 685503"/>
                <a:gd name="connsiteY7" fmla="*/ 528046 h 663607"/>
                <a:gd name="connsiteX8" fmla="*/ 368154 w 685503"/>
                <a:gd name="connsiteY8" fmla="*/ 528088 h 663607"/>
                <a:gd name="connsiteX9" fmla="*/ 402934 w 685503"/>
                <a:gd name="connsiteY9" fmla="*/ 513569 h 663607"/>
                <a:gd name="connsiteX10" fmla="*/ 411774 w 685503"/>
                <a:gd name="connsiteY10" fmla="*/ 476732 h 663607"/>
                <a:gd name="connsiteX11" fmla="*/ 370497 w 685503"/>
                <a:gd name="connsiteY11" fmla="*/ 446577 h 663607"/>
                <a:gd name="connsiteX12" fmla="*/ 317019 w 685503"/>
                <a:gd name="connsiteY12" fmla="*/ 446435 h 663607"/>
                <a:gd name="connsiteX13" fmla="*/ 316277 w 685503"/>
                <a:gd name="connsiteY13" fmla="*/ 441321 h 663607"/>
                <a:gd name="connsiteX14" fmla="*/ 316244 w 685503"/>
                <a:gd name="connsiteY14" fmla="*/ 360796 h 663607"/>
                <a:gd name="connsiteX15" fmla="*/ 316244 w 685503"/>
                <a:gd name="connsiteY15" fmla="*/ 355486 h 663607"/>
                <a:gd name="connsiteX16" fmla="*/ 259581 w 685503"/>
                <a:gd name="connsiteY16" fmla="*/ 355486 h 663607"/>
                <a:gd name="connsiteX17" fmla="*/ 45438 w 685503"/>
                <a:gd name="connsiteY17" fmla="*/ 45087 h 663607"/>
                <a:gd name="connsiteX18" fmla="*/ 45438 w 685503"/>
                <a:gd name="connsiteY18" fmla="*/ 310112 h 663607"/>
                <a:gd name="connsiteX19" fmla="*/ 132599 w 685503"/>
                <a:gd name="connsiteY19" fmla="*/ 310112 h 663607"/>
                <a:gd name="connsiteX20" fmla="*/ 132669 w 685503"/>
                <a:gd name="connsiteY20" fmla="*/ 357617 h 663607"/>
                <a:gd name="connsiteX21" fmla="*/ 149722 w 685503"/>
                <a:gd name="connsiteY21" fmla="*/ 393439 h 663607"/>
                <a:gd name="connsiteX22" fmla="*/ 178694 w 685503"/>
                <a:gd name="connsiteY22" fmla="*/ 401109 h 663607"/>
                <a:gd name="connsiteX23" fmla="*/ 212087 w 685503"/>
                <a:gd name="connsiteY23" fmla="*/ 371046 h 663607"/>
                <a:gd name="connsiteX24" fmla="*/ 214021 w 685503"/>
                <a:gd name="connsiteY24" fmla="*/ 359307 h 663607"/>
                <a:gd name="connsiteX25" fmla="*/ 214110 w 685503"/>
                <a:gd name="connsiteY25" fmla="*/ 309917 h 663607"/>
                <a:gd name="connsiteX26" fmla="*/ 316244 w 685503"/>
                <a:gd name="connsiteY26" fmla="*/ 309917 h 663607"/>
                <a:gd name="connsiteX27" fmla="*/ 316244 w 685503"/>
                <a:gd name="connsiteY27" fmla="*/ 287932 h 663607"/>
                <a:gd name="connsiteX28" fmla="*/ 316244 w 685503"/>
                <a:gd name="connsiteY28" fmla="*/ 257206 h 663607"/>
                <a:gd name="connsiteX29" fmla="*/ 219166 w 685503"/>
                <a:gd name="connsiteY29" fmla="*/ 179732 h 663607"/>
                <a:gd name="connsiteX30" fmla="*/ 239164 w 685503"/>
                <a:gd name="connsiteY30" fmla="*/ 115838 h 663607"/>
                <a:gd name="connsiteX31" fmla="*/ 315883 w 685503"/>
                <a:gd name="connsiteY31" fmla="*/ 86290 h 663607"/>
                <a:gd name="connsiteX32" fmla="*/ 315883 w 685503"/>
                <a:gd name="connsiteY32" fmla="*/ 45087 h 663607"/>
                <a:gd name="connsiteX33" fmla="*/ 45438 w 685503"/>
                <a:gd name="connsiteY33" fmla="*/ 45087 h 663607"/>
                <a:gd name="connsiteX34" fmla="*/ 21 w 685503"/>
                <a:gd name="connsiteY34" fmla="*/ 0 h 663607"/>
                <a:gd name="connsiteX35" fmla="*/ 361142 w 685503"/>
                <a:gd name="connsiteY35" fmla="*/ 0 h 663607"/>
                <a:gd name="connsiteX36" fmla="*/ 361142 w 685503"/>
                <a:gd name="connsiteY36" fmla="*/ 131293 h 663607"/>
                <a:gd name="connsiteX37" fmla="*/ 356304 w 685503"/>
                <a:gd name="connsiteY37" fmla="*/ 131293 h 663607"/>
                <a:gd name="connsiteX38" fmla="*/ 304258 w 685503"/>
                <a:gd name="connsiteY38" fmla="*/ 131322 h 663607"/>
                <a:gd name="connsiteX39" fmla="*/ 264329 w 685503"/>
                <a:gd name="connsiteY39" fmla="*/ 175390 h 663607"/>
                <a:gd name="connsiteX40" fmla="*/ 290519 w 685503"/>
                <a:gd name="connsiteY40" fmla="*/ 207984 h 663607"/>
                <a:gd name="connsiteX41" fmla="*/ 311606 w 685503"/>
                <a:gd name="connsiteY41" fmla="*/ 211657 h 663607"/>
                <a:gd name="connsiteX42" fmla="*/ 361149 w 685503"/>
                <a:gd name="connsiteY42" fmla="*/ 211822 h 663607"/>
                <a:gd name="connsiteX43" fmla="*/ 361149 w 685503"/>
                <a:gd name="connsiteY43" fmla="*/ 309693 h 663607"/>
                <a:gd name="connsiteX44" fmla="*/ 422477 w 685503"/>
                <a:gd name="connsiteY44" fmla="*/ 309693 h 663607"/>
                <a:gd name="connsiteX45" fmla="*/ 453792 w 685503"/>
                <a:gd name="connsiteY45" fmla="*/ 233122 h 663607"/>
                <a:gd name="connsiteX46" fmla="*/ 510274 w 685503"/>
                <a:gd name="connsiteY46" fmla="*/ 213048 h 663607"/>
                <a:gd name="connsiteX47" fmla="*/ 594341 w 685503"/>
                <a:gd name="connsiteY47" fmla="*/ 308854 h 663607"/>
                <a:gd name="connsiteX48" fmla="*/ 685503 w 685503"/>
                <a:gd name="connsiteY48" fmla="*/ 308854 h 663607"/>
                <a:gd name="connsiteX49" fmla="*/ 685103 w 685503"/>
                <a:gd name="connsiteY49" fmla="*/ 576869 h 663607"/>
                <a:gd name="connsiteX50" fmla="*/ 640269 w 685503"/>
                <a:gd name="connsiteY50" fmla="*/ 576869 h 663607"/>
                <a:gd name="connsiteX51" fmla="*/ 640311 w 685503"/>
                <a:gd name="connsiteY51" fmla="*/ 354712 h 663607"/>
                <a:gd name="connsiteX52" fmla="*/ 548992 w 685503"/>
                <a:gd name="connsiteY52" fmla="*/ 354712 h 663607"/>
                <a:gd name="connsiteX53" fmla="*/ 548942 w 685503"/>
                <a:gd name="connsiteY53" fmla="*/ 305656 h 663607"/>
                <a:gd name="connsiteX54" fmla="*/ 547815 w 685503"/>
                <a:gd name="connsiteY54" fmla="*/ 292159 h 663607"/>
                <a:gd name="connsiteX55" fmla="*/ 503469 w 685503"/>
                <a:gd name="connsiteY55" fmla="*/ 258879 h 663607"/>
                <a:gd name="connsiteX56" fmla="*/ 467513 w 685503"/>
                <a:gd name="connsiteY56" fmla="*/ 297857 h 663607"/>
                <a:gd name="connsiteX57" fmla="*/ 467481 w 685503"/>
                <a:gd name="connsiteY57" fmla="*/ 350392 h 663607"/>
                <a:gd name="connsiteX58" fmla="*/ 467481 w 685503"/>
                <a:gd name="connsiteY58" fmla="*/ 355203 h 663607"/>
                <a:gd name="connsiteX59" fmla="*/ 414263 w 685503"/>
                <a:gd name="connsiteY59" fmla="*/ 355203 h 663607"/>
                <a:gd name="connsiteX60" fmla="*/ 361660 w 685503"/>
                <a:gd name="connsiteY60" fmla="*/ 355203 h 663607"/>
                <a:gd name="connsiteX61" fmla="*/ 361660 w 685503"/>
                <a:gd name="connsiteY61" fmla="*/ 401467 h 663607"/>
                <a:gd name="connsiteX62" fmla="*/ 426813 w 685503"/>
                <a:gd name="connsiteY62" fmla="*/ 421321 h 663607"/>
                <a:gd name="connsiteX63" fmla="*/ 458535 w 685503"/>
                <a:gd name="connsiteY63" fmla="*/ 481243 h 663607"/>
                <a:gd name="connsiteX64" fmla="*/ 438060 w 685503"/>
                <a:gd name="connsiteY64" fmla="*/ 543019 h 663607"/>
                <a:gd name="connsiteX65" fmla="*/ 361703 w 685503"/>
                <a:gd name="connsiteY65" fmla="*/ 573130 h 663607"/>
                <a:gd name="connsiteX66" fmla="*/ 361703 w 685503"/>
                <a:gd name="connsiteY66" fmla="*/ 618357 h 663607"/>
                <a:gd name="connsiteX67" fmla="*/ 598853 w 685503"/>
                <a:gd name="connsiteY67" fmla="*/ 618766 h 663607"/>
                <a:gd name="connsiteX68" fmla="*/ 598853 w 685503"/>
                <a:gd name="connsiteY68" fmla="*/ 663604 h 663607"/>
                <a:gd name="connsiteX69" fmla="*/ 249453 w 685503"/>
                <a:gd name="connsiteY69" fmla="*/ 663571 h 663607"/>
                <a:gd name="connsiteX70" fmla="*/ 24574 w 685503"/>
                <a:gd name="connsiteY70" fmla="*/ 663607 h 663607"/>
                <a:gd name="connsiteX71" fmla="*/ 28 w 685503"/>
                <a:gd name="connsiteY71" fmla="*/ 639521 h 663607"/>
                <a:gd name="connsiteX72" fmla="*/ 21 w 685503"/>
                <a:gd name="connsiteY72" fmla="*/ 637066 h 663607"/>
                <a:gd name="connsiteX73" fmla="*/ 21 w 685503"/>
                <a:gd name="connsiteY73" fmla="*/ 5636 h 663607"/>
                <a:gd name="connsiteX74" fmla="*/ 21 w 685503"/>
                <a:gd name="connsiteY74" fmla="*/ 0 h 66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85503" h="663607">
                  <a:moveTo>
                    <a:pt x="259581" y="355486"/>
                  </a:moveTo>
                  <a:cubicBezTo>
                    <a:pt x="259557" y="411849"/>
                    <a:pt x="218561" y="443197"/>
                    <a:pt x="181742" y="446435"/>
                  </a:cubicBezTo>
                  <a:cubicBezTo>
                    <a:pt x="158231" y="448503"/>
                    <a:pt x="136766" y="442044"/>
                    <a:pt x="118599" y="426933"/>
                  </a:cubicBezTo>
                  <a:cubicBezTo>
                    <a:pt x="96426" y="408490"/>
                    <a:pt x="87335" y="383788"/>
                    <a:pt x="87329" y="355528"/>
                  </a:cubicBezTo>
                  <a:cubicBezTo>
                    <a:pt x="73025" y="355528"/>
                    <a:pt x="59214" y="355528"/>
                    <a:pt x="45549" y="355528"/>
                  </a:cubicBezTo>
                  <a:cubicBezTo>
                    <a:pt x="45549" y="443315"/>
                    <a:pt x="45549" y="530777"/>
                    <a:pt x="45549" y="618014"/>
                  </a:cubicBezTo>
                  <a:cubicBezTo>
                    <a:pt x="135982" y="618014"/>
                    <a:pt x="226061" y="618014"/>
                    <a:pt x="316430" y="618014"/>
                  </a:cubicBezTo>
                  <a:cubicBezTo>
                    <a:pt x="316430" y="587899"/>
                    <a:pt x="316430" y="558165"/>
                    <a:pt x="316430" y="528046"/>
                  </a:cubicBezTo>
                  <a:cubicBezTo>
                    <a:pt x="333863" y="528046"/>
                    <a:pt x="351010" y="527910"/>
                    <a:pt x="368154" y="528088"/>
                  </a:cubicBezTo>
                  <a:cubicBezTo>
                    <a:pt x="381905" y="528231"/>
                    <a:pt x="393635" y="524006"/>
                    <a:pt x="402934" y="513569"/>
                  </a:cubicBezTo>
                  <a:cubicBezTo>
                    <a:pt x="412499" y="502836"/>
                    <a:pt x="415836" y="490656"/>
                    <a:pt x="411774" y="476732"/>
                  </a:cubicBezTo>
                  <a:cubicBezTo>
                    <a:pt x="406383" y="458246"/>
                    <a:pt x="388127" y="446776"/>
                    <a:pt x="370497" y="446577"/>
                  </a:cubicBezTo>
                  <a:cubicBezTo>
                    <a:pt x="352987" y="446379"/>
                    <a:pt x="335473" y="446527"/>
                    <a:pt x="317019" y="446435"/>
                  </a:cubicBezTo>
                  <a:cubicBezTo>
                    <a:pt x="316760" y="444730"/>
                    <a:pt x="316280" y="443026"/>
                    <a:pt x="316277" y="441321"/>
                  </a:cubicBezTo>
                  <a:cubicBezTo>
                    <a:pt x="316230" y="414479"/>
                    <a:pt x="316244" y="387638"/>
                    <a:pt x="316244" y="360796"/>
                  </a:cubicBezTo>
                  <a:cubicBezTo>
                    <a:pt x="316244" y="359050"/>
                    <a:pt x="316244" y="357303"/>
                    <a:pt x="316244" y="355486"/>
                  </a:cubicBezTo>
                  <a:cubicBezTo>
                    <a:pt x="297020" y="355486"/>
                    <a:pt x="278299" y="355486"/>
                    <a:pt x="259581" y="355486"/>
                  </a:cubicBezTo>
                  <a:close/>
                  <a:moveTo>
                    <a:pt x="45438" y="45087"/>
                  </a:moveTo>
                  <a:cubicBezTo>
                    <a:pt x="45438" y="133417"/>
                    <a:pt x="45438" y="221533"/>
                    <a:pt x="45438" y="310112"/>
                  </a:cubicBezTo>
                  <a:cubicBezTo>
                    <a:pt x="74546" y="310112"/>
                    <a:pt x="103417" y="310112"/>
                    <a:pt x="132599" y="310112"/>
                  </a:cubicBezTo>
                  <a:cubicBezTo>
                    <a:pt x="132599" y="326255"/>
                    <a:pt x="132360" y="341942"/>
                    <a:pt x="132669" y="357617"/>
                  </a:cubicBezTo>
                  <a:cubicBezTo>
                    <a:pt x="132953" y="371999"/>
                    <a:pt x="137675" y="384517"/>
                    <a:pt x="149722" y="393439"/>
                  </a:cubicBezTo>
                  <a:cubicBezTo>
                    <a:pt x="158377" y="399849"/>
                    <a:pt x="168317" y="402991"/>
                    <a:pt x="178694" y="401109"/>
                  </a:cubicBezTo>
                  <a:cubicBezTo>
                    <a:pt x="195619" y="398041"/>
                    <a:pt x="206827" y="387486"/>
                    <a:pt x="212087" y="371046"/>
                  </a:cubicBezTo>
                  <a:cubicBezTo>
                    <a:pt x="213285" y="367301"/>
                    <a:pt x="213970" y="363236"/>
                    <a:pt x="214021" y="359307"/>
                  </a:cubicBezTo>
                  <a:cubicBezTo>
                    <a:pt x="214232" y="342999"/>
                    <a:pt x="214110" y="326686"/>
                    <a:pt x="214110" y="309917"/>
                  </a:cubicBezTo>
                  <a:cubicBezTo>
                    <a:pt x="248399" y="309917"/>
                    <a:pt x="282179" y="309917"/>
                    <a:pt x="316244" y="309917"/>
                  </a:cubicBezTo>
                  <a:cubicBezTo>
                    <a:pt x="316244" y="302610"/>
                    <a:pt x="316244" y="295762"/>
                    <a:pt x="316244" y="287932"/>
                  </a:cubicBezTo>
                  <a:cubicBezTo>
                    <a:pt x="316244" y="277691"/>
                    <a:pt x="316244" y="267451"/>
                    <a:pt x="316244" y="257206"/>
                  </a:cubicBezTo>
                  <a:cubicBezTo>
                    <a:pt x="252854" y="258913"/>
                    <a:pt x="222647" y="216023"/>
                    <a:pt x="219166" y="179732"/>
                  </a:cubicBezTo>
                  <a:cubicBezTo>
                    <a:pt x="216881" y="155905"/>
                    <a:pt x="223415" y="133987"/>
                    <a:pt x="239164" y="115838"/>
                  </a:cubicBezTo>
                  <a:cubicBezTo>
                    <a:pt x="259322" y="92612"/>
                    <a:pt x="285757" y="83814"/>
                    <a:pt x="315883" y="86290"/>
                  </a:cubicBezTo>
                  <a:cubicBezTo>
                    <a:pt x="315883" y="71974"/>
                    <a:pt x="315883" y="58490"/>
                    <a:pt x="315883" y="45087"/>
                  </a:cubicBezTo>
                  <a:cubicBezTo>
                    <a:pt x="225558" y="45087"/>
                    <a:pt x="135594" y="45087"/>
                    <a:pt x="45438" y="45087"/>
                  </a:cubicBezTo>
                  <a:close/>
                  <a:moveTo>
                    <a:pt x="21" y="0"/>
                  </a:moveTo>
                  <a:cubicBezTo>
                    <a:pt x="120474" y="0"/>
                    <a:pt x="240669" y="0"/>
                    <a:pt x="361142" y="0"/>
                  </a:cubicBezTo>
                  <a:cubicBezTo>
                    <a:pt x="361142" y="43604"/>
                    <a:pt x="361142" y="87201"/>
                    <a:pt x="361142" y="131293"/>
                  </a:cubicBezTo>
                  <a:cubicBezTo>
                    <a:pt x="359472" y="131293"/>
                    <a:pt x="357888" y="131293"/>
                    <a:pt x="356304" y="131293"/>
                  </a:cubicBezTo>
                  <a:cubicBezTo>
                    <a:pt x="338955" y="131293"/>
                    <a:pt x="321605" y="131178"/>
                    <a:pt x="304258" y="131322"/>
                  </a:cubicBezTo>
                  <a:cubicBezTo>
                    <a:pt x="281633" y="131510"/>
                    <a:pt x="261675" y="151343"/>
                    <a:pt x="264329" y="175390"/>
                  </a:cubicBezTo>
                  <a:cubicBezTo>
                    <a:pt x="266099" y="191431"/>
                    <a:pt x="275660" y="202417"/>
                    <a:pt x="290519" y="207984"/>
                  </a:cubicBezTo>
                  <a:cubicBezTo>
                    <a:pt x="297101" y="210450"/>
                    <a:pt x="304521" y="211432"/>
                    <a:pt x="311606" y="211657"/>
                  </a:cubicBezTo>
                  <a:cubicBezTo>
                    <a:pt x="327951" y="212177"/>
                    <a:pt x="344324" y="211822"/>
                    <a:pt x="361149" y="211822"/>
                  </a:cubicBezTo>
                  <a:cubicBezTo>
                    <a:pt x="361149" y="244417"/>
                    <a:pt x="361149" y="276888"/>
                    <a:pt x="361149" y="309693"/>
                  </a:cubicBezTo>
                  <a:cubicBezTo>
                    <a:pt x="381637" y="309693"/>
                    <a:pt x="401667" y="309693"/>
                    <a:pt x="422477" y="309693"/>
                  </a:cubicBezTo>
                  <a:cubicBezTo>
                    <a:pt x="419661" y="278890"/>
                    <a:pt x="430851" y="253283"/>
                    <a:pt x="453792" y="233122"/>
                  </a:cubicBezTo>
                  <a:cubicBezTo>
                    <a:pt x="469723" y="219121"/>
                    <a:pt x="489159" y="211826"/>
                    <a:pt x="510274" y="213048"/>
                  </a:cubicBezTo>
                  <a:cubicBezTo>
                    <a:pt x="557007" y="215751"/>
                    <a:pt x="594199" y="247790"/>
                    <a:pt x="594341" y="308854"/>
                  </a:cubicBezTo>
                  <a:cubicBezTo>
                    <a:pt x="624522" y="308854"/>
                    <a:pt x="654710" y="308854"/>
                    <a:pt x="685503" y="308854"/>
                  </a:cubicBezTo>
                  <a:lnTo>
                    <a:pt x="685103" y="576869"/>
                  </a:lnTo>
                  <a:lnTo>
                    <a:pt x="640269" y="576869"/>
                  </a:lnTo>
                  <a:lnTo>
                    <a:pt x="640311" y="354712"/>
                  </a:lnTo>
                  <a:cubicBezTo>
                    <a:pt x="609565" y="354712"/>
                    <a:pt x="579440" y="354712"/>
                    <a:pt x="548992" y="354712"/>
                  </a:cubicBezTo>
                  <a:cubicBezTo>
                    <a:pt x="548992" y="338327"/>
                    <a:pt x="549069" y="321991"/>
                    <a:pt x="548942" y="305656"/>
                  </a:cubicBezTo>
                  <a:cubicBezTo>
                    <a:pt x="548907" y="301149"/>
                    <a:pt x="548780" y="296532"/>
                    <a:pt x="547815" y="292159"/>
                  </a:cubicBezTo>
                  <a:cubicBezTo>
                    <a:pt x="542981" y="270276"/>
                    <a:pt x="525154" y="256796"/>
                    <a:pt x="503469" y="258879"/>
                  </a:cubicBezTo>
                  <a:cubicBezTo>
                    <a:pt x="484352" y="260715"/>
                    <a:pt x="467674" y="278776"/>
                    <a:pt x="467513" y="297857"/>
                  </a:cubicBezTo>
                  <a:cubicBezTo>
                    <a:pt x="467365" y="315368"/>
                    <a:pt x="467481" y="332881"/>
                    <a:pt x="467481" y="350392"/>
                  </a:cubicBezTo>
                  <a:cubicBezTo>
                    <a:pt x="467481" y="351947"/>
                    <a:pt x="467481" y="353501"/>
                    <a:pt x="467481" y="355203"/>
                  </a:cubicBezTo>
                  <a:cubicBezTo>
                    <a:pt x="449270" y="355203"/>
                    <a:pt x="431766" y="355203"/>
                    <a:pt x="414263" y="355203"/>
                  </a:cubicBezTo>
                  <a:cubicBezTo>
                    <a:pt x="396795" y="355203"/>
                    <a:pt x="379327" y="355203"/>
                    <a:pt x="361660" y="355203"/>
                  </a:cubicBezTo>
                  <a:cubicBezTo>
                    <a:pt x="361660" y="370742"/>
                    <a:pt x="361660" y="385861"/>
                    <a:pt x="361660" y="401467"/>
                  </a:cubicBezTo>
                  <a:cubicBezTo>
                    <a:pt x="385984" y="399965"/>
                    <a:pt x="408064" y="406112"/>
                    <a:pt x="426813" y="421321"/>
                  </a:cubicBezTo>
                  <a:cubicBezTo>
                    <a:pt x="445681" y="436625"/>
                    <a:pt x="456895" y="456729"/>
                    <a:pt x="458535" y="481243"/>
                  </a:cubicBezTo>
                  <a:cubicBezTo>
                    <a:pt x="460087" y="504441"/>
                    <a:pt x="453389" y="525488"/>
                    <a:pt x="438060" y="543019"/>
                  </a:cubicBezTo>
                  <a:cubicBezTo>
                    <a:pt x="417983" y="565981"/>
                    <a:pt x="391816" y="574937"/>
                    <a:pt x="361703" y="573130"/>
                  </a:cubicBezTo>
                  <a:cubicBezTo>
                    <a:pt x="361703" y="588519"/>
                    <a:pt x="361703" y="603310"/>
                    <a:pt x="361703" y="618357"/>
                  </a:cubicBezTo>
                  <a:lnTo>
                    <a:pt x="598853" y="618766"/>
                  </a:lnTo>
                  <a:lnTo>
                    <a:pt x="598853" y="663604"/>
                  </a:lnTo>
                  <a:lnTo>
                    <a:pt x="249453" y="663571"/>
                  </a:lnTo>
                  <a:cubicBezTo>
                    <a:pt x="174493" y="663566"/>
                    <a:pt x="99534" y="663523"/>
                    <a:pt x="24574" y="663607"/>
                  </a:cubicBezTo>
                  <a:cubicBezTo>
                    <a:pt x="7937" y="663625"/>
                    <a:pt x="1034" y="653431"/>
                    <a:pt x="28" y="639521"/>
                  </a:cubicBezTo>
                  <a:cubicBezTo>
                    <a:pt x="-31" y="638707"/>
                    <a:pt x="21" y="637885"/>
                    <a:pt x="21" y="637066"/>
                  </a:cubicBezTo>
                  <a:cubicBezTo>
                    <a:pt x="21" y="426590"/>
                    <a:pt x="21" y="216113"/>
                    <a:pt x="21" y="5636"/>
                  </a:cubicBezTo>
                  <a:cubicBezTo>
                    <a:pt x="21" y="3858"/>
                    <a:pt x="21" y="2080"/>
                    <a:pt x="21" y="0"/>
                  </a:cubicBezTo>
                  <a:close/>
                </a:path>
              </a:pathLst>
            </a:custGeom>
            <a:grpFill/>
            <a:ln w="6350" cap="flat">
              <a:noFill/>
              <a:prstDash val="solid"/>
              <a:miter/>
            </a:ln>
          </p:spPr>
          <p:txBody>
            <a:bodyPr wrap="square" rtlCol="0" anchor="ctr">
              <a:noAutofit/>
            </a:bodyPr>
            <a:lstStyle/>
            <a:p>
              <a:endParaRPr lang="en-US" dirty="0"/>
            </a:p>
          </p:txBody>
        </p:sp>
        <p:sp>
          <p:nvSpPr>
            <p:cNvPr id="1966" name="Freeform: Shape 1965">
              <a:extLst>
                <a:ext uri="{FF2B5EF4-FFF2-40B4-BE49-F238E27FC236}">
                  <a16:creationId xmlns:a16="http://schemas.microsoft.com/office/drawing/2014/main" id="{AF6DC23B-6D2A-D16E-A4C5-1DEC9D171608}"/>
                </a:ext>
                <a:ext uri="{C183D7F6-B498-43B3-948B-1728B52AA6E4}">
                  <adec:decorative xmlns:adec="http://schemas.microsoft.com/office/drawing/2017/decorative" val="1"/>
                </a:ext>
              </a:extLst>
            </p:cNvPr>
            <p:cNvSpPr/>
            <p:nvPr/>
          </p:nvSpPr>
          <p:spPr>
            <a:xfrm>
              <a:off x="10284652" y="3636615"/>
              <a:ext cx="215626" cy="457200"/>
            </a:xfrm>
            <a:custGeom>
              <a:avLst/>
              <a:gdLst>
                <a:gd name="connsiteX0" fmla="*/ 1894700 w 3234391"/>
                <a:gd name="connsiteY0" fmla="*/ 6321772 h 6858000"/>
                <a:gd name="connsiteX1" fmla="*/ 2431251 w 3234391"/>
                <a:gd name="connsiteY1" fmla="*/ 6321772 h 6858000"/>
                <a:gd name="connsiteX2" fmla="*/ 2431251 w 3234391"/>
                <a:gd name="connsiteY2" fmla="*/ 6858000 h 6858000"/>
                <a:gd name="connsiteX3" fmla="*/ 1894700 w 3234391"/>
                <a:gd name="connsiteY3" fmla="*/ 6858000 h 6858000"/>
                <a:gd name="connsiteX4" fmla="*/ 1045759 w 3234391"/>
                <a:gd name="connsiteY4" fmla="*/ 2543490 h 6858000"/>
                <a:gd name="connsiteX5" fmla="*/ 944449 w 3234391"/>
                <a:gd name="connsiteY5" fmla="*/ 2633975 h 6858000"/>
                <a:gd name="connsiteX6" fmla="*/ 1011298 w 3234391"/>
                <a:gd name="connsiteY6" fmla="*/ 2747332 h 6858000"/>
                <a:gd name="connsiteX7" fmla="*/ 1139340 w 3234391"/>
                <a:gd name="connsiteY7" fmla="*/ 2700365 h 6858000"/>
                <a:gd name="connsiteX8" fmla="*/ 1045759 w 3234391"/>
                <a:gd name="connsiteY8" fmla="*/ 2543490 h 6858000"/>
                <a:gd name="connsiteX9" fmla="*/ 2580019 w 3234391"/>
                <a:gd name="connsiteY9" fmla="*/ 2131001 h 6858000"/>
                <a:gd name="connsiteX10" fmla="*/ 2481014 w 3234391"/>
                <a:gd name="connsiteY10" fmla="*/ 2200581 h 6858000"/>
                <a:gd name="connsiteX11" fmla="*/ 2526130 w 3234391"/>
                <a:gd name="connsiteY11" fmla="*/ 2321846 h 6858000"/>
                <a:gd name="connsiteX12" fmla="*/ 2639166 w 3234391"/>
                <a:gd name="connsiteY12" fmla="*/ 2317540 h 6858000"/>
                <a:gd name="connsiteX13" fmla="*/ 2678380 w 3234391"/>
                <a:gd name="connsiteY13" fmla="*/ 2201215 h 6858000"/>
                <a:gd name="connsiteX14" fmla="*/ 2580019 w 3234391"/>
                <a:gd name="connsiteY14" fmla="*/ 2131001 h 6858000"/>
                <a:gd name="connsiteX15" fmla="*/ 281928 w 3234391"/>
                <a:gd name="connsiteY15" fmla="*/ 2042771 h 6858000"/>
                <a:gd name="connsiteX16" fmla="*/ 200269 w 3234391"/>
                <a:gd name="connsiteY16" fmla="*/ 2096750 h 6858000"/>
                <a:gd name="connsiteX17" fmla="*/ 214661 w 3234391"/>
                <a:gd name="connsiteY17" fmla="*/ 2214176 h 6858000"/>
                <a:gd name="connsiteX18" fmla="*/ 343390 w 3234391"/>
                <a:gd name="connsiteY18" fmla="*/ 2233848 h 6858000"/>
                <a:gd name="connsiteX19" fmla="*/ 396724 w 3234391"/>
                <a:gd name="connsiteY19" fmla="*/ 2139303 h 6858000"/>
                <a:gd name="connsiteX20" fmla="*/ 316522 w 3234391"/>
                <a:gd name="connsiteY20" fmla="*/ 2044577 h 6858000"/>
                <a:gd name="connsiteX21" fmla="*/ 281928 w 3234391"/>
                <a:gd name="connsiteY21" fmla="*/ 2042771 h 6858000"/>
                <a:gd name="connsiteX22" fmla="*/ 2050615 w 3234391"/>
                <a:gd name="connsiteY22" fmla="*/ 1592978 h 6858000"/>
                <a:gd name="connsiteX23" fmla="*/ 1990921 w 3234391"/>
                <a:gd name="connsiteY23" fmla="*/ 1611775 h 6858000"/>
                <a:gd name="connsiteX24" fmla="*/ 1943558 w 3234391"/>
                <a:gd name="connsiteY24" fmla="*/ 1721016 h 6858000"/>
                <a:gd name="connsiteX25" fmla="*/ 2032527 w 3234391"/>
                <a:gd name="connsiteY25" fmla="*/ 1798453 h 6858000"/>
                <a:gd name="connsiteX26" fmla="*/ 2143352 w 3234391"/>
                <a:gd name="connsiteY26" fmla="*/ 1743470 h 6858000"/>
                <a:gd name="connsiteX27" fmla="*/ 2116448 w 3234391"/>
                <a:gd name="connsiteY27" fmla="*/ 1619942 h 6858000"/>
                <a:gd name="connsiteX28" fmla="*/ 2050615 w 3234391"/>
                <a:gd name="connsiteY28" fmla="*/ 1592978 h 6858000"/>
                <a:gd name="connsiteX29" fmla="*/ 1056952 w 3234391"/>
                <a:gd name="connsiteY29" fmla="*/ 1537082 h 6858000"/>
                <a:gd name="connsiteX30" fmla="*/ 960075 w 3234391"/>
                <a:gd name="connsiteY30" fmla="*/ 1588713 h 6858000"/>
                <a:gd name="connsiteX31" fmla="*/ 971595 w 3234391"/>
                <a:gd name="connsiteY31" fmla="*/ 1710642 h 6858000"/>
                <a:gd name="connsiteX32" fmla="*/ 1085736 w 3234391"/>
                <a:gd name="connsiteY32" fmla="*/ 1735887 h 6858000"/>
                <a:gd name="connsiteX33" fmla="*/ 1150111 w 3234391"/>
                <a:gd name="connsiteY33" fmla="*/ 1644308 h 6858000"/>
                <a:gd name="connsiteX34" fmla="*/ 1056952 w 3234391"/>
                <a:gd name="connsiteY34" fmla="*/ 1537082 h 6858000"/>
                <a:gd name="connsiteX35" fmla="*/ 3051623 w 3234391"/>
                <a:gd name="connsiteY35" fmla="*/ 2428 h 6858000"/>
                <a:gd name="connsiteX36" fmla="*/ 3233851 w 3234391"/>
                <a:gd name="connsiteY36" fmla="*/ 2428 h 6858000"/>
                <a:gd name="connsiteX37" fmla="*/ 3233851 w 3234391"/>
                <a:gd name="connsiteY37" fmla="*/ 43896 h 6858000"/>
                <a:gd name="connsiteX38" fmla="*/ 3234391 w 3234391"/>
                <a:gd name="connsiteY38" fmla="*/ 1671753 h 6858000"/>
                <a:gd name="connsiteX39" fmla="*/ 3208447 w 3234391"/>
                <a:gd name="connsiteY39" fmla="*/ 1733588 h 6858000"/>
                <a:gd name="connsiteX40" fmla="*/ 2839456 w 3234391"/>
                <a:gd name="connsiteY40" fmla="*/ 2101123 h 6858000"/>
                <a:gd name="connsiteX41" fmla="*/ 2860060 w 3234391"/>
                <a:gd name="connsiteY41" fmla="*/ 2313991 h 6858000"/>
                <a:gd name="connsiteX42" fmla="*/ 2771831 w 3234391"/>
                <a:gd name="connsiteY42" fmla="*/ 2454641 h 6858000"/>
                <a:gd name="connsiteX43" fmla="*/ 2434456 w 3234391"/>
                <a:gd name="connsiteY43" fmla="*/ 2487979 h 6858000"/>
                <a:gd name="connsiteX44" fmla="*/ 2295573 w 3234391"/>
                <a:gd name="connsiteY44" fmla="*/ 2299491 h 6858000"/>
                <a:gd name="connsiteX45" fmla="*/ 2522615 w 3234391"/>
                <a:gd name="connsiteY45" fmla="*/ 1947841 h 6858000"/>
                <a:gd name="connsiteX46" fmla="*/ 2680131 w 3234391"/>
                <a:gd name="connsiteY46" fmla="*/ 1958638 h 6858000"/>
                <a:gd name="connsiteX47" fmla="*/ 2732289 w 3234391"/>
                <a:gd name="connsiteY47" fmla="*/ 1948034 h 6858000"/>
                <a:gd name="connsiteX48" fmla="*/ 3033689 w 3234391"/>
                <a:gd name="connsiteY48" fmla="*/ 1644557 h 6858000"/>
                <a:gd name="connsiteX49" fmla="*/ 3050902 w 3234391"/>
                <a:gd name="connsiteY49" fmla="*/ 1592170 h 6858000"/>
                <a:gd name="connsiteX50" fmla="*/ 3051623 w 3234391"/>
                <a:gd name="connsiteY50" fmla="*/ 51450 h 6858000"/>
                <a:gd name="connsiteX51" fmla="*/ 3051623 w 3234391"/>
                <a:gd name="connsiteY51" fmla="*/ 2428 h 6858000"/>
                <a:gd name="connsiteX52" fmla="*/ 1989945 w 3234391"/>
                <a:gd name="connsiteY52" fmla="*/ 2186 h 6858000"/>
                <a:gd name="connsiteX53" fmla="*/ 2178054 w 3234391"/>
                <a:gd name="connsiteY53" fmla="*/ 2186 h 6858000"/>
                <a:gd name="connsiteX54" fmla="*/ 2180009 w 3234391"/>
                <a:gd name="connsiteY54" fmla="*/ 40622 h 6858000"/>
                <a:gd name="connsiteX55" fmla="*/ 2180723 w 3234391"/>
                <a:gd name="connsiteY55" fmla="*/ 579254 h 6858000"/>
                <a:gd name="connsiteX56" fmla="*/ 2154054 w 3234391"/>
                <a:gd name="connsiteY56" fmla="*/ 640809 h 6858000"/>
                <a:gd name="connsiteX57" fmla="*/ 1713520 w 3234391"/>
                <a:gd name="connsiteY57" fmla="*/ 1079625 h 6858000"/>
                <a:gd name="connsiteX58" fmla="*/ 1680162 w 3234391"/>
                <a:gd name="connsiteY58" fmla="*/ 1158348 h 6858000"/>
                <a:gd name="connsiteX59" fmla="*/ 1680950 w 3234391"/>
                <a:gd name="connsiteY59" fmla="*/ 2683163 h 6858000"/>
                <a:gd name="connsiteX60" fmla="*/ 1680950 w 3234391"/>
                <a:gd name="connsiteY60" fmla="*/ 2741351 h 6858000"/>
                <a:gd name="connsiteX61" fmla="*/ 1634018 w 3234391"/>
                <a:gd name="connsiteY61" fmla="*/ 2741351 h 6858000"/>
                <a:gd name="connsiteX62" fmla="*/ 1356784 w 3234391"/>
                <a:gd name="connsiteY62" fmla="*/ 2740875 h 6858000"/>
                <a:gd name="connsiteX63" fmla="*/ 1315404 w 3234391"/>
                <a:gd name="connsiteY63" fmla="*/ 2766553 h 6858000"/>
                <a:gd name="connsiteX64" fmla="*/ 1003207 w 3234391"/>
                <a:gd name="connsiteY64" fmla="*/ 2937532 h 6858000"/>
                <a:gd name="connsiteX65" fmla="*/ 761352 w 3234391"/>
                <a:gd name="connsiteY65" fmla="*/ 2688692 h 6858000"/>
                <a:gd name="connsiteX66" fmla="*/ 847249 w 3234391"/>
                <a:gd name="connsiteY66" fmla="*/ 2438109 h 6858000"/>
                <a:gd name="connsiteX67" fmla="*/ 1246642 w 3234391"/>
                <a:gd name="connsiteY67" fmla="*/ 2439087 h 6858000"/>
                <a:gd name="connsiteX68" fmla="*/ 1317238 w 3234391"/>
                <a:gd name="connsiteY68" fmla="*/ 2536486 h 6858000"/>
                <a:gd name="connsiteX69" fmla="*/ 1344230 w 3234391"/>
                <a:gd name="connsiteY69" fmla="*/ 2558041 h 6858000"/>
                <a:gd name="connsiteX70" fmla="*/ 1498722 w 3234391"/>
                <a:gd name="connsiteY70" fmla="*/ 2559048 h 6858000"/>
                <a:gd name="connsiteX71" fmla="*/ 1498722 w 3234391"/>
                <a:gd name="connsiteY71" fmla="*/ 2398628 h 6858000"/>
                <a:gd name="connsiteX72" fmla="*/ 1498722 w 3234391"/>
                <a:gd name="connsiteY72" fmla="*/ 2234281 h 6858000"/>
                <a:gd name="connsiteX73" fmla="*/ 1454973 w 3234391"/>
                <a:gd name="connsiteY73" fmla="*/ 2234281 h 6858000"/>
                <a:gd name="connsiteX74" fmla="*/ 611380 w 3234391"/>
                <a:gd name="connsiteY74" fmla="*/ 2233478 h 6858000"/>
                <a:gd name="connsiteX75" fmla="*/ 552586 w 3234391"/>
                <a:gd name="connsiteY75" fmla="*/ 2271501 h 6858000"/>
                <a:gd name="connsiteX76" fmla="*/ 291515 w 3234391"/>
                <a:gd name="connsiteY76" fmla="*/ 2437275 h 6858000"/>
                <a:gd name="connsiteX77" fmla="*/ 499 w 3234391"/>
                <a:gd name="connsiteY77" fmla="*/ 2156002 h 6858000"/>
                <a:gd name="connsiteX78" fmla="*/ 318566 w 3234391"/>
                <a:gd name="connsiteY78" fmla="*/ 1854630 h 6858000"/>
                <a:gd name="connsiteX79" fmla="*/ 568516 w 3234391"/>
                <a:gd name="connsiteY79" fmla="*/ 2050495 h 6858000"/>
                <a:gd name="connsiteX80" fmla="*/ 1496030 w 3234391"/>
                <a:gd name="connsiteY80" fmla="*/ 2050495 h 6858000"/>
                <a:gd name="connsiteX81" fmla="*/ 1496030 w 3234391"/>
                <a:gd name="connsiteY81" fmla="*/ 1735133 h 6858000"/>
                <a:gd name="connsiteX82" fmla="*/ 1396287 w 3234391"/>
                <a:gd name="connsiteY82" fmla="*/ 1735133 h 6858000"/>
                <a:gd name="connsiteX83" fmla="*/ 1299679 w 3234391"/>
                <a:gd name="connsiteY83" fmla="*/ 1787467 h 6858000"/>
                <a:gd name="connsiteX84" fmla="*/ 862020 w 3234391"/>
                <a:gd name="connsiteY84" fmla="*/ 1864639 h 6858000"/>
                <a:gd name="connsiteX85" fmla="*/ 756422 w 3234391"/>
                <a:gd name="connsiteY85" fmla="*/ 1640142 h 6858000"/>
                <a:gd name="connsiteX86" fmla="*/ 1000461 w 3234391"/>
                <a:gd name="connsiteY86" fmla="*/ 1352908 h 6858000"/>
                <a:gd name="connsiteX87" fmla="*/ 1314705 w 3234391"/>
                <a:gd name="connsiteY87" fmla="*/ 1518020 h 6858000"/>
                <a:gd name="connsiteX88" fmla="*/ 1358901 w 3234391"/>
                <a:gd name="connsiteY88" fmla="*/ 1545482 h 6858000"/>
                <a:gd name="connsiteX89" fmla="*/ 1498722 w 3234391"/>
                <a:gd name="connsiteY89" fmla="*/ 1544978 h 6858000"/>
                <a:gd name="connsiteX90" fmla="*/ 1498722 w 3234391"/>
                <a:gd name="connsiteY90" fmla="*/ 1500490 h 6858000"/>
                <a:gd name="connsiteX91" fmla="*/ 1498170 w 3234391"/>
                <a:gd name="connsiteY91" fmla="*/ 1068793 h 6858000"/>
                <a:gd name="connsiteX92" fmla="*/ 1527333 w 3234391"/>
                <a:gd name="connsiteY92" fmla="*/ 996310 h 6858000"/>
                <a:gd name="connsiteX93" fmla="*/ 1965167 w 3234391"/>
                <a:gd name="connsiteY93" fmla="*/ 560402 h 6858000"/>
                <a:gd name="connsiteX94" fmla="*/ 1990458 w 3234391"/>
                <a:gd name="connsiteY94" fmla="*/ 498296 h 6858000"/>
                <a:gd name="connsiteX95" fmla="*/ 1989945 w 3234391"/>
                <a:gd name="connsiteY95" fmla="*/ 46796 h 6858000"/>
                <a:gd name="connsiteX96" fmla="*/ 1989945 w 3234391"/>
                <a:gd name="connsiteY96" fmla="*/ 2186 h 6858000"/>
                <a:gd name="connsiteX97" fmla="*/ 2520780 w 3234391"/>
                <a:gd name="connsiteY97" fmla="*/ 0 h 6858000"/>
                <a:gd name="connsiteX98" fmla="*/ 2631353 w 3234391"/>
                <a:gd name="connsiteY98" fmla="*/ 0 h 6858000"/>
                <a:gd name="connsiteX99" fmla="*/ 2700831 w 3234391"/>
                <a:gd name="connsiteY99" fmla="*/ 0 h 6858000"/>
                <a:gd name="connsiteX100" fmla="*/ 2702921 w 3234391"/>
                <a:gd name="connsiteY100" fmla="*/ 41313 h 6858000"/>
                <a:gd name="connsiteX101" fmla="*/ 2701983 w 3234391"/>
                <a:gd name="connsiteY101" fmla="*/ 1142340 h 6858000"/>
                <a:gd name="connsiteX102" fmla="*/ 2678199 w 3234391"/>
                <a:gd name="connsiteY102" fmla="*/ 1199773 h 6858000"/>
                <a:gd name="connsiteX103" fmla="*/ 2339628 w 3234391"/>
                <a:gd name="connsiteY103" fmla="*/ 1538887 h 6858000"/>
                <a:gd name="connsiteX104" fmla="*/ 2322953 w 3234391"/>
                <a:gd name="connsiteY104" fmla="*/ 1603529 h 6858000"/>
                <a:gd name="connsiteX105" fmla="*/ 2258929 w 3234391"/>
                <a:gd name="connsiteY105" fmla="*/ 1904238 h 6858000"/>
                <a:gd name="connsiteX106" fmla="*/ 1879350 w 3234391"/>
                <a:gd name="connsiteY106" fmla="*/ 1937040 h 6858000"/>
                <a:gd name="connsiteX107" fmla="*/ 1850786 w 3234391"/>
                <a:gd name="connsiteY107" fmla="*/ 1483029 h 6858000"/>
                <a:gd name="connsiteX108" fmla="*/ 2150560 w 3234391"/>
                <a:gd name="connsiteY108" fmla="*/ 1424936 h 6858000"/>
                <a:gd name="connsiteX109" fmla="*/ 2194210 w 3234391"/>
                <a:gd name="connsiteY109" fmla="*/ 1416743 h 6858000"/>
                <a:gd name="connsiteX110" fmla="*/ 2501212 w 3234391"/>
                <a:gd name="connsiteY110" fmla="*/ 1107675 h 6858000"/>
                <a:gd name="connsiteX111" fmla="*/ 2519977 w 3234391"/>
                <a:gd name="connsiteY111" fmla="*/ 1055899 h 6858000"/>
                <a:gd name="connsiteX112" fmla="*/ 2520780 w 3234391"/>
                <a:gd name="connsiteY112" fmla="*/ 53885 h 6858000"/>
                <a:gd name="connsiteX113" fmla="*/ 2520780 w 3234391"/>
                <a:gd name="connsiteY113"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234391" h="6858000">
                  <a:moveTo>
                    <a:pt x="1894700" y="6321772"/>
                  </a:moveTo>
                  <a:lnTo>
                    <a:pt x="2431251" y="6321772"/>
                  </a:lnTo>
                  <a:lnTo>
                    <a:pt x="2431251" y="6858000"/>
                  </a:lnTo>
                  <a:lnTo>
                    <a:pt x="1894700" y="6858000"/>
                  </a:lnTo>
                  <a:close/>
                  <a:moveTo>
                    <a:pt x="1045759" y="2543490"/>
                  </a:moveTo>
                  <a:cubicBezTo>
                    <a:pt x="1003516" y="2544672"/>
                    <a:pt x="952243" y="2590467"/>
                    <a:pt x="944449" y="2633975"/>
                  </a:cubicBezTo>
                  <a:cubicBezTo>
                    <a:pt x="936942" y="2675874"/>
                    <a:pt x="969070" y="2730351"/>
                    <a:pt x="1011298" y="2747332"/>
                  </a:cubicBezTo>
                  <a:cubicBezTo>
                    <a:pt x="1054807" y="2764827"/>
                    <a:pt x="1108293" y="2746705"/>
                    <a:pt x="1139340" y="2700365"/>
                  </a:cubicBezTo>
                  <a:cubicBezTo>
                    <a:pt x="1172622" y="2621561"/>
                    <a:pt x="1124732" y="2541279"/>
                    <a:pt x="1045759" y="2543490"/>
                  </a:cubicBezTo>
                  <a:close/>
                  <a:moveTo>
                    <a:pt x="2580019" y="2131001"/>
                  </a:moveTo>
                  <a:cubicBezTo>
                    <a:pt x="2531962" y="2129450"/>
                    <a:pt x="2502521" y="2154681"/>
                    <a:pt x="2481014" y="2200581"/>
                  </a:cubicBezTo>
                  <a:cubicBezTo>
                    <a:pt x="2457443" y="2249686"/>
                    <a:pt x="2489743" y="2292137"/>
                    <a:pt x="2526130" y="2321846"/>
                  </a:cubicBezTo>
                  <a:cubicBezTo>
                    <a:pt x="2554971" y="2345394"/>
                    <a:pt x="2604669" y="2342143"/>
                    <a:pt x="2639166" y="2317540"/>
                  </a:cubicBezTo>
                  <a:cubicBezTo>
                    <a:pt x="2676129" y="2291177"/>
                    <a:pt x="2691846" y="2244557"/>
                    <a:pt x="2678380" y="2201215"/>
                  </a:cubicBezTo>
                  <a:cubicBezTo>
                    <a:pt x="2666694" y="2163602"/>
                    <a:pt x="2621155" y="2132328"/>
                    <a:pt x="2580019" y="2131001"/>
                  </a:cubicBezTo>
                  <a:close/>
                  <a:moveTo>
                    <a:pt x="281928" y="2042771"/>
                  </a:moveTo>
                  <a:cubicBezTo>
                    <a:pt x="248382" y="2046368"/>
                    <a:pt x="218776" y="2065719"/>
                    <a:pt x="200269" y="2096750"/>
                  </a:cubicBezTo>
                  <a:cubicBezTo>
                    <a:pt x="175074" y="2138996"/>
                    <a:pt x="188902" y="2188118"/>
                    <a:pt x="214661" y="2214176"/>
                  </a:cubicBezTo>
                  <a:cubicBezTo>
                    <a:pt x="253725" y="2253694"/>
                    <a:pt x="289400" y="2260443"/>
                    <a:pt x="343390" y="2233848"/>
                  </a:cubicBezTo>
                  <a:cubicBezTo>
                    <a:pt x="377041" y="2211274"/>
                    <a:pt x="396796" y="2179586"/>
                    <a:pt x="396724" y="2139303"/>
                  </a:cubicBezTo>
                  <a:cubicBezTo>
                    <a:pt x="396650" y="2098235"/>
                    <a:pt x="355819" y="2052752"/>
                    <a:pt x="316522" y="2044577"/>
                  </a:cubicBezTo>
                  <a:cubicBezTo>
                    <a:pt x="304730" y="2042124"/>
                    <a:pt x="293110" y="2041572"/>
                    <a:pt x="281928" y="2042771"/>
                  </a:cubicBezTo>
                  <a:close/>
                  <a:moveTo>
                    <a:pt x="2050615" y="1592978"/>
                  </a:moveTo>
                  <a:cubicBezTo>
                    <a:pt x="2030261" y="1591654"/>
                    <a:pt x="2010929" y="1597956"/>
                    <a:pt x="1990921" y="1611775"/>
                  </a:cubicBezTo>
                  <a:cubicBezTo>
                    <a:pt x="1958254" y="1634335"/>
                    <a:pt x="1934762" y="1688516"/>
                    <a:pt x="1943558" y="1721016"/>
                  </a:cubicBezTo>
                  <a:cubicBezTo>
                    <a:pt x="1953637" y="1758261"/>
                    <a:pt x="1996206" y="1795312"/>
                    <a:pt x="2032527" y="1798453"/>
                  </a:cubicBezTo>
                  <a:cubicBezTo>
                    <a:pt x="2084432" y="1802941"/>
                    <a:pt x="2121976" y="1784314"/>
                    <a:pt x="2143352" y="1743470"/>
                  </a:cubicBezTo>
                  <a:cubicBezTo>
                    <a:pt x="2158527" y="1714477"/>
                    <a:pt x="2146823" y="1652807"/>
                    <a:pt x="2116448" y="1619942"/>
                  </a:cubicBezTo>
                  <a:cubicBezTo>
                    <a:pt x="2092347" y="1603254"/>
                    <a:pt x="2070969" y="1594302"/>
                    <a:pt x="2050615" y="1592978"/>
                  </a:cubicBezTo>
                  <a:close/>
                  <a:moveTo>
                    <a:pt x="1056952" y="1537082"/>
                  </a:moveTo>
                  <a:cubicBezTo>
                    <a:pt x="1013417" y="1533194"/>
                    <a:pt x="982394" y="1553156"/>
                    <a:pt x="960075" y="1588713"/>
                  </a:cubicBezTo>
                  <a:cubicBezTo>
                    <a:pt x="935228" y="1628298"/>
                    <a:pt x="939363" y="1669420"/>
                    <a:pt x="971595" y="1710642"/>
                  </a:cubicBezTo>
                  <a:cubicBezTo>
                    <a:pt x="995331" y="1740999"/>
                    <a:pt x="1041428" y="1751194"/>
                    <a:pt x="1085736" y="1735887"/>
                  </a:cubicBezTo>
                  <a:cubicBezTo>
                    <a:pt x="1126209" y="1721906"/>
                    <a:pt x="1149864" y="1688253"/>
                    <a:pt x="1150111" y="1644308"/>
                  </a:cubicBezTo>
                  <a:cubicBezTo>
                    <a:pt x="1150451" y="1583838"/>
                    <a:pt x="1131188" y="1560006"/>
                    <a:pt x="1056952" y="1537082"/>
                  </a:cubicBezTo>
                  <a:close/>
                  <a:moveTo>
                    <a:pt x="3051623" y="2428"/>
                  </a:moveTo>
                  <a:cubicBezTo>
                    <a:pt x="3112682" y="2428"/>
                    <a:pt x="3170164" y="2428"/>
                    <a:pt x="3233851" y="2428"/>
                  </a:cubicBezTo>
                  <a:cubicBezTo>
                    <a:pt x="3233851" y="16131"/>
                    <a:pt x="3233851" y="30013"/>
                    <a:pt x="3233851" y="43896"/>
                  </a:cubicBezTo>
                  <a:cubicBezTo>
                    <a:pt x="3233851" y="586515"/>
                    <a:pt x="3233676" y="1129134"/>
                    <a:pt x="3234391" y="1671753"/>
                  </a:cubicBezTo>
                  <a:cubicBezTo>
                    <a:pt x="3234426" y="1697627"/>
                    <a:pt x="3226716" y="1715568"/>
                    <a:pt x="3208447" y="1733588"/>
                  </a:cubicBezTo>
                  <a:cubicBezTo>
                    <a:pt x="3085356" y="1855002"/>
                    <a:pt x="2963324" y="1977492"/>
                    <a:pt x="2839456" y="2101123"/>
                  </a:cubicBezTo>
                  <a:cubicBezTo>
                    <a:pt x="2873388" y="2169783"/>
                    <a:pt x="2879433" y="2241699"/>
                    <a:pt x="2860060" y="2313991"/>
                  </a:cubicBezTo>
                  <a:cubicBezTo>
                    <a:pt x="2845338" y="2368925"/>
                    <a:pt x="2815785" y="2416794"/>
                    <a:pt x="2771831" y="2454641"/>
                  </a:cubicBezTo>
                  <a:cubicBezTo>
                    <a:pt x="2683808" y="2530434"/>
                    <a:pt x="2546192" y="2551775"/>
                    <a:pt x="2434456" y="2487979"/>
                  </a:cubicBezTo>
                  <a:cubicBezTo>
                    <a:pt x="2364165" y="2440678"/>
                    <a:pt x="2312181" y="2384183"/>
                    <a:pt x="2295573" y="2299491"/>
                  </a:cubicBezTo>
                  <a:cubicBezTo>
                    <a:pt x="2262537" y="2131033"/>
                    <a:pt x="2357384" y="1981793"/>
                    <a:pt x="2522615" y="1947841"/>
                  </a:cubicBezTo>
                  <a:cubicBezTo>
                    <a:pt x="2577638" y="1936535"/>
                    <a:pt x="2629130" y="1942541"/>
                    <a:pt x="2680131" y="1958638"/>
                  </a:cubicBezTo>
                  <a:cubicBezTo>
                    <a:pt x="2702260" y="1965622"/>
                    <a:pt x="2716040" y="1964457"/>
                    <a:pt x="2732289" y="1948034"/>
                  </a:cubicBezTo>
                  <a:cubicBezTo>
                    <a:pt x="2832571" y="1846689"/>
                    <a:pt x="2934266" y="1746731"/>
                    <a:pt x="3033689" y="1644557"/>
                  </a:cubicBezTo>
                  <a:cubicBezTo>
                    <a:pt x="3045323" y="1632600"/>
                    <a:pt x="3050872" y="1609902"/>
                    <a:pt x="3050902" y="1592170"/>
                  </a:cubicBezTo>
                  <a:cubicBezTo>
                    <a:pt x="3051794" y="1078597"/>
                    <a:pt x="3051623" y="565023"/>
                    <a:pt x="3051623" y="51450"/>
                  </a:cubicBezTo>
                  <a:cubicBezTo>
                    <a:pt x="3051623" y="35906"/>
                    <a:pt x="3051623" y="20363"/>
                    <a:pt x="3051623" y="2428"/>
                  </a:cubicBezTo>
                  <a:close/>
                  <a:moveTo>
                    <a:pt x="1989945" y="2186"/>
                  </a:moveTo>
                  <a:cubicBezTo>
                    <a:pt x="2054159" y="2186"/>
                    <a:pt x="2114271" y="2186"/>
                    <a:pt x="2178054" y="2186"/>
                  </a:cubicBezTo>
                  <a:cubicBezTo>
                    <a:pt x="2178748" y="15256"/>
                    <a:pt x="2179999" y="27938"/>
                    <a:pt x="2180009" y="40622"/>
                  </a:cubicBezTo>
                  <a:cubicBezTo>
                    <a:pt x="2180136" y="220167"/>
                    <a:pt x="2179529" y="399717"/>
                    <a:pt x="2180723" y="579254"/>
                  </a:cubicBezTo>
                  <a:cubicBezTo>
                    <a:pt x="2180897" y="605496"/>
                    <a:pt x="2172039" y="622970"/>
                    <a:pt x="2154054" y="640809"/>
                  </a:cubicBezTo>
                  <a:cubicBezTo>
                    <a:pt x="2006903" y="786772"/>
                    <a:pt x="1861072" y="934071"/>
                    <a:pt x="1713520" y="1079625"/>
                  </a:cubicBezTo>
                  <a:cubicBezTo>
                    <a:pt x="1690218" y="1102613"/>
                    <a:pt x="1680089" y="1125015"/>
                    <a:pt x="1680162" y="1158348"/>
                  </a:cubicBezTo>
                  <a:cubicBezTo>
                    <a:pt x="1681295" y="1666618"/>
                    <a:pt x="1680950" y="2174891"/>
                    <a:pt x="1680950" y="2683163"/>
                  </a:cubicBezTo>
                  <a:cubicBezTo>
                    <a:pt x="1680950" y="2700287"/>
                    <a:pt x="1680950" y="2717412"/>
                    <a:pt x="1680950" y="2741351"/>
                  </a:cubicBezTo>
                  <a:cubicBezTo>
                    <a:pt x="1664250" y="2741351"/>
                    <a:pt x="1649134" y="2741351"/>
                    <a:pt x="1634018" y="2741351"/>
                  </a:cubicBezTo>
                  <a:cubicBezTo>
                    <a:pt x="1541605" y="2741353"/>
                    <a:pt x="1449185" y="2741989"/>
                    <a:pt x="1356784" y="2740875"/>
                  </a:cubicBezTo>
                  <a:cubicBezTo>
                    <a:pt x="1335643" y="2740621"/>
                    <a:pt x="1325126" y="2746979"/>
                    <a:pt x="1315404" y="2766553"/>
                  </a:cubicBezTo>
                  <a:cubicBezTo>
                    <a:pt x="1241084" y="2916185"/>
                    <a:pt x="1134929" y="2953402"/>
                    <a:pt x="1003207" y="2937532"/>
                  </a:cubicBezTo>
                  <a:cubicBezTo>
                    <a:pt x="878193" y="2922470"/>
                    <a:pt x="777391" y="2825325"/>
                    <a:pt x="761352" y="2688692"/>
                  </a:cubicBezTo>
                  <a:cubicBezTo>
                    <a:pt x="749804" y="2590323"/>
                    <a:pt x="777175" y="2507416"/>
                    <a:pt x="847249" y="2438109"/>
                  </a:cubicBezTo>
                  <a:cubicBezTo>
                    <a:pt x="953831" y="2332693"/>
                    <a:pt x="1142660" y="2331897"/>
                    <a:pt x="1246642" y="2439087"/>
                  </a:cubicBezTo>
                  <a:cubicBezTo>
                    <a:pt x="1274263" y="2467561"/>
                    <a:pt x="1293156" y="2504382"/>
                    <a:pt x="1317238" y="2536486"/>
                  </a:cubicBezTo>
                  <a:cubicBezTo>
                    <a:pt x="1324082" y="2545610"/>
                    <a:pt x="1334830" y="2557637"/>
                    <a:pt x="1344230" y="2558041"/>
                  </a:cubicBezTo>
                  <a:cubicBezTo>
                    <a:pt x="1394027" y="2560185"/>
                    <a:pt x="1443967" y="2559048"/>
                    <a:pt x="1498722" y="2559048"/>
                  </a:cubicBezTo>
                  <a:cubicBezTo>
                    <a:pt x="1498722" y="2503322"/>
                    <a:pt x="1498722" y="2450975"/>
                    <a:pt x="1498722" y="2398628"/>
                  </a:cubicBezTo>
                  <a:cubicBezTo>
                    <a:pt x="1498722" y="2345933"/>
                    <a:pt x="1498722" y="2293239"/>
                    <a:pt x="1498722" y="2234281"/>
                  </a:cubicBezTo>
                  <a:cubicBezTo>
                    <a:pt x="1482708" y="2234281"/>
                    <a:pt x="1468841" y="2234281"/>
                    <a:pt x="1454973" y="2234281"/>
                  </a:cubicBezTo>
                  <a:cubicBezTo>
                    <a:pt x="1173774" y="2234281"/>
                    <a:pt x="892573" y="2234854"/>
                    <a:pt x="611380" y="2233478"/>
                  </a:cubicBezTo>
                  <a:cubicBezTo>
                    <a:pt x="579971" y="2233325"/>
                    <a:pt x="565160" y="2243617"/>
                    <a:pt x="552586" y="2271501"/>
                  </a:cubicBezTo>
                  <a:cubicBezTo>
                    <a:pt x="502213" y="2383206"/>
                    <a:pt x="407902" y="2439165"/>
                    <a:pt x="291515" y="2437275"/>
                  </a:cubicBezTo>
                  <a:cubicBezTo>
                    <a:pt x="143760" y="2434878"/>
                    <a:pt x="11638" y="2340138"/>
                    <a:pt x="499" y="2156002"/>
                  </a:cubicBezTo>
                  <a:cubicBezTo>
                    <a:pt x="-9937" y="1983494"/>
                    <a:pt x="144954" y="1836349"/>
                    <a:pt x="318566" y="1854630"/>
                  </a:cubicBezTo>
                  <a:cubicBezTo>
                    <a:pt x="440400" y="1867457"/>
                    <a:pt x="523344" y="1934935"/>
                    <a:pt x="568516" y="2050495"/>
                  </a:cubicBezTo>
                  <a:cubicBezTo>
                    <a:pt x="876232" y="2050495"/>
                    <a:pt x="1184786" y="2050495"/>
                    <a:pt x="1496030" y="2050495"/>
                  </a:cubicBezTo>
                  <a:cubicBezTo>
                    <a:pt x="1496030" y="1946619"/>
                    <a:pt x="1496030" y="1844245"/>
                    <a:pt x="1496030" y="1735133"/>
                  </a:cubicBezTo>
                  <a:cubicBezTo>
                    <a:pt x="1464780" y="1735133"/>
                    <a:pt x="1432456" y="1735133"/>
                    <a:pt x="1396287" y="1735133"/>
                  </a:cubicBezTo>
                  <a:cubicBezTo>
                    <a:pt x="1347150" y="1727274"/>
                    <a:pt x="1321993" y="1743882"/>
                    <a:pt x="1299679" y="1787467"/>
                  </a:cubicBezTo>
                  <a:cubicBezTo>
                    <a:pt x="1222809" y="1937613"/>
                    <a:pt x="1003876" y="1983194"/>
                    <a:pt x="862020" y="1864639"/>
                  </a:cubicBezTo>
                  <a:cubicBezTo>
                    <a:pt x="790096" y="1804529"/>
                    <a:pt x="756026" y="1726634"/>
                    <a:pt x="756422" y="1640142"/>
                  </a:cubicBezTo>
                  <a:cubicBezTo>
                    <a:pt x="757070" y="1499107"/>
                    <a:pt x="857770" y="1378760"/>
                    <a:pt x="1000461" y="1352908"/>
                  </a:cubicBezTo>
                  <a:cubicBezTo>
                    <a:pt x="1130931" y="1329270"/>
                    <a:pt x="1269310" y="1409858"/>
                    <a:pt x="1314705" y="1518020"/>
                  </a:cubicBezTo>
                  <a:cubicBezTo>
                    <a:pt x="1323754" y="1539582"/>
                    <a:pt x="1336271" y="1546350"/>
                    <a:pt x="1358901" y="1545482"/>
                  </a:cubicBezTo>
                  <a:cubicBezTo>
                    <a:pt x="1403540" y="1543773"/>
                    <a:pt x="1448290" y="1544978"/>
                    <a:pt x="1498722" y="1544978"/>
                  </a:cubicBezTo>
                  <a:cubicBezTo>
                    <a:pt x="1498722" y="1528370"/>
                    <a:pt x="1498722" y="1514431"/>
                    <a:pt x="1498722" y="1500490"/>
                  </a:cubicBezTo>
                  <a:cubicBezTo>
                    <a:pt x="1498722" y="1356590"/>
                    <a:pt x="1499390" y="1212683"/>
                    <a:pt x="1498170" y="1068793"/>
                  </a:cubicBezTo>
                  <a:cubicBezTo>
                    <a:pt x="1497919" y="1039203"/>
                    <a:pt x="1505561" y="1017769"/>
                    <a:pt x="1527333" y="996310"/>
                  </a:cubicBezTo>
                  <a:cubicBezTo>
                    <a:pt x="1673996" y="851737"/>
                    <a:pt x="1818798" y="705277"/>
                    <a:pt x="1965167" y="560402"/>
                  </a:cubicBezTo>
                  <a:cubicBezTo>
                    <a:pt x="1983626" y="542131"/>
                    <a:pt x="1990636" y="523869"/>
                    <a:pt x="1990458" y="498296"/>
                  </a:cubicBezTo>
                  <a:cubicBezTo>
                    <a:pt x="1989415" y="347802"/>
                    <a:pt x="1989945" y="197298"/>
                    <a:pt x="1989945" y="46796"/>
                  </a:cubicBezTo>
                  <a:cubicBezTo>
                    <a:pt x="1989945" y="32637"/>
                    <a:pt x="1989945" y="18476"/>
                    <a:pt x="1989945" y="2186"/>
                  </a:cubicBezTo>
                  <a:close/>
                  <a:moveTo>
                    <a:pt x="2520780" y="0"/>
                  </a:moveTo>
                  <a:cubicBezTo>
                    <a:pt x="2557455" y="0"/>
                    <a:pt x="2592460" y="0"/>
                    <a:pt x="2631353" y="0"/>
                  </a:cubicBezTo>
                  <a:cubicBezTo>
                    <a:pt x="2656128" y="0"/>
                    <a:pt x="2677018" y="0"/>
                    <a:pt x="2700831" y="0"/>
                  </a:cubicBezTo>
                  <a:cubicBezTo>
                    <a:pt x="2701665" y="15831"/>
                    <a:pt x="2702917" y="28573"/>
                    <a:pt x="2702921" y="41313"/>
                  </a:cubicBezTo>
                  <a:cubicBezTo>
                    <a:pt x="2703026" y="408323"/>
                    <a:pt x="2703373" y="775335"/>
                    <a:pt x="2701983" y="1142340"/>
                  </a:cubicBezTo>
                  <a:cubicBezTo>
                    <a:pt x="2701909" y="1161761"/>
                    <a:pt x="2691804" y="1185840"/>
                    <a:pt x="2678199" y="1199773"/>
                  </a:cubicBezTo>
                  <a:cubicBezTo>
                    <a:pt x="2566614" y="1314061"/>
                    <a:pt x="2453668" y="1427045"/>
                    <a:pt x="2339628" y="1538887"/>
                  </a:cubicBezTo>
                  <a:cubicBezTo>
                    <a:pt x="2319012" y="1559106"/>
                    <a:pt x="2313714" y="1575498"/>
                    <a:pt x="2322953" y="1603529"/>
                  </a:cubicBezTo>
                  <a:cubicBezTo>
                    <a:pt x="2359844" y="1715462"/>
                    <a:pt x="2340893" y="1819582"/>
                    <a:pt x="2258929" y="1904238"/>
                  </a:cubicBezTo>
                  <a:cubicBezTo>
                    <a:pt x="2157481" y="2009017"/>
                    <a:pt x="1992450" y="2018120"/>
                    <a:pt x="1879350" y="1937040"/>
                  </a:cubicBezTo>
                  <a:cubicBezTo>
                    <a:pt x="1721012" y="1823531"/>
                    <a:pt x="1724305" y="1596046"/>
                    <a:pt x="1850786" y="1483029"/>
                  </a:cubicBezTo>
                  <a:cubicBezTo>
                    <a:pt x="1937869" y="1405221"/>
                    <a:pt x="2040902" y="1391427"/>
                    <a:pt x="2150560" y="1424936"/>
                  </a:cubicBezTo>
                  <a:cubicBezTo>
                    <a:pt x="2169057" y="1430588"/>
                    <a:pt x="2179758" y="1431392"/>
                    <a:pt x="2194210" y="1416743"/>
                  </a:cubicBezTo>
                  <a:cubicBezTo>
                    <a:pt x="2296195" y="1313374"/>
                    <a:pt x="2399806" y="1211602"/>
                    <a:pt x="2501212" y="1107675"/>
                  </a:cubicBezTo>
                  <a:cubicBezTo>
                    <a:pt x="2513019" y="1095574"/>
                    <a:pt x="2519921" y="1073421"/>
                    <a:pt x="2519977" y="1055899"/>
                  </a:cubicBezTo>
                  <a:cubicBezTo>
                    <a:pt x="2521063" y="721898"/>
                    <a:pt x="2520780" y="387891"/>
                    <a:pt x="2520780" y="53885"/>
                  </a:cubicBezTo>
                  <a:cubicBezTo>
                    <a:pt x="2520780" y="38118"/>
                    <a:pt x="2520780" y="22349"/>
                    <a:pt x="2520780"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2789" name="Group 2788">
            <a:extLst>
              <a:ext uri="{FF2B5EF4-FFF2-40B4-BE49-F238E27FC236}">
                <a16:creationId xmlns:a16="http://schemas.microsoft.com/office/drawing/2014/main" id="{45240E98-7907-F0CD-545B-EE9A2AE81769}"/>
              </a:ext>
              <a:ext uri="{C183D7F6-B498-43B3-948B-1728B52AA6E4}">
                <adec:decorative xmlns:adec="http://schemas.microsoft.com/office/drawing/2017/decorative" val="1"/>
              </a:ext>
            </a:extLst>
          </p:cNvPr>
          <p:cNvGrpSpPr>
            <a:grpSpLocks noChangeAspect="1"/>
          </p:cNvGrpSpPr>
          <p:nvPr/>
        </p:nvGrpSpPr>
        <p:grpSpPr>
          <a:xfrm>
            <a:off x="10585288" y="3644779"/>
            <a:ext cx="419420" cy="457200"/>
            <a:chOff x="10585279" y="3636615"/>
            <a:chExt cx="419420" cy="457200"/>
          </a:xfrm>
          <a:solidFill>
            <a:schemeClr val="accent2"/>
          </a:solidFill>
        </p:grpSpPr>
        <p:sp>
          <p:nvSpPr>
            <p:cNvPr id="2061" name="Freeform: Shape 2060">
              <a:extLst>
                <a:ext uri="{FF2B5EF4-FFF2-40B4-BE49-F238E27FC236}">
                  <a16:creationId xmlns:a16="http://schemas.microsoft.com/office/drawing/2014/main" id="{6DB08E76-254E-2869-E42C-09C8DE79FF5A}"/>
                </a:ext>
                <a:ext uri="{C183D7F6-B498-43B3-948B-1728B52AA6E4}">
                  <adec:decorative xmlns:adec="http://schemas.microsoft.com/office/drawing/2017/decorative" val="1"/>
                </a:ext>
              </a:extLst>
            </p:cNvPr>
            <p:cNvSpPr/>
            <p:nvPr/>
          </p:nvSpPr>
          <p:spPr>
            <a:xfrm>
              <a:off x="10585279" y="3723720"/>
              <a:ext cx="375918" cy="364428"/>
            </a:xfrm>
            <a:custGeom>
              <a:avLst/>
              <a:gdLst>
                <a:gd name="connsiteX0" fmla="*/ 259661 w 684569"/>
                <a:gd name="connsiteY0" fmla="*/ 355462 h 663645"/>
                <a:gd name="connsiteX1" fmla="*/ 180676 w 684569"/>
                <a:gd name="connsiteY1" fmla="*/ 446450 h 663645"/>
                <a:gd name="connsiteX2" fmla="*/ 115850 w 684569"/>
                <a:gd name="connsiteY2" fmla="*/ 425091 h 663645"/>
                <a:gd name="connsiteX3" fmla="*/ 87413 w 684569"/>
                <a:gd name="connsiteY3" fmla="*/ 355519 h 663645"/>
                <a:gd name="connsiteX4" fmla="*/ 45559 w 684569"/>
                <a:gd name="connsiteY4" fmla="*/ 355519 h 663645"/>
                <a:gd name="connsiteX5" fmla="*/ 45559 w 684569"/>
                <a:gd name="connsiteY5" fmla="*/ 618396 h 663645"/>
                <a:gd name="connsiteX6" fmla="*/ 274555 w 684569"/>
                <a:gd name="connsiteY6" fmla="*/ 618396 h 663645"/>
                <a:gd name="connsiteX7" fmla="*/ 315527 w 684569"/>
                <a:gd name="connsiteY7" fmla="*/ 618396 h 663645"/>
                <a:gd name="connsiteX8" fmla="*/ 315527 w 684569"/>
                <a:gd name="connsiteY8" fmla="*/ 528047 h 663645"/>
                <a:gd name="connsiteX9" fmla="*/ 367969 w 684569"/>
                <a:gd name="connsiteY9" fmla="*/ 528114 h 663645"/>
                <a:gd name="connsiteX10" fmla="*/ 397163 w 684569"/>
                <a:gd name="connsiteY10" fmla="*/ 519157 h 663645"/>
                <a:gd name="connsiteX11" fmla="*/ 412316 w 684569"/>
                <a:gd name="connsiteY11" fmla="*/ 479636 h 663645"/>
                <a:gd name="connsiteX12" fmla="*/ 384485 w 684569"/>
                <a:gd name="connsiteY12" fmla="*/ 449639 h 663645"/>
                <a:gd name="connsiteX13" fmla="*/ 366648 w 684569"/>
                <a:gd name="connsiteY13" fmla="*/ 446671 h 663645"/>
                <a:gd name="connsiteX14" fmla="*/ 315311 w 684569"/>
                <a:gd name="connsiteY14" fmla="*/ 446536 h 663645"/>
                <a:gd name="connsiteX15" fmla="*/ 315311 w 684569"/>
                <a:gd name="connsiteY15" fmla="*/ 401084 h 663645"/>
                <a:gd name="connsiteX16" fmla="*/ 315311 w 684569"/>
                <a:gd name="connsiteY16" fmla="*/ 355462 h 663645"/>
                <a:gd name="connsiteX17" fmla="*/ 259661 w 684569"/>
                <a:gd name="connsiteY17" fmla="*/ 355462 h 663645"/>
                <a:gd name="connsiteX18" fmla="*/ 45244 w 684569"/>
                <a:gd name="connsiteY18" fmla="*/ 45160 h 663645"/>
                <a:gd name="connsiteX19" fmla="*/ 45244 w 684569"/>
                <a:gd name="connsiteY19" fmla="*/ 69915 h 663645"/>
                <a:gd name="connsiteX20" fmla="*/ 45244 w 684569"/>
                <a:gd name="connsiteY20" fmla="*/ 310254 h 663645"/>
                <a:gd name="connsiteX21" fmla="*/ 132648 w 684569"/>
                <a:gd name="connsiteY21" fmla="*/ 310254 h 663645"/>
                <a:gd name="connsiteX22" fmla="*/ 132584 w 684569"/>
                <a:gd name="connsiteY22" fmla="*/ 358309 h 663645"/>
                <a:gd name="connsiteX23" fmla="*/ 146309 w 684569"/>
                <a:gd name="connsiteY23" fmla="*/ 390912 h 663645"/>
                <a:gd name="connsiteX24" fmla="*/ 201060 w 684569"/>
                <a:gd name="connsiteY24" fmla="*/ 389223 h 663645"/>
                <a:gd name="connsiteX25" fmla="*/ 214146 w 684569"/>
                <a:gd name="connsiteY25" fmla="*/ 355239 h 663645"/>
                <a:gd name="connsiteX26" fmla="*/ 214170 w 684569"/>
                <a:gd name="connsiteY26" fmla="*/ 314486 h 663645"/>
                <a:gd name="connsiteX27" fmla="*/ 214439 w 684569"/>
                <a:gd name="connsiteY27" fmla="*/ 309819 h 663645"/>
                <a:gd name="connsiteX28" fmla="*/ 315925 w 684569"/>
                <a:gd name="connsiteY28" fmla="*/ 309819 h 663645"/>
                <a:gd name="connsiteX29" fmla="*/ 315925 w 684569"/>
                <a:gd name="connsiteY29" fmla="*/ 257111 h 663645"/>
                <a:gd name="connsiteX30" fmla="*/ 218242 w 684569"/>
                <a:gd name="connsiteY30" fmla="*/ 174612 h 663645"/>
                <a:gd name="connsiteX31" fmla="*/ 236990 w 684569"/>
                <a:gd name="connsiteY31" fmla="*/ 118018 h 663645"/>
                <a:gd name="connsiteX32" fmla="*/ 316032 w 684569"/>
                <a:gd name="connsiteY32" fmla="*/ 86363 h 663645"/>
                <a:gd name="connsiteX33" fmla="*/ 316032 w 684569"/>
                <a:gd name="connsiteY33" fmla="*/ 45160 h 663645"/>
                <a:gd name="connsiteX34" fmla="*/ 45244 w 684569"/>
                <a:gd name="connsiteY34" fmla="*/ 45160 h 663645"/>
                <a:gd name="connsiteX35" fmla="*/ 70 w 684569"/>
                <a:gd name="connsiteY35" fmla="*/ 0 h 663645"/>
                <a:gd name="connsiteX36" fmla="*/ 361192 w 684569"/>
                <a:gd name="connsiteY36" fmla="*/ 0 h 663645"/>
                <a:gd name="connsiteX37" fmla="*/ 361192 w 684569"/>
                <a:gd name="connsiteY37" fmla="*/ 131294 h 663645"/>
                <a:gd name="connsiteX38" fmla="*/ 333760 w 684569"/>
                <a:gd name="connsiteY38" fmla="*/ 131294 h 663645"/>
                <a:gd name="connsiteX39" fmla="*/ 303319 w 684569"/>
                <a:gd name="connsiteY39" fmla="*/ 131336 h 663645"/>
                <a:gd name="connsiteX40" fmla="*/ 264091 w 684569"/>
                <a:gd name="connsiteY40" fmla="*/ 166488 h 663645"/>
                <a:gd name="connsiteX41" fmla="*/ 299569 w 684569"/>
                <a:gd name="connsiteY41" fmla="*/ 210625 h 663645"/>
                <a:gd name="connsiteX42" fmla="*/ 355295 w 684569"/>
                <a:gd name="connsiteY42" fmla="*/ 211819 h 663645"/>
                <a:gd name="connsiteX43" fmla="*/ 361467 w 684569"/>
                <a:gd name="connsiteY43" fmla="*/ 211823 h 663645"/>
                <a:gd name="connsiteX44" fmla="*/ 361467 w 684569"/>
                <a:gd name="connsiteY44" fmla="*/ 260736 h 663645"/>
                <a:gd name="connsiteX45" fmla="*/ 361467 w 684569"/>
                <a:gd name="connsiteY45" fmla="*/ 309675 h 663645"/>
                <a:gd name="connsiteX46" fmla="*/ 421452 w 684569"/>
                <a:gd name="connsiteY46" fmla="*/ 309675 h 663645"/>
                <a:gd name="connsiteX47" fmla="*/ 449135 w 684569"/>
                <a:gd name="connsiteY47" fmla="*/ 236897 h 663645"/>
                <a:gd name="connsiteX48" fmla="*/ 508578 w 684569"/>
                <a:gd name="connsiteY48" fmla="*/ 213044 h 663645"/>
                <a:gd name="connsiteX49" fmla="*/ 593414 w 684569"/>
                <a:gd name="connsiteY49" fmla="*/ 308842 h 663645"/>
                <a:gd name="connsiteX50" fmla="*/ 684569 w 684569"/>
                <a:gd name="connsiteY50" fmla="*/ 308842 h 663645"/>
                <a:gd name="connsiteX51" fmla="*/ 684238 w 684569"/>
                <a:gd name="connsiteY51" fmla="*/ 579193 h 663645"/>
                <a:gd name="connsiteX52" fmla="*/ 639335 w 684569"/>
                <a:gd name="connsiteY52" fmla="*/ 579193 h 663645"/>
                <a:gd name="connsiteX53" fmla="*/ 639377 w 684569"/>
                <a:gd name="connsiteY53" fmla="*/ 354222 h 663645"/>
                <a:gd name="connsiteX54" fmla="*/ 593703 w 684569"/>
                <a:gd name="connsiteY54" fmla="*/ 354222 h 663645"/>
                <a:gd name="connsiteX55" fmla="*/ 548059 w 684569"/>
                <a:gd name="connsiteY55" fmla="*/ 354222 h 663645"/>
                <a:gd name="connsiteX56" fmla="*/ 548017 w 684569"/>
                <a:gd name="connsiteY56" fmla="*/ 301318 h 663645"/>
                <a:gd name="connsiteX57" fmla="*/ 547118 w 684569"/>
                <a:gd name="connsiteY57" fmla="*/ 293215 h 663645"/>
                <a:gd name="connsiteX58" fmla="*/ 503286 w 684569"/>
                <a:gd name="connsiteY58" fmla="*/ 258793 h 663645"/>
                <a:gd name="connsiteX59" fmla="*/ 467781 w 684569"/>
                <a:gd name="connsiteY59" fmla="*/ 291929 h 663645"/>
                <a:gd name="connsiteX60" fmla="*/ 466577 w 684569"/>
                <a:gd name="connsiteY60" fmla="*/ 328468 h 663645"/>
                <a:gd name="connsiteX61" fmla="*/ 466548 w 684569"/>
                <a:gd name="connsiteY61" fmla="*/ 355204 h 663645"/>
                <a:gd name="connsiteX62" fmla="*/ 413668 w 684569"/>
                <a:gd name="connsiteY62" fmla="*/ 355204 h 663645"/>
                <a:gd name="connsiteX63" fmla="*/ 360774 w 684569"/>
                <a:gd name="connsiteY63" fmla="*/ 355204 h 663645"/>
                <a:gd name="connsiteX64" fmla="*/ 360774 w 684569"/>
                <a:gd name="connsiteY64" fmla="*/ 401083 h 663645"/>
                <a:gd name="connsiteX65" fmla="*/ 457582 w 684569"/>
                <a:gd name="connsiteY65" fmla="*/ 476929 h 663645"/>
                <a:gd name="connsiteX66" fmla="*/ 434289 w 684569"/>
                <a:gd name="connsiteY66" fmla="*/ 546775 h 663645"/>
                <a:gd name="connsiteX67" fmla="*/ 360789 w 684569"/>
                <a:gd name="connsiteY67" fmla="*/ 573054 h 663645"/>
                <a:gd name="connsiteX68" fmla="*/ 360789 w 684569"/>
                <a:gd name="connsiteY68" fmla="*/ 618360 h 663645"/>
                <a:gd name="connsiteX69" fmla="*/ 600260 w 684569"/>
                <a:gd name="connsiteY69" fmla="*/ 618774 h 663645"/>
                <a:gd name="connsiteX70" fmla="*/ 600260 w 684569"/>
                <a:gd name="connsiteY70" fmla="*/ 663604 h 663645"/>
                <a:gd name="connsiteX71" fmla="*/ 205309 w 684569"/>
                <a:gd name="connsiteY71" fmla="*/ 663572 h 663645"/>
                <a:gd name="connsiteX72" fmla="*/ 22164 w 684569"/>
                <a:gd name="connsiteY72" fmla="*/ 663645 h 663645"/>
                <a:gd name="connsiteX73" fmla="*/ 0 w 684569"/>
                <a:gd name="connsiteY73" fmla="*/ 641487 h 663645"/>
                <a:gd name="connsiteX74" fmla="*/ 70 w 684569"/>
                <a:gd name="connsiteY74" fmla="*/ 5635 h 663645"/>
                <a:gd name="connsiteX75" fmla="*/ 70 w 684569"/>
                <a:gd name="connsiteY75" fmla="*/ 0 h 6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4569" h="663645">
                  <a:moveTo>
                    <a:pt x="259661" y="355462"/>
                  </a:moveTo>
                  <a:cubicBezTo>
                    <a:pt x="257794" y="412868"/>
                    <a:pt x="218054" y="443457"/>
                    <a:pt x="180676" y="446450"/>
                  </a:cubicBezTo>
                  <a:cubicBezTo>
                    <a:pt x="156237" y="448407"/>
                    <a:pt x="134128" y="441510"/>
                    <a:pt x="115850" y="425091"/>
                  </a:cubicBezTo>
                  <a:cubicBezTo>
                    <a:pt x="95347" y="406671"/>
                    <a:pt x="86288" y="382963"/>
                    <a:pt x="87413" y="355519"/>
                  </a:cubicBezTo>
                  <a:cubicBezTo>
                    <a:pt x="73088" y="355519"/>
                    <a:pt x="59281" y="355519"/>
                    <a:pt x="45559" y="355519"/>
                  </a:cubicBezTo>
                  <a:cubicBezTo>
                    <a:pt x="45559" y="443278"/>
                    <a:pt x="45559" y="530720"/>
                    <a:pt x="45559" y="618396"/>
                  </a:cubicBezTo>
                  <a:cubicBezTo>
                    <a:pt x="121774" y="618396"/>
                    <a:pt x="197674" y="618396"/>
                    <a:pt x="274555" y="618396"/>
                  </a:cubicBezTo>
                  <a:cubicBezTo>
                    <a:pt x="288065" y="618396"/>
                    <a:pt x="301574" y="618396"/>
                    <a:pt x="315527" y="618396"/>
                  </a:cubicBezTo>
                  <a:cubicBezTo>
                    <a:pt x="315527" y="587926"/>
                    <a:pt x="315527" y="558080"/>
                    <a:pt x="315527" y="528047"/>
                  </a:cubicBezTo>
                  <a:cubicBezTo>
                    <a:pt x="333311" y="528047"/>
                    <a:pt x="350643" y="527863"/>
                    <a:pt x="367969" y="528114"/>
                  </a:cubicBezTo>
                  <a:cubicBezTo>
                    <a:pt x="378766" y="528270"/>
                    <a:pt x="388362" y="525245"/>
                    <a:pt x="397163" y="519157"/>
                  </a:cubicBezTo>
                  <a:cubicBezTo>
                    <a:pt x="408186" y="511532"/>
                    <a:pt x="415780" y="492579"/>
                    <a:pt x="412316" y="479636"/>
                  </a:cubicBezTo>
                  <a:cubicBezTo>
                    <a:pt x="408364" y="464869"/>
                    <a:pt x="398954" y="454574"/>
                    <a:pt x="384485" y="449639"/>
                  </a:cubicBezTo>
                  <a:cubicBezTo>
                    <a:pt x="378844" y="447714"/>
                    <a:pt x="372629" y="446807"/>
                    <a:pt x="366648" y="446671"/>
                  </a:cubicBezTo>
                  <a:cubicBezTo>
                    <a:pt x="349686" y="446285"/>
                    <a:pt x="332710" y="446536"/>
                    <a:pt x="315311" y="446536"/>
                  </a:cubicBezTo>
                  <a:cubicBezTo>
                    <a:pt x="315311" y="431099"/>
                    <a:pt x="315311" y="416092"/>
                    <a:pt x="315311" y="401084"/>
                  </a:cubicBezTo>
                  <a:cubicBezTo>
                    <a:pt x="315311" y="385919"/>
                    <a:pt x="315311" y="370753"/>
                    <a:pt x="315311" y="355462"/>
                  </a:cubicBezTo>
                  <a:cubicBezTo>
                    <a:pt x="296440" y="355462"/>
                    <a:pt x="278046" y="355462"/>
                    <a:pt x="259661" y="355462"/>
                  </a:cubicBezTo>
                  <a:close/>
                  <a:moveTo>
                    <a:pt x="45244" y="45160"/>
                  </a:moveTo>
                  <a:cubicBezTo>
                    <a:pt x="45244" y="53274"/>
                    <a:pt x="45244" y="61103"/>
                    <a:pt x="45244" y="69915"/>
                  </a:cubicBezTo>
                  <a:cubicBezTo>
                    <a:pt x="45244" y="149874"/>
                    <a:pt x="45244" y="229834"/>
                    <a:pt x="45244" y="310254"/>
                  </a:cubicBezTo>
                  <a:cubicBezTo>
                    <a:pt x="74738" y="310254"/>
                    <a:pt x="103608" y="310254"/>
                    <a:pt x="132648" y="310254"/>
                  </a:cubicBezTo>
                  <a:cubicBezTo>
                    <a:pt x="132648" y="326581"/>
                    <a:pt x="132852" y="342449"/>
                    <a:pt x="132584" y="358309"/>
                  </a:cubicBezTo>
                  <a:cubicBezTo>
                    <a:pt x="132364" y="371313"/>
                    <a:pt x="136662" y="382267"/>
                    <a:pt x="146309" y="390912"/>
                  </a:cubicBezTo>
                  <a:cubicBezTo>
                    <a:pt x="163123" y="405981"/>
                    <a:pt x="185663" y="404850"/>
                    <a:pt x="201060" y="389223"/>
                  </a:cubicBezTo>
                  <a:cubicBezTo>
                    <a:pt x="210154" y="379994"/>
                    <a:pt x="214091" y="368208"/>
                    <a:pt x="214146" y="355239"/>
                  </a:cubicBezTo>
                  <a:cubicBezTo>
                    <a:pt x="214203" y="341655"/>
                    <a:pt x="214151" y="328070"/>
                    <a:pt x="214170" y="314486"/>
                  </a:cubicBezTo>
                  <a:cubicBezTo>
                    <a:pt x="214172" y="313076"/>
                    <a:pt x="214328" y="311666"/>
                    <a:pt x="214439" y="309819"/>
                  </a:cubicBezTo>
                  <a:cubicBezTo>
                    <a:pt x="248548" y="309819"/>
                    <a:pt x="282328" y="309819"/>
                    <a:pt x="315925" y="309819"/>
                  </a:cubicBezTo>
                  <a:cubicBezTo>
                    <a:pt x="315925" y="291942"/>
                    <a:pt x="315925" y="274530"/>
                    <a:pt x="315925" y="257111"/>
                  </a:cubicBezTo>
                  <a:cubicBezTo>
                    <a:pt x="255367" y="259504"/>
                    <a:pt x="220419" y="218403"/>
                    <a:pt x="218242" y="174612"/>
                  </a:cubicBezTo>
                  <a:cubicBezTo>
                    <a:pt x="217199" y="153635"/>
                    <a:pt x="223629" y="134258"/>
                    <a:pt x="236990" y="118018"/>
                  </a:cubicBezTo>
                  <a:cubicBezTo>
                    <a:pt x="257326" y="93298"/>
                    <a:pt x="284351" y="83687"/>
                    <a:pt x="316032" y="86363"/>
                  </a:cubicBezTo>
                  <a:cubicBezTo>
                    <a:pt x="316032" y="72178"/>
                    <a:pt x="316032" y="58696"/>
                    <a:pt x="316032" y="45160"/>
                  </a:cubicBezTo>
                  <a:cubicBezTo>
                    <a:pt x="225692" y="45160"/>
                    <a:pt x="135613" y="45160"/>
                    <a:pt x="45244" y="45160"/>
                  </a:cubicBezTo>
                  <a:close/>
                  <a:moveTo>
                    <a:pt x="70" y="0"/>
                  </a:moveTo>
                  <a:cubicBezTo>
                    <a:pt x="120525" y="0"/>
                    <a:pt x="240720" y="0"/>
                    <a:pt x="361192" y="0"/>
                  </a:cubicBezTo>
                  <a:cubicBezTo>
                    <a:pt x="361192" y="43608"/>
                    <a:pt x="361192" y="87206"/>
                    <a:pt x="361192" y="131294"/>
                  </a:cubicBezTo>
                  <a:cubicBezTo>
                    <a:pt x="351986" y="131294"/>
                    <a:pt x="342873" y="131294"/>
                    <a:pt x="333760" y="131294"/>
                  </a:cubicBezTo>
                  <a:cubicBezTo>
                    <a:pt x="323613" y="131294"/>
                    <a:pt x="313461" y="131097"/>
                    <a:pt x="303319" y="131336"/>
                  </a:cubicBezTo>
                  <a:cubicBezTo>
                    <a:pt x="283708" y="131797"/>
                    <a:pt x="266529" y="146927"/>
                    <a:pt x="264091" y="166488"/>
                  </a:cubicBezTo>
                  <a:cubicBezTo>
                    <a:pt x="261185" y="189797"/>
                    <a:pt x="279620" y="209157"/>
                    <a:pt x="299569" y="210625"/>
                  </a:cubicBezTo>
                  <a:cubicBezTo>
                    <a:pt x="318074" y="211987"/>
                    <a:pt x="336714" y="211500"/>
                    <a:pt x="355295" y="211819"/>
                  </a:cubicBezTo>
                  <a:cubicBezTo>
                    <a:pt x="357213" y="211851"/>
                    <a:pt x="359132" y="211823"/>
                    <a:pt x="361467" y="211823"/>
                  </a:cubicBezTo>
                  <a:cubicBezTo>
                    <a:pt x="361467" y="228419"/>
                    <a:pt x="361467" y="244577"/>
                    <a:pt x="361467" y="260736"/>
                  </a:cubicBezTo>
                  <a:cubicBezTo>
                    <a:pt x="361467" y="276931"/>
                    <a:pt x="361467" y="293126"/>
                    <a:pt x="361467" y="309675"/>
                  </a:cubicBezTo>
                  <a:cubicBezTo>
                    <a:pt x="381320" y="309675"/>
                    <a:pt x="401023" y="309675"/>
                    <a:pt x="421452" y="309675"/>
                  </a:cubicBezTo>
                  <a:cubicBezTo>
                    <a:pt x="419585" y="281369"/>
                    <a:pt x="428724" y="256649"/>
                    <a:pt x="449135" y="236897"/>
                  </a:cubicBezTo>
                  <a:cubicBezTo>
                    <a:pt x="465477" y="221082"/>
                    <a:pt x="485796" y="212279"/>
                    <a:pt x="508578" y="213044"/>
                  </a:cubicBezTo>
                  <a:cubicBezTo>
                    <a:pt x="556391" y="214651"/>
                    <a:pt x="595342" y="250325"/>
                    <a:pt x="593414" y="308842"/>
                  </a:cubicBezTo>
                  <a:cubicBezTo>
                    <a:pt x="623602" y="308842"/>
                    <a:pt x="653782" y="308842"/>
                    <a:pt x="684569" y="308842"/>
                  </a:cubicBezTo>
                  <a:lnTo>
                    <a:pt x="684238" y="579193"/>
                  </a:lnTo>
                  <a:lnTo>
                    <a:pt x="639335" y="579193"/>
                  </a:lnTo>
                  <a:lnTo>
                    <a:pt x="639377" y="354222"/>
                  </a:lnTo>
                  <a:cubicBezTo>
                    <a:pt x="623764" y="354222"/>
                    <a:pt x="608733" y="354222"/>
                    <a:pt x="593703" y="354222"/>
                  </a:cubicBezTo>
                  <a:cubicBezTo>
                    <a:pt x="578613" y="354222"/>
                    <a:pt x="563523" y="354222"/>
                    <a:pt x="548059" y="354222"/>
                  </a:cubicBezTo>
                  <a:cubicBezTo>
                    <a:pt x="548059" y="336915"/>
                    <a:pt x="548098" y="319116"/>
                    <a:pt x="548017" y="301318"/>
                  </a:cubicBezTo>
                  <a:cubicBezTo>
                    <a:pt x="548004" y="298616"/>
                    <a:pt x="547421" y="295917"/>
                    <a:pt x="547118" y="293215"/>
                  </a:cubicBezTo>
                  <a:cubicBezTo>
                    <a:pt x="544890" y="273336"/>
                    <a:pt x="525124" y="256553"/>
                    <a:pt x="503286" y="258793"/>
                  </a:cubicBezTo>
                  <a:cubicBezTo>
                    <a:pt x="485592" y="260608"/>
                    <a:pt x="470035" y="275207"/>
                    <a:pt x="467781" y="291929"/>
                  </a:cubicBezTo>
                  <a:cubicBezTo>
                    <a:pt x="466162" y="303946"/>
                    <a:pt x="466787" y="316275"/>
                    <a:pt x="466577" y="328468"/>
                  </a:cubicBezTo>
                  <a:cubicBezTo>
                    <a:pt x="466426" y="337251"/>
                    <a:pt x="466548" y="346038"/>
                    <a:pt x="466548" y="355204"/>
                  </a:cubicBezTo>
                  <a:cubicBezTo>
                    <a:pt x="448605" y="355204"/>
                    <a:pt x="431137" y="355204"/>
                    <a:pt x="413668" y="355204"/>
                  </a:cubicBezTo>
                  <a:cubicBezTo>
                    <a:pt x="396053" y="355204"/>
                    <a:pt x="378439" y="355204"/>
                    <a:pt x="360774" y="355204"/>
                  </a:cubicBezTo>
                  <a:cubicBezTo>
                    <a:pt x="360774" y="370843"/>
                    <a:pt x="360774" y="385960"/>
                    <a:pt x="360774" y="401083"/>
                  </a:cubicBezTo>
                  <a:cubicBezTo>
                    <a:pt x="423301" y="399161"/>
                    <a:pt x="454002" y="442795"/>
                    <a:pt x="457582" y="476929"/>
                  </a:cubicBezTo>
                  <a:cubicBezTo>
                    <a:pt x="460369" y="503493"/>
                    <a:pt x="453132" y="527532"/>
                    <a:pt x="434289" y="546775"/>
                  </a:cubicBezTo>
                  <a:cubicBezTo>
                    <a:pt x="414306" y="567181"/>
                    <a:pt x="389128" y="575194"/>
                    <a:pt x="360789" y="573054"/>
                  </a:cubicBezTo>
                  <a:cubicBezTo>
                    <a:pt x="360789" y="588563"/>
                    <a:pt x="360789" y="603353"/>
                    <a:pt x="360789" y="618360"/>
                  </a:cubicBezTo>
                  <a:lnTo>
                    <a:pt x="600260" y="618774"/>
                  </a:lnTo>
                  <a:lnTo>
                    <a:pt x="600260" y="663604"/>
                  </a:lnTo>
                  <a:lnTo>
                    <a:pt x="205309" y="663572"/>
                  </a:lnTo>
                  <a:cubicBezTo>
                    <a:pt x="144260" y="663568"/>
                    <a:pt x="83212" y="663484"/>
                    <a:pt x="22164" y="663645"/>
                  </a:cubicBezTo>
                  <a:cubicBezTo>
                    <a:pt x="10144" y="663677"/>
                    <a:pt x="-5" y="653493"/>
                    <a:pt x="0" y="641487"/>
                  </a:cubicBezTo>
                  <a:cubicBezTo>
                    <a:pt x="96" y="429537"/>
                    <a:pt x="70" y="217585"/>
                    <a:pt x="70" y="5635"/>
                  </a:cubicBezTo>
                  <a:cubicBezTo>
                    <a:pt x="70" y="3856"/>
                    <a:pt x="70" y="2078"/>
                    <a:pt x="70" y="0"/>
                  </a:cubicBezTo>
                  <a:close/>
                </a:path>
              </a:pathLst>
            </a:custGeom>
            <a:grpFill/>
            <a:ln w="6350" cap="flat">
              <a:noFill/>
              <a:prstDash val="solid"/>
              <a:miter/>
            </a:ln>
          </p:spPr>
          <p:txBody>
            <a:bodyPr wrap="square" rtlCol="0" anchor="ctr">
              <a:noAutofit/>
            </a:bodyPr>
            <a:lstStyle/>
            <a:p>
              <a:endParaRPr lang="en-US" dirty="0"/>
            </a:p>
          </p:txBody>
        </p:sp>
        <p:sp>
          <p:nvSpPr>
            <p:cNvPr id="2079" name="Freeform: Shape 2078">
              <a:extLst>
                <a:ext uri="{FF2B5EF4-FFF2-40B4-BE49-F238E27FC236}">
                  <a16:creationId xmlns:a16="http://schemas.microsoft.com/office/drawing/2014/main" id="{A85FE814-C63B-B0AC-942F-48DFBFCAD8A0}"/>
                </a:ext>
                <a:ext uri="{C183D7F6-B498-43B3-948B-1728B52AA6E4}">
                  <adec:decorative xmlns:adec="http://schemas.microsoft.com/office/drawing/2017/decorative" val="1"/>
                </a:ext>
              </a:extLst>
            </p:cNvPr>
            <p:cNvSpPr/>
            <p:nvPr/>
          </p:nvSpPr>
          <p:spPr>
            <a:xfrm>
              <a:off x="10844885" y="3636615"/>
              <a:ext cx="159814" cy="457200"/>
            </a:xfrm>
            <a:custGeom>
              <a:avLst/>
              <a:gdLst>
                <a:gd name="connsiteX0" fmla="*/ 1283394 w 2397214"/>
                <a:gd name="connsiteY0" fmla="*/ 6310520 h 6857998"/>
                <a:gd name="connsiteX1" fmla="*/ 1830872 w 2397214"/>
                <a:gd name="connsiteY1" fmla="*/ 6310520 h 6857998"/>
                <a:gd name="connsiteX2" fmla="*/ 1830872 w 2397214"/>
                <a:gd name="connsiteY2" fmla="*/ 6857998 h 6857998"/>
                <a:gd name="connsiteX3" fmla="*/ 1283394 w 2397214"/>
                <a:gd name="connsiteY3" fmla="*/ 6857998 h 6857998"/>
                <a:gd name="connsiteX4" fmla="*/ 1169669 w 2397214"/>
                <a:gd name="connsiteY4" fmla="*/ 2177238 h 6857998"/>
                <a:gd name="connsiteX5" fmla="*/ 1011393 w 2397214"/>
                <a:gd name="connsiteY5" fmla="*/ 2271751 h 6857998"/>
                <a:gd name="connsiteX6" fmla="*/ 1008054 w 2397214"/>
                <a:gd name="connsiteY6" fmla="*/ 2639995 h 6857998"/>
                <a:gd name="connsiteX7" fmla="*/ 1194815 w 2397214"/>
                <a:gd name="connsiteY7" fmla="*/ 2744177 h 6857998"/>
                <a:gd name="connsiteX8" fmla="*/ 1333170 w 2397214"/>
                <a:gd name="connsiteY8" fmla="*/ 2620983 h 6857998"/>
                <a:gd name="connsiteX9" fmla="*/ 1341428 w 2397214"/>
                <a:gd name="connsiteY9" fmla="*/ 2327434 h 6857998"/>
                <a:gd name="connsiteX10" fmla="*/ 1318353 w 2397214"/>
                <a:gd name="connsiteY10" fmla="*/ 2272556 h 6857998"/>
                <a:gd name="connsiteX11" fmla="*/ 1169669 w 2397214"/>
                <a:gd name="connsiteY11" fmla="*/ 2177238 h 6857998"/>
                <a:gd name="connsiteX12" fmla="*/ 583029 w 2397214"/>
                <a:gd name="connsiteY12" fmla="*/ 2107369 h 6857998"/>
                <a:gd name="connsiteX13" fmla="*/ 778872 w 2397214"/>
                <a:gd name="connsiteY13" fmla="*/ 2107369 h 6857998"/>
                <a:gd name="connsiteX14" fmla="*/ 778872 w 2397214"/>
                <a:gd name="connsiteY14" fmla="*/ 2814250 h 6857998"/>
                <a:gd name="connsiteX15" fmla="*/ 684977 w 2397214"/>
                <a:gd name="connsiteY15" fmla="*/ 2814250 h 6857998"/>
                <a:gd name="connsiteX16" fmla="*/ 684977 w 2397214"/>
                <a:gd name="connsiteY16" fmla="*/ 2404214 h 6857998"/>
                <a:gd name="connsiteX17" fmla="*/ 684977 w 2397214"/>
                <a:gd name="connsiteY17" fmla="*/ 2187212 h 6857998"/>
                <a:gd name="connsiteX18" fmla="*/ 583029 w 2397214"/>
                <a:gd name="connsiteY18" fmla="*/ 2187212 h 6857998"/>
                <a:gd name="connsiteX19" fmla="*/ 583029 w 2397214"/>
                <a:gd name="connsiteY19" fmla="*/ 2107369 h 6857998"/>
                <a:gd name="connsiteX20" fmla="*/ 1513288 w 2397214"/>
                <a:gd name="connsiteY20" fmla="*/ 2107368 h 6857998"/>
                <a:gd name="connsiteX21" fmla="*/ 1701033 w 2397214"/>
                <a:gd name="connsiteY21" fmla="*/ 2107368 h 6857998"/>
                <a:gd name="connsiteX22" fmla="*/ 1701033 w 2397214"/>
                <a:gd name="connsiteY22" fmla="*/ 2814250 h 6857998"/>
                <a:gd name="connsiteX23" fmla="*/ 1615230 w 2397214"/>
                <a:gd name="connsiteY23" fmla="*/ 2814250 h 6857998"/>
                <a:gd name="connsiteX24" fmla="*/ 1615230 w 2397214"/>
                <a:gd name="connsiteY24" fmla="*/ 2452746 h 6857998"/>
                <a:gd name="connsiteX25" fmla="*/ 1615230 w 2397214"/>
                <a:gd name="connsiteY25" fmla="*/ 2187220 h 6857998"/>
                <a:gd name="connsiteX26" fmla="*/ 1513288 w 2397214"/>
                <a:gd name="connsiteY26" fmla="*/ 2187220 h 6857998"/>
                <a:gd name="connsiteX27" fmla="*/ 1513288 w 2397214"/>
                <a:gd name="connsiteY27" fmla="*/ 2107368 h 6857998"/>
                <a:gd name="connsiteX28" fmla="*/ 0 w 2397214"/>
                <a:gd name="connsiteY28" fmla="*/ 2104914 h 6857998"/>
                <a:gd name="connsiteX29" fmla="*/ 118465 w 2397214"/>
                <a:gd name="connsiteY29" fmla="*/ 2104914 h 6857998"/>
                <a:gd name="connsiteX30" fmla="*/ 196996 w 2397214"/>
                <a:gd name="connsiteY30" fmla="*/ 2104914 h 6857998"/>
                <a:gd name="connsiteX31" fmla="*/ 196996 w 2397214"/>
                <a:gd name="connsiteY31" fmla="*/ 2813376 h 6857998"/>
                <a:gd name="connsiteX32" fmla="*/ 104190 w 2397214"/>
                <a:gd name="connsiteY32" fmla="*/ 2813376 h 6857998"/>
                <a:gd name="connsiteX33" fmla="*/ 104190 w 2397214"/>
                <a:gd name="connsiteY33" fmla="*/ 2187488 h 6857998"/>
                <a:gd name="connsiteX34" fmla="*/ 0 w 2397214"/>
                <a:gd name="connsiteY34" fmla="*/ 2187488 h 6857998"/>
                <a:gd name="connsiteX35" fmla="*/ 0 w 2397214"/>
                <a:gd name="connsiteY35" fmla="*/ 2104914 h 6857998"/>
                <a:gd name="connsiteX36" fmla="*/ 290856 w 2397214"/>
                <a:gd name="connsiteY36" fmla="*/ 2102163 h 6857998"/>
                <a:gd name="connsiteX37" fmla="*/ 489843 w 2397214"/>
                <a:gd name="connsiteY37" fmla="*/ 2115830 h 6857998"/>
                <a:gd name="connsiteX38" fmla="*/ 490487 w 2397214"/>
                <a:gd name="connsiteY38" fmla="*/ 2813681 h 6857998"/>
                <a:gd name="connsiteX39" fmla="*/ 394767 w 2397214"/>
                <a:gd name="connsiteY39" fmla="*/ 2813681 h 6857998"/>
                <a:gd name="connsiteX40" fmla="*/ 394767 w 2397214"/>
                <a:gd name="connsiteY40" fmla="*/ 2186809 h 6857998"/>
                <a:gd name="connsiteX41" fmla="*/ 290856 w 2397214"/>
                <a:gd name="connsiteY41" fmla="*/ 2186809 h 6857998"/>
                <a:gd name="connsiteX42" fmla="*/ 290856 w 2397214"/>
                <a:gd name="connsiteY42" fmla="*/ 2102163 h 6857998"/>
                <a:gd name="connsiteX43" fmla="*/ 1215344 w 2397214"/>
                <a:gd name="connsiteY43" fmla="*/ 2093452 h 6857998"/>
                <a:gd name="connsiteX44" fmla="*/ 1446726 w 2397214"/>
                <a:gd name="connsiteY44" fmla="*/ 2366192 h 6857998"/>
                <a:gd name="connsiteX45" fmla="*/ 1428648 w 2397214"/>
                <a:gd name="connsiteY45" fmla="*/ 2634687 h 6857998"/>
                <a:gd name="connsiteX46" fmla="*/ 1149489 w 2397214"/>
                <a:gd name="connsiteY46" fmla="*/ 2832522 h 6857998"/>
                <a:gd name="connsiteX47" fmla="*/ 1080062 w 2397214"/>
                <a:gd name="connsiteY47" fmla="*/ 2819921 h 6857998"/>
                <a:gd name="connsiteX48" fmla="*/ 889340 w 2397214"/>
                <a:gd name="connsiteY48" fmla="*/ 2590204 h 6857998"/>
                <a:gd name="connsiteX49" fmla="*/ 911416 w 2397214"/>
                <a:gd name="connsiteY49" fmla="*/ 2263168 h 6857998"/>
                <a:gd name="connsiteX50" fmla="*/ 1215344 w 2397214"/>
                <a:gd name="connsiteY50" fmla="*/ 2093452 h 6857998"/>
                <a:gd name="connsiteX51" fmla="*/ 1213514 w 2397214"/>
                <a:gd name="connsiteY51" fmla="*/ 1128699 h 6857998"/>
                <a:gd name="connsiteX52" fmla="*/ 1149964 w 2397214"/>
                <a:gd name="connsiteY52" fmla="*/ 1143344 h 6857998"/>
                <a:gd name="connsiteX53" fmla="*/ 1040982 w 2397214"/>
                <a:gd name="connsiteY53" fmla="*/ 1293998 h 6857998"/>
                <a:gd name="connsiteX54" fmla="*/ 1033242 w 2397214"/>
                <a:gd name="connsiteY54" fmla="*/ 1473956 h 6857998"/>
                <a:gd name="connsiteX55" fmla="*/ 1084423 w 2397214"/>
                <a:gd name="connsiteY55" fmla="*/ 1633827 h 6857998"/>
                <a:gd name="connsiteX56" fmla="*/ 1359332 w 2397214"/>
                <a:gd name="connsiteY56" fmla="*/ 1627562 h 6857998"/>
                <a:gd name="connsiteX57" fmla="*/ 1370539 w 2397214"/>
                <a:gd name="connsiteY57" fmla="*/ 1219726 h 6857998"/>
                <a:gd name="connsiteX58" fmla="*/ 1213514 w 2397214"/>
                <a:gd name="connsiteY58" fmla="*/ 1128699 h 6857998"/>
                <a:gd name="connsiteX59" fmla="*/ 308430 w 2397214"/>
                <a:gd name="connsiteY59" fmla="*/ 1128279 h 6857998"/>
                <a:gd name="connsiteX60" fmla="*/ 147087 w 2397214"/>
                <a:gd name="connsiteY60" fmla="*/ 1209638 h 6857998"/>
                <a:gd name="connsiteX61" fmla="*/ 156134 w 2397214"/>
                <a:gd name="connsiteY61" fmla="*/ 1632491 h 6857998"/>
                <a:gd name="connsiteX62" fmla="*/ 428691 w 2397214"/>
                <a:gd name="connsiteY62" fmla="*/ 1632023 h 6857998"/>
                <a:gd name="connsiteX63" fmla="*/ 482849 w 2397214"/>
                <a:gd name="connsiteY63" fmla="*/ 1387393 h 6857998"/>
                <a:gd name="connsiteX64" fmla="*/ 378973 w 2397214"/>
                <a:gd name="connsiteY64" fmla="*/ 1150805 h 6857998"/>
                <a:gd name="connsiteX65" fmla="*/ 308430 w 2397214"/>
                <a:gd name="connsiteY65" fmla="*/ 1128279 h 6857998"/>
                <a:gd name="connsiteX66" fmla="*/ 1855897 w 2397214"/>
                <a:gd name="connsiteY66" fmla="*/ 1126164 h 6857998"/>
                <a:gd name="connsiteX67" fmla="*/ 1689069 w 2397214"/>
                <a:gd name="connsiteY67" fmla="*/ 1257821 h 6857998"/>
                <a:gd name="connsiteX68" fmla="*/ 1671070 w 2397214"/>
                <a:gd name="connsiteY68" fmla="*/ 1359029 h 6857998"/>
                <a:gd name="connsiteX69" fmla="*/ 1707902 w 2397214"/>
                <a:gd name="connsiteY69" fmla="*/ 1609935 h 6857998"/>
                <a:gd name="connsiteX70" fmla="*/ 1975195 w 2397214"/>
                <a:gd name="connsiteY70" fmla="*/ 1652587 h 6857998"/>
                <a:gd name="connsiteX71" fmla="*/ 2051253 w 2397214"/>
                <a:gd name="connsiteY71" fmla="*/ 1466414 h 6857998"/>
                <a:gd name="connsiteX72" fmla="*/ 2025682 w 2397214"/>
                <a:gd name="connsiteY72" fmla="*/ 1258048 h 6857998"/>
                <a:gd name="connsiteX73" fmla="*/ 1855897 w 2397214"/>
                <a:gd name="connsiteY73" fmla="*/ 1126164 h 6857998"/>
                <a:gd name="connsiteX74" fmla="*/ 827436 w 2397214"/>
                <a:gd name="connsiteY74" fmla="*/ 1061471 h 6857998"/>
                <a:gd name="connsiteX75" fmla="*/ 827436 w 2397214"/>
                <a:gd name="connsiteY75" fmla="*/ 1762759 h 6857998"/>
                <a:gd name="connsiteX76" fmla="*/ 742704 w 2397214"/>
                <a:gd name="connsiteY76" fmla="*/ 1762759 h 6857998"/>
                <a:gd name="connsiteX77" fmla="*/ 742704 w 2397214"/>
                <a:gd name="connsiteY77" fmla="*/ 1143376 h 6857998"/>
                <a:gd name="connsiteX78" fmla="*/ 629864 w 2397214"/>
                <a:gd name="connsiteY78" fmla="*/ 1143376 h 6857998"/>
                <a:gd name="connsiteX79" fmla="*/ 655097 w 2397214"/>
                <a:gd name="connsiteY79" fmla="*/ 1061600 h 6857998"/>
                <a:gd name="connsiteX80" fmla="*/ 827436 w 2397214"/>
                <a:gd name="connsiteY80" fmla="*/ 1061471 h 6857998"/>
                <a:gd name="connsiteX81" fmla="*/ 2200308 w 2397214"/>
                <a:gd name="connsiteY81" fmla="*/ 1061405 h 6857998"/>
                <a:gd name="connsiteX82" fmla="*/ 2326687 w 2397214"/>
                <a:gd name="connsiteY82" fmla="*/ 1061405 h 6857998"/>
                <a:gd name="connsiteX83" fmla="*/ 2397214 w 2397214"/>
                <a:gd name="connsiteY83" fmla="*/ 1061405 h 6857998"/>
                <a:gd name="connsiteX84" fmla="*/ 2397214 w 2397214"/>
                <a:gd name="connsiteY84" fmla="*/ 1761728 h 6857998"/>
                <a:gd name="connsiteX85" fmla="*/ 2312638 w 2397214"/>
                <a:gd name="connsiteY85" fmla="*/ 1761728 h 6857998"/>
                <a:gd name="connsiteX86" fmla="*/ 2312638 w 2397214"/>
                <a:gd name="connsiteY86" fmla="*/ 1144066 h 6857998"/>
                <a:gd name="connsiteX87" fmla="*/ 2200308 w 2397214"/>
                <a:gd name="connsiteY87" fmla="*/ 1144066 h 6857998"/>
                <a:gd name="connsiteX88" fmla="*/ 2200308 w 2397214"/>
                <a:gd name="connsiteY88" fmla="*/ 1061405 h 6857998"/>
                <a:gd name="connsiteX89" fmla="*/ 1263692 w 2397214"/>
                <a:gd name="connsiteY89" fmla="*/ 1046124 h 6857998"/>
                <a:gd name="connsiteX90" fmla="*/ 1476495 w 2397214"/>
                <a:gd name="connsiteY90" fmla="*/ 1219515 h 6857998"/>
                <a:gd name="connsiteX91" fmla="*/ 1477322 w 2397214"/>
                <a:gd name="connsiteY91" fmla="*/ 1606194 h 6857998"/>
                <a:gd name="connsiteX92" fmla="*/ 1233496 w 2397214"/>
                <a:gd name="connsiteY92" fmla="*/ 1783346 h 6857998"/>
                <a:gd name="connsiteX93" fmla="*/ 989995 w 2397214"/>
                <a:gd name="connsiteY93" fmla="*/ 1661450 h 6857998"/>
                <a:gd name="connsiteX94" fmla="*/ 984225 w 2397214"/>
                <a:gd name="connsiteY94" fmla="*/ 1185429 h 6857998"/>
                <a:gd name="connsiteX95" fmla="*/ 1263692 w 2397214"/>
                <a:gd name="connsiteY95" fmla="*/ 1046124 h 6857998"/>
                <a:gd name="connsiteX96" fmla="*/ 284591 w 2397214"/>
                <a:gd name="connsiteY96" fmla="*/ 1043953 h 6857998"/>
                <a:gd name="connsiteX97" fmla="*/ 386295 w 2397214"/>
                <a:gd name="connsiteY97" fmla="*/ 1057875 h 6857998"/>
                <a:gd name="connsiteX98" fmla="*/ 422491 w 2397214"/>
                <a:gd name="connsiteY98" fmla="*/ 1071397 h 6857998"/>
                <a:gd name="connsiteX99" fmla="*/ 571034 w 2397214"/>
                <a:gd name="connsiteY99" fmla="*/ 1302490 h 6857998"/>
                <a:gd name="connsiteX100" fmla="*/ 555344 w 2397214"/>
                <a:gd name="connsiteY100" fmla="*/ 1586826 h 6857998"/>
                <a:gd name="connsiteX101" fmla="*/ 309346 w 2397214"/>
                <a:gd name="connsiteY101" fmla="*/ 1783023 h 6857998"/>
                <a:gd name="connsiteX102" fmla="*/ 59868 w 2397214"/>
                <a:gd name="connsiteY102" fmla="*/ 1658503 h 6857998"/>
                <a:gd name="connsiteX103" fmla="*/ 9349 w 2397214"/>
                <a:gd name="connsiteY103" fmla="*/ 1493383 h 6857998"/>
                <a:gd name="connsiteX104" fmla="*/ 43800 w 2397214"/>
                <a:gd name="connsiteY104" fmla="*/ 1203512 h 6857998"/>
                <a:gd name="connsiteX105" fmla="*/ 284591 w 2397214"/>
                <a:gd name="connsiteY105" fmla="*/ 1043953 h 6857998"/>
                <a:gd name="connsiteX106" fmla="*/ 1891010 w 2397214"/>
                <a:gd name="connsiteY106" fmla="*/ 1043634 h 6857998"/>
                <a:gd name="connsiteX107" fmla="*/ 2077827 w 2397214"/>
                <a:gd name="connsiteY107" fmla="*/ 1151204 h 6857998"/>
                <a:gd name="connsiteX108" fmla="*/ 2132159 w 2397214"/>
                <a:gd name="connsiteY108" fmla="*/ 1298205 h 6857998"/>
                <a:gd name="connsiteX109" fmla="*/ 2092043 w 2397214"/>
                <a:gd name="connsiteY109" fmla="*/ 1652102 h 6857998"/>
                <a:gd name="connsiteX110" fmla="*/ 1881940 w 2397214"/>
                <a:gd name="connsiteY110" fmla="*/ 1780610 h 6857998"/>
                <a:gd name="connsiteX111" fmla="*/ 1744844 w 2397214"/>
                <a:gd name="connsiteY111" fmla="*/ 1763277 h 6857998"/>
                <a:gd name="connsiteX112" fmla="*/ 1615092 w 2397214"/>
                <a:gd name="connsiteY112" fmla="*/ 1635187 h 6857998"/>
                <a:gd name="connsiteX113" fmla="*/ 1576507 w 2397214"/>
                <a:gd name="connsiteY113" fmla="*/ 1475565 h 6857998"/>
                <a:gd name="connsiteX114" fmla="*/ 1598559 w 2397214"/>
                <a:gd name="connsiteY114" fmla="*/ 1230194 h 6857998"/>
                <a:gd name="connsiteX115" fmla="*/ 1813714 w 2397214"/>
                <a:gd name="connsiteY115" fmla="*/ 1046442 h 6857998"/>
                <a:gd name="connsiteX116" fmla="*/ 1891010 w 2397214"/>
                <a:gd name="connsiteY116" fmla="*/ 1043634 h 6857998"/>
                <a:gd name="connsiteX117" fmla="*/ 832847 w 2397214"/>
                <a:gd name="connsiteY117" fmla="*/ 85029 h 6857998"/>
                <a:gd name="connsiteX118" fmla="*/ 702425 w 2397214"/>
                <a:gd name="connsiteY118" fmla="*/ 218110 h 6857998"/>
                <a:gd name="connsiteX119" fmla="*/ 697014 w 2397214"/>
                <a:gd name="connsiteY119" fmla="*/ 498711 h 6857998"/>
                <a:gd name="connsiteX120" fmla="*/ 872180 w 2397214"/>
                <a:gd name="connsiteY120" fmla="*/ 655243 h 6857998"/>
                <a:gd name="connsiteX121" fmla="*/ 1048449 w 2397214"/>
                <a:gd name="connsiteY121" fmla="*/ 509730 h 6857998"/>
                <a:gd name="connsiteX122" fmla="*/ 1057313 w 2397214"/>
                <a:gd name="connsiteY122" fmla="*/ 268493 h 6857998"/>
                <a:gd name="connsiteX123" fmla="*/ 832847 w 2397214"/>
                <a:gd name="connsiteY123" fmla="*/ 85029 h 6857998"/>
                <a:gd name="connsiteX124" fmla="*/ 1523307 w 2397214"/>
                <a:gd name="connsiteY124" fmla="*/ 83165 h 6857998"/>
                <a:gd name="connsiteX125" fmla="*/ 1353294 w 2397214"/>
                <a:gd name="connsiteY125" fmla="*/ 185515 h 6857998"/>
                <a:gd name="connsiteX126" fmla="*/ 1324241 w 2397214"/>
                <a:gd name="connsiteY126" fmla="*/ 409356 h 6857998"/>
                <a:gd name="connsiteX127" fmla="*/ 1507163 w 2397214"/>
                <a:gd name="connsiteY127" fmla="*/ 656743 h 6857998"/>
                <a:gd name="connsiteX128" fmla="*/ 1676782 w 2397214"/>
                <a:gd name="connsiteY128" fmla="*/ 538588 h 6857998"/>
                <a:gd name="connsiteX129" fmla="*/ 1676338 w 2397214"/>
                <a:gd name="connsiteY129" fmla="*/ 198383 h 6857998"/>
                <a:gd name="connsiteX130" fmla="*/ 1523307 w 2397214"/>
                <a:gd name="connsiteY130" fmla="*/ 83165 h 6857998"/>
                <a:gd name="connsiteX131" fmla="*/ 99 w 2397214"/>
                <a:gd name="connsiteY131" fmla="*/ 13178 h 6857998"/>
                <a:gd name="connsiteX132" fmla="*/ 196963 w 2397214"/>
                <a:gd name="connsiteY132" fmla="*/ 13178 h 6857998"/>
                <a:gd name="connsiteX133" fmla="*/ 196963 w 2397214"/>
                <a:gd name="connsiteY133" fmla="*/ 721657 h 6857998"/>
                <a:gd name="connsiteX134" fmla="*/ 143515 w 2397214"/>
                <a:gd name="connsiteY134" fmla="*/ 721656 h 6857998"/>
                <a:gd name="connsiteX135" fmla="*/ 104436 w 2397214"/>
                <a:gd name="connsiteY135" fmla="*/ 720003 h 6857998"/>
                <a:gd name="connsiteX136" fmla="*/ 104436 w 2397214"/>
                <a:gd name="connsiteY136" fmla="*/ 100671 h 6857998"/>
                <a:gd name="connsiteX137" fmla="*/ 99 w 2397214"/>
                <a:gd name="connsiteY137" fmla="*/ 100671 h 6857998"/>
                <a:gd name="connsiteX138" fmla="*/ 99 w 2397214"/>
                <a:gd name="connsiteY138" fmla="*/ 13178 h 6857998"/>
                <a:gd name="connsiteX139" fmla="*/ 1853029 w 2397214"/>
                <a:gd name="connsiteY139" fmla="*/ 12271 h 6857998"/>
                <a:gd name="connsiteX140" fmla="*/ 2048872 w 2397214"/>
                <a:gd name="connsiteY140" fmla="*/ 12271 h 6857998"/>
                <a:gd name="connsiteX141" fmla="*/ 2048872 w 2397214"/>
                <a:gd name="connsiteY141" fmla="*/ 719153 h 6857998"/>
                <a:gd name="connsiteX142" fmla="*/ 1963062 w 2397214"/>
                <a:gd name="connsiteY142" fmla="*/ 719153 h 6857998"/>
                <a:gd name="connsiteX143" fmla="*/ 1963062 w 2397214"/>
                <a:gd name="connsiteY143" fmla="*/ 341467 h 6857998"/>
                <a:gd name="connsiteX144" fmla="*/ 1963062 w 2397214"/>
                <a:gd name="connsiteY144" fmla="*/ 100201 h 6857998"/>
                <a:gd name="connsiteX145" fmla="*/ 1853029 w 2397214"/>
                <a:gd name="connsiteY145" fmla="*/ 100201 h 6857998"/>
                <a:gd name="connsiteX146" fmla="*/ 1853029 w 2397214"/>
                <a:gd name="connsiteY146" fmla="*/ 12271 h 6857998"/>
                <a:gd name="connsiteX147" fmla="*/ 291218 w 2397214"/>
                <a:gd name="connsiteY147" fmla="*/ 9809 h 6857998"/>
                <a:gd name="connsiteX148" fmla="*/ 409675 w 2397214"/>
                <a:gd name="connsiteY148" fmla="*/ 9809 h 6857998"/>
                <a:gd name="connsiteX149" fmla="*/ 488205 w 2397214"/>
                <a:gd name="connsiteY149" fmla="*/ 9809 h 6857998"/>
                <a:gd name="connsiteX150" fmla="*/ 488205 w 2397214"/>
                <a:gd name="connsiteY150" fmla="*/ 718271 h 6857998"/>
                <a:gd name="connsiteX151" fmla="*/ 395407 w 2397214"/>
                <a:gd name="connsiteY151" fmla="*/ 718271 h 6857998"/>
                <a:gd name="connsiteX152" fmla="*/ 395407 w 2397214"/>
                <a:gd name="connsiteY152" fmla="*/ 100479 h 6857998"/>
                <a:gd name="connsiteX153" fmla="*/ 291218 w 2397214"/>
                <a:gd name="connsiteY153" fmla="*/ 100479 h 6857998"/>
                <a:gd name="connsiteX154" fmla="*/ 291218 w 2397214"/>
                <a:gd name="connsiteY154" fmla="*/ 9809 h 6857998"/>
                <a:gd name="connsiteX155" fmla="*/ 832993 w 2397214"/>
                <a:gd name="connsiteY155" fmla="*/ 1721 h 6857998"/>
                <a:gd name="connsiteX156" fmla="*/ 1018957 w 2397214"/>
                <a:gd name="connsiteY156" fmla="*/ 32485 h 6857998"/>
                <a:gd name="connsiteX157" fmla="*/ 1152375 w 2397214"/>
                <a:gd name="connsiteY157" fmla="*/ 245411 h 6857998"/>
                <a:gd name="connsiteX158" fmla="*/ 1129586 w 2397214"/>
                <a:gd name="connsiteY158" fmla="*/ 564113 h 6857998"/>
                <a:gd name="connsiteX159" fmla="*/ 682623 w 2397214"/>
                <a:gd name="connsiteY159" fmla="*/ 665434 h 6857998"/>
                <a:gd name="connsiteX160" fmla="*/ 597187 w 2397214"/>
                <a:gd name="connsiteY160" fmla="*/ 493341 h 6857998"/>
                <a:gd name="connsiteX161" fmla="*/ 604383 w 2397214"/>
                <a:gd name="connsiteY161" fmla="*/ 215441 h 6857998"/>
                <a:gd name="connsiteX162" fmla="*/ 832993 w 2397214"/>
                <a:gd name="connsiteY162" fmla="*/ 1721 h 6857998"/>
                <a:gd name="connsiteX163" fmla="*/ 1491891 w 2397214"/>
                <a:gd name="connsiteY163" fmla="*/ 412 h 6857998"/>
                <a:gd name="connsiteX164" fmla="*/ 1714236 w 2397214"/>
                <a:gd name="connsiteY164" fmla="*/ 84005 h 6857998"/>
                <a:gd name="connsiteX165" fmla="*/ 1788618 w 2397214"/>
                <a:gd name="connsiteY165" fmla="*/ 247913 h 6857998"/>
                <a:gd name="connsiteX166" fmla="*/ 1775991 w 2397214"/>
                <a:gd name="connsiteY166" fmla="*/ 539346 h 6857998"/>
                <a:gd name="connsiteX167" fmla="*/ 1618263 w 2397214"/>
                <a:gd name="connsiteY167" fmla="*/ 718491 h 6857998"/>
                <a:gd name="connsiteX168" fmla="*/ 1465607 w 2397214"/>
                <a:gd name="connsiteY168" fmla="*/ 737464 h 6857998"/>
                <a:gd name="connsiteX169" fmla="*/ 1275612 w 2397214"/>
                <a:gd name="connsiteY169" fmla="*/ 602697 h 6857998"/>
                <a:gd name="connsiteX170" fmla="*/ 1231565 w 2397214"/>
                <a:gd name="connsiteY170" fmla="*/ 460503 h 6857998"/>
                <a:gd name="connsiteX171" fmla="*/ 1290861 w 2397214"/>
                <a:gd name="connsiteY171" fmla="*/ 110067 h 6857998"/>
                <a:gd name="connsiteX172" fmla="*/ 1491891 w 2397214"/>
                <a:gd name="connsiteY172" fmla="*/ 412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397214" h="6857998">
                  <a:moveTo>
                    <a:pt x="1283394" y="6310520"/>
                  </a:moveTo>
                  <a:lnTo>
                    <a:pt x="1830872" y="6310520"/>
                  </a:lnTo>
                  <a:lnTo>
                    <a:pt x="1830872" y="6857998"/>
                  </a:lnTo>
                  <a:lnTo>
                    <a:pt x="1283394" y="6857998"/>
                  </a:lnTo>
                  <a:close/>
                  <a:moveTo>
                    <a:pt x="1169669" y="2177238"/>
                  </a:moveTo>
                  <a:cubicBezTo>
                    <a:pt x="1095096" y="2174130"/>
                    <a:pt x="1039989" y="2208596"/>
                    <a:pt x="1011393" y="2271751"/>
                  </a:cubicBezTo>
                  <a:cubicBezTo>
                    <a:pt x="956821" y="2392278"/>
                    <a:pt x="956019" y="2519544"/>
                    <a:pt x="1008054" y="2639995"/>
                  </a:cubicBezTo>
                  <a:cubicBezTo>
                    <a:pt x="1043804" y="2722751"/>
                    <a:pt x="1092737" y="2751668"/>
                    <a:pt x="1194815" y="2744177"/>
                  </a:cubicBezTo>
                  <a:cubicBezTo>
                    <a:pt x="1250290" y="2740108"/>
                    <a:pt x="1309252" y="2687519"/>
                    <a:pt x="1333170" y="2620983"/>
                  </a:cubicBezTo>
                  <a:cubicBezTo>
                    <a:pt x="1367321" y="2525978"/>
                    <a:pt x="1360734" y="2429730"/>
                    <a:pt x="1341428" y="2327434"/>
                  </a:cubicBezTo>
                  <a:cubicBezTo>
                    <a:pt x="1333767" y="2309129"/>
                    <a:pt x="1326613" y="2290588"/>
                    <a:pt x="1318353" y="2272556"/>
                  </a:cubicBezTo>
                  <a:cubicBezTo>
                    <a:pt x="1289259" y="2209036"/>
                    <a:pt x="1238891" y="2180125"/>
                    <a:pt x="1169669" y="2177238"/>
                  </a:cubicBezTo>
                  <a:close/>
                  <a:moveTo>
                    <a:pt x="583029" y="2107369"/>
                  </a:moveTo>
                  <a:cubicBezTo>
                    <a:pt x="647479" y="2107369"/>
                    <a:pt x="711574" y="2107369"/>
                    <a:pt x="778872" y="2107369"/>
                  </a:cubicBezTo>
                  <a:cubicBezTo>
                    <a:pt x="778872" y="2342050"/>
                    <a:pt x="778872" y="2576887"/>
                    <a:pt x="778872" y="2814250"/>
                  </a:cubicBezTo>
                  <a:cubicBezTo>
                    <a:pt x="749467" y="2814250"/>
                    <a:pt x="720413" y="2814250"/>
                    <a:pt x="684977" y="2814250"/>
                  </a:cubicBezTo>
                  <a:cubicBezTo>
                    <a:pt x="684977" y="2679170"/>
                    <a:pt x="684977" y="2543714"/>
                    <a:pt x="684977" y="2404214"/>
                  </a:cubicBezTo>
                  <a:cubicBezTo>
                    <a:pt x="684977" y="2330383"/>
                    <a:pt x="684977" y="2260596"/>
                    <a:pt x="684977" y="2187212"/>
                  </a:cubicBezTo>
                  <a:cubicBezTo>
                    <a:pt x="649772" y="2187212"/>
                    <a:pt x="617971" y="2187212"/>
                    <a:pt x="583029" y="2187212"/>
                  </a:cubicBezTo>
                  <a:cubicBezTo>
                    <a:pt x="583029" y="2159061"/>
                    <a:pt x="583029" y="2134483"/>
                    <a:pt x="583029" y="2107369"/>
                  </a:cubicBezTo>
                  <a:close/>
                  <a:moveTo>
                    <a:pt x="1513288" y="2107368"/>
                  </a:moveTo>
                  <a:cubicBezTo>
                    <a:pt x="1575029" y="2107368"/>
                    <a:pt x="1636427" y="2107368"/>
                    <a:pt x="1701033" y="2107368"/>
                  </a:cubicBezTo>
                  <a:cubicBezTo>
                    <a:pt x="1701033" y="2342043"/>
                    <a:pt x="1701033" y="2576883"/>
                    <a:pt x="1701033" y="2814250"/>
                  </a:cubicBezTo>
                  <a:cubicBezTo>
                    <a:pt x="1674334" y="2814250"/>
                    <a:pt x="1647972" y="2814250"/>
                    <a:pt x="1615230" y="2814250"/>
                  </a:cubicBezTo>
                  <a:cubicBezTo>
                    <a:pt x="1615230" y="2695392"/>
                    <a:pt x="1615230" y="2576091"/>
                    <a:pt x="1615230" y="2452746"/>
                  </a:cubicBezTo>
                  <a:cubicBezTo>
                    <a:pt x="1615230" y="2362742"/>
                    <a:pt x="1615230" y="2276784"/>
                    <a:pt x="1615230" y="2187220"/>
                  </a:cubicBezTo>
                  <a:cubicBezTo>
                    <a:pt x="1580027" y="2187220"/>
                    <a:pt x="1548249" y="2187220"/>
                    <a:pt x="1513288" y="2187220"/>
                  </a:cubicBezTo>
                  <a:cubicBezTo>
                    <a:pt x="1513288" y="2159069"/>
                    <a:pt x="1513288" y="2134488"/>
                    <a:pt x="1513288" y="2107368"/>
                  </a:cubicBezTo>
                  <a:close/>
                  <a:moveTo>
                    <a:pt x="0" y="2104914"/>
                  </a:moveTo>
                  <a:cubicBezTo>
                    <a:pt x="37501" y="2104914"/>
                    <a:pt x="75992" y="2104914"/>
                    <a:pt x="118465" y="2104914"/>
                  </a:cubicBezTo>
                  <a:cubicBezTo>
                    <a:pt x="146436" y="2104914"/>
                    <a:pt x="170426" y="2104914"/>
                    <a:pt x="196996" y="2104914"/>
                  </a:cubicBezTo>
                  <a:cubicBezTo>
                    <a:pt x="196996" y="2342210"/>
                    <a:pt x="196996" y="2576098"/>
                    <a:pt x="196996" y="2813376"/>
                  </a:cubicBezTo>
                  <a:cubicBezTo>
                    <a:pt x="167796" y="2813376"/>
                    <a:pt x="137844" y="2813376"/>
                    <a:pt x="104190" y="2813376"/>
                  </a:cubicBezTo>
                  <a:cubicBezTo>
                    <a:pt x="104190" y="2606476"/>
                    <a:pt x="104190" y="2399511"/>
                    <a:pt x="104190" y="2187488"/>
                  </a:cubicBezTo>
                  <a:cubicBezTo>
                    <a:pt x="68040" y="2187488"/>
                    <a:pt x="35283" y="2187488"/>
                    <a:pt x="0" y="2187488"/>
                  </a:cubicBezTo>
                  <a:cubicBezTo>
                    <a:pt x="0" y="2158850"/>
                    <a:pt x="0" y="2135159"/>
                    <a:pt x="0" y="2104914"/>
                  </a:cubicBezTo>
                  <a:close/>
                  <a:moveTo>
                    <a:pt x="290856" y="2102163"/>
                  </a:moveTo>
                  <a:cubicBezTo>
                    <a:pt x="357360" y="2105477"/>
                    <a:pt x="423280" y="2108762"/>
                    <a:pt x="489843" y="2115830"/>
                  </a:cubicBezTo>
                  <a:cubicBezTo>
                    <a:pt x="490487" y="2349945"/>
                    <a:pt x="490487" y="2580277"/>
                    <a:pt x="490487" y="2813681"/>
                  </a:cubicBezTo>
                  <a:cubicBezTo>
                    <a:pt x="458387" y="2813681"/>
                    <a:pt x="428420" y="2813681"/>
                    <a:pt x="394767" y="2813681"/>
                  </a:cubicBezTo>
                  <a:cubicBezTo>
                    <a:pt x="394767" y="2605832"/>
                    <a:pt x="394767" y="2398842"/>
                    <a:pt x="394767" y="2186809"/>
                  </a:cubicBezTo>
                  <a:cubicBezTo>
                    <a:pt x="358557" y="2186809"/>
                    <a:pt x="325731" y="2186809"/>
                    <a:pt x="290856" y="2186809"/>
                  </a:cubicBezTo>
                  <a:cubicBezTo>
                    <a:pt x="290856" y="2158138"/>
                    <a:pt x="290856" y="2134467"/>
                    <a:pt x="290856" y="2102163"/>
                  </a:cubicBezTo>
                  <a:close/>
                  <a:moveTo>
                    <a:pt x="1215344" y="2093452"/>
                  </a:moveTo>
                  <a:cubicBezTo>
                    <a:pt x="1352974" y="2113387"/>
                    <a:pt x="1433374" y="2244602"/>
                    <a:pt x="1446726" y="2366192"/>
                  </a:cubicBezTo>
                  <a:cubicBezTo>
                    <a:pt x="1456781" y="2457770"/>
                    <a:pt x="1456824" y="2547236"/>
                    <a:pt x="1428648" y="2634687"/>
                  </a:cubicBezTo>
                  <a:cubicBezTo>
                    <a:pt x="1385919" y="2767311"/>
                    <a:pt x="1285429" y="2837466"/>
                    <a:pt x="1149489" y="2832522"/>
                  </a:cubicBezTo>
                  <a:cubicBezTo>
                    <a:pt x="1127151" y="2831710"/>
                    <a:pt x="1105007" y="2825551"/>
                    <a:pt x="1080062" y="2819921"/>
                  </a:cubicBezTo>
                  <a:cubicBezTo>
                    <a:pt x="965574" y="2782643"/>
                    <a:pt x="910338" y="2696946"/>
                    <a:pt x="889340" y="2590204"/>
                  </a:cubicBezTo>
                  <a:cubicBezTo>
                    <a:pt x="867803" y="2480721"/>
                    <a:pt x="871440" y="2369995"/>
                    <a:pt x="911416" y="2263168"/>
                  </a:cubicBezTo>
                  <a:cubicBezTo>
                    <a:pt x="956508" y="2142667"/>
                    <a:pt x="1080579" y="2073932"/>
                    <a:pt x="1215344" y="2093452"/>
                  </a:cubicBezTo>
                  <a:close/>
                  <a:moveTo>
                    <a:pt x="1213514" y="1128699"/>
                  </a:moveTo>
                  <a:cubicBezTo>
                    <a:pt x="1191940" y="1129571"/>
                    <a:pt x="1170315" y="1134366"/>
                    <a:pt x="1149964" y="1143344"/>
                  </a:cubicBezTo>
                  <a:cubicBezTo>
                    <a:pt x="1085622" y="1171728"/>
                    <a:pt x="1060523" y="1226333"/>
                    <a:pt x="1040982" y="1293998"/>
                  </a:cubicBezTo>
                  <a:cubicBezTo>
                    <a:pt x="1038257" y="1353982"/>
                    <a:pt x="1034008" y="1413947"/>
                    <a:pt x="1033242" y="1473956"/>
                  </a:cubicBezTo>
                  <a:cubicBezTo>
                    <a:pt x="1032497" y="1532374"/>
                    <a:pt x="1049866" y="1586314"/>
                    <a:pt x="1084423" y="1633827"/>
                  </a:cubicBezTo>
                  <a:cubicBezTo>
                    <a:pt x="1151379" y="1725889"/>
                    <a:pt x="1301344" y="1725295"/>
                    <a:pt x="1359332" y="1627562"/>
                  </a:cubicBezTo>
                  <a:cubicBezTo>
                    <a:pt x="1437574" y="1495693"/>
                    <a:pt x="1433521" y="1356645"/>
                    <a:pt x="1370539" y="1219726"/>
                  </a:cubicBezTo>
                  <a:cubicBezTo>
                    <a:pt x="1342500" y="1158770"/>
                    <a:pt x="1278236" y="1126082"/>
                    <a:pt x="1213514" y="1128699"/>
                  </a:cubicBezTo>
                  <a:close/>
                  <a:moveTo>
                    <a:pt x="308430" y="1128279"/>
                  </a:moveTo>
                  <a:cubicBezTo>
                    <a:pt x="238504" y="1120586"/>
                    <a:pt x="174002" y="1154969"/>
                    <a:pt x="147087" y="1209638"/>
                  </a:cubicBezTo>
                  <a:cubicBezTo>
                    <a:pt x="77726" y="1350530"/>
                    <a:pt x="74214" y="1497408"/>
                    <a:pt x="156134" y="1632491"/>
                  </a:cubicBezTo>
                  <a:cubicBezTo>
                    <a:pt x="215913" y="1731064"/>
                    <a:pt x="370232" y="1719178"/>
                    <a:pt x="428691" y="1632023"/>
                  </a:cubicBezTo>
                  <a:cubicBezTo>
                    <a:pt x="479632" y="1556069"/>
                    <a:pt x="483980" y="1473232"/>
                    <a:pt x="482849" y="1387393"/>
                  </a:cubicBezTo>
                  <a:cubicBezTo>
                    <a:pt x="481646" y="1295978"/>
                    <a:pt x="460388" y="1213338"/>
                    <a:pt x="378973" y="1150805"/>
                  </a:cubicBezTo>
                  <a:cubicBezTo>
                    <a:pt x="355650" y="1138083"/>
                    <a:pt x="331739" y="1130844"/>
                    <a:pt x="308430" y="1128279"/>
                  </a:cubicBezTo>
                  <a:close/>
                  <a:moveTo>
                    <a:pt x="1855897" y="1126164"/>
                  </a:moveTo>
                  <a:cubicBezTo>
                    <a:pt x="1781045" y="1127958"/>
                    <a:pt x="1714178" y="1178676"/>
                    <a:pt x="1689069" y="1257821"/>
                  </a:cubicBezTo>
                  <a:cubicBezTo>
                    <a:pt x="1678798" y="1290196"/>
                    <a:pt x="1677695" y="1325386"/>
                    <a:pt x="1671070" y="1359029"/>
                  </a:cubicBezTo>
                  <a:cubicBezTo>
                    <a:pt x="1653724" y="1447127"/>
                    <a:pt x="1668788" y="1531044"/>
                    <a:pt x="1707902" y="1609935"/>
                  </a:cubicBezTo>
                  <a:cubicBezTo>
                    <a:pt x="1758300" y="1711580"/>
                    <a:pt x="1893741" y="1730981"/>
                    <a:pt x="1975195" y="1652587"/>
                  </a:cubicBezTo>
                  <a:cubicBezTo>
                    <a:pt x="2026781" y="1602938"/>
                    <a:pt x="2040344" y="1539691"/>
                    <a:pt x="2051253" y="1466414"/>
                  </a:cubicBezTo>
                  <a:cubicBezTo>
                    <a:pt x="2043337" y="1396807"/>
                    <a:pt x="2042516" y="1325427"/>
                    <a:pt x="2025682" y="1258048"/>
                  </a:cubicBezTo>
                  <a:cubicBezTo>
                    <a:pt x="2005347" y="1176661"/>
                    <a:pt x="1929321" y="1124402"/>
                    <a:pt x="1855897" y="1126164"/>
                  </a:cubicBezTo>
                  <a:close/>
                  <a:moveTo>
                    <a:pt x="827436" y="1061471"/>
                  </a:moveTo>
                  <a:cubicBezTo>
                    <a:pt x="827436" y="1295959"/>
                    <a:pt x="827436" y="1528148"/>
                    <a:pt x="827436" y="1762759"/>
                  </a:cubicBezTo>
                  <a:cubicBezTo>
                    <a:pt x="800488" y="1762759"/>
                    <a:pt x="774126" y="1762759"/>
                    <a:pt x="742704" y="1762759"/>
                  </a:cubicBezTo>
                  <a:cubicBezTo>
                    <a:pt x="742704" y="1557571"/>
                    <a:pt x="742704" y="1352269"/>
                    <a:pt x="742704" y="1143376"/>
                  </a:cubicBezTo>
                  <a:cubicBezTo>
                    <a:pt x="706048" y="1143376"/>
                    <a:pt x="674246" y="1143376"/>
                    <a:pt x="629864" y="1143376"/>
                  </a:cubicBezTo>
                  <a:cubicBezTo>
                    <a:pt x="638065" y="1112124"/>
                    <a:pt x="644679" y="1086926"/>
                    <a:pt x="655097" y="1061600"/>
                  </a:cubicBezTo>
                  <a:cubicBezTo>
                    <a:pt x="714041" y="1061471"/>
                    <a:pt x="769178" y="1061471"/>
                    <a:pt x="827436" y="1061471"/>
                  </a:cubicBezTo>
                  <a:close/>
                  <a:moveTo>
                    <a:pt x="2200308" y="1061405"/>
                  </a:moveTo>
                  <a:cubicBezTo>
                    <a:pt x="2240348" y="1061405"/>
                    <a:pt x="2281530" y="1061405"/>
                    <a:pt x="2326687" y="1061405"/>
                  </a:cubicBezTo>
                  <a:cubicBezTo>
                    <a:pt x="2351991" y="1061405"/>
                    <a:pt x="2373318" y="1061405"/>
                    <a:pt x="2397214" y="1061405"/>
                  </a:cubicBezTo>
                  <a:cubicBezTo>
                    <a:pt x="2397214" y="1295908"/>
                    <a:pt x="2397214" y="1527097"/>
                    <a:pt x="2397214" y="1761728"/>
                  </a:cubicBezTo>
                  <a:cubicBezTo>
                    <a:pt x="2370833" y="1761728"/>
                    <a:pt x="2343566" y="1761728"/>
                    <a:pt x="2312638" y="1761728"/>
                  </a:cubicBezTo>
                  <a:cubicBezTo>
                    <a:pt x="2312638" y="1557688"/>
                    <a:pt x="2312638" y="1353409"/>
                    <a:pt x="2312638" y="1144066"/>
                  </a:cubicBezTo>
                  <a:cubicBezTo>
                    <a:pt x="2273800" y="1144066"/>
                    <a:pt x="2238346" y="1144066"/>
                    <a:pt x="2200308" y="1144066"/>
                  </a:cubicBezTo>
                  <a:cubicBezTo>
                    <a:pt x="2200308" y="1115427"/>
                    <a:pt x="2200308" y="1091735"/>
                    <a:pt x="2200308" y="1061405"/>
                  </a:cubicBezTo>
                  <a:close/>
                  <a:moveTo>
                    <a:pt x="1263692" y="1046124"/>
                  </a:moveTo>
                  <a:cubicBezTo>
                    <a:pt x="1370070" y="1057343"/>
                    <a:pt x="1441727" y="1121817"/>
                    <a:pt x="1476495" y="1219515"/>
                  </a:cubicBezTo>
                  <a:cubicBezTo>
                    <a:pt x="1521818" y="1346873"/>
                    <a:pt x="1522460" y="1477809"/>
                    <a:pt x="1477322" y="1606194"/>
                  </a:cubicBezTo>
                  <a:cubicBezTo>
                    <a:pt x="1441522" y="1708021"/>
                    <a:pt x="1348436" y="1782782"/>
                    <a:pt x="1233496" y="1783346"/>
                  </a:cubicBezTo>
                  <a:cubicBezTo>
                    <a:pt x="1128979" y="1783858"/>
                    <a:pt x="1049227" y="1750640"/>
                    <a:pt x="989995" y="1661450"/>
                  </a:cubicBezTo>
                  <a:cubicBezTo>
                    <a:pt x="914576" y="1501892"/>
                    <a:pt x="910445" y="1343121"/>
                    <a:pt x="984225" y="1185429"/>
                  </a:cubicBezTo>
                  <a:cubicBezTo>
                    <a:pt x="1033697" y="1079694"/>
                    <a:pt x="1129080" y="1031931"/>
                    <a:pt x="1263692" y="1046124"/>
                  </a:cubicBezTo>
                  <a:close/>
                  <a:moveTo>
                    <a:pt x="284591" y="1043953"/>
                  </a:moveTo>
                  <a:cubicBezTo>
                    <a:pt x="317832" y="1043468"/>
                    <a:pt x="352109" y="1048264"/>
                    <a:pt x="386295" y="1057875"/>
                  </a:cubicBezTo>
                  <a:cubicBezTo>
                    <a:pt x="397678" y="1061075"/>
                    <a:pt x="408602" y="1065899"/>
                    <a:pt x="422491" y="1071397"/>
                  </a:cubicBezTo>
                  <a:cubicBezTo>
                    <a:pt x="515440" y="1122948"/>
                    <a:pt x="554217" y="1206697"/>
                    <a:pt x="571034" y="1302490"/>
                  </a:cubicBezTo>
                  <a:cubicBezTo>
                    <a:pt x="587802" y="1398012"/>
                    <a:pt x="583700" y="1493557"/>
                    <a:pt x="555344" y="1586826"/>
                  </a:cubicBezTo>
                  <a:cubicBezTo>
                    <a:pt x="522618" y="1694476"/>
                    <a:pt x="435616" y="1779341"/>
                    <a:pt x="309346" y="1783023"/>
                  </a:cubicBezTo>
                  <a:cubicBezTo>
                    <a:pt x="200220" y="1786206"/>
                    <a:pt x="112817" y="1752882"/>
                    <a:pt x="59868" y="1658503"/>
                  </a:cubicBezTo>
                  <a:cubicBezTo>
                    <a:pt x="32229" y="1609238"/>
                    <a:pt x="15695" y="1549886"/>
                    <a:pt x="9349" y="1493383"/>
                  </a:cubicBezTo>
                  <a:cubicBezTo>
                    <a:pt x="-1653" y="1395441"/>
                    <a:pt x="440" y="1296891"/>
                    <a:pt x="43800" y="1203512"/>
                  </a:cubicBezTo>
                  <a:cubicBezTo>
                    <a:pt x="94468" y="1094396"/>
                    <a:pt x="184868" y="1045408"/>
                    <a:pt x="284591" y="1043953"/>
                  </a:cubicBezTo>
                  <a:close/>
                  <a:moveTo>
                    <a:pt x="1891010" y="1043634"/>
                  </a:moveTo>
                  <a:cubicBezTo>
                    <a:pt x="1965643" y="1049564"/>
                    <a:pt x="2031192" y="1082636"/>
                    <a:pt x="2077827" y="1151204"/>
                  </a:cubicBezTo>
                  <a:cubicBezTo>
                    <a:pt x="2106492" y="1193350"/>
                    <a:pt x="2124903" y="1247335"/>
                    <a:pt x="2132159" y="1298205"/>
                  </a:cubicBezTo>
                  <a:cubicBezTo>
                    <a:pt x="2149315" y="1418500"/>
                    <a:pt x="2158430" y="1540807"/>
                    <a:pt x="2092043" y="1652102"/>
                  </a:cubicBezTo>
                  <a:cubicBezTo>
                    <a:pt x="2045007" y="1730952"/>
                    <a:pt x="1978416" y="1783047"/>
                    <a:pt x="1881940" y="1780610"/>
                  </a:cubicBezTo>
                  <a:cubicBezTo>
                    <a:pt x="1835937" y="1779448"/>
                    <a:pt x="1787625" y="1777848"/>
                    <a:pt x="1744844" y="1763277"/>
                  </a:cubicBezTo>
                  <a:cubicBezTo>
                    <a:pt x="1684966" y="1742885"/>
                    <a:pt x="1644691" y="1694592"/>
                    <a:pt x="1615092" y="1635187"/>
                  </a:cubicBezTo>
                  <a:cubicBezTo>
                    <a:pt x="1601153" y="1580029"/>
                    <a:pt x="1580516" y="1528426"/>
                    <a:pt x="1576507" y="1475565"/>
                  </a:cubicBezTo>
                  <a:cubicBezTo>
                    <a:pt x="1570285" y="1393495"/>
                    <a:pt x="1568604" y="1310026"/>
                    <a:pt x="1598559" y="1230194"/>
                  </a:cubicBezTo>
                  <a:cubicBezTo>
                    <a:pt x="1636506" y="1129068"/>
                    <a:pt x="1705119" y="1061772"/>
                    <a:pt x="1813714" y="1046442"/>
                  </a:cubicBezTo>
                  <a:cubicBezTo>
                    <a:pt x="1840246" y="1042696"/>
                    <a:pt x="1866133" y="1041657"/>
                    <a:pt x="1891010" y="1043634"/>
                  </a:cubicBezTo>
                  <a:close/>
                  <a:moveTo>
                    <a:pt x="832847" y="85029"/>
                  </a:moveTo>
                  <a:cubicBezTo>
                    <a:pt x="764205" y="104717"/>
                    <a:pt x="722858" y="152007"/>
                    <a:pt x="702425" y="218110"/>
                  </a:cubicBezTo>
                  <a:cubicBezTo>
                    <a:pt x="673756" y="310860"/>
                    <a:pt x="673861" y="406915"/>
                    <a:pt x="697014" y="498711"/>
                  </a:cubicBezTo>
                  <a:cubicBezTo>
                    <a:pt x="723699" y="604522"/>
                    <a:pt x="782580" y="651034"/>
                    <a:pt x="872180" y="655243"/>
                  </a:cubicBezTo>
                  <a:cubicBezTo>
                    <a:pt x="945527" y="658688"/>
                    <a:pt x="1018155" y="613390"/>
                    <a:pt x="1048449" y="509730"/>
                  </a:cubicBezTo>
                  <a:cubicBezTo>
                    <a:pt x="1071671" y="430270"/>
                    <a:pt x="1070802" y="349622"/>
                    <a:pt x="1057313" y="268493"/>
                  </a:cubicBezTo>
                  <a:cubicBezTo>
                    <a:pt x="1037702" y="150549"/>
                    <a:pt x="970973" y="69331"/>
                    <a:pt x="832847" y="85029"/>
                  </a:cubicBezTo>
                  <a:close/>
                  <a:moveTo>
                    <a:pt x="1523307" y="83165"/>
                  </a:moveTo>
                  <a:cubicBezTo>
                    <a:pt x="1443928" y="77290"/>
                    <a:pt x="1390125" y="116409"/>
                    <a:pt x="1353294" y="185515"/>
                  </a:cubicBezTo>
                  <a:cubicBezTo>
                    <a:pt x="1315138" y="257107"/>
                    <a:pt x="1324664" y="333718"/>
                    <a:pt x="1324241" y="409356"/>
                  </a:cubicBezTo>
                  <a:cubicBezTo>
                    <a:pt x="1323471" y="546916"/>
                    <a:pt x="1373588" y="616263"/>
                    <a:pt x="1507163" y="656743"/>
                  </a:cubicBezTo>
                  <a:cubicBezTo>
                    <a:pt x="1588417" y="652777"/>
                    <a:pt x="1649531" y="612757"/>
                    <a:pt x="1676782" y="538588"/>
                  </a:cubicBezTo>
                  <a:cubicBezTo>
                    <a:pt x="1717840" y="426843"/>
                    <a:pt x="1718547" y="310766"/>
                    <a:pt x="1676338" y="198383"/>
                  </a:cubicBezTo>
                  <a:cubicBezTo>
                    <a:pt x="1650712" y="130158"/>
                    <a:pt x="1597631" y="88666"/>
                    <a:pt x="1523307" y="83165"/>
                  </a:cubicBezTo>
                  <a:close/>
                  <a:moveTo>
                    <a:pt x="99" y="13178"/>
                  </a:moveTo>
                  <a:cubicBezTo>
                    <a:pt x="64112" y="13178"/>
                    <a:pt x="129186" y="13178"/>
                    <a:pt x="196963" y="13178"/>
                  </a:cubicBezTo>
                  <a:cubicBezTo>
                    <a:pt x="196963" y="247071"/>
                    <a:pt x="196963" y="480988"/>
                    <a:pt x="196963" y="721657"/>
                  </a:cubicBezTo>
                  <a:cubicBezTo>
                    <a:pt x="180944" y="721657"/>
                    <a:pt x="164139" y="721657"/>
                    <a:pt x="143515" y="721656"/>
                  </a:cubicBezTo>
                  <a:cubicBezTo>
                    <a:pt x="129124" y="721159"/>
                    <a:pt x="118550" y="720665"/>
                    <a:pt x="104436" y="720003"/>
                  </a:cubicBezTo>
                  <a:cubicBezTo>
                    <a:pt x="104436" y="514326"/>
                    <a:pt x="104436" y="310033"/>
                    <a:pt x="104436" y="100671"/>
                  </a:cubicBezTo>
                  <a:cubicBezTo>
                    <a:pt x="68253" y="100671"/>
                    <a:pt x="35507" y="100671"/>
                    <a:pt x="99" y="100671"/>
                  </a:cubicBezTo>
                  <a:cubicBezTo>
                    <a:pt x="99" y="69346"/>
                    <a:pt x="99" y="42959"/>
                    <a:pt x="99" y="13178"/>
                  </a:cubicBezTo>
                  <a:close/>
                  <a:moveTo>
                    <a:pt x="1853029" y="12271"/>
                  </a:moveTo>
                  <a:cubicBezTo>
                    <a:pt x="1917513" y="12271"/>
                    <a:pt x="1981593" y="12271"/>
                    <a:pt x="2048872" y="12271"/>
                  </a:cubicBezTo>
                  <a:cubicBezTo>
                    <a:pt x="2048872" y="246960"/>
                    <a:pt x="2048872" y="481796"/>
                    <a:pt x="2048872" y="719153"/>
                  </a:cubicBezTo>
                  <a:cubicBezTo>
                    <a:pt x="2022163" y="719153"/>
                    <a:pt x="1995816" y="719153"/>
                    <a:pt x="1963062" y="719153"/>
                  </a:cubicBezTo>
                  <a:cubicBezTo>
                    <a:pt x="1963062" y="594891"/>
                    <a:pt x="1963062" y="470201"/>
                    <a:pt x="1963062" y="341467"/>
                  </a:cubicBezTo>
                  <a:cubicBezTo>
                    <a:pt x="1963062" y="259549"/>
                    <a:pt x="1963062" y="181677"/>
                    <a:pt x="1963062" y="100201"/>
                  </a:cubicBezTo>
                  <a:cubicBezTo>
                    <a:pt x="1925152" y="100201"/>
                    <a:pt x="1890676" y="100201"/>
                    <a:pt x="1853029" y="100201"/>
                  </a:cubicBezTo>
                  <a:cubicBezTo>
                    <a:pt x="1853029" y="69357"/>
                    <a:pt x="1853029" y="42097"/>
                    <a:pt x="1853029" y="12271"/>
                  </a:cubicBezTo>
                  <a:close/>
                  <a:moveTo>
                    <a:pt x="291218" y="9809"/>
                  </a:moveTo>
                  <a:cubicBezTo>
                    <a:pt x="328742" y="9809"/>
                    <a:pt x="367217" y="9809"/>
                    <a:pt x="409675" y="9809"/>
                  </a:cubicBezTo>
                  <a:cubicBezTo>
                    <a:pt x="437646" y="9809"/>
                    <a:pt x="461636" y="9809"/>
                    <a:pt x="488205" y="9809"/>
                  </a:cubicBezTo>
                  <a:cubicBezTo>
                    <a:pt x="488205" y="247103"/>
                    <a:pt x="488205" y="480989"/>
                    <a:pt x="488205" y="718271"/>
                  </a:cubicBezTo>
                  <a:cubicBezTo>
                    <a:pt x="459003" y="718271"/>
                    <a:pt x="429032" y="718271"/>
                    <a:pt x="395407" y="718271"/>
                  </a:cubicBezTo>
                  <a:cubicBezTo>
                    <a:pt x="395407" y="514077"/>
                    <a:pt x="395407" y="309806"/>
                    <a:pt x="395407" y="100479"/>
                  </a:cubicBezTo>
                  <a:cubicBezTo>
                    <a:pt x="359263" y="100479"/>
                    <a:pt x="326510" y="100479"/>
                    <a:pt x="291218" y="100479"/>
                  </a:cubicBezTo>
                  <a:cubicBezTo>
                    <a:pt x="291218" y="69175"/>
                    <a:pt x="291218" y="42809"/>
                    <a:pt x="291218" y="9809"/>
                  </a:cubicBezTo>
                  <a:close/>
                  <a:moveTo>
                    <a:pt x="832993" y="1721"/>
                  </a:moveTo>
                  <a:cubicBezTo>
                    <a:pt x="899294" y="1215"/>
                    <a:pt x="962478" y="-3863"/>
                    <a:pt x="1018957" y="32485"/>
                  </a:cubicBezTo>
                  <a:cubicBezTo>
                    <a:pt x="1096863" y="82622"/>
                    <a:pt x="1136742" y="158585"/>
                    <a:pt x="1152375" y="245411"/>
                  </a:cubicBezTo>
                  <a:cubicBezTo>
                    <a:pt x="1171664" y="352542"/>
                    <a:pt x="1169235" y="460534"/>
                    <a:pt x="1129586" y="564113"/>
                  </a:cubicBezTo>
                  <a:cubicBezTo>
                    <a:pt x="1052176" y="766342"/>
                    <a:pt x="807806" y="787129"/>
                    <a:pt x="682623" y="665434"/>
                  </a:cubicBezTo>
                  <a:cubicBezTo>
                    <a:pt x="635205" y="619337"/>
                    <a:pt x="608392" y="558346"/>
                    <a:pt x="597187" y="493341"/>
                  </a:cubicBezTo>
                  <a:cubicBezTo>
                    <a:pt x="581210" y="400661"/>
                    <a:pt x="582192" y="307571"/>
                    <a:pt x="604383" y="215441"/>
                  </a:cubicBezTo>
                  <a:cubicBezTo>
                    <a:pt x="632040" y="100607"/>
                    <a:pt x="728500" y="8869"/>
                    <a:pt x="832993" y="1721"/>
                  </a:cubicBezTo>
                  <a:close/>
                  <a:moveTo>
                    <a:pt x="1491891" y="412"/>
                  </a:moveTo>
                  <a:cubicBezTo>
                    <a:pt x="1579934" y="-2946"/>
                    <a:pt x="1660868" y="13268"/>
                    <a:pt x="1714236" y="84005"/>
                  </a:cubicBezTo>
                  <a:cubicBezTo>
                    <a:pt x="1749676" y="130978"/>
                    <a:pt x="1775327" y="190274"/>
                    <a:pt x="1788618" y="247913"/>
                  </a:cubicBezTo>
                  <a:cubicBezTo>
                    <a:pt x="1810876" y="344441"/>
                    <a:pt x="1806893" y="444328"/>
                    <a:pt x="1775991" y="539346"/>
                  </a:cubicBezTo>
                  <a:cubicBezTo>
                    <a:pt x="1749730" y="620098"/>
                    <a:pt x="1703223" y="690811"/>
                    <a:pt x="1618263" y="718491"/>
                  </a:cubicBezTo>
                  <a:cubicBezTo>
                    <a:pt x="1571462" y="733738"/>
                    <a:pt x="1519082" y="731862"/>
                    <a:pt x="1465607" y="737464"/>
                  </a:cubicBezTo>
                  <a:cubicBezTo>
                    <a:pt x="1379755" y="720181"/>
                    <a:pt x="1311985" y="680230"/>
                    <a:pt x="1275612" y="602697"/>
                  </a:cubicBezTo>
                  <a:cubicBezTo>
                    <a:pt x="1254657" y="558027"/>
                    <a:pt x="1236072" y="508985"/>
                    <a:pt x="1231565" y="460503"/>
                  </a:cubicBezTo>
                  <a:cubicBezTo>
                    <a:pt x="1220323" y="339524"/>
                    <a:pt x="1216035" y="217394"/>
                    <a:pt x="1290861" y="110067"/>
                  </a:cubicBezTo>
                  <a:cubicBezTo>
                    <a:pt x="1339587" y="40176"/>
                    <a:pt x="1404215" y="3756"/>
                    <a:pt x="1491891" y="41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2788" name="Group 2787">
            <a:extLst>
              <a:ext uri="{FF2B5EF4-FFF2-40B4-BE49-F238E27FC236}">
                <a16:creationId xmlns:a16="http://schemas.microsoft.com/office/drawing/2014/main" id="{11D4988B-9B51-5857-7C8E-FD869CC49076}"/>
              </a:ext>
              <a:ext uri="{C183D7F6-B498-43B3-948B-1728B52AA6E4}">
                <adec:decorative xmlns:adec="http://schemas.microsoft.com/office/drawing/2017/decorative" val="1"/>
              </a:ext>
            </a:extLst>
          </p:cNvPr>
          <p:cNvGrpSpPr>
            <a:grpSpLocks noChangeAspect="1"/>
          </p:cNvGrpSpPr>
          <p:nvPr/>
        </p:nvGrpSpPr>
        <p:grpSpPr>
          <a:xfrm>
            <a:off x="11089694" y="3644779"/>
            <a:ext cx="462544" cy="457200"/>
            <a:chOff x="11089694" y="3636615"/>
            <a:chExt cx="462544" cy="457200"/>
          </a:xfrm>
          <a:solidFill>
            <a:schemeClr val="accent2"/>
          </a:solidFill>
        </p:grpSpPr>
        <p:sp>
          <p:nvSpPr>
            <p:cNvPr id="2082" name="Freeform: Shape 2081">
              <a:extLst>
                <a:ext uri="{FF2B5EF4-FFF2-40B4-BE49-F238E27FC236}">
                  <a16:creationId xmlns:a16="http://schemas.microsoft.com/office/drawing/2014/main" id="{A1CA4E96-C3C9-0A50-50B2-05B83BC0DB02}"/>
                </a:ext>
                <a:ext uri="{C183D7F6-B498-43B3-948B-1728B52AA6E4}">
                  <adec:decorative xmlns:adec="http://schemas.microsoft.com/office/drawing/2017/decorative" val="1"/>
                </a:ext>
              </a:extLst>
            </p:cNvPr>
            <p:cNvSpPr/>
            <p:nvPr/>
          </p:nvSpPr>
          <p:spPr>
            <a:xfrm>
              <a:off x="11089694" y="3636615"/>
              <a:ext cx="455898" cy="450725"/>
            </a:xfrm>
            <a:custGeom>
              <a:avLst/>
              <a:gdLst>
                <a:gd name="connsiteX0" fmla="*/ 454032 w 719880"/>
                <a:gd name="connsiteY0" fmla="*/ 210 h 711713"/>
                <a:gd name="connsiteX1" fmla="*/ 515447 w 719880"/>
                <a:gd name="connsiteY1" fmla="*/ 28382 h 711713"/>
                <a:gd name="connsiteX2" fmla="*/ 515688 w 719880"/>
                <a:gd name="connsiteY2" fmla="*/ 158643 h 711713"/>
                <a:gd name="connsiteX3" fmla="*/ 521276 w 719880"/>
                <a:gd name="connsiteY3" fmla="*/ 158643 h 711713"/>
                <a:gd name="connsiteX4" fmla="*/ 698512 w 719880"/>
                <a:gd name="connsiteY4" fmla="*/ 158544 h 711713"/>
                <a:gd name="connsiteX5" fmla="*/ 718929 w 719880"/>
                <a:gd name="connsiteY5" fmla="*/ 177748 h 711713"/>
                <a:gd name="connsiteX6" fmla="*/ 719823 w 719880"/>
                <a:gd name="connsiteY6" fmla="*/ 204032 h 711713"/>
                <a:gd name="connsiteX7" fmla="*/ 719857 w 719880"/>
                <a:gd name="connsiteY7" fmla="*/ 386178 h 711713"/>
                <a:gd name="connsiteX8" fmla="*/ 687978 w 719880"/>
                <a:gd name="connsiteY8" fmla="*/ 423886 h 711713"/>
                <a:gd name="connsiteX9" fmla="*/ 651435 w 719880"/>
                <a:gd name="connsiteY9" fmla="*/ 416877 h 711713"/>
                <a:gd name="connsiteX10" fmla="*/ 640676 w 719880"/>
                <a:gd name="connsiteY10" fmla="*/ 405867 h 711713"/>
                <a:gd name="connsiteX11" fmla="*/ 614043 w 719880"/>
                <a:gd name="connsiteY11" fmla="*/ 389384 h 711713"/>
                <a:gd name="connsiteX12" fmla="*/ 576967 w 719880"/>
                <a:gd name="connsiteY12" fmla="*/ 396591 h 711713"/>
                <a:gd name="connsiteX13" fmla="*/ 556041 w 719880"/>
                <a:gd name="connsiteY13" fmla="*/ 437637 h 711713"/>
                <a:gd name="connsiteX14" fmla="*/ 597054 w 719880"/>
                <a:gd name="connsiteY14" fmla="*/ 483778 h 711713"/>
                <a:gd name="connsiteX15" fmla="*/ 644229 w 719880"/>
                <a:gd name="connsiteY15" fmla="*/ 462350 h 711713"/>
                <a:gd name="connsiteX16" fmla="*/ 670345 w 719880"/>
                <a:gd name="connsiteY16" fmla="*/ 448495 h 711713"/>
                <a:gd name="connsiteX17" fmla="*/ 693809 w 719880"/>
                <a:gd name="connsiteY17" fmla="*/ 450480 h 711713"/>
                <a:gd name="connsiteX18" fmla="*/ 718838 w 719880"/>
                <a:gd name="connsiteY18" fmla="*/ 479114 h 711713"/>
                <a:gd name="connsiteX19" fmla="*/ 719825 w 719880"/>
                <a:gd name="connsiteY19" fmla="*/ 489660 h 711713"/>
                <a:gd name="connsiteX20" fmla="*/ 719537 w 719880"/>
                <a:gd name="connsiteY20" fmla="*/ 627020 h 711713"/>
                <a:gd name="connsiteX21" fmla="*/ 674640 w 719880"/>
                <a:gd name="connsiteY21" fmla="*/ 627020 h 711713"/>
                <a:gd name="connsiteX22" fmla="*/ 674679 w 719880"/>
                <a:gd name="connsiteY22" fmla="*/ 497458 h 711713"/>
                <a:gd name="connsiteX23" fmla="*/ 540842 w 719880"/>
                <a:gd name="connsiteY23" fmla="*/ 505252 h 711713"/>
                <a:gd name="connsiteX24" fmla="*/ 528363 w 719880"/>
                <a:gd name="connsiteY24" fmla="*/ 381738 h 711713"/>
                <a:gd name="connsiteX25" fmla="*/ 584789 w 719880"/>
                <a:gd name="connsiteY25" fmla="*/ 344725 h 711713"/>
                <a:gd name="connsiteX26" fmla="*/ 673956 w 719880"/>
                <a:gd name="connsiteY26" fmla="*/ 374384 h 711713"/>
                <a:gd name="connsiteX27" fmla="*/ 673956 w 719880"/>
                <a:gd name="connsiteY27" fmla="*/ 203818 h 711713"/>
                <a:gd name="connsiteX28" fmla="*/ 667936 w 719880"/>
                <a:gd name="connsiteY28" fmla="*/ 203818 h 711713"/>
                <a:gd name="connsiteX29" fmla="*/ 523101 w 719880"/>
                <a:gd name="connsiteY29" fmla="*/ 203773 h 711713"/>
                <a:gd name="connsiteX30" fmla="*/ 495345 w 719880"/>
                <a:gd name="connsiteY30" fmla="*/ 202775 h 711713"/>
                <a:gd name="connsiteX31" fmla="*/ 459739 w 719880"/>
                <a:gd name="connsiteY31" fmla="*/ 165245 h 711713"/>
                <a:gd name="connsiteX32" fmla="*/ 475436 w 719880"/>
                <a:gd name="connsiteY32" fmla="*/ 133433 h 711713"/>
                <a:gd name="connsiteX33" fmla="*/ 482388 w 719880"/>
                <a:gd name="connsiteY33" fmla="*/ 127441 h 711713"/>
                <a:gd name="connsiteX34" fmla="*/ 495075 w 719880"/>
                <a:gd name="connsiteY34" fmla="*/ 84549 h 711713"/>
                <a:gd name="connsiteX35" fmla="*/ 437224 w 719880"/>
                <a:gd name="connsiteY35" fmla="*/ 46867 h 711713"/>
                <a:gd name="connsiteX36" fmla="*/ 400918 w 719880"/>
                <a:gd name="connsiteY36" fmla="*/ 88021 h 711713"/>
                <a:gd name="connsiteX37" fmla="*/ 422320 w 719880"/>
                <a:gd name="connsiteY37" fmla="*/ 134092 h 711713"/>
                <a:gd name="connsiteX38" fmla="*/ 432636 w 719880"/>
                <a:gd name="connsiteY38" fmla="*/ 182933 h 711713"/>
                <a:gd name="connsiteX39" fmla="*/ 395158 w 719880"/>
                <a:gd name="connsiteY39" fmla="*/ 203779 h 711713"/>
                <a:gd name="connsiteX40" fmla="*/ 216938 w 719880"/>
                <a:gd name="connsiteY40" fmla="*/ 203818 h 711713"/>
                <a:gd name="connsiteX41" fmla="*/ 212141 w 719880"/>
                <a:gd name="connsiteY41" fmla="*/ 203818 h 711713"/>
                <a:gd name="connsiteX42" fmla="*/ 212141 w 719880"/>
                <a:gd name="connsiteY42" fmla="*/ 238670 h 711713"/>
                <a:gd name="connsiteX43" fmla="*/ 212129 w 719880"/>
                <a:gd name="connsiteY43" fmla="*/ 387924 h 711713"/>
                <a:gd name="connsiteX44" fmla="*/ 187720 w 719880"/>
                <a:gd name="connsiteY44" fmla="*/ 421984 h 711713"/>
                <a:gd name="connsiteX45" fmla="*/ 159985 w 719880"/>
                <a:gd name="connsiteY45" fmla="*/ 424564 h 711713"/>
                <a:gd name="connsiteX46" fmla="*/ 135987 w 719880"/>
                <a:gd name="connsiteY46" fmla="*/ 412980 h 711713"/>
                <a:gd name="connsiteX47" fmla="*/ 123724 w 719880"/>
                <a:gd name="connsiteY47" fmla="*/ 399796 h 711713"/>
                <a:gd name="connsiteX48" fmla="*/ 83455 w 719880"/>
                <a:gd name="connsiteY48" fmla="*/ 389225 h 711713"/>
                <a:gd name="connsiteX49" fmla="*/ 46035 w 719880"/>
                <a:gd name="connsiteY49" fmla="*/ 429682 h 711713"/>
                <a:gd name="connsiteX50" fmla="*/ 57391 w 719880"/>
                <a:gd name="connsiteY50" fmla="*/ 467728 h 711713"/>
                <a:gd name="connsiteX51" fmla="*/ 100797 w 719880"/>
                <a:gd name="connsiteY51" fmla="*/ 483682 h 711713"/>
                <a:gd name="connsiteX52" fmla="*/ 129521 w 719880"/>
                <a:gd name="connsiteY52" fmla="*/ 466984 h 711713"/>
                <a:gd name="connsiteX53" fmla="*/ 155473 w 719880"/>
                <a:gd name="connsiteY53" fmla="*/ 448839 h 711713"/>
                <a:gd name="connsiteX54" fmla="*/ 176016 w 719880"/>
                <a:gd name="connsiteY54" fmla="*/ 448337 h 711713"/>
                <a:gd name="connsiteX55" fmla="*/ 212163 w 719880"/>
                <a:gd name="connsiteY55" fmla="*/ 484264 h 711713"/>
                <a:gd name="connsiteX56" fmla="*/ 212141 w 719880"/>
                <a:gd name="connsiteY56" fmla="*/ 660522 h 711713"/>
                <a:gd name="connsiteX57" fmla="*/ 212141 w 719880"/>
                <a:gd name="connsiteY57" fmla="*/ 665946 h 711713"/>
                <a:gd name="connsiteX58" fmla="*/ 389925 w 719880"/>
                <a:gd name="connsiteY58" fmla="*/ 665946 h 711713"/>
                <a:gd name="connsiteX59" fmla="*/ 382639 w 719880"/>
                <a:gd name="connsiteY59" fmla="*/ 527889 h 711713"/>
                <a:gd name="connsiteX60" fmla="*/ 514491 w 719880"/>
                <a:gd name="connsiteY60" fmla="*/ 526615 h 711713"/>
                <a:gd name="connsiteX61" fmla="*/ 541921 w 719880"/>
                <a:gd name="connsiteY61" fmla="*/ 583731 h 711713"/>
                <a:gd name="connsiteX62" fmla="*/ 507949 w 719880"/>
                <a:gd name="connsiteY62" fmla="*/ 666330 h 711713"/>
                <a:gd name="connsiteX63" fmla="*/ 635399 w 719880"/>
                <a:gd name="connsiteY63" fmla="*/ 666708 h 711713"/>
                <a:gd name="connsiteX64" fmla="*/ 635399 w 719880"/>
                <a:gd name="connsiteY64" fmla="*/ 711570 h 711713"/>
                <a:gd name="connsiteX65" fmla="*/ 497913 w 719880"/>
                <a:gd name="connsiteY65" fmla="*/ 711516 h 711713"/>
                <a:gd name="connsiteX66" fmla="*/ 461577 w 719880"/>
                <a:gd name="connsiteY66" fmla="*/ 680727 h 711713"/>
                <a:gd name="connsiteX67" fmla="*/ 468504 w 719880"/>
                <a:gd name="connsiteY67" fmla="*/ 641166 h 711713"/>
                <a:gd name="connsiteX68" fmla="*/ 478801 w 719880"/>
                <a:gd name="connsiteY68" fmla="*/ 631085 h 711713"/>
                <a:gd name="connsiteX69" fmla="*/ 496711 w 719880"/>
                <a:gd name="connsiteY69" fmla="*/ 588209 h 711713"/>
                <a:gd name="connsiteX70" fmla="*/ 459764 w 719880"/>
                <a:gd name="connsiteY70" fmla="*/ 546627 h 711713"/>
                <a:gd name="connsiteX71" fmla="*/ 402559 w 719880"/>
                <a:gd name="connsiteY71" fmla="*/ 584622 h 711713"/>
                <a:gd name="connsiteX72" fmla="*/ 422773 w 719880"/>
                <a:gd name="connsiteY72" fmla="*/ 633655 h 711713"/>
                <a:gd name="connsiteX73" fmla="*/ 436848 w 719880"/>
                <a:gd name="connsiteY73" fmla="*/ 655748 h 711713"/>
                <a:gd name="connsiteX74" fmla="*/ 435040 w 719880"/>
                <a:gd name="connsiteY74" fmla="*/ 687593 h 711713"/>
                <a:gd name="connsiteX75" fmla="*/ 401597 w 719880"/>
                <a:gd name="connsiteY75" fmla="*/ 711510 h 711713"/>
                <a:gd name="connsiteX76" fmla="*/ 189503 w 719880"/>
                <a:gd name="connsiteY76" fmla="*/ 711713 h 711713"/>
                <a:gd name="connsiteX77" fmla="*/ 166916 w 719880"/>
                <a:gd name="connsiteY77" fmla="*/ 689077 h 711713"/>
                <a:gd name="connsiteX78" fmla="*/ 166967 w 719880"/>
                <a:gd name="connsiteY78" fmla="*/ 501039 h 711713"/>
                <a:gd name="connsiteX79" fmla="*/ 166967 w 719880"/>
                <a:gd name="connsiteY79" fmla="*/ 494021 h 711713"/>
                <a:gd name="connsiteX80" fmla="*/ 62473 w 719880"/>
                <a:gd name="connsiteY80" fmla="*/ 524530 h 711713"/>
                <a:gd name="connsiteX81" fmla="*/ 12564 w 719880"/>
                <a:gd name="connsiteY81" fmla="*/ 483184 h 711713"/>
                <a:gd name="connsiteX82" fmla="*/ 42115 w 719880"/>
                <a:gd name="connsiteY82" fmla="*/ 357972 h 711713"/>
                <a:gd name="connsiteX83" fmla="*/ 166448 w 719880"/>
                <a:gd name="connsiteY83" fmla="*/ 378186 h 711713"/>
                <a:gd name="connsiteX84" fmla="*/ 166448 w 719880"/>
                <a:gd name="connsiteY84" fmla="*/ 158799 h 711713"/>
                <a:gd name="connsiteX85" fmla="*/ 381267 w 719880"/>
                <a:gd name="connsiteY85" fmla="*/ 158799 h 711713"/>
                <a:gd name="connsiteX86" fmla="*/ 355468 w 719880"/>
                <a:gd name="connsiteY86" fmla="*/ 91122 h 711713"/>
                <a:gd name="connsiteX87" fmla="*/ 384256 w 719880"/>
                <a:gd name="connsiteY87" fmla="*/ 25651 h 711713"/>
                <a:gd name="connsiteX88" fmla="*/ 454032 w 719880"/>
                <a:gd name="connsiteY88" fmla="*/ 210 h 71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19880" h="711713">
                  <a:moveTo>
                    <a:pt x="454032" y="210"/>
                  </a:moveTo>
                  <a:cubicBezTo>
                    <a:pt x="477786" y="1800"/>
                    <a:pt x="500145" y="12325"/>
                    <a:pt x="515447" y="28382"/>
                  </a:cubicBezTo>
                  <a:cubicBezTo>
                    <a:pt x="547190" y="61692"/>
                    <a:pt x="552605" y="117774"/>
                    <a:pt x="515688" y="158643"/>
                  </a:cubicBezTo>
                  <a:cubicBezTo>
                    <a:pt x="517829" y="158643"/>
                    <a:pt x="519552" y="158643"/>
                    <a:pt x="521276" y="158643"/>
                  </a:cubicBezTo>
                  <a:cubicBezTo>
                    <a:pt x="580355" y="158643"/>
                    <a:pt x="639434" y="158741"/>
                    <a:pt x="698512" y="158544"/>
                  </a:cubicBezTo>
                  <a:cubicBezTo>
                    <a:pt x="708080" y="158512"/>
                    <a:pt x="718793" y="167878"/>
                    <a:pt x="718929" y="177748"/>
                  </a:cubicBezTo>
                  <a:cubicBezTo>
                    <a:pt x="719050" y="186512"/>
                    <a:pt x="719811" y="195270"/>
                    <a:pt x="719823" y="204032"/>
                  </a:cubicBezTo>
                  <a:cubicBezTo>
                    <a:pt x="719906" y="264747"/>
                    <a:pt x="719883" y="325463"/>
                    <a:pt x="719857" y="386178"/>
                  </a:cubicBezTo>
                  <a:cubicBezTo>
                    <a:pt x="719849" y="404283"/>
                    <a:pt x="706082" y="421209"/>
                    <a:pt x="687978" y="423886"/>
                  </a:cubicBezTo>
                  <a:cubicBezTo>
                    <a:pt x="674858" y="425826"/>
                    <a:pt x="662308" y="425454"/>
                    <a:pt x="651435" y="416877"/>
                  </a:cubicBezTo>
                  <a:cubicBezTo>
                    <a:pt x="647435" y="413721"/>
                    <a:pt x="643877" y="409857"/>
                    <a:pt x="640676" y="405867"/>
                  </a:cubicBezTo>
                  <a:cubicBezTo>
                    <a:pt x="633696" y="397171"/>
                    <a:pt x="624938" y="391669"/>
                    <a:pt x="614043" y="389384"/>
                  </a:cubicBezTo>
                  <a:cubicBezTo>
                    <a:pt x="600645" y="386575"/>
                    <a:pt x="588078" y="388733"/>
                    <a:pt x="576967" y="396591"/>
                  </a:cubicBezTo>
                  <a:cubicBezTo>
                    <a:pt x="562954" y="406500"/>
                    <a:pt x="555526" y="420560"/>
                    <a:pt x="556041" y="437637"/>
                  </a:cubicBezTo>
                  <a:cubicBezTo>
                    <a:pt x="556723" y="460255"/>
                    <a:pt x="573776" y="480655"/>
                    <a:pt x="597054" y="483778"/>
                  </a:cubicBezTo>
                  <a:cubicBezTo>
                    <a:pt x="617430" y="486511"/>
                    <a:pt x="632309" y="477929"/>
                    <a:pt x="644229" y="462350"/>
                  </a:cubicBezTo>
                  <a:cubicBezTo>
                    <a:pt x="650792" y="453772"/>
                    <a:pt x="659522" y="448650"/>
                    <a:pt x="670345" y="448495"/>
                  </a:cubicBezTo>
                  <a:cubicBezTo>
                    <a:pt x="678178" y="448383"/>
                    <a:pt x="686342" y="448457"/>
                    <a:pt x="693809" y="450480"/>
                  </a:cubicBezTo>
                  <a:cubicBezTo>
                    <a:pt x="708052" y="454338"/>
                    <a:pt x="715965" y="464842"/>
                    <a:pt x="718838" y="479114"/>
                  </a:cubicBezTo>
                  <a:cubicBezTo>
                    <a:pt x="719532" y="482559"/>
                    <a:pt x="719821" y="486141"/>
                    <a:pt x="719825" y="489660"/>
                  </a:cubicBezTo>
                  <a:lnTo>
                    <a:pt x="719537" y="627020"/>
                  </a:lnTo>
                  <a:lnTo>
                    <a:pt x="674640" y="627020"/>
                  </a:lnTo>
                  <a:lnTo>
                    <a:pt x="674679" y="497458"/>
                  </a:lnTo>
                  <a:cubicBezTo>
                    <a:pt x="637292" y="537970"/>
                    <a:pt x="579758" y="540348"/>
                    <a:pt x="540842" y="505252"/>
                  </a:cubicBezTo>
                  <a:cubicBezTo>
                    <a:pt x="509310" y="476816"/>
                    <a:pt x="498006" y="424074"/>
                    <a:pt x="528363" y="381738"/>
                  </a:cubicBezTo>
                  <a:cubicBezTo>
                    <a:pt x="542385" y="362183"/>
                    <a:pt x="561142" y="348966"/>
                    <a:pt x="584789" y="344725"/>
                  </a:cubicBezTo>
                  <a:cubicBezTo>
                    <a:pt x="619299" y="338536"/>
                    <a:pt x="649572" y="347716"/>
                    <a:pt x="673956" y="374384"/>
                  </a:cubicBezTo>
                  <a:cubicBezTo>
                    <a:pt x="673956" y="317027"/>
                    <a:pt x="673956" y="260608"/>
                    <a:pt x="673956" y="203818"/>
                  </a:cubicBezTo>
                  <a:cubicBezTo>
                    <a:pt x="671463" y="203818"/>
                    <a:pt x="669700" y="203818"/>
                    <a:pt x="667936" y="203818"/>
                  </a:cubicBezTo>
                  <a:cubicBezTo>
                    <a:pt x="619658" y="203818"/>
                    <a:pt x="571379" y="203868"/>
                    <a:pt x="523101" y="203773"/>
                  </a:cubicBezTo>
                  <a:cubicBezTo>
                    <a:pt x="513847" y="203755"/>
                    <a:pt x="504572" y="203462"/>
                    <a:pt x="495345" y="202775"/>
                  </a:cubicBezTo>
                  <a:cubicBezTo>
                    <a:pt x="475533" y="201301"/>
                    <a:pt x="459803" y="185357"/>
                    <a:pt x="459739" y="165245"/>
                  </a:cubicBezTo>
                  <a:cubicBezTo>
                    <a:pt x="459699" y="152317"/>
                    <a:pt x="464469" y="141240"/>
                    <a:pt x="475436" y="133433"/>
                  </a:cubicBezTo>
                  <a:cubicBezTo>
                    <a:pt x="477922" y="131663"/>
                    <a:pt x="480391" y="129723"/>
                    <a:pt x="482388" y="127441"/>
                  </a:cubicBezTo>
                  <a:cubicBezTo>
                    <a:pt x="493167" y="115122"/>
                    <a:pt x="498187" y="101209"/>
                    <a:pt x="495075" y="84549"/>
                  </a:cubicBezTo>
                  <a:cubicBezTo>
                    <a:pt x="490215" y="58531"/>
                    <a:pt x="464545" y="39982"/>
                    <a:pt x="437224" y="46867"/>
                  </a:cubicBezTo>
                  <a:cubicBezTo>
                    <a:pt x="416428" y="52107"/>
                    <a:pt x="403068" y="67831"/>
                    <a:pt x="400918" y="88021"/>
                  </a:cubicBezTo>
                  <a:cubicBezTo>
                    <a:pt x="398883" y="107139"/>
                    <a:pt x="406566" y="122741"/>
                    <a:pt x="422320" y="134092"/>
                  </a:cubicBezTo>
                  <a:cubicBezTo>
                    <a:pt x="437813" y="145255"/>
                    <a:pt x="441050" y="167227"/>
                    <a:pt x="432636" y="182933"/>
                  </a:cubicBezTo>
                  <a:cubicBezTo>
                    <a:pt x="424791" y="197578"/>
                    <a:pt x="411378" y="203752"/>
                    <a:pt x="395158" y="203779"/>
                  </a:cubicBezTo>
                  <a:cubicBezTo>
                    <a:pt x="335752" y="203877"/>
                    <a:pt x="276345" y="203818"/>
                    <a:pt x="216938" y="203818"/>
                  </a:cubicBezTo>
                  <a:cubicBezTo>
                    <a:pt x="215056" y="203818"/>
                    <a:pt x="213175" y="203818"/>
                    <a:pt x="212141" y="203818"/>
                  </a:cubicBezTo>
                  <a:cubicBezTo>
                    <a:pt x="212141" y="215917"/>
                    <a:pt x="212141" y="227294"/>
                    <a:pt x="212141" y="238670"/>
                  </a:cubicBezTo>
                  <a:cubicBezTo>
                    <a:pt x="212141" y="288421"/>
                    <a:pt x="212162" y="338173"/>
                    <a:pt x="212129" y="387924"/>
                  </a:cubicBezTo>
                  <a:cubicBezTo>
                    <a:pt x="212119" y="402236"/>
                    <a:pt x="201523" y="416917"/>
                    <a:pt x="187720" y="421984"/>
                  </a:cubicBezTo>
                  <a:cubicBezTo>
                    <a:pt x="178570" y="425343"/>
                    <a:pt x="169223" y="425356"/>
                    <a:pt x="159985" y="424564"/>
                  </a:cubicBezTo>
                  <a:cubicBezTo>
                    <a:pt x="150838" y="423779"/>
                    <a:pt x="142403" y="420171"/>
                    <a:pt x="135987" y="412980"/>
                  </a:cubicBezTo>
                  <a:cubicBezTo>
                    <a:pt x="131991" y="408501"/>
                    <a:pt x="128093" y="403891"/>
                    <a:pt x="123724" y="399796"/>
                  </a:cubicBezTo>
                  <a:cubicBezTo>
                    <a:pt x="112272" y="389064"/>
                    <a:pt x="98155" y="385865"/>
                    <a:pt x="83455" y="389225"/>
                  </a:cubicBezTo>
                  <a:cubicBezTo>
                    <a:pt x="62291" y="394062"/>
                    <a:pt x="49796" y="407928"/>
                    <a:pt x="46035" y="429682"/>
                  </a:cubicBezTo>
                  <a:cubicBezTo>
                    <a:pt x="43485" y="444437"/>
                    <a:pt x="47943" y="456991"/>
                    <a:pt x="57391" y="467728"/>
                  </a:cubicBezTo>
                  <a:cubicBezTo>
                    <a:pt x="68802" y="480696"/>
                    <a:pt x="83261" y="486826"/>
                    <a:pt x="100797" y="483682"/>
                  </a:cubicBezTo>
                  <a:cubicBezTo>
                    <a:pt x="112363" y="481609"/>
                    <a:pt x="122550" y="476576"/>
                    <a:pt x="129521" y="466984"/>
                  </a:cubicBezTo>
                  <a:cubicBezTo>
                    <a:pt x="136204" y="457789"/>
                    <a:pt x="144254" y="450778"/>
                    <a:pt x="155473" y="448839"/>
                  </a:cubicBezTo>
                  <a:cubicBezTo>
                    <a:pt x="162150" y="447686"/>
                    <a:pt x="169160" y="448523"/>
                    <a:pt x="176016" y="448337"/>
                  </a:cubicBezTo>
                  <a:cubicBezTo>
                    <a:pt x="194057" y="447847"/>
                    <a:pt x="212181" y="465515"/>
                    <a:pt x="212163" y="484264"/>
                  </a:cubicBezTo>
                  <a:cubicBezTo>
                    <a:pt x="212105" y="543017"/>
                    <a:pt x="212141" y="601769"/>
                    <a:pt x="212141" y="660522"/>
                  </a:cubicBezTo>
                  <a:cubicBezTo>
                    <a:pt x="212141" y="662410"/>
                    <a:pt x="212141" y="664297"/>
                    <a:pt x="212141" y="665946"/>
                  </a:cubicBezTo>
                  <a:cubicBezTo>
                    <a:pt x="271687" y="665946"/>
                    <a:pt x="330562" y="665946"/>
                    <a:pt x="389925" y="665946"/>
                  </a:cubicBezTo>
                  <a:cubicBezTo>
                    <a:pt x="345059" y="627397"/>
                    <a:pt x="347414" y="564279"/>
                    <a:pt x="382639" y="527889"/>
                  </a:cubicBezTo>
                  <a:cubicBezTo>
                    <a:pt x="413545" y="495961"/>
                    <a:pt x="471167" y="485971"/>
                    <a:pt x="514491" y="526615"/>
                  </a:cubicBezTo>
                  <a:cubicBezTo>
                    <a:pt x="530676" y="541798"/>
                    <a:pt x="540067" y="561528"/>
                    <a:pt x="541921" y="583731"/>
                  </a:cubicBezTo>
                  <a:cubicBezTo>
                    <a:pt x="544636" y="616250"/>
                    <a:pt x="533833" y="643998"/>
                    <a:pt x="507949" y="666330"/>
                  </a:cubicBezTo>
                  <a:lnTo>
                    <a:pt x="635399" y="666708"/>
                  </a:lnTo>
                  <a:lnTo>
                    <a:pt x="635399" y="711570"/>
                  </a:lnTo>
                  <a:lnTo>
                    <a:pt x="497913" y="711516"/>
                  </a:lnTo>
                  <a:cubicBezTo>
                    <a:pt x="480860" y="711490"/>
                    <a:pt x="464381" y="698612"/>
                    <a:pt x="461577" y="680727"/>
                  </a:cubicBezTo>
                  <a:cubicBezTo>
                    <a:pt x="459384" y="666747"/>
                    <a:pt x="459343" y="653049"/>
                    <a:pt x="468504" y="641166"/>
                  </a:cubicBezTo>
                  <a:cubicBezTo>
                    <a:pt x="471411" y="637394"/>
                    <a:pt x="475090" y="634116"/>
                    <a:pt x="478801" y="631085"/>
                  </a:cubicBezTo>
                  <a:cubicBezTo>
                    <a:pt x="492447" y="619938"/>
                    <a:pt x="498587" y="605275"/>
                    <a:pt x="496711" y="588209"/>
                  </a:cubicBezTo>
                  <a:cubicBezTo>
                    <a:pt x="494517" y="568263"/>
                    <a:pt x="481355" y="551804"/>
                    <a:pt x="459764" y="546627"/>
                  </a:cubicBezTo>
                  <a:cubicBezTo>
                    <a:pt x="433167" y="540249"/>
                    <a:pt x="406881" y="558881"/>
                    <a:pt x="402559" y="584622"/>
                  </a:cubicBezTo>
                  <a:cubicBezTo>
                    <a:pt x="399078" y="605353"/>
                    <a:pt x="406363" y="621481"/>
                    <a:pt x="422773" y="633655"/>
                  </a:cubicBezTo>
                  <a:cubicBezTo>
                    <a:pt x="430474" y="639367"/>
                    <a:pt x="434949" y="646882"/>
                    <a:pt x="436848" y="655748"/>
                  </a:cubicBezTo>
                  <a:cubicBezTo>
                    <a:pt x="439127" y="666378"/>
                    <a:pt x="439057" y="677201"/>
                    <a:pt x="435040" y="687593"/>
                  </a:cubicBezTo>
                  <a:cubicBezTo>
                    <a:pt x="430083" y="700415"/>
                    <a:pt x="416294" y="711494"/>
                    <a:pt x="401597" y="711510"/>
                  </a:cubicBezTo>
                  <a:cubicBezTo>
                    <a:pt x="330899" y="711584"/>
                    <a:pt x="260199" y="711370"/>
                    <a:pt x="189503" y="711713"/>
                  </a:cubicBezTo>
                  <a:cubicBezTo>
                    <a:pt x="177644" y="711771"/>
                    <a:pt x="166896" y="700630"/>
                    <a:pt x="166916" y="689077"/>
                  </a:cubicBezTo>
                  <a:cubicBezTo>
                    <a:pt x="167023" y="626397"/>
                    <a:pt x="166967" y="563718"/>
                    <a:pt x="166967" y="501039"/>
                  </a:cubicBezTo>
                  <a:cubicBezTo>
                    <a:pt x="166967" y="499289"/>
                    <a:pt x="166967" y="497539"/>
                    <a:pt x="166967" y="494021"/>
                  </a:cubicBezTo>
                  <a:cubicBezTo>
                    <a:pt x="137720" y="526614"/>
                    <a:pt x="103016" y="537600"/>
                    <a:pt x="62473" y="524530"/>
                  </a:cubicBezTo>
                  <a:cubicBezTo>
                    <a:pt x="40810" y="517547"/>
                    <a:pt x="24138" y="503269"/>
                    <a:pt x="12564" y="483184"/>
                  </a:cubicBezTo>
                  <a:cubicBezTo>
                    <a:pt x="-12947" y="438913"/>
                    <a:pt x="2126" y="384384"/>
                    <a:pt x="42115" y="357972"/>
                  </a:cubicBezTo>
                  <a:cubicBezTo>
                    <a:pt x="82102" y="331562"/>
                    <a:pt x="136793" y="340951"/>
                    <a:pt x="166448" y="378186"/>
                  </a:cubicBezTo>
                  <a:cubicBezTo>
                    <a:pt x="166448" y="304713"/>
                    <a:pt x="166448" y="231890"/>
                    <a:pt x="166448" y="158799"/>
                  </a:cubicBezTo>
                  <a:cubicBezTo>
                    <a:pt x="237725" y="158799"/>
                    <a:pt x="309027" y="158799"/>
                    <a:pt x="381267" y="158799"/>
                  </a:cubicBezTo>
                  <a:cubicBezTo>
                    <a:pt x="363541" y="139196"/>
                    <a:pt x="354889" y="116943"/>
                    <a:pt x="355468" y="91122"/>
                  </a:cubicBezTo>
                  <a:cubicBezTo>
                    <a:pt x="356049" y="65247"/>
                    <a:pt x="365775" y="43077"/>
                    <a:pt x="384256" y="25651"/>
                  </a:cubicBezTo>
                  <a:cubicBezTo>
                    <a:pt x="405132" y="5966"/>
                    <a:pt x="430279" y="-1380"/>
                    <a:pt x="454032" y="210"/>
                  </a:cubicBezTo>
                  <a:close/>
                </a:path>
              </a:pathLst>
            </a:custGeom>
            <a:grpFill/>
            <a:ln w="6350" cap="flat">
              <a:noFill/>
              <a:prstDash val="solid"/>
              <a:miter/>
            </a:ln>
          </p:spPr>
          <p:txBody>
            <a:bodyPr wrap="square" rtlCol="0" anchor="ctr">
              <a:noAutofit/>
            </a:bodyPr>
            <a:lstStyle/>
            <a:p>
              <a:endParaRPr lang="en-US"/>
            </a:p>
          </p:txBody>
        </p:sp>
        <p:sp>
          <p:nvSpPr>
            <p:cNvPr id="2099" name="Freeform: Shape 2098">
              <a:extLst>
                <a:ext uri="{FF2B5EF4-FFF2-40B4-BE49-F238E27FC236}">
                  <a16:creationId xmlns:a16="http://schemas.microsoft.com/office/drawing/2014/main" id="{6EC13C4D-88E2-8ED7-EA67-3DEC21DAB32C}"/>
                </a:ext>
                <a:ext uri="{C183D7F6-B498-43B3-948B-1728B52AA6E4}">
                  <adec:decorative xmlns:adec="http://schemas.microsoft.com/office/drawing/2017/decorative" val="1"/>
                </a:ext>
              </a:extLst>
            </p:cNvPr>
            <p:cNvSpPr/>
            <p:nvPr/>
          </p:nvSpPr>
          <p:spPr>
            <a:xfrm>
              <a:off x="11239524" y="3784454"/>
              <a:ext cx="312714" cy="309361"/>
            </a:xfrm>
            <a:custGeom>
              <a:avLst/>
              <a:gdLst>
                <a:gd name="connsiteX0" fmla="*/ 4058937 w 4690708"/>
                <a:gd name="connsiteY0" fmla="*/ 4009022 h 4640412"/>
                <a:gd name="connsiteX1" fmla="*/ 4690708 w 4690708"/>
                <a:gd name="connsiteY1" fmla="*/ 4009022 h 4640412"/>
                <a:gd name="connsiteX2" fmla="*/ 4690708 w 4690708"/>
                <a:gd name="connsiteY2" fmla="*/ 4640412 h 4640412"/>
                <a:gd name="connsiteX3" fmla="*/ 4058937 w 4690708"/>
                <a:gd name="connsiteY3" fmla="*/ 4640412 h 4640412"/>
                <a:gd name="connsiteX4" fmla="*/ 3364913 w 4690708"/>
                <a:gd name="connsiteY4" fmla="*/ 3140906 h 4640412"/>
                <a:gd name="connsiteX5" fmla="*/ 3186455 w 4690708"/>
                <a:gd name="connsiteY5" fmla="*/ 3270473 h 4640412"/>
                <a:gd name="connsiteX6" fmla="*/ 3165518 w 4690708"/>
                <a:gd name="connsiteY6" fmla="*/ 3517564 h 4640412"/>
                <a:gd name="connsiteX7" fmla="*/ 3199223 w 4690708"/>
                <a:gd name="connsiteY7" fmla="*/ 3630518 h 4640412"/>
                <a:gd name="connsiteX8" fmla="*/ 3495176 w 4690708"/>
                <a:gd name="connsiteY8" fmla="*/ 3674342 h 4640412"/>
                <a:gd name="connsiteX9" fmla="*/ 3557699 w 4690708"/>
                <a:gd name="connsiteY9" fmla="*/ 3505423 h 4640412"/>
                <a:gd name="connsiteX10" fmla="*/ 3490114 w 4690708"/>
                <a:gd name="connsiteY10" fmla="*/ 3193703 h 4640412"/>
                <a:gd name="connsiteX11" fmla="*/ 3364913 w 4690708"/>
                <a:gd name="connsiteY11" fmla="*/ 3140906 h 4640412"/>
                <a:gd name="connsiteX12" fmla="*/ 3717118 w 4690708"/>
                <a:gd name="connsiteY12" fmla="*/ 3071607 h 4640412"/>
                <a:gd name="connsiteX13" fmla="*/ 3925432 w 4690708"/>
                <a:gd name="connsiteY13" fmla="*/ 3071607 h 4640412"/>
                <a:gd name="connsiteX14" fmla="*/ 3925432 w 4690708"/>
                <a:gd name="connsiteY14" fmla="*/ 3804671 h 4640412"/>
                <a:gd name="connsiteX15" fmla="*/ 3873243 w 4690708"/>
                <a:gd name="connsiteY15" fmla="*/ 3804663 h 4640412"/>
                <a:gd name="connsiteX16" fmla="*/ 3835174 w 4690708"/>
                <a:gd name="connsiteY16" fmla="*/ 3761277 h 4640412"/>
                <a:gd name="connsiteX17" fmla="*/ 3835240 w 4690708"/>
                <a:gd name="connsiteY17" fmla="*/ 3196901 h 4640412"/>
                <a:gd name="connsiteX18" fmla="*/ 3835240 w 4690708"/>
                <a:gd name="connsiteY18" fmla="*/ 3153864 h 4640412"/>
                <a:gd name="connsiteX19" fmla="*/ 3717118 w 4690708"/>
                <a:gd name="connsiteY19" fmla="*/ 3153864 h 4640412"/>
                <a:gd name="connsiteX20" fmla="*/ 3717118 w 4690708"/>
                <a:gd name="connsiteY20" fmla="*/ 3071607 h 4640412"/>
                <a:gd name="connsiteX21" fmla="*/ 303270 w 4690708"/>
                <a:gd name="connsiteY21" fmla="*/ 3051896 h 4640412"/>
                <a:gd name="connsiteX22" fmla="*/ 510407 w 4690708"/>
                <a:gd name="connsiteY22" fmla="*/ 3051896 h 4640412"/>
                <a:gd name="connsiteX23" fmla="*/ 510407 w 4690708"/>
                <a:gd name="connsiteY23" fmla="*/ 3792425 h 4640412"/>
                <a:gd name="connsiteX24" fmla="*/ 411485 w 4690708"/>
                <a:gd name="connsiteY24" fmla="*/ 3792425 h 4640412"/>
                <a:gd name="connsiteX25" fmla="*/ 411485 w 4690708"/>
                <a:gd name="connsiteY25" fmla="*/ 3590112 h 4640412"/>
                <a:gd name="connsiteX26" fmla="*/ 411485 w 4690708"/>
                <a:gd name="connsiteY26" fmla="*/ 3144021 h 4640412"/>
                <a:gd name="connsiteX27" fmla="*/ 303270 w 4690708"/>
                <a:gd name="connsiteY27" fmla="*/ 3144021 h 4640412"/>
                <a:gd name="connsiteX28" fmla="*/ 303270 w 4690708"/>
                <a:gd name="connsiteY28" fmla="*/ 3051896 h 4640412"/>
                <a:gd name="connsiteX29" fmla="*/ 4721 w 4690708"/>
                <a:gd name="connsiteY29" fmla="*/ 3051877 h 4640412"/>
                <a:gd name="connsiteX30" fmla="*/ 202557 w 4690708"/>
                <a:gd name="connsiteY30" fmla="*/ 3051877 h 4640412"/>
                <a:gd name="connsiteX31" fmla="*/ 202557 w 4690708"/>
                <a:gd name="connsiteY31" fmla="*/ 3792445 h 4640412"/>
                <a:gd name="connsiteX32" fmla="*/ 112949 w 4690708"/>
                <a:gd name="connsiteY32" fmla="*/ 3792445 h 4640412"/>
                <a:gd name="connsiteX33" fmla="*/ 112949 w 4690708"/>
                <a:gd name="connsiteY33" fmla="*/ 3506147 h 4640412"/>
                <a:gd name="connsiteX34" fmla="*/ 112949 w 4690708"/>
                <a:gd name="connsiteY34" fmla="*/ 3143987 h 4640412"/>
                <a:gd name="connsiteX35" fmla="*/ 4721 w 4690708"/>
                <a:gd name="connsiteY35" fmla="*/ 3143987 h 4640412"/>
                <a:gd name="connsiteX36" fmla="*/ 4721 w 4690708"/>
                <a:gd name="connsiteY36" fmla="*/ 3051877 h 4640412"/>
                <a:gd name="connsiteX37" fmla="*/ 3393436 w 4690708"/>
                <a:gd name="connsiteY37" fmla="*/ 3050347 h 4640412"/>
                <a:gd name="connsiteX38" fmla="*/ 3620031 w 4690708"/>
                <a:gd name="connsiteY38" fmla="*/ 3212567 h 4640412"/>
                <a:gd name="connsiteX39" fmla="*/ 3628059 w 4690708"/>
                <a:gd name="connsiteY39" fmla="*/ 3644625 h 4640412"/>
                <a:gd name="connsiteX40" fmla="*/ 3417092 w 4690708"/>
                <a:gd name="connsiteY40" fmla="*/ 3821257 h 4640412"/>
                <a:gd name="connsiteX41" fmla="*/ 3138761 w 4690708"/>
                <a:gd name="connsiteY41" fmla="*/ 3719657 h 4640412"/>
                <a:gd name="connsiteX42" fmla="*/ 3109949 w 4690708"/>
                <a:gd name="connsiteY42" fmla="*/ 3679649 h 4640412"/>
                <a:gd name="connsiteX43" fmla="*/ 3136522 w 4690708"/>
                <a:gd name="connsiteY43" fmla="*/ 3161964 h 4640412"/>
                <a:gd name="connsiteX44" fmla="*/ 3393436 w 4690708"/>
                <a:gd name="connsiteY44" fmla="*/ 3050347 h 4640412"/>
                <a:gd name="connsiteX45" fmla="*/ 1572786 w 4690708"/>
                <a:gd name="connsiteY45" fmla="*/ 1652223 h 4640412"/>
                <a:gd name="connsiteX46" fmla="*/ 1417254 w 4690708"/>
                <a:gd name="connsiteY46" fmla="*/ 1740322 h 4640412"/>
                <a:gd name="connsiteX47" fmla="*/ 1391795 w 4690708"/>
                <a:gd name="connsiteY47" fmla="*/ 2102150 h 4640412"/>
                <a:gd name="connsiteX48" fmla="*/ 1684140 w 4690708"/>
                <a:gd name="connsiteY48" fmla="*/ 2209897 h 4640412"/>
                <a:gd name="connsiteX49" fmla="*/ 1717219 w 4690708"/>
                <a:gd name="connsiteY49" fmla="*/ 2171617 h 4640412"/>
                <a:gd name="connsiteX50" fmla="*/ 1736481 w 4690708"/>
                <a:gd name="connsiteY50" fmla="*/ 1765888 h 4640412"/>
                <a:gd name="connsiteX51" fmla="*/ 1572786 w 4690708"/>
                <a:gd name="connsiteY51" fmla="*/ 1652223 h 4640412"/>
                <a:gd name="connsiteX52" fmla="*/ 294858 w 4690708"/>
                <a:gd name="connsiteY52" fmla="*/ 1650186 h 4640412"/>
                <a:gd name="connsiteX53" fmla="*/ 128435 w 4690708"/>
                <a:gd name="connsiteY53" fmla="*/ 1769737 h 4640412"/>
                <a:gd name="connsiteX54" fmla="*/ 131673 w 4690708"/>
                <a:gd name="connsiteY54" fmla="*/ 2139933 h 4640412"/>
                <a:gd name="connsiteX55" fmla="*/ 297689 w 4690708"/>
                <a:gd name="connsiteY55" fmla="*/ 2247733 h 4640412"/>
                <a:gd name="connsiteX56" fmla="*/ 459819 w 4690708"/>
                <a:gd name="connsiteY56" fmla="*/ 2139939 h 4640412"/>
                <a:gd name="connsiteX57" fmla="*/ 495560 w 4690708"/>
                <a:gd name="connsiteY57" fmla="*/ 1920099 h 4640412"/>
                <a:gd name="connsiteX58" fmla="*/ 294858 w 4690708"/>
                <a:gd name="connsiteY58" fmla="*/ 1650186 h 4640412"/>
                <a:gd name="connsiteX59" fmla="*/ 657799 w 4690708"/>
                <a:gd name="connsiteY59" fmla="*/ 1587262 h 4640412"/>
                <a:gd name="connsiteX60" fmla="*/ 859274 w 4690708"/>
                <a:gd name="connsiteY60" fmla="*/ 1587262 h 4640412"/>
                <a:gd name="connsiteX61" fmla="*/ 859274 w 4690708"/>
                <a:gd name="connsiteY61" fmla="*/ 1724350 h 4640412"/>
                <a:gd name="connsiteX62" fmla="*/ 859274 w 4690708"/>
                <a:gd name="connsiteY62" fmla="*/ 2318416 h 4640412"/>
                <a:gd name="connsiteX63" fmla="*/ 767653 w 4690708"/>
                <a:gd name="connsiteY63" fmla="*/ 2318416 h 4640412"/>
                <a:gd name="connsiteX64" fmla="*/ 767653 w 4690708"/>
                <a:gd name="connsiteY64" fmla="*/ 1670062 h 4640412"/>
                <a:gd name="connsiteX65" fmla="*/ 657799 w 4690708"/>
                <a:gd name="connsiteY65" fmla="*/ 1670062 h 4640412"/>
                <a:gd name="connsiteX66" fmla="*/ 657799 w 4690708"/>
                <a:gd name="connsiteY66" fmla="*/ 1587262 h 4640412"/>
                <a:gd name="connsiteX67" fmla="*/ 1164339 w 4690708"/>
                <a:gd name="connsiteY67" fmla="*/ 1584678 h 4640412"/>
                <a:gd name="connsiteX68" fmla="*/ 1164339 w 4690708"/>
                <a:gd name="connsiteY68" fmla="*/ 2317789 h 4640412"/>
                <a:gd name="connsiteX69" fmla="*/ 1075001 w 4690708"/>
                <a:gd name="connsiteY69" fmla="*/ 2317789 h 4640412"/>
                <a:gd name="connsiteX70" fmla="*/ 1075001 w 4690708"/>
                <a:gd name="connsiteY70" fmla="*/ 1669469 h 4640412"/>
                <a:gd name="connsiteX71" fmla="*/ 952653 w 4690708"/>
                <a:gd name="connsiteY71" fmla="*/ 1669469 h 4640412"/>
                <a:gd name="connsiteX72" fmla="*/ 952826 w 4690708"/>
                <a:gd name="connsiteY72" fmla="*/ 1604849 h 4640412"/>
                <a:gd name="connsiteX73" fmla="*/ 971512 w 4690708"/>
                <a:gd name="connsiteY73" fmla="*/ 1585370 h 4640412"/>
                <a:gd name="connsiteX74" fmla="*/ 1164339 w 4690708"/>
                <a:gd name="connsiteY74" fmla="*/ 1584678 h 4640412"/>
                <a:gd name="connsiteX75" fmla="*/ 1550192 w 4690708"/>
                <a:gd name="connsiteY75" fmla="*/ 1566606 h 4640412"/>
                <a:gd name="connsiteX76" fmla="*/ 1693994 w 4690708"/>
                <a:gd name="connsiteY76" fmla="*/ 1586485 h 4640412"/>
                <a:gd name="connsiteX77" fmla="*/ 1865735 w 4690708"/>
                <a:gd name="connsiteY77" fmla="*/ 1879723 h 4640412"/>
                <a:gd name="connsiteX78" fmla="*/ 1856271 w 4690708"/>
                <a:gd name="connsiteY78" fmla="*/ 2087476 h 4640412"/>
                <a:gd name="connsiteX79" fmla="*/ 1446044 w 4690708"/>
                <a:gd name="connsiteY79" fmla="*/ 2314301 h 4640412"/>
                <a:gd name="connsiteX80" fmla="*/ 1280852 w 4690708"/>
                <a:gd name="connsiteY80" fmla="*/ 2084706 h 4640412"/>
                <a:gd name="connsiteX81" fmla="*/ 1306258 w 4690708"/>
                <a:gd name="connsiteY81" fmla="*/ 1739772 h 4640412"/>
                <a:gd name="connsiteX82" fmla="*/ 1550192 w 4690708"/>
                <a:gd name="connsiteY82" fmla="*/ 1566606 h 4640412"/>
                <a:gd name="connsiteX83" fmla="*/ 307021 w 4690708"/>
                <a:gd name="connsiteY83" fmla="*/ 1564866 h 4640412"/>
                <a:gd name="connsiteX84" fmla="*/ 563903 w 4690708"/>
                <a:gd name="connsiteY84" fmla="*/ 1749174 h 4640412"/>
                <a:gd name="connsiteX85" fmla="*/ 575923 w 4690708"/>
                <a:gd name="connsiteY85" fmla="*/ 2119712 h 4640412"/>
                <a:gd name="connsiteX86" fmla="*/ 324410 w 4690708"/>
                <a:gd name="connsiteY86" fmla="*/ 2339916 h 4640412"/>
                <a:gd name="connsiteX87" fmla="*/ 1601 w 4690708"/>
                <a:gd name="connsiteY87" fmla="*/ 2017158 h 4640412"/>
                <a:gd name="connsiteX88" fmla="*/ 28106 w 4690708"/>
                <a:gd name="connsiteY88" fmla="*/ 1748120 h 4640412"/>
                <a:gd name="connsiteX89" fmla="*/ 307021 w 4690708"/>
                <a:gd name="connsiteY89" fmla="*/ 1564866 h 4640412"/>
                <a:gd name="connsiteX90" fmla="*/ 3178304 w 4690708"/>
                <a:gd name="connsiteY90" fmla="*/ 102149 h 4640412"/>
                <a:gd name="connsiteX91" fmla="*/ 3004798 w 4690708"/>
                <a:gd name="connsiteY91" fmla="*/ 263694 h 4640412"/>
                <a:gd name="connsiteX92" fmla="*/ 3000234 w 4690708"/>
                <a:gd name="connsiteY92" fmla="*/ 574445 h 4640412"/>
                <a:gd name="connsiteX93" fmla="*/ 3128197 w 4690708"/>
                <a:gd name="connsiteY93" fmla="*/ 741526 h 4640412"/>
                <a:gd name="connsiteX94" fmla="*/ 3391793 w 4690708"/>
                <a:gd name="connsiteY94" fmla="*/ 624056 h 4640412"/>
                <a:gd name="connsiteX95" fmla="*/ 3393089 w 4690708"/>
                <a:gd name="connsiteY95" fmla="*/ 237125 h 4640412"/>
                <a:gd name="connsiteX96" fmla="*/ 3178304 w 4690708"/>
                <a:gd name="connsiteY96" fmla="*/ 102149 h 4640412"/>
                <a:gd name="connsiteX97" fmla="*/ 643545 w 4690708"/>
                <a:gd name="connsiteY97" fmla="*/ 100523 h 4640412"/>
                <a:gd name="connsiteX98" fmla="*/ 470710 w 4690708"/>
                <a:gd name="connsiteY98" fmla="*/ 263150 h 4640412"/>
                <a:gd name="connsiteX99" fmla="*/ 460470 w 4690708"/>
                <a:gd name="connsiteY99" fmla="*/ 550777 h 4640412"/>
                <a:gd name="connsiteX100" fmla="*/ 627229 w 4690708"/>
                <a:gd name="connsiteY100" fmla="*/ 753488 h 4640412"/>
                <a:gd name="connsiteX101" fmla="*/ 863343 w 4690708"/>
                <a:gd name="connsiteY101" fmla="*/ 612500 h 4640412"/>
                <a:gd name="connsiteX102" fmla="*/ 864192 w 4690708"/>
                <a:gd name="connsiteY102" fmla="*/ 244829 h 4640412"/>
                <a:gd name="connsiteX103" fmla="*/ 643545 w 4690708"/>
                <a:gd name="connsiteY103" fmla="*/ 100523 h 4640412"/>
                <a:gd name="connsiteX104" fmla="*/ 1405741 w 4690708"/>
                <a:gd name="connsiteY104" fmla="*/ 99498 h 4640412"/>
                <a:gd name="connsiteX105" fmla="*/ 1240697 w 4690708"/>
                <a:gd name="connsiteY105" fmla="*/ 189086 h 4640412"/>
                <a:gd name="connsiteX106" fmla="*/ 1222797 w 4690708"/>
                <a:gd name="connsiteY106" fmla="*/ 215663 h 4640412"/>
                <a:gd name="connsiteX107" fmla="*/ 1222853 w 4690708"/>
                <a:gd name="connsiteY107" fmla="*/ 636375 h 4640412"/>
                <a:gd name="connsiteX108" fmla="*/ 1398991 w 4690708"/>
                <a:gd name="connsiteY108" fmla="*/ 754335 h 4640412"/>
                <a:gd name="connsiteX109" fmla="*/ 1583144 w 4690708"/>
                <a:gd name="connsiteY109" fmla="*/ 642024 h 4640412"/>
                <a:gd name="connsiteX110" fmla="*/ 1620595 w 4690708"/>
                <a:gd name="connsiteY110" fmla="*/ 344469 h 4640412"/>
                <a:gd name="connsiteX111" fmla="*/ 1552490 w 4690708"/>
                <a:gd name="connsiteY111" fmla="*/ 168161 h 4640412"/>
                <a:gd name="connsiteX112" fmla="*/ 1405741 w 4690708"/>
                <a:gd name="connsiteY112" fmla="*/ 99498 h 4640412"/>
                <a:gd name="connsiteX113" fmla="*/ 2478862 w 4690708"/>
                <a:gd name="connsiteY113" fmla="*/ 98862 h 4640412"/>
                <a:gd name="connsiteX114" fmla="*/ 2312034 w 4690708"/>
                <a:gd name="connsiteY114" fmla="*/ 182974 h 4640412"/>
                <a:gd name="connsiteX115" fmla="*/ 2278022 w 4690708"/>
                <a:gd name="connsiteY115" fmla="*/ 615223 h 4640412"/>
                <a:gd name="connsiteX116" fmla="*/ 2290021 w 4690708"/>
                <a:gd name="connsiteY116" fmla="*/ 640086 h 4640412"/>
                <a:gd name="connsiteX117" fmla="*/ 2477629 w 4690708"/>
                <a:gd name="connsiteY117" fmla="*/ 754483 h 4640412"/>
                <a:gd name="connsiteX118" fmla="*/ 2654287 w 4690708"/>
                <a:gd name="connsiteY118" fmla="*/ 634944 h 4640412"/>
                <a:gd name="connsiteX119" fmla="*/ 2688009 w 4690708"/>
                <a:gd name="connsiteY119" fmla="*/ 372675 h 4640412"/>
                <a:gd name="connsiteX120" fmla="*/ 2641985 w 4690708"/>
                <a:gd name="connsiteY120" fmla="*/ 197634 h 4640412"/>
                <a:gd name="connsiteX121" fmla="*/ 2478862 w 4690708"/>
                <a:gd name="connsiteY121" fmla="*/ 98862 h 4640412"/>
                <a:gd name="connsiteX122" fmla="*/ 1805229 w 4690708"/>
                <a:gd name="connsiteY122" fmla="*/ 19949 h 4640412"/>
                <a:gd name="connsiteX123" fmla="*/ 2025407 w 4690708"/>
                <a:gd name="connsiteY123" fmla="*/ 19949 h 4640412"/>
                <a:gd name="connsiteX124" fmla="*/ 2025407 w 4690708"/>
                <a:gd name="connsiteY124" fmla="*/ 688749 h 4640412"/>
                <a:gd name="connsiteX125" fmla="*/ 2025407 w 4690708"/>
                <a:gd name="connsiteY125" fmla="*/ 835134 h 4640412"/>
                <a:gd name="connsiteX126" fmla="*/ 1924399 w 4690708"/>
                <a:gd name="connsiteY126" fmla="*/ 835134 h 4640412"/>
                <a:gd name="connsiteX127" fmla="*/ 1924399 w 4690708"/>
                <a:gd name="connsiteY127" fmla="*/ 121378 h 4640412"/>
                <a:gd name="connsiteX128" fmla="*/ 1805229 w 4690708"/>
                <a:gd name="connsiteY128" fmla="*/ 121378 h 4640412"/>
                <a:gd name="connsiteX129" fmla="*/ 1805229 w 4690708"/>
                <a:gd name="connsiteY129" fmla="*/ 19949 h 4640412"/>
                <a:gd name="connsiteX130" fmla="*/ 4294 w 4690708"/>
                <a:gd name="connsiteY130" fmla="*/ 17090 h 4640412"/>
                <a:gd name="connsiteX131" fmla="*/ 167795 w 4690708"/>
                <a:gd name="connsiteY131" fmla="*/ 17090 h 4640412"/>
                <a:gd name="connsiteX132" fmla="*/ 221557 w 4690708"/>
                <a:gd name="connsiteY132" fmla="*/ 17090 h 4640412"/>
                <a:gd name="connsiteX133" fmla="*/ 221557 w 4690708"/>
                <a:gd name="connsiteY133" fmla="*/ 835524 h 4640412"/>
                <a:gd name="connsiteX134" fmla="*/ 123102 w 4690708"/>
                <a:gd name="connsiteY134" fmla="*/ 835524 h 4640412"/>
                <a:gd name="connsiteX135" fmla="*/ 123102 w 4690708"/>
                <a:gd name="connsiteY135" fmla="*/ 120531 h 4640412"/>
                <a:gd name="connsiteX136" fmla="*/ 4294 w 4690708"/>
                <a:gd name="connsiteY136" fmla="*/ 120531 h 4640412"/>
                <a:gd name="connsiteX137" fmla="*/ 4294 w 4690708"/>
                <a:gd name="connsiteY137" fmla="*/ 17090 h 4640412"/>
                <a:gd name="connsiteX138" fmla="*/ 650904 w 4690708"/>
                <a:gd name="connsiteY138" fmla="*/ 1629 h 4640412"/>
                <a:gd name="connsiteX139" fmla="*/ 989698 w 4690708"/>
                <a:gd name="connsiteY139" fmla="*/ 290855 h 4640412"/>
                <a:gd name="connsiteX140" fmla="*/ 979915 w 4690708"/>
                <a:gd name="connsiteY140" fmla="*/ 606553 h 4640412"/>
                <a:gd name="connsiteX141" fmla="*/ 668356 w 4690708"/>
                <a:gd name="connsiteY141" fmla="*/ 854389 h 4640412"/>
                <a:gd name="connsiteX142" fmla="*/ 374358 w 4690708"/>
                <a:gd name="connsiteY142" fmla="*/ 641730 h 4640412"/>
                <a:gd name="connsiteX143" fmla="*/ 364759 w 4690708"/>
                <a:gd name="connsiteY143" fmla="*/ 242453 h 4640412"/>
                <a:gd name="connsiteX144" fmla="*/ 574893 w 4690708"/>
                <a:gd name="connsiteY144" fmla="*/ 15698 h 4640412"/>
                <a:gd name="connsiteX145" fmla="*/ 650904 w 4690708"/>
                <a:gd name="connsiteY145" fmla="*/ 1629 h 4640412"/>
                <a:gd name="connsiteX146" fmla="*/ 2458885 w 4690708"/>
                <a:gd name="connsiteY146" fmla="*/ 1348 h 4640412"/>
                <a:gd name="connsiteX147" fmla="*/ 2524715 w 4690708"/>
                <a:gd name="connsiteY147" fmla="*/ 5910 h 4640412"/>
                <a:gd name="connsiteX148" fmla="*/ 2763228 w 4690708"/>
                <a:gd name="connsiteY148" fmla="*/ 200326 h 4640412"/>
                <a:gd name="connsiteX149" fmla="*/ 2753614 w 4690708"/>
                <a:gd name="connsiteY149" fmla="*/ 675654 h 4640412"/>
                <a:gd name="connsiteX150" fmla="*/ 2614753 w 4690708"/>
                <a:gd name="connsiteY150" fmla="*/ 822831 h 4640412"/>
                <a:gd name="connsiteX151" fmla="*/ 2269824 w 4690708"/>
                <a:gd name="connsiteY151" fmla="*/ 786075 h 4640412"/>
                <a:gd name="connsiteX152" fmla="*/ 2149418 w 4690708"/>
                <a:gd name="connsiteY152" fmla="*/ 541297 h 4640412"/>
                <a:gd name="connsiteX153" fmla="*/ 2166978 w 4690708"/>
                <a:gd name="connsiteY153" fmla="*/ 247435 h 4640412"/>
                <a:gd name="connsiteX154" fmla="*/ 2458885 w 4690708"/>
                <a:gd name="connsiteY154" fmla="*/ 1348 h 4640412"/>
                <a:gd name="connsiteX155" fmla="*/ 1380643 w 4690708"/>
                <a:gd name="connsiteY155" fmla="*/ 994 h 4640412"/>
                <a:gd name="connsiteX156" fmla="*/ 1493797 w 4690708"/>
                <a:gd name="connsiteY156" fmla="*/ 13499 h 4640412"/>
                <a:gd name="connsiteX157" fmla="*/ 1602788 w 4690708"/>
                <a:gd name="connsiteY157" fmla="*/ 65668 h 4640412"/>
                <a:gd name="connsiteX158" fmla="*/ 1729704 w 4690708"/>
                <a:gd name="connsiteY158" fmla="*/ 350137 h 4640412"/>
                <a:gd name="connsiteX159" fmla="*/ 1677124 w 4690708"/>
                <a:gd name="connsiteY159" fmla="*/ 694371 h 4640412"/>
                <a:gd name="connsiteX160" fmla="*/ 1393127 w 4690708"/>
                <a:gd name="connsiteY160" fmla="*/ 856343 h 4640412"/>
                <a:gd name="connsiteX161" fmla="*/ 1110835 w 4690708"/>
                <a:gd name="connsiteY161" fmla="*/ 650493 h 4640412"/>
                <a:gd name="connsiteX162" fmla="*/ 1122578 w 4690708"/>
                <a:gd name="connsiteY162" fmla="*/ 179635 h 4640412"/>
                <a:gd name="connsiteX163" fmla="*/ 1380643 w 4690708"/>
                <a:gd name="connsiteY163" fmla="*/ 994 h 4640412"/>
                <a:gd name="connsiteX164" fmla="*/ 3194552 w 4690708"/>
                <a:gd name="connsiteY164" fmla="*/ 179 h 4640412"/>
                <a:gd name="connsiteX165" fmla="*/ 3475111 w 4690708"/>
                <a:gd name="connsiteY165" fmla="*/ 156434 h 4640412"/>
                <a:gd name="connsiteX166" fmla="*/ 3527715 w 4690708"/>
                <a:gd name="connsiteY166" fmla="*/ 494747 h 4640412"/>
                <a:gd name="connsiteX167" fmla="*/ 3490945 w 4690708"/>
                <a:gd name="connsiteY167" fmla="*/ 663662 h 4640412"/>
                <a:gd name="connsiteX168" fmla="*/ 3118221 w 4690708"/>
                <a:gd name="connsiteY168" fmla="*/ 843269 h 4640412"/>
                <a:gd name="connsiteX169" fmla="*/ 2887601 w 4690708"/>
                <a:gd name="connsiteY169" fmla="*/ 573660 h 4640412"/>
                <a:gd name="connsiteX170" fmla="*/ 2927388 w 4690708"/>
                <a:gd name="connsiteY170" fmla="*/ 164952 h 4640412"/>
                <a:gd name="connsiteX171" fmla="*/ 3194552 w 4690708"/>
                <a:gd name="connsiteY171" fmla="*/ 179 h 464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690708" h="4640412">
                  <a:moveTo>
                    <a:pt x="4058937" y="4009022"/>
                  </a:moveTo>
                  <a:lnTo>
                    <a:pt x="4690708" y="4009022"/>
                  </a:lnTo>
                  <a:lnTo>
                    <a:pt x="4690708" y="4640412"/>
                  </a:lnTo>
                  <a:lnTo>
                    <a:pt x="4058937" y="4640412"/>
                  </a:lnTo>
                  <a:close/>
                  <a:moveTo>
                    <a:pt x="3364913" y="3140906"/>
                  </a:moveTo>
                  <a:cubicBezTo>
                    <a:pt x="3289671" y="3140171"/>
                    <a:pt x="3214414" y="3185695"/>
                    <a:pt x="3186455" y="3270473"/>
                  </a:cubicBezTo>
                  <a:cubicBezTo>
                    <a:pt x="3159306" y="3352786"/>
                    <a:pt x="3161968" y="3434986"/>
                    <a:pt x="3165518" y="3517564"/>
                  </a:cubicBezTo>
                  <a:cubicBezTo>
                    <a:pt x="3167159" y="3555699"/>
                    <a:pt x="3183985" y="3594339"/>
                    <a:pt x="3199223" y="3630518"/>
                  </a:cubicBezTo>
                  <a:cubicBezTo>
                    <a:pt x="3247506" y="3745145"/>
                    <a:pt x="3408565" y="3777513"/>
                    <a:pt x="3495176" y="3674342"/>
                  </a:cubicBezTo>
                  <a:cubicBezTo>
                    <a:pt x="3536800" y="3624760"/>
                    <a:pt x="3548530" y="3567412"/>
                    <a:pt x="3557699" y="3505423"/>
                  </a:cubicBezTo>
                  <a:cubicBezTo>
                    <a:pt x="3574150" y="3394202"/>
                    <a:pt x="3558025" y="3292263"/>
                    <a:pt x="3490114" y="3193703"/>
                  </a:cubicBezTo>
                  <a:cubicBezTo>
                    <a:pt x="3455198" y="3158442"/>
                    <a:pt x="3410058" y="3141347"/>
                    <a:pt x="3364913" y="3140906"/>
                  </a:cubicBezTo>
                  <a:close/>
                  <a:moveTo>
                    <a:pt x="3717118" y="3071607"/>
                  </a:moveTo>
                  <a:cubicBezTo>
                    <a:pt x="3784634" y="3071607"/>
                    <a:pt x="3853453" y="3071607"/>
                    <a:pt x="3925432" y="3071607"/>
                  </a:cubicBezTo>
                  <a:cubicBezTo>
                    <a:pt x="3925432" y="3313267"/>
                    <a:pt x="3925432" y="3555076"/>
                    <a:pt x="3925432" y="3804671"/>
                  </a:cubicBezTo>
                  <a:cubicBezTo>
                    <a:pt x="3910056" y="3804671"/>
                    <a:pt x="3893806" y="3804671"/>
                    <a:pt x="3873243" y="3804663"/>
                  </a:cubicBezTo>
                  <a:cubicBezTo>
                    <a:pt x="3830796" y="3811091"/>
                    <a:pt x="3835160" y="3784859"/>
                    <a:pt x="3835174" y="3761277"/>
                  </a:cubicBezTo>
                  <a:cubicBezTo>
                    <a:pt x="3835296" y="3573152"/>
                    <a:pt x="3835240" y="3385026"/>
                    <a:pt x="3835240" y="3196901"/>
                  </a:cubicBezTo>
                  <a:cubicBezTo>
                    <a:pt x="3835240" y="3184513"/>
                    <a:pt x="3835240" y="3172127"/>
                    <a:pt x="3835240" y="3153864"/>
                  </a:cubicBezTo>
                  <a:cubicBezTo>
                    <a:pt x="3795749" y="3153864"/>
                    <a:pt x="3757981" y="3153864"/>
                    <a:pt x="3717118" y="3153864"/>
                  </a:cubicBezTo>
                  <a:cubicBezTo>
                    <a:pt x="3717118" y="3123964"/>
                    <a:pt x="3717118" y="3099769"/>
                    <a:pt x="3717118" y="3071607"/>
                  </a:cubicBezTo>
                  <a:close/>
                  <a:moveTo>
                    <a:pt x="303270" y="3051896"/>
                  </a:moveTo>
                  <a:cubicBezTo>
                    <a:pt x="371275" y="3051896"/>
                    <a:pt x="438973" y="3051896"/>
                    <a:pt x="510407" y="3051896"/>
                  </a:cubicBezTo>
                  <a:cubicBezTo>
                    <a:pt x="510407" y="3297563"/>
                    <a:pt x="510407" y="3543521"/>
                    <a:pt x="510407" y="3792425"/>
                  </a:cubicBezTo>
                  <a:cubicBezTo>
                    <a:pt x="479712" y="3792425"/>
                    <a:pt x="449308" y="3792425"/>
                    <a:pt x="411485" y="3792425"/>
                  </a:cubicBezTo>
                  <a:cubicBezTo>
                    <a:pt x="411485" y="3727021"/>
                    <a:pt x="411485" y="3660898"/>
                    <a:pt x="411485" y="3590112"/>
                  </a:cubicBezTo>
                  <a:cubicBezTo>
                    <a:pt x="411485" y="3439692"/>
                    <a:pt x="411485" y="3293937"/>
                    <a:pt x="411485" y="3144021"/>
                  </a:cubicBezTo>
                  <a:cubicBezTo>
                    <a:pt x="374052" y="3144021"/>
                    <a:pt x="340517" y="3144021"/>
                    <a:pt x="303270" y="3144021"/>
                  </a:cubicBezTo>
                  <a:cubicBezTo>
                    <a:pt x="303270" y="3111568"/>
                    <a:pt x="303270" y="3083212"/>
                    <a:pt x="303270" y="3051896"/>
                  </a:cubicBezTo>
                  <a:close/>
                  <a:moveTo>
                    <a:pt x="4721" y="3051877"/>
                  </a:moveTo>
                  <a:cubicBezTo>
                    <a:pt x="69659" y="3051877"/>
                    <a:pt x="134247" y="3051877"/>
                    <a:pt x="202557" y="3051877"/>
                  </a:cubicBezTo>
                  <a:cubicBezTo>
                    <a:pt x="202557" y="3297599"/>
                    <a:pt x="202557" y="3543564"/>
                    <a:pt x="202557" y="3792445"/>
                  </a:cubicBezTo>
                  <a:cubicBezTo>
                    <a:pt x="174911" y="3792445"/>
                    <a:pt x="147603" y="3792445"/>
                    <a:pt x="112949" y="3792445"/>
                  </a:cubicBezTo>
                  <a:cubicBezTo>
                    <a:pt x="112949" y="3699015"/>
                    <a:pt x="112949" y="3604914"/>
                    <a:pt x="112949" y="3506147"/>
                  </a:cubicBezTo>
                  <a:cubicBezTo>
                    <a:pt x="112949" y="3383700"/>
                    <a:pt x="112949" y="3265919"/>
                    <a:pt x="112949" y="3143987"/>
                  </a:cubicBezTo>
                  <a:cubicBezTo>
                    <a:pt x="75525" y="3143987"/>
                    <a:pt x="41939" y="3143987"/>
                    <a:pt x="4721" y="3143987"/>
                  </a:cubicBezTo>
                  <a:cubicBezTo>
                    <a:pt x="4721" y="3111533"/>
                    <a:pt x="4721" y="3083177"/>
                    <a:pt x="4721" y="3051877"/>
                  </a:cubicBezTo>
                  <a:close/>
                  <a:moveTo>
                    <a:pt x="3393436" y="3050347"/>
                  </a:moveTo>
                  <a:cubicBezTo>
                    <a:pt x="3497669" y="3060202"/>
                    <a:pt x="3578922" y="3113097"/>
                    <a:pt x="3620031" y="3212567"/>
                  </a:cubicBezTo>
                  <a:cubicBezTo>
                    <a:pt x="3678795" y="3354755"/>
                    <a:pt x="3675231" y="3501318"/>
                    <a:pt x="3628059" y="3644625"/>
                  </a:cubicBezTo>
                  <a:cubicBezTo>
                    <a:pt x="3595649" y="3743078"/>
                    <a:pt x="3520288" y="3807763"/>
                    <a:pt x="3417092" y="3821257"/>
                  </a:cubicBezTo>
                  <a:cubicBezTo>
                    <a:pt x="3310387" y="3835209"/>
                    <a:pt x="3207713" y="3818615"/>
                    <a:pt x="3138761" y="3719657"/>
                  </a:cubicBezTo>
                  <a:cubicBezTo>
                    <a:pt x="3130037" y="3707137"/>
                    <a:pt x="3120719" y="3695027"/>
                    <a:pt x="3109949" y="3679649"/>
                  </a:cubicBezTo>
                  <a:cubicBezTo>
                    <a:pt x="3039207" y="3500684"/>
                    <a:pt x="3032308" y="3326536"/>
                    <a:pt x="3136522" y="3161964"/>
                  </a:cubicBezTo>
                  <a:cubicBezTo>
                    <a:pt x="3194670" y="3070136"/>
                    <a:pt x="3289858" y="3040553"/>
                    <a:pt x="3393436" y="3050347"/>
                  </a:cubicBezTo>
                  <a:close/>
                  <a:moveTo>
                    <a:pt x="1572786" y="1652223"/>
                  </a:moveTo>
                  <a:cubicBezTo>
                    <a:pt x="1509255" y="1651212"/>
                    <a:pt x="1450409" y="1678140"/>
                    <a:pt x="1417254" y="1740322"/>
                  </a:cubicBezTo>
                  <a:cubicBezTo>
                    <a:pt x="1354992" y="1857096"/>
                    <a:pt x="1358850" y="1979591"/>
                    <a:pt x="1391795" y="2102150"/>
                  </a:cubicBezTo>
                  <a:cubicBezTo>
                    <a:pt x="1427248" y="2234036"/>
                    <a:pt x="1555493" y="2292129"/>
                    <a:pt x="1684140" y="2209897"/>
                  </a:cubicBezTo>
                  <a:cubicBezTo>
                    <a:pt x="1695298" y="2197213"/>
                    <a:pt x="1708993" y="2185980"/>
                    <a:pt x="1717219" y="2171617"/>
                  </a:cubicBezTo>
                  <a:cubicBezTo>
                    <a:pt x="1792656" y="2039886"/>
                    <a:pt x="1786994" y="1902972"/>
                    <a:pt x="1736481" y="1765888"/>
                  </a:cubicBezTo>
                  <a:cubicBezTo>
                    <a:pt x="1709389" y="1692363"/>
                    <a:pt x="1647353" y="1653407"/>
                    <a:pt x="1572786" y="1652223"/>
                  </a:cubicBezTo>
                  <a:close/>
                  <a:moveTo>
                    <a:pt x="294858" y="1650186"/>
                  </a:moveTo>
                  <a:cubicBezTo>
                    <a:pt x="218033" y="1660341"/>
                    <a:pt x="157752" y="1695789"/>
                    <a:pt x="128435" y="1769737"/>
                  </a:cubicBezTo>
                  <a:cubicBezTo>
                    <a:pt x="79570" y="1892992"/>
                    <a:pt x="78541" y="2018242"/>
                    <a:pt x="131673" y="2139933"/>
                  </a:cubicBezTo>
                  <a:cubicBezTo>
                    <a:pt x="161873" y="2209100"/>
                    <a:pt x="215222" y="2249703"/>
                    <a:pt x="297689" y="2247733"/>
                  </a:cubicBezTo>
                  <a:cubicBezTo>
                    <a:pt x="376915" y="2245841"/>
                    <a:pt x="424599" y="2206228"/>
                    <a:pt x="459819" y="2139939"/>
                  </a:cubicBezTo>
                  <a:cubicBezTo>
                    <a:pt x="496972" y="2070009"/>
                    <a:pt x="495797" y="1995419"/>
                    <a:pt x="495560" y="1920099"/>
                  </a:cubicBezTo>
                  <a:cubicBezTo>
                    <a:pt x="495080" y="1767932"/>
                    <a:pt x="442146" y="1693686"/>
                    <a:pt x="294858" y="1650186"/>
                  </a:cubicBezTo>
                  <a:close/>
                  <a:moveTo>
                    <a:pt x="657799" y="1587262"/>
                  </a:moveTo>
                  <a:cubicBezTo>
                    <a:pt x="722557" y="1587262"/>
                    <a:pt x="787162" y="1587262"/>
                    <a:pt x="859274" y="1587262"/>
                  </a:cubicBezTo>
                  <a:cubicBezTo>
                    <a:pt x="859274" y="1630992"/>
                    <a:pt x="859274" y="1675342"/>
                    <a:pt x="859274" y="1724350"/>
                  </a:cubicBezTo>
                  <a:cubicBezTo>
                    <a:pt x="859274" y="1924506"/>
                    <a:pt x="859274" y="2120004"/>
                    <a:pt x="859274" y="2318416"/>
                  </a:cubicBezTo>
                  <a:cubicBezTo>
                    <a:pt x="828032" y="2318416"/>
                    <a:pt x="800722" y="2318416"/>
                    <a:pt x="767653" y="2318416"/>
                  </a:cubicBezTo>
                  <a:cubicBezTo>
                    <a:pt x="767653" y="2104166"/>
                    <a:pt x="767653" y="1889187"/>
                    <a:pt x="767653" y="1670062"/>
                  </a:cubicBezTo>
                  <a:cubicBezTo>
                    <a:pt x="728593" y="1670062"/>
                    <a:pt x="695065" y="1670062"/>
                    <a:pt x="657799" y="1670062"/>
                  </a:cubicBezTo>
                  <a:cubicBezTo>
                    <a:pt x="657799" y="1640730"/>
                    <a:pt x="657799" y="1615494"/>
                    <a:pt x="657799" y="1587262"/>
                  </a:cubicBezTo>
                  <a:close/>
                  <a:moveTo>
                    <a:pt x="1164339" y="1584678"/>
                  </a:moveTo>
                  <a:cubicBezTo>
                    <a:pt x="1164339" y="1830591"/>
                    <a:pt x="1164339" y="2072399"/>
                    <a:pt x="1164339" y="2317789"/>
                  </a:cubicBezTo>
                  <a:cubicBezTo>
                    <a:pt x="1135966" y="2317789"/>
                    <a:pt x="1107625" y="2317789"/>
                    <a:pt x="1075001" y="2317789"/>
                  </a:cubicBezTo>
                  <a:cubicBezTo>
                    <a:pt x="1075001" y="2103039"/>
                    <a:pt x="1075001" y="1889160"/>
                    <a:pt x="1075001" y="1669469"/>
                  </a:cubicBezTo>
                  <a:cubicBezTo>
                    <a:pt x="1033206" y="1669469"/>
                    <a:pt x="995336" y="1669469"/>
                    <a:pt x="952653" y="1669469"/>
                  </a:cubicBezTo>
                  <a:cubicBezTo>
                    <a:pt x="952653" y="1645528"/>
                    <a:pt x="952653" y="1627351"/>
                    <a:pt x="952826" y="1604849"/>
                  </a:cubicBezTo>
                  <a:cubicBezTo>
                    <a:pt x="959165" y="1595241"/>
                    <a:pt x="965252" y="1585482"/>
                    <a:pt x="971512" y="1585370"/>
                  </a:cubicBezTo>
                  <a:cubicBezTo>
                    <a:pt x="1034860" y="1584236"/>
                    <a:pt x="1098236" y="1584678"/>
                    <a:pt x="1164339" y="1584678"/>
                  </a:cubicBezTo>
                  <a:close/>
                  <a:moveTo>
                    <a:pt x="1550192" y="1566606"/>
                  </a:moveTo>
                  <a:cubicBezTo>
                    <a:pt x="1597131" y="1567781"/>
                    <a:pt x="1643829" y="1578623"/>
                    <a:pt x="1693994" y="1586485"/>
                  </a:cubicBezTo>
                  <a:cubicBezTo>
                    <a:pt x="1813623" y="1650429"/>
                    <a:pt x="1860412" y="1754790"/>
                    <a:pt x="1865735" y="1879723"/>
                  </a:cubicBezTo>
                  <a:cubicBezTo>
                    <a:pt x="1868679" y="1948812"/>
                    <a:pt x="1868172" y="2019682"/>
                    <a:pt x="1856271" y="2087476"/>
                  </a:cubicBezTo>
                  <a:cubicBezTo>
                    <a:pt x="1816960" y="2311381"/>
                    <a:pt x="1619889" y="2387811"/>
                    <a:pt x="1446044" y="2314301"/>
                  </a:cubicBezTo>
                  <a:cubicBezTo>
                    <a:pt x="1348018" y="2272851"/>
                    <a:pt x="1298854" y="2185184"/>
                    <a:pt x="1280852" y="2084706"/>
                  </a:cubicBezTo>
                  <a:cubicBezTo>
                    <a:pt x="1260076" y="1968751"/>
                    <a:pt x="1263503" y="1852886"/>
                    <a:pt x="1306258" y="1739772"/>
                  </a:cubicBezTo>
                  <a:cubicBezTo>
                    <a:pt x="1342847" y="1642973"/>
                    <a:pt x="1446679" y="1564014"/>
                    <a:pt x="1550192" y="1566606"/>
                  </a:cubicBezTo>
                  <a:close/>
                  <a:moveTo>
                    <a:pt x="307021" y="1564866"/>
                  </a:moveTo>
                  <a:cubicBezTo>
                    <a:pt x="427405" y="1569113"/>
                    <a:pt x="523293" y="1635570"/>
                    <a:pt x="563903" y="1749174"/>
                  </a:cubicBezTo>
                  <a:cubicBezTo>
                    <a:pt x="607733" y="1871783"/>
                    <a:pt x="609775" y="1996715"/>
                    <a:pt x="575923" y="2119712"/>
                  </a:cubicBezTo>
                  <a:cubicBezTo>
                    <a:pt x="542030" y="2242861"/>
                    <a:pt x="461239" y="2322864"/>
                    <a:pt x="324410" y="2339916"/>
                  </a:cubicBezTo>
                  <a:cubicBezTo>
                    <a:pt x="112185" y="2350673"/>
                    <a:pt x="4231" y="2198824"/>
                    <a:pt x="1601" y="2017158"/>
                  </a:cubicBezTo>
                  <a:cubicBezTo>
                    <a:pt x="294" y="1926888"/>
                    <a:pt x="-7406" y="1836118"/>
                    <a:pt x="28106" y="1748120"/>
                  </a:cubicBezTo>
                  <a:cubicBezTo>
                    <a:pt x="66146" y="1653856"/>
                    <a:pt x="153882" y="1559461"/>
                    <a:pt x="307021" y="1564866"/>
                  </a:cubicBezTo>
                  <a:close/>
                  <a:moveTo>
                    <a:pt x="3178304" y="102149"/>
                  </a:moveTo>
                  <a:cubicBezTo>
                    <a:pt x="3083913" y="113022"/>
                    <a:pt x="3030511" y="174449"/>
                    <a:pt x="3004798" y="263694"/>
                  </a:cubicBezTo>
                  <a:cubicBezTo>
                    <a:pt x="2975006" y="367099"/>
                    <a:pt x="2978254" y="471464"/>
                    <a:pt x="3000234" y="574445"/>
                  </a:cubicBezTo>
                  <a:cubicBezTo>
                    <a:pt x="3015245" y="644785"/>
                    <a:pt x="3049647" y="706882"/>
                    <a:pt x="3128197" y="741526"/>
                  </a:cubicBezTo>
                  <a:cubicBezTo>
                    <a:pt x="3240822" y="778486"/>
                    <a:pt x="3348050" y="739375"/>
                    <a:pt x="3391793" y="624056"/>
                  </a:cubicBezTo>
                  <a:cubicBezTo>
                    <a:pt x="3440670" y="495206"/>
                    <a:pt x="3441476" y="363749"/>
                    <a:pt x="3393089" y="237125"/>
                  </a:cubicBezTo>
                  <a:cubicBezTo>
                    <a:pt x="3351933" y="129426"/>
                    <a:pt x="3283054" y="90083"/>
                    <a:pt x="3178304" y="102149"/>
                  </a:cubicBezTo>
                  <a:close/>
                  <a:moveTo>
                    <a:pt x="643545" y="100523"/>
                  </a:moveTo>
                  <a:cubicBezTo>
                    <a:pt x="567477" y="107606"/>
                    <a:pt x="495914" y="170081"/>
                    <a:pt x="470710" y="263150"/>
                  </a:cubicBezTo>
                  <a:cubicBezTo>
                    <a:pt x="445061" y="357870"/>
                    <a:pt x="438592" y="454902"/>
                    <a:pt x="460470" y="550777"/>
                  </a:cubicBezTo>
                  <a:cubicBezTo>
                    <a:pt x="481127" y="641294"/>
                    <a:pt x="521093" y="720618"/>
                    <a:pt x="627229" y="753488"/>
                  </a:cubicBezTo>
                  <a:cubicBezTo>
                    <a:pt x="757831" y="756090"/>
                    <a:pt x="826748" y="720390"/>
                    <a:pt x="863343" y="612500"/>
                  </a:cubicBezTo>
                  <a:cubicBezTo>
                    <a:pt x="904270" y="491839"/>
                    <a:pt x="903453" y="365722"/>
                    <a:pt x="864192" y="244829"/>
                  </a:cubicBezTo>
                  <a:cubicBezTo>
                    <a:pt x="834862" y="154514"/>
                    <a:pt x="759464" y="89731"/>
                    <a:pt x="643545" y="100523"/>
                  </a:cubicBezTo>
                  <a:close/>
                  <a:moveTo>
                    <a:pt x="1405741" y="99498"/>
                  </a:moveTo>
                  <a:cubicBezTo>
                    <a:pt x="1345134" y="100522"/>
                    <a:pt x="1281477" y="127921"/>
                    <a:pt x="1240697" y="189086"/>
                  </a:cubicBezTo>
                  <a:cubicBezTo>
                    <a:pt x="1234628" y="197906"/>
                    <a:pt x="1226514" y="205945"/>
                    <a:pt x="1222797" y="215663"/>
                  </a:cubicBezTo>
                  <a:cubicBezTo>
                    <a:pt x="1169203" y="355826"/>
                    <a:pt x="1165996" y="497553"/>
                    <a:pt x="1222853" y="636375"/>
                  </a:cubicBezTo>
                  <a:cubicBezTo>
                    <a:pt x="1253455" y="711091"/>
                    <a:pt x="1314174" y="753017"/>
                    <a:pt x="1398991" y="754335"/>
                  </a:cubicBezTo>
                  <a:cubicBezTo>
                    <a:pt x="1484641" y="755668"/>
                    <a:pt x="1544213" y="718823"/>
                    <a:pt x="1583144" y="642024"/>
                  </a:cubicBezTo>
                  <a:cubicBezTo>
                    <a:pt x="1631436" y="546757"/>
                    <a:pt x="1632656" y="444452"/>
                    <a:pt x="1620595" y="344469"/>
                  </a:cubicBezTo>
                  <a:cubicBezTo>
                    <a:pt x="1613241" y="283510"/>
                    <a:pt x="1586150" y="220370"/>
                    <a:pt x="1552490" y="168161"/>
                  </a:cubicBezTo>
                  <a:cubicBezTo>
                    <a:pt x="1523907" y="123825"/>
                    <a:pt x="1466348" y="98474"/>
                    <a:pt x="1405741" y="99498"/>
                  </a:cubicBezTo>
                  <a:close/>
                  <a:moveTo>
                    <a:pt x="2478862" y="98862"/>
                  </a:moveTo>
                  <a:cubicBezTo>
                    <a:pt x="2414598" y="95776"/>
                    <a:pt x="2349717" y="123172"/>
                    <a:pt x="2312034" y="182974"/>
                  </a:cubicBezTo>
                  <a:cubicBezTo>
                    <a:pt x="2227456" y="317202"/>
                    <a:pt x="2236754" y="461896"/>
                    <a:pt x="2278022" y="615223"/>
                  </a:cubicBezTo>
                  <a:cubicBezTo>
                    <a:pt x="2281999" y="623525"/>
                    <a:pt x="2285525" y="632078"/>
                    <a:pt x="2290021" y="640086"/>
                  </a:cubicBezTo>
                  <a:cubicBezTo>
                    <a:pt x="2331105" y="713294"/>
                    <a:pt x="2387905" y="759301"/>
                    <a:pt x="2477629" y="754483"/>
                  </a:cubicBezTo>
                  <a:cubicBezTo>
                    <a:pt x="2561451" y="749980"/>
                    <a:pt x="2615936" y="706990"/>
                    <a:pt x="2654287" y="634944"/>
                  </a:cubicBezTo>
                  <a:cubicBezTo>
                    <a:pt x="2698921" y="551099"/>
                    <a:pt x="2684832" y="461160"/>
                    <a:pt x="2688009" y="372675"/>
                  </a:cubicBezTo>
                  <a:cubicBezTo>
                    <a:pt x="2690281" y="309383"/>
                    <a:pt x="2672807" y="252007"/>
                    <a:pt x="2641985" y="197634"/>
                  </a:cubicBezTo>
                  <a:cubicBezTo>
                    <a:pt x="2606771" y="135513"/>
                    <a:pt x="2543125" y="101947"/>
                    <a:pt x="2478862" y="98862"/>
                  </a:cubicBezTo>
                  <a:close/>
                  <a:moveTo>
                    <a:pt x="1805229" y="19949"/>
                  </a:moveTo>
                  <a:cubicBezTo>
                    <a:pt x="1876432" y="19949"/>
                    <a:pt x="1947228" y="19949"/>
                    <a:pt x="2025407" y="19949"/>
                  </a:cubicBezTo>
                  <a:cubicBezTo>
                    <a:pt x="2025407" y="241144"/>
                    <a:pt x="2025407" y="462619"/>
                    <a:pt x="2025407" y="688749"/>
                  </a:cubicBezTo>
                  <a:cubicBezTo>
                    <a:pt x="2025407" y="739709"/>
                    <a:pt x="2025407" y="786012"/>
                    <a:pt x="2025407" y="835134"/>
                  </a:cubicBezTo>
                  <a:cubicBezTo>
                    <a:pt x="1990975" y="835134"/>
                    <a:pt x="1960571" y="835134"/>
                    <a:pt x="1924399" y="835134"/>
                  </a:cubicBezTo>
                  <a:cubicBezTo>
                    <a:pt x="1924399" y="598956"/>
                    <a:pt x="1924399" y="362242"/>
                    <a:pt x="1924399" y="121378"/>
                  </a:cubicBezTo>
                  <a:cubicBezTo>
                    <a:pt x="1882213" y="121378"/>
                    <a:pt x="1845565" y="121378"/>
                    <a:pt x="1805229" y="121378"/>
                  </a:cubicBezTo>
                  <a:cubicBezTo>
                    <a:pt x="1805229" y="85800"/>
                    <a:pt x="1805229" y="54349"/>
                    <a:pt x="1805229" y="19949"/>
                  </a:cubicBezTo>
                  <a:close/>
                  <a:moveTo>
                    <a:pt x="4294" y="17090"/>
                  </a:moveTo>
                  <a:cubicBezTo>
                    <a:pt x="58408" y="17090"/>
                    <a:pt x="110848" y="17090"/>
                    <a:pt x="167795" y="17090"/>
                  </a:cubicBezTo>
                  <a:cubicBezTo>
                    <a:pt x="187633" y="17090"/>
                    <a:pt x="202964" y="17090"/>
                    <a:pt x="221557" y="17090"/>
                  </a:cubicBezTo>
                  <a:cubicBezTo>
                    <a:pt x="221557" y="291274"/>
                    <a:pt x="221557" y="562135"/>
                    <a:pt x="221557" y="835524"/>
                  </a:cubicBezTo>
                  <a:cubicBezTo>
                    <a:pt x="189677" y="835524"/>
                    <a:pt x="159292" y="835524"/>
                    <a:pt x="123102" y="835524"/>
                  </a:cubicBezTo>
                  <a:cubicBezTo>
                    <a:pt x="123102" y="598140"/>
                    <a:pt x="123102" y="361399"/>
                    <a:pt x="123102" y="120531"/>
                  </a:cubicBezTo>
                  <a:cubicBezTo>
                    <a:pt x="80811" y="120531"/>
                    <a:pt x="44146" y="120531"/>
                    <a:pt x="4294" y="120531"/>
                  </a:cubicBezTo>
                  <a:cubicBezTo>
                    <a:pt x="4294" y="84922"/>
                    <a:pt x="4294" y="53472"/>
                    <a:pt x="4294" y="17090"/>
                  </a:cubicBezTo>
                  <a:close/>
                  <a:moveTo>
                    <a:pt x="650904" y="1629"/>
                  </a:moveTo>
                  <a:cubicBezTo>
                    <a:pt x="823498" y="-12576"/>
                    <a:pt x="959460" y="101113"/>
                    <a:pt x="989698" y="290855"/>
                  </a:cubicBezTo>
                  <a:cubicBezTo>
                    <a:pt x="1006533" y="396502"/>
                    <a:pt x="1009327" y="502806"/>
                    <a:pt x="979915" y="606553"/>
                  </a:cubicBezTo>
                  <a:cubicBezTo>
                    <a:pt x="933697" y="769570"/>
                    <a:pt x="827036" y="855554"/>
                    <a:pt x="668356" y="854389"/>
                  </a:cubicBezTo>
                  <a:cubicBezTo>
                    <a:pt x="530177" y="853373"/>
                    <a:pt x="426789" y="793555"/>
                    <a:pt x="374358" y="641730"/>
                  </a:cubicBezTo>
                  <a:cubicBezTo>
                    <a:pt x="329586" y="512080"/>
                    <a:pt x="336172" y="378921"/>
                    <a:pt x="364759" y="242453"/>
                  </a:cubicBezTo>
                  <a:cubicBezTo>
                    <a:pt x="401997" y="133280"/>
                    <a:pt x="460780" y="48242"/>
                    <a:pt x="574893" y="15698"/>
                  </a:cubicBezTo>
                  <a:cubicBezTo>
                    <a:pt x="600843" y="8298"/>
                    <a:pt x="626247" y="3658"/>
                    <a:pt x="650904" y="1629"/>
                  </a:cubicBezTo>
                  <a:close/>
                  <a:moveTo>
                    <a:pt x="2458885" y="1348"/>
                  </a:moveTo>
                  <a:cubicBezTo>
                    <a:pt x="2480246" y="767"/>
                    <a:pt x="2502250" y="2224"/>
                    <a:pt x="2524715" y="5910"/>
                  </a:cubicBezTo>
                  <a:cubicBezTo>
                    <a:pt x="2645288" y="25692"/>
                    <a:pt x="2723878" y="90343"/>
                    <a:pt x="2763228" y="200326"/>
                  </a:cubicBezTo>
                  <a:cubicBezTo>
                    <a:pt x="2819896" y="358715"/>
                    <a:pt x="2819298" y="518835"/>
                    <a:pt x="2753614" y="675654"/>
                  </a:cubicBezTo>
                  <a:cubicBezTo>
                    <a:pt x="2726610" y="740126"/>
                    <a:pt x="2678949" y="787305"/>
                    <a:pt x="2614753" y="822831"/>
                  </a:cubicBezTo>
                  <a:cubicBezTo>
                    <a:pt x="2490831" y="873630"/>
                    <a:pt x="2373611" y="866400"/>
                    <a:pt x="2269824" y="786075"/>
                  </a:cubicBezTo>
                  <a:cubicBezTo>
                    <a:pt x="2192243" y="726031"/>
                    <a:pt x="2154407" y="635869"/>
                    <a:pt x="2149418" y="541297"/>
                  </a:cubicBezTo>
                  <a:cubicBezTo>
                    <a:pt x="2144271" y="443770"/>
                    <a:pt x="2150021" y="343620"/>
                    <a:pt x="2166978" y="247435"/>
                  </a:cubicBezTo>
                  <a:cubicBezTo>
                    <a:pt x="2191327" y="109332"/>
                    <a:pt x="2309358" y="5416"/>
                    <a:pt x="2458885" y="1348"/>
                  </a:cubicBezTo>
                  <a:close/>
                  <a:moveTo>
                    <a:pt x="1380643" y="994"/>
                  </a:moveTo>
                  <a:cubicBezTo>
                    <a:pt x="1417678" y="-1241"/>
                    <a:pt x="1455922" y="2794"/>
                    <a:pt x="1493797" y="13499"/>
                  </a:cubicBezTo>
                  <a:cubicBezTo>
                    <a:pt x="1531029" y="24024"/>
                    <a:pt x="1564908" y="46420"/>
                    <a:pt x="1602788" y="65668"/>
                  </a:cubicBezTo>
                  <a:cubicBezTo>
                    <a:pt x="1687422" y="144175"/>
                    <a:pt x="1718004" y="240080"/>
                    <a:pt x="1729704" y="350137"/>
                  </a:cubicBezTo>
                  <a:cubicBezTo>
                    <a:pt x="1742611" y="471549"/>
                    <a:pt x="1729462" y="585643"/>
                    <a:pt x="1677124" y="694371"/>
                  </a:cubicBezTo>
                  <a:cubicBezTo>
                    <a:pt x="1629146" y="794046"/>
                    <a:pt x="1498520" y="866973"/>
                    <a:pt x="1393127" y="856343"/>
                  </a:cubicBezTo>
                  <a:cubicBezTo>
                    <a:pt x="1259322" y="842849"/>
                    <a:pt x="1156051" y="784238"/>
                    <a:pt x="1110835" y="650493"/>
                  </a:cubicBezTo>
                  <a:cubicBezTo>
                    <a:pt x="1057484" y="492686"/>
                    <a:pt x="1055768" y="335176"/>
                    <a:pt x="1122578" y="179635"/>
                  </a:cubicBezTo>
                  <a:cubicBezTo>
                    <a:pt x="1169310" y="70840"/>
                    <a:pt x="1269537" y="7699"/>
                    <a:pt x="1380643" y="994"/>
                  </a:cubicBezTo>
                  <a:close/>
                  <a:moveTo>
                    <a:pt x="3194552" y="179"/>
                  </a:moveTo>
                  <a:cubicBezTo>
                    <a:pt x="3311224" y="-2941"/>
                    <a:pt x="3410072" y="34043"/>
                    <a:pt x="3475111" y="156434"/>
                  </a:cubicBezTo>
                  <a:cubicBezTo>
                    <a:pt x="3531468" y="262488"/>
                    <a:pt x="3547771" y="376473"/>
                    <a:pt x="3527715" y="494747"/>
                  </a:cubicBezTo>
                  <a:cubicBezTo>
                    <a:pt x="3518076" y="551582"/>
                    <a:pt x="3510899" y="610202"/>
                    <a:pt x="3490945" y="663662"/>
                  </a:cubicBezTo>
                  <a:cubicBezTo>
                    <a:pt x="3434950" y="813681"/>
                    <a:pt x="3276520" y="883871"/>
                    <a:pt x="3118221" y="843269"/>
                  </a:cubicBezTo>
                  <a:cubicBezTo>
                    <a:pt x="2979347" y="807650"/>
                    <a:pt x="2913540" y="704915"/>
                    <a:pt x="2887601" y="573660"/>
                  </a:cubicBezTo>
                  <a:cubicBezTo>
                    <a:pt x="2860310" y="435552"/>
                    <a:pt x="2866844" y="298683"/>
                    <a:pt x="2927388" y="164952"/>
                  </a:cubicBezTo>
                  <a:cubicBezTo>
                    <a:pt x="2986199" y="56326"/>
                    <a:pt x="3078862" y="3275"/>
                    <a:pt x="3194552" y="179"/>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45" name="Group 44">
            <a:extLst>
              <a:ext uri="{FF2B5EF4-FFF2-40B4-BE49-F238E27FC236}">
                <a16:creationId xmlns:a16="http://schemas.microsoft.com/office/drawing/2014/main" id="{13EB9280-E2B8-B363-2914-E4E371226F54}"/>
              </a:ext>
              <a:ext uri="{C183D7F6-B498-43B3-948B-1728B52AA6E4}">
                <adec:decorative xmlns:adec="http://schemas.microsoft.com/office/drawing/2017/decorative" val="1"/>
              </a:ext>
            </a:extLst>
          </p:cNvPr>
          <p:cNvGrpSpPr>
            <a:grpSpLocks noChangeAspect="1"/>
          </p:cNvGrpSpPr>
          <p:nvPr/>
        </p:nvGrpSpPr>
        <p:grpSpPr>
          <a:xfrm>
            <a:off x="2924872" y="3644779"/>
            <a:ext cx="445411" cy="457200"/>
            <a:chOff x="2924900" y="3644779"/>
            <a:chExt cx="445411" cy="457200"/>
          </a:xfrm>
          <a:solidFill>
            <a:schemeClr val="accent2"/>
          </a:solidFill>
        </p:grpSpPr>
        <p:sp>
          <p:nvSpPr>
            <p:cNvPr id="3028" name="Freeform: Shape 3027">
              <a:extLst>
                <a:ext uri="{FF2B5EF4-FFF2-40B4-BE49-F238E27FC236}">
                  <a16:creationId xmlns:a16="http://schemas.microsoft.com/office/drawing/2014/main" id="{403D8502-E0D2-415C-56C0-9C02372E0D05}"/>
                </a:ext>
                <a:ext uri="{C183D7F6-B498-43B3-948B-1728B52AA6E4}">
                  <adec:decorative xmlns:adec="http://schemas.microsoft.com/office/drawing/2017/decorative" val="1"/>
                </a:ext>
              </a:extLst>
            </p:cNvPr>
            <p:cNvSpPr/>
            <p:nvPr/>
          </p:nvSpPr>
          <p:spPr>
            <a:xfrm>
              <a:off x="2927855" y="3644779"/>
              <a:ext cx="442456" cy="457200"/>
            </a:xfrm>
            <a:custGeom>
              <a:avLst/>
              <a:gdLst>
                <a:gd name="connsiteX0" fmla="*/ 4640349 w 6636846"/>
                <a:gd name="connsiteY0" fmla="*/ 5664060 h 6858001"/>
                <a:gd name="connsiteX1" fmla="*/ 4427290 w 6636846"/>
                <a:gd name="connsiteY1" fmla="*/ 5745334 h 6858001"/>
                <a:gd name="connsiteX2" fmla="*/ 4395085 w 6636846"/>
                <a:gd name="connsiteY2" fmla="*/ 5790725 h 6858001"/>
                <a:gd name="connsiteX3" fmla="*/ 4422093 w 6636846"/>
                <a:gd name="connsiteY3" fmla="*/ 6107225 h 6858001"/>
                <a:gd name="connsiteX4" fmla="*/ 4758093 w 6636846"/>
                <a:gd name="connsiteY4" fmla="*/ 6167642 h 6858001"/>
                <a:gd name="connsiteX5" fmla="*/ 4873348 w 6636846"/>
                <a:gd name="connsiteY5" fmla="*/ 5850990 h 6858001"/>
                <a:gd name="connsiteX6" fmla="*/ 4640349 w 6636846"/>
                <a:gd name="connsiteY6" fmla="*/ 5664060 h 6858001"/>
                <a:gd name="connsiteX7" fmla="*/ 5705854 w 6636846"/>
                <a:gd name="connsiteY7" fmla="*/ 4741356 h 6858001"/>
                <a:gd name="connsiteX8" fmla="*/ 5647287 w 6636846"/>
                <a:gd name="connsiteY8" fmla="*/ 4750256 h 6858001"/>
                <a:gd name="connsiteX9" fmla="*/ 5393323 w 6636846"/>
                <a:gd name="connsiteY9" fmla="*/ 4994280 h 6858001"/>
                <a:gd name="connsiteX10" fmla="*/ 5495264 w 6636846"/>
                <a:gd name="connsiteY10" fmla="*/ 5316638 h 6858001"/>
                <a:gd name="connsiteX11" fmla="*/ 5932570 w 6636846"/>
                <a:gd name="connsiteY11" fmla="*/ 5339307 h 6858001"/>
                <a:gd name="connsiteX12" fmla="*/ 6019550 w 6636846"/>
                <a:gd name="connsiteY12" fmla="*/ 4941042 h 6858001"/>
                <a:gd name="connsiteX13" fmla="*/ 5705854 w 6636846"/>
                <a:gd name="connsiteY13" fmla="*/ 4741356 h 6858001"/>
                <a:gd name="connsiteX14" fmla="*/ 5934598 w 6636846"/>
                <a:gd name="connsiteY14" fmla="*/ 3130195 h 6858001"/>
                <a:gd name="connsiteX15" fmla="*/ 5707135 w 6636846"/>
                <a:gd name="connsiteY15" fmla="*/ 3259497 h 6858001"/>
                <a:gd name="connsiteX16" fmla="*/ 5732745 w 6636846"/>
                <a:gd name="connsiteY16" fmla="*/ 3714314 h 6858001"/>
                <a:gd name="connsiteX17" fmla="*/ 6133284 w 6636846"/>
                <a:gd name="connsiteY17" fmla="*/ 3748839 h 6858001"/>
                <a:gd name="connsiteX18" fmla="*/ 6289618 w 6636846"/>
                <a:gd name="connsiteY18" fmla="*/ 3552641 h 6858001"/>
                <a:gd name="connsiteX19" fmla="*/ 6200609 w 6636846"/>
                <a:gd name="connsiteY19" fmla="*/ 3239158 h 6858001"/>
                <a:gd name="connsiteX20" fmla="*/ 5934598 w 6636846"/>
                <a:gd name="connsiteY20" fmla="*/ 3130195 h 6858001"/>
                <a:gd name="connsiteX21" fmla="*/ 5723623 w 6636846"/>
                <a:gd name="connsiteY21" fmla="*/ 1488696 h 6858001"/>
                <a:gd name="connsiteX22" fmla="*/ 5627888 w 6636846"/>
                <a:gd name="connsiteY22" fmla="*/ 1499038 h 6858001"/>
                <a:gd name="connsiteX23" fmla="*/ 5448858 w 6636846"/>
                <a:gd name="connsiteY23" fmla="*/ 2009973 h 6858001"/>
                <a:gd name="connsiteX24" fmla="*/ 5731858 w 6636846"/>
                <a:gd name="connsiteY24" fmla="*/ 2159448 h 6858001"/>
                <a:gd name="connsiteX25" fmla="*/ 6018156 w 6636846"/>
                <a:gd name="connsiteY25" fmla="*/ 1958748 h 6858001"/>
                <a:gd name="connsiteX26" fmla="*/ 5984176 w 6636846"/>
                <a:gd name="connsiteY26" fmla="*/ 1624422 h 6858001"/>
                <a:gd name="connsiteX27" fmla="*/ 5723623 w 6636846"/>
                <a:gd name="connsiteY27" fmla="*/ 1488696 h 6858001"/>
                <a:gd name="connsiteX28" fmla="*/ 4637953 w 6636846"/>
                <a:gd name="connsiteY28" fmla="*/ 702095 h 6858001"/>
                <a:gd name="connsiteX29" fmla="*/ 4423740 w 6636846"/>
                <a:gd name="connsiteY29" fmla="*/ 820484 h 6858001"/>
                <a:gd name="connsiteX30" fmla="*/ 4365416 w 6636846"/>
                <a:gd name="connsiteY30" fmla="*/ 1001010 h 6858001"/>
                <a:gd name="connsiteX31" fmla="*/ 4563212 w 6636846"/>
                <a:gd name="connsiteY31" fmla="*/ 1224583 h 6858001"/>
                <a:gd name="connsiteX32" fmla="*/ 4677960 w 6636846"/>
                <a:gd name="connsiteY32" fmla="*/ 1223783 h 6858001"/>
                <a:gd name="connsiteX33" fmla="*/ 4883236 w 6636846"/>
                <a:gd name="connsiteY33" fmla="*/ 997002 h 6858001"/>
                <a:gd name="connsiteX34" fmla="*/ 4724366 w 6636846"/>
                <a:gd name="connsiteY34" fmla="*/ 720318 h 6858001"/>
                <a:gd name="connsiteX35" fmla="*/ 4637953 w 6636846"/>
                <a:gd name="connsiteY35" fmla="*/ 702095 h 6858001"/>
                <a:gd name="connsiteX36" fmla="*/ 2738987 w 6636846"/>
                <a:gd name="connsiteY36" fmla="*/ 1694 h 6858001"/>
                <a:gd name="connsiteX37" fmla="*/ 3223409 w 6636846"/>
                <a:gd name="connsiteY37" fmla="*/ 91668 h 6858001"/>
                <a:gd name="connsiteX38" fmla="*/ 3560260 w 6636846"/>
                <a:gd name="connsiteY38" fmla="*/ 359936 h 6858001"/>
                <a:gd name="connsiteX39" fmla="*/ 3767071 w 6636846"/>
                <a:gd name="connsiteY39" fmla="*/ 751369 h 6858001"/>
                <a:gd name="connsiteX40" fmla="*/ 3804360 w 6636846"/>
                <a:gd name="connsiteY40" fmla="*/ 984032 h 6858001"/>
                <a:gd name="connsiteX41" fmla="*/ 3806135 w 6636846"/>
                <a:gd name="connsiteY41" fmla="*/ 1528897 h 6858001"/>
                <a:gd name="connsiteX42" fmla="*/ 4089643 w 6636846"/>
                <a:gd name="connsiteY42" fmla="*/ 1403145 h 6858001"/>
                <a:gd name="connsiteX43" fmla="*/ 4147588 w 6636846"/>
                <a:gd name="connsiteY43" fmla="*/ 1330023 h 6858001"/>
                <a:gd name="connsiteX44" fmla="*/ 4044759 w 6636846"/>
                <a:gd name="connsiteY44" fmla="*/ 1037806 h 6858001"/>
                <a:gd name="connsiteX45" fmla="*/ 4143529 w 6636846"/>
                <a:gd name="connsiteY45" fmla="*/ 601804 h 6858001"/>
                <a:gd name="connsiteX46" fmla="*/ 4521245 w 6636846"/>
                <a:gd name="connsiteY46" fmla="*/ 360785 h 6858001"/>
                <a:gd name="connsiteX47" fmla="*/ 5013325 w 6636846"/>
                <a:gd name="connsiteY47" fmla="*/ 461711 h 6858001"/>
                <a:gd name="connsiteX48" fmla="*/ 5275660 w 6636846"/>
                <a:gd name="connsiteY48" fmla="*/ 1010520 h 6858001"/>
                <a:gd name="connsiteX49" fmla="*/ 5148232 w 6636846"/>
                <a:gd name="connsiteY49" fmla="*/ 1322619 h 6858001"/>
                <a:gd name="connsiteX50" fmla="*/ 4598334 w 6636846"/>
                <a:gd name="connsiteY50" fmla="*/ 1554002 h 6858001"/>
                <a:gd name="connsiteX51" fmla="*/ 4480543 w 6636846"/>
                <a:gd name="connsiteY51" fmla="*/ 1541271 h 6858001"/>
                <a:gd name="connsiteX52" fmla="*/ 4419429 w 6636846"/>
                <a:gd name="connsiteY52" fmla="*/ 1558377 h 6858001"/>
                <a:gd name="connsiteX53" fmla="*/ 4186640 w 6636846"/>
                <a:gd name="connsiteY53" fmla="*/ 1819327 h 6858001"/>
                <a:gd name="connsiteX54" fmla="*/ 3993409 w 6636846"/>
                <a:gd name="connsiteY54" fmla="*/ 1897393 h 6858001"/>
                <a:gd name="connsiteX55" fmla="*/ 3811207 w 6636846"/>
                <a:gd name="connsiteY55" fmla="*/ 1896784 h 6858001"/>
                <a:gd name="connsiteX56" fmla="*/ 3811207 w 6636846"/>
                <a:gd name="connsiteY56" fmla="*/ 2568657 h 6858001"/>
                <a:gd name="connsiteX57" fmla="*/ 4221254 w 6636846"/>
                <a:gd name="connsiteY57" fmla="*/ 2567491 h 6858001"/>
                <a:gd name="connsiteX58" fmla="*/ 4257770 w 6636846"/>
                <a:gd name="connsiteY58" fmla="*/ 2541585 h 6858001"/>
                <a:gd name="connsiteX59" fmla="*/ 4640557 w 6636846"/>
                <a:gd name="connsiteY59" fmla="*/ 1990674 h 6858001"/>
                <a:gd name="connsiteX60" fmla="*/ 4840001 w 6636846"/>
                <a:gd name="connsiteY60" fmla="*/ 1706899 h 6858001"/>
                <a:gd name="connsiteX61" fmla="*/ 4889196 w 6636846"/>
                <a:gd name="connsiteY61" fmla="*/ 1682391 h 6858001"/>
                <a:gd name="connsiteX62" fmla="*/ 5052251 w 6636846"/>
                <a:gd name="connsiteY62" fmla="*/ 1681251 h 6858001"/>
                <a:gd name="connsiteX63" fmla="*/ 5800834 w 6636846"/>
                <a:gd name="connsiteY63" fmla="*/ 1176388 h 6858001"/>
                <a:gd name="connsiteX64" fmla="*/ 6390165 w 6636846"/>
                <a:gd name="connsiteY64" fmla="*/ 1756945 h 6858001"/>
                <a:gd name="connsiteX65" fmla="*/ 5902142 w 6636846"/>
                <a:gd name="connsiteY65" fmla="*/ 2509750 h 6858001"/>
                <a:gd name="connsiteX66" fmla="*/ 5026639 w 6636846"/>
                <a:gd name="connsiteY66" fmla="*/ 2049252 h 6858001"/>
                <a:gd name="connsiteX67" fmla="*/ 4833535 w 6636846"/>
                <a:gd name="connsiteY67" fmla="*/ 2316504 h 6858001"/>
                <a:gd name="connsiteX68" fmla="*/ 4406750 w 6636846"/>
                <a:gd name="connsiteY68" fmla="*/ 2896732 h 6858001"/>
                <a:gd name="connsiteX69" fmla="*/ 4335367 w 6636846"/>
                <a:gd name="connsiteY69" fmla="*/ 2922647 h 6858001"/>
                <a:gd name="connsiteX70" fmla="*/ 3811081 w 6636846"/>
                <a:gd name="connsiteY70" fmla="*/ 2923801 h 6858001"/>
                <a:gd name="connsiteX71" fmla="*/ 3811081 w 6636846"/>
                <a:gd name="connsiteY71" fmla="*/ 3287669 h 6858001"/>
                <a:gd name="connsiteX72" fmla="*/ 5296961 w 6636846"/>
                <a:gd name="connsiteY72" fmla="*/ 3287669 h 6858001"/>
                <a:gd name="connsiteX73" fmla="*/ 5489432 w 6636846"/>
                <a:gd name="connsiteY73" fmla="*/ 2957426 h 6858001"/>
                <a:gd name="connsiteX74" fmla="*/ 5823149 w 6636846"/>
                <a:gd name="connsiteY74" fmla="*/ 2786169 h 6858001"/>
                <a:gd name="connsiteX75" fmla="*/ 6340208 w 6636846"/>
                <a:gd name="connsiteY75" fmla="*/ 2890835 h 6858001"/>
                <a:gd name="connsiteX76" fmla="*/ 6619912 w 6636846"/>
                <a:gd name="connsiteY76" fmla="*/ 3311482 h 6858001"/>
                <a:gd name="connsiteX77" fmla="*/ 6207712 w 6636846"/>
                <a:gd name="connsiteY77" fmla="*/ 4094131 h 6858001"/>
                <a:gd name="connsiteX78" fmla="*/ 5527088 w 6636846"/>
                <a:gd name="connsiteY78" fmla="*/ 3993840 h 6858001"/>
                <a:gd name="connsiteX79" fmla="*/ 5313062 w 6636846"/>
                <a:gd name="connsiteY79" fmla="*/ 3688472 h 6858001"/>
                <a:gd name="connsiteX80" fmla="*/ 5263108 w 6636846"/>
                <a:gd name="connsiteY80" fmla="*/ 3648318 h 6858001"/>
                <a:gd name="connsiteX81" fmla="*/ 3830352 w 6636846"/>
                <a:gd name="connsiteY81" fmla="*/ 3647176 h 6858001"/>
                <a:gd name="connsiteX82" fmla="*/ 3809685 w 6636846"/>
                <a:gd name="connsiteY82" fmla="*/ 3652489 h 6858001"/>
                <a:gd name="connsiteX83" fmla="*/ 3809685 w 6636846"/>
                <a:gd name="connsiteY83" fmla="*/ 3976176 h 6858001"/>
                <a:gd name="connsiteX84" fmla="*/ 3877265 w 6636846"/>
                <a:gd name="connsiteY84" fmla="*/ 3976176 h 6858001"/>
                <a:gd name="connsiteX85" fmla="*/ 4377969 w 6636846"/>
                <a:gd name="connsiteY85" fmla="*/ 3977888 h 6858001"/>
                <a:gd name="connsiteX86" fmla="*/ 4446056 w 6636846"/>
                <a:gd name="connsiteY86" fmla="*/ 4015394 h 6858001"/>
                <a:gd name="connsiteX87" fmla="*/ 5023089 w 6636846"/>
                <a:gd name="connsiteY87" fmla="*/ 4874626 h 6858001"/>
                <a:gd name="connsiteX88" fmla="*/ 5050983 w 6636846"/>
                <a:gd name="connsiteY88" fmla="*/ 4908505 h 6858001"/>
                <a:gd name="connsiteX89" fmla="*/ 5095487 w 6636846"/>
                <a:gd name="connsiteY89" fmla="*/ 4796067 h 6858001"/>
                <a:gd name="connsiteX90" fmla="*/ 5609250 w 6636846"/>
                <a:gd name="connsiteY90" fmla="*/ 4394553 h 6858001"/>
                <a:gd name="connsiteX91" fmla="*/ 6253229 w 6636846"/>
                <a:gd name="connsiteY91" fmla="*/ 4629879 h 6858001"/>
                <a:gd name="connsiteX92" fmla="*/ 6353014 w 6636846"/>
                <a:gd name="connsiteY92" fmla="*/ 4879243 h 6858001"/>
                <a:gd name="connsiteX93" fmla="*/ 6155599 w 6636846"/>
                <a:gd name="connsiteY93" fmla="*/ 5497328 h 6858001"/>
                <a:gd name="connsiteX94" fmla="*/ 5274645 w 6636846"/>
                <a:gd name="connsiteY94" fmla="*/ 5553751 h 6858001"/>
                <a:gd name="connsiteX95" fmla="*/ 5043629 w 6636846"/>
                <a:gd name="connsiteY95" fmla="*/ 5231889 h 6858001"/>
                <a:gd name="connsiteX96" fmla="*/ 4973386 w 6636846"/>
                <a:gd name="connsiteY96" fmla="*/ 5181096 h 6858001"/>
                <a:gd name="connsiteX97" fmla="*/ 4721577 w 6636846"/>
                <a:gd name="connsiteY97" fmla="*/ 5041549 h 6858001"/>
                <a:gd name="connsiteX98" fmla="*/ 4224550 w 6636846"/>
                <a:gd name="connsiteY98" fmla="*/ 4321357 h 6858001"/>
                <a:gd name="connsiteX99" fmla="*/ 4181567 w 6636846"/>
                <a:gd name="connsiteY99" fmla="*/ 4294463 h 6858001"/>
                <a:gd name="connsiteX100" fmla="*/ 3810572 w 6636846"/>
                <a:gd name="connsiteY100" fmla="*/ 4293247 h 6858001"/>
                <a:gd name="connsiteX101" fmla="*/ 3810572 w 6636846"/>
                <a:gd name="connsiteY101" fmla="*/ 5003194 h 6858001"/>
                <a:gd name="connsiteX102" fmla="*/ 3969444 w 6636846"/>
                <a:gd name="connsiteY102" fmla="*/ 5001608 h 6858001"/>
                <a:gd name="connsiteX103" fmla="*/ 4187906 w 6636846"/>
                <a:gd name="connsiteY103" fmla="*/ 5116825 h 6858001"/>
                <a:gd name="connsiteX104" fmla="*/ 4404975 w 6636846"/>
                <a:gd name="connsiteY104" fmla="*/ 5352811 h 6858001"/>
                <a:gd name="connsiteX105" fmla="*/ 4453158 w 6636846"/>
                <a:gd name="connsiteY105" fmla="*/ 5358757 h 6858001"/>
                <a:gd name="connsiteX106" fmla="*/ 4758472 w 6636846"/>
                <a:gd name="connsiteY106" fmla="*/ 5358771 h 6858001"/>
                <a:gd name="connsiteX107" fmla="*/ 5062648 w 6636846"/>
                <a:gd name="connsiteY107" fmla="*/ 5577880 h 6858001"/>
                <a:gd name="connsiteX108" fmla="*/ 5186016 w 6636846"/>
                <a:gd name="connsiteY108" fmla="*/ 6048824 h 6858001"/>
                <a:gd name="connsiteX109" fmla="*/ 4938266 w 6636846"/>
                <a:gd name="connsiteY109" fmla="*/ 6434436 h 6858001"/>
                <a:gd name="connsiteX110" fmla="*/ 4249527 w 6636846"/>
                <a:gd name="connsiteY110" fmla="*/ 6421619 h 6858001"/>
                <a:gd name="connsiteX111" fmla="*/ 4022697 w 6636846"/>
                <a:gd name="connsiteY111" fmla="*/ 6007338 h 6858001"/>
                <a:gd name="connsiteX112" fmla="*/ 4119059 w 6636846"/>
                <a:gd name="connsiteY112" fmla="*/ 5608576 h 6858001"/>
                <a:gd name="connsiteX113" fmla="*/ 4116269 w 6636846"/>
                <a:gd name="connsiteY113" fmla="*/ 5575116 h 6858001"/>
                <a:gd name="connsiteX114" fmla="*/ 3944339 w 6636846"/>
                <a:gd name="connsiteY114" fmla="*/ 5370600 h 6858001"/>
                <a:gd name="connsiteX115" fmla="*/ 3806135 w 6636846"/>
                <a:gd name="connsiteY115" fmla="*/ 5353446 h 6858001"/>
                <a:gd name="connsiteX116" fmla="*/ 3806007 w 6636846"/>
                <a:gd name="connsiteY116" fmla="*/ 5426883 h 6858001"/>
                <a:gd name="connsiteX117" fmla="*/ 3790579 w 6636846"/>
                <a:gd name="connsiteY117" fmla="*/ 5893161 h 6858001"/>
                <a:gd name="connsiteX118" fmla="*/ 3514906 w 6636846"/>
                <a:gd name="connsiteY118" fmla="*/ 6481058 h 6858001"/>
                <a:gd name="connsiteX119" fmla="*/ 2923648 w 6636846"/>
                <a:gd name="connsiteY119" fmla="*/ 6832083 h 6858001"/>
                <a:gd name="connsiteX120" fmla="*/ 2355732 w 6636846"/>
                <a:gd name="connsiteY120" fmla="*/ 6802236 h 6858001"/>
                <a:gd name="connsiteX121" fmla="*/ 1791937 w 6636846"/>
                <a:gd name="connsiteY121" fmla="*/ 6376988 h 6858001"/>
                <a:gd name="connsiteX122" fmla="*/ 1732674 w 6636846"/>
                <a:gd name="connsiteY122" fmla="*/ 6283783 h 6858001"/>
                <a:gd name="connsiteX123" fmla="*/ 1582651 w 6636846"/>
                <a:gd name="connsiteY123" fmla="*/ 6236351 h 6858001"/>
                <a:gd name="connsiteX124" fmla="*/ 995451 w 6636846"/>
                <a:gd name="connsiteY124" fmla="*/ 6003013 h 6858001"/>
                <a:gd name="connsiteX125" fmla="*/ 643856 w 6636846"/>
                <a:gd name="connsiteY125" fmla="*/ 5522435 h 6858001"/>
                <a:gd name="connsiteX126" fmla="*/ 577201 w 6636846"/>
                <a:gd name="connsiteY126" fmla="*/ 5176202 h 6858001"/>
                <a:gd name="connsiteX127" fmla="*/ 490525 w 6636846"/>
                <a:gd name="connsiteY127" fmla="*/ 5017394 h 6858001"/>
                <a:gd name="connsiteX128" fmla="*/ 4239 w 6636846"/>
                <a:gd name="connsiteY128" fmla="*/ 4265429 h 6858001"/>
                <a:gd name="connsiteX129" fmla="*/ 3033 w 6636846"/>
                <a:gd name="connsiteY129" fmla="*/ 4115660 h 6858001"/>
                <a:gd name="connsiteX130" fmla="*/ 102832 w 6636846"/>
                <a:gd name="connsiteY130" fmla="*/ 4115660 h 6858001"/>
                <a:gd name="connsiteX131" fmla="*/ 445171 w 6636846"/>
                <a:gd name="connsiteY131" fmla="*/ 4115306 h 6858001"/>
                <a:gd name="connsiteX132" fmla="*/ 498576 w 6636846"/>
                <a:gd name="connsiteY132" fmla="*/ 4165668 h 6858001"/>
                <a:gd name="connsiteX133" fmla="*/ 646302 w 6636846"/>
                <a:gd name="connsiteY133" fmla="*/ 4473887 h 6858001"/>
                <a:gd name="connsiteX134" fmla="*/ 1018832 w 6636846"/>
                <a:gd name="connsiteY134" fmla="*/ 4717646 h 6858001"/>
                <a:gd name="connsiteX135" fmla="*/ 1097697 w 6636846"/>
                <a:gd name="connsiteY135" fmla="*/ 4760082 h 6858001"/>
                <a:gd name="connsiteX136" fmla="*/ 1069322 w 6636846"/>
                <a:gd name="connsiteY136" fmla="*/ 5066210 h 6858001"/>
                <a:gd name="connsiteX137" fmla="*/ 1620869 w 6636846"/>
                <a:gd name="connsiteY137" fmla="*/ 5708957 h 6858001"/>
                <a:gd name="connsiteX138" fmla="*/ 1914037 w 6636846"/>
                <a:gd name="connsiteY138" fmla="*/ 5692310 h 6858001"/>
                <a:gd name="connsiteX139" fmla="*/ 2017525 w 6636846"/>
                <a:gd name="connsiteY139" fmla="*/ 5745449 h 6858001"/>
                <a:gd name="connsiteX140" fmla="*/ 2224247 w 6636846"/>
                <a:gd name="connsiteY140" fmla="*/ 6128298 h 6858001"/>
                <a:gd name="connsiteX141" fmla="*/ 3008637 w 6636846"/>
                <a:gd name="connsiteY141" fmla="*/ 6201039 h 6858001"/>
                <a:gd name="connsiteX142" fmla="*/ 3312088 w 6636846"/>
                <a:gd name="connsiteY142" fmla="*/ 5629661 h 6858001"/>
                <a:gd name="connsiteX143" fmla="*/ 3312519 w 6636846"/>
                <a:gd name="connsiteY143" fmla="*/ 1115922 h 6858001"/>
                <a:gd name="connsiteX144" fmla="*/ 2834817 w 6636846"/>
                <a:gd name="connsiteY144" fmla="*/ 601602 h 6858001"/>
                <a:gd name="connsiteX145" fmla="*/ 2476590 w 6636846"/>
                <a:gd name="connsiteY145" fmla="*/ 680631 h 6858001"/>
                <a:gd name="connsiteX146" fmla="*/ 2260080 w 6636846"/>
                <a:gd name="connsiteY146" fmla="*/ 975739 h 6858001"/>
                <a:gd name="connsiteX147" fmla="*/ 2206434 w 6636846"/>
                <a:gd name="connsiteY147" fmla="*/ 1140012 h 6858001"/>
                <a:gd name="connsiteX148" fmla="*/ 2151214 w 6636846"/>
                <a:gd name="connsiteY148" fmla="*/ 1172776 h 6858001"/>
                <a:gd name="connsiteX149" fmla="*/ 1853126 w 6636846"/>
                <a:gd name="connsiteY149" fmla="*/ 1201811 h 6858001"/>
                <a:gd name="connsiteX150" fmla="*/ 1449659 w 6636846"/>
                <a:gd name="connsiteY150" fmla="*/ 1751492 h 6858001"/>
                <a:gd name="connsiteX151" fmla="*/ 1499312 w 6636846"/>
                <a:gd name="connsiteY151" fmla="*/ 1923943 h 6858001"/>
                <a:gd name="connsiteX152" fmla="*/ 1453311 w 6636846"/>
                <a:gd name="connsiteY152" fmla="*/ 2029586 h 6858001"/>
                <a:gd name="connsiteX153" fmla="*/ 1146969 w 6636846"/>
                <a:gd name="connsiteY153" fmla="*/ 2203076 h 6858001"/>
                <a:gd name="connsiteX154" fmla="*/ 916230 w 6636846"/>
                <a:gd name="connsiteY154" fmla="*/ 2573359 h 6858001"/>
                <a:gd name="connsiteX155" fmla="*/ 895931 w 6636846"/>
                <a:gd name="connsiteY155" fmla="*/ 2743047 h 6858001"/>
                <a:gd name="connsiteX156" fmla="*/ 362401 w 6636846"/>
                <a:gd name="connsiteY156" fmla="*/ 2743047 h 6858001"/>
                <a:gd name="connsiteX157" fmla="*/ 414590 w 6636846"/>
                <a:gd name="connsiteY157" fmla="*/ 2431252 h 6858001"/>
                <a:gd name="connsiteX158" fmla="*/ 803501 w 6636846"/>
                <a:gd name="connsiteY158" fmla="*/ 1812772 h 6858001"/>
                <a:gd name="connsiteX159" fmla="*/ 962536 w 6636846"/>
                <a:gd name="connsiteY159" fmla="*/ 1693980 h 6858001"/>
                <a:gd name="connsiteX160" fmla="*/ 987539 w 6636846"/>
                <a:gd name="connsiteY160" fmla="*/ 1651923 h 6858001"/>
                <a:gd name="connsiteX161" fmla="*/ 1034363 w 6636846"/>
                <a:gd name="connsiteY161" fmla="*/ 1266778 h 6858001"/>
                <a:gd name="connsiteX162" fmla="*/ 1286021 w 6636846"/>
                <a:gd name="connsiteY162" fmla="*/ 886541 h 6858001"/>
                <a:gd name="connsiteX163" fmla="*/ 1785507 w 6636846"/>
                <a:gd name="connsiteY163" fmla="*/ 629381 h 6858001"/>
                <a:gd name="connsiteX164" fmla="*/ 1873920 w 6636846"/>
                <a:gd name="connsiteY164" fmla="*/ 565276 h 6858001"/>
                <a:gd name="connsiteX165" fmla="*/ 2267382 w 6636846"/>
                <a:gd name="connsiteY165" fmla="*/ 149246 h 6858001"/>
                <a:gd name="connsiteX166" fmla="*/ 2738987 w 6636846"/>
                <a:gd name="connsiteY166" fmla="*/ 1694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6636846" h="6858001">
                  <a:moveTo>
                    <a:pt x="4640349" y="5664060"/>
                  </a:moveTo>
                  <a:cubicBezTo>
                    <a:pt x="4573368" y="5661398"/>
                    <a:pt x="4499277" y="5685144"/>
                    <a:pt x="4427290" y="5745334"/>
                  </a:cubicBezTo>
                  <a:cubicBezTo>
                    <a:pt x="4416514" y="5760449"/>
                    <a:pt x="4405231" y="5775169"/>
                    <a:pt x="4395085" y="5790725"/>
                  </a:cubicBezTo>
                  <a:cubicBezTo>
                    <a:pt x="4335113" y="5883601"/>
                    <a:pt x="4347032" y="6025139"/>
                    <a:pt x="4422093" y="6107225"/>
                  </a:cubicBezTo>
                  <a:cubicBezTo>
                    <a:pt x="4513130" y="6206757"/>
                    <a:pt x="4656659" y="6219868"/>
                    <a:pt x="4758093" y="6167642"/>
                  </a:cubicBezTo>
                  <a:cubicBezTo>
                    <a:pt x="4884506" y="6102648"/>
                    <a:pt x="4909611" y="5979622"/>
                    <a:pt x="4873348" y="5850990"/>
                  </a:cubicBezTo>
                  <a:cubicBezTo>
                    <a:pt x="4843868" y="5746292"/>
                    <a:pt x="4751983" y="5668497"/>
                    <a:pt x="4640349" y="5664060"/>
                  </a:cubicBezTo>
                  <a:close/>
                  <a:moveTo>
                    <a:pt x="5705854" y="4741356"/>
                  </a:moveTo>
                  <a:cubicBezTo>
                    <a:pt x="5687003" y="4742792"/>
                    <a:pt x="5667495" y="4745763"/>
                    <a:pt x="5647287" y="4750256"/>
                  </a:cubicBezTo>
                  <a:cubicBezTo>
                    <a:pt x="5514409" y="4779812"/>
                    <a:pt x="5428571" y="4865955"/>
                    <a:pt x="5393323" y="4994280"/>
                  </a:cubicBezTo>
                  <a:cubicBezTo>
                    <a:pt x="5358835" y="5119831"/>
                    <a:pt x="5398015" y="5226438"/>
                    <a:pt x="5495264" y="5316638"/>
                  </a:cubicBezTo>
                  <a:cubicBezTo>
                    <a:pt x="5624846" y="5436861"/>
                    <a:pt x="5792340" y="5440387"/>
                    <a:pt x="5932570" y="5339307"/>
                  </a:cubicBezTo>
                  <a:cubicBezTo>
                    <a:pt x="6032229" y="5267556"/>
                    <a:pt x="6092202" y="5101065"/>
                    <a:pt x="6019550" y="4941042"/>
                  </a:cubicBezTo>
                  <a:cubicBezTo>
                    <a:pt x="5937563" y="4796438"/>
                    <a:pt x="5837811" y="4731300"/>
                    <a:pt x="5705854" y="4741356"/>
                  </a:cubicBezTo>
                  <a:close/>
                  <a:moveTo>
                    <a:pt x="5934598" y="3130195"/>
                  </a:moveTo>
                  <a:cubicBezTo>
                    <a:pt x="5843436" y="3140262"/>
                    <a:pt x="5770150" y="3190927"/>
                    <a:pt x="5707135" y="3259497"/>
                  </a:cubicBezTo>
                  <a:cubicBezTo>
                    <a:pt x="5592894" y="3383855"/>
                    <a:pt x="5602784" y="3613740"/>
                    <a:pt x="5732745" y="3714314"/>
                  </a:cubicBezTo>
                  <a:cubicBezTo>
                    <a:pt x="5854468" y="3808533"/>
                    <a:pt x="5984936" y="3833968"/>
                    <a:pt x="6133284" y="3748839"/>
                  </a:cubicBezTo>
                  <a:cubicBezTo>
                    <a:pt x="6214684" y="3706668"/>
                    <a:pt x="6277573" y="3645464"/>
                    <a:pt x="6289618" y="3552641"/>
                  </a:cubicBezTo>
                  <a:cubicBezTo>
                    <a:pt x="6304328" y="3437817"/>
                    <a:pt x="6283278" y="3327521"/>
                    <a:pt x="6200609" y="3239158"/>
                  </a:cubicBezTo>
                  <a:cubicBezTo>
                    <a:pt x="6129352" y="3162957"/>
                    <a:pt x="6039331" y="3118606"/>
                    <a:pt x="5934598" y="3130195"/>
                  </a:cubicBezTo>
                  <a:close/>
                  <a:moveTo>
                    <a:pt x="5723623" y="1488696"/>
                  </a:moveTo>
                  <a:cubicBezTo>
                    <a:pt x="5691213" y="1487615"/>
                    <a:pt x="5658889" y="1491097"/>
                    <a:pt x="5627888" y="1499038"/>
                  </a:cubicBezTo>
                  <a:cubicBezTo>
                    <a:pt x="5445182" y="1545887"/>
                    <a:pt x="5295946" y="1794563"/>
                    <a:pt x="5448858" y="2009973"/>
                  </a:cubicBezTo>
                  <a:cubicBezTo>
                    <a:pt x="5499829" y="2116819"/>
                    <a:pt x="5649190" y="2168501"/>
                    <a:pt x="5731858" y="2159448"/>
                  </a:cubicBezTo>
                  <a:cubicBezTo>
                    <a:pt x="5859538" y="2145448"/>
                    <a:pt x="5958817" y="2080493"/>
                    <a:pt x="6018156" y="1958748"/>
                  </a:cubicBezTo>
                  <a:cubicBezTo>
                    <a:pt x="6077114" y="1837978"/>
                    <a:pt x="6058604" y="1725005"/>
                    <a:pt x="5984176" y="1624422"/>
                  </a:cubicBezTo>
                  <a:cubicBezTo>
                    <a:pt x="5918846" y="1536241"/>
                    <a:pt x="5820851" y="1491937"/>
                    <a:pt x="5723623" y="1488696"/>
                  </a:cubicBezTo>
                  <a:close/>
                  <a:moveTo>
                    <a:pt x="4637953" y="702095"/>
                  </a:moveTo>
                  <a:cubicBezTo>
                    <a:pt x="4553283" y="698173"/>
                    <a:pt x="4475852" y="737275"/>
                    <a:pt x="4423740" y="820484"/>
                  </a:cubicBezTo>
                  <a:cubicBezTo>
                    <a:pt x="4390902" y="873038"/>
                    <a:pt x="4364783" y="940555"/>
                    <a:pt x="4365416" y="1001010"/>
                  </a:cubicBezTo>
                  <a:cubicBezTo>
                    <a:pt x="4366558" y="1118394"/>
                    <a:pt x="4448086" y="1184655"/>
                    <a:pt x="4563212" y="1224583"/>
                  </a:cubicBezTo>
                  <a:cubicBezTo>
                    <a:pt x="4601503" y="1224671"/>
                    <a:pt x="4640937" y="1230656"/>
                    <a:pt x="4677960" y="1223783"/>
                  </a:cubicBezTo>
                  <a:cubicBezTo>
                    <a:pt x="4805767" y="1200138"/>
                    <a:pt x="4875882" y="1095381"/>
                    <a:pt x="4883236" y="997002"/>
                  </a:cubicBezTo>
                  <a:cubicBezTo>
                    <a:pt x="4893254" y="863884"/>
                    <a:pt x="4831886" y="760230"/>
                    <a:pt x="4724366" y="720318"/>
                  </a:cubicBezTo>
                  <a:cubicBezTo>
                    <a:pt x="4695204" y="709489"/>
                    <a:pt x="4666176" y="703402"/>
                    <a:pt x="4637953" y="702095"/>
                  </a:cubicBezTo>
                  <a:close/>
                  <a:moveTo>
                    <a:pt x="2738987" y="1694"/>
                  </a:moveTo>
                  <a:cubicBezTo>
                    <a:pt x="2898869" y="-7759"/>
                    <a:pt x="3060887" y="22376"/>
                    <a:pt x="3223409" y="91668"/>
                  </a:cubicBezTo>
                  <a:cubicBezTo>
                    <a:pt x="3356276" y="148319"/>
                    <a:pt x="3466104" y="245011"/>
                    <a:pt x="3560260" y="359936"/>
                  </a:cubicBezTo>
                  <a:cubicBezTo>
                    <a:pt x="3656698" y="477661"/>
                    <a:pt x="3729209" y="605406"/>
                    <a:pt x="3767071" y="751369"/>
                  </a:cubicBezTo>
                  <a:cubicBezTo>
                    <a:pt x="3786735" y="827191"/>
                    <a:pt x="3802078" y="906081"/>
                    <a:pt x="3804360" y="984032"/>
                  </a:cubicBezTo>
                  <a:cubicBezTo>
                    <a:pt x="3809811" y="1167247"/>
                    <a:pt x="3806135" y="1350729"/>
                    <a:pt x="3806135" y="1528897"/>
                  </a:cubicBezTo>
                  <a:cubicBezTo>
                    <a:pt x="3951819" y="1591013"/>
                    <a:pt x="4016611" y="1487764"/>
                    <a:pt x="4089643" y="1403145"/>
                  </a:cubicBezTo>
                  <a:cubicBezTo>
                    <a:pt x="4113987" y="1374959"/>
                    <a:pt x="4136049" y="1344769"/>
                    <a:pt x="4147588" y="1330023"/>
                  </a:cubicBezTo>
                  <a:cubicBezTo>
                    <a:pt x="4110309" y="1226572"/>
                    <a:pt x="4066313" y="1134687"/>
                    <a:pt x="4044759" y="1037806"/>
                  </a:cubicBezTo>
                  <a:cubicBezTo>
                    <a:pt x="4009636" y="880228"/>
                    <a:pt x="4050970" y="733720"/>
                    <a:pt x="4143529" y="601804"/>
                  </a:cubicBezTo>
                  <a:cubicBezTo>
                    <a:pt x="4236343" y="469523"/>
                    <a:pt x="4363894" y="391582"/>
                    <a:pt x="4521245" y="360785"/>
                  </a:cubicBezTo>
                  <a:cubicBezTo>
                    <a:pt x="4699135" y="325942"/>
                    <a:pt x="4867009" y="351606"/>
                    <a:pt x="5013325" y="461711"/>
                  </a:cubicBezTo>
                  <a:cubicBezTo>
                    <a:pt x="5194512" y="597962"/>
                    <a:pt x="5289353" y="781190"/>
                    <a:pt x="5275660" y="1010520"/>
                  </a:cubicBezTo>
                  <a:cubicBezTo>
                    <a:pt x="5268685" y="1126750"/>
                    <a:pt x="5223803" y="1231139"/>
                    <a:pt x="5148232" y="1322619"/>
                  </a:cubicBezTo>
                  <a:cubicBezTo>
                    <a:pt x="5004705" y="1496348"/>
                    <a:pt x="4817560" y="1562979"/>
                    <a:pt x="4598334" y="1554002"/>
                  </a:cubicBezTo>
                  <a:cubicBezTo>
                    <a:pt x="4559029" y="1552392"/>
                    <a:pt x="4519977" y="1542247"/>
                    <a:pt x="4480543" y="1541271"/>
                  </a:cubicBezTo>
                  <a:cubicBezTo>
                    <a:pt x="4460003" y="1540763"/>
                    <a:pt x="4432236" y="1545012"/>
                    <a:pt x="4419429" y="1558377"/>
                  </a:cubicBezTo>
                  <a:cubicBezTo>
                    <a:pt x="4339045" y="1642920"/>
                    <a:pt x="4252317" y="1724043"/>
                    <a:pt x="4186640" y="1819327"/>
                  </a:cubicBezTo>
                  <a:cubicBezTo>
                    <a:pt x="4133639" y="1896087"/>
                    <a:pt x="4070750" y="1901462"/>
                    <a:pt x="3993409" y="1897393"/>
                  </a:cubicBezTo>
                  <a:cubicBezTo>
                    <a:pt x="3934575" y="1894298"/>
                    <a:pt x="3875364" y="1896784"/>
                    <a:pt x="3811207" y="1896784"/>
                  </a:cubicBezTo>
                  <a:cubicBezTo>
                    <a:pt x="3811207" y="2120230"/>
                    <a:pt x="3811207" y="2340531"/>
                    <a:pt x="3811207" y="2568657"/>
                  </a:cubicBezTo>
                  <a:cubicBezTo>
                    <a:pt x="3948143" y="2568657"/>
                    <a:pt x="4084697" y="2569342"/>
                    <a:pt x="4221254" y="2567491"/>
                  </a:cubicBezTo>
                  <a:cubicBezTo>
                    <a:pt x="4233805" y="2567325"/>
                    <a:pt x="4249527" y="2553352"/>
                    <a:pt x="4257770" y="2541585"/>
                  </a:cubicBezTo>
                  <a:cubicBezTo>
                    <a:pt x="4385956" y="2358346"/>
                    <a:pt x="4513004" y="2174345"/>
                    <a:pt x="4640557" y="1990674"/>
                  </a:cubicBezTo>
                  <a:cubicBezTo>
                    <a:pt x="4706489" y="1895694"/>
                    <a:pt x="4772040" y="1800398"/>
                    <a:pt x="4840001" y="1706899"/>
                  </a:cubicBezTo>
                  <a:cubicBezTo>
                    <a:pt x="4849765" y="1693537"/>
                    <a:pt x="4872078" y="1683368"/>
                    <a:pt x="4889196" y="1682391"/>
                  </a:cubicBezTo>
                  <a:cubicBezTo>
                    <a:pt x="4943717" y="1679310"/>
                    <a:pt x="4998491" y="1681251"/>
                    <a:pt x="5052251" y="1681251"/>
                  </a:cubicBezTo>
                  <a:cubicBezTo>
                    <a:pt x="5149754" y="1289234"/>
                    <a:pt x="5537613" y="1145705"/>
                    <a:pt x="5800834" y="1176388"/>
                  </a:cubicBezTo>
                  <a:cubicBezTo>
                    <a:pt x="6130114" y="1214770"/>
                    <a:pt x="6352127" y="1472449"/>
                    <a:pt x="6390165" y="1756945"/>
                  </a:cubicBezTo>
                  <a:cubicBezTo>
                    <a:pt x="6445067" y="2168373"/>
                    <a:pt x="6226477" y="2408873"/>
                    <a:pt x="5902142" y="2509750"/>
                  </a:cubicBezTo>
                  <a:cubicBezTo>
                    <a:pt x="5604431" y="2602332"/>
                    <a:pt x="5217968" y="2497284"/>
                    <a:pt x="5026639" y="2049252"/>
                  </a:cubicBezTo>
                  <a:cubicBezTo>
                    <a:pt x="4961214" y="2139922"/>
                    <a:pt x="4897690" y="2228510"/>
                    <a:pt x="4833535" y="2316504"/>
                  </a:cubicBezTo>
                  <a:cubicBezTo>
                    <a:pt x="4692033" y="2510446"/>
                    <a:pt x="4550914" y="2704756"/>
                    <a:pt x="4406750" y="2896732"/>
                  </a:cubicBezTo>
                  <a:cubicBezTo>
                    <a:pt x="4393817" y="2913911"/>
                    <a:pt x="4359839" y="2922343"/>
                    <a:pt x="4335367" y="2922647"/>
                  </a:cubicBezTo>
                  <a:cubicBezTo>
                    <a:pt x="4162294" y="2924815"/>
                    <a:pt x="3989223" y="2923801"/>
                    <a:pt x="3811081" y="2923801"/>
                  </a:cubicBezTo>
                  <a:cubicBezTo>
                    <a:pt x="3811081" y="3046003"/>
                    <a:pt x="3811081" y="3164884"/>
                    <a:pt x="3811081" y="3287669"/>
                  </a:cubicBezTo>
                  <a:cubicBezTo>
                    <a:pt x="4305444" y="3287669"/>
                    <a:pt x="4799048" y="3287669"/>
                    <a:pt x="5296961" y="3287669"/>
                  </a:cubicBezTo>
                  <a:cubicBezTo>
                    <a:pt x="5329801" y="3161030"/>
                    <a:pt x="5392944" y="3050276"/>
                    <a:pt x="5489432" y="2957426"/>
                  </a:cubicBezTo>
                  <a:cubicBezTo>
                    <a:pt x="5584145" y="2866226"/>
                    <a:pt x="5697371" y="2812326"/>
                    <a:pt x="5823149" y="2786169"/>
                  </a:cubicBezTo>
                  <a:cubicBezTo>
                    <a:pt x="6009280" y="2747510"/>
                    <a:pt x="6183240" y="2786384"/>
                    <a:pt x="6340208" y="2890835"/>
                  </a:cubicBezTo>
                  <a:cubicBezTo>
                    <a:pt x="6490838" y="2991167"/>
                    <a:pt x="6582508" y="3135608"/>
                    <a:pt x="6619912" y="3311482"/>
                  </a:cubicBezTo>
                  <a:cubicBezTo>
                    <a:pt x="6689395" y="3637831"/>
                    <a:pt x="6543712" y="3968633"/>
                    <a:pt x="6207712" y="4094131"/>
                  </a:cubicBezTo>
                  <a:cubicBezTo>
                    <a:pt x="5961606" y="4186081"/>
                    <a:pt x="5736551" y="4157947"/>
                    <a:pt x="5527088" y="3993840"/>
                  </a:cubicBezTo>
                  <a:cubicBezTo>
                    <a:pt x="5422992" y="3912349"/>
                    <a:pt x="5364921" y="3804246"/>
                    <a:pt x="5313062" y="3688472"/>
                  </a:cubicBezTo>
                  <a:cubicBezTo>
                    <a:pt x="5305075" y="3670633"/>
                    <a:pt x="5280224" y="3648394"/>
                    <a:pt x="5263108" y="3648318"/>
                  </a:cubicBezTo>
                  <a:cubicBezTo>
                    <a:pt x="4785480" y="3646289"/>
                    <a:pt x="4307980" y="3646834"/>
                    <a:pt x="3830352" y="3647176"/>
                  </a:cubicBezTo>
                  <a:cubicBezTo>
                    <a:pt x="3824521" y="3647190"/>
                    <a:pt x="3818687" y="3650093"/>
                    <a:pt x="3809685" y="3652489"/>
                  </a:cubicBezTo>
                  <a:cubicBezTo>
                    <a:pt x="3809685" y="3757599"/>
                    <a:pt x="3809685" y="3862293"/>
                    <a:pt x="3809685" y="3976176"/>
                  </a:cubicBezTo>
                  <a:cubicBezTo>
                    <a:pt x="3832636" y="3976176"/>
                    <a:pt x="3854949" y="3976176"/>
                    <a:pt x="3877265" y="3976176"/>
                  </a:cubicBezTo>
                  <a:cubicBezTo>
                    <a:pt x="4044126" y="3976176"/>
                    <a:pt x="4211110" y="3974693"/>
                    <a:pt x="4377969" y="3977888"/>
                  </a:cubicBezTo>
                  <a:cubicBezTo>
                    <a:pt x="4401299" y="3978333"/>
                    <a:pt x="4432871" y="3995918"/>
                    <a:pt x="4446056" y="4015394"/>
                  </a:cubicBezTo>
                  <a:cubicBezTo>
                    <a:pt x="4639797" y="4300855"/>
                    <a:pt x="4830998" y="4588000"/>
                    <a:pt x="5023089" y="4874626"/>
                  </a:cubicBezTo>
                  <a:cubicBezTo>
                    <a:pt x="5029555" y="4884326"/>
                    <a:pt x="5037925" y="4892783"/>
                    <a:pt x="5050983" y="4908505"/>
                  </a:cubicBezTo>
                  <a:cubicBezTo>
                    <a:pt x="5067592" y="4866334"/>
                    <a:pt x="5081286" y="4831088"/>
                    <a:pt x="5095487" y="4796067"/>
                  </a:cubicBezTo>
                  <a:cubicBezTo>
                    <a:pt x="5189822" y="4563947"/>
                    <a:pt x="5365682" y="4434771"/>
                    <a:pt x="5609250" y="4394553"/>
                  </a:cubicBezTo>
                  <a:cubicBezTo>
                    <a:pt x="5867398" y="4351913"/>
                    <a:pt x="6081172" y="4437726"/>
                    <a:pt x="6253229" y="4629879"/>
                  </a:cubicBezTo>
                  <a:cubicBezTo>
                    <a:pt x="6315485" y="4699399"/>
                    <a:pt x="6336784" y="4790474"/>
                    <a:pt x="6353014" y="4879243"/>
                  </a:cubicBezTo>
                  <a:cubicBezTo>
                    <a:pt x="6397012" y="5119234"/>
                    <a:pt x="6336658" y="5333526"/>
                    <a:pt x="6155599" y="5497328"/>
                  </a:cubicBezTo>
                  <a:cubicBezTo>
                    <a:pt x="5905564" y="5723411"/>
                    <a:pt x="5553714" y="5760650"/>
                    <a:pt x="5274645" y="5553751"/>
                  </a:cubicBezTo>
                  <a:cubicBezTo>
                    <a:pt x="5162054" y="5470322"/>
                    <a:pt x="5088388" y="5361319"/>
                    <a:pt x="5043629" y="5231889"/>
                  </a:cubicBezTo>
                  <a:cubicBezTo>
                    <a:pt x="5030317" y="5193408"/>
                    <a:pt x="5013453" y="5172360"/>
                    <a:pt x="4973386" y="5181096"/>
                  </a:cubicBezTo>
                  <a:cubicBezTo>
                    <a:pt x="4847483" y="5208547"/>
                    <a:pt x="4784845" y="5138077"/>
                    <a:pt x="4721577" y="5041549"/>
                  </a:cubicBezTo>
                  <a:cubicBezTo>
                    <a:pt x="4561818" y="4797650"/>
                    <a:pt x="4391663" y="4560449"/>
                    <a:pt x="4224550" y="4321357"/>
                  </a:cubicBezTo>
                  <a:cubicBezTo>
                    <a:pt x="4215549" y="4308334"/>
                    <a:pt x="4196277" y="4294731"/>
                    <a:pt x="4181567" y="4294463"/>
                  </a:cubicBezTo>
                  <a:cubicBezTo>
                    <a:pt x="4059339" y="4292321"/>
                    <a:pt x="3937113" y="4293247"/>
                    <a:pt x="3810572" y="4293247"/>
                  </a:cubicBezTo>
                  <a:cubicBezTo>
                    <a:pt x="3810572" y="4529168"/>
                    <a:pt x="3810572" y="4760653"/>
                    <a:pt x="3810572" y="5003194"/>
                  </a:cubicBezTo>
                  <a:cubicBezTo>
                    <a:pt x="3862050" y="5003194"/>
                    <a:pt x="3917205" y="5010801"/>
                    <a:pt x="3969444" y="5001608"/>
                  </a:cubicBezTo>
                  <a:cubicBezTo>
                    <a:pt x="4075442" y="4982933"/>
                    <a:pt x="4129456" y="5048384"/>
                    <a:pt x="4187906" y="5116825"/>
                  </a:cubicBezTo>
                  <a:cubicBezTo>
                    <a:pt x="4257263" y="5198100"/>
                    <a:pt x="4330930" y="5275759"/>
                    <a:pt x="4404975" y="5352811"/>
                  </a:cubicBezTo>
                  <a:cubicBezTo>
                    <a:pt x="4413725" y="5361914"/>
                    <a:pt x="4436801" y="5358771"/>
                    <a:pt x="4453158" y="5358757"/>
                  </a:cubicBezTo>
                  <a:cubicBezTo>
                    <a:pt x="4554971" y="5358669"/>
                    <a:pt x="4657166" y="5351581"/>
                    <a:pt x="4758472" y="5358771"/>
                  </a:cubicBezTo>
                  <a:cubicBezTo>
                    <a:pt x="4901750" y="5368964"/>
                    <a:pt x="4979726" y="5479970"/>
                    <a:pt x="5062648" y="5577880"/>
                  </a:cubicBezTo>
                  <a:cubicBezTo>
                    <a:pt x="5178409" y="5714434"/>
                    <a:pt x="5209600" y="5878238"/>
                    <a:pt x="5186016" y="6048824"/>
                  </a:cubicBezTo>
                  <a:cubicBezTo>
                    <a:pt x="5163449" y="6211538"/>
                    <a:pt x="5079513" y="6345911"/>
                    <a:pt x="4938266" y="6434436"/>
                  </a:cubicBezTo>
                  <a:cubicBezTo>
                    <a:pt x="4707502" y="6578981"/>
                    <a:pt x="4471161" y="6577498"/>
                    <a:pt x="4249527" y="6421619"/>
                  </a:cubicBezTo>
                  <a:cubicBezTo>
                    <a:pt x="4111831" y="6324724"/>
                    <a:pt x="4038419" y="6176757"/>
                    <a:pt x="4022697" y="6007338"/>
                  </a:cubicBezTo>
                  <a:cubicBezTo>
                    <a:pt x="4009384" y="5864798"/>
                    <a:pt x="4032712" y="5728649"/>
                    <a:pt x="4119059" y="5608576"/>
                  </a:cubicBezTo>
                  <a:cubicBezTo>
                    <a:pt x="4124131" y="5601437"/>
                    <a:pt x="4122230" y="5582648"/>
                    <a:pt x="4116269" y="5575116"/>
                  </a:cubicBezTo>
                  <a:cubicBezTo>
                    <a:pt x="4060862" y="5505165"/>
                    <a:pt x="4009510" y="5430166"/>
                    <a:pt x="3944339" y="5370600"/>
                  </a:cubicBezTo>
                  <a:cubicBezTo>
                    <a:pt x="3918599" y="5347118"/>
                    <a:pt x="3860656" y="5358859"/>
                    <a:pt x="3806135" y="5353446"/>
                  </a:cubicBezTo>
                  <a:cubicBezTo>
                    <a:pt x="3806135" y="5382772"/>
                    <a:pt x="3806642" y="5404845"/>
                    <a:pt x="3806007" y="5426883"/>
                  </a:cubicBezTo>
                  <a:cubicBezTo>
                    <a:pt x="3801950" y="5582432"/>
                    <a:pt x="3809685" y="5739477"/>
                    <a:pt x="3790579" y="5893161"/>
                  </a:cubicBezTo>
                  <a:cubicBezTo>
                    <a:pt x="3762810" y="6115936"/>
                    <a:pt x="3673598" y="6315330"/>
                    <a:pt x="3514906" y="6481058"/>
                  </a:cubicBezTo>
                  <a:cubicBezTo>
                    <a:pt x="3349772" y="6653509"/>
                    <a:pt x="3157896" y="6778882"/>
                    <a:pt x="2923648" y="6832083"/>
                  </a:cubicBezTo>
                  <a:cubicBezTo>
                    <a:pt x="2732191" y="6875573"/>
                    <a:pt x="2543041" y="6863477"/>
                    <a:pt x="2355732" y="6802236"/>
                  </a:cubicBezTo>
                  <a:cubicBezTo>
                    <a:pt x="2118502" y="6724691"/>
                    <a:pt x="1941727" y="6569002"/>
                    <a:pt x="1791937" y="6376988"/>
                  </a:cubicBezTo>
                  <a:cubicBezTo>
                    <a:pt x="1769380" y="6348066"/>
                    <a:pt x="1750209" y="6316090"/>
                    <a:pt x="1732674" y="6283783"/>
                  </a:cubicBezTo>
                  <a:cubicBezTo>
                    <a:pt x="1697869" y="6219728"/>
                    <a:pt x="1631403" y="6241345"/>
                    <a:pt x="1582651" y="6236351"/>
                  </a:cubicBezTo>
                  <a:cubicBezTo>
                    <a:pt x="1363454" y="6213896"/>
                    <a:pt x="1170692" y="6133102"/>
                    <a:pt x="995451" y="6003013"/>
                  </a:cubicBezTo>
                  <a:cubicBezTo>
                    <a:pt x="828338" y="5878975"/>
                    <a:pt x="715569" y="5712330"/>
                    <a:pt x="643856" y="5522435"/>
                  </a:cubicBezTo>
                  <a:cubicBezTo>
                    <a:pt x="602788" y="5413683"/>
                    <a:pt x="583465" y="5292839"/>
                    <a:pt x="577201" y="5176202"/>
                  </a:cubicBezTo>
                  <a:cubicBezTo>
                    <a:pt x="573130" y="5100444"/>
                    <a:pt x="549928" y="5056155"/>
                    <a:pt x="490525" y="5017394"/>
                  </a:cubicBezTo>
                  <a:cubicBezTo>
                    <a:pt x="217288" y="4839162"/>
                    <a:pt x="66076" y="4580267"/>
                    <a:pt x="4239" y="4265429"/>
                  </a:cubicBezTo>
                  <a:cubicBezTo>
                    <a:pt x="-4537" y="4220734"/>
                    <a:pt x="3033" y="4172818"/>
                    <a:pt x="3033" y="4115660"/>
                  </a:cubicBezTo>
                  <a:cubicBezTo>
                    <a:pt x="37421" y="4115660"/>
                    <a:pt x="70132" y="4115660"/>
                    <a:pt x="102832" y="4115660"/>
                  </a:cubicBezTo>
                  <a:cubicBezTo>
                    <a:pt x="216945" y="4115674"/>
                    <a:pt x="331072" y="4116333"/>
                    <a:pt x="445171" y="4115306"/>
                  </a:cubicBezTo>
                  <a:cubicBezTo>
                    <a:pt x="481346" y="4114989"/>
                    <a:pt x="493874" y="4126312"/>
                    <a:pt x="498576" y="4165668"/>
                  </a:cubicBezTo>
                  <a:cubicBezTo>
                    <a:pt x="512677" y="4283952"/>
                    <a:pt x="563164" y="4386173"/>
                    <a:pt x="646302" y="4473887"/>
                  </a:cubicBezTo>
                  <a:cubicBezTo>
                    <a:pt x="751694" y="4585071"/>
                    <a:pt x="876216" y="4664189"/>
                    <a:pt x="1018832" y="4717646"/>
                  </a:cubicBezTo>
                  <a:cubicBezTo>
                    <a:pt x="1047587" y="4728436"/>
                    <a:pt x="1073479" y="4746834"/>
                    <a:pt x="1097697" y="4760082"/>
                  </a:cubicBezTo>
                  <a:cubicBezTo>
                    <a:pt x="1087362" y="4864509"/>
                    <a:pt x="1066886" y="4965639"/>
                    <a:pt x="1069322" y="5066210"/>
                  </a:cubicBezTo>
                  <a:cubicBezTo>
                    <a:pt x="1077688" y="5410844"/>
                    <a:pt x="1286566" y="5644115"/>
                    <a:pt x="1620869" y="5708957"/>
                  </a:cubicBezTo>
                  <a:cubicBezTo>
                    <a:pt x="1714186" y="5727052"/>
                    <a:pt x="1816788" y="5704672"/>
                    <a:pt x="1914037" y="5692310"/>
                  </a:cubicBezTo>
                  <a:cubicBezTo>
                    <a:pt x="1966465" y="5685639"/>
                    <a:pt x="2001943" y="5684322"/>
                    <a:pt x="2017525" y="5745449"/>
                  </a:cubicBezTo>
                  <a:cubicBezTo>
                    <a:pt x="2053952" y="5888357"/>
                    <a:pt x="2124906" y="6013690"/>
                    <a:pt x="2224247" y="6128298"/>
                  </a:cubicBezTo>
                  <a:cubicBezTo>
                    <a:pt x="2426951" y="6325511"/>
                    <a:pt x="2775516" y="6353607"/>
                    <a:pt x="3008637" y="6201039"/>
                  </a:cubicBezTo>
                  <a:cubicBezTo>
                    <a:pt x="3216423" y="6065042"/>
                    <a:pt x="3312254" y="5875562"/>
                    <a:pt x="3312088" y="5629661"/>
                  </a:cubicBezTo>
                  <a:cubicBezTo>
                    <a:pt x="3311138" y="4125082"/>
                    <a:pt x="3310718" y="2620502"/>
                    <a:pt x="3312519" y="1115922"/>
                  </a:cubicBezTo>
                  <a:cubicBezTo>
                    <a:pt x="3312825" y="864797"/>
                    <a:pt x="3081897" y="615611"/>
                    <a:pt x="2834817" y="601602"/>
                  </a:cubicBezTo>
                  <a:cubicBezTo>
                    <a:pt x="2705425" y="594260"/>
                    <a:pt x="2583020" y="605342"/>
                    <a:pt x="2476590" y="680631"/>
                  </a:cubicBezTo>
                  <a:cubicBezTo>
                    <a:pt x="2373165" y="753791"/>
                    <a:pt x="2299891" y="853753"/>
                    <a:pt x="2260080" y="975739"/>
                  </a:cubicBezTo>
                  <a:cubicBezTo>
                    <a:pt x="2242176" y="1030551"/>
                    <a:pt x="2228686" y="1087101"/>
                    <a:pt x="2206434" y="1140012"/>
                  </a:cubicBezTo>
                  <a:cubicBezTo>
                    <a:pt x="2199625" y="1156216"/>
                    <a:pt x="2171210" y="1170506"/>
                    <a:pt x="2151214" y="1172776"/>
                  </a:cubicBezTo>
                  <a:cubicBezTo>
                    <a:pt x="2051937" y="1184034"/>
                    <a:pt x="1949273" y="1178860"/>
                    <a:pt x="1853126" y="1201811"/>
                  </a:cubicBezTo>
                  <a:cubicBezTo>
                    <a:pt x="1605398" y="1260960"/>
                    <a:pt x="1428436" y="1486333"/>
                    <a:pt x="1449659" y="1751492"/>
                  </a:cubicBezTo>
                  <a:cubicBezTo>
                    <a:pt x="1454337" y="1810072"/>
                    <a:pt x="1476641" y="1868788"/>
                    <a:pt x="1499312" y="1923943"/>
                  </a:cubicBezTo>
                  <a:cubicBezTo>
                    <a:pt x="1522464" y="1980265"/>
                    <a:pt x="1503191" y="2004100"/>
                    <a:pt x="1453311" y="2029586"/>
                  </a:cubicBezTo>
                  <a:cubicBezTo>
                    <a:pt x="1348872" y="2082979"/>
                    <a:pt x="1244916" y="2138794"/>
                    <a:pt x="1146969" y="2203076"/>
                  </a:cubicBezTo>
                  <a:cubicBezTo>
                    <a:pt x="1015041" y="2289662"/>
                    <a:pt x="949324" y="2423377"/>
                    <a:pt x="916230" y="2573359"/>
                  </a:cubicBezTo>
                  <a:cubicBezTo>
                    <a:pt x="904250" y="2627690"/>
                    <a:pt x="902638" y="2684315"/>
                    <a:pt x="895931" y="2743047"/>
                  </a:cubicBezTo>
                  <a:cubicBezTo>
                    <a:pt x="723444" y="2743047"/>
                    <a:pt x="551094" y="2743047"/>
                    <a:pt x="362401" y="2743047"/>
                  </a:cubicBezTo>
                  <a:cubicBezTo>
                    <a:pt x="379607" y="2636554"/>
                    <a:pt x="387520" y="2531316"/>
                    <a:pt x="414590" y="2431252"/>
                  </a:cubicBezTo>
                  <a:cubicBezTo>
                    <a:pt x="480749" y="2186683"/>
                    <a:pt x="617052" y="1982623"/>
                    <a:pt x="803501" y="1812772"/>
                  </a:cubicBezTo>
                  <a:cubicBezTo>
                    <a:pt x="852163" y="1768432"/>
                    <a:pt x="910386" y="1734732"/>
                    <a:pt x="962536" y="1693980"/>
                  </a:cubicBezTo>
                  <a:cubicBezTo>
                    <a:pt x="974872" y="1684344"/>
                    <a:pt x="990151" y="1663830"/>
                    <a:pt x="987539" y="1651923"/>
                  </a:cubicBezTo>
                  <a:cubicBezTo>
                    <a:pt x="958226" y="1517751"/>
                    <a:pt x="994398" y="1390148"/>
                    <a:pt x="1034363" y="1266778"/>
                  </a:cubicBezTo>
                  <a:cubicBezTo>
                    <a:pt x="1082279" y="1118927"/>
                    <a:pt x="1172035" y="991791"/>
                    <a:pt x="1286021" y="886541"/>
                  </a:cubicBezTo>
                  <a:cubicBezTo>
                    <a:pt x="1427839" y="755604"/>
                    <a:pt x="1591415" y="660825"/>
                    <a:pt x="1785507" y="629381"/>
                  </a:cubicBezTo>
                  <a:cubicBezTo>
                    <a:pt x="1827564" y="622574"/>
                    <a:pt x="1853797" y="604771"/>
                    <a:pt x="1873920" y="565276"/>
                  </a:cubicBezTo>
                  <a:cubicBezTo>
                    <a:pt x="1964019" y="388476"/>
                    <a:pt x="2096137" y="248283"/>
                    <a:pt x="2267382" y="149246"/>
                  </a:cubicBezTo>
                  <a:cubicBezTo>
                    <a:pt x="2421359" y="60187"/>
                    <a:pt x="2579105" y="11146"/>
                    <a:pt x="2738987" y="1694"/>
                  </a:cubicBezTo>
                  <a:close/>
                </a:path>
              </a:pathLst>
            </a:custGeom>
            <a:grpFill/>
            <a:ln w="6350" cap="flat">
              <a:noFill/>
              <a:prstDash val="solid"/>
              <a:miter/>
            </a:ln>
          </p:spPr>
          <p:txBody>
            <a:bodyPr wrap="square" rtlCol="0" anchor="ctr">
              <a:noAutofit/>
            </a:bodyPr>
            <a:lstStyle/>
            <a:p>
              <a:endParaRPr lang="en-US"/>
            </a:p>
          </p:txBody>
        </p:sp>
        <p:sp>
          <p:nvSpPr>
            <p:cNvPr id="3026" name="Rectangle 3025">
              <a:extLst>
                <a:ext uri="{FF2B5EF4-FFF2-40B4-BE49-F238E27FC236}">
                  <a16:creationId xmlns:a16="http://schemas.microsoft.com/office/drawing/2014/main" id="{8AE21731-B064-52B9-EBDD-5F18762B6587}"/>
                </a:ext>
                <a:ext uri="{C183D7F6-B498-43B3-948B-1728B52AA6E4}">
                  <adec:decorative xmlns:adec="http://schemas.microsoft.com/office/drawing/2017/decorative" val="1"/>
                </a:ext>
              </a:extLst>
            </p:cNvPr>
            <p:cNvSpPr/>
            <p:nvPr/>
          </p:nvSpPr>
          <p:spPr>
            <a:xfrm>
              <a:off x="2924900" y="3857448"/>
              <a:ext cx="36501" cy="36501"/>
            </a:xfrm>
            <a:prstGeom prst="rect">
              <a:avLst/>
            </a:prstGeom>
            <a:solidFill>
              <a:schemeClr val="bg1"/>
            </a:solidFill>
            <a:ln w="6350" cap="flat">
              <a:noFill/>
              <a:prstDash val="solid"/>
              <a:miter/>
            </a:ln>
          </p:spPr>
          <p:txBody>
            <a:bodyPr rtlCol="0" anchor="ctr"/>
            <a:lstStyle/>
            <a:p>
              <a:endParaRPr lang="en-US" dirty="0"/>
            </a:p>
          </p:txBody>
        </p:sp>
      </p:grpSp>
      <p:grpSp>
        <p:nvGrpSpPr>
          <p:cNvPr id="20" name="Group 4">
            <a:extLst>
              <a:ext uri="{FF2B5EF4-FFF2-40B4-BE49-F238E27FC236}">
                <a16:creationId xmlns:a16="http://schemas.microsoft.com/office/drawing/2014/main" id="{0B80146B-6CCE-C160-F0F7-3395EA2FFA40}"/>
              </a:ext>
              <a:ext uri="{C183D7F6-B498-43B3-948B-1728B52AA6E4}">
                <adec:decorative xmlns:adec="http://schemas.microsoft.com/office/drawing/2017/decorative" val="1"/>
              </a:ext>
            </a:extLst>
          </p:cNvPr>
          <p:cNvGrpSpPr>
            <a:grpSpLocks noChangeAspect="1"/>
          </p:cNvGrpSpPr>
          <p:nvPr/>
        </p:nvGrpSpPr>
        <p:grpSpPr bwMode="auto">
          <a:xfrm>
            <a:off x="3455277" y="3644779"/>
            <a:ext cx="436761" cy="457200"/>
            <a:chOff x="1058" y="1008"/>
            <a:chExt cx="2201" cy="2304"/>
          </a:xfrm>
          <a:solidFill>
            <a:schemeClr val="tx2"/>
          </a:solidFill>
        </p:grpSpPr>
        <p:sp>
          <p:nvSpPr>
            <p:cNvPr id="21" name="Freeform 5">
              <a:extLst>
                <a:ext uri="{FF2B5EF4-FFF2-40B4-BE49-F238E27FC236}">
                  <a16:creationId xmlns:a16="http://schemas.microsoft.com/office/drawing/2014/main" id="{0DDA35E7-80C9-F110-8CDF-F95F000B0255}"/>
                </a:ext>
                <a:ext uri="{C183D7F6-B498-43B3-948B-1728B52AA6E4}">
                  <adec:decorative xmlns:adec="http://schemas.microsoft.com/office/drawing/2017/decorative" val="1"/>
                </a:ext>
              </a:extLst>
            </p:cNvPr>
            <p:cNvSpPr>
              <a:spLocks noEditPoints="1"/>
            </p:cNvSpPr>
            <p:nvPr/>
          </p:nvSpPr>
          <p:spPr bwMode="auto">
            <a:xfrm>
              <a:off x="1058" y="1008"/>
              <a:ext cx="2201" cy="2304"/>
            </a:xfrm>
            <a:custGeom>
              <a:avLst/>
              <a:gdLst>
                <a:gd name="T0" fmla="*/ 15390 w 15407"/>
                <a:gd name="T1" fmla="*/ 8200 h 16128"/>
                <a:gd name="T2" fmla="*/ 14917 w 15407"/>
                <a:gd name="T3" fmla="*/ 8607 h 16128"/>
                <a:gd name="T4" fmla="*/ 14500 w 15407"/>
                <a:gd name="T5" fmla="*/ 10489 h 16128"/>
                <a:gd name="T6" fmla="*/ 14762 w 15407"/>
                <a:gd name="T7" fmla="*/ 13245 h 16128"/>
                <a:gd name="T8" fmla="*/ 14310 w 15407"/>
                <a:gd name="T9" fmla="*/ 13675 h 16128"/>
                <a:gd name="T10" fmla="*/ 13760 w 15407"/>
                <a:gd name="T11" fmla="*/ 13418 h 16128"/>
                <a:gd name="T12" fmla="*/ 13819 w 15407"/>
                <a:gd name="T13" fmla="*/ 12771 h 16128"/>
                <a:gd name="T14" fmla="*/ 12686 w 15407"/>
                <a:gd name="T15" fmla="*/ 12331 h 16128"/>
                <a:gd name="T16" fmla="*/ 12215 w 15407"/>
                <a:gd name="T17" fmla="*/ 12917 h 16128"/>
                <a:gd name="T18" fmla="*/ 11321 w 15407"/>
                <a:gd name="T19" fmla="*/ 13134 h 16128"/>
                <a:gd name="T20" fmla="*/ 12857 w 15407"/>
                <a:gd name="T21" fmla="*/ 14233 h 16128"/>
                <a:gd name="T22" fmla="*/ 13309 w 15407"/>
                <a:gd name="T23" fmla="*/ 14658 h 16128"/>
                <a:gd name="T24" fmla="*/ 13079 w 15407"/>
                <a:gd name="T25" fmla="*/ 15216 h 16128"/>
                <a:gd name="T26" fmla="*/ 12437 w 15407"/>
                <a:gd name="T27" fmla="*/ 15193 h 16128"/>
                <a:gd name="T28" fmla="*/ 8238 w 15407"/>
                <a:gd name="T29" fmla="*/ 15471 h 16128"/>
                <a:gd name="T30" fmla="*/ 8030 w 15407"/>
                <a:gd name="T31" fmla="*/ 16020 h 16128"/>
                <a:gd name="T32" fmla="*/ 7420 w 15407"/>
                <a:gd name="T33" fmla="*/ 16049 h 16128"/>
                <a:gd name="T34" fmla="*/ 7160 w 15407"/>
                <a:gd name="T35" fmla="*/ 15526 h 16128"/>
                <a:gd name="T36" fmla="*/ 3022 w 15407"/>
                <a:gd name="T37" fmla="*/ 15147 h 16128"/>
                <a:gd name="T38" fmla="*/ 2373 w 15407"/>
                <a:gd name="T39" fmla="*/ 15244 h 16128"/>
                <a:gd name="T40" fmla="*/ 2090 w 15407"/>
                <a:gd name="T41" fmla="*/ 14712 h 16128"/>
                <a:gd name="T42" fmla="*/ 2497 w 15407"/>
                <a:gd name="T43" fmla="*/ 14243 h 16128"/>
                <a:gd name="T44" fmla="*/ 5980 w 15407"/>
                <a:gd name="T45" fmla="*/ 13134 h 16128"/>
                <a:gd name="T46" fmla="*/ 11942 w 15407"/>
                <a:gd name="T47" fmla="*/ 12194 h 16128"/>
                <a:gd name="T48" fmla="*/ 3689 w 15407"/>
                <a:gd name="T49" fmla="*/ 3760 h 16128"/>
                <a:gd name="T50" fmla="*/ 3358 w 15407"/>
                <a:gd name="T51" fmla="*/ 7977 h 16128"/>
                <a:gd name="T52" fmla="*/ 1726 w 15407"/>
                <a:gd name="T53" fmla="*/ 13116 h 16128"/>
                <a:gd name="T54" fmla="*/ 1417 w 15407"/>
                <a:gd name="T55" fmla="*/ 13626 h 16128"/>
                <a:gd name="T56" fmla="*/ 813 w 15407"/>
                <a:gd name="T57" fmla="*/ 13538 h 16128"/>
                <a:gd name="T58" fmla="*/ 664 w 15407"/>
                <a:gd name="T59" fmla="*/ 12954 h 16128"/>
                <a:gd name="T60" fmla="*/ 822 w 15407"/>
                <a:gd name="T61" fmla="*/ 8535 h 16128"/>
                <a:gd name="T62" fmla="*/ 198 w 15407"/>
                <a:gd name="T63" fmla="*/ 8486 h 16128"/>
                <a:gd name="T64" fmla="*/ 24 w 15407"/>
                <a:gd name="T65" fmla="*/ 7901 h 16128"/>
                <a:gd name="T66" fmla="*/ 518 w 15407"/>
                <a:gd name="T67" fmla="*/ 7519 h 16128"/>
                <a:gd name="T68" fmla="*/ 907 w 15407"/>
                <a:gd name="T69" fmla="*/ 3467 h 16128"/>
                <a:gd name="T70" fmla="*/ 651 w 15407"/>
                <a:gd name="T71" fmla="*/ 2857 h 16128"/>
                <a:gd name="T72" fmla="*/ 1124 w 15407"/>
                <a:gd name="T73" fmla="*/ 2450 h 16128"/>
                <a:gd name="T74" fmla="*/ 1660 w 15407"/>
                <a:gd name="T75" fmla="*/ 2733 h 16128"/>
                <a:gd name="T76" fmla="*/ 1564 w 15407"/>
                <a:gd name="T77" fmla="*/ 3382 h 16128"/>
                <a:gd name="T78" fmla="*/ 2721 w 15407"/>
                <a:gd name="T79" fmla="*/ 3797 h 16128"/>
                <a:gd name="T80" fmla="*/ 3192 w 15407"/>
                <a:gd name="T81" fmla="*/ 3211 h 16128"/>
                <a:gd name="T82" fmla="*/ 5980 w 15407"/>
                <a:gd name="T83" fmla="*/ 2994 h 16128"/>
                <a:gd name="T84" fmla="*/ 2523 w 15407"/>
                <a:gd name="T85" fmla="*/ 1890 h 16128"/>
                <a:gd name="T86" fmla="*/ 2093 w 15407"/>
                <a:gd name="T87" fmla="*/ 1442 h 16128"/>
                <a:gd name="T88" fmla="*/ 2350 w 15407"/>
                <a:gd name="T89" fmla="*/ 898 h 16128"/>
                <a:gd name="T90" fmla="*/ 2996 w 15407"/>
                <a:gd name="T91" fmla="*/ 957 h 16128"/>
                <a:gd name="T92" fmla="*/ 7162 w 15407"/>
                <a:gd name="T93" fmla="*/ 621 h 16128"/>
                <a:gd name="T94" fmla="*/ 7398 w 15407"/>
                <a:gd name="T95" fmla="*/ 93 h 16128"/>
                <a:gd name="T96" fmla="*/ 8009 w 15407"/>
                <a:gd name="T97" fmla="*/ 93 h 16128"/>
                <a:gd name="T98" fmla="*/ 8245 w 15407"/>
                <a:gd name="T99" fmla="*/ 621 h 16128"/>
                <a:gd name="T100" fmla="*/ 12411 w 15407"/>
                <a:gd name="T101" fmla="*/ 957 h 16128"/>
                <a:gd name="T102" fmla="*/ 13057 w 15407"/>
                <a:gd name="T103" fmla="*/ 898 h 16128"/>
                <a:gd name="T104" fmla="*/ 13314 w 15407"/>
                <a:gd name="T105" fmla="*/ 1442 h 16128"/>
                <a:gd name="T106" fmla="*/ 12884 w 15407"/>
                <a:gd name="T107" fmla="*/ 1890 h 16128"/>
                <a:gd name="T108" fmla="*/ 12051 w 15407"/>
                <a:gd name="T109" fmla="*/ 2994 h 16128"/>
                <a:gd name="T110" fmla="*/ 13681 w 15407"/>
                <a:gd name="T111" fmla="*/ 2994 h 16128"/>
                <a:gd name="T112" fmla="*/ 14015 w 15407"/>
                <a:gd name="T113" fmla="*/ 2490 h 16128"/>
                <a:gd name="T114" fmla="*/ 14613 w 15407"/>
                <a:gd name="T115" fmla="*/ 2608 h 16128"/>
                <a:gd name="T116" fmla="*/ 14729 w 15407"/>
                <a:gd name="T117" fmla="*/ 3208 h 16128"/>
                <a:gd name="T118" fmla="*/ 14615 w 15407"/>
                <a:gd name="T119" fmla="*/ 7576 h 16128"/>
                <a:gd name="T120" fmla="*/ 15228 w 15407"/>
                <a:gd name="T121" fmla="*/ 7660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07" h="16128">
                  <a:moveTo>
                    <a:pt x="7735" y="8786"/>
                  </a:moveTo>
                  <a:lnTo>
                    <a:pt x="8004" y="9419"/>
                  </a:lnTo>
                  <a:lnTo>
                    <a:pt x="8493" y="9419"/>
                  </a:lnTo>
                  <a:lnTo>
                    <a:pt x="7398" y="6884"/>
                  </a:lnTo>
                  <a:lnTo>
                    <a:pt x="6917" y="6884"/>
                  </a:lnTo>
                  <a:lnTo>
                    <a:pt x="5822" y="9419"/>
                  </a:lnTo>
                  <a:lnTo>
                    <a:pt x="6300" y="9419"/>
                  </a:lnTo>
                  <a:lnTo>
                    <a:pt x="6565" y="8786"/>
                  </a:lnTo>
                  <a:lnTo>
                    <a:pt x="7735" y="8786"/>
                  </a:lnTo>
                  <a:close/>
                  <a:moveTo>
                    <a:pt x="7152" y="7392"/>
                  </a:moveTo>
                  <a:lnTo>
                    <a:pt x="7569" y="8387"/>
                  </a:lnTo>
                  <a:lnTo>
                    <a:pt x="6731" y="8387"/>
                  </a:lnTo>
                  <a:lnTo>
                    <a:pt x="7152" y="7392"/>
                  </a:lnTo>
                  <a:close/>
                  <a:moveTo>
                    <a:pt x="9142" y="6880"/>
                  </a:moveTo>
                  <a:lnTo>
                    <a:pt x="9142" y="9419"/>
                  </a:lnTo>
                  <a:lnTo>
                    <a:pt x="8703" y="9419"/>
                  </a:lnTo>
                  <a:lnTo>
                    <a:pt x="8703" y="6880"/>
                  </a:lnTo>
                  <a:lnTo>
                    <a:pt x="9142" y="6880"/>
                  </a:lnTo>
                  <a:close/>
                  <a:moveTo>
                    <a:pt x="15407" y="8064"/>
                  </a:moveTo>
                  <a:lnTo>
                    <a:pt x="15407" y="8064"/>
                  </a:lnTo>
                  <a:lnTo>
                    <a:pt x="15406" y="8092"/>
                  </a:lnTo>
                  <a:lnTo>
                    <a:pt x="15404" y="8120"/>
                  </a:lnTo>
                  <a:lnTo>
                    <a:pt x="15401" y="8147"/>
                  </a:lnTo>
                  <a:lnTo>
                    <a:pt x="15395" y="8174"/>
                  </a:lnTo>
                  <a:lnTo>
                    <a:pt x="15390" y="8200"/>
                  </a:lnTo>
                  <a:lnTo>
                    <a:pt x="15383" y="8227"/>
                  </a:lnTo>
                  <a:lnTo>
                    <a:pt x="15373" y="8252"/>
                  </a:lnTo>
                  <a:lnTo>
                    <a:pt x="15364" y="8277"/>
                  </a:lnTo>
                  <a:lnTo>
                    <a:pt x="15354" y="8301"/>
                  </a:lnTo>
                  <a:lnTo>
                    <a:pt x="15341" y="8324"/>
                  </a:lnTo>
                  <a:lnTo>
                    <a:pt x="15328" y="8347"/>
                  </a:lnTo>
                  <a:lnTo>
                    <a:pt x="15314" y="8369"/>
                  </a:lnTo>
                  <a:lnTo>
                    <a:pt x="15299" y="8390"/>
                  </a:lnTo>
                  <a:lnTo>
                    <a:pt x="15282" y="8411"/>
                  </a:lnTo>
                  <a:lnTo>
                    <a:pt x="15265" y="8431"/>
                  </a:lnTo>
                  <a:lnTo>
                    <a:pt x="15248" y="8450"/>
                  </a:lnTo>
                  <a:lnTo>
                    <a:pt x="15228" y="8468"/>
                  </a:lnTo>
                  <a:lnTo>
                    <a:pt x="15209" y="8486"/>
                  </a:lnTo>
                  <a:lnTo>
                    <a:pt x="15188" y="8501"/>
                  </a:lnTo>
                  <a:lnTo>
                    <a:pt x="15166" y="8517"/>
                  </a:lnTo>
                  <a:lnTo>
                    <a:pt x="15144" y="8531"/>
                  </a:lnTo>
                  <a:lnTo>
                    <a:pt x="15122" y="8544"/>
                  </a:lnTo>
                  <a:lnTo>
                    <a:pt x="15098" y="8556"/>
                  </a:lnTo>
                  <a:lnTo>
                    <a:pt x="15073" y="8567"/>
                  </a:lnTo>
                  <a:lnTo>
                    <a:pt x="15048" y="8577"/>
                  </a:lnTo>
                  <a:lnTo>
                    <a:pt x="15023" y="8585"/>
                  </a:lnTo>
                  <a:lnTo>
                    <a:pt x="14998" y="8593"/>
                  </a:lnTo>
                  <a:lnTo>
                    <a:pt x="14971" y="8599"/>
                  </a:lnTo>
                  <a:lnTo>
                    <a:pt x="14944" y="8604"/>
                  </a:lnTo>
                  <a:lnTo>
                    <a:pt x="14917" y="8607"/>
                  </a:lnTo>
                  <a:lnTo>
                    <a:pt x="14889" y="8609"/>
                  </a:lnTo>
                  <a:lnTo>
                    <a:pt x="14860" y="8610"/>
                  </a:lnTo>
                  <a:lnTo>
                    <a:pt x="14860" y="8610"/>
                  </a:lnTo>
                  <a:lnTo>
                    <a:pt x="14842" y="8609"/>
                  </a:lnTo>
                  <a:lnTo>
                    <a:pt x="14824" y="8608"/>
                  </a:lnTo>
                  <a:lnTo>
                    <a:pt x="14805" y="8607"/>
                  </a:lnTo>
                  <a:lnTo>
                    <a:pt x="14786" y="8605"/>
                  </a:lnTo>
                  <a:lnTo>
                    <a:pt x="14750" y="8599"/>
                  </a:lnTo>
                  <a:lnTo>
                    <a:pt x="14715" y="8591"/>
                  </a:lnTo>
                  <a:lnTo>
                    <a:pt x="14681" y="8580"/>
                  </a:lnTo>
                  <a:lnTo>
                    <a:pt x="14648" y="8566"/>
                  </a:lnTo>
                  <a:lnTo>
                    <a:pt x="14615" y="8552"/>
                  </a:lnTo>
                  <a:lnTo>
                    <a:pt x="14585" y="8535"/>
                  </a:lnTo>
                  <a:lnTo>
                    <a:pt x="14554" y="8516"/>
                  </a:lnTo>
                  <a:lnTo>
                    <a:pt x="14526" y="8495"/>
                  </a:lnTo>
                  <a:lnTo>
                    <a:pt x="14499" y="8473"/>
                  </a:lnTo>
                  <a:lnTo>
                    <a:pt x="14473" y="8449"/>
                  </a:lnTo>
                  <a:lnTo>
                    <a:pt x="14449" y="8423"/>
                  </a:lnTo>
                  <a:lnTo>
                    <a:pt x="14427" y="8395"/>
                  </a:lnTo>
                  <a:lnTo>
                    <a:pt x="14406" y="8367"/>
                  </a:lnTo>
                  <a:lnTo>
                    <a:pt x="14388" y="8337"/>
                  </a:lnTo>
                  <a:lnTo>
                    <a:pt x="12774" y="8337"/>
                  </a:lnTo>
                  <a:lnTo>
                    <a:pt x="12774" y="9244"/>
                  </a:lnTo>
                  <a:lnTo>
                    <a:pt x="13250" y="9244"/>
                  </a:lnTo>
                  <a:lnTo>
                    <a:pt x="14500" y="10489"/>
                  </a:lnTo>
                  <a:lnTo>
                    <a:pt x="14500" y="12661"/>
                  </a:lnTo>
                  <a:lnTo>
                    <a:pt x="14500" y="12661"/>
                  </a:lnTo>
                  <a:lnTo>
                    <a:pt x="14530" y="12680"/>
                  </a:lnTo>
                  <a:lnTo>
                    <a:pt x="14558" y="12701"/>
                  </a:lnTo>
                  <a:lnTo>
                    <a:pt x="14586" y="12723"/>
                  </a:lnTo>
                  <a:lnTo>
                    <a:pt x="14612" y="12747"/>
                  </a:lnTo>
                  <a:lnTo>
                    <a:pt x="14636" y="12773"/>
                  </a:lnTo>
                  <a:lnTo>
                    <a:pt x="14658" y="12800"/>
                  </a:lnTo>
                  <a:lnTo>
                    <a:pt x="14679" y="12828"/>
                  </a:lnTo>
                  <a:lnTo>
                    <a:pt x="14698" y="12858"/>
                  </a:lnTo>
                  <a:lnTo>
                    <a:pt x="14715" y="12889"/>
                  </a:lnTo>
                  <a:lnTo>
                    <a:pt x="14729" y="12920"/>
                  </a:lnTo>
                  <a:lnTo>
                    <a:pt x="14743" y="12954"/>
                  </a:lnTo>
                  <a:lnTo>
                    <a:pt x="14754" y="12989"/>
                  </a:lnTo>
                  <a:lnTo>
                    <a:pt x="14762" y="13024"/>
                  </a:lnTo>
                  <a:lnTo>
                    <a:pt x="14768" y="13060"/>
                  </a:lnTo>
                  <a:lnTo>
                    <a:pt x="14770" y="13079"/>
                  </a:lnTo>
                  <a:lnTo>
                    <a:pt x="14772" y="13097"/>
                  </a:lnTo>
                  <a:lnTo>
                    <a:pt x="14772" y="13116"/>
                  </a:lnTo>
                  <a:lnTo>
                    <a:pt x="14773" y="13134"/>
                  </a:lnTo>
                  <a:lnTo>
                    <a:pt x="14773" y="13134"/>
                  </a:lnTo>
                  <a:lnTo>
                    <a:pt x="14772" y="13163"/>
                  </a:lnTo>
                  <a:lnTo>
                    <a:pt x="14770" y="13190"/>
                  </a:lnTo>
                  <a:lnTo>
                    <a:pt x="14767" y="13217"/>
                  </a:lnTo>
                  <a:lnTo>
                    <a:pt x="14762" y="13245"/>
                  </a:lnTo>
                  <a:lnTo>
                    <a:pt x="14756" y="13271"/>
                  </a:lnTo>
                  <a:lnTo>
                    <a:pt x="14748" y="13297"/>
                  </a:lnTo>
                  <a:lnTo>
                    <a:pt x="14740" y="13322"/>
                  </a:lnTo>
                  <a:lnTo>
                    <a:pt x="14730" y="13347"/>
                  </a:lnTo>
                  <a:lnTo>
                    <a:pt x="14719" y="13371"/>
                  </a:lnTo>
                  <a:lnTo>
                    <a:pt x="14707" y="13395"/>
                  </a:lnTo>
                  <a:lnTo>
                    <a:pt x="14694" y="13418"/>
                  </a:lnTo>
                  <a:lnTo>
                    <a:pt x="14680" y="13440"/>
                  </a:lnTo>
                  <a:lnTo>
                    <a:pt x="14664" y="13461"/>
                  </a:lnTo>
                  <a:lnTo>
                    <a:pt x="14649" y="13482"/>
                  </a:lnTo>
                  <a:lnTo>
                    <a:pt x="14631" y="13502"/>
                  </a:lnTo>
                  <a:lnTo>
                    <a:pt x="14613" y="13520"/>
                  </a:lnTo>
                  <a:lnTo>
                    <a:pt x="14594" y="13538"/>
                  </a:lnTo>
                  <a:lnTo>
                    <a:pt x="14574" y="13556"/>
                  </a:lnTo>
                  <a:lnTo>
                    <a:pt x="14554" y="13572"/>
                  </a:lnTo>
                  <a:lnTo>
                    <a:pt x="14532" y="13588"/>
                  </a:lnTo>
                  <a:lnTo>
                    <a:pt x="14510" y="13601"/>
                  </a:lnTo>
                  <a:lnTo>
                    <a:pt x="14487" y="13615"/>
                  </a:lnTo>
                  <a:lnTo>
                    <a:pt x="14464" y="13626"/>
                  </a:lnTo>
                  <a:lnTo>
                    <a:pt x="14440" y="13638"/>
                  </a:lnTo>
                  <a:lnTo>
                    <a:pt x="14415" y="13647"/>
                  </a:lnTo>
                  <a:lnTo>
                    <a:pt x="14390" y="13656"/>
                  </a:lnTo>
                  <a:lnTo>
                    <a:pt x="14363" y="13663"/>
                  </a:lnTo>
                  <a:lnTo>
                    <a:pt x="14337" y="13669"/>
                  </a:lnTo>
                  <a:lnTo>
                    <a:pt x="14310" y="13675"/>
                  </a:lnTo>
                  <a:lnTo>
                    <a:pt x="14283" y="13678"/>
                  </a:lnTo>
                  <a:lnTo>
                    <a:pt x="14255" y="13680"/>
                  </a:lnTo>
                  <a:lnTo>
                    <a:pt x="14227" y="13681"/>
                  </a:lnTo>
                  <a:lnTo>
                    <a:pt x="14227" y="13681"/>
                  </a:lnTo>
                  <a:lnTo>
                    <a:pt x="14199" y="13680"/>
                  </a:lnTo>
                  <a:lnTo>
                    <a:pt x="14171" y="13678"/>
                  </a:lnTo>
                  <a:lnTo>
                    <a:pt x="14144" y="13675"/>
                  </a:lnTo>
                  <a:lnTo>
                    <a:pt x="14117" y="13669"/>
                  </a:lnTo>
                  <a:lnTo>
                    <a:pt x="14091" y="13663"/>
                  </a:lnTo>
                  <a:lnTo>
                    <a:pt x="14064" y="13656"/>
                  </a:lnTo>
                  <a:lnTo>
                    <a:pt x="14039" y="13647"/>
                  </a:lnTo>
                  <a:lnTo>
                    <a:pt x="14015" y="13638"/>
                  </a:lnTo>
                  <a:lnTo>
                    <a:pt x="13990" y="13626"/>
                  </a:lnTo>
                  <a:lnTo>
                    <a:pt x="13967" y="13615"/>
                  </a:lnTo>
                  <a:lnTo>
                    <a:pt x="13944" y="13601"/>
                  </a:lnTo>
                  <a:lnTo>
                    <a:pt x="13922" y="13588"/>
                  </a:lnTo>
                  <a:lnTo>
                    <a:pt x="13901" y="13572"/>
                  </a:lnTo>
                  <a:lnTo>
                    <a:pt x="13880" y="13556"/>
                  </a:lnTo>
                  <a:lnTo>
                    <a:pt x="13860" y="13538"/>
                  </a:lnTo>
                  <a:lnTo>
                    <a:pt x="13841" y="13520"/>
                  </a:lnTo>
                  <a:lnTo>
                    <a:pt x="13823" y="13502"/>
                  </a:lnTo>
                  <a:lnTo>
                    <a:pt x="13805" y="13482"/>
                  </a:lnTo>
                  <a:lnTo>
                    <a:pt x="13790" y="13461"/>
                  </a:lnTo>
                  <a:lnTo>
                    <a:pt x="13774" y="13440"/>
                  </a:lnTo>
                  <a:lnTo>
                    <a:pt x="13760" y="13418"/>
                  </a:lnTo>
                  <a:lnTo>
                    <a:pt x="13747" y="13395"/>
                  </a:lnTo>
                  <a:lnTo>
                    <a:pt x="13735" y="13371"/>
                  </a:lnTo>
                  <a:lnTo>
                    <a:pt x="13723" y="13347"/>
                  </a:lnTo>
                  <a:lnTo>
                    <a:pt x="13714" y="13322"/>
                  </a:lnTo>
                  <a:lnTo>
                    <a:pt x="13706" y="13297"/>
                  </a:lnTo>
                  <a:lnTo>
                    <a:pt x="13698" y="13271"/>
                  </a:lnTo>
                  <a:lnTo>
                    <a:pt x="13692" y="13245"/>
                  </a:lnTo>
                  <a:lnTo>
                    <a:pt x="13688" y="13217"/>
                  </a:lnTo>
                  <a:lnTo>
                    <a:pt x="13684" y="13190"/>
                  </a:lnTo>
                  <a:lnTo>
                    <a:pt x="13681" y="13163"/>
                  </a:lnTo>
                  <a:lnTo>
                    <a:pt x="13681" y="13134"/>
                  </a:lnTo>
                  <a:lnTo>
                    <a:pt x="13681" y="13134"/>
                  </a:lnTo>
                  <a:lnTo>
                    <a:pt x="13681" y="13116"/>
                  </a:lnTo>
                  <a:lnTo>
                    <a:pt x="13683" y="13097"/>
                  </a:lnTo>
                  <a:lnTo>
                    <a:pt x="13684" y="13078"/>
                  </a:lnTo>
                  <a:lnTo>
                    <a:pt x="13686" y="13060"/>
                  </a:lnTo>
                  <a:lnTo>
                    <a:pt x="13692" y="13023"/>
                  </a:lnTo>
                  <a:lnTo>
                    <a:pt x="13700" y="12989"/>
                  </a:lnTo>
                  <a:lnTo>
                    <a:pt x="13712" y="12954"/>
                  </a:lnTo>
                  <a:lnTo>
                    <a:pt x="13724" y="12920"/>
                  </a:lnTo>
                  <a:lnTo>
                    <a:pt x="13740" y="12888"/>
                  </a:lnTo>
                  <a:lnTo>
                    <a:pt x="13757" y="12856"/>
                  </a:lnTo>
                  <a:lnTo>
                    <a:pt x="13776" y="12827"/>
                  </a:lnTo>
                  <a:lnTo>
                    <a:pt x="13797" y="12799"/>
                  </a:lnTo>
                  <a:lnTo>
                    <a:pt x="13819" y="12771"/>
                  </a:lnTo>
                  <a:lnTo>
                    <a:pt x="13843" y="12746"/>
                  </a:lnTo>
                  <a:lnTo>
                    <a:pt x="13869" y="12722"/>
                  </a:lnTo>
                  <a:lnTo>
                    <a:pt x="13897" y="12700"/>
                  </a:lnTo>
                  <a:lnTo>
                    <a:pt x="13926" y="12679"/>
                  </a:lnTo>
                  <a:lnTo>
                    <a:pt x="13955" y="12660"/>
                  </a:lnTo>
                  <a:lnTo>
                    <a:pt x="13955" y="10714"/>
                  </a:lnTo>
                  <a:lnTo>
                    <a:pt x="13025" y="9787"/>
                  </a:lnTo>
                  <a:lnTo>
                    <a:pt x="12774" y="9787"/>
                  </a:lnTo>
                  <a:lnTo>
                    <a:pt x="12774" y="11867"/>
                  </a:lnTo>
                  <a:lnTo>
                    <a:pt x="12774" y="11867"/>
                  </a:lnTo>
                  <a:lnTo>
                    <a:pt x="12774" y="11900"/>
                  </a:lnTo>
                  <a:lnTo>
                    <a:pt x="12772" y="11932"/>
                  </a:lnTo>
                  <a:lnTo>
                    <a:pt x="12770" y="11964"/>
                  </a:lnTo>
                  <a:lnTo>
                    <a:pt x="12768" y="11996"/>
                  </a:lnTo>
                  <a:lnTo>
                    <a:pt x="12764" y="12028"/>
                  </a:lnTo>
                  <a:lnTo>
                    <a:pt x="12759" y="12059"/>
                  </a:lnTo>
                  <a:lnTo>
                    <a:pt x="12754" y="12091"/>
                  </a:lnTo>
                  <a:lnTo>
                    <a:pt x="12748" y="12122"/>
                  </a:lnTo>
                  <a:lnTo>
                    <a:pt x="12742" y="12153"/>
                  </a:lnTo>
                  <a:lnTo>
                    <a:pt x="12734" y="12183"/>
                  </a:lnTo>
                  <a:lnTo>
                    <a:pt x="12726" y="12213"/>
                  </a:lnTo>
                  <a:lnTo>
                    <a:pt x="12717" y="12244"/>
                  </a:lnTo>
                  <a:lnTo>
                    <a:pt x="12707" y="12273"/>
                  </a:lnTo>
                  <a:lnTo>
                    <a:pt x="12698" y="12303"/>
                  </a:lnTo>
                  <a:lnTo>
                    <a:pt x="12686" y="12331"/>
                  </a:lnTo>
                  <a:lnTo>
                    <a:pt x="12674" y="12360"/>
                  </a:lnTo>
                  <a:lnTo>
                    <a:pt x="12662" y="12389"/>
                  </a:lnTo>
                  <a:lnTo>
                    <a:pt x="12649" y="12416"/>
                  </a:lnTo>
                  <a:lnTo>
                    <a:pt x="12636" y="12443"/>
                  </a:lnTo>
                  <a:lnTo>
                    <a:pt x="12621" y="12470"/>
                  </a:lnTo>
                  <a:lnTo>
                    <a:pt x="12606" y="12498"/>
                  </a:lnTo>
                  <a:lnTo>
                    <a:pt x="12591" y="12524"/>
                  </a:lnTo>
                  <a:lnTo>
                    <a:pt x="12574" y="12550"/>
                  </a:lnTo>
                  <a:lnTo>
                    <a:pt x="12557" y="12575"/>
                  </a:lnTo>
                  <a:lnTo>
                    <a:pt x="12540" y="12601"/>
                  </a:lnTo>
                  <a:lnTo>
                    <a:pt x="12522" y="12625"/>
                  </a:lnTo>
                  <a:lnTo>
                    <a:pt x="12504" y="12649"/>
                  </a:lnTo>
                  <a:lnTo>
                    <a:pt x="12485" y="12673"/>
                  </a:lnTo>
                  <a:lnTo>
                    <a:pt x="12465" y="12696"/>
                  </a:lnTo>
                  <a:lnTo>
                    <a:pt x="12445" y="12719"/>
                  </a:lnTo>
                  <a:lnTo>
                    <a:pt x="12424" y="12741"/>
                  </a:lnTo>
                  <a:lnTo>
                    <a:pt x="12403" y="12763"/>
                  </a:lnTo>
                  <a:lnTo>
                    <a:pt x="12381" y="12784"/>
                  </a:lnTo>
                  <a:lnTo>
                    <a:pt x="12359" y="12805"/>
                  </a:lnTo>
                  <a:lnTo>
                    <a:pt x="12336" y="12825"/>
                  </a:lnTo>
                  <a:lnTo>
                    <a:pt x="12313" y="12845"/>
                  </a:lnTo>
                  <a:lnTo>
                    <a:pt x="12288" y="12864"/>
                  </a:lnTo>
                  <a:lnTo>
                    <a:pt x="12264" y="12883"/>
                  </a:lnTo>
                  <a:lnTo>
                    <a:pt x="12240" y="12901"/>
                  </a:lnTo>
                  <a:lnTo>
                    <a:pt x="12215" y="12917"/>
                  </a:lnTo>
                  <a:lnTo>
                    <a:pt x="12190" y="12934"/>
                  </a:lnTo>
                  <a:lnTo>
                    <a:pt x="12164" y="12951"/>
                  </a:lnTo>
                  <a:lnTo>
                    <a:pt x="12137" y="12967"/>
                  </a:lnTo>
                  <a:lnTo>
                    <a:pt x="12110" y="12981"/>
                  </a:lnTo>
                  <a:lnTo>
                    <a:pt x="12083" y="12996"/>
                  </a:lnTo>
                  <a:lnTo>
                    <a:pt x="12056" y="13010"/>
                  </a:lnTo>
                  <a:lnTo>
                    <a:pt x="12028" y="13022"/>
                  </a:lnTo>
                  <a:lnTo>
                    <a:pt x="12000" y="13035"/>
                  </a:lnTo>
                  <a:lnTo>
                    <a:pt x="11971" y="13046"/>
                  </a:lnTo>
                  <a:lnTo>
                    <a:pt x="11942" y="13058"/>
                  </a:lnTo>
                  <a:lnTo>
                    <a:pt x="11913" y="13067"/>
                  </a:lnTo>
                  <a:lnTo>
                    <a:pt x="11884" y="13078"/>
                  </a:lnTo>
                  <a:lnTo>
                    <a:pt x="11853" y="13086"/>
                  </a:lnTo>
                  <a:lnTo>
                    <a:pt x="11823" y="13095"/>
                  </a:lnTo>
                  <a:lnTo>
                    <a:pt x="11792" y="13102"/>
                  </a:lnTo>
                  <a:lnTo>
                    <a:pt x="11762" y="13108"/>
                  </a:lnTo>
                  <a:lnTo>
                    <a:pt x="11730" y="13114"/>
                  </a:lnTo>
                  <a:lnTo>
                    <a:pt x="11699" y="13120"/>
                  </a:lnTo>
                  <a:lnTo>
                    <a:pt x="11667" y="13124"/>
                  </a:lnTo>
                  <a:lnTo>
                    <a:pt x="11636" y="13128"/>
                  </a:lnTo>
                  <a:lnTo>
                    <a:pt x="11604" y="13130"/>
                  </a:lnTo>
                  <a:lnTo>
                    <a:pt x="11572" y="13132"/>
                  </a:lnTo>
                  <a:lnTo>
                    <a:pt x="11540" y="13134"/>
                  </a:lnTo>
                  <a:lnTo>
                    <a:pt x="11507" y="13134"/>
                  </a:lnTo>
                  <a:lnTo>
                    <a:pt x="11321" y="13134"/>
                  </a:lnTo>
                  <a:lnTo>
                    <a:pt x="9427" y="13134"/>
                  </a:lnTo>
                  <a:lnTo>
                    <a:pt x="9427" y="13566"/>
                  </a:lnTo>
                  <a:lnTo>
                    <a:pt x="10354" y="14492"/>
                  </a:lnTo>
                  <a:lnTo>
                    <a:pt x="12304" y="14492"/>
                  </a:lnTo>
                  <a:lnTo>
                    <a:pt x="12304" y="14492"/>
                  </a:lnTo>
                  <a:lnTo>
                    <a:pt x="12323" y="14463"/>
                  </a:lnTo>
                  <a:lnTo>
                    <a:pt x="12343" y="14435"/>
                  </a:lnTo>
                  <a:lnTo>
                    <a:pt x="12366" y="14409"/>
                  </a:lnTo>
                  <a:lnTo>
                    <a:pt x="12389" y="14384"/>
                  </a:lnTo>
                  <a:lnTo>
                    <a:pt x="12415" y="14361"/>
                  </a:lnTo>
                  <a:lnTo>
                    <a:pt x="12442" y="14339"/>
                  </a:lnTo>
                  <a:lnTo>
                    <a:pt x="12470" y="14318"/>
                  </a:lnTo>
                  <a:lnTo>
                    <a:pt x="12499" y="14300"/>
                  </a:lnTo>
                  <a:lnTo>
                    <a:pt x="12531" y="14283"/>
                  </a:lnTo>
                  <a:lnTo>
                    <a:pt x="12562" y="14268"/>
                  </a:lnTo>
                  <a:lnTo>
                    <a:pt x="12596" y="14256"/>
                  </a:lnTo>
                  <a:lnTo>
                    <a:pt x="12629" y="14245"/>
                  </a:lnTo>
                  <a:lnTo>
                    <a:pt x="12665" y="14238"/>
                  </a:lnTo>
                  <a:lnTo>
                    <a:pt x="12701" y="14232"/>
                  </a:lnTo>
                  <a:lnTo>
                    <a:pt x="12737" y="14227"/>
                  </a:lnTo>
                  <a:lnTo>
                    <a:pt x="12774" y="14226"/>
                  </a:lnTo>
                  <a:lnTo>
                    <a:pt x="12774" y="14226"/>
                  </a:lnTo>
                  <a:lnTo>
                    <a:pt x="12802" y="14227"/>
                  </a:lnTo>
                  <a:lnTo>
                    <a:pt x="12830" y="14229"/>
                  </a:lnTo>
                  <a:lnTo>
                    <a:pt x="12857" y="14233"/>
                  </a:lnTo>
                  <a:lnTo>
                    <a:pt x="12884" y="14238"/>
                  </a:lnTo>
                  <a:lnTo>
                    <a:pt x="12910" y="14243"/>
                  </a:lnTo>
                  <a:lnTo>
                    <a:pt x="12937" y="14250"/>
                  </a:lnTo>
                  <a:lnTo>
                    <a:pt x="12962" y="14259"/>
                  </a:lnTo>
                  <a:lnTo>
                    <a:pt x="12987" y="14269"/>
                  </a:lnTo>
                  <a:lnTo>
                    <a:pt x="13011" y="14280"/>
                  </a:lnTo>
                  <a:lnTo>
                    <a:pt x="13034" y="14291"/>
                  </a:lnTo>
                  <a:lnTo>
                    <a:pt x="13057" y="14305"/>
                  </a:lnTo>
                  <a:lnTo>
                    <a:pt x="13079" y="14319"/>
                  </a:lnTo>
                  <a:lnTo>
                    <a:pt x="13101" y="14334"/>
                  </a:lnTo>
                  <a:lnTo>
                    <a:pt x="13121" y="14350"/>
                  </a:lnTo>
                  <a:lnTo>
                    <a:pt x="13141" y="14367"/>
                  </a:lnTo>
                  <a:lnTo>
                    <a:pt x="13160" y="14385"/>
                  </a:lnTo>
                  <a:lnTo>
                    <a:pt x="13178" y="14404"/>
                  </a:lnTo>
                  <a:lnTo>
                    <a:pt x="13196" y="14424"/>
                  </a:lnTo>
                  <a:lnTo>
                    <a:pt x="13212" y="14443"/>
                  </a:lnTo>
                  <a:lnTo>
                    <a:pt x="13227" y="14465"/>
                  </a:lnTo>
                  <a:lnTo>
                    <a:pt x="13241" y="14488"/>
                  </a:lnTo>
                  <a:lnTo>
                    <a:pt x="13255" y="14510"/>
                  </a:lnTo>
                  <a:lnTo>
                    <a:pt x="13266" y="14533"/>
                  </a:lnTo>
                  <a:lnTo>
                    <a:pt x="13278" y="14557"/>
                  </a:lnTo>
                  <a:lnTo>
                    <a:pt x="13287" y="14582"/>
                  </a:lnTo>
                  <a:lnTo>
                    <a:pt x="13295" y="14607"/>
                  </a:lnTo>
                  <a:lnTo>
                    <a:pt x="13303" y="14632"/>
                  </a:lnTo>
                  <a:lnTo>
                    <a:pt x="13309" y="14658"/>
                  </a:lnTo>
                  <a:lnTo>
                    <a:pt x="13314" y="14686"/>
                  </a:lnTo>
                  <a:lnTo>
                    <a:pt x="13317" y="14712"/>
                  </a:lnTo>
                  <a:lnTo>
                    <a:pt x="13320" y="14740"/>
                  </a:lnTo>
                  <a:lnTo>
                    <a:pt x="13321" y="14768"/>
                  </a:lnTo>
                  <a:lnTo>
                    <a:pt x="13321" y="14768"/>
                  </a:lnTo>
                  <a:lnTo>
                    <a:pt x="13320" y="14796"/>
                  </a:lnTo>
                  <a:lnTo>
                    <a:pt x="13317" y="14823"/>
                  </a:lnTo>
                  <a:lnTo>
                    <a:pt x="13314" y="14850"/>
                  </a:lnTo>
                  <a:lnTo>
                    <a:pt x="13309" y="14877"/>
                  </a:lnTo>
                  <a:lnTo>
                    <a:pt x="13303" y="14903"/>
                  </a:lnTo>
                  <a:lnTo>
                    <a:pt x="13295" y="14929"/>
                  </a:lnTo>
                  <a:lnTo>
                    <a:pt x="13287" y="14954"/>
                  </a:lnTo>
                  <a:lnTo>
                    <a:pt x="13278" y="14978"/>
                  </a:lnTo>
                  <a:lnTo>
                    <a:pt x="13266" y="15003"/>
                  </a:lnTo>
                  <a:lnTo>
                    <a:pt x="13255" y="15026"/>
                  </a:lnTo>
                  <a:lnTo>
                    <a:pt x="13241" y="15049"/>
                  </a:lnTo>
                  <a:lnTo>
                    <a:pt x="13227" y="15071"/>
                  </a:lnTo>
                  <a:lnTo>
                    <a:pt x="13212" y="15092"/>
                  </a:lnTo>
                  <a:lnTo>
                    <a:pt x="13196" y="15112"/>
                  </a:lnTo>
                  <a:lnTo>
                    <a:pt x="13178" y="15132"/>
                  </a:lnTo>
                  <a:lnTo>
                    <a:pt x="13160" y="15150"/>
                  </a:lnTo>
                  <a:lnTo>
                    <a:pt x="13141" y="15168"/>
                  </a:lnTo>
                  <a:lnTo>
                    <a:pt x="13121" y="15185"/>
                  </a:lnTo>
                  <a:lnTo>
                    <a:pt x="13101" y="15202"/>
                  </a:lnTo>
                  <a:lnTo>
                    <a:pt x="13079" y="15216"/>
                  </a:lnTo>
                  <a:lnTo>
                    <a:pt x="13057" y="15230"/>
                  </a:lnTo>
                  <a:lnTo>
                    <a:pt x="13034" y="15244"/>
                  </a:lnTo>
                  <a:lnTo>
                    <a:pt x="13011" y="15255"/>
                  </a:lnTo>
                  <a:lnTo>
                    <a:pt x="12987" y="15267"/>
                  </a:lnTo>
                  <a:lnTo>
                    <a:pt x="12962" y="15276"/>
                  </a:lnTo>
                  <a:lnTo>
                    <a:pt x="12937" y="15285"/>
                  </a:lnTo>
                  <a:lnTo>
                    <a:pt x="12910" y="15292"/>
                  </a:lnTo>
                  <a:lnTo>
                    <a:pt x="12884" y="15298"/>
                  </a:lnTo>
                  <a:lnTo>
                    <a:pt x="12857" y="15303"/>
                  </a:lnTo>
                  <a:lnTo>
                    <a:pt x="12830" y="15306"/>
                  </a:lnTo>
                  <a:lnTo>
                    <a:pt x="12802" y="15308"/>
                  </a:lnTo>
                  <a:lnTo>
                    <a:pt x="12774" y="15309"/>
                  </a:lnTo>
                  <a:lnTo>
                    <a:pt x="12774" y="15309"/>
                  </a:lnTo>
                  <a:lnTo>
                    <a:pt x="12755" y="15309"/>
                  </a:lnTo>
                  <a:lnTo>
                    <a:pt x="12736" y="15308"/>
                  </a:lnTo>
                  <a:lnTo>
                    <a:pt x="12717" y="15306"/>
                  </a:lnTo>
                  <a:lnTo>
                    <a:pt x="12700" y="15304"/>
                  </a:lnTo>
                  <a:lnTo>
                    <a:pt x="12663" y="15297"/>
                  </a:lnTo>
                  <a:lnTo>
                    <a:pt x="12627" y="15289"/>
                  </a:lnTo>
                  <a:lnTo>
                    <a:pt x="12593" y="15278"/>
                  </a:lnTo>
                  <a:lnTo>
                    <a:pt x="12560" y="15266"/>
                  </a:lnTo>
                  <a:lnTo>
                    <a:pt x="12528" y="15250"/>
                  </a:lnTo>
                  <a:lnTo>
                    <a:pt x="12496" y="15233"/>
                  </a:lnTo>
                  <a:lnTo>
                    <a:pt x="12466" y="15214"/>
                  </a:lnTo>
                  <a:lnTo>
                    <a:pt x="12437" y="15193"/>
                  </a:lnTo>
                  <a:lnTo>
                    <a:pt x="12411" y="15171"/>
                  </a:lnTo>
                  <a:lnTo>
                    <a:pt x="12385" y="15147"/>
                  </a:lnTo>
                  <a:lnTo>
                    <a:pt x="12361" y="15122"/>
                  </a:lnTo>
                  <a:lnTo>
                    <a:pt x="12339" y="15095"/>
                  </a:lnTo>
                  <a:lnTo>
                    <a:pt x="12319" y="15065"/>
                  </a:lnTo>
                  <a:lnTo>
                    <a:pt x="12300" y="15036"/>
                  </a:lnTo>
                  <a:lnTo>
                    <a:pt x="10130" y="15036"/>
                  </a:lnTo>
                  <a:lnTo>
                    <a:pt x="8884" y="13790"/>
                  </a:lnTo>
                  <a:lnTo>
                    <a:pt x="8884" y="13134"/>
                  </a:lnTo>
                  <a:lnTo>
                    <a:pt x="7976" y="13134"/>
                  </a:lnTo>
                  <a:lnTo>
                    <a:pt x="7976" y="15110"/>
                  </a:lnTo>
                  <a:lnTo>
                    <a:pt x="7976" y="15110"/>
                  </a:lnTo>
                  <a:lnTo>
                    <a:pt x="8007" y="15127"/>
                  </a:lnTo>
                  <a:lnTo>
                    <a:pt x="8035" y="15148"/>
                  </a:lnTo>
                  <a:lnTo>
                    <a:pt x="8062" y="15170"/>
                  </a:lnTo>
                  <a:lnTo>
                    <a:pt x="8088" y="15194"/>
                  </a:lnTo>
                  <a:lnTo>
                    <a:pt x="8113" y="15220"/>
                  </a:lnTo>
                  <a:lnTo>
                    <a:pt x="8135" y="15247"/>
                  </a:lnTo>
                  <a:lnTo>
                    <a:pt x="8156" y="15275"/>
                  </a:lnTo>
                  <a:lnTo>
                    <a:pt x="8174" y="15305"/>
                  </a:lnTo>
                  <a:lnTo>
                    <a:pt x="8191" y="15336"/>
                  </a:lnTo>
                  <a:lnTo>
                    <a:pt x="8206" y="15369"/>
                  </a:lnTo>
                  <a:lnTo>
                    <a:pt x="8220" y="15402"/>
                  </a:lnTo>
                  <a:lnTo>
                    <a:pt x="8230" y="15436"/>
                  </a:lnTo>
                  <a:lnTo>
                    <a:pt x="8238" y="15471"/>
                  </a:lnTo>
                  <a:lnTo>
                    <a:pt x="8245" y="15507"/>
                  </a:lnTo>
                  <a:lnTo>
                    <a:pt x="8247" y="15526"/>
                  </a:lnTo>
                  <a:lnTo>
                    <a:pt x="8248" y="15545"/>
                  </a:lnTo>
                  <a:lnTo>
                    <a:pt x="8249" y="15563"/>
                  </a:lnTo>
                  <a:lnTo>
                    <a:pt x="8250" y="15582"/>
                  </a:lnTo>
                  <a:lnTo>
                    <a:pt x="8250" y="15582"/>
                  </a:lnTo>
                  <a:lnTo>
                    <a:pt x="8249" y="15610"/>
                  </a:lnTo>
                  <a:lnTo>
                    <a:pt x="8247" y="15638"/>
                  </a:lnTo>
                  <a:lnTo>
                    <a:pt x="8244" y="15665"/>
                  </a:lnTo>
                  <a:lnTo>
                    <a:pt x="8238" y="15692"/>
                  </a:lnTo>
                  <a:lnTo>
                    <a:pt x="8232" y="15718"/>
                  </a:lnTo>
                  <a:lnTo>
                    <a:pt x="8225" y="15744"/>
                  </a:lnTo>
                  <a:lnTo>
                    <a:pt x="8216" y="15769"/>
                  </a:lnTo>
                  <a:lnTo>
                    <a:pt x="8207" y="15794"/>
                  </a:lnTo>
                  <a:lnTo>
                    <a:pt x="8195" y="15819"/>
                  </a:lnTo>
                  <a:lnTo>
                    <a:pt x="8184" y="15843"/>
                  </a:lnTo>
                  <a:lnTo>
                    <a:pt x="8170" y="15865"/>
                  </a:lnTo>
                  <a:lnTo>
                    <a:pt x="8157" y="15887"/>
                  </a:lnTo>
                  <a:lnTo>
                    <a:pt x="8141" y="15909"/>
                  </a:lnTo>
                  <a:lnTo>
                    <a:pt x="8125" y="15930"/>
                  </a:lnTo>
                  <a:lnTo>
                    <a:pt x="8107" y="15949"/>
                  </a:lnTo>
                  <a:lnTo>
                    <a:pt x="8090" y="15968"/>
                  </a:lnTo>
                  <a:lnTo>
                    <a:pt x="8071" y="15986"/>
                  </a:lnTo>
                  <a:lnTo>
                    <a:pt x="8051" y="16003"/>
                  </a:lnTo>
                  <a:lnTo>
                    <a:pt x="8030" y="16020"/>
                  </a:lnTo>
                  <a:lnTo>
                    <a:pt x="8009" y="16035"/>
                  </a:lnTo>
                  <a:lnTo>
                    <a:pt x="7987" y="16049"/>
                  </a:lnTo>
                  <a:lnTo>
                    <a:pt x="7964" y="16062"/>
                  </a:lnTo>
                  <a:lnTo>
                    <a:pt x="7941" y="16075"/>
                  </a:lnTo>
                  <a:lnTo>
                    <a:pt x="7916" y="16085"/>
                  </a:lnTo>
                  <a:lnTo>
                    <a:pt x="7891" y="16094"/>
                  </a:lnTo>
                  <a:lnTo>
                    <a:pt x="7866" y="16104"/>
                  </a:lnTo>
                  <a:lnTo>
                    <a:pt x="7840" y="16111"/>
                  </a:lnTo>
                  <a:lnTo>
                    <a:pt x="7814" y="16116"/>
                  </a:lnTo>
                  <a:lnTo>
                    <a:pt x="7786" y="16122"/>
                  </a:lnTo>
                  <a:lnTo>
                    <a:pt x="7759" y="16125"/>
                  </a:lnTo>
                  <a:lnTo>
                    <a:pt x="7732" y="16127"/>
                  </a:lnTo>
                  <a:lnTo>
                    <a:pt x="7704" y="16128"/>
                  </a:lnTo>
                  <a:lnTo>
                    <a:pt x="7704" y="16128"/>
                  </a:lnTo>
                  <a:lnTo>
                    <a:pt x="7675" y="16127"/>
                  </a:lnTo>
                  <a:lnTo>
                    <a:pt x="7648" y="16125"/>
                  </a:lnTo>
                  <a:lnTo>
                    <a:pt x="7621" y="16122"/>
                  </a:lnTo>
                  <a:lnTo>
                    <a:pt x="7593" y="16116"/>
                  </a:lnTo>
                  <a:lnTo>
                    <a:pt x="7567" y="16111"/>
                  </a:lnTo>
                  <a:lnTo>
                    <a:pt x="7541" y="16104"/>
                  </a:lnTo>
                  <a:lnTo>
                    <a:pt x="7516" y="16094"/>
                  </a:lnTo>
                  <a:lnTo>
                    <a:pt x="7491" y="16085"/>
                  </a:lnTo>
                  <a:lnTo>
                    <a:pt x="7466" y="16075"/>
                  </a:lnTo>
                  <a:lnTo>
                    <a:pt x="7443" y="16062"/>
                  </a:lnTo>
                  <a:lnTo>
                    <a:pt x="7420" y="16049"/>
                  </a:lnTo>
                  <a:lnTo>
                    <a:pt x="7398" y="16035"/>
                  </a:lnTo>
                  <a:lnTo>
                    <a:pt x="7377" y="16020"/>
                  </a:lnTo>
                  <a:lnTo>
                    <a:pt x="7356" y="16003"/>
                  </a:lnTo>
                  <a:lnTo>
                    <a:pt x="7336" y="15986"/>
                  </a:lnTo>
                  <a:lnTo>
                    <a:pt x="7317" y="15968"/>
                  </a:lnTo>
                  <a:lnTo>
                    <a:pt x="7300" y="15949"/>
                  </a:lnTo>
                  <a:lnTo>
                    <a:pt x="7282" y="15930"/>
                  </a:lnTo>
                  <a:lnTo>
                    <a:pt x="7266" y="15909"/>
                  </a:lnTo>
                  <a:lnTo>
                    <a:pt x="7250" y="15887"/>
                  </a:lnTo>
                  <a:lnTo>
                    <a:pt x="7237" y="15865"/>
                  </a:lnTo>
                  <a:lnTo>
                    <a:pt x="7223" y="15843"/>
                  </a:lnTo>
                  <a:lnTo>
                    <a:pt x="7212" y="15819"/>
                  </a:lnTo>
                  <a:lnTo>
                    <a:pt x="7200" y="15794"/>
                  </a:lnTo>
                  <a:lnTo>
                    <a:pt x="7191" y="15769"/>
                  </a:lnTo>
                  <a:lnTo>
                    <a:pt x="7182" y="15744"/>
                  </a:lnTo>
                  <a:lnTo>
                    <a:pt x="7175" y="15718"/>
                  </a:lnTo>
                  <a:lnTo>
                    <a:pt x="7169" y="15692"/>
                  </a:lnTo>
                  <a:lnTo>
                    <a:pt x="7163" y="15665"/>
                  </a:lnTo>
                  <a:lnTo>
                    <a:pt x="7160" y="15638"/>
                  </a:lnTo>
                  <a:lnTo>
                    <a:pt x="7158" y="15610"/>
                  </a:lnTo>
                  <a:lnTo>
                    <a:pt x="7157" y="15582"/>
                  </a:lnTo>
                  <a:lnTo>
                    <a:pt x="7157" y="15582"/>
                  </a:lnTo>
                  <a:lnTo>
                    <a:pt x="7158" y="15563"/>
                  </a:lnTo>
                  <a:lnTo>
                    <a:pt x="7159" y="15545"/>
                  </a:lnTo>
                  <a:lnTo>
                    <a:pt x="7160" y="15526"/>
                  </a:lnTo>
                  <a:lnTo>
                    <a:pt x="7162" y="15507"/>
                  </a:lnTo>
                  <a:lnTo>
                    <a:pt x="7169" y="15471"/>
                  </a:lnTo>
                  <a:lnTo>
                    <a:pt x="7177" y="15436"/>
                  </a:lnTo>
                  <a:lnTo>
                    <a:pt x="7187" y="15402"/>
                  </a:lnTo>
                  <a:lnTo>
                    <a:pt x="7201" y="15369"/>
                  </a:lnTo>
                  <a:lnTo>
                    <a:pt x="7216" y="15336"/>
                  </a:lnTo>
                  <a:lnTo>
                    <a:pt x="7233" y="15305"/>
                  </a:lnTo>
                  <a:lnTo>
                    <a:pt x="7251" y="15275"/>
                  </a:lnTo>
                  <a:lnTo>
                    <a:pt x="7272" y="15247"/>
                  </a:lnTo>
                  <a:lnTo>
                    <a:pt x="7294" y="15220"/>
                  </a:lnTo>
                  <a:lnTo>
                    <a:pt x="7319" y="15194"/>
                  </a:lnTo>
                  <a:lnTo>
                    <a:pt x="7345" y="15170"/>
                  </a:lnTo>
                  <a:lnTo>
                    <a:pt x="7372" y="15148"/>
                  </a:lnTo>
                  <a:lnTo>
                    <a:pt x="7400" y="15127"/>
                  </a:lnTo>
                  <a:lnTo>
                    <a:pt x="7431" y="15110"/>
                  </a:lnTo>
                  <a:lnTo>
                    <a:pt x="7431" y="13134"/>
                  </a:lnTo>
                  <a:lnTo>
                    <a:pt x="6523" y="13134"/>
                  </a:lnTo>
                  <a:lnTo>
                    <a:pt x="6523" y="13790"/>
                  </a:lnTo>
                  <a:lnTo>
                    <a:pt x="5279" y="15036"/>
                  </a:lnTo>
                  <a:lnTo>
                    <a:pt x="3107" y="15036"/>
                  </a:lnTo>
                  <a:lnTo>
                    <a:pt x="3107" y="15036"/>
                  </a:lnTo>
                  <a:lnTo>
                    <a:pt x="3088" y="15065"/>
                  </a:lnTo>
                  <a:lnTo>
                    <a:pt x="3068" y="15095"/>
                  </a:lnTo>
                  <a:lnTo>
                    <a:pt x="3046" y="15122"/>
                  </a:lnTo>
                  <a:lnTo>
                    <a:pt x="3022" y="15147"/>
                  </a:lnTo>
                  <a:lnTo>
                    <a:pt x="2996" y="15171"/>
                  </a:lnTo>
                  <a:lnTo>
                    <a:pt x="2970" y="15193"/>
                  </a:lnTo>
                  <a:lnTo>
                    <a:pt x="2940" y="15214"/>
                  </a:lnTo>
                  <a:lnTo>
                    <a:pt x="2911" y="15233"/>
                  </a:lnTo>
                  <a:lnTo>
                    <a:pt x="2879" y="15250"/>
                  </a:lnTo>
                  <a:lnTo>
                    <a:pt x="2847" y="15266"/>
                  </a:lnTo>
                  <a:lnTo>
                    <a:pt x="2814" y="15278"/>
                  </a:lnTo>
                  <a:lnTo>
                    <a:pt x="2780" y="15289"/>
                  </a:lnTo>
                  <a:lnTo>
                    <a:pt x="2744" y="15297"/>
                  </a:lnTo>
                  <a:lnTo>
                    <a:pt x="2707" y="15304"/>
                  </a:lnTo>
                  <a:lnTo>
                    <a:pt x="2690" y="15306"/>
                  </a:lnTo>
                  <a:lnTo>
                    <a:pt x="2671" y="15308"/>
                  </a:lnTo>
                  <a:lnTo>
                    <a:pt x="2652" y="15309"/>
                  </a:lnTo>
                  <a:lnTo>
                    <a:pt x="2633" y="15309"/>
                  </a:lnTo>
                  <a:lnTo>
                    <a:pt x="2633" y="15309"/>
                  </a:lnTo>
                  <a:lnTo>
                    <a:pt x="2605" y="15308"/>
                  </a:lnTo>
                  <a:lnTo>
                    <a:pt x="2577" y="15306"/>
                  </a:lnTo>
                  <a:lnTo>
                    <a:pt x="2550" y="15303"/>
                  </a:lnTo>
                  <a:lnTo>
                    <a:pt x="2523" y="15298"/>
                  </a:lnTo>
                  <a:lnTo>
                    <a:pt x="2497" y="15292"/>
                  </a:lnTo>
                  <a:lnTo>
                    <a:pt x="2470" y="15285"/>
                  </a:lnTo>
                  <a:lnTo>
                    <a:pt x="2445" y="15276"/>
                  </a:lnTo>
                  <a:lnTo>
                    <a:pt x="2420" y="15267"/>
                  </a:lnTo>
                  <a:lnTo>
                    <a:pt x="2396" y="15255"/>
                  </a:lnTo>
                  <a:lnTo>
                    <a:pt x="2373" y="15244"/>
                  </a:lnTo>
                  <a:lnTo>
                    <a:pt x="2350" y="15230"/>
                  </a:lnTo>
                  <a:lnTo>
                    <a:pt x="2328" y="15216"/>
                  </a:lnTo>
                  <a:lnTo>
                    <a:pt x="2306" y="15202"/>
                  </a:lnTo>
                  <a:lnTo>
                    <a:pt x="2286" y="15185"/>
                  </a:lnTo>
                  <a:lnTo>
                    <a:pt x="2266" y="15168"/>
                  </a:lnTo>
                  <a:lnTo>
                    <a:pt x="2247" y="15150"/>
                  </a:lnTo>
                  <a:lnTo>
                    <a:pt x="2229" y="15132"/>
                  </a:lnTo>
                  <a:lnTo>
                    <a:pt x="2211" y="15112"/>
                  </a:lnTo>
                  <a:lnTo>
                    <a:pt x="2195" y="15092"/>
                  </a:lnTo>
                  <a:lnTo>
                    <a:pt x="2180" y="15071"/>
                  </a:lnTo>
                  <a:lnTo>
                    <a:pt x="2166" y="15049"/>
                  </a:lnTo>
                  <a:lnTo>
                    <a:pt x="2152" y="15026"/>
                  </a:lnTo>
                  <a:lnTo>
                    <a:pt x="2141" y="15003"/>
                  </a:lnTo>
                  <a:lnTo>
                    <a:pt x="2129" y="14978"/>
                  </a:lnTo>
                  <a:lnTo>
                    <a:pt x="2120" y="14954"/>
                  </a:lnTo>
                  <a:lnTo>
                    <a:pt x="2112" y="14929"/>
                  </a:lnTo>
                  <a:lnTo>
                    <a:pt x="2104" y="14903"/>
                  </a:lnTo>
                  <a:lnTo>
                    <a:pt x="2098" y="14877"/>
                  </a:lnTo>
                  <a:lnTo>
                    <a:pt x="2093" y="14850"/>
                  </a:lnTo>
                  <a:lnTo>
                    <a:pt x="2090" y="14823"/>
                  </a:lnTo>
                  <a:lnTo>
                    <a:pt x="2087" y="14796"/>
                  </a:lnTo>
                  <a:lnTo>
                    <a:pt x="2086" y="14768"/>
                  </a:lnTo>
                  <a:lnTo>
                    <a:pt x="2086" y="14768"/>
                  </a:lnTo>
                  <a:lnTo>
                    <a:pt x="2087" y="14740"/>
                  </a:lnTo>
                  <a:lnTo>
                    <a:pt x="2090" y="14712"/>
                  </a:lnTo>
                  <a:lnTo>
                    <a:pt x="2093" y="14686"/>
                  </a:lnTo>
                  <a:lnTo>
                    <a:pt x="2098" y="14658"/>
                  </a:lnTo>
                  <a:lnTo>
                    <a:pt x="2104" y="14632"/>
                  </a:lnTo>
                  <a:lnTo>
                    <a:pt x="2112" y="14607"/>
                  </a:lnTo>
                  <a:lnTo>
                    <a:pt x="2120" y="14582"/>
                  </a:lnTo>
                  <a:lnTo>
                    <a:pt x="2129" y="14557"/>
                  </a:lnTo>
                  <a:lnTo>
                    <a:pt x="2141" y="14533"/>
                  </a:lnTo>
                  <a:lnTo>
                    <a:pt x="2152" y="14510"/>
                  </a:lnTo>
                  <a:lnTo>
                    <a:pt x="2166" y="14488"/>
                  </a:lnTo>
                  <a:lnTo>
                    <a:pt x="2180" y="14465"/>
                  </a:lnTo>
                  <a:lnTo>
                    <a:pt x="2195" y="14443"/>
                  </a:lnTo>
                  <a:lnTo>
                    <a:pt x="2211" y="14424"/>
                  </a:lnTo>
                  <a:lnTo>
                    <a:pt x="2229" y="14404"/>
                  </a:lnTo>
                  <a:lnTo>
                    <a:pt x="2247" y="14385"/>
                  </a:lnTo>
                  <a:lnTo>
                    <a:pt x="2266" y="14367"/>
                  </a:lnTo>
                  <a:lnTo>
                    <a:pt x="2286" y="14350"/>
                  </a:lnTo>
                  <a:lnTo>
                    <a:pt x="2306" y="14334"/>
                  </a:lnTo>
                  <a:lnTo>
                    <a:pt x="2328" y="14319"/>
                  </a:lnTo>
                  <a:lnTo>
                    <a:pt x="2350" y="14305"/>
                  </a:lnTo>
                  <a:lnTo>
                    <a:pt x="2373" y="14291"/>
                  </a:lnTo>
                  <a:lnTo>
                    <a:pt x="2396" y="14280"/>
                  </a:lnTo>
                  <a:lnTo>
                    <a:pt x="2420" y="14269"/>
                  </a:lnTo>
                  <a:lnTo>
                    <a:pt x="2445" y="14259"/>
                  </a:lnTo>
                  <a:lnTo>
                    <a:pt x="2470" y="14250"/>
                  </a:lnTo>
                  <a:lnTo>
                    <a:pt x="2497" y="14243"/>
                  </a:lnTo>
                  <a:lnTo>
                    <a:pt x="2523" y="14238"/>
                  </a:lnTo>
                  <a:lnTo>
                    <a:pt x="2550" y="14233"/>
                  </a:lnTo>
                  <a:lnTo>
                    <a:pt x="2577" y="14229"/>
                  </a:lnTo>
                  <a:lnTo>
                    <a:pt x="2605" y="14227"/>
                  </a:lnTo>
                  <a:lnTo>
                    <a:pt x="2633" y="14226"/>
                  </a:lnTo>
                  <a:lnTo>
                    <a:pt x="2633" y="14226"/>
                  </a:lnTo>
                  <a:lnTo>
                    <a:pt x="2670" y="14227"/>
                  </a:lnTo>
                  <a:lnTo>
                    <a:pt x="2706" y="14232"/>
                  </a:lnTo>
                  <a:lnTo>
                    <a:pt x="2742" y="14238"/>
                  </a:lnTo>
                  <a:lnTo>
                    <a:pt x="2778" y="14245"/>
                  </a:lnTo>
                  <a:lnTo>
                    <a:pt x="2811" y="14256"/>
                  </a:lnTo>
                  <a:lnTo>
                    <a:pt x="2845" y="14268"/>
                  </a:lnTo>
                  <a:lnTo>
                    <a:pt x="2876" y="14283"/>
                  </a:lnTo>
                  <a:lnTo>
                    <a:pt x="2908" y="14300"/>
                  </a:lnTo>
                  <a:lnTo>
                    <a:pt x="2937" y="14318"/>
                  </a:lnTo>
                  <a:lnTo>
                    <a:pt x="2965" y="14339"/>
                  </a:lnTo>
                  <a:lnTo>
                    <a:pt x="2992" y="14361"/>
                  </a:lnTo>
                  <a:lnTo>
                    <a:pt x="3018" y="14384"/>
                  </a:lnTo>
                  <a:lnTo>
                    <a:pt x="3041" y="14409"/>
                  </a:lnTo>
                  <a:lnTo>
                    <a:pt x="3064" y="14435"/>
                  </a:lnTo>
                  <a:lnTo>
                    <a:pt x="3084" y="14463"/>
                  </a:lnTo>
                  <a:lnTo>
                    <a:pt x="3103" y="14492"/>
                  </a:lnTo>
                  <a:lnTo>
                    <a:pt x="5054" y="14492"/>
                  </a:lnTo>
                  <a:lnTo>
                    <a:pt x="5980" y="13566"/>
                  </a:lnTo>
                  <a:lnTo>
                    <a:pt x="5980" y="13134"/>
                  </a:lnTo>
                  <a:lnTo>
                    <a:pt x="4144" y="13134"/>
                  </a:lnTo>
                  <a:lnTo>
                    <a:pt x="4144" y="12413"/>
                  </a:lnTo>
                  <a:lnTo>
                    <a:pt x="7452" y="12413"/>
                  </a:lnTo>
                  <a:lnTo>
                    <a:pt x="7452" y="12412"/>
                  </a:lnTo>
                  <a:lnTo>
                    <a:pt x="11507" y="12412"/>
                  </a:lnTo>
                  <a:lnTo>
                    <a:pt x="11507" y="12412"/>
                  </a:lnTo>
                  <a:lnTo>
                    <a:pt x="11534" y="12411"/>
                  </a:lnTo>
                  <a:lnTo>
                    <a:pt x="11563" y="12409"/>
                  </a:lnTo>
                  <a:lnTo>
                    <a:pt x="11590" y="12405"/>
                  </a:lnTo>
                  <a:lnTo>
                    <a:pt x="11616" y="12400"/>
                  </a:lnTo>
                  <a:lnTo>
                    <a:pt x="11642" y="12394"/>
                  </a:lnTo>
                  <a:lnTo>
                    <a:pt x="11669" y="12387"/>
                  </a:lnTo>
                  <a:lnTo>
                    <a:pt x="11694" y="12378"/>
                  </a:lnTo>
                  <a:lnTo>
                    <a:pt x="11718" y="12369"/>
                  </a:lnTo>
                  <a:lnTo>
                    <a:pt x="11742" y="12358"/>
                  </a:lnTo>
                  <a:lnTo>
                    <a:pt x="11766" y="12346"/>
                  </a:lnTo>
                  <a:lnTo>
                    <a:pt x="11788" y="12333"/>
                  </a:lnTo>
                  <a:lnTo>
                    <a:pt x="11810" y="12318"/>
                  </a:lnTo>
                  <a:lnTo>
                    <a:pt x="11832" y="12304"/>
                  </a:lnTo>
                  <a:lnTo>
                    <a:pt x="11852" y="12287"/>
                  </a:lnTo>
                  <a:lnTo>
                    <a:pt x="11872" y="12270"/>
                  </a:lnTo>
                  <a:lnTo>
                    <a:pt x="11891" y="12252"/>
                  </a:lnTo>
                  <a:lnTo>
                    <a:pt x="11909" y="12233"/>
                  </a:lnTo>
                  <a:lnTo>
                    <a:pt x="11927" y="12213"/>
                  </a:lnTo>
                  <a:lnTo>
                    <a:pt x="11942" y="12194"/>
                  </a:lnTo>
                  <a:lnTo>
                    <a:pt x="11957" y="12172"/>
                  </a:lnTo>
                  <a:lnTo>
                    <a:pt x="11972" y="12149"/>
                  </a:lnTo>
                  <a:lnTo>
                    <a:pt x="11984" y="12127"/>
                  </a:lnTo>
                  <a:lnTo>
                    <a:pt x="11997" y="12103"/>
                  </a:lnTo>
                  <a:lnTo>
                    <a:pt x="12007" y="12079"/>
                  </a:lnTo>
                  <a:lnTo>
                    <a:pt x="12017" y="12055"/>
                  </a:lnTo>
                  <a:lnTo>
                    <a:pt x="12026" y="12030"/>
                  </a:lnTo>
                  <a:lnTo>
                    <a:pt x="12034" y="12004"/>
                  </a:lnTo>
                  <a:lnTo>
                    <a:pt x="12039" y="11977"/>
                  </a:lnTo>
                  <a:lnTo>
                    <a:pt x="12044" y="11950"/>
                  </a:lnTo>
                  <a:lnTo>
                    <a:pt x="12047" y="11923"/>
                  </a:lnTo>
                  <a:lnTo>
                    <a:pt x="12049" y="11896"/>
                  </a:lnTo>
                  <a:lnTo>
                    <a:pt x="12050" y="11867"/>
                  </a:lnTo>
                  <a:lnTo>
                    <a:pt x="12050" y="3718"/>
                  </a:lnTo>
                  <a:lnTo>
                    <a:pt x="12050" y="3717"/>
                  </a:lnTo>
                  <a:lnTo>
                    <a:pt x="3901" y="3717"/>
                  </a:lnTo>
                  <a:lnTo>
                    <a:pt x="3901" y="3717"/>
                  </a:lnTo>
                  <a:lnTo>
                    <a:pt x="3874" y="3718"/>
                  </a:lnTo>
                  <a:lnTo>
                    <a:pt x="3845" y="3720"/>
                  </a:lnTo>
                  <a:lnTo>
                    <a:pt x="3818" y="3724"/>
                  </a:lnTo>
                  <a:lnTo>
                    <a:pt x="3792" y="3729"/>
                  </a:lnTo>
                  <a:lnTo>
                    <a:pt x="3766" y="3734"/>
                  </a:lnTo>
                  <a:lnTo>
                    <a:pt x="3740" y="3741"/>
                  </a:lnTo>
                  <a:lnTo>
                    <a:pt x="3714" y="3751"/>
                  </a:lnTo>
                  <a:lnTo>
                    <a:pt x="3689" y="3760"/>
                  </a:lnTo>
                  <a:lnTo>
                    <a:pt x="3666" y="3771"/>
                  </a:lnTo>
                  <a:lnTo>
                    <a:pt x="3642" y="3783"/>
                  </a:lnTo>
                  <a:lnTo>
                    <a:pt x="3619" y="3796"/>
                  </a:lnTo>
                  <a:lnTo>
                    <a:pt x="3597" y="3811"/>
                  </a:lnTo>
                  <a:lnTo>
                    <a:pt x="3576" y="3825"/>
                  </a:lnTo>
                  <a:lnTo>
                    <a:pt x="3556" y="3841"/>
                  </a:lnTo>
                  <a:lnTo>
                    <a:pt x="3536" y="3859"/>
                  </a:lnTo>
                  <a:lnTo>
                    <a:pt x="3517" y="3877"/>
                  </a:lnTo>
                  <a:lnTo>
                    <a:pt x="3499" y="3896"/>
                  </a:lnTo>
                  <a:lnTo>
                    <a:pt x="3481" y="3916"/>
                  </a:lnTo>
                  <a:lnTo>
                    <a:pt x="3466" y="3936"/>
                  </a:lnTo>
                  <a:lnTo>
                    <a:pt x="3450" y="3958"/>
                  </a:lnTo>
                  <a:lnTo>
                    <a:pt x="3436" y="3980"/>
                  </a:lnTo>
                  <a:lnTo>
                    <a:pt x="3424" y="4002"/>
                  </a:lnTo>
                  <a:lnTo>
                    <a:pt x="3411" y="4026"/>
                  </a:lnTo>
                  <a:lnTo>
                    <a:pt x="3401" y="4050"/>
                  </a:lnTo>
                  <a:lnTo>
                    <a:pt x="3390" y="4074"/>
                  </a:lnTo>
                  <a:lnTo>
                    <a:pt x="3382" y="4099"/>
                  </a:lnTo>
                  <a:lnTo>
                    <a:pt x="3374" y="4125"/>
                  </a:lnTo>
                  <a:lnTo>
                    <a:pt x="3369" y="4152"/>
                  </a:lnTo>
                  <a:lnTo>
                    <a:pt x="3364" y="4178"/>
                  </a:lnTo>
                  <a:lnTo>
                    <a:pt x="3361" y="4205"/>
                  </a:lnTo>
                  <a:lnTo>
                    <a:pt x="3359" y="4233"/>
                  </a:lnTo>
                  <a:lnTo>
                    <a:pt x="3358" y="4261"/>
                  </a:lnTo>
                  <a:lnTo>
                    <a:pt x="3358" y="7977"/>
                  </a:lnTo>
                  <a:lnTo>
                    <a:pt x="3355" y="7977"/>
                  </a:lnTo>
                  <a:lnTo>
                    <a:pt x="3355" y="11652"/>
                  </a:lnTo>
                  <a:lnTo>
                    <a:pt x="2633" y="11652"/>
                  </a:lnTo>
                  <a:lnTo>
                    <a:pt x="2633" y="9787"/>
                  </a:lnTo>
                  <a:lnTo>
                    <a:pt x="2382" y="9787"/>
                  </a:lnTo>
                  <a:lnTo>
                    <a:pt x="1452" y="10714"/>
                  </a:lnTo>
                  <a:lnTo>
                    <a:pt x="1452" y="12660"/>
                  </a:lnTo>
                  <a:lnTo>
                    <a:pt x="1452" y="12660"/>
                  </a:lnTo>
                  <a:lnTo>
                    <a:pt x="1481" y="12679"/>
                  </a:lnTo>
                  <a:lnTo>
                    <a:pt x="1510" y="12700"/>
                  </a:lnTo>
                  <a:lnTo>
                    <a:pt x="1538" y="12722"/>
                  </a:lnTo>
                  <a:lnTo>
                    <a:pt x="1564" y="12746"/>
                  </a:lnTo>
                  <a:lnTo>
                    <a:pt x="1588" y="12771"/>
                  </a:lnTo>
                  <a:lnTo>
                    <a:pt x="1610" y="12799"/>
                  </a:lnTo>
                  <a:lnTo>
                    <a:pt x="1631" y="12827"/>
                  </a:lnTo>
                  <a:lnTo>
                    <a:pt x="1650" y="12856"/>
                  </a:lnTo>
                  <a:lnTo>
                    <a:pt x="1667" y="12888"/>
                  </a:lnTo>
                  <a:lnTo>
                    <a:pt x="1683" y="12920"/>
                  </a:lnTo>
                  <a:lnTo>
                    <a:pt x="1695" y="12954"/>
                  </a:lnTo>
                  <a:lnTo>
                    <a:pt x="1707" y="12989"/>
                  </a:lnTo>
                  <a:lnTo>
                    <a:pt x="1715" y="13023"/>
                  </a:lnTo>
                  <a:lnTo>
                    <a:pt x="1721" y="13060"/>
                  </a:lnTo>
                  <a:lnTo>
                    <a:pt x="1723" y="13078"/>
                  </a:lnTo>
                  <a:lnTo>
                    <a:pt x="1724" y="13097"/>
                  </a:lnTo>
                  <a:lnTo>
                    <a:pt x="1726" y="13116"/>
                  </a:lnTo>
                  <a:lnTo>
                    <a:pt x="1726" y="13134"/>
                  </a:lnTo>
                  <a:lnTo>
                    <a:pt x="1726" y="13134"/>
                  </a:lnTo>
                  <a:lnTo>
                    <a:pt x="1726" y="13163"/>
                  </a:lnTo>
                  <a:lnTo>
                    <a:pt x="1723" y="13190"/>
                  </a:lnTo>
                  <a:lnTo>
                    <a:pt x="1719" y="13217"/>
                  </a:lnTo>
                  <a:lnTo>
                    <a:pt x="1715" y="13245"/>
                  </a:lnTo>
                  <a:lnTo>
                    <a:pt x="1709" y="13271"/>
                  </a:lnTo>
                  <a:lnTo>
                    <a:pt x="1701" y="13297"/>
                  </a:lnTo>
                  <a:lnTo>
                    <a:pt x="1693" y="13322"/>
                  </a:lnTo>
                  <a:lnTo>
                    <a:pt x="1684" y="13347"/>
                  </a:lnTo>
                  <a:lnTo>
                    <a:pt x="1672" y="13371"/>
                  </a:lnTo>
                  <a:lnTo>
                    <a:pt x="1660" y="13395"/>
                  </a:lnTo>
                  <a:lnTo>
                    <a:pt x="1647" y="13418"/>
                  </a:lnTo>
                  <a:lnTo>
                    <a:pt x="1633" y="13440"/>
                  </a:lnTo>
                  <a:lnTo>
                    <a:pt x="1617" y="13461"/>
                  </a:lnTo>
                  <a:lnTo>
                    <a:pt x="1602" y="13482"/>
                  </a:lnTo>
                  <a:lnTo>
                    <a:pt x="1584" y="13502"/>
                  </a:lnTo>
                  <a:lnTo>
                    <a:pt x="1566" y="13520"/>
                  </a:lnTo>
                  <a:lnTo>
                    <a:pt x="1547" y="13538"/>
                  </a:lnTo>
                  <a:lnTo>
                    <a:pt x="1527" y="13556"/>
                  </a:lnTo>
                  <a:lnTo>
                    <a:pt x="1506" y="13572"/>
                  </a:lnTo>
                  <a:lnTo>
                    <a:pt x="1485" y="13588"/>
                  </a:lnTo>
                  <a:lnTo>
                    <a:pt x="1463" y="13601"/>
                  </a:lnTo>
                  <a:lnTo>
                    <a:pt x="1440" y="13615"/>
                  </a:lnTo>
                  <a:lnTo>
                    <a:pt x="1417" y="13626"/>
                  </a:lnTo>
                  <a:lnTo>
                    <a:pt x="1392" y="13638"/>
                  </a:lnTo>
                  <a:lnTo>
                    <a:pt x="1368" y="13647"/>
                  </a:lnTo>
                  <a:lnTo>
                    <a:pt x="1343" y="13656"/>
                  </a:lnTo>
                  <a:lnTo>
                    <a:pt x="1316" y="13663"/>
                  </a:lnTo>
                  <a:lnTo>
                    <a:pt x="1290" y="13669"/>
                  </a:lnTo>
                  <a:lnTo>
                    <a:pt x="1263" y="13675"/>
                  </a:lnTo>
                  <a:lnTo>
                    <a:pt x="1236" y="13678"/>
                  </a:lnTo>
                  <a:lnTo>
                    <a:pt x="1208" y="13680"/>
                  </a:lnTo>
                  <a:lnTo>
                    <a:pt x="1180" y="13681"/>
                  </a:lnTo>
                  <a:lnTo>
                    <a:pt x="1180" y="13681"/>
                  </a:lnTo>
                  <a:lnTo>
                    <a:pt x="1152" y="13680"/>
                  </a:lnTo>
                  <a:lnTo>
                    <a:pt x="1124" y="13678"/>
                  </a:lnTo>
                  <a:lnTo>
                    <a:pt x="1097" y="13675"/>
                  </a:lnTo>
                  <a:lnTo>
                    <a:pt x="1070" y="13669"/>
                  </a:lnTo>
                  <a:lnTo>
                    <a:pt x="1044" y="13663"/>
                  </a:lnTo>
                  <a:lnTo>
                    <a:pt x="1017" y="13656"/>
                  </a:lnTo>
                  <a:lnTo>
                    <a:pt x="992" y="13647"/>
                  </a:lnTo>
                  <a:lnTo>
                    <a:pt x="967" y="13638"/>
                  </a:lnTo>
                  <a:lnTo>
                    <a:pt x="943" y="13626"/>
                  </a:lnTo>
                  <a:lnTo>
                    <a:pt x="920" y="13615"/>
                  </a:lnTo>
                  <a:lnTo>
                    <a:pt x="897" y="13601"/>
                  </a:lnTo>
                  <a:lnTo>
                    <a:pt x="875" y="13588"/>
                  </a:lnTo>
                  <a:lnTo>
                    <a:pt x="853" y="13572"/>
                  </a:lnTo>
                  <a:lnTo>
                    <a:pt x="833" y="13556"/>
                  </a:lnTo>
                  <a:lnTo>
                    <a:pt x="813" y="13538"/>
                  </a:lnTo>
                  <a:lnTo>
                    <a:pt x="794" y="13520"/>
                  </a:lnTo>
                  <a:lnTo>
                    <a:pt x="775" y="13502"/>
                  </a:lnTo>
                  <a:lnTo>
                    <a:pt x="758" y="13482"/>
                  </a:lnTo>
                  <a:lnTo>
                    <a:pt x="743" y="13461"/>
                  </a:lnTo>
                  <a:lnTo>
                    <a:pt x="727" y="13440"/>
                  </a:lnTo>
                  <a:lnTo>
                    <a:pt x="713" y="13418"/>
                  </a:lnTo>
                  <a:lnTo>
                    <a:pt x="700" y="13395"/>
                  </a:lnTo>
                  <a:lnTo>
                    <a:pt x="688" y="13371"/>
                  </a:lnTo>
                  <a:lnTo>
                    <a:pt x="677" y="13347"/>
                  </a:lnTo>
                  <a:lnTo>
                    <a:pt x="667" y="13322"/>
                  </a:lnTo>
                  <a:lnTo>
                    <a:pt x="659" y="13297"/>
                  </a:lnTo>
                  <a:lnTo>
                    <a:pt x="651" y="13271"/>
                  </a:lnTo>
                  <a:lnTo>
                    <a:pt x="645" y="13245"/>
                  </a:lnTo>
                  <a:lnTo>
                    <a:pt x="640" y="13217"/>
                  </a:lnTo>
                  <a:lnTo>
                    <a:pt x="637" y="13190"/>
                  </a:lnTo>
                  <a:lnTo>
                    <a:pt x="635" y="13163"/>
                  </a:lnTo>
                  <a:lnTo>
                    <a:pt x="634" y="13134"/>
                  </a:lnTo>
                  <a:lnTo>
                    <a:pt x="634" y="13134"/>
                  </a:lnTo>
                  <a:lnTo>
                    <a:pt x="635" y="13116"/>
                  </a:lnTo>
                  <a:lnTo>
                    <a:pt x="635" y="13097"/>
                  </a:lnTo>
                  <a:lnTo>
                    <a:pt x="637" y="13079"/>
                  </a:lnTo>
                  <a:lnTo>
                    <a:pt x="639" y="13060"/>
                  </a:lnTo>
                  <a:lnTo>
                    <a:pt x="645" y="13024"/>
                  </a:lnTo>
                  <a:lnTo>
                    <a:pt x="653" y="12989"/>
                  </a:lnTo>
                  <a:lnTo>
                    <a:pt x="664" y="12954"/>
                  </a:lnTo>
                  <a:lnTo>
                    <a:pt x="678" y="12920"/>
                  </a:lnTo>
                  <a:lnTo>
                    <a:pt x="692" y="12889"/>
                  </a:lnTo>
                  <a:lnTo>
                    <a:pt x="709" y="12858"/>
                  </a:lnTo>
                  <a:lnTo>
                    <a:pt x="728" y="12828"/>
                  </a:lnTo>
                  <a:lnTo>
                    <a:pt x="749" y="12800"/>
                  </a:lnTo>
                  <a:lnTo>
                    <a:pt x="771" y="12773"/>
                  </a:lnTo>
                  <a:lnTo>
                    <a:pt x="795" y="12747"/>
                  </a:lnTo>
                  <a:lnTo>
                    <a:pt x="821" y="12723"/>
                  </a:lnTo>
                  <a:lnTo>
                    <a:pt x="849" y="12701"/>
                  </a:lnTo>
                  <a:lnTo>
                    <a:pt x="877" y="12680"/>
                  </a:lnTo>
                  <a:lnTo>
                    <a:pt x="907" y="12661"/>
                  </a:lnTo>
                  <a:lnTo>
                    <a:pt x="907" y="10488"/>
                  </a:lnTo>
                  <a:lnTo>
                    <a:pt x="2157" y="9244"/>
                  </a:lnTo>
                  <a:lnTo>
                    <a:pt x="2633" y="9244"/>
                  </a:lnTo>
                  <a:lnTo>
                    <a:pt x="2633" y="8337"/>
                  </a:lnTo>
                  <a:lnTo>
                    <a:pt x="1019" y="8337"/>
                  </a:lnTo>
                  <a:lnTo>
                    <a:pt x="1019" y="8337"/>
                  </a:lnTo>
                  <a:lnTo>
                    <a:pt x="1001" y="8367"/>
                  </a:lnTo>
                  <a:lnTo>
                    <a:pt x="980" y="8395"/>
                  </a:lnTo>
                  <a:lnTo>
                    <a:pt x="958" y="8423"/>
                  </a:lnTo>
                  <a:lnTo>
                    <a:pt x="934" y="8449"/>
                  </a:lnTo>
                  <a:lnTo>
                    <a:pt x="908" y="8473"/>
                  </a:lnTo>
                  <a:lnTo>
                    <a:pt x="881" y="8495"/>
                  </a:lnTo>
                  <a:lnTo>
                    <a:pt x="853" y="8516"/>
                  </a:lnTo>
                  <a:lnTo>
                    <a:pt x="822" y="8535"/>
                  </a:lnTo>
                  <a:lnTo>
                    <a:pt x="792" y="8552"/>
                  </a:lnTo>
                  <a:lnTo>
                    <a:pt x="759" y="8566"/>
                  </a:lnTo>
                  <a:lnTo>
                    <a:pt x="726" y="8580"/>
                  </a:lnTo>
                  <a:lnTo>
                    <a:pt x="692" y="8591"/>
                  </a:lnTo>
                  <a:lnTo>
                    <a:pt x="657" y="8599"/>
                  </a:lnTo>
                  <a:lnTo>
                    <a:pt x="621" y="8605"/>
                  </a:lnTo>
                  <a:lnTo>
                    <a:pt x="602" y="8607"/>
                  </a:lnTo>
                  <a:lnTo>
                    <a:pt x="583" y="8608"/>
                  </a:lnTo>
                  <a:lnTo>
                    <a:pt x="565" y="8609"/>
                  </a:lnTo>
                  <a:lnTo>
                    <a:pt x="547" y="8610"/>
                  </a:lnTo>
                  <a:lnTo>
                    <a:pt x="547" y="8610"/>
                  </a:lnTo>
                  <a:lnTo>
                    <a:pt x="518" y="8609"/>
                  </a:lnTo>
                  <a:lnTo>
                    <a:pt x="490" y="8607"/>
                  </a:lnTo>
                  <a:lnTo>
                    <a:pt x="463" y="8604"/>
                  </a:lnTo>
                  <a:lnTo>
                    <a:pt x="436" y="8599"/>
                  </a:lnTo>
                  <a:lnTo>
                    <a:pt x="409" y="8593"/>
                  </a:lnTo>
                  <a:lnTo>
                    <a:pt x="384" y="8585"/>
                  </a:lnTo>
                  <a:lnTo>
                    <a:pt x="359" y="8577"/>
                  </a:lnTo>
                  <a:lnTo>
                    <a:pt x="334" y="8567"/>
                  </a:lnTo>
                  <a:lnTo>
                    <a:pt x="309" y="8556"/>
                  </a:lnTo>
                  <a:lnTo>
                    <a:pt x="285" y="8544"/>
                  </a:lnTo>
                  <a:lnTo>
                    <a:pt x="263" y="8531"/>
                  </a:lnTo>
                  <a:lnTo>
                    <a:pt x="241" y="8517"/>
                  </a:lnTo>
                  <a:lnTo>
                    <a:pt x="219" y="8501"/>
                  </a:lnTo>
                  <a:lnTo>
                    <a:pt x="198" y="8486"/>
                  </a:lnTo>
                  <a:lnTo>
                    <a:pt x="179" y="8468"/>
                  </a:lnTo>
                  <a:lnTo>
                    <a:pt x="159" y="8450"/>
                  </a:lnTo>
                  <a:lnTo>
                    <a:pt x="142" y="8431"/>
                  </a:lnTo>
                  <a:lnTo>
                    <a:pt x="125" y="8411"/>
                  </a:lnTo>
                  <a:lnTo>
                    <a:pt x="108" y="8390"/>
                  </a:lnTo>
                  <a:lnTo>
                    <a:pt x="93" y="8369"/>
                  </a:lnTo>
                  <a:lnTo>
                    <a:pt x="79" y="8347"/>
                  </a:lnTo>
                  <a:lnTo>
                    <a:pt x="66" y="8324"/>
                  </a:lnTo>
                  <a:lnTo>
                    <a:pt x="53" y="8301"/>
                  </a:lnTo>
                  <a:lnTo>
                    <a:pt x="43" y="8277"/>
                  </a:lnTo>
                  <a:lnTo>
                    <a:pt x="34" y="8252"/>
                  </a:lnTo>
                  <a:lnTo>
                    <a:pt x="24" y="8227"/>
                  </a:lnTo>
                  <a:lnTo>
                    <a:pt x="17" y="8200"/>
                  </a:lnTo>
                  <a:lnTo>
                    <a:pt x="12" y="8174"/>
                  </a:lnTo>
                  <a:lnTo>
                    <a:pt x="6" y="8147"/>
                  </a:lnTo>
                  <a:lnTo>
                    <a:pt x="3" y="8120"/>
                  </a:lnTo>
                  <a:lnTo>
                    <a:pt x="1" y="8092"/>
                  </a:lnTo>
                  <a:lnTo>
                    <a:pt x="0" y="8064"/>
                  </a:lnTo>
                  <a:lnTo>
                    <a:pt x="0" y="8064"/>
                  </a:lnTo>
                  <a:lnTo>
                    <a:pt x="1" y="8036"/>
                  </a:lnTo>
                  <a:lnTo>
                    <a:pt x="3" y="8008"/>
                  </a:lnTo>
                  <a:lnTo>
                    <a:pt x="6" y="7981"/>
                  </a:lnTo>
                  <a:lnTo>
                    <a:pt x="12" y="7954"/>
                  </a:lnTo>
                  <a:lnTo>
                    <a:pt x="17" y="7928"/>
                  </a:lnTo>
                  <a:lnTo>
                    <a:pt x="24" y="7901"/>
                  </a:lnTo>
                  <a:lnTo>
                    <a:pt x="34" y="7876"/>
                  </a:lnTo>
                  <a:lnTo>
                    <a:pt x="43" y="7851"/>
                  </a:lnTo>
                  <a:lnTo>
                    <a:pt x="53" y="7827"/>
                  </a:lnTo>
                  <a:lnTo>
                    <a:pt x="66" y="7804"/>
                  </a:lnTo>
                  <a:lnTo>
                    <a:pt x="79" y="7781"/>
                  </a:lnTo>
                  <a:lnTo>
                    <a:pt x="93" y="7759"/>
                  </a:lnTo>
                  <a:lnTo>
                    <a:pt x="108" y="7738"/>
                  </a:lnTo>
                  <a:lnTo>
                    <a:pt x="125" y="7717"/>
                  </a:lnTo>
                  <a:lnTo>
                    <a:pt x="142" y="7697"/>
                  </a:lnTo>
                  <a:lnTo>
                    <a:pt x="159" y="7678"/>
                  </a:lnTo>
                  <a:lnTo>
                    <a:pt x="179" y="7660"/>
                  </a:lnTo>
                  <a:lnTo>
                    <a:pt x="198" y="7642"/>
                  </a:lnTo>
                  <a:lnTo>
                    <a:pt x="219" y="7627"/>
                  </a:lnTo>
                  <a:lnTo>
                    <a:pt x="241" y="7611"/>
                  </a:lnTo>
                  <a:lnTo>
                    <a:pt x="263" y="7597"/>
                  </a:lnTo>
                  <a:lnTo>
                    <a:pt x="285" y="7584"/>
                  </a:lnTo>
                  <a:lnTo>
                    <a:pt x="309" y="7572"/>
                  </a:lnTo>
                  <a:lnTo>
                    <a:pt x="334" y="7561"/>
                  </a:lnTo>
                  <a:lnTo>
                    <a:pt x="359" y="7551"/>
                  </a:lnTo>
                  <a:lnTo>
                    <a:pt x="384" y="7543"/>
                  </a:lnTo>
                  <a:lnTo>
                    <a:pt x="409" y="7535"/>
                  </a:lnTo>
                  <a:lnTo>
                    <a:pt x="436" y="7529"/>
                  </a:lnTo>
                  <a:lnTo>
                    <a:pt x="463" y="7524"/>
                  </a:lnTo>
                  <a:lnTo>
                    <a:pt x="490" y="7521"/>
                  </a:lnTo>
                  <a:lnTo>
                    <a:pt x="518" y="7519"/>
                  </a:lnTo>
                  <a:lnTo>
                    <a:pt x="547" y="7518"/>
                  </a:lnTo>
                  <a:lnTo>
                    <a:pt x="547" y="7518"/>
                  </a:lnTo>
                  <a:lnTo>
                    <a:pt x="565" y="7519"/>
                  </a:lnTo>
                  <a:lnTo>
                    <a:pt x="583" y="7520"/>
                  </a:lnTo>
                  <a:lnTo>
                    <a:pt x="602" y="7521"/>
                  </a:lnTo>
                  <a:lnTo>
                    <a:pt x="621" y="7523"/>
                  </a:lnTo>
                  <a:lnTo>
                    <a:pt x="657" y="7529"/>
                  </a:lnTo>
                  <a:lnTo>
                    <a:pt x="692" y="7537"/>
                  </a:lnTo>
                  <a:lnTo>
                    <a:pt x="726" y="7548"/>
                  </a:lnTo>
                  <a:lnTo>
                    <a:pt x="759" y="7562"/>
                  </a:lnTo>
                  <a:lnTo>
                    <a:pt x="792" y="7576"/>
                  </a:lnTo>
                  <a:lnTo>
                    <a:pt x="822" y="7593"/>
                  </a:lnTo>
                  <a:lnTo>
                    <a:pt x="853" y="7612"/>
                  </a:lnTo>
                  <a:lnTo>
                    <a:pt x="881" y="7633"/>
                  </a:lnTo>
                  <a:lnTo>
                    <a:pt x="908" y="7655"/>
                  </a:lnTo>
                  <a:lnTo>
                    <a:pt x="934" y="7679"/>
                  </a:lnTo>
                  <a:lnTo>
                    <a:pt x="958" y="7705"/>
                  </a:lnTo>
                  <a:lnTo>
                    <a:pt x="980" y="7733"/>
                  </a:lnTo>
                  <a:lnTo>
                    <a:pt x="1001" y="7761"/>
                  </a:lnTo>
                  <a:lnTo>
                    <a:pt x="1019" y="7791"/>
                  </a:lnTo>
                  <a:lnTo>
                    <a:pt x="2633" y="7791"/>
                  </a:lnTo>
                  <a:lnTo>
                    <a:pt x="2633" y="6884"/>
                  </a:lnTo>
                  <a:lnTo>
                    <a:pt x="2157" y="6884"/>
                  </a:lnTo>
                  <a:lnTo>
                    <a:pt x="907" y="5639"/>
                  </a:lnTo>
                  <a:lnTo>
                    <a:pt x="907" y="3467"/>
                  </a:lnTo>
                  <a:lnTo>
                    <a:pt x="907" y="3467"/>
                  </a:lnTo>
                  <a:lnTo>
                    <a:pt x="877" y="3448"/>
                  </a:lnTo>
                  <a:lnTo>
                    <a:pt x="849" y="3427"/>
                  </a:lnTo>
                  <a:lnTo>
                    <a:pt x="821" y="3405"/>
                  </a:lnTo>
                  <a:lnTo>
                    <a:pt x="795" y="3381"/>
                  </a:lnTo>
                  <a:lnTo>
                    <a:pt x="771" y="3355"/>
                  </a:lnTo>
                  <a:lnTo>
                    <a:pt x="749" y="3328"/>
                  </a:lnTo>
                  <a:lnTo>
                    <a:pt x="728" y="3300"/>
                  </a:lnTo>
                  <a:lnTo>
                    <a:pt x="709" y="3270"/>
                  </a:lnTo>
                  <a:lnTo>
                    <a:pt x="692" y="3239"/>
                  </a:lnTo>
                  <a:lnTo>
                    <a:pt x="678" y="3208"/>
                  </a:lnTo>
                  <a:lnTo>
                    <a:pt x="664" y="3174"/>
                  </a:lnTo>
                  <a:lnTo>
                    <a:pt x="653" y="3139"/>
                  </a:lnTo>
                  <a:lnTo>
                    <a:pt x="645" y="3104"/>
                  </a:lnTo>
                  <a:lnTo>
                    <a:pt x="639" y="3068"/>
                  </a:lnTo>
                  <a:lnTo>
                    <a:pt x="637" y="3049"/>
                  </a:lnTo>
                  <a:lnTo>
                    <a:pt x="635" y="3031"/>
                  </a:lnTo>
                  <a:lnTo>
                    <a:pt x="635" y="3012"/>
                  </a:lnTo>
                  <a:lnTo>
                    <a:pt x="634" y="2994"/>
                  </a:lnTo>
                  <a:lnTo>
                    <a:pt x="634" y="2994"/>
                  </a:lnTo>
                  <a:lnTo>
                    <a:pt x="635" y="2965"/>
                  </a:lnTo>
                  <a:lnTo>
                    <a:pt x="637" y="2938"/>
                  </a:lnTo>
                  <a:lnTo>
                    <a:pt x="640" y="2911"/>
                  </a:lnTo>
                  <a:lnTo>
                    <a:pt x="645" y="2883"/>
                  </a:lnTo>
                  <a:lnTo>
                    <a:pt x="651" y="2857"/>
                  </a:lnTo>
                  <a:lnTo>
                    <a:pt x="659" y="2831"/>
                  </a:lnTo>
                  <a:lnTo>
                    <a:pt x="667" y="2806"/>
                  </a:lnTo>
                  <a:lnTo>
                    <a:pt x="677" y="2781"/>
                  </a:lnTo>
                  <a:lnTo>
                    <a:pt x="688" y="2757"/>
                  </a:lnTo>
                  <a:lnTo>
                    <a:pt x="700" y="2733"/>
                  </a:lnTo>
                  <a:lnTo>
                    <a:pt x="713" y="2710"/>
                  </a:lnTo>
                  <a:lnTo>
                    <a:pt x="727" y="2688"/>
                  </a:lnTo>
                  <a:lnTo>
                    <a:pt x="743" y="2666"/>
                  </a:lnTo>
                  <a:lnTo>
                    <a:pt x="758" y="2646"/>
                  </a:lnTo>
                  <a:lnTo>
                    <a:pt x="775" y="2626"/>
                  </a:lnTo>
                  <a:lnTo>
                    <a:pt x="794" y="2608"/>
                  </a:lnTo>
                  <a:lnTo>
                    <a:pt x="813" y="2590"/>
                  </a:lnTo>
                  <a:lnTo>
                    <a:pt x="833" y="2572"/>
                  </a:lnTo>
                  <a:lnTo>
                    <a:pt x="853" y="2556"/>
                  </a:lnTo>
                  <a:lnTo>
                    <a:pt x="875" y="2540"/>
                  </a:lnTo>
                  <a:lnTo>
                    <a:pt x="897" y="2527"/>
                  </a:lnTo>
                  <a:lnTo>
                    <a:pt x="920" y="2513"/>
                  </a:lnTo>
                  <a:lnTo>
                    <a:pt x="943" y="2502"/>
                  </a:lnTo>
                  <a:lnTo>
                    <a:pt x="967" y="2490"/>
                  </a:lnTo>
                  <a:lnTo>
                    <a:pt x="992" y="2481"/>
                  </a:lnTo>
                  <a:lnTo>
                    <a:pt x="1017" y="2472"/>
                  </a:lnTo>
                  <a:lnTo>
                    <a:pt x="1044" y="2465"/>
                  </a:lnTo>
                  <a:lnTo>
                    <a:pt x="1070" y="2459"/>
                  </a:lnTo>
                  <a:lnTo>
                    <a:pt x="1097" y="2453"/>
                  </a:lnTo>
                  <a:lnTo>
                    <a:pt x="1124" y="2450"/>
                  </a:lnTo>
                  <a:lnTo>
                    <a:pt x="1152" y="2448"/>
                  </a:lnTo>
                  <a:lnTo>
                    <a:pt x="1180" y="2447"/>
                  </a:lnTo>
                  <a:lnTo>
                    <a:pt x="1180" y="2447"/>
                  </a:lnTo>
                  <a:lnTo>
                    <a:pt x="1208" y="2448"/>
                  </a:lnTo>
                  <a:lnTo>
                    <a:pt x="1236" y="2450"/>
                  </a:lnTo>
                  <a:lnTo>
                    <a:pt x="1263" y="2453"/>
                  </a:lnTo>
                  <a:lnTo>
                    <a:pt x="1290" y="2459"/>
                  </a:lnTo>
                  <a:lnTo>
                    <a:pt x="1316" y="2465"/>
                  </a:lnTo>
                  <a:lnTo>
                    <a:pt x="1343" y="2472"/>
                  </a:lnTo>
                  <a:lnTo>
                    <a:pt x="1368" y="2481"/>
                  </a:lnTo>
                  <a:lnTo>
                    <a:pt x="1392" y="2490"/>
                  </a:lnTo>
                  <a:lnTo>
                    <a:pt x="1417" y="2502"/>
                  </a:lnTo>
                  <a:lnTo>
                    <a:pt x="1440" y="2513"/>
                  </a:lnTo>
                  <a:lnTo>
                    <a:pt x="1463" y="2527"/>
                  </a:lnTo>
                  <a:lnTo>
                    <a:pt x="1485" y="2540"/>
                  </a:lnTo>
                  <a:lnTo>
                    <a:pt x="1506" y="2556"/>
                  </a:lnTo>
                  <a:lnTo>
                    <a:pt x="1527" y="2572"/>
                  </a:lnTo>
                  <a:lnTo>
                    <a:pt x="1547" y="2590"/>
                  </a:lnTo>
                  <a:lnTo>
                    <a:pt x="1566" y="2608"/>
                  </a:lnTo>
                  <a:lnTo>
                    <a:pt x="1584" y="2626"/>
                  </a:lnTo>
                  <a:lnTo>
                    <a:pt x="1602" y="2646"/>
                  </a:lnTo>
                  <a:lnTo>
                    <a:pt x="1617" y="2666"/>
                  </a:lnTo>
                  <a:lnTo>
                    <a:pt x="1633" y="2688"/>
                  </a:lnTo>
                  <a:lnTo>
                    <a:pt x="1647" y="2710"/>
                  </a:lnTo>
                  <a:lnTo>
                    <a:pt x="1660" y="2733"/>
                  </a:lnTo>
                  <a:lnTo>
                    <a:pt x="1672" y="2757"/>
                  </a:lnTo>
                  <a:lnTo>
                    <a:pt x="1684" y="2781"/>
                  </a:lnTo>
                  <a:lnTo>
                    <a:pt x="1693" y="2806"/>
                  </a:lnTo>
                  <a:lnTo>
                    <a:pt x="1701" y="2831"/>
                  </a:lnTo>
                  <a:lnTo>
                    <a:pt x="1709" y="2857"/>
                  </a:lnTo>
                  <a:lnTo>
                    <a:pt x="1715" y="2883"/>
                  </a:lnTo>
                  <a:lnTo>
                    <a:pt x="1719" y="2911"/>
                  </a:lnTo>
                  <a:lnTo>
                    <a:pt x="1723" y="2938"/>
                  </a:lnTo>
                  <a:lnTo>
                    <a:pt x="1726" y="2965"/>
                  </a:lnTo>
                  <a:lnTo>
                    <a:pt x="1726" y="2994"/>
                  </a:lnTo>
                  <a:lnTo>
                    <a:pt x="1726" y="2994"/>
                  </a:lnTo>
                  <a:lnTo>
                    <a:pt x="1726" y="3012"/>
                  </a:lnTo>
                  <a:lnTo>
                    <a:pt x="1724" y="3031"/>
                  </a:lnTo>
                  <a:lnTo>
                    <a:pt x="1723" y="3050"/>
                  </a:lnTo>
                  <a:lnTo>
                    <a:pt x="1721" y="3068"/>
                  </a:lnTo>
                  <a:lnTo>
                    <a:pt x="1715" y="3105"/>
                  </a:lnTo>
                  <a:lnTo>
                    <a:pt x="1707" y="3139"/>
                  </a:lnTo>
                  <a:lnTo>
                    <a:pt x="1695" y="3174"/>
                  </a:lnTo>
                  <a:lnTo>
                    <a:pt x="1683" y="3208"/>
                  </a:lnTo>
                  <a:lnTo>
                    <a:pt x="1667" y="3240"/>
                  </a:lnTo>
                  <a:lnTo>
                    <a:pt x="1650" y="3272"/>
                  </a:lnTo>
                  <a:lnTo>
                    <a:pt x="1631" y="3301"/>
                  </a:lnTo>
                  <a:lnTo>
                    <a:pt x="1610" y="3329"/>
                  </a:lnTo>
                  <a:lnTo>
                    <a:pt x="1588" y="3357"/>
                  </a:lnTo>
                  <a:lnTo>
                    <a:pt x="1564" y="3382"/>
                  </a:lnTo>
                  <a:lnTo>
                    <a:pt x="1538" y="3406"/>
                  </a:lnTo>
                  <a:lnTo>
                    <a:pt x="1510" y="3428"/>
                  </a:lnTo>
                  <a:lnTo>
                    <a:pt x="1481" y="3449"/>
                  </a:lnTo>
                  <a:lnTo>
                    <a:pt x="1452" y="3468"/>
                  </a:lnTo>
                  <a:lnTo>
                    <a:pt x="1452" y="5414"/>
                  </a:lnTo>
                  <a:lnTo>
                    <a:pt x="2382" y="6341"/>
                  </a:lnTo>
                  <a:lnTo>
                    <a:pt x="2633" y="6341"/>
                  </a:lnTo>
                  <a:lnTo>
                    <a:pt x="2633" y="5275"/>
                  </a:lnTo>
                  <a:lnTo>
                    <a:pt x="2633" y="4261"/>
                  </a:lnTo>
                  <a:lnTo>
                    <a:pt x="2633" y="4261"/>
                  </a:lnTo>
                  <a:lnTo>
                    <a:pt x="2633" y="4228"/>
                  </a:lnTo>
                  <a:lnTo>
                    <a:pt x="2635" y="4196"/>
                  </a:lnTo>
                  <a:lnTo>
                    <a:pt x="2637" y="4164"/>
                  </a:lnTo>
                  <a:lnTo>
                    <a:pt x="2639" y="4132"/>
                  </a:lnTo>
                  <a:lnTo>
                    <a:pt x="2643" y="4100"/>
                  </a:lnTo>
                  <a:lnTo>
                    <a:pt x="2648" y="4069"/>
                  </a:lnTo>
                  <a:lnTo>
                    <a:pt x="2653" y="4037"/>
                  </a:lnTo>
                  <a:lnTo>
                    <a:pt x="2659" y="4006"/>
                  </a:lnTo>
                  <a:lnTo>
                    <a:pt x="2665" y="3975"/>
                  </a:lnTo>
                  <a:lnTo>
                    <a:pt x="2673" y="3945"/>
                  </a:lnTo>
                  <a:lnTo>
                    <a:pt x="2681" y="3915"/>
                  </a:lnTo>
                  <a:lnTo>
                    <a:pt x="2690" y="3884"/>
                  </a:lnTo>
                  <a:lnTo>
                    <a:pt x="2700" y="3855"/>
                  </a:lnTo>
                  <a:lnTo>
                    <a:pt x="2709" y="3825"/>
                  </a:lnTo>
                  <a:lnTo>
                    <a:pt x="2721" y="3797"/>
                  </a:lnTo>
                  <a:lnTo>
                    <a:pt x="2733" y="3768"/>
                  </a:lnTo>
                  <a:lnTo>
                    <a:pt x="2745" y="3739"/>
                  </a:lnTo>
                  <a:lnTo>
                    <a:pt x="2758" y="3712"/>
                  </a:lnTo>
                  <a:lnTo>
                    <a:pt x="2771" y="3685"/>
                  </a:lnTo>
                  <a:lnTo>
                    <a:pt x="2786" y="3658"/>
                  </a:lnTo>
                  <a:lnTo>
                    <a:pt x="2801" y="3630"/>
                  </a:lnTo>
                  <a:lnTo>
                    <a:pt x="2816" y="3604"/>
                  </a:lnTo>
                  <a:lnTo>
                    <a:pt x="2833" y="3578"/>
                  </a:lnTo>
                  <a:lnTo>
                    <a:pt x="2850" y="3553"/>
                  </a:lnTo>
                  <a:lnTo>
                    <a:pt x="2867" y="3527"/>
                  </a:lnTo>
                  <a:lnTo>
                    <a:pt x="2885" y="3503"/>
                  </a:lnTo>
                  <a:lnTo>
                    <a:pt x="2903" y="3479"/>
                  </a:lnTo>
                  <a:lnTo>
                    <a:pt x="2922" y="3455"/>
                  </a:lnTo>
                  <a:lnTo>
                    <a:pt x="2942" y="3432"/>
                  </a:lnTo>
                  <a:lnTo>
                    <a:pt x="2962" y="3409"/>
                  </a:lnTo>
                  <a:lnTo>
                    <a:pt x="2983" y="3387"/>
                  </a:lnTo>
                  <a:lnTo>
                    <a:pt x="3004" y="3365"/>
                  </a:lnTo>
                  <a:lnTo>
                    <a:pt x="3026" y="3344"/>
                  </a:lnTo>
                  <a:lnTo>
                    <a:pt x="3048" y="3323"/>
                  </a:lnTo>
                  <a:lnTo>
                    <a:pt x="3071" y="3303"/>
                  </a:lnTo>
                  <a:lnTo>
                    <a:pt x="3094" y="3283"/>
                  </a:lnTo>
                  <a:lnTo>
                    <a:pt x="3119" y="3264"/>
                  </a:lnTo>
                  <a:lnTo>
                    <a:pt x="3143" y="3245"/>
                  </a:lnTo>
                  <a:lnTo>
                    <a:pt x="3167" y="3227"/>
                  </a:lnTo>
                  <a:lnTo>
                    <a:pt x="3192" y="3211"/>
                  </a:lnTo>
                  <a:lnTo>
                    <a:pt x="3217" y="3194"/>
                  </a:lnTo>
                  <a:lnTo>
                    <a:pt x="3243" y="3177"/>
                  </a:lnTo>
                  <a:lnTo>
                    <a:pt x="3270" y="3161"/>
                  </a:lnTo>
                  <a:lnTo>
                    <a:pt x="3297" y="3147"/>
                  </a:lnTo>
                  <a:lnTo>
                    <a:pt x="3324" y="3132"/>
                  </a:lnTo>
                  <a:lnTo>
                    <a:pt x="3351" y="3118"/>
                  </a:lnTo>
                  <a:lnTo>
                    <a:pt x="3379" y="3106"/>
                  </a:lnTo>
                  <a:lnTo>
                    <a:pt x="3407" y="3093"/>
                  </a:lnTo>
                  <a:lnTo>
                    <a:pt x="3436" y="3082"/>
                  </a:lnTo>
                  <a:lnTo>
                    <a:pt x="3465" y="3070"/>
                  </a:lnTo>
                  <a:lnTo>
                    <a:pt x="3494" y="3061"/>
                  </a:lnTo>
                  <a:lnTo>
                    <a:pt x="3523" y="3050"/>
                  </a:lnTo>
                  <a:lnTo>
                    <a:pt x="3554" y="3042"/>
                  </a:lnTo>
                  <a:lnTo>
                    <a:pt x="3584" y="3033"/>
                  </a:lnTo>
                  <a:lnTo>
                    <a:pt x="3615" y="3026"/>
                  </a:lnTo>
                  <a:lnTo>
                    <a:pt x="3645" y="3020"/>
                  </a:lnTo>
                  <a:lnTo>
                    <a:pt x="3677" y="3014"/>
                  </a:lnTo>
                  <a:lnTo>
                    <a:pt x="3708" y="3008"/>
                  </a:lnTo>
                  <a:lnTo>
                    <a:pt x="3740" y="3004"/>
                  </a:lnTo>
                  <a:lnTo>
                    <a:pt x="3771" y="3000"/>
                  </a:lnTo>
                  <a:lnTo>
                    <a:pt x="3803" y="2998"/>
                  </a:lnTo>
                  <a:lnTo>
                    <a:pt x="3835" y="2996"/>
                  </a:lnTo>
                  <a:lnTo>
                    <a:pt x="3867" y="2994"/>
                  </a:lnTo>
                  <a:lnTo>
                    <a:pt x="3900" y="2994"/>
                  </a:lnTo>
                  <a:lnTo>
                    <a:pt x="5980" y="2994"/>
                  </a:lnTo>
                  <a:lnTo>
                    <a:pt x="5980" y="2562"/>
                  </a:lnTo>
                  <a:lnTo>
                    <a:pt x="5054" y="1635"/>
                  </a:lnTo>
                  <a:lnTo>
                    <a:pt x="3104" y="1635"/>
                  </a:lnTo>
                  <a:lnTo>
                    <a:pt x="3104" y="1635"/>
                  </a:lnTo>
                  <a:lnTo>
                    <a:pt x="3085" y="1665"/>
                  </a:lnTo>
                  <a:lnTo>
                    <a:pt x="3064" y="1692"/>
                  </a:lnTo>
                  <a:lnTo>
                    <a:pt x="3042" y="1719"/>
                  </a:lnTo>
                  <a:lnTo>
                    <a:pt x="3018" y="1744"/>
                  </a:lnTo>
                  <a:lnTo>
                    <a:pt x="2993" y="1767"/>
                  </a:lnTo>
                  <a:lnTo>
                    <a:pt x="2965" y="1789"/>
                  </a:lnTo>
                  <a:lnTo>
                    <a:pt x="2937" y="1809"/>
                  </a:lnTo>
                  <a:lnTo>
                    <a:pt x="2908" y="1828"/>
                  </a:lnTo>
                  <a:lnTo>
                    <a:pt x="2877" y="1845"/>
                  </a:lnTo>
                  <a:lnTo>
                    <a:pt x="2845" y="1859"/>
                  </a:lnTo>
                  <a:lnTo>
                    <a:pt x="2811" y="1871"/>
                  </a:lnTo>
                  <a:lnTo>
                    <a:pt x="2778" y="1882"/>
                  </a:lnTo>
                  <a:lnTo>
                    <a:pt x="2743" y="1890"/>
                  </a:lnTo>
                  <a:lnTo>
                    <a:pt x="2706" y="1896"/>
                  </a:lnTo>
                  <a:lnTo>
                    <a:pt x="2671" y="1901"/>
                  </a:lnTo>
                  <a:lnTo>
                    <a:pt x="2633" y="1902"/>
                  </a:lnTo>
                  <a:lnTo>
                    <a:pt x="2633" y="1902"/>
                  </a:lnTo>
                  <a:lnTo>
                    <a:pt x="2605" y="1901"/>
                  </a:lnTo>
                  <a:lnTo>
                    <a:pt x="2577" y="1899"/>
                  </a:lnTo>
                  <a:lnTo>
                    <a:pt x="2550" y="1895"/>
                  </a:lnTo>
                  <a:lnTo>
                    <a:pt x="2523" y="1890"/>
                  </a:lnTo>
                  <a:lnTo>
                    <a:pt x="2497" y="1885"/>
                  </a:lnTo>
                  <a:lnTo>
                    <a:pt x="2470" y="1878"/>
                  </a:lnTo>
                  <a:lnTo>
                    <a:pt x="2445" y="1868"/>
                  </a:lnTo>
                  <a:lnTo>
                    <a:pt x="2420" y="1859"/>
                  </a:lnTo>
                  <a:lnTo>
                    <a:pt x="2396" y="1848"/>
                  </a:lnTo>
                  <a:lnTo>
                    <a:pt x="2373" y="1837"/>
                  </a:lnTo>
                  <a:lnTo>
                    <a:pt x="2350" y="1823"/>
                  </a:lnTo>
                  <a:lnTo>
                    <a:pt x="2328" y="1809"/>
                  </a:lnTo>
                  <a:lnTo>
                    <a:pt x="2306" y="1794"/>
                  </a:lnTo>
                  <a:lnTo>
                    <a:pt x="2286" y="1778"/>
                  </a:lnTo>
                  <a:lnTo>
                    <a:pt x="2266" y="1761"/>
                  </a:lnTo>
                  <a:lnTo>
                    <a:pt x="2247" y="1743"/>
                  </a:lnTo>
                  <a:lnTo>
                    <a:pt x="2229" y="1724"/>
                  </a:lnTo>
                  <a:lnTo>
                    <a:pt x="2211" y="1704"/>
                  </a:lnTo>
                  <a:lnTo>
                    <a:pt x="2195" y="1685"/>
                  </a:lnTo>
                  <a:lnTo>
                    <a:pt x="2180" y="1663"/>
                  </a:lnTo>
                  <a:lnTo>
                    <a:pt x="2166" y="1640"/>
                  </a:lnTo>
                  <a:lnTo>
                    <a:pt x="2152" y="1618"/>
                  </a:lnTo>
                  <a:lnTo>
                    <a:pt x="2141" y="1595"/>
                  </a:lnTo>
                  <a:lnTo>
                    <a:pt x="2129" y="1571"/>
                  </a:lnTo>
                  <a:lnTo>
                    <a:pt x="2120" y="1546"/>
                  </a:lnTo>
                  <a:lnTo>
                    <a:pt x="2112" y="1521"/>
                  </a:lnTo>
                  <a:lnTo>
                    <a:pt x="2104" y="1496"/>
                  </a:lnTo>
                  <a:lnTo>
                    <a:pt x="2098" y="1470"/>
                  </a:lnTo>
                  <a:lnTo>
                    <a:pt x="2093" y="1442"/>
                  </a:lnTo>
                  <a:lnTo>
                    <a:pt x="2090" y="1416"/>
                  </a:lnTo>
                  <a:lnTo>
                    <a:pt x="2087" y="1388"/>
                  </a:lnTo>
                  <a:lnTo>
                    <a:pt x="2086" y="1360"/>
                  </a:lnTo>
                  <a:lnTo>
                    <a:pt x="2086" y="1360"/>
                  </a:lnTo>
                  <a:lnTo>
                    <a:pt x="2087" y="1332"/>
                  </a:lnTo>
                  <a:lnTo>
                    <a:pt x="2090" y="1305"/>
                  </a:lnTo>
                  <a:lnTo>
                    <a:pt x="2093" y="1278"/>
                  </a:lnTo>
                  <a:lnTo>
                    <a:pt x="2098" y="1251"/>
                  </a:lnTo>
                  <a:lnTo>
                    <a:pt x="2104" y="1225"/>
                  </a:lnTo>
                  <a:lnTo>
                    <a:pt x="2112" y="1199"/>
                  </a:lnTo>
                  <a:lnTo>
                    <a:pt x="2120" y="1174"/>
                  </a:lnTo>
                  <a:lnTo>
                    <a:pt x="2129" y="1150"/>
                  </a:lnTo>
                  <a:lnTo>
                    <a:pt x="2141" y="1125"/>
                  </a:lnTo>
                  <a:lnTo>
                    <a:pt x="2152" y="1102"/>
                  </a:lnTo>
                  <a:lnTo>
                    <a:pt x="2166" y="1079"/>
                  </a:lnTo>
                  <a:lnTo>
                    <a:pt x="2180" y="1057"/>
                  </a:lnTo>
                  <a:lnTo>
                    <a:pt x="2195" y="1036"/>
                  </a:lnTo>
                  <a:lnTo>
                    <a:pt x="2211" y="1016"/>
                  </a:lnTo>
                  <a:lnTo>
                    <a:pt x="2229" y="996"/>
                  </a:lnTo>
                  <a:lnTo>
                    <a:pt x="2247" y="978"/>
                  </a:lnTo>
                  <a:lnTo>
                    <a:pt x="2266" y="960"/>
                  </a:lnTo>
                  <a:lnTo>
                    <a:pt x="2286" y="943"/>
                  </a:lnTo>
                  <a:lnTo>
                    <a:pt x="2306" y="926"/>
                  </a:lnTo>
                  <a:lnTo>
                    <a:pt x="2328" y="912"/>
                  </a:lnTo>
                  <a:lnTo>
                    <a:pt x="2350" y="898"/>
                  </a:lnTo>
                  <a:lnTo>
                    <a:pt x="2373" y="884"/>
                  </a:lnTo>
                  <a:lnTo>
                    <a:pt x="2396" y="873"/>
                  </a:lnTo>
                  <a:lnTo>
                    <a:pt x="2420" y="861"/>
                  </a:lnTo>
                  <a:lnTo>
                    <a:pt x="2445" y="852"/>
                  </a:lnTo>
                  <a:lnTo>
                    <a:pt x="2470" y="843"/>
                  </a:lnTo>
                  <a:lnTo>
                    <a:pt x="2497" y="836"/>
                  </a:lnTo>
                  <a:lnTo>
                    <a:pt x="2523" y="830"/>
                  </a:lnTo>
                  <a:lnTo>
                    <a:pt x="2550" y="825"/>
                  </a:lnTo>
                  <a:lnTo>
                    <a:pt x="2577" y="822"/>
                  </a:lnTo>
                  <a:lnTo>
                    <a:pt x="2605" y="820"/>
                  </a:lnTo>
                  <a:lnTo>
                    <a:pt x="2633" y="819"/>
                  </a:lnTo>
                  <a:lnTo>
                    <a:pt x="2633" y="819"/>
                  </a:lnTo>
                  <a:lnTo>
                    <a:pt x="2652" y="819"/>
                  </a:lnTo>
                  <a:lnTo>
                    <a:pt x="2671" y="820"/>
                  </a:lnTo>
                  <a:lnTo>
                    <a:pt x="2690" y="822"/>
                  </a:lnTo>
                  <a:lnTo>
                    <a:pt x="2707" y="824"/>
                  </a:lnTo>
                  <a:lnTo>
                    <a:pt x="2744" y="831"/>
                  </a:lnTo>
                  <a:lnTo>
                    <a:pt x="2780" y="839"/>
                  </a:lnTo>
                  <a:lnTo>
                    <a:pt x="2814" y="850"/>
                  </a:lnTo>
                  <a:lnTo>
                    <a:pt x="2847" y="862"/>
                  </a:lnTo>
                  <a:lnTo>
                    <a:pt x="2879" y="878"/>
                  </a:lnTo>
                  <a:lnTo>
                    <a:pt x="2911" y="895"/>
                  </a:lnTo>
                  <a:lnTo>
                    <a:pt x="2940" y="914"/>
                  </a:lnTo>
                  <a:lnTo>
                    <a:pt x="2970" y="935"/>
                  </a:lnTo>
                  <a:lnTo>
                    <a:pt x="2996" y="957"/>
                  </a:lnTo>
                  <a:lnTo>
                    <a:pt x="3022" y="981"/>
                  </a:lnTo>
                  <a:lnTo>
                    <a:pt x="3046" y="1006"/>
                  </a:lnTo>
                  <a:lnTo>
                    <a:pt x="3068" y="1033"/>
                  </a:lnTo>
                  <a:lnTo>
                    <a:pt x="3088" y="1063"/>
                  </a:lnTo>
                  <a:lnTo>
                    <a:pt x="3107" y="1092"/>
                  </a:lnTo>
                  <a:lnTo>
                    <a:pt x="5279" y="1092"/>
                  </a:lnTo>
                  <a:lnTo>
                    <a:pt x="6523" y="2338"/>
                  </a:lnTo>
                  <a:lnTo>
                    <a:pt x="6523" y="2994"/>
                  </a:lnTo>
                  <a:lnTo>
                    <a:pt x="7431" y="2994"/>
                  </a:lnTo>
                  <a:lnTo>
                    <a:pt x="7431" y="1018"/>
                  </a:lnTo>
                  <a:lnTo>
                    <a:pt x="7431" y="1018"/>
                  </a:lnTo>
                  <a:lnTo>
                    <a:pt x="7400" y="1001"/>
                  </a:lnTo>
                  <a:lnTo>
                    <a:pt x="7372" y="980"/>
                  </a:lnTo>
                  <a:lnTo>
                    <a:pt x="7345" y="958"/>
                  </a:lnTo>
                  <a:lnTo>
                    <a:pt x="7319" y="934"/>
                  </a:lnTo>
                  <a:lnTo>
                    <a:pt x="7294" y="908"/>
                  </a:lnTo>
                  <a:lnTo>
                    <a:pt x="7272" y="881"/>
                  </a:lnTo>
                  <a:lnTo>
                    <a:pt x="7251" y="853"/>
                  </a:lnTo>
                  <a:lnTo>
                    <a:pt x="7233" y="823"/>
                  </a:lnTo>
                  <a:lnTo>
                    <a:pt x="7216" y="792"/>
                  </a:lnTo>
                  <a:lnTo>
                    <a:pt x="7201" y="759"/>
                  </a:lnTo>
                  <a:lnTo>
                    <a:pt x="7187" y="726"/>
                  </a:lnTo>
                  <a:lnTo>
                    <a:pt x="7177" y="692"/>
                  </a:lnTo>
                  <a:lnTo>
                    <a:pt x="7169" y="657"/>
                  </a:lnTo>
                  <a:lnTo>
                    <a:pt x="7162" y="621"/>
                  </a:lnTo>
                  <a:lnTo>
                    <a:pt x="7160" y="602"/>
                  </a:lnTo>
                  <a:lnTo>
                    <a:pt x="7159" y="583"/>
                  </a:lnTo>
                  <a:lnTo>
                    <a:pt x="7158" y="565"/>
                  </a:lnTo>
                  <a:lnTo>
                    <a:pt x="7157" y="546"/>
                  </a:lnTo>
                  <a:lnTo>
                    <a:pt x="7157" y="546"/>
                  </a:lnTo>
                  <a:lnTo>
                    <a:pt x="7158" y="518"/>
                  </a:lnTo>
                  <a:lnTo>
                    <a:pt x="7160" y="490"/>
                  </a:lnTo>
                  <a:lnTo>
                    <a:pt x="7163" y="463"/>
                  </a:lnTo>
                  <a:lnTo>
                    <a:pt x="7169" y="436"/>
                  </a:lnTo>
                  <a:lnTo>
                    <a:pt x="7175" y="410"/>
                  </a:lnTo>
                  <a:lnTo>
                    <a:pt x="7182" y="384"/>
                  </a:lnTo>
                  <a:lnTo>
                    <a:pt x="7191" y="359"/>
                  </a:lnTo>
                  <a:lnTo>
                    <a:pt x="7200" y="334"/>
                  </a:lnTo>
                  <a:lnTo>
                    <a:pt x="7212" y="309"/>
                  </a:lnTo>
                  <a:lnTo>
                    <a:pt x="7223" y="285"/>
                  </a:lnTo>
                  <a:lnTo>
                    <a:pt x="7237" y="263"/>
                  </a:lnTo>
                  <a:lnTo>
                    <a:pt x="7250" y="241"/>
                  </a:lnTo>
                  <a:lnTo>
                    <a:pt x="7266" y="219"/>
                  </a:lnTo>
                  <a:lnTo>
                    <a:pt x="7282" y="198"/>
                  </a:lnTo>
                  <a:lnTo>
                    <a:pt x="7300" y="179"/>
                  </a:lnTo>
                  <a:lnTo>
                    <a:pt x="7317" y="160"/>
                  </a:lnTo>
                  <a:lnTo>
                    <a:pt x="7336" y="142"/>
                  </a:lnTo>
                  <a:lnTo>
                    <a:pt x="7356" y="125"/>
                  </a:lnTo>
                  <a:lnTo>
                    <a:pt x="7377" y="108"/>
                  </a:lnTo>
                  <a:lnTo>
                    <a:pt x="7398" y="93"/>
                  </a:lnTo>
                  <a:lnTo>
                    <a:pt x="7420" y="79"/>
                  </a:lnTo>
                  <a:lnTo>
                    <a:pt x="7443" y="66"/>
                  </a:lnTo>
                  <a:lnTo>
                    <a:pt x="7466" y="53"/>
                  </a:lnTo>
                  <a:lnTo>
                    <a:pt x="7491" y="43"/>
                  </a:lnTo>
                  <a:lnTo>
                    <a:pt x="7516" y="34"/>
                  </a:lnTo>
                  <a:lnTo>
                    <a:pt x="7541" y="24"/>
                  </a:lnTo>
                  <a:lnTo>
                    <a:pt x="7567" y="17"/>
                  </a:lnTo>
                  <a:lnTo>
                    <a:pt x="7593" y="12"/>
                  </a:lnTo>
                  <a:lnTo>
                    <a:pt x="7621" y="6"/>
                  </a:lnTo>
                  <a:lnTo>
                    <a:pt x="7648" y="3"/>
                  </a:lnTo>
                  <a:lnTo>
                    <a:pt x="7675" y="1"/>
                  </a:lnTo>
                  <a:lnTo>
                    <a:pt x="7704" y="0"/>
                  </a:lnTo>
                  <a:lnTo>
                    <a:pt x="7704" y="0"/>
                  </a:lnTo>
                  <a:lnTo>
                    <a:pt x="7732" y="1"/>
                  </a:lnTo>
                  <a:lnTo>
                    <a:pt x="7759" y="3"/>
                  </a:lnTo>
                  <a:lnTo>
                    <a:pt x="7786" y="6"/>
                  </a:lnTo>
                  <a:lnTo>
                    <a:pt x="7814" y="12"/>
                  </a:lnTo>
                  <a:lnTo>
                    <a:pt x="7840" y="17"/>
                  </a:lnTo>
                  <a:lnTo>
                    <a:pt x="7866" y="24"/>
                  </a:lnTo>
                  <a:lnTo>
                    <a:pt x="7891" y="34"/>
                  </a:lnTo>
                  <a:lnTo>
                    <a:pt x="7916" y="43"/>
                  </a:lnTo>
                  <a:lnTo>
                    <a:pt x="7941" y="53"/>
                  </a:lnTo>
                  <a:lnTo>
                    <a:pt x="7964" y="66"/>
                  </a:lnTo>
                  <a:lnTo>
                    <a:pt x="7987" y="79"/>
                  </a:lnTo>
                  <a:lnTo>
                    <a:pt x="8009" y="93"/>
                  </a:lnTo>
                  <a:lnTo>
                    <a:pt x="8030" y="108"/>
                  </a:lnTo>
                  <a:lnTo>
                    <a:pt x="8051" y="125"/>
                  </a:lnTo>
                  <a:lnTo>
                    <a:pt x="8071" y="142"/>
                  </a:lnTo>
                  <a:lnTo>
                    <a:pt x="8090" y="160"/>
                  </a:lnTo>
                  <a:lnTo>
                    <a:pt x="8107" y="179"/>
                  </a:lnTo>
                  <a:lnTo>
                    <a:pt x="8125" y="198"/>
                  </a:lnTo>
                  <a:lnTo>
                    <a:pt x="8141" y="219"/>
                  </a:lnTo>
                  <a:lnTo>
                    <a:pt x="8157" y="241"/>
                  </a:lnTo>
                  <a:lnTo>
                    <a:pt x="8170" y="263"/>
                  </a:lnTo>
                  <a:lnTo>
                    <a:pt x="8184" y="285"/>
                  </a:lnTo>
                  <a:lnTo>
                    <a:pt x="8195" y="309"/>
                  </a:lnTo>
                  <a:lnTo>
                    <a:pt x="8207" y="334"/>
                  </a:lnTo>
                  <a:lnTo>
                    <a:pt x="8216" y="359"/>
                  </a:lnTo>
                  <a:lnTo>
                    <a:pt x="8225" y="384"/>
                  </a:lnTo>
                  <a:lnTo>
                    <a:pt x="8232" y="410"/>
                  </a:lnTo>
                  <a:lnTo>
                    <a:pt x="8238" y="436"/>
                  </a:lnTo>
                  <a:lnTo>
                    <a:pt x="8244" y="463"/>
                  </a:lnTo>
                  <a:lnTo>
                    <a:pt x="8247" y="490"/>
                  </a:lnTo>
                  <a:lnTo>
                    <a:pt x="8249" y="518"/>
                  </a:lnTo>
                  <a:lnTo>
                    <a:pt x="8250" y="546"/>
                  </a:lnTo>
                  <a:lnTo>
                    <a:pt x="8250" y="546"/>
                  </a:lnTo>
                  <a:lnTo>
                    <a:pt x="8249" y="565"/>
                  </a:lnTo>
                  <a:lnTo>
                    <a:pt x="8248" y="583"/>
                  </a:lnTo>
                  <a:lnTo>
                    <a:pt x="8247" y="602"/>
                  </a:lnTo>
                  <a:lnTo>
                    <a:pt x="8245" y="621"/>
                  </a:lnTo>
                  <a:lnTo>
                    <a:pt x="8238" y="657"/>
                  </a:lnTo>
                  <a:lnTo>
                    <a:pt x="8230" y="692"/>
                  </a:lnTo>
                  <a:lnTo>
                    <a:pt x="8220" y="726"/>
                  </a:lnTo>
                  <a:lnTo>
                    <a:pt x="8206" y="759"/>
                  </a:lnTo>
                  <a:lnTo>
                    <a:pt x="8191" y="792"/>
                  </a:lnTo>
                  <a:lnTo>
                    <a:pt x="8174" y="823"/>
                  </a:lnTo>
                  <a:lnTo>
                    <a:pt x="8156" y="853"/>
                  </a:lnTo>
                  <a:lnTo>
                    <a:pt x="8135" y="881"/>
                  </a:lnTo>
                  <a:lnTo>
                    <a:pt x="8113" y="908"/>
                  </a:lnTo>
                  <a:lnTo>
                    <a:pt x="8088" y="934"/>
                  </a:lnTo>
                  <a:lnTo>
                    <a:pt x="8062" y="958"/>
                  </a:lnTo>
                  <a:lnTo>
                    <a:pt x="8035" y="980"/>
                  </a:lnTo>
                  <a:lnTo>
                    <a:pt x="8007" y="1001"/>
                  </a:lnTo>
                  <a:lnTo>
                    <a:pt x="7976" y="1018"/>
                  </a:lnTo>
                  <a:lnTo>
                    <a:pt x="7976" y="2994"/>
                  </a:lnTo>
                  <a:lnTo>
                    <a:pt x="8884" y="2994"/>
                  </a:lnTo>
                  <a:lnTo>
                    <a:pt x="8884" y="2338"/>
                  </a:lnTo>
                  <a:lnTo>
                    <a:pt x="10130" y="1092"/>
                  </a:lnTo>
                  <a:lnTo>
                    <a:pt x="12300" y="1092"/>
                  </a:lnTo>
                  <a:lnTo>
                    <a:pt x="12300" y="1092"/>
                  </a:lnTo>
                  <a:lnTo>
                    <a:pt x="12319" y="1063"/>
                  </a:lnTo>
                  <a:lnTo>
                    <a:pt x="12339" y="1033"/>
                  </a:lnTo>
                  <a:lnTo>
                    <a:pt x="12361" y="1006"/>
                  </a:lnTo>
                  <a:lnTo>
                    <a:pt x="12385" y="981"/>
                  </a:lnTo>
                  <a:lnTo>
                    <a:pt x="12411" y="957"/>
                  </a:lnTo>
                  <a:lnTo>
                    <a:pt x="12437" y="935"/>
                  </a:lnTo>
                  <a:lnTo>
                    <a:pt x="12466" y="914"/>
                  </a:lnTo>
                  <a:lnTo>
                    <a:pt x="12496" y="895"/>
                  </a:lnTo>
                  <a:lnTo>
                    <a:pt x="12528" y="878"/>
                  </a:lnTo>
                  <a:lnTo>
                    <a:pt x="12560" y="862"/>
                  </a:lnTo>
                  <a:lnTo>
                    <a:pt x="12593" y="850"/>
                  </a:lnTo>
                  <a:lnTo>
                    <a:pt x="12627" y="839"/>
                  </a:lnTo>
                  <a:lnTo>
                    <a:pt x="12663" y="831"/>
                  </a:lnTo>
                  <a:lnTo>
                    <a:pt x="12700" y="824"/>
                  </a:lnTo>
                  <a:lnTo>
                    <a:pt x="12717" y="822"/>
                  </a:lnTo>
                  <a:lnTo>
                    <a:pt x="12736" y="820"/>
                  </a:lnTo>
                  <a:lnTo>
                    <a:pt x="12755" y="819"/>
                  </a:lnTo>
                  <a:lnTo>
                    <a:pt x="12774" y="819"/>
                  </a:lnTo>
                  <a:lnTo>
                    <a:pt x="12774" y="819"/>
                  </a:lnTo>
                  <a:lnTo>
                    <a:pt x="12802" y="820"/>
                  </a:lnTo>
                  <a:lnTo>
                    <a:pt x="12830" y="822"/>
                  </a:lnTo>
                  <a:lnTo>
                    <a:pt x="12857" y="825"/>
                  </a:lnTo>
                  <a:lnTo>
                    <a:pt x="12884" y="830"/>
                  </a:lnTo>
                  <a:lnTo>
                    <a:pt x="12910" y="836"/>
                  </a:lnTo>
                  <a:lnTo>
                    <a:pt x="12937" y="843"/>
                  </a:lnTo>
                  <a:lnTo>
                    <a:pt x="12962" y="852"/>
                  </a:lnTo>
                  <a:lnTo>
                    <a:pt x="12987" y="861"/>
                  </a:lnTo>
                  <a:lnTo>
                    <a:pt x="13011" y="873"/>
                  </a:lnTo>
                  <a:lnTo>
                    <a:pt x="13034" y="884"/>
                  </a:lnTo>
                  <a:lnTo>
                    <a:pt x="13057" y="898"/>
                  </a:lnTo>
                  <a:lnTo>
                    <a:pt x="13079" y="912"/>
                  </a:lnTo>
                  <a:lnTo>
                    <a:pt x="13101" y="926"/>
                  </a:lnTo>
                  <a:lnTo>
                    <a:pt x="13121" y="943"/>
                  </a:lnTo>
                  <a:lnTo>
                    <a:pt x="13141" y="960"/>
                  </a:lnTo>
                  <a:lnTo>
                    <a:pt x="13160" y="978"/>
                  </a:lnTo>
                  <a:lnTo>
                    <a:pt x="13178" y="996"/>
                  </a:lnTo>
                  <a:lnTo>
                    <a:pt x="13196" y="1016"/>
                  </a:lnTo>
                  <a:lnTo>
                    <a:pt x="13212" y="1036"/>
                  </a:lnTo>
                  <a:lnTo>
                    <a:pt x="13227" y="1057"/>
                  </a:lnTo>
                  <a:lnTo>
                    <a:pt x="13241" y="1079"/>
                  </a:lnTo>
                  <a:lnTo>
                    <a:pt x="13255" y="1102"/>
                  </a:lnTo>
                  <a:lnTo>
                    <a:pt x="13266" y="1125"/>
                  </a:lnTo>
                  <a:lnTo>
                    <a:pt x="13278" y="1150"/>
                  </a:lnTo>
                  <a:lnTo>
                    <a:pt x="13287" y="1174"/>
                  </a:lnTo>
                  <a:lnTo>
                    <a:pt x="13295" y="1199"/>
                  </a:lnTo>
                  <a:lnTo>
                    <a:pt x="13303" y="1225"/>
                  </a:lnTo>
                  <a:lnTo>
                    <a:pt x="13309" y="1251"/>
                  </a:lnTo>
                  <a:lnTo>
                    <a:pt x="13314" y="1278"/>
                  </a:lnTo>
                  <a:lnTo>
                    <a:pt x="13317" y="1305"/>
                  </a:lnTo>
                  <a:lnTo>
                    <a:pt x="13320" y="1332"/>
                  </a:lnTo>
                  <a:lnTo>
                    <a:pt x="13321" y="1360"/>
                  </a:lnTo>
                  <a:lnTo>
                    <a:pt x="13321" y="1360"/>
                  </a:lnTo>
                  <a:lnTo>
                    <a:pt x="13320" y="1388"/>
                  </a:lnTo>
                  <a:lnTo>
                    <a:pt x="13317" y="1416"/>
                  </a:lnTo>
                  <a:lnTo>
                    <a:pt x="13314" y="1442"/>
                  </a:lnTo>
                  <a:lnTo>
                    <a:pt x="13309" y="1470"/>
                  </a:lnTo>
                  <a:lnTo>
                    <a:pt x="13303" y="1496"/>
                  </a:lnTo>
                  <a:lnTo>
                    <a:pt x="13295" y="1521"/>
                  </a:lnTo>
                  <a:lnTo>
                    <a:pt x="13287" y="1546"/>
                  </a:lnTo>
                  <a:lnTo>
                    <a:pt x="13278" y="1571"/>
                  </a:lnTo>
                  <a:lnTo>
                    <a:pt x="13266" y="1595"/>
                  </a:lnTo>
                  <a:lnTo>
                    <a:pt x="13255" y="1618"/>
                  </a:lnTo>
                  <a:lnTo>
                    <a:pt x="13241" y="1640"/>
                  </a:lnTo>
                  <a:lnTo>
                    <a:pt x="13227" y="1663"/>
                  </a:lnTo>
                  <a:lnTo>
                    <a:pt x="13212" y="1685"/>
                  </a:lnTo>
                  <a:lnTo>
                    <a:pt x="13196" y="1704"/>
                  </a:lnTo>
                  <a:lnTo>
                    <a:pt x="13178" y="1724"/>
                  </a:lnTo>
                  <a:lnTo>
                    <a:pt x="13160" y="1743"/>
                  </a:lnTo>
                  <a:lnTo>
                    <a:pt x="13141" y="1761"/>
                  </a:lnTo>
                  <a:lnTo>
                    <a:pt x="13121" y="1778"/>
                  </a:lnTo>
                  <a:lnTo>
                    <a:pt x="13101" y="1794"/>
                  </a:lnTo>
                  <a:lnTo>
                    <a:pt x="13079" y="1809"/>
                  </a:lnTo>
                  <a:lnTo>
                    <a:pt x="13057" y="1823"/>
                  </a:lnTo>
                  <a:lnTo>
                    <a:pt x="13034" y="1837"/>
                  </a:lnTo>
                  <a:lnTo>
                    <a:pt x="13011" y="1848"/>
                  </a:lnTo>
                  <a:lnTo>
                    <a:pt x="12987" y="1859"/>
                  </a:lnTo>
                  <a:lnTo>
                    <a:pt x="12962" y="1868"/>
                  </a:lnTo>
                  <a:lnTo>
                    <a:pt x="12937" y="1878"/>
                  </a:lnTo>
                  <a:lnTo>
                    <a:pt x="12910" y="1885"/>
                  </a:lnTo>
                  <a:lnTo>
                    <a:pt x="12884" y="1890"/>
                  </a:lnTo>
                  <a:lnTo>
                    <a:pt x="12857" y="1895"/>
                  </a:lnTo>
                  <a:lnTo>
                    <a:pt x="12830" y="1899"/>
                  </a:lnTo>
                  <a:lnTo>
                    <a:pt x="12802" y="1901"/>
                  </a:lnTo>
                  <a:lnTo>
                    <a:pt x="12774" y="1902"/>
                  </a:lnTo>
                  <a:lnTo>
                    <a:pt x="12774" y="1902"/>
                  </a:lnTo>
                  <a:lnTo>
                    <a:pt x="12736" y="1901"/>
                  </a:lnTo>
                  <a:lnTo>
                    <a:pt x="12701" y="1896"/>
                  </a:lnTo>
                  <a:lnTo>
                    <a:pt x="12664" y="1890"/>
                  </a:lnTo>
                  <a:lnTo>
                    <a:pt x="12629" y="1882"/>
                  </a:lnTo>
                  <a:lnTo>
                    <a:pt x="12596" y="1871"/>
                  </a:lnTo>
                  <a:lnTo>
                    <a:pt x="12562" y="1859"/>
                  </a:lnTo>
                  <a:lnTo>
                    <a:pt x="12530" y="1845"/>
                  </a:lnTo>
                  <a:lnTo>
                    <a:pt x="12499" y="1828"/>
                  </a:lnTo>
                  <a:lnTo>
                    <a:pt x="12470" y="1809"/>
                  </a:lnTo>
                  <a:lnTo>
                    <a:pt x="12442" y="1789"/>
                  </a:lnTo>
                  <a:lnTo>
                    <a:pt x="12414" y="1767"/>
                  </a:lnTo>
                  <a:lnTo>
                    <a:pt x="12389" y="1744"/>
                  </a:lnTo>
                  <a:lnTo>
                    <a:pt x="12365" y="1719"/>
                  </a:lnTo>
                  <a:lnTo>
                    <a:pt x="12343" y="1692"/>
                  </a:lnTo>
                  <a:lnTo>
                    <a:pt x="12322" y="1665"/>
                  </a:lnTo>
                  <a:lnTo>
                    <a:pt x="12303" y="1635"/>
                  </a:lnTo>
                  <a:lnTo>
                    <a:pt x="10354" y="1635"/>
                  </a:lnTo>
                  <a:lnTo>
                    <a:pt x="9427" y="2562"/>
                  </a:lnTo>
                  <a:lnTo>
                    <a:pt x="9427" y="2994"/>
                  </a:lnTo>
                  <a:lnTo>
                    <a:pt x="12051" y="2994"/>
                  </a:lnTo>
                  <a:lnTo>
                    <a:pt x="12774" y="2994"/>
                  </a:lnTo>
                  <a:lnTo>
                    <a:pt x="12774" y="3718"/>
                  </a:lnTo>
                  <a:lnTo>
                    <a:pt x="12774" y="6341"/>
                  </a:lnTo>
                  <a:lnTo>
                    <a:pt x="13025" y="6341"/>
                  </a:lnTo>
                  <a:lnTo>
                    <a:pt x="13955" y="5414"/>
                  </a:lnTo>
                  <a:lnTo>
                    <a:pt x="13955" y="3468"/>
                  </a:lnTo>
                  <a:lnTo>
                    <a:pt x="13955" y="3468"/>
                  </a:lnTo>
                  <a:lnTo>
                    <a:pt x="13926" y="3449"/>
                  </a:lnTo>
                  <a:lnTo>
                    <a:pt x="13897" y="3428"/>
                  </a:lnTo>
                  <a:lnTo>
                    <a:pt x="13869" y="3406"/>
                  </a:lnTo>
                  <a:lnTo>
                    <a:pt x="13843" y="3382"/>
                  </a:lnTo>
                  <a:lnTo>
                    <a:pt x="13819" y="3357"/>
                  </a:lnTo>
                  <a:lnTo>
                    <a:pt x="13797" y="3329"/>
                  </a:lnTo>
                  <a:lnTo>
                    <a:pt x="13776" y="3301"/>
                  </a:lnTo>
                  <a:lnTo>
                    <a:pt x="13757" y="3272"/>
                  </a:lnTo>
                  <a:lnTo>
                    <a:pt x="13740" y="3240"/>
                  </a:lnTo>
                  <a:lnTo>
                    <a:pt x="13724" y="3208"/>
                  </a:lnTo>
                  <a:lnTo>
                    <a:pt x="13712" y="3174"/>
                  </a:lnTo>
                  <a:lnTo>
                    <a:pt x="13700" y="3139"/>
                  </a:lnTo>
                  <a:lnTo>
                    <a:pt x="13692" y="3105"/>
                  </a:lnTo>
                  <a:lnTo>
                    <a:pt x="13686" y="3068"/>
                  </a:lnTo>
                  <a:lnTo>
                    <a:pt x="13684" y="3050"/>
                  </a:lnTo>
                  <a:lnTo>
                    <a:pt x="13683" y="3031"/>
                  </a:lnTo>
                  <a:lnTo>
                    <a:pt x="13681" y="3012"/>
                  </a:lnTo>
                  <a:lnTo>
                    <a:pt x="13681" y="2994"/>
                  </a:lnTo>
                  <a:lnTo>
                    <a:pt x="13681" y="2994"/>
                  </a:lnTo>
                  <a:lnTo>
                    <a:pt x="13681" y="2965"/>
                  </a:lnTo>
                  <a:lnTo>
                    <a:pt x="13684" y="2938"/>
                  </a:lnTo>
                  <a:lnTo>
                    <a:pt x="13688" y="2911"/>
                  </a:lnTo>
                  <a:lnTo>
                    <a:pt x="13692" y="2883"/>
                  </a:lnTo>
                  <a:lnTo>
                    <a:pt x="13698" y="2857"/>
                  </a:lnTo>
                  <a:lnTo>
                    <a:pt x="13706" y="2831"/>
                  </a:lnTo>
                  <a:lnTo>
                    <a:pt x="13714" y="2806"/>
                  </a:lnTo>
                  <a:lnTo>
                    <a:pt x="13723" y="2781"/>
                  </a:lnTo>
                  <a:lnTo>
                    <a:pt x="13735" y="2757"/>
                  </a:lnTo>
                  <a:lnTo>
                    <a:pt x="13747" y="2733"/>
                  </a:lnTo>
                  <a:lnTo>
                    <a:pt x="13760" y="2710"/>
                  </a:lnTo>
                  <a:lnTo>
                    <a:pt x="13774" y="2688"/>
                  </a:lnTo>
                  <a:lnTo>
                    <a:pt x="13790" y="2666"/>
                  </a:lnTo>
                  <a:lnTo>
                    <a:pt x="13805" y="2646"/>
                  </a:lnTo>
                  <a:lnTo>
                    <a:pt x="13823" y="2626"/>
                  </a:lnTo>
                  <a:lnTo>
                    <a:pt x="13841" y="2608"/>
                  </a:lnTo>
                  <a:lnTo>
                    <a:pt x="13860" y="2590"/>
                  </a:lnTo>
                  <a:lnTo>
                    <a:pt x="13880" y="2572"/>
                  </a:lnTo>
                  <a:lnTo>
                    <a:pt x="13901" y="2556"/>
                  </a:lnTo>
                  <a:lnTo>
                    <a:pt x="13922" y="2540"/>
                  </a:lnTo>
                  <a:lnTo>
                    <a:pt x="13944" y="2527"/>
                  </a:lnTo>
                  <a:lnTo>
                    <a:pt x="13967" y="2513"/>
                  </a:lnTo>
                  <a:lnTo>
                    <a:pt x="13990" y="2502"/>
                  </a:lnTo>
                  <a:lnTo>
                    <a:pt x="14015" y="2490"/>
                  </a:lnTo>
                  <a:lnTo>
                    <a:pt x="14039" y="2481"/>
                  </a:lnTo>
                  <a:lnTo>
                    <a:pt x="14064" y="2472"/>
                  </a:lnTo>
                  <a:lnTo>
                    <a:pt x="14091" y="2465"/>
                  </a:lnTo>
                  <a:lnTo>
                    <a:pt x="14117" y="2459"/>
                  </a:lnTo>
                  <a:lnTo>
                    <a:pt x="14144" y="2453"/>
                  </a:lnTo>
                  <a:lnTo>
                    <a:pt x="14171" y="2450"/>
                  </a:lnTo>
                  <a:lnTo>
                    <a:pt x="14199" y="2448"/>
                  </a:lnTo>
                  <a:lnTo>
                    <a:pt x="14227" y="2447"/>
                  </a:lnTo>
                  <a:lnTo>
                    <a:pt x="14227" y="2447"/>
                  </a:lnTo>
                  <a:lnTo>
                    <a:pt x="14255" y="2448"/>
                  </a:lnTo>
                  <a:lnTo>
                    <a:pt x="14283" y="2450"/>
                  </a:lnTo>
                  <a:lnTo>
                    <a:pt x="14310" y="2453"/>
                  </a:lnTo>
                  <a:lnTo>
                    <a:pt x="14337" y="2459"/>
                  </a:lnTo>
                  <a:lnTo>
                    <a:pt x="14363" y="2465"/>
                  </a:lnTo>
                  <a:lnTo>
                    <a:pt x="14390" y="2472"/>
                  </a:lnTo>
                  <a:lnTo>
                    <a:pt x="14415" y="2481"/>
                  </a:lnTo>
                  <a:lnTo>
                    <a:pt x="14440" y="2490"/>
                  </a:lnTo>
                  <a:lnTo>
                    <a:pt x="14464" y="2502"/>
                  </a:lnTo>
                  <a:lnTo>
                    <a:pt x="14487" y="2513"/>
                  </a:lnTo>
                  <a:lnTo>
                    <a:pt x="14510" y="2527"/>
                  </a:lnTo>
                  <a:lnTo>
                    <a:pt x="14532" y="2540"/>
                  </a:lnTo>
                  <a:lnTo>
                    <a:pt x="14554" y="2556"/>
                  </a:lnTo>
                  <a:lnTo>
                    <a:pt x="14574" y="2572"/>
                  </a:lnTo>
                  <a:lnTo>
                    <a:pt x="14594" y="2590"/>
                  </a:lnTo>
                  <a:lnTo>
                    <a:pt x="14613" y="2608"/>
                  </a:lnTo>
                  <a:lnTo>
                    <a:pt x="14631" y="2626"/>
                  </a:lnTo>
                  <a:lnTo>
                    <a:pt x="14649" y="2646"/>
                  </a:lnTo>
                  <a:lnTo>
                    <a:pt x="14664" y="2666"/>
                  </a:lnTo>
                  <a:lnTo>
                    <a:pt x="14680" y="2688"/>
                  </a:lnTo>
                  <a:lnTo>
                    <a:pt x="14694" y="2710"/>
                  </a:lnTo>
                  <a:lnTo>
                    <a:pt x="14707" y="2733"/>
                  </a:lnTo>
                  <a:lnTo>
                    <a:pt x="14719" y="2757"/>
                  </a:lnTo>
                  <a:lnTo>
                    <a:pt x="14730" y="2781"/>
                  </a:lnTo>
                  <a:lnTo>
                    <a:pt x="14740" y="2806"/>
                  </a:lnTo>
                  <a:lnTo>
                    <a:pt x="14748" y="2831"/>
                  </a:lnTo>
                  <a:lnTo>
                    <a:pt x="14756" y="2857"/>
                  </a:lnTo>
                  <a:lnTo>
                    <a:pt x="14762" y="2883"/>
                  </a:lnTo>
                  <a:lnTo>
                    <a:pt x="14767" y="2911"/>
                  </a:lnTo>
                  <a:lnTo>
                    <a:pt x="14770" y="2938"/>
                  </a:lnTo>
                  <a:lnTo>
                    <a:pt x="14772" y="2965"/>
                  </a:lnTo>
                  <a:lnTo>
                    <a:pt x="14773" y="2994"/>
                  </a:lnTo>
                  <a:lnTo>
                    <a:pt x="14773" y="2994"/>
                  </a:lnTo>
                  <a:lnTo>
                    <a:pt x="14772" y="3012"/>
                  </a:lnTo>
                  <a:lnTo>
                    <a:pt x="14772" y="3031"/>
                  </a:lnTo>
                  <a:lnTo>
                    <a:pt x="14770" y="3049"/>
                  </a:lnTo>
                  <a:lnTo>
                    <a:pt x="14768" y="3068"/>
                  </a:lnTo>
                  <a:lnTo>
                    <a:pt x="14762" y="3104"/>
                  </a:lnTo>
                  <a:lnTo>
                    <a:pt x="14754" y="3139"/>
                  </a:lnTo>
                  <a:lnTo>
                    <a:pt x="14743" y="3174"/>
                  </a:lnTo>
                  <a:lnTo>
                    <a:pt x="14729" y="3208"/>
                  </a:lnTo>
                  <a:lnTo>
                    <a:pt x="14715" y="3239"/>
                  </a:lnTo>
                  <a:lnTo>
                    <a:pt x="14698" y="3270"/>
                  </a:lnTo>
                  <a:lnTo>
                    <a:pt x="14679" y="3300"/>
                  </a:lnTo>
                  <a:lnTo>
                    <a:pt x="14658" y="3328"/>
                  </a:lnTo>
                  <a:lnTo>
                    <a:pt x="14636" y="3355"/>
                  </a:lnTo>
                  <a:lnTo>
                    <a:pt x="14612" y="3381"/>
                  </a:lnTo>
                  <a:lnTo>
                    <a:pt x="14586" y="3405"/>
                  </a:lnTo>
                  <a:lnTo>
                    <a:pt x="14558" y="3427"/>
                  </a:lnTo>
                  <a:lnTo>
                    <a:pt x="14530" y="3448"/>
                  </a:lnTo>
                  <a:lnTo>
                    <a:pt x="14500" y="3467"/>
                  </a:lnTo>
                  <a:lnTo>
                    <a:pt x="14500" y="5639"/>
                  </a:lnTo>
                  <a:lnTo>
                    <a:pt x="13250" y="6884"/>
                  </a:lnTo>
                  <a:lnTo>
                    <a:pt x="12774" y="6884"/>
                  </a:lnTo>
                  <a:lnTo>
                    <a:pt x="12774" y="7791"/>
                  </a:lnTo>
                  <a:lnTo>
                    <a:pt x="14388" y="7791"/>
                  </a:lnTo>
                  <a:lnTo>
                    <a:pt x="14388" y="7791"/>
                  </a:lnTo>
                  <a:lnTo>
                    <a:pt x="14406" y="7761"/>
                  </a:lnTo>
                  <a:lnTo>
                    <a:pt x="14427" y="7733"/>
                  </a:lnTo>
                  <a:lnTo>
                    <a:pt x="14449" y="7705"/>
                  </a:lnTo>
                  <a:lnTo>
                    <a:pt x="14473" y="7679"/>
                  </a:lnTo>
                  <a:lnTo>
                    <a:pt x="14499" y="7655"/>
                  </a:lnTo>
                  <a:lnTo>
                    <a:pt x="14526" y="7633"/>
                  </a:lnTo>
                  <a:lnTo>
                    <a:pt x="14554" y="7612"/>
                  </a:lnTo>
                  <a:lnTo>
                    <a:pt x="14585" y="7593"/>
                  </a:lnTo>
                  <a:lnTo>
                    <a:pt x="14615" y="7576"/>
                  </a:lnTo>
                  <a:lnTo>
                    <a:pt x="14648" y="7562"/>
                  </a:lnTo>
                  <a:lnTo>
                    <a:pt x="14681" y="7548"/>
                  </a:lnTo>
                  <a:lnTo>
                    <a:pt x="14715" y="7537"/>
                  </a:lnTo>
                  <a:lnTo>
                    <a:pt x="14750" y="7529"/>
                  </a:lnTo>
                  <a:lnTo>
                    <a:pt x="14786" y="7523"/>
                  </a:lnTo>
                  <a:lnTo>
                    <a:pt x="14805" y="7521"/>
                  </a:lnTo>
                  <a:lnTo>
                    <a:pt x="14824" y="7520"/>
                  </a:lnTo>
                  <a:lnTo>
                    <a:pt x="14842" y="7519"/>
                  </a:lnTo>
                  <a:lnTo>
                    <a:pt x="14860" y="7518"/>
                  </a:lnTo>
                  <a:lnTo>
                    <a:pt x="14860" y="7518"/>
                  </a:lnTo>
                  <a:lnTo>
                    <a:pt x="14889" y="7519"/>
                  </a:lnTo>
                  <a:lnTo>
                    <a:pt x="14917" y="7521"/>
                  </a:lnTo>
                  <a:lnTo>
                    <a:pt x="14944" y="7524"/>
                  </a:lnTo>
                  <a:lnTo>
                    <a:pt x="14971" y="7529"/>
                  </a:lnTo>
                  <a:lnTo>
                    <a:pt x="14998" y="7535"/>
                  </a:lnTo>
                  <a:lnTo>
                    <a:pt x="15023" y="7543"/>
                  </a:lnTo>
                  <a:lnTo>
                    <a:pt x="15048" y="7551"/>
                  </a:lnTo>
                  <a:lnTo>
                    <a:pt x="15073" y="7561"/>
                  </a:lnTo>
                  <a:lnTo>
                    <a:pt x="15098" y="7572"/>
                  </a:lnTo>
                  <a:lnTo>
                    <a:pt x="15122" y="7584"/>
                  </a:lnTo>
                  <a:lnTo>
                    <a:pt x="15144" y="7597"/>
                  </a:lnTo>
                  <a:lnTo>
                    <a:pt x="15166" y="7611"/>
                  </a:lnTo>
                  <a:lnTo>
                    <a:pt x="15188" y="7627"/>
                  </a:lnTo>
                  <a:lnTo>
                    <a:pt x="15209" y="7642"/>
                  </a:lnTo>
                  <a:lnTo>
                    <a:pt x="15228" y="7660"/>
                  </a:lnTo>
                  <a:lnTo>
                    <a:pt x="15248" y="7678"/>
                  </a:lnTo>
                  <a:lnTo>
                    <a:pt x="15265" y="7697"/>
                  </a:lnTo>
                  <a:lnTo>
                    <a:pt x="15282" y="7717"/>
                  </a:lnTo>
                  <a:lnTo>
                    <a:pt x="15299" y="7738"/>
                  </a:lnTo>
                  <a:lnTo>
                    <a:pt x="15314" y="7759"/>
                  </a:lnTo>
                  <a:lnTo>
                    <a:pt x="15328" y="7781"/>
                  </a:lnTo>
                  <a:lnTo>
                    <a:pt x="15341" y="7804"/>
                  </a:lnTo>
                  <a:lnTo>
                    <a:pt x="15354" y="7827"/>
                  </a:lnTo>
                  <a:lnTo>
                    <a:pt x="15364" y="7851"/>
                  </a:lnTo>
                  <a:lnTo>
                    <a:pt x="15373" y="7876"/>
                  </a:lnTo>
                  <a:lnTo>
                    <a:pt x="15383" y="7901"/>
                  </a:lnTo>
                  <a:lnTo>
                    <a:pt x="15390" y="7928"/>
                  </a:lnTo>
                  <a:lnTo>
                    <a:pt x="15395" y="7954"/>
                  </a:lnTo>
                  <a:lnTo>
                    <a:pt x="15401" y="7981"/>
                  </a:lnTo>
                  <a:lnTo>
                    <a:pt x="15404" y="8008"/>
                  </a:lnTo>
                  <a:lnTo>
                    <a:pt x="15406" y="8036"/>
                  </a:lnTo>
                  <a:lnTo>
                    <a:pt x="15407" y="8064"/>
                  </a:lnTo>
                  <a:lnTo>
                    <a:pt x="15407" y="80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
              <a:extLst>
                <a:ext uri="{FF2B5EF4-FFF2-40B4-BE49-F238E27FC236}">
                  <a16:creationId xmlns:a16="http://schemas.microsoft.com/office/drawing/2014/main" id="{92C5F080-E455-F112-9A23-BDBCB1C3AC37}"/>
                </a:ext>
                <a:ext uri="{C183D7F6-B498-43B3-948B-1728B52AA6E4}">
                  <adec:decorative xmlns:adec="http://schemas.microsoft.com/office/drawing/2017/decorative" val="1"/>
                </a:ext>
              </a:extLst>
            </p:cNvPr>
            <p:cNvSpPr>
              <a:spLocks noEditPoints="1"/>
            </p:cNvSpPr>
            <p:nvPr/>
          </p:nvSpPr>
          <p:spPr bwMode="auto">
            <a:xfrm>
              <a:off x="1408" y="1604"/>
              <a:ext cx="1306" cy="1307"/>
            </a:xfrm>
            <a:custGeom>
              <a:avLst/>
              <a:gdLst>
                <a:gd name="T0" fmla="*/ 9147 w 9147"/>
                <a:gd name="T1" fmla="*/ 1443 h 9146"/>
                <a:gd name="T2" fmla="*/ 8513 w 9147"/>
                <a:gd name="T3" fmla="*/ 633 h 9146"/>
                <a:gd name="T4" fmla="*/ 7704 w 9147"/>
                <a:gd name="T5" fmla="*/ 0 h 9146"/>
                <a:gd name="T6" fmla="*/ 7158 w 9147"/>
                <a:gd name="T7" fmla="*/ 633 h 9146"/>
                <a:gd name="T8" fmla="*/ 6251 w 9147"/>
                <a:gd name="T9" fmla="*/ 0 h 9146"/>
                <a:gd name="T10" fmla="*/ 5705 w 9147"/>
                <a:gd name="T11" fmla="*/ 633 h 9146"/>
                <a:gd name="T12" fmla="*/ 4808 w 9147"/>
                <a:gd name="T13" fmla="*/ 0 h 9146"/>
                <a:gd name="T14" fmla="*/ 4262 w 9147"/>
                <a:gd name="T15" fmla="*/ 633 h 9146"/>
                <a:gd name="T16" fmla="*/ 3355 w 9147"/>
                <a:gd name="T17" fmla="*/ 0 h 9146"/>
                <a:gd name="T18" fmla="*/ 2809 w 9147"/>
                <a:gd name="T19" fmla="*/ 633 h 9146"/>
                <a:gd name="T20" fmla="*/ 2000 w 9147"/>
                <a:gd name="T21" fmla="*/ 1443 h 9146"/>
                <a:gd name="T22" fmla="*/ 1366 w 9147"/>
                <a:gd name="T23" fmla="*/ 1988 h 9146"/>
                <a:gd name="T24" fmla="*/ 2000 w 9147"/>
                <a:gd name="T25" fmla="*/ 2896 h 9146"/>
                <a:gd name="T26" fmla="*/ 1366 w 9147"/>
                <a:gd name="T27" fmla="*/ 3441 h 9146"/>
                <a:gd name="T28" fmla="*/ 2000 w 9147"/>
                <a:gd name="T29" fmla="*/ 4339 h 9146"/>
                <a:gd name="T30" fmla="*/ 1366 w 9147"/>
                <a:gd name="T31" fmla="*/ 4884 h 9146"/>
                <a:gd name="T32" fmla="*/ 2000 w 9147"/>
                <a:gd name="T33" fmla="*/ 5792 h 9146"/>
                <a:gd name="T34" fmla="*/ 1366 w 9147"/>
                <a:gd name="T35" fmla="*/ 6337 h 9146"/>
                <a:gd name="T36" fmla="*/ 2000 w 9147"/>
                <a:gd name="T37" fmla="*/ 7147 h 9146"/>
                <a:gd name="T38" fmla="*/ 2809 w 9147"/>
                <a:gd name="T39" fmla="*/ 7780 h 9146"/>
                <a:gd name="T40" fmla="*/ 3355 w 9147"/>
                <a:gd name="T41" fmla="*/ 7147 h 9146"/>
                <a:gd name="T42" fmla="*/ 4262 w 9147"/>
                <a:gd name="T43" fmla="*/ 7780 h 9146"/>
                <a:gd name="T44" fmla="*/ 4808 w 9147"/>
                <a:gd name="T45" fmla="*/ 7147 h 9146"/>
                <a:gd name="T46" fmla="*/ 5705 w 9147"/>
                <a:gd name="T47" fmla="*/ 7780 h 9146"/>
                <a:gd name="T48" fmla="*/ 6251 w 9147"/>
                <a:gd name="T49" fmla="*/ 7147 h 9146"/>
                <a:gd name="T50" fmla="*/ 7158 w 9147"/>
                <a:gd name="T51" fmla="*/ 7780 h 9146"/>
                <a:gd name="T52" fmla="*/ 7704 w 9147"/>
                <a:gd name="T53" fmla="*/ 7147 h 9146"/>
                <a:gd name="T54" fmla="*/ 8513 w 9147"/>
                <a:gd name="T55" fmla="*/ 6337 h 9146"/>
                <a:gd name="T56" fmla="*/ 9147 w 9147"/>
                <a:gd name="T57" fmla="*/ 5792 h 9146"/>
                <a:gd name="T58" fmla="*/ 8513 w 9147"/>
                <a:gd name="T59" fmla="*/ 4884 h 9146"/>
                <a:gd name="T60" fmla="*/ 9147 w 9147"/>
                <a:gd name="T61" fmla="*/ 4339 h 9146"/>
                <a:gd name="T62" fmla="*/ 8513 w 9147"/>
                <a:gd name="T63" fmla="*/ 3441 h 9146"/>
                <a:gd name="T64" fmla="*/ 9147 w 9147"/>
                <a:gd name="T65" fmla="*/ 2896 h 9146"/>
                <a:gd name="T66" fmla="*/ 8513 w 9147"/>
                <a:gd name="T67" fmla="*/ 1988 h 9146"/>
                <a:gd name="T68" fmla="*/ 7789 w 9147"/>
                <a:gd name="T69" fmla="*/ 6423 h 9146"/>
                <a:gd name="T70" fmla="*/ 2723 w 9147"/>
                <a:gd name="T71" fmla="*/ 1357 h 9146"/>
                <a:gd name="T72" fmla="*/ 7789 w 9147"/>
                <a:gd name="T73" fmla="*/ 6423 h 9146"/>
                <a:gd name="T74" fmla="*/ 1093 w 9147"/>
                <a:gd name="T75" fmla="*/ 8053 h 9146"/>
                <a:gd name="T76" fmla="*/ 0 w 9147"/>
                <a:gd name="T77" fmla="*/ 9146 h 9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47" h="9146">
                  <a:moveTo>
                    <a:pt x="9147" y="1988"/>
                  </a:moveTo>
                  <a:lnTo>
                    <a:pt x="9147" y="1443"/>
                  </a:lnTo>
                  <a:lnTo>
                    <a:pt x="8513" y="1443"/>
                  </a:lnTo>
                  <a:lnTo>
                    <a:pt x="8513" y="633"/>
                  </a:lnTo>
                  <a:lnTo>
                    <a:pt x="7704" y="633"/>
                  </a:lnTo>
                  <a:lnTo>
                    <a:pt x="7704" y="0"/>
                  </a:lnTo>
                  <a:lnTo>
                    <a:pt x="7158" y="0"/>
                  </a:lnTo>
                  <a:lnTo>
                    <a:pt x="7158" y="633"/>
                  </a:lnTo>
                  <a:lnTo>
                    <a:pt x="6251" y="633"/>
                  </a:lnTo>
                  <a:lnTo>
                    <a:pt x="6251" y="0"/>
                  </a:lnTo>
                  <a:lnTo>
                    <a:pt x="5705" y="0"/>
                  </a:lnTo>
                  <a:lnTo>
                    <a:pt x="5705" y="633"/>
                  </a:lnTo>
                  <a:lnTo>
                    <a:pt x="4808" y="633"/>
                  </a:lnTo>
                  <a:lnTo>
                    <a:pt x="4808" y="0"/>
                  </a:lnTo>
                  <a:lnTo>
                    <a:pt x="4262" y="0"/>
                  </a:lnTo>
                  <a:lnTo>
                    <a:pt x="4262" y="633"/>
                  </a:lnTo>
                  <a:lnTo>
                    <a:pt x="3355" y="633"/>
                  </a:lnTo>
                  <a:lnTo>
                    <a:pt x="3355" y="0"/>
                  </a:lnTo>
                  <a:lnTo>
                    <a:pt x="2809" y="0"/>
                  </a:lnTo>
                  <a:lnTo>
                    <a:pt x="2809" y="633"/>
                  </a:lnTo>
                  <a:lnTo>
                    <a:pt x="2000" y="633"/>
                  </a:lnTo>
                  <a:lnTo>
                    <a:pt x="2000" y="1443"/>
                  </a:lnTo>
                  <a:lnTo>
                    <a:pt x="1366" y="1443"/>
                  </a:lnTo>
                  <a:lnTo>
                    <a:pt x="1366" y="1988"/>
                  </a:lnTo>
                  <a:lnTo>
                    <a:pt x="2000" y="1988"/>
                  </a:lnTo>
                  <a:lnTo>
                    <a:pt x="2000" y="2896"/>
                  </a:lnTo>
                  <a:lnTo>
                    <a:pt x="1366" y="2896"/>
                  </a:lnTo>
                  <a:lnTo>
                    <a:pt x="1366" y="3441"/>
                  </a:lnTo>
                  <a:lnTo>
                    <a:pt x="2000" y="3441"/>
                  </a:lnTo>
                  <a:lnTo>
                    <a:pt x="2000" y="4339"/>
                  </a:lnTo>
                  <a:lnTo>
                    <a:pt x="1366" y="4339"/>
                  </a:lnTo>
                  <a:lnTo>
                    <a:pt x="1366" y="4884"/>
                  </a:lnTo>
                  <a:lnTo>
                    <a:pt x="2000" y="4884"/>
                  </a:lnTo>
                  <a:lnTo>
                    <a:pt x="2000" y="5792"/>
                  </a:lnTo>
                  <a:lnTo>
                    <a:pt x="1366" y="5792"/>
                  </a:lnTo>
                  <a:lnTo>
                    <a:pt x="1366" y="6337"/>
                  </a:lnTo>
                  <a:lnTo>
                    <a:pt x="2000" y="6337"/>
                  </a:lnTo>
                  <a:lnTo>
                    <a:pt x="2000" y="7147"/>
                  </a:lnTo>
                  <a:lnTo>
                    <a:pt x="2809" y="7147"/>
                  </a:lnTo>
                  <a:lnTo>
                    <a:pt x="2809" y="7780"/>
                  </a:lnTo>
                  <a:lnTo>
                    <a:pt x="3355" y="7780"/>
                  </a:lnTo>
                  <a:lnTo>
                    <a:pt x="3355" y="7147"/>
                  </a:lnTo>
                  <a:lnTo>
                    <a:pt x="4262" y="7147"/>
                  </a:lnTo>
                  <a:lnTo>
                    <a:pt x="4262" y="7780"/>
                  </a:lnTo>
                  <a:lnTo>
                    <a:pt x="4808" y="7780"/>
                  </a:lnTo>
                  <a:lnTo>
                    <a:pt x="4808" y="7147"/>
                  </a:lnTo>
                  <a:lnTo>
                    <a:pt x="5705" y="7147"/>
                  </a:lnTo>
                  <a:lnTo>
                    <a:pt x="5705" y="7780"/>
                  </a:lnTo>
                  <a:lnTo>
                    <a:pt x="6251" y="7780"/>
                  </a:lnTo>
                  <a:lnTo>
                    <a:pt x="6251" y="7147"/>
                  </a:lnTo>
                  <a:lnTo>
                    <a:pt x="7158" y="7147"/>
                  </a:lnTo>
                  <a:lnTo>
                    <a:pt x="7158" y="7780"/>
                  </a:lnTo>
                  <a:lnTo>
                    <a:pt x="7704" y="7780"/>
                  </a:lnTo>
                  <a:lnTo>
                    <a:pt x="7704" y="7147"/>
                  </a:lnTo>
                  <a:lnTo>
                    <a:pt x="8513" y="7147"/>
                  </a:lnTo>
                  <a:lnTo>
                    <a:pt x="8513" y="6337"/>
                  </a:lnTo>
                  <a:lnTo>
                    <a:pt x="9147" y="6337"/>
                  </a:lnTo>
                  <a:lnTo>
                    <a:pt x="9147" y="5792"/>
                  </a:lnTo>
                  <a:lnTo>
                    <a:pt x="8513" y="5792"/>
                  </a:lnTo>
                  <a:lnTo>
                    <a:pt x="8513" y="4884"/>
                  </a:lnTo>
                  <a:lnTo>
                    <a:pt x="9147" y="4884"/>
                  </a:lnTo>
                  <a:lnTo>
                    <a:pt x="9147" y="4339"/>
                  </a:lnTo>
                  <a:lnTo>
                    <a:pt x="8513" y="4339"/>
                  </a:lnTo>
                  <a:lnTo>
                    <a:pt x="8513" y="3441"/>
                  </a:lnTo>
                  <a:lnTo>
                    <a:pt x="9147" y="3441"/>
                  </a:lnTo>
                  <a:lnTo>
                    <a:pt x="9147" y="2896"/>
                  </a:lnTo>
                  <a:lnTo>
                    <a:pt x="8513" y="2896"/>
                  </a:lnTo>
                  <a:lnTo>
                    <a:pt x="8513" y="1988"/>
                  </a:lnTo>
                  <a:lnTo>
                    <a:pt x="9147" y="1988"/>
                  </a:lnTo>
                  <a:close/>
                  <a:moveTo>
                    <a:pt x="7789" y="6423"/>
                  </a:moveTo>
                  <a:lnTo>
                    <a:pt x="2723" y="6423"/>
                  </a:lnTo>
                  <a:lnTo>
                    <a:pt x="2723" y="1357"/>
                  </a:lnTo>
                  <a:lnTo>
                    <a:pt x="7789" y="1357"/>
                  </a:lnTo>
                  <a:lnTo>
                    <a:pt x="7789" y="6423"/>
                  </a:lnTo>
                  <a:close/>
                  <a:moveTo>
                    <a:pt x="0" y="8053"/>
                  </a:moveTo>
                  <a:lnTo>
                    <a:pt x="1093" y="8053"/>
                  </a:lnTo>
                  <a:lnTo>
                    <a:pt x="1093" y="9146"/>
                  </a:lnTo>
                  <a:lnTo>
                    <a:pt x="0" y="9146"/>
                  </a:lnTo>
                  <a:lnTo>
                    <a:pt x="0" y="805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9">
            <a:extLst>
              <a:ext uri="{FF2B5EF4-FFF2-40B4-BE49-F238E27FC236}">
                <a16:creationId xmlns:a16="http://schemas.microsoft.com/office/drawing/2014/main" id="{33EEA705-5A37-98E7-1F40-9274DC3BF3DF}"/>
              </a:ext>
              <a:ext uri="{C183D7F6-B498-43B3-948B-1728B52AA6E4}">
                <adec:decorative xmlns:adec="http://schemas.microsoft.com/office/drawing/2017/decorative" val="1"/>
              </a:ext>
            </a:extLst>
          </p:cNvPr>
          <p:cNvGrpSpPr>
            <a:grpSpLocks noChangeAspect="1"/>
          </p:cNvGrpSpPr>
          <p:nvPr/>
        </p:nvGrpSpPr>
        <p:grpSpPr bwMode="auto">
          <a:xfrm>
            <a:off x="3977032" y="3644779"/>
            <a:ext cx="457200" cy="457200"/>
            <a:chOff x="4318" y="1008"/>
            <a:chExt cx="2304" cy="2304"/>
          </a:xfrm>
          <a:solidFill>
            <a:schemeClr val="tx2"/>
          </a:solidFill>
        </p:grpSpPr>
        <p:sp>
          <p:nvSpPr>
            <p:cNvPr id="24" name="Freeform 10">
              <a:extLst>
                <a:ext uri="{FF2B5EF4-FFF2-40B4-BE49-F238E27FC236}">
                  <a16:creationId xmlns:a16="http://schemas.microsoft.com/office/drawing/2014/main" id="{B577A39B-1F10-4073-C697-9973F8E2B422}"/>
                </a:ext>
                <a:ext uri="{C183D7F6-B498-43B3-948B-1728B52AA6E4}">
                  <adec:decorative xmlns:adec="http://schemas.microsoft.com/office/drawing/2017/decorative" val="1"/>
                </a:ext>
              </a:extLst>
            </p:cNvPr>
            <p:cNvSpPr>
              <a:spLocks noEditPoints="1"/>
            </p:cNvSpPr>
            <p:nvPr/>
          </p:nvSpPr>
          <p:spPr bwMode="auto">
            <a:xfrm>
              <a:off x="4318" y="1008"/>
              <a:ext cx="2304" cy="2304"/>
            </a:xfrm>
            <a:custGeom>
              <a:avLst/>
              <a:gdLst>
                <a:gd name="T0" fmla="*/ 1794 w 13824"/>
                <a:gd name="T1" fmla="*/ 9213 h 13824"/>
                <a:gd name="T2" fmla="*/ 0 w 13824"/>
                <a:gd name="T3" fmla="*/ 7838 h 13824"/>
                <a:gd name="T4" fmla="*/ 0 w 13824"/>
                <a:gd name="T5" fmla="*/ 7341 h 13824"/>
                <a:gd name="T6" fmla="*/ 1794 w 13824"/>
                <a:gd name="T7" fmla="*/ 6463 h 13824"/>
                <a:gd name="T8" fmla="*/ 0 w 13824"/>
                <a:gd name="T9" fmla="*/ 6463 h 13824"/>
                <a:gd name="T10" fmla="*/ 1794 w 13824"/>
                <a:gd name="T11" fmla="*/ 4592 h 13824"/>
                <a:gd name="T12" fmla="*/ 12030 w 13824"/>
                <a:gd name="T13" fmla="*/ 9213 h 13824"/>
                <a:gd name="T14" fmla="*/ 12030 w 13824"/>
                <a:gd name="T15" fmla="*/ 8716 h 13824"/>
                <a:gd name="T16" fmla="*/ 13824 w 13824"/>
                <a:gd name="T17" fmla="*/ 7838 h 13824"/>
                <a:gd name="T18" fmla="*/ 12030 w 13824"/>
                <a:gd name="T19" fmla="*/ 7838 h 13824"/>
                <a:gd name="T20" fmla="*/ 13824 w 13824"/>
                <a:gd name="T21" fmla="*/ 5966 h 13824"/>
                <a:gd name="T22" fmla="*/ 12030 w 13824"/>
                <a:gd name="T23" fmla="*/ 4592 h 13824"/>
                <a:gd name="T24" fmla="*/ 13824 w 13824"/>
                <a:gd name="T25" fmla="*/ 4592 h 13824"/>
                <a:gd name="T26" fmla="*/ 9223 w 13824"/>
                <a:gd name="T27" fmla="*/ 13824 h 13824"/>
                <a:gd name="T28" fmla="*/ 8725 w 13824"/>
                <a:gd name="T29" fmla="*/ 13824 h 13824"/>
                <a:gd name="T30" fmla="*/ 7848 w 13824"/>
                <a:gd name="T31" fmla="*/ 12030 h 13824"/>
                <a:gd name="T32" fmla="*/ 5976 w 13824"/>
                <a:gd name="T33" fmla="*/ 13824 h 13824"/>
                <a:gd name="T34" fmla="*/ 5976 w 13824"/>
                <a:gd name="T35" fmla="*/ 12030 h 13824"/>
                <a:gd name="T36" fmla="*/ 5099 w 13824"/>
                <a:gd name="T37" fmla="*/ 13824 h 13824"/>
                <a:gd name="T38" fmla="*/ 4601 w 13824"/>
                <a:gd name="T39" fmla="*/ 13824 h 13824"/>
                <a:gd name="T40" fmla="*/ 8725 w 13824"/>
                <a:gd name="T41" fmla="*/ 1794 h 13824"/>
                <a:gd name="T42" fmla="*/ 7848 w 13824"/>
                <a:gd name="T43" fmla="*/ 0 h 13824"/>
                <a:gd name="T44" fmla="*/ 7848 w 13824"/>
                <a:gd name="T45" fmla="*/ 1794 h 13824"/>
                <a:gd name="T46" fmla="*/ 5976 w 13824"/>
                <a:gd name="T47" fmla="*/ 0 h 13824"/>
                <a:gd name="T48" fmla="*/ 6473 w 13824"/>
                <a:gd name="T49" fmla="*/ 0 h 13824"/>
                <a:gd name="T50" fmla="*/ 4601 w 13824"/>
                <a:gd name="T51" fmla="*/ 1794 h 13824"/>
                <a:gd name="T52" fmla="*/ 9915 w 13824"/>
                <a:gd name="T53" fmla="*/ 4621 h 13824"/>
                <a:gd name="T54" fmla="*/ 9915 w 13824"/>
                <a:gd name="T55" fmla="*/ 5118 h 13824"/>
                <a:gd name="T56" fmla="*/ 10490 w 13824"/>
                <a:gd name="T57" fmla="*/ 6435 h 13824"/>
                <a:gd name="T58" fmla="*/ 10490 w 13824"/>
                <a:gd name="T59" fmla="*/ 7262 h 13824"/>
                <a:gd name="T60" fmla="*/ 9915 w 13824"/>
                <a:gd name="T61" fmla="*/ 8579 h 13824"/>
                <a:gd name="T62" fmla="*/ 9915 w 13824"/>
                <a:gd name="T63" fmla="*/ 9076 h 13824"/>
                <a:gd name="T64" fmla="*/ 9173 w 13824"/>
                <a:gd name="T65" fmla="*/ 10392 h 13824"/>
                <a:gd name="T66" fmla="*/ 7848 w 13824"/>
                <a:gd name="T67" fmla="*/ 9817 h 13824"/>
                <a:gd name="T68" fmla="*/ 7351 w 13824"/>
                <a:gd name="T69" fmla="*/ 9817 h 13824"/>
                <a:gd name="T70" fmla="*/ 6035 w 13824"/>
                <a:gd name="T71" fmla="*/ 10392 h 13824"/>
                <a:gd name="T72" fmla="*/ 5216 w 13824"/>
                <a:gd name="T73" fmla="*/ 10392 h 13824"/>
                <a:gd name="T74" fmla="*/ 3977 w 13824"/>
                <a:gd name="T75" fmla="*/ 9817 h 13824"/>
                <a:gd name="T76" fmla="*/ 3402 w 13824"/>
                <a:gd name="T77" fmla="*/ 8579 h 13824"/>
                <a:gd name="T78" fmla="*/ 3402 w 13824"/>
                <a:gd name="T79" fmla="*/ 7761 h 13824"/>
                <a:gd name="T80" fmla="*/ 3977 w 13824"/>
                <a:gd name="T81" fmla="*/ 6435 h 13824"/>
                <a:gd name="T82" fmla="*/ 3977 w 13824"/>
                <a:gd name="T83" fmla="*/ 5947 h 13824"/>
                <a:gd name="T84" fmla="*/ 3402 w 13824"/>
                <a:gd name="T85" fmla="*/ 4621 h 13824"/>
                <a:gd name="T86" fmla="*/ 4719 w 13824"/>
                <a:gd name="T87" fmla="*/ 3880 h 13824"/>
                <a:gd name="T88" fmla="*/ 5216 w 13824"/>
                <a:gd name="T89" fmla="*/ 3880 h 13824"/>
                <a:gd name="T90" fmla="*/ 6532 w 13824"/>
                <a:gd name="T91" fmla="*/ 3305 h 13824"/>
                <a:gd name="T92" fmla="*/ 7351 w 13824"/>
                <a:gd name="T93" fmla="*/ 3305 h 13824"/>
                <a:gd name="T94" fmla="*/ 8676 w 13824"/>
                <a:gd name="T95" fmla="*/ 3880 h 13824"/>
                <a:gd name="T96" fmla="*/ 9173 w 13824"/>
                <a:gd name="T97" fmla="*/ 3880 h 13824"/>
                <a:gd name="T98" fmla="*/ 9255 w 13824"/>
                <a:gd name="T99" fmla="*/ 4539 h 13824"/>
                <a:gd name="T100" fmla="*/ 9255 w 13824"/>
                <a:gd name="T101" fmla="*/ 9158 h 13824"/>
                <a:gd name="T102" fmla="*/ 3149 w 13824"/>
                <a:gd name="T103" fmla="*/ 11631 h 13824"/>
                <a:gd name="T104" fmla="*/ 2164 w 13824"/>
                <a:gd name="T105" fmla="*/ 11631 h 13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824" h="13824">
                  <a:moveTo>
                    <a:pt x="0" y="8716"/>
                  </a:moveTo>
                  <a:lnTo>
                    <a:pt x="1794" y="8716"/>
                  </a:lnTo>
                  <a:lnTo>
                    <a:pt x="1794" y="9213"/>
                  </a:lnTo>
                  <a:lnTo>
                    <a:pt x="0" y="9213"/>
                  </a:lnTo>
                  <a:lnTo>
                    <a:pt x="0" y="8716"/>
                  </a:lnTo>
                  <a:close/>
                  <a:moveTo>
                    <a:pt x="0" y="7838"/>
                  </a:moveTo>
                  <a:lnTo>
                    <a:pt x="1794" y="7838"/>
                  </a:lnTo>
                  <a:lnTo>
                    <a:pt x="1794" y="7341"/>
                  </a:lnTo>
                  <a:lnTo>
                    <a:pt x="0" y="7341"/>
                  </a:lnTo>
                  <a:lnTo>
                    <a:pt x="0" y="7838"/>
                  </a:lnTo>
                  <a:close/>
                  <a:moveTo>
                    <a:pt x="0" y="6463"/>
                  </a:moveTo>
                  <a:lnTo>
                    <a:pt x="1794" y="6463"/>
                  </a:lnTo>
                  <a:lnTo>
                    <a:pt x="1794" y="5966"/>
                  </a:lnTo>
                  <a:lnTo>
                    <a:pt x="0" y="5966"/>
                  </a:lnTo>
                  <a:lnTo>
                    <a:pt x="0" y="6463"/>
                  </a:lnTo>
                  <a:close/>
                  <a:moveTo>
                    <a:pt x="0" y="5089"/>
                  </a:moveTo>
                  <a:lnTo>
                    <a:pt x="1794" y="5089"/>
                  </a:lnTo>
                  <a:lnTo>
                    <a:pt x="1794" y="4592"/>
                  </a:lnTo>
                  <a:lnTo>
                    <a:pt x="0" y="4592"/>
                  </a:lnTo>
                  <a:lnTo>
                    <a:pt x="0" y="5089"/>
                  </a:lnTo>
                  <a:close/>
                  <a:moveTo>
                    <a:pt x="12030" y="9213"/>
                  </a:moveTo>
                  <a:lnTo>
                    <a:pt x="13824" y="9213"/>
                  </a:lnTo>
                  <a:lnTo>
                    <a:pt x="13824" y="8716"/>
                  </a:lnTo>
                  <a:lnTo>
                    <a:pt x="12030" y="8716"/>
                  </a:lnTo>
                  <a:lnTo>
                    <a:pt x="12030" y="9213"/>
                  </a:lnTo>
                  <a:close/>
                  <a:moveTo>
                    <a:pt x="12030" y="7838"/>
                  </a:moveTo>
                  <a:lnTo>
                    <a:pt x="13824" y="7838"/>
                  </a:lnTo>
                  <a:lnTo>
                    <a:pt x="13824" y="7341"/>
                  </a:lnTo>
                  <a:lnTo>
                    <a:pt x="12030" y="7341"/>
                  </a:lnTo>
                  <a:lnTo>
                    <a:pt x="12030" y="7838"/>
                  </a:lnTo>
                  <a:close/>
                  <a:moveTo>
                    <a:pt x="12030" y="6463"/>
                  </a:moveTo>
                  <a:lnTo>
                    <a:pt x="13824" y="6463"/>
                  </a:lnTo>
                  <a:lnTo>
                    <a:pt x="13824" y="5966"/>
                  </a:lnTo>
                  <a:lnTo>
                    <a:pt x="12030" y="5966"/>
                  </a:lnTo>
                  <a:lnTo>
                    <a:pt x="12030" y="6463"/>
                  </a:lnTo>
                  <a:close/>
                  <a:moveTo>
                    <a:pt x="12030" y="4592"/>
                  </a:moveTo>
                  <a:lnTo>
                    <a:pt x="12030" y="5089"/>
                  </a:lnTo>
                  <a:lnTo>
                    <a:pt x="13824" y="5089"/>
                  </a:lnTo>
                  <a:lnTo>
                    <a:pt x="13824" y="4592"/>
                  </a:lnTo>
                  <a:lnTo>
                    <a:pt x="12030" y="4592"/>
                  </a:lnTo>
                  <a:close/>
                  <a:moveTo>
                    <a:pt x="8725" y="13824"/>
                  </a:moveTo>
                  <a:lnTo>
                    <a:pt x="9223" y="13824"/>
                  </a:lnTo>
                  <a:lnTo>
                    <a:pt x="9223" y="12030"/>
                  </a:lnTo>
                  <a:lnTo>
                    <a:pt x="8725" y="12030"/>
                  </a:lnTo>
                  <a:lnTo>
                    <a:pt x="8725" y="13824"/>
                  </a:lnTo>
                  <a:close/>
                  <a:moveTo>
                    <a:pt x="7351" y="13824"/>
                  </a:moveTo>
                  <a:lnTo>
                    <a:pt x="7848" y="13824"/>
                  </a:lnTo>
                  <a:lnTo>
                    <a:pt x="7848" y="12030"/>
                  </a:lnTo>
                  <a:lnTo>
                    <a:pt x="7351" y="12030"/>
                  </a:lnTo>
                  <a:lnTo>
                    <a:pt x="7351" y="13824"/>
                  </a:lnTo>
                  <a:close/>
                  <a:moveTo>
                    <a:pt x="5976" y="13824"/>
                  </a:moveTo>
                  <a:lnTo>
                    <a:pt x="6473" y="13824"/>
                  </a:lnTo>
                  <a:lnTo>
                    <a:pt x="6473" y="12030"/>
                  </a:lnTo>
                  <a:lnTo>
                    <a:pt x="5976" y="12030"/>
                  </a:lnTo>
                  <a:lnTo>
                    <a:pt x="5976" y="13824"/>
                  </a:lnTo>
                  <a:close/>
                  <a:moveTo>
                    <a:pt x="4601" y="13824"/>
                  </a:moveTo>
                  <a:lnTo>
                    <a:pt x="5099" y="13824"/>
                  </a:lnTo>
                  <a:lnTo>
                    <a:pt x="5099" y="12030"/>
                  </a:lnTo>
                  <a:lnTo>
                    <a:pt x="4601" y="12030"/>
                  </a:lnTo>
                  <a:lnTo>
                    <a:pt x="4601" y="13824"/>
                  </a:lnTo>
                  <a:close/>
                  <a:moveTo>
                    <a:pt x="9223" y="0"/>
                  </a:moveTo>
                  <a:lnTo>
                    <a:pt x="8725" y="0"/>
                  </a:lnTo>
                  <a:lnTo>
                    <a:pt x="8725" y="1794"/>
                  </a:lnTo>
                  <a:lnTo>
                    <a:pt x="9223" y="1794"/>
                  </a:lnTo>
                  <a:lnTo>
                    <a:pt x="9223" y="0"/>
                  </a:lnTo>
                  <a:close/>
                  <a:moveTo>
                    <a:pt x="7848" y="0"/>
                  </a:moveTo>
                  <a:lnTo>
                    <a:pt x="7351" y="0"/>
                  </a:lnTo>
                  <a:lnTo>
                    <a:pt x="7351" y="1794"/>
                  </a:lnTo>
                  <a:lnTo>
                    <a:pt x="7848" y="1794"/>
                  </a:lnTo>
                  <a:lnTo>
                    <a:pt x="7848" y="0"/>
                  </a:lnTo>
                  <a:close/>
                  <a:moveTo>
                    <a:pt x="6473" y="0"/>
                  </a:moveTo>
                  <a:lnTo>
                    <a:pt x="5976" y="0"/>
                  </a:lnTo>
                  <a:lnTo>
                    <a:pt x="5976" y="1794"/>
                  </a:lnTo>
                  <a:lnTo>
                    <a:pt x="6473" y="1794"/>
                  </a:lnTo>
                  <a:lnTo>
                    <a:pt x="6473" y="0"/>
                  </a:lnTo>
                  <a:close/>
                  <a:moveTo>
                    <a:pt x="5099" y="0"/>
                  </a:moveTo>
                  <a:lnTo>
                    <a:pt x="4601" y="0"/>
                  </a:lnTo>
                  <a:lnTo>
                    <a:pt x="4601" y="1794"/>
                  </a:lnTo>
                  <a:lnTo>
                    <a:pt x="5099" y="1794"/>
                  </a:lnTo>
                  <a:lnTo>
                    <a:pt x="5099" y="0"/>
                  </a:lnTo>
                  <a:close/>
                  <a:moveTo>
                    <a:pt x="9915" y="4621"/>
                  </a:moveTo>
                  <a:lnTo>
                    <a:pt x="10490" y="4621"/>
                  </a:lnTo>
                  <a:lnTo>
                    <a:pt x="10490" y="5118"/>
                  </a:lnTo>
                  <a:lnTo>
                    <a:pt x="9915" y="5118"/>
                  </a:lnTo>
                  <a:lnTo>
                    <a:pt x="9915" y="5947"/>
                  </a:lnTo>
                  <a:lnTo>
                    <a:pt x="10490" y="5947"/>
                  </a:lnTo>
                  <a:lnTo>
                    <a:pt x="10490" y="6435"/>
                  </a:lnTo>
                  <a:lnTo>
                    <a:pt x="9915" y="6435"/>
                  </a:lnTo>
                  <a:lnTo>
                    <a:pt x="9915" y="7262"/>
                  </a:lnTo>
                  <a:lnTo>
                    <a:pt x="10490" y="7262"/>
                  </a:lnTo>
                  <a:lnTo>
                    <a:pt x="10490" y="7761"/>
                  </a:lnTo>
                  <a:lnTo>
                    <a:pt x="9915" y="7761"/>
                  </a:lnTo>
                  <a:lnTo>
                    <a:pt x="9915" y="8579"/>
                  </a:lnTo>
                  <a:lnTo>
                    <a:pt x="10490" y="8579"/>
                  </a:lnTo>
                  <a:lnTo>
                    <a:pt x="10490" y="9076"/>
                  </a:lnTo>
                  <a:lnTo>
                    <a:pt x="9915" y="9076"/>
                  </a:lnTo>
                  <a:lnTo>
                    <a:pt x="9915" y="9817"/>
                  </a:lnTo>
                  <a:lnTo>
                    <a:pt x="9173" y="9817"/>
                  </a:lnTo>
                  <a:lnTo>
                    <a:pt x="9173" y="10392"/>
                  </a:lnTo>
                  <a:lnTo>
                    <a:pt x="8676" y="10392"/>
                  </a:lnTo>
                  <a:lnTo>
                    <a:pt x="8676" y="9817"/>
                  </a:lnTo>
                  <a:lnTo>
                    <a:pt x="7848" y="9817"/>
                  </a:lnTo>
                  <a:lnTo>
                    <a:pt x="7848" y="10392"/>
                  </a:lnTo>
                  <a:lnTo>
                    <a:pt x="7351" y="10392"/>
                  </a:lnTo>
                  <a:lnTo>
                    <a:pt x="7351" y="9817"/>
                  </a:lnTo>
                  <a:lnTo>
                    <a:pt x="6532" y="9817"/>
                  </a:lnTo>
                  <a:lnTo>
                    <a:pt x="6532" y="10392"/>
                  </a:lnTo>
                  <a:lnTo>
                    <a:pt x="6035" y="10392"/>
                  </a:lnTo>
                  <a:lnTo>
                    <a:pt x="6035" y="9817"/>
                  </a:lnTo>
                  <a:lnTo>
                    <a:pt x="5216" y="9817"/>
                  </a:lnTo>
                  <a:lnTo>
                    <a:pt x="5216" y="10392"/>
                  </a:lnTo>
                  <a:lnTo>
                    <a:pt x="4719" y="10392"/>
                  </a:lnTo>
                  <a:lnTo>
                    <a:pt x="4719" y="9817"/>
                  </a:lnTo>
                  <a:lnTo>
                    <a:pt x="3977" y="9817"/>
                  </a:lnTo>
                  <a:lnTo>
                    <a:pt x="3977" y="9076"/>
                  </a:lnTo>
                  <a:lnTo>
                    <a:pt x="3402" y="9076"/>
                  </a:lnTo>
                  <a:lnTo>
                    <a:pt x="3402" y="8579"/>
                  </a:lnTo>
                  <a:lnTo>
                    <a:pt x="3977" y="8579"/>
                  </a:lnTo>
                  <a:lnTo>
                    <a:pt x="3977" y="7761"/>
                  </a:lnTo>
                  <a:lnTo>
                    <a:pt x="3402" y="7761"/>
                  </a:lnTo>
                  <a:lnTo>
                    <a:pt x="3402" y="7262"/>
                  </a:lnTo>
                  <a:lnTo>
                    <a:pt x="3977" y="7262"/>
                  </a:lnTo>
                  <a:lnTo>
                    <a:pt x="3977" y="6435"/>
                  </a:lnTo>
                  <a:lnTo>
                    <a:pt x="3402" y="6435"/>
                  </a:lnTo>
                  <a:lnTo>
                    <a:pt x="3402" y="5947"/>
                  </a:lnTo>
                  <a:lnTo>
                    <a:pt x="3977" y="5947"/>
                  </a:lnTo>
                  <a:lnTo>
                    <a:pt x="3977" y="5118"/>
                  </a:lnTo>
                  <a:lnTo>
                    <a:pt x="3402" y="5118"/>
                  </a:lnTo>
                  <a:lnTo>
                    <a:pt x="3402" y="4621"/>
                  </a:lnTo>
                  <a:lnTo>
                    <a:pt x="3977" y="4621"/>
                  </a:lnTo>
                  <a:lnTo>
                    <a:pt x="3977" y="3880"/>
                  </a:lnTo>
                  <a:lnTo>
                    <a:pt x="4719" y="3880"/>
                  </a:lnTo>
                  <a:lnTo>
                    <a:pt x="4719" y="3305"/>
                  </a:lnTo>
                  <a:lnTo>
                    <a:pt x="5216" y="3305"/>
                  </a:lnTo>
                  <a:lnTo>
                    <a:pt x="5216" y="3880"/>
                  </a:lnTo>
                  <a:lnTo>
                    <a:pt x="6035" y="3880"/>
                  </a:lnTo>
                  <a:lnTo>
                    <a:pt x="6035" y="3305"/>
                  </a:lnTo>
                  <a:lnTo>
                    <a:pt x="6532" y="3305"/>
                  </a:lnTo>
                  <a:lnTo>
                    <a:pt x="6532" y="3880"/>
                  </a:lnTo>
                  <a:lnTo>
                    <a:pt x="7351" y="3880"/>
                  </a:lnTo>
                  <a:lnTo>
                    <a:pt x="7351" y="3305"/>
                  </a:lnTo>
                  <a:lnTo>
                    <a:pt x="7848" y="3305"/>
                  </a:lnTo>
                  <a:lnTo>
                    <a:pt x="7848" y="3880"/>
                  </a:lnTo>
                  <a:lnTo>
                    <a:pt x="8676" y="3880"/>
                  </a:lnTo>
                  <a:lnTo>
                    <a:pt x="8676" y="3305"/>
                  </a:lnTo>
                  <a:lnTo>
                    <a:pt x="9173" y="3305"/>
                  </a:lnTo>
                  <a:lnTo>
                    <a:pt x="9173" y="3880"/>
                  </a:lnTo>
                  <a:lnTo>
                    <a:pt x="9915" y="3880"/>
                  </a:lnTo>
                  <a:lnTo>
                    <a:pt x="9915" y="4621"/>
                  </a:lnTo>
                  <a:close/>
                  <a:moveTo>
                    <a:pt x="9255" y="4539"/>
                  </a:moveTo>
                  <a:lnTo>
                    <a:pt x="4637" y="4539"/>
                  </a:lnTo>
                  <a:lnTo>
                    <a:pt x="4637" y="9158"/>
                  </a:lnTo>
                  <a:lnTo>
                    <a:pt x="9255" y="9158"/>
                  </a:lnTo>
                  <a:lnTo>
                    <a:pt x="9255" y="4539"/>
                  </a:lnTo>
                  <a:close/>
                  <a:moveTo>
                    <a:pt x="2164" y="11631"/>
                  </a:moveTo>
                  <a:lnTo>
                    <a:pt x="3149" y="11631"/>
                  </a:lnTo>
                  <a:lnTo>
                    <a:pt x="3149" y="10646"/>
                  </a:lnTo>
                  <a:lnTo>
                    <a:pt x="2164" y="10646"/>
                  </a:lnTo>
                  <a:lnTo>
                    <a:pt x="2164" y="1163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11">
              <a:extLst>
                <a:ext uri="{FF2B5EF4-FFF2-40B4-BE49-F238E27FC236}">
                  <a16:creationId xmlns:a16="http://schemas.microsoft.com/office/drawing/2014/main" id="{9272F446-9AE4-1E0E-A522-1FE493494CA7}"/>
                </a:ext>
                <a:ext uri="{C183D7F6-B498-43B3-948B-1728B52AA6E4}">
                  <adec:decorative xmlns:adec="http://schemas.microsoft.com/office/drawing/2017/decorative" val="1"/>
                </a:ext>
              </a:extLst>
            </p:cNvPr>
            <p:cNvSpPr>
              <a:spLocks noEditPoints="1"/>
            </p:cNvSpPr>
            <p:nvPr/>
          </p:nvSpPr>
          <p:spPr bwMode="auto">
            <a:xfrm>
              <a:off x="4706" y="1380"/>
              <a:ext cx="1539" cy="1539"/>
            </a:xfrm>
            <a:custGeom>
              <a:avLst/>
              <a:gdLst>
                <a:gd name="T0" fmla="*/ 4338 w 9233"/>
                <a:gd name="T1" fmla="*/ 3538 h 9232"/>
                <a:gd name="T2" fmla="*/ 3580 w 9233"/>
                <a:gd name="T3" fmla="*/ 5279 h 9232"/>
                <a:gd name="T4" fmla="*/ 3732 w 9233"/>
                <a:gd name="T5" fmla="*/ 4914 h 9232"/>
                <a:gd name="T6" fmla="*/ 5531 w 9233"/>
                <a:gd name="T7" fmla="*/ 5858 h 9232"/>
                <a:gd name="T8" fmla="*/ 9233 w 9233"/>
                <a:gd name="T9" fmla="*/ 660 h 9232"/>
                <a:gd name="T10" fmla="*/ 9230 w 9233"/>
                <a:gd name="T11" fmla="*/ 8137 h 9232"/>
                <a:gd name="T12" fmla="*/ 9219 w 9233"/>
                <a:gd name="T13" fmla="*/ 8253 h 9232"/>
                <a:gd name="T14" fmla="*/ 9196 w 9233"/>
                <a:gd name="T15" fmla="*/ 8366 h 9232"/>
                <a:gd name="T16" fmla="*/ 9162 w 9233"/>
                <a:gd name="T17" fmla="*/ 8474 h 9232"/>
                <a:gd name="T18" fmla="*/ 9118 w 9233"/>
                <a:gd name="T19" fmla="*/ 8578 h 9232"/>
                <a:gd name="T20" fmla="*/ 9065 w 9233"/>
                <a:gd name="T21" fmla="*/ 8676 h 9232"/>
                <a:gd name="T22" fmla="*/ 9002 w 9233"/>
                <a:gd name="T23" fmla="*/ 8768 h 9232"/>
                <a:gd name="T24" fmla="*/ 8894 w 9233"/>
                <a:gd name="T25" fmla="*/ 8893 h 9232"/>
                <a:gd name="T26" fmla="*/ 8769 w 9233"/>
                <a:gd name="T27" fmla="*/ 9002 h 9232"/>
                <a:gd name="T28" fmla="*/ 8676 w 9233"/>
                <a:gd name="T29" fmla="*/ 9064 h 9232"/>
                <a:gd name="T30" fmla="*/ 8578 w 9233"/>
                <a:gd name="T31" fmla="*/ 9118 h 9232"/>
                <a:gd name="T32" fmla="*/ 8474 w 9233"/>
                <a:gd name="T33" fmla="*/ 9162 h 9232"/>
                <a:gd name="T34" fmla="*/ 8366 w 9233"/>
                <a:gd name="T35" fmla="*/ 9195 h 9232"/>
                <a:gd name="T36" fmla="*/ 8254 w 9233"/>
                <a:gd name="T37" fmla="*/ 9218 h 9232"/>
                <a:gd name="T38" fmla="*/ 8137 w 9233"/>
                <a:gd name="T39" fmla="*/ 9230 h 9232"/>
                <a:gd name="T40" fmla="*/ 7877 w 9233"/>
                <a:gd name="T41" fmla="*/ 9232 h 9232"/>
                <a:gd name="T42" fmla="*/ 4387 w 9233"/>
                <a:gd name="T43" fmla="*/ 8574 h 9232"/>
                <a:gd name="T44" fmla="*/ 8128 w 9233"/>
                <a:gd name="T45" fmla="*/ 8571 h 9232"/>
                <a:gd name="T46" fmla="*/ 8225 w 9233"/>
                <a:gd name="T47" fmla="*/ 8552 h 9232"/>
                <a:gd name="T48" fmla="*/ 8315 w 9233"/>
                <a:gd name="T49" fmla="*/ 8514 h 9232"/>
                <a:gd name="T50" fmla="*/ 8393 w 9233"/>
                <a:gd name="T51" fmla="*/ 8460 h 9232"/>
                <a:gd name="T52" fmla="*/ 8460 w 9233"/>
                <a:gd name="T53" fmla="*/ 8394 h 9232"/>
                <a:gd name="T54" fmla="*/ 8513 w 9233"/>
                <a:gd name="T55" fmla="*/ 8315 h 9232"/>
                <a:gd name="T56" fmla="*/ 8550 w 9233"/>
                <a:gd name="T57" fmla="*/ 8225 h 9232"/>
                <a:gd name="T58" fmla="*/ 8570 w 9233"/>
                <a:gd name="T59" fmla="*/ 8129 h 9232"/>
                <a:gd name="T60" fmla="*/ 8574 w 9233"/>
                <a:gd name="T61" fmla="*/ 659 h 9232"/>
                <a:gd name="T62" fmla="*/ 1104 w 9233"/>
                <a:gd name="T63" fmla="*/ 661 h 9232"/>
                <a:gd name="T64" fmla="*/ 1008 w 9233"/>
                <a:gd name="T65" fmla="*/ 681 h 9232"/>
                <a:gd name="T66" fmla="*/ 919 w 9233"/>
                <a:gd name="T67" fmla="*/ 718 h 9232"/>
                <a:gd name="T68" fmla="*/ 839 w 9233"/>
                <a:gd name="T69" fmla="*/ 771 h 9232"/>
                <a:gd name="T70" fmla="*/ 773 w 9233"/>
                <a:gd name="T71" fmla="*/ 838 h 9232"/>
                <a:gd name="T72" fmla="*/ 719 w 9233"/>
                <a:gd name="T73" fmla="*/ 918 h 9232"/>
                <a:gd name="T74" fmla="*/ 682 w 9233"/>
                <a:gd name="T75" fmla="*/ 1006 h 9232"/>
                <a:gd name="T76" fmla="*/ 662 w 9233"/>
                <a:gd name="T77" fmla="*/ 1103 h 9232"/>
                <a:gd name="T78" fmla="*/ 653 w 9233"/>
                <a:gd name="T79" fmla="*/ 4536 h 9232"/>
                <a:gd name="T80" fmla="*/ 0 w 9233"/>
                <a:gd name="T81" fmla="*/ 2144 h 9232"/>
                <a:gd name="T82" fmla="*/ 2 w 9233"/>
                <a:gd name="T83" fmla="*/ 1094 h 9232"/>
                <a:gd name="T84" fmla="*/ 13 w 9233"/>
                <a:gd name="T85" fmla="*/ 978 h 9232"/>
                <a:gd name="T86" fmla="*/ 36 w 9233"/>
                <a:gd name="T87" fmla="*/ 865 h 9232"/>
                <a:gd name="T88" fmla="*/ 70 w 9233"/>
                <a:gd name="T89" fmla="*/ 757 h 9232"/>
                <a:gd name="T90" fmla="*/ 114 w 9233"/>
                <a:gd name="T91" fmla="*/ 653 h 9232"/>
                <a:gd name="T92" fmla="*/ 167 w 9233"/>
                <a:gd name="T93" fmla="*/ 555 h 9232"/>
                <a:gd name="T94" fmla="*/ 229 w 9233"/>
                <a:gd name="T95" fmla="*/ 464 h 9232"/>
                <a:gd name="T96" fmla="*/ 338 w 9233"/>
                <a:gd name="T97" fmla="*/ 338 h 9232"/>
                <a:gd name="T98" fmla="*/ 464 w 9233"/>
                <a:gd name="T99" fmla="*/ 229 h 9232"/>
                <a:gd name="T100" fmla="*/ 556 w 9233"/>
                <a:gd name="T101" fmla="*/ 167 h 9232"/>
                <a:gd name="T102" fmla="*/ 654 w 9233"/>
                <a:gd name="T103" fmla="*/ 113 h 9232"/>
                <a:gd name="T104" fmla="*/ 758 w 9233"/>
                <a:gd name="T105" fmla="*/ 69 h 9232"/>
                <a:gd name="T106" fmla="*/ 866 w 9233"/>
                <a:gd name="T107" fmla="*/ 36 h 9232"/>
                <a:gd name="T108" fmla="*/ 978 w 9233"/>
                <a:gd name="T109" fmla="*/ 13 h 9232"/>
                <a:gd name="T110" fmla="*/ 1095 w 9233"/>
                <a:gd name="T111" fmla="*/ 1 h 9232"/>
                <a:gd name="T112" fmla="*/ 9233 w 9233"/>
                <a:gd name="T113" fmla="*/ 0 h 9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33" h="9232">
                  <a:moveTo>
                    <a:pt x="4644" y="5279"/>
                  </a:moveTo>
                  <a:lnTo>
                    <a:pt x="4888" y="5858"/>
                  </a:lnTo>
                  <a:lnTo>
                    <a:pt x="5332" y="5858"/>
                  </a:lnTo>
                  <a:lnTo>
                    <a:pt x="4338" y="3538"/>
                  </a:lnTo>
                  <a:lnTo>
                    <a:pt x="3900" y="3538"/>
                  </a:lnTo>
                  <a:lnTo>
                    <a:pt x="2905" y="5858"/>
                  </a:lnTo>
                  <a:lnTo>
                    <a:pt x="3340" y="5858"/>
                  </a:lnTo>
                  <a:lnTo>
                    <a:pt x="3580" y="5279"/>
                  </a:lnTo>
                  <a:lnTo>
                    <a:pt x="4644" y="5279"/>
                  </a:lnTo>
                  <a:close/>
                  <a:moveTo>
                    <a:pt x="4114" y="4002"/>
                  </a:moveTo>
                  <a:lnTo>
                    <a:pt x="4493" y="4914"/>
                  </a:lnTo>
                  <a:lnTo>
                    <a:pt x="3732" y="4914"/>
                  </a:lnTo>
                  <a:lnTo>
                    <a:pt x="4114" y="4002"/>
                  </a:lnTo>
                  <a:close/>
                  <a:moveTo>
                    <a:pt x="5924" y="3537"/>
                  </a:moveTo>
                  <a:lnTo>
                    <a:pt x="5924" y="5858"/>
                  </a:lnTo>
                  <a:lnTo>
                    <a:pt x="5531" y="5858"/>
                  </a:lnTo>
                  <a:lnTo>
                    <a:pt x="5531" y="3537"/>
                  </a:lnTo>
                  <a:lnTo>
                    <a:pt x="5924" y="3537"/>
                  </a:lnTo>
                  <a:close/>
                  <a:moveTo>
                    <a:pt x="9233" y="0"/>
                  </a:moveTo>
                  <a:lnTo>
                    <a:pt x="9233" y="660"/>
                  </a:lnTo>
                  <a:lnTo>
                    <a:pt x="9233" y="8078"/>
                  </a:lnTo>
                  <a:lnTo>
                    <a:pt x="9233" y="8078"/>
                  </a:lnTo>
                  <a:lnTo>
                    <a:pt x="9232" y="8107"/>
                  </a:lnTo>
                  <a:lnTo>
                    <a:pt x="9230" y="8137"/>
                  </a:lnTo>
                  <a:lnTo>
                    <a:pt x="9229" y="8167"/>
                  </a:lnTo>
                  <a:lnTo>
                    <a:pt x="9226" y="8196"/>
                  </a:lnTo>
                  <a:lnTo>
                    <a:pt x="9223" y="8224"/>
                  </a:lnTo>
                  <a:lnTo>
                    <a:pt x="9219" y="8253"/>
                  </a:lnTo>
                  <a:lnTo>
                    <a:pt x="9214" y="8282"/>
                  </a:lnTo>
                  <a:lnTo>
                    <a:pt x="9208" y="8310"/>
                  </a:lnTo>
                  <a:lnTo>
                    <a:pt x="9203" y="8338"/>
                  </a:lnTo>
                  <a:lnTo>
                    <a:pt x="9196" y="8366"/>
                  </a:lnTo>
                  <a:lnTo>
                    <a:pt x="9189" y="8393"/>
                  </a:lnTo>
                  <a:lnTo>
                    <a:pt x="9181" y="8420"/>
                  </a:lnTo>
                  <a:lnTo>
                    <a:pt x="9172" y="8448"/>
                  </a:lnTo>
                  <a:lnTo>
                    <a:pt x="9162" y="8474"/>
                  </a:lnTo>
                  <a:lnTo>
                    <a:pt x="9152" y="8501"/>
                  </a:lnTo>
                  <a:lnTo>
                    <a:pt x="9141" y="8526"/>
                  </a:lnTo>
                  <a:lnTo>
                    <a:pt x="9130" y="8553"/>
                  </a:lnTo>
                  <a:lnTo>
                    <a:pt x="9118" y="8578"/>
                  </a:lnTo>
                  <a:lnTo>
                    <a:pt x="9106" y="8602"/>
                  </a:lnTo>
                  <a:lnTo>
                    <a:pt x="9093" y="8628"/>
                  </a:lnTo>
                  <a:lnTo>
                    <a:pt x="9079" y="8652"/>
                  </a:lnTo>
                  <a:lnTo>
                    <a:pt x="9065" y="8676"/>
                  </a:lnTo>
                  <a:lnTo>
                    <a:pt x="9051" y="8699"/>
                  </a:lnTo>
                  <a:lnTo>
                    <a:pt x="9035" y="8722"/>
                  </a:lnTo>
                  <a:lnTo>
                    <a:pt x="9019" y="8746"/>
                  </a:lnTo>
                  <a:lnTo>
                    <a:pt x="9002" y="8768"/>
                  </a:lnTo>
                  <a:lnTo>
                    <a:pt x="8986" y="8790"/>
                  </a:lnTo>
                  <a:lnTo>
                    <a:pt x="8968" y="8812"/>
                  </a:lnTo>
                  <a:lnTo>
                    <a:pt x="8932" y="8854"/>
                  </a:lnTo>
                  <a:lnTo>
                    <a:pt x="8894" y="8893"/>
                  </a:lnTo>
                  <a:lnTo>
                    <a:pt x="8854" y="8932"/>
                  </a:lnTo>
                  <a:lnTo>
                    <a:pt x="8812" y="8968"/>
                  </a:lnTo>
                  <a:lnTo>
                    <a:pt x="8791" y="8986"/>
                  </a:lnTo>
                  <a:lnTo>
                    <a:pt x="8769" y="9002"/>
                  </a:lnTo>
                  <a:lnTo>
                    <a:pt x="8746" y="9019"/>
                  </a:lnTo>
                  <a:lnTo>
                    <a:pt x="8723" y="9034"/>
                  </a:lnTo>
                  <a:lnTo>
                    <a:pt x="8700" y="9050"/>
                  </a:lnTo>
                  <a:lnTo>
                    <a:pt x="8676" y="9064"/>
                  </a:lnTo>
                  <a:lnTo>
                    <a:pt x="8652" y="9078"/>
                  </a:lnTo>
                  <a:lnTo>
                    <a:pt x="8628" y="9093"/>
                  </a:lnTo>
                  <a:lnTo>
                    <a:pt x="8603" y="9106"/>
                  </a:lnTo>
                  <a:lnTo>
                    <a:pt x="8578" y="9118"/>
                  </a:lnTo>
                  <a:lnTo>
                    <a:pt x="8553" y="9130"/>
                  </a:lnTo>
                  <a:lnTo>
                    <a:pt x="8527" y="9141"/>
                  </a:lnTo>
                  <a:lnTo>
                    <a:pt x="8501" y="9151"/>
                  </a:lnTo>
                  <a:lnTo>
                    <a:pt x="8474" y="9162"/>
                  </a:lnTo>
                  <a:lnTo>
                    <a:pt x="8448" y="9171"/>
                  </a:lnTo>
                  <a:lnTo>
                    <a:pt x="8422" y="9180"/>
                  </a:lnTo>
                  <a:lnTo>
                    <a:pt x="8394" y="9187"/>
                  </a:lnTo>
                  <a:lnTo>
                    <a:pt x="8366" y="9195"/>
                  </a:lnTo>
                  <a:lnTo>
                    <a:pt x="8339" y="9202"/>
                  </a:lnTo>
                  <a:lnTo>
                    <a:pt x="8310" y="9208"/>
                  </a:lnTo>
                  <a:lnTo>
                    <a:pt x="8283" y="9214"/>
                  </a:lnTo>
                  <a:lnTo>
                    <a:pt x="8254" y="9218"/>
                  </a:lnTo>
                  <a:lnTo>
                    <a:pt x="8225" y="9223"/>
                  </a:lnTo>
                  <a:lnTo>
                    <a:pt x="8196" y="9226"/>
                  </a:lnTo>
                  <a:lnTo>
                    <a:pt x="8167" y="9228"/>
                  </a:lnTo>
                  <a:lnTo>
                    <a:pt x="8137" y="9230"/>
                  </a:lnTo>
                  <a:lnTo>
                    <a:pt x="8107" y="9232"/>
                  </a:lnTo>
                  <a:lnTo>
                    <a:pt x="8078" y="9232"/>
                  </a:lnTo>
                  <a:lnTo>
                    <a:pt x="7877" y="9232"/>
                  </a:lnTo>
                  <a:lnTo>
                    <a:pt x="7877" y="9232"/>
                  </a:lnTo>
                  <a:lnTo>
                    <a:pt x="1335" y="9232"/>
                  </a:lnTo>
                  <a:lnTo>
                    <a:pt x="1335" y="8578"/>
                  </a:lnTo>
                  <a:lnTo>
                    <a:pt x="4387" y="8578"/>
                  </a:lnTo>
                  <a:lnTo>
                    <a:pt x="4387" y="8574"/>
                  </a:lnTo>
                  <a:lnTo>
                    <a:pt x="8078" y="8574"/>
                  </a:lnTo>
                  <a:lnTo>
                    <a:pt x="8078" y="8574"/>
                  </a:lnTo>
                  <a:lnTo>
                    <a:pt x="8104" y="8573"/>
                  </a:lnTo>
                  <a:lnTo>
                    <a:pt x="8128" y="8571"/>
                  </a:lnTo>
                  <a:lnTo>
                    <a:pt x="8154" y="8568"/>
                  </a:lnTo>
                  <a:lnTo>
                    <a:pt x="8178" y="8564"/>
                  </a:lnTo>
                  <a:lnTo>
                    <a:pt x="8202" y="8558"/>
                  </a:lnTo>
                  <a:lnTo>
                    <a:pt x="8225" y="8552"/>
                  </a:lnTo>
                  <a:lnTo>
                    <a:pt x="8248" y="8544"/>
                  </a:lnTo>
                  <a:lnTo>
                    <a:pt x="8271" y="8535"/>
                  </a:lnTo>
                  <a:lnTo>
                    <a:pt x="8293" y="8525"/>
                  </a:lnTo>
                  <a:lnTo>
                    <a:pt x="8315" y="8514"/>
                  </a:lnTo>
                  <a:lnTo>
                    <a:pt x="8334" y="8502"/>
                  </a:lnTo>
                  <a:lnTo>
                    <a:pt x="8355" y="8489"/>
                  </a:lnTo>
                  <a:lnTo>
                    <a:pt x="8374" y="8476"/>
                  </a:lnTo>
                  <a:lnTo>
                    <a:pt x="8393" y="8460"/>
                  </a:lnTo>
                  <a:lnTo>
                    <a:pt x="8412" y="8445"/>
                  </a:lnTo>
                  <a:lnTo>
                    <a:pt x="8428" y="8428"/>
                  </a:lnTo>
                  <a:lnTo>
                    <a:pt x="8445" y="8412"/>
                  </a:lnTo>
                  <a:lnTo>
                    <a:pt x="8460" y="8394"/>
                  </a:lnTo>
                  <a:lnTo>
                    <a:pt x="8474" y="8375"/>
                  </a:lnTo>
                  <a:lnTo>
                    <a:pt x="8489" y="8355"/>
                  </a:lnTo>
                  <a:lnTo>
                    <a:pt x="8502" y="8336"/>
                  </a:lnTo>
                  <a:lnTo>
                    <a:pt x="8513" y="8315"/>
                  </a:lnTo>
                  <a:lnTo>
                    <a:pt x="8524" y="8294"/>
                  </a:lnTo>
                  <a:lnTo>
                    <a:pt x="8534" y="8272"/>
                  </a:lnTo>
                  <a:lnTo>
                    <a:pt x="8543" y="8249"/>
                  </a:lnTo>
                  <a:lnTo>
                    <a:pt x="8550" y="8225"/>
                  </a:lnTo>
                  <a:lnTo>
                    <a:pt x="8557" y="8202"/>
                  </a:lnTo>
                  <a:lnTo>
                    <a:pt x="8563" y="8178"/>
                  </a:lnTo>
                  <a:lnTo>
                    <a:pt x="8567" y="8154"/>
                  </a:lnTo>
                  <a:lnTo>
                    <a:pt x="8570" y="8129"/>
                  </a:lnTo>
                  <a:lnTo>
                    <a:pt x="8572" y="8104"/>
                  </a:lnTo>
                  <a:lnTo>
                    <a:pt x="8574" y="8079"/>
                  </a:lnTo>
                  <a:lnTo>
                    <a:pt x="8574" y="660"/>
                  </a:lnTo>
                  <a:lnTo>
                    <a:pt x="8574" y="659"/>
                  </a:lnTo>
                  <a:lnTo>
                    <a:pt x="1155" y="659"/>
                  </a:lnTo>
                  <a:lnTo>
                    <a:pt x="1155" y="659"/>
                  </a:lnTo>
                  <a:lnTo>
                    <a:pt x="1129" y="659"/>
                  </a:lnTo>
                  <a:lnTo>
                    <a:pt x="1104" y="661"/>
                  </a:lnTo>
                  <a:lnTo>
                    <a:pt x="1080" y="664"/>
                  </a:lnTo>
                  <a:lnTo>
                    <a:pt x="1055" y="669"/>
                  </a:lnTo>
                  <a:lnTo>
                    <a:pt x="1031" y="674"/>
                  </a:lnTo>
                  <a:lnTo>
                    <a:pt x="1008" y="681"/>
                  </a:lnTo>
                  <a:lnTo>
                    <a:pt x="985" y="689"/>
                  </a:lnTo>
                  <a:lnTo>
                    <a:pt x="962" y="697"/>
                  </a:lnTo>
                  <a:lnTo>
                    <a:pt x="940" y="707"/>
                  </a:lnTo>
                  <a:lnTo>
                    <a:pt x="919" y="718"/>
                  </a:lnTo>
                  <a:lnTo>
                    <a:pt x="898" y="730"/>
                  </a:lnTo>
                  <a:lnTo>
                    <a:pt x="878" y="744"/>
                  </a:lnTo>
                  <a:lnTo>
                    <a:pt x="858" y="757"/>
                  </a:lnTo>
                  <a:lnTo>
                    <a:pt x="839" y="771"/>
                  </a:lnTo>
                  <a:lnTo>
                    <a:pt x="822" y="787"/>
                  </a:lnTo>
                  <a:lnTo>
                    <a:pt x="805" y="803"/>
                  </a:lnTo>
                  <a:lnTo>
                    <a:pt x="789" y="821"/>
                  </a:lnTo>
                  <a:lnTo>
                    <a:pt x="773" y="838"/>
                  </a:lnTo>
                  <a:lnTo>
                    <a:pt x="758" y="857"/>
                  </a:lnTo>
                  <a:lnTo>
                    <a:pt x="745" y="877"/>
                  </a:lnTo>
                  <a:lnTo>
                    <a:pt x="731" y="897"/>
                  </a:lnTo>
                  <a:lnTo>
                    <a:pt x="719" y="918"/>
                  </a:lnTo>
                  <a:lnTo>
                    <a:pt x="708" y="939"/>
                  </a:lnTo>
                  <a:lnTo>
                    <a:pt x="698" y="961"/>
                  </a:lnTo>
                  <a:lnTo>
                    <a:pt x="690" y="983"/>
                  </a:lnTo>
                  <a:lnTo>
                    <a:pt x="682" y="1006"/>
                  </a:lnTo>
                  <a:lnTo>
                    <a:pt x="675" y="1030"/>
                  </a:lnTo>
                  <a:lnTo>
                    <a:pt x="670" y="1053"/>
                  </a:lnTo>
                  <a:lnTo>
                    <a:pt x="665" y="1079"/>
                  </a:lnTo>
                  <a:lnTo>
                    <a:pt x="662" y="1103"/>
                  </a:lnTo>
                  <a:lnTo>
                    <a:pt x="661" y="1128"/>
                  </a:lnTo>
                  <a:lnTo>
                    <a:pt x="660" y="1154"/>
                  </a:lnTo>
                  <a:lnTo>
                    <a:pt x="660" y="4536"/>
                  </a:lnTo>
                  <a:lnTo>
                    <a:pt x="653" y="4536"/>
                  </a:lnTo>
                  <a:lnTo>
                    <a:pt x="653" y="7954"/>
                  </a:lnTo>
                  <a:lnTo>
                    <a:pt x="0" y="7954"/>
                  </a:lnTo>
                  <a:lnTo>
                    <a:pt x="0" y="4536"/>
                  </a:lnTo>
                  <a:lnTo>
                    <a:pt x="0" y="2144"/>
                  </a:lnTo>
                  <a:lnTo>
                    <a:pt x="0" y="1154"/>
                  </a:lnTo>
                  <a:lnTo>
                    <a:pt x="0" y="1154"/>
                  </a:lnTo>
                  <a:lnTo>
                    <a:pt x="1" y="1124"/>
                  </a:lnTo>
                  <a:lnTo>
                    <a:pt x="2" y="1094"/>
                  </a:lnTo>
                  <a:lnTo>
                    <a:pt x="3" y="1064"/>
                  </a:lnTo>
                  <a:lnTo>
                    <a:pt x="6" y="1036"/>
                  </a:lnTo>
                  <a:lnTo>
                    <a:pt x="10" y="1007"/>
                  </a:lnTo>
                  <a:lnTo>
                    <a:pt x="13" y="978"/>
                  </a:lnTo>
                  <a:lnTo>
                    <a:pt x="18" y="950"/>
                  </a:lnTo>
                  <a:lnTo>
                    <a:pt x="24" y="921"/>
                  </a:lnTo>
                  <a:lnTo>
                    <a:pt x="29" y="893"/>
                  </a:lnTo>
                  <a:lnTo>
                    <a:pt x="36" y="865"/>
                  </a:lnTo>
                  <a:lnTo>
                    <a:pt x="44" y="837"/>
                  </a:lnTo>
                  <a:lnTo>
                    <a:pt x="52" y="811"/>
                  </a:lnTo>
                  <a:lnTo>
                    <a:pt x="60" y="783"/>
                  </a:lnTo>
                  <a:lnTo>
                    <a:pt x="70" y="757"/>
                  </a:lnTo>
                  <a:lnTo>
                    <a:pt x="80" y="730"/>
                  </a:lnTo>
                  <a:lnTo>
                    <a:pt x="91" y="705"/>
                  </a:lnTo>
                  <a:lnTo>
                    <a:pt x="102" y="679"/>
                  </a:lnTo>
                  <a:lnTo>
                    <a:pt x="114" y="653"/>
                  </a:lnTo>
                  <a:lnTo>
                    <a:pt x="126" y="628"/>
                  </a:lnTo>
                  <a:lnTo>
                    <a:pt x="140" y="604"/>
                  </a:lnTo>
                  <a:lnTo>
                    <a:pt x="153" y="579"/>
                  </a:lnTo>
                  <a:lnTo>
                    <a:pt x="167" y="555"/>
                  </a:lnTo>
                  <a:lnTo>
                    <a:pt x="182" y="532"/>
                  </a:lnTo>
                  <a:lnTo>
                    <a:pt x="197" y="509"/>
                  </a:lnTo>
                  <a:lnTo>
                    <a:pt x="214" y="486"/>
                  </a:lnTo>
                  <a:lnTo>
                    <a:pt x="229" y="464"/>
                  </a:lnTo>
                  <a:lnTo>
                    <a:pt x="247" y="442"/>
                  </a:lnTo>
                  <a:lnTo>
                    <a:pt x="264" y="420"/>
                  </a:lnTo>
                  <a:lnTo>
                    <a:pt x="299" y="378"/>
                  </a:lnTo>
                  <a:lnTo>
                    <a:pt x="338" y="338"/>
                  </a:lnTo>
                  <a:lnTo>
                    <a:pt x="379" y="299"/>
                  </a:lnTo>
                  <a:lnTo>
                    <a:pt x="421" y="263"/>
                  </a:lnTo>
                  <a:lnTo>
                    <a:pt x="442" y="245"/>
                  </a:lnTo>
                  <a:lnTo>
                    <a:pt x="464" y="229"/>
                  </a:lnTo>
                  <a:lnTo>
                    <a:pt x="486" y="212"/>
                  </a:lnTo>
                  <a:lnTo>
                    <a:pt x="509" y="197"/>
                  </a:lnTo>
                  <a:lnTo>
                    <a:pt x="532" y="182"/>
                  </a:lnTo>
                  <a:lnTo>
                    <a:pt x="556" y="167"/>
                  </a:lnTo>
                  <a:lnTo>
                    <a:pt x="579" y="153"/>
                  </a:lnTo>
                  <a:lnTo>
                    <a:pt x="605" y="139"/>
                  </a:lnTo>
                  <a:lnTo>
                    <a:pt x="629" y="125"/>
                  </a:lnTo>
                  <a:lnTo>
                    <a:pt x="654" y="113"/>
                  </a:lnTo>
                  <a:lnTo>
                    <a:pt x="680" y="101"/>
                  </a:lnTo>
                  <a:lnTo>
                    <a:pt x="705" y="90"/>
                  </a:lnTo>
                  <a:lnTo>
                    <a:pt x="731" y="80"/>
                  </a:lnTo>
                  <a:lnTo>
                    <a:pt x="758" y="69"/>
                  </a:lnTo>
                  <a:lnTo>
                    <a:pt x="784" y="60"/>
                  </a:lnTo>
                  <a:lnTo>
                    <a:pt x="811" y="52"/>
                  </a:lnTo>
                  <a:lnTo>
                    <a:pt x="838" y="44"/>
                  </a:lnTo>
                  <a:lnTo>
                    <a:pt x="866" y="36"/>
                  </a:lnTo>
                  <a:lnTo>
                    <a:pt x="893" y="29"/>
                  </a:lnTo>
                  <a:lnTo>
                    <a:pt x="922" y="23"/>
                  </a:lnTo>
                  <a:lnTo>
                    <a:pt x="950" y="17"/>
                  </a:lnTo>
                  <a:lnTo>
                    <a:pt x="978" y="13"/>
                  </a:lnTo>
                  <a:lnTo>
                    <a:pt x="1007" y="9"/>
                  </a:lnTo>
                  <a:lnTo>
                    <a:pt x="1036" y="5"/>
                  </a:lnTo>
                  <a:lnTo>
                    <a:pt x="1065" y="3"/>
                  </a:lnTo>
                  <a:lnTo>
                    <a:pt x="1095" y="1"/>
                  </a:lnTo>
                  <a:lnTo>
                    <a:pt x="1124" y="0"/>
                  </a:lnTo>
                  <a:lnTo>
                    <a:pt x="1154" y="0"/>
                  </a:lnTo>
                  <a:lnTo>
                    <a:pt x="8574" y="0"/>
                  </a:lnTo>
                  <a:lnTo>
                    <a:pt x="923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68354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72B5BB6-A0EF-11B7-31CB-9A173F7F69FB}"/>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a:off x="0" y="0"/>
            <a:ext cx="12192000" cy="6858000"/>
          </a:xfrm>
          <a:prstGeom prst="rect">
            <a:avLst/>
          </a:prstGeom>
          <a:solidFill>
            <a:srgbClr val="00285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grpSp>
        <p:nvGrpSpPr>
          <p:cNvPr id="96" name="Group 95">
            <a:extLst>
              <a:ext uri="{FF2B5EF4-FFF2-40B4-BE49-F238E27FC236}">
                <a16:creationId xmlns:a16="http://schemas.microsoft.com/office/drawing/2014/main" id="{F8EBBDD6-9E32-473A-2DF4-EC0E7CDC4D0F}"/>
              </a:ext>
              <a:ext uri="{C183D7F6-B498-43B3-948B-1728B52AA6E4}">
                <adec:decorative xmlns:adec="http://schemas.microsoft.com/office/drawing/2017/decorative" val="1"/>
              </a:ext>
            </a:extLst>
          </p:cNvPr>
          <p:cNvGrpSpPr>
            <a:grpSpLocks noChangeAspect="1"/>
          </p:cNvGrpSpPr>
          <p:nvPr/>
        </p:nvGrpSpPr>
        <p:grpSpPr>
          <a:xfrm>
            <a:off x="639763" y="810791"/>
            <a:ext cx="556912" cy="457200"/>
            <a:chOff x="639763" y="810791"/>
            <a:chExt cx="556912" cy="457200"/>
          </a:xfrm>
          <a:solidFill>
            <a:srgbClr val="FF0000"/>
          </a:solidFill>
        </p:grpSpPr>
        <p:sp>
          <p:nvSpPr>
            <p:cNvPr id="2891" name="Freeform: Shape 2890">
              <a:extLst>
                <a:ext uri="{FF2B5EF4-FFF2-40B4-BE49-F238E27FC236}">
                  <a16:creationId xmlns:a16="http://schemas.microsoft.com/office/drawing/2014/main" id="{3EA8AA42-E458-A26E-D97F-DF442A9A470C}"/>
                </a:ext>
                <a:ext uri="{C183D7F6-B498-43B3-948B-1728B52AA6E4}">
                  <adec:decorative xmlns:adec="http://schemas.microsoft.com/office/drawing/2017/decorative" val="1"/>
                </a:ext>
              </a:extLst>
            </p:cNvPr>
            <p:cNvSpPr/>
            <p:nvPr/>
          </p:nvSpPr>
          <p:spPr>
            <a:xfrm>
              <a:off x="639763" y="810791"/>
              <a:ext cx="556912" cy="457200"/>
            </a:xfrm>
            <a:custGeom>
              <a:avLst/>
              <a:gdLst>
                <a:gd name="connsiteX0" fmla="*/ 2796570 w 8353678"/>
                <a:gd name="connsiteY0" fmla="*/ 3598387 h 6858000"/>
                <a:gd name="connsiteX1" fmla="*/ 3215958 w 8353678"/>
                <a:gd name="connsiteY1" fmla="*/ 3598387 h 6858000"/>
                <a:gd name="connsiteX2" fmla="*/ 3215958 w 8353678"/>
                <a:gd name="connsiteY2" fmla="*/ 4292434 h 6858000"/>
                <a:gd name="connsiteX3" fmla="*/ 2796570 w 8353678"/>
                <a:gd name="connsiteY3" fmla="*/ 4292434 h 6858000"/>
                <a:gd name="connsiteX4" fmla="*/ 6214603 w 8353678"/>
                <a:gd name="connsiteY4" fmla="*/ 3307835 h 6858000"/>
                <a:gd name="connsiteX5" fmla="*/ 6591950 w 8353678"/>
                <a:gd name="connsiteY5" fmla="*/ 3307835 h 6858000"/>
                <a:gd name="connsiteX6" fmla="*/ 7185685 w 8353678"/>
                <a:gd name="connsiteY6" fmla="*/ 3901574 h 6858000"/>
                <a:gd name="connsiteX7" fmla="*/ 7185685 w 8353678"/>
                <a:gd name="connsiteY7" fmla="*/ 4537740 h 6858000"/>
                <a:gd name="connsiteX8" fmla="*/ 7609773 w 8353678"/>
                <a:gd name="connsiteY8" fmla="*/ 4961896 h 6858000"/>
                <a:gd name="connsiteX9" fmla="*/ 8353678 w 8353678"/>
                <a:gd name="connsiteY9" fmla="*/ 4961896 h 6858000"/>
                <a:gd name="connsiteX10" fmla="*/ 8353678 w 8353678"/>
                <a:gd name="connsiteY10" fmla="*/ 5131315 h 6858000"/>
                <a:gd name="connsiteX11" fmla="*/ 7609773 w 8353678"/>
                <a:gd name="connsiteY11" fmla="*/ 5131315 h 6858000"/>
                <a:gd name="connsiteX12" fmla="*/ 7016038 w 8353678"/>
                <a:gd name="connsiteY12" fmla="*/ 4537505 h 6858000"/>
                <a:gd name="connsiteX13" fmla="*/ 7016038 w 8353678"/>
                <a:gd name="connsiteY13" fmla="*/ 3901338 h 6858000"/>
                <a:gd name="connsiteX14" fmla="*/ 6591950 w 8353678"/>
                <a:gd name="connsiteY14" fmla="*/ 3477253 h 6858000"/>
                <a:gd name="connsiteX15" fmla="*/ 6214603 w 8353678"/>
                <a:gd name="connsiteY15" fmla="*/ 3477253 h 6858000"/>
                <a:gd name="connsiteX16" fmla="*/ 0 w 8353678"/>
                <a:gd name="connsiteY16" fmla="*/ 827002 h 6858000"/>
                <a:gd name="connsiteX17" fmla="*/ 744140 w 8353678"/>
                <a:gd name="connsiteY17" fmla="*/ 827002 h 6858000"/>
                <a:gd name="connsiteX18" fmla="*/ 1337648 w 8353678"/>
                <a:gd name="connsiteY18" fmla="*/ 1420813 h 6858000"/>
                <a:gd name="connsiteX19" fmla="*/ 1337648 w 8353678"/>
                <a:gd name="connsiteY19" fmla="*/ 2057217 h 6858000"/>
                <a:gd name="connsiteX20" fmla="*/ 1761735 w 8353678"/>
                <a:gd name="connsiteY20" fmla="*/ 2481302 h 6858000"/>
                <a:gd name="connsiteX21" fmla="*/ 2139075 w 8353678"/>
                <a:gd name="connsiteY21" fmla="*/ 2481302 h 6858000"/>
                <a:gd name="connsiteX22" fmla="*/ 2139075 w 8353678"/>
                <a:gd name="connsiteY22" fmla="*/ 2650722 h 6858000"/>
                <a:gd name="connsiteX23" fmla="*/ 1761735 w 8353678"/>
                <a:gd name="connsiteY23" fmla="*/ 2650722 h 6858000"/>
                <a:gd name="connsiteX24" fmla="*/ 1167687 w 8353678"/>
                <a:gd name="connsiteY24" fmla="*/ 2056981 h 6858000"/>
                <a:gd name="connsiteX25" fmla="*/ 1167687 w 8353678"/>
                <a:gd name="connsiteY25" fmla="*/ 1420813 h 6858000"/>
                <a:gd name="connsiteX26" fmla="*/ 744140 w 8353678"/>
                <a:gd name="connsiteY26" fmla="*/ 996422 h 6858000"/>
                <a:gd name="connsiteX27" fmla="*/ 0 w 8353678"/>
                <a:gd name="connsiteY27" fmla="*/ 996422 h 6858000"/>
                <a:gd name="connsiteX28" fmla="*/ 3383766 w 8353678"/>
                <a:gd name="connsiteY28" fmla="*/ 0 h 6858000"/>
                <a:gd name="connsiteX29" fmla="*/ 5557261 w 8353678"/>
                <a:gd name="connsiteY29" fmla="*/ 0 h 6858000"/>
                <a:gd name="connsiteX30" fmla="*/ 5557261 w 8353678"/>
                <a:gd name="connsiteY30" fmla="*/ 4552668 h 6858000"/>
                <a:gd name="connsiteX31" fmla="*/ 4970065 w 8353678"/>
                <a:gd name="connsiteY31" fmla="*/ 5127157 h 6858000"/>
                <a:gd name="connsiteX32" fmla="*/ 4258508 w 8353678"/>
                <a:gd name="connsiteY32" fmla="*/ 5128976 h 6858000"/>
                <a:gd name="connsiteX33" fmla="*/ 4258508 w 8353678"/>
                <a:gd name="connsiteY33" fmla="*/ 6858000 h 6858000"/>
                <a:gd name="connsiteX34" fmla="*/ 4095091 w 8353678"/>
                <a:gd name="connsiteY34" fmla="*/ 6858000 h 6858000"/>
                <a:gd name="connsiteX35" fmla="*/ 4095091 w 8353678"/>
                <a:gd name="connsiteY35" fmla="*/ 5129393 h 6858000"/>
                <a:gd name="connsiteX36" fmla="*/ 3895581 w 8353678"/>
                <a:gd name="connsiteY36" fmla="*/ 5129903 h 6858000"/>
                <a:gd name="connsiteX37" fmla="*/ 3627741 w 8353678"/>
                <a:gd name="connsiteY37" fmla="*/ 5130585 h 6858000"/>
                <a:gd name="connsiteX38" fmla="*/ 3627741 w 8353678"/>
                <a:gd name="connsiteY38" fmla="*/ 4719601 h 6858000"/>
                <a:gd name="connsiteX39" fmla="*/ 4006304 w 8353678"/>
                <a:gd name="connsiteY39" fmla="*/ 4718631 h 6858000"/>
                <a:gd name="connsiteX40" fmla="*/ 4006304 w 8353678"/>
                <a:gd name="connsiteY40" fmla="*/ 5129231 h 6858000"/>
                <a:gd name="connsiteX41" fmla="*/ 4006457 w 8353678"/>
                <a:gd name="connsiteY41" fmla="*/ 5129231 h 6858000"/>
                <a:gd name="connsiteX42" fmla="*/ 4006457 w 8353678"/>
                <a:gd name="connsiteY42" fmla="*/ 4718621 h 6858000"/>
                <a:gd name="connsiteX43" fmla="*/ 4969921 w 8353678"/>
                <a:gd name="connsiteY43" fmla="*/ 4716162 h 6858000"/>
                <a:gd name="connsiteX44" fmla="*/ 5133637 w 8353678"/>
                <a:gd name="connsiteY44" fmla="*/ 4556912 h 6858000"/>
                <a:gd name="connsiteX45" fmla="*/ 5133637 w 8353678"/>
                <a:gd name="connsiteY45" fmla="*/ 415153 h 6858000"/>
                <a:gd name="connsiteX46" fmla="*/ 3379684 w 8353678"/>
                <a:gd name="connsiteY46" fmla="*/ 415153 h 6858000"/>
                <a:gd name="connsiteX47" fmla="*/ 3216122 w 8353678"/>
                <a:gd name="connsiteY47" fmla="*/ 574489 h 6858000"/>
                <a:gd name="connsiteX48" fmla="*/ 3216122 w 8353678"/>
                <a:gd name="connsiteY48" fmla="*/ 3598377 h 6858000"/>
                <a:gd name="connsiteX49" fmla="*/ 2796570 w 8353678"/>
                <a:gd name="connsiteY49" fmla="*/ 3598377 h 6858000"/>
                <a:gd name="connsiteX50" fmla="*/ 2796570 w 8353678"/>
                <a:gd name="connsiteY50" fmla="*/ 574489 h 6858000"/>
                <a:gd name="connsiteX51" fmla="*/ 3383766 w 8353678"/>
                <a:gd name="connsiteY51" fmla="*/ 0 h 6858000"/>
                <a:gd name="connsiteX52" fmla="*/ 7609773 w 8353678"/>
                <a:gd name="connsiteY52" fmla="*/ 0 h 6858000"/>
                <a:gd name="connsiteX53" fmla="*/ 8353678 w 8353678"/>
                <a:gd name="connsiteY53" fmla="*/ 0 h 6858000"/>
                <a:gd name="connsiteX54" fmla="*/ 8353678 w 8353678"/>
                <a:gd name="connsiteY54" fmla="*/ 169420 h 6858000"/>
                <a:gd name="connsiteX55" fmla="*/ 7609773 w 8353678"/>
                <a:gd name="connsiteY55" fmla="*/ 169420 h 6858000"/>
                <a:gd name="connsiteX56" fmla="*/ 7185685 w 8353678"/>
                <a:gd name="connsiteY56" fmla="*/ 593505 h 6858000"/>
                <a:gd name="connsiteX57" fmla="*/ 7185685 w 8353678"/>
                <a:gd name="connsiteY57" fmla="*/ 1229674 h 6858000"/>
                <a:gd name="connsiteX58" fmla="*/ 6591950 w 8353678"/>
                <a:gd name="connsiteY58" fmla="*/ 1823720 h 6858000"/>
                <a:gd name="connsiteX59" fmla="*/ 6214603 w 8353678"/>
                <a:gd name="connsiteY59" fmla="*/ 1823720 h 6858000"/>
                <a:gd name="connsiteX60" fmla="*/ 6214603 w 8353678"/>
                <a:gd name="connsiteY60" fmla="*/ 1654301 h 6858000"/>
                <a:gd name="connsiteX61" fmla="*/ 6591950 w 8353678"/>
                <a:gd name="connsiteY61" fmla="*/ 1654301 h 6858000"/>
                <a:gd name="connsiteX62" fmla="*/ 7016038 w 8353678"/>
                <a:gd name="connsiteY62" fmla="*/ 1230136 h 6858000"/>
                <a:gd name="connsiteX63" fmla="*/ 7016038 w 8353678"/>
                <a:gd name="connsiteY63" fmla="*/ 593733 h 6858000"/>
                <a:gd name="connsiteX64" fmla="*/ 7609773 w 8353678"/>
                <a:gd name="connsiteY6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353678" h="6858000">
                  <a:moveTo>
                    <a:pt x="2796570" y="3598387"/>
                  </a:moveTo>
                  <a:lnTo>
                    <a:pt x="3215958" y="3598387"/>
                  </a:lnTo>
                  <a:lnTo>
                    <a:pt x="3215958" y="4292434"/>
                  </a:lnTo>
                  <a:lnTo>
                    <a:pt x="2796570" y="4292434"/>
                  </a:lnTo>
                  <a:close/>
                  <a:moveTo>
                    <a:pt x="6214603" y="3307835"/>
                  </a:moveTo>
                  <a:lnTo>
                    <a:pt x="6591950" y="3307835"/>
                  </a:lnTo>
                  <a:cubicBezTo>
                    <a:pt x="6919452" y="3308807"/>
                    <a:pt x="7184713" y="3574065"/>
                    <a:pt x="7185685" y="3901574"/>
                  </a:cubicBezTo>
                  <a:lnTo>
                    <a:pt x="7185685" y="4537740"/>
                  </a:lnTo>
                  <a:cubicBezTo>
                    <a:pt x="7186407" y="4771667"/>
                    <a:pt x="7375845" y="4961135"/>
                    <a:pt x="7609773" y="4961896"/>
                  </a:cubicBezTo>
                  <a:lnTo>
                    <a:pt x="8353678" y="4961896"/>
                  </a:lnTo>
                  <a:lnTo>
                    <a:pt x="8353678" y="5131315"/>
                  </a:lnTo>
                  <a:lnTo>
                    <a:pt x="7609773" y="5131315"/>
                  </a:lnTo>
                  <a:cubicBezTo>
                    <a:pt x="7282255" y="5130304"/>
                    <a:pt x="7017010" y="4865029"/>
                    <a:pt x="7016038" y="4537505"/>
                  </a:cubicBezTo>
                  <a:lnTo>
                    <a:pt x="7016038" y="3901338"/>
                  </a:lnTo>
                  <a:cubicBezTo>
                    <a:pt x="7015355" y="3667404"/>
                    <a:pt x="6825886" y="3477928"/>
                    <a:pt x="6591950" y="3477253"/>
                  </a:cubicBezTo>
                  <a:lnTo>
                    <a:pt x="6214603" y="3477253"/>
                  </a:lnTo>
                  <a:close/>
                  <a:moveTo>
                    <a:pt x="0" y="827002"/>
                  </a:moveTo>
                  <a:lnTo>
                    <a:pt x="744140" y="827002"/>
                  </a:lnTo>
                  <a:cubicBezTo>
                    <a:pt x="1071572" y="828147"/>
                    <a:pt x="1336676" y="1093383"/>
                    <a:pt x="1337648" y="1420813"/>
                  </a:cubicBezTo>
                  <a:lnTo>
                    <a:pt x="1337648" y="2057217"/>
                  </a:lnTo>
                  <a:cubicBezTo>
                    <a:pt x="1338323" y="2291151"/>
                    <a:pt x="1527800" y="2480628"/>
                    <a:pt x="1761735" y="2481302"/>
                  </a:cubicBezTo>
                  <a:lnTo>
                    <a:pt x="2139075" y="2481302"/>
                  </a:lnTo>
                  <a:lnTo>
                    <a:pt x="2139075" y="2650722"/>
                  </a:lnTo>
                  <a:lnTo>
                    <a:pt x="1761735" y="2650722"/>
                  </a:lnTo>
                  <a:cubicBezTo>
                    <a:pt x="1434085" y="2649961"/>
                    <a:pt x="1168620" y="2384631"/>
                    <a:pt x="1167687" y="2056981"/>
                  </a:cubicBezTo>
                  <a:lnTo>
                    <a:pt x="1167687" y="1420813"/>
                  </a:lnTo>
                  <a:cubicBezTo>
                    <a:pt x="1167099" y="1187004"/>
                    <a:pt x="977951" y="997480"/>
                    <a:pt x="744140" y="996422"/>
                  </a:cubicBezTo>
                  <a:lnTo>
                    <a:pt x="0" y="996422"/>
                  </a:lnTo>
                  <a:close/>
                  <a:moveTo>
                    <a:pt x="3383766" y="0"/>
                  </a:moveTo>
                  <a:lnTo>
                    <a:pt x="5557261" y="0"/>
                  </a:lnTo>
                  <a:lnTo>
                    <a:pt x="5557261" y="4552668"/>
                  </a:lnTo>
                  <a:cubicBezTo>
                    <a:pt x="5557261" y="4869410"/>
                    <a:pt x="5293502" y="5127157"/>
                    <a:pt x="4970065" y="5127157"/>
                  </a:cubicBezTo>
                  <a:lnTo>
                    <a:pt x="4258508" y="5128976"/>
                  </a:lnTo>
                  <a:lnTo>
                    <a:pt x="4258508" y="6858000"/>
                  </a:lnTo>
                  <a:lnTo>
                    <a:pt x="4095091" y="6858000"/>
                  </a:lnTo>
                  <a:lnTo>
                    <a:pt x="4095091" y="5129393"/>
                  </a:lnTo>
                  <a:lnTo>
                    <a:pt x="3895581" y="5129903"/>
                  </a:lnTo>
                  <a:lnTo>
                    <a:pt x="3627741" y="5130585"/>
                  </a:lnTo>
                  <a:lnTo>
                    <a:pt x="3627741" y="4719601"/>
                  </a:lnTo>
                  <a:lnTo>
                    <a:pt x="4006304" y="4718631"/>
                  </a:lnTo>
                  <a:lnTo>
                    <a:pt x="4006304" y="5129231"/>
                  </a:lnTo>
                  <a:lnTo>
                    <a:pt x="4006457" y="5129231"/>
                  </a:lnTo>
                  <a:lnTo>
                    <a:pt x="4006457" y="4718621"/>
                  </a:lnTo>
                  <a:lnTo>
                    <a:pt x="4969921" y="4716162"/>
                  </a:lnTo>
                  <a:cubicBezTo>
                    <a:pt x="5060245" y="4716162"/>
                    <a:pt x="5133637" y="4644691"/>
                    <a:pt x="5133637" y="4556912"/>
                  </a:cubicBezTo>
                  <a:lnTo>
                    <a:pt x="5133637" y="415153"/>
                  </a:lnTo>
                  <a:lnTo>
                    <a:pt x="3379684" y="415153"/>
                  </a:lnTo>
                  <a:cubicBezTo>
                    <a:pt x="3289504" y="415153"/>
                    <a:pt x="3216122" y="486615"/>
                    <a:pt x="3216122" y="574489"/>
                  </a:cubicBezTo>
                  <a:lnTo>
                    <a:pt x="3216122" y="3598377"/>
                  </a:lnTo>
                  <a:lnTo>
                    <a:pt x="2796570" y="3598377"/>
                  </a:lnTo>
                  <a:lnTo>
                    <a:pt x="2796570" y="574489"/>
                  </a:lnTo>
                  <a:cubicBezTo>
                    <a:pt x="2796570" y="257670"/>
                    <a:pt x="3060329" y="0"/>
                    <a:pt x="3383766" y="0"/>
                  </a:cubicBezTo>
                  <a:close/>
                  <a:moveTo>
                    <a:pt x="7609773" y="0"/>
                  </a:moveTo>
                  <a:lnTo>
                    <a:pt x="8353678" y="0"/>
                  </a:lnTo>
                  <a:lnTo>
                    <a:pt x="8353678" y="169420"/>
                  </a:lnTo>
                  <a:lnTo>
                    <a:pt x="7609773" y="169420"/>
                  </a:lnTo>
                  <a:cubicBezTo>
                    <a:pt x="7375853" y="170141"/>
                    <a:pt x="7186407" y="359586"/>
                    <a:pt x="7185685" y="593505"/>
                  </a:cubicBezTo>
                  <a:lnTo>
                    <a:pt x="7185685" y="1229674"/>
                  </a:lnTo>
                  <a:cubicBezTo>
                    <a:pt x="7184838" y="1557284"/>
                    <a:pt x="6919554" y="1822701"/>
                    <a:pt x="6591950" y="1823720"/>
                  </a:cubicBezTo>
                  <a:lnTo>
                    <a:pt x="6214603" y="1823720"/>
                  </a:lnTo>
                  <a:lnTo>
                    <a:pt x="6214603" y="1654301"/>
                  </a:lnTo>
                  <a:lnTo>
                    <a:pt x="6591950" y="1654301"/>
                  </a:lnTo>
                  <a:cubicBezTo>
                    <a:pt x="6825910" y="1653626"/>
                    <a:pt x="7015403" y="1464102"/>
                    <a:pt x="7016038" y="1230136"/>
                  </a:cubicBezTo>
                  <a:lnTo>
                    <a:pt x="7016038" y="593733"/>
                  </a:lnTo>
                  <a:cubicBezTo>
                    <a:pt x="7017010" y="266232"/>
                    <a:pt x="7282263" y="972"/>
                    <a:pt x="7609773" y="0"/>
                  </a:cubicBezTo>
                  <a:close/>
                </a:path>
              </a:pathLst>
            </a:custGeom>
            <a:solidFill>
              <a:schemeClr val="accent2"/>
            </a:solidFill>
            <a:ln w="979" cap="flat">
              <a:noFill/>
              <a:prstDash val="solid"/>
              <a:miter/>
            </a:ln>
          </p:spPr>
          <p:txBody>
            <a:bodyPr wrap="square" rtlCol="0" anchor="ctr">
              <a:noAutofit/>
            </a:bodyPr>
            <a:lstStyle/>
            <a:p>
              <a:endParaRPr lang="en-US" dirty="0"/>
            </a:p>
          </p:txBody>
        </p:sp>
        <p:sp>
          <p:nvSpPr>
            <p:cNvPr id="2892" name="Freeform: Shape 2891">
              <a:extLst>
                <a:ext uri="{FF2B5EF4-FFF2-40B4-BE49-F238E27FC236}">
                  <a16:creationId xmlns:a16="http://schemas.microsoft.com/office/drawing/2014/main" id="{74AE3770-5968-90EA-A0CC-43B52A9D1164}"/>
                </a:ext>
                <a:ext uri="{C183D7F6-B498-43B3-948B-1728B52AA6E4}">
                  <adec:decorative xmlns:adec="http://schemas.microsoft.com/office/drawing/2017/decorative" val="1"/>
                </a:ext>
              </a:extLst>
            </p:cNvPr>
            <p:cNvSpPr/>
            <p:nvPr/>
          </p:nvSpPr>
          <p:spPr>
            <a:xfrm>
              <a:off x="769141" y="904657"/>
              <a:ext cx="297021" cy="254865"/>
            </a:xfrm>
            <a:custGeom>
              <a:avLst/>
              <a:gdLst>
                <a:gd name="connsiteX0" fmla="*/ 748549 w 4455311"/>
                <a:gd name="connsiteY0" fmla="*/ 3184636 h 3822972"/>
                <a:gd name="connsiteX1" fmla="*/ 1386876 w 4455311"/>
                <a:gd name="connsiteY1" fmla="*/ 3184636 h 3822972"/>
                <a:gd name="connsiteX2" fmla="*/ 1386876 w 4455311"/>
                <a:gd name="connsiteY2" fmla="*/ 3822972 h 3822972"/>
                <a:gd name="connsiteX3" fmla="*/ 748549 w 4455311"/>
                <a:gd name="connsiteY3" fmla="*/ 3822972 h 3822972"/>
                <a:gd name="connsiteX4" fmla="*/ 3816984 w 4455311"/>
                <a:gd name="connsiteY4" fmla="*/ 1661734 h 3822972"/>
                <a:gd name="connsiteX5" fmla="*/ 4455311 w 4455311"/>
                <a:gd name="connsiteY5" fmla="*/ 1661734 h 3822972"/>
                <a:gd name="connsiteX6" fmla="*/ 4455311 w 4455311"/>
                <a:gd name="connsiteY6" fmla="*/ 2300060 h 3822972"/>
                <a:gd name="connsiteX7" fmla="*/ 3816984 w 4455311"/>
                <a:gd name="connsiteY7" fmla="*/ 2300060 h 3822972"/>
                <a:gd name="connsiteX8" fmla="*/ 0 w 4455311"/>
                <a:gd name="connsiteY8" fmla="*/ 842694 h 3822972"/>
                <a:gd name="connsiteX9" fmla="*/ 638327 w 4455311"/>
                <a:gd name="connsiteY9" fmla="*/ 842694 h 3822972"/>
                <a:gd name="connsiteX10" fmla="*/ 638327 w 4455311"/>
                <a:gd name="connsiteY10" fmla="*/ 1481020 h 3822972"/>
                <a:gd name="connsiteX11" fmla="*/ 0 w 4455311"/>
                <a:gd name="connsiteY11" fmla="*/ 1481020 h 3822972"/>
                <a:gd name="connsiteX12" fmla="*/ 2647513 w 4455311"/>
                <a:gd name="connsiteY12" fmla="*/ 154669 h 3822972"/>
                <a:gd name="connsiteX13" fmla="*/ 2214952 w 4455311"/>
                <a:gd name="connsiteY13" fmla="*/ 939312 h 3822972"/>
                <a:gd name="connsiteX14" fmla="*/ 2660293 w 4455311"/>
                <a:gd name="connsiteY14" fmla="*/ 939312 h 3822972"/>
                <a:gd name="connsiteX15" fmla="*/ 2134324 w 4455311"/>
                <a:gd name="connsiteY15" fmla="*/ 1707160 h 3822972"/>
                <a:gd name="connsiteX16" fmla="*/ 2333703 w 4455311"/>
                <a:gd name="connsiteY16" fmla="*/ 1724104 h 3822972"/>
                <a:gd name="connsiteX17" fmla="*/ 1812046 w 4455311"/>
                <a:gd name="connsiteY17" fmla="*/ 2165204 h 3822972"/>
                <a:gd name="connsiteX18" fmla="*/ 1867184 w 4455311"/>
                <a:gd name="connsiteY18" fmla="*/ 1490609 h 3822972"/>
                <a:gd name="connsiteX19" fmla="*/ 1985934 w 4455311"/>
                <a:gd name="connsiteY19" fmla="*/ 1634851 h 3822972"/>
                <a:gd name="connsiteX20" fmla="*/ 2223428 w 4455311"/>
                <a:gd name="connsiteY20" fmla="*/ 1147081 h 3822972"/>
                <a:gd name="connsiteX21" fmla="*/ 1812046 w 4455311"/>
                <a:gd name="connsiteY21" fmla="*/ 1151316 h 3822972"/>
                <a:gd name="connsiteX22" fmla="*/ 2223428 w 4455311"/>
                <a:gd name="connsiteY22" fmla="*/ 158903 h 3822972"/>
                <a:gd name="connsiteX23" fmla="*/ 3816984 w 4455311"/>
                <a:gd name="connsiteY23" fmla="*/ 0 h 3822972"/>
                <a:gd name="connsiteX24" fmla="*/ 4455311 w 4455311"/>
                <a:gd name="connsiteY24" fmla="*/ 0 h 3822972"/>
                <a:gd name="connsiteX25" fmla="*/ 4455311 w 4455311"/>
                <a:gd name="connsiteY25" fmla="*/ 638326 h 3822972"/>
                <a:gd name="connsiteX26" fmla="*/ 3816984 w 4455311"/>
                <a:gd name="connsiteY26" fmla="*/ 638326 h 38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5311" h="3822972">
                  <a:moveTo>
                    <a:pt x="748549" y="3184636"/>
                  </a:moveTo>
                  <a:lnTo>
                    <a:pt x="1386876" y="3184636"/>
                  </a:lnTo>
                  <a:lnTo>
                    <a:pt x="1386876" y="3822972"/>
                  </a:lnTo>
                  <a:lnTo>
                    <a:pt x="748549" y="3822972"/>
                  </a:lnTo>
                  <a:close/>
                  <a:moveTo>
                    <a:pt x="3816984" y="1661734"/>
                  </a:moveTo>
                  <a:lnTo>
                    <a:pt x="4455311" y="1661734"/>
                  </a:lnTo>
                  <a:lnTo>
                    <a:pt x="4455311" y="2300060"/>
                  </a:lnTo>
                  <a:lnTo>
                    <a:pt x="3816984" y="2300060"/>
                  </a:lnTo>
                  <a:close/>
                  <a:moveTo>
                    <a:pt x="0" y="842694"/>
                  </a:moveTo>
                  <a:lnTo>
                    <a:pt x="638327" y="842694"/>
                  </a:lnTo>
                  <a:lnTo>
                    <a:pt x="638327" y="1481020"/>
                  </a:lnTo>
                  <a:lnTo>
                    <a:pt x="0" y="1481020"/>
                  </a:lnTo>
                  <a:close/>
                  <a:moveTo>
                    <a:pt x="2647513" y="154669"/>
                  </a:moveTo>
                  <a:lnTo>
                    <a:pt x="2214952" y="939312"/>
                  </a:lnTo>
                  <a:lnTo>
                    <a:pt x="2660293" y="939312"/>
                  </a:lnTo>
                  <a:lnTo>
                    <a:pt x="2134324" y="1707160"/>
                  </a:lnTo>
                  <a:lnTo>
                    <a:pt x="2333703" y="1724104"/>
                  </a:lnTo>
                  <a:lnTo>
                    <a:pt x="1812046" y="2165204"/>
                  </a:lnTo>
                  <a:lnTo>
                    <a:pt x="1867184" y="1490609"/>
                  </a:lnTo>
                  <a:lnTo>
                    <a:pt x="1985934" y="1634851"/>
                  </a:lnTo>
                  <a:lnTo>
                    <a:pt x="2223428" y="1147081"/>
                  </a:lnTo>
                  <a:lnTo>
                    <a:pt x="1812046" y="1151316"/>
                  </a:lnTo>
                  <a:lnTo>
                    <a:pt x="2223428" y="158903"/>
                  </a:lnTo>
                  <a:close/>
                  <a:moveTo>
                    <a:pt x="3816984" y="0"/>
                  </a:moveTo>
                  <a:lnTo>
                    <a:pt x="4455311" y="0"/>
                  </a:lnTo>
                  <a:lnTo>
                    <a:pt x="4455311" y="638326"/>
                  </a:lnTo>
                  <a:lnTo>
                    <a:pt x="3816984" y="638326"/>
                  </a:lnTo>
                  <a:close/>
                </a:path>
              </a:pathLst>
            </a:custGeom>
            <a:solidFill>
              <a:schemeClr val="bg1"/>
            </a:solidFill>
            <a:ln w="979" cap="flat">
              <a:noFill/>
              <a:prstDash val="solid"/>
              <a:miter/>
            </a:ln>
          </p:spPr>
          <p:txBody>
            <a:bodyPr wrap="square" rtlCol="0" anchor="ctr">
              <a:noAutofit/>
            </a:bodyPr>
            <a:lstStyle/>
            <a:p>
              <a:endParaRPr lang="en-US"/>
            </a:p>
          </p:txBody>
        </p:sp>
      </p:grpSp>
      <p:grpSp>
        <p:nvGrpSpPr>
          <p:cNvPr id="94" name="Group 93">
            <a:extLst>
              <a:ext uri="{FF2B5EF4-FFF2-40B4-BE49-F238E27FC236}">
                <a16:creationId xmlns:a16="http://schemas.microsoft.com/office/drawing/2014/main" id="{D16DFD2A-20C2-D4F9-92E7-A8B7B3D19ECD}"/>
              </a:ext>
              <a:ext uri="{C183D7F6-B498-43B3-948B-1728B52AA6E4}">
                <adec:decorative xmlns:adec="http://schemas.microsoft.com/office/drawing/2017/decorative" val="1"/>
              </a:ext>
            </a:extLst>
          </p:cNvPr>
          <p:cNvGrpSpPr>
            <a:grpSpLocks noChangeAspect="1"/>
          </p:cNvGrpSpPr>
          <p:nvPr/>
        </p:nvGrpSpPr>
        <p:grpSpPr>
          <a:xfrm>
            <a:off x="1339480" y="879371"/>
            <a:ext cx="485584" cy="320040"/>
            <a:chOff x="1339480" y="879371"/>
            <a:chExt cx="485584" cy="320040"/>
          </a:xfrm>
          <a:solidFill>
            <a:srgbClr val="FF0000"/>
          </a:solidFill>
        </p:grpSpPr>
        <p:sp>
          <p:nvSpPr>
            <p:cNvPr id="2895" name="Freeform: Shape 2894">
              <a:extLst>
                <a:ext uri="{FF2B5EF4-FFF2-40B4-BE49-F238E27FC236}">
                  <a16:creationId xmlns:a16="http://schemas.microsoft.com/office/drawing/2014/main" id="{53ED9542-A668-F1F4-6193-31B446A8B21E}"/>
                </a:ext>
                <a:ext uri="{C183D7F6-B498-43B3-948B-1728B52AA6E4}">
                  <adec:decorative xmlns:adec="http://schemas.microsoft.com/office/drawing/2017/decorative" val="1"/>
                </a:ext>
              </a:extLst>
            </p:cNvPr>
            <p:cNvSpPr/>
            <p:nvPr/>
          </p:nvSpPr>
          <p:spPr>
            <a:xfrm>
              <a:off x="1339480" y="879371"/>
              <a:ext cx="485584" cy="312225"/>
            </a:xfrm>
            <a:custGeom>
              <a:avLst/>
              <a:gdLst>
                <a:gd name="connsiteX0" fmla="*/ 440861 w 840820"/>
                <a:gd name="connsiteY0" fmla="*/ 343 h 540638"/>
                <a:gd name="connsiteX1" fmla="*/ 482764 w 840820"/>
                <a:gd name="connsiteY1" fmla="*/ 5835 h 540638"/>
                <a:gd name="connsiteX2" fmla="*/ 579598 w 840820"/>
                <a:gd name="connsiteY2" fmla="*/ 32507 h 540638"/>
                <a:gd name="connsiteX3" fmla="*/ 632447 w 840820"/>
                <a:gd name="connsiteY3" fmla="*/ 51478 h 540638"/>
                <a:gd name="connsiteX4" fmla="*/ 689506 w 840820"/>
                <a:gd name="connsiteY4" fmla="*/ 64889 h 540638"/>
                <a:gd name="connsiteX5" fmla="*/ 718787 w 840820"/>
                <a:gd name="connsiteY5" fmla="*/ 67793 h 540638"/>
                <a:gd name="connsiteX6" fmla="*/ 746055 w 840820"/>
                <a:gd name="connsiteY6" fmla="*/ 68722 h 540638"/>
                <a:gd name="connsiteX7" fmla="*/ 834687 w 840820"/>
                <a:gd name="connsiteY7" fmla="*/ 50212 h 540638"/>
                <a:gd name="connsiteX8" fmla="*/ 840389 w 840820"/>
                <a:gd name="connsiteY8" fmla="*/ 48121 h 540638"/>
                <a:gd name="connsiteX9" fmla="*/ 840389 w 840820"/>
                <a:gd name="connsiteY9" fmla="*/ 96977 h 540638"/>
                <a:gd name="connsiteX10" fmla="*/ 786638 w 840820"/>
                <a:gd name="connsiteY10" fmla="*/ 110191 h 540638"/>
                <a:gd name="connsiteX11" fmla="*/ 721246 w 840820"/>
                <a:gd name="connsiteY11" fmla="*/ 113749 h 540638"/>
                <a:gd name="connsiteX12" fmla="*/ 663634 w 840820"/>
                <a:gd name="connsiteY12" fmla="*/ 106130 h 540638"/>
                <a:gd name="connsiteX13" fmla="*/ 605798 w 840820"/>
                <a:gd name="connsiteY13" fmla="*/ 90311 h 540638"/>
                <a:gd name="connsiteX14" fmla="*/ 559196 w 840820"/>
                <a:gd name="connsiteY14" fmla="*/ 73407 h 540638"/>
                <a:gd name="connsiteX15" fmla="*/ 555430 w 840820"/>
                <a:gd name="connsiteY15" fmla="*/ 72903 h 540638"/>
                <a:gd name="connsiteX16" fmla="*/ 558184 w 840820"/>
                <a:gd name="connsiteY16" fmla="*/ 74393 h 540638"/>
                <a:gd name="connsiteX17" fmla="*/ 592225 w 840820"/>
                <a:gd name="connsiteY17" fmla="*/ 104647 h 540638"/>
                <a:gd name="connsiteX18" fmla="*/ 611035 w 840820"/>
                <a:gd name="connsiteY18" fmla="*/ 121466 h 540638"/>
                <a:gd name="connsiteX19" fmla="*/ 652450 w 840820"/>
                <a:gd name="connsiteY19" fmla="*/ 158020 h 540638"/>
                <a:gd name="connsiteX20" fmla="*/ 672662 w 840820"/>
                <a:gd name="connsiteY20" fmla="*/ 176212 h 540638"/>
                <a:gd name="connsiteX21" fmla="*/ 712337 w 840820"/>
                <a:gd name="connsiteY21" fmla="*/ 211036 h 540638"/>
                <a:gd name="connsiteX22" fmla="*/ 732189 w 840820"/>
                <a:gd name="connsiteY22" fmla="*/ 228896 h 540638"/>
                <a:gd name="connsiteX23" fmla="*/ 743749 w 840820"/>
                <a:gd name="connsiteY23" fmla="*/ 239292 h 540638"/>
                <a:gd name="connsiteX24" fmla="*/ 748094 w 840820"/>
                <a:gd name="connsiteY24" fmla="*/ 239367 h 540638"/>
                <a:gd name="connsiteX25" fmla="*/ 760005 w 840820"/>
                <a:gd name="connsiteY25" fmla="*/ 229565 h 540638"/>
                <a:gd name="connsiteX26" fmla="*/ 790655 w 840820"/>
                <a:gd name="connsiteY26" fmla="*/ 201915 h 540638"/>
                <a:gd name="connsiteX27" fmla="*/ 833142 w 840820"/>
                <a:gd name="connsiteY27" fmla="*/ 164352 h 540638"/>
                <a:gd name="connsiteX28" fmla="*/ 840732 w 840820"/>
                <a:gd name="connsiteY28" fmla="*/ 158271 h 540638"/>
                <a:gd name="connsiteX29" fmla="*/ 840732 w 840820"/>
                <a:gd name="connsiteY29" fmla="*/ 183995 h 540638"/>
                <a:gd name="connsiteX30" fmla="*/ 840816 w 840820"/>
                <a:gd name="connsiteY30" fmla="*/ 213941 h 540638"/>
                <a:gd name="connsiteX31" fmla="*/ 837433 w 840820"/>
                <a:gd name="connsiteY31" fmla="*/ 221984 h 540638"/>
                <a:gd name="connsiteX32" fmla="*/ 810568 w 840820"/>
                <a:gd name="connsiteY32" fmla="*/ 245781 h 540638"/>
                <a:gd name="connsiteX33" fmla="*/ 780555 w 840820"/>
                <a:gd name="connsiteY33" fmla="*/ 271820 h 540638"/>
                <a:gd name="connsiteX34" fmla="*/ 806219 w 840820"/>
                <a:gd name="connsiteY34" fmla="*/ 294129 h 540638"/>
                <a:gd name="connsiteX35" fmla="*/ 825032 w 840820"/>
                <a:gd name="connsiteY35" fmla="*/ 310943 h 540638"/>
                <a:gd name="connsiteX36" fmla="*/ 838917 w 840820"/>
                <a:gd name="connsiteY36" fmla="*/ 323886 h 540638"/>
                <a:gd name="connsiteX37" fmla="*/ 840656 w 840820"/>
                <a:gd name="connsiteY37" fmla="*/ 327201 h 540638"/>
                <a:gd name="connsiteX38" fmla="*/ 840732 w 840820"/>
                <a:gd name="connsiteY38" fmla="*/ 385890 h 540638"/>
                <a:gd name="connsiteX39" fmla="*/ 746507 w 840820"/>
                <a:gd name="connsiteY39" fmla="*/ 302435 h 540638"/>
                <a:gd name="connsiteX40" fmla="*/ 730149 w 840820"/>
                <a:gd name="connsiteY40" fmla="*/ 316446 h 540638"/>
                <a:gd name="connsiteX41" fmla="*/ 679315 w 840820"/>
                <a:gd name="connsiteY41" fmla="*/ 361394 h 540638"/>
                <a:gd name="connsiteX42" fmla="*/ 650046 w 840820"/>
                <a:gd name="connsiteY42" fmla="*/ 387650 h 540638"/>
                <a:gd name="connsiteX43" fmla="*/ 611759 w 840820"/>
                <a:gd name="connsiteY43" fmla="*/ 421085 h 540638"/>
                <a:gd name="connsiteX44" fmla="*/ 593999 w 840820"/>
                <a:gd name="connsiteY44" fmla="*/ 436872 h 540638"/>
                <a:gd name="connsiteX45" fmla="*/ 556042 w 840820"/>
                <a:gd name="connsiteY45" fmla="*/ 470858 h 540638"/>
                <a:gd name="connsiteX46" fmla="*/ 554249 w 840820"/>
                <a:gd name="connsiteY46" fmla="*/ 472734 h 540638"/>
                <a:gd name="connsiteX47" fmla="*/ 552210 w 840820"/>
                <a:gd name="connsiteY47" fmla="*/ 473837 h 540638"/>
                <a:gd name="connsiteX48" fmla="*/ 552467 w 840820"/>
                <a:gd name="connsiteY48" fmla="*/ 474582 h 540638"/>
                <a:gd name="connsiteX49" fmla="*/ 555025 w 840820"/>
                <a:gd name="connsiteY49" fmla="*/ 473526 h 540638"/>
                <a:gd name="connsiteX50" fmla="*/ 588339 w 840820"/>
                <a:gd name="connsiteY50" fmla="*/ 462186 h 540638"/>
                <a:gd name="connsiteX51" fmla="*/ 649090 w 840820"/>
                <a:gd name="connsiteY51" fmla="*/ 442871 h 540638"/>
                <a:gd name="connsiteX52" fmla="*/ 691434 w 840820"/>
                <a:gd name="connsiteY52" fmla="*/ 435143 h 540638"/>
                <a:gd name="connsiteX53" fmla="*/ 751151 w 840820"/>
                <a:gd name="connsiteY53" fmla="*/ 432455 h 540638"/>
                <a:gd name="connsiteX54" fmla="*/ 801667 w 840820"/>
                <a:gd name="connsiteY54" fmla="*/ 438917 h 540638"/>
                <a:gd name="connsiteX55" fmla="*/ 840544 w 840820"/>
                <a:gd name="connsiteY55" fmla="*/ 448514 h 540638"/>
                <a:gd name="connsiteX56" fmla="*/ 840544 w 840820"/>
                <a:gd name="connsiteY56" fmla="*/ 497778 h 540638"/>
                <a:gd name="connsiteX57" fmla="*/ 815488 w 840820"/>
                <a:gd name="connsiteY57" fmla="*/ 489011 h 540638"/>
                <a:gd name="connsiteX58" fmla="*/ 776881 w 840820"/>
                <a:gd name="connsiteY58" fmla="*/ 480357 h 540638"/>
                <a:gd name="connsiteX59" fmla="*/ 720118 w 840820"/>
                <a:gd name="connsiteY59" fmla="*/ 477585 h 540638"/>
                <a:gd name="connsiteX60" fmla="*/ 682440 w 840820"/>
                <a:gd name="connsiteY60" fmla="*/ 482266 h 540638"/>
                <a:gd name="connsiteX61" fmla="*/ 621170 w 840820"/>
                <a:gd name="connsiteY61" fmla="*/ 498297 h 540638"/>
                <a:gd name="connsiteX62" fmla="*/ 561525 w 840820"/>
                <a:gd name="connsiteY62" fmla="*/ 519468 h 540638"/>
                <a:gd name="connsiteX63" fmla="*/ 486196 w 840820"/>
                <a:gd name="connsiteY63" fmla="*/ 539992 h 540638"/>
                <a:gd name="connsiteX64" fmla="*/ 481078 w 840820"/>
                <a:gd name="connsiteY64" fmla="*/ 540638 h 540638"/>
                <a:gd name="connsiteX65" fmla="*/ 481078 w 840820"/>
                <a:gd name="connsiteY65" fmla="*/ 474195 h 540638"/>
                <a:gd name="connsiteX66" fmla="*/ 490960 w 840820"/>
                <a:gd name="connsiteY66" fmla="*/ 467425 h 540638"/>
                <a:gd name="connsiteX67" fmla="*/ 532288 w 840820"/>
                <a:gd name="connsiteY67" fmla="*/ 430783 h 540638"/>
                <a:gd name="connsiteX68" fmla="*/ 551807 w 840820"/>
                <a:gd name="connsiteY68" fmla="*/ 413288 h 540638"/>
                <a:gd name="connsiteX69" fmla="*/ 589039 w 840820"/>
                <a:gd name="connsiteY69" fmla="*/ 380883 h 540638"/>
                <a:gd name="connsiteX70" fmla="*/ 619356 w 840820"/>
                <a:gd name="connsiteY70" fmla="*/ 353598 h 540638"/>
                <a:gd name="connsiteX71" fmla="*/ 661468 w 840820"/>
                <a:gd name="connsiteY71" fmla="*/ 316357 h 540638"/>
                <a:gd name="connsiteX72" fmla="*/ 679958 w 840820"/>
                <a:gd name="connsiteY72" fmla="*/ 299921 h 540638"/>
                <a:gd name="connsiteX73" fmla="*/ 712041 w 840820"/>
                <a:gd name="connsiteY73" fmla="*/ 271980 h 540638"/>
                <a:gd name="connsiteX74" fmla="*/ 681023 w 840820"/>
                <a:gd name="connsiteY74" fmla="*/ 244483 h 540638"/>
                <a:gd name="connsiteX75" fmla="*/ 660117 w 840820"/>
                <a:gd name="connsiteY75" fmla="*/ 225599 h 540638"/>
                <a:gd name="connsiteX76" fmla="*/ 620795 w 840820"/>
                <a:gd name="connsiteY76" fmla="*/ 191119 h 540638"/>
                <a:gd name="connsiteX77" fmla="*/ 600230 w 840820"/>
                <a:gd name="connsiteY77" fmla="*/ 172590 h 540638"/>
                <a:gd name="connsiteX78" fmla="*/ 562649 w 840820"/>
                <a:gd name="connsiteY78" fmla="*/ 139839 h 540638"/>
                <a:gd name="connsiteX79" fmla="*/ 532684 w 840820"/>
                <a:gd name="connsiteY79" fmla="*/ 112896 h 540638"/>
                <a:gd name="connsiteX80" fmla="*/ 490885 w 840820"/>
                <a:gd name="connsiteY80" fmla="*/ 76041 h 540638"/>
                <a:gd name="connsiteX81" fmla="*/ 472097 w 840820"/>
                <a:gd name="connsiteY81" fmla="*/ 61052 h 540638"/>
                <a:gd name="connsiteX82" fmla="*/ 410545 w 840820"/>
                <a:gd name="connsiteY82" fmla="*/ 46146 h 540638"/>
                <a:gd name="connsiteX83" fmla="*/ 370204 w 840820"/>
                <a:gd name="connsiteY83" fmla="*/ 60798 h 540638"/>
                <a:gd name="connsiteX84" fmla="*/ 333202 w 840820"/>
                <a:gd name="connsiteY84" fmla="*/ 91782 h 540638"/>
                <a:gd name="connsiteX85" fmla="*/ 312625 w 840820"/>
                <a:gd name="connsiteY85" fmla="*/ 110298 h 540638"/>
                <a:gd name="connsiteX86" fmla="*/ 271907 w 840820"/>
                <a:gd name="connsiteY86" fmla="*/ 146157 h 540638"/>
                <a:gd name="connsiteX87" fmla="*/ 252743 w 840820"/>
                <a:gd name="connsiteY87" fmla="*/ 163313 h 540638"/>
                <a:gd name="connsiteX88" fmla="*/ 212021 w 840820"/>
                <a:gd name="connsiteY88" fmla="*/ 199168 h 540638"/>
                <a:gd name="connsiteX89" fmla="*/ 192857 w 840820"/>
                <a:gd name="connsiteY89" fmla="*/ 216324 h 540638"/>
                <a:gd name="connsiteX90" fmla="*/ 152128 w 840820"/>
                <a:gd name="connsiteY90" fmla="*/ 252170 h 540638"/>
                <a:gd name="connsiteX91" fmla="*/ 129804 w 840820"/>
                <a:gd name="connsiteY91" fmla="*/ 271750 h 540638"/>
                <a:gd name="connsiteX92" fmla="*/ 142999 w 840820"/>
                <a:gd name="connsiteY92" fmla="*/ 283884 h 540638"/>
                <a:gd name="connsiteX93" fmla="*/ 189986 w 840820"/>
                <a:gd name="connsiteY93" fmla="*/ 325040 h 540638"/>
                <a:gd name="connsiteX94" fmla="*/ 223410 w 840820"/>
                <a:gd name="connsiteY94" fmla="*/ 354541 h 540638"/>
                <a:gd name="connsiteX95" fmla="*/ 275298 w 840820"/>
                <a:gd name="connsiteY95" fmla="*/ 400512 h 540638"/>
                <a:gd name="connsiteX96" fmla="*/ 309066 w 840820"/>
                <a:gd name="connsiteY96" fmla="*/ 430364 h 540638"/>
                <a:gd name="connsiteX97" fmla="*/ 351459 w 840820"/>
                <a:gd name="connsiteY97" fmla="*/ 468022 h 540638"/>
                <a:gd name="connsiteX98" fmla="*/ 357778 w 840820"/>
                <a:gd name="connsiteY98" fmla="*/ 472377 h 540638"/>
                <a:gd name="connsiteX99" fmla="*/ 357778 w 840820"/>
                <a:gd name="connsiteY99" fmla="*/ 539519 h 540638"/>
                <a:gd name="connsiteX100" fmla="*/ 342024 w 840820"/>
                <a:gd name="connsiteY100" fmla="*/ 536994 h 540638"/>
                <a:gd name="connsiteX101" fmla="*/ 267464 w 840820"/>
                <a:gd name="connsiteY101" fmla="*/ 515498 h 540638"/>
                <a:gd name="connsiteX102" fmla="*/ 203742 w 840820"/>
                <a:gd name="connsiteY102" fmla="*/ 492961 h 540638"/>
                <a:gd name="connsiteX103" fmla="*/ 147465 w 840820"/>
                <a:gd name="connsiteY103" fmla="*/ 480187 h 540638"/>
                <a:gd name="connsiteX104" fmla="*/ 89688 w 840820"/>
                <a:gd name="connsiteY104" fmla="*/ 477622 h 540638"/>
                <a:gd name="connsiteX105" fmla="*/ 45527 w 840820"/>
                <a:gd name="connsiteY105" fmla="*/ 483931 h 540638"/>
                <a:gd name="connsiteX106" fmla="*/ 2092 w 840820"/>
                <a:gd name="connsiteY106" fmla="*/ 497926 h 540638"/>
                <a:gd name="connsiteX107" fmla="*/ 88 w 840820"/>
                <a:gd name="connsiteY107" fmla="*/ 497814 h 540638"/>
                <a:gd name="connsiteX108" fmla="*/ 88 w 840820"/>
                <a:gd name="connsiteY108" fmla="*/ 470541 h 540638"/>
                <a:gd name="connsiteX109" fmla="*/ 55 w 840820"/>
                <a:gd name="connsiteY109" fmla="*/ 453356 h 540638"/>
                <a:gd name="connsiteX110" fmla="*/ 3439 w 840820"/>
                <a:gd name="connsiteY110" fmla="*/ 448590 h 540638"/>
                <a:gd name="connsiteX111" fmla="*/ 54329 w 840820"/>
                <a:gd name="connsiteY111" fmla="*/ 436006 h 540638"/>
                <a:gd name="connsiteX112" fmla="*/ 123668 w 840820"/>
                <a:gd name="connsiteY112" fmla="*/ 432434 h 540638"/>
                <a:gd name="connsiteX113" fmla="*/ 168986 w 840820"/>
                <a:gd name="connsiteY113" fmla="*/ 438066 h 540638"/>
                <a:gd name="connsiteX114" fmla="*/ 239384 w 840820"/>
                <a:gd name="connsiteY114" fmla="*/ 456832 h 540638"/>
                <a:gd name="connsiteX115" fmla="*/ 286667 w 840820"/>
                <a:gd name="connsiteY115" fmla="*/ 474353 h 540638"/>
                <a:gd name="connsiteX116" fmla="*/ 289345 w 840820"/>
                <a:gd name="connsiteY116" fmla="*/ 474373 h 540638"/>
                <a:gd name="connsiteX117" fmla="*/ 274112 w 840820"/>
                <a:gd name="connsiteY117" fmla="*/ 460263 h 540638"/>
                <a:gd name="connsiteX118" fmla="*/ 251491 w 840820"/>
                <a:gd name="connsiteY118" fmla="*/ 440537 h 540638"/>
                <a:gd name="connsiteX119" fmla="*/ 212145 w 840820"/>
                <a:gd name="connsiteY119" fmla="*/ 406071 h 540638"/>
                <a:gd name="connsiteX120" fmla="*/ 191580 w 840820"/>
                <a:gd name="connsiteY120" fmla="*/ 387533 h 540638"/>
                <a:gd name="connsiteX121" fmla="*/ 152242 w 840820"/>
                <a:gd name="connsiteY121" fmla="*/ 353056 h 540638"/>
                <a:gd name="connsiteX122" fmla="*/ 133777 w 840820"/>
                <a:gd name="connsiteY122" fmla="*/ 336582 h 540638"/>
                <a:gd name="connsiteX123" fmla="*/ 95401 w 840820"/>
                <a:gd name="connsiteY123" fmla="*/ 302284 h 540638"/>
                <a:gd name="connsiteX124" fmla="*/ 458 w 840820"/>
                <a:gd name="connsiteY124" fmla="*/ 386250 h 540638"/>
                <a:gd name="connsiteX125" fmla="*/ 100 w 840820"/>
                <a:gd name="connsiteY125" fmla="*/ 380835 h 540638"/>
                <a:gd name="connsiteX126" fmla="*/ 3 w 840820"/>
                <a:gd name="connsiteY126" fmla="*/ 332226 h 540638"/>
                <a:gd name="connsiteX127" fmla="*/ 4762 w 840820"/>
                <a:gd name="connsiteY127" fmla="*/ 321678 h 540638"/>
                <a:gd name="connsiteX128" fmla="*/ 21931 w 840820"/>
                <a:gd name="connsiteY128" fmla="*/ 306734 h 540638"/>
                <a:gd name="connsiteX129" fmla="*/ 58158 w 840820"/>
                <a:gd name="connsiteY129" fmla="*/ 274472 h 540638"/>
                <a:gd name="connsiteX130" fmla="*/ 61321 w 840820"/>
                <a:gd name="connsiteY130" fmla="*/ 271996 h 540638"/>
                <a:gd name="connsiteX131" fmla="*/ 41028 w 840820"/>
                <a:gd name="connsiteY131" fmla="*/ 254579 h 540638"/>
                <a:gd name="connsiteX132" fmla="*/ 3169 w 840820"/>
                <a:gd name="connsiteY132" fmla="*/ 220471 h 540638"/>
                <a:gd name="connsiteX133" fmla="*/ 220 w 840820"/>
                <a:gd name="connsiteY133" fmla="*/ 213419 h 540638"/>
                <a:gd name="connsiteX134" fmla="*/ 88 w 840820"/>
                <a:gd name="connsiteY134" fmla="*/ 157516 h 540638"/>
                <a:gd name="connsiteX135" fmla="*/ 9458 w 840820"/>
                <a:gd name="connsiteY135" fmla="*/ 165169 h 540638"/>
                <a:gd name="connsiteX136" fmla="*/ 39786 w 840820"/>
                <a:gd name="connsiteY136" fmla="*/ 192454 h 540638"/>
                <a:gd name="connsiteX137" fmla="*/ 85725 w 840820"/>
                <a:gd name="connsiteY137" fmla="*/ 232594 h 540638"/>
                <a:gd name="connsiteX138" fmla="*/ 91642 w 840820"/>
                <a:gd name="connsiteY138" fmla="*/ 238476 h 540638"/>
                <a:gd name="connsiteX139" fmla="*/ 99048 w 840820"/>
                <a:gd name="connsiteY139" fmla="*/ 238520 h 540638"/>
                <a:gd name="connsiteX140" fmla="*/ 129328 w 840820"/>
                <a:gd name="connsiteY140" fmla="*/ 211184 h 540638"/>
                <a:gd name="connsiteX141" fmla="*/ 176308 w 840820"/>
                <a:gd name="connsiteY141" fmla="*/ 170002 h 540638"/>
                <a:gd name="connsiteX142" fmla="*/ 205587 w 840820"/>
                <a:gd name="connsiteY142" fmla="*/ 143751 h 540638"/>
                <a:gd name="connsiteX143" fmla="*/ 243878 w 840820"/>
                <a:gd name="connsiteY143" fmla="*/ 110309 h 540638"/>
                <a:gd name="connsiteX144" fmla="*/ 261634 w 840820"/>
                <a:gd name="connsiteY144" fmla="*/ 94514 h 540638"/>
                <a:gd name="connsiteX145" fmla="*/ 283612 w 840820"/>
                <a:gd name="connsiteY145" fmla="*/ 74456 h 540638"/>
                <a:gd name="connsiteX146" fmla="*/ 284519 w 840820"/>
                <a:gd name="connsiteY146" fmla="*/ 73019 h 540638"/>
                <a:gd name="connsiteX147" fmla="*/ 282849 w 840820"/>
                <a:gd name="connsiteY147" fmla="*/ 73669 h 540638"/>
                <a:gd name="connsiteX148" fmla="*/ 251418 w 840820"/>
                <a:gd name="connsiteY148" fmla="*/ 84621 h 540638"/>
                <a:gd name="connsiteX149" fmla="*/ 179436 w 840820"/>
                <a:gd name="connsiteY149" fmla="*/ 106240 h 540638"/>
                <a:gd name="connsiteX150" fmla="*/ 127011 w 840820"/>
                <a:gd name="connsiteY150" fmla="*/ 113033 h 540638"/>
                <a:gd name="connsiteX151" fmla="*/ 89435 w 840820"/>
                <a:gd name="connsiteY151" fmla="*/ 113831 h 540638"/>
                <a:gd name="connsiteX152" fmla="*/ 3609 w 840820"/>
                <a:gd name="connsiteY152" fmla="*/ 97480 h 540638"/>
                <a:gd name="connsiteX153" fmla="*/ 245 w 840820"/>
                <a:gd name="connsiteY153" fmla="*/ 94442 h 540638"/>
                <a:gd name="connsiteX154" fmla="*/ 95 w 840820"/>
                <a:gd name="connsiteY154" fmla="*/ 47894 h 540638"/>
                <a:gd name="connsiteX155" fmla="*/ 20203 w 840820"/>
                <a:gd name="connsiteY155" fmla="*/ 55230 h 540638"/>
                <a:gd name="connsiteX156" fmla="*/ 66127 w 840820"/>
                <a:gd name="connsiteY156" fmla="*/ 66070 h 540638"/>
                <a:gd name="connsiteX157" fmla="*/ 119487 w 840820"/>
                <a:gd name="connsiteY157" fmla="*/ 68671 h 540638"/>
                <a:gd name="connsiteX158" fmla="*/ 194931 w 840820"/>
                <a:gd name="connsiteY158" fmla="*/ 55766 h 540638"/>
                <a:gd name="connsiteX159" fmla="*/ 292267 w 840820"/>
                <a:gd name="connsiteY159" fmla="*/ 22744 h 540638"/>
                <a:gd name="connsiteX160" fmla="*/ 354888 w 840820"/>
                <a:gd name="connsiteY160" fmla="*/ 6254 h 540638"/>
                <a:gd name="connsiteX161" fmla="*/ 395445 w 840820"/>
                <a:gd name="connsiteY161" fmla="*/ 1228 h 540638"/>
                <a:gd name="connsiteX162" fmla="*/ 440861 w 840820"/>
                <a:gd name="connsiteY162" fmla="*/ 343 h 54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40820" h="540638">
                  <a:moveTo>
                    <a:pt x="440861" y="343"/>
                  </a:moveTo>
                  <a:cubicBezTo>
                    <a:pt x="454888" y="1067"/>
                    <a:pt x="468856" y="3580"/>
                    <a:pt x="482764" y="5835"/>
                  </a:cubicBezTo>
                  <a:cubicBezTo>
                    <a:pt x="515991" y="11219"/>
                    <a:pt x="547925" y="21442"/>
                    <a:pt x="579598" y="32507"/>
                  </a:cubicBezTo>
                  <a:cubicBezTo>
                    <a:pt x="597267" y="38680"/>
                    <a:pt x="614692" y="45573"/>
                    <a:pt x="632447" y="51478"/>
                  </a:cubicBezTo>
                  <a:cubicBezTo>
                    <a:pt x="651027" y="57658"/>
                    <a:pt x="669975" y="62632"/>
                    <a:pt x="689506" y="64889"/>
                  </a:cubicBezTo>
                  <a:cubicBezTo>
                    <a:pt x="699249" y="66015"/>
                    <a:pt x="709007" y="67106"/>
                    <a:pt x="718787" y="67793"/>
                  </a:cubicBezTo>
                  <a:cubicBezTo>
                    <a:pt x="727858" y="68431"/>
                    <a:pt x="736997" y="69145"/>
                    <a:pt x="746055" y="68722"/>
                  </a:cubicBezTo>
                  <a:cubicBezTo>
                    <a:pt x="776552" y="67296"/>
                    <a:pt x="806329" y="62061"/>
                    <a:pt x="834687" y="50212"/>
                  </a:cubicBezTo>
                  <a:cubicBezTo>
                    <a:pt x="836425" y="49486"/>
                    <a:pt x="838226" y="48910"/>
                    <a:pt x="840389" y="48121"/>
                  </a:cubicBezTo>
                  <a:cubicBezTo>
                    <a:pt x="840389" y="64479"/>
                    <a:pt x="840389" y="80555"/>
                    <a:pt x="840389" y="96977"/>
                  </a:cubicBezTo>
                  <a:cubicBezTo>
                    <a:pt x="822970" y="102701"/>
                    <a:pt x="805054" y="107288"/>
                    <a:pt x="786638" y="110191"/>
                  </a:cubicBezTo>
                  <a:cubicBezTo>
                    <a:pt x="764924" y="113613"/>
                    <a:pt x="743065" y="115193"/>
                    <a:pt x="721246" y="113749"/>
                  </a:cubicBezTo>
                  <a:cubicBezTo>
                    <a:pt x="701945" y="112473"/>
                    <a:pt x="682575" y="110010"/>
                    <a:pt x="663634" y="106130"/>
                  </a:cubicBezTo>
                  <a:cubicBezTo>
                    <a:pt x="644090" y="102126"/>
                    <a:pt x="624879" y="96251"/>
                    <a:pt x="605798" y="90311"/>
                  </a:cubicBezTo>
                  <a:cubicBezTo>
                    <a:pt x="590225" y="85463"/>
                    <a:pt x="575058" y="79312"/>
                    <a:pt x="559196" y="73407"/>
                  </a:cubicBezTo>
                  <a:cubicBezTo>
                    <a:pt x="557892" y="73033"/>
                    <a:pt x="557103" y="72991"/>
                    <a:pt x="555430" y="72903"/>
                  </a:cubicBezTo>
                  <a:cubicBezTo>
                    <a:pt x="556897" y="73696"/>
                    <a:pt x="557541" y="74045"/>
                    <a:pt x="558184" y="74393"/>
                  </a:cubicBezTo>
                  <a:cubicBezTo>
                    <a:pt x="569532" y="84476"/>
                    <a:pt x="580887" y="94553"/>
                    <a:pt x="592225" y="104647"/>
                  </a:cubicBezTo>
                  <a:cubicBezTo>
                    <a:pt x="598507" y="110240"/>
                    <a:pt x="604735" y="115894"/>
                    <a:pt x="611035" y="121466"/>
                  </a:cubicBezTo>
                  <a:cubicBezTo>
                    <a:pt x="624827" y="133666"/>
                    <a:pt x="638670" y="145807"/>
                    <a:pt x="652450" y="158020"/>
                  </a:cubicBezTo>
                  <a:cubicBezTo>
                    <a:pt x="659233" y="164033"/>
                    <a:pt x="665866" y="170214"/>
                    <a:pt x="672662" y="176212"/>
                  </a:cubicBezTo>
                  <a:cubicBezTo>
                    <a:pt x="685855" y="187856"/>
                    <a:pt x="699140" y="199396"/>
                    <a:pt x="712337" y="211036"/>
                  </a:cubicBezTo>
                  <a:cubicBezTo>
                    <a:pt x="719013" y="216923"/>
                    <a:pt x="725588" y="222924"/>
                    <a:pt x="732189" y="228896"/>
                  </a:cubicBezTo>
                  <a:cubicBezTo>
                    <a:pt x="736034" y="232374"/>
                    <a:pt x="739726" y="236037"/>
                    <a:pt x="743749" y="239292"/>
                  </a:cubicBezTo>
                  <a:cubicBezTo>
                    <a:pt x="744670" y="240038"/>
                    <a:pt x="747130" y="240075"/>
                    <a:pt x="748094" y="239367"/>
                  </a:cubicBezTo>
                  <a:cubicBezTo>
                    <a:pt x="752231" y="236325"/>
                    <a:pt x="756171" y="232991"/>
                    <a:pt x="760005" y="229565"/>
                  </a:cubicBezTo>
                  <a:cubicBezTo>
                    <a:pt x="770266" y="220398"/>
                    <a:pt x="780384" y="211070"/>
                    <a:pt x="790655" y="201915"/>
                  </a:cubicBezTo>
                  <a:cubicBezTo>
                    <a:pt x="804766" y="189337"/>
                    <a:pt x="818953" y="176843"/>
                    <a:pt x="833142" y="164352"/>
                  </a:cubicBezTo>
                  <a:cubicBezTo>
                    <a:pt x="835397" y="162367"/>
                    <a:pt x="837831" y="160585"/>
                    <a:pt x="840732" y="158271"/>
                  </a:cubicBezTo>
                  <a:cubicBezTo>
                    <a:pt x="840732" y="167155"/>
                    <a:pt x="840732" y="175575"/>
                    <a:pt x="840732" y="183995"/>
                  </a:cubicBezTo>
                  <a:cubicBezTo>
                    <a:pt x="840732" y="193978"/>
                    <a:pt x="840580" y="203964"/>
                    <a:pt x="840816" y="213941"/>
                  </a:cubicBezTo>
                  <a:cubicBezTo>
                    <a:pt x="840897" y="217338"/>
                    <a:pt x="839987" y="219761"/>
                    <a:pt x="837433" y="221984"/>
                  </a:cubicBezTo>
                  <a:cubicBezTo>
                    <a:pt x="828409" y="229837"/>
                    <a:pt x="819562" y="237893"/>
                    <a:pt x="810568" y="245781"/>
                  </a:cubicBezTo>
                  <a:cubicBezTo>
                    <a:pt x="800748" y="254394"/>
                    <a:pt x="790840" y="262905"/>
                    <a:pt x="780555" y="271820"/>
                  </a:cubicBezTo>
                  <a:cubicBezTo>
                    <a:pt x="789197" y="279326"/>
                    <a:pt x="797742" y="286688"/>
                    <a:pt x="806219" y="294129"/>
                  </a:cubicBezTo>
                  <a:cubicBezTo>
                    <a:pt x="812539" y="299678"/>
                    <a:pt x="818801" y="305294"/>
                    <a:pt x="825032" y="310943"/>
                  </a:cubicBezTo>
                  <a:cubicBezTo>
                    <a:pt x="829720" y="315192"/>
                    <a:pt x="834363" y="319495"/>
                    <a:pt x="838917" y="323886"/>
                  </a:cubicBezTo>
                  <a:cubicBezTo>
                    <a:pt x="839783" y="324720"/>
                    <a:pt x="840650" y="326079"/>
                    <a:pt x="840656" y="327201"/>
                  </a:cubicBezTo>
                  <a:cubicBezTo>
                    <a:pt x="840762" y="346343"/>
                    <a:pt x="840732" y="365486"/>
                    <a:pt x="840732" y="385890"/>
                  </a:cubicBezTo>
                  <a:cubicBezTo>
                    <a:pt x="808937" y="357729"/>
                    <a:pt x="777853" y="330199"/>
                    <a:pt x="746507" y="302435"/>
                  </a:cubicBezTo>
                  <a:cubicBezTo>
                    <a:pt x="741100" y="307059"/>
                    <a:pt x="735561" y="311680"/>
                    <a:pt x="730149" y="316446"/>
                  </a:cubicBezTo>
                  <a:cubicBezTo>
                    <a:pt x="713176" y="331396"/>
                    <a:pt x="696226" y="346373"/>
                    <a:pt x="679315" y="361394"/>
                  </a:cubicBezTo>
                  <a:cubicBezTo>
                    <a:pt x="669516" y="370098"/>
                    <a:pt x="659874" y="378979"/>
                    <a:pt x="650046" y="387650"/>
                  </a:cubicBezTo>
                  <a:cubicBezTo>
                    <a:pt x="637341" y="398860"/>
                    <a:pt x="624506" y="409922"/>
                    <a:pt x="611759" y="421085"/>
                  </a:cubicBezTo>
                  <a:cubicBezTo>
                    <a:pt x="605800" y="426302"/>
                    <a:pt x="599904" y="431592"/>
                    <a:pt x="593999" y="436872"/>
                  </a:cubicBezTo>
                  <a:cubicBezTo>
                    <a:pt x="581338" y="448191"/>
                    <a:pt x="568689" y="459523"/>
                    <a:pt x="556042" y="470858"/>
                  </a:cubicBezTo>
                  <a:cubicBezTo>
                    <a:pt x="555558" y="471292"/>
                    <a:pt x="555152" y="471810"/>
                    <a:pt x="554249" y="472734"/>
                  </a:cubicBezTo>
                  <a:cubicBezTo>
                    <a:pt x="553262" y="473399"/>
                    <a:pt x="552736" y="473618"/>
                    <a:pt x="552210" y="473837"/>
                  </a:cubicBezTo>
                  <a:cubicBezTo>
                    <a:pt x="552296" y="474086"/>
                    <a:pt x="552381" y="474334"/>
                    <a:pt x="552467" y="474582"/>
                  </a:cubicBezTo>
                  <a:cubicBezTo>
                    <a:pt x="553320" y="474230"/>
                    <a:pt x="554173" y="473878"/>
                    <a:pt x="555025" y="473526"/>
                  </a:cubicBezTo>
                  <a:cubicBezTo>
                    <a:pt x="566127" y="469737"/>
                    <a:pt x="577190" y="465830"/>
                    <a:pt x="588339" y="462186"/>
                  </a:cubicBezTo>
                  <a:cubicBezTo>
                    <a:pt x="608541" y="455585"/>
                    <a:pt x="628606" y="448453"/>
                    <a:pt x="649090" y="442871"/>
                  </a:cubicBezTo>
                  <a:cubicBezTo>
                    <a:pt x="662882" y="439112"/>
                    <a:pt x="677295" y="437628"/>
                    <a:pt x="691434" y="435143"/>
                  </a:cubicBezTo>
                  <a:cubicBezTo>
                    <a:pt x="711220" y="431666"/>
                    <a:pt x="731252" y="431347"/>
                    <a:pt x="751151" y="432455"/>
                  </a:cubicBezTo>
                  <a:cubicBezTo>
                    <a:pt x="768065" y="433396"/>
                    <a:pt x="784960" y="435962"/>
                    <a:pt x="801667" y="438917"/>
                  </a:cubicBezTo>
                  <a:cubicBezTo>
                    <a:pt x="814768" y="441234"/>
                    <a:pt x="827570" y="445246"/>
                    <a:pt x="840544" y="448514"/>
                  </a:cubicBezTo>
                  <a:cubicBezTo>
                    <a:pt x="840544" y="465276"/>
                    <a:pt x="840544" y="481445"/>
                    <a:pt x="840544" y="497778"/>
                  </a:cubicBezTo>
                  <a:cubicBezTo>
                    <a:pt x="832143" y="494790"/>
                    <a:pt x="823986" y="491259"/>
                    <a:pt x="815488" y="489011"/>
                  </a:cubicBezTo>
                  <a:cubicBezTo>
                    <a:pt x="802747" y="485640"/>
                    <a:pt x="789803" y="482993"/>
                    <a:pt x="776881" y="480357"/>
                  </a:cubicBezTo>
                  <a:cubicBezTo>
                    <a:pt x="758126" y="476531"/>
                    <a:pt x="739060" y="476812"/>
                    <a:pt x="720118" y="477585"/>
                  </a:cubicBezTo>
                  <a:cubicBezTo>
                    <a:pt x="707515" y="478100"/>
                    <a:pt x="694984" y="480546"/>
                    <a:pt x="682440" y="482266"/>
                  </a:cubicBezTo>
                  <a:cubicBezTo>
                    <a:pt x="661381" y="485152"/>
                    <a:pt x="641168" y="491396"/>
                    <a:pt x="621170" y="498297"/>
                  </a:cubicBezTo>
                  <a:cubicBezTo>
                    <a:pt x="601226" y="505179"/>
                    <a:pt x="581672" y="513276"/>
                    <a:pt x="561525" y="519468"/>
                  </a:cubicBezTo>
                  <a:cubicBezTo>
                    <a:pt x="536658" y="527112"/>
                    <a:pt x="511448" y="533709"/>
                    <a:pt x="486196" y="539992"/>
                  </a:cubicBezTo>
                  <a:lnTo>
                    <a:pt x="481078" y="540638"/>
                  </a:lnTo>
                  <a:lnTo>
                    <a:pt x="481078" y="474195"/>
                  </a:lnTo>
                  <a:lnTo>
                    <a:pt x="490960" y="467425"/>
                  </a:lnTo>
                  <a:cubicBezTo>
                    <a:pt x="504386" y="454838"/>
                    <a:pt x="518503" y="442988"/>
                    <a:pt x="532288" y="430783"/>
                  </a:cubicBezTo>
                  <a:cubicBezTo>
                    <a:pt x="538830" y="424991"/>
                    <a:pt x="545235" y="419044"/>
                    <a:pt x="551807" y="413288"/>
                  </a:cubicBezTo>
                  <a:cubicBezTo>
                    <a:pt x="564184" y="402448"/>
                    <a:pt x="576702" y="391769"/>
                    <a:pt x="589039" y="380883"/>
                  </a:cubicBezTo>
                  <a:cubicBezTo>
                    <a:pt x="599233" y="371888"/>
                    <a:pt x="609201" y="362638"/>
                    <a:pt x="619356" y="353598"/>
                  </a:cubicBezTo>
                  <a:cubicBezTo>
                    <a:pt x="633352" y="341137"/>
                    <a:pt x="647435" y="328775"/>
                    <a:pt x="661468" y="316357"/>
                  </a:cubicBezTo>
                  <a:cubicBezTo>
                    <a:pt x="667644" y="310892"/>
                    <a:pt x="673755" y="305354"/>
                    <a:pt x="679958" y="299921"/>
                  </a:cubicBezTo>
                  <a:cubicBezTo>
                    <a:pt x="690640" y="290566"/>
                    <a:pt x="701371" y="281268"/>
                    <a:pt x="712041" y="271980"/>
                  </a:cubicBezTo>
                  <a:cubicBezTo>
                    <a:pt x="701511" y="262651"/>
                    <a:pt x="691238" y="253600"/>
                    <a:pt x="681023" y="244483"/>
                  </a:cubicBezTo>
                  <a:cubicBezTo>
                    <a:pt x="674017" y="238230"/>
                    <a:pt x="667156" y="231813"/>
                    <a:pt x="660117" y="225599"/>
                  </a:cubicBezTo>
                  <a:cubicBezTo>
                    <a:pt x="647049" y="214061"/>
                    <a:pt x="633867" y="202653"/>
                    <a:pt x="620795" y="191119"/>
                  </a:cubicBezTo>
                  <a:cubicBezTo>
                    <a:pt x="613877" y="185014"/>
                    <a:pt x="607162" y="178679"/>
                    <a:pt x="600230" y="172590"/>
                  </a:cubicBezTo>
                  <a:cubicBezTo>
                    <a:pt x="587746" y="161623"/>
                    <a:pt x="575109" y="150832"/>
                    <a:pt x="562649" y="139839"/>
                  </a:cubicBezTo>
                  <a:cubicBezTo>
                    <a:pt x="552578" y="130952"/>
                    <a:pt x="542720" y="121823"/>
                    <a:pt x="532684" y="112896"/>
                  </a:cubicBezTo>
                  <a:cubicBezTo>
                    <a:pt x="518803" y="100551"/>
                    <a:pt x="504915" y="88214"/>
                    <a:pt x="490885" y="76041"/>
                  </a:cubicBezTo>
                  <a:cubicBezTo>
                    <a:pt x="484834" y="70790"/>
                    <a:pt x="478802" y="65364"/>
                    <a:pt x="472097" y="61052"/>
                  </a:cubicBezTo>
                  <a:cubicBezTo>
                    <a:pt x="453392" y="49023"/>
                    <a:pt x="433081" y="43240"/>
                    <a:pt x="410545" y="46146"/>
                  </a:cubicBezTo>
                  <a:cubicBezTo>
                    <a:pt x="395901" y="48034"/>
                    <a:pt x="381947" y="51876"/>
                    <a:pt x="370204" y="60798"/>
                  </a:cubicBezTo>
                  <a:cubicBezTo>
                    <a:pt x="357408" y="70519"/>
                    <a:pt x="345408" y="81300"/>
                    <a:pt x="333202" y="91782"/>
                  </a:cubicBezTo>
                  <a:cubicBezTo>
                    <a:pt x="326203" y="97791"/>
                    <a:pt x="319533" y="104182"/>
                    <a:pt x="312625" y="110298"/>
                  </a:cubicBezTo>
                  <a:cubicBezTo>
                    <a:pt x="299083" y="122286"/>
                    <a:pt x="285461" y="134183"/>
                    <a:pt x="271907" y="146157"/>
                  </a:cubicBezTo>
                  <a:cubicBezTo>
                    <a:pt x="265481" y="151833"/>
                    <a:pt x="259168" y="157637"/>
                    <a:pt x="252743" y="163313"/>
                  </a:cubicBezTo>
                  <a:cubicBezTo>
                    <a:pt x="239188" y="175286"/>
                    <a:pt x="225576" y="187195"/>
                    <a:pt x="212021" y="199168"/>
                  </a:cubicBezTo>
                  <a:cubicBezTo>
                    <a:pt x="205596" y="204844"/>
                    <a:pt x="199283" y="210647"/>
                    <a:pt x="192857" y="216324"/>
                  </a:cubicBezTo>
                  <a:cubicBezTo>
                    <a:pt x="179303" y="228297"/>
                    <a:pt x="165711" y="240229"/>
                    <a:pt x="152128" y="252170"/>
                  </a:cubicBezTo>
                  <a:cubicBezTo>
                    <a:pt x="144741" y="258664"/>
                    <a:pt x="137339" y="265142"/>
                    <a:pt x="129804" y="271750"/>
                  </a:cubicBezTo>
                  <a:cubicBezTo>
                    <a:pt x="134169" y="275773"/>
                    <a:pt x="138499" y="279925"/>
                    <a:pt x="142999" y="283884"/>
                  </a:cubicBezTo>
                  <a:cubicBezTo>
                    <a:pt x="158631" y="297636"/>
                    <a:pt x="174338" y="311305"/>
                    <a:pt x="189986" y="325040"/>
                  </a:cubicBezTo>
                  <a:cubicBezTo>
                    <a:pt x="201154" y="334844"/>
                    <a:pt x="212282" y="344692"/>
                    <a:pt x="223410" y="354541"/>
                  </a:cubicBezTo>
                  <a:cubicBezTo>
                    <a:pt x="240714" y="369856"/>
                    <a:pt x="257997" y="385193"/>
                    <a:pt x="275298" y="400512"/>
                  </a:cubicBezTo>
                  <a:cubicBezTo>
                    <a:pt x="286546" y="410471"/>
                    <a:pt x="297810" y="420413"/>
                    <a:pt x="309066" y="430364"/>
                  </a:cubicBezTo>
                  <a:cubicBezTo>
                    <a:pt x="323228" y="442883"/>
                    <a:pt x="337675" y="455099"/>
                    <a:pt x="351459" y="468022"/>
                  </a:cubicBezTo>
                  <a:lnTo>
                    <a:pt x="357778" y="472377"/>
                  </a:lnTo>
                  <a:lnTo>
                    <a:pt x="357778" y="539519"/>
                  </a:lnTo>
                  <a:lnTo>
                    <a:pt x="342024" y="536994"/>
                  </a:lnTo>
                  <a:cubicBezTo>
                    <a:pt x="316949" y="530698"/>
                    <a:pt x="292099" y="523364"/>
                    <a:pt x="267464" y="515498"/>
                  </a:cubicBezTo>
                  <a:cubicBezTo>
                    <a:pt x="246012" y="508647"/>
                    <a:pt x="225096" y="500137"/>
                    <a:pt x="203742" y="492961"/>
                  </a:cubicBezTo>
                  <a:cubicBezTo>
                    <a:pt x="185457" y="486816"/>
                    <a:pt x="166583" y="483032"/>
                    <a:pt x="147465" y="480187"/>
                  </a:cubicBezTo>
                  <a:cubicBezTo>
                    <a:pt x="128246" y="477328"/>
                    <a:pt x="108942" y="476519"/>
                    <a:pt x="89688" y="477622"/>
                  </a:cubicBezTo>
                  <a:cubicBezTo>
                    <a:pt x="74879" y="478471"/>
                    <a:pt x="59956" y="480530"/>
                    <a:pt x="45527" y="483931"/>
                  </a:cubicBezTo>
                  <a:cubicBezTo>
                    <a:pt x="30770" y="487410"/>
                    <a:pt x="16555" y="493185"/>
                    <a:pt x="2092" y="497926"/>
                  </a:cubicBezTo>
                  <a:cubicBezTo>
                    <a:pt x="1664" y="498066"/>
                    <a:pt x="1130" y="497884"/>
                    <a:pt x="88" y="497814"/>
                  </a:cubicBezTo>
                  <a:cubicBezTo>
                    <a:pt x="88" y="488724"/>
                    <a:pt x="88" y="479633"/>
                    <a:pt x="88" y="470541"/>
                  </a:cubicBezTo>
                  <a:cubicBezTo>
                    <a:pt x="88" y="464813"/>
                    <a:pt x="162" y="459083"/>
                    <a:pt x="55" y="453356"/>
                  </a:cubicBezTo>
                  <a:cubicBezTo>
                    <a:pt x="7" y="450797"/>
                    <a:pt x="611" y="449576"/>
                    <a:pt x="3439" y="448590"/>
                  </a:cubicBezTo>
                  <a:cubicBezTo>
                    <a:pt x="20028" y="442807"/>
                    <a:pt x="37005" y="438902"/>
                    <a:pt x="54329" y="436006"/>
                  </a:cubicBezTo>
                  <a:cubicBezTo>
                    <a:pt x="77347" y="432158"/>
                    <a:pt x="100515" y="431352"/>
                    <a:pt x="123668" y="432434"/>
                  </a:cubicBezTo>
                  <a:cubicBezTo>
                    <a:pt x="138829" y="433143"/>
                    <a:pt x="153900" y="435994"/>
                    <a:pt x="168986" y="438066"/>
                  </a:cubicBezTo>
                  <a:cubicBezTo>
                    <a:pt x="193221" y="441396"/>
                    <a:pt x="216400" y="448830"/>
                    <a:pt x="239384" y="456832"/>
                  </a:cubicBezTo>
                  <a:cubicBezTo>
                    <a:pt x="255254" y="462358"/>
                    <a:pt x="270907" y="468508"/>
                    <a:pt x="286667" y="474353"/>
                  </a:cubicBezTo>
                  <a:cubicBezTo>
                    <a:pt x="287093" y="474511"/>
                    <a:pt x="287629" y="474373"/>
                    <a:pt x="289345" y="474373"/>
                  </a:cubicBezTo>
                  <a:cubicBezTo>
                    <a:pt x="283814" y="469236"/>
                    <a:pt x="279050" y="464652"/>
                    <a:pt x="274112" y="460263"/>
                  </a:cubicBezTo>
                  <a:cubicBezTo>
                    <a:pt x="266634" y="453617"/>
                    <a:pt x="259024" y="447121"/>
                    <a:pt x="251491" y="440537"/>
                  </a:cubicBezTo>
                  <a:cubicBezTo>
                    <a:pt x="238363" y="429063"/>
                    <a:pt x="225219" y="417606"/>
                    <a:pt x="212145" y="406071"/>
                  </a:cubicBezTo>
                  <a:cubicBezTo>
                    <a:pt x="205225" y="399965"/>
                    <a:pt x="198499" y="393639"/>
                    <a:pt x="191580" y="387533"/>
                  </a:cubicBezTo>
                  <a:cubicBezTo>
                    <a:pt x="178505" y="375997"/>
                    <a:pt x="165338" y="364567"/>
                    <a:pt x="152242" y="353056"/>
                  </a:cubicBezTo>
                  <a:cubicBezTo>
                    <a:pt x="146048" y="347610"/>
                    <a:pt x="139928" y="342078"/>
                    <a:pt x="133777" y="336582"/>
                  </a:cubicBezTo>
                  <a:cubicBezTo>
                    <a:pt x="121111" y="325264"/>
                    <a:pt x="108448" y="313944"/>
                    <a:pt x="95401" y="302284"/>
                  </a:cubicBezTo>
                  <a:cubicBezTo>
                    <a:pt x="64049" y="330011"/>
                    <a:pt x="32687" y="357747"/>
                    <a:pt x="458" y="386250"/>
                  </a:cubicBezTo>
                  <a:cubicBezTo>
                    <a:pt x="275" y="383562"/>
                    <a:pt x="102" y="382199"/>
                    <a:pt x="100" y="380835"/>
                  </a:cubicBezTo>
                  <a:cubicBezTo>
                    <a:pt x="82" y="364632"/>
                    <a:pt x="219" y="348427"/>
                    <a:pt x="3" y="332226"/>
                  </a:cubicBezTo>
                  <a:cubicBezTo>
                    <a:pt x="-57" y="327736"/>
                    <a:pt x="665" y="324591"/>
                    <a:pt x="4762" y="321678"/>
                  </a:cubicBezTo>
                  <a:cubicBezTo>
                    <a:pt x="10916" y="317302"/>
                    <a:pt x="16258" y="311784"/>
                    <a:pt x="21931" y="306734"/>
                  </a:cubicBezTo>
                  <a:cubicBezTo>
                    <a:pt x="34009" y="295983"/>
                    <a:pt x="46073" y="285217"/>
                    <a:pt x="58158" y="274472"/>
                  </a:cubicBezTo>
                  <a:cubicBezTo>
                    <a:pt x="59138" y="273601"/>
                    <a:pt x="60225" y="272849"/>
                    <a:pt x="61321" y="271996"/>
                  </a:cubicBezTo>
                  <a:cubicBezTo>
                    <a:pt x="54213" y="265908"/>
                    <a:pt x="47530" y="260346"/>
                    <a:pt x="41028" y="254579"/>
                  </a:cubicBezTo>
                  <a:cubicBezTo>
                    <a:pt x="28321" y="243307"/>
                    <a:pt x="15628" y="232014"/>
                    <a:pt x="3169" y="220471"/>
                  </a:cubicBezTo>
                  <a:cubicBezTo>
                    <a:pt x="1445" y="218874"/>
                    <a:pt x="252" y="215818"/>
                    <a:pt x="220" y="213419"/>
                  </a:cubicBezTo>
                  <a:cubicBezTo>
                    <a:pt x="-21" y="195133"/>
                    <a:pt x="88" y="176842"/>
                    <a:pt x="88" y="157516"/>
                  </a:cubicBezTo>
                  <a:cubicBezTo>
                    <a:pt x="3681" y="160437"/>
                    <a:pt x="6676" y="162684"/>
                    <a:pt x="9458" y="165169"/>
                  </a:cubicBezTo>
                  <a:cubicBezTo>
                    <a:pt x="19599" y="174228"/>
                    <a:pt x="29588" y="183459"/>
                    <a:pt x="39786" y="192454"/>
                  </a:cubicBezTo>
                  <a:cubicBezTo>
                    <a:pt x="55037" y="205904"/>
                    <a:pt x="70430" y="219193"/>
                    <a:pt x="85725" y="232594"/>
                  </a:cubicBezTo>
                  <a:cubicBezTo>
                    <a:pt x="87813" y="234424"/>
                    <a:pt x="89692" y="236493"/>
                    <a:pt x="91642" y="238476"/>
                  </a:cubicBezTo>
                  <a:cubicBezTo>
                    <a:pt x="94109" y="240984"/>
                    <a:pt x="96429" y="240913"/>
                    <a:pt x="99048" y="238520"/>
                  </a:cubicBezTo>
                  <a:cubicBezTo>
                    <a:pt x="109087" y="229348"/>
                    <a:pt x="119139" y="220189"/>
                    <a:pt x="129328" y="211184"/>
                  </a:cubicBezTo>
                  <a:cubicBezTo>
                    <a:pt x="144931" y="197392"/>
                    <a:pt x="160692" y="183779"/>
                    <a:pt x="176308" y="170002"/>
                  </a:cubicBezTo>
                  <a:cubicBezTo>
                    <a:pt x="186136" y="161329"/>
                    <a:pt x="195759" y="152423"/>
                    <a:pt x="205587" y="143751"/>
                  </a:cubicBezTo>
                  <a:cubicBezTo>
                    <a:pt x="218294" y="132539"/>
                    <a:pt x="231129" y="121473"/>
                    <a:pt x="243878" y="110309"/>
                  </a:cubicBezTo>
                  <a:cubicBezTo>
                    <a:pt x="249837" y="105090"/>
                    <a:pt x="255753" y="99821"/>
                    <a:pt x="261634" y="94514"/>
                  </a:cubicBezTo>
                  <a:cubicBezTo>
                    <a:pt x="268846" y="88006"/>
                    <a:pt x="276000" y="81435"/>
                    <a:pt x="283612" y="74456"/>
                  </a:cubicBezTo>
                  <a:cubicBezTo>
                    <a:pt x="284203" y="73687"/>
                    <a:pt x="284361" y="73353"/>
                    <a:pt x="284519" y="73019"/>
                  </a:cubicBezTo>
                  <a:cubicBezTo>
                    <a:pt x="283962" y="73235"/>
                    <a:pt x="283405" y="73452"/>
                    <a:pt x="282849" y="73669"/>
                  </a:cubicBezTo>
                  <a:cubicBezTo>
                    <a:pt x="272365" y="77301"/>
                    <a:pt x="261778" y="80662"/>
                    <a:pt x="251418" y="84621"/>
                  </a:cubicBezTo>
                  <a:cubicBezTo>
                    <a:pt x="227944" y="93592"/>
                    <a:pt x="204150" y="101344"/>
                    <a:pt x="179436" y="106240"/>
                  </a:cubicBezTo>
                  <a:cubicBezTo>
                    <a:pt x="162090" y="109676"/>
                    <a:pt x="144719" y="112567"/>
                    <a:pt x="127011" y="113033"/>
                  </a:cubicBezTo>
                  <a:cubicBezTo>
                    <a:pt x="114482" y="113363"/>
                    <a:pt x="101899" y="114584"/>
                    <a:pt x="89435" y="113831"/>
                  </a:cubicBezTo>
                  <a:cubicBezTo>
                    <a:pt x="60182" y="112066"/>
                    <a:pt x="31317" y="107608"/>
                    <a:pt x="3609" y="97480"/>
                  </a:cubicBezTo>
                  <a:cubicBezTo>
                    <a:pt x="2249" y="96983"/>
                    <a:pt x="259" y="95493"/>
                    <a:pt x="245" y="94442"/>
                  </a:cubicBezTo>
                  <a:cubicBezTo>
                    <a:pt x="26" y="79107"/>
                    <a:pt x="95" y="63769"/>
                    <a:pt x="95" y="47894"/>
                  </a:cubicBezTo>
                  <a:cubicBezTo>
                    <a:pt x="7164" y="50479"/>
                    <a:pt x="13654" y="52939"/>
                    <a:pt x="20203" y="55230"/>
                  </a:cubicBezTo>
                  <a:cubicBezTo>
                    <a:pt x="35129" y="60451"/>
                    <a:pt x="50480" y="63661"/>
                    <a:pt x="66127" y="66070"/>
                  </a:cubicBezTo>
                  <a:cubicBezTo>
                    <a:pt x="83884" y="68803"/>
                    <a:pt x="101694" y="69546"/>
                    <a:pt x="119487" y="68671"/>
                  </a:cubicBezTo>
                  <a:cubicBezTo>
                    <a:pt x="145091" y="67413"/>
                    <a:pt x="170496" y="63631"/>
                    <a:pt x="194931" y="55766"/>
                  </a:cubicBezTo>
                  <a:cubicBezTo>
                    <a:pt x="227541" y="45270"/>
                    <a:pt x="259628" y="33144"/>
                    <a:pt x="292267" y="22744"/>
                  </a:cubicBezTo>
                  <a:cubicBezTo>
                    <a:pt x="312814" y="16197"/>
                    <a:pt x="333817" y="10883"/>
                    <a:pt x="354888" y="6254"/>
                  </a:cubicBezTo>
                  <a:cubicBezTo>
                    <a:pt x="368143" y="3342"/>
                    <a:pt x="381863" y="2136"/>
                    <a:pt x="395445" y="1228"/>
                  </a:cubicBezTo>
                  <a:cubicBezTo>
                    <a:pt x="410546" y="220"/>
                    <a:pt x="425772" y="-436"/>
                    <a:pt x="440861" y="34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96" name="Rectangle 2895">
              <a:extLst>
                <a:ext uri="{FF2B5EF4-FFF2-40B4-BE49-F238E27FC236}">
                  <a16:creationId xmlns:a16="http://schemas.microsoft.com/office/drawing/2014/main" id="{C993CF6D-D209-1C2B-2D16-8C4A168CC361}"/>
                </a:ext>
                <a:ext uri="{C183D7F6-B498-43B3-948B-1728B52AA6E4}">
                  <adec:decorative xmlns:adec="http://schemas.microsoft.com/office/drawing/2017/decorative" val="1"/>
                </a:ext>
              </a:extLst>
            </p:cNvPr>
            <p:cNvSpPr/>
            <p:nvPr/>
          </p:nvSpPr>
          <p:spPr>
            <a:xfrm>
              <a:off x="1562512" y="1161026"/>
              <a:ext cx="38385" cy="38385"/>
            </a:xfrm>
            <a:prstGeom prst="rect">
              <a:avLst/>
            </a:prstGeom>
            <a:solidFill>
              <a:schemeClr val="bg1"/>
            </a:solidFill>
            <a:ln w="6350" cap="flat">
              <a:noFill/>
              <a:prstDash val="solid"/>
              <a:miter/>
            </a:ln>
          </p:spPr>
          <p:txBody>
            <a:bodyPr rtlCol="0" anchor="ctr"/>
            <a:lstStyle/>
            <a:p>
              <a:endParaRPr lang="en-US"/>
            </a:p>
          </p:txBody>
        </p:sp>
      </p:grpSp>
      <p:grpSp>
        <p:nvGrpSpPr>
          <p:cNvPr id="89" name="Group 88">
            <a:extLst>
              <a:ext uri="{FF2B5EF4-FFF2-40B4-BE49-F238E27FC236}">
                <a16:creationId xmlns:a16="http://schemas.microsoft.com/office/drawing/2014/main" id="{D7D15C4E-DDE3-EA84-01B2-EBECF4897A20}"/>
              </a:ext>
              <a:ext uri="{C183D7F6-B498-43B3-948B-1728B52AA6E4}">
                <adec:decorative xmlns:adec="http://schemas.microsoft.com/office/drawing/2017/decorative" val="1"/>
              </a:ext>
            </a:extLst>
          </p:cNvPr>
          <p:cNvGrpSpPr>
            <a:grpSpLocks noChangeAspect="1"/>
          </p:cNvGrpSpPr>
          <p:nvPr/>
        </p:nvGrpSpPr>
        <p:grpSpPr>
          <a:xfrm>
            <a:off x="1967869" y="810791"/>
            <a:ext cx="427634" cy="457200"/>
            <a:chOff x="1967869" y="810791"/>
            <a:chExt cx="427634" cy="457200"/>
          </a:xfrm>
          <a:solidFill>
            <a:srgbClr val="FF0000"/>
          </a:solidFill>
        </p:grpSpPr>
        <p:sp>
          <p:nvSpPr>
            <p:cNvPr id="2899" name="Freeform: Shape 2898">
              <a:extLst>
                <a:ext uri="{FF2B5EF4-FFF2-40B4-BE49-F238E27FC236}">
                  <a16:creationId xmlns:a16="http://schemas.microsoft.com/office/drawing/2014/main" id="{39C86292-95F2-9FB7-F99E-A025AE2CDF0E}"/>
                </a:ext>
                <a:ext uri="{C183D7F6-B498-43B3-948B-1728B52AA6E4}">
                  <adec:decorative xmlns:adec="http://schemas.microsoft.com/office/drawing/2017/decorative" val="1"/>
                </a:ext>
              </a:extLst>
            </p:cNvPr>
            <p:cNvSpPr/>
            <p:nvPr/>
          </p:nvSpPr>
          <p:spPr>
            <a:xfrm>
              <a:off x="2165848" y="1126766"/>
              <a:ext cx="31676" cy="31676"/>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dirty="0"/>
            </a:p>
          </p:txBody>
        </p:sp>
        <p:sp>
          <p:nvSpPr>
            <p:cNvPr id="2903" name="Freeform: Shape 2902">
              <a:extLst>
                <a:ext uri="{FF2B5EF4-FFF2-40B4-BE49-F238E27FC236}">
                  <a16:creationId xmlns:a16="http://schemas.microsoft.com/office/drawing/2014/main" id="{2980B5F3-D1F8-C3C4-3F49-F2317CD92A4F}"/>
                </a:ext>
                <a:ext uri="{C183D7F6-B498-43B3-948B-1728B52AA6E4}">
                  <adec:decorative xmlns:adec="http://schemas.microsoft.com/office/drawing/2017/decorative" val="1"/>
                </a:ext>
              </a:extLst>
            </p:cNvPr>
            <p:cNvSpPr/>
            <p:nvPr/>
          </p:nvSpPr>
          <p:spPr>
            <a:xfrm>
              <a:off x="1967869" y="810791"/>
              <a:ext cx="427634" cy="457200"/>
            </a:xfrm>
            <a:custGeom>
              <a:avLst/>
              <a:gdLst>
                <a:gd name="connsiteX0" fmla="*/ 3207262 w 6414508"/>
                <a:gd name="connsiteY0" fmla="*/ 5986891 h 6858000"/>
                <a:gd name="connsiteX1" fmla="*/ 2930086 w 6414508"/>
                <a:gd name="connsiteY1" fmla="*/ 6264060 h 6858000"/>
                <a:gd name="connsiteX2" fmla="*/ 3207262 w 6414508"/>
                <a:gd name="connsiteY2" fmla="*/ 6541229 h 6858000"/>
                <a:gd name="connsiteX3" fmla="*/ 3484431 w 6414508"/>
                <a:gd name="connsiteY3" fmla="*/ 6264060 h 6858000"/>
                <a:gd name="connsiteX4" fmla="*/ 3207262 w 6414508"/>
                <a:gd name="connsiteY4" fmla="*/ 5986891 h 6858000"/>
                <a:gd name="connsiteX5" fmla="*/ 3048872 w 6414508"/>
                <a:gd name="connsiteY5" fmla="*/ 5411359 h 6858000"/>
                <a:gd name="connsiteX6" fmla="*/ 3365637 w 6414508"/>
                <a:gd name="connsiteY6" fmla="*/ 5411359 h 6858000"/>
                <a:gd name="connsiteX7" fmla="*/ 3365637 w 6414508"/>
                <a:gd name="connsiteY7" fmla="*/ 5692576 h 6858000"/>
                <a:gd name="connsiteX8" fmla="*/ 3676470 w 6414508"/>
                <a:gd name="connsiteY8" fmla="*/ 5901261 h 6858000"/>
                <a:gd name="connsiteX9" fmla="*/ 3801195 w 6414508"/>
                <a:gd name="connsiteY9" fmla="*/ 6264060 h 6858000"/>
                <a:gd name="connsiteX10" fmla="*/ 3207262 w 6414508"/>
                <a:gd name="connsiteY10" fmla="*/ 6858000 h 6858000"/>
                <a:gd name="connsiteX11" fmla="*/ 2613321 w 6414508"/>
                <a:gd name="connsiteY11" fmla="*/ 6264060 h 6858000"/>
                <a:gd name="connsiteX12" fmla="*/ 3044916 w 6414508"/>
                <a:gd name="connsiteY12" fmla="*/ 5693881 h 6858000"/>
                <a:gd name="connsiteX13" fmla="*/ 3048872 w 6414508"/>
                <a:gd name="connsiteY13" fmla="*/ 5693832 h 6858000"/>
                <a:gd name="connsiteX14" fmla="*/ 5381060 w 6414508"/>
                <a:gd name="connsiteY14" fmla="*/ 5123696 h 6858000"/>
                <a:gd name="connsiteX15" fmla="*/ 5103891 w 6414508"/>
                <a:gd name="connsiteY15" fmla="*/ 5396908 h 6858000"/>
                <a:gd name="connsiteX16" fmla="*/ 5381060 w 6414508"/>
                <a:gd name="connsiteY16" fmla="*/ 5670120 h 6858000"/>
                <a:gd name="connsiteX17" fmla="*/ 5658236 w 6414508"/>
                <a:gd name="connsiteY17" fmla="*/ 5396908 h 6858000"/>
                <a:gd name="connsiteX18" fmla="*/ 5381060 w 6414508"/>
                <a:gd name="connsiteY18" fmla="*/ 5123696 h 6858000"/>
                <a:gd name="connsiteX19" fmla="*/ 1021571 w 6414508"/>
                <a:gd name="connsiteY19" fmla="*/ 5123696 h 6858000"/>
                <a:gd name="connsiteX20" fmla="*/ 748359 w 6414508"/>
                <a:gd name="connsiteY20" fmla="*/ 5396908 h 6858000"/>
                <a:gd name="connsiteX21" fmla="*/ 1021571 w 6414508"/>
                <a:gd name="connsiteY21" fmla="*/ 5670120 h 6858000"/>
                <a:gd name="connsiteX22" fmla="*/ 1294783 w 6414508"/>
                <a:gd name="connsiteY22" fmla="*/ 5396908 h 6858000"/>
                <a:gd name="connsiteX23" fmla="*/ 1021571 w 6414508"/>
                <a:gd name="connsiteY23" fmla="*/ 5123696 h 6858000"/>
                <a:gd name="connsiteX24" fmla="*/ 5816618 w 6414508"/>
                <a:gd name="connsiteY24" fmla="*/ 3076597 h 6858000"/>
                <a:gd name="connsiteX25" fmla="*/ 5535486 w 6414508"/>
                <a:gd name="connsiteY25" fmla="*/ 3357723 h 6858000"/>
                <a:gd name="connsiteX26" fmla="*/ 5816618 w 6414508"/>
                <a:gd name="connsiteY26" fmla="*/ 3638855 h 6858000"/>
                <a:gd name="connsiteX27" fmla="*/ 6097744 w 6414508"/>
                <a:gd name="connsiteY27" fmla="*/ 3357723 h 6858000"/>
                <a:gd name="connsiteX28" fmla="*/ 5816618 w 6414508"/>
                <a:gd name="connsiteY28" fmla="*/ 3076597 h 6858000"/>
                <a:gd name="connsiteX29" fmla="*/ 593933 w 6414508"/>
                <a:gd name="connsiteY29" fmla="*/ 3076597 h 6858000"/>
                <a:gd name="connsiteX30" fmla="*/ 316764 w 6414508"/>
                <a:gd name="connsiteY30" fmla="*/ 3357723 h 6858000"/>
                <a:gd name="connsiteX31" fmla="*/ 593933 w 6414508"/>
                <a:gd name="connsiteY31" fmla="*/ 3638855 h 6858000"/>
                <a:gd name="connsiteX32" fmla="*/ 871109 w 6414508"/>
                <a:gd name="connsiteY32" fmla="*/ 3357723 h 6858000"/>
                <a:gd name="connsiteX33" fmla="*/ 593933 w 6414508"/>
                <a:gd name="connsiteY33" fmla="*/ 3076597 h 6858000"/>
                <a:gd name="connsiteX34" fmla="*/ 3207261 w 6414508"/>
                <a:gd name="connsiteY34" fmla="*/ 2565813 h 6858000"/>
                <a:gd name="connsiteX35" fmla="*/ 2854858 w 6414508"/>
                <a:gd name="connsiteY35" fmla="*/ 2918217 h 6858000"/>
                <a:gd name="connsiteX36" fmla="*/ 3207261 w 6414508"/>
                <a:gd name="connsiteY36" fmla="*/ 3270616 h 6858000"/>
                <a:gd name="connsiteX37" fmla="*/ 3559660 w 6414508"/>
                <a:gd name="connsiteY37" fmla="*/ 2918217 h 6858000"/>
                <a:gd name="connsiteX38" fmla="*/ 3207261 w 6414508"/>
                <a:gd name="connsiteY38" fmla="*/ 2565813 h 6858000"/>
                <a:gd name="connsiteX39" fmla="*/ 3207261 w 6414508"/>
                <a:gd name="connsiteY39" fmla="*/ 2249047 h 6858000"/>
                <a:gd name="connsiteX40" fmla="*/ 3876425 w 6414508"/>
                <a:gd name="connsiteY40" fmla="*/ 2918217 h 6858000"/>
                <a:gd name="connsiteX41" fmla="*/ 3207261 w 6414508"/>
                <a:gd name="connsiteY41" fmla="*/ 3587382 h 6858000"/>
                <a:gd name="connsiteX42" fmla="*/ 2538093 w 6414508"/>
                <a:gd name="connsiteY42" fmla="*/ 2918217 h 6858000"/>
                <a:gd name="connsiteX43" fmla="*/ 3207261 w 6414508"/>
                <a:gd name="connsiteY43" fmla="*/ 2249047 h 6858000"/>
                <a:gd name="connsiteX44" fmla="*/ 3199334 w 6414508"/>
                <a:gd name="connsiteY44" fmla="*/ 1924355 h 6858000"/>
                <a:gd name="connsiteX45" fmla="*/ 1762009 w 6414508"/>
                <a:gd name="connsiteY45" fmla="*/ 3365643 h 6858000"/>
                <a:gd name="connsiteX46" fmla="*/ 2161928 w 6414508"/>
                <a:gd name="connsiteY46" fmla="*/ 4363460 h 6858000"/>
                <a:gd name="connsiteX47" fmla="*/ 3199334 w 6414508"/>
                <a:gd name="connsiteY47" fmla="*/ 3710126 h 6858000"/>
                <a:gd name="connsiteX48" fmla="*/ 4236746 w 6414508"/>
                <a:gd name="connsiteY48" fmla="*/ 4363460 h 6858000"/>
                <a:gd name="connsiteX49" fmla="*/ 4636665 w 6414508"/>
                <a:gd name="connsiteY49" fmla="*/ 3365643 h 6858000"/>
                <a:gd name="connsiteX50" fmla="*/ 3199334 w 6414508"/>
                <a:gd name="connsiteY50" fmla="*/ 1924355 h 6858000"/>
                <a:gd name="connsiteX51" fmla="*/ 5381060 w 6414508"/>
                <a:gd name="connsiteY51" fmla="*/ 1045333 h 6858000"/>
                <a:gd name="connsiteX52" fmla="*/ 5103891 w 6414508"/>
                <a:gd name="connsiteY52" fmla="*/ 1326465 h 6858000"/>
                <a:gd name="connsiteX53" fmla="*/ 5381060 w 6414508"/>
                <a:gd name="connsiteY53" fmla="*/ 1607591 h 6858000"/>
                <a:gd name="connsiteX54" fmla="*/ 5658236 w 6414508"/>
                <a:gd name="connsiteY54" fmla="*/ 1326465 h 6858000"/>
                <a:gd name="connsiteX55" fmla="*/ 5381060 w 6414508"/>
                <a:gd name="connsiteY55" fmla="*/ 1045333 h 6858000"/>
                <a:gd name="connsiteX56" fmla="*/ 1021571 w 6414508"/>
                <a:gd name="connsiteY56" fmla="*/ 1045333 h 6858000"/>
                <a:gd name="connsiteX57" fmla="*/ 748359 w 6414508"/>
                <a:gd name="connsiteY57" fmla="*/ 1326465 h 6858000"/>
                <a:gd name="connsiteX58" fmla="*/ 1021571 w 6414508"/>
                <a:gd name="connsiteY58" fmla="*/ 1607591 h 6858000"/>
                <a:gd name="connsiteX59" fmla="*/ 1294783 w 6414508"/>
                <a:gd name="connsiteY59" fmla="*/ 1326465 h 6858000"/>
                <a:gd name="connsiteX60" fmla="*/ 1021571 w 6414508"/>
                <a:gd name="connsiteY60" fmla="*/ 1045333 h 6858000"/>
                <a:gd name="connsiteX61" fmla="*/ 3199334 w 6414508"/>
                <a:gd name="connsiteY61" fmla="*/ 324685 h 6858000"/>
                <a:gd name="connsiteX62" fmla="*/ 2922165 w 6414508"/>
                <a:gd name="connsiteY62" fmla="*/ 605818 h 6858000"/>
                <a:gd name="connsiteX63" fmla="*/ 3199334 w 6414508"/>
                <a:gd name="connsiteY63" fmla="*/ 886950 h 6858000"/>
                <a:gd name="connsiteX64" fmla="*/ 3476510 w 6414508"/>
                <a:gd name="connsiteY64" fmla="*/ 605818 h 6858000"/>
                <a:gd name="connsiteX65" fmla="*/ 3199334 w 6414508"/>
                <a:gd name="connsiteY65" fmla="*/ 324685 h 6858000"/>
                <a:gd name="connsiteX66" fmla="*/ 3199334 w 6414508"/>
                <a:gd name="connsiteY66" fmla="*/ 0 h 6858000"/>
                <a:gd name="connsiteX67" fmla="*/ 3793274 w 6414508"/>
                <a:gd name="connsiteY67" fmla="*/ 597897 h 6858000"/>
                <a:gd name="connsiteX68" fmla="*/ 3353759 w 6414508"/>
                <a:gd name="connsiteY68" fmla="*/ 1175997 h 6858000"/>
                <a:gd name="connsiteX69" fmla="*/ 3353759 w 6414508"/>
                <a:gd name="connsiteY69" fmla="*/ 1611555 h 6858000"/>
                <a:gd name="connsiteX70" fmla="*/ 4399092 w 6414508"/>
                <a:gd name="connsiteY70" fmla="*/ 2082737 h 6858000"/>
                <a:gd name="connsiteX71" fmla="*/ 4866318 w 6414508"/>
                <a:gd name="connsiteY71" fmla="*/ 1623432 h 6858000"/>
                <a:gd name="connsiteX72" fmla="*/ 4787127 w 6414508"/>
                <a:gd name="connsiteY72" fmla="*/ 1326465 h 6858000"/>
                <a:gd name="connsiteX73" fmla="*/ 5381060 w 6414508"/>
                <a:gd name="connsiteY73" fmla="*/ 728561 h 6858000"/>
                <a:gd name="connsiteX74" fmla="*/ 5975000 w 6414508"/>
                <a:gd name="connsiteY74" fmla="*/ 1326465 h 6858000"/>
                <a:gd name="connsiteX75" fmla="*/ 5381060 w 6414508"/>
                <a:gd name="connsiteY75" fmla="*/ 1924355 h 6858000"/>
                <a:gd name="connsiteX76" fmla="*/ 5092014 w 6414508"/>
                <a:gd name="connsiteY76" fmla="*/ 1849128 h 6858000"/>
                <a:gd name="connsiteX77" fmla="*/ 4612903 w 6414508"/>
                <a:gd name="connsiteY77" fmla="*/ 2320311 h 6858000"/>
                <a:gd name="connsiteX78" fmla="*/ 4949466 w 6414508"/>
                <a:gd name="connsiteY78" fmla="*/ 3199340 h 6858000"/>
                <a:gd name="connsiteX79" fmla="*/ 5242476 w 6414508"/>
                <a:gd name="connsiteY79" fmla="*/ 3199340 h 6858000"/>
                <a:gd name="connsiteX80" fmla="*/ 5816618 w 6414508"/>
                <a:gd name="connsiteY80" fmla="*/ 2759833 h 6858000"/>
                <a:gd name="connsiteX81" fmla="*/ 6414508 w 6414508"/>
                <a:gd name="connsiteY81" fmla="*/ 3357723 h 6858000"/>
                <a:gd name="connsiteX82" fmla="*/ 5816618 w 6414508"/>
                <a:gd name="connsiteY82" fmla="*/ 3955620 h 6858000"/>
                <a:gd name="connsiteX83" fmla="*/ 5242476 w 6414508"/>
                <a:gd name="connsiteY83" fmla="*/ 3516105 h 6858000"/>
                <a:gd name="connsiteX84" fmla="*/ 4945509 w 6414508"/>
                <a:gd name="connsiteY84" fmla="*/ 3516105 h 6858000"/>
                <a:gd name="connsiteX85" fmla="*/ 4608947 w 6414508"/>
                <a:gd name="connsiteY85" fmla="*/ 4407012 h 6858000"/>
                <a:gd name="connsiteX86" fmla="*/ 5088057 w 6414508"/>
                <a:gd name="connsiteY86" fmla="*/ 4882166 h 6858000"/>
                <a:gd name="connsiteX87" fmla="*/ 5377103 w 6414508"/>
                <a:gd name="connsiteY87" fmla="*/ 4806931 h 6858000"/>
                <a:gd name="connsiteX88" fmla="*/ 5971036 w 6414508"/>
                <a:gd name="connsiteY88" fmla="*/ 5396908 h 6858000"/>
                <a:gd name="connsiteX89" fmla="*/ 5377103 w 6414508"/>
                <a:gd name="connsiteY89" fmla="*/ 5986884 h 6858000"/>
                <a:gd name="connsiteX90" fmla="*/ 4783163 w 6414508"/>
                <a:gd name="connsiteY90" fmla="*/ 5396908 h 6858000"/>
                <a:gd name="connsiteX91" fmla="*/ 4862354 w 6414508"/>
                <a:gd name="connsiteY91" fmla="*/ 5103898 h 6858000"/>
                <a:gd name="connsiteX92" fmla="*/ 4399092 w 6414508"/>
                <a:gd name="connsiteY92" fmla="*/ 4644585 h 6858000"/>
                <a:gd name="connsiteX93" fmla="*/ 3943736 w 6414508"/>
                <a:gd name="connsiteY93" fmla="*/ 4954699 h 6858000"/>
                <a:gd name="connsiteX94" fmla="*/ 3943736 w 6414508"/>
                <a:gd name="connsiteY94" fmla="*/ 4961350 h 6858000"/>
                <a:gd name="connsiteX95" fmla="*/ 3641416 w 6414508"/>
                <a:gd name="connsiteY95" fmla="*/ 5059323 h 6858000"/>
                <a:gd name="connsiteX96" fmla="*/ 3641416 w 6414508"/>
                <a:gd name="connsiteY96" fmla="*/ 4724199 h 6858000"/>
                <a:gd name="connsiteX97" fmla="*/ 3939779 w 6414508"/>
                <a:gd name="connsiteY97" fmla="*/ 4602641 h 6858000"/>
                <a:gd name="connsiteX98" fmla="*/ 3939779 w 6414508"/>
                <a:gd name="connsiteY98" fmla="*/ 4597076 h 6858000"/>
                <a:gd name="connsiteX99" fmla="*/ 3979374 w 6414508"/>
                <a:gd name="connsiteY99" fmla="*/ 4573315 h 6858000"/>
                <a:gd name="connsiteX100" fmla="*/ 3195377 w 6414508"/>
                <a:gd name="connsiteY100" fmla="*/ 4026897 h 6858000"/>
                <a:gd name="connsiteX101" fmla="*/ 2411379 w 6414508"/>
                <a:gd name="connsiteY101" fmla="*/ 4573315 h 6858000"/>
                <a:gd name="connsiteX102" fmla="*/ 2450982 w 6414508"/>
                <a:gd name="connsiteY102" fmla="*/ 4597076 h 6858000"/>
                <a:gd name="connsiteX103" fmla="*/ 2450982 w 6414508"/>
                <a:gd name="connsiteY103" fmla="*/ 4602105 h 6858000"/>
                <a:gd name="connsiteX104" fmla="*/ 2773092 w 6414508"/>
                <a:gd name="connsiteY104" fmla="*/ 4733340 h 6858000"/>
                <a:gd name="connsiteX105" fmla="*/ 2773092 w 6414508"/>
                <a:gd name="connsiteY105" fmla="*/ 5066594 h 6858000"/>
                <a:gd name="connsiteX106" fmla="*/ 2448337 w 6414508"/>
                <a:gd name="connsiteY106" fmla="*/ 4961350 h 6858000"/>
                <a:gd name="connsiteX107" fmla="*/ 2448337 w 6414508"/>
                <a:gd name="connsiteY107" fmla="*/ 4955594 h 6858000"/>
                <a:gd name="connsiteX108" fmla="*/ 1991669 w 6414508"/>
                <a:gd name="connsiteY108" fmla="*/ 4644585 h 6858000"/>
                <a:gd name="connsiteX109" fmla="*/ 1532356 w 6414508"/>
                <a:gd name="connsiteY109" fmla="*/ 5107855 h 6858000"/>
                <a:gd name="connsiteX110" fmla="*/ 1607584 w 6414508"/>
                <a:gd name="connsiteY110" fmla="*/ 5396908 h 6858000"/>
                <a:gd name="connsiteX111" fmla="*/ 1017614 w 6414508"/>
                <a:gd name="connsiteY111" fmla="*/ 5986884 h 6858000"/>
                <a:gd name="connsiteX112" fmla="*/ 427638 w 6414508"/>
                <a:gd name="connsiteY112" fmla="*/ 5396908 h 6858000"/>
                <a:gd name="connsiteX113" fmla="*/ 1017614 w 6414508"/>
                <a:gd name="connsiteY113" fmla="*/ 4806931 h 6858000"/>
                <a:gd name="connsiteX114" fmla="*/ 1306660 w 6414508"/>
                <a:gd name="connsiteY114" fmla="*/ 4882166 h 6858000"/>
                <a:gd name="connsiteX115" fmla="*/ 1781807 w 6414508"/>
                <a:gd name="connsiteY115" fmla="*/ 4403055 h 6858000"/>
                <a:gd name="connsiteX116" fmla="*/ 1449201 w 6414508"/>
                <a:gd name="connsiteY116" fmla="*/ 3516105 h 6858000"/>
                <a:gd name="connsiteX117" fmla="*/ 1164112 w 6414508"/>
                <a:gd name="connsiteY117" fmla="*/ 3516105 h 6858000"/>
                <a:gd name="connsiteX118" fmla="*/ 593933 w 6414508"/>
                <a:gd name="connsiteY118" fmla="*/ 3955620 h 6858000"/>
                <a:gd name="connsiteX119" fmla="*/ 0 w 6414508"/>
                <a:gd name="connsiteY119" fmla="*/ 3357723 h 6858000"/>
                <a:gd name="connsiteX120" fmla="*/ 593933 w 6414508"/>
                <a:gd name="connsiteY120" fmla="*/ 2759833 h 6858000"/>
                <a:gd name="connsiteX121" fmla="*/ 1164112 w 6414508"/>
                <a:gd name="connsiteY121" fmla="*/ 3199340 h 6858000"/>
                <a:gd name="connsiteX122" fmla="*/ 1449201 w 6414508"/>
                <a:gd name="connsiteY122" fmla="*/ 3199340 h 6858000"/>
                <a:gd name="connsiteX123" fmla="*/ 1785771 w 6414508"/>
                <a:gd name="connsiteY123" fmla="*/ 2324275 h 6858000"/>
                <a:gd name="connsiteX124" fmla="*/ 1310624 w 6414508"/>
                <a:gd name="connsiteY124" fmla="*/ 1849128 h 6858000"/>
                <a:gd name="connsiteX125" fmla="*/ 1021571 w 6414508"/>
                <a:gd name="connsiteY125" fmla="*/ 1924355 h 6858000"/>
                <a:gd name="connsiteX126" fmla="*/ 431594 w 6414508"/>
                <a:gd name="connsiteY126" fmla="*/ 1326465 h 6858000"/>
                <a:gd name="connsiteX127" fmla="*/ 1021571 w 6414508"/>
                <a:gd name="connsiteY127" fmla="*/ 728561 h 6858000"/>
                <a:gd name="connsiteX128" fmla="*/ 1611547 w 6414508"/>
                <a:gd name="connsiteY128" fmla="*/ 1326465 h 6858000"/>
                <a:gd name="connsiteX129" fmla="*/ 1532356 w 6414508"/>
                <a:gd name="connsiteY129" fmla="*/ 1623432 h 6858000"/>
                <a:gd name="connsiteX130" fmla="*/ 1999589 w 6414508"/>
                <a:gd name="connsiteY130" fmla="*/ 2086701 h 6858000"/>
                <a:gd name="connsiteX131" fmla="*/ 3036995 w 6414508"/>
                <a:gd name="connsiteY131" fmla="*/ 1607591 h 6858000"/>
                <a:gd name="connsiteX132" fmla="*/ 3036995 w 6414508"/>
                <a:gd name="connsiteY132" fmla="*/ 1172040 h 6858000"/>
                <a:gd name="connsiteX133" fmla="*/ 2605400 w 6414508"/>
                <a:gd name="connsiteY133" fmla="*/ 597897 h 6858000"/>
                <a:gd name="connsiteX134" fmla="*/ 3199334 w 6414508"/>
                <a:gd name="connsiteY13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414508" h="6858000">
                  <a:moveTo>
                    <a:pt x="3207262" y="5986891"/>
                  </a:moveTo>
                  <a:cubicBezTo>
                    <a:pt x="3052836" y="5986891"/>
                    <a:pt x="2930086" y="6109635"/>
                    <a:pt x="2930086" y="6264060"/>
                  </a:cubicBezTo>
                  <a:cubicBezTo>
                    <a:pt x="2930086" y="6418485"/>
                    <a:pt x="3052836" y="6541229"/>
                    <a:pt x="3207262" y="6541229"/>
                  </a:cubicBezTo>
                  <a:cubicBezTo>
                    <a:pt x="3361680" y="6541229"/>
                    <a:pt x="3484431" y="6418485"/>
                    <a:pt x="3484431" y="6264060"/>
                  </a:cubicBezTo>
                  <a:cubicBezTo>
                    <a:pt x="3484431" y="6113591"/>
                    <a:pt x="3361680" y="5986891"/>
                    <a:pt x="3207262" y="5986891"/>
                  </a:cubicBezTo>
                  <a:close/>
                  <a:moveTo>
                    <a:pt x="3048872" y="5411359"/>
                  </a:moveTo>
                  <a:lnTo>
                    <a:pt x="3365637" y="5411359"/>
                  </a:lnTo>
                  <a:lnTo>
                    <a:pt x="3365637" y="5692576"/>
                  </a:lnTo>
                  <a:lnTo>
                    <a:pt x="3676470" y="5901261"/>
                  </a:lnTo>
                  <a:cubicBezTo>
                    <a:pt x="3754674" y="6001738"/>
                    <a:pt x="3801195" y="6127457"/>
                    <a:pt x="3801195" y="6264060"/>
                  </a:cubicBezTo>
                  <a:cubicBezTo>
                    <a:pt x="3801195" y="6592702"/>
                    <a:pt x="3535904" y="6858000"/>
                    <a:pt x="3207262" y="6858000"/>
                  </a:cubicBezTo>
                  <a:cubicBezTo>
                    <a:pt x="2878613" y="6858000"/>
                    <a:pt x="2613321" y="6592702"/>
                    <a:pt x="2613321" y="6264060"/>
                  </a:cubicBezTo>
                  <a:cubicBezTo>
                    <a:pt x="2613321" y="5994805"/>
                    <a:pt x="2795458" y="5765152"/>
                    <a:pt x="3044916" y="5693881"/>
                  </a:cubicBezTo>
                  <a:lnTo>
                    <a:pt x="3048872" y="5693832"/>
                  </a:lnTo>
                  <a:close/>
                  <a:moveTo>
                    <a:pt x="5381060" y="5123696"/>
                  </a:moveTo>
                  <a:cubicBezTo>
                    <a:pt x="5226635" y="5123696"/>
                    <a:pt x="5103891" y="5246446"/>
                    <a:pt x="5103891" y="5396908"/>
                  </a:cubicBezTo>
                  <a:cubicBezTo>
                    <a:pt x="5103891" y="5547369"/>
                    <a:pt x="5226635" y="5670120"/>
                    <a:pt x="5381060" y="5670120"/>
                  </a:cubicBezTo>
                  <a:cubicBezTo>
                    <a:pt x="5535486" y="5670120"/>
                    <a:pt x="5658236" y="5547369"/>
                    <a:pt x="5658236" y="5396908"/>
                  </a:cubicBezTo>
                  <a:cubicBezTo>
                    <a:pt x="5658236" y="5246446"/>
                    <a:pt x="5535486" y="5123696"/>
                    <a:pt x="5381060" y="5123696"/>
                  </a:cubicBezTo>
                  <a:close/>
                  <a:moveTo>
                    <a:pt x="1021571" y="5123696"/>
                  </a:moveTo>
                  <a:cubicBezTo>
                    <a:pt x="871109" y="5123696"/>
                    <a:pt x="748359" y="5246446"/>
                    <a:pt x="748359" y="5396908"/>
                  </a:cubicBezTo>
                  <a:cubicBezTo>
                    <a:pt x="748359" y="5547369"/>
                    <a:pt x="871109" y="5670120"/>
                    <a:pt x="1021571" y="5670120"/>
                  </a:cubicBezTo>
                  <a:cubicBezTo>
                    <a:pt x="1172032" y="5670120"/>
                    <a:pt x="1294783" y="5547369"/>
                    <a:pt x="1294783" y="5396908"/>
                  </a:cubicBezTo>
                  <a:cubicBezTo>
                    <a:pt x="1294783" y="5246446"/>
                    <a:pt x="1172032" y="5123696"/>
                    <a:pt x="1021571" y="5123696"/>
                  </a:cubicBezTo>
                  <a:close/>
                  <a:moveTo>
                    <a:pt x="5816618" y="3076597"/>
                  </a:moveTo>
                  <a:cubicBezTo>
                    <a:pt x="5662192" y="3076597"/>
                    <a:pt x="5535486" y="3203304"/>
                    <a:pt x="5535486" y="3357723"/>
                  </a:cubicBezTo>
                  <a:cubicBezTo>
                    <a:pt x="5535486" y="3512148"/>
                    <a:pt x="5662192" y="3638855"/>
                    <a:pt x="5816618" y="3638855"/>
                  </a:cubicBezTo>
                  <a:cubicBezTo>
                    <a:pt x="5971036" y="3638855"/>
                    <a:pt x="6097744" y="3512148"/>
                    <a:pt x="6097744" y="3357723"/>
                  </a:cubicBezTo>
                  <a:cubicBezTo>
                    <a:pt x="6097744" y="3203304"/>
                    <a:pt x="5971036" y="3076597"/>
                    <a:pt x="5816618" y="3076597"/>
                  </a:cubicBezTo>
                  <a:close/>
                  <a:moveTo>
                    <a:pt x="593933" y="3076597"/>
                  </a:moveTo>
                  <a:cubicBezTo>
                    <a:pt x="439515" y="3076597"/>
                    <a:pt x="316764" y="3203304"/>
                    <a:pt x="316764" y="3357723"/>
                  </a:cubicBezTo>
                  <a:cubicBezTo>
                    <a:pt x="316764" y="3512148"/>
                    <a:pt x="439515" y="3638855"/>
                    <a:pt x="593933" y="3638855"/>
                  </a:cubicBezTo>
                  <a:cubicBezTo>
                    <a:pt x="748359" y="3638855"/>
                    <a:pt x="871109" y="3512148"/>
                    <a:pt x="871109" y="3357723"/>
                  </a:cubicBezTo>
                  <a:cubicBezTo>
                    <a:pt x="871109" y="3203304"/>
                    <a:pt x="748359" y="3076597"/>
                    <a:pt x="593933" y="3076597"/>
                  </a:cubicBezTo>
                  <a:close/>
                  <a:moveTo>
                    <a:pt x="3207261" y="2565813"/>
                  </a:moveTo>
                  <a:cubicBezTo>
                    <a:pt x="3013241" y="2565813"/>
                    <a:pt x="2854858" y="2724196"/>
                    <a:pt x="2854858" y="2918217"/>
                  </a:cubicBezTo>
                  <a:cubicBezTo>
                    <a:pt x="2854858" y="3112234"/>
                    <a:pt x="3013241" y="3270616"/>
                    <a:pt x="3207261" y="3270616"/>
                  </a:cubicBezTo>
                  <a:cubicBezTo>
                    <a:pt x="3401278" y="3270616"/>
                    <a:pt x="3559660" y="3112234"/>
                    <a:pt x="3559660" y="2918217"/>
                  </a:cubicBezTo>
                  <a:cubicBezTo>
                    <a:pt x="3559660" y="2724196"/>
                    <a:pt x="3401278" y="2565813"/>
                    <a:pt x="3207261" y="2565813"/>
                  </a:cubicBezTo>
                  <a:close/>
                  <a:moveTo>
                    <a:pt x="3207261" y="2249047"/>
                  </a:moveTo>
                  <a:cubicBezTo>
                    <a:pt x="3575499" y="2249047"/>
                    <a:pt x="3876425" y="2549975"/>
                    <a:pt x="3876425" y="2918217"/>
                  </a:cubicBezTo>
                  <a:cubicBezTo>
                    <a:pt x="3876425" y="3286455"/>
                    <a:pt x="3575499" y="3587382"/>
                    <a:pt x="3207261" y="3587382"/>
                  </a:cubicBezTo>
                  <a:cubicBezTo>
                    <a:pt x="2839020" y="3587382"/>
                    <a:pt x="2538093" y="3286455"/>
                    <a:pt x="2538093" y="2918217"/>
                  </a:cubicBezTo>
                  <a:cubicBezTo>
                    <a:pt x="2538093" y="2549975"/>
                    <a:pt x="2839020" y="2249047"/>
                    <a:pt x="3207261" y="2249047"/>
                  </a:cubicBezTo>
                  <a:close/>
                  <a:moveTo>
                    <a:pt x="3199334" y="1924355"/>
                  </a:moveTo>
                  <a:cubicBezTo>
                    <a:pt x="2407422" y="1924355"/>
                    <a:pt x="1762009" y="2569768"/>
                    <a:pt x="1762009" y="3365643"/>
                  </a:cubicBezTo>
                  <a:cubicBezTo>
                    <a:pt x="1762009" y="3753678"/>
                    <a:pt x="1916435" y="4106088"/>
                    <a:pt x="2161928" y="4363460"/>
                  </a:cubicBezTo>
                  <a:cubicBezTo>
                    <a:pt x="2348029" y="3975417"/>
                    <a:pt x="2743985" y="3710126"/>
                    <a:pt x="3199334" y="3710126"/>
                  </a:cubicBezTo>
                  <a:cubicBezTo>
                    <a:pt x="3654690" y="3710126"/>
                    <a:pt x="4050645" y="3979381"/>
                    <a:pt x="4236746" y="4363460"/>
                  </a:cubicBezTo>
                  <a:cubicBezTo>
                    <a:pt x="4486196" y="4102125"/>
                    <a:pt x="4636665" y="3753678"/>
                    <a:pt x="4636665" y="3365643"/>
                  </a:cubicBezTo>
                  <a:cubicBezTo>
                    <a:pt x="4636665" y="2569768"/>
                    <a:pt x="3991252" y="1924355"/>
                    <a:pt x="3199334" y="1924355"/>
                  </a:cubicBezTo>
                  <a:close/>
                  <a:moveTo>
                    <a:pt x="5381060" y="1045333"/>
                  </a:moveTo>
                  <a:cubicBezTo>
                    <a:pt x="5226635" y="1045333"/>
                    <a:pt x="5103891" y="1172040"/>
                    <a:pt x="5103891" y="1326465"/>
                  </a:cubicBezTo>
                  <a:cubicBezTo>
                    <a:pt x="5103891" y="1480884"/>
                    <a:pt x="5226635" y="1607591"/>
                    <a:pt x="5381060" y="1607591"/>
                  </a:cubicBezTo>
                  <a:cubicBezTo>
                    <a:pt x="5535486" y="1607591"/>
                    <a:pt x="5658236" y="1480884"/>
                    <a:pt x="5658236" y="1326465"/>
                  </a:cubicBezTo>
                  <a:cubicBezTo>
                    <a:pt x="5658236" y="1172040"/>
                    <a:pt x="5535486" y="1045333"/>
                    <a:pt x="5381060" y="1045333"/>
                  </a:cubicBezTo>
                  <a:close/>
                  <a:moveTo>
                    <a:pt x="1021571" y="1045333"/>
                  </a:moveTo>
                  <a:cubicBezTo>
                    <a:pt x="871109" y="1045333"/>
                    <a:pt x="748359" y="1172040"/>
                    <a:pt x="748359" y="1326465"/>
                  </a:cubicBezTo>
                  <a:cubicBezTo>
                    <a:pt x="748359" y="1480884"/>
                    <a:pt x="871109" y="1607591"/>
                    <a:pt x="1021571" y="1607591"/>
                  </a:cubicBezTo>
                  <a:cubicBezTo>
                    <a:pt x="1172032" y="1607591"/>
                    <a:pt x="1294783" y="1480884"/>
                    <a:pt x="1294783" y="1326465"/>
                  </a:cubicBezTo>
                  <a:cubicBezTo>
                    <a:pt x="1294783" y="1172040"/>
                    <a:pt x="1172032" y="1045333"/>
                    <a:pt x="1021571" y="1045333"/>
                  </a:cubicBezTo>
                  <a:close/>
                  <a:moveTo>
                    <a:pt x="3199334" y="324685"/>
                  </a:moveTo>
                  <a:cubicBezTo>
                    <a:pt x="3044915" y="324685"/>
                    <a:pt x="2922165" y="451392"/>
                    <a:pt x="2922165" y="605818"/>
                  </a:cubicBezTo>
                  <a:cubicBezTo>
                    <a:pt x="2922165" y="760243"/>
                    <a:pt x="3044915" y="886950"/>
                    <a:pt x="3199334" y="886950"/>
                  </a:cubicBezTo>
                  <a:cubicBezTo>
                    <a:pt x="3353759" y="886950"/>
                    <a:pt x="3476510" y="760243"/>
                    <a:pt x="3476510" y="605818"/>
                  </a:cubicBezTo>
                  <a:cubicBezTo>
                    <a:pt x="3476510" y="451392"/>
                    <a:pt x="3353759" y="324685"/>
                    <a:pt x="3199334" y="324685"/>
                  </a:cubicBezTo>
                  <a:close/>
                  <a:moveTo>
                    <a:pt x="3199334" y="0"/>
                  </a:moveTo>
                  <a:cubicBezTo>
                    <a:pt x="3527982" y="0"/>
                    <a:pt x="3793274" y="269256"/>
                    <a:pt x="3793274" y="597897"/>
                  </a:cubicBezTo>
                  <a:cubicBezTo>
                    <a:pt x="3793274" y="875073"/>
                    <a:pt x="3607173" y="1108683"/>
                    <a:pt x="3353759" y="1175997"/>
                  </a:cubicBezTo>
                  <a:lnTo>
                    <a:pt x="3353759" y="1611555"/>
                  </a:lnTo>
                  <a:cubicBezTo>
                    <a:pt x="3757635" y="1647186"/>
                    <a:pt x="4121916" y="1821410"/>
                    <a:pt x="4399092" y="2082737"/>
                  </a:cubicBezTo>
                  <a:lnTo>
                    <a:pt x="4866318" y="1623432"/>
                  </a:lnTo>
                  <a:cubicBezTo>
                    <a:pt x="4814845" y="1536320"/>
                    <a:pt x="4787127" y="1437324"/>
                    <a:pt x="4787127" y="1326465"/>
                  </a:cubicBezTo>
                  <a:cubicBezTo>
                    <a:pt x="4787127" y="997817"/>
                    <a:pt x="5052418" y="728561"/>
                    <a:pt x="5381060" y="728561"/>
                  </a:cubicBezTo>
                  <a:cubicBezTo>
                    <a:pt x="5709708" y="728561"/>
                    <a:pt x="5975000" y="997817"/>
                    <a:pt x="5975000" y="1326465"/>
                  </a:cubicBezTo>
                  <a:cubicBezTo>
                    <a:pt x="5975000" y="1655107"/>
                    <a:pt x="5709708" y="1924355"/>
                    <a:pt x="5381060" y="1924355"/>
                  </a:cubicBezTo>
                  <a:cubicBezTo>
                    <a:pt x="5274151" y="1924355"/>
                    <a:pt x="5179126" y="1896644"/>
                    <a:pt x="5092014" y="1849128"/>
                  </a:cubicBezTo>
                  <a:lnTo>
                    <a:pt x="4612903" y="2320311"/>
                  </a:lnTo>
                  <a:cubicBezTo>
                    <a:pt x="4799004" y="2569768"/>
                    <a:pt x="4917791" y="2870699"/>
                    <a:pt x="4949466" y="3199340"/>
                  </a:cubicBezTo>
                  <a:lnTo>
                    <a:pt x="5242476" y="3199340"/>
                  </a:lnTo>
                  <a:cubicBezTo>
                    <a:pt x="5309789" y="2945926"/>
                    <a:pt x="5543406" y="2759833"/>
                    <a:pt x="5816618" y="2759833"/>
                  </a:cubicBezTo>
                  <a:cubicBezTo>
                    <a:pt x="6145260" y="2759833"/>
                    <a:pt x="6414508" y="3029081"/>
                    <a:pt x="6414508" y="3357723"/>
                  </a:cubicBezTo>
                  <a:cubicBezTo>
                    <a:pt x="6414508" y="3686371"/>
                    <a:pt x="6145260" y="3955620"/>
                    <a:pt x="5816618" y="3955620"/>
                  </a:cubicBezTo>
                  <a:cubicBezTo>
                    <a:pt x="5543406" y="3955620"/>
                    <a:pt x="5313746" y="3769519"/>
                    <a:pt x="5242476" y="3516105"/>
                  </a:cubicBezTo>
                  <a:lnTo>
                    <a:pt x="4945509" y="3516105"/>
                  </a:lnTo>
                  <a:cubicBezTo>
                    <a:pt x="4917791" y="3848710"/>
                    <a:pt x="4795047" y="4153597"/>
                    <a:pt x="4608947" y="4407012"/>
                  </a:cubicBezTo>
                  <a:lnTo>
                    <a:pt x="5088057" y="4882166"/>
                  </a:lnTo>
                  <a:cubicBezTo>
                    <a:pt x="5175162" y="4834649"/>
                    <a:pt x="5274151" y="4806931"/>
                    <a:pt x="5377103" y="4806931"/>
                  </a:cubicBezTo>
                  <a:cubicBezTo>
                    <a:pt x="5705745" y="4806931"/>
                    <a:pt x="5971036" y="5072223"/>
                    <a:pt x="5971036" y="5396908"/>
                  </a:cubicBezTo>
                  <a:cubicBezTo>
                    <a:pt x="5971036" y="5721593"/>
                    <a:pt x="5705745" y="5986884"/>
                    <a:pt x="5377103" y="5986884"/>
                  </a:cubicBezTo>
                  <a:cubicBezTo>
                    <a:pt x="5048462" y="5986884"/>
                    <a:pt x="4783163" y="5721593"/>
                    <a:pt x="4783163" y="5396908"/>
                  </a:cubicBezTo>
                  <a:cubicBezTo>
                    <a:pt x="4783163" y="5289998"/>
                    <a:pt x="4810881" y="5191009"/>
                    <a:pt x="4862354" y="5103898"/>
                  </a:cubicBezTo>
                  <a:lnTo>
                    <a:pt x="4399092" y="4644585"/>
                  </a:lnTo>
                  <a:lnTo>
                    <a:pt x="3943736" y="4954699"/>
                  </a:lnTo>
                  <a:lnTo>
                    <a:pt x="3943736" y="4961350"/>
                  </a:lnTo>
                  <a:lnTo>
                    <a:pt x="3641416" y="5059323"/>
                  </a:lnTo>
                  <a:lnTo>
                    <a:pt x="3641416" y="4724199"/>
                  </a:lnTo>
                  <a:lnTo>
                    <a:pt x="3939779" y="4602641"/>
                  </a:lnTo>
                  <a:lnTo>
                    <a:pt x="3939779" y="4597076"/>
                  </a:lnTo>
                  <a:cubicBezTo>
                    <a:pt x="3951656" y="4589156"/>
                    <a:pt x="3967490" y="4581235"/>
                    <a:pt x="3979374" y="4573315"/>
                  </a:cubicBezTo>
                  <a:cubicBezTo>
                    <a:pt x="3860588" y="4256550"/>
                    <a:pt x="3555701" y="4026897"/>
                    <a:pt x="3195377" y="4026897"/>
                  </a:cubicBezTo>
                  <a:cubicBezTo>
                    <a:pt x="2839017" y="4026897"/>
                    <a:pt x="2530173" y="4252586"/>
                    <a:pt x="2411379" y="4573315"/>
                  </a:cubicBezTo>
                  <a:cubicBezTo>
                    <a:pt x="2423256" y="4581235"/>
                    <a:pt x="2439097" y="4589156"/>
                    <a:pt x="2450982" y="4597076"/>
                  </a:cubicBezTo>
                  <a:lnTo>
                    <a:pt x="2450982" y="4602105"/>
                  </a:lnTo>
                  <a:lnTo>
                    <a:pt x="2773092" y="4733340"/>
                  </a:lnTo>
                  <a:lnTo>
                    <a:pt x="2773092" y="5066594"/>
                  </a:lnTo>
                  <a:lnTo>
                    <a:pt x="2448337" y="4961350"/>
                  </a:lnTo>
                  <a:lnTo>
                    <a:pt x="2448337" y="4955594"/>
                  </a:lnTo>
                  <a:lnTo>
                    <a:pt x="1991669" y="4644585"/>
                  </a:lnTo>
                  <a:lnTo>
                    <a:pt x="1532356" y="5107855"/>
                  </a:lnTo>
                  <a:cubicBezTo>
                    <a:pt x="1579872" y="5191009"/>
                    <a:pt x="1607584" y="5289998"/>
                    <a:pt x="1607584" y="5396908"/>
                  </a:cubicBezTo>
                  <a:cubicBezTo>
                    <a:pt x="1607584" y="5721593"/>
                    <a:pt x="1342299" y="5986884"/>
                    <a:pt x="1017614" y="5986884"/>
                  </a:cubicBezTo>
                  <a:cubicBezTo>
                    <a:pt x="692929" y="5986884"/>
                    <a:pt x="427638" y="5721593"/>
                    <a:pt x="427638" y="5396908"/>
                  </a:cubicBezTo>
                  <a:cubicBezTo>
                    <a:pt x="427638" y="5072223"/>
                    <a:pt x="692929" y="4806931"/>
                    <a:pt x="1017614" y="4806931"/>
                  </a:cubicBezTo>
                  <a:cubicBezTo>
                    <a:pt x="1124516" y="4806931"/>
                    <a:pt x="1219549" y="4834649"/>
                    <a:pt x="1306660" y="4882166"/>
                  </a:cubicBezTo>
                  <a:lnTo>
                    <a:pt x="1781807" y="4403055"/>
                  </a:lnTo>
                  <a:cubicBezTo>
                    <a:pt x="1595713" y="4149641"/>
                    <a:pt x="1476920" y="3848710"/>
                    <a:pt x="1449201" y="3516105"/>
                  </a:cubicBezTo>
                  <a:lnTo>
                    <a:pt x="1164112" y="3516105"/>
                  </a:lnTo>
                  <a:cubicBezTo>
                    <a:pt x="1096806" y="3769519"/>
                    <a:pt x="867152" y="3955620"/>
                    <a:pt x="593933" y="3955620"/>
                  </a:cubicBezTo>
                  <a:cubicBezTo>
                    <a:pt x="265292" y="3955620"/>
                    <a:pt x="0" y="3686371"/>
                    <a:pt x="0" y="3357723"/>
                  </a:cubicBezTo>
                  <a:cubicBezTo>
                    <a:pt x="0" y="3029081"/>
                    <a:pt x="265292" y="2759833"/>
                    <a:pt x="593933" y="2759833"/>
                  </a:cubicBezTo>
                  <a:cubicBezTo>
                    <a:pt x="867152" y="2759833"/>
                    <a:pt x="1096806" y="2945926"/>
                    <a:pt x="1164112" y="3199340"/>
                  </a:cubicBezTo>
                  <a:lnTo>
                    <a:pt x="1449201" y="3199340"/>
                  </a:lnTo>
                  <a:cubicBezTo>
                    <a:pt x="1480883" y="2874655"/>
                    <a:pt x="1599670" y="2573725"/>
                    <a:pt x="1785771" y="2324275"/>
                  </a:cubicBezTo>
                  <a:lnTo>
                    <a:pt x="1310624" y="1849128"/>
                  </a:lnTo>
                  <a:cubicBezTo>
                    <a:pt x="1223512" y="1896644"/>
                    <a:pt x="1128480" y="1924355"/>
                    <a:pt x="1021571" y="1924355"/>
                  </a:cubicBezTo>
                  <a:cubicBezTo>
                    <a:pt x="696886" y="1924355"/>
                    <a:pt x="431594" y="1655107"/>
                    <a:pt x="431594" y="1326465"/>
                  </a:cubicBezTo>
                  <a:cubicBezTo>
                    <a:pt x="431594" y="997817"/>
                    <a:pt x="696886" y="728561"/>
                    <a:pt x="1021571" y="728561"/>
                  </a:cubicBezTo>
                  <a:cubicBezTo>
                    <a:pt x="1346256" y="728561"/>
                    <a:pt x="1611547" y="997817"/>
                    <a:pt x="1611547" y="1326465"/>
                  </a:cubicBezTo>
                  <a:cubicBezTo>
                    <a:pt x="1611547" y="1433367"/>
                    <a:pt x="1579872" y="1536320"/>
                    <a:pt x="1532356" y="1623432"/>
                  </a:cubicBezTo>
                  <a:lnTo>
                    <a:pt x="1999589" y="2086701"/>
                  </a:lnTo>
                  <a:cubicBezTo>
                    <a:pt x="2276758" y="1825366"/>
                    <a:pt x="2637075" y="1651150"/>
                    <a:pt x="3036995" y="1607591"/>
                  </a:cubicBezTo>
                  <a:lnTo>
                    <a:pt x="3036995" y="1172040"/>
                  </a:lnTo>
                  <a:cubicBezTo>
                    <a:pt x="2787537" y="1100762"/>
                    <a:pt x="2605400" y="871109"/>
                    <a:pt x="2605400" y="597897"/>
                  </a:cubicBezTo>
                  <a:cubicBezTo>
                    <a:pt x="2605400" y="269256"/>
                    <a:pt x="2870692" y="0"/>
                    <a:pt x="3199334" y="0"/>
                  </a:cubicBez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86" name="Group 85">
            <a:extLst>
              <a:ext uri="{FF2B5EF4-FFF2-40B4-BE49-F238E27FC236}">
                <a16:creationId xmlns:a16="http://schemas.microsoft.com/office/drawing/2014/main" id="{B769DEC1-F46E-CFAD-EE3A-F37620E112E6}"/>
              </a:ext>
              <a:ext uri="{C183D7F6-B498-43B3-948B-1728B52AA6E4}">
                <adec:decorative xmlns:adec="http://schemas.microsoft.com/office/drawing/2017/decorative" val="1"/>
              </a:ext>
            </a:extLst>
          </p:cNvPr>
          <p:cNvGrpSpPr>
            <a:grpSpLocks noChangeAspect="1"/>
          </p:cNvGrpSpPr>
          <p:nvPr/>
        </p:nvGrpSpPr>
        <p:grpSpPr>
          <a:xfrm>
            <a:off x="2538308" y="810791"/>
            <a:ext cx="414903" cy="457200"/>
            <a:chOff x="2538308" y="810791"/>
            <a:chExt cx="414903" cy="457200"/>
          </a:xfrm>
          <a:solidFill>
            <a:srgbClr val="FF0000"/>
          </a:solidFill>
        </p:grpSpPr>
        <p:sp>
          <p:nvSpPr>
            <p:cNvPr id="2921" name="Freeform: Shape 2920">
              <a:extLst>
                <a:ext uri="{FF2B5EF4-FFF2-40B4-BE49-F238E27FC236}">
                  <a16:creationId xmlns:a16="http://schemas.microsoft.com/office/drawing/2014/main" id="{8DD8B58D-CFC3-9558-D616-9D2E853E130C}"/>
                </a:ext>
                <a:ext uri="{C183D7F6-B498-43B3-948B-1728B52AA6E4}">
                  <adec:decorative xmlns:adec="http://schemas.microsoft.com/office/drawing/2017/decorative" val="1"/>
                </a:ext>
              </a:extLst>
            </p:cNvPr>
            <p:cNvSpPr/>
            <p:nvPr/>
          </p:nvSpPr>
          <p:spPr>
            <a:xfrm>
              <a:off x="2538308" y="810791"/>
              <a:ext cx="414903" cy="457200"/>
            </a:xfrm>
            <a:custGeom>
              <a:avLst/>
              <a:gdLst>
                <a:gd name="connsiteX0" fmla="*/ 898877 w 6223554"/>
                <a:gd name="connsiteY0" fmla="*/ 5421240 h 6858004"/>
                <a:gd name="connsiteX1" fmla="*/ 360995 w 6223554"/>
                <a:gd name="connsiteY1" fmla="*/ 5959124 h 6858004"/>
                <a:gd name="connsiteX2" fmla="*/ 898877 w 6223554"/>
                <a:gd name="connsiteY2" fmla="*/ 6497008 h 6858004"/>
                <a:gd name="connsiteX3" fmla="*/ 1436760 w 6223554"/>
                <a:gd name="connsiteY3" fmla="*/ 5959124 h 6858004"/>
                <a:gd name="connsiteX4" fmla="*/ 898877 w 6223554"/>
                <a:gd name="connsiteY4" fmla="*/ 5421240 h 6858004"/>
                <a:gd name="connsiteX5" fmla="*/ 5324677 w 6223554"/>
                <a:gd name="connsiteY5" fmla="*/ 5049871 h 6858004"/>
                <a:gd name="connsiteX6" fmla="*/ 4786794 w 6223554"/>
                <a:gd name="connsiteY6" fmla="*/ 5587754 h 6858004"/>
                <a:gd name="connsiteX7" fmla="*/ 5324677 w 6223554"/>
                <a:gd name="connsiteY7" fmla="*/ 6125636 h 6858004"/>
                <a:gd name="connsiteX8" fmla="*/ 5862559 w 6223554"/>
                <a:gd name="connsiteY8" fmla="*/ 5587754 h 6858004"/>
                <a:gd name="connsiteX9" fmla="*/ 5324677 w 6223554"/>
                <a:gd name="connsiteY9" fmla="*/ 5049871 h 6858004"/>
                <a:gd name="connsiteX10" fmla="*/ 3203829 w 6223554"/>
                <a:gd name="connsiteY10" fmla="*/ 3155994 h 6858004"/>
                <a:gd name="connsiteX11" fmla="*/ 2443030 w 6223554"/>
                <a:gd name="connsiteY11" fmla="*/ 3916793 h 6858004"/>
                <a:gd name="connsiteX12" fmla="*/ 3203829 w 6223554"/>
                <a:gd name="connsiteY12" fmla="*/ 4677587 h 6858004"/>
                <a:gd name="connsiteX13" fmla="*/ 3964623 w 6223554"/>
                <a:gd name="connsiteY13" fmla="*/ 3916793 h 6858004"/>
                <a:gd name="connsiteX14" fmla="*/ 3203829 w 6223554"/>
                <a:gd name="connsiteY14" fmla="*/ 3155994 h 6858004"/>
                <a:gd name="connsiteX15" fmla="*/ 990480 w 6223554"/>
                <a:gd name="connsiteY15" fmla="*/ 2279229 h 6858004"/>
                <a:gd name="connsiteX16" fmla="*/ 607825 w 6223554"/>
                <a:gd name="connsiteY16" fmla="*/ 2661885 h 6858004"/>
                <a:gd name="connsiteX17" fmla="*/ 990480 w 6223554"/>
                <a:gd name="connsiteY17" fmla="*/ 3044540 h 6858004"/>
                <a:gd name="connsiteX18" fmla="*/ 1373134 w 6223554"/>
                <a:gd name="connsiteY18" fmla="*/ 2661885 h 6858004"/>
                <a:gd name="connsiteX19" fmla="*/ 990480 w 6223554"/>
                <a:gd name="connsiteY19" fmla="*/ 2279229 h 6858004"/>
                <a:gd name="connsiteX20" fmla="*/ 990480 w 6223554"/>
                <a:gd name="connsiteY20" fmla="*/ 1918233 h 6858004"/>
                <a:gd name="connsiteX21" fmla="*/ 1734130 w 6223554"/>
                <a:gd name="connsiteY21" fmla="*/ 2661885 h 6858004"/>
                <a:gd name="connsiteX22" fmla="*/ 1719000 w 6223554"/>
                <a:gd name="connsiteY22" fmla="*/ 2811495 h 6858004"/>
                <a:gd name="connsiteX23" fmla="*/ 1697246 w 6223554"/>
                <a:gd name="connsiteY23" fmla="*/ 2881448 h 6858004"/>
                <a:gd name="connsiteX24" fmla="*/ 2300437 w 6223554"/>
                <a:gd name="connsiteY24" fmla="*/ 3254454 h 6858004"/>
                <a:gd name="connsiteX25" fmla="*/ 2338487 w 6223554"/>
                <a:gd name="connsiteY25" fmla="*/ 3203599 h 6858004"/>
                <a:gd name="connsiteX26" fmla="*/ 3203829 w 6223554"/>
                <a:gd name="connsiteY26" fmla="*/ 2794999 h 6858004"/>
                <a:gd name="connsiteX27" fmla="*/ 4325618 w 6223554"/>
                <a:gd name="connsiteY27" fmla="*/ 3916793 h 6858004"/>
                <a:gd name="connsiteX28" fmla="*/ 4189953 w 6223554"/>
                <a:gd name="connsiteY28" fmla="*/ 4451108 h 6858004"/>
                <a:gd name="connsiteX29" fmla="*/ 4174066 w 6223554"/>
                <a:gd name="connsiteY29" fmla="*/ 4477221 h 6858004"/>
                <a:gd name="connsiteX30" fmla="*/ 4746865 w 6223554"/>
                <a:gd name="connsiteY30" fmla="*/ 4904660 h 6858004"/>
                <a:gd name="connsiteX31" fmla="*/ 4822533 w 6223554"/>
                <a:gd name="connsiteY31" fmla="*/ 4842196 h 6858004"/>
                <a:gd name="connsiteX32" fmla="*/ 5324677 w 6223554"/>
                <a:gd name="connsiteY32" fmla="*/ 4688426 h 6858004"/>
                <a:gd name="connsiteX33" fmla="*/ 6223554 w 6223554"/>
                <a:gd name="connsiteY33" fmla="*/ 5587304 h 6858004"/>
                <a:gd name="connsiteX34" fmla="*/ 5324677 w 6223554"/>
                <a:gd name="connsiteY34" fmla="*/ 6486181 h 6858004"/>
                <a:gd name="connsiteX35" fmla="*/ 4425799 w 6223554"/>
                <a:gd name="connsiteY35" fmla="*/ 5587304 h 6858004"/>
                <a:gd name="connsiteX36" fmla="*/ 4496574 w 6223554"/>
                <a:gd name="connsiteY36" fmla="*/ 5237829 h 6858004"/>
                <a:gd name="connsiteX37" fmla="*/ 4521277 w 6223554"/>
                <a:gd name="connsiteY37" fmla="*/ 5186643 h 6858004"/>
                <a:gd name="connsiteX38" fmla="*/ 3944953 w 6223554"/>
                <a:gd name="connsiteY38" fmla="*/ 4756574 h 6858004"/>
                <a:gd name="connsiteX39" fmla="*/ 3916832 w 6223554"/>
                <a:gd name="connsiteY39" fmla="*/ 4782131 h 6858004"/>
                <a:gd name="connsiteX40" fmla="*/ 3203829 w 6223554"/>
                <a:gd name="connsiteY40" fmla="*/ 5038582 h 6858004"/>
                <a:gd name="connsiteX41" fmla="*/ 2577016 w 6223554"/>
                <a:gd name="connsiteY41" fmla="*/ 4846762 h 6858004"/>
                <a:gd name="connsiteX42" fmla="*/ 2507275 w 6223554"/>
                <a:gd name="connsiteY42" fmla="*/ 4794581 h 6858004"/>
                <a:gd name="connsiteX43" fmla="*/ 1696274 w 6223554"/>
                <a:gd name="connsiteY43" fmla="*/ 5553165 h 6858004"/>
                <a:gd name="connsiteX44" fmla="*/ 1726980 w 6223554"/>
                <a:gd name="connsiteY44" fmla="*/ 5609650 h 6858004"/>
                <a:gd name="connsiteX45" fmla="*/ 1797755 w 6223554"/>
                <a:gd name="connsiteY45" fmla="*/ 5959124 h 6858004"/>
                <a:gd name="connsiteX46" fmla="*/ 898877 w 6223554"/>
                <a:gd name="connsiteY46" fmla="*/ 6858004 h 6858004"/>
                <a:gd name="connsiteX47" fmla="*/ 0 w 6223554"/>
                <a:gd name="connsiteY47" fmla="*/ 5959124 h 6858004"/>
                <a:gd name="connsiteX48" fmla="*/ 898877 w 6223554"/>
                <a:gd name="connsiteY48" fmla="*/ 5060244 h 6858004"/>
                <a:gd name="connsiteX49" fmla="*/ 1401023 w 6223554"/>
                <a:gd name="connsiteY49" fmla="*/ 5214015 h 6858004"/>
                <a:gd name="connsiteX50" fmla="*/ 1469582 w 6223554"/>
                <a:gd name="connsiteY50" fmla="*/ 5270612 h 6858004"/>
                <a:gd name="connsiteX51" fmla="*/ 2264056 w 6223554"/>
                <a:gd name="connsiteY51" fmla="*/ 4527487 h 6858004"/>
                <a:gd name="connsiteX52" fmla="*/ 2217609 w 6223554"/>
                <a:gd name="connsiteY52" fmla="*/ 4451108 h 6858004"/>
                <a:gd name="connsiteX53" fmla="*/ 2082035 w 6223554"/>
                <a:gd name="connsiteY53" fmla="*/ 3916793 h 6858004"/>
                <a:gd name="connsiteX54" fmla="*/ 2132545 w 6223554"/>
                <a:gd name="connsiteY54" fmla="*/ 3583538 h 6858004"/>
                <a:gd name="connsiteX55" fmla="*/ 2135211 w 6223554"/>
                <a:gd name="connsiteY55" fmla="*/ 3576267 h 6858004"/>
                <a:gd name="connsiteX56" fmla="*/ 1512076 w 6223554"/>
                <a:gd name="connsiteY56" fmla="*/ 3190929 h 6858004"/>
                <a:gd name="connsiteX57" fmla="*/ 1406030 w 6223554"/>
                <a:gd name="connsiteY57" fmla="*/ 3278583 h 6858004"/>
                <a:gd name="connsiteX58" fmla="*/ 990480 w 6223554"/>
                <a:gd name="connsiteY58" fmla="*/ 3405987 h 6858004"/>
                <a:gd name="connsiteX59" fmla="*/ 246830 w 6223554"/>
                <a:gd name="connsiteY59" fmla="*/ 2662335 h 6858004"/>
                <a:gd name="connsiteX60" fmla="*/ 990480 w 6223554"/>
                <a:gd name="connsiteY60" fmla="*/ 1918233 h 6858004"/>
                <a:gd name="connsiteX61" fmla="*/ 3199317 w 6223554"/>
                <a:gd name="connsiteY61" fmla="*/ 360545 h 6858004"/>
                <a:gd name="connsiteX62" fmla="*/ 2816662 w 6223554"/>
                <a:gd name="connsiteY62" fmla="*/ 743200 h 6858004"/>
                <a:gd name="connsiteX63" fmla="*/ 3199317 w 6223554"/>
                <a:gd name="connsiteY63" fmla="*/ 1125855 h 6858004"/>
                <a:gd name="connsiteX64" fmla="*/ 3581973 w 6223554"/>
                <a:gd name="connsiteY64" fmla="*/ 743200 h 6858004"/>
                <a:gd name="connsiteX65" fmla="*/ 3199317 w 6223554"/>
                <a:gd name="connsiteY65" fmla="*/ 360545 h 6858004"/>
                <a:gd name="connsiteX66" fmla="*/ 3199317 w 6223554"/>
                <a:gd name="connsiteY66" fmla="*/ 0 h 6858004"/>
                <a:gd name="connsiteX67" fmla="*/ 3942969 w 6223554"/>
                <a:gd name="connsiteY67" fmla="*/ 743650 h 6858004"/>
                <a:gd name="connsiteX68" fmla="*/ 3488621 w 6223554"/>
                <a:gd name="connsiteY68" fmla="*/ 1428786 h 6858004"/>
                <a:gd name="connsiteX69" fmla="*/ 3384324 w 6223554"/>
                <a:gd name="connsiteY69" fmla="*/ 1461207 h 6858004"/>
                <a:gd name="connsiteX70" fmla="*/ 3384324 w 6223554"/>
                <a:gd name="connsiteY70" fmla="*/ 1958999 h 6858004"/>
                <a:gd name="connsiteX71" fmla="*/ 3023329 w 6223554"/>
                <a:gd name="connsiteY71" fmla="*/ 1958999 h 6858004"/>
                <a:gd name="connsiteX72" fmla="*/ 3023329 w 6223554"/>
                <a:gd name="connsiteY72" fmla="*/ 1463975 h 6858004"/>
                <a:gd name="connsiteX73" fmla="*/ 2910077 w 6223554"/>
                <a:gd name="connsiteY73" fmla="*/ 1428723 h 6858004"/>
                <a:gd name="connsiteX74" fmla="*/ 2455666 w 6223554"/>
                <a:gd name="connsiteY74" fmla="*/ 743650 h 6858004"/>
                <a:gd name="connsiteX75" fmla="*/ 3199317 w 6223554"/>
                <a:gd name="connsiteY75"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223554" h="6858004">
                  <a:moveTo>
                    <a:pt x="898877" y="5421240"/>
                  </a:moveTo>
                  <a:cubicBezTo>
                    <a:pt x="602411" y="5421240"/>
                    <a:pt x="360995" y="5662657"/>
                    <a:pt x="360995" y="5959124"/>
                  </a:cubicBezTo>
                  <a:cubicBezTo>
                    <a:pt x="360995" y="6255591"/>
                    <a:pt x="602411" y="6497008"/>
                    <a:pt x="898877" y="6497008"/>
                  </a:cubicBezTo>
                  <a:cubicBezTo>
                    <a:pt x="1195343" y="6497008"/>
                    <a:pt x="1436760" y="6255591"/>
                    <a:pt x="1436760" y="5959124"/>
                  </a:cubicBezTo>
                  <a:cubicBezTo>
                    <a:pt x="1436760" y="5662657"/>
                    <a:pt x="1195343" y="5421240"/>
                    <a:pt x="898877" y="5421240"/>
                  </a:cubicBezTo>
                  <a:close/>
                  <a:moveTo>
                    <a:pt x="5324677" y="5049871"/>
                  </a:moveTo>
                  <a:cubicBezTo>
                    <a:pt x="5028211" y="5049871"/>
                    <a:pt x="4786794" y="5291288"/>
                    <a:pt x="4786794" y="5587754"/>
                  </a:cubicBezTo>
                  <a:cubicBezTo>
                    <a:pt x="4786794" y="5884220"/>
                    <a:pt x="5028211" y="6125636"/>
                    <a:pt x="5324677" y="6125636"/>
                  </a:cubicBezTo>
                  <a:cubicBezTo>
                    <a:pt x="5621142" y="6125636"/>
                    <a:pt x="5862559" y="5884220"/>
                    <a:pt x="5862559" y="5587754"/>
                  </a:cubicBezTo>
                  <a:cubicBezTo>
                    <a:pt x="5862559" y="5291288"/>
                    <a:pt x="5621142" y="5049871"/>
                    <a:pt x="5324677" y="5049871"/>
                  </a:cubicBezTo>
                  <a:close/>
                  <a:moveTo>
                    <a:pt x="3203829" y="3155994"/>
                  </a:moveTo>
                  <a:cubicBezTo>
                    <a:pt x="2784170" y="3155994"/>
                    <a:pt x="2443030" y="3497134"/>
                    <a:pt x="2443030" y="3916793"/>
                  </a:cubicBezTo>
                  <a:cubicBezTo>
                    <a:pt x="2443030" y="4336447"/>
                    <a:pt x="2784170" y="4677587"/>
                    <a:pt x="3203829" y="4677587"/>
                  </a:cubicBezTo>
                  <a:cubicBezTo>
                    <a:pt x="3623483" y="4677587"/>
                    <a:pt x="3964623" y="4336447"/>
                    <a:pt x="3964623" y="3916793"/>
                  </a:cubicBezTo>
                  <a:cubicBezTo>
                    <a:pt x="3964623" y="3497134"/>
                    <a:pt x="3623033" y="3155994"/>
                    <a:pt x="3203829" y="3155994"/>
                  </a:cubicBezTo>
                  <a:close/>
                  <a:moveTo>
                    <a:pt x="990480" y="2279229"/>
                  </a:moveTo>
                  <a:cubicBezTo>
                    <a:pt x="779298" y="2279229"/>
                    <a:pt x="607825" y="2451152"/>
                    <a:pt x="607825" y="2661885"/>
                  </a:cubicBezTo>
                  <a:cubicBezTo>
                    <a:pt x="607825" y="2872617"/>
                    <a:pt x="779748" y="3044540"/>
                    <a:pt x="990480" y="3044540"/>
                  </a:cubicBezTo>
                  <a:cubicBezTo>
                    <a:pt x="1201212" y="3044540"/>
                    <a:pt x="1373134" y="2872617"/>
                    <a:pt x="1373134" y="2661885"/>
                  </a:cubicBezTo>
                  <a:cubicBezTo>
                    <a:pt x="1373134" y="2451152"/>
                    <a:pt x="1201662" y="2279229"/>
                    <a:pt x="990480" y="2279229"/>
                  </a:cubicBezTo>
                  <a:close/>
                  <a:moveTo>
                    <a:pt x="990480" y="1918233"/>
                  </a:moveTo>
                  <a:cubicBezTo>
                    <a:pt x="1400209" y="1918233"/>
                    <a:pt x="1734130" y="2252155"/>
                    <a:pt x="1734130" y="2661885"/>
                  </a:cubicBezTo>
                  <a:cubicBezTo>
                    <a:pt x="1734130" y="2713101"/>
                    <a:pt x="1728919" y="2763140"/>
                    <a:pt x="1719000" y="2811495"/>
                  </a:cubicBezTo>
                  <a:lnTo>
                    <a:pt x="1697246" y="2881448"/>
                  </a:lnTo>
                  <a:lnTo>
                    <a:pt x="2300437" y="3254454"/>
                  </a:lnTo>
                  <a:lnTo>
                    <a:pt x="2338487" y="3203599"/>
                  </a:lnTo>
                  <a:cubicBezTo>
                    <a:pt x="2544391" y="2954195"/>
                    <a:pt x="2855835" y="2794999"/>
                    <a:pt x="3203829" y="2794999"/>
                  </a:cubicBezTo>
                  <a:cubicBezTo>
                    <a:pt x="3822480" y="2794999"/>
                    <a:pt x="4325618" y="3298137"/>
                    <a:pt x="4325618" y="3916793"/>
                  </a:cubicBezTo>
                  <a:cubicBezTo>
                    <a:pt x="4325618" y="4110121"/>
                    <a:pt x="4276440" y="4292169"/>
                    <a:pt x="4189953" y="4451108"/>
                  </a:cubicBezTo>
                  <a:lnTo>
                    <a:pt x="4174066" y="4477221"/>
                  </a:lnTo>
                  <a:lnTo>
                    <a:pt x="4746865" y="4904660"/>
                  </a:lnTo>
                  <a:lnTo>
                    <a:pt x="4822533" y="4842196"/>
                  </a:lnTo>
                  <a:cubicBezTo>
                    <a:pt x="4966024" y="4745156"/>
                    <a:pt x="5138878" y="4688426"/>
                    <a:pt x="5324677" y="4688426"/>
                  </a:cubicBezTo>
                  <a:cubicBezTo>
                    <a:pt x="5820144" y="4688426"/>
                    <a:pt x="6223554" y="5091836"/>
                    <a:pt x="6223554" y="5587304"/>
                  </a:cubicBezTo>
                  <a:cubicBezTo>
                    <a:pt x="6223554" y="6082772"/>
                    <a:pt x="5820144" y="6486181"/>
                    <a:pt x="5324677" y="6486181"/>
                  </a:cubicBezTo>
                  <a:cubicBezTo>
                    <a:pt x="4829213" y="6486181"/>
                    <a:pt x="4425799" y="6082772"/>
                    <a:pt x="4425799" y="5587304"/>
                  </a:cubicBezTo>
                  <a:cubicBezTo>
                    <a:pt x="4425799" y="5463437"/>
                    <a:pt x="4451013" y="5345323"/>
                    <a:pt x="4496574" y="5237829"/>
                  </a:cubicBezTo>
                  <a:lnTo>
                    <a:pt x="4521277" y="5186643"/>
                  </a:lnTo>
                  <a:lnTo>
                    <a:pt x="3944953" y="4756574"/>
                  </a:lnTo>
                  <a:lnTo>
                    <a:pt x="3916832" y="4782131"/>
                  </a:lnTo>
                  <a:cubicBezTo>
                    <a:pt x="3722817" y="4942279"/>
                    <a:pt x="3474292" y="5038582"/>
                    <a:pt x="3203829" y="5038582"/>
                  </a:cubicBezTo>
                  <a:cubicBezTo>
                    <a:pt x="2971833" y="5038582"/>
                    <a:pt x="2756081" y="4967828"/>
                    <a:pt x="2577016" y="4846762"/>
                  </a:cubicBezTo>
                  <a:lnTo>
                    <a:pt x="2507275" y="4794581"/>
                  </a:lnTo>
                  <a:lnTo>
                    <a:pt x="1696274" y="5553165"/>
                  </a:lnTo>
                  <a:lnTo>
                    <a:pt x="1726980" y="5609650"/>
                  </a:lnTo>
                  <a:cubicBezTo>
                    <a:pt x="1772542" y="5717145"/>
                    <a:pt x="1797755" y="5835258"/>
                    <a:pt x="1797755" y="5959124"/>
                  </a:cubicBezTo>
                  <a:cubicBezTo>
                    <a:pt x="1797755" y="6454589"/>
                    <a:pt x="1394795" y="6858004"/>
                    <a:pt x="898877" y="6858004"/>
                  </a:cubicBezTo>
                  <a:cubicBezTo>
                    <a:pt x="403414" y="6858004"/>
                    <a:pt x="0" y="6454589"/>
                    <a:pt x="0" y="5959124"/>
                  </a:cubicBezTo>
                  <a:cubicBezTo>
                    <a:pt x="0" y="5463660"/>
                    <a:pt x="403414" y="5060244"/>
                    <a:pt x="898877" y="5060244"/>
                  </a:cubicBezTo>
                  <a:cubicBezTo>
                    <a:pt x="1084678" y="5060244"/>
                    <a:pt x="1257533" y="5116975"/>
                    <a:pt x="1401023" y="5214015"/>
                  </a:cubicBezTo>
                  <a:lnTo>
                    <a:pt x="1469582" y="5270612"/>
                  </a:lnTo>
                  <a:lnTo>
                    <a:pt x="2264056" y="4527487"/>
                  </a:lnTo>
                  <a:lnTo>
                    <a:pt x="2217609" y="4451108"/>
                  </a:lnTo>
                  <a:cubicBezTo>
                    <a:pt x="2131169" y="4292169"/>
                    <a:pt x="2082035" y="4110121"/>
                    <a:pt x="2082035" y="3916793"/>
                  </a:cubicBezTo>
                  <a:cubicBezTo>
                    <a:pt x="2082035" y="3800795"/>
                    <a:pt x="2099723" y="3688858"/>
                    <a:pt x="2132545" y="3583538"/>
                  </a:cubicBezTo>
                  <a:lnTo>
                    <a:pt x="2135211" y="3576267"/>
                  </a:lnTo>
                  <a:lnTo>
                    <a:pt x="1512076" y="3190929"/>
                  </a:lnTo>
                  <a:lnTo>
                    <a:pt x="1406030" y="3278583"/>
                  </a:lnTo>
                  <a:cubicBezTo>
                    <a:pt x="1287327" y="3358966"/>
                    <a:pt x="1144297" y="3405987"/>
                    <a:pt x="990480" y="3405987"/>
                  </a:cubicBezTo>
                  <a:cubicBezTo>
                    <a:pt x="580300" y="3405987"/>
                    <a:pt x="246830" y="3072065"/>
                    <a:pt x="246830" y="2662335"/>
                  </a:cubicBezTo>
                  <a:cubicBezTo>
                    <a:pt x="246830" y="2252605"/>
                    <a:pt x="580750" y="1918233"/>
                    <a:pt x="990480" y="1918233"/>
                  </a:cubicBezTo>
                  <a:close/>
                  <a:moveTo>
                    <a:pt x="3199317" y="360545"/>
                  </a:moveTo>
                  <a:cubicBezTo>
                    <a:pt x="2988135" y="360545"/>
                    <a:pt x="2816662" y="532468"/>
                    <a:pt x="2816662" y="743200"/>
                  </a:cubicBezTo>
                  <a:cubicBezTo>
                    <a:pt x="2816662" y="954382"/>
                    <a:pt x="2988585" y="1125855"/>
                    <a:pt x="3199317" y="1125855"/>
                  </a:cubicBezTo>
                  <a:cubicBezTo>
                    <a:pt x="3410050" y="1125855"/>
                    <a:pt x="3581973" y="953932"/>
                    <a:pt x="3581973" y="743200"/>
                  </a:cubicBezTo>
                  <a:cubicBezTo>
                    <a:pt x="3582423" y="532468"/>
                    <a:pt x="3410500" y="360545"/>
                    <a:pt x="3199317" y="360545"/>
                  </a:cubicBezTo>
                  <a:close/>
                  <a:moveTo>
                    <a:pt x="3199317" y="0"/>
                  </a:moveTo>
                  <a:cubicBezTo>
                    <a:pt x="3609048" y="0"/>
                    <a:pt x="3942969" y="333920"/>
                    <a:pt x="3942969" y="743650"/>
                  </a:cubicBezTo>
                  <a:cubicBezTo>
                    <a:pt x="3943307" y="1051285"/>
                    <a:pt x="3755560" y="1315771"/>
                    <a:pt x="3488621" y="1428786"/>
                  </a:cubicBezTo>
                  <a:lnTo>
                    <a:pt x="3384324" y="1461207"/>
                  </a:lnTo>
                  <a:lnTo>
                    <a:pt x="3384324" y="1958999"/>
                  </a:lnTo>
                  <a:lnTo>
                    <a:pt x="3023329" y="1958999"/>
                  </a:lnTo>
                  <a:lnTo>
                    <a:pt x="3023329" y="1463975"/>
                  </a:lnTo>
                  <a:lnTo>
                    <a:pt x="2910077" y="1428723"/>
                  </a:lnTo>
                  <a:cubicBezTo>
                    <a:pt x="2643243" y="1315602"/>
                    <a:pt x="2455666" y="1050947"/>
                    <a:pt x="2455666" y="743650"/>
                  </a:cubicBezTo>
                  <a:cubicBezTo>
                    <a:pt x="2455666" y="333470"/>
                    <a:pt x="2789587" y="0"/>
                    <a:pt x="3199317"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922" name="Freeform: Shape 2921">
              <a:extLst>
                <a:ext uri="{FF2B5EF4-FFF2-40B4-BE49-F238E27FC236}">
                  <a16:creationId xmlns:a16="http://schemas.microsoft.com/office/drawing/2014/main" id="{7EBB8CEA-58F0-77A3-FE87-E1351311FB00}"/>
                </a:ext>
                <a:ext uri="{C183D7F6-B498-43B3-948B-1728B52AA6E4}">
                  <adec:decorative xmlns:adec="http://schemas.microsoft.com/office/drawing/2017/decorative" val="1"/>
                </a:ext>
              </a:extLst>
            </p:cNvPr>
            <p:cNvSpPr/>
            <p:nvPr/>
          </p:nvSpPr>
          <p:spPr>
            <a:xfrm>
              <a:off x="2714052" y="950947"/>
              <a:ext cx="55894" cy="138292"/>
            </a:xfrm>
            <a:custGeom>
              <a:avLst/>
              <a:gdLst>
                <a:gd name="connsiteX0" fmla="*/ 0 w 838409"/>
                <a:gd name="connsiteY0" fmla="*/ 1893876 h 2074374"/>
                <a:gd name="connsiteX1" fmla="*/ 180497 w 838409"/>
                <a:gd name="connsiteY1" fmla="*/ 1893876 h 2074374"/>
                <a:gd name="connsiteX2" fmla="*/ 180497 w 838409"/>
                <a:gd name="connsiteY2" fmla="*/ 2074374 h 2074374"/>
                <a:gd name="connsiteX3" fmla="*/ 0 w 838409"/>
                <a:gd name="connsiteY3" fmla="*/ 2074374 h 2074374"/>
                <a:gd name="connsiteX4" fmla="*/ 600155 w 838409"/>
                <a:gd name="connsiteY4" fmla="*/ 1187675 h 2074374"/>
                <a:gd name="connsiteX5" fmla="*/ 600155 w 838409"/>
                <a:gd name="connsiteY5" fmla="*/ 1368171 h 2074374"/>
                <a:gd name="connsiteX6" fmla="*/ 180499 w 838409"/>
                <a:gd name="connsiteY6" fmla="*/ 1787822 h 2074374"/>
                <a:gd name="connsiteX7" fmla="*/ 0 w 838409"/>
                <a:gd name="connsiteY7" fmla="*/ 1787822 h 2074374"/>
                <a:gd name="connsiteX8" fmla="*/ 600155 w 838409"/>
                <a:gd name="connsiteY8" fmla="*/ 1187675 h 2074374"/>
                <a:gd name="connsiteX9" fmla="*/ 296917 w 838409"/>
                <a:gd name="connsiteY9" fmla="*/ 0 h 2074374"/>
                <a:gd name="connsiteX10" fmla="*/ 838409 w 838409"/>
                <a:gd name="connsiteY10" fmla="*/ 0 h 2074374"/>
                <a:gd name="connsiteX11" fmla="*/ 838409 w 838409"/>
                <a:gd name="connsiteY11" fmla="*/ 541493 h 2074374"/>
                <a:gd name="connsiteX12" fmla="*/ 296917 w 838409"/>
                <a:gd name="connsiteY12" fmla="*/ 541493 h 2074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409" h="2074374">
                  <a:moveTo>
                    <a:pt x="0" y="1893876"/>
                  </a:moveTo>
                  <a:lnTo>
                    <a:pt x="180497" y="1893876"/>
                  </a:lnTo>
                  <a:lnTo>
                    <a:pt x="180497" y="2074374"/>
                  </a:lnTo>
                  <a:lnTo>
                    <a:pt x="0" y="2074374"/>
                  </a:lnTo>
                  <a:close/>
                  <a:moveTo>
                    <a:pt x="600155" y="1187675"/>
                  </a:moveTo>
                  <a:lnTo>
                    <a:pt x="600155" y="1368171"/>
                  </a:lnTo>
                  <a:cubicBezTo>
                    <a:pt x="368667" y="1368171"/>
                    <a:pt x="180499" y="1556337"/>
                    <a:pt x="180499" y="1787822"/>
                  </a:cubicBezTo>
                  <a:lnTo>
                    <a:pt x="0" y="1787822"/>
                  </a:lnTo>
                  <a:cubicBezTo>
                    <a:pt x="0" y="1457064"/>
                    <a:pt x="269393" y="1187675"/>
                    <a:pt x="600155" y="1187675"/>
                  </a:cubicBezTo>
                  <a:close/>
                  <a:moveTo>
                    <a:pt x="296917" y="0"/>
                  </a:moveTo>
                  <a:lnTo>
                    <a:pt x="838409" y="0"/>
                  </a:lnTo>
                  <a:lnTo>
                    <a:pt x="838409" y="541493"/>
                  </a:lnTo>
                  <a:lnTo>
                    <a:pt x="296917" y="541493"/>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84" name="Group 83">
            <a:extLst>
              <a:ext uri="{FF2B5EF4-FFF2-40B4-BE49-F238E27FC236}">
                <a16:creationId xmlns:a16="http://schemas.microsoft.com/office/drawing/2014/main" id="{87DE1E24-D07A-FC91-9DD5-3839361BB5C0}"/>
              </a:ext>
              <a:ext uri="{C183D7F6-B498-43B3-948B-1728B52AA6E4}">
                <adec:decorative xmlns:adec="http://schemas.microsoft.com/office/drawing/2017/decorative" val="1"/>
              </a:ext>
            </a:extLst>
          </p:cNvPr>
          <p:cNvGrpSpPr>
            <a:grpSpLocks noChangeAspect="1"/>
          </p:cNvGrpSpPr>
          <p:nvPr/>
        </p:nvGrpSpPr>
        <p:grpSpPr>
          <a:xfrm>
            <a:off x="3096016" y="810791"/>
            <a:ext cx="639906" cy="457200"/>
            <a:chOff x="3096016" y="810791"/>
            <a:chExt cx="639906" cy="457200"/>
          </a:xfrm>
          <a:solidFill>
            <a:srgbClr val="FF0000"/>
          </a:solidFill>
        </p:grpSpPr>
        <p:sp>
          <p:nvSpPr>
            <p:cNvPr id="2953" name="Freeform: Shape 2952">
              <a:extLst>
                <a:ext uri="{FF2B5EF4-FFF2-40B4-BE49-F238E27FC236}">
                  <a16:creationId xmlns:a16="http://schemas.microsoft.com/office/drawing/2014/main" id="{1CB77D36-80AD-51B0-9EBC-7DE0BAB5D8E7}"/>
                </a:ext>
                <a:ext uri="{C183D7F6-B498-43B3-948B-1728B52AA6E4}">
                  <adec:decorative xmlns:adec="http://schemas.microsoft.com/office/drawing/2017/decorative" val="1"/>
                </a:ext>
              </a:extLst>
            </p:cNvPr>
            <p:cNvSpPr/>
            <p:nvPr/>
          </p:nvSpPr>
          <p:spPr>
            <a:xfrm>
              <a:off x="3096016" y="862071"/>
              <a:ext cx="639556" cy="399232"/>
            </a:xfrm>
            <a:custGeom>
              <a:avLst/>
              <a:gdLst>
                <a:gd name="connsiteX0" fmla="*/ 5108719 w 9593345"/>
                <a:gd name="connsiteY0" fmla="*/ 0 h 5988490"/>
                <a:gd name="connsiteX1" fmla="*/ 7481772 w 9593345"/>
                <a:gd name="connsiteY1" fmla="*/ 2373047 h 5988490"/>
                <a:gd name="connsiteX2" fmla="*/ 7474136 w 9593345"/>
                <a:gd name="connsiteY2" fmla="*/ 2680511 h 5988490"/>
                <a:gd name="connsiteX3" fmla="*/ 7904258 w 9593345"/>
                <a:gd name="connsiteY3" fmla="*/ 2680511 h 5988490"/>
                <a:gd name="connsiteX4" fmla="*/ 9592600 w 9593345"/>
                <a:gd name="connsiteY4" fmla="*/ 4284348 h 5988490"/>
                <a:gd name="connsiteX5" fmla="*/ 7939151 w 9593345"/>
                <a:gd name="connsiteY5" fmla="*/ 5988490 h 5988490"/>
                <a:gd name="connsiteX6" fmla="*/ 6665149 w 9593345"/>
                <a:gd name="connsiteY6" fmla="*/ 5988490 h 5988490"/>
                <a:gd name="connsiteX7" fmla="*/ 5450036 w 9593345"/>
                <a:gd name="connsiteY7" fmla="*/ 5988490 h 5988490"/>
                <a:gd name="connsiteX8" fmla="*/ 4747410 w 9593345"/>
                <a:gd name="connsiteY8" fmla="*/ 5988490 h 5988490"/>
                <a:gd name="connsiteX9" fmla="*/ 4747410 w 9593345"/>
                <a:gd name="connsiteY9" fmla="*/ 5549102 h 5988490"/>
                <a:gd name="connsiteX10" fmla="*/ 6665149 w 9593345"/>
                <a:gd name="connsiteY10" fmla="*/ 5549102 h 5988490"/>
                <a:gd name="connsiteX11" fmla="*/ 6665149 w 9593345"/>
                <a:gd name="connsiteY11" fmla="*/ 5549103 h 5988490"/>
                <a:gd name="connsiteX12" fmla="*/ 7923886 w 9593345"/>
                <a:gd name="connsiteY12" fmla="*/ 5549103 h 5988490"/>
                <a:gd name="connsiteX13" fmla="*/ 9145576 w 9593345"/>
                <a:gd name="connsiteY13" fmla="*/ 4279990 h 5988490"/>
                <a:gd name="connsiteX14" fmla="*/ 7894992 w 9593345"/>
                <a:gd name="connsiteY14" fmla="*/ 3105730 h 5988490"/>
                <a:gd name="connsiteX15" fmla="*/ 7189568 w 9593345"/>
                <a:gd name="connsiteY15" fmla="*/ 3105730 h 5988490"/>
                <a:gd name="connsiteX16" fmla="*/ 7030385 w 9593345"/>
                <a:gd name="connsiteY16" fmla="*/ 2942732 h 5988490"/>
                <a:gd name="connsiteX17" fmla="*/ 7044014 w 9593345"/>
                <a:gd name="connsiteY17" fmla="*/ 2369777 h 5988490"/>
                <a:gd name="connsiteX18" fmla="*/ 5107086 w 9593345"/>
                <a:gd name="connsiteY18" fmla="*/ 438303 h 5988490"/>
                <a:gd name="connsiteX19" fmla="*/ 3346784 w 9593345"/>
                <a:gd name="connsiteY19" fmla="*/ 1688885 h 5988490"/>
                <a:gd name="connsiteX20" fmla="*/ 3326616 w 9593345"/>
                <a:gd name="connsiteY20" fmla="*/ 1735220 h 5988490"/>
                <a:gd name="connsiteX21" fmla="*/ 3123818 w 9593345"/>
                <a:gd name="connsiteY21" fmla="*/ 1819719 h 5988490"/>
                <a:gd name="connsiteX22" fmla="*/ 3076390 w 9593345"/>
                <a:gd name="connsiteY22" fmla="*/ 1801724 h 5988490"/>
                <a:gd name="connsiteX23" fmla="*/ 2387316 w 9593345"/>
                <a:gd name="connsiteY23" fmla="*/ 1674164 h 5988490"/>
                <a:gd name="connsiteX24" fmla="*/ 453663 w 9593345"/>
                <a:gd name="connsiteY24" fmla="*/ 3460078 h 5988490"/>
                <a:gd name="connsiteX25" fmla="*/ 2384590 w 9593345"/>
                <a:gd name="connsiteY25" fmla="*/ 5547466 h 5988490"/>
                <a:gd name="connsiteX26" fmla="*/ 2384590 w 9593345"/>
                <a:gd name="connsiteY26" fmla="*/ 5549102 h 5988490"/>
                <a:gd name="connsiteX27" fmla="*/ 3572883 w 9593345"/>
                <a:gd name="connsiteY27" fmla="*/ 5549102 h 5988490"/>
                <a:gd name="connsiteX28" fmla="*/ 3572883 w 9593345"/>
                <a:gd name="connsiteY28" fmla="*/ 5988490 h 5988490"/>
                <a:gd name="connsiteX29" fmla="*/ 2827943 w 9593345"/>
                <a:gd name="connsiteY29" fmla="*/ 5988490 h 5988490"/>
                <a:gd name="connsiteX30" fmla="*/ 2372600 w 9593345"/>
                <a:gd name="connsiteY30" fmla="*/ 5988490 h 5988490"/>
                <a:gd name="connsiteX31" fmla="*/ 2124649 w 9593345"/>
                <a:gd name="connsiteY31" fmla="*/ 5988490 h 5988490"/>
                <a:gd name="connsiteX32" fmla="*/ 2124649 w 9593345"/>
                <a:gd name="connsiteY32" fmla="*/ 5973687 h 5988490"/>
                <a:gd name="connsiteX33" fmla="*/ 2118695 w 9593345"/>
                <a:gd name="connsiteY33" fmla="*/ 5973370 h 5988490"/>
                <a:gd name="connsiteX34" fmla="*/ 7727 w 9593345"/>
                <a:gd name="connsiteY34" fmla="*/ 3420287 h 5988490"/>
                <a:gd name="connsiteX35" fmla="*/ 2147448 w 9593345"/>
                <a:gd name="connsiteY35" fmla="*/ 1251671 h 5988490"/>
                <a:gd name="connsiteX36" fmla="*/ 3034957 w 9593345"/>
                <a:gd name="connsiteY36" fmla="*/ 1335076 h 5988490"/>
                <a:gd name="connsiteX37" fmla="*/ 5108719 w 9593345"/>
                <a:gd name="connsiteY37" fmla="*/ 0 h 598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593345" h="5988490">
                  <a:moveTo>
                    <a:pt x="5108719" y="0"/>
                  </a:moveTo>
                  <a:cubicBezTo>
                    <a:pt x="6417085" y="0"/>
                    <a:pt x="7481772" y="1064682"/>
                    <a:pt x="7481772" y="2373047"/>
                  </a:cubicBezTo>
                  <a:lnTo>
                    <a:pt x="7474136" y="2680511"/>
                  </a:lnTo>
                  <a:lnTo>
                    <a:pt x="7904258" y="2680511"/>
                  </a:lnTo>
                  <a:cubicBezTo>
                    <a:pt x="8804306" y="2680511"/>
                    <a:pt x="9565884" y="3384845"/>
                    <a:pt x="9592600" y="4284348"/>
                  </a:cubicBezTo>
                  <a:cubicBezTo>
                    <a:pt x="9620401" y="5219285"/>
                    <a:pt x="8867544" y="5988490"/>
                    <a:pt x="7939151" y="5988490"/>
                  </a:cubicBezTo>
                  <a:lnTo>
                    <a:pt x="6665149" y="5988490"/>
                  </a:lnTo>
                  <a:lnTo>
                    <a:pt x="5450036" y="5988490"/>
                  </a:lnTo>
                  <a:lnTo>
                    <a:pt x="4747410" y="5988490"/>
                  </a:lnTo>
                  <a:lnTo>
                    <a:pt x="4747410" y="5549102"/>
                  </a:lnTo>
                  <a:lnTo>
                    <a:pt x="6665149" y="5549102"/>
                  </a:lnTo>
                  <a:lnTo>
                    <a:pt x="6665149" y="5549103"/>
                  </a:lnTo>
                  <a:lnTo>
                    <a:pt x="7923886" y="5549103"/>
                  </a:lnTo>
                  <a:cubicBezTo>
                    <a:pt x="8612960" y="5549103"/>
                    <a:pt x="9170650" y="4975603"/>
                    <a:pt x="9145576" y="4279990"/>
                  </a:cubicBezTo>
                  <a:cubicBezTo>
                    <a:pt x="9120496" y="3619266"/>
                    <a:pt x="8556261" y="3105730"/>
                    <a:pt x="7894992" y="3105730"/>
                  </a:cubicBezTo>
                  <a:lnTo>
                    <a:pt x="7189568" y="3105730"/>
                  </a:lnTo>
                  <a:cubicBezTo>
                    <a:pt x="7100163" y="3105730"/>
                    <a:pt x="7028204" y="3032138"/>
                    <a:pt x="7030385" y="2942732"/>
                  </a:cubicBezTo>
                  <a:lnTo>
                    <a:pt x="7044014" y="2369777"/>
                  </a:lnTo>
                  <a:cubicBezTo>
                    <a:pt x="7044014" y="1307276"/>
                    <a:pt x="6175035" y="438303"/>
                    <a:pt x="5107086" y="438303"/>
                  </a:cubicBezTo>
                  <a:cubicBezTo>
                    <a:pt x="4271912" y="438303"/>
                    <a:pt x="3620997" y="1066315"/>
                    <a:pt x="3346784" y="1688885"/>
                  </a:cubicBezTo>
                  <a:lnTo>
                    <a:pt x="3326616" y="1735220"/>
                  </a:lnTo>
                  <a:cubicBezTo>
                    <a:pt x="3292267" y="1812626"/>
                    <a:pt x="3202866" y="1850249"/>
                    <a:pt x="3123818" y="1819719"/>
                  </a:cubicBezTo>
                  <a:lnTo>
                    <a:pt x="3076390" y="1801724"/>
                  </a:lnTo>
                  <a:cubicBezTo>
                    <a:pt x="2855606" y="1717225"/>
                    <a:pt x="2623915" y="1674708"/>
                    <a:pt x="2387316" y="1674164"/>
                  </a:cubicBezTo>
                  <a:cubicBezTo>
                    <a:pt x="1382056" y="1673071"/>
                    <a:pt x="529436" y="2458090"/>
                    <a:pt x="453663" y="3460078"/>
                  </a:cubicBezTo>
                  <a:cubicBezTo>
                    <a:pt x="366983" y="4595631"/>
                    <a:pt x="1267032" y="5547466"/>
                    <a:pt x="2384590" y="5547466"/>
                  </a:cubicBezTo>
                  <a:lnTo>
                    <a:pt x="2384590" y="5549102"/>
                  </a:lnTo>
                  <a:lnTo>
                    <a:pt x="3572883" y="5549102"/>
                  </a:lnTo>
                  <a:lnTo>
                    <a:pt x="3572883" y="5988490"/>
                  </a:lnTo>
                  <a:lnTo>
                    <a:pt x="2827943" y="5988490"/>
                  </a:lnTo>
                  <a:lnTo>
                    <a:pt x="2372600" y="5988490"/>
                  </a:lnTo>
                  <a:lnTo>
                    <a:pt x="2124649" y="5988490"/>
                  </a:lnTo>
                  <a:lnTo>
                    <a:pt x="2124649" y="5973687"/>
                  </a:lnTo>
                  <a:lnTo>
                    <a:pt x="2118695" y="5973370"/>
                  </a:lnTo>
                  <a:cubicBezTo>
                    <a:pt x="867202" y="5839611"/>
                    <a:pt x="-96537" y="4728651"/>
                    <a:pt x="7727" y="3420287"/>
                  </a:cubicBezTo>
                  <a:cubicBezTo>
                    <a:pt x="98770" y="2280915"/>
                    <a:pt x="1009172" y="1357425"/>
                    <a:pt x="2147448" y="1251671"/>
                  </a:cubicBezTo>
                  <a:cubicBezTo>
                    <a:pt x="2450554" y="1223866"/>
                    <a:pt x="2749297" y="1252211"/>
                    <a:pt x="3034957" y="1335076"/>
                  </a:cubicBezTo>
                  <a:cubicBezTo>
                    <a:pt x="3462906" y="529346"/>
                    <a:pt x="4274638" y="0"/>
                    <a:pt x="5108719"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954" name="Freeform: Shape 2953">
              <a:extLst>
                <a:ext uri="{FF2B5EF4-FFF2-40B4-BE49-F238E27FC236}">
                  <a16:creationId xmlns:a16="http://schemas.microsoft.com/office/drawing/2014/main" id="{CC4D7A6C-BBD1-486B-5251-BDAE18B37DCE}"/>
                </a:ext>
                <a:ext uri="{C183D7F6-B498-43B3-948B-1728B52AA6E4}">
                  <adec:decorative xmlns:adec="http://schemas.microsoft.com/office/drawing/2017/decorative" val="1"/>
                </a:ext>
              </a:extLst>
            </p:cNvPr>
            <p:cNvSpPr/>
            <p:nvPr/>
          </p:nvSpPr>
          <p:spPr>
            <a:xfrm>
              <a:off x="3157698" y="810791"/>
              <a:ext cx="578224" cy="457200"/>
            </a:xfrm>
            <a:custGeom>
              <a:avLst/>
              <a:gdLst>
                <a:gd name="connsiteX0" fmla="*/ 2914921 w 8673375"/>
                <a:gd name="connsiteY0" fmla="*/ 6217998 h 6858006"/>
                <a:gd name="connsiteX1" fmla="*/ 3554924 w 8673375"/>
                <a:gd name="connsiteY1" fmla="*/ 6217998 h 6858006"/>
                <a:gd name="connsiteX2" fmla="*/ 3554924 w 8673375"/>
                <a:gd name="connsiteY2" fmla="*/ 6858006 h 6858006"/>
                <a:gd name="connsiteX3" fmla="*/ 2914921 w 8673375"/>
                <a:gd name="connsiteY3" fmla="*/ 6858006 h 6858006"/>
                <a:gd name="connsiteX4" fmla="*/ 1530790 w 8673375"/>
                <a:gd name="connsiteY4" fmla="*/ 2834237 h 6858006"/>
                <a:gd name="connsiteX5" fmla="*/ 1539512 w 8673375"/>
                <a:gd name="connsiteY5" fmla="*/ 3161328 h 6858006"/>
                <a:gd name="connsiteX6" fmla="*/ 325455 w 8673375"/>
                <a:gd name="connsiteY6" fmla="*/ 4304508 h 6858006"/>
                <a:gd name="connsiteX7" fmla="*/ 327092 w 8673375"/>
                <a:gd name="connsiteY7" fmla="*/ 4459331 h 6858006"/>
                <a:gd name="connsiteX8" fmla="*/ 0 w 8673375"/>
                <a:gd name="connsiteY8" fmla="*/ 4459331 h 6858006"/>
                <a:gd name="connsiteX9" fmla="*/ 0 w 8673375"/>
                <a:gd name="connsiteY9" fmla="*/ 4275617 h 6858006"/>
                <a:gd name="connsiteX10" fmla="*/ 1530790 w 8673375"/>
                <a:gd name="connsiteY10" fmla="*/ 2834237 h 6858006"/>
                <a:gd name="connsiteX11" fmla="*/ 7347023 w 8673375"/>
                <a:gd name="connsiteY11" fmla="*/ 1297461 h 6858006"/>
                <a:gd name="connsiteX12" fmla="*/ 8013744 w 8673375"/>
                <a:gd name="connsiteY12" fmla="*/ 1297461 h 6858006"/>
                <a:gd name="connsiteX13" fmla="*/ 8013744 w 8673375"/>
                <a:gd name="connsiteY13" fmla="*/ 1946745 h 6858006"/>
                <a:gd name="connsiteX14" fmla="*/ 7347023 w 8673375"/>
                <a:gd name="connsiteY14" fmla="*/ 1946745 h 6858006"/>
                <a:gd name="connsiteX15" fmla="*/ 8006654 w 8673375"/>
                <a:gd name="connsiteY15" fmla="*/ 646002 h 6858006"/>
                <a:gd name="connsiteX16" fmla="*/ 8673375 w 8673375"/>
                <a:gd name="connsiteY16" fmla="*/ 646002 h 6858006"/>
                <a:gd name="connsiteX17" fmla="*/ 8673375 w 8673375"/>
                <a:gd name="connsiteY17" fmla="*/ 1295286 h 6858006"/>
                <a:gd name="connsiteX18" fmla="*/ 8006654 w 8673375"/>
                <a:gd name="connsiteY18" fmla="*/ 1295286 h 6858006"/>
                <a:gd name="connsiteX19" fmla="*/ 6474779 w 8673375"/>
                <a:gd name="connsiteY19" fmla="*/ 0 h 6858006"/>
                <a:gd name="connsiteX20" fmla="*/ 7141500 w 8673375"/>
                <a:gd name="connsiteY20" fmla="*/ 0 h 6858006"/>
                <a:gd name="connsiteX21" fmla="*/ 7141500 w 8673375"/>
                <a:gd name="connsiteY21" fmla="*/ 649284 h 6858006"/>
                <a:gd name="connsiteX22" fmla="*/ 6474779 w 8673375"/>
                <a:gd name="connsiteY22" fmla="*/ 649284 h 68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73375" h="6858006">
                  <a:moveTo>
                    <a:pt x="2914921" y="6217998"/>
                  </a:moveTo>
                  <a:lnTo>
                    <a:pt x="3554924" y="6217998"/>
                  </a:lnTo>
                  <a:lnTo>
                    <a:pt x="3554924" y="6858006"/>
                  </a:lnTo>
                  <a:lnTo>
                    <a:pt x="2914921" y="6858006"/>
                  </a:lnTo>
                  <a:close/>
                  <a:moveTo>
                    <a:pt x="1530790" y="2834237"/>
                  </a:moveTo>
                  <a:lnTo>
                    <a:pt x="1539512" y="3161328"/>
                  </a:lnTo>
                  <a:cubicBezTo>
                    <a:pt x="903318" y="3178229"/>
                    <a:pt x="381608" y="3669952"/>
                    <a:pt x="325455" y="4304508"/>
                  </a:cubicBezTo>
                  <a:lnTo>
                    <a:pt x="327092" y="4459331"/>
                  </a:lnTo>
                  <a:lnTo>
                    <a:pt x="0" y="4459331"/>
                  </a:lnTo>
                  <a:lnTo>
                    <a:pt x="0" y="4275617"/>
                  </a:lnTo>
                  <a:cubicBezTo>
                    <a:pt x="70867" y="3475335"/>
                    <a:pt x="728868" y="2855500"/>
                    <a:pt x="1530790" y="2834237"/>
                  </a:cubicBezTo>
                  <a:close/>
                  <a:moveTo>
                    <a:pt x="7347023" y="1297461"/>
                  </a:moveTo>
                  <a:lnTo>
                    <a:pt x="8013744" y="1297461"/>
                  </a:lnTo>
                  <a:lnTo>
                    <a:pt x="8013744" y="1946745"/>
                  </a:lnTo>
                  <a:lnTo>
                    <a:pt x="7347023" y="1946745"/>
                  </a:lnTo>
                  <a:close/>
                  <a:moveTo>
                    <a:pt x="8006654" y="646002"/>
                  </a:moveTo>
                  <a:lnTo>
                    <a:pt x="8673375" y="646002"/>
                  </a:lnTo>
                  <a:lnTo>
                    <a:pt x="8673375" y="1295286"/>
                  </a:lnTo>
                  <a:lnTo>
                    <a:pt x="8006654" y="1295286"/>
                  </a:lnTo>
                  <a:close/>
                  <a:moveTo>
                    <a:pt x="6474779" y="0"/>
                  </a:moveTo>
                  <a:lnTo>
                    <a:pt x="7141500" y="0"/>
                  </a:lnTo>
                  <a:lnTo>
                    <a:pt x="7141500" y="649284"/>
                  </a:lnTo>
                  <a:lnTo>
                    <a:pt x="6474779" y="649284"/>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74" name="Group 73">
            <a:extLst>
              <a:ext uri="{FF2B5EF4-FFF2-40B4-BE49-F238E27FC236}">
                <a16:creationId xmlns:a16="http://schemas.microsoft.com/office/drawing/2014/main" id="{7543C9CA-58D9-28AD-6F03-36BF24A5889F}"/>
              </a:ext>
              <a:ext uri="{C183D7F6-B498-43B3-948B-1728B52AA6E4}">
                <adec:decorative xmlns:adec="http://schemas.microsoft.com/office/drawing/2017/decorative" val="1"/>
              </a:ext>
            </a:extLst>
          </p:cNvPr>
          <p:cNvGrpSpPr>
            <a:grpSpLocks noChangeAspect="1"/>
          </p:cNvGrpSpPr>
          <p:nvPr/>
        </p:nvGrpSpPr>
        <p:grpSpPr>
          <a:xfrm>
            <a:off x="3878727" y="810791"/>
            <a:ext cx="455838" cy="457200"/>
            <a:chOff x="3878727" y="810791"/>
            <a:chExt cx="455838" cy="457200"/>
          </a:xfrm>
          <a:solidFill>
            <a:srgbClr val="FF0000"/>
          </a:solidFill>
        </p:grpSpPr>
        <p:sp>
          <p:nvSpPr>
            <p:cNvPr id="2973" name="Freeform: Shape 2972">
              <a:extLst>
                <a:ext uri="{FF2B5EF4-FFF2-40B4-BE49-F238E27FC236}">
                  <a16:creationId xmlns:a16="http://schemas.microsoft.com/office/drawing/2014/main" id="{E046669F-AC3B-4F02-C733-FEA95727566B}"/>
                </a:ext>
                <a:ext uri="{C183D7F6-B498-43B3-948B-1728B52AA6E4}">
                  <adec:decorative xmlns:adec="http://schemas.microsoft.com/office/drawing/2017/decorative" val="1"/>
                </a:ext>
              </a:extLst>
            </p:cNvPr>
            <p:cNvSpPr/>
            <p:nvPr/>
          </p:nvSpPr>
          <p:spPr>
            <a:xfrm>
              <a:off x="3914734" y="907126"/>
              <a:ext cx="206031" cy="194329"/>
            </a:xfrm>
            <a:custGeom>
              <a:avLst/>
              <a:gdLst>
                <a:gd name="connsiteX0" fmla="*/ 2579829 w 3090472"/>
                <a:gd name="connsiteY0" fmla="*/ 2404292 h 2914942"/>
                <a:gd name="connsiteX1" fmla="*/ 3090472 w 3090472"/>
                <a:gd name="connsiteY1" fmla="*/ 2404292 h 2914942"/>
                <a:gd name="connsiteX2" fmla="*/ 3090472 w 3090472"/>
                <a:gd name="connsiteY2" fmla="*/ 2914942 h 2914942"/>
                <a:gd name="connsiteX3" fmla="*/ 2579829 w 3090472"/>
                <a:gd name="connsiteY3" fmla="*/ 2914942 h 2914942"/>
                <a:gd name="connsiteX4" fmla="*/ 1148953 w 3090472"/>
                <a:gd name="connsiteY4" fmla="*/ 0 h 2914942"/>
                <a:gd name="connsiteX5" fmla="*/ 1165974 w 3090472"/>
                <a:gd name="connsiteY5" fmla="*/ 0 h 2914942"/>
                <a:gd name="connsiteX6" fmla="*/ 1165974 w 3090472"/>
                <a:gd name="connsiteY6" fmla="*/ 255324 h 2914942"/>
                <a:gd name="connsiteX7" fmla="*/ 1148953 w 3090472"/>
                <a:gd name="connsiteY7" fmla="*/ 255324 h 2914942"/>
                <a:gd name="connsiteX8" fmla="*/ 255323 w 3090472"/>
                <a:gd name="connsiteY8" fmla="*/ 1131935 h 2914942"/>
                <a:gd name="connsiteX9" fmla="*/ 0 w 3090472"/>
                <a:gd name="connsiteY9" fmla="*/ 1131935 h 2914942"/>
                <a:gd name="connsiteX10" fmla="*/ 1148953 w 3090472"/>
                <a:gd name="connsiteY10" fmla="*/ 0 h 29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0472" h="2914942">
                  <a:moveTo>
                    <a:pt x="2579829" y="2404292"/>
                  </a:moveTo>
                  <a:lnTo>
                    <a:pt x="3090472" y="2404292"/>
                  </a:lnTo>
                  <a:lnTo>
                    <a:pt x="3090472" y="2914942"/>
                  </a:lnTo>
                  <a:lnTo>
                    <a:pt x="2579829" y="2914942"/>
                  </a:lnTo>
                  <a:close/>
                  <a:moveTo>
                    <a:pt x="1148953" y="0"/>
                  </a:moveTo>
                  <a:cubicBezTo>
                    <a:pt x="1153209" y="0"/>
                    <a:pt x="1157465" y="0"/>
                    <a:pt x="1165974" y="0"/>
                  </a:cubicBezTo>
                  <a:lnTo>
                    <a:pt x="1165974" y="255324"/>
                  </a:lnTo>
                  <a:cubicBezTo>
                    <a:pt x="1157465" y="255324"/>
                    <a:pt x="1153209" y="255324"/>
                    <a:pt x="1148953" y="255324"/>
                  </a:cubicBezTo>
                  <a:cubicBezTo>
                    <a:pt x="659583" y="255324"/>
                    <a:pt x="263835" y="646820"/>
                    <a:pt x="255323" y="1131935"/>
                  </a:cubicBezTo>
                  <a:lnTo>
                    <a:pt x="0" y="1131935"/>
                  </a:lnTo>
                  <a:cubicBezTo>
                    <a:pt x="8512" y="506392"/>
                    <a:pt x="523411" y="0"/>
                    <a:pt x="1148953" y="0"/>
                  </a:cubicBezTo>
                  <a:close/>
                </a:path>
              </a:pathLst>
            </a:custGeom>
            <a:solidFill>
              <a:schemeClr val="bg1"/>
            </a:solidFill>
            <a:ln w="12551" cap="flat">
              <a:noFill/>
              <a:prstDash val="solid"/>
              <a:miter/>
            </a:ln>
          </p:spPr>
          <p:txBody>
            <a:bodyPr wrap="square" rtlCol="0" anchor="ctr">
              <a:noAutofit/>
            </a:bodyPr>
            <a:lstStyle/>
            <a:p>
              <a:endParaRPr lang="en-US" dirty="0"/>
            </a:p>
          </p:txBody>
        </p:sp>
        <p:sp>
          <p:nvSpPr>
            <p:cNvPr id="2972" name="Freeform: Shape 2971">
              <a:extLst>
                <a:ext uri="{FF2B5EF4-FFF2-40B4-BE49-F238E27FC236}">
                  <a16:creationId xmlns:a16="http://schemas.microsoft.com/office/drawing/2014/main" id="{4B193FE0-166A-1FD3-673B-1A3604D5AF33}"/>
                </a:ext>
                <a:ext uri="{C183D7F6-B498-43B3-948B-1728B52AA6E4}">
                  <adec:decorative xmlns:adec="http://schemas.microsoft.com/office/drawing/2017/decorative" val="1"/>
                </a:ext>
              </a:extLst>
            </p:cNvPr>
            <p:cNvSpPr/>
            <p:nvPr/>
          </p:nvSpPr>
          <p:spPr>
            <a:xfrm>
              <a:off x="3878727" y="810791"/>
              <a:ext cx="455838" cy="457200"/>
            </a:xfrm>
            <a:custGeom>
              <a:avLst/>
              <a:gdLst>
                <a:gd name="connsiteX0" fmla="*/ 4775449 w 6837573"/>
                <a:gd name="connsiteY0" fmla="*/ 4754716 h 6858000"/>
                <a:gd name="connsiteX1" fmla="*/ 5507423 w 6837573"/>
                <a:gd name="connsiteY1" fmla="*/ 5486685 h 6858000"/>
                <a:gd name="connsiteX2" fmla="*/ 5267202 w 6837573"/>
                <a:gd name="connsiteY2" fmla="*/ 5726904 h 6858000"/>
                <a:gd name="connsiteX3" fmla="*/ 4945560 w 6837573"/>
                <a:gd name="connsiteY3" fmla="*/ 5405263 h 6858000"/>
                <a:gd name="connsiteX4" fmla="*/ 4945560 w 6837573"/>
                <a:gd name="connsiteY4" fmla="*/ 6005424 h 6858000"/>
                <a:gd name="connsiteX5" fmla="*/ 5809420 w 6837573"/>
                <a:gd name="connsiteY5" fmla="*/ 6005424 h 6858000"/>
                <a:gd name="connsiteX6" fmla="*/ 5809420 w 6837573"/>
                <a:gd name="connsiteY6" fmla="*/ 6345662 h 6858000"/>
                <a:gd name="connsiteX7" fmla="*/ 4605326 w 6837573"/>
                <a:gd name="connsiteY7" fmla="*/ 6345662 h 6858000"/>
                <a:gd name="connsiteX8" fmla="*/ 4605326 w 6837573"/>
                <a:gd name="connsiteY8" fmla="*/ 6345658 h 6858000"/>
                <a:gd name="connsiteX9" fmla="*/ 4605322 w 6837573"/>
                <a:gd name="connsiteY9" fmla="*/ 6345658 h 6858000"/>
                <a:gd name="connsiteX10" fmla="*/ 4605322 w 6837573"/>
                <a:gd name="connsiteY10" fmla="*/ 5405279 h 6858000"/>
                <a:gd name="connsiteX11" fmla="*/ 4283696 w 6837573"/>
                <a:gd name="connsiteY11" fmla="*/ 5726904 h 6858000"/>
                <a:gd name="connsiteX12" fmla="*/ 4043476 w 6837573"/>
                <a:gd name="connsiteY12" fmla="*/ 5486685 h 6858000"/>
                <a:gd name="connsiteX13" fmla="*/ 2024780 w 6837573"/>
                <a:gd name="connsiteY13" fmla="*/ 4754716 h 6858000"/>
                <a:gd name="connsiteX14" fmla="*/ 2756754 w 6837573"/>
                <a:gd name="connsiteY14" fmla="*/ 5486685 h 6858000"/>
                <a:gd name="connsiteX15" fmla="*/ 2516533 w 6837573"/>
                <a:gd name="connsiteY15" fmla="*/ 5726904 h 6858000"/>
                <a:gd name="connsiteX16" fmla="*/ 2194899 w 6837573"/>
                <a:gd name="connsiteY16" fmla="*/ 5405271 h 6858000"/>
                <a:gd name="connsiteX17" fmla="*/ 2194899 w 6837573"/>
                <a:gd name="connsiteY17" fmla="*/ 6345658 h 6858000"/>
                <a:gd name="connsiteX18" fmla="*/ 2194895 w 6837573"/>
                <a:gd name="connsiteY18" fmla="*/ 6345658 h 6858000"/>
                <a:gd name="connsiteX19" fmla="*/ 2194895 w 6837573"/>
                <a:gd name="connsiteY19" fmla="*/ 6345662 h 6858000"/>
                <a:gd name="connsiteX20" fmla="*/ 990801 w 6837573"/>
                <a:gd name="connsiteY20" fmla="*/ 6345662 h 6858000"/>
                <a:gd name="connsiteX21" fmla="*/ 990801 w 6837573"/>
                <a:gd name="connsiteY21" fmla="*/ 6005424 h 6858000"/>
                <a:gd name="connsiteX22" fmla="*/ 1854661 w 6837573"/>
                <a:gd name="connsiteY22" fmla="*/ 6005424 h 6858000"/>
                <a:gd name="connsiteX23" fmla="*/ 1854661 w 6837573"/>
                <a:gd name="connsiteY23" fmla="*/ 5405271 h 6858000"/>
                <a:gd name="connsiteX24" fmla="*/ 1533027 w 6837573"/>
                <a:gd name="connsiteY24" fmla="*/ 5726904 h 6858000"/>
                <a:gd name="connsiteX25" fmla="*/ 1292807 w 6837573"/>
                <a:gd name="connsiteY25" fmla="*/ 5486685 h 6858000"/>
                <a:gd name="connsiteX26" fmla="*/ 3218765 w 6837573"/>
                <a:gd name="connsiteY26" fmla="*/ 4596740 h 6858000"/>
                <a:gd name="connsiteX27" fmla="*/ 3559200 w 6837573"/>
                <a:gd name="connsiteY27" fmla="*/ 4596740 h 6858000"/>
                <a:gd name="connsiteX28" fmla="*/ 3559200 w 6837573"/>
                <a:gd name="connsiteY28" fmla="*/ 6207795 h 6858000"/>
                <a:gd name="connsiteX29" fmla="*/ 3881184 w 6837573"/>
                <a:gd name="connsiteY29" fmla="*/ 5885812 h 6858000"/>
                <a:gd name="connsiteX30" fmla="*/ 4121405 w 6837573"/>
                <a:gd name="connsiteY30" fmla="*/ 6126031 h 6858000"/>
                <a:gd name="connsiteX31" fmla="*/ 3389431 w 6837573"/>
                <a:gd name="connsiteY31" fmla="*/ 6858000 h 6858000"/>
                <a:gd name="connsiteX32" fmla="*/ 2657458 w 6837573"/>
                <a:gd name="connsiteY32" fmla="*/ 6126031 h 6858000"/>
                <a:gd name="connsiteX33" fmla="*/ 2897678 w 6837573"/>
                <a:gd name="connsiteY33" fmla="*/ 5885812 h 6858000"/>
                <a:gd name="connsiteX34" fmla="*/ 3218765 w 6837573"/>
                <a:gd name="connsiteY34" fmla="*/ 6206897 h 6858000"/>
                <a:gd name="connsiteX35" fmla="*/ 3627318 w 6837573"/>
                <a:gd name="connsiteY35" fmla="*/ 590 h 6858000"/>
                <a:gd name="connsiteX36" fmla="*/ 4250797 w 6837573"/>
                <a:gd name="connsiteY36" fmla="*/ 96069 h 6858000"/>
                <a:gd name="connsiteX37" fmla="*/ 5246557 w 6837573"/>
                <a:gd name="connsiteY37" fmla="*/ 1045022 h 6858000"/>
                <a:gd name="connsiteX38" fmla="*/ 5357199 w 6837573"/>
                <a:gd name="connsiteY38" fmla="*/ 1479072 h 6858000"/>
                <a:gd name="connsiteX39" fmla="*/ 5369964 w 6837573"/>
                <a:gd name="connsiteY39" fmla="*/ 1679073 h 6858000"/>
                <a:gd name="connsiteX40" fmla="*/ 5369964 w 6837573"/>
                <a:gd name="connsiteY40" fmla="*/ 1742904 h 6858000"/>
                <a:gd name="connsiteX41" fmla="*/ 5369964 w 6837573"/>
                <a:gd name="connsiteY41" fmla="*/ 1862055 h 6858000"/>
                <a:gd name="connsiteX42" fmla="*/ 5557200 w 6837573"/>
                <a:gd name="connsiteY42" fmla="*/ 1862055 h 6858000"/>
                <a:gd name="connsiteX43" fmla="*/ 6123165 w 6837573"/>
                <a:gd name="connsiteY43" fmla="*/ 1959929 h 6858000"/>
                <a:gd name="connsiteX44" fmla="*/ 6740199 w 6837573"/>
                <a:gd name="connsiteY44" fmla="*/ 2585471 h 6858000"/>
                <a:gd name="connsiteX45" fmla="*/ 6633813 w 6837573"/>
                <a:gd name="connsiteY45" fmla="*/ 3751445 h 6858000"/>
                <a:gd name="connsiteX46" fmla="*/ 5629544 w 6837573"/>
                <a:gd name="connsiteY46" fmla="*/ 4283369 h 6858000"/>
                <a:gd name="connsiteX47" fmla="*/ 5557200 w 6837573"/>
                <a:gd name="connsiteY47" fmla="*/ 4279113 h 6858000"/>
                <a:gd name="connsiteX48" fmla="*/ 5162328 w 6837573"/>
                <a:gd name="connsiteY48" fmla="*/ 4279113 h 6858000"/>
                <a:gd name="connsiteX49" fmla="*/ 5162328 w 6837573"/>
                <a:gd name="connsiteY49" fmla="*/ 4279114 h 6858000"/>
                <a:gd name="connsiteX50" fmla="*/ 3881456 w 6837573"/>
                <a:gd name="connsiteY50" fmla="*/ 4279114 h 6858000"/>
                <a:gd name="connsiteX51" fmla="*/ 3881456 w 6837573"/>
                <a:gd name="connsiteY51" fmla="*/ 3938679 h 6858000"/>
                <a:gd name="connsiteX52" fmla="*/ 5162328 w 6837573"/>
                <a:gd name="connsiteY52" fmla="*/ 3938679 h 6858000"/>
                <a:gd name="connsiteX53" fmla="*/ 5162328 w 6837573"/>
                <a:gd name="connsiteY53" fmla="*/ 3938684 h 6858000"/>
                <a:gd name="connsiteX54" fmla="*/ 5569968 w 6837573"/>
                <a:gd name="connsiteY54" fmla="*/ 3938684 h 6858000"/>
                <a:gd name="connsiteX55" fmla="*/ 5625288 w 6837573"/>
                <a:gd name="connsiteY55" fmla="*/ 3938684 h 6858000"/>
                <a:gd name="connsiteX56" fmla="*/ 6344447 w 6837573"/>
                <a:gd name="connsiteY56" fmla="*/ 3555697 h 6858000"/>
                <a:gd name="connsiteX57" fmla="*/ 6421043 w 6837573"/>
                <a:gd name="connsiteY57" fmla="*/ 2708879 h 6858000"/>
                <a:gd name="connsiteX58" fmla="*/ 5991249 w 6837573"/>
                <a:gd name="connsiteY58" fmla="*/ 2274827 h 6858000"/>
                <a:gd name="connsiteX59" fmla="*/ 5569968 w 6837573"/>
                <a:gd name="connsiteY59" fmla="*/ 2202488 h 6858000"/>
                <a:gd name="connsiteX60" fmla="*/ 5561456 w 6837573"/>
                <a:gd name="connsiteY60" fmla="*/ 2202488 h 6858000"/>
                <a:gd name="connsiteX61" fmla="*/ 5242304 w 6837573"/>
                <a:gd name="connsiteY61" fmla="*/ 2202488 h 6858000"/>
                <a:gd name="connsiteX62" fmla="*/ 5029532 w 6837573"/>
                <a:gd name="connsiteY62" fmla="*/ 1989715 h 6858000"/>
                <a:gd name="connsiteX63" fmla="*/ 5029532 w 6837573"/>
                <a:gd name="connsiteY63" fmla="*/ 1738648 h 6858000"/>
                <a:gd name="connsiteX64" fmla="*/ 5029532 w 6837573"/>
                <a:gd name="connsiteY64" fmla="*/ 1683329 h 6858000"/>
                <a:gd name="connsiteX65" fmla="*/ 5029532 w 6837573"/>
                <a:gd name="connsiteY65" fmla="*/ 1657795 h 6858000"/>
                <a:gd name="connsiteX66" fmla="*/ 4927405 w 6837573"/>
                <a:gd name="connsiteY66" fmla="*/ 1172682 h 6858000"/>
                <a:gd name="connsiteX67" fmla="*/ 4140158 w 6837573"/>
                <a:gd name="connsiteY67" fmla="*/ 423736 h 6858000"/>
                <a:gd name="connsiteX68" fmla="*/ 2408214 w 6837573"/>
                <a:gd name="connsiteY68" fmla="*/ 1159917 h 6858000"/>
                <a:gd name="connsiteX69" fmla="*/ 2144382 w 6837573"/>
                <a:gd name="connsiteY69" fmla="*/ 1274812 h 6858000"/>
                <a:gd name="connsiteX70" fmla="*/ 1191177 w 6837573"/>
                <a:gd name="connsiteY70" fmla="*/ 1296089 h 6858000"/>
                <a:gd name="connsiteX71" fmla="*/ 437972 w 6837573"/>
                <a:gd name="connsiteY71" fmla="*/ 2045038 h 6858000"/>
                <a:gd name="connsiteX72" fmla="*/ 586912 w 6837573"/>
                <a:gd name="connsiteY72" fmla="*/ 3351441 h 6858000"/>
                <a:gd name="connsiteX73" fmla="*/ 1710332 w 6837573"/>
                <a:gd name="connsiteY73" fmla="*/ 3938684 h 6858000"/>
                <a:gd name="connsiteX74" fmla="*/ 1786929 w 6837573"/>
                <a:gd name="connsiteY74" fmla="*/ 3934428 h 6858000"/>
                <a:gd name="connsiteX75" fmla="*/ 1791185 w 6837573"/>
                <a:gd name="connsiteY75" fmla="*/ 3934428 h 6858000"/>
                <a:gd name="connsiteX76" fmla="*/ 1936256 w 6837573"/>
                <a:gd name="connsiteY76" fmla="*/ 3934428 h 6858000"/>
                <a:gd name="connsiteX77" fmla="*/ 1936256 w 6837573"/>
                <a:gd name="connsiteY77" fmla="*/ 3933318 h 6858000"/>
                <a:gd name="connsiteX78" fmla="*/ 2876697 w 6837573"/>
                <a:gd name="connsiteY78" fmla="*/ 3933318 h 6858000"/>
                <a:gd name="connsiteX79" fmla="*/ 2876697 w 6837573"/>
                <a:gd name="connsiteY79" fmla="*/ 4273753 h 6858000"/>
                <a:gd name="connsiteX80" fmla="*/ 2403962 w 6837573"/>
                <a:gd name="connsiteY80" fmla="*/ 4273753 h 6858000"/>
                <a:gd name="connsiteX81" fmla="*/ 2403962 w 6837573"/>
                <a:gd name="connsiteY81" fmla="*/ 4274860 h 6858000"/>
                <a:gd name="connsiteX82" fmla="*/ 1799697 w 6837573"/>
                <a:gd name="connsiteY82" fmla="*/ 4274860 h 6858000"/>
                <a:gd name="connsiteX83" fmla="*/ 1710332 w 6837573"/>
                <a:gd name="connsiteY83" fmla="*/ 4279113 h 6858000"/>
                <a:gd name="connsiteX84" fmla="*/ 306056 w 6837573"/>
                <a:gd name="connsiteY84" fmla="*/ 3547188 h 6858000"/>
                <a:gd name="connsiteX85" fmla="*/ 118821 w 6837573"/>
                <a:gd name="connsiteY85" fmla="*/ 1930143 h 6858000"/>
                <a:gd name="connsiteX86" fmla="*/ 1076282 w 6837573"/>
                <a:gd name="connsiteY86" fmla="*/ 976934 h 6858000"/>
                <a:gd name="connsiteX87" fmla="*/ 2148638 w 6837573"/>
                <a:gd name="connsiteY87" fmla="*/ 917358 h 6858000"/>
                <a:gd name="connsiteX88" fmla="*/ 3627318 w 6837573"/>
                <a:gd name="connsiteY88" fmla="*/ 59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37573" h="6858000">
                  <a:moveTo>
                    <a:pt x="4775449" y="4754716"/>
                  </a:moveTo>
                  <a:lnTo>
                    <a:pt x="5507423" y="5486685"/>
                  </a:lnTo>
                  <a:lnTo>
                    <a:pt x="5267202" y="5726904"/>
                  </a:lnTo>
                  <a:lnTo>
                    <a:pt x="4945560" y="5405263"/>
                  </a:lnTo>
                  <a:lnTo>
                    <a:pt x="4945560" y="6005424"/>
                  </a:lnTo>
                  <a:lnTo>
                    <a:pt x="5809420" y="6005424"/>
                  </a:lnTo>
                  <a:lnTo>
                    <a:pt x="5809420" y="6345662"/>
                  </a:lnTo>
                  <a:lnTo>
                    <a:pt x="4605326" y="6345662"/>
                  </a:lnTo>
                  <a:lnTo>
                    <a:pt x="4605326" y="6345658"/>
                  </a:lnTo>
                  <a:lnTo>
                    <a:pt x="4605322" y="6345658"/>
                  </a:lnTo>
                  <a:lnTo>
                    <a:pt x="4605322" y="5405279"/>
                  </a:lnTo>
                  <a:lnTo>
                    <a:pt x="4283696" y="5726904"/>
                  </a:lnTo>
                  <a:lnTo>
                    <a:pt x="4043476" y="5486685"/>
                  </a:lnTo>
                  <a:close/>
                  <a:moveTo>
                    <a:pt x="2024780" y="4754716"/>
                  </a:moveTo>
                  <a:lnTo>
                    <a:pt x="2756754" y="5486685"/>
                  </a:lnTo>
                  <a:lnTo>
                    <a:pt x="2516533" y="5726904"/>
                  </a:lnTo>
                  <a:lnTo>
                    <a:pt x="2194899" y="5405271"/>
                  </a:lnTo>
                  <a:lnTo>
                    <a:pt x="2194899" y="6345658"/>
                  </a:lnTo>
                  <a:lnTo>
                    <a:pt x="2194895" y="6345658"/>
                  </a:lnTo>
                  <a:lnTo>
                    <a:pt x="2194895" y="6345662"/>
                  </a:lnTo>
                  <a:lnTo>
                    <a:pt x="990801" y="6345662"/>
                  </a:lnTo>
                  <a:lnTo>
                    <a:pt x="990801" y="6005424"/>
                  </a:lnTo>
                  <a:lnTo>
                    <a:pt x="1854661" y="6005424"/>
                  </a:lnTo>
                  <a:lnTo>
                    <a:pt x="1854661" y="5405271"/>
                  </a:lnTo>
                  <a:lnTo>
                    <a:pt x="1533027" y="5726904"/>
                  </a:lnTo>
                  <a:lnTo>
                    <a:pt x="1292807" y="5486685"/>
                  </a:lnTo>
                  <a:close/>
                  <a:moveTo>
                    <a:pt x="3218765" y="4596740"/>
                  </a:moveTo>
                  <a:lnTo>
                    <a:pt x="3559200" y="4596740"/>
                  </a:lnTo>
                  <a:lnTo>
                    <a:pt x="3559200" y="6207795"/>
                  </a:lnTo>
                  <a:lnTo>
                    <a:pt x="3881184" y="5885812"/>
                  </a:lnTo>
                  <a:lnTo>
                    <a:pt x="4121405" y="6126031"/>
                  </a:lnTo>
                  <a:lnTo>
                    <a:pt x="3389431" y="6858000"/>
                  </a:lnTo>
                  <a:lnTo>
                    <a:pt x="2657458" y="6126031"/>
                  </a:lnTo>
                  <a:lnTo>
                    <a:pt x="2897678" y="5885812"/>
                  </a:lnTo>
                  <a:lnTo>
                    <a:pt x="3218765" y="6206897"/>
                  </a:lnTo>
                  <a:close/>
                  <a:moveTo>
                    <a:pt x="3627318" y="590"/>
                  </a:moveTo>
                  <a:cubicBezTo>
                    <a:pt x="3832706" y="-4730"/>
                    <a:pt x="4043348" y="25855"/>
                    <a:pt x="4250797" y="96069"/>
                  </a:cubicBezTo>
                  <a:cubicBezTo>
                    <a:pt x="4710380" y="249262"/>
                    <a:pt x="5072087" y="598207"/>
                    <a:pt x="5246557" y="1045022"/>
                  </a:cubicBezTo>
                  <a:cubicBezTo>
                    <a:pt x="5301876" y="1189703"/>
                    <a:pt x="5335922" y="1334388"/>
                    <a:pt x="5357199" y="1479072"/>
                  </a:cubicBezTo>
                  <a:lnTo>
                    <a:pt x="5369964" y="1679073"/>
                  </a:lnTo>
                  <a:cubicBezTo>
                    <a:pt x="5369964" y="1700350"/>
                    <a:pt x="5369964" y="1721627"/>
                    <a:pt x="5369964" y="1742904"/>
                  </a:cubicBezTo>
                  <a:lnTo>
                    <a:pt x="5369964" y="1862055"/>
                  </a:lnTo>
                  <a:lnTo>
                    <a:pt x="5557200" y="1862055"/>
                  </a:lnTo>
                  <a:cubicBezTo>
                    <a:pt x="5744439" y="1853543"/>
                    <a:pt x="5935930" y="1883333"/>
                    <a:pt x="6123165" y="1959929"/>
                  </a:cubicBezTo>
                  <a:cubicBezTo>
                    <a:pt x="6369980" y="2062060"/>
                    <a:pt x="6642325" y="2334404"/>
                    <a:pt x="6740199" y="2585471"/>
                  </a:cubicBezTo>
                  <a:cubicBezTo>
                    <a:pt x="6901904" y="2985476"/>
                    <a:pt x="6859349" y="3406760"/>
                    <a:pt x="6633813" y="3751445"/>
                  </a:cubicBezTo>
                  <a:cubicBezTo>
                    <a:pt x="6408279" y="4083365"/>
                    <a:pt x="6029548" y="4283369"/>
                    <a:pt x="5629544" y="4283369"/>
                  </a:cubicBezTo>
                  <a:cubicBezTo>
                    <a:pt x="5604010" y="4283369"/>
                    <a:pt x="5582733" y="4279113"/>
                    <a:pt x="5557200" y="4279113"/>
                  </a:cubicBezTo>
                  <a:lnTo>
                    <a:pt x="5162328" y="4279113"/>
                  </a:lnTo>
                  <a:lnTo>
                    <a:pt x="5162328" y="4279114"/>
                  </a:lnTo>
                  <a:lnTo>
                    <a:pt x="3881456" y="4279114"/>
                  </a:lnTo>
                  <a:lnTo>
                    <a:pt x="3881456" y="3938679"/>
                  </a:lnTo>
                  <a:lnTo>
                    <a:pt x="5162328" y="3938679"/>
                  </a:lnTo>
                  <a:lnTo>
                    <a:pt x="5162328" y="3938684"/>
                  </a:lnTo>
                  <a:lnTo>
                    <a:pt x="5569968" y="3938684"/>
                  </a:lnTo>
                  <a:cubicBezTo>
                    <a:pt x="5586989" y="3938684"/>
                    <a:pt x="5608267" y="3938684"/>
                    <a:pt x="5625288" y="3938684"/>
                  </a:cubicBezTo>
                  <a:cubicBezTo>
                    <a:pt x="5914653" y="3938684"/>
                    <a:pt x="6182741" y="3794000"/>
                    <a:pt x="6344447" y="3555697"/>
                  </a:cubicBezTo>
                  <a:cubicBezTo>
                    <a:pt x="6510409" y="3313142"/>
                    <a:pt x="6535939" y="3002501"/>
                    <a:pt x="6421043" y="2708879"/>
                  </a:cubicBezTo>
                  <a:cubicBezTo>
                    <a:pt x="6357212" y="2542916"/>
                    <a:pt x="6152955" y="2342912"/>
                    <a:pt x="5991249" y="2274827"/>
                  </a:cubicBezTo>
                  <a:cubicBezTo>
                    <a:pt x="5850821" y="2219508"/>
                    <a:pt x="5710397" y="2193975"/>
                    <a:pt x="5569968" y="2202488"/>
                  </a:cubicBezTo>
                  <a:lnTo>
                    <a:pt x="5561456" y="2202488"/>
                  </a:lnTo>
                  <a:lnTo>
                    <a:pt x="5242304" y="2202488"/>
                  </a:lnTo>
                  <a:cubicBezTo>
                    <a:pt x="5123153" y="2202488"/>
                    <a:pt x="5029532" y="2108866"/>
                    <a:pt x="5029532" y="1989715"/>
                  </a:cubicBezTo>
                  <a:lnTo>
                    <a:pt x="5029532" y="1738648"/>
                  </a:lnTo>
                  <a:cubicBezTo>
                    <a:pt x="5029532" y="1717371"/>
                    <a:pt x="5029532" y="1700350"/>
                    <a:pt x="5029532" y="1683329"/>
                  </a:cubicBezTo>
                  <a:lnTo>
                    <a:pt x="5029532" y="1657795"/>
                  </a:lnTo>
                  <a:cubicBezTo>
                    <a:pt x="5025279" y="1496093"/>
                    <a:pt x="4991234" y="1334388"/>
                    <a:pt x="4927405" y="1172682"/>
                  </a:cubicBezTo>
                  <a:cubicBezTo>
                    <a:pt x="4791233" y="819484"/>
                    <a:pt x="4501864" y="547140"/>
                    <a:pt x="4140158" y="423736"/>
                  </a:cubicBezTo>
                  <a:cubicBezTo>
                    <a:pt x="3335890" y="151388"/>
                    <a:pt x="2659285" y="589694"/>
                    <a:pt x="2408214" y="1159917"/>
                  </a:cubicBezTo>
                  <a:cubicBezTo>
                    <a:pt x="2361407" y="1262047"/>
                    <a:pt x="2250768" y="1308854"/>
                    <a:pt x="2144382" y="1274812"/>
                  </a:cubicBezTo>
                  <a:cubicBezTo>
                    <a:pt x="1842248" y="1172682"/>
                    <a:pt x="1510328" y="1176938"/>
                    <a:pt x="1191177" y="1296089"/>
                  </a:cubicBezTo>
                  <a:cubicBezTo>
                    <a:pt x="842236" y="1423749"/>
                    <a:pt x="565635" y="1696094"/>
                    <a:pt x="437972" y="2045038"/>
                  </a:cubicBezTo>
                  <a:cubicBezTo>
                    <a:pt x="272014" y="2500362"/>
                    <a:pt x="327333" y="2976967"/>
                    <a:pt x="586912" y="3351441"/>
                  </a:cubicBezTo>
                  <a:cubicBezTo>
                    <a:pt x="842236" y="3717403"/>
                    <a:pt x="1263517" y="3938684"/>
                    <a:pt x="1710332" y="3938684"/>
                  </a:cubicBezTo>
                  <a:cubicBezTo>
                    <a:pt x="1735865" y="3938684"/>
                    <a:pt x="1761399" y="3934428"/>
                    <a:pt x="1786929" y="3934428"/>
                  </a:cubicBezTo>
                  <a:lnTo>
                    <a:pt x="1791185" y="3934428"/>
                  </a:lnTo>
                  <a:lnTo>
                    <a:pt x="1936256" y="3934428"/>
                  </a:lnTo>
                  <a:lnTo>
                    <a:pt x="1936256" y="3933318"/>
                  </a:lnTo>
                  <a:lnTo>
                    <a:pt x="2876697" y="3933318"/>
                  </a:lnTo>
                  <a:lnTo>
                    <a:pt x="2876697" y="4273753"/>
                  </a:lnTo>
                  <a:lnTo>
                    <a:pt x="2403962" y="4273753"/>
                  </a:lnTo>
                  <a:lnTo>
                    <a:pt x="2403962" y="4274860"/>
                  </a:lnTo>
                  <a:lnTo>
                    <a:pt x="1799697" y="4274860"/>
                  </a:lnTo>
                  <a:cubicBezTo>
                    <a:pt x="1769908" y="4279113"/>
                    <a:pt x="1740122" y="4279113"/>
                    <a:pt x="1710332" y="4279113"/>
                  </a:cubicBezTo>
                  <a:cubicBezTo>
                    <a:pt x="1148623" y="4279113"/>
                    <a:pt x="625211" y="4006768"/>
                    <a:pt x="306056" y="3547188"/>
                  </a:cubicBezTo>
                  <a:cubicBezTo>
                    <a:pt x="-21608" y="3079096"/>
                    <a:pt x="-89696" y="2487597"/>
                    <a:pt x="118821" y="1930143"/>
                  </a:cubicBezTo>
                  <a:cubicBezTo>
                    <a:pt x="284778" y="1487581"/>
                    <a:pt x="633720" y="1138640"/>
                    <a:pt x="1076282" y="976934"/>
                  </a:cubicBezTo>
                  <a:cubicBezTo>
                    <a:pt x="1433732" y="845018"/>
                    <a:pt x="1803950" y="823741"/>
                    <a:pt x="2148638" y="917358"/>
                  </a:cubicBezTo>
                  <a:cubicBezTo>
                    <a:pt x="2442260" y="355649"/>
                    <a:pt x="3011152" y="16548"/>
                    <a:pt x="3627318" y="590"/>
                  </a:cubicBezTo>
                  <a:close/>
                </a:path>
              </a:pathLst>
            </a:custGeom>
            <a:solidFill>
              <a:schemeClr val="accent2"/>
            </a:solidFill>
            <a:ln w="12551" cap="flat">
              <a:noFill/>
              <a:prstDash val="solid"/>
              <a:miter/>
            </a:ln>
          </p:spPr>
          <p:txBody>
            <a:bodyPr wrap="square" rtlCol="0" anchor="ctr">
              <a:noAutofit/>
            </a:bodyPr>
            <a:lstStyle/>
            <a:p>
              <a:endParaRPr lang="en-US" dirty="0"/>
            </a:p>
          </p:txBody>
        </p:sp>
      </p:grpSp>
      <p:grpSp>
        <p:nvGrpSpPr>
          <p:cNvPr id="73" name="Group 72">
            <a:extLst>
              <a:ext uri="{FF2B5EF4-FFF2-40B4-BE49-F238E27FC236}">
                <a16:creationId xmlns:a16="http://schemas.microsoft.com/office/drawing/2014/main" id="{56E843B6-CB2A-2FCF-C338-0E31A6800D9C}"/>
              </a:ext>
              <a:ext uri="{C183D7F6-B498-43B3-948B-1728B52AA6E4}">
                <adec:decorative xmlns:adec="http://schemas.microsoft.com/office/drawing/2017/decorative" val="1"/>
              </a:ext>
            </a:extLst>
          </p:cNvPr>
          <p:cNvGrpSpPr>
            <a:grpSpLocks noChangeAspect="1"/>
          </p:cNvGrpSpPr>
          <p:nvPr/>
        </p:nvGrpSpPr>
        <p:grpSpPr>
          <a:xfrm>
            <a:off x="4477370" y="810791"/>
            <a:ext cx="469841" cy="457200"/>
            <a:chOff x="4477370" y="810791"/>
            <a:chExt cx="469841" cy="457200"/>
          </a:xfrm>
          <a:solidFill>
            <a:srgbClr val="FF0000"/>
          </a:solidFill>
        </p:grpSpPr>
        <p:sp>
          <p:nvSpPr>
            <p:cNvPr id="2987" name="Freeform: Shape 2986">
              <a:extLst>
                <a:ext uri="{FF2B5EF4-FFF2-40B4-BE49-F238E27FC236}">
                  <a16:creationId xmlns:a16="http://schemas.microsoft.com/office/drawing/2014/main" id="{B67965B8-77F2-90A4-B4BD-92B332390190}"/>
                </a:ext>
                <a:ext uri="{C183D7F6-B498-43B3-948B-1728B52AA6E4}">
                  <adec:decorative xmlns:adec="http://schemas.microsoft.com/office/drawing/2017/decorative" val="1"/>
                </a:ext>
              </a:extLst>
            </p:cNvPr>
            <p:cNvSpPr/>
            <p:nvPr/>
          </p:nvSpPr>
          <p:spPr>
            <a:xfrm>
              <a:off x="4477370" y="810791"/>
              <a:ext cx="469841" cy="457200"/>
            </a:xfrm>
            <a:custGeom>
              <a:avLst/>
              <a:gdLst>
                <a:gd name="connsiteX0" fmla="*/ 5969140 w 7047610"/>
                <a:gd name="connsiteY0" fmla="*/ 5985167 h 6857999"/>
                <a:gd name="connsiteX1" fmla="*/ 5705977 w 7047610"/>
                <a:gd name="connsiteY1" fmla="*/ 6248333 h 6857999"/>
                <a:gd name="connsiteX2" fmla="*/ 5969140 w 7047610"/>
                <a:gd name="connsiteY2" fmla="*/ 6511500 h 6857999"/>
                <a:gd name="connsiteX3" fmla="*/ 6232306 w 7047610"/>
                <a:gd name="connsiteY3" fmla="*/ 6248333 h 6857999"/>
                <a:gd name="connsiteX4" fmla="*/ 5969140 w 7047610"/>
                <a:gd name="connsiteY4" fmla="*/ 5985167 h 6857999"/>
                <a:gd name="connsiteX5" fmla="*/ 3508539 w 7047610"/>
                <a:gd name="connsiteY5" fmla="*/ 5985167 h 6857999"/>
                <a:gd name="connsiteX6" fmla="*/ 3245373 w 7047610"/>
                <a:gd name="connsiteY6" fmla="*/ 6248333 h 6857999"/>
                <a:gd name="connsiteX7" fmla="*/ 3508539 w 7047610"/>
                <a:gd name="connsiteY7" fmla="*/ 6511500 h 6857999"/>
                <a:gd name="connsiteX8" fmla="*/ 3771706 w 7047610"/>
                <a:gd name="connsiteY8" fmla="*/ 6248333 h 6857999"/>
                <a:gd name="connsiteX9" fmla="*/ 3508539 w 7047610"/>
                <a:gd name="connsiteY9" fmla="*/ 5985167 h 6857999"/>
                <a:gd name="connsiteX10" fmla="*/ 1056706 w 7047610"/>
                <a:gd name="connsiteY10" fmla="*/ 5985167 h 6857999"/>
                <a:gd name="connsiteX11" fmla="*/ 793539 w 7047610"/>
                <a:gd name="connsiteY11" fmla="*/ 6248333 h 6857999"/>
                <a:gd name="connsiteX12" fmla="*/ 1056706 w 7047610"/>
                <a:gd name="connsiteY12" fmla="*/ 6511500 h 6857999"/>
                <a:gd name="connsiteX13" fmla="*/ 1319872 w 7047610"/>
                <a:gd name="connsiteY13" fmla="*/ 6248333 h 6857999"/>
                <a:gd name="connsiteX14" fmla="*/ 1056706 w 7047610"/>
                <a:gd name="connsiteY14" fmla="*/ 5985167 h 6857999"/>
                <a:gd name="connsiteX15" fmla="*/ 3317638 w 7047610"/>
                <a:gd name="connsiteY15" fmla="*/ 4723505 h 6857999"/>
                <a:gd name="connsiteX16" fmla="*/ 3668528 w 7047610"/>
                <a:gd name="connsiteY16" fmla="*/ 4723505 h 6857999"/>
                <a:gd name="connsiteX17" fmla="*/ 3668528 w 7047610"/>
                <a:gd name="connsiteY17" fmla="*/ 4928114 h 6857999"/>
                <a:gd name="connsiteX18" fmla="*/ 6122656 w 7047610"/>
                <a:gd name="connsiteY18" fmla="*/ 4928114 h 6857999"/>
                <a:gd name="connsiteX19" fmla="*/ 6122656 w 7047610"/>
                <a:gd name="connsiteY19" fmla="*/ 5279004 h 6857999"/>
                <a:gd name="connsiteX20" fmla="*/ 6122656 w 7047610"/>
                <a:gd name="connsiteY20" fmla="*/ 5647437 h 6857999"/>
                <a:gd name="connsiteX21" fmla="*/ 6570038 w 7047610"/>
                <a:gd name="connsiteY21" fmla="*/ 6239559 h 6857999"/>
                <a:gd name="connsiteX22" fmla="*/ 5955982 w 7047610"/>
                <a:gd name="connsiteY22" fmla="*/ 6853616 h 6857999"/>
                <a:gd name="connsiteX23" fmla="*/ 5341930 w 7047610"/>
                <a:gd name="connsiteY23" fmla="*/ 6239559 h 6857999"/>
                <a:gd name="connsiteX24" fmla="*/ 5776153 w 7047610"/>
                <a:gd name="connsiteY24" fmla="*/ 5651821 h 6857999"/>
                <a:gd name="connsiteX25" fmla="*/ 5776153 w 7047610"/>
                <a:gd name="connsiteY25" fmla="*/ 5283390 h 6857999"/>
                <a:gd name="connsiteX26" fmla="*/ 3670825 w 7047610"/>
                <a:gd name="connsiteY26" fmla="*/ 5283390 h 6857999"/>
                <a:gd name="connsiteX27" fmla="*/ 3670825 w 7047610"/>
                <a:gd name="connsiteY27" fmla="*/ 5651821 h 6857999"/>
                <a:gd name="connsiteX28" fmla="*/ 4113822 w 7047610"/>
                <a:gd name="connsiteY28" fmla="*/ 6239559 h 6857999"/>
                <a:gd name="connsiteX29" fmla="*/ 3499766 w 7047610"/>
                <a:gd name="connsiteY29" fmla="*/ 6853616 h 6857999"/>
                <a:gd name="connsiteX30" fmla="*/ 2885713 w 7047610"/>
                <a:gd name="connsiteY30" fmla="*/ 6239559 h 6857999"/>
                <a:gd name="connsiteX31" fmla="*/ 3324322 w 7047610"/>
                <a:gd name="connsiteY31" fmla="*/ 5651821 h 6857999"/>
                <a:gd name="connsiteX32" fmla="*/ 3324322 w 7047610"/>
                <a:gd name="connsiteY32" fmla="*/ 5613886 h 6857999"/>
                <a:gd name="connsiteX33" fmla="*/ 3317638 w 7047610"/>
                <a:gd name="connsiteY33" fmla="*/ 5613886 h 6857999"/>
                <a:gd name="connsiteX34" fmla="*/ 3317638 w 7047610"/>
                <a:gd name="connsiteY34" fmla="*/ 5283390 h 6857999"/>
                <a:gd name="connsiteX35" fmla="*/ 1218992 w 7047610"/>
                <a:gd name="connsiteY35" fmla="*/ 5283390 h 6857999"/>
                <a:gd name="connsiteX36" fmla="*/ 1218992 w 7047610"/>
                <a:gd name="connsiteY36" fmla="*/ 5651821 h 6857999"/>
                <a:gd name="connsiteX37" fmla="*/ 1666374 w 7047610"/>
                <a:gd name="connsiteY37" fmla="*/ 6243946 h 6857999"/>
                <a:gd name="connsiteX38" fmla="*/ 1052322 w 7047610"/>
                <a:gd name="connsiteY38" fmla="*/ 6857999 h 6857999"/>
                <a:gd name="connsiteX39" fmla="*/ 438266 w 7047610"/>
                <a:gd name="connsiteY39" fmla="*/ 6243946 h 6857999"/>
                <a:gd name="connsiteX40" fmla="*/ 872489 w 7047610"/>
                <a:gd name="connsiteY40" fmla="*/ 5656208 h 6857999"/>
                <a:gd name="connsiteX41" fmla="*/ 872489 w 7047610"/>
                <a:gd name="connsiteY41" fmla="*/ 5287777 h 6857999"/>
                <a:gd name="connsiteX42" fmla="*/ 872489 w 7047610"/>
                <a:gd name="connsiteY42" fmla="*/ 4958818 h 6857999"/>
                <a:gd name="connsiteX43" fmla="*/ 872489 w 7047610"/>
                <a:gd name="connsiteY43" fmla="*/ 4936888 h 6857999"/>
                <a:gd name="connsiteX44" fmla="*/ 3315548 w 7047610"/>
                <a:gd name="connsiteY44" fmla="*/ 4936888 h 6857999"/>
                <a:gd name="connsiteX45" fmla="*/ 3315548 w 7047610"/>
                <a:gd name="connsiteY45" fmla="*/ 4814076 h 6857999"/>
                <a:gd name="connsiteX46" fmla="*/ 3317638 w 7047610"/>
                <a:gd name="connsiteY46" fmla="*/ 4814076 h 6857999"/>
                <a:gd name="connsiteX47" fmla="*/ 1740936 w 7047610"/>
                <a:gd name="connsiteY47" fmla="*/ 1489415 h 6857999"/>
                <a:gd name="connsiteX48" fmla="*/ 1758480 w 7047610"/>
                <a:gd name="connsiteY48" fmla="*/ 1489415 h 6857999"/>
                <a:gd name="connsiteX49" fmla="*/ 1758480 w 7047610"/>
                <a:gd name="connsiteY49" fmla="*/ 1752582 h 6857999"/>
                <a:gd name="connsiteX50" fmla="*/ 1740936 w 7047610"/>
                <a:gd name="connsiteY50" fmla="*/ 1752582 h 6857999"/>
                <a:gd name="connsiteX51" fmla="*/ 819858 w 7047610"/>
                <a:gd name="connsiteY51" fmla="*/ 2656120 h 6857999"/>
                <a:gd name="connsiteX52" fmla="*/ 556692 w 7047610"/>
                <a:gd name="connsiteY52" fmla="*/ 2656120 h 6857999"/>
                <a:gd name="connsiteX53" fmla="*/ 1740936 w 7047610"/>
                <a:gd name="connsiteY53" fmla="*/ 1489415 h 6857999"/>
                <a:gd name="connsiteX54" fmla="*/ 3738741 w 7047610"/>
                <a:gd name="connsiteY54" fmla="*/ 607 h 6857999"/>
                <a:gd name="connsiteX55" fmla="*/ 4381373 w 7047610"/>
                <a:gd name="connsiteY55" fmla="*/ 99019 h 6857999"/>
                <a:gd name="connsiteX56" fmla="*/ 5407721 w 7047610"/>
                <a:gd name="connsiteY56" fmla="*/ 1077121 h 6857999"/>
                <a:gd name="connsiteX57" fmla="*/ 5521762 w 7047610"/>
                <a:gd name="connsiteY57" fmla="*/ 1524504 h 6857999"/>
                <a:gd name="connsiteX58" fmla="*/ 5534919 w 7047610"/>
                <a:gd name="connsiteY58" fmla="*/ 1730648 h 6857999"/>
                <a:gd name="connsiteX59" fmla="*/ 5534919 w 7047610"/>
                <a:gd name="connsiteY59" fmla="*/ 1796441 h 6857999"/>
                <a:gd name="connsiteX60" fmla="*/ 5534919 w 7047610"/>
                <a:gd name="connsiteY60" fmla="*/ 1919252 h 6857999"/>
                <a:gd name="connsiteX61" fmla="*/ 5727906 w 7047610"/>
                <a:gd name="connsiteY61" fmla="*/ 1919252 h 6857999"/>
                <a:gd name="connsiteX62" fmla="*/ 6311258 w 7047610"/>
                <a:gd name="connsiteY62" fmla="*/ 2020132 h 6857999"/>
                <a:gd name="connsiteX63" fmla="*/ 6947244 w 7047610"/>
                <a:gd name="connsiteY63" fmla="*/ 2664888 h 6857999"/>
                <a:gd name="connsiteX64" fmla="*/ 6837590 w 7047610"/>
                <a:gd name="connsiteY64" fmla="*/ 3866679 h 6857999"/>
                <a:gd name="connsiteX65" fmla="*/ 5802472 w 7047610"/>
                <a:gd name="connsiteY65" fmla="*/ 4414942 h 6857999"/>
                <a:gd name="connsiteX66" fmla="*/ 5727906 w 7047610"/>
                <a:gd name="connsiteY66" fmla="*/ 4410555 h 6857999"/>
                <a:gd name="connsiteX67" fmla="*/ 5377270 w 7047610"/>
                <a:gd name="connsiteY67" fmla="*/ 4410555 h 6857999"/>
                <a:gd name="connsiteX68" fmla="*/ 5377270 w 7047610"/>
                <a:gd name="connsiteY68" fmla="*/ 4410559 h 6857999"/>
                <a:gd name="connsiteX69" fmla="*/ 4057051 w 7047610"/>
                <a:gd name="connsiteY69" fmla="*/ 4410559 h 6857999"/>
                <a:gd name="connsiteX70" fmla="*/ 4057051 w 7047610"/>
                <a:gd name="connsiteY70" fmla="*/ 4059670 h 6857999"/>
                <a:gd name="connsiteX71" fmla="*/ 4534889 w 7047610"/>
                <a:gd name="connsiteY71" fmla="*/ 4059670 h 6857999"/>
                <a:gd name="connsiteX72" fmla="*/ 4534889 w 7047610"/>
                <a:gd name="connsiteY72" fmla="*/ 4059669 h 6857999"/>
                <a:gd name="connsiteX73" fmla="*/ 5741067 w 7047610"/>
                <a:gd name="connsiteY73" fmla="*/ 4059669 h 6857999"/>
                <a:gd name="connsiteX74" fmla="*/ 5798085 w 7047610"/>
                <a:gd name="connsiteY74" fmla="*/ 4059669 h 6857999"/>
                <a:gd name="connsiteX75" fmla="*/ 6539336 w 7047610"/>
                <a:gd name="connsiteY75" fmla="*/ 3664918 h 6857999"/>
                <a:gd name="connsiteX76" fmla="*/ 6618286 w 7047610"/>
                <a:gd name="connsiteY76" fmla="*/ 2792087 h 6857999"/>
                <a:gd name="connsiteX77" fmla="*/ 6175289 w 7047610"/>
                <a:gd name="connsiteY77" fmla="*/ 2344704 h 6857999"/>
                <a:gd name="connsiteX78" fmla="*/ 5741067 w 7047610"/>
                <a:gd name="connsiteY78" fmla="*/ 2270141 h 6857999"/>
                <a:gd name="connsiteX79" fmla="*/ 5732293 w 7047610"/>
                <a:gd name="connsiteY79" fmla="*/ 2270141 h 6857999"/>
                <a:gd name="connsiteX80" fmla="*/ 5403338 w 7047610"/>
                <a:gd name="connsiteY80" fmla="*/ 2270141 h 6857999"/>
                <a:gd name="connsiteX81" fmla="*/ 5184029 w 7047610"/>
                <a:gd name="connsiteY81" fmla="*/ 2050833 h 6857999"/>
                <a:gd name="connsiteX82" fmla="*/ 5184029 w 7047610"/>
                <a:gd name="connsiteY82" fmla="*/ 1792054 h 6857999"/>
                <a:gd name="connsiteX83" fmla="*/ 5184029 w 7047610"/>
                <a:gd name="connsiteY83" fmla="*/ 1735035 h 6857999"/>
                <a:gd name="connsiteX84" fmla="*/ 5184029 w 7047610"/>
                <a:gd name="connsiteY84" fmla="*/ 1708717 h 6857999"/>
                <a:gd name="connsiteX85" fmla="*/ 5078766 w 7047610"/>
                <a:gd name="connsiteY85" fmla="*/ 1208703 h 6857999"/>
                <a:gd name="connsiteX86" fmla="*/ 4267335 w 7047610"/>
                <a:gd name="connsiteY86" fmla="*/ 436751 h 6857999"/>
                <a:gd name="connsiteX87" fmla="*/ 2482189 w 7047610"/>
                <a:gd name="connsiteY87" fmla="*/ 1195546 h 6857999"/>
                <a:gd name="connsiteX88" fmla="*/ 2210252 w 7047610"/>
                <a:gd name="connsiteY88" fmla="*/ 1313970 h 6857999"/>
                <a:gd name="connsiteX89" fmla="*/ 1227766 w 7047610"/>
                <a:gd name="connsiteY89" fmla="*/ 1335901 h 6857999"/>
                <a:gd name="connsiteX90" fmla="*/ 451424 w 7047610"/>
                <a:gd name="connsiteY90" fmla="*/ 2107855 h 6857999"/>
                <a:gd name="connsiteX91" fmla="*/ 604940 w 7047610"/>
                <a:gd name="connsiteY91" fmla="*/ 3454387 h 6857999"/>
                <a:gd name="connsiteX92" fmla="*/ 1762869 w 7047610"/>
                <a:gd name="connsiteY92" fmla="*/ 4059669 h 6857999"/>
                <a:gd name="connsiteX93" fmla="*/ 1841819 w 7047610"/>
                <a:gd name="connsiteY93" fmla="*/ 4055282 h 6857999"/>
                <a:gd name="connsiteX94" fmla="*/ 1846206 w 7047610"/>
                <a:gd name="connsiteY94" fmla="*/ 4055282 h 6857999"/>
                <a:gd name="connsiteX95" fmla="*/ 1994584 w 7047610"/>
                <a:gd name="connsiteY95" fmla="*/ 4055282 h 6857999"/>
                <a:gd name="connsiteX96" fmla="*/ 1994584 w 7047610"/>
                <a:gd name="connsiteY96" fmla="*/ 4054136 h 6857999"/>
                <a:gd name="connsiteX97" fmla="*/ 2963916 w 7047610"/>
                <a:gd name="connsiteY97" fmla="*/ 4054136 h 6857999"/>
                <a:gd name="connsiteX98" fmla="*/ 2963916 w 7047610"/>
                <a:gd name="connsiteY98" fmla="*/ 4405025 h 6857999"/>
                <a:gd name="connsiteX99" fmla="*/ 2477806 w 7047610"/>
                <a:gd name="connsiteY99" fmla="*/ 4405025 h 6857999"/>
                <a:gd name="connsiteX100" fmla="*/ 2477806 w 7047610"/>
                <a:gd name="connsiteY100" fmla="*/ 4406172 h 6857999"/>
                <a:gd name="connsiteX101" fmla="*/ 1854979 w 7047610"/>
                <a:gd name="connsiteY101" fmla="*/ 4406172 h 6857999"/>
                <a:gd name="connsiteX102" fmla="*/ 1762869 w 7047610"/>
                <a:gd name="connsiteY102" fmla="*/ 4410555 h 6857999"/>
                <a:gd name="connsiteX103" fmla="*/ 315456 w 7047610"/>
                <a:gd name="connsiteY103" fmla="*/ 3656148 h 6857999"/>
                <a:gd name="connsiteX104" fmla="*/ 122469 w 7047610"/>
                <a:gd name="connsiteY104" fmla="*/ 1989431 h 6857999"/>
                <a:gd name="connsiteX105" fmla="*/ 1109342 w 7047610"/>
                <a:gd name="connsiteY105" fmla="*/ 1006942 h 6857999"/>
                <a:gd name="connsiteX106" fmla="*/ 2214639 w 7047610"/>
                <a:gd name="connsiteY106" fmla="*/ 945536 h 6857999"/>
                <a:gd name="connsiteX107" fmla="*/ 3738741 w 7047610"/>
                <a:gd name="connsiteY107" fmla="*/ 607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7047610" h="6857999">
                  <a:moveTo>
                    <a:pt x="5969140" y="5985167"/>
                  </a:moveTo>
                  <a:cubicBezTo>
                    <a:pt x="5824401" y="5985167"/>
                    <a:pt x="5705977" y="6103591"/>
                    <a:pt x="5705977" y="6248333"/>
                  </a:cubicBezTo>
                  <a:cubicBezTo>
                    <a:pt x="5705977" y="6393075"/>
                    <a:pt x="5824401" y="6511500"/>
                    <a:pt x="5969140" y="6511500"/>
                  </a:cubicBezTo>
                  <a:cubicBezTo>
                    <a:pt x="6113882" y="6511500"/>
                    <a:pt x="6232306" y="6393075"/>
                    <a:pt x="6232306" y="6248333"/>
                  </a:cubicBezTo>
                  <a:cubicBezTo>
                    <a:pt x="6232306" y="6099204"/>
                    <a:pt x="6113882" y="5985167"/>
                    <a:pt x="5969140" y="5985167"/>
                  </a:cubicBezTo>
                  <a:close/>
                  <a:moveTo>
                    <a:pt x="3508539" y="5985167"/>
                  </a:moveTo>
                  <a:cubicBezTo>
                    <a:pt x="3363797" y="5985167"/>
                    <a:pt x="3245373" y="6103591"/>
                    <a:pt x="3245373" y="6248333"/>
                  </a:cubicBezTo>
                  <a:cubicBezTo>
                    <a:pt x="3245373" y="6393075"/>
                    <a:pt x="3363797" y="6511500"/>
                    <a:pt x="3508539" y="6511500"/>
                  </a:cubicBezTo>
                  <a:cubicBezTo>
                    <a:pt x="3653278" y="6511500"/>
                    <a:pt x="3771706" y="6393075"/>
                    <a:pt x="3771706" y="6248333"/>
                  </a:cubicBezTo>
                  <a:cubicBezTo>
                    <a:pt x="3771706" y="6099204"/>
                    <a:pt x="3653278" y="5980780"/>
                    <a:pt x="3508539" y="5985167"/>
                  </a:cubicBezTo>
                  <a:close/>
                  <a:moveTo>
                    <a:pt x="1056706" y="5985167"/>
                  </a:moveTo>
                  <a:cubicBezTo>
                    <a:pt x="911967" y="5985167"/>
                    <a:pt x="793539" y="6103591"/>
                    <a:pt x="793539" y="6248333"/>
                  </a:cubicBezTo>
                  <a:cubicBezTo>
                    <a:pt x="793539" y="6393075"/>
                    <a:pt x="911967" y="6511500"/>
                    <a:pt x="1056706" y="6511500"/>
                  </a:cubicBezTo>
                  <a:cubicBezTo>
                    <a:pt x="1201447" y="6511500"/>
                    <a:pt x="1319872" y="6393075"/>
                    <a:pt x="1319872" y="6248333"/>
                  </a:cubicBezTo>
                  <a:cubicBezTo>
                    <a:pt x="1319872" y="6099204"/>
                    <a:pt x="1201447" y="5985167"/>
                    <a:pt x="1056706" y="5985167"/>
                  </a:cubicBezTo>
                  <a:close/>
                  <a:moveTo>
                    <a:pt x="3317638" y="4723505"/>
                  </a:moveTo>
                  <a:lnTo>
                    <a:pt x="3668528" y="4723505"/>
                  </a:lnTo>
                  <a:lnTo>
                    <a:pt x="3668528" y="4928114"/>
                  </a:lnTo>
                  <a:lnTo>
                    <a:pt x="6122656" y="4928114"/>
                  </a:lnTo>
                  <a:lnTo>
                    <a:pt x="6122656" y="5279004"/>
                  </a:lnTo>
                  <a:lnTo>
                    <a:pt x="6122656" y="5647437"/>
                  </a:lnTo>
                  <a:cubicBezTo>
                    <a:pt x="6381435" y="5722000"/>
                    <a:pt x="6570038" y="5958849"/>
                    <a:pt x="6570038" y="6239559"/>
                  </a:cubicBezTo>
                  <a:cubicBezTo>
                    <a:pt x="6570038" y="6577289"/>
                    <a:pt x="6293712" y="6853616"/>
                    <a:pt x="5955982" y="6853616"/>
                  </a:cubicBezTo>
                  <a:cubicBezTo>
                    <a:pt x="5618254" y="6853616"/>
                    <a:pt x="5341930" y="6577289"/>
                    <a:pt x="5341930" y="6239559"/>
                  </a:cubicBezTo>
                  <a:cubicBezTo>
                    <a:pt x="5341930" y="5963236"/>
                    <a:pt x="5526147" y="5730770"/>
                    <a:pt x="5776153" y="5651821"/>
                  </a:cubicBezTo>
                  <a:lnTo>
                    <a:pt x="5776153" y="5283390"/>
                  </a:lnTo>
                  <a:lnTo>
                    <a:pt x="3670825" y="5283390"/>
                  </a:lnTo>
                  <a:lnTo>
                    <a:pt x="3670825" y="5651821"/>
                  </a:lnTo>
                  <a:cubicBezTo>
                    <a:pt x="3925218" y="5726387"/>
                    <a:pt x="4113822" y="5958849"/>
                    <a:pt x="4113822" y="6239559"/>
                  </a:cubicBezTo>
                  <a:cubicBezTo>
                    <a:pt x="4113822" y="6577289"/>
                    <a:pt x="3837495" y="6853616"/>
                    <a:pt x="3499766" y="6853616"/>
                  </a:cubicBezTo>
                  <a:cubicBezTo>
                    <a:pt x="3162036" y="6853616"/>
                    <a:pt x="2885713" y="6577289"/>
                    <a:pt x="2885713" y="6239559"/>
                  </a:cubicBezTo>
                  <a:cubicBezTo>
                    <a:pt x="2885713" y="5963236"/>
                    <a:pt x="3069926" y="5726387"/>
                    <a:pt x="3324322" y="5651821"/>
                  </a:cubicBezTo>
                  <a:lnTo>
                    <a:pt x="3324322" y="5613886"/>
                  </a:lnTo>
                  <a:lnTo>
                    <a:pt x="3317638" y="5613886"/>
                  </a:lnTo>
                  <a:lnTo>
                    <a:pt x="3317638" y="5283390"/>
                  </a:lnTo>
                  <a:lnTo>
                    <a:pt x="1218992" y="5283390"/>
                  </a:lnTo>
                  <a:lnTo>
                    <a:pt x="1218992" y="5651821"/>
                  </a:lnTo>
                  <a:cubicBezTo>
                    <a:pt x="1477771" y="5726387"/>
                    <a:pt x="1666374" y="5963236"/>
                    <a:pt x="1666374" y="6243946"/>
                  </a:cubicBezTo>
                  <a:cubicBezTo>
                    <a:pt x="1666374" y="6581676"/>
                    <a:pt x="1390051" y="6857999"/>
                    <a:pt x="1052322" y="6857999"/>
                  </a:cubicBezTo>
                  <a:cubicBezTo>
                    <a:pt x="714590" y="6857999"/>
                    <a:pt x="438266" y="6581676"/>
                    <a:pt x="438266" y="6243946"/>
                  </a:cubicBezTo>
                  <a:cubicBezTo>
                    <a:pt x="438266" y="5967623"/>
                    <a:pt x="622483" y="5735157"/>
                    <a:pt x="872489" y="5656208"/>
                  </a:cubicBezTo>
                  <a:lnTo>
                    <a:pt x="872489" y="5287777"/>
                  </a:lnTo>
                  <a:lnTo>
                    <a:pt x="872489" y="4958818"/>
                  </a:lnTo>
                  <a:lnTo>
                    <a:pt x="872489" y="4936888"/>
                  </a:lnTo>
                  <a:lnTo>
                    <a:pt x="3315548" y="4936888"/>
                  </a:lnTo>
                  <a:lnTo>
                    <a:pt x="3315548" y="4814076"/>
                  </a:lnTo>
                  <a:lnTo>
                    <a:pt x="3317638" y="4814076"/>
                  </a:lnTo>
                  <a:close/>
                  <a:moveTo>
                    <a:pt x="1740936" y="1489415"/>
                  </a:moveTo>
                  <a:cubicBezTo>
                    <a:pt x="1745323" y="1489415"/>
                    <a:pt x="1749710" y="1489415"/>
                    <a:pt x="1758480" y="1489415"/>
                  </a:cubicBezTo>
                  <a:lnTo>
                    <a:pt x="1758480" y="1752582"/>
                  </a:lnTo>
                  <a:cubicBezTo>
                    <a:pt x="1749710" y="1752582"/>
                    <a:pt x="1745323" y="1752582"/>
                    <a:pt x="1740936" y="1752582"/>
                  </a:cubicBezTo>
                  <a:cubicBezTo>
                    <a:pt x="1236536" y="1752582"/>
                    <a:pt x="828631" y="2156104"/>
                    <a:pt x="819858" y="2656120"/>
                  </a:cubicBezTo>
                  <a:lnTo>
                    <a:pt x="556692" y="2656120"/>
                  </a:lnTo>
                  <a:cubicBezTo>
                    <a:pt x="565466" y="2011362"/>
                    <a:pt x="1096180" y="1489415"/>
                    <a:pt x="1740936" y="1489415"/>
                  </a:cubicBezTo>
                  <a:close/>
                  <a:moveTo>
                    <a:pt x="3738741" y="607"/>
                  </a:moveTo>
                  <a:cubicBezTo>
                    <a:pt x="3950439" y="-4876"/>
                    <a:pt x="4167551" y="26649"/>
                    <a:pt x="4381373" y="99019"/>
                  </a:cubicBezTo>
                  <a:cubicBezTo>
                    <a:pt x="4855074" y="256918"/>
                    <a:pt x="5227891" y="616581"/>
                    <a:pt x="5407721" y="1077121"/>
                  </a:cubicBezTo>
                  <a:cubicBezTo>
                    <a:pt x="5464740" y="1226246"/>
                    <a:pt x="5499831" y="1375375"/>
                    <a:pt x="5521762" y="1524504"/>
                  </a:cubicBezTo>
                  <a:lnTo>
                    <a:pt x="5534919" y="1730648"/>
                  </a:lnTo>
                  <a:cubicBezTo>
                    <a:pt x="5534919" y="1752579"/>
                    <a:pt x="5534919" y="1774510"/>
                    <a:pt x="5534919" y="1796441"/>
                  </a:cubicBezTo>
                  <a:lnTo>
                    <a:pt x="5534919" y="1919252"/>
                  </a:lnTo>
                  <a:lnTo>
                    <a:pt x="5727906" y="1919252"/>
                  </a:lnTo>
                  <a:cubicBezTo>
                    <a:pt x="5920896" y="1910478"/>
                    <a:pt x="6118270" y="1941183"/>
                    <a:pt x="6311258" y="2020132"/>
                  </a:cubicBezTo>
                  <a:cubicBezTo>
                    <a:pt x="6565654" y="2125399"/>
                    <a:pt x="6846364" y="2406109"/>
                    <a:pt x="6947244" y="2664888"/>
                  </a:cubicBezTo>
                  <a:cubicBezTo>
                    <a:pt x="7113917" y="3077180"/>
                    <a:pt x="7070056" y="3511406"/>
                    <a:pt x="6837590" y="3866679"/>
                  </a:cubicBezTo>
                  <a:cubicBezTo>
                    <a:pt x="6605128" y="4208794"/>
                    <a:pt x="6214764" y="4414942"/>
                    <a:pt x="5802472" y="4414942"/>
                  </a:cubicBezTo>
                  <a:cubicBezTo>
                    <a:pt x="5776155" y="4414942"/>
                    <a:pt x="5754224" y="4410555"/>
                    <a:pt x="5727906" y="4410555"/>
                  </a:cubicBezTo>
                  <a:lnTo>
                    <a:pt x="5377270" y="4410555"/>
                  </a:lnTo>
                  <a:lnTo>
                    <a:pt x="5377270" y="4410559"/>
                  </a:lnTo>
                  <a:lnTo>
                    <a:pt x="4057051" y="4410559"/>
                  </a:lnTo>
                  <a:lnTo>
                    <a:pt x="4057051" y="4059670"/>
                  </a:lnTo>
                  <a:lnTo>
                    <a:pt x="4534889" y="4059670"/>
                  </a:lnTo>
                  <a:lnTo>
                    <a:pt x="4534889" y="4059669"/>
                  </a:lnTo>
                  <a:lnTo>
                    <a:pt x="5741067" y="4059669"/>
                  </a:lnTo>
                  <a:cubicBezTo>
                    <a:pt x="5758611" y="4059669"/>
                    <a:pt x="5780541" y="4059669"/>
                    <a:pt x="5798085" y="4059669"/>
                  </a:cubicBezTo>
                  <a:cubicBezTo>
                    <a:pt x="6096340" y="4059669"/>
                    <a:pt x="6372663" y="3910540"/>
                    <a:pt x="6539336" y="3664918"/>
                  </a:cubicBezTo>
                  <a:cubicBezTo>
                    <a:pt x="6710396" y="3414913"/>
                    <a:pt x="6736710" y="3094728"/>
                    <a:pt x="6618286" y="2792087"/>
                  </a:cubicBezTo>
                  <a:cubicBezTo>
                    <a:pt x="6552493" y="2621028"/>
                    <a:pt x="6341962" y="2414880"/>
                    <a:pt x="6175289" y="2344704"/>
                  </a:cubicBezTo>
                  <a:cubicBezTo>
                    <a:pt x="6030547" y="2287685"/>
                    <a:pt x="5885808" y="2261367"/>
                    <a:pt x="5741067" y="2270141"/>
                  </a:cubicBezTo>
                  <a:lnTo>
                    <a:pt x="5732293" y="2270141"/>
                  </a:lnTo>
                  <a:lnTo>
                    <a:pt x="5403338" y="2270141"/>
                  </a:lnTo>
                  <a:cubicBezTo>
                    <a:pt x="5280526" y="2270141"/>
                    <a:pt x="5184029" y="2173644"/>
                    <a:pt x="5184029" y="2050833"/>
                  </a:cubicBezTo>
                  <a:lnTo>
                    <a:pt x="5184029" y="1792054"/>
                  </a:lnTo>
                  <a:cubicBezTo>
                    <a:pt x="5184029" y="1770123"/>
                    <a:pt x="5184029" y="1752579"/>
                    <a:pt x="5184029" y="1735035"/>
                  </a:cubicBezTo>
                  <a:lnTo>
                    <a:pt x="5184029" y="1708717"/>
                  </a:lnTo>
                  <a:cubicBezTo>
                    <a:pt x="5179646" y="1542048"/>
                    <a:pt x="5144555" y="1375375"/>
                    <a:pt x="5078766" y="1208703"/>
                  </a:cubicBezTo>
                  <a:cubicBezTo>
                    <a:pt x="4938410" y="844656"/>
                    <a:pt x="4640153" y="563946"/>
                    <a:pt x="4267335" y="436751"/>
                  </a:cubicBezTo>
                  <a:cubicBezTo>
                    <a:pt x="3438361" y="156038"/>
                    <a:pt x="2740972" y="607807"/>
                    <a:pt x="2482189" y="1195546"/>
                  </a:cubicBezTo>
                  <a:cubicBezTo>
                    <a:pt x="2433944" y="1300813"/>
                    <a:pt x="2319907" y="1349058"/>
                    <a:pt x="2210252" y="1313970"/>
                  </a:cubicBezTo>
                  <a:cubicBezTo>
                    <a:pt x="1898837" y="1208703"/>
                    <a:pt x="1556722" y="1213089"/>
                    <a:pt x="1227766" y="1335901"/>
                  </a:cubicBezTo>
                  <a:cubicBezTo>
                    <a:pt x="868106" y="1467482"/>
                    <a:pt x="583009" y="1748192"/>
                    <a:pt x="451424" y="2107855"/>
                  </a:cubicBezTo>
                  <a:cubicBezTo>
                    <a:pt x="280368" y="2577166"/>
                    <a:pt x="337387" y="3068410"/>
                    <a:pt x="604940" y="3454387"/>
                  </a:cubicBezTo>
                  <a:cubicBezTo>
                    <a:pt x="868106" y="3831591"/>
                    <a:pt x="1302329" y="4059669"/>
                    <a:pt x="1762869" y="4059669"/>
                  </a:cubicBezTo>
                  <a:cubicBezTo>
                    <a:pt x="1789187" y="4059669"/>
                    <a:pt x="1815504" y="4055282"/>
                    <a:pt x="1841819" y="4055282"/>
                  </a:cubicBezTo>
                  <a:lnTo>
                    <a:pt x="1846206" y="4055282"/>
                  </a:lnTo>
                  <a:lnTo>
                    <a:pt x="1994584" y="4055282"/>
                  </a:lnTo>
                  <a:lnTo>
                    <a:pt x="1994584" y="4054136"/>
                  </a:lnTo>
                  <a:lnTo>
                    <a:pt x="2963916" y="4054136"/>
                  </a:lnTo>
                  <a:lnTo>
                    <a:pt x="2963916" y="4405025"/>
                  </a:lnTo>
                  <a:lnTo>
                    <a:pt x="2477806" y="4405025"/>
                  </a:lnTo>
                  <a:lnTo>
                    <a:pt x="2477806" y="4406172"/>
                  </a:lnTo>
                  <a:lnTo>
                    <a:pt x="1854979" y="4406172"/>
                  </a:lnTo>
                  <a:cubicBezTo>
                    <a:pt x="1824275" y="4410555"/>
                    <a:pt x="1793574" y="4410555"/>
                    <a:pt x="1762869" y="4410555"/>
                  </a:cubicBezTo>
                  <a:cubicBezTo>
                    <a:pt x="1183905" y="4410555"/>
                    <a:pt x="644415" y="4129845"/>
                    <a:pt x="315456" y="3656148"/>
                  </a:cubicBezTo>
                  <a:cubicBezTo>
                    <a:pt x="-22273" y="3173677"/>
                    <a:pt x="-92452" y="2564009"/>
                    <a:pt x="122469" y="1989431"/>
                  </a:cubicBezTo>
                  <a:cubicBezTo>
                    <a:pt x="293525" y="1533274"/>
                    <a:pt x="653185" y="1173615"/>
                    <a:pt x="1109342" y="1006942"/>
                  </a:cubicBezTo>
                  <a:cubicBezTo>
                    <a:pt x="1477772" y="870974"/>
                    <a:pt x="1859363" y="849043"/>
                    <a:pt x="2214639" y="945536"/>
                  </a:cubicBezTo>
                  <a:cubicBezTo>
                    <a:pt x="2517280" y="366573"/>
                    <a:pt x="3103648" y="17056"/>
                    <a:pt x="3738741" y="607"/>
                  </a:cubicBezTo>
                  <a:close/>
                </a:path>
              </a:pathLst>
            </a:custGeom>
            <a:solidFill>
              <a:schemeClr val="accent2"/>
            </a:solidFill>
            <a:ln w="12551" cap="flat">
              <a:noFill/>
              <a:prstDash val="solid"/>
              <a:miter/>
            </a:ln>
          </p:spPr>
          <p:txBody>
            <a:bodyPr wrap="square" rtlCol="0" anchor="ctr">
              <a:noAutofit/>
            </a:bodyPr>
            <a:lstStyle/>
            <a:p>
              <a:endParaRPr lang="en-US" dirty="0"/>
            </a:p>
          </p:txBody>
        </p:sp>
        <p:sp>
          <p:nvSpPr>
            <p:cNvPr id="2988" name="Freeform: Shape 2987">
              <a:extLst>
                <a:ext uri="{FF2B5EF4-FFF2-40B4-BE49-F238E27FC236}">
                  <a16:creationId xmlns:a16="http://schemas.microsoft.com/office/drawing/2014/main" id="{337BD3B9-45EE-BCCF-7B4C-749C4F142B0D}"/>
                </a:ext>
                <a:ext uri="{C183D7F6-B498-43B3-948B-1728B52AA6E4}">
                  <adec:decorative xmlns:adec="http://schemas.microsoft.com/office/drawing/2017/decorative" val="1"/>
                </a:ext>
              </a:extLst>
            </p:cNvPr>
            <p:cNvSpPr/>
            <p:nvPr/>
          </p:nvSpPr>
          <p:spPr>
            <a:xfrm>
              <a:off x="4514483" y="910085"/>
              <a:ext cx="214042" cy="200299"/>
            </a:xfrm>
            <a:custGeom>
              <a:avLst/>
              <a:gdLst>
                <a:gd name="connsiteX0" fmla="*/ 2684291 w 3210628"/>
                <a:gd name="connsiteY0" fmla="*/ 2478147 h 3004483"/>
                <a:gd name="connsiteX1" fmla="*/ 3210628 w 3210628"/>
                <a:gd name="connsiteY1" fmla="*/ 2478147 h 3004483"/>
                <a:gd name="connsiteX2" fmla="*/ 3210628 w 3210628"/>
                <a:gd name="connsiteY2" fmla="*/ 3004483 h 3004483"/>
                <a:gd name="connsiteX3" fmla="*/ 2684291 w 3210628"/>
                <a:gd name="connsiteY3" fmla="*/ 3004483 h 3004483"/>
                <a:gd name="connsiteX4" fmla="*/ 1184244 w 3210628"/>
                <a:gd name="connsiteY4" fmla="*/ 0 h 3004483"/>
                <a:gd name="connsiteX5" fmla="*/ 1201788 w 3210628"/>
                <a:gd name="connsiteY5" fmla="*/ 0 h 3004483"/>
                <a:gd name="connsiteX6" fmla="*/ 1201788 w 3210628"/>
                <a:gd name="connsiteY6" fmla="*/ 263167 h 3004483"/>
                <a:gd name="connsiteX7" fmla="*/ 1184244 w 3210628"/>
                <a:gd name="connsiteY7" fmla="*/ 263167 h 3004483"/>
                <a:gd name="connsiteX8" fmla="*/ 263166 w 3210628"/>
                <a:gd name="connsiteY8" fmla="*/ 1166705 h 3004483"/>
                <a:gd name="connsiteX9" fmla="*/ 0 w 3210628"/>
                <a:gd name="connsiteY9" fmla="*/ 1166705 h 3004483"/>
                <a:gd name="connsiteX10" fmla="*/ 1184244 w 3210628"/>
                <a:gd name="connsiteY10" fmla="*/ 0 h 300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10628" h="3004483">
                  <a:moveTo>
                    <a:pt x="2684291" y="2478147"/>
                  </a:moveTo>
                  <a:lnTo>
                    <a:pt x="3210628" y="2478147"/>
                  </a:lnTo>
                  <a:lnTo>
                    <a:pt x="3210628" y="3004483"/>
                  </a:lnTo>
                  <a:lnTo>
                    <a:pt x="2684291" y="3004483"/>
                  </a:lnTo>
                  <a:close/>
                  <a:moveTo>
                    <a:pt x="1184244" y="0"/>
                  </a:moveTo>
                  <a:cubicBezTo>
                    <a:pt x="1188631" y="0"/>
                    <a:pt x="1193018" y="0"/>
                    <a:pt x="1201788" y="0"/>
                  </a:cubicBezTo>
                  <a:lnTo>
                    <a:pt x="1201788" y="263167"/>
                  </a:lnTo>
                  <a:cubicBezTo>
                    <a:pt x="1193018" y="263167"/>
                    <a:pt x="1188631" y="263167"/>
                    <a:pt x="1184244" y="263167"/>
                  </a:cubicBezTo>
                  <a:cubicBezTo>
                    <a:pt x="679844" y="263167"/>
                    <a:pt x="271940" y="666689"/>
                    <a:pt x="263166" y="1166705"/>
                  </a:cubicBezTo>
                  <a:lnTo>
                    <a:pt x="0" y="1166705"/>
                  </a:lnTo>
                  <a:cubicBezTo>
                    <a:pt x="8774" y="521947"/>
                    <a:pt x="539489" y="0"/>
                    <a:pt x="1184244" y="0"/>
                  </a:cubicBezTo>
                  <a:close/>
                </a:path>
              </a:pathLst>
            </a:custGeom>
            <a:solidFill>
              <a:schemeClr val="bg1"/>
            </a:solidFill>
            <a:ln w="12551" cap="flat">
              <a:noFill/>
              <a:prstDash val="solid"/>
              <a:miter/>
            </a:ln>
          </p:spPr>
          <p:txBody>
            <a:bodyPr wrap="square" rtlCol="0" anchor="ctr">
              <a:noAutofit/>
            </a:bodyPr>
            <a:lstStyle/>
            <a:p>
              <a:endParaRPr lang="en-US"/>
            </a:p>
          </p:txBody>
        </p:sp>
      </p:grpSp>
      <p:grpSp>
        <p:nvGrpSpPr>
          <p:cNvPr id="72" name="Group 71">
            <a:extLst>
              <a:ext uri="{FF2B5EF4-FFF2-40B4-BE49-F238E27FC236}">
                <a16:creationId xmlns:a16="http://schemas.microsoft.com/office/drawing/2014/main" id="{55210B37-343B-BD1B-63CE-BDEB515281BC}"/>
              </a:ext>
              <a:ext uri="{C183D7F6-B498-43B3-948B-1728B52AA6E4}">
                <adec:decorative xmlns:adec="http://schemas.microsoft.com/office/drawing/2017/decorative" val="1"/>
              </a:ext>
            </a:extLst>
          </p:cNvPr>
          <p:cNvGrpSpPr>
            <a:grpSpLocks noChangeAspect="1"/>
          </p:cNvGrpSpPr>
          <p:nvPr/>
        </p:nvGrpSpPr>
        <p:grpSpPr>
          <a:xfrm>
            <a:off x="5090016" y="810791"/>
            <a:ext cx="436135" cy="457200"/>
            <a:chOff x="5090016" y="810791"/>
            <a:chExt cx="436135" cy="457200"/>
          </a:xfrm>
          <a:solidFill>
            <a:srgbClr val="FF0000"/>
          </a:solidFill>
        </p:grpSpPr>
        <p:sp>
          <p:nvSpPr>
            <p:cNvPr id="3003" name="Freeform: Shape 3002">
              <a:extLst>
                <a:ext uri="{FF2B5EF4-FFF2-40B4-BE49-F238E27FC236}">
                  <a16:creationId xmlns:a16="http://schemas.microsoft.com/office/drawing/2014/main" id="{B43746F2-7CBF-589D-3256-8C35F03F6EB5}"/>
                </a:ext>
                <a:ext uri="{C183D7F6-B498-43B3-948B-1728B52AA6E4}">
                  <adec:decorative xmlns:adec="http://schemas.microsoft.com/office/drawing/2017/decorative" val="1"/>
                </a:ext>
              </a:extLst>
            </p:cNvPr>
            <p:cNvSpPr/>
            <p:nvPr/>
          </p:nvSpPr>
          <p:spPr>
            <a:xfrm>
              <a:off x="5308758" y="920481"/>
              <a:ext cx="217393" cy="347510"/>
            </a:xfrm>
            <a:custGeom>
              <a:avLst/>
              <a:gdLst>
                <a:gd name="connsiteX0" fmla="*/ 394926 w 440594"/>
                <a:gd name="connsiteY0" fmla="*/ 1 h 704304"/>
                <a:gd name="connsiteX1" fmla="*/ 439112 w 440594"/>
                <a:gd name="connsiteY1" fmla="*/ 32878 h 704304"/>
                <a:gd name="connsiteX2" fmla="*/ 440318 w 440594"/>
                <a:gd name="connsiteY2" fmla="*/ 48680 h 704304"/>
                <a:gd name="connsiteX3" fmla="*/ 440376 w 440594"/>
                <a:gd name="connsiteY3" fmla="*/ 336111 h 704304"/>
                <a:gd name="connsiteX4" fmla="*/ 440594 w 440594"/>
                <a:gd name="connsiteY4" fmla="*/ 345488 h 704304"/>
                <a:gd name="connsiteX5" fmla="*/ 440361 w 440594"/>
                <a:gd name="connsiteY5" fmla="*/ 355558 h 704304"/>
                <a:gd name="connsiteX6" fmla="*/ 440361 w 440594"/>
                <a:gd name="connsiteY6" fmla="*/ 651025 h 704304"/>
                <a:gd name="connsiteX7" fmla="*/ 440361 w 440594"/>
                <a:gd name="connsiteY7" fmla="*/ 660416 h 704304"/>
                <a:gd name="connsiteX8" fmla="*/ 352787 w 440594"/>
                <a:gd name="connsiteY8" fmla="*/ 660416 h 704304"/>
                <a:gd name="connsiteX9" fmla="*/ 352787 w 440594"/>
                <a:gd name="connsiteY9" fmla="*/ 703953 h 704304"/>
                <a:gd name="connsiteX10" fmla="*/ 308368 w 440594"/>
                <a:gd name="connsiteY10" fmla="*/ 703953 h 704304"/>
                <a:gd name="connsiteX11" fmla="*/ 308368 w 440594"/>
                <a:gd name="connsiteY11" fmla="*/ 661017 h 704304"/>
                <a:gd name="connsiteX12" fmla="*/ 132275 w 440594"/>
                <a:gd name="connsiteY12" fmla="*/ 661017 h 704304"/>
                <a:gd name="connsiteX13" fmla="*/ 132275 w 440594"/>
                <a:gd name="connsiteY13" fmla="*/ 704286 h 704304"/>
                <a:gd name="connsiteX14" fmla="*/ 90586 w 440594"/>
                <a:gd name="connsiteY14" fmla="*/ 704043 h 704304"/>
                <a:gd name="connsiteX15" fmla="*/ 87784 w 440594"/>
                <a:gd name="connsiteY15" fmla="*/ 698673 h 704304"/>
                <a:gd name="connsiteX16" fmla="*/ 87653 w 440594"/>
                <a:gd name="connsiteY16" fmla="*/ 661010 h 704304"/>
                <a:gd name="connsiteX17" fmla="*/ 79420 w 440594"/>
                <a:gd name="connsiteY17" fmla="*/ 660581 h 704304"/>
                <a:gd name="connsiteX18" fmla="*/ 38795 w 440594"/>
                <a:gd name="connsiteY18" fmla="*/ 659874 h 704304"/>
                <a:gd name="connsiteX19" fmla="*/ 0 w 440594"/>
                <a:gd name="connsiteY19" fmla="*/ 617595 h 704304"/>
                <a:gd name="connsiteX20" fmla="*/ 560 w 440594"/>
                <a:gd name="connsiteY20" fmla="*/ 439583 h 704304"/>
                <a:gd name="connsiteX21" fmla="*/ 155 w 440594"/>
                <a:gd name="connsiteY21" fmla="*/ 439583 h 704304"/>
                <a:gd name="connsiteX22" fmla="*/ 155 w 440594"/>
                <a:gd name="connsiteY22" fmla="*/ 327967 h 704304"/>
                <a:gd name="connsiteX23" fmla="*/ 43467 w 440594"/>
                <a:gd name="connsiteY23" fmla="*/ 327967 h 704304"/>
                <a:gd name="connsiteX24" fmla="*/ 43467 w 440594"/>
                <a:gd name="connsiteY24" fmla="*/ 410733 h 704304"/>
                <a:gd name="connsiteX25" fmla="*/ 43516 w 440594"/>
                <a:gd name="connsiteY25" fmla="*/ 410752 h 704304"/>
                <a:gd name="connsiteX26" fmla="*/ 43603 w 440594"/>
                <a:gd name="connsiteY26" fmla="*/ 615748 h 704304"/>
                <a:gd name="connsiteX27" fmla="*/ 396102 w 440594"/>
                <a:gd name="connsiteY27" fmla="*/ 615748 h 704304"/>
                <a:gd name="connsiteX28" fmla="*/ 396102 w 440594"/>
                <a:gd name="connsiteY28" fmla="*/ 43563 h 704304"/>
                <a:gd name="connsiteX29" fmla="*/ 333968 w 440594"/>
                <a:gd name="connsiteY29" fmla="*/ 43101 h 704304"/>
                <a:gd name="connsiteX30" fmla="*/ 333331 w 440594"/>
                <a:gd name="connsiteY30" fmla="*/ 42414 h 704304"/>
                <a:gd name="connsiteX31" fmla="*/ 321059 w 440594"/>
                <a:gd name="connsiteY31" fmla="*/ 43174 h 704304"/>
                <a:gd name="connsiteX32" fmla="*/ 129952 w 440594"/>
                <a:gd name="connsiteY32" fmla="*/ 42973 h 704304"/>
                <a:gd name="connsiteX33" fmla="*/ 133703 w 440594"/>
                <a:gd name="connsiteY33" fmla="*/ 40232 h 704304"/>
                <a:gd name="connsiteX34" fmla="*/ 128616 w 440594"/>
                <a:gd name="connsiteY34" fmla="*/ 43688 h 704304"/>
                <a:gd name="connsiteX35" fmla="*/ 93011 w 440594"/>
                <a:gd name="connsiteY35" fmla="*/ 43062 h 704304"/>
                <a:gd name="connsiteX36" fmla="*/ 105383 w 440594"/>
                <a:gd name="connsiteY36" fmla="*/ 32389 h 704304"/>
                <a:gd name="connsiteX37" fmla="*/ 92343 w 440594"/>
                <a:gd name="connsiteY37" fmla="*/ 43194 h 704304"/>
                <a:gd name="connsiteX38" fmla="*/ 43426 w 440594"/>
                <a:gd name="connsiteY38" fmla="*/ 43823 h 704304"/>
                <a:gd name="connsiteX39" fmla="*/ 42922 w 440594"/>
                <a:gd name="connsiteY39" fmla="*/ 112429 h 704304"/>
                <a:gd name="connsiteX40" fmla="*/ 41446 w 440594"/>
                <a:gd name="connsiteY40" fmla="*/ 113086 h 704304"/>
                <a:gd name="connsiteX41" fmla="*/ 43390 w 440594"/>
                <a:gd name="connsiteY41" fmla="*/ 113086 h 704304"/>
                <a:gd name="connsiteX42" fmla="*/ 43390 w 440594"/>
                <a:gd name="connsiteY42" fmla="*/ 197555 h 704304"/>
                <a:gd name="connsiteX43" fmla="*/ 77 w 440594"/>
                <a:gd name="connsiteY43" fmla="*/ 197555 h 704304"/>
                <a:gd name="connsiteX44" fmla="*/ 77 w 440594"/>
                <a:gd name="connsiteY44" fmla="*/ 113086 h 704304"/>
                <a:gd name="connsiteX45" fmla="*/ 211 w 440594"/>
                <a:gd name="connsiteY45" fmla="*/ 113086 h 704304"/>
                <a:gd name="connsiteX46" fmla="*/ 211 w 440594"/>
                <a:gd name="connsiteY46" fmla="*/ 223 h 704304"/>
                <a:gd name="connsiteX47" fmla="*/ 135891 w 440594"/>
                <a:gd name="connsiteY47" fmla="*/ 359 h 704304"/>
                <a:gd name="connsiteX48" fmla="*/ 134322 w 440594"/>
                <a:gd name="connsiteY48" fmla="*/ 4807 h 704304"/>
                <a:gd name="connsiteX49" fmla="*/ 136559 w 440594"/>
                <a:gd name="connsiteY49" fmla="*/ 496 h 704304"/>
                <a:gd name="connsiteX50" fmla="*/ 142338 w 440594"/>
                <a:gd name="connsiteY50" fmla="*/ 169 h 704304"/>
                <a:gd name="connsiteX51" fmla="*/ 394926 w 440594"/>
                <a:gd name="connsiteY51" fmla="*/ 1 h 70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40594" h="704304">
                  <a:moveTo>
                    <a:pt x="394926" y="1"/>
                  </a:moveTo>
                  <a:cubicBezTo>
                    <a:pt x="416286" y="-92"/>
                    <a:pt x="433885" y="12591"/>
                    <a:pt x="439112" y="32878"/>
                  </a:cubicBezTo>
                  <a:cubicBezTo>
                    <a:pt x="440419" y="37917"/>
                    <a:pt x="440318" y="43400"/>
                    <a:pt x="440318" y="48680"/>
                  </a:cubicBezTo>
                  <a:cubicBezTo>
                    <a:pt x="440390" y="144490"/>
                    <a:pt x="440361" y="240301"/>
                    <a:pt x="440376" y="336111"/>
                  </a:cubicBezTo>
                  <a:cubicBezTo>
                    <a:pt x="440376" y="339014"/>
                    <a:pt x="440419" y="341918"/>
                    <a:pt x="440594" y="345488"/>
                  </a:cubicBezTo>
                  <a:cubicBezTo>
                    <a:pt x="440608" y="349289"/>
                    <a:pt x="440361" y="352422"/>
                    <a:pt x="440361" y="355558"/>
                  </a:cubicBezTo>
                  <a:cubicBezTo>
                    <a:pt x="440347" y="454047"/>
                    <a:pt x="440347" y="552536"/>
                    <a:pt x="440361" y="651025"/>
                  </a:cubicBezTo>
                  <a:cubicBezTo>
                    <a:pt x="440361" y="653894"/>
                    <a:pt x="440361" y="656764"/>
                    <a:pt x="440361" y="660416"/>
                  </a:cubicBezTo>
                  <a:cubicBezTo>
                    <a:pt x="411073" y="660416"/>
                    <a:pt x="382380" y="660416"/>
                    <a:pt x="352787" y="660416"/>
                  </a:cubicBezTo>
                  <a:cubicBezTo>
                    <a:pt x="352787" y="675301"/>
                    <a:pt x="352787" y="689431"/>
                    <a:pt x="352787" y="703953"/>
                  </a:cubicBezTo>
                  <a:cubicBezTo>
                    <a:pt x="337714" y="703953"/>
                    <a:pt x="323557" y="703953"/>
                    <a:pt x="308368" y="703953"/>
                  </a:cubicBezTo>
                  <a:cubicBezTo>
                    <a:pt x="308368" y="689638"/>
                    <a:pt x="308368" y="675539"/>
                    <a:pt x="308368" y="661017"/>
                  </a:cubicBezTo>
                  <a:cubicBezTo>
                    <a:pt x="249196" y="661017"/>
                    <a:pt x="191041" y="661017"/>
                    <a:pt x="132275" y="661017"/>
                  </a:cubicBezTo>
                  <a:cubicBezTo>
                    <a:pt x="132275" y="675362"/>
                    <a:pt x="132275" y="689326"/>
                    <a:pt x="132275" y="704286"/>
                  </a:cubicBezTo>
                  <a:cubicBezTo>
                    <a:pt x="118001" y="704286"/>
                    <a:pt x="104294" y="704405"/>
                    <a:pt x="90586" y="704043"/>
                  </a:cubicBezTo>
                  <a:cubicBezTo>
                    <a:pt x="89570" y="704015"/>
                    <a:pt x="87813" y="700562"/>
                    <a:pt x="87784" y="698673"/>
                  </a:cubicBezTo>
                  <a:cubicBezTo>
                    <a:pt x="87522" y="686377"/>
                    <a:pt x="87653" y="674074"/>
                    <a:pt x="87653" y="661010"/>
                  </a:cubicBezTo>
                  <a:cubicBezTo>
                    <a:pt x="84516" y="660841"/>
                    <a:pt x="81961" y="660622"/>
                    <a:pt x="79420" y="660581"/>
                  </a:cubicBezTo>
                  <a:cubicBezTo>
                    <a:pt x="65872" y="660371"/>
                    <a:pt x="52281" y="660854"/>
                    <a:pt x="38795" y="659874"/>
                  </a:cubicBezTo>
                  <a:cubicBezTo>
                    <a:pt x="16843" y="658278"/>
                    <a:pt x="23" y="639666"/>
                    <a:pt x="0" y="617595"/>
                  </a:cubicBezTo>
                  <a:lnTo>
                    <a:pt x="560" y="439583"/>
                  </a:lnTo>
                  <a:lnTo>
                    <a:pt x="155" y="439583"/>
                  </a:lnTo>
                  <a:lnTo>
                    <a:pt x="155" y="327967"/>
                  </a:lnTo>
                  <a:lnTo>
                    <a:pt x="43467" y="327967"/>
                  </a:lnTo>
                  <a:lnTo>
                    <a:pt x="43467" y="410733"/>
                  </a:lnTo>
                  <a:lnTo>
                    <a:pt x="43516" y="410752"/>
                  </a:lnTo>
                  <a:cubicBezTo>
                    <a:pt x="43603" y="479546"/>
                    <a:pt x="43603" y="547667"/>
                    <a:pt x="43603" y="615748"/>
                  </a:cubicBezTo>
                  <a:cubicBezTo>
                    <a:pt x="161825" y="615748"/>
                    <a:pt x="278993" y="615748"/>
                    <a:pt x="396102" y="615748"/>
                  </a:cubicBezTo>
                  <a:cubicBezTo>
                    <a:pt x="396102" y="424952"/>
                    <a:pt x="396102" y="234690"/>
                    <a:pt x="396102" y="43563"/>
                  </a:cubicBezTo>
                  <a:cubicBezTo>
                    <a:pt x="375091" y="43563"/>
                    <a:pt x="354573" y="43563"/>
                    <a:pt x="333968" y="43101"/>
                  </a:cubicBezTo>
                  <a:lnTo>
                    <a:pt x="333331" y="42414"/>
                  </a:lnTo>
                  <a:lnTo>
                    <a:pt x="321059" y="43174"/>
                  </a:lnTo>
                  <a:cubicBezTo>
                    <a:pt x="257575" y="43169"/>
                    <a:pt x="194090" y="43136"/>
                    <a:pt x="129952" y="42973"/>
                  </a:cubicBezTo>
                  <a:lnTo>
                    <a:pt x="133703" y="40232"/>
                  </a:lnTo>
                  <a:lnTo>
                    <a:pt x="128616" y="43688"/>
                  </a:lnTo>
                  <a:cubicBezTo>
                    <a:pt x="116288" y="43730"/>
                    <a:pt x="104642" y="43644"/>
                    <a:pt x="93011" y="43062"/>
                  </a:cubicBezTo>
                  <a:cubicBezTo>
                    <a:pt x="97164" y="39188"/>
                    <a:pt x="101477" y="36013"/>
                    <a:pt x="105383" y="32389"/>
                  </a:cubicBezTo>
                  <a:cubicBezTo>
                    <a:pt x="101477" y="36013"/>
                    <a:pt x="97164" y="39188"/>
                    <a:pt x="92343" y="43194"/>
                  </a:cubicBezTo>
                  <a:cubicBezTo>
                    <a:pt x="75804" y="43823"/>
                    <a:pt x="59962" y="43823"/>
                    <a:pt x="43426" y="43823"/>
                  </a:cubicBezTo>
                  <a:cubicBezTo>
                    <a:pt x="43426" y="67439"/>
                    <a:pt x="43426" y="89894"/>
                    <a:pt x="42922" y="112429"/>
                  </a:cubicBezTo>
                  <a:lnTo>
                    <a:pt x="41446" y="113086"/>
                  </a:lnTo>
                  <a:lnTo>
                    <a:pt x="43390" y="113086"/>
                  </a:lnTo>
                  <a:lnTo>
                    <a:pt x="43390" y="197555"/>
                  </a:lnTo>
                  <a:lnTo>
                    <a:pt x="77" y="197555"/>
                  </a:lnTo>
                  <a:lnTo>
                    <a:pt x="77" y="113086"/>
                  </a:lnTo>
                  <a:lnTo>
                    <a:pt x="211" y="113086"/>
                  </a:lnTo>
                  <a:lnTo>
                    <a:pt x="211" y="223"/>
                  </a:lnTo>
                  <a:cubicBezTo>
                    <a:pt x="45527" y="223"/>
                    <a:pt x="90368" y="223"/>
                    <a:pt x="135891" y="359"/>
                  </a:cubicBezTo>
                  <a:cubicBezTo>
                    <a:pt x="135833" y="1949"/>
                    <a:pt x="135426" y="3738"/>
                    <a:pt x="134322" y="4807"/>
                  </a:cubicBezTo>
                  <a:cubicBezTo>
                    <a:pt x="135426" y="3738"/>
                    <a:pt x="135833" y="1949"/>
                    <a:pt x="136559" y="496"/>
                  </a:cubicBezTo>
                  <a:cubicBezTo>
                    <a:pt x="138490" y="382"/>
                    <a:pt x="140407" y="169"/>
                    <a:pt x="142338" y="169"/>
                  </a:cubicBezTo>
                  <a:cubicBezTo>
                    <a:pt x="226529" y="150"/>
                    <a:pt x="310735" y="362"/>
                    <a:pt x="394926" y="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22" name="Freeform: Shape 3021">
              <a:extLst>
                <a:ext uri="{FF2B5EF4-FFF2-40B4-BE49-F238E27FC236}">
                  <a16:creationId xmlns:a16="http://schemas.microsoft.com/office/drawing/2014/main" id="{3849342C-6727-FBCC-8B2F-85A3FD96CB3B}"/>
                </a:ext>
                <a:ext uri="{C183D7F6-B498-43B3-948B-1728B52AA6E4}">
                  <adec:decorative xmlns:adec="http://schemas.microsoft.com/office/drawing/2017/decorative" val="1"/>
                </a:ext>
              </a:extLst>
            </p:cNvPr>
            <p:cNvSpPr/>
            <p:nvPr/>
          </p:nvSpPr>
          <p:spPr>
            <a:xfrm>
              <a:off x="5090016" y="810791"/>
              <a:ext cx="392437" cy="424699"/>
            </a:xfrm>
            <a:custGeom>
              <a:avLst/>
              <a:gdLst>
                <a:gd name="connsiteX0" fmla="*/ 1624438 w 5886563"/>
                <a:gd name="connsiteY0" fmla="*/ 5883792 h 6370489"/>
                <a:gd name="connsiteX1" fmla="*/ 1481042 w 5886563"/>
                <a:gd name="connsiteY1" fmla="*/ 6068575 h 6370489"/>
                <a:gd name="connsiteX2" fmla="*/ 1662988 w 5886563"/>
                <a:gd name="connsiteY2" fmla="*/ 6205502 h 6370489"/>
                <a:gd name="connsiteX3" fmla="*/ 1805051 w 5886563"/>
                <a:gd name="connsiteY3" fmla="*/ 6037506 h 6370489"/>
                <a:gd name="connsiteX4" fmla="*/ 1624438 w 5886563"/>
                <a:gd name="connsiteY4" fmla="*/ 5883792 h 6370489"/>
                <a:gd name="connsiteX5" fmla="*/ 3934594 w 5886563"/>
                <a:gd name="connsiteY5" fmla="*/ 5724620 h 6370489"/>
                <a:gd name="connsiteX6" fmla="*/ 4255174 w 5886563"/>
                <a:gd name="connsiteY6" fmla="*/ 5724620 h 6370489"/>
                <a:gd name="connsiteX7" fmla="*/ 4255174 w 5886563"/>
                <a:gd name="connsiteY7" fmla="*/ 5882871 h 6370489"/>
                <a:gd name="connsiteX8" fmla="*/ 3934594 w 5886563"/>
                <a:gd name="connsiteY8" fmla="*/ 5882871 h 6370489"/>
                <a:gd name="connsiteX9" fmla="*/ 4424653 w 5886563"/>
                <a:gd name="connsiteY9" fmla="*/ 5721674 h 6370489"/>
                <a:gd name="connsiteX10" fmla="*/ 4744700 w 5886563"/>
                <a:gd name="connsiteY10" fmla="*/ 5721674 h 6370489"/>
                <a:gd name="connsiteX11" fmla="*/ 4744700 w 5886563"/>
                <a:gd name="connsiteY11" fmla="*/ 5876594 h 6370489"/>
                <a:gd name="connsiteX12" fmla="*/ 4424653 w 5886563"/>
                <a:gd name="connsiteY12" fmla="*/ 5876594 h 6370489"/>
                <a:gd name="connsiteX13" fmla="*/ 5568988 w 5886563"/>
                <a:gd name="connsiteY13" fmla="*/ 5560478 h 6370489"/>
                <a:gd name="connsiteX14" fmla="*/ 5886563 w 5886563"/>
                <a:gd name="connsiteY14" fmla="*/ 5560478 h 6370489"/>
                <a:gd name="connsiteX15" fmla="*/ 5886563 w 5886563"/>
                <a:gd name="connsiteY15" fmla="*/ 5880466 h 6370489"/>
                <a:gd name="connsiteX16" fmla="*/ 5568988 w 5886563"/>
                <a:gd name="connsiteY16" fmla="*/ 5880466 h 6370489"/>
                <a:gd name="connsiteX17" fmla="*/ 660027 w 5886563"/>
                <a:gd name="connsiteY17" fmla="*/ 5392860 h 6370489"/>
                <a:gd name="connsiteX18" fmla="*/ 540415 w 5886563"/>
                <a:gd name="connsiteY18" fmla="*/ 5448387 h 6370489"/>
                <a:gd name="connsiteX19" fmla="*/ 574096 w 5886563"/>
                <a:gd name="connsiteY19" fmla="*/ 5690925 h 6370489"/>
                <a:gd name="connsiteX20" fmla="*/ 802546 w 5886563"/>
                <a:gd name="connsiteY20" fmla="*/ 5636911 h 6370489"/>
                <a:gd name="connsiteX21" fmla="*/ 768629 w 5886563"/>
                <a:gd name="connsiteY21" fmla="*/ 5432331 h 6370489"/>
                <a:gd name="connsiteX22" fmla="*/ 660027 w 5886563"/>
                <a:gd name="connsiteY22" fmla="*/ 5392860 h 6370489"/>
                <a:gd name="connsiteX23" fmla="*/ 2629529 w 5886563"/>
                <a:gd name="connsiteY23" fmla="*/ 5391903 h 6370489"/>
                <a:gd name="connsiteX24" fmla="*/ 2571679 w 5886563"/>
                <a:gd name="connsiteY24" fmla="*/ 5401134 h 6370489"/>
                <a:gd name="connsiteX25" fmla="*/ 2461362 w 5886563"/>
                <a:gd name="connsiteY25" fmla="*/ 5533183 h 6370489"/>
                <a:gd name="connsiteX26" fmla="*/ 2527648 w 5886563"/>
                <a:gd name="connsiteY26" fmla="*/ 5686981 h 6370489"/>
                <a:gd name="connsiteX27" fmla="*/ 2699847 w 5886563"/>
                <a:gd name="connsiteY27" fmla="*/ 5697182 h 6370489"/>
                <a:gd name="connsiteX28" fmla="*/ 2783814 w 5886563"/>
                <a:gd name="connsiteY28" fmla="*/ 5535869 h 6370489"/>
                <a:gd name="connsiteX29" fmla="*/ 2629529 w 5886563"/>
                <a:gd name="connsiteY29" fmla="*/ 5391903 h 6370489"/>
                <a:gd name="connsiteX30" fmla="*/ 4917724 w 5886563"/>
                <a:gd name="connsiteY30" fmla="*/ 4740336 h 6370489"/>
                <a:gd name="connsiteX31" fmla="*/ 5885386 w 5886563"/>
                <a:gd name="connsiteY31" fmla="*/ 4740336 h 6370489"/>
                <a:gd name="connsiteX32" fmla="*/ 5885386 w 5886563"/>
                <a:gd name="connsiteY32" fmla="*/ 4898765 h 6370489"/>
                <a:gd name="connsiteX33" fmla="*/ 4917724 w 5886563"/>
                <a:gd name="connsiteY33" fmla="*/ 4898765 h 6370489"/>
                <a:gd name="connsiteX34" fmla="*/ 4917510 w 5886563"/>
                <a:gd name="connsiteY34" fmla="*/ 4411496 h 6370489"/>
                <a:gd name="connsiteX35" fmla="*/ 5885601 w 5886563"/>
                <a:gd name="connsiteY35" fmla="*/ 4411496 h 6370489"/>
                <a:gd name="connsiteX36" fmla="*/ 5885601 w 5886563"/>
                <a:gd name="connsiteY36" fmla="*/ 4569888 h 6370489"/>
                <a:gd name="connsiteX37" fmla="*/ 4917510 w 5886563"/>
                <a:gd name="connsiteY37" fmla="*/ 4569888 h 6370489"/>
                <a:gd name="connsiteX38" fmla="*/ 4917835 w 5886563"/>
                <a:gd name="connsiteY38" fmla="*/ 4091005 h 6370489"/>
                <a:gd name="connsiteX39" fmla="*/ 5885060 w 5886563"/>
                <a:gd name="connsiteY39" fmla="*/ 4091005 h 6370489"/>
                <a:gd name="connsiteX40" fmla="*/ 5885060 w 5886563"/>
                <a:gd name="connsiteY40" fmla="*/ 4249730 h 6370489"/>
                <a:gd name="connsiteX41" fmla="*/ 4917835 w 5886563"/>
                <a:gd name="connsiteY41" fmla="*/ 4249730 h 6370489"/>
                <a:gd name="connsiteX42" fmla="*/ 1558624 w 5886563"/>
                <a:gd name="connsiteY42" fmla="*/ 3928114 h 6370489"/>
                <a:gd name="connsiteX43" fmla="*/ 1724031 w 5886563"/>
                <a:gd name="connsiteY43" fmla="*/ 3928114 h 6370489"/>
                <a:gd name="connsiteX44" fmla="*/ 1724804 w 5886563"/>
                <a:gd name="connsiteY44" fmla="*/ 4202290 h 6370489"/>
                <a:gd name="connsiteX45" fmla="*/ 1723687 w 5886563"/>
                <a:gd name="connsiteY45" fmla="*/ 5006958 h 6370489"/>
                <a:gd name="connsiteX46" fmla="*/ 1722794 w 5886563"/>
                <a:gd name="connsiteY46" fmla="*/ 5677945 h 6370489"/>
                <a:gd name="connsiteX47" fmla="*/ 1766018 w 5886563"/>
                <a:gd name="connsiteY47" fmla="*/ 5743889 h 6370489"/>
                <a:gd name="connsiteX48" fmla="*/ 1956111 w 5886563"/>
                <a:gd name="connsiteY48" fmla="*/ 6135056 h 6370489"/>
                <a:gd name="connsiteX49" fmla="*/ 1585534 w 5886563"/>
                <a:gd name="connsiteY49" fmla="*/ 6366009 h 6370489"/>
                <a:gd name="connsiteX50" fmla="*/ 1316196 w 5886563"/>
                <a:gd name="connsiteY50" fmla="*/ 6028532 h 6370489"/>
                <a:gd name="connsiteX51" fmla="*/ 1518453 w 5886563"/>
                <a:gd name="connsiteY51" fmla="*/ 5743362 h 6370489"/>
                <a:gd name="connsiteX52" fmla="*/ 1561806 w 5886563"/>
                <a:gd name="connsiteY52" fmla="*/ 5682631 h 6370489"/>
                <a:gd name="connsiteX53" fmla="*/ 1559581 w 5886563"/>
                <a:gd name="connsiteY53" fmla="*/ 4212220 h 6370489"/>
                <a:gd name="connsiteX54" fmla="*/ 1558624 w 5886563"/>
                <a:gd name="connsiteY54" fmla="*/ 3928114 h 6370489"/>
                <a:gd name="connsiteX55" fmla="*/ 1229762 w 5886563"/>
                <a:gd name="connsiteY55" fmla="*/ 3927625 h 6370489"/>
                <a:gd name="connsiteX56" fmla="*/ 1399284 w 5886563"/>
                <a:gd name="connsiteY56" fmla="*/ 3927625 h 6370489"/>
                <a:gd name="connsiteX57" fmla="*/ 1400230 w 5886563"/>
                <a:gd name="connsiteY57" fmla="*/ 4202360 h 6370489"/>
                <a:gd name="connsiteX58" fmla="*/ 1399531 w 5886563"/>
                <a:gd name="connsiteY58" fmla="*/ 4883504 h 6370489"/>
                <a:gd name="connsiteX59" fmla="*/ 1363154 w 5886563"/>
                <a:gd name="connsiteY59" fmla="*/ 4972607 h 6370489"/>
                <a:gd name="connsiteX60" fmla="*/ 974809 w 5886563"/>
                <a:gd name="connsiteY60" fmla="*/ 5358616 h 6370489"/>
                <a:gd name="connsiteX61" fmla="*/ 959818 w 5886563"/>
                <a:gd name="connsiteY61" fmla="*/ 5422411 h 6370489"/>
                <a:gd name="connsiteX62" fmla="*/ 841203 w 5886563"/>
                <a:gd name="connsiteY62" fmla="*/ 5828400 h 6370489"/>
                <a:gd name="connsiteX63" fmla="*/ 428001 w 5886563"/>
                <a:gd name="connsiteY63" fmla="*/ 5782704 h 6370489"/>
                <a:gd name="connsiteX64" fmla="*/ 394223 w 5886563"/>
                <a:gd name="connsiteY64" fmla="*/ 5368570 h 6370489"/>
                <a:gd name="connsiteX65" fmla="*/ 804191 w 5886563"/>
                <a:gd name="connsiteY65" fmla="*/ 5261088 h 6370489"/>
                <a:gd name="connsiteX66" fmla="*/ 830779 w 5886563"/>
                <a:gd name="connsiteY66" fmla="*/ 5273265 h 6370489"/>
                <a:gd name="connsiteX67" fmla="*/ 1094252 w 5886563"/>
                <a:gd name="connsiteY67" fmla="*/ 5011103 h 6370489"/>
                <a:gd name="connsiteX68" fmla="*/ 1235576 w 5886563"/>
                <a:gd name="connsiteY68" fmla="*/ 4673250 h 6370489"/>
                <a:gd name="connsiteX69" fmla="*/ 1230932 w 5886563"/>
                <a:gd name="connsiteY69" fmla="*/ 4212302 h 6370489"/>
                <a:gd name="connsiteX70" fmla="*/ 1229762 w 5886563"/>
                <a:gd name="connsiteY70" fmla="*/ 3927625 h 6370489"/>
                <a:gd name="connsiteX71" fmla="*/ 1883464 w 5886563"/>
                <a:gd name="connsiteY71" fmla="*/ 3927507 h 6370489"/>
                <a:gd name="connsiteX72" fmla="*/ 2051332 w 5886563"/>
                <a:gd name="connsiteY72" fmla="*/ 3927507 h 6370489"/>
                <a:gd name="connsiteX73" fmla="*/ 2052547 w 5886563"/>
                <a:gd name="connsiteY73" fmla="*/ 4202556 h 6370489"/>
                <a:gd name="connsiteX74" fmla="*/ 2051504 w 5886563"/>
                <a:gd name="connsiteY74" fmla="*/ 4845988 h 6370489"/>
                <a:gd name="connsiteX75" fmla="*/ 2070483 w 5886563"/>
                <a:gd name="connsiteY75" fmla="*/ 4887719 h 6370489"/>
                <a:gd name="connsiteX76" fmla="*/ 2452333 w 5886563"/>
                <a:gd name="connsiteY76" fmla="*/ 5273847 h 6370489"/>
                <a:gd name="connsiteX77" fmla="*/ 2769897 w 5886563"/>
                <a:gd name="connsiteY77" fmla="*/ 5264540 h 6370489"/>
                <a:gd name="connsiteX78" fmla="*/ 2916442 w 5886563"/>
                <a:gd name="connsiteY78" fmla="*/ 5695408 h 6370489"/>
                <a:gd name="connsiteX79" fmla="*/ 2494268 w 5886563"/>
                <a:gd name="connsiteY79" fmla="*/ 5855269 h 6370489"/>
                <a:gd name="connsiteX80" fmla="*/ 2318491 w 5886563"/>
                <a:gd name="connsiteY80" fmla="*/ 5436277 h 6370489"/>
                <a:gd name="connsiteX81" fmla="*/ 2301909 w 5886563"/>
                <a:gd name="connsiteY81" fmla="*/ 5350161 h 6370489"/>
                <a:gd name="connsiteX82" fmla="*/ 1946957 w 5886563"/>
                <a:gd name="connsiteY82" fmla="*/ 4999100 h 6370489"/>
                <a:gd name="connsiteX83" fmla="*/ 1884054 w 5886563"/>
                <a:gd name="connsiteY83" fmla="*/ 4850695 h 6370489"/>
                <a:gd name="connsiteX84" fmla="*/ 1884400 w 5886563"/>
                <a:gd name="connsiteY84" fmla="*/ 4212270 h 6370489"/>
                <a:gd name="connsiteX85" fmla="*/ 1883464 w 5886563"/>
                <a:gd name="connsiteY85" fmla="*/ 3927507 h 6370489"/>
                <a:gd name="connsiteX86" fmla="*/ 4913853 w 5886563"/>
                <a:gd name="connsiteY86" fmla="*/ 3757392 h 6370489"/>
                <a:gd name="connsiteX87" fmla="*/ 5884734 w 5886563"/>
                <a:gd name="connsiteY87" fmla="*/ 3757392 h 6370489"/>
                <a:gd name="connsiteX88" fmla="*/ 5884734 w 5886563"/>
                <a:gd name="connsiteY88" fmla="*/ 3914696 h 6370489"/>
                <a:gd name="connsiteX89" fmla="*/ 4913853 w 5886563"/>
                <a:gd name="connsiteY89" fmla="*/ 3914696 h 6370489"/>
                <a:gd name="connsiteX90" fmla="*/ 4909235 w 5886563"/>
                <a:gd name="connsiteY90" fmla="*/ 3437093 h 6370489"/>
                <a:gd name="connsiteX91" fmla="*/ 5886245 w 5886563"/>
                <a:gd name="connsiteY91" fmla="*/ 3437093 h 6370489"/>
                <a:gd name="connsiteX92" fmla="*/ 5886245 w 5886563"/>
                <a:gd name="connsiteY92" fmla="*/ 3594596 h 6370489"/>
                <a:gd name="connsiteX93" fmla="*/ 4909235 w 5886563"/>
                <a:gd name="connsiteY93" fmla="*/ 3594596 h 6370489"/>
                <a:gd name="connsiteX94" fmla="*/ 380702 w 5886563"/>
                <a:gd name="connsiteY94" fmla="*/ 3424756 h 6370489"/>
                <a:gd name="connsiteX95" fmla="*/ 426173 w 5886563"/>
                <a:gd name="connsiteY95" fmla="*/ 3460865 h 6370489"/>
                <a:gd name="connsiteX96" fmla="*/ 380702 w 5886563"/>
                <a:gd name="connsiteY96" fmla="*/ 3424756 h 6370489"/>
                <a:gd name="connsiteX97" fmla="*/ 327451 w 5886563"/>
                <a:gd name="connsiteY97" fmla="*/ 3369000 h 6370489"/>
                <a:gd name="connsiteX98" fmla="*/ 370160 w 5886563"/>
                <a:gd name="connsiteY98" fmla="*/ 3407807 h 6370489"/>
                <a:gd name="connsiteX99" fmla="*/ 327451 w 5886563"/>
                <a:gd name="connsiteY99" fmla="*/ 3369000 h 6370489"/>
                <a:gd name="connsiteX100" fmla="*/ 3178863 w 5886563"/>
                <a:gd name="connsiteY100" fmla="*/ 3344120 h 6370489"/>
                <a:gd name="connsiteX101" fmla="*/ 3670787 w 5886563"/>
                <a:gd name="connsiteY101" fmla="*/ 3344120 h 6370489"/>
                <a:gd name="connsiteX102" fmla="*/ 3670787 w 5886563"/>
                <a:gd name="connsiteY102" fmla="*/ 3836044 h 6370489"/>
                <a:gd name="connsiteX103" fmla="*/ 3178863 w 5886563"/>
                <a:gd name="connsiteY103" fmla="*/ 3836044 h 6370489"/>
                <a:gd name="connsiteX104" fmla="*/ 4913580 w 5886563"/>
                <a:gd name="connsiteY104" fmla="*/ 3115047 h 6370489"/>
                <a:gd name="connsiteX105" fmla="*/ 5886460 w 5886563"/>
                <a:gd name="connsiteY105" fmla="*/ 3115047 h 6370489"/>
                <a:gd name="connsiteX106" fmla="*/ 5886460 w 5886563"/>
                <a:gd name="connsiteY106" fmla="*/ 3272351 h 6370489"/>
                <a:gd name="connsiteX107" fmla="*/ 4913580 w 5886563"/>
                <a:gd name="connsiteY107" fmla="*/ 3272351 h 6370489"/>
                <a:gd name="connsiteX108" fmla="*/ 694225 w 5886563"/>
                <a:gd name="connsiteY108" fmla="*/ 2459997 h 6370489"/>
                <a:gd name="connsiteX109" fmla="*/ 854656 w 5886563"/>
                <a:gd name="connsiteY109" fmla="*/ 2473839 h 6370489"/>
                <a:gd name="connsiteX110" fmla="*/ 955022 w 5886563"/>
                <a:gd name="connsiteY110" fmla="*/ 2821017 h 6370489"/>
                <a:gd name="connsiteX111" fmla="*/ 1289769 w 5886563"/>
                <a:gd name="connsiteY111" fmla="*/ 2952377 h 6370489"/>
                <a:gd name="connsiteX112" fmla="*/ 1289769 w 5886563"/>
                <a:gd name="connsiteY112" fmla="*/ 3112390 h 6370489"/>
                <a:gd name="connsiteX113" fmla="*/ 731894 w 5886563"/>
                <a:gd name="connsiteY113" fmla="*/ 2779794 h 6370489"/>
                <a:gd name="connsiteX114" fmla="*/ 694225 w 5886563"/>
                <a:gd name="connsiteY114" fmla="*/ 2459997 h 6370489"/>
                <a:gd name="connsiteX115" fmla="*/ 2762691 w 5886563"/>
                <a:gd name="connsiteY115" fmla="*/ 675982 h 6370489"/>
                <a:gd name="connsiteX116" fmla="*/ 2762691 w 5886563"/>
                <a:gd name="connsiteY116" fmla="*/ 832318 h 6370489"/>
                <a:gd name="connsiteX117" fmla="*/ 2524312 w 5886563"/>
                <a:gd name="connsiteY117" fmla="*/ 876758 h 6370489"/>
                <a:gd name="connsiteX118" fmla="*/ 2120569 w 5886563"/>
                <a:gd name="connsiteY118" fmla="*/ 1380931 h 6370489"/>
                <a:gd name="connsiteX119" fmla="*/ 2111994 w 5886563"/>
                <a:gd name="connsiteY119" fmla="*/ 1428132 h 6370489"/>
                <a:gd name="connsiteX120" fmla="*/ 2096175 w 5886563"/>
                <a:gd name="connsiteY120" fmla="*/ 1522255 h 6370489"/>
                <a:gd name="connsiteX121" fmla="*/ 1986921 w 5886563"/>
                <a:gd name="connsiteY121" fmla="*/ 1531369 h 6370489"/>
                <a:gd name="connsiteX122" fmla="*/ 1943524 w 5886563"/>
                <a:gd name="connsiteY122" fmla="*/ 1531444 h 6370489"/>
                <a:gd name="connsiteX123" fmla="*/ 1981343 w 5886563"/>
                <a:gd name="connsiteY123" fmla="*/ 1229764 h 6370489"/>
                <a:gd name="connsiteX124" fmla="*/ 2762691 w 5886563"/>
                <a:gd name="connsiteY124" fmla="*/ 675982 h 6370489"/>
                <a:gd name="connsiteX125" fmla="*/ 2736565 w 5886563"/>
                <a:gd name="connsiteY125" fmla="*/ 761 h 6370489"/>
                <a:gd name="connsiteX126" fmla="*/ 3494339 w 5886563"/>
                <a:gd name="connsiteY126" fmla="*/ 264348 h 6370489"/>
                <a:gd name="connsiteX127" fmla="*/ 3828194 w 5886563"/>
                <a:gd name="connsiteY127" fmla="*/ 615441 h 6370489"/>
                <a:gd name="connsiteX128" fmla="*/ 3854202 w 5886563"/>
                <a:gd name="connsiteY128" fmla="*/ 652625 h 6370489"/>
                <a:gd name="connsiteX129" fmla="*/ 4188325 w 5886563"/>
                <a:gd name="connsiteY129" fmla="*/ 397847 h 6370489"/>
                <a:gd name="connsiteX130" fmla="*/ 4490207 w 5886563"/>
                <a:gd name="connsiteY130" fmla="*/ 311926 h 6370489"/>
                <a:gd name="connsiteX131" fmla="*/ 5305581 w 5886563"/>
                <a:gd name="connsiteY131" fmla="*/ 485726 h 6370489"/>
                <a:gd name="connsiteX132" fmla="*/ 5710311 w 5886563"/>
                <a:gd name="connsiteY132" fmla="*/ 1131071 h 6370489"/>
                <a:gd name="connsiteX133" fmla="*/ 5726109 w 5886563"/>
                <a:gd name="connsiteY133" fmla="*/ 1289741 h 6370489"/>
                <a:gd name="connsiteX134" fmla="*/ 5694299 w 5886563"/>
                <a:gd name="connsiteY134" fmla="*/ 1323904 h 6370489"/>
                <a:gd name="connsiteX135" fmla="*/ 5404453 w 5886563"/>
                <a:gd name="connsiteY135" fmla="*/ 1325485 h 6370489"/>
                <a:gd name="connsiteX136" fmla="*/ 5385323 w 5886563"/>
                <a:gd name="connsiteY136" fmla="*/ 1162904 h 6370489"/>
                <a:gd name="connsiteX137" fmla="*/ 4754261 w 5886563"/>
                <a:gd name="connsiteY137" fmla="*/ 631197 h 6370489"/>
                <a:gd name="connsiteX138" fmla="*/ 4440341 w 5886563"/>
                <a:gd name="connsiteY138" fmla="*/ 656699 h 6370489"/>
                <a:gd name="connsiteX139" fmla="*/ 4000897 w 5886563"/>
                <a:gd name="connsiteY139" fmla="*/ 1042236 h 6370489"/>
                <a:gd name="connsiteX140" fmla="*/ 3986496 w 5886563"/>
                <a:gd name="connsiteY140" fmla="*/ 1076906 h 6370489"/>
                <a:gd name="connsiteX141" fmla="*/ 3829376 w 5886563"/>
                <a:gd name="connsiteY141" fmla="*/ 1176703 h 6370489"/>
                <a:gd name="connsiteX142" fmla="*/ 3680466 w 5886563"/>
                <a:gd name="connsiteY142" fmla="*/ 1065838 h 6370489"/>
                <a:gd name="connsiteX143" fmla="*/ 3343010 w 5886563"/>
                <a:gd name="connsiteY143" fmla="*/ 568284 h 6370489"/>
                <a:gd name="connsiteX144" fmla="*/ 2917377 w 5886563"/>
                <a:gd name="connsiteY144" fmla="*/ 359696 h 6370489"/>
                <a:gd name="connsiteX145" fmla="*/ 2631388 w 5886563"/>
                <a:gd name="connsiteY145" fmla="*/ 329045 h 6370489"/>
                <a:gd name="connsiteX146" fmla="*/ 1662021 w 5886563"/>
                <a:gd name="connsiteY146" fmla="*/ 1150179 h 6370489"/>
                <a:gd name="connsiteX147" fmla="*/ 1636712 w 5886563"/>
                <a:gd name="connsiteY147" fmla="*/ 1404583 h 6370489"/>
                <a:gd name="connsiteX148" fmla="*/ 1468941 w 5886563"/>
                <a:gd name="connsiteY148" fmla="*/ 1541606 h 6370489"/>
                <a:gd name="connsiteX149" fmla="*/ 1337334 w 5886563"/>
                <a:gd name="connsiteY149" fmla="*/ 1529838 h 6370489"/>
                <a:gd name="connsiteX150" fmla="*/ 701263 w 5886563"/>
                <a:gd name="connsiteY150" fmla="*/ 1741188 h 6370489"/>
                <a:gd name="connsiteX151" fmla="*/ 354791 w 5886563"/>
                <a:gd name="connsiteY151" fmla="*/ 2299313 h 6370489"/>
                <a:gd name="connsiteX152" fmla="*/ 1141846 w 5886563"/>
                <a:gd name="connsiteY152" fmla="*/ 3431537 h 6370489"/>
                <a:gd name="connsiteX153" fmla="*/ 1222319 w 5886563"/>
                <a:gd name="connsiteY153" fmla="*/ 3434052 h 6370489"/>
                <a:gd name="connsiteX154" fmla="*/ 2882396 w 5886563"/>
                <a:gd name="connsiteY154" fmla="*/ 3434578 h 6370489"/>
                <a:gd name="connsiteX155" fmla="*/ 2948155 w 5886563"/>
                <a:gd name="connsiteY155" fmla="*/ 3434590 h 6370489"/>
                <a:gd name="connsiteX156" fmla="*/ 2948155 w 5886563"/>
                <a:gd name="connsiteY156" fmla="*/ 3763866 h 6370489"/>
                <a:gd name="connsiteX157" fmla="*/ 2886038 w 5886563"/>
                <a:gd name="connsiteY157" fmla="*/ 3763866 h 6370489"/>
                <a:gd name="connsiteX158" fmla="*/ 1252808 w 5886563"/>
                <a:gd name="connsiteY158" fmla="*/ 3764177 h 6370489"/>
                <a:gd name="connsiteX159" fmla="*/ 429365 w 5886563"/>
                <a:gd name="connsiteY159" fmla="*/ 3462219 h 6370489"/>
                <a:gd name="connsiteX160" fmla="*/ 380907 w 5886563"/>
                <a:gd name="connsiteY160" fmla="*/ 3420382 h 6370489"/>
                <a:gd name="connsiteX161" fmla="*/ 372470 w 5886563"/>
                <a:gd name="connsiteY161" fmla="*/ 3408452 h 6370489"/>
                <a:gd name="connsiteX162" fmla="*/ 327837 w 5886563"/>
                <a:gd name="connsiteY162" fmla="*/ 3364572 h 6370489"/>
                <a:gd name="connsiteX163" fmla="*/ 146976 w 5886563"/>
                <a:gd name="connsiteY163" fmla="*/ 3100713 h 6370489"/>
                <a:gd name="connsiteX164" fmla="*/ 39850 w 5886563"/>
                <a:gd name="connsiteY164" fmla="*/ 2801915 h 6370489"/>
                <a:gd name="connsiteX165" fmla="*/ 5460 w 5886563"/>
                <a:gd name="connsiteY165" fmla="*/ 2387264 h 6370489"/>
                <a:gd name="connsiteX166" fmla="*/ 110039 w 5886563"/>
                <a:gd name="connsiteY166" fmla="*/ 1976095 h 6370489"/>
                <a:gd name="connsiteX167" fmla="*/ 397628 w 5886563"/>
                <a:gd name="connsiteY167" fmla="*/ 1563905 h 6370489"/>
                <a:gd name="connsiteX168" fmla="*/ 1166736 w 5886563"/>
                <a:gd name="connsiteY168" fmla="*/ 1208859 h 6370489"/>
                <a:gd name="connsiteX169" fmla="*/ 1289059 w 5886563"/>
                <a:gd name="connsiteY169" fmla="*/ 1197391 h 6370489"/>
                <a:gd name="connsiteX170" fmla="*/ 1326275 w 5886563"/>
                <a:gd name="connsiteY170" fmla="*/ 1164365 h 6370489"/>
                <a:gd name="connsiteX171" fmla="*/ 1605235 w 5886563"/>
                <a:gd name="connsiteY171" fmla="*/ 508326 h 6370489"/>
                <a:gd name="connsiteX172" fmla="*/ 2459587 w 5886563"/>
                <a:gd name="connsiteY172" fmla="*/ 16448 h 6370489"/>
                <a:gd name="connsiteX173" fmla="*/ 2736565 w 5886563"/>
                <a:gd name="connsiteY173" fmla="*/ 761 h 637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5886563" h="6370489">
                  <a:moveTo>
                    <a:pt x="1624438" y="5883792"/>
                  </a:moveTo>
                  <a:cubicBezTo>
                    <a:pt x="1526277" y="5901664"/>
                    <a:pt x="1464997" y="5980633"/>
                    <a:pt x="1481042" y="6068575"/>
                  </a:cubicBezTo>
                  <a:cubicBezTo>
                    <a:pt x="1497228" y="6157271"/>
                    <a:pt x="1575743" y="6216369"/>
                    <a:pt x="1662988" y="6205502"/>
                  </a:cubicBezTo>
                  <a:cubicBezTo>
                    <a:pt x="1744719" y="6195325"/>
                    <a:pt x="1809414" y="6118817"/>
                    <a:pt x="1805051" y="6037506"/>
                  </a:cubicBezTo>
                  <a:cubicBezTo>
                    <a:pt x="1800184" y="5946898"/>
                    <a:pt x="1731823" y="5885556"/>
                    <a:pt x="1624438" y="5883792"/>
                  </a:cubicBezTo>
                  <a:close/>
                  <a:moveTo>
                    <a:pt x="3934594" y="5724620"/>
                  </a:moveTo>
                  <a:lnTo>
                    <a:pt x="4255174" y="5724620"/>
                  </a:lnTo>
                  <a:lnTo>
                    <a:pt x="4255174" y="5882871"/>
                  </a:lnTo>
                  <a:lnTo>
                    <a:pt x="3934594" y="5882871"/>
                  </a:lnTo>
                  <a:close/>
                  <a:moveTo>
                    <a:pt x="4424653" y="5721674"/>
                  </a:moveTo>
                  <a:lnTo>
                    <a:pt x="4744700" y="5721674"/>
                  </a:lnTo>
                  <a:lnTo>
                    <a:pt x="4744700" y="5876594"/>
                  </a:lnTo>
                  <a:lnTo>
                    <a:pt x="4424653" y="5876594"/>
                  </a:lnTo>
                  <a:close/>
                  <a:moveTo>
                    <a:pt x="5568988" y="5560478"/>
                  </a:moveTo>
                  <a:lnTo>
                    <a:pt x="5886563" y="5560478"/>
                  </a:lnTo>
                  <a:lnTo>
                    <a:pt x="5886563" y="5880466"/>
                  </a:lnTo>
                  <a:lnTo>
                    <a:pt x="5568988" y="5880466"/>
                  </a:lnTo>
                  <a:close/>
                  <a:moveTo>
                    <a:pt x="660027" y="5392860"/>
                  </a:moveTo>
                  <a:cubicBezTo>
                    <a:pt x="621472" y="5395326"/>
                    <a:pt x="581082" y="5413626"/>
                    <a:pt x="540415" y="5448387"/>
                  </a:cubicBezTo>
                  <a:cubicBezTo>
                    <a:pt x="477460" y="5536705"/>
                    <a:pt x="491527" y="5637941"/>
                    <a:pt x="574096" y="5690925"/>
                  </a:cubicBezTo>
                  <a:cubicBezTo>
                    <a:pt x="652045" y="5740930"/>
                    <a:pt x="755807" y="5716406"/>
                    <a:pt x="802546" y="5636911"/>
                  </a:cubicBezTo>
                  <a:cubicBezTo>
                    <a:pt x="841460" y="5570719"/>
                    <a:pt x="826781" y="5482186"/>
                    <a:pt x="768629" y="5432331"/>
                  </a:cubicBezTo>
                  <a:cubicBezTo>
                    <a:pt x="735303" y="5403760"/>
                    <a:pt x="698583" y="5390393"/>
                    <a:pt x="660027" y="5392860"/>
                  </a:cubicBezTo>
                  <a:close/>
                  <a:moveTo>
                    <a:pt x="2629529" y="5391903"/>
                  </a:moveTo>
                  <a:cubicBezTo>
                    <a:pt x="2610187" y="5394804"/>
                    <a:pt x="2589862" y="5394846"/>
                    <a:pt x="2571679" y="5401134"/>
                  </a:cubicBezTo>
                  <a:cubicBezTo>
                    <a:pt x="2508992" y="5422788"/>
                    <a:pt x="2470582" y="5466658"/>
                    <a:pt x="2461362" y="5533183"/>
                  </a:cubicBezTo>
                  <a:cubicBezTo>
                    <a:pt x="2452463" y="5597385"/>
                    <a:pt x="2475450" y="5649937"/>
                    <a:pt x="2527648" y="5686981"/>
                  </a:cubicBezTo>
                  <a:cubicBezTo>
                    <a:pt x="2581845" y="5725467"/>
                    <a:pt x="2641062" y="5727864"/>
                    <a:pt x="2699847" y="5697182"/>
                  </a:cubicBezTo>
                  <a:cubicBezTo>
                    <a:pt x="2757850" y="5666895"/>
                    <a:pt x="2792819" y="5597438"/>
                    <a:pt x="2783814" y="5535869"/>
                  </a:cubicBezTo>
                  <a:cubicBezTo>
                    <a:pt x="2772755" y="5460306"/>
                    <a:pt x="2725609" y="5414020"/>
                    <a:pt x="2629529" y="5391903"/>
                  </a:cubicBezTo>
                  <a:close/>
                  <a:moveTo>
                    <a:pt x="4917724" y="4740336"/>
                  </a:moveTo>
                  <a:lnTo>
                    <a:pt x="5885386" y="4740336"/>
                  </a:lnTo>
                  <a:lnTo>
                    <a:pt x="5885386" y="4898765"/>
                  </a:lnTo>
                  <a:lnTo>
                    <a:pt x="4917724" y="4898765"/>
                  </a:lnTo>
                  <a:close/>
                  <a:moveTo>
                    <a:pt x="4917510" y="4411496"/>
                  </a:moveTo>
                  <a:lnTo>
                    <a:pt x="5885601" y="4411496"/>
                  </a:lnTo>
                  <a:lnTo>
                    <a:pt x="5885601" y="4569888"/>
                  </a:lnTo>
                  <a:lnTo>
                    <a:pt x="4917510" y="4569888"/>
                  </a:lnTo>
                  <a:close/>
                  <a:moveTo>
                    <a:pt x="4917835" y="4091005"/>
                  </a:moveTo>
                  <a:lnTo>
                    <a:pt x="5885060" y="4091005"/>
                  </a:lnTo>
                  <a:lnTo>
                    <a:pt x="5885060" y="4249730"/>
                  </a:lnTo>
                  <a:lnTo>
                    <a:pt x="4917835" y="4249730"/>
                  </a:lnTo>
                  <a:close/>
                  <a:moveTo>
                    <a:pt x="1558624" y="3928114"/>
                  </a:moveTo>
                  <a:cubicBezTo>
                    <a:pt x="1617206" y="3928114"/>
                    <a:pt x="1667942" y="3928114"/>
                    <a:pt x="1724031" y="3928114"/>
                  </a:cubicBezTo>
                  <a:cubicBezTo>
                    <a:pt x="1724031" y="4019604"/>
                    <a:pt x="1724031" y="4108458"/>
                    <a:pt x="1724804" y="4202290"/>
                  </a:cubicBezTo>
                  <a:cubicBezTo>
                    <a:pt x="1724923" y="4473835"/>
                    <a:pt x="1724051" y="4740392"/>
                    <a:pt x="1723687" y="5006958"/>
                  </a:cubicBezTo>
                  <a:cubicBezTo>
                    <a:pt x="1723374" y="5230624"/>
                    <a:pt x="1724449" y="5454291"/>
                    <a:pt x="1722794" y="5677945"/>
                  </a:cubicBezTo>
                  <a:cubicBezTo>
                    <a:pt x="1722536" y="5713184"/>
                    <a:pt x="1731511" y="5729896"/>
                    <a:pt x="1766018" y="5743889"/>
                  </a:cubicBezTo>
                  <a:cubicBezTo>
                    <a:pt x="1923074" y="5807543"/>
                    <a:pt x="2002483" y="5974562"/>
                    <a:pt x="1956111" y="6135056"/>
                  </a:cubicBezTo>
                  <a:cubicBezTo>
                    <a:pt x="1910232" y="6293864"/>
                    <a:pt x="1750780" y="6393242"/>
                    <a:pt x="1585534" y="6366009"/>
                  </a:cubicBezTo>
                  <a:cubicBezTo>
                    <a:pt x="1425943" y="6339710"/>
                    <a:pt x="1306544" y="6193433"/>
                    <a:pt x="1316196" y="6028532"/>
                  </a:cubicBezTo>
                  <a:cubicBezTo>
                    <a:pt x="1324116" y="5893390"/>
                    <a:pt x="1393626" y="5796677"/>
                    <a:pt x="1518453" y="5743362"/>
                  </a:cubicBezTo>
                  <a:cubicBezTo>
                    <a:pt x="1548416" y="5730562"/>
                    <a:pt x="1561913" y="5717945"/>
                    <a:pt x="1561806" y="5682631"/>
                  </a:cubicBezTo>
                  <a:cubicBezTo>
                    <a:pt x="1560322" y="5194150"/>
                    <a:pt x="1560655" y="4705668"/>
                    <a:pt x="1559581" y="4212220"/>
                  </a:cubicBezTo>
                  <a:cubicBezTo>
                    <a:pt x="1558624" y="4114950"/>
                    <a:pt x="1558624" y="4022645"/>
                    <a:pt x="1558624" y="3928114"/>
                  </a:cubicBezTo>
                  <a:close/>
                  <a:moveTo>
                    <a:pt x="1229762" y="3927625"/>
                  </a:moveTo>
                  <a:cubicBezTo>
                    <a:pt x="1289773" y="3927625"/>
                    <a:pt x="1342401" y="3927625"/>
                    <a:pt x="1399284" y="3927625"/>
                  </a:cubicBezTo>
                  <a:cubicBezTo>
                    <a:pt x="1399284" y="4019491"/>
                    <a:pt x="1399284" y="4108454"/>
                    <a:pt x="1400230" y="4202360"/>
                  </a:cubicBezTo>
                  <a:cubicBezTo>
                    <a:pt x="1400359" y="4432721"/>
                    <a:pt x="1398715" y="4658118"/>
                    <a:pt x="1399531" y="4883504"/>
                  </a:cubicBezTo>
                  <a:cubicBezTo>
                    <a:pt x="1399660" y="4920387"/>
                    <a:pt x="1389612" y="4946674"/>
                    <a:pt x="1363154" y="4972607"/>
                  </a:cubicBezTo>
                  <a:cubicBezTo>
                    <a:pt x="1232802" y="5100356"/>
                    <a:pt x="1104613" y="5230309"/>
                    <a:pt x="974809" y="5358616"/>
                  </a:cubicBezTo>
                  <a:cubicBezTo>
                    <a:pt x="955089" y="5378112"/>
                    <a:pt x="947232" y="5392685"/>
                    <a:pt x="959818" y="5422411"/>
                  </a:cubicBezTo>
                  <a:cubicBezTo>
                    <a:pt x="1024912" y="5576157"/>
                    <a:pt x="975337" y="5740919"/>
                    <a:pt x="841203" y="5828400"/>
                  </a:cubicBezTo>
                  <a:cubicBezTo>
                    <a:pt x="710551" y="5913612"/>
                    <a:pt x="535945" y="5894300"/>
                    <a:pt x="428001" y="5782704"/>
                  </a:cubicBezTo>
                  <a:cubicBezTo>
                    <a:pt x="319145" y="5670150"/>
                    <a:pt x="305013" y="5496963"/>
                    <a:pt x="394223" y="5368570"/>
                  </a:cubicBezTo>
                  <a:cubicBezTo>
                    <a:pt x="485220" y="5237595"/>
                    <a:pt x="651872" y="5193898"/>
                    <a:pt x="804191" y="5261088"/>
                  </a:cubicBezTo>
                  <a:cubicBezTo>
                    <a:pt x="810703" y="5263969"/>
                    <a:pt x="817152" y="5267022"/>
                    <a:pt x="830779" y="5273265"/>
                  </a:cubicBezTo>
                  <a:cubicBezTo>
                    <a:pt x="916862" y="5186430"/>
                    <a:pt x="998571" y="5090330"/>
                    <a:pt x="1094252" y="5011103"/>
                  </a:cubicBezTo>
                  <a:cubicBezTo>
                    <a:pt x="1204163" y="4920075"/>
                    <a:pt x="1248418" y="4816949"/>
                    <a:pt x="1235576" y="4673250"/>
                  </a:cubicBezTo>
                  <a:cubicBezTo>
                    <a:pt x="1222077" y="4522341"/>
                    <a:pt x="1232265" y="4369316"/>
                    <a:pt x="1230932" y="4212302"/>
                  </a:cubicBezTo>
                  <a:cubicBezTo>
                    <a:pt x="1229762" y="4115085"/>
                    <a:pt x="1229762" y="4022789"/>
                    <a:pt x="1229762" y="3927625"/>
                  </a:cubicBezTo>
                  <a:close/>
                  <a:moveTo>
                    <a:pt x="1883464" y="3927507"/>
                  </a:moveTo>
                  <a:cubicBezTo>
                    <a:pt x="1940294" y="3927507"/>
                    <a:pt x="1991418" y="3927507"/>
                    <a:pt x="2051332" y="3927507"/>
                  </a:cubicBezTo>
                  <a:cubicBezTo>
                    <a:pt x="2051332" y="4017685"/>
                    <a:pt x="2051332" y="4107659"/>
                    <a:pt x="2052547" y="4202556"/>
                  </a:cubicBezTo>
                  <a:cubicBezTo>
                    <a:pt x="2052730" y="4420322"/>
                    <a:pt x="2051332" y="4633154"/>
                    <a:pt x="2051504" y="4845988"/>
                  </a:cubicBezTo>
                  <a:cubicBezTo>
                    <a:pt x="2051514" y="4860066"/>
                    <a:pt x="2060295" y="4877315"/>
                    <a:pt x="2070483" y="4887719"/>
                  </a:cubicBezTo>
                  <a:cubicBezTo>
                    <a:pt x="2196868" y="5016693"/>
                    <a:pt x="2324263" y="5144668"/>
                    <a:pt x="2452333" y="5273847"/>
                  </a:cubicBezTo>
                  <a:cubicBezTo>
                    <a:pt x="2559686" y="5218360"/>
                    <a:pt x="2664930" y="5211653"/>
                    <a:pt x="2769897" y="5264540"/>
                  </a:cubicBezTo>
                  <a:cubicBezTo>
                    <a:pt x="2928275" y="5344325"/>
                    <a:pt x="2992767" y="5535782"/>
                    <a:pt x="2916442" y="5695408"/>
                  </a:cubicBezTo>
                  <a:cubicBezTo>
                    <a:pt x="2840945" y="5853292"/>
                    <a:pt x="2655194" y="5923632"/>
                    <a:pt x="2494268" y="5855269"/>
                  </a:cubicBezTo>
                  <a:cubicBezTo>
                    <a:pt x="2330807" y="5785843"/>
                    <a:pt x="2250904" y="5600125"/>
                    <a:pt x="2318491" y="5436277"/>
                  </a:cubicBezTo>
                  <a:cubicBezTo>
                    <a:pt x="2334064" y="5398534"/>
                    <a:pt x="2330978" y="5378286"/>
                    <a:pt x="2301909" y="5350161"/>
                  </a:cubicBezTo>
                  <a:cubicBezTo>
                    <a:pt x="2182316" y="5234459"/>
                    <a:pt x="2067301" y="5113984"/>
                    <a:pt x="1946957" y="4999100"/>
                  </a:cubicBezTo>
                  <a:cubicBezTo>
                    <a:pt x="1902411" y="4956574"/>
                    <a:pt x="1882809" y="4913727"/>
                    <a:pt x="1884054" y="4850695"/>
                  </a:cubicBezTo>
                  <a:cubicBezTo>
                    <a:pt x="1888203" y="4639614"/>
                    <a:pt x="1885442" y="4428391"/>
                    <a:pt x="1884400" y="4212270"/>
                  </a:cubicBezTo>
                  <a:cubicBezTo>
                    <a:pt x="1883464" y="4114924"/>
                    <a:pt x="1883464" y="4022543"/>
                    <a:pt x="1883464" y="3927507"/>
                  </a:cubicBezTo>
                  <a:close/>
                  <a:moveTo>
                    <a:pt x="4913853" y="3757392"/>
                  </a:moveTo>
                  <a:lnTo>
                    <a:pt x="5884734" y="3757392"/>
                  </a:lnTo>
                  <a:lnTo>
                    <a:pt x="5884734" y="3914696"/>
                  </a:lnTo>
                  <a:lnTo>
                    <a:pt x="4913853" y="3914696"/>
                  </a:lnTo>
                  <a:close/>
                  <a:moveTo>
                    <a:pt x="4909235" y="3437093"/>
                  </a:moveTo>
                  <a:lnTo>
                    <a:pt x="5886245" y="3437093"/>
                  </a:lnTo>
                  <a:lnTo>
                    <a:pt x="5886245" y="3594596"/>
                  </a:lnTo>
                  <a:lnTo>
                    <a:pt x="4909235" y="3594596"/>
                  </a:lnTo>
                  <a:close/>
                  <a:moveTo>
                    <a:pt x="380702" y="3424756"/>
                  </a:moveTo>
                  <a:cubicBezTo>
                    <a:pt x="395382" y="3432827"/>
                    <a:pt x="409859" y="3445271"/>
                    <a:pt x="426173" y="3460865"/>
                  </a:cubicBezTo>
                  <a:cubicBezTo>
                    <a:pt x="401077" y="3467496"/>
                    <a:pt x="380401" y="3462456"/>
                    <a:pt x="380702" y="3424756"/>
                  </a:cubicBezTo>
                  <a:close/>
                  <a:moveTo>
                    <a:pt x="327451" y="3369000"/>
                  </a:moveTo>
                  <a:cubicBezTo>
                    <a:pt x="341464" y="3377899"/>
                    <a:pt x="355092" y="3391215"/>
                    <a:pt x="370160" y="3407807"/>
                  </a:cubicBezTo>
                  <a:cubicBezTo>
                    <a:pt x="343925" y="3413707"/>
                    <a:pt x="325398" y="3405507"/>
                    <a:pt x="327451" y="3369000"/>
                  </a:cubicBezTo>
                  <a:close/>
                  <a:moveTo>
                    <a:pt x="3178863" y="3344120"/>
                  </a:moveTo>
                  <a:lnTo>
                    <a:pt x="3670787" y="3344120"/>
                  </a:lnTo>
                  <a:lnTo>
                    <a:pt x="3670787" y="3836044"/>
                  </a:lnTo>
                  <a:lnTo>
                    <a:pt x="3178863" y="3836044"/>
                  </a:lnTo>
                  <a:close/>
                  <a:moveTo>
                    <a:pt x="4913580" y="3115047"/>
                  </a:moveTo>
                  <a:lnTo>
                    <a:pt x="5886460" y="3115047"/>
                  </a:lnTo>
                  <a:lnTo>
                    <a:pt x="5886460" y="3272351"/>
                  </a:lnTo>
                  <a:lnTo>
                    <a:pt x="4913580" y="3272351"/>
                  </a:lnTo>
                  <a:close/>
                  <a:moveTo>
                    <a:pt x="694225" y="2459997"/>
                  </a:moveTo>
                  <a:cubicBezTo>
                    <a:pt x="750702" y="2464876"/>
                    <a:pt x="802932" y="2469378"/>
                    <a:pt x="854656" y="2473839"/>
                  </a:cubicBezTo>
                  <a:cubicBezTo>
                    <a:pt x="852455" y="2604693"/>
                    <a:pt x="866467" y="2724564"/>
                    <a:pt x="955022" y="2821017"/>
                  </a:cubicBezTo>
                  <a:cubicBezTo>
                    <a:pt x="1043792" y="2917697"/>
                    <a:pt x="1160580" y="2948294"/>
                    <a:pt x="1289769" y="2952377"/>
                  </a:cubicBezTo>
                  <a:cubicBezTo>
                    <a:pt x="1289769" y="3007112"/>
                    <a:pt x="1289769" y="3059868"/>
                    <a:pt x="1289769" y="3112390"/>
                  </a:cubicBezTo>
                  <a:cubicBezTo>
                    <a:pt x="1086125" y="3154495"/>
                    <a:pt x="847714" y="3012873"/>
                    <a:pt x="731894" y="2779794"/>
                  </a:cubicBezTo>
                  <a:cubicBezTo>
                    <a:pt x="693269" y="2674214"/>
                    <a:pt x="679449" y="2569927"/>
                    <a:pt x="694225" y="2459997"/>
                  </a:cubicBezTo>
                  <a:close/>
                  <a:moveTo>
                    <a:pt x="2762691" y="675982"/>
                  </a:moveTo>
                  <a:cubicBezTo>
                    <a:pt x="2762691" y="728729"/>
                    <a:pt x="2762691" y="781656"/>
                    <a:pt x="2762691" y="832318"/>
                  </a:cubicBezTo>
                  <a:cubicBezTo>
                    <a:pt x="2683100" y="846709"/>
                    <a:pt x="2601475" y="854113"/>
                    <a:pt x="2524312" y="876758"/>
                  </a:cubicBezTo>
                  <a:cubicBezTo>
                    <a:pt x="2279528" y="948590"/>
                    <a:pt x="2152961" y="1145110"/>
                    <a:pt x="2120569" y="1380931"/>
                  </a:cubicBezTo>
                  <a:cubicBezTo>
                    <a:pt x="2118400" y="1396763"/>
                    <a:pt x="2114294" y="1412323"/>
                    <a:pt x="2111994" y="1428132"/>
                  </a:cubicBezTo>
                  <a:cubicBezTo>
                    <a:pt x="2107233" y="1460825"/>
                    <a:pt x="2113993" y="1511250"/>
                    <a:pt x="2096175" y="1522255"/>
                  </a:cubicBezTo>
                  <a:cubicBezTo>
                    <a:pt x="2068447" y="1539385"/>
                    <a:pt x="2024192" y="1529885"/>
                    <a:pt x="1986921" y="1531369"/>
                  </a:cubicBezTo>
                  <a:cubicBezTo>
                    <a:pt x="1974487" y="1531863"/>
                    <a:pt x="1962020" y="1531444"/>
                    <a:pt x="1943524" y="1531444"/>
                  </a:cubicBezTo>
                  <a:cubicBezTo>
                    <a:pt x="1935936" y="1428208"/>
                    <a:pt x="1952294" y="1330529"/>
                    <a:pt x="1981343" y="1229764"/>
                  </a:cubicBezTo>
                  <a:cubicBezTo>
                    <a:pt x="2084536" y="854113"/>
                    <a:pt x="2408504" y="665030"/>
                    <a:pt x="2762691" y="675982"/>
                  </a:cubicBezTo>
                  <a:close/>
                  <a:moveTo>
                    <a:pt x="2736565" y="761"/>
                  </a:moveTo>
                  <a:cubicBezTo>
                    <a:pt x="3007961" y="9450"/>
                    <a:pt x="3262091" y="92777"/>
                    <a:pt x="3494339" y="264348"/>
                  </a:cubicBezTo>
                  <a:cubicBezTo>
                    <a:pt x="3626065" y="361651"/>
                    <a:pt x="3737381" y="478912"/>
                    <a:pt x="3828194" y="615441"/>
                  </a:cubicBezTo>
                  <a:cubicBezTo>
                    <a:pt x="3836039" y="627081"/>
                    <a:pt x="3844206" y="638387"/>
                    <a:pt x="3854202" y="652625"/>
                  </a:cubicBezTo>
                  <a:cubicBezTo>
                    <a:pt x="3945443" y="537731"/>
                    <a:pt x="4057856" y="452356"/>
                    <a:pt x="4188325" y="397847"/>
                  </a:cubicBezTo>
                  <a:cubicBezTo>
                    <a:pt x="4284404" y="357686"/>
                    <a:pt x="4387467" y="323006"/>
                    <a:pt x="4490207" y="311926"/>
                  </a:cubicBezTo>
                  <a:cubicBezTo>
                    <a:pt x="4778979" y="280814"/>
                    <a:pt x="5059153" y="305488"/>
                    <a:pt x="5305581" y="485726"/>
                  </a:cubicBezTo>
                  <a:cubicBezTo>
                    <a:pt x="5526968" y="647597"/>
                    <a:pt x="5665819" y="859570"/>
                    <a:pt x="5710311" y="1131071"/>
                  </a:cubicBezTo>
                  <a:cubicBezTo>
                    <a:pt x="5718909" y="1183494"/>
                    <a:pt x="5724283" y="1236715"/>
                    <a:pt x="5726109" y="1289741"/>
                  </a:cubicBezTo>
                  <a:cubicBezTo>
                    <a:pt x="5726541" y="1301261"/>
                    <a:pt x="5705798" y="1323571"/>
                    <a:pt x="5694299" y="1323904"/>
                  </a:cubicBezTo>
                  <a:cubicBezTo>
                    <a:pt x="5598113" y="1326676"/>
                    <a:pt x="5501712" y="1325485"/>
                    <a:pt x="5404453" y="1325485"/>
                  </a:cubicBezTo>
                  <a:cubicBezTo>
                    <a:pt x="5397898" y="1268375"/>
                    <a:pt x="5395532" y="1214865"/>
                    <a:pt x="5385323" y="1162904"/>
                  </a:cubicBezTo>
                  <a:cubicBezTo>
                    <a:pt x="5326538" y="863278"/>
                    <a:pt x="5060658" y="636645"/>
                    <a:pt x="4754261" y="631197"/>
                  </a:cubicBezTo>
                  <a:cubicBezTo>
                    <a:pt x="4649479" y="629337"/>
                    <a:pt x="4540826" y="631304"/>
                    <a:pt x="4440341" y="656699"/>
                  </a:cubicBezTo>
                  <a:cubicBezTo>
                    <a:pt x="4232279" y="709273"/>
                    <a:pt x="4086658" y="844438"/>
                    <a:pt x="4000897" y="1042236"/>
                  </a:cubicBezTo>
                  <a:cubicBezTo>
                    <a:pt x="3995845" y="1053703"/>
                    <a:pt x="3991762" y="1065526"/>
                    <a:pt x="3986496" y="1076906"/>
                  </a:cubicBezTo>
                  <a:cubicBezTo>
                    <a:pt x="3956190" y="1143419"/>
                    <a:pt x="3900306" y="1178788"/>
                    <a:pt x="3829376" y="1176703"/>
                  </a:cubicBezTo>
                  <a:cubicBezTo>
                    <a:pt x="3759629" y="1174662"/>
                    <a:pt x="3700627" y="1135972"/>
                    <a:pt x="3680466" y="1065838"/>
                  </a:cubicBezTo>
                  <a:cubicBezTo>
                    <a:pt x="3622087" y="862547"/>
                    <a:pt x="3502947" y="700364"/>
                    <a:pt x="3343010" y="568284"/>
                  </a:cubicBezTo>
                  <a:cubicBezTo>
                    <a:pt x="3218807" y="465714"/>
                    <a:pt x="3081590" y="382597"/>
                    <a:pt x="2917377" y="359696"/>
                  </a:cubicBezTo>
                  <a:cubicBezTo>
                    <a:pt x="2822341" y="346445"/>
                    <a:pt x="2726219" y="325477"/>
                    <a:pt x="2631388" y="329045"/>
                  </a:cubicBezTo>
                  <a:cubicBezTo>
                    <a:pt x="2155404" y="346949"/>
                    <a:pt x="1766675" y="668876"/>
                    <a:pt x="1662021" y="1150179"/>
                  </a:cubicBezTo>
                  <a:cubicBezTo>
                    <a:pt x="1644030" y="1232878"/>
                    <a:pt x="1648309" y="1320176"/>
                    <a:pt x="1636712" y="1404583"/>
                  </a:cubicBezTo>
                  <a:cubicBezTo>
                    <a:pt x="1624708" y="1491965"/>
                    <a:pt x="1557024" y="1545195"/>
                    <a:pt x="1468941" y="1541606"/>
                  </a:cubicBezTo>
                  <a:cubicBezTo>
                    <a:pt x="1424985" y="1539812"/>
                    <a:pt x="1381290" y="1531439"/>
                    <a:pt x="1337334" y="1529838"/>
                  </a:cubicBezTo>
                  <a:cubicBezTo>
                    <a:pt x="1099213" y="1521166"/>
                    <a:pt x="887433" y="1594503"/>
                    <a:pt x="701263" y="1741188"/>
                  </a:cubicBezTo>
                  <a:cubicBezTo>
                    <a:pt x="518725" y="1885015"/>
                    <a:pt x="399090" y="2069767"/>
                    <a:pt x="354791" y="2299313"/>
                  </a:cubicBezTo>
                  <a:cubicBezTo>
                    <a:pt x="257586" y="2802967"/>
                    <a:pt x="541736" y="3361887"/>
                    <a:pt x="1141846" y="3431537"/>
                  </a:cubicBezTo>
                  <a:cubicBezTo>
                    <a:pt x="1168413" y="3434622"/>
                    <a:pt x="1195484" y="3434042"/>
                    <a:pt x="1222319" y="3434052"/>
                  </a:cubicBezTo>
                  <a:cubicBezTo>
                    <a:pt x="1775682" y="3434331"/>
                    <a:pt x="2329043" y="3434438"/>
                    <a:pt x="2882396" y="3434578"/>
                  </a:cubicBezTo>
                  <a:cubicBezTo>
                    <a:pt x="2903448" y="3434590"/>
                    <a:pt x="2924502" y="3434590"/>
                    <a:pt x="2948155" y="3434590"/>
                  </a:cubicBezTo>
                  <a:cubicBezTo>
                    <a:pt x="2948155" y="3545154"/>
                    <a:pt x="2948155" y="3650121"/>
                    <a:pt x="2948155" y="3763866"/>
                  </a:cubicBezTo>
                  <a:cubicBezTo>
                    <a:pt x="2927091" y="3763866"/>
                    <a:pt x="2906565" y="3763866"/>
                    <a:pt x="2886038" y="3763866"/>
                  </a:cubicBezTo>
                  <a:cubicBezTo>
                    <a:pt x="2341628" y="3763866"/>
                    <a:pt x="1797218" y="3763071"/>
                    <a:pt x="1252808" y="3764177"/>
                  </a:cubicBezTo>
                  <a:cubicBezTo>
                    <a:pt x="943189" y="3764802"/>
                    <a:pt x="670000" y="3668208"/>
                    <a:pt x="429365" y="3462219"/>
                  </a:cubicBezTo>
                  <a:cubicBezTo>
                    <a:pt x="409859" y="3445273"/>
                    <a:pt x="395382" y="3432827"/>
                    <a:pt x="380907" y="3420382"/>
                  </a:cubicBezTo>
                  <a:cubicBezTo>
                    <a:pt x="380746" y="3416889"/>
                    <a:pt x="379187" y="3414224"/>
                    <a:pt x="372470" y="3408452"/>
                  </a:cubicBezTo>
                  <a:cubicBezTo>
                    <a:pt x="355092" y="3391215"/>
                    <a:pt x="341464" y="3377899"/>
                    <a:pt x="327837" y="3364572"/>
                  </a:cubicBezTo>
                  <a:cubicBezTo>
                    <a:pt x="266623" y="3277104"/>
                    <a:pt x="195520" y="3194728"/>
                    <a:pt x="146976" y="3100713"/>
                  </a:cubicBezTo>
                  <a:cubicBezTo>
                    <a:pt x="98788" y="3007375"/>
                    <a:pt x="65225" y="2904323"/>
                    <a:pt x="39850" y="2801915"/>
                  </a:cubicBezTo>
                  <a:cubicBezTo>
                    <a:pt x="6320" y="2666632"/>
                    <a:pt x="-9037" y="2526321"/>
                    <a:pt x="5460" y="2387264"/>
                  </a:cubicBezTo>
                  <a:cubicBezTo>
                    <a:pt x="20174" y="2246179"/>
                    <a:pt x="49856" y="2107865"/>
                    <a:pt x="110039" y="1976095"/>
                  </a:cubicBezTo>
                  <a:cubicBezTo>
                    <a:pt x="181216" y="1820244"/>
                    <a:pt x="274006" y="1680639"/>
                    <a:pt x="397628" y="1563905"/>
                  </a:cubicBezTo>
                  <a:cubicBezTo>
                    <a:pt x="613471" y="1360110"/>
                    <a:pt x="868165" y="1235737"/>
                    <a:pt x="1166736" y="1208859"/>
                  </a:cubicBezTo>
                  <a:cubicBezTo>
                    <a:pt x="1207564" y="1205183"/>
                    <a:pt x="1248939" y="1204785"/>
                    <a:pt x="1289059" y="1197391"/>
                  </a:cubicBezTo>
                  <a:cubicBezTo>
                    <a:pt x="1303482" y="1194736"/>
                    <a:pt x="1324813" y="1177090"/>
                    <a:pt x="1326275" y="1164365"/>
                  </a:cubicBezTo>
                  <a:cubicBezTo>
                    <a:pt x="1354475" y="917851"/>
                    <a:pt x="1454530" y="700386"/>
                    <a:pt x="1605235" y="508326"/>
                  </a:cubicBezTo>
                  <a:cubicBezTo>
                    <a:pt x="1822657" y="231247"/>
                    <a:pt x="2109644" y="65464"/>
                    <a:pt x="2459587" y="16448"/>
                  </a:cubicBezTo>
                  <a:cubicBezTo>
                    <a:pt x="2553717" y="3261"/>
                    <a:pt x="2646101" y="-2135"/>
                    <a:pt x="2736565" y="761"/>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71" name="Group 70">
            <a:extLst>
              <a:ext uri="{FF2B5EF4-FFF2-40B4-BE49-F238E27FC236}">
                <a16:creationId xmlns:a16="http://schemas.microsoft.com/office/drawing/2014/main" id="{36E3E99F-B4C1-C66D-225A-4942F5A5D2F9}"/>
              </a:ext>
              <a:ext uri="{C183D7F6-B498-43B3-948B-1728B52AA6E4}">
                <adec:decorative xmlns:adec="http://schemas.microsoft.com/office/drawing/2017/decorative" val="1"/>
              </a:ext>
            </a:extLst>
          </p:cNvPr>
          <p:cNvGrpSpPr>
            <a:grpSpLocks noChangeAspect="1"/>
          </p:cNvGrpSpPr>
          <p:nvPr/>
        </p:nvGrpSpPr>
        <p:grpSpPr>
          <a:xfrm>
            <a:off x="5668956" y="810791"/>
            <a:ext cx="396357" cy="457200"/>
            <a:chOff x="5668956" y="810791"/>
            <a:chExt cx="396357" cy="457200"/>
          </a:xfrm>
          <a:solidFill>
            <a:srgbClr val="FF0000"/>
          </a:solidFill>
        </p:grpSpPr>
        <p:sp>
          <p:nvSpPr>
            <p:cNvPr id="3047" name="Freeform: Shape 3046">
              <a:extLst>
                <a:ext uri="{FF2B5EF4-FFF2-40B4-BE49-F238E27FC236}">
                  <a16:creationId xmlns:a16="http://schemas.microsoft.com/office/drawing/2014/main" id="{F1B5E820-7657-2A28-8070-7D1807EDBEC9}"/>
                </a:ext>
                <a:ext uri="{C183D7F6-B498-43B3-948B-1728B52AA6E4}">
                  <adec:decorative xmlns:adec="http://schemas.microsoft.com/office/drawing/2017/decorative" val="1"/>
                </a:ext>
              </a:extLst>
            </p:cNvPr>
            <p:cNvSpPr/>
            <p:nvPr/>
          </p:nvSpPr>
          <p:spPr>
            <a:xfrm>
              <a:off x="5668956" y="810791"/>
              <a:ext cx="336084" cy="325640"/>
            </a:xfrm>
            <a:custGeom>
              <a:avLst/>
              <a:gdLst>
                <a:gd name="connsiteX0" fmla="*/ 3222263 w 5041267"/>
                <a:gd name="connsiteY0" fmla="*/ 4485873 h 4884602"/>
                <a:gd name="connsiteX1" fmla="*/ 3629748 w 5041267"/>
                <a:gd name="connsiteY1" fmla="*/ 4485873 h 4884602"/>
                <a:gd name="connsiteX2" fmla="*/ 3629748 w 5041267"/>
                <a:gd name="connsiteY2" fmla="*/ 4884602 h 4884602"/>
                <a:gd name="connsiteX3" fmla="*/ 3222263 w 5041267"/>
                <a:gd name="connsiteY3" fmla="*/ 4884602 h 4884602"/>
                <a:gd name="connsiteX4" fmla="*/ 1002241 w 5041267"/>
                <a:gd name="connsiteY4" fmla="*/ 3671887 h 4884602"/>
                <a:gd name="connsiteX5" fmla="*/ 1411547 w 5041267"/>
                <a:gd name="connsiteY5" fmla="*/ 3671887 h 4884602"/>
                <a:gd name="connsiteX6" fmla="*/ 1411547 w 5041267"/>
                <a:gd name="connsiteY6" fmla="*/ 4075547 h 4884602"/>
                <a:gd name="connsiteX7" fmla="*/ 1002241 w 5041267"/>
                <a:gd name="connsiteY7" fmla="*/ 4075547 h 4884602"/>
                <a:gd name="connsiteX8" fmla="*/ 3225430 w 5041267"/>
                <a:gd name="connsiteY8" fmla="*/ 2869260 h 4884602"/>
                <a:gd name="connsiteX9" fmla="*/ 3634450 w 5041267"/>
                <a:gd name="connsiteY9" fmla="*/ 2869260 h 4884602"/>
                <a:gd name="connsiteX10" fmla="*/ 3634450 w 5041267"/>
                <a:gd name="connsiteY10" fmla="*/ 3267855 h 4884602"/>
                <a:gd name="connsiteX11" fmla="*/ 3225430 w 5041267"/>
                <a:gd name="connsiteY11" fmla="*/ 3267855 h 4884602"/>
                <a:gd name="connsiteX12" fmla="*/ 4641278 w 5041267"/>
                <a:gd name="connsiteY12" fmla="*/ 2863767 h 4884602"/>
                <a:gd name="connsiteX13" fmla="*/ 5041267 w 5041267"/>
                <a:gd name="connsiteY13" fmla="*/ 2863767 h 4884602"/>
                <a:gd name="connsiteX14" fmla="*/ 5041267 w 5041267"/>
                <a:gd name="connsiteY14" fmla="*/ 3268619 h 4884602"/>
                <a:gd name="connsiteX15" fmla="*/ 4641278 w 5041267"/>
                <a:gd name="connsiteY15" fmla="*/ 3268619 h 4884602"/>
                <a:gd name="connsiteX16" fmla="*/ 1005121 w 5041267"/>
                <a:gd name="connsiteY16" fmla="*/ 2062141 h 4884602"/>
                <a:gd name="connsiteX17" fmla="*/ 1406798 w 5041267"/>
                <a:gd name="connsiteY17" fmla="*/ 2062141 h 4884602"/>
                <a:gd name="connsiteX18" fmla="*/ 1406798 w 5041267"/>
                <a:gd name="connsiteY18" fmla="*/ 2465314 h 4884602"/>
                <a:gd name="connsiteX19" fmla="*/ 1005121 w 5041267"/>
                <a:gd name="connsiteY19" fmla="*/ 2465314 h 4884602"/>
                <a:gd name="connsiteX20" fmla="*/ 3222006 w 5041267"/>
                <a:gd name="connsiteY20" fmla="*/ 1251731 h 4884602"/>
                <a:gd name="connsiteX21" fmla="*/ 3629805 w 5041267"/>
                <a:gd name="connsiteY21" fmla="*/ 1251731 h 4884602"/>
                <a:gd name="connsiteX22" fmla="*/ 3629805 w 5041267"/>
                <a:gd name="connsiteY22" fmla="*/ 1652110 h 4884602"/>
                <a:gd name="connsiteX23" fmla="*/ 3222006 w 5041267"/>
                <a:gd name="connsiteY23" fmla="*/ 1652110 h 4884602"/>
                <a:gd name="connsiteX24" fmla="*/ 0 w 5041267"/>
                <a:gd name="connsiteY24" fmla="*/ 0 h 4884602"/>
                <a:gd name="connsiteX25" fmla="*/ 633897 w 5041267"/>
                <a:gd name="connsiteY25" fmla="*/ 0 h 4884602"/>
                <a:gd name="connsiteX26" fmla="*/ 633897 w 5041267"/>
                <a:gd name="connsiteY26" fmla="*/ 633896 h 4884602"/>
                <a:gd name="connsiteX27" fmla="*/ 0 w 5041267"/>
                <a:gd name="connsiteY27" fmla="*/ 633896 h 488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1267" h="4884602">
                  <a:moveTo>
                    <a:pt x="3222263" y="4485873"/>
                  </a:moveTo>
                  <a:lnTo>
                    <a:pt x="3629748" y="4485873"/>
                  </a:lnTo>
                  <a:lnTo>
                    <a:pt x="3629748" y="4884602"/>
                  </a:lnTo>
                  <a:lnTo>
                    <a:pt x="3222263" y="4884602"/>
                  </a:lnTo>
                  <a:close/>
                  <a:moveTo>
                    <a:pt x="1002241" y="3671887"/>
                  </a:moveTo>
                  <a:lnTo>
                    <a:pt x="1411547" y="3671887"/>
                  </a:lnTo>
                  <a:lnTo>
                    <a:pt x="1411547" y="4075547"/>
                  </a:lnTo>
                  <a:lnTo>
                    <a:pt x="1002241" y="4075547"/>
                  </a:lnTo>
                  <a:close/>
                  <a:moveTo>
                    <a:pt x="3225430" y="2869260"/>
                  </a:moveTo>
                  <a:lnTo>
                    <a:pt x="3634450" y="2869260"/>
                  </a:lnTo>
                  <a:lnTo>
                    <a:pt x="3634450" y="3267855"/>
                  </a:lnTo>
                  <a:lnTo>
                    <a:pt x="3225430" y="3267855"/>
                  </a:lnTo>
                  <a:close/>
                  <a:moveTo>
                    <a:pt x="4641278" y="2863767"/>
                  </a:moveTo>
                  <a:lnTo>
                    <a:pt x="5041267" y="2863767"/>
                  </a:lnTo>
                  <a:lnTo>
                    <a:pt x="5041267" y="3268619"/>
                  </a:lnTo>
                  <a:lnTo>
                    <a:pt x="4641278" y="3268619"/>
                  </a:lnTo>
                  <a:close/>
                  <a:moveTo>
                    <a:pt x="1005121" y="2062141"/>
                  </a:moveTo>
                  <a:lnTo>
                    <a:pt x="1406798" y="2062141"/>
                  </a:lnTo>
                  <a:lnTo>
                    <a:pt x="1406798" y="2465314"/>
                  </a:lnTo>
                  <a:lnTo>
                    <a:pt x="1005121" y="2465314"/>
                  </a:lnTo>
                  <a:close/>
                  <a:moveTo>
                    <a:pt x="3222006" y="1251731"/>
                  </a:moveTo>
                  <a:lnTo>
                    <a:pt x="3629805" y="1251731"/>
                  </a:lnTo>
                  <a:lnTo>
                    <a:pt x="3629805" y="1652110"/>
                  </a:lnTo>
                  <a:lnTo>
                    <a:pt x="3222006" y="1652110"/>
                  </a:lnTo>
                  <a:close/>
                  <a:moveTo>
                    <a:pt x="0" y="0"/>
                  </a:moveTo>
                  <a:lnTo>
                    <a:pt x="633897" y="0"/>
                  </a:lnTo>
                  <a:lnTo>
                    <a:pt x="633897" y="633896"/>
                  </a:lnTo>
                  <a:lnTo>
                    <a:pt x="0" y="633896"/>
                  </a:lnTo>
                  <a:close/>
                </a:path>
              </a:pathLst>
            </a:custGeom>
            <a:solidFill>
              <a:schemeClr val="bg1"/>
            </a:solidFill>
            <a:ln w="6350" cap="flat">
              <a:noFill/>
              <a:prstDash val="solid"/>
              <a:miter/>
            </a:ln>
          </p:spPr>
          <p:txBody>
            <a:bodyPr wrap="square" rtlCol="0" anchor="ctr">
              <a:noAutofit/>
            </a:bodyPr>
            <a:lstStyle/>
            <a:p>
              <a:endParaRPr lang="en-US" dirty="0"/>
            </a:p>
          </p:txBody>
        </p:sp>
        <p:sp>
          <p:nvSpPr>
            <p:cNvPr id="3048" name="Freeform: Shape 3047">
              <a:extLst>
                <a:ext uri="{FF2B5EF4-FFF2-40B4-BE49-F238E27FC236}">
                  <a16:creationId xmlns:a16="http://schemas.microsoft.com/office/drawing/2014/main" id="{CCAC3AD7-C386-CD2B-DE51-AAA3703D67F5}"/>
                </a:ext>
                <a:ext uri="{C183D7F6-B498-43B3-948B-1728B52AA6E4}">
                  <adec:decorative xmlns:adec="http://schemas.microsoft.com/office/drawing/2017/decorative" val="1"/>
                </a:ext>
              </a:extLst>
            </p:cNvPr>
            <p:cNvSpPr/>
            <p:nvPr/>
          </p:nvSpPr>
          <p:spPr>
            <a:xfrm>
              <a:off x="5676245" y="818289"/>
              <a:ext cx="389068" cy="449702"/>
            </a:xfrm>
            <a:custGeom>
              <a:avLst/>
              <a:gdLst>
                <a:gd name="connsiteX0" fmla="*/ 2233629 w 5836021"/>
                <a:gd name="connsiteY0" fmla="*/ 3467787 h 6745527"/>
                <a:gd name="connsiteX1" fmla="*/ 1821989 w 5836021"/>
                <a:gd name="connsiteY1" fmla="*/ 3743129 h 6745527"/>
                <a:gd name="connsiteX2" fmla="*/ 2545989 w 5836021"/>
                <a:gd name="connsiteY2" fmla="*/ 4044181 h 6745527"/>
                <a:gd name="connsiteX3" fmla="*/ 2556789 w 5836021"/>
                <a:gd name="connsiteY3" fmla="*/ 4031753 h 6745527"/>
                <a:gd name="connsiteX4" fmla="*/ 2273462 w 5836021"/>
                <a:gd name="connsiteY4" fmla="*/ 3533573 h 6745527"/>
                <a:gd name="connsiteX5" fmla="*/ 2233629 w 5836021"/>
                <a:gd name="connsiteY5" fmla="*/ 3467787 h 6745527"/>
                <a:gd name="connsiteX6" fmla="*/ 4418937 w 5836021"/>
                <a:gd name="connsiteY6" fmla="*/ 3356601 h 6745527"/>
                <a:gd name="connsiteX7" fmla="*/ 4448463 w 5836021"/>
                <a:gd name="connsiteY7" fmla="*/ 3357554 h 6745527"/>
                <a:gd name="connsiteX8" fmla="*/ 4487248 w 5836021"/>
                <a:gd name="connsiteY8" fmla="*/ 3374907 h 6745527"/>
                <a:gd name="connsiteX9" fmla="*/ 4502078 w 5836021"/>
                <a:gd name="connsiteY9" fmla="*/ 3537719 h 6745527"/>
                <a:gd name="connsiteX10" fmla="*/ 4333275 w 5836021"/>
                <a:gd name="connsiteY10" fmla="*/ 3764821 h 6745527"/>
                <a:gd name="connsiteX11" fmla="*/ 3927292 w 5836021"/>
                <a:gd name="connsiteY11" fmla="*/ 4305770 h 6745527"/>
                <a:gd name="connsiteX12" fmla="*/ 3763583 w 5836021"/>
                <a:gd name="connsiteY12" fmla="*/ 4354574 h 6745527"/>
                <a:gd name="connsiteX13" fmla="*/ 3759919 w 5836021"/>
                <a:gd name="connsiteY13" fmla="*/ 4178865 h 6745527"/>
                <a:gd name="connsiteX14" fmla="*/ 4284399 w 5836021"/>
                <a:gd name="connsiteY14" fmla="*/ 3479039 h 6745527"/>
                <a:gd name="connsiteX15" fmla="*/ 4333255 w 5836021"/>
                <a:gd name="connsiteY15" fmla="*/ 3414609 h 6745527"/>
                <a:gd name="connsiteX16" fmla="*/ 4418937 w 5836021"/>
                <a:gd name="connsiteY16" fmla="*/ 3356601 h 6745527"/>
                <a:gd name="connsiteX17" fmla="*/ 2057481 w 5836021"/>
                <a:gd name="connsiteY17" fmla="*/ 3182342 h 6745527"/>
                <a:gd name="connsiteX18" fmla="*/ 1925202 w 5836021"/>
                <a:gd name="connsiteY18" fmla="*/ 3407972 h 6745527"/>
                <a:gd name="connsiteX19" fmla="*/ 1936832 w 5836021"/>
                <a:gd name="connsiteY19" fmla="*/ 3415626 h 6745527"/>
                <a:gd name="connsiteX20" fmla="*/ 2129712 w 5836021"/>
                <a:gd name="connsiteY20" fmla="*/ 3284302 h 6745527"/>
                <a:gd name="connsiteX21" fmla="*/ 2074623 w 5836021"/>
                <a:gd name="connsiteY21" fmla="*/ 3185525 h 6745527"/>
                <a:gd name="connsiteX22" fmla="*/ 2057481 w 5836021"/>
                <a:gd name="connsiteY22" fmla="*/ 3182342 h 6745527"/>
                <a:gd name="connsiteX23" fmla="*/ 4024209 w 5836021"/>
                <a:gd name="connsiteY23" fmla="*/ 2849657 h 6745527"/>
                <a:gd name="connsiteX24" fmla="*/ 4210965 w 5836021"/>
                <a:gd name="connsiteY24" fmla="*/ 2851466 h 6745527"/>
                <a:gd name="connsiteX25" fmla="*/ 4332998 w 5836021"/>
                <a:gd name="connsiteY25" fmla="*/ 2955155 h 6745527"/>
                <a:gd name="connsiteX26" fmla="*/ 4212657 w 5836021"/>
                <a:gd name="connsiteY26" fmla="*/ 3059086 h 6745527"/>
                <a:gd name="connsiteX27" fmla="*/ 3846213 w 5836021"/>
                <a:gd name="connsiteY27" fmla="*/ 3059130 h 6745527"/>
                <a:gd name="connsiteX28" fmla="*/ 3727620 w 5836021"/>
                <a:gd name="connsiteY28" fmla="*/ 2916135 h 6745527"/>
                <a:gd name="connsiteX29" fmla="*/ 3837763 w 5836021"/>
                <a:gd name="connsiteY29" fmla="*/ 2853990 h 6745527"/>
                <a:gd name="connsiteX30" fmla="*/ 4024209 w 5836021"/>
                <a:gd name="connsiteY30" fmla="*/ 2849657 h 6745527"/>
                <a:gd name="connsiteX31" fmla="*/ 2305620 w 5836021"/>
                <a:gd name="connsiteY31" fmla="*/ 2743645 h 6745527"/>
                <a:gd name="connsiteX32" fmla="*/ 2197116 w 5836021"/>
                <a:gd name="connsiteY32" fmla="*/ 2934605 h 6745527"/>
                <a:gd name="connsiteX33" fmla="*/ 2194275 w 5836021"/>
                <a:gd name="connsiteY33" fmla="*/ 2972703 h 6745527"/>
                <a:gd name="connsiteX34" fmla="*/ 2305578 w 5836021"/>
                <a:gd name="connsiteY34" fmla="*/ 3168003 h 6745527"/>
                <a:gd name="connsiteX35" fmla="*/ 2597928 w 5836021"/>
                <a:gd name="connsiteY35" fmla="*/ 2972867 h 6745527"/>
                <a:gd name="connsiteX36" fmla="*/ 2585214 w 5836021"/>
                <a:gd name="connsiteY36" fmla="*/ 2929899 h 6745527"/>
                <a:gd name="connsiteX37" fmla="*/ 2305620 w 5836021"/>
                <a:gd name="connsiteY37" fmla="*/ 2743645 h 6745527"/>
                <a:gd name="connsiteX38" fmla="*/ 1928993 w 5836021"/>
                <a:gd name="connsiteY38" fmla="*/ 2513861 h 6745527"/>
                <a:gd name="connsiteX39" fmla="*/ 2064503 w 5836021"/>
                <a:gd name="connsiteY39" fmla="*/ 2744622 h 6745527"/>
                <a:gd name="connsiteX40" fmla="*/ 2132265 w 5836021"/>
                <a:gd name="connsiteY40" fmla="*/ 2621610 h 6745527"/>
                <a:gd name="connsiteX41" fmla="*/ 1928993 w 5836021"/>
                <a:gd name="connsiteY41" fmla="*/ 2513861 h 6745527"/>
                <a:gd name="connsiteX42" fmla="*/ 2556309 w 5836021"/>
                <a:gd name="connsiteY42" fmla="*/ 1870166 h 6745527"/>
                <a:gd name="connsiteX43" fmla="*/ 2556302 w 5836021"/>
                <a:gd name="connsiteY43" fmla="*/ 1870167 h 6745527"/>
                <a:gd name="connsiteX44" fmla="*/ 2553704 w 5836021"/>
                <a:gd name="connsiteY44" fmla="*/ 1882137 h 6745527"/>
                <a:gd name="connsiteX45" fmla="*/ 2543504 w 5836021"/>
                <a:gd name="connsiteY45" fmla="*/ 1876276 h 6745527"/>
                <a:gd name="connsiteX46" fmla="*/ 2556301 w 5836021"/>
                <a:gd name="connsiteY46" fmla="*/ 1870168 h 6745527"/>
                <a:gd name="connsiteX47" fmla="*/ 2547555 w 5836021"/>
                <a:gd name="connsiteY47" fmla="*/ 1872089 h 6745527"/>
                <a:gd name="connsiteX48" fmla="*/ 2531226 w 5836021"/>
                <a:gd name="connsiteY48" fmla="*/ 1875354 h 6745527"/>
                <a:gd name="connsiteX49" fmla="*/ 1821782 w 5836021"/>
                <a:gd name="connsiteY49" fmla="*/ 2169210 h 6745527"/>
                <a:gd name="connsiteX50" fmla="*/ 2236853 w 5836021"/>
                <a:gd name="connsiteY50" fmla="*/ 2445693 h 6745527"/>
                <a:gd name="connsiteX51" fmla="*/ 2556865 w 5836021"/>
                <a:gd name="connsiteY51" fmla="*/ 1880307 h 6745527"/>
                <a:gd name="connsiteX52" fmla="*/ 2556309 w 5836021"/>
                <a:gd name="connsiteY52" fmla="*/ 1870166 h 6745527"/>
                <a:gd name="connsiteX53" fmla="*/ 3812570 w 5836021"/>
                <a:gd name="connsiteY53" fmla="*/ 1539818 h 6745527"/>
                <a:gd name="connsiteX54" fmla="*/ 3852857 w 5836021"/>
                <a:gd name="connsiteY54" fmla="*/ 1543104 h 6745527"/>
                <a:gd name="connsiteX55" fmla="*/ 3923520 w 5836021"/>
                <a:gd name="connsiteY55" fmla="*/ 1603235 h 6745527"/>
                <a:gd name="connsiteX56" fmla="*/ 4495839 w 5836021"/>
                <a:gd name="connsiteY56" fmla="*/ 2365234 h 6745527"/>
                <a:gd name="connsiteX57" fmla="*/ 4491333 w 5836021"/>
                <a:gd name="connsiteY57" fmla="*/ 2534846 h 6745527"/>
                <a:gd name="connsiteX58" fmla="*/ 4327953 w 5836021"/>
                <a:gd name="connsiteY58" fmla="*/ 2490224 h 6745527"/>
                <a:gd name="connsiteX59" fmla="*/ 3753728 w 5836021"/>
                <a:gd name="connsiteY59" fmla="*/ 1721092 h 6745527"/>
                <a:gd name="connsiteX60" fmla="*/ 3734910 w 5836021"/>
                <a:gd name="connsiteY60" fmla="*/ 1595374 h 6745527"/>
                <a:gd name="connsiteX61" fmla="*/ 3812570 w 5836021"/>
                <a:gd name="connsiteY61" fmla="*/ 1539818 h 6745527"/>
                <a:gd name="connsiteX62" fmla="*/ 2823711 w 5836021"/>
                <a:gd name="connsiteY62" fmla="*/ 1538238 h 6745527"/>
                <a:gd name="connsiteX63" fmla="*/ 2893593 w 5836021"/>
                <a:gd name="connsiteY63" fmla="*/ 1574269 h 6745527"/>
                <a:gd name="connsiteX64" fmla="*/ 2888616 w 5836021"/>
                <a:gd name="connsiteY64" fmla="*/ 1726660 h 6745527"/>
                <a:gd name="connsiteX65" fmla="*/ 2410121 w 5836021"/>
                <a:gd name="connsiteY65" fmla="*/ 2559947 h 6745527"/>
                <a:gd name="connsiteX66" fmla="*/ 2634208 w 5836021"/>
                <a:gd name="connsiteY66" fmla="*/ 2710984 h 6745527"/>
                <a:gd name="connsiteX67" fmla="*/ 2853446 w 5836021"/>
                <a:gd name="connsiteY67" fmla="*/ 2855864 h 6745527"/>
                <a:gd name="connsiteX68" fmla="*/ 2851791 w 5836021"/>
                <a:gd name="connsiteY68" fmla="*/ 3057331 h 6745527"/>
                <a:gd name="connsiteX69" fmla="*/ 2410187 w 5836021"/>
                <a:gd name="connsiteY69" fmla="*/ 3350818 h 6745527"/>
                <a:gd name="connsiteX70" fmla="*/ 2675103 w 5836021"/>
                <a:gd name="connsiteY70" fmla="*/ 3815756 h 6745527"/>
                <a:gd name="connsiteX71" fmla="*/ 2894687 w 5836021"/>
                <a:gd name="connsiteY71" fmla="*/ 4199788 h 6745527"/>
                <a:gd name="connsiteX72" fmla="*/ 2916440 w 5836021"/>
                <a:gd name="connsiteY72" fmla="*/ 4296012 h 6745527"/>
                <a:gd name="connsiteX73" fmla="*/ 2749880 w 5836021"/>
                <a:gd name="connsiteY73" fmla="*/ 4357878 h 6745527"/>
                <a:gd name="connsiteX74" fmla="*/ 1575586 w 5836021"/>
                <a:gd name="connsiteY74" fmla="*/ 3869892 h 6745527"/>
                <a:gd name="connsiteX75" fmla="*/ 1519350 w 5836021"/>
                <a:gd name="connsiteY75" fmla="*/ 3691938 h 6745527"/>
                <a:gd name="connsiteX76" fmla="*/ 1921036 w 5836021"/>
                <a:gd name="connsiteY76" fmla="*/ 2990159 h 6745527"/>
                <a:gd name="connsiteX77" fmla="*/ 1921751 w 5836021"/>
                <a:gd name="connsiteY77" fmla="*/ 2922990 h 6745527"/>
                <a:gd name="connsiteX78" fmla="*/ 1526967 w 5836021"/>
                <a:gd name="connsiteY78" fmla="*/ 2233106 h 6745527"/>
                <a:gd name="connsiteX79" fmla="*/ 1594606 w 5836021"/>
                <a:gd name="connsiteY79" fmla="*/ 2036154 h 6745527"/>
                <a:gd name="connsiteX80" fmla="*/ 2743065 w 5836021"/>
                <a:gd name="connsiteY80" fmla="*/ 1557487 h 6745527"/>
                <a:gd name="connsiteX81" fmla="*/ 2823711 w 5836021"/>
                <a:gd name="connsiteY81" fmla="*/ 1538238 h 6745527"/>
                <a:gd name="connsiteX82" fmla="*/ 5745129 w 5836021"/>
                <a:gd name="connsiteY82" fmla="*/ 0 h 6745527"/>
                <a:gd name="connsiteX83" fmla="*/ 5823686 w 5836021"/>
                <a:gd name="connsiteY83" fmla="*/ 0 h 6745527"/>
                <a:gd name="connsiteX84" fmla="*/ 5829104 w 5836021"/>
                <a:gd name="connsiteY84" fmla="*/ 44471 h 6745527"/>
                <a:gd name="connsiteX85" fmla="*/ 5823076 w 5836021"/>
                <a:gd name="connsiteY85" fmla="*/ 3580005 h 6745527"/>
                <a:gd name="connsiteX86" fmla="*/ 4621938 w 5836021"/>
                <a:gd name="connsiteY86" fmla="*/ 5689317 h 6745527"/>
                <a:gd name="connsiteX87" fmla="*/ 3013772 w 5836021"/>
                <a:gd name="connsiteY87" fmla="*/ 6704289 h 6745527"/>
                <a:gd name="connsiteX88" fmla="*/ 2950435 w 5836021"/>
                <a:gd name="connsiteY88" fmla="*/ 6745527 h 6745527"/>
                <a:gd name="connsiteX89" fmla="*/ 1243007 w 5836021"/>
                <a:gd name="connsiteY89" fmla="*/ 5695411 h 6745527"/>
                <a:gd name="connsiteX90" fmla="*/ 28812 w 5836021"/>
                <a:gd name="connsiteY90" fmla="*/ 3850584 h 6745527"/>
                <a:gd name="connsiteX91" fmla="*/ 0 w 5836021"/>
                <a:gd name="connsiteY91" fmla="*/ 3444502 h 6745527"/>
                <a:gd name="connsiteX92" fmla="*/ 7573 w 5836021"/>
                <a:gd name="connsiteY92" fmla="*/ 1397649 h 6745527"/>
                <a:gd name="connsiteX93" fmla="*/ 3424 w 5836021"/>
                <a:gd name="connsiteY93" fmla="*/ 1397649 h 6745527"/>
                <a:gd name="connsiteX94" fmla="*/ 3424 w 5836021"/>
                <a:gd name="connsiteY94" fmla="*/ 1148425 h 6745527"/>
                <a:gd name="connsiteX95" fmla="*/ 1841 w 5836021"/>
                <a:gd name="connsiteY95" fmla="*/ 1148425 h 6745527"/>
                <a:gd name="connsiteX96" fmla="*/ 1841 w 5836021"/>
                <a:gd name="connsiteY96" fmla="*/ 1037736 h 6745527"/>
                <a:gd name="connsiteX97" fmla="*/ 1240 w 5836021"/>
                <a:gd name="connsiteY97" fmla="*/ 1037736 h 6745527"/>
                <a:gd name="connsiteX98" fmla="*/ 1240 w 5836021"/>
                <a:gd name="connsiteY98" fmla="*/ 912981 h 6745527"/>
                <a:gd name="connsiteX99" fmla="*/ 582 w 5836021"/>
                <a:gd name="connsiteY99" fmla="*/ 912981 h 6745527"/>
                <a:gd name="connsiteX100" fmla="*/ 582 w 5836021"/>
                <a:gd name="connsiteY100" fmla="*/ 831667 h 6745527"/>
                <a:gd name="connsiteX101" fmla="*/ 427732 w 5836021"/>
                <a:gd name="connsiteY101" fmla="*/ 831667 h 6745527"/>
                <a:gd name="connsiteX102" fmla="*/ 427732 w 5836021"/>
                <a:gd name="connsiteY102" fmla="*/ 912981 h 6745527"/>
                <a:gd name="connsiteX103" fmla="*/ 426321 w 5836021"/>
                <a:gd name="connsiteY103" fmla="*/ 912981 h 6745527"/>
                <a:gd name="connsiteX104" fmla="*/ 426321 w 5836021"/>
                <a:gd name="connsiteY104" fmla="*/ 971205 h 6745527"/>
                <a:gd name="connsiteX105" fmla="*/ 426473 w 5836021"/>
                <a:gd name="connsiteY105" fmla="*/ 971205 h 6745527"/>
                <a:gd name="connsiteX106" fmla="*/ 426473 w 5836021"/>
                <a:gd name="connsiteY106" fmla="*/ 1099404 h 6745527"/>
                <a:gd name="connsiteX107" fmla="*/ 427275 w 5836021"/>
                <a:gd name="connsiteY107" fmla="*/ 1099404 h 6745527"/>
                <a:gd name="connsiteX108" fmla="*/ 427275 w 5836021"/>
                <a:gd name="connsiteY108" fmla="*/ 1397649 h 6745527"/>
                <a:gd name="connsiteX109" fmla="*/ 402678 w 5836021"/>
                <a:gd name="connsiteY109" fmla="*/ 1397649 h 6745527"/>
                <a:gd name="connsiteX110" fmla="*/ 428276 w 5836021"/>
                <a:gd name="connsiteY110" fmla="*/ 1404039 h 6745527"/>
                <a:gd name="connsiteX111" fmla="*/ 431080 w 5836021"/>
                <a:gd name="connsiteY111" fmla="*/ 3465464 h 6745527"/>
                <a:gd name="connsiteX112" fmla="*/ 443583 w 5836021"/>
                <a:gd name="connsiteY112" fmla="*/ 3699859 h 6745527"/>
                <a:gd name="connsiteX113" fmla="*/ 1456763 w 5836021"/>
                <a:gd name="connsiteY113" fmla="*/ 5318389 h 6745527"/>
                <a:gd name="connsiteX114" fmla="*/ 2880900 w 5836021"/>
                <a:gd name="connsiteY114" fmla="*/ 6197294 h 6745527"/>
                <a:gd name="connsiteX115" fmla="*/ 3015651 w 5836021"/>
                <a:gd name="connsiteY115" fmla="*/ 6193803 h 6745527"/>
                <a:gd name="connsiteX116" fmla="*/ 4377662 w 5836021"/>
                <a:gd name="connsiteY116" fmla="*/ 5332799 h 6745527"/>
                <a:gd name="connsiteX117" fmla="*/ 5396660 w 5836021"/>
                <a:gd name="connsiteY117" fmla="*/ 3492273 h 6745527"/>
                <a:gd name="connsiteX118" fmla="*/ 5399006 w 5836021"/>
                <a:gd name="connsiteY118" fmla="*/ 516980 h 6745527"/>
                <a:gd name="connsiteX119" fmla="*/ 5399006 w 5836021"/>
                <a:gd name="connsiteY119" fmla="*/ 430506 h 6745527"/>
                <a:gd name="connsiteX120" fmla="*/ 5315413 w 5836021"/>
                <a:gd name="connsiteY120" fmla="*/ 430506 h 6745527"/>
                <a:gd name="connsiteX121" fmla="*/ 1530524 w 5836021"/>
                <a:gd name="connsiteY121" fmla="*/ 430335 h 6745527"/>
                <a:gd name="connsiteX122" fmla="*/ 1455943 w 5836021"/>
                <a:gd name="connsiteY122" fmla="*/ 425719 h 6745527"/>
                <a:gd name="connsiteX123" fmla="*/ 1455943 w 5836021"/>
                <a:gd name="connsiteY123" fmla="*/ 428008 h 6745527"/>
                <a:gd name="connsiteX124" fmla="*/ 1205154 w 5836021"/>
                <a:gd name="connsiteY124" fmla="*/ 428008 h 6745527"/>
                <a:gd name="connsiteX125" fmla="*/ 1205154 w 5836021"/>
                <a:gd name="connsiteY125" fmla="*/ 427979 h 6745527"/>
                <a:gd name="connsiteX126" fmla="*/ 1065997 w 5836021"/>
                <a:gd name="connsiteY126" fmla="*/ 427979 h 6745527"/>
                <a:gd name="connsiteX127" fmla="*/ 1065997 w 5836021"/>
                <a:gd name="connsiteY127" fmla="*/ 428751 h 6745527"/>
                <a:gd name="connsiteX128" fmla="*/ 834807 w 5836021"/>
                <a:gd name="connsiteY128" fmla="*/ 428751 h 6745527"/>
                <a:gd name="connsiteX129" fmla="*/ 834807 w 5836021"/>
                <a:gd name="connsiteY129" fmla="*/ 1554 h 6745527"/>
                <a:gd name="connsiteX130" fmla="*/ 923388 w 5836021"/>
                <a:gd name="connsiteY130" fmla="*/ 1554 h 6745527"/>
                <a:gd name="connsiteX131" fmla="*/ 923388 w 5836021"/>
                <a:gd name="connsiteY131" fmla="*/ 1630 h 6745527"/>
                <a:gd name="connsiteX132" fmla="*/ 1065997 w 5836021"/>
                <a:gd name="connsiteY132" fmla="*/ 1630 h 6745527"/>
                <a:gd name="connsiteX133" fmla="*/ 1065997 w 5836021"/>
                <a:gd name="connsiteY133" fmla="*/ 1735 h 6745527"/>
                <a:gd name="connsiteX134" fmla="*/ 1219355 w 5836021"/>
                <a:gd name="connsiteY134" fmla="*/ 1735 h 6745527"/>
                <a:gd name="connsiteX135" fmla="*/ 1219355 w 5836021"/>
                <a:gd name="connsiteY135" fmla="*/ 2164 h 6745527"/>
                <a:gd name="connsiteX136" fmla="*/ 1452930 w 5836021"/>
                <a:gd name="connsiteY136" fmla="*/ 2164 h 6745527"/>
                <a:gd name="connsiteX137" fmla="*/ 1579802 w 5836021"/>
                <a:gd name="connsiteY137" fmla="*/ 295 h 6745527"/>
                <a:gd name="connsiteX138" fmla="*/ 5745129 w 5836021"/>
                <a:gd name="connsiteY138" fmla="*/ 0 h 674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836021" h="6745527">
                  <a:moveTo>
                    <a:pt x="2233629" y="3467787"/>
                  </a:moveTo>
                  <a:cubicBezTo>
                    <a:pt x="2094548" y="3560817"/>
                    <a:pt x="1962380" y="3649220"/>
                    <a:pt x="1821989" y="3743129"/>
                  </a:cubicBezTo>
                  <a:cubicBezTo>
                    <a:pt x="2071957" y="3847069"/>
                    <a:pt x="2308973" y="3945625"/>
                    <a:pt x="2545989" y="4044181"/>
                  </a:cubicBezTo>
                  <a:cubicBezTo>
                    <a:pt x="2549590" y="4040037"/>
                    <a:pt x="2553189" y="4035895"/>
                    <a:pt x="2556789" y="4031753"/>
                  </a:cubicBezTo>
                  <a:cubicBezTo>
                    <a:pt x="2463970" y="3868678"/>
                    <a:pt x="2371151" y="3705600"/>
                    <a:pt x="2273462" y="3533573"/>
                  </a:cubicBezTo>
                  <a:cubicBezTo>
                    <a:pt x="2260897" y="3512822"/>
                    <a:pt x="2248331" y="3492070"/>
                    <a:pt x="2233629" y="3467787"/>
                  </a:cubicBezTo>
                  <a:close/>
                  <a:moveTo>
                    <a:pt x="4418937" y="3356601"/>
                  </a:moveTo>
                  <a:cubicBezTo>
                    <a:pt x="4428779" y="3355209"/>
                    <a:pt x="4438647" y="3355521"/>
                    <a:pt x="4448463" y="3357554"/>
                  </a:cubicBezTo>
                  <a:cubicBezTo>
                    <a:pt x="4461550" y="3360264"/>
                    <a:pt x="4474542" y="3366034"/>
                    <a:pt x="4487248" y="3374907"/>
                  </a:cubicBezTo>
                  <a:cubicBezTo>
                    <a:pt x="4541419" y="3412737"/>
                    <a:pt x="4547900" y="3474638"/>
                    <a:pt x="4502078" y="3537719"/>
                  </a:cubicBezTo>
                  <a:cubicBezTo>
                    <a:pt x="4446647" y="3614025"/>
                    <a:pt x="4389842" y="3689342"/>
                    <a:pt x="4333275" y="3764821"/>
                  </a:cubicBezTo>
                  <a:cubicBezTo>
                    <a:pt x="4198070" y="3945227"/>
                    <a:pt x="4062713" y="4125525"/>
                    <a:pt x="3927292" y="4305770"/>
                  </a:cubicBezTo>
                  <a:cubicBezTo>
                    <a:pt x="3876103" y="4373900"/>
                    <a:pt x="3816032" y="4391632"/>
                    <a:pt x="3763583" y="4354574"/>
                  </a:cubicBezTo>
                  <a:cubicBezTo>
                    <a:pt x="3709549" y="4316395"/>
                    <a:pt x="3707694" y="4248695"/>
                    <a:pt x="3759919" y="4178865"/>
                  </a:cubicBezTo>
                  <a:cubicBezTo>
                    <a:pt x="3933529" y="3946736"/>
                    <a:pt x="4107471" y="3714855"/>
                    <a:pt x="4284399" y="3479039"/>
                  </a:cubicBezTo>
                  <a:cubicBezTo>
                    <a:pt x="4302741" y="3454990"/>
                    <a:pt x="4317662" y="3434535"/>
                    <a:pt x="4333255" y="3414609"/>
                  </a:cubicBezTo>
                  <a:cubicBezTo>
                    <a:pt x="4360128" y="3380274"/>
                    <a:pt x="4389411" y="3360774"/>
                    <a:pt x="4418937" y="3356601"/>
                  </a:cubicBezTo>
                  <a:close/>
                  <a:moveTo>
                    <a:pt x="2057481" y="3182342"/>
                  </a:moveTo>
                  <a:cubicBezTo>
                    <a:pt x="2012880" y="3257249"/>
                    <a:pt x="1969088" y="3332640"/>
                    <a:pt x="1925202" y="3407972"/>
                  </a:cubicBezTo>
                  <a:cubicBezTo>
                    <a:pt x="1929078" y="3410523"/>
                    <a:pt x="1932954" y="3413073"/>
                    <a:pt x="1936832" y="3415626"/>
                  </a:cubicBezTo>
                  <a:cubicBezTo>
                    <a:pt x="2000565" y="3372234"/>
                    <a:pt x="2064298" y="3328841"/>
                    <a:pt x="2129712" y="3284302"/>
                  </a:cubicBezTo>
                  <a:cubicBezTo>
                    <a:pt x="2110124" y="3249393"/>
                    <a:pt x="2094437" y="3221432"/>
                    <a:pt x="2074623" y="3185525"/>
                  </a:cubicBezTo>
                  <a:cubicBezTo>
                    <a:pt x="2068704" y="3184340"/>
                    <a:pt x="2058510" y="3180612"/>
                    <a:pt x="2057481" y="3182342"/>
                  </a:cubicBezTo>
                  <a:close/>
                  <a:moveTo>
                    <a:pt x="4024209" y="2849657"/>
                  </a:moveTo>
                  <a:cubicBezTo>
                    <a:pt x="4086449" y="2849809"/>
                    <a:pt x="4148741" y="2850984"/>
                    <a:pt x="4210965" y="2851466"/>
                  </a:cubicBezTo>
                  <a:cubicBezTo>
                    <a:pt x="4285094" y="2852041"/>
                    <a:pt x="4332510" y="2893640"/>
                    <a:pt x="4332998" y="2955155"/>
                  </a:cubicBezTo>
                  <a:cubicBezTo>
                    <a:pt x="4333486" y="3016790"/>
                    <a:pt x="4286243" y="3058624"/>
                    <a:pt x="4212657" y="3059086"/>
                  </a:cubicBezTo>
                  <a:cubicBezTo>
                    <a:pt x="4090513" y="3059856"/>
                    <a:pt x="3968359" y="3059705"/>
                    <a:pt x="3846213" y="3059130"/>
                  </a:cubicBezTo>
                  <a:cubicBezTo>
                    <a:pt x="3748446" y="3058670"/>
                    <a:pt x="3716596" y="3021767"/>
                    <a:pt x="3727620" y="2916135"/>
                  </a:cubicBezTo>
                  <a:cubicBezTo>
                    <a:pt x="3765746" y="2891028"/>
                    <a:pt x="3800801" y="2856142"/>
                    <a:pt x="3837763" y="2853990"/>
                  </a:cubicBezTo>
                  <a:cubicBezTo>
                    <a:pt x="3899780" y="2850378"/>
                    <a:pt x="3961968" y="2849506"/>
                    <a:pt x="4024209" y="2849657"/>
                  </a:cubicBezTo>
                  <a:close/>
                  <a:moveTo>
                    <a:pt x="2305620" y="2743645"/>
                  </a:moveTo>
                  <a:cubicBezTo>
                    <a:pt x="2266855" y="2811333"/>
                    <a:pt x="2230982" y="2872422"/>
                    <a:pt x="2197116" y="2934605"/>
                  </a:cubicBezTo>
                  <a:cubicBezTo>
                    <a:pt x="2191433" y="2945039"/>
                    <a:pt x="2189074" y="2963096"/>
                    <a:pt x="2194275" y="2972703"/>
                  </a:cubicBezTo>
                  <a:cubicBezTo>
                    <a:pt x="2228944" y="3036724"/>
                    <a:pt x="2266085" y="3099403"/>
                    <a:pt x="2305578" y="3168003"/>
                  </a:cubicBezTo>
                  <a:cubicBezTo>
                    <a:pt x="2407954" y="3100304"/>
                    <a:pt x="2503666" y="3037637"/>
                    <a:pt x="2597928" y="2972867"/>
                  </a:cubicBezTo>
                  <a:cubicBezTo>
                    <a:pt x="2602770" y="2969540"/>
                    <a:pt x="2595203" y="2948158"/>
                    <a:pt x="2585214" y="2929899"/>
                  </a:cubicBezTo>
                  <a:cubicBezTo>
                    <a:pt x="2493788" y="2868995"/>
                    <a:pt x="2402365" y="2808093"/>
                    <a:pt x="2305620" y="2743645"/>
                  </a:cubicBezTo>
                  <a:close/>
                  <a:moveTo>
                    <a:pt x="1928993" y="2513861"/>
                  </a:moveTo>
                  <a:cubicBezTo>
                    <a:pt x="1972334" y="2587666"/>
                    <a:pt x="2015673" y="2661468"/>
                    <a:pt x="2064503" y="2744622"/>
                  </a:cubicBezTo>
                  <a:cubicBezTo>
                    <a:pt x="2089144" y="2699888"/>
                    <a:pt x="2108352" y="2665019"/>
                    <a:pt x="2132265" y="2621610"/>
                  </a:cubicBezTo>
                  <a:cubicBezTo>
                    <a:pt x="2061078" y="2580967"/>
                    <a:pt x="1994426" y="2542912"/>
                    <a:pt x="1928993" y="2513861"/>
                  </a:cubicBezTo>
                  <a:close/>
                  <a:moveTo>
                    <a:pt x="2556309" y="1870166"/>
                  </a:moveTo>
                  <a:lnTo>
                    <a:pt x="2556302" y="1870167"/>
                  </a:lnTo>
                  <a:lnTo>
                    <a:pt x="2553704" y="1882137"/>
                  </a:lnTo>
                  <a:cubicBezTo>
                    <a:pt x="2548931" y="1882303"/>
                    <a:pt x="2547310" y="1880644"/>
                    <a:pt x="2543504" y="1876276"/>
                  </a:cubicBezTo>
                  <a:lnTo>
                    <a:pt x="2556301" y="1870168"/>
                  </a:lnTo>
                  <a:lnTo>
                    <a:pt x="2547555" y="1872089"/>
                  </a:lnTo>
                  <a:cubicBezTo>
                    <a:pt x="2543795" y="1872879"/>
                    <a:pt x="2538773" y="1873893"/>
                    <a:pt x="2531226" y="1875354"/>
                  </a:cubicBezTo>
                  <a:cubicBezTo>
                    <a:pt x="2299165" y="1971475"/>
                    <a:pt x="2067102" y="2067596"/>
                    <a:pt x="1821782" y="2169210"/>
                  </a:cubicBezTo>
                  <a:cubicBezTo>
                    <a:pt x="1968624" y="2267023"/>
                    <a:pt x="2099850" y="2354433"/>
                    <a:pt x="2236853" y="2445693"/>
                  </a:cubicBezTo>
                  <a:cubicBezTo>
                    <a:pt x="2344309" y="2253279"/>
                    <a:pt x="2447432" y="2068616"/>
                    <a:pt x="2556865" y="1880307"/>
                  </a:cubicBezTo>
                  <a:cubicBezTo>
                    <a:pt x="2556680" y="1876926"/>
                    <a:pt x="2556494" y="1873545"/>
                    <a:pt x="2556309" y="1870166"/>
                  </a:cubicBezTo>
                  <a:close/>
                  <a:moveTo>
                    <a:pt x="3812570" y="1539818"/>
                  </a:moveTo>
                  <a:cubicBezTo>
                    <a:pt x="3825284" y="1539274"/>
                    <a:pt x="3838875" y="1540428"/>
                    <a:pt x="3852857" y="1543104"/>
                  </a:cubicBezTo>
                  <a:cubicBezTo>
                    <a:pt x="3879933" y="1564134"/>
                    <a:pt x="3906187" y="1580312"/>
                    <a:pt x="3923520" y="1603235"/>
                  </a:cubicBezTo>
                  <a:cubicBezTo>
                    <a:pt x="4115132" y="1856599"/>
                    <a:pt x="4305533" y="2110881"/>
                    <a:pt x="4495839" y="2365234"/>
                  </a:cubicBezTo>
                  <a:cubicBezTo>
                    <a:pt x="4547126" y="2433777"/>
                    <a:pt x="4544796" y="2495600"/>
                    <a:pt x="4491333" y="2534846"/>
                  </a:cubicBezTo>
                  <a:cubicBezTo>
                    <a:pt x="4436861" y="2574830"/>
                    <a:pt x="4380159" y="2559679"/>
                    <a:pt x="4327953" y="2490224"/>
                  </a:cubicBezTo>
                  <a:cubicBezTo>
                    <a:pt x="4135700" y="2234464"/>
                    <a:pt x="3942011" y="1979746"/>
                    <a:pt x="3753728" y="1721092"/>
                  </a:cubicBezTo>
                  <a:cubicBezTo>
                    <a:pt x="3731110" y="1690019"/>
                    <a:pt x="3725237" y="1633995"/>
                    <a:pt x="3734910" y="1595374"/>
                  </a:cubicBezTo>
                  <a:cubicBezTo>
                    <a:pt x="3744179" y="1558370"/>
                    <a:pt x="3774429" y="1541451"/>
                    <a:pt x="3812570" y="1539818"/>
                  </a:cubicBezTo>
                  <a:close/>
                  <a:moveTo>
                    <a:pt x="2823711" y="1538238"/>
                  </a:moveTo>
                  <a:cubicBezTo>
                    <a:pt x="2848837" y="1539262"/>
                    <a:pt x="2872170" y="1549500"/>
                    <a:pt x="2893593" y="1574269"/>
                  </a:cubicBezTo>
                  <a:cubicBezTo>
                    <a:pt x="2936696" y="1624106"/>
                    <a:pt x="2919049" y="1674249"/>
                    <a:pt x="2888616" y="1726660"/>
                  </a:cubicBezTo>
                  <a:cubicBezTo>
                    <a:pt x="2729084" y="2001413"/>
                    <a:pt x="2571946" y="2277555"/>
                    <a:pt x="2410121" y="2559947"/>
                  </a:cubicBezTo>
                  <a:cubicBezTo>
                    <a:pt x="2486296" y="2611328"/>
                    <a:pt x="2560046" y="2661466"/>
                    <a:pt x="2634208" y="2710984"/>
                  </a:cubicBezTo>
                  <a:cubicBezTo>
                    <a:pt x="2707055" y="2759627"/>
                    <a:pt x="2780171" y="2807868"/>
                    <a:pt x="2853446" y="2855864"/>
                  </a:cubicBezTo>
                  <a:cubicBezTo>
                    <a:pt x="2945556" y="2916195"/>
                    <a:pt x="2944706" y="2995907"/>
                    <a:pt x="2851791" y="3057331"/>
                  </a:cubicBezTo>
                  <a:cubicBezTo>
                    <a:pt x="2705948" y="3153742"/>
                    <a:pt x="2560551" y="3250836"/>
                    <a:pt x="2410187" y="3350818"/>
                  </a:cubicBezTo>
                  <a:cubicBezTo>
                    <a:pt x="2500136" y="3508736"/>
                    <a:pt x="2587357" y="3662396"/>
                    <a:pt x="2675103" y="3815756"/>
                  </a:cubicBezTo>
                  <a:cubicBezTo>
                    <a:pt x="2748336" y="3943750"/>
                    <a:pt x="2823477" y="4070684"/>
                    <a:pt x="2894687" y="4199788"/>
                  </a:cubicBezTo>
                  <a:cubicBezTo>
                    <a:pt x="2909267" y="4226216"/>
                    <a:pt x="2910144" y="4260205"/>
                    <a:pt x="2916440" y="4296012"/>
                  </a:cubicBezTo>
                  <a:cubicBezTo>
                    <a:pt x="2869560" y="4377409"/>
                    <a:pt x="2828663" y="4390681"/>
                    <a:pt x="2749880" y="4357878"/>
                  </a:cubicBezTo>
                  <a:cubicBezTo>
                    <a:pt x="2358559" y="4194949"/>
                    <a:pt x="1967091" y="4032374"/>
                    <a:pt x="1575586" y="3869892"/>
                  </a:cubicBezTo>
                  <a:cubicBezTo>
                    <a:pt x="1492030" y="3835214"/>
                    <a:pt x="1473208" y="3771532"/>
                    <a:pt x="1519350" y="3691938"/>
                  </a:cubicBezTo>
                  <a:cubicBezTo>
                    <a:pt x="1654533" y="3458751"/>
                    <a:pt x="1788715" y="3224977"/>
                    <a:pt x="1921036" y="2990159"/>
                  </a:cubicBezTo>
                  <a:cubicBezTo>
                    <a:pt x="1930879" y="2972691"/>
                    <a:pt x="1931461" y="2940256"/>
                    <a:pt x="1921751" y="2922990"/>
                  </a:cubicBezTo>
                  <a:cubicBezTo>
                    <a:pt x="1791870" y="2692060"/>
                    <a:pt x="1660633" y="2461868"/>
                    <a:pt x="1526967" y="2233106"/>
                  </a:cubicBezTo>
                  <a:cubicBezTo>
                    <a:pt x="1469979" y="2135578"/>
                    <a:pt x="1489111" y="2079628"/>
                    <a:pt x="1594606" y="2036154"/>
                  </a:cubicBezTo>
                  <a:cubicBezTo>
                    <a:pt x="1978065" y="1878140"/>
                    <a:pt x="2361038" y="1718924"/>
                    <a:pt x="2743065" y="1557487"/>
                  </a:cubicBezTo>
                  <a:cubicBezTo>
                    <a:pt x="2771664" y="1545402"/>
                    <a:pt x="2798584" y="1537213"/>
                    <a:pt x="2823711" y="1538238"/>
                  </a:cubicBezTo>
                  <a:close/>
                  <a:moveTo>
                    <a:pt x="5745129" y="0"/>
                  </a:moveTo>
                  <a:cubicBezTo>
                    <a:pt x="5770088" y="0"/>
                    <a:pt x="5795046" y="0"/>
                    <a:pt x="5823686" y="0"/>
                  </a:cubicBezTo>
                  <a:cubicBezTo>
                    <a:pt x="5826004" y="18358"/>
                    <a:pt x="5829104" y="31415"/>
                    <a:pt x="5829104" y="44471"/>
                  </a:cubicBezTo>
                  <a:cubicBezTo>
                    <a:pt x="5829275" y="1223024"/>
                    <a:pt x="5848016" y="2401978"/>
                    <a:pt x="5823076" y="3580005"/>
                  </a:cubicBezTo>
                  <a:cubicBezTo>
                    <a:pt x="5803906" y="4485586"/>
                    <a:pt x="5381096" y="5193862"/>
                    <a:pt x="4621938" y="5689317"/>
                  </a:cubicBezTo>
                  <a:cubicBezTo>
                    <a:pt x="4091166" y="6035725"/>
                    <a:pt x="3550170" y="6366483"/>
                    <a:pt x="3013772" y="6704289"/>
                  </a:cubicBezTo>
                  <a:cubicBezTo>
                    <a:pt x="2992504" y="6717679"/>
                    <a:pt x="2971627" y="6731708"/>
                    <a:pt x="2950435" y="6745527"/>
                  </a:cubicBezTo>
                  <a:cubicBezTo>
                    <a:pt x="2380809" y="6395791"/>
                    <a:pt x="1808332" y="6051290"/>
                    <a:pt x="1243007" y="5695411"/>
                  </a:cubicBezTo>
                  <a:cubicBezTo>
                    <a:pt x="560680" y="5265868"/>
                    <a:pt x="156715" y="4646583"/>
                    <a:pt x="28812" y="3850584"/>
                  </a:cubicBezTo>
                  <a:cubicBezTo>
                    <a:pt x="7353" y="3717054"/>
                    <a:pt x="448" y="3579977"/>
                    <a:pt x="0" y="3444502"/>
                  </a:cubicBezTo>
                  <a:lnTo>
                    <a:pt x="7573" y="1397649"/>
                  </a:lnTo>
                  <a:lnTo>
                    <a:pt x="3424" y="1397649"/>
                  </a:lnTo>
                  <a:lnTo>
                    <a:pt x="3424" y="1148425"/>
                  </a:lnTo>
                  <a:lnTo>
                    <a:pt x="1841" y="1148425"/>
                  </a:lnTo>
                  <a:lnTo>
                    <a:pt x="1841" y="1037736"/>
                  </a:lnTo>
                  <a:lnTo>
                    <a:pt x="1240" y="1037736"/>
                  </a:lnTo>
                  <a:lnTo>
                    <a:pt x="1240" y="912981"/>
                  </a:lnTo>
                  <a:lnTo>
                    <a:pt x="582" y="912981"/>
                  </a:lnTo>
                  <a:lnTo>
                    <a:pt x="582" y="831667"/>
                  </a:lnTo>
                  <a:lnTo>
                    <a:pt x="427732" y="831667"/>
                  </a:lnTo>
                  <a:lnTo>
                    <a:pt x="427732" y="912981"/>
                  </a:lnTo>
                  <a:lnTo>
                    <a:pt x="426321" y="912981"/>
                  </a:lnTo>
                  <a:lnTo>
                    <a:pt x="426321" y="971205"/>
                  </a:lnTo>
                  <a:lnTo>
                    <a:pt x="426473" y="971205"/>
                  </a:lnTo>
                  <a:lnTo>
                    <a:pt x="426473" y="1099404"/>
                  </a:lnTo>
                  <a:lnTo>
                    <a:pt x="427275" y="1099404"/>
                  </a:lnTo>
                  <a:lnTo>
                    <a:pt x="427275" y="1397649"/>
                  </a:lnTo>
                  <a:lnTo>
                    <a:pt x="402678" y="1397649"/>
                  </a:lnTo>
                  <a:lnTo>
                    <a:pt x="428276" y="1404039"/>
                  </a:lnTo>
                  <a:cubicBezTo>
                    <a:pt x="429706" y="2095435"/>
                    <a:pt x="429735" y="2780450"/>
                    <a:pt x="431080" y="3465464"/>
                  </a:cubicBezTo>
                  <a:cubicBezTo>
                    <a:pt x="431232" y="3543631"/>
                    <a:pt x="433960" y="3622379"/>
                    <a:pt x="443583" y="3699859"/>
                  </a:cubicBezTo>
                  <a:cubicBezTo>
                    <a:pt x="530047" y="4396271"/>
                    <a:pt x="865536" y="4940994"/>
                    <a:pt x="1456763" y="5318389"/>
                  </a:cubicBezTo>
                  <a:cubicBezTo>
                    <a:pt x="1926907" y="5618494"/>
                    <a:pt x="2406932" y="5903102"/>
                    <a:pt x="2880900" y="6197294"/>
                  </a:cubicBezTo>
                  <a:cubicBezTo>
                    <a:pt x="2932343" y="6229224"/>
                    <a:pt x="2966544" y="6225018"/>
                    <a:pt x="3015651" y="6193803"/>
                  </a:cubicBezTo>
                  <a:cubicBezTo>
                    <a:pt x="3468876" y="5905572"/>
                    <a:pt x="3927413" y="5625571"/>
                    <a:pt x="4377662" y="5332799"/>
                  </a:cubicBezTo>
                  <a:cubicBezTo>
                    <a:pt x="5041344" y="4901253"/>
                    <a:pt x="5388888" y="4284066"/>
                    <a:pt x="5396660" y="3492273"/>
                  </a:cubicBezTo>
                  <a:cubicBezTo>
                    <a:pt x="5406398" y="2500592"/>
                    <a:pt x="5399006" y="1508748"/>
                    <a:pt x="5399006" y="516980"/>
                  </a:cubicBezTo>
                  <a:cubicBezTo>
                    <a:pt x="5399006" y="490180"/>
                    <a:pt x="5399006" y="463381"/>
                    <a:pt x="5399006" y="430506"/>
                  </a:cubicBezTo>
                  <a:cubicBezTo>
                    <a:pt x="5365168" y="430506"/>
                    <a:pt x="5340296" y="430506"/>
                    <a:pt x="5315413" y="430506"/>
                  </a:cubicBezTo>
                  <a:cubicBezTo>
                    <a:pt x="4053780" y="430487"/>
                    <a:pt x="2792157" y="430478"/>
                    <a:pt x="1530524" y="430335"/>
                  </a:cubicBezTo>
                  <a:lnTo>
                    <a:pt x="1455943" y="425719"/>
                  </a:lnTo>
                  <a:lnTo>
                    <a:pt x="1455943" y="428008"/>
                  </a:lnTo>
                  <a:lnTo>
                    <a:pt x="1205154" y="428008"/>
                  </a:lnTo>
                  <a:lnTo>
                    <a:pt x="1205154" y="427979"/>
                  </a:lnTo>
                  <a:lnTo>
                    <a:pt x="1065997" y="427979"/>
                  </a:lnTo>
                  <a:lnTo>
                    <a:pt x="1065997" y="428751"/>
                  </a:lnTo>
                  <a:lnTo>
                    <a:pt x="834807" y="428751"/>
                  </a:lnTo>
                  <a:lnTo>
                    <a:pt x="834807" y="1554"/>
                  </a:lnTo>
                  <a:lnTo>
                    <a:pt x="923388" y="1554"/>
                  </a:lnTo>
                  <a:lnTo>
                    <a:pt x="923388" y="1630"/>
                  </a:lnTo>
                  <a:lnTo>
                    <a:pt x="1065997" y="1630"/>
                  </a:lnTo>
                  <a:lnTo>
                    <a:pt x="1065997" y="1735"/>
                  </a:lnTo>
                  <a:lnTo>
                    <a:pt x="1219355" y="1735"/>
                  </a:lnTo>
                  <a:lnTo>
                    <a:pt x="1219355" y="2164"/>
                  </a:lnTo>
                  <a:lnTo>
                    <a:pt x="1452930" y="2164"/>
                  </a:lnTo>
                  <a:lnTo>
                    <a:pt x="1579802" y="295"/>
                  </a:lnTo>
                  <a:cubicBezTo>
                    <a:pt x="2968241" y="28"/>
                    <a:pt x="4356681" y="47"/>
                    <a:pt x="5745129" y="0"/>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70" name="Group 69">
            <a:extLst>
              <a:ext uri="{FF2B5EF4-FFF2-40B4-BE49-F238E27FC236}">
                <a16:creationId xmlns:a16="http://schemas.microsoft.com/office/drawing/2014/main" id="{48DBF1EC-A8D4-33FB-95C2-A11EB80EE1F4}"/>
              </a:ext>
              <a:ext uri="{C183D7F6-B498-43B3-948B-1728B52AA6E4}">
                <adec:decorative xmlns:adec="http://schemas.microsoft.com/office/drawing/2017/decorative" val="1"/>
              </a:ext>
            </a:extLst>
          </p:cNvPr>
          <p:cNvGrpSpPr>
            <a:grpSpLocks noChangeAspect="1"/>
          </p:cNvGrpSpPr>
          <p:nvPr/>
        </p:nvGrpSpPr>
        <p:grpSpPr>
          <a:xfrm>
            <a:off x="6208118" y="810791"/>
            <a:ext cx="596296" cy="457200"/>
            <a:chOff x="6208118" y="810791"/>
            <a:chExt cx="596296" cy="457200"/>
          </a:xfrm>
          <a:solidFill>
            <a:srgbClr val="FF0000"/>
          </a:solidFill>
        </p:grpSpPr>
        <p:sp>
          <p:nvSpPr>
            <p:cNvPr id="3051" name="Freeform: Shape 3050">
              <a:extLst>
                <a:ext uri="{FF2B5EF4-FFF2-40B4-BE49-F238E27FC236}">
                  <a16:creationId xmlns:a16="http://schemas.microsoft.com/office/drawing/2014/main" id="{D55D0C47-26CC-0478-0345-6978422649B6}"/>
                </a:ext>
                <a:ext uri="{C183D7F6-B498-43B3-948B-1728B52AA6E4}">
                  <adec:decorative xmlns:adec="http://schemas.microsoft.com/office/drawing/2017/decorative" val="1"/>
                </a:ext>
              </a:extLst>
            </p:cNvPr>
            <p:cNvSpPr/>
            <p:nvPr/>
          </p:nvSpPr>
          <p:spPr>
            <a:xfrm>
              <a:off x="6302246" y="810791"/>
              <a:ext cx="389332" cy="457200"/>
            </a:xfrm>
            <a:custGeom>
              <a:avLst/>
              <a:gdLst>
                <a:gd name="connsiteX0" fmla="*/ 527139 w 602136"/>
                <a:gd name="connsiteY0" fmla="*/ 610291 h 707100"/>
                <a:gd name="connsiteX1" fmla="*/ 533786 w 602136"/>
                <a:gd name="connsiteY1" fmla="*/ 611173 h 707100"/>
                <a:gd name="connsiteX2" fmla="*/ 533809 w 602136"/>
                <a:gd name="connsiteY2" fmla="*/ 611647 h 707100"/>
                <a:gd name="connsiteX3" fmla="*/ 489309 w 602136"/>
                <a:gd name="connsiteY3" fmla="*/ 611647 h 707100"/>
                <a:gd name="connsiteX4" fmla="*/ 489260 w 602136"/>
                <a:gd name="connsiteY4" fmla="*/ 610701 h 707100"/>
                <a:gd name="connsiteX5" fmla="*/ 527139 w 602136"/>
                <a:gd name="connsiteY5" fmla="*/ 610291 h 707100"/>
                <a:gd name="connsiteX6" fmla="*/ 534178 w 602136"/>
                <a:gd name="connsiteY6" fmla="*/ 598480 h 707100"/>
                <a:gd name="connsiteX7" fmla="*/ 533863 w 602136"/>
                <a:gd name="connsiteY7" fmla="*/ 610725 h 707100"/>
                <a:gd name="connsiteX8" fmla="*/ 527139 w 602136"/>
                <a:gd name="connsiteY8" fmla="*/ 610291 h 707100"/>
                <a:gd name="connsiteX9" fmla="*/ 489332 w 602136"/>
                <a:gd name="connsiteY9" fmla="*/ 610259 h 707100"/>
                <a:gd name="connsiteX10" fmla="*/ 489713 w 602136"/>
                <a:gd name="connsiteY10" fmla="*/ 598924 h 707100"/>
                <a:gd name="connsiteX11" fmla="*/ 534178 w 602136"/>
                <a:gd name="connsiteY11" fmla="*/ 598480 h 707100"/>
                <a:gd name="connsiteX12" fmla="*/ 534179 w 602136"/>
                <a:gd name="connsiteY12" fmla="*/ 586695 h 707100"/>
                <a:gd name="connsiteX13" fmla="*/ 534257 w 602136"/>
                <a:gd name="connsiteY13" fmla="*/ 598034 h 707100"/>
                <a:gd name="connsiteX14" fmla="*/ 489782 w 602136"/>
                <a:gd name="connsiteY14" fmla="*/ 598476 h 707100"/>
                <a:gd name="connsiteX15" fmla="*/ 489712 w 602136"/>
                <a:gd name="connsiteY15" fmla="*/ 587138 h 707100"/>
                <a:gd name="connsiteX16" fmla="*/ 534179 w 602136"/>
                <a:gd name="connsiteY16" fmla="*/ 586695 h 707100"/>
                <a:gd name="connsiteX17" fmla="*/ 534179 w 602136"/>
                <a:gd name="connsiteY17" fmla="*/ 575889 h 707100"/>
                <a:gd name="connsiteX18" fmla="*/ 534256 w 602136"/>
                <a:gd name="connsiteY18" fmla="*/ 586250 h 707100"/>
                <a:gd name="connsiteX19" fmla="*/ 489781 w 602136"/>
                <a:gd name="connsiteY19" fmla="*/ 586690 h 707100"/>
                <a:gd name="connsiteX20" fmla="*/ 488731 w 602136"/>
                <a:gd name="connsiteY20" fmla="*/ 576312 h 707100"/>
                <a:gd name="connsiteX21" fmla="*/ 534179 w 602136"/>
                <a:gd name="connsiteY21" fmla="*/ 575889 h 707100"/>
                <a:gd name="connsiteX22" fmla="*/ 534179 w 602136"/>
                <a:gd name="connsiteY22" fmla="*/ 568031 h 707100"/>
                <a:gd name="connsiteX23" fmla="*/ 534255 w 602136"/>
                <a:gd name="connsiteY23" fmla="*/ 575458 h 707100"/>
                <a:gd name="connsiteX24" fmla="*/ 488800 w 602136"/>
                <a:gd name="connsiteY24" fmla="*/ 575887 h 707100"/>
                <a:gd name="connsiteX25" fmla="*/ 488693 w 602136"/>
                <a:gd name="connsiteY25" fmla="*/ 568459 h 707100"/>
                <a:gd name="connsiteX26" fmla="*/ 534179 w 602136"/>
                <a:gd name="connsiteY26" fmla="*/ 568031 h 707100"/>
                <a:gd name="connsiteX27" fmla="*/ 488713 w 602136"/>
                <a:gd name="connsiteY27" fmla="*/ 560607 h 707100"/>
                <a:gd name="connsiteX28" fmla="*/ 534177 w 602136"/>
                <a:gd name="connsiteY28" fmla="*/ 561162 h 707100"/>
                <a:gd name="connsiteX29" fmla="*/ 534253 w 602136"/>
                <a:gd name="connsiteY29" fmla="*/ 567606 h 707100"/>
                <a:gd name="connsiteX30" fmla="*/ 488765 w 602136"/>
                <a:gd name="connsiteY30" fmla="*/ 568028 h 707100"/>
                <a:gd name="connsiteX31" fmla="*/ 488713 w 602136"/>
                <a:gd name="connsiteY31" fmla="*/ 560607 h 707100"/>
                <a:gd name="connsiteX32" fmla="*/ 532843 w 602136"/>
                <a:gd name="connsiteY32" fmla="*/ 544508 h 707100"/>
                <a:gd name="connsiteX33" fmla="*/ 532911 w 602136"/>
                <a:gd name="connsiteY33" fmla="*/ 551937 h 707100"/>
                <a:gd name="connsiteX34" fmla="*/ 513726 w 602136"/>
                <a:gd name="connsiteY34" fmla="*/ 555563 h 707100"/>
                <a:gd name="connsiteX35" fmla="*/ 494666 w 602136"/>
                <a:gd name="connsiteY35" fmla="*/ 554936 h 707100"/>
                <a:gd name="connsiteX36" fmla="*/ 513717 w 602136"/>
                <a:gd name="connsiteY36" fmla="*/ 555617 h 707100"/>
                <a:gd name="connsiteX37" fmla="*/ 532837 w 602136"/>
                <a:gd name="connsiteY37" fmla="*/ 552368 h 707100"/>
                <a:gd name="connsiteX38" fmla="*/ 534252 w 602136"/>
                <a:gd name="connsiteY38" fmla="*/ 560741 h 707100"/>
                <a:gd name="connsiteX39" fmla="*/ 488784 w 602136"/>
                <a:gd name="connsiteY39" fmla="*/ 560176 h 707100"/>
                <a:gd name="connsiteX40" fmla="*/ 488280 w 602136"/>
                <a:gd name="connsiteY40" fmla="*/ 554696 h 707100"/>
                <a:gd name="connsiteX41" fmla="*/ 494608 w 602136"/>
                <a:gd name="connsiteY41" fmla="*/ 554934 h 707100"/>
                <a:gd name="connsiteX42" fmla="*/ 488350 w 602136"/>
                <a:gd name="connsiteY42" fmla="*/ 554279 h 707100"/>
                <a:gd name="connsiteX43" fmla="*/ 488279 w 602136"/>
                <a:gd name="connsiteY43" fmla="*/ 548803 h 707100"/>
                <a:gd name="connsiteX44" fmla="*/ 503904 w 602136"/>
                <a:gd name="connsiteY44" fmla="*/ 549303 h 707100"/>
                <a:gd name="connsiteX45" fmla="*/ 532843 w 602136"/>
                <a:gd name="connsiteY45" fmla="*/ 544508 h 707100"/>
                <a:gd name="connsiteX46" fmla="*/ 339208 w 602136"/>
                <a:gd name="connsiteY46" fmla="*/ 83 h 707100"/>
                <a:gd name="connsiteX47" fmla="*/ 370255 w 602136"/>
                <a:gd name="connsiteY47" fmla="*/ 724 h 707100"/>
                <a:gd name="connsiteX48" fmla="*/ 455016 w 602136"/>
                <a:gd name="connsiteY48" fmla="*/ 23908 h 707100"/>
                <a:gd name="connsiteX49" fmla="*/ 519811 w 602136"/>
                <a:gd name="connsiteY49" fmla="*/ 64170 h 707100"/>
                <a:gd name="connsiteX50" fmla="*/ 575272 w 602136"/>
                <a:gd name="connsiteY50" fmla="*/ 131108 h 707100"/>
                <a:gd name="connsiteX51" fmla="*/ 597929 w 602136"/>
                <a:gd name="connsiteY51" fmla="*/ 193573 h 707100"/>
                <a:gd name="connsiteX52" fmla="*/ 601028 w 602136"/>
                <a:gd name="connsiteY52" fmla="*/ 219369 h 707100"/>
                <a:gd name="connsiteX53" fmla="*/ 601939 w 602136"/>
                <a:gd name="connsiteY53" fmla="*/ 254490 h 707100"/>
                <a:gd name="connsiteX54" fmla="*/ 593467 w 602136"/>
                <a:gd name="connsiteY54" fmla="*/ 308416 h 707100"/>
                <a:gd name="connsiteX55" fmla="*/ 563528 w 602136"/>
                <a:gd name="connsiteY55" fmla="*/ 381054 h 707100"/>
                <a:gd name="connsiteX56" fmla="*/ 543843 w 602136"/>
                <a:gd name="connsiteY56" fmla="*/ 417678 h 707100"/>
                <a:gd name="connsiteX57" fmla="*/ 534169 w 602136"/>
                <a:gd name="connsiteY57" fmla="*/ 457345 h 707100"/>
                <a:gd name="connsiteX58" fmla="*/ 532935 w 602136"/>
                <a:gd name="connsiteY58" fmla="*/ 507712 h 707100"/>
                <a:gd name="connsiteX59" fmla="*/ 529205 w 602136"/>
                <a:gd name="connsiteY59" fmla="*/ 511583 h 707100"/>
                <a:gd name="connsiteX60" fmla="*/ 520930 w 602136"/>
                <a:gd name="connsiteY60" fmla="*/ 524632 h 707100"/>
                <a:gd name="connsiteX61" fmla="*/ 519798 w 602136"/>
                <a:gd name="connsiteY61" fmla="*/ 526417 h 707100"/>
                <a:gd name="connsiteX62" fmla="*/ 519798 w 602136"/>
                <a:gd name="connsiteY62" fmla="*/ 526417 h 707100"/>
                <a:gd name="connsiteX63" fmla="*/ 520930 w 602136"/>
                <a:gd name="connsiteY63" fmla="*/ 524632 h 707100"/>
                <a:gd name="connsiteX64" fmla="*/ 529205 w 602136"/>
                <a:gd name="connsiteY64" fmla="*/ 511583 h 707100"/>
                <a:gd name="connsiteX65" fmla="*/ 532862 w 602136"/>
                <a:gd name="connsiteY65" fmla="*/ 508166 h 707100"/>
                <a:gd name="connsiteX66" fmla="*/ 532890 w 602136"/>
                <a:gd name="connsiteY66" fmla="*/ 533204 h 707100"/>
                <a:gd name="connsiteX67" fmla="*/ 530032 w 602136"/>
                <a:gd name="connsiteY67" fmla="*/ 533966 h 707100"/>
                <a:gd name="connsiteX68" fmla="*/ 532816 w 602136"/>
                <a:gd name="connsiteY68" fmla="*/ 533659 h 707100"/>
                <a:gd name="connsiteX69" fmla="*/ 532915 w 602136"/>
                <a:gd name="connsiteY69" fmla="*/ 544063 h 707100"/>
                <a:gd name="connsiteX70" fmla="*/ 503904 w 602136"/>
                <a:gd name="connsiteY70" fmla="*/ 549303 h 707100"/>
                <a:gd name="connsiteX71" fmla="*/ 488351 w 602136"/>
                <a:gd name="connsiteY71" fmla="*/ 548385 h 707100"/>
                <a:gd name="connsiteX72" fmla="*/ 488280 w 602136"/>
                <a:gd name="connsiteY72" fmla="*/ 539989 h 707100"/>
                <a:gd name="connsiteX73" fmla="*/ 497678 w 602136"/>
                <a:gd name="connsiteY73" fmla="*/ 539573 h 707100"/>
                <a:gd name="connsiteX74" fmla="*/ 488351 w 602136"/>
                <a:gd name="connsiteY74" fmla="*/ 539551 h 707100"/>
                <a:gd name="connsiteX75" fmla="*/ 488283 w 602136"/>
                <a:gd name="connsiteY75" fmla="*/ 509560 h 707100"/>
                <a:gd name="connsiteX76" fmla="*/ 491534 w 602136"/>
                <a:gd name="connsiteY76" fmla="*/ 511270 h 707100"/>
                <a:gd name="connsiteX77" fmla="*/ 494275 w 602136"/>
                <a:gd name="connsiteY77" fmla="*/ 513646 h 707100"/>
                <a:gd name="connsiteX78" fmla="*/ 491543 w 602136"/>
                <a:gd name="connsiteY78" fmla="*/ 511213 h 707100"/>
                <a:gd name="connsiteX79" fmla="*/ 488355 w 602136"/>
                <a:gd name="connsiteY79" fmla="*/ 509104 h 707100"/>
                <a:gd name="connsiteX80" fmla="*/ 489373 w 602136"/>
                <a:gd name="connsiteY80" fmla="*/ 443544 h 707100"/>
                <a:gd name="connsiteX81" fmla="*/ 502280 w 602136"/>
                <a:gd name="connsiteY81" fmla="*/ 399389 h 707100"/>
                <a:gd name="connsiteX82" fmla="*/ 531561 w 602136"/>
                <a:gd name="connsiteY82" fmla="*/ 343472 h 707100"/>
                <a:gd name="connsiteX83" fmla="*/ 552772 w 602136"/>
                <a:gd name="connsiteY83" fmla="*/ 284444 h 707100"/>
                <a:gd name="connsiteX84" fmla="*/ 556783 w 602136"/>
                <a:gd name="connsiteY84" fmla="*/ 226475 h 707100"/>
                <a:gd name="connsiteX85" fmla="*/ 534757 w 602136"/>
                <a:gd name="connsiteY85" fmla="*/ 151939 h 707100"/>
                <a:gd name="connsiteX86" fmla="*/ 509771 w 602136"/>
                <a:gd name="connsiteY86" fmla="*/ 118006 h 707100"/>
                <a:gd name="connsiteX87" fmla="*/ 437439 w 602136"/>
                <a:gd name="connsiteY87" fmla="*/ 65932 h 707100"/>
                <a:gd name="connsiteX88" fmla="*/ 379000 w 602136"/>
                <a:gd name="connsiteY88" fmla="*/ 47443 h 707100"/>
                <a:gd name="connsiteX89" fmla="*/ 323480 w 602136"/>
                <a:gd name="connsiteY89" fmla="*/ 45899 h 707100"/>
                <a:gd name="connsiteX90" fmla="*/ 251435 w 602136"/>
                <a:gd name="connsiteY90" fmla="*/ 60241 h 707100"/>
                <a:gd name="connsiteX91" fmla="*/ 182493 w 602136"/>
                <a:gd name="connsiteY91" fmla="*/ 98532 h 707100"/>
                <a:gd name="connsiteX92" fmla="*/ 154729 w 602136"/>
                <a:gd name="connsiteY92" fmla="*/ 124434 h 707100"/>
                <a:gd name="connsiteX93" fmla="*/ 120702 w 602136"/>
                <a:gd name="connsiteY93" fmla="*/ 171846 h 707100"/>
                <a:gd name="connsiteX94" fmla="*/ 109115 w 602136"/>
                <a:gd name="connsiteY94" fmla="*/ 193867 h 707100"/>
                <a:gd name="connsiteX95" fmla="*/ 101376 w 602136"/>
                <a:gd name="connsiteY95" fmla="*/ 223246 h 707100"/>
                <a:gd name="connsiteX96" fmla="*/ 97440 w 602136"/>
                <a:gd name="connsiteY96" fmla="*/ 264100 h 707100"/>
                <a:gd name="connsiteX97" fmla="*/ 96488 w 602136"/>
                <a:gd name="connsiteY97" fmla="*/ 307085 h 707100"/>
                <a:gd name="connsiteX98" fmla="*/ 88284 w 602136"/>
                <a:gd name="connsiteY98" fmla="*/ 342241 h 707100"/>
                <a:gd name="connsiteX99" fmla="*/ 63802 w 602136"/>
                <a:gd name="connsiteY99" fmla="*/ 386016 h 707100"/>
                <a:gd name="connsiteX100" fmla="*/ 47239 w 602136"/>
                <a:gd name="connsiteY100" fmla="*/ 416128 h 707100"/>
                <a:gd name="connsiteX101" fmla="*/ 58567 w 602136"/>
                <a:gd name="connsiteY101" fmla="*/ 417716 h 707100"/>
                <a:gd name="connsiteX102" fmla="*/ 89775 w 602136"/>
                <a:gd name="connsiteY102" fmla="*/ 418684 h 707100"/>
                <a:gd name="connsiteX103" fmla="*/ 108218 w 602136"/>
                <a:gd name="connsiteY103" fmla="*/ 417769 h 707100"/>
                <a:gd name="connsiteX104" fmla="*/ 129837 w 602136"/>
                <a:gd name="connsiteY104" fmla="*/ 439428 h 707100"/>
                <a:gd name="connsiteX105" fmla="*/ 129712 w 602136"/>
                <a:gd name="connsiteY105" fmla="*/ 476249 h 707100"/>
                <a:gd name="connsiteX106" fmla="*/ 128698 w 602136"/>
                <a:gd name="connsiteY106" fmla="*/ 546739 h 707100"/>
                <a:gd name="connsiteX107" fmla="*/ 152957 w 602136"/>
                <a:gd name="connsiteY107" fmla="*/ 574732 h 707100"/>
                <a:gd name="connsiteX108" fmla="*/ 178011 w 602136"/>
                <a:gd name="connsiteY108" fmla="*/ 576713 h 707100"/>
                <a:gd name="connsiteX109" fmla="*/ 232840 w 602136"/>
                <a:gd name="connsiteY109" fmla="*/ 573761 h 707100"/>
                <a:gd name="connsiteX110" fmla="*/ 277858 w 602136"/>
                <a:gd name="connsiteY110" fmla="*/ 590038 h 707100"/>
                <a:gd name="connsiteX111" fmla="*/ 292573 w 602136"/>
                <a:gd name="connsiteY111" fmla="*/ 620747 h 707100"/>
                <a:gd name="connsiteX112" fmla="*/ 297460 w 602136"/>
                <a:gd name="connsiteY112" fmla="*/ 654904 h 707100"/>
                <a:gd name="connsiteX113" fmla="*/ 297669 w 602136"/>
                <a:gd name="connsiteY113" fmla="*/ 707100 h 707100"/>
                <a:gd name="connsiteX114" fmla="*/ 253316 w 602136"/>
                <a:gd name="connsiteY114" fmla="*/ 707100 h 707100"/>
                <a:gd name="connsiteX115" fmla="*/ 254403 w 602136"/>
                <a:gd name="connsiteY115" fmla="*/ 696506 h 707100"/>
                <a:gd name="connsiteX116" fmla="*/ 254233 w 602136"/>
                <a:gd name="connsiteY116" fmla="*/ 650854 h 707100"/>
                <a:gd name="connsiteX117" fmla="*/ 249300 w 602136"/>
                <a:gd name="connsiteY117" fmla="*/ 625633 h 707100"/>
                <a:gd name="connsiteX118" fmla="*/ 239214 w 602136"/>
                <a:gd name="connsiteY118" fmla="*/ 619112 h 707100"/>
                <a:gd name="connsiteX119" fmla="*/ 188589 w 602136"/>
                <a:gd name="connsiteY119" fmla="*/ 621214 h 707100"/>
                <a:gd name="connsiteX120" fmla="*/ 129595 w 602136"/>
                <a:gd name="connsiteY120" fmla="*/ 615111 h 707100"/>
                <a:gd name="connsiteX121" fmla="*/ 84714 w 602136"/>
                <a:gd name="connsiteY121" fmla="*/ 564937 h 707100"/>
                <a:gd name="connsiteX122" fmla="*/ 83624 w 602136"/>
                <a:gd name="connsiteY122" fmla="*/ 548977 h 707100"/>
                <a:gd name="connsiteX123" fmla="*/ 83637 w 602136"/>
                <a:gd name="connsiteY123" fmla="*/ 481218 h 707100"/>
                <a:gd name="connsiteX124" fmla="*/ 84911 w 602136"/>
                <a:gd name="connsiteY124" fmla="*/ 463927 h 707100"/>
                <a:gd name="connsiteX125" fmla="*/ 71537 w 602136"/>
                <a:gd name="connsiteY125" fmla="*/ 463908 h 707100"/>
                <a:gd name="connsiteX126" fmla="*/ 20194 w 602136"/>
                <a:gd name="connsiteY126" fmla="*/ 455173 h 707100"/>
                <a:gd name="connsiteX127" fmla="*/ 40 w 602136"/>
                <a:gd name="connsiteY127" fmla="*/ 426771 h 707100"/>
                <a:gd name="connsiteX128" fmla="*/ 8186 w 602136"/>
                <a:gd name="connsiteY128" fmla="*/ 393097 h 707100"/>
                <a:gd name="connsiteX129" fmla="*/ 34429 w 602136"/>
                <a:gd name="connsiteY129" fmla="*/ 346486 h 707100"/>
                <a:gd name="connsiteX130" fmla="*/ 50204 w 602136"/>
                <a:gd name="connsiteY130" fmla="*/ 314405 h 707100"/>
                <a:gd name="connsiteX131" fmla="*/ 51128 w 602136"/>
                <a:gd name="connsiteY131" fmla="*/ 309294 h 707100"/>
                <a:gd name="connsiteX132" fmla="*/ 51252 w 602136"/>
                <a:gd name="connsiteY132" fmla="*/ 284749 h 707100"/>
                <a:gd name="connsiteX133" fmla="*/ 55243 w 602136"/>
                <a:gd name="connsiteY133" fmla="*/ 232600 h 707100"/>
                <a:gd name="connsiteX134" fmla="*/ 63114 w 602136"/>
                <a:gd name="connsiteY134" fmla="*/ 187901 h 707100"/>
                <a:gd name="connsiteX135" fmla="*/ 85899 w 602136"/>
                <a:gd name="connsiteY135" fmla="*/ 141324 h 707100"/>
                <a:gd name="connsiteX136" fmla="*/ 112656 w 602136"/>
                <a:gd name="connsiteY136" fmla="*/ 102895 h 707100"/>
                <a:gd name="connsiteX137" fmla="*/ 146587 w 602136"/>
                <a:gd name="connsiteY137" fmla="*/ 68600 h 707100"/>
                <a:gd name="connsiteX138" fmla="*/ 201583 w 602136"/>
                <a:gd name="connsiteY138" fmla="*/ 31383 h 707100"/>
                <a:gd name="connsiteX139" fmla="*/ 259184 w 602136"/>
                <a:gd name="connsiteY139" fmla="*/ 10337 h 707100"/>
                <a:gd name="connsiteX140" fmla="*/ 308160 w 602136"/>
                <a:gd name="connsiteY140" fmla="*/ 1714 h 707100"/>
                <a:gd name="connsiteX141" fmla="*/ 339208 w 602136"/>
                <a:gd name="connsiteY141" fmla="*/ 83 h 70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02136" h="707100">
                  <a:moveTo>
                    <a:pt x="527139" y="610291"/>
                  </a:moveTo>
                  <a:cubicBezTo>
                    <a:pt x="529224" y="610302"/>
                    <a:pt x="531307" y="610823"/>
                    <a:pt x="533786" y="611173"/>
                  </a:cubicBezTo>
                  <a:lnTo>
                    <a:pt x="533809" y="611647"/>
                  </a:lnTo>
                  <a:lnTo>
                    <a:pt x="489309" y="611647"/>
                  </a:lnTo>
                  <a:lnTo>
                    <a:pt x="489260" y="610701"/>
                  </a:lnTo>
                  <a:cubicBezTo>
                    <a:pt x="501934" y="610257"/>
                    <a:pt x="514537" y="610216"/>
                    <a:pt x="527139" y="610291"/>
                  </a:cubicBezTo>
                  <a:close/>
                  <a:moveTo>
                    <a:pt x="534178" y="598480"/>
                  </a:moveTo>
                  <a:cubicBezTo>
                    <a:pt x="534231" y="602433"/>
                    <a:pt x="534284" y="606387"/>
                    <a:pt x="533863" y="610725"/>
                  </a:cubicBezTo>
                  <a:cubicBezTo>
                    <a:pt x="531307" y="610823"/>
                    <a:pt x="529224" y="610302"/>
                    <a:pt x="527139" y="610291"/>
                  </a:cubicBezTo>
                  <a:cubicBezTo>
                    <a:pt x="514537" y="610216"/>
                    <a:pt x="501934" y="610257"/>
                    <a:pt x="489332" y="610259"/>
                  </a:cubicBezTo>
                  <a:cubicBezTo>
                    <a:pt x="489285" y="606631"/>
                    <a:pt x="489239" y="603003"/>
                    <a:pt x="489713" y="598924"/>
                  </a:cubicBezTo>
                  <a:cubicBezTo>
                    <a:pt x="504881" y="598475"/>
                    <a:pt x="519530" y="598477"/>
                    <a:pt x="534178" y="598480"/>
                  </a:cubicBezTo>
                  <a:close/>
                  <a:moveTo>
                    <a:pt x="534179" y="586695"/>
                  </a:moveTo>
                  <a:cubicBezTo>
                    <a:pt x="534231" y="590325"/>
                    <a:pt x="534283" y="593956"/>
                    <a:pt x="534257" y="598034"/>
                  </a:cubicBezTo>
                  <a:cubicBezTo>
                    <a:pt x="519530" y="598477"/>
                    <a:pt x="504881" y="598475"/>
                    <a:pt x="489782" y="598476"/>
                  </a:cubicBezTo>
                  <a:cubicBezTo>
                    <a:pt x="489285" y="594849"/>
                    <a:pt x="489238" y="591218"/>
                    <a:pt x="489712" y="587138"/>
                  </a:cubicBezTo>
                  <a:cubicBezTo>
                    <a:pt x="504881" y="586690"/>
                    <a:pt x="519530" y="586693"/>
                    <a:pt x="534179" y="586695"/>
                  </a:cubicBezTo>
                  <a:close/>
                  <a:moveTo>
                    <a:pt x="534179" y="575889"/>
                  </a:moveTo>
                  <a:cubicBezTo>
                    <a:pt x="534231" y="579194"/>
                    <a:pt x="534282" y="582499"/>
                    <a:pt x="534256" y="586250"/>
                  </a:cubicBezTo>
                  <a:cubicBezTo>
                    <a:pt x="519530" y="586693"/>
                    <a:pt x="504881" y="586690"/>
                    <a:pt x="489781" y="586690"/>
                  </a:cubicBezTo>
                  <a:cubicBezTo>
                    <a:pt x="488958" y="583375"/>
                    <a:pt x="488584" y="580058"/>
                    <a:pt x="488731" y="576312"/>
                  </a:cubicBezTo>
                  <a:cubicBezTo>
                    <a:pt x="504226" y="575886"/>
                    <a:pt x="519203" y="575887"/>
                    <a:pt x="534179" y="575889"/>
                  </a:cubicBezTo>
                  <a:close/>
                  <a:moveTo>
                    <a:pt x="534179" y="568031"/>
                  </a:moveTo>
                  <a:cubicBezTo>
                    <a:pt x="534229" y="570362"/>
                    <a:pt x="534280" y="572695"/>
                    <a:pt x="534255" y="575458"/>
                  </a:cubicBezTo>
                  <a:cubicBezTo>
                    <a:pt x="519203" y="575887"/>
                    <a:pt x="504226" y="575886"/>
                    <a:pt x="488800" y="575887"/>
                  </a:cubicBezTo>
                  <a:cubicBezTo>
                    <a:pt x="488302" y="573557"/>
                    <a:pt x="488254" y="571224"/>
                    <a:pt x="488693" y="568459"/>
                  </a:cubicBezTo>
                  <a:cubicBezTo>
                    <a:pt x="504179" y="568028"/>
                    <a:pt x="519179" y="568029"/>
                    <a:pt x="534179" y="568031"/>
                  </a:cubicBezTo>
                  <a:close/>
                  <a:moveTo>
                    <a:pt x="488713" y="560607"/>
                  </a:moveTo>
                  <a:cubicBezTo>
                    <a:pt x="504202" y="560504"/>
                    <a:pt x="519190" y="560833"/>
                    <a:pt x="534177" y="561162"/>
                  </a:cubicBezTo>
                  <a:cubicBezTo>
                    <a:pt x="534227" y="563169"/>
                    <a:pt x="534277" y="565175"/>
                    <a:pt x="534253" y="567606"/>
                  </a:cubicBezTo>
                  <a:cubicBezTo>
                    <a:pt x="519179" y="568029"/>
                    <a:pt x="504179" y="568028"/>
                    <a:pt x="488765" y="568028"/>
                  </a:cubicBezTo>
                  <a:cubicBezTo>
                    <a:pt x="488303" y="565699"/>
                    <a:pt x="488257" y="563370"/>
                    <a:pt x="488713" y="560607"/>
                  </a:cubicBezTo>
                  <a:close/>
                  <a:moveTo>
                    <a:pt x="532843" y="544508"/>
                  </a:moveTo>
                  <a:cubicBezTo>
                    <a:pt x="533245" y="546790"/>
                    <a:pt x="533294" y="549121"/>
                    <a:pt x="532911" y="551937"/>
                  </a:cubicBezTo>
                  <a:cubicBezTo>
                    <a:pt x="526507" y="554459"/>
                    <a:pt x="520111" y="555366"/>
                    <a:pt x="513726" y="555563"/>
                  </a:cubicBezTo>
                  <a:lnTo>
                    <a:pt x="494666" y="554936"/>
                  </a:lnTo>
                  <a:lnTo>
                    <a:pt x="513717" y="555617"/>
                  </a:lnTo>
                  <a:cubicBezTo>
                    <a:pt x="520092" y="555474"/>
                    <a:pt x="526470" y="554675"/>
                    <a:pt x="532837" y="552368"/>
                  </a:cubicBezTo>
                  <a:cubicBezTo>
                    <a:pt x="533573" y="554984"/>
                    <a:pt x="533949" y="557652"/>
                    <a:pt x="534252" y="560741"/>
                  </a:cubicBezTo>
                  <a:cubicBezTo>
                    <a:pt x="519190" y="560833"/>
                    <a:pt x="504202" y="560504"/>
                    <a:pt x="488784" y="560176"/>
                  </a:cubicBezTo>
                  <a:cubicBezTo>
                    <a:pt x="488304" y="558490"/>
                    <a:pt x="488256" y="556801"/>
                    <a:pt x="488280" y="554696"/>
                  </a:cubicBezTo>
                  <a:lnTo>
                    <a:pt x="494608" y="554934"/>
                  </a:lnTo>
                  <a:lnTo>
                    <a:pt x="488350" y="554279"/>
                  </a:lnTo>
                  <a:cubicBezTo>
                    <a:pt x="488303" y="552593"/>
                    <a:pt x="488255" y="550905"/>
                    <a:pt x="488279" y="548803"/>
                  </a:cubicBezTo>
                  <a:cubicBezTo>
                    <a:pt x="493535" y="548712"/>
                    <a:pt x="498722" y="549336"/>
                    <a:pt x="503904" y="549303"/>
                  </a:cubicBezTo>
                  <a:cubicBezTo>
                    <a:pt x="513656" y="549240"/>
                    <a:pt x="523431" y="548958"/>
                    <a:pt x="532843" y="544508"/>
                  </a:cubicBezTo>
                  <a:close/>
                  <a:moveTo>
                    <a:pt x="339208" y="83"/>
                  </a:moveTo>
                  <a:cubicBezTo>
                    <a:pt x="349580" y="-125"/>
                    <a:pt x="359953" y="47"/>
                    <a:pt x="370255" y="724"/>
                  </a:cubicBezTo>
                  <a:cubicBezTo>
                    <a:pt x="399867" y="2670"/>
                    <a:pt x="427933" y="11690"/>
                    <a:pt x="455016" y="23908"/>
                  </a:cubicBezTo>
                  <a:cubicBezTo>
                    <a:pt x="478444" y="34477"/>
                    <a:pt x="500160" y="47789"/>
                    <a:pt x="519811" y="64170"/>
                  </a:cubicBezTo>
                  <a:cubicBezTo>
                    <a:pt x="542368" y="82973"/>
                    <a:pt x="561179" y="105084"/>
                    <a:pt x="575272" y="131108"/>
                  </a:cubicBezTo>
                  <a:cubicBezTo>
                    <a:pt x="585961" y="150847"/>
                    <a:pt x="593313" y="171731"/>
                    <a:pt x="597929" y="193573"/>
                  </a:cubicBezTo>
                  <a:cubicBezTo>
                    <a:pt x="599714" y="202018"/>
                    <a:pt x="600498" y="210733"/>
                    <a:pt x="601028" y="219369"/>
                  </a:cubicBezTo>
                  <a:cubicBezTo>
                    <a:pt x="601746" y="231056"/>
                    <a:pt x="602506" y="242822"/>
                    <a:pt x="601939" y="254490"/>
                  </a:cubicBezTo>
                  <a:cubicBezTo>
                    <a:pt x="601056" y="272712"/>
                    <a:pt x="598149" y="290683"/>
                    <a:pt x="593467" y="308416"/>
                  </a:cubicBezTo>
                  <a:cubicBezTo>
                    <a:pt x="586711" y="334008"/>
                    <a:pt x="575631" y="357730"/>
                    <a:pt x="563528" y="381054"/>
                  </a:cubicBezTo>
                  <a:cubicBezTo>
                    <a:pt x="557146" y="393356"/>
                    <a:pt x="550064" y="405299"/>
                    <a:pt x="543843" y="417678"/>
                  </a:cubicBezTo>
                  <a:cubicBezTo>
                    <a:pt x="537612" y="430079"/>
                    <a:pt x="533846" y="443079"/>
                    <a:pt x="534169" y="457345"/>
                  </a:cubicBezTo>
                  <a:cubicBezTo>
                    <a:pt x="534546" y="473951"/>
                    <a:pt x="533671" y="490586"/>
                    <a:pt x="532935" y="507712"/>
                  </a:cubicBezTo>
                  <a:cubicBezTo>
                    <a:pt x="531410" y="509327"/>
                    <a:pt x="530059" y="510291"/>
                    <a:pt x="529205" y="511583"/>
                  </a:cubicBezTo>
                  <a:lnTo>
                    <a:pt x="520930" y="524632"/>
                  </a:lnTo>
                  <a:lnTo>
                    <a:pt x="519798" y="526417"/>
                  </a:lnTo>
                  <a:lnTo>
                    <a:pt x="519798" y="526417"/>
                  </a:lnTo>
                  <a:lnTo>
                    <a:pt x="520930" y="524632"/>
                  </a:lnTo>
                  <a:lnTo>
                    <a:pt x="529205" y="511583"/>
                  </a:lnTo>
                  <a:cubicBezTo>
                    <a:pt x="530060" y="510290"/>
                    <a:pt x="531410" y="509327"/>
                    <a:pt x="532862" y="508166"/>
                  </a:cubicBezTo>
                  <a:cubicBezTo>
                    <a:pt x="533243" y="516329"/>
                    <a:pt x="533294" y="524539"/>
                    <a:pt x="532890" y="533204"/>
                  </a:cubicBezTo>
                  <a:lnTo>
                    <a:pt x="530032" y="533966"/>
                  </a:lnTo>
                  <a:lnTo>
                    <a:pt x="532816" y="533659"/>
                  </a:lnTo>
                  <a:cubicBezTo>
                    <a:pt x="533245" y="536962"/>
                    <a:pt x="533293" y="540265"/>
                    <a:pt x="532915" y="544063"/>
                  </a:cubicBezTo>
                  <a:cubicBezTo>
                    <a:pt x="523431" y="548958"/>
                    <a:pt x="513656" y="549240"/>
                    <a:pt x="503904" y="549303"/>
                  </a:cubicBezTo>
                  <a:cubicBezTo>
                    <a:pt x="498722" y="549336"/>
                    <a:pt x="493535" y="548712"/>
                    <a:pt x="488351" y="548385"/>
                  </a:cubicBezTo>
                  <a:cubicBezTo>
                    <a:pt x="488303" y="545732"/>
                    <a:pt x="488256" y="543079"/>
                    <a:pt x="488280" y="539989"/>
                  </a:cubicBezTo>
                  <a:cubicBezTo>
                    <a:pt x="491460" y="539550"/>
                    <a:pt x="494577" y="539416"/>
                    <a:pt x="497678" y="539573"/>
                  </a:cubicBezTo>
                  <a:cubicBezTo>
                    <a:pt x="494577" y="539416"/>
                    <a:pt x="491460" y="539550"/>
                    <a:pt x="488351" y="539551"/>
                  </a:cubicBezTo>
                  <a:cubicBezTo>
                    <a:pt x="488303" y="529706"/>
                    <a:pt x="488257" y="519861"/>
                    <a:pt x="488283" y="509560"/>
                  </a:cubicBezTo>
                  <a:cubicBezTo>
                    <a:pt x="489324" y="510077"/>
                    <a:pt x="490471" y="510618"/>
                    <a:pt x="491534" y="511270"/>
                  </a:cubicBezTo>
                  <a:lnTo>
                    <a:pt x="494275" y="513646"/>
                  </a:lnTo>
                  <a:lnTo>
                    <a:pt x="491543" y="511213"/>
                  </a:lnTo>
                  <a:cubicBezTo>
                    <a:pt x="490489" y="510504"/>
                    <a:pt x="489360" y="509850"/>
                    <a:pt x="488355" y="509104"/>
                  </a:cubicBezTo>
                  <a:cubicBezTo>
                    <a:pt x="488630" y="487248"/>
                    <a:pt x="488337" y="465364"/>
                    <a:pt x="489373" y="443544"/>
                  </a:cubicBezTo>
                  <a:cubicBezTo>
                    <a:pt x="490111" y="427999"/>
                    <a:pt x="495121" y="413244"/>
                    <a:pt x="502280" y="399389"/>
                  </a:cubicBezTo>
                  <a:cubicBezTo>
                    <a:pt x="511940" y="380698"/>
                    <a:pt x="522020" y="362222"/>
                    <a:pt x="531561" y="343472"/>
                  </a:cubicBezTo>
                  <a:cubicBezTo>
                    <a:pt x="541105" y="324716"/>
                    <a:pt x="548436" y="305032"/>
                    <a:pt x="552772" y="284444"/>
                  </a:cubicBezTo>
                  <a:cubicBezTo>
                    <a:pt x="556787" y="265377"/>
                    <a:pt x="558162" y="245897"/>
                    <a:pt x="556783" y="226475"/>
                  </a:cubicBezTo>
                  <a:cubicBezTo>
                    <a:pt x="554913" y="200117"/>
                    <a:pt x="548356" y="174757"/>
                    <a:pt x="534757" y="151939"/>
                  </a:cubicBezTo>
                  <a:cubicBezTo>
                    <a:pt x="527594" y="139921"/>
                    <a:pt x="518992" y="128556"/>
                    <a:pt x="509771" y="118006"/>
                  </a:cubicBezTo>
                  <a:cubicBezTo>
                    <a:pt x="489776" y="95131"/>
                    <a:pt x="464977" y="78537"/>
                    <a:pt x="437439" y="65932"/>
                  </a:cubicBezTo>
                  <a:cubicBezTo>
                    <a:pt x="418718" y="57364"/>
                    <a:pt x="399335" y="51041"/>
                    <a:pt x="379000" y="47443"/>
                  </a:cubicBezTo>
                  <a:cubicBezTo>
                    <a:pt x="360527" y="44174"/>
                    <a:pt x="341900" y="44934"/>
                    <a:pt x="323480" y="45899"/>
                  </a:cubicBezTo>
                  <a:cubicBezTo>
                    <a:pt x="298937" y="47186"/>
                    <a:pt x="274764" y="51927"/>
                    <a:pt x="251435" y="60241"/>
                  </a:cubicBezTo>
                  <a:cubicBezTo>
                    <a:pt x="226316" y="69194"/>
                    <a:pt x="202958" y="81353"/>
                    <a:pt x="182493" y="98532"/>
                  </a:cubicBezTo>
                  <a:cubicBezTo>
                    <a:pt x="172807" y="106663"/>
                    <a:pt x="163303" y="115165"/>
                    <a:pt x="154729" y="124434"/>
                  </a:cubicBezTo>
                  <a:cubicBezTo>
                    <a:pt x="141465" y="138771"/>
                    <a:pt x="129889" y="154497"/>
                    <a:pt x="120702" y="171846"/>
                  </a:cubicBezTo>
                  <a:cubicBezTo>
                    <a:pt x="116821" y="179176"/>
                    <a:pt x="112963" y="186519"/>
                    <a:pt x="109115" y="193867"/>
                  </a:cubicBezTo>
                  <a:cubicBezTo>
                    <a:pt x="104298" y="203064"/>
                    <a:pt x="102691" y="213189"/>
                    <a:pt x="101376" y="223246"/>
                  </a:cubicBezTo>
                  <a:cubicBezTo>
                    <a:pt x="99602" y="236806"/>
                    <a:pt x="98232" y="250449"/>
                    <a:pt x="97440" y="264100"/>
                  </a:cubicBezTo>
                  <a:cubicBezTo>
                    <a:pt x="96612" y="278403"/>
                    <a:pt x="96196" y="292766"/>
                    <a:pt x="96488" y="307085"/>
                  </a:cubicBezTo>
                  <a:cubicBezTo>
                    <a:pt x="96744" y="319645"/>
                    <a:pt x="93756" y="331384"/>
                    <a:pt x="88284" y="342241"/>
                  </a:cubicBezTo>
                  <a:cubicBezTo>
                    <a:pt x="80765" y="357157"/>
                    <a:pt x="71969" y="371425"/>
                    <a:pt x="63802" y="386016"/>
                  </a:cubicBezTo>
                  <a:cubicBezTo>
                    <a:pt x="58304" y="395837"/>
                    <a:pt x="52948" y="405737"/>
                    <a:pt x="47239" y="416128"/>
                  </a:cubicBezTo>
                  <a:cubicBezTo>
                    <a:pt x="51728" y="416778"/>
                    <a:pt x="55133" y="417558"/>
                    <a:pt x="58567" y="417716"/>
                  </a:cubicBezTo>
                  <a:cubicBezTo>
                    <a:pt x="68963" y="418191"/>
                    <a:pt x="79370" y="418605"/>
                    <a:pt x="89775" y="418684"/>
                  </a:cubicBezTo>
                  <a:cubicBezTo>
                    <a:pt x="95919" y="418731"/>
                    <a:pt x="102070" y="418108"/>
                    <a:pt x="108218" y="417769"/>
                  </a:cubicBezTo>
                  <a:cubicBezTo>
                    <a:pt x="118853" y="417179"/>
                    <a:pt x="130265" y="427869"/>
                    <a:pt x="129837" y="439428"/>
                  </a:cubicBezTo>
                  <a:cubicBezTo>
                    <a:pt x="129383" y="451686"/>
                    <a:pt x="129842" y="463976"/>
                    <a:pt x="129712" y="476249"/>
                  </a:cubicBezTo>
                  <a:cubicBezTo>
                    <a:pt x="129463" y="499747"/>
                    <a:pt x="129248" y="523248"/>
                    <a:pt x="128698" y="546739"/>
                  </a:cubicBezTo>
                  <a:cubicBezTo>
                    <a:pt x="128273" y="564920"/>
                    <a:pt x="138341" y="572020"/>
                    <a:pt x="152957" y="574732"/>
                  </a:cubicBezTo>
                  <a:cubicBezTo>
                    <a:pt x="161158" y="576255"/>
                    <a:pt x="169672" y="576941"/>
                    <a:pt x="178011" y="576713"/>
                  </a:cubicBezTo>
                  <a:cubicBezTo>
                    <a:pt x="196303" y="576215"/>
                    <a:pt x="214623" y="575429"/>
                    <a:pt x="232840" y="573761"/>
                  </a:cubicBezTo>
                  <a:cubicBezTo>
                    <a:pt x="250664" y="572130"/>
                    <a:pt x="265813" y="576656"/>
                    <a:pt x="277858" y="590038"/>
                  </a:cubicBezTo>
                  <a:cubicBezTo>
                    <a:pt x="285722" y="598774"/>
                    <a:pt x="290118" y="609520"/>
                    <a:pt x="292573" y="620747"/>
                  </a:cubicBezTo>
                  <a:cubicBezTo>
                    <a:pt x="295027" y="631964"/>
                    <a:pt x="296925" y="643457"/>
                    <a:pt x="297460" y="654904"/>
                  </a:cubicBezTo>
                  <a:cubicBezTo>
                    <a:pt x="298264" y="672140"/>
                    <a:pt x="297669" y="689442"/>
                    <a:pt x="297669" y="707100"/>
                  </a:cubicBezTo>
                  <a:cubicBezTo>
                    <a:pt x="283765" y="707100"/>
                    <a:pt x="268972" y="707100"/>
                    <a:pt x="253316" y="707100"/>
                  </a:cubicBezTo>
                  <a:cubicBezTo>
                    <a:pt x="253687" y="703650"/>
                    <a:pt x="254374" y="700080"/>
                    <a:pt x="254403" y="696506"/>
                  </a:cubicBezTo>
                  <a:cubicBezTo>
                    <a:pt x="254526" y="681285"/>
                    <a:pt x="255021" y="666034"/>
                    <a:pt x="254233" y="650854"/>
                  </a:cubicBezTo>
                  <a:cubicBezTo>
                    <a:pt x="253793" y="642376"/>
                    <a:pt x="251443" y="633926"/>
                    <a:pt x="249300" y="625633"/>
                  </a:cubicBezTo>
                  <a:cubicBezTo>
                    <a:pt x="248094" y="620966"/>
                    <a:pt x="244033" y="618937"/>
                    <a:pt x="239214" y="619112"/>
                  </a:cubicBezTo>
                  <a:cubicBezTo>
                    <a:pt x="222333" y="619722"/>
                    <a:pt x="205407" y="619824"/>
                    <a:pt x="188589" y="621214"/>
                  </a:cubicBezTo>
                  <a:cubicBezTo>
                    <a:pt x="168443" y="622880"/>
                    <a:pt x="148766" y="621218"/>
                    <a:pt x="129595" y="615111"/>
                  </a:cubicBezTo>
                  <a:cubicBezTo>
                    <a:pt x="104936" y="607255"/>
                    <a:pt x="90376" y="589855"/>
                    <a:pt x="84714" y="564937"/>
                  </a:cubicBezTo>
                  <a:cubicBezTo>
                    <a:pt x="83545" y="559796"/>
                    <a:pt x="83649" y="554307"/>
                    <a:pt x="83624" y="548977"/>
                  </a:cubicBezTo>
                  <a:cubicBezTo>
                    <a:pt x="83514" y="526391"/>
                    <a:pt x="83493" y="503804"/>
                    <a:pt x="83637" y="481218"/>
                  </a:cubicBezTo>
                  <a:cubicBezTo>
                    <a:pt x="83672" y="475618"/>
                    <a:pt x="84441" y="470023"/>
                    <a:pt x="84911" y="463927"/>
                  </a:cubicBezTo>
                  <a:cubicBezTo>
                    <a:pt x="79958" y="463927"/>
                    <a:pt x="75743" y="464043"/>
                    <a:pt x="71537" y="463908"/>
                  </a:cubicBezTo>
                  <a:cubicBezTo>
                    <a:pt x="54030" y="463341"/>
                    <a:pt x="36743" y="461769"/>
                    <a:pt x="20194" y="455173"/>
                  </a:cubicBezTo>
                  <a:cubicBezTo>
                    <a:pt x="8698" y="450592"/>
                    <a:pt x="500" y="439305"/>
                    <a:pt x="40" y="426771"/>
                  </a:cubicBezTo>
                  <a:cubicBezTo>
                    <a:pt x="-403" y="414717"/>
                    <a:pt x="2895" y="403449"/>
                    <a:pt x="8186" y="393097"/>
                  </a:cubicBezTo>
                  <a:cubicBezTo>
                    <a:pt x="16293" y="377234"/>
                    <a:pt x="25910" y="362150"/>
                    <a:pt x="34429" y="346486"/>
                  </a:cubicBezTo>
                  <a:cubicBezTo>
                    <a:pt x="40118" y="336025"/>
                    <a:pt x="45063" y="325156"/>
                    <a:pt x="50204" y="314405"/>
                  </a:cubicBezTo>
                  <a:cubicBezTo>
                    <a:pt x="50927" y="312892"/>
                    <a:pt x="51109" y="311010"/>
                    <a:pt x="51128" y="309294"/>
                  </a:cubicBezTo>
                  <a:cubicBezTo>
                    <a:pt x="51220" y="301112"/>
                    <a:pt x="50768" y="292904"/>
                    <a:pt x="51252" y="284749"/>
                  </a:cubicBezTo>
                  <a:cubicBezTo>
                    <a:pt x="52285" y="267345"/>
                    <a:pt x="53244" y="249907"/>
                    <a:pt x="55243" y="232600"/>
                  </a:cubicBezTo>
                  <a:cubicBezTo>
                    <a:pt x="56981" y="217561"/>
                    <a:pt x="58255" y="202045"/>
                    <a:pt x="63114" y="187901"/>
                  </a:cubicBezTo>
                  <a:cubicBezTo>
                    <a:pt x="68691" y="171663"/>
                    <a:pt x="77215" y="156255"/>
                    <a:pt x="85899" y="141324"/>
                  </a:cubicBezTo>
                  <a:cubicBezTo>
                    <a:pt x="93729" y="127861"/>
                    <a:pt x="102651" y="114813"/>
                    <a:pt x="112656" y="102895"/>
                  </a:cubicBezTo>
                  <a:cubicBezTo>
                    <a:pt x="122963" y="90617"/>
                    <a:pt x="134923" y="79677"/>
                    <a:pt x="146587" y="68600"/>
                  </a:cubicBezTo>
                  <a:cubicBezTo>
                    <a:pt x="162823" y="53182"/>
                    <a:pt x="181752" y="41445"/>
                    <a:pt x="201583" y="31383"/>
                  </a:cubicBezTo>
                  <a:cubicBezTo>
                    <a:pt x="219876" y="22101"/>
                    <a:pt x="239079" y="14708"/>
                    <a:pt x="259184" y="10337"/>
                  </a:cubicBezTo>
                  <a:cubicBezTo>
                    <a:pt x="275383" y="6814"/>
                    <a:pt x="291705" y="3054"/>
                    <a:pt x="308160" y="1714"/>
                  </a:cubicBezTo>
                  <a:cubicBezTo>
                    <a:pt x="318462" y="876"/>
                    <a:pt x="328835" y="290"/>
                    <a:pt x="339208" y="8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61" name="Freeform: Shape 3060">
              <a:extLst>
                <a:ext uri="{FF2B5EF4-FFF2-40B4-BE49-F238E27FC236}">
                  <a16:creationId xmlns:a16="http://schemas.microsoft.com/office/drawing/2014/main" id="{F65384EE-B3C3-F64E-6E47-F452E91FA72A}"/>
                </a:ext>
                <a:ext uri="{C183D7F6-B498-43B3-948B-1728B52AA6E4}">
                  <adec:decorative xmlns:adec="http://schemas.microsoft.com/office/drawing/2017/decorative" val="1"/>
                </a:ext>
              </a:extLst>
            </p:cNvPr>
            <p:cNvSpPr/>
            <p:nvPr/>
          </p:nvSpPr>
          <p:spPr>
            <a:xfrm>
              <a:off x="6208118" y="817576"/>
              <a:ext cx="596296" cy="450415"/>
            </a:xfrm>
            <a:custGeom>
              <a:avLst/>
              <a:gdLst>
                <a:gd name="connsiteX0" fmla="*/ 6045751 w 8944438"/>
                <a:gd name="connsiteY0" fmla="*/ 6111593 h 6756231"/>
                <a:gd name="connsiteX1" fmla="*/ 6696198 w 8944438"/>
                <a:gd name="connsiteY1" fmla="*/ 6111593 h 6756231"/>
                <a:gd name="connsiteX2" fmla="*/ 6696198 w 8944438"/>
                <a:gd name="connsiteY2" fmla="*/ 6756231 h 6756231"/>
                <a:gd name="connsiteX3" fmla="*/ 6045751 w 8944438"/>
                <a:gd name="connsiteY3" fmla="*/ 6756231 h 6756231"/>
                <a:gd name="connsiteX4" fmla="*/ 7667067 w 8944438"/>
                <a:gd name="connsiteY4" fmla="*/ 3139735 h 6756231"/>
                <a:gd name="connsiteX5" fmla="*/ 7751727 w 8944438"/>
                <a:gd name="connsiteY5" fmla="*/ 3177592 h 6756231"/>
                <a:gd name="connsiteX6" fmla="*/ 8213355 w 8944438"/>
                <a:gd name="connsiteY6" fmla="*/ 3445200 h 6756231"/>
                <a:gd name="connsiteX7" fmla="*/ 8591268 w 8944438"/>
                <a:gd name="connsiteY7" fmla="*/ 3663136 h 6756231"/>
                <a:gd name="connsiteX8" fmla="*/ 8359607 w 8944438"/>
                <a:gd name="connsiteY8" fmla="*/ 4065356 h 6756231"/>
                <a:gd name="connsiteX9" fmla="*/ 8038651 w 8944438"/>
                <a:gd name="connsiteY9" fmla="*/ 3876624 h 6756231"/>
                <a:gd name="connsiteX10" fmla="*/ 7620972 w 8944438"/>
                <a:gd name="connsiteY10" fmla="*/ 3638161 h 6756231"/>
                <a:gd name="connsiteX11" fmla="*/ 7422761 w 8944438"/>
                <a:gd name="connsiteY11" fmla="*/ 3523656 h 6756231"/>
                <a:gd name="connsiteX12" fmla="*/ 7605141 w 8944438"/>
                <a:gd name="connsiteY12" fmla="*/ 3210758 h 6756231"/>
                <a:gd name="connsiteX13" fmla="*/ 7608303 w 8944438"/>
                <a:gd name="connsiteY13" fmla="*/ 3207224 h 6756231"/>
                <a:gd name="connsiteX14" fmla="*/ 7667067 w 8944438"/>
                <a:gd name="connsiteY14" fmla="*/ 3139735 h 6756231"/>
                <a:gd name="connsiteX15" fmla="*/ 935377 w 8944438"/>
                <a:gd name="connsiteY15" fmla="*/ 3123208 h 6756231"/>
                <a:gd name="connsiteX16" fmla="*/ 1167305 w 8944438"/>
                <a:gd name="connsiteY16" fmla="*/ 3523869 h 6756231"/>
                <a:gd name="connsiteX17" fmla="*/ 231043 w 8944438"/>
                <a:gd name="connsiteY17" fmla="*/ 4064047 h 6756231"/>
                <a:gd name="connsiteX18" fmla="*/ 115134 w 8944438"/>
                <a:gd name="connsiteY18" fmla="*/ 3866514 h 6756231"/>
                <a:gd name="connsiteX19" fmla="*/ 0 w 8944438"/>
                <a:gd name="connsiteY19" fmla="*/ 3662845 h 6756231"/>
                <a:gd name="connsiteX20" fmla="*/ 935377 w 8944438"/>
                <a:gd name="connsiteY20" fmla="*/ 3123208 h 6756231"/>
                <a:gd name="connsiteX21" fmla="*/ 7655027 w 8944438"/>
                <a:gd name="connsiteY21" fmla="*/ 1819315 h 6756231"/>
                <a:gd name="connsiteX22" fmla="*/ 8944438 w 8944438"/>
                <a:gd name="connsiteY22" fmla="*/ 1819315 h 6756231"/>
                <a:gd name="connsiteX23" fmla="*/ 8944438 w 8944438"/>
                <a:gd name="connsiteY23" fmla="*/ 2254683 h 6756231"/>
                <a:gd name="connsiteX24" fmla="*/ 7655027 w 8944438"/>
                <a:gd name="connsiteY24" fmla="*/ 2254683 h 6756231"/>
                <a:gd name="connsiteX25" fmla="*/ 150060 w 8944438"/>
                <a:gd name="connsiteY25" fmla="*/ 1816541 h 6756231"/>
                <a:gd name="connsiteX26" fmla="*/ 1438395 w 8944438"/>
                <a:gd name="connsiteY26" fmla="*/ 1816541 h 6756231"/>
                <a:gd name="connsiteX27" fmla="*/ 1438395 w 8944438"/>
                <a:gd name="connsiteY27" fmla="*/ 2252190 h 6756231"/>
                <a:gd name="connsiteX28" fmla="*/ 150060 w 8944438"/>
                <a:gd name="connsiteY28" fmla="*/ 2252190 h 6756231"/>
                <a:gd name="connsiteX29" fmla="*/ 4646016 w 8944438"/>
                <a:gd name="connsiteY29" fmla="*/ 1762269 h 6756231"/>
                <a:gd name="connsiteX30" fmla="*/ 4375675 w 8944438"/>
                <a:gd name="connsiteY30" fmla="*/ 1820837 h 6756231"/>
                <a:gd name="connsiteX31" fmla="*/ 4136632 w 8944438"/>
                <a:gd name="connsiteY31" fmla="*/ 1992845 h 6756231"/>
                <a:gd name="connsiteX32" fmla="*/ 3959576 w 8944438"/>
                <a:gd name="connsiteY32" fmla="*/ 2599801 h 6756231"/>
                <a:gd name="connsiteX33" fmla="*/ 4391733 w 8944438"/>
                <a:gd name="connsiteY33" fmla="*/ 3123786 h 6756231"/>
                <a:gd name="connsiteX34" fmla="*/ 4863458 w 8944438"/>
                <a:gd name="connsiteY34" fmla="*/ 3144427 h 6756231"/>
                <a:gd name="connsiteX35" fmla="*/ 5233933 w 8944438"/>
                <a:gd name="connsiteY35" fmla="*/ 2875486 h 6756231"/>
                <a:gd name="connsiteX36" fmla="*/ 5362850 w 8944438"/>
                <a:gd name="connsiteY36" fmla="*/ 2452310 h 6756231"/>
                <a:gd name="connsiteX37" fmla="*/ 5309121 w 8944438"/>
                <a:gd name="connsiteY37" fmla="*/ 2212333 h 6756231"/>
                <a:gd name="connsiteX38" fmla="*/ 4646016 w 8944438"/>
                <a:gd name="connsiteY38" fmla="*/ 1762269 h 6756231"/>
                <a:gd name="connsiteX39" fmla="*/ 4431281 w 8944438"/>
                <a:gd name="connsiteY39" fmla="*/ 981991 h 6756231"/>
                <a:gd name="connsiteX40" fmla="*/ 4878230 w 8944438"/>
                <a:gd name="connsiteY40" fmla="*/ 981991 h 6756231"/>
                <a:gd name="connsiteX41" fmla="*/ 4878230 w 8944438"/>
                <a:gd name="connsiteY41" fmla="*/ 1326160 h 6756231"/>
                <a:gd name="connsiteX42" fmla="*/ 5149620 w 8944438"/>
                <a:gd name="connsiteY42" fmla="*/ 1426502 h 6756231"/>
                <a:gd name="connsiteX43" fmla="*/ 5252345 w 8944438"/>
                <a:gd name="connsiteY43" fmla="*/ 1481490 h 6756231"/>
                <a:gd name="connsiteX44" fmla="*/ 5335467 w 8944438"/>
                <a:gd name="connsiteY44" fmla="*/ 1471783 h 6756231"/>
                <a:gd name="connsiteX45" fmla="*/ 5519590 w 8944438"/>
                <a:gd name="connsiteY45" fmla="*/ 1285641 h 6756231"/>
                <a:gd name="connsiteX46" fmla="*/ 5581368 w 8944438"/>
                <a:gd name="connsiteY46" fmla="*/ 1283583 h 6756231"/>
                <a:gd name="connsiteX47" fmla="*/ 5840547 w 8944438"/>
                <a:gd name="connsiteY47" fmla="*/ 1542809 h 6756231"/>
                <a:gd name="connsiteX48" fmla="*/ 5840433 w 8944438"/>
                <a:gd name="connsiteY48" fmla="*/ 1604615 h 6756231"/>
                <a:gd name="connsiteX49" fmla="*/ 5647507 w 8944438"/>
                <a:gd name="connsiteY49" fmla="*/ 1795415 h 6756231"/>
                <a:gd name="connsiteX50" fmla="*/ 5640031 w 8944438"/>
                <a:gd name="connsiteY50" fmla="*/ 1867794 h 6756231"/>
                <a:gd name="connsiteX51" fmla="*/ 5788217 w 8944438"/>
                <a:gd name="connsiteY51" fmla="*/ 2254329 h 6756231"/>
                <a:gd name="connsiteX52" fmla="*/ 6144273 w 8944438"/>
                <a:gd name="connsiteY52" fmla="*/ 2254329 h 6756231"/>
                <a:gd name="connsiteX53" fmla="*/ 6144273 w 8944438"/>
                <a:gd name="connsiteY53" fmla="*/ 2690239 h 6756231"/>
                <a:gd name="connsiteX54" fmla="*/ 5805732 w 8944438"/>
                <a:gd name="connsiteY54" fmla="*/ 2690239 h 6756231"/>
                <a:gd name="connsiteX55" fmla="*/ 5624315 w 8944438"/>
                <a:gd name="connsiteY55" fmla="*/ 3130473 h 6756231"/>
                <a:gd name="connsiteX56" fmla="*/ 5857796 w 8944438"/>
                <a:gd name="connsiteY56" fmla="*/ 3359142 h 6756231"/>
                <a:gd name="connsiteX57" fmla="*/ 5541488 w 8944438"/>
                <a:gd name="connsiteY57" fmla="*/ 3675423 h 6756231"/>
                <a:gd name="connsiteX58" fmla="*/ 5328380 w 8944438"/>
                <a:gd name="connsiteY58" fmla="*/ 3459754 h 6756231"/>
                <a:gd name="connsiteX59" fmla="*/ 5265555 w 8944438"/>
                <a:gd name="connsiteY59" fmla="*/ 3451143 h 6756231"/>
                <a:gd name="connsiteX60" fmla="*/ 4881174 w 8944438"/>
                <a:gd name="connsiteY60" fmla="*/ 3602253 h 6756231"/>
                <a:gd name="connsiteX61" fmla="*/ 4881174 w 8944438"/>
                <a:gd name="connsiteY61" fmla="*/ 3955927 h 6756231"/>
                <a:gd name="connsiteX62" fmla="*/ 4434071 w 8944438"/>
                <a:gd name="connsiteY62" fmla="*/ 3955927 h 6756231"/>
                <a:gd name="connsiteX63" fmla="*/ 4434071 w 8944438"/>
                <a:gd name="connsiteY63" fmla="*/ 3617484 h 6756231"/>
                <a:gd name="connsiteX64" fmla="*/ 4098410 w 8944438"/>
                <a:gd name="connsiteY64" fmla="*/ 3483222 h 6756231"/>
                <a:gd name="connsiteX65" fmla="*/ 4089960 w 8944438"/>
                <a:gd name="connsiteY65" fmla="*/ 3479031 h 6756231"/>
                <a:gd name="connsiteX66" fmla="*/ 3940432 w 8944438"/>
                <a:gd name="connsiteY66" fmla="*/ 3503778 h 6756231"/>
                <a:gd name="connsiteX67" fmla="*/ 3763070 w 8944438"/>
                <a:gd name="connsiteY67" fmla="*/ 3682005 h 6756231"/>
                <a:gd name="connsiteX68" fmla="*/ 3447944 w 8944438"/>
                <a:gd name="connsiteY68" fmla="*/ 3367364 h 6756231"/>
                <a:gd name="connsiteX69" fmla="*/ 3689920 w 8944438"/>
                <a:gd name="connsiteY69" fmla="*/ 3128921 h 6756231"/>
                <a:gd name="connsiteX70" fmla="*/ 3563527 w 8944438"/>
                <a:gd name="connsiteY70" fmla="*/ 2848321 h 6756231"/>
                <a:gd name="connsiteX71" fmla="*/ 3529104 w 8944438"/>
                <a:gd name="connsiteY71" fmla="*/ 2727318 h 6756231"/>
                <a:gd name="connsiteX72" fmla="*/ 3484566 w 8944438"/>
                <a:gd name="connsiteY72" fmla="*/ 2692553 h 6756231"/>
                <a:gd name="connsiteX73" fmla="*/ 3168420 w 8944438"/>
                <a:gd name="connsiteY73" fmla="*/ 2692829 h 6756231"/>
                <a:gd name="connsiteX74" fmla="*/ 3168420 w 8944438"/>
                <a:gd name="connsiteY74" fmla="*/ 2254681 h 6756231"/>
                <a:gd name="connsiteX75" fmla="*/ 3222111 w 8944438"/>
                <a:gd name="connsiteY75" fmla="*/ 2254681 h 6756231"/>
                <a:gd name="connsiteX76" fmla="*/ 3483966 w 8944438"/>
                <a:gd name="connsiteY76" fmla="*/ 2254728 h 6756231"/>
                <a:gd name="connsiteX77" fmla="*/ 3528104 w 8944438"/>
                <a:gd name="connsiteY77" fmla="*/ 2225411 h 6756231"/>
                <a:gd name="connsiteX78" fmla="*/ 3674748 w 8944438"/>
                <a:gd name="connsiteY78" fmla="*/ 1858099 h 6756231"/>
                <a:gd name="connsiteX79" fmla="*/ 3667518 w 8944438"/>
                <a:gd name="connsiteY79" fmla="*/ 1798930 h 6756231"/>
                <a:gd name="connsiteX80" fmla="*/ 3438304 w 8944438"/>
                <a:gd name="connsiteY80" fmla="*/ 1571393 h 6756231"/>
                <a:gd name="connsiteX81" fmla="*/ 3601235 w 8944438"/>
                <a:gd name="connsiteY81" fmla="*/ 1414120 h 6756231"/>
                <a:gd name="connsiteX82" fmla="*/ 3748822 w 8944438"/>
                <a:gd name="connsiteY82" fmla="*/ 1264829 h 6756231"/>
                <a:gd name="connsiteX83" fmla="*/ 3999361 w 8944438"/>
                <a:gd name="connsiteY83" fmla="*/ 1516416 h 6756231"/>
                <a:gd name="connsiteX84" fmla="*/ 4431281 w 8944438"/>
                <a:gd name="connsiteY84" fmla="*/ 1337217 h 6756231"/>
                <a:gd name="connsiteX85" fmla="*/ 4431281 w 8944438"/>
                <a:gd name="connsiteY85" fmla="*/ 981991 h 6756231"/>
                <a:gd name="connsiteX86" fmla="*/ 8354335 w 8944438"/>
                <a:gd name="connsiteY86" fmla="*/ 8823 h 6756231"/>
                <a:gd name="connsiteX87" fmla="*/ 8379682 w 8944438"/>
                <a:gd name="connsiteY87" fmla="*/ 32636 h 6756231"/>
                <a:gd name="connsiteX88" fmla="*/ 8576035 w 8944438"/>
                <a:gd name="connsiteY88" fmla="*/ 373233 h 6756231"/>
                <a:gd name="connsiteX89" fmla="*/ 8563738 w 8944438"/>
                <a:gd name="connsiteY89" fmla="*/ 417380 h 6756231"/>
                <a:gd name="connsiteX90" fmla="*/ 7922795 w 8944438"/>
                <a:gd name="connsiteY90" fmla="*/ 786485 h 6756231"/>
                <a:gd name="connsiteX91" fmla="*/ 7654844 w 8944438"/>
                <a:gd name="connsiteY91" fmla="*/ 941052 h 6756231"/>
                <a:gd name="connsiteX92" fmla="*/ 7423391 w 8944438"/>
                <a:gd name="connsiteY92" fmla="*/ 540488 h 6756231"/>
                <a:gd name="connsiteX93" fmla="*/ 8220293 w 8944438"/>
                <a:gd name="connsiteY93" fmla="*/ 80156 h 6756231"/>
                <a:gd name="connsiteX94" fmla="*/ 8323638 w 8944438"/>
                <a:gd name="connsiteY94" fmla="*/ 18055 h 6756231"/>
                <a:gd name="connsiteX95" fmla="*/ 8354335 w 8944438"/>
                <a:gd name="connsiteY95" fmla="*/ 8823 h 6756231"/>
                <a:gd name="connsiteX96" fmla="*/ 974555 w 8944438"/>
                <a:gd name="connsiteY96" fmla="*/ 0 h 6756231"/>
                <a:gd name="connsiteX97" fmla="*/ 1911152 w 8944438"/>
                <a:gd name="connsiteY97" fmla="*/ 540056 h 6756231"/>
                <a:gd name="connsiteX98" fmla="*/ 1679548 w 8944438"/>
                <a:gd name="connsiteY98" fmla="*/ 941983 h 6756231"/>
                <a:gd name="connsiteX99" fmla="*/ 803358 w 8944438"/>
                <a:gd name="connsiteY99" fmla="*/ 435465 h 6756231"/>
                <a:gd name="connsiteX100" fmla="*/ 743915 w 8944438"/>
                <a:gd name="connsiteY100" fmla="*/ 399451 h 6756231"/>
                <a:gd name="connsiteX101" fmla="*/ 974555 w 8944438"/>
                <a:gd name="connsiteY101" fmla="*/ 0 h 675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944438" h="6756231">
                  <a:moveTo>
                    <a:pt x="6045751" y="6111593"/>
                  </a:moveTo>
                  <a:lnTo>
                    <a:pt x="6696198" y="6111593"/>
                  </a:lnTo>
                  <a:lnTo>
                    <a:pt x="6696198" y="6756231"/>
                  </a:lnTo>
                  <a:lnTo>
                    <a:pt x="6045751" y="6756231"/>
                  </a:lnTo>
                  <a:close/>
                  <a:moveTo>
                    <a:pt x="7667067" y="3139735"/>
                  </a:moveTo>
                  <a:cubicBezTo>
                    <a:pt x="7684765" y="3136412"/>
                    <a:pt x="7706779" y="3150647"/>
                    <a:pt x="7751727" y="3177592"/>
                  </a:cubicBezTo>
                  <a:cubicBezTo>
                    <a:pt x="7904247" y="3269049"/>
                    <a:pt x="8059310" y="3356277"/>
                    <a:pt x="8213355" y="3445200"/>
                  </a:cubicBezTo>
                  <a:cubicBezTo>
                    <a:pt x="8337433" y="3516835"/>
                    <a:pt x="8461579" y="3588357"/>
                    <a:pt x="8591268" y="3663136"/>
                  </a:cubicBezTo>
                  <a:cubicBezTo>
                    <a:pt x="8513470" y="3798216"/>
                    <a:pt x="8437434" y="3930229"/>
                    <a:pt x="8359607" y="4065356"/>
                  </a:cubicBezTo>
                  <a:cubicBezTo>
                    <a:pt x="8253206" y="4002836"/>
                    <a:pt x="8147424" y="3940687"/>
                    <a:pt x="8038651" y="3876624"/>
                  </a:cubicBezTo>
                  <a:cubicBezTo>
                    <a:pt x="7897427" y="3795882"/>
                    <a:pt x="7759118" y="3717160"/>
                    <a:pt x="7620972" y="3638161"/>
                  </a:cubicBezTo>
                  <a:cubicBezTo>
                    <a:pt x="7555974" y="3600986"/>
                    <a:pt x="7491282" y="3563268"/>
                    <a:pt x="7422761" y="3523656"/>
                  </a:cubicBezTo>
                  <a:cubicBezTo>
                    <a:pt x="7483320" y="3419731"/>
                    <a:pt x="7544211" y="3315226"/>
                    <a:pt x="7605141" y="3210758"/>
                  </a:cubicBezTo>
                  <a:cubicBezTo>
                    <a:pt x="7605923" y="3209414"/>
                    <a:pt x="7607465" y="3208538"/>
                    <a:pt x="7608303" y="3207224"/>
                  </a:cubicBezTo>
                  <a:cubicBezTo>
                    <a:pt x="7635987" y="3163939"/>
                    <a:pt x="7649369" y="3143058"/>
                    <a:pt x="7667067" y="3139735"/>
                  </a:cubicBezTo>
                  <a:close/>
                  <a:moveTo>
                    <a:pt x="935377" y="3123208"/>
                  </a:moveTo>
                  <a:cubicBezTo>
                    <a:pt x="1014261" y="3259470"/>
                    <a:pt x="1089717" y="3389826"/>
                    <a:pt x="1167305" y="3523869"/>
                  </a:cubicBezTo>
                  <a:cubicBezTo>
                    <a:pt x="855626" y="3703688"/>
                    <a:pt x="545452" y="3882649"/>
                    <a:pt x="231043" y="4064047"/>
                  </a:cubicBezTo>
                  <a:cubicBezTo>
                    <a:pt x="192719" y="3998232"/>
                    <a:pt x="155128" y="3933673"/>
                    <a:pt x="115134" y="3866514"/>
                  </a:cubicBezTo>
                  <a:cubicBezTo>
                    <a:pt x="76179" y="3798715"/>
                    <a:pt x="39628" y="3733528"/>
                    <a:pt x="0" y="3662845"/>
                  </a:cubicBezTo>
                  <a:cubicBezTo>
                    <a:pt x="310761" y="3483560"/>
                    <a:pt x="620840" y="3304674"/>
                    <a:pt x="935377" y="3123208"/>
                  </a:cubicBezTo>
                  <a:close/>
                  <a:moveTo>
                    <a:pt x="7655027" y="1819315"/>
                  </a:moveTo>
                  <a:lnTo>
                    <a:pt x="8944438" y="1819315"/>
                  </a:lnTo>
                  <a:lnTo>
                    <a:pt x="8944438" y="2254683"/>
                  </a:lnTo>
                  <a:lnTo>
                    <a:pt x="7655027" y="2254683"/>
                  </a:lnTo>
                  <a:close/>
                  <a:moveTo>
                    <a:pt x="150060" y="1816541"/>
                  </a:moveTo>
                  <a:lnTo>
                    <a:pt x="1438395" y="1816541"/>
                  </a:lnTo>
                  <a:lnTo>
                    <a:pt x="1438395" y="2252190"/>
                  </a:lnTo>
                  <a:lnTo>
                    <a:pt x="150060" y="2252190"/>
                  </a:lnTo>
                  <a:close/>
                  <a:moveTo>
                    <a:pt x="4646016" y="1762269"/>
                  </a:moveTo>
                  <a:cubicBezTo>
                    <a:pt x="4557902" y="1762974"/>
                    <a:pt x="4470066" y="1797931"/>
                    <a:pt x="4375675" y="1820837"/>
                  </a:cubicBezTo>
                  <a:cubicBezTo>
                    <a:pt x="4283543" y="1860860"/>
                    <a:pt x="4204382" y="1918532"/>
                    <a:pt x="4136632" y="1992845"/>
                  </a:cubicBezTo>
                  <a:cubicBezTo>
                    <a:pt x="3978330" y="2166462"/>
                    <a:pt x="3915230" y="2371188"/>
                    <a:pt x="3959576" y="2599801"/>
                  </a:cubicBezTo>
                  <a:cubicBezTo>
                    <a:pt x="4007876" y="2848807"/>
                    <a:pt x="4157711" y="3024538"/>
                    <a:pt x="4391733" y="3123786"/>
                  </a:cubicBezTo>
                  <a:cubicBezTo>
                    <a:pt x="4545369" y="3188946"/>
                    <a:pt x="4702956" y="3195117"/>
                    <a:pt x="4863458" y="3144427"/>
                  </a:cubicBezTo>
                  <a:cubicBezTo>
                    <a:pt x="5017559" y="3095755"/>
                    <a:pt x="5140133" y="3004241"/>
                    <a:pt x="5233933" y="2875486"/>
                  </a:cubicBezTo>
                  <a:cubicBezTo>
                    <a:pt x="5325123" y="2750293"/>
                    <a:pt x="5367461" y="2605192"/>
                    <a:pt x="5362850" y="2452310"/>
                  </a:cubicBezTo>
                  <a:cubicBezTo>
                    <a:pt x="5360422" y="2371683"/>
                    <a:pt x="5337220" y="2288903"/>
                    <a:pt x="5309121" y="2212333"/>
                  </a:cubicBezTo>
                  <a:cubicBezTo>
                    <a:pt x="5205587" y="1930314"/>
                    <a:pt x="4935217" y="1759954"/>
                    <a:pt x="4646016" y="1762269"/>
                  </a:cubicBezTo>
                  <a:close/>
                  <a:moveTo>
                    <a:pt x="4431281" y="981991"/>
                  </a:moveTo>
                  <a:cubicBezTo>
                    <a:pt x="4581267" y="981991"/>
                    <a:pt x="4727710" y="981991"/>
                    <a:pt x="4878230" y="981991"/>
                  </a:cubicBezTo>
                  <a:cubicBezTo>
                    <a:pt x="4878230" y="1099108"/>
                    <a:pt x="4878230" y="1215891"/>
                    <a:pt x="4878230" y="1326160"/>
                  </a:cubicBezTo>
                  <a:cubicBezTo>
                    <a:pt x="4972593" y="1360781"/>
                    <a:pt x="5061773" y="1391937"/>
                    <a:pt x="5149620" y="1426502"/>
                  </a:cubicBezTo>
                  <a:cubicBezTo>
                    <a:pt x="5185633" y="1440665"/>
                    <a:pt x="5221884" y="1458125"/>
                    <a:pt x="5252345" y="1481490"/>
                  </a:cubicBezTo>
                  <a:cubicBezTo>
                    <a:pt x="5287033" y="1508102"/>
                    <a:pt x="5307893" y="1501205"/>
                    <a:pt x="5335467" y="1471783"/>
                  </a:cubicBezTo>
                  <a:cubicBezTo>
                    <a:pt x="5395120" y="1408120"/>
                    <a:pt x="5458975" y="1348428"/>
                    <a:pt x="5519590" y="1285641"/>
                  </a:cubicBezTo>
                  <a:cubicBezTo>
                    <a:pt x="5541488" y="1262952"/>
                    <a:pt x="5556870" y="1258352"/>
                    <a:pt x="5581368" y="1283583"/>
                  </a:cubicBezTo>
                  <a:cubicBezTo>
                    <a:pt x="5666480" y="1371250"/>
                    <a:pt x="5753013" y="1457562"/>
                    <a:pt x="5840547" y="1542809"/>
                  </a:cubicBezTo>
                  <a:cubicBezTo>
                    <a:pt x="5864520" y="1566155"/>
                    <a:pt x="5864424" y="1581574"/>
                    <a:pt x="5840433" y="1604615"/>
                  </a:cubicBezTo>
                  <a:cubicBezTo>
                    <a:pt x="5775207" y="1667260"/>
                    <a:pt x="5713267" y="1733362"/>
                    <a:pt x="5647507" y="1795415"/>
                  </a:cubicBezTo>
                  <a:cubicBezTo>
                    <a:pt x="5621277" y="1820162"/>
                    <a:pt x="5620781" y="1838982"/>
                    <a:pt x="5640031" y="1867794"/>
                  </a:cubicBezTo>
                  <a:cubicBezTo>
                    <a:pt x="5708838" y="1970813"/>
                    <a:pt x="5774635" y="2144356"/>
                    <a:pt x="5788217" y="2254329"/>
                  </a:cubicBezTo>
                  <a:cubicBezTo>
                    <a:pt x="5905591" y="2254329"/>
                    <a:pt x="6023766" y="2254329"/>
                    <a:pt x="6144273" y="2254329"/>
                  </a:cubicBezTo>
                  <a:cubicBezTo>
                    <a:pt x="6144273" y="2401743"/>
                    <a:pt x="6144273" y="2543890"/>
                    <a:pt x="6144273" y="2690239"/>
                  </a:cubicBezTo>
                  <a:cubicBezTo>
                    <a:pt x="6027098" y="2690239"/>
                    <a:pt x="5910391" y="2690239"/>
                    <a:pt x="5805732" y="2690239"/>
                  </a:cubicBezTo>
                  <a:cubicBezTo>
                    <a:pt x="5744270" y="2839386"/>
                    <a:pt x="5686026" y="2980724"/>
                    <a:pt x="5624315" y="3130473"/>
                  </a:cubicBezTo>
                  <a:cubicBezTo>
                    <a:pt x="5696979" y="3201633"/>
                    <a:pt x="5779617" y="3282574"/>
                    <a:pt x="5857796" y="3359142"/>
                  </a:cubicBezTo>
                  <a:cubicBezTo>
                    <a:pt x="5751443" y="3465478"/>
                    <a:pt x="5647594" y="3569326"/>
                    <a:pt x="5541488" y="3675423"/>
                  </a:cubicBezTo>
                  <a:cubicBezTo>
                    <a:pt x="5475472" y="3608768"/>
                    <a:pt x="5401387" y="3534779"/>
                    <a:pt x="5328380" y="3459754"/>
                  </a:cubicBezTo>
                  <a:cubicBezTo>
                    <a:pt x="5308464" y="3439284"/>
                    <a:pt x="5295520" y="3432065"/>
                    <a:pt x="5265555" y="3451143"/>
                  </a:cubicBezTo>
                  <a:cubicBezTo>
                    <a:pt x="5148810" y="3525446"/>
                    <a:pt x="5021054" y="3574870"/>
                    <a:pt x="4881174" y="3602253"/>
                  </a:cubicBezTo>
                  <a:cubicBezTo>
                    <a:pt x="4881174" y="3718361"/>
                    <a:pt x="4881174" y="3835315"/>
                    <a:pt x="4881174" y="3955927"/>
                  </a:cubicBezTo>
                  <a:cubicBezTo>
                    <a:pt x="4731073" y="3955927"/>
                    <a:pt x="4584629" y="3955927"/>
                    <a:pt x="4434071" y="3955927"/>
                  </a:cubicBezTo>
                  <a:cubicBezTo>
                    <a:pt x="4434071" y="3839000"/>
                    <a:pt x="4434071" y="3722246"/>
                    <a:pt x="4434071" y="3617484"/>
                  </a:cubicBezTo>
                  <a:cubicBezTo>
                    <a:pt x="4317050" y="3570679"/>
                    <a:pt x="4207715" y="3526970"/>
                    <a:pt x="4098410" y="3483222"/>
                  </a:cubicBezTo>
                  <a:cubicBezTo>
                    <a:pt x="4095495" y="3482051"/>
                    <a:pt x="4092752" y="3480489"/>
                    <a:pt x="4089960" y="3479031"/>
                  </a:cubicBezTo>
                  <a:cubicBezTo>
                    <a:pt x="4008104" y="3436076"/>
                    <a:pt x="4008047" y="3436008"/>
                    <a:pt x="3940432" y="3503778"/>
                  </a:cubicBezTo>
                  <a:cubicBezTo>
                    <a:pt x="3880130" y="3564211"/>
                    <a:pt x="3819982" y="3624799"/>
                    <a:pt x="3763070" y="3682005"/>
                  </a:cubicBezTo>
                  <a:cubicBezTo>
                    <a:pt x="3655832" y="3574936"/>
                    <a:pt x="3551793" y="3471059"/>
                    <a:pt x="3447944" y="3367364"/>
                  </a:cubicBezTo>
                  <a:cubicBezTo>
                    <a:pt x="3527361" y="3289099"/>
                    <a:pt x="3611646" y="3206052"/>
                    <a:pt x="3689920" y="3128921"/>
                  </a:cubicBezTo>
                  <a:cubicBezTo>
                    <a:pt x="3643802" y="3027262"/>
                    <a:pt x="3601655" y="2938636"/>
                    <a:pt x="3563527" y="2848321"/>
                  </a:cubicBezTo>
                  <a:cubicBezTo>
                    <a:pt x="3547296" y="2809879"/>
                    <a:pt x="3535629" y="2768504"/>
                    <a:pt x="3529104" y="2727318"/>
                  </a:cubicBezTo>
                  <a:cubicBezTo>
                    <a:pt x="3524257" y="2696792"/>
                    <a:pt x="3509864" y="2692400"/>
                    <a:pt x="3484566" y="2692553"/>
                  </a:cubicBezTo>
                  <a:cubicBezTo>
                    <a:pt x="3380157" y="2693201"/>
                    <a:pt x="3275735" y="2692829"/>
                    <a:pt x="3168420" y="2692829"/>
                  </a:cubicBezTo>
                  <a:cubicBezTo>
                    <a:pt x="3168420" y="2546757"/>
                    <a:pt x="3168420" y="2404601"/>
                    <a:pt x="3168420" y="2254681"/>
                  </a:cubicBezTo>
                  <a:cubicBezTo>
                    <a:pt x="3185679" y="2254681"/>
                    <a:pt x="3203900" y="2254681"/>
                    <a:pt x="3222111" y="2254681"/>
                  </a:cubicBezTo>
                  <a:cubicBezTo>
                    <a:pt x="3309396" y="2254681"/>
                    <a:pt x="3396682" y="2254594"/>
                    <a:pt x="3483966" y="2254728"/>
                  </a:cubicBezTo>
                  <a:cubicBezTo>
                    <a:pt x="3505350" y="2254767"/>
                    <a:pt x="3522446" y="2255157"/>
                    <a:pt x="3528104" y="2225411"/>
                  </a:cubicBezTo>
                  <a:cubicBezTo>
                    <a:pt x="3553155" y="2093731"/>
                    <a:pt x="3602093" y="1970519"/>
                    <a:pt x="3674748" y="1858099"/>
                  </a:cubicBezTo>
                  <a:cubicBezTo>
                    <a:pt x="3692615" y="1830448"/>
                    <a:pt x="3686986" y="1817961"/>
                    <a:pt x="3667518" y="1798930"/>
                  </a:cubicBezTo>
                  <a:cubicBezTo>
                    <a:pt x="3592673" y="1725713"/>
                    <a:pt x="3518809" y="1651486"/>
                    <a:pt x="3438304" y="1571393"/>
                  </a:cubicBezTo>
                  <a:cubicBezTo>
                    <a:pt x="3492729" y="1518893"/>
                    <a:pt x="3545792" y="1467697"/>
                    <a:pt x="3601235" y="1414120"/>
                  </a:cubicBezTo>
                  <a:cubicBezTo>
                    <a:pt x="3652631" y="1362154"/>
                    <a:pt x="3701645" y="1312558"/>
                    <a:pt x="3748822" y="1264829"/>
                  </a:cubicBezTo>
                  <a:cubicBezTo>
                    <a:pt x="3833536" y="1349895"/>
                    <a:pt x="3915915" y="1432627"/>
                    <a:pt x="3999361" y="1516416"/>
                  </a:cubicBezTo>
                  <a:cubicBezTo>
                    <a:pt x="4136603" y="1425293"/>
                    <a:pt x="4276436" y="1366812"/>
                    <a:pt x="4431281" y="1337217"/>
                  </a:cubicBezTo>
                  <a:cubicBezTo>
                    <a:pt x="4431281" y="1219567"/>
                    <a:pt x="4431281" y="1102566"/>
                    <a:pt x="4431281" y="981991"/>
                  </a:cubicBezTo>
                  <a:close/>
                  <a:moveTo>
                    <a:pt x="8354335" y="8823"/>
                  </a:moveTo>
                  <a:cubicBezTo>
                    <a:pt x="8363323" y="10506"/>
                    <a:pt x="8371419" y="17697"/>
                    <a:pt x="8379682" y="32636"/>
                  </a:cubicBezTo>
                  <a:cubicBezTo>
                    <a:pt x="8443078" y="147305"/>
                    <a:pt x="8509276" y="260469"/>
                    <a:pt x="8576035" y="373233"/>
                  </a:cubicBezTo>
                  <a:cubicBezTo>
                    <a:pt x="8589389" y="395797"/>
                    <a:pt x="8584874" y="405265"/>
                    <a:pt x="8563738" y="417380"/>
                  </a:cubicBezTo>
                  <a:cubicBezTo>
                    <a:pt x="8349811" y="539926"/>
                    <a:pt x="8136370" y="663320"/>
                    <a:pt x="7922795" y="786485"/>
                  </a:cubicBezTo>
                  <a:cubicBezTo>
                    <a:pt x="7834044" y="837672"/>
                    <a:pt x="7745301" y="888876"/>
                    <a:pt x="7654844" y="941052"/>
                  </a:cubicBezTo>
                  <a:cubicBezTo>
                    <a:pt x="7576922" y="806192"/>
                    <a:pt x="7501380" y="675464"/>
                    <a:pt x="7423391" y="540488"/>
                  </a:cubicBezTo>
                  <a:cubicBezTo>
                    <a:pt x="7688275" y="387568"/>
                    <a:pt x="7952808" y="234848"/>
                    <a:pt x="8220293" y="80156"/>
                  </a:cubicBezTo>
                  <a:cubicBezTo>
                    <a:pt x="8256707" y="58145"/>
                    <a:pt x="8290186" y="38123"/>
                    <a:pt x="8323638" y="18055"/>
                  </a:cubicBezTo>
                  <a:cubicBezTo>
                    <a:pt x="8335468" y="10963"/>
                    <a:pt x="8345347" y="7139"/>
                    <a:pt x="8354335" y="8823"/>
                  </a:cubicBezTo>
                  <a:close/>
                  <a:moveTo>
                    <a:pt x="974555" y="0"/>
                  </a:moveTo>
                  <a:cubicBezTo>
                    <a:pt x="1286472" y="179857"/>
                    <a:pt x="1596606" y="358685"/>
                    <a:pt x="1911152" y="540056"/>
                  </a:cubicBezTo>
                  <a:cubicBezTo>
                    <a:pt x="1832202" y="677071"/>
                    <a:pt x="1756271" y="808846"/>
                    <a:pt x="1679548" y="941983"/>
                  </a:cubicBezTo>
                  <a:cubicBezTo>
                    <a:pt x="1384815" y="771213"/>
                    <a:pt x="1095806" y="603767"/>
                    <a:pt x="803358" y="435465"/>
                  </a:cubicBezTo>
                  <a:cubicBezTo>
                    <a:pt x="782747" y="423825"/>
                    <a:pt x="765565" y="413044"/>
                    <a:pt x="743915" y="399451"/>
                  </a:cubicBezTo>
                  <a:cubicBezTo>
                    <a:pt x="819561" y="268447"/>
                    <a:pt x="894911" y="137948"/>
                    <a:pt x="974555"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69" name="Group 68">
            <a:extLst>
              <a:ext uri="{FF2B5EF4-FFF2-40B4-BE49-F238E27FC236}">
                <a16:creationId xmlns:a16="http://schemas.microsoft.com/office/drawing/2014/main" id="{053EB5B2-821C-5D51-6935-23057C017B48}"/>
              </a:ext>
              <a:ext uri="{C183D7F6-B498-43B3-948B-1728B52AA6E4}">
                <adec:decorative xmlns:adec="http://schemas.microsoft.com/office/drawing/2017/decorative" val="1"/>
              </a:ext>
            </a:extLst>
          </p:cNvPr>
          <p:cNvGrpSpPr>
            <a:grpSpLocks noChangeAspect="1"/>
          </p:cNvGrpSpPr>
          <p:nvPr/>
        </p:nvGrpSpPr>
        <p:grpSpPr>
          <a:xfrm>
            <a:off x="6947219" y="810791"/>
            <a:ext cx="507167" cy="457200"/>
            <a:chOff x="6947219" y="810791"/>
            <a:chExt cx="507167" cy="457200"/>
          </a:xfrm>
          <a:solidFill>
            <a:srgbClr val="FF0000"/>
          </a:solidFill>
        </p:grpSpPr>
        <p:sp>
          <p:nvSpPr>
            <p:cNvPr id="3094" name="Freeform: Shape 3093">
              <a:extLst>
                <a:ext uri="{FF2B5EF4-FFF2-40B4-BE49-F238E27FC236}">
                  <a16:creationId xmlns:a16="http://schemas.microsoft.com/office/drawing/2014/main" id="{DAA8CBC7-837B-71A6-6917-136534A4D147}"/>
                </a:ext>
                <a:ext uri="{C183D7F6-B498-43B3-948B-1728B52AA6E4}">
                  <adec:decorative xmlns:adec="http://schemas.microsoft.com/office/drawing/2017/decorative" val="1"/>
                </a:ext>
              </a:extLst>
            </p:cNvPr>
            <p:cNvSpPr/>
            <p:nvPr/>
          </p:nvSpPr>
          <p:spPr>
            <a:xfrm>
              <a:off x="6947219" y="810791"/>
              <a:ext cx="507167" cy="457200"/>
            </a:xfrm>
            <a:custGeom>
              <a:avLst/>
              <a:gdLst>
                <a:gd name="connsiteX0" fmla="*/ 5486505 w 7607505"/>
                <a:gd name="connsiteY0" fmla="*/ 5944352 h 6857998"/>
                <a:gd name="connsiteX1" fmla="*/ 5213402 w 7607505"/>
                <a:gd name="connsiteY1" fmla="*/ 6217454 h 6857998"/>
                <a:gd name="connsiteX2" fmla="*/ 5486505 w 7607505"/>
                <a:gd name="connsiteY2" fmla="*/ 6490556 h 6857998"/>
                <a:gd name="connsiteX3" fmla="*/ 5759608 w 7607505"/>
                <a:gd name="connsiteY3" fmla="*/ 6217454 h 6857998"/>
                <a:gd name="connsiteX4" fmla="*/ 5486505 w 7607505"/>
                <a:gd name="connsiteY4" fmla="*/ 5944352 h 6857998"/>
                <a:gd name="connsiteX5" fmla="*/ 1003639 w 7607505"/>
                <a:gd name="connsiteY5" fmla="*/ 5310261 h 6857998"/>
                <a:gd name="connsiteX6" fmla="*/ 730537 w 7607505"/>
                <a:gd name="connsiteY6" fmla="*/ 5583363 h 6857998"/>
                <a:gd name="connsiteX7" fmla="*/ 1003639 w 7607505"/>
                <a:gd name="connsiteY7" fmla="*/ 5856465 h 6857998"/>
                <a:gd name="connsiteX8" fmla="*/ 1276743 w 7607505"/>
                <a:gd name="connsiteY8" fmla="*/ 5583363 h 6857998"/>
                <a:gd name="connsiteX9" fmla="*/ 1003639 w 7607505"/>
                <a:gd name="connsiteY9" fmla="*/ 5310261 h 6857998"/>
                <a:gd name="connsiteX10" fmla="*/ 4830539 w 7607505"/>
                <a:gd name="connsiteY10" fmla="*/ 4486739 h 6857998"/>
                <a:gd name="connsiteX11" fmla="*/ 4827608 w 7607505"/>
                <a:gd name="connsiteY11" fmla="*/ 4505949 h 6857998"/>
                <a:gd name="connsiteX12" fmla="*/ 4702697 w 7607505"/>
                <a:gd name="connsiteY12" fmla="*/ 4824106 h 6857998"/>
                <a:gd name="connsiteX13" fmla="*/ 4609184 w 7607505"/>
                <a:gd name="connsiteY13" fmla="*/ 4952362 h 6857998"/>
                <a:gd name="connsiteX14" fmla="*/ 5224193 w 7607505"/>
                <a:gd name="connsiteY14" fmla="*/ 5634295 h 6857998"/>
                <a:gd name="connsiteX15" fmla="*/ 5237176 w 7607505"/>
                <a:gd name="connsiteY15" fmla="*/ 5627247 h 6857998"/>
                <a:gd name="connsiteX16" fmla="*/ 5486505 w 7607505"/>
                <a:gd name="connsiteY16" fmla="*/ 5576910 h 6857998"/>
                <a:gd name="connsiteX17" fmla="*/ 5615597 w 7607505"/>
                <a:gd name="connsiteY17" fmla="*/ 5589924 h 6857998"/>
                <a:gd name="connsiteX18" fmla="*/ 5663303 w 7607505"/>
                <a:gd name="connsiteY18" fmla="*/ 5604732 h 6857998"/>
                <a:gd name="connsiteX19" fmla="*/ 6209797 w 7607505"/>
                <a:gd name="connsiteY19" fmla="*/ 4732021 h 6857998"/>
                <a:gd name="connsiteX20" fmla="*/ 6189870 w 7607505"/>
                <a:gd name="connsiteY20" fmla="*/ 4711121 h 6857998"/>
                <a:gd name="connsiteX21" fmla="*/ 6093938 w 7607505"/>
                <a:gd name="connsiteY21" fmla="*/ 4553004 h 6857998"/>
                <a:gd name="connsiteX22" fmla="*/ 6073369 w 7607505"/>
                <a:gd name="connsiteY22" fmla="*/ 4486739 h 6857998"/>
                <a:gd name="connsiteX23" fmla="*/ 6684146 w 7607505"/>
                <a:gd name="connsiteY23" fmla="*/ 4030573 h 6857998"/>
                <a:gd name="connsiteX24" fmla="*/ 6411043 w 7607505"/>
                <a:gd name="connsiteY24" fmla="*/ 4303675 h 6857998"/>
                <a:gd name="connsiteX25" fmla="*/ 6684146 w 7607505"/>
                <a:gd name="connsiteY25" fmla="*/ 4576777 h 6857998"/>
                <a:gd name="connsiteX26" fmla="*/ 6957249 w 7607505"/>
                <a:gd name="connsiteY26" fmla="*/ 4303675 h 6857998"/>
                <a:gd name="connsiteX27" fmla="*/ 6684146 w 7607505"/>
                <a:gd name="connsiteY27" fmla="*/ 4030573 h 6857998"/>
                <a:gd name="connsiteX28" fmla="*/ 1694608 w 7607505"/>
                <a:gd name="connsiteY28" fmla="*/ 3018365 h 6857998"/>
                <a:gd name="connsiteX29" fmla="*/ 1660449 w 7607505"/>
                <a:gd name="connsiteY29" fmla="*/ 3053349 h 6857998"/>
                <a:gd name="connsiteX30" fmla="*/ 1205908 w 7607505"/>
                <a:gd name="connsiteY30" fmla="*/ 3277700 h 6857998"/>
                <a:gd name="connsiteX31" fmla="*/ 1186703 w 7607505"/>
                <a:gd name="connsiteY31" fmla="*/ 3280630 h 6857998"/>
                <a:gd name="connsiteX32" fmla="*/ 1186703 w 7607505"/>
                <a:gd name="connsiteY32" fmla="*/ 4972587 h 6857998"/>
                <a:gd name="connsiteX33" fmla="*/ 1252968 w 7607505"/>
                <a:gd name="connsiteY33" fmla="*/ 4993156 h 6857998"/>
                <a:gd name="connsiteX34" fmla="*/ 1477783 w 7607505"/>
                <a:gd name="connsiteY34" fmla="*/ 5152676 h 6857998"/>
                <a:gd name="connsiteX35" fmla="*/ 1498988 w 7607505"/>
                <a:gd name="connsiteY35" fmla="*/ 5179664 h 6857998"/>
                <a:gd name="connsiteX36" fmla="*/ 2874301 w 7607505"/>
                <a:gd name="connsiteY36" fmla="*/ 4557303 h 6857998"/>
                <a:gd name="connsiteX37" fmla="*/ 2861097 w 7607505"/>
                <a:gd name="connsiteY37" fmla="*/ 4505949 h 6857998"/>
                <a:gd name="connsiteX38" fmla="*/ 2840706 w 7607505"/>
                <a:gd name="connsiteY38" fmla="*/ 4303679 h 6857998"/>
                <a:gd name="connsiteX39" fmla="*/ 2840709 w 7607505"/>
                <a:gd name="connsiteY39" fmla="*/ 4303675 h 6857998"/>
                <a:gd name="connsiteX40" fmla="*/ 2840714 w 7607505"/>
                <a:gd name="connsiteY40" fmla="*/ 4303675 h 6857998"/>
                <a:gd name="connsiteX41" fmla="*/ 2919580 w 7607505"/>
                <a:gd name="connsiteY41" fmla="*/ 3913016 h 6857998"/>
                <a:gd name="connsiteX42" fmla="*/ 2922204 w 7607505"/>
                <a:gd name="connsiteY42" fmla="*/ 3907891 h 6857998"/>
                <a:gd name="connsiteX43" fmla="*/ 1003638 w 7607505"/>
                <a:gd name="connsiteY43" fmla="*/ 1659867 h 6857998"/>
                <a:gd name="connsiteX44" fmla="*/ 369058 w 7607505"/>
                <a:gd name="connsiteY44" fmla="*/ 2294448 h 6857998"/>
                <a:gd name="connsiteX45" fmla="*/ 1003638 w 7607505"/>
                <a:gd name="connsiteY45" fmla="*/ 2929030 h 6857998"/>
                <a:gd name="connsiteX46" fmla="*/ 1638221 w 7607505"/>
                <a:gd name="connsiteY46" fmla="*/ 2294448 h 6857998"/>
                <a:gd name="connsiteX47" fmla="*/ 1003638 w 7607505"/>
                <a:gd name="connsiteY47" fmla="*/ 1659867 h 6857998"/>
                <a:gd name="connsiteX48" fmla="*/ 6912350 w 7607505"/>
                <a:gd name="connsiteY48" fmla="*/ 1609804 h 6857998"/>
                <a:gd name="connsiteX49" fmla="*/ 6663034 w 7607505"/>
                <a:gd name="connsiteY49" fmla="*/ 1802394 h 6857998"/>
                <a:gd name="connsiteX50" fmla="*/ 6666019 w 7607505"/>
                <a:gd name="connsiteY50" fmla="*/ 1807893 h 6857998"/>
                <a:gd name="connsiteX51" fmla="*/ 6687079 w 7607505"/>
                <a:gd name="connsiteY51" fmla="*/ 1875738 h 6857998"/>
                <a:gd name="connsiteX52" fmla="*/ 6693363 w 7607505"/>
                <a:gd name="connsiteY52" fmla="*/ 1938070 h 6857998"/>
                <a:gd name="connsiteX53" fmla="*/ 7112307 w 7607505"/>
                <a:gd name="connsiteY53" fmla="*/ 2004171 h 6857998"/>
                <a:gd name="connsiteX54" fmla="*/ 7123169 w 7607505"/>
                <a:gd name="connsiteY54" fmla="*/ 1984160 h 6857998"/>
                <a:gd name="connsiteX55" fmla="*/ 7155501 w 7607505"/>
                <a:gd name="connsiteY55" fmla="*/ 1944974 h 6857998"/>
                <a:gd name="connsiteX56" fmla="*/ 7167337 w 7607505"/>
                <a:gd name="connsiteY56" fmla="*/ 1935208 h 6857998"/>
                <a:gd name="connsiteX57" fmla="*/ 7068107 w 7607505"/>
                <a:gd name="connsiteY57" fmla="*/ 1657661 h 6857998"/>
                <a:gd name="connsiteX58" fmla="*/ 7064079 w 7607505"/>
                <a:gd name="connsiteY58" fmla="*/ 1658067 h 6857998"/>
                <a:gd name="connsiteX59" fmla="*/ 6916039 w 7607505"/>
                <a:gd name="connsiteY59" fmla="*/ 1612847 h 6857998"/>
                <a:gd name="connsiteX60" fmla="*/ 5368411 w 7607505"/>
                <a:gd name="connsiteY60" fmla="*/ 1425085 h 6857998"/>
                <a:gd name="connsiteX61" fmla="*/ 5367369 w 7607505"/>
                <a:gd name="connsiteY61" fmla="*/ 1425944 h 6857998"/>
                <a:gd name="connsiteX62" fmla="*/ 5298066 w 7607505"/>
                <a:gd name="connsiteY62" fmla="*/ 1459260 h 6857998"/>
                <a:gd name="connsiteX63" fmla="*/ 5238332 w 7607505"/>
                <a:gd name="connsiteY63" fmla="*/ 1468291 h 6857998"/>
                <a:gd name="connsiteX64" fmla="*/ 5041195 w 7607505"/>
                <a:gd name="connsiteY64" fmla="*/ 2179076 h 6857998"/>
                <a:gd name="connsiteX65" fmla="*/ 5061413 w 7607505"/>
                <a:gd name="connsiteY65" fmla="*/ 2190050 h 6857998"/>
                <a:gd name="connsiteX66" fmla="*/ 5114904 w 7607505"/>
                <a:gd name="connsiteY66" fmla="*/ 2234184 h 6857998"/>
                <a:gd name="connsiteX67" fmla="*/ 5158052 w 7607505"/>
                <a:gd name="connsiteY67" fmla="*/ 2286478 h 6857998"/>
                <a:gd name="connsiteX68" fmla="*/ 5974242 w 7607505"/>
                <a:gd name="connsiteY68" fmla="*/ 1975245 h 6857998"/>
                <a:gd name="connsiteX69" fmla="*/ 5971554 w 7607505"/>
                <a:gd name="connsiteY69" fmla="*/ 1948579 h 6857998"/>
                <a:gd name="connsiteX70" fmla="*/ 5978897 w 7607505"/>
                <a:gd name="connsiteY70" fmla="*/ 1875738 h 6857998"/>
                <a:gd name="connsiteX71" fmla="*/ 5985968 w 7607505"/>
                <a:gd name="connsiteY71" fmla="*/ 1852961 h 6857998"/>
                <a:gd name="connsiteX72" fmla="*/ 1003639 w 7607505"/>
                <a:gd name="connsiteY72" fmla="*/ 1290806 h 6857998"/>
                <a:gd name="connsiteX73" fmla="*/ 2007281 w 7607505"/>
                <a:gd name="connsiteY73" fmla="*/ 2294448 h 6857998"/>
                <a:gd name="connsiteX74" fmla="*/ 1946380 w 7607505"/>
                <a:gd name="connsiteY74" fmla="*/ 2639533 h 6857998"/>
                <a:gd name="connsiteX75" fmla="*/ 1908333 w 7607505"/>
                <a:gd name="connsiteY75" fmla="*/ 2721088 h 6857998"/>
                <a:gd name="connsiteX76" fmla="*/ 3127691 w 7607505"/>
                <a:gd name="connsiteY76" fmla="*/ 3604644 h 6857998"/>
                <a:gd name="connsiteX77" fmla="*/ 3169526 w 7607505"/>
                <a:gd name="connsiteY77" fmla="*/ 3560763 h 6857998"/>
                <a:gd name="connsiteX78" fmla="*/ 3283208 w 7607505"/>
                <a:gd name="connsiteY78" fmla="*/ 3471442 h 6857998"/>
                <a:gd name="connsiteX79" fmla="*/ 3420676 w 7607505"/>
                <a:gd name="connsiteY79" fmla="*/ 3405360 h 6857998"/>
                <a:gd name="connsiteX80" fmla="*/ 3420676 w 7607505"/>
                <a:gd name="connsiteY80" fmla="*/ 3861116 h 6857998"/>
                <a:gd name="connsiteX81" fmla="*/ 3259639 w 7607505"/>
                <a:gd name="connsiteY81" fmla="*/ 4056673 h 6857998"/>
                <a:gd name="connsiteX82" fmla="*/ 3209776 w 7607505"/>
                <a:gd name="connsiteY82" fmla="*/ 4303675 h 6857998"/>
                <a:gd name="connsiteX83" fmla="*/ 3209770 w 7607505"/>
                <a:gd name="connsiteY83" fmla="*/ 4303675 h 6857998"/>
                <a:gd name="connsiteX84" fmla="*/ 3209766 w 7607505"/>
                <a:gd name="connsiteY84" fmla="*/ 4303679 h 6857998"/>
                <a:gd name="connsiteX85" fmla="*/ 3844352 w 7607505"/>
                <a:gd name="connsiteY85" fmla="*/ 4938265 h 6857998"/>
                <a:gd name="connsiteX86" fmla="*/ 4478938 w 7607505"/>
                <a:gd name="connsiteY86" fmla="*/ 4303679 h 6857998"/>
                <a:gd name="connsiteX87" fmla="*/ 4478938 w 7607505"/>
                <a:gd name="connsiteY87" fmla="*/ 4303675 h 6857998"/>
                <a:gd name="connsiteX88" fmla="*/ 4478935 w 7607505"/>
                <a:gd name="connsiteY88" fmla="*/ 4303675 h 6857998"/>
                <a:gd name="connsiteX89" fmla="*/ 4429072 w 7607505"/>
                <a:gd name="connsiteY89" fmla="*/ 4056673 h 6857998"/>
                <a:gd name="connsiteX90" fmla="*/ 4268036 w 7607505"/>
                <a:gd name="connsiteY90" fmla="*/ 3861116 h 6857998"/>
                <a:gd name="connsiteX91" fmla="*/ 4268036 w 7607505"/>
                <a:gd name="connsiteY91" fmla="*/ 3405360 h 6857998"/>
                <a:gd name="connsiteX92" fmla="*/ 4405504 w 7607505"/>
                <a:gd name="connsiteY92" fmla="*/ 3471442 h 6857998"/>
                <a:gd name="connsiteX93" fmla="*/ 4769123 w 7607505"/>
                <a:gd name="connsiteY93" fmla="*/ 3913016 h 6857998"/>
                <a:gd name="connsiteX94" fmla="*/ 4811036 w 7607505"/>
                <a:gd name="connsiteY94" fmla="*/ 4120610 h 6857998"/>
                <a:gd name="connsiteX95" fmla="*/ 6073369 w 7607505"/>
                <a:gd name="connsiteY95" fmla="*/ 4120610 h 6857998"/>
                <a:gd name="connsiteX96" fmla="*/ 6093938 w 7607505"/>
                <a:gd name="connsiteY96" fmla="*/ 4054346 h 6857998"/>
                <a:gd name="connsiteX97" fmla="*/ 6684146 w 7607505"/>
                <a:gd name="connsiteY97" fmla="*/ 3663131 h 6857998"/>
                <a:gd name="connsiteX98" fmla="*/ 7324691 w 7607505"/>
                <a:gd name="connsiteY98" fmla="*/ 4303675 h 6857998"/>
                <a:gd name="connsiteX99" fmla="*/ 6684146 w 7607505"/>
                <a:gd name="connsiteY99" fmla="*/ 4944219 h 6857998"/>
                <a:gd name="connsiteX100" fmla="*/ 6586597 w 7607505"/>
                <a:gd name="connsiteY100" fmla="*/ 4936839 h 6857998"/>
                <a:gd name="connsiteX101" fmla="*/ 6522745 w 7607505"/>
                <a:gd name="connsiteY101" fmla="*/ 4922123 h 6857998"/>
                <a:gd name="connsiteX102" fmla="*/ 5971159 w 7607505"/>
                <a:gd name="connsiteY102" fmla="*/ 5802966 h 6857998"/>
                <a:gd name="connsiteX103" fmla="*/ 6017655 w 7607505"/>
                <a:gd name="connsiteY103" fmla="*/ 5859320 h 6857998"/>
                <a:gd name="connsiteX104" fmla="*/ 6127050 w 7607505"/>
                <a:gd name="connsiteY104" fmla="*/ 6217454 h 6857998"/>
                <a:gd name="connsiteX105" fmla="*/ 5486505 w 7607505"/>
                <a:gd name="connsiteY105" fmla="*/ 6857998 h 6857998"/>
                <a:gd name="connsiteX106" fmla="*/ 4845960 w 7607505"/>
                <a:gd name="connsiteY106" fmla="*/ 6217454 h 6857998"/>
                <a:gd name="connsiteX107" fmla="*/ 4896298 w 7607505"/>
                <a:gd name="connsiteY107" fmla="*/ 5968125 h 6857998"/>
                <a:gd name="connsiteX108" fmla="*/ 4947370 w 7607505"/>
                <a:gd name="connsiteY108" fmla="*/ 5874032 h 6857998"/>
                <a:gd name="connsiteX109" fmla="*/ 4324521 w 7607505"/>
                <a:gd name="connsiteY109" fmla="*/ 5183406 h 6857998"/>
                <a:gd name="connsiteX110" fmla="*/ 4189440 w 7607505"/>
                <a:gd name="connsiteY110" fmla="*/ 5246424 h 6857998"/>
                <a:gd name="connsiteX111" fmla="*/ 3844352 w 7607505"/>
                <a:gd name="connsiteY111" fmla="*/ 5307325 h 6857998"/>
                <a:gd name="connsiteX112" fmla="*/ 3134667 w 7607505"/>
                <a:gd name="connsiteY112" fmla="*/ 5013364 h 6857998"/>
                <a:gd name="connsiteX113" fmla="*/ 3031328 w 7607505"/>
                <a:gd name="connsiteY113" fmla="*/ 4888116 h 6857998"/>
                <a:gd name="connsiteX114" fmla="*/ 1639245 w 7607505"/>
                <a:gd name="connsiteY114" fmla="*/ 5518066 h 6857998"/>
                <a:gd name="connsiteX115" fmla="*/ 1644185 w 7607505"/>
                <a:gd name="connsiteY115" fmla="*/ 5583363 h 6857998"/>
                <a:gd name="connsiteX116" fmla="*/ 1003639 w 7607505"/>
                <a:gd name="connsiteY116" fmla="*/ 6223907 h 6857998"/>
                <a:gd name="connsiteX117" fmla="*/ 363096 w 7607505"/>
                <a:gd name="connsiteY117" fmla="*/ 5583363 h 6857998"/>
                <a:gd name="connsiteX118" fmla="*/ 754311 w 7607505"/>
                <a:gd name="connsiteY118" fmla="*/ 4993156 h 6857998"/>
                <a:gd name="connsiteX119" fmla="*/ 820574 w 7607505"/>
                <a:gd name="connsiteY119" fmla="*/ 4972587 h 6857998"/>
                <a:gd name="connsiteX120" fmla="*/ 820574 w 7607505"/>
                <a:gd name="connsiteY120" fmla="*/ 3280630 h 6857998"/>
                <a:gd name="connsiteX121" fmla="*/ 801371 w 7607505"/>
                <a:gd name="connsiteY121" fmla="*/ 3277700 h 6857998"/>
                <a:gd name="connsiteX122" fmla="*/ 0 w 7607505"/>
                <a:gd name="connsiteY122" fmla="*/ 2294448 h 6857998"/>
                <a:gd name="connsiteX123" fmla="*/ 1003639 w 7607505"/>
                <a:gd name="connsiteY123" fmla="*/ 1290806 h 6857998"/>
                <a:gd name="connsiteX124" fmla="*/ 5219329 w 7607505"/>
                <a:gd name="connsiteY124" fmla="*/ 941608 h 6857998"/>
                <a:gd name="connsiteX125" fmla="*/ 5484107 w 7607505"/>
                <a:gd name="connsiteY125" fmla="*/ 1206386 h 6857998"/>
                <a:gd name="connsiteX126" fmla="*/ 5478728 w 7607505"/>
                <a:gd name="connsiteY126" fmla="*/ 1259748 h 6857998"/>
                <a:gd name="connsiteX127" fmla="*/ 5477220 w 7607505"/>
                <a:gd name="connsiteY127" fmla="*/ 1264605 h 6857998"/>
                <a:gd name="connsiteX128" fmla="*/ 6085687 w 7607505"/>
                <a:gd name="connsiteY128" fmla="*/ 1686183 h 6857998"/>
                <a:gd name="connsiteX129" fmla="*/ 6130907 w 7607505"/>
                <a:gd name="connsiteY129" fmla="*/ 1648873 h 6857998"/>
                <a:gd name="connsiteX130" fmla="*/ 6332988 w 7607505"/>
                <a:gd name="connsiteY130" fmla="*/ 1587146 h 6857998"/>
                <a:gd name="connsiteX131" fmla="*/ 6535069 w 7607505"/>
                <a:gd name="connsiteY131" fmla="*/ 1648873 h 6857998"/>
                <a:gd name="connsiteX132" fmla="*/ 6539689 w 7607505"/>
                <a:gd name="connsiteY132" fmla="*/ 1652685 h 6857998"/>
                <a:gd name="connsiteX133" fmla="*/ 6805015 w 7607505"/>
                <a:gd name="connsiteY133" fmla="*/ 1447728 h 6857998"/>
                <a:gd name="connsiteX134" fmla="*/ 6804680 w 7607505"/>
                <a:gd name="connsiteY134" fmla="*/ 1446651 h 6857998"/>
                <a:gd name="connsiteX135" fmla="*/ 6799301 w 7607505"/>
                <a:gd name="connsiteY135" fmla="*/ 1393289 h 6857998"/>
                <a:gd name="connsiteX136" fmla="*/ 7064079 w 7607505"/>
                <a:gd name="connsiteY136" fmla="*/ 1128511 h 6857998"/>
                <a:gd name="connsiteX137" fmla="*/ 7328857 w 7607505"/>
                <a:gd name="connsiteY137" fmla="*/ 1393289 h 6857998"/>
                <a:gd name="connsiteX138" fmla="*/ 7251305 w 7607505"/>
                <a:gd name="connsiteY138" fmla="*/ 1580515 h 6857998"/>
                <a:gd name="connsiteX139" fmla="*/ 7247537 w 7607505"/>
                <a:gd name="connsiteY139" fmla="*/ 1583625 h 6857998"/>
                <a:gd name="connsiteX140" fmla="*/ 7349235 w 7607505"/>
                <a:gd name="connsiteY140" fmla="*/ 1868078 h 6857998"/>
                <a:gd name="connsiteX141" fmla="*/ 7396089 w 7607505"/>
                <a:gd name="connsiteY141" fmla="*/ 1872801 h 6857998"/>
                <a:gd name="connsiteX142" fmla="*/ 7607505 w 7607505"/>
                <a:gd name="connsiteY142" fmla="*/ 2132199 h 6857998"/>
                <a:gd name="connsiteX143" fmla="*/ 7342727 w 7607505"/>
                <a:gd name="connsiteY143" fmla="*/ 2396978 h 6857998"/>
                <a:gd name="connsiteX144" fmla="*/ 7098757 w 7607505"/>
                <a:gd name="connsiteY144" fmla="*/ 2235263 h 6857998"/>
                <a:gd name="connsiteX145" fmla="*/ 7086695 w 7607505"/>
                <a:gd name="connsiteY145" fmla="*/ 2196409 h 6857998"/>
                <a:gd name="connsiteX146" fmla="*/ 6645636 w 7607505"/>
                <a:gd name="connsiteY146" fmla="*/ 2126818 h 6857998"/>
                <a:gd name="connsiteX147" fmla="*/ 6632695 w 7607505"/>
                <a:gd name="connsiteY147" fmla="*/ 2150659 h 6857998"/>
                <a:gd name="connsiteX148" fmla="*/ 6332988 w 7607505"/>
                <a:gd name="connsiteY148" fmla="*/ 2310011 h 6857998"/>
                <a:gd name="connsiteX149" fmla="*/ 6289436 w 7607505"/>
                <a:gd name="connsiteY149" fmla="*/ 2305621 h 6857998"/>
                <a:gd name="connsiteX150" fmla="*/ 6041100 w 7607505"/>
                <a:gd name="connsiteY150" fmla="*/ 3096038 h 6857998"/>
                <a:gd name="connsiteX151" fmla="*/ 6057181 w 7607505"/>
                <a:gd name="connsiteY151" fmla="*/ 3109306 h 6857998"/>
                <a:gd name="connsiteX152" fmla="*/ 6138016 w 7607505"/>
                <a:gd name="connsiteY152" fmla="*/ 3304459 h 6857998"/>
                <a:gd name="connsiteX153" fmla="*/ 5862027 w 7607505"/>
                <a:gd name="connsiteY153" fmla="*/ 3580446 h 6857998"/>
                <a:gd name="connsiteX154" fmla="*/ 5586038 w 7607505"/>
                <a:gd name="connsiteY154" fmla="*/ 3304459 h 6857998"/>
                <a:gd name="connsiteX155" fmla="*/ 5806406 w 7607505"/>
                <a:gd name="connsiteY155" fmla="*/ 3034078 h 6857998"/>
                <a:gd name="connsiteX156" fmla="*/ 5859010 w 7607505"/>
                <a:gd name="connsiteY156" fmla="*/ 3028775 h 6857998"/>
                <a:gd name="connsiteX157" fmla="*/ 6109718 w 7607505"/>
                <a:gd name="connsiteY157" fmla="*/ 2230802 h 6857998"/>
                <a:gd name="connsiteX158" fmla="*/ 6077416 w 7607505"/>
                <a:gd name="connsiteY158" fmla="*/ 2204151 h 6857998"/>
                <a:gd name="connsiteX159" fmla="*/ 6039288 w 7607505"/>
                <a:gd name="connsiteY159" fmla="*/ 2157939 h 6857998"/>
                <a:gd name="connsiteX160" fmla="*/ 5218854 w 7607505"/>
                <a:gd name="connsiteY160" fmla="*/ 2470791 h 6857998"/>
                <a:gd name="connsiteX161" fmla="*/ 5220766 w 7607505"/>
                <a:gd name="connsiteY161" fmla="*/ 2489757 h 6857998"/>
                <a:gd name="connsiteX162" fmla="*/ 4859332 w 7607505"/>
                <a:gd name="connsiteY162" fmla="*/ 2851189 h 6857998"/>
                <a:gd name="connsiteX163" fmla="*/ 4497898 w 7607505"/>
                <a:gd name="connsiteY163" fmla="*/ 2489757 h 6857998"/>
                <a:gd name="connsiteX164" fmla="*/ 4786491 w 7607505"/>
                <a:gd name="connsiteY164" fmla="*/ 2135666 h 6857998"/>
                <a:gd name="connsiteX165" fmla="*/ 4853921 w 7607505"/>
                <a:gd name="connsiteY165" fmla="*/ 2128868 h 6857998"/>
                <a:gd name="connsiteX166" fmla="*/ 5053052 w 7607505"/>
                <a:gd name="connsiteY166" fmla="*/ 1410897 h 6857998"/>
                <a:gd name="connsiteX167" fmla="*/ 5032103 w 7607505"/>
                <a:gd name="connsiteY167" fmla="*/ 1393613 h 6857998"/>
                <a:gd name="connsiteX168" fmla="*/ 4954551 w 7607505"/>
                <a:gd name="connsiteY168" fmla="*/ 1206386 h 6857998"/>
                <a:gd name="connsiteX169" fmla="*/ 5219329 w 7607505"/>
                <a:gd name="connsiteY169" fmla="*/ 941608 h 6857998"/>
                <a:gd name="connsiteX170" fmla="*/ 3844356 w 7607505"/>
                <a:gd name="connsiteY170" fmla="*/ 373945 h 6857998"/>
                <a:gd name="connsiteX171" fmla="*/ 3397707 w 7607505"/>
                <a:gd name="connsiteY171" fmla="*/ 820594 h 6857998"/>
                <a:gd name="connsiteX172" fmla="*/ 3844356 w 7607505"/>
                <a:gd name="connsiteY172" fmla="*/ 1267243 h 6857998"/>
                <a:gd name="connsiteX173" fmla="*/ 4291005 w 7607505"/>
                <a:gd name="connsiteY173" fmla="*/ 820594 h 6857998"/>
                <a:gd name="connsiteX174" fmla="*/ 3844356 w 7607505"/>
                <a:gd name="connsiteY174" fmla="*/ 373945 h 6857998"/>
                <a:gd name="connsiteX175" fmla="*/ 3844357 w 7607505"/>
                <a:gd name="connsiteY175" fmla="*/ 0 h 6857998"/>
                <a:gd name="connsiteX176" fmla="*/ 4664951 w 7607505"/>
                <a:gd name="connsiteY176" fmla="*/ 820594 h 6857998"/>
                <a:gd name="connsiteX177" fmla="*/ 4088377 w 7607505"/>
                <a:gd name="connsiteY177" fmla="*/ 1604296 h 6857998"/>
                <a:gd name="connsiteX178" fmla="*/ 4027412 w 7607505"/>
                <a:gd name="connsiteY178" fmla="*/ 1619972 h 6857998"/>
                <a:gd name="connsiteX179" fmla="*/ 4027412 w 7607505"/>
                <a:gd name="connsiteY179" fmla="*/ 3106333 h 6857998"/>
                <a:gd name="connsiteX180" fmla="*/ 3661283 w 7607505"/>
                <a:gd name="connsiteY180" fmla="*/ 3106333 h 6857998"/>
                <a:gd name="connsiteX181" fmla="*/ 3661283 w 7607505"/>
                <a:gd name="connsiteY181" fmla="*/ 1619967 h 6857998"/>
                <a:gd name="connsiteX182" fmla="*/ 3600338 w 7607505"/>
                <a:gd name="connsiteY182" fmla="*/ 1604296 h 6857998"/>
                <a:gd name="connsiteX183" fmla="*/ 3023763 w 7607505"/>
                <a:gd name="connsiteY183" fmla="*/ 820594 h 6857998"/>
                <a:gd name="connsiteX184" fmla="*/ 3844357 w 7607505"/>
                <a:gd name="connsiteY184"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607505" h="6857998">
                  <a:moveTo>
                    <a:pt x="5486505" y="5944352"/>
                  </a:moveTo>
                  <a:cubicBezTo>
                    <a:pt x="5335674" y="5944352"/>
                    <a:pt x="5213402" y="6066624"/>
                    <a:pt x="5213402" y="6217454"/>
                  </a:cubicBezTo>
                  <a:cubicBezTo>
                    <a:pt x="5213402" y="6368284"/>
                    <a:pt x="5335674" y="6490556"/>
                    <a:pt x="5486505" y="6490556"/>
                  </a:cubicBezTo>
                  <a:cubicBezTo>
                    <a:pt x="5637336" y="6490556"/>
                    <a:pt x="5759608" y="6368284"/>
                    <a:pt x="5759608" y="6217454"/>
                  </a:cubicBezTo>
                  <a:cubicBezTo>
                    <a:pt x="5759608" y="6066624"/>
                    <a:pt x="5637336" y="5944352"/>
                    <a:pt x="5486505" y="5944352"/>
                  </a:cubicBezTo>
                  <a:close/>
                  <a:moveTo>
                    <a:pt x="1003639" y="5310261"/>
                  </a:moveTo>
                  <a:cubicBezTo>
                    <a:pt x="852808" y="5310261"/>
                    <a:pt x="730537" y="5432533"/>
                    <a:pt x="730537" y="5583363"/>
                  </a:cubicBezTo>
                  <a:cubicBezTo>
                    <a:pt x="730537" y="5734193"/>
                    <a:pt x="852808" y="5856465"/>
                    <a:pt x="1003639" y="5856465"/>
                  </a:cubicBezTo>
                  <a:cubicBezTo>
                    <a:pt x="1154470" y="5856465"/>
                    <a:pt x="1276743" y="5734193"/>
                    <a:pt x="1276743" y="5583363"/>
                  </a:cubicBezTo>
                  <a:cubicBezTo>
                    <a:pt x="1276743" y="5432533"/>
                    <a:pt x="1154470" y="5310261"/>
                    <a:pt x="1003639" y="5310261"/>
                  </a:cubicBezTo>
                  <a:close/>
                  <a:moveTo>
                    <a:pt x="4830539" y="4486739"/>
                  </a:moveTo>
                  <a:lnTo>
                    <a:pt x="4827608" y="4505949"/>
                  </a:lnTo>
                  <a:cubicBezTo>
                    <a:pt x="4804211" y="4620285"/>
                    <a:pt x="4761373" y="4727539"/>
                    <a:pt x="4702697" y="4824106"/>
                  </a:cubicBezTo>
                  <a:lnTo>
                    <a:pt x="4609184" y="4952362"/>
                  </a:lnTo>
                  <a:lnTo>
                    <a:pt x="5224193" y="5634295"/>
                  </a:lnTo>
                  <a:lnTo>
                    <a:pt x="5237176" y="5627247"/>
                  </a:lnTo>
                  <a:cubicBezTo>
                    <a:pt x="5313810" y="5594834"/>
                    <a:pt x="5398065" y="5576910"/>
                    <a:pt x="5486505" y="5576910"/>
                  </a:cubicBezTo>
                  <a:cubicBezTo>
                    <a:pt x="5530726" y="5576910"/>
                    <a:pt x="5573899" y="5581391"/>
                    <a:pt x="5615597" y="5589924"/>
                  </a:cubicBezTo>
                  <a:lnTo>
                    <a:pt x="5663303" y="5604732"/>
                  </a:lnTo>
                  <a:lnTo>
                    <a:pt x="6209797" y="4732021"/>
                  </a:lnTo>
                  <a:lnTo>
                    <a:pt x="6189870" y="4711121"/>
                  </a:lnTo>
                  <a:cubicBezTo>
                    <a:pt x="6150708" y="4663668"/>
                    <a:pt x="6118248" y="4610479"/>
                    <a:pt x="6093938" y="4553004"/>
                  </a:cubicBezTo>
                  <a:lnTo>
                    <a:pt x="6073369" y="4486739"/>
                  </a:lnTo>
                  <a:close/>
                  <a:moveTo>
                    <a:pt x="6684146" y="4030573"/>
                  </a:moveTo>
                  <a:cubicBezTo>
                    <a:pt x="6533315" y="4030573"/>
                    <a:pt x="6411043" y="4152845"/>
                    <a:pt x="6411043" y="4303675"/>
                  </a:cubicBezTo>
                  <a:cubicBezTo>
                    <a:pt x="6411043" y="4454505"/>
                    <a:pt x="6533315" y="4576777"/>
                    <a:pt x="6684146" y="4576777"/>
                  </a:cubicBezTo>
                  <a:cubicBezTo>
                    <a:pt x="6834977" y="4576777"/>
                    <a:pt x="6957249" y="4454505"/>
                    <a:pt x="6957249" y="4303675"/>
                  </a:cubicBezTo>
                  <a:cubicBezTo>
                    <a:pt x="6957249" y="4152845"/>
                    <a:pt x="6834977" y="4030573"/>
                    <a:pt x="6684146" y="4030573"/>
                  </a:cubicBezTo>
                  <a:close/>
                  <a:moveTo>
                    <a:pt x="1694608" y="3018365"/>
                  </a:moveTo>
                  <a:lnTo>
                    <a:pt x="1660449" y="3053349"/>
                  </a:lnTo>
                  <a:cubicBezTo>
                    <a:pt x="1532981" y="3163766"/>
                    <a:pt x="1377412" y="3242605"/>
                    <a:pt x="1205908" y="3277700"/>
                  </a:cubicBezTo>
                  <a:lnTo>
                    <a:pt x="1186703" y="3280630"/>
                  </a:lnTo>
                  <a:lnTo>
                    <a:pt x="1186703" y="4972587"/>
                  </a:lnTo>
                  <a:lnTo>
                    <a:pt x="1252968" y="4993156"/>
                  </a:lnTo>
                  <a:cubicBezTo>
                    <a:pt x="1339181" y="5029621"/>
                    <a:pt x="1415749" y="5084424"/>
                    <a:pt x="1477783" y="5152676"/>
                  </a:cubicBezTo>
                  <a:lnTo>
                    <a:pt x="1498988" y="5179664"/>
                  </a:lnTo>
                  <a:lnTo>
                    <a:pt x="2874301" y="4557303"/>
                  </a:lnTo>
                  <a:lnTo>
                    <a:pt x="2861097" y="4505949"/>
                  </a:lnTo>
                  <a:cubicBezTo>
                    <a:pt x="2847727" y="4440614"/>
                    <a:pt x="2840706" y="4372966"/>
                    <a:pt x="2840706" y="4303679"/>
                  </a:cubicBezTo>
                  <a:lnTo>
                    <a:pt x="2840709" y="4303675"/>
                  </a:lnTo>
                  <a:lnTo>
                    <a:pt x="2840714" y="4303675"/>
                  </a:lnTo>
                  <a:lnTo>
                    <a:pt x="2919580" y="3913016"/>
                  </a:lnTo>
                  <a:lnTo>
                    <a:pt x="2922204" y="3907891"/>
                  </a:lnTo>
                  <a:close/>
                  <a:moveTo>
                    <a:pt x="1003638" y="1659867"/>
                  </a:moveTo>
                  <a:cubicBezTo>
                    <a:pt x="653169" y="1659867"/>
                    <a:pt x="369058" y="1943979"/>
                    <a:pt x="369058" y="2294448"/>
                  </a:cubicBezTo>
                  <a:cubicBezTo>
                    <a:pt x="369058" y="2644917"/>
                    <a:pt x="653169" y="2929030"/>
                    <a:pt x="1003638" y="2929030"/>
                  </a:cubicBezTo>
                  <a:cubicBezTo>
                    <a:pt x="1354109" y="2929030"/>
                    <a:pt x="1638221" y="2644917"/>
                    <a:pt x="1638221" y="2294448"/>
                  </a:cubicBezTo>
                  <a:cubicBezTo>
                    <a:pt x="1638221" y="1943979"/>
                    <a:pt x="1354109" y="1659867"/>
                    <a:pt x="1003638" y="1659867"/>
                  </a:cubicBezTo>
                  <a:close/>
                  <a:moveTo>
                    <a:pt x="6912350" y="1609804"/>
                  </a:moveTo>
                  <a:lnTo>
                    <a:pt x="6663034" y="1802394"/>
                  </a:lnTo>
                  <a:lnTo>
                    <a:pt x="6666019" y="1807893"/>
                  </a:lnTo>
                  <a:cubicBezTo>
                    <a:pt x="6675164" y="1829514"/>
                    <a:pt x="6682264" y="1852210"/>
                    <a:pt x="6687079" y="1875738"/>
                  </a:cubicBezTo>
                  <a:lnTo>
                    <a:pt x="6693363" y="1938070"/>
                  </a:lnTo>
                  <a:lnTo>
                    <a:pt x="7112307" y="2004171"/>
                  </a:lnTo>
                  <a:lnTo>
                    <a:pt x="7123169" y="1984160"/>
                  </a:lnTo>
                  <a:cubicBezTo>
                    <a:pt x="7132685" y="1970074"/>
                    <a:pt x="7143522" y="1956952"/>
                    <a:pt x="7155501" y="1944974"/>
                  </a:cubicBezTo>
                  <a:lnTo>
                    <a:pt x="7167337" y="1935208"/>
                  </a:lnTo>
                  <a:lnTo>
                    <a:pt x="7068107" y="1657661"/>
                  </a:lnTo>
                  <a:lnTo>
                    <a:pt x="7064079" y="1658067"/>
                  </a:lnTo>
                  <a:cubicBezTo>
                    <a:pt x="7009242" y="1658067"/>
                    <a:pt x="6958298" y="1641397"/>
                    <a:pt x="6916039" y="1612847"/>
                  </a:cubicBezTo>
                  <a:close/>
                  <a:moveTo>
                    <a:pt x="5368411" y="1425085"/>
                  </a:moveTo>
                  <a:lnTo>
                    <a:pt x="5367369" y="1425944"/>
                  </a:lnTo>
                  <a:cubicBezTo>
                    <a:pt x="5346240" y="1440219"/>
                    <a:pt x="5322939" y="1451524"/>
                    <a:pt x="5298066" y="1459260"/>
                  </a:cubicBezTo>
                  <a:lnTo>
                    <a:pt x="5238332" y="1468291"/>
                  </a:lnTo>
                  <a:lnTo>
                    <a:pt x="5041195" y="2179076"/>
                  </a:lnTo>
                  <a:lnTo>
                    <a:pt x="5061413" y="2190050"/>
                  </a:lnTo>
                  <a:cubicBezTo>
                    <a:pt x="5080641" y="2203040"/>
                    <a:pt x="5098553" y="2217832"/>
                    <a:pt x="5114904" y="2234184"/>
                  </a:cubicBezTo>
                  <a:lnTo>
                    <a:pt x="5158052" y="2286478"/>
                  </a:lnTo>
                  <a:lnTo>
                    <a:pt x="5974242" y="1975245"/>
                  </a:lnTo>
                  <a:lnTo>
                    <a:pt x="5971554" y="1948579"/>
                  </a:lnTo>
                  <a:cubicBezTo>
                    <a:pt x="5971554" y="1923628"/>
                    <a:pt x="5974083" y="1899266"/>
                    <a:pt x="5978897" y="1875738"/>
                  </a:cubicBezTo>
                  <a:lnTo>
                    <a:pt x="5985968" y="1852961"/>
                  </a:lnTo>
                  <a:close/>
                  <a:moveTo>
                    <a:pt x="1003639" y="1290806"/>
                  </a:moveTo>
                  <a:cubicBezTo>
                    <a:pt x="1557936" y="1290806"/>
                    <a:pt x="2007281" y="1740153"/>
                    <a:pt x="2007281" y="2294448"/>
                  </a:cubicBezTo>
                  <a:cubicBezTo>
                    <a:pt x="2007281" y="2415700"/>
                    <a:pt x="1985779" y="2531932"/>
                    <a:pt x="1946380" y="2639533"/>
                  </a:cubicBezTo>
                  <a:lnTo>
                    <a:pt x="1908333" y="2721088"/>
                  </a:lnTo>
                  <a:lnTo>
                    <a:pt x="3127691" y="3604644"/>
                  </a:lnTo>
                  <a:lnTo>
                    <a:pt x="3169526" y="3560763"/>
                  </a:lnTo>
                  <a:cubicBezTo>
                    <a:pt x="3205173" y="3528365"/>
                    <a:pt x="3243162" y="3498497"/>
                    <a:pt x="3283208" y="3471442"/>
                  </a:cubicBezTo>
                  <a:lnTo>
                    <a:pt x="3420676" y="3405360"/>
                  </a:lnTo>
                  <a:lnTo>
                    <a:pt x="3420676" y="3861116"/>
                  </a:lnTo>
                  <a:lnTo>
                    <a:pt x="3259639" y="4056673"/>
                  </a:lnTo>
                  <a:lnTo>
                    <a:pt x="3209776" y="4303675"/>
                  </a:lnTo>
                  <a:lnTo>
                    <a:pt x="3209770" y="4303675"/>
                  </a:lnTo>
                  <a:lnTo>
                    <a:pt x="3209766" y="4303679"/>
                  </a:lnTo>
                  <a:cubicBezTo>
                    <a:pt x="3209766" y="4654151"/>
                    <a:pt x="3493880" y="4938265"/>
                    <a:pt x="3844352" y="4938265"/>
                  </a:cubicBezTo>
                  <a:cubicBezTo>
                    <a:pt x="4194824" y="4938265"/>
                    <a:pt x="4478938" y="4654151"/>
                    <a:pt x="4478938" y="4303679"/>
                  </a:cubicBezTo>
                  <a:lnTo>
                    <a:pt x="4478938" y="4303675"/>
                  </a:lnTo>
                  <a:lnTo>
                    <a:pt x="4478935" y="4303675"/>
                  </a:lnTo>
                  <a:lnTo>
                    <a:pt x="4429072" y="4056673"/>
                  </a:lnTo>
                  <a:lnTo>
                    <a:pt x="4268036" y="3861116"/>
                  </a:lnTo>
                  <a:lnTo>
                    <a:pt x="4268036" y="3405360"/>
                  </a:lnTo>
                  <a:lnTo>
                    <a:pt x="4405504" y="3471442"/>
                  </a:lnTo>
                  <a:cubicBezTo>
                    <a:pt x="4565688" y="3579659"/>
                    <a:pt x="4692950" y="3732901"/>
                    <a:pt x="4769123" y="3913016"/>
                  </a:cubicBezTo>
                  <a:lnTo>
                    <a:pt x="4811036" y="4120610"/>
                  </a:lnTo>
                  <a:lnTo>
                    <a:pt x="6073369" y="4120610"/>
                  </a:lnTo>
                  <a:lnTo>
                    <a:pt x="6093938" y="4054346"/>
                  </a:lnTo>
                  <a:cubicBezTo>
                    <a:pt x="6191178" y="3824445"/>
                    <a:pt x="6418824" y="3663131"/>
                    <a:pt x="6684146" y="3663131"/>
                  </a:cubicBezTo>
                  <a:cubicBezTo>
                    <a:pt x="7037909" y="3663131"/>
                    <a:pt x="7324691" y="3949912"/>
                    <a:pt x="7324691" y="4303675"/>
                  </a:cubicBezTo>
                  <a:cubicBezTo>
                    <a:pt x="7324691" y="4657438"/>
                    <a:pt x="7037909" y="4944219"/>
                    <a:pt x="6684146" y="4944219"/>
                  </a:cubicBezTo>
                  <a:cubicBezTo>
                    <a:pt x="6650981" y="4944219"/>
                    <a:pt x="6618404" y="4941699"/>
                    <a:pt x="6586597" y="4936839"/>
                  </a:cubicBezTo>
                  <a:lnTo>
                    <a:pt x="6522745" y="4922123"/>
                  </a:lnTo>
                  <a:lnTo>
                    <a:pt x="5971159" y="5802966"/>
                  </a:lnTo>
                  <a:lnTo>
                    <a:pt x="6017655" y="5859320"/>
                  </a:lnTo>
                  <a:cubicBezTo>
                    <a:pt x="6086722" y="5961551"/>
                    <a:pt x="6127050" y="6084793"/>
                    <a:pt x="6127050" y="6217454"/>
                  </a:cubicBezTo>
                  <a:cubicBezTo>
                    <a:pt x="6127050" y="6571217"/>
                    <a:pt x="5840268" y="6857998"/>
                    <a:pt x="5486505" y="6857998"/>
                  </a:cubicBezTo>
                  <a:cubicBezTo>
                    <a:pt x="5132742" y="6857998"/>
                    <a:pt x="4845960" y="6571217"/>
                    <a:pt x="4845960" y="6217454"/>
                  </a:cubicBezTo>
                  <a:cubicBezTo>
                    <a:pt x="4845960" y="6129014"/>
                    <a:pt x="4863884" y="6044759"/>
                    <a:pt x="4896298" y="5968125"/>
                  </a:cubicBezTo>
                  <a:lnTo>
                    <a:pt x="4947370" y="5874032"/>
                  </a:lnTo>
                  <a:lnTo>
                    <a:pt x="4324521" y="5183406"/>
                  </a:lnTo>
                  <a:lnTo>
                    <a:pt x="4189440" y="5246424"/>
                  </a:lnTo>
                  <a:cubicBezTo>
                    <a:pt x="4081836" y="5285823"/>
                    <a:pt x="3965605" y="5307325"/>
                    <a:pt x="3844352" y="5307325"/>
                  </a:cubicBezTo>
                  <a:cubicBezTo>
                    <a:pt x="3567203" y="5307325"/>
                    <a:pt x="3316291" y="5194988"/>
                    <a:pt x="3134667" y="5013364"/>
                  </a:cubicBezTo>
                  <a:lnTo>
                    <a:pt x="3031328" y="4888116"/>
                  </a:lnTo>
                  <a:lnTo>
                    <a:pt x="1639245" y="5518066"/>
                  </a:lnTo>
                  <a:lnTo>
                    <a:pt x="1644185" y="5583363"/>
                  </a:lnTo>
                  <a:cubicBezTo>
                    <a:pt x="1644185" y="5937126"/>
                    <a:pt x="1357403" y="6223907"/>
                    <a:pt x="1003639" y="6223907"/>
                  </a:cubicBezTo>
                  <a:cubicBezTo>
                    <a:pt x="649876" y="6223907"/>
                    <a:pt x="363096" y="5937126"/>
                    <a:pt x="363096" y="5583363"/>
                  </a:cubicBezTo>
                  <a:cubicBezTo>
                    <a:pt x="363096" y="5318041"/>
                    <a:pt x="524410" y="5090396"/>
                    <a:pt x="754311" y="4993156"/>
                  </a:cubicBezTo>
                  <a:lnTo>
                    <a:pt x="820574" y="4972587"/>
                  </a:lnTo>
                  <a:lnTo>
                    <a:pt x="820574" y="3280630"/>
                  </a:lnTo>
                  <a:lnTo>
                    <a:pt x="801371" y="3277700"/>
                  </a:lnTo>
                  <a:cubicBezTo>
                    <a:pt x="344029" y="3184114"/>
                    <a:pt x="0" y="2779457"/>
                    <a:pt x="0" y="2294448"/>
                  </a:cubicBezTo>
                  <a:cubicBezTo>
                    <a:pt x="0" y="1740153"/>
                    <a:pt x="449345" y="1290806"/>
                    <a:pt x="1003639" y="1290806"/>
                  </a:cubicBezTo>
                  <a:close/>
                  <a:moveTo>
                    <a:pt x="5219329" y="941608"/>
                  </a:moveTo>
                  <a:cubicBezTo>
                    <a:pt x="5365562" y="941608"/>
                    <a:pt x="5484107" y="1060153"/>
                    <a:pt x="5484107" y="1206386"/>
                  </a:cubicBezTo>
                  <a:cubicBezTo>
                    <a:pt x="5484107" y="1224665"/>
                    <a:pt x="5482255" y="1242512"/>
                    <a:pt x="5478728" y="1259748"/>
                  </a:cubicBezTo>
                  <a:lnTo>
                    <a:pt x="5477220" y="1264605"/>
                  </a:lnTo>
                  <a:lnTo>
                    <a:pt x="6085687" y="1686183"/>
                  </a:lnTo>
                  <a:lnTo>
                    <a:pt x="6130907" y="1648873"/>
                  </a:lnTo>
                  <a:cubicBezTo>
                    <a:pt x="6188592" y="1609902"/>
                    <a:pt x="6258133" y="1587146"/>
                    <a:pt x="6332988" y="1587146"/>
                  </a:cubicBezTo>
                  <a:cubicBezTo>
                    <a:pt x="6407843" y="1587146"/>
                    <a:pt x="6477384" y="1609902"/>
                    <a:pt x="6535069" y="1648873"/>
                  </a:cubicBezTo>
                  <a:lnTo>
                    <a:pt x="6539689" y="1652685"/>
                  </a:lnTo>
                  <a:lnTo>
                    <a:pt x="6805015" y="1447728"/>
                  </a:lnTo>
                  <a:lnTo>
                    <a:pt x="6804680" y="1446651"/>
                  </a:lnTo>
                  <a:cubicBezTo>
                    <a:pt x="6801153" y="1429415"/>
                    <a:pt x="6799301" y="1411568"/>
                    <a:pt x="6799301" y="1393289"/>
                  </a:cubicBezTo>
                  <a:cubicBezTo>
                    <a:pt x="6799301" y="1247056"/>
                    <a:pt x="6917846" y="1128511"/>
                    <a:pt x="7064079" y="1128511"/>
                  </a:cubicBezTo>
                  <a:cubicBezTo>
                    <a:pt x="7210312" y="1128511"/>
                    <a:pt x="7328857" y="1247056"/>
                    <a:pt x="7328857" y="1393289"/>
                  </a:cubicBezTo>
                  <a:cubicBezTo>
                    <a:pt x="7328857" y="1466405"/>
                    <a:pt x="7299221" y="1532600"/>
                    <a:pt x="7251305" y="1580515"/>
                  </a:cubicBezTo>
                  <a:lnTo>
                    <a:pt x="7247537" y="1583625"/>
                  </a:lnTo>
                  <a:lnTo>
                    <a:pt x="7349235" y="1868078"/>
                  </a:lnTo>
                  <a:lnTo>
                    <a:pt x="7396089" y="1872801"/>
                  </a:lnTo>
                  <a:cubicBezTo>
                    <a:pt x="7516744" y="1897491"/>
                    <a:pt x="7607505" y="2004246"/>
                    <a:pt x="7607505" y="2132199"/>
                  </a:cubicBezTo>
                  <a:cubicBezTo>
                    <a:pt x="7607505" y="2278433"/>
                    <a:pt x="7488960" y="2396978"/>
                    <a:pt x="7342727" y="2396978"/>
                  </a:cubicBezTo>
                  <a:cubicBezTo>
                    <a:pt x="7233052" y="2396978"/>
                    <a:pt x="7138952" y="2330296"/>
                    <a:pt x="7098757" y="2235263"/>
                  </a:cubicBezTo>
                  <a:lnTo>
                    <a:pt x="7086695" y="2196409"/>
                  </a:lnTo>
                  <a:lnTo>
                    <a:pt x="6645636" y="2126818"/>
                  </a:lnTo>
                  <a:lnTo>
                    <a:pt x="6632695" y="2150659"/>
                  </a:lnTo>
                  <a:cubicBezTo>
                    <a:pt x="6567742" y="2246801"/>
                    <a:pt x="6457747" y="2310011"/>
                    <a:pt x="6332988" y="2310011"/>
                  </a:cubicBezTo>
                  <a:lnTo>
                    <a:pt x="6289436" y="2305621"/>
                  </a:lnTo>
                  <a:lnTo>
                    <a:pt x="6041100" y="3096038"/>
                  </a:lnTo>
                  <a:lnTo>
                    <a:pt x="6057181" y="3109306"/>
                  </a:lnTo>
                  <a:cubicBezTo>
                    <a:pt x="6107125" y="3159250"/>
                    <a:pt x="6138016" y="3228247"/>
                    <a:pt x="6138016" y="3304459"/>
                  </a:cubicBezTo>
                  <a:cubicBezTo>
                    <a:pt x="6138016" y="3456882"/>
                    <a:pt x="6014452" y="3580446"/>
                    <a:pt x="5862027" y="3580446"/>
                  </a:cubicBezTo>
                  <a:cubicBezTo>
                    <a:pt x="5709602" y="3580446"/>
                    <a:pt x="5586038" y="3456882"/>
                    <a:pt x="5586038" y="3304459"/>
                  </a:cubicBezTo>
                  <a:cubicBezTo>
                    <a:pt x="5586038" y="3171088"/>
                    <a:pt x="5680642" y="3059813"/>
                    <a:pt x="5806406" y="3034078"/>
                  </a:cubicBezTo>
                  <a:lnTo>
                    <a:pt x="5859010" y="3028775"/>
                  </a:lnTo>
                  <a:lnTo>
                    <a:pt x="6109718" y="2230802"/>
                  </a:lnTo>
                  <a:lnTo>
                    <a:pt x="6077416" y="2204151"/>
                  </a:lnTo>
                  <a:lnTo>
                    <a:pt x="6039288" y="2157939"/>
                  </a:lnTo>
                  <a:lnTo>
                    <a:pt x="5218854" y="2470791"/>
                  </a:lnTo>
                  <a:lnTo>
                    <a:pt x="5220766" y="2489757"/>
                  </a:lnTo>
                  <a:cubicBezTo>
                    <a:pt x="5220766" y="2689370"/>
                    <a:pt x="5058946" y="2851189"/>
                    <a:pt x="4859332" y="2851189"/>
                  </a:cubicBezTo>
                  <a:cubicBezTo>
                    <a:pt x="4659718" y="2851189"/>
                    <a:pt x="4497898" y="2689370"/>
                    <a:pt x="4497898" y="2489757"/>
                  </a:cubicBezTo>
                  <a:cubicBezTo>
                    <a:pt x="4497898" y="2315093"/>
                    <a:pt x="4621792" y="2169368"/>
                    <a:pt x="4786491" y="2135666"/>
                  </a:cubicBezTo>
                  <a:lnTo>
                    <a:pt x="4853921" y="2128868"/>
                  </a:lnTo>
                  <a:lnTo>
                    <a:pt x="5053052" y="1410897"/>
                  </a:lnTo>
                  <a:lnTo>
                    <a:pt x="5032103" y="1393613"/>
                  </a:lnTo>
                  <a:cubicBezTo>
                    <a:pt x="4984188" y="1345697"/>
                    <a:pt x="4954551" y="1279503"/>
                    <a:pt x="4954551" y="1206386"/>
                  </a:cubicBezTo>
                  <a:cubicBezTo>
                    <a:pt x="4954551" y="1060153"/>
                    <a:pt x="5073096" y="941608"/>
                    <a:pt x="5219329" y="941608"/>
                  </a:cubicBezTo>
                  <a:close/>
                  <a:moveTo>
                    <a:pt x="3844356" y="373945"/>
                  </a:moveTo>
                  <a:cubicBezTo>
                    <a:pt x="3597679" y="373945"/>
                    <a:pt x="3397707" y="573917"/>
                    <a:pt x="3397707" y="820594"/>
                  </a:cubicBezTo>
                  <a:cubicBezTo>
                    <a:pt x="3397707" y="1067271"/>
                    <a:pt x="3597679" y="1267243"/>
                    <a:pt x="3844356" y="1267243"/>
                  </a:cubicBezTo>
                  <a:cubicBezTo>
                    <a:pt x="4091033" y="1267243"/>
                    <a:pt x="4291005" y="1067271"/>
                    <a:pt x="4291005" y="820594"/>
                  </a:cubicBezTo>
                  <a:cubicBezTo>
                    <a:pt x="4291005" y="573917"/>
                    <a:pt x="4091033" y="373945"/>
                    <a:pt x="3844356" y="373945"/>
                  </a:cubicBezTo>
                  <a:close/>
                  <a:moveTo>
                    <a:pt x="3844357" y="0"/>
                  </a:moveTo>
                  <a:cubicBezTo>
                    <a:pt x="4297559" y="0"/>
                    <a:pt x="4664951" y="367392"/>
                    <a:pt x="4664951" y="820594"/>
                  </a:cubicBezTo>
                  <a:cubicBezTo>
                    <a:pt x="4664951" y="1188821"/>
                    <a:pt x="4422415" y="1500400"/>
                    <a:pt x="4088377" y="1604296"/>
                  </a:cubicBezTo>
                  <a:lnTo>
                    <a:pt x="4027412" y="1619972"/>
                  </a:lnTo>
                  <a:lnTo>
                    <a:pt x="4027412" y="3106333"/>
                  </a:lnTo>
                  <a:lnTo>
                    <a:pt x="3661283" y="3106333"/>
                  </a:lnTo>
                  <a:lnTo>
                    <a:pt x="3661283" y="1619967"/>
                  </a:lnTo>
                  <a:lnTo>
                    <a:pt x="3600338" y="1604296"/>
                  </a:lnTo>
                  <a:cubicBezTo>
                    <a:pt x="3266300" y="1500400"/>
                    <a:pt x="3023763" y="1188821"/>
                    <a:pt x="3023763" y="820594"/>
                  </a:cubicBezTo>
                  <a:cubicBezTo>
                    <a:pt x="3023763" y="367392"/>
                    <a:pt x="3391155" y="0"/>
                    <a:pt x="3844357"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3095" name="Rectangle 3094">
              <a:extLst>
                <a:ext uri="{FF2B5EF4-FFF2-40B4-BE49-F238E27FC236}">
                  <a16:creationId xmlns:a16="http://schemas.microsoft.com/office/drawing/2014/main" id="{177DFF97-827A-5A3F-C022-BBE8CE25BDD3}"/>
                </a:ext>
                <a:ext uri="{C183D7F6-B498-43B3-948B-1728B52AA6E4}">
                  <adec:decorative xmlns:adec="http://schemas.microsoft.com/office/drawing/2017/decorative" val="1"/>
                </a:ext>
              </a:extLst>
            </p:cNvPr>
            <p:cNvSpPr/>
            <p:nvPr/>
          </p:nvSpPr>
          <p:spPr>
            <a:xfrm>
              <a:off x="7185416" y="1027510"/>
              <a:ext cx="36186" cy="36186"/>
            </a:xfrm>
            <a:prstGeom prst="rect">
              <a:avLst/>
            </a:pr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56" name="Group 955">
            <a:extLst>
              <a:ext uri="{FF2B5EF4-FFF2-40B4-BE49-F238E27FC236}">
                <a16:creationId xmlns:a16="http://schemas.microsoft.com/office/drawing/2014/main" id="{28E58602-A7F1-3DC1-1E32-072298D18939}"/>
              </a:ext>
              <a:ext uri="{C183D7F6-B498-43B3-948B-1728B52AA6E4}">
                <adec:decorative xmlns:adec="http://schemas.microsoft.com/office/drawing/2017/decorative" val="1"/>
              </a:ext>
            </a:extLst>
          </p:cNvPr>
          <p:cNvGrpSpPr>
            <a:grpSpLocks noChangeAspect="1"/>
          </p:cNvGrpSpPr>
          <p:nvPr/>
        </p:nvGrpSpPr>
        <p:grpSpPr>
          <a:xfrm>
            <a:off x="7597191" y="810791"/>
            <a:ext cx="456346" cy="457200"/>
            <a:chOff x="7597191" y="810791"/>
            <a:chExt cx="456346" cy="457200"/>
          </a:xfrm>
          <a:solidFill>
            <a:srgbClr val="FF0000"/>
          </a:solidFill>
        </p:grpSpPr>
        <p:sp>
          <p:nvSpPr>
            <p:cNvPr id="15" name="Freeform: Shape 14">
              <a:extLst>
                <a:ext uri="{FF2B5EF4-FFF2-40B4-BE49-F238E27FC236}">
                  <a16:creationId xmlns:a16="http://schemas.microsoft.com/office/drawing/2014/main" id="{C93FEFF7-2E69-9687-265A-B234532FAB4C}"/>
                </a:ext>
                <a:ext uri="{C183D7F6-B498-43B3-948B-1728B52AA6E4}">
                  <adec:decorative xmlns:adec="http://schemas.microsoft.com/office/drawing/2017/decorative" val="1"/>
                </a:ext>
              </a:extLst>
            </p:cNvPr>
            <p:cNvSpPr/>
            <p:nvPr/>
          </p:nvSpPr>
          <p:spPr>
            <a:xfrm>
              <a:off x="7597191" y="810791"/>
              <a:ext cx="427281" cy="457200"/>
            </a:xfrm>
            <a:custGeom>
              <a:avLst/>
              <a:gdLst>
                <a:gd name="connsiteX0" fmla="*/ 4649770 w 6409211"/>
                <a:gd name="connsiteY0" fmla="*/ 4055139 h 6858001"/>
                <a:gd name="connsiteX1" fmla="*/ 4665936 w 6409211"/>
                <a:gd name="connsiteY1" fmla="*/ 4066908 h 6858001"/>
                <a:gd name="connsiteX2" fmla="*/ 4844982 w 6409211"/>
                <a:gd name="connsiteY2" fmla="*/ 4308018 h 6858001"/>
                <a:gd name="connsiteX3" fmla="*/ 4977138 w 6409211"/>
                <a:gd name="connsiteY3" fmla="*/ 4640956 h 6858001"/>
                <a:gd name="connsiteX4" fmla="*/ 5006213 w 6409211"/>
                <a:gd name="connsiteY4" fmla="*/ 5020485 h 6858001"/>
                <a:gd name="connsiteX5" fmla="*/ 4927719 w 6409211"/>
                <a:gd name="connsiteY5" fmla="*/ 5367843 h 6858001"/>
                <a:gd name="connsiteX6" fmla="*/ 4733509 w 6409211"/>
                <a:gd name="connsiteY6" fmla="*/ 5700466 h 6858001"/>
                <a:gd name="connsiteX7" fmla="*/ 4661266 w 6409211"/>
                <a:gd name="connsiteY7" fmla="*/ 5783985 h 6858001"/>
                <a:gd name="connsiteX8" fmla="*/ 4632517 w 6409211"/>
                <a:gd name="connsiteY8" fmla="*/ 5783796 h 6858001"/>
                <a:gd name="connsiteX9" fmla="*/ 4403028 w 6409211"/>
                <a:gd name="connsiteY9" fmla="*/ 5555393 h 6858001"/>
                <a:gd name="connsiteX10" fmla="*/ 4412811 w 6409211"/>
                <a:gd name="connsiteY10" fmla="*/ 5519317 h 6858001"/>
                <a:gd name="connsiteX11" fmla="*/ 4557154 w 6409211"/>
                <a:gd name="connsiteY11" fmla="*/ 5317295 h 6858001"/>
                <a:gd name="connsiteX12" fmla="*/ 4645242 w 6409211"/>
                <a:gd name="connsiteY12" fmla="*/ 5016462 h 6858001"/>
                <a:gd name="connsiteX13" fmla="*/ 4539456 w 6409211"/>
                <a:gd name="connsiteY13" fmla="*/ 4495637 h 6858001"/>
                <a:gd name="connsiteX14" fmla="*/ 4533502 w 6409211"/>
                <a:gd name="connsiteY14" fmla="*/ 4488817 h 6858001"/>
                <a:gd name="connsiteX15" fmla="*/ 4398009 w 6409211"/>
                <a:gd name="connsiteY15" fmla="*/ 4296149 h 6858001"/>
                <a:gd name="connsiteX16" fmla="*/ 4630805 w 6409211"/>
                <a:gd name="connsiteY16" fmla="*/ 4064253 h 6858001"/>
                <a:gd name="connsiteX17" fmla="*/ 4649770 w 6409211"/>
                <a:gd name="connsiteY17" fmla="*/ 4055139 h 6858001"/>
                <a:gd name="connsiteX18" fmla="*/ 5145282 w 6409211"/>
                <a:gd name="connsiteY18" fmla="*/ 3560599 h 6858001"/>
                <a:gd name="connsiteX19" fmla="*/ 5165352 w 6409211"/>
                <a:gd name="connsiteY19" fmla="*/ 3574284 h 6858001"/>
                <a:gd name="connsiteX20" fmla="*/ 5440951 w 6409211"/>
                <a:gd name="connsiteY20" fmla="*/ 3937203 h 6858001"/>
                <a:gd name="connsiteX21" fmla="*/ 5538097 w 6409211"/>
                <a:gd name="connsiteY21" fmla="*/ 4124958 h 6858001"/>
                <a:gd name="connsiteX22" fmla="*/ 5675753 w 6409211"/>
                <a:gd name="connsiteY22" fmla="*/ 4557653 h 6858001"/>
                <a:gd name="connsiteX23" fmla="*/ 5706951 w 6409211"/>
                <a:gd name="connsiteY23" fmla="*/ 5042538 h 6858001"/>
                <a:gd name="connsiteX24" fmla="*/ 5636251 w 6409211"/>
                <a:gd name="connsiteY24" fmla="*/ 5451874 h 6858001"/>
                <a:gd name="connsiteX25" fmla="*/ 5508064 w 6409211"/>
                <a:gd name="connsiteY25" fmla="*/ 5787028 h 6858001"/>
                <a:gd name="connsiteX26" fmla="*/ 5278534 w 6409211"/>
                <a:gd name="connsiteY26" fmla="*/ 6140349 h 6858001"/>
                <a:gd name="connsiteX27" fmla="*/ 5152173 w 6409211"/>
                <a:gd name="connsiteY27" fmla="*/ 6281269 h 6858001"/>
                <a:gd name="connsiteX28" fmla="*/ 5123072 w 6409211"/>
                <a:gd name="connsiteY28" fmla="*/ 6274445 h 6858001"/>
                <a:gd name="connsiteX29" fmla="*/ 4888096 w 6409211"/>
                <a:gd name="connsiteY29" fmla="*/ 6040340 h 6858001"/>
                <a:gd name="connsiteX30" fmla="*/ 5350959 w 6409211"/>
                <a:gd name="connsiteY30" fmla="*/ 4924405 h 6858001"/>
                <a:gd name="connsiteX31" fmla="*/ 4889266 w 6409211"/>
                <a:gd name="connsiteY31" fmla="*/ 3806240 h 6858001"/>
                <a:gd name="connsiteX32" fmla="*/ 5122858 w 6409211"/>
                <a:gd name="connsiteY32" fmla="*/ 3572048 h 6858001"/>
                <a:gd name="connsiteX33" fmla="*/ 5145282 w 6409211"/>
                <a:gd name="connsiteY33" fmla="*/ 3560599 h 6858001"/>
                <a:gd name="connsiteX34" fmla="*/ 5640456 w 6409211"/>
                <a:gd name="connsiteY34" fmla="*/ 3064841 h 6858001"/>
                <a:gd name="connsiteX35" fmla="*/ 5660805 w 6409211"/>
                <a:gd name="connsiteY35" fmla="*/ 3078223 h 6858001"/>
                <a:gd name="connsiteX36" fmla="*/ 5945783 w 6409211"/>
                <a:gd name="connsiteY36" fmla="*/ 3424084 h 6858001"/>
                <a:gd name="connsiteX37" fmla="*/ 6166483 w 6409211"/>
                <a:gd name="connsiteY37" fmla="*/ 3809196 h 6858001"/>
                <a:gd name="connsiteX38" fmla="*/ 6342527 w 6409211"/>
                <a:gd name="connsiteY38" fmla="*/ 4331044 h 6858001"/>
                <a:gd name="connsiteX39" fmla="*/ 6394136 w 6409211"/>
                <a:gd name="connsiteY39" fmla="*/ 4659214 h 6858001"/>
                <a:gd name="connsiteX40" fmla="*/ 6407092 w 6409211"/>
                <a:gd name="connsiteY40" fmla="*/ 5069114 h 6858001"/>
                <a:gd name="connsiteX41" fmla="*/ 6249149 w 6409211"/>
                <a:gd name="connsiteY41" fmla="*/ 5840049 h 6858001"/>
                <a:gd name="connsiteX42" fmla="*/ 6136075 w 6409211"/>
                <a:gd name="connsiteY42" fmla="*/ 6101807 h 6858001"/>
                <a:gd name="connsiteX43" fmla="*/ 5860507 w 6409211"/>
                <a:gd name="connsiteY43" fmla="*/ 6535645 h 6858001"/>
                <a:gd name="connsiteX44" fmla="*/ 5647728 w 6409211"/>
                <a:gd name="connsiteY44" fmla="*/ 6778275 h 6858001"/>
                <a:gd name="connsiteX45" fmla="*/ 5620310 w 6409211"/>
                <a:gd name="connsiteY45" fmla="*/ 6771657 h 6858001"/>
                <a:gd name="connsiteX46" fmla="*/ 5384073 w 6409211"/>
                <a:gd name="connsiteY46" fmla="*/ 6536286 h 6858001"/>
                <a:gd name="connsiteX47" fmla="*/ 6051394 w 6409211"/>
                <a:gd name="connsiteY47" fmla="*/ 4924092 h 6858001"/>
                <a:gd name="connsiteX48" fmla="*/ 5385492 w 6409211"/>
                <a:gd name="connsiteY48" fmla="*/ 3309842 h 6858001"/>
                <a:gd name="connsiteX49" fmla="*/ 5618298 w 6409211"/>
                <a:gd name="connsiteY49" fmla="*/ 3076607 h 6858001"/>
                <a:gd name="connsiteX50" fmla="*/ 5640456 w 6409211"/>
                <a:gd name="connsiteY50" fmla="*/ 3064841 h 6858001"/>
                <a:gd name="connsiteX51" fmla="*/ 39249 w 6409211"/>
                <a:gd name="connsiteY51" fmla="*/ 1493 h 6858001"/>
                <a:gd name="connsiteX52" fmla="*/ 156536 w 6409211"/>
                <a:gd name="connsiteY52" fmla="*/ 9863 h 6858001"/>
                <a:gd name="connsiteX53" fmla="*/ 526250 w 6409211"/>
                <a:gd name="connsiteY53" fmla="*/ 55755 h 6858001"/>
                <a:gd name="connsiteX54" fmla="*/ 1088490 w 6409211"/>
                <a:gd name="connsiteY54" fmla="*/ 201290 h 6858001"/>
                <a:gd name="connsiteX55" fmla="*/ 1707936 w 6409211"/>
                <a:gd name="connsiteY55" fmla="*/ 526123 h 6858001"/>
                <a:gd name="connsiteX56" fmla="*/ 2032774 w 6409211"/>
                <a:gd name="connsiteY56" fmla="*/ 807462 h 6858001"/>
                <a:gd name="connsiteX57" fmla="*/ 2283597 w 6409211"/>
                <a:gd name="connsiteY57" fmla="*/ 1113716 h 6858001"/>
                <a:gd name="connsiteX58" fmla="*/ 2528167 w 6409211"/>
                <a:gd name="connsiteY58" fmla="*/ 1541167 h 6858001"/>
                <a:gd name="connsiteX59" fmla="*/ 2621355 w 6409211"/>
                <a:gd name="connsiteY59" fmla="*/ 1867440 h 6858001"/>
                <a:gd name="connsiteX60" fmla="*/ 2660653 w 6409211"/>
                <a:gd name="connsiteY60" fmla="*/ 2199012 h 6858001"/>
                <a:gd name="connsiteX61" fmla="*/ 2680810 w 6409211"/>
                <a:gd name="connsiteY61" fmla="*/ 2468993 h 6858001"/>
                <a:gd name="connsiteX62" fmla="*/ 2693528 w 6409211"/>
                <a:gd name="connsiteY62" fmla="*/ 2687594 h 6858001"/>
                <a:gd name="connsiteX63" fmla="*/ 2687501 w 6409211"/>
                <a:gd name="connsiteY63" fmla="*/ 2791906 h 6858001"/>
                <a:gd name="connsiteX64" fmla="*/ 2754285 w 6409211"/>
                <a:gd name="connsiteY64" fmla="*/ 3068725 h 6858001"/>
                <a:gd name="connsiteX65" fmla="*/ 2946361 w 6409211"/>
                <a:gd name="connsiteY65" fmla="*/ 3483544 h 6858001"/>
                <a:gd name="connsiteX66" fmla="*/ 3086889 w 6409211"/>
                <a:gd name="connsiteY66" fmla="*/ 3848506 h 6858001"/>
                <a:gd name="connsiteX67" fmla="*/ 3095082 w 6409211"/>
                <a:gd name="connsiteY67" fmla="*/ 4077147 h 6858001"/>
                <a:gd name="connsiteX68" fmla="*/ 2910310 w 6409211"/>
                <a:gd name="connsiteY68" fmla="*/ 4264632 h 6858001"/>
                <a:gd name="connsiteX69" fmla="*/ 2690694 w 6409211"/>
                <a:gd name="connsiteY69" fmla="*/ 4311666 h 6858001"/>
                <a:gd name="connsiteX70" fmla="*/ 2508477 w 6409211"/>
                <a:gd name="connsiteY70" fmla="*/ 4327440 h 6858001"/>
                <a:gd name="connsiteX71" fmla="*/ 2535069 w 6409211"/>
                <a:gd name="connsiteY71" fmla="*/ 4609771 h 6858001"/>
                <a:gd name="connsiteX72" fmla="*/ 2386821 w 6409211"/>
                <a:gd name="connsiteY72" fmla="*/ 4805953 h 6858001"/>
                <a:gd name="connsiteX73" fmla="*/ 2238957 w 6409211"/>
                <a:gd name="connsiteY73" fmla="*/ 4837365 h 6858001"/>
                <a:gd name="connsiteX74" fmla="*/ 2091693 w 6409211"/>
                <a:gd name="connsiteY74" fmla="*/ 4862822 h 6858001"/>
                <a:gd name="connsiteX75" fmla="*/ 2343771 w 6409211"/>
                <a:gd name="connsiteY75" fmla="*/ 4974235 h 6858001"/>
                <a:gd name="connsiteX76" fmla="*/ 2458013 w 6409211"/>
                <a:gd name="connsiteY76" fmla="*/ 5097740 h 6858001"/>
                <a:gd name="connsiteX77" fmla="*/ 2462596 w 6409211"/>
                <a:gd name="connsiteY77" fmla="*/ 5129434 h 6858001"/>
                <a:gd name="connsiteX78" fmla="*/ 2462779 w 6409211"/>
                <a:gd name="connsiteY78" fmla="*/ 5611932 h 6858001"/>
                <a:gd name="connsiteX79" fmla="*/ 2347045 w 6409211"/>
                <a:gd name="connsiteY79" fmla="*/ 5977576 h 6858001"/>
                <a:gd name="connsiteX80" fmla="*/ 1986390 w 6409211"/>
                <a:gd name="connsiteY80" fmla="*/ 6209413 h 6858001"/>
                <a:gd name="connsiteX81" fmla="*/ 1711488 w 6409211"/>
                <a:gd name="connsiteY81" fmla="*/ 6249678 h 6858001"/>
                <a:gd name="connsiteX82" fmla="*/ 1498120 w 6409211"/>
                <a:gd name="connsiteY82" fmla="*/ 6255039 h 6858001"/>
                <a:gd name="connsiteX83" fmla="*/ 1195002 w 6409211"/>
                <a:gd name="connsiteY83" fmla="*/ 6236045 h 6858001"/>
                <a:gd name="connsiteX84" fmla="*/ 992942 w 6409211"/>
                <a:gd name="connsiteY84" fmla="*/ 6222910 h 6858001"/>
                <a:gd name="connsiteX85" fmla="*/ 810600 w 6409211"/>
                <a:gd name="connsiteY85" fmla="*/ 6330080 h 6858001"/>
                <a:gd name="connsiteX86" fmla="*/ 724807 w 6409211"/>
                <a:gd name="connsiteY86" fmla="*/ 6597779 h 6858001"/>
                <a:gd name="connsiteX87" fmla="*/ 705170 w 6409211"/>
                <a:gd name="connsiteY87" fmla="*/ 6857409 h 6858001"/>
                <a:gd name="connsiteX88" fmla="*/ 434576 w 6409211"/>
                <a:gd name="connsiteY88" fmla="*/ 6857409 h 6858001"/>
                <a:gd name="connsiteX89" fmla="*/ 406600 w 6409211"/>
                <a:gd name="connsiteY89" fmla="*/ 6834750 h 6858001"/>
                <a:gd name="connsiteX90" fmla="*/ 479192 w 6409211"/>
                <a:gd name="connsiteY90" fmla="*/ 6323229 h 6858001"/>
                <a:gd name="connsiteX91" fmla="*/ 699791 w 6409211"/>
                <a:gd name="connsiteY91" fmla="*/ 6006909 h 6858001"/>
                <a:gd name="connsiteX92" fmla="*/ 910402 w 6409211"/>
                <a:gd name="connsiteY92" fmla="*/ 5926358 h 6858001"/>
                <a:gd name="connsiteX93" fmla="*/ 1155291 w 6409211"/>
                <a:gd name="connsiteY93" fmla="*/ 5926086 h 6858001"/>
                <a:gd name="connsiteX94" fmla="*/ 1435289 w 6409211"/>
                <a:gd name="connsiteY94" fmla="*/ 5944830 h 6858001"/>
                <a:gd name="connsiteX95" fmla="*/ 1684942 w 6409211"/>
                <a:gd name="connsiteY95" fmla="*/ 5950518 h 6858001"/>
                <a:gd name="connsiteX96" fmla="*/ 2003209 w 6409211"/>
                <a:gd name="connsiteY96" fmla="*/ 5877673 h 6858001"/>
                <a:gd name="connsiteX97" fmla="*/ 2158553 w 6409211"/>
                <a:gd name="connsiteY97" fmla="*/ 5624252 h 6858001"/>
                <a:gd name="connsiteX98" fmla="*/ 2158957 w 6409211"/>
                <a:gd name="connsiteY98" fmla="*/ 5452410 h 6858001"/>
                <a:gd name="connsiteX99" fmla="*/ 2165441 w 6409211"/>
                <a:gd name="connsiteY99" fmla="*/ 5248928 h 6858001"/>
                <a:gd name="connsiteX100" fmla="*/ 2143570 w 6409211"/>
                <a:gd name="connsiteY100" fmla="*/ 5216209 h 6858001"/>
                <a:gd name="connsiteX101" fmla="*/ 1644109 w 6409211"/>
                <a:gd name="connsiteY101" fmla="*/ 5012870 h 6858001"/>
                <a:gd name="connsiteX102" fmla="*/ 1538682 w 6409211"/>
                <a:gd name="connsiteY102" fmla="*/ 4957365 h 6858001"/>
                <a:gd name="connsiteX103" fmla="*/ 1458912 w 6409211"/>
                <a:gd name="connsiteY103" fmla="*/ 4782151 h 6858001"/>
                <a:gd name="connsiteX104" fmla="*/ 1577856 w 6409211"/>
                <a:gd name="connsiteY104" fmla="*/ 4651203 h 6858001"/>
                <a:gd name="connsiteX105" fmla="*/ 1819214 w 6409211"/>
                <a:gd name="connsiteY105" fmla="*/ 4597270 h 6858001"/>
                <a:gd name="connsiteX106" fmla="*/ 2058057 w 6409211"/>
                <a:gd name="connsiteY106" fmla="*/ 4557796 h 6858001"/>
                <a:gd name="connsiteX107" fmla="*/ 2192304 w 6409211"/>
                <a:gd name="connsiteY107" fmla="*/ 4538720 h 6858001"/>
                <a:gd name="connsiteX108" fmla="*/ 2224358 w 6409211"/>
                <a:gd name="connsiteY108" fmla="*/ 4496705 h 6858001"/>
                <a:gd name="connsiteX109" fmla="*/ 2189180 w 6409211"/>
                <a:gd name="connsiteY109" fmla="*/ 4319910 h 6858001"/>
                <a:gd name="connsiteX110" fmla="*/ 2151364 w 6409211"/>
                <a:gd name="connsiteY110" fmla="*/ 4147406 h 6858001"/>
                <a:gd name="connsiteX111" fmla="*/ 2286017 w 6409211"/>
                <a:gd name="connsiteY111" fmla="*/ 4015417 h 6858001"/>
                <a:gd name="connsiteX112" fmla="*/ 2519194 w 6409211"/>
                <a:gd name="connsiteY112" fmla="*/ 4020552 h 6858001"/>
                <a:gd name="connsiteX113" fmla="*/ 2760976 w 6409211"/>
                <a:gd name="connsiteY113" fmla="*/ 3994675 h 6858001"/>
                <a:gd name="connsiteX114" fmla="*/ 2794972 w 6409211"/>
                <a:gd name="connsiteY114" fmla="*/ 3940769 h 6858001"/>
                <a:gd name="connsiteX115" fmla="*/ 2693026 w 6409211"/>
                <a:gd name="connsiteY115" fmla="*/ 3664245 h 6858001"/>
                <a:gd name="connsiteX116" fmla="*/ 2461979 w 6409211"/>
                <a:gd name="connsiteY116" fmla="*/ 3157843 h 6858001"/>
                <a:gd name="connsiteX117" fmla="*/ 2383556 w 6409211"/>
                <a:gd name="connsiteY117" fmla="*/ 2794392 h 6858001"/>
                <a:gd name="connsiteX118" fmla="*/ 2389502 w 6409211"/>
                <a:gd name="connsiteY118" fmla="*/ 2663628 h 6858001"/>
                <a:gd name="connsiteX119" fmla="*/ 2376471 w 6409211"/>
                <a:gd name="connsiteY119" fmla="*/ 2388863 h 6858001"/>
                <a:gd name="connsiteX120" fmla="*/ 2356241 w 6409211"/>
                <a:gd name="connsiteY120" fmla="*/ 2161902 h 6858001"/>
                <a:gd name="connsiteX121" fmla="*/ 2286705 w 6409211"/>
                <a:gd name="connsiteY121" fmla="*/ 1758258 h 6858001"/>
                <a:gd name="connsiteX122" fmla="*/ 2189314 w 6409211"/>
                <a:gd name="connsiteY122" fmla="*/ 1545017 h 6858001"/>
                <a:gd name="connsiteX123" fmla="*/ 1939381 w 6409211"/>
                <a:gd name="connsiteY123" fmla="*/ 1162370 h 6858001"/>
                <a:gd name="connsiteX124" fmla="*/ 1754863 w 6409211"/>
                <a:gd name="connsiteY124" fmla="*/ 959053 h 6858001"/>
                <a:gd name="connsiteX125" fmla="*/ 1320213 w 6409211"/>
                <a:gd name="connsiteY125" fmla="*/ 640674 h 6858001"/>
                <a:gd name="connsiteX126" fmla="*/ 880878 w 6409211"/>
                <a:gd name="connsiteY126" fmla="*/ 451840 h 6858001"/>
                <a:gd name="connsiteX127" fmla="*/ 468637 w 6409211"/>
                <a:gd name="connsiteY127" fmla="*/ 353245 h 6858001"/>
                <a:gd name="connsiteX128" fmla="*/ 160263 w 6409211"/>
                <a:gd name="connsiteY128" fmla="*/ 313821 h 6858001"/>
                <a:gd name="connsiteX129" fmla="*/ 0 w 6409211"/>
                <a:gd name="connsiteY129" fmla="*/ 298905 h 6858001"/>
                <a:gd name="connsiteX130" fmla="*/ 3786 w 6409211"/>
                <a:gd name="connsiteY130" fmla="*/ 252704 h 6858001"/>
                <a:gd name="connsiteX131" fmla="*/ 10242 w 6409211"/>
                <a:gd name="connsiteY131" fmla="*/ 22782 h 6858001"/>
                <a:gd name="connsiteX132" fmla="*/ 39249 w 6409211"/>
                <a:gd name="connsiteY132" fmla="*/ 1493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409211" h="6858001">
                  <a:moveTo>
                    <a:pt x="4649770" y="4055139"/>
                  </a:moveTo>
                  <a:cubicBezTo>
                    <a:pt x="4655501" y="4055854"/>
                    <a:pt x="4660765" y="4060051"/>
                    <a:pt x="4665936" y="4066908"/>
                  </a:cubicBezTo>
                  <a:cubicBezTo>
                    <a:pt x="4726231" y="4146881"/>
                    <a:pt x="4792179" y="4223355"/>
                    <a:pt x="4844982" y="4308018"/>
                  </a:cubicBezTo>
                  <a:cubicBezTo>
                    <a:pt x="4908575" y="4409985"/>
                    <a:pt x="4948694" y="4523480"/>
                    <a:pt x="4977138" y="4640956"/>
                  </a:cubicBezTo>
                  <a:cubicBezTo>
                    <a:pt x="5007451" y="4766156"/>
                    <a:pt x="5014411" y="4893360"/>
                    <a:pt x="5006213" y="5020485"/>
                  </a:cubicBezTo>
                  <a:cubicBezTo>
                    <a:pt x="4998537" y="5139552"/>
                    <a:pt x="4971721" y="5256407"/>
                    <a:pt x="4927719" y="5367843"/>
                  </a:cubicBezTo>
                  <a:cubicBezTo>
                    <a:pt x="4880125" y="5488381"/>
                    <a:pt x="4818132" y="5601202"/>
                    <a:pt x="4733509" y="5700466"/>
                  </a:cubicBezTo>
                  <a:cubicBezTo>
                    <a:pt x="4709616" y="5728494"/>
                    <a:pt x="4686695" y="5757438"/>
                    <a:pt x="4661266" y="5783985"/>
                  </a:cubicBezTo>
                  <a:cubicBezTo>
                    <a:pt x="4656502" y="5788957"/>
                    <a:pt x="4637702" y="5788862"/>
                    <a:pt x="4632517" y="5783796"/>
                  </a:cubicBezTo>
                  <a:cubicBezTo>
                    <a:pt x="4555312" y="5708387"/>
                    <a:pt x="4479304" y="5631752"/>
                    <a:pt x="4403028" y="5555393"/>
                  </a:cubicBezTo>
                  <a:cubicBezTo>
                    <a:pt x="4385529" y="5537877"/>
                    <a:pt x="4403151" y="5528408"/>
                    <a:pt x="4412811" y="5519317"/>
                  </a:cubicBezTo>
                  <a:cubicBezTo>
                    <a:pt x="4474304" y="5461448"/>
                    <a:pt x="4520188" y="5391701"/>
                    <a:pt x="4557154" y="5317295"/>
                  </a:cubicBezTo>
                  <a:cubicBezTo>
                    <a:pt x="4604082" y="5222835"/>
                    <a:pt x="4633573" y="5122782"/>
                    <a:pt x="4645242" y="5016462"/>
                  </a:cubicBezTo>
                  <a:cubicBezTo>
                    <a:pt x="4665635" y="4830638"/>
                    <a:pt x="4627573" y="4658496"/>
                    <a:pt x="4539456" y="4495637"/>
                  </a:cubicBezTo>
                  <a:cubicBezTo>
                    <a:pt x="4538447" y="4493772"/>
                    <a:pt x="4536446" y="4492443"/>
                    <a:pt x="4533502" y="4488817"/>
                  </a:cubicBezTo>
                  <a:cubicBezTo>
                    <a:pt x="4488137" y="4424281"/>
                    <a:pt x="4444182" y="4361791"/>
                    <a:pt x="4398009" y="4296149"/>
                  </a:cubicBezTo>
                  <a:cubicBezTo>
                    <a:pt x="4472060" y="4222500"/>
                    <a:pt x="4551718" y="4143662"/>
                    <a:pt x="4630805" y="4064253"/>
                  </a:cubicBezTo>
                  <a:cubicBezTo>
                    <a:pt x="4637842" y="4057188"/>
                    <a:pt x="4644039" y="4054423"/>
                    <a:pt x="4649770" y="4055139"/>
                  </a:cubicBezTo>
                  <a:close/>
                  <a:moveTo>
                    <a:pt x="5145282" y="3560599"/>
                  </a:moveTo>
                  <a:cubicBezTo>
                    <a:pt x="5151893" y="3561473"/>
                    <a:pt x="5158111" y="3566535"/>
                    <a:pt x="5165352" y="3574284"/>
                  </a:cubicBezTo>
                  <a:cubicBezTo>
                    <a:pt x="5269624" y="3685878"/>
                    <a:pt x="5365205" y="3804203"/>
                    <a:pt x="5440951" y="3937203"/>
                  </a:cubicBezTo>
                  <a:cubicBezTo>
                    <a:pt x="5475370" y="3997642"/>
                    <a:pt x="5505008" y="4060804"/>
                    <a:pt x="5538097" y="4124958"/>
                  </a:cubicBezTo>
                  <a:cubicBezTo>
                    <a:pt x="5604258" y="4264528"/>
                    <a:pt x="5645495" y="4409130"/>
                    <a:pt x="5675753" y="4557653"/>
                  </a:cubicBezTo>
                  <a:cubicBezTo>
                    <a:pt x="5708436" y="4718084"/>
                    <a:pt x="5714710" y="4880300"/>
                    <a:pt x="5706951" y="5042538"/>
                  </a:cubicBezTo>
                  <a:cubicBezTo>
                    <a:pt x="5700320" y="5181224"/>
                    <a:pt x="5680680" y="5319578"/>
                    <a:pt x="5636251" y="5451874"/>
                  </a:cubicBezTo>
                  <a:cubicBezTo>
                    <a:pt x="5598182" y="5565233"/>
                    <a:pt x="5558850" y="5679059"/>
                    <a:pt x="5508064" y="5787028"/>
                  </a:cubicBezTo>
                  <a:cubicBezTo>
                    <a:pt x="5448137" y="5914429"/>
                    <a:pt x="5372256" y="6033777"/>
                    <a:pt x="5278534" y="6140349"/>
                  </a:cubicBezTo>
                  <a:cubicBezTo>
                    <a:pt x="5236862" y="6187734"/>
                    <a:pt x="5195355" y="6235293"/>
                    <a:pt x="5152173" y="6281269"/>
                  </a:cubicBezTo>
                  <a:cubicBezTo>
                    <a:pt x="5148599" y="6285075"/>
                    <a:pt x="5129438" y="6280687"/>
                    <a:pt x="5123072" y="6274445"/>
                  </a:cubicBezTo>
                  <a:cubicBezTo>
                    <a:pt x="5045245" y="6198127"/>
                    <a:pt x="4968459" y="6120750"/>
                    <a:pt x="4888096" y="6040340"/>
                  </a:cubicBezTo>
                  <a:cubicBezTo>
                    <a:pt x="5189508" y="5729847"/>
                    <a:pt x="5350366" y="5359415"/>
                    <a:pt x="5350959" y="4924405"/>
                  </a:cubicBezTo>
                  <a:cubicBezTo>
                    <a:pt x="5351551" y="4488771"/>
                    <a:pt x="5189808" y="4118835"/>
                    <a:pt x="4889266" y="3806240"/>
                  </a:cubicBezTo>
                  <a:cubicBezTo>
                    <a:pt x="4967476" y="3728085"/>
                    <a:pt x="5045872" y="3650755"/>
                    <a:pt x="5122858" y="3572048"/>
                  </a:cubicBezTo>
                  <a:cubicBezTo>
                    <a:pt x="5131668" y="3563041"/>
                    <a:pt x="5138671" y="3559726"/>
                    <a:pt x="5145282" y="3560599"/>
                  </a:cubicBezTo>
                  <a:close/>
                  <a:moveTo>
                    <a:pt x="5640456" y="3064841"/>
                  </a:moveTo>
                  <a:cubicBezTo>
                    <a:pt x="5647077" y="3065451"/>
                    <a:pt x="5653396" y="3070250"/>
                    <a:pt x="5660805" y="3078223"/>
                  </a:cubicBezTo>
                  <a:cubicBezTo>
                    <a:pt x="5762690" y="3187855"/>
                    <a:pt x="5860574" y="3300693"/>
                    <a:pt x="5945783" y="3424084"/>
                  </a:cubicBezTo>
                  <a:cubicBezTo>
                    <a:pt x="6030172" y="3546289"/>
                    <a:pt x="6104392" y="3674419"/>
                    <a:pt x="6166483" y="3809196"/>
                  </a:cubicBezTo>
                  <a:cubicBezTo>
                    <a:pt x="6243678" y="3976755"/>
                    <a:pt x="6308253" y="4149105"/>
                    <a:pt x="6342527" y="4331044"/>
                  </a:cubicBezTo>
                  <a:cubicBezTo>
                    <a:pt x="6363028" y="4439872"/>
                    <a:pt x="6384890" y="4549137"/>
                    <a:pt x="6394136" y="4659214"/>
                  </a:cubicBezTo>
                  <a:cubicBezTo>
                    <a:pt x="6405569" y="4795328"/>
                    <a:pt x="6413100" y="4932863"/>
                    <a:pt x="6407092" y="5069114"/>
                  </a:cubicBezTo>
                  <a:cubicBezTo>
                    <a:pt x="6395424" y="5333673"/>
                    <a:pt x="6340324" y="5591245"/>
                    <a:pt x="6249149" y="5840049"/>
                  </a:cubicBezTo>
                  <a:cubicBezTo>
                    <a:pt x="6216776" y="5928387"/>
                    <a:pt x="6175007" y="6013280"/>
                    <a:pt x="6136075" y="6101807"/>
                  </a:cubicBezTo>
                  <a:cubicBezTo>
                    <a:pt x="6057109" y="6256598"/>
                    <a:pt x="5968633" y="6402666"/>
                    <a:pt x="5860507" y="6535645"/>
                  </a:cubicBezTo>
                  <a:cubicBezTo>
                    <a:pt x="5792680" y="6619063"/>
                    <a:pt x="5719635" y="6698263"/>
                    <a:pt x="5647728" y="6778275"/>
                  </a:cubicBezTo>
                  <a:cubicBezTo>
                    <a:pt x="5644593" y="6781763"/>
                    <a:pt x="5626328" y="6777567"/>
                    <a:pt x="5620310" y="6771657"/>
                  </a:cubicBezTo>
                  <a:cubicBezTo>
                    <a:pt x="5541760" y="6694502"/>
                    <a:pt x="5464151" y="6616390"/>
                    <a:pt x="5384073" y="6536286"/>
                  </a:cubicBezTo>
                  <a:cubicBezTo>
                    <a:pt x="5820119" y="6087418"/>
                    <a:pt x="6050995" y="5552259"/>
                    <a:pt x="6051394" y="4924092"/>
                  </a:cubicBezTo>
                  <a:cubicBezTo>
                    <a:pt x="6051792" y="4295570"/>
                    <a:pt x="5819125" y="3761333"/>
                    <a:pt x="5385492" y="3309842"/>
                  </a:cubicBezTo>
                  <a:cubicBezTo>
                    <a:pt x="5462847" y="3232592"/>
                    <a:pt x="5541246" y="3155259"/>
                    <a:pt x="5618298" y="3076607"/>
                  </a:cubicBezTo>
                  <a:cubicBezTo>
                    <a:pt x="5626913" y="3067815"/>
                    <a:pt x="5633835" y="3064232"/>
                    <a:pt x="5640456" y="3064841"/>
                  </a:cubicBezTo>
                  <a:close/>
                  <a:moveTo>
                    <a:pt x="39249" y="1493"/>
                  </a:moveTo>
                  <a:cubicBezTo>
                    <a:pt x="77633" y="8271"/>
                    <a:pt x="117617" y="5334"/>
                    <a:pt x="156536" y="9863"/>
                  </a:cubicBezTo>
                  <a:cubicBezTo>
                    <a:pt x="279886" y="24218"/>
                    <a:pt x="403239" y="38794"/>
                    <a:pt x="526250" y="55755"/>
                  </a:cubicBezTo>
                  <a:cubicBezTo>
                    <a:pt x="719216" y="82361"/>
                    <a:pt x="905893" y="134688"/>
                    <a:pt x="1088490" y="201290"/>
                  </a:cubicBezTo>
                  <a:cubicBezTo>
                    <a:pt x="1309334" y="281844"/>
                    <a:pt x="1516848" y="387909"/>
                    <a:pt x="1707936" y="526123"/>
                  </a:cubicBezTo>
                  <a:cubicBezTo>
                    <a:pt x="1824665" y="610554"/>
                    <a:pt x="1936762" y="700465"/>
                    <a:pt x="2032774" y="807462"/>
                  </a:cubicBezTo>
                  <a:cubicBezTo>
                    <a:pt x="2120827" y="905590"/>
                    <a:pt x="2203552" y="1008867"/>
                    <a:pt x="2283597" y="1113716"/>
                  </a:cubicBezTo>
                  <a:cubicBezTo>
                    <a:pt x="2383832" y="1245010"/>
                    <a:pt x="2456382" y="1393197"/>
                    <a:pt x="2528167" y="1541167"/>
                  </a:cubicBezTo>
                  <a:cubicBezTo>
                    <a:pt x="2578138" y="1644172"/>
                    <a:pt x="2607192" y="1753926"/>
                    <a:pt x="2621355" y="1867440"/>
                  </a:cubicBezTo>
                  <a:cubicBezTo>
                    <a:pt x="2635135" y="1977883"/>
                    <a:pt x="2649505" y="2088291"/>
                    <a:pt x="2660653" y="2199012"/>
                  </a:cubicBezTo>
                  <a:cubicBezTo>
                    <a:pt x="2669690" y="2288774"/>
                    <a:pt x="2674690" y="2378953"/>
                    <a:pt x="2680810" y="2468993"/>
                  </a:cubicBezTo>
                  <a:cubicBezTo>
                    <a:pt x="2685761" y="2541818"/>
                    <a:pt x="2691041" y="2614666"/>
                    <a:pt x="2693528" y="2687594"/>
                  </a:cubicBezTo>
                  <a:cubicBezTo>
                    <a:pt x="2694710" y="2722257"/>
                    <a:pt x="2689894" y="2757142"/>
                    <a:pt x="2687501" y="2791906"/>
                  </a:cubicBezTo>
                  <a:cubicBezTo>
                    <a:pt x="2680668" y="2891181"/>
                    <a:pt x="2715735" y="2981139"/>
                    <a:pt x="2754285" y="3068725"/>
                  </a:cubicBezTo>
                  <a:cubicBezTo>
                    <a:pt x="2815658" y="3208164"/>
                    <a:pt x="2882703" y="3345096"/>
                    <a:pt x="2946361" y="3483544"/>
                  </a:cubicBezTo>
                  <a:cubicBezTo>
                    <a:pt x="3000907" y="3602175"/>
                    <a:pt x="3056652" y="3720370"/>
                    <a:pt x="3086889" y="3848506"/>
                  </a:cubicBezTo>
                  <a:cubicBezTo>
                    <a:pt x="3104800" y="3924407"/>
                    <a:pt x="3115000" y="4001480"/>
                    <a:pt x="3095082" y="4077147"/>
                  </a:cubicBezTo>
                  <a:cubicBezTo>
                    <a:pt x="3069884" y="4172878"/>
                    <a:pt x="3001433" y="4234823"/>
                    <a:pt x="2910310" y="4264632"/>
                  </a:cubicBezTo>
                  <a:cubicBezTo>
                    <a:pt x="2839500" y="4287797"/>
                    <a:pt x="2764634" y="4300144"/>
                    <a:pt x="2690694" y="4311666"/>
                  </a:cubicBezTo>
                  <a:cubicBezTo>
                    <a:pt x="2628865" y="4321301"/>
                    <a:pt x="2565763" y="4322778"/>
                    <a:pt x="2508477" y="4327440"/>
                  </a:cubicBezTo>
                  <a:cubicBezTo>
                    <a:pt x="2517600" y="4422727"/>
                    <a:pt x="2528275" y="4516108"/>
                    <a:pt x="2535069" y="4609771"/>
                  </a:cubicBezTo>
                  <a:cubicBezTo>
                    <a:pt x="2543598" y="4727348"/>
                    <a:pt x="2482593" y="4775895"/>
                    <a:pt x="2386821" y="4805953"/>
                  </a:cubicBezTo>
                  <a:cubicBezTo>
                    <a:pt x="2338955" y="4820977"/>
                    <a:pt x="2288485" y="4827977"/>
                    <a:pt x="2238957" y="4837365"/>
                  </a:cubicBezTo>
                  <a:cubicBezTo>
                    <a:pt x="2189293" y="4846779"/>
                    <a:pt x="2139338" y="4854650"/>
                    <a:pt x="2091693" y="4862822"/>
                  </a:cubicBezTo>
                  <a:cubicBezTo>
                    <a:pt x="2174523" y="4899185"/>
                    <a:pt x="2260108" y="4934677"/>
                    <a:pt x="2343771" y="4974235"/>
                  </a:cubicBezTo>
                  <a:cubicBezTo>
                    <a:pt x="2397251" y="4999520"/>
                    <a:pt x="2442307" y="5036052"/>
                    <a:pt x="2458013" y="5097740"/>
                  </a:cubicBezTo>
                  <a:cubicBezTo>
                    <a:pt x="2460636" y="5108044"/>
                    <a:pt x="2462577" y="5118854"/>
                    <a:pt x="2462596" y="5129434"/>
                  </a:cubicBezTo>
                  <a:cubicBezTo>
                    <a:pt x="2462882" y="5290267"/>
                    <a:pt x="2462845" y="5451099"/>
                    <a:pt x="2462779" y="5611932"/>
                  </a:cubicBezTo>
                  <a:cubicBezTo>
                    <a:pt x="2462724" y="5745994"/>
                    <a:pt x="2428536" y="5870053"/>
                    <a:pt x="2347045" y="5977576"/>
                  </a:cubicBezTo>
                  <a:cubicBezTo>
                    <a:pt x="2255558" y="6098287"/>
                    <a:pt x="2130881" y="6170289"/>
                    <a:pt x="1986390" y="6209413"/>
                  </a:cubicBezTo>
                  <a:cubicBezTo>
                    <a:pt x="1896496" y="6233755"/>
                    <a:pt x="1805179" y="6249161"/>
                    <a:pt x="1711488" y="6249678"/>
                  </a:cubicBezTo>
                  <a:cubicBezTo>
                    <a:pt x="1640347" y="6250070"/>
                    <a:pt x="1569108" y="6257308"/>
                    <a:pt x="1498120" y="6255039"/>
                  </a:cubicBezTo>
                  <a:cubicBezTo>
                    <a:pt x="1396982" y="6251809"/>
                    <a:pt x="1296032" y="6242656"/>
                    <a:pt x="1195002" y="6236045"/>
                  </a:cubicBezTo>
                  <a:cubicBezTo>
                    <a:pt x="1127651" y="6231637"/>
                    <a:pt x="1060311" y="6227034"/>
                    <a:pt x="992942" y="6222910"/>
                  </a:cubicBezTo>
                  <a:cubicBezTo>
                    <a:pt x="908263" y="6217726"/>
                    <a:pt x="850979" y="6261843"/>
                    <a:pt x="810600" y="6330080"/>
                  </a:cubicBezTo>
                  <a:cubicBezTo>
                    <a:pt x="761881" y="6412410"/>
                    <a:pt x="734248" y="6502769"/>
                    <a:pt x="724807" y="6597779"/>
                  </a:cubicBezTo>
                  <a:cubicBezTo>
                    <a:pt x="716403" y="6682355"/>
                    <a:pt x="711827" y="6767312"/>
                    <a:pt x="705170" y="6857409"/>
                  </a:cubicBezTo>
                  <a:cubicBezTo>
                    <a:pt x="619467" y="6857409"/>
                    <a:pt x="528617" y="6857409"/>
                    <a:pt x="434576" y="6857409"/>
                  </a:cubicBezTo>
                  <a:cubicBezTo>
                    <a:pt x="413843" y="6859973"/>
                    <a:pt x="406955" y="6854533"/>
                    <a:pt x="406600" y="6834750"/>
                  </a:cubicBezTo>
                  <a:cubicBezTo>
                    <a:pt x="403471" y="6660283"/>
                    <a:pt x="421159" y="6489103"/>
                    <a:pt x="479192" y="6323229"/>
                  </a:cubicBezTo>
                  <a:cubicBezTo>
                    <a:pt x="523368" y="6196960"/>
                    <a:pt x="590773" y="6087021"/>
                    <a:pt x="699791" y="6006909"/>
                  </a:cubicBezTo>
                  <a:cubicBezTo>
                    <a:pt x="762077" y="5961137"/>
                    <a:pt x="832757" y="5930428"/>
                    <a:pt x="910402" y="5926358"/>
                  </a:cubicBezTo>
                  <a:cubicBezTo>
                    <a:pt x="991834" y="5922088"/>
                    <a:pt x="1073764" y="5922851"/>
                    <a:pt x="1155291" y="5926086"/>
                  </a:cubicBezTo>
                  <a:cubicBezTo>
                    <a:pt x="1248723" y="5929794"/>
                    <a:pt x="1341877" y="5940075"/>
                    <a:pt x="1435289" y="5944830"/>
                  </a:cubicBezTo>
                  <a:cubicBezTo>
                    <a:pt x="1518434" y="5949062"/>
                    <a:pt x="1602058" y="5955027"/>
                    <a:pt x="1684942" y="5950518"/>
                  </a:cubicBezTo>
                  <a:cubicBezTo>
                    <a:pt x="1794438" y="5944562"/>
                    <a:pt x="1904329" y="5931253"/>
                    <a:pt x="2003209" y="5877673"/>
                  </a:cubicBezTo>
                  <a:cubicBezTo>
                    <a:pt x="2102996" y="5823602"/>
                    <a:pt x="2156436" y="5738872"/>
                    <a:pt x="2158553" y="5624252"/>
                  </a:cubicBezTo>
                  <a:cubicBezTo>
                    <a:pt x="2159611" y="5566988"/>
                    <a:pt x="2157888" y="5509674"/>
                    <a:pt x="2158957" y="5452410"/>
                  </a:cubicBezTo>
                  <a:cubicBezTo>
                    <a:pt x="2160224" y="5384566"/>
                    <a:pt x="2163013" y="5316747"/>
                    <a:pt x="2165441" y="5248928"/>
                  </a:cubicBezTo>
                  <a:cubicBezTo>
                    <a:pt x="2166036" y="5232309"/>
                    <a:pt x="2162802" y="5223830"/>
                    <a:pt x="2143570" y="5216209"/>
                  </a:cubicBezTo>
                  <a:cubicBezTo>
                    <a:pt x="1976462" y="5149991"/>
                    <a:pt x="1810069" y="5081932"/>
                    <a:pt x="1644109" y="5012870"/>
                  </a:cubicBezTo>
                  <a:cubicBezTo>
                    <a:pt x="1607567" y="4997665"/>
                    <a:pt x="1572407" y="4978212"/>
                    <a:pt x="1538682" y="4957365"/>
                  </a:cubicBezTo>
                  <a:cubicBezTo>
                    <a:pt x="1473752" y="4917229"/>
                    <a:pt x="1448115" y="4855755"/>
                    <a:pt x="1458912" y="4782151"/>
                  </a:cubicBezTo>
                  <a:cubicBezTo>
                    <a:pt x="1468903" y="4714046"/>
                    <a:pt x="1514944" y="4669611"/>
                    <a:pt x="1577856" y="4651203"/>
                  </a:cubicBezTo>
                  <a:cubicBezTo>
                    <a:pt x="1656824" y="4628097"/>
                    <a:pt x="1738251" y="4612819"/>
                    <a:pt x="1819214" y="4597270"/>
                  </a:cubicBezTo>
                  <a:cubicBezTo>
                    <a:pt x="1898434" y="4582057"/>
                    <a:pt x="1978377" y="4570577"/>
                    <a:pt x="2058057" y="4557796"/>
                  </a:cubicBezTo>
                  <a:cubicBezTo>
                    <a:pt x="2102738" y="4550628"/>
                    <a:pt x="2147417" y="4539885"/>
                    <a:pt x="2192304" y="4538720"/>
                  </a:cubicBezTo>
                  <a:cubicBezTo>
                    <a:pt x="2227370" y="4537810"/>
                    <a:pt x="2228499" y="4519666"/>
                    <a:pt x="2224358" y="4496705"/>
                  </a:cubicBezTo>
                  <a:cubicBezTo>
                    <a:pt x="2213695" y="4437582"/>
                    <a:pt x="2200046" y="4379001"/>
                    <a:pt x="2189180" y="4319910"/>
                  </a:cubicBezTo>
                  <a:cubicBezTo>
                    <a:pt x="2178537" y="4262030"/>
                    <a:pt x="2147656" y="4209300"/>
                    <a:pt x="2151364" y="4147406"/>
                  </a:cubicBezTo>
                  <a:cubicBezTo>
                    <a:pt x="2155426" y="4079584"/>
                    <a:pt x="2217431" y="4014547"/>
                    <a:pt x="2286017" y="4015417"/>
                  </a:cubicBezTo>
                  <a:cubicBezTo>
                    <a:pt x="2363774" y="4016401"/>
                    <a:pt x="2441690" y="4023876"/>
                    <a:pt x="2519194" y="4020552"/>
                  </a:cubicBezTo>
                  <a:cubicBezTo>
                    <a:pt x="2600029" y="4017084"/>
                    <a:pt x="2680663" y="4005631"/>
                    <a:pt x="2760976" y="3994675"/>
                  </a:cubicBezTo>
                  <a:cubicBezTo>
                    <a:pt x="2803262" y="3988906"/>
                    <a:pt x="2808642" y="3980305"/>
                    <a:pt x="2794972" y="3940769"/>
                  </a:cubicBezTo>
                  <a:cubicBezTo>
                    <a:pt x="2762865" y="3847917"/>
                    <a:pt x="2732300" y="3754124"/>
                    <a:pt x="2693026" y="3664245"/>
                  </a:cubicBezTo>
                  <a:cubicBezTo>
                    <a:pt x="2618746" y="3494250"/>
                    <a:pt x="2536484" y="3327745"/>
                    <a:pt x="2461979" y="3157843"/>
                  </a:cubicBezTo>
                  <a:cubicBezTo>
                    <a:pt x="2411515" y="3042763"/>
                    <a:pt x="2378585" y="2922197"/>
                    <a:pt x="2383556" y="2794392"/>
                  </a:cubicBezTo>
                  <a:cubicBezTo>
                    <a:pt x="2385251" y="2750780"/>
                    <a:pt x="2390691" y="2707127"/>
                    <a:pt x="2389502" y="2663628"/>
                  </a:cubicBezTo>
                  <a:cubicBezTo>
                    <a:pt x="2386997" y="2571985"/>
                    <a:pt x="2382370" y="2480358"/>
                    <a:pt x="2376471" y="2388863"/>
                  </a:cubicBezTo>
                  <a:cubicBezTo>
                    <a:pt x="2371585" y="2313068"/>
                    <a:pt x="2367213" y="2236947"/>
                    <a:pt x="2356241" y="2161902"/>
                  </a:cubicBezTo>
                  <a:cubicBezTo>
                    <a:pt x="2336484" y="2026767"/>
                    <a:pt x="2318919" y="1890633"/>
                    <a:pt x="2286705" y="1758258"/>
                  </a:cubicBezTo>
                  <a:cubicBezTo>
                    <a:pt x="2268550" y="1683658"/>
                    <a:pt x="2224966" y="1614709"/>
                    <a:pt x="2189314" y="1545017"/>
                  </a:cubicBezTo>
                  <a:cubicBezTo>
                    <a:pt x="2119604" y="1408746"/>
                    <a:pt x="2038621" y="1279282"/>
                    <a:pt x="1939381" y="1162370"/>
                  </a:cubicBezTo>
                  <a:cubicBezTo>
                    <a:pt x="1880159" y="1092601"/>
                    <a:pt x="1821040" y="1021937"/>
                    <a:pt x="1754863" y="959053"/>
                  </a:cubicBezTo>
                  <a:cubicBezTo>
                    <a:pt x="1623923" y="834631"/>
                    <a:pt x="1479292" y="727925"/>
                    <a:pt x="1320213" y="640674"/>
                  </a:cubicBezTo>
                  <a:cubicBezTo>
                    <a:pt x="1179592" y="563548"/>
                    <a:pt x="1033424" y="500659"/>
                    <a:pt x="880878" y="451840"/>
                  </a:cubicBezTo>
                  <a:cubicBezTo>
                    <a:pt x="745908" y="408648"/>
                    <a:pt x="609151" y="372833"/>
                    <a:pt x="468637" y="353245"/>
                  </a:cubicBezTo>
                  <a:cubicBezTo>
                    <a:pt x="366007" y="338938"/>
                    <a:pt x="263161" y="326082"/>
                    <a:pt x="160263" y="313821"/>
                  </a:cubicBezTo>
                  <a:cubicBezTo>
                    <a:pt x="106550" y="307422"/>
                    <a:pt x="52520" y="303708"/>
                    <a:pt x="0" y="298905"/>
                  </a:cubicBezTo>
                  <a:cubicBezTo>
                    <a:pt x="1398" y="282337"/>
                    <a:pt x="3312" y="267544"/>
                    <a:pt x="3786" y="252704"/>
                  </a:cubicBezTo>
                  <a:cubicBezTo>
                    <a:pt x="6230" y="176071"/>
                    <a:pt x="8731" y="99436"/>
                    <a:pt x="10242" y="22782"/>
                  </a:cubicBezTo>
                  <a:cubicBezTo>
                    <a:pt x="10676" y="745"/>
                    <a:pt x="16272" y="-2565"/>
                    <a:pt x="39249" y="149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4" name="Freeform: Shape 13">
              <a:extLst>
                <a:ext uri="{FF2B5EF4-FFF2-40B4-BE49-F238E27FC236}">
                  <a16:creationId xmlns:a16="http://schemas.microsoft.com/office/drawing/2014/main" id="{0C3F3608-C410-1C05-9CEC-06DFE0D87433}"/>
                </a:ext>
                <a:ext uri="{C183D7F6-B498-43B3-948B-1728B52AA6E4}">
                  <adec:decorative xmlns:adec="http://schemas.microsoft.com/office/drawing/2017/decorative" val="1"/>
                </a:ext>
              </a:extLst>
            </p:cNvPr>
            <p:cNvSpPr/>
            <p:nvPr/>
          </p:nvSpPr>
          <p:spPr>
            <a:xfrm>
              <a:off x="7819986" y="1022062"/>
              <a:ext cx="233551" cy="234301"/>
            </a:xfrm>
            <a:custGeom>
              <a:avLst/>
              <a:gdLst>
                <a:gd name="connsiteX0" fmla="*/ 3349520 w 3503267"/>
                <a:gd name="connsiteY0" fmla="*/ 3049498 h 3514523"/>
                <a:gd name="connsiteX1" fmla="*/ 3503267 w 3503267"/>
                <a:gd name="connsiteY1" fmla="*/ 3049498 h 3514523"/>
                <a:gd name="connsiteX2" fmla="*/ 3503267 w 3503267"/>
                <a:gd name="connsiteY2" fmla="*/ 3087523 h 3514523"/>
                <a:gd name="connsiteX3" fmla="*/ 3503267 w 3503267"/>
                <a:gd name="connsiteY3" fmla="*/ 3514523 h 3514523"/>
                <a:gd name="connsiteX4" fmla="*/ 3029190 w 3503267"/>
                <a:gd name="connsiteY4" fmla="*/ 3514523 h 3514523"/>
                <a:gd name="connsiteX5" fmla="*/ 3029190 w 3503267"/>
                <a:gd name="connsiteY5" fmla="*/ 3365415 h 3514523"/>
                <a:gd name="connsiteX6" fmla="*/ 3349520 w 3503267"/>
                <a:gd name="connsiteY6" fmla="*/ 3365415 h 3514523"/>
                <a:gd name="connsiteX7" fmla="*/ 3349520 w 3503267"/>
                <a:gd name="connsiteY7" fmla="*/ 3049498 h 3514523"/>
                <a:gd name="connsiteX8" fmla="*/ 0 w 3503267"/>
                <a:gd name="connsiteY8" fmla="*/ 3049239 h 3514523"/>
                <a:gd name="connsiteX9" fmla="*/ 151783 w 3503267"/>
                <a:gd name="connsiteY9" fmla="*/ 3049239 h 3514523"/>
                <a:gd name="connsiteX10" fmla="*/ 151783 w 3503267"/>
                <a:gd name="connsiteY10" fmla="*/ 3363429 h 3514523"/>
                <a:gd name="connsiteX11" fmla="*/ 473354 w 3503267"/>
                <a:gd name="connsiteY11" fmla="*/ 3363429 h 3514523"/>
                <a:gd name="connsiteX12" fmla="*/ 473354 w 3503267"/>
                <a:gd name="connsiteY12" fmla="*/ 3514205 h 3514523"/>
                <a:gd name="connsiteX13" fmla="*/ 0 w 3503267"/>
                <a:gd name="connsiteY13" fmla="*/ 3514205 h 3514523"/>
                <a:gd name="connsiteX14" fmla="*/ 0 w 3503267"/>
                <a:gd name="connsiteY14" fmla="*/ 3232260 h 3514523"/>
                <a:gd name="connsiteX15" fmla="*/ 0 w 3503267"/>
                <a:gd name="connsiteY15" fmla="*/ 3049239 h 3514523"/>
                <a:gd name="connsiteX16" fmla="*/ 453375 w 3503267"/>
                <a:gd name="connsiteY16" fmla="*/ 1528599 h 3514523"/>
                <a:gd name="connsiteX17" fmla="*/ 900736 w 3503267"/>
                <a:gd name="connsiteY17" fmla="*/ 1528599 h 3514523"/>
                <a:gd name="connsiteX18" fmla="*/ 900736 w 3503267"/>
                <a:gd name="connsiteY18" fmla="*/ 1975960 h 3514523"/>
                <a:gd name="connsiteX19" fmla="*/ 453375 w 3503267"/>
                <a:gd name="connsiteY19" fmla="*/ 1975960 h 3514523"/>
                <a:gd name="connsiteX20" fmla="*/ 3029793 w 3503267"/>
                <a:gd name="connsiteY20" fmla="*/ 0 h 3514523"/>
                <a:gd name="connsiteX21" fmla="*/ 3331408 w 3503267"/>
                <a:gd name="connsiteY21" fmla="*/ 0 h 3514523"/>
                <a:gd name="connsiteX22" fmla="*/ 3501217 w 3503267"/>
                <a:gd name="connsiteY22" fmla="*/ 0 h 3514523"/>
                <a:gd name="connsiteX23" fmla="*/ 3501217 w 3503267"/>
                <a:gd name="connsiteY23" fmla="*/ 473976 h 3514523"/>
                <a:gd name="connsiteX24" fmla="*/ 3352412 w 3503267"/>
                <a:gd name="connsiteY24" fmla="*/ 473976 h 3514523"/>
                <a:gd name="connsiteX25" fmla="*/ 3352412 w 3503267"/>
                <a:gd name="connsiteY25" fmla="*/ 160594 h 3514523"/>
                <a:gd name="connsiteX26" fmla="*/ 3029793 w 3503267"/>
                <a:gd name="connsiteY26" fmla="*/ 160594 h 3514523"/>
                <a:gd name="connsiteX27" fmla="*/ 3029793 w 3503267"/>
                <a:gd name="connsiteY27" fmla="*/ 0 h 3514523"/>
                <a:gd name="connsiteX28" fmla="*/ 2319 w 3503267"/>
                <a:gd name="connsiteY28" fmla="*/ 0 h 3514523"/>
                <a:gd name="connsiteX29" fmla="*/ 218127 w 3503267"/>
                <a:gd name="connsiteY29" fmla="*/ 0 h 3514523"/>
                <a:gd name="connsiteX30" fmla="*/ 473819 w 3503267"/>
                <a:gd name="connsiteY30" fmla="*/ 0 h 3514523"/>
                <a:gd name="connsiteX31" fmla="*/ 473819 w 3503267"/>
                <a:gd name="connsiteY31" fmla="*/ 158309 h 3514523"/>
                <a:gd name="connsiteX32" fmla="*/ 153139 w 3503267"/>
                <a:gd name="connsiteY32" fmla="*/ 158309 h 3514523"/>
                <a:gd name="connsiteX33" fmla="*/ 153139 w 3503267"/>
                <a:gd name="connsiteY33" fmla="*/ 473315 h 3514523"/>
                <a:gd name="connsiteX34" fmla="*/ 2319 w 3503267"/>
                <a:gd name="connsiteY34" fmla="*/ 473315 h 3514523"/>
                <a:gd name="connsiteX35" fmla="*/ 2319 w 3503267"/>
                <a:gd name="connsiteY35" fmla="*/ 0 h 351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03267" h="3514523">
                  <a:moveTo>
                    <a:pt x="3349520" y="3049498"/>
                  </a:moveTo>
                  <a:cubicBezTo>
                    <a:pt x="3401570" y="3049498"/>
                    <a:pt x="3450373" y="3049498"/>
                    <a:pt x="3503267" y="3049498"/>
                  </a:cubicBezTo>
                  <a:cubicBezTo>
                    <a:pt x="3503267" y="3060965"/>
                    <a:pt x="3503267" y="3072636"/>
                    <a:pt x="3503267" y="3087523"/>
                  </a:cubicBezTo>
                  <a:cubicBezTo>
                    <a:pt x="3503267" y="3231347"/>
                    <a:pt x="3503267" y="3371959"/>
                    <a:pt x="3503267" y="3514523"/>
                  </a:cubicBezTo>
                  <a:cubicBezTo>
                    <a:pt x="3344317" y="3514523"/>
                    <a:pt x="3187672" y="3514523"/>
                    <a:pt x="3029190" y="3514523"/>
                  </a:cubicBezTo>
                  <a:cubicBezTo>
                    <a:pt x="3029190" y="3465154"/>
                    <a:pt x="3029190" y="3416363"/>
                    <a:pt x="3029190" y="3365415"/>
                  </a:cubicBezTo>
                  <a:cubicBezTo>
                    <a:pt x="3135696" y="3365415"/>
                    <a:pt x="3240956" y="3365415"/>
                    <a:pt x="3349520" y="3365415"/>
                  </a:cubicBezTo>
                  <a:cubicBezTo>
                    <a:pt x="3349520" y="3259504"/>
                    <a:pt x="3349520" y="3155644"/>
                    <a:pt x="3349520" y="3049498"/>
                  </a:cubicBezTo>
                  <a:close/>
                  <a:moveTo>
                    <a:pt x="0" y="3049239"/>
                  </a:moveTo>
                  <a:cubicBezTo>
                    <a:pt x="50871" y="3049239"/>
                    <a:pt x="99662" y="3049239"/>
                    <a:pt x="151783" y="3049239"/>
                  </a:cubicBezTo>
                  <a:cubicBezTo>
                    <a:pt x="151783" y="3153642"/>
                    <a:pt x="151783" y="3257497"/>
                    <a:pt x="151783" y="3363429"/>
                  </a:cubicBezTo>
                  <a:cubicBezTo>
                    <a:pt x="260302" y="3363429"/>
                    <a:pt x="365553" y="3363429"/>
                    <a:pt x="473354" y="3363429"/>
                  </a:cubicBezTo>
                  <a:cubicBezTo>
                    <a:pt x="473354" y="3414266"/>
                    <a:pt x="473354" y="3463078"/>
                    <a:pt x="473354" y="3514205"/>
                  </a:cubicBezTo>
                  <a:cubicBezTo>
                    <a:pt x="317632" y="3514205"/>
                    <a:pt x="160995" y="3514205"/>
                    <a:pt x="0" y="3514205"/>
                  </a:cubicBezTo>
                  <a:cubicBezTo>
                    <a:pt x="0" y="3421633"/>
                    <a:pt x="0" y="3328599"/>
                    <a:pt x="0" y="3232260"/>
                  </a:cubicBezTo>
                  <a:cubicBezTo>
                    <a:pt x="0" y="3169729"/>
                    <a:pt x="0" y="3110502"/>
                    <a:pt x="0" y="3049239"/>
                  </a:cubicBezTo>
                  <a:close/>
                  <a:moveTo>
                    <a:pt x="453375" y="1528599"/>
                  </a:moveTo>
                  <a:lnTo>
                    <a:pt x="900736" y="1528599"/>
                  </a:lnTo>
                  <a:lnTo>
                    <a:pt x="900736" y="1975960"/>
                  </a:lnTo>
                  <a:lnTo>
                    <a:pt x="453375" y="1975960"/>
                  </a:lnTo>
                  <a:close/>
                  <a:moveTo>
                    <a:pt x="3029793" y="0"/>
                  </a:moveTo>
                  <a:cubicBezTo>
                    <a:pt x="3128832" y="0"/>
                    <a:pt x="3228467" y="0"/>
                    <a:pt x="3331408" y="0"/>
                  </a:cubicBezTo>
                  <a:cubicBezTo>
                    <a:pt x="3389538" y="0"/>
                    <a:pt x="3444361" y="0"/>
                    <a:pt x="3501217" y="0"/>
                  </a:cubicBezTo>
                  <a:cubicBezTo>
                    <a:pt x="3501217" y="158755"/>
                    <a:pt x="3501217" y="315391"/>
                    <a:pt x="3501217" y="473976"/>
                  </a:cubicBezTo>
                  <a:cubicBezTo>
                    <a:pt x="3452148" y="473976"/>
                    <a:pt x="3403362" y="473976"/>
                    <a:pt x="3352412" y="473976"/>
                  </a:cubicBezTo>
                  <a:cubicBezTo>
                    <a:pt x="3352412" y="369992"/>
                    <a:pt x="3352412" y="266940"/>
                    <a:pt x="3352412" y="160594"/>
                  </a:cubicBezTo>
                  <a:cubicBezTo>
                    <a:pt x="3244320" y="160594"/>
                    <a:pt x="3138263" y="160594"/>
                    <a:pt x="3029793" y="160594"/>
                  </a:cubicBezTo>
                  <a:cubicBezTo>
                    <a:pt x="3029793" y="106371"/>
                    <a:pt x="3029793" y="55366"/>
                    <a:pt x="3029793" y="0"/>
                  </a:cubicBezTo>
                  <a:close/>
                  <a:moveTo>
                    <a:pt x="2319" y="0"/>
                  </a:moveTo>
                  <a:cubicBezTo>
                    <a:pt x="72757" y="0"/>
                    <a:pt x="143789" y="0"/>
                    <a:pt x="218127" y="0"/>
                  </a:cubicBezTo>
                  <a:cubicBezTo>
                    <a:pt x="304868" y="0"/>
                    <a:pt x="388304" y="0"/>
                    <a:pt x="473819" y="0"/>
                  </a:cubicBezTo>
                  <a:cubicBezTo>
                    <a:pt x="473819" y="52994"/>
                    <a:pt x="473819" y="103986"/>
                    <a:pt x="473819" y="158309"/>
                  </a:cubicBezTo>
                  <a:cubicBezTo>
                    <a:pt x="367334" y="158309"/>
                    <a:pt x="261278" y="158309"/>
                    <a:pt x="153139" y="158309"/>
                  </a:cubicBezTo>
                  <a:cubicBezTo>
                    <a:pt x="153139" y="264625"/>
                    <a:pt x="153139" y="367676"/>
                    <a:pt x="153139" y="473315"/>
                  </a:cubicBezTo>
                  <a:cubicBezTo>
                    <a:pt x="102303" y="473315"/>
                    <a:pt x="53487" y="473315"/>
                    <a:pt x="2319" y="473315"/>
                  </a:cubicBezTo>
                  <a:cubicBezTo>
                    <a:pt x="2319" y="317709"/>
                    <a:pt x="2319" y="161069"/>
                    <a:pt x="2319"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49" name="Group 948">
            <a:extLst>
              <a:ext uri="{FF2B5EF4-FFF2-40B4-BE49-F238E27FC236}">
                <a16:creationId xmlns:a16="http://schemas.microsoft.com/office/drawing/2014/main" id="{BCCCB020-5D54-F431-7D6C-56E7ED30962C}"/>
              </a:ext>
              <a:ext uri="{C183D7F6-B498-43B3-948B-1728B52AA6E4}">
                <adec:decorative xmlns:adec="http://schemas.microsoft.com/office/drawing/2017/decorative" val="1"/>
              </a:ext>
            </a:extLst>
          </p:cNvPr>
          <p:cNvGrpSpPr>
            <a:grpSpLocks noChangeAspect="1"/>
          </p:cNvGrpSpPr>
          <p:nvPr/>
        </p:nvGrpSpPr>
        <p:grpSpPr>
          <a:xfrm>
            <a:off x="8196342" y="810791"/>
            <a:ext cx="463965" cy="457200"/>
            <a:chOff x="8196342" y="810791"/>
            <a:chExt cx="463965" cy="457200"/>
          </a:xfrm>
          <a:solidFill>
            <a:srgbClr val="FF0000"/>
          </a:solidFill>
        </p:grpSpPr>
        <p:sp>
          <p:nvSpPr>
            <p:cNvPr id="36" name="Freeform: Shape 35">
              <a:extLst>
                <a:ext uri="{FF2B5EF4-FFF2-40B4-BE49-F238E27FC236}">
                  <a16:creationId xmlns:a16="http://schemas.microsoft.com/office/drawing/2014/main" id="{1998FF92-EF9F-8AFB-3F70-93FF5B40FFFC}"/>
                </a:ext>
                <a:ext uri="{C183D7F6-B498-43B3-948B-1728B52AA6E4}">
                  <adec:decorative xmlns:adec="http://schemas.microsoft.com/office/drawing/2017/decorative" val="1"/>
                </a:ext>
              </a:extLst>
            </p:cNvPr>
            <p:cNvSpPr/>
            <p:nvPr/>
          </p:nvSpPr>
          <p:spPr>
            <a:xfrm>
              <a:off x="8196342" y="810791"/>
              <a:ext cx="463965" cy="457200"/>
            </a:xfrm>
            <a:custGeom>
              <a:avLst/>
              <a:gdLst>
                <a:gd name="connsiteX0" fmla="*/ 2033302 w 6959477"/>
                <a:gd name="connsiteY0" fmla="*/ 6482151 h 6857999"/>
                <a:gd name="connsiteX1" fmla="*/ 2406889 w 6959477"/>
                <a:gd name="connsiteY1" fmla="*/ 6482151 h 6857999"/>
                <a:gd name="connsiteX2" fmla="*/ 2406889 w 6959477"/>
                <a:gd name="connsiteY2" fmla="*/ 6857999 h 6857999"/>
                <a:gd name="connsiteX3" fmla="*/ 2033302 w 6959477"/>
                <a:gd name="connsiteY3" fmla="*/ 6857999 h 6857999"/>
                <a:gd name="connsiteX4" fmla="*/ 82 w 6959477"/>
                <a:gd name="connsiteY4" fmla="*/ 5749600 h 6857999"/>
                <a:gd name="connsiteX5" fmla="*/ 373659 w 6959477"/>
                <a:gd name="connsiteY5" fmla="*/ 5749600 h 6857999"/>
                <a:gd name="connsiteX6" fmla="*/ 373659 w 6959477"/>
                <a:gd name="connsiteY6" fmla="*/ 6118310 h 6857999"/>
                <a:gd name="connsiteX7" fmla="*/ 82 w 6959477"/>
                <a:gd name="connsiteY7" fmla="*/ 6118310 h 6857999"/>
                <a:gd name="connsiteX8" fmla="*/ 1232902 w 6959477"/>
                <a:gd name="connsiteY8" fmla="*/ 5644740 h 6857999"/>
                <a:gd name="connsiteX9" fmla="*/ 827878 w 6959477"/>
                <a:gd name="connsiteY9" fmla="*/ 5914519 h 6857999"/>
                <a:gd name="connsiteX10" fmla="*/ 1092812 w 6959477"/>
                <a:gd name="connsiteY10" fmla="*/ 6025564 h 6857999"/>
                <a:gd name="connsiteX11" fmla="*/ 1562482 w 6959477"/>
                <a:gd name="connsiteY11" fmla="*/ 6221496 h 6857999"/>
                <a:gd name="connsiteX12" fmla="*/ 1396037 w 6959477"/>
                <a:gd name="connsiteY12" fmla="*/ 5931924 h 6857999"/>
                <a:gd name="connsiteX13" fmla="*/ 1232902 w 6959477"/>
                <a:gd name="connsiteY13" fmla="*/ 5644740 h 6857999"/>
                <a:gd name="connsiteX14" fmla="*/ 3223182 w 6959477"/>
                <a:gd name="connsiteY14" fmla="*/ 5576079 h 6857999"/>
                <a:gd name="connsiteX15" fmla="*/ 3249622 w 6959477"/>
                <a:gd name="connsiteY15" fmla="*/ 5576173 h 6857999"/>
                <a:gd name="connsiteX16" fmla="*/ 3284378 w 6959477"/>
                <a:gd name="connsiteY16" fmla="*/ 5589299 h 6857999"/>
                <a:gd name="connsiteX17" fmla="*/ 3303672 w 6959477"/>
                <a:gd name="connsiteY17" fmla="*/ 5705253 h 6857999"/>
                <a:gd name="connsiteX18" fmla="*/ 3252717 w 6959477"/>
                <a:gd name="connsiteY18" fmla="*/ 5770600 h 6857999"/>
                <a:gd name="connsiteX19" fmla="*/ 3042744 w 6959477"/>
                <a:gd name="connsiteY19" fmla="*/ 6051810 h 6857999"/>
                <a:gd name="connsiteX20" fmla="*/ 2751011 w 6959477"/>
                <a:gd name="connsiteY20" fmla="*/ 6442599 h 6857999"/>
                <a:gd name="connsiteX21" fmla="*/ 2630890 w 6959477"/>
                <a:gd name="connsiteY21" fmla="*/ 6464405 h 6857999"/>
                <a:gd name="connsiteX22" fmla="*/ 2611599 w 6959477"/>
                <a:gd name="connsiteY22" fmla="*/ 6347005 h 6857999"/>
                <a:gd name="connsiteX23" fmla="*/ 2819903 w 6959477"/>
                <a:gd name="connsiteY23" fmla="*/ 6067846 h 6857999"/>
                <a:gd name="connsiteX24" fmla="*/ 3151172 w 6959477"/>
                <a:gd name="connsiteY24" fmla="*/ 5623954 h 6857999"/>
                <a:gd name="connsiteX25" fmla="*/ 3223182 w 6959477"/>
                <a:gd name="connsiteY25" fmla="*/ 5576079 h 6857999"/>
                <a:gd name="connsiteX26" fmla="*/ 1071631 w 6959477"/>
                <a:gd name="connsiteY26" fmla="*/ 5363526 h 6857999"/>
                <a:gd name="connsiteX27" fmla="*/ 1000266 w 6959477"/>
                <a:gd name="connsiteY27" fmla="*/ 5490419 h 6857999"/>
                <a:gd name="connsiteX28" fmla="*/ 908945 w 6959477"/>
                <a:gd name="connsiteY28" fmla="*/ 5649877 h 6857999"/>
                <a:gd name="connsiteX29" fmla="*/ 915373 w 6959477"/>
                <a:gd name="connsiteY29" fmla="*/ 5654028 h 6857999"/>
                <a:gd name="connsiteX30" fmla="*/ 1148523 w 6959477"/>
                <a:gd name="connsiteY30" fmla="*/ 5498430 h 6857999"/>
                <a:gd name="connsiteX31" fmla="*/ 1071631 w 6959477"/>
                <a:gd name="connsiteY31" fmla="*/ 5363526 h 6857999"/>
                <a:gd name="connsiteX32" fmla="*/ 3048979 w 6959477"/>
                <a:gd name="connsiteY32" fmla="*/ 5112442 h 6857999"/>
                <a:gd name="connsiteX33" fmla="*/ 3129695 w 6959477"/>
                <a:gd name="connsiteY33" fmla="*/ 5194963 h 6857999"/>
                <a:gd name="connsiteX34" fmla="*/ 3049498 w 6959477"/>
                <a:gd name="connsiteY34" fmla="*/ 5276442 h 6857999"/>
                <a:gd name="connsiteX35" fmla="*/ 2700754 w 6959477"/>
                <a:gd name="connsiteY35" fmla="*/ 5276486 h 6857999"/>
                <a:gd name="connsiteX36" fmla="*/ 2613848 w 6959477"/>
                <a:gd name="connsiteY36" fmla="*/ 5139651 h 6857999"/>
                <a:gd name="connsiteX37" fmla="*/ 2689583 w 6959477"/>
                <a:gd name="connsiteY37" fmla="*/ 5113547 h 6857999"/>
                <a:gd name="connsiteX38" fmla="*/ 3048979 w 6959477"/>
                <a:gd name="connsiteY38" fmla="*/ 5112442 h 6857999"/>
                <a:gd name="connsiteX39" fmla="*/ 2033240 w 6959477"/>
                <a:gd name="connsiteY39" fmla="*/ 5007584 h 6857999"/>
                <a:gd name="connsiteX40" fmla="*/ 2406957 w 6959477"/>
                <a:gd name="connsiteY40" fmla="*/ 5007584 h 6857999"/>
                <a:gd name="connsiteX41" fmla="*/ 2406957 w 6959477"/>
                <a:gd name="connsiteY41" fmla="*/ 5383496 h 6857999"/>
                <a:gd name="connsiteX42" fmla="*/ 2033240 w 6959477"/>
                <a:gd name="connsiteY42" fmla="*/ 5383496 h 6857999"/>
                <a:gd name="connsiteX43" fmla="*/ 1289104 w 6959477"/>
                <a:gd name="connsiteY43" fmla="*/ 4984001 h 6857999"/>
                <a:gd name="connsiteX44" fmla="*/ 1190304 w 6959477"/>
                <a:gd name="connsiteY44" fmla="*/ 5156013 h 6857999"/>
                <a:gd name="connsiteX45" fmla="*/ 1195974 w 6959477"/>
                <a:gd name="connsiteY45" fmla="*/ 5238523 h 6857999"/>
                <a:gd name="connsiteX46" fmla="*/ 1288861 w 6959477"/>
                <a:gd name="connsiteY46" fmla="*/ 5405103 h 6857999"/>
                <a:gd name="connsiteX47" fmla="*/ 1604705 w 6959477"/>
                <a:gd name="connsiteY47" fmla="*/ 5194401 h 6857999"/>
                <a:gd name="connsiteX48" fmla="*/ 1289104 w 6959477"/>
                <a:gd name="connsiteY48" fmla="*/ 4984001 h 6857999"/>
                <a:gd name="connsiteX49" fmla="*/ 914721 w 6959477"/>
                <a:gd name="connsiteY49" fmla="*/ 4735026 h 6857999"/>
                <a:gd name="connsiteX50" fmla="*/ 910020 w 6959477"/>
                <a:gd name="connsiteY50" fmla="*/ 4740840 h 6857999"/>
                <a:gd name="connsiteX51" fmla="*/ 1010417 w 6959477"/>
                <a:gd name="connsiteY51" fmla="*/ 4916877 h 6857999"/>
                <a:gd name="connsiteX52" fmla="*/ 1071617 w 6959477"/>
                <a:gd name="connsiteY52" fmla="*/ 5024430 h 6857999"/>
                <a:gd name="connsiteX53" fmla="*/ 1147920 w 6959477"/>
                <a:gd name="connsiteY53" fmla="*/ 4889539 h 6857999"/>
                <a:gd name="connsiteX54" fmla="*/ 914721 w 6959477"/>
                <a:gd name="connsiteY54" fmla="*/ 4735026 h 6857999"/>
                <a:gd name="connsiteX55" fmla="*/ 0 w 6959477"/>
                <a:gd name="connsiteY55" fmla="*/ 4272756 h 6857999"/>
                <a:gd name="connsiteX56" fmla="*/ 375925 w 6959477"/>
                <a:gd name="connsiteY56" fmla="*/ 4272756 h 6857999"/>
                <a:gd name="connsiteX57" fmla="*/ 375925 w 6959477"/>
                <a:gd name="connsiteY57" fmla="*/ 4639369 h 6857999"/>
                <a:gd name="connsiteX58" fmla="*/ 0 w 6959477"/>
                <a:gd name="connsiteY58" fmla="*/ 4639369 h 6857999"/>
                <a:gd name="connsiteX59" fmla="*/ 1557441 w 6959477"/>
                <a:gd name="connsiteY59" fmla="*/ 4172478 h 6857999"/>
                <a:gd name="connsiteX60" fmla="*/ 1550735 w 6959477"/>
                <a:gd name="connsiteY60" fmla="*/ 4174927 h 6857999"/>
                <a:gd name="connsiteX61" fmla="*/ 1539907 w 6959477"/>
                <a:gd name="connsiteY61" fmla="*/ 4177763 h 6857999"/>
                <a:gd name="connsiteX62" fmla="*/ 1475412 w 6959477"/>
                <a:gd name="connsiteY62" fmla="*/ 4202362 h 6857999"/>
                <a:gd name="connsiteX63" fmla="*/ 1107802 w 6959477"/>
                <a:gd name="connsiteY63" fmla="*/ 4356087 h 6857999"/>
                <a:gd name="connsiteX64" fmla="*/ 825726 w 6959477"/>
                <a:gd name="connsiteY64" fmla="*/ 4472988 h 6857999"/>
                <a:gd name="connsiteX65" fmla="*/ 1230322 w 6959477"/>
                <a:gd name="connsiteY65" fmla="*/ 4742511 h 6857999"/>
                <a:gd name="connsiteX66" fmla="*/ 1252979 w 6959477"/>
                <a:gd name="connsiteY66" fmla="*/ 4707925 h 6857999"/>
                <a:gd name="connsiteX67" fmla="*/ 1349450 w 6959477"/>
                <a:gd name="connsiteY67" fmla="*/ 4535137 h 6857999"/>
                <a:gd name="connsiteX68" fmla="*/ 1554178 w 6959477"/>
                <a:gd name="connsiteY68" fmla="*/ 4179682 h 6857999"/>
                <a:gd name="connsiteX69" fmla="*/ 1557440 w 6959477"/>
                <a:gd name="connsiteY69" fmla="*/ 4172481 h 6857999"/>
                <a:gd name="connsiteX70" fmla="*/ 1552631 w 6959477"/>
                <a:gd name="connsiteY70" fmla="*/ 4181029 h 6857999"/>
                <a:gd name="connsiteX71" fmla="*/ 1546751 w 6959477"/>
                <a:gd name="connsiteY71" fmla="*/ 4178609 h 6857999"/>
                <a:gd name="connsiteX72" fmla="*/ 1783410 w 6959477"/>
                <a:gd name="connsiteY72" fmla="*/ 3916590 h 6857999"/>
                <a:gd name="connsiteX73" fmla="*/ 1826128 w 6959477"/>
                <a:gd name="connsiteY73" fmla="*/ 4043881 h 6857999"/>
                <a:gd name="connsiteX74" fmla="*/ 1708726 w 6959477"/>
                <a:gd name="connsiteY74" fmla="*/ 4252690 h 6857999"/>
                <a:gd name="connsiteX75" fmla="*/ 1552460 w 6959477"/>
                <a:gd name="connsiteY75" fmla="*/ 4523375 h 6857999"/>
                <a:gd name="connsiteX76" fmla="*/ 1382204 w 6959477"/>
                <a:gd name="connsiteY76" fmla="*/ 4818313 h 6857999"/>
                <a:gd name="connsiteX77" fmla="*/ 1373977 w 6959477"/>
                <a:gd name="connsiteY77" fmla="*/ 4837904 h 6857999"/>
                <a:gd name="connsiteX78" fmla="*/ 1794359 w 6959477"/>
                <a:gd name="connsiteY78" fmla="*/ 5118033 h 6857999"/>
                <a:gd name="connsiteX79" fmla="*/ 1794970 w 6959477"/>
                <a:gd name="connsiteY79" fmla="*/ 5270587 h 6857999"/>
                <a:gd name="connsiteX80" fmla="*/ 1373352 w 6959477"/>
                <a:gd name="connsiteY80" fmla="*/ 5551205 h 6857999"/>
                <a:gd name="connsiteX81" fmla="*/ 1471906 w 6959477"/>
                <a:gd name="connsiteY81" fmla="*/ 5726627 h 6857999"/>
                <a:gd name="connsiteX82" fmla="*/ 1631410 w 6959477"/>
                <a:gd name="connsiteY82" fmla="*/ 6003521 h 6857999"/>
                <a:gd name="connsiteX83" fmla="*/ 1820293 w 6959477"/>
                <a:gd name="connsiteY83" fmla="*/ 6331577 h 6857999"/>
                <a:gd name="connsiteX84" fmla="*/ 1811569 w 6959477"/>
                <a:gd name="connsiteY84" fmla="*/ 6456012 h 6857999"/>
                <a:gd name="connsiteX85" fmla="*/ 1725956 w 6959477"/>
                <a:gd name="connsiteY85" fmla="*/ 6471542 h 6857999"/>
                <a:gd name="connsiteX86" fmla="*/ 1386447 w 6959477"/>
                <a:gd name="connsiteY86" fmla="*/ 6331859 h 6857999"/>
                <a:gd name="connsiteX87" fmla="*/ 977202 w 6959477"/>
                <a:gd name="connsiteY87" fmla="*/ 6161010 h 6857999"/>
                <a:gd name="connsiteX88" fmla="*/ 615976 w 6959477"/>
                <a:gd name="connsiteY88" fmla="*/ 6010176 h 6857999"/>
                <a:gd name="connsiteX89" fmla="*/ 577817 w 6959477"/>
                <a:gd name="connsiteY89" fmla="*/ 5884296 h 6857999"/>
                <a:gd name="connsiteX90" fmla="*/ 764054 w 6959477"/>
                <a:gd name="connsiteY90" fmla="*/ 5562764 h 6857999"/>
                <a:gd name="connsiteX91" fmla="*/ 960000 w 6959477"/>
                <a:gd name="connsiteY91" fmla="*/ 5222573 h 6857999"/>
                <a:gd name="connsiteX92" fmla="*/ 974360 w 6959477"/>
                <a:gd name="connsiteY92" fmla="*/ 5191829 h 6857999"/>
                <a:gd name="connsiteX93" fmla="*/ 742965 w 6959477"/>
                <a:gd name="connsiteY93" fmla="*/ 4790502 h 6857999"/>
                <a:gd name="connsiteX94" fmla="*/ 580233 w 6959477"/>
                <a:gd name="connsiteY94" fmla="*/ 4499494 h 6857999"/>
                <a:gd name="connsiteX95" fmla="*/ 627940 w 6959477"/>
                <a:gd name="connsiteY95" fmla="*/ 4372424 h 6857999"/>
                <a:gd name="connsiteX96" fmla="*/ 1117198 w 6959477"/>
                <a:gd name="connsiteY96" fmla="*/ 4170469 h 6857999"/>
                <a:gd name="connsiteX97" fmla="*/ 1403989 w 6959477"/>
                <a:gd name="connsiteY97" fmla="*/ 4049709 h 6857999"/>
                <a:gd name="connsiteX98" fmla="*/ 1692139 w 6959477"/>
                <a:gd name="connsiteY98" fmla="*/ 3930600 h 6857999"/>
                <a:gd name="connsiteX99" fmla="*/ 1783410 w 6959477"/>
                <a:gd name="connsiteY99" fmla="*/ 3916590 h 6857999"/>
                <a:gd name="connsiteX100" fmla="*/ 2681602 w 6959477"/>
                <a:gd name="connsiteY100" fmla="*/ 3911619 h 6857999"/>
                <a:gd name="connsiteX101" fmla="*/ 2748795 w 6959477"/>
                <a:gd name="connsiteY101" fmla="*/ 3943575 h 6857999"/>
                <a:gd name="connsiteX102" fmla="*/ 2764098 w 6959477"/>
                <a:gd name="connsiteY102" fmla="*/ 3965648 h 6857999"/>
                <a:gd name="connsiteX103" fmla="*/ 2974119 w 6959477"/>
                <a:gd name="connsiteY103" fmla="*/ 4246809 h 6857999"/>
                <a:gd name="connsiteX104" fmla="*/ 3303556 w 6959477"/>
                <a:gd name="connsiteY104" fmla="*/ 4683765 h 6857999"/>
                <a:gd name="connsiteX105" fmla="*/ 3293643 w 6959477"/>
                <a:gd name="connsiteY105" fmla="*/ 4794896 h 6857999"/>
                <a:gd name="connsiteX106" fmla="*/ 3178645 w 6959477"/>
                <a:gd name="connsiteY106" fmla="*/ 4792733 h 6857999"/>
                <a:gd name="connsiteX107" fmla="*/ 3044676 w 6959477"/>
                <a:gd name="connsiteY107" fmla="*/ 4622588 h 6857999"/>
                <a:gd name="connsiteX108" fmla="*/ 2754919 w 6959477"/>
                <a:gd name="connsiteY108" fmla="*/ 4234778 h 6857999"/>
                <a:gd name="connsiteX109" fmla="*/ 2618437 w 6959477"/>
                <a:gd name="connsiteY109" fmla="*/ 4053836 h 6857999"/>
                <a:gd name="connsiteX110" fmla="*/ 2602816 w 6959477"/>
                <a:gd name="connsiteY110" fmla="*/ 3967691 h 6857999"/>
                <a:gd name="connsiteX111" fmla="*/ 2657084 w 6959477"/>
                <a:gd name="connsiteY111" fmla="*/ 3916122 h 6857999"/>
                <a:gd name="connsiteX112" fmla="*/ 2681602 w 6959477"/>
                <a:gd name="connsiteY112" fmla="*/ 3911619 h 6857999"/>
                <a:gd name="connsiteX113" fmla="*/ 2033211 w 6959477"/>
                <a:gd name="connsiteY113" fmla="*/ 3528627 h 6857999"/>
                <a:gd name="connsiteX114" fmla="*/ 2406980 w 6959477"/>
                <a:gd name="connsiteY114" fmla="*/ 3528627 h 6857999"/>
                <a:gd name="connsiteX115" fmla="*/ 2406980 w 6959477"/>
                <a:gd name="connsiteY115" fmla="*/ 3904566 h 6857999"/>
                <a:gd name="connsiteX116" fmla="*/ 2033211 w 6959477"/>
                <a:gd name="connsiteY116" fmla="*/ 3904566 h 6857999"/>
                <a:gd name="connsiteX117" fmla="*/ 6192513 w 6959477"/>
                <a:gd name="connsiteY117" fmla="*/ 3419307 h 6857999"/>
                <a:gd name="connsiteX118" fmla="*/ 6367418 w 6959477"/>
                <a:gd name="connsiteY118" fmla="*/ 3568029 h 6857999"/>
                <a:gd name="connsiteX119" fmla="*/ 6489732 w 6959477"/>
                <a:gd name="connsiteY119" fmla="*/ 3684405 h 6857999"/>
                <a:gd name="connsiteX120" fmla="*/ 6475738 w 6959477"/>
                <a:gd name="connsiteY120" fmla="*/ 3765366 h 6857999"/>
                <a:gd name="connsiteX121" fmla="*/ 6447763 w 6959477"/>
                <a:gd name="connsiteY121" fmla="*/ 3969444 h 6857999"/>
                <a:gd name="connsiteX122" fmla="*/ 6425462 w 6959477"/>
                <a:gd name="connsiteY122" fmla="*/ 4160741 h 6857999"/>
                <a:gd name="connsiteX123" fmla="*/ 6398129 w 6959477"/>
                <a:gd name="connsiteY123" fmla="*/ 4354242 h 6857999"/>
                <a:gd name="connsiteX124" fmla="*/ 6375569 w 6959477"/>
                <a:gd name="connsiteY124" fmla="*/ 4545478 h 6857999"/>
                <a:gd name="connsiteX125" fmla="*/ 6340650 w 6959477"/>
                <a:gd name="connsiteY125" fmla="*/ 4805059 h 6857999"/>
                <a:gd name="connsiteX126" fmla="*/ 6318474 w 6959477"/>
                <a:gd name="connsiteY126" fmla="*/ 4996381 h 6857999"/>
                <a:gd name="connsiteX127" fmla="*/ 6292259 w 6959477"/>
                <a:gd name="connsiteY127" fmla="*/ 5186609 h 6857999"/>
                <a:gd name="connsiteX128" fmla="*/ 6268408 w 6959477"/>
                <a:gd name="connsiteY128" fmla="*/ 5377514 h 6857999"/>
                <a:gd name="connsiteX129" fmla="*/ 6219330 w 6959477"/>
                <a:gd name="connsiteY129" fmla="*/ 5668947 h 6857999"/>
                <a:gd name="connsiteX130" fmla="*/ 5920715 w 6959477"/>
                <a:gd name="connsiteY130" fmla="*/ 5939104 h 6857999"/>
                <a:gd name="connsiteX131" fmla="*/ 5788705 w 6959477"/>
                <a:gd name="connsiteY131" fmla="*/ 5953617 h 6857999"/>
                <a:gd name="connsiteX132" fmla="*/ 3517037 w 6959477"/>
                <a:gd name="connsiteY132" fmla="*/ 5954227 h 6857999"/>
                <a:gd name="connsiteX133" fmla="*/ 3468881 w 6959477"/>
                <a:gd name="connsiteY133" fmla="*/ 5954227 h 6857999"/>
                <a:gd name="connsiteX134" fmla="*/ 3533112 w 6959477"/>
                <a:gd name="connsiteY134" fmla="*/ 5761262 h 6857999"/>
                <a:gd name="connsiteX135" fmla="*/ 3570084 w 6959477"/>
                <a:gd name="connsiteY135" fmla="*/ 5656923 h 6857999"/>
                <a:gd name="connsiteX136" fmla="*/ 3613753 w 6959477"/>
                <a:gd name="connsiteY136" fmla="*/ 5625614 h 6857999"/>
                <a:gd name="connsiteX137" fmla="*/ 5789134 w 6959477"/>
                <a:gd name="connsiteY137" fmla="*/ 5625903 h 6857999"/>
                <a:gd name="connsiteX138" fmla="*/ 5907020 w 6959477"/>
                <a:gd name="connsiteY138" fmla="*/ 5568450 h 6857999"/>
                <a:gd name="connsiteX139" fmla="*/ 5925898 w 6959477"/>
                <a:gd name="connsiteY139" fmla="*/ 5477184 h 6857999"/>
                <a:gd name="connsiteX140" fmla="*/ 5969421 w 6959477"/>
                <a:gd name="connsiteY140" fmla="*/ 5112336 h 6857999"/>
                <a:gd name="connsiteX141" fmla="*/ 6018560 w 6959477"/>
                <a:gd name="connsiteY141" fmla="*/ 4759632 h 6857999"/>
                <a:gd name="connsiteX142" fmla="*/ 6047827 w 6959477"/>
                <a:gd name="connsiteY142" fmla="*/ 4509294 h 6857999"/>
                <a:gd name="connsiteX143" fmla="*/ 6082617 w 6959477"/>
                <a:gd name="connsiteY143" fmla="*/ 4263962 h 6857999"/>
                <a:gd name="connsiteX144" fmla="*/ 6104729 w 6959477"/>
                <a:gd name="connsiteY144" fmla="*/ 4079766 h 6857999"/>
                <a:gd name="connsiteX145" fmla="*/ 6139841 w 6959477"/>
                <a:gd name="connsiteY145" fmla="*/ 3813068 h 6857999"/>
                <a:gd name="connsiteX146" fmla="*/ 6169003 w 6959477"/>
                <a:gd name="connsiteY146" fmla="*/ 3569835 h 6857999"/>
                <a:gd name="connsiteX147" fmla="*/ 6192513 w 6959477"/>
                <a:gd name="connsiteY147" fmla="*/ 3419307 h 6857999"/>
                <a:gd name="connsiteX148" fmla="*/ 4007059 w 6959477"/>
                <a:gd name="connsiteY148" fmla="*/ 961235 h 6857999"/>
                <a:gd name="connsiteX149" fmla="*/ 4148729 w 6959477"/>
                <a:gd name="connsiteY149" fmla="*/ 1004598 h 6857999"/>
                <a:gd name="connsiteX150" fmla="*/ 4299043 w 6959477"/>
                <a:gd name="connsiteY150" fmla="*/ 1314081 h 6857999"/>
                <a:gd name="connsiteX151" fmla="*/ 4185583 w 6959477"/>
                <a:gd name="connsiteY151" fmla="*/ 1227334 h 6857999"/>
                <a:gd name="connsiteX152" fmla="*/ 4119238 w 6959477"/>
                <a:gd name="connsiteY152" fmla="*/ 1168630 h 6857999"/>
                <a:gd name="connsiteX153" fmla="*/ 3934870 w 6959477"/>
                <a:gd name="connsiteY153" fmla="*/ 1170333 h 6857999"/>
                <a:gd name="connsiteX154" fmla="*/ 3871257 w 6959477"/>
                <a:gd name="connsiteY154" fmla="*/ 1341019 h 6857999"/>
                <a:gd name="connsiteX155" fmla="*/ 3955937 w 6959477"/>
                <a:gd name="connsiteY155" fmla="*/ 1452502 h 6857999"/>
                <a:gd name="connsiteX156" fmla="*/ 4085661 w 6959477"/>
                <a:gd name="connsiteY156" fmla="*/ 1570387 h 6857999"/>
                <a:gd name="connsiteX157" fmla="*/ 3900508 w 6959477"/>
                <a:gd name="connsiteY157" fmla="*/ 1575028 h 6857999"/>
                <a:gd name="connsiteX158" fmla="*/ 3680070 w 6959477"/>
                <a:gd name="connsiteY158" fmla="*/ 1343167 h 6857999"/>
                <a:gd name="connsiteX159" fmla="*/ 3773339 w 6959477"/>
                <a:gd name="connsiteY159" fmla="*/ 1040788 h 6857999"/>
                <a:gd name="connsiteX160" fmla="*/ 4007059 w 6959477"/>
                <a:gd name="connsiteY160" fmla="*/ 961235 h 6857999"/>
                <a:gd name="connsiteX161" fmla="*/ 840956 w 6959477"/>
                <a:gd name="connsiteY161" fmla="*/ 0 h 6857999"/>
                <a:gd name="connsiteX162" fmla="*/ 6959477 w 6959477"/>
                <a:gd name="connsiteY162" fmla="*/ 0 h 6857999"/>
                <a:gd name="connsiteX163" fmla="*/ 6945275 w 6959477"/>
                <a:gd name="connsiteY163" fmla="*/ 128021 h 6857999"/>
                <a:gd name="connsiteX164" fmla="*/ 6925091 w 6959477"/>
                <a:gd name="connsiteY164" fmla="*/ 269693 h 6857999"/>
                <a:gd name="connsiteX165" fmla="*/ 6897164 w 6959477"/>
                <a:gd name="connsiteY165" fmla="*/ 473823 h 6857999"/>
                <a:gd name="connsiteX166" fmla="*/ 6874905 w 6959477"/>
                <a:gd name="connsiteY166" fmla="*/ 665176 h 6857999"/>
                <a:gd name="connsiteX167" fmla="*/ 6847475 w 6959477"/>
                <a:gd name="connsiteY167" fmla="*/ 858702 h 6857999"/>
                <a:gd name="connsiteX168" fmla="*/ 6825048 w 6959477"/>
                <a:gd name="connsiteY168" fmla="*/ 1046445 h 6857999"/>
                <a:gd name="connsiteX169" fmla="*/ 6790068 w 6959477"/>
                <a:gd name="connsiteY169" fmla="*/ 1309650 h 6857999"/>
                <a:gd name="connsiteX170" fmla="*/ 6767914 w 6959477"/>
                <a:gd name="connsiteY170" fmla="*/ 1501021 h 6857999"/>
                <a:gd name="connsiteX171" fmla="*/ 6741531 w 6959477"/>
                <a:gd name="connsiteY171" fmla="*/ 1691250 h 6857999"/>
                <a:gd name="connsiteX172" fmla="*/ 6718055 w 6959477"/>
                <a:gd name="connsiteY172" fmla="*/ 1882279 h 6857999"/>
                <a:gd name="connsiteX173" fmla="*/ 6691791 w 6959477"/>
                <a:gd name="connsiteY173" fmla="*/ 2076107 h 6857999"/>
                <a:gd name="connsiteX174" fmla="*/ 6668097 w 6959477"/>
                <a:gd name="connsiteY174" fmla="*/ 2274245 h 6857999"/>
                <a:gd name="connsiteX175" fmla="*/ 6641967 w 6959477"/>
                <a:gd name="connsiteY175" fmla="*/ 2468124 h 6857999"/>
                <a:gd name="connsiteX176" fmla="*/ 6618233 w 6959477"/>
                <a:gd name="connsiteY176" fmla="*/ 2651936 h 6857999"/>
                <a:gd name="connsiteX177" fmla="*/ 6590597 w 6959477"/>
                <a:gd name="connsiteY177" fmla="*/ 2856143 h 6857999"/>
                <a:gd name="connsiteX178" fmla="*/ 6568450 w 6959477"/>
                <a:gd name="connsiteY178" fmla="*/ 3033200 h 6857999"/>
                <a:gd name="connsiteX179" fmla="*/ 6539947 w 6959477"/>
                <a:gd name="connsiteY179" fmla="*/ 3258673 h 6857999"/>
                <a:gd name="connsiteX180" fmla="*/ 6536749 w 6959477"/>
                <a:gd name="connsiteY180" fmla="*/ 3282913 h 6857999"/>
                <a:gd name="connsiteX181" fmla="*/ 6408076 w 6959477"/>
                <a:gd name="connsiteY181" fmla="*/ 3177436 h 6857999"/>
                <a:gd name="connsiteX182" fmla="*/ 6239249 w 6959477"/>
                <a:gd name="connsiteY182" fmla="*/ 3021801 h 6857999"/>
                <a:gd name="connsiteX183" fmla="*/ 6275398 w 6959477"/>
                <a:gd name="connsiteY183" fmla="*/ 2762492 h 6857999"/>
                <a:gd name="connsiteX184" fmla="*/ 6304649 w 6959477"/>
                <a:gd name="connsiteY184" fmla="*/ 2512089 h 6857999"/>
                <a:gd name="connsiteX185" fmla="*/ 6339429 w 6959477"/>
                <a:gd name="connsiteY185" fmla="*/ 2266697 h 6857999"/>
                <a:gd name="connsiteX186" fmla="*/ 6361553 w 6959477"/>
                <a:gd name="connsiteY186" fmla="*/ 2082456 h 6857999"/>
                <a:gd name="connsiteX187" fmla="*/ 6396657 w 6959477"/>
                <a:gd name="connsiteY187" fmla="*/ 1815694 h 6857999"/>
                <a:gd name="connsiteX188" fmla="*/ 6425871 w 6959477"/>
                <a:gd name="connsiteY188" fmla="*/ 1572408 h 6857999"/>
                <a:gd name="connsiteX189" fmla="*/ 6460736 w 6959477"/>
                <a:gd name="connsiteY189" fmla="*/ 1323461 h 6857999"/>
                <a:gd name="connsiteX190" fmla="*/ 6482989 w 6959477"/>
                <a:gd name="connsiteY190" fmla="*/ 1124965 h 6857999"/>
                <a:gd name="connsiteX191" fmla="*/ 6517719 w 6959477"/>
                <a:gd name="connsiteY191" fmla="*/ 876013 h 6857999"/>
                <a:gd name="connsiteX192" fmla="*/ 6540015 w 6959477"/>
                <a:gd name="connsiteY192" fmla="*/ 684655 h 6857999"/>
                <a:gd name="connsiteX193" fmla="*/ 6567455 w 6959477"/>
                <a:gd name="connsiteY193" fmla="*/ 491145 h 6857999"/>
                <a:gd name="connsiteX194" fmla="*/ 6584901 w 6959477"/>
                <a:gd name="connsiteY194" fmla="*/ 326826 h 6857999"/>
                <a:gd name="connsiteX195" fmla="*/ 1220287 w 6959477"/>
                <a:gd name="connsiteY195" fmla="*/ 326826 h 6857999"/>
                <a:gd name="connsiteX196" fmla="*/ 1246435 w 6959477"/>
                <a:gd name="connsiteY196" fmla="*/ 524928 h 6857999"/>
                <a:gd name="connsiteX197" fmla="*/ 1279819 w 6959477"/>
                <a:gd name="connsiteY197" fmla="*/ 749221 h 6857999"/>
                <a:gd name="connsiteX198" fmla="*/ 1303485 w 6959477"/>
                <a:gd name="connsiteY198" fmla="*/ 929477 h 6857999"/>
                <a:gd name="connsiteX199" fmla="*/ 1337663 w 6959477"/>
                <a:gd name="connsiteY199" fmla="*/ 1164286 h 6857999"/>
                <a:gd name="connsiteX200" fmla="*/ 1367666 w 6959477"/>
                <a:gd name="connsiteY200" fmla="*/ 1385920 h 6857999"/>
                <a:gd name="connsiteX201" fmla="*/ 1401779 w 6959477"/>
                <a:gd name="connsiteY201" fmla="*/ 1620746 h 6857999"/>
                <a:gd name="connsiteX202" fmla="*/ 1424762 w 6959477"/>
                <a:gd name="connsiteY202" fmla="*/ 1794036 h 6857999"/>
                <a:gd name="connsiteX203" fmla="*/ 1459425 w 6959477"/>
                <a:gd name="connsiteY203" fmla="*/ 2028705 h 6857999"/>
                <a:gd name="connsiteX204" fmla="*/ 1481859 w 6959477"/>
                <a:gd name="connsiteY204" fmla="*/ 2205706 h 6857999"/>
                <a:gd name="connsiteX205" fmla="*/ 1515621 w 6959477"/>
                <a:gd name="connsiteY205" fmla="*/ 2440616 h 6857999"/>
                <a:gd name="connsiteX206" fmla="*/ 1545971 w 6959477"/>
                <a:gd name="connsiteY206" fmla="*/ 2669301 h 6857999"/>
                <a:gd name="connsiteX207" fmla="*/ 1576497 w 6959477"/>
                <a:gd name="connsiteY207" fmla="*/ 2890789 h 6857999"/>
                <a:gd name="connsiteX208" fmla="*/ 1602998 w 6959477"/>
                <a:gd name="connsiteY208" fmla="*/ 3073852 h 6857999"/>
                <a:gd name="connsiteX209" fmla="*/ 1637604 w 6959477"/>
                <a:gd name="connsiteY209" fmla="*/ 3312135 h 6857999"/>
                <a:gd name="connsiteX210" fmla="*/ 1667073 w 6959477"/>
                <a:gd name="connsiteY210" fmla="*/ 3526741 h 6857999"/>
                <a:gd name="connsiteX211" fmla="*/ 1683168 w 6959477"/>
                <a:gd name="connsiteY211" fmla="*/ 3651423 h 6857999"/>
                <a:gd name="connsiteX212" fmla="*/ 1650352 w 6959477"/>
                <a:gd name="connsiteY212" fmla="*/ 3692110 h 6857999"/>
                <a:gd name="connsiteX213" fmla="*/ 1374473 w 6959477"/>
                <a:gd name="connsiteY213" fmla="*/ 3771676 h 6857999"/>
                <a:gd name="connsiteX214" fmla="*/ 840956 w 6959477"/>
                <a:gd name="connsiteY21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6959477" h="6857999">
                  <a:moveTo>
                    <a:pt x="2033302" y="6482151"/>
                  </a:moveTo>
                  <a:lnTo>
                    <a:pt x="2406889" y="6482151"/>
                  </a:lnTo>
                  <a:lnTo>
                    <a:pt x="2406889" y="6857999"/>
                  </a:lnTo>
                  <a:lnTo>
                    <a:pt x="2033302" y="6857999"/>
                  </a:lnTo>
                  <a:close/>
                  <a:moveTo>
                    <a:pt x="82" y="5749600"/>
                  </a:moveTo>
                  <a:lnTo>
                    <a:pt x="373659" y="5749600"/>
                  </a:lnTo>
                  <a:lnTo>
                    <a:pt x="373659" y="6118310"/>
                  </a:lnTo>
                  <a:lnTo>
                    <a:pt x="82" y="6118310"/>
                  </a:lnTo>
                  <a:close/>
                  <a:moveTo>
                    <a:pt x="1232902" y="5644740"/>
                  </a:moveTo>
                  <a:cubicBezTo>
                    <a:pt x="1097684" y="5734806"/>
                    <a:pt x="962599" y="5824784"/>
                    <a:pt x="827878" y="5914519"/>
                  </a:cubicBezTo>
                  <a:cubicBezTo>
                    <a:pt x="915299" y="5951800"/>
                    <a:pt x="1001257" y="5988459"/>
                    <a:pt x="1092812" y="6025564"/>
                  </a:cubicBezTo>
                  <a:cubicBezTo>
                    <a:pt x="1247444" y="6090072"/>
                    <a:pt x="1402077" y="6154580"/>
                    <a:pt x="1562482" y="6221496"/>
                  </a:cubicBezTo>
                  <a:cubicBezTo>
                    <a:pt x="1504386" y="6120469"/>
                    <a:pt x="1449982" y="6026328"/>
                    <a:pt x="1396037" y="5931924"/>
                  </a:cubicBezTo>
                  <a:cubicBezTo>
                    <a:pt x="1342105" y="5837539"/>
                    <a:pt x="1288631" y="5742891"/>
                    <a:pt x="1232902" y="5644740"/>
                  </a:cubicBezTo>
                  <a:close/>
                  <a:moveTo>
                    <a:pt x="3223182" y="5576079"/>
                  </a:moveTo>
                  <a:cubicBezTo>
                    <a:pt x="3231937" y="5574742"/>
                    <a:pt x="3240798" y="5574763"/>
                    <a:pt x="3249622" y="5576173"/>
                  </a:cubicBezTo>
                  <a:cubicBezTo>
                    <a:pt x="3261387" y="5578054"/>
                    <a:pt x="3273086" y="5582405"/>
                    <a:pt x="3284378" y="5589299"/>
                  </a:cubicBezTo>
                  <a:cubicBezTo>
                    <a:pt x="3319279" y="5610611"/>
                    <a:pt x="3323885" y="5679925"/>
                    <a:pt x="3303672" y="5705253"/>
                  </a:cubicBezTo>
                  <a:cubicBezTo>
                    <a:pt x="3286984" y="5726164"/>
                    <a:pt x="3270898" y="5747557"/>
                    <a:pt x="3252717" y="5770600"/>
                  </a:cubicBezTo>
                  <a:cubicBezTo>
                    <a:pt x="3181512" y="5865583"/>
                    <a:pt x="3112202" y="5958752"/>
                    <a:pt x="3042744" y="6051810"/>
                  </a:cubicBezTo>
                  <a:cubicBezTo>
                    <a:pt x="2945513" y="6182084"/>
                    <a:pt x="2847977" y="6312129"/>
                    <a:pt x="2751011" y="6442599"/>
                  </a:cubicBezTo>
                  <a:cubicBezTo>
                    <a:pt x="2726230" y="6475943"/>
                    <a:pt x="2663327" y="6488788"/>
                    <a:pt x="2630890" y="6464405"/>
                  </a:cubicBezTo>
                  <a:cubicBezTo>
                    <a:pt x="2604056" y="6444235"/>
                    <a:pt x="2577608" y="6392191"/>
                    <a:pt x="2611599" y="6347005"/>
                  </a:cubicBezTo>
                  <a:cubicBezTo>
                    <a:pt x="2681393" y="6254223"/>
                    <a:pt x="2750441" y="6160879"/>
                    <a:pt x="2819903" y="6067846"/>
                  </a:cubicBezTo>
                  <a:cubicBezTo>
                    <a:pt x="2930360" y="5919908"/>
                    <a:pt x="3041330" y="5772348"/>
                    <a:pt x="3151172" y="5623954"/>
                  </a:cubicBezTo>
                  <a:cubicBezTo>
                    <a:pt x="3171619" y="5596330"/>
                    <a:pt x="3196920" y="5580091"/>
                    <a:pt x="3223182" y="5576079"/>
                  </a:cubicBezTo>
                  <a:close/>
                  <a:moveTo>
                    <a:pt x="1071631" y="5363526"/>
                  </a:moveTo>
                  <a:cubicBezTo>
                    <a:pt x="1048328" y="5405297"/>
                    <a:pt x="1025821" y="5445645"/>
                    <a:pt x="1000266" y="5490419"/>
                  </a:cubicBezTo>
                  <a:cubicBezTo>
                    <a:pt x="969826" y="5543572"/>
                    <a:pt x="939385" y="5596725"/>
                    <a:pt x="908945" y="5649877"/>
                  </a:cubicBezTo>
                  <a:cubicBezTo>
                    <a:pt x="911087" y="5651261"/>
                    <a:pt x="913230" y="5652645"/>
                    <a:pt x="915373" y="5654028"/>
                  </a:cubicBezTo>
                  <a:cubicBezTo>
                    <a:pt x="992835" y="5602332"/>
                    <a:pt x="1070298" y="5550635"/>
                    <a:pt x="1148523" y="5498430"/>
                  </a:cubicBezTo>
                  <a:cubicBezTo>
                    <a:pt x="1121872" y="5451672"/>
                    <a:pt x="1096933" y="5407918"/>
                    <a:pt x="1071631" y="5363526"/>
                  </a:cubicBezTo>
                  <a:close/>
                  <a:moveTo>
                    <a:pt x="3048979" y="5112442"/>
                  </a:moveTo>
                  <a:cubicBezTo>
                    <a:pt x="3100865" y="5112497"/>
                    <a:pt x="3129754" y="5142247"/>
                    <a:pt x="3129695" y="5194963"/>
                  </a:cubicBezTo>
                  <a:cubicBezTo>
                    <a:pt x="3129639" y="5245131"/>
                    <a:pt x="3099106" y="5276385"/>
                    <a:pt x="3049498" y="5276442"/>
                  </a:cubicBezTo>
                  <a:cubicBezTo>
                    <a:pt x="2933250" y="5276578"/>
                    <a:pt x="2817002" y="5276486"/>
                    <a:pt x="2700754" y="5276486"/>
                  </a:cubicBezTo>
                  <a:cubicBezTo>
                    <a:pt x="2607494" y="5276486"/>
                    <a:pt x="2574518" y="5226467"/>
                    <a:pt x="2613848" y="5139651"/>
                  </a:cubicBezTo>
                  <a:cubicBezTo>
                    <a:pt x="2640424" y="5129257"/>
                    <a:pt x="2664848" y="5114072"/>
                    <a:pt x="2689583" y="5113547"/>
                  </a:cubicBezTo>
                  <a:cubicBezTo>
                    <a:pt x="2809335" y="5111006"/>
                    <a:pt x="2929172" y="5112315"/>
                    <a:pt x="3048979" y="5112442"/>
                  </a:cubicBezTo>
                  <a:close/>
                  <a:moveTo>
                    <a:pt x="2033240" y="5007584"/>
                  </a:moveTo>
                  <a:lnTo>
                    <a:pt x="2406957" y="5007584"/>
                  </a:lnTo>
                  <a:lnTo>
                    <a:pt x="2406957" y="5383496"/>
                  </a:lnTo>
                  <a:lnTo>
                    <a:pt x="2033240" y="5383496"/>
                  </a:lnTo>
                  <a:close/>
                  <a:moveTo>
                    <a:pt x="1289104" y="4984001"/>
                  </a:moveTo>
                  <a:cubicBezTo>
                    <a:pt x="1256168" y="5042127"/>
                    <a:pt x="1226171" y="5100983"/>
                    <a:pt x="1190304" y="5156013"/>
                  </a:cubicBezTo>
                  <a:cubicBezTo>
                    <a:pt x="1170777" y="5185973"/>
                    <a:pt x="1167198" y="5208835"/>
                    <a:pt x="1195974" y="5238523"/>
                  </a:cubicBezTo>
                  <a:cubicBezTo>
                    <a:pt x="1226877" y="5293943"/>
                    <a:pt x="1257780" y="5349363"/>
                    <a:pt x="1288861" y="5405103"/>
                  </a:cubicBezTo>
                  <a:cubicBezTo>
                    <a:pt x="1395406" y="5334026"/>
                    <a:pt x="1499054" y="5264882"/>
                    <a:pt x="1604705" y="5194401"/>
                  </a:cubicBezTo>
                  <a:cubicBezTo>
                    <a:pt x="1498831" y="5123818"/>
                    <a:pt x="1395199" y="5054730"/>
                    <a:pt x="1289104" y="4984001"/>
                  </a:cubicBezTo>
                  <a:close/>
                  <a:moveTo>
                    <a:pt x="914721" y="4735026"/>
                  </a:moveTo>
                  <a:cubicBezTo>
                    <a:pt x="913153" y="4736964"/>
                    <a:pt x="911587" y="4738902"/>
                    <a:pt x="910020" y="4740840"/>
                  </a:cubicBezTo>
                  <a:cubicBezTo>
                    <a:pt x="942415" y="4798082"/>
                    <a:pt x="974811" y="4855325"/>
                    <a:pt x="1010417" y="4916877"/>
                  </a:cubicBezTo>
                  <a:cubicBezTo>
                    <a:pt x="1030825" y="4952742"/>
                    <a:pt x="1051234" y="4988608"/>
                    <a:pt x="1071617" y="5024430"/>
                  </a:cubicBezTo>
                  <a:cubicBezTo>
                    <a:pt x="1097163" y="4979271"/>
                    <a:pt x="1122573" y="4934349"/>
                    <a:pt x="1147920" y="4889539"/>
                  </a:cubicBezTo>
                  <a:cubicBezTo>
                    <a:pt x="1068258" y="4836757"/>
                    <a:pt x="991489" y="4785891"/>
                    <a:pt x="914721" y="4735026"/>
                  </a:cubicBezTo>
                  <a:close/>
                  <a:moveTo>
                    <a:pt x="0" y="4272756"/>
                  </a:moveTo>
                  <a:lnTo>
                    <a:pt x="375925" y="4272756"/>
                  </a:lnTo>
                  <a:lnTo>
                    <a:pt x="375925" y="4639369"/>
                  </a:lnTo>
                  <a:lnTo>
                    <a:pt x="0" y="4639369"/>
                  </a:lnTo>
                  <a:close/>
                  <a:moveTo>
                    <a:pt x="1557441" y="4172478"/>
                  </a:moveTo>
                  <a:lnTo>
                    <a:pt x="1550735" y="4174927"/>
                  </a:lnTo>
                  <a:cubicBezTo>
                    <a:pt x="1548041" y="4175787"/>
                    <a:pt x="1544661" y="4176710"/>
                    <a:pt x="1539907" y="4177763"/>
                  </a:cubicBezTo>
                  <a:cubicBezTo>
                    <a:pt x="1518395" y="4185930"/>
                    <a:pt x="1496641" y="4193514"/>
                    <a:pt x="1475412" y="4202362"/>
                  </a:cubicBezTo>
                  <a:cubicBezTo>
                    <a:pt x="1352813" y="4253452"/>
                    <a:pt x="1230392" y="4304974"/>
                    <a:pt x="1107802" y="4356087"/>
                  </a:cubicBezTo>
                  <a:cubicBezTo>
                    <a:pt x="1014476" y="4395001"/>
                    <a:pt x="920988" y="4433525"/>
                    <a:pt x="825726" y="4472988"/>
                  </a:cubicBezTo>
                  <a:cubicBezTo>
                    <a:pt x="961456" y="4563406"/>
                    <a:pt x="1094998" y="4652364"/>
                    <a:pt x="1230322" y="4742511"/>
                  </a:cubicBezTo>
                  <a:cubicBezTo>
                    <a:pt x="1239102" y="4729200"/>
                    <a:pt x="1246768" y="4718972"/>
                    <a:pt x="1252979" y="4707925"/>
                  </a:cubicBezTo>
                  <a:cubicBezTo>
                    <a:pt x="1285311" y="4650427"/>
                    <a:pt x="1316847" y="4592478"/>
                    <a:pt x="1349450" y="4535137"/>
                  </a:cubicBezTo>
                  <a:cubicBezTo>
                    <a:pt x="1416396" y="4417398"/>
                    <a:pt x="1483843" y="4299945"/>
                    <a:pt x="1554178" y="4179682"/>
                  </a:cubicBezTo>
                  <a:lnTo>
                    <a:pt x="1557440" y="4172481"/>
                  </a:lnTo>
                  <a:lnTo>
                    <a:pt x="1552631" y="4181029"/>
                  </a:lnTo>
                  <a:cubicBezTo>
                    <a:pt x="1550090" y="4181574"/>
                    <a:pt x="1549095" y="4180772"/>
                    <a:pt x="1546751" y="4178609"/>
                  </a:cubicBezTo>
                  <a:close/>
                  <a:moveTo>
                    <a:pt x="1783410" y="3916590"/>
                  </a:moveTo>
                  <a:cubicBezTo>
                    <a:pt x="1835171" y="3924740"/>
                    <a:pt x="1855345" y="3990887"/>
                    <a:pt x="1826128" y="4043881"/>
                  </a:cubicBezTo>
                  <a:cubicBezTo>
                    <a:pt x="1787577" y="4113806"/>
                    <a:pt x="1748367" y="4183376"/>
                    <a:pt x="1708726" y="4252690"/>
                  </a:cubicBezTo>
                  <a:cubicBezTo>
                    <a:pt x="1657004" y="4343128"/>
                    <a:pt x="1604579" y="4433164"/>
                    <a:pt x="1552460" y="4523375"/>
                  </a:cubicBezTo>
                  <a:cubicBezTo>
                    <a:pt x="1495672" y="4621667"/>
                    <a:pt x="1438851" y="4719941"/>
                    <a:pt x="1382204" y="4818313"/>
                  </a:cubicBezTo>
                  <a:cubicBezTo>
                    <a:pt x="1378875" y="4824093"/>
                    <a:pt x="1376963" y="4830688"/>
                    <a:pt x="1373977" y="4837904"/>
                  </a:cubicBezTo>
                  <a:cubicBezTo>
                    <a:pt x="1514554" y="4932145"/>
                    <a:pt x="1652546" y="5028102"/>
                    <a:pt x="1794359" y="5118033"/>
                  </a:cubicBezTo>
                  <a:cubicBezTo>
                    <a:pt x="1851583" y="5154323"/>
                    <a:pt x="1852318" y="5234036"/>
                    <a:pt x="1794970" y="5270587"/>
                  </a:cubicBezTo>
                  <a:cubicBezTo>
                    <a:pt x="1653354" y="5360844"/>
                    <a:pt x="1515094" y="5456369"/>
                    <a:pt x="1373352" y="5551205"/>
                  </a:cubicBezTo>
                  <a:cubicBezTo>
                    <a:pt x="1406500" y="5610278"/>
                    <a:pt x="1438778" y="5668696"/>
                    <a:pt x="1471906" y="5726627"/>
                  </a:cubicBezTo>
                  <a:cubicBezTo>
                    <a:pt x="1524782" y="5819091"/>
                    <a:pt x="1578296" y="5911192"/>
                    <a:pt x="1631410" y="6003521"/>
                  </a:cubicBezTo>
                  <a:cubicBezTo>
                    <a:pt x="1694330" y="6112898"/>
                    <a:pt x="1756386" y="6222780"/>
                    <a:pt x="1820293" y="6331577"/>
                  </a:cubicBezTo>
                  <a:cubicBezTo>
                    <a:pt x="1847608" y="6378079"/>
                    <a:pt x="1845377" y="6422613"/>
                    <a:pt x="1811569" y="6456012"/>
                  </a:cubicBezTo>
                  <a:cubicBezTo>
                    <a:pt x="1785907" y="6481365"/>
                    <a:pt x="1753439" y="6482217"/>
                    <a:pt x="1725956" y="6471542"/>
                  </a:cubicBezTo>
                  <a:cubicBezTo>
                    <a:pt x="1611910" y="6427238"/>
                    <a:pt x="1499420" y="6378917"/>
                    <a:pt x="1386447" y="6331859"/>
                  </a:cubicBezTo>
                  <a:cubicBezTo>
                    <a:pt x="1249989" y="6275016"/>
                    <a:pt x="1113639" y="6217905"/>
                    <a:pt x="977202" y="6161010"/>
                  </a:cubicBezTo>
                  <a:cubicBezTo>
                    <a:pt x="856769" y="6110787"/>
                    <a:pt x="735966" y="6061433"/>
                    <a:pt x="615976" y="6010176"/>
                  </a:cubicBezTo>
                  <a:cubicBezTo>
                    <a:pt x="570428" y="5990718"/>
                    <a:pt x="553193" y="5926430"/>
                    <a:pt x="577817" y="5884296"/>
                  </a:cubicBezTo>
                  <a:cubicBezTo>
                    <a:pt x="640311" y="5777361"/>
                    <a:pt x="702118" y="5670024"/>
                    <a:pt x="764054" y="5562764"/>
                  </a:cubicBezTo>
                  <a:cubicBezTo>
                    <a:pt x="829492" y="5449438"/>
                    <a:pt x="894817" y="5336046"/>
                    <a:pt x="960000" y="5222573"/>
                  </a:cubicBezTo>
                  <a:cubicBezTo>
                    <a:pt x="965183" y="5213552"/>
                    <a:pt x="968877" y="5203676"/>
                    <a:pt x="974360" y="5191829"/>
                  </a:cubicBezTo>
                  <a:cubicBezTo>
                    <a:pt x="897885" y="5059310"/>
                    <a:pt x="819888" y="4925213"/>
                    <a:pt x="742965" y="4790502"/>
                  </a:cubicBezTo>
                  <a:cubicBezTo>
                    <a:pt x="687856" y="4693989"/>
                    <a:pt x="633256" y="4597161"/>
                    <a:pt x="580233" y="4499494"/>
                  </a:cubicBezTo>
                  <a:cubicBezTo>
                    <a:pt x="549729" y="4443305"/>
                    <a:pt x="568815" y="4396877"/>
                    <a:pt x="627940" y="4372424"/>
                  </a:cubicBezTo>
                  <a:cubicBezTo>
                    <a:pt x="790157" y="4305334"/>
                    <a:pt x="952254" y="4237956"/>
                    <a:pt x="1117198" y="4170469"/>
                  </a:cubicBezTo>
                  <a:cubicBezTo>
                    <a:pt x="1214650" y="4130043"/>
                    <a:pt x="1309199" y="4089590"/>
                    <a:pt x="1403989" y="4049709"/>
                  </a:cubicBezTo>
                  <a:cubicBezTo>
                    <a:pt x="1499793" y="4009401"/>
                    <a:pt x="1595259" y="3968168"/>
                    <a:pt x="1692139" y="3930600"/>
                  </a:cubicBezTo>
                  <a:cubicBezTo>
                    <a:pt x="1720430" y="3919629"/>
                    <a:pt x="1754275" y="3912002"/>
                    <a:pt x="1783410" y="3916590"/>
                  </a:cubicBezTo>
                  <a:close/>
                  <a:moveTo>
                    <a:pt x="2681602" y="3911619"/>
                  </a:moveTo>
                  <a:cubicBezTo>
                    <a:pt x="2706500" y="3909942"/>
                    <a:pt x="2731628" y="3917707"/>
                    <a:pt x="2748795" y="3943575"/>
                  </a:cubicBezTo>
                  <a:cubicBezTo>
                    <a:pt x="2753267" y="3950317"/>
                    <a:pt x="2757767" y="3957042"/>
                    <a:pt x="2764098" y="3965648"/>
                  </a:cubicBezTo>
                  <a:cubicBezTo>
                    <a:pt x="2835309" y="4060637"/>
                    <a:pt x="2904361" y="4153988"/>
                    <a:pt x="2974119" y="4246809"/>
                  </a:cubicBezTo>
                  <a:cubicBezTo>
                    <a:pt x="3083705" y="4392631"/>
                    <a:pt x="3193844" y="4538037"/>
                    <a:pt x="3303556" y="4683765"/>
                  </a:cubicBezTo>
                  <a:cubicBezTo>
                    <a:pt x="3323723" y="4710552"/>
                    <a:pt x="3317736" y="4772831"/>
                    <a:pt x="3293643" y="4794896"/>
                  </a:cubicBezTo>
                  <a:cubicBezTo>
                    <a:pt x="3265150" y="4820992"/>
                    <a:pt x="3204047" y="4822630"/>
                    <a:pt x="3178645" y="4792733"/>
                  </a:cubicBezTo>
                  <a:cubicBezTo>
                    <a:pt x="3131934" y="4737757"/>
                    <a:pt x="3088105" y="4680247"/>
                    <a:pt x="3044676" y="4622588"/>
                  </a:cubicBezTo>
                  <a:cubicBezTo>
                    <a:pt x="2947589" y="4493695"/>
                    <a:pt x="2851634" y="4363951"/>
                    <a:pt x="2754919" y="4234778"/>
                  </a:cubicBezTo>
                  <a:cubicBezTo>
                    <a:pt x="2709637" y="4174302"/>
                    <a:pt x="2662753" y="4115003"/>
                    <a:pt x="2618437" y="4053836"/>
                  </a:cubicBezTo>
                  <a:cubicBezTo>
                    <a:pt x="2600169" y="4028623"/>
                    <a:pt x="2583957" y="3998078"/>
                    <a:pt x="2602816" y="3967691"/>
                  </a:cubicBezTo>
                  <a:cubicBezTo>
                    <a:pt x="2615812" y="3946749"/>
                    <a:pt x="2635531" y="3922460"/>
                    <a:pt x="2657084" y="3916122"/>
                  </a:cubicBezTo>
                  <a:cubicBezTo>
                    <a:pt x="2665029" y="3913786"/>
                    <a:pt x="2673302" y="3912178"/>
                    <a:pt x="2681602" y="3911619"/>
                  </a:cubicBezTo>
                  <a:close/>
                  <a:moveTo>
                    <a:pt x="2033211" y="3528627"/>
                  </a:moveTo>
                  <a:lnTo>
                    <a:pt x="2406980" y="3528627"/>
                  </a:lnTo>
                  <a:lnTo>
                    <a:pt x="2406980" y="3904566"/>
                  </a:lnTo>
                  <a:lnTo>
                    <a:pt x="2033211" y="3904566"/>
                  </a:lnTo>
                  <a:close/>
                  <a:moveTo>
                    <a:pt x="6192513" y="3419307"/>
                  </a:moveTo>
                  <a:cubicBezTo>
                    <a:pt x="6252365" y="3467282"/>
                    <a:pt x="6310636" y="3516830"/>
                    <a:pt x="6367418" y="3568029"/>
                  </a:cubicBezTo>
                  <a:cubicBezTo>
                    <a:pt x="6409199" y="3605702"/>
                    <a:pt x="6449031" y="3645535"/>
                    <a:pt x="6489732" y="3684405"/>
                  </a:cubicBezTo>
                  <a:cubicBezTo>
                    <a:pt x="6485021" y="3711387"/>
                    <a:pt x="6479622" y="3738267"/>
                    <a:pt x="6475738" y="3765366"/>
                  </a:cubicBezTo>
                  <a:cubicBezTo>
                    <a:pt x="6465994" y="3833333"/>
                    <a:pt x="6456386" y="3901330"/>
                    <a:pt x="6447763" y="3969444"/>
                  </a:cubicBezTo>
                  <a:cubicBezTo>
                    <a:pt x="6439701" y="4033131"/>
                    <a:pt x="6433684" y="4097077"/>
                    <a:pt x="6425462" y="4160741"/>
                  </a:cubicBezTo>
                  <a:cubicBezTo>
                    <a:pt x="6417119" y="4225340"/>
                    <a:pt x="6406518" y="4289647"/>
                    <a:pt x="6398129" y="4354242"/>
                  </a:cubicBezTo>
                  <a:cubicBezTo>
                    <a:pt x="6389861" y="4417891"/>
                    <a:pt x="6383754" y="4481818"/>
                    <a:pt x="6375569" y="4545478"/>
                  </a:cubicBezTo>
                  <a:cubicBezTo>
                    <a:pt x="6364435" y="4632070"/>
                    <a:pt x="6351720" y="4718458"/>
                    <a:pt x="6340650" y="4805059"/>
                  </a:cubicBezTo>
                  <a:cubicBezTo>
                    <a:pt x="6332511" y="4868737"/>
                    <a:pt x="6326541" y="4932692"/>
                    <a:pt x="6318474" y="4996381"/>
                  </a:cubicBezTo>
                  <a:cubicBezTo>
                    <a:pt x="6310432" y="5059879"/>
                    <a:pt x="6300575" y="5123144"/>
                    <a:pt x="6292259" y="5186609"/>
                  </a:cubicBezTo>
                  <a:cubicBezTo>
                    <a:pt x="6283930" y="5250196"/>
                    <a:pt x="6277822" y="5314096"/>
                    <a:pt x="6268408" y="5377514"/>
                  </a:cubicBezTo>
                  <a:cubicBezTo>
                    <a:pt x="6253925" y="5475071"/>
                    <a:pt x="6248236" y="5575675"/>
                    <a:pt x="6219330" y="5668947"/>
                  </a:cubicBezTo>
                  <a:cubicBezTo>
                    <a:pt x="6174594" y="5813294"/>
                    <a:pt x="6068849" y="5903879"/>
                    <a:pt x="5920715" y="5939104"/>
                  </a:cubicBezTo>
                  <a:cubicBezTo>
                    <a:pt x="5877932" y="5949277"/>
                    <a:pt x="5832779" y="5953567"/>
                    <a:pt x="5788705" y="5953617"/>
                  </a:cubicBezTo>
                  <a:cubicBezTo>
                    <a:pt x="5031484" y="5954466"/>
                    <a:pt x="4274261" y="5954227"/>
                    <a:pt x="3517037" y="5954227"/>
                  </a:cubicBezTo>
                  <a:cubicBezTo>
                    <a:pt x="3502889" y="5954227"/>
                    <a:pt x="3488741" y="5954227"/>
                    <a:pt x="3468881" y="5954227"/>
                  </a:cubicBezTo>
                  <a:cubicBezTo>
                    <a:pt x="3491076" y="5887382"/>
                    <a:pt x="3511651" y="5824170"/>
                    <a:pt x="3533112" y="5761262"/>
                  </a:cubicBezTo>
                  <a:cubicBezTo>
                    <a:pt x="3545038" y="5726306"/>
                    <a:pt x="3561818" y="5692636"/>
                    <a:pt x="3570084" y="5656923"/>
                  </a:cubicBezTo>
                  <a:cubicBezTo>
                    <a:pt x="3576419" y="5629548"/>
                    <a:pt x="3589412" y="5625596"/>
                    <a:pt x="3613753" y="5625614"/>
                  </a:cubicBezTo>
                  <a:cubicBezTo>
                    <a:pt x="4338881" y="5626160"/>
                    <a:pt x="5064008" y="5626126"/>
                    <a:pt x="5789134" y="5625903"/>
                  </a:cubicBezTo>
                  <a:cubicBezTo>
                    <a:pt x="5837368" y="5625889"/>
                    <a:pt x="5884841" y="5617090"/>
                    <a:pt x="5907020" y="5568450"/>
                  </a:cubicBezTo>
                  <a:cubicBezTo>
                    <a:pt x="5919600" y="5540858"/>
                    <a:pt x="5922066" y="5508042"/>
                    <a:pt x="5925898" y="5477184"/>
                  </a:cubicBezTo>
                  <a:cubicBezTo>
                    <a:pt x="5940990" y="5355640"/>
                    <a:pt x="5953762" y="5233802"/>
                    <a:pt x="5969421" y="5112336"/>
                  </a:cubicBezTo>
                  <a:cubicBezTo>
                    <a:pt x="5984597" y="4994613"/>
                    <a:pt x="6003053" y="4877314"/>
                    <a:pt x="6018560" y="4759632"/>
                  </a:cubicBezTo>
                  <a:cubicBezTo>
                    <a:pt x="6029533" y="4676347"/>
                    <a:pt x="6037081" y="4592612"/>
                    <a:pt x="6047827" y="4509294"/>
                  </a:cubicBezTo>
                  <a:cubicBezTo>
                    <a:pt x="6058392" y="4427384"/>
                    <a:pt x="6071633" y="4345823"/>
                    <a:pt x="6082617" y="4263962"/>
                  </a:cubicBezTo>
                  <a:cubicBezTo>
                    <a:pt x="6090843" y="4202678"/>
                    <a:pt x="6096893" y="4141104"/>
                    <a:pt x="6104729" y="4079766"/>
                  </a:cubicBezTo>
                  <a:cubicBezTo>
                    <a:pt x="6116088" y="3990822"/>
                    <a:pt x="6128616" y="3902027"/>
                    <a:pt x="6139841" y="3813068"/>
                  </a:cubicBezTo>
                  <a:cubicBezTo>
                    <a:pt x="6150063" y="3732053"/>
                    <a:pt x="6158767" y="3650847"/>
                    <a:pt x="6169003" y="3569835"/>
                  </a:cubicBezTo>
                  <a:cubicBezTo>
                    <a:pt x="6175260" y="3520313"/>
                    <a:pt x="6183142" y="3470995"/>
                    <a:pt x="6192513" y="3419307"/>
                  </a:cubicBezTo>
                  <a:close/>
                  <a:moveTo>
                    <a:pt x="4007059" y="961235"/>
                  </a:moveTo>
                  <a:cubicBezTo>
                    <a:pt x="4058291" y="964083"/>
                    <a:pt x="4108028" y="978406"/>
                    <a:pt x="4148729" y="1004598"/>
                  </a:cubicBezTo>
                  <a:cubicBezTo>
                    <a:pt x="4261631" y="1077256"/>
                    <a:pt x="4306408" y="1180571"/>
                    <a:pt x="4299043" y="1314081"/>
                  </a:cubicBezTo>
                  <a:cubicBezTo>
                    <a:pt x="4260844" y="1287436"/>
                    <a:pt x="4222762" y="1257932"/>
                    <a:pt x="4185583" y="1227334"/>
                  </a:cubicBezTo>
                  <a:cubicBezTo>
                    <a:pt x="4162796" y="1208581"/>
                    <a:pt x="4141981" y="1187439"/>
                    <a:pt x="4119238" y="1168630"/>
                  </a:cubicBezTo>
                  <a:cubicBezTo>
                    <a:pt x="4078625" y="1135045"/>
                    <a:pt x="3983947" y="1136393"/>
                    <a:pt x="3934870" y="1170333"/>
                  </a:cubicBezTo>
                  <a:cubicBezTo>
                    <a:pt x="3877881" y="1209742"/>
                    <a:pt x="3852736" y="1280810"/>
                    <a:pt x="3871257" y="1341019"/>
                  </a:cubicBezTo>
                  <a:cubicBezTo>
                    <a:pt x="3886073" y="1389185"/>
                    <a:pt x="3920176" y="1420981"/>
                    <a:pt x="3955937" y="1452502"/>
                  </a:cubicBezTo>
                  <a:cubicBezTo>
                    <a:pt x="3999287" y="1490710"/>
                    <a:pt x="4042126" y="1529498"/>
                    <a:pt x="4085661" y="1570387"/>
                  </a:cubicBezTo>
                  <a:cubicBezTo>
                    <a:pt x="4024463" y="1588771"/>
                    <a:pt x="3963743" y="1593867"/>
                    <a:pt x="3900508" y="1575028"/>
                  </a:cubicBezTo>
                  <a:cubicBezTo>
                    <a:pt x="3781489" y="1539571"/>
                    <a:pt x="3707401" y="1461954"/>
                    <a:pt x="3680070" y="1343167"/>
                  </a:cubicBezTo>
                  <a:cubicBezTo>
                    <a:pt x="3653179" y="1226288"/>
                    <a:pt x="3687129" y="1124622"/>
                    <a:pt x="3773339" y="1040788"/>
                  </a:cubicBezTo>
                  <a:cubicBezTo>
                    <a:pt x="3832130" y="983615"/>
                    <a:pt x="3921672" y="956488"/>
                    <a:pt x="4007059" y="961235"/>
                  </a:cubicBezTo>
                  <a:close/>
                  <a:moveTo>
                    <a:pt x="840956" y="0"/>
                  </a:moveTo>
                  <a:cubicBezTo>
                    <a:pt x="2879770" y="0"/>
                    <a:pt x="4919030" y="0"/>
                    <a:pt x="6959477" y="0"/>
                  </a:cubicBezTo>
                  <a:cubicBezTo>
                    <a:pt x="6954772" y="42921"/>
                    <a:pt x="6950727" y="85561"/>
                    <a:pt x="6945275" y="128021"/>
                  </a:cubicBezTo>
                  <a:cubicBezTo>
                    <a:pt x="6939201" y="175330"/>
                    <a:pt x="6931689" y="222451"/>
                    <a:pt x="6925091" y="269693"/>
                  </a:cubicBezTo>
                  <a:cubicBezTo>
                    <a:pt x="6915591" y="337711"/>
                    <a:pt x="6905788" y="405693"/>
                    <a:pt x="6897164" y="473823"/>
                  </a:cubicBezTo>
                  <a:cubicBezTo>
                    <a:pt x="6889101" y="537527"/>
                    <a:pt x="6883133" y="601497"/>
                    <a:pt x="6874905" y="665176"/>
                  </a:cubicBezTo>
                  <a:cubicBezTo>
                    <a:pt x="6866556" y="729788"/>
                    <a:pt x="6855946" y="794105"/>
                    <a:pt x="6847475" y="858702"/>
                  </a:cubicBezTo>
                  <a:cubicBezTo>
                    <a:pt x="6839280" y="921189"/>
                    <a:pt x="6833066" y="983933"/>
                    <a:pt x="6825048" y="1046445"/>
                  </a:cubicBezTo>
                  <a:cubicBezTo>
                    <a:pt x="6813789" y="1134232"/>
                    <a:pt x="6801197" y="1221848"/>
                    <a:pt x="6790068" y="1309650"/>
                  </a:cubicBezTo>
                  <a:cubicBezTo>
                    <a:pt x="6781993" y="1373352"/>
                    <a:pt x="6776010" y="1437320"/>
                    <a:pt x="6767914" y="1501021"/>
                  </a:cubicBezTo>
                  <a:cubicBezTo>
                    <a:pt x="6759843" y="1564522"/>
                    <a:pt x="6749844" y="1627776"/>
                    <a:pt x="6741531" y="1691250"/>
                  </a:cubicBezTo>
                  <a:cubicBezTo>
                    <a:pt x="6733199" y="1754859"/>
                    <a:pt x="6726283" y="1818654"/>
                    <a:pt x="6718055" y="1882279"/>
                  </a:cubicBezTo>
                  <a:cubicBezTo>
                    <a:pt x="6709694" y="1946939"/>
                    <a:pt x="6700027" y="2011431"/>
                    <a:pt x="6691791" y="2076107"/>
                  </a:cubicBezTo>
                  <a:cubicBezTo>
                    <a:pt x="6683391" y="2142088"/>
                    <a:pt x="6676465" y="2208258"/>
                    <a:pt x="6668097" y="2274245"/>
                  </a:cubicBezTo>
                  <a:cubicBezTo>
                    <a:pt x="6659893" y="2338936"/>
                    <a:pt x="6650519" y="2403476"/>
                    <a:pt x="6641967" y="2468124"/>
                  </a:cubicBezTo>
                  <a:cubicBezTo>
                    <a:pt x="6633865" y="2529370"/>
                    <a:pt x="6626355" y="2590693"/>
                    <a:pt x="6618233" y="2651936"/>
                  </a:cubicBezTo>
                  <a:cubicBezTo>
                    <a:pt x="6609203" y="2720028"/>
                    <a:pt x="6599519" y="2788035"/>
                    <a:pt x="6590597" y="2856143"/>
                  </a:cubicBezTo>
                  <a:cubicBezTo>
                    <a:pt x="6582873" y="2915117"/>
                    <a:pt x="6575889" y="2974188"/>
                    <a:pt x="6568450" y="3033200"/>
                  </a:cubicBezTo>
                  <a:cubicBezTo>
                    <a:pt x="6558977" y="3108362"/>
                    <a:pt x="6549316" y="3183498"/>
                    <a:pt x="6539947" y="3258673"/>
                  </a:cubicBezTo>
                  <a:cubicBezTo>
                    <a:pt x="6539071" y="3265701"/>
                    <a:pt x="6539717" y="3272919"/>
                    <a:pt x="6536749" y="3282913"/>
                  </a:cubicBezTo>
                  <a:cubicBezTo>
                    <a:pt x="6491865" y="3249727"/>
                    <a:pt x="6449195" y="3214444"/>
                    <a:pt x="6408076" y="3177436"/>
                  </a:cubicBezTo>
                  <a:cubicBezTo>
                    <a:pt x="6351189" y="3126237"/>
                    <a:pt x="6295469" y="3073740"/>
                    <a:pt x="6239249" y="3021801"/>
                  </a:cubicBezTo>
                  <a:cubicBezTo>
                    <a:pt x="6251377" y="2935375"/>
                    <a:pt x="6264319" y="2849052"/>
                    <a:pt x="6275398" y="2762492"/>
                  </a:cubicBezTo>
                  <a:cubicBezTo>
                    <a:pt x="6286065" y="2679142"/>
                    <a:pt x="6293902" y="2595428"/>
                    <a:pt x="6304649" y="2512089"/>
                  </a:cubicBezTo>
                  <a:cubicBezTo>
                    <a:pt x="6315215" y="2430160"/>
                    <a:pt x="6328445" y="2348578"/>
                    <a:pt x="6339429" y="2266697"/>
                  </a:cubicBezTo>
                  <a:cubicBezTo>
                    <a:pt x="6347653" y="2205398"/>
                    <a:pt x="6353719" y="2143811"/>
                    <a:pt x="6361553" y="2082456"/>
                  </a:cubicBezTo>
                  <a:cubicBezTo>
                    <a:pt x="6372915" y="1993491"/>
                    <a:pt x="6385432" y="1904675"/>
                    <a:pt x="6396657" y="1815694"/>
                  </a:cubicBezTo>
                  <a:cubicBezTo>
                    <a:pt x="6406879" y="1734659"/>
                    <a:pt x="6415297" y="1653394"/>
                    <a:pt x="6425871" y="1572408"/>
                  </a:cubicBezTo>
                  <a:cubicBezTo>
                    <a:pt x="6436719" y="1489324"/>
                    <a:pt x="6450020" y="1406560"/>
                    <a:pt x="6460736" y="1323461"/>
                  </a:cubicBezTo>
                  <a:cubicBezTo>
                    <a:pt x="6469251" y="1257437"/>
                    <a:pt x="6474495" y="1190992"/>
                    <a:pt x="6482989" y="1124965"/>
                  </a:cubicBezTo>
                  <a:cubicBezTo>
                    <a:pt x="6493679" y="1041868"/>
                    <a:pt x="6506838" y="959088"/>
                    <a:pt x="6517719" y="876013"/>
                  </a:cubicBezTo>
                  <a:cubicBezTo>
                    <a:pt x="6526059" y="812347"/>
                    <a:pt x="6531773" y="748336"/>
                    <a:pt x="6540015" y="684655"/>
                  </a:cubicBezTo>
                  <a:cubicBezTo>
                    <a:pt x="6548377" y="620050"/>
                    <a:pt x="6559225" y="555765"/>
                    <a:pt x="6567455" y="491145"/>
                  </a:cubicBezTo>
                  <a:cubicBezTo>
                    <a:pt x="6574387" y="436730"/>
                    <a:pt x="6579125" y="382038"/>
                    <a:pt x="6584901" y="326826"/>
                  </a:cubicBezTo>
                  <a:cubicBezTo>
                    <a:pt x="4797907" y="326826"/>
                    <a:pt x="3008737" y="326826"/>
                    <a:pt x="1220287" y="326826"/>
                  </a:cubicBezTo>
                  <a:cubicBezTo>
                    <a:pt x="1229069" y="393732"/>
                    <a:pt x="1237146" y="459417"/>
                    <a:pt x="1246435" y="524928"/>
                  </a:cubicBezTo>
                  <a:cubicBezTo>
                    <a:pt x="1257047" y="599766"/>
                    <a:pt x="1269197" y="674385"/>
                    <a:pt x="1279819" y="749221"/>
                  </a:cubicBezTo>
                  <a:cubicBezTo>
                    <a:pt x="1288334" y="809217"/>
                    <a:pt x="1295077" y="869463"/>
                    <a:pt x="1303485" y="929477"/>
                  </a:cubicBezTo>
                  <a:cubicBezTo>
                    <a:pt x="1314457" y="1007805"/>
                    <a:pt x="1326634" y="1085965"/>
                    <a:pt x="1337663" y="1164286"/>
                  </a:cubicBezTo>
                  <a:cubicBezTo>
                    <a:pt x="1348058" y="1238107"/>
                    <a:pt x="1357286" y="1312095"/>
                    <a:pt x="1367666" y="1385920"/>
                  </a:cubicBezTo>
                  <a:cubicBezTo>
                    <a:pt x="1378680" y="1464246"/>
                    <a:pt x="1390761" y="1542421"/>
                    <a:pt x="1401779" y="1620746"/>
                  </a:cubicBezTo>
                  <a:cubicBezTo>
                    <a:pt x="1409895" y="1678445"/>
                    <a:pt x="1416542" y="1736352"/>
                    <a:pt x="1424762" y="1794036"/>
                  </a:cubicBezTo>
                  <a:cubicBezTo>
                    <a:pt x="1435916" y="1872316"/>
                    <a:pt x="1448467" y="1950399"/>
                    <a:pt x="1459425" y="2028705"/>
                  </a:cubicBezTo>
                  <a:cubicBezTo>
                    <a:pt x="1467667" y="2087599"/>
                    <a:pt x="1473767" y="2146789"/>
                    <a:pt x="1481859" y="2205706"/>
                  </a:cubicBezTo>
                  <a:cubicBezTo>
                    <a:pt x="1492620" y="2284076"/>
                    <a:pt x="1504762" y="2362257"/>
                    <a:pt x="1515621" y="2440616"/>
                  </a:cubicBezTo>
                  <a:cubicBezTo>
                    <a:pt x="1526175" y="2516783"/>
                    <a:pt x="1535694" y="2593095"/>
                    <a:pt x="1545971" y="2669301"/>
                  </a:cubicBezTo>
                  <a:cubicBezTo>
                    <a:pt x="1555930" y="2743159"/>
                    <a:pt x="1566106" y="2816990"/>
                    <a:pt x="1576497" y="2890789"/>
                  </a:cubicBezTo>
                  <a:cubicBezTo>
                    <a:pt x="1585095" y="2951843"/>
                    <a:pt x="1594131" y="3012836"/>
                    <a:pt x="1602998" y="3073852"/>
                  </a:cubicBezTo>
                  <a:cubicBezTo>
                    <a:pt x="1614541" y="3153279"/>
                    <a:pt x="1626326" y="3232672"/>
                    <a:pt x="1637604" y="3312135"/>
                  </a:cubicBezTo>
                  <a:cubicBezTo>
                    <a:pt x="1647750" y="3383626"/>
                    <a:pt x="1657678" y="3455149"/>
                    <a:pt x="1667073" y="3526741"/>
                  </a:cubicBezTo>
                  <a:cubicBezTo>
                    <a:pt x="1672537" y="3568384"/>
                    <a:pt x="1671063" y="3611936"/>
                    <a:pt x="1683168" y="3651423"/>
                  </a:cubicBezTo>
                  <a:cubicBezTo>
                    <a:pt x="1694965" y="3689908"/>
                    <a:pt x="1668379" y="3686735"/>
                    <a:pt x="1650352" y="3692110"/>
                  </a:cubicBezTo>
                  <a:cubicBezTo>
                    <a:pt x="1560801" y="3718808"/>
                    <a:pt x="1470817" y="3744052"/>
                    <a:pt x="1374473" y="3771676"/>
                  </a:cubicBezTo>
                  <a:cubicBezTo>
                    <a:pt x="1196725" y="2515088"/>
                    <a:pt x="1019027" y="1258866"/>
                    <a:pt x="840956"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7" name="Freeform: Shape 36">
              <a:extLst>
                <a:ext uri="{FF2B5EF4-FFF2-40B4-BE49-F238E27FC236}">
                  <a16:creationId xmlns:a16="http://schemas.microsoft.com/office/drawing/2014/main" id="{061D0C06-32FA-D146-800B-87BC8E3D0601}"/>
                </a:ext>
                <a:ext uri="{C183D7F6-B498-43B3-948B-1728B52AA6E4}">
                  <adec:decorative xmlns:adec="http://schemas.microsoft.com/office/drawing/2017/decorative" val="1"/>
                </a:ext>
              </a:extLst>
            </p:cNvPr>
            <p:cNvSpPr/>
            <p:nvPr/>
          </p:nvSpPr>
          <p:spPr>
            <a:xfrm>
              <a:off x="8414025" y="887067"/>
              <a:ext cx="234777" cy="286297"/>
            </a:xfrm>
            <a:custGeom>
              <a:avLst/>
              <a:gdLst>
                <a:gd name="connsiteX0" fmla="*/ 0 w 3521655"/>
                <a:gd name="connsiteY0" fmla="*/ 3807159 h 4294460"/>
                <a:gd name="connsiteX1" fmla="*/ 482838 w 3521655"/>
                <a:gd name="connsiteY1" fmla="*/ 3807159 h 4294460"/>
                <a:gd name="connsiteX2" fmla="*/ 482838 w 3521655"/>
                <a:gd name="connsiteY2" fmla="*/ 4294460 h 4294460"/>
                <a:gd name="connsiteX3" fmla="*/ 0 w 3521655"/>
                <a:gd name="connsiteY3" fmla="*/ 4294460 h 4294460"/>
                <a:gd name="connsiteX4" fmla="*/ 764983 w 3521655"/>
                <a:gd name="connsiteY4" fmla="*/ 12 h 4294460"/>
                <a:gd name="connsiteX5" fmla="*/ 853994 w 3521655"/>
                <a:gd name="connsiteY5" fmla="*/ 24483 h 4294460"/>
                <a:gd name="connsiteX6" fmla="*/ 920338 w 3521655"/>
                <a:gd name="connsiteY6" fmla="*/ 83186 h 4294460"/>
                <a:gd name="connsiteX7" fmla="*/ 1033301 w 3521655"/>
                <a:gd name="connsiteY7" fmla="*/ 173253 h 4294460"/>
                <a:gd name="connsiteX8" fmla="*/ 1236643 w 3521655"/>
                <a:gd name="connsiteY8" fmla="*/ 351740 h 4294460"/>
                <a:gd name="connsiteX9" fmla="*/ 1366467 w 3521655"/>
                <a:gd name="connsiteY9" fmla="*/ 465705 h 4294460"/>
                <a:gd name="connsiteX10" fmla="*/ 1650050 w 3521655"/>
                <a:gd name="connsiteY10" fmla="*/ 713895 h 4294460"/>
                <a:gd name="connsiteX11" fmla="*/ 1852795 w 3521655"/>
                <a:gd name="connsiteY11" fmla="*/ 894700 h 4294460"/>
                <a:gd name="connsiteX12" fmla="*/ 2118626 w 3521655"/>
                <a:gd name="connsiteY12" fmla="*/ 1125367 h 4294460"/>
                <a:gd name="connsiteX13" fmla="*/ 2301091 w 3521655"/>
                <a:gd name="connsiteY13" fmla="*/ 1286140 h 4294460"/>
                <a:gd name="connsiteX14" fmla="*/ 2584713 w 3521655"/>
                <a:gd name="connsiteY14" fmla="*/ 1534285 h 4294460"/>
                <a:gd name="connsiteX15" fmla="*/ 2706264 w 3521655"/>
                <a:gd name="connsiteY15" fmla="*/ 1641567 h 4294460"/>
                <a:gd name="connsiteX16" fmla="*/ 2971805 w 3521655"/>
                <a:gd name="connsiteY16" fmla="*/ 1876877 h 4294460"/>
                <a:gd name="connsiteX17" fmla="*/ 3142831 w 3521655"/>
                <a:gd name="connsiteY17" fmla="*/ 2033288 h 4294460"/>
                <a:gd name="connsiteX18" fmla="*/ 3271001 w 3521655"/>
                <a:gd name="connsiteY18" fmla="*/ 2141886 h 4294460"/>
                <a:gd name="connsiteX19" fmla="*/ 3416456 w 3521655"/>
                <a:gd name="connsiteY19" fmla="*/ 2265919 h 4294460"/>
                <a:gd name="connsiteX20" fmla="*/ 3461919 w 3521655"/>
                <a:gd name="connsiteY20" fmla="*/ 2304467 h 4294460"/>
                <a:gd name="connsiteX21" fmla="*/ 3483136 w 3521655"/>
                <a:gd name="connsiteY21" fmla="*/ 2541842 h 4294460"/>
                <a:gd name="connsiteX22" fmla="*/ 3256963 w 3521655"/>
                <a:gd name="connsiteY22" fmla="*/ 2563150 h 4294460"/>
                <a:gd name="connsiteX23" fmla="*/ 3226748 w 3521655"/>
                <a:gd name="connsiteY23" fmla="*/ 2541321 h 4294460"/>
                <a:gd name="connsiteX24" fmla="*/ 3102173 w 3521655"/>
                <a:gd name="connsiteY24" fmla="*/ 2423882 h 4294460"/>
                <a:gd name="connsiteX25" fmla="*/ 2927297 w 3521655"/>
                <a:gd name="connsiteY25" fmla="*/ 2272200 h 4294460"/>
                <a:gd name="connsiteX26" fmla="*/ 2676078 w 3521655"/>
                <a:gd name="connsiteY26" fmla="*/ 2053458 h 4294460"/>
                <a:gd name="connsiteX27" fmla="*/ 2321522 w 3521655"/>
                <a:gd name="connsiteY27" fmla="*/ 1741933 h 4294460"/>
                <a:gd name="connsiteX28" fmla="*/ 2093633 w 3521655"/>
                <a:gd name="connsiteY28" fmla="*/ 1542561 h 4294460"/>
                <a:gd name="connsiteX29" fmla="*/ 1774705 w 3521655"/>
                <a:gd name="connsiteY29" fmla="*/ 1265920 h 4294460"/>
                <a:gd name="connsiteX30" fmla="*/ 1571995 w 3521655"/>
                <a:gd name="connsiteY30" fmla="*/ 1085233 h 4294460"/>
                <a:gd name="connsiteX31" fmla="*/ 1306317 w 3521655"/>
                <a:gd name="connsiteY31" fmla="*/ 854588 h 4294460"/>
                <a:gd name="connsiteX32" fmla="*/ 1171963 w 3521655"/>
                <a:gd name="connsiteY32" fmla="*/ 735030 h 4294460"/>
                <a:gd name="connsiteX33" fmla="*/ 898605 w 3521655"/>
                <a:gd name="connsiteY33" fmla="*/ 496967 h 4294460"/>
                <a:gd name="connsiteX34" fmla="*/ 822556 w 3521655"/>
                <a:gd name="connsiteY34" fmla="*/ 427407 h 4294460"/>
                <a:gd name="connsiteX35" fmla="*/ 690692 w 3521655"/>
                <a:gd name="connsiteY35" fmla="*/ 308353 h 4294460"/>
                <a:gd name="connsiteX36" fmla="*/ 606012 w 3521655"/>
                <a:gd name="connsiteY36" fmla="*/ 196871 h 4294460"/>
                <a:gd name="connsiteX37" fmla="*/ 669625 w 3521655"/>
                <a:gd name="connsiteY37" fmla="*/ 26184 h 4294460"/>
                <a:gd name="connsiteX38" fmla="*/ 764983 w 3521655"/>
                <a:gd name="connsiteY38" fmla="*/ 12 h 429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521655" h="4294460">
                  <a:moveTo>
                    <a:pt x="0" y="3807159"/>
                  </a:moveTo>
                  <a:lnTo>
                    <a:pt x="482838" y="3807159"/>
                  </a:lnTo>
                  <a:lnTo>
                    <a:pt x="482838" y="4294460"/>
                  </a:lnTo>
                  <a:lnTo>
                    <a:pt x="0" y="4294460"/>
                  </a:lnTo>
                  <a:close/>
                  <a:moveTo>
                    <a:pt x="764983" y="12"/>
                  </a:moveTo>
                  <a:cubicBezTo>
                    <a:pt x="799864" y="-370"/>
                    <a:pt x="833687" y="7690"/>
                    <a:pt x="853994" y="24483"/>
                  </a:cubicBezTo>
                  <a:cubicBezTo>
                    <a:pt x="876736" y="43291"/>
                    <a:pt x="897551" y="64434"/>
                    <a:pt x="920338" y="83186"/>
                  </a:cubicBezTo>
                  <a:cubicBezTo>
                    <a:pt x="957517" y="113784"/>
                    <a:pt x="995599" y="143288"/>
                    <a:pt x="1033301" y="173253"/>
                  </a:cubicBezTo>
                  <a:cubicBezTo>
                    <a:pt x="1101082" y="232749"/>
                    <a:pt x="1168865" y="292242"/>
                    <a:pt x="1236643" y="351740"/>
                  </a:cubicBezTo>
                  <a:cubicBezTo>
                    <a:pt x="1279918" y="389729"/>
                    <a:pt x="1323137" y="427781"/>
                    <a:pt x="1366467" y="465705"/>
                  </a:cubicBezTo>
                  <a:cubicBezTo>
                    <a:pt x="1460993" y="548438"/>
                    <a:pt x="1555813" y="630836"/>
                    <a:pt x="1650050" y="713895"/>
                  </a:cubicBezTo>
                  <a:cubicBezTo>
                    <a:pt x="1717982" y="773767"/>
                    <a:pt x="1784715" y="835001"/>
                    <a:pt x="1852795" y="894700"/>
                  </a:cubicBezTo>
                  <a:cubicBezTo>
                    <a:pt x="1941002" y="972049"/>
                    <a:pt x="2030192" y="1048275"/>
                    <a:pt x="2118626" y="1125367"/>
                  </a:cubicBezTo>
                  <a:cubicBezTo>
                    <a:pt x="2179730" y="1178633"/>
                    <a:pt x="2240142" y="1232693"/>
                    <a:pt x="2301091" y="1286140"/>
                  </a:cubicBezTo>
                  <a:cubicBezTo>
                    <a:pt x="2395538" y="1368963"/>
                    <a:pt x="2490225" y="1451511"/>
                    <a:pt x="2584713" y="1534285"/>
                  </a:cubicBezTo>
                  <a:cubicBezTo>
                    <a:pt x="2625363" y="1569895"/>
                    <a:pt x="2665878" y="1605659"/>
                    <a:pt x="2706264" y="1641567"/>
                  </a:cubicBezTo>
                  <a:cubicBezTo>
                    <a:pt x="2794110" y="1719672"/>
                    <a:pt x="2881832" y="1797915"/>
                    <a:pt x="2971805" y="1876877"/>
                  </a:cubicBezTo>
                  <a:cubicBezTo>
                    <a:pt x="3030224" y="1929593"/>
                    <a:pt x="3085944" y="1982089"/>
                    <a:pt x="3142831" y="2033288"/>
                  </a:cubicBezTo>
                  <a:cubicBezTo>
                    <a:pt x="3183950" y="2070295"/>
                    <a:pt x="3226620" y="2105579"/>
                    <a:pt x="3271001" y="2141886"/>
                  </a:cubicBezTo>
                  <a:cubicBezTo>
                    <a:pt x="3321082" y="2183409"/>
                    <a:pt x="3368725" y="2224715"/>
                    <a:pt x="3416456" y="2265919"/>
                  </a:cubicBezTo>
                  <a:cubicBezTo>
                    <a:pt x="3431496" y="2278902"/>
                    <a:pt x="3446888" y="2291475"/>
                    <a:pt x="3461919" y="2304467"/>
                  </a:cubicBezTo>
                  <a:cubicBezTo>
                    <a:pt x="3528104" y="2361677"/>
                    <a:pt x="3545137" y="2467248"/>
                    <a:pt x="3483136" y="2541842"/>
                  </a:cubicBezTo>
                  <a:cubicBezTo>
                    <a:pt x="3433437" y="2601637"/>
                    <a:pt x="3330490" y="2624644"/>
                    <a:pt x="3256963" y="2563150"/>
                  </a:cubicBezTo>
                  <a:cubicBezTo>
                    <a:pt x="3248074" y="2555715"/>
                    <a:pt x="3238350" y="2549280"/>
                    <a:pt x="3226748" y="2541321"/>
                  </a:cubicBezTo>
                  <a:cubicBezTo>
                    <a:pt x="3183786" y="2501387"/>
                    <a:pt x="3143953" y="2461554"/>
                    <a:pt x="3102173" y="2423882"/>
                  </a:cubicBezTo>
                  <a:cubicBezTo>
                    <a:pt x="3045391" y="2372682"/>
                    <a:pt x="2987118" y="2323135"/>
                    <a:pt x="2927297" y="2272200"/>
                  </a:cubicBezTo>
                  <a:cubicBezTo>
                    <a:pt x="2842094" y="2198841"/>
                    <a:pt x="2759005" y="2126241"/>
                    <a:pt x="2676078" y="2053458"/>
                  </a:cubicBezTo>
                  <a:cubicBezTo>
                    <a:pt x="2557838" y="1949680"/>
                    <a:pt x="2439765" y="1845709"/>
                    <a:pt x="2321522" y="1741933"/>
                  </a:cubicBezTo>
                  <a:cubicBezTo>
                    <a:pt x="2245664" y="1675356"/>
                    <a:pt x="2169799" y="1608786"/>
                    <a:pt x="2093633" y="1542561"/>
                  </a:cubicBezTo>
                  <a:cubicBezTo>
                    <a:pt x="1987434" y="1450222"/>
                    <a:pt x="1880622" y="1358583"/>
                    <a:pt x="1774705" y="1265920"/>
                  </a:cubicBezTo>
                  <a:cubicBezTo>
                    <a:pt x="1706584" y="1206322"/>
                    <a:pt x="1640045" y="1144915"/>
                    <a:pt x="1571995" y="1085233"/>
                  </a:cubicBezTo>
                  <a:cubicBezTo>
                    <a:pt x="1483828" y="1007905"/>
                    <a:pt x="1394682" y="931692"/>
                    <a:pt x="1306317" y="854588"/>
                  </a:cubicBezTo>
                  <a:cubicBezTo>
                    <a:pt x="1261149" y="815175"/>
                    <a:pt x="1217080" y="774503"/>
                    <a:pt x="1171963" y="735030"/>
                  </a:cubicBezTo>
                  <a:cubicBezTo>
                    <a:pt x="1081025" y="655467"/>
                    <a:pt x="989634" y="576424"/>
                    <a:pt x="898605" y="496967"/>
                  </a:cubicBezTo>
                  <a:cubicBezTo>
                    <a:pt x="873806" y="475321"/>
                    <a:pt x="849632" y="452959"/>
                    <a:pt x="822556" y="427407"/>
                  </a:cubicBezTo>
                  <a:cubicBezTo>
                    <a:pt x="776881" y="385349"/>
                    <a:pt x="734042" y="346562"/>
                    <a:pt x="690692" y="308353"/>
                  </a:cubicBezTo>
                  <a:cubicBezTo>
                    <a:pt x="654930" y="276834"/>
                    <a:pt x="620829" y="245037"/>
                    <a:pt x="606012" y="196871"/>
                  </a:cubicBezTo>
                  <a:cubicBezTo>
                    <a:pt x="587491" y="136662"/>
                    <a:pt x="612636" y="65593"/>
                    <a:pt x="669625" y="26184"/>
                  </a:cubicBezTo>
                  <a:cubicBezTo>
                    <a:pt x="694163" y="9215"/>
                    <a:pt x="730102" y="393"/>
                    <a:pt x="764983" y="1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46" name="Group 945">
            <a:extLst>
              <a:ext uri="{FF2B5EF4-FFF2-40B4-BE49-F238E27FC236}">
                <a16:creationId xmlns:a16="http://schemas.microsoft.com/office/drawing/2014/main" id="{943864BE-B399-8890-A37E-FE35548A3C05}"/>
              </a:ext>
              <a:ext uri="{C183D7F6-B498-43B3-948B-1728B52AA6E4}">
                <adec:decorative xmlns:adec="http://schemas.microsoft.com/office/drawing/2017/decorative" val="1"/>
              </a:ext>
            </a:extLst>
          </p:cNvPr>
          <p:cNvGrpSpPr>
            <a:grpSpLocks noChangeAspect="1"/>
          </p:cNvGrpSpPr>
          <p:nvPr/>
        </p:nvGrpSpPr>
        <p:grpSpPr>
          <a:xfrm>
            <a:off x="8803112" y="810791"/>
            <a:ext cx="413180" cy="457200"/>
            <a:chOff x="8803112" y="810791"/>
            <a:chExt cx="413180" cy="457200"/>
          </a:xfrm>
          <a:solidFill>
            <a:srgbClr val="FF0000"/>
          </a:solidFill>
        </p:grpSpPr>
        <p:sp>
          <p:nvSpPr>
            <p:cNvPr id="40" name="Freeform: Shape 39">
              <a:extLst>
                <a:ext uri="{FF2B5EF4-FFF2-40B4-BE49-F238E27FC236}">
                  <a16:creationId xmlns:a16="http://schemas.microsoft.com/office/drawing/2014/main" id="{91406E9D-AD17-8759-F973-8BB947747F19}"/>
                </a:ext>
                <a:ext uri="{C183D7F6-B498-43B3-948B-1728B52AA6E4}">
                  <adec:decorative xmlns:adec="http://schemas.microsoft.com/office/drawing/2017/decorative" val="1"/>
                </a:ext>
              </a:extLst>
            </p:cNvPr>
            <p:cNvSpPr/>
            <p:nvPr/>
          </p:nvSpPr>
          <p:spPr>
            <a:xfrm>
              <a:off x="8934025" y="817860"/>
              <a:ext cx="275340" cy="276145"/>
            </a:xfrm>
            <a:custGeom>
              <a:avLst/>
              <a:gdLst>
                <a:gd name="connsiteX0" fmla="*/ 0 w 412475"/>
                <a:gd name="connsiteY0" fmla="*/ 0 h 413681"/>
                <a:gd name="connsiteX1" fmla="*/ 326744 w 412475"/>
                <a:gd name="connsiteY1" fmla="*/ 0 h 413681"/>
                <a:gd name="connsiteX2" fmla="*/ 326744 w 412475"/>
                <a:gd name="connsiteY2" fmla="*/ 44061 h 413681"/>
                <a:gd name="connsiteX3" fmla="*/ 44061 w 412475"/>
                <a:gd name="connsiteY3" fmla="*/ 44061 h 413681"/>
                <a:gd name="connsiteX4" fmla="*/ 44061 w 412475"/>
                <a:gd name="connsiteY4" fmla="*/ 369620 h 413681"/>
                <a:gd name="connsiteX5" fmla="*/ 368414 w 412475"/>
                <a:gd name="connsiteY5" fmla="*/ 369620 h 413681"/>
                <a:gd name="connsiteX6" fmla="*/ 368414 w 412475"/>
                <a:gd name="connsiteY6" fmla="*/ 85743 h 413681"/>
                <a:gd name="connsiteX7" fmla="*/ 412475 w 412475"/>
                <a:gd name="connsiteY7" fmla="*/ 85743 h 413681"/>
                <a:gd name="connsiteX8" fmla="*/ 412475 w 412475"/>
                <a:gd name="connsiteY8" fmla="*/ 413681 h 413681"/>
                <a:gd name="connsiteX9" fmla="*/ 0 w 412475"/>
                <a:gd name="connsiteY9" fmla="*/ 413681 h 41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475" h="413681">
                  <a:moveTo>
                    <a:pt x="0" y="0"/>
                  </a:moveTo>
                  <a:lnTo>
                    <a:pt x="326744" y="0"/>
                  </a:lnTo>
                  <a:lnTo>
                    <a:pt x="326744" y="44061"/>
                  </a:lnTo>
                  <a:lnTo>
                    <a:pt x="44061" y="44061"/>
                  </a:lnTo>
                  <a:lnTo>
                    <a:pt x="44061" y="369620"/>
                  </a:lnTo>
                  <a:lnTo>
                    <a:pt x="368414" y="369620"/>
                  </a:lnTo>
                  <a:lnTo>
                    <a:pt x="368414" y="85743"/>
                  </a:lnTo>
                  <a:lnTo>
                    <a:pt x="412475" y="85743"/>
                  </a:lnTo>
                  <a:lnTo>
                    <a:pt x="412475" y="413681"/>
                  </a:lnTo>
                  <a:lnTo>
                    <a:pt x="0" y="413681"/>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46" name="Freeform: Shape 45">
              <a:extLst>
                <a:ext uri="{FF2B5EF4-FFF2-40B4-BE49-F238E27FC236}">
                  <a16:creationId xmlns:a16="http://schemas.microsoft.com/office/drawing/2014/main" id="{D4C9CF0E-6E13-BA46-6466-C02275273F54}"/>
                </a:ext>
                <a:ext uri="{C183D7F6-B498-43B3-948B-1728B52AA6E4}">
                  <adec:decorative xmlns:adec="http://schemas.microsoft.com/office/drawing/2017/decorative" val="1"/>
                </a:ext>
              </a:extLst>
            </p:cNvPr>
            <p:cNvSpPr/>
            <p:nvPr/>
          </p:nvSpPr>
          <p:spPr>
            <a:xfrm>
              <a:off x="8803112" y="810791"/>
              <a:ext cx="413180" cy="457200"/>
            </a:xfrm>
            <a:custGeom>
              <a:avLst/>
              <a:gdLst>
                <a:gd name="connsiteX0" fmla="*/ 4074447 w 6197705"/>
                <a:gd name="connsiteY0" fmla="*/ 5114752 h 6858005"/>
                <a:gd name="connsiteX1" fmla="*/ 3884921 w 6197705"/>
                <a:gd name="connsiteY1" fmla="*/ 5129905 h 6858005"/>
                <a:gd name="connsiteX2" fmla="*/ 3272596 w 6197705"/>
                <a:gd name="connsiteY2" fmla="*/ 5899005 h 6858005"/>
                <a:gd name="connsiteX3" fmla="*/ 3898769 w 6197705"/>
                <a:gd name="connsiteY3" fmla="*/ 6618821 h 6858005"/>
                <a:gd name="connsiteX4" fmla="*/ 4743850 w 6197705"/>
                <a:gd name="connsiteY4" fmla="*/ 6120206 h 6858005"/>
                <a:gd name="connsiteX5" fmla="*/ 4668169 w 6197705"/>
                <a:gd name="connsiteY5" fmla="*/ 5467835 h 6858005"/>
                <a:gd name="connsiteX6" fmla="*/ 4566503 w 6197705"/>
                <a:gd name="connsiteY6" fmla="*/ 5340687 h 6858005"/>
                <a:gd name="connsiteX7" fmla="*/ 4074447 w 6197705"/>
                <a:gd name="connsiteY7" fmla="*/ 5114752 h 6858005"/>
                <a:gd name="connsiteX8" fmla="*/ 3159562 w 6197705"/>
                <a:gd name="connsiteY8" fmla="*/ 4460971 h 6858005"/>
                <a:gd name="connsiteX9" fmla="*/ 3264501 w 6197705"/>
                <a:gd name="connsiteY9" fmla="*/ 4476651 h 6858005"/>
                <a:gd name="connsiteX10" fmla="*/ 3279587 w 6197705"/>
                <a:gd name="connsiteY10" fmla="*/ 5176258 h 6858005"/>
                <a:gd name="connsiteX11" fmla="*/ 3361983 w 6197705"/>
                <a:gd name="connsiteY11" fmla="*/ 5152620 h 6858005"/>
                <a:gd name="connsiteX12" fmla="*/ 4608087 w 6197705"/>
                <a:gd name="connsiteY12" fmla="*/ 5084601 h 6858005"/>
                <a:gd name="connsiteX13" fmla="*/ 4760630 w 6197705"/>
                <a:gd name="connsiteY13" fmla="*/ 5199194 h 6858005"/>
                <a:gd name="connsiteX14" fmla="*/ 4784362 w 6197705"/>
                <a:gd name="connsiteY14" fmla="*/ 4966816 h 6858005"/>
                <a:gd name="connsiteX15" fmla="*/ 4795491 w 6197705"/>
                <a:gd name="connsiteY15" fmla="*/ 4473979 h 6858005"/>
                <a:gd name="connsiteX16" fmla="*/ 4887621 w 6197705"/>
                <a:gd name="connsiteY16" fmla="*/ 4462543 h 6858005"/>
                <a:gd name="connsiteX17" fmla="*/ 4999305 w 6197705"/>
                <a:gd name="connsiteY17" fmla="*/ 4471867 h 6858005"/>
                <a:gd name="connsiteX18" fmla="*/ 5011593 w 6197705"/>
                <a:gd name="connsiteY18" fmla="*/ 4582905 h 6858005"/>
                <a:gd name="connsiteX19" fmla="*/ 5011530 w 6197705"/>
                <a:gd name="connsiteY19" fmla="*/ 5855104 h 6858005"/>
                <a:gd name="connsiteX20" fmla="*/ 4544000 w 6197705"/>
                <a:gd name="connsiteY20" fmla="*/ 6705701 h 6858005"/>
                <a:gd name="connsiteX21" fmla="*/ 3726119 w 6197705"/>
                <a:gd name="connsiteY21" fmla="*/ 6806083 h 6858005"/>
                <a:gd name="connsiteX22" fmla="*/ 3526522 w 6197705"/>
                <a:gd name="connsiteY22" fmla="*/ 6719936 h 6858005"/>
                <a:gd name="connsiteX23" fmla="*/ 3362613 w 6197705"/>
                <a:gd name="connsiteY23" fmla="*/ 6623243 h 6858005"/>
                <a:gd name="connsiteX24" fmla="*/ 3175784 w 6197705"/>
                <a:gd name="connsiteY24" fmla="*/ 6362948 h 6858005"/>
                <a:gd name="connsiteX25" fmla="*/ 3048313 w 6197705"/>
                <a:gd name="connsiteY25" fmla="*/ 5821504 h 6858005"/>
                <a:gd name="connsiteX26" fmla="*/ 3049550 w 6197705"/>
                <a:gd name="connsiteY26" fmla="*/ 4622006 h 6858005"/>
                <a:gd name="connsiteX27" fmla="*/ 3056644 w 6197705"/>
                <a:gd name="connsiteY27" fmla="*/ 4477218 h 6858005"/>
                <a:gd name="connsiteX28" fmla="*/ 3159562 w 6197705"/>
                <a:gd name="connsiteY28" fmla="*/ 4460971 h 6858005"/>
                <a:gd name="connsiteX29" fmla="*/ 4051195 w 6197705"/>
                <a:gd name="connsiteY29" fmla="*/ 1415296 h 6858005"/>
                <a:gd name="connsiteX30" fmla="*/ 3922258 w 6197705"/>
                <a:gd name="connsiteY30" fmla="*/ 1423568 h 6858005"/>
                <a:gd name="connsiteX31" fmla="*/ 3272472 w 6197705"/>
                <a:gd name="connsiteY31" fmla="*/ 2181191 h 6858005"/>
                <a:gd name="connsiteX32" fmla="*/ 3274316 w 6197705"/>
                <a:gd name="connsiteY32" fmla="*/ 2817064 h 6858005"/>
                <a:gd name="connsiteX33" fmla="*/ 3285500 w 6197705"/>
                <a:gd name="connsiteY33" fmla="*/ 2927850 h 6858005"/>
                <a:gd name="connsiteX34" fmla="*/ 4110741 w 6197705"/>
                <a:gd name="connsiteY34" fmla="*/ 2926029 h 6858005"/>
                <a:gd name="connsiteX35" fmla="*/ 4785134 w 6197705"/>
                <a:gd name="connsiteY35" fmla="*/ 2174420 h 6858005"/>
                <a:gd name="connsiteX36" fmla="*/ 4542053 w 6197705"/>
                <a:gd name="connsiteY36" fmla="*/ 1617490 h 6858005"/>
                <a:gd name="connsiteX37" fmla="*/ 4410948 w 6197705"/>
                <a:gd name="connsiteY37" fmla="*/ 1520600 h 6858005"/>
                <a:gd name="connsiteX38" fmla="*/ 4051195 w 6197705"/>
                <a:gd name="connsiteY38" fmla="*/ 1415296 h 6858005"/>
                <a:gd name="connsiteX39" fmla="*/ 3372138 w 6197705"/>
                <a:gd name="connsiteY39" fmla="*/ 1189471 h 6858005"/>
                <a:gd name="connsiteX40" fmla="*/ 4044456 w 6197705"/>
                <a:gd name="connsiteY40" fmla="*/ 1192326 h 6858005"/>
                <a:gd name="connsiteX41" fmla="*/ 4971237 w 6197705"/>
                <a:gd name="connsiteY41" fmla="*/ 1903746 h 6858005"/>
                <a:gd name="connsiteX42" fmla="*/ 5010575 w 6197705"/>
                <a:gd name="connsiteY42" fmla="*/ 2190475 h 6858005"/>
                <a:gd name="connsiteX43" fmla="*/ 5012191 w 6197705"/>
                <a:gd name="connsiteY43" fmla="*/ 2535569 h 6858005"/>
                <a:gd name="connsiteX44" fmla="*/ 5008786 w 6197705"/>
                <a:gd name="connsiteY44" fmla="*/ 3534806 h 6858005"/>
                <a:gd name="connsiteX45" fmla="*/ 4994260 w 6197705"/>
                <a:gd name="connsiteY45" fmla="*/ 3577391 h 6858005"/>
                <a:gd name="connsiteX46" fmla="*/ 4805540 w 6197705"/>
                <a:gd name="connsiteY46" fmla="*/ 3582892 h 6858005"/>
                <a:gd name="connsiteX47" fmla="*/ 4785086 w 6197705"/>
                <a:gd name="connsiteY47" fmla="*/ 3349159 h 6858005"/>
                <a:gd name="connsiteX48" fmla="*/ 4783959 w 6197705"/>
                <a:gd name="connsiteY48" fmla="*/ 3094785 h 6858005"/>
                <a:gd name="connsiteX49" fmla="*/ 4774399 w 6197705"/>
                <a:gd name="connsiteY49" fmla="*/ 2870573 h 6858005"/>
                <a:gd name="connsiteX50" fmla="*/ 4672906 w 6197705"/>
                <a:gd name="connsiteY50" fmla="*/ 2915334 h 6858005"/>
                <a:gd name="connsiteX51" fmla="*/ 4004858 w 6197705"/>
                <a:gd name="connsiteY51" fmla="*/ 3155876 h 6858005"/>
                <a:gd name="connsiteX52" fmla="*/ 3441535 w 6197705"/>
                <a:gd name="connsiteY52" fmla="*/ 3155514 h 6858005"/>
                <a:gd name="connsiteX53" fmla="*/ 3290978 w 6197705"/>
                <a:gd name="connsiteY53" fmla="*/ 3155514 h 6858005"/>
                <a:gd name="connsiteX54" fmla="*/ 3261012 w 6197705"/>
                <a:gd name="connsiteY54" fmla="*/ 3577682 h 6858005"/>
                <a:gd name="connsiteX55" fmla="*/ 3053123 w 6197705"/>
                <a:gd name="connsiteY55" fmla="*/ 3575373 h 6858005"/>
                <a:gd name="connsiteX56" fmla="*/ 3045281 w 6197705"/>
                <a:gd name="connsiteY56" fmla="*/ 3178008 h 6858005"/>
                <a:gd name="connsiteX57" fmla="*/ 2630190 w 6197705"/>
                <a:gd name="connsiteY57" fmla="*/ 3141523 h 6858005"/>
                <a:gd name="connsiteX58" fmla="*/ 2618115 w 6197705"/>
                <a:gd name="connsiteY58" fmla="*/ 3043853 h 6858005"/>
                <a:gd name="connsiteX59" fmla="*/ 2625492 w 6197705"/>
                <a:gd name="connsiteY59" fmla="*/ 2947475 h 6858005"/>
                <a:gd name="connsiteX60" fmla="*/ 3032339 w 6197705"/>
                <a:gd name="connsiteY60" fmla="*/ 2922979 h 6858005"/>
                <a:gd name="connsiteX61" fmla="*/ 3048276 w 6197705"/>
                <a:gd name="connsiteY61" fmla="*/ 2818917 h 6858005"/>
                <a:gd name="connsiteX62" fmla="*/ 3048244 w 6197705"/>
                <a:gd name="connsiteY62" fmla="*/ 2237450 h 6858005"/>
                <a:gd name="connsiteX63" fmla="*/ 3322387 w 6197705"/>
                <a:gd name="connsiteY63" fmla="*/ 1490973 h 6858005"/>
                <a:gd name="connsiteX64" fmla="*/ 3359526 w 6197705"/>
                <a:gd name="connsiteY64" fmla="*/ 1433980 h 6858005"/>
                <a:gd name="connsiteX65" fmla="*/ 3274899 w 6197705"/>
                <a:gd name="connsiteY65" fmla="*/ 1414354 h 6858005"/>
                <a:gd name="connsiteX66" fmla="*/ 2784270 w 6197705"/>
                <a:gd name="connsiteY66" fmla="*/ 1413369 h 6858005"/>
                <a:gd name="connsiteX67" fmla="*/ 2635218 w 6197705"/>
                <a:gd name="connsiteY67" fmla="*/ 1413369 h 6858005"/>
                <a:gd name="connsiteX68" fmla="*/ 2629961 w 6197705"/>
                <a:gd name="connsiteY68" fmla="*/ 1205709 h 6858005"/>
                <a:gd name="connsiteX69" fmla="*/ 2699762 w 6197705"/>
                <a:gd name="connsiteY69" fmla="*/ 1191877 h 6858005"/>
                <a:gd name="connsiteX70" fmla="*/ 3372138 w 6197705"/>
                <a:gd name="connsiteY70" fmla="*/ 1189471 h 6858005"/>
                <a:gd name="connsiteX71" fmla="*/ 1312131 w 6197705"/>
                <a:gd name="connsiteY71" fmla="*/ 1189425 h 6858005"/>
                <a:gd name="connsiteX72" fmla="*/ 1675429 w 6197705"/>
                <a:gd name="connsiteY72" fmla="*/ 1191242 h 6858005"/>
                <a:gd name="connsiteX73" fmla="*/ 1735504 w 6197705"/>
                <a:gd name="connsiteY73" fmla="*/ 1204893 h 6858005"/>
                <a:gd name="connsiteX74" fmla="*/ 1738381 w 6197705"/>
                <a:gd name="connsiteY74" fmla="*/ 1405278 h 6858005"/>
                <a:gd name="connsiteX75" fmla="*/ 1595154 w 6197705"/>
                <a:gd name="connsiteY75" fmla="*/ 1415831 h 6858005"/>
                <a:gd name="connsiteX76" fmla="*/ 1032074 w 6197705"/>
                <a:gd name="connsiteY76" fmla="*/ 1415910 h 6858005"/>
                <a:gd name="connsiteX77" fmla="*/ 510452 w 6197705"/>
                <a:gd name="connsiteY77" fmla="*/ 1580267 h 6858005"/>
                <a:gd name="connsiteX78" fmla="*/ 328849 w 6197705"/>
                <a:gd name="connsiteY78" fmla="*/ 1797156 h 6858005"/>
                <a:gd name="connsiteX79" fmla="*/ 958663 w 6197705"/>
                <a:gd name="connsiteY79" fmla="*/ 2930633 h 6858005"/>
                <a:gd name="connsiteX80" fmla="*/ 1539832 w 6197705"/>
                <a:gd name="connsiteY80" fmla="*/ 2932549 h 6858005"/>
                <a:gd name="connsiteX81" fmla="*/ 1719969 w 6197705"/>
                <a:gd name="connsiteY81" fmla="*/ 2932557 h 6858005"/>
                <a:gd name="connsiteX82" fmla="*/ 1741581 w 6197705"/>
                <a:gd name="connsiteY82" fmla="*/ 3139483 h 6858005"/>
                <a:gd name="connsiteX83" fmla="*/ 1636454 w 6197705"/>
                <a:gd name="connsiteY83" fmla="*/ 3155459 h 6858005"/>
                <a:gd name="connsiteX84" fmla="*/ 964409 w 6197705"/>
                <a:gd name="connsiteY84" fmla="*/ 3157256 h 6858005"/>
                <a:gd name="connsiteX85" fmla="*/ 541892 w 6197705"/>
                <a:gd name="connsiteY85" fmla="*/ 3066270 h 6858005"/>
                <a:gd name="connsiteX86" fmla="*/ 296124 w 6197705"/>
                <a:gd name="connsiteY86" fmla="*/ 2902125 h 6858005"/>
                <a:gd name="connsiteX87" fmla="*/ 90087 w 6197705"/>
                <a:gd name="connsiteY87" fmla="*/ 2591720 h 6858005"/>
                <a:gd name="connsiteX88" fmla="*/ 160850 w 6197705"/>
                <a:gd name="connsiteY88" fmla="*/ 1617122 h 6858005"/>
                <a:gd name="connsiteX89" fmla="*/ 699268 w 6197705"/>
                <a:gd name="connsiteY89" fmla="*/ 1233819 h 6858005"/>
                <a:gd name="connsiteX90" fmla="*/ 948922 w 6197705"/>
                <a:gd name="connsiteY90" fmla="*/ 1192266 h 6858005"/>
                <a:gd name="connsiteX91" fmla="*/ 1312131 w 6197705"/>
                <a:gd name="connsiteY91" fmla="*/ 1189425 h 6858005"/>
                <a:gd name="connsiteX92" fmla="*/ 5533174 w 6197705"/>
                <a:gd name="connsiteY92" fmla="*/ 0 h 6858005"/>
                <a:gd name="connsiteX93" fmla="*/ 6197705 w 6197705"/>
                <a:gd name="connsiteY93" fmla="*/ 0 h 6858005"/>
                <a:gd name="connsiteX94" fmla="*/ 6197705 w 6197705"/>
                <a:gd name="connsiteY94" fmla="*/ 666082 h 6858005"/>
                <a:gd name="connsiteX95" fmla="*/ 5533174 w 6197705"/>
                <a:gd name="connsiteY95" fmla="*/ 666082 h 685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197705" h="6858005">
                  <a:moveTo>
                    <a:pt x="4074447" y="5114752"/>
                  </a:moveTo>
                  <a:cubicBezTo>
                    <a:pt x="4013227" y="5112008"/>
                    <a:pt x="3949994" y="5116973"/>
                    <a:pt x="3884921" y="5129905"/>
                  </a:cubicBezTo>
                  <a:cubicBezTo>
                    <a:pt x="3469072" y="5212537"/>
                    <a:pt x="3259307" y="5581009"/>
                    <a:pt x="3272596" y="5899005"/>
                  </a:cubicBezTo>
                  <a:cubicBezTo>
                    <a:pt x="3287485" y="6255449"/>
                    <a:pt x="3545336" y="6558864"/>
                    <a:pt x="3898769" y="6618821"/>
                  </a:cubicBezTo>
                  <a:cubicBezTo>
                    <a:pt x="4270441" y="6681867"/>
                    <a:pt x="4623007" y="6476374"/>
                    <a:pt x="4743850" y="6120206"/>
                  </a:cubicBezTo>
                  <a:cubicBezTo>
                    <a:pt x="4817513" y="5903127"/>
                    <a:pt x="4797028" y="5691448"/>
                    <a:pt x="4668169" y="5467835"/>
                  </a:cubicBezTo>
                  <a:cubicBezTo>
                    <a:pt x="4634514" y="5425218"/>
                    <a:pt x="4604966" y="5378409"/>
                    <a:pt x="4566503" y="5340687"/>
                  </a:cubicBezTo>
                  <a:cubicBezTo>
                    <a:pt x="4423662" y="5200607"/>
                    <a:pt x="4258108" y="5122985"/>
                    <a:pt x="4074447" y="5114752"/>
                  </a:cubicBezTo>
                  <a:close/>
                  <a:moveTo>
                    <a:pt x="3159562" y="4460971"/>
                  </a:moveTo>
                  <a:cubicBezTo>
                    <a:pt x="3193516" y="4461144"/>
                    <a:pt x="3227808" y="4466637"/>
                    <a:pt x="3264501" y="4476651"/>
                  </a:cubicBezTo>
                  <a:cubicBezTo>
                    <a:pt x="3288557" y="4711818"/>
                    <a:pt x="3260836" y="4947025"/>
                    <a:pt x="3279587" y="5176258"/>
                  </a:cubicBezTo>
                  <a:cubicBezTo>
                    <a:pt x="3322038" y="5200549"/>
                    <a:pt x="3341254" y="5171986"/>
                    <a:pt x="3361983" y="5152620"/>
                  </a:cubicBezTo>
                  <a:cubicBezTo>
                    <a:pt x="3728129" y="4810577"/>
                    <a:pt x="4287962" y="4825607"/>
                    <a:pt x="4608087" y="5084601"/>
                  </a:cubicBezTo>
                  <a:cubicBezTo>
                    <a:pt x="4654077" y="5121811"/>
                    <a:pt x="4702668" y="5155797"/>
                    <a:pt x="4760630" y="5199194"/>
                  </a:cubicBezTo>
                  <a:cubicBezTo>
                    <a:pt x="4799195" y="5124372"/>
                    <a:pt x="4778041" y="5052042"/>
                    <a:pt x="4784362" y="4966816"/>
                  </a:cubicBezTo>
                  <a:cubicBezTo>
                    <a:pt x="4789123" y="4793442"/>
                    <a:pt x="4773611" y="4636390"/>
                    <a:pt x="4795491" y="4473979"/>
                  </a:cubicBezTo>
                  <a:cubicBezTo>
                    <a:pt x="4829934" y="4469415"/>
                    <a:pt x="4858773" y="4462566"/>
                    <a:pt x="4887621" y="4462543"/>
                  </a:cubicBezTo>
                  <a:cubicBezTo>
                    <a:pt x="4923049" y="4462511"/>
                    <a:pt x="4958478" y="4468178"/>
                    <a:pt x="4999305" y="4471867"/>
                  </a:cubicBezTo>
                  <a:cubicBezTo>
                    <a:pt x="5003963" y="4512213"/>
                    <a:pt x="5011530" y="4547555"/>
                    <a:pt x="5011593" y="4582905"/>
                  </a:cubicBezTo>
                  <a:cubicBezTo>
                    <a:pt x="5012436" y="5006974"/>
                    <a:pt x="5014280" y="5431051"/>
                    <a:pt x="5011530" y="5855104"/>
                  </a:cubicBezTo>
                  <a:cubicBezTo>
                    <a:pt x="5009149" y="6221534"/>
                    <a:pt x="4854218" y="6507948"/>
                    <a:pt x="4544000" y="6705701"/>
                  </a:cubicBezTo>
                  <a:cubicBezTo>
                    <a:pt x="4288159" y="6868782"/>
                    <a:pt x="4013464" y="6898654"/>
                    <a:pt x="3726119" y="6806083"/>
                  </a:cubicBezTo>
                  <a:cubicBezTo>
                    <a:pt x="3657422" y="6783951"/>
                    <a:pt x="3591357" y="6752180"/>
                    <a:pt x="3526522" y="6719936"/>
                  </a:cubicBezTo>
                  <a:cubicBezTo>
                    <a:pt x="3469774" y="6691711"/>
                    <a:pt x="3411851" y="6662360"/>
                    <a:pt x="3362613" y="6623243"/>
                  </a:cubicBezTo>
                  <a:cubicBezTo>
                    <a:pt x="3276765" y="6555034"/>
                    <a:pt x="3227946" y="6457072"/>
                    <a:pt x="3175784" y="6362948"/>
                  </a:cubicBezTo>
                  <a:cubicBezTo>
                    <a:pt x="3082402" y="6194444"/>
                    <a:pt x="3046839" y="6013480"/>
                    <a:pt x="3048313" y="5821504"/>
                  </a:cubicBezTo>
                  <a:cubicBezTo>
                    <a:pt x="3051363" y="5421695"/>
                    <a:pt x="3048983" y="5021839"/>
                    <a:pt x="3049550" y="4622006"/>
                  </a:cubicBezTo>
                  <a:cubicBezTo>
                    <a:pt x="3049614" y="4574148"/>
                    <a:pt x="3054130" y="4526298"/>
                    <a:pt x="3056644" y="4477218"/>
                  </a:cubicBezTo>
                  <a:cubicBezTo>
                    <a:pt x="3091990" y="4465948"/>
                    <a:pt x="3125607" y="4460799"/>
                    <a:pt x="3159562" y="4460971"/>
                  </a:cubicBezTo>
                  <a:close/>
                  <a:moveTo>
                    <a:pt x="4051195" y="1415296"/>
                  </a:moveTo>
                  <a:cubicBezTo>
                    <a:pt x="4009002" y="1414221"/>
                    <a:pt x="3966035" y="1416906"/>
                    <a:pt x="3922258" y="1423568"/>
                  </a:cubicBezTo>
                  <a:cubicBezTo>
                    <a:pt x="3503202" y="1487339"/>
                    <a:pt x="3260996" y="1855754"/>
                    <a:pt x="3272472" y="2181191"/>
                  </a:cubicBezTo>
                  <a:cubicBezTo>
                    <a:pt x="3279944" y="2392902"/>
                    <a:pt x="3273370" y="2605094"/>
                    <a:pt x="3274316" y="2817064"/>
                  </a:cubicBezTo>
                  <a:cubicBezTo>
                    <a:pt x="3274474" y="2851350"/>
                    <a:pt x="3281047" y="2885612"/>
                    <a:pt x="3285500" y="2927850"/>
                  </a:cubicBezTo>
                  <a:cubicBezTo>
                    <a:pt x="3568478" y="2937245"/>
                    <a:pt x="3841399" y="2951763"/>
                    <a:pt x="4110741" y="2926029"/>
                  </a:cubicBezTo>
                  <a:cubicBezTo>
                    <a:pt x="4541667" y="2884863"/>
                    <a:pt x="4792763" y="2509583"/>
                    <a:pt x="4785134" y="2174420"/>
                  </a:cubicBezTo>
                  <a:cubicBezTo>
                    <a:pt x="4780334" y="1963718"/>
                    <a:pt x="4709800" y="1784740"/>
                    <a:pt x="4542053" y="1617490"/>
                  </a:cubicBezTo>
                  <a:cubicBezTo>
                    <a:pt x="4498522" y="1584891"/>
                    <a:pt x="4457790" y="1547414"/>
                    <a:pt x="4410948" y="1520600"/>
                  </a:cubicBezTo>
                  <a:cubicBezTo>
                    <a:pt x="4297381" y="1455582"/>
                    <a:pt x="4177774" y="1418521"/>
                    <a:pt x="4051195" y="1415296"/>
                  </a:cubicBezTo>
                  <a:close/>
                  <a:moveTo>
                    <a:pt x="3372138" y="1189471"/>
                  </a:moveTo>
                  <a:cubicBezTo>
                    <a:pt x="3596263" y="1188935"/>
                    <a:pt x="3820378" y="1189276"/>
                    <a:pt x="4044456" y="1192326"/>
                  </a:cubicBezTo>
                  <a:cubicBezTo>
                    <a:pt x="4482909" y="1198300"/>
                    <a:pt x="4856314" y="1487268"/>
                    <a:pt x="4971237" y="1903746"/>
                  </a:cubicBezTo>
                  <a:cubicBezTo>
                    <a:pt x="4996695" y="1996025"/>
                    <a:pt x="5004758" y="2094326"/>
                    <a:pt x="5010575" y="2190475"/>
                  </a:cubicBezTo>
                  <a:cubicBezTo>
                    <a:pt x="5017148" y="2299109"/>
                    <a:pt x="5012159" y="2408444"/>
                    <a:pt x="5012191" y="2535569"/>
                  </a:cubicBezTo>
                  <a:cubicBezTo>
                    <a:pt x="5011213" y="2880717"/>
                    <a:pt x="5010370" y="3207761"/>
                    <a:pt x="5008786" y="3534806"/>
                  </a:cubicBezTo>
                  <a:cubicBezTo>
                    <a:pt x="5008731" y="3546061"/>
                    <a:pt x="5001353" y="3557284"/>
                    <a:pt x="4994260" y="3577391"/>
                  </a:cubicBezTo>
                  <a:cubicBezTo>
                    <a:pt x="4935817" y="3602045"/>
                    <a:pt x="4871896" y="3593383"/>
                    <a:pt x="4805540" y="3582892"/>
                  </a:cubicBezTo>
                  <a:cubicBezTo>
                    <a:pt x="4767589" y="3505793"/>
                    <a:pt x="4788003" y="3426093"/>
                    <a:pt x="4785086" y="3349159"/>
                  </a:cubicBezTo>
                  <a:cubicBezTo>
                    <a:pt x="4781879" y="3264478"/>
                    <a:pt x="4785701" y="3179553"/>
                    <a:pt x="4783959" y="3094785"/>
                  </a:cubicBezTo>
                  <a:cubicBezTo>
                    <a:pt x="4782399" y="3018766"/>
                    <a:pt x="4793370" y="2941225"/>
                    <a:pt x="4774399" y="2870573"/>
                  </a:cubicBezTo>
                  <a:cubicBezTo>
                    <a:pt x="4717816" y="2856607"/>
                    <a:pt x="4698064" y="2894014"/>
                    <a:pt x="4672906" y="2915334"/>
                  </a:cubicBezTo>
                  <a:cubicBezTo>
                    <a:pt x="4479866" y="3078895"/>
                    <a:pt x="4258051" y="3158887"/>
                    <a:pt x="4004858" y="3155876"/>
                  </a:cubicBezTo>
                  <a:cubicBezTo>
                    <a:pt x="3817107" y="3153646"/>
                    <a:pt x="3629309" y="3155490"/>
                    <a:pt x="3441535" y="3155514"/>
                  </a:cubicBezTo>
                  <a:cubicBezTo>
                    <a:pt x="3394111" y="3155521"/>
                    <a:pt x="3346686" y="3155514"/>
                    <a:pt x="3290978" y="3155514"/>
                  </a:cubicBezTo>
                  <a:cubicBezTo>
                    <a:pt x="3251254" y="3300056"/>
                    <a:pt x="3294880" y="3441431"/>
                    <a:pt x="3261012" y="3577682"/>
                  </a:cubicBezTo>
                  <a:cubicBezTo>
                    <a:pt x="3191968" y="3597946"/>
                    <a:pt x="3128291" y="3598553"/>
                    <a:pt x="3053123" y="3575373"/>
                  </a:cubicBezTo>
                  <a:cubicBezTo>
                    <a:pt x="3050522" y="3443425"/>
                    <a:pt x="3047913" y="3311493"/>
                    <a:pt x="3045281" y="3178008"/>
                  </a:cubicBezTo>
                  <a:cubicBezTo>
                    <a:pt x="2907571" y="3128968"/>
                    <a:pt x="2771840" y="3177456"/>
                    <a:pt x="2630190" y="3141523"/>
                  </a:cubicBezTo>
                  <a:cubicBezTo>
                    <a:pt x="2626241" y="3111455"/>
                    <a:pt x="2619368" y="3077760"/>
                    <a:pt x="2618115" y="3043853"/>
                  </a:cubicBezTo>
                  <a:cubicBezTo>
                    <a:pt x="2617035" y="3014502"/>
                    <a:pt x="2622339" y="2984914"/>
                    <a:pt x="2625492" y="2947475"/>
                  </a:cubicBezTo>
                  <a:cubicBezTo>
                    <a:pt x="2757818" y="2914687"/>
                    <a:pt x="2892454" y="2949083"/>
                    <a:pt x="3032339" y="2922979"/>
                  </a:cubicBezTo>
                  <a:cubicBezTo>
                    <a:pt x="3038179" y="2886502"/>
                    <a:pt x="3048000" y="2852745"/>
                    <a:pt x="3048276" y="2818917"/>
                  </a:cubicBezTo>
                  <a:cubicBezTo>
                    <a:pt x="3049844" y="2625097"/>
                    <a:pt x="3053257" y="2431152"/>
                    <a:pt x="3048244" y="2237450"/>
                  </a:cubicBezTo>
                  <a:cubicBezTo>
                    <a:pt x="3040836" y="1951123"/>
                    <a:pt x="3125809" y="1701296"/>
                    <a:pt x="3322387" y="1490973"/>
                  </a:cubicBezTo>
                  <a:cubicBezTo>
                    <a:pt x="3334272" y="1478252"/>
                    <a:pt x="3341831" y="1461495"/>
                    <a:pt x="3359526" y="1433980"/>
                  </a:cubicBezTo>
                  <a:cubicBezTo>
                    <a:pt x="3326414" y="1425972"/>
                    <a:pt x="3300712" y="1414622"/>
                    <a:pt x="3274899" y="1414354"/>
                  </a:cubicBezTo>
                  <a:cubicBezTo>
                    <a:pt x="3111369" y="1412660"/>
                    <a:pt x="2947815" y="1413417"/>
                    <a:pt x="2784270" y="1413369"/>
                  </a:cubicBezTo>
                  <a:cubicBezTo>
                    <a:pt x="2736672" y="1413361"/>
                    <a:pt x="2689074" y="1413369"/>
                    <a:pt x="2635218" y="1413369"/>
                  </a:cubicBezTo>
                  <a:cubicBezTo>
                    <a:pt x="2610982" y="1338714"/>
                    <a:pt x="2613338" y="1275833"/>
                    <a:pt x="2629961" y="1205709"/>
                  </a:cubicBezTo>
                  <a:cubicBezTo>
                    <a:pt x="2654174" y="1200705"/>
                    <a:pt x="2676960" y="1191924"/>
                    <a:pt x="2699762" y="1191877"/>
                  </a:cubicBezTo>
                  <a:cubicBezTo>
                    <a:pt x="2923879" y="1191420"/>
                    <a:pt x="3148014" y="1190007"/>
                    <a:pt x="3372138" y="1189471"/>
                  </a:cubicBezTo>
                  <a:close/>
                  <a:moveTo>
                    <a:pt x="1312131" y="1189425"/>
                  </a:moveTo>
                  <a:cubicBezTo>
                    <a:pt x="1433227" y="1189721"/>
                    <a:pt x="1554338" y="1190793"/>
                    <a:pt x="1675429" y="1191242"/>
                  </a:cubicBezTo>
                  <a:cubicBezTo>
                    <a:pt x="1692643" y="1191305"/>
                    <a:pt x="1709833" y="1198840"/>
                    <a:pt x="1735504" y="1204893"/>
                  </a:cubicBezTo>
                  <a:cubicBezTo>
                    <a:pt x="1756162" y="1267955"/>
                    <a:pt x="1751354" y="1331584"/>
                    <a:pt x="1738381" y="1405278"/>
                  </a:cubicBezTo>
                  <a:cubicBezTo>
                    <a:pt x="1688954" y="1409092"/>
                    <a:pt x="1642074" y="1415524"/>
                    <a:pt x="1595154" y="1415831"/>
                  </a:cubicBezTo>
                  <a:cubicBezTo>
                    <a:pt x="1407466" y="1417053"/>
                    <a:pt x="1219746" y="1418117"/>
                    <a:pt x="1032074" y="1415910"/>
                  </a:cubicBezTo>
                  <a:cubicBezTo>
                    <a:pt x="844583" y="1413695"/>
                    <a:pt x="672864" y="1458558"/>
                    <a:pt x="510452" y="1580267"/>
                  </a:cubicBezTo>
                  <a:cubicBezTo>
                    <a:pt x="441518" y="1656775"/>
                    <a:pt x="373129" y="1720042"/>
                    <a:pt x="328849" y="1797156"/>
                  </a:cubicBezTo>
                  <a:cubicBezTo>
                    <a:pt x="59703" y="2265945"/>
                    <a:pt x="343919" y="2898303"/>
                    <a:pt x="958663" y="2930633"/>
                  </a:cubicBezTo>
                  <a:cubicBezTo>
                    <a:pt x="1151884" y="2940801"/>
                    <a:pt x="1346083" y="2932446"/>
                    <a:pt x="1539832" y="2932549"/>
                  </a:cubicBezTo>
                  <a:cubicBezTo>
                    <a:pt x="1599843" y="2932588"/>
                    <a:pt x="1659863" y="2932557"/>
                    <a:pt x="1719969" y="2932557"/>
                  </a:cubicBezTo>
                  <a:cubicBezTo>
                    <a:pt x="1764532" y="3001561"/>
                    <a:pt x="1746680" y="3066293"/>
                    <a:pt x="1741581" y="3139483"/>
                  </a:cubicBezTo>
                  <a:cubicBezTo>
                    <a:pt x="1705017" y="3145292"/>
                    <a:pt x="1670763" y="3155254"/>
                    <a:pt x="1636454" y="3155459"/>
                  </a:cubicBezTo>
                  <a:cubicBezTo>
                    <a:pt x="1412439" y="3156823"/>
                    <a:pt x="1188330" y="3152535"/>
                    <a:pt x="964409" y="3157256"/>
                  </a:cubicBezTo>
                  <a:cubicBezTo>
                    <a:pt x="815286" y="3160401"/>
                    <a:pt x="677285" y="3111952"/>
                    <a:pt x="541892" y="3066270"/>
                  </a:cubicBezTo>
                  <a:cubicBezTo>
                    <a:pt x="451284" y="3035697"/>
                    <a:pt x="365988" y="2970247"/>
                    <a:pt x="296124" y="2902125"/>
                  </a:cubicBezTo>
                  <a:cubicBezTo>
                    <a:pt x="207139" y="2815363"/>
                    <a:pt x="140121" y="2706217"/>
                    <a:pt x="90087" y="2591720"/>
                  </a:cubicBezTo>
                  <a:cubicBezTo>
                    <a:pt x="-56718" y="2255754"/>
                    <a:pt x="-17751" y="1928158"/>
                    <a:pt x="160850" y="1617122"/>
                  </a:cubicBezTo>
                  <a:cubicBezTo>
                    <a:pt x="279580" y="1410361"/>
                    <a:pt x="478728" y="1301838"/>
                    <a:pt x="699268" y="1233819"/>
                  </a:cubicBezTo>
                  <a:cubicBezTo>
                    <a:pt x="779330" y="1209133"/>
                    <a:pt x="865273" y="1194095"/>
                    <a:pt x="948922" y="1192266"/>
                  </a:cubicBezTo>
                  <a:cubicBezTo>
                    <a:pt x="1069954" y="1189610"/>
                    <a:pt x="1191035" y="1189130"/>
                    <a:pt x="1312131" y="1189425"/>
                  </a:cubicBezTo>
                  <a:close/>
                  <a:moveTo>
                    <a:pt x="5533174" y="0"/>
                  </a:moveTo>
                  <a:lnTo>
                    <a:pt x="6197705" y="0"/>
                  </a:lnTo>
                  <a:lnTo>
                    <a:pt x="6197705" y="666082"/>
                  </a:lnTo>
                  <a:lnTo>
                    <a:pt x="5533174" y="666082"/>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942" name="Group 941">
            <a:extLst>
              <a:ext uri="{FF2B5EF4-FFF2-40B4-BE49-F238E27FC236}">
                <a16:creationId xmlns:a16="http://schemas.microsoft.com/office/drawing/2014/main" id="{15C3E23F-4E33-5D77-6AC6-61CB93022410}"/>
              </a:ext>
              <a:ext uri="{C183D7F6-B498-43B3-948B-1728B52AA6E4}">
                <adec:decorative xmlns:adec="http://schemas.microsoft.com/office/drawing/2017/decorative" val="1"/>
              </a:ext>
            </a:extLst>
          </p:cNvPr>
          <p:cNvGrpSpPr>
            <a:grpSpLocks noChangeAspect="1"/>
          </p:cNvGrpSpPr>
          <p:nvPr/>
        </p:nvGrpSpPr>
        <p:grpSpPr>
          <a:xfrm>
            <a:off x="9359097" y="810791"/>
            <a:ext cx="429980" cy="457200"/>
            <a:chOff x="9359097" y="810791"/>
            <a:chExt cx="429980" cy="457200"/>
          </a:xfrm>
          <a:solidFill>
            <a:srgbClr val="FF0000"/>
          </a:solidFill>
        </p:grpSpPr>
        <p:sp>
          <p:nvSpPr>
            <p:cNvPr id="60" name="Freeform: Shape 59">
              <a:extLst>
                <a:ext uri="{FF2B5EF4-FFF2-40B4-BE49-F238E27FC236}">
                  <a16:creationId xmlns:a16="http://schemas.microsoft.com/office/drawing/2014/main" id="{CF8E8ED5-CA83-9F28-4DA9-DAB850F144EC}"/>
                </a:ext>
                <a:ext uri="{C183D7F6-B498-43B3-948B-1728B52AA6E4}">
                  <adec:decorative xmlns:adec="http://schemas.microsoft.com/office/drawing/2017/decorative" val="1"/>
                </a:ext>
              </a:extLst>
            </p:cNvPr>
            <p:cNvSpPr/>
            <p:nvPr/>
          </p:nvSpPr>
          <p:spPr>
            <a:xfrm>
              <a:off x="9359097" y="810791"/>
              <a:ext cx="429980" cy="457200"/>
            </a:xfrm>
            <a:custGeom>
              <a:avLst/>
              <a:gdLst>
                <a:gd name="connsiteX0" fmla="*/ 6141039 w 6449701"/>
                <a:gd name="connsiteY0" fmla="*/ 5840240 h 6857999"/>
                <a:gd name="connsiteX1" fmla="*/ 6449600 w 6449701"/>
                <a:gd name="connsiteY1" fmla="*/ 5840240 h 6857999"/>
                <a:gd name="connsiteX2" fmla="*/ 6449600 w 6449701"/>
                <a:gd name="connsiteY2" fmla="*/ 6271035 h 6857999"/>
                <a:gd name="connsiteX3" fmla="*/ 6449695 w 6449701"/>
                <a:gd name="connsiteY3" fmla="*/ 6547549 h 6857999"/>
                <a:gd name="connsiteX4" fmla="*/ 6205621 w 6449701"/>
                <a:gd name="connsiteY4" fmla="*/ 6856108 h 6857999"/>
                <a:gd name="connsiteX5" fmla="*/ 6185838 w 6449701"/>
                <a:gd name="connsiteY5" fmla="*/ 6857443 h 6857999"/>
                <a:gd name="connsiteX6" fmla="*/ 5439586 w 6449701"/>
                <a:gd name="connsiteY6" fmla="*/ 6857420 h 6857999"/>
                <a:gd name="connsiteX7" fmla="*/ 5425113 w 6449701"/>
                <a:gd name="connsiteY7" fmla="*/ 6856190 h 6857999"/>
                <a:gd name="connsiteX8" fmla="*/ 5425113 w 6449701"/>
                <a:gd name="connsiteY8" fmla="*/ 6557601 h 6857999"/>
                <a:gd name="connsiteX9" fmla="*/ 5781455 w 6449701"/>
                <a:gd name="connsiteY9" fmla="*/ 6557601 h 6857999"/>
                <a:gd name="connsiteX10" fmla="*/ 6141039 w 6449701"/>
                <a:gd name="connsiteY10" fmla="*/ 6557601 h 6857999"/>
                <a:gd name="connsiteX11" fmla="*/ 6141039 w 6449701"/>
                <a:gd name="connsiteY11" fmla="*/ 5840240 h 6857999"/>
                <a:gd name="connsiteX12" fmla="*/ 3377269 w 6449701"/>
                <a:gd name="connsiteY12" fmla="*/ 5837863 h 6857999"/>
                <a:gd name="connsiteX13" fmla="*/ 3377269 w 6449701"/>
                <a:gd name="connsiteY13" fmla="*/ 6557584 h 6857999"/>
                <a:gd name="connsiteX14" fmla="*/ 4095622 w 6449701"/>
                <a:gd name="connsiteY14" fmla="*/ 6557584 h 6857999"/>
                <a:gd name="connsiteX15" fmla="*/ 4095622 w 6449701"/>
                <a:gd name="connsiteY15" fmla="*/ 6857491 h 6857999"/>
                <a:gd name="connsiteX16" fmla="*/ 4061315 w 6449701"/>
                <a:gd name="connsiteY16" fmla="*/ 6857491 h 6857999"/>
                <a:gd name="connsiteX17" fmla="*/ 3348841 w 6449701"/>
                <a:gd name="connsiteY17" fmla="*/ 6856668 h 6857999"/>
                <a:gd name="connsiteX18" fmla="*/ 3137654 w 6449701"/>
                <a:gd name="connsiteY18" fmla="*/ 6743894 h 6857999"/>
                <a:gd name="connsiteX19" fmla="*/ 3076563 w 6449701"/>
                <a:gd name="connsiteY19" fmla="*/ 6546022 h 6857999"/>
                <a:gd name="connsiteX20" fmla="*/ 3077952 w 6449701"/>
                <a:gd name="connsiteY20" fmla="*/ 5870173 h 6857999"/>
                <a:gd name="connsiteX21" fmla="*/ 3092311 w 6449701"/>
                <a:gd name="connsiteY21" fmla="*/ 5837901 h 6857999"/>
                <a:gd name="connsiteX22" fmla="*/ 3377269 w 6449701"/>
                <a:gd name="connsiteY22" fmla="*/ 5837863 h 6857999"/>
                <a:gd name="connsiteX23" fmla="*/ 3070691 w 6449701"/>
                <a:gd name="connsiteY23" fmla="*/ 4039772 h 6857999"/>
                <a:gd name="connsiteX24" fmla="*/ 3377522 w 6449701"/>
                <a:gd name="connsiteY24" fmla="*/ 4039772 h 6857999"/>
                <a:gd name="connsiteX25" fmla="*/ 3377522 w 6449701"/>
                <a:gd name="connsiteY25" fmla="*/ 4496311 h 6857999"/>
                <a:gd name="connsiteX26" fmla="*/ 3070691 w 6449701"/>
                <a:gd name="connsiteY26" fmla="*/ 4496311 h 6857999"/>
                <a:gd name="connsiteX27" fmla="*/ 3655014 w 6449701"/>
                <a:gd name="connsiteY27" fmla="*/ 3471838 h 6857999"/>
                <a:gd name="connsiteX28" fmla="*/ 4095083 w 6449701"/>
                <a:gd name="connsiteY28" fmla="*/ 3471838 h 6857999"/>
                <a:gd name="connsiteX29" fmla="*/ 4095083 w 6449701"/>
                <a:gd name="connsiteY29" fmla="*/ 3778682 h 6857999"/>
                <a:gd name="connsiteX30" fmla="*/ 3655014 w 6449701"/>
                <a:gd name="connsiteY30" fmla="*/ 3778682 h 6857999"/>
                <a:gd name="connsiteX31" fmla="*/ 6133792 w 6449701"/>
                <a:gd name="connsiteY31" fmla="*/ 3471456 h 6857999"/>
                <a:gd name="connsiteX32" fmla="*/ 6436727 w 6449701"/>
                <a:gd name="connsiteY32" fmla="*/ 3694894 h 6857999"/>
                <a:gd name="connsiteX33" fmla="*/ 6449046 w 6449701"/>
                <a:gd name="connsiteY33" fmla="*/ 3761532 h 6857999"/>
                <a:gd name="connsiteX34" fmla="*/ 6449501 w 6449701"/>
                <a:gd name="connsiteY34" fmla="*/ 4484121 h 6857999"/>
                <a:gd name="connsiteX35" fmla="*/ 6448231 w 6449701"/>
                <a:gd name="connsiteY35" fmla="*/ 4496062 h 6857999"/>
                <a:gd name="connsiteX36" fmla="*/ 6143041 w 6449701"/>
                <a:gd name="connsiteY36" fmla="*/ 4496062 h 6857999"/>
                <a:gd name="connsiteX37" fmla="*/ 6143041 w 6449701"/>
                <a:gd name="connsiteY37" fmla="*/ 4038485 h 6857999"/>
                <a:gd name="connsiteX38" fmla="*/ 6143041 w 6449701"/>
                <a:gd name="connsiteY38" fmla="*/ 3779555 h 6857999"/>
                <a:gd name="connsiteX39" fmla="*/ 5425227 w 6449701"/>
                <a:gd name="connsiteY39" fmla="*/ 3779555 h 6857999"/>
                <a:gd name="connsiteX40" fmla="*/ 5425227 w 6449701"/>
                <a:gd name="connsiteY40" fmla="*/ 3472020 h 6857999"/>
                <a:gd name="connsiteX41" fmla="*/ 5461152 w 6449701"/>
                <a:gd name="connsiteY41" fmla="*/ 3472020 h 6857999"/>
                <a:gd name="connsiteX42" fmla="*/ 6133792 w 6449701"/>
                <a:gd name="connsiteY42" fmla="*/ 3471456 h 6857999"/>
                <a:gd name="connsiteX43" fmla="*/ 1094227 w 6449701"/>
                <a:gd name="connsiteY43" fmla="*/ 2828738 h 6857999"/>
                <a:gd name="connsiteX44" fmla="*/ 634444 w 6449701"/>
                <a:gd name="connsiteY44" fmla="*/ 3625302 h 6857999"/>
                <a:gd name="connsiteX45" fmla="*/ 814924 w 6449701"/>
                <a:gd name="connsiteY45" fmla="*/ 3625302 h 6857999"/>
                <a:gd name="connsiteX46" fmla="*/ 1554209 w 6449701"/>
                <a:gd name="connsiteY46" fmla="*/ 3625302 h 6857999"/>
                <a:gd name="connsiteX47" fmla="*/ 1094227 w 6449701"/>
                <a:gd name="connsiteY47" fmla="*/ 2828738 h 6857999"/>
                <a:gd name="connsiteX48" fmla="*/ 1093979 w 6449701"/>
                <a:gd name="connsiteY48" fmla="*/ 2094591 h 6857999"/>
                <a:gd name="connsiteX49" fmla="*/ 1228824 w 6449701"/>
                <a:gd name="connsiteY49" fmla="*/ 2326739 h 6857999"/>
                <a:gd name="connsiteX50" fmla="*/ 1515533 w 6449701"/>
                <a:gd name="connsiteY50" fmla="*/ 2820535 h 6857999"/>
                <a:gd name="connsiteX51" fmla="*/ 1786324 w 6449701"/>
                <a:gd name="connsiteY51" fmla="*/ 3296373 h 6857999"/>
                <a:gd name="connsiteX52" fmla="*/ 1924226 w 6449701"/>
                <a:gd name="connsiteY52" fmla="*/ 3530614 h 6857999"/>
                <a:gd name="connsiteX53" fmla="*/ 2112309 w 6449701"/>
                <a:gd name="connsiteY53" fmla="*/ 3856519 h 6857999"/>
                <a:gd name="connsiteX54" fmla="*/ 2187282 w 6449701"/>
                <a:gd name="connsiteY54" fmla="*/ 3989478 h 6857999"/>
                <a:gd name="connsiteX55" fmla="*/ 0 w 6449701"/>
                <a:gd name="connsiteY55" fmla="*/ 3989478 h 6857999"/>
                <a:gd name="connsiteX56" fmla="*/ 1093979 w 6449701"/>
                <a:gd name="connsiteY56" fmla="*/ 2094591 h 6857999"/>
                <a:gd name="connsiteX57" fmla="*/ 5085580 w 6449701"/>
                <a:gd name="connsiteY57" fmla="*/ 359792 h 6857999"/>
                <a:gd name="connsiteX58" fmla="*/ 4375889 w 6449701"/>
                <a:gd name="connsiteY58" fmla="*/ 360573 h 6857999"/>
                <a:gd name="connsiteX59" fmla="*/ 4344710 w 6449701"/>
                <a:gd name="connsiteY59" fmla="*/ 378628 h 6857999"/>
                <a:gd name="connsiteX60" fmla="*/ 4189919 w 6449701"/>
                <a:gd name="connsiteY60" fmla="*/ 648696 h 6857999"/>
                <a:gd name="connsiteX61" fmla="*/ 4001846 w 6449701"/>
                <a:gd name="connsiteY61" fmla="*/ 970941 h 6857999"/>
                <a:gd name="connsiteX62" fmla="*/ 3999364 w 6449701"/>
                <a:gd name="connsiteY62" fmla="*/ 1018551 h 6857999"/>
                <a:gd name="connsiteX63" fmla="*/ 4145766 w 6449701"/>
                <a:gd name="connsiteY63" fmla="*/ 1271052 h 6857999"/>
                <a:gd name="connsiteX64" fmla="*/ 4353814 w 6449701"/>
                <a:gd name="connsiteY64" fmla="*/ 1632670 h 6857999"/>
                <a:gd name="connsiteX65" fmla="*/ 5068738 w 6449701"/>
                <a:gd name="connsiteY65" fmla="*/ 1633279 h 6857999"/>
                <a:gd name="connsiteX66" fmla="*/ 5103200 w 6449701"/>
                <a:gd name="connsiteY66" fmla="*/ 1605298 h 6857999"/>
                <a:gd name="connsiteX67" fmla="*/ 5310396 w 6449701"/>
                <a:gd name="connsiteY67" fmla="*/ 1243654 h 6857999"/>
                <a:gd name="connsiteX68" fmla="*/ 5437853 w 6449701"/>
                <a:gd name="connsiteY68" fmla="*/ 1025066 h 6857999"/>
                <a:gd name="connsiteX69" fmla="*/ 5441284 w 6449701"/>
                <a:gd name="connsiteY69" fmla="*/ 974761 h 6857999"/>
                <a:gd name="connsiteX70" fmla="*/ 5356726 w 6449701"/>
                <a:gd name="connsiteY70" fmla="*/ 832570 h 6857999"/>
                <a:gd name="connsiteX71" fmla="*/ 5085580 w 6449701"/>
                <a:gd name="connsiteY71" fmla="*/ 359792 h 6857999"/>
                <a:gd name="connsiteX72" fmla="*/ 4159531 w 6449701"/>
                <a:gd name="connsiteY72" fmla="*/ 563 h 6857999"/>
                <a:gd name="connsiteX73" fmla="*/ 5282257 w 6449701"/>
                <a:gd name="connsiteY73" fmla="*/ 916 h 6857999"/>
                <a:gd name="connsiteX74" fmla="*/ 5315532 w 6449701"/>
                <a:gd name="connsiteY74" fmla="*/ 24068 h 6857999"/>
                <a:gd name="connsiteX75" fmla="*/ 5578893 w 6449701"/>
                <a:gd name="connsiteY75" fmla="*/ 478846 h 6857999"/>
                <a:gd name="connsiteX76" fmla="*/ 5863588 w 6449701"/>
                <a:gd name="connsiteY76" fmla="*/ 973854 h 6857999"/>
                <a:gd name="connsiteX77" fmla="*/ 5861796 w 6449701"/>
                <a:gd name="connsiteY77" fmla="*/ 1025691 h 6857999"/>
                <a:gd name="connsiteX78" fmla="*/ 5705029 w 6449701"/>
                <a:gd name="connsiteY78" fmla="*/ 1294892 h 6857999"/>
                <a:gd name="connsiteX79" fmla="*/ 5513265 w 6449701"/>
                <a:gd name="connsiteY79" fmla="*/ 1626193 h 6857999"/>
                <a:gd name="connsiteX80" fmla="*/ 5353864 w 6449701"/>
                <a:gd name="connsiteY80" fmla="*/ 1905087 h 6857999"/>
                <a:gd name="connsiteX81" fmla="*/ 5299089 w 6449701"/>
                <a:gd name="connsiteY81" fmla="*/ 1999209 h 6857999"/>
                <a:gd name="connsiteX82" fmla="*/ 5270450 w 6449701"/>
                <a:gd name="connsiteY82" fmla="*/ 1999209 h 6857999"/>
                <a:gd name="connsiteX83" fmla="*/ 4171040 w 6449701"/>
                <a:gd name="connsiteY83" fmla="*/ 1999433 h 6857999"/>
                <a:gd name="connsiteX84" fmla="*/ 4127926 w 6449701"/>
                <a:gd name="connsiteY84" fmla="*/ 1976105 h 6857999"/>
                <a:gd name="connsiteX85" fmla="*/ 3905866 w 6449701"/>
                <a:gd name="connsiteY85" fmla="*/ 1590940 h 6857999"/>
                <a:gd name="connsiteX86" fmla="*/ 3646623 w 6449701"/>
                <a:gd name="connsiteY86" fmla="*/ 1144973 h 6857999"/>
                <a:gd name="connsiteX87" fmla="*/ 3564433 w 6449701"/>
                <a:gd name="connsiteY87" fmla="*/ 997276 h 6857999"/>
                <a:gd name="connsiteX88" fmla="*/ 3709324 w 6449701"/>
                <a:gd name="connsiteY88" fmla="*/ 744352 h 6857999"/>
                <a:gd name="connsiteX89" fmla="*/ 3870496 w 6449701"/>
                <a:gd name="connsiteY89" fmla="*/ 466505 h 6857999"/>
                <a:gd name="connsiteX90" fmla="*/ 4059253 w 6449701"/>
                <a:gd name="connsiteY90" fmla="*/ 140903 h 6857999"/>
                <a:gd name="connsiteX91" fmla="*/ 4129585 w 6449701"/>
                <a:gd name="connsiteY91" fmla="*/ 17382 h 6857999"/>
                <a:gd name="connsiteX92" fmla="*/ 4159531 w 6449701"/>
                <a:gd name="connsiteY92" fmla="*/ 563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6449701" h="6857999">
                  <a:moveTo>
                    <a:pt x="6141039" y="5840240"/>
                  </a:moveTo>
                  <a:cubicBezTo>
                    <a:pt x="6244517" y="5840240"/>
                    <a:pt x="6344886" y="5840240"/>
                    <a:pt x="6449600" y="5840240"/>
                  </a:cubicBezTo>
                  <a:cubicBezTo>
                    <a:pt x="6449600" y="5982178"/>
                    <a:pt x="6449600" y="6124940"/>
                    <a:pt x="6449600" y="6271035"/>
                  </a:cubicBezTo>
                  <a:cubicBezTo>
                    <a:pt x="6449600" y="6365428"/>
                    <a:pt x="6449177" y="6456491"/>
                    <a:pt x="6449695" y="6547549"/>
                  </a:cubicBezTo>
                  <a:cubicBezTo>
                    <a:pt x="6450592" y="6705157"/>
                    <a:pt x="6351674" y="6820596"/>
                    <a:pt x="6205621" y="6856108"/>
                  </a:cubicBezTo>
                  <a:cubicBezTo>
                    <a:pt x="6199288" y="6857646"/>
                    <a:pt x="6192443" y="6857442"/>
                    <a:pt x="6185838" y="6857443"/>
                  </a:cubicBezTo>
                  <a:cubicBezTo>
                    <a:pt x="5937087" y="6857494"/>
                    <a:pt x="5688336" y="6857483"/>
                    <a:pt x="5439586" y="6857420"/>
                  </a:cubicBezTo>
                  <a:cubicBezTo>
                    <a:pt x="5435331" y="6857419"/>
                    <a:pt x="5431078" y="6856715"/>
                    <a:pt x="5425113" y="6856190"/>
                  </a:cubicBezTo>
                  <a:cubicBezTo>
                    <a:pt x="5425113" y="6757077"/>
                    <a:pt x="5425113" y="6658938"/>
                    <a:pt x="5425113" y="6557601"/>
                  </a:cubicBezTo>
                  <a:cubicBezTo>
                    <a:pt x="5544486" y="6557601"/>
                    <a:pt x="5662972" y="6557601"/>
                    <a:pt x="5781455" y="6557601"/>
                  </a:cubicBezTo>
                  <a:cubicBezTo>
                    <a:pt x="5900265" y="6557601"/>
                    <a:pt x="6019073" y="6557601"/>
                    <a:pt x="6141039" y="6557601"/>
                  </a:cubicBezTo>
                  <a:cubicBezTo>
                    <a:pt x="6141039" y="6318789"/>
                    <a:pt x="6141039" y="6080703"/>
                    <a:pt x="6141039" y="5840240"/>
                  </a:cubicBezTo>
                  <a:close/>
                  <a:moveTo>
                    <a:pt x="3377269" y="5837863"/>
                  </a:moveTo>
                  <a:cubicBezTo>
                    <a:pt x="3377269" y="6078655"/>
                    <a:pt x="3377269" y="6316633"/>
                    <a:pt x="3377269" y="6557584"/>
                  </a:cubicBezTo>
                  <a:cubicBezTo>
                    <a:pt x="3618220" y="6557584"/>
                    <a:pt x="3856198" y="6557584"/>
                    <a:pt x="4095622" y="6557584"/>
                  </a:cubicBezTo>
                  <a:cubicBezTo>
                    <a:pt x="4095622" y="6657874"/>
                    <a:pt x="4095622" y="6755186"/>
                    <a:pt x="4095622" y="6857491"/>
                  </a:cubicBezTo>
                  <a:cubicBezTo>
                    <a:pt x="4084583" y="6857491"/>
                    <a:pt x="4072949" y="6857491"/>
                    <a:pt x="4061315" y="6857491"/>
                  </a:cubicBezTo>
                  <a:cubicBezTo>
                    <a:pt x="3823821" y="6857491"/>
                    <a:pt x="3586311" y="6859068"/>
                    <a:pt x="3348841" y="6856668"/>
                  </a:cubicBezTo>
                  <a:cubicBezTo>
                    <a:pt x="3261247" y="6855784"/>
                    <a:pt x="3191008" y="6812499"/>
                    <a:pt x="3137654" y="6743894"/>
                  </a:cubicBezTo>
                  <a:cubicBezTo>
                    <a:pt x="3092636" y="6686009"/>
                    <a:pt x="3075752" y="6620115"/>
                    <a:pt x="3076563" y="6546022"/>
                  </a:cubicBezTo>
                  <a:cubicBezTo>
                    <a:pt x="3079030" y="6320762"/>
                    <a:pt x="3077296" y="6095458"/>
                    <a:pt x="3077952" y="5870173"/>
                  </a:cubicBezTo>
                  <a:cubicBezTo>
                    <a:pt x="3077983" y="5859418"/>
                    <a:pt x="3085227" y="5848684"/>
                    <a:pt x="3092311" y="5837901"/>
                  </a:cubicBezTo>
                  <a:cubicBezTo>
                    <a:pt x="3188440" y="5837863"/>
                    <a:pt x="3281370" y="5837863"/>
                    <a:pt x="3377269" y="5837863"/>
                  </a:cubicBezTo>
                  <a:close/>
                  <a:moveTo>
                    <a:pt x="3070691" y="4039772"/>
                  </a:moveTo>
                  <a:lnTo>
                    <a:pt x="3377522" y="4039772"/>
                  </a:lnTo>
                  <a:lnTo>
                    <a:pt x="3377522" y="4496311"/>
                  </a:lnTo>
                  <a:lnTo>
                    <a:pt x="3070691" y="4496311"/>
                  </a:lnTo>
                  <a:close/>
                  <a:moveTo>
                    <a:pt x="3655014" y="3471838"/>
                  </a:moveTo>
                  <a:lnTo>
                    <a:pt x="4095083" y="3471838"/>
                  </a:lnTo>
                  <a:lnTo>
                    <a:pt x="4095083" y="3778682"/>
                  </a:lnTo>
                  <a:lnTo>
                    <a:pt x="3655014" y="3778682"/>
                  </a:lnTo>
                  <a:close/>
                  <a:moveTo>
                    <a:pt x="6133792" y="3471456"/>
                  </a:moveTo>
                  <a:cubicBezTo>
                    <a:pt x="6274634" y="3470129"/>
                    <a:pt x="6403327" y="3555669"/>
                    <a:pt x="6436727" y="3694894"/>
                  </a:cubicBezTo>
                  <a:cubicBezTo>
                    <a:pt x="6441999" y="3716871"/>
                    <a:pt x="6448966" y="3739293"/>
                    <a:pt x="6449046" y="3761532"/>
                  </a:cubicBezTo>
                  <a:cubicBezTo>
                    <a:pt x="6449915" y="4002392"/>
                    <a:pt x="6449568" y="4243258"/>
                    <a:pt x="6449501" y="4484121"/>
                  </a:cubicBezTo>
                  <a:cubicBezTo>
                    <a:pt x="6449500" y="4487359"/>
                    <a:pt x="6448833" y="4490596"/>
                    <a:pt x="6448231" y="4496062"/>
                  </a:cubicBezTo>
                  <a:cubicBezTo>
                    <a:pt x="6347898" y="4496062"/>
                    <a:pt x="6247564" y="4496062"/>
                    <a:pt x="6143041" y="4496062"/>
                  </a:cubicBezTo>
                  <a:cubicBezTo>
                    <a:pt x="6143041" y="4345007"/>
                    <a:pt x="6143041" y="4193413"/>
                    <a:pt x="6143041" y="4038485"/>
                  </a:cubicBezTo>
                  <a:cubicBezTo>
                    <a:pt x="6143041" y="3950963"/>
                    <a:pt x="6143041" y="3866772"/>
                    <a:pt x="6143041" y="3779555"/>
                  </a:cubicBezTo>
                  <a:cubicBezTo>
                    <a:pt x="5903157" y="3779555"/>
                    <a:pt x="5665150" y="3779555"/>
                    <a:pt x="5425227" y="3779555"/>
                  </a:cubicBezTo>
                  <a:cubicBezTo>
                    <a:pt x="5425227" y="3676206"/>
                    <a:pt x="5425227" y="3575878"/>
                    <a:pt x="5425227" y="3472020"/>
                  </a:cubicBezTo>
                  <a:cubicBezTo>
                    <a:pt x="5437480" y="3472020"/>
                    <a:pt x="5449315" y="3472020"/>
                    <a:pt x="5461152" y="3472020"/>
                  </a:cubicBezTo>
                  <a:cubicBezTo>
                    <a:pt x="5685367" y="3472020"/>
                    <a:pt x="5909596" y="3473568"/>
                    <a:pt x="6133792" y="3471456"/>
                  </a:cubicBezTo>
                  <a:close/>
                  <a:moveTo>
                    <a:pt x="1094227" y="2828738"/>
                  </a:moveTo>
                  <a:cubicBezTo>
                    <a:pt x="940538" y="3095002"/>
                    <a:pt x="788678" y="3358094"/>
                    <a:pt x="634444" y="3625302"/>
                  </a:cubicBezTo>
                  <a:cubicBezTo>
                    <a:pt x="697303" y="3625302"/>
                    <a:pt x="752782" y="3625302"/>
                    <a:pt x="814924" y="3625302"/>
                  </a:cubicBezTo>
                  <a:cubicBezTo>
                    <a:pt x="1059788" y="3625302"/>
                    <a:pt x="1304652" y="3625302"/>
                    <a:pt x="1554209" y="3625302"/>
                  </a:cubicBezTo>
                  <a:cubicBezTo>
                    <a:pt x="1399809" y="3357922"/>
                    <a:pt x="1248108" y="3095216"/>
                    <a:pt x="1094227" y="2828738"/>
                  </a:cubicBezTo>
                  <a:close/>
                  <a:moveTo>
                    <a:pt x="1093979" y="2094591"/>
                  </a:moveTo>
                  <a:cubicBezTo>
                    <a:pt x="1140914" y="2175395"/>
                    <a:pt x="1184859" y="2251073"/>
                    <a:pt x="1228824" y="2326739"/>
                  </a:cubicBezTo>
                  <a:cubicBezTo>
                    <a:pt x="1324444" y="2491308"/>
                    <a:pt x="1420671" y="2655530"/>
                    <a:pt x="1515533" y="2820535"/>
                  </a:cubicBezTo>
                  <a:cubicBezTo>
                    <a:pt x="1606075" y="2978027"/>
                    <a:pt x="1695200" y="3136334"/>
                    <a:pt x="1786324" y="3296373"/>
                  </a:cubicBezTo>
                  <a:cubicBezTo>
                    <a:pt x="1833236" y="3375829"/>
                    <a:pt x="1879120" y="3452995"/>
                    <a:pt x="1924226" y="3530614"/>
                  </a:cubicBezTo>
                  <a:cubicBezTo>
                    <a:pt x="1987245" y="3639060"/>
                    <a:pt x="2049806" y="3747773"/>
                    <a:pt x="2112309" y="3856519"/>
                  </a:cubicBezTo>
                  <a:cubicBezTo>
                    <a:pt x="2136983" y="3899448"/>
                    <a:pt x="2160973" y="3942771"/>
                    <a:pt x="2187282" y="3989478"/>
                  </a:cubicBezTo>
                  <a:cubicBezTo>
                    <a:pt x="1457778" y="3989478"/>
                    <a:pt x="732477" y="3989478"/>
                    <a:pt x="0" y="3989478"/>
                  </a:cubicBezTo>
                  <a:cubicBezTo>
                    <a:pt x="365013" y="3357238"/>
                    <a:pt x="728355" y="2727890"/>
                    <a:pt x="1093979" y="2094591"/>
                  </a:cubicBezTo>
                  <a:close/>
                  <a:moveTo>
                    <a:pt x="5085580" y="359792"/>
                  </a:moveTo>
                  <a:cubicBezTo>
                    <a:pt x="4848748" y="359792"/>
                    <a:pt x="4612316" y="359553"/>
                    <a:pt x="4375889" y="360573"/>
                  </a:cubicBezTo>
                  <a:cubicBezTo>
                    <a:pt x="4365237" y="360619"/>
                    <a:pt x="4350110" y="369421"/>
                    <a:pt x="4344710" y="378628"/>
                  </a:cubicBezTo>
                  <a:cubicBezTo>
                    <a:pt x="4292215" y="468124"/>
                    <a:pt x="4241763" y="558813"/>
                    <a:pt x="4189919" y="648696"/>
                  </a:cubicBezTo>
                  <a:cubicBezTo>
                    <a:pt x="4127778" y="756430"/>
                    <a:pt x="4065247" y="863946"/>
                    <a:pt x="4001846" y="970941"/>
                  </a:cubicBezTo>
                  <a:cubicBezTo>
                    <a:pt x="3991884" y="987755"/>
                    <a:pt x="3989067" y="1001035"/>
                    <a:pt x="3999364" y="1018551"/>
                  </a:cubicBezTo>
                  <a:cubicBezTo>
                    <a:pt x="4048667" y="1102423"/>
                    <a:pt x="4097182" y="1186759"/>
                    <a:pt x="4145766" y="1271052"/>
                  </a:cubicBezTo>
                  <a:cubicBezTo>
                    <a:pt x="4215297" y="1391685"/>
                    <a:pt x="4284644" y="1512423"/>
                    <a:pt x="4353814" y="1632670"/>
                  </a:cubicBezTo>
                  <a:cubicBezTo>
                    <a:pt x="4593638" y="1632670"/>
                    <a:pt x="4831191" y="1632298"/>
                    <a:pt x="5068738" y="1633279"/>
                  </a:cubicBezTo>
                  <a:cubicBezTo>
                    <a:pt x="5091093" y="1633371"/>
                    <a:pt x="5095680" y="1618204"/>
                    <a:pt x="5103200" y="1605298"/>
                  </a:cubicBezTo>
                  <a:cubicBezTo>
                    <a:pt x="5172361" y="1486607"/>
                    <a:pt x="5240898" y="1367552"/>
                    <a:pt x="5310396" y="1243654"/>
                  </a:cubicBezTo>
                  <a:cubicBezTo>
                    <a:pt x="5352573" y="1170599"/>
                    <a:pt x="5393375" y="1096690"/>
                    <a:pt x="5437853" y="1025066"/>
                  </a:cubicBezTo>
                  <a:cubicBezTo>
                    <a:pt x="5449618" y="1006120"/>
                    <a:pt x="5451973" y="992591"/>
                    <a:pt x="5441284" y="974761"/>
                  </a:cubicBezTo>
                  <a:cubicBezTo>
                    <a:pt x="5412930" y="927463"/>
                    <a:pt x="5384233" y="880358"/>
                    <a:pt x="5356726" y="832570"/>
                  </a:cubicBezTo>
                  <a:cubicBezTo>
                    <a:pt x="5266196" y="675304"/>
                    <a:pt x="5176134" y="517769"/>
                    <a:pt x="5085580" y="359792"/>
                  </a:cubicBezTo>
                  <a:close/>
                  <a:moveTo>
                    <a:pt x="4159531" y="563"/>
                  </a:moveTo>
                  <a:cubicBezTo>
                    <a:pt x="4533773" y="-195"/>
                    <a:pt x="4908017" y="-291"/>
                    <a:pt x="5282257" y="916"/>
                  </a:cubicBezTo>
                  <a:cubicBezTo>
                    <a:pt x="5293589" y="952"/>
                    <a:pt x="5309189" y="13238"/>
                    <a:pt x="5315532" y="24068"/>
                  </a:cubicBezTo>
                  <a:cubicBezTo>
                    <a:pt x="5404075" y="175218"/>
                    <a:pt x="5491494" y="327028"/>
                    <a:pt x="5578893" y="478846"/>
                  </a:cubicBezTo>
                  <a:cubicBezTo>
                    <a:pt x="5673859" y="643810"/>
                    <a:pt x="5768322" y="809065"/>
                    <a:pt x="5863588" y="973854"/>
                  </a:cubicBezTo>
                  <a:cubicBezTo>
                    <a:pt x="5874491" y="992714"/>
                    <a:pt x="5873881" y="1005831"/>
                    <a:pt x="5861796" y="1025691"/>
                  </a:cubicBezTo>
                  <a:cubicBezTo>
                    <a:pt x="5807826" y="1114381"/>
                    <a:pt x="5757038" y="1205007"/>
                    <a:pt x="5705029" y="1294892"/>
                  </a:cubicBezTo>
                  <a:cubicBezTo>
                    <a:pt x="5641124" y="1405335"/>
                    <a:pt x="5576928" y="1515612"/>
                    <a:pt x="5513265" y="1626193"/>
                  </a:cubicBezTo>
                  <a:cubicBezTo>
                    <a:pt x="5459840" y="1718990"/>
                    <a:pt x="5407065" y="1812161"/>
                    <a:pt x="5353864" y="1905087"/>
                  </a:cubicBezTo>
                  <a:cubicBezTo>
                    <a:pt x="5336131" y="1936063"/>
                    <a:pt x="5317969" y="1966795"/>
                    <a:pt x="5299089" y="1999209"/>
                  </a:cubicBezTo>
                  <a:cubicBezTo>
                    <a:pt x="5290339" y="1999209"/>
                    <a:pt x="5280394" y="1999209"/>
                    <a:pt x="5270450" y="1999209"/>
                  </a:cubicBezTo>
                  <a:cubicBezTo>
                    <a:pt x="4903980" y="1999209"/>
                    <a:pt x="4537511" y="1999128"/>
                    <a:pt x="4171040" y="1999433"/>
                  </a:cubicBezTo>
                  <a:cubicBezTo>
                    <a:pt x="4151582" y="1999449"/>
                    <a:pt x="4139609" y="1996994"/>
                    <a:pt x="4127926" y="1976105"/>
                  </a:cubicBezTo>
                  <a:cubicBezTo>
                    <a:pt x="4055595" y="1846772"/>
                    <a:pt x="3980316" y="1719085"/>
                    <a:pt x="3905866" y="1590940"/>
                  </a:cubicBezTo>
                  <a:cubicBezTo>
                    <a:pt x="3819488" y="1442263"/>
                    <a:pt x="3732730" y="1293807"/>
                    <a:pt x="3646623" y="1144973"/>
                  </a:cubicBezTo>
                  <a:cubicBezTo>
                    <a:pt x="3618996" y="1097218"/>
                    <a:pt x="3592917" y="1048569"/>
                    <a:pt x="3564433" y="997276"/>
                  </a:cubicBezTo>
                  <a:cubicBezTo>
                    <a:pt x="3611563" y="914962"/>
                    <a:pt x="3660204" y="829519"/>
                    <a:pt x="3709324" y="744352"/>
                  </a:cubicBezTo>
                  <a:cubicBezTo>
                    <a:pt x="3762818" y="651604"/>
                    <a:pt x="3816767" y="559119"/>
                    <a:pt x="3870496" y="466505"/>
                  </a:cubicBezTo>
                  <a:cubicBezTo>
                    <a:pt x="3933450" y="357991"/>
                    <a:pt x="3996511" y="249538"/>
                    <a:pt x="4059253" y="140903"/>
                  </a:cubicBezTo>
                  <a:cubicBezTo>
                    <a:pt x="4082510" y="100635"/>
                    <a:pt x="4105000" y="59923"/>
                    <a:pt x="4129585" y="17382"/>
                  </a:cubicBezTo>
                  <a:cubicBezTo>
                    <a:pt x="4140731" y="10207"/>
                    <a:pt x="4150122" y="582"/>
                    <a:pt x="4159531" y="563"/>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61" name="Freeform: Shape 60">
              <a:extLst>
                <a:ext uri="{FF2B5EF4-FFF2-40B4-BE49-F238E27FC236}">
                  <a16:creationId xmlns:a16="http://schemas.microsoft.com/office/drawing/2014/main" id="{538E023A-1B45-BD90-FCFA-171226621BBB}"/>
                </a:ext>
                <a:ext uri="{C183D7F6-B498-43B3-948B-1728B52AA6E4}">
                  <adec:decorative xmlns:adec="http://schemas.microsoft.com/office/drawing/2017/decorative" val="1"/>
                </a:ext>
              </a:extLst>
            </p:cNvPr>
            <p:cNvSpPr/>
            <p:nvPr/>
          </p:nvSpPr>
          <p:spPr>
            <a:xfrm>
              <a:off x="9560165" y="1037510"/>
              <a:ext cx="177320" cy="183773"/>
            </a:xfrm>
            <a:custGeom>
              <a:avLst/>
              <a:gdLst>
                <a:gd name="connsiteX0" fmla="*/ 2146238 w 2659805"/>
                <a:gd name="connsiteY0" fmla="*/ 2633715 h 2756588"/>
                <a:gd name="connsiteX1" fmla="*/ 2167536 w 2659805"/>
                <a:gd name="connsiteY1" fmla="*/ 2633826 h 2756588"/>
                <a:gd name="connsiteX2" fmla="*/ 2109705 w 2659805"/>
                <a:gd name="connsiteY2" fmla="*/ 2668940 h 2756588"/>
                <a:gd name="connsiteX3" fmla="*/ 2111187 w 2659805"/>
                <a:gd name="connsiteY3" fmla="*/ 2650528 h 2756588"/>
                <a:gd name="connsiteX4" fmla="*/ 2111456 w 2659805"/>
                <a:gd name="connsiteY4" fmla="*/ 2649214 h 2756588"/>
                <a:gd name="connsiteX5" fmla="*/ 2116534 w 2659805"/>
                <a:gd name="connsiteY5" fmla="*/ 2642259 h 2756588"/>
                <a:gd name="connsiteX6" fmla="*/ 2122459 w 2659805"/>
                <a:gd name="connsiteY6" fmla="*/ 2638199 h 2756588"/>
                <a:gd name="connsiteX7" fmla="*/ 1785141 w 2659805"/>
                <a:gd name="connsiteY7" fmla="*/ 2384444 h 2756588"/>
                <a:gd name="connsiteX8" fmla="*/ 1761251 w 2659805"/>
                <a:gd name="connsiteY8" fmla="*/ 2393681 h 2756588"/>
                <a:gd name="connsiteX9" fmla="*/ 1785141 w 2659805"/>
                <a:gd name="connsiteY9" fmla="*/ 2384444 h 2756588"/>
                <a:gd name="connsiteX10" fmla="*/ 2071647 w 2659805"/>
                <a:gd name="connsiteY10" fmla="*/ 2264066 h 2756588"/>
                <a:gd name="connsiteX11" fmla="*/ 2047055 w 2659805"/>
                <a:gd name="connsiteY11" fmla="*/ 2286886 h 2756588"/>
                <a:gd name="connsiteX12" fmla="*/ 2071647 w 2659805"/>
                <a:gd name="connsiteY12" fmla="*/ 2264066 h 2756588"/>
                <a:gd name="connsiteX13" fmla="*/ 2621601 w 2659805"/>
                <a:gd name="connsiteY13" fmla="*/ 2055855 h 2756588"/>
                <a:gd name="connsiteX14" fmla="*/ 2523395 w 2659805"/>
                <a:gd name="connsiteY14" fmla="*/ 2296266 h 2756588"/>
                <a:gd name="connsiteX15" fmla="*/ 2521684 w 2659805"/>
                <a:gd name="connsiteY15" fmla="*/ 2274921 h 2756588"/>
                <a:gd name="connsiteX16" fmla="*/ 2536653 w 2659805"/>
                <a:gd name="connsiteY16" fmla="*/ 2212666 h 2756588"/>
                <a:gd name="connsiteX17" fmla="*/ 2597399 w 2659805"/>
                <a:gd name="connsiteY17" fmla="*/ 2077890 h 2756588"/>
                <a:gd name="connsiteX18" fmla="*/ 2621601 w 2659805"/>
                <a:gd name="connsiteY18" fmla="*/ 2055855 h 2756588"/>
                <a:gd name="connsiteX19" fmla="*/ 2650555 w 2659805"/>
                <a:gd name="connsiteY19" fmla="*/ 1937284 h 2756588"/>
                <a:gd name="connsiteX20" fmla="*/ 2649840 w 2659805"/>
                <a:gd name="connsiteY20" fmla="*/ 1949945 h 2756588"/>
                <a:gd name="connsiteX21" fmla="*/ 2636968 w 2659805"/>
                <a:gd name="connsiteY21" fmla="*/ 1942089 h 2756588"/>
                <a:gd name="connsiteX22" fmla="*/ 2650555 w 2659805"/>
                <a:gd name="connsiteY22" fmla="*/ 1937284 h 2756588"/>
                <a:gd name="connsiteX23" fmla="*/ 755184 w 2659805"/>
                <a:gd name="connsiteY23" fmla="*/ 1899469 h 2756588"/>
                <a:gd name="connsiteX24" fmla="*/ 765243 w 2659805"/>
                <a:gd name="connsiteY24" fmla="*/ 1903634 h 2756588"/>
                <a:gd name="connsiteX25" fmla="*/ 757502 w 2659805"/>
                <a:gd name="connsiteY25" fmla="*/ 1910284 h 2756588"/>
                <a:gd name="connsiteX26" fmla="*/ 755184 w 2659805"/>
                <a:gd name="connsiteY26" fmla="*/ 1899469 h 2756588"/>
                <a:gd name="connsiteX27" fmla="*/ 2657561 w 2659805"/>
                <a:gd name="connsiteY27" fmla="*/ 1878384 h 2756588"/>
                <a:gd name="connsiteX28" fmla="*/ 2656654 w 2659805"/>
                <a:gd name="connsiteY28" fmla="*/ 1896419 h 2756588"/>
                <a:gd name="connsiteX29" fmla="*/ 2643721 w 2659805"/>
                <a:gd name="connsiteY29" fmla="*/ 1892331 h 2756588"/>
                <a:gd name="connsiteX30" fmla="*/ 2657561 w 2659805"/>
                <a:gd name="connsiteY30" fmla="*/ 1878384 h 2756588"/>
                <a:gd name="connsiteX31" fmla="*/ 2294638 w 2659805"/>
                <a:gd name="connsiteY31" fmla="*/ 1726197 h 2756588"/>
                <a:gd name="connsiteX32" fmla="*/ 2304692 w 2659805"/>
                <a:gd name="connsiteY32" fmla="*/ 1730360 h 2756588"/>
                <a:gd name="connsiteX33" fmla="*/ 2296955 w 2659805"/>
                <a:gd name="connsiteY33" fmla="*/ 1737013 h 2756588"/>
                <a:gd name="connsiteX34" fmla="*/ 2294638 w 2659805"/>
                <a:gd name="connsiteY34" fmla="*/ 1726197 h 2756588"/>
                <a:gd name="connsiteX35" fmla="*/ 751706 w 2659805"/>
                <a:gd name="connsiteY35" fmla="*/ 1704850 h 2756588"/>
                <a:gd name="connsiteX36" fmla="*/ 765354 w 2659805"/>
                <a:gd name="connsiteY36" fmla="*/ 1711329 h 2756588"/>
                <a:gd name="connsiteX37" fmla="*/ 751120 w 2659805"/>
                <a:gd name="connsiteY37" fmla="*/ 1723705 h 2756588"/>
                <a:gd name="connsiteX38" fmla="*/ 751706 w 2659805"/>
                <a:gd name="connsiteY38" fmla="*/ 1704850 h 2756588"/>
                <a:gd name="connsiteX39" fmla="*/ 1117747 w 2659805"/>
                <a:gd name="connsiteY39" fmla="*/ 1697364 h 2756588"/>
                <a:gd name="connsiteX40" fmla="*/ 1117174 w 2659805"/>
                <a:gd name="connsiteY40" fmla="*/ 1716501 h 2756588"/>
                <a:gd name="connsiteX41" fmla="*/ 1103396 w 2659805"/>
                <a:gd name="connsiteY41" fmla="*/ 1704433 h 2756588"/>
                <a:gd name="connsiteX42" fmla="*/ 1117747 w 2659805"/>
                <a:gd name="connsiteY42" fmla="*/ 1697364 h 2756588"/>
                <a:gd name="connsiteX43" fmla="*/ 758370 w 2659805"/>
                <a:gd name="connsiteY43" fmla="*/ 1651535 h 2756588"/>
                <a:gd name="connsiteX44" fmla="*/ 772018 w 2659805"/>
                <a:gd name="connsiteY44" fmla="*/ 1658014 h 2756588"/>
                <a:gd name="connsiteX45" fmla="*/ 757784 w 2659805"/>
                <a:gd name="connsiteY45" fmla="*/ 1670391 h 2756588"/>
                <a:gd name="connsiteX46" fmla="*/ 758370 w 2659805"/>
                <a:gd name="connsiteY46" fmla="*/ 1651535 h 2756588"/>
                <a:gd name="connsiteX47" fmla="*/ 2606162 w 2659805"/>
                <a:gd name="connsiteY47" fmla="*/ 1485032 h 2756588"/>
                <a:gd name="connsiteX48" fmla="*/ 2633203 w 2659805"/>
                <a:gd name="connsiteY48" fmla="*/ 1568069 h 2756588"/>
                <a:gd name="connsiteX49" fmla="*/ 2606162 w 2659805"/>
                <a:gd name="connsiteY49" fmla="*/ 1485032 h 2756588"/>
                <a:gd name="connsiteX50" fmla="*/ 926945 w 2659805"/>
                <a:gd name="connsiteY50" fmla="*/ 1242730 h 2756588"/>
                <a:gd name="connsiteX51" fmla="*/ 937336 w 2659805"/>
                <a:gd name="connsiteY51" fmla="*/ 1255138 h 2756588"/>
                <a:gd name="connsiteX52" fmla="*/ 912744 w 2659805"/>
                <a:gd name="connsiteY52" fmla="*/ 1262489 h 2756588"/>
                <a:gd name="connsiteX53" fmla="*/ 926945 w 2659805"/>
                <a:gd name="connsiteY53" fmla="*/ 1242730 h 2756588"/>
                <a:gd name="connsiteX54" fmla="*/ 1734464 w 2659805"/>
                <a:gd name="connsiteY54" fmla="*/ 1206704 h 2756588"/>
                <a:gd name="connsiteX55" fmla="*/ 1677852 w 2659805"/>
                <a:gd name="connsiteY55" fmla="*/ 1207019 h 2756588"/>
                <a:gd name="connsiteX56" fmla="*/ 1485385 w 2659805"/>
                <a:gd name="connsiteY56" fmla="*/ 1241073 h 2756588"/>
                <a:gd name="connsiteX57" fmla="*/ 1470523 w 2659805"/>
                <a:gd name="connsiteY57" fmla="*/ 1240291 h 2756588"/>
                <a:gd name="connsiteX58" fmla="*/ 1469544 w 2659805"/>
                <a:gd name="connsiteY58" fmla="*/ 1240127 h 2756588"/>
                <a:gd name="connsiteX59" fmla="*/ 1468997 w 2659805"/>
                <a:gd name="connsiteY59" fmla="*/ 1240210 h 2756588"/>
                <a:gd name="connsiteX60" fmla="*/ 1461957 w 2659805"/>
                <a:gd name="connsiteY60" fmla="*/ 1239840 h 2756588"/>
                <a:gd name="connsiteX61" fmla="*/ 1450077 w 2659805"/>
                <a:gd name="connsiteY61" fmla="*/ 1243099 h 2756588"/>
                <a:gd name="connsiteX62" fmla="*/ 1447267 w 2659805"/>
                <a:gd name="connsiteY62" fmla="*/ 1243529 h 2756588"/>
                <a:gd name="connsiteX63" fmla="*/ 1445152 w 2659805"/>
                <a:gd name="connsiteY63" fmla="*/ 1244451 h 2756588"/>
                <a:gd name="connsiteX64" fmla="*/ 1431436 w 2659805"/>
                <a:gd name="connsiteY64" fmla="*/ 1248214 h 2756588"/>
                <a:gd name="connsiteX65" fmla="*/ 1389013 w 2659805"/>
                <a:gd name="connsiteY65" fmla="*/ 1278755 h 2756588"/>
                <a:gd name="connsiteX66" fmla="*/ 1389013 w 2659805"/>
                <a:gd name="connsiteY66" fmla="*/ 1278756 h 2756588"/>
                <a:gd name="connsiteX67" fmla="*/ 1403816 w 2659805"/>
                <a:gd name="connsiteY67" fmla="*/ 1262469 h 2756588"/>
                <a:gd name="connsiteX68" fmla="*/ 1445152 w 2659805"/>
                <a:gd name="connsiteY68" fmla="*/ 1244451 h 2756588"/>
                <a:gd name="connsiteX69" fmla="*/ 1450077 w 2659805"/>
                <a:gd name="connsiteY69" fmla="*/ 1243099 h 2756588"/>
                <a:gd name="connsiteX70" fmla="*/ 1468997 w 2659805"/>
                <a:gd name="connsiteY70" fmla="*/ 1240210 h 2756588"/>
                <a:gd name="connsiteX71" fmla="*/ 1470523 w 2659805"/>
                <a:gd name="connsiteY71" fmla="*/ 1240291 h 2756588"/>
                <a:gd name="connsiteX72" fmla="*/ 1486642 w 2659805"/>
                <a:gd name="connsiteY72" fmla="*/ 1242985 h 2756588"/>
                <a:gd name="connsiteX73" fmla="*/ 1394732 w 2659805"/>
                <a:gd name="connsiteY73" fmla="*/ 1292797 h 2756588"/>
                <a:gd name="connsiteX74" fmla="*/ 1389013 w 2659805"/>
                <a:gd name="connsiteY74" fmla="*/ 1278757 h 2756588"/>
                <a:gd name="connsiteX75" fmla="*/ 1391836 w 2659805"/>
                <a:gd name="connsiteY75" fmla="*/ 1295079 h 2756588"/>
                <a:gd name="connsiteX76" fmla="*/ 1385535 w 2659805"/>
                <a:gd name="connsiteY76" fmla="*/ 1292880 h 2756588"/>
                <a:gd name="connsiteX77" fmla="*/ 1371772 w 2659805"/>
                <a:gd name="connsiteY77" fmla="*/ 1308408 h 2756588"/>
                <a:gd name="connsiteX78" fmla="*/ 1365683 w 2659805"/>
                <a:gd name="connsiteY78" fmla="*/ 1306248 h 2756588"/>
                <a:gd name="connsiteX79" fmla="*/ 1351917 w 2659805"/>
                <a:gd name="connsiteY79" fmla="*/ 1322222 h 2756588"/>
                <a:gd name="connsiteX80" fmla="*/ 1347012 w 2659805"/>
                <a:gd name="connsiteY80" fmla="*/ 1327916 h 2756588"/>
                <a:gd name="connsiteX81" fmla="*/ 1336372 w 2659805"/>
                <a:gd name="connsiteY81" fmla="*/ 1330926 h 2756588"/>
                <a:gd name="connsiteX82" fmla="*/ 1322241 w 2659805"/>
                <a:gd name="connsiteY82" fmla="*/ 1345732 h 2756588"/>
                <a:gd name="connsiteX83" fmla="*/ 1312835 w 2659805"/>
                <a:gd name="connsiteY83" fmla="*/ 1355587 h 2756588"/>
                <a:gd name="connsiteX84" fmla="*/ 1210423 w 2659805"/>
                <a:gd name="connsiteY84" fmla="*/ 1464255 h 2756588"/>
                <a:gd name="connsiteX85" fmla="*/ 1181447 w 2659805"/>
                <a:gd name="connsiteY85" fmla="*/ 1491280 h 2756588"/>
                <a:gd name="connsiteX86" fmla="*/ 1157579 w 2659805"/>
                <a:gd name="connsiteY86" fmla="*/ 1520785 h 2756588"/>
                <a:gd name="connsiteX87" fmla="*/ 1181739 w 2659805"/>
                <a:gd name="connsiteY87" fmla="*/ 1491287 h 2756588"/>
                <a:gd name="connsiteX88" fmla="*/ 1212772 w 2659805"/>
                <a:gd name="connsiteY88" fmla="*/ 1464307 h 2756588"/>
                <a:gd name="connsiteX89" fmla="*/ 1128822 w 2659805"/>
                <a:gd name="connsiteY89" fmla="*/ 1651818 h 2756588"/>
                <a:gd name="connsiteX90" fmla="*/ 1119563 w 2659805"/>
                <a:gd name="connsiteY90" fmla="*/ 1628748 h 2756588"/>
                <a:gd name="connsiteX91" fmla="*/ 1127295 w 2659805"/>
                <a:gd name="connsiteY91" fmla="*/ 1656078 h 2756588"/>
                <a:gd name="connsiteX92" fmla="*/ 1121028 w 2659805"/>
                <a:gd name="connsiteY92" fmla="*/ 1658015 h 2756588"/>
                <a:gd name="connsiteX93" fmla="*/ 1104269 w 2659805"/>
                <a:gd name="connsiteY93" fmla="*/ 1663453 h 2756588"/>
                <a:gd name="connsiteX94" fmla="*/ 1104270 w 2659805"/>
                <a:gd name="connsiteY94" fmla="*/ 1663454 h 2756588"/>
                <a:gd name="connsiteX95" fmla="*/ 1123747 w 2659805"/>
                <a:gd name="connsiteY95" fmla="*/ 1658489 h 2756588"/>
                <a:gd name="connsiteX96" fmla="*/ 1123569 w 2659805"/>
                <a:gd name="connsiteY96" fmla="*/ 1676886 h 2756588"/>
                <a:gd name="connsiteX97" fmla="*/ 1104271 w 2659805"/>
                <a:gd name="connsiteY97" fmla="*/ 1663456 h 2756588"/>
                <a:gd name="connsiteX98" fmla="*/ 1121188 w 2659805"/>
                <a:gd name="connsiteY98" fmla="*/ 1682502 h 2756588"/>
                <a:gd name="connsiteX99" fmla="*/ 1115546 w 2659805"/>
                <a:gd name="connsiteY99" fmla="*/ 1697402 h 2756588"/>
                <a:gd name="connsiteX100" fmla="*/ 1103396 w 2659805"/>
                <a:gd name="connsiteY100" fmla="*/ 1704433 h 2756588"/>
                <a:gd name="connsiteX101" fmla="*/ 1114515 w 2659805"/>
                <a:gd name="connsiteY101" fmla="*/ 1723788 h 2756588"/>
                <a:gd name="connsiteX102" fmla="*/ 1118034 w 2659805"/>
                <a:gd name="connsiteY102" fmla="*/ 1919732 h 2756588"/>
                <a:gd name="connsiteX103" fmla="*/ 1115249 w 2659805"/>
                <a:gd name="connsiteY103" fmla="*/ 1942063 h 2756588"/>
                <a:gd name="connsiteX104" fmla="*/ 1116585 w 2659805"/>
                <a:gd name="connsiteY104" fmla="*/ 1962852 h 2756588"/>
                <a:gd name="connsiteX105" fmla="*/ 1115484 w 2659805"/>
                <a:gd name="connsiteY105" fmla="*/ 1941889 h 2756588"/>
                <a:gd name="connsiteX106" fmla="*/ 1119915 w 2659805"/>
                <a:gd name="connsiteY106" fmla="*/ 1918340 h 2756588"/>
                <a:gd name="connsiteX107" fmla="*/ 1147005 w 2659805"/>
                <a:gd name="connsiteY107" fmla="*/ 2001310 h 2756588"/>
                <a:gd name="connsiteX108" fmla="*/ 1129888 w 2659805"/>
                <a:gd name="connsiteY108" fmla="*/ 1983705 h 2756588"/>
                <a:gd name="connsiteX109" fmla="*/ 1116612 w 2659805"/>
                <a:gd name="connsiteY109" fmla="*/ 1962899 h 2756588"/>
                <a:gd name="connsiteX110" fmla="*/ 1130072 w 2659805"/>
                <a:gd name="connsiteY110" fmla="*/ 1984528 h 2756588"/>
                <a:gd name="connsiteX111" fmla="*/ 1148481 w 2659805"/>
                <a:gd name="connsiteY111" fmla="*/ 2007894 h 2756588"/>
                <a:gd name="connsiteX112" fmla="*/ 1151918 w 2659805"/>
                <a:gd name="connsiteY112" fmla="*/ 2025602 h 2756588"/>
                <a:gd name="connsiteX113" fmla="*/ 1162044 w 2659805"/>
                <a:gd name="connsiteY113" fmla="*/ 2041515 h 2756588"/>
                <a:gd name="connsiteX114" fmla="*/ 1381525 w 2659805"/>
                <a:gd name="connsiteY114" fmla="*/ 2301138 h 2756588"/>
                <a:gd name="connsiteX115" fmla="*/ 1390343 w 2659805"/>
                <a:gd name="connsiteY115" fmla="*/ 2314273 h 2756588"/>
                <a:gd name="connsiteX116" fmla="*/ 1381384 w 2659805"/>
                <a:gd name="connsiteY116" fmla="*/ 2298743 h 2756588"/>
                <a:gd name="connsiteX117" fmla="*/ 1555871 w 2659805"/>
                <a:gd name="connsiteY117" fmla="*/ 2370572 h 2756588"/>
                <a:gd name="connsiteX118" fmla="*/ 1611504 w 2659805"/>
                <a:gd name="connsiteY118" fmla="*/ 2384389 h 2756588"/>
                <a:gd name="connsiteX119" fmla="*/ 1600345 w 2659805"/>
                <a:gd name="connsiteY119" fmla="*/ 2396743 h 2756588"/>
                <a:gd name="connsiteX120" fmla="*/ 1587918 w 2659805"/>
                <a:gd name="connsiteY120" fmla="*/ 2397595 h 2756588"/>
                <a:gd name="connsiteX121" fmla="*/ 1587930 w 2659805"/>
                <a:gd name="connsiteY121" fmla="*/ 2397600 h 2756588"/>
                <a:gd name="connsiteX122" fmla="*/ 1618729 w 2659805"/>
                <a:gd name="connsiteY122" fmla="*/ 2383943 h 2756588"/>
                <a:gd name="connsiteX123" fmla="*/ 1634864 w 2659805"/>
                <a:gd name="connsiteY123" fmla="*/ 2394130 h 2756588"/>
                <a:gd name="connsiteX124" fmla="*/ 1660358 w 2659805"/>
                <a:gd name="connsiteY124" fmla="*/ 2390594 h 2756588"/>
                <a:gd name="connsiteX125" fmla="*/ 1761661 w 2659805"/>
                <a:gd name="connsiteY125" fmla="*/ 2395837 h 2756588"/>
                <a:gd name="connsiteX126" fmla="*/ 1791906 w 2659805"/>
                <a:gd name="connsiteY126" fmla="*/ 2383964 h 2756588"/>
                <a:gd name="connsiteX127" fmla="*/ 1801869 w 2659805"/>
                <a:gd name="connsiteY127" fmla="*/ 2389513 h 2756588"/>
                <a:gd name="connsiteX128" fmla="*/ 1805854 w 2659805"/>
                <a:gd name="connsiteY128" fmla="*/ 2394325 h 2756588"/>
                <a:gd name="connsiteX129" fmla="*/ 1801347 w 2659805"/>
                <a:gd name="connsiteY129" fmla="*/ 2387187 h 2756588"/>
                <a:gd name="connsiteX130" fmla="*/ 1947320 w 2659805"/>
                <a:gd name="connsiteY130" fmla="*/ 2336715 h 2756588"/>
                <a:gd name="connsiteX131" fmla="*/ 2040352 w 2659805"/>
                <a:gd name="connsiteY131" fmla="*/ 2288422 h 2756588"/>
                <a:gd name="connsiteX132" fmla="*/ 2041593 w 2659805"/>
                <a:gd name="connsiteY132" fmla="*/ 2307454 h 2756588"/>
                <a:gd name="connsiteX133" fmla="*/ 2043198 w 2659805"/>
                <a:gd name="connsiteY133" fmla="*/ 2286231 h 2756588"/>
                <a:gd name="connsiteX134" fmla="*/ 2049650 w 2659805"/>
                <a:gd name="connsiteY134" fmla="*/ 2288427 h 2756588"/>
                <a:gd name="connsiteX135" fmla="*/ 2073986 w 2659805"/>
                <a:gd name="connsiteY135" fmla="*/ 2263725 h 2756588"/>
                <a:gd name="connsiteX136" fmla="*/ 2079096 w 2659805"/>
                <a:gd name="connsiteY136" fmla="*/ 2263642 h 2756588"/>
                <a:gd name="connsiteX137" fmla="*/ 2091918 w 2659805"/>
                <a:gd name="connsiteY137" fmla="*/ 2261195 h 2756588"/>
                <a:gd name="connsiteX138" fmla="*/ 2076277 w 2659805"/>
                <a:gd name="connsiteY138" fmla="*/ 2263525 h 2756588"/>
                <a:gd name="connsiteX139" fmla="*/ 2105053 w 2659805"/>
                <a:gd name="connsiteY139" fmla="*/ 2237290 h 2756588"/>
                <a:gd name="connsiteX140" fmla="*/ 2101902 w 2659805"/>
                <a:gd name="connsiteY140" fmla="*/ 2259288 h 2756588"/>
                <a:gd name="connsiteX141" fmla="*/ 2102636 w 2659805"/>
                <a:gd name="connsiteY141" fmla="*/ 2259148 h 2756588"/>
                <a:gd name="connsiteX142" fmla="*/ 2108596 w 2659805"/>
                <a:gd name="connsiteY142" fmla="*/ 2232631 h 2756588"/>
                <a:gd name="connsiteX143" fmla="*/ 2131731 w 2659805"/>
                <a:gd name="connsiteY143" fmla="*/ 2217016 h 2756588"/>
                <a:gd name="connsiteX144" fmla="*/ 2171272 w 2659805"/>
                <a:gd name="connsiteY144" fmla="*/ 2181386 h 2756588"/>
                <a:gd name="connsiteX145" fmla="*/ 2184071 w 2659805"/>
                <a:gd name="connsiteY145" fmla="*/ 2169828 h 2756588"/>
                <a:gd name="connsiteX146" fmla="*/ 2171232 w 2659805"/>
                <a:gd name="connsiteY146" fmla="*/ 2181386 h 2756588"/>
                <a:gd name="connsiteX147" fmla="*/ 2129171 w 2659805"/>
                <a:gd name="connsiteY147" fmla="*/ 2216940 h 2756588"/>
                <a:gd name="connsiteX148" fmla="*/ 2173189 w 2659805"/>
                <a:gd name="connsiteY148" fmla="*/ 2162360 h 2756588"/>
                <a:gd name="connsiteX149" fmla="*/ 2184439 w 2659805"/>
                <a:gd name="connsiteY149" fmla="*/ 2169495 h 2756588"/>
                <a:gd name="connsiteX150" fmla="*/ 2184440 w 2659805"/>
                <a:gd name="connsiteY150" fmla="*/ 2169494 h 2756588"/>
                <a:gd name="connsiteX151" fmla="*/ 2174639 w 2659805"/>
                <a:gd name="connsiteY151" fmla="*/ 2157675 h 2756588"/>
                <a:gd name="connsiteX152" fmla="*/ 2181797 w 2659805"/>
                <a:gd name="connsiteY152" fmla="*/ 2156337 h 2756588"/>
                <a:gd name="connsiteX153" fmla="*/ 2195871 w 2659805"/>
                <a:gd name="connsiteY153" fmla="*/ 2151302 h 2756588"/>
                <a:gd name="connsiteX154" fmla="*/ 2206032 w 2659805"/>
                <a:gd name="connsiteY154" fmla="*/ 2144381 h 2756588"/>
                <a:gd name="connsiteX155" fmla="*/ 2195529 w 2659805"/>
                <a:gd name="connsiteY155" fmla="*/ 2151190 h 2756588"/>
                <a:gd name="connsiteX156" fmla="*/ 2179060 w 2659805"/>
                <a:gd name="connsiteY156" fmla="*/ 2155435 h 2756588"/>
                <a:gd name="connsiteX157" fmla="*/ 2277706 w 2659805"/>
                <a:gd name="connsiteY157" fmla="*/ 1951617 h 2756588"/>
                <a:gd name="connsiteX158" fmla="*/ 2286042 w 2659805"/>
                <a:gd name="connsiteY158" fmla="*/ 1958720 h 2756588"/>
                <a:gd name="connsiteX159" fmla="*/ 2289271 w 2659805"/>
                <a:gd name="connsiteY159" fmla="*/ 1965205 h 2756588"/>
                <a:gd name="connsiteX160" fmla="*/ 2286395 w 2659805"/>
                <a:gd name="connsiteY160" fmla="*/ 1958015 h 2756588"/>
                <a:gd name="connsiteX161" fmla="*/ 2280544 w 2659805"/>
                <a:gd name="connsiteY161" fmla="*/ 1945973 h 2756588"/>
                <a:gd name="connsiteX162" fmla="*/ 2286061 w 2659805"/>
                <a:gd name="connsiteY162" fmla="*/ 1936684 h 2756588"/>
                <a:gd name="connsiteX163" fmla="*/ 2298136 w 2659805"/>
                <a:gd name="connsiteY163" fmla="*/ 1924588 h 2756588"/>
                <a:gd name="connsiteX164" fmla="*/ 2283909 w 2659805"/>
                <a:gd name="connsiteY164" fmla="*/ 1936964 h 2756588"/>
                <a:gd name="connsiteX165" fmla="*/ 2284486 w 2659805"/>
                <a:gd name="connsiteY165" fmla="*/ 1918117 h 2756588"/>
                <a:gd name="connsiteX166" fmla="*/ 2298143 w 2659805"/>
                <a:gd name="connsiteY166" fmla="*/ 1924581 h 2756588"/>
                <a:gd name="connsiteX167" fmla="*/ 2298143 w 2659805"/>
                <a:gd name="connsiteY167" fmla="*/ 1924580 h 2756588"/>
                <a:gd name="connsiteX168" fmla="*/ 2287210 w 2659805"/>
                <a:gd name="connsiteY168" fmla="*/ 1912650 h 2756588"/>
                <a:gd name="connsiteX169" fmla="*/ 2292725 w 2659805"/>
                <a:gd name="connsiteY169" fmla="*/ 1903362 h 2756588"/>
                <a:gd name="connsiteX170" fmla="*/ 2304800 w 2659805"/>
                <a:gd name="connsiteY170" fmla="*/ 1891267 h 2756588"/>
                <a:gd name="connsiteX171" fmla="*/ 2290573 w 2659805"/>
                <a:gd name="connsiteY171" fmla="*/ 1903643 h 2756588"/>
                <a:gd name="connsiteX172" fmla="*/ 2291151 w 2659805"/>
                <a:gd name="connsiteY172" fmla="*/ 1884796 h 2756588"/>
                <a:gd name="connsiteX173" fmla="*/ 2304808 w 2659805"/>
                <a:gd name="connsiteY173" fmla="*/ 1891260 h 2756588"/>
                <a:gd name="connsiteX174" fmla="*/ 2304808 w 2659805"/>
                <a:gd name="connsiteY174" fmla="*/ 1891259 h 2756588"/>
                <a:gd name="connsiteX175" fmla="*/ 2293850 w 2659805"/>
                <a:gd name="connsiteY175" fmla="*/ 1877510 h 2756588"/>
                <a:gd name="connsiteX176" fmla="*/ 2298822 w 2659805"/>
                <a:gd name="connsiteY176" fmla="*/ 1736718 h 2756588"/>
                <a:gd name="connsiteX177" fmla="*/ 2304692 w 2659805"/>
                <a:gd name="connsiteY177" fmla="*/ 1730360 h 2756588"/>
                <a:gd name="connsiteX178" fmla="*/ 2292961 w 2659805"/>
                <a:gd name="connsiteY178" fmla="*/ 1719651 h 2756588"/>
                <a:gd name="connsiteX179" fmla="*/ 2292805 w 2659805"/>
                <a:gd name="connsiteY179" fmla="*/ 1696402 h 2756588"/>
                <a:gd name="connsiteX180" fmla="*/ 2266558 w 2659805"/>
                <a:gd name="connsiteY180" fmla="*/ 1606689 h 2756588"/>
                <a:gd name="connsiteX181" fmla="*/ 2263120 w 2659805"/>
                <a:gd name="connsiteY181" fmla="*/ 1588978 h 2756588"/>
                <a:gd name="connsiteX182" fmla="*/ 2252983 w 2659805"/>
                <a:gd name="connsiteY182" fmla="*/ 1573048 h 2756588"/>
                <a:gd name="connsiteX183" fmla="*/ 2247576 w 2659805"/>
                <a:gd name="connsiteY183" fmla="*/ 1564862 h 2756588"/>
                <a:gd name="connsiteX184" fmla="*/ 2057886 w 2659805"/>
                <a:gd name="connsiteY184" fmla="*/ 1326104 h 2756588"/>
                <a:gd name="connsiteX185" fmla="*/ 1913149 w 2659805"/>
                <a:gd name="connsiteY185" fmla="*/ 1238525 h 2756588"/>
                <a:gd name="connsiteX186" fmla="*/ 1855505 w 2659805"/>
                <a:gd name="connsiteY186" fmla="*/ 1224232 h 2756588"/>
                <a:gd name="connsiteX187" fmla="*/ 1791685 w 2659805"/>
                <a:gd name="connsiteY187" fmla="*/ 1212663 h 2756588"/>
                <a:gd name="connsiteX188" fmla="*/ 1734464 w 2659805"/>
                <a:gd name="connsiteY188" fmla="*/ 1206704 h 2756588"/>
                <a:gd name="connsiteX189" fmla="*/ 971607 w 2659805"/>
                <a:gd name="connsiteY189" fmla="*/ 1184831 h 2756588"/>
                <a:gd name="connsiteX190" fmla="*/ 984881 w 2659805"/>
                <a:gd name="connsiteY190" fmla="*/ 1189152 h 2756588"/>
                <a:gd name="connsiteX191" fmla="*/ 932781 w 2659805"/>
                <a:gd name="connsiteY191" fmla="*/ 1235762 h 2756588"/>
                <a:gd name="connsiteX192" fmla="*/ 971607 w 2659805"/>
                <a:gd name="connsiteY192" fmla="*/ 1184831 h 2756588"/>
                <a:gd name="connsiteX193" fmla="*/ 1605205 w 2659805"/>
                <a:gd name="connsiteY193" fmla="*/ 844988 h 2756588"/>
                <a:gd name="connsiteX194" fmla="*/ 1599293 w 2659805"/>
                <a:gd name="connsiteY194" fmla="*/ 862115 h 2756588"/>
                <a:gd name="connsiteX195" fmla="*/ 1607554 w 2659805"/>
                <a:gd name="connsiteY195" fmla="*/ 845407 h 2756588"/>
                <a:gd name="connsiteX196" fmla="*/ 1812948 w 2659805"/>
                <a:gd name="connsiteY196" fmla="*/ 850084 h 2756588"/>
                <a:gd name="connsiteX197" fmla="*/ 1830039 w 2659805"/>
                <a:gd name="connsiteY197" fmla="*/ 851687 h 2756588"/>
                <a:gd name="connsiteX198" fmla="*/ 1834133 w 2659805"/>
                <a:gd name="connsiteY198" fmla="*/ 852071 h 2756588"/>
                <a:gd name="connsiteX199" fmla="*/ 1859999 w 2659805"/>
                <a:gd name="connsiteY199" fmla="*/ 856976 h 2756588"/>
                <a:gd name="connsiteX200" fmla="*/ 1876399 w 2659805"/>
                <a:gd name="connsiteY200" fmla="*/ 858364 h 2756588"/>
                <a:gd name="connsiteX201" fmla="*/ 1880783 w 2659805"/>
                <a:gd name="connsiteY201" fmla="*/ 858736 h 2756588"/>
                <a:gd name="connsiteX202" fmla="*/ 1900282 w 2659805"/>
                <a:gd name="connsiteY202" fmla="*/ 864000 h 2756588"/>
                <a:gd name="connsiteX203" fmla="*/ 1901568 w 2659805"/>
                <a:gd name="connsiteY203" fmla="*/ 866062 h 2756588"/>
                <a:gd name="connsiteX204" fmla="*/ 1986022 w 2659805"/>
                <a:gd name="connsiteY204" fmla="*/ 886270 h 2756588"/>
                <a:gd name="connsiteX205" fmla="*/ 2069011 w 2659805"/>
                <a:gd name="connsiteY205" fmla="*/ 912986 h 2756588"/>
                <a:gd name="connsiteX206" fmla="*/ 2233627 w 2659805"/>
                <a:gd name="connsiteY206" fmla="*/ 1001736 h 2756588"/>
                <a:gd name="connsiteX207" fmla="*/ 2206213 w 2659805"/>
                <a:gd name="connsiteY207" fmla="*/ 996668 h 2756588"/>
                <a:gd name="connsiteX208" fmla="*/ 2234595 w 2659805"/>
                <a:gd name="connsiteY208" fmla="*/ 1003852 h 2756588"/>
                <a:gd name="connsiteX209" fmla="*/ 2234440 w 2659805"/>
                <a:gd name="connsiteY209" fmla="*/ 1006252 h 2756588"/>
                <a:gd name="connsiteX210" fmla="*/ 2254589 w 2659805"/>
                <a:gd name="connsiteY210" fmla="*/ 1017179 h 2756588"/>
                <a:gd name="connsiteX211" fmla="*/ 2254442 w 2659805"/>
                <a:gd name="connsiteY211" fmla="*/ 1019594 h 2756588"/>
                <a:gd name="connsiteX212" fmla="*/ 2274745 w 2659805"/>
                <a:gd name="connsiteY212" fmla="*/ 1030615 h 2756588"/>
                <a:gd name="connsiteX213" fmla="*/ 2436961 w 2659805"/>
                <a:gd name="connsiteY213" fmla="*/ 1179485 h 2756588"/>
                <a:gd name="connsiteX214" fmla="*/ 2585578 w 2659805"/>
                <a:gd name="connsiteY214" fmla="*/ 1428955 h 2756588"/>
                <a:gd name="connsiteX215" fmla="*/ 2576583 w 2659805"/>
                <a:gd name="connsiteY215" fmla="*/ 1444656 h 2756588"/>
                <a:gd name="connsiteX216" fmla="*/ 2576825 w 2659805"/>
                <a:gd name="connsiteY216" fmla="*/ 1445520 h 2756588"/>
                <a:gd name="connsiteX217" fmla="*/ 2585941 w 2659805"/>
                <a:gd name="connsiteY217" fmla="*/ 1431391 h 2756588"/>
                <a:gd name="connsiteX218" fmla="*/ 2599842 w 2659805"/>
                <a:gd name="connsiteY218" fmla="*/ 1461719 h 2756588"/>
                <a:gd name="connsiteX219" fmla="*/ 2579280 w 2659805"/>
                <a:gd name="connsiteY219" fmla="*/ 1453988 h 2756588"/>
                <a:gd name="connsiteX220" fmla="*/ 2578147 w 2659805"/>
                <a:gd name="connsiteY220" fmla="*/ 1450265 h 2756588"/>
                <a:gd name="connsiteX221" fmla="*/ 2579183 w 2659805"/>
                <a:gd name="connsiteY221" fmla="*/ 1453978 h 2756588"/>
                <a:gd name="connsiteX222" fmla="*/ 2599425 w 2659805"/>
                <a:gd name="connsiteY222" fmla="*/ 1464077 h 2756588"/>
                <a:gd name="connsiteX223" fmla="*/ 2605823 w 2659805"/>
                <a:gd name="connsiteY223" fmla="*/ 1482848 h 2756588"/>
                <a:gd name="connsiteX224" fmla="*/ 2632747 w 2659805"/>
                <a:gd name="connsiteY224" fmla="*/ 1570698 h 2756588"/>
                <a:gd name="connsiteX225" fmla="*/ 2636508 w 2659805"/>
                <a:gd name="connsiteY225" fmla="*/ 1582580 h 2756588"/>
                <a:gd name="connsiteX226" fmla="*/ 2624637 w 2659805"/>
                <a:gd name="connsiteY226" fmla="*/ 1590290 h 2756588"/>
                <a:gd name="connsiteX227" fmla="*/ 2624639 w 2659805"/>
                <a:gd name="connsiteY227" fmla="*/ 1590291 h 2756588"/>
                <a:gd name="connsiteX228" fmla="*/ 2636483 w 2659805"/>
                <a:gd name="connsiteY228" fmla="*/ 1585469 h 2756588"/>
                <a:gd name="connsiteX229" fmla="*/ 2639455 w 2659805"/>
                <a:gd name="connsiteY229" fmla="*/ 1593835 h 2756588"/>
                <a:gd name="connsiteX230" fmla="*/ 2624647 w 2659805"/>
                <a:gd name="connsiteY230" fmla="*/ 1590293 h 2756588"/>
                <a:gd name="connsiteX231" fmla="*/ 2639094 w 2659805"/>
                <a:gd name="connsiteY231" fmla="*/ 1595388 h 2756588"/>
                <a:gd name="connsiteX232" fmla="*/ 2658027 w 2659805"/>
                <a:gd name="connsiteY232" fmla="*/ 1875279 h 2756588"/>
                <a:gd name="connsiteX233" fmla="*/ 2643721 w 2659805"/>
                <a:gd name="connsiteY233" fmla="*/ 1892331 h 2756588"/>
                <a:gd name="connsiteX234" fmla="*/ 2654652 w 2659805"/>
                <a:gd name="connsiteY234" fmla="*/ 1897504 h 2756588"/>
                <a:gd name="connsiteX235" fmla="*/ 2651018 w 2659805"/>
                <a:gd name="connsiteY235" fmla="*/ 1934476 h 2756588"/>
                <a:gd name="connsiteX236" fmla="*/ 2636968 w 2659805"/>
                <a:gd name="connsiteY236" fmla="*/ 1942089 h 2756588"/>
                <a:gd name="connsiteX237" fmla="*/ 2647982 w 2659805"/>
                <a:gd name="connsiteY237" fmla="*/ 1950823 h 2756588"/>
                <a:gd name="connsiteX238" fmla="*/ 2643852 w 2659805"/>
                <a:gd name="connsiteY238" fmla="*/ 1974743 h 2756588"/>
                <a:gd name="connsiteX239" fmla="*/ 2632473 w 2659805"/>
                <a:gd name="connsiteY239" fmla="*/ 1997245 h 2756588"/>
                <a:gd name="connsiteX240" fmla="*/ 2633728 w 2659805"/>
                <a:gd name="connsiteY240" fmla="*/ 2001346 h 2756588"/>
                <a:gd name="connsiteX241" fmla="*/ 2625307 w 2659805"/>
                <a:gd name="connsiteY241" fmla="*/ 2024061 h 2756588"/>
                <a:gd name="connsiteX242" fmla="*/ 2627006 w 2659805"/>
                <a:gd name="connsiteY242" fmla="*/ 2027967 h 2756588"/>
                <a:gd name="connsiteX243" fmla="*/ 2618643 w 2659805"/>
                <a:gd name="connsiteY243" fmla="*/ 2050718 h 2756588"/>
                <a:gd name="connsiteX244" fmla="*/ 2621153 w 2659805"/>
                <a:gd name="connsiteY244" fmla="*/ 2054383 h 2756588"/>
                <a:gd name="connsiteX245" fmla="*/ 2597398 w 2659805"/>
                <a:gd name="connsiteY245" fmla="*/ 2077889 h 2756588"/>
                <a:gd name="connsiteX246" fmla="*/ 2536653 w 2659805"/>
                <a:gd name="connsiteY246" fmla="*/ 2212665 h 2756588"/>
                <a:gd name="connsiteX247" fmla="*/ 2521684 w 2659805"/>
                <a:gd name="connsiteY247" fmla="*/ 2274921 h 2756588"/>
                <a:gd name="connsiteX248" fmla="*/ 2521363 w 2659805"/>
                <a:gd name="connsiteY248" fmla="*/ 2297365 h 2756588"/>
                <a:gd name="connsiteX249" fmla="*/ 2444838 w 2659805"/>
                <a:gd name="connsiteY249" fmla="*/ 2408554 h 2756588"/>
                <a:gd name="connsiteX250" fmla="*/ 2360727 w 2659805"/>
                <a:gd name="connsiteY250" fmla="*/ 2496359 h 2756588"/>
                <a:gd name="connsiteX251" fmla="*/ 2347390 w 2659805"/>
                <a:gd name="connsiteY251" fmla="*/ 2507158 h 2756588"/>
                <a:gd name="connsiteX252" fmla="*/ 2334245 w 2659805"/>
                <a:gd name="connsiteY252" fmla="*/ 2517801 h 2756588"/>
                <a:gd name="connsiteX253" fmla="*/ 2313930 w 2659805"/>
                <a:gd name="connsiteY253" fmla="*/ 2536489 h 2756588"/>
                <a:gd name="connsiteX254" fmla="*/ 2300918 w 2659805"/>
                <a:gd name="connsiteY254" fmla="*/ 2546973 h 2756588"/>
                <a:gd name="connsiteX255" fmla="*/ 2287700 w 2659805"/>
                <a:gd name="connsiteY255" fmla="*/ 2557623 h 2756588"/>
                <a:gd name="connsiteX256" fmla="*/ 2284936 w 2659805"/>
                <a:gd name="connsiteY256" fmla="*/ 2557144 h 2756588"/>
                <a:gd name="connsiteX257" fmla="*/ 2265764 w 2659805"/>
                <a:gd name="connsiteY257" fmla="*/ 2573446 h 2756588"/>
                <a:gd name="connsiteX258" fmla="*/ 2261740 w 2659805"/>
                <a:gd name="connsiteY258" fmla="*/ 2573510 h 2756588"/>
                <a:gd name="connsiteX259" fmla="*/ 2259599 w 2659805"/>
                <a:gd name="connsiteY259" fmla="*/ 2575315 h 2756588"/>
                <a:gd name="connsiteX260" fmla="*/ 2241051 w 2659805"/>
                <a:gd name="connsiteY260" fmla="*/ 2590945 h 2756588"/>
                <a:gd name="connsiteX261" fmla="*/ 2238086 w 2659805"/>
                <a:gd name="connsiteY261" fmla="*/ 2590456 h 2756588"/>
                <a:gd name="connsiteX262" fmla="*/ 2222613 w 2659805"/>
                <a:gd name="connsiteY262" fmla="*/ 2590443 h 2756588"/>
                <a:gd name="connsiteX263" fmla="*/ 2238350 w 2659805"/>
                <a:gd name="connsiteY263" fmla="*/ 2590613 h 2756588"/>
                <a:gd name="connsiteX264" fmla="*/ 2207626 w 2659805"/>
                <a:gd name="connsiteY264" fmla="*/ 2612405 h 2756588"/>
                <a:gd name="connsiteX265" fmla="*/ 2204857 w 2659805"/>
                <a:gd name="connsiteY265" fmla="*/ 2595375 h 2756588"/>
                <a:gd name="connsiteX266" fmla="*/ 2212181 w 2659805"/>
                <a:gd name="connsiteY266" fmla="*/ 2590434 h 2756588"/>
                <a:gd name="connsiteX267" fmla="*/ 2212074 w 2659805"/>
                <a:gd name="connsiteY267" fmla="*/ 2590434 h 2756588"/>
                <a:gd name="connsiteX268" fmla="*/ 2205809 w 2659805"/>
                <a:gd name="connsiteY268" fmla="*/ 2613382 h 2756588"/>
                <a:gd name="connsiteX269" fmla="*/ 2201411 w 2659805"/>
                <a:gd name="connsiteY269" fmla="*/ 2613375 h 2756588"/>
                <a:gd name="connsiteX270" fmla="*/ 2179522 w 2659805"/>
                <a:gd name="connsiteY270" fmla="*/ 2611415 h 2756588"/>
                <a:gd name="connsiteX271" fmla="*/ 2200774 w 2659805"/>
                <a:gd name="connsiteY271" fmla="*/ 2613800 h 2756588"/>
                <a:gd name="connsiteX272" fmla="*/ 2174285 w 2659805"/>
                <a:gd name="connsiteY272" fmla="*/ 2632403 h 2756588"/>
                <a:gd name="connsiteX273" fmla="*/ 2170258 w 2659805"/>
                <a:gd name="connsiteY273" fmla="*/ 2616341 h 2756588"/>
                <a:gd name="connsiteX274" fmla="*/ 2175922 w 2659805"/>
                <a:gd name="connsiteY274" fmla="*/ 2611093 h 2756588"/>
                <a:gd name="connsiteX275" fmla="*/ 2175855 w 2659805"/>
                <a:gd name="connsiteY275" fmla="*/ 2611088 h 2756588"/>
                <a:gd name="connsiteX276" fmla="*/ 2172487 w 2659805"/>
                <a:gd name="connsiteY276" fmla="*/ 2633370 h 2756588"/>
                <a:gd name="connsiteX277" fmla="*/ 2168183 w 2659805"/>
                <a:gd name="connsiteY277" fmla="*/ 2633399 h 2756588"/>
                <a:gd name="connsiteX278" fmla="*/ 2126578 w 2659805"/>
                <a:gd name="connsiteY278" fmla="*/ 2635374 h 2756588"/>
                <a:gd name="connsiteX279" fmla="*/ 2122459 w 2659805"/>
                <a:gd name="connsiteY279" fmla="*/ 2638199 h 2756588"/>
                <a:gd name="connsiteX280" fmla="*/ 2119028 w 2659805"/>
                <a:gd name="connsiteY280" fmla="*/ 2638845 h 2756588"/>
                <a:gd name="connsiteX281" fmla="*/ 2116534 w 2659805"/>
                <a:gd name="connsiteY281" fmla="*/ 2642259 h 2756588"/>
                <a:gd name="connsiteX282" fmla="*/ 2112281 w 2659805"/>
                <a:gd name="connsiteY282" fmla="*/ 2645176 h 2756588"/>
                <a:gd name="connsiteX283" fmla="*/ 2111456 w 2659805"/>
                <a:gd name="connsiteY283" fmla="*/ 2649214 h 2756588"/>
                <a:gd name="connsiteX284" fmla="*/ 2111273 w 2659805"/>
                <a:gd name="connsiteY284" fmla="*/ 2649464 h 2756588"/>
                <a:gd name="connsiteX285" fmla="*/ 2111187 w 2659805"/>
                <a:gd name="connsiteY285" fmla="*/ 2650528 h 2756588"/>
                <a:gd name="connsiteX286" fmla="*/ 2107371 w 2659805"/>
                <a:gd name="connsiteY286" fmla="*/ 2669208 h 2756588"/>
                <a:gd name="connsiteX287" fmla="*/ 2095275 w 2659805"/>
                <a:gd name="connsiteY287" fmla="*/ 2668819 h 2756588"/>
                <a:gd name="connsiteX288" fmla="*/ 2075915 w 2659805"/>
                <a:gd name="connsiteY288" fmla="*/ 2659801 h 2756588"/>
                <a:gd name="connsiteX289" fmla="*/ 2075186 w 2659805"/>
                <a:gd name="connsiteY289" fmla="*/ 2660011 h 2756588"/>
                <a:gd name="connsiteX290" fmla="*/ 2093103 w 2659805"/>
                <a:gd name="connsiteY290" fmla="*/ 2669137 h 2756588"/>
                <a:gd name="connsiteX291" fmla="*/ 2062943 w 2659805"/>
                <a:gd name="connsiteY291" fmla="*/ 2689020 h 2756588"/>
                <a:gd name="connsiteX292" fmla="*/ 2065664 w 2659805"/>
                <a:gd name="connsiteY292" fmla="*/ 2662777 h 2756588"/>
                <a:gd name="connsiteX293" fmla="*/ 2066970 w 2659805"/>
                <a:gd name="connsiteY293" fmla="*/ 2662380 h 2756588"/>
                <a:gd name="connsiteX294" fmla="*/ 2065658 w 2659805"/>
                <a:gd name="connsiteY294" fmla="*/ 2662759 h 2756588"/>
                <a:gd name="connsiteX295" fmla="*/ 2060721 w 2659805"/>
                <a:gd name="connsiteY295" fmla="*/ 2689201 h 2756588"/>
                <a:gd name="connsiteX296" fmla="*/ 2048566 w 2659805"/>
                <a:gd name="connsiteY296" fmla="*/ 2688891 h 2756588"/>
                <a:gd name="connsiteX297" fmla="*/ 2038628 w 2659805"/>
                <a:gd name="connsiteY297" fmla="*/ 2695294 h 2756588"/>
                <a:gd name="connsiteX298" fmla="*/ 2027400 w 2659805"/>
                <a:gd name="connsiteY298" fmla="*/ 2702530 h 2756588"/>
                <a:gd name="connsiteX299" fmla="*/ 1436469 w 2659805"/>
                <a:gd name="connsiteY299" fmla="*/ 2715198 h 2756588"/>
                <a:gd name="connsiteX300" fmla="*/ 1430655 w 2659805"/>
                <a:gd name="connsiteY300" fmla="*/ 2713671 h 2756588"/>
                <a:gd name="connsiteX301" fmla="*/ 1420650 w 2659805"/>
                <a:gd name="connsiteY301" fmla="*/ 2711042 h 2756588"/>
                <a:gd name="connsiteX302" fmla="*/ 1376113 w 2659805"/>
                <a:gd name="connsiteY302" fmla="*/ 2694814 h 2756588"/>
                <a:gd name="connsiteX303" fmla="*/ 1367119 w 2659805"/>
                <a:gd name="connsiteY303" fmla="*/ 2692168 h 2756588"/>
                <a:gd name="connsiteX304" fmla="*/ 1340682 w 2659805"/>
                <a:gd name="connsiteY304" fmla="*/ 2684388 h 2756588"/>
                <a:gd name="connsiteX305" fmla="*/ 1309474 w 2659805"/>
                <a:gd name="connsiteY305" fmla="*/ 2668311 h 2756588"/>
                <a:gd name="connsiteX306" fmla="*/ 1304563 w 2659805"/>
                <a:gd name="connsiteY306" fmla="*/ 2667065 h 2756588"/>
                <a:gd name="connsiteX307" fmla="*/ 1294028 w 2659805"/>
                <a:gd name="connsiteY307" fmla="*/ 2664392 h 2756588"/>
                <a:gd name="connsiteX308" fmla="*/ 1091841 w 2659805"/>
                <a:gd name="connsiteY308" fmla="*/ 2535597 h 2756588"/>
                <a:gd name="connsiteX309" fmla="*/ 835730 w 2659805"/>
                <a:gd name="connsiteY309" fmla="*/ 2198886 h 2756588"/>
                <a:gd name="connsiteX310" fmla="*/ 832937 w 2659805"/>
                <a:gd name="connsiteY310" fmla="*/ 2192693 h 2756588"/>
                <a:gd name="connsiteX311" fmla="*/ 828941 w 2659805"/>
                <a:gd name="connsiteY311" fmla="*/ 2183830 h 2756588"/>
                <a:gd name="connsiteX312" fmla="*/ 822382 w 2659805"/>
                <a:gd name="connsiteY312" fmla="*/ 2165317 h 2756588"/>
                <a:gd name="connsiteX313" fmla="*/ 819798 w 2659805"/>
                <a:gd name="connsiteY313" fmla="*/ 2159663 h 2756588"/>
                <a:gd name="connsiteX314" fmla="*/ 815612 w 2659805"/>
                <a:gd name="connsiteY314" fmla="*/ 2150509 h 2756588"/>
                <a:gd name="connsiteX315" fmla="*/ 809260 w 2659805"/>
                <a:gd name="connsiteY315" fmla="*/ 2131625 h 2756588"/>
                <a:gd name="connsiteX316" fmla="*/ 808477 w 2659805"/>
                <a:gd name="connsiteY316" fmla="*/ 2128088 h 2756588"/>
                <a:gd name="connsiteX317" fmla="*/ 775170 w 2659805"/>
                <a:gd name="connsiteY317" fmla="*/ 2026550 h 2756588"/>
                <a:gd name="connsiteX318" fmla="*/ 796774 w 2659805"/>
                <a:gd name="connsiteY318" fmla="*/ 2075184 h 2756588"/>
                <a:gd name="connsiteX319" fmla="*/ 796793 w 2659805"/>
                <a:gd name="connsiteY319" fmla="*/ 2075272 h 2756588"/>
                <a:gd name="connsiteX320" fmla="*/ 796774 w 2659805"/>
                <a:gd name="connsiteY320" fmla="*/ 2075183 h 2756588"/>
                <a:gd name="connsiteX321" fmla="*/ 775626 w 2659805"/>
                <a:gd name="connsiteY321" fmla="*/ 2023889 h 2756588"/>
                <a:gd name="connsiteX322" fmla="*/ 770934 w 2659805"/>
                <a:gd name="connsiteY322" fmla="*/ 2007065 h 2756588"/>
                <a:gd name="connsiteX323" fmla="*/ 769947 w 2659805"/>
                <a:gd name="connsiteY323" fmla="*/ 1998814 h 2756588"/>
                <a:gd name="connsiteX324" fmla="*/ 768962 w 2659805"/>
                <a:gd name="connsiteY324" fmla="*/ 1990565 h 2756588"/>
                <a:gd name="connsiteX325" fmla="*/ 763706 w 2659805"/>
                <a:gd name="connsiteY325" fmla="*/ 1965974 h 2756588"/>
                <a:gd name="connsiteX326" fmla="*/ 771903 w 2659805"/>
                <a:gd name="connsiteY326" fmla="*/ 1956954 h 2756588"/>
                <a:gd name="connsiteX327" fmla="*/ 764166 w 2659805"/>
                <a:gd name="connsiteY327" fmla="*/ 1963599 h 2756588"/>
                <a:gd name="connsiteX328" fmla="*/ 761849 w 2659805"/>
                <a:gd name="connsiteY328" fmla="*/ 1952783 h 2756588"/>
                <a:gd name="connsiteX329" fmla="*/ 771906 w 2659805"/>
                <a:gd name="connsiteY329" fmla="*/ 1956950 h 2756588"/>
                <a:gd name="connsiteX330" fmla="*/ 771907 w 2659805"/>
                <a:gd name="connsiteY330" fmla="*/ 1956949 h 2756588"/>
                <a:gd name="connsiteX331" fmla="*/ 762298 w 2659805"/>
                <a:gd name="connsiteY331" fmla="*/ 1950579 h 2756588"/>
                <a:gd name="connsiteX332" fmla="*/ 757040 w 2659805"/>
                <a:gd name="connsiteY332" fmla="*/ 1912907 h 2756588"/>
                <a:gd name="connsiteX333" fmla="*/ 765243 w 2659805"/>
                <a:gd name="connsiteY333" fmla="*/ 1903634 h 2756588"/>
                <a:gd name="connsiteX334" fmla="*/ 755633 w 2659805"/>
                <a:gd name="connsiteY334" fmla="*/ 1897265 h 2756588"/>
                <a:gd name="connsiteX335" fmla="*/ 748209 w 2659805"/>
                <a:gd name="connsiteY335" fmla="*/ 1839732 h 2756588"/>
                <a:gd name="connsiteX336" fmla="*/ 750651 w 2659805"/>
                <a:gd name="connsiteY336" fmla="*/ 1726797 h 2756588"/>
                <a:gd name="connsiteX337" fmla="*/ 765355 w 2659805"/>
                <a:gd name="connsiteY337" fmla="*/ 1711329 h 2756588"/>
                <a:gd name="connsiteX338" fmla="*/ 753721 w 2659805"/>
                <a:gd name="connsiteY338" fmla="*/ 1703747 h 2756588"/>
                <a:gd name="connsiteX339" fmla="*/ 757320 w 2659805"/>
                <a:gd name="connsiteY339" fmla="*/ 1673118 h 2756588"/>
                <a:gd name="connsiteX340" fmla="*/ 772019 w 2659805"/>
                <a:gd name="connsiteY340" fmla="*/ 1658014 h 2756588"/>
                <a:gd name="connsiteX341" fmla="*/ 760386 w 2659805"/>
                <a:gd name="connsiteY341" fmla="*/ 1650432 h 2756588"/>
                <a:gd name="connsiteX342" fmla="*/ 763960 w 2659805"/>
                <a:gd name="connsiteY342" fmla="*/ 1632860 h 2756588"/>
                <a:gd name="connsiteX343" fmla="*/ 779049 w 2659805"/>
                <a:gd name="connsiteY343" fmla="*/ 1616865 h 2756588"/>
                <a:gd name="connsiteX344" fmla="*/ 764426 w 2659805"/>
                <a:gd name="connsiteY344" fmla="*/ 1630419 h 2756588"/>
                <a:gd name="connsiteX345" fmla="*/ 832857 w 2659805"/>
                <a:gd name="connsiteY345" fmla="*/ 1403928 h 2756588"/>
                <a:gd name="connsiteX346" fmla="*/ 906856 w 2659805"/>
                <a:gd name="connsiteY346" fmla="*/ 1269522 h 2756588"/>
                <a:gd name="connsiteX347" fmla="*/ 910724 w 2659805"/>
                <a:gd name="connsiteY347" fmla="*/ 1284071 h 2756588"/>
                <a:gd name="connsiteX348" fmla="*/ 909669 w 2659805"/>
                <a:gd name="connsiteY348" fmla="*/ 1297154 h 2756588"/>
                <a:gd name="connsiteX349" fmla="*/ 910943 w 2659805"/>
                <a:gd name="connsiteY349" fmla="*/ 1283922 h 2756588"/>
                <a:gd name="connsiteX350" fmla="*/ 908616 w 2659805"/>
                <a:gd name="connsiteY350" fmla="*/ 1268336 h 2756588"/>
                <a:gd name="connsiteX351" fmla="*/ 911994 w 2659805"/>
                <a:gd name="connsiteY351" fmla="*/ 1264088 h 2756588"/>
                <a:gd name="connsiteX352" fmla="*/ 937336 w 2659805"/>
                <a:gd name="connsiteY352" fmla="*/ 1255138 h 2756588"/>
                <a:gd name="connsiteX353" fmla="*/ 928627 w 2659805"/>
                <a:gd name="connsiteY353" fmla="*/ 1241636 h 2756588"/>
                <a:gd name="connsiteX354" fmla="*/ 931936 w 2659805"/>
                <a:gd name="connsiteY354" fmla="*/ 1237359 h 2756588"/>
                <a:gd name="connsiteX355" fmla="*/ 984881 w 2659805"/>
                <a:gd name="connsiteY355" fmla="*/ 1189152 h 2756588"/>
                <a:gd name="connsiteX356" fmla="*/ 973653 w 2659805"/>
                <a:gd name="connsiteY356" fmla="*/ 1183922 h 2756588"/>
                <a:gd name="connsiteX357" fmla="*/ 1061127 w 2659805"/>
                <a:gd name="connsiteY357" fmla="*/ 1091561 h 2756588"/>
                <a:gd name="connsiteX358" fmla="*/ 1088631 w 2659805"/>
                <a:gd name="connsiteY358" fmla="*/ 1086871 h 2756588"/>
                <a:gd name="connsiteX359" fmla="*/ 1063147 w 2659805"/>
                <a:gd name="connsiteY359" fmla="*/ 1090676 h 2756588"/>
                <a:gd name="connsiteX360" fmla="*/ 1092078 w 2659805"/>
                <a:gd name="connsiteY360" fmla="*/ 1064372 h 2756588"/>
                <a:gd name="connsiteX361" fmla="*/ 1088788 w 2659805"/>
                <a:gd name="connsiteY361" fmla="*/ 1086844 h 2756588"/>
                <a:gd name="connsiteX362" fmla="*/ 1088791 w 2659805"/>
                <a:gd name="connsiteY362" fmla="*/ 1086844 h 2756588"/>
                <a:gd name="connsiteX363" fmla="*/ 1094121 w 2659805"/>
                <a:gd name="connsiteY363" fmla="*/ 1063456 h 2756588"/>
                <a:gd name="connsiteX364" fmla="*/ 1101563 w 2659805"/>
                <a:gd name="connsiteY364" fmla="*/ 1057813 h 2756588"/>
                <a:gd name="connsiteX365" fmla="*/ 1129016 w 2659805"/>
                <a:gd name="connsiteY365" fmla="*/ 1052936 h 2756588"/>
                <a:gd name="connsiteX366" fmla="*/ 1103079 w 2659805"/>
                <a:gd name="connsiteY366" fmla="*/ 1057354 h 2756588"/>
                <a:gd name="connsiteX367" fmla="*/ 1147380 w 2659805"/>
                <a:gd name="connsiteY367" fmla="*/ 1022198 h 2756588"/>
                <a:gd name="connsiteX368" fmla="*/ 1146690 w 2659805"/>
                <a:gd name="connsiteY368" fmla="*/ 1041617 h 2756588"/>
                <a:gd name="connsiteX369" fmla="*/ 1137776 w 2659805"/>
                <a:gd name="connsiteY369" fmla="*/ 1050845 h 2756588"/>
                <a:gd name="connsiteX370" fmla="*/ 1147441 w 2659805"/>
                <a:gd name="connsiteY370" fmla="*/ 1041208 h 2756588"/>
                <a:gd name="connsiteX371" fmla="*/ 1149217 w 2659805"/>
                <a:gd name="connsiteY371" fmla="*/ 1021211 h 2756588"/>
                <a:gd name="connsiteX372" fmla="*/ 1153351 w 2659805"/>
                <a:gd name="connsiteY372" fmla="*/ 1021116 h 2756588"/>
                <a:gd name="connsiteX373" fmla="*/ 1180746 w 2659805"/>
                <a:gd name="connsiteY373" fmla="*/ 1017159 h 2756588"/>
                <a:gd name="connsiteX374" fmla="*/ 1298726 w 2659805"/>
                <a:gd name="connsiteY374" fmla="*/ 953433 h 2756588"/>
                <a:gd name="connsiteX375" fmla="*/ 1180745 w 2659805"/>
                <a:gd name="connsiteY375" fmla="*/ 1017159 h 2756588"/>
                <a:gd name="connsiteX376" fmla="*/ 1153988 w 2659805"/>
                <a:gd name="connsiteY376" fmla="*/ 1020673 h 2756588"/>
                <a:gd name="connsiteX377" fmla="*/ 1343265 w 2659805"/>
                <a:gd name="connsiteY377" fmla="*/ 912524 h 2756588"/>
                <a:gd name="connsiteX378" fmla="*/ 1518292 w 2659805"/>
                <a:gd name="connsiteY378" fmla="*/ 858347 h 2756588"/>
                <a:gd name="connsiteX379" fmla="*/ 1513046 w 2659805"/>
                <a:gd name="connsiteY379" fmla="*/ 868990 h 2756588"/>
                <a:gd name="connsiteX380" fmla="*/ 1504809 w 2659805"/>
                <a:gd name="connsiteY380" fmla="*/ 876637 h 2756588"/>
                <a:gd name="connsiteX381" fmla="*/ 1513373 w 2659805"/>
                <a:gd name="connsiteY381" fmla="*/ 869039 h 2756588"/>
                <a:gd name="connsiteX382" fmla="*/ 1520918 w 2659805"/>
                <a:gd name="connsiteY382" fmla="*/ 858736 h 2756588"/>
                <a:gd name="connsiteX383" fmla="*/ 1532456 w 2659805"/>
                <a:gd name="connsiteY383" fmla="*/ 860441 h 2756588"/>
                <a:gd name="connsiteX384" fmla="*/ 1544758 w 2659805"/>
                <a:gd name="connsiteY384" fmla="*/ 869401 h 2756588"/>
                <a:gd name="connsiteX385" fmla="*/ 1545372 w 2659805"/>
                <a:gd name="connsiteY385" fmla="*/ 869361 h 2756588"/>
                <a:gd name="connsiteX386" fmla="*/ 1534663 w 2659805"/>
                <a:gd name="connsiteY386" fmla="*/ 860890 h 2756588"/>
                <a:gd name="connsiteX387" fmla="*/ 1558555 w 2659805"/>
                <a:gd name="connsiteY387" fmla="*/ 851653 h 2756588"/>
                <a:gd name="connsiteX388" fmla="*/ 1552601 w 2659805"/>
                <a:gd name="connsiteY388" fmla="*/ 868902 h 2756588"/>
                <a:gd name="connsiteX389" fmla="*/ 1552618 w 2659805"/>
                <a:gd name="connsiteY389" fmla="*/ 868901 h 2756588"/>
                <a:gd name="connsiteX390" fmla="*/ 1560904 w 2659805"/>
                <a:gd name="connsiteY390" fmla="*/ 852071 h 2756588"/>
                <a:gd name="connsiteX391" fmla="*/ 1578834 w 2659805"/>
                <a:gd name="connsiteY391" fmla="*/ 853764 h 2756588"/>
                <a:gd name="connsiteX392" fmla="*/ 1591293 w 2659805"/>
                <a:gd name="connsiteY392" fmla="*/ 862730 h 2756588"/>
                <a:gd name="connsiteX393" fmla="*/ 1592009 w 2659805"/>
                <a:gd name="connsiteY393" fmla="*/ 862686 h 2756588"/>
                <a:gd name="connsiteX394" fmla="*/ 1581313 w 2659805"/>
                <a:gd name="connsiteY394" fmla="*/ 854226 h 2756588"/>
                <a:gd name="connsiteX395" fmla="*/ 1605205 w 2659805"/>
                <a:gd name="connsiteY395" fmla="*/ 844988 h 2756588"/>
                <a:gd name="connsiteX396" fmla="*/ 0 w 2659805"/>
                <a:gd name="connsiteY396" fmla="*/ 0 h 2756588"/>
                <a:gd name="connsiteX397" fmla="*/ 447556 w 2659805"/>
                <a:gd name="connsiteY397" fmla="*/ 0 h 2756588"/>
                <a:gd name="connsiteX398" fmla="*/ 447556 w 2659805"/>
                <a:gd name="connsiteY398" fmla="*/ 447557 h 2756588"/>
                <a:gd name="connsiteX399" fmla="*/ 0 w 2659805"/>
                <a:gd name="connsiteY399" fmla="*/ 447557 h 275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Lst>
              <a:rect l="l" t="t" r="r" b="b"/>
              <a:pathLst>
                <a:path w="2659805" h="2756588">
                  <a:moveTo>
                    <a:pt x="2146238" y="2633715"/>
                  </a:moveTo>
                  <a:cubicBezTo>
                    <a:pt x="2153255" y="2633798"/>
                    <a:pt x="2160580" y="2634180"/>
                    <a:pt x="2167536" y="2633826"/>
                  </a:cubicBezTo>
                  <a:cubicBezTo>
                    <a:pt x="2150808" y="2646497"/>
                    <a:pt x="2131424" y="2657585"/>
                    <a:pt x="2109705" y="2668940"/>
                  </a:cubicBezTo>
                  <a:lnTo>
                    <a:pt x="2111187" y="2650528"/>
                  </a:lnTo>
                  <a:lnTo>
                    <a:pt x="2111456" y="2649214"/>
                  </a:lnTo>
                  <a:lnTo>
                    <a:pt x="2116534" y="2642259"/>
                  </a:lnTo>
                  <a:lnTo>
                    <a:pt x="2122459" y="2638199"/>
                  </a:lnTo>
                  <a:close/>
                  <a:moveTo>
                    <a:pt x="1785141" y="2384444"/>
                  </a:moveTo>
                  <a:cubicBezTo>
                    <a:pt x="1783308" y="2398939"/>
                    <a:pt x="1779065" y="2412876"/>
                    <a:pt x="1761251" y="2393681"/>
                  </a:cubicBezTo>
                  <a:cubicBezTo>
                    <a:pt x="1768158" y="2389026"/>
                    <a:pt x="1775475" y="2386526"/>
                    <a:pt x="1785141" y="2384444"/>
                  </a:cubicBezTo>
                  <a:close/>
                  <a:moveTo>
                    <a:pt x="2071647" y="2264066"/>
                  </a:moveTo>
                  <a:cubicBezTo>
                    <a:pt x="2075105" y="2280600"/>
                    <a:pt x="2073373" y="2294980"/>
                    <a:pt x="2047055" y="2286886"/>
                  </a:cubicBezTo>
                  <a:cubicBezTo>
                    <a:pt x="2052849" y="2278541"/>
                    <a:pt x="2061238" y="2271737"/>
                    <a:pt x="2071647" y="2264066"/>
                  </a:cubicBezTo>
                  <a:close/>
                  <a:moveTo>
                    <a:pt x="2621601" y="2055855"/>
                  </a:moveTo>
                  <a:cubicBezTo>
                    <a:pt x="2607355" y="2142138"/>
                    <a:pt x="2568989" y="2219736"/>
                    <a:pt x="2523395" y="2296266"/>
                  </a:cubicBezTo>
                  <a:cubicBezTo>
                    <a:pt x="2506014" y="2284399"/>
                    <a:pt x="2506014" y="2284399"/>
                    <a:pt x="2521684" y="2274921"/>
                  </a:cubicBezTo>
                  <a:cubicBezTo>
                    <a:pt x="2527419" y="2250201"/>
                    <a:pt x="2529345" y="2230320"/>
                    <a:pt x="2536653" y="2212666"/>
                  </a:cubicBezTo>
                  <a:cubicBezTo>
                    <a:pt x="2555493" y="2167148"/>
                    <a:pt x="2576228" y="2122386"/>
                    <a:pt x="2597399" y="2077890"/>
                  </a:cubicBezTo>
                  <a:cubicBezTo>
                    <a:pt x="2601534" y="2069199"/>
                    <a:pt x="2611045" y="2063068"/>
                    <a:pt x="2621601" y="2055855"/>
                  </a:cubicBezTo>
                  <a:close/>
                  <a:moveTo>
                    <a:pt x="2650555" y="1937284"/>
                  </a:moveTo>
                  <a:cubicBezTo>
                    <a:pt x="2652393" y="1941183"/>
                    <a:pt x="2652045" y="1945126"/>
                    <a:pt x="2649840" y="1949945"/>
                  </a:cubicBezTo>
                  <a:cubicBezTo>
                    <a:pt x="2644311" y="1947911"/>
                    <a:pt x="2640639" y="1945000"/>
                    <a:pt x="2636968" y="1942089"/>
                  </a:cubicBezTo>
                  <a:cubicBezTo>
                    <a:pt x="2640768" y="1940501"/>
                    <a:pt x="2644567" y="1938914"/>
                    <a:pt x="2650555" y="1937284"/>
                  </a:cubicBezTo>
                  <a:close/>
                  <a:moveTo>
                    <a:pt x="755184" y="1899469"/>
                  </a:moveTo>
                  <a:cubicBezTo>
                    <a:pt x="758836" y="1899389"/>
                    <a:pt x="762040" y="1901512"/>
                    <a:pt x="765243" y="1903634"/>
                  </a:cubicBezTo>
                  <a:cubicBezTo>
                    <a:pt x="763284" y="1905753"/>
                    <a:pt x="761327" y="1907873"/>
                    <a:pt x="757502" y="1910284"/>
                  </a:cubicBezTo>
                  <a:cubicBezTo>
                    <a:pt x="755334" y="1907609"/>
                    <a:pt x="755034" y="1904641"/>
                    <a:pt x="755184" y="1899469"/>
                  </a:cubicBezTo>
                  <a:close/>
                  <a:moveTo>
                    <a:pt x="2657561" y="1878384"/>
                  </a:moveTo>
                  <a:cubicBezTo>
                    <a:pt x="2659156" y="1883420"/>
                    <a:pt x="2658908" y="1889377"/>
                    <a:pt x="2656654" y="1896419"/>
                  </a:cubicBezTo>
                  <a:cubicBezTo>
                    <a:pt x="2651008" y="1895780"/>
                    <a:pt x="2647365" y="1894055"/>
                    <a:pt x="2643721" y="1892331"/>
                  </a:cubicBezTo>
                  <a:cubicBezTo>
                    <a:pt x="2647719" y="1887989"/>
                    <a:pt x="2651718" y="1883648"/>
                    <a:pt x="2657561" y="1878384"/>
                  </a:cubicBezTo>
                  <a:close/>
                  <a:moveTo>
                    <a:pt x="2294638" y="1726197"/>
                  </a:moveTo>
                  <a:cubicBezTo>
                    <a:pt x="2298289" y="1726116"/>
                    <a:pt x="2301490" y="1728238"/>
                    <a:pt x="2304692" y="1730360"/>
                  </a:cubicBezTo>
                  <a:cubicBezTo>
                    <a:pt x="2302736" y="1732480"/>
                    <a:pt x="2300780" y="1734599"/>
                    <a:pt x="2296955" y="1737013"/>
                  </a:cubicBezTo>
                  <a:cubicBezTo>
                    <a:pt x="2294787" y="1734338"/>
                    <a:pt x="2294488" y="1731370"/>
                    <a:pt x="2294638" y="1726197"/>
                  </a:cubicBezTo>
                  <a:close/>
                  <a:moveTo>
                    <a:pt x="751706" y="1704850"/>
                  </a:moveTo>
                  <a:cubicBezTo>
                    <a:pt x="757599" y="1706274"/>
                    <a:pt x="761476" y="1708801"/>
                    <a:pt x="765354" y="1711329"/>
                  </a:cubicBezTo>
                  <a:cubicBezTo>
                    <a:pt x="761327" y="1715362"/>
                    <a:pt x="757298" y="1719395"/>
                    <a:pt x="751120" y="1723705"/>
                  </a:cubicBezTo>
                  <a:cubicBezTo>
                    <a:pt x="749209" y="1717973"/>
                    <a:pt x="749450" y="1711962"/>
                    <a:pt x="751706" y="1704850"/>
                  </a:cubicBezTo>
                  <a:close/>
                  <a:moveTo>
                    <a:pt x="1117747" y="1697364"/>
                  </a:moveTo>
                  <a:cubicBezTo>
                    <a:pt x="1119700" y="1703349"/>
                    <a:pt x="1119448" y="1709373"/>
                    <a:pt x="1117174" y="1716501"/>
                  </a:cubicBezTo>
                  <a:cubicBezTo>
                    <a:pt x="1111234" y="1713216"/>
                    <a:pt x="1107315" y="1708824"/>
                    <a:pt x="1103396" y="1704433"/>
                  </a:cubicBezTo>
                  <a:cubicBezTo>
                    <a:pt x="1107446" y="1702090"/>
                    <a:pt x="1111496" y="1699746"/>
                    <a:pt x="1117747" y="1697364"/>
                  </a:cubicBezTo>
                  <a:close/>
                  <a:moveTo>
                    <a:pt x="758370" y="1651535"/>
                  </a:moveTo>
                  <a:cubicBezTo>
                    <a:pt x="764263" y="1652960"/>
                    <a:pt x="768140" y="1655487"/>
                    <a:pt x="772018" y="1658014"/>
                  </a:cubicBezTo>
                  <a:cubicBezTo>
                    <a:pt x="767991" y="1662047"/>
                    <a:pt x="763962" y="1666079"/>
                    <a:pt x="757784" y="1670391"/>
                  </a:cubicBezTo>
                  <a:cubicBezTo>
                    <a:pt x="755874" y="1664658"/>
                    <a:pt x="756114" y="1658648"/>
                    <a:pt x="758370" y="1651535"/>
                  </a:cubicBezTo>
                  <a:close/>
                  <a:moveTo>
                    <a:pt x="2606162" y="1485032"/>
                  </a:moveTo>
                  <a:cubicBezTo>
                    <a:pt x="2616503" y="1510984"/>
                    <a:pt x="2625081" y="1538211"/>
                    <a:pt x="2633203" y="1568069"/>
                  </a:cubicBezTo>
                  <a:cubicBezTo>
                    <a:pt x="2609373" y="1547246"/>
                    <a:pt x="2598003" y="1519761"/>
                    <a:pt x="2606162" y="1485032"/>
                  </a:cubicBezTo>
                  <a:close/>
                  <a:moveTo>
                    <a:pt x="926945" y="1242730"/>
                  </a:moveTo>
                  <a:cubicBezTo>
                    <a:pt x="931530" y="1246138"/>
                    <a:pt x="934433" y="1250638"/>
                    <a:pt x="937336" y="1255138"/>
                  </a:cubicBezTo>
                  <a:cubicBezTo>
                    <a:pt x="930097" y="1257881"/>
                    <a:pt x="922860" y="1260624"/>
                    <a:pt x="912744" y="1262489"/>
                  </a:cubicBezTo>
                  <a:cubicBezTo>
                    <a:pt x="914998" y="1255682"/>
                    <a:pt x="920130" y="1249752"/>
                    <a:pt x="926945" y="1242730"/>
                  </a:cubicBezTo>
                  <a:close/>
                  <a:moveTo>
                    <a:pt x="1734464" y="1206704"/>
                  </a:moveTo>
                  <a:cubicBezTo>
                    <a:pt x="1715378" y="1205118"/>
                    <a:pt x="1696393" y="1204578"/>
                    <a:pt x="1677852" y="1207019"/>
                  </a:cubicBezTo>
                  <a:cubicBezTo>
                    <a:pt x="1613979" y="1215428"/>
                    <a:pt x="1551160" y="1231842"/>
                    <a:pt x="1485385" y="1241073"/>
                  </a:cubicBezTo>
                  <a:lnTo>
                    <a:pt x="1470523" y="1240291"/>
                  </a:lnTo>
                  <a:lnTo>
                    <a:pt x="1469544" y="1240127"/>
                  </a:lnTo>
                  <a:lnTo>
                    <a:pt x="1468997" y="1240210"/>
                  </a:lnTo>
                  <a:lnTo>
                    <a:pt x="1461957" y="1239840"/>
                  </a:lnTo>
                  <a:lnTo>
                    <a:pt x="1450077" y="1243099"/>
                  </a:lnTo>
                  <a:lnTo>
                    <a:pt x="1447267" y="1243529"/>
                  </a:lnTo>
                  <a:lnTo>
                    <a:pt x="1445152" y="1244451"/>
                  </a:lnTo>
                  <a:lnTo>
                    <a:pt x="1431436" y="1248214"/>
                  </a:lnTo>
                  <a:cubicBezTo>
                    <a:pt x="1410940" y="1256164"/>
                    <a:pt x="1392366" y="1268013"/>
                    <a:pt x="1389013" y="1278755"/>
                  </a:cubicBezTo>
                  <a:lnTo>
                    <a:pt x="1389013" y="1278756"/>
                  </a:lnTo>
                  <a:lnTo>
                    <a:pt x="1403816" y="1262469"/>
                  </a:lnTo>
                  <a:lnTo>
                    <a:pt x="1445152" y="1244451"/>
                  </a:lnTo>
                  <a:lnTo>
                    <a:pt x="1450077" y="1243099"/>
                  </a:lnTo>
                  <a:lnTo>
                    <a:pt x="1468997" y="1240210"/>
                  </a:lnTo>
                  <a:lnTo>
                    <a:pt x="1470523" y="1240291"/>
                  </a:lnTo>
                  <a:lnTo>
                    <a:pt x="1486642" y="1242985"/>
                  </a:lnTo>
                  <a:cubicBezTo>
                    <a:pt x="1457473" y="1260524"/>
                    <a:pt x="1427048" y="1276151"/>
                    <a:pt x="1394732" y="1292797"/>
                  </a:cubicBezTo>
                  <a:lnTo>
                    <a:pt x="1389013" y="1278757"/>
                  </a:lnTo>
                  <a:lnTo>
                    <a:pt x="1391836" y="1295079"/>
                  </a:lnTo>
                  <a:cubicBezTo>
                    <a:pt x="1391836" y="1295079"/>
                    <a:pt x="1390483" y="1295962"/>
                    <a:pt x="1385535" y="1292880"/>
                  </a:cubicBezTo>
                  <a:cubicBezTo>
                    <a:pt x="1381278" y="1297669"/>
                    <a:pt x="1377020" y="1302459"/>
                    <a:pt x="1371772" y="1308408"/>
                  </a:cubicBezTo>
                  <a:cubicBezTo>
                    <a:pt x="1371772" y="1308408"/>
                    <a:pt x="1370525" y="1309287"/>
                    <a:pt x="1365683" y="1306248"/>
                  </a:cubicBezTo>
                  <a:lnTo>
                    <a:pt x="1351917" y="1322222"/>
                  </a:lnTo>
                  <a:lnTo>
                    <a:pt x="1347012" y="1327916"/>
                  </a:lnTo>
                  <a:cubicBezTo>
                    <a:pt x="1345782" y="1329848"/>
                    <a:pt x="1344025" y="1330900"/>
                    <a:pt x="1336372" y="1330926"/>
                  </a:cubicBezTo>
                  <a:lnTo>
                    <a:pt x="1322241" y="1345732"/>
                  </a:lnTo>
                  <a:lnTo>
                    <a:pt x="1312835" y="1355587"/>
                  </a:lnTo>
                  <a:cubicBezTo>
                    <a:pt x="1280264" y="1391845"/>
                    <a:pt x="1247692" y="1428102"/>
                    <a:pt x="1210423" y="1464255"/>
                  </a:cubicBezTo>
                  <a:cubicBezTo>
                    <a:pt x="1201390" y="1473585"/>
                    <a:pt x="1191000" y="1482218"/>
                    <a:pt x="1181447" y="1491280"/>
                  </a:cubicBezTo>
                  <a:lnTo>
                    <a:pt x="1157579" y="1520785"/>
                  </a:lnTo>
                  <a:lnTo>
                    <a:pt x="1181739" y="1491287"/>
                  </a:lnTo>
                  <a:cubicBezTo>
                    <a:pt x="1191587" y="1482231"/>
                    <a:pt x="1202565" y="1473611"/>
                    <a:pt x="1212772" y="1464307"/>
                  </a:cubicBezTo>
                  <a:cubicBezTo>
                    <a:pt x="1186985" y="1526419"/>
                    <a:pt x="1158848" y="1588477"/>
                    <a:pt x="1128822" y="1651818"/>
                  </a:cubicBezTo>
                  <a:cubicBezTo>
                    <a:pt x="1124251" y="1644915"/>
                    <a:pt x="1117523" y="1635509"/>
                    <a:pt x="1119563" y="1628748"/>
                  </a:cubicBezTo>
                  <a:cubicBezTo>
                    <a:pt x="1117523" y="1635509"/>
                    <a:pt x="1124251" y="1644915"/>
                    <a:pt x="1127295" y="1656078"/>
                  </a:cubicBezTo>
                  <a:cubicBezTo>
                    <a:pt x="1127295" y="1656078"/>
                    <a:pt x="1126469" y="1658963"/>
                    <a:pt x="1121028" y="1658015"/>
                  </a:cubicBezTo>
                  <a:cubicBezTo>
                    <a:pt x="1115442" y="1659828"/>
                    <a:pt x="1109855" y="1661640"/>
                    <a:pt x="1104269" y="1663453"/>
                  </a:cubicBezTo>
                  <a:lnTo>
                    <a:pt x="1104270" y="1663454"/>
                  </a:lnTo>
                  <a:lnTo>
                    <a:pt x="1123747" y="1658489"/>
                  </a:lnTo>
                  <a:cubicBezTo>
                    <a:pt x="1126069" y="1664708"/>
                    <a:pt x="1125670" y="1670452"/>
                    <a:pt x="1123569" y="1676886"/>
                  </a:cubicBezTo>
                  <a:lnTo>
                    <a:pt x="1104271" y="1663456"/>
                  </a:lnTo>
                  <a:lnTo>
                    <a:pt x="1121188" y="1682502"/>
                  </a:lnTo>
                  <a:cubicBezTo>
                    <a:pt x="1120775" y="1687443"/>
                    <a:pt x="1120363" y="1692384"/>
                    <a:pt x="1115546" y="1697402"/>
                  </a:cubicBezTo>
                  <a:cubicBezTo>
                    <a:pt x="1111496" y="1699746"/>
                    <a:pt x="1107446" y="1702090"/>
                    <a:pt x="1103396" y="1704433"/>
                  </a:cubicBezTo>
                  <a:cubicBezTo>
                    <a:pt x="1107315" y="1708824"/>
                    <a:pt x="1111234" y="1713216"/>
                    <a:pt x="1114515" y="1723788"/>
                  </a:cubicBezTo>
                  <a:cubicBezTo>
                    <a:pt x="1116943" y="1788174"/>
                    <a:pt x="1119369" y="1852560"/>
                    <a:pt x="1118034" y="1919732"/>
                  </a:cubicBezTo>
                  <a:cubicBezTo>
                    <a:pt x="1117606" y="1926990"/>
                    <a:pt x="1116084" y="1934654"/>
                    <a:pt x="1115249" y="1942063"/>
                  </a:cubicBezTo>
                  <a:lnTo>
                    <a:pt x="1116585" y="1962852"/>
                  </a:lnTo>
                  <a:lnTo>
                    <a:pt x="1115484" y="1941889"/>
                  </a:lnTo>
                  <a:cubicBezTo>
                    <a:pt x="1116554" y="1934307"/>
                    <a:pt x="1118547" y="1926294"/>
                    <a:pt x="1119915" y="1918340"/>
                  </a:cubicBezTo>
                  <a:cubicBezTo>
                    <a:pt x="1130332" y="1944209"/>
                    <a:pt x="1138868" y="1971472"/>
                    <a:pt x="1147005" y="2001310"/>
                  </a:cubicBezTo>
                  <a:cubicBezTo>
                    <a:pt x="1141616" y="1995829"/>
                    <a:pt x="1135435" y="1990037"/>
                    <a:pt x="1129888" y="1983705"/>
                  </a:cubicBezTo>
                  <a:lnTo>
                    <a:pt x="1116612" y="1962899"/>
                  </a:lnTo>
                  <a:lnTo>
                    <a:pt x="1130072" y="1984528"/>
                  </a:lnTo>
                  <a:cubicBezTo>
                    <a:pt x="1135803" y="1991684"/>
                    <a:pt x="1142354" y="1999122"/>
                    <a:pt x="1148481" y="2007894"/>
                  </a:cubicBezTo>
                  <a:cubicBezTo>
                    <a:pt x="1150694" y="2013121"/>
                    <a:pt x="1152907" y="2018349"/>
                    <a:pt x="1151918" y="2025602"/>
                  </a:cubicBezTo>
                  <a:cubicBezTo>
                    <a:pt x="1154591" y="2029468"/>
                    <a:pt x="1157264" y="2033335"/>
                    <a:pt x="1162044" y="2041515"/>
                  </a:cubicBezTo>
                  <a:cubicBezTo>
                    <a:pt x="1213843" y="2144754"/>
                    <a:pt x="1285709" y="2230730"/>
                    <a:pt x="1381525" y="2301138"/>
                  </a:cubicBezTo>
                  <a:cubicBezTo>
                    <a:pt x="1384412" y="2305633"/>
                    <a:pt x="1386262" y="2312449"/>
                    <a:pt x="1390343" y="2314273"/>
                  </a:cubicBezTo>
                  <a:cubicBezTo>
                    <a:pt x="1386262" y="2312449"/>
                    <a:pt x="1384412" y="2305634"/>
                    <a:pt x="1381384" y="2298743"/>
                  </a:cubicBezTo>
                  <a:cubicBezTo>
                    <a:pt x="1439401" y="2321216"/>
                    <a:pt x="1497314" y="2346683"/>
                    <a:pt x="1555871" y="2370572"/>
                  </a:cubicBezTo>
                  <a:cubicBezTo>
                    <a:pt x="1572552" y="2377376"/>
                    <a:pt x="1591104" y="2379594"/>
                    <a:pt x="1611504" y="2384389"/>
                  </a:cubicBezTo>
                  <a:cubicBezTo>
                    <a:pt x="1608389" y="2391040"/>
                    <a:pt x="1604547" y="2394844"/>
                    <a:pt x="1600345" y="2396743"/>
                  </a:cubicBezTo>
                  <a:lnTo>
                    <a:pt x="1587918" y="2397595"/>
                  </a:lnTo>
                  <a:lnTo>
                    <a:pt x="1587930" y="2397600"/>
                  </a:lnTo>
                  <a:cubicBezTo>
                    <a:pt x="1597942" y="2399496"/>
                    <a:pt x="1608887" y="2397468"/>
                    <a:pt x="1618729" y="2383943"/>
                  </a:cubicBezTo>
                  <a:cubicBezTo>
                    <a:pt x="1623980" y="2385844"/>
                    <a:pt x="1629233" y="2387744"/>
                    <a:pt x="1634864" y="2394130"/>
                  </a:cubicBezTo>
                  <a:cubicBezTo>
                    <a:pt x="1641308" y="2393262"/>
                    <a:pt x="1647753" y="2392395"/>
                    <a:pt x="1660358" y="2390594"/>
                  </a:cubicBezTo>
                  <a:cubicBezTo>
                    <a:pt x="1693853" y="2390904"/>
                    <a:pt x="1727346" y="2391216"/>
                    <a:pt x="1761661" y="2395837"/>
                  </a:cubicBezTo>
                  <a:cubicBezTo>
                    <a:pt x="1779064" y="2412876"/>
                    <a:pt x="1783308" y="2398939"/>
                    <a:pt x="1791906" y="2383964"/>
                  </a:cubicBezTo>
                  <a:cubicBezTo>
                    <a:pt x="1794879" y="2384263"/>
                    <a:pt x="1797854" y="2384563"/>
                    <a:pt x="1801869" y="2389513"/>
                  </a:cubicBezTo>
                  <a:cubicBezTo>
                    <a:pt x="1803202" y="2391190"/>
                    <a:pt x="1804626" y="2394398"/>
                    <a:pt x="1805854" y="2394325"/>
                  </a:cubicBezTo>
                  <a:cubicBezTo>
                    <a:pt x="1804626" y="2394398"/>
                    <a:pt x="1803202" y="2391190"/>
                    <a:pt x="1801347" y="2387187"/>
                  </a:cubicBezTo>
                  <a:cubicBezTo>
                    <a:pt x="1849748" y="2369048"/>
                    <a:pt x="1899444" y="2355233"/>
                    <a:pt x="1947320" y="2336715"/>
                  </a:cubicBezTo>
                  <a:cubicBezTo>
                    <a:pt x="1979060" y="2324438"/>
                    <a:pt x="2008194" y="2305425"/>
                    <a:pt x="2040352" y="2288422"/>
                  </a:cubicBezTo>
                  <a:cubicBezTo>
                    <a:pt x="2042143" y="2294287"/>
                    <a:pt x="2044897" y="2305069"/>
                    <a:pt x="2041593" y="2307454"/>
                  </a:cubicBezTo>
                  <a:cubicBezTo>
                    <a:pt x="2044898" y="2305069"/>
                    <a:pt x="2042143" y="2294287"/>
                    <a:pt x="2043198" y="2286231"/>
                  </a:cubicBezTo>
                  <a:cubicBezTo>
                    <a:pt x="2043198" y="2286231"/>
                    <a:pt x="2044459" y="2285343"/>
                    <a:pt x="2049650" y="2288427"/>
                  </a:cubicBezTo>
                  <a:cubicBezTo>
                    <a:pt x="2073373" y="2294979"/>
                    <a:pt x="2075105" y="2280599"/>
                    <a:pt x="2073986" y="2263725"/>
                  </a:cubicBezTo>
                  <a:cubicBezTo>
                    <a:pt x="2073986" y="2263725"/>
                    <a:pt x="2073458" y="2263406"/>
                    <a:pt x="2079096" y="2263642"/>
                  </a:cubicBezTo>
                  <a:lnTo>
                    <a:pt x="2091918" y="2261195"/>
                  </a:lnTo>
                  <a:lnTo>
                    <a:pt x="2076277" y="2263525"/>
                  </a:lnTo>
                  <a:cubicBezTo>
                    <a:pt x="2083309" y="2255005"/>
                    <a:pt x="2093162" y="2246604"/>
                    <a:pt x="2105053" y="2237290"/>
                  </a:cubicBezTo>
                  <a:lnTo>
                    <a:pt x="2101902" y="2259288"/>
                  </a:lnTo>
                  <a:lnTo>
                    <a:pt x="2102636" y="2259148"/>
                  </a:lnTo>
                  <a:cubicBezTo>
                    <a:pt x="2107635" y="2254283"/>
                    <a:pt x="2109702" y="2245748"/>
                    <a:pt x="2108596" y="2232631"/>
                  </a:cubicBezTo>
                  <a:cubicBezTo>
                    <a:pt x="2114600" y="2227375"/>
                    <a:pt x="2120604" y="2222118"/>
                    <a:pt x="2131731" y="2217016"/>
                  </a:cubicBezTo>
                  <a:cubicBezTo>
                    <a:pt x="2156918" y="2218456"/>
                    <a:pt x="2161101" y="2196600"/>
                    <a:pt x="2171272" y="2181386"/>
                  </a:cubicBezTo>
                  <a:lnTo>
                    <a:pt x="2184071" y="2169828"/>
                  </a:lnTo>
                  <a:lnTo>
                    <a:pt x="2171232" y="2181386"/>
                  </a:lnTo>
                  <a:cubicBezTo>
                    <a:pt x="2160941" y="2196596"/>
                    <a:pt x="2156278" y="2218437"/>
                    <a:pt x="2129171" y="2216940"/>
                  </a:cubicBezTo>
                  <a:cubicBezTo>
                    <a:pt x="2141571" y="2199071"/>
                    <a:pt x="2156532" y="2181279"/>
                    <a:pt x="2173189" y="2162360"/>
                  </a:cubicBezTo>
                  <a:lnTo>
                    <a:pt x="2184439" y="2169495"/>
                  </a:lnTo>
                  <a:lnTo>
                    <a:pt x="2184440" y="2169494"/>
                  </a:lnTo>
                  <a:cubicBezTo>
                    <a:pt x="2181255" y="2166740"/>
                    <a:pt x="2178068" y="2163986"/>
                    <a:pt x="2174639" y="2157675"/>
                  </a:cubicBezTo>
                  <a:cubicBezTo>
                    <a:pt x="2175199" y="2156627"/>
                    <a:pt x="2175761" y="2155580"/>
                    <a:pt x="2181797" y="2156337"/>
                  </a:cubicBezTo>
                  <a:cubicBezTo>
                    <a:pt x="2185956" y="2154399"/>
                    <a:pt x="2191238" y="2153010"/>
                    <a:pt x="2195871" y="2151302"/>
                  </a:cubicBezTo>
                  <a:lnTo>
                    <a:pt x="2206032" y="2144381"/>
                  </a:lnTo>
                  <a:lnTo>
                    <a:pt x="2195529" y="2151190"/>
                  </a:lnTo>
                  <a:cubicBezTo>
                    <a:pt x="2190554" y="2152784"/>
                    <a:pt x="2184588" y="2153949"/>
                    <a:pt x="2179060" y="2155435"/>
                  </a:cubicBezTo>
                  <a:cubicBezTo>
                    <a:pt x="2223171" y="2094096"/>
                    <a:pt x="2255837" y="2026679"/>
                    <a:pt x="2277706" y="1951617"/>
                  </a:cubicBezTo>
                  <a:cubicBezTo>
                    <a:pt x="2280445" y="1953502"/>
                    <a:pt x="2283668" y="1956162"/>
                    <a:pt x="2286042" y="1958720"/>
                  </a:cubicBezTo>
                  <a:lnTo>
                    <a:pt x="2289271" y="1965205"/>
                  </a:lnTo>
                  <a:lnTo>
                    <a:pt x="2286395" y="1958015"/>
                  </a:lnTo>
                  <a:cubicBezTo>
                    <a:pt x="2284377" y="1954751"/>
                    <a:pt x="2281864" y="1950680"/>
                    <a:pt x="2280544" y="1945973"/>
                  </a:cubicBezTo>
                  <a:cubicBezTo>
                    <a:pt x="2280950" y="1943063"/>
                    <a:pt x="2281354" y="1940153"/>
                    <a:pt x="2286061" y="1936684"/>
                  </a:cubicBezTo>
                  <a:lnTo>
                    <a:pt x="2298136" y="1924588"/>
                  </a:lnTo>
                  <a:lnTo>
                    <a:pt x="2283909" y="1936964"/>
                  </a:lnTo>
                  <a:cubicBezTo>
                    <a:pt x="2281996" y="1931236"/>
                    <a:pt x="2282235" y="1925229"/>
                    <a:pt x="2284486" y="1918117"/>
                  </a:cubicBezTo>
                  <a:lnTo>
                    <a:pt x="2298143" y="1924581"/>
                  </a:lnTo>
                  <a:lnTo>
                    <a:pt x="2298143" y="1924580"/>
                  </a:lnTo>
                  <a:cubicBezTo>
                    <a:pt x="2294262" y="1922058"/>
                    <a:pt x="2290381" y="1919536"/>
                    <a:pt x="2287210" y="1912650"/>
                  </a:cubicBezTo>
                  <a:cubicBezTo>
                    <a:pt x="2287614" y="1909741"/>
                    <a:pt x="2288018" y="1906831"/>
                    <a:pt x="2292725" y="1903362"/>
                  </a:cubicBezTo>
                  <a:lnTo>
                    <a:pt x="2304800" y="1891267"/>
                  </a:lnTo>
                  <a:lnTo>
                    <a:pt x="2290573" y="1903643"/>
                  </a:lnTo>
                  <a:cubicBezTo>
                    <a:pt x="2288660" y="1897914"/>
                    <a:pt x="2288899" y="1891907"/>
                    <a:pt x="2291151" y="1884796"/>
                  </a:cubicBezTo>
                  <a:lnTo>
                    <a:pt x="2304808" y="1891260"/>
                  </a:lnTo>
                  <a:lnTo>
                    <a:pt x="2304808" y="1891259"/>
                  </a:lnTo>
                  <a:cubicBezTo>
                    <a:pt x="2300927" y="1888737"/>
                    <a:pt x="2297046" y="1886215"/>
                    <a:pt x="2293850" y="1877510"/>
                  </a:cubicBezTo>
                  <a:cubicBezTo>
                    <a:pt x="2294262" y="1830776"/>
                    <a:pt x="2294675" y="1784042"/>
                    <a:pt x="2298822" y="1736718"/>
                  </a:cubicBezTo>
                  <a:cubicBezTo>
                    <a:pt x="2300779" y="1734599"/>
                    <a:pt x="2302736" y="1732480"/>
                    <a:pt x="2304692" y="1730360"/>
                  </a:cubicBezTo>
                  <a:cubicBezTo>
                    <a:pt x="2301490" y="1728238"/>
                    <a:pt x="2298289" y="1726116"/>
                    <a:pt x="2292961" y="1719651"/>
                  </a:cubicBezTo>
                  <a:cubicBezTo>
                    <a:pt x="2291448" y="1712208"/>
                    <a:pt x="2289935" y="1704765"/>
                    <a:pt x="2292805" y="1696402"/>
                  </a:cubicBezTo>
                  <a:cubicBezTo>
                    <a:pt x="2284679" y="1667834"/>
                    <a:pt x="2276554" y="1639267"/>
                    <a:pt x="2266558" y="1606689"/>
                  </a:cubicBezTo>
                  <a:cubicBezTo>
                    <a:pt x="2264345" y="1601461"/>
                    <a:pt x="2262132" y="1596232"/>
                    <a:pt x="2263120" y="1588978"/>
                  </a:cubicBezTo>
                  <a:cubicBezTo>
                    <a:pt x="2260447" y="1585111"/>
                    <a:pt x="2257774" y="1581244"/>
                    <a:pt x="2252983" y="1573048"/>
                  </a:cubicBezTo>
                  <a:cubicBezTo>
                    <a:pt x="2251156" y="1570330"/>
                    <a:pt x="2248846" y="1567819"/>
                    <a:pt x="2247576" y="1564862"/>
                  </a:cubicBezTo>
                  <a:cubicBezTo>
                    <a:pt x="2205977" y="1468069"/>
                    <a:pt x="2143014" y="1387279"/>
                    <a:pt x="2057886" y="1326104"/>
                  </a:cubicBezTo>
                  <a:cubicBezTo>
                    <a:pt x="2013161" y="1293962"/>
                    <a:pt x="1962231" y="1270452"/>
                    <a:pt x="1913149" y="1238525"/>
                  </a:cubicBezTo>
                  <a:cubicBezTo>
                    <a:pt x="1895601" y="1233987"/>
                    <a:pt x="1878052" y="1229449"/>
                    <a:pt x="1855505" y="1224232"/>
                  </a:cubicBezTo>
                  <a:cubicBezTo>
                    <a:pt x="1834242" y="1220255"/>
                    <a:pt x="1813131" y="1214634"/>
                    <a:pt x="1791685" y="1212663"/>
                  </a:cubicBezTo>
                  <a:cubicBezTo>
                    <a:pt x="1772738" y="1210922"/>
                    <a:pt x="1753550" y="1208290"/>
                    <a:pt x="1734464" y="1206704"/>
                  </a:cubicBezTo>
                  <a:close/>
                  <a:moveTo>
                    <a:pt x="971607" y="1184831"/>
                  </a:moveTo>
                  <a:cubicBezTo>
                    <a:pt x="977396" y="1185666"/>
                    <a:pt x="981139" y="1187409"/>
                    <a:pt x="984881" y="1189152"/>
                  </a:cubicBezTo>
                  <a:cubicBezTo>
                    <a:pt x="961904" y="1198232"/>
                    <a:pt x="965692" y="1235139"/>
                    <a:pt x="932781" y="1235762"/>
                  </a:cubicBezTo>
                  <a:cubicBezTo>
                    <a:pt x="943250" y="1218472"/>
                    <a:pt x="956405" y="1202106"/>
                    <a:pt x="971607" y="1184831"/>
                  </a:cubicBezTo>
                  <a:close/>
                  <a:moveTo>
                    <a:pt x="1605205" y="844988"/>
                  </a:moveTo>
                  <a:lnTo>
                    <a:pt x="1599293" y="862115"/>
                  </a:lnTo>
                  <a:lnTo>
                    <a:pt x="1607554" y="845407"/>
                  </a:lnTo>
                  <a:cubicBezTo>
                    <a:pt x="1675402" y="845436"/>
                    <a:pt x="1743248" y="845466"/>
                    <a:pt x="1812948" y="850084"/>
                  </a:cubicBezTo>
                  <a:lnTo>
                    <a:pt x="1830039" y="851687"/>
                  </a:lnTo>
                  <a:lnTo>
                    <a:pt x="1834133" y="852071"/>
                  </a:lnTo>
                  <a:cubicBezTo>
                    <a:pt x="1842270" y="852253"/>
                    <a:pt x="1850409" y="852434"/>
                    <a:pt x="1859999" y="856976"/>
                  </a:cubicBezTo>
                  <a:lnTo>
                    <a:pt x="1876399" y="858364"/>
                  </a:lnTo>
                  <a:lnTo>
                    <a:pt x="1880783" y="858736"/>
                  </a:lnTo>
                  <a:cubicBezTo>
                    <a:pt x="1886804" y="858982"/>
                    <a:pt x="1892824" y="859230"/>
                    <a:pt x="1900282" y="864000"/>
                  </a:cubicBezTo>
                  <a:lnTo>
                    <a:pt x="1901568" y="866062"/>
                  </a:lnTo>
                  <a:lnTo>
                    <a:pt x="1986022" y="886270"/>
                  </a:lnTo>
                  <a:cubicBezTo>
                    <a:pt x="2014243" y="893547"/>
                    <a:pt x="2042191" y="901903"/>
                    <a:pt x="2069011" y="912986"/>
                  </a:cubicBezTo>
                  <a:cubicBezTo>
                    <a:pt x="2125796" y="936453"/>
                    <a:pt x="2178291" y="970304"/>
                    <a:pt x="2233627" y="1001736"/>
                  </a:cubicBezTo>
                  <a:cubicBezTo>
                    <a:pt x="2225070" y="1001567"/>
                    <a:pt x="2214279" y="1001426"/>
                    <a:pt x="2206213" y="996668"/>
                  </a:cubicBezTo>
                  <a:cubicBezTo>
                    <a:pt x="2214279" y="1001426"/>
                    <a:pt x="2225069" y="1001566"/>
                    <a:pt x="2234595" y="1003852"/>
                  </a:cubicBezTo>
                  <a:cubicBezTo>
                    <a:pt x="2234595" y="1003852"/>
                    <a:pt x="2234061" y="1004113"/>
                    <a:pt x="2234440" y="1006252"/>
                  </a:cubicBezTo>
                  <a:cubicBezTo>
                    <a:pt x="2241410" y="1011320"/>
                    <a:pt x="2248000" y="1014249"/>
                    <a:pt x="2254589" y="1017179"/>
                  </a:cubicBezTo>
                  <a:cubicBezTo>
                    <a:pt x="2254589" y="1017179"/>
                    <a:pt x="2254056" y="1017445"/>
                    <a:pt x="2254442" y="1019594"/>
                  </a:cubicBezTo>
                  <a:cubicBezTo>
                    <a:pt x="2261468" y="1024700"/>
                    <a:pt x="2268106" y="1027657"/>
                    <a:pt x="2274745" y="1030615"/>
                  </a:cubicBezTo>
                  <a:cubicBezTo>
                    <a:pt x="2329154" y="1079931"/>
                    <a:pt x="2387655" y="1125508"/>
                    <a:pt x="2436961" y="1179485"/>
                  </a:cubicBezTo>
                  <a:cubicBezTo>
                    <a:pt x="2502374" y="1251093"/>
                    <a:pt x="2547878" y="1336951"/>
                    <a:pt x="2585578" y="1428955"/>
                  </a:cubicBezTo>
                  <a:cubicBezTo>
                    <a:pt x="2580099" y="1435546"/>
                    <a:pt x="2577374" y="1440633"/>
                    <a:pt x="2576583" y="1444656"/>
                  </a:cubicBezTo>
                  <a:lnTo>
                    <a:pt x="2576825" y="1445520"/>
                  </a:lnTo>
                  <a:lnTo>
                    <a:pt x="2585941" y="1431391"/>
                  </a:lnTo>
                  <a:cubicBezTo>
                    <a:pt x="2592049" y="1440089"/>
                    <a:pt x="2596154" y="1449724"/>
                    <a:pt x="2599842" y="1461719"/>
                  </a:cubicBezTo>
                  <a:cubicBezTo>
                    <a:pt x="2592833" y="1459664"/>
                    <a:pt x="2583788" y="1458065"/>
                    <a:pt x="2579280" y="1453988"/>
                  </a:cubicBezTo>
                  <a:lnTo>
                    <a:pt x="2578147" y="1450265"/>
                  </a:lnTo>
                  <a:lnTo>
                    <a:pt x="2579183" y="1453978"/>
                  </a:lnTo>
                  <a:cubicBezTo>
                    <a:pt x="2583684" y="1458655"/>
                    <a:pt x="2592626" y="1460844"/>
                    <a:pt x="2599425" y="1464077"/>
                  </a:cubicBezTo>
                  <a:cubicBezTo>
                    <a:pt x="2602032" y="1469181"/>
                    <a:pt x="2604638" y="1474284"/>
                    <a:pt x="2605823" y="1482848"/>
                  </a:cubicBezTo>
                  <a:cubicBezTo>
                    <a:pt x="2598002" y="1519761"/>
                    <a:pt x="2609373" y="1547246"/>
                    <a:pt x="2632747" y="1570698"/>
                  </a:cubicBezTo>
                  <a:cubicBezTo>
                    <a:pt x="2634881" y="1573871"/>
                    <a:pt x="2637013" y="1577043"/>
                    <a:pt x="2636508" y="1582580"/>
                  </a:cubicBezTo>
                  <a:cubicBezTo>
                    <a:pt x="2630794" y="1586728"/>
                    <a:pt x="2627716" y="1588509"/>
                    <a:pt x="2624637" y="1590290"/>
                  </a:cubicBezTo>
                  <a:lnTo>
                    <a:pt x="2624639" y="1590291"/>
                  </a:lnTo>
                  <a:lnTo>
                    <a:pt x="2636483" y="1585469"/>
                  </a:lnTo>
                  <a:cubicBezTo>
                    <a:pt x="2639813" y="1588032"/>
                    <a:pt x="2640055" y="1590129"/>
                    <a:pt x="2639455" y="1593835"/>
                  </a:cubicBezTo>
                  <a:lnTo>
                    <a:pt x="2624647" y="1590293"/>
                  </a:lnTo>
                  <a:lnTo>
                    <a:pt x="2639094" y="1595388"/>
                  </a:lnTo>
                  <a:cubicBezTo>
                    <a:pt x="2662258" y="1686105"/>
                    <a:pt x="2661404" y="1778671"/>
                    <a:pt x="2658027" y="1875279"/>
                  </a:cubicBezTo>
                  <a:cubicBezTo>
                    <a:pt x="2651718" y="1883648"/>
                    <a:pt x="2647719" y="1887989"/>
                    <a:pt x="2643721" y="1892331"/>
                  </a:cubicBezTo>
                  <a:cubicBezTo>
                    <a:pt x="2647365" y="1894055"/>
                    <a:pt x="2651008" y="1895780"/>
                    <a:pt x="2654652" y="1897504"/>
                  </a:cubicBezTo>
                  <a:cubicBezTo>
                    <a:pt x="2654323" y="1908878"/>
                    <a:pt x="2653995" y="1920251"/>
                    <a:pt x="2651018" y="1934476"/>
                  </a:cubicBezTo>
                  <a:cubicBezTo>
                    <a:pt x="2644567" y="1938914"/>
                    <a:pt x="2640767" y="1940501"/>
                    <a:pt x="2636968" y="1942089"/>
                  </a:cubicBezTo>
                  <a:cubicBezTo>
                    <a:pt x="2640639" y="1945000"/>
                    <a:pt x="2644311" y="1947911"/>
                    <a:pt x="2647982" y="1950823"/>
                  </a:cubicBezTo>
                  <a:cubicBezTo>
                    <a:pt x="2647656" y="1957883"/>
                    <a:pt x="2647330" y="1964943"/>
                    <a:pt x="2643852" y="1974743"/>
                  </a:cubicBezTo>
                  <a:cubicBezTo>
                    <a:pt x="2637958" y="1984070"/>
                    <a:pt x="2635215" y="1990658"/>
                    <a:pt x="2632473" y="1997245"/>
                  </a:cubicBezTo>
                  <a:cubicBezTo>
                    <a:pt x="2633879" y="1998420"/>
                    <a:pt x="2635495" y="1999112"/>
                    <a:pt x="2633728" y="2001346"/>
                  </a:cubicBezTo>
                  <a:cubicBezTo>
                    <a:pt x="2628528" y="2010266"/>
                    <a:pt x="2626917" y="2017164"/>
                    <a:pt x="2625307" y="2024061"/>
                  </a:cubicBezTo>
                  <a:cubicBezTo>
                    <a:pt x="2626939" y="2024992"/>
                    <a:pt x="2628683" y="2025608"/>
                    <a:pt x="2627006" y="2027967"/>
                  </a:cubicBezTo>
                  <a:cubicBezTo>
                    <a:pt x="2621864" y="2036924"/>
                    <a:pt x="2620253" y="2043821"/>
                    <a:pt x="2618643" y="2050718"/>
                  </a:cubicBezTo>
                  <a:cubicBezTo>
                    <a:pt x="2620441" y="2051638"/>
                    <a:pt x="2622303" y="2052402"/>
                    <a:pt x="2621153" y="2054383"/>
                  </a:cubicBezTo>
                  <a:cubicBezTo>
                    <a:pt x="2611045" y="2063067"/>
                    <a:pt x="2601534" y="2069199"/>
                    <a:pt x="2597398" y="2077889"/>
                  </a:cubicBezTo>
                  <a:cubicBezTo>
                    <a:pt x="2576228" y="2122386"/>
                    <a:pt x="2555492" y="2167148"/>
                    <a:pt x="2536653" y="2212665"/>
                  </a:cubicBezTo>
                  <a:cubicBezTo>
                    <a:pt x="2529344" y="2230319"/>
                    <a:pt x="2527419" y="2250200"/>
                    <a:pt x="2521684" y="2274921"/>
                  </a:cubicBezTo>
                  <a:cubicBezTo>
                    <a:pt x="2506014" y="2284399"/>
                    <a:pt x="2506014" y="2284399"/>
                    <a:pt x="2521363" y="2297365"/>
                  </a:cubicBezTo>
                  <a:cubicBezTo>
                    <a:pt x="2496033" y="2334566"/>
                    <a:pt x="2472470" y="2373148"/>
                    <a:pt x="2444838" y="2408554"/>
                  </a:cubicBezTo>
                  <a:cubicBezTo>
                    <a:pt x="2420757" y="2439409"/>
                    <a:pt x="2392086" y="2466682"/>
                    <a:pt x="2360727" y="2496359"/>
                  </a:cubicBezTo>
                  <a:lnTo>
                    <a:pt x="2347390" y="2507158"/>
                  </a:lnTo>
                  <a:lnTo>
                    <a:pt x="2334245" y="2517801"/>
                  </a:lnTo>
                  <a:cubicBezTo>
                    <a:pt x="2328989" y="2523805"/>
                    <a:pt x="2323734" y="2529808"/>
                    <a:pt x="2313930" y="2536489"/>
                  </a:cubicBezTo>
                  <a:lnTo>
                    <a:pt x="2300918" y="2546973"/>
                  </a:lnTo>
                  <a:lnTo>
                    <a:pt x="2287700" y="2557623"/>
                  </a:lnTo>
                  <a:cubicBezTo>
                    <a:pt x="2287700" y="2557623"/>
                    <a:pt x="2287382" y="2557097"/>
                    <a:pt x="2284936" y="2557144"/>
                  </a:cubicBezTo>
                  <a:cubicBezTo>
                    <a:pt x="2276915" y="2562610"/>
                    <a:pt x="2271339" y="2568028"/>
                    <a:pt x="2265764" y="2573446"/>
                  </a:cubicBezTo>
                  <a:cubicBezTo>
                    <a:pt x="2265764" y="2573446"/>
                    <a:pt x="2264785" y="2574607"/>
                    <a:pt x="2261740" y="2573510"/>
                  </a:cubicBezTo>
                  <a:lnTo>
                    <a:pt x="2259599" y="2575315"/>
                  </a:lnTo>
                  <a:lnTo>
                    <a:pt x="2241051" y="2590945"/>
                  </a:lnTo>
                  <a:cubicBezTo>
                    <a:pt x="2241051" y="2590945"/>
                    <a:pt x="2240730" y="2590418"/>
                    <a:pt x="2238086" y="2590456"/>
                  </a:cubicBezTo>
                  <a:lnTo>
                    <a:pt x="2222613" y="2590443"/>
                  </a:lnTo>
                  <a:lnTo>
                    <a:pt x="2238350" y="2590613"/>
                  </a:lnTo>
                  <a:cubicBezTo>
                    <a:pt x="2230655" y="2597631"/>
                    <a:pt x="2220050" y="2604530"/>
                    <a:pt x="2207626" y="2612405"/>
                  </a:cubicBezTo>
                  <a:cubicBezTo>
                    <a:pt x="2204449" y="2604020"/>
                    <a:pt x="2203799" y="2598699"/>
                    <a:pt x="2204857" y="2595375"/>
                  </a:cubicBezTo>
                  <a:lnTo>
                    <a:pt x="2212181" y="2590434"/>
                  </a:lnTo>
                  <a:lnTo>
                    <a:pt x="2212074" y="2590434"/>
                  </a:lnTo>
                  <a:cubicBezTo>
                    <a:pt x="2204572" y="2591364"/>
                    <a:pt x="2200363" y="2596122"/>
                    <a:pt x="2205809" y="2613382"/>
                  </a:cubicBezTo>
                  <a:cubicBezTo>
                    <a:pt x="2205809" y="2613382"/>
                    <a:pt x="2204806" y="2614539"/>
                    <a:pt x="2201411" y="2613375"/>
                  </a:cubicBezTo>
                  <a:lnTo>
                    <a:pt x="2179522" y="2611415"/>
                  </a:lnTo>
                  <a:lnTo>
                    <a:pt x="2200774" y="2613800"/>
                  </a:lnTo>
                  <a:cubicBezTo>
                    <a:pt x="2194383" y="2620737"/>
                    <a:pt x="2185232" y="2626086"/>
                    <a:pt x="2174285" y="2632403"/>
                  </a:cubicBezTo>
                  <a:cubicBezTo>
                    <a:pt x="2170869" y="2624737"/>
                    <a:pt x="2169749" y="2619643"/>
                    <a:pt x="2170258" y="2616341"/>
                  </a:cubicBezTo>
                  <a:lnTo>
                    <a:pt x="2175922" y="2611093"/>
                  </a:lnTo>
                  <a:lnTo>
                    <a:pt x="2175855" y="2611088"/>
                  </a:lnTo>
                  <a:cubicBezTo>
                    <a:pt x="2169356" y="2612273"/>
                    <a:pt x="2166554" y="2617553"/>
                    <a:pt x="2172487" y="2633370"/>
                  </a:cubicBezTo>
                  <a:cubicBezTo>
                    <a:pt x="2172487" y="2633370"/>
                    <a:pt x="2171487" y="2634554"/>
                    <a:pt x="2168183" y="2633399"/>
                  </a:cubicBezTo>
                  <a:cubicBezTo>
                    <a:pt x="2153949" y="2634320"/>
                    <a:pt x="2138396" y="2632192"/>
                    <a:pt x="2126578" y="2635374"/>
                  </a:cubicBezTo>
                  <a:lnTo>
                    <a:pt x="2122459" y="2638199"/>
                  </a:lnTo>
                  <a:lnTo>
                    <a:pt x="2119028" y="2638845"/>
                  </a:lnTo>
                  <a:lnTo>
                    <a:pt x="2116534" y="2642259"/>
                  </a:lnTo>
                  <a:lnTo>
                    <a:pt x="2112281" y="2645176"/>
                  </a:lnTo>
                  <a:lnTo>
                    <a:pt x="2111456" y="2649214"/>
                  </a:lnTo>
                  <a:lnTo>
                    <a:pt x="2111273" y="2649464"/>
                  </a:lnTo>
                  <a:lnTo>
                    <a:pt x="2111187" y="2650528"/>
                  </a:lnTo>
                  <a:lnTo>
                    <a:pt x="2107371" y="2669208"/>
                  </a:lnTo>
                  <a:cubicBezTo>
                    <a:pt x="2104483" y="2669608"/>
                    <a:pt x="2101595" y="2670008"/>
                    <a:pt x="2095275" y="2668819"/>
                  </a:cubicBezTo>
                  <a:cubicBezTo>
                    <a:pt x="2086978" y="2663390"/>
                    <a:pt x="2080688" y="2660598"/>
                    <a:pt x="2075915" y="2659801"/>
                  </a:cubicBezTo>
                  <a:lnTo>
                    <a:pt x="2075186" y="2660011"/>
                  </a:lnTo>
                  <a:lnTo>
                    <a:pt x="2093103" y="2669137"/>
                  </a:lnTo>
                  <a:cubicBezTo>
                    <a:pt x="2084631" y="2676975"/>
                    <a:pt x="2074897" y="2682907"/>
                    <a:pt x="2062943" y="2689020"/>
                  </a:cubicBezTo>
                  <a:cubicBezTo>
                    <a:pt x="2061972" y="2678301"/>
                    <a:pt x="2061758" y="2667822"/>
                    <a:pt x="2065664" y="2662777"/>
                  </a:cubicBezTo>
                  <a:lnTo>
                    <a:pt x="2066970" y="2662380"/>
                  </a:lnTo>
                  <a:lnTo>
                    <a:pt x="2065658" y="2662759"/>
                  </a:lnTo>
                  <a:cubicBezTo>
                    <a:pt x="2061203" y="2667867"/>
                    <a:pt x="2060861" y="2678391"/>
                    <a:pt x="2060721" y="2689201"/>
                  </a:cubicBezTo>
                  <a:cubicBezTo>
                    <a:pt x="2057834" y="2689600"/>
                    <a:pt x="2054948" y="2690000"/>
                    <a:pt x="2048566" y="2688891"/>
                  </a:cubicBezTo>
                  <a:lnTo>
                    <a:pt x="2038628" y="2695294"/>
                  </a:lnTo>
                  <a:lnTo>
                    <a:pt x="2027400" y="2702530"/>
                  </a:lnTo>
                  <a:cubicBezTo>
                    <a:pt x="1832923" y="2766570"/>
                    <a:pt x="1637011" y="2777341"/>
                    <a:pt x="1436469" y="2715198"/>
                  </a:cubicBezTo>
                  <a:lnTo>
                    <a:pt x="1430655" y="2713671"/>
                  </a:lnTo>
                  <a:lnTo>
                    <a:pt x="1420650" y="2711042"/>
                  </a:lnTo>
                  <a:cubicBezTo>
                    <a:pt x="1406693" y="2706730"/>
                    <a:pt x="1392734" y="2702417"/>
                    <a:pt x="1376113" y="2694814"/>
                  </a:cubicBezTo>
                  <a:lnTo>
                    <a:pt x="1367119" y="2692168"/>
                  </a:lnTo>
                  <a:lnTo>
                    <a:pt x="1340682" y="2684388"/>
                  </a:lnTo>
                  <a:cubicBezTo>
                    <a:pt x="1331073" y="2680002"/>
                    <a:pt x="1321465" y="2675616"/>
                    <a:pt x="1309474" y="2668311"/>
                  </a:cubicBezTo>
                  <a:lnTo>
                    <a:pt x="1304563" y="2667065"/>
                  </a:lnTo>
                  <a:lnTo>
                    <a:pt x="1294028" y="2664392"/>
                  </a:lnTo>
                  <a:cubicBezTo>
                    <a:pt x="1226322" y="2621855"/>
                    <a:pt x="1154357" y="2584736"/>
                    <a:pt x="1091841" y="2535597"/>
                  </a:cubicBezTo>
                  <a:cubicBezTo>
                    <a:pt x="978910" y="2446829"/>
                    <a:pt x="895778" y="2332360"/>
                    <a:pt x="835730" y="2198886"/>
                  </a:cubicBezTo>
                  <a:lnTo>
                    <a:pt x="832937" y="2192693"/>
                  </a:lnTo>
                  <a:lnTo>
                    <a:pt x="828941" y="2183830"/>
                  </a:lnTo>
                  <a:cubicBezTo>
                    <a:pt x="826334" y="2178725"/>
                    <a:pt x="823728" y="2173622"/>
                    <a:pt x="822382" y="2165317"/>
                  </a:cubicBezTo>
                  <a:lnTo>
                    <a:pt x="819798" y="2159663"/>
                  </a:lnTo>
                  <a:lnTo>
                    <a:pt x="815612" y="2150509"/>
                  </a:lnTo>
                  <a:cubicBezTo>
                    <a:pt x="813005" y="2145404"/>
                    <a:pt x="810399" y="2140299"/>
                    <a:pt x="809260" y="2131625"/>
                  </a:cubicBezTo>
                  <a:lnTo>
                    <a:pt x="808477" y="2128088"/>
                  </a:lnTo>
                  <a:lnTo>
                    <a:pt x="775170" y="2026550"/>
                  </a:lnTo>
                  <a:cubicBezTo>
                    <a:pt x="782766" y="2040957"/>
                    <a:pt x="790872" y="2057698"/>
                    <a:pt x="796774" y="2075184"/>
                  </a:cubicBezTo>
                  <a:lnTo>
                    <a:pt x="796793" y="2075272"/>
                  </a:lnTo>
                  <a:lnTo>
                    <a:pt x="796774" y="2075183"/>
                  </a:lnTo>
                  <a:cubicBezTo>
                    <a:pt x="790872" y="2057697"/>
                    <a:pt x="782766" y="2040956"/>
                    <a:pt x="775626" y="2023889"/>
                  </a:cubicBezTo>
                  <a:cubicBezTo>
                    <a:pt x="773246" y="2019330"/>
                    <a:pt x="770866" y="2014772"/>
                    <a:pt x="770934" y="2007065"/>
                  </a:cubicBezTo>
                  <a:lnTo>
                    <a:pt x="769947" y="1998814"/>
                  </a:lnTo>
                  <a:lnTo>
                    <a:pt x="768962" y="1990565"/>
                  </a:lnTo>
                  <a:cubicBezTo>
                    <a:pt x="766434" y="1983258"/>
                    <a:pt x="763907" y="1975950"/>
                    <a:pt x="763706" y="1965974"/>
                  </a:cubicBezTo>
                  <a:lnTo>
                    <a:pt x="771903" y="1956954"/>
                  </a:lnTo>
                  <a:lnTo>
                    <a:pt x="764166" y="1963599"/>
                  </a:lnTo>
                  <a:cubicBezTo>
                    <a:pt x="761998" y="1960923"/>
                    <a:pt x="761698" y="1957955"/>
                    <a:pt x="761849" y="1952783"/>
                  </a:cubicBezTo>
                  <a:lnTo>
                    <a:pt x="771906" y="1956950"/>
                  </a:lnTo>
                  <a:lnTo>
                    <a:pt x="771907" y="1956949"/>
                  </a:lnTo>
                  <a:cubicBezTo>
                    <a:pt x="768704" y="1954826"/>
                    <a:pt x="765500" y="1952702"/>
                    <a:pt x="762298" y="1950579"/>
                  </a:cubicBezTo>
                  <a:cubicBezTo>
                    <a:pt x="759768" y="1938994"/>
                    <a:pt x="757239" y="1927407"/>
                    <a:pt x="757040" y="1912907"/>
                  </a:cubicBezTo>
                  <a:cubicBezTo>
                    <a:pt x="761327" y="1907872"/>
                    <a:pt x="763284" y="1905753"/>
                    <a:pt x="765243" y="1903634"/>
                  </a:cubicBezTo>
                  <a:cubicBezTo>
                    <a:pt x="762040" y="1901512"/>
                    <a:pt x="758835" y="1899388"/>
                    <a:pt x="755633" y="1897265"/>
                  </a:cubicBezTo>
                  <a:cubicBezTo>
                    <a:pt x="753042" y="1878092"/>
                    <a:pt x="748818" y="1858969"/>
                    <a:pt x="748209" y="1839732"/>
                  </a:cubicBezTo>
                  <a:cubicBezTo>
                    <a:pt x="747056" y="1803246"/>
                    <a:pt x="747975" y="1766693"/>
                    <a:pt x="750651" y="1726797"/>
                  </a:cubicBezTo>
                  <a:cubicBezTo>
                    <a:pt x="757298" y="1719395"/>
                    <a:pt x="761327" y="1715362"/>
                    <a:pt x="765355" y="1711329"/>
                  </a:cubicBezTo>
                  <a:cubicBezTo>
                    <a:pt x="761477" y="1708801"/>
                    <a:pt x="757599" y="1706274"/>
                    <a:pt x="753721" y="1703747"/>
                  </a:cubicBezTo>
                  <a:cubicBezTo>
                    <a:pt x="754049" y="1694539"/>
                    <a:pt x="754377" y="1685331"/>
                    <a:pt x="757320" y="1673118"/>
                  </a:cubicBezTo>
                  <a:cubicBezTo>
                    <a:pt x="763962" y="1666079"/>
                    <a:pt x="767991" y="1662047"/>
                    <a:pt x="772019" y="1658014"/>
                  </a:cubicBezTo>
                  <a:cubicBezTo>
                    <a:pt x="768141" y="1655487"/>
                    <a:pt x="764263" y="1652960"/>
                    <a:pt x="760386" y="1650432"/>
                  </a:cubicBezTo>
                  <a:cubicBezTo>
                    <a:pt x="760712" y="1645477"/>
                    <a:pt x="761039" y="1640522"/>
                    <a:pt x="763960" y="1632860"/>
                  </a:cubicBezTo>
                  <a:cubicBezTo>
                    <a:pt x="770856" y="1625752"/>
                    <a:pt x="777960" y="1621952"/>
                    <a:pt x="779049" y="1616865"/>
                  </a:cubicBezTo>
                  <a:cubicBezTo>
                    <a:pt x="777960" y="1621952"/>
                    <a:pt x="770857" y="1625752"/>
                    <a:pt x="764426" y="1630419"/>
                  </a:cubicBezTo>
                  <a:cubicBezTo>
                    <a:pt x="785391" y="1554938"/>
                    <a:pt x="804964" y="1477863"/>
                    <a:pt x="832857" y="1403928"/>
                  </a:cubicBezTo>
                  <a:cubicBezTo>
                    <a:pt x="850524" y="1357101"/>
                    <a:pt x="880590" y="1314953"/>
                    <a:pt x="906856" y="1269522"/>
                  </a:cubicBezTo>
                  <a:cubicBezTo>
                    <a:pt x="908015" y="1273810"/>
                    <a:pt x="909780" y="1279056"/>
                    <a:pt x="910724" y="1284071"/>
                  </a:cubicBezTo>
                  <a:lnTo>
                    <a:pt x="909669" y="1297154"/>
                  </a:lnTo>
                  <a:lnTo>
                    <a:pt x="910943" y="1283922"/>
                  </a:lnTo>
                  <a:cubicBezTo>
                    <a:pt x="910219" y="1278760"/>
                    <a:pt x="908895" y="1273217"/>
                    <a:pt x="908616" y="1268336"/>
                  </a:cubicBezTo>
                  <a:cubicBezTo>
                    <a:pt x="908532" y="1267160"/>
                    <a:pt x="908450" y="1265986"/>
                    <a:pt x="911994" y="1264088"/>
                  </a:cubicBezTo>
                  <a:cubicBezTo>
                    <a:pt x="922860" y="1260623"/>
                    <a:pt x="930097" y="1257881"/>
                    <a:pt x="937336" y="1255138"/>
                  </a:cubicBezTo>
                  <a:cubicBezTo>
                    <a:pt x="934433" y="1250638"/>
                    <a:pt x="931529" y="1246138"/>
                    <a:pt x="928627" y="1241636"/>
                  </a:cubicBezTo>
                  <a:cubicBezTo>
                    <a:pt x="928553" y="1240435"/>
                    <a:pt x="928478" y="1239233"/>
                    <a:pt x="931936" y="1237359"/>
                  </a:cubicBezTo>
                  <a:cubicBezTo>
                    <a:pt x="965692" y="1235139"/>
                    <a:pt x="961902" y="1198232"/>
                    <a:pt x="984881" y="1189152"/>
                  </a:cubicBezTo>
                  <a:cubicBezTo>
                    <a:pt x="981139" y="1187409"/>
                    <a:pt x="977396" y="1185666"/>
                    <a:pt x="973653" y="1183922"/>
                  </a:cubicBezTo>
                  <a:cubicBezTo>
                    <a:pt x="1001195" y="1153403"/>
                    <a:pt x="1028737" y="1122886"/>
                    <a:pt x="1061127" y="1091561"/>
                  </a:cubicBezTo>
                  <a:lnTo>
                    <a:pt x="1088631" y="1086871"/>
                  </a:lnTo>
                  <a:lnTo>
                    <a:pt x="1063147" y="1090676"/>
                  </a:lnTo>
                  <a:cubicBezTo>
                    <a:pt x="1070225" y="1082160"/>
                    <a:pt x="1080129" y="1073724"/>
                    <a:pt x="1092078" y="1064372"/>
                  </a:cubicBezTo>
                  <a:lnTo>
                    <a:pt x="1088788" y="1086844"/>
                  </a:lnTo>
                  <a:lnTo>
                    <a:pt x="1088791" y="1086844"/>
                  </a:lnTo>
                  <a:cubicBezTo>
                    <a:pt x="1094259" y="1082369"/>
                    <a:pt x="1096004" y="1074783"/>
                    <a:pt x="1094121" y="1063456"/>
                  </a:cubicBezTo>
                  <a:cubicBezTo>
                    <a:pt x="1094294" y="1061174"/>
                    <a:pt x="1095346" y="1059419"/>
                    <a:pt x="1101563" y="1057813"/>
                  </a:cubicBezTo>
                  <a:lnTo>
                    <a:pt x="1129016" y="1052936"/>
                  </a:lnTo>
                  <a:lnTo>
                    <a:pt x="1103079" y="1057354"/>
                  </a:lnTo>
                  <a:cubicBezTo>
                    <a:pt x="1115385" y="1045910"/>
                    <a:pt x="1130465" y="1034547"/>
                    <a:pt x="1147380" y="1022198"/>
                  </a:cubicBezTo>
                  <a:cubicBezTo>
                    <a:pt x="1148968" y="1030648"/>
                    <a:pt x="1148572" y="1036921"/>
                    <a:pt x="1146690" y="1041617"/>
                  </a:cubicBezTo>
                  <a:lnTo>
                    <a:pt x="1137776" y="1050845"/>
                  </a:lnTo>
                  <a:lnTo>
                    <a:pt x="1147441" y="1041208"/>
                  </a:lnTo>
                  <a:cubicBezTo>
                    <a:pt x="1149605" y="1036366"/>
                    <a:pt x="1150345" y="1029908"/>
                    <a:pt x="1149217" y="1021211"/>
                  </a:cubicBezTo>
                  <a:cubicBezTo>
                    <a:pt x="1149217" y="1021211"/>
                    <a:pt x="1150202" y="1020009"/>
                    <a:pt x="1153351" y="1021116"/>
                  </a:cubicBezTo>
                  <a:cubicBezTo>
                    <a:pt x="1164635" y="1020635"/>
                    <a:pt x="1173744" y="1020881"/>
                    <a:pt x="1180746" y="1017159"/>
                  </a:cubicBezTo>
                  <a:cubicBezTo>
                    <a:pt x="1220237" y="996167"/>
                    <a:pt x="1257693" y="970559"/>
                    <a:pt x="1298726" y="953433"/>
                  </a:cubicBezTo>
                  <a:cubicBezTo>
                    <a:pt x="1257693" y="970559"/>
                    <a:pt x="1220237" y="996167"/>
                    <a:pt x="1180745" y="1017159"/>
                  </a:cubicBezTo>
                  <a:cubicBezTo>
                    <a:pt x="1173743" y="1020881"/>
                    <a:pt x="1164634" y="1020635"/>
                    <a:pt x="1153988" y="1020673"/>
                  </a:cubicBezTo>
                  <a:cubicBezTo>
                    <a:pt x="1215194" y="983118"/>
                    <a:pt x="1276852" y="942566"/>
                    <a:pt x="1343265" y="912524"/>
                  </a:cubicBezTo>
                  <a:cubicBezTo>
                    <a:pt x="1397801" y="887856"/>
                    <a:pt x="1457986" y="875675"/>
                    <a:pt x="1518292" y="858347"/>
                  </a:cubicBezTo>
                  <a:cubicBezTo>
                    <a:pt x="1516950" y="861605"/>
                    <a:pt x="1515247" y="865547"/>
                    <a:pt x="1513046" y="868990"/>
                  </a:cubicBezTo>
                  <a:lnTo>
                    <a:pt x="1504809" y="876637"/>
                  </a:lnTo>
                  <a:lnTo>
                    <a:pt x="1513373" y="869039"/>
                  </a:lnTo>
                  <a:cubicBezTo>
                    <a:pt x="1515903" y="865644"/>
                    <a:pt x="1518263" y="861799"/>
                    <a:pt x="1520918" y="858736"/>
                  </a:cubicBezTo>
                  <a:cubicBezTo>
                    <a:pt x="1523892" y="858437"/>
                    <a:pt x="1526866" y="858136"/>
                    <a:pt x="1532456" y="860441"/>
                  </a:cubicBezTo>
                  <a:cubicBezTo>
                    <a:pt x="1537461" y="865352"/>
                    <a:pt x="1541480" y="868164"/>
                    <a:pt x="1544758" y="869401"/>
                  </a:cubicBezTo>
                  <a:lnTo>
                    <a:pt x="1545372" y="869361"/>
                  </a:lnTo>
                  <a:lnTo>
                    <a:pt x="1534663" y="860890"/>
                  </a:lnTo>
                  <a:cubicBezTo>
                    <a:pt x="1541572" y="856235"/>
                    <a:pt x="1548888" y="853735"/>
                    <a:pt x="1558555" y="851653"/>
                  </a:cubicBezTo>
                  <a:lnTo>
                    <a:pt x="1552601" y="868902"/>
                  </a:lnTo>
                  <a:lnTo>
                    <a:pt x="1552618" y="868901"/>
                  </a:lnTo>
                  <a:cubicBezTo>
                    <a:pt x="1556705" y="866114"/>
                    <a:pt x="1558811" y="859109"/>
                    <a:pt x="1560904" y="852071"/>
                  </a:cubicBezTo>
                  <a:cubicBezTo>
                    <a:pt x="1565918" y="851764"/>
                    <a:pt x="1570933" y="851455"/>
                    <a:pt x="1578834" y="853764"/>
                  </a:cubicBezTo>
                  <a:cubicBezTo>
                    <a:pt x="1583907" y="858678"/>
                    <a:pt x="1587976" y="861493"/>
                    <a:pt x="1591293" y="862730"/>
                  </a:cubicBezTo>
                  <a:lnTo>
                    <a:pt x="1592009" y="862686"/>
                  </a:lnTo>
                  <a:lnTo>
                    <a:pt x="1581313" y="854226"/>
                  </a:lnTo>
                  <a:cubicBezTo>
                    <a:pt x="1588222" y="849570"/>
                    <a:pt x="1595538" y="847070"/>
                    <a:pt x="1605205" y="844988"/>
                  </a:cubicBezTo>
                  <a:close/>
                  <a:moveTo>
                    <a:pt x="0" y="0"/>
                  </a:moveTo>
                  <a:lnTo>
                    <a:pt x="447556" y="0"/>
                  </a:lnTo>
                  <a:lnTo>
                    <a:pt x="447556" y="447557"/>
                  </a:lnTo>
                  <a:lnTo>
                    <a:pt x="0" y="447557"/>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41" name="Group 940">
            <a:extLst>
              <a:ext uri="{FF2B5EF4-FFF2-40B4-BE49-F238E27FC236}">
                <a16:creationId xmlns:a16="http://schemas.microsoft.com/office/drawing/2014/main" id="{96D11ABD-2A9A-1246-DE06-88EF55FCCBAE}"/>
              </a:ext>
              <a:ext uri="{C183D7F6-B498-43B3-948B-1728B52AA6E4}">
                <adec:decorative xmlns:adec="http://schemas.microsoft.com/office/drawing/2017/decorative" val="1"/>
              </a:ext>
            </a:extLst>
          </p:cNvPr>
          <p:cNvGrpSpPr>
            <a:grpSpLocks noChangeAspect="1"/>
          </p:cNvGrpSpPr>
          <p:nvPr/>
        </p:nvGrpSpPr>
        <p:grpSpPr>
          <a:xfrm>
            <a:off x="9931882" y="810791"/>
            <a:ext cx="430905" cy="457200"/>
            <a:chOff x="9931882" y="810791"/>
            <a:chExt cx="430905" cy="457200"/>
          </a:xfrm>
          <a:solidFill>
            <a:srgbClr val="FF0000"/>
          </a:solidFill>
        </p:grpSpPr>
        <p:sp>
          <p:nvSpPr>
            <p:cNvPr id="75" name="Freeform: Shape 74">
              <a:extLst>
                <a:ext uri="{FF2B5EF4-FFF2-40B4-BE49-F238E27FC236}">
                  <a16:creationId xmlns:a16="http://schemas.microsoft.com/office/drawing/2014/main" id="{54A6080E-B940-F110-5B3C-F8BCED3C011F}"/>
                </a:ext>
                <a:ext uri="{C183D7F6-B498-43B3-948B-1728B52AA6E4}">
                  <adec:decorative xmlns:adec="http://schemas.microsoft.com/office/drawing/2017/decorative" val="1"/>
                </a:ext>
              </a:extLst>
            </p:cNvPr>
            <p:cNvSpPr/>
            <p:nvPr/>
          </p:nvSpPr>
          <p:spPr>
            <a:xfrm>
              <a:off x="9931882" y="814451"/>
              <a:ext cx="430905" cy="453540"/>
            </a:xfrm>
            <a:custGeom>
              <a:avLst/>
              <a:gdLst>
                <a:gd name="connsiteX0" fmla="*/ 4735548 w 6463572"/>
                <a:gd name="connsiteY0" fmla="*/ 5246069 h 6803095"/>
                <a:gd name="connsiteX1" fmla="*/ 4427339 w 6463572"/>
                <a:gd name="connsiteY1" fmla="*/ 5330283 h 6803095"/>
                <a:gd name="connsiteX2" fmla="*/ 4173319 w 6463572"/>
                <a:gd name="connsiteY2" fmla="*/ 5629065 h 6803095"/>
                <a:gd name="connsiteX3" fmla="*/ 4142946 w 6463572"/>
                <a:gd name="connsiteY3" fmla="*/ 5948701 h 6803095"/>
                <a:gd name="connsiteX4" fmla="*/ 4197671 w 6463572"/>
                <a:gd name="connsiteY4" fmla="*/ 6110987 h 6803095"/>
                <a:gd name="connsiteX5" fmla="*/ 4345720 w 6463572"/>
                <a:gd name="connsiteY5" fmla="*/ 6296422 h 6803095"/>
                <a:gd name="connsiteX6" fmla="*/ 4542942 w 6463572"/>
                <a:gd name="connsiteY6" fmla="*/ 6405998 h 6803095"/>
                <a:gd name="connsiteX7" fmla="*/ 4617937 w 6463572"/>
                <a:gd name="connsiteY7" fmla="*/ 6426536 h 6803095"/>
                <a:gd name="connsiteX8" fmla="*/ 4921865 w 6463572"/>
                <a:gd name="connsiteY8" fmla="*/ 6402719 h 6803095"/>
                <a:gd name="connsiteX9" fmla="*/ 5186722 w 6463572"/>
                <a:gd name="connsiteY9" fmla="*/ 6217526 h 6803095"/>
                <a:gd name="connsiteX10" fmla="*/ 5317312 w 6463572"/>
                <a:gd name="connsiteY10" fmla="*/ 5910334 h 6803095"/>
                <a:gd name="connsiteX11" fmla="*/ 5279980 w 6463572"/>
                <a:gd name="connsiteY11" fmla="*/ 5625968 h 6803095"/>
                <a:gd name="connsiteX12" fmla="*/ 4735548 w 6463572"/>
                <a:gd name="connsiteY12" fmla="*/ 5246069 h 6803095"/>
                <a:gd name="connsiteX13" fmla="*/ 4725455 w 6463572"/>
                <a:gd name="connsiteY13" fmla="*/ 4882400 h 6803095"/>
                <a:gd name="connsiteX14" fmla="*/ 5078879 w 6463572"/>
                <a:gd name="connsiteY14" fmla="*/ 4945272 h 6803095"/>
                <a:gd name="connsiteX15" fmla="*/ 5471650 w 6463572"/>
                <a:gd name="connsiteY15" fmla="*/ 5233183 h 6803095"/>
                <a:gd name="connsiteX16" fmla="*/ 5671882 w 6463572"/>
                <a:gd name="connsiteY16" fmla="*/ 5658508 h 6803095"/>
                <a:gd name="connsiteX17" fmla="*/ 5681249 w 6463572"/>
                <a:gd name="connsiteY17" fmla="*/ 5951451 h 6803095"/>
                <a:gd name="connsiteX18" fmla="*/ 5572134 w 6463572"/>
                <a:gd name="connsiteY18" fmla="*/ 6300174 h 6803095"/>
                <a:gd name="connsiteX19" fmla="*/ 5448502 w 6463572"/>
                <a:gd name="connsiteY19" fmla="*/ 6476108 h 6803095"/>
                <a:gd name="connsiteX20" fmla="*/ 5152804 w 6463572"/>
                <a:gd name="connsiteY20" fmla="*/ 6704907 h 6803095"/>
                <a:gd name="connsiteX21" fmla="*/ 4816028 w 6463572"/>
                <a:gd name="connsiteY21" fmla="*/ 6798434 h 6803095"/>
                <a:gd name="connsiteX22" fmla="*/ 4375692 w 6463572"/>
                <a:gd name="connsiteY22" fmla="*/ 6737019 h 6803095"/>
                <a:gd name="connsiteX23" fmla="*/ 4090429 w 6463572"/>
                <a:gd name="connsiteY23" fmla="*/ 6563146 h 6803095"/>
                <a:gd name="connsiteX24" fmla="*/ 3866314 w 6463572"/>
                <a:gd name="connsiteY24" fmla="*/ 6271822 h 6803095"/>
                <a:gd name="connsiteX25" fmla="*/ 3773523 w 6463572"/>
                <a:gd name="connsiteY25" fmla="*/ 5948407 h 6803095"/>
                <a:gd name="connsiteX26" fmla="*/ 3767034 w 6463572"/>
                <a:gd name="connsiteY26" fmla="*/ 5829511 h 6803095"/>
                <a:gd name="connsiteX27" fmla="*/ 3909064 w 6463572"/>
                <a:gd name="connsiteY27" fmla="*/ 5334229 h 6803095"/>
                <a:gd name="connsiteX28" fmla="*/ 4110298 w 6463572"/>
                <a:gd name="connsiteY28" fmla="*/ 5106454 h 6803095"/>
                <a:gd name="connsiteX29" fmla="*/ 4291465 w 6463572"/>
                <a:gd name="connsiteY29" fmla="*/ 4985138 h 6803095"/>
                <a:gd name="connsiteX30" fmla="*/ 4603888 w 6463572"/>
                <a:gd name="connsiteY30" fmla="*/ 4889825 h 6803095"/>
                <a:gd name="connsiteX31" fmla="*/ 4725455 w 6463572"/>
                <a:gd name="connsiteY31" fmla="*/ 4882400 h 6803095"/>
                <a:gd name="connsiteX32" fmla="*/ 1085682 w 6463572"/>
                <a:gd name="connsiteY32" fmla="*/ 3501534 h 6803095"/>
                <a:gd name="connsiteX33" fmla="*/ 628420 w 6463572"/>
                <a:gd name="connsiteY33" fmla="*/ 4293940 h 6803095"/>
                <a:gd name="connsiteX34" fmla="*/ 1538569 w 6463572"/>
                <a:gd name="connsiteY34" fmla="*/ 4293940 h 6803095"/>
                <a:gd name="connsiteX35" fmla="*/ 1511307 w 6463572"/>
                <a:gd name="connsiteY35" fmla="*/ 4232552 h 6803095"/>
                <a:gd name="connsiteX36" fmla="*/ 1238315 w 6463572"/>
                <a:gd name="connsiteY36" fmla="*/ 3762337 h 6803095"/>
                <a:gd name="connsiteX37" fmla="*/ 1097945 w 6463572"/>
                <a:gd name="connsiteY37" fmla="*/ 3522286 h 6803095"/>
                <a:gd name="connsiteX38" fmla="*/ 1085682 w 6463572"/>
                <a:gd name="connsiteY38" fmla="*/ 3501534 h 6803095"/>
                <a:gd name="connsiteX39" fmla="*/ 1085408 w 6463572"/>
                <a:gd name="connsiteY39" fmla="*/ 2762541 h 6803095"/>
                <a:gd name="connsiteX40" fmla="*/ 1131515 w 6463572"/>
                <a:gd name="connsiteY40" fmla="*/ 2839838 h 6803095"/>
                <a:gd name="connsiteX41" fmla="*/ 1465995 w 6463572"/>
                <a:gd name="connsiteY41" fmla="*/ 3421228 h 6803095"/>
                <a:gd name="connsiteX42" fmla="*/ 1766364 w 6463572"/>
                <a:gd name="connsiteY42" fmla="*/ 3939730 h 6803095"/>
                <a:gd name="connsiteX43" fmla="*/ 2052843 w 6463572"/>
                <a:gd name="connsiteY43" fmla="*/ 4432310 h 6803095"/>
                <a:gd name="connsiteX44" fmla="*/ 2173786 w 6463572"/>
                <a:gd name="connsiteY44" fmla="*/ 4648992 h 6803095"/>
                <a:gd name="connsiteX45" fmla="*/ 2174535 w 6463572"/>
                <a:gd name="connsiteY45" fmla="*/ 4662011 h 6803095"/>
                <a:gd name="connsiteX46" fmla="*/ 2154565 w 6463572"/>
                <a:gd name="connsiteY46" fmla="*/ 4663075 h 6803095"/>
                <a:gd name="connsiteX47" fmla="*/ 3385 w 6463572"/>
                <a:gd name="connsiteY47" fmla="*/ 4660325 h 6803095"/>
                <a:gd name="connsiteX48" fmla="*/ 0 w 6463572"/>
                <a:gd name="connsiteY48" fmla="*/ 4648979 h 6803095"/>
                <a:gd name="connsiteX49" fmla="*/ 132442 w 6463572"/>
                <a:gd name="connsiteY49" fmla="*/ 4414146 h 6803095"/>
                <a:gd name="connsiteX50" fmla="*/ 294481 w 6463572"/>
                <a:gd name="connsiteY50" fmla="*/ 4135467 h 6803095"/>
                <a:gd name="connsiteX51" fmla="*/ 483494 w 6463572"/>
                <a:gd name="connsiteY51" fmla="*/ 3808532 h 6803095"/>
                <a:gd name="connsiteX52" fmla="*/ 645700 w 6463572"/>
                <a:gd name="connsiteY52" fmla="*/ 3526200 h 6803095"/>
                <a:gd name="connsiteX53" fmla="*/ 935277 w 6463572"/>
                <a:gd name="connsiteY53" fmla="*/ 3027874 h 6803095"/>
                <a:gd name="connsiteX54" fmla="*/ 1085408 w 6463572"/>
                <a:gd name="connsiteY54" fmla="*/ 2762541 h 6803095"/>
                <a:gd name="connsiteX55" fmla="*/ 3077694 w 6463572"/>
                <a:gd name="connsiteY55" fmla="*/ 2377529 h 6803095"/>
                <a:gd name="connsiteX56" fmla="*/ 3378745 w 6463572"/>
                <a:gd name="connsiteY56" fmla="*/ 2377529 h 6803095"/>
                <a:gd name="connsiteX57" fmla="*/ 3378745 w 6463572"/>
                <a:gd name="connsiteY57" fmla="*/ 2462171 h 6803095"/>
                <a:gd name="connsiteX58" fmla="*/ 3378745 w 6463572"/>
                <a:gd name="connsiteY58" fmla="*/ 3096847 h 6803095"/>
                <a:gd name="connsiteX59" fmla="*/ 4099460 w 6463572"/>
                <a:gd name="connsiteY59" fmla="*/ 3096847 h 6803095"/>
                <a:gd name="connsiteX60" fmla="*/ 4099460 w 6463572"/>
                <a:gd name="connsiteY60" fmla="*/ 3405398 h 6803095"/>
                <a:gd name="connsiteX61" fmla="*/ 4069423 w 6463572"/>
                <a:gd name="connsiteY61" fmla="*/ 3405398 h 6803095"/>
                <a:gd name="connsiteX62" fmla="*/ 3377139 w 6463572"/>
                <a:gd name="connsiteY62" fmla="*/ 3404903 h 6803095"/>
                <a:gd name="connsiteX63" fmla="*/ 3089301 w 6463572"/>
                <a:gd name="connsiteY63" fmla="*/ 3192702 h 6803095"/>
                <a:gd name="connsiteX64" fmla="*/ 3078182 w 6463572"/>
                <a:gd name="connsiteY64" fmla="*/ 3125480 h 6803095"/>
                <a:gd name="connsiteX65" fmla="*/ 3077694 w 6463572"/>
                <a:gd name="connsiteY65" fmla="*/ 2377529 h 6803095"/>
                <a:gd name="connsiteX66" fmla="*/ 6153559 w 6463572"/>
                <a:gd name="connsiteY66" fmla="*/ 2377355 h 6803095"/>
                <a:gd name="connsiteX67" fmla="*/ 6462839 w 6463572"/>
                <a:gd name="connsiteY67" fmla="*/ 2377355 h 6803095"/>
                <a:gd name="connsiteX68" fmla="*/ 6462839 w 6463572"/>
                <a:gd name="connsiteY68" fmla="*/ 3050739 h 6803095"/>
                <a:gd name="connsiteX69" fmla="*/ 6407713 w 6463572"/>
                <a:gd name="connsiteY69" fmla="*/ 3275463 h 6803095"/>
                <a:gd name="connsiteX70" fmla="*/ 6214639 w 6463572"/>
                <a:gd name="connsiteY70" fmla="*/ 3398146 h 6803095"/>
                <a:gd name="connsiteX71" fmla="*/ 6119373 w 6463572"/>
                <a:gd name="connsiteY71" fmla="*/ 3405096 h 6803095"/>
                <a:gd name="connsiteX72" fmla="*/ 5435116 w 6463572"/>
                <a:gd name="connsiteY72" fmla="*/ 3405397 h 6803095"/>
                <a:gd name="connsiteX73" fmla="*/ 5435116 w 6463572"/>
                <a:gd name="connsiteY73" fmla="*/ 3099308 h 6803095"/>
                <a:gd name="connsiteX74" fmla="*/ 6153559 w 6463572"/>
                <a:gd name="connsiteY74" fmla="*/ 3099308 h 6803095"/>
                <a:gd name="connsiteX75" fmla="*/ 6153559 w 6463572"/>
                <a:gd name="connsiteY75" fmla="*/ 2377355 h 6803095"/>
                <a:gd name="connsiteX76" fmla="*/ 3070897 w 6463572"/>
                <a:gd name="connsiteY76" fmla="*/ 599850 h 6803095"/>
                <a:gd name="connsiteX77" fmla="*/ 3378913 w 6463572"/>
                <a:gd name="connsiteY77" fmla="*/ 599850 h 6803095"/>
                <a:gd name="connsiteX78" fmla="*/ 3378913 w 6463572"/>
                <a:gd name="connsiteY78" fmla="*/ 1028423 h 6803095"/>
                <a:gd name="connsiteX79" fmla="*/ 3070897 w 6463572"/>
                <a:gd name="connsiteY79" fmla="*/ 1028423 h 6803095"/>
                <a:gd name="connsiteX80" fmla="*/ 5434849 w 6463572"/>
                <a:gd name="connsiteY80" fmla="*/ 180 h 6803095"/>
                <a:gd name="connsiteX81" fmla="*/ 6121243 w 6463572"/>
                <a:gd name="connsiteY81" fmla="*/ 180 h 6803095"/>
                <a:gd name="connsiteX82" fmla="*/ 6361147 w 6463572"/>
                <a:gd name="connsiteY82" fmla="*/ 77202 h 6803095"/>
                <a:gd name="connsiteX83" fmla="*/ 6454873 w 6463572"/>
                <a:gd name="connsiteY83" fmla="*/ 248072 h 6803095"/>
                <a:gd name="connsiteX84" fmla="*/ 6462566 w 6463572"/>
                <a:gd name="connsiteY84" fmla="*/ 597433 h 6803095"/>
                <a:gd name="connsiteX85" fmla="*/ 6462834 w 6463572"/>
                <a:gd name="connsiteY85" fmla="*/ 1027842 h 6803095"/>
                <a:gd name="connsiteX86" fmla="*/ 6156901 w 6463572"/>
                <a:gd name="connsiteY86" fmla="*/ 1027842 h 6803095"/>
                <a:gd name="connsiteX87" fmla="*/ 6156901 w 6463572"/>
                <a:gd name="connsiteY87" fmla="*/ 309620 h 6803095"/>
                <a:gd name="connsiteX88" fmla="*/ 5434849 w 6463572"/>
                <a:gd name="connsiteY88" fmla="*/ 309620 h 6803095"/>
                <a:gd name="connsiteX89" fmla="*/ 5434849 w 6463572"/>
                <a:gd name="connsiteY89" fmla="*/ 180 h 6803095"/>
                <a:gd name="connsiteX90" fmla="*/ 3670580 w 6463572"/>
                <a:gd name="connsiteY90" fmla="*/ 0 h 6803095"/>
                <a:gd name="connsiteX91" fmla="*/ 4099253 w 6463572"/>
                <a:gd name="connsiteY91" fmla="*/ 0 h 6803095"/>
                <a:gd name="connsiteX92" fmla="*/ 4099253 w 6463572"/>
                <a:gd name="connsiteY92" fmla="*/ 308029 h 6803095"/>
                <a:gd name="connsiteX93" fmla="*/ 3670580 w 6463572"/>
                <a:gd name="connsiteY93" fmla="*/ 308029 h 680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463572" h="6803095">
                  <a:moveTo>
                    <a:pt x="4735548" y="5246069"/>
                  </a:moveTo>
                  <a:cubicBezTo>
                    <a:pt x="4625698" y="5242764"/>
                    <a:pt x="4522137" y="5273765"/>
                    <a:pt x="4427339" y="5330283"/>
                  </a:cubicBezTo>
                  <a:cubicBezTo>
                    <a:pt x="4308925" y="5400922"/>
                    <a:pt x="4224631" y="5499834"/>
                    <a:pt x="4173319" y="5629065"/>
                  </a:cubicBezTo>
                  <a:cubicBezTo>
                    <a:pt x="4131840" y="5733610"/>
                    <a:pt x="4123880" y="5840530"/>
                    <a:pt x="4142946" y="5948701"/>
                  </a:cubicBezTo>
                  <a:cubicBezTo>
                    <a:pt x="4152780" y="6004436"/>
                    <a:pt x="4172181" y="6060370"/>
                    <a:pt x="4197671" y="6110987"/>
                  </a:cubicBezTo>
                  <a:cubicBezTo>
                    <a:pt x="4233529" y="6182156"/>
                    <a:pt x="4281363" y="6246079"/>
                    <a:pt x="4345720" y="6296422"/>
                  </a:cubicBezTo>
                  <a:cubicBezTo>
                    <a:pt x="4404459" y="6342423"/>
                    <a:pt x="4466141" y="6381933"/>
                    <a:pt x="4542942" y="6405998"/>
                  </a:cubicBezTo>
                  <a:cubicBezTo>
                    <a:pt x="4567895" y="6412954"/>
                    <a:pt x="4592582" y="6421785"/>
                    <a:pt x="4617937" y="6426536"/>
                  </a:cubicBezTo>
                  <a:cubicBezTo>
                    <a:pt x="4721232" y="6445869"/>
                    <a:pt x="4822986" y="6439047"/>
                    <a:pt x="4921865" y="6402719"/>
                  </a:cubicBezTo>
                  <a:cubicBezTo>
                    <a:pt x="5026296" y="6364379"/>
                    <a:pt x="5115809" y="6304911"/>
                    <a:pt x="5186722" y="6217526"/>
                  </a:cubicBezTo>
                  <a:cubicBezTo>
                    <a:pt x="5259978" y="6127251"/>
                    <a:pt x="5306474" y="6024813"/>
                    <a:pt x="5317312" y="5910334"/>
                  </a:cubicBezTo>
                  <a:cubicBezTo>
                    <a:pt x="5326409" y="5814218"/>
                    <a:pt x="5316977" y="5718926"/>
                    <a:pt x="5279980" y="5625968"/>
                  </a:cubicBezTo>
                  <a:cubicBezTo>
                    <a:pt x="5188930" y="5396976"/>
                    <a:pt x="4973176" y="5253206"/>
                    <a:pt x="4735548" y="5246069"/>
                  </a:cubicBezTo>
                  <a:close/>
                  <a:moveTo>
                    <a:pt x="4725455" y="4882400"/>
                  </a:moveTo>
                  <a:cubicBezTo>
                    <a:pt x="4846217" y="4881360"/>
                    <a:pt x="4964430" y="4900184"/>
                    <a:pt x="5078879" y="4945272"/>
                  </a:cubicBezTo>
                  <a:cubicBezTo>
                    <a:pt x="5234154" y="5006472"/>
                    <a:pt x="5364810" y="5103424"/>
                    <a:pt x="5471650" y="5233183"/>
                  </a:cubicBezTo>
                  <a:cubicBezTo>
                    <a:pt x="5574742" y="5358434"/>
                    <a:pt x="5640840" y="5500711"/>
                    <a:pt x="5671882" y="5658508"/>
                  </a:cubicBezTo>
                  <a:cubicBezTo>
                    <a:pt x="5690815" y="5754892"/>
                    <a:pt x="5691484" y="5852826"/>
                    <a:pt x="5681249" y="5951451"/>
                  </a:cubicBezTo>
                  <a:cubicBezTo>
                    <a:pt x="5668336" y="6075724"/>
                    <a:pt x="5633281" y="6192553"/>
                    <a:pt x="5572134" y="6300174"/>
                  </a:cubicBezTo>
                  <a:cubicBezTo>
                    <a:pt x="5536877" y="6362238"/>
                    <a:pt x="5492389" y="6419444"/>
                    <a:pt x="5448502" y="6476108"/>
                  </a:cubicBezTo>
                  <a:cubicBezTo>
                    <a:pt x="5369962" y="6577530"/>
                    <a:pt x="5265665" y="6648175"/>
                    <a:pt x="5152804" y="6704907"/>
                  </a:cubicBezTo>
                  <a:cubicBezTo>
                    <a:pt x="5047369" y="6757892"/>
                    <a:pt x="4934576" y="6786592"/>
                    <a:pt x="4816028" y="6798434"/>
                  </a:cubicBezTo>
                  <a:cubicBezTo>
                    <a:pt x="4663229" y="6813754"/>
                    <a:pt x="4517586" y="6790808"/>
                    <a:pt x="4375692" y="6737019"/>
                  </a:cubicBezTo>
                  <a:cubicBezTo>
                    <a:pt x="4269989" y="6696946"/>
                    <a:pt x="4175862" y="6637740"/>
                    <a:pt x="4090429" y="6563146"/>
                  </a:cubicBezTo>
                  <a:cubicBezTo>
                    <a:pt x="3995966" y="6480725"/>
                    <a:pt x="3922243" y="6383178"/>
                    <a:pt x="3866314" y="6271822"/>
                  </a:cubicBezTo>
                  <a:cubicBezTo>
                    <a:pt x="3815202" y="6169993"/>
                    <a:pt x="3781217" y="6062833"/>
                    <a:pt x="3773523" y="5948407"/>
                  </a:cubicBezTo>
                  <a:cubicBezTo>
                    <a:pt x="3770847" y="5908802"/>
                    <a:pt x="3767436" y="5869163"/>
                    <a:pt x="3767034" y="5829511"/>
                  </a:cubicBezTo>
                  <a:cubicBezTo>
                    <a:pt x="3765362" y="5651390"/>
                    <a:pt x="3818882" y="5488741"/>
                    <a:pt x="3909064" y="5334229"/>
                  </a:cubicBezTo>
                  <a:cubicBezTo>
                    <a:pt x="3965929" y="5247005"/>
                    <a:pt x="4028079" y="5167314"/>
                    <a:pt x="4110298" y="5106454"/>
                  </a:cubicBezTo>
                  <a:cubicBezTo>
                    <a:pt x="4168703" y="5063210"/>
                    <a:pt x="4227642" y="5019210"/>
                    <a:pt x="4291465" y="4985138"/>
                  </a:cubicBezTo>
                  <a:cubicBezTo>
                    <a:pt x="4388537" y="4933296"/>
                    <a:pt x="4493168" y="4902108"/>
                    <a:pt x="4603888" y="4889825"/>
                  </a:cubicBezTo>
                  <a:cubicBezTo>
                    <a:pt x="4644663" y="4885300"/>
                    <a:pt x="4685201" y="4882747"/>
                    <a:pt x="4725455" y="4882400"/>
                  </a:cubicBezTo>
                  <a:close/>
                  <a:moveTo>
                    <a:pt x="1085682" y="3501534"/>
                  </a:moveTo>
                  <a:cubicBezTo>
                    <a:pt x="932246" y="3767428"/>
                    <a:pt x="780966" y="4029591"/>
                    <a:pt x="628420" y="4293940"/>
                  </a:cubicBezTo>
                  <a:cubicBezTo>
                    <a:pt x="934888" y="4293940"/>
                    <a:pt x="1235103" y="4293940"/>
                    <a:pt x="1538569" y="4293940"/>
                  </a:cubicBezTo>
                  <a:cubicBezTo>
                    <a:pt x="1528915" y="4271923"/>
                    <a:pt x="1522031" y="4251130"/>
                    <a:pt x="1511307" y="4232552"/>
                  </a:cubicBezTo>
                  <a:cubicBezTo>
                    <a:pt x="1420704" y="4075590"/>
                    <a:pt x="1329379" y="3919038"/>
                    <a:pt x="1238315" y="3762337"/>
                  </a:cubicBezTo>
                  <a:cubicBezTo>
                    <a:pt x="1192541" y="3683583"/>
                    <a:pt x="1146862" y="3604774"/>
                    <a:pt x="1097945" y="3522286"/>
                  </a:cubicBezTo>
                  <a:cubicBezTo>
                    <a:pt x="1094813" y="3516981"/>
                    <a:pt x="1091682" y="3511676"/>
                    <a:pt x="1085682" y="3501534"/>
                  </a:cubicBezTo>
                  <a:close/>
                  <a:moveTo>
                    <a:pt x="1085408" y="2762541"/>
                  </a:moveTo>
                  <a:cubicBezTo>
                    <a:pt x="1102440" y="2791055"/>
                    <a:pt x="1117346" y="2815232"/>
                    <a:pt x="1131515" y="2839838"/>
                  </a:cubicBezTo>
                  <a:cubicBezTo>
                    <a:pt x="1243064" y="3033601"/>
                    <a:pt x="1354259" y="3227571"/>
                    <a:pt x="1465995" y="3421228"/>
                  </a:cubicBezTo>
                  <a:cubicBezTo>
                    <a:pt x="1565818" y="3594238"/>
                    <a:pt x="1666067" y="3766994"/>
                    <a:pt x="1766364" y="3939730"/>
                  </a:cubicBezTo>
                  <a:cubicBezTo>
                    <a:pt x="1861744" y="4103990"/>
                    <a:pt x="1957685" y="4267923"/>
                    <a:pt x="2052843" y="4432310"/>
                  </a:cubicBezTo>
                  <a:cubicBezTo>
                    <a:pt x="2093578" y="4502689"/>
                    <a:pt x="2132949" y="4573857"/>
                    <a:pt x="2173786" y="4648992"/>
                  </a:cubicBezTo>
                  <a:cubicBezTo>
                    <a:pt x="2174595" y="4656218"/>
                    <a:pt x="2174561" y="4659115"/>
                    <a:pt x="2174535" y="4662011"/>
                  </a:cubicBezTo>
                  <a:cubicBezTo>
                    <a:pt x="2167878" y="4662379"/>
                    <a:pt x="2161221" y="4663075"/>
                    <a:pt x="2154565" y="4663075"/>
                  </a:cubicBezTo>
                  <a:cubicBezTo>
                    <a:pt x="1438546" y="4663075"/>
                    <a:pt x="722521" y="4663029"/>
                    <a:pt x="3385" y="4660325"/>
                  </a:cubicBezTo>
                  <a:cubicBezTo>
                    <a:pt x="181" y="4654773"/>
                    <a:pt x="94" y="4651876"/>
                    <a:pt x="0" y="4648979"/>
                  </a:cubicBezTo>
                  <a:cubicBezTo>
                    <a:pt x="44100" y="4570679"/>
                    <a:pt x="87693" y="4492078"/>
                    <a:pt x="132442" y="4414146"/>
                  </a:cubicBezTo>
                  <a:cubicBezTo>
                    <a:pt x="185942" y="4320960"/>
                    <a:pt x="240573" y="4228424"/>
                    <a:pt x="294481" y="4135467"/>
                  </a:cubicBezTo>
                  <a:cubicBezTo>
                    <a:pt x="357628" y="4026573"/>
                    <a:pt x="420634" y="3917593"/>
                    <a:pt x="483494" y="3808532"/>
                  </a:cubicBezTo>
                  <a:cubicBezTo>
                    <a:pt x="537689" y="3714497"/>
                    <a:pt x="591270" y="3620101"/>
                    <a:pt x="645700" y="3526200"/>
                  </a:cubicBezTo>
                  <a:cubicBezTo>
                    <a:pt x="742042" y="3359986"/>
                    <a:pt x="839169" y="3194221"/>
                    <a:pt x="935277" y="3027874"/>
                  </a:cubicBezTo>
                  <a:cubicBezTo>
                    <a:pt x="984629" y="2942449"/>
                    <a:pt x="1032496" y="2856161"/>
                    <a:pt x="1085408" y="2762541"/>
                  </a:cubicBezTo>
                  <a:close/>
                  <a:moveTo>
                    <a:pt x="3077694" y="2377529"/>
                  </a:moveTo>
                  <a:cubicBezTo>
                    <a:pt x="3177334" y="2377529"/>
                    <a:pt x="3275859" y="2377529"/>
                    <a:pt x="3378745" y="2377529"/>
                  </a:cubicBezTo>
                  <a:cubicBezTo>
                    <a:pt x="3378745" y="2404028"/>
                    <a:pt x="3378745" y="2431431"/>
                    <a:pt x="3378745" y="2462171"/>
                  </a:cubicBezTo>
                  <a:cubicBezTo>
                    <a:pt x="3378745" y="2674901"/>
                    <a:pt x="3378745" y="2884292"/>
                    <a:pt x="3378745" y="3096847"/>
                  </a:cubicBezTo>
                  <a:cubicBezTo>
                    <a:pt x="3619719" y="3096847"/>
                    <a:pt x="3858687" y="3096847"/>
                    <a:pt x="4099460" y="3096847"/>
                  </a:cubicBezTo>
                  <a:cubicBezTo>
                    <a:pt x="4099460" y="3200750"/>
                    <a:pt x="4099460" y="3301495"/>
                    <a:pt x="4099460" y="3405398"/>
                  </a:cubicBezTo>
                  <a:cubicBezTo>
                    <a:pt x="4088824" y="3405398"/>
                    <a:pt x="4079123" y="3405398"/>
                    <a:pt x="4069423" y="3405398"/>
                  </a:cubicBezTo>
                  <a:cubicBezTo>
                    <a:pt x="3838617" y="3405398"/>
                    <a:pt x="3607878" y="3406695"/>
                    <a:pt x="3377139" y="3404903"/>
                  </a:cubicBezTo>
                  <a:cubicBezTo>
                    <a:pt x="3243499" y="3403859"/>
                    <a:pt x="3130210" y="3321090"/>
                    <a:pt x="3089301" y="3192702"/>
                  </a:cubicBezTo>
                  <a:cubicBezTo>
                    <a:pt x="3082463" y="3171247"/>
                    <a:pt x="3078249" y="3147946"/>
                    <a:pt x="3078182" y="3125480"/>
                  </a:cubicBezTo>
                  <a:cubicBezTo>
                    <a:pt x="3077405" y="2876959"/>
                    <a:pt x="3077694" y="2628438"/>
                    <a:pt x="3077694" y="2377529"/>
                  </a:cubicBezTo>
                  <a:close/>
                  <a:moveTo>
                    <a:pt x="6153559" y="2377355"/>
                  </a:moveTo>
                  <a:cubicBezTo>
                    <a:pt x="6257255" y="2377355"/>
                    <a:pt x="6358005" y="2377355"/>
                    <a:pt x="6462839" y="2377355"/>
                  </a:cubicBezTo>
                  <a:cubicBezTo>
                    <a:pt x="6462839" y="2600440"/>
                    <a:pt x="6462839" y="2823927"/>
                    <a:pt x="6462839" y="3050739"/>
                  </a:cubicBezTo>
                  <a:cubicBezTo>
                    <a:pt x="6466987" y="3133475"/>
                    <a:pt x="6454208" y="3208824"/>
                    <a:pt x="6407713" y="3275463"/>
                  </a:cubicBezTo>
                  <a:cubicBezTo>
                    <a:pt x="6360615" y="3343126"/>
                    <a:pt x="6295320" y="3383828"/>
                    <a:pt x="6214639" y="3398146"/>
                  </a:cubicBezTo>
                  <a:cubicBezTo>
                    <a:pt x="6183463" y="3403684"/>
                    <a:pt x="6151151" y="3405022"/>
                    <a:pt x="6119373" y="3405096"/>
                  </a:cubicBezTo>
                  <a:cubicBezTo>
                    <a:pt x="5892112" y="3405657"/>
                    <a:pt x="5664852" y="3405397"/>
                    <a:pt x="5435116" y="3405397"/>
                  </a:cubicBezTo>
                  <a:cubicBezTo>
                    <a:pt x="5435116" y="3303809"/>
                    <a:pt x="5435116" y="3203084"/>
                    <a:pt x="5435116" y="3099308"/>
                  </a:cubicBezTo>
                  <a:cubicBezTo>
                    <a:pt x="5672746" y="3099308"/>
                    <a:pt x="5911646" y="3099308"/>
                    <a:pt x="6153559" y="3099308"/>
                  </a:cubicBezTo>
                  <a:cubicBezTo>
                    <a:pt x="6153559" y="2857397"/>
                    <a:pt x="6153559" y="2618483"/>
                    <a:pt x="6153559" y="2377355"/>
                  </a:cubicBezTo>
                  <a:close/>
                  <a:moveTo>
                    <a:pt x="3070897" y="599850"/>
                  </a:moveTo>
                  <a:lnTo>
                    <a:pt x="3378913" y="599850"/>
                  </a:lnTo>
                  <a:lnTo>
                    <a:pt x="3378913" y="1028423"/>
                  </a:lnTo>
                  <a:lnTo>
                    <a:pt x="3070897" y="1028423"/>
                  </a:lnTo>
                  <a:close/>
                  <a:moveTo>
                    <a:pt x="5434849" y="180"/>
                  </a:moveTo>
                  <a:cubicBezTo>
                    <a:pt x="5662175" y="180"/>
                    <a:pt x="5890036" y="180"/>
                    <a:pt x="6121243" y="180"/>
                  </a:cubicBezTo>
                  <a:cubicBezTo>
                    <a:pt x="6212361" y="-1630"/>
                    <a:pt x="6294446" y="18018"/>
                    <a:pt x="6361147" y="77202"/>
                  </a:cubicBezTo>
                  <a:cubicBezTo>
                    <a:pt x="6411722" y="122111"/>
                    <a:pt x="6450859" y="179157"/>
                    <a:pt x="6454873" y="248072"/>
                  </a:cubicBezTo>
                  <a:cubicBezTo>
                    <a:pt x="6461696" y="364283"/>
                    <a:pt x="6461630" y="480947"/>
                    <a:pt x="6462566" y="597433"/>
                  </a:cubicBezTo>
                  <a:cubicBezTo>
                    <a:pt x="6463704" y="740031"/>
                    <a:pt x="6462834" y="882642"/>
                    <a:pt x="6462834" y="1027842"/>
                  </a:cubicBezTo>
                  <a:cubicBezTo>
                    <a:pt x="6361414" y="1027842"/>
                    <a:pt x="6260730" y="1027842"/>
                    <a:pt x="6156901" y="1027842"/>
                  </a:cubicBezTo>
                  <a:cubicBezTo>
                    <a:pt x="6156901" y="790480"/>
                    <a:pt x="6156901" y="551566"/>
                    <a:pt x="6156901" y="309620"/>
                  </a:cubicBezTo>
                  <a:cubicBezTo>
                    <a:pt x="5914991" y="309620"/>
                    <a:pt x="5676090" y="309620"/>
                    <a:pt x="5434849" y="309620"/>
                  </a:cubicBezTo>
                  <a:cubicBezTo>
                    <a:pt x="5434849" y="205907"/>
                    <a:pt x="5434849" y="105190"/>
                    <a:pt x="5434849" y="180"/>
                  </a:cubicBezTo>
                  <a:close/>
                  <a:moveTo>
                    <a:pt x="3670580" y="0"/>
                  </a:moveTo>
                  <a:lnTo>
                    <a:pt x="4099253" y="0"/>
                  </a:lnTo>
                  <a:lnTo>
                    <a:pt x="4099253" y="308029"/>
                  </a:lnTo>
                  <a:lnTo>
                    <a:pt x="3670580" y="308029"/>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76" name="Freeform: Shape 75">
              <a:extLst>
                <a:ext uri="{FF2B5EF4-FFF2-40B4-BE49-F238E27FC236}">
                  <a16:creationId xmlns:a16="http://schemas.microsoft.com/office/drawing/2014/main" id="{B0EAB0EE-BF72-4575-FB29-6D70BBDB19EA}"/>
                </a:ext>
                <a:ext uri="{C183D7F6-B498-43B3-948B-1728B52AA6E4}">
                  <adec:decorative xmlns:adec="http://schemas.microsoft.com/office/drawing/2017/decorative" val="1"/>
                </a:ext>
              </a:extLst>
            </p:cNvPr>
            <p:cNvSpPr/>
            <p:nvPr/>
          </p:nvSpPr>
          <p:spPr>
            <a:xfrm>
              <a:off x="10132937" y="810791"/>
              <a:ext cx="190956" cy="181788"/>
            </a:xfrm>
            <a:custGeom>
              <a:avLst/>
              <a:gdLst>
                <a:gd name="connsiteX0" fmla="*/ 1364214 w 2864333"/>
                <a:gd name="connsiteY0" fmla="*/ 2357116 h 2726820"/>
                <a:gd name="connsiteX1" fmla="*/ 1359999 w 2864333"/>
                <a:gd name="connsiteY1" fmla="*/ 2367212 h 2726820"/>
                <a:gd name="connsiteX2" fmla="*/ 1353376 w 2864333"/>
                <a:gd name="connsiteY2" fmla="*/ 2359445 h 2726820"/>
                <a:gd name="connsiteX3" fmla="*/ 1364214 w 2864333"/>
                <a:gd name="connsiteY3" fmla="*/ 2357116 h 2726820"/>
                <a:gd name="connsiteX4" fmla="*/ 2533359 w 2864333"/>
                <a:gd name="connsiteY4" fmla="*/ 2250959 h 2726820"/>
                <a:gd name="connsiteX5" fmla="*/ 2540784 w 2864333"/>
                <a:gd name="connsiteY5" fmla="*/ 2276770 h 2726820"/>
                <a:gd name="connsiteX6" fmla="*/ 2504458 w 2864333"/>
                <a:gd name="connsiteY6" fmla="*/ 2290344 h 2726820"/>
                <a:gd name="connsiteX7" fmla="*/ 2540785 w 2864333"/>
                <a:gd name="connsiteY7" fmla="*/ 2276770 h 2726820"/>
                <a:gd name="connsiteX8" fmla="*/ 2533359 w 2864333"/>
                <a:gd name="connsiteY8" fmla="*/ 2250959 h 2726820"/>
                <a:gd name="connsiteX9" fmla="*/ 2631568 w 2864333"/>
                <a:gd name="connsiteY9" fmla="*/ 2069312 h 2726820"/>
                <a:gd name="connsiteX10" fmla="*/ 2640532 w 2864333"/>
                <a:gd name="connsiteY10" fmla="*/ 2102576 h 2726820"/>
                <a:gd name="connsiteX11" fmla="*/ 2605210 w 2864333"/>
                <a:gd name="connsiteY11" fmla="*/ 2119273 h 2726820"/>
                <a:gd name="connsiteX12" fmla="*/ 2614708 w 2864333"/>
                <a:gd name="connsiteY12" fmla="*/ 2149037 h 2726820"/>
                <a:gd name="connsiteX13" fmla="*/ 2577513 w 2864333"/>
                <a:gd name="connsiteY13" fmla="*/ 2164023 h 2726820"/>
                <a:gd name="connsiteX14" fmla="*/ 2614709 w 2864333"/>
                <a:gd name="connsiteY14" fmla="*/ 2149037 h 2726820"/>
                <a:gd name="connsiteX15" fmla="*/ 2605210 w 2864333"/>
                <a:gd name="connsiteY15" fmla="*/ 2119273 h 2726820"/>
                <a:gd name="connsiteX16" fmla="*/ 2640533 w 2864333"/>
                <a:gd name="connsiteY16" fmla="*/ 2102576 h 2726820"/>
                <a:gd name="connsiteX17" fmla="*/ 2631568 w 2864333"/>
                <a:gd name="connsiteY17" fmla="*/ 2069312 h 2726820"/>
                <a:gd name="connsiteX18" fmla="*/ 2677729 w 2864333"/>
                <a:gd name="connsiteY18" fmla="*/ 1986483 h 2726820"/>
                <a:gd name="connsiteX19" fmla="*/ 2682470 w 2864333"/>
                <a:gd name="connsiteY19" fmla="*/ 2003468 h 2726820"/>
                <a:gd name="connsiteX20" fmla="*/ 2684162 w 2864333"/>
                <a:gd name="connsiteY20" fmla="*/ 2009505 h 2726820"/>
                <a:gd name="connsiteX21" fmla="*/ 2684954 w 2864333"/>
                <a:gd name="connsiteY21" fmla="*/ 2012334 h 2726820"/>
                <a:gd name="connsiteX22" fmla="*/ 2671114 w 2864333"/>
                <a:gd name="connsiteY22" fmla="*/ 2038232 h 2726820"/>
                <a:gd name="connsiteX23" fmla="*/ 2659733 w 2864333"/>
                <a:gd name="connsiteY23" fmla="*/ 2059585 h 2726820"/>
                <a:gd name="connsiteX24" fmla="*/ 2684954 w 2864333"/>
                <a:gd name="connsiteY24" fmla="*/ 2012334 h 2726820"/>
                <a:gd name="connsiteX25" fmla="*/ 2684954 w 2864333"/>
                <a:gd name="connsiteY25" fmla="*/ 2012334 h 2726820"/>
                <a:gd name="connsiteX26" fmla="*/ 2684954 w 2864333"/>
                <a:gd name="connsiteY26" fmla="*/ 2012333 h 2726820"/>
                <a:gd name="connsiteX27" fmla="*/ 2684162 w 2864333"/>
                <a:gd name="connsiteY27" fmla="*/ 2009505 h 2726820"/>
                <a:gd name="connsiteX28" fmla="*/ 2682471 w 2864333"/>
                <a:gd name="connsiteY28" fmla="*/ 2003468 h 2726820"/>
                <a:gd name="connsiteX29" fmla="*/ 2677729 w 2864333"/>
                <a:gd name="connsiteY29" fmla="*/ 1986483 h 2726820"/>
                <a:gd name="connsiteX30" fmla="*/ 2805708 w 2864333"/>
                <a:gd name="connsiteY30" fmla="*/ 1768717 h 2726820"/>
                <a:gd name="connsiteX31" fmla="*/ 2814472 w 2864333"/>
                <a:gd name="connsiteY31" fmla="*/ 1801993 h 2726820"/>
                <a:gd name="connsiteX32" fmla="*/ 2778414 w 2864333"/>
                <a:gd name="connsiteY32" fmla="*/ 1815734 h 2726820"/>
                <a:gd name="connsiteX33" fmla="*/ 2785772 w 2864333"/>
                <a:gd name="connsiteY33" fmla="*/ 1838688 h 2726820"/>
                <a:gd name="connsiteX34" fmla="*/ 2759481 w 2864333"/>
                <a:gd name="connsiteY34" fmla="*/ 1886073 h 2726820"/>
                <a:gd name="connsiteX35" fmla="*/ 2785774 w 2864333"/>
                <a:gd name="connsiteY35" fmla="*/ 1838688 h 2726820"/>
                <a:gd name="connsiteX36" fmla="*/ 2778414 w 2864333"/>
                <a:gd name="connsiteY36" fmla="*/ 1815734 h 2726820"/>
                <a:gd name="connsiteX37" fmla="*/ 2814473 w 2864333"/>
                <a:gd name="connsiteY37" fmla="*/ 1801993 h 2726820"/>
                <a:gd name="connsiteX38" fmla="*/ 2805708 w 2864333"/>
                <a:gd name="connsiteY38" fmla="*/ 1768717 h 2726820"/>
                <a:gd name="connsiteX39" fmla="*/ 999741 w 2864333"/>
                <a:gd name="connsiteY39" fmla="*/ 1652596 h 2726820"/>
                <a:gd name="connsiteX40" fmla="*/ 974788 w 2864333"/>
                <a:gd name="connsiteY40" fmla="*/ 1683332 h 2726820"/>
                <a:gd name="connsiteX41" fmla="*/ 974772 w 2864333"/>
                <a:gd name="connsiteY41" fmla="*/ 1683363 h 2726820"/>
                <a:gd name="connsiteX42" fmla="*/ 974789 w 2864333"/>
                <a:gd name="connsiteY42" fmla="*/ 1683332 h 2726820"/>
                <a:gd name="connsiteX43" fmla="*/ 1047057 w 2864333"/>
                <a:gd name="connsiteY43" fmla="*/ 1567497 h 2726820"/>
                <a:gd name="connsiteX44" fmla="*/ 1020548 w 2864333"/>
                <a:gd name="connsiteY44" fmla="*/ 1616793 h 2726820"/>
                <a:gd name="connsiteX45" fmla="*/ 1001359 w 2864333"/>
                <a:gd name="connsiteY45" fmla="*/ 1650602 h 2726820"/>
                <a:gd name="connsiteX46" fmla="*/ 1001356 w 2864333"/>
                <a:gd name="connsiteY46" fmla="*/ 1650606 h 2726820"/>
                <a:gd name="connsiteX47" fmla="*/ 1001356 w 2864333"/>
                <a:gd name="connsiteY47" fmla="*/ 1650607 h 2726820"/>
                <a:gd name="connsiteX48" fmla="*/ 1001359 w 2864333"/>
                <a:gd name="connsiteY48" fmla="*/ 1650602 h 2726820"/>
                <a:gd name="connsiteX49" fmla="*/ 1013389 w 2864333"/>
                <a:gd name="connsiteY49" fmla="*/ 1634210 h 2726820"/>
                <a:gd name="connsiteX50" fmla="*/ 1020549 w 2864333"/>
                <a:gd name="connsiteY50" fmla="*/ 1616792 h 2726820"/>
                <a:gd name="connsiteX51" fmla="*/ 1047057 w 2864333"/>
                <a:gd name="connsiteY51" fmla="*/ 1567497 h 2726820"/>
                <a:gd name="connsiteX52" fmla="*/ 1065144 w 2864333"/>
                <a:gd name="connsiteY52" fmla="*/ 1531239 h 2726820"/>
                <a:gd name="connsiteX53" fmla="*/ 1061886 w 2864333"/>
                <a:gd name="connsiteY53" fmla="*/ 1543581 h 2726820"/>
                <a:gd name="connsiteX54" fmla="*/ 1061887 w 2864333"/>
                <a:gd name="connsiteY54" fmla="*/ 1543581 h 2726820"/>
                <a:gd name="connsiteX55" fmla="*/ 1208592 w 2864333"/>
                <a:gd name="connsiteY55" fmla="*/ 1281051 h 2726820"/>
                <a:gd name="connsiteX56" fmla="*/ 1193418 w 2864333"/>
                <a:gd name="connsiteY56" fmla="*/ 1296843 h 2726820"/>
                <a:gd name="connsiteX57" fmla="*/ 1169267 w 2864333"/>
                <a:gd name="connsiteY57" fmla="*/ 1362801 h 2726820"/>
                <a:gd name="connsiteX58" fmla="*/ 1140902 w 2864333"/>
                <a:gd name="connsiteY58" fmla="*/ 1405269 h 2726820"/>
                <a:gd name="connsiteX59" fmla="*/ 1114074 w 2864333"/>
                <a:gd name="connsiteY59" fmla="*/ 1441589 h 2726820"/>
                <a:gd name="connsiteX60" fmla="*/ 1075135 w 2864333"/>
                <a:gd name="connsiteY60" fmla="*/ 1497088 h 2726820"/>
                <a:gd name="connsiteX61" fmla="*/ 1072063 w 2864333"/>
                <a:gd name="connsiteY61" fmla="*/ 1506731 h 2726820"/>
                <a:gd name="connsiteX62" fmla="*/ 1075136 w 2864333"/>
                <a:gd name="connsiteY62" fmla="*/ 1497087 h 2726820"/>
                <a:gd name="connsiteX63" fmla="*/ 1114075 w 2864333"/>
                <a:gd name="connsiteY63" fmla="*/ 1441588 h 2726820"/>
                <a:gd name="connsiteX64" fmla="*/ 1140903 w 2864333"/>
                <a:gd name="connsiteY64" fmla="*/ 1405268 h 2726820"/>
                <a:gd name="connsiteX65" fmla="*/ 1169268 w 2864333"/>
                <a:gd name="connsiteY65" fmla="*/ 1362800 h 2726820"/>
                <a:gd name="connsiteX66" fmla="*/ 1193419 w 2864333"/>
                <a:gd name="connsiteY66" fmla="*/ 1296843 h 2726820"/>
                <a:gd name="connsiteX67" fmla="*/ 1273766 w 2864333"/>
                <a:gd name="connsiteY67" fmla="*/ 1159765 h 2726820"/>
                <a:gd name="connsiteX68" fmla="*/ 1273765 w 2864333"/>
                <a:gd name="connsiteY68" fmla="*/ 1159766 h 2726820"/>
                <a:gd name="connsiteX69" fmla="*/ 1266539 w 2864333"/>
                <a:gd name="connsiteY69" fmla="*/ 1176497 h 2726820"/>
                <a:gd name="connsiteX70" fmla="*/ 1234294 w 2864333"/>
                <a:gd name="connsiteY70" fmla="*/ 1235028 h 2726820"/>
                <a:gd name="connsiteX71" fmla="*/ 1220579 w 2864333"/>
                <a:gd name="connsiteY71" fmla="*/ 1261246 h 2726820"/>
                <a:gd name="connsiteX72" fmla="*/ 1208671 w 2864333"/>
                <a:gd name="connsiteY72" fmla="*/ 1280969 h 2726820"/>
                <a:gd name="connsiteX73" fmla="*/ 1208672 w 2864333"/>
                <a:gd name="connsiteY73" fmla="*/ 1280968 h 2726820"/>
                <a:gd name="connsiteX74" fmla="*/ 1220580 w 2864333"/>
                <a:gd name="connsiteY74" fmla="*/ 1261245 h 2726820"/>
                <a:gd name="connsiteX75" fmla="*/ 1234294 w 2864333"/>
                <a:gd name="connsiteY75" fmla="*/ 1235028 h 2726820"/>
                <a:gd name="connsiteX76" fmla="*/ 1266540 w 2864333"/>
                <a:gd name="connsiteY76" fmla="*/ 1176496 h 2726820"/>
                <a:gd name="connsiteX77" fmla="*/ 1269702 w 2864333"/>
                <a:gd name="connsiteY77" fmla="*/ 1166874 h 2726820"/>
                <a:gd name="connsiteX78" fmla="*/ 1337320 w 2864333"/>
                <a:gd name="connsiteY78" fmla="*/ 1075993 h 2726820"/>
                <a:gd name="connsiteX79" fmla="*/ 1294772 w 2864333"/>
                <a:gd name="connsiteY79" fmla="*/ 1118214 h 2726820"/>
                <a:gd name="connsiteX80" fmla="*/ 1293433 w 2864333"/>
                <a:gd name="connsiteY80" fmla="*/ 1124542 h 2726820"/>
                <a:gd name="connsiteX81" fmla="*/ 1291802 w 2864333"/>
                <a:gd name="connsiteY81" fmla="*/ 1146542 h 2726820"/>
                <a:gd name="connsiteX82" fmla="*/ 1291803 w 2864333"/>
                <a:gd name="connsiteY82" fmla="*/ 1146540 h 2726820"/>
                <a:gd name="connsiteX83" fmla="*/ 1293434 w 2864333"/>
                <a:gd name="connsiteY83" fmla="*/ 1124541 h 2726820"/>
                <a:gd name="connsiteX84" fmla="*/ 1294773 w 2864333"/>
                <a:gd name="connsiteY84" fmla="*/ 1118213 h 2726820"/>
                <a:gd name="connsiteX85" fmla="*/ 1338658 w 2864333"/>
                <a:gd name="connsiteY85" fmla="*/ 1077685 h 2726820"/>
                <a:gd name="connsiteX86" fmla="*/ 1254766 w 2864333"/>
                <a:gd name="connsiteY86" fmla="*/ 1233516 h 2726820"/>
                <a:gd name="connsiteX87" fmla="*/ 1085843 w 2864333"/>
                <a:gd name="connsiteY87" fmla="*/ 1525260 h 2726820"/>
                <a:gd name="connsiteX88" fmla="*/ 977800 w 2864333"/>
                <a:gd name="connsiteY88" fmla="*/ 1718468 h 2726820"/>
                <a:gd name="connsiteX89" fmla="*/ 966486 w 2864333"/>
                <a:gd name="connsiteY89" fmla="*/ 1711113 h 2726820"/>
                <a:gd name="connsiteX90" fmla="*/ 967036 w 2864333"/>
                <a:gd name="connsiteY90" fmla="*/ 1713868 h 2726820"/>
                <a:gd name="connsiteX91" fmla="*/ 979405 w 2864333"/>
                <a:gd name="connsiteY91" fmla="*/ 1725192 h 2726820"/>
                <a:gd name="connsiteX92" fmla="*/ 1286007 w 2864333"/>
                <a:gd name="connsiteY92" fmla="*/ 2254024 h 2726820"/>
                <a:gd name="connsiteX93" fmla="*/ 1353643 w 2864333"/>
                <a:gd name="connsiteY93" fmla="*/ 2361318 h 2726820"/>
                <a:gd name="connsiteX94" fmla="*/ 1359999 w 2864333"/>
                <a:gd name="connsiteY94" fmla="*/ 2367213 h 2726820"/>
                <a:gd name="connsiteX95" fmla="*/ 1372643 w 2864333"/>
                <a:gd name="connsiteY95" fmla="*/ 2356629 h 2726820"/>
                <a:gd name="connsiteX96" fmla="*/ 2069876 w 2864333"/>
                <a:gd name="connsiteY96" fmla="*/ 2362094 h 2726820"/>
                <a:gd name="connsiteX97" fmla="*/ 2102724 w 2864333"/>
                <a:gd name="connsiteY97" fmla="*/ 2348755 h 2726820"/>
                <a:gd name="connsiteX98" fmla="*/ 2069407 w 2864333"/>
                <a:gd name="connsiteY98" fmla="*/ 2359833 h 2726820"/>
                <a:gd name="connsiteX99" fmla="*/ 2108276 w 2864333"/>
                <a:gd name="connsiteY99" fmla="*/ 2304808 h 2726820"/>
                <a:gd name="connsiteX100" fmla="*/ 2389724 w 2864333"/>
                <a:gd name="connsiteY100" fmla="*/ 1815754 h 2726820"/>
                <a:gd name="connsiteX101" fmla="*/ 2444114 w 2864333"/>
                <a:gd name="connsiteY101" fmla="*/ 1716648 h 2726820"/>
                <a:gd name="connsiteX102" fmla="*/ 2456451 w 2864333"/>
                <a:gd name="connsiteY102" fmla="*/ 1726087 h 2726820"/>
                <a:gd name="connsiteX103" fmla="*/ 2456299 w 2864333"/>
                <a:gd name="connsiteY103" fmla="*/ 1723638 h 2726820"/>
                <a:gd name="connsiteX104" fmla="*/ 2442509 w 2864333"/>
                <a:gd name="connsiteY104" fmla="*/ 1709892 h 2726820"/>
                <a:gd name="connsiteX105" fmla="*/ 2335134 w 2864333"/>
                <a:gd name="connsiteY105" fmla="*/ 1523120 h 2726820"/>
                <a:gd name="connsiteX106" fmla="*/ 2086064 w 2864333"/>
                <a:gd name="connsiteY106" fmla="*/ 1093555 h 2726820"/>
                <a:gd name="connsiteX107" fmla="*/ 2061245 w 2864333"/>
                <a:gd name="connsiteY107" fmla="*/ 1079278 h 2726820"/>
                <a:gd name="connsiteX108" fmla="*/ 1337320 w 2864333"/>
                <a:gd name="connsiteY108" fmla="*/ 1075993 h 2726820"/>
                <a:gd name="connsiteX109" fmla="*/ 2262547 w 2864333"/>
                <a:gd name="connsiteY109" fmla="*/ 710397 h 2726820"/>
                <a:gd name="connsiteX110" fmla="*/ 2305765 w 2864333"/>
                <a:gd name="connsiteY110" fmla="*/ 734435 h 2726820"/>
                <a:gd name="connsiteX111" fmla="*/ 2527940 w 2864333"/>
                <a:gd name="connsiteY111" fmla="*/ 1119926 h 2726820"/>
                <a:gd name="connsiteX112" fmla="*/ 2789519 w 2864333"/>
                <a:gd name="connsiteY112" fmla="*/ 1569488 h 2726820"/>
                <a:gd name="connsiteX113" fmla="*/ 2861437 w 2864333"/>
                <a:gd name="connsiteY113" fmla="*/ 1703275 h 2726820"/>
                <a:gd name="connsiteX114" fmla="*/ 2834618 w 2864333"/>
                <a:gd name="connsiteY114" fmla="*/ 1724511 h 2726820"/>
                <a:gd name="connsiteX115" fmla="*/ 2834667 w 2864333"/>
                <a:gd name="connsiteY115" fmla="*/ 1724741 h 2726820"/>
                <a:gd name="connsiteX116" fmla="*/ 2840875 w 2864333"/>
                <a:gd name="connsiteY116" fmla="*/ 1712760 h 2726820"/>
                <a:gd name="connsiteX117" fmla="*/ 2861437 w 2864333"/>
                <a:gd name="connsiteY117" fmla="*/ 1705864 h 2726820"/>
                <a:gd name="connsiteX118" fmla="*/ 2862172 w 2864333"/>
                <a:gd name="connsiteY118" fmla="*/ 1732785 h 2726820"/>
                <a:gd name="connsiteX119" fmla="*/ 2719943 w 2864333"/>
                <a:gd name="connsiteY119" fmla="*/ 1982811 h 2726820"/>
                <a:gd name="connsiteX120" fmla="*/ 2557376 w 2864333"/>
                <a:gd name="connsiteY120" fmla="*/ 2262547 h 2726820"/>
                <a:gd name="connsiteX121" fmla="*/ 2371595 w 2864333"/>
                <a:gd name="connsiteY121" fmla="*/ 2585521 h 2726820"/>
                <a:gd name="connsiteX122" fmla="*/ 2305833 w 2864333"/>
                <a:gd name="connsiteY122" fmla="*/ 2696855 h 2726820"/>
                <a:gd name="connsiteX123" fmla="*/ 2298606 w 2864333"/>
                <a:gd name="connsiteY123" fmla="*/ 2684158 h 2726820"/>
                <a:gd name="connsiteX124" fmla="*/ 2303758 w 2864333"/>
                <a:gd name="connsiteY124" fmla="*/ 2697953 h 2726820"/>
                <a:gd name="connsiteX125" fmla="*/ 2258600 w 2864333"/>
                <a:gd name="connsiteY125" fmla="*/ 2724519 h 2726820"/>
                <a:gd name="connsiteX126" fmla="*/ 1219375 w 2864333"/>
                <a:gd name="connsiteY126" fmla="*/ 2726786 h 2726820"/>
                <a:gd name="connsiteX127" fmla="*/ 1082697 w 2864333"/>
                <a:gd name="connsiteY127" fmla="*/ 2641382 h 2726820"/>
                <a:gd name="connsiteX128" fmla="*/ 894642 w 2864333"/>
                <a:gd name="connsiteY128" fmla="*/ 2315940 h 2726820"/>
                <a:gd name="connsiteX129" fmla="*/ 747194 w 2864333"/>
                <a:gd name="connsiteY129" fmla="*/ 2061338 h 2726820"/>
                <a:gd name="connsiteX130" fmla="*/ 558737 w 2864333"/>
                <a:gd name="connsiteY130" fmla="*/ 1732217 h 2726820"/>
                <a:gd name="connsiteX131" fmla="*/ 558938 w 2864333"/>
                <a:gd name="connsiteY131" fmla="*/ 1723292 h 2726820"/>
                <a:gd name="connsiteX132" fmla="*/ 575991 w 2864333"/>
                <a:gd name="connsiteY132" fmla="*/ 1708705 h 2726820"/>
                <a:gd name="connsiteX133" fmla="*/ 558536 w 2864333"/>
                <a:gd name="connsiteY133" fmla="*/ 1720863 h 2726820"/>
                <a:gd name="connsiteX134" fmla="*/ 551712 w 2864333"/>
                <a:gd name="connsiteY134" fmla="*/ 1710661 h 2726820"/>
                <a:gd name="connsiteX135" fmla="*/ 732879 w 2864333"/>
                <a:gd name="connsiteY135" fmla="*/ 1400926 h 2726820"/>
                <a:gd name="connsiteX136" fmla="*/ 917389 w 2864333"/>
                <a:gd name="connsiteY136" fmla="*/ 1081573 h 2726820"/>
                <a:gd name="connsiteX137" fmla="*/ 1108991 w 2864333"/>
                <a:gd name="connsiteY137" fmla="*/ 751406 h 2726820"/>
                <a:gd name="connsiteX138" fmla="*/ 1149732 w 2864333"/>
                <a:gd name="connsiteY138" fmla="*/ 711367 h 2726820"/>
                <a:gd name="connsiteX139" fmla="*/ 971739 w 2864333"/>
                <a:gd name="connsiteY139" fmla="*/ 1021901 h 2726820"/>
                <a:gd name="connsiteX140" fmla="*/ 1152341 w 2864333"/>
                <a:gd name="connsiteY140" fmla="*/ 711829 h 2726820"/>
                <a:gd name="connsiteX141" fmla="*/ 1366287 w 2864333"/>
                <a:gd name="connsiteY141" fmla="*/ 710765 h 2726820"/>
                <a:gd name="connsiteX142" fmla="*/ 2262547 w 2864333"/>
                <a:gd name="connsiteY142" fmla="*/ 710397 h 2726820"/>
                <a:gd name="connsiteX143" fmla="*/ 0 w 2864333"/>
                <a:gd name="connsiteY143" fmla="*/ 0 h 2726820"/>
                <a:gd name="connsiteX144" fmla="*/ 443859 w 2864333"/>
                <a:gd name="connsiteY144" fmla="*/ 0 h 2726820"/>
                <a:gd name="connsiteX145" fmla="*/ 443859 w 2864333"/>
                <a:gd name="connsiteY145" fmla="*/ 443859 h 2726820"/>
                <a:gd name="connsiteX146" fmla="*/ 0 w 2864333"/>
                <a:gd name="connsiteY146" fmla="*/ 443859 h 272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864333" h="2726820">
                  <a:moveTo>
                    <a:pt x="1364214" y="2357116"/>
                  </a:moveTo>
                  <a:cubicBezTo>
                    <a:pt x="1364281" y="2360783"/>
                    <a:pt x="1362139" y="2363994"/>
                    <a:pt x="1359999" y="2367212"/>
                  </a:cubicBezTo>
                  <a:cubicBezTo>
                    <a:pt x="1357925" y="2365245"/>
                    <a:pt x="1355785" y="2363285"/>
                    <a:pt x="1353376" y="2359445"/>
                  </a:cubicBezTo>
                  <a:cubicBezTo>
                    <a:pt x="1356051" y="2357270"/>
                    <a:pt x="1358996" y="2356969"/>
                    <a:pt x="1364214" y="2357116"/>
                  </a:cubicBezTo>
                  <a:close/>
                  <a:moveTo>
                    <a:pt x="2533359" y="2250959"/>
                  </a:moveTo>
                  <a:cubicBezTo>
                    <a:pt x="2534763" y="2255850"/>
                    <a:pt x="2537707" y="2265946"/>
                    <a:pt x="2540784" y="2276770"/>
                  </a:cubicBezTo>
                  <a:cubicBezTo>
                    <a:pt x="2527806" y="2281633"/>
                    <a:pt x="2516834" y="2285715"/>
                    <a:pt x="2504458" y="2290344"/>
                  </a:cubicBezTo>
                  <a:cubicBezTo>
                    <a:pt x="2516834" y="2285715"/>
                    <a:pt x="2527806" y="2281633"/>
                    <a:pt x="2540785" y="2276770"/>
                  </a:cubicBezTo>
                  <a:cubicBezTo>
                    <a:pt x="2537707" y="2265946"/>
                    <a:pt x="2534763" y="2255850"/>
                    <a:pt x="2533359" y="2250959"/>
                  </a:cubicBezTo>
                  <a:close/>
                  <a:moveTo>
                    <a:pt x="2631568" y="2069312"/>
                  </a:moveTo>
                  <a:cubicBezTo>
                    <a:pt x="2635113" y="2082364"/>
                    <a:pt x="2637857" y="2092513"/>
                    <a:pt x="2640532" y="2102576"/>
                  </a:cubicBezTo>
                  <a:cubicBezTo>
                    <a:pt x="2627754" y="2108617"/>
                    <a:pt x="2616984" y="2113721"/>
                    <a:pt x="2605210" y="2119273"/>
                  </a:cubicBezTo>
                  <a:cubicBezTo>
                    <a:pt x="2608555" y="2129824"/>
                    <a:pt x="2611498" y="2138949"/>
                    <a:pt x="2614708" y="2149037"/>
                  </a:cubicBezTo>
                  <a:cubicBezTo>
                    <a:pt x="2601262" y="2154443"/>
                    <a:pt x="2589755" y="2159092"/>
                    <a:pt x="2577513" y="2164023"/>
                  </a:cubicBezTo>
                  <a:cubicBezTo>
                    <a:pt x="2589755" y="2159092"/>
                    <a:pt x="2601262" y="2154443"/>
                    <a:pt x="2614709" y="2149037"/>
                  </a:cubicBezTo>
                  <a:cubicBezTo>
                    <a:pt x="2611498" y="2138949"/>
                    <a:pt x="2608555" y="2129824"/>
                    <a:pt x="2605210" y="2119273"/>
                  </a:cubicBezTo>
                  <a:cubicBezTo>
                    <a:pt x="2616984" y="2113721"/>
                    <a:pt x="2627756" y="2108617"/>
                    <a:pt x="2640533" y="2102576"/>
                  </a:cubicBezTo>
                  <a:cubicBezTo>
                    <a:pt x="2637857" y="2092513"/>
                    <a:pt x="2635113" y="2082364"/>
                    <a:pt x="2631568" y="2069312"/>
                  </a:cubicBezTo>
                  <a:close/>
                  <a:moveTo>
                    <a:pt x="2677729" y="1986483"/>
                  </a:moveTo>
                  <a:cubicBezTo>
                    <a:pt x="2679501" y="1992846"/>
                    <a:pt x="2681174" y="1998833"/>
                    <a:pt x="2682470" y="2003468"/>
                  </a:cubicBezTo>
                  <a:lnTo>
                    <a:pt x="2684162" y="2009505"/>
                  </a:lnTo>
                  <a:lnTo>
                    <a:pt x="2684954" y="2012334"/>
                  </a:lnTo>
                  <a:lnTo>
                    <a:pt x="2671114" y="2038232"/>
                  </a:lnTo>
                  <a:cubicBezTo>
                    <a:pt x="2667125" y="2045705"/>
                    <a:pt x="2663546" y="2052420"/>
                    <a:pt x="2659733" y="2059585"/>
                  </a:cubicBezTo>
                  <a:cubicBezTo>
                    <a:pt x="2667359" y="2045255"/>
                    <a:pt x="2674049" y="2032725"/>
                    <a:pt x="2684954" y="2012334"/>
                  </a:cubicBezTo>
                  <a:lnTo>
                    <a:pt x="2684954" y="2012334"/>
                  </a:lnTo>
                  <a:lnTo>
                    <a:pt x="2684954" y="2012333"/>
                  </a:lnTo>
                  <a:lnTo>
                    <a:pt x="2684162" y="2009505"/>
                  </a:lnTo>
                  <a:lnTo>
                    <a:pt x="2682471" y="2003468"/>
                  </a:lnTo>
                  <a:cubicBezTo>
                    <a:pt x="2681175" y="1998833"/>
                    <a:pt x="2679502" y="1992846"/>
                    <a:pt x="2677729" y="1986483"/>
                  </a:cubicBezTo>
                  <a:close/>
                  <a:moveTo>
                    <a:pt x="2805708" y="1768717"/>
                  </a:moveTo>
                  <a:cubicBezTo>
                    <a:pt x="2809054" y="1781388"/>
                    <a:pt x="2811730" y="1791550"/>
                    <a:pt x="2814472" y="1801993"/>
                  </a:cubicBezTo>
                  <a:cubicBezTo>
                    <a:pt x="2801561" y="1806924"/>
                    <a:pt x="2790656" y="1811071"/>
                    <a:pt x="2778414" y="1815734"/>
                  </a:cubicBezTo>
                  <a:cubicBezTo>
                    <a:pt x="2782160" y="1827409"/>
                    <a:pt x="2785104" y="1836593"/>
                    <a:pt x="2785772" y="1838688"/>
                  </a:cubicBezTo>
                  <a:cubicBezTo>
                    <a:pt x="2775202" y="1857774"/>
                    <a:pt x="2767777" y="1871141"/>
                    <a:pt x="2759481" y="1886073"/>
                  </a:cubicBezTo>
                  <a:cubicBezTo>
                    <a:pt x="2767777" y="1871141"/>
                    <a:pt x="2775202" y="1857774"/>
                    <a:pt x="2785774" y="1838688"/>
                  </a:cubicBezTo>
                  <a:cubicBezTo>
                    <a:pt x="2785104" y="1836593"/>
                    <a:pt x="2782160" y="1827409"/>
                    <a:pt x="2778414" y="1815734"/>
                  </a:cubicBezTo>
                  <a:cubicBezTo>
                    <a:pt x="2790656" y="1811071"/>
                    <a:pt x="2801561" y="1806924"/>
                    <a:pt x="2814473" y="1801993"/>
                  </a:cubicBezTo>
                  <a:cubicBezTo>
                    <a:pt x="2811730" y="1791550"/>
                    <a:pt x="2809054" y="1781388"/>
                    <a:pt x="2805708" y="1768717"/>
                  </a:cubicBezTo>
                  <a:close/>
                  <a:moveTo>
                    <a:pt x="999741" y="1652596"/>
                  </a:moveTo>
                  <a:lnTo>
                    <a:pt x="974788" y="1683332"/>
                  </a:lnTo>
                  <a:lnTo>
                    <a:pt x="974772" y="1683363"/>
                  </a:lnTo>
                  <a:lnTo>
                    <a:pt x="974789" y="1683332"/>
                  </a:lnTo>
                  <a:close/>
                  <a:moveTo>
                    <a:pt x="1047057" y="1567497"/>
                  </a:moveTo>
                  <a:cubicBezTo>
                    <a:pt x="1036136" y="1582732"/>
                    <a:pt x="1024528" y="1597422"/>
                    <a:pt x="1020548" y="1616793"/>
                  </a:cubicBezTo>
                  <a:lnTo>
                    <a:pt x="1001359" y="1650602"/>
                  </a:lnTo>
                  <a:lnTo>
                    <a:pt x="1001356" y="1650606"/>
                  </a:lnTo>
                  <a:lnTo>
                    <a:pt x="1001356" y="1650607"/>
                  </a:lnTo>
                  <a:lnTo>
                    <a:pt x="1001359" y="1650602"/>
                  </a:lnTo>
                  <a:lnTo>
                    <a:pt x="1013389" y="1634210"/>
                  </a:lnTo>
                  <a:cubicBezTo>
                    <a:pt x="1016756" y="1628616"/>
                    <a:pt x="1019311" y="1622852"/>
                    <a:pt x="1020549" y="1616792"/>
                  </a:cubicBezTo>
                  <a:cubicBezTo>
                    <a:pt x="1024529" y="1597422"/>
                    <a:pt x="1036136" y="1582732"/>
                    <a:pt x="1047057" y="1567497"/>
                  </a:cubicBezTo>
                  <a:close/>
                  <a:moveTo>
                    <a:pt x="1065144" y="1531239"/>
                  </a:moveTo>
                  <a:lnTo>
                    <a:pt x="1061886" y="1543581"/>
                  </a:lnTo>
                  <a:lnTo>
                    <a:pt x="1061887" y="1543581"/>
                  </a:lnTo>
                  <a:close/>
                  <a:moveTo>
                    <a:pt x="1208592" y="1281051"/>
                  </a:moveTo>
                  <a:lnTo>
                    <a:pt x="1193418" y="1296843"/>
                  </a:lnTo>
                  <a:cubicBezTo>
                    <a:pt x="1184587" y="1318519"/>
                    <a:pt x="1179035" y="1341606"/>
                    <a:pt x="1169267" y="1362801"/>
                  </a:cubicBezTo>
                  <a:cubicBezTo>
                    <a:pt x="1162242" y="1378088"/>
                    <a:pt x="1150735" y="1391346"/>
                    <a:pt x="1140902" y="1405269"/>
                  </a:cubicBezTo>
                  <a:cubicBezTo>
                    <a:pt x="1132205" y="1417551"/>
                    <a:pt x="1123039" y="1429493"/>
                    <a:pt x="1114074" y="1441589"/>
                  </a:cubicBezTo>
                  <a:cubicBezTo>
                    <a:pt x="1104190" y="1461730"/>
                    <a:pt x="1084785" y="1479370"/>
                    <a:pt x="1075135" y="1497088"/>
                  </a:cubicBezTo>
                  <a:lnTo>
                    <a:pt x="1072063" y="1506731"/>
                  </a:lnTo>
                  <a:lnTo>
                    <a:pt x="1075136" y="1497087"/>
                  </a:lnTo>
                  <a:cubicBezTo>
                    <a:pt x="1084786" y="1479370"/>
                    <a:pt x="1104191" y="1461729"/>
                    <a:pt x="1114075" y="1441588"/>
                  </a:cubicBezTo>
                  <a:cubicBezTo>
                    <a:pt x="1123040" y="1429492"/>
                    <a:pt x="1132205" y="1417551"/>
                    <a:pt x="1140903" y="1405268"/>
                  </a:cubicBezTo>
                  <a:cubicBezTo>
                    <a:pt x="1150736" y="1391346"/>
                    <a:pt x="1162243" y="1378087"/>
                    <a:pt x="1169268" y="1362800"/>
                  </a:cubicBezTo>
                  <a:cubicBezTo>
                    <a:pt x="1179035" y="1341605"/>
                    <a:pt x="1184588" y="1318519"/>
                    <a:pt x="1193419" y="1296843"/>
                  </a:cubicBezTo>
                  <a:close/>
                  <a:moveTo>
                    <a:pt x="1273766" y="1159765"/>
                  </a:moveTo>
                  <a:lnTo>
                    <a:pt x="1273765" y="1159766"/>
                  </a:lnTo>
                  <a:cubicBezTo>
                    <a:pt x="1269617" y="1161853"/>
                    <a:pt x="1269483" y="1171059"/>
                    <a:pt x="1266539" y="1176497"/>
                  </a:cubicBezTo>
                  <a:cubicBezTo>
                    <a:pt x="1255970" y="1196119"/>
                    <a:pt x="1244997" y="1215493"/>
                    <a:pt x="1234294" y="1235028"/>
                  </a:cubicBezTo>
                  <a:cubicBezTo>
                    <a:pt x="1229611" y="1243685"/>
                    <a:pt x="1225329" y="1252596"/>
                    <a:pt x="1220579" y="1261246"/>
                  </a:cubicBezTo>
                  <a:lnTo>
                    <a:pt x="1208671" y="1280969"/>
                  </a:lnTo>
                  <a:lnTo>
                    <a:pt x="1208672" y="1280968"/>
                  </a:lnTo>
                  <a:cubicBezTo>
                    <a:pt x="1213355" y="1274947"/>
                    <a:pt x="1216901" y="1267983"/>
                    <a:pt x="1220580" y="1261245"/>
                  </a:cubicBezTo>
                  <a:cubicBezTo>
                    <a:pt x="1225330" y="1252596"/>
                    <a:pt x="1229612" y="1243685"/>
                    <a:pt x="1234294" y="1235028"/>
                  </a:cubicBezTo>
                  <a:cubicBezTo>
                    <a:pt x="1244998" y="1215493"/>
                    <a:pt x="1255970" y="1196118"/>
                    <a:pt x="1266540" y="1176496"/>
                  </a:cubicBezTo>
                  <a:cubicBezTo>
                    <a:pt x="1268012" y="1173777"/>
                    <a:pt x="1268781" y="1170116"/>
                    <a:pt x="1269702" y="1166874"/>
                  </a:cubicBezTo>
                  <a:close/>
                  <a:moveTo>
                    <a:pt x="1337320" y="1075993"/>
                  </a:moveTo>
                  <a:cubicBezTo>
                    <a:pt x="1323070" y="1090028"/>
                    <a:pt x="1308821" y="1103997"/>
                    <a:pt x="1294772" y="1118214"/>
                  </a:cubicBezTo>
                  <a:cubicBezTo>
                    <a:pt x="1293433" y="1119538"/>
                    <a:pt x="1292765" y="1122757"/>
                    <a:pt x="1293433" y="1124542"/>
                  </a:cubicBezTo>
                  <a:lnTo>
                    <a:pt x="1291802" y="1146542"/>
                  </a:lnTo>
                  <a:lnTo>
                    <a:pt x="1291803" y="1146540"/>
                  </a:lnTo>
                  <a:cubicBezTo>
                    <a:pt x="1295658" y="1141107"/>
                    <a:pt x="1296779" y="1134212"/>
                    <a:pt x="1293434" y="1124541"/>
                  </a:cubicBezTo>
                  <a:cubicBezTo>
                    <a:pt x="1292765" y="1122756"/>
                    <a:pt x="1293434" y="1119538"/>
                    <a:pt x="1294773" y="1118213"/>
                  </a:cubicBezTo>
                  <a:cubicBezTo>
                    <a:pt x="1308821" y="1103997"/>
                    <a:pt x="1323071" y="1090028"/>
                    <a:pt x="1338658" y="1077685"/>
                  </a:cubicBezTo>
                  <a:cubicBezTo>
                    <a:pt x="1311632" y="1130777"/>
                    <a:pt x="1283935" y="1182578"/>
                    <a:pt x="1254766" y="1233516"/>
                  </a:cubicBezTo>
                  <a:cubicBezTo>
                    <a:pt x="1198837" y="1331003"/>
                    <a:pt x="1141839" y="1427834"/>
                    <a:pt x="1085843" y="1525260"/>
                  </a:cubicBezTo>
                  <a:cubicBezTo>
                    <a:pt x="1049516" y="1588561"/>
                    <a:pt x="1014126" y="1652431"/>
                    <a:pt x="977800" y="1718468"/>
                  </a:cubicBezTo>
                  <a:lnTo>
                    <a:pt x="966486" y="1711113"/>
                  </a:lnTo>
                  <a:lnTo>
                    <a:pt x="967036" y="1713868"/>
                  </a:lnTo>
                  <a:cubicBezTo>
                    <a:pt x="969236" y="1717592"/>
                    <a:pt x="973133" y="1721382"/>
                    <a:pt x="979405" y="1725192"/>
                  </a:cubicBezTo>
                  <a:cubicBezTo>
                    <a:pt x="1081494" y="1901514"/>
                    <a:pt x="1183316" y="2078016"/>
                    <a:pt x="1286007" y="2254024"/>
                  </a:cubicBezTo>
                  <a:cubicBezTo>
                    <a:pt x="1306746" y="2289501"/>
                    <a:pt x="1330630" y="2323105"/>
                    <a:pt x="1353643" y="2361318"/>
                  </a:cubicBezTo>
                  <a:cubicBezTo>
                    <a:pt x="1355785" y="2363285"/>
                    <a:pt x="1357925" y="2365246"/>
                    <a:pt x="1359999" y="2367213"/>
                  </a:cubicBezTo>
                  <a:cubicBezTo>
                    <a:pt x="1362139" y="2363994"/>
                    <a:pt x="1364280" y="2360783"/>
                    <a:pt x="1372643" y="2356629"/>
                  </a:cubicBezTo>
                  <a:cubicBezTo>
                    <a:pt x="1604719" y="2356943"/>
                    <a:pt x="1836796" y="2357258"/>
                    <a:pt x="2069876" y="2362094"/>
                  </a:cubicBezTo>
                  <a:cubicBezTo>
                    <a:pt x="2090615" y="2381689"/>
                    <a:pt x="2095297" y="2361526"/>
                    <a:pt x="2102724" y="2348755"/>
                  </a:cubicBezTo>
                  <a:cubicBezTo>
                    <a:pt x="2095297" y="2361526"/>
                    <a:pt x="2090615" y="2381689"/>
                    <a:pt x="2069407" y="2359833"/>
                  </a:cubicBezTo>
                  <a:cubicBezTo>
                    <a:pt x="2082118" y="2340044"/>
                    <a:pt x="2097371" y="2323674"/>
                    <a:pt x="2108276" y="2304808"/>
                  </a:cubicBezTo>
                  <a:cubicBezTo>
                    <a:pt x="2202538" y="2142053"/>
                    <a:pt x="2296132" y="1978889"/>
                    <a:pt x="2389724" y="1815754"/>
                  </a:cubicBezTo>
                  <a:cubicBezTo>
                    <a:pt x="2408055" y="1783749"/>
                    <a:pt x="2425650" y="1751309"/>
                    <a:pt x="2444114" y="1716648"/>
                  </a:cubicBezTo>
                  <a:lnTo>
                    <a:pt x="2456451" y="1726087"/>
                  </a:lnTo>
                  <a:lnTo>
                    <a:pt x="2456299" y="1723638"/>
                  </a:lnTo>
                  <a:cubicBezTo>
                    <a:pt x="2454208" y="1719215"/>
                    <a:pt x="2449951" y="1714621"/>
                    <a:pt x="2442509" y="1709892"/>
                  </a:cubicBezTo>
                  <a:cubicBezTo>
                    <a:pt x="2406717" y="1647628"/>
                    <a:pt x="2371060" y="1585303"/>
                    <a:pt x="2335134" y="1523120"/>
                  </a:cubicBezTo>
                  <a:cubicBezTo>
                    <a:pt x="2252379" y="1379787"/>
                    <a:pt x="2169689" y="1236419"/>
                    <a:pt x="2086064" y="1093555"/>
                  </a:cubicBezTo>
                  <a:cubicBezTo>
                    <a:pt x="2081784" y="1086249"/>
                    <a:pt x="2069674" y="1079298"/>
                    <a:pt x="2061245" y="1079278"/>
                  </a:cubicBezTo>
                  <a:cubicBezTo>
                    <a:pt x="1820806" y="1078749"/>
                    <a:pt x="1580435" y="1079138"/>
                    <a:pt x="1337320" y="1075993"/>
                  </a:cubicBezTo>
                  <a:close/>
                  <a:moveTo>
                    <a:pt x="2262547" y="710397"/>
                  </a:moveTo>
                  <a:cubicBezTo>
                    <a:pt x="2282684" y="710363"/>
                    <a:pt x="2294257" y="713963"/>
                    <a:pt x="2305765" y="734435"/>
                  </a:cubicBezTo>
                  <a:cubicBezTo>
                    <a:pt x="2378285" y="863786"/>
                    <a:pt x="2453480" y="991679"/>
                    <a:pt x="2527940" y="1119926"/>
                  </a:cubicBezTo>
                  <a:cubicBezTo>
                    <a:pt x="2615043" y="1269843"/>
                    <a:pt x="2702415" y="1419578"/>
                    <a:pt x="2789519" y="1569488"/>
                  </a:cubicBezTo>
                  <a:cubicBezTo>
                    <a:pt x="2814740" y="1612867"/>
                    <a:pt x="2839427" y="1656558"/>
                    <a:pt x="2861437" y="1703275"/>
                  </a:cubicBezTo>
                  <a:cubicBezTo>
                    <a:pt x="2841634" y="1706918"/>
                    <a:pt x="2835346" y="1714932"/>
                    <a:pt x="2834618" y="1724511"/>
                  </a:cubicBezTo>
                  <a:lnTo>
                    <a:pt x="2834667" y="1724741"/>
                  </a:lnTo>
                  <a:lnTo>
                    <a:pt x="2840875" y="1712760"/>
                  </a:lnTo>
                  <a:cubicBezTo>
                    <a:pt x="2845013" y="1709468"/>
                    <a:pt x="2851536" y="1707038"/>
                    <a:pt x="2861437" y="1705864"/>
                  </a:cubicBezTo>
                  <a:cubicBezTo>
                    <a:pt x="2863712" y="1714541"/>
                    <a:pt x="2866252" y="1725513"/>
                    <a:pt x="2862172" y="1732785"/>
                  </a:cubicBezTo>
                  <a:cubicBezTo>
                    <a:pt x="2815410" y="1816463"/>
                    <a:pt x="2767843" y="1899755"/>
                    <a:pt x="2719943" y="1982811"/>
                  </a:cubicBezTo>
                  <a:cubicBezTo>
                    <a:pt x="2666021" y="2076223"/>
                    <a:pt x="2611297" y="2169168"/>
                    <a:pt x="2557376" y="2262547"/>
                  </a:cubicBezTo>
                  <a:cubicBezTo>
                    <a:pt x="2495226" y="2370075"/>
                    <a:pt x="2433477" y="2477872"/>
                    <a:pt x="2371595" y="2585521"/>
                  </a:cubicBezTo>
                  <a:cubicBezTo>
                    <a:pt x="2350387" y="2622309"/>
                    <a:pt x="2329113" y="2659011"/>
                    <a:pt x="2305833" y="2696855"/>
                  </a:cubicBezTo>
                  <a:cubicBezTo>
                    <a:pt x="2301885" y="2693283"/>
                    <a:pt x="2297135" y="2687162"/>
                    <a:pt x="2298606" y="2684158"/>
                  </a:cubicBezTo>
                  <a:cubicBezTo>
                    <a:pt x="2297135" y="2687162"/>
                    <a:pt x="2301884" y="2693283"/>
                    <a:pt x="2303758" y="2697953"/>
                  </a:cubicBezTo>
                  <a:cubicBezTo>
                    <a:pt x="2299543" y="2725342"/>
                    <a:pt x="2279339" y="2724532"/>
                    <a:pt x="2258600" y="2724519"/>
                  </a:cubicBezTo>
                  <a:cubicBezTo>
                    <a:pt x="1912124" y="2724358"/>
                    <a:pt x="1565717" y="2721442"/>
                    <a:pt x="1219375" y="2726786"/>
                  </a:cubicBezTo>
                  <a:cubicBezTo>
                    <a:pt x="1145919" y="2727917"/>
                    <a:pt x="1113874" y="2700990"/>
                    <a:pt x="1082697" y="2641382"/>
                  </a:cubicBezTo>
                  <a:cubicBezTo>
                    <a:pt x="1024763" y="2530421"/>
                    <a:pt x="957662" y="2424244"/>
                    <a:pt x="894642" y="2315940"/>
                  </a:cubicBezTo>
                  <a:cubicBezTo>
                    <a:pt x="845270" y="2231184"/>
                    <a:pt x="796099" y="2146348"/>
                    <a:pt x="747194" y="2061338"/>
                  </a:cubicBezTo>
                  <a:cubicBezTo>
                    <a:pt x="684174" y="1951749"/>
                    <a:pt x="621490" y="1841959"/>
                    <a:pt x="558737" y="1732217"/>
                  </a:cubicBezTo>
                  <a:cubicBezTo>
                    <a:pt x="557667" y="1730396"/>
                    <a:pt x="557466" y="1728089"/>
                    <a:pt x="558938" y="1723292"/>
                  </a:cubicBezTo>
                  <a:lnTo>
                    <a:pt x="575991" y="1708705"/>
                  </a:lnTo>
                  <a:lnTo>
                    <a:pt x="558536" y="1720863"/>
                  </a:lnTo>
                  <a:cubicBezTo>
                    <a:pt x="554523" y="1717585"/>
                    <a:pt x="550576" y="1712634"/>
                    <a:pt x="551712" y="1710661"/>
                  </a:cubicBezTo>
                  <a:cubicBezTo>
                    <a:pt x="611856" y="1607274"/>
                    <a:pt x="672668" y="1504300"/>
                    <a:pt x="732879" y="1400926"/>
                  </a:cubicBezTo>
                  <a:cubicBezTo>
                    <a:pt x="794694" y="1294663"/>
                    <a:pt x="855907" y="1188030"/>
                    <a:pt x="917389" y="1081573"/>
                  </a:cubicBezTo>
                  <a:cubicBezTo>
                    <a:pt x="981078" y="971408"/>
                    <a:pt x="1044364" y="861002"/>
                    <a:pt x="1108991" y="751406"/>
                  </a:cubicBezTo>
                  <a:cubicBezTo>
                    <a:pt x="1118156" y="735813"/>
                    <a:pt x="1115948" y="706758"/>
                    <a:pt x="1149732" y="711367"/>
                  </a:cubicBezTo>
                  <a:lnTo>
                    <a:pt x="971739" y="1021901"/>
                  </a:lnTo>
                  <a:lnTo>
                    <a:pt x="1152341" y="711829"/>
                  </a:lnTo>
                  <a:cubicBezTo>
                    <a:pt x="1223656" y="711454"/>
                    <a:pt x="1294972" y="710792"/>
                    <a:pt x="1366287" y="710765"/>
                  </a:cubicBezTo>
                  <a:cubicBezTo>
                    <a:pt x="1665063" y="710645"/>
                    <a:pt x="1963772" y="710852"/>
                    <a:pt x="2262547" y="710397"/>
                  </a:cubicBezTo>
                  <a:close/>
                  <a:moveTo>
                    <a:pt x="0" y="0"/>
                  </a:moveTo>
                  <a:lnTo>
                    <a:pt x="443859" y="0"/>
                  </a:lnTo>
                  <a:lnTo>
                    <a:pt x="443859" y="443859"/>
                  </a:lnTo>
                  <a:lnTo>
                    <a:pt x="0" y="443859"/>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40" name="Group 939">
            <a:extLst>
              <a:ext uri="{FF2B5EF4-FFF2-40B4-BE49-F238E27FC236}">
                <a16:creationId xmlns:a16="http://schemas.microsoft.com/office/drawing/2014/main" id="{26DE8B11-C417-A9E0-D90E-121F7C626BCC}"/>
              </a:ext>
              <a:ext uri="{C183D7F6-B498-43B3-948B-1728B52AA6E4}">
                <adec:decorative xmlns:adec="http://schemas.microsoft.com/office/drawing/2017/decorative" val="1"/>
              </a:ext>
            </a:extLst>
          </p:cNvPr>
          <p:cNvGrpSpPr>
            <a:grpSpLocks noChangeAspect="1"/>
          </p:cNvGrpSpPr>
          <p:nvPr/>
        </p:nvGrpSpPr>
        <p:grpSpPr>
          <a:xfrm>
            <a:off x="10505592" y="810791"/>
            <a:ext cx="455190" cy="457200"/>
            <a:chOff x="10505592" y="810791"/>
            <a:chExt cx="455190" cy="457200"/>
          </a:xfrm>
          <a:solidFill>
            <a:srgbClr val="FF0000"/>
          </a:solidFill>
        </p:grpSpPr>
        <p:sp>
          <p:nvSpPr>
            <p:cNvPr id="90" name="Freeform: Shape 89">
              <a:extLst>
                <a:ext uri="{FF2B5EF4-FFF2-40B4-BE49-F238E27FC236}">
                  <a16:creationId xmlns:a16="http://schemas.microsoft.com/office/drawing/2014/main" id="{67E0EAEB-7566-7A08-06C5-51891B3A57A2}"/>
                </a:ext>
                <a:ext uri="{C183D7F6-B498-43B3-948B-1728B52AA6E4}">
                  <adec:decorative xmlns:adec="http://schemas.microsoft.com/office/drawing/2017/decorative" val="1"/>
                </a:ext>
              </a:extLst>
            </p:cNvPr>
            <p:cNvSpPr/>
            <p:nvPr/>
          </p:nvSpPr>
          <p:spPr>
            <a:xfrm>
              <a:off x="10512748" y="818507"/>
              <a:ext cx="448034" cy="449484"/>
            </a:xfrm>
            <a:custGeom>
              <a:avLst/>
              <a:gdLst>
                <a:gd name="connsiteX0" fmla="*/ 6229477 w 6720499"/>
                <a:gd name="connsiteY0" fmla="*/ 5084969 h 6742253"/>
                <a:gd name="connsiteX1" fmla="*/ 6719832 w 6720499"/>
                <a:gd name="connsiteY1" fmla="*/ 5084969 h 6742253"/>
                <a:gd name="connsiteX2" fmla="*/ 6719832 w 6720499"/>
                <a:gd name="connsiteY2" fmla="*/ 5139502 h 6742253"/>
                <a:gd name="connsiteX3" fmla="*/ 6717430 w 6720499"/>
                <a:gd name="connsiteY3" fmla="*/ 6284125 h 6742253"/>
                <a:gd name="connsiteX4" fmla="*/ 6665759 w 6720499"/>
                <a:gd name="connsiteY4" fmla="*/ 6490665 h 6742253"/>
                <a:gd name="connsiteX5" fmla="*/ 6331392 w 6720499"/>
                <a:gd name="connsiteY5" fmla="*/ 6734574 h 6742253"/>
                <a:gd name="connsiteX6" fmla="*/ 6289749 w 6720499"/>
                <a:gd name="connsiteY6" fmla="*/ 6741378 h 6742253"/>
                <a:gd name="connsiteX7" fmla="*/ 5085418 w 6720499"/>
                <a:gd name="connsiteY7" fmla="*/ 6741550 h 6742253"/>
                <a:gd name="connsiteX8" fmla="*/ 5061869 w 6720499"/>
                <a:gd name="connsiteY8" fmla="*/ 6739543 h 6742253"/>
                <a:gd name="connsiteX9" fmla="*/ 5061869 w 6720499"/>
                <a:gd name="connsiteY9" fmla="*/ 6253458 h 6742253"/>
                <a:gd name="connsiteX10" fmla="*/ 6229477 w 6720499"/>
                <a:gd name="connsiteY10" fmla="*/ 6253458 h 6742253"/>
                <a:gd name="connsiteX11" fmla="*/ 6229477 w 6720499"/>
                <a:gd name="connsiteY11" fmla="*/ 5084969 h 6742253"/>
                <a:gd name="connsiteX12" fmla="*/ 11021 w 6720499"/>
                <a:gd name="connsiteY12" fmla="*/ 5083941 h 6742253"/>
                <a:gd name="connsiteX13" fmla="*/ 499166 w 6720499"/>
                <a:gd name="connsiteY13" fmla="*/ 5083941 h 6742253"/>
                <a:gd name="connsiteX14" fmla="*/ 499166 w 6720499"/>
                <a:gd name="connsiteY14" fmla="*/ 6251668 h 6742253"/>
                <a:gd name="connsiteX15" fmla="*/ 1668006 w 6720499"/>
                <a:gd name="connsiteY15" fmla="*/ 6251668 h 6742253"/>
                <a:gd name="connsiteX16" fmla="*/ 1668006 w 6720499"/>
                <a:gd name="connsiteY16" fmla="*/ 6741686 h 6742253"/>
                <a:gd name="connsiteX17" fmla="*/ 1612150 w 6720499"/>
                <a:gd name="connsiteY17" fmla="*/ 6741686 h 6742253"/>
                <a:gd name="connsiteX18" fmla="*/ 466919 w 6720499"/>
                <a:gd name="connsiteY18" fmla="*/ 6741045 h 6742253"/>
                <a:gd name="connsiteX19" fmla="*/ 22632 w 6720499"/>
                <a:gd name="connsiteY19" fmla="*/ 6385886 h 6742253"/>
                <a:gd name="connsiteX20" fmla="*/ 11509 w 6720499"/>
                <a:gd name="connsiteY20" fmla="*/ 6285720 h 6742253"/>
                <a:gd name="connsiteX21" fmla="*/ 11021 w 6720499"/>
                <a:gd name="connsiteY21" fmla="*/ 5666969 h 6742253"/>
                <a:gd name="connsiteX22" fmla="*/ 11021 w 6720499"/>
                <a:gd name="connsiteY22" fmla="*/ 5083941 h 6742253"/>
                <a:gd name="connsiteX23" fmla="*/ 4580963 w 6720499"/>
                <a:gd name="connsiteY23" fmla="*/ 4021408 h 6742253"/>
                <a:gd name="connsiteX24" fmla="*/ 4455200 w 6720499"/>
                <a:gd name="connsiteY24" fmla="*/ 4032107 h 6742253"/>
                <a:gd name="connsiteX25" fmla="*/ 4064745 w 6720499"/>
                <a:gd name="connsiteY25" fmla="*/ 4265982 h 6742253"/>
                <a:gd name="connsiteX26" fmla="*/ 3933575 w 6720499"/>
                <a:gd name="connsiteY26" fmla="*/ 4755596 h 6742253"/>
                <a:gd name="connsiteX27" fmla="*/ 4183376 w 6720499"/>
                <a:gd name="connsiteY27" fmla="*/ 5166101 h 6742253"/>
                <a:gd name="connsiteX28" fmla="*/ 4562483 w 6720499"/>
                <a:gd name="connsiteY28" fmla="*/ 5294766 h 6742253"/>
                <a:gd name="connsiteX29" fmla="*/ 4797726 w 6720499"/>
                <a:gd name="connsiteY29" fmla="*/ 5242672 h 6742253"/>
                <a:gd name="connsiteX30" fmla="*/ 5198957 w 6720499"/>
                <a:gd name="connsiteY30" fmla="*/ 4679347 h 6742253"/>
                <a:gd name="connsiteX31" fmla="*/ 5108410 w 6720499"/>
                <a:gd name="connsiteY31" fmla="*/ 4332450 h 6742253"/>
                <a:gd name="connsiteX32" fmla="*/ 4924500 w 6720499"/>
                <a:gd name="connsiteY32" fmla="*/ 4141080 h 6742253"/>
                <a:gd name="connsiteX33" fmla="*/ 4580963 w 6720499"/>
                <a:gd name="connsiteY33" fmla="*/ 4021408 h 6742253"/>
                <a:gd name="connsiteX34" fmla="*/ 4594882 w 6720499"/>
                <a:gd name="connsiteY34" fmla="*/ 3769258 h 6742253"/>
                <a:gd name="connsiteX35" fmla="*/ 4966174 w 6720499"/>
                <a:gd name="connsiteY35" fmla="*/ 3865231 h 6742253"/>
                <a:gd name="connsiteX36" fmla="*/ 5400370 w 6720499"/>
                <a:gd name="connsiteY36" fmla="*/ 4363307 h 6742253"/>
                <a:gd name="connsiteX37" fmla="*/ 5304561 w 6720499"/>
                <a:gd name="connsiteY37" fmla="*/ 5150847 h 6742253"/>
                <a:gd name="connsiteX38" fmla="*/ 4717683 w 6720499"/>
                <a:gd name="connsiteY38" fmla="*/ 5534756 h 6742253"/>
                <a:gd name="connsiteX39" fmla="*/ 4008052 w 6720499"/>
                <a:gd name="connsiteY39" fmla="*/ 5355830 h 6742253"/>
                <a:gd name="connsiteX40" fmla="*/ 3690130 w 6720499"/>
                <a:gd name="connsiteY40" fmla="*/ 4829996 h 6742253"/>
                <a:gd name="connsiteX41" fmla="*/ 3833545 w 6720499"/>
                <a:gd name="connsiteY41" fmla="*/ 4150463 h 6742253"/>
                <a:gd name="connsiteX42" fmla="*/ 4019332 w 6720499"/>
                <a:gd name="connsiteY42" fmla="*/ 3954541 h 6742253"/>
                <a:gd name="connsiteX43" fmla="*/ 4462705 w 6720499"/>
                <a:gd name="connsiteY43" fmla="*/ 3776020 h 6742253"/>
                <a:gd name="connsiteX44" fmla="*/ 4594882 w 6720499"/>
                <a:gd name="connsiteY44" fmla="*/ 3769258 h 6742253"/>
                <a:gd name="connsiteX45" fmla="*/ 4149055 w 6720499"/>
                <a:gd name="connsiteY45" fmla="*/ 1237289 h 6742253"/>
                <a:gd name="connsiteX46" fmla="*/ 3449410 w 6720499"/>
                <a:gd name="connsiteY46" fmla="*/ 1239307 h 6742253"/>
                <a:gd name="connsiteX47" fmla="*/ 3392635 w 6720499"/>
                <a:gd name="connsiteY47" fmla="*/ 1272152 h 6742253"/>
                <a:gd name="connsiteX48" fmla="*/ 3076990 w 6720499"/>
                <a:gd name="connsiteY48" fmla="*/ 1809438 h 6742253"/>
                <a:gd name="connsiteX49" fmla="*/ 3076029 w 6720499"/>
                <a:gd name="connsiteY49" fmla="*/ 2016886 h 6742253"/>
                <a:gd name="connsiteX50" fmla="*/ 3088945 w 6720499"/>
                <a:gd name="connsiteY50" fmla="*/ 2030783 h 6742253"/>
                <a:gd name="connsiteX51" fmla="*/ 3398933 w 6720499"/>
                <a:gd name="connsiteY51" fmla="*/ 2571755 h 6742253"/>
                <a:gd name="connsiteX52" fmla="*/ 3440764 w 6720499"/>
                <a:gd name="connsiteY52" fmla="*/ 2593852 h 6742253"/>
                <a:gd name="connsiteX53" fmla="*/ 4156688 w 6720499"/>
                <a:gd name="connsiteY53" fmla="*/ 2593929 h 6742253"/>
                <a:gd name="connsiteX54" fmla="*/ 4199875 w 6720499"/>
                <a:gd name="connsiteY54" fmla="*/ 2573508 h 6742253"/>
                <a:gd name="connsiteX55" fmla="*/ 4565815 w 6720499"/>
                <a:gd name="connsiteY55" fmla="*/ 1942956 h 6742253"/>
                <a:gd name="connsiteX56" fmla="*/ 4562624 w 6720499"/>
                <a:gd name="connsiteY56" fmla="*/ 1882691 h 6742253"/>
                <a:gd name="connsiteX57" fmla="*/ 4472773 w 6720499"/>
                <a:gd name="connsiteY57" fmla="*/ 1727425 h 6742253"/>
                <a:gd name="connsiteX58" fmla="*/ 4208192 w 6720499"/>
                <a:gd name="connsiteY58" fmla="*/ 1270320 h 6742253"/>
                <a:gd name="connsiteX59" fmla="*/ 4149055 w 6720499"/>
                <a:gd name="connsiteY59" fmla="*/ 1237289 h 6742253"/>
                <a:gd name="connsiteX60" fmla="*/ 4300906 w 6720499"/>
                <a:gd name="connsiteY60" fmla="*/ 987621 h 6742253"/>
                <a:gd name="connsiteX61" fmla="*/ 4360117 w 6720499"/>
                <a:gd name="connsiteY61" fmla="*/ 1020575 h 6742253"/>
                <a:gd name="connsiteX62" fmla="*/ 4624882 w 6720499"/>
                <a:gd name="connsiteY62" fmla="*/ 1477910 h 6742253"/>
                <a:gd name="connsiteX63" fmla="*/ 4842501 w 6720499"/>
                <a:gd name="connsiteY63" fmla="*/ 1852758 h 6742253"/>
                <a:gd name="connsiteX64" fmla="*/ 4855838 w 6720499"/>
                <a:gd name="connsiteY64" fmla="*/ 1951078 h 6742253"/>
                <a:gd name="connsiteX65" fmla="*/ 4494650 w 6720499"/>
                <a:gd name="connsiteY65" fmla="*/ 2572375 h 6742253"/>
                <a:gd name="connsiteX66" fmla="*/ 4475804 w 6720499"/>
                <a:gd name="connsiteY66" fmla="*/ 2608870 h 6742253"/>
                <a:gd name="connsiteX67" fmla="*/ 4359617 w 6720499"/>
                <a:gd name="connsiteY67" fmla="*/ 2808520 h 6742253"/>
                <a:gd name="connsiteX68" fmla="*/ 4303693 w 6720499"/>
                <a:gd name="connsiteY68" fmla="*/ 2842996 h 6742253"/>
                <a:gd name="connsiteX69" fmla="*/ 3294319 w 6720499"/>
                <a:gd name="connsiteY69" fmla="*/ 2842952 h 6742253"/>
                <a:gd name="connsiteX70" fmla="*/ 3238791 w 6720499"/>
                <a:gd name="connsiteY70" fmla="*/ 2807607 h 6742253"/>
                <a:gd name="connsiteX71" fmla="*/ 2892818 w 6720499"/>
                <a:gd name="connsiteY71" fmla="*/ 2214194 h 6742253"/>
                <a:gd name="connsiteX72" fmla="*/ 2733330 w 6720499"/>
                <a:gd name="connsiteY72" fmla="*/ 1933983 h 6742253"/>
                <a:gd name="connsiteX73" fmla="*/ 2736247 w 6720499"/>
                <a:gd name="connsiteY73" fmla="*/ 1891356 h 6742253"/>
                <a:gd name="connsiteX74" fmla="*/ 3243738 w 6720499"/>
                <a:gd name="connsiteY74" fmla="*/ 1018739 h 6742253"/>
                <a:gd name="connsiteX75" fmla="*/ 3296946 w 6720499"/>
                <a:gd name="connsiteY75" fmla="*/ 989444 h 6742253"/>
                <a:gd name="connsiteX76" fmla="*/ 4300906 w 6720499"/>
                <a:gd name="connsiteY76" fmla="*/ 987621 h 6742253"/>
                <a:gd name="connsiteX77" fmla="*/ 0 w 6720499"/>
                <a:gd name="connsiteY77" fmla="*/ 952967 h 6742253"/>
                <a:gd name="connsiteX78" fmla="*/ 499807 w 6720499"/>
                <a:gd name="connsiteY78" fmla="*/ 952967 h 6742253"/>
                <a:gd name="connsiteX79" fmla="*/ 499807 w 6720499"/>
                <a:gd name="connsiteY79" fmla="*/ 1668792 h 6742253"/>
                <a:gd name="connsiteX80" fmla="*/ 0 w 6720499"/>
                <a:gd name="connsiteY80" fmla="*/ 1668792 h 6742253"/>
                <a:gd name="connsiteX81" fmla="*/ 5058917 w 6720499"/>
                <a:gd name="connsiteY81" fmla="*/ 300 h 6742253"/>
                <a:gd name="connsiteX82" fmla="*/ 5119639 w 6720499"/>
                <a:gd name="connsiteY82" fmla="*/ 300 h 6742253"/>
                <a:gd name="connsiteX83" fmla="*/ 6204741 w 6720499"/>
                <a:gd name="connsiteY83" fmla="*/ 830 h 6742253"/>
                <a:gd name="connsiteX84" fmla="*/ 6527969 w 6720499"/>
                <a:gd name="connsiteY84" fmla="*/ 100667 h 6742253"/>
                <a:gd name="connsiteX85" fmla="*/ 6719970 w 6720499"/>
                <a:gd name="connsiteY85" fmla="*/ 464443 h 6742253"/>
                <a:gd name="connsiteX86" fmla="*/ 6719838 w 6720499"/>
                <a:gd name="connsiteY86" fmla="*/ 1609228 h 6742253"/>
                <a:gd name="connsiteX87" fmla="*/ 6719838 w 6720499"/>
                <a:gd name="connsiteY87" fmla="*/ 1669700 h 6742253"/>
                <a:gd name="connsiteX88" fmla="*/ 6234212 w 6720499"/>
                <a:gd name="connsiteY88" fmla="*/ 1669700 h 6742253"/>
                <a:gd name="connsiteX89" fmla="*/ 6234212 w 6720499"/>
                <a:gd name="connsiteY89" fmla="*/ 502094 h 6742253"/>
                <a:gd name="connsiteX90" fmla="*/ 5058917 w 6720499"/>
                <a:gd name="connsiteY90" fmla="*/ 502094 h 6742253"/>
                <a:gd name="connsiteX91" fmla="*/ 5058917 w 6720499"/>
                <a:gd name="connsiteY91" fmla="*/ 347610 h 6742253"/>
                <a:gd name="connsiteX92" fmla="*/ 5058917 w 6720499"/>
                <a:gd name="connsiteY92" fmla="*/ 300 h 6742253"/>
                <a:gd name="connsiteX93" fmla="*/ 959343 w 6720499"/>
                <a:gd name="connsiteY93" fmla="*/ 0 h 6742253"/>
                <a:gd name="connsiteX94" fmla="*/ 1668656 w 6720499"/>
                <a:gd name="connsiteY94" fmla="*/ 0 h 6742253"/>
                <a:gd name="connsiteX95" fmla="*/ 1668656 w 6720499"/>
                <a:gd name="connsiteY95" fmla="*/ 499841 h 6742253"/>
                <a:gd name="connsiteX96" fmla="*/ 959343 w 6720499"/>
                <a:gd name="connsiteY96" fmla="*/ 499841 h 674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6720499" h="6742253">
                  <a:moveTo>
                    <a:pt x="6229477" y="5084969"/>
                  </a:moveTo>
                  <a:cubicBezTo>
                    <a:pt x="6392300" y="5084969"/>
                    <a:pt x="6552149" y="5084969"/>
                    <a:pt x="6719832" y="5084969"/>
                  </a:cubicBezTo>
                  <a:cubicBezTo>
                    <a:pt x="6719832" y="5101504"/>
                    <a:pt x="6719832" y="5120504"/>
                    <a:pt x="6719832" y="5139502"/>
                  </a:cubicBezTo>
                  <a:cubicBezTo>
                    <a:pt x="6719832" y="5521054"/>
                    <a:pt x="6722410" y="5902638"/>
                    <a:pt x="6717430" y="6284125"/>
                  </a:cubicBezTo>
                  <a:cubicBezTo>
                    <a:pt x="6716546" y="6351820"/>
                    <a:pt x="6684224" y="6419105"/>
                    <a:pt x="6665759" y="6490665"/>
                  </a:cubicBezTo>
                  <a:cubicBezTo>
                    <a:pt x="6587966" y="6622147"/>
                    <a:pt x="6480096" y="6706792"/>
                    <a:pt x="6331392" y="6734574"/>
                  </a:cubicBezTo>
                  <a:cubicBezTo>
                    <a:pt x="6317552" y="6737160"/>
                    <a:pt x="6303634" y="6741364"/>
                    <a:pt x="6289749" y="6741378"/>
                  </a:cubicBezTo>
                  <a:cubicBezTo>
                    <a:pt x="5888306" y="6741728"/>
                    <a:pt x="5486861" y="6741651"/>
                    <a:pt x="5085418" y="6741550"/>
                  </a:cubicBezTo>
                  <a:cubicBezTo>
                    <a:pt x="5078498" y="6741549"/>
                    <a:pt x="5071576" y="6740402"/>
                    <a:pt x="5061869" y="6739543"/>
                  </a:cubicBezTo>
                  <a:cubicBezTo>
                    <a:pt x="5061869" y="6578121"/>
                    <a:pt x="5061869" y="6418300"/>
                    <a:pt x="5061869" y="6253458"/>
                  </a:cubicBezTo>
                  <a:cubicBezTo>
                    <a:pt x="5450966" y="6253458"/>
                    <a:pt x="5838696" y="6253458"/>
                    <a:pt x="6229477" y="6253458"/>
                  </a:cubicBezTo>
                  <a:cubicBezTo>
                    <a:pt x="6229477" y="5862042"/>
                    <a:pt x="6229477" y="5475607"/>
                    <a:pt x="6229477" y="5084969"/>
                  </a:cubicBezTo>
                  <a:close/>
                  <a:moveTo>
                    <a:pt x="11021" y="5083941"/>
                  </a:moveTo>
                  <a:cubicBezTo>
                    <a:pt x="174169" y="5083941"/>
                    <a:pt x="334052" y="5083941"/>
                    <a:pt x="499166" y="5083941"/>
                  </a:cubicBezTo>
                  <a:cubicBezTo>
                    <a:pt x="499166" y="5472667"/>
                    <a:pt x="499166" y="5860541"/>
                    <a:pt x="499166" y="6251668"/>
                  </a:cubicBezTo>
                  <a:cubicBezTo>
                    <a:pt x="890930" y="6251668"/>
                    <a:pt x="1277504" y="6251668"/>
                    <a:pt x="1668006" y="6251668"/>
                  </a:cubicBezTo>
                  <a:cubicBezTo>
                    <a:pt x="1668006" y="6414776"/>
                    <a:pt x="1668006" y="6574673"/>
                    <a:pt x="1668006" y="6741686"/>
                  </a:cubicBezTo>
                  <a:cubicBezTo>
                    <a:pt x="1650367" y="6741686"/>
                    <a:pt x="1631257" y="6741686"/>
                    <a:pt x="1612150" y="6741686"/>
                  </a:cubicBezTo>
                  <a:cubicBezTo>
                    <a:pt x="1230405" y="6741686"/>
                    <a:pt x="848649" y="6743320"/>
                    <a:pt x="466919" y="6741045"/>
                  </a:cubicBezTo>
                  <a:cubicBezTo>
                    <a:pt x="252990" y="6739769"/>
                    <a:pt x="76203" y="6581847"/>
                    <a:pt x="22632" y="6385886"/>
                  </a:cubicBezTo>
                  <a:cubicBezTo>
                    <a:pt x="13871" y="6353837"/>
                    <a:pt x="11668" y="6319189"/>
                    <a:pt x="11509" y="6285720"/>
                  </a:cubicBezTo>
                  <a:cubicBezTo>
                    <a:pt x="10533" y="6081283"/>
                    <a:pt x="11021" y="5876838"/>
                    <a:pt x="11021" y="5666969"/>
                  </a:cubicBezTo>
                  <a:cubicBezTo>
                    <a:pt x="11021" y="5470061"/>
                    <a:pt x="11021" y="5278584"/>
                    <a:pt x="11021" y="5083941"/>
                  </a:cubicBezTo>
                  <a:close/>
                  <a:moveTo>
                    <a:pt x="4580963" y="4021408"/>
                  </a:moveTo>
                  <a:cubicBezTo>
                    <a:pt x="4539732" y="4020872"/>
                    <a:pt x="4497729" y="4024476"/>
                    <a:pt x="4455200" y="4032107"/>
                  </a:cubicBezTo>
                  <a:cubicBezTo>
                    <a:pt x="4297382" y="4060421"/>
                    <a:pt x="4166869" y="4138302"/>
                    <a:pt x="4064745" y="4265982"/>
                  </a:cubicBezTo>
                  <a:cubicBezTo>
                    <a:pt x="3948488" y="4411336"/>
                    <a:pt x="3907183" y="4578194"/>
                    <a:pt x="3933575" y="4755596"/>
                  </a:cubicBezTo>
                  <a:cubicBezTo>
                    <a:pt x="3958427" y="4922646"/>
                    <a:pt x="4042748" y="5063910"/>
                    <a:pt x="4183376" y="5166101"/>
                  </a:cubicBezTo>
                  <a:cubicBezTo>
                    <a:pt x="4296626" y="5248399"/>
                    <a:pt x="4424349" y="5296105"/>
                    <a:pt x="4562483" y="5294766"/>
                  </a:cubicBezTo>
                  <a:cubicBezTo>
                    <a:pt x="4641221" y="5294002"/>
                    <a:pt x="4722351" y="5269562"/>
                    <a:pt x="4797726" y="5242672"/>
                  </a:cubicBezTo>
                  <a:cubicBezTo>
                    <a:pt x="5033023" y="5158731"/>
                    <a:pt x="5187973" y="4922897"/>
                    <a:pt x="5198957" y="4679347"/>
                  </a:cubicBezTo>
                  <a:cubicBezTo>
                    <a:pt x="5204383" y="4559020"/>
                    <a:pt x="5170535" y="4445358"/>
                    <a:pt x="5108410" y="4332450"/>
                  </a:cubicBezTo>
                  <a:cubicBezTo>
                    <a:pt x="5047604" y="4268010"/>
                    <a:pt x="4993873" y="4194362"/>
                    <a:pt x="4924500" y="4141080"/>
                  </a:cubicBezTo>
                  <a:cubicBezTo>
                    <a:pt x="4821389" y="4061885"/>
                    <a:pt x="4704654" y="4023016"/>
                    <a:pt x="4580963" y="4021408"/>
                  </a:cubicBezTo>
                  <a:close/>
                  <a:moveTo>
                    <a:pt x="4594882" y="3769258"/>
                  </a:moveTo>
                  <a:cubicBezTo>
                    <a:pt x="4724824" y="3772535"/>
                    <a:pt x="4848193" y="3805574"/>
                    <a:pt x="4966174" y="3865231"/>
                  </a:cubicBezTo>
                  <a:cubicBezTo>
                    <a:pt x="5176739" y="3971706"/>
                    <a:pt x="5323859" y="4137659"/>
                    <a:pt x="5400370" y="4363307"/>
                  </a:cubicBezTo>
                  <a:cubicBezTo>
                    <a:pt x="5494625" y="4641284"/>
                    <a:pt x="5461205" y="4906880"/>
                    <a:pt x="5304561" y="5150847"/>
                  </a:cubicBezTo>
                  <a:cubicBezTo>
                    <a:pt x="5168304" y="5363060"/>
                    <a:pt x="4965147" y="5490839"/>
                    <a:pt x="4717683" y="5534756"/>
                  </a:cubicBezTo>
                  <a:cubicBezTo>
                    <a:pt x="4457151" y="5580995"/>
                    <a:pt x="4214247" y="5519555"/>
                    <a:pt x="4008052" y="5355830"/>
                  </a:cubicBezTo>
                  <a:cubicBezTo>
                    <a:pt x="3840371" y="5222686"/>
                    <a:pt x="3729322" y="5047165"/>
                    <a:pt x="3690130" y="4829996"/>
                  </a:cubicBezTo>
                  <a:cubicBezTo>
                    <a:pt x="3645502" y="4582702"/>
                    <a:pt x="3687605" y="4354423"/>
                    <a:pt x="3833545" y="4150463"/>
                  </a:cubicBezTo>
                  <a:cubicBezTo>
                    <a:pt x="3884663" y="4079023"/>
                    <a:pt x="3954965" y="4021306"/>
                    <a:pt x="4019332" y="3954541"/>
                  </a:cubicBezTo>
                  <a:cubicBezTo>
                    <a:pt x="4152189" y="3850965"/>
                    <a:pt x="4298575" y="3796666"/>
                    <a:pt x="4462705" y="3776020"/>
                  </a:cubicBezTo>
                  <a:cubicBezTo>
                    <a:pt x="4507523" y="3770381"/>
                    <a:pt x="4551568" y="3768166"/>
                    <a:pt x="4594882" y="3769258"/>
                  </a:cubicBezTo>
                  <a:close/>
                  <a:moveTo>
                    <a:pt x="4149055" y="1237289"/>
                  </a:moveTo>
                  <a:cubicBezTo>
                    <a:pt x="3915839" y="1238281"/>
                    <a:pt x="3682608" y="1237057"/>
                    <a:pt x="3449410" y="1239307"/>
                  </a:cubicBezTo>
                  <a:cubicBezTo>
                    <a:pt x="3429965" y="1239493"/>
                    <a:pt x="3402581" y="1255394"/>
                    <a:pt x="3392635" y="1272152"/>
                  </a:cubicBezTo>
                  <a:cubicBezTo>
                    <a:pt x="3286614" y="1450805"/>
                    <a:pt x="3188516" y="1634382"/>
                    <a:pt x="3076990" y="1809438"/>
                  </a:cubicBezTo>
                  <a:cubicBezTo>
                    <a:pt x="3028162" y="1886081"/>
                    <a:pt x="3016862" y="1947269"/>
                    <a:pt x="3076029" y="2016886"/>
                  </a:cubicBezTo>
                  <a:cubicBezTo>
                    <a:pt x="3078366" y="2019633"/>
                    <a:pt x="3080823" y="2022276"/>
                    <a:pt x="3088945" y="2030783"/>
                  </a:cubicBezTo>
                  <a:cubicBezTo>
                    <a:pt x="3191952" y="2211295"/>
                    <a:pt x="3294538" y="2392051"/>
                    <a:pt x="3398933" y="2571755"/>
                  </a:cubicBezTo>
                  <a:cubicBezTo>
                    <a:pt x="3405789" y="2583558"/>
                    <a:pt x="3426459" y="2593772"/>
                    <a:pt x="3440764" y="2593852"/>
                  </a:cubicBezTo>
                  <a:cubicBezTo>
                    <a:pt x="3679403" y="2595203"/>
                    <a:pt x="3918051" y="2595182"/>
                    <a:pt x="4156688" y="2593929"/>
                  </a:cubicBezTo>
                  <a:cubicBezTo>
                    <a:pt x="4171462" y="2593850"/>
                    <a:pt x="4193091" y="2585073"/>
                    <a:pt x="4199875" y="2573508"/>
                  </a:cubicBezTo>
                  <a:cubicBezTo>
                    <a:pt x="4322818" y="2363888"/>
                    <a:pt x="4443755" y="2153094"/>
                    <a:pt x="4565815" y="1942956"/>
                  </a:cubicBezTo>
                  <a:cubicBezTo>
                    <a:pt x="4578748" y="1920691"/>
                    <a:pt x="4578963" y="1906242"/>
                    <a:pt x="4562624" y="1882691"/>
                  </a:cubicBezTo>
                  <a:cubicBezTo>
                    <a:pt x="4528653" y="1833727"/>
                    <a:pt x="4502779" y="1779200"/>
                    <a:pt x="4472773" y="1727425"/>
                  </a:cubicBezTo>
                  <a:cubicBezTo>
                    <a:pt x="4384495" y="1575101"/>
                    <a:pt x="4294902" y="1423528"/>
                    <a:pt x="4208192" y="1270320"/>
                  </a:cubicBezTo>
                  <a:cubicBezTo>
                    <a:pt x="4193252" y="1243922"/>
                    <a:pt x="4177117" y="1237170"/>
                    <a:pt x="4149055" y="1237289"/>
                  </a:cubicBezTo>
                  <a:close/>
                  <a:moveTo>
                    <a:pt x="4300906" y="987621"/>
                  </a:moveTo>
                  <a:cubicBezTo>
                    <a:pt x="4328924" y="987551"/>
                    <a:pt x="4345144" y="994113"/>
                    <a:pt x="4360117" y="1020575"/>
                  </a:cubicBezTo>
                  <a:cubicBezTo>
                    <a:pt x="4446847" y="1173883"/>
                    <a:pt x="4536296" y="1325653"/>
                    <a:pt x="4624882" y="1477910"/>
                  </a:cubicBezTo>
                  <a:cubicBezTo>
                    <a:pt x="4697543" y="1602791"/>
                    <a:pt x="4770950" y="1727245"/>
                    <a:pt x="4842501" y="1852758"/>
                  </a:cubicBezTo>
                  <a:cubicBezTo>
                    <a:pt x="4859286" y="1882202"/>
                    <a:pt x="4884285" y="1904469"/>
                    <a:pt x="4855838" y="1951078"/>
                  </a:cubicBezTo>
                  <a:cubicBezTo>
                    <a:pt x="4731071" y="2155512"/>
                    <a:pt x="4614225" y="2364777"/>
                    <a:pt x="4494650" y="2572375"/>
                  </a:cubicBezTo>
                  <a:cubicBezTo>
                    <a:pt x="4488499" y="2583052"/>
                    <a:pt x="4483675" y="2594496"/>
                    <a:pt x="4475804" y="2608870"/>
                  </a:cubicBezTo>
                  <a:cubicBezTo>
                    <a:pt x="4435870" y="2677877"/>
                    <a:pt x="4400228" y="2744780"/>
                    <a:pt x="4359617" y="2808520"/>
                  </a:cubicBezTo>
                  <a:cubicBezTo>
                    <a:pt x="4348801" y="2825496"/>
                    <a:pt x="4322818" y="2842879"/>
                    <a:pt x="4303693" y="2842996"/>
                  </a:cubicBezTo>
                  <a:cubicBezTo>
                    <a:pt x="3967240" y="2845074"/>
                    <a:pt x="3630769" y="2845086"/>
                    <a:pt x="3294319" y="2842952"/>
                  </a:cubicBezTo>
                  <a:cubicBezTo>
                    <a:pt x="3275353" y="2842832"/>
                    <a:pt x="3248999" y="2824824"/>
                    <a:pt x="3238791" y="2807607"/>
                  </a:cubicBezTo>
                  <a:cubicBezTo>
                    <a:pt x="3122016" y="2610662"/>
                    <a:pt x="3007553" y="2412344"/>
                    <a:pt x="2892818" y="2214194"/>
                  </a:cubicBezTo>
                  <a:cubicBezTo>
                    <a:pt x="2838960" y="2121185"/>
                    <a:pt x="2785161" y="2028120"/>
                    <a:pt x="2733330" y="1933983"/>
                  </a:cubicBezTo>
                  <a:cubicBezTo>
                    <a:pt x="2727443" y="1923288"/>
                    <a:pt x="2729703" y="1902704"/>
                    <a:pt x="2736247" y="1891356"/>
                  </a:cubicBezTo>
                  <a:cubicBezTo>
                    <a:pt x="2904366" y="1599876"/>
                    <a:pt x="3073138" y="1308770"/>
                    <a:pt x="3243738" y="1018739"/>
                  </a:cubicBezTo>
                  <a:cubicBezTo>
                    <a:pt x="3252749" y="1003418"/>
                    <a:pt x="3278770" y="989538"/>
                    <a:pt x="3296946" y="989444"/>
                  </a:cubicBezTo>
                  <a:cubicBezTo>
                    <a:pt x="3631593" y="987703"/>
                    <a:pt x="3966252" y="988471"/>
                    <a:pt x="4300906" y="987621"/>
                  </a:cubicBezTo>
                  <a:close/>
                  <a:moveTo>
                    <a:pt x="0" y="952967"/>
                  </a:moveTo>
                  <a:lnTo>
                    <a:pt x="499807" y="952967"/>
                  </a:lnTo>
                  <a:lnTo>
                    <a:pt x="499807" y="1668792"/>
                  </a:lnTo>
                  <a:lnTo>
                    <a:pt x="0" y="1668792"/>
                  </a:lnTo>
                  <a:close/>
                  <a:moveTo>
                    <a:pt x="5058917" y="300"/>
                  </a:moveTo>
                  <a:cubicBezTo>
                    <a:pt x="5081256" y="300"/>
                    <a:pt x="5100448" y="300"/>
                    <a:pt x="5119639" y="300"/>
                  </a:cubicBezTo>
                  <a:cubicBezTo>
                    <a:pt x="5481340" y="300"/>
                    <a:pt x="5843047" y="-623"/>
                    <a:pt x="6204741" y="830"/>
                  </a:cubicBezTo>
                  <a:cubicBezTo>
                    <a:pt x="6321757" y="1300"/>
                    <a:pt x="6435612" y="26721"/>
                    <a:pt x="6527969" y="100667"/>
                  </a:cubicBezTo>
                  <a:cubicBezTo>
                    <a:pt x="6642631" y="192468"/>
                    <a:pt x="6720134" y="309001"/>
                    <a:pt x="6719970" y="464443"/>
                  </a:cubicBezTo>
                  <a:cubicBezTo>
                    <a:pt x="6719570" y="846038"/>
                    <a:pt x="6719838" y="1227633"/>
                    <a:pt x="6719838" y="1609228"/>
                  </a:cubicBezTo>
                  <a:cubicBezTo>
                    <a:pt x="6719838" y="1628621"/>
                    <a:pt x="6719838" y="1648014"/>
                    <a:pt x="6719838" y="1669700"/>
                  </a:cubicBezTo>
                  <a:cubicBezTo>
                    <a:pt x="6556398" y="1669700"/>
                    <a:pt x="6397836" y="1669700"/>
                    <a:pt x="6234212" y="1669700"/>
                  </a:cubicBezTo>
                  <a:cubicBezTo>
                    <a:pt x="6234212" y="1282655"/>
                    <a:pt x="6234212" y="894892"/>
                    <a:pt x="6234212" y="502094"/>
                  </a:cubicBezTo>
                  <a:cubicBezTo>
                    <a:pt x="5841460" y="502094"/>
                    <a:pt x="5453697" y="502094"/>
                    <a:pt x="5058917" y="502094"/>
                  </a:cubicBezTo>
                  <a:cubicBezTo>
                    <a:pt x="5058917" y="449141"/>
                    <a:pt x="5058917" y="401080"/>
                    <a:pt x="5058917" y="347610"/>
                  </a:cubicBezTo>
                  <a:cubicBezTo>
                    <a:pt x="5058917" y="230362"/>
                    <a:pt x="5058917" y="118525"/>
                    <a:pt x="5058917" y="300"/>
                  </a:cubicBezTo>
                  <a:close/>
                  <a:moveTo>
                    <a:pt x="959343" y="0"/>
                  </a:moveTo>
                  <a:lnTo>
                    <a:pt x="1668656" y="0"/>
                  </a:lnTo>
                  <a:lnTo>
                    <a:pt x="1668656" y="499841"/>
                  </a:lnTo>
                  <a:lnTo>
                    <a:pt x="959343" y="499841"/>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1" name="Freeform: Shape 90">
              <a:extLst>
                <a:ext uri="{FF2B5EF4-FFF2-40B4-BE49-F238E27FC236}">
                  <a16:creationId xmlns:a16="http://schemas.microsoft.com/office/drawing/2014/main" id="{8A6B5C7F-3CA8-E485-DAB0-FF2DA46112A4}"/>
                </a:ext>
                <a:ext uri="{C183D7F6-B498-43B3-948B-1728B52AA6E4}">
                  <adec:decorative xmlns:adec="http://schemas.microsoft.com/office/drawing/2017/decorative" val="1"/>
                </a:ext>
              </a:extLst>
            </p:cNvPr>
            <p:cNvSpPr/>
            <p:nvPr/>
          </p:nvSpPr>
          <p:spPr>
            <a:xfrm>
              <a:off x="10505592" y="810791"/>
              <a:ext cx="228366" cy="313705"/>
            </a:xfrm>
            <a:custGeom>
              <a:avLst/>
              <a:gdLst>
                <a:gd name="connsiteX0" fmla="*/ 2233243 w 3425490"/>
                <a:gd name="connsiteY0" fmla="*/ 3661775 h 4705573"/>
                <a:gd name="connsiteX1" fmla="*/ 2213990 w 3425490"/>
                <a:gd name="connsiteY1" fmla="*/ 3663479 h 4705573"/>
                <a:gd name="connsiteX2" fmla="*/ 1900989 w 3425490"/>
                <a:gd name="connsiteY2" fmla="*/ 4208639 h 4705573"/>
                <a:gd name="connsiteX3" fmla="*/ 2230739 w 3425490"/>
                <a:gd name="connsiteY3" fmla="*/ 4208639 h 4705573"/>
                <a:gd name="connsiteX4" fmla="*/ 2560209 w 3425490"/>
                <a:gd name="connsiteY4" fmla="*/ 4208639 h 4705573"/>
                <a:gd name="connsiteX5" fmla="*/ 2441298 w 3425490"/>
                <a:gd name="connsiteY5" fmla="*/ 4001763 h 4705573"/>
                <a:gd name="connsiteX6" fmla="*/ 2245662 w 3425490"/>
                <a:gd name="connsiteY6" fmla="*/ 3667744 h 4705573"/>
                <a:gd name="connsiteX7" fmla="*/ 2233243 w 3425490"/>
                <a:gd name="connsiteY7" fmla="*/ 3661775 h 4705573"/>
                <a:gd name="connsiteX8" fmla="*/ 2230708 w 3425490"/>
                <a:gd name="connsiteY8" fmla="*/ 2636449 h 4705573"/>
                <a:gd name="connsiteX9" fmla="*/ 3425490 w 3425490"/>
                <a:gd name="connsiteY9" fmla="*/ 4705573 h 4705573"/>
                <a:gd name="connsiteX10" fmla="*/ 1037119 w 3425490"/>
                <a:gd name="connsiteY10" fmla="*/ 4705573 h 4705573"/>
                <a:gd name="connsiteX11" fmla="*/ 1424028 w 3425490"/>
                <a:gd name="connsiteY11" fmla="*/ 4027936 h 4705573"/>
                <a:gd name="connsiteX12" fmla="*/ 1616224 w 3425490"/>
                <a:gd name="connsiteY12" fmla="*/ 3699031 h 4705573"/>
                <a:gd name="connsiteX13" fmla="*/ 1918095 w 3425490"/>
                <a:gd name="connsiteY13" fmla="*/ 3174519 h 4705573"/>
                <a:gd name="connsiteX14" fmla="*/ 2180203 w 3425490"/>
                <a:gd name="connsiteY14" fmla="*/ 2725032 h 4705573"/>
                <a:gd name="connsiteX15" fmla="*/ 2230708 w 3425490"/>
                <a:gd name="connsiteY15" fmla="*/ 2636449 h 4705573"/>
                <a:gd name="connsiteX16" fmla="*/ 0 w 3425490"/>
                <a:gd name="connsiteY16" fmla="*/ 0 h 4705573"/>
                <a:gd name="connsiteX17" fmla="*/ 734715 w 3425490"/>
                <a:gd name="connsiteY17" fmla="*/ 0 h 4705573"/>
                <a:gd name="connsiteX18" fmla="*/ 734715 w 3425490"/>
                <a:gd name="connsiteY18" fmla="*/ 736098 h 4705573"/>
                <a:gd name="connsiteX19" fmla="*/ 0 w 3425490"/>
                <a:gd name="connsiteY19" fmla="*/ 736098 h 470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25490" h="4705573">
                  <a:moveTo>
                    <a:pt x="2233243" y="3661775"/>
                  </a:moveTo>
                  <a:cubicBezTo>
                    <a:pt x="2227487" y="3661148"/>
                    <a:pt x="2220593" y="3661800"/>
                    <a:pt x="2213990" y="3663479"/>
                  </a:cubicBezTo>
                  <a:cubicBezTo>
                    <a:pt x="2110444" y="3843827"/>
                    <a:pt x="2006899" y="4024174"/>
                    <a:pt x="1900989" y="4208639"/>
                  </a:cubicBezTo>
                  <a:cubicBezTo>
                    <a:pt x="2014512" y="4208639"/>
                    <a:pt x="2122625" y="4208639"/>
                    <a:pt x="2230739" y="4208639"/>
                  </a:cubicBezTo>
                  <a:cubicBezTo>
                    <a:pt x="2338434" y="4208639"/>
                    <a:pt x="2446128" y="4208639"/>
                    <a:pt x="2560209" y="4208639"/>
                  </a:cubicBezTo>
                  <a:cubicBezTo>
                    <a:pt x="2518401" y="4135857"/>
                    <a:pt x="2480129" y="4068648"/>
                    <a:pt x="2441298" y="4001763"/>
                  </a:cubicBezTo>
                  <a:cubicBezTo>
                    <a:pt x="2376513" y="3890173"/>
                    <a:pt x="2311664" y="3778614"/>
                    <a:pt x="2245662" y="3667744"/>
                  </a:cubicBezTo>
                  <a:cubicBezTo>
                    <a:pt x="2243615" y="3664308"/>
                    <a:pt x="2238999" y="3662402"/>
                    <a:pt x="2233243" y="3661775"/>
                  </a:cubicBezTo>
                  <a:close/>
                  <a:moveTo>
                    <a:pt x="2230708" y="2636449"/>
                  </a:moveTo>
                  <a:cubicBezTo>
                    <a:pt x="2630899" y="3329499"/>
                    <a:pt x="3026335" y="4014316"/>
                    <a:pt x="3425490" y="4705573"/>
                  </a:cubicBezTo>
                  <a:cubicBezTo>
                    <a:pt x="2625085" y="4705573"/>
                    <a:pt x="1835342" y="4705573"/>
                    <a:pt x="1037119" y="4705573"/>
                  </a:cubicBezTo>
                  <a:cubicBezTo>
                    <a:pt x="1166796" y="4478279"/>
                    <a:pt x="1294292" y="4254805"/>
                    <a:pt x="1424028" y="4027936"/>
                  </a:cubicBezTo>
                  <a:cubicBezTo>
                    <a:pt x="1489619" y="3916058"/>
                    <a:pt x="1553384" y="3807810"/>
                    <a:pt x="1616224" y="3699031"/>
                  </a:cubicBezTo>
                  <a:cubicBezTo>
                    <a:pt x="1717131" y="3524357"/>
                    <a:pt x="1817056" y="3349115"/>
                    <a:pt x="1918095" y="3174519"/>
                  </a:cubicBezTo>
                  <a:cubicBezTo>
                    <a:pt x="2004968" y="3024403"/>
                    <a:pt x="2092858" y="2874876"/>
                    <a:pt x="2180203" y="2725032"/>
                  </a:cubicBezTo>
                  <a:cubicBezTo>
                    <a:pt x="2195243" y="2699231"/>
                    <a:pt x="2209804" y="2673150"/>
                    <a:pt x="2230708" y="2636449"/>
                  </a:cubicBezTo>
                  <a:close/>
                  <a:moveTo>
                    <a:pt x="0" y="0"/>
                  </a:moveTo>
                  <a:lnTo>
                    <a:pt x="734715" y="0"/>
                  </a:lnTo>
                  <a:lnTo>
                    <a:pt x="734715" y="736098"/>
                  </a:lnTo>
                  <a:lnTo>
                    <a:pt x="0" y="736098"/>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39" name="Group 938">
            <a:extLst>
              <a:ext uri="{FF2B5EF4-FFF2-40B4-BE49-F238E27FC236}">
                <a16:creationId xmlns:a16="http://schemas.microsoft.com/office/drawing/2014/main" id="{E410D6FE-95B5-09AA-E5E1-DE29373D8EFE}"/>
              </a:ext>
              <a:ext uri="{C183D7F6-B498-43B3-948B-1728B52AA6E4}">
                <adec:decorative xmlns:adec="http://schemas.microsoft.com/office/drawing/2017/decorative" val="1"/>
              </a:ext>
            </a:extLst>
          </p:cNvPr>
          <p:cNvGrpSpPr>
            <a:grpSpLocks noChangeAspect="1"/>
          </p:cNvGrpSpPr>
          <p:nvPr/>
        </p:nvGrpSpPr>
        <p:grpSpPr>
          <a:xfrm>
            <a:off x="11103595" y="810791"/>
            <a:ext cx="448643" cy="457200"/>
            <a:chOff x="11103595" y="810791"/>
            <a:chExt cx="448643" cy="457200"/>
          </a:xfrm>
          <a:solidFill>
            <a:srgbClr val="FF0000"/>
          </a:solidFill>
        </p:grpSpPr>
        <p:sp>
          <p:nvSpPr>
            <p:cNvPr id="104" name="Freeform: Shape 103">
              <a:extLst>
                <a:ext uri="{FF2B5EF4-FFF2-40B4-BE49-F238E27FC236}">
                  <a16:creationId xmlns:a16="http://schemas.microsoft.com/office/drawing/2014/main" id="{AEAEFB75-DEE5-16B0-50CD-4022F7B4E694}"/>
                </a:ext>
                <a:ext uri="{C183D7F6-B498-43B3-948B-1728B52AA6E4}">
                  <adec:decorative xmlns:adec="http://schemas.microsoft.com/office/drawing/2017/decorative" val="1"/>
                </a:ext>
              </a:extLst>
            </p:cNvPr>
            <p:cNvSpPr/>
            <p:nvPr/>
          </p:nvSpPr>
          <p:spPr>
            <a:xfrm>
              <a:off x="11103595" y="810791"/>
              <a:ext cx="448643" cy="457200"/>
            </a:xfrm>
            <a:custGeom>
              <a:avLst/>
              <a:gdLst>
                <a:gd name="connsiteX0" fmla="*/ 1006877 w 6729648"/>
                <a:gd name="connsiteY0" fmla="*/ 4551326 h 6858000"/>
                <a:gd name="connsiteX1" fmla="*/ 917579 w 6729648"/>
                <a:gd name="connsiteY1" fmla="*/ 4602902 h 6858000"/>
                <a:gd name="connsiteX2" fmla="*/ 887099 w 6729648"/>
                <a:gd name="connsiteY2" fmla="*/ 4659341 h 6858000"/>
                <a:gd name="connsiteX3" fmla="*/ 540787 w 6729648"/>
                <a:gd name="connsiteY3" fmla="*/ 5255935 h 6858000"/>
                <a:gd name="connsiteX4" fmla="*/ 411198 w 6729648"/>
                <a:gd name="connsiteY4" fmla="*/ 5480252 h 6858000"/>
                <a:gd name="connsiteX5" fmla="*/ 397515 w 6729648"/>
                <a:gd name="connsiteY5" fmla="*/ 5569826 h 6858000"/>
                <a:gd name="connsiteX6" fmla="*/ 552915 w 6729648"/>
                <a:gd name="connsiteY6" fmla="*/ 5835058 h 6858000"/>
                <a:gd name="connsiteX7" fmla="*/ 778486 w 6729648"/>
                <a:gd name="connsiteY7" fmla="*/ 6224887 h 6858000"/>
                <a:gd name="connsiteX8" fmla="*/ 930858 w 6729648"/>
                <a:gd name="connsiteY8" fmla="*/ 6491823 h 6858000"/>
                <a:gd name="connsiteX9" fmla="*/ 978944 w 6729648"/>
                <a:gd name="connsiteY9" fmla="*/ 6520500 h 6858000"/>
                <a:gd name="connsiteX10" fmla="*/ 2054189 w 6729648"/>
                <a:gd name="connsiteY10" fmla="*/ 6520239 h 6858000"/>
                <a:gd name="connsiteX11" fmla="*/ 2100766 w 6729648"/>
                <a:gd name="connsiteY11" fmla="*/ 6490909 h 6858000"/>
                <a:gd name="connsiteX12" fmla="*/ 2252927 w 6729648"/>
                <a:gd name="connsiteY12" fmla="*/ 6223795 h 6858000"/>
                <a:gd name="connsiteX13" fmla="*/ 2460104 w 6729648"/>
                <a:gd name="connsiteY13" fmla="*/ 5864760 h 6858000"/>
                <a:gd name="connsiteX14" fmla="*/ 2634526 w 6729648"/>
                <a:gd name="connsiteY14" fmla="*/ 5565096 h 6858000"/>
                <a:gd name="connsiteX15" fmla="*/ 2635711 w 6729648"/>
                <a:gd name="connsiteY15" fmla="*/ 5504541 h 6858000"/>
                <a:gd name="connsiteX16" fmla="*/ 2430330 w 6729648"/>
                <a:gd name="connsiteY16" fmla="*/ 5152605 h 6858000"/>
                <a:gd name="connsiteX17" fmla="*/ 2101685 w 6729648"/>
                <a:gd name="connsiteY17" fmla="*/ 4582787 h 6858000"/>
                <a:gd name="connsiteX18" fmla="*/ 2045426 w 6729648"/>
                <a:gd name="connsiteY18" fmla="*/ 4551816 h 6858000"/>
                <a:gd name="connsiteX19" fmla="*/ 1006877 w 6729648"/>
                <a:gd name="connsiteY19" fmla="*/ 4551326 h 6858000"/>
                <a:gd name="connsiteX20" fmla="*/ 784348 w 6729648"/>
                <a:gd name="connsiteY20" fmla="*/ 4214143 h 6858000"/>
                <a:gd name="connsiteX21" fmla="*/ 2149677 w 6729648"/>
                <a:gd name="connsiteY21" fmla="*/ 4214490 h 6858000"/>
                <a:gd name="connsiteX22" fmla="*/ 2279882 w 6729648"/>
                <a:gd name="connsiteY22" fmla="*/ 4214490 h 6858000"/>
                <a:gd name="connsiteX23" fmla="*/ 2591785 w 6729648"/>
                <a:gd name="connsiteY23" fmla="*/ 4755944 h 6858000"/>
                <a:gd name="connsiteX24" fmla="*/ 2862042 w 6729648"/>
                <a:gd name="connsiteY24" fmla="*/ 5223178 h 6858000"/>
                <a:gd name="connsiteX25" fmla="*/ 2865581 w 6729648"/>
                <a:gd name="connsiteY25" fmla="*/ 5232336 h 6858000"/>
                <a:gd name="connsiteX26" fmla="*/ 2995499 w 6729648"/>
                <a:gd name="connsiteY26" fmla="*/ 5453609 h 6858000"/>
                <a:gd name="connsiteX27" fmla="*/ 3000152 w 6729648"/>
                <a:gd name="connsiteY27" fmla="*/ 5463230 h 6858000"/>
                <a:gd name="connsiteX28" fmla="*/ 2998131 w 6729648"/>
                <a:gd name="connsiteY28" fmla="*/ 5613873 h 6858000"/>
                <a:gd name="connsiteX29" fmla="*/ 2680920 w 6729648"/>
                <a:gd name="connsiteY29" fmla="*/ 6157117 h 6858000"/>
                <a:gd name="connsiteX30" fmla="*/ 2364612 w 6729648"/>
                <a:gd name="connsiteY30" fmla="*/ 6709149 h 6858000"/>
                <a:gd name="connsiteX31" fmla="*/ 2279059 w 6729648"/>
                <a:gd name="connsiteY31" fmla="*/ 6857329 h 6858000"/>
                <a:gd name="connsiteX32" fmla="*/ 2237649 w 6729648"/>
                <a:gd name="connsiteY32" fmla="*/ 6857329 h 6858000"/>
                <a:gd name="connsiteX33" fmla="*/ 795247 w 6729648"/>
                <a:gd name="connsiteY33" fmla="*/ 6858000 h 6858000"/>
                <a:gd name="connsiteX34" fmla="*/ 728376 w 6729648"/>
                <a:gd name="connsiteY34" fmla="*/ 6819278 h 6858000"/>
                <a:gd name="connsiteX35" fmla="*/ 524481 w 6729648"/>
                <a:gd name="connsiteY35" fmla="*/ 6466560 h 6858000"/>
                <a:gd name="connsiteX36" fmla="*/ 352555 w 6729648"/>
                <a:gd name="connsiteY36" fmla="*/ 6165540 h 6858000"/>
                <a:gd name="connsiteX37" fmla="*/ 30760 w 6729648"/>
                <a:gd name="connsiteY37" fmla="*/ 5612330 h 6858000"/>
                <a:gd name="connsiteX38" fmla="*/ 2111 w 6729648"/>
                <a:gd name="connsiteY38" fmla="*/ 5559120 h 6858000"/>
                <a:gd name="connsiteX39" fmla="*/ 7901 w 6729648"/>
                <a:gd name="connsiteY39" fmla="*/ 5503685 h 6858000"/>
                <a:gd name="connsiteX40" fmla="*/ 141685 w 6729648"/>
                <a:gd name="connsiteY40" fmla="*/ 5267459 h 6858000"/>
                <a:gd name="connsiteX41" fmla="*/ 326826 w 6729648"/>
                <a:gd name="connsiteY41" fmla="*/ 4949167 h 6858000"/>
                <a:gd name="connsiteX42" fmla="*/ 622891 w 6729648"/>
                <a:gd name="connsiteY42" fmla="*/ 4438979 h 6858000"/>
                <a:gd name="connsiteX43" fmla="*/ 733666 w 6729648"/>
                <a:gd name="connsiteY43" fmla="*/ 4242987 h 6858000"/>
                <a:gd name="connsiteX44" fmla="*/ 784348 w 6729648"/>
                <a:gd name="connsiteY44" fmla="*/ 4214143 h 6858000"/>
                <a:gd name="connsiteX45" fmla="*/ 4324349 w 6729648"/>
                <a:gd name="connsiteY45" fmla="*/ 2107217 h 6858000"/>
                <a:gd name="connsiteX46" fmla="*/ 6729648 w 6729648"/>
                <a:gd name="connsiteY46" fmla="*/ 3495892 h 6858000"/>
                <a:gd name="connsiteX47" fmla="*/ 4324521 w 6729648"/>
                <a:gd name="connsiteY47" fmla="*/ 4884492 h 6858000"/>
                <a:gd name="connsiteX48" fmla="*/ 4327526 w 6729648"/>
                <a:gd name="connsiteY48" fmla="*/ 3909352 h 6858000"/>
                <a:gd name="connsiteX49" fmla="*/ 4662331 w 6729648"/>
                <a:gd name="connsiteY49" fmla="*/ 3909352 h 6858000"/>
                <a:gd name="connsiteX50" fmla="*/ 4662264 w 6729648"/>
                <a:gd name="connsiteY50" fmla="*/ 4296491 h 6858000"/>
                <a:gd name="connsiteX51" fmla="*/ 6048780 w 6729648"/>
                <a:gd name="connsiteY51" fmla="*/ 3495870 h 6858000"/>
                <a:gd name="connsiteX52" fmla="*/ 4662436 w 6729648"/>
                <a:gd name="connsiteY52" fmla="*/ 2695480 h 6858000"/>
                <a:gd name="connsiteX53" fmla="*/ 4659640 w 6729648"/>
                <a:gd name="connsiteY53" fmla="*/ 3082357 h 6858000"/>
                <a:gd name="connsiteX54" fmla="*/ 4324349 w 6729648"/>
                <a:gd name="connsiteY54" fmla="*/ 3082357 h 6858000"/>
                <a:gd name="connsiteX55" fmla="*/ 1459991 w 6729648"/>
                <a:gd name="connsiteY55" fmla="*/ 336950 h 6858000"/>
                <a:gd name="connsiteX56" fmla="*/ 1049254 w 6729648"/>
                <a:gd name="connsiteY56" fmla="*/ 463070 h 6858000"/>
                <a:gd name="connsiteX57" fmla="*/ 696146 w 6729648"/>
                <a:gd name="connsiteY57" fmla="*/ 834596 h 6858000"/>
                <a:gd name="connsiteX58" fmla="*/ 595620 w 6729648"/>
                <a:gd name="connsiteY58" fmla="*/ 1152459 h 6858000"/>
                <a:gd name="connsiteX59" fmla="*/ 596024 w 6729648"/>
                <a:gd name="connsiteY59" fmla="*/ 1306621 h 6858000"/>
                <a:gd name="connsiteX60" fmla="*/ 620482 w 6729648"/>
                <a:gd name="connsiteY60" fmla="*/ 1487997 h 6858000"/>
                <a:gd name="connsiteX61" fmla="*/ 934734 w 6729648"/>
                <a:gd name="connsiteY61" fmla="*/ 1974512 h 6858000"/>
                <a:gd name="connsiteX62" fmla="*/ 1432903 w 6729648"/>
                <a:gd name="connsiteY62" fmla="*/ 2179550 h 6858000"/>
                <a:gd name="connsiteX63" fmla="*/ 1793499 w 6729648"/>
                <a:gd name="connsiteY63" fmla="*/ 2139520 h 6858000"/>
                <a:gd name="connsiteX64" fmla="*/ 2220194 w 6729648"/>
                <a:gd name="connsiteY64" fmla="*/ 1852906 h 6858000"/>
                <a:gd name="connsiteX65" fmla="*/ 2436517 w 6729648"/>
                <a:gd name="connsiteY65" fmla="*/ 1332880 h 6858000"/>
                <a:gd name="connsiteX66" fmla="*/ 2395043 w 6729648"/>
                <a:gd name="connsiteY66" fmla="*/ 980015 h 6858000"/>
                <a:gd name="connsiteX67" fmla="*/ 2096979 w 6729648"/>
                <a:gd name="connsiteY67" fmla="*/ 543687 h 6858000"/>
                <a:gd name="connsiteX68" fmla="*/ 1605770 w 6729648"/>
                <a:gd name="connsiteY68" fmla="*/ 339915 h 6858000"/>
                <a:gd name="connsiteX69" fmla="*/ 1459991 w 6729648"/>
                <a:gd name="connsiteY69" fmla="*/ 336950 h 6858000"/>
                <a:gd name="connsiteX70" fmla="*/ 1494685 w 6729648"/>
                <a:gd name="connsiteY70" fmla="*/ 1361 h 6858000"/>
                <a:gd name="connsiteX71" fmla="*/ 1609232 w 6729648"/>
                <a:gd name="connsiteY71" fmla="*/ 2104 h 6858000"/>
                <a:gd name="connsiteX72" fmla="*/ 2020542 w 6729648"/>
                <a:gd name="connsiteY72" fmla="*/ 102947 h 6858000"/>
                <a:gd name="connsiteX73" fmla="*/ 2469820 w 6729648"/>
                <a:gd name="connsiteY73" fmla="*/ 434333 h 6858000"/>
                <a:gd name="connsiteX74" fmla="*/ 2747095 w 6729648"/>
                <a:gd name="connsiteY74" fmla="*/ 995768 h 6858000"/>
                <a:gd name="connsiteX75" fmla="*/ 2774767 w 6729648"/>
                <a:gd name="connsiteY75" fmla="*/ 1319541 h 6858000"/>
                <a:gd name="connsiteX76" fmla="*/ 2679219 w 6729648"/>
                <a:gd name="connsiteY76" fmla="*/ 1739572 h 6858000"/>
                <a:gd name="connsiteX77" fmla="*/ 2537247 w 6729648"/>
                <a:gd name="connsiteY77" fmla="*/ 1995201 h 6858000"/>
                <a:gd name="connsiteX78" fmla="*/ 2292716 w 6729648"/>
                <a:gd name="connsiteY78" fmla="*/ 2250499 h 6858000"/>
                <a:gd name="connsiteX79" fmla="*/ 1869020 w 6729648"/>
                <a:gd name="connsiteY79" fmla="*/ 2467252 h 6858000"/>
                <a:gd name="connsiteX80" fmla="*/ 1637245 w 6729648"/>
                <a:gd name="connsiteY80" fmla="*/ 2510326 h 6858000"/>
                <a:gd name="connsiteX81" fmla="*/ 1462831 w 6729648"/>
                <a:gd name="connsiteY81" fmla="*/ 2517895 h 6858000"/>
                <a:gd name="connsiteX82" fmla="*/ 1008435 w 6729648"/>
                <a:gd name="connsiteY82" fmla="*/ 2413536 h 6858000"/>
                <a:gd name="connsiteX83" fmla="*/ 652205 w 6729648"/>
                <a:gd name="connsiteY83" fmla="*/ 2175645 h 6858000"/>
                <a:gd name="connsiteX84" fmla="*/ 563845 w 6729648"/>
                <a:gd name="connsiteY84" fmla="*/ 2087227 h 6858000"/>
                <a:gd name="connsiteX85" fmla="*/ 286328 w 6729648"/>
                <a:gd name="connsiteY85" fmla="*/ 1542248 h 6858000"/>
                <a:gd name="connsiteX86" fmla="*/ 259001 w 6729648"/>
                <a:gd name="connsiteY86" fmla="*/ 1156247 h 6858000"/>
                <a:gd name="connsiteX87" fmla="*/ 471779 w 6729648"/>
                <a:gd name="connsiteY87" fmla="*/ 548970 h 6858000"/>
                <a:gd name="connsiteX88" fmla="*/ 994916 w 6729648"/>
                <a:gd name="connsiteY88" fmla="*/ 110450 h 6858000"/>
                <a:gd name="connsiteX89" fmla="*/ 1379753 w 6729648"/>
                <a:gd name="connsiteY89" fmla="*/ 8302 h 6858000"/>
                <a:gd name="connsiteX90" fmla="*/ 1494685 w 6729648"/>
                <a:gd name="connsiteY90" fmla="*/ 13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729648" h="6858000">
                  <a:moveTo>
                    <a:pt x="1006877" y="4551326"/>
                  </a:moveTo>
                  <a:cubicBezTo>
                    <a:pt x="963824" y="4551134"/>
                    <a:pt x="931909" y="4556317"/>
                    <a:pt x="917579" y="4602902"/>
                  </a:cubicBezTo>
                  <a:cubicBezTo>
                    <a:pt x="911413" y="4622949"/>
                    <a:pt x="897847" y="4640806"/>
                    <a:pt x="887099" y="4659341"/>
                  </a:cubicBezTo>
                  <a:cubicBezTo>
                    <a:pt x="771744" y="4858254"/>
                    <a:pt x="656397" y="5057171"/>
                    <a:pt x="540787" y="5255935"/>
                  </a:cubicBezTo>
                  <a:cubicBezTo>
                    <a:pt x="498238" y="5329090"/>
                    <a:pt x="454997" y="5401847"/>
                    <a:pt x="411198" y="5480252"/>
                  </a:cubicBezTo>
                  <a:cubicBezTo>
                    <a:pt x="395255" y="5508246"/>
                    <a:pt x="373894" y="5532068"/>
                    <a:pt x="397515" y="5569826"/>
                  </a:cubicBezTo>
                  <a:cubicBezTo>
                    <a:pt x="451834" y="5656660"/>
                    <a:pt x="501519" y="5746399"/>
                    <a:pt x="552915" y="5835058"/>
                  </a:cubicBezTo>
                  <a:cubicBezTo>
                    <a:pt x="628208" y="5964942"/>
                    <a:pt x="703558" y="6094793"/>
                    <a:pt x="778486" y="6224887"/>
                  </a:cubicBezTo>
                  <a:cubicBezTo>
                    <a:pt x="829620" y="6313667"/>
                    <a:pt x="880050" y="6402854"/>
                    <a:pt x="930858" y="6491823"/>
                  </a:cubicBezTo>
                  <a:cubicBezTo>
                    <a:pt x="941440" y="6510351"/>
                    <a:pt x="953647" y="6520590"/>
                    <a:pt x="978944" y="6520500"/>
                  </a:cubicBezTo>
                  <a:cubicBezTo>
                    <a:pt x="1337356" y="6519226"/>
                    <a:pt x="1695775" y="6519357"/>
                    <a:pt x="2054189" y="6520239"/>
                  </a:cubicBezTo>
                  <a:cubicBezTo>
                    <a:pt x="2078629" y="6520298"/>
                    <a:pt x="2089411" y="6511570"/>
                    <a:pt x="2100766" y="6490909"/>
                  </a:cubicBezTo>
                  <a:cubicBezTo>
                    <a:pt x="2150115" y="6401118"/>
                    <a:pt x="2201808" y="6312609"/>
                    <a:pt x="2252927" y="6223795"/>
                  </a:cubicBezTo>
                  <a:cubicBezTo>
                    <a:pt x="2321853" y="6104041"/>
                    <a:pt x="2391048" y="5984440"/>
                    <a:pt x="2460104" y="5864760"/>
                  </a:cubicBezTo>
                  <a:cubicBezTo>
                    <a:pt x="2517872" y="5764642"/>
                    <a:pt x="2573975" y="5663501"/>
                    <a:pt x="2634526" y="5565096"/>
                  </a:cubicBezTo>
                  <a:cubicBezTo>
                    <a:pt x="2649251" y="5541166"/>
                    <a:pt x="2647606" y="5524926"/>
                    <a:pt x="2635711" y="5504541"/>
                  </a:cubicBezTo>
                  <a:cubicBezTo>
                    <a:pt x="2567258" y="5387224"/>
                    <a:pt x="2498541" y="5270061"/>
                    <a:pt x="2430330" y="5152605"/>
                  </a:cubicBezTo>
                  <a:cubicBezTo>
                    <a:pt x="2320213" y="4962989"/>
                    <a:pt x="2209380" y="4773772"/>
                    <a:pt x="2101685" y="4582787"/>
                  </a:cubicBezTo>
                  <a:cubicBezTo>
                    <a:pt x="2086662" y="4556146"/>
                    <a:pt x="2071327" y="4551776"/>
                    <a:pt x="2045426" y="4551816"/>
                  </a:cubicBezTo>
                  <a:cubicBezTo>
                    <a:pt x="1699243" y="4552369"/>
                    <a:pt x="1353054" y="4552864"/>
                    <a:pt x="1006877" y="4551326"/>
                  </a:cubicBezTo>
                  <a:close/>
                  <a:moveTo>
                    <a:pt x="784348" y="4214143"/>
                  </a:moveTo>
                  <a:cubicBezTo>
                    <a:pt x="1239457" y="4214611"/>
                    <a:pt x="1694567" y="4214490"/>
                    <a:pt x="2149677" y="4214490"/>
                  </a:cubicBezTo>
                  <a:cubicBezTo>
                    <a:pt x="2192467" y="4214490"/>
                    <a:pt x="2235255" y="4214490"/>
                    <a:pt x="2279882" y="4214490"/>
                  </a:cubicBezTo>
                  <a:cubicBezTo>
                    <a:pt x="2383810" y="4394934"/>
                    <a:pt x="2487653" y="4575521"/>
                    <a:pt x="2591785" y="4755944"/>
                  </a:cubicBezTo>
                  <a:cubicBezTo>
                    <a:pt x="2681722" y="4911773"/>
                    <a:pt x="2771991" y="5067412"/>
                    <a:pt x="2862042" y="5223178"/>
                  </a:cubicBezTo>
                  <a:cubicBezTo>
                    <a:pt x="2863201" y="5225182"/>
                    <a:pt x="2863401" y="5227738"/>
                    <a:pt x="2865581" y="5232336"/>
                  </a:cubicBezTo>
                  <a:cubicBezTo>
                    <a:pt x="2909921" y="5307618"/>
                    <a:pt x="2952740" y="5380597"/>
                    <a:pt x="2995499" y="5453609"/>
                  </a:cubicBezTo>
                  <a:cubicBezTo>
                    <a:pt x="2997300" y="5456683"/>
                    <a:pt x="2997812" y="5460780"/>
                    <a:pt x="3000152" y="5463230"/>
                  </a:cubicBezTo>
                  <a:cubicBezTo>
                    <a:pt x="3049002" y="5514367"/>
                    <a:pt x="3031213" y="5559489"/>
                    <a:pt x="2998131" y="5613873"/>
                  </a:cubicBezTo>
                  <a:cubicBezTo>
                    <a:pt x="2889172" y="5792996"/>
                    <a:pt x="2785678" y="5975456"/>
                    <a:pt x="2680920" y="6157117"/>
                  </a:cubicBezTo>
                  <a:cubicBezTo>
                    <a:pt x="2574975" y="6340835"/>
                    <a:pt x="2470062" y="6525146"/>
                    <a:pt x="2364612" y="6709149"/>
                  </a:cubicBezTo>
                  <a:cubicBezTo>
                    <a:pt x="2336742" y="6757784"/>
                    <a:pt x="2308565" y="6806243"/>
                    <a:pt x="2279059" y="6857329"/>
                  </a:cubicBezTo>
                  <a:cubicBezTo>
                    <a:pt x="2266719" y="6857329"/>
                    <a:pt x="2252185" y="6857329"/>
                    <a:pt x="2237649" y="6857329"/>
                  </a:cubicBezTo>
                  <a:cubicBezTo>
                    <a:pt x="1756848" y="6857329"/>
                    <a:pt x="1276047" y="6857025"/>
                    <a:pt x="795247" y="6858000"/>
                  </a:cubicBezTo>
                  <a:cubicBezTo>
                    <a:pt x="762673" y="6858066"/>
                    <a:pt x="745140" y="6849669"/>
                    <a:pt x="728376" y="6819278"/>
                  </a:cubicBezTo>
                  <a:cubicBezTo>
                    <a:pt x="662795" y="6700392"/>
                    <a:pt x="592387" y="6584177"/>
                    <a:pt x="524481" y="6466560"/>
                  </a:cubicBezTo>
                  <a:cubicBezTo>
                    <a:pt x="466706" y="6366488"/>
                    <a:pt x="410457" y="6265536"/>
                    <a:pt x="352555" y="6165540"/>
                  </a:cubicBezTo>
                  <a:cubicBezTo>
                    <a:pt x="245658" y="5980924"/>
                    <a:pt x="138026" y="5796733"/>
                    <a:pt x="30760" y="5612330"/>
                  </a:cubicBezTo>
                  <a:cubicBezTo>
                    <a:pt x="20571" y="5594815"/>
                    <a:pt x="6444" y="5578055"/>
                    <a:pt x="2111" y="5559120"/>
                  </a:cubicBezTo>
                  <a:cubicBezTo>
                    <a:pt x="-1860" y="5541763"/>
                    <a:pt x="-391" y="5519062"/>
                    <a:pt x="7901" y="5503685"/>
                  </a:cubicBezTo>
                  <a:cubicBezTo>
                    <a:pt x="50841" y="5424050"/>
                    <a:pt x="96401" y="5345815"/>
                    <a:pt x="141685" y="5267459"/>
                  </a:cubicBezTo>
                  <a:cubicBezTo>
                    <a:pt x="203102" y="5161190"/>
                    <a:pt x="265172" y="5055299"/>
                    <a:pt x="326826" y="4949167"/>
                  </a:cubicBezTo>
                  <a:cubicBezTo>
                    <a:pt x="425592" y="4779149"/>
                    <a:pt x="524356" y="4609131"/>
                    <a:pt x="622891" y="4438979"/>
                  </a:cubicBezTo>
                  <a:cubicBezTo>
                    <a:pt x="660507" y="4374023"/>
                    <a:pt x="699573" y="4309764"/>
                    <a:pt x="733666" y="4242987"/>
                  </a:cubicBezTo>
                  <a:cubicBezTo>
                    <a:pt x="746211" y="4218413"/>
                    <a:pt x="760552" y="4214119"/>
                    <a:pt x="784348" y="4214143"/>
                  </a:cubicBezTo>
                  <a:close/>
                  <a:moveTo>
                    <a:pt x="4324349" y="2107217"/>
                  </a:moveTo>
                  <a:cubicBezTo>
                    <a:pt x="5128822" y="2571666"/>
                    <a:pt x="5927067" y="3032527"/>
                    <a:pt x="6729648" y="3495892"/>
                  </a:cubicBezTo>
                  <a:cubicBezTo>
                    <a:pt x="5926895" y="3959354"/>
                    <a:pt x="5127827" y="4420701"/>
                    <a:pt x="4324521" y="4884492"/>
                  </a:cubicBezTo>
                  <a:lnTo>
                    <a:pt x="4327526" y="3909352"/>
                  </a:lnTo>
                  <a:lnTo>
                    <a:pt x="4662331" y="3909352"/>
                  </a:lnTo>
                  <a:lnTo>
                    <a:pt x="4662264" y="4296491"/>
                  </a:lnTo>
                  <a:cubicBezTo>
                    <a:pt x="5125615" y="4028935"/>
                    <a:pt x="5585295" y="3763501"/>
                    <a:pt x="6048780" y="3495870"/>
                  </a:cubicBezTo>
                  <a:cubicBezTo>
                    <a:pt x="5582948" y="3226930"/>
                    <a:pt x="5124389" y="2962184"/>
                    <a:pt x="4662436" y="2695480"/>
                  </a:cubicBezTo>
                  <a:lnTo>
                    <a:pt x="4659640" y="3082357"/>
                  </a:lnTo>
                  <a:lnTo>
                    <a:pt x="4324349" y="3082357"/>
                  </a:lnTo>
                  <a:close/>
                  <a:moveTo>
                    <a:pt x="1459991" y="336950"/>
                  </a:moveTo>
                  <a:cubicBezTo>
                    <a:pt x="1316087" y="344693"/>
                    <a:pt x="1178149" y="385105"/>
                    <a:pt x="1049254" y="463070"/>
                  </a:cubicBezTo>
                  <a:cubicBezTo>
                    <a:pt x="897474" y="554878"/>
                    <a:pt x="779771" y="678089"/>
                    <a:pt x="696146" y="834596"/>
                  </a:cubicBezTo>
                  <a:cubicBezTo>
                    <a:pt x="643819" y="932529"/>
                    <a:pt x="613215" y="1036829"/>
                    <a:pt x="595620" y="1152459"/>
                  </a:cubicBezTo>
                  <a:cubicBezTo>
                    <a:pt x="595482" y="1203868"/>
                    <a:pt x="592183" y="1255513"/>
                    <a:pt x="596024" y="1306621"/>
                  </a:cubicBezTo>
                  <a:cubicBezTo>
                    <a:pt x="600594" y="1367421"/>
                    <a:pt x="605046" y="1429406"/>
                    <a:pt x="620482" y="1487997"/>
                  </a:cubicBezTo>
                  <a:cubicBezTo>
                    <a:pt x="672032" y="1683663"/>
                    <a:pt x="777419" y="1845477"/>
                    <a:pt x="934734" y="1974512"/>
                  </a:cubicBezTo>
                  <a:cubicBezTo>
                    <a:pt x="1080475" y="2094053"/>
                    <a:pt x="1247486" y="2161648"/>
                    <a:pt x="1432903" y="2179550"/>
                  </a:cubicBezTo>
                  <a:cubicBezTo>
                    <a:pt x="1554522" y="2191293"/>
                    <a:pt x="1676242" y="2179191"/>
                    <a:pt x="1793499" y="2139520"/>
                  </a:cubicBezTo>
                  <a:cubicBezTo>
                    <a:pt x="1961667" y="2082628"/>
                    <a:pt x="2104596" y="1989752"/>
                    <a:pt x="2220194" y="1852906"/>
                  </a:cubicBezTo>
                  <a:cubicBezTo>
                    <a:pt x="2347922" y="1701700"/>
                    <a:pt x="2419157" y="1527672"/>
                    <a:pt x="2436517" y="1332880"/>
                  </a:cubicBezTo>
                  <a:cubicBezTo>
                    <a:pt x="2447138" y="1213712"/>
                    <a:pt x="2433487" y="1095168"/>
                    <a:pt x="2395043" y="980015"/>
                  </a:cubicBezTo>
                  <a:cubicBezTo>
                    <a:pt x="2336925" y="805923"/>
                    <a:pt x="2238639" y="660806"/>
                    <a:pt x="2096979" y="543687"/>
                  </a:cubicBezTo>
                  <a:cubicBezTo>
                    <a:pt x="1953677" y="425213"/>
                    <a:pt x="1788697" y="356644"/>
                    <a:pt x="1605770" y="339915"/>
                  </a:cubicBezTo>
                  <a:cubicBezTo>
                    <a:pt x="1556590" y="335417"/>
                    <a:pt x="1507959" y="334369"/>
                    <a:pt x="1459991" y="336950"/>
                  </a:cubicBezTo>
                  <a:close/>
                  <a:moveTo>
                    <a:pt x="1494685" y="1361"/>
                  </a:moveTo>
                  <a:cubicBezTo>
                    <a:pt x="1533014" y="-357"/>
                    <a:pt x="1571278" y="-795"/>
                    <a:pt x="1609232" y="2104"/>
                  </a:cubicBezTo>
                  <a:cubicBezTo>
                    <a:pt x="1751201" y="12947"/>
                    <a:pt x="1888755" y="45693"/>
                    <a:pt x="2020542" y="102947"/>
                  </a:cubicBezTo>
                  <a:cubicBezTo>
                    <a:pt x="2196115" y="179224"/>
                    <a:pt x="2345362" y="291414"/>
                    <a:pt x="2469820" y="434333"/>
                  </a:cubicBezTo>
                  <a:cubicBezTo>
                    <a:pt x="2610801" y="596225"/>
                    <a:pt x="2703428" y="783959"/>
                    <a:pt x="2747095" y="995768"/>
                  </a:cubicBezTo>
                  <a:cubicBezTo>
                    <a:pt x="2769209" y="1103037"/>
                    <a:pt x="2781291" y="1210780"/>
                    <a:pt x="2774767" y="1319541"/>
                  </a:cubicBezTo>
                  <a:cubicBezTo>
                    <a:pt x="2766077" y="1464402"/>
                    <a:pt x="2742455" y="1607507"/>
                    <a:pt x="2679219" y="1739572"/>
                  </a:cubicBezTo>
                  <a:cubicBezTo>
                    <a:pt x="2637174" y="1827380"/>
                    <a:pt x="2590481" y="1913798"/>
                    <a:pt x="2537247" y="1995201"/>
                  </a:cubicBezTo>
                  <a:cubicBezTo>
                    <a:pt x="2472176" y="2094705"/>
                    <a:pt x="2386841" y="2176786"/>
                    <a:pt x="2292716" y="2250499"/>
                  </a:cubicBezTo>
                  <a:cubicBezTo>
                    <a:pt x="2165084" y="2350454"/>
                    <a:pt x="2025483" y="2426029"/>
                    <a:pt x="1869020" y="2467252"/>
                  </a:cubicBezTo>
                  <a:cubicBezTo>
                    <a:pt x="1793198" y="2487229"/>
                    <a:pt x="1715082" y="2500031"/>
                    <a:pt x="1637245" y="2510326"/>
                  </a:cubicBezTo>
                  <a:cubicBezTo>
                    <a:pt x="1579733" y="2517933"/>
                    <a:pt x="1520824" y="2520293"/>
                    <a:pt x="1462831" y="2517895"/>
                  </a:cubicBezTo>
                  <a:cubicBezTo>
                    <a:pt x="1305206" y="2511376"/>
                    <a:pt x="1153011" y="2477961"/>
                    <a:pt x="1008435" y="2413536"/>
                  </a:cubicBezTo>
                  <a:cubicBezTo>
                    <a:pt x="876183" y="2354603"/>
                    <a:pt x="754482" y="2279631"/>
                    <a:pt x="652205" y="2175645"/>
                  </a:cubicBezTo>
                  <a:cubicBezTo>
                    <a:pt x="623602" y="2146564"/>
                    <a:pt x="594568" y="2117909"/>
                    <a:pt x="563845" y="2087227"/>
                  </a:cubicBezTo>
                  <a:cubicBezTo>
                    <a:pt x="426438" y="1926493"/>
                    <a:pt x="334595" y="1745874"/>
                    <a:pt x="286328" y="1542248"/>
                  </a:cubicBezTo>
                  <a:cubicBezTo>
                    <a:pt x="256089" y="1414676"/>
                    <a:pt x="249617" y="1285164"/>
                    <a:pt x="259001" y="1156247"/>
                  </a:cubicBezTo>
                  <a:cubicBezTo>
                    <a:pt x="275048" y="935803"/>
                    <a:pt x="346820" y="731461"/>
                    <a:pt x="471779" y="548970"/>
                  </a:cubicBezTo>
                  <a:cubicBezTo>
                    <a:pt x="604722" y="354818"/>
                    <a:pt x="778973" y="206759"/>
                    <a:pt x="994916" y="110450"/>
                  </a:cubicBezTo>
                  <a:cubicBezTo>
                    <a:pt x="1117542" y="55761"/>
                    <a:pt x="1244745" y="16159"/>
                    <a:pt x="1379753" y="8302"/>
                  </a:cubicBezTo>
                  <a:cubicBezTo>
                    <a:pt x="1417963" y="6078"/>
                    <a:pt x="1456356" y="3080"/>
                    <a:pt x="1494685" y="136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05" name="Freeform: Shape 104">
              <a:extLst>
                <a:ext uri="{FF2B5EF4-FFF2-40B4-BE49-F238E27FC236}">
                  <a16:creationId xmlns:a16="http://schemas.microsoft.com/office/drawing/2014/main" id="{91BEDD34-419A-22E0-A454-A8DECB4CEEAB}"/>
                </a:ext>
                <a:ext uri="{C183D7F6-B498-43B3-948B-1728B52AA6E4}">
                  <adec:decorative xmlns:adec="http://schemas.microsoft.com/office/drawing/2017/decorative" val="1"/>
                </a:ext>
              </a:extLst>
            </p:cNvPr>
            <p:cNvSpPr/>
            <p:nvPr/>
          </p:nvSpPr>
          <p:spPr>
            <a:xfrm>
              <a:off x="11284226" y="977345"/>
              <a:ext cx="135778" cy="130922"/>
            </a:xfrm>
            <a:custGeom>
              <a:avLst/>
              <a:gdLst>
                <a:gd name="connsiteX0" fmla="*/ 316804 w 2036668"/>
                <a:gd name="connsiteY0" fmla="*/ 1752895 h 1963835"/>
                <a:gd name="connsiteX1" fmla="*/ 1226005 w 2036668"/>
                <a:gd name="connsiteY1" fmla="*/ 1752895 h 1963835"/>
                <a:gd name="connsiteX2" fmla="*/ 1377919 w 2036668"/>
                <a:gd name="connsiteY2" fmla="*/ 1752895 h 1963835"/>
                <a:gd name="connsiteX3" fmla="*/ 1377919 w 2036668"/>
                <a:gd name="connsiteY3" fmla="*/ 1963835 h 1963835"/>
                <a:gd name="connsiteX4" fmla="*/ 356096 w 2036668"/>
                <a:gd name="connsiteY4" fmla="*/ 1963835 h 1963835"/>
                <a:gd name="connsiteX5" fmla="*/ 316804 w 2036668"/>
                <a:gd name="connsiteY5" fmla="*/ 1752895 h 1963835"/>
                <a:gd name="connsiteX6" fmla="*/ 836837 w 2036668"/>
                <a:gd name="connsiteY6" fmla="*/ 880966 h 1963835"/>
                <a:gd name="connsiteX7" fmla="*/ 961590 w 2036668"/>
                <a:gd name="connsiteY7" fmla="*/ 880966 h 1963835"/>
                <a:gd name="connsiteX8" fmla="*/ 961590 w 2036668"/>
                <a:gd name="connsiteY8" fmla="*/ 1091534 h 1963835"/>
                <a:gd name="connsiteX9" fmla="*/ 836837 w 2036668"/>
                <a:gd name="connsiteY9" fmla="*/ 1091534 h 1963835"/>
                <a:gd name="connsiteX10" fmla="*/ 961630 w 2036668"/>
                <a:gd name="connsiteY10" fmla="*/ 880961 h 1963835"/>
                <a:gd name="connsiteX11" fmla="*/ 1042353 w 2036668"/>
                <a:gd name="connsiteY11" fmla="*/ 880961 h 1963835"/>
                <a:gd name="connsiteX12" fmla="*/ 1042353 w 2036668"/>
                <a:gd name="connsiteY12" fmla="*/ 1091522 h 1963835"/>
                <a:gd name="connsiteX13" fmla="*/ 961630 w 2036668"/>
                <a:gd name="connsiteY13" fmla="*/ 1091522 h 1963835"/>
                <a:gd name="connsiteX14" fmla="*/ 638656 w 2036668"/>
                <a:gd name="connsiteY14" fmla="*/ 880959 h 1963835"/>
                <a:gd name="connsiteX15" fmla="*/ 836800 w 2036668"/>
                <a:gd name="connsiteY15" fmla="*/ 880959 h 1963835"/>
                <a:gd name="connsiteX16" fmla="*/ 836800 w 2036668"/>
                <a:gd name="connsiteY16" fmla="*/ 1091527 h 1963835"/>
                <a:gd name="connsiteX17" fmla="*/ 638656 w 2036668"/>
                <a:gd name="connsiteY17" fmla="*/ 1091527 h 1963835"/>
                <a:gd name="connsiteX18" fmla="*/ 1042390 w 2036668"/>
                <a:gd name="connsiteY18" fmla="*/ 880943 h 1963835"/>
                <a:gd name="connsiteX19" fmla="*/ 1101068 w 2036668"/>
                <a:gd name="connsiteY19" fmla="*/ 880943 h 1963835"/>
                <a:gd name="connsiteX20" fmla="*/ 1101068 w 2036668"/>
                <a:gd name="connsiteY20" fmla="*/ 1091523 h 1963835"/>
                <a:gd name="connsiteX21" fmla="*/ 1042390 w 2036668"/>
                <a:gd name="connsiteY21" fmla="*/ 1091523 h 1963835"/>
                <a:gd name="connsiteX22" fmla="*/ 1101112 w 2036668"/>
                <a:gd name="connsiteY22" fmla="*/ 880918 h 1963835"/>
                <a:gd name="connsiteX23" fmla="*/ 1159775 w 2036668"/>
                <a:gd name="connsiteY23" fmla="*/ 880918 h 1963835"/>
                <a:gd name="connsiteX24" fmla="*/ 1159775 w 2036668"/>
                <a:gd name="connsiteY24" fmla="*/ 1091559 h 1963835"/>
                <a:gd name="connsiteX25" fmla="*/ 1101112 w 2036668"/>
                <a:gd name="connsiteY25" fmla="*/ 1091559 h 1963835"/>
                <a:gd name="connsiteX26" fmla="*/ 1159824 w 2036668"/>
                <a:gd name="connsiteY26" fmla="*/ 880885 h 1963835"/>
                <a:gd name="connsiteX27" fmla="*/ 1211159 w 2036668"/>
                <a:gd name="connsiteY27" fmla="*/ 880885 h 1963835"/>
                <a:gd name="connsiteX28" fmla="*/ 1211159 w 2036668"/>
                <a:gd name="connsiteY28" fmla="*/ 1091586 h 1963835"/>
                <a:gd name="connsiteX29" fmla="*/ 1159824 w 2036668"/>
                <a:gd name="connsiteY29" fmla="*/ 1091586 h 1963835"/>
                <a:gd name="connsiteX30" fmla="*/ 1211210 w 2036668"/>
                <a:gd name="connsiteY30" fmla="*/ 880802 h 1963835"/>
                <a:gd name="connsiteX31" fmla="*/ 1247912 w 2036668"/>
                <a:gd name="connsiteY31" fmla="*/ 880802 h 1963835"/>
                <a:gd name="connsiteX32" fmla="*/ 1247912 w 2036668"/>
                <a:gd name="connsiteY32" fmla="*/ 1091646 h 1963835"/>
                <a:gd name="connsiteX33" fmla="*/ 1211210 w 2036668"/>
                <a:gd name="connsiteY33" fmla="*/ 1091646 h 1963835"/>
                <a:gd name="connsiteX34" fmla="*/ 1247952 w 2036668"/>
                <a:gd name="connsiteY34" fmla="*/ 880724 h 1963835"/>
                <a:gd name="connsiteX35" fmla="*/ 1269978 w 2036668"/>
                <a:gd name="connsiteY35" fmla="*/ 880724 h 1963835"/>
                <a:gd name="connsiteX36" fmla="*/ 1269978 w 2036668"/>
                <a:gd name="connsiteY36" fmla="*/ 1091683 h 1963835"/>
                <a:gd name="connsiteX37" fmla="*/ 1247952 w 2036668"/>
                <a:gd name="connsiteY37" fmla="*/ 1091683 h 1963835"/>
                <a:gd name="connsiteX38" fmla="*/ 1284676 w 2036668"/>
                <a:gd name="connsiteY38" fmla="*/ 879706 h 1963835"/>
                <a:gd name="connsiteX39" fmla="*/ 1314008 w 2036668"/>
                <a:gd name="connsiteY39" fmla="*/ 879706 h 1963835"/>
                <a:gd name="connsiteX40" fmla="*/ 1314008 w 2036668"/>
                <a:gd name="connsiteY40" fmla="*/ 879864 h 1963835"/>
                <a:gd name="connsiteX41" fmla="*/ 1343322 w 2036668"/>
                <a:gd name="connsiteY41" fmla="*/ 879864 h 1963835"/>
                <a:gd name="connsiteX42" fmla="*/ 1343322 w 2036668"/>
                <a:gd name="connsiteY42" fmla="*/ 1091765 h 1963835"/>
                <a:gd name="connsiteX43" fmla="*/ 1313960 w 2036668"/>
                <a:gd name="connsiteY43" fmla="*/ 1091765 h 1963835"/>
                <a:gd name="connsiteX44" fmla="*/ 1313960 w 2036668"/>
                <a:gd name="connsiteY44" fmla="*/ 1090876 h 1963835"/>
                <a:gd name="connsiteX45" fmla="*/ 1284696 w 2036668"/>
                <a:gd name="connsiteY45" fmla="*/ 1090876 h 1963835"/>
                <a:gd name="connsiteX46" fmla="*/ 1284696 w 2036668"/>
                <a:gd name="connsiteY46" fmla="*/ 1091683 h 1963835"/>
                <a:gd name="connsiteX47" fmla="*/ 1270004 w 2036668"/>
                <a:gd name="connsiteY47" fmla="*/ 1091683 h 1963835"/>
                <a:gd name="connsiteX48" fmla="*/ 1270004 w 2036668"/>
                <a:gd name="connsiteY48" fmla="*/ 879724 h 1963835"/>
                <a:gd name="connsiteX49" fmla="*/ 1284676 w 2036668"/>
                <a:gd name="connsiteY49" fmla="*/ 879724 h 1963835"/>
                <a:gd name="connsiteX50" fmla="*/ 162988 w 2036668"/>
                <a:gd name="connsiteY50" fmla="*/ 879597 h 1963835"/>
                <a:gd name="connsiteX51" fmla="*/ 635247 w 2036668"/>
                <a:gd name="connsiteY51" fmla="*/ 883403 h 1963835"/>
                <a:gd name="connsiteX52" fmla="*/ 638631 w 2036668"/>
                <a:gd name="connsiteY52" fmla="*/ 1090969 h 1963835"/>
                <a:gd name="connsiteX53" fmla="*/ 220259 w 2036668"/>
                <a:gd name="connsiteY53" fmla="*/ 1091511 h 1963835"/>
                <a:gd name="connsiteX54" fmla="*/ 192594 w 2036668"/>
                <a:gd name="connsiteY54" fmla="*/ 1076160 h 1963835"/>
                <a:gd name="connsiteX55" fmla="*/ 161725 w 2036668"/>
                <a:gd name="connsiteY55" fmla="*/ 902246 h 1963835"/>
                <a:gd name="connsiteX56" fmla="*/ 162988 w 2036668"/>
                <a:gd name="connsiteY56" fmla="*/ 879597 h 1963835"/>
                <a:gd name="connsiteX57" fmla="*/ 1343368 w 2036668"/>
                <a:gd name="connsiteY57" fmla="*/ 879442 h 1963835"/>
                <a:gd name="connsiteX58" fmla="*/ 1372760 w 2036668"/>
                <a:gd name="connsiteY58" fmla="*/ 879442 h 1963835"/>
                <a:gd name="connsiteX59" fmla="*/ 1372760 w 2036668"/>
                <a:gd name="connsiteY59" fmla="*/ 879493 h 1963835"/>
                <a:gd name="connsiteX60" fmla="*/ 1377307 w 2036668"/>
                <a:gd name="connsiteY60" fmla="*/ 879493 h 1963835"/>
                <a:gd name="connsiteX61" fmla="*/ 1377307 w 2036668"/>
                <a:gd name="connsiteY61" fmla="*/ 1092100 h 1963835"/>
                <a:gd name="connsiteX62" fmla="*/ 1372712 w 2036668"/>
                <a:gd name="connsiteY62" fmla="*/ 1092100 h 1963835"/>
                <a:gd name="connsiteX63" fmla="*/ 1372712 w 2036668"/>
                <a:gd name="connsiteY63" fmla="*/ 1091943 h 1963835"/>
                <a:gd name="connsiteX64" fmla="*/ 1343368 w 2036668"/>
                <a:gd name="connsiteY64" fmla="*/ 1091943 h 1963835"/>
                <a:gd name="connsiteX65" fmla="*/ 1539813 w 2036668"/>
                <a:gd name="connsiteY65" fmla="*/ 749124 h 1963835"/>
                <a:gd name="connsiteX66" fmla="*/ 2036668 w 2036668"/>
                <a:gd name="connsiteY66" fmla="*/ 749124 h 1963835"/>
                <a:gd name="connsiteX67" fmla="*/ 2036668 w 2036668"/>
                <a:gd name="connsiteY67" fmla="*/ 1245979 h 1963835"/>
                <a:gd name="connsiteX68" fmla="*/ 1539813 w 2036668"/>
                <a:gd name="connsiteY68" fmla="*/ 1245979 h 1963835"/>
                <a:gd name="connsiteX69" fmla="*/ 0 w 2036668"/>
                <a:gd name="connsiteY69" fmla="*/ 0 h 1963835"/>
                <a:gd name="connsiteX70" fmla="*/ 1377308 w 2036668"/>
                <a:gd name="connsiteY70" fmla="*/ 0 h 1963835"/>
                <a:gd name="connsiteX71" fmla="*/ 1377308 w 2036668"/>
                <a:gd name="connsiteY71" fmla="*/ 211240 h 1963835"/>
                <a:gd name="connsiteX72" fmla="*/ 822235 w 2036668"/>
                <a:gd name="connsiteY72" fmla="*/ 211240 h 1963835"/>
                <a:gd name="connsiteX73" fmla="*/ 70084 w 2036668"/>
                <a:gd name="connsiteY73" fmla="*/ 211686 h 1963835"/>
                <a:gd name="connsiteX74" fmla="*/ 27822 w 2036668"/>
                <a:gd name="connsiteY74" fmla="*/ 174158 h 1963835"/>
                <a:gd name="connsiteX75" fmla="*/ 2856 w 2036668"/>
                <a:gd name="connsiteY75" fmla="*/ 40439 h 1963835"/>
                <a:gd name="connsiteX76" fmla="*/ 0 w 2036668"/>
                <a:gd name="connsiteY76" fmla="*/ 0 h 19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036668" h="1963835">
                  <a:moveTo>
                    <a:pt x="316804" y="1752895"/>
                  </a:moveTo>
                  <a:cubicBezTo>
                    <a:pt x="619225" y="1752895"/>
                    <a:pt x="920779" y="1752895"/>
                    <a:pt x="1226005" y="1752895"/>
                  </a:cubicBezTo>
                  <a:cubicBezTo>
                    <a:pt x="1278349" y="1752895"/>
                    <a:pt x="1327022" y="1752895"/>
                    <a:pt x="1377919" y="1752895"/>
                  </a:cubicBezTo>
                  <a:cubicBezTo>
                    <a:pt x="1377919" y="1824145"/>
                    <a:pt x="1377919" y="1893002"/>
                    <a:pt x="1377919" y="1963835"/>
                  </a:cubicBezTo>
                  <a:cubicBezTo>
                    <a:pt x="1036895" y="1963835"/>
                    <a:pt x="696633" y="1963835"/>
                    <a:pt x="356096" y="1963835"/>
                  </a:cubicBezTo>
                  <a:cubicBezTo>
                    <a:pt x="343113" y="1894134"/>
                    <a:pt x="330263" y="1825148"/>
                    <a:pt x="316804" y="1752895"/>
                  </a:cubicBezTo>
                  <a:close/>
                  <a:moveTo>
                    <a:pt x="836837" y="880966"/>
                  </a:moveTo>
                  <a:lnTo>
                    <a:pt x="961590" y="880966"/>
                  </a:lnTo>
                  <a:lnTo>
                    <a:pt x="961590" y="1091534"/>
                  </a:lnTo>
                  <a:lnTo>
                    <a:pt x="836837" y="1091534"/>
                  </a:lnTo>
                  <a:close/>
                  <a:moveTo>
                    <a:pt x="961630" y="880961"/>
                  </a:moveTo>
                  <a:lnTo>
                    <a:pt x="1042353" y="880961"/>
                  </a:lnTo>
                  <a:lnTo>
                    <a:pt x="1042353" y="1091522"/>
                  </a:lnTo>
                  <a:lnTo>
                    <a:pt x="961630" y="1091522"/>
                  </a:lnTo>
                  <a:close/>
                  <a:moveTo>
                    <a:pt x="638656" y="880959"/>
                  </a:moveTo>
                  <a:lnTo>
                    <a:pt x="836800" y="880959"/>
                  </a:lnTo>
                  <a:lnTo>
                    <a:pt x="836800" y="1091527"/>
                  </a:lnTo>
                  <a:lnTo>
                    <a:pt x="638656" y="1091527"/>
                  </a:lnTo>
                  <a:close/>
                  <a:moveTo>
                    <a:pt x="1042390" y="880943"/>
                  </a:moveTo>
                  <a:lnTo>
                    <a:pt x="1101068" y="880943"/>
                  </a:lnTo>
                  <a:lnTo>
                    <a:pt x="1101068" y="1091523"/>
                  </a:lnTo>
                  <a:lnTo>
                    <a:pt x="1042390" y="1091523"/>
                  </a:lnTo>
                  <a:close/>
                  <a:moveTo>
                    <a:pt x="1101112" y="880918"/>
                  </a:moveTo>
                  <a:lnTo>
                    <a:pt x="1159775" y="880918"/>
                  </a:lnTo>
                  <a:lnTo>
                    <a:pt x="1159775" y="1091559"/>
                  </a:lnTo>
                  <a:lnTo>
                    <a:pt x="1101112" y="1091559"/>
                  </a:lnTo>
                  <a:close/>
                  <a:moveTo>
                    <a:pt x="1159824" y="880885"/>
                  </a:moveTo>
                  <a:lnTo>
                    <a:pt x="1211159" y="880885"/>
                  </a:lnTo>
                  <a:lnTo>
                    <a:pt x="1211159" y="1091586"/>
                  </a:lnTo>
                  <a:lnTo>
                    <a:pt x="1159824" y="1091586"/>
                  </a:lnTo>
                  <a:close/>
                  <a:moveTo>
                    <a:pt x="1211210" y="880802"/>
                  </a:moveTo>
                  <a:lnTo>
                    <a:pt x="1247912" y="880802"/>
                  </a:lnTo>
                  <a:lnTo>
                    <a:pt x="1247912" y="1091646"/>
                  </a:lnTo>
                  <a:lnTo>
                    <a:pt x="1211210" y="1091646"/>
                  </a:lnTo>
                  <a:close/>
                  <a:moveTo>
                    <a:pt x="1247952" y="880724"/>
                  </a:moveTo>
                  <a:lnTo>
                    <a:pt x="1269978" y="880724"/>
                  </a:lnTo>
                  <a:lnTo>
                    <a:pt x="1269978" y="1091683"/>
                  </a:lnTo>
                  <a:lnTo>
                    <a:pt x="1247952" y="1091683"/>
                  </a:lnTo>
                  <a:close/>
                  <a:moveTo>
                    <a:pt x="1284676" y="879706"/>
                  </a:moveTo>
                  <a:lnTo>
                    <a:pt x="1314008" y="879706"/>
                  </a:lnTo>
                  <a:lnTo>
                    <a:pt x="1314008" y="879864"/>
                  </a:lnTo>
                  <a:lnTo>
                    <a:pt x="1343322" y="879864"/>
                  </a:lnTo>
                  <a:lnTo>
                    <a:pt x="1343322" y="1091765"/>
                  </a:lnTo>
                  <a:lnTo>
                    <a:pt x="1313960" y="1091765"/>
                  </a:lnTo>
                  <a:lnTo>
                    <a:pt x="1313960" y="1090876"/>
                  </a:lnTo>
                  <a:lnTo>
                    <a:pt x="1284696" y="1090876"/>
                  </a:lnTo>
                  <a:lnTo>
                    <a:pt x="1284696" y="1091683"/>
                  </a:lnTo>
                  <a:lnTo>
                    <a:pt x="1270004" y="1091683"/>
                  </a:lnTo>
                  <a:lnTo>
                    <a:pt x="1270004" y="879724"/>
                  </a:lnTo>
                  <a:lnTo>
                    <a:pt x="1284676" y="879724"/>
                  </a:lnTo>
                  <a:close/>
                  <a:moveTo>
                    <a:pt x="162988" y="879597"/>
                  </a:moveTo>
                  <a:cubicBezTo>
                    <a:pt x="319475" y="879597"/>
                    <a:pt x="475644" y="879597"/>
                    <a:pt x="635247" y="883403"/>
                  </a:cubicBezTo>
                  <a:cubicBezTo>
                    <a:pt x="638665" y="955130"/>
                    <a:pt x="638648" y="1023050"/>
                    <a:pt x="638631" y="1090969"/>
                  </a:cubicBezTo>
                  <a:cubicBezTo>
                    <a:pt x="499173" y="1091378"/>
                    <a:pt x="359713" y="1092099"/>
                    <a:pt x="220259" y="1091511"/>
                  </a:cubicBezTo>
                  <a:cubicBezTo>
                    <a:pt x="210646" y="1091470"/>
                    <a:pt x="194035" y="1083116"/>
                    <a:pt x="192594" y="1076160"/>
                  </a:cubicBezTo>
                  <a:cubicBezTo>
                    <a:pt x="180653" y="1018528"/>
                    <a:pt x="171406" y="960335"/>
                    <a:pt x="161725" y="902246"/>
                  </a:cubicBezTo>
                  <a:cubicBezTo>
                    <a:pt x="160753" y="896419"/>
                    <a:pt x="162314" y="890172"/>
                    <a:pt x="162988" y="879597"/>
                  </a:cubicBezTo>
                  <a:close/>
                  <a:moveTo>
                    <a:pt x="1343368" y="879442"/>
                  </a:moveTo>
                  <a:lnTo>
                    <a:pt x="1372760" y="879442"/>
                  </a:lnTo>
                  <a:lnTo>
                    <a:pt x="1372760" y="879493"/>
                  </a:lnTo>
                  <a:lnTo>
                    <a:pt x="1377307" y="879493"/>
                  </a:lnTo>
                  <a:lnTo>
                    <a:pt x="1377307" y="1092100"/>
                  </a:lnTo>
                  <a:lnTo>
                    <a:pt x="1372712" y="1092100"/>
                  </a:lnTo>
                  <a:lnTo>
                    <a:pt x="1372712" y="1091943"/>
                  </a:lnTo>
                  <a:lnTo>
                    <a:pt x="1343368" y="1091943"/>
                  </a:lnTo>
                  <a:close/>
                  <a:moveTo>
                    <a:pt x="1539813" y="749124"/>
                  </a:moveTo>
                  <a:lnTo>
                    <a:pt x="2036668" y="749124"/>
                  </a:lnTo>
                  <a:lnTo>
                    <a:pt x="2036668" y="1245979"/>
                  </a:lnTo>
                  <a:lnTo>
                    <a:pt x="1539813" y="1245979"/>
                  </a:lnTo>
                  <a:close/>
                  <a:moveTo>
                    <a:pt x="0" y="0"/>
                  </a:moveTo>
                  <a:cubicBezTo>
                    <a:pt x="460288" y="0"/>
                    <a:pt x="917367" y="0"/>
                    <a:pt x="1377308" y="0"/>
                  </a:cubicBezTo>
                  <a:cubicBezTo>
                    <a:pt x="1377308" y="68369"/>
                    <a:pt x="1377308" y="137294"/>
                    <a:pt x="1377308" y="211240"/>
                  </a:cubicBezTo>
                  <a:cubicBezTo>
                    <a:pt x="1194154" y="211240"/>
                    <a:pt x="1010030" y="211240"/>
                    <a:pt x="822235" y="211240"/>
                  </a:cubicBezTo>
                  <a:cubicBezTo>
                    <a:pt x="569071" y="211238"/>
                    <a:pt x="319576" y="210918"/>
                    <a:pt x="70084" y="211686"/>
                  </a:cubicBezTo>
                  <a:cubicBezTo>
                    <a:pt x="42090" y="211771"/>
                    <a:pt x="29957" y="206978"/>
                    <a:pt x="27822" y="174158"/>
                  </a:cubicBezTo>
                  <a:cubicBezTo>
                    <a:pt x="24901" y="129243"/>
                    <a:pt x="11161" y="85075"/>
                    <a:pt x="2856" y="40439"/>
                  </a:cubicBezTo>
                  <a:cubicBezTo>
                    <a:pt x="510" y="27825"/>
                    <a:pt x="954" y="14693"/>
                    <a:pt x="0"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38" name="Group 937">
            <a:extLst>
              <a:ext uri="{FF2B5EF4-FFF2-40B4-BE49-F238E27FC236}">
                <a16:creationId xmlns:a16="http://schemas.microsoft.com/office/drawing/2014/main" id="{61F06383-46F8-9FD7-14D5-6EC3A84BDF85}"/>
              </a:ext>
              <a:ext uri="{C183D7F6-B498-43B3-948B-1728B52AA6E4}">
                <adec:decorative xmlns:adec="http://schemas.microsoft.com/office/drawing/2017/decorative" val="1"/>
              </a:ext>
            </a:extLst>
          </p:cNvPr>
          <p:cNvGrpSpPr>
            <a:grpSpLocks noChangeAspect="1"/>
          </p:cNvGrpSpPr>
          <p:nvPr/>
        </p:nvGrpSpPr>
        <p:grpSpPr>
          <a:xfrm>
            <a:off x="639763" y="1517247"/>
            <a:ext cx="463985" cy="457200"/>
            <a:chOff x="639763" y="1517247"/>
            <a:chExt cx="463985" cy="457200"/>
          </a:xfrm>
          <a:solidFill>
            <a:srgbClr val="FF0000"/>
          </a:solidFill>
        </p:grpSpPr>
        <p:sp>
          <p:nvSpPr>
            <p:cNvPr id="118" name="Freeform: Shape 117">
              <a:extLst>
                <a:ext uri="{FF2B5EF4-FFF2-40B4-BE49-F238E27FC236}">
                  <a16:creationId xmlns:a16="http://schemas.microsoft.com/office/drawing/2014/main" id="{1234C258-1A6C-6E61-DE83-40FC2A98B4BD}"/>
                </a:ext>
                <a:ext uri="{C183D7F6-B498-43B3-948B-1728B52AA6E4}">
                  <adec:decorative xmlns:adec="http://schemas.microsoft.com/office/drawing/2017/decorative" val="1"/>
                </a:ext>
              </a:extLst>
            </p:cNvPr>
            <p:cNvSpPr/>
            <p:nvPr/>
          </p:nvSpPr>
          <p:spPr>
            <a:xfrm>
              <a:off x="644881" y="1517247"/>
              <a:ext cx="458867" cy="457200"/>
            </a:xfrm>
            <a:custGeom>
              <a:avLst/>
              <a:gdLst>
                <a:gd name="connsiteX0" fmla="*/ 1908648 w 6883012"/>
                <a:gd name="connsiteY0" fmla="*/ 4746621 h 6858004"/>
                <a:gd name="connsiteX1" fmla="*/ 1803371 w 6883012"/>
                <a:gd name="connsiteY1" fmla="*/ 4753779 h 6858004"/>
                <a:gd name="connsiteX2" fmla="*/ 1463598 w 6883012"/>
                <a:gd name="connsiteY2" fmla="*/ 4870421 h 6858004"/>
                <a:gd name="connsiteX3" fmla="*/ 1329208 w 6883012"/>
                <a:gd name="connsiteY3" fmla="*/ 4957887 h 6858004"/>
                <a:gd name="connsiteX4" fmla="*/ 1280486 w 6883012"/>
                <a:gd name="connsiteY4" fmla="*/ 5005538 h 6858004"/>
                <a:gd name="connsiteX5" fmla="*/ 1203373 w 6883012"/>
                <a:gd name="connsiteY5" fmla="*/ 5106329 h 6858004"/>
                <a:gd name="connsiteX6" fmla="*/ 1038132 w 6883012"/>
                <a:gd name="connsiteY6" fmla="*/ 5528956 h 6858004"/>
                <a:gd name="connsiteX7" fmla="*/ 1092858 w 6883012"/>
                <a:gd name="connsiteY7" fmla="*/ 5935413 h 6858004"/>
                <a:gd name="connsiteX8" fmla="*/ 1237071 w 6883012"/>
                <a:gd name="connsiteY8" fmla="*/ 6175689 h 6858004"/>
                <a:gd name="connsiteX9" fmla="*/ 1375330 w 6883012"/>
                <a:gd name="connsiteY9" fmla="*/ 6310896 h 6858004"/>
                <a:gd name="connsiteX10" fmla="*/ 1469790 w 6883012"/>
                <a:gd name="connsiteY10" fmla="*/ 6372893 h 6858004"/>
                <a:gd name="connsiteX11" fmla="*/ 2017948 w 6883012"/>
                <a:gd name="connsiteY11" fmla="*/ 6482427 h 6858004"/>
                <a:gd name="connsiteX12" fmla="*/ 2454406 w 6883012"/>
                <a:gd name="connsiteY12" fmla="*/ 6295209 h 6858004"/>
                <a:gd name="connsiteX13" fmla="*/ 2592043 w 6883012"/>
                <a:gd name="connsiteY13" fmla="*/ 6151372 h 6858004"/>
                <a:gd name="connsiteX14" fmla="*/ 2664346 w 6883012"/>
                <a:gd name="connsiteY14" fmla="*/ 6044939 h 6858004"/>
                <a:gd name="connsiteX15" fmla="*/ 2773397 w 6883012"/>
                <a:gd name="connsiteY15" fmla="*/ 5693722 h 6858004"/>
                <a:gd name="connsiteX16" fmla="*/ 2743470 w 6883012"/>
                <a:gd name="connsiteY16" fmla="*/ 5383303 h 6858004"/>
                <a:gd name="connsiteX17" fmla="*/ 2568643 w 6883012"/>
                <a:gd name="connsiteY17" fmla="*/ 5055569 h 6858004"/>
                <a:gd name="connsiteX18" fmla="*/ 2544351 w 6883012"/>
                <a:gd name="connsiteY18" fmla="*/ 5024587 h 6858004"/>
                <a:gd name="connsiteX19" fmla="*/ 2432323 w 6883012"/>
                <a:gd name="connsiteY19" fmla="*/ 4926177 h 6858004"/>
                <a:gd name="connsiteX20" fmla="*/ 2211628 w 6883012"/>
                <a:gd name="connsiteY20" fmla="*/ 4805046 h 6858004"/>
                <a:gd name="connsiteX21" fmla="*/ 1908648 w 6883012"/>
                <a:gd name="connsiteY21" fmla="*/ 4746621 h 6858004"/>
                <a:gd name="connsiteX22" fmla="*/ 4712807 w 6883012"/>
                <a:gd name="connsiteY22" fmla="*/ 1174564 h 6858004"/>
                <a:gd name="connsiteX23" fmla="*/ 4712807 w 6883012"/>
                <a:gd name="connsiteY23" fmla="*/ 2805327 h 6858004"/>
                <a:gd name="connsiteX24" fmla="*/ 5421871 w 6883012"/>
                <a:gd name="connsiteY24" fmla="*/ 2398162 h 6858004"/>
                <a:gd name="connsiteX25" fmla="*/ 6134589 w 6883012"/>
                <a:gd name="connsiteY25" fmla="*/ 1997635 h 6858004"/>
                <a:gd name="connsiteX26" fmla="*/ 5258522 w 6883012"/>
                <a:gd name="connsiteY26" fmla="*/ 1493526 h 6858004"/>
                <a:gd name="connsiteX27" fmla="*/ 5229157 w 6883012"/>
                <a:gd name="connsiteY27" fmla="*/ 1473911 h 6858004"/>
                <a:gd name="connsiteX28" fmla="*/ 4899053 w 6883012"/>
                <a:gd name="connsiteY28" fmla="*/ 1280667 h 6858004"/>
                <a:gd name="connsiteX29" fmla="*/ 4712807 w 6883012"/>
                <a:gd name="connsiteY29" fmla="*/ 1174564 h 6858004"/>
                <a:gd name="connsiteX30" fmla="*/ 176757 w 6883012"/>
                <a:gd name="connsiteY30" fmla="*/ 0 h 6858004"/>
                <a:gd name="connsiteX31" fmla="*/ 3803751 w 6883012"/>
                <a:gd name="connsiteY31" fmla="*/ 4392 h 6858004"/>
                <a:gd name="connsiteX32" fmla="*/ 3807514 w 6883012"/>
                <a:gd name="connsiteY32" fmla="*/ 927822 h 6858004"/>
                <a:gd name="connsiteX33" fmla="*/ 3805215 w 6883012"/>
                <a:gd name="connsiteY33" fmla="*/ 1808178 h 6858004"/>
                <a:gd name="connsiteX34" fmla="*/ 3805217 w 6883012"/>
                <a:gd name="connsiteY34" fmla="*/ 1808178 h 6858004"/>
                <a:gd name="connsiteX35" fmla="*/ 4328342 w 6883012"/>
                <a:gd name="connsiteY35" fmla="*/ 1806829 h 6858004"/>
                <a:gd name="connsiteX36" fmla="*/ 4328342 w 6883012"/>
                <a:gd name="connsiteY36" fmla="*/ 527008 h 6858004"/>
                <a:gd name="connsiteX37" fmla="*/ 4515154 w 6883012"/>
                <a:gd name="connsiteY37" fmla="*/ 631613 h 6858004"/>
                <a:gd name="connsiteX38" fmla="*/ 4848939 w 6883012"/>
                <a:gd name="connsiteY38" fmla="*/ 826785 h 6858004"/>
                <a:gd name="connsiteX39" fmla="*/ 5244378 w 6883012"/>
                <a:gd name="connsiteY39" fmla="*/ 1055247 h 6858004"/>
                <a:gd name="connsiteX40" fmla="*/ 5569043 w 6883012"/>
                <a:gd name="connsiteY40" fmla="*/ 1242730 h 6858004"/>
                <a:gd name="connsiteX41" fmla="*/ 6025307 w 6883012"/>
                <a:gd name="connsiteY41" fmla="*/ 1506558 h 6858004"/>
                <a:gd name="connsiteX42" fmla="*/ 6364225 w 6883012"/>
                <a:gd name="connsiteY42" fmla="*/ 1700606 h 6858004"/>
                <a:gd name="connsiteX43" fmla="*/ 6780277 w 6883012"/>
                <a:gd name="connsiteY43" fmla="*/ 1940401 h 6858004"/>
                <a:gd name="connsiteX44" fmla="*/ 6880014 w 6883012"/>
                <a:gd name="connsiteY44" fmla="*/ 1998887 h 6858004"/>
                <a:gd name="connsiteX45" fmla="*/ 6882981 w 6883012"/>
                <a:gd name="connsiteY45" fmla="*/ 2006013 h 6858004"/>
                <a:gd name="connsiteX46" fmla="*/ 6707165 w 6883012"/>
                <a:gd name="connsiteY46" fmla="*/ 2100828 h 6858004"/>
                <a:gd name="connsiteX47" fmla="*/ 6418736 w 6883012"/>
                <a:gd name="connsiteY47" fmla="*/ 2264916 h 6858004"/>
                <a:gd name="connsiteX48" fmla="*/ 5943365 w 6883012"/>
                <a:gd name="connsiteY48" fmla="*/ 2534514 h 6858004"/>
                <a:gd name="connsiteX49" fmla="*/ 5592321 w 6883012"/>
                <a:gd name="connsiteY49" fmla="*/ 2730853 h 6858004"/>
                <a:gd name="connsiteX50" fmla="*/ 5165529 w 6883012"/>
                <a:gd name="connsiteY50" fmla="*/ 2975149 h 6858004"/>
                <a:gd name="connsiteX51" fmla="*/ 4802153 w 6883012"/>
                <a:gd name="connsiteY51" fmla="*/ 3181038 h 6858004"/>
                <a:gd name="connsiteX52" fmla="*/ 4379059 w 6883012"/>
                <a:gd name="connsiteY52" fmla="*/ 3424202 h 6858004"/>
                <a:gd name="connsiteX53" fmla="*/ 4330402 w 6883012"/>
                <a:gd name="connsiteY53" fmla="*/ 3448544 h 6858004"/>
                <a:gd name="connsiteX54" fmla="*/ 4330402 w 6883012"/>
                <a:gd name="connsiteY54" fmla="*/ 2176798 h 6858004"/>
                <a:gd name="connsiteX55" fmla="*/ 3811578 w 6883012"/>
                <a:gd name="connsiteY55" fmla="*/ 2177188 h 6858004"/>
                <a:gd name="connsiteX56" fmla="*/ 3770872 w 6883012"/>
                <a:gd name="connsiteY56" fmla="*/ 2161413 h 6858004"/>
                <a:gd name="connsiteX57" fmla="*/ 3666847 w 6883012"/>
                <a:gd name="connsiteY57" fmla="*/ 2160875 h 6858004"/>
                <a:gd name="connsiteX58" fmla="*/ 3630522 w 6883012"/>
                <a:gd name="connsiteY58" fmla="*/ 2125982 h 6858004"/>
                <a:gd name="connsiteX59" fmla="*/ 3630523 w 6883012"/>
                <a:gd name="connsiteY59" fmla="*/ 1849762 h 6858004"/>
                <a:gd name="connsiteX60" fmla="*/ 3639293 w 6883012"/>
                <a:gd name="connsiteY60" fmla="*/ 1822530 h 6858004"/>
                <a:gd name="connsiteX61" fmla="*/ 3648490 w 6883012"/>
                <a:gd name="connsiteY61" fmla="*/ 1819976 h 6858004"/>
                <a:gd name="connsiteX62" fmla="*/ 3639290 w 6883012"/>
                <a:gd name="connsiteY62" fmla="*/ 1822530 h 6858004"/>
                <a:gd name="connsiteX63" fmla="*/ 3630519 w 6883012"/>
                <a:gd name="connsiteY63" fmla="*/ 1849763 h 6858004"/>
                <a:gd name="connsiteX64" fmla="*/ 3630519 w 6883012"/>
                <a:gd name="connsiteY64" fmla="*/ 2125985 h 6858004"/>
                <a:gd name="connsiteX65" fmla="*/ 3666842 w 6883012"/>
                <a:gd name="connsiteY65" fmla="*/ 2160877 h 6858004"/>
                <a:gd name="connsiteX66" fmla="*/ 3770863 w 6883012"/>
                <a:gd name="connsiteY66" fmla="*/ 2161417 h 6858004"/>
                <a:gd name="connsiteX67" fmla="*/ 3807849 w 6883012"/>
                <a:gd name="connsiteY67" fmla="*/ 2177579 h 6858004"/>
                <a:gd name="connsiteX68" fmla="*/ 3808127 w 6883012"/>
                <a:gd name="connsiteY68" fmla="*/ 3607111 h 6858004"/>
                <a:gd name="connsiteX69" fmla="*/ 3605344 w 6883012"/>
                <a:gd name="connsiteY69" fmla="*/ 3807064 h 6858004"/>
                <a:gd name="connsiteX70" fmla="*/ 2288241 w 6883012"/>
                <a:gd name="connsiteY70" fmla="*/ 3807252 h 6858004"/>
                <a:gd name="connsiteX71" fmla="*/ 2128742 w 6883012"/>
                <a:gd name="connsiteY71" fmla="*/ 3807252 h 6858004"/>
                <a:gd name="connsiteX72" fmla="*/ 2128742 w 6883012"/>
                <a:gd name="connsiteY72" fmla="*/ 3841211 h 6858004"/>
                <a:gd name="connsiteX73" fmla="*/ 2128472 w 6883012"/>
                <a:gd name="connsiteY73" fmla="*/ 4359214 h 6858004"/>
                <a:gd name="connsiteX74" fmla="*/ 2162832 w 6883012"/>
                <a:gd name="connsiteY74" fmla="*/ 4403381 h 6858004"/>
                <a:gd name="connsiteX75" fmla="*/ 2555123 w 6883012"/>
                <a:gd name="connsiteY75" fmla="*/ 4560893 h 6858004"/>
                <a:gd name="connsiteX76" fmla="*/ 2788790 w 6883012"/>
                <a:gd name="connsiteY76" fmla="*/ 4746909 h 6858004"/>
                <a:gd name="connsiteX77" fmla="*/ 3116843 w 6883012"/>
                <a:gd name="connsiteY77" fmla="*/ 5342286 h 6858004"/>
                <a:gd name="connsiteX78" fmla="*/ 3147809 w 6883012"/>
                <a:gd name="connsiteY78" fmla="*/ 5676097 h 6858004"/>
                <a:gd name="connsiteX79" fmla="*/ 2960738 w 6883012"/>
                <a:gd name="connsiteY79" fmla="*/ 6274066 h 6858004"/>
                <a:gd name="connsiteX80" fmla="*/ 2390479 w 6883012"/>
                <a:gd name="connsiteY80" fmla="*/ 6763254 h 6858004"/>
                <a:gd name="connsiteX81" fmla="*/ 2026144 w 6883012"/>
                <a:gd name="connsiteY81" fmla="*/ 6855399 h 6858004"/>
                <a:gd name="connsiteX82" fmla="*/ 1785230 w 6883012"/>
                <a:gd name="connsiteY82" fmla="*/ 6855964 h 6858004"/>
                <a:gd name="connsiteX83" fmla="*/ 1659150 w 6883012"/>
                <a:gd name="connsiteY83" fmla="*/ 6835352 h 6858004"/>
                <a:gd name="connsiteX84" fmla="*/ 1042876 w 6883012"/>
                <a:gd name="connsiteY84" fmla="*/ 6515315 h 6858004"/>
                <a:gd name="connsiteX85" fmla="*/ 787428 w 6883012"/>
                <a:gd name="connsiteY85" fmla="*/ 6163755 h 6858004"/>
                <a:gd name="connsiteX86" fmla="*/ 668873 w 6883012"/>
                <a:gd name="connsiteY86" fmla="*/ 5741406 h 6858004"/>
                <a:gd name="connsiteX87" fmla="*/ 675449 w 6883012"/>
                <a:gd name="connsiteY87" fmla="*/ 5462395 h 6858004"/>
                <a:gd name="connsiteX88" fmla="*/ 776395 w 6883012"/>
                <a:gd name="connsiteY88" fmla="*/ 5099622 h 6858004"/>
                <a:gd name="connsiteX89" fmla="*/ 1072182 w 6883012"/>
                <a:gd name="connsiteY89" fmla="*/ 4697696 h 6858004"/>
                <a:gd name="connsiteX90" fmla="*/ 1335228 w 6883012"/>
                <a:gd name="connsiteY90" fmla="*/ 4514035 h 6858004"/>
                <a:gd name="connsiteX91" fmla="*/ 1756841 w 6883012"/>
                <a:gd name="connsiteY91" fmla="*/ 4384103 h 6858004"/>
                <a:gd name="connsiteX92" fmla="*/ 1756841 w 6883012"/>
                <a:gd name="connsiteY92" fmla="*/ 3807653 h 6858004"/>
                <a:gd name="connsiteX93" fmla="*/ 700387 w 6883012"/>
                <a:gd name="connsiteY93" fmla="*/ 3805101 h 6858004"/>
                <a:gd name="connsiteX94" fmla="*/ 700387 w 6883012"/>
                <a:gd name="connsiteY94" fmla="*/ 3437330 h 6858004"/>
                <a:gd name="connsiteX95" fmla="*/ 3435531 w 6883012"/>
                <a:gd name="connsiteY95" fmla="*/ 3437674 h 6858004"/>
                <a:gd name="connsiteX96" fmla="*/ 3435531 w 6883012"/>
                <a:gd name="connsiteY96" fmla="*/ 371925 h 6858004"/>
                <a:gd name="connsiteX97" fmla="*/ 369660 w 6883012"/>
                <a:gd name="connsiteY97" fmla="*/ 371925 h 6858004"/>
                <a:gd name="connsiteX98" fmla="*/ 369660 w 6883012"/>
                <a:gd name="connsiteY98" fmla="*/ 393976 h 6858004"/>
                <a:gd name="connsiteX99" fmla="*/ 367067 w 6883012"/>
                <a:gd name="connsiteY99" fmla="*/ 3099700 h 6858004"/>
                <a:gd name="connsiteX100" fmla="*/ 0 w 6883012"/>
                <a:gd name="connsiteY100" fmla="*/ 3099700 h 6858004"/>
                <a:gd name="connsiteX101" fmla="*/ 630 w 6883012"/>
                <a:gd name="connsiteY101" fmla="*/ 216393 h 6858004"/>
                <a:gd name="connsiteX102" fmla="*/ 152768 w 6883012"/>
                <a:gd name="connsiteY102" fmla="*/ 1268 h 6858004"/>
                <a:gd name="connsiteX103" fmla="*/ 176757 w 6883012"/>
                <a:gd name="connsiteY103" fmla="*/ 0 h 685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883012" h="6858004">
                  <a:moveTo>
                    <a:pt x="1908648" y="4746621"/>
                  </a:moveTo>
                  <a:cubicBezTo>
                    <a:pt x="1873897" y="4746779"/>
                    <a:pt x="1838799" y="4749162"/>
                    <a:pt x="1803371" y="4753779"/>
                  </a:cubicBezTo>
                  <a:cubicBezTo>
                    <a:pt x="1681119" y="4769704"/>
                    <a:pt x="1567938" y="4806109"/>
                    <a:pt x="1463598" y="4870421"/>
                  </a:cubicBezTo>
                  <a:cubicBezTo>
                    <a:pt x="1419562" y="4897559"/>
                    <a:pt x="1377456" y="4927837"/>
                    <a:pt x="1329208" y="4957887"/>
                  </a:cubicBezTo>
                  <a:cubicBezTo>
                    <a:pt x="1312850" y="4973673"/>
                    <a:pt x="1294987" y="4988191"/>
                    <a:pt x="1280486" y="5005538"/>
                  </a:cubicBezTo>
                  <a:cubicBezTo>
                    <a:pt x="1254534" y="5036586"/>
                    <a:pt x="1230618" y="5069335"/>
                    <a:pt x="1203373" y="5106329"/>
                  </a:cubicBezTo>
                  <a:cubicBezTo>
                    <a:pt x="1107008" y="5231059"/>
                    <a:pt x="1053493" y="5374478"/>
                    <a:pt x="1038132" y="5528956"/>
                  </a:cubicBezTo>
                  <a:cubicBezTo>
                    <a:pt x="1024408" y="5667026"/>
                    <a:pt x="1038312" y="5804851"/>
                    <a:pt x="1092858" y="5935413"/>
                  </a:cubicBezTo>
                  <a:cubicBezTo>
                    <a:pt x="1128633" y="6021031"/>
                    <a:pt x="1170919" y="6102699"/>
                    <a:pt x="1237071" y="6175689"/>
                  </a:cubicBezTo>
                  <a:cubicBezTo>
                    <a:pt x="1271857" y="6230415"/>
                    <a:pt x="1313046" y="6278385"/>
                    <a:pt x="1375330" y="6310896"/>
                  </a:cubicBezTo>
                  <a:cubicBezTo>
                    <a:pt x="1406745" y="6331679"/>
                    <a:pt x="1436992" y="6354564"/>
                    <a:pt x="1469790" y="6372893"/>
                  </a:cubicBezTo>
                  <a:cubicBezTo>
                    <a:pt x="1640535" y="6468359"/>
                    <a:pt x="1821954" y="6509990"/>
                    <a:pt x="2017948" y="6482427"/>
                  </a:cubicBezTo>
                  <a:cubicBezTo>
                    <a:pt x="2179116" y="6459763"/>
                    <a:pt x="2324131" y="6401921"/>
                    <a:pt x="2454406" y="6295209"/>
                  </a:cubicBezTo>
                  <a:cubicBezTo>
                    <a:pt x="2498614" y="6248106"/>
                    <a:pt x="2542830" y="6200995"/>
                    <a:pt x="2592043" y="6151372"/>
                  </a:cubicBezTo>
                  <a:cubicBezTo>
                    <a:pt x="2616351" y="6116006"/>
                    <a:pt x="2643890" y="6082407"/>
                    <a:pt x="2664346" y="6044939"/>
                  </a:cubicBezTo>
                  <a:cubicBezTo>
                    <a:pt x="2724110" y="5935454"/>
                    <a:pt x="2760523" y="5819557"/>
                    <a:pt x="2773397" y="5693722"/>
                  </a:cubicBezTo>
                  <a:cubicBezTo>
                    <a:pt x="2784365" y="5586626"/>
                    <a:pt x="2771082" y="5484544"/>
                    <a:pt x="2743470" y="5383303"/>
                  </a:cubicBezTo>
                  <a:cubicBezTo>
                    <a:pt x="2710696" y="5263080"/>
                    <a:pt x="2654065" y="5154372"/>
                    <a:pt x="2568643" y="5055569"/>
                  </a:cubicBezTo>
                  <a:cubicBezTo>
                    <a:pt x="2560627" y="5045141"/>
                    <a:pt x="2554076" y="5033044"/>
                    <a:pt x="2544351" y="5024587"/>
                  </a:cubicBezTo>
                  <a:cubicBezTo>
                    <a:pt x="2507995" y="4992951"/>
                    <a:pt x="2470609" y="4962508"/>
                    <a:pt x="2432323" y="4926177"/>
                  </a:cubicBezTo>
                  <a:cubicBezTo>
                    <a:pt x="2358998" y="4885200"/>
                    <a:pt x="2288912" y="4836200"/>
                    <a:pt x="2211628" y="4805046"/>
                  </a:cubicBezTo>
                  <a:cubicBezTo>
                    <a:pt x="2114044" y="4765700"/>
                    <a:pt x="2012903" y="4746147"/>
                    <a:pt x="1908648" y="4746621"/>
                  </a:cubicBezTo>
                  <a:close/>
                  <a:moveTo>
                    <a:pt x="4712807" y="1174564"/>
                  </a:moveTo>
                  <a:cubicBezTo>
                    <a:pt x="4712807" y="1722704"/>
                    <a:pt x="4712807" y="2262336"/>
                    <a:pt x="4712807" y="2805327"/>
                  </a:cubicBezTo>
                  <a:cubicBezTo>
                    <a:pt x="4950508" y="2668717"/>
                    <a:pt x="5185591" y="2532385"/>
                    <a:pt x="5421871" y="2398162"/>
                  </a:cubicBezTo>
                  <a:cubicBezTo>
                    <a:pt x="5658984" y="2263467"/>
                    <a:pt x="5897290" y="2130876"/>
                    <a:pt x="6134589" y="1997635"/>
                  </a:cubicBezTo>
                  <a:cubicBezTo>
                    <a:pt x="5843424" y="1829238"/>
                    <a:pt x="5553953" y="1661821"/>
                    <a:pt x="5258522" y="1493526"/>
                  </a:cubicBezTo>
                  <a:cubicBezTo>
                    <a:pt x="5248750" y="1486960"/>
                    <a:pt x="5239291" y="1479859"/>
                    <a:pt x="5229157" y="1473911"/>
                  </a:cubicBezTo>
                  <a:cubicBezTo>
                    <a:pt x="5119203" y="1409360"/>
                    <a:pt x="5009283" y="1344747"/>
                    <a:pt x="4899053" y="1280667"/>
                  </a:cubicBezTo>
                  <a:cubicBezTo>
                    <a:pt x="4839904" y="1246282"/>
                    <a:pt x="4780174" y="1212895"/>
                    <a:pt x="4712807" y="1174564"/>
                  </a:cubicBezTo>
                  <a:close/>
                  <a:moveTo>
                    <a:pt x="176757" y="0"/>
                  </a:moveTo>
                  <a:cubicBezTo>
                    <a:pt x="1384515" y="16"/>
                    <a:pt x="2592272" y="82"/>
                    <a:pt x="3803751" y="4392"/>
                  </a:cubicBezTo>
                  <a:cubicBezTo>
                    <a:pt x="3807481" y="315024"/>
                    <a:pt x="3807366" y="621419"/>
                    <a:pt x="3807514" y="927822"/>
                  </a:cubicBezTo>
                  <a:lnTo>
                    <a:pt x="3805215" y="1808178"/>
                  </a:lnTo>
                  <a:lnTo>
                    <a:pt x="3805217" y="1808178"/>
                  </a:lnTo>
                  <a:cubicBezTo>
                    <a:pt x="3980720" y="1806829"/>
                    <a:pt x="4153078" y="1806829"/>
                    <a:pt x="4328342" y="1806829"/>
                  </a:cubicBezTo>
                  <a:cubicBezTo>
                    <a:pt x="4328342" y="1380646"/>
                    <a:pt x="4328342" y="956917"/>
                    <a:pt x="4328342" y="527008"/>
                  </a:cubicBezTo>
                  <a:cubicBezTo>
                    <a:pt x="4393844" y="563610"/>
                    <a:pt x="4454980" y="596779"/>
                    <a:pt x="4515154" y="631613"/>
                  </a:cubicBezTo>
                  <a:cubicBezTo>
                    <a:pt x="4626697" y="696183"/>
                    <a:pt x="4737496" y="762039"/>
                    <a:pt x="4848939" y="826785"/>
                  </a:cubicBezTo>
                  <a:cubicBezTo>
                    <a:pt x="4980568" y="903257"/>
                    <a:pt x="5112548" y="979121"/>
                    <a:pt x="5244378" y="1055247"/>
                  </a:cubicBezTo>
                  <a:cubicBezTo>
                    <a:pt x="5352600" y="1117740"/>
                    <a:pt x="5460850" y="1180184"/>
                    <a:pt x="5569043" y="1242730"/>
                  </a:cubicBezTo>
                  <a:cubicBezTo>
                    <a:pt x="5721140" y="1330656"/>
                    <a:pt x="5873081" y="1418857"/>
                    <a:pt x="6025307" y="1506558"/>
                  </a:cubicBezTo>
                  <a:cubicBezTo>
                    <a:pt x="6138107" y="1571543"/>
                    <a:pt x="6251353" y="1635748"/>
                    <a:pt x="6364225" y="1700606"/>
                  </a:cubicBezTo>
                  <a:cubicBezTo>
                    <a:pt x="6503015" y="1780356"/>
                    <a:pt x="6641658" y="1860356"/>
                    <a:pt x="6780277" y="1940401"/>
                  </a:cubicBezTo>
                  <a:cubicBezTo>
                    <a:pt x="6812867" y="1959219"/>
                    <a:pt x="6845102" y="1978651"/>
                    <a:pt x="6880014" y="1998887"/>
                  </a:cubicBezTo>
                  <a:cubicBezTo>
                    <a:pt x="6882830" y="2001317"/>
                    <a:pt x="6883133" y="2002658"/>
                    <a:pt x="6882981" y="2006013"/>
                  </a:cubicBezTo>
                  <a:cubicBezTo>
                    <a:pt x="6824026" y="2038877"/>
                    <a:pt x="6764909" y="2068622"/>
                    <a:pt x="6707165" y="2100828"/>
                  </a:cubicBezTo>
                  <a:cubicBezTo>
                    <a:pt x="6610566" y="2154706"/>
                    <a:pt x="6514910" y="2210272"/>
                    <a:pt x="6418736" y="2264916"/>
                  </a:cubicBezTo>
                  <a:cubicBezTo>
                    <a:pt x="6260349" y="2354904"/>
                    <a:pt x="6102033" y="2445021"/>
                    <a:pt x="5943365" y="2534514"/>
                  </a:cubicBezTo>
                  <a:cubicBezTo>
                    <a:pt x="5826587" y="2600380"/>
                    <a:pt x="5708947" y="2664723"/>
                    <a:pt x="5592321" y="2730853"/>
                  </a:cubicBezTo>
                  <a:cubicBezTo>
                    <a:pt x="5449728" y="2811705"/>
                    <a:pt x="5307937" y="2893969"/>
                    <a:pt x="5165529" y="2975149"/>
                  </a:cubicBezTo>
                  <a:cubicBezTo>
                    <a:pt x="5044584" y="3044095"/>
                    <a:pt x="4923032" y="3111977"/>
                    <a:pt x="4802153" y="3181038"/>
                  </a:cubicBezTo>
                  <a:cubicBezTo>
                    <a:pt x="4660915" y="3261731"/>
                    <a:pt x="4520157" y="3343264"/>
                    <a:pt x="4379059" y="3424202"/>
                  </a:cubicBezTo>
                  <a:cubicBezTo>
                    <a:pt x="4364744" y="3432414"/>
                    <a:pt x="4349517" y="3439039"/>
                    <a:pt x="4330402" y="3448544"/>
                  </a:cubicBezTo>
                  <a:cubicBezTo>
                    <a:pt x="4330402" y="3022898"/>
                    <a:pt x="4330402" y="2602195"/>
                    <a:pt x="4330402" y="2176798"/>
                  </a:cubicBezTo>
                  <a:cubicBezTo>
                    <a:pt x="4156714" y="2176798"/>
                    <a:pt x="3986008" y="2176798"/>
                    <a:pt x="3811578" y="2177188"/>
                  </a:cubicBezTo>
                  <a:cubicBezTo>
                    <a:pt x="3795545" y="2171931"/>
                    <a:pt x="3783499" y="2162239"/>
                    <a:pt x="3770872" y="2161413"/>
                  </a:cubicBezTo>
                  <a:cubicBezTo>
                    <a:pt x="3736326" y="2159150"/>
                    <a:pt x="3701510" y="2159834"/>
                    <a:pt x="3666847" y="2160875"/>
                  </a:cubicBezTo>
                  <a:cubicBezTo>
                    <a:pt x="3641686" y="2161629"/>
                    <a:pt x="3630314" y="2152181"/>
                    <a:pt x="3630522" y="2125982"/>
                  </a:cubicBezTo>
                  <a:cubicBezTo>
                    <a:pt x="3631252" y="2033913"/>
                    <a:pt x="3631252" y="1941831"/>
                    <a:pt x="3630523" y="1849762"/>
                  </a:cubicBezTo>
                  <a:cubicBezTo>
                    <a:pt x="3630419" y="1836612"/>
                    <a:pt x="3633281" y="1827942"/>
                    <a:pt x="3639293" y="1822530"/>
                  </a:cubicBezTo>
                  <a:lnTo>
                    <a:pt x="3648490" y="1819976"/>
                  </a:lnTo>
                  <a:lnTo>
                    <a:pt x="3639290" y="1822530"/>
                  </a:lnTo>
                  <a:cubicBezTo>
                    <a:pt x="3633278" y="1827941"/>
                    <a:pt x="3630417" y="1836611"/>
                    <a:pt x="3630519" y="1849763"/>
                  </a:cubicBezTo>
                  <a:cubicBezTo>
                    <a:pt x="3631247" y="1941834"/>
                    <a:pt x="3631247" y="2033914"/>
                    <a:pt x="3630519" y="2125985"/>
                  </a:cubicBezTo>
                  <a:cubicBezTo>
                    <a:pt x="3630306" y="2152183"/>
                    <a:pt x="3641684" y="2161630"/>
                    <a:pt x="3666842" y="2160877"/>
                  </a:cubicBezTo>
                  <a:cubicBezTo>
                    <a:pt x="3701505" y="2159839"/>
                    <a:pt x="3736323" y="2159151"/>
                    <a:pt x="3770863" y="2161417"/>
                  </a:cubicBezTo>
                  <a:cubicBezTo>
                    <a:pt x="3783492" y="2162243"/>
                    <a:pt x="3795540" y="2171936"/>
                    <a:pt x="3807849" y="2177579"/>
                  </a:cubicBezTo>
                  <a:cubicBezTo>
                    <a:pt x="3807726" y="2654090"/>
                    <a:pt x="3806639" y="3130600"/>
                    <a:pt x="3808127" y="3607111"/>
                  </a:cubicBezTo>
                  <a:cubicBezTo>
                    <a:pt x="3808512" y="3731898"/>
                    <a:pt x="3722599" y="3806933"/>
                    <a:pt x="3605344" y="3807064"/>
                  </a:cubicBezTo>
                  <a:cubicBezTo>
                    <a:pt x="3166310" y="3807530"/>
                    <a:pt x="2727275" y="3807252"/>
                    <a:pt x="2288241" y="3807252"/>
                  </a:cubicBezTo>
                  <a:cubicBezTo>
                    <a:pt x="2236353" y="3807252"/>
                    <a:pt x="2184457" y="3807252"/>
                    <a:pt x="2128742" y="3807252"/>
                  </a:cubicBezTo>
                  <a:cubicBezTo>
                    <a:pt x="2128742" y="3820625"/>
                    <a:pt x="2128742" y="3830914"/>
                    <a:pt x="2128742" y="3841211"/>
                  </a:cubicBezTo>
                  <a:cubicBezTo>
                    <a:pt x="2128742" y="4013879"/>
                    <a:pt x="2128979" y="4186547"/>
                    <a:pt x="2128472" y="4359214"/>
                  </a:cubicBezTo>
                  <a:cubicBezTo>
                    <a:pt x="2128398" y="4384308"/>
                    <a:pt x="2130655" y="4396519"/>
                    <a:pt x="2162832" y="4403381"/>
                  </a:cubicBezTo>
                  <a:cubicBezTo>
                    <a:pt x="2302227" y="4433104"/>
                    <a:pt x="2436805" y="4480035"/>
                    <a:pt x="2555123" y="4560893"/>
                  </a:cubicBezTo>
                  <a:cubicBezTo>
                    <a:pt x="2637191" y="4616977"/>
                    <a:pt x="2718188" y="4677395"/>
                    <a:pt x="2788790" y="4746909"/>
                  </a:cubicBezTo>
                  <a:cubicBezTo>
                    <a:pt x="2956354" y="4911880"/>
                    <a:pt x="3065078" y="5111997"/>
                    <a:pt x="3116843" y="5342286"/>
                  </a:cubicBezTo>
                  <a:cubicBezTo>
                    <a:pt x="3141576" y="5452302"/>
                    <a:pt x="3155096" y="5564019"/>
                    <a:pt x="3147809" y="5676097"/>
                  </a:cubicBezTo>
                  <a:cubicBezTo>
                    <a:pt x="3133904" y="5889848"/>
                    <a:pt x="3075825" y="6090095"/>
                    <a:pt x="2960738" y="6274066"/>
                  </a:cubicBezTo>
                  <a:cubicBezTo>
                    <a:pt x="2820974" y="6497468"/>
                    <a:pt x="2630362" y="6658734"/>
                    <a:pt x="2390479" y="6763254"/>
                  </a:cubicBezTo>
                  <a:cubicBezTo>
                    <a:pt x="2275048" y="6813555"/>
                    <a:pt x="2154276" y="6845077"/>
                    <a:pt x="2026144" y="6855399"/>
                  </a:cubicBezTo>
                  <a:cubicBezTo>
                    <a:pt x="1946480" y="6858573"/>
                    <a:pt x="1868624" y="6858949"/>
                    <a:pt x="1785230" y="6855964"/>
                  </a:cubicBezTo>
                  <a:cubicBezTo>
                    <a:pt x="1739501" y="6846926"/>
                    <a:pt x="1699056" y="6842624"/>
                    <a:pt x="1659150" y="6835352"/>
                  </a:cubicBezTo>
                  <a:cubicBezTo>
                    <a:pt x="1420993" y="6791914"/>
                    <a:pt x="1217360" y="6679836"/>
                    <a:pt x="1042876" y="6515315"/>
                  </a:cubicBezTo>
                  <a:cubicBezTo>
                    <a:pt x="936254" y="6414786"/>
                    <a:pt x="853008" y="6295446"/>
                    <a:pt x="787428" y="6163755"/>
                  </a:cubicBezTo>
                  <a:cubicBezTo>
                    <a:pt x="720949" y="6030274"/>
                    <a:pt x="681763" y="5888441"/>
                    <a:pt x="668873" y="5741406"/>
                  </a:cubicBezTo>
                  <a:cubicBezTo>
                    <a:pt x="660785" y="5649278"/>
                    <a:pt x="669577" y="5555268"/>
                    <a:pt x="675449" y="5462395"/>
                  </a:cubicBezTo>
                  <a:cubicBezTo>
                    <a:pt x="683522" y="5334810"/>
                    <a:pt x="722397" y="5214537"/>
                    <a:pt x="776395" y="5099622"/>
                  </a:cubicBezTo>
                  <a:cubicBezTo>
                    <a:pt x="848379" y="4946453"/>
                    <a:pt x="944254" y="4810861"/>
                    <a:pt x="1072182" y="4697696"/>
                  </a:cubicBezTo>
                  <a:cubicBezTo>
                    <a:pt x="1153187" y="4626031"/>
                    <a:pt x="1239508" y="4563527"/>
                    <a:pt x="1335228" y="4514035"/>
                  </a:cubicBezTo>
                  <a:cubicBezTo>
                    <a:pt x="1467941" y="4445413"/>
                    <a:pt x="1609544" y="4404240"/>
                    <a:pt x="1756841" y="4384103"/>
                  </a:cubicBezTo>
                  <a:cubicBezTo>
                    <a:pt x="1756841" y="4190783"/>
                    <a:pt x="1756841" y="4000130"/>
                    <a:pt x="1756841" y="3807653"/>
                  </a:cubicBezTo>
                  <a:lnTo>
                    <a:pt x="700387" y="3805101"/>
                  </a:lnTo>
                  <a:lnTo>
                    <a:pt x="700387" y="3437330"/>
                  </a:lnTo>
                  <a:lnTo>
                    <a:pt x="3435531" y="3437674"/>
                  </a:lnTo>
                  <a:cubicBezTo>
                    <a:pt x="3435531" y="2412424"/>
                    <a:pt x="3435531" y="1391958"/>
                    <a:pt x="3435531" y="371925"/>
                  </a:cubicBezTo>
                  <a:cubicBezTo>
                    <a:pt x="2412595" y="371925"/>
                    <a:pt x="1392129" y="371925"/>
                    <a:pt x="369660" y="371925"/>
                  </a:cubicBezTo>
                  <a:cubicBezTo>
                    <a:pt x="369660" y="380939"/>
                    <a:pt x="369660" y="387457"/>
                    <a:pt x="369660" y="393976"/>
                  </a:cubicBezTo>
                  <a:lnTo>
                    <a:pt x="367067" y="3099700"/>
                  </a:lnTo>
                  <a:lnTo>
                    <a:pt x="0" y="3099700"/>
                  </a:lnTo>
                  <a:lnTo>
                    <a:pt x="630" y="216393"/>
                  </a:lnTo>
                  <a:cubicBezTo>
                    <a:pt x="720" y="96349"/>
                    <a:pt x="42703" y="34982"/>
                    <a:pt x="152768" y="1268"/>
                  </a:cubicBezTo>
                  <a:cubicBezTo>
                    <a:pt x="160767" y="826"/>
                    <a:pt x="168766" y="0"/>
                    <a:pt x="176757"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19" name="Freeform: Shape 118">
              <a:extLst>
                <a:ext uri="{FF2B5EF4-FFF2-40B4-BE49-F238E27FC236}">
                  <a16:creationId xmlns:a16="http://schemas.microsoft.com/office/drawing/2014/main" id="{36FD453D-B044-5BF8-3BF9-0696481751BF}"/>
                </a:ext>
                <a:ext uri="{C183D7F6-B498-43B3-948B-1728B52AA6E4}">
                  <adec:decorative xmlns:adec="http://schemas.microsoft.com/office/drawing/2017/decorative" val="1"/>
                </a:ext>
              </a:extLst>
            </p:cNvPr>
            <p:cNvSpPr/>
            <p:nvPr/>
          </p:nvSpPr>
          <p:spPr>
            <a:xfrm>
              <a:off x="639763" y="1559612"/>
              <a:ext cx="194796" cy="377998"/>
            </a:xfrm>
            <a:custGeom>
              <a:avLst/>
              <a:gdLst>
                <a:gd name="connsiteX0" fmla="*/ 2510379 w 2921946"/>
                <a:gd name="connsiteY0" fmla="*/ 4296136 h 5669969"/>
                <a:gd name="connsiteX1" fmla="*/ 2621122 w 2921946"/>
                <a:gd name="connsiteY1" fmla="*/ 4389101 h 5669969"/>
                <a:gd name="connsiteX2" fmla="*/ 2645471 w 2921946"/>
                <a:gd name="connsiteY2" fmla="*/ 4425129 h 5669969"/>
                <a:gd name="connsiteX3" fmla="*/ 2107331 w 2921946"/>
                <a:gd name="connsiteY3" fmla="*/ 4992915 h 5669969"/>
                <a:gd name="connsiteX4" fmla="*/ 2247088 w 2921946"/>
                <a:gd name="connsiteY4" fmla="*/ 5121388 h 5669969"/>
                <a:gd name="connsiteX5" fmla="*/ 2551533 w 2921946"/>
                <a:gd name="connsiteY5" fmla="*/ 5417051 h 5669969"/>
                <a:gd name="connsiteX6" fmla="*/ 2663814 w 2921946"/>
                <a:gd name="connsiteY6" fmla="*/ 5518398 h 5669969"/>
                <a:gd name="connsiteX7" fmla="*/ 2527818 w 2921946"/>
                <a:gd name="connsiteY7" fmla="*/ 5657821 h 5669969"/>
                <a:gd name="connsiteX8" fmla="*/ 2171828 w 2921946"/>
                <a:gd name="connsiteY8" fmla="*/ 5318866 h 5669969"/>
                <a:gd name="connsiteX9" fmla="*/ 1975225 w 2921946"/>
                <a:gd name="connsiteY9" fmla="*/ 5130934 h 5669969"/>
                <a:gd name="connsiteX10" fmla="*/ 1663172 w 2921946"/>
                <a:gd name="connsiteY10" fmla="*/ 5452995 h 5669969"/>
                <a:gd name="connsiteX11" fmla="*/ 1450812 w 2921946"/>
                <a:gd name="connsiteY11" fmla="*/ 5669969 h 5669969"/>
                <a:gd name="connsiteX12" fmla="*/ 1316169 w 2921946"/>
                <a:gd name="connsiteY12" fmla="*/ 5536216 h 5669969"/>
                <a:gd name="connsiteX13" fmla="*/ 1507075 w 2921946"/>
                <a:gd name="connsiteY13" fmla="*/ 5336242 h 5669969"/>
                <a:gd name="connsiteX14" fmla="*/ 1811671 w 2921946"/>
                <a:gd name="connsiteY14" fmla="*/ 5023470 h 5669969"/>
                <a:gd name="connsiteX15" fmla="*/ 1837082 w 2921946"/>
                <a:gd name="connsiteY15" fmla="*/ 4996383 h 5669969"/>
                <a:gd name="connsiteX16" fmla="*/ 1622564 w 2921946"/>
                <a:gd name="connsiteY16" fmla="*/ 4793389 h 5669969"/>
                <a:gd name="connsiteX17" fmla="*/ 1295555 w 2921946"/>
                <a:gd name="connsiteY17" fmla="*/ 4474686 h 5669969"/>
                <a:gd name="connsiteX18" fmla="*/ 1282620 w 2921946"/>
                <a:gd name="connsiteY18" fmla="*/ 4465882 h 5669969"/>
                <a:gd name="connsiteX19" fmla="*/ 1357261 w 2921946"/>
                <a:gd name="connsiteY19" fmla="*/ 4370050 h 5669969"/>
                <a:gd name="connsiteX20" fmla="*/ 1409573 w 2921946"/>
                <a:gd name="connsiteY20" fmla="*/ 4324263 h 5669969"/>
                <a:gd name="connsiteX21" fmla="*/ 1438510 w 2921946"/>
                <a:gd name="connsiteY21" fmla="*/ 4344798 h 5669969"/>
                <a:gd name="connsiteX22" fmla="*/ 1794177 w 2921946"/>
                <a:gd name="connsiteY22" fmla="*/ 4691856 h 5669969"/>
                <a:gd name="connsiteX23" fmla="*/ 1951735 w 2921946"/>
                <a:gd name="connsiteY23" fmla="*/ 4839147 h 5669969"/>
                <a:gd name="connsiteX24" fmla="*/ 2260062 w 2921946"/>
                <a:gd name="connsiteY24" fmla="*/ 4558920 h 5669969"/>
                <a:gd name="connsiteX25" fmla="*/ 2265633 w 2921946"/>
                <a:gd name="connsiteY25" fmla="*/ 4553135 h 5669969"/>
                <a:gd name="connsiteX26" fmla="*/ 2510379 w 2921946"/>
                <a:gd name="connsiteY26" fmla="*/ 4296136 h 5669969"/>
                <a:gd name="connsiteX27" fmla="*/ 0 w 2921946"/>
                <a:gd name="connsiteY27" fmla="*/ 2697748 h 5669969"/>
                <a:gd name="connsiteX28" fmla="*/ 543628 w 2921946"/>
                <a:gd name="connsiteY28" fmla="*/ 2697748 h 5669969"/>
                <a:gd name="connsiteX29" fmla="*/ 543628 w 2921946"/>
                <a:gd name="connsiteY29" fmla="*/ 3241376 h 5669969"/>
                <a:gd name="connsiteX30" fmla="*/ 0 w 2921946"/>
                <a:gd name="connsiteY30" fmla="*/ 3241376 h 5669969"/>
                <a:gd name="connsiteX31" fmla="*/ 1589190 w 2921946"/>
                <a:gd name="connsiteY31" fmla="*/ 1810764 h 5669969"/>
                <a:gd name="connsiteX32" fmla="*/ 1873424 w 2921946"/>
                <a:gd name="connsiteY32" fmla="*/ 1904353 h 5669969"/>
                <a:gd name="connsiteX33" fmla="*/ 2076546 w 2921946"/>
                <a:gd name="connsiteY33" fmla="*/ 2140429 h 5669969"/>
                <a:gd name="connsiteX34" fmla="*/ 2334195 w 2921946"/>
                <a:gd name="connsiteY34" fmla="*/ 2340430 h 5669969"/>
                <a:gd name="connsiteX35" fmla="*/ 2528849 w 2921946"/>
                <a:gd name="connsiteY35" fmla="*/ 2306931 h 5669969"/>
                <a:gd name="connsiteX36" fmla="*/ 2785840 w 2921946"/>
                <a:gd name="connsiteY36" fmla="*/ 2142369 h 5669969"/>
                <a:gd name="connsiteX37" fmla="*/ 2921946 w 2921946"/>
                <a:gd name="connsiteY37" fmla="*/ 2266556 h 5669969"/>
                <a:gd name="connsiteX38" fmla="*/ 2737959 w 2921946"/>
                <a:gd name="connsiteY38" fmla="*/ 2409513 h 5669969"/>
                <a:gd name="connsiteX39" fmla="*/ 2308708 w 2921946"/>
                <a:gd name="connsiteY39" fmla="*/ 2528019 h 5669969"/>
                <a:gd name="connsiteX40" fmla="*/ 2069900 w 2921946"/>
                <a:gd name="connsiteY40" fmla="*/ 2423148 h 5669969"/>
                <a:gd name="connsiteX41" fmla="*/ 1850620 w 2921946"/>
                <a:gd name="connsiteY41" fmla="*/ 2150193 h 5669969"/>
                <a:gd name="connsiteX42" fmla="*/ 1560745 w 2921946"/>
                <a:gd name="connsiteY42" fmla="*/ 1999634 h 5669969"/>
                <a:gd name="connsiteX43" fmla="*/ 1302935 w 2921946"/>
                <a:gd name="connsiteY43" fmla="*/ 2111437 h 5669969"/>
                <a:gd name="connsiteX44" fmla="*/ 1187202 w 2921946"/>
                <a:gd name="connsiteY44" fmla="*/ 2207516 h 5669969"/>
                <a:gd name="connsiteX45" fmla="*/ 1049984 w 2921946"/>
                <a:gd name="connsiteY45" fmla="*/ 2085449 h 5669969"/>
                <a:gd name="connsiteX46" fmla="*/ 1258857 w 2921946"/>
                <a:gd name="connsiteY46" fmla="*/ 1911423 h 5669969"/>
                <a:gd name="connsiteX47" fmla="*/ 1485021 w 2921946"/>
                <a:gd name="connsiteY47" fmla="*/ 1820487 h 5669969"/>
                <a:gd name="connsiteX48" fmla="*/ 1589190 w 2921946"/>
                <a:gd name="connsiteY48" fmla="*/ 1810764 h 5669969"/>
                <a:gd name="connsiteX49" fmla="*/ 1628450 w 2921946"/>
                <a:gd name="connsiteY49" fmla="*/ 905431 h 5669969"/>
                <a:gd name="connsiteX50" fmla="*/ 1898996 w 2921946"/>
                <a:gd name="connsiteY50" fmla="*/ 1022072 h 5669969"/>
                <a:gd name="connsiteX51" fmla="*/ 2000936 w 2921946"/>
                <a:gd name="connsiteY51" fmla="*/ 1116274 h 5669969"/>
                <a:gd name="connsiteX52" fmla="*/ 2135534 w 2921946"/>
                <a:gd name="connsiteY52" fmla="*/ 990871 h 5669969"/>
                <a:gd name="connsiteX53" fmla="*/ 2288689 w 2921946"/>
                <a:gd name="connsiteY53" fmla="*/ 1110761 h 5669969"/>
                <a:gd name="connsiteX54" fmla="*/ 2108374 w 2921946"/>
                <a:gd name="connsiteY54" fmla="*/ 1279773 h 5669969"/>
                <a:gd name="connsiteX55" fmla="*/ 2539767 w 2921946"/>
                <a:gd name="connsiteY55" fmla="*/ 1396877 h 5669969"/>
                <a:gd name="connsiteX56" fmla="*/ 2661507 w 2921946"/>
                <a:gd name="connsiteY56" fmla="*/ 1324038 h 5669969"/>
                <a:gd name="connsiteX57" fmla="*/ 2776454 w 2921946"/>
                <a:gd name="connsiteY57" fmla="*/ 1229579 h 5669969"/>
                <a:gd name="connsiteX58" fmla="*/ 2914985 w 2921946"/>
                <a:gd name="connsiteY58" fmla="*/ 1354870 h 5669969"/>
                <a:gd name="connsiteX59" fmla="*/ 2705213 w 2921946"/>
                <a:gd name="connsiteY59" fmla="*/ 1526614 h 5669969"/>
                <a:gd name="connsiteX60" fmla="*/ 2369198 w 2921946"/>
                <a:gd name="connsiteY60" fmla="*/ 1629558 h 5669969"/>
                <a:gd name="connsiteX61" fmla="*/ 2046934 w 2921946"/>
                <a:gd name="connsiteY61" fmla="*/ 1499217 h 5669969"/>
                <a:gd name="connsiteX62" fmla="*/ 1958138 w 2921946"/>
                <a:gd name="connsiteY62" fmla="*/ 1422786 h 5669969"/>
                <a:gd name="connsiteX63" fmla="*/ 1810957 w 2921946"/>
                <a:gd name="connsiteY63" fmla="*/ 1559021 h 5669969"/>
                <a:gd name="connsiteX64" fmla="*/ 1680547 w 2921946"/>
                <a:gd name="connsiteY64" fmla="*/ 1419283 h 5669969"/>
                <a:gd name="connsiteX65" fmla="*/ 1853889 w 2921946"/>
                <a:gd name="connsiteY65" fmla="*/ 1255907 h 5669969"/>
                <a:gd name="connsiteX66" fmla="*/ 1701076 w 2921946"/>
                <a:gd name="connsiteY66" fmla="*/ 1120656 h 5669969"/>
                <a:gd name="connsiteX67" fmla="*/ 1457976 w 2921946"/>
                <a:gd name="connsiteY67" fmla="*/ 1120868 h 5669969"/>
                <a:gd name="connsiteX68" fmla="*/ 1218739 w 2921946"/>
                <a:gd name="connsiteY68" fmla="*/ 1279817 h 5669969"/>
                <a:gd name="connsiteX69" fmla="*/ 1160631 w 2921946"/>
                <a:gd name="connsiteY69" fmla="*/ 1280783 h 5669969"/>
                <a:gd name="connsiteX70" fmla="*/ 1047874 w 2921946"/>
                <a:gd name="connsiteY70" fmla="*/ 1177054 h 5669969"/>
                <a:gd name="connsiteX71" fmla="*/ 1527296 w 2921946"/>
                <a:gd name="connsiteY71" fmla="*/ 908697 h 5669969"/>
                <a:gd name="connsiteX72" fmla="*/ 1628450 w 2921946"/>
                <a:gd name="connsiteY72" fmla="*/ 905431 h 5669969"/>
                <a:gd name="connsiteX73" fmla="*/ 1563730 w 2921946"/>
                <a:gd name="connsiteY73" fmla="*/ 777 h 5669969"/>
                <a:gd name="connsiteX74" fmla="*/ 1908344 w 2921946"/>
                <a:gd name="connsiteY74" fmla="*/ 124083 h 5669969"/>
                <a:gd name="connsiteX75" fmla="*/ 1997587 w 2921946"/>
                <a:gd name="connsiteY75" fmla="*/ 215341 h 5669969"/>
                <a:gd name="connsiteX76" fmla="*/ 2119242 w 2921946"/>
                <a:gd name="connsiteY76" fmla="*/ 88649 h 5669969"/>
                <a:gd name="connsiteX77" fmla="*/ 2171182 w 2921946"/>
                <a:gd name="connsiteY77" fmla="*/ 88730 h 5669969"/>
                <a:gd name="connsiteX78" fmla="*/ 2279373 w 2921946"/>
                <a:gd name="connsiteY78" fmla="*/ 207999 h 5669969"/>
                <a:gd name="connsiteX79" fmla="*/ 2243537 w 2921946"/>
                <a:gd name="connsiteY79" fmla="*/ 238089 h 5669969"/>
                <a:gd name="connsiteX80" fmla="*/ 2095706 w 2921946"/>
                <a:gd name="connsiteY80" fmla="*/ 378216 h 5669969"/>
                <a:gd name="connsiteX81" fmla="*/ 2240219 w 2921946"/>
                <a:gd name="connsiteY81" fmla="*/ 496478 h 5669969"/>
                <a:gd name="connsiteX82" fmla="*/ 2540842 w 2921946"/>
                <a:gd name="connsiteY82" fmla="*/ 492061 h 5669969"/>
                <a:gd name="connsiteX83" fmla="*/ 2784573 w 2921946"/>
                <a:gd name="connsiteY83" fmla="*/ 333410 h 5669969"/>
                <a:gd name="connsiteX84" fmla="*/ 2918510 w 2921946"/>
                <a:gd name="connsiteY84" fmla="*/ 455850 h 5669969"/>
                <a:gd name="connsiteX85" fmla="*/ 2789715 w 2921946"/>
                <a:gd name="connsiteY85" fmla="*/ 565792 h 5669969"/>
                <a:gd name="connsiteX86" fmla="*/ 2458551 w 2921946"/>
                <a:gd name="connsiteY86" fmla="*/ 715756 h 5669969"/>
                <a:gd name="connsiteX87" fmla="*/ 2190354 w 2921946"/>
                <a:gd name="connsiteY87" fmla="*/ 687167 h 5669969"/>
                <a:gd name="connsiteX88" fmla="*/ 1962446 w 2921946"/>
                <a:gd name="connsiteY88" fmla="*/ 505641 h 5669969"/>
                <a:gd name="connsiteX89" fmla="*/ 1805716 w 2921946"/>
                <a:gd name="connsiteY89" fmla="*/ 649354 h 5669969"/>
                <a:gd name="connsiteX90" fmla="*/ 1675161 w 2921946"/>
                <a:gd name="connsiteY90" fmla="*/ 510974 h 5669969"/>
                <a:gd name="connsiteX91" fmla="*/ 1852314 w 2921946"/>
                <a:gd name="connsiteY91" fmla="*/ 342291 h 5669969"/>
                <a:gd name="connsiteX92" fmla="*/ 1688048 w 2921946"/>
                <a:gd name="connsiteY92" fmla="*/ 210025 h 5669969"/>
                <a:gd name="connsiteX93" fmla="*/ 1435617 w 2921946"/>
                <a:gd name="connsiteY93" fmla="*/ 228810 h 5669969"/>
                <a:gd name="connsiteX94" fmla="*/ 1178859 w 2921946"/>
                <a:gd name="connsiteY94" fmla="*/ 391045 h 5669969"/>
                <a:gd name="connsiteX95" fmla="*/ 1041535 w 2921946"/>
                <a:gd name="connsiteY95" fmla="*/ 268586 h 5669969"/>
                <a:gd name="connsiteX96" fmla="*/ 1223681 w 2921946"/>
                <a:gd name="connsiteY96" fmla="*/ 126259 h 5669969"/>
                <a:gd name="connsiteX97" fmla="*/ 1563730 w 2921946"/>
                <a:gd name="connsiteY97" fmla="*/ 777 h 566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921946" h="5669969">
                  <a:moveTo>
                    <a:pt x="2510379" y="4296136"/>
                  </a:moveTo>
                  <a:cubicBezTo>
                    <a:pt x="2547379" y="4327025"/>
                    <a:pt x="2584769" y="4357468"/>
                    <a:pt x="2621122" y="4389101"/>
                  </a:cubicBezTo>
                  <a:cubicBezTo>
                    <a:pt x="2630844" y="4397562"/>
                    <a:pt x="2637401" y="4409658"/>
                    <a:pt x="2645471" y="4425129"/>
                  </a:cubicBezTo>
                  <a:cubicBezTo>
                    <a:pt x="2467012" y="4616831"/>
                    <a:pt x="2288493" y="4803491"/>
                    <a:pt x="2107331" y="4992915"/>
                  </a:cubicBezTo>
                  <a:cubicBezTo>
                    <a:pt x="2155128" y="5036734"/>
                    <a:pt x="2202070" y="5078060"/>
                    <a:pt x="2247088" y="5121388"/>
                  </a:cubicBezTo>
                  <a:cubicBezTo>
                    <a:pt x="2349011" y="5219484"/>
                    <a:pt x="2449628" y="5318937"/>
                    <a:pt x="2551533" y="5417051"/>
                  </a:cubicBezTo>
                  <a:cubicBezTo>
                    <a:pt x="2587835" y="5452002"/>
                    <a:pt x="2626323" y="5484683"/>
                    <a:pt x="2663814" y="5518398"/>
                  </a:cubicBezTo>
                  <a:cubicBezTo>
                    <a:pt x="2619601" y="5565506"/>
                    <a:pt x="2575388" y="5612615"/>
                    <a:pt x="2527818" y="5657821"/>
                  </a:cubicBezTo>
                  <a:cubicBezTo>
                    <a:pt x="2406918" y="5543566"/>
                    <a:pt x="2289373" y="5431217"/>
                    <a:pt x="2171828" y="5318866"/>
                  </a:cubicBezTo>
                  <a:cubicBezTo>
                    <a:pt x="2106835" y="5256743"/>
                    <a:pt x="2041845" y="5194614"/>
                    <a:pt x="1975225" y="5130934"/>
                  </a:cubicBezTo>
                  <a:cubicBezTo>
                    <a:pt x="1869425" y="5240161"/>
                    <a:pt x="1766467" y="5346742"/>
                    <a:pt x="1663172" y="5452995"/>
                  </a:cubicBezTo>
                  <a:cubicBezTo>
                    <a:pt x="1592629" y="5525556"/>
                    <a:pt x="1521615" y="5597661"/>
                    <a:pt x="1450812" y="5669969"/>
                  </a:cubicBezTo>
                  <a:cubicBezTo>
                    <a:pt x="1389823" y="5642896"/>
                    <a:pt x="1348629" y="5594930"/>
                    <a:pt x="1316169" y="5536216"/>
                  </a:cubicBezTo>
                  <a:cubicBezTo>
                    <a:pt x="1381338" y="5466884"/>
                    <a:pt x="1443938" y="5401302"/>
                    <a:pt x="1507075" y="5336242"/>
                  </a:cubicBezTo>
                  <a:cubicBezTo>
                    <a:pt x="1608426" y="5231808"/>
                    <a:pt x="1710145" y="5127734"/>
                    <a:pt x="1811671" y="5023470"/>
                  </a:cubicBezTo>
                  <a:cubicBezTo>
                    <a:pt x="1819525" y="5015406"/>
                    <a:pt x="1827085" y="5007056"/>
                    <a:pt x="1837082" y="4996383"/>
                  </a:cubicBezTo>
                  <a:cubicBezTo>
                    <a:pt x="1763901" y="4927228"/>
                    <a:pt x="1692551" y="4861014"/>
                    <a:pt x="1622564" y="4793389"/>
                  </a:cubicBezTo>
                  <a:cubicBezTo>
                    <a:pt x="1513105" y="4687628"/>
                    <a:pt x="1404587" y="4580892"/>
                    <a:pt x="1295555" y="4474686"/>
                  </a:cubicBezTo>
                  <a:cubicBezTo>
                    <a:pt x="1291876" y="4471102"/>
                    <a:pt x="1286960" y="4468787"/>
                    <a:pt x="1282620" y="4465882"/>
                  </a:cubicBezTo>
                  <a:cubicBezTo>
                    <a:pt x="1307389" y="4433845"/>
                    <a:pt x="1331308" y="4401097"/>
                    <a:pt x="1357261" y="4370050"/>
                  </a:cubicBezTo>
                  <a:cubicBezTo>
                    <a:pt x="1371756" y="4352709"/>
                    <a:pt x="1389627" y="4338190"/>
                    <a:pt x="1409573" y="4324263"/>
                  </a:cubicBezTo>
                  <a:cubicBezTo>
                    <a:pt x="1421662" y="4332304"/>
                    <a:pt x="1431066" y="4337545"/>
                    <a:pt x="1438510" y="4344798"/>
                  </a:cubicBezTo>
                  <a:cubicBezTo>
                    <a:pt x="1557155" y="4460392"/>
                    <a:pt x="1675140" y="4576668"/>
                    <a:pt x="1794177" y="4691856"/>
                  </a:cubicBezTo>
                  <a:cubicBezTo>
                    <a:pt x="1851612" y="4747435"/>
                    <a:pt x="1910918" y="4801080"/>
                    <a:pt x="1951735" y="4839147"/>
                  </a:cubicBezTo>
                  <a:cubicBezTo>
                    <a:pt x="2054384" y="4745864"/>
                    <a:pt x="2157232" y="4652403"/>
                    <a:pt x="2260062" y="4558920"/>
                  </a:cubicBezTo>
                  <a:cubicBezTo>
                    <a:pt x="2262038" y="4557124"/>
                    <a:pt x="2263786" y="4555075"/>
                    <a:pt x="2265633" y="4553135"/>
                  </a:cubicBezTo>
                  <a:cubicBezTo>
                    <a:pt x="2347216" y="4467469"/>
                    <a:pt x="2428797" y="4381803"/>
                    <a:pt x="2510379" y="4296136"/>
                  </a:cubicBezTo>
                  <a:close/>
                  <a:moveTo>
                    <a:pt x="0" y="2697748"/>
                  </a:moveTo>
                  <a:lnTo>
                    <a:pt x="543628" y="2697748"/>
                  </a:lnTo>
                  <a:lnTo>
                    <a:pt x="543628" y="3241376"/>
                  </a:lnTo>
                  <a:lnTo>
                    <a:pt x="0" y="3241376"/>
                  </a:lnTo>
                  <a:close/>
                  <a:moveTo>
                    <a:pt x="1589190" y="1810764"/>
                  </a:moveTo>
                  <a:cubicBezTo>
                    <a:pt x="1691027" y="1810780"/>
                    <a:pt x="1785843" y="1840507"/>
                    <a:pt x="1873424" y="1904353"/>
                  </a:cubicBezTo>
                  <a:cubicBezTo>
                    <a:pt x="1959377" y="1967013"/>
                    <a:pt x="2021275" y="2050752"/>
                    <a:pt x="2076546" y="2140429"/>
                  </a:cubicBezTo>
                  <a:cubicBezTo>
                    <a:pt x="2137221" y="2238872"/>
                    <a:pt x="2215491" y="2316474"/>
                    <a:pt x="2334195" y="2340430"/>
                  </a:cubicBezTo>
                  <a:cubicBezTo>
                    <a:pt x="2401893" y="2354092"/>
                    <a:pt x="2464445" y="2332544"/>
                    <a:pt x="2528849" y="2306931"/>
                  </a:cubicBezTo>
                  <a:cubicBezTo>
                    <a:pt x="2614271" y="2252137"/>
                    <a:pt x="2697144" y="2199117"/>
                    <a:pt x="2785840" y="2142369"/>
                  </a:cubicBezTo>
                  <a:cubicBezTo>
                    <a:pt x="2822330" y="2175664"/>
                    <a:pt x="2868087" y="2217414"/>
                    <a:pt x="2921946" y="2266556"/>
                  </a:cubicBezTo>
                  <a:cubicBezTo>
                    <a:pt x="2857858" y="2316595"/>
                    <a:pt x="2799606" y="2365429"/>
                    <a:pt x="2737959" y="2409513"/>
                  </a:cubicBezTo>
                  <a:cubicBezTo>
                    <a:pt x="2609780" y="2501176"/>
                    <a:pt x="2466227" y="2545505"/>
                    <a:pt x="2308708" y="2528019"/>
                  </a:cubicBezTo>
                  <a:cubicBezTo>
                    <a:pt x="2219952" y="2518167"/>
                    <a:pt x="2141408" y="2479327"/>
                    <a:pt x="2069900" y="2423148"/>
                  </a:cubicBezTo>
                  <a:cubicBezTo>
                    <a:pt x="1974974" y="2348569"/>
                    <a:pt x="1922530" y="2242105"/>
                    <a:pt x="1850620" y="2150193"/>
                  </a:cubicBezTo>
                  <a:cubicBezTo>
                    <a:pt x="1778124" y="2057531"/>
                    <a:pt x="1688642" y="1987215"/>
                    <a:pt x="1560745" y="1999634"/>
                  </a:cubicBezTo>
                  <a:cubicBezTo>
                    <a:pt x="1463585" y="2009069"/>
                    <a:pt x="1380516" y="2055735"/>
                    <a:pt x="1302935" y="2111437"/>
                  </a:cubicBezTo>
                  <a:cubicBezTo>
                    <a:pt x="1264373" y="2139125"/>
                    <a:pt x="1229570" y="2172051"/>
                    <a:pt x="1187202" y="2207516"/>
                  </a:cubicBezTo>
                  <a:cubicBezTo>
                    <a:pt x="1142999" y="2168194"/>
                    <a:pt x="1097426" y="2127652"/>
                    <a:pt x="1049984" y="2085449"/>
                  </a:cubicBezTo>
                  <a:cubicBezTo>
                    <a:pt x="1109342" y="2013568"/>
                    <a:pt x="1179992" y="1956581"/>
                    <a:pt x="1258857" y="1911423"/>
                  </a:cubicBezTo>
                  <a:cubicBezTo>
                    <a:pt x="1329510" y="1870966"/>
                    <a:pt x="1402648" y="1835416"/>
                    <a:pt x="1485021" y="1820487"/>
                  </a:cubicBezTo>
                  <a:cubicBezTo>
                    <a:pt x="1520518" y="1814054"/>
                    <a:pt x="1555244" y="1810758"/>
                    <a:pt x="1589190" y="1810764"/>
                  </a:cubicBezTo>
                  <a:close/>
                  <a:moveTo>
                    <a:pt x="1628450" y="905431"/>
                  </a:moveTo>
                  <a:cubicBezTo>
                    <a:pt x="1727384" y="912607"/>
                    <a:pt x="1819137" y="951204"/>
                    <a:pt x="1898996" y="1022072"/>
                  </a:cubicBezTo>
                  <a:cubicBezTo>
                    <a:pt x="1932298" y="1051623"/>
                    <a:pt x="1964444" y="1082479"/>
                    <a:pt x="2000936" y="1116274"/>
                  </a:cubicBezTo>
                  <a:cubicBezTo>
                    <a:pt x="2048419" y="1072035"/>
                    <a:pt x="2097770" y="1026055"/>
                    <a:pt x="2135534" y="990871"/>
                  </a:cubicBezTo>
                  <a:cubicBezTo>
                    <a:pt x="2185846" y="1030256"/>
                    <a:pt x="2235654" y="1069245"/>
                    <a:pt x="2288689" y="1110761"/>
                  </a:cubicBezTo>
                  <a:cubicBezTo>
                    <a:pt x="2222244" y="1173040"/>
                    <a:pt x="2165165" y="1226541"/>
                    <a:pt x="2108374" y="1279773"/>
                  </a:cubicBezTo>
                  <a:cubicBezTo>
                    <a:pt x="2220395" y="1432277"/>
                    <a:pt x="2367366" y="1482421"/>
                    <a:pt x="2539767" y="1396877"/>
                  </a:cubicBezTo>
                  <a:cubicBezTo>
                    <a:pt x="2582035" y="1375903"/>
                    <a:pt x="2622993" y="1351287"/>
                    <a:pt x="2661507" y="1324038"/>
                  </a:cubicBezTo>
                  <a:cubicBezTo>
                    <a:pt x="2700285" y="1296602"/>
                    <a:pt x="2735268" y="1263802"/>
                    <a:pt x="2776454" y="1229579"/>
                  </a:cubicBezTo>
                  <a:cubicBezTo>
                    <a:pt x="2820426" y="1269350"/>
                    <a:pt x="2866932" y="1311409"/>
                    <a:pt x="2914985" y="1354870"/>
                  </a:cubicBezTo>
                  <a:cubicBezTo>
                    <a:pt x="2854384" y="1427135"/>
                    <a:pt x="2782639" y="1480858"/>
                    <a:pt x="2705213" y="1526614"/>
                  </a:cubicBezTo>
                  <a:cubicBezTo>
                    <a:pt x="2601827" y="1587711"/>
                    <a:pt x="2492165" y="1631128"/>
                    <a:pt x="2369198" y="1629558"/>
                  </a:cubicBezTo>
                  <a:cubicBezTo>
                    <a:pt x="2244865" y="1627972"/>
                    <a:pt x="2139114" y="1580481"/>
                    <a:pt x="2046934" y="1499217"/>
                  </a:cubicBezTo>
                  <a:cubicBezTo>
                    <a:pt x="2018137" y="1473831"/>
                    <a:pt x="1988758" y="1449110"/>
                    <a:pt x="1958138" y="1422786"/>
                  </a:cubicBezTo>
                  <a:cubicBezTo>
                    <a:pt x="1916028" y="1461764"/>
                    <a:pt x="1865270" y="1508747"/>
                    <a:pt x="1810957" y="1559021"/>
                  </a:cubicBezTo>
                  <a:cubicBezTo>
                    <a:pt x="1769231" y="1514309"/>
                    <a:pt x="1727036" y="1469096"/>
                    <a:pt x="1680547" y="1419283"/>
                  </a:cubicBezTo>
                  <a:cubicBezTo>
                    <a:pt x="1737887" y="1365239"/>
                    <a:pt x="1795470" y="1310967"/>
                    <a:pt x="1853889" y="1255907"/>
                  </a:cubicBezTo>
                  <a:cubicBezTo>
                    <a:pt x="1817617" y="1192971"/>
                    <a:pt x="1765237" y="1152570"/>
                    <a:pt x="1701076" y="1120656"/>
                  </a:cubicBezTo>
                  <a:cubicBezTo>
                    <a:pt x="1618072" y="1083736"/>
                    <a:pt x="1536670" y="1088549"/>
                    <a:pt x="1457976" y="1120868"/>
                  </a:cubicBezTo>
                  <a:cubicBezTo>
                    <a:pt x="1368200" y="1157738"/>
                    <a:pt x="1285774" y="1208213"/>
                    <a:pt x="1218739" y="1279817"/>
                  </a:cubicBezTo>
                  <a:cubicBezTo>
                    <a:pt x="1197351" y="1302662"/>
                    <a:pt x="1183310" y="1304281"/>
                    <a:pt x="1160631" y="1280783"/>
                  </a:cubicBezTo>
                  <a:cubicBezTo>
                    <a:pt x="1125664" y="1244556"/>
                    <a:pt x="1086601" y="1212281"/>
                    <a:pt x="1047874" y="1177054"/>
                  </a:cubicBezTo>
                  <a:cubicBezTo>
                    <a:pt x="1182405" y="1037957"/>
                    <a:pt x="1335260" y="934147"/>
                    <a:pt x="1527296" y="908697"/>
                  </a:cubicBezTo>
                  <a:cubicBezTo>
                    <a:pt x="1561695" y="904138"/>
                    <a:pt x="1595472" y="903039"/>
                    <a:pt x="1628450" y="905431"/>
                  </a:cubicBezTo>
                  <a:close/>
                  <a:moveTo>
                    <a:pt x="1563730" y="777"/>
                  </a:moveTo>
                  <a:cubicBezTo>
                    <a:pt x="1693222" y="-6368"/>
                    <a:pt x="1810666" y="35803"/>
                    <a:pt x="1908344" y="124083"/>
                  </a:cubicBezTo>
                  <a:cubicBezTo>
                    <a:pt x="1937944" y="150838"/>
                    <a:pt x="1964343" y="181134"/>
                    <a:pt x="1997587" y="215341"/>
                  </a:cubicBezTo>
                  <a:cubicBezTo>
                    <a:pt x="2040234" y="171159"/>
                    <a:pt x="2080699" y="130781"/>
                    <a:pt x="2119242" y="88649"/>
                  </a:cubicBezTo>
                  <a:cubicBezTo>
                    <a:pt x="2138295" y="67823"/>
                    <a:pt x="2152616" y="67374"/>
                    <a:pt x="2171182" y="88730"/>
                  </a:cubicBezTo>
                  <a:cubicBezTo>
                    <a:pt x="2205181" y="127840"/>
                    <a:pt x="2240742" y="165594"/>
                    <a:pt x="2279373" y="207999"/>
                  </a:cubicBezTo>
                  <a:cubicBezTo>
                    <a:pt x="2268220" y="217264"/>
                    <a:pt x="2256879" y="226687"/>
                    <a:pt x="2243537" y="238089"/>
                  </a:cubicBezTo>
                  <a:cubicBezTo>
                    <a:pt x="2195177" y="283985"/>
                    <a:pt x="2148820" y="327900"/>
                    <a:pt x="2095706" y="378216"/>
                  </a:cubicBezTo>
                  <a:cubicBezTo>
                    <a:pt x="2144857" y="418969"/>
                    <a:pt x="2189104" y="462961"/>
                    <a:pt x="2240219" y="496478"/>
                  </a:cubicBezTo>
                  <a:cubicBezTo>
                    <a:pt x="2339462" y="561553"/>
                    <a:pt x="2444482" y="542970"/>
                    <a:pt x="2540842" y="492061"/>
                  </a:cubicBezTo>
                  <a:cubicBezTo>
                    <a:pt x="2624124" y="448062"/>
                    <a:pt x="2699689" y="389458"/>
                    <a:pt x="2784573" y="333410"/>
                  </a:cubicBezTo>
                  <a:cubicBezTo>
                    <a:pt x="2822294" y="367892"/>
                    <a:pt x="2868048" y="409719"/>
                    <a:pt x="2918510" y="455850"/>
                  </a:cubicBezTo>
                  <a:cubicBezTo>
                    <a:pt x="2873486" y="494567"/>
                    <a:pt x="2833608" y="532856"/>
                    <a:pt x="2789715" y="565792"/>
                  </a:cubicBezTo>
                  <a:cubicBezTo>
                    <a:pt x="2690710" y="640086"/>
                    <a:pt x="2583269" y="697194"/>
                    <a:pt x="2458551" y="715756"/>
                  </a:cubicBezTo>
                  <a:cubicBezTo>
                    <a:pt x="2366557" y="729449"/>
                    <a:pt x="2277588" y="724142"/>
                    <a:pt x="2190354" y="687167"/>
                  </a:cubicBezTo>
                  <a:cubicBezTo>
                    <a:pt x="2097355" y="647749"/>
                    <a:pt x="2028690" y="579322"/>
                    <a:pt x="1962446" y="505641"/>
                  </a:cubicBezTo>
                  <a:cubicBezTo>
                    <a:pt x="1910124" y="553618"/>
                    <a:pt x="1859339" y="600184"/>
                    <a:pt x="1805716" y="649354"/>
                  </a:cubicBezTo>
                  <a:cubicBezTo>
                    <a:pt x="1762400" y="603442"/>
                    <a:pt x="1718838" y="557269"/>
                    <a:pt x="1675161" y="510974"/>
                  </a:cubicBezTo>
                  <a:cubicBezTo>
                    <a:pt x="1735371" y="453643"/>
                    <a:pt x="1793235" y="398545"/>
                    <a:pt x="1852314" y="342291"/>
                  </a:cubicBezTo>
                  <a:cubicBezTo>
                    <a:pt x="1802590" y="289003"/>
                    <a:pt x="1755785" y="236698"/>
                    <a:pt x="1688048" y="210025"/>
                  </a:cubicBezTo>
                  <a:cubicBezTo>
                    <a:pt x="1600882" y="175700"/>
                    <a:pt x="1514487" y="185437"/>
                    <a:pt x="1435617" y="228810"/>
                  </a:cubicBezTo>
                  <a:cubicBezTo>
                    <a:pt x="1349456" y="276194"/>
                    <a:pt x="1268808" y="333601"/>
                    <a:pt x="1178859" y="391045"/>
                  </a:cubicBezTo>
                  <a:cubicBezTo>
                    <a:pt x="1142327" y="358467"/>
                    <a:pt x="1095616" y="316812"/>
                    <a:pt x="1041535" y="268586"/>
                  </a:cubicBezTo>
                  <a:cubicBezTo>
                    <a:pt x="1103869" y="219651"/>
                    <a:pt x="1162264" y="170874"/>
                    <a:pt x="1223681" y="126259"/>
                  </a:cubicBezTo>
                  <a:cubicBezTo>
                    <a:pt x="1324898" y="52730"/>
                    <a:pt x="1439568" y="7628"/>
                    <a:pt x="1563730" y="777"/>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31" name="Group 930">
            <a:extLst>
              <a:ext uri="{FF2B5EF4-FFF2-40B4-BE49-F238E27FC236}">
                <a16:creationId xmlns:a16="http://schemas.microsoft.com/office/drawing/2014/main" id="{51233A92-EE95-2E0C-1018-7E583638B9F9}"/>
              </a:ext>
              <a:ext uri="{C183D7F6-B498-43B3-948B-1728B52AA6E4}">
                <adec:decorative xmlns:adec="http://schemas.microsoft.com/office/drawing/2017/decorative" val="1"/>
              </a:ext>
            </a:extLst>
          </p:cNvPr>
          <p:cNvGrpSpPr>
            <a:grpSpLocks noChangeAspect="1"/>
          </p:cNvGrpSpPr>
          <p:nvPr/>
        </p:nvGrpSpPr>
        <p:grpSpPr>
          <a:xfrm>
            <a:off x="1289391" y="1517247"/>
            <a:ext cx="457172" cy="457200"/>
            <a:chOff x="1289391" y="1517247"/>
            <a:chExt cx="457172" cy="457200"/>
          </a:xfrm>
          <a:solidFill>
            <a:srgbClr val="FF0000"/>
          </a:solidFill>
        </p:grpSpPr>
        <p:sp>
          <p:nvSpPr>
            <p:cNvPr id="137" name="Freeform: Shape 136">
              <a:extLst>
                <a:ext uri="{FF2B5EF4-FFF2-40B4-BE49-F238E27FC236}">
                  <a16:creationId xmlns:a16="http://schemas.microsoft.com/office/drawing/2014/main" id="{73F26D36-90DB-2AFC-5401-048C5F5E10C6}"/>
                </a:ext>
                <a:ext uri="{C183D7F6-B498-43B3-948B-1728B52AA6E4}">
                  <adec:decorative xmlns:adec="http://schemas.microsoft.com/office/drawing/2017/decorative" val="1"/>
                </a:ext>
              </a:extLst>
            </p:cNvPr>
            <p:cNvSpPr/>
            <p:nvPr/>
          </p:nvSpPr>
          <p:spPr>
            <a:xfrm>
              <a:off x="1329294" y="1535586"/>
              <a:ext cx="417269" cy="438861"/>
            </a:xfrm>
            <a:custGeom>
              <a:avLst/>
              <a:gdLst>
                <a:gd name="connsiteX0" fmla="*/ 3043211 w 6259044"/>
                <a:gd name="connsiteY0" fmla="*/ 5625394 h 6582914"/>
                <a:gd name="connsiteX1" fmla="*/ 3334471 w 6259044"/>
                <a:gd name="connsiteY1" fmla="*/ 5625394 h 6582914"/>
                <a:gd name="connsiteX2" fmla="*/ 3334471 w 6259044"/>
                <a:gd name="connsiteY2" fmla="*/ 6315003 h 6582914"/>
                <a:gd name="connsiteX3" fmla="*/ 4021934 w 6259044"/>
                <a:gd name="connsiteY3" fmla="*/ 6315003 h 6582914"/>
                <a:gd name="connsiteX4" fmla="*/ 4021934 w 6259044"/>
                <a:gd name="connsiteY4" fmla="*/ 6579936 h 6582914"/>
                <a:gd name="connsiteX5" fmla="*/ 3205073 w 6259044"/>
                <a:gd name="connsiteY5" fmla="*/ 6582914 h 6582914"/>
                <a:gd name="connsiteX6" fmla="*/ 3143140 w 6259044"/>
                <a:gd name="connsiteY6" fmla="*/ 6533551 h 6582914"/>
                <a:gd name="connsiteX7" fmla="*/ 3043407 w 6259044"/>
                <a:gd name="connsiteY7" fmla="*/ 6316256 h 6582914"/>
                <a:gd name="connsiteX8" fmla="*/ 3043211 w 6259044"/>
                <a:gd name="connsiteY8" fmla="*/ 5662153 h 6582914"/>
                <a:gd name="connsiteX9" fmla="*/ 3043211 w 6259044"/>
                <a:gd name="connsiteY9" fmla="*/ 5625394 h 6582914"/>
                <a:gd name="connsiteX10" fmla="*/ 5966096 w 6259044"/>
                <a:gd name="connsiteY10" fmla="*/ 5624891 h 6582914"/>
                <a:gd name="connsiteX11" fmla="*/ 6259016 w 6259044"/>
                <a:gd name="connsiteY11" fmla="*/ 5624891 h 6582914"/>
                <a:gd name="connsiteX12" fmla="*/ 6259016 w 6259044"/>
                <a:gd name="connsiteY12" fmla="*/ 5660029 h 6582914"/>
                <a:gd name="connsiteX13" fmla="*/ 6258990 w 6259044"/>
                <a:gd name="connsiteY13" fmla="*/ 6314353 h 6582914"/>
                <a:gd name="connsiteX14" fmla="*/ 6107777 w 6259044"/>
                <a:gd name="connsiteY14" fmla="*/ 6570179 h 6582914"/>
                <a:gd name="connsiteX15" fmla="*/ 6100172 w 6259044"/>
                <a:gd name="connsiteY15" fmla="*/ 6580555 h 6582914"/>
                <a:gd name="connsiteX16" fmla="*/ 5283272 w 6259044"/>
                <a:gd name="connsiteY16" fmla="*/ 6582913 h 6582914"/>
                <a:gd name="connsiteX17" fmla="*/ 5280293 w 6259044"/>
                <a:gd name="connsiteY17" fmla="*/ 6316825 h 6582914"/>
                <a:gd name="connsiteX18" fmla="*/ 5966096 w 6259044"/>
                <a:gd name="connsiteY18" fmla="*/ 6316825 h 6582914"/>
                <a:gd name="connsiteX19" fmla="*/ 5966096 w 6259044"/>
                <a:gd name="connsiteY19" fmla="*/ 5624891 h 6582914"/>
                <a:gd name="connsiteX20" fmla="*/ 4304082 w 6259044"/>
                <a:gd name="connsiteY20" fmla="*/ 4338546 h 6582914"/>
                <a:gd name="connsiteX21" fmla="*/ 4244066 w 6259044"/>
                <a:gd name="connsiteY21" fmla="*/ 4379500 h 6582914"/>
                <a:gd name="connsiteX22" fmla="*/ 4206502 w 6259044"/>
                <a:gd name="connsiteY22" fmla="*/ 4440115 h 6582914"/>
                <a:gd name="connsiteX23" fmla="*/ 4070254 w 6259044"/>
                <a:gd name="connsiteY23" fmla="*/ 4675716 h 6582914"/>
                <a:gd name="connsiteX24" fmla="*/ 3922275 w 6259044"/>
                <a:gd name="connsiteY24" fmla="*/ 4933252 h 6582914"/>
                <a:gd name="connsiteX25" fmla="*/ 3921161 w 6259044"/>
                <a:gd name="connsiteY25" fmla="*/ 4963615 h 6582914"/>
                <a:gd name="connsiteX26" fmla="*/ 4042500 w 6259044"/>
                <a:gd name="connsiteY26" fmla="*/ 5175764 h 6582914"/>
                <a:gd name="connsiteX27" fmla="*/ 4250544 w 6259044"/>
                <a:gd name="connsiteY27" fmla="*/ 5530846 h 6582914"/>
                <a:gd name="connsiteX28" fmla="*/ 4286260 w 6259044"/>
                <a:gd name="connsiteY28" fmla="*/ 5552405 h 6582914"/>
                <a:gd name="connsiteX29" fmla="*/ 4940548 w 6259044"/>
                <a:gd name="connsiteY29" fmla="*/ 5552554 h 6582914"/>
                <a:gd name="connsiteX30" fmla="*/ 4971074 w 6259044"/>
                <a:gd name="connsiteY30" fmla="*/ 5534270 h 6582914"/>
                <a:gd name="connsiteX31" fmla="*/ 5092167 w 6259044"/>
                <a:gd name="connsiteY31" fmla="*/ 5325602 h 6582914"/>
                <a:gd name="connsiteX32" fmla="*/ 5296188 w 6259044"/>
                <a:gd name="connsiteY32" fmla="*/ 4975538 h 6582914"/>
                <a:gd name="connsiteX33" fmla="*/ 5296153 w 6259044"/>
                <a:gd name="connsiteY33" fmla="*/ 4923528 h 6582914"/>
                <a:gd name="connsiteX34" fmla="*/ 5220876 w 6259044"/>
                <a:gd name="connsiteY34" fmla="*/ 4792058 h 6582914"/>
                <a:gd name="connsiteX35" fmla="*/ 4974649 w 6259044"/>
                <a:gd name="connsiteY35" fmla="*/ 4362712 h 6582914"/>
                <a:gd name="connsiteX36" fmla="*/ 4932956 w 6259044"/>
                <a:gd name="connsiteY36" fmla="*/ 4338651 h 6582914"/>
                <a:gd name="connsiteX37" fmla="*/ 4304082 w 6259044"/>
                <a:gd name="connsiteY37" fmla="*/ 4338546 h 6582914"/>
                <a:gd name="connsiteX38" fmla="*/ 5147287 w 6259044"/>
                <a:gd name="connsiteY38" fmla="*/ 3996964 h 6582914"/>
                <a:gd name="connsiteX39" fmla="*/ 5173057 w 6259044"/>
                <a:gd name="connsiteY39" fmla="*/ 4012752 h 6582914"/>
                <a:gd name="connsiteX40" fmla="*/ 5305980 w 6259044"/>
                <a:gd name="connsiteY40" fmla="*/ 4239564 h 6582914"/>
                <a:gd name="connsiteX41" fmla="*/ 5584611 w 6259044"/>
                <a:gd name="connsiteY41" fmla="*/ 4718246 h 6582914"/>
                <a:gd name="connsiteX42" fmla="*/ 5705298 w 6259044"/>
                <a:gd name="connsiteY42" fmla="*/ 4930714 h 6582914"/>
                <a:gd name="connsiteX43" fmla="*/ 5703927 w 6259044"/>
                <a:gd name="connsiteY43" fmla="*/ 4966690 h 6582914"/>
                <a:gd name="connsiteX44" fmla="*/ 5498009 w 6259044"/>
                <a:gd name="connsiteY44" fmla="*/ 5326528 h 6582914"/>
                <a:gd name="connsiteX45" fmla="*/ 5294724 w 6259044"/>
                <a:gd name="connsiteY45" fmla="*/ 5676161 h 6582914"/>
                <a:gd name="connsiteX46" fmla="*/ 5171218 w 6259044"/>
                <a:gd name="connsiteY46" fmla="*/ 5889732 h 6582914"/>
                <a:gd name="connsiteX47" fmla="*/ 5137094 w 6259044"/>
                <a:gd name="connsiteY47" fmla="*/ 5902356 h 6582914"/>
                <a:gd name="connsiteX48" fmla="*/ 4393848 w 6259044"/>
                <a:gd name="connsiteY48" fmla="*/ 5902892 h 6582914"/>
                <a:gd name="connsiteX49" fmla="*/ 4088933 w 6259044"/>
                <a:gd name="connsiteY49" fmla="*/ 5903412 h 6582914"/>
                <a:gd name="connsiteX50" fmla="*/ 4046380 w 6259044"/>
                <a:gd name="connsiteY50" fmla="*/ 5880301 h 6582914"/>
                <a:gd name="connsiteX51" fmla="*/ 3920083 w 6259044"/>
                <a:gd name="connsiteY51" fmla="*/ 5660351 h 6582914"/>
                <a:gd name="connsiteX52" fmla="*/ 3743849 w 6259044"/>
                <a:gd name="connsiteY52" fmla="*/ 5354830 h 6582914"/>
                <a:gd name="connsiteX53" fmla="*/ 3591022 w 6259044"/>
                <a:gd name="connsiteY53" fmla="*/ 5092955 h 6582914"/>
                <a:gd name="connsiteX54" fmla="*/ 3522845 w 6259044"/>
                <a:gd name="connsiteY54" fmla="*/ 4975241 h 6582914"/>
                <a:gd name="connsiteX55" fmla="*/ 3525243 w 6259044"/>
                <a:gd name="connsiteY55" fmla="*/ 4920783 h 6582914"/>
                <a:gd name="connsiteX56" fmla="*/ 3702838 w 6259044"/>
                <a:gd name="connsiteY56" fmla="*/ 4616158 h 6582914"/>
                <a:gd name="connsiteX57" fmla="*/ 3853059 w 6259044"/>
                <a:gd name="connsiteY57" fmla="*/ 4352909 h 6582914"/>
                <a:gd name="connsiteX58" fmla="*/ 4048169 w 6259044"/>
                <a:gd name="connsiteY58" fmla="*/ 4015425 h 6582914"/>
                <a:gd name="connsiteX59" fmla="*/ 4080065 w 6259044"/>
                <a:gd name="connsiteY59" fmla="*/ 3997073 h 6582914"/>
                <a:gd name="connsiteX60" fmla="*/ 5147287 w 6259044"/>
                <a:gd name="connsiteY60" fmla="*/ 3996964 h 6582914"/>
                <a:gd name="connsiteX61" fmla="*/ 4019487 w 6259044"/>
                <a:gd name="connsiteY61" fmla="*/ 3373463 h 6582914"/>
                <a:gd name="connsiteX62" fmla="*/ 4019487 w 6259044"/>
                <a:gd name="connsiteY62" fmla="*/ 3664405 h 6582914"/>
                <a:gd name="connsiteX63" fmla="*/ 3335556 w 6259044"/>
                <a:gd name="connsiteY63" fmla="*/ 3664405 h 6582914"/>
                <a:gd name="connsiteX64" fmla="*/ 3335556 w 6259044"/>
                <a:gd name="connsiteY64" fmla="*/ 3729556 h 6582914"/>
                <a:gd name="connsiteX65" fmla="*/ 3335556 w 6259044"/>
                <a:gd name="connsiteY65" fmla="*/ 4350364 h 6582914"/>
                <a:gd name="connsiteX66" fmla="*/ 3043210 w 6259044"/>
                <a:gd name="connsiteY66" fmla="*/ 4350364 h 6582914"/>
                <a:gd name="connsiteX67" fmla="*/ 3043210 w 6259044"/>
                <a:gd name="connsiteY67" fmla="*/ 4315835 h 6582914"/>
                <a:gd name="connsiteX68" fmla="*/ 3042607 w 6259044"/>
                <a:gd name="connsiteY68" fmla="*/ 3670831 h 6582914"/>
                <a:gd name="connsiteX69" fmla="*/ 3182782 w 6259044"/>
                <a:gd name="connsiteY69" fmla="*/ 3411586 h 6582914"/>
                <a:gd name="connsiteX70" fmla="*/ 3305384 w 6259044"/>
                <a:gd name="connsiteY70" fmla="*/ 3375104 h 6582914"/>
                <a:gd name="connsiteX71" fmla="*/ 4019487 w 6259044"/>
                <a:gd name="connsiteY71" fmla="*/ 3373463 h 6582914"/>
                <a:gd name="connsiteX72" fmla="*/ 5977740 w 6259044"/>
                <a:gd name="connsiteY72" fmla="*/ 3373205 h 6582914"/>
                <a:gd name="connsiteX73" fmla="*/ 6252245 w 6259044"/>
                <a:gd name="connsiteY73" fmla="*/ 3593392 h 6582914"/>
                <a:gd name="connsiteX74" fmla="*/ 6258736 w 6259044"/>
                <a:gd name="connsiteY74" fmla="*/ 3655246 h 6582914"/>
                <a:gd name="connsiteX75" fmla="*/ 6259015 w 6259044"/>
                <a:gd name="connsiteY75" fmla="*/ 4349909 h 6582914"/>
                <a:gd name="connsiteX76" fmla="*/ 5966669 w 6259044"/>
                <a:gd name="connsiteY76" fmla="*/ 4349909 h 6582914"/>
                <a:gd name="connsiteX77" fmla="*/ 5966669 w 6259044"/>
                <a:gd name="connsiteY77" fmla="*/ 4008996 h 6582914"/>
                <a:gd name="connsiteX78" fmla="*/ 5966669 w 6259044"/>
                <a:gd name="connsiteY78" fmla="*/ 3666570 h 6582914"/>
                <a:gd name="connsiteX79" fmla="*/ 5281997 w 6259044"/>
                <a:gd name="connsiteY79" fmla="*/ 3666570 h 6582914"/>
                <a:gd name="connsiteX80" fmla="*/ 5281997 w 6259044"/>
                <a:gd name="connsiteY80" fmla="*/ 3373461 h 6582914"/>
                <a:gd name="connsiteX81" fmla="*/ 5316931 w 6259044"/>
                <a:gd name="connsiteY81" fmla="*/ 3373461 h 6582914"/>
                <a:gd name="connsiteX82" fmla="*/ 5977740 w 6259044"/>
                <a:gd name="connsiteY82" fmla="*/ 3373205 h 6582914"/>
                <a:gd name="connsiteX83" fmla="*/ 5823615 w 6259044"/>
                <a:gd name="connsiteY83" fmla="*/ 0 h 6582914"/>
                <a:gd name="connsiteX84" fmla="*/ 5853739 w 6259044"/>
                <a:gd name="connsiteY84" fmla="*/ 22469 h 6582914"/>
                <a:gd name="connsiteX85" fmla="*/ 6033559 w 6259044"/>
                <a:gd name="connsiteY85" fmla="*/ 201984 h 6582914"/>
                <a:gd name="connsiteX86" fmla="*/ 410510 w 6259044"/>
                <a:gd name="connsiteY86" fmla="*/ 5825039 h 6582914"/>
                <a:gd name="connsiteX87" fmla="*/ 247184 w 6259044"/>
                <a:gd name="connsiteY87" fmla="*/ 5988391 h 6582914"/>
                <a:gd name="connsiteX88" fmla="*/ 238165 w 6259044"/>
                <a:gd name="connsiteY88" fmla="*/ 5997342 h 6582914"/>
                <a:gd name="connsiteX89" fmla="*/ 160306 w 6259044"/>
                <a:gd name="connsiteY89" fmla="*/ 5997471 h 6582914"/>
                <a:gd name="connsiteX90" fmla="*/ 14052 w 6259044"/>
                <a:gd name="connsiteY90" fmla="*/ 5851686 h 6582914"/>
                <a:gd name="connsiteX91" fmla="*/ 11008 w 6259044"/>
                <a:gd name="connsiteY91" fmla="*/ 5810681 h 6582914"/>
                <a:gd name="connsiteX92" fmla="*/ 57001 w 6259044"/>
                <a:gd name="connsiteY92" fmla="*/ 5759364 h 6582914"/>
                <a:gd name="connsiteX93" fmla="*/ 2404514 w 6259044"/>
                <a:gd name="connsiteY93" fmla="*/ 3411603 h 6582914"/>
                <a:gd name="connsiteX94" fmla="*/ 5793175 w 6259044"/>
                <a:gd name="connsiteY94" fmla="*/ 22926 h 6582914"/>
                <a:gd name="connsiteX95" fmla="*/ 5823615 w 6259044"/>
                <a:gd name="connsiteY95" fmla="*/ 0 h 658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259044" h="6582914">
                  <a:moveTo>
                    <a:pt x="3043211" y="5625394"/>
                  </a:moveTo>
                  <a:cubicBezTo>
                    <a:pt x="3140227" y="5625394"/>
                    <a:pt x="3235903" y="5625394"/>
                    <a:pt x="3334471" y="5625394"/>
                  </a:cubicBezTo>
                  <a:cubicBezTo>
                    <a:pt x="3334471" y="5853990"/>
                    <a:pt x="3334471" y="6083064"/>
                    <a:pt x="3334471" y="6315003"/>
                  </a:cubicBezTo>
                  <a:cubicBezTo>
                    <a:pt x="3564272" y="6315003"/>
                    <a:pt x="3791229" y="6315003"/>
                    <a:pt x="4021934" y="6315003"/>
                  </a:cubicBezTo>
                  <a:cubicBezTo>
                    <a:pt x="4021934" y="6404204"/>
                    <a:pt x="4021934" y="6490580"/>
                    <a:pt x="4021934" y="6579936"/>
                  </a:cubicBezTo>
                  <a:cubicBezTo>
                    <a:pt x="3750640" y="6582914"/>
                    <a:pt x="3479346" y="6582914"/>
                    <a:pt x="3205073" y="6582914"/>
                  </a:cubicBezTo>
                  <a:cubicBezTo>
                    <a:pt x="3182447" y="6566454"/>
                    <a:pt x="3162869" y="6549909"/>
                    <a:pt x="3143140" y="6533551"/>
                  </a:cubicBezTo>
                  <a:cubicBezTo>
                    <a:pt x="3075057" y="6477092"/>
                    <a:pt x="3043643" y="6403352"/>
                    <a:pt x="3043407" y="6316256"/>
                  </a:cubicBezTo>
                  <a:cubicBezTo>
                    <a:pt x="3042814" y="6098223"/>
                    <a:pt x="3043211" y="5880188"/>
                    <a:pt x="3043211" y="5662153"/>
                  </a:cubicBezTo>
                  <a:cubicBezTo>
                    <a:pt x="3043211" y="5650610"/>
                    <a:pt x="3043211" y="5639068"/>
                    <a:pt x="3043211" y="5625394"/>
                  </a:cubicBezTo>
                  <a:close/>
                  <a:moveTo>
                    <a:pt x="5966096" y="5624891"/>
                  </a:moveTo>
                  <a:cubicBezTo>
                    <a:pt x="6064741" y="5624891"/>
                    <a:pt x="6160432" y="5624891"/>
                    <a:pt x="6259016" y="5624891"/>
                  </a:cubicBezTo>
                  <a:cubicBezTo>
                    <a:pt x="6259016" y="5637326"/>
                    <a:pt x="6259016" y="5648677"/>
                    <a:pt x="6259016" y="5660029"/>
                  </a:cubicBezTo>
                  <a:cubicBezTo>
                    <a:pt x="6259016" y="5878137"/>
                    <a:pt x="6259076" y="6096246"/>
                    <a:pt x="6258990" y="6314353"/>
                  </a:cubicBezTo>
                  <a:cubicBezTo>
                    <a:pt x="6258945" y="6429323"/>
                    <a:pt x="6208151" y="6514394"/>
                    <a:pt x="6107777" y="6570179"/>
                  </a:cubicBezTo>
                  <a:cubicBezTo>
                    <a:pt x="6104715" y="6571880"/>
                    <a:pt x="6102711" y="6575482"/>
                    <a:pt x="6100172" y="6580555"/>
                  </a:cubicBezTo>
                  <a:cubicBezTo>
                    <a:pt x="5828838" y="6582913"/>
                    <a:pt x="5557544" y="6582913"/>
                    <a:pt x="5283272" y="6582913"/>
                  </a:cubicBezTo>
                  <a:cubicBezTo>
                    <a:pt x="5280293" y="6495200"/>
                    <a:pt x="5280293" y="6407487"/>
                    <a:pt x="5280293" y="6316825"/>
                  </a:cubicBezTo>
                  <a:cubicBezTo>
                    <a:pt x="5509132" y="6316825"/>
                    <a:pt x="5736144" y="6316825"/>
                    <a:pt x="5966096" y="6316825"/>
                  </a:cubicBezTo>
                  <a:cubicBezTo>
                    <a:pt x="5966096" y="6084765"/>
                    <a:pt x="5966096" y="5855635"/>
                    <a:pt x="5966096" y="5624891"/>
                  </a:cubicBezTo>
                  <a:close/>
                  <a:moveTo>
                    <a:pt x="4304082" y="4338546"/>
                  </a:moveTo>
                  <a:cubicBezTo>
                    <a:pt x="4273172" y="4338283"/>
                    <a:pt x="4254637" y="4346206"/>
                    <a:pt x="4244066" y="4379500"/>
                  </a:cubicBezTo>
                  <a:cubicBezTo>
                    <a:pt x="4231514" y="4399687"/>
                    <a:pt x="4218448" y="4419576"/>
                    <a:pt x="4206502" y="4440115"/>
                  </a:cubicBezTo>
                  <a:cubicBezTo>
                    <a:pt x="4160889" y="4518534"/>
                    <a:pt x="4115629" y="4597158"/>
                    <a:pt x="4070254" y="4675716"/>
                  </a:cubicBezTo>
                  <a:cubicBezTo>
                    <a:pt x="4020735" y="4761452"/>
                    <a:pt x="3970903" y="4847013"/>
                    <a:pt x="3922275" y="4933252"/>
                  </a:cubicBezTo>
                  <a:cubicBezTo>
                    <a:pt x="3917754" y="4941269"/>
                    <a:pt x="3916865" y="4955881"/>
                    <a:pt x="3921161" y="4963615"/>
                  </a:cubicBezTo>
                  <a:cubicBezTo>
                    <a:pt x="3960727" y="5034821"/>
                    <a:pt x="4001572" y="5105323"/>
                    <a:pt x="4042500" y="5175764"/>
                  </a:cubicBezTo>
                  <a:cubicBezTo>
                    <a:pt x="4111419" y="5294378"/>
                    <a:pt x="4180216" y="5413070"/>
                    <a:pt x="4250544" y="5530846"/>
                  </a:cubicBezTo>
                  <a:cubicBezTo>
                    <a:pt x="4256974" y="5541614"/>
                    <a:pt x="4274060" y="5552333"/>
                    <a:pt x="4286260" y="5552405"/>
                  </a:cubicBezTo>
                  <a:cubicBezTo>
                    <a:pt x="4504351" y="5553700"/>
                    <a:pt x="4722455" y="5553604"/>
                    <a:pt x="4940548" y="5552554"/>
                  </a:cubicBezTo>
                  <a:cubicBezTo>
                    <a:pt x="4950976" y="5552503"/>
                    <a:pt x="4965577" y="5543434"/>
                    <a:pt x="4971074" y="5534270"/>
                  </a:cubicBezTo>
                  <a:cubicBezTo>
                    <a:pt x="5012435" y="5465312"/>
                    <a:pt x="5051804" y="5395163"/>
                    <a:pt x="5092167" y="5325602"/>
                  </a:cubicBezTo>
                  <a:cubicBezTo>
                    <a:pt x="5159950" y="5208783"/>
                    <a:pt x="5227775" y="5091987"/>
                    <a:pt x="5296188" y="4975538"/>
                  </a:cubicBezTo>
                  <a:cubicBezTo>
                    <a:pt x="5306918" y="4957276"/>
                    <a:pt x="5306978" y="4941709"/>
                    <a:pt x="5296153" y="4923528"/>
                  </a:cubicBezTo>
                  <a:cubicBezTo>
                    <a:pt x="5270324" y="4880145"/>
                    <a:pt x="5245971" y="4835882"/>
                    <a:pt x="5220876" y="4792058"/>
                  </a:cubicBezTo>
                  <a:cubicBezTo>
                    <a:pt x="5138892" y="4648891"/>
                    <a:pt x="5056959" y="4505693"/>
                    <a:pt x="4974649" y="4362712"/>
                  </a:cubicBezTo>
                  <a:cubicBezTo>
                    <a:pt x="4965791" y="4347327"/>
                    <a:pt x="4954682" y="4338509"/>
                    <a:pt x="4932956" y="4338651"/>
                  </a:cubicBezTo>
                  <a:cubicBezTo>
                    <a:pt x="4723336" y="4340025"/>
                    <a:pt x="4513696" y="4340325"/>
                    <a:pt x="4304082" y="4338546"/>
                  </a:cubicBezTo>
                  <a:close/>
                  <a:moveTo>
                    <a:pt x="5147287" y="3996964"/>
                  </a:moveTo>
                  <a:cubicBezTo>
                    <a:pt x="5156072" y="3996983"/>
                    <a:pt x="5168368" y="4004927"/>
                    <a:pt x="5173057" y="4012752"/>
                  </a:cubicBezTo>
                  <a:cubicBezTo>
                    <a:pt x="5218100" y="4087915"/>
                    <a:pt x="5261876" y="4163838"/>
                    <a:pt x="5305980" y="4239564"/>
                  </a:cubicBezTo>
                  <a:cubicBezTo>
                    <a:pt x="5398894" y="4399104"/>
                    <a:pt x="5491940" y="4558567"/>
                    <a:pt x="5584611" y="4718246"/>
                  </a:cubicBezTo>
                  <a:cubicBezTo>
                    <a:pt x="5625496" y="4788697"/>
                    <a:pt x="5666216" y="4859264"/>
                    <a:pt x="5705298" y="4930714"/>
                  </a:cubicBezTo>
                  <a:cubicBezTo>
                    <a:pt x="5710342" y="4939935"/>
                    <a:pt x="5709288" y="4957180"/>
                    <a:pt x="5703927" y="4966690"/>
                  </a:cubicBezTo>
                  <a:cubicBezTo>
                    <a:pt x="5636070" y="5087078"/>
                    <a:pt x="5567133" y="5206859"/>
                    <a:pt x="5498009" y="5326528"/>
                  </a:cubicBezTo>
                  <a:cubicBezTo>
                    <a:pt x="5430977" y="5442576"/>
                    <a:pt x="5363411" y="5558314"/>
                    <a:pt x="5294724" y="5676161"/>
                  </a:cubicBezTo>
                  <a:cubicBezTo>
                    <a:pt x="5252957" y="5748850"/>
                    <a:pt x="5213230" y="5819978"/>
                    <a:pt x="5171218" y="5889732"/>
                  </a:cubicBezTo>
                  <a:cubicBezTo>
                    <a:pt x="5166252" y="5897978"/>
                    <a:pt x="5148784" y="5902323"/>
                    <a:pt x="5137094" y="5902356"/>
                  </a:cubicBezTo>
                  <a:cubicBezTo>
                    <a:pt x="4889347" y="5903064"/>
                    <a:pt x="4641598" y="5902892"/>
                    <a:pt x="4393848" y="5902892"/>
                  </a:cubicBezTo>
                  <a:cubicBezTo>
                    <a:pt x="4292208" y="5902892"/>
                    <a:pt x="4190561" y="5902275"/>
                    <a:pt x="4088933" y="5903412"/>
                  </a:cubicBezTo>
                  <a:cubicBezTo>
                    <a:pt x="4068653" y="5903638"/>
                    <a:pt x="4056490" y="5898324"/>
                    <a:pt x="4046380" y="5880301"/>
                  </a:cubicBezTo>
                  <a:cubicBezTo>
                    <a:pt x="4005022" y="5806569"/>
                    <a:pt x="3962310" y="5733596"/>
                    <a:pt x="3920083" y="5660351"/>
                  </a:cubicBezTo>
                  <a:cubicBezTo>
                    <a:pt x="3861364" y="5558496"/>
                    <a:pt x="3802822" y="5456538"/>
                    <a:pt x="3743849" y="5354830"/>
                  </a:cubicBezTo>
                  <a:cubicBezTo>
                    <a:pt x="3693152" y="5267396"/>
                    <a:pt x="3641882" y="5180293"/>
                    <a:pt x="3591022" y="5092955"/>
                  </a:cubicBezTo>
                  <a:cubicBezTo>
                    <a:pt x="3568201" y="5053769"/>
                    <a:pt x="3546471" y="5013928"/>
                    <a:pt x="3522845" y="4975241"/>
                  </a:cubicBezTo>
                  <a:cubicBezTo>
                    <a:pt x="3510801" y="4955517"/>
                    <a:pt x="3513954" y="4939827"/>
                    <a:pt x="3525243" y="4920783"/>
                  </a:cubicBezTo>
                  <a:cubicBezTo>
                    <a:pt x="3585184" y="4819680"/>
                    <a:pt x="3644128" y="4717984"/>
                    <a:pt x="3702838" y="4616158"/>
                  </a:cubicBezTo>
                  <a:cubicBezTo>
                    <a:pt x="3753303" y="4528634"/>
                    <a:pt x="3802808" y="4440557"/>
                    <a:pt x="3853059" y="4352909"/>
                  </a:cubicBezTo>
                  <a:cubicBezTo>
                    <a:pt x="3917691" y="4240179"/>
                    <a:pt x="3982258" y="4127405"/>
                    <a:pt x="4048169" y="4015425"/>
                  </a:cubicBezTo>
                  <a:cubicBezTo>
                    <a:pt x="4053693" y="4006040"/>
                    <a:pt x="4069181" y="3997103"/>
                    <a:pt x="4080065" y="3997073"/>
                  </a:cubicBezTo>
                  <a:cubicBezTo>
                    <a:pt x="4435804" y="3996122"/>
                    <a:pt x="4791547" y="3996173"/>
                    <a:pt x="5147287" y="3996964"/>
                  </a:cubicBezTo>
                  <a:close/>
                  <a:moveTo>
                    <a:pt x="4019487" y="3373463"/>
                  </a:moveTo>
                  <a:cubicBezTo>
                    <a:pt x="4019487" y="3469892"/>
                    <a:pt x="4019487" y="3565621"/>
                    <a:pt x="4019487" y="3664405"/>
                  </a:cubicBezTo>
                  <a:cubicBezTo>
                    <a:pt x="3793694" y="3664405"/>
                    <a:pt x="3566627" y="3664405"/>
                    <a:pt x="3335556" y="3664405"/>
                  </a:cubicBezTo>
                  <a:cubicBezTo>
                    <a:pt x="3335556" y="3686974"/>
                    <a:pt x="3335556" y="3706695"/>
                    <a:pt x="3335556" y="3729556"/>
                  </a:cubicBezTo>
                  <a:cubicBezTo>
                    <a:pt x="3335556" y="3937982"/>
                    <a:pt x="3335556" y="4143264"/>
                    <a:pt x="3335556" y="4350364"/>
                  </a:cubicBezTo>
                  <a:cubicBezTo>
                    <a:pt x="3237846" y="4350364"/>
                    <a:pt x="3142130" y="4350364"/>
                    <a:pt x="3043210" y="4350364"/>
                  </a:cubicBezTo>
                  <a:cubicBezTo>
                    <a:pt x="3043210" y="4338466"/>
                    <a:pt x="3043210" y="4327150"/>
                    <a:pt x="3043210" y="4315835"/>
                  </a:cubicBezTo>
                  <a:cubicBezTo>
                    <a:pt x="3043210" y="4100832"/>
                    <a:pt x="3044699" y="3885814"/>
                    <a:pt x="3042607" y="3670831"/>
                  </a:cubicBezTo>
                  <a:cubicBezTo>
                    <a:pt x="3041499" y="3556926"/>
                    <a:pt x="3090950" y="3471100"/>
                    <a:pt x="3182782" y="3411586"/>
                  </a:cubicBezTo>
                  <a:cubicBezTo>
                    <a:pt x="3217356" y="3389179"/>
                    <a:pt x="3264001" y="3375691"/>
                    <a:pt x="3305384" y="3375104"/>
                  </a:cubicBezTo>
                  <a:cubicBezTo>
                    <a:pt x="3542563" y="3371732"/>
                    <a:pt x="3779815" y="3373463"/>
                    <a:pt x="4019487" y="3373463"/>
                  </a:cubicBezTo>
                  <a:close/>
                  <a:moveTo>
                    <a:pt x="5977740" y="3373205"/>
                  </a:moveTo>
                  <a:cubicBezTo>
                    <a:pt x="6106692" y="3372662"/>
                    <a:pt x="6223659" y="3468391"/>
                    <a:pt x="6252245" y="3593392"/>
                  </a:cubicBezTo>
                  <a:cubicBezTo>
                    <a:pt x="6256837" y="3613476"/>
                    <a:pt x="6258697" y="3634599"/>
                    <a:pt x="6258736" y="3655246"/>
                  </a:cubicBezTo>
                  <a:cubicBezTo>
                    <a:pt x="6259178" y="3886041"/>
                    <a:pt x="6259015" y="4116838"/>
                    <a:pt x="6259015" y="4349909"/>
                  </a:cubicBezTo>
                  <a:cubicBezTo>
                    <a:pt x="6162247" y="4349909"/>
                    <a:pt x="6066532" y="4349909"/>
                    <a:pt x="5966669" y="4349909"/>
                  </a:cubicBezTo>
                  <a:cubicBezTo>
                    <a:pt x="5966669" y="4237864"/>
                    <a:pt x="5966669" y="4125020"/>
                    <a:pt x="5966669" y="4008996"/>
                  </a:cubicBezTo>
                  <a:cubicBezTo>
                    <a:pt x="5966669" y="3893735"/>
                    <a:pt x="5966669" y="3781652"/>
                    <a:pt x="5966669" y="3666570"/>
                  </a:cubicBezTo>
                  <a:cubicBezTo>
                    <a:pt x="5737772" y="3666570"/>
                    <a:pt x="5510727" y="3666570"/>
                    <a:pt x="5281997" y="3666570"/>
                  </a:cubicBezTo>
                  <a:cubicBezTo>
                    <a:pt x="5281997" y="3567866"/>
                    <a:pt x="5281997" y="3472160"/>
                    <a:pt x="5281997" y="3373461"/>
                  </a:cubicBezTo>
                  <a:cubicBezTo>
                    <a:pt x="5294247" y="3373461"/>
                    <a:pt x="5305590" y="3373461"/>
                    <a:pt x="5316931" y="3373461"/>
                  </a:cubicBezTo>
                  <a:cubicBezTo>
                    <a:pt x="5537201" y="3373461"/>
                    <a:pt x="5757474" y="3374133"/>
                    <a:pt x="5977740" y="3373205"/>
                  </a:cubicBezTo>
                  <a:close/>
                  <a:moveTo>
                    <a:pt x="5823615" y="0"/>
                  </a:moveTo>
                  <a:cubicBezTo>
                    <a:pt x="5831185" y="-56"/>
                    <a:pt x="5838701" y="7454"/>
                    <a:pt x="5853739" y="22469"/>
                  </a:cubicBezTo>
                  <a:cubicBezTo>
                    <a:pt x="5912852" y="81492"/>
                    <a:pt x="5971973" y="140505"/>
                    <a:pt x="6033559" y="201984"/>
                  </a:cubicBezTo>
                  <a:cubicBezTo>
                    <a:pt x="4158846" y="2076699"/>
                    <a:pt x="2285472" y="3950074"/>
                    <a:pt x="410510" y="5825039"/>
                  </a:cubicBezTo>
                  <a:cubicBezTo>
                    <a:pt x="355009" y="5880549"/>
                    <a:pt x="301098" y="5934471"/>
                    <a:pt x="247184" y="5988391"/>
                  </a:cubicBezTo>
                  <a:cubicBezTo>
                    <a:pt x="244189" y="5991387"/>
                    <a:pt x="241211" y="5994398"/>
                    <a:pt x="238165" y="5997342"/>
                  </a:cubicBezTo>
                  <a:cubicBezTo>
                    <a:pt x="199742" y="6034469"/>
                    <a:pt x="197312" y="6034462"/>
                    <a:pt x="160306" y="5997471"/>
                  </a:cubicBezTo>
                  <a:cubicBezTo>
                    <a:pt x="111623" y="5948807"/>
                    <a:pt x="63221" y="5899855"/>
                    <a:pt x="14052" y="5851686"/>
                  </a:cubicBezTo>
                  <a:cubicBezTo>
                    <a:pt x="66" y="5837985"/>
                    <a:pt x="-7573" y="5827478"/>
                    <a:pt x="11008" y="5810681"/>
                  </a:cubicBezTo>
                  <a:cubicBezTo>
                    <a:pt x="27951" y="5795364"/>
                    <a:pt x="40779" y="5775593"/>
                    <a:pt x="57001" y="5759364"/>
                  </a:cubicBezTo>
                  <a:cubicBezTo>
                    <a:pt x="839398" y="4976669"/>
                    <a:pt x="1621968" y="4194149"/>
                    <a:pt x="2404514" y="3411603"/>
                  </a:cubicBezTo>
                  <a:cubicBezTo>
                    <a:pt x="3534069" y="2282047"/>
                    <a:pt x="4663621" y="1152484"/>
                    <a:pt x="5793175" y="22926"/>
                  </a:cubicBezTo>
                  <a:cubicBezTo>
                    <a:pt x="5808424" y="7677"/>
                    <a:pt x="5816046" y="56"/>
                    <a:pt x="582361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36" name="Freeform: Shape 135">
              <a:extLst>
                <a:ext uri="{FF2B5EF4-FFF2-40B4-BE49-F238E27FC236}">
                  <a16:creationId xmlns:a16="http://schemas.microsoft.com/office/drawing/2014/main" id="{7A6F96D1-00DD-3C96-DE52-941E84190774}"/>
                </a:ext>
                <a:ext uri="{C183D7F6-B498-43B3-948B-1728B52AA6E4}">
                  <adec:decorative xmlns:adec="http://schemas.microsoft.com/office/drawing/2017/decorative" val="1"/>
                </a:ext>
              </a:extLst>
            </p:cNvPr>
            <p:cNvSpPr/>
            <p:nvPr/>
          </p:nvSpPr>
          <p:spPr>
            <a:xfrm>
              <a:off x="1289391" y="1517247"/>
              <a:ext cx="214430" cy="450577"/>
            </a:xfrm>
            <a:custGeom>
              <a:avLst/>
              <a:gdLst>
                <a:gd name="connsiteX0" fmla="*/ 427153 w 3216454"/>
                <a:gd name="connsiteY0" fmla="*/ 6150354 h 6758650"/>
                <a:gd name="connsiteX1" fmla="*/ 731301 w 3216454"/>
                <a:gd name="connsiteY1" fmla="*/ 6454502 h 6758650"/>
                <a:gd name="connsiteX2" fmla="*/ 427153 w 3216454"/>
                <a:gd name="connsiteY2" fmla="*/ 6758650 h 6758650"/>
                <a:gd name="connsiteX3" fmla="*/ 123005 w 3216454"/>
                <a:gd name="connsiteY3" fmla="*/ 6454502 h 6758650"/>
                <a:gd name="connsiteX4" fmla="*/ 621 w 3216454"/>
                <a:gd name="connsiteY4" fmla="*/ 2252375 h 6758650"/>
                <a:gd name="connsiteX5" fmla="*/ 291881 w 3216454"/>
                <a:gd name="connsiteY5" fmla="*/ 2252375 h 6758650"/>
                <a:gd name="connsiteX6" fmla="*/ 291881 w 3216454"/>
                <a:gd name="connsiteY6" fmla="*/ 2941984 h 6758650"/>
                <a:gd name="connsiteX7" fmla="*/ 979344 w 3216454"/>
                <a:gd name="connsiteY7" fmla="*/ 2941984 h 6758650"/>
                <a:gd name="connsiteX8" fmla="*/ 979344 w 3216454"/>
                <a:gd name="connsiteY8" fmla="*/ 3206917 h 6758650"/>
                <a:gd name="connsiteX9" fmla="*/ 162483 w 3216454"/>
                <a:gd name="connsiteY9" fmla="*/ 3209895 h 6758650"/>
                <a:gd name="connsiteX10" fmla="*/ 100550 w 3216454"/>
                <a:gd name="connsiteY10" fmla="*/ 3160532 h 6758650"/>
                <a:gd name="connsiteX11" fmla="*/ 817 w 3216454"/>
                <a:gd name="connsiteY11" fmla="*/ 2943237 h 6758650"/>
                <a:gd name="connsiteX12" fmla="*/ 621 w 3216454"/>
                <a:gd name="connsiteY12" fmla="*/ 2289134 h 6758650"/>
                <a:gd name="connsiteX13" fmla="*/ 621 w 3216454"/>
                <a:gd name="connsiteY13" fmla="*/ 2252375 h 6758650"/>
                <a:gd name="connsiteX14" fmla="*/ 2923506 w 3216454"/>
                <a:gd name="connsiteY14" fmla="*/ 2251871 h 6758650"/>
                <a:gd name="connsiteX15" fmla="*/ 3216426 w 3216454"/>
                <a:gd name="connsiteY15" fmla="*/ 2251871 h 6758650"/>
                <a:gd name="connsiteX16" fmla="*/ 3216426 w 3216454"/>
                <a:gd name="connsiteY16" fmla="*/ 2287009 h 6758650"/>
                <a:gd name="connsiteX17" fmla="*/ 3216400 w 3216454"/>
                <a:gd name="connsiteY17" fmla="*/ 2941333 h 6758650"/>
                <a:gd name="connsiteX18" fmla="*/ 3065187 w 3216454"/>
                <a:gd name="connsiteY18" fmla="*/ 3197159 h 6758650"/>
                <a:gd name="connsiteX19" fmla="*/ 3057583 w 3216454"/>
                <a:gd name="connsiteY19" fmla="*/ 3207535 h 6758650"/>
                <a:gd name="connsiteX20" fmla="*/ 2240682 w 3216454"/>
                <a:gd name="connsiteY20" fmla="*/ 3209893 h 6758650"/>
                <a:gd name="connsiteX21" fmla="*/ 2237703 w 3216454"/>
                <a:gd name="connsiteY21" fmla="*/ 2943805 h 6758650"/>
                <a:gd name="connsiteX22" fmla="*/ 2923506 w 3216454"/>
                <a:gd name="connsiteY22" fmla="*/ 2943805 h 6758650"/>
                <a:gd name="connsiteX23" fmla="*/ 2923506 w 3216454"/>
                <a:gd name="connsiteY23" fmla="*/ 2251871 h 6758650"/>
                <a:gd name="connsiteX24" fmla="*/ 2341229 w 3216454"/>
                <a:gd name="connsiteY24" fmla="*/ 2202515 h 6758650"/>
                <a:gd name="connsiteX25" fmla="*/ 2200588 w 3216454"/>
                <a:gd name="connsiteY25" fmla="*/ 2444941 h 6758650"/>
                <a:gd name="connsiteX26" fmla="*/ 2156028 w 3216454"/>
                <a:gd name="connsiteY26" fmla="*/ 2514235 h 6758650"/>
                <a:gd name="connsiteX27" fmla="*/ 2156029 w 3216454"/>
                <a:gd name="connsiteY27" fmla="*/ 2514236 h 6758650"/>
                <a:gd name="connsiteX28" fmla="*/ 2200588 w 3216454"/>
                <a:gd name="connsiteY28" fmla="*/ 2444942 h 6758650"/>
                <a:gd name="connsiteX29" fmla="*/ 2341229 w 3216454"/>
                <a:gd name="connsiteY29" fmla="*/ 2202516 h 6758650"/>
                <a:gd name="connsiteX30" fmla="*/ 2348196 w 3216454"/>
                <a:gd name="connsiteY30" fmla="*/ 2205363 h 6758650"/>
                <a:gd name="connsiteX31" fmla="*/ 2348196 w 3216454"/>
                <a:gd name="connsiteY31" fmla="*/ 2205362 h 6758650"/>
                <a:gd name="connsiteX32" fmla="*/ 2374483 w 3216454"/>
                <a:gd name="connsiteY32" fmla="*/ 2161742 h 6758650"/>
                <a:gd name="connsiteX33" fmla="*/ 2349401 w 3216454"/>
                <a:gd name="connsiteY33" fmla="*/ 2171108 h 6758650"/>
                <a:gd name="connsiteX34" fmla="*/ 2374483 w 3216454"/>
                <a:gd name="connsiteY34" fmla="*/ 2161743 h 6758650"/>
                <a:gd name="connsiteX35" fmla="*/ 2469466 w 3216454"/>
                <a:gd name="connsiteY35" fmla="*/ 1996676 h 6758650"/>
                <a:gd name="connsiteX36" fmla="*/ 2435018 w 3216454"/>
                <a:gd name="connsiteY36" fmla="*/ 2009555 h 6758650"/>
                <a:gd name="connsiteX37" fmla="*/ 2435018 w 3216454"/>
                <a:gd name="connsiteY37" fmla="*/ 2009556 h 6758650"/>
                <a:gd name="connsiteX38" fmla="*/ 2513727 w 3216454"/>
                <a:gd name="connsiteY38" fmla="*/ 1917543 h 6758650"/>
                <a:gd name="connsiteX39" fmla="*/ 2462482 w 3216454"/>
                <a:gd name="connsiteY39" fmla="*/ 1972216 h 6758650"/>
                <a:gd name="connsiteX40" fmla="*/ 2462482 w 3216454"/>
                <a:gd name="connsiteY40" fmla="*/ 1972217 h 6758650"/>
                <a:gd name="connsiteX41" fmla="*/ 2574549 w 3216454"/>
                <a:gd name="connsiteY41" fmla="*/ 1792908 h 6758650"/>
                <a:gd name="connsiteX42" fmla="*/ 2570464 w 3216454"/>
                <a:gd name="connsiteY42" fmla="*/ 1794491 h 6758650"/>
                <a:gd name="connsiteX43" fmla="*/ 2556340 w 3216454"/>
                <a:gd name="connsiteY43" fmla="*/ 1799964 h 6758650"/>
                <a:gd name="connsiteX44" fmla="*/ 2556340 w 3216454"/>
                <a:gd name="connsiteY44" fmla="*/ 1799965 h 6758650"/>
                <a:gd name="connsiteX45" fmla="*/ 2570464 w 3216454"/>
                <a:gd name="connsiteY45" fmla="*/ 1794492 h 6758650"/>
                <a:gd name="connsiteX46" fmla="*/ 1268326 w 3216454"/>
                <a:gd name="connsiteY46" fmla="*/ 1005274 h 6758650"/>
                <a:gd name="connsiteX47" fmla="*/ 1235223 w 3216454"/>
                <a:gd name="connsiteY47" fmla="*/ 1017658 h 6758650"/>
                <a:gd name="connsiteX48" fmla="*/ 1222304 w 3216454"/>
                <a:gd name="connsiteY48" fmla="*/ 1024310 h 6758650"/>
                <a:gd name="connsiteX49" fmla="*/ 1237692 w 3216454"/>
                <a:gd name="connsiteY49" fmla="*/ 1017681 h 6758650"/>
                <a:gd name="connsiteX50" fmla="*/ 953774 w 3216454"/>
                <a:gd name="connsiteY50" fmla="*/ 1512072 h 6758650"/>
                <a:gd name="connsiteX51" fmla="*/ 917980 w 3216454"/>
                <a:gd name="connsiteY51" fmla="*/ 1575922 h 6758650"/>
                <a:gd name="connsiteX52" fmla="*/ 907122 w 3216454"/>
                <a:gd name="connsiteY52" fmla="*/ 1552737 h 6758650"/>
                <a:gd name="connsiteX53" fmla="*/ 964075 w 3216454"/>
                <a:gd name="connsiteY53" fmla="*/ 1470425 h 6758650"/>
                <a:gd name="connsiteX54" fmla="*/ 907122 w 3216454"/>
                <a:gd name="connsiteY54" fmla="*/ 1552737 h 6758650"/>
                <a:gd name="connsiteX55" fmla="*/ 915347 w 3216454"/>
                <a:gd name="connsiteY55" fmla="*/ 1581352 h 6758650"/>
                <a:gd name="connsiteX56" fmla="*/ 917792 w 3216454"/>
                <a:gd name="connsiteY56" fmla="*/ 1645608 h 6758650"/>
                <a:gd name="connsiteX57" fmla="*/ 1078923 w 3216454"/>
                <a:gd name="connsiteY57" fmla="*/ 1922162 h 6758650"/>
                <a:gd name="connsiteX58" fmla="*/ 1252713 w 3216454"/>
                <a:gd name="connsiteY58" fmla="*/ 2223216 h 6758650"/>
                <a:gd name="connsiteX59" fmla="*/ 1258772 w 3216454"/>
                <a:gd name="connsiteY59" fmla="*/ 2228809 h 6758650"/>
                <a:gd name="connsiteX60" fmla="*/ 1252432 w 3216454"/>
                <a:gd name="connsiteY60" fmla="*/ 2221435 h 6758650"/>
                <a:gd name="connsiteX61" fmla="*/ 1262747 w 3216454"/>
                <a:gd name="connsiteY61" fmla="*/ 2219225 h 6758650"/>
                <a:gd name="connsiteX62" fmla="*/ 1258777 w 3216454"/>
                <a:gd name="connsiteY62" fmla="*/ 2228812 h 6758650"/>
                <a:gd name="connsiteX63" fmla="*/ 1262549 w 3216454"/>
                <a:gd name="connsiteY63" fmla="*/ 2224123 h 6758650"/>
                <a:gd name="connsiteX64" fmla="*/ 1270747 w 3216454"/>
                <a:gd name="connsiteY64" fmla="*/ 2218763 h 6758650"/>
                <a:gd name="connsiteX65" fmla="*/ 1933140 w 3216454"/>
                <a:gd name="connsiteY65" fmla="*/ 2223965 h 6758650"/>
                <a:gd name="connsiteX66" fmla="*/ 1966524 w 3216454"/>
                <a:gd name="connsiteY66" fmla="*/ 2213933 h 6758650"/>
                <a:gd name="connsiteX67" fmla="*/ 1932657 w 3216454"/>
                <a:gd name="connsiteY67" fmla="*/ 2221810 h 6758650"/>
                <a:gd name="connsiteX68" fmla="*/ 1984609 w 3216454"/>
                <a:gd name="connsiteY68" fmla="*/ 2150079 h 6758650"/>
                <a:gd name="connsiteX69" fmla="*/ 2241853 w 3216454"/>
                <a:gd name="connsiteY69" fmla="*/ 1707712 h 6758650"/>
                <a:gd name="connsiteX70" fmla="*/ 2294988 w 3216454"/>
                <a:gd name="connsiteY70" fmla="*/ 1610768 h 6758650"/>
                <a:gd name="connsiteX71" fmla="*/ 2300166 w 3216454"/>
                <a:gd name="connsiteY71" fmla="*/ 1622930 h 6758650"/>
                <a:gd name="connsiteX72" fmla="*/ 2300130 w 3216454"/>
                <a:gd name="connsiteY72" fmla="*/ 1622491 h 6758650"/>
                <a:gd name="connsiteX73" fmla="*/ 2293483 w 3216454"/>
                <a:gd name="connsiteY73" fmla="*/ 1604390 h 6758650"/>
                <a:gd name="connsiteX74" fmla="*/ 2165085 w 3216454"/>
                <a:gd name="connsiteY74" fmla="*/ 1381253 h 6758650"/>
                <a:gd name="connsiteX75" fmla="*/ 1956337 w 3216454"/>
                <a:gd name="connsiteY75" fmla="*/ 1021649 h 6758650"/>
                <a:gd name="connsiteX76" fmla="*/ 1928114 w 3216454"/>
                <a:gd name="connsiteY76" fmla="*/ 1005427 h 6758650"/>
                <a:gd name="connsiteX77" fmla="*/ 1268326 w 3216454"/>
                <a:gd name="connsiteY77" fmla="*/ 1005274 h 6758650"/>
                <a:gd name="connsiteX78" fmla="*/ 2118158 w 3216454"/>
                <a:gd name="connsiteY78" fmla="*/ 654720 h 6758650"/>
                <a:gd name="connsiteX79" fmla="*/ 2165508 w 3216454"/>
                <a:gd name="connsiteY79" fmla="*/ 681563 h 6758650"/>
                <a:gd name="connsiteX80" fmla="*/ 2348590 w 3216454"/>
                <a:gd name="connsiteY80" fmla="*/ 998779 h 6758650"/>
                <a:gd name="connsiteX81" fmla="*/ 2492243 w 3216454"/>
                <a:gd name="connsiteY81" fmla="*/ 1249139 h 6758650"/>
                <a:gd name="connsiteX82" fmla="*/ 2682059 w 3216454"/>
                <a:gd name="connsiteY82" fmla="*/ 1576907 h 6758650"/>
                <a:gd name="connsiteX83" fmla="*/ 2686623 w 3216454"/>
                <a:gd name="connsiteY83" fmla="*/ 1593492 h 6758650"/>
                <a:gd name="connsiteX84" fmla="*/ 2670263 w 3216454"/>
                <a:gd name="connsiteY84" fmla="*/ 1636078 h 6758650"/>
                <a:gd name="connsiteX85" fmla="*/ 2686990 w 3216454"/>
                <a:gd name="connsiteY85" fmla="*/ 1595789 h 6758650"/>
                <a:gd name="connsiteX86" fmla="*/ 2676842 w 3216454"/>
                <a:gd name="connsiteY86" fmla="*/ 1651410 h 6758650"/>
                <a:gd name="connsiteX87" fmla="*/ 2509649 w 3216454"/>
                <a:gd name="connsiteY87" fmla="*/ 1941789 h 6758650"/>
                <a:gd name="connsiteX88" fmla="*/ 2231726 w 3216454"/>
                <a:gd name="connsiteY88" fmla="*/ 2419477 h 6758650"/>
                <a:gd name="connsiteX89" fmla="*/ 2169976 w 3216454"/>
                <a:gd name="connsiteY89" fmla="*/ 2529231 h 6758650"/>
                <a:gd name="connsiteX90" fmla="*/ 2160202 w 3216454"/>
                <a:gd name="connsiteY90" fmla="*/ 2520825 h 6758650"/>
                <a:gd name="connsiteX91" fmla="*/ 2156036 w 3216454"/>
                <a:gd name="connsiteY91" fmla="*/ 2514248 h 6758650"/>
                <a:gd name="connsiteX92" fmla="*/ 2159959 w 3216454"/>
                <a:gd name="connsiteY92" fmla="*/ 2520958 h 6758650"/>
                <a:gd name="connsiteX93" fmla="*/ 2168028 w 3216454"/>
                <a:gd name="connsiteY93" fmla="*/ 2530288 h 6758650"/>
                <a:gd name="connsiteX94" fmla="*/ 2153332 w 3216454"/>
                <a:gd name="connsiteY94" fmla="*/ 2554186 h 6758650"/>
                <a:gd name="connsiteX95" fmla="*/ 2148366 w 3216454"/>
                <a:gd name="connsiteY95" fmla="*/ 2560725 h 6758650"/>
                <a:gd name="connsiteX96" fmla="*/ 1964359 w 3216454"/>
                <a:gd name="connsiteY96" fmla="*/ 2561736 h 6758650"/>
                <a:gd name="connsiteX97" fmla="*/ 1072545 w 3216454"/>
                <a:gd name="connsiteY97" fmla="*/ 2562098 h 6758650"/>
                <a:gd name="connsiteX98" fmla="*/ 1028794 w 3216454"/>
                <a:gd name="connsiteY98" fmla="*/ 2536834 h 6758650"/>
                <a:gd name="connsiteX99" fmla="*/ 712510 w 3216454"/>
                <a:gd name="connsiteY99" fmla="*/ 1991615 h 6758650"/>
                <a:gd name="connsiteX100" fmla="*/ 509360 w 3216454"/>
                <a:gd name="connsiteY100" fmla="*/ 1628386 h 6758650"/>
                <a:gd name="connsiteX101" fmla="*/ 529262 w 3216454"/>
                <a:gd name="connsiteY101" fmla="*/ 1584440 h 6758650"/>
                <a:gd name="connsiteX102" fmla="*/ 509161 w 3216454"/>
                <a:gd name="connsiteY102" fmla="*/ 1626088 h 6758650"/>
                <a:gd name="connsiteX103" fmla="*/ 507785 w 3216454"/>
                <a:gd name="connsiteY103" fmla="*/ 1586385 h 6758650"/>
                <a:gd name="connsiteX104" fmla="*/ 624780 w 3216454"/>
                <a:gd name="connsiteY104" fmla="*/ 1381946 h 6758650"/>
                <a:gd name="connsiteX105" fmla="*/ 785321 w 3216454"/>
                <a:gd name="connsiteY105" fmla="*/ 1105815 h 6758650"/>
                <a:gd name="connsiteX106" fmla="*/ 1030951 w 3216454"/>
                <a:gd name="connsiteY106" fmla="*/ 678406 h 6758650"/>
                <a:gd name="connsiteX107" fmla="*/ 1065373 w 3216454"/>
                <a:gd name="connsiteY107" fmla="*/ 655799 h 6758650"/>
                <a:gd name="connsiteX108" fmla="*/ 929080 w 3216454"/>
                <a:gd name="connsiteY108" fmla="*/ 892319 h 6758650"/>
                <a:gd name="connsiteX109" fmla="*/ 1067840 w 3216454"/>
                <a:gd name="connsiteY109" fmla="*/ 656239 h 6758650"/>
                <a:gd name="connsiteX110" fmla="*/ 1477137 w 3216454"/>
                <a:gd name="connsiteY110" fmla="*/ 655225 h 6758650"/>
                <a:gd name="connsiteX111" fmla="*/ 2118158 w 3216454"/>
                <a:gd name="connsiteY111" fmla="*/ 654720 h 6758650"/>
                <a:gd name="connsiteX112" fmla="*/ 2935151 w 3216454"/>
                <a:gd name="connsiteY112" fmla="*/ 186 h 6758650"/>
                <a:gd name="connsiteX113" fmla="*/ 3209656 w 3216454"/>
                <a:gd name="connsiteY113" fmla="*/ 220373 h 6758650"/>
                <a:gd name="connsiteX114" fmla="*/ 3216146 w 3216454"/>
                <a:gd name="connsiteY114" fmla="*/ 282228 h 6758650"/>
                <a:gd name="connsiteX115" fmla="*/ 3216425 w 3216454"/>
                <a:gd name="connsiteY115" fmla="*/ 976890 h 6758650"/>
                <a:gd name="connsiteX116" fmla="*/ 2924080 w 3216454"/>
                <a:gd name="connsiteY116" fmla="*/ 976890 h 6758650"/>
                <a:gd name="connsiteX117" fmla="*/ 2924080 w 3216454"/>
                <a:gd name="connsiteY117" fmla="*/ 635977 h 6758650"/>
                <a:gd name="connsiteX118" fmla="*/ 2924080 w 3216454"/>
                <a:gd name="connsiteY118" fmla="*/ 293551 h 6758650"/>
                <a:gd name="connsiteX119" fmla="*/ 2239408 w 3216454"/>
                <a:gd name="connsiteY119" fmla="*/ 293551 h 6758650"/>
                <a:gd name="connsiteX120" fmla="*/ 2239408 w 3216454"/>
                <a:gd name="connsiteY120" fmla="*/ 442 h 6758650"/>
                <a:gd name="connsiteX121" fmla="*/ 2274343 w 3216454"/>
                <a:gd name="connsiteY121" fmla="*/ 442 h 6758650"/>
                <a:gd name="connsiteX122" fmla="*/ 2935151 w 3216454"/>
                <a:gd name="connsiteY122" fmla="*/ 186 h 6758650"/>
                <a:gd name="connsiteX123" fmla="*/ 618912 w 3216454"/>
                <a:gd name="connsiteY123" fmla="*/ 0 h 6758650"/>
                <a:gd name="connsiteX124" fmla="*/ 976898 w 3216454"/>
                <a:gd name="connsiteY124" fmla="*/ 445 h 6758650"/>
                <a:gd name="connsiteX125" fmla="*/ 976898 w 3216454"/>
                <a:gd name="connsiteY125" fmla="*/ 291387 h 6758650"/>
                <a:gd name="connsiteX126" fmla="*/ 292967 w 3216454"/>
                <a:gd name="connsiteY126" fmla="*/ 291387 h 6758650"/>
                <a:gd name="connsiteX127" fmla="*/ 292967 w 3216454"/>
                <a:gd name="connsiteY127" fmla="*/ 356537 h 6758650"/>
                <a:gd name="connsiteX128" fmla="*/ 292967 w 3216454"/>
                <a:gd name="connsiteY128" fmla="*/ 977345 h 6758650"/>
                <a:gd name="connsiteX129" fmla="*/ 622 w 3216454"/>
                <a:gd name="connsiteY129" fmla="*/ 977345 h 6758650"/>
                <a:gd name="connsiteX130" fmla="*/ 622 w 3216454"/>
                <a:gd name="connsiteY130" fmla="*/ 942816 h 6758650"/>
                <a:gd name="connsiteX131" fmla="*/ 18 w 3216454"/>
                <a:gd name="connsiteY131" fmla="*/ 297812 h 6758650"/>
                <a:gd name="connsiteX132" fmla="*/ 140193 w 3216454"/>
                <a:gd name="connsiteY132" fmla="*/ 38568 h 6758650"/>
                <a:gd name="connsiteX133" fmla="*/ 262795 w 3216454"/>
                <a:gd name="connsiteY133" fmla="*/ 2085 h 6758650"/>
                <a:gd name="connsiteX134" fmla="*/ 618912 w 3216454"/>
                <a:gd name="connsiteY134" fmla="*/ 0 h 675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216454" h="6758650">
                  <a:moveTo>
                    <a:pt x="427153" y="6150354"/>
                  </a:moveTo>
                  <a:lnTo>
                    <a:pt x="731301" y="6454502"/>
                  </a:lnTo>
                  <a:lnTo>
                    <a:pt x="427153" y="6758650"/>
                  </a:lnTo>
                  <a:lnTo>
                    <a:pt x="123005" y="6454502"/>
                  </a:lnTo>
                  <a:close/>
                  <a:moveTo>
                    <a:pt x="621" y="2252375"/>
                  </a:moveTo>
                  <a:cubicBezTo>
                    <a:pt x="97638" y="2252375"/>
                    <a:pt x="193313" y="2252375"/>
                    <a:pt x="291881" y="2252375"/>
                  </a:cubicBezTo>
                  <a:cubicBezTo>
                    <a:pt x="291881" y="2480971"/>
                    <a:pt x="291881" y="2710045"/>
                    <a:pt x="291881" y="2941984"/>
                  </a:cubicBezTo>
                  <a:cubicBezTo>
                    <a:pt x="521682" y="2941984"/>
                    <a:pt x="748639" y="2941984"/>
                    <a:pt x="979344" y="2941984"/>
                  </a:cubicBezTo>
                  <a:cubicBezTo>
                    <a:pt x="979344" y="3031185"/>
                    <a:pt x="979344" y="3117562"/>
                    <a:pt x="979344" y="3206917"/>
                  </a:cubicBezTo>
                  <a:cubicBezTo>
                    <a:pt x="708050" y="3209895"/>
                    <a:pt x="436756" y="3209895"/>
                    <a:pt x="162483" y="3209895"/>
                  </a:cubicBezTo>
                  <a:cubicBezTo>
                    <a:pt x="139857" y="3193435"/>
                    <a:pt x="120280" y="3176890"/>
                    <a:pt x="100550" y="3160532"/>
                  </a:cubicBezTo>
                  <a:cubicBezTo>
                    <a:pt x="32467" y="3104073"/>
                    <a:pt x="1054" y="3030333"/>
                    <a:pt x="817" y="2943237"/>
                  </a:cubicBezTo>
                  <a:cubicBezTo>
                    <a:pt x="224" y="2725204"/>
                    <a:pt x="621" y="2507169"/>
                    <a:pt x="621" y="2289134"/>
                  </a:cubicBezTo>
                  <a:cubicBezTo>
                    <a:pt x="621" y="2277592"/>
                    <a:pt x="621" y="2266049"/>
                    <a:pt x="621" y="2252375"/>
                  </a:cubicBezTo>
                  <a:close/>
                  <a:moveTo>
                    <a:pt x="2923506" y="2251871"/>
                  </a:moveTo>
                  <a:cubicBezTo>
                    <a:pt x="3022151" y="2251871"/>
                    <a:pt x="3117842" y="2251871"/>
                    <a:pt x="3216426" y="2251871"/>
                  </a:cubicBezTo>
                  <a:cubicBezTo>
                    <a:pt x="3216426" y="2264306"/>
                    <a:pt x="3216426" y="2275657"/>
                    <a:pt x="3216426" y="2287009"/>
                  </a:cubicBezTo>
                  <a:cubicBezTo>
                    <a:pt x="3216426" y="2505117"/>
                    <a:pt x="3216486" y="2723226"/>
                    <a:pt x="3216400" y="2941333"/>
                  </a:cubicBezTo>
                  <a:cubicBezTo>
                    <a:pt x="3216355" y="3056303"/>
                    <a:pt x="3165561" y="3141374"/>
                    <a:pt x="3065187" y="3197159"/>
                  </a:cubicBezTo>
                  <a:cubicBezTo>
                    <a:pt x="3062125" y="3198860"/>
                    <a:pt x="3060121" y="3202462"/>
                    <a:pt x="3057583" y="3207535"/>
                  </a:cubicBezTo>
                  <a:cubicBezTo>
                    <a:pt x="2786248" y="3209893"/>
                    <a:pt x="2514954" y="3209893"/>
                    <a:pt x="2240682" y="3209893"/>
                  </a:cubicBezTo>
                  <a:cubicBezTo>
                    <a:pt x="2237703" y="3122180"/>
                    <a:pt x="2237703" y="3034467"/>
                    <a:pt x="2237703" y="2943805"/>
                  </a:cubicBezTo>
                  <a:cubicBezTo>
                    <a:pt x="2466543" y="2943805"/>
                    <a:pt x="2693555" y="2943805"/>
                    <a:pt x="2923506" y="2943805"/>
                  </a:cubicBezTo>
                  <a:cubicBezTo>
                    <a:pt x="2923506" y="2711745"/>
                    <a:pt x="2923506" y="2482615"/>
                    <a:pt x="2923506" y="2251871"/>
                  </a:cubicBezTo>
                  <a:close/>
                  <a:moveTo>
                    <a:pt x="2341229" y="2202515"/>
                  </a:moveTo>
                  <a:cubicBezTo>
                    <a:pt x="2294349" y="2283324"/>
                    <a:pt x="2247468" y="2364133"/>
                    <a:pt x="2200588" y="2444941"/>
                  </a:cubicBezTo>
                  <a:cubicBezTo>
                    <a:pt x="2187024" y="2468506"/>
                    <a:pt x="2170745" y="2490878"/>
                    <a:pt x="2156028" y="2514235"/>
                  </a:cubicBezTo>
                  <a:lnTo>
                    <a:pt x="2156029" y="2514236"/>
                  </a:lnTo>
                  <a:lnTo>
                    <a:pt x="2200588" y="2444942"/>
                  </a:lnTo>
                  <a:cubicBezTo>
                    <a:pt x="2247468" y="2364134"/>
                    <a:pt x="2294349" y="2283324"/>
                    <a:pt x="2341229" y="2202516"/>
                  </a:cubicBezTo>
                  <a:cubicBezTo>
                    <a:pt x="2343551" y="2203465"/>
                    <a:pt x="2345873" y="2204414"/>
                    <a:pt x="2348196" y="2205363"/>
                  </a:cubicBezTo>
                  <a:lnTo>
                    <a:pt x="2348196" y="2205362"/>
                  </a:lnTo>
                  <a:close/>
                  <a:moveTo>
                    <a:pt x="2374483" y="2161742"/>
                  </a:moveTo>
                  <a:lnTo>
                    <a:pt x="2349401" y="2171108"/>
                  </a:lnTo>
                  <a:lnTo>
                    <a:pt x="2374483" y="2161743"/>
                  </a:lnTo>
                  <a:close/>
                  <a:moveTo>
                    <a:pt x="2469466" y="1996676"/>
                  </a:moveTo>
                  <a:cubicBezTo>
                    <a:pt x="2457195" y="2001263"/>
                    <a:pt x="2446829" y="2005139"/>
                    <a:pt x="2435018" y="2009555"/>
                  </a:cubicBezTo>
                  <a:lnTo>
                    <a:pt x="2435018" y="2009556"/>
                  </a:lnTo>
                  <a:close/>
                  <a:moveTo>
                    <a:pt x="2513727" y="1917543"/>
                  </a:moveTo>
                  <a:cubicBezTo>
                    <a:pt x="2496595" y="1935822"/>
                    <a:pt x="2481047" y="1952409"/>
                    <a:pt x="2462482" y="1972216"/>
                  </a:cubicBezTo>
                  <a:lnTo>
                    <a:pt x="2462482" y="1972217"/>
                  </a:lnTo>
                  <a:close/>
                  <a:moveTo>
                    <a:pt x="2574549" y="1792908"/>
                  </a:moveTo>
                  <a:lnTo>
                    <a:pt x="2570464" y="1794491"/>
                  </a:lnTo>
                  <a:cubicBezTo>
                    <a:pt x="2566228" y="1796132"/>
                    <a:pt x="2561232" y="1798069"/>
                    <a:pt x="2556340" y="1799964"/>
                  </a:cubicBezTo>
                  <a:lnTo>
                    <a:pt x="2556340" y="1799965"/>
                  </a:lnTo>
                  <a:lnTo>
                    <a:pt x="2570464" y="1794492"/>
                  </a:lnTo>
                  <a:close/>
                  <a:moveTo>
                    <a:pt x="1268326" y="1005274"/>
                  </a:moveTo>
                  <a:cubicBezTo>
                    <a:pt x="1258925" y="1005304"/>
                    <a:pt x="1249549" y="1013377"/>
                    <a:pt x="1235223" y="1017658"/>
                  </a:cubicBezTo>
                  <a:lnTo>
                    <a:pt x="1222304" y="1024310"/>
                  </a:lnTo>
                  <a:lnTo>
                    <a:pt x="1237692" y="1017681"/>
                  </a:lnTo>
                  <a:cubicBezTo>
                    <a:pt x="1144670" y="1182477"/>
                    <a:pt x="1049108" y="1347208"/>
                    <a:pt x="953774" y="1512072"/>
                  </a:cubicBezTo>
                  <a:cubicBezTo>
                    <a:pt x="941877" y="1532647"/>
                    <a:pt x="931180" y="1553916"/>
                    <a:pt x="917980" y="1575922"/>
                  </a:cubicBezTo>
                  <a:cubicBezTo>
                    <a:pt x="912876" y="1568572"/>
                    <a:pt x="905876" y="1553450"/>
                    <a:pt x="907122" y="1552737"/>
                  </a:cubicBezTo>
                  <a:cubicBezTo>
                    <a:pt x="939413" y="1534258"/>
                    <a:pt x="946488" y="1498520"/>
                    <a:pt x="964075" y="1470425"/>
                  </a:cubicBezTo>
                  <a:cubicBezTo>
                    <a:pt x="946488" y="1498519"/>
                    <a:pt x="939413" y="1534258"/>
                    <a:pt x="907122" y="1552737"/>
                  </a:cubicBezTo>
                  <a:cubicBezTo>
                    <a:pt x="905876" y="1553450"/>
                    <a:pt x="912876" y="1568572"/>
                    <a:pt x="915347" y="1581352"/>
                  </a:cubicBezTo>
                  <a:cubicBezTo>
                    <a:pt x="890587" y="1603760"/>
                    <a:pt x="905390" y="1624396"/>
                    <a:pt x="917792" y="1645608"/>
                  </a:cubicBezTo>
                  <a:cubicBezTo>
                    <a:pt x="971643" y="1737711"/>
                    <a:pt x="1025236" y="1829964"/>
                    <a:pt x="1078923" y="1922162"/>
                  </a:cubicBezTo>
                  <a:cubicBezTo>
                    <a:pt x="1136666" y="2021326"/>
                    <a:pt x="1194409" y="2120490"/>
                    <a:pt x="1252713" y="2223216"/>
                  </a:cubicBezTo>
                  <a:lnTo>
                    <a:pt x="1258772" y="2228809"/>
                  </a:lnTo>
                  <a:lnTo>
                    <a:pt x="1252432" y="2221435"/>
                  </a:lnTo>
                  <a:cubicBezTo>
                    <a:pt x="1254983" y="2219369"/>
                    <a:pt x="1257814" y="2219082"/>
                    <a:pt x="1262747" y="2219225"/>
                  </a:cubicBezTo>
                  <a:lnTo>
                    <a:pt x="1258777" y="2228812"/>
                  </a:lnTo>
                  <a:lnTo>
                    <a:pt x="1262549" y="2224123"/>
                  </a:lnTo>
                  <a:cubicBezTo>
                    <a:pt x="1264298" y="2222484"/>
                    <a:pt x="1266785" y="2220736"/>
                    <a:pt x="1270747" y="2218763"/>
                  </a:cubicBezTo>
                  <a:cubicBezTo>
                    <a:pt x="1491222" y="2219060"/>
                    <a:pt x="1711700" y="2219358"/>
                    <a:pt x="1933140" y="2223965"/>
                  </a:cubicBezTo>
                  <a:cubicBezTo>
                    <a:pt x="1950306" y="2240773"/>
                    <a:pt x="1958714" y="2227227"/>
                    <a:pt x="1966524" y="2213933"/>
                  </a:cubicBezTo>
                  <a:cubicBezTo>
                    <a:pt x="1958714" y="2227227"/>
                    <a:pt x="1950306" y="2240773"/>
                    <a:pt x="1932657" y="2221810"/>
                  </a:cubicBezTo>
                  <a:cubicBezTo>
                    <a:pt x="1949794" y="2196545"/>
                    <a:pt x="1969980" y="2174946"/>
                    <a:pt x="1984609" y="2150079"/>
                  </a:cubicBezTo>
                  <a:cubicBezTo>
                    <a:pt x="2071101" y="2003060"/>
                    <a:pt x="2156403" y="1855341"/>
                    <a:pt x="2241853" y="1707712"/>
                  </a:cubicBezTo>
                  <a:cubicBezTo>
                    <a:pt x="2259939" y="1676467"/>
                    <a:pt x="2276977" y="1644617"/>
                    <a:pt x="2294988" y="1610768"/>
                  </a:cubicBezTo>
                  <a:lnTo>
                    <a:pt x="2300166" y="1622930"/>
                  </a:lnTo>
                  <a:lnTo>
                    <a:pt x="2300130" y="1622491"/>
                  </a:lnTo>
                  <a:cubicBezTo>
                    <a:pt x="2298306" y="1617175"/>
                    <a:pt x="2295546" y="1610954"/>
                    <a:pt x="2293483" y="1604390"/>
                  </a:cubicBezTo>
                  <a:cubicBezTo>
                    <a:pt x="2250690" y="1530007"/>
                    <a:pt x="2207993" y="1455570"/>
                    <a:pt x="2165085" y="1381253"/>
                  </a:cubicBezTo>
                  <a:cubicBezTo>
                    <a:pt x="2095782" y="1261222"/>
                    <a:pt x="2026625" y="1141103"/>
                    <a:pt x="1956337" y="1021649"/>
                  </a:cubicBezTo>
                  <a:cubicBezTo>
                    <a:pt x="1951452" y="1013347"/>
                    <a:pt x="1937750" y="1005466"/>
                    <a:pt x="1928114" y="1005427"/>
                  </a:cubicBezTo>
                  <a:cubicBezTo>
                    <a:pt x="1708187" y="1004515"/>
                    <a:pt x="1488255" y="1004564"/>
                    <a:pt x="1268326" y="1005274"/>
                  </a:cubicBezTo>
                  <a:close/>
                  <a:moveTo>
                    <a:pt x="2118158" y="654720"/>
                  </a:moveTo>
                  <a:cubicBezTo>
                    <a:pt x="2140834" y="654638"/>
                    <a:pt x="2153998" y="661222"/>
                    <a:pt x="2165508" y="681563"/>
                  </a:cubicBezTo>
                  <a:cubicBezTo>
                    <a:pt x="2225625" y="787816"/>
                    <a:pt x="2287572" y="893034"/>
                    <a:pt x="2348590" y="998779"/>
                  </a:cubicBezTo>
                  <a:cubicBezTo>
                    <a:pt x="2396678" y="1082115"/>
                    <a:pt x="2444148" y="1165807"/>
                    <a:pt x="2492243" y="1249139"/>
                  </a:cubicBezTo>
                  <a:cubicBezTo>
                    <a:pt x="2555354" y="1358488"/>
                    <a:pt x="2618824" y="1467630"/>
                    <a:pt x="2682059" y="1576907"/>
                  </a:cubicBezTo>
                  <a:cubicBezTo>
                    <a:pt x="2684624" y="1581338"/>
                    <a:pt x="2686357" y="1586248"/>
                    <a:pt x="2686623" y="1593492"/>
                  </a:cubicBezTo>
                  <a:lnTo>
                    <a:pt x="2670263" y="1636078"/>
                  </a:lnTo>
                  <a:lnTo>
                    <a:pt x="2686990" y="1595789"/>
                  </a:lnTo>
                  <a:cubicBezTo>
                    <a:pt x="2696785" y="1616820"/>
                    <a:pt x="2687797" y="1632885"/>
                    <a:pt x="2676842" y="1651410"/>
                  </a:cubicBezTo>
                  <a:cubicBezTo>
                    <a:pt x="2619993" y="1747541"/>
                    <a:pt x="2565651" y="1845151"/>
                    <a:pt x="2509649" y="1941789"/>
                  </a:cubicBezTo>
                  <a:cubicBezTo>
                    <a:pt x="2417284" y="2101178"/>
                    <a:pt x="2324153" y="2260123"/>
                    <a:pt x="2231726" y="2419477"/>
                  </a:cubicBezTo>
                  <a:cubicBezTo>
                    <a:pt x="2210983" y="2455239"/>
                    <a:pt x="2191816" y="2491916"/>
                    <a:pt x="2169976" y="2529231"/>
                  </a:cubicBezTo>
                  <a:cubicBezTo>
                    <a:pt x="2166880" y="2527008"/>
                    <a:pt x="2163074" y="2523765"/>
                    <a:pt x="2160202" y="2520825"/>
                  </a:cubicBezTo>
                  <a:lnTo>
                    <a:pt x="2156036" y="2514248"/>
                  </a:lnTo>
                  <a:lnTo>
                    <a:pt x="2159959" y="2520958"/>
                  </a:lnTo>
                  <a:cubicBezTo>
                    <a:pt x="2162588" y="2524029"/>
                    <a:pt x="2165907" y="2527536"/>
                    <a:pt x="2168028" y="2530288"/>
                  </a:cubicBezTo>
                  <a:cubicBezTo>
                    <a:pt x="2163801" y="2537407"/>
                    <a:pt x="2159574" y="2544526"/>
                    <a:pt x="2153332" y="2554186"/>
                  </a:cubicBezTo>
                  <a:cubicBezTo>
                    <a:pt x="2149928" y="2557761"/>
                    <a:pt x="2148944" y="2559094"/>
                    <a:pt x="2148366" y="2560725"/>
                  </a:cubicBezTo>
                  <a:cubicBezTo>
                    <a:pt x="2087030" y="2561078"/>
                    <a:pt x="2025695" y="2561714"/>
                    <a:pt x="1964359" y="2561736"/>
                  </a:cubicBezTo>
                  <a:cubicBezTo>
                    <a:pt x="1667087" y="2561843"/>
                    <a:pt x="1369816" y="2561639"/>
                    <a:pt x="1072545" y="2562098"/>
                  </a:cubicBezTo>
                  <a:cubicBezTo>
                    <a:pt x="1051771" y="2562129"/>
                    <a:pt x="1040449" y="2557233"/>
                    <a:pt x="1028794" y="2536834"/>
                  </a:cubicBezTo>
                  <a:cubicBezTo>
                    <a:pt x="924569" y="2354407"/>
                    <a:pt x="817634" y="2173532"/>
                    <a:pt x="712510" y="1991615"/>
                  </a:cubicBezTo>
                  <a:cubicBezTo>
                    <a:pt x="643686" y="1872515"/>
                    <a:pt x="576539" y="1752445"/>
                    <a:pt x="509360" y="1628386"/>
                  </a:cubicBezTo>
                  <a:lnTo>
                    <a:pt x="529262" y="1584440"/>
                  </a:lnTo>
                  <a:lnTo>
                    <a:pt x="509161" y="1626088"/>
                  </a:lnTo>
                  <a:cubicBezTo>
                    <a:pt x="484456" y="1614583"/>
                    <a:pt x="500135" y="1599884"/>
                    <a:pt x="507785" y="1586385"/>
                  </a:cubicBezTo>
                  <a:cubicBezTo>
                    <a:pt x="546497" y="1518076"/>
                    <a:pt x="585455" y="1449904"/>
                    <a:pt x="624780" y="1381946"/>
                  </a:cubicBezTo>
                  <a:cubicBezTo>
                    <a:pt x="678106" y="1289794"/>
                    <a:pt x="732215" y="1198094"/>
                    <a:pt x="785321" y="1105815"/>
                  </a:cubicBezTo>
                  <a:cubicBezTo>
                    <a:pt x="867283" y="963394"/>
                    <a:pt x="948373" y="820469"/>
                    <a:pt x="1030951" y="678406"/>
                  </a:cubicBezTo>
                  <a:cubicBezTo>
                    <a:pt x="1036978" y="668037"/>
                    <a:pt x="1052043" y="662919"/>
                    <a:pt x="1065373" y="655799"/>
                  </a:cubicBezTo>
                  <a:lnTo>
                    <a:pt x="929080" y="892319"/>
                  </a:lnTo>
                  <a:lnTo>
                    <a:pt x="1067840" y="656239"/>
                  </a:lnTo>
                  <a:cubicBezTo>
                    <a:pt x="1204272" y="655885"/>
                    <a:pt x="1340705" y="655334"/>
                    <a:pt x="1477137" y="655225"/>
                  </a:cubicBezTo>
                  <a:cubicBezTo>
                    <a:pt x="1690811" y="655053"/>
                    <a:pt x="1904487" y="655492"/>
                    <a:pt x="2118158" y="654720"/>
                  </a:cubicBezTo>
                  <a:close/>
                  <a:moveTo>
                    <a:pt x="2935151" y="186"/>
                  </a:moveTo>
                  <a:cubicBezTo>
                    <a:pt x="3064102" y="-356"/>
                    <a:pt x="3181069" y="95372"/>
                    <a:pt x="3209656" y="220373"/>
                  </a:cubicBezTo>
                  <a:cubicBezTo>
                    <a:pt x="3214247" y="240458"/>
                    <a:pt x="3216107" y="261580"/>
                    <a:pt x="3216146" y="282228"/>
                  </a:cubicBezTo>
                  <a:cubicBezTo>
                    <a:pt x="3216588" y="513023"/>
                    <a:pt x="3216425" y="743819"/>
                    <a:pt x="3216425" y="976890"/>
                  </a:cubicBezTo>
                  <a:cubicBezTo>
                    <a:pt x="3119657" y="976890"/>
                    <a:pt x="3023942" y="976890"/>
                    <a:pt x="2924080" y="976890"/>
                  </a:cubicBezTo>
                  <a:cubicBezTo>
                    <a:pt x="2924080" y="864846"/>
                    <a:pt x="2924080" y="752001"/>
                    <a:pt x="2924080" y="635977"/>
                  </a:cubicBezTo>
                  <a:cubicBezTo>
                    <a:pt x="2924080" y="520716"/>
                    <a:pt x="2924080" y="408633"/>
                    <a:pt x="2924080" y="293551"/>
                  </a:cubicBezTo>
                  <a:cubicBezTo>
                    <a:pt x="2695183" y="293551"/>
                    <a:pt x="2468138" y="293551"/>
                    <a:pt x="2239408" y="293551"/>
                  </a:cubicBezTo>
                  <a:cubicBezTo>
                    <a:pt x="2239408" y="194847"/>
                    <a:pt x="2239408" y="99142"/>
                    <a:pt x="2239408" y="442"/>
                  </a:cubicBezTo>
                  <a:cubicBezTo>
                    <a:pt x="2251659" y="442"/>
                    <a:pt x="2263001" y="442"/>
                    <a:pt x="2274343" y="442"/>
                  </a:cubicBezTo>
                  <a:cubicBezTo>
                    <a:pt x="2494612" y="442"/>
                    <a:pt x="2714885" y="1114"/>
                    <a:pt x="2935151" y="186"/>
                  </a:cubicBezTo>
                  <a:close/>
                  <a:moveTo>
                    <a:pt x="618912" y="0"/>
                  </a:moveTo>
                  <a:cubicBezTo>
                    <a:pt x="737831" y="12"/>
                    <a:pt x="857062" y="445"/>
                    <a:pt x="976898" y="445"/>
                  </a:cubicBezTo>
                  <a:cubicBezTo>
                    <a:pt x="976898" y="96874"/>
                    <a:pt x="976898" y="192602"/>
                    <a:pt x="976898" y="291387"/>
                  </a:cubicBezTo>
                  <a:cubicBezTo>
                    <a:pt x="751105" y="291387"/>
                    <a:pt x="524039" y="291387"/>
                    <a:pt x="292967" y="291387"/>
                  </a:cubicBezTo>
                  <a:cubicBezTo>
                    <a:pt x="292967" y="313956"/>
                    <a:pt x="292967" y="333676"/>
                    <a:pt x="292967" y="356537"/>
                  </a:cubicBezTo>
                  <a:cubicBezTo>
                    <a:pt x="292967" y="564963"/>
                    <a:pt x="292967" y="770246"/>
                    <a:pt x="292967" y="977345"/>
                  </a:cubicBezTo>
                  <a:cubicBezTo>
                    <a:pt x="195257" y="977345"/>
                    <a:pt x="99542" y="977345"/>
                    <a:pt x="622" y="977345"/>
                  </a:cubicBezTo>
                  <a:cubicBezTo>
                    <a:pt x="622" y="965447"/>
                    <a:pt x="622" y="954132"/>
                    <a:pt x="622" y="942816"/>
                  </a:cubicBezTo>
                  <a:cubicBezTo>
                    <a:pt x="622" y="727813"/>
                    <a:pt x="2110" y="512795"/>
                    <a:pt x="18" y="297812"/>
                  </a:cubicBezTo>
                  <a:cubicBezTo>
                    <a:pt x="-1090" y="183907"/>
                    <a:pt x="48362" y="98082"/>
                    <a:pt x="140193" y="38568"/>
                  </a:cubicBezTo>
                  <a:cubicBezTo>
                    <a:pt x="174767" y="16161"/>
                    <a:pt x="221412" y="2672"/>
                    <a:pt x="262795" y="2085"/>
                  </a:cubicBezTo>
                  <a:cubicBezTo>
                    <a:pt x="381385" y="399"/>
                    <a:pt x="499993" y="-11"/>
                    <a:pt x="618912"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30" name="Group 929">
            <a:extLst>
              <a:ext uri="{FF2B5EF4-FFF2-40B4-BE49-F238E27FC236}">
                <a16:creationId xmlns:a16="http://schemas.microsoft.com/office/drawing/2014/main" id="{C2B5C846-65BC-7799-45E0-E3CF2DBF6039}"/>
              </a:ext>
              <a:ext uri="{C183D7F6-B498-43B3-948B-1728B52AA6E4}">
                <adec:decorative xmlns:adec="http://schemas.microsoft.com/office/drawing/2017/decorative" val="1"/>
              </a:ext>
            </a:extLst>
          </p:cNvPr>
          <p:cNvGrpSpPr>
            <a:grpSpLocks noChangeAspect="1"/>
          </p:cNvGrpSpPr>
          <p:nvPr/>
        </p:nvGrpSpPr>
        <p:grpSpPr>
          <a:xfrm>
            <a:off x="1932206" y="1517247"/>
            <a:ext cx="458996" cy="457200"/>
            <a:chOff x="1932206" y="1517247"/>
            <a:chExt cx="458996" cy="457200"/>
          </a:xfrm>
          <a:solidFill>
            <a:srgbClr val="FF0000"/>
          </a:solidFill>
        </p:grpSpPr>
        <p:sp>
          <p:nvSpPr>
            <p:cNvPr id="159" name="Freeform: Shape 158">
              <a:extLst>
                <a:ext uri="{FF2B5EF4-FFF2-40B4-BE49-F238E27FC236}">
                  <a16:creationId xmlns:a16="http://schemas.microsoft.com/office/drawing/2014/main" id="{55D4300E-1A00-5FD8-2738-282C56DB1082}"/>
                </a:ext>
                <a:ext uri="{C183D7F6-B498-43B3-948B-1728B52AA6E4}">
                  <adec:decorative xmlns:adec="http://schemas.microsoft.com/office/drawing/2017/decorative" val="1"/>
                </a:ext>
              </a:extLst>
            </p:cNvPr>
            <p:cNvSpPr/>
            <p:nvPr/>
          </p:nvSpPr>
          <p:spPr>
            <a:xfrm>
              <a:off x="2004758" y="1588393"/>
              <a:ext cx="386444" cy="386054"/>
            </a:xfrm>
            <a:custGeom>
              <a:avLst/>
              <a:gdLst>
                <a:gd name="connsiteX0" fmla="*/ 3865512 w 5796665"/>
                <a:gd name="connsiteY0" fmla="*/ 3713039 h 5790815"/>
                <a:gd name="connsiteX1" fmla="*/ 3723039 w 5796665"/>
                <a:gd name="connsiteY1" fmla="*/ 3861898 h 5790815"/>
                <a:gd name="connsiteX2" fmla="*/ 3739247 w 5796665"/>
                <a:gd name="connsiteY2" fmla="*/ 3879403 h 5790815"/>
                <a:gd name="connsiteX3" fmla="*/ 5303227 w 5796665"/>
                <a:gd name="connsiteY3" fmla="*/ 5443445 h 5790815"/>
                <a:gd name="connsiteX4" fmla="*/ 5452555 w 5796665"/>
                <a:gd name="connsiteY4" fmla="*/ 5444369 h 5790815"/>
                <a:gd name="connsiteX5" fmla="*/ 5449921 w 5796665"/>
                <a:gd name="connsiteY5" fmla="*/ 5297434 h 5790815"/>
                <a:gd name="connsiteX6" fmla="*/ 5266059 w 5796665"/>
                <a:gd name="connsiteY6" fmla="*/ 5113572 h 5790815"/>
                <a:gd name="connsiteX7" fmla="*/ 1069069 w 5796665"/>
                <a:gd name="connsiteY7" fmla="*/ 1010269 h 5790815"/>
                <a:gd name="connsiteX8" fmla="*/ 1197648 w 5796665"/>
                <a:gd name="connsiteY8" fmla="*/ 1115886 h 5790815"/>
                <a:gd name="connsiteX9" fmla="*/ 689468 w 5796665"/>
                <a:gd name="connsiteY9" fmla="*/ 2239632 h 5790815"/>
                <a:gd name="connsiteX10" fmla="*/ 531791 w 5796665"/>
                <a:gd name="connsiteY10" fmla="*/ 2239632 h 5790815"/>
                <a:gd name="connsiteX11" fmla="*/ 531791 w 5796665"/>
                <a:gd name="connsiteY11" fmla="*/ 2166847 h 5790815"/>
                <a:gd name="connsiteX12" fmla="*/ 639310 w 5796665"/>
                <a:gd name="connsiteY12" fmla="*/ 1652014 h 5790815"/>
                <a:gd name="connsiteX13" fmla="*/ 811971 w 5796665"/>
                <a:gd name="connsiteY13" fmla="*/ 1313347 h 5790815"/>
                <a:gd name="connsiteX14" fmla="*/ 917697 w 5796665"/>
                <a:gd name="connsiteY14" fmla="*/ 1172214 h 5790815"/>
                <a:gd name="connsiteX15" fmla="*/ 1069069 w 5796665"/>
                <a:gd name="connsiteY15" fmla="*/ 1010269 h 5790815"/>
                <a:gd name="connsiteX16" fmla="*/ 1614443 w 5796665"/>
                <a:gd name="connsiteY16" fmla="*/ 677384 h 5790815"/>
                <a:gd name="connsiteX17" fmla="*/ 1627939 w 5796665"/>
                <a:gd name="connsiteY17" fmla="*/ 697979 h 5790815"/>
                <a:gd name="connsiteX18" fmla="*/ 1675271 w 5796665"/>
                <a:gd name="connsiteY18" fmla="*/ 821258 h 5790815"/>
                <a:gd name="connsiteX19" fmla="*/ 1316350 w 5796665"/>
                <a:gd name="connsiteY19" fmla="*/ 1017456 h 5790815"/>
                <a:gd name="connsiteX20" fmla="*/ 1283486 w 5796665"/>
                <a:gd name="connsiteY20" fmla="*/ 1039893 h 5790815"/>
                <a:gd name="connsiteX21" fmla="*/ 1189365 w 5796665"/>
                <a:gd name="connsiteY21" fmla="*/ 908670 h 5790815"/>
                <a:gd name="connsiteX22" fmla="*/ 1341453 w 5796665"/>
                <a:gd name="connsiteY22" fmla="*/ 805855 h 5790815"/>
                <a:gd name="connsiteX23" fmla="*/ 1589377 w 5796665"/>
                <a:gd name="connsiteY23" fmla="*/ 681318 h 5790815"/>
                <a:gd name="connsiteX24" fmla="*/ 1614443 w 5796665"/>
                <a:gd name="connsiteY24" fmla="*/ 677384 h 5790815"/>
                <a:gd name="connsiteX25" fmla="*/ 2305401 w 5796665"/>
                <a:gd name="connsiteY25" fmla="*/ 462 h 5790815"/>
                <a:gd name="connsiteX26" fmla="*/ 2532252 w 5796665"/>
                <a:gd name="connsiteY26" fmla="*/ 22195 h 5790815"/>
                <a:gd name="connsiteX27" fmla="*/ 2849393 w 5796665"/>
                <a:gd name="connsiteY27" fmla="*/ 89752 h 5790815"/>
                <a:gd name="connsiteX28" fmla="*/ 3322974 w 5796665"/>
                <a:gd name="connsiteY28" fmla="*/ 289305 h 5790815"/>
                <a:gd name="connsiteX29" fmla="*/ 3337306 w 5796665"/>
                <a:gd name="connsiteY29" fmla="*/ 301602 h 5790815"/>
                <a:gd name="connsiteX30" fmla="*/ 3598029 w 5796665"/>
                <a:gd name="connsiteY30" fmla="*/ 479933 h 5790815"/>
                <a:gd name="connsiteX31" fmla="*/ 3636239 w 5796665"/>
                <a:gd name="connsiteY31" fmla="*/ 504597 h 5790815"/>
                <a:gd name="connsiteX32" fmla="*/ 3793072 w 5796665"/>
                <a:gd name="connsiteY32" fmla="*/ 646745 h 5790815"/>
                <a:gd name="connsiteX33" fmla="*/ 4058581 w 5796665"/>
                <a:gd name="connsiteY33" fmla="*/ 968487 h 5790815"/>
                <a:gd name="connsiteX34" fmla="*/ 4337713 w 5796665"/>
                <a:gd name="connsiteY34" fmla="*/ 1536454 h 5790815"/>
                <a:gd name="connsiteX35" fmla="*/ 4401387 w 5796665"/>
                <a:gd name="connsiteY35" fmla="*/ 1813958 h 5790815"/>
                <a:gd name="connsiteX36" fmla="*/ 4080307 w 5796665"/>
                <a:gd name="connsiteY36" fmla="*/ 1813958 h 5790815"/>
                <a:gd name="connsiteX37" fmla="*/ 4050988 w 5796665"/>
                <a:gd name="connsiteY37" fmla="*/ 1679079 h 5790815"/>
                <a:gd name="connsiteX38" fmla="*/ 3868408 w 5796665"/>
                <a:gd name="connsiteY38" fmla="*/ 1257778 h 5790815"/>
                <a:gd name="connsiteX39" fmla="*/ 3604375 w 5796665"/>
                <a:gd name="connsiteY39" fmla="*/ 907145 h 5790815"/>
                <a:gd name="connsiteX40" fmla="*/ 3440804 w 5796665"/>
                <a:gd name="connsiteY40" fmla="*/ 756340 h 5790815"/>
                <a:gd name="connsiteX41" fmla="*/ 3081873 w 5796665"/>
                <a:gd name="connsiteY41" fmla="*/ 518163 h 5790815"/>
                <a:gd name="connsiteX42" fmla="*/ 2721349 w 5796665"/>
                <a:gd name="connsiteY42" fmla="*/ 379829 h 5790815"/>
                <a:gd name="connsiteX43" fmla="*/ 2348287 w 5796665"/>
                <a:gd name="connsiteY43" fmla="*/ 317403 h 5790815"/>
                <a:gd name="connsiteX44" fmla="*/ 1994412 w 5796665"/>
                <a:gd name="connsiteY44" fmla="*/ 330260 h 5790815"/>
                <a:gd name="connsiteX45" fmla="*/ 1673457 w 5796665"/>
                <a:gd name="connsiteY45" fmla="*/ 395575 h 5790815"/>
                <a:gd name="connsiteX46" fmla="*/ 1290366 w 5796665"/>
                <a:gd name="connsiteY46" fmla="*/ 557939 h 5790815"/>
                <a:gd name="connsiteX47" fmla="*/ 932924 w 5796665"/>
                <a:gd name="connsiteY47" fmla="*/ 817151 h 5790815"/>
                <a:gd name="connsiteX48" fmla="*/ 748366 w 5796665"/>
                <a:gd name="connsiteY48" fmla="*/ 1014256 h 5790815"/>
                <a:gd name="connsiteX49" fmla="*/ 525018 w 5796665"/>
                <a:gd name="connsiteY49" fmla="*/ 1351157 h 5790815"/>
                <a:gd name="connsiteX50" fmla="*/ 386545 w 5796665"/>
                <a:gd name="connsiteY50" fmla="*/ 1701177 h 5790815"/>
                <a:gd name="connsiteX51" fmla="*/ 315092 w 5796665"/>
                <a:gd name="connsiteY51" fmla="*/ 2160680 h 5790815"/>
                <a:gd name="connsiteX52" fmla="*/ 327906 w 5796665"/>
                <a:gd name="connsiteY52" fmla="*/ 2433301 h 5790815"/>
                <a:gd name="connsiteX53" fmla="*/ 400008 w 5796665"/>
                <a:gd name="connsiteY53" fmla="*/ 2786845 h 5790815"/>
                <a:gd name="connsiteX54" fmla="*/ 563572 w 5796665"/>
                <a:gd name="connsiteY54" fmla="*/ 3162521 h 5790815"/>
                <a:gd name="connsiteX55" fmla="*/ 800025 w 5796665"/>
                <a:gd name="connsiteY55" fmla="*/ 3491270 h 5790815"/>
                <a:gd name="connsiteX56" fmla="*/ 1088329 w 5796665"/>
                <a:gd name="connsiteY56" fmla="*/ 3754890 h 5790815"/>
                <a:gd name="connsiteX57" fmla="*/ 1533508 w 5796665"/>
                <a:gd name="connsiteY57" fmla="*/ 4001281 h 5790815"/>
                <a:gd name="connsiteX58" fmla="*/ 2246555 w 5796665"/>
                <a:gd name="connsiteY58" fmla="*/ 4133029 h 5790815"/>
                <a:gd name="connsiteX59" fmla="*/ 2323354 w 5796665"/>
                <a:gd name="connsiteY59" fmla="*/ 4126594 h 5790815"/>
                <a:gd name="connsiteX60" fmla="*/ 2497160 w 5796665"/>
                <a:gd name="connsiteY60" fmla="*/ 4111896 h 5790815"/>
                <a:gd name="connsiteX61" fmla="*/ 2899356 w 5796665"/>
                <a:gd name="connsiteY61" fmla="*/ 4005240 h 5790815"/>
                <a:gd name="connsiteX62" fmla="*/ 3499449 w 5796665"/>
                <a:gd name="connsiteY62" fmla="*/ 3638219 h 5790815"/>
                <a:gd name="connsiteX63" fmla="*/ 3703230 w 5796665"/>
                <a:gd name="connsiteY63" fmla="*/ 3421879 h 5790815"/>
                <a:gd name="connsiteX64" fmla="*/ 3928123 w 5796665"/>
                <a:gd name="connsiteY64" fmla="*/ 3078067 h 5790815"/>
                <a:gd name="connsiteX65" fmla="*/ 4068796 w 5796665"/>
                <a:gd name="connsiteY65" fmla="*/ 2707922 h 5790815"/>
                <a:gd name="connsiteX66" fmla="*/ 4072003 w 5796665"/>
                <a:gd name="connsiteY66" fmla="*/ 2692631 h 5790815"/>
                <a:gd name="connsiteX67" fmla="*/ 4393820 w 5796665"/>
                <a:gd name="connsiteY67" fmla="*/ 2692631 h 5790815"/>
                <a:gd name="connsiteX68" fmla="*/ 4282791 w 5796665"/>
                <a:gd name="connsiteY68" fmla="*/ 3054603 h 5790815"/>
                <a:gd name="connsiteX69" fmla="*/ 4145498 w 5796665"/>
                <a:gd name="connsiteY69" fmla="*/ 3337714 h 5790815"/>
                <a:gd name="connsiteX70" fmla="*/ 4065458 w 5796665"/>
                <a:gd name="connsiteY70" fmla="*/ 3467096 h 5790815"/>
                <a:gd name="connsiteX71" fmla="*/ 4092184 w 5796665"/>
                <a:gd name="connsiteY71" fmla="*/ 3490608 h 5790815"/>
                <a:gd name="connsiteX72" fmla="*/ 5662992 w 5796665"/>
                <a:gd name="connsiteY72" fmla="*/ 5061354 h 5790815"/>
                <a:gd name="connsiteX73" fmla="*/ 5791650 w 5796665"/>
                <a:gd name="connsiteY73" fmla="*/ 5429320 h 5790815"/>
                <a:gd name="connsiteX74" fmla="*/ 5492793 w 5796665"/>
                <a:gd name="connsiteY74" fmla="*/ 5772325 h 5790815"/>
                <a:gd name="connsiteX75" fmla="*/ 5094273 w 5796665"/>
                <a:gd name="connsiteY75" fmla="*/ 5675828 h 5790815"/>
                <a:gd name="connsiteX76" fmla="*/ 3637722 w 5796665"/>
                <a:gd name="connsiteY76" fmla="*/ 4220663 h 5790815"/>
                <a:gd name="connsiteX77" fmla="*/ 3488862 w 5796665"/>
                <a:gd name="connsiteY77" fmla="*/ 4071535 h 5790815"/>
                <a:gd name="connsiteX78" fmla="*/ 3461178 w 5796665"/>
                <a:gd name="connsiteY78" fmla="*/ 4065189 h 5790815"/>
                <a:gd name="connsiteX79" fmla="*/ 3319808 w 5796665"/>
                <a:gd name="connsiteY79" fmla="*/ 4154838 h 5790815"/>
                <a:gd name="connsiteX80" fmla="*/ 3275046 w 5796665"/>
                <a:gd name="connsiteY80" fmla="*/ 4180764 h 5790815"/>
                <a:gd name="connsiteX81" fmla="*/ 3009323 w 5796665"/>
                <a:gd name="connsiteY81" fmla="*/ 4299573 h 5790815"/>
                <a:gd name="connsiteX82" fmla="*/ 2390780 w 5796665"/>
                <a:gd name="connsiteY82" fmla="*/ 4438549 h 5790815"/>
                <a:gd name="connsiteX83" fmla="*/ 2131994 w 5796665"/>
                <a:gd name="connsiteY83" fmla="*/ 4439776 h 5790815"/>
                <a:gd name="connsiteX84" fmla="*/ 1748366 w 5796665"/>
                <a:gd name="connsiteY84" fmla="*/ 4392531 h 5790815"/>
                <a:gd name="connsiteX85" fmla="*/ 1183681 w 5796665"/>
                <a:gd name="connsiteY85" fmla="*/ 4184964 h 5790815"/>
                <a:gd name="connsiteX86" fmla="*/ 961940 w 5796665"/>
                <a:gd name="connsiteY86" fmla="*/ 4048471 h 5790815"/>
                <a:gd name="connsiteX87" fmla="*/ 925641 w 5796665"/>
                <a:gd name="connsiteY87" fmla="*/ 4028283 h 5790815"/>
                <a:gd name="connsiteX88" fmla="*/ 737475 w 5796665"/>
                <a:gd name="connsiteY88" fmla="*/ 3871057 h 5790815"/>
                <a:gd name="connsiteX89" fmla="*/ 490898 w 5796665"/>
                <a:gd name="connsiteY89" fmla="*/ 3612638 h 5790815"/>
                <a:gd name="connsiteX90" fmla="*/ 436170 w 5796665"/>
                <a:gd name="connsiteY90" fmla="*/ 3538157 h 5790815"/>
                <a:gd name="connsiteX91" fmla="*/ 367447 w 5796665"/>
                <a:gd name="connsiteY91" fmla="*/ 3449633 h 5790815"/>
                <a:gd name="connsiteX92" fmla="*/ 346384 w 5796665"/>
                <a:gd name="connsiteY92" fmla="*/ 3413589 h 5790815"/>
                <a:gd name="connsiteX93" fmla="*/ 155659 w 5796665"/>
                <a:gd name="connsiteY93" fmla="*/ 3035167 h 5790815"/>
                <a:gd name="connsiteX94" fmla="*/ 143499 w 5796665"/>
                <a:gd name="connsiteY94" fmla="*/ 3001392 h 5790815"/>
                <a:gd name="connsiteX95" fmla="*/ 96047 w 5796665"/>
                <a:gd name="connsiteY95" fmla="*/ 2877334 h 5790815"/>
                <a:gd name="connsiteX96" fmla="*/ 80191 w 5796665"/>
                <a:gd name="connsiteY96" fmla="*/ 2814192 h 5790815"/>
                <a:gd name="connsiteX97" fmla="*/ 13910 w 5796665"/>
                <a:gd name="connsiteY97" fmla="*/ 2463013 h 5790815"/>
                <a:gd name="connsiteX98" fmla="*/ 426 w 5796665"/>
                <a:gd name="connsiteY98" fmla="*/ 2298753 h 5790815"/>
                <a:gd name="connsiteX99" fmla="*/ 1833 w 5796665"/>
                <a:gd name="connsiteY99" fmla="*/ 2092923 h 5790815"/>
                <a:gd name="connsiteX100" fmla="*/ 23187 w 5796665"/>
                <a:gd name="connsiteY100" fmla="*/ 1886198 h 5790815"/>
                <a:gd name="connsiteX101" fmla="*/ 54858 w 5796665"/>
                <a:gd name="connsiteY101" fmla="*/ 1727413 h 5790815"/>
                <a:gd name="connsiteX102" fmla="*/ 193020 w 5796665"/>
                <a:gd name="connsiteY102" fmla="*/ 1314506 h 5790815"/>
                <a:gd name="connsiteX103" fmla="*/ 272537 w 5796665"/>
                <a:gd name="connsiteY103" fmla="*/ 1156129 h 5790815"/>
                <a:gd name="connsiteX104" fmla="*/ 280599 w 5796665"/>
                <a:gd name="connsiteY104" fmla="*/ 1135506 h 5790815"/>
                <a:gd name="connsiteX105" fmla="*/ 567945 w 5796665"/>
                <a:gd name="connsiteY105" fmla="*/ 736918 h 5790815"/>
                <a:gd name="connsiteX106" fmla="*/ 725364 w 5796665"/>
                <a:gd name="connsiteY106" fmla="*/ 580127 h 5790815"/>
                <a:gd name="connsiteX107" fmla="*/ 875279 w 5796665"/>
                <a:gd name="connsiteY107" fmla="*/ 452896 h 5790815"/>
                <a:gd name="connsiteX108" fmla="*/ 1301456 w 5796665"/>
                <a:gd name="connsiteY108" fmla="*/ 198684 h 5790815"/>
                <a:gd name="connsiteX109" fmla="*/ 1371530 w 5796665"/>
                <a:gd name="connsiteY109" fmla="*/ 165357 h 5790815"/>
                <a:gd name="connsiteX110" fmla="*/ 1416003 w 5796665"/>
                <a:gd name="connsiteY110" fmla="*/ 152584 h 5790815"/>
                <a:gd name="connsiteX111" fmla="*/ 1717280 w 5796665"/>
                <a:gd name="connsiteY111" fmla="*/ 59674 h 5790815"/>
                <a:gd name="connsiteX112" fmla="*/ 1842504 w 5796665"/>
                <a:gd name="connsiteY112" fmla="*/ 28650 h 5790815"/>
                <a:gd name="connsiteX113" fmla="*/ 1872630 w 5796665"/>
                <a:gd name="connsiteY113" fmla="*/ 28244 h 5790815"/>
                <a:gd name="connsiteX114" fmla="*/ 2077521 w 5796665"/>
                <a:gd name="connsiteY114" fmla="*/ 2835 h 5790815"/>
                <a:gd name="connsiteX115" fmla="*/ 2305401 w 5796665"/>
                <a:gd name="connsiteY115" fmla="*/ 462 h 5790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5796665" h="5790815">
                  <a:moveTo>
                    <a:pt x="3865512" y="3713039"/>
                  </a:moveTo>
                  <a:lnTo>
                    <a:pt x="3723039" y="3861898"/>
                  </a:lnTo>
                  <a:cubicBezTo>
                    <a:pt x="3728777" y="3868112"/>
                    <a:pt x="3733812" y="3873961"/>
                    <a:pt x="3739247" y="3879403"/>
                  </a:cubicBezTo>
                  <a:lnTo>
                    <a:pt x="5303227" y="5443445"/>
                  </a:lnTo>
                  <a:cubicBezTo>
                    <a:pt x="5346644" y="5486855"/>
                    <a:pt x="5410717" y="5486952"/>
                    <a:pt x="5452555" y="5444369"/>
                  </a:cubicBezTo>
                  <a:cubicBezTo>
                    <a:pt x="5492924" y="5403283"/>
                    <a:pt x="5491993" y="5339727"/>
                    <a:pt x="5449921" y="5297434"/>
                  </a:cubicBezTo>
                  <a:lnTo>
                    <a:pt x="5266059" y="5113572"/>
                  </a:lnTo>
                  <a:close/>
                  <a:moveTo>
                    <a:pt x="1069069" y="1010269"/>
                  </a:moveTo>
                  <a:cubicBezTo>
                    <a:pt x="1112680" y="1046091"/>
                    <a:pt x="1153412" y="1079550"/>
                    <a:pt x="1197648" y="1115886"/>
                  </a:cubicBezTo>
                  <a:cubicBezTo>
                    <a:pt x="865931" y="1426175"/>
                    <a:pt x="702246" y="1799337"/>
                    <a:pt x="689468" y="2239632"/>
                  </a:cubicBezTo>
                  <a:cubicBezTo>
                    <a:pt x="635908" y="2239632"/>
                    <a:pt x="586298" y="2239632"/>
                    <a:pt x="531791" y="2239632"/>
                  </a:cubicBezTo>
                  <a:cubicBezTo>
                    <a:pt x="531791" y="2216692"/>
                    <a:pt x="531791" y="2193410"/>
                    <a:pt x="531791" y="2166847"/>
                  </a:cubicBezTo>
                  <a:cubicBezTo>
                    <a:pt x="542948" y="1987862"/>
                    <a:pt x="577491" y="1817343"/>
                    <a:pt x="639310" y="1652014"/>
                  </a:cubicBezTo>
                  <a:cubicBezTo>
                    <a:pt x="684070" y="1532309"/>
                    <a:pt x="743543" y="1420473"/>
                    <a:pt x="811971" y="1313347"/>
                  </a:cubicBezTo>
                  <a:cubicBezTo>
                    <a:pt x="843547" y="1263916"/>
                    <a:pt x="879391" y="1216664"/>
                    <a:pt x="917697" y="1172214"/>
                  </a:cubicBezTo>
                  <a:cubicBezTo>
                    <a:pt x="966924" y="1115092"/>
                    <a:pt x="1020570" y="1061778"/>
                    <a:pt x="1069069" y="1010269"/>
                  </a:cubicBezTo>
                  <a:close/>
                  <a:moveTo>
                    <a:pt x="1614443" y="677384"/>
                  </a:moveTo>
                  <a:cubicBezTo>
                    <a:pt x="1620280" y="680402"/>
                    <a:pt x="1624189" y="687509"/>
                    <a:pt x="1627939" y="697979"/>
                  </a:cubicBezTo>
                  <a:cubicBezTo>
                    <a:pt x="1642742" y="739304"/>
                    <a:pt x="1659313" y="779995"/>
                    <a:pt x="1675271" y="821258"/>
                  </a:cubicBezTo>
                  <a:cubicBezTo>
                    <a:pt x="1548057" y="871876"/>
                    <a:pt x="1429313" y="936859"/>
                    <a:pt x="1316350" y="1017456"/>
                  </a:cubicBezTo>
                  <a:cubicBezTo>
                    <a:pt x="1305490" y="1025254"/>
                    <a:pt x="1296410" y="1031295"/>
                    <a:pt x="1283486" y="1039893"/>
                  </a:cubicBezTo>
                  <a:cubicBezTo>
                    <a:pt x="1252312" y="996431"/>
                    <a:pt x="1222161" y="954394"/>
                    <a:pt x="1189365" y="908670"/>
                  </a:cubicBezTo>
                  <a:cubicBezTo>
                    <a:pt x="1241102" y="873247"/>
                    <a:pt x="1288744" y="834963"/>
                    <a:pt x="1341453" y="805855"/>
                  </a:cubicBezTo>
                  <a:cubicBezTo>
                    <a:pt x="1422343" y="761183"/>
                    <a:pt x="1507090" y="723545"/>
                    <a:pt x="1589377" y="681318"/>
                  </a:cubicBezTo>
                  <a:cubicBezTo>
                    <a:pt x="1600842" y="675435"/>
                    <a:pt x="1608607" y="674365"/>
                    <a:pt x="1614443" y="677384"/>
                  </a:cubicBezTo>
                  <a:close/>
                  <a:moveTo>
                    <a:pt x="2305401" y="462"/>
                  </a:moveTo>
                  <a:cubicBezTo>
                    <a:pt x="2381310" y="1959"/>
                    <a:pt x="2457053" y="7477"/>
                    <a:pt x="2532252" y="22195"/>
                  </a:cubicBezTo>
                  <a:cubicBezTo>
                    <a:pt x="2638329" y="42955"/>
                    <a:pt x="2744786" y="62915"/>
                    <a:pt x="2849393" y="89752"/>
                  </a:cubicBezTo>
                  <a:cubicBezTo>
                    <a:pt x="3016103" y="132527"/>
                    <a:pt x="3170121" y="207637"/>
                    <a:pt x="3322974" y="289305"/>
                  </a:cubicBezTo>
                  <a:cubicBezTo>
                    <a:pt x="3328464" y="294816"/>
                    <a:pt x="3332713" y="298457"/>
                    <a:pt x="3337306" y="301602"/>
                  </a:cubicBezTo>
                  <a:lnTo>
                    <a:pt x="3598029" y="479933"/>
                  </a:lnTo>
                  <a:cubicBezTo>
                    <a:pt x="3610547" y="488471"/>
                    <a:pt x="3623493" y="496389"/>
                    <a:pt x="3636239" y="504597"/>
                  </a:cubicBezTo>
                  <a:cubicBezTo>
                    <a:pt x="3688726" y="551773"/>
                    <a:pt x="3744206" y="596073"/>
                    <a:pt x="3793072" y="646745"/>
                  </a:cubicBezTo>
                  <a:cubicBezTo>
                    <a:pt x="3889748" y="746995"/>
                    <a:pt x="3979762" y="852858"/>
                    <a:pt x="4058581" y="968487"/>
                  </a:cubicBezTo>
                  <a:cubicBezTo>
                    <a:pt x="4178797" y="1144831"/>
                    <a:pt x="4272563" y="1333535"/>
                    <a:pt x="4337713" y="1536454"/>
                  </a:cubicBezTo>
                  <a:lnTo>
                    <a:pt x="4401387" y="1813958"/>
                  </a:lnTo>
                  <a:lnTo>
                    <a:pt x="4080307" y="1813958"/>
                  </a:lnTo>
                  <a:lnTo>
                    <a:pt x="4050988" y="1679079"/>
                  </a:lnTo>
                  <a:cubicBezTo>
                    <a:pt x="4011778" y="1529674"/>
                    <a:pt x="3945745" y="1391077"/>
                    <a:pt x="3868408" y="1257778"/>
                  </a:cubicBezTo>
                  <a:cubicBezTo>
                    <a:pt x="3794451" y="1130313"/>
                    <a:pt x="3706768" y="1012863"/>
                    <a:pt x="3604375" y="907145"/>
                  </a:cubicBezTo>
                  <a:cubicBezTo>
                    <a:pt x="3552853" y="853954"/>
                    <a:pt x="3496187" y="805668"/>
                    <a:pt x="3440804" y="756340"/>
                  </a:cubicBezTo>
                  <a:cubicBezTo>
                    <a:pt x="3332554" y="659905"/>
                    <a:pt x="3210241" y="584596"/>
                    <a:pt x="3081873" y="518163"/>
                  </a:cubicBezTo>
                  <a:cubicBezTo>
                    <a:pt x="2966733" y="458573"/>
                    <a:pt x="2846869" y="409417"/>
                    <a:pt x="2721349" y="379829"/>
                  </a:cubicBezTo>
                  <a:cubicBezTo>
                    <a:pt x="2598754" y="350923"/>
                    <a:pt x="2473579" y="326342"/>
                    <a:pt x="2348287" y="317403"/>
                  </a:cubicBezTo>
                  <a:cubicBezTo>
                    <a:pt x="2231105" y="309044"/>
                    <a:pt x="2111476" y="316741"/>
                    <a:pt x="1994412" y="330260"/>
                  </a:cubicBezTo>
                  <a:cubicBezTo>
                    <a:pt x="1886293" y="342743"/>
                    <a:pt x="1778864" y="367490"/>
                    <a:pt x="1673457" y="395575"/>
                  </a:cubicBezTo>
                  <a:cubicBezTo>
                    <a:pt x="1538708" y="431467"/>
                    <a:pt x="1412368" y="489416"/>
                    <a:pt x="1290366" y="557939"/>
                  </a:cubicBezTo>
                  <a:cubicBezTo>
                    <a:pt x="1160859" y="630668"/>
                    <a:pt x="1041319" y="716696"/>
                    <a:pt x="932924" y="817151"/>
                  </a:cubicBezTo>
                  <a:cubicBezTo>
                    <a:pt x="867064" y="878191"/>
                    <a:pt x="807846" y="946706"/>
                    <a:pt x="748366" y="1014256"/>
                  </a:cubicBezTo>
                  <a:cubicBezTo>
                    <a:pt x="658635" y="1116174"/>
                    <a:pt x="587381" y="1231003"/>
                    <a:pt x="525018" y="1351157"/>
                  </a:cubicBezTo>
                  <a:cubicBezTo>
                    <a:pt x="466979" y="1462979"/>
                    <a:pt x="420906" y="1579754"/>
                    <a:pt x="386545" y="1701177"/>
                  </a:cubicBezTo>
                  <a:cubicBezTo>
                    <a:pt x="344004" y="1851512"/>
                    <a:pt x="317892" y="2004710"/>
                    <a:pt x="315092" y="2160680"/>
                  </a:cubicBezTo>
                  <a:cubicBezTo>
                    <a:pt x="313457" y="2251460"/>
                    <a:pt x="321589" y="2342535"/>
                    <a:pt x="327906" y="2433301"/>
                  </a:cubicBezTo>
                  <a:cubicBezTo>
                    <a:pt x="336321" y="2554172"/>
                    <a:pt x="363957" y="2671512"/>
                    <a:pt x="400008" y="2786845"/>
                  </a:cubicBezTo>
                  <a:cubicBezTo>
                    <a:pt x="440970" y="2917910"/>
                    <a:pt x="495353" y="3043016"/>
                    <a:pt x="563572" y="3162521"/>
                  </a:cubicBezTo>
                  <a:cubicBezTo>
                    <a:pt x="630971" y="3280592"/>
                    <a:pt x="708307" y="3391628"/>
                    <a:pt x="800025" y="3491270"/>
                  </a:cubicBezTo>
                  <a:cubicBezTo>
                    <a:pt x="888266" y="3587133"/>
                    <a:pt x="982501" y="3677222"/>
                    <a:pt x="1088329" y="3754890"/>
                  </a:cubicBezTo>
                  <a:cubicBezTo>
                    <a:pt x="1226416" y="3856229"/>
                    <a:pt x="1374344" y="3938663"/>
                    <a:pt x="1533508" y="4001281"/>
                  </a:cubicBezTo>
                  <a:cubicBezTo>
                    <a:pt x="1762615" y="4091405"/>
                    <a:pt x="2001233" y="4130787"/>
                    <a:pt x="2246555" y="4133029"/>
                  </a:cubicBezTo>
                  <a:cubicBezTo>
                    <a:pt x="2272129" y="4133263"/>
                    <a:pt x="2297738" y="4128677"/>
                    <a:pt x="2323354" y="4126594"/>
                  </a:cubicBezTo>
                  <a:cubicBezTo>
                    <a:pt x="2381331" y="4121876"/>
                    <a:pt x="2439983" y="4121352"/>
                    <a:pt x="2497160" y="4111896"/>
                  </a:cubicBezTo>
                  <a:cubicBezTo>
                    <a:pt x="2634426" y="4089184"/>
                    <a:pt x="2768698" y="4055271"/>
                    <a:pt x="2899356" y="4005240"/>
                  </a:cubicBezTo>
                  <a:cubicBezTo>
                    <a:pt x="3122490" y="3919792"/>
                    <a:pt x="3323188" y="3798259"/>
                    <a:pt x="3499449" y="3638219"/>
                  </a:cubicBezTo>
                  <a:cubicBezTo>
                    <a:pt x="3572586" y="3571814"/>
                    <a:pt x="3637784" y="3496236"/>
                    <a:pt x="3703230" y="3421879"/>
                  </a:cubicBezTo>
                  <a:cubicBezTo>
                    <a:pt x="3794437" y="3318243"/>
                    <a:pt x="3865401" y="3200490"/>
                    <a:pt x="3928123" y="3078067"/>
                  </a:cubicBezTo>
                  <a:cubicBezTo>
                    <a:pt x="3988597" y="2960030"/>
                    <a:pt x="4036276" y="2836476"/>
                    <a:pt x="4068796" y="2707922"/>
                  </a:cubicBezTo>
                  <a:lnTo>
                    <a:pt x="4072003" y="2692631"/>
                  </a:lnTo>
                  <a:lnTo>
                    <a:pt x="4393820" y="2692631"/>
                  </a:lnTo>
                  <a:lnTo>
                    <a:pt x="4282791" y="3054603"/>
                  </a:lnTo>
                  <a:cubicBezTo>
                    <a:pt x="4239485" y="3150100"/>
                    <a:pt x="4193309" y="3244383"/>
                    <a:pt x="4145498" y="3337714"/>
                  </a:cubicBezTo>
                  <a:cubicBezTo>
                    <a:pt x="4123000" y="3381614"/>
                    <a:pt x="4093653" y="3421996"/>
                    <a:pt x="4065458" y="3467096"/>
                  </a:cubicBezTo>
                  <a:cubicBezTo>
                    <a:pt x="4073479" y="3474117"/>
                    <a:pt x="4083383" y="3481814"/>
                    <a:pt x="4092184" y="3490608"/>
                  </a:cubicBezTo>
                  <a:lnTo>
                    <a:pt x="5662992" y="5061354"/>
                  </a:lnTo>
                  <a:cubicBezTo>
                    <a:pt x="5764855" y="5163252"/>
                    <a:pt x="5813113" y="5288075"/>
                    <a:pt x="5791650" y="5429320"/>
                  </a:cubicBezTo>
                  <a:cubicBezTo>
                    <a:pt x="5765275" y="5602878"/>
                    <a:pt x="5664005" y="5723990"/>
                    <a:pt x="5492793" y="5772325"/>
                  </a:cubicBezTo>
                  <a:cubicBezTo>
                    <a:pt x="5344941" y="5814066"/>
                    <a:pt x="5205516" y="5786485"/>
                    <a:pt x="5094273" y="5675828"/>
                  </a:cubicBezTo>
                  <a:lnTo>
                    <a:pt x="3637722" y="4220663"/>
                  </a:lnTo>
                  <a:cubicBezTo>
                    <a:pt x="3586180" y="4168908"/>
                    <a:pt x="3538135" y="4119587"/>
                    <a:pt x="3488862" y="4071535"/>
                  </a:cubicBezTo>
                  <a:cubicBezTo>
                    <a:pt x="3482862" y="4065679"/>
                    <a:pt x="3467185" y="4061555"/>
                    <a:pt x="3461178" y="4065189"/>
                  </a:cubicBezTo>
                  <a:cubicBezTo>
                    <a:pt x="3414098" y="4093674"/>
                    <a:pt x="3368281" y="4124256"/>
                    <a:pt x="3319808" y="4154838"/>
                  </a:cubicBezTo>
                  <a:cubicBezTo>
                    <a:pt x="3303414" y="4163990"/>
                    <a:pt x="3289958" y="4173977"/>
                    <a:pt x="3275046" y="4180764"/>
                  </a:cubicBezTo>
                  <a:cubicBezTo>
                    <a:pt x="3186729" y="4220946"/>
                    <a:pt x="3099061" y="4262804"/>
                    <a:pt x="3009323" y="4299573"/>
                  </a:cubicBezTo>
                  <a:cubicBezTo>
                    <a:pt x="2811211" y="4380751"/>
                    <a:pt x="2603154" y="4421513"/>
                    <a:pt x="2390780" y="4438549"/>
                  </a:cubicBezTo>
                  <a:cubicBezTo>
                    <a:pt x="2305042" y="4445425"/>
                    <a:pt x="2218284" y="4439307"/>
                    <a:pt x="2131994" y="4439776"/>
                  </a:cubicBezTo>
                  <a:cubicBezTo>
                    <a:pt x="2002047" y="4440487"/>
                    <a:pt x="1874982" y="4419396"/>
                    <a:pt x="1748366" y="4392531"/>
                  </a:cubicBezTo>
                  <a:cubicBezTo>
                    <a:pt x="1550744" y="4350611"/>
                    <a:pt x="1362916" y="4282599"/>
                    <a:pt x="1183681" y="4184964"/>
                  </a:cubicBezTo>
                  <a:lnTo>
                    <a:pt x="961940" y="4048471"/>
                  </a:lnTo>
                  <a:cubicBezTo>
                    <a:pt x="950636" y="4041594"/>
                    <a:pt x="938283" y="4036429"/>
                    <a:pt x="925641" y="4028283"/>
                  </a:cubicBezTo>
                  <a:cubicBezTo>
                    <a:pt x="862112" y="3974720"/>
                    <a:pt x="795652" y="3927186"/>
                    <a:pt x="737475" y="3871057"/>
                  </a:cubicBezTo>
                  <a:cubicBezTo>
                    <a:pt x="652310" y="3788900"/>
                    <a:pt x="573090" y="3700583"/>
                    <a:pt x="490898" y="3612638"/>
                  </a:cubicBezTo>
                  <a:cubicBezTo>
                    <a:pt x="472379" y="3586284"/>
                    <a:pt x="454578" y="3561986"/>
                    <a:pt x="436170" y="3538157"/>
                  </a:cubicBezTo>
                  <a:cubicBezTo>
                    <a:pt x="413796" y="3509189"/>
                    <a:pt x="390911" y="3480607"/>
                    <a:pt x="367447" y="3449633"/>
                  </a:cubicBezTo>
                  <a:cubicBezTo>
                    <a:pt x="359902" y="3436128"/>
                    <a:pt x="353350" y="3424727"/>
                    <a:pt x="346384" y="3413589"/>
                  </a:cubicBezTo>
                  <a:cubicBezTo>
                    <a:pt x="271592" y="3294000"/>
                    <a:pt x="203869" y="3170839"/>
                    <a:pt x="155659" y="3035167"/>
                  </a:cubicBezTo>
                  <a:cubicBezTo>
                    <a:pt x="151231" y="3022331"/>
                    <a:pt x="147555" y="3011786"/>
                    <a:pt x="143499" y="3001392"/>
                  </a:cubicBezTo>
                  <a:cubicBezTo>
                    <a:pt x="127726" y="2960920"/>
                    <a:pt x="111828" y="2920496"/>
                    <a:pt x="96047" y="2877334"/>
                  </a:cubicBezTo>
                  <a:cubicBezTo>
                    <a:pt x="90737" y="2854484"/>
                    <a:pt x="84150" y="2834593"/>
                    <a:pt x="80191" y="2814192"/>
                  </a:cubicBezTo>
                  <a:cubicBezTo>
                    <a:pt x="57638" y="2698169"/>
                    <a:pt x="35712" y="2582022"/>
                    <a:pt x="13910" y="2463013"/>
                  </a:cubicBezTo>
                  <a:cubicBezTo>
                    <a:pt x="9531" y="2407368"/>
                    <a:pt x="4813" y="2354640"/>
                    <a:pt x="426" y="2298753"/>
                  </a:cubicBezTo>
                  <a:cubicBezTo>
                    <a:pt x="875" y="2228030"/>
                    <a:pt x="-1553" y="2160335"/>
                    <a:pt x="1833" y="2092923"/>
                  </a:cubicBezTo>
                  <a:cubicBezTo>
                    <a:pt x="5275" y="2024429"/>
                    <a:pt x="14448" y="1956224"/>
                    <a:pt x="23187" y="1886198"/>
                  </a:cubicBezTo>
                  <a:cubicBezTo>
                    <a:pt x="35015" y="1833063"/>
                    <a:pt x="44761" y="1781610"/>
                    <a:pt x="54858" y="1727413"/>
                  </a:cubicBezTo>
                  <a:cubicBezTo>
                    <a:pt x="86626" y="1583802"/>
                    <a:pt x="134754" y="1448489"/>
                    <a:pt x="193020" y="1314506"/>
                  </a:cubicBezTo>
                  <a:cubicBezTo>
                    <a:pt x="220643" y="1261599"/>
                    <a:pt x="246335" y="1210091"/>
                    <a:pt x="272537" y="1156129"/>
                  </a:cubicBezTo>
                  <a:cubicBezTo>
                    <a:pt x="275530" y="1147597"/>
                    <a:pt x="277289" y="1141093"/>
                    <a:pt x="280599" y="1135506"/>
                  </a:cubicBezTo>
                  <a:cubicBezTo>
                    <a:pt x="364144" y="994620"/>
                    <a:pt x="457951" y="861065"/>
                    <a:pt x="567945" y="736918"/>
                  </a:cubicBezTo>
                  <a:cubicBezTo>
                    <a:pt x="621294" y="684680"/>
                    <a:pt x="672353" y="632993"/>
                    <a:pt x="725364" y="580127"/>
                  </a:cubicBezTo>
                  <a:cubicBezTo>
                    <a:pt x="776492" y="536737"/>
                    <a:pt x="823433" y="491520"/>
                    <a:pt x="875279" y="452896"/>
                  </a:cubicBezTo>
                  <a:cubicBezTo>
                    <a:pt x="1008489" y="353682"/>
                    <a:pt x="1148548" y="265282"/>
                    <a:pt x="1301456" y="198684"/>
                  </a:cubicBezTo>
                  <a:cubicBezTo>
                    <a:pt x="1324368" y="188704"/>
                    <a:pt x="1346418" y="176731"/>
                    <a:pt x="1371530" y="165357"/>
                  </a:cubicBezTo>
                  <a:cubicBezTo>
                    <a:pt x="1388132" y="160895"/>
                    <a:pt x="1402112" y="156874"/>
                    <a:pt x="1416003" y="152584"/>
                  </a:cubicBezTo>
                  <a:lnTo>
                    <a:pt x="1717280" y="59674"/>
                  </a:lnTo>
                  <a:cubicBezTo>
                    <a:pt x="1757532" y="47611"/>
                    <a:pt x="1798769" y="38851"/>
                    <a:pt x="1842504" y="28650"/>
                  </a:cubicBezTo>
                  <a:cubicBezTo>
                    <a:pt x="1854512" y="28609"/>
                    <a:pt x="1863692" y="29382"/>
                    <a:pt x="1872630" y="28244"/>
                  </a:cubicBezTo>
                  <a:cubicBezTo>
                    <a:pt x="1940946" y="19546"/>
                    <a:pt x="2009103" y="4049"/>
                    <a:pt x="2077521" y="2835"/>
                  </a:cubicBezTo>
                  <a:cubicBezTo>
                    <a:pt x="2153403" y="1483"/>
                    <a:pt x="2229485" y="-1041"/>
                    <a:pt x="2305401" y="462"/>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60" name="Freeform: Shape 159">
              <a:extLst>
                <a:ext uri="{FF2B5EF4-FFF2-40B4-BE49-F238E27FC236}">
                  <a16:creationId xmlns:a16="http://schemas.microsoft.com/office/drawing/2014/main" id="{689661B0-E4C3-614E-E073-1EF022F6F560}"/>
                </a:ext>
                <a:ext uri="{C183D7F6-B498-43B3-948B-1728B52AA6E4}">
                  <adec:decorative xmlns:adec="http://schemas.microsoft.com/office/drawing/2017/decorative" val="1"/>
                </a:ext>
              </a:extLst>
            </p:cNvPr>
            <p:cNvSpPr/>
            <p:nvPr/>
          </p:nvSpPr>
          <p:spPr>
            <a:xfrm>
              <a:off x="1932206" y="1517247"/>
              <a:ext cx="373766" cy="412505"/>
            </a:xfrm>
            <a:custGeom>
              <a:avLst/>
              <a:gdLst>
                <a:gd name="connsiteX0" fmla="*/ 2011516 w 5606492"/>
                <a:gd name="connsiteY0" fmla="*/ 5098004 h 6187576"/>
                <a:gd name="connsiteX1" fmla="*/ 2050219 w 5606492"/>
                <a:gd name="connsiteY1" fmla="*/ 5115665 h 6187576"/>
                <a:gd name="connsiteX2" fmla="*/ 2271958 w 5606492"/>
                <a:gd name="connsiteY2" fmla="*/ 5252162 h 6187576"/>
                <a:gd name="connsiteX3" fmla="*/ 2236087 w 5606492"/>
                <a:gd name="connsiteY3" fmla="*/ 5254975 h 6187576"/>
                <a:gd name="connsiteX4" fmla="*/ 810935 w 5606492"/>
                <a:gd name="connsiteY4" fmla="*/ 5255023 h 6187576"/>
                <a:gd name="connsiteX5" fmla="*/ 771541 w 5606492"/>
                <a:gd name="connsiteY5" fmla="*/ 5255023 h 6187576"/>
                <a:gd name="connsiteX6" fmla="*/ 771541 w 5606492"/>
                <a:gd name="connsiteY6" fmla="*/ 5098343 h 6187576"/>
                <a:gd name="connsiteX7" fmla="*/ 2011516 w 5606492"/>
                <a:gd name="connsiteY7" fmla="*/ 5098004 h 6187576"/>
                <a:gd name="connsiteX8" fmla="*/ 1453347 w 5606492"/>
                <a:gd name="connsiteY8" fmla="*/ 4519395 h 6187576"/>
                <a:gd name="connsiteX9" fmla="*/ 1524443 w 5606492"/>
                <a:gd name="connsiteY9" fmla="*/ 4605347 h 6187576"/>
                <a:gd name="connsiteX10" fmla="*/ 1579167 w 5606492"/>
                <a:gd name="connsiteY10" fmla="*/ 4679825 h 6187576"/>
                <a:gd name="connsiteX11" fmla="*/ 771610 w 5606492"/>
                <a:gd name="connsiteY11" fmla="*/ 4682084 h 6187576"/>
                <a:gd name="connsiteX12" fmla="*/ 771610 w 5606492"/>
                <a:gd name="connsiteY12" fmla="*/ 4519741 h 6187576"/>
                <a:gd name="connsiteX13" fmla="*/ 1453347 w 5606492"/>
                <a:gd name="connsiteY13" fmla="*/ 4519395 h 6187576"/>
                <a:gd name="connsiteX14" fmla="*/ 1181076 w 5606492"/>
                <a:gd name="connsiteY14" fmla="*/ 3947600 h 6187576"/>
                <a:gd name="connsiteX15" fmla="*/ 1231774 w 5606492"/>
                <a:gd name="connsiteY15" fmla="*/ 4068582 h 6187576"/>
                <a:gd name="connsiteX16" fmla="*/ 1243930 w 5606492"/>
                <a:gd name="connsiteY16" fmla="*/ 4102360 h 6187576"/>
                <a:gd name="connsiteX17" fmla="*/ 1002683 w 5606492"/>
                <a:gd name="connsiteY17" fmla="*/ 4104715 h 6187576"/>
                <a:gd name="connsiteX18" fmla="*/ 1002683 w 5606492"/>
                <a:gd name="connsiteY18" fmla="*/ 3947951 h 6187576"/>
                <a:gd name="connsiteX19" fmla="*/ 1181076 w 5606492"/>
                <a:gd name="connsiteY19" fmla="*/ 3947600 h 6187576"/>
                <a:gd name="connsiteX20" fmla="*/ 2303463 w 5606492"/>
                <a:gd name="connsiteY20" fmla="*/ 3791513 h 6187576"/>
                <a:gd name="connsiteX21" fmla="*/ 4456488 w 5606492"/>
                <a:gd name="connsiteY21" fmla="*/ 3791513 h 6187576"/>
                <a:gd name="connsiteX22" fmla="*/ 4456488 w 5606492"/>
                <a:gd name="connsiteY22" fmla="*/ 4102888 h 6187576"/>
                <a:gd name="connsiteX23" fmla="*/ 2303463 w 5606492"/>
                <a:gd name="connsiteY23" fmla="*/ 4102888 h 6187576"/>
                <a:gd name="connsiteX24" fmla="*/ 1085247 w 5606492"/>
                <a:gd name="connsiteY24" fmla="*/ 3369253 h 6187576"/>
                <a:gd name="connsiteX25" fmla="*/ 1102180 w 5606492"/>
                <a:gd name="connsiteY25" fmla="*/ 3530198 h 6187576"/>
                <a:gd name="connsiteX26" fmla="*/ 771362 w 5606492"/>
                <a:gd name="connsiteY26" fmla="*/ 3533108 h 6187576"/>
                <a:gd name="connsiteX27" fmla="*/ 771362 w 5606492"/>
                <a:gd name="connsiteY27" fmla="*/ 3369409 h 6187576"/>
                <a:gd name="connsiteX28" fmla="*/ 1085247 w 5606492"/>
                <a:gd name="connsiteY28" fmla="*/ 3369253 h 6187576"/>
                <a:gd name="connsiteX29" fmla="*/ 2303491 w 5606492"/>
                <a:gd name="connsiteY29" fmla="*/ 3178880 h 6187576"/>
                <a:gd name="connsiteX30" fmla="*/ 4456460 w 5606492"/>
                <a:gd name="connsiteY30" fmla="*/ 3178880 h 6187576"/>
                <a:gd name="connsiteX31" fmla="*/ 4456460 w 5606492"/>
                <a:gd name="connsiteY31" fmla="*/ 3490228 h 6187576"/>
                <a:gd name="connsiteX32" fmla="*/ 2303491 w 5606492"/>
                <a:gd name="connsiteY32" fmla="*/ 3490228 h 6187576"/>
                <a:gd name="connsiteX33" fmla="*/ 5148071 w 5606492"/>
                <a:gd name="connsiteY33" fmla="*/ 3091274 h 6187576"/>
                <a:gd name="connsiteX34" fmla="*/ 5606492 w 5606492"/>
                <a:gd name="connsiteY34" fmla="*/ 3091274 h 6187576"/>
                <a:gd name="connsiteX35" fmla="*/ 5606492 w 5606492"/>
                <a:gd name="connsiteY35" fmla="*/ 3549695 h 6187576"/>
                <a:gd name="connsiteX36" fmla="*/ 5148071 w 5606492"/>
                <a:gd name="connsiteY36" fmla="*/ 3549695 h 6187576"/>
                <a:gd name="connsiteX37" fmla="*/ 1139658 w 5606492"/>
                <a:gd name="connsiteY37" fmla="*/ 2797486 h 6187576"/>
                <a:gd name="connsiteX38" fmla="*/ 1111456 w 5606492"/>
                <a:gd name="connsiteY38" fmla="*/ 2953392 h 6187576"/>
                <a:gd name="connsiteX39" fmla="*/ 771506 w 5606492"/>
                <a:gd name="connsiteY39" fmla="*/ 2955079 h 6187576"/>
                <a:gd name="connsiteX40" fmla="*/ 771506 w 5606492"/>
                <a:gd name="connsiteY40" fmla="*/ 2797626 h 6187576"/>
                <a:gd name="connsiteX41" fmla="*/ 1139658 w 5606492"/>
                <a:gd name="connsiteY41" fmla="*/ 2797486 h 6187576"/>
                <a:gd name="connsiteX42" fmla="*/ 2684644 w 5606492"/>
                <a:gd name="connsiteY42" fmla="*/ 2566248 h 6187576"/>
                <a:gd name="connsiteX43" fmla="*/ 4456502 w 5606492"/>
                <a:gd name="connsiteY43" fmla="*/ 2566248 h 6187576"/>
                <a:gd name="connsiteX44" fmla="*/ 4456502 w 5606492"/>
                <a:gd name="connsiteY44" fmla="*/ 2877637 h 6187576"/>
                <a:gd name="connsiteX45" fmla="*/ 2684644 w 5606492"/>
                <a:gd name="connsiteY45" fmla="*/ 2877637 h 6187576"/>
                <a:gd name="connsiteX46" fmla="*/ 1357199 w 5606492"/>
                <a:gd name="connsiteY46" fmla="*/ 2225816 h 6187576"/>
                <a:gd name="connsiteX47" fmla="*/ 1281292 w 5606492"/>
                <a:gd name="connsiteY47" fmla="*/ 2381699 h 6187576"/>
                <a:gd name="connsiteX48" fmla="*/ 771513 w 5606492"/>
                <a:gd name="connsiteY48" fmla="*/ 2383098 h 6187576"/>
                <a:gd name="connsiteX49" fmla="*/ 771513 w 5606492"/>
                <a:gd name="connsiteY49" fmla="*/ 2225855 h 6187576"/>
                <a:gd name="connsiteX50" fmla="*/ 1357199 w 5606492"/>
                <a:gd name="connsiteY50" fmla="*/ 2225816 h 6187576"/>
                <a:gd name="connsiteX51" fmla="*/ 771300 w 5606492"/>
                <a:gd name="connsiteY51" fmla="*/ 1647510 h 6187576"/>
                <a:gd name="connsiteX52" fmla="*/ 1808421 w 5606492"/>
                <a:gd name="connsiteY52" fmla="*/ 1648003 h 6187576"/>
                <a:gd name="connsiteX53" fmla="*/ 1656213 w 5606492"/>
                <a:gd name="connsiteY53" fmla="*/ 1804108 h 6187576"/>
                <a:gd name="connsiteX54" fmla="*/ 813667 w 5606492"/>
                <a:gd name="connsiteY54" fmla="*/ 1803868 h 6187576"/>
                <a:gd name="connsiteX55" fmla="*/ 771300 w 5606492"/>
                <a:gd name="connsiteY55" fmla="*/ 1803865 h 6187576"/>
                <a:gd name="connsiteX56" fmla="*/ 771300 w 5606492"/>
                <a:gd name="connsiteY56" fmla="*/ 1647510 h 6187576"/>
                <a:gd name="connsiteX57" fmla="*/ 2911694 w 5606492"/>
                <a:gd name="connsiteY57" fmla="*/ 1073277 h 6187576"/>
                <a:gd name="connsiteX58" fmla="*/ 2927463 w 5606492"/>
                <a:gd name="connsiteY58" fmla="*/ 1092813 h 6187576"/>
                <a:gd name="connsiteX59" fmla="*/ 2805560 w 5606492"/>
                <a:gd name="connsiteY59" fmla="*/ 1126869 h 6187576"/>
                <a:gd name="connsiteX60" fmla="*/ 2504279 w 5606492"/>
                <a:gd name="connsiteY60" fmla="*/ 1219779 h 6187576"/>
                <a:gd name="connsiteX61" fmla="*/ 2459808 w 5606492"/>
                <a:gd name="connsiteY61" fmla="*/ 1232557 h 6187576"/>
                <a:gd name="connsiteX62" fmla="*/ 1759848 w 5606492"/>
                <a:gd name="connsiteY62" fmla="*/ 1232113 h 6187576"/>
                <a:gd name="connsiteX63" fmla="*/ 1042101 w 5606492"/>
                <a:gd name="connsiteY63" fmla="*/ 1232084 h 6187576"/>
                <a:gd name="connsiteX64" fmla="*/ 1002883 w 5606492"/>
                <a:gd name="connsiteY64" fmla="*/ 1232084 h 6187576"/>
                <a:gd name="connsiteX65" fmla="*/ 1002883 w 5606492"/>
                <a:gd name="connsiteY65" fmla="*/ 1075522 h 6187576"/>
                <a:gd name="connsiteX66" fmla="*/ 1039412 w 5606492"/>
                <a:gd name="connsiteY66" fmla="*/ 1075522 h 6187576"/>
                <a:gd name="connsiteX67" fmla="*/ 2889904 w 5606492"/>
                <a:gd name="connsiteY67" fmla="*/ 1076165 h 6187576"/>
                <a:gd name="connsiteX68" fmla="*/ 2911694 w 5606492"/>
                <a:gd name="connsiteY68" fmla="*/ 1073277 h 6187576"/>
                <a:gd name="connsiteX69" fmla="*/ 1 w 5606492"/>
                <a:gd name="connsiteY69" fmla="*/ 11 h 6187576"/>
                <a:gd name="connsiteX70" fmla="*/ 38396 w 5606492"/>
                <a:gd name="connsiteY70" fmla="*/ 11 h 6187576"/>
                <a:gd name="connsiteX71" fmla="*/ 4428749 w 5606492"/>
                <a:gd name="connsiteY71" fmla="*/ 103 h 6187576"/>
                <a:gd name="connsiteX72" fmla="*/ 4717160 w 5606492"/>
                <a:gd name="connsiteY72" fmla="*/ 246536 h 6187576"/>
                <a:gd name="connsiteX73" fmla="*/ 4723771 w 5606492"/>
                <a:gd name="connsiteY73" fmla="*/ 319880 h 6187576"/>
                <a:gd name="connsiteX74" fmla="*/ 4724325 w 5606492"/>
                <a:gd name="connsiteY74" fmla="*/ 1568650 h 6187576"/>
                <a:gd name="connsiteX75" fmla="*/ 4686307 w 5606492"/>
                <a:gd name="connsiteY75" fmla="*/ 1547122 h 6187576"/>
                <a:gd name="connsiteX76" fmla="*/ 4425585 w 5606492"/>
                <a:gd name="connsiteY76" fmla="*/ 1368795 h 6187576"/>
                <a:gd name="connsiteX77" fmla="*/ 4411575 w 5606492"/>
                <a:gd name="connsiteY77" fmla="*/ 1353318 h 6187576"/>
                <a:gd name="connsiteX78" fmla="*/ 4410826 w 5606492"/>
                <a:gd name="connsiteY78" fmla="*/ 315699 h 6187576"/>
                <a:gd name="connsiteX79" fmla="*/ 314740 w 5606492"/>
                <a:gd name="connsiteY79" fmla="*/ 315699 h 6187576"/>
                <a:gd name="connsiteX80" fmla="*/ 314740 w 5606492"/>
                <a:gd name="connsiteY80" fmla="*/ 5872553 h 6187576"/>
                <a:gd name="connsiteX81" fmla="*/ 4410349 w 5606492"/>
                <a:gd name="connsiteY81" fmla="*/ 5872553 h 6187576"/>
                <a:gd name="connsiteX82" fmla="*/ 4410349 w 5606492"/>
                <a:gd name="connsiteY82" fmla="*/ 5221382 h 6187576"/>
                <a:gd name="connsiteX83" fmla="*/ 4549454 w 5606492"/>
                <a:gd name="connsiteY83" fmla="*/ 5132382 h 6187576"/>
                <a:gd name="connsiteX84" fmla="*/ 4577142 w 5606492"/>
                <a:gd name="connsiteY84" fmla="*/ 5138724 h 6187576"/>
                <a:gd name="connsiteX85" fmla="*/ 4723875 w 5606492"/>
                <a:gd name="connsiteY85" fmla="*/ 5287125 h 6187576"/>
                <a:gd name="connsiteX86" fmla="*/ 4724059 w 5606492"/>
                <a:gd name="connsiteY86" fmla="*/ 6143421 h 6187576"/>
                <a:gd name="connsiteX87" fmla="*/ 4724057 w 5606492"/>
                <a:gd name="connsiteY87" fmla="*/ 6187576 h 6187576"/>
                <a:gd name="connsiteX88" fmla="*/ 4682083 w 5606492"/>
                <a:gd name="connsiteY88" fmla="*/ 6187576 h 6187576"/>
                <a:gd name="connsiteX89" fmla="*/ 291730 w 5606492"/>
                <a:gd name="connsiteY89" fmla="*/ 6187571 h 6187576"/>
                <a:gd name="connsiteX90" fmla="*/ 7156 w 5606492"/>
                <a:gd name="connsiteY90" fmla="*/ 5940858 h 6187576"/>
                <a:gd name="connsiteX91" fmla="*/ 285 w 5606492"/>
                <a:gd name="connsiteY91" fmla="*/ 5847103 h 6187576"/>
                <a:gd name="connsiteX92" fmla="*/ 1 w 5606492"/>
                <a:gd name="connsiteY92" fmla="*/ 47747 h 6187576"/>
                <a:gd name="connsiteX93" fmla="*/ 1 w 5606492"/>
                <a:gd name="connsiteY93" fmla="*/ 11 h 618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606492" h="6187576">
                  <a:moveTo>
                    <a:pt x="2011516" y="5098004"/>
                  </a:moveTo>
                  <a:cubicBezTo>
                    <a:pt x="2026562" y="5103623"/>
                    <a:pt x="2038910" y="5108790"/>
                    <a:pt x="2050219" y="5115665"/>
                  </a:cubicBezTo>
                  <a:cubicBezTo>
                    <a:pt x="2123770" y="5160378"/>
                    <a:pt x="2197094" y="5205463"/>
                    <a:pt x="2271958" y="5252162"/>
                  </a:cubicBezTo>
                  <a:cubicBezTo>
                    <a:pt x="2260978" y="5254273"/>
                    <a:pt x="2248532" y="5254974"/>
                    <a:pt x="2236087" y="5254975"/>
                  </a:cubicBezTo>
                  <a:cubicBezTo>
                    <a:pt x="1761036" y="5255032"/>
                    <a:pt x="1285986" y="5255023"/>
                    <a:pt x="810935" y="5255023"/>
                  </a:cubicBezTo>
                  <a:cubicBezTo>
                    <a:pt x="798584" y="5255023"/>
                    <a:pt x="786232" y="5255023"/>
                    <a:pt x="771541" y="5255023"/>
                  </a:cubicBezTo>
                  <a:cubicBezTo>
                    <a:pt x="771541" y="5203084"/>
                    <a:pt x="771541" y="5152803"/>
                    <a:pt x="771541" y="5098343"/>
                  </a:cubicBezTo>
                  <a:cubicBezTo>
                    <a:pt x="1183827" y="5098343"/>
                    <a:pt x="1596083" y="5098343"/>
                    <a:pt x="2011516" y="5098004"/>
                  </a:cubicBezTo>
                  <a:close/>
                  <a:moveTo>
                    <a:pt x="1453347" y="4519395"/>
                  </a:moveTo>
                  <a:cubicBezTo>
                    <a:pt x="1479187" y="4547798"/>
                    <a:pt x="1502068" y="4576376"/>
                    <a:pt x="1524443" y="4605347"/>
                  </a:cubicBezTo>
                  <a:cubicBezTo>
                    <a:pt x="1542849" y="4629179"/>
                    <a:pt x="1560655" y="4653476"/>
                    <a:pt x="1579167" y="4679825"/>
                  </a:cubicBezTo>
                  <a:cubicBezTo>
                    <a:pt x="1311081" y="4682084"/>
                    <a:pt x="1042554" y="4682084"/>
                    <a:pt x="771610" y="4682084"/>
                  </a:cubicBezTo>
                  <a:cubicBezTo>
                    <a:pt x="771610" y="4629171"/>
                    <a:pt x="771610" y="4576625"/>
                    <a:pt x="771610" y="4519741"/>
                  </a:cubicBezTo>
                  <a:cubicBezTo>
                    <a:pt x="997656" y="4519741"/>
                    <a:pt x="1223913" y="4519741"/>
                    <a:pt x="1453347" y="4519395"/>
                  </a:cubicBezTo>
                  <a:close/>
                  <a:moveTo>
                    <a:pt x="1181076" y="3947600"/>
                  </a:moveTo>
                  <a:cubicBezTo>
                    <a:pt x="1200103" y="3987689"/>
                    <a:pt x="1215999" y="4028112"/>
                    <a:pt x="1231774" y="4068582"/>
                  </a:cubicBezTo>
                  <a:cubicBezTo>
                    <a:pt x="1235827" y="4078981"/>
                    <a:pt x="1239502" y="4089526"/>
                    <a:pt x="1243930" y="4102360"/>
                  </a:cubicBezTo>
                  <a:cubicBezTo>
                    <a:pt x="1164579" y="4104715"/>
                    <a:pt x="1084647" y="4104715"/>
                    <a:pt x="1002683" y="4104715"/>
                  </a:cubicBezTo>
                  <a:cubicBezTo>
                    <a:pt x="1002683" y="4052244"/>
                    <a:pt x="1002683" y="4002133"/>
                    <a:pt x="1002683" y="3947951"/>
                  </a:cubicBezTo>
                  <a:cubicBezTo>
                    <a:pt x="1061332" y="3947951"/>
                    <a:pt x="1119615" y="3947951"/>
                    <a:pt x="1181076" y="3947600"/>
                  </a:cubicBezTo>
                  <a:close/>
                  <a:moveTo>
                    <a:pt x="2303463" y="3791513"/>
                  </a:moveTo>
                  <a:lnTo>
                    <a:pt x="4456488" y="3791513"/>
                  </a:lnTo>
                  <a:lnTo>
                    <a:pt x="4456488" y="4102888"/>
                  </a:lnTo>
                  <a:lnTo>
                    <a:pt x="2303463" y="4102888"/>
                  </a:lnTo>
                  <a:close/>
                  <a:moveTo>
                    <a:pt x="1085247" y="3369253"/>
                  </a:moveTo>
                  <a:cubicBezTo>
                    <a:pt x="1093088" y="3421828"/>
                    <a:pt x="1097802" y="3474558"/>
                    <a:pt x="1102180" y="3530198"/>
                  </a:cubicBezTo>
                  <a:cubicBezTo>
                    <a:pt x="992403" y="3533108"/>
                    <a:pt x="882962" y="3533108"/>
                    <a:pt x="771362" y="3533108"/>
                  </a:cubicBezTo>
                  <a:cubicBezTo>
                    <a:pt x="771362" y="3478388"/>
                    <a:pt x="771362" y="3425966"/>
                    <a:pt x="771362" y="3369409"/>
                  </a:cubicBezTo>
                  <a:cubicBezTo>
                    <a:pt x="875053" y="3369409"/>
                    <a:pt x="978588" y="3369409"/>
                    <a:pt x="1085247" y="3369253"/>
                  </a:cubicBezTo>
                  <a:close/>
                  <a:moveTo>
                    <a:pt x="2303491" y="3178880"/>
                  </a:moveTo>
                  <a:lnTo>
                    <a:pt x="4456460" y="3178880"/>
                  </a:lnTo>
                  <a:lnTo>
                    <a:pt x="4456460" y="3490228"/>
                  </a:lnTo>
                  <a:lnTo>
                    <a:pt x="2303491" y="3490228"/>
                  </a:lnTo>
                  <a:close/>
                  <a:moveTo>
                    <a:pt x="5148071" y="3091274"/>
                  </a:moveTo>
                  <a:lnTo>
                    <a:pt x="5606492" y="3091274"/>
                  </a:lnTo>
                  <a:lnTo>
                    <a:pt x="5606492" y="3549695"/>
                  </a:lnTo>
                  <a:lnTo>
                    <a:pt x="5148071" y="3549695"/>
                  </a:lnTo>
                  <a:close/>
                  <a:moveTo>
                    <a:pt x="1139658" y="2797486"/>
                  </a:moveTo>
                  <a:cubicBezTo>
                    <a:pt x="1133031" y="2848800"/>
                    <a:pt x="1123283" y="2900253"/>
                    <a:pt x="1111456" y="2953392"/>
                  </a:cubicBezTo>
                  <a:cubicBezTo>
                    <a:pt x="997523" y="2955079"/>
                    <a:pt x="885668" y="2955079"/>
                    <a:pt x="771506" y="2955079"/>
                  </a:cubicBezTo>
                  <a:cubicBezTo>
                    <a:pt x="771506" y="2902331"/>
                    <a:pt x="771506" y="2852126"/>
                    <a:pt x="771506" y="2797626"/>
                  </a:cubicBezTo>
                  <a:cubicBezTo>
                    <a:pt x="893083" y="2797626"/>
                    <a:pt x="1014809" y="2797626"/>
                    <a:pt x="1139658" y="2797486"/>
                  </a:cubicBezTo>
                  <a:close/>
                  <a:moveTo>
                    <a:pt x="2684644" y="2566248"/>
                  </a:moveTo>
                  <a:lnTo>
                    <a:pt x="4456502" y="2566248"/>
                  </a:lnTo>
                  <a:lnTo>
                    <a:pt x="4456502" y="2877637"/>
                  </a:lnTo>
                  <a:lnTo>
                    <a:pt x="2684644" y="2877637"/>
                  </a:lnTo>
                  <a:close/>
                  <a:moveTo>
                    <a:pt x="1357199" y="2225816"/>
                  </a:moveTo>
                  <a:cubicBezTo>
                    <a:pt x="1334602" y="2277284"/>
                    <a:pt x="1308914" y="2328791"/>
                    <a:pt x="1281292" y="2381699"/>
                  </a:cubicBezTo>
                  <a:cubicBezTo>
                    <a:pt x="1110849" y="2383098"/>
                    <a:pt x="942338" y="2383098"/>
                    <a:pt x="771513" y="2383098"/>
                  </a:cubicBezTo>
                  <a:cubicBezTo>
                    <a:pt x="771513" y="2330531"/>
                    <a:pt x="771513" y="2280312"/>
                    <a:pt x="771513" y="2225855"/>
                  </a:cubicBezTo>
                  <a:cubicBezTo>
                    <a:pt x="965650" y="2225855"/>
                    <a:pt x="1159878" y="2225855"/>
                    <a:pt x="1357199" y="2225816"/>
                  </a:cubicBezTo>
                  <a:close/>
                  <a:moveTo>
                    <a:pt x="771300" y="1647510"/>
                  </a:moveTo>
                  <a:cubicBezTo>
                    <a:pt x="1116433" y="1647510"/>
                    <a:pt x="1460797" y="1647510"/>
                    <a:pt x="1808421" y="1648003"/>
                  </a:cubicBezTo>
                  <a:cubicBezTo>
                    <a:pt x="1760625" y="1700183"/>
                    <a:pt x="1709566" y="1751869"/>
                    <a:pt x="1656213" y="1804108"/>
                  </a:cubicBezTo>
                  <a:cubicBezTo>
                    <a:pt x="1373834" y="1804396"/>
                    <a:pt x="1093751" y="1804130"/>
                    <a:pt x="813667" y="1803868"/>
                  </a:cubicBezTo>
                  <a:cubicBezTo>
                    <a:pt x="800227" y="1803855"/>
                    <a:pt x="786787" y="1803865"/>
                    <a:pt x="771300" y="1803865"/>
                  </a:cubicBezTo>
                  <a:cubicBezTo>
                    <a:pt x="771300" y="1751418"/>
                    <a:pt x="771300" y="1701137"/>
                    <a:pt x="771300" y="1647510"/>
                  </a:cubicBezTo>
                  <a:close/>
                  <a:moveTo>
                    <a:pt x="2911694" y="1073277"/>
                  </a:moveTo>
                  <a:cubicBezTo>
                    <a:pt x="2919023" y="1073699"/>
                    <a:pt x="2925349" y="1077857"/>
                    <a:pt x="2927463" y="1092813"/>
                  </a:cubicBezTo>
                  <a:cubicBezTo>
                    <a:pt x="2887049" y="1106043"/>
                    <a:pt x="2845809" y="1114803"/>
                    <a:pt x="2805560" y="1126869"/>
                  </a:cubicBezTo>
                  <a:cubicBezTo>
                    <a:pt x="2704896" y="1157047"/>
                    <a:pt x="2604686" y="1188742"/>
                    <a:pt x="2504279" y="1219779"/>
                  </a:cubicBezTo>
                  <a:cubicBezTo>
                    <a:pt x="2490385" y="1224073"/>
                    <a:pt x="2476407" y="1228092"/>
                    <a:pt x="2459808" y="1232557"/>
                  </a:cubicBezTo>
                  <a:cubicBezTo>
                    <a:pt x="2224714" y="1232612"/>
                    <a:pt x="1992282" y="1232242"/>
                    <a:pt x="1759848" y="1232113"/>
                  </a:cubicBezTo>
                  <a:cubicBezTo>
                    <a:pt x="1520600" y="1231980"/>
                    <a:pt x="1281350" y="1232084"/>
                    <a:pt x="1042101" y="1232084"/>
                  </a:cubicBezTo>
                  <a:cubicBezTo>
                    <a:pt x="1029775" y="1232084"/>
                    <a:pt x="1017448" y="1232084"/>
                    <a:pt x="1002883" y="1232084"/>
                  </a:cubicBezTo>
                  <a:cubicBezTo>
                    <a:pt x="1002883" y="1179936"/>
                    <a:pt x="1002883" y="1129653"/>
                    <a:pt x="1002883" y="1075522"/>
                  </a:cubicBezTo>
                  <a:cubicBezTo>
                    <a:pt x="1015250" y="1075522"/>
                    <a:pt x="1027330" y="1075522"/>
                    <a:pt x="1039412" y="1075522"/>
                  </a:cubicBezTo>
                  <a:cubicBezTo>
                    <a:pt x="1656242" y="1075522"/>
                    <a:pt x="2273074" y="1075432"/>
                    <a:pt x="2889904" y="1076165"/>
                  </a:cubicBezTo>
                  <a:cubicBezTo>
                    <a:pt x="2896032" y="1076172"/>
                    <a:pt x="2904365" y="1072856"/>
                    <a:pt x="2911694" y="1073277"/>
                  </a:cubicBezTo>
                  <a:close/>
                  <a:moveTo>
                    <a:pt x="1" y="11"/>
                  </a:moveTo>
                  <a:cubicBezTo>
                    <a:pt x="14300" y="11"/>
                    <a:pt x="26348" y="11"/>
                    <a:pt x="38396" y="11"/>
                  </a:cubicBezTo>
                  <a:cubicBezTo>
                    <a:pt x="1501847" y="11"/>
                    <a:pt x="2965298" y="-46"/>
                    <a:pt x="4428749" y="103"/>
                  </a:cubicBezTo>
                  <a:cubicBezTo>
                    <a:pt x="4568472" y="117"/>
                    <a:pt x="4698473" y="116876"/>
                    <a:pt x="4717160" y="246536"/>
                  </a:cubicBezTo>
                  <a:cubicBezTo>
                    <a:pt x="4720658" y="270812"/>
                    <a:pt x="4723745" y="295422"/>
                    <a:pt x="4723771" y="319880"/>
                  </a:cubicBezTo>
                  <a:cubicBezTo>
                    <a:pt x="4724196" y="735091"/>
                    <a:pt x="4724108" y="1150304"/>
                    <a:pt x="4724325" y="1568650"/>
                  </a:cubicBezTo>
                  <a:cubicBezTo>
                    <a:pt x="4711769" y="1563580"/>
                    <a:pt x="4698823" y="1555665"/>
                    <a:pt x="4686307" y="1547122"/>
                  </a:cubicBezTo>
                  <a:cubicBezTo>
                    <a:pt x="4599341" y="1487765"/>
                    <a:pt x="4512458" y="1428289"/>
                    <a:pt x="4425585" y="1368795"/>
                  </a:cubicBezTo>
                  <a:cubicBezTo>
                    <a:pt x="4420991" y="1365650"/>
                    <a:pt x="4416738" y="1362009"/>
                    <a:pt x="4411575" y="1353318"/>
                  </a:cubicBezTo>
                  <a:cubicBezTo>
                    <a:pt x="4410826" y="1003681"/>
                    <a:pt x="4410826" y="659326"/>
                    <a:pt x="4410826" y="315699"/>
                  </a:cubicBezTo>
                  <a:cubicBezTo>
                    <a:pt x="3042382" y="315699"/>
                    <a:pt x="1678394" y="315699"/>
                    <a:pt x="314740" y="315699"/>
                  </a:cubicBezTo>
                  <a:cubicBezTo>
                    <a:pt x="314740" y="2169266"/>
                    <a:pt x="314740" y="4020268"/>
                    <a:pt x="314740" y="5872553"/>
                  </a:cubicBezTo>
                  <a:cubicBezTo>
                    <a:pt x="1680344" y="5872553"/>
                    <a:pt x="3044331" y="5872553"/>
                    <a:pt x="4410349" y="5872553"/>
                  </a:cubicBezTo>
                  <a:cubicBezTo>
                    <a:pt x="4410349" y="5654234"/>
                    <a:pt x="4410349" y="5437807"/>
                    <a:pt x="4410349" y="5221382"/>
                  </a:cubicBezTo>
                  <a:cubicBezTo>
                    <a:pt x="4456555" y="5191448"/>
                    <a:pt x="4502372" y="5160870"/>
                    <a:pt x="4549454" y="5132382"/>
                  </a:cubicBezTo>
                  <a:cubicBezTo>
                    <a:pt x="4555464" y="5128746"/>
                    <a:pt x="4571139" y="5132869"/>
                    <a:pt x="4577142" y="5138724"/>
                  </a:cubicBezTo>
                  <a:cubicBezTo>
                    <a:pt x="4626414" y="5186782"/>
                    <a:pt x="4674454" y="5236103"/>
                    <a:pt x="4723875" y="5287125"/>
                  </a:cubicBezTo>
                  <a:cubicBezTo>
                    <a:pt x="4724607" y="5573948"/>
                    <a:pt x="4724331" y="5858684"/>
                    <a:pt x="4724059" y="6143421"/>
                  </a:cubicBezTo>
                  <a:cubicBezTo>
                    <a:pt x="4724045" y="6156820"/>
                    <a:pt x="4724057" y="6170221"/>
                    <a:pt x="4724057" y="6187576"/>
                  </a:cubicBezTo>
                  <a:cubicBezTo>
                    <a:pt x="4708485" y="6187576"/>
                    <a:pt x="4695284" y="6187576"/>
                    <a:pt x="4682083" y="6187576"/>
                  </a:cubicBezTo>
                  <a:cubicBezTo>
                    <a:pt x="3218632" y="6187576"/>
                    <a:pt x="1755181" y="6187579"/>
                    <a:pt x="291730" y="6187571"/>
                  </a:cubicBezTo>
                  <a:cubicBezTo>
                    <a:pt x="159024" y="6187570"/>
                    <a:pt x="26321" y="6073085"/>
                    <a:pt x="7156" y="5940858"/>
                  </a:cubicBezTo>
                  <a:cubicBezTo>
                    <a:pt x="2669" y="5909911"/>
                    <a:pt x="290" y="5878370"/>
                    <a:pt x="285" y="5847103"/>
                  </a:cubicBezTo>
                  <a:cubicBezTo>
                    <a:pt x="-31" y="3913983"/>
                    <a:pt x="1" y="1980865"/>
                    <a:pt x="1" y="47747"/>
                  </a:cubicBezTo>
                  <a:cubicBezTo>
                    <a:pt x="1" y="33195"/>
                    <a:pt x="1" y="18644"/>
                    <a:pt x="1" y="11"/>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29" name="Group 928">
            <a:extLst>
              <a:ext uri="{FF2B5EF4-FFF2-40B4-BE49-F238E27FC236}">
                <a16:creationId xmlns:a16="http://schemas.microsoft.com/office/drawing/2014/main" id="{1E7C1BFE-7A6D-A644-C15C-6FAADFA76436}"/>
              </a:ext>
              <a:ext uri="{C183D7F6-B498-43B3-948B-1728B52AA6E4}">
                <adec:decorative xmlns:adec="http://schemas.microsoft.com/office/drawing/2017/decorative" val="1"/>
              </a:ext>
            </a:extLst>
          </p:cNvPr>
          <p:cNvGrpSpPr>
            <a:grpSpLocks noChangeAspect="1"/>
          </p:cNvGrpSpPr>
          <p:nvPr/>
        </p:nvGrpSpPr>
        <p:grpSpPr>
          <a:xfrm>
            <a:off x="2576845" y="1517247"/>
            <a:ext cx="458912" cy="457200"/>
            <a:chOff x="2576845" y="1517247"/>
            <a:chExt cx="458912" cy="457200"/>
          </a:xfrm>
          <a:solidFill>
            <a:srgbClr val="FF0000"/>
          </a:solidFill>
        </p:grpSpPr>
        <p:sp>
          <p:nvSpPr>
            <p:cNvPr id="164" name="Freeform: Shape 163">
              <a:extLst>
                <a:ext uri="{FF2B5EF4-FFF2-40B4-BE49-F238E27FC236}">
                  <a16:creationId xmlns:a16="http://schemas.microsoft.com/office/drawing/2014/main" id="{D51F31AD-AEEA-6E05-C8BD-657DE1EE18C5}"/>
                </a:ext>
                <a:ext uri="{C183D7F6-B498-43B3-948B-1728B52AA6E4}">
                  <adec:decorative xmlns:adec="http://schemas.microsoft.com/office/drawing/2017/decorative" val="1"/>
                </a:ext>
              </a:extLst>
            </p:cNvPr>
            <p:cNvSpPr/>
            <p:nvPr/>
          </p:nvSpPr>
          <p:spPr>
            <a:xfrm>
              <a:off x="2649000" y="1588515"/>
              <a:ext cx="386757" cy="385932"/>
            </a:xfrm>
            <a:custGeom>
              <a:avLst/>
              <a:gdLst>
                <a:gd name="connsiteX0" fmla="*/ 3879576 w 5801363"/>
                <a:gd name="connsiteY0" fmla="*/ 3719206 h 5788985"/>
                <a:gd name="connsiteX1" fmla="*/ 3727516 w 5801363"/>
                <a:gd name="connsiteY1" fmla="*/ 3869024 h 5788985"/>
                <a:gd name="connsiteX2" fmla="*/ 3746597 w 5801363"/>
                <a:gd name="connsiteY2" fmla="*/ 3886036 h 5788985"/>
                <a:gd name="connsiteX3" fmla="*/ 5294561 w 5801363"/>
                <a:gd name="connsiteY3" fmla="*/ 5433835 h 5788985"/>
                <a:gd name="connsiteX4" fmla="*/ 5309111 w 5801363"/>
                <a:gd name="connsiteY4" fmla="*/ 5448137 h 5788985"/>
                <a:gd name="connsiteX5" fmla="*/ 5417383 w 5801363"/>
                <a:gd name="connsiteY5" fmla="*/ 5470059 h 5788985"/>
                <a:gd name="connsiteX6" fmla="*/ 5450413 w 5801363"/>
                <a:gd name="connsiteY6" fmla="*/ 5289327 h 5788985"/>
                <a:gd name="connsiteX7" fmla="*/ 4726871 w 5801363"/>
                <a:gd name="connsiteY7" fmla="*/ 4566515 h 5788985"/>
                <a:gd name="connsiteX8" fmla="*/ 1079856 w 5801363"/>
                <a:gd name="connsiteY8" fmla="*/ 1014637 h 5788985"/>
                <a:gd name="connsiteX9" fmla="*/ 1096302 w 5801363"/>
                <a:gd name="connsiteY9" fmla="*/ 1019149 h 5788985"/>
                <a:gd name="connsiteX10" fmla="*/ 1166651 w 5801363"/>
                <a:gd name="connsiteY10" fmla="*/ 1094835 h 5788985"/>
                <a:gd name="connsiteX11" fmla="*/ 1193595 w 5801363"/>
                <a:gd name="connsiteY11" fmla="*/ 1119223 h 5788985"/>
                <a:gd name="connsiteX12" fmla="*/ 693121 w 5801363"/>
                <a:gd name="connsiteY12" fmla="*/ 2238815 h 5788985"/>
                <a:gd name="connsiteX13" fmla="*/ 538869 w 5801363"/>
                <a:gd name="connsiteY13" fmla="*/ 2238815 h 5788985"/>
                <a:gd name="connsiteX14" fmla="*/ 539893 w 5801363"/>
                <a:gd name="connsiteY14" fmla="*/ 2091665 h 5788985"/>
                <a:gd name="connsiteX15" fmla="*/ 573630 w 5801363"/>
                <a:gd name="connsiteY15" fmla="*/ 1895502 h 5788985"/>
                <a:gd name="connsiteX16" fmla="*/ 670448 w 5801363"/>
                <a:gd name="connsiteY16" fmla="*/ 1583745 h 5788985"/>
                <a:gd name="connsiteX17" fmla="*/ 873631 w 5801363"/>
                <a:gd name="connsiteY17" fmla="*/ 1231714 h 5788985"/>
                <a:gd name="connsiteX18" fmla="*/ 1064139 w 5801363"/>
                <a:gd name="connsiteY18" fmla="*/ 1018531 h 5788985"/>
                <a:gd name="connsiteX19" fmla="*/ 1079856 w 5801363"/>
                <a:gd name="connsiteY19" fmla="*/ 1014637 h 5788985"/>
                <a:gd name="connsiteX20" fmla="*/ 1619918 w 5801363"/>
                <a:gd name="connsiteY20" fmla="*/ 678074 h 5788985"/>
                <a:gd name="connsiteX21" fmla="*/ 1631607 w 5801363"/>
                <a:gd name="connsiteY21" fmla="*/ 695019 h 5788985"/>
                <a:gd name="connsiteX22" fmla="*/ 1660246 w 5801363"/>
                <a:gd name="connsiteY22" fmla="*/ 771854 h 5788985"/>
                <a:gd name="connsiteX23" fmla="*/ 1677578 w 5801363"/>
                <a:gd name="connsiteY23" fmla="*/ 819440 h 5788985"/>
                <a:gd name="connsiteX24" fmla="*/ 1559665 w 5801363"/>
                <a:gd name="connsiteY24" fmla="*/ 872726 h 5788985"/>
                <a:gd name="connsiteX25" fmla="*/ 1322308 w 5801363"/>
                <a:gd name="connsiteY25" fmla="*/ 1018410 h 5788985"/>
                <a:gd name="connsiteX26" fmla="*/ 1263608 w 5801363"/>
                <a:gd name="connsiteY26" fmla="*/ 1007705 h 5788985"/>
                <a:gd name="connsiteX27" fmla="*/ 1206404 w 5801363"/>
                <a:gd name="connsiteY27" fmla="*/ 922213 h 5788985"/>
                <a:gd name="connsiteX28" fmla="*/ 1210699 w 5801363"/>
                <a:gd name="connsiteY28" fmla="*/ 898034 h 5788985"/>
                <a:gd name="connsiteX29" fmla="*/ 1596414 w 5801363"/>
                <a:gd name="connsiteY29" fmla="*/ 679680 h 5788985"/>
                <a:gd name="connsiteX30" fmla="*/ 1619918 w 5801363"/>
                <a:gd name="connsiteY30" fmla="*/ 678074 h 5788985"/>
                <a:gd name="connsiteX31" fmla="*/ 2251667 w 5801363"/>
                <a:gd name="connsiteY31" fmla="*/ 777 h 5788985"/>
                <a:gd name="connsiteX32" fmla="*/ 2417643 w 5801363"/>
                <a:gd name="connsiteY32" fmla="*/ 8198 h 5788985"/>
                <a:gd name="connsiteX33" fmla="*/ 2668547 w 5801363"/>
                <a:gd name="connsiteY33" fmla="*/ 41781 h 5788985"/>
                <a:gd name="connsiteX34" fmla="*/ 3212082 w 5801363"/>
                <a:gd name="connsiteY34" fmla="*/ 226382 h 5788985"/>
                <a:gd name="connsiteX35" fmla="*/ 3330456 w 5801363"/>
                <a:gd name="connsiteY35" fmla="*/ 288437 h 5788985"/>
                <a:gd name="connsiteX36" fmla="*/ 3342516 w 5801363"/>
                <a:gd name="connsiteY36" fmla="*/ 301856 h 5788985"/>
                <a:gd name="connsiteX37" fmla="*/ 3505878 w 5801363"/>
                <a:gd name="connsiteY37" fmla="*/ 408376 h 5788985"/>
                <a:gd name="connsiteX38" fmla="*/ 3642905 w 5801363"/>
                <a:gd name="connsiteY38" fmla="*/ 504241 h 5788985"/>
                <a:gd name="connsiteX39" fmla="*/ 3834112 w 5801363"/>
                <a:gd name="connsiteY39" fmla="*/ 684794 h 5788985"/>
                <a:gd name="connsiteX40" fmla="*/ 4133976 w 5801363"/>
                <a:gd name="connsiteY40" fmla="*/ 1075925 h 5788985"/>
                <a:gd name="connsiteX41" fmla="*/ 4353022 w 5801363"/>
                <a:gd name="connsiteY41" fmla="*/ 1571223 h 5788985"/>
                <a:gd name="connsiteX42" fmla="*/ 4405961 w 5801363"/>
                <a:gd name="connsiteY42" fmla="*/ 1812204 h 5788985"/>
                <a:gd name="connsiteX43" fmla="*/ 4090160 w 5801363"/>
                <a:gd name="connsiteY43" fmla="*/ 1812204 h 5788985"/>
                <a:gd name="connsiteX44" fmla="*/ 3997246 w 5801363"/>
                <a:gd name="connsiteY44" fmla="*/ 1502251 h 5788985"/>
                <a:gd name="connsiteX45" fmla="*/ 3842683 w 5801363"/>
                <a:gd name="connsiteY45" fmla="*/ 1204594 h 5788985"/>
                <a:gd name="connsiteX46" fmla="*/ 3461897 w 5801363"/>
                <a:gd name="connsiteY46" fmla="*/ 766910 h 5788985"/>
                <a:gd name="connsiteX47" fmla="*/ 3077607 w 5801363"/>
                <a:gd name="connsiteY47" fmla="*/ 512558 h 5788985"/>
                <a:gd name="connsiteX48" fmla="*/ 2726183 w 5801363"/>
                <a:gd name="connsiteY48" fmla="*/ 378234 h 5788985"/>
                <a:gd name="connsiteX49" fmla="*/ 2359726 w 5801363"/>
                <a:gd name="connsiteY49" fmla="*/ 315799 h 5788985"/>
                <a:gd name="connsiteX50" fmla="*/ 2055124 w 5801363"/>
                <a:gd name="connsiteY50" fmla="*/ 321489 h 5788985"/>
                <a:gd name="connsiteX51" fmla="*/ 1808157 w 5801363"/>
                <a:gd name="connsiteY51" fmla="*/ 357333 h 5788985"/>
                <a:gd name="connsiteX52" fmla="*/ 1320762 w 5801363"/>
                <a:gd name="connsiteY52" fmla="*/ 541389 h 5788985"/>
                <a:gd name="connsiteX53" fmla="*/ 890187 w 5801363"/>
                <a:gd name="connsiteY53" fmla="*/ 859189 h 5788985"/>
                <a:gd name="connsiteX54" fmla="*/ 704710 w 5801363"/>
                <a:gd name="connsiteY54" fmla="*/ 1071532 h 5788985"/>
                <a:gd name="connsiteX55" fmla="*/ 435905 w 5801363"/>
                <a:gd name="connsiteY55" fmla="*/ 1560652 h 5788985"/>
                <a:gd name="connsiteX56" fmla="*/ 334116 w 5801363"/>
                <a:gd name="connsiteY56" fmla="*/ 1984999 h 5788985"/>
                <a:gd name="connsiteX57" fmla="*/ 314980 w 5801363"/>
                <a:gd name="connsiteY57" fmla="*/ 2222257 h 5788985"/>
                <a:gd name="connsiteX58" fmla="*/ 327109 w 5801363"/>
                <a:gd name="connsiteY58" fmla="*/ 2399713 h 5788985"/>
                <a:gd name="connsiteX59" fmla="*/ 391709 w 5801363"/>
                <a:gd name="connsiteY59" fmla="*/ 2748827 h 5788985"/>
                <a:gd name="connsiteX60" fmla="*/ 659667 w 5801363"/>
                <a:gd name="connsiteY60" fmla="*/ 3308085 h 5788985"/>
                <a:gd name="connsiteX61" fmla="*/ 1027786 w 5801363"/>
                <a:gd name="connsiteY61" fmla="*/ 3705793 h 5788985"/>
                <a:gd name="connsiteX62" fmla="*/ 1506073 w 5801363"/>
                <a:gd name="connsiteY62" fmla="*/ 3988308 h 5788985"/>
                <a:gd name="connsiteX63" fmla="*/ 2282313 w 5801363"/>
                <a:gd name="connsiteY63" fmla="*/ 4126665 h 5788985"/>
                <a:gd name="connsiteX64" fmla="*/ 2558704 w 5801363"/>
                <a:gd name="connsiteY64" fmla="*/ 4099372 h 5788985"/>
                <a:gd name="connsiteX65" fmla="*/ 3046052 w 5801363"/>
                <a:gd name="connsiteY65" fmla="*/ 3945368 h 5788985"/>
                <a:gd name="connsiteX66" fmla="*/ 3418887 w 5801363"/>
                <a:gd name="connsiteY66" fmla="*/ 3710138 h 5788985"/>
                <a:gd name="connsiteX67" fmla="*/ 3735067 w 5801363"/>
                <a:gd name="connsiteY67" fmla="*/ 3390876 h 5788985"/>
                <a:gd name="connsiteX68" fmla="*/ 3965491 w 5801363"/>
                <a:gd name="connsiteY68" fmla="*/ 3008262 h 5788985"/>
                <a:gd name="connsiteX69" fmla="*/ 4073300 w 5801363"/>
                <a:gd name="connsiteY69" fmla="*/ 2693627 h 5788985"/>
                <a:gd name="connsiteX70" fmla="*/ 4398341 w 5801363"/>
                <a:gd name="connsiteY70" fmla="*/ 2693627 h 5788985"/>
                <a:gd name="connsiteX71" fmla="*/ 4395079 w 5801363"/>
                <a:gd name="connsiteY71" fmla="*/ 2712431 h 5788985"/>
                <a:gd name="connsiteX72" fmla="*/ 4181909 w 5801363"/>
                <a:gd name="connsiteY72" fmla="*/ 3280991 h 5788985"/>
                <a:gd name="connsiteX73" fmla="*/ 4088684 w 5801363"/>
                <a:gd name="connsiteY73" fmla="*/ 3433712 h 5788985"/>
                <a:gd name="connsiteX74" fmla="*/ 4094125 w 5801363"/>
                <a:gd name="connsiteY74" fmla="*/ 3492327 h 5788985"/>
                <a:gd name="connsiteX75" fmla="*/ 5286265 w 5801363"/>
                <a:gd name="connsiteY75" fmla="*/ 4683254 h 5788985"/>
                <a:gd name="connsiteX76" fmla="*/ 5683423 w 5801363"/>
                <a:gd name="connsiteY76" fmla="*/ 5080453 h 5788985"/>
                <a:gd name="connsiteX77" fmla="*/ 5796811 w 5801363"/>
                <a:gd name="connsiteY77" fmla="*/ 5318579 h 5788985"/>
                <a:gd name="connsiteX78" fmla="*/ 5672638 w 5801363"/>
                <a:gd name="connsiteY78" fmla="*/ 5675306 h 5788985"/>
                <a:gd name="connsiteX79" fmla="*/ 5319973 w 5801363"/>
                <a:gd name="connsiteY79" fmla="*/ 5783839 h 5788985"/>
                <a:gd name="connsiteX80" fmla="*/ 5064351 w 5801363"/>
                <a:gd name="connsiteY80" fmla="*/ 5646543 h 5788985"/>
                <a:gd name="connsiteX81" fmla="*/ 3645932 w 5801363"/>
                <a:gd name="connsiteY81" fmla="*/ 4228206 h 5788985"/>
                <a:gd name="connsiteX82" fmla="*/ 3490314 w 5801363"/>
                <a:gd name="connsiteY82" fmla="*/ 4066851 h 5788985"/>
                <a:gd name="connsiteX83" fmla="*/ 3469627 w 5801363"/>
                <a:gd name="connsiteY83" fmla="*/ 4062369 h 5788985"/>
                <a:gd name="connsiteX84" fmla="*/ 3327532 w 5801363"/>
                <a:gd name="connsiteY84" fmla="*/ 4154649 h 5788985"/>
                <a:gd name="connsiteX85" fmla="*/ 3299507 w 5801363"/>
                <a:gd name="connsiteY85" fmla="*/ 4169192 h 5788985"/>
                <a:gd name="connsiteX86" fmla="*/ 2892165 w 5801363"/>
                <a:gd name="connsiteY86" fmla="*/ 4343925 h 5788985"/>
                <a:gd name="connsiteX87" fmla="*/ 2235504 w 5801363"/>
                <a:gd name="connsiteY87" fmla="*/ 4446348 h 5788985"/>
                <a:gd name="connsiteX88" fmla="*/ 2030864 w 5801363"/>
                <a:gd name="connsiteY88" fmla="*/ 4433177 h 5788985"/>
                <a:gd name="connsiteX89" fmla="*/ 1790077 w 5801363"/>
                <a:gd name="connsiteY89" fmla="*/ 4399519 h 5788985"/>
                <a:gd name="connsiteX90" fmla="*/ 1202050 w 5801363"/>
                <a:gd name="connsiteY90" fmla="*/ 4194438 h 5788985"/>
                <a:gd name="connsiteX91" fmla="*/ 745864 w 5801363"/>
                <a:gd name="connsiteY91" fmla="*/ 3879899 h 5788985"/>
                <a:gd name="connsiteX92" fmla="*/ 387937 w 5801363"/>
                <a:gd name="connsiteY92" fmla="*/ 3470529 h 5788985"/>
                <a:gd name="connsiteX93" fmla="*/ 307008 w 5801363"/>
                <a:gd name="connsiteY93" fmla="*/ 3347287 h 5788985"/>
                <a:gd name="connsiteX94" fmla="*/ 198144 w 5801363"/>
                <a:gd name="connsiteY94" fmla="*/ 3131076 h 5788985"/>
                <a:gd name="connsiteX95" fmla="*/ 123607 w 5801363"/>
                <a:gd name="connsiteY95" fmla="*/ 2941876 h 5788985"/>
                <a:gd name="connsiteX96" fmla="*/ 48691 w 5801363"/>
                <a:gd name="connsiteY96" fmla="*/ 2680738 h 5788985"/>
                <a:gd name="connsiteX97" fmla="*/ 47788 w 5801363"/>
                <a:gd name="connsiteY97" fmla="*/ 2660899 h 5788985"/>
                <a:gd name="connsiteX98" fmla="*/ 0 w 5801363"/>
                <a:gd name="connsiteY98" fmla="*/ 2210375 h 5788985"/>
                <a:gd name="connsiteX99" fmla="*/ 6972 w 5801363"/>
                <a:gd name="connsiteY99" fmla="*/ 2154636 h 5788985"/>
                <a:gd name="connsiteX100" fmla="*/ 40899 w 5801363"/>
                <a:gd name="connsiteY100" fmla="*/ 1814969 h 5788985"/>
                <a:gd name="connsiteX101" fmla="*/ 197579 w 5801363"/>
                <a:gd name="connsiteY101" fmla="*/ 1310941 h 5788985"/>
                <a:gd name="connsiteX102" fmla="*/ 575586 w 5801363"/>
                <a:gd name="connsiteY102" fmla="*/ 730755 h 5788985"/>
                <a:gd name="connsiteX103" fmla="*/ 956256 w 5801363"/>
                <a:gd name="connsiteY103" fmla="*/ 395515 h 5788985"/>
                <a:gd name="connsiteX104" fmla="*/ 1457526 w 5801363"/>
                <a:gd name="connsiteY104" fmla="*/ 133812 h 5788985"/>
                <a:gd name="connsiteX105" fmla="*/ 1834389 w 5801363"/>
                <a:gd name="connsiteY105" fmla="*/ 33540 h 5788985"/>
                <a:gd name="connsiteX106" fmla="*/ 2085638 w 5801363"/>
                <a:gd name="connsiteY106" fmla="*/ 1792 h 5788985"/>
                <a:gd name="connsiteX107" fmla="*/ 2251667 w 5801363"/>
                <a:gd name="connsiteY107" fmla="*/ 777 h 5788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801363" h="5788985">
                  <a:moveTo>
                    <a:pt x="3879576" y="3719206"/>
                  </a:moveTo>
                  <a:lnTo>
                    <a:pt x="3727516" y="3869024"/>
                  </a:lnTo>
                  <a:cubicBezTo>
                    <a:pt x="3733047" y="3873934"/>
                    <a:pt x="3740184" y="3879623"/>
                    <a:pt x="3746597" y="3886036"/>
                  </a:cubicBezTo>
                  <a:lnTo>
                    <a:pt x="5294561" y="5433835"/>
                  </a:lnTo>
                  <a:cubicBezTo>
                    <a:pt x="5299375" y="5438649"/>
                    <a:pt x="5303829" y="5443903"/>
                    <a:pt x="5309111" y="5448137"/>
                  </a:cubicBezTo>
                  <a:cubicBezTo>
                    <a:pt x="5341377" y="5474003"/>
                    <a:pt x="5376911" y="5484809"/>
                    <a:pt x="5417383" y="5470059"/>
                  </a:cubicBezTo>
                  <a:cubicBezTo>
                    <a:pt x="5481479" y="5446710"/>
                    <a:pt x="5523716" y="5362015"/>
                    <a:pt x="5450413" y="5289327"/>
                  </a:cubicBezTo>
                  <a:lnTo>
                    <a:pt x="4726871" y="4566515"/>
                  </a:lnTo>
                  <a:close/>
                  <a:moveTo>
                    <a:pt x="1079856" y="1014637"/>
                  </a:moveTo>
                  <a:cubicBezTo>
                    <a:pt x="1086498" y="1014769"/>
                    <a:pt x="1093261" y="1016301"/>
                    <a:pt x="1096302" y="1019149"/>
                  </a:cubicBezTo>
                  <a:cubicBezTo>
                    <a:pt x="1120801" y="1042093"/>
                    <a:pt x="1142347" y="1068191"/>
                    <a:pt x="1166651" y="1094835"/>
                  </a:cubicBezTo>
                  <a:cubicBezTo>
                    <a:pt x="1176597" y="1103973"/>
                    <a:pt x="1184874" y="1111400"/>
                    <a:pt x="1193595" y="1119223"/>
                  </a:cubicBezTo>
                  <a:cubicBezTo>
                    <a:pt x="871877" y="1424749"/>
                    <a:pt x="704988" y="1796215"/>
                    <a:pt x="693121" y="2238815"/>
                  </a:cubicBezTo>
                  <a:cubicBezTo>
                    <a:pt x="640503" y="2238815"/>
                    <a:pt x="587866" y="2238815"/>
                    <a:pt x="538869" y="2238815"/>
                  </a:cubicBezTo>
                  <a:cubicBezTo>
                    <a:pt x="538869" y="2189350"/>
                    <a:pt x="534670" y="2139998"/>
                    <a:pt x="539893" y="2091665"/>
                  </a:cubicBezTo>
                  <a:cubicBezTo>
                    <a:pt x="547012" y="2025773"/>
                    <a:pt x="556483" y="1959360"/>
                    <a:pt x="573630" y="1895502"/>
                  </a:cubicBezTo>
                  <a:cubicBezTo>
                    <a:pt x="601838" y="1790448"/>
                    <a:pt x="632252" y="1685479"/>
                    <a:pt x="670448" y="1583745"/>
                  </a:cubicBezTo>
                  <a:cubicBezTo>
                    <a:pt x="718454" y="1455879"/>
                    <a:pt x="790581" y="1339553"/>
                    <a:pt x="873631" y="1231714"/>
                  </a:cubicBezTo>
                  <a:cubicBezTo>
                    <a:pt x="931646" y="1156384"/>
                    <a:pt x="999318" y="1088427"/>
                    <a:pt x="1064139" y="1018531"/>
                  </a:cubicBezTo>
                  <a:cubicBezTo>
                    <a:pt x="1066695" y="1015776"/>
                    <a:pt x="1073215" y="1014506"/>
                    <a:pt x="1079856" y="1014637"/>
                  </a:cubicBezTo>
                  <a:close/>
                  <a:moveTo>
                    <a:pt x="1619918" y="678074"/>
                  </a:moveTo>
                  <a:cubicBezTo>
                    <a:pt x="1625178" y="680971"/>
                    <a:pt x="1628468" y="686959"/>
                    <a:pt x="1631607" y="695019"/>
                  </a:cubicBezTo>
                  <a:cubicBezTo>
                    <a:pt x="1641207" y="719667"/>
                    <a:pt x="1649709" y="744742"/>
                    <a:pt x="1660246" y="771854"/>
                  </a:cubicBezTo>
                  <a:cubicBezTo>
                    <a:pt x="1666853" y="788573"/>
                    <a:pt x="1671892" y="803074"/>
                    <a:pt x="1677578" y="819440"/>
                  </a:cubicBezTo>
                  <a:cubicBezTo>
                    <a:pt x="1637287" y="837363"/>
                    <a:pt x="1596404" y="851464"/>
                    <a:pt x="1559665" y="872726"/>
                  </a:cubicBezTo>
                  <a:cubicBezTo>
                    <a:pt x="1479337" y="919215"/>
                    <a:pt x="1400513" y="968398"/>
                    <a:pt x="1322308" y="1018410"/>
                  </a:cubicBezTo>
                  <a:cubicBezTo>
                    <a:pt x="1287432" y="1040714"/>
                    <a:pt x="1287150" y="1042495"/>
                    <a:pt x="1263608" y="1007705"/>
                  </a:cubicBezTo>
                  <a:cubicBezTo>
                    <a:pt x="1244384" y="979297"/>
                    <a:pt x="1224245" y="951458"/>
                    <a:pt x="1206404" y="922213"/>
                  </a:cubicBezTo>
                  <a:cubicBezTo>
                    <a:pt x="1203082" y="916768"/>
                    <a:pt x="1205691" y="901880"/>
                    <a:pt x="1210699" y="898034"/>
                  </a:cubicBezTo>
                  <a:cubicBezTo>
                    <a:pt x="1328965" y="807177"/>
                    <a:pt x="1457253" y="734089"/>
                    <a:pt x="1596414" y="679680"/>
                  </a:cubicBezTo>
                  <a:cubicBezTo>
                    <a:pt x="1607430" y="675373"/>
                    <a:pt x="1614659" y="675178"/>
                    <a:pt x="1619918" y="678074"/>
                  </a:cubicBezTo>
                  <a:close/>
                  <a:moveTo>
                    <a:pt x="2251667" y="777"/>
                  </a:moveTo>
                  <a:cubicBezTo>
                    <a:pt x="2307059" y="2014"/>
                    <a:pt x="2362443" y="4657"/>
                    <a:pt x="2417643" y="8198"/>
                  </a:cubicBezTo>
                  <a:cubicBezTo>
                    <a:pt x="2501683" y="13591"/>
                    <a:pt x="2585729" y="26045"/>
                    <a:pt x="2668547" y="41781"/>
                  </a:cubicBezTo>
                  <a:cubicBezTo>
                    <a:pt x="2858106" y="77811"/>
                    <a:pt x="3039156" y="140591"/>
                    <a:pt x="3212082" y="226382"/>
                  </a:cubicBezTo>
                  <a:cubicBezTo>
                    <a:pt x="3251540" y="245952"/>
                    <a:pt x="3290681" y="266150"/>
                    <a:pt x="3330456" y="288437"/>
                  </a:cubicBezTo>
                  <a:cubicBezTo>
                    <a:pt x="3334779" y="294533"/>
                    <a:pt x="3338124" y="298988"/>
                    <a:pt x="3342516" y="301856"/>
                  </a:cubicBezTo>
                  <a:lnTo>
                    <a:pt x="3505878" y="408376"/>
                  </a:lnTo>
                  <a:cubicBezTo>
                    <a:pt x="3552149" y="439448"/>
                    <a:pt x="3597275" y="472217"/>
                    <a:pt x="3642905" y="504241"/>
                  </a:cubicBezTo>
                  <a:cubicBezTo>
                    <a:pt x="3706767" y="564297"/>
                    <a:pt x="3772387" y="622615"/>
                    <a:pt x="3834112" y="684794"/>
                  </a:cubicBezTo>
                  <a:cubicBezTo>
                    <a:pt x="3950658" y="802209"/>
                    <a:pt x="4048689" y="934505"/>
                    <a:pt x="4133976" y="1075925"/>
                  </a:cubicBezTo>
                  <a:cubicBezTo>
                    <a:pt x="4227863" y="1231618"/>
                    <a:pt x="4305020" y="1395635"/>
                    <a:pt x="4353022" y="1571223"/>
                  </a:cubicBezTo>
                  <a:lnTo>
                    <a:pt x="4405961" y="1812204"/>
                  </a:lnTo>
                  <a:lnTo>
                    <a:pt x="4090160" y="1812204"/>
                  </a:lnTo>
                  <a:lnTo>
                    <a:pt x="3997246" y="1502251"/>
                  </a:lnTo>
                  <a:cubicBezTo>
                    <a:pt x="3954899" y="1399166"/>
                    <a:pt x="3902863" y="1300080"/>
                    <a:pt x="3842683" y="1204594"/>
                  </a:cubicBezTo>
                  <a:cubicBezTo>
                    <a:pt x="3738639" y="1039501"/>
                    <a:pt x="3611556" y="893620"/>
                    <a:pt x="3461897" y="766910"/>
                  </a:cubicBezTo>
                  <a:cubicBezTo>
                    <a:pt x="3343509" y="666672"/>
                    <a:pt x="3217323" y="578061"/>
                    <a:pt x="3077607" y="512558"/>
                  </a:cubicBezTo>
                  <a:cubicBezTo>
                    <a:pt x="2964226" y="459398"/>
                    <a:pt x="2846632" y="411396"/>
                    <a:pt x="2726183" y="378234"/>
                  </a:cubicBezTo>
                  <a:cubicBezTo>
                    <a:pt x="2607182" y="345472"/>
                    <a:pt x="2482919" y="326860"/>
                    <a:pt x="2359726" y="315799"/>
                  </a:cubicBezTo>
                  <a:cubicBezTo>
                    <a:pt x="2259109" y="306773"/>
                    <a:pt x="2156382" y="314131"/>
                    <a:pt x="2055124" y="321489"/>
                  </a:cubicBezTo>
                  <a:cubicBezTo>
                    <a:pt x="1972312" y="327509"/>
                    <a:pt x="1889066" y="338921"/>
                    <a:pt x="1808157" y="357333"/>
                  </a:cubicBezTo>
                  <a:cubicBezTo>
                    <a:pt x="1637624" y="396143"/>
                    <a:pt x="1475041" y="457184"/>
                    <a:pt x="1320762" y="541389"/>
                  </a:cubicBezTo>
                  <a:cubicBezTo>
                    <a:pt x="1162358" y="627842"/>
                    <a:pt x="1018152" y="733031"/>
                    <a:pt x="890187" y="859189"/>
                  </a:cubicBezTo>
                  <a:cubicBezTo>
                    <a:pt x="823415" y="925017"/>
                    <a:pt x="761966" y="997161"/>
                    <a:pt x="704710" y="1071532"/>
                  </a:cubicBezTo>
                  <a:cubicBezTo>
                    <a:pt x="590129" y="1220364"/>
                    <a:pt x="499456" y="1383223"/>
                    <a:pt x="435905" y="1560652"/>
                  </a:cubicBezTo>
                  <a:cubicBezTo>
                    <a:pt x="386544" y="1698458"/>
                    <a:pt x="346763" y="1838443"/>
                    <a:pt x="334116" y="1984999"/>
                  </a:cubicBezTo>
                  <a:cubicBezTo>
                    <a:pt x="327289" y="2064067"/>
                    <a:pt x="316966" y="2143058"/>
                    <a:pt x="314980" y="2222257"/>
                  </a:cubicBezTo>
                  <a:cubicBezTo>
                    <a:pt x="313497" y="2281264"/>
                    <a:pt x="324186" y="2340478"/>
                    <a:pt x="327109" y="2399713"/>
                  </a:cubicBezTo>
                  <a:cubicBezTo>
                    <a:pt x="333019" y="2519066"/>
                    <a:pt x="358285" y="2635247"/>
                    <a:pt x="391709" y="2748827"/>
                  </a:cubicBezTo>
                  <a:cubicBezTo>
                    <a:pt x="450676" y="2949199"/>
                    <a:pt x="538859" y="3136007"/>
                    <a:pt x="659667" y="3308085"/>
                  </a:cubicBezTo>
                  <a:cubicBezTo>
                    <a:pt x="764773" y="3457793"/>
                    <a:pt x="885663" y="3592026"/>
                    <a:pt x="1027786" y="3705793"/>
                  </a:cubicBezTo>
                  <a:cubicBezTo>
                    <a:pt x="1173349" y="3822319"/>
                    <a:pt x="1331684" y="3919033"/>
                    <a:pt x="1506073" y="3988308"/>
                  </a:cubicBezTo>
                  <a:cubicBezTo>
                    <a:pt x="1755591" y="4087435"/>
                    <a:pt x="2012880" y="4142181"/>
                    <a:pt x="2282313" y="4126665"/>
                  </a:cubicBezTo>
                  <a:cubicBezTo>
                    <a:pt x="2374683" y="4121342"/>
                    <a:pt x="2467114" y="4112384"/>
                    <a:pt x="2558704" y="4099372"/>
                  </a:cubicBezTo>
                  <a:cubicBezTo>
                    <a:pt x="2729362" y="4075119"/>
                    <a:pt x="2890841" y="4019008"/>
                    <a:pt x="3046052" y="3945368"/>
                  </a:cubicBezTo>
                  <a:cubicBezTo>
                    <a:pt x="3179596" y="3882009"/>
                    <a:pt x="3302617" y="3801914"/>
                    <a:pt x="3418887" y="3710138"/>
                  </a:cubicBezTo>
                  <a:cubicBezTo>
                    <a:pt x="3537654" y="3616396"/>
                    <a:pt x="3643236" y="3509877"/>
                    <a:pt x="3735067" y="3390876"/>
                  </a:cubicBezTo>
                  <a:cubicBezTo>
                    <a:pt x="3826278" y="3272681"/>
                    <a:pt x="3904201" y="3145599"/>
                    <a:pt x="3965491" y="3008262"/>
                  </a:cubicBezTo>
                  <a:lnTo>
                    <a:pt x="4073300" y="2693627"/>
                  </a:lnTo>
                  <a:lnTo>
                    <a:pt x="4398341" y="2693627"/>
                  </a:lnTo>
                  <a:lnTo>
                    <a:pt x="4395079" y="2712431"/>
                  </a:lnTo>
                  <a:cubicBezTo>
                    <a:pt x="4353456" y="2912824"/>
                    <a:pt x="4279823" y="3101665"/>
                    <a:pt x="4181909" y="3280991"/>
                  </a:cubicBezTo>
                  <a:cubicBezTo>
                    <a:pt x="4153360" y="3333289"/>
                    <a:pt x="4121219" y="3383738"/>
                    <a:pt x="4088684" y="3433712"/>
                  </a:cubicBezTo>
                  <a:cubicBezTo>
                    <a:pt x="4073782" y="3456586"/>
                    <a:pt x="4072369" y="3470667"/>
                    <a:pt x="4094125" y="3492327"/>
                  </a:cubicBezTo>
                  <a:lnTo>
                    <a:pt x="5286265" y="4683254"/>
                  </a:lnTo>
                  <a:lnTo>
                    <a:pt x="5683423" y="5080453"/>
                  </a:lnTo>
                  <a:cubicBezTo>
                    <a:pt x="5749271" y="5146404"/>
                    <a:pt x="5784012" y="5226237"/>
                    <a:pt x="5796811" y="5318579"/>
                  </a:cubicBezTo>
                  <a:cubicBezTo>
                    <a:pt x="5816381" y="5459750"/>
                    <a:pt x="5772461" y="5579626"/>
                    <a:pt x="5672638" y="5675306"/>
                  </a:cubicBezTo>
                  <a:cubicBezTo>
                    <a:pt x="5575497" y="5768413"/>
                    <a:pt x="5456455" y="5803140"/>
                    <a:pt x="5319973" y="5783839"/>
                  </a:cubicBezTo>
                  <a:cubicBezTo>
                    <a:pt x="5215997" y="5769130"/>
                    <a:pt x="5135957" y="5718218"/>
                    <a:pt x="5064351" y="5646543"/>
                  </a:cubicBezTo>
                  <a:lnTo>
                    <a:pt x="3645932" y="4228206"/>
                  </a:lnTo>
                  <a:lnTo>
                    <a:pt x="3490314" y="4066851"/>
                  </a:lnTo>
                  <a:cubicBezTo>
                    <a:pt x="3486032" y="4062479"/>
                    <a:pt x="3473992" y="4059583"/>
                    <a:pt x="3469627" y="4062369"/>
                  </a:cubicBezTo>
                  <a:cubicBezTo>
                    <a:pt x="3422604" y="4092400"/>
                    <a:pt x="3376395" y="4123714"/>
                    <a:pt x="3327532" y="4154649"/>
                  </a:cubicBezTo>
                  <a:cubicBezTo>
                    <a:pt x="3316567" y="4159483"/>
                    <a:pt x="3308141" y="4164537"/>
                    <a:pt x="3299507" y="4169192"/>
                  </a:cubicBezTo>
                  <a:cubicBezTo>
                    <a:pt x="3168928" y="4239557"/>
                    <a:pt x="3033639" y="4298599"/>
                    <a:pt x="2892165" y="4343925"/>
                  </a:cubicBezTo>
                  <a:cubicBezTo>
                    <a:pt x="2678477" y="4412387"/>
                    <a:pt x="2458508" y="4440301"/>
                    <a:pt x="2235504" y="4446348"/>
                  </a:cubicBezTo>
                  <a:cubicBezTo>
                    <a:pt x="2167436" y="4448196"/>
                    <a:pt x="2098795" y="4440577"/>
                    <a:pt x="2030864" y="4433177"/>
                  </a:cubicBezTo>
                  <a:cubicBezTo>
                    <a:pt x="1950328" y="4424413"/>
                    <a:pt x="1869930" y="4413207"/>
                    <a:pt x="1790077" y="4399519"/>
                  </a:cubicBezTo>
                  <a:cubicBezTo>
                    <a:pt x="1582782" y="4363978"/>
                    <a:pt x="1388727" y="4289972"/>
                    <a:pt x="1202050" y="4194438"/>
                  </a:cubicBezTo>
                  <a:cubicBezTo>
                    <a:pt x="1036081" y="4109502"/>
                    <a:pt x="883256" y="4004858"/>
                    <a:pt x="745864" y="3879899"/>
                  </a:cubicBezTo>
                  <a:cubicBezTo>
                    <a:pt x="611320" y="3757533"/>
                    <a:pt x="487720" y="3624078"/>
                    <a:pt x="387937" y="3470529"/>
                  </a:cubicBezTo>
                  <a:cubicBezTo>
                    <a:pt x="361540" y="3429906"/>
                    <a:pt x="334054" y="3389993"/>
                    <a:pt x="307008" y="3347287"/>
                  </a:cubicBezTo>
                  <a:cubicBezTo>
                    <a:pt x="271005" y="3274357"/>
                    <a:pt x="235071" y="3203896"/>
                    <a:pt x="198144" y="3131076"/>
                  </a:cubicBezTo>
                  <a:cubicBezTo>
                    <a:pt x="172374" y="3066524"/>
                    <a:pt x="144357" y="3005386"/>
                    <a:pt x="123607" y="2941876"/>
                  </a:cubicBezTo>
                  <a:cubicBezTo>
                    <a:pt x="95790" y="2856768"/>
                    <a:pt x="73592" y="2769811"/>
                    <a:pt x="48691" y="2680738"/>
                  </a:cubicBezTo>
                  <a:cubicBezTo>
                    <a:pt x="48236" y="2672174"/>
                    <a:pt x="49008" y="2666312"/>
                    <a:pt x="47788" y="2660899"/>
                  </a:cubicBezTo>
                  <a:cubicBezTo>
                    <a:pt x="14571" y="2513542"/>
                    <a:pt x="9413" y="2363179"/>
                    <a:pt x="0" y="2210375"/>
                  </a:cubicBezTo>
                  <a:cubicBezTo>
                    <a:pt x="2710" y="2189832"/>
                    <a:pt x="7234" y="2172200"/>
                    <a:pt x="6972" y="2154636"/>
                  </a:cubicBezTo>
                  <a:cubicBezTo>
                    <a:pt x="5289" y="2040062"/>
                    <a:pt x="21184" y="1927481"/>
                    <a:pt x="40899" y="1814969"/>
                  </a:cubicBezTo>
                  <a:cubicBezTo>
                    <a:pt x="71544" y="1640092"/>
                    <a:pt x="125283" y="1472661"/>
                    <a:pt x="197579" y="1310941"/>
                  </a:cubicBezTo>
                  <a:cubicBezTo>
                    <a:pt x="292941" y="1097633"/>
                    <a:pt x="418045" y="902930"/>
                    <a:pt x="575586" y="730755"/>
                  </a:cubicBezTo>
                  <a:cubicBezTo>
                    <a:pt x="690043" y="605665"/>
                    <a:pt x="815574" y="492001"/>
                    <a:pt x="956256" y="395515"/>
                  </a:cubicBezTo>
                  <a:cubicBezTo>
                    <a:pt x="1113032" y="287982"/>
                    <a:pt x="1278959" y="198591"/>
                    <a:pt x="1457526" y="133812"/>
                  </a:cubicBezTo>
                  <a:cubicBezTo>
                    <a:pt x="1580009" y="89376"/>
                    <a:pt x="1704293" y="50221"/>
                    <a:pt x="1834389" y="33540"/>
                  </a:cubicBezTo>
                  <a:cubicBezTo>
                    <a:pt x="1918166" y="22797"/>
                    <a:pt x="2001612" y="4964"/>
                    <a:pt x="2085638" y="1792"/>
                  </a:cubicBezTo>
                  <a:cubicBezTo>
                    <a:pt x="2140873" y="-291"/>
                    <a:pt x="2196274" y="-460"/>
                    <a:pt x="2251667" y="777"/>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63" name="Freeform: Shape 162">
              <a:extLst>
                <a:ext uri="{FF2B5EF4-FFF2-40B4-BE49-F238E27FC236}">
                  <a16:creationId xmlns:a16="http://schemas.microsoft.com/office/drawing/2014/main" id="{1277F1D6-42E4-FB78-3AA1-5F02615FFAFF}"/>
                </a:ext>
                <a:ext uri="{C183D7F6-B498-43B3-948B-1728B52AA6E4}">
                  <adec:decorative xmlns:adec="http://schemas.microsoft.com/office/drawing/2017/decorative" val="1"/>
                </a:ext>
              </a:extLst>
            </p:cNvPr>
            <p:cNvSpPr/>
            <p:nvPr/>
          </p:nvSpPr>
          <p:spPr>
            <a:xfrm>
              <a:off x="2576845" y="1517247"/>
              <a:ext cx="373965" cy="412708"/>
            </a:xfrm>
            <a:custGeom>
              <a:avLst/>
              <a:gdLst>
                <a:gd name="connsiteX0" fmla="*/ 1280961 w 5609479"/>
                <a:gd name="connsiteY0" fmla="*/ 4205562 h 6190618"/>
                <a:gd name="connsiteX1" fmla="*/ 1389321 w 5609479"/>
                <a:gd name="connsiteY1" fmla="*/ 4416306 h 6190618"/>
                <a:gd name="connsiteX2" fmla="*/ 1280483 w 5609479"/>
                <a:gd name="connsiteY2" fmla="*/ 4418775 h 6190618"/>
                <a:gd name="connsiteX3" fmla="*/ 1280961 w 5609479"/>
                <a:gd name="connsiteY3" fmla="*/ 4205562 h 6190618"/>
                <a:gd name="connsiteX4" fmla="*/ 667411 w 5609479"/>
                <a:gd name="connsiteY4" fmla="*/ 3720510 h 6190618"/>
                <a:gd name="connsiteX5" fmla="*/ 822318 w 5609479"/>
                <a:gd name="connsiteY5" fmla="*/ 3720510 h 6190618"/>
                <a:gd name="connsiteX6" fmla="*/ 822318 w 5609479"/>
                <a:gd name="connsiteY6" fmla="*/ 4417221 h 6190618"/>
                <a:gd name="connsiteX7" fmla="*/ 667411 w 5609479"/>
                <a:gd name="connsiteY7" fmla="*/ 4417221 h 6190618"/>
                <a:gd name="connsiteX8" fmla="*/ 1078809 w 5609479"/>
                <a:gd name="connsiteY8" fmla="*/ 3282433 h 6190618"/>
                <a:gd name="connsiteX9" fmla="*/ 1130101 w 5609479"/>
                <a:gd name="connsiteY9" fmla="*/ 3729915 h 6190618"/>
                <a:gd name="connsiteX10" fmla="*/ 1131005 w 5609479"/>
                <a:gd name="connsiteY10" fmla="*/ 3749759 h 6190618"/>
                <a:gd name="connsiteX11" fmla="*/ 1131299 w 5609479"/>
                <a:gd name="connsiteY11" fmla="*/ 4417905 h 6190618"/>
                <a:gd name="connsiteX12" fmla="*/ 975502 w 5609479"/>
                <a:gd name="connsiteY12" fmla="*/ 4417905 h 6190618"/>
                <a:gd name="connsiteX13" fmla="*/ 975502 w 5609479"/>
                <a:gd name="connsiteY13" fmla="*/ 3282530 h 6190618"/>
                <a:gd name="connsiteX14" fmla="*/ 1078809 w 5609479"/>
                <a:gd name="connsiteY14" fmla="*/ 3282433 h 6190618"/>
                <a:gd name="connsiteX15" fmla="*/ 2567482 w 5609479"/>
                <a:gd name="connsiteY15" fmla="*/ 3141552 h 6190618"/>
                <a:gd name="connsiteX16" fmla="*/ 2879111 w 5609479"/>
                <a:gd name="connsiteY16" fmla="*/ 3141552 h 6190618"/>
                <a:gd name="connsiteX17" fmla="*/ 2879111 w 5609479"/>
                <a:gd name="connsiteY17" fmla="*/ 4417325 h 6190618"/>
                <a:gd name="connsiteX18" fmla="*/ 2567482 w 5609479"/>
                <a:gd name="connsiteY18" fmla="*/ 4417325 h 6190618"/>
                <a:gd name="connsiteX19" fmla="*/ 5150522 w 5609479"/>
                <a:gd name="connsiteY19" fmla="*/ 3092764 h 6190618"/>
                <a:gd name="connsiteX20" fmla="*/ 5609479 w 5609479"/>
                <a:gd name="connsiteY20" fmla="*/ 3092764 h 6190618"/>
                <a:gd name="connsiteX21" fmla="*/ 5609479 w 5609479"/>
                <a:gd name="connsiteY21" fmla="*/ 3551101 h 6190618"/>
                <a:gd name="connsiteX22" fmla="*/ 5150522 w 5609479"/>
                <a:gd name="connsiteY22" fmla="*/ 3551101 h 6190618"/>
                <a:gd name="connsiteX23" fmla="*/ 3795088 w 5609479"/>
                <a:gd name="connsiteY23" fmla="*/ 2645109 h 6190618"/>
                <a:gd name="connsiteX24" fmla="*/ 4106613 w 5609479"/>
                <a:gd name="connsiteY24" fmla="*/ 2645109 h 6190618"/>
                <a:gd name="connsiteX25" fmla="*/ 4106613 w 5609479"/>
                <a:gd name="connsiteY25" fmla="*/ 4417794 h 6190618"/>
                <a:gd name="connsiteX26" fmla="*/ 3795088 w 5609479"/>
                <a:gd name="connsiteY26" fmla="*/ 4417794 h 6190618"/>
                <a:gd name="connsiteX27" fmla="*/ 3181975 w 5609479"/>
                <a:gd name="connsiteY27" fmla="*/ 2261033 h 6190618"/>
                <a:gd name="connsiteX28" fmla="*/ 3491487 w 5609479"/>
                <a:gd name="connsiteY28" fmla="*/ 2261033 h 6190618"/>
                <a:gd name="connsiteX29" fmla="*/ 3491487 w 5609479"/>
                <a:gd name="connsiteY29" fmla="*/ 4417973 h 6190618"/>
                <a:gd name="connsiteX30" fmla="*/ 3181975 w 5609479"/>
                <a:gd name="connsiteY30" fmla="*/ 4417973 h 6190618"/>
                <a:gd name="connsiteX31" fmla="*/ 0 w 5609479"/>
                <a:gd name="connsiteY31" fmla="*/ 13 h 6190618"/>
                <a:gd name="connsiteX32" fmla="*/ 41367 w 5609479"/>
                <a:gd name="connsiteY32" fmla="*/ 13 h 6190618"/>
                <a:gd name="connsiteX33" fmla="*/ 4426603 w 5609479"/>
                <a:gd name="connsiteY33" fmla="*/ 111 h 6190618"/>
                <a:gd name="connsiteX34" fmla="*/ 4719387 w 5609479"/>
                <a:gd name="connsiteY34" fmla="*/ 274572 h 6190618"/>
                <a:gd name="connsiteX35" fmla="*/ 4726039 w 5609479"/>
                <a:gd name="connsiteY35" fmla="*/ 484255 h 6190618"/>
                <a:gd name="connsiteX36" fmla="*/ 4725696 w 5609479"/>
                <a:gd name="connsiteY36" fmla="*/ 1570095 h 6190618"/>
                <a:gd name="connsiteX37" fmla="*/ 4588197 w 5609479"/>
                <a:gd name="connsiteY37" fmla="*/ 1477392 h 6190618"/>
                <a:gd name="connsiteX38" fmla="*/ 4424830 w 5609479"/>
                <a:gd name="connsiteY38" fmla="*/ 1370870 h 6190618"/>
                <a:gd name="connsiteX39" fmla="*/ 4413110 w 5609479"/>
                <a:gd name="connsiteY39" fmla="*/ 1354278 h 6190618"/>
                <a:gd name="connsiteX40" fmla="*/ 4412960 w 5609479"/>
                <a:gd name="connsiteY40" fmla="*/ 315875 h 6190618"/>
                <a:gd name="connsiteX41" fmla="*/ 314946 w 5609479"/>
                <a:gd name="connsiteY41" fmla="*/ 315875 h 6190618"/>
                <a:gd name="connsiteX42" fmla="*/ 314946 w 5609479"/>
                <a:gd name="connsiteY42" fmla="*/ 5875321 h 6190618"/>
                <a:gd name="connsiteX43" fmla="*/ 4412282 w 5609479"/>
                <a:gd name="connsiteY43" fmla="*/ 5875321 h 6190618"/>
                <a:gd name="connsiteX44" fmla="*/ 4412282 w 5609479"/>
                <a:gd name="connsiteY44" fmla="*/ 5223698 h 6190618"/>
                <a:gd name="connsiteX45" fmla="*/ 4551943 w 5609479"/>
                <a:gd name="connsiteY45" fmla="*/ 5131385 h 6190618"/>
                <a:gd name="connsiteX46" fmla="*/ 4572629 w 5609479"/>
                <a:gd name="connsiteY46" fmla="*/ 5135865 h 6190618"/>
                <a:gd name="connsiteX47" fmla="*/ 4726125 w 5609479"/>
                <a:gd name="connsiteY47" fmla="*/ 5296492 h 6190618"/>
                <a:gd name="connsiteX48" fmla="*/ 4726349 w 5609479"/>
                <a:gd name="connsiteY48" fmla="*/ 6146311 h 6190618"/>
                <a:gd name="connsiteX49" fmla="*/ 4726348 w 5609479"/>
                <a:gd name="connsiteY49" fmla="*/ 6190575 h 6190618"/>
                <a:gd name="connsiteX50" fmla="*/ 4681044 w 5609479"/>
                <a:gd name="connsiteY50" fmla="*/ 6190575 h 6190618"/>
                <a:gd name="connsiteX51" fmla="*/ 295808 w 5609479"/>
                <a:gd name="connsiteY51" fmla="*/ 6190203 h 6190618"/>
                <a:gd name="connsiteX52" fmla="*/ 7260 w 5609479"/>
                <a:gd name="connsiteY52" fmla="*/ 5960453 h 6190618"/>
                <a:gd name="connsiteX53" fmla="*/ 284 w 5609479"/>
                <a:gd name="connsiteY53" fmla="*/ 5897465 h 6190618"/>
                <a:gd name="connsiteX54" fmla="*/ 0 w 5609479"/>
                <a:gd name="connsiteY54" fmla="*/ 48214 h 6190618"/>
                <a:gd name="connsiteX55" fmla="*/ 0 w 5609479"/>
                <a:gd name="connsiteY55" fmla="*/ 13 h 619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609479" h="6190618">
                  <a:moveTo>
                    <a:pt x="1280961" y="4205562"/>
                  </a:moveTo>
                  <a:cubicBezTo>
                    <a:pt x="1317381" y="4272914"/>
                    <a:pt x="1353320" y="4343376"/>
                    <a:pt x="1389321" y="4416306"/>
                  </a:cubicBezTo>
                  <a:cubicBezTo>
                    <a:pt x="1354473" y="4418775"/>
                    <a:pt x="1319564" y="4418775"/>
                    <a:pt x="1280483" y="4418775"/>
                  </a:cubicBezTo>
                  <a:cubicBezTo>
                    <a:pt x="1280483" y="4348167"/>
                    <a:pt x="1280483" y="4278419"/>
                    <a:pt x="1280961" y="4205562"/>
                  </a:cubicBezTo>
                  <a:close/>
                  <a:moveTo>
                    <a:pt x="667411" y="3720510"/>
                  </a:moveTo>
                  <a:lnTo>
                    <a:pt x="822318" y="3720510"/>
                  </a:lnTo>
                  <a:lnTo>
                    <a:pt x="822318" y="4417221"/>
                  </a:lnTo>
                  <a:lnTo>
                    <a:pt x="667411" y="4417221"/>
                  </a:lnTo>
                  <a:close/>
                  <a:moveTo>
                    <a:pt x="1078809" y="3282433"/>
                  </a:moveTo>
                  <a:cubicBezTo>
                    <a:pt x="1091730" y="3432199"/>
                    <a:pt x="1096885" y="3582559"/>
                    <a:pt x="1130101" y="3729915"/>
                  </a:cubicBezTo>
                  <a:cubicBezTo>
                    <a:pt x="1131322" y="3735330"/>
                    <a:pt x="1130553" y="3741193"/>
                    <a:pt x="1131005" y="3749759"/>
                  </a:cubicBezTo>
                  <a:cubicBezTo>
                    <a:pt x="1131299" y="3973755"/>
                    <a:pt x="1131299" y="4194837"/>
                    <a:pt x="1131299" y="4417905"/>
                  </a:cubicBezTo>
                  <a:cubicBezTo>
                    <a:pt x="1077774" y="4417905"/>
                    <a:pt x="1027458" y="4417905"/>
                    <a:pt x="975502" y="4417905"/>
                  </a:cubicBezTo>
                  <a:cubicBezTo>
                    <a:pt x="975502" y="4040354"/>
                    <a:pt x="975502" y="3663971"/>
                    <a:pt x="975502" y="3282530"/>
                  </a:cubicBezTo>
                  <a:cubicBezTo>
                    <a:pt x="1008651" y="3282530"/>
                    <a:pt x="1042177" y="3282530"/>
                    <a:pt x="1078809" y="3282433"/>
                  </a:cubicBezTo>
                  <a:close/>
                  <a:moveTo>
                    <a:pt x="2567482" y="3141552"/>
                  </a:moveTo>
                  <a:lnTo>
                    <a:pt x="2879111" y="3141552"/>
                  </a:lnTo>
                  <a:lnTo>
                    <a:pt x="2879111" y="4417325"/>
                  </a:lnTo>
                  <a:lnTo>
                    <a:pt x="2567482" y="4417325"/>
                  </a:lnTo>
                  <a:close/>
                  <a:moveTo>
                    <a:pt x="5150522" y="3092764"/>
                  </a:moveTo>
                  <a:lnTo>
                    <a:pt x="5609479" y="3092764"/>
                  </a:lnTo>
                  <a:lnTo>
                    <a:pt x="5609479" y="3551101"/>
                  </a:lnTo>
                  <a:lnTo>
                    <a:pt x="5150522" y="3551101"/>
                  </a:lnTo>
                  <a:close/>
                  <a:moveTo>
                    <a:pt x="3795088" y="2645109"/>
                  </a:moveTo>
                  <a:lnTo>
                    <a:pt x="4106613" y="2645109"/>
                  </a:lnTo>
                  <a:lnTo>
                    <a:pt x="4106613" y="4417794"/>
                  </a:lnTo>
                  <a:lnTo>
                    <a:pt x="3795088" y="4417794"/>
                  </a:lnTo>
                  <a:close/>
                  <a:moveTo>
                    <a:pt x="3181975" y="2261033"/>
                  </a:moveTo>
                  <a:lnTo>
                    <a:pt x="3491487" y="2261033"/>
                  </a:lnTo>
                  <a:lnTo>
                    <a:pt x="3491487" y="4417973"/>
                  </a:lnTo>
                  <a:lnTo>
                    <a:pt x="3181975" y="4417973"/>
                  </a:lnTo>
                  <a:close/>
                  <a:moveTo>
                    <a:pt x="0" y="13"/>
                  </a:moveTo>
                  <a:cubicBezTo>
                    <a:pt x="15075" y="13"/>
                    <a:pt x="28221" y="13"/>
                    <a:pt x="41367" y="13"/>
                  </a:cubicBezTo>
                  <a:cubicBezTo>
                    <a:pt x="1503112" y="13"/>
                    <a:pt x="2964858" y="-51"/>
                    <a:pt x="4426603" y="111"/>
                  </a:cubicBezTo>
                  <a:cubicBezTo>
                    <a:pt x="4573821" y="127"/>
                    <a:pt x="4712457" y="124400"/>
                    <a:pt x="4719387" y="274572"/>
                  </a:cubicBezTo>
                  <a:cubicBezTo>
                    <a:pt x="4722610" y="344424"/>
                    <a:pt x="4725922" y="414354"/>
                    <a:pt x="4726039" y="484255"/>
                  </a:cubicBezTo>
                  <a:cubicBezTo>
                    <a:pt x="4726645" y="845148"/>
                    <a:pt x="4726229" y="1206042"/>
                    <a:pt x="4725696" y="1570095"/>
                  </a:cubicBezTo>
                  <a:cubicBezTo>
                    <a:pt x="4679590" y="1541236"/>
                    <a:pt x="4634463" y="1508467"/>
                    <a:pt x="4588197" y="1477392"/>
                  </a:cubicBezTo>
                  <a:cubicBezTo>
                    <a:pt x="4534237" y="1441149"/>
                    <a:pt x="4479242" y="1406447"/>
                    <a:pt x="4424830" y="1370870"/>
                  </a:cubicBezTo>
                  <a:cubicBezTo>
                    <a:pt x="4420443" y="1368002"/>
                    <a:pt x="4417092" y="1363549"/>
                    <a:pt x="4413110" y="1354278"/>
                  </a:cubicBezTo>
                  <a:cubicBezTo>
                    <a:pt x="4412960" y="1004191"/>
                    <a:pt x="4412960" y="659661"/>
                    <a:pt x="4412960" y="315875"/>
                  </a:cubicBezTo>
                  <a:cubicBezTo>
                    <a:pt x="3043847" y="315875"/>
                    <a:pt x="1679182" y="315875"/>
                    <a:pt x="314946" y="315875"/>
                  </a:cubicBezTo>
                  <a:cubicBezTo>
                    <a:pt x="314946" y="2170383"/>
                    <a:pt x="314946" y="4022302"/>
                    <a:pt x="314946" y="5875321"/>
                  </a:cubicBezTo>
                  <a:cubicBezTo>
                    <a:pt x="1681283" y="5875321"/>
                    <a:pt x="3045947" y="5875321"/>
                    <a:pt x="4412282" y="5875321"/>
                  </a:cubicBezTo>
                  <a:cubicBezTo>
                    <a:pt x="4412282" y="5656798"/>
                    <a:pt x="4412282" y="5440248"/>
                    <a:pt x="4412282" y="5223698"/>
                  </a:cubicBezTo>
                  <a:cubicBezTo>
                    <a:pt x="4458712" y="5192734"/>
                    <a:pt x="4504919" y="5161420"/>
                    <a:pt x="4551943" y="5131385"/>
                  </a:cubicBezTo>
                  <a:cubicBezTo>
                    <a:pt x="4556310" y="5128597"/>
                    <a:pt x="4568351" y="5131496"/>
                    <a:pt x="4572629" y="5135865"/>
                  </a:cubicBezTo>
                  <a:cubicBezTo>
                    <a:pt x="4623905" y="5188260"/>
                    <a:pt x="4674386" y="5241432"/>
                    <a:pt x="4726125" y="5296492"/>
                  </a:cubicBezTo>
                  <a:cubicBezTo>
                    <a:pt x="4726898" y="5581160"/>
                    <a:pt x="4726623" y="5863736"/>
                    <a:pt x="4726349" y="6146311"/>
                  </a:cubicBezTo>
                  <a:cubicBezTo>
                    <a:pt x="4726336" y="6159724"/>
                    <a:pt x="4726348" y="6173138"/>
                    <a:pt x="4726348" y="6190575"/>
                  </a:cubicBezTo>
                  <a:cubicBezTo>
                    <a:pt x="4709711" y="6190575"/>
                    <a:pt x="4695377" y="6190575"/>
                    <a:pt x="4681044" y="6190575"/>
                  </a:cubicBezTo>
                  <a:cubicBezTo>
                    <a:pt x="3219299" y="6190575"/>
                    <a:pt x="1757554" y="6190805"/>
                    <a:pt x="295808" y="6190203"/>
                  </a:cubicBezTo>
                  <a:cubicBezTo>
                    <a:pt x="156793" y="6190145"/>
                    <a:pt x="42098" y="6093505"/>
                    <a:pt x="7260" y="5960453"/>
                  </a:cubicBezTo>
                  <a:cubicBezTo>
                    <a:pt x="1960" y="5940212"/>
                    <a:pt x="288" y="5918499"/>
                    <a:pt x="284" y="5897465"/>
                  </a:cubicBezTo>
                  <a:cubicBezTo>
                    <a:pt x="-22" y="3947715"/>
                    <a:pt x="0" y="1997965"/>
                    <a:pt x="0" y="48214"/>
                  </a:cubicBezTo>
                  <a:cubicBezTo>
                    <a:pt x="0" y="33617"/>
                    <a:pt x="0" y="19019"/>
                    <a:pt x="0" y="13"/>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28" name="Group 927">
            <a:extLst>
              <a:ext uri="{FF2B5EF4-FFF2-40B4-BE49-F238E27FC236}">
                <a16:creationId xmlns:a16="http://schemas.microsoft.com/office/drawing/2014/main" id="{46B7E9EA-C1C8-4597-A6E2-2E315BD67B56}"/>
              </a:ext>
              <a:ext uri="{C183D7F6-B498-43B3-948B-1728B52AA6E4}">
                <adec:decorative xmlns:adec="http://schemas.microsoft.com/office/drawing/2017/decorative" val="1"/>
              </a:ext>
            </a:extLst>
          </p:cNvPr>
          <p:cNvGrpSpPr>
            <a:grpSpLocks noChangeAspect="1"/>
          </p:cNvGrpSpPr>
          <p:nvPr/>
        </p:nvGrpSpPr>
        <p:grpSpPr>
          <a:xfrm>
            <a:off x="3221400" y="1517247"/>
            <a:ext cx="456767" cy="457200"/>
            <a:chOff x="3221400" y="1517247"/>
            <a:chExt cx="456767" cy="457200"/>
          </a:xfrm>
          <a:solidFill>
            <a:srgbClr val="FF0000"/>
          </a:solidFill>
        </p:grpSpPr>
        <p:sp>
          <p:nvSpPr>
            <p:cNvPr id="179" name="Freeform: Shape 178">
              <a:extLst>
                <a:ext uri="{FF2B5EF4-FFF2-40B4-BE49-F238E27FC236}">
                  <a16:creationId xmlns:a16="http://schemas.microsoft.com/office/drawing/2014/main" id="{370467FF-4970-358D-0CCD-A17166208BE8}"/>
                </a:ext>
                <a:ext uri="{C183D7F6-B498-43B3-948B-1728B52AA6E4}">
                  <adec:decorative xmlns:adec="http://schemas.microsoft.com/office/drawing/2017/decorative" val="1"/>
                </a:ext>
              </a:extLst>
            </p:cNvPr>
            <p:cNvSpPr/>
            <p:nvPr/>
          </p:nvSpPr>
          <p:spPr>
            <a:xfrm>
              <a:off x="3283173" y="1571774"/>
              <a:ext cx="322423" cy="337481"/>
            </a:xfrm>
            <a:custGeom>
              <a:avLst/>
              <a:gdLst>
                <a:gd name="connsiteX0" fmla="*/ 1482679 w 4836345"/>
                <a:gd name="connsiteY0" fmla="*/ 4713395 h 5062222"/>
                <a:gd name="connsiteX1" fmla="*/ 1520868 w 4836345"/>
                <a:gd name="connsiteY1" fmla="*/ 4724661 h 5062222"/>
                <a:gd name="connsiteX2" fmla="*/ 1482680 w 4836345"/>
                <a:gd name="connsiteY2" fmla="*/ 4713395 h 5062222"/>
                <a:gd name="connsiteX3" fmla="*/ 1385612 w 4836345"/>
                <a:gd name="connsiteY3" fmla="*/ 4674092 h 5062222"/>
                <a:gd name="connsiteX4" fmla="*/ 1479611 w 4836345"/>
                <a:gd name="connsiteY4" fmla="*/ 4712152 h 5062222"/>
                <a:gd name="connsiteX5" fmla="*/ 1385613 w 4836345"/>
                <a:gd name="connsiteY5" fmla="*/ 4674092 h 5062222"/>
                <a:gd name="connsiteX6" fmla="*/ 215759 w 4836345"/>
                <a:gd name="connsiteY6" fmla="*/ 3880630 h 5062222"/>
                <a:gd name="connsiteX7" fmla="*/ 192217 w 4836345"/>
                <a:gd name="connsiteY7" fmla="*/ 3889381 h 5062222"/>
                <a:gd name="connsiteX8" fmla="*/ 215759 w 4836345"/>
                <a:gd name="connsiteY8" fmla="*/ 3880630 h 5062222"/>
                <a:gd name="connsiteX9" fmla="*/ 749787 w 4836345"/>
                <a:gd name="connsiteY9" fmla="*/ 3875147 h 5062222"/>
                <a:gd name="connsiteX10" fmla="*/ 788829 w 4836345"/>
                <a:gd name="connsiteY10" fmla="*/ 4000058 h 5062222"/>
                <a:gd name="connsiteX11" fmla="*/ 752424 w 4836345"/>
                <a:gd name="connsiteY11" fmla="*/ 3912620 h 5062222"/>
                <a:gd name="connsiteX12" fmla="*/ 749787 w 4836345"/>
                <a:gd name="connsiteY12" fmla="*/ 3875147 h 5062222"/>
                <a:gd name="connsiteX13" fmla="*/ 950322 w 4836345"/>
                <a:gd name="connsiteY13" fmla="*/ 3837640 h 5062222"/>
                <a:gd name="connsiteX14" fmla="*/ 986935 w 4836345"/>
                <a:gd name="connsiteY14" fmla="*/ 3842029 h 5062222"/>
                <a:gd name="connsiteX15" fmla="*/ 971496 w 4836345"/>
                <a:gd name="connsiteY15" fmla="*/ 3862452 h 5062222"/>
                <a:gd name="connsiteX16" fmla="*/ 950322 w 4836345"/>
                <a:gd name="connsiteY16" fmla="*/ 3837640 h 5062222"/>
                <a:gd name="connsiteX17" fmla="*/ 9498 w 4836345"/>
                <a:gd name="connsiteY17" fmla="*/ 3713598 h 5062222"/>
                <a:gd name="connsiteX18" fmla="*/ 11626 w 4836345"/>
                <a:gd name="connsiteY18" fmla="*/ 3737070 h 5062222"/>
                <a:gd name="connsiteX19" fmla="*/ 9498 w 4836345"/>
                <a:gd name="connsiteY19" fmla="*/ 3713598 h 5062222"/>
                <a:gd name="connsiteX20" fmla="*/ 28505 w 4836345"/>
                <a:gd name="connsiteY20" fmla="*/ 3694542 h 5062222"/>
                <a:gd name="connsiteX21" fmla="*/ 40696 w 4836345"/>
                <a:gd name="connsiteY21" fmla="*/ 3704677 h 5062222"/>
                <a:gd name="connsiteX22" fmla="*/ 13709 w 4836345"/>
                <a:gd name="connsiteY22" fmla="*/ 3713059 h 5062222"/>
                <a:gd name="connsiteX23" fmla="*/ 28505 w 4836345"/>
                <a:gd name="connsiteY23" fmla="*/ 3694542 h 5062222"/>
                <a:gd name="connsiteX24" fmla="*/ 1143207 w 4836345"/>
                <a:gd name="connsiteY24" fmla="*/ 3657461 h 5062222"/>
                <a:gd name="connsiteX25" fmla="*/ 1145232 w 4836345"/>
                <a:gd name="connsiteY25" fmla="*/ 3681045 h 5062222"/>
                <a:gd name="connsiteX26" fmla="*/ 1143207 w 4836345"/>
                <a:gd name="connsiteY26" fmla="*/ 3657461 h 5062222"/>
                <a:gd name="connsiteX27" fmla="*/ 60634 w 4836345"/>
                <a:gd name="connsiteY27" fmla="*/ 3655985 h 5062222"/>
                <a:gd name="connsiteX28" fmla="*/ 73383 w 4836345"/>
                <a:gd name="connsiteY28" fmla="*/ 3663230 h 5062222"/>
                <a:gd name="connsiteX29" fmla="*/ 45695 w 4836345"/>
                <a:gd name="connsiteY29" fmla="*/ 3674564 h 5062222"/>
                <a:gd name="connsiteX30" fmla="*/ 60634 w 4836345"/>
                <a:gd name="connsiteY30" fmla="*/ 3655985 h 5062222"/>
                <a:gd name="connsiteX31" fmla="*/ 92770 w 4836345"/>
                <a:gd name="connsiteY31" fmla="*/ 3617422 h 5062222"/>
                <a:gd name="connsiteX32" fmla="*/ 105520 w 4836345"/>
                <a:gd name="connsiteY32" fmla="*/ 3624667 h 5062222"/>
                <a:gd name="connsiteX33" fmla="*/ 77832 w 4836345"/>
                <a:gd name="connsiteY33" fmla="*/ 3636000 h 5062222"/>
                <a:gd name="connsiteX34" fmla="*/ 92770 w 4836345"/>
                <a:gd name="connsiteY34" fmla="*/ 3617422 h 5062222"/>
                <a:gd name="connsiteX35" fmla="*/ 124907 w 4836345"/>
                <a:gd name="connsiteY35" fmla="*/ 3578858 h 5062222"/>
                <a:gd name="connsiteX36" fmla="*/ 137656 w 4836345"/>
                <a:gd name="connsiteY36" fmla="*/ 3586103 h 5062222"/>
                <a:gd name="connsiteX37" fmla="*/ 109968 w 4836345"/>
                <a:gd name="connsiteY37" fmla="*/ 3597437 h 5062222"/>
                <a:gd name="connsiteX38" fmla="*/ 124907 w 4836345"/>
                <a:gd name="connsiteY38" fmla="*/ 3578858 h 5062222"/>
                <a:gd name="connsiteX39" fmla="*/ 157043 w 4836345"/>
                <a:gd name="connsiteY39" fmla="*/ 3540295 h 5062222"/>
                <a:gd name="connsiteX40" fmla="*/ 169792 w 4836345"/>
                <a:gd name="connsiteY40" fmla="*/ 3547540 h 5062222"/>
                <a:gd name="connsiteX41" fmla="*/ 142104 w 4836345"/>
                <a:gd name="connsiteY41" fmla="*/ 3558873 h 5062222"/>
                <a:gd name="connsiteX42" fmla="*/ 157043 w 4836345"/>
                <a:gd name="connsiteY42" fmla="*/ 3540295 h 5062222"/>
                <a:gd name="connsiteX43" fmla="*/ 189179 w 4836345"/>
                <a:gd name="connsiteY43" fmla="*/ 3501731 h 5062222"/>
                <a:gd name="connsiteX44" fmla="*/ 201928 w 4836345"/>
                <a:gd name="connsiteY44" fmla="*/ 3508976 h 5062222"/>
                <a:gd name="connsiteX45" fmla="*/ 174241 w 4836345"/>
                <a:gd name="connsiteY45" fmla="*/ 3520310 h 5062222"/>
                <a:gd name="connsiteX46" fmla="*/ 189179 w 4836345"/>
                <a:gd name="connsiteY46" fmla="*/ 3501731 h 5062222"/>
                <a:gd name="connsiteX47" fmla="*/ 227743 w 4836345"/>
                <a:gd name="connsiteY47" fmla="*/ 3456740 h 5062222"/>
                <a:gd name="connsiteX48" fmla="*/ 240492 w 4836345"/>
                <a:gd name="connsiteY48" fmla="*/ 3463986 h 5062222"/>
                <a:gd name="connsiteX49" fmla="*/ 212804 w 4836345"/>
                <a:gd name="connsiteY49" fmla="*/ 3475319 h 5062222"/>
                <a:gd name="connsiteX50" fmla="*/ 227743 w 4836345"/>
                <a:gd name="connsiteY50" fmla="*/ 3456740 h 5062222"/>
                <a:gd name="connsiteX51" fmla="*/ 259879 w 4836345"/>
                <a:gd name="connsiteY51" fmla="*/ 3418177 h 5062222"/>
                <a:gd name="connsiteX52" fmla="*/ 272628 w 4836345"/>
                <a:gd name="connsiteY52" fmla="*/ 3425422 h 5062222"/>
                <a:gd name="connsiteX53" fmla="*/ 244940 w 4836345"/>
                <a:gd name="connsiteY53" fmla="*/ 3436755 h 5062222"/>
                <a:gd name="connsiteX54" fmla="*/ 259879 w 4836345"/>
                <a:gd name="connsiteY54" fmla="*/ 3418177 h 5062222"/>
                <a:gd name="connsiteX55" fmla="*/ 292015 w 4836345"/>
                <a:gd name="connsiteY55" fmla="*/ 3379613 h 5062222"/>
                <a:gd name="connsiteX56" fmla="*/ 304764 w 4836345"/>
                <a:gd name="connsiteY56" fmla="*/ 3386858 h 5062222"/>
                <a:gd name="connsiteX57" fmla="*/ 277077 w 4836345"/>
                <a:gd name="connsiteY57" fmla="*/ 3398192 h 5062222"/>
                <a:gd name="connsiteX58" fmla="*/ 292015 w 4836345"/>
                <a:gd name="connsiteY58" fmla="*/ 3379613 h 5062222"/>
                <a:gd name="connsiteX59" fmla="*/ 324152 w 4836345"/>
                <a:gd name="connsiteY59" fmla="*/ 3341050 h 5062222"/>
                <a:gd name="connsiteX60" fmla="*/ 336901 w 4836345"/>
                <a:gd name="connsiteY60" fmla="*/ 3348295 h 5062222"/>
                <a:gd name="connsiteX61" fmla="*/ 309213 w 4836345"/>
                <a:gd name="connsiteY61" fmla="*/ 3359628 h 5062222"/>
                <a:gd name="connsiteX62" fmla="*/ 324152 w 4836345"/>
                <a:gd name="connsiteY62" fmla="*/ 3341050 h 5062222"/>
                <a:gd name="connsiteX63" fmla="*/ 356288 w 4836345"/>
                <a:gd name="connsiteY63" fmla="*/ 3302486 h 5062222"/>
                <a:gd name="connsiteX64" fmla="*/ 369037 w 4836345"/>
                <a:gd name="connsiteY64" fmla="*/ 3309731 h 5062222"/>
                <a:gd name="connsiteX65" fmla="*/ 341349 w 4836345"/>
                <a:gd name="connsiteY65" fmla="*/ 3321065 h 5062222"/>
                <a:gd name="connsiteX66" fmla="*/ 356288 w 4836345"/>
                <a:gd name="connsiteY66" fmla="*/ 3302486 h 5062222"/>
                <a:gd name="connsiteX67" fmla="*/ 388424 w 4836345"/>
                <a:gd name="connsiteY67" fmla="*/ 3263923 h 5062222"/>
                <a:gd name="connsiteX68" fmla="*/ 401173 w 4836345"/>
                <a:gd name="connsiteY68" fmla="*/ 3271168 h 5062222"/>
                <a:gd name="connsiteX69" fmla="*/ 373486 w 4836345"/>
                <a:gd name="connsiteY69" fmla="*/ 3282501 h 5062222"/>
                <a:gd name="connsiteX70" fmla="*/ 388424 w 4836345"/>
                <a:gd name="connsiteY70" fmla="*/ 3263923 h 5062222"/>
                <a:gd name="connsiteX71" fmla="*/ 420560 w 4836345"/>
                <a:gd name="connsiteY71" fmla="*/ 3225359 h 5062222"/>
                <a:gd name="connsiteX72" fmla="*/ 433310 w 4836345"/>
                <a:gd name="connsiteY72" fmla="*/ 3232604 h 5062222"/>
                <a:gd name="connsiteX73" fmla="*/ 405622 w 4836345"/>
                <a:gd name="connsiteY73" fmla="*/ 3243937 h 5062222"/>
                <a:gd name="connsiteX74" fmla="*/ 420560 w 4836345"/>
                <a:gd name="connsiteY74" fmla="*/ 3225359 h 5062222"/>
                <a:gd name="connsiteX75" fmla="*/ 452697 w 4836345"/>
                <a:gd name="connsiteY75" fmla="*/ 3186796 h 5062222"/>
                <a:gd name="connsiteX76" fmla="*/ 465446 w 4836345"/>
                <a:gd name="connsiteY76" fmla="*/ 3194041 h 5062222"/>
                <a:gd name="connsiteX77" fmla="*/ 437758 w 4836345"/>
                <a:gd name="connsiteY77" fmla="*/ 3205374 h 5062222"/>
                <a:gd name="connsiteX78" fmla="*/ 452697 w 4836345"/>
                <a:gd name="connsiteY78" fmla="*/ 3186796 h 5062222"/>
                <a:gd name="connsiteX79" fmla="*/ 484833 w 4836345"/>
                <a:gd name="connsiteY79" fmla="*/ 3148232 h 5062222"/>
                <a:gd name="connsiteX80" fmla="*/ 497582 w 4836345"/>
                <a:gd name="connsiteY80" fmla="*/ 3155477 h 5062222"/>
                <a:gd name="connsiteX81" fmla="*/ 469894 w 4836345"/>
                <a:gd name="connsiteY81" fmla="*/ 3166810 h 5062222"/>
                <a:gd name="connsiteX82" fmla="*/ 484833 w 4836345"/>
                <a:gd name="connsiteY82" fmla="*/ 3148232 h 5062222"/>
                <a:gd name="connsiteX83" fmla="*/ 542669 w 4836345"/>
                <a:gd name="connsiteY83" fmla="*/ 3086681 h 5062222"/>
                <a:gd name="connsiteX84" fmla="*/ 557929 w 4836345"/>
                <a:gd name="connsiteY84" fmla="*/ 3087592 h 5062222"/>
                <a:gd name="connsiteX85" fmla="*/ 536464 w 4836345"/>
                <a:gd name="connsiteY85" fmla="*/ 3103888 h 5062222"/>
                <a:gd name="connsiteX86" fmla="*/ 558870 w 4836345"/>
                <a:gd name="connsiteY86" fmla="*/ 3089609 h 5062222"/>
                <a:gd name="connsiteX87" fmla="*/ 664239 w 4836345"/>
                <a:gd name="connsiteY87" fmla="*/ 3186681 h 5062222"/>
                <a:gd name="connsiteX88" fmla="*/ 959820 w 4836345"/>
                <a:gd name="connsiteY88" fmla="*/ 3475392 h 5062222"/>
                <a:gd name="connsiteX89" fmla="*/ 1142353 w 4836345"/>
                <a:gd name="connsiteY89" fmla="*/ 3655513 h 5062222"/>
                <a:gd name="connsiteX90" fmla="*/ 1143288 w 4836345"/>
                <a:gd name="connsiteY90" fmla="*/ 3681924 h 5062222"/>
                <a:gd name="connsiteX91" fmla="*/ 988923 w 4836345"/>
                <a:gd name="connsiteY91" fmla="*/ 3841136 h 5062222"/>
                <a:gd name="connsiteX92" fmla="*/ 949462 w 4836345"/>
                <a:gd name="connsiteY92" fmla="*/ 3835716 h 5062222"/>
                <a:gd name="connsiteX93" fmla="*/ 722852 w 4836345"/>
                <a:gd name="connsiteY93" fmla="*/ 3622243 h 5062222"/>
                <a:gd name="connsiteX94" fmla="*/ 734307 w 4836345"/>
                <a:gd name="connsiteY94" fmla="*/ 3762948 h 5062222"/>
                <a:gd name="connsiteX95" fmla="*/ 749495 w 4836345"/>
                <a:gd name="connsiteY95" fmla="*/ 3872420 h 5062222"/>
                <a:gd name="connsiteX96" fmla="*/ 752424 w 4836345"/>
                <a:gd name="connsiteY96" fmla="*/ 3912620 h 5062222"/>
                <a:gd name="connsiteX97" fmla="*/ 788446 w 4836345"/>
                <a:gd name="connsiteY97" fmla="*/ 4002544 h 5062222"/>
                <a:gd name="connsiteX98" fmla="*/ 792692 w 4836345"/>
                <a:gd name="connsiteY98" fmla="*/ 4017583 h 5062222"/>
                <a:gd name="connsiteX99" fmla="*/ 797247 w 4836345"/>
                <a:gd name="connsiteY99" fmla="*/ 4026631 h 5062222"/>
                <a:gd name="connsiteX100" fmla="*/ 801300 w 4836345"/>
                <a:gd name="connsiteY100" fmla="*/ 4034680 h 5062222"/>
                <a:gd name="connsiteX101" fmla="*/ 805546 w 4836345"/>
                <a:gd name="connsiteY101" fmla="*/ 4049719 h 5062222"/>
                <a:gd name="connsiteX102" fmla="*/ 810102 w 4836345"/>
                <a:gd name="connsiteY102" fmla="*/ 4058768 h 5062222"/>
                <a:gd name="connsiteX103" fmla="*/ 814155 w 4836345"/>
                <a:gd name="connsiteY103" fmla="*/ 4066816 h 5062222"/>
                <a:gd name="connsiteX104" fmla="*/ 935616 w 4836345"/>
                <a:gd name="connsiteY104" fmla="*/ 4278827 h 5062222"/>
                <a:gd name="connsiteX105" fmla="*/ 1213317 w 4836345"/>
                <a:gd name="connsiteY105" fmla="*/ 4561297 h 5062222"/>
                <a:gd name="connsiteX106" fmla="*/ 1223542 w 4836345"/>
                <a:gd name="connsiteY106" fmla="*/ 4567810 h 5062222"/>
                <a:gd name="connsiteX107" fmla="*/ 1233574 w 4836345"/>
                <a:gd name="connsiteY107" fmla="*/ 4574202 h 5062222"/>
                <a:gd name="connsiteX108" fmla="*/ 1233423 w 4836345"/>
                <a:gd name="connsiteY108" fmla="*/ 4576519 h 5062222"/>
                <a:gd name="connsiteX109" fmla="*/ 1252855 w 4836345"/>
                <a:gd name="connsiteY109" fmla="*/ 4587057 h 5062222"/>
                <a:gd name="connsiteX110" fmla="*/ 1252705 w 4836345"/>
                <a:gd name="connsiteY110" fmla="*/ 4589374 h 5062222"/>
                <a:gd name="connsiteX111" fmla="*/ 1272137 w 4836345"/>
                <a:gd name="connsiteY111" fmla="*/ 4599911 h 5062222"/>
                <a:gd name="connsiteX112" fmla="*/ 1271948 w 4836345"/>
                <a:gd name="connsiteY112" fmla="*/ 4602164 h 5062222"/>
                <a:gd name="connsiteX113" fmla="*/ 1292769 w 4836345"/>
                <a:gd name="connsiteY113" fmla="*/ 4623149 h 5062222"/>
                <a:gd name="connsiteX114" fmla="*/ 1272093 w 4836345"/>
                <a:gd name="connsiteY114" fmla="*/ 4601915 h 5062222"/>
                <a:gd name="connsiteX115" fmla="*/ 1389778 w 4836345"/>
                <a:gd name="connsiteY115" fmla="*/ 4658681 h 5062222"/>
                <a:gd name="connsiteX116" fmla="*/ 1669577 w 4836345"/>
                <a:gd name="connsiteY116" fmla="*/ 4748215 h 5062222"/>
                <a:gd name="connsiteX117" fmla="*/ 1699553 w 4836345"/>
                <a:gd name="connsiteY117" fmla="*/ 4755153 h 5062222"/>
                <a:gd name="connsiteX118" fmla="*/ 1693727 w 4836345"/>
                <a:gd name="connsiteY118" fmla="*/ 4761839 h 5062222"/>
                <a:gd name="connsiteX119" fmla="*/ 1686494 w 4836345"/>
                <a:gd name="connsiteY119" fmla="*/ 4765073 h 5062222"/>
                <a:gd name="connsiteX120" fmla="*/ 1686495 w 4836345"/>
                <a:gd name="connsiteY120" fmla="*/ 4765073 h 5062222"/>
                <a:gd name="connsiteX121" fmla="*/ 1702179 w 4836345"/>
                <a:gd name="connsiteY121" fmla="*/ 4755612 h 5062222"/>
                <a:gd name="connsiteX122" fmla="*/ 1727127 w 4836345"/>
                <a:gd name="connsiteY122" fmla="*/ 4760343 h 5062222"/>
                <a:gd name="connsiteX123" fmla="*/ 1742942 w 4836345"/>
                <a:gd name="connsiteY123" fmla="*/ 4761681 h 5062222"/>
                <a:gd name="connsiteX124" fmla="*/ 1747170 w 4836345"/>
                <a:gd name="connsiteY124" fmla="*/ 4762039 h 5062222"/>
                <a:gd name="connsiteX125" fmla="*/ 1791169 w 4836345"/>
                <a:gd name="connsiteY125" fmla="*/ 4766634 h 5062222"/>
                <a:gd name="connsiteX126" fmla="*/ 1807395 w 4836345"/>
                <a:gd name="connsiteY126" fmla="*/ 4768100 h 5062222"/>
                <a:gd name="connsiteX127" fmla="*/ 1811442 w 4836345"/>
                <a:gd name="connsiteY127" fmla="*/ 4768465 h 5062222"/>
                <a:gd name="connsiteX128" fmla="*/ 1867145 w 4836345"/>
                <a:gd name="connsiteY128" fmla="*/ 4769145 h 5062222"/>
                <a:gd name="connsiteX129" fmla="*/ 1874652 w 4836345"/>
                <a:gd name="connsiteY129" fmla="*/ 4773704 h 5062222"/>
                <a:gd name="connsiteX130" fmla="*/ 1873975 w 4836345"/>
                <a:gd name="connsiteY130" fmla="*/ 5054355 h 5062222"/>
                <a:gd name="connsiteX131" fmla="*/ 1869414 w 4836345"/>
                <a:gd name="connsiteY131" fmla="*/ 5061978 h 5062222"/>
                <a:gd name="connsiteX132" fmla="*/ 1491845 w 4836345"/>
                <a:gd name="connsiteY132" fmla="*/ 5009439 h 5062222"/>
                <a:gd name="connsiteX133" fmla="*/ 1486665 w 4836345"/>
                <a:gd name="connsiteY133" fmla="*/ 5007474 h 5062222"/>
                <a:gd name="connsiteX134" fmla="*/ 1472699 w 4836345"/>
                <a:gd name="connsiteY134" fmla="*/ 5002177 h 5062222"/>
                <a:gd name="connsiteX135" fmla="*/ 1446862 w 4836345"/>
                <a:gd name="connsiteY135" fmla="*/ 4996588 h 5062222"/>
                <a:gd name="connsiteX136" fmla="*/ 1432272 w 4836345"/>
                <a:gd name="connsiteY136" fmla="*/ 4991486 h 5062222"/>
                <a:gd name="connsiteX137" fmla="*/ 1369913 w 4836345"/>
                <a:gd name="connsiteY137" fmla="*/ 4969680 h 5062222"/>
                <a:gd name="connsiteX138" fmla="*/ 1356494 w 4836345"/>
                <a:gd name="connsiteY138" fmla="*/ 4964094 h 5062222"/>
                <a:gd name="connsiteX139" fmla="*/ 1351795 w 4836345"/>
                <a:gd name="connsiteY139" fmla="*/ 4962412 h 5062222"/>
                <a:gd name="connsiteX140" fmla="*/ 1318483 w 4836345"/>
                <a:gd name="connsiteY140" fmla="*/ 4950495 h 5062222"/>
                <a:gd name="connsiteX141" fmla="*/ 1292240 w 4836345"/>
                <a:gd name="connsiteY141" fmla="*/ 4938510 h 5062222"/>
                <a:gd name="connsiteX142" fmla="*/ 1288128 w 4836345"/>
                <a:gd name="connsiteY142" fmla="*/ 4936971 h 5062222"/>
                <a:gd name="connsiteX143" fmla="*/ 1273454 w 4836345"/>
                <a:gd name="connsiteY143" fmla="*/ 4931478 h 5062222"/>
                <a:gd name="connsiteX144" fmla="*/ 1110198 w 4836345"/>
                <a:gd name="connsiteY144" fmla="*/ 4846166 h 5062222"/>
                <a:gd name="connsiteX145" fmla="*/ 800128 w 4836345"/>
                <a:gd name="connsiteY145" fmla="*/ 4586048 h 5062222"/>
                <a:gd name="connsiteX146" fmla="*/ 621682 w 4836345"/>
                <a:gd name="connsiteY146" fmla="*/ 4338893 h 5062222"/>
                <a:gd name="connsiteX147" fmla="*/ 559325 w 4836345"/>
                <a:gd name="connsiteY147" fmla="*/ 4216327 h 5062222"/>
                <a:gd name="connsiteX148" fmla="*/ 556630 w 4836345"/>
                <a:gd name="connsiteY148" fmla="*/ 4210348 h 5062222"/>
                <a:gd name="connsiteX149" fmla="*/ 552778 w 4836345"/>
                <a:gd name="connsiteY149" fmla="*/ 4201803 h 5062222"/>
                <a:gd name="connsiteX150" fmla="*/ 540176 w 4836345"/>
                <a:gd name="connsiteY150" fmla="*/ 4170967 h 5062222"/>
                <a:gd name="connsiteX151" fmla="*/ 535962 w 4836345"/>
                <a:gd name="connsiteY151" fmla="*/ 4160216 h 5062222"/>
                <a:gd name="connsiteX152" fmla="*/ 527069 w 4836345"/>
                <a:gd name="connsiteY152" fmla="*/ 4137531 h 5062222"/>
                <a:gd name="connsiteX153" fmla="*/ 520941 w 4836345"/>
                <a:gd name="connsiteY153" fmla="*/ 4119323 h 5062222"/>
                <a:gd name="connsiteX154" fmla="*/ 519256 w 4836345"/>
                <a:gd name="connsiteY154" fmla="*/ 4112935 h 5062222"/>
                <a:gd name="connsiteX155" fmla="*/ 468783 w 4836345"/>
                <a:gd name="connsiteY155" fmla="*/ 3953713 h 5062222"/>
                <a:gd name="connsiteX156" fmla="*/ 489667 w 4836345"/>
                <a:gd name="connsiteY156" fmla="*/ 4000800 h 5062222"/>
                <a:gd name="connsiteX157" fmla="*/ 469223 w 4836345"/>
                <a:gd name="connsiteY157" fmla="*/ 3951143 h 5062222"/>
                <a:gd name="connsiteX158" fmla="*/ 464698 w 4836345"/>
                <a:gd name="connsiteY158" fmla="*/ 3934918 h 5062222"/>
                <a:gd name="connsiteX159" fmla="*/ 463745 w 4836345"/>
                <a:gd name="connsiteY159" fmla="*/ 3926951 h 5062222"/>
                <a:gd name="connsiteX160" fmla="*/ 462796 w 4836345"/>
                <a:gd name="connsiteY160" fmla="*/ 3919005 h 5062222"/>
                <a:gd name="connsiteX161" fmla="*/ 458271 w 4836345"/>
                <a:gd name="connsiteY161" fmla="*/ 3902782 h 5062222"/>
                <a:gd name="connsiteX162" fmla="*/ 457318 w 4836345"/>
                <a:gd name="connsiteY162" fmla="*/ 3894815 h 5062222"/>
                <a:gd name="connsiteX163" fmla="*/ 456369 w 4836345"/>
                <a:gd name="connsiteY163" fmla="*/ 3886869 h 5062222"/>
                <a:gd name="connsiteX164" fmla="*/ 451301 w 4836345"/>
                <a:gd name="connsiteY164" fmla="*/ 3863151 h 5062222"/>
                <a:gd name="connsiteX165" fmla="*/ 459208 w 4836345"/>
                <a:gd name="connsiteY165" fmla="*/ 3854448 h 5062222"/>
                <a:gd name="connsiteX166" fmla="*/ 459207 w 4836345"/>
                <a:gd name="connsiteY166" fmla="*/ 3854447 h 5062222"/>
                <a:gd name="connsiteX167" fmla="*/ 451744 w 4836345"/>
                <a:gd name="connsiteY167" fmla="*/ 3860860 h 5062222"/>
                <a:gd name="connsiteX168" fmla="*/ 449508 w 4836345"/>
                <a:gd name="connsiteY168" fmla="*/ 3850430 h 5062222"/>
                <a:gd name="connsiteX169" fmla="*/ 459204 w 4836345"/>
                <a:gd name="connsiteY169" fmla="*/ 3854445 h 5062222"/>
                <a:gd name="connsiteX170" fmla="*/ 449942 w 4836345"/>
                <a:gd name="connsiteY170" fmla="*/ 3848305 h 5062222"/>
                <a:gd name="connsiteX171" fmla="*/ 444871 w 4836345"/>
                <a:gd name="connsiteY171" fmla="*/ 3811971 h 5062222"/>
                <a:gd name="connsiteX172" fmla="*/ 452781 w 4836345"/>
                <a:gd name="connsiteY172" fmla="*/ 3803030 h 5062222"/>
                <a:gd name="connsiteX173" fmla="*/ 452780 w 4836345"/>
                <a:gd name="connsiteY173" fmla="*/ 3803029 h 5062222"/>
                <a:gd name="connsiteX174" fmla="*/ 445317 w 4836345"/>
                <a:gd name="connsiteY174" fmla="*/ 3809442 h 5062222"/>
                <a:gd name="connsiteX175" fmla="*/ 443081 w 4836345"/>
                <a:gd name="connsiteY175" fmla="*/ 3799011 h 5062222"/>
                <a:gd name="connsiteX176" fmla="*/ 452777 w 4836345"/>
                <a:gd name="connsiteY176" fmla="*/ 3803027 h 5062222"/>
                <a:gd name="connsiteX177" fmla="*/ 443514 w 4836345"/>
                <a:gd name="connsiteY177" fmla="*/ 3796887 h 5062222"/>
                <a:gd name="connsiteX178" fmla="*/ 438443 w 4836345"/>
                <a:gd name="connsiteY178" fmla="*/ 3741497 h 5062222"/>
                <a:gd name="connsiteX179" fmla="*/ 446353 w 4836345"/>
                <a:gd name="connsiteY179" fmla="*/ 3732330 h 5062222"/>
                <a:gd name="connsiteX180" fmla="*/ 446352 w 4836345"/>
                <a:gd name="connsiteY180" fmla="*/ 3732329 h 5062222"/>
                <a:gd name="connsiteX181" fmla="*/ 438889 w 4836345"/>
                <a:gd name="connsiteY181" fmla="*/ 3738742 h 5062222"/>
                <a:gd name="connsiteX182" fmla="*/ 436654 w 4836345"/>
                <a:gd name="connsiteY182" fmla="*/ 3728312 h 5062222"/>
                <a:gd name="connsiteX183" fmla="*/ 446349 w 4836345"/>
                <a:gd name="connsiteY183" fmla="*/ 3732327 h 5062222"/>
                <a:gd name="connsiteX184" fmla="*/ 437087 w 4836345"/>
                <a:gd name="connsiteY184" fmla="*/ 3726187 h 5062222"/>
                <a:gd name="connsiteX185" fmla="*/ 432015 w 4836345"/>
                <a:gd name="connsiteY185" fmla="*/ 3658041 h 5062222"/>
                <a:gd name="connsiteX186" fmla="*/ 439926 w 4836345"/>
                <a:gd name="connsiteY186" fmla="*/ 3648776 h 5062222"/>
                <a:gd name="connsiteX187" fmla="*/ 439925 w 4836345"/>
                <a:gd name="connsiteY187" fmla="*/ 3648775 h 5062222"/>
                <a:gd name="connsiteX188" fmla="*/ 432462 w 4836345"/>
                <a:gd name="connsiteY188" fmla="*/ 3655188 h 5062222"/>
                <a:gd name="connsiteX189" fmla="*/ 430227 w 4836345"/>
                <a:gd name="connsiteY189" fmla="*/ 3644757 h 5062222"/>
                <a:gd name="connsiteX190" fmla="*/ 439922 w 4836345"/>
                <a:gd name="connsiteY190" fmla="*/ 3648773 h 5062222"/>
                <a:gd name="connsiteX191" fmla="*/ 430660 w 4836345"/>
                <a:gd name="connsiteY191" fmla="*/ 3642633 h 5062222"/>
                <a:gd name="connsiteX192" fmla="*/ 407816 w 4836345"/>
                <a:gd name="connsiteY192" fmla="*/ 3655356 h 5062222"/>
                <a:gd name="connsiteX193" fmla="*/ 217766 w 4836345"/>
                <a:gd name="connsiteY193" fmla="*/ 3879713 h 5062222"/>
                <a:gd name="connsiteX194" fmla="*/ 191477 w 4836345"/>
                <a:gd name="connsiteY194" fmla="*/ 3887561 h 5062222"/>
                <a:gd name="connsiteX195" fmla="*/ 122679 w 4836345"/>
                <a:gd name="connsiteY195" fmla="*/ 3833680 h 5062222"/>
                <a:gd name="connsiteX196" fmla="*/ 12525 w 4836345"/>
                <a:gd name="connsiteY196" fmla="*/ 3739061 h 5062222"/>
                <a:gd name="connsiteX197" fmla="*/ 11443 w 4836345"/>
                <a:gd name="connsiteY197" fmla="*/ 3712749 h 5062222"/>
                <a:gd name="connsiteX198" fmla="*/ 13962 w 4836345"/>
                <a:gd name="connsiteY198" fmla="*/ 3713212 h 5062222"/>
                <a:gd name="connsiteX199" fmla="*/ 40697 w 4836345"/>
                <a:gd name="connsiteY199" fmla="*/ 3704677 h 5062222"/>
                <a:gd name="connsiteX200" fmla="*/ 30335 w 4836345"/>
                <a:gd name="connsiteY200" fmla="*/ 3693798 h 5062222"/>
                <a:gd name="connsiteX201" fmla="*/ 43790 w 4836345"/>
                <a:gd name="connsiteY201" fmla="*/ 3675381 h 5062222"/>
                <a:gd name="connsiteX202" fmla="*/ 73383 w 4836345"/>
                <a:gd name="connsiteY202" fmla="*/ 3663230 h 5062222"/>
                <a:gd name="connsiteX203" fmla="*/ 62471 w 4836345"/>
                <a:gd name="connsiteY203" fmla="*/ 3655234 h 5062222"/>
                <a:gd name="connsiteX204" fmla="*/ 75927 w 4836345"/>
                <a:gd name="connsiteY204" fmla="*/ 3636818 h 5062222"/>
                <a:gd name="connsiteX205" fmla="*/ 105520 w 4836345"/>
                <a:gd name="connsiteY205" fmla="*/ 3624667 h 5062222"/>
                <a:gd name="connsiteX206" fmla="*/ 94608 w 4836345"/>
                <a:gd name="connsiteY206" fmla="*/ 3616671 h 5062222"/>
                <a:gd name="connsiteX207" fmla="*/ 108063 w 4836345"/>
                <a:gd name="connsiteY207" fmla="*/ 3598254 h 5062222"/>
                <a:gd name="connsiteX208" fmla="*/ 137656 w 4836345"/>
                <a:gd name="connsiteY208" fmla="*/ 3586103 h 5062222"/>
                <a:gd name="connsiteX209" fmla="*/ 126744 w 4836345"/>
                <a:gd name="connsiteY209" fmla="*/ 3578107 h 5062222"/>
                <a:gd name="connsiteX210" fmla="*/ 140199 w 4836345"/>
                <a:gd name="connsiteY210" fmla="*/ 3559691 h 5062222"/>
                <a:gd name="connsiteX211" fmla="*/ 169792 w 4836345"/>
                <a:gd name="connsiteY211" fmla="*/ 3547540 h 5062222"/>
                <a:gd name="connsiteX212" fmla="*/ 158880 w 4836345"/>
                <a:gd name="connsiteY212" fmla="*/ 3539544 h 5062222"/>
                <a:gd name="connsiteX213" fmla="*/ 172336 w 4836345"/>
                <a:gd name="connsiteY213" fmla="*/ 3521127 h 5062222"/>
                <a:gd name="connsiteX214" fmla="*/ 201928 w 4836345"/>
                <a:gd name="connsiteY214" fmla="*/ 3508976 h 5062222"/>
                <a:gd name="connsiteX215" fmla="*/ 191016 w 4836345"/>
                <a:gd name="connsiteY215" fmla="*/ 3500980 h 5062222"/>
                <a:gd name="connsiteX216" fmla="*/ 210866 w 4836345"/>
                <a:gd name="connsiteY216" fmla="*/ 3476165 h 5062222"/>
                <a:gd name="connsiteX217" fmla="*/ 240492 w 4836345"/>
                <a:gd name="connsiteY217" fmla="*/ 3463986 h 5062222"/>
                <a:gd name="connsiteX218" fmla="*/ 229580 w 4836345"/>
                <a:gd name="connsiteY218" fmla="*/ 3455989 h 5062222"/>
                <a:gd name="connsiteX219" fmla="*/ 243035 w 4836345"/>
                <a:gd name="connsiteY219" fmla="*/ 3437573 h 5062222"/>
                <a:gd name="connsiteX220" fmla="*/ 272628 w 4836345"/>
                <a:gd name="connsiteY220" fmla="*/ 3425422 h 5062222"/>
                <a:gd name="connsiteX221" fmla="*/ 261716 w 4836345"/>
                <a:gd name="connsiteY221" fmla="*/ 3417426 h 5062222"/>
                <a:gd name="connsiteX222" fmla="*/ 275172 w 4836345"/>
                <a:gd name="connsiteY222" fmla="*/ 3399010 h 5062222"/>
                <a:gd name="connsiteX223" fmla="*/ 304764 w 4836345"/>
                <a:gd name="connsiteY223" fmla="*/ 3386858 h 5062222"/>
                <a:gd name="connsiteX224" fmla="*/ 293852 w 4836345"/>
                <a:gd name="connsiteY224" fmla="*/ 3378862 h 5062222"/>
                <a:gd name="connsiteX225" fmla="*/ 307308 w 4836345"/>
                <a:gd name="connsiteY225" fmla="*/ 3360446 h 5062222"/>
                <a:gd name="connsiteX226" fmla="*/ 336901 w 4836345"/>
                <a:gd name="connsiteY226" fmla="*/ 3348295 h 5062222"/>
                <a:gd name="connsiteX227" fmla="*/ 325990 w 4836345"/>
                <a:gd name="connsiteY227" fmla="*/ 3340299 h 5062222"/>
                <a:gd name="connsiteX228" fmla="*/ 339444 w 4836345"/>
                <a:gd name="connsiteY228" fmla="*/ 3321882 h 5062222"/>
                <a:gd name="connsiteX229" fmla="*/ 369037 w 4836345"/>
                <a:gd name="connsiteY229" fmla="*/ 3309731 h 5062222"/>
                <a:gd name="connsiteX230" fmla="*/ 358125 w 4836345"/>
                <a:gd name="connsiteY230" fmla="*/ 3301735 h 5062222"/>
                <a:gd name="connsiteX231" fmla="*/ 371581 w 4836345"/>
                <a:gd name="connsiteY231" fmla="*/ 3283319 h 5062222"/>
                <a:gd name="connsiteX232" fmla="*/ 401173 w 4836345"/>
                <a:gd name="connsiteY232" fmla="*/ 3271168 h 5062222"/>
                <a:gd name="connsiteX233" fmla="*/ 390261 w 4836345"/>
                <a:gd name="connsiteY233" fmla="*/ 3263172 h 5062222"/>
                <a:gd name="connsiteX234" fmla="*/ 403717 w 4836345"/>
                <a:gd name="connsiteY234" fmla="*/ 3244755 h 5062222"/>
                <a:gd name="connsiteX235" fmla="*/ 433310 w 4836345"/>
                <a:gd name="connsiteY235" fmla="*/ 3232604 h 5062222"/>
                <a:gd name="connsiteX236" fmla="*/ 422397 w 4836345"/>
                <a:gd name="connsiteY236" fmla="*/ 3224608 h 5062222"/>
                <a:gd name="connsiteX237" fmla="*/ 435853 w 4836345"/>
                <a:gd name="connsiteY237" fmla="*/ 3206192 h 5062222"/>
                <a:gd name="connsiteX238" fmla="*/ 465446 w 4836345"/>
                <a:gd name="connsiteY238" fmla="*/ 3194041 h 5062222"/>
                <a:gd name="connsiteX239" fmla="*/ 454534 w 4836345"/>
                <a:gd name="connsiteY239" fmla="*/ 3186045 h 5062222"/>
                <a:gd name="connsiteX240" fmla="*/ 467990 w 4836345"/>
                <a:gd name="connsiteY240" fmla="*/ 3167628 h 5062222"/>
                <a:gd name="connsiteX241" fmla="*/ 497582 w 4836345"/>
                <a:gd name="connsiteY241" fmla="*/ 3155477 h 5062222"/>
                <a:gd name="connsiteX242" fmla="*/ 486670 w 4836345"/>
                <a:gd name="connsiteY242" fmla="*/ 3147481 h 5062222"/>
                <a:gd name="connsiteX243" fmla="*/ 506512 w 4836345"/>
                <a:gd name="connsiteY243" fmla="*/ 3122666 h 5062222"/>
                <a:gd name="connsiteX244" fmla="*/ 508902 w 4836345"/>
                <a:gd name="connsiteY244" fmla="*/ 3121167 h 5062222"/>
                <a:gd name="connsiteX245" fmla="*/ 530416 w 4836345"/>
                <a:gd name="connsiteY245" fmla="*/ 3090054 h 5062222"/>
                <a:gd name="connsiteX246" fmla="*/ 542669 w 4836345"/>
                <a:gd name="connsiteY246" fmla="*/ 3086681 h 5062222"/>
                <a:gd name="connsiteX247" fmla="*/ 1948290 w 4836345"/>
                <a:gd name="connsiteY247" fmla="*/ 2044304 h 5062222"/>
                <a:gd name="connsiteX248" fmla="*/ 2387192 w 4836345"/>
                <a:gd name="connsiteY248" fmla="*/ 2044304 h 5062222"/>
                <a:gd name="connsiteX249" fmla="*/ 2387192 w 4836345"/>
                <a:gd name="connsiteY249" fmla="*/ 2483206 h 5062222"/>
                <a:gd name="connsiteX250" fmla="*/ 1948290 w 4836345"/>
                <a:gd name="connsiteY250" fmla="*/ 2483206 h 5062222"/>
                <a:gd name="connsiteX251" fmla="*/ 2969528 w 4836345"/>
                <a:gd name="connsiteY251" fmla="*/ 0 h 5062222"/>
                <a:gd name="connsiteX252" fmla="*/ 3982304 w 4836345"/>
                <a:gd name="connsiteY252" fmla="*/ 417954 h 5062222"/>
                <a:gd name="connsiteX253" fmla="*/ 4411427 w 4836345"/>
                <a:gd name="connsiteY253" fmla="*/ 1430971 h 5062222"/>
                <a:gd name="connsiteX254" fmla="*/ 4470594 w 4836345"/>
                <a:gd name="connsiteY254" fmla="*/ 1364869 h 5062222"/>
                <a:gd name="connsiteX255" fmla="*/ 4614934 w 4836345"/>
                <a:gd name="connsiteY255" fmla="*/ 1188880 h 5062222"/>
                <a:gd name="connsiteX256" fmla="*/ 4668560 w 4836345"/>
                <a:gd name="connsiteY256" fmla="*/ 1186730 h 5062222"/>
                <a:gd name="connsiteX257" fmla="*/ 4819029 w 4836345"/>
                <a:gd name="connsiteY257" fmla="*/ 1312564 h 5062222"/>
                <a:gd name="connsiteX258" fmla="*/ 4824242 w 4836345"/>
                <a:gd name="connsiteY258" fmla="*/ 1360992 h 5062222"/>
                <a:gd name="connsiteX259" fmla="*/ 4644056 w 4836345"/>
                <a:gd name="connsiteY259" fmla="*/ 1577164 h 5062222"/>
                <a:gd name="connsiteX260" fmla="*/ 4496651 w 4836345"/>
                <a:gd name="connsiteY260" fmla="*/ 1751341 h 5062222"/>
                <a:gd name="connsiteX261" fmla="*/ 4317400 w 4836345"/>
                <a:gd name="connsiteY261" fmla="*/ 1968307 h 5062222"/>
                <a:gd name="connsiteX262" fmla="*/ 4276520 w 4836345"/>
                <a:gd name="connsiteY262" fmla="*/ 1972361 h 5062222"/>
                <a:gd name="connsiteX263" fmla="*/ 4081239 w 4836345"/>
                <a:gd name="connsiteY263" fmla="*/ 1782801 h 5062222"/>
                <a:gd name="connsiteX264" fmla="*/ 3794562 w 4836345"/>
                <a:gd name="connsiteY264" fmla="*/ 1502878 h 5062222"/>
                <a:gd name="connsiteX265" fmla="*/ 3699703 w 4836345"/>
                <a:gd name="connsiteY265" fmla="*/ 1412842 h 5062222"/>
                <a:gd name="connsiteX266" fmla="*/ 3697135 w 4836345"/>
                <a:gd name="connsiteY266" fmla="*/ 1382483 h 5062222"/>
                <a:gd name="connsiteX267" fmla="*/ 3885592 w 4836345"/>
                <a:gd name="connsiteY267" fmla="*/ 1215909 h 5062222"/>
                <a:gd name="connsiteX268" fmla="*/ 4106365 w 4836345"/>
                <a:gd name="connsiteY268" fmla="*/ 1434416 h 5062222"/>
                <a:gd name="connsiteX269" fmla="*/ 4106203 w 4836345"/>
                <a:gd name="connsiteY269" fmla="*/ 1313292 h 5062222"/>
                <a:gd name="connsiteX270" fmla="*/ 4042396 w 4836345"/>
                <a:gd name="connsiteY270" fmla="*/ 1042527 h 5062222"/>
                <a:gd name="connsiteX271" fmla="*/ 3880380 w 4836345"/>
                <a:gd name="connsiteY271" fmla="*/ 749186 h 5062222"/>
                <a:gd name="connsiteX272" fmla="*/ 3542679 w 4836345"/>
                <a:gd name="connsiteY272" fmla="*/ 452368 h 5062222"/>
                <a:gd name="connsiteX273" fmla="*/ 3213554 w 4836345"/>
                <a:gd name="connsiteY273" fmla="*/ 324415 h 5062222"/>
                <a:gd name="connsiteX274" fmla="*/ 3025861 w 4836345"/>
                <a:gd name="connsiteY274" fmla="*/ 300475 h 5062222"/>
                <a:gd name="connsiteX275" fmla="*/ 2969528 w 4836345"/>
                <a:gd name="connsiteY275" fmla="*/ 294132 h 5062222"/>
                <a:gd name="connsiteX276" fmla="*/ 2969528 w 4836345"/>
                <a:gd name="connsiteY276" fmla="*/ 0 h 506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4836345" h="5062222">
                  <a:moveTo>
                    <a:pt x="1482679" y="4713395"/>
                  </a:moveTo>
                  <a:lnTo>
                    <a:pt x="1520868" y="4724661"/>
                  </a:lnTo>
                  <a:lnTo>
                    <a:pt x="1482680" y="4713395"/>
                  </a:lnTo>
                  <a:close/>
                  <a:moveTo>
                    <a:pt x="1385612" y="4674092"/>
                  </a:moveTo>
                  <a:lnTo>
                    <a:pt x="1479611" y="4712152"/>
                  </a:lnTo>
                  <a:lnTo>
                    <a:pt x="1385613" y="4674092"/>
                  </a:lnTo>
                  <a:close/>
                  <a:moveTo>
                    <a:pt x="215759" y="3880630"/>
                  </a:moveTo>
                  <a:cubicBezTo>
                    <a:pt x="210415" y="3885677"/>
                    <a:pt x="209521" y="3907304"/>
                    <a:pt x="192217" y="3889381"/>
                  </a:cubicBezTo>
                  <a:cubicBezTo>
                    <a:pt x="198748" y="3885225"/>
                    <a:pt x="206020" y="3882890"/>
                    <a:pt x="215759" y="3880630"/>
                  </a:cubicBezTo>
                  <a:close/>
                  <a:moveTo>
                    <a:pt x="749787" y="3875147"/>
                  </a:moveTo>
                  <a:cubicBezTo>
                    <a:pt x="764169" y="3914990"/>
                    <a:pt x="776691" y="3956280"/>
                    <a:pt x="788829" y="4000058"/>
                  </a:cubicBezTo>
                  <a:cubicBezTo>
                    <a:pt x="776297" y="3972620"/>
                    <a:pt x="763339" y="3942987"/>
                    <a:pt x="752424" y="3912620"/>
                  </a:cubicBezTo>
                  <a:cubicBezTo>
                    <a:pt x="748430" y="3901508"/>
                    <a:pt x="749284" y="3888654"/>
                    <a:pt x="749787" y="3875147"/>
                  </a:cubicBezTo>
                  <a:close/>
                  <a:moveTo>
                    <a:pt x="950322" y="3837640"/>
                  </a:moveTo>
                  <a:cubicBezTo>
                    <a:pt x="961099" y="3837782"/>
                    <a:pt x="972736" y="3839848"/>
                    <a:pt x="986935" y="3842029"/>
                  </a:cubicBezTo>
                  <a:cubicBezTo>
                    <a:pt x="984050" y="3848289"/>
                    <a:pt x="978602" y="3854435"/>
                    <a:pt x="971496" y="3862452"/>
                  </a:cubicBezTo>
                  <a:cubicBezTo>
                    <a:pt x="963927" y="3853925"/>
                    <a:pt x="957555" y="3846744"/>
                    <a:pt x="950322" y="3837640"/>
                  </a:cubicBezTo>
                  <a:close/>
                  <a:moveTo>
                    <a:pt x="9498" y="3713598"/>
                  </a:moveTo>
                  <a:cubicBezTo>
                    <a:pt x="11530" y="3719955"/>
                    <a:pt x="11618" y="3727162"/>
                    <a:pt x="11626" y="3737070"/>
                  </a:cubicBezTo>
                  <a:cubicBezTo>
                    <a:pt x="-772" y="3733063"/>
                    <a:pt x="-5815" y="3725206"/>
                    <a:pt x="9498" y="3713598"/>
                  </a:cubicBezTo>
                  <a:close/>
                  <a:moveTo>
                    <a:pt x="28505" y="3694542"/>
                  </a:moveTo>
                  <a:cubicBezTo>
                    <a:pt x="33788" y="3697423"/>
                    <a:pt x="37243" y="3701050"/>
                    <a:pt x="40696" y="3704677"/>
                  </a:cubicBezTo>
                  <a:cubicBezTo>
                    <a:pt x="32524" y="3707507"/>
                    <a:pt x="24352" y="3710338"/>
                    <a:pt x="13709" y="3713059"/>
                  </a:cubicBezTo>
                  <a:cubicBezTo>
                    <a:pt x="16384" y="3707063"/>
                    <a:pt x="21530" y="3701174"/>
                    <a:pt x="28505" y="3694542"/>
                  </a:cubicBezTo>
                  <a:close/>
                  <a:moveTo>
                    <a:pt x="1143207" y="3657461"/>
                  </a:moveTo>
                  <a:cubicBezTo>
                    <a:pt x="1155761" y="3661507"/>
                    <a:pt x="1160551" y="3669445"/>
                    <a:pt x="1145232" y="3681045"/>
                  </a:cubicBezTo>
                  <a:cubicBezTo>
                    <a:pt x="1143233" y="3674676"/>
                    <a:pt x="1143181" y="3667427"/>
                    <a:pt x="1143207" y="3657461"/>
                  </a:cubicBezTo>
                  <a:close/>
                  <a:moveTo>
                    <a:pt x="60634" y="3655985"/>
                  </a:moveTo>
                  <a:cubicBezTo>
                    <a:pt x="66108" y="3657899"/>
                    <a:pt x="69745" y="3660564"/>
                    <a:pt x="73383" y="3663230"/>
                  </a:cubicBezTo>
                  <a:cubicBezTo>
                    <a:pt x="64980" y="3667032"/>
                    <a:pt x="56577" y="3670835"/>
                    <a:pt x="45695" y="3674564"/>
                  </a:cubicBezTo>
                  <a:cubicBezTo>
                    <a:pt x="48411" y="3668573"/>
                    <a:pt x="53603" y="3662655"/>
                    <a:pt x="60634" y="3655985"/>
                  </a:cubicBezTo>
                  <a:close/>
                  <a:moveTo>
                    <a:pt x="92770" y="3617422"/>
                  </a:moveTo>
                  <a:cubicBezTo>
                    <a:pt x="98244" y="3619336"/>
                    <a:pt x="101882" y="3622002"/>
                    <a:pt x="105520" y="3624667"/>
                  </a:cubicBezTo>
                  <a:cubicBezTo>
                    <a:pt x="97115" y="3628469"/>
                    <a:pt x="88712" y="3632270"/>
                    <a:pt x="77832" y="3636000"/>
                  </a:cubicBezTo>
                  <a:cubicBezTo>
                    <a:pt x="80546" y="3630009"/>
                    <a:pt x="85740" y="3624092"/>
                    <a:pt x="92770" y="3617422"/>
                  </a:cubicBezTo>
                  <a:close/>
                  <a:moveTo>
                    <a:pt x="124907" y="3578858"/>
                  </a:moveTo>
                  <a:cubicBezTo>
                    <a:pt x="130380" y="3580772"/>
                    <a:pt x="134018" y="3583437"/>
                    <a:pt x="137656" y="3586103"/>
                  </a:cubicBezTo>
                  <a:cubicBezTo>
                    <a:pt x="129253" y="3589905"/>
                    <a:pt x="120849" y="3593707"/>
                    <a:pt x="109968" y="3597437"/>
                  </a:cubicBezTo>
                  <a:cubicBezTo>
                    <a:pt x="112684" y="3591446"/>
                    <a:pt x="117876" y="3585528"/>
                    <a:pt x="124907" y="3578858"/>
                  </a:cubicBezTo>
                  <a:close/>
                  <a:moveTo>
                    <a:pt x="157043" y="3540295"/>
                  </a:moveTo>
                  <a:cubicBezTo>
                    <a:pt x="162517" y="3542209"/>
                    <a:pt x="166154" y="3544875"/>
                    <a:pt x="169792" y="3547540"/>
                  </a:cubicBezTo>
                  <a:cubicBezTo>
                    <a:pt x="161389" y="3551342"/>
                    <a:pt x="152985" y="3555143"/>
                    <a:pt x="142104" y="3558873"/>
                  </a:cubicBezTo>
                  <a:cubicBezTo>
                    <a:pt x="144820" y="3552882"/>
                    <a:pt x="150012" y="3546965"/>
                    <a:pt x="157043" y="3540295"/>
                  </a:cubicBezTo>
                  <a:close/>
                  <a:moveTo>
                    <a:pt x="189179" y="3501731"/>
                  </a:moveTo>
                  <a:cubicBezTo>
                    <a:pt x="194654" y="3503645"/>
                    <a:pt x="198291" y="3506310"/>
                    <a:pt x="201928" y="3508976"/>
                  </a:cubicBezTo>
                  <a:cubicBezTo>
                    <a:pt x="193525" y="3512778"/>
                    <a:pt x="185121" y="3516580"/>
                    <a:pt x="174241" y="3520310"/>
                  </a:cubicBezTo>
                  <a:cubicBezTo>
                    <a:pt x="176955" y="3514319"/>
                    <a:pt x="182149" y="3508401"/>
                    <a:pt x="189179" y="3501731"/>
                  </a:cubicBezTo>
                  <a:close/>
                  <a:moveTo>
                    <a:pt x="227743" y="3456740"/>
                  </a:moveTo>
                  <a:cubicBezTo>
                    <a:pt x="233216" y="3458654"/>
                    <a:pt x="236854" y="3461319"/>
                    <a:pt x="240492" y="3463986"/>
                  </a:cubicBezTo>
                  <a:cubicBezTo>
                    <a:pt x="232088" y="3467787"/>
                    <a:pt x="223685" y="3471589"/>
                    <a:pt x="212804" y="3475319"/>
                  </a:cubicBezTo>
                  <a:cubicBezTo>
                    <a:pt x="215519" y="3469328"/>
                    <a:pt x="220712" y="3463411"/>
                    <a:pt x="227743" y="3456740"/>
                  </a:cubicBezTo>
                  <a:close/>
                  <a:moveTo>
                    <a:pt x="259879" y="3418177"/>
                  </a:moveTo>
                  <a:cubicBezTo>
                    <a:pt x="265354" y="3420091"/>
                    <a:pt x="268991" y="3422756"/>
                    <a:pt x="272628" y="3425422"/>
                  </a:cubicBezTo>
                  <a:cubicBezTo>
                    <a:pt x="264225" y="3429224"/>
                    <a:pt x="255822" y="3433026"/>
                    <a:pt x="244940" y="3436755"/>
                  </a:cubicBezTo>
                  <a:cubicBezTo>
                    <a:pt x="247656" y="3430764"/>
                    <a:pt x="252848" y="3424847"/>
                    <a:pt x="259879" y="3418177"/>
                  </a:cubicBezTo>
                  <a:close/>
                  <a:moveTo>
                    <a:pt x="292015" y="3379613"/>
                  </a:moveTo>
                  <a:cubicBezTo>
                    <a:pt x="297489" y="3381527"/>
                    <a:pt x="301127" y="3384193"/>
                    <a:pt x="304764" y="3386858"/>
                  </a:cubicBezTo>
                  <a:cubicBezTo>
                    <a:pt x="296361" y="3390660"/>
                    <a:pt x="287957" y="3394463"/>
                    <a:pt x="277077" y="3398192"/>
                  </a:cubicBezTo>
                  <a:cubicBezTo>
                    <a:pt x="279791" y="3392201"/>
                    <a:pt x="284985" y="3386284"/>
                    <a:pt x="292015" y="3379613"/>
                  </a:cubicBezTo>
                  <a:close/>
                  <a:moveTo>
                    <a:pt x="324152" y="3341050"/>
                  </a:moveTo>
                  <a:cubicBezTo>
                    <a:pt x="329625" y="3342964"/>
                    <a:pt x="333263" y="3345629"/>
                    <a:pt x="336901" y="3348295"/>
                  </a:cubicBezTo>
                  <a:cubicBezTo>
                    <a:pt x="328498" y="3352097"/>
                    <a:pt x="320094" y="3355899"/>
                    <a:pt x="309213" y="3359628"/>
                  </a:cubicBezTo>
                  <a:cubicBezTo>
                    <a:pt x="311928" y="3353637"/>
                    <a:pt x="317121" y="3347720"/>
                    <a:pt x="324152" y="3341050"/>
                  </a:cubicBezTo>
                  <a:close/>
                  <a:moveTo>
                    <a:pt x="356288" y="3302486"/>
                  </a:moveTo>
                  <a:cubicBezTo>
                    <a:pt x="361763" y="3304400"/>
                    <a:pt x="365400" y="3307065"/>
                    <a:pt x="369037" y="3309731"/>
                  </a:cubicBezTo>
                  <a:cubicBezTo>
                    <a:pt x="360634" y="3313533"/>
                    <a:pt x="352231" y="3317336"/>
                    <a:pt x="341349" y="3321065"/>
                  </a:cubicBezTo>
                  <a:cubicBezTo>
                    <a:pt x="344065" y="3315073"/>
                    <a:pt x="349257" y="3309156"/>
                    <a:pt x="356288" y="3302486"/>
                  </a:cubicBezTo>
                  <a:close/>
                  <a:moveTo>
                    <a:pt x="388424" y="3263923"/>
                  </a:moveTo>
                  <a:cubicBezTo>
                    <a:pt x="393899" y="3265837"/>
                    <a:pt x="397536" y="3268502"/>
                    <a:pt x="401173" y="3271168"/>
                  </a:cubicBezTo>
                  <a:cubicBezTo>
                    <a:pt x="392770" y="3274969"/>
                    <a:pt x="384366" y="3278772"/>
                    <a:pt x="373486" y="3282501"/>
                  </a:cubicBezTo>
                  <a:cubicBezTo>
                    <a:pt x="376200" y="3276510"/>
                    <a:pt x="381394" y="3270593"/>
                    <a:pt x="388424" y="3263923"/>
                  </a:cubicBezTo>
                  <a:close/>
                  <a:moveTo>
                    <a:pt x="420560" y="3225359"/>
                  </a:moveTo>
                  <a:cubicBezTo>
                    <a:pt x="426034" y="3227273"/>
                    <a:pt x="429672" y="3229938"/>
                    <a:pt x="433310" y="3232604"/>
                  </a:cubicBezTo>
                  <a:cubicBezTo>
                    <a:pt x="424906" y="3236406"/>
                    <a:pt x="416503" y="3240208"/>
                    <a:pt x="405622" y="3243937"/>
                  </a:cubicBezTo>
                  <a:cubicBezTo>
                    <a:pt x="408336" y="3237946"/>
                    <a:pt x="413530" y="3232029"/>
                    <a:pt x="420560" y="3225359"/>
                  </a:cubicBezTo>
                  <a:close/>
                  <a:moveTo>
                    <a:pt x="452697" y="3186796"/>
                  </a:moveTo>
                  <a:cubicBezTo>
                    <a:pt x="458171" y="3188710"/>
                    <a:pt x="461809" y="3191375"/>
                    <a:pt x="465446" y="3194041"/>
                  </a:cubicBezTo>
                  <a:cubicBezTo>
                    <a:pt x="457043" y="3197842"/>
                    <a:pt x="448640" y="3201645"/>
                    <a:pt x="437758" y="3205374"/>
                  </a:cubicBezTo>
                  <a:cubicBezTo>
                    <a:pt x="440474" y="3199383"/>
                    <a:pt x="445666" y="3193466"/>
                    <a:pt x="452697" y="3186796"/>
                  </a:cubicBezTo>
                  <a:close/>
                  <a:moveTo>
                    <a:pt x="484833" y="3148232"/>
                  </a:moveTo>
                  <a:cubicBezTo>
                    <a:pt x="490308" y="3150146"/>
                    <a:pt x="493944" y="3152811"/>
                    <a:pt x="497582" y="3155477"/>
                  </a:cubicBezTo>
                  <a:cubicBezTo>
                    <a:pt x="489179" y="3159279"/>
                    <a:pt x="480775" y="3163082"/>
                    <a:pt x="469894" y="3166810"/>
                  </a:cubicBezTo>
                  <a:cubicBezTo>
                    <a:pt x="472610" y="3160819"/>
                    <a:pt x="477802" y="3154902"/>
                    <a:pt x="484833" y="3148232"/>
                  </a:cubicBezTo>
                  <a:close/>
                  <a:moveTo>
                    <a:pt x="542669" y="3086681"/>
                  </a:moveTo>
                  <a:cubicBezTo>
                    <a:pt x="547552" y="3086592"/>
                    <a:pt x="552936" y="3087218"/>
                    <a:pt x="557929" y="3087592"/>
                  </a:cubicBezTo>
                  <a:lnTo>
                    <a:pt x="536464" y="3103888"/>
                  </a:lnTo>
                  <a:lnTo>
                    <a:pt x="558870" y="3089609"/>
                  </a:lnTo>
                  <a:cubicBezTo>
                    <a:pt x="594041" y="3121917"/>
                    <a:pt x="629969" y="3153445"/>
                    <a:pt x="664239" y="3186681"/>
                  </a:cubicBezTo>
                  <a:cubicBezTo>
                    <a:pt x="763106" y="3282567"/>
                    <a:pt x="861164" y="3379286"/>
                    <a:pt x="959820" y="3475392"/>
                  </a:cubicBezTo>
                  <a:cubicBezTo>
                    <a:pt x="1020138" y="3534151"/>
                    <a:pt x="1080973" y="3592380"/>
                    <a:pt x="1142353" y="3655513"/>
                  </a:cubicBezTo>
                  <a:cubicBezTo>
                    <a:pt x="1143182" y="3667428"/>
                    <a:pt x="1143234" y="3674676"/>
                    <a:pt x="1143288" y="3681924"/>
                  </a:cubicBezTo>
                  <a:cubicBezTo>
                    <a:pt x="1093349" y="3734735"/>
                    <a:pt x="1043411" y="3787546"/>
                    <a:pt x="988923" y="3841136"/>
                  </a:cubicBezTo>
                  <a:cubicBezTo>
                    <a:pt x="972736" y="3839848"/>
                    <a:pt x="961099" y="3837782"/>
                    <a:pt x="949462" y="3835716"/>
                  </a:cubicBezTo>
                  <a:cubicBezTo>
                    <a:pt x="875923" y="3766440"/>
                    <a:pt x="802384" y="3697164"/>
                    <a:pt x="722852" y="3622243"/>
                  </a:cubicBezTo>
                  <a:cubicBezTo>
                    <a:pt x="726798" y="3672273"/>
                    <a:pt x="729269" y="3717754"/>
                    <a:pt x="734307" y="3762948"/>
                  </a:cubicBezTo>
                  <a:cubicBezTo>
                    <a:pt x="738240" y="3798231"/>
                    <a:pt x="745361" y="3833160"/>
                    <a:pt x="749495" y="3872420"/>
                  </a:cubicBezTo>
                  <a:cubicBezTo>
                    <a:pt x="749284" y="3888654"/>
                    <a:pt x="748430" y="3901508"/>
                    <a:pt x="752424" y="3912620"/>
                  </a:cubicBezTo>
                  <a:cubicBezTo>
                    <a:pt x="763338" y="3942988"/>
                    <a:pt x="776297" y="3972620"/>
                    <a:pt x="788446" y="4002544"/>
                  </a:cubicBezTo>
                  <a:cubicBezTo>
                    <a:pt x="790454" y="4006152"/>
                    <a:pt x="792462" y="4009760"/>
                    <a:pt x="792692" y="4017583"/>
                  </a:cubicBezTo>
                  <a:lnTo>
                    <a:pt x="797247" y="4026631"/>
                  </a:lnTo>
                  <a:lnTo>
                    <a:pt x="801300" y="4034680"/>
                  </a:lnTo>
                  <a:cubicBezTo>
                    <a:pt x="803308" y="4038289"/>
                    <a:pt x="805316" y="4041896"/>
                    <a:pt x="805546" y="4049719"/>
                  </a:cubicBezTo>
                  <a:lnTo>
                    <a:pt x="810102" y="4058768"/>
                  </a:lnTo>
                  <a:lnTo>
                    <a:pt x="814155" y="4066816"/>
                  </a:lnTo>
                  <a:cubicBezTo>
                    <a:pt x="854348" y="4137682"/>
                    <a:pt x="890646" y="4211135"/>
                    <a:pt x="935616" y="4278827"/>
                  </a:cubicBezTo>
                  <a:cubicBezTo>
                    <a:pt x="1009020" y="4389321"/>
                    <a:pt x="1103570" y="4480572"/>
                    <a:pt x="1213317" y="4561297"/>
                  </a:cubicBezTo>
                  <a:lnTo>
                    <a:pt x="1223542" y="4567810"/>
                  </a:lnTo>
                  <a:lnTo>
                    <a:pt x="1233574" y="4574202"/>
                  </a:lnTo>
                  <a:cubicBezTo>
                    <a:pt x="1233574" y="4574202"/>
                    <a:pt x="1233060" y="4574457"/>
                    <a:pt x="1233423" y="4576519"/>
                  </a:cubicBezTo>
                  <a:cubicBezTo>
                    <a:pt x="1240144" y="4581406"/>
                    <a:pt x="1246499" y="4584231"/>
                    <a:pt x="1252855" y="4587057"/>
                  </a:cubicBezTo>
                  <a:cubicBezTo>
                    <a:pt x="1252855" y="4587057"/>
                    <a:pt x="1252341" y="4587313"/>
                    <a:pt x="1252705" y="4589374"/>
                  </a:cubicBezTo>
                  <a:cubicBezTo>
                    <a:pt x="1259426" y="4594260"/>
                    <a:pt x="1265781" y="4597085"/>
                    <a:pt x="1272137" y="4599911"/>
                  </a:cubicBezTo>
                  <a:cubicBezTo>
                    <a:pt x="1272137" y="4599911"/>
                    <a:pt x="1271621" y="4600167"/>
                    <a:pt x="1271948" y="4602164"/>
                  </a:cubicBezTo>
                  <a:cubicBezTo>
                    <a:pt x="1279066" y="4610554"/>
                    <a:pt x="1285036" y="4618241"/>
                    <a:pt x="1292769" y="4623149"/>
                  </a:cubicBezTo>
                  <a:cubicBezTo>
                    <a:pt x="1285036" y="4618240"/>
                    <a:pt x="1279066" y="4610554"/>
                    <a:pt x="1272093" y="4601915"/>
                  </a:cubicBezTo>
                  <a:cubicBezTo>
                    <a:pt x="1311205" y="4619331"/>
                    <a:pt x="1350571" y="4638846"/>
                    <a:pt x="1389778" y="4658681"/>
                  </a:cubicBezTo>
                  <a:cubicBezTo>
                    <a:pt x="1478282" y="4703453"/>
                    <a:pt x="1572347" y="4730726"/>
                    <a:pt x="1669577" y="4748215"/>
                  </a:cubicBezTo>
                  <a:cubicBezTo>
                    <a:pt x="1678785" y="4749871"/>
                    <a:pt x="1687815" y="4752512"/>
                    <a:pt x="1699553" y="4755153"/>
                  </a:cubicBezTo>
                  <a:cubicBezTo>
                    <a:pt x="1698235" y="4757046"/>
                    <a:pt x="1696099" y="4759730"/>
                    <a:pt x="1693727" y="4761839"/>
                  </a:cubicBezTo>
                  <a:lnTo>
                    <a:pt x="1686494" y="4765073"/>
                  </a:lnTo>
                  <a:lnTo>
                    <a:pt x="1686495" y="4765073"/>
                  </a:lnTo>
                  <a:cubicBezTo>
                    <a:pt x="1691006" y="4765888"/>
                    <a:pt x="1696920" y="4758941"/>
                    <a:pt x="1702179" y="4755612"/>
                  </a:cubicBezTo>
                  <a:cubicBezTo>
                    <a:pt x="1710028" y="4755787"/>
                    <a:pt x="1717878" y="4755962"/>
                    <a:pt x="1727127" y="4760343"/>
                  </a:cubicBezTo>
                  <a:lnTo>
                    <a:pt x="1742942" y="4761681"/>
                  </a:lnTo>
                  <a:lnTo>
                    <a:pt x="1747170" y="4762039"/>
                  </a:lnTo>
                  <a:cubicBezTo>
                    <a:pt x="1761292" y="4762124"/>
                    <a:pt x="1775415" y="4762209"/>
                    <a:pt x="1791169" y="4766634"/>
                  </a:cubicBezTo>
                  <a:lnTo>
                    <a:pt x="1807395" y="4768100"/>
                  </a:lnTo>
                  <a:lnTo>
                    <a:pt x="1811442" y="4768465"/>
                  </a:lnTo>
                  <a:cubicBezTo>
                    <a:pt x="1828857" y="4768168"/>
                    <a:pt x="1846270" y="4767868"/>
                    <a:pt x="1867145" y="4769145"/>
                  </a:cubicBezTo>
                  <a:cubicBezTo>
                    <a:pt x="1871653" y="4772124"/>
                    <a:pt x="1873001" y="4773119"/>
                    <a:pt x="1874652" y="4773704"/>
                  </a:cubicBezTo>
                  <a:cubicBezTo>
                    <a:pt x="1874952" y="4866061"/>
                    <a:pt x="1875252" y="4958418"/>
                    <a:pt x="1873975" y="5054355"/>
                  </a:cubicBezTo>
                  <a:cubicBezTo>
                    <a:pt x="1870994" y="5058979"/>
                    <a:pt x="1869999" y="5060327"/>
                    <a:pt x="1869414" y="5061978"/>
                  </a:cubicBezTo>
                  <a:cubicBezTo>
                    <a:pt x="1742061" y="5064518"/>
                    <a:pt x="1617298" y="5047289"/>
                    <a:pt x="1491845" y="5009439"/>
                  </a:cubicBezTo>
                  <a:lnTo>
                    <a:pt x="1486665" y="5007474"/>
                  </a:lnTo>
                  <a:lnTo>
                    <a:pt x="1472699" y="5002177"/>
                  </a:lnTo>
                  <a:cubicBezTo>
                    <a:pt x="1464996" y="5001420"/>
                    <a:pt x="1457293" y="5000662"/>
                    <a:pt x="1446862" y="4996588"/>
                  </a:cubicBezTo>
                  <a:lnTo>
                    <a:pt x="1432272" y="4991486"/>
                  </a:lnTo>
                  <a:lnTo>
                    <a:pt x="1369913" y="4969680"/>
                  </a:lnTo>
                  <a:cubicBezTo>
                    <a:pt x="1366248" y="4968849"/>
                    <a:pt x="1362583" y="4968018"/>
                    <a:pt x="1356494" y="4964094"/>
                  </a:cubicBezTo>
                  <a:lnTo>
                    <a:pt x="1351795" y="4962412"/>
                  </a:lnTo>
                  <a:lnTo>
                    <a:pt x="1318483" y="4950495"/>
                  </a:lnTo>
                  <a:cubicBezTo>
                    <a:pt x="1310594" y="4947582"/>
                    <a:pt x="1302705" y="4944669"/>
                    <a:pt x="1292240" y="4938510"/>
                  </a:cubicBezTo>
                  <a:lnTo>
                    <a:pt x="1288128" y="4936971"/>
                  </a:lnTo>
                  <a:lnTo>
                    <a:pt x="1273454" y="4931478"/>
                  </a:lnTo>
                  <a:cubicBezTo>
                    <a:pt x="1218937" y="4903206"/>
                    <a:pt x="1162973" y="4877382"/>
                    <a:pt x="1110198" y="4846166"/>
                  </a:cubicBezTo>
                  <a:cubicBezTo>
                    <a:pt x="992708" y="4776669"/>
                    <a:pt x="888385" y="4689258"/>
                    <a:pt x="800128" y="4586048"/>
                  </a:cubicBezTo>
                  <a:cubicBezTo>
                    <a:pt x="734291" y="4509056"/>
                    <a:pt x="678729" y="4423006"/>
                    <a:pt x="621682" y="4338893"/>
                  </a:cubicBezTo>
                  <a:cubicBezTo>
                    <a:pt x="596544" y="4301828"/>
                    <a:pt x="579077" y="4259562"/>
                    <a:pt x="559325" y="4216327"/>
                  </a:cubicBezTo>
                  <a:lnTo>
                    <a:pt x="556630" y="4210348"/>
                  </a:lnTo>
                  <a:lnTo>
                    <a:pt x="552778" y="4201803"/>
                  </a:lnTo>
                  <a:cubicBezTo>
                    <a:pt x="548127" y="4192678"/>
                    <a:pt x="543476" y="4183553"/>
                    <a:pt x="540176" y="4170967"/>
                  </a:cubicBezTo>
                  <a:lnTo>
                    <a:pt x="535962" y="4160216"/>
                  </a:lnTo>
                  <a:lnTo>
                    <a:pt x="527069" y="4137531"/>
                  </a:lnTo>
                  <a:cubicBezTo>
                    <a:pt x="524555" y="4132608"/>
                    <a:pt x="522042" y="4127685"/>
                    <a:pt x="520941" y="4119323"/>
                  </a:cubicBezTo>
                  <a:lnTo>
                    <a:pt x="519256" y="4112935"/>
                  </a:lnTo>
                  <a:lnTo>
                    <a:pt x="468783" y="3953713"/>
                  </a:lnTo>
                  <a:cubicBezTo>
                    <a:pt x="476132" y="3967666"/>
                    <a:pt x="484434" y="3983761"/>
                    <a:pt x="489667" y="4000800"/>
                  </a:cubicBezTo>
                  <a:cubicBezTo>
                    <a:pt x="484434" y="3983762"/>
                    <a:pt x="476132" y="3967667"/>
                    <a:pt x="469223" y="3951143"/>
                  </a:cubicBezTo>
                  <a:cubicBezTo>
                    <a:pt x="466928" y="3946746"/>
                    <a:pt x="464632" y="3942350"/>
                    <a:pt x="464698" y="3934918"/>
                  </a:cubicBezTo>
                  <a:lnTo>
                    <a:pt x="463745" y="3926951"/>
                  </a:lnTo>
                  <a:lnTo>
                    <a:pt x="462796" y="3919005"/>
                  </a:lnTo>
                  <a:cubicBezTo>
                    <a:pt x="460500" y="3914608"/>
                    <a:pt x="458205" y="3910213"/>
                    <a:pt x="458271" y="3902782"/>
                  </a:cubicBezTo>
                  <a:lnTo>
                    <a:pt x="457318" y="3894815"/>
                  </a:lnTo>
                  <a:lnTo>
                    <a:pt x="456369" y="3886869"/>
                  </a:lnTo>
                  <a:cubicBezTo>
                    <a:pt x="453932" y="3879821"/>
                    <a:pt x="451493" y="3872773"/>
                    <a:pt x="451301" y="3863151"/>
                  </a:cubicBezTo>
                  <a:cubicBezTo>
                    <a:pt x="455433" y="3858535"/>
                    <a:pt x="457320" y="3856491"/>
                    <a:pt x="459208" y="3854448"/>
                  </a:cubicBezTo>
                  <a:lnTo>
                    <a:pt x="459207" y="3854447"/>
                  </a:lnTo>
                  <a:lnTo>
                    <a:pt x="451744" y="3860860"/>
                  </a:lnTo>
                  <a:cubicBezTo>
                    <a:pt x="449653" y="3858279"/>
                    <a:pt x="449364" y="3855416"/>
                    <a:pt x="449508" y="3850430"/>
                  </a:cubicBezTo>
                  <a:lnTo>
                    <a:pt x="459204" y="3854445"/>
                  </a:lnTo>
                  <a:lnTo>
                    <a:pt x="449942" y="3848305"/>
                  </a:lnTo>
                  <a:cubicBezTo>
                    <a:pt x="447502" y="3837131"/>
                    <a:pt x="445063" y="3825956"/>
                    <a:pt x="444871" y="3811971"/>
                  </a:cubicBezTo>
                  <a:cubicBezTo>
                    <a:pt x="449005" y="3807117"/>
                    <a:pt x="450893" y="3805072"/>
                    <a:pt x="452781" y="3803030"/>
                  </a:cubicBezTo>
                  <a:lnTo>
                    <a:pt x="452780" y="3803029"/>
                  </a:lnTo>
                  <a:lnTo>
                    <a:pt x="445317" y="3809442"/>
                  </a:lnTo>
                  <a:cubicBezTo>
                    <a:pt x="443226" y="3806862"/>
                    <a:pt x="442936" y="3803999"/>
                    <a:pt x="443081" y="3799011"/>
                  </a:cubicBezTo>
                  <a:lnTo>
                    <a:pt x="452777" y="3803027"/>
                  </a:lnTo>
                  <a:lnTo>
                    <a:pt x="443514" y="3796887"/>
                  </a:lnTo>
                  <a:cubicBezTo>
                    <a:pt x="441075" y="3779436"/>
                    <a:pt x="438636" y="3761984"/>
                    <a:pt x="438443" y="3741497"/>
                  </a:cubicBezTo>
                  <a:cubicBezTo>
                    <a:pt x="442578" y="3736417"/>
                    <a:pt x="444466" y="3734374"/>
                    <a:pt x="446353" y="3732330"/>
                  </a:cubicBezTo>
                  <a:lnTo>
                    <a:pt x="446352" y="3732329"/>
                  </a:lnTo>
                  <a:lnTo>
                    <a:pt x="438889" y="3738742"/>
                  </a:lnTo>
                  <a:cubicBezTo>
                    <a:pt x="436799" y="3736162"/>
                    <a:pt x="436509" y="3733300"/>
                    <a:pt x="436654" y="3728312"/>
                  </a:cubicBezTo>
                  <a:lnTo>
                    <a:pt x="446349" y="3732327"/>
                  </a:lnTo>
                  <a:lnTo>
                    <a:pt x="437087" y="3726187"/>
                  </a:lnTo>
                  <a:cubicBezTo>
                    <a:pt x="434647" y="3704517"/>
                    <a:pt x="432206" y="3682846"/>
                    <a:pt x="432015" y="3658041"/>
                  </a:cubicBezTo>
                  <a:cubicBezTo>
                    <a:pt x="436151" y="3652863"/>
                    <a:pt x="438038" y="3650818"/>
                    <a:pt x="439926" y="3648776"/>
                  </a:cubicBezTo>
                  <a:lnTo>
                    <a:pt x="439925" y="3648775"/>
                  </a:lnTo>
                  <a:lnTo>
                    <a:pt x="432462" y="3655188"/>
                  </a:lnTo>
                  <a:cubicBezTo>
                    <a:pt x="430371" y="3652608"/>
                    <a:pt x="430082" y="3649745"/>
                    <a:pt x="430227" y="3644757"/>
                  </a:cubicBezTo>
                  <a:lnTo>
                    <a:pt x="439922" y="3648773"/>
                  </a:lnTo>
                  <a:lnTo>
                    <a:pt x="430660" y="3642633"/>
                  </a:lnTo>
                  <a:cubicBezTo>
                    <a:pt x="422936" y="3646782"/>
                    <a:pt x="413052" y="3649118"/>
                    <a:pt x="407816" y="3655356"/>
                  </a:cubicBezTo>
                  <a:cubicBezTo>
                    <a:pt x="345557" y="3729524"/>
                    <a:pt x="283991" y="3804274"/>
                    <a:pt x="217766" y="3879713"/>
                  </a:cubicBezTo>
                  <a:cubicBezTo>
                    <a:pt x="206019" y="3882890"/>
                    <a:pt x="198748" y="3885225"/>
                    <a:pt x="191477" y="3887561"/>
                  </a:cubicBezTo>
                  <a:cubicBezTo>
                    <a:pt x="168524" y="3869626"/>
                    <a:pt x="145302" y="3852024"/>
                    <a:pt x="122679" y="3833680"/>
                  </a:cubicBezTo>
                  <a:cubicBezTo>
                    <a:pt x="86027" y="3803960"/>
                    <a:pt x="49769" y="3773754"/>
                    <a:pt x="12525" y="3739061"/>
                  </a:cubicBezTo>
                  <a:cubicBezTo>
                    <a:pt x="11617" y="3727163"/>
                    <a:pt x="11530" y="3719955"/>
                    <a:pt x="11443" y="3712749"/>
                  </a:cubicBezTo>
                  <a:cubicBezTo>
                    <a:pt x="11443" y="3712749"/>
                    <a:pt x="11744" y="3713258"/>
                    <a:pt x="13962" y="3713212"/>
                  </a:cubicBezTo>
                  <a:cubicBezTo>
                    <a:pt x="24353" y="3710338"/>
                    <a:pt x="32525" y="3707508"/>
                    <a:pt x="40697" y="3704677"/>
                  </a:cubicBezTo>
                  <a:cubicBezTo>
                    <a:pt x="37243" y="3701050"/>
                    <a:pt x="33789" y="3697423"/>
                    <a:pt x="30335" y="3693798"/>
                  </a:cubicBezTo>
                  <a:cubicBezTo>
                    <a:pt x="33359" y="3687907"/>
                    <a:pt x="36383" y="3682017"/>
                    <a:pt x="43790" y="3675381"/>
                  </a:cubicBezTo>
                  <a:cubicBezTo>
                    <a:pt x="56577" y="3670835"/>
                    <a:pt x="64980" y="3667033"/>
                    <a:pt x="73383" y="3663230"/>
                  </a:cubicBezTo>
                  <a:cubicBezTo>
                    <a:pt x="69747" y="3660564"/>
                    <a:pt x="66109" y="3657899"/>
                    <a:pt x="62471" y="3655234"/>
                  </a:cubicBezTo>
                  <a:cubicBezTo>
                    <a:pt x="65495" y="3649344"/>
                    <a:pt x="68520" y="3643454"/>
                    <a:pt x="75927" y="3636818"/>
                  </a:cubicBezTo>
                  <a:cubicBezTo>
                    <a:pt x="88712" y="3632271"/>
                    <a:pt x="97116" y="3628469"/>
                    <a:pt x="105520" y="3624667"/>
                  </a:cubicBezTo>
                  <a:cubicBezTo>
                    <a:pt x="101882" y="3622002"/>
                    <a:pt x="98245" y="3619336"/>
                    <a:pt x="94608" y="3616671"/>
                  </a:cubicBezTo>
                  <a:cubicBezTo>
                    <a:pt x="97632" y="3610781"/>
                    <a:pt x="100656" y="3604890"/>
                    <a:pt x="108063" y="3598254"/>
                  </a:cubicBezTo>
                  <a:cubicBezTo>
                    <a:pt x="120849" y="3593708"/>
                    <a:pt x="129253" y="3589905"/>
                    <a:pt x="137656" y="3586103"/>
                  </a:cubicBezTo>
                  <a:cubicBezTo>
                    <a:pt x="134019" y="3583437"/>
                    <a:pt x="130381" y="3580772"/>
                    <a:pt x="126744" y="3578107"/>
                  </a:cubicBezTo>
                  <a:cubicBezTo>
                    <a:pt x="129768" y="3572216"/>
                    <a:pt x="132792" y="3566327"/>
                    <a:pt x="140199" y="3559691"/>
                  </a:cubicBezTo>
                  <a:cubicBezTo>
                    <a:pt x="152985" y="3555144"/>
                    <a:pt x="161389" y="3551342"/>
                    <a:pt x="169792" y="3547540"/>
                  </a:cubicBezTo>
                  <a:cubicBezTo>
                    <a:pt x="166154" y="3544875"/>
                    <a:pt x="162518" y="3542209"/>
                    <a:pt x="158880" y="3539544"/>
                  </a:cubicBezTo>
                  <a:cubicBezTo>
                    <a:pt x="161904" y="3533653"/>
                    <a:pt x="164929" y="3527763"/>
                    <a:pt x="172336" y="3521127"/>
                  </a:cubicBezTo>
                  <a:cubicBezTo>
                    <a:pt x="185121" y="3516581"/>
                    <a:pt x="193525" y="3512778"/>
                    <a:pt x="201928" y="3508976"/>
                  </a:cubicBezTo>
                  <a:cubicBezTo>
                    <a:pt x="198292" y="3506310"/>
                    <a:pt x="194654" y="3503645"/>
                    <a:pt x="191016" y="3500980"/>
                  </a:cubicBezTo>
                  <a:cubicBezTo>
                    <a:pt x="196160" y="3492966"/>
                    <a:pt x="201305" y="3484953"/>
                    <a:pt x="210866" y="3476165"/>
                  </a:cubicBezTo>
                  <a:cubicBezTo>
                    <a:pt x="223685" y="3471590"/>
                    <a:pt x="232089" y="3467787"/>
                    <a:pt x="240492" y="3463986"/>
                  </a:cubicBezTo>
                  <a:cubicBezTo>
                    <a:pt x="236855" y="3461319"/>
                    <a:pt x="233217" y="3458654"/>
                    <a:pt x="229580" y="3455989"/>
                  </a:cubicBezTo>
                  <a:cubicBezTo>
                    <a:pt x="232604" y="3450099"/>
                    <a:pt x="235628" y="3444209"/>
                    <a:pt x="243035" y="3437573"/>
                  </a:cubicBezTo>
                  <a:cubicBezTo>
                    <a:pt x="255821" y="3433026"/>
                    <a:pt x="264225" y="3429224"/>
                    <a:pt x="272628" y="3425422"/>
                  </a:cubicBezTo>
                  <a:cubicBezTo>
                    <a:pt x="268991" y="3422756"/>
                    <a:pt x="265354" y="3420091"/>
                    <a:pt x="261716" y="3417426"/>
                  </a:cubicBezTo>
                  <a:cubicBezTo>
                    <a:pt x="264740" y="3411535"/>
                    <a:pt x="267765" y="3405645"/>
                    <a:pt x="275172" y="3399010"/>
                  </a:cubicBezTo>
                  <a:cubicBezTo>
                    <a:pt x="287957" y="3394463"/>
                    <a:pt x="296361" y="3390660"/>
                    <a:pt x="304764" y="3386858"/>
                  </a:cubicBezTo>
                  <a:cubicBezTo>
                    <a:pt x="301127" y="3384193"/>
                    <a:pt x="297490" y="3381527"/>
                    <a:pt x="293852" y="3378862"/>
                  </a:cubicBezTo>
                  <a:cubicBezTo>
                    <a:pt x="296877" y="3372971"/>
                    <a:pt x="299901" y="3367082"/>
                    <a:pt x="307308" y="3360446"/>
                  </a:cubicBezTo>
                  <a:cubicBezTo>
                    <a:pt x="320094" y="3355899"/>
                    <a:pt x="328498" y="3352097"/>
                    <a:pt x="336901" y="3348295"/>
                  </a:cubicBezTo>
                  <a:cubicBezTo>
                    <a:pt x="333264" y="3345629"/>
                    <a:pt x="329626" y="3342964"/>
                    <a:pt x="325990" y="3340299"/>
                  </a:cubicBezTo>
                  <a:cubicBezTo>
                    <a:pt x="329013" y="3334409"/>
                    <a:pt x="332037" y="3328518"/>
                    <a:pt x="339444" y="3321882"/>
                  </a:cubicBezTo>
                  <a:cubicBezTo>
                    <a:pt x="352230" y="3317336"/>
                    <a:pt x="360634" y="3313533"/>
                    <a:pt x="369037" y="3309731"/>
                  </a:cubicBezTo>
                  <a:cubicBezTo>
                    <a:pt x="365400" y="3307065"/>
                    <a:pt x="361763" y="3304400"/>
                    <a:pt x="358125" y="3301735"/>
                  </a:cubicBezTo>
                  <a:cubicBezTo>
                    <a:pt x="361149" y="3295844"/>
                    <a:pt x="364174" y="3289955"/>
                    <a:pt x="371581" y="3283319"/>
                  </a:cubicBezTo>
                  <a:cubicBezTo>
                    <a:pt x="384366" y="3278772"/>
                    <a:pt x="392770" y="3274969"/>
                    <a:pt x="401173" y="3271168"/>
                  </a:cubicBezTo>
                  <a:cubicBezTo>
                    <a:pt x="397537" y="3268502"/>
                    <a:pt x="393899" y="3265837"/>
                    <a:pt x="390261" y="3263172"/>
                  </a:cubicBezTo>
                  <a:cubicBezTo>
                    <a:pt x="393286" y="3257281"/>
                    <a:pt x="396310" y="3251391"/>
                    <a:pt x="403717" y="3244755"/>
                  </a:cubicBezTo>
                  <a:cubicBezTo>
                    <a:pt x="416503" y="3240209"/>
                    <a:pt x="424907" y="3236406"/>
                    <a:pt x="433310" y="3232604"/>
                  </a:cubicBezTo>
                  <a:cubicBezTo>
                    <a:pt x="429673" y="3229938"/>
                    <a:pt x="426035" y="3227273"/>
                    <a:pt x="422397" y="3224608"/>
                  </a:cubicBezTo>
                  <a:cubicBezTo>
                    <a:pt x="425422" y="3218717"/>
                    <a:pt x="428446" y="3212827"/>
                    <a:pt x="435853" y="3206192"/>
                  </a:cubicBezTo>
                  <a:cubicBezTo>
                    <a:pt x="448639" y="3201645"/>
                    <a:pt x="457043" y="3197842"/>
                    <a:pt x="465446" y="3194041"/>
                  </a:cubicBezTo>
                  <a:cubicBezTo>
                    <a:pt x="461809" y="3191375"/>
                    <a:pt x="458171" y="3188710"/>
                    <a:pt x="454534" y="3186045"/>
                  </a:cubicBezTo>
                  <a:cubicBezTo>
                    <a:pt x="457558" y="3180155"/>
                    <a:pt x="460582" y="3174264"/>
                    <a:pt x="467990" y="3167628"/>
                  </a:cubicBezTo>
                  <a:cubicBezTo>
                    <a:pt x="480775" y="3163082"/>
                    <a:pt x="489179" y="3159280"/>
                    <a:pt x="497582" y="3155477"/>
                  </a:cubicBezTo>
                  <a:cubicBezTo>
                    <a:pt x="493946" y="3152811"/>
                    <a:pt x="490308" y="3150146"/>
                    <a:pt x="486670" y="3147481"/>
                  </a:cubicBezTo>
                  <a:cubicBezTo>
                    <a:pt x="491814" y="3139467"/>
                    <a:pt x="496959" y="3131453"/>
                    <a:pt x="506512" y="3122666"/>
                  </a:cubicBezTo>
                  <a:lnTo>
                    <a:pt x="508902" y="3121167"/>
                  </a:lnTo>
                  <a:lnTo>
                    <a:pt x="530416" y="3090054"/>
                  </a:lnTo>
                  <a:cubicBezTo>
                    <a:pt x="533405" y="3087573"/>
                    <a:pt x="537787" y="3086770"/>
                    <a:pt x="542669" y="3086681"/>
                  </a:cubicBezTo>
                  <a:close/>
                  <a:moveTo>
                    <a:pt x="1948290" y="2044304"/>
                  </a:moveTo>
                  <a:lnTo>
                    <a:pt x="2387192" y="2044304"/>
                  </a:lnTo>
                  <a:lnTo>
                    <a:pt x="2387192" y="2483206"/>
                  </a:lnTo>
                  <a:lnTo>
                    <a:pt x="1948290" y="2483206"/>
                  </a:lnTo>
                  <a:close/>
                  <a:moveTo>
                    <a:pt x="2969528" y="0"/>
                  </a:moveTo>
                  <a:cubicBezTo>
                    <a:pt x="3362155" y="8048"/>
                    <a:pt x="3702110" y="140649"/>
                    <a:pt x="3982304" y="417954"/>
                  </a:cubicBezTo>
                  <a:cubicBezTo>
                    <a:pt x="4261814" y="694580"/>
                    <a:pt x="4401169" y="1031428"/>
                    <a:pt x="4411427" y="1430971"/>
                  </a:cubicBezTo>
                  <a:cubicBezTo>
                    <a:pt x="4433741" y="1406136"/>
                    <a:pt x="4452903" y="1386116"/>
                    <a:pt x="4470594" y="1364869"/>
                  </a:cubicBezTo>
                  <a:cubicBezTo>
                    <a:pt x="4519143" y="1306564"/>
                    <a:pt x="4567700" y="1248246"/>
                    <a:pt x="4614934" y="1188880"/>
                  </a:cubicBezTo>
                  <a:cubicBezTo>
                    <a:pt x="4633587" y="1165435"/>
                    <a:pt x="4647531" y="1168109"/>
                    <a:pt x="4668560" y="1186730"/>
                  </a:cubicBezTo>
                  <a:cubicBezTo>
                    <a:pt x="4717491" y="1230060"/>
                    <a:pt x="4768695" y="1270822"/>
                    <a:pt x="4819029" y="1312564"/>
                  </a:cubicBezTo>
                  <a:cubicBezTo>
                    <a:pt x="4836519" y="1327069"/>
                    <a:pt x="4844815" y="1337741"/>
                    <a:pt x="4824242" y="1360992"/>
                  </a:cubicBezTo>
                  <a:cubicBezTo>
                    <a:pt x="4762105" y="1431212"/>
                    <a:pt x="4704182" y="1505146"/>
                    <a:pt x="4644056" y="1577164"/>
                  </a:cubicBezTo>
                  <a:cubicBezTo>
                    <a:pt x="4595312" y="1635550"/>
                    <a:pt x="4545409" y="1692967"/>
                    <a:pt x="4496651" y="1751341"/>
                  </a:cubicBezTo>
                  <a:cubicBezTo>
                    <a:pt x="4436513" y="1823340"/>
                    <a:pt x="4376852" y="1895740"/>
                    <a:pt x="4317400" y="1968307"/>
                  </a:cubicBezTo>
                  <a:cubicBezTo>
                    <a:pt x="4304438" y="1984130"/>
                    <a:pt x="4294413" y="1990168"/>
                    <a:pt x="4276520" y="1972361"/>
                  </a:cubicBezTo>
                  <a:cubicBezTo>
                    <a:pt x="4212227" y="1908371"/>
                    <a:pt x="4146234" y="1846092"/>
                    <a:pt x="4081239" y="1782801"/>
                  </a:cubicBezTo>
                  <a:cubicBezTo>
                    <a:pt x="3985552" y="1689624"/>
                    <a:pt x="3890341" y="1595960"/>
                    <a:pt x="3794562" y="1502878"/>
                  </a:cubicBezTo>
                  <a:cubicBezTo>
                    <a:pt x="3763295" y="1472491"/>
                    <a:pt x="3730106" y="1444039"/>
                    <a:pt x="3699703" y="1412842"/>
                  </a:cubicBezTo>
                  <a:cubicBezTo>
                    <a:pt x="3693970" y="1406959"/>
                    <a:pt x="3692324" y="1386879"/>
                    <a:pt x="3697135" y="1382483"/>
                  </a:cubicBezTo>
                  <a:cubicBezTo>
                    <a:pt x="3757065" y="1327722"/>
                    <a:pt x="3818539" y="1274650"/>
                    <a:pt x="3885592" y="1215909"/>
                  </a:cubicBezTo>
                  <a:cubicBezTo>
                    <a:pt x="3947989" y="1277666"/>
                    <a:pt x="4024696" y="1353586"/>
                    <a:pt x="4106365" y="1434416"/>
                  </a:cubicBezTo>
                  <a:cubicBezTo>
                    <a:pt x="4106365" y="1390458"/>
                    <a:pt x="4106365" y="1353294"/>
                    <a:pt x="4106203" y="1313292"/>
                  </a:cubicBezTo>
                  <a:cubicBezTo>
                    <a:pt x="4100112" y="1217515"/>
                    <a:pt x="4074090" y="1129332"/>
                    <a:pt x="4042396" y="1042527"/>
                  </a:cubicBezTo>
                  <a:cubicBezTo>
                    <a:pt x="4003629" y="936350"/>
                    <a:pt x="3948955" y="838566"/>
                    <a:pt x="3880380" y="749186"/>
                  </a:cubicBezTo>
                  <a:cubicBezTo>
                    <a:pt x="3787576" y="628226"/>
                    <a:pt x="3674946" y="529463"/>
                    <a:pt x="3542679" y="452368"/>
                  </a:cubicBezTo>
                  <a:cubicBezTo>
                    <a:pt x="3439387" y="392161"/>
                    <a:pt x="3330114" y="348272"/>
                    <a:pt x="3213554" y="324415"/>
                  </a:cubicBezTo>
                  <a:cubicBezTo>
                    <a:pt x="3151938" y="311804"/>
                    <a:pt x="3088492" y="308103"/>
                    <a:pt x="3025861" y="300475"/>
                  </a:cubicBezTo>
                  <a:cubicBezTo>
                    <a:pt x="3007361" y="298222"/>
                    <a:pt x="2988822" y="296296"/>
                    <a:pt x="2969528" y="294132"/>
                  </a:cubicBezTo>
                  <a:cubicBezTo>
                    <a:pt x="2969528" y="194775"/>
                    <a:pt x="2969528" y="98683"/>
                    <a:pt x="2969528" y="0"/>
                  </a:cubicBezTo>
                  <a:close/>
                </a:path>
              </a:pathLst>
            </a:custGeom>
            <a:solidFill>
              <a:schemeClr val="bg1"/>
            </a:solidFill>
            <a:ln w="6350" cap="flat">
              <a:noFill/>
              <a:prstDash val="solid"/>
              <a:miter/>
            </a:ln>
          </p:spPr>
          <p:txBody>
            <a:bodyPr wrap="square" rtlCol="0" anchor="ctr">
              <a:noAutofit/>
            </a:bodyPr>
            <a:lstStyle/>
            <a:p>
              <a:endParaRPr lang="en-US" dirty="0"/>
            </a:p>
          </p:txBody>
        </p:sp>
        <p:sp>
          <p:nvSpPr>
            <p:cNvPr id="180" name="Freeform: Shape 179">
              <a:extLst>
                <a:ext uri="{FF2B5EF4-FFF2-40B4-BE49-F238E27FC236}">
                  <a16:creationId xmlns:a16="http://schemas.microsoft.com/office/drawing/2014/main" id="{98504141-B176-4422-2769-96C11F08A479}"/>
                </a:ext>
                <a:ext uri="{C183D7F6-B498-43B3-948B-1728B52AA6E4}">
                  <adec:decorative xmlns:adec="http://schemas.microsoft.com/office/drawing/2017/decorative" val="1"/>
                </a:ext>
              </a:extLst>
            </p:cNvPr>
            <p:cNvSpPr/>
            <p:nvPr/>
          </p:nvSpPr>
          <p:spPr>
            <a:xfrm>
              <a:off x="3221400" y="1517247"/>
              <a:ext cx="456767" cy="457200"/>
            </a:xfrm>
            <a:custGeom>
              <a:avLst/>
              <a:gdLst>
                <a:gd name="connsiteX0" fmla="*/ 5496614 w 6851505"/>
                <a:gd name="connsiteY0" fmla="*/ 4629394 h 6858002"/>
                <a:gd name="connsiteX1" fmla="*/ 5461744 w 6851505"/>
                <a:gd name="connsiteY1" fmla="*/ 4864103 h 6858002"/>
                <a:gd name="connsiteX2" fmla="*/ 5396084 w 6851505"/>
                <a:gd name="connsiteY2" fmla="*/ 5090400 h 6858002"/>
                <a:gd name="connsiteX3" fmla="*/ 5533800 w 6851505"/>
                <a:gd name="connsiteY3" fmla="*/ 5090400 h 6858002"/>
                <a:gd name="connsiteX4" fmla="*/ 5672689 w 6851505"/>
                <a:gd name="connsiteY4" fmla="*/ 5090400 h 6858002"/>
                <a:gd name="connsiteX5" fmla="*/ 5675036 w 6851505"/>
                <a:gd name="connsiteY5" fmla="*/ 5080422 h 6858002"/>
                <a:gd name="connsiteX6" fmla="*/ 5675308 w 6851505"/>
                <a:gd name="connsiteY6" fmla="*/ 4862232 h 6858002"/>
                <a:gd name="connsiteX7" fmla="*/ 5675308 w 6851505"/>
                <a:gd name="connsiteY7" fmla="*/ 4629394 h 6858002"/>
                <a:gd name="connsiteX8" fmla="*/ 5496614 w 6851505"/>
                <a:gd name="connsiteY8" fmla="*/ 4629394 h 6858002"/>
                <a:gd name="connsiteX9" fmla="*/ 5299280 w 6851505"/>
                <a:gd name="connsiteY9" fmla="*/ 4462248 h 6858002"/>
                <a:gd name="connsiteX10" fmla="*/ 5893499 w 6851505"/>
                <a:gd name="connsiteY10" fmla="*/ 4462248 h 6858002"/>
                <a:gd name="connsiteX11" fmla="*/ 5893499 w 6851505"/>
                <a:gd name="connsiteY11" fmla="*/ 5089212 h 6858002"/>
                <a:gd name="connsiteX12" fmla="*/ 6022371 w 6851505"/>
                <a:gd name="connsiteY12" fmla="*/ 5089212 h 6858002"/>
                <a:gd name="connsiteX13" fmla="*/ 6022335 w 6851505"/>
                <a:gd name="connsiteY13" fmla="*/ 5493846 h 6858002"/>
                <a:gd name="connsiteX14" fmla="*/ 6004050 w 6851505"/>
                <a:gd name="connsiteY14" fmla="*/ 5507671 h 6858002"/>
                <a:gd name="connsiteX15" fmla="*/ 5824627 w 6851505"/>
                <a:gd name="connsiteY15" fmla="*/ 5508163 h 6858002"/>
                <a:gd name="connsiteX16" fmla="*/ 5824627 w 6851505"/>
                <a:gd name="connsiteY16" fmla="*/ 5266023 h 6858002"/>
                <a:gd name="connsiteX17" fmla="*/ 5290606 w 6851505"/>
                <a:gd name="connsiteY17" fmla="*/ 5266023 h 6858002"/>
                <a:gd name="connsiteX18" fmla="*/ 5290606 w 6851505"/>
                <a:gd name="connsiteY18" fmla="*/ 5506362 h 6858002"/>
                <a:gd name="connsiteX19" fmla="*/ 5092049 w 6851505"/>
                <a:gd name="connsiteY19" fmla="*/ 5506362 h 6858002"/>
                <a:gd name="connsiteX20" fmla="*/ 5092049 w 6851505"/>
                <a:gd name="connsiteY20" fmla="*/ 5090400 h 6858002"/>
                <a:gd name="connsiteX21" fmla="*/ 5137051 w 6851505"/>
                <a:gd name="connsiteY21" fmla="*/ 5090861 h 6858002"/>
                <a:gd name="connsiteX22" fmla="*/ 5195771 w 6851505"/>
                <a:gd name="connsiteY22" fmla="*/ 5052028 h 6858002"/>
                <a:gd name="connsiteX23" fmla="*/ 5262329 w 6851505"/>
                <a:gd name="connsiteY23" fmla="*/ 4821954 h 6858002"/>
                <a:gd name="connsiteX24" fmla="*/ 5289631 w 6851505"/>
                <a:gd name="connsiteY24" fmla="*/ 4567885 h 6858002"/>
                <a:gd name="connsiteX25" fmla="*/ 5299280 w 6851505"/>
                <a:gd name="connsiteY25" fmla="*/ 4462248 h 6858002"/>
                <a:gd name="connsiteX26" fmla="*/ 4524831 w 6851505"/>
                <a:gd name="connsiteY26" fmla="*/ 4338428 h 6858002"/>
                <a:gd name="connsiteX27" fmla="*/ 4277535 w 6851505"/>
                <a:gd name="connsiteY27" fmla="*/ 4339472 h 6858002"/>
                <a:gd name="connsiteX28" fmla="*/ 4255856 w 6851505"/>
                <a:gd name="connsiteY28" fmla="*/ 4362481 h 6858002"/>
                <a:gd name="connsiteX29" fmla="*/ 4234989 w 6851505"/>
                <a:gd name="connsiteY29" fmla="*/ 4573175 h 6858002"/>
                <a:gd name="connsiteX30" fmla="*/ 4192617 w 6851505"/>
                <a:gd name="connsiteY30" fmla="*/ 4820158 h 6858002"/>
                <a:gd name="connsiteX31" fmla="*/ 4111380 w 6851505"/>
                <a:gd name="connsiteY31" fmla="*/ 5082045 h 6858002"/>
                <a:gd name="connsiteX32" fmla="*/ 4524831 w 6851505"/>
                <a:gd name="connsiteY32" fmla="*/ 5082045 h 6858002"/>
                <a:gd name="connsiteX33" fmla="*/ 4524831 w 6851505"/>
                <a:gd name="connsiteY33" fmla="*/ 4932932 h 6858002"/>
                <a:gd name="connsiteX34" fmla="*/ 4524831 w 6851505"/>
                <a:gd name="connsiteY34" fmla="*/ 4338428 h 6858002"/>
                <a:gd name="connsiteX35" fmla="*/ 4050921 w 6851505"/>
                <a:gd name="connsiteY35" fmla="*/ 4166402 h 6858002"/>
                <a:gd name="connsiteX36" fmla="*/ 4748773 w 6851505"/>
                <a:gd name="connsiteY36" fmla="*/ 4166402 h 6858002"/>
                <a:gd name="connsiteX37" fmla="*/ 4748773 w 6851505"/>
                <a:gd name="connsiteY37" fmla="*/ 5082121 h 6858002"/>
                <a:gd name="connsiteX38" fmla="*/ 4882511 w 6851505"/>
                <a:gd name="connsiteY38" fmla="*/ 5082121 h 6858002"/>
                <a:gd name="connsiteX39" fmla="*/ 4882511 w 6851505"/>
                <a:gd name="connsiteY39" fmla="*/ 5521026 h 6858002"/>
                <a:gd name="connsiteX40" fmla="*/ 4794738 w 6851505"/>
                <a:gd name="connsiteY40" fmla="*/ 5521026 h 6858002"/>
                <a:gd name="connsiteX41" fmla="*/ 4673384 w 6851505"/>
                <a:gd name="connsiteY41" fmla="*/ 5521026 h 6858002"/>
                <a:gd name="connsiteX42" fmla="*/ 4673384 w 6851505"/>
                <a:gd name="connsiteY42" fmla="*/ 5265631 h 6858002"/>
                <a:gd name="connsiteX43" fmla="*/ 3986154 w 6851505"/>
                <a:gd name="connsiteY43" fmla="*/ 5265631 h 6858002"/>
                <a:gd name="connsiteX44" fmla="*/ 3986154 w 6851505"/>
                <a:gd name="connsiteY44" fmla="*/ 5518505 h 6858002"/>
                <a:gd name="connsiteX45" fmla="*/ 3768726 w 6851505"/>
                <a:gd name="connsiteY45" fmla="*/ 5518505 h 6858002"/>
                <a:gd name="connsiteX46" fmla="*/ 3768726 w 6851505"/>
                <a:gd name="connsiteY46" fmla="*/ 5083972 h 6858002"/>
                <a:gd name="connsiteX47" fmla="*/ 3836926 w 6851505"/>
                <a:gd name="connsiteY47" fmla="*/ 5084494 h 6858002"/>
                <a:gd name="connsiteX48" fmla="*/ 3881935 w 6851505"/>
                <a:gd name="connsiteY48" fmla="*/ 5059793 h 6858002"/>
                <a:gd name="connsiteX49" fmla="*/ 3991083 w 6851505"/>
                <a:gd name="connsiteY49" fmla="*/ 4745139 h 6858002"/>
                <a:gd name="connsiteX50" fmla="*/ 4029048 w 6851505"/>
                <a:gd name="connsiteY50" fmla="*/ 4516184 h 6858002"/>
                <a:gd name="connsiteX51" fmla="*/ 4042616 w 6851505"/>
                <a:gd name="connsiteY51" fmla="*/ 4339163 h 6858002"/>
                <a:gd name="connsiteX52" fmla="*/ 4050921 w 6851505"/>
                <a:gd name="connsiteY52" fmla="*/ 4166402 h 6858002"/>
                <a:gd name="connsiteX53" fmla="*/ 3471770 w 6851505"/>
                <a:gd name="connsiteY53" fmla="*/ 2930627 h 6858002"/>
                <a:gd name="connsiteX54" fmla="*/ 6571973 w 6851505"/>
                <a:gd name="connsiteY54" fmla="*/ 2930851 h 6858002"/>
                <a:gd name="connsiteX55" fmla="*/ 6844859 w 6851505"/>
                <a:gd name="connsiteY55" fmla="*/ 3175019 h 6858002"/>
                <a:gd name="connsiteX56" fmla="*/ 6851231 w 6851505"/>
                <a:gd name="connsiteY56" fmla="*/ 3273106 h 6858002"/>
                <a:gd name="connsiteX57" fmla="*/ 6851502 w 6851505"/>
                <a:gd name="connsiteY57" fmla="*/ 6817058 h 6858002"/>
                <a:gd name="connsiteX58" fmla="*/ 6851502 w 6851505"/>
                <a:gd name="connsiteY58" fmla="*/ 6857900 h 6858002"/>
                <a:gd name="connsiteX59" fmla="*/ 6814563 w 6851505"/>
                <a:gd name="connsiteY59" fmla="*/ 6857900 h 6858002"/>
                <a:gd name="connsiteX60" fmla="*/ 3228844 w 6851505"/>
                <a:gd name="connsiteY60" fmla="*/ 6857299 h 6858002"/>
                <a:gd name="connsiteX61" fmla="*/ 2938400 w 6851505"/>
                <a:gd name="connsiteY61" fmla="*/ 6627646 h 6858002"/>
                <a:gd name="connsiteX62" fmla="*/ 2931162 w 6851505"/>
                <a:gd name="connsiteY62" fmla="*/ 6552195 h 6858002"/>
                <a:gd name="connsiteX63" fmla="*/ 2933632 w 6851505"/>
                <a:gd name="connsiteY63" fmla="*/ 3459091 h 6858002"/>
                <a:gd name="connsiteX64" fmla="*/ 3226724 w 6851505"/>
                <a:gd name="connsiteY64" fmla="*/ 3459091 h 6858002"/>
                <a:gd name="connsiteX65" fmla="*/ 3226572 w 6851505"/>
                <a:gd name="connsiteY65" fmla="*/ 6560364 h 6858002"/>
                <a:gd name="connsiteX66" fmla="*/ 6553979 w 6851505"/>
                <a:gd name="connsiteY66" fmla="*/ 6560364 h 6858002"/>
                <a:gd name="connsiteX67" fmla="*/ 6553979 w 6851505"/>
                <a:gd name="connsiteY67" fmla="*/ 3226499 h 6858002"/>
                <a:gd name="connsiteX68" fmla="*/ 6533383 w 6851505"/>
                <a:gd name="connsiteY68" fmla="*/ 3226499 h 6858002"/>
                <a:gd name="connsiteX69" fmla="*/ 3471770 w 6851505"/>
                <a:gd name="connsiteY69" fmla="*/ 3223825 h 6858002"/>
                <a:gd name="connsiteX70" fmla="*/ 2410891 w 6851505"/>
                <a:gd name="connsiteY70" fmla="*/ 1733720 h 6858002"/>
                <a:gd name="connsiteX71" fmla="*/ 2275911 w 6851505"/>
                <a:gd name="connsiteY71" fmla="*/ 1831699 h 6858002"/>
                <a:gd name="connsiteX72" fmla="*/ 2275067 w 6851505"/>
                <a:gd name="connsiteY72" fmla="*/ 2123204 h 6858002"/>
                <a:gd name="connsiteX73" fmla="*/ 2380503 w 6851505"/>
                <a:gd name="connsiteY73" fmla="*/ 2215861 h 6858002"/>
                <a:gd name="connsiteX74" fmla="*/ 2548324 w 6851505"/>
                <a:gd name="connsiteY74" fmla="*/ 2159646 h 6858002"/>
                <a:gd name="connsiteX75" fmla="*/ 2583127 w 6851505"/>
                <a:gd name="connsiteY75" fmla="*/ 2097468 h 6858002"/>
                <a:gd name="connsiteX76" fmla="*/ 2597497 w 6851505"/>
                <a:gd name="connsiteY76" fmla="*/ 1911240 h 6858002"/>
                <a:gd name="connsiteX77" fmla="*/ 2410891 w 6851505"/>
                <a:gd name="connsiteY77" fmla="*/ 1733720 h 6858002"/>
                <a:gd name="connsiteX78" fmla="*/ 1152164 w 6851505"/>
                <a:gd name="connsiteY78" fmla="*/ 1464776 h 6858002"/>
                <a:gd name="connsiteX79" fmla="*/ 1152164 w 6851505"/>
                <a:gd name="connsiteY79" fmla="*/ 2185090 h 6858002"/>
                <a:gd name="connsiteX80" fmla="*/ 1353739 w 6851505"/>
                <a:gd name="connsiteY80" fmla="*/ 2183497 h 6858002"/>
                <a:gd name="connsiteX81" fmla="*/ 1509577 w 6851505"/>
                <a:gd name="connsiteY81" fmla="*/ 2111371 h 6858002"/>
                <a:gd name="connsiteX82" fmla="*/ 1586440 w 6851505"/>
                <a:gd name="connsiteY82" fmla="*/ 1907162 h 6858002"/>
                <a:gd name="connsiteX83" fmla="*/ 1579745 w 6851505"/>
                <a:gd name="connsiteY83" fmla="*/ 1706667 h 6858002"/>
                <a:gd name="connsiteX84" fmla="*/ 1474628 w 6851505"/>
                <a:gd name="connsiteY84" fmla="*/ 1516534 h 6858002"/>
                <a:gd name="connsiteX85" fmla="*/ 1152164 w 6851505"/>
                <a:gd name="connsiteY85" fmla="*/ 1464776 h 6858002"/>
                <a:gd name="connsiteX86" fmla="*/ 907335 w 6851505"/>
                <a:gd name="connsiteY86" fmla="*/ 1279033 h 6858002"/>
                <a:gd name="connsiteX87" fmla="*/ 941841 w 6851505"/>
                <a:gd name="connsiteY87" fmla="*/ 1279033 h 6858002"/>
                <a:gd name="connsiteX88" fmla="*/ 1340253 w 6851505"/>
                <a:gd name="connsiteY88" fmla="*/ 1279204 h 6858002"/>
                <a:gd name="connsiteX89" fmla="*/ 1648928 w 6851505"/>
                <a:gd name="connsiteY89" fmla="*/ 1377838 h 6858002"/>
                <a:gd name="connsiteX90" fmla="*/ 1823868 w 6851505"/>
                <a:gd name="connsiteY90" fmla="*/ 1672441 h 6858002"/>
                <a:gd name="connsiteX91" fmla="*/ 1836366 w 6851505"/>
                <a:gd name="connsiteY91" fmla="*/ 1903684 h 6858002"/>
                <a:gd name="connsiteX92" fmla="*/ 1710666 w 6851505"/>
                <a:gd name="connsiteY92" fmla="*/ 2220837 h 6858002"/>
                <a:gd name="connsiteX93" fmla="*/ 1413087 w 6851505"/>
                <a:gd name="connsiteY93" fmla="*/ 2369680 h 6858002"/>
                <a:gd name="connsiteX94" fmla="*/ 939216 w 6851505"/>
                <a:gd name="connsiteY94" fmla="*/ 2378093 h 6858002"/>
                <a:gd name="connsiteX95" fmla="*/ 907335 w 6851505"/>
                <a:gd name="connsiteY95" fmla="*/ 2376581 h 6858002"/>
                <a:gd name="connsiteX96" fmla="*/ 907335 w 6851505"/>
                <a:gd name="connsiteY96" fmla="*/ 1279033 h 6858002"/>
                <a:gd name="connsiteX97" fmla="*/ 2594499 w 6851505"/>
                <a:gd name="connsiteY97" fmla="*/ 1235887 h 6858002"/>
                <a:gd name="connsiteX98" fmla="*/ 2826393 w 6851505"/>
                <a:gd name="connsiteY98" fmla="*/ 1235887 h 6858002"/>
                <a:gd name="connsiteX99" fmla="*/ 2826393 w 6851505"/>
                <a:gd name="connsiteY99" fmla="*/ 2378033 h 6858002"/>
                <a:gd name="connsiteX100" fmla="*/ 2659389 w 6851505"/>
                <a:gd name="connsiteY100" fmla="*/ 2377555 h 6858002"/>
                <a:gd name="connsiteX101" fmla="*/ 2609615 w 6851505"/>
                <a:gd name="connsiteY101" fmla="*/ 2317050 h 6858002"/>
                <a:gd name="connsiteX102" fmla="*/ 2609513 w 6851505"/>
                <a:gd name="connsiteY102" fmla="*/ 2285359 h 6858002"/>
                <a:gd name="connsiteX103" fmla="*/ 2523529 w 6851505"/>
                <a:gd name="connsiteY103" fmla="*/ 2357119 h 6858002"/>
                <a:gd name="connsiteX104" fmla="*/ 2393927 w 6851505"/>
                <a:gd name="connsiteY104" fmla="*/ 2396819 h 6858002"/>
                <a:gd name="connsiteX105" fmla="*/ 2243488 w 6851505"/>
                <a:gd name="connsiteY105" fmla="*/ 2382570 h 6858002"/>
                <a:gd name="connsiteX106" fmla="*/ 2050587 w 6851505"/>
                <a:gd name="connsiteY106" fmla="*/ 2196727 h 6858002"/>
                <a:gd name="connsiteX107" fmla="*/ 2012759 w 6851505"/>
                <a:gd name="connsiteY107" fmla="*/ 1910964 h 6858002"/>
                <a:gd name="connsiteX108" fmla="*/ 2104580 w 6851505"/>
                <a:gd name="connsiteY108" fmla="*/ 1662968 h 6858002"/>
                <a:gd name="connsiteX109" fmla="*/ 2304744 w 6851505"/>
                <a:gd name="connsiteY109" fmla="*/ 1556675 h 6858002"/>
                <a:gd name="connsiteX110" fmla="*/ 2489157 w 6851505"/>
                <a:gd name="connsiteY110" fmla="*/ 1574754 h 6858002"/>
                <a:gd name="connsiteX111" fmla="*/ 2537087 w 6851505"/>
                <a:gd name="connsiteY111" fmla="*/ 1601866 h 6858002"/>
                <a:gd name="connsiteX112" fmla="*/ 2594499 w 6851505"/>
                <a:gd name="connsiteY112" fmla="*/ 1648399 h 6858002"/>
                <a:gd name="connsiteX113" fmla="*/ 2594499 w 6851505"/>
                <a:gd name="connsiteY113" fmla="*/ 1235887 h 6858002"/>
                <a:gd name="connsiteX114" fmla="*/ 32 w 6851505"/>
                <a:gd name="connsiteY114" fmla="*/ 7 h 6858002"/>
                <a:gd name="connsiteX115" fmla="*/ 39884 w 6851505"/>
                <a:gd name="connsiteY115" fmla="*/ 7 h 6858002"/>
                <a:gd name="connsiteX116" fmla="*/ 3439623 w 6851505"/>
                <a:gd name="connsiteY116" fmla="*/ 559 h 6858002"/>
                <a:gd name="connsiteX117" fmla="*/ 3544771 w 6851505"/>
                <a:gd name="connsiteY117" fmla="*/ 14254 h 6858002"/>
                <a:gd name="connsiteX118" fmla="*/ 3723395 w 6851505"/>
                <a:gd name="connsiteY118" fmla="*/ 198655 h 6858002"/>
                <a:gd name="connsiteX119" fmla="*/ 3739999 w 6851505"/>
                <a:gd name="connsiteY119" fmla="*/ 297311 h 6858002"/>
                <a:gd name="connsiteX120" fmla="*/ 3740696 w 6851505"/>
                <a:gd name="connsiteY120" fmla="*/ 2768386 h 6858002"/>
                <a:gd name="connsiteX121" fmla="*/ 3740696 w 6851505"/>
                <a:gd name="connsiteY121" fmla="*/ 2786931 h 6858002"/>
                <a:gd name="connsiteX122" fmla="*/ 3446582 w 6851505"/>
                <a:gd name="connsiteY122" fmla="*/ 2786931 h 6858002"/>
                <a:gd name="connsiteX123" fmla="*/ 3446582 w 6851505"/>
                <a:gd name="connsiteY123" fmla="*/ 297777 h 6858002"/>
                <a:gd name="connsiteX124" fmla="*/ 297659 w 6851505"/>
                <a:gd name="connsiteY124" fmla="*/ 297777 h 6858002"/>
                <a:gd name="connsiteX125" fmla="*/ 297659 w 6851505"/>
                <a:gd name="connsiteY125" fmla="*/ 3450811 h 6858002"/>
                <a:gd name="connsiteX126" fmla="*/ 2800652 w 6851505"/>
                <a:gd name="connsiteY126" fmla="*/ 3450811 h 6858002"/>
                <a:gd name="connsiteX127" fmla="*/ 2800652 w 6851505"/>
                <a:gd name="connsiteY127" fmla="*/ 3747104 h 6858002"/>
                <a:gd name="connsiteX128" fmla="*/ 2761844 w 6851505"/>
                <a:gd name="connsiteY128" fmla="*/ 3747104 h 6858002"/>
                <a:gd name="connsiteX129" fmla="*/ 310048 w 6851505"/>
                <a:gd name="connsiteY129" fmla="*/ 3746945 h 6858002"/>
                <a:gd name="connsiteX130" fmla="*/ 35027 w 6851505"/>
                <a:gd name="connsiteY130" fmla="*/ 3588731 h 6858002"/>
                <a:gd name="connsiteX131" fmla="*/ 1439 w 6851505"/>
                <a:gd name="connsiteY131" fmla="*/ 3456962 h 6858002"/>
                <a:gd name="connsiteX132" fmla="*/ 32 w 6851505"/>
                <a:gd name="connsiteY132" fmla="*/ 25091 h 6858002"/>
                <a:gd name="connsiteX133" fmla="*/ 32 w 6851505"/>
                <a:gd name="connsiteY133" fmla="*/ 7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851505" h="6858002">
                  <a:moveTo>
                    <a:pt x="5496614" y="4629394"/>
                  </a:moveTo>
                  <a:cubicBezTo>
                    <a:pt x="5485228" y="4708897"/>
                    <a:pt x="5478427" y="4787576"/>
                    <a:pt x="5461744" y="4864103"/>
                  </a:cubicBezTo>
                  <a:cubicBezTo>
                    <a:pt x="5445148" y="4940240"/>
                    <a:pt x="5418627" y="5014214"/>
                    <a:pt x="5396084" y="5090400"/>
                  </a:cubicBezTo>
                  <a:cubicBezTo>
                    <a:pt x="5441931" y="5090400"/>
                    <a:pt x="5487865" y="5090400"/>
                    <a:pt x="5533800" y="5090400"/>
                  </a:cubicBezTo>
                  <a:cubicBezTo>
                    <a:pt x="5580432" y="5090400"/>
                    <a:pt x="5627062" y="5090400"/>
                    <a:pt x="5672689" y="5090400"/>
                  </a:cubicBezTo>
                  <a:cubicBezTo>
                    <a:pt x="5674133" y="5084417"/>
                    <a:pt x="5675032" y="5082420"/>
                    <a:pt x="5675036" y="5080422"/>
                  </a:cubicBezTo>
                  <a:cubicBezTo>
                    <a:pt x="5675179" y="5009834"/>
                    <a:pt x="5675237" y="4939247"/>
                    <a:pt x="5675308" y="4862232"/>
                  </a:cubicBezTo>
                  <a:cubicBezTo>
                    <a:pt x="5675308" y="4784594"/>
                    <a:pt x="5675308" y="4706955"/>
                    <a:pt x="5675308" y="4629394"/>
                  </a:cubicBezTo>
                  <a:cubicBezTo>
                    <a:pt x="5612966" y="4629394"/>
                    <a:pt x="5554611" y="4629394"/>
                    <a:pt x="5496614" y="4629394"/>
                  </a:cubicBezTo>
                  <a:close/>
                  <a:moveTo>
                    <a:pt x="5299280" y="4462248"/>
                  </a:moveTo>
                  <a:cubicBezTo>
                    <a:pt x="5495754" y="4462248"/>
                    <a:pt x="5693156" y="4462248"/>
                    <a:pt x="5893499" y="4462248"/>
                  </a:cubicBezTo>
                  <a:cubicBezTo>
                    <a:pt x="5893499" y="4671067"/>
                    <a:pt x="5893499" y="4879186"/>
                    <a:pt x="5893499" y="5089212"/>
                  </a:cubicBezTo>
                  <a:cubicBezTo>
                    <a:pt x="5936714" y="5089212"/>
                    <a:pt x="5977063" y="5089212"/>
                    <a:pt x="6022371" y="5089212"/>
                  </a:cubicBezTo>
                  <a:cubicBezTo>
                    <a:pt x="6022371" y="5224307"/>
                    <a:pt x="6022371" y="5357535"/>
                    <a:pt x="6022335" y="5493846"/>
                  </a:cubicBezTo>
                  <a:cubicBezTo>
                    <a:pt x="6016216" y="5500673"/>
                    <a:pt x="6010180" y="5507584"/>
                    <a:pt x="6004050" y="5507671"/>
                  </a:cubicBezTo>
                  <a:cubicBezTo>
                    <a:pt x="5945261" y="5508493"/>
                    <a:pt x="5886456" y="5508163"/>
                    <a:pt x="5824627" y="5508163"/>
                  </a:cubicBezTo>
                  <a:cubicBezTo>
                    <a:pt x="5824627" y="5427415"/>
                    <a:pt x="5824627" y="5347745"/>
                    <a:pt x="5824627" y="5266023"/>
                  </a:cubicBezTo>
                  <a:cubicBezTo>
                    <a:pt x="5645623" y="5266023"/>
                    <a:pt x="5469637" y="5266023"/>
                    <a:pt x="5290606" y="5266023"/>
                  </a:cubicBezTo>
                  <a:cubicBezTo>
                    <a:pt x="5290606" y="5345263"/>
                    <a:pt x="5290606" y="5424931"/>
                    <a:pt x="5290606" y="5506362"/>
                  </a:cubicBezTo>
                  <a:cubicBezTo>
                    <a:pt x="5222956" y="5506362"/>
                    <a:pt x="5158320" y="5506362"/>
                    <a:pt x="5092049" y="5506362"/>
                  </a:cubicBezTo>
                  <a:cubicBezTo>
                    <a:pt x="5092049" y="5368255"/>
                    <a:pt x="5092049" y="5230812"/>
                    <a:pt x="5092049" y="5090400"/>
                  </a:cubicBezTo>
                  <a:cubicBezTo>
                    <a:pt x="5107783" y="5090400"/>
                    <a:pt x="5122912" y="5088096"/>
                    <a:pt x="5137051" y="5090861"/>
                  </a:cubicBezTo>
                  <a:cubicBezTo>
                    <a:pt x="5170419" y="5097388"/>
                    <a:pt x="5187448" y="5078432"/>
                    <a:pt x="5195771" y="5052028"/>
                  </a:cubicBezTo>
                  <a:cubicBezTo>
                    <a:pt x="5219786" y="4975845"/>
                    <a:pt x="5247460" y="4900060"/>
                    <a:pt x="5262329" y="4821954"/>
                  </a:cubicBezTo>
                  <a:cubicBezTo>
                    <a:pt x="5278208" y="4738554"/>
                    <a:pt x="5281210" y="4652693"/>
                    <a:pt x="5289631" y="4567885"/>
                  </a:cubicBezTo>
                  <a:cubicBezTo>
                    <a:pt x="5293066" y="4533299"/>
                    <a:pt x="5295972" y="4498661"/>
                    <a:pt x="5299280" y="4462248"/>
                  </a:cubicBezTo>
                  <a:close/>
                  <a:moveTo>
                    <a:pt x="4524831" y="4338428"/>
                  </a:moveTo>
                  <a:cubicBezTo>
                    <a:pt x="4439847" y="4338428"/>
                    <a:pt x="4358667" y="4337786"/>
                    <a:pt x="4277535" y="4339472"/>
                  </a:cubicBezTo>
                  <a:cubicBezTo>
                    <a:pt x="4269857" y="4339632"/>
                    <a:pt x="4256857" y="4353750"/>
                    <a:pt x="4255856" y="4362481"/>
                  </a:cubicBezTo>
                  <a:cubicBezTo>
                    <a:pt x="4247815" y="4432592"/>
                    <a:pt x="4244479" y="4503294"/>
                    <a:pt x="4234989" y="4573175"/>
                  </a:cubicBezTo>
                  <a:cubicBezTo>
                    <a:pt x="4223749" y="4655942"/>
                    <a:pt x="4212624" y="4739263"/>
                    <a:pt x="4192617" y="4820158"/>
                  </a:cubicBezTo>
                  <a:cubicBezTo>
                    <a:pt x="4170521" y="4909494"/>
                    <a:pt x="4138416" y="4996353"/>
                    <a:pt x="4111380" y="5082045"/>
                  </a:cubicBezTo>
                  <a:cubicBezTo>
                    <a:pt x="4244012" y="5082045"/>
                    <a:pt x="4383500" y="5082045"/>
                    <a:pt x="4524831" y="5082045"/>
                  </a:cubicBezTo>
                  <a:cubicBezTo>
                    <a:pt x="4524831" y="5033213"/>
                    <a:pt x="4524831" y="4986286"/>
                    <a:pt x="4524831" y="4932932"/>
                  </a:cubicBezTo>
                  <a:cubicBezTo>
                    <a:pt x="4524831" y="4735379"/>
                    <a:pt x="4524831" y="4537826"/>
                    <a:pt x="4524831" y="4338428"/>
                  </a:cubicBezTo>
                  <a:close/>
                  <a:moveTo>
                    <a:pt x="4050921" y="4166402"/>
                  </a:moveTo>
                  <a:cubicBezTo>
                    <a:pt x="4283567" y="4166402"/>
                    <a:pt x="4515266" y="4166402"/>
                    <a:pt x="4748773" y="4166402"/>
                  </a:cubicBezTo>
                  <a:cubicBezTo>
                    <a:pt x="4748773" y="4471525"/>
                    <a:pt x="4748773" y="4775288"/>
                    <a:pt x="4748773" y="5082121"/>
                  </a:cubicBezTo>
                  <a:cubicBezTo>
                    <a:pt x="4793696" y="5082121"/>
                    <a:pt x="4836996" y="5082121"/>
                    <a:pt x="4882511" y="5082121"/>
                  </a:cubicBezTo>
                  <a:cubicBezTo>
                    <a:pt x="4882511" y="5229059"/>
                    <a:pt x="4882511" y="5372953"/>
                    <a:pt x="4882511" y="5521026"/>
                  </a:cubicBezTo>
                  <a:cubicBezTo>
                    <a:pt x="4854848" y="5521026"/>
                    <a:pt x="4826393" y="5521026"/>
                    <a:pt x="4794738" y="5521026"/>
                  </a:cubicBezTo>
                  <a:cubicBezTo>
                    <a:pt x="4753160" y="5521026"/>
                    <a:pt x="4714785" y="5521026"/>
                    <a:pt x="4673384" y="5521026"/>
                  </a:cubicBezTo>
                  <a:cubicBezTo>
                    <a:pt x="4673384" y="5435205"/>
                    <a:pt x="4673384" y="5351240"/>
                    <a:pt x="4673384" y="5265631"/>
                  </a:cubicBezTo>
                  <a:cubicBezTo>
                    <a:pt x="4442919" y="5265631"/>
                    <a:pt x="4215504" y="5265631"/>
                    <a:pt x="3986154" y="5265631"/>
                  </a:cubicBezTo>
                  <a:cubicBezTo>
                    <a:pt x="3986154" y="5349642"/>
                    <a:pt x="3986154" y="5432816"/>
                    <a:pt x="3986154" y="5518505"/>
                  </a:cubicBezTo>
                  <a:cubicBezTo>
                    <a:pt x="3913230" y="5518505"/>
                    <a:pt x="3842145" y="5518505"/>
                    <a:pt x="3768726" y="5518505"/>
                  </a:cubicBezTo>
                  <a:cubicBezTo>
                    <a:pt x="3768726" y="5376075"/>
                    <a:pt x="3768726" y="5232180"/>
                    <a:pt x="3768726" y="5083972"/>
                  </a:cubicBezTo>
                  <a:cubicBezTo>
                    <a:pt x="3790793" y="5083972"/>
                    <a:pt x="3814073" y="5082149"/>
                    <a:pt x="3836926" y="5084494"/>
                  </a:cubicBezTo>
                  <a:cubicBezTo>
                    <a:pt x="3859016" y="5086760"/>
                    <a:pt x="3871960" y="5078130"/>
                    <a:pt x="3881935" y="5059793"/>
                  </a:cubicBezTo>
                  <a:cubicBezTo>
                    <a:pt x="3935729" y="4960916"/>
                    <a:pt x="3970332" y="4855291"/>
                    <a:pt x="3991083" y="4745139"/>
                  </a:cubicBezTo>
                  <a:cubicBezTo>
                    <a:pt x="4005402" y="4669121"/>
                    <a:pt x="4018979" y="4592848"/>
                    <a:pt x="4029048" y="4516184"/>
                  </a:cubicBezTo>
                  <a:cubicBezTo>
                    <a:pt x="4036745" y="4457590"/>
                    <a:pt x="4039020" y="4398241"/>
                    <a:pt x="4042616" y="4339163"/>
                  </a:cubicBezTo>
                  <a:cubicBezTo>
                    <a:pt x="4046088" y="4282107"/>
                    <a:pt x="4048163" y="4224966"/>
                    <a:pt x="4050921" y="4166402"/>
                  </a:cubicBezTo>
                  <a:close/>
                  <a:moveTo>
                    <a:pt x="3471770" y="2930627"/>
                  </a:moveTo>
                  <a:lnTo>
                    <a:pt x="6571973" y="2930851"/>
                  </a:lnTo>
                  <a:cubicBezTo>
                    <a:pt x="6707356" y="2930864"/>
                    <a:pt x="6829149" y="3042304"/>
                    <a:pt x="6844859" y="3175019"/>
                  </a:cubicBezTo>
                  <a:cubicBezTo>
                    <a:pt x="6848709" y="3207521"/>
                    <a:pt x="6851225" y="3240399"/>
                    <a:pt x="6851231" y="3273106"/>
                  </a:cubicBezTo>
                  <a:cubicBezTo>
                    <a:pt x="6851555" y="4454423"/>
                    <a:pt x="6851502" y="5635740"/>
                    <a:pt x="6851502" y="6817058"/>
                  </a:cubicBezTo>
                  <a:cubicBezTo>
                    <a:pt x="6851502" y="6829677"/>
                    <a:pt x="6851502" y="6842296"/>
                    <a:pt x="6851502" y="6857900"/>
                  </a:cubicBezTo>
                  <a:cubicBezTo>
                    <a:pt x="6837483" y="6857900"/>
                    <a:pt x="6826019" y="6857900"/>
                    <a:pt x="6814563" y="6857900"/>
                  </a:cubicBezTo>
                  <a:cubicBezTo>
                    <a:pt x="5619319" y="6857900"/>
                    <a:pt x="4424081" y="6858369"/>
                    <a:pt x="3228844" y="6857299"/>
                  </a:cubicBezTo>
                  <a:cubicBezTo>
                    <a:pt x="3081674" y="6857167"/>
                    <a:pt x="2972856" y="6767248"/>
                    <a:pt x="2938400" y="6627646"/>
                  </a:cubicBezTo>
                  <a:cubicBezTo>
                    <a:pt x="2932404" y="6603358"/>
                    <a:pt x="2931169" y="6577394"/>
                    <a:pt x="2931162" y="6552195"/>
                  </a:cubicBezTo>
                  <a:lnTo>
                    <a:pt x="2933632" y="3459091"/>
                  </a:lnTo>
                  <a:lnTo>
                    <a:pt x="3226724" y="3459091"/>
                  </a:lnTo>
                  <a:lnTo>
                    <a:pt x="3226572" y="6560364"/>
                  </a:lnTo>
                  <a:cubicBezTo>
                    <a:pt x="4338171" y="6560364"/>
                    <a:pt x="5446032" y="6560364"/>
                    <a:pt x="6553979" y="6560364"/>
                  </a:cubicBezTo>
                  <a:cubicBezTo>
                    <a:pt x="6553979" y="5448481"/>
                    <a:pt x="6553979" y="4338474"/>
                    <a:pt x="6553979" y="3226499"/>
                  </a:cubicBezTo>
                  <a:cubicBezTo>
                    <a:pt x="6545929" y="3226499"/>
                    <a:pt x="6539656" y="3226499"/>
                    <a:pt x="6533383" y="3226499"/>
                  </a:cubicBezTo>
                  <a:lnTo>
                    <a:pt x="3471770" y="3223825"/>
                  </a:lnTo>
                  <a:close/>
                  <a:moveTo>
                    <a:pt x="2410891" y="1733720"/>
                  </a:moveTo>
                  <a:cubicBezTo>
                    <a:pt x="2357132" y="1737550"/>
                    <a:pt x="2295745" y="1779998"/>
                    <a:pt x="2275911" y="1831699"/>
                  </a:cubicBezTo>
                  <a:cubicBezTo>
                    <a:pt x="2238835" y="1928349"/>
                    <a:pt x="2238387" y="2025777"/>
                    <a:pt x="2275067" y="2123204"/>
                  </a:cubicBezTo>
                  <a:cubicBezTo>
                    <a:pt x="2293913" y="2173261"/>
                    <a:pt x="2329309" y="2208205"/>
                    <a:pt x="2380503" y="2215861"/>
                  </a:cubicBezTo>
                  <a:cubicBezTo>
                    <a:pt x="2441522" y="2224987"/>
                    <a:pt x="2503058" y="2220470"/>
                    <a:pt x="2548324" y="2159646"/>
                  </a:cubicBezTo>
                  <a:cubicBezTo>
                    <a:pt x="2560158" y="2138998"/>
                    <a:pt x="2575633" y="2119586"/>
                    <a:pt x="2583127" y="2097468"/>
                  </a:cubicBezTo>
                  <a:cubicBezTo>
                    <a:pt x="2603611" y="2037020"/>
                    <a:pt x="2607101" y="1975281"/>
                    <a:pt x="2597497" y="1911240"/>
                  </a:cubicBezTo>
                  <a:cubicBezTo>
                    <a:pt x="2582896" y="1813870"/>
                    <a:pt x="2530624" y="1725189"/>
                    <a:pt x="2410891" y="1733720"/>
                  </a:cubicBezTo>
                  <a:close/>
                  <a:moveTo>
                    <a:pt x="1152164" y="1464776"/>
                  </a:moveTo>
                  <a:cubicBezTo>
                    <a:pt x="1152164" y="1709044"/>
                    <a:pt x="1152164" y="1949172"/>
                    <a:pt x="1152164" y="2185090"/>
                  </a:cubicBezTo>
                  <a:cubicBezTo>
                    <a:pt x="1220520" y="2185090"/>
                    <a:pt x="1287767" y="2190394"/>
                    <a:pt x="1353739" y="2183497"/>
                  </a:cubicBezTo>
                  <a:cubicBezTo>
                    <a:pt x="1411625" y="2177445"/>
                    <a:pt x="1469001" y="2157618"/>
                    <a:pt x="1509577" y="2111371"/>
                  </a:cubicBezTo>
                  <a:cubicBezTo>
                    <a:pt x="1560346" y="2053507"/>
                    <a:pt x="1582848" y="1982167"/>
                    <a:pt x="1586440" y="1907162"/>
                  </a:cubicBezTo>
                  <a:cubicBezTo>
                    <a:pt x="1589632" y="1840508"/>
                    <a:pt x="1588433" y="1772717"/>
                    <a:pt x="1579745" y="1706667"/>
                  </a:cubicBezTo>
                  <a:cubicBezTo>
                    <a:pt x="1570102" y="1633349"/>
                    <a:pt x="1542804" y="1565282"/>
                    <a:pt x="1474628" y="1516534"/>
                  </a:cubicBezTo>
                  <a:cubicBezTo>
                    <a:pt x="1373907" y="1456216"/>
                    <a:pt x="1262304" y="1469452"/>
                    <a:pt x="1152164" y="1464776"/>
                  </a:cubicBezTo>
                  <a:close/>
                  <a:moveTo>
                    <a:pt x="907335" y="1279033"/>
                  </a:moveTo>
                  <a:cubicBezTo>
                    <a:pt x="919185" y="1279033"/>
                    <a:pt x="930514" y="1279033"/>
                    <a:pt x="941841" y="1279033"/>
                  </a:cubicBezTo>
                  <a:cubicBezTo>
                    <a:pt x="1074646" y="1279033"/>
                    <a:pt x="1207453" y="1278476"/>
                    <a:pt x="1340253" y="1279204"/>
                  </a:cubicBezTo>
                  <a:cubicBezTo>
                    <a:pt x="1453241" y="1279822"/>
                    <a:pt x="1558335" y="1310648"/>
                    <a:pt x="1648928" y="1377838"/>
                  </a:cubicBezTo>
                  <a:cubicBezTo>
                    <a:pt x="1747167" y="1450698"/>
                    <a:pt x="1804642" y="1553020"/>
                    <a:pt x="1823868" y="1672441"/>
                  </a:cubicBezTo>
                  <a:cubicBezTo>
                    <a:pt x="1836091" y="1748369"/>
                    <a:pt x="1841900" y="1827189"/>
                    <a:pt x="1836366" y="1903684"/>
                  </a:cubicBezTo>
                  <a:cubicBezTo>
                    <a:pt x="1827900" y="2020698"/>
                    <a:pt x="1792699" y="2129942"/>
                    <a:pt x="1710666" y="2220837"/>
                  </a:cubicBezTo>
                  <a:cubicBezTo>
                    <a:pt x="1630070" y="2310141"/>
                    <a:pt x="1529414" y="2362119"/>
                    <a:pt x="1413087" y="2369680"/>
                  </a:cubicBezTo>
                  <a:cubicBezTo>
                    <a:pt x="1256651" y="2379848"/>
                    <a:pt x="1099301" y="2375953"/>
                    <a:pt x="939216" y="2378093"/>
                  </a:cubicBezTo>
                  <a:cubicBezTo>
                    <a:pt x="926812" y="2377604"/>
                    <a:pt x="917534" y="2377117"/>
                    <a:pt x="907335" y="2376581"/>
                  </a:cubicBezTo>
                  <a:cubicBezTo>
                    <a:pt x="907335" y="2010699"/>
                    <a:pt x="907335" y="1646903"/>
                    <a:pt x="907335" y="1279033"/>
                  </a:cubicBezTo>
                  <a:close/>
                  <a:moveTo>
                    <a:pt x="2594499" y="1235887"/>
                  </a:moveTo>
                  <a:cubicBezTo>
                    <a:pt x="2674018" y="1235887"/>
                    <a:pt x="2749380" y="1235887"/>
                    <a:pt x="2826393" y="1235887"/>
                  </a:cubicBezTo>
                  <a:cubicBezTo>
                    <a:pt x="2826393" y="1615986"/>
                    <a:pt x="2826393" y="1995491"/>
                    <a:pt x="2826393" y="2378033"/>
                  </a:cubicBezTo>
                  <a:cubicBezTo>
                    <a:pt x="2770098" y="2378033"/>
                    <a:pt x="2714706" y="2379124"/>
                    <a:pt x="2659389" y="2377555"/>
                  </a:cubicBezTo>
                  <a:cubicBezTo>
                    <a:pt x="2633193" y="2376812"/>
                    <a:pt x="2611536" y="2348177"/>
                    <a:pt x="2609615" y="2317050"/>
                  </a:cubicBezTo>
                  <a:cubicBezTo>
                    <a:pt x="2608968" y="2306569"/>
                    <a:pt x="2609513" y="2296015"/>
                    <a:pt x="2609513" y="2285359"/>
                  </a:cubicBezTo>
                  <a:cubicBezTo>
                    <a:pt x="2580371" y="2309964"/>
                    <a:pt x="2553618" y="2335906"/>
                    <a:pt x="2523529" y="2357119"/>
                  </a:cubicBezTo>
                  <a:cubicBezTo>
                    <a:pt x="2485265" y="2384095"/>
                    <a:pt x="2440956" y="2398598"/>
                    <a:pt x="2393927" y="2396819"/>
                  </a:cubicBezTo>
                  <a:cubicBezTo>
                    <a:pt x="2343527" y="2394915"/>
                    <a:pt x="2290915" y="2396644"/>
                    <a:pt x="2243488" y="2382570"/>
                  </a:cubicBezTo>
                  <a:cubicBezTo>
                    <a:pt x="2149500" y="2354678"/>
                    <a:pt x="2088840" y="2285522"/>
                    <a:pt x="2050587" y="2196727"/>
                  </a:cubicBezTo>
                  <a:cubicBezTo>
                    <a:pt x="2011147" y="2105179"/>
                    <a:pt x="2006176" y="2008020"/>
                    <a:pt x="2012759" y="1910964"/>
                  </a:cubicBezTo>
                  <a:cubicBezTo>
                    <a:pt x="2018905" y="1820352"/>
                    <a:pt x="2045925" y="1732522"/>
                    <a:pt x="2104580" y="1662968"/>
                  </a:cubicBezTo>
                  <a:cubicBezTo>
                    <a:pt x="2154851" y="1603354"/>
                    <a:pt x="2224392" y="1562736"/>
                    <a:pt x="2304744" y="1556675"/>
                  </a:cubicBezTo>
                  <a:cubicBezTo>
                    <a:pt x="2366283" y="1552034"/>
                    <a:pt x="2430020" y="1546754"/>
                    <a:pt x="2489157" y="1574754"/>
                  </a:cubicBezTo>
                  <a:cubicBezTo>
                    <a:pt x="2505023" y="1582266"/>
                    <a:pt x="2519983" y="1591688"/>
                    <a:pt x="2537087" y="1601866"/>
                  </a:cubicBezTo>
                  <a:cubicBezTo>
                    <a:pt x="2555936" y="1617303"/>
                    <a:pt x="2573058" y="1631110"/>
                    <a:pt x="2594499" y="1648399"/>
                  </a:cubicBezTo>
                  <a:cubicBezTo>
                    <a:pt x="2594499" y="1509142"/>
                    <a:pt x="2594499" y="1373418"/>
                    <a:pt x="2594499" y="1235887"/>
                  </a:cubicBezTo>
                  <a:close/>
                  <a:moveTo>
                    <a:pt x="32" y="7"/>
                  </a:moveTo>
                  <a:cubicBezTo>
                    <a:pt x="14877" y="7"/>
                    <a:pt x="27380" y="7"/>
                    <a:pt x="39884" y="7"/>
                  </a:cubicBezTo>
                  <a:cubicBezTo>
                    <a:pt x="1173130" y="7"/>
                    <a:pt x="2306377" y="-108"/>
                    <a:pt x="3439623" y="559"/>
                  </a:cubicBezTo>
                  <a:cubicBezTo>
                    <a:pt x="3473882" y="579"/>
                    <a:pt x="3508136" y="8775"/>
                    <a:pt x="3544771" y="14254"/>
                  </a:cubicBezTo>
                  <a:cubicBezTo>
                    <a:pt x="3633220" y="50197"/>
                    <a:pt x="3695333" y="109042"/>
                    <a:pt x="3723395" y="198655"/>
                  </a:cubicBezTo>
                  <a:cubicBezTo>
                    <a:pt x="3733289" y="230247"/>
                    <a:pt x="3739963" y="264346"/>
                    <a:pt x="3739999" y="297311"/>
                  </a:cubicBezTo>
                  <a:cubicBezTo>
                    <a:pt x="3740891" y="1121002"/>
                    <a:pt x="3740698" y="1944694"/>
                    <a:pt x="3740696" y="2768386"/>
                  </a:cubicBezTo>
                  <a:cubicBezTo>
                    <a:pt x="3740696" y="2773729"/>
                    <a:pt x="3740696" y="2779073"/>
                    <a:pt x="3740696" y="2786931"/>
                  </a:cubicBezTo>
                  <a:cubicBezTo>
                    <a:pt x="3643237" y="2786931"/>
                    <a:pt x="3546429" y="2786931"/>
                    <a:pt x="3446582" y="2786931"/>
                  </a:cubicBezTo>
                  <a:cubicBezTo>
                    <a:pt x="3446582" y="1958824"/>
                    <a:pt x="3446582" y="1129357"/>
                    <a:pt x="3446582" y="297777"/>
                  </a:cubicBezTo>
                  <a:cubicBezTo>
                    <a:pt x="2395586" y="297777"/>
                    <a:pt x="1347609" y="297777"/>
                    <a:pt x="297659" y="297777"/>
                  </a:cubicBezTo>
                  <a:cubicBezTo>
                    <a:pt x="297659" y="1347551"/>
                    <a:pt x="297659" y="2397669"/>
                    <a:pt x="297659" y="3450811"/>
                  </a:cubicBezTo>
                  <a:cubicBezTo>
                    <a:pt x="1131488" y="3450811"/>
                    <a:pt x="1965239" y="3450811"/>
                    <a:pt x="2800652" y="3450811"/>
                  </a:cubicBezTo>
                  <a:cubicBezTo>
                    <a:pt x="2800652" y="3550626"/>
                    <a:pt x="2800652" y="3647422"/>
                    <a:pt x="2800652" y="3747104"/>
                  </a:cubicBezTo>
                  <a:cubicBezTo>
                    <a:pt x="2786967" y="3747104"/>
                    <a:pt x="2774406" y="3747104"/>
                    <a:pt x="2761844" y="3747104"/>
                  </a:cubicBezTo>
                  <a:cubicBezTo>
                    <a:pt x="1944580" y="3747104"/>
                    <a:pt x="1127314" y="3747249"/>
                    <a:pt x="310048" y="3746945"/>
                  </a:cubicBezTo>
                  <a:cubicBezTo>
                    <a:pt x="188628" y="3746899"/>
                    <a:pt x="93648" y="3694508"/>
                    <a:pt x="35027" y="3588731"/>
                  </a:cubicBezTo>
                  <a:cubicBezTo>
                    <a:pt x="13664" y="3550183"/>
                    <a:pt x="1508" y="3501206"/>
                    <a:pt x="1439" y="3456962"/>
                  </a:cubicBezTo>
                  <a:cubicBezTo>
                    <a:pt x="-340" y="2313007"/>
                    <a:pt x="32" y="1169049"/>
                    <a:pt x="32" y="25091"/>
                  </a:cubicBezTo>
                  <a:cubicBezTo>
                    <a:pt x="32" y="17829"/>
                    <a:pt x="32" y="10567"/>
                    <a:pt x="32" y="7"/>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927" name="Group 926">
            <a:extLst>
              <a:ext uri="{FF2B5EF4-FFF2-40B4-BE49-F238E27FC236}">
                <a16:creationId xmlns:a16="http://schemas.microsoft.com/office/drawing/2014/main" id="{A9E51A57-6EBA-EAD0-E9FE-5180CD898EAC}"/>
              </a:ext>
              <a:ext uri="{C183D7F6-B498-43B3-948B-1728B52AA6E4}">
                <adec:decorative xmlns:adec="http://schemas.microsoft.com/office/drawing/2017/decorative" val="1"/>
              </a:ext>
            </a:extLst>
          </p:cNvPr>
          <p:cNvGrpSpPr>
            <a:grpSpLocks noChangeAspect="1"/>
          </p:cNvGrpSpPr>
          <p:nvPr/>
        </p:nvGrpSpPr>
        <p:grpSpPr>
          <a:xfrm>
            <a:off x="3863810" y="1517247"/>
            <a:ext cx="460818" cy="457200"/>
            <a:chOff x="3863810" y="1517247"/>
            <a:chExt cx="460818" cy="457200"/>
          </a:xfrm>
          <a:solidFill>
            <a:srgbClr val="FF0000"/>
          </a:solidFill>
        </p:grpSpPr>
        <p:sp>
          <p:nvSpPr>
            <p:cNvPr id="932" name="Freeform: Shape 931">
              <a:extLst>
                <a:ext uri="{FF2B5EF4-FFF2-40B4-BE49-F238E27FC236}">
                  <a16:creationId xmlns:a16="http://schemas.microsoft.com/office/drawing/2014/main" id="{D39371A3-5F5A-20B7-775C-80D10482FD0F}"/>
                </a:ext>
                <a:ext uri="{C183D7F6-B498-43B3-948B-1728B52AA6E4}">
                  <adec:decorative xmlns:adec="http://schemas.microsoft.com/office/drawing/2017/decorative" val="1"/>
                </a:ext>
              </a:extLst>
            </p:cNvPr>
            <p:cNvSpPr/>
            <p:nvPr/>
          </p:nvSpPr>
          <p:spPr>
            <a:xfrm>
              <a:off x="3863810" y="1553880"/>
              <a:ext cx="460818" cy="420567"/>
            </a:xfrm>
            <a:custGeom>
              <a:avLst/>
              <a:gdLst>
                <a:gd name="connsiteX0" fmla="*/ 672969 w 6912276"/>
                <a:gd name="connsiteY0" fmla="*/ 4604551 h 6308511"/>
                <a:gd name="connsiteX1" fmla="*/ 1643175 w 6912276"/>
                <a:gd name="connsiteY1" fmla="*/ 4604551 h 6308511"/>
                <a:gd name="connsiteX2" fmla="*/ 1643175 w 6912276"/>
                <a:gd name="connsiteY2" fmla="*/ 4784559 h 6308511"/>
                <a:gd name="connsiteX3" fmla="*/ 1523426 w 6912276"/>
                <a:gd name="connsiteY3" fmla="*/ 4784559 h 6308511"/>
                <a:gd name="connsiteX4" fmla="*/ 1523426 w 6912276"/>
                <a:gd name="connsiteY4" fmla="*/ 5010104 h 6308511"/>
                <a:gd name="connsiteX5" fmla="*/ 1523681 w 6912276"/>
                <a:gd name="connsiteY5" fmla="*/ 5175924 h 6308511"/>
                <a:gd name="connsiteX6" fmla="*/ 1604974 w 6912276"/>
                <a:gd name="connsiteY6" fmla="*/ 5258839 h 6308511"/>
                <a:gd name="connsiteX7" fmla="*/ 1645927 w 6912276"/>
                <a:gd name="connsiteY7" fmla="*/ 5298234 h 6308511"/>
                <a:gd name="connsiteX8" fmla="*/ 1644539 w 6912276"/>
                <a:gd name="connsiteY8" fmla="*/ 5426765 h 6308511"/>
                <a:gd name="connsiteX9" fmla="*/ 1629110 w 6912276"/>
                <a:gd name="connsiteY9" fmla="*/ 5453768 h 6308511"/>
                <a:gd name="connsiteX10" fmla="*/ 1422119 w 6912276"/>
                <a:gd name="connsiteY10" fmla="*/ 5443184 h 6308511"/>
                <a:gd name="connsiteX11" fmla="*/ 1288071 w 6912276"/>
                <a:gd name="connsiteY11" fmla="*/ 5285415 h 6308511"/>
                <a:gd name="connsiteX12" fmla="*/ 1279979 w 6912276"/>
                <a:gd name="connsiteY12" fmla="*/ 5060492 h 6308511"/>
                <a:gd name="connsiteX13" fmla="*/ 1279551 w 6912276"/>
                <a:gd name="connsiteY13" fmla="*/ 4796529 h 6308511"/>
                <a:gd name="connsiteX14" fmla="*/ 1278250 w 6912276"/>
                <a:gd name="connsiteY14" fmla="*/ 4787493 h 6308511"/>
                <a:gd name="connsiteX15" fmla="*/ 1049546 w 6912276"/>
                <a:gd name="connsiteY15" fmla="*/ 4787493 h 6308511"/>
                <a:gd name="connsiteX16" fmla="*/ 1049546 w 6912276"/>
                <a:gd name="connsiteY16" fmla="*/ 4994904 h 6308511"/>
                <a:gd name="connsiteX17" fmla="*/ 1049546 w 6912276"/>
                <a:gd name="connsiteY17" fmla="*/ 5446465 h 6308511"/>
                <a:gd name="connsiteX18" fmla="*/ 806171 w 6912276"/>
                <a:gd name="connsiteY18" fmla="*/ 5446465 h 6308511"/>
                <a:gd name="connsiteX19" fmla="*/ 806171 w 6912276"/>
                <a:gd name="connsiteY19" fmla="*/ 4786130 h 6308511"/>
                <a:gd name="connsiteX20" fmla="*/ 672969 w 6912276"/>
                <a:gd name="connsiteY20" fmla="*/ 4786130 h 6308511"/>
                <a:gd name="connsiteX21" fmla="*/ 672969 w 6912276"/>
                <a:gd name="connsiteY21" fmla="*/ 4604551 h 6308511"/>
                <a:gd name="connsiteX22" fmla="*/ 4662574 w 6912276"/>
                <a:gd name="connsiteY22" fmla="*/ 4603079 h 6308511"/>
                <a:gd name="connsiteX23" fmla="*/ 4922839 w 6912276"/>
                <a:gd name="connsiteY23" fmla="*/ 4603079 h 6308511"/>
                <a:gd name="connsiteX24" fmla="*/ 4838546 w 6912276"/>
                <a:gd name="connsiteY24" fmla="*/ 4722656 h 6308511"/>
                <a:gd name="connsiteX25" fmla="*/ 4646489 w 6912276"/>
                <a:gd name="connsiteY25" fmla="*/ 4991403 h 6308511"/>
                <a:gd name="connsiteX26" fmla="*/ 4649201 w 6912276"/>
                <a:gd name="connsiteY26" fmla="*/ 5024223 h 6308511"/>
                <a:gd name="connsiteX27" fmla="*/ 4927784 w 6912276"/>
                <a:gd name="connsiteY27" fmla="*/ 5424213 h 6308511"/>
                <a:gd name="connsiteX28" fmla="*/ 4941170 w 6912276"/>
                <a:gd name="connsiteY28" fmla="*/ 5448469 h 6308511"/>
                <a:gd name="connsiteX29" fmla="*/ 4691126 w 6912276"/>
                <a:gd name="connsiteY29" fmla="*/ 5447711 h 6308511"/>
                <a:gd name="connsiteX30" fmla="*/ 4663665 w 6912276"/>
                <a:gd name="connsiteY30" fmla="*/ 5430888 h 6308511"/>
                <a:gd name="connsiteX31" fmla="*/ 4514172 w 6912276"/>
                <a:gd name="connsiteY31" fmla="*/ 5194156 h 6308511"/>
                <a:gd name="connsiteX32" fmla="*/ 4501633 w 6912276"/>
                <a:gd name="connsiteY32" fmla="*/ 5178511 h 6308511"/>
                <a:gd name="connsiteX33" fmla="*/ 4440882 w 6912276"/>
                <a:gd name="connsiteY33" fmla="*/ 5274402 h 6308511"/>
                <a:gd name="connsiteX34" fmla="*/ 4339783 w 6912276"/>
                <a:gd name="connsiteY34" fmla="*/ 5432857 h 6308511"/>
                <a:gd name="connsiteX35" fmla="*/ 4317765 w 6912276"/>
                <a:gd name="connsiteY35" fmla="*/ 5447790 h 6308511"/>
                <a:gd name="connsiteX36" fmla="*/ 4070389 w 6912276"/>
                <a:gd name="connsiteY36" fmla="*/ 5448457 h 6308511"/>
                <a:gd name="connsiteX37" fmla="*/ 4163993 w 6912276"/>
                <a:gd name="connsiteY37" fmla="*/ 5316107 h 6308511"/>
                <a:gd name="connsiteX38" fmla="*/ 4362168 w 6912276"/>
                <a:gd name="connsiteY38" fmla="*/ 5035827 h 6308511"/>
                <a:gd name="connsiteX39" fmla="*/ 4364644 w 6912276"/>
                <a:gd name="connsiteY39" fmla="*/ 4998892 h 6308511"/>
                <a:gd name="connsiteX40" fmla="*/ 4090442 w 6912276"/>
                <a:gd name="connsiteY40" fmla="*/ 4604028 h 6308511"/>
                <a:gd name="connsiteX41" fmla="*/ 4362976 w 6912276"/>
                <a:gd name="connsiteY41" fmla="*/ 4604028 h 6308511"/>
                <a:gd name="connsiteX42" fmla="*/ 4515345 w 6912276"/>
                <a:gd name="connsiteY42" fmla="*/ 4857586 h 6308511"/>
                <a:gd name="connsiteX43" fmla="*/ 4662574 w 6912276"/>
                <a:gd name="connsiteY43" fmla="*/ 4603079 h 6308511"/>
                <a:gd name="connsiteX44" fmla="*/ 1985111 w 6912276"/>
                <a:gd name="connsiteY44" fmla="*/ 4292417 h 6308511"/>
                <a:gd name="connsiteX45" fmla="*/ 2167862 w 6912276"/>
                <a:gd name="connsiteY45" fmla="*/ 4292417 h 6308511"/>
                <a:gd name="connsiteX46" fmla="*/ 2159773 w 6912276"/>
                <a:gd name="connsiteY46" fmla="*/ 4378215 h 6308511"/>
                <a:gd name="connsiteX47" fmla="*/ 2145343 w 6912276"/>
                <a:gd name="connsiteY47" fmla="*/ 4479380 h 6308511"/>
                <a:gd name="connsiteX48" fmla="*/ 2281032 w 6912276"/>
                <a:gd name="connsiteY48" fmla="*/ 4408829 h 6308511"/>
                <a:gd name="connsiteX49" fmla="*/ 2327735 w 6912276"/>
                <a:gd name="connsiteY49" fmla="*/ 4428686 h 6308511"/>
                <a:gd name="connsiteX50" fmla="*/ 2376802 w 6912276"/>
                <a:gd name="connsiteY50" fmla="*/ 4560174 h 6308511"/>
                <a:gd name="connsiteX51" fmla="*/ 2194010 w 6912276"/>
                <a:gd name="connsiteY51" fmla="*/ 4611807 h 6308511"/>
                <a:gd name="connsiteX52" fmla="*/ 2320830 w 6912276"/>
                <a:gd name="connsiteY52" fmla="*/ 4745769 h 6308511"/>
                <a:gd name="connsiteX53" fmla="*/ 2319379 w 6912276"/>
                <a:gd name="connsiteY53" fmla="*/ 4785660 h 6308511"/>
                <a:gd name="connsiteX54" fmla="*/ 2213162 w 6912276"/>
                <a:gd name="connsiteY54" fmla="*/ 4864264 h 6308511"/>
                <a:gd name="connsiteX55" fmla="*/ 2179460 w 6912276"/>
                <a:gd name="connsiteY55" fmla="*/ 4858462 h 6308511"/>
                <a:gd name="connsiteX56" fmla="*/ 2077841 w 6912276"/>
                <a:gd name="connsiteY56" fmla="*/ 4693729 h 6308511"/>
                <a:gd name="connsiteX57" fmla="*/ 2003814 w 6912276"/>
                <a:gd name="connsiteY57" fmla="*/ 4812661 h 6308511"/>
                <a:gd name="connsiteX58" fmla="*/ 1898215 w 6912276"/>
                <a:gd name="connsiteY58" fmla="*/ 4831366 h 6308511"/>
                <a:gd name="connsiteX59" fmla="*/ 1814247 w 6912276"/>
                <a:gd name="connsiteY59" fmla="*/ 4770005 h 6308511"/>
                <a:gd name="connsiteX60" fmla="*/ 1957000 w 6912276"/>
                <a:gd name="connsiteY60" fmla="*/ 4611633 h 6308511"/>
                <a:gd name="connsiteX61" fmla="*/ 1778981 w 6912276"/>
                <a:gd name="connsiteY61" fmla="*/ 4560695 h 6308511"/>
                <a:gd name="connsiteX62" fmla="*/ 1840560 w 6912276"/>
                <a:gd name="connsiteY62" fmla="*/ 4394260 h 6308511"/>
                <a:gd name="connsiteX63" fmla="*/ 2004081 w 6912276"/>
                <a:gd name="connsiteY63" fmla="*/ 4478369 h 6308511"/>
                <a:gd name="connsiteX64" fmla="*/ 1985111 w 6912276"/>
                <a:gd name="connsiteY64" fmla="*/ 4292417 h 6308511"/>
                <a:gd name="connsiteX65" fmla="*/ 3274400 w 6912276"/>
                <a:gd name="connsiteY65" fmla="*/ 4242984 h 6308511"/>
                <a:gd name="connsiteX66" fmla="*/ 3497332 w 6912276"/>
                <a:gd name="connsiteY66" fmla="*/ 4243466 h 6308511"/>
                <a:gd name="connsiteX67" fmla="*/ 3403071 w 6912276"/>
                <a:gd name="connsiteY67" fmla="*/ 4512412 h 6308511"/>
                <a:gd name="connsiteX68" fmla="*/ 3276963 w 6912276"/>
                <a:gd name="connsiteY68" fmla="*/ 4861642 h 6308511"/>
                <a:gd name="connsiteX69" fmla="*/ 3078532 w 6912276"/>
                <a:gd name="connsiteY69" fmla="*/ 5418846 h 6308511"/>
                <a:gd name="connsiteX70" fmla="*/ 3035547 w 6912276"/>
                <a:gd name="connsiteY70" fmla="*/ 5449407 h 6308511"/>
                <a:gd name="connsiteX71" fmla="*/ 2824535 w 6912276"/>
                <a:gd name="connsiteY71" fmla="*/ 5448475 h 6308511"/>
                <a:gd name="connsiteX72" fmla="*/ 2687766 w 6912276"/>
                <a:gd name="connsiteY72" fmla="*/ 5105496 h 6308511"/>
                <a:gd name="connsiteX73" fmla="*/ 2686070 w 6912276"/>
                <a:gd name="connsiteY73" fmla="*/ 5099126 h 6308511"/>
                <a:gd name="connsiteX74" fmla="*/ 2641224 w 6912276"/>
                <a:gd name="connsiteY74" fmla="*/ 5006432 h 6308511"/>
                <a:gd name="connsiteX75" fmla="*/ 2542200 w 6912276"/>
                <a:gd name="connsiteY75" fmla="*/ 5001700 h 6308511"/>
                <a:gd name="connsiteX76" fmla="*/ 2500222 w 6912276"/>
                <a:gd name="connsiteY76" fmla="*/ 5001674 h 6308511"/>
                <a:gd name="connsiteX77" fmla="*/ 2500222 w 6912276"/>
                <a:gd name="connsiteY77" fmla="*/ 4832431 h 6308511"/>
                <a:gd name="connsiteX78" fmla="*/ 2777278 w 6912276"/>
                <a:gd name="connsiteY78" fmla="*/ 4832431 h 6308511"/>
                <a:gd name="connsiteX79" fmla="*/ 2863640 w 6912276"/>
                <a:gd name="connsiteY79" fmla="*/ 4895218 h 6308511"/>
                <a:gd name="connsiteX80" fmla="*/ 2945180 w 6912276"/>
                <a:gd name="connsiteY80" fmla="*/ 5161471 h 6308511"/>
                <a:gd name="connsiteX81" fmla="*/ 2948879 w 6912276"/>
                <a:gd name="connsiteY81" fmla="*/ 5168209 h 6308511"/>
                <a:gd name="connsiteX82" fmla="*/ 2958889 w 6912276"/>
                <a:gd name="connsiteY82" fmla="*/ 5148817 h 6308511"/>
                <a:gd name="connsiteX83" fmla="*/ 3107598 w 6912276"/>
                <a:gd name="connsiteY83" fmla="*/ 4685793 h 6308511"/>
                <a:gd name="connsiteX84" fmla="*/ 3239710 w 6912276"/>
                <a:gd name="connsiteY84" fmla="*/ 4269089 h 6308511"/>
                <a:gd name="connsiteX85" fmla="*/ 3274400 w 6912276"/>
                <a:gd name="connsiteY85" fmla="*/ 4242984 h 6308511"/>
                <a:gd name="connsiteX86" fmla="*/ 5002475 w 6912276"/>
                <a:gd name="connsiteY86" fmla="*/ 4223169 h 6308511"/>
                <a:gd name="connsiteX87" fmla="*/ 5224880 w 6912276"/>
                <a:gd name="connsiteY87" fmla="*/ 4223696 h 6308511"/>
                <a:gd name="connsiteX88" fmla="*/ 5245905 w 6912276"/>
                <a:gd name="connsiteY88" fmla="*/ 4235540 h 6308511"/>
                <a:gd name="connsiteX89" fmla="*/ 5423685 w 6912276"/>
                <a:gd name="connsiteY89" fmla="*/ 4679423 h 6308511"/>
                <a:gd name="connsiteX90" fmla="*/ 5448378 w 6912276"/>
                <a:gd name="connsiteY90" fmla="*/ 5082965 h 6308511"/>
                <a:gd name="connsiteX91" fmla="*/ 5257476 w 6912276"/>
                <a:gd name="connsiteY91" fmla="*/ 5694044 h 6308511"/>
                <a:gd name="connsiteX92" fmla="*/ 5197494 w 6912276"/>
                <a:gd name="connsiteY92" fmla="*/ 5726467 h 6308511"/>
                <a:gd name="connsiteX93" fmla="*/ 5006436 w 6912276"/>
                <a:gd name="connsiteY93" fmla="*/ 5726032 h 6308511"/>
                <a:gd name="connsiteX94" fmla="*/ 5125821 w 6912276"/>
                <a:gd name="connsiteY94" fmla="*/ 5429907 h 6308511"/>
                <a:gd name="connsiteX95" fmla="*/ 5185577 w 6912276"/>
                <a:gd name="connsiteY95" fmla="*/ 5139796 h 6308511"/>
                <a:gd name="connsiteX96" fmla="*/ 5191035 w 6912276"/>
                <a:gd name="connsiteY96" fmla="*/ 4846906 h 6308511"/>
                <a:gd name="connsiteX97" fmla="*/ 5086162 w 6912276"/>
                <a:gd name="connsiteY97" fmla="*/ 4410332 h 6308511"/>
                <a:gd name="connsiteX98" fmla="*/ 5002475 w 6912276"/>
                <a:gd name="connsiteY98" fmla="*/ 4223169 h 6308511"/>
                <a:gd name="connsiteX99" fmla="*/ 4018036 w 6912276"/>
                <a:gd name="connsiteY99" fmla="*/ 4223155 h 6308511"/>
                <a:gd name="connsiteX100" fmla="*/ 3951783 w 6912276"/>
                <a:gd name="connsiteY100" fmla="*/ 5585889 h 6308511"/>
                <a:gd name="connsiteX101" fmla="*/ 4017453 w 6912276"/>
                <a:gd name="connsiteY101" fmla="*/ 5726027 h 6308511"/>
                <a:gd name="connsiteX102" fmla="*/ 3798054 w 6912276"/>
                <a:gd name="connsiteY102" fmla="*/ 5725364 h 6308511"/>
                <a:gd name="connsiteX103" fmla="*/ 3772977 w 6912276"/>
                <a:gd name="connsiteY103" fmla="*/ 5710646 h 6308511"/>
                <a:gd name="connsiteX104" fmla="*/ 3622427 w 6912276"/>
                <a:gd name="connsiteY104" fmla="*/ 5382837 h 6308511"/>
                <a:gd name="connsiteX105" fmla="*/ 3568764 w 6912276"/>
                <a:gd name="connsiteY105" fmla="*/ 4888035 h 6308511"/>
                <a:gd name="connsiteX106" fmla="*/ 3659911 w 6912276"/>
                <a:gd name="connsiteY106" fmla="*/ 4460560 h 6308511"/>
                <a:gd name="connsiteX107" fmla="*/ 3769415 w 6912276"/>
                <a:gd name="connsiteY107" fmla="*/ 4243343 h 6308511"/>
                <a:gd name="connsiteX108" fmla="*/ 3805452 w 6912276"/>
                <a:gd name="connsiteY108" fmla="*/ 4224042 h 6308511"/>
                <a:gd name="connsiteX109" fmla="*/ 4018036 w 6912276"/>
                <a:gd name="connsiteY109" fmla="*/ 4223155 h 6308511"/>
                <a:gd name="connsiteX110" fmla="*/ 5872125 w 6912276"/>
                <a:gd name="connsiteY110" fmla="*/ 4141836 h 6308511"/>
                <a:gd name="connsiteX111" fmla="*/ 6033583 w 6912276"/>
                <a:gd name="connsiteY111" fmla="*/ 4158912 h 6308511"/>
                <a:gd name="connsiteX112" fmla="*/ 6149838 w 6912276"/>
                <a:gd name="connsiteY112" fmla="*/ 4380304 h 6308511"/>
                <a:gd name="connsiteX113" fmla="*/ 6025189 w 6912276"/>
                <a:gd name="connsiteY113" fmla="*/ 4548398 h 6308511"/>
                <a:gd name="connsiteX114" fmla="*/ 5877073 w 6912276"/>
                <a:gd name="connsiteY114" fmla="*/ 4659482 h 6308511"/>
                <a:gd name="connsiteX115" fmla="*/ 5857560 w 6912276"/>
                <a:gd name="connsiteY115" fmla="*/ 4681962 h 6308511"/>
                <a:gd name="connsiteX116" fmla="*/ 6145495 w 6912276"/>
                <a:gd name="connsiteY116" fmla="*/ 4681962 h 6308511"/>
                <a:gd name="connsiteX117" fmla="*/ 6145495 w 6912276"/>
                <a:gd name="connsiteY117" fmla="*/ 4816249 h 6308511"/>
                <a:gd name="connsiteX118" fmla="*/ 5660428 w 6912276"/>
                <a:gd name="connsiteY118" fmla="*/ 4816249 h 6308511"/>
                <a:gd name="connsiteX119" fmla="*/ 5720816 w 6912276"/>
                <a:gd name="connsiteY119" fmla="*/ 4606682 h 6308511"/>
                <a:gd name="connsiteX120" fmla="*/ 5878559 w 6912276"/>
                <a:gd name="connsiteY120" fmla="*/ 4475484 h 6308511"/>
                <a:gd name="connsiteX121" fmla="*/ 5958477 w 6912276"/>
                <a:gd name="connsiteY121" fmla="*/ 4384478 h 6308511"/>
                <a:gd name="connsiteX122" fmla="*/ 5892377 w 6912276"/>
                <a:gd name="connsiteY122" fmla="*/ 4290513 h 6308511"/>
                <a:gd name="connsiteX123" fmla="*/ 5733749 w 6912276"/>
                <a:gd name="connsiteY123" fmla="*/ 4327076 h 6308511"/>
                <a:gd name="connsiteX124" fmla="*/ 5707998 w 6912276"/>
                <a:gd name="connsiteY124" fmla="*/ 4318345 h 6308511"/>
                <a:gd name="connsiteX125" fmla="*/ 5657497 w 6912276"/>
                <a:gd name="connsiteY125" fmla="*/ 4229741 h 6308511"/>
                <a:gd name="connsiteX126" fmla="*/ 5665881 w 6912276"/>
                <a:gd name="connsiteY126" fmla="*/ 4203804 h 6308511"/>
                <a:gd name="connsiteX127" fmla="*/ 5872125 w 6912276"/>
                <a:gd name="connsiteY127" fmla="*/ 4141836 h 6308511"/>
                <a:gd name="connsiteX128" fmla="*/ 3908635 w 6912276"/>
                <a:gd name="connsiteY128" fmla="*/ 3512155 h 6308511"/>
                <a:gd name="connsiteX129" fmla="*/ 6912127 w 6912276"/>
                <a:gd name="connsiteY129" fmla="*/ 3512155 h 6308511"/>
                <a:gd name="connsiteX130" fmla="*/ 6912127 w 6912276"/>
                <a:gd name="connsiteY130" fmla="*/ 3554086 h 6308511"/>
                <a:gd name="connsiteX131" fmla="*/ 6911615 w 6912276"/>
                <a:gd name="connsiteY131" fmla="*/ 5997691 h 6308511"/>
                <a:gd name="connsiteX132" fmla="*/ 6662606 w 6912276"/>
                <a:gd name="connsiteY132" fmla="*/ 6307322 h 6308511"/>
                <a:gd name="connsiteX133" fmla="*/ 6635661 w 6912276"/>
                <a:gd name="connsiteY133" fmla="*/ 6308203 h 6308511"/>
                <a:gd name="connsiteX134" fmla="*/ 32506 w 6912276"/>
                <a:gd name="connsiteY134" fmla="*/ 6308232 h 6308511"/>
                <a:gd name="connsiteX135" fmla="*/ 236 w 6912276"/>
                <a:gd name="connsiteY135" fmla="*/ 6308232 h 6308511"/>
                <a:gd name="connsiteX136" fmla="*/ 236 w 6912276"/>
                <a:gd name="connsiteY136" fmla="*/ 6275493 h 6308511"/>
                <a:gd name="connsiteX137" fmla="*/ 1033 w 6912276"/>
                <a:gd name="connsiteY137" fmla="*/ 3821736 h 6308511"/>
                <a:gd name="connsiteX138" fmla="*/ 250873 w 6912276"/>
                <a:gd name="connsiteY138" fmla="*/ 3512944 h 6308511"/>
                <a:gd name="connsiteX139" fmla="*/ 284636 w 6912276"/>
                <a:gd name="connsiteY139" fmla="*/ 3512347 h 6308511"/>
                <a:gd name="connsiteX140" fmla="*/ 3003643 w 6912276"/>
                <a:gd name="connsiteY140" fmla="*/ 3515169 h 6308511"/>
                <a:gd name="connsiteX141" fmla="*/ 3003643 w 6912276"/>
                <a:gd name="connsiteY141" fmla="*/ 3823840 h 6308511"/>
                <a:gd name="connsiteX142" fmla="*/ 313991 w 6912276"/>
                <a:gd name="connsiteY142" fmla="*/ 3823769 h 6308511"/>
                <a:gd name="connsiteX143" fmla="*/ 313991 w 6912276"/>
                <a:gd name="connsiteY143" fmla="*/ 5994485 h 6308511"/>
                <a:gd name="connsiteX144" fmla="*/ 6598223 w 6912276"/>
                <a:gd name="connsiteY144" fmla="*/ 5994485 h 6308511"/>
                <a:gd name="connsiteX145" fmla="*/ 6598223 w 6912276"/>
                <a:gd name="connsiteY145" fmla="*/ 3823741 h 6308511"/>
                <a:gd name="connsiteX146" fmla="*/ 6555260 w 6912276"/>
                <a:gd name="connsiteY146" fmla="*/ 3823741 h 6308511"/>
                <a:gd name="connsiteX147" fmla="*/ 3908635 w 6912276"/>
                <a:gd name="connsiteY147" fmla="*/ 3823485 h 6308511"/>
                <a:gd name="connsiteX148" fmla="*/ 4677680 w 6912276"/>
                <a:gd name="connsiteY148" fmla="*/ 508191 h 6308511"/>
                <a:gd name="connsiteX149" fmla="*/ 4838017 w 6912276"/>
                <a:gd name="connsiteY149" fmla="*/ 508191 h 6308511"/>
                <a:gd name="connsiteX150" fmla="*/ 4838017 w 6912276"/>
                <a:gd name="connsiteY150" fmla="*/ 660865 h 6308511"/>
                <a:gd name="connsiteX151" fmla="*/ 4726453 w 6912276"/>
                <a:gd name="connsiteY151" fmla="*/ 660865 h 6308511"/>
                <a:gd name="connsiteX152" fmla="*/ 4726453 w 6912276"/>
                <a:gd name="connsiteY152" fmla="*/ 817513 h 6308511"/>
                <a:gd name="connsiteX153" fmla="*/ 4612045 w 6912276"/>
                <a:gd name="connsiteY153" fmla="*/ 817513 h 6308511"/>
                <a:gd name="connsiteX154" fmla="*/ 4612045 w 6912276"/>
                <a:gd name="connsiteY154" fmla="*/ 958228 h 6308511"/>
                <a:gd name="connsiteX155" fmla="*/ 4724050 w 6912276"/>
                <a:gd name="connsiteY155" fmla="*/ 958228 h 6308511"/>
                <a:gd name="connsiteX156" fmla="*/ 4724050 w 6912276"/>
                <a:gd name="connsiteY156" fmla="*/ 1114876 h 6308511"/>
                <a:gd name="connsiteX157" fmla="*/ 4838709 w 6912276"/>
                <a:gd name="connsiteY157" fmla="*/ 1114876 h 6308511"/>
                <a:gd name="connsiteX158" fmla="*/ 4838709 w 6912276"/>
                <a:gd name="connsiteY158" fmla="*/ 1269920 h 6308511"/>
                <a:gd name="connsiteX159" fmla="*/ 4680084 w 6912276"/>
                <a:gd name="connsiteY159" fmla="*/ 1269920 h 6308511"/>
                <a:gd name="connsiteX160" fmla="*/ 4680084 w 6912276"/>
                <a:gd name="connsiteY160" fmla="*/ 1124130 h 6308511"/>
                <a:gd name="connsiteX161" fmla="*/ 4564051 w 6912276"/>
                <a:gd name="connsiteY161" fmla="*/ 1124130 h 6308511"/>
                <a:gd name="connsiteX162" fmla="*/ 4564051 w 6912276"/>
                <a:gd name="connsiteY162" fmla="*/ 968822 h 6308511"/>
                <a:gd name="connsiteX163" fmla="*/ 4496617 w 6912276"/>
                <a:gd name="connsiteY163" fmla="*/ 968822 h 6308511"/>
                <a:gd name="connsiteX164" fmla="*/ 4496617 w 6912276"/>
                <a:gd name="connsiteY164" fmla="*/ 1120596 h 6308511"/>
                <a:gd name="connsiteX165" fmla="*/ 4381803 w 6912276"/>
                <a:gd name="connsiteY165" fmla="*/ 1120596 h 6308511"/>
                <a:gd name="connsiteX166" fmla="*/ 4381803 w 6912276"/>
                <a:gd name="connsiteY166" fmla="*/ 1269398 h 6308511"/>
                <a:gd name="connsiteX167" fmla="*/ 4226478 w 6912276"/>
                <a:gd name="connsiteY167" fmla="*/ 1269398 h 6308511"/>
                <a:gd name="connsiteX168" fmla="*/ 4226478 w 6912276"/>
                <a:gd name="connsiteY168" fmla="*/ 1116011 h 6308511"/>
                <a:gd name="connsiteX169" fmla="*/ 4331988 w 6912276"/>
                <a:gd name="connsiteY169" fmla="*/ 1116011 h 6308511"/>
                <a:gd name="connsiteX170" fmla="*/ 4331988 w 6912276"/>
                <a:gd name="connsiteY170" fmla="*/ 961757 h 6308511"/>
                <a:gd name="connsiteX171" fmla="*/ 4445760 w 6912276"/>
                <a:gd name="connsiteY171" fmla="*/ 961757 h 6308511"/>
                <a:gd name="connsiteX172" fmla="*/ 4445760 w 6912276"/>
                <a:gd name="connsiteY172" fmla="*/ 818646 h 6308511"/>
                <a:gd name="connsiteX173" fmla="*/ 4333042 w 6912276"/>
                <a:gd name="connsiteY173" fmla="*/ 818646 h 6308511"/>
                <a:gd name="connsiteX174" fmla="*/ 4333042 w 6912276"/>
                <a:gd name="connsiteY174" fmla="*/ 663197 h 6308511"/>
                <a:gd name="connsiteX175" fmla="*/ 4226980 w 6912276"/>
                <a:gd name="connsiteY175" fmla="*/ 663197 h 6308511"/>
                <a:gd name="connsiteX176" fmla="*/ 4226980 w 6912276"/>
                <a:gd name="connsiteY176" fmla="*/ 508789 h 6308511"/>
                <a:gd name="connsiteX177" fmla="*/ 4379553 w 6912276"/>
                <a:gd name="connsiteY177" fmla="*/ 508789 h 6308511"/>
                <a:gd name="connsiteX178" fmla="*/ 4379553 w 6912276"/>
                <a:gd name="connsiteY178" fmla="*/ 655296 h 6308511"/>
                <a:gd name="connsiteX179" fmla="*/ 4494409 w 6912276"/>
                <a:gd name="connsiteY179" fmla="*/ 655296 h 6308511"/>
                <a:gd name="connsiteX180" fmla="*/ 4494409 w 6912276"/>
                <a:gd name="connsiteY180" fmla="*/ 808751 h 6308511"/>
                <a:gd name="connsiteX181" fmla="*/ 4561838 w 6912276"/>
                <a:gd name="connsiteY181" fmla="*/ 808751 h 6308511"/>
                <a:gd name="connsiteX182" fmla="*/ 4561838 w 6912276"/>
                <a:gd name="connsiteY182" fmla="*/ 655519 h 6308511"/>
                <a:gd name="connsiteX183" fmla="*/ 4604169 w 6912276"/>
                <a:gd name="connsiteY183" fmla="*/ 655519 h 6308511"/>
                <a:gd name="connsiteX184" fmla="*/ 4677680 w 6912276"/>
                <a:gd name="connsiteY184" fmla="*/ 655519 h 6308511"/>
                <a:gd name="connsiteX185" fmla="*/ 4677680 w 6912276"/>
                <a:gd name="connsiteY185" fmla="*/ 508191 h 6308511"/>
                <a:gd name="connsiteX186" fmla="*/ 700099 w 6912276"/>
                <a:gd name="connsiteY186" fmla="*/ 481843 h 6308511"/>
                <a:gd name="connsiteX187" fmla="*/ 1616095 w 6912276"/>
                <a:gd name="connsiteY187" fmla="*/ 481843 h 6308511"/>
                <a:gd name="connsiteX188" fmla="*/ 1616095 w 6912276"/>
                <a:gd name="connsiteY188" fmla="*/ 641527 h 6308511"/>
                <a:gd name="connsiteX189" fmla="*/ 1470875 w 6912276"/>
                <a:gd name="connsiteY189" fmla="*/ 641527 h 6308511"/>
                <a:gd name="connsiteX190" fmla="*/ 1470875 w 6912276"/>
                <a:gd name="connsiteY190" fmla="*/ 1086853 h 6308511"/>
                <a:gd name="connsiteX191" fmla="*/ 1542347 w 6912276"/>
                <a:gd name="connsiteY191" fmla="*/ 1086853 h 6308511"/>
                <a:gd name="connsiteX192" fmla="*/ 1542347 w 6912276"/>
                <a:gd name="connsiteY192" fmla="*/ 1243567 h 6308511"/>
                <a:gd name="connsiteX193" fmla="*/ 1656976 w 6912276"/>
                <a:gd name="connsiteY193" fmla="*/ 1243567 h 6308511"/>
                <a:gd name="connsiteX194" fmla="*/ 1656976 w 6912276"/>
                <a:gd name="connsiteY194" fmla="*/ 1398594 h 6308511"/>
                <a:gd name="connsiteX195" fmla="*/ 1504944 w 6912276"/>
                <a:gd name="connsiteY195" fmla="*/ 1398594 h 6308511"/>
                <a:gd name="connsiteX196" fmla="*/ 1504944 w 6912276"/>
                <a:gd name="connsiteY196" fmla="*/ 1251255 h 6308511"/>
                <a:gd name="connsiteX197" fmla="*/ 1435723 w 6912276"/>
                <a:gd name="connsiteY197" fmla="*/ 1251255 h 6308511"/>
                <a:gd name="connsiteX198" fmla="*/ 1389021 w 6912276"/>
                <a:gd name="connsiteY198" fmla="*/ 1251255 h 6308511"/>
                <a:gd name="connsiteX199" fmla="*/ 1389021 w 6912276"/>
                <a:gd name="connsiteY199" fmla="*/ 1096067 h 6308511"/>
                <a:gd name="connsiteX200" fmla="*/ 1308008 w 6912276"/>
                <a:gd name="connsiteY200" fmla="*/ 1096067 h 6308511"/>
                <a:gd name="connsiteX201" fmla="*/ 1308008 w 6912276"/>
                <a:gd name="connsiteY201" fmla="*/ 644576 h 6308511"/>
                <a:gd name="connsiteX202" fmla="*/ 1010378 w 6912276"/>
                <a:gd name="connsiteY202" fmla="*/ 644576 h 6308511"/>
                <a:gd name="connsiteX203" fmla="*/ 1010378 w 6912276"/>
                <a:gd name="connsiteY203" fmla="*/ 1398074 h 6308511"/>
                <a:gd name="connsiteX204" fmla="*/ 853710 w 6912276"/>
                <a:gd name="connsiteY204" fmla="*/ 1398074 h 6308511"/>
                <a:gd name="connsiteX205" fmla="*/ 853710 w 6912276"/>
                <a:gd name="connsiteY205" fmla="*/ 643184 h 6308511"/>
                <a:gd name="connsiteX206" fmla="*/ 700099 w 6912276"/>
                <a:gd name="connsiteY206" fmla="*/ 643184 h 6308511"/>
                <a:gd name="connsiteX207" fmla="*/ 700099 w 6912276"/>
                <a:gd name="connsiteY207" fmla="*/ 481843 h 6308511"/>
                <a:gd name="connsiteX208" fmla="*/ 1715337 w 6912276"/>
                <a:gd name="connsiteY208" fmla="*/ 143227 h 6308511"/>
                <a:gd name="connsiteX209" fmla="*/ 1868680 w 6912276"/>
                <a:gd name="connsiteY209" fmla="*/ 143227 h 6308511"/>
                <a:gd name="connsiteX210" fmla="*/ 1868680 w 6912276"/>
                <a:gd name="connsiteY210" fmla="*/ 195522 h 6308511"/>
                <a:gd name="connsiteX211" fmla="*/ 1868680 w 6912276"/>
                <a:gd name="connsiteY211" fmla="*/ 289245 h 6308511"/>
                <a:gd name="connsiteX212" fmla="*/ 2022602 w 6912276"/>
                <a:gd name="connsiteY212" fmla="*/ 289245 h 6308511"/>
                <a:gd name="connsiteX213" fmla="*/ 2022602 w 6912276"/>
                <a:gd name="connsiteY213" fmla="*/ 450796 h 6308511"/>
                <a:gd name="connsiteX214" fmla="*/ 1862901 w 6912276"/>
                <a:gd name="connsiteY214" fmla="*/ 450796 h 6308511"/>
                <a:gd name="connsiteX215" fmla="*/ 1862901 w 6912276"/>
                <a:gd name="connsiteY215" fmla="*/ 298594 h 6308511"/>
                <a:gd name="connsiteX216" fmla="*/ 1715337 w 6912276"/>
                <a:gd name="connsiteY216" fmla="*/ 298594 h 6308511"/>
                <a:gd name="connsiteX217" fmla="*/ 1715337 w 6912276"/>
                <a:gd name="connsiteY217" fmla="*/ 143227 h 6308511"/>
                <a:gd name="connsiteX218" fmla="*/ 2355597 w 6912276"/>
                <a:gd name="connsiteY218" fmla="*/ 142701 h 6308511"/>
                <a:gd name="connsiteX219" fmla="*/ 2517044 w 6912276"/>
                <a:gd name="connsiteY219" fmla="*/ 142701 h 6308511"/>
                <a:gd name="connsiteX220" fmla="*/ 2517044 w 6912276"/>
                <a:gd name="connsiteY220" fmla="*/ 294745 h 6308511"/>
                <a:gd name="connsiteX221" fmla="*/ 2364546 w 6912276"/>
                <a:gd name="connsiteY221" fmla="*/ 294745 h 6308511"/>
                <a:gd name="connsiteX222" fmla="*/ 2364546 w 6912276"/>
                <a:gd name="connsiteY222" fmla="*/ 450165 h 6308511"/>
                <a:gd name="connsiteX223" fmla="*/ 2207170 w 6912276"/>
                <a:gd name="connsiteY223" fmla="*/ 450165 h 6308511"/>
                <a:gd name="connsiteX224" fmla="*/ 2207170 w 6912276"/>
                <a:gd name="connsiteY224" fmla="*/ 384571 h 6308511"/>
                <a:gd name="connsiteX225" fmla="*/ 2207170 w 6912276"/>
                <a:gd name="connsiteY225" fmla="*/ 290777 h 6308511"/>
                <a:gd name="connsiteX226" fmla="*/ 2355597 w 6912276"/>
                <a:gd name="connsiteY226" fmla="*/ 290777 h 6308511"/>
                <a:gd name="connsiteX227" fmla="*/ 2355597 w 6912276"/>
                <a:gd name="connsiteY227" fmla="*/ 142701 h 6308511"/>
                <a:gd name="connsiteX228" fmla="*/ 3479877 w 6912276"/>
                <a:gd name="connsiteY228" fmla="*/ 95544 h 6308511"/>
                <a:gd name="connsiteX229" fmla="*/ 3640679 w 6912276"/>
                <a:gd name="connsiteY229" fmla="*/ 95544 h 6308511"/>
                <a:gd name="connsiteX230" fmla="*/ 3640679 w 6912276"/>
                <a:gd name="connsiteY230" fmla="*/ 255280 h 6308511"/>
                <a:gd name="connsiteX231" fmla="*/ 3569378 w 6912276"/>
                <a:gd name="connsiteY231" fmla="*/ 255280 h 6308511"/>
                <a:gd name="connsiteX232" fmla="*/ 3569378 w 6912276"/>
                <a:gd name="connsiteY232" fmla="*/ 403978 h 6308511"/>
                <a:gd name="connsiteX233" fmla="*/ 3487195 w 6912276"/>
                <a:gd name="connsiteY233" fmla="*/ 403978 h 6308511"/>
                <a:gd name="connsiteX234" fmla="*/ 3487195 w 6912276"/>
                <a:gd name="connsiteY234" fmla="*/ 559470 h 6308511"/>
                <a:gd name="connsiteX235" fmla="*/ 3414154 w 6912276"/>
                <a:gd name="connsiteY235" fmla="*/ 559470 h 6308511"/>
                <a:gd name="connsiteX236" fmla="*/ 3414154 w 6912276"/>
                <a:gd name="connsiteY236" fmla="*/ 714883 h 6308511"/>
                <a:gd name="connsiteX237" fmla="*/ 3338739 w 6912276"/>
                <a:gd name="connsiteY237" fmla="*/ 714883 h 6308511"/>
                <a:gd name="connsiteX238" fmla="*/ 3338739 w 6912276"/>
                <a:gd name="connsiteY238" fmla="*/ 864787 h 6308511"/>
                <a:gd name="connsiteX239" fmla="*/ 3264520 w 6912276"/>
                <a:gd name="connsiteY239" fmla="*/ 864787 h 6308511"/>
                <a:gd name="connsiteX240" fmla="*/ 3264520 w 6912276"/>
                <a:gd name="connsiteY240" fmla="*/ 1019038 h 6308511"/>
                <a:gd name="connsiteX241" fmla="*/ 3183508 w 6912276"/>
                <a:gd name="connsiteY241" fmla="*/ 1019038 h 6308511"/>
                <a:gd name="connsiteX242" fmla="*/ 3183508 w 6912276"/>
                <a:gd name="connsiteY242" fmla="*/ 1168939 h 6308511"/>
                <a:gd name="connsiteX243" fmla="*/ 3108103 w 6912276"/>
                <a:gd name="connsiteY243" fmla="*/ 1168939 h 6308511"/>
                <a:gd name="connsiteX244" fmla="*/ 3108103 w 6912276"/>
                <a:gd name="connsiteY244" fmla="*/ 1324045 h 6308511"/>
                <a:gd name="connsiteX245" fmla="*/ 2953820 w 6912276"/>
                <a:gd name="connsiteY245" fmla="*/ 1324045 h 6308511"/>
                <a:gd name="connsiteX246" fmla="*/ 2953820 w 6912276"/>
                <a:gd name="connsiteY246" fmla="*/ 1171542 h 6308511"/>
                <a:gd name="connsiteX247" fmla="*/ 2871607 w 6912276"/>
                <a:gd name="connsiteY247" fmla="*/ 1171542 h 6308511"/>
                <a:gd name="connsiteX248" fmla="*/ 2871607 w 6912276"/>
                <a:gd name="connsiteY248" fmla="*/ 1021638 h 6308511"/>
                <a:gd name="connsiteX249" fmla="*/ 2797393 w 6912276"/>
                <a:gd name="connsiteY249" fmla="*/ 1021638 h 6308511"/>
                <a:gd name="connsiteX250" fmla="*/ 2797393 w 6912276"/>
                <a:gd name="connsiteY250" fmla="*/ 867353 h 6308511"/>
                <a:gd name="connsiteX251" fmla="*/ 2568338 w 6912276"/>
                <a:gd name="connsiteY251" fmla="*/ 867353 h 6308511"/>
                <a:gd name="connsiteX252" fmla="*/ 2568338 w 6912276"/>
                <a:gd name="connsiteY252" fmla="*/ 711801 h 6308511"/>
                <a:gd name="connsiteX253" fmla="*/ 2876851 w 6912276"/>
                <a:gd name="connsiteY253" fmla="*/ 711801 h 6308511"/>
                <a:gd name="connsiteX254" fmla="*/ 2876851 w 6912276"/>
                <a:gd name="connsiteY254" fmla="*/ 857361 h 6308511"/>
                <a:gd name="connsiteX255" fmla="*/ 2949898 w 6912276"/>
                <a:gd name="connsiteY255" fmla="*/ 857361 h 6308511"/>
                <a:gd name="connsiteX256" fmla="*/ 2949898 w 6912276"/>
                <a:gd name="connsiteY256" fmla="*/ 1011946 h 6308511"/>
                <a:gd name="connsiteX257" fmla="*/ 3099793 w 6912276"/>
                <a:gd name="connsiteY257" fmla="*/ 1011946 h 6308511"/>
                <a:gd name="connsiteX258" fmla="*/ 3099793 w 6912276"/>
                <a:gd name="connsiteY258" fmla="*/ 859124 h 6308511"/>
                <a:gd name="connsiteX259" fmla="*/ 3174033 w 6912276"/>
                <a:gd name="connsiteY259" fmla="*/ 859124 h 6308511"/>
                <a:gd name="connsiteX260" fmla="*/ 3174033 w 6912276"/>
                <a:gd name="connsiteY260" fmla="*/ 711642 h 6308511"/>
                <a:gd name="connsiteX261" fmla="*/ 3255045 w 6912276"/>
                <a:gd name="connsiteY261" fmla="*/ 711642 h 6308511"/>
                <a:gd name="connsiteX262" fmla="*/ 3255045 w 6912276"/>
                <a:gd name="connsiteY262" fmla="*/ 554972 h 6308511"/>
                <a:gd name="connsiteX263" fmla="*/ 3330447 w 6912276"/>
                <a:gd name="connsiteY263" fmla="*/ 554972 h 6308511"/>
                <a:gd name="connsiteX264" fmla="*/ 3330447 w 6912276"/>
                <a:gd name="connsiteY264" fmla="*/ 399505 h 6308511"/>
                <a:gd name="connsiteX265" fmla="*/ 3403496 w 6912276"/>
                <a:gd name="connsiteY265" fmla="*/ 399505 h 6308511"/>
                <a:gd name="connsiteX266" fmla="*/ 3403496 w 6912276"/>
                <a:gd name="connsiteY266" fmla="*/ 250839 h 6308511"/>
                <a:gd name="connsiteX267" fmla="*/ 3479877 w 6912276"/>
                <a:gd name="connsiteY267" fmla="*/ 250839 h 6308511"/>
                <a:gd name="connsiteX268" fmla="*/ 3479877 w 6912276"/>
                <a:gd name="connsiteY268" fmla="*/ 188171 h 6308511"/>
                <a:gd name="connsiteX269" fmla="*/ 3479877 w 6912276"/>
                <a:gd name="connsiteY269" fmla="*/ 95544 h 6308511"/>
                <a:gd name="connsiteX270" fmla="*/ 5119895 w 6912276"/>
                <a:gd name="connsiteY270" fmla="*/ 95260 h 6308511"/>
                <a:gd name="connsiteX271" fmla="*/ 5271977 w 6912276"/>
                <a:gd name="connsiteY271" fmla="*/ 95260 h 6308511"/>
                <a:gd name="connsiteX272" fmla="*/ 5271977 w 6912276"/>
                <a:gd name="connsiteY272" fmla="*/ 246764 h 6308511"/>
                <a:gd name="connsiteX273" fmla="*/ 5313470 w 6912276"/>
                <a:gd name="connsiteY273" fmla="*/ 251028 h 6308511"/>
                <a:gd name="connsiteX274" fmla="*/ 5313470 w 6912276"/>
                <a:gd name="connsiteY274" fmla="*/ 397583 h 6308511"/>
                <a:gd name="connsiteX275" fmla="*/ 5388694 w 6912276"/>
                <a:gd name="connsiteY275" fmla="*/ 397583 h 6308511"/>
                <a:gd name="connsiteX276" fmla="*/ 5388694 w 6912276"/>
                <a:gd name="connsiteY276" fmla="*/ 552588 h 6308511"/>
                <a:gd name="connsiteX277" fmla="*/ 5427905 w 6912276"/>
                <a:gd name="connsiteY277" fmla="*/ 555032 h 6308511"/>
                <a:gd name="connsiteX278" fmla="*/ 5427905 w 6912276"/>
                <a:gd name="connsiteY278" fmla="*/ 707130 h 6308511"/>
                <a:gd name="connsiteX279" fmla="*/ 5461398 w 6912276"/>
                <a:gd name="connsiteY279" fmla="*/ 711190 h 6308511"/>
                <a:gd name="connsiteX280" fmla="*/ 5461398 w 6912276"/>
                <a:gd name="connsiteY280" fmla="*/ 1019842 h 6308511"/>
                <a:gd name="connsiteX281" fmla="*/ 5429909 w 6912276"/>
                <a:gd name="connsiteY281" fmla="*/ 1022385 h 6308511"/>
                <a:gd name="connsiteX282" fmla="*/ 5429909 w 6912276"/>
                <a:gd name="connsiteY282" fmla="*/ 1168798 h 6308511"/>
                <a:gd name="connsiteX283" fmla="*/ 5390895 w 6912276"/>
                <a:gd name="connsiteY283" fmla="*/ 1170954 h 6308511"/>
                <a:gd name="connsiteX284" fmla="*/ 5390895 w 6912276"/>
                <a:gd name="connsiteY284" fmla="*/ 1324128 h 6308511"/>
                <a:gd name="connsiteX285" fmla="*/ 5315544 w 6912276"/>
                <a:gd name="connsiteY285" fmla="*/ 1324128 h 6308511"/>
                <a:gd name="connsiteX286" fmla="*/ 5315544 w 6912276"/>
                <a:gd name="connsiteY286" fmla="*/ 1473353 h 6308511"/>
                <a:gd name="connsiteX287" fmla="*/ 5276792 w 6912276"/>
                <a:gd name="connsiteY287" fmla="*/ 1475638 h 6308511"/>
                <a:gd name="connsiteX288" fmla="*/ 5265252 w 6912276"/>
                <a:gd name="connsiteY288" fmla="*/ 1629950 h 6308511"/>
                <a:gd name="connsiteX289" fmla="*/ 5120746 w 6912276"/>
                <a:gd name="connsiteY289" fmla="*/ 1630269 h 6308511"/>
                <a:gd name="connsiteX290" fmla="*/ 5120746 w 6912276"/>
                <a:gd name="connsiteY290" fmla="*/ 1470006 h 6308511"/>
                <a:gd name="connsiteX291" fmla="*/ 5150933 w 6912276"/>
                <a:gd name="connsiteY291" fmla="*/ 1466193 h 6308511"/>
                <a:gd name="connsiteX292" fmla="*/ 5150933 w 6912276"/>
                <a:gd name="connsiteY292" fmla="*/ 1319740 h 6308511"/>
                <a:gd name="connsiteX293" fmla="*/ 5231862 w 6912276"/>
                <a:gd name="connsiteY293" fmla="*/ 1319740 h 6308511"/>
                <a:gd name="connsiteX294" fmla="*/ 5231862 w 6912276"/>
                <a:gd name="connsiteY294" fmla="*/ 1166842 h 6308511"/>
                <a:gd name="connsiteX295" fmla="*/ 5266393 w 6912276"/>
                <a:gd name="connsiteY295" fmla="*/ 1160599 h 6308511"/>
                <a:gd name="connsiteX296" fmla="*/ 5266393 w 6912276"/>
                <a:gd name="connsiteY296" fmla="*/ 1016727 h 6308511"/>
                <a:gd name="connsiteX297" fmla="*/ 5305612 w 6912276"/>
                <a:gd name="connsiteY297" fmla="*/ 1012740 h 6308511"/>
                <a:gd name="connsiteX298" fmla="*/ 5305612 w 6912276"/>
                <a:gd name="connsiteY298" fmla="*/ 717676 h 6308511"/>
                <a:gd name="connsiteX299" fmla="*/ 5268489 w 6912276"/>
                <a:gd name="connsiteY299" fmla="*/ 715260 h 6308511"/>
                <a:gd name="connsiteX300" fmla="*/ 5268489 w 6912276"/>
                <a:gd name="connsiteY300" fmla="*/ 564389 h 6308511"/>
                <a:gd name="connsiteX301" fmla="*/ 5234082 w 6912276"/>
                <a:gd name="connsiteY301" fmla="*/ 558045 h 6308511"/>
                <a:gd name="connsiteX302" fmla="*/ 5234082 w 6912276"/>
                <a:gd name="connsiteY302" fmla="*/ 406708 h 6308511"/>
                <a:gd name="connsiteX303" fmla="*/ 5153153 w 6912276"/>
                <a:gd name="connsiteY303" fmla="*/ 406708 h 6308511"/>
                <a:gd name="connsiteX304" fmla="*/ 5153153 w 6912276"/>
                <a:gd name="connsiteY304" fmla="*/ 257687 h 6308511"/>
                <a:gd name="connsiteX305" fmla="*/ 5119895 w 6912276"/>
                <a:gd name="connsiteY305" fmla="*/ 254844 h 6308511"/>
                <a:gd name="connsiteX306" fmla="*/ 5119895 w 6912276"/>
                <a:gd name="connsiteY306" fmla="*/ 95260 h 6308511"/>
                <a:gd name="connsiteX307" fmla="*/ 3818104 w 6912276"/>
                <a:gd name="connsiteY307" fmla="*/ 95203 h 6308511"/>
                <a:gd name="connsiteX308" fmla="*/ 3978300 w 6912276"/>
                <a:gd name="connsiteY308" fmla="*/ 95203 h 6308511"/>
                <a:gd name="connsiteX309" fmla="*/ 3978300 w 6912276"/>
                <a:gd name="connsiteY309" fmla="*/ 253993 h 6308511"/>
                <a:gd name="connsiteX310" fmla="*/ 3941128 w 6912276"/>
                <a:gd name="connsiteY310" fmla="*/ 257849 h 6308511"/>
                <a:gd name="connsiteX311" fmla="*/ 3941128 w 6912276"/>
                <a:gd name="connsiteY311" fmla="*/ 404451 h 6308511"/>
                <a:gd name="connsiteX312" fmla="*/ 3865908 w 6912276"/>
                <a:gd name="connsiteY312" fmla="*/ 404451 h 6308511"/>
                <a:gd name="connsiteX313" fmla="*/ 3865908 w 6912276"/>
                <a:gd name="connsiteY313" fmla="*/ 559297 h 6308511"/>
                <a:gd name="connsiteX314" fmla="*/ 3826680 w 6912276"/>
                <a:gd name="connsiteY314" fmla="*/ 561834 h 6308511"/>
                <a:gd name="connsiteX315" fmla="*/ 3826680 w 6912276"/>
                <a:gd name="connsiteY315" fmla="*/ 713918 h 6308511"/>
                <a:gd name="connsiteX316" fmla="*/ 3793255 w 6912276"/>
                <a:gd name="connsiteY316" fmla="*/ 718098 h 6308511"/>
                <a:gd name="connsiteX317" fmla="*/ 3793255 w 6912276"/>
                <a:gd name="connsiteY317" fmla="*/ 1013210 h 6308511"/>
                <a:gd name="connsiteX318" fmla="*/ 3824869 w 6912276"/>
                <a:gd name="connsiteY318" fmla="*/ 1015456 h 6308511"/>
                <a:gd name="connsiteX319" fmla="*/ 3824869 w 6912276"/>
                <a:gd name="connsiteY319" fmla="*/ 1161942 h 6308511"/>
                <a:gd name="connsiteX320" fmla="*/ 3863913 w 6912276"/>
                <a:gd name="connsiteY320" fmla="*/ 1164244 h 6308511"/>
                <a:gd name="connsiteX321" fmla="*/ 3863913 w 6912276"/>
                <a:gd name="connsiteY321" fmla="*/ 1317451 h 6308511"/>
                <a:gd name="connsiteX322" fmla="*/ 3939236 w 6912276"/>
                <a:gd name="connsiteY322" fmla="*/ 1317451 h 6308511"/>
                <a:gd name="connsiteX323" fmla="*/ 3939236 w 6912276"/>
                <a:gd name="connsiteY323" fmla="*/ 1466626 h 6308511"/>
                <a:gd name="connsiteX324" fmla="*/ 3979183 w 6912276"/>
                <a:gd name="connsiteY324" fmla="*/ 1468895 h 6308511"/>
                <a:gd name="connsiteX325" fmla="*/ 3979183 w 6912276"/>
                <a:gd name="connsiteY325" fmla="*/ 1628862 h 6308511"/>
                <a:gd name="connsiteX326" fmla="*/ 3818365 w 6912276"/>
                <a:gd name="connsiteY326" fmla="*/ 1628862 h 6308511"/>
                <a:gd name="connsiteX327" fmla="*/ 3818365 w 6912276"/>
                <a:gd name="connsiteY327" fmla="*/ 1516058 h 6308511"/>
                <a:gd name="connsiteX328" fmla="*/ 3818365 w 6912276"/>
                <a:gd name="connsiteY328" fmla="*/ 1477017 h 6308511"/>
                <a:gd name="connsiteX329" fmla="*/ 3785473 w 6912276"/>
                <a:gd name="connsiteY329" fmla="*/ 1473010 h 6308511"/>
                <a:gd name="connsiteX330" fmla="*/ 3785473 w 6912276"/>
                <a:gd name="connsiteY330" fmla="*/ 1326384 h 6308511"/>
                <a:gd name="connsiteX331" fmla="*/ 3704546 w 6912276"/>
                <a:gd name="connsiteY331" fmla="*/ 1326384 h 6308511"/>
                <a:gd name="connsiteX332" fmla="*/ 3704546 w 6912276"/>
                <a:gd name="connsiteY332" fmla="*/ 1173505 h 6308511"/>
                <a:gd name="connsiteX333" fmla="*/ 3670021 w 6912276"/>
                <a:gd name="connsiteY333" fmla="*/ 1167451 h 6308511"/>
                <a:gd name="connsiteX334" fmla="*/ 3670021 w 6912276"/>
                <a:gd name="connsiteY334" fmla="*/ 1023564 h 6308511"/>
                <a:gd name="connsiteX335" fmla="*/ 3630854 w 6912276"/>
                <a:gd name="connsiteY335" fmla="*/ 1019450 h 6308511"/>
                <a:gd name="connsiteX336" fmla="*/ 3630854 w 6912276"/>
                <a:gd name="connsiteY336" fmla="*/ 710798 h 6308511"/>
                <a:gd name="connsiteX337" fmla="*/ 3668125 w 6912276"/>
                <a:gd name="connsiteY337" fmla="*/ 708585 h 6308511"/>
                <a:gd name="connsiteX338" fmla="*/ 3668125 w 6912276"/>
                <a:gd name="connsiteY338" fmla="*/ 557551 h 6308511"/>
                <a:gd name="connsiteX339" fmla="*/ 3702536 w 6912276"/>
                <a:gd name="connsiteY339" fmla="*/ 551333 h 6308511"/>
                <a:gd name="connsiteX340" fmla="*/ 3702536 w 6912276"/>
                <a:gd name="connsiteY340" fmla="*/ 399825 h 6308511"/>
                <a:gd name="connsiteX341" fmla="*/ 3783462 w 6912276"/>
                <a:gd name="connsiteY341" fmla="*/ 399825 h 6308511"/>
                <a:gd name="connsiteX342" fmla="*/ 3783462 w 6912276"/>
                <a:gd name="connsiteY342" fmla="*/ 250706 h 6308511"/>
                <a:gd name="connsiteX343" fmla="*/ 3818104 w 6912276"/>
                <a:gd name="connsiteY343" fmla="*/ 248135 h 6308511"/>
                <a:gd name="connsiteX344" fmla="*/ 3818104 w 6912276"/>
                <a:gd name="connsiteY344" fmla="*/ 95203 h 6308511"/>
                <a:gd name="connsiteX345" fmla="*/ 2037921 w 6912276"/>
                <a:gd name="connsiteY345" fmla="*/ 34687 h 6308511"/>
                <a:gd name="connsiteX346" fmla="*/ 2193398 w 6912276"/>
                <a:gd name="connsiteY346" fmla="*/ 34687 h 6308511"/>
                <a:gd name="connsiteX347" fmla="*/ 2193398 w 6912276"/>
                <a:gd name="connsiteY347" fmla="*/ 478562 h 6308511"/>
                <a:gd name="connsiteX348" fmla="*/ 2286766 w 6912276"/>
                <a:gd name="connsiteY348" fmla="*/ 478562 h 6308511"/>
                <a:gd name="connsiteX349" fmla="*/ 2286766 w 6912276"/>
                <a:gd name="connsiteY349" fmla="*/ 634059 h 6308511"/>
                <a:gd name="connsiteX350" fmla="*/ 2442146 w 6912276"/>
                <a:gd name="connsiteY350" fmla="*/ 634059 h 6308511"/>
                <a:gd name="connsiteX351" fmla="*/ 2442146 w 6912276"/>
                <a:gd name="connsiteY351" fmla="*/ 789200 h 6308511"/>
                <a:gd name="connsiteX352" fmla="*/ 2282498 w 6912276"/>
                <a:gd name="connsiteY352" fmla="*/ 789200 h 6308511"/>
                <a:gd name="connsiteX353" fmla="*/ 2282498 w 6912276"/>
                <a:gd name="connsiteY353" fmla="*/ 643548 h 6308511"/>
                <a:gd name="connsiteX354" fmla="*/ 2133775 w 6912276"/>
                <a:gd name="connsiteY354" fmla="*/ 643548 h 6308511"/>
                <a:gd name="connsiteX355" fmla="*/ 2133775 w 6912276"/>
                <a:gd name="connsiteY355" fmla="*/ 501719 h 6308511"/>
                <a:gd name="connsiteX356" fmla="*/ 2099085 w 6912276"/>
                <a:gd name="connsiteY356" fmla="*/ 501719 h 6308511"/>
                <a:gd name="connsiteX357" fmla="*/ 2099085 w 6912276"/>
                <a:gd name="connsiteY357" fmla="*/ 640931 h 6308511"/>
                <a:gd name="connsiteX358" fmla="*/ 1944896 w 6912276"/>
                <a:gd name="connsiteY358" fmla="*/ 640931 h 6308511"/>
                <a:gd name="connsiteX359" fmla="*/ 1944896 w 6912276"/>
                <a:gd name="connsiteY359" fmla="*/ 788653 h 6308511"/>
                <a:gd name="connsiteX360" fmla="*/ 1789454 w 6912276"/>
                <a:gd name="connsiteY360" fmla="*/ 788653 h 6308511"/>
                <a:gd name="connsiteX361" fmla="*/ 1789454 w 6912276"/>
                <a:gd name="connsiteY361" fmla="*/ 635478 h 6308511"/>
                <a:gd name="connsiteX362" fmla="*/ 1935403 w 6912276"/>
                <a:gd name="connsiteY362" fmla="*/ 635478 h 6308511"/>
                <a:gd name="connsiteX363" fmla="*/ 1935403 w 6912276"/>
                <a:gd name="connsiteY363" fmla="*/ 481192 h 6308511"/>
                <a:gd name="connsiteX364" fmla="*/ 2037921 w 6912276"/>
                <a:gd name="connsiteY364" fmla="*/ 481192 h 6308511"/>
                <a:gd name="connsiteX365" fmla="*/ 2037921 w 6912276"/>
                <a:gd name="connsiteY365" fmla="*/ 154563 h 6308511"/>
                <a:gd name="connsiteX366" fmla="*/ 2037921 w 6912276"/>
                <a:gd name="connsiteY366" fmla="*/ 34687 h 6308511"/>
                <a:gd name="connsiteX367" fmla="*/ 5824331 w 6912276"/>
                <a:gd name="connsiteY367" fmla="*/ 0 h 6308511"/>
                <a:gd name="connsiteX368" fmla="*/ 5982570 w 6912276"/>
                <a:gd name="connsiteY368" fmla="*/ 0 h 6308511"/>
                <a:gd name="connsiteX369" fmla="*/ 5986619 w 6912276"/>
                <a:gd name="connsiteY369" fmla="*/ 31992 h 6308511"/>
                <a:gd name="connsiteX370" fmla="*/ 6133141 w 6912276"/>
                <a:gd name="connsiteY370" fmla="*/ 31992 h 6308511"/>
                <a:gd name="connsiteX371" fmla="*/ 6133141 w 6912276"/>
                <a:gd name="connsiteY371" fmla="*/ 187220 h 6308511"/>
                <a:gd name="connsiteX372" fmla="*/ 6171608 w 6912276"/>
                <a:gd name="connsiteY372" fmla="*/ 189280 h 6308511"/>
                <a:gd name="connsiteX373" fmla="*/ 6171608 w 6912276"/>
                <a:gd name="connsiteY373" fmla="*/ 342434 h 6308511"/>
                <a:gd name="connsiteX374" fmla="*/ 6060395 w 6912276"/>
                <a:gd name="connsiteY374" fmla="*/ 342434 h 6308511"/>
                <a:gd name="connsiteX375" fmla="*/ 6060395 w 6912276"/>
                <a:gd name="connsiteY375" fmla="*/ 498972 h 6308511"/>
                <a:gd name="connsiteX376" fmla="*/ 5912030 w 6912276"/>
                <a:gd name="connsiteY376" fmla="*/ 498972 h 6308511"/>
                <a:gd name="connsiteX377" fmla="*/ 5912030 w 6912276"/>
                <a:gd name="connsiteY377" fmla="*/ 606905 h 6308511"/>
                <a:gd name="connsiteX378" fmla="*/ 6212201 w 6912276"/>
                <a:gd name="connsiteY378" fmla="*/ 606905 h 6308511"/>
                <a:gd name="connsiteX379" fmla="*/ 6212201 w 6912276"/>
                <a:gd name="connsiteY379" fmla="*/ 763835 h 6308511"/>
                <a:gd name="connsiteX380" fmla="*/ 5775873 w 6912276"/>
                <a:gd name="connsiteY380" fmla="*/ 763835 h 6308511"/>
                <a:gd name="connsiteX381" fmla="*/ 5747281 w 6912276"/>
                <a:gd name="connsiteY381" fmla="*/ 744030 h 6308511"/>
                <a:gd name="connsiteX382" fmla="*/ 5747743 w 6912276"/>
                <a:gd name="connsiteY382" fmla="*/ 453698 h 6308511"/>
                <a:gd name="connsiteX383" fmla="*/ 5902587 w 6912276"/>
                <a:gd name="connsiteY383" fmla="*/ 453698 h 6308511"/>
                <a:gd name="connsiteX384" fmla="*/ 5902587 w 6912276"/>
                <a:gd name="connsiteY384" fmla="*/ 337760 h 6308511"/>
                <a:gd name="connsiteX385" fmla="*/ 6016916 w 6912276"/>
                <a:gd name="connsiteY385" fmla="*/ 337760 h 6308511"/>
                <a:gd name="connsiteX386" fmla="*/ 6016916 w 6912276"/>
                <a:gd name="connsiteY386" fmla="*/ 196457 h 6308511"/>
                <a:gd name="connsiteX387" fmla="*/ 5979953 w 6912276"/>
                <a:gd name="connsiteY387" fmla="*/ 194166 h 6308511"/>
                <a:gd name="connsiteX388" fmla="*/ 5976465 w 6912276"/>
                <a:gd name="connsiteY388" fmla="*/ 156653 h 6308511"/>
                <a:gd name="connsiteX389" fmla="*/ 5830357 w 6912276"/>
                <a:gd name="connsiteY389" fmla="*/ 156653 h 6308511"/>
                <a:gd name="connsiteX390" fmla="*/ 5827712 w 6912276"/>
                <a:gd name="connsiteY390" fmla="*/ 193381 h 6308511"/>
                <a:gd name="connsiteX391" fmla="*/ 5674945 w 6912276"/>
                <a:gd name="connsiteY391" fmla="*/ 193381 h 6308511"/>
                <a:gd name="connsiteX392" fmla="*/ 5674945 w 6912276"/>
                <a:gd name="connsiteY392" fmla="*/ 33548 h 6308511"/>
                <a:gd name="connsiteX393" fmla="*/ 5819345 w 6912276"/>
                <a:gd name="connsiteY393" fmla="*/ 33548 h 6308511"/>
                <a:gd name="connsiteX394" fmla="*/ 5824331 w 6912276"/>
                <a:gd name="connsiteY394" fmla="*/ 0 h 630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6912276" h="6308511">
                  <a:moveTo>
                    <a:pt x="672969" y="4604551"/>
                  </a:moveTo>
                  <a:cubicBezTo>
                    <a:pt x="994936" y="4604551"/>
                    <a:pt x="1318000" y="4604551"/>
                    <a:pt x="1643175" y="4604551"/>
                  </a:cubicBezTo>
                  <a:cubicBezTo>
                    <a:pt x="1643175" y="4663114"/>
                    <a:pt x="1643175" y="4722199"/>
                    <a:pt x="1643175" y="4784559"/>
                  </a:cubicBezTo>
                  <a:cubicBezTo>
                    <a:pt x="1604293" y="4784559"/>
                    <a:pt x="1565425" y="4784559"/>
                    <a:pt x="1523426" y="4784559"/>
                  </a:cubicBezTo>
                  <a:cubicBezTo>
                    <a:pt x="1523426" y="4861879"/>
                    <a:pt x="1523426" y="4935992"/>
                    <a:pt x="1523426" y="5010104"/>
                  </a:cubicBezTo>
                  <a:cubicBezTo>
                    <a:pt x="1523426" y="5065379"/>
                    <a:pt x="1522527" y="5120674"/>
                    <a:pt x="1523681" y="5175924"/>
                  </a:cubicBezTo>
                  <a:cubicBezTo>
                    <a:pt x="1524802" y="5229576"/>
                    <a:pt x="1543174" y="5263162"/>
                    <a:pt x="1604974" y="5258839"/>
                  </a:cubicBezTo>
                  <a:cubicBezTo>
                    <a:pt x="1633632" y="5256835"/>
                    <a:pt x="1647934" y="5265749"/>
                    <a:pt x="1645927" y="5298234"/>
                  </a:cubicBezTo>
                  <a:cubicBezTo>
                    <a:pt x="1643289" y="5340938"/>
                    <a:pt x="1646239" y="5383966"/>
                    <a:pt x="1644539" y="5426765"/>
                  </a:cubicBezTo>
                  <a:cubicBezTo>
                    <a:pt x="1644159" y="5436372"/>
                    <a:pt x="1634310" y="5453876"/>
                    <a:pt x="1629110" y="5453768"/>
                  </a:cubicBezTo>
                  <a:cubicBezTo>
                    <a:pt x="1559962" y="5452336"/>
                    <a:pt x="1489451" y="5455898"/>
                    <a:pt x="1422119" y="5443184"/>
                  </a:cubicBezTo>
                  <a:cubicBezTo>
                    <a:pt x="1340534" y="5427779"/>
                    <a:pt x="1298081" y="5363296"/>
                    <a:pt x="1288071" y="5285415"/>
                  </a:cubicBezTo>
                  <a:cubicBezTo>
                    <a:pt x="1278547" y="5211308"/>
                    <a:pt x="1280971" y="5135548"/>
                    <a:pt x="1279979" y="5060492"/>
                  </a:cubicBezTo>
                  <a:cubicBezTo>
                    <a:pt x="1278814" y="4972518"/>
                    <a:pt x="1279640" y="4884518"/>
                    <a:pt x="1279551" y="4796529"/>
                  </a:cubicBezTo>
                  <a:cubicBezTo>
                    <a:pt x="1279549" y="4794331"/>
                    <a:pt x="1278940" y="4792136"/>
                    <a:pt x="1278250" y="4787493"/>
                  </a:cubicBezTo>
                  <a:cubicBezTo>
                    <a:pt x="1203775" y="4787493"/>
                    <a:pt x="1128888" y="4787493"/>
                    <a:pt x="1049546" y="4787493"/>
                  </a:cubicBezTo>
                  <a:cubicBezTo>
                    <a:pt x="1049546" y="4854867"/>
                    <a:pt x="1049546" y="4923194"/>
                    <a:pt x="1049546" y="4994904"/>
                  </a:cubicBezTo>
                  <a:cubicBezTo>
                    <a:pt x="1049546" y="5147014"/>
                    <a:pt x="1049546" y="5295740"/>
                    <a:pt x="1049546" y="5446465"/>
                  </a:cubicBezTo>
                  <a:cubicBezTo>
                    <a:pt x="968180" y="5446465"/>
                    <a:pt x="888791" y="5446465"/>
                    <a:pt x="806171" y="5446465"/>
                  </a:cubicBezTo>
                  <a:cubicBezTo>
                    <a:pt x="806171" y="5226744"/>
                    <a:pt x="806171" y="5007451"/>
                    <a:pt x="806171" y="4786130"/>
                  </a:cubicBezTo>
                  <a:cubicBezTo>
                    <a:pt x="760518" y="4786130"/>
                    <a:pt x="717996" y="4786130"/>
                    <a:pt x="672969" y="4786130"/>
                  </a:cubicBezTo>
                  <a:cubicBezTo>
                    <a:pt x="672969" y="4725076"/>
                    <a:pt x="672969" y="4665973"/>
                    <a:pt x="672969" y="4604551"/>
                  </a:cubicBezTo>
                  <a:close/>
                  <a:moveTo>
                    <a:pt x="4662574" y="4603079"/>
                  </a:moveTo>
                  <a:cubicBezTo>
                    <a:pt x="4745855" y="4603079"/>
                    <a:pt x="4831479" y="4603079"/>
                    <a:pt x="4922839" y="4603079"/>
                  </a:cubicBezTo>
                  <a:cubicBezTo>
                    <a:pt x="4893601" y="4644594"/>
                    <a:pt x="4866353" y="4683825"/>
                    <a:pt x="4838546" y="4722656"/>
                  </a:cubicBezTo>
                  <a:cubicBezTo>
                    <a:pt x="4774438" y="4812178"/>
                    <a:pt x="4709714" y="4901265"/>
                    <a:pt x="4646489" y="4991403"/>
                  </a:cubicBezTo>
                  <a:cubicBezTo>
                    <a:pt x="4641807" y="4998078"/>
                    <a:pt x="4647102" y="5011752"/>
                    <a:pt x="4649201" y="5024223"/>
                  </a:cubicBezTo>
                  <a:cubicBezTo>
                    <a:pt x="4743056" y="5158899"/>
                    <a:pt x="4835500" y="5291500"/>
                    <a:pt x="4927784" y="5424213"/>
                  </a:cubicBezTo>
                  <a:cubicBezTo>
                    <a:pt x="4932543" y="5431059"/>
                    <a:pt x="4935922" y="5438865"/>
                    <a:pt x="4941170" y="5448469"/>
                  </a:cubicBezTo>
                  <a:cubicBezTo>
                    <a:pt x="4855492" y="5448469"/>
                    <a:pt x="4773293" y="5449023"/>
                    <a:pt x="4691126" y="5447711"/>
                  </a:cubicBezTo>
                  <a:cubicBezTo>
                    <a:pt x="4681708" y="5447561"/>
                    <a:pt x="4669015" y="5439196"/>
                    <a:pt x="4663665" y="5430888"/>
                  </a:cubicBezTo>
                  <a:cubicBezTo>
                    <a:pt x="4613131" y="5352431"/>
                    <a:pt x="4563879" y="5273146"/>
                    <a:pt x="4514172" y="5194156"/>
                  </a:cubicBezTo>
                  <a:cubicBezTo>
                    <a:pt x="4511811" y="5190403"/>
                    <a:pt x="4508621" y="5187172"/>
                    <a:pt x="4501633" y="5178511"/>
                  </a:cubicBezTo>
                  <a:cubicBezTo>
                    <a:pt x="4480003" y="5212654"/>
                    <a:pt x="4460457" y="5243537"/>
                    <a:pt x="4440882" y="5274402"/>
                  </a:cubicBezTo>
                  <a:cubicBezTo>
                    <a:pt x="4407323" y="5327313"/>
                    <a:pt x="4374079" y="5380431"/>
                    <a:pt x="4339783" y="5432857"/>
                  </a:cubicBezTo>
                  <a:cubicBezTo>
                    <a:pt x="4335201" y="5439860"/>
                    <a:pt x="4325302" y="5447689"/>
                    <a:pt x="4317765" y="5447790"/>
                  </a:cubicBezTo>
                  <a:cubicBezTo>
                    <a:pt x="4237899" y="5448868"/>
                    <a:pt x="4158015" y="5448457"/>
                    <a:pt x="4070389" y="5448457"/>
                  </a:cubicBezTo>
                  <a:cubicBezTo>
                    <a:pt x="4103877" y="5401096"/>
                    <a:pt x="4133855" y="5358545"/>
                    <a:pt x="4163993" y="5316107"/>
                  </a:cubicBezTo>
                  <a:cubicBezTo>
                    <a:pt x="4230246" y="5222813"/>
                    <a:pt x="4297022" y="5129885"/>
                    <a:pt x="4362168" y="5035827"/>
                  </a:cubicBezTo>
                  <a:cubicBezTo>
                    <a:pt x="4368379" y="5026859"/>
                    <a:pt x="4370271" y="5007116"/>
                    <a:pt x="4364644" y="4998892"/>
                  </a:cubicBezTo>
                  <a:cubicBezTo>
                    <a:pt x="4274713" y="4867434"/>
                    <a:pt x="4183228" y="4737039"/>
                    <a:pt x="4090442" y="4604028"/>
                  </a:cubicBezTo>
                  <a:cubicBezTo>
                    <a:pt x="4182406" y="4604028"/>
                    <a:pt x="4271883" y="4604028"/>
                    <a:pt x="4362976" y="4604028"/>
                  </a:cubicBezTo>
                  <a:cubicBezTo>
                    <a:pt x="4412277" y="4686071"/>
                    <a:pt x="4462410" y="4769497"/>
                    <a:pt x="4515345" y="4857586"/>
                  </a:cubicBezTo>
                  <a:cubicBezTo>
                    <a:pt x="4565499" y="4770887"/>
                    <a:pt x="4613564" y="4687800"/>
                    <a:pt x="4662574" y="4603079"/>
                  </a:cubicBezTo>
                  <a:close/>
                  <a:moveTo>
                    <a:pt x="1985111" y="4292417"/>
                  </a:moveTo>
                  <a:cubicBezTo>
                    <a:pt x="2044533" y="4292417"/>
                    <a:pt x="2103805" y="4292417"/>
                    <a:pt x="2167862" y="4292417"/>
                  </a:cubicBezTo>
                  <a:cubicBezTo>
                    <a:pt x="2165079" y="4320885"/>
                    <a:pt x="2162428" y="4348007"/>
                    <a:pt x="2159773" y="4378215"/>
                  </a:cubicBezTo>
                  <a:cubicBezTo>
                    <a:pt x="2155138" y="4412791"/>
                    <a:pt x="2150506" y="4444282"/>
                    <a:pt x="2145343" y="4479380"/>
                  </a:cubicBezTo>
                  <a:cubicBezTo>
                    <a:pt x="2192606" y="4455080"/>
                    <a:pt x="2237998" y="4433974"/>
                    <a:pt x="2281032" y="4408829"/>
                  </a:cubicBezTo>
                  <a:cubicBezTo>
                    <a:pt x="2309281" y="4392322"/>
                    <a:pt x="2318886" y="4402200"/>
                    <a:pt x="2327735" y="4428686"/>
                  </a:cubicBezTo>
                  <a:cubicBezTo>
                    <a:pt x="2341932" y="4471183"/>
                    <a:pt x="2358926" y="4512743"/>
                    <a:pt x="2376802" y="4560174"/>
                  </a:cubicBezTo>
                  <a:cubicBezTo>
                    <a:pt x="2317267" y="4576991"/>
                    <a:pt x="2257059" y="4593998"/>
                    <a:pt x="2194010" y="4611807"/>
                  </a:cubicBezTo>
                  <a:cubicBezTo>
                    <a:pt x="2236485" y="4656879"/>
                    <a:pt x="2277955" y="4702012"/>
                    <a:pt x="2320830" y="4745769"/>
                  </a:cubicBezTo>
                  <a:cubicBezTo>
                    <a:pt x="2336035" y="4761287"/>
                    <a:pt x="2342589" y="4770465"/>
                    <a:pt x="2319379" y="4785660"/>
                  </a:cubicBezTo>
                  <a:cubicBezTo>
                    <a:pt x="2282580" y="4809751"/>
                    <a:pt x="2247842" y="4837103"/>
                    <a:pt x="2213162" y="4864264"/>
                  </a:cubicBezTo>
                  <a:cubicBezTo>
                    <a:pt x="2198204" y="4875981"/>
                    <a:pt x="2190010" y="4876287"/>
                    <a:pt x="2179460" y="4858462"/>
                  </a:cubicBezTo>
                  <a:cubicBezTo>
                    <a:pt x="2147599" y="4804631"/>
                    <a:pt x="2113909" y="4751884"/>
                    <a:pt x="2077841" y="4693729"/>
                  </a:cubicBezTo>
                  <a:cubicBezTo>
                    <a:pt x="2052645" y="4734339"/>
                    <a:pt x="2029118" y="4774082"/>
                    <a:pt x="2003814" y="4812661"/>
                  </a:cubicBezTo>
                  <a:cubicBezTo>
                    <a:pt x="1951690" y="4892133"/>
                    <a:pt x="1979289" y="4887664"/>
                    <a:pt x="1898215" y="4831366"/>
                  </a:cubicBezTo>
                  <a:cubicBezTo>
                    <a:pt x="1870196" y="4811908"/>
                    <a:pt x="1843088" y="4791140"/>
                    <a:pt x="1814247" y="4770005"/>
                  </a:cubicBezTo>
                  <a:cubicBezTo>
                    <a:pt x="1862213" y="4716790"/>
                    <a:pt x="1908884" y="4665013"/>
                    <a:pt x="1957000" y="4611633"/>
                  </a:cubicBezTo>
                  <a:cubicBezTo>
                    <a:pt x="1896598" y="4594350"/>
                    <a:pt x="1839205" y="4577927"/>
                    <a:pt x="1778981" y="4560695"/>
                  </a:cubicBezTo>
                  <a:cubicBezTo>
                    <a:pt x="1799288" y="4505811"/>
                    <a:pt x="1818493" y="4453904"/>
                    <a:pt x="1840560" y="4394260"/>
                  </a:cubicBezTo>
                  <a:cubicBezTo>
                    <a:pt x="1894503" y="4422007"/>
                    <a:pt x="1948199" y="4449626"/>
                    <a:pt x="2004081" y="4478369"/>
                  </a:cubicBezTo>
                  <a:cubicBezTo>
                    <a:pt x="1997708" y="4415897"/>
                    <a:pt x="1991488" y="4354932"/>
                    <a:pt x="1985111" y="4292417"/>
                  </a:cubicBezTo>
                  <a:close/>
                  <a:moveTo>
                    <a:pt x="3274400" y="4242984"/>
                  </a:moveTo>
                  <a:cubicBezTo>
                    <a:pt x="3347702" y="4244221"/>
                    <a:pt x="3421039" y="4243466"/>
                    <a:pt x="3497332" y="4243466"/>
                  </a:cubicBezTo>
                  <a:cubicBezTo>
                    <a:pt x="3465613" y="4334090"/>
                    <a:pt x="3434857" y="4423435"/>
                    <a:pt x="3403071" y="4512412"/>
                  </a:cubicBezTo>
                  <a:cubicBezTo>
                    <a:pt x="3361433" y="4628964"/>
                    <a:pt x="3318634" y="4745101"/>
                    <a:pt x="3276963" y="4861642"/>
                  </a:cubicBezTo>
                  <a:cubicBezTo>
                    <a:pt x="3210581" y="5047291"/>
                    <a:pt x="3144794" y="5233153"/>
                    <a:pt x="3078532" y="5418846"/>
                  </a:cubicBezTo>
                  <a:cubicBezTo>
                    <a:pt x="3071516" y="5438505"/>
                    <a:pt x="3061567" y="5450428"/>
                    <a:pt x="3035547" y="5449407"/>
                  </a:cubicBezTo>
                  <a:cubicBezTo>
                    <a:pt x="2965770" y="5446672"/>
                    <a:pt x="2895817" y="5448475"/>
                    <a:pt x="2824535" y="5448475"/>
                  </a:cubicBezTo>
                  <a:cubicBezTo>
                    <a:pt x="2778676" y="5333505"/>
                    <a:pt x="2733200" y="5219508"/>
                    <a:pt x="2687766" y="5105496"/>
                  </a:cubicBezTo>
                  <a:cubicBezTo>
                    <a:pt x="2686958" y="5103468"/>
                    <a:pt x="2686947" y="5101112"/>
                    <a:pt x="2686070" y="5099126"/>
                  </a:cubicBezTo>
                  <a:cubicBezTo>
                    <a:pt x="2671949" y="5067098"/>
                    <a:pt x="2665770" y="5023711"/>
                    <a:pt x="2641224" y="5006432"/>
                  </a:cubicBezTo>
                  <a:cubicBezTo>
                    <a:pt x="2618406" y="4990370"/>
                    <a:pt x="2575989" y="5002099"/>
                    <a:pt x="2542200" y="5001700"/>
                  </a:cubicBezTo>
                  <a:cubicBezTo>
                    <a:pt x="2528855" y="5001542"/>
                    <a:pt x="2515504" y="5001674"/>
                    <a:pt x="2500222" y="5001674"/>
                  </a:cubicBezTo>
                  <a:cubicBezTo>
                    <a:pt x="2500222" y="4945017"/>
                    <a:pt x="2500222" y="4890443"/>
                    <a:pt x="2500222" y="4832431"/>
                  </a:cubicBezTo>
                  <a:cubicBezTo>
                    <a:pt x="2592979" y="4832431"/>
                    <a:pt x="2685129" y="4832431"/>
                    <a:pt x="2777278" y="4832431"/>
                  </a:cubicBezTo>
                  <a:cubicBezTo>
                    <a:pt x="2843747" y="4832431"/>
                    <a:pt x="2844035" y="4832342"/>
                    <a:pt x="2863640" y="4895218"/>
                  </a:cubicBezTo>
                  <a:cubicBezTo>
                    <a:pt x="2891013" y="4983011"/>
                    <a:pt x="2917902" y="5070955"/>
                    <a:pt x="2945180" y="5161471"/>
                  </a:cubicBezTo>
                  <a:cubicBezTo>
                    <a:pt x="2946532" y="5165474"/>
                    <a:pt x="2947705" y="5166842"/>
                    <a:pt x="2948879" y="5168209"/>
                  </a:cubicBezTo>
                  <a:cubicBezTo>
                    <a:pt x="2952266" y="5161761"/>
                    <a:pt x="2956688" y="5155647"/>
                    <a:pt x="2958889" y="5148817"/>
                  </a:cubicBezTo>
                  <a:cubicBezTo>
                    <a:pt x="3008618" y="4994527"/>
                    <a:pt x="3058220" y="4840196"/>
                    <a:pt x="3107598" y="4685793"/>
                  </a:cubicBezTo>
                  <a:cubicBezTo>
                    <a:pt x="3151984" y="4547001"/>
                    <a:pt x="3196586" y="4408275"/>
                    <a:pt x="3239710" y="4269089"/>
                  </a:cubicBezTo>
                  <a:cubicBezTo>
                    <a:pt x="3245837" y="4249312"/>
                    <a:pt x="3253810" y="4242636"/>
                    <a:pt x="3274400" y="4242984"/>
                  </a:cubicBezTo>
                  <a:close/>
                  <a:moveTo>
                    <a:pt x="5002475" y="4223169"/>
                  </a:moveTo>
                  <a:cubicBezTo>
                    <a:pt x="5075094" y="4223169"/>
                    <a:pt x="5149993" y="4222840"/>
                    <a:pt x="5224880" y="4223696"/>
                  </a:cubicBezTo>
                  <a:cubicBezTo>
                    <a:pt x="5232075" y="4223779"/>
                    <a:pt x="5242119" y="4229422"/>
                    <a:pt x="5245905" y="4235540"/>
                  </a:cubicBezTo>
                  <a:cubicBezTo>
                    <a:pt x="5331070" y="4373064"/>
                    <a:pt x="5390705" y="4520378"/>
                    <a:pt x="5423685" y="4679423"/>
                  </a:cubicBezTo>
                  <a:cubicBezTo>
                    <a:pt x="5451428" y="4813219"/>
                    <a:pt x="5456786" y="4948353"/>
                    <a:pt x="5448378" y="5082965"/>
                  </a:cubicBezTo>
                  <a:cubicBezTo>
                    <a:pt x="5434751" y="5301114"/>
                    <a:pt x="5374612" y="5506581"/>
                    <a:pt x="5257476" y="5694044"/>
                  </a:cubicBezTo>
                  <a:cubicBezTo>
                    <a:pt x="5240689" y="5720911"/>
                    <a:pt x="5225001" y="5727036"/>
                    <a:pt x="5197494" y="5726467"/>
                  </a:cubicBezTo>
                  <a:cubicBezTo>
                    <a:pt x="5132091" y="5725113"/>
                    <a:pt x="5066643" y="5726032"/>
                    <a:pt x="5006436" y="5726032"/>
                  </a:cubicBezTo>
                  <a:cubicBezTo>
                    <a:pt x="5046250" y="5628304"/>
                    <a:pt x="5090322" y="5530617"/>
                    <a:pt x="5125821" y="5429907"/>
                  </a:cubicBezTo>
                  <a:cubicBezTo>
                    <a:pt x="5158734" y="5336536"/>
                    <a:pt x="5181886" y="5239642"/>
                    <a:pt x="5185577" y="5139796"/>
                  </a:cubicBezTo>
                  <a:cubicBezTo>
                    <a:pt x="5189185" y="5042179"/>
                    <a:pt x="5197195" y="4944040"/>
                    <a:pt x="5191035" y="4846906"/>
                  </a:cubicBezTo>
                  <a:cubicBezTo>
                    <a:pt x="5181534" y="4697073"/>
                    <a:pt x="5146759" y="4551492"/>
                    <a:pt x="5086162" y="4410332"/>
                  </a:cubicBezTo>
                  <a:cubicBezTo>
                    <a:pt x="5057614" y="4347077"/>
                    <a:pt x="5030478" y="4286094"/>
                    <a:pt x="5002475" y="4223169"/>
                  </a:cubicBezTo>
                  <a:close/>
                  <a:moveTo>
                    <a:pt x="4018036" y="4223155"/>
                  </a:moveTo>
                  <a:cubicBezTo>
                    <a:pt x="3784527" y="4667012"/>
                    <a:pt x="3754262" y="5119973"/>
                    <a:pt x="3951783" y="5585889"/>
                  </a:cubicBezTo>
                  <a:cubicBezTo>
                    <a:pt x="3974485" y="5633560"/>
                    <a:pt x="3995641" y="5679087"/>
                    <a:pt x="4017453" y="5726027"/>
                  </a:cubicBezTo>
                  <a:cubicBezTo>
                    <a:pt x="3944163" y="5726027"/>
                    <a:pt x="3871095" y="5726524"/>
                    <a:pt x="3798054" y="5725364"/>
                  </a:cubicBezTo>
                  <a:cubicBezTo>
                    <a:pt x="3789474" y="5725227"/>
                    <a:pt x="3778113" y="5718017"/>
                    <a:pt x="3772977" y="5710646"/>
                  </a:cubicBezTo>
                  <a:cubicBezTo>
                    <a:pt x="3703174" y="5610479"/>
                    <a:pt x="3657533" y="5498795"/>
                    <a:pt x="3622427" y="5382837"/>
                  </a:cubicBezTo>
                  <a:cubicBezTo>
                    <a:pt x="3573581" y="5221492"/>
                    <a:pt x="3560240" y="5055320"/>
                    <a:pt x="3568764" y="4888035"/>
                  </a:cubicBezTo>
                  <a:cubicBezTo>
                    <a:pt x="3576244" y="4741238"/>
                    <a:pt x="3600932" y="4596472"/>
                    <a:pt x="3659911" y="4460560"/>
                  </a:cubicBezTo>
                  <a:cubicBezTo>
                    <a:pt x="3692148" y="4386272"/>
                    <a:pt x="3731186" y="4314850"/>
                    <a:pt x="3769415" y="4243343"/>
                  </a:cubicBezTo>
                  <a:cubicBezTo>
                    <a:pt x="3774881" y="4233119"/>
                    <a:pt x="3792967" y="4224370"/>
                    <a:pt x="3805452" y="4224042"/>
                  </a:cubicBezTo>
                  <a:cubicBezTo>
                    <a:pt x="3875334" y="4222201"/>
                    <a:pt x="3945289" y="4223155"/>
                    <a:pt x="4018036" y="4223155"/>
                  </a:cubicBezTo>
                  <a:close/>
                  <a:moveTo>
                    <a:pt x="5872125" y="4141836"/>
                  </a:moveTo>
                  <a:cubicBezTo>
                    <a:pt x="5926412" y="4143030"/>
                    <a:pt x="5980260" y="4139307"/>
                    <a:pt x="6033583" y="4158912"/>
                  </a:cubicBezTo>
                  <a:cubicBezTo>
                    <a:pt x="6132240" y="4195182"/>
                    <a:pt x="6168213" y="4286764"/>
                    <a:pt x="6149838" y="4380304"/>
                  </a:cubicBezTo>
                  <a:cubicBezTo>
                    <a:pt x="6134816" y="4456773"/>
                    <a:pt x="6085138" y="4505611"/>
                    <a:pt x="6025189" y="4548398"/>
                  </a:cubicBezTo>
                  <a:cubicBezTo>
                    <a:pt x="5974968" y="4584240"/>
                    <a:pt x="5926199" y="4622125"/>
                    <a:pt x="5877073" y="4659482"/>
                  </a:cubicBezTo>
                  <a:cubicBezTo>
                    <a:pt x="5871195" y="4663951"/>
                    <a:pt x="5867120" y="4670788"/>
                    <a:pt x="5857560" y="4681962"/>
                  </a:cubicBezTo>
                  <a:cubicBezTo>
                    <a:pt x="5956992" y="4681962"/>
                    <a:pt x="6050459" y="4681962"/>
                    <a:pt x="6145495" y="4681962"/>
                  </a:cubicBezTo>
                  <a:cubicBezTo>
                    <a:pt x="6145495" y="4728638"/>
                    <a:pt x="6145495" y="4771115"/>
                    <a:pt x="6145495" y="4816249"/>
                  </a:cubicBezTo>
                  <a:cubicBezTo>
                    <a:pt x="5985913" y="4816249"/>
                    <a:pt x="5825391" y="4816249"/>
                    <a:pt x="5660428" y="4816249"/>
                  </a:cubicBezTo>
                  <a:cubicBezTo>
                    <a:pt x="5660158" y="4741256"/>
                    <a:pt x="5659163" y="4664133"/>
                    <a:pt x="5720816" y="4606682"/>
                  </a:cubicBezTo>
                  <a:cubicBezTo>
                    <a:pt x="5770168" y="4560693"/>
                    <a:pt x="5824442" y="4519985"/>
                    <a:pt x="5878559" y="4475484"/>
                  </a:cubicBezTo>
                  <a:cubicBezTo>
                    <a:pt x="5916063" y="4452487"/>
                    <a:pt x="5946445" y="4427588"/>
                    <a:pt x="5958477" y="4384478"/>
                  </a:cubicBezTo>
                  <a:cubicBezTo>
                    <a:pt x="5972115" y="4335610"/>
                    <a:pt x="5942523" y="4293039"/>
                    <a:pt x="5892377" y="4290513"/>
                  </a:cubicBezTo>
                  <a:cubicBezTo>
                    <a:pt x="5835704" y="4287659"/>
                    <a:pt x="5782298" y="4294538"/>
                    <a:pt x="5733749" y="4327076"/>
                  </a:cubicBezTo>
                  <a:cubicBezTo>
                    <a:pt x="5728933" y="4330303"/>
                    <a:pt x="5712066" y="4324594"/>
                    <a:pt x="5707998" y="4318345"/>
                  </a:cubicBezTo>
                  <a:cubicBezTo>
                    <a:pt x="5689468" y="4289868"/>
                    <a:pt x="5672495" y="4260217"/>
                    <a:pt x="5657497" y="4229741"/>
                  </a:cubicBezTo>
                  <a:cubicBezTo>
                    <a:pt x="5654487" y="4223626"/>
                    <a:pt x="5659823" y="4207068"/>
                    <a:pt x="5665881" y="4203804"/>
                  </a:cubicBezTo>
                  <a:cubicBezTo>
                    <a:pt x="5730233" y="4169124"/>
                    <a:pt x="5796615" y="4140174"/>
                    <a:pt x="5872125" y="4141836"/>
                  </a:cubicBezTo>
                  <a:close/>
                  <a:moveTo>
                    <a:pt x="3908635" y="3512155"/>
                  </a:moveTo>
                  <a:lnTo>
                    <a:pt x="6912127" y="3512155"/>
                  </a:lnTo>
                  <a:cubicBezTo>
                    <a:pt x="6912127" y="3527795"/>
                    <a:pt x="6912127" y="3540941"/>
                    <a:pt x="6912127" y="3554086"/>
                  </a:cubicBezTo>
                  <a:cubicBezTo>
                    <a:pt x="6912127" y="4368624"/>
                    <a:pt x="6912695" y="5183161"/>
                    <a:pt x="6911615" y="5997691"/>
                  </a:cubicBezTo>
                  <a:cubicBezTo>
                    <a:pt x="6911416" y="6148618"/>
                    <a:pt x="6816533" y="6271682"/>
                    <a:pt x="6662606" y="6307322"/>
                  </a:cubicBezTo>
                  <a:cubicBezTo>
                    <a:pt x="6654017" y="6309312"/>
                    <a:pt x="6644661" y="6308203"/>
                    <a:pt x="6635661" y="6308203"/>
                  </a:cubicBezTo>
                  <a:cubicBezTo>
                    <a:pt x="4434607" y="6308232"/>
                    <a:pt x="2233560" y="6308232"/>
                    <a:pt x="32506" y="6308232"/>
                  </a:cubicBezTo>
                  <a:cubicBezTo>
                    <a:pt x="23499" y="6308232"/>
                    <a:pt x="14484" y="6308232"/>
                    <a:pt x="236" y="6308232"/>
                  </a:cubicBezTo>
                  <a:cubicBezTo>
                    <a:pt x="236" y="6296828"/>
                    <a:pt x="236" y="6286157"/>
                    <a:pt x="236" y="6275493"/>
                  </a:cubicBezTo>
                  <a:cubicBezTo>
                    <a:pt x="236" y="5457572"/>
                    <a:pt x="-659" y="4639650"/>
                    <a:pt x="1033" y="3821736"/>
                  </a:cubicBezTo>
                  <a:cubicBezTo>
                    <a:pt x="1353" y="3668598"/>
                    <a:pt x="95837" y="3549159"/>
                    <a:pt x="250873" y="3512944"/>
                  </a:cubicBezTo>
                  <a:cubicBezTo>
                    <a:pt x="261587" y="3510434"/>
                    <a:pt x="273354" y="3512347"/>
                    <a:pt x="284636" y="3512347"/>
                  </a:cubicBezTo>
                  <a:lnTo>
                    <a:pt x="3003643" y="3515169"/>
                  </a:lnTo>
                  <a:lnTo>
                    <a:pt x="3003643" y="3823840"/>
                  </a:lnTo>
                  <a:lnTo>
                    <a:pt x="313991" y="3823769"/>
                  </a:lnTo>
                  <a:cubicBezTo>
                    <a:pt x="313991" y="4550576"/>
                    <a:pt x="313991" y="5273039"/>
                    <a:pt x="313991" y="5994485"/>
                  </a:cubicBezTo>
                  <a:cubicBezTo>
                    <a:pt x="2410686" y="5994485"/>
                    <a:pt x="4505034" y="5994485"/>
                    <a:pt x="6598223" y="5994485"/>
                  </a:cubicBezTo>
                  <a:cubicBezTo>
                    <a:pt x="6598223" y="5269690"/>
                    <a:pt x="6598223" y="4547227"/>
                    <a:pt x="6598223" y="3823741"/>
                  </a:cubicBezTo>
                  <a:cubicBezTo>
                    <a:pt x="6582247" y="3823741"/>
                    <a:pt x="6568754" y="3823741"/>
                    <a:pt x="6555260" y="3823741"/>
                  </a:cubicBezTo>
                  <a:lnTo>
                    <a:pt x="3908635" y="3823485"/>
                  </a:lnTo>
                  <a:close/>
                  <a:moveTo>
                    <a:pt x="4677680" y="508191"/>
                  </a:moveTo>
                  <a:cubicBezTo>
                    <a:pt x="4732400" y="508191"/>
                    <a:pt x="4783918" y="508191"/>
                    <a:pt x="4838017" y="508191"/>
                  </a:cubicBezTo>
                  <a:cubicBezTo>
                    <a:pt x="4838017" y="557427"/>
                    <a:pt x="4838017" y="607506"/>
                    <a:pt x="4838017" y="660865"/>
                  </a:cubicBezTo>
                  <a:cubicBezTo>
                    <a:pt x="4802792" y="660865"/>
                    <a:pt x="4766223" y="660865"/>
                    <a:pt x="4726453" y="660865"/>
                  </a:cubicBezTo>
                  <a:cubicBezTo>
                    <a:pt x="4726453" y="714094"/>
                    <a:pt x="4726453" y="764218"/>
                    <a:pt x="4726453" y="817513"/>
                  </a:cubicBezTo>
                  <a:cubicBezTo>
                    <a:pt x="4686769" y="817513"/>
                    <a:pt x="4650155" y="817513"/>
                    <a:pt x="4612045" y="817513"/>
                  </a:cubicBezTo>
                  <a:cubicBezTo>
                    <a:pt x="4612045" y="865459"/>
                    <a:pt x="4612045" y="910212"/>
                    <a:pt x="4612045" y="958228"/>
                  </a:cubicBezTo>
                  <a:cubicBezTo>
                    <a:pt x="4647656" y="958228"/>
                    <a:pt x="4684249" y="958228"/>
                    <a:pt x="4724050" y="958228"/>
                  </a:cubicBezTo>
                  <a:cubicBezTo>
                    <a:pt x="4724050" y="1011430"/>
                    <a:pt x="4724050" y="1061561"/>
                    <a:pt x="4724050" y="1114876"/>
                  </a:cubicBezTo>
                  <a:cubicBezTo>
                    <a:pt x="4763732" y="1114876"/>
                    <a:pt x="4800319" y="1114876"/>
                    <a:pt x="4838709" y="1114876"/>
                  </a:cubicBezTo>
                  <a:cubicBezTo>
                    <a:pt x="4838709" y="1168153"/>
                    <a:pt x="4838709" y="1218207"/>
                    <a:pt x="4838709" y="1269920"/>
                  </a:cubicBezTo>
                  <a:cubicBezTo>
                    <a:pt x="4786382" y="1269920"/>
                    <a:pt x="4734863" y="1269920"/>
                    <a:pt x="4680084" y="1269920"/>
                  </a:cubicBezTo>
                  <a:cubicBezTo>
                    <a:pt x="4680084" y="1223087"/>
                    <a:pt x="4680084" y="1175209"/>
                    <a:pt x="4680084" y="1124130"/>
                  </a:cubicBezTo>
                  <a:cubicBezTo>
                    <a:pt x="4640410" y="1124130"/>
                    <a:pt x="4603825" y="1124130"/>
                    <a:pt x="4564051" y="1124130"/>
                  </a:cubicBezTo>
                  <a:cubicBezTo>
                    <a:pt x="4564051" y="1070901"/>
                    <a:pt x="4564051" y="1020772"/>
                    <a:pt x="4564051" y="968822"/>
                  </a:cubicBezTo>
                  <a:cubicBezTo>
                    <a:pt x="4540133" y="968822"/>
                    <a:pt x="4519417" y="968822"/>
                    <a:pt x="4496617" y="968822"/>
                  </a:cubicBezTo>
                  <a:cubicBezTo>
                    <a:pt x="4496617" y="1018768"/>
                    <a:pt x="4496617" y="1068063"/>
                    <a:pt x="4496617" y="1120596"/>
                  </a:cubicBezTo>
                  <a:cubicBezTo>
                    <a:pt x="4458171" y="1120596"/>
                    <a:pt x="4421600" y="1120596"/>
                    <a:pt x="4381803" y="1120596"/>
                  </a:cubicBezTo>
                  <a:cubicBezTo>
                    <a:pt x="4381803" y="1171537"/>
                    <a:pt x="4381803" y="1219415"/>
                    <a:pt x="4381803" y="1269398"/>
                  </a:cubicBezTo>
                  <a:cubicBezTo>
                    <a:pt x="4328557" y="1269398"/>
                    <a:pt x="4278498" y="1269398"/>
                    <a:pt x="4226478" y="1269398"/>
                  </a:cubicBezTo>
                  <a:cubicBezTo>
                    <a:pt x="4226478" y="1219383"/>
                    <a:pt x="4226478" y="1169328"/>
                    <a:pt x="4226478" y="1116011"/>
                  </a:cubicBezTo>
                  <a:cubicBezTo>
                    <a:pt x="4261395" y="1116011"/>
                    <a:pt x="4295734" y="1116011"/>
                    <a:pt x="4331988" y="1116011"/>
                  </a:cubicBezTo>
                  <a:cubicBezTo>
                    <a:pt x="4331988" y="1063548"/>
                    <a:pt x="4331988" y="1014263"/>
                    <a:pt x="4331988" y="961757"/>
                  </a:cubicBezTo>
                  <a:cubicBezTo>
                    <a:pt x="4370450" y="961757"/>
                    <a:pt x="4407035" y="961757"/>
                    <a:pt x="4445760" y="961757"/>
                  </a:cubicBezTo>
                  <a:cubicBezTo>
                    <a:pt x="4445760" y="913023"/>
                    <a:pt x="4445760" y="867472"/>
                    <a:pt x="4445760" y="818646"/>
                  </a:cubicBezTo>
                  <a:cubicBezTo>
                    <a:pt x="4409377" y="818646"/>
                    <a:pt x="4372775" y="818646"/>
                    <a:pt x="4333042" y="818646"/>
                  </a:cubicBezTo>
                  <a:cubicBezTo>
                    <a:pt x="4333042" y="765391"/>
                    <a:pt x="4333042" y="715262"/>
                    <a:pt x="4333042" y="663197"/>
                  </a:cubicBezTo>
                  <a:cubicBezTo>
                    <a:pt x="4296390" y="663197"/>
                    <a:pt x="4262890" y="663197"/>
                    <a:pt x="4226980" y="663197"/>
                  </a:cubicBezTo>
                  <a:cubicBezTo>
                    <a:pt x="4226980" y="611176"/>
                    <a:pt x="4226980" y="561102"/>
                    <a:pt x="4226980" y="508789"/>
                  </a:cubicBezTo>
                  <a:cubicBezTo>
                    <a:pt x="4276158" y="508789"/>
                    <a:pt x="4326217" y="508789"/>
                    <a:pt x="4379553" y="508789"/>
                  </a:cubicBezTo>
                  <a:cubicBezTo>
                    <a:pt x="4379553" y="556416"/>
                    <a:pt x="4379553" y="604268"/>
                    <a:pt x="4379553" y="655296"/>
                  </a:cubicBezTo>
                  <a:cubicBezTo>
                    <a:pt x="4419277" y="655296"/>
                    <a:pt x="4455869" y="655296"/>
                    <a:pt x="4494409" y="655296"/>
                  </a:cubicBezTo>
                  <a:cubicBezTo>
                    <a:pt x="4494409" y="707749"/>
                    <a:pt x="4494409" y="757026"/>
                    <a:pt x="4494409" y="808751"/>
                  </a:cubicBezTo>
                  <a:cubicBezTo>
                    <a:pt x="4517093" y="808751"/>
                    <a:pt x="4537807" y="808751"/>
                    <a:pt x="4561838" y="808751"/>
                  </a:cubicBezTo>
                  <a:cubicBezTo>
                    <a:pt x="4561838" y="759757"/>
                    <a:pt x="4561838" y="709607"/>
                    <a:pt x="4561838" y="655519"/>
                  </a:cubicBezTo>
                  <a:cubicBezTo>
                    <a:pt x="4576957" y="655519"/>
                    <a:pt x="4588926" y="655519"/>
                    <a:pt x="4604169" y="655519"/>
                  </a:cubicBezTo>
                  <a:cubicBezTo>
                    <a:pt x="4629784" y="655519"/>
                    <a:pt x="4652124" y="655519"/>
                    <a:pt x="4677680" y="655519"/>
                  </a:cubicBezTo>
                  <a:cubicBezTo>
                    <a:pt x="4677680" y="605444"/>
                    <a:pt x="4677680" y="557571"/>
                    <a:pt x="4677680" y="508191"/>
                  </a:cubicBezTo>
                  <a:close/>
                  <a:moveTo>
                    <a:pt x="700099" y="481843"/>
                  </a:moveTo>
                  <a:cubicBezTo>
                    <a:pt x="1003898" y="481843"/>
                    <a:pt x="1308942" y="481843"/>
                    <a:pt x="1616095" y="481843"/>
                  </a:cubicBezTo>
                  <a:cubicBezTo>
                    <a:pt x="1616095" y="533599"/>
                    <a:pt x="1616095" y="585921"/>
                    <a:pt x="1616095" y="641527"/>
                  </a:cubicBezTo>
                  <a:cubicBezTo>
                    <a:pt x="1568142" y="641527"/>
                    <a:pt x="1520264" y="641527"/>
                    <a:pt x="1470875" y="641527"/>
                  </a:cubicBezTo>
                  <a:cubicBezTo>
                    <a:pt x="1470875" y="791054"/>
                    <a:pt x="1470875" y="937337"/>
                    <a:pt x="1470875" y="1086853"/>
                  </a:cubicBezTo>
                  <a:cubicBezTo>
                    <a:pt x="1493060" y="1086853"/>
                    <a:pt x="1516078" y="1086853"/>
                    <a:pt x="1542347" y="1086853"/>
                  </a:cubicBezTo>
                  <a:cubicBezTo>
                    <a:pt x="1542347" y="1140062"/>
                    <a:pt x="1542347" y="1190220"/>
                    <a:pt x="1542347" y="1243567"/>
                  </a:cubicBezTo>
                  <a:cubicBezTo>
                    <a:pt x="1582040" y="1243567"/>
                    <a:pt x="1618633" y="1243567"/>
                    <a:pt x="1656976" y="1243567"/>
                  </a:cubicBezTo>
                  <a:cubicBezTo>
                    <a:pt x="1656976" y="1296866"/>
                    <a:pt x="1656976" y="1346927"/>
                    <a:pt x="1656976" y="1398594"/>
                  </a:cubicBezTo>
                  <a:cubicBezTo>
                    <a:pt x="1606759" y="1398594"/>
                    <a:pt x="1557488" y="1398594"/>
                    <a:pt x="1504944" y="1398594"/>
                  </a:cubicBezTo>
                  <a:cubicBezTo>
                    <a:pt x="1504944" y="1351570"/>
                    <a:pt x="1504944" y="1303688"/>
                    <a:pt x="1504944" y="1251255"/>
                  </a:cubicBezTo>
                  <a:cubicBezTo>
                    <a:pt x="1480907" y="1251255"/>
                    <a:pt x="1459956" y="1251255"/>
                    <a:pt x="1435723" y="1251255"/>
                  </a:cubicBezTo>
                  <a:cubicBezTo>
                    <a:pt x="1419039" y="1251255"/>
                    <a:pt x="1405637" y="1251255"/>
                    <a:pt x="1389021" y="1251255"/>
                  </a:cubicBezTo>
                  <a:cubicBezTo>
                    <a:pt x="1389021" y="1199496"/>
                    <a:pt x="1389021" y="1149361"/>
                    <a:pt x="1389021" y="1096067"/>
                  </a:cubicBezTo>
                  <a:cubicBezTo>
                    <a:pt x="1360617" y="1096067"/>
                    <a:pt x="1335263" y="1096067"/>
                    <a:pt x="1308008" y="1096067"/>
                  </a:cubicBezTo>
                  <a:cubicBezTo>
                    <a:pt x="1308008" y="944295"/>
                    <a:pt x="1308008" y="795729"/>
                    <a:pt x="1308008" y="644576"/>
                  </a:cubicBezTo>
                  <a:cubicBezTo>
                    <a:pt x="1208566" y="644576"/>
                    <a:pt x="1111104" y="644576"/>
                    <a:pt x="1010378" y="644576"/>
                  </a:cubicBezTo>
                  <a:cubicBezTo>
                    <a:pt x="1010378" y="894166"/>
                    <a:pt x="1010378" y="1145070"/>
                    <a:pt x="1010378" y="1398074"/>
                  </a:cubicBezTo>
                  <a:cubicBezTo>
                    <a:pt x="957113" y="1398074"/>
                    <a:pt x="907048" y="1398074"/>
                    <a:pt x="853710" y="1398074"/>
                  </a:cubicBezTo>
                  <a:cubicBezTo>
                    <a:pt x="853710" y="1147031"/>
                    <a:pt x="853710" y="896126"/>
                    <a:pt x="853710" y="643184"/>
                  </a:cubicBezTo>
                  <a:cubicBezTo>
                    <a:pt x="801247" y="643184"/>
                    <a:pt x="751956" y="643184"/>
                    <a:pt x="700099" y="643184"/>
                  </a:cubicBezTo>
                  <a:cubicBezTo>
                    <a:pt x="700099" y="588899"/>
                    <a:pt x="700099" y="536554"/>
                    <a:pt x="700099" y="481843"/>
                  </a:cubicBezTo>
                  <a:close/>
                  <a:moveTo>
                    <a:pt x="1715337" y="143227"/>
                  </a:moveTo>
                  <a:cubicBezTo>
                    <a:pt x="1764530" y="143227"/>
                    <a:pt x="1814540" y="143227"/>
                    <a:pt x="1868680" y="143227"/>
                  </a:cubicBezTo>
                  <a:cubicBezTo>
                    <a:pt x="1868680" y="159313"/>
                    <a:pt x="1868680" y="175761"/>
                    <a:pt x="1868680" y="195522"/>
                  </a:cubicBezTo>
                  <a:cubicBezTo>
                    <a:pt x="1868680" y="227923"/>
                    <a:pt x="1868680" y="257012"/>
                    <a:pt x="1868680" y="289245"/>
                  </a:cubicBezTo>
                  <a:cubicBezTo>
                    <a:pt x="1920781" y="289245"/>
                    <a:pt x="1970828" y="289245"/>
                    <a:pt x="2022602" y="289245"/>
                  </a:cubicBezTo>
                  <a:cubicBezTo>
                    <a:pt x="2022602" y="344649"/>
                    <a:pt x="2022602" y="396901"/>
                    <a:pt x="2022602" y="450796"/>
                  </a:cubicBezTo>
                  <a:cubicBezTo>
                    <a:pt x="1969378" y="450796"/>
                    <a:pt x="1917127" y="450796"/>
                    <a:pt x="1862901" y="450796"/>
                  </a:cubicBezTo>
                  <a:cubicBezTo>
                    <a:pt x="1862901" y="400205"/>
                    <a:pt x="1862901" y="350976"/>
                    <a:pt x="1862901" y="298594"/>
                  </a:cubicBezTo>
                  <a:cubicBezTo>
                    <a:pt x="1813302" y="298594"/>
                    <a:pt x="1765475" y="298594"/>
                    <a:pt x="1715337" y="298594"/>
                  </a:cubicBezTo>
                  <a:cubicBezTo>
                    <a:pt x="1715337" y="245497"/>
                    <a:pt x="1715337" y="195479"/>
                    <a:pt x="1715337" y="143227"/>
                  </a:cubicBezTo>
                  <a:close/>
                  <a:moveTo>
                    <a:pt x="2355597" y="142701"/>
                  </a:moveTo>
                  <a:cubicBezTo>
                    <a:pt x="2411009" y="142701"/>
                    <a:pt x="2463258" y="142701"/>
                    <a:pt x="2517044" y="142701"/>
                  </a:cubicBezTo>
                  <a:cubicBezTo>
                    <a:pt x="2517044" y="193147"/>
                    <a:pt x="2517044" y="242358"/>
                    <a:pt x="2517044" y="294745"/>
                  </a:cubicBezTo>
                  <a:cubicBezTo>
                    <a:pt x="2467814" y="294745"/>
                    <a:pt x="2417747" y="294745"/>
                    <a:pt x="2364546" y="294745"/>
                  </a:cubicBezTo>
                  <a:cubicBezTo>
                    <a:pt x="2364546" y="347802"/>
                    <a:pt x="2364546" y="397876"/>
                    <a:pt x="2364546" y="450165"/>
                  </a:cubicBezTo>
                  <a:cubicBezTo>
                    <a:pt x="2311446" y="450165"/>
                    <a:pt x="2261437" y="450165"/>
                    <a:pt x="2207170" y="450165"/>
                  </a:cubicBezTo>
                  <a:cubicBezTo>
                    <a:pt x="2207170" y="429862"/>
                    <a:pt x="2207170" y="408884"/>
                    <a:pt x="2207170" y="384571"/>
                  </a:cubicBezTo>
                  <a:cubicBezTo>
                    <a:pt x="2207170" y="352133"/>
                    <a:pt x="2207170" y="323029"/>
                    <a:pt x="2207170" y="290777"/>
                  </a:cubicBezTo>
                  <a:cubicBezTo>
                    <a:pt x="2256899" y="290777"/>
                    <a:pt x="2304691" y="290777"/>
                    <a:pt x="2355597" y="290777"/>
                  </a:cubicBezTo>
                  <a:cubicBezTo>
                    <a:pt x="2355597" y="239923"/>
                    <a:pt x="2355597" y="192105"/>
                    <a:pt x="2355597" y="142701"/>
                  </a:cubicBezTo>
                  <a:close/>
                  <a:moveTo>
                    <a:pt x="3479877" y="95544"/>
                  </a:moveTo>
                  <a:cubicBezTo>
                    <a:pt x="3534361" y="95544"/>
                    <a:pt x="3586675" y="95544"/>
                    <a:pt x="3640679" y="95544"/>
                  </a:cubicBezTo>
                  <a:cubicBezTo>
                    <a:pt x="3640679" y="148632"/>
                    <a:pt x="3640679" y="200953"/>
                    <a:pt x="3640679" y="255280"/>
                  </a:cubicBezTo>
                  <a:cubicBezTo>
                    <a:pt x="3617034" y="255280"/>
                    <a:pt x="3594821" y="255280"/>
                    <a:pt x="3569378" y="255280"/>
                  </a:cubicBezTo>
                  <a:cubicBezTo>
                    <a:pt x="3569378" y="305001"/>
                    <a:pt x="3569378" y="352904"/>
                    <a:pt x="3569378" y="403978"/>
                  </a:cubicBezTo>
                  <a:cubicBezTo>
                    <a:pt x="3541019" y="403978"/>
                    <a:pt x="3515669" y="403978"/>
                    <a:pt x="3487195" y="403978"/>
                  </a:cubicBezTo>
                  <a:cubicBezTo>
                    <a:pt x="3487195" y="457241"/>
                    <a:pt x="3487195" y="507371"/>
                    <a:pt x="3487195" y="559470"/>
                  </a:cubicBezTo>
                  <a:cubicBezTo>
                    <a:pt x="3461859" y="559470"/>
                    <a:pt x="3439630" y="559470"/>
                    <a:pt x="3414154" y="559470"/>
                  </a:cubicBezTo>
                  <a:cubicBezTo>
                    <a:pt x="3414154" y="611445"/>
                    <a:pt x="3414154" y="661573"/>
                    <a:pt x="3414154" y="714883"/>
                  </a:cubicBezTo>
                  <a:cubicBezTo>
                    <a:pt x="3388021" y="714883"/>
                    <a:pt x="3364993" y="714883"/>
                    <a:pt x="3338739" y="714883"/>
                  </a:cubicBezTo>
                  <a:cubicBezTo>
                    <a:pt x="3338739" y="765845"/>
                    <a:pt x="3338739" y="813744"/>
                    <a:pt x="3338739" y="864787"/>
                  </a:cubicBezTo>
                  <a:cubicBezTo>
                    <a:pt x="3312616" y="864787"/>
                    <a:pt x="3289534" y="864787"/>
                    <a:pt x="3264520" y="864787"/>
                  </a:cubicBezTo>
                  <a:cubicBezTo>
                    <a:pt x="3264520" y="917234"/>
                    <a:pt x="3264520" y="966522"/>
                    <a:pt x="3264520" y="1019038"/>
                  </a:cubicBezTo>
                  <a:cubicBezTo>
                    <a:pt x="3237319" y="1019038"/>
                    <a:pt x="3212040" y="1019038"/>
                    <a:pt x="3183508" y="1019038"/>
                  </a:cubicBezTo>
                  <a:cubicBezTo>
                    <a:pt x="3183508" y="1069987"/>
                    <a:pt x="3183508" y="1117881"/>
                    <a:pt x="3183508" y="1168939"/>
                  </a:cubicBezTo>
                  <a:cubicBezTo>
                    <a:pt x="3157387" y="1168939"/>
                    <a:pt x="3134329" y="1168939"/>
                    <a:pt x="3108103" y="1168939"/>
                  </a:cubicBezTo>
                  <a:cubicBezTo>
                    <a:pt x="3108103" y="1222198"/>
                    <a:pt x="3108103" y="1272328"/>
                    <a:pt x="3108103" y="1324045"/>
                  </a:cubicBezTo>
                  <a:cubicBezTo>
                    <a:pt x="3055642" y="1324045"/>
                    <a:pt x="3006371" y="1324045"/>
                    <a:pt x="2953820" y="1324045"/>
                  </a:cubicBezTo>
                  <a:cubicBezTo>
                    <a:pt x="2953820" y="1274999"/>
                    <a:pt x="2953820" y="1224867"/>
                    <a:pt x="2953820" y="1171542"/>
                  </a:cubicBezTo>
                  <a:cubicBezTo>
                    <a:pt x="2925415" y="1171542"/>
                    <a:pt x="2900120" y="1171542"/>
                    <a:pt x="2871607" y="1171542"/>
                  </a:cubicBezTo>
                  <a:cubicBezTo>
                    <a:pt x="2871607" y="1120571"/>
                    <a:pt x="2871607" y="1072676"/>
                    <a:pt x="2871607" y="1021638"/>
                  </a:cubicBezTo>
                  <a:cubicBezTo>
                    <a:pt x="2845474" y="1021638"/>
                    <a:pt x="2822391" y="1021638"/>
                    <a:pt x="2797393" y="1021638"/>
                  </a:cubicBezTo>
                  <a:cubicBezTo>
                    <a:pt x="2797393" y="969186"/>
                    <a:pt x="2797393" y="919893"/>
                    <a:pt x="2797393" y="867353"/>
                  </a:cubicBezTo>
                  <a:cubicBezTo>
                    <a:pt x="2720543" y="867353"/>
                    <a:pt x="2645613" y="867353"/>
                    <a:pt x="2568338" y="867353"/>
                  </a:cubicBezTo>
                  <a:cubicBezTo>
                    <a:pt x="2568338" y="814111"/>
                    <a:pt x="2568338" y="764034"/>
                    <a:pt x="2568338" y="711801"/>
                  </a:cubicBezTo>
                  <a:cubicBezTo>
                    <a:pt x="2669663" y="711801"/>
                    <a:pt x="2771623" y="711801"/>
                    <a:pt x="2876851" y="711801"/>
                  </a:cubicBezTo>
                  <a:cubicBezTo>
                    <a:pt x="2876851" y="759690"/>
                    <a:pt x="2876851" y="807559"/>
                    <a:pt x="2876851" y="857361"/>
                  </a:cubicBezTo>
                  <a:cubicBezTo>
                    <a:pt x="2902211" y="857361"/>
                    <a:pt x="2924438" y="857361"/>
                    <a:pt x="2949898" y="857361"/>
                  </a:cubicBezTo>
                  <a:cubicBezTo>
                    <a:pt x="2949898" y="909334"/>
                    <a:pt x="2949898" y="959479"/>
                    <a:pt x="2949898" y="1011946"/>
                  </a:cubicBezTo>
                  <a:cubicBezTo>
                    <a:pt x="3000863" y="1011946"/>
                    <a:pt x="3048683" y="1011946"/>
                    <a:pt x="3099793" y="1011946"/>
                  </a:cubicBezTo>
                  <a:cubicBezTo>
                    <a:pt x="3099793" y="962540"/>
                    <a:pt x="3099793" y="912405"/>
                    <a:pt x="3099793" y="859124"/>
                  </a:cubicBezTo>
                  <a:cubicBezTo>
                    <a:pt x="3125942" y="859124"/>
                    <a:pt x="3149027" y="859124"/>
                    <a:pt x="3174033" y="859124"/>
                  </a:cubicBezTo>
                  <a:cubicBezTo>
                    <a:pt x="3174033" y="808933"/>
                    <a:pt x="3174033" y="761902"/>
                    <a:pt x="3174033" y="711642"/>
                  </a:cubicBezTo>
                  <a:cubicBezTo>
                    <a:pt x="3201235" y="711642"/>
                    <a:pt x="3226518" y="711642"/>
                    <a:pt x="3255045" y="711642"/>
                  </a:cubicBezTo>
                  <a:cubicBezTo>
                    <a:pt x="3255045" y="658435"/>
                    <a:pt x="3255045" y="608284"/>
                    <a:pt x="3255045" y="554972"/>
                  </a:cubicBezTo>
                  <a:cubicBezTo>
                    <a:pt x="3281154" y="554972"/>
                    <a:pt x="3304244" y="554972"/>
                    <a:pt x="3330447" y="554972"/>
                  </a:cubicBezTo>
                  <a:cubicBezTo>
                    <a:pt x="3330447" y="501720"/>
                    <a:pt x="3330447" y="451580"/>
                    <a:pt x="3330447" y="399505"/>
                  </a:cubicBezTo>
                  <a:cubicBezTo>
                    <a:pt x="3355789" y="399505"/>
                    <a:pt x="3378025" y="399505"/>
                    <a:pt x="3403496" y="399505"/>
                  </a:cubicBezTo>
                  <a:cubicBezTo>
                    <a:pt x="3403496" y="349795"/>
                    <a:pt x="3403496" y="301908"/>
                    <a:pt x="3403496" y="250839"/>
                  </a:cubicBezTo>
                  <a:cubicBezTo>
                    <a:pt x="3429623" y="250839"/>
                    <a:pt x="3452653" y="250839"/>
                    <a:pt x="3479877" y="250839"/>
                  </a:cubicBezTo>
                  <a:cubicBezTo>
                    <a:pt x="3479877" y="229014"/>
                    <a:pt x="3479877" y="210262"/>
                    <a:pt x="3479877" y="188171"/>
                  </a:cubicBezTo>
                  <a:cubicBezTo>
                    <a:pt x="3479877" y="155691"/>
                    <a:pt x="3479877" y="126552"/>
                    <a:pt x="3479877" y="95544"/>
                  </a:cubicBezTo>
                  <a:close/>
                  <a:moveTo>
                    <a:pt x="5119895" y="95260"/>
                  </a:moveTo>
                  <a:cubicBezTo>
                    <a:pt x="5170137" y="95260"/>
                    <a:pt x="5219399" y="95260"/>
                    <a:pt x="5271977" y="95260"/>
                  </a:cubicBezTo>
                  <a:cubicBezTo>
                    <a:pt x="5271977" y="144396"/>
                    <a:pt x="5271977" y="194515"/>
                    <a:pt x="5271977" y="246764"/>
                  </a:cubicBezTo>
                  <a:cubicBezTo>
                    <a:pt x="5286727" y="248280"/>
                    <a:pt x="5298527" y="249493"/>
                    <a:pt x="5313470" y="251028"/>
                  </a:cubicBezTo>
                  <a:cubicBezTo>
                    <a:pt x="5313470" y="298514"/>
                    <a:pt x="5313470" y="346470"/>
                    <a:pt x="5313470" y="397583"/>
                  </a:cubicBezTo>
                  <a:cubicBezTo>
                    <a:pt x="5339473" y="397583"/>
                    <a:pt x="5362546" y="397583"/>
                    <a:pt x="5388694" y="397583"/>
                  </a:cubicBezTo>
                  <a:cubicBezTo>
                    <a:pt x="5388694" y="450868"/>
                    <a:pt x="5388694" y="501051"/>
                    <a:pt x="5388694" y="552588"/>
                  </a:cubicBezTo>
                  <a:cubicBezTo>
                    <a:pt x="5402737" y="553463"/>
                    <a:pt x="5413713" y="554148"/>
                    <a:pt x="5427905" y="555032"/>
                  </a:cubicBezTo>
                  <a:cubicBezTo>
                    <a:pt x="5427905" y="604817"/>
                    <a:pt x="5427905" y="654969"/>
                    <a:pt x="5427905" y="707130"/>
                  </a:cubicBezTo>
                  <a:cubicBezTo>
                    <a:pt x="5440320" y="708634"/>
                    <a:pt x="5449851" y="709790"/>
                    <a:pt x="5461398" y="711190"/>
                  </a:cubicBezTo>
                  <a:cubicBezTo>
                    <a:pt x="5461398" y="813061"/>
                    <a:pt x="5461398" y="915139"/>
                    <a:pt x="5461398" y="1019842"/>
                  </a:cubicBezTo>
                  <a:cubicBezTo>
                    <a:pt x="5452009" y="1020600"/>
                    <a:pt x="5442461" y="1021370"/>
                    <a:pt x="5429909" y="1022385"/>
                  </a:cubicBezTo>
                  <a:cubicBezTo>
                    <a:pt x="5429909" y="1071064"/>
                    <a:pt x="5429909" y="1119033"/>
                    <a:pt x="5429909" y="1168798"/>
                  </a:cubicBezTo>
                  <a:cubicBezTo>
                    <a:pt x="5416002" y="1169566"/>
                    <a:pt x="5405056" y="1170171"/>
                    <a:pt x="5390895" y="1170954"/>
                  </a:cubicBezTo>
                  <a:cubicBezTo>
                    <a:pt x="5390895" y="1220756"/>
                    <a:pt x="5390895" y="1270852"/>
                    <a:pt x="5390895" y="1324128"/>
                  </a:cubicBezTo>
                  <a:cubicBezTo>
                    <a:pt x="5364815" y="1324128"/>
                    <a:pt x="5341791" y="1324128"/>
                    <a:pt x="5315544" y="1324128"/>
                  </a:cubicBezTo>
                  <a:cubicBezTo>
                    <a:pt x="5315544" y="1375090"/>
                    <a:pt x="5315544" y="1422999"/>
                    <a:pt x="5315544" y="1473353"/>
                  </a:cubicBezTo>
                  <a:cubicBezTo>
                    <a:pt x="5300740" y="1474226"/>
                    <a:pt x="5288949" y="1474921"/>
                    <a:pt x="5276792" y="1475638"/>
                  </a:cubicBezTo>
                  <a:cubicBezTo>
                    <a:pt x="5273979" y="1527816"/>
                    <a:pt x="5271235" y="1578724"/>
                    <a:pt x="5265252" y="1629950"/>
                  </a:cubicBezTo>
                  <a:cubicBezTo>
                    <a:pt x="5215790" y="1630269"/>
                    <a:pt x="5169565" y="1630269"/>
                    <a:pt x="5120746" y="1630269"/>
                  </a:cubicBezTo>
                  <a:cubicBezTo>
                    <a:pt x="5120746" y="1577326"/>
                    <a:pt x="5120746" y="1525008"/>
                    <a:pt x="5120746" y="1470006"/>
                  </a:cubicBezTo>
                  <a:cubicBezTo>
                    <a:pt x="5128771" y="1468993"/>
                    <a:pt x="5138298" y="1467789"/>
                    <a:pt x="5150933" y="1466193"/>
                  </a:cubicBezTo>
                  <a:cubicBezTo>
                    <a:pt x="5150933" y="1418879"/>
                    <a:pt x="5150933" y="1370890"/>
                    <a:pt x="5150933" y="1319740"/>
                  </a:cubicBezTo>
                  <a:cubicBezTo>
                    <a:pt x="5179126" y="1319740"/>
                    <a:pt x="5204476" y="1319740"/>
                    <a:pt x="5231862" y="1319740"/>
                  </a:cubicBezTo>
                  <a:cubicBezTo>
                    <a:pt x="5231862" y="1267349"/>
                    <a:pt x="5231862" y="1218106"/>
                    <a:pt x="5231862" y="1166842"/>
                  </a:cubicBezTo>
                  <a:cubicBezTo>
                    <a:pt x="5243881" y="1164670"/>
                    <a:pt x="5254178" y="1162808"/>
                    <a:pt x="5266393" y="1160599"/>
                  </a:cubicBezTo>
                  <a:cubicBezTo>
                    <a:pt x="5266393" y="1113233"/>
                    <a:pt x="5266393" y="1066168"/>
                    <a:pt x="5266393" y="1016727"/>
                  </a:cubicBezTo>
                  <a:cubicBezTo>
                    <a:pt x="5279919" y="1015352"/>
                    <a:pt x="5291697" y="1014154"/>
                    <a:pt x="5305612" y="1012740"/>
                  </a:cubicBezTo>
                  <a:cubicBezTo>
                    <a:pt x="5305612" y="915511"/>
                    <a:pt x="5305612" y="817967"/>
                    <a:pt x="5305612" y="717676"/>
                  </a:cubicBezTo>
                  <a:cubicBezTo>
                    <a:pt x="5294095" y="716927"/>
                    <a:pt x="5282303" y="716159"/>
                    <a:pt x="5268489" y="715260"/>
                  </a:cubicBezTo>
                  <a:cubicBezTo>
                    <a:pt x="5268489" y="665072"/>
                    <a:pt x="5268489" y="615780"/>
                    <a:pt x="5268489" y="564389"/>
                  </a:cubicBezTo>
                  <a:cubicBezTo>
                    <a:pt x="5256558" y="562189"/>
                    <a:pt x="5246264" y="560292"/>
                    <a:pt x="5234082" y="558045"/>
                  </a:cubicBezTo>
                  <a:cubicBezTo>
                    <a:pt x="5234082" y="508580"/>
                    <a:pt x="5234082" y="459245"/>
                    <a:pt x="5234082" y="406708"/>
                  </a:cubicBezTo>
                  <a:cubicBezTo>
                    <a:pt x="5206945" y="406708"/>
                    <a:pt x="5181663" y="406708"/>
                    <a:pt x="5153153" y="406708"/>
                  </a:cubicBezTo>
                  <a:cubicBezTo>
                    <a:pt x="5153153" y="355746"/>
                    <a:pt x="5153153" y="307838"/>
                    <a:pt x="5153153" y="257687"/>
                  </a:cubicBezTo>
                  <a:cubicBezTo>
                    <a:pt x="5140643" y="256618"/>
                    <a:pt x="5131103" y="255802"/>
                    <a:pt x="5119895" y="254844"/>
                  </a:cubicBezTo>
                  <a:cubicBezTo>
                    <a:pt x="5119895" y="201688"/>
                    <a:pt x="5119895" y="149294"/>
                    <a:pt x="5119895" y="95260"/>
                  </a:cubicBezTo>
                  <a:close/>
                  <a:moveTo>
                    <a:pt x="3818104" y="95203"/>
                  </a:moveTo>
                  <a:cubicBezTo>
                    <a:pt x="3872715" y="95203"/>
                    <a:pt x="3924231" y="95203"/>
                    <a:pt x="3978300" y="95203"/>
                  </a:cubicBezTo>
                  <a:cubicBezTo>
                    <a:pt x="3978300" y="146787"/>
                    <a:pt x="3978300" y="199110"/>
                    <a:pt x="3978300" y="253993"/>
                  </a:cubicBezTo>
                  <a:cubicBezTo>
                    <a:pt x="3967827" y="255079"/>
                    <a:pt x="3956046" y="256302"/>
                    <a:pt x="3941128" y="257849"/>
                  </a:cubicBezTo>
                  <a:cubicBezTo>
                    <a:pt x="3941128" y="305390"/>
                    <a:pt x="3941128" y="353348"/>
                    <a:pt x="3941128" y="404451"/>
                  </a:cubicBezTo>
                  <a:cubicBezTo>
                    <a:pt x="3915115" y="404451"/>
                    <a:pt x="3892039" y="404451"/>
                    <a:pt x="3865908" y="404451"/>
                  </a:cubicBezTo>
                  <a:cubicBezTo>
                    <a:pt x="3865908" y="457739"/>
                    <a:pt x="3865908" y="507922"/>
                    <a:pt x="3865908" y="559297"/>
                  </a:cubicBezTo>
                  <a:cubicBezTo>
                    <a:pt x="3851846" y="560207"/>
                    <a:pt x="3840857" y="560917"/>
                    <a:pt x="3826680" y="561834"/>
                  </a:cubicBezTo>
                  <a:cubicBezTo>
                    <a:pt x="3826680" y="611640"/>
                    <a:pt x="3826680" y="661820"/>
                    <a:pt x="3826680" y="713918"/>
                  </a:cubicBezTo>
                  <a:cubicBezTo>
                    <a:pt x="3814303" y="715466"/>
                    <a:pt x="3804792" y="716655"/>
                    <a:pt x="3793255" y="718098"/>
                  </a:cubicBezTo>
                  <a:cubicBezTo>
                    <a:pt x="3793255" y="815427"/>
                    <a:pt x="3793255" y="912990"/>
                    <a:pt x="3793255" y="1013210"/>
                  </a:cubicBezTo>
                  <a:cubicBezTo>
                    <a:pt x="3802785" y="1013887"/>
                    <a:pt x="3812322" y="1014565"/>
                    <a:pt x="3824869" y="1015456"/>
                  </a:cubicBezTo>
                  <a:cubicBezTo>
                    <a:pt x="3824869" y="1064399"/>
                    <a:pt x="3824869" y="1112368"/>
                    <a:pt x="3824869" y="1161942"/>
                  </a:cubicBezTo>
                  <a:cubicBezTo>
                    <a:pt x="3838789" y="1162763"/>
                    <a:pt x="3849736" y="1163409"/>
                    <a:pt x="3863913" y="1164244"/>
                  </a:cubicBezTo>
                  <a:cubicBezTo>
                    <a:pt x="3863913" y="1214030"/>
                    <a:pt x="3863913" y="1264155"/>
                    <a:pt x="3863913" y="1317451"/>
                  </a:cubicBezTo>
                  <a:cubicBezTo>
                    <a:pt x="3889932" y="1317451"/>
                    <a:pt x="3913002" y="1317451"/>
                    <a:pt x="3939236" y="1317451"/>
                  </a:cubicBezTo>
                  <a:cubicBezTo>
                    <a:pt x="3939236" y="1368421"/>
                    <a:pt x="3939236" y="1416329"/>
                    <a:pt x="3939236" y="1466626"/>
                  </a:cubicBezTo>
                  <a:cubicBezTo>
                    <a:pt x="3954043" y="1467467"/>
                    <a:pt x="3965833" y="1468138"/>
                    <a:pt x="3979183" y="1468895"/>
                  </a:cubicBezTo>
                  <a:cubicBezTo>
                    <a:pt x="3979183" y="1522632"/>
                    <a:pt x="3979183" y="1574998"/>
                    <a:pt x="3979183" y="1628862"/>
                  </a:cubicBezTo>
                  <a:cubicBezTo>
                    <a:pt x="3926317" y="1628862"/>
                    <a:pt x="3874804" y="1628862"/>
                    <a:pt x="3818365" y="1628862"/>
                  </a:cubicBezTo>
                  <a:cubicBezTo>
                    <a:pt x="3818365" y="1592740"/>
                    <a:pt x="3818365" y="1556036"/>
                    <a:pt x="3818365" y="1516058"/>
                  </a:cubicBezTo>
                  <a:cubicBezTo>
                    <a:pt x="3818365" y="1501616"/>
                    <a:pt x="3818365" y="1490449"/>
                    <a:pt x="3818365" y="1477017"/>
                  </a:cubicBezTo>
                  <a:cubicBezTo>
                    <a:pt x="3807637" y="1475711"/>
                    <a:pt x="3798132" y="1474553"/>
                    <a:pt x="3785473" y="1473010"/>
                  </a:cubicBezTo>
                  <a:cubicBezTo>
                    <a:pt x="3785473" y="1425500"/>
                    <a:pt x="3785473" y="1377526"/>
                    <a:pt x="3785473" y="1326384"/>
                  </a:cubicBezTo>
                  <a:cubicBezTo>
                    <a:pt x="3757263" y="1326384"/>
                    <a:pt x="3731912" y="1326384"/>
                    <a:pt x="3704546" y="1326384"/>
                  </a:cubicBezTo>
                  <a:cubicBezTo>
                    <a:pt x="3704546" y="1273990"/>
                    <a:pt x="3704546" y="1224740"/>
                    <a:pt x="3704546" y="1173505"/>
                  </a:cubicBezTo>
                  <a:cubicBezTo>
                    <a:pt x="3692510" y="1171395"/>
                    <a:pt x="3682149" y="1169577"/>
                    <a:pt x="3670021" y="1167451"/>
                  </a:cubicBezTo>
                  <a:cubicBezTo>
                    <a:pt x="3670021" y="1119866"/>
                    <a:pt x="3670021" y="1072801"/>
                    <a:pt x="3670021" y="1023564"/>
                  </a:cubicBezTo>
                  <a:cubicBezTo>
                    <a:pt x="3656466" y="1022140"/>
                    <a:pt x="3644686" y="1020904"/>
                    <a:pt x="3630854" y="1019450"/>
                  </a:cubicBezTo>
                  <a:cubicBezTo>
                    <a:pt x="3630854" y="917633"/>
                    <a:pt x="3630854" y="815580"/>
                    <a:pt x="3630854" y="710798"/>
                  </a:cubicBezTo>
                  <a:cubicBezTo>
                    <a:pt x="3642534" y="710105"/>
                    <a:pt x="3654324" y="709405"/>
                    <a:pt x="3668125" y="708585"/>
                  </a:cubicBezTo>
                  <a:cubicBezTo>
                    <a:pt x="3668125" y="658169"/>
                    <a:pt x="3668125" y="608879"/>
                    <a:pt x="3668125" y="557551"/>
                  </a:cubicBezTo>
                  <a:cubicBezTo>
                    <a:pt x="3680078" y="555390"/>
                    <a:pt x="3690376" y="553530"/>
                    <a:pt x="3702536" y="551333"/>
                  </a:cubicBezTo>
                  <a:cubicBezTo>
                    <a:pt x="3702536" y="501687"/>
                    <a:pt x="3702536" y="452356"/>
                    <a:pt x="3702536" y="399825"/>
                  </a:cubicBezTo>
                  <a:cubicBezTo>
                    <a:pt x="3729678" y="399825"/>
                    <a:pt x="3754967" y="399825"/>
                    <a:pt x="3783462" y="399825"/>
                  </a:cubicBezTo>
                  <a:cubicBezTo>
                    <a:pt x="3783462" y="348853"/>
                    <a:pt x="3783462" y="300944"/>
                    <a:pt x="3783462" y="250706"/>
                  </a:cubicBezTo>
                  <a:cubicBezTo>
                    <a:pt x="3795983" y="249776"/>
                    <a:pt x="3805519" y="249068"/>
                    <a:pt x="3818104" y="248135"/>
                  </a:cubicBezTo>
                  <a:cubicBezTo>
                    <a:pt x="3818104" y="197069"/>
                    <a:pt x="3818104" y="146887"/>
                    <a:pt x="3818104" y="95203"/>
                  </a:cubicBezTo>
                  <a:close/>
                  <a:moveTo>
                    <a:pt x="2037921" y="34687"/>
                  </a:moveTo>
                  <a:cubicBezTo>
                    <a:pt x="2090004" y="34687"/>
                    <a:pt x="2140067" y="34687"/>
                    <a:pt x="2193398" y="34687"/>
                  </a:cubicBezTo>
                  <a:cubicBezTo>
                    <a:pt x="2193398" y="182319"/>
                    <a:pt x="2193398" y="329440"/>
                    <a:pt x="2193398" y="478562"/>
                  </a:cubicBezTo>
                  <a:cubicBezTo>
                    <a:pt x="2225557" y="478562"/>
                    <a:pt x="2254545" y="478562"/>
                    <a:pt x="2286766" y="478562"/>
                  </a:cubicBezTo>
                  <a:cubicBezTo>
                    <a:pt x="2286766" y="530566"/>
                    <a:pt x="2286766" y="580712"/>
                    <a:pt x="2286766" y="634059"/>
                  </a:cubicBezTo>
                  <a:cubicBezTo>
                    <a:pt x="2340006" y="634059"/>
                    <a:pt x="2390128" y="634059"/>
                    <a:pt x="2442146" y="634059"/>
                  </a:cubicBezTo>
                  <a:cubicBezTo>
                    <a:pt x="2442146" y="687346"/>
                    <a:pt x="2442146" y="737406"/>
                    <a:pt x="2442146" y="789200"/>
                  </a:cubicBezTo>
                  <a:cubicBezTo>
                    <a:pt x="2389192" y="789200"/>
                    <a:pt x="2336879" y="789200"/>
                    <a:pt x="2282498" y="789200"/>
                  </a:cubicBezTo>
                  <a:cubicBezTo>
                    <a:pt x="2282498" y="740851"/>
                    <a:pt x="2282498" y="693815"/>
                    <a:pt x="2282498" y="643548"/>
                  </a:cubicBezTo>
                  <a:cubicBezTo>
                    <a:pt x="2232740" y="643548"/>
                    <a:pt x="2184856" y="643548"/>
                    <a:pt x="2133775" y="643548"/>
                  </a:cubicBezTo>
                  <a:cubicBezTo>
                    <a:pt x="2133775" y="594796"/>
                    <a:pt x="2133775" y="549155"/>
                    <a:pt x="2133775" y="501719"/>
                  </a:cubicBezTo>
                  <a:cubicBezTo>
                    <a:pt x="2121125" y="501719"/>
                    <a:pt x="2111694" y="501719"/>
                    <a:pt x="2099085" y="501719"/>
                  </a:cubicBezTo>
                  <a:cubicBezTo>
                    <a:pt x="2099085" y="547580"/>
                    <a:pt x="2099085" y="593265"/>
                    <a:pt x="2099085" y="640931"/>
                  </a:cubicBezTo>
                  <a:cubicBezTo>
                    <a:pt x="2046715" y="640931"/>
                    <a:pt x="1997424" y="640931"/>
                    <a:pt x="1944896" y="640931"/>
                  </a:cubicBezTo>
                  <a:cubicBezTo>
                    <a:pt x="1944896" y="690681"/>
                    <a:pt x="1944896" y="738565"/>
                    <a:pt x="1944896" y="788653"/>
                  </a:cubicBezTo>
                  <a:cubicBezTo>
                    <a:pt x="1891637" y="788653"/>
                    <a:pt x="1841567" y="788653"/>
                    <a:pt x="1789454" y="788653"/>
                  </a:cubicBezTo>
                  <a:cubicBezTo>
                    <a:pt x="1789454" y="738886"/>
                    <a:pt x="1789454" y="688824"/>
                    <a:pt x="1789454" y="635478"/>
                  </a:cubicBezTo>
                  <a:cubicBezTo>
                    <a:pt x="1837687" y="635478"/>
                    <a:pt x="1885568" y="635478"/>
                    <a:pt x="1935403" y="635478"/>
                  </a:cubicBezTo>
                  <a:cubicBezTo>
                    <a:pt x="1935403" y="582999"/>
                    <a:pt x="1935403" y="533711"/>
                    <a:pt x="1935403" y="481192"/>
                  </a:cubicBezTo>
                  <a:cubicBezTo>
                    <a:pt x="1969393" y="481192"/>
                    <a:pt x="2001448" y="481192"/>
                    <a:pt x="2037921" y="481192"/>
                  </a:cubicBezTo>
                  <a:cubicBezTo>
                    <a:pt x="2037921" y="371315"/>
                    <a:pt x="2037921" y="264630"/>
                    <a:pt x="2037921" y="154563"/>
                  </a:cubicBezTo>
                  <a:cubicBezTo>
                    <a:pt x="2037921" y="113001"/>
                    <a:pt x="2037921" y="74821"/>
                    <a:pt x="2037921" y="34687"/>
                  </a:cubicBezTo>
                  <a:close/>
                  <a:moveTo>
                    <a:pt x="5824331" y="0"/>
                  </a:moveTo>
                  <a:cubicBezTo>
                    <a:pt x="5877344" y="0"/>
                    <a:pt x="5928863" y="0"/>
                    <a:pt x="5982570" y="0"/>
                  </a:cubicBezTo>
                  <a:cubicBezTo>
                    <a:pt x="5983818" y="9866"/>
                    <a:pt x="5985024" y="19392"/>
                    <a:pt x="5986619" y="31992"/>
                  </a:cubicBezTo>
                  <a:cubicBezTo>
                    <a:pt x="6034139" y="31992"/>
                    <a:pt x="6082085" y="31992"/>
                    <a:pt x="6133141" y="31992"/>
                  </a:cubicBezTo>
                  <a:cubicBezTo>
                    <a:pt x="6133141" y="85090"/>
                    <a:pt x="6133141" y="135226"/>
                    <a:pt x="6133141" y="187220"/>
                  </a:cubicBezTo>
                  <a:cubicBezTo>
                    <a:pt x="6147118" y="187968"/>
                    <a:pt x="6158051" y="188554"/>
                    <a:pt x="6171608" y="189280"/>
                  </a:cubicBezTo>
                  <a:cubicBezTo>
                    <a:pt x="6171608" y="239127"/>
                    <a:pt x="6171608" y="289151"/>
                    <a:pt x="6171608" y="342434"/>
                  </a:cubicBezTo>
                  <a:cubicBezTo>
                    <a:pt x="6136715" y="342434"/>
                    <a:pt x="6100140" y="342434"/>
                    <a:pt x="6060395" y="342434"/>
                  </a:cubicBezTo>
                  <a:cubicBezTo>
                    <a:pt x="6060395" y="395613"/>
                    <a:pt x="6060395" y="445713"/>
                    <a:pt x="6060395" y="498972"/>
                  </a:cubicBezTo>
                  <a:cubicBezTo>
                    <a:pt x="6009452" y="498972"/>
                    <a:pt x="5961625" y="498972"/>
                    <a:pt x="5912030" y="498972"/>
                  </a:cubicBezTo>
                  <a:cubicBezTo>
                    <a:pt x="5912030" y="536412"/>
                    <a:pt x="5912030" y="570656"/>
                    <a:pt x="5912030" y="606905"/>
                  </a:cubicBezTo>
                  <a:cubicBezTo>
                    <a:pt x="6011837" y="606905"/>
                    <a:pt x="6110701" y="606905"/>
                    <a:pt x="6212201" y="606905"/>
                  </a:cubicBezTo>
                  <a:cubicBezTo>
                    <a:pt x="6212201" y="658816"/>
                    <a:pt x="6212201" y="708874"/>
                    <a:pt x="6212201" y="763835"/>
                  </a:cubicBezTo>
                  <a:cubicBezTo>
                    <a:pt x="6068878" y="763835"/>
                    <a:pt x="5924010" y="763835"/>
                    <a:pt x="5775873" y="763835"/>
                  </a:cubicBezTo>
                  <a:cubicBezTo>
                    <a:pt x="5758323" y="764761"/>
                    <a:pt x="5747045" y="765308"/>
                    <a:pt x="5747281" y="744030"/>
                  </a:cubicBezTo>
                  <a:cubicBezTo>
                    <a:pt x="5748338" y="648332"/>
                    <a:pt x="5747743" y="552616"/>
                    <a:pt x="5747743" y="453698"/>
                  </a:cubicBezTo>
                  <a:cubicBezTo>
                    <a:pt x="5799221" y="453698"/>
                    <a:pt x="5849320" y="453698"/>
                    <a:pt x="5902587" y="453698"/>
                  </a:cubicBezTo>
                  <a:cubicBezTo>
                    <a:pt x="5902587" y="414069"/>
                    <a:pt x="5902587" y="377478"/>
                    <a:pt x="5902587" y="337760"/>
                  </a:cubicBezTo>
                  <a:cubicBezTo>
                    <a:pt x="5942239" y="337760"/>
                    <a:pt x="5978841" y="337760"/>
                    <a:pt x="6016916" y="337760"/>
                  </a:cubicBezTo>
                  <a:cubicBezTo>
                    <a:pt x="6016916" y="288953"/>
                    <a:pt x="6016916" y="243367"/>
                    <a:pt x="6016916" y="196457"/>
                  </a:cubicBezTo>
                  <a:cubicBezTo>
                    <a:pt x="6004574" y="195692"/>
                    <a:pt x="5993599" y="195011"/>
                    <a:pt x="5979953" y="194166"/>
                  </a:cubicBezTo>
                  <a:cubicBezTo>
                    <a:pt x="5978871" y="182523"/>
                    <a:pt x="5977766" y="170645"/>
                    <a:pt x="5976465" y="156653"/>
                  </a:cubicBezTo>
                  <a:cubicBezTo>
                    <a:pt x="5928881" y="156653"/>
                    <a:pt x="5880970" y="156653"/>
                    <a:pt x="5830357" y="156653"/>
                  </a:cubicBezTo>
                  <a:cubicBezTo>
                    <a:pt x="5829534" y="168078"/>
                    <a:pt x="5828685" y="179865"/>
                    <a:pt x="5827712" y="193381"/>
                  </a:cubicBezTo>
                  <a:cubicBezTo>
                    <a:pt x="5776847" y="193381"/>
                    <a:pt x="5726742" y="193381"/>
                    <a:pt x="5674945" y="193381"/>
                  </a:cubicBezTo>
                  <a:cubicBezTo>
                    <a:pt x="5674945" y="140228"/>
                    <a:pt x="5674945" y="87943"/>
                    <a:pt x="5674945" y="33548"/>
                  </a:cubicBezTo>
                  <a:cubicBezTo>
                    <a:pt x="5723251" y="33548"/>
                    <a:pt x="5770241" y="33548"/>
                    <a:pt x="5819345" y="33548"/>
                  </a:cubicBezTo>
                  <a:cubicBezTo>
                    <a:pt x="5821140" y="21463"/>
                    <a:pt x="5822683" y="11086"/>
                    <a:pt x="5824331"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33" name="Freeform: Shape 932">
              <a:extLst>
                <a:ext uri="{FF2B5EF4-FFF2-40B4-BE49-F238E27FC236}">
                  <a16:creationId xmlns:a16="http://schemas.microsoft.com/office/drawing/2014/main" id="{BCCC7618-8188-99DF-D473-8C9C8CD3642B}"/>
                </a:ext>
                <a:ext uri="{C183D7F6-B498-43B3-948B-1728B52AA6E4}">
                  <adec:decorative xmlns:adec="http://schemas.microsoft.com/office/drawing/2017/decorative" val="1"/>
                </a:ext>
              </a:extLst>
            </p:cNvPr>
            <p:cNvSpPr/>
            <p:nvPr/>
          </p:nvSpPr>
          <p:spPr>
            <a:xfrm>
              <a:off x="3863937" y="1517247"/>
              <a:ext cx="460526" cy="297010"/>
            </a:xfrm>
            <a:custGeom>
              <a:avLst/>
              <a:gdLst>
                <a:gd name="connsiteX0" fmla="*/ 3217963 w 6907902"/>
                <a:gd name="connsiteY0" fmla="*/ 3982615 h 4455152"/>
                <a:gd name="connsiteX1" fmla="*/ 3690501 w 6907902"/>
                <a:gd name="connsiteY1" fmla="*/ 3982615 h 4455152"/>
                <a:gd name="connsiteX2" fmla="*/ 3690501 w 6907902"/>
                <a:gd name="connsiteY2" fmla="*/ 4455152 h 4455152"/>
                <a:gd name="connsiteX3" fmla="*/ 3217963 w 6907902"/>
                <a:gd name="connsiteY3" fmla="*/ 4455152 h 4455152"/>
                <a:gd name="connsiteX4" fmla="*/ 3044926 w 6907902"/>
                <a:gd name="connsiteY4" fmla="*/ 3810893 h 4455152"/>
                <a:gd name="connsiteX5" fmla="*/ 3120014 w 6907902"/>
                <a:gd name="connsiteY5" fmla="*/ 3836333 h 4455152"/>
                <a:gd name="connsiteX6" fmla="*/ 3142409 w 6907902"/>
                <a:gd name="connsiteY6" fmla="*/ 3850363 h 4455152"/>
                <a:gd name="connsiteX7" fmla="*/ 3166437 w 6907902"/>
                <a:gd name="connsiteY7" fmla="*/ 3926482 h 4455152"/>
                <a:gd name="connsiteX8" fmla="*/ 3120166 w 6907902"/>
                <a:gd name="connsiteY8" fmla="*/ 4018461 h 4455152"/>
                <a:gd name="connsiteX9" fmla="*/ 2993729 w 6907902"/>
                <a:gd name="connsiteY9" fmla="*/ 3950967 h 4455152"/>
                <a:gd name="connsiteX10" fmla="*/ 2990184 w 6907902"/>
                <a:gd name="connsiteY10" fmla="*/ 3923507 h 4455152"/>
                <a:gd name="connsiteX11" fmla="*/ 3044926 w 6907902"/>
                <a:gd name="connsiteY11" fmla="*/ 3810893 h 4455152"/>
                <a:gd name="connsiteX12" fmla="*/ 3857262 w 6907902"/>
                <a:gd name="connsiteY12" fmla="*/ 3798274 h 4455152"/>
                <a:gd name="connsiteX13" fmla="*/ 3919694 w 6907902"/>
                <a:gd name="connsiteY13" fmla="*/ 3925202 h 4455152"/>
                <a:gd name="connsiteX14" fmla="*/ 3915859 w 6907902"/>
                <a:gd name="connsiteY14" fmla="*/ 3950296 h 4455152"/>
                <a:gd name="connsiteX15" fmla="*/ 3787621 w 6907902"/>
                <a:gd name="connsiteY15" fmla="*/ 4018887 h 4455152"/>
                <a:gd name="connsiteX16" fmla="*/ 3722017 w 6907902"/>
                <a:gd name="connsiteY16" fmla="*/ 3880040 h 4455152"/>
                <a:gd name="connsiteX17" fmla="*/ 3857262 w 6907902"/>
                <a:gd name="connsiteY17" fmla="*/ 3798274 h 4455152"/>
                <a:gd name="connsiteX18" fmla="*/ 2779459 w 6907902"/>
                <a:gd name="connsiteY18" fmla="*/ 3667275 h 4455152"/>
                <a:gd name="connsiteX19" fmla="*/ 2872745 w 6907902"/>
                <a:gd name="connsiteY19" fmla="*/ 3705118 h 4455152"/>
                <a:gd name="connsiteX20" fmla="*/ 2920902 w 6907902"/>
                <a:gd name="connsiteY20" fmla="*/ 3734554 h 4455152"/>
                <a:gd name="connsiteX21" fmla="*/ 2861933 w 6907902"/>
                <a:gd name="connsiteY21" fmla="*/ 3848704 h 4455152"/>
                <a:gd name="connsiteX22" fmla="*/ 2835330 w 6907902"/>
                <a:gd name="connsiteY22" fmla="*/ 3861226 h 4455152"/>
                <a:gd name="connsiteX23" fmla="*/ 2707845 w 6907902"/>
                <a:gd name="connsiteY23" fmla="*/ 3798289 h 4455152"/>
                <a:gd name="connsiteX24" fmla="*/ 2779459 w 6907902"/>
                <a:gd name="connsiteY24" fmla="*/ 3667275 h 4455152"/>
                <a:gd name="connsiteX25" fmla="*/ 4121223 w 6907902"/>
                <a:gd name="connsiteY25" fmla="*/ 3664574 h 4455152"/>
                <a:gd name="connsiteX26" fmla="*/ 4140748 w 6907902"/>
                <a:gd name="connsiteY26" fmla="*/ 3685693 h 4455152"/>
                <a:gd name="connsiteX27" fmla="*/ 4200684 w 6907902"/>
                <a:gd name="connsiteY27" fmla="*/ 3798333 h 4455152"/>
                <a:gd name="connsiteX28" fmla="*/ 4073532 w 6907902"/>
                <a:gd name="connsiteY28" fmla="*/ 3861015 h 4455152"/>
                <a:gd name="connsiteX29" fmla="*/ 4046806 w 6907902"/>
                <a:gd name="connsiteY29" fmla="*/ 3848968 h 4455152"/>
                <a:gd name="connsiteX30" fmla="*/ 3986489 w 6907902"/>
                <a:gd name="connsiteY30" fmla="*/ 3733779 h 4455152"/>
                <a:gd name="connsiteX31" fmla="*/ 4015008 w 6907902"/>
                <a:gd name="connsiteY31" fmla="*/ 3718416 h 4455152"/>
                <a:gd name="connsiteX32" fmla="*/ 4094194 w 6907902"/>
                <a:gd name="connsiteY32" fmla="*/ 3672054 h 4455152"/>
                <a:gd name="connsiteX33" fmla="*/ 4121223 w 6907902"/>
                <a:gd name="connsiteY33" fmla="*/ 3664574 h 4455152"/>
                <a:gd name="connsiteX34" fmla="*/ 4392682 w 6907902"/>
                <a:gd name="connsiteY34" fmla="*/ 3521406 h 4455152"/>
                <a:gd name="connsiteX35" fmla="*/ 4405994 w 6907902"/>
                <a:gd name="connsiteY35" fmla="*/ 3535018 h 4455152"/>
                <a:gd name="connsiteX36" fmla="*/ 4467906 w 6907902"/>
                <a:gd name="connsiteY36" fmla="*/ 3648188 h 4455152"/>
                <a:gd name="connsiteX37" fmla="*/ 4458505 w 6907902"/>
                <a:gd name="connsiteY37" fmla="*/ 3662614 h 4455152"/>
                <a:gd name="connsiteX38" fmla="*/ 4349189 w 6907902"/>
                <a:gd name="connsiteY38" fmla="*/ 3716168 h 4455152"/>
                <a:gd name="connsiteX39" fmla="*/ 4319109 w 6907902"/>
                <a:gd name="connsiteY39" fmla="*/ 3712211 h 4455152"/>
                <a:gd name="connsiteX40" fmla="*/ 4263191 w 6907902"/>
                <a:gd name="connsiteY40" fmla="*/ 3611178 h 4455152"/>
                <a:gd name="connsiteX41" fmla="*/ 4269313 w 6907902"/>
                <a:gd name="connsiteY41" fmla="*/ 3582383 h 4455152"/>
                <a:gd name="connsiteX42" fmla="*/ 4374258 w 6907902"/>
                <a:gd name="connsiteY42" fmla="*/ 3526140 h 4455152"/>
                <a:gd name="connsiteX43" fmla="*/ 4392682 w 6907902"/>
                <a:gd name="connsiteY43" fmla="*/ 3521406 h 4455152"/>
                <a:gd name="connsiteX44" fmla="*/ 2516461 w 6907902"/>
                <a:gd name="connsiteY44" fmla="*/ 3521216 h 4455152"/>
                <a:gd name="connsiteX45" fmla="*/ 2536041 w 6907902"/>
                <a:gd name="connsiteY45" fmla="*/ 3526651 h 4455152"/>
                <a:gd name="connsiteX46" fmla="*/ 2637779 w 6907902"/>
                <a:gd name="connsiteY46" fmla="*/ 3581996 h 4455152"/>
                <a:gd name="connsiteX47" fmla="*/ 2646227 w 6907902"/>
                <a:gd name="connsiteY47" fmla="*/ 3609928 h 4455152"/>
                <a:gd name="connsiteX48" fmla="*/ 2588374 w 6907902"/>
                <a:gd name="connsiteY48" fmla="*/ 3713700 h 4455152"/>
                <a:gd name="connsiteX49" fmla="*/ 2560777 w 6907902"/>
                <a:gd name="connsiteY49" fmla="*/ 3716724 h 4455152"/>
                <a:gd name="connsiteX50" fmla="*/ 2437358 w 6907902"/>
                <a:gd name="connsiteY50" fmla="*/ 3656879 h 4455152"/>
                <a:gd name="connsiteX51" fmla="*/ 2457770 w 6907902"/>
                <a:gd name="connsiteY51" fmla="*/ 3616935 h 4455152"/>
                <a:gd name="connsiteX52" fmla="*/ 2501918 w 6907902"/>
                <a:gd name="connsiteY52" fmla="*/ 3536364 h 4455152"/>
                <a:gd name="connsiteX53" fmla="*/ 2516461 w 6907902"/>
                <a:gd name="connsiteY53" fmla="*/ 3521216 h 4455152"/>
                <a:gd name="connsiteX54" fmla="*/ 4664692 w 6907902"/>
                <a:gd name="connsiteY54" fmla="*/ 3374799 h 4455152"/>
                <a:gd name="connsiteX55" fmla="*/ 4724822 w 6907902"/>
                <a:gd name="connsiteY55" fmla="*/ 3496088 h 4455152"/>
                <a:gd name="connsiteX56" fmla="*/ 4712368 w 6907902"/>
                <a:gd name="connsiteY56" fmla="*/ 3529144 h 4455152"/>
                <a:gd name="connsiteX57" fmla="*/ 4620085 w 6907902"/>
                <a:gd name="connsiteY57" fmla="*/ 3573838 h 4455152"/>
                <a:gd name="connsiteX58" fmla="*/ 4589146 w 6907902"/>
                <a:gd name="connsiteY58" fmla="*/ 3566992 h 4455152"/>
                <a:gd name="connsiteX59" fmla="*/ 4535208 w 6907902"/>
                <a:gd name="connsiteY59" fmla="*/ 3476298 h 4455152"/>
                <a:gd name="connsiteX60" fmla="*/ 4547870 w 6907902"/>
                <a:gd name="connsiteY60" fmla="*/ 3435000 h 4455152"/>
                <a:gd name="connsiteX61" fmla="*/ 4593457 w 6907902"/>
                <a:gd name="connsiteY61" fmla="*/ 3410151 h 4455152"/>
                <a:gd name="connsiteX62" fmla="*/ 4664692 w 6907902"/>
                <a:gd name="connsiteY62" fmla="*/ 3374799 h 4455152"/>
                <a:gd name="connsiteX63" fmla="*/ 2245605 w 6907902"/>
                <a:gd name="connsiteY63" fmla="*/ 3371778 h 4455152"/>
                <a:gd name="connsiteX64" fmla="*/ 2380938 w 6907902"/>
                <a:gd name="connsiteY64" fmla="*/ 3453517 h 4455152"/>
                <a:gd name="connsiteX65" fmla="*/ 2326539 w 6907902"/>
                <a:gd name="connsiteY65" fmla="*/ 3565848 h 4455152"/>
                <a:gd name="connsiteX66" fmla="*/ 2299202 w 6907902"/>
                <a:gd name="connsiteY66" fmla="*/ 3576010 h 4455152"/>
                <a:gd name="connsiteX67" fmla="*/ 2174585 w 6907902"/>
                <a:gd name="connsiteY67" fmla="*/ 3514971 h 4455152"/>
                <a:gd name="connsiteX68" fmla="*/ 2245605 w 6907902"/>
                <a:gd name="connsiteY68" fmla="*/ 3371778 h 4455152"/>
                <a:gd name="connsiteX69" fmla="*/ 1973384 w 6907902"/>
                <a:gd name="connsiteY69" fmla="*/ 3232496 h 4455152"/>
                <a:gd name="connsiteX70" fmla="*/ 2114078 w 6907902"/>
                <a:gd name="connsiteY70" fmla="*/ 3301681 h 4455152"/>
                <a:gd name="connsiteX71" fmla="*/ 2044305 w 6907902"/>
                <a:gd name="connsiteY71" fmla="*/ 3442993 h 4455152"/>
                <a:gd name="connsiteX72" fmla="*/ 1927424 w 6907902"/>
                <a:gd name="connsiteY72" fmla="*/ 3384802 h 4455152"/>
                <a:gd name="connsiteX73" fmla="*/ 1913507 w 6907902"/>
                <a:gd name="connsiteY73" fmla="*/ 3351618 h 4455152"/>
                <a:gd name="connsiteX74" fmla="*/ 1973384 w 6907902"/>
                <a:gd name="connsiteY74" fmla="*/ 3232496 h 4455152"/>
                <a:gd name="connsiteX75" fmla="*/ 4934808 w 6907902"/>
                <a:gd name="connsiteY75" fmla="*/ 3232070 h 4455152"/>
                <a:gd name="connsiteX76" fmla="*/ 5005781 w 6907902"/>
                <a:gd name="connsiteY76" fmla="*/ 3374817 h 4455152"/>
                <a:gd name="connsiteX77" fmla="*/ 4861898 w 6907902"/>
                <a:gd name="connsiteY77" fmla="*/ 3436780 h 4455152"/>
                <a:gd name="connsiteX78" fmla="*/ 4794195 w 6907902"/>
                <a:gd name="connsiteY78" fmla="*/ 3302437 h 4455152"/>
                <a:gd name="connsiteX79" fmla="*/ 4934808 w 6907902"/>
                <a:gd name="connsiteY79" fmla="*/ 3232070 h 4455152"/>
                <a:gd name="connsiteX80" fmla="*/ 1711039 w 6907902"/>
                <a:gd name="connsiteY80" fmla="*/ 3095708 h 4455152"/>
                <a:gd name="connsiteX81" fmla="*/ 1734945 w 6907902"/>
                <a:gd name="connsiteY81" fmla="*/ 3101558 h 4455152"/>
                <a:gd name="connsiteX82" fmla="*/ 1811987 w 6907902"/>
                <a:gd name="connsiteY82" fmla="*/ 3140351 h 4455152"/>
                <a:gd name="connsiteX83" fmla="*/ 1826196 w 6907902"/>
                <a:gd name="connsiteY83" fmla="*/ 3195101 h 4455152"/>
                <a:gd name="connsiteX84" fmla="*/ 1772399 w 6907902"/>
                <a:gd name="connsiteY84" fmla="*/ 3301438 h 4455152"/>
                <a:gd name="connsiteX85" fmla="*/ 1630029 w 6907902"/>
                <a:gd name="connsiteY85" fmla="*/ 3223772 h 4455152"/>
                <a:gd name="connsiteX86" fmla="*/ 1693198 w 6907902"/>
                <a:gd name="connsiteY86" fmla="*/ 3114245 h 4455152"/>
                <a:gd name="connsiteX87" fmla="*/ 1711039 w 6907902"/>
                <a:gd name="connsiteY87" fmla="*/ 3095708 h 4455152"/>
                <a:gd name="connsiteX88" fmla="*/ 5198343 w 6907902"/>
                <a:gd name="connsiteY88" fmla="*/ 3095473 h 4455152"/>
                <a:gd name="connsiteX89" fmla="*/ 5213669 w 6907902"/>
                <a:gd name="connsiteY89" fmla="*/ 3111879 h 4455152"/>
                <a:gd name="connsiteX90" fmla="*/ 5278556 w 6907902"/>
                <a:gd name="connsiteY90" fmla="*/ 3223931 h 4455152"/>
                <a:gd name="connsiteX91" fmla="*/ 5135366 w 6907902"/>
                <a:gd name="connsiteY91" fmla="*/ 3301693 h 4455152"/>
                <a:gd name="connsiteX92" fmla="*/ 5073511 w 6907902"/>
                <a:gd name="connsiteY92" fmla="*/ 3176777 h 4455152"/>
                <a:gd name="connsiteX93" fmla="*/ 5085913 w 6907902"/>
                <a:gd name="connsiteY93" fmla="*/ 3147733 h 4455152"/>
                <a:gd name="connsiteX94" fmla="*/ 5177174 w 6907902"/>
                <a:gd name="connsiteY94" fmla="*/ 3100260 h 4455152"/>
                <a:gd name="connsiteX95" fmla="*/ 5198343 w 6907902"/>
                <a:gd name="connsiteY95" fmla="*/ 3095473 h 4455152"/>
                <a:gd name="connsiteX96" fmla="*/ 1440429 w 6907902"/>
                <a:gd name="connsiteY96" fmla="*/ 2958849 h 4455152"/>
                <a:gd name="connsiteX97" fmla="*/ 1501518 w 6907902"/>
                <a:gd name="connsiteY97" fmla="*/ 2978753 h 4455152"/>
                <a:gd name="connsiteX98" fmla="*/ 1579674 w 6907902"/>
                <a:gd name="connsiteY98" fmla="*/ 3018175 h 4455152"/>
                <a:gd name="connsiteX99" fmla="*/ 1511234 w 6907902"/>
                <a:gd name="connsiteY99" fmla="*/ 3146602 h 4455152"/>
                <a:gd name="connsiteX100" fmla="*/ 1491436 w 6907902"/>
                <a:gd name="connsiteY100" fmla="*/ 3152757 h 4455152"/>
                <a:gd name="connsiteX101" fmla="*/ 1357772 w 6907902"/>
                <a:gd name="connsiteY101" fmla="*/ 3081103 h 4455152"/>
                <a:gd name="connsiteX102" fmla="*/ 1399682 w 6907902"/>
                <a:gd name="connsiteY102" fmla="*/ 3012477 h 4455152"/>
                <a:gd name="connsiteX103" fmla="*/ 1440429 w 6907902"/>
                <a:gd name="connsiteY103" fmla="*/ 2958849 h 4455152"/>
                <a:gd name="connsiteX104" fmla="*/ 5470807 w 6907902"/>
                <a:gd name="connsiteY104" fmla="*/ 2953872 h 4455152"/>
                <a:gd name="connsiteX105" fmla="*/ 5484967 w 6907902"/>
                <a:gd name="connsiteY105" fmla="*/ 2970758 h 4455152"/>
                <a:gd name="connsiteX106" fmla="*/ 5549327 w 6907902"/>
                <a:gd name="connsiteY106" fmla="*/ 3081849 h 4455152"/>
                <a:gd name="connsiteX107" fmla="*/ 5418004 w 6907902"/>
                <a:gd name="connsiteY107" fmla="*/ 3151968 h 4455152"/>
                <a:gd name="connsiteX108" fmla="*/ 5394688 w 6907902"/>
                <a:gd name="connsiteY108" fmla="*/ 3141772 h 4455152"/>
                <a:gd name="connsiteX109" fmla="*/ 5337479 w 6907902"/>
                <a:gd name="connsiteY109" fmla="*/ 3034502 h 4455152"/>
                <a:gd name="connsiteX110" fmla="*/ 5348571 w 6907902"/>
                <a:gd name="connsiteY110" fmla="*/ 3008546 h 4455152"/>
                <a:gd name="connsiteX111" fmla="*/ 5449076 w 6907902"/>
                <a:gd name="connsiteY111" fmla="*/ 2957700 h 4455152"/>
                <a:gd name="connsiteX112" fmla="*/ 5470807 w 6907902"/>
                <a:gd name="connsiteY112" fmla="*/ 2953872 h 4455152"/>
                <a:gd name="connsiteX113" fmla="*/ 5742334 w 6907902"/>
                <a:gd name="connsiteY113" fmla="*/ 2811329 h 4455152"/>
                <a:gd name="connsiteX114" fmla="*/ 5754115 w 6907902"/>
                <a:gd name="connsiteY114" fmla="*/ 2826351 h 4455152"/>
                <a:gd name="connsiteX115" fmla="*/ 5812000 w 6907902"/>
                <a:gd name="connsiteY115" fmla="*/ 2939622 h 4455152"/>
                <a:gd name="connsiteX116" fmla="*/ 5691204 w 6907902"/>
                <a:gd name="connsiteY116" fmla="*/ 3005829 h 4455152"/>
                <a:gd name="connsiteX117" fmla="*/ 5665200 w 6907902"/>
                <a:gd name="connsiteY117" fmla="*/ 3004057 h 4455152"/>
                <a:gd name="connsiteX118" fmla="*/ 5599256 w 6907902"/>
                <a:gd name="connsiteY118" fmla="*/ 2876013 h 4455152"/>
                <a:gd name="connsiteX119" fmla="*/ 5723449 w 6907902"/>
                <a:gd name="connsiteY119" fmla="*/ 2813961 h 4455152"/>
                <a:gd name="connsiteX120" fmla="*/ 5742334 w 6907902"/>
                <a:gd name="connsiteY120" fmla="*/ 2811329 h 4455152"/>
                <a:gd name="connsiteX121" fmla="*/ 1167657 w 6907902"/>
                <a:gd name="connsiteY121" fmla="*/ 2811206 h 4455152"/>
                <a:gd name="connsiteX122" fmla="*/ 1189280 w 6907902"/>
                <a:gd name="connsiteY122" fmla="*/ 2815737 h 4455152"/>
                <a:gd name="connsiteX123" fmla="*/ 1280169 w 6907902"/>
                <a:gd name="connsiteY123" fmla="*/ 2861751 h 4455152"/>
                <a:gd name="connsiteX124" fmla="*/ 1298375 w 6907902"/>
                <a:gd name="connsiteY124" fmla="*/ 2898355 h 4455152"/>
                <a:gd name="connsiteX125" fmla="*/ 1237938 w 6907902"/>
                <a:gd name="connsiteY125" fmla="*/ 3017067 h 4455152"/>
                <a:gd name="connsiteX126" fmla="*/ 1096343 w 6907902"/>
                <a:gd name="connsiteY126" fmla="*/ 2940379 h 4455152"/>
                <a:gd name="connsiteX127" fmla="*/ 1153242 w 6907902"/>
                <a:gd name="connsiteY127" fmla="*/ 2828055 h 4455152"/>
                <a:gd name="connsiteX128" fmla="*/ 1167657 w 6907902"/>
                <a:gd name="connsiteY128" fmla="*/ 2811206 h 4455152"/>
                <a:gd name="connsiteX129" fmla="*/ 900269 w 6907902"/>
                <a:gd name="connsiteY129" fmla="*/ 2657804 h 4455152"/>
                <a:gd name="connsiteX130" fmla="*/ 1024216 w 6907902"/>
                <a:gd name="connsiteY130" fmla="*/ 2723825 h 4455152"/>
                <a:gd name="connsiteX131" fmla="*/ 1029707 w 6907902"/>
                <a:gd name="connsiteY131" fmla="*/ 2748812 h 4455152"/>
                <a:gd name="connsiteX132" fmla="*/ 1011880 w 6907902"/>
                <a:gd name="connsiteY132" fmla="*/ 2786942 h 4455152"/>
                <a:gd name="connsiteX133" fmla="*/ 967383 w 6907902"/>
                <a:gd name="connsiteY133" fmla="*/ 2874358 h 4455152"/>
                <a:gd name="connsiteX134" fmla="*/ 840892 w 6907902"/>
                <a:gd name="connsiteY134" fmla="*/ 2805919 h 4455152"/>
                <a:gd name="connsiteX135" fmla="*/ 839345 w 6907902"/>
                <a:gd name="connsiteY135" fmla="*/ 2762213 h 4455152"/>
                <a:gd name="connsiteX136" fmla="*/ 900269 w 6907902"/>
                <a:gd name="connsiteY136" fmla="*/ 2657804 h 4455152"/>
                <a:gd name="connsiteX137" fmla="*/ 6010638 w 6907902"/>
                <a:gd name="connsiteY137" fmla="*/ 2656446 h 4455152"/>
                <a:gd name="connsiteX138" fmla="*/ 6074966 w 6907902"/>
                <a:gd name="connsiteY138" fmla="*/ 2785121 h 4455152"/>
                <a:gd name="connsiteX139" fmla="*/ 6067667 w 6907902"/>
                <a:gd name="connsiteY139" fmla="*/ 2807208 h 4455152"/>
                <a:gd name="connsiteX140" fmla="*/ 5940671 w 6907902"/>
                <a:gd name="connsiteY140" fmla="*/ 2874621 h 4455152"/>
                <a:gd name="connsiteX141" fmla="*/ 5879113 w 6907902"/>
                <a:gd name="connsiteY141" fmla="*/ 2750279 h 4455152"/>
                <a:gd name="connsiteX142" fmla="*/ 5885116 w 6907902"/>
                <a:gd name="connsiteY142" fmla="*/ 2723194 h 4455152"/>
                <a:gd name="connsiteX143" fmla="*/ 6010638 w 6907902"/>
                <a:gd name="connsiteY143" fmla="*/ 2656446 h 4455152"/>
                <a:gd name="connsiteX144" fmla="*/ 6262995 w 6907902"/>
                <a:gd name="connsiteY144" fmla="*/ 2520101 h 4455152"/>
                <a:gd name="connsiteX145" fmla="*/ 6292650 w 6907902"/>
                <a:gd name="connsiteY145" fmla="*/ 2542433 h 4455152"/>
                <a:gd name="connsiteX146" fmla="*/ 6354267 w 6907902"/>
                <a:gd name="connsiteY146" fmla="*/ 2655790 h 4455152"/>
                <a:gd name="connsiteX147" fmla="*/ 6212072 w 6907902"/>
                <a:gd name="connsiteY147" fmla="*/ 2732796 h 4455152"/>
                <a:gd name="connsiteX148" fmla="*/ 6140236 w 6907902"/>
                <a:gd name="connsiteY148" fmla="*/ 2589650 h 4455152"/>
                <a:gd name="connsiteX149" fmla="*/ 6262995 w 6907902"/>
                <a:gd name="connsiteY149" fmla="*/ 2520101 h 4455152"/>
                <a:gd name="connsiteX150" fmla="*/ 633414 w 6907902"/>
                <a:gd name="connsiteY150" fmla="*/ 2519994 h 4455152"/>
                <a:gd name="connsiteX151" fmla="*/ 654708 w 6907902"/>
                <a:gd name="connsiteY151" fmla="*/ 2524808 h 4455152"/>
                <a:gd name="connsiteX152" fmla="*/ 753822 w 6907902"/>
                <a:gd name="connsiteY152" fmla="*/ 2577966 h 4455152"/>
                <a:gd name="connsiteX153" fmla="*/ 763771 w 6907902"/>
                <a:gd name="connsiteY153" fmla="*/ 2611979 h 4455152"/>
                <a:gd name="connsiteX154" fmla="*/ 706992 w 6907902"/>
                <a:gd name="connsiteY154" fmla="*/ 2719442 h 4455152"/>
                <a:gd name="connsiteX155" fmla="*/ 687657 w 6907902"/>
                <a:gd name="connsiteY155" fmla="*/ 2727154 h 4455152"/>
                <a:gd name="connsiteX156" fmla="*/ 554005 w 6907902"/>
                <a:gd name="connsiteY156" fmla="*/ 2655684 h 4455152"/>
                <a:gd name="connsiteX157" fmla="*/ 618467 w 6907902"/>
                <a:gd name="connsiteY157" fmla="*/ 2536696 h 4455152"/>
                <a:gd name="connsiteX158" fmla="*/ 633414 w 6907902"/>
                <a:gd name="connsiteY158" fmla="*/ 2519994 h 4455152"/>
                <a:gd name="connsiteX159" fmla="*/ 6746735 w 6907902"/>
                <a:gd name="connsiteY159" fmla="*/ 2162140 h 4455152"/>
                <a:gd name="connsiteX160" fmla="*/ 6907902 w 6907902"/>
                <a:gd name="connsiteY160" fmla="*/ 2162140 h 4455152"/>
                <a:gd name="connsiteX161" fmla="*/ 6907902 w 6907902"/>
                <a:gd name="connsiteY161" fmla="*/ 2646956 h 4455152"/>
                <a:gd name="connsiteX162" fmla="*/ 6578506 w 6907902"/>
                <a:gd name="connsiteY162" fmla="*/ 2646956 h 4455152"/>
                <a:gd name="connsiteX163" fmla="*/ 6424892 w 6907902"/>
                <a:gd name="connsiteY163" fmla="*/ 2646956 h 4455152"/>
                <a:gd name="connsiteX164" fmla="*/ 6424892 w 6907902"/>
                <a:gd name="connsiteY164" fmla="*/ 2491465 h 4455152"/>
                <a:gd name="connsiteX165" fmla="*/ 6746735 w 6907902"/>
                <a:gd name="connsiteY165" fmla="*/ 2491465 h 4455152"/>
                <a:gd name="connsiteX166" fmla="*/ 6746735 w 6907902"/>
                <a:gd name="connsiteY166" fmla="*/ 2162140 h 4455152"/>
                <a:gd name="connsiteX167" fmla="*/ 0 w 6907902"/>
                <a:gd name="connsiteY167" fmla="*/ 2161080 h 4455152"/>
                <a:gd name="connsiteX168" fmla="*/ 159288 w 6907902"/>
                <a:gd name="connsiteY168" fmla="*/ 2161080 h 4455152"/>
                <a:gd name="connsiteX169" fmla="*/ 159288 w 6907902"/>
                <a:gd name="connsiteY169" fmla="*/ 2491248 h 4455152"/>
                <a:gd name="connsiteX170" fmla="*/ 228718 w 6907902"/>
                <a:gd name="connsiteY170" fmla="*/ 2491248 h 4455152"/>
                <a:gd name="connsiteX171" fmla="*/ 483678 w 6907902"/>
                <a:gd name="connsiteY171" fmla="*/ 2491248 h 4455152"/>
                <a:gd name="connsiteX172" fmla="*/ 483678 w 6907902"/>
                <a:gd name="connsiteY172" fmla="*/ 2645163 h 4455152"/>
                <a:gd name="connsiteX173" fmla="*/ 0 w 6907902"/>
                <a:gd name="connsiteY173" fmla="*/ 2645163 h 4455152"/>
                <a:gd name="connsiteX174" fmla="*/ 0 w 6907902"/>
                <a:gd name="connsiteY174" fmla="*/ 2161080 h 4455152"/>
                <a:gd name="connsiteX175" fmla="*/ 505 w 6907902"/>
                <a:gd name="connsiteY175" fmla="*/ 2032 h 4455152"/>
                <a:gd name="connsiteX176" fmla="*/ 483856 w 6907902"/>
                <a:gd name="connsiteY176" fmla="*/ 2032 h 4455152"/>
                <a:gd name="connsiteX177" fmla="*/ 483856 w 6907902"/>
                <a:gd name="connsiteY177" fmla="*/ 154701 h 4455152"/>
                <a:gd name="connsiteX178" fmla="*/ 160807 w 6907902"/>
                <a:gd name="connsiteY178" fmla="*/ 154701 h 4455152"/>
                <a:gd name="connsiteX179" fmla="*/ 160807 w 6907902"/>
                <a:gd name="connsiteY179" fmla="*/ 452452 h 4455152"/>
                <a:gd name="connsiteX180" fmla="*/ 140752 w 6907902"/>
                <a:gd name="connsiteY180" fmla="*/ 481064 h 4455152"/>
                <a:gd name="connsiteX181" fmla="*/ 505 w 6907902"/>
                <a:gd name="connsiteY181" fmla="*/ 480636 h 4455152"/>
                <a:gd name="connsiteX182" fmla="*/ 505 w 6907902"/>
                <a:gd name="connsiteY182" fmla="*/ 2032 h 4455152"/>
                <a:gd name="connsiteX183" fmla="*/ 6907704 w 6907902"/>
                <a:gd name="connsiteY183" fmla="*/ 13 h 4455152"/>
                <a:gd name="connsiteX184" fmla="*/ 6907704 w 6907902"/>
                <a:gd name="connsiteY184" fmla="*/ 478274 h 4455152"/>
                <a:gd name="connsiteX185" fmla="*/ 6748501 w 6907902"/>
                <a:gd name="connsiteY185" fmla="*/ 478274 h 4455152"/>
                <a:gd name="connsiteX186" fmla="*/ 6748501 w 6907902"/>
                <a:gd name="connsiteY186" fmla="*/ 156024 h 4455152"/>
                <a:gd name="connsiteX187" fmla="*/ 6422816 w 6907902"/>
                <a:gd name="connsiteY187" fmla="*/ 156024 h 4455152"/>
                <a:gd name="connsiteX188" fmla="*/ 6422873 w 6907902"/>
                <a:gd name="connsiteY188" fmla="*/ 15192 h 4455152"/>
                <a:gd name="connsiteX189" fmla="*/ 6442297 w 6907902"/>
                <a:gd name="connsiteY189" fmla="*/ 519 h 4455152"/>
                <a:gd name="connsiteX190" fmla="*/ 6907704 w 6907902"/>
                <a:gd name="connsiteY190" fmla="*/ 13 h 44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907902" h="4455152">
                  <a:moveTo>
                    <a:pt x="3217963" y="3982615"/>
                  </a:moveTo>
                  <a:lnTo>
                    <a:pt x="3690501" y="3982615"/>
                  </a:lnTo>
                  <a:lnTo>
                    <a:pt x="3690501" y="4455152"/>
                  </a:lnTo>
                  <a:lnTo>
                    <a:pt x="3217963" y="4455152"/>
                  </a:lnTo>
                  <a:close/>
                  <a:moveTo>
                    <a:pt x="3044926" y="3810893"/>
                  </a:moveTo>
                  <a:cubicBezTo>
                    <a:pt x="3070393" y="3817604"/>
                    <a:pt x="3095427" y="3826416"/>
                    <a:pt x="3120014" y="3836333"/>
                  </a:cubicBezTo>
                  <a:cubicBezTo>
                    <a:pt x="3128055" y="3839577"/>
                    <a:pt x="3134531" y="3846521"/>
                    <a:pt x="3142409" y="3850363"/>
                  </a:cubicBezTo>
                  <a:cubicBezTo>
                    <a:pt x="3201340" y="3879107"/>
                    <a:pt x="3193807" y="3869389"/>
                    <a:pt x="3166437" y="3926482"/>
                  </a:cubicBezTo>
                  <a:cubicBezTo>
                    <a:pt x="3152207" y="3956166"/>
                    <a:pt x="3136883" y="3985325"/>
                    <a:pt x="3120166" y="4018461"/>
                  </a:cubicBezTo>
                  <a:cubicBezTo>
                    <a:pt x="3076676" y="3995652"/>
                    <a:pt x="3034531" y="3974473"/>
                    <a:pt x="2993729" y="3950967"/>
                  </a:cubicBezTo>
                  <a:cubicBezTo>
                    <a:pt x="2988673" y="3948054"/>
                    <a:pt x="2986808" y="3930985"/>
                    <a:pt x="2990184" y="3923507"/>
                  </a:cubicBezTo>
                  <a:cubicBezTo>
                    <a:pt x="3006994" y="3886256"/>
                    <a:pt x="3026051" y="3850018"/>
                    <a:pt x="3044926" y="3810893"/>
                  </a:cubicBezTo>
                  <a:close/>
                  <a:moveTo>
                    <a:pt x="3857262" y="3798274"/>
                  </a:moveTo>
                  <a:cubicBezTo>
                    <a:pt x="3880185" y="3844317"/>
                    <a:pt x="3900873" y="3884331"/>
                    <a:pt x="3919694" y="3925202"/>
                  </a:cubicBezTo>
                  <a:cubicBezTo>
                    <a:pt x="3922779" y="3931901"/>
                    <a:pt x="3920624" y="3947571"/>
                    <a:pt x="3915859" y="3950296"/>
                  </a:cubicBezTo>
                  <a:cubicBezTo>
                    <a:pt x="3874919" y="3973701"/>
                    <a:pt x="3832824" y="3995084"/>
                    <a:pt x="3787621" y="4018887"/>
                  </a:cubicBezTo>
                  <a:cubicBezTo>
                    <a:pt x="3764654" y="3971312"/>
                    <a:pt x="3743249" y="3926972"/>
                    <a:pt x="3722017" y="3880040"/>
                  </a:cubicBezTo>
                  <a:cubicBezTo>
                    <a:pt x="3766409" y="3851528"/>
                    <a:pt x="3810626" y="3825609"/>
                    <a:pt x="3857262" y="3798274"/>
                  </a:cubicBezTo>
                  <a:close/>
                  <a:moveTo>
                    <a:pt x="2779459" y="3667275"/>
                  </a:moveTo>
                  <a:cubicBezTo>
                    <a:pt x="2811811" y="3678540"/>
                    <a:pt x="2842765" y="3690811"/>
                    <a:pt x="2872745" y="3705118"/>
                  </a:cubicBezTo>
                  <a:cubicBezTo>
                    <a:pt x="2889543" y="3713134"/>
                    <a:pt x="2904730" y="3724524"/>
                    <a:pt x="2920902" y="3734554"/>
                  </a:cubicBezTo>
                  <a:cubicBezTo>
                    <a:pt x="2901787" y="3772164"/>
                    <a:pt x="2883088" y="3811125"/>
                    <a:pt x="2861933" y="3848704"/>
                  </a:cubicBezTo>
                  <a:cubicBezTo>
                    <a:pt x="2857840" y="3855975"/>
                    <a:pt x="2841394" y="3863959"/>
                    <a:pt x="2835330" y="3861226"/>
                  </a:cubicBezTo>
                  <a:cubicBezTo>
                    <a:pt x="2792155" y="3841760"/>
                    <a:pt x="2750195" y="3819596"/>
                    <a:pt x="2707845" y="3798289"/>
                  </a:cubicBezTo>
                  <a:cubicBezTo>
                    <a:pt x="2731864" y="3753851"/>
                    <a:pt x="2754759" y="3711491"/>
                    <a:pt x="2779459" y="3667275"/>
                  </a:cubicBezTo>
                  <a:close/>
                  <a:moveTo>
                    <a:pt x="4121223" y="3664574"/>
                  </a:moveTo>
                  <a:cubicBezTo>
                    <a:pt x="4128701" y="3666615"/>
                    <a:pt x="4134930" y="3673422"/>
                    <a:pt x="4140748" y="3685693"/>
                  </a:cubicBezTo>
                  <a:cubicBezTo>
                    <a:pt x="4158578" y="3723299"/>
                    <a:pt x="4179716" y="3759335"/>
                    <a:pt x="4200684" y="3798333"/>
                  </a:cubicBezTo>
                  <a:cubicBezTo>
                    <a:pt x="4158774" y="3819383"/>
                    <a:pt x="4116757" y="3841538"/>
                    <a:pt x="4073532" y="3861015"/>
                  </a:cubicBezTo>
                  <a:cubicBezTo>
                    <a:pt x="4067370" y="3863791"/>
                    <a:pt x="4050900" y="3856137"/>
                    <a:pt x="4046806" y="3848968"/>
                  </a:cubicBezTo>
                  <a:cubicBezTo>
                    <a:pt x="4025508" y="3811662"/>
                    <a:pt x="4006672" y="3772950"/>
                    <a:pt x="3986489" y="3733779"/>
                  </a:cubicBezTo>
                  <a:cubicBezTo>
                    <a:pt x="3995844" y="3728837"/>
                    <a:pt x="4004389" y="3724322"/>
                    <a:pt x="4015008" y="3718416"/>
                  </a:cubicBezTo>
                  <a:cubicBezTo>
                    <a:pt x="4042829" y="3702103"/>
                    <a:pt x="4069009" y="3687869"/>
                    <a:pt x="4094194" y="3672054"/>
                  </a:cubicBezTo>
                  <a:cubicBezTo>
                    <a:pt x="4105014" y="3665260"/>
                    <a:pt x="4113744" y="3662534"/>
                    <a:pt x="4121223" y="3664574"/>
                  </a:cubicBezTo>
                  <a:close/>
                  <a:moveTo>
                    <a:pt x="4392682" y="3521406"/>
                  </a:moveTo>
                  <a:cubicBezTo>
                    <a:pt x="4397672" y="3522687"/>
                    <a:pt x="4401810" y="3527025"/>
                    <a:pt x="4405994" y="3535018"/>
                  </a:cubicBezTo>
                  <a:cubicBezTo>
                    <a:pt x="4425935" y="3573105"/>
                    <a:pt x="4447743" y="3610212"/>
                    <a:pt x="4467906" y="3648188"/>
                  </a:cubicBezTo>
                  <a:cubicBezTo>
                    <a:pt x="4469321" y="3650852"/>
                    <a:pt x="4463432" y="3657393"/>
                    <a:pt x="4458505" y="3662614"/>
                  </a:cubicBezTo>
                  <a:cubicBezTo>
                    <a:pt x="4420554" y="3681033"/>
                    <a:pt x="4385472" y="3699942"/>
                    <a:pt x="4349189" y="3716168"/>
                  </a:cubicBezTo>
                  <a:cubicBezTo>
                    <a:pt x="4340980" y="3719840"/>
                    <a:pt x="4322724" y="3717912"/>
                    <a:pt x="4319109" y="3712211"/>
                  </a:cubicBezTo>
                  <a:cubicBezTo>
                    <a:pt x="4298516" y="3679730"/>
                    <a:pt x="4279938" y="3645819"/>
                    <a:pt x="4263191" y="3611178"/>
                  </a:cubicBezTo>
                  <a:cubicBezTo>
                    <a:pt x="4259662" y="3603877"/>
                    <a:pt x="4263330" y="3585933"/>
                    <a:pt x="4269313" y="3582383"/>
                  </a:cubicBezTo>
                  <a:cubicBezTo>
                    <a:pt x="4303411" y="3562152"/>
                    <a:pt x="4339600" y="3545486"/>
                    <a:pt x="4374258" y="3526140"/>
                  </a:cubicBezTo>
                  <a:cubicBezTo>
                    <a:pt x="4381850" y="3521902"/>
                    <a:pt x="4387692" y="3520125"/>
                    <a:pt x="4392682" y="3521406"/>
                  </a:cubicBezTo>
                  <a:close/>
                  <a:moveTo>
                    <a:pt x="2516461" y="3521216"/>
                  </a:moveTo>
                  <a:cubicBezTo>
                    <a:pt x="2521961" y="3520080"/>
                    <a:pt x="2528300" y="3522375"/>
                    <a:pt x="2536041" y="3526651"/>
                  </a:cubicBezTo>
                  <a:cubicBezTo>
                    <a:pt x="2569844" y="3545325"/>
                    <a:pt x="2604763" y="3562068"/>
                    <a:pt x="2637779" y="3581996"/>
                  </a:cubicBezTo>
                  <a:cubicBezTo>
                    <a:pt x="2644244" y="3585898"/>
                    <a:pt x="2649502" y="3603233"/>
                    <a:pt x="2646227" y="3609928"/>
                  </a:cubicBezTo>
                  <a:cubicBezTo>
                    <a:pt x="2628838" y="3645487"/>
                    <a:pt x="2609385" y="3680150"/>
                    <a:pt x="2588374" y="3713700"/>
                  </a:cubicBezTo>
                  <a:cubicBezTo>
                    <a:pt x="2585207" y="3718757"/>
                    <a:pt x="2568359" y="3720146"/>
                    <a:pt x="2560777" y="3716724"/>
                  </a:cubicBezTo>
                  <a:cubicBezTo>
                    <a:pt x="2519588" y="3698129"/>
                    <a:pt x="2479322" y="3677491"/>
                    <a:pt x="2437358" y="3656879"/>
                  </a:cubicBezTo>
                  <a:cubicBezTo>
                    <a:pt x="2444205" y="3643166"/>
                    <a:pt x="2450246" y="3631071"/>
                    <a:pt x="2457770" y="3616935"/>
                  </a:cubicBezTo>
                  <a:cubicBezTo>
                    <a:pt x="2473635" y="3588792"/>
                    <a:pt x="2489406" y="3563335"/>
                    <a:pt x="2501918" y="3536364"/>
                  </a:cubicBezTo>
                  <a:cubicBezTo>
                    <a:pt x="2506301" y="3526918"/>
                    <a:pt x="2510961" y="3522352"/>
                    <a:pt x="2516461" y="3521216"/>
                  </a:cubicBezTo>
                  <a:close/>
                  <a:moveTo>
                    <a:pt x="4664692" y="3374799"/>
                  </a:moveTo>
                  <a:cubicBezTo>
                    <a:pt x="4685601" y="3417389"/>
                    <a:pt x="4703910" y="3457442"/>
                    <a:pt x="4724822" y="3496088"/>
                  </a:cubicBezTo>
                  <a:cubicBezTo>
                    <a:pt x="4734852" y="3514624"/>
                    <a:pt x="4728326" y="3521666"/>
                    <a:pt x="4712368" y="3529144"/>
                  </a:cubicBezTo>
                  <a:cubicBezTo>
                    <a:pt x="4681407" y="3543650"/>
                    <a:pt x="4651596" y="3560758"/>
                    <a:pt x="4620085" y="3573838"/>
                  </a:cubicBezTo>
                  <a:cubicBezTo>
                    <a:pt x="4611760" y="3577293"/>
                    <a:pt x="4593657" y="3573606"/>
                    <a:pt x="4589146" y="3566992"/>
                  </a:cubicBezTo>
                  <a:cubicBezTo>
                    <a:pt x="4569366" y="3537991"/>
                    <a:pt x="4553108" y="3506604"/>
                    <a:pt x="4535208" y="3476298"/>
                  </a:cubicBezTo>
                  <a:cubicBezTo>
                    <a:pt x="4524149" y="3457574"/>
                    <a:pt x="4524704" y="3443957"/>
                    <a:pt x="4547870" y="3435000"/>
                  </a:cubicBezTo>
                  <a:cubicBezTo>
                    <a:pt x="4563144" y="3429094"/>
                    <a:pt x="4577081" y="3419732"/>
                    <a:pt x="4593457" y="3410151"/>
                  </a:cubicBezTo>
                  <a:cubicBezTo>
                    <a:pt x="4617876" y="3397458"/>
                    <a:pt x="4640455" y="3386529"/>
                    <a:pt x="4664692" y="3374799"/>
                  </a:cubicBezTo>
                  <a:close/>
                  <a:moveTo>
                    <a:pt x="2245605" y="3371778"/>
                  </a:moveTo>
                  <a:cubicBezTo>
                    <a:pt x="2292241" y="3399086"/>
                    <a:pt x="2336500" y="3425002"/>
                    <a:pt x="2380938" y="3453517"/>
                  </a:cubicBezTo>
                  <a:cubicBezTo>
                    <a:pt x="2363201" y="3492845"/>
                    <a:pt x="2346225" y="3530092"/>
                    <a:pt x="2326539" y="3565848"/>
                  </a:cubicBezTo>
                  <a:cubicBezTo>
                    <a:pt x="2322829" y="3572588"/>
                    <a:pt x="2305838" y="3578963"/>
                    <a:pt x="2299202" y="3576010"/>
                  </a:cubicBezTo>
                  <a:cubicBezTo>
                    <a:pt x="2258045" y="3557695"/>
                    <a:pt x="2218094" y="3536670"/>
                    <a:pt x="2174585" y="3514971"/>
                  </a:cubicBezTo>
                  <a:cubicBezTo>
                    <a:pt x="2197968" y="3467826"/>
                    <a:pt x="2220336" y="3422727"/>
                    <a:pt x="2245605" y="3371778"/>
                  </a:cubicBezTo>
                  <a:close/>
                  <a:moveTo>
                    <a:pt x="1973384" y="3232496"/>
                  </a:moveTo>
                  <a:cubicBezTo>
                    <a:pt x="2019459" y="3255153"/>
                    <a:pt x="2064468" y="3277286"/>
                    <a:pt x="2114078" y="3301681"/>
                  </a:cubicBezTo>
                  <a:cubicBezTo>
                    <a:pt x="2090972" y="3348477"/>
                    <a:pt x="2068434" y="3394123"/>
                    <a:pt x="2044305" y="3442993"/>
                  </a:cubicBezTo>
                  <a:cubicBezTo>
                    <a:pt x="2004410" y="3422863"/>
                    <a:pt x="1967187" y="3404081"/>
                    <a:pt x="1927424" y="3384802"/>
                  </a:cubicBezTo>
                  <a:cubicBezTo>
                    <a:pt x="1909141" y="3377567"/>
                    <a:pt x="1903600" y="3369531"/>
                    <a:pt x="1913507" y="3351618"/>
                  </a:cubicBezTo>
                  <a:cubicBezTo>
                    <a:pt x="1934252" y="3314106"/>
                    <a:pt x="1952216" y="3275058"/>
                    <a:pt x="1973384" y="3232496"/>
                  </a:cubicBezTo>
                  <a:close/>
                  <a:moveTo>
                    <a:pt x="4934808" y="3232070"/>
                  </a:moveTo>
                  <a:cubicBezTo>
                    <a:pt x="4958745" y="3280215"/>
                    <a:pt x="4981433" y="3325845"/>
                    <a:pt x="5005781" y="3374817"/>
                  </a:cubicBezTo>
                  <a:cubicBezTo>
                    <a:pt x="4955866" y="3397180"/>
                    <a:pt x="4909918" y="3417766"/>
                    <a:pt x="4861898" y="3436780"/>
                  </a:cubicBezTo>
                  <a:cubicBezTo>
                    <a:pt x="4838476" y="3392012"/>
                    <a:pt x="4817123" y="3348817"/>
                    <a:pt x="4794195" y="3302437"/>
                  </a:cubicBezTo>
                  <a:cubicBezTo>
                    <a:pt x="4841680" y="3278674"/>
                    <a:pt x="4886460" y="3256265"/>
                    <a:pt x="4934808" y="3232070"/>
                  </a:cubicBezTo>
                  <a:close/>
                  <a:moveTo>
                    <a:pt x="1711039" y="3095708"/>
                  </a:moveTo>
                  <a:cubicBezTo>
                    <a:pt x="1717708" y="3093974"/>
                    <a:pt x="1725388" y="3096306"/>
                    <a:pt x="1734945" y="3101558"/>
                  </a:cubicBezTo>
                  <a:cubicBezTo>
                    <a:pt x="1760156" y="3115408"/>
                    <a:pt x="1785209" y="3130318"/>
                    <a:pt x="1811987" y="3140351"/>
                  </a:cubicBezTo>
                  <a:cubicBezTo>
                    <a:pt x="1843635" y="3152210"/>
                    <a:pt x="1845048" y="3168617"/>
                    <a:pt x="1826196" y="3195101"/>
                  </a:cubicBezTo>
                  <a:cubicBezTo>
                    <a:pt x="1808651" y="3230839"/>
                    <a:pt x="1791599" y="3264047"/>
                    <a:pt x="1772399" y="3301438"/>
                  </a:cubicBezTo>
                  <a:cubicBezTo>
                    <a:pt x="1723436" y="3274728"/>
                    <a:pt x="1676435" y="3249087"/>
                    <a:pt x="1630029" y="3223772"/>
                  </a:cubicBezTo>
                  <a:cubicBezTo>
                    <a:pt x="1652816" y="3184769"/>
                    <a:pt x="1675028" y="3150519"/>
                    <a:pt x="1693198" y="3114245"/>
                  </a:cubicBezTo>
                  <a:cubicBezTo>
                    <a:pt x="1698712" y="3103238"/>
                    <a:pt x="1704370" y="3097441"/>
                    <a:pt x="1711039" y="3095708"/>
                  </a:cubicBezTo>
                  <a:close/>
                  <a:moveTo>
                    <a:pt x="5198343" y="3095473"/>
                  </a:moveTo>
                  <a:cubicBezTo>
                    <a:pt x="5204061" y="3097231"/>
                    <a:pt x="5208806" y="3102522"/>
                    <a:pt x="5213669" y="3111879"/>
                  </a:cubicBezTo>
                  <a:cubicBezTo>
                    <a:pt x="5232861" y="3148817"/>
                    <a:pt x="5255236" y="3184101"/>
                    <a:pt x="5278556" y="3223931"/>
                  </a:cubicBezTo>
                  <a:cubicBezTo>
                    <a:pt x="5231756" y="3249346"/>
                    <a:pt x="5184720" y="3274891"/>
                    <a:pt x="5135366" y="3301693"/>
                  </a:cubicBezTo>
                  <a:cubicBezTo>
                    <a:pt x="5113838" y="3257840"/>
                    <a:pt x="5094451" y="3218348"/>
                    <a:pt x="5073511" y="3176777"/>
                  </a:cubicBezTo>
                  <a:cubicBezTo>
                    <a:pt x="5076468" y="3165464"/>
                    <a:pt x="5078529" y="3152046"/>
                    <a:pt x="5085913" y="3147733"/>
                  </a:cubicBezTo>
                  <a:cubicBezTo>
                    <a:pt x="5115482" y="3130458"/>
                    <a:pt x="5147063" y="3116668"/>
                    <a:pt x="5177174" y="3100260"/>
                  </a:cubicBezTo>
                  <a:cubicBezTo>
                    <a:pt x="5185932" y="3095488"/>
                    <a:pt x="5192624" y="3093714"/>
                    <a:pt x="5198343" y="3095473"/>
                  </a:cubicBezTo>
                  <a:close/>
                  <a:moveTo>
                    <a:pt x="1440429" y="2958849"/>
                  </a:moveTo>
                  <a:cubicBezTo>
                    <a:pt x="1453161" y="2954629"/>
                    <a:pt x="1469283" y="2962664"/>
                    <a:pt x="1501518" y="2978753"/>
                  </a:cubicBezTo>
                  <a:cubicBezTo>
                    <a:pt x="1526137" y="2991039"/>
                    <a:pt x="1550653" y="3003528"/>
                    <a:pt x="1579674" y="3018175"/>
                  </a:cubicBezTo>
                  <a:cubicBezTo>
                    <a:pt x="1556672" y="3061823"/>
                    <a:pt x="1534656" y="3104605"/>
                    <a:pt x="1511234" y="3146602"/>
                  </a:cubicBezTo>
                  <a:cubicBezTo>
                    <a:pt x="1508685" y="3151171"/>
                    <a:pt x="1496029" y="3155111"/>
                    <a:pt x="1491436" y="3152757"/>
                  </a:cubicBezTo>
                  <a:cubicBezTo>
                    <a:pt x="1447406" y="3130191"/>
                    <a:pt x="1404103" y="3106208"/>
                    <a:pt x="1357772" y="3081103"/>
                  </a:cubicBezTo>
                  <a:cubicBezTo>
                    <a:pt x="1372947" y="3056877"/>
                    <a:pt x="1386076" y="3035916"/>
                    <a:pt x="1399682" y="3012477"/>
                  </a:cubicBezTo>
                  <a:cubicBezTo>
                    <a:pt x="1418356" y="2979545"/>
                    <a:pt x="1427697" y="2963069"/>
                    <a:pt x="1440429" y="2958849"/>
                  </a:cubicBezTo>
                  <a:close/>
                  <a:moveTo>
                    <a:pt x="5470807" y="2953872"/>
                  </a:moveTo>
                  <a:cubicBezTo>
                    <a:pt x="5476240" y="2956321"/>
                    <a:pt x="5480412" y="2962222"/>
                    <a:pt x="5484967" y="2970758"/>
                  </a:cubicBezTo>
                  <a:cubicBezTo>
                    <a:pt x="5504456" y="3007279"/>
                    <a:pt x="5526342" y="3042522"/>
                    <a:pt x="5549327" y="3081849"/>
                  </a:cubicBezTo>
                  <a:cubicBezTo>
                    <a:pt x="5505371" y="3105670"/>
                    <a:pt x="5462197" y="3129836"/>
                    <a:pt x="5418004" y="3151968"/>
                  </a:cubicBezTo>
                  <a:cubicBezTo>
                    <a:pt x="5412927" y="3154511"/>
                    <a:pt x="5398221" y="3147949"/>
                    <a:pt x="5394688" y="3141772"/>
                  </a:cubicBezTo>
                  <a:cubicBezTo>
                    <a:pt x="5375004" y="3107357"/>
                    <a:pt x="5357386" y="3071759"/>
                    <a:pt x="5337479" y="3034502"/>
                  </a:cubicBezTo>
                  <a:cubicBezTo>
                    <a:pt x="5340002" y="3024254"/>
                    <a:pt x="5341965" y="3012166"/>
                    <a:pt x="5348571" y="3008546"/>
                  </a:cubicBezTo>
                  <a:cubicBezTo>
                    <a:pt x="5381477" y="2990510"/>
                    <a:pt x="5416186" y="2975760"/>
                    <a:pt x="5449076" y="2957700"/>
                  </a:cubicBezTo>
                  <a:cubicBezTo>
                    <a:pt x="5458679" y="2952427"/>
                    <a:pt x="5465374" y="2951423"/>
                    <a:pt x="5470807" y="2953872"/>
                  </a:cubicBezTo>
                  <a:close/>
                  <a:moveTo>
                    <a:pt x="5742334" y="2811329"/>
                  </a:moveTo>
                  <a:cubicBezTo>
                    <a:pt x="5747022" y="2813654"/>
                    <a:pt x="5750527" y="2818921"/>
                    <a:pt x="5754115" y="2826351"/>
                  </a:cubicBezTo>
                  <a:cubicBezTo>
                    <a:pt x="5771856" y="2863078"/>
                    <a:pt x="5791138" y="2899061"/>
                    <a:pt x="5812000" y="2939622"/>
                  </a:cubicBezTo>
                  <a:cubicBezTo>
                    <a:pt x="5774091" y="2960688"/>
                    <a:pt x="5733925" y="2983008"/>
                    <a:pt x="5691204" y="3005829"/>
                  </a:cubicBezTo>
                  <a:cubicBezTo>
                    <a:pt x="5680569" y="3005718"/>
                    <a:pt x="5667317" y="3007931"/>
                    <a:pt x="5665200" y="3004057"/>
                  </a:cubicBezTo>
                  <a:cubicBezTo>
                    <a:pt x="5642637" y="2962785"/>
                    <a:pt x="5621838" y="2920547"/>
                    <a:pt x="5599256" y="2876013"/>
                  </a:cubicBezTo>
                  <a:cubicBezTo>
                    <a:pt x="5643125" y="2854204"/>
                    <a:pt x="5683622" y="2834724"/>
                    <a:pt x="5723449" y="2813961"/>
                  </a:cubicBezTo>
                  <a:cubicBezTo>
                    <a:pt x="5731774" y="2809621"/>
                    <a:pt x="5737646" y="2809004"/>
                    <a:pt x="5742334" y="2811329"/>
                  </a:cubicBezTo>
                  <a:close/>
                  <a:moveTo>
                    <a:pt x="1167657" y="2811206"/>
                  </a:moveTo>
                  <a:cubicBezTo>
                    <a:pt x="1173304" y="2809167"/>
                    <a:pt x="1180152" y="2810691"/>
                    <a:pt x="1189280" y="2815737"/>
                  </a:cubicBezTo>
                  <a:cubicBezTo>
                    <a:pt x="1218222" y="2831735"/>
                    <a:pt x="1248346" y="2845594"/>
                    <a:pt x="1280169" y="2861751"/>
                  </a:cubicBezTo>
                  <a:cubicBezTo>
                    <a:pt x="1302184" y="2868289"/>
                    <a:pt x="1310310" y="2876826"/>
                    <a:pt x="1298375" y="2898355"/>
                  </a:cubicBezTo>
                  <a:cubicBezTo>
                    <a:pt x="1277632" y="2935769"/>
                    <a:pt x="1259389" y="2974569"/>
                    <a:pt x="1237938" y="3017067"/>
                  </a:cubicBezTo>
                  <a:cubicBezTo>
                    <a:pt x="1189154" y="2990646"/>
                    <a:pt x="1142203" y="2965217"/>
                    <a:pt x="1096343" y="2940379"/>
                  </a:cubicBezTo>
                  <a:cubicBezTo>
                    <a:pt x="1116795" y="2900317"/>
                    <a:pt x="1136056" y="2864672"/>
                    <a:pt x="1153242" y="2828055"/>
                  </a:cubicBezTo>
                  <a:cubicBezTo>
                    <a:pt x="1157564" y="2818847"/>
                    <a:pt x="1162010" y="2813245"/>
                    <a:pt x="1167657" y="2811206"/>
                  </a:cubicBezTo>
                  <a:close/>
                  <a:moveTo>
                    <a:pt x="900269" y="2657804"/>
                  </a:moveTo>
                  <a:cubicBezTo>
                    <a:pt x="941244" y="2679294"/>
                    <a:pt x="983306" y="2700547"/>
                    <a:pt x="1024216" y="2723825"/>
                  </a:cubicBezTo>
                  <a:cubicBezTo>
                    <a:pt x="1029380" y="2726764"/>
                    <a:pt x="1031601" y="2741101"/>
                    <a:pt x="1029707" y="2748812"/>
                  </a:cubicBezTo>
                  <a:cubicBezTo>
                    <a:pt x="1026616" y="2761393"/>
                    <a:pt x="1019013" y="2772865"/>
                    <a:pt x="1011880" y="2786942"/>
                  </a:cubicBezTo>
                  <a:cubicBezTo>
                    <a:pt x="996654" y="2816389"/>
                    <a:pt x="982863" y="2843700"/>
                    <a:pt x="967383" y="2874358"/>
                  </a:cubicBezTo>
                  <a:cubicBezTo>
                    <a:pt x="923376" y="2851251"/>
                    <a:pt x="880598" y="2831016"/>
                    <a:pt x="840892" y="2805919"/>
                  </a:cubicBezTo>
                  <a:cubicBezTo>
                    <a:pt x="833624" y="2801325"/>
                    <a:pt x="833437" y="2774306"/>
                    <a:pt x="839345" y="2762213"/>
                  </a:cubicBezTo>
                  <a:cubicBezTo>
                    <a:pt x="856374" y="2727356"/>
                    <a:pt x="878190" y="2694837"/>
                    <a:pt x="900269" y="2657804"/>
                  </a:cubicBezTo>
                  <a:close/>
                  <a:moveTo>
                    <a:pt x="6010638" y="2656446"/>
                  </a:moveTo>
                  <a:cubicBezTo>
                    <a:pt x="6033212" y="2701011"/>
                    <a:pt x="6054979" y="2742648"/>
                    <a:pt x="6074966" y="2785121"/>
                  </a:cubicBezTo>
                  <a:cubicBezTo>
                    <a:pt x="6077468" y="2790436"/>
                    <a:pt x="6072880" y="2804283"/>
                    <a:pt x="6067667" y="2807208"/>
                  </a:cubicBezTo>
                  <a:cubicBezTo>
                    <a:pt x="6026589" y="2830258"/>
                    <a:pt x="5984561" y="2851614"/>
                    <a:pt x="5940671" y="2874621"/>
                  </a:cubicBezTo>
                  <a:cubicBezTo>
                    <a:pt x="5919414" y="2831309"/>
                    <a:pt x="5900040" y="2791834"/>
                    <a:pt x="5879113" y="2750279"/>
                  </a:cubicBezTo>
                  <a:cubicBezTo>
                    <a:pt x="5879938" y="2739614"/>
                    <a:pt x="5879631" y="2726316"/>
                    <a:pt x="5885116" y="2723194"/>
                  </a:cubicBezTo>
                  <a:cubicBezTo>
                    <a:pt x="5925179" y="2700386"/>
                    <a:pt x="5966404" y="2679623"/>
                    <a:pt x="6010638" y="2656446"/>
                  </a:cubicBezTo>
                  <a:close/>
                  <a:moveTo>
                    <a:pt x="6262995" y="2520101"/>
                  </a:moveTo>
                  <a:cubicBezTo>
                    <a:pt x="6274575" y="2526607"/>
                    <a:pt x="6286878" y="2532603"/>
                    <a:pt x="6292650" y="2542433"/>
                  </a:cubicBezTo>
                  <a:cubicBezTo>
                    <a:pt x="6313669" y="2578220"/>
                    <a:pt x="6332505" y="2615290"/>
                    <a:pt x="6354267" y="2655790"/>
                  </a:cubicBezTo>
                  <a:cubicBezTo>
                    <a:pt x="6307817" y="2680945"/>
                    <a:pt x="6260812" y="2706401"/>
                    <a:pt x="6212072" y="2732796"/>
                  </a:cubicBezTo>
                  <a:cubicBezTo>
                    <a:pt x="6186637" y="2682134"/>
                    <a:pt x="6163426" y="2635897"/>
                    <a:pt x="6140236" y="2589650"/>
                  </a:cubicBezTo>
                  <a:cubicBezTo>
                    <a:pt x="6180413" y="2566876"/>
                    <a:pt x="6220566" y="2544113"/>
                    <a:pt x="6262995" y="2520101"/>
                  </a:cubicBezTo>
                  <a:close/>
                  <a:moveTo>
                    <a:pt x="633414" y="2519994"/>
                  </a:moveTo>
                  <a:cubicBezTo>
                    <a:pt x="639106" y="2518082"/>
                    <a:pt x="645855" y="2519757"/>
                    <a:pt x="654708" y="2524808"/>
                  </a:cubicBezTo>
                  <a:cubicBezTo>
                    <a:pt x="687270" y="2543388"/>
                    <a:pt x="720036" y="2561794"/>
                    <a:pt x="753822" y="2577966"/>
                  </a:cubicBezTo>
                  <a:cubicBezTo>
                    <a:pt x="772311" y="2586815"/>
                    <a:pt x="772400" y="2596197"/>
                    <a:pt x="763771" y="2611979"/>
                  </a:cubicBezTo>
                  <a:cubicBezTo>
                    <a:pt x="744746" y="2646776"/>
                    <a:pt x="726903" y="2682219"/>
                    <a:pt x="706992" y="2719442"/>
                  </a:cubicBezTo>
                  <a:cubicBezTo>
                    <a:pt x="699396" y="2723556"/>
                    <a:pt x="691560" y="2729166"/>
                    <a:pt x="687657" y="2727154"/>
                  </a:cubicBezTo>
                  <a:cubicBezTo>
                    <a:pt x="642751" y="2703993"/>
                    <a:pt x="598440" y="2679676"/>
                    <a:pt x="554005" y="2655684"/>
                  </a:cubicBezTo>
                  <a:cubicBezTo>
                    <a:pt x="577019" y="2613586"/>
                    <a:pt x="599029" y="2575780"/>
                    <a:pt x="618467" y="2536696"/>
                  </a:cubicBezTo>
                  <a:cubicBezTo>
                    <a:pt x="623088" y="2527403"/>
                    <a:pt x="627722" y="2521906"/>
                    <a:pt x="633414" y="2519994"/>
                  </a:cubicBezTo>
                  <a:close/>
                  <a:moveTo>
                    <a:pt x="6746735" y="2162140"/>
                  </a:moveTo>
                  <a:cubicBezTo>
                    <a:pt x="6801060" y="2162140"/>
                    <a:pt x="6853303" y="2162140"/>
                    <a:pt x="6907902" y="2162140"/>
                  </a:cubicBezTo>
                  <a:cubicBezTo>
                    <a:pt x="6907902" y="2321684"/>
                    <a:pt x="6907902" y="2482109"/>
                    <a:pt x="6907902" y="2646956"/>
                  </a:cubicBezTo>
                  <a:cubicBezTo>
                    <a:pt x="6799503" y="2646956"/>
                    <a:pt x="6690697" y="2646956"/>
                    <a:pt x="6578506" y="2646956"/>
                  </a:cubicBezTo>
                  <a:cubicBezTo>
                    <a:pt x="6525734" y="2646956"/>
                    <a:pt x="6476347" y="2646956"/>
                    <a:pt x="6424892" y="2646956"/>
                  </a:cubicBezTo>
                  <a:cubicBezTo>
                    <a:pt x="6424892" y="2594813"/>
                    <a:pt x="6424892" y="2544845"/>
                    <a:pt x="6424892" y="2491465"/>
                  </a:cubicBezTo>
                  <a:cubicBezTo>
                    <a:pt x="6531877" y="2491465"/>
                    <a:pt x="6638242" y="2491465"/>
                    <a:pt x="6746735" y="2491465"/>
                  </a:cubicBezTo>
                  <a:cubicBezTo>
                    <a:pt x="6746735" y="2380319"/>
                    <a:pt x="6746735" y="2272523"/>
                    <a:pt x="6746735" y="2162140"/>
                  </a:cubicBezTo>
                  <a:close/>
                  <a:moveTo>
                    <a:pt x="0" y="2161080"/>
                  </a:moveTo>
                  <a:cubicBezTo>
                    <a:pt x="53025" y="2161080"/>
                    <a:pt x="104453" y="2161080"/>
                    <a:pt x="159288" y="2161080"/>
                  </a:cubicBezTo>
                  <a:cubicBezTo>
                    <a:pt x="159288" y="2269529"/>
                    <a:pt x="159288" y="2378150"/>
                    <a:pt x="159288" y="2491248"/>
                  </a:cubicBezTo>
                  <a:cubicBezTo>
                    <a:pt x="183445" y="2491248"/>
                    <a:pt x="204408" y="2491248"/>
                    <a:pt x="228718" y="2491248"/>
                  </a:cubicBezTo>
                  <a:cubicBezTo>
                    <a:pt x="315248" y="2491248"/>
                    <a:pt x="398433" y="2491248"/>
                    <a:pt x="483678" y="2491248"/>
                  </a:cubicBezTo>
                  <a:cubicBezTo>
                    <a:pt x="483678" y="2543415"/>
                    <a:pt x="483678" y="2593385"/>
                    <a:pt x="483678" y="2645163"/>
                  </a:cubicBezTo>
                  <a:cubicBezTo>
                    <a:pt x="322524" y="2645163"/>
                    <a:pt x="162098" y="2645163"/>
                    <a:pt x="0" y="2645163"/>
                  </a:cubicBezTo>
                  <a:cubicBezTo>
                    <a:pt x="0" y="2483476"/>
                    <a:pt x="0" y="2323051"/>
                    <a:pt x="0" y="2161080"/>
                  </a:cubicBezTo>
                  <a:close/>
                  <a:moveTo>
                    <a:pt x="505" y="2032"/>
                  </a:moveTo>
                  <a:cubicBezTo>
                    <a:pt x="161074" y="2032"/>
                    <a:pt x="321512" y="2032"/>
                    <a:pt x="483856" y="2032"/>
                  </a:cubicBezTo>
                  <a:cubicBezTo>
                    <a:pt x="483856" y="52540"/>
                    <a:pt x="483856" y="102511"/>
                    <a:pt x="483856" y="154701"/>
                  </a:cubicBezTo>
                  <a:cubicBezTo>
                    <a:pt x="377073" y="154701"/>
                    <a:pt x="271520" y="154701"/>
                    <a:pt x="160807" y="154701"/>
                  </a:cubicBezTo>
                  <a:cubicBezTo>
                    <a:pt x="160807" y="254277"/>
                    <a:pt x="160807" y="351735"/>
                    <a:pt x="160807" y="452452"/>
                  </a:cubicBezTo>
                  <a:cubicBezTo>
                    <a:pt x="161815" y="470202"/>
                    <a:pt x="161756" y="481695"/>
                    <a:pt x="140752" y="481064"/>
                  </a:cubicBezTo>
                  <a:cubicBezTo>
                    <a:pt x="94758" y="479682"/>
                    <a:pt x="48694" y="480636"/>
                    <a:pt x="505" y="480636"/>
                  </a:cubicBezTo>
                  <a:cubicBezTo>
                    <a:pt x="505" y="320444"/>
                    <a:pt x="505" y="162260"/>
                    <a:pt x="505" y="2032"/>
                  </a:cubicBezTo>
                  <a:close/>
                  <a:moveTo>
                    <a:pt x="6907704" y="13"/>
                  </a:moveTo>
                  <a:cubicBezTo>
                    <a:pt x="6907704" y="159505"/>
                    <a:pt x="6907704" y="317697"/>
                    <a:pt x="6907704" y="478274"/>
                  </a:cubicBezTo>
                  <a:cubicBezTo>
                    <a:pt x="6856417" y="478274"/>
                    <a:pt x="6804178" y="478274"/>
                    <a:pt x="6748501" y="478274"/>
                  </a:cubicBezTo>
                  <a:cubicBezTo>
                    <a:pt x="6748501" y="372133"/>
                    <a:pt x="6748501" y="265756"/>
                    <a:pt x="6748501" y="156024"/>
                  </a:cubicBezTo>
                  <a:cubicBezTo>
                    <a:pt x="6638790" y="156024"/>
                    <a:pt x="6532411" y="156024"/>
                    <a:pt x="6422816" y="156024"/>
                  </a:cubicBezTo>
                  <a:cubicBezTo>
                    <a:pt x="6422816" y="107935"/>
                    <a:pt x="6422816" y="63181"/>
                    <a:pt x="6422873" y="15192"/>
                  </a:cubicBezTo>
                  <a:cubicBezTo>
                    <a:pt x="6429383" y="7977"/>
                    <a:pt x="6435825" y="546"/>
                    <a:pt x="6442297" y="519"/>
                  </a:cubicBezTo>
                  <a:cubicBezTo>
                    <a:pt x="6596592" y="-132"/>
                    <a:pt x="6750892" y="13"/>
                    <a:pt x="6907704" y="13"/>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26" name="Group 925">
            <a:extLst>
              <a:ext uri="{FF2B5EF4-FFF2-40B4-BE49-F238E27FC236}">
                <a16:creationId xmlns:a16="http://schemas.microsoft.com/office/drawing/2014/main" id="{36486018-1F26-A60D-B29F-92E9D8E23745}"/>
              </a:ext>
              <a:ext uri="{C183D7F6-B498-43B3-948B-1728B52AA6E4}">
                <adec:decorative xmlns:adec="http://schemas.microsoft.com/office/drawing/2017/decorative" val="1"/>
              </a:ext>
            </a:extLst>
          </p:cNvPr>
          <p:cNvGrpSpPr>
            <a:grpSpLocks noChangeAspect="1"/>
          </p:cNvGrpSpPr>
          <p:nvPr/>
        </p:nvGrpSpPr>
        <p:grpSpPr>
          <a:xfrm>
            <a:off x="4510271" y="1585827"/>
            <a:ext cx="537105" cy="320040"/>
            <a:chOff x="4510271" y="1585827"/>
            <a:chExt cx="537105" cy="320040"/>
          </a:xfrm>
          <a:solidFill>
            <a:srgbClr val="FF0000"/>
          </a:solidFill>
        </p:grpSpPr>
        <p:sp>
          <p:nvSpPr>
            <p:cNvPr id="958" name="Freeform: Shape 957">
              <a:extLst>
                <a:ext uri="{FF2B5EF4-FFF2-40B4-BE49-F238E27FC236}">
                  <a16:creationId xmlns:a16="http://schemas.microsoft.com/office/drawing/2014/main" id="{569E359D-7141-C983-CC05-9BDE9926652B}"/>
                </a:ext>
                <a:ext uri="{C183D7F6-B498-43B3-948B-1728B52AA6E4}">
                  <adec:decorative xmlns:adec="http://schemas.microsoft.com/office/drawing/2017/decorative" val="1"/>
                </a:ext>
              </a:extLst>
            </p:cNvPr>
            <p:cNvSpPr/>
            <p:nvPr/>
          </p:nvSpPr>
          <p:spPr>
            <a:xfrm>
              <a:off x="4510271" y="1585827"/>
              <a:ext cx="537105" cy="320040"/>
            </a:xfrm>
            <a:custGeom>
              <a:avLst/>
              <a:gdLst>
                <a:gd name="connsiteX0" fmla="*/ 3592587 w 11509407"/>
                <a:gd name="connsiteY0" fmla="*/ 3405503 h 6858009"/>
                <a:gd name="connsiteX1" fmla="*/ 3880922 w 11509407"/>
                <a:gd name="connsiteY1" fmla="*/ 3426591 h 6858009"/>
                <a:gd name="connsiteX2" fmla="*/ 4110004 w 11509407"/>
                <a:gd name="connsiteY2" fmla="*/ 4282814 h 6858009"/>
                <a:gd name="connsiteX3" fmla="*/ 4437996 w 11509407"/>
                <a:gd name="connsiteY3" fmla="*/ 4720059 h 6858009"/>
                <a:gd name="connsiteX4" fmla="*/ 5735626 w 11509407"/>
                <a:gd name="connsiteY4" fmla="*/ 5269672 h 6858009"/>
                <a:gd name="connsiteX5" fmla="*/ 5742582 w 11509407"/>
                <a:gd name="connsiteY5" fmla="*/ 5796164 h 6858009"/>
                <a:gd name="connsiteX6" fmla="*/ 4147605 w 11509407"/>
                <a:gd name="connsiteY6" fmla="*/ 5220118 h 6858009"/>
                <a:gd name="connsiteX7" fmla="*/ 3343701 w 11509407"/>
                <a:gd name="connsiteY7" fmla="*/ 3430830 h 6858009"/>
                <a:gd name="connsiteX8" fmla="*/ 3592587 w 11509407"/>
                <a:gd name="connsiteY8" fmla="*/ 3405503 h 6858009"/>
                <a:gd name="connsiteX9" fmla="*/ 7877760 w 11509407"/>
                <a:gd name="connsiteY9" fmla="*/ 3404434 h 6858009"/>
                <a:gd name="connsiteX10" fmla="*/ 8136045 w 11509407"/>
                <a:gd name="connsiteY10" fmla="*/ 3406303 h 6858009"/>
                <a:gd name="connsiteX11" fmla="*/ 8071307 w 11509407"/>
                <a:gd name="connsiteY11" fmla="*/ 4092527 h 6858009"/>
                <a:gd name="connsiteX12" fmla="*/ 7680741 w 11509407"/>
                <a:gd name="connsiteY12" fmla="*/ 4859539 h 6858009"/>
                <a:gd name="connsiteX13" fmla="*/ 7459951 w 11509407"/>
                <a:gd name="connsiteY13" fmla="*/ 4713221 h 6858009"/>
                <a:gd name="connsiteX14" fmla="*/ 7242857 w 11509407"/>
                <a:gd name="connsiteY14" fmla="*/ 4545091 h 6858009"/>
                <a:gd name="connsiteX15" fmla="*/ 7270947 w 11509407"/>
                <a:gd name="connsiteY15" fmla="*/ 4471162 h 6858009"/>
                <a:gd name="connsiteX16" fmla="*/ 7605262 w 11509407"/>
                <a:gd name="connsiteY16" fmla="*/ 3473971 h 6858009"/>
                <a:gd name="connsiteX17" fmla="*/ 7621578 w 11509407"/>
                <a:gd name="connsiteY17" fmla="*/ 3422797 h 6858009"/>
                <a:gd name="connsiteX18" fmla="*/ 7877760 w 11509407"/>
                <a:gd name="connsiteY18" fmla="*/ 3404434 h 6858009"/>
                <a:gd name="connsiteX19" fmla="*/ 5820246 w 11509407"/>
                <a:gd name="connsiteY19" fmla="*/ 2650842 h 6858009"/>
                <a:gd name="connsiteX20" fmla="*/ 6002123 w 11509407"/>
                <a:gd name="connsiteY20" fmla="*/ 2690092 h 6858009"/>
                <a:gd name="connsiteX21" fmla="*/ 6497932 w 11509407"/>
                <a:gd name="connsiteY21" fmla="*/ 3518627 h 6858009"/>
                <a:gd name="connsiteX22" fmla="*/ 5778715 w 11509407"/>
                <a:gd name="connsiteY22" fmla="*/ 4160196 h 6858009"/>
                <a:gd name="connsiteX23" fmla="*/ 5637866 w 11509407"/>
                <a:gd name="connsiteY23" fmla="*/ 4155102 h 6858009"/>
                <a:gd name="connsiteX24" fmla="*/ 5129643 w 11509407"/>
                <a:gd name="connsiteY24" fmla="*/ 3843637 h 6858009"/>
                <a:gd name="connsiteX25" fmla="*/ 5000889 w 11509407"/>
                <a:gd name="connsiteY25" fmla="*/ 3428506 h 6858009"/>
                <a:gd name="connsiteX26" fmla="*/ 5043165 w 11509407"/>
                <a:gd name="connsiteY26" fmla="*/ 3409385 h 6858009"/>
                <a:gd name="connsiteX27" fmla="*/ 5521206 w 11509407"/>
                <a:gd name="connsiteY27" fmla="*/ 3408664 h 6858009"/>
                <a:gd name="connsiteX28" fmla="*/ 5598368 w 11509407"/>
                <a:gd name="connsiteY28" fmla="*/ 3525769 h 6858009"/>
                <a:gd name="connsiteX29" fmla="*/ 5887253 w 11509407"/>
                <a:gd name="connsiteY29" fmla="*/ 3539173 h 6858009"/>
                <a:gd name="connsiteX30" fmla="*/ 5880119 w 11509407"/>
                <a:gd name="connsiteY30" fmla="*/ 3265632 h 6858009"/>
                <a:gd name="connsiteX31" fmla="*/ 5753289 w 11509407"/>
                <a:gd name="connsiteY31" fmla="*/ 3185948 h 6858009"/>
                <a:gd name="connsiteX32" fmla="*/ 5749610 w 11509407"/>
                <a:gd name="connsiteY32" fmla="*/ 2661067 h 6858009"/>
                <a:gd name="connsiteX33" fmla="*/ 5820246 w 11509407"/>
                <a:gd name="connsiteY33" fmla="*/ 2650842 h 6858009"/>
                <a:gd name="connsiteX34" fmla="*/ 5760668 w 11509407"/>
                <a:gd name="connsiteY34" fmla="*/ 1802496 h 6858009"/>
                <a:gd name="connsiteX35" fmla="*/ 7304771 w 11509407"/>
                <a:gd name="connsiteY35" fmla="*/ 3021508 h 6858009"/>
                <a:gd name="connsiteX36" fmla="*/ 7091497 w 11509407"/>
                <a:gd name="connsiteY36" fmla="*/ 4280952 h 6858009"/>
                <a:gd name="connsiteX37" fmla="*/ 7019491 w 11509407"/>
                <a:gd name="connsiteY37" fmla="*/ 4367982 h 6858009"/>
                <a:gd name="connsiteX38" fmla="*/ 6591643 w 11509407"/>
                <a:gd name="connsiteY38" fmla="*/ 4030656 h 6858009"/>
                <a:gd name="connsiteX39" fmla="*/ 6700725 w 11509407"/>
                <a:gd name="connsiteY39" fmla="*/ 2991370 h 6858009"/>
                <a:gd name="connsiteX40" fmla="*/ 6086437 w 11509407"/>
                <a:gd name="connsiteY40" fmla="*/ 2422841 h 6858009"/>
                <a:gd name="connsiteX41" fmla="*/ 4738048 w 11509407"/>
                <a:gd name="connsiteY41" fmla="*/ 3154048 h 6858009"/>
                <a:gd name="connsiteX42" fmla="*/ 5735235 w 11509407"/>
                <a:gd name="connsiteY42" fmla="*/ 4458735 h 6858009"/>
                <a:gd name="connsiteX43" fmla="*/ 5739964 w 11509407"/>
                <a:gd name="connsiteY43" fmla="*/ 4997340 h 6858009"/>
                <a:gd name="connsiteX44" fmla="*/ 5597414 w 11509407"/>
                <a:gd name="connsiteY44" fmla="*/ 5001971 h 6858009"/>
                <a:gd name="connsiteX45" fmla="*/ 4180038 w 11509407"/>
                <a:gd name="connsiteY45" fmla="*/ 3739890 h 6858009"/>
                <a:gd name="connsiteX46" fmla="*/ 5437380 w 11509407"/>
                <a:gd name="connsiteY46" fmla="*/ 1833383 h 6858009"/>
                <a:gd name="connsiteX47" fmla="*/ 5760668 w 11509407"/>
                <a:gd name="connsiteY47" fmla="*/ 1802496 h 6858009"/>
                <a:gd name="connsiteX48" fmla="*/ 5798007 w 11509407"/>
                <a:gd name="connsiteY48" fmla="*/ 957483 h 6858009"/>
                <a:gd name="connsiteX49" fmla="*/ 6707599 w 11509407"/>
                <a:gd name="connsiteY49" fmla="*/ 1156989 h 6858009"/>
                <a:gd name="connsiteX50" fmla="*/ 6708605 w 11509407"/>
                <a:gd name="connsiteY50" fmla="*/ 1157527 h 6858009"/>
                <a:gd name="connsiteX51" fmla="*/ 6859300 w 11509407"/>
                <a:gd name="connsiteY51" fmla="*/ 1235419 h 6858009"/>
                <a:gd name="connsiteX52" fmla="*/ 7007842 w 11509407"/>
                <a:gd name="connsiteY52" fmla="*/ 1321049 h 6858009"/>
                <a:gd name="connsiteX53" fmla="*/ 7209311 w 11509407"/>
                <a:gd name="connsiteY53" fmla="*/ 1458975 h 6858009"/>
                <a:gd name="connsiteX54" fmla="*/ 7386859 w 11509407"/>
                <a:gd name="connsiteY54" fmla="*/ 1617251 h 6858009"/>
                <a:gd name="connsiteX55" fmla="*/ 7489454 w 11509407"/>
                <a:gd name="connsiteY55" fmla="*/ 1692030 h 6858009"/>
                <a:gd name="connsiteX56" fmla="*/ 7524003 w 11509407"/>
                <a:gd name="connsiteY56" fmla="*/ 1746508 h 6858009"/>
                <a:gd name="connsiteX57" fmla="*/ 7010570 w 11509407"/>
                <a:gd name="connsiteY57" fmla="*/ 2027457 h 6858009"/>
                <a:gd name="connsiteX58" fmla="*/ 6899567 w 11509407"/>
                <a:gd name="connsiteY58" fmla="*/ 1922233 h 6858009"/>
                <a:gd name="connsiteX59" fmla="*/ 6651928 w 11509407"/>
                <a:gd name="connsiteY59" fmla="*/ 1757025 h 6858009"/>
                <a:gd name="connsiteX60" fmla="*/ 6523179 w 11509407"/>
                <a:gd name="connsiteY60" fmla="*/ 1689835 h 6858009"/>
                <a:gd name="connsiteX61" fmla="*/ 6128598 w 11509407"/>
                <a:gd name="connsiteY61" fmla="*/ 1576091 h 6858009"/>
                <a:gd name="connsiteX62" fmla="*/ 6137026 w 11509407"/>
                <a:gd name="connsiteY62" fmla="*/ 1561403 h 6858009"/>
                <a:gd name="connsiteX63" fmla="*/ 6121634 w 11509407"/>
                <a:gd name="connsiteY63" fmla="*/ 1557608 h 6858009"/>
                <a:gd name="connsiteX64" fmla="*/ 4474381 w 11509407"/>
                <a:gd name="connsiteY64" fmla="*/ 2050518 h 6858009"/>
                <a:gd name="connsiteX65" fmla="*/ 4339507 w 11509407"/>
                <a:gd name="connsiteY65" fmla="*/ 2185320 h 6858009"/>
                <a:gd name="connsiteX66" fmla="*/ 4125085 w 11509407"/>
                <a:gd name="connsiteY66" fmla="*/ 2024797 h 6858009"/>
                <a:gd name="connsiteX67" fmla="*/ 3910003 w 11509407"/>
                <a:gd name="connsiteY67" fmla="*/ 1850283 h 6858009"/>
                <a:gd name="connsiteX68" fmla="*/ 3986470 w 11509407"/>
                <a:gd name="connsiteY68" fmla="*/ 1745111 h 6858009"/>
                <a:gd name="connsiteX69" fmla="*/ 5798007 w 11509407"/>
                <a:gd name="connsiteY69" fmla="*/ 957483 h 6858009"/>
                <a:gd name="connsiteX70" fmla="*/ 5677023 w 11509407"/>
                <a:gd name="connsiteY70" fmla="*/ 569459 h 6858009"/>
                <a:gd name="connsiteX71" fmla="*/ 4614146 w 11509407"/>
                <a:gd name="connsiteY71" fmla="*/ 693927 h 6858009"/>
                <a:gd name="connsiteX72" fmla="*/ 2694969 w 11509407"/>
                <a:gd name="connsiteY72" fmla="*/ 1505850 h 6858009"/>
                <a:gd name="connsiteX73" fmla="*/ 841936 w 11509407"/>
                <a:gd name="connsiteY73" fmla="*/ 3209609 h 6858009"/>
                <a:gd name="connsiteX74" fmla="*/ 676461 w 11509407"/>
                <a:gd name="connsiteY74" fmla="*/ 3422722 h 6858009"/>
                <a:gd name="connsiteX75" fmla="*/ 774187 w 11509407"/>
                <a:gd name="connsiteY75" fmla="*/ 3564160 h 6858009"/>
                <a:gd name="connsiteX76" fmla="*/ 1466545 w 11509407"/>
                <a:gd name="connsiteY76" fmla="*/ 4350469 h 6858009"/>
                <a:gd name="connsiteX77" fmla="*/ 3241027 w 11509407"/>
                <a:gd name="connsiteY77" fmla="*/ 5668470 h 6858009"/>
                <a:gd name="connsiteX78" fmla="*/ 6465809 w 11509407"/>
                <a:gd name="connsiteY78" fmla="*/ 6244934 h 6858009"/>
                <a:gd name="connsiteX79" fmla="*/ 8475731 w 11509407"/>
                <a:gd name="connsiteY79" fmla="*/ 5559584 h 6858009"/>
                <a:gd name="connsiteX80" fmla="*/ 10766347 w 11509407"/>
                <a:gd name="connsiteY80" fmla="*/ 3527271 h 6858009"/>
                <a:gd name="connsiteX81" fmla="*/ 10824147 w 11509407"/>
                <a:gd name="connsiteY81" fmla="*/ 3433588 h 6858009"/>
                <a:gd name="connsiteX82" fmla="*/ 10802122 w 11509407"/>
                <a:gd name="connsiteY82" fmla="*/ 3383394 h 6858009"/>
                <a:gd name="connsiteX83" fmla="*/ 10742995 w 11509407"/>
                <a:gd name="connsiteY83" fmla="*/ 3299463 h 6858009"/>
                <a:gd name="connsiteX84" fmla="*/ 9297254 w 11509407"/>
                <a:gd name="connsiteY84" fmla="*/ 1845768 h 6858009"/>
                <a:gd name="connsiteX85" fmla="*/ 6302676 w 11509407"/>
                <a:gd name="connsiteY85" fmla="*/ 598045 h 6858009"/>
                <a:gd name="connsiteX86" fmla="*/ 5677023 w 11509407"/>
                <a:gd name="connsiteY86" fmla="*/ 569459 h 6858009"/>
                <a:gd name="connsiteX87" fmla="*/ 5645127 w 11509407"/>
                <a:gd name="connsiteY87" fmla="*/ 997 h 6858009"/>
                <a:gd name="connsiteX88" fmla="*/ 6536363 w 11509407"/>
                <a:gd name="connsiteY88" fmla="*/ 55193 h 6858009"/>
                <a:gd name="connsiteX89" fmla="*/ 8094195 w 11509407"/>
                <a:gd name="connsiteY89" fmla="*/ 490967 h 6858009"/>
                <a:gd name="connsiteX90" fmla="*/ 9671478 w 11509407"/>
                <a:gd name="connsiteY90" fmla="*/ 1438262 h 6858009"/>
                <a:gd name="connsiteX91" fmla="*/ 10620999 w 11509407"/>
                <a:gd name="connsiteY91" fmla="*/ 2314343 h 6858009"/>
                <a:gd name="connsiteX92" fmla="*/ 11509407 w 11509407"/>
                <a:gd name="connsiteY92" fmla="*/ 3412596 h 6858009"/>
                <a:gd name="connsiteX93" fmla="*/ 11297719 w 11509407"/>
                <a:gd name="connsiteY93" fmla="*/ 3739975 h 6858009"/>
                <a:gd name="connsiteX94" fmla="*/ 10221580 w 11509407"/>
                <a:gd name="connsiteY94" fmla="*/ 4949215 h 6858009"/>
                <a:gd name="connsiteX95" fmla="*/ 8399673 w 11509407"/>
                <a:gd name="connsiteY95" fmla="*/ 6229580 h 6858009"/>
                <a:gd name="connsiteX96" fmla="*/ 6421341 w 11509407"/>
                <a:gd name="connsiteY96" fmla="*/ 6818761 h 6858009"/>
                <a:gd name="connsiteX97" fmla="*/ 3580295 w 11509407"/>
                <a:gd name="connsiteY97" fmla="*/ 6434660 h 6858009"/>
                <a:gd name="connsiteX98" fmla="*/ 2873848 w 11509407"/>
                <a:gd name="connsiteY98" fmla="*/ 6120133 h 6858009"/>
                <a:gd name="connsiteX99" fmla="*/ 2412424 w 11509407"/>
                <a:gd name="connsiteY99" fmla="*/ 5851508 h 6858009"/>
                <a:gd name="connsiteX100" fmla="*/ 1892915 w 11509407"/>
                <a:gd name="connsiteY100" fmla="*/ 5486189 h 6858009"/>
                <a:gd name="connsiteX101" fmla="*/ 1558616 w 11509407"/>
                <a:gd name="connsiteY101" fmla="*/ 5196145 h 6858009"/>
                <a:gd name="connsiteX102" fmla="*/ 798893 w 11509407"/>
                <a:gd name="connsiteY102" fmla="*/ 4481958 h 6858009"/>
                <a:gd name="connsiteX103" fmla="*/ 621083 w 11509407"/>
                <a:gd name="connsiteY103" fmla="*/ 4259635 h 6858009"/>
                <a:gd name="connsiteX104" fmla="*/ 438838 w 11509407"/>
                <a:gd name="connsiteY104" fmla="*/ 4042576 h 6858009"/>
                <a:gd name="connsiteX105" fmla="*/ 293776 w 11509407"/>
                <a:gd name="connsiteY105" fmla="*/ 3873468 h 6858009"/>
                <a:gd name="connsiteX106" fmla="*/ 0 w 11509407"/>
                <a:gd name="connsiteY106" fmla="*/ 3462060 h 6858009"/>
                <a:gd name="connsiteX107" fmla="*/ 209729 w 11509407"/>
                <a:gd name="connsiteY107" fmla="*/ 3100395 h 6858009"/>
                <a:gd name="connsiteX108" fmla="*/ 441251 w 11509407"/>
                <a:gd name="connsiteY108" fmla="*/ 2798513 h 6858009"/>
                <a:gd name="connsiteX109" fmla="*/ 903539 w 11509407"/>
                <a:gd name="connsiteY109" fmla="*/ 2283680 h 6858009"/>
                <a:gd name="connsiteX110" fmla="*/ 1305435 w 11509407"/>
                <a:gd name="connsiteY110" fmla="*/ 1874704 h 6858009"/>
                <a:gd name="connsiteX111" fmla="*/ 1567389 w 11509407"/>
                <a:gd name="connsiteY111" fmla="*/ 1649826 h 6858009"/>
                <a:gd name="connsiteX112" fmla="*/ 1600974 w 11509407"/>
                <a:gd name="connsiteY112" fmla="*/ 1627017 h 6858009"/>
                <a:gd name="connsiteX113" fmla="*/ 1797896 w 11509407"/>
                <a:gd name="connsiteY113" fmla="*/ 1453180 h 6858009"/>
                <a:gd name="connsiteX114" fmla="*/ 2008070 w 11509407"/>
                <a:gd name="connsiteY114" fmla="*/ 1303833 h 6858009"/>
                <a:gd name="connsiteX115" fmla="*/ 2393748 w 11509407"/>
                <a:gd name="connsiteY115" fmla="*/ 1030907 h 6858009"/>
                <a:gd name="connsiteX116" fmla="*/ 3429461 w 11509407"/>
                <a:gd name="connsiteY116" fmla="*/ 486879 h 6858009"/>
                <a:gd name="connsiteX117" fmla="*/ 3788305 w 11509407"/>
                <a:gd name="connsiteY117" fmla="*/ 345308 h 6858009"/>
                <a:gd name="connsiteX118" fmla="*/ 5346948 w 11509407"/>
                <a:gd name="connsiteY118" fmla="*/ 15596 h 6858009"/>
                <a:gd name="connsiteX119" fmla="*/ 5645127 w 11509407"/>
                <a:gd name="connsiteY119" fmla="*/ 997 h 685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509407" h="6858009">
                  <a:moveTo>
                    <a:pt x="3592587" y="3405503"/>
                  </a:moveTo>
                  <a:cubicBezTo>
                    <a:pt x="3682806" y="3404692"/>
                    <a:pt x="3779599" y="3411616"/>
                    <a:pt x="3880922" y="3426591"/>
                  </a:cubicBezTo>
                  <a:cubicBezTo>
                    <a:pt x="3901887" y="3723520"/>
                    <a:pt x="3963170" y="4015320"/>
                    <a:pt x="4110004" y="4282814"/>
                  </a:cubicBezTo>
                  <a:cubicBezTo>
                    <a:pt x="4196161" y="4439784"/>
                    <a:pt x="4299996" y="4583635"/>
                    <a:pt x="4437996" y="4720059"/>
                  </a:cubicBezTo>
                  <a:cubicBezTo>
                    <a:pt x="4802476" y="5076881"/>
                    <a:pt x="5233182" y="5243728"/>
                    <a:pt x="5735626" y="5269672"/>
                  </a:cubicBezTo>
                  <a:cubicBezTo>
                    <a:pt x="5760403" y="5447437"/>
                    <a:pt x="5749600" y="5622682"/>
                    <a:pt x="5742582" y="5796164"/>
                  </a:cubicBezTo>
                  <a:cubicBezTo>
                    <a:pt x="5358927" y="5895485"/>
                    <a:pt x="4603622" y="5620580"/>
                    <a:pt x="4147605" y="5220118"/>
                  </a:cubicBezTo>
                  <a:cubicBezTo>
                    <a:pt x="3625034" y="4761196"/>
                    <a:pt x="3277689" y="3988111"/>
                    <a:pt x="3343701" y="3430830"/>
                  </a:cubicBezTo>
                  <a:cubicBezTo>
                    <a:pt x="3418725" y="3414862"/>
                    <a:pt x="3502369" y="3406314"/>
                    <a:pt x="3592587" y="3405503"/>
                  </a:cubicBezTo>
                  <a:close/>
                  <a:moveTo>
                    <a:pt x="7877760" y="3404434"/>
                  </a:moveTo>
                  <a:cubicBezTo>
                    <a:pt x="7963985" y="3406196"/>
                    <a:pt x="8050560" y="3411330"/>
                    <a:pt x="8136045" y="3406303"/>
                  </a:cubicBezTo>
                  <a:cubicBezTo>
                    <a:pt x="8183407" y="3573230"/>
                    <a:pt x="8173174" y="3681359"/>
                    <a:pt x="8071307" y="4092527"/>
                  </a:cubicBezTo>
                  <a:cubicBezTo>
                    <a:pt x="7983520" y="4378396"/>
                    <a:pt x="7860777" y="4627508"/>
                    <a:pt x="7680741" y="4859539"/>
                  </a:cubicBezTo>
                  <a:cubicBezTo>
                    <a:pt x="7589053" y="4831066"/>
                    <a:pt x="7529668" y="4763015"/>
                    <a:pt x="7459951" y="4713221"/>
                  </a:cubicBezTo>
                  <a:cubicBezTo>
                    <a:pt x="7387910" y="4661761"/>
                    <a:pt x="7319672" y="4604949"/>
                    <a:pt x="7242857" y="4545091"/>
                  </a:cubicBezTo>
                  <a:cubicBezTo>
                    <a:pt x="7252654" y="4518498"/>
                    <a:pt x="7256911" y="4491450"/>
                    <a:pt x="7270947" y="4471162"/>
                  </a:cubicBezTo>
                  <a:cubicBezTo>
                    <a:pt x="7478609" y="4170839"/>
                    <a:pt x="7592161" y="3839425"/>
                    <a:pt x="7605262" y="3473971"/>
                  </a:cubicBezTo>
                  <a:cubicBezTo>
                    <a:pt x="7605716" y="3461262"/>
                    <a:pt x="7613055" y="3448794"/>
                    <a:pt x="7621578" y="3422797"/>
                  </a:cubicBezTo>
                  <a:cubicBezTo>
                    <a:pt x="7705660" y="3404281"/>
                    <a:pt x="7791535" y="3402672"/>
                    <a:pt x="7877760" y="3404434"/>
                  </a:cubicBezTo>
                  <a:close/>
                  <a:moveTo>
                    <a:pt x="5820246" y="2650842"/>
                  </a:moveTo>
                  <a:cubicBezTo>
                    <a:pt x="5887584" y="2649184"/>
                    <a:pt x="5945828" y="2670487"/>
                    <a:pt x="6002123" y="2690092"/>
                  </a:cubicBezTo>
                  <a:cubicBezTo>
                    <a:pt x="6346680" y="2810111"/>
                    <a:pt x="6547360" y="3155383"/>
                    <a:pt x="6497932" y="3518627"/>
                  </a:cubicBezTo>
                  <a:cubicBezTo>
                    <a:pt x="6449313" y="3875797"/>
                    <a:pt x="6123798" y="4160499"/>
                    <a:pt x="5778715" y="4160196"/>
                  </a:cubicBezTo>
                  <a:cubicBezTo>
                    <a:pt x="5737641" y="4160160"/>
                    <a:pt x="5696575" y="4158085"/>
                    <a:pt x="5637866" y="4155102"/>
                  </a:cubicBezTo>
                  <a:cubicBezTo>
                    <a:pt x="5414975" y="4116138"/>
                    <a:pt x="5249251" y="4014074"/>
                    <a:pt x="5129643" y="3843637"/>
                  </a:cubicBezTo>
                  <a:cubicBezTo>
                    <a:pt x="5042364" y="3719281"/>
                    <a:pt x="4981891" y="3584149"/>
                    <a:pt x="5000889" y="3428506"/>
                  </a:cubicBezTo>
                  <a:cubicBezTo>
                    <a:pt x="5019440" y="3419796"/>
                    <a:pt x="5031267" y="3409465"/>
                    <a:pt x="5043165" y="3409385"/>
                  </a:cubicBezTo>
                  <a:cubicBezTo>
                    <a:pt x="5200410" y="3408298"/>
                    <a:pt x="5357673" y="3408664"/>
                    <a:pt x="5521206" y="3408664"/>
                  </a:cubicBezTo>
                  <a:cubicBezTo>
                    <a:pt x="5546944" y="3448313"/>
                    <a:pt x="5568488" y="3490590"/>
                    <a:pt x="5598368" y="3525769"/>
                  </a:cubicBezTo>
                  <a:cubicBezTo>
                    <a:pt x="5677578" y="3619007"/>
                    <a:pt x="5805727" y="3623380"/>
                    <a:pt x="5887253" y="3539173"/>
                  </a:cubicBezTo>
                  <a:cubicBezTo>
                    <a:pt x="5965609" y="3458243"/>
                    <a:pt x="5965199" y="3343908"/>
                    <a:pt x="5880119" y="3265632"/>
                  </a:cubicBezTo>
                  <a:cubicBezTo>
                    <a:pt x="5845671" y="3233925"/>
                    <a:pt x="5799858" y="3214564"/>
                    <a:pt x="5753289" y="3185948"/>
                  </a:cubicBezTo>
                  <a:cubicBezTo>
                    <a:pt x="5736875" y="3014310"/>
                    <a:pt x="5745683" y="2838664"/>
                    <a:pt x="5749610" y="2661067"/>
                  </a:cubicBezTo>
                  <a:cubicBezTo>
                    <a:pt x="5774343" y="2654499"/>
                    <a:pt x="5797799" y="2651395"/>
                    <a:pt x="5820246" y="2650842"/>
                  </a:cubicBezTo>
                  <a:close/>
                  <a:moveTo>
                    <a:pt x="5760668" y="1802496"/>
                  </a:moveTo>
                  <a:cubicBezTo>
                    <a:pt x="6501807" y="1805379"/>
                    <a:pt x="7133788" y="2317776"/>
                    <a:pt x="7304771" y="3021508"/>
                  </a:cubicBezTo>
                  <a:cubicBezTo>
                    <a:pt x="7413594" y="3469412"/>
                    <a:pt x="7340920" y="3891507"/>
                    <a:pt x="7091497" y="4280952"/>
                  </a:cubicBezTo>
                  <a:cubicBezTo>
                    <a:pt x="7073987" y="4308294"/>
                    <a:pt x="7049986" y="4331485"/>
                    <a:pt x="7019491" y="4367982"/>
                  </a:cubicBezTo>
                  <a:cubicBezTo>
                    <a:pt x="6872051" y="4256897"/>
                    <a:pt x="6725030" y="4161566"/>
                    <a:pt x="6591643" y="4030656"/>
                  </a:cubicBezTo>
                  <a:cubicBezTo>
                    <a:pt x="6799449" y="3699536"/>
                    <a:pt x="6856733" y="3353643"/>
                    <a:pt x="6700725" y="2991370"/>
                  </a:cubicBezTo>
                  <a:cubicBezTo>
                    <a:pt x="6580778" y="2712823"/>
                    <a:pt x="6373436" y="2522420"/>
                    <a:pt x="6086437" y="2422841"/>
                  </a:cubicBezTo>
                  <a:cubicBezTo>
                    <a:pt x="5509172" y="2222534"/>
                    <a:pt x="4892800" y="2558570"/>
                    <a:pt x="4738048" y="3154048"/>
                  </a:cubicBezTo>
                  <a:cubicBezTo>
                    <a:pt x="4611920" y="3639367"/>
                    <a:pt x="4860355" y="4359388"/>
                    <a:pt x="5735235" y="4458735"/>
                  </a:cubicBezTo>
                  <a:cubicBezTo>
                    <a:pt x="5759210" y="4632431"/>
                    <a:pt x="5751649" y="4807631"/>
                    <a:pt x="5739964" y="4997340"/>
                  </a:cubicBezTo>
                  <a:cubicBezTo>
                    <a:pt x="5687793" y="4999361"/>
                    <a:pt x="5641828" y="5007234"/>
                    <a:pt x="5597414" y="5001971"/>
                  </a:cubicBezTo>
                  <a:cubicBezTo>
                    <a:pt x="4885123" y="4917559"/>
                    <a:pt x="4382028" y="4474081"/>
                    <a:pt x="4180038" y="3739890"/>
                  </a:cubicBezTo>
                  <a:cubicBezTo>
                    <a:pt x="3997339" y="2913673"/>
                    <a:pt x="4522343" y="2011807"/>
                    <a:pt x="5437380" y="1833383"/>
                  </a:cubicBezTo>
                  <a:cubicBezTo>
                    <a:pt x="5546687" y="1812070"/>
                    <a:pt x="5654791" y="1802084"/>
                    <a:pt x="5760668" y="1802496"/>
                  </a:cubicBezTo>
                  <a:close/>
                  <a:moveTo>
                    <a:pt x="5798007" y="957483"/>
                  </a:moveTo>
                  <a:cubicBezTo>
                    <a:pt x="6104548" y="963180"/>
                    <a:pt x="6413345" y="1028441"/>
                    <a:pt x="6707599" y="1156989"/>
                  </a:cubicBezTo>
                  <a:lnTo>
                    <a:pt x="6708605" y="1157527"/>
                  </a:lnTo>
                  <a:lnTo>
                    <a:pt x="6859300" y="1235419"/>
                  </a:lnTo>
                  <a:cubicBezTo>
                    <a:pt x="6908862" y="1263854"/>
                    <a:pt x="6957896" y="1293493"/>
                    <a:pt x="7007842" y="1321049"/>
                  </a:cubicBezTo>
                  <a:cubicBezTo>
                    <a:pt x="7088598" y="1379892"/>
                    <a:pt x="7148954" y="1419440"/>
                    <a:pt x="7209311" y="1458975"/>
                  </a:cubicBezTo>
                  <a:cubicBezTo>
                    <a:pt x="7278807" y="1526437"/>
                    <a:pt x="7332839" y="1571850"/>
                    <a:pt x="7386859" y="1617251"/>
                  </a:cubicBezTo>
                  <a:cubicBezTo>
                    <a:pt x="7436550" y="1634823"/>
                    <a:pt x="7466747" y="1662106"/>
                    <a:pt x="7489454" y="1692030"/>
                  </a:cubicBezTo>
                  <a:lnTo>
                    <a:pt x="7524003" y="1746508"/>
                  </a:lnTo>
                  <a:lnTo>
                    <a:pt x="7010570" y="2027457"/>
                  </a:lnTo>
                  <a:lnTo>
                    <a:pt x="6899567" y="1922233"/>
                  </a:lnTo>
                  <a:cubicBezTo>
                    <a:pt x="6809770" y="1851794"/>
                    <a:pt x="6730849" y="1804409"/>
                    <a:pt x="6651928" y="1757025"/>
                  </a:cubicBezTo>
                  <a:cubicBezTo>
                    <a:pt x="6598144" y="1719623"/>
                    <a:pt x="6559775" y="1706663"/>
                    <a:pt x="6523179" y="1689835"/>
                  </a:cubicBezTo>
                  <a:lnTo>
                    <a:pt x="6128598" y="1576091"/>
                  </a:lnTo>
                  <a:lnTo>
                    <a:pt x="6137026" y="1561403"/>
                  </a:lnTo>
                  <a:lnTo>
                    <a:pt x="6121634" y="1557608"/>
                  </a:lnTo>
                  <a:cubicBezTo>
                    <a:pt x="5532530" y="1435844"/>
                    <a:pt x="4918871" y="1611397"/>
                    <a:pt x="4474381" y="2050518"/>
                  </a:cubicBezTo>
                  <a:cubicBezTo>
                    <a:pt x="4431115" y="2093267"/>
                    <a:pt x="4388339" y="2136497"/>
                    <a:pt x="4339507" y="2185320"/>
                  </a:cubicBezTo>
                  <a:cubicBezTo>
                    <a:pt x="4255728" y="2141467"/>
                    <a:pt x="4193421" y="2078643"/>
                    <a:pt x="4125085" y="2024797"/>
                  </a:cubicBezTo>
                  <a:cubicBezTo>
                    <a:pt x="4056045" y="1970399"/>
                    <a:pt x="3988501" y="1914112"/>
                    <a:pt x="3910003" y="1850283"/>
                  </a:cubicBezTo>
                  <a:cubicBezTo>
                    <a:pt x="3940907" y="1807409"/>
                    <a:pt x="3960741" y="1773592"/>
                    <a:pt x="3986470" y="1745111"/>
                  </a:cubicBezTo>
                  <a:cubicBezTo>
                    <a:pt x="4460147" y="1220706"/>
                    <a:pt x="5123617" y="944950"/>
                    <a:pt x="5798007" y="957483"/>
                  </a:cubicBezTo>
                  <a:close/>
                  <a:moveTo>
                    <a:pt x="5677023" y="569459"/>
                  </a:moveTo>
                  <a:cubicBezTo>
                    <a:pt x="5328584" y="574312"/>
                    <a:pt x="4977058" y="614502"/>
                    <a:pt x="4614146" y="693927"/>
                  </a:cubicBezTo>
                  <a:cubicBezTo>
                    <a:pt x="3923418" y="844013"/>
                    <a:pt x="3287312" y="1123280"/>
                    <a:pt x="2694969" y="1505850"/>
                  </a:cubicBezTo>
                  <a:cubicBezTo>
                    <a:pt x="1979819" y="1967737"/>
                    <a:pt x="1373450" y="2548022"/>
                    <a:pt x="841936" y="3209609"/>
                  </a:cubicBezTo>
                  <a:cubicBezTo>
                    <a:pt x="786638" y="3278444"/>
                    <a:pt x="733566" y="3349061"/>
                    <a:pt x="676461" y="3422722"/>
                  </a:cubicBezTo>
                  <a:cubicBezTo>
                    <a:pt x="712878" y="3475731"/>
                    <a:pt x="741039" y="3521900"/>
                    <a:pt x="774187" y="3564160"/>
                  </a:cubicBezTo>
                  <a:cubicBezTo>
                    <a:pt x="990070" y="3839331"/>
                    <a:pt x="1219598" y="4102550"/>
                    <a:pt x="1466545" y="4350469"/>
                  </a:cubicBezTo>
                  <a:cubicBezTo>
                    <a:pt x="1992342" y="4878332"/>
                    <a:pt x="2575895" y="5328516"/>
                    <a:pt x="3241027" y="5668470"/>
                  </a:cubicBezTo>
                  <a:cubicBezTo>
                    <a:pt x="4257289" y="6187899"/>
                    <a:pt x="5330391" y="6398608"/>
                    <a:pt x="6465809" y="6244934"/>
                  </a:cubicBezTo>
                  <a:cubicBezTo>
                    <a:pt x="7179426" y="6148356"/>
                    <a:pt x="7848664" y="5914117"/>
                    <a:pt x="8475731" y="5559584"/>
                  </a:cubicBezTo>
                  <a:cubicBezTo>
                    <a:pt x="9384525" y="5045775"/>
                    <a:pt x="10131406" y="4349569"/>
                    <a:pt x="10766347" y="3527271"/>
                  </a:cubicBezTo>
                  <a:cubicBezTo>
                    <a:pt x="10790286" y="3496269"/>
                    <a:pt x="10807831" y="3460324"/>
                    <a:pt x="10824147" y="3433588"/>
                  </a:cubicBezTo>
                  <a:cubicBezTo>
                    <a:pt x="10813237" y="3408251"/>
                    <a:pt x="10809505" y="3394624"/>
                    <a:pt x="10802122" y="3383394"/>
                  </a:cubicBezTo>
                  <a:cubicBezTo>
                    <a:pt x="10783339" y="3354797"/>
                    <a:pt x="10764129" y="3326332"/>
                    <a:pt x="10742995" y="3299463"/>
                  </a:cubicBezTo>
                  <a:cubicBezTo>
                    <a:pt x="10317694" y="2758614"/>
                    <a:pt x="9843802" y="2265788"/>
                    <a:pt x="9297254" y="1845768"/>
                  </a:cubicBezTo>
                  <a:cubicBezTo>
                    <a:pt x="8410093" y="1163990"/>
                    <a:pt x="7425652" y="714777"/>
                    <a:pt x="6302676" y="598045"/>
                  </a:cubicBezTo>
                  <a:cubicBezTo>
                    <a:pt x="6094040" y="576356"/>
                    <a:pt x="5886087" y="566547"/>
                    <a:pt x="5677023" y="569459"/>
                  </a:cubicBezTo>
                  <a:close/>
                  <a:moveTo>
                    <a:pt x="5645127" y="997"/>
                  </a:moveTo>
                  <a:cubicBezTo>
                    <a:pt x="5943110" y="-4827"/>
                    <a:pt x="6240425" y="15069"/>
                    <a:pt x="6536363" y="55193"/>
                  </a:cubicBezTo>
                  <a:cubicBezTo>
                    <a:pt x="7075260" y="128267"/>
                    <a:pt x="7596239" y="271334"/>
                    <a:pt x="8094195" y="490967"/>
                  </a:cubicBezTo>
                  <a:cubicBezTo>
                    <a:pt x="8659419" y="740266"/>
                    <a:pt x="9185768" y="1053751"/>
                    <a:pt x="9671478" y="1438262"/>
                  </a:cubicBezTo>
                  <a:cubicBezTo>
                    <a:pt x="10010755" y="1706842"/>
                    <a:pt x="10323038" y="2002622"/>
                    <a:pt x="10620999" y="2314343"/>
                  </a:cubicBezTo>
                  <a:cubicBezTo>
                    <a:pt x="10947042" y="2655429"/>
                    <a:pt x="11236062" y="3026963"/>
                    <a:pt x="11509407" y="3412596"/>
                  </a:cubicBezTo>
                  <a:cubicBezTo>
                    <a:pt x="11471378" y="3547603"/>
                    <a:pt x="11375014" y="3639835"/>
                    <a:pt x="11297719" y="3739975"/>
                  </a:cubicBezTo>
                  <a:cubicBezTo>
                    <a:pt x="10967392" y="4167894"/>
                    <a:pt x="10618630" y="4580406"/>
                    <a:pt x="10221580" y="4949215"/>
                  </a:cubicBezTo>
                  <a:cubicBezTo>
                    <a:pt x="9672734" y="5459008"/>
                    <a:pt x="9073542" y="5897962"/>
                    <a:pt x="8399673" y="6229580"/>
                  </a:cubicBezTo>
                  <a:cubicBezTo>
                    <a:pt x="7773790" y="6537578"/>
                    <a:pt x="7114803" y="6738464"/>
                    <a:pt x="6421341" y="6818761"/>
                  </a:cubicBezTo>
                  <a:cubicBezTo>
                    <a:pt x="5442251" y="6932135"/>
                    <a:pt x="4494752" y="6798624"/>
                    <a:pt x="3580295" y="6434660"/>
                  </a:cubicBezTo>
                  <a:cubicBezTo>
                    <a:pt x="3340926" y="6339391"/>
                    <a:pt x="3105076" y="6233721"/>
                    <a:pt x="2873848" y="6120133"/>
                  </a:cubicBezTo>
                  <a:cubicBezTo>
                    <a:pt x="2714509" y="6041857"/>
                    <a:pt x="2566329" y="5940996"/>
                    <a:pt x="2412424" y="5851508"/>
                  </a:cubicBezTo>
                  <a:cubicBezTo>
                    <a:pt x="2228692" y="5744688"/>
                    <a:pt x="2056750" y="5618338"/>
                    <a:pt x="1892915" y="5486189"/>
                  </a:cubicBezTo>
                  <a:cubicBezTo>
                    <a:pt x="1779219" y="5394483"/>
                    <a:pt x="1635431" y="5331704"/>
                    <a:pt x="1558616" y="5196145"/>
                  </a:cubicBezTo>
                  <a:cubicBezTo>
                    <a:pt x="1260601" y="5005876"/>
                    <a:pt x="1048138" y="4724168"/>
                    <a:pt x="798893" y="4481958"/>
                  </a:cubicBezTo>
                  <a:cubicBezTo>
                    <a:pt x="731384" y="4416347"/>
                    <a:pt x="688208" y="4325781"/>
                    <a:pt x="621083" y="4259635"/>
                  </a:cubicBezTo>
                  <a:cubicBezTo>
                    <a:pt x="552827" y="4192386"/>
                    <a:pt x="485675" y="4129740"/>
                    <a:pt x="438838" y="4042576"/>
                  </a:cubicBezTo>
                  <a:cubicBezTo>
                    <a:pt x="404523" y="3978720"/>
                    <a:pt x="338075" y="3933058"/>
                    <a:pt x="293776" y="3873468"/>
                  </a:cubicBezTo>
                  <a:cubicBezTo>
                    <a:pt x="193493" y="3738541"/>
                    <a:pt x="98047" y="3600016"/>
                    <a:pt x="0" y="3462060"/>
                  </a:cubicBezTo>
                  <a:cubicBezTo>
                    <a:pt x="6484" y="3305999"/>
                    <a:pt x="137670" y="3219361"/>
                    <a:pt x="209729" y="3100395"/>
                  </a:cubicBezTo>
                  <a:cubicBezTo>
                    <a:pt x="274930" y="2992746"/>
                    <a:pt x="357650" y="2891894"/>
                    <a:pt x="441251" y="2798513"/>
                  </a:cubicBezTo>
                  <a:cubicBezTo>
                    <a:pt x="594837" y="2626991"/>
                    <a:pt x="722861" y="2433774"/>
                    <a:pt x="903539" y="2283680"/>
                  </a:cubicBezTo>
                  <a:cubicBezTo>
                    <a:pt x="1049786" y="2162193"/>
                    <a:pt x="1170035" y="2009774"/>
                    <a:pt x="1305435" y="1874704"/>
                  </a:cubicBezTo>
                  <a:cubicBezTo>
                    <a:pt x="1386845" y="1793490"/>
                    <a:pt x="1455074" y="1695728"/>
                    <a:pt x="1567389" y="1649826"/>
                  </a:cubicBezTo>
                  <a:cubicBezTo>
                    <a:pt x="1579670" y="1644803"/>
                    <a:pt x="1590999" y="1636039"/>
                    <a:pt x="1600974" y="1627017"/>
                  </a:cubicBezTo>
                  <a:cubicBezTo>
                    <a:pt x="1666175" y="1568068"/>
                    <a:pt x="1723076" y="1494450"/>
                    <a:pt x="1797896" y="1453180"/>
                  </a:cubicBezTo>
                  <a:cubicBezTo>
                    <a:pt x="1875067" y="1410609"/>
                    <a:pt x="1908188" y="1309818"/>
                    <a:pt x="2008070" y="1303833"/>
                  </a:cubicBezTo>
                  <a:cubicBezTo>
                    <a:pt x="2112637" y="1178953"/>
                    <a:pt x="2266365" y="1123548"/>
                    <a:pt x="2393748" y="1030907"/>
                  </a:cubicBezTo>
                  <a:cubicBezTo>
                    <a:pt x="2712451" y="799117"/>
                    <a:pt x="3073896" y="648293"/>
                    <a:pt x="3429461" y="486879"/>
                  </a:cubicBezTo>
                  <a:cubicBezTo>
                    <a:pt x="3541491" y="436016"/>
                    <a:pt x="3658606" y="396358"/>
                    <a:pt x="3788305" y="345308"/>
                  </a:cubicBezTo>
                  <a:cubicBezTo>
                    <a:pt x="4303601" y="163499"/>
                    <a:pt x="4818666" y="57339"/>
                    <a:pt x="5346948" y="15596"/>
                  </a:cubicBezTo>
                  <a:cubicBezTo>
                    <a:pt x="5446398" y="7737"/>
                    <a:pt x="5545800" y="2938"/>
                    <a:pt x="5645127" y="997"/>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960" name="Freeform: Shape 959">
              <a:extLst>
                <a:ext uri="{FF2B5EF4-FFF2-40B4-BE49-F238E27FC236}">
                  <a16:creationId xmlns:a16="http://schemas.microsoft.com/office/drawing/2014/main" id="{D861BFD4-CE99-36F9-3380-C2AC6275E870}"/>
                </a:ext>
                <a:ext uri="{C183D7F6-B498-43B3-948B-1728B52AA6E4}">
                  <adec:decorative xmlns:adec="http://schemas.microsoft.com/office/drawing/2017/decorative" val="1"/>
                </a:ext>
              </a:extLst>
            </p:cNvPr>
            <p:cNvSpPr/>
            <p:nvPr/>
          </p:nvSpPr>
          <p:spPr>
            <a:xfrm>
              <a:off x="4845162" y="1676769"/>
              <a:ext cx="52208" cy="52208"/>
            </a:xfrm>
            <a:custGeom>
              <a:avLst/>
              <a:gdLst>
                <a:gd name="connsiteX0" fmla="*/ 723079 w 1118751"/>
                <a:gd name="connsiteY0" fmla="*/ 0 h 1118751"/>
                <a:gd name="connsiteX1" fmla="*/ 1118751 w 1118751"/>
                <a:gd name="connsiteY1" fmla="*/ 723079 h 1118751"/>
                <a:gd name="connsiteX2" fmla="*/ 395672 w 1118751"/>
                <a:gd name="connsiteY2" fmla="*/ 1118751 h 1118751"/>
                <a:gd name="connsiteX3" fmla="*/ 0 w 1118751"/>
                <a:gd name="connsiteY3" fmla="*/ 395672 h 1118751"/>
              </a:gdLst>
              <a:ahLst/>
              <a:cxnLst>
                <a:cxn ang="0">
                  <a:pos x="connsiteX0" y="connsiteY0"/>
                </a:cxn>
                <a:cxn ang="0">
                  <a:pos x="connsiteX1" y="connsiteY1"/>
                </a:cxn>
                <a:cxn ang="0">
                  <a:pos x="connsiteX2" y="connsiteY2"/>
                </a:cxn>
                <a:cxn ang="0">
                  <a:pos x="connsiteX3" y="connsiteY3"/>
                </a:cxn>
              </a:cxnLst>
              <a:rect l="l" t="t" r="r" b="b"/>
              <a:pathLst>
                <a:path w="1118751" h="1118751">
                  <a:moveTo>
                    <a:pt x="723079" y="0"/>
                  </a:moveTo>
                  <a:lnTo>
                    <a:pt x="1118751" y="723079"/>
                  </a:lnTo>
                  <a:lnTo>
                    <a:pt x="395672" y="1118751"/>
                  </a:lnTo>
                  <a:lnTo>
                    <a:pt x="0" y="395672"/>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25" name="Group 924">
            <a:extLst>
              <a:ext uri="{FF2B5EF4-FFF2-40B4-BE49-F238E27FC236}">
                <a16:creationId xmlns:a16="http://schemas.microsoft.com/office/drawing/2014/main" id="{A86B014C-F3D4-9F67-FD75-CE249575FD06}"/>
              </a:ext>
              <a:ext uri="{C183D7F6-B498-43B3-948B-1728B52AA6E4}">
                <adec:decorative xmlns:adec="http://schemas.microsoft.com/office/drawing/2017/decorative" val="1"/>
              </a:ext>
            </a:extLst>
          </p:cNvPr>
          <p:cNvGrpSpPr>
            <a:grpSpLocks noChangeAspect="1"/>
          </p:cNvGrpSpPr>
          <p:nvPr/>
        </p:nvGrpSpPr>
        <p:grpSpPr>
          <a:xfrm>
            <a:off x="5233019" y="1517247"/>
            <a:ext cx="448434" cy="457200"/>
            <a:chOff x="5233019" y="1517247"/>
            <a:chExt cx="448434" cy="457200"/>
          </a:xfrm>
          <a:solidFill>
            <a:srgbClr val="FF0000"/>
          </a:solidFill>
        </p:grpSpPr>
        <p:sp>
          <p:nvSpPr>
            <p:cNvPr id="981" name="Freeform: Shape 980">
              <a:extLst>
                <a:ext uri="{FF2B5EF4-FFF2-40B4-BE49-F238E27FC236}">
                  <a16:creationId xmlns:a16="http://schemas.microsoft.com/office/drawing/2014/main" id="{7DB1AD3A-6C3B-B48F-90E0-7DAA3436FE08}"/>
                </a:ext>
                <a:ext uri="{C183D7F6-B498-43B3-948B-1728B52AA6E4}">
                  <adec:decorative xmlns:adec="http://schemas.microsoft.com/office/drawing/2017/decorative" val="1"/>
                </a:ext>
              </a:extLst>
            </p:cNvPr>
            <p:cNvSpPr/>
            <p:nvPr/>
          </p:nvSpPr>
          <p:spPr>
            <a:xfrm>
              <a:off x="5233019" y="1517247"/>
              <a:ext cx="448434" cy="457200"/>
            </a:xfrm>
            <a:custGeom>
              <a:avLst/>
              <a:gdLst>
                <a:gd name="connsiteX0" fmla="*/ 1208542 w 6726509"/>
                <a:gd name="connsiteY0" fmla="*/ 6049622 h 6857999"/>
                <a:gd name="connsiteX1" fmla="*/ 1208542 w 6726509"/>
                <a:gd name="connsiteY1" fmla="*/ 6403004 h 6857999"/>
                <a:gd name="connsiteX2" fmla="*/ 1823668 w 6726509"/>
                <a:gd name="connsiteY2" fmla="*/ 6403004 h 6857999"/>
                <a:gd name="connsiteX3" fmla="*/ 1823668 w 6726509"/>
                <a:gd name="connsiteY3" fmla="*/ 6284776 h 6857999"/>
                <a:gd name="connsiteX4" fmla="*/ 1823668 w 6726509"/>
                <a:gd name="connsiteY4" fmla="*/ 6049622 h 6857999"/>
                <a:gd name="connsiteX5" fmla="*/ 1208542 w 6726509"/>
                <a:gd name="connsiteY5" fmla="*/ 6049622 h 6857999"/>
                <a:gd name="connsiteX6" fmla="*/ 4885518 w 6726509"/>
                <a:gd name="connsiteY6" fmla="*/ 6047665 h 6857999"/>
                <a:gd name="connsiteX7" fmla="*/ 4885518 w 6726509"/>
                <a:gd name="connsiteY7" fmla="*/ 6402938 h 6857999"/>
                <a:gd name="connsiteX8" fmla="*/ 5498491 w 6726509"/>
                <a:gd name="connsiteY8" fmla="*/ 6402938 h 6857999"/>
                <a:gd name="connsiteX9" fmla="*/ 5498491 w 6726509"/>
                <a:gd name="connsiteY9" fmla="*/ 6047665 h 6857999"/>
                <a:gd name="connsiteX10" fmla="*/ 5114049 w 6726509"/>
                <a:gd name="connsiteY10" fmla="*/ 6047665 h 6857999"/>
                <a:gd name="connsiteX11" fmla="*/ 4885518 w 6726509"/>
                <a:gd name="connsiteY11" fmla="*/ 6047665 h 6857999"/>
                <a:gd name="connsiteX12" fmla="*/ 3060107 w 6726509"/>
                <a:gd name="connsiteY12" fmla="*/ 6047665 h 6857999"/>
                <a:gd name="connsiteX13" fmla="*/ 3060107 w 6726509"/>
                <a:gd name="connsiteY13" fmla="*/ 6402888 h 6857999"/>
                <a:gd name="connsiteX14" fmla="*/ 3672979 w 6726509"/>
                <a:gd name="connsiteY14" fmla="*/ 6402888 h 6857999"/>
                <a:gd name="connsiteX15" fmla="*/ 3672979 w 6726509"/>
                <a:gd name="connsiteY15" fmla="*/ 6047665 h 6857999"/>
                <a:gd name="connsiteX16" fmla="*/ 3184648 w 6726509"/>
                <a:gd name="connsiteY16" fmla="*/ 6047665 h 6857999"/>
                <a:gd name="connsiteX17" fmla="*/ 3060107 w 6726509"/>
                <a:gd name="connsiteY17" fmla="*/ 6047665 h 6857999"/>
                <a:gd name="connsiteX18" fmla="*/ 4174579 w 6726509"/>
                <a:gd name="connsiteY18" fmla="*/ 4887039 h 6857999"/>
                <a:gd name="connsiteX19" fmla="*/ 4174579 w 6726509"/>
                <a:gd name="connsiteY19" fmla="*/ 4887044 h 6857999"/>
                <a:gd name="connsiteX20" fmla="*/ 4174577 w 6726509"/>
                <a:gd name="connsiteY20" fmla="*/ 4887044 h 6857999"/>
                <a:gd name="connsiteX21" fmla="*/ 4168584 w 6726509"/>
                <a:gd name="connsiteY21" fmla="*/ 5079738 h 6857999"/>
                <a:gd name="connsiteX22" fmla="*/ 3538679 w 6726509"/>
                <a:gd name="connsiteY22" fmla="*/ 5079734 h 6857999"/>
                <a:gd name="connsiteX23" fmla="*/ 3051525 w 6726509"/>
                <a:gd name="connsiteY23" fmla="*/ 5079237 h 6857999"/>
                <a:gd name="connsiteX24" fmla="*/ 2564111 w 6726509"/>
                <a:gd name="connsiteY24" fmla="*/ 5074225 h 6857999"/>
                <a:gd name="connsiteX25" fmla="*/ 2563616 w 6726509"/>
                <a:gd name="connsiteY25" fmla="*/ 4887171 h 6857999"/>
                <a:gd name="connsiteX26" fmla="*/ 2414077 w 6726509"/>
                <a:gd name="connsiteY26" fmla="*/ 4887171 h 6857999"/>
                <a:gd name="connsiteX27" fmla="*/ 2414077 w 6726509"/>
                <a:gd name="connsiteY27" fmla="*/ 4887209 h 6857999"/>
                <a:gd name="connsiteX28" fmla="*/ 2408085 w 6726509"/>
                <a:gd name="connsiteY28" fmla="*/ 5079738 h 6857999"/>
                <a:gd name="connsiteX29" fmla="*/ 299363 w 6726509"/>
                <a:gd name="connsiteY29" fmla="*/ 5079738 h 6857999"/>
                <a:gd name="connsiteX30" fmla="*/ 299363 w 6726509"/>
                <a:gd name="connsiteY30" fmla="*/ 6402417 h 6857999"/>
                <a:gd name="connsiteX31" fmla="*/ 979148 w 6726509"/>
                <a:gd name="connsiteY31" fmla="*/ 6402417 h 6857999"/>
                <a:gd name="connsiteX32" fmla="*/ 979216 w 6726509"/>
                <a:gd name="connsiteY32" fmla="*/ 5938722 h 6857999"/>
                <a:gd name="connsiteX33" fmla="*/ 1090425 w 6726509"/>
                <a:gd name="connsiteY33" fmla="*/ 5826791 h 6857999"/>
                <a:gd name="connsiteX34" fmla="*/ 1938096 w 6726509"/>
                <a:gd name="connsiteY34" fmla="*/ 5826927 h 6857999"/>
                <a:gd name="connsiteX35" fmla="*/ 1972930 w 6726509"/>
                <a:gd name="connsiteY35" fmla="*/ 5830310 h 6857999"/>
                <a:gd name="connsiteX36" fmla="*/ 2050741 w 6726509"/>
                <a:gd name="connsiteY36" fmla="*/ 5943829 h 6857999"/>
                <a:gd name="connsiteX37" fmla="*/ 2051039 w 6726509"/>
                <a:gd name="connsiteY37" fmla="*/ 6369285 h 6857999"/>
                <a:gd name="connsiteX38" fmla="*/ 2051039 w 6726509"/>
                <a:gd name="connsiteY38" fmla="*/ 6402597 h 6857999"/>
                <a:gd name="connsiteX39" fmla="*/ 2837093 w 6726509"/>
                <a:gd name="connsiteY39" fmla="*/ 6402597 h 6857999"/>
                <a:gd name="connsiteX40" fmla="*/ 2837109 w 6726509"/>
                <a:gd name="connsiteY40" fmla="*/ 5929472 h 6857999"/>
                <a:gd name="connsiteX41" fmla="*/ 2940434 w 6726509"/>
                <a:gd name="connsiteY41" fmla="*/ 5826804 h 6857999"/>
                <a:gd name="connsiteX42" fmla="*/ 3791352 w 6726509"/>
                <a:gd name="connsiteY42" fmla="*/ 5826792 h 6857999"/>
                <a:gd name="connsiteX43" fmla="*/ 3902476 w 6726509"/>
                <a:gd name="connsiteY43" fmla="*/ 5938062 h 6857999"/>
                <a:gd name="connsiteX44" fmla="*/ 3902488 w 6726509"/>
                <a:gd name="connsiteY44" fmla="*/ 6370015 h 6857999"/>
                <a:gd name="connsiteX45" fmla="*/ 3902488 w 6726509"/>
                <a:gd name="connsiteY45" fmla="*/ 6403486 h 6857999"/>
                <a:gd name="connsiteX46" fmla="*/ 4656059 w 6726509"/>
                <a:gd name="connsiteY46" fmla="*/ 6403486 h 6857999"/>
                <a:gd name="connsiteX47" fmla="*/ 4656059 w 6726509"/>
                <a:gd name="connsiteY47" fmla="*/ 6370437 h 6857999"/>
                <a:gd name="connsiteX48" fmla="*/ 4656121 w 6726509"/>
                <a:gd name="connsiteY48" fmla="*/ 5931987 h 6857999"/>
                <a:gd name="connsiteX49" fmla="*/ 4760276 w 6726509"/>
                <a:gd name="connsiteY49" fmla="*/ 5826801 h 6857999"/>
                <a:gd name="connsiteX50" fmla="*/ 5617691 w 6726509"/>
                <a:gd name="connsiteY50" fmla="*/ 5826803 h 6857999"/>
                <a:gd name="connsiteX51" fmla="*/ 5721448 w 6726509"/>
                <a:gd name="connsiteY51" fmla="*/ 5932299 h 6857999"/>
                <a:gd name="connsiteX52" fmla="*/ 5721454 w 6726509"/>
                <a:gd name="connsiteY52" fmla="*/ 6370748 h 6857999"/>
                <a:gd name="connsiteX53" fmla="*/ 5721454 w 6726509"/>
                <a:gd name="connsiteY53" fmla="*/ 6403225 h 6857999"/>
                <a:gd name="connsiteX54" fmla="*/ 6434126 w 6726509"/>
                <a:gd name="connsiteY54" fmla="*/ 6403225 h 6857999"/>
                <a:gd name="connsiteX55" fmla="*/ 6434126 w 6726509"/>
                <a:gd name="connsiteY55" fmla="*/ 5079716 h 6857999"/>
                <a:gd name="connsiteX56" fmla="*/ 6400262 w 6726509"/>
                <a:gd name="connsiteY56" fmla="*/ 5079716 h 6857999"/>
                <a:gd name="connsiteX57" fmla="*/ 4357407 w 6726509"/>
                <a:gd name="connsiteY57" fmla="*/ 5079752 h 6857999"/>
                <a:gd name="connsiteX58" fmla="*/ 4322859 w 6726509"/>
                <a:gd name="connsiteY58" fmla="*/ 5077047 h 6857999"/>
                <a:gd name="connsiteX59" fmla="*/ 4320775 w 6726509"/>
                <a:gd name="connsiteY59" fmla="*/ 4887039 h 6857999"/>
                <a:gd name="connsiteX60" fmla="*/ 4174579 w 6726509"/>
                <a:gd name="connsiteY60" fmla="*/ 4887039 h 6857999"/>
                <a:gd name="connsiteX61" fmla="*/ 3370080 w 6726509"/>
                <a:gd name="connsiteY61" fmla="*/ 4260646 h 6857999"/>
                <a:gd name="connsiteX62" fmla="*/ 3361559 w 6726509"/>
                <a:gd name="connsiteY62" fmla="*/ 4266577 h 6857999"/>
                <a:gd name="connsiteX63" fmla="*/ 3285762 w 6726509"/>
                <a:gd name="connsiteY63" fmla="*/ 4511565 h 6857999"/>
                <a:gd name="connsiteX64" fmla="*/ 3285338 w 6726509"/>
                <a:gd name="connsiteY64" fmla="*/ 4731867 h 6857999"/>
                <a:gd name="connsiteX65" fmla="*/ 3285338 w 6726509"/>
                <a:gd name="connsiteY65" fmla="*/ 4785292 h 6857999"/>
                <a:gd name="connsiteX66" fmla="*/ 3454557 w 6726509"/>
                <a:gd name="connsiteY66" fmla="*/ 4785292 h 6857999"/>
                <a:gd name="connsiteX67" fmla="*/ 3370080 w 6726509"/>
                <a:gd name="connsiteY67" fmla="*/ 4260646 h 6857999"/>
                <a:gd name="connsiteX68" fmla="*/ 5086992 w 6726509"/>
                <a:gd name="connsiteY68" fmla="*/ 4049089 h 6857999"/>
                <a:gd name="connsiteX69" fmla="*/ 5086992 w 6726509"/>
                <a:gd name="connsiteY69" fmla="*/ 4787383 h 6857999"/>
                <a:gd name="connsiteX70" fmla="*/ 5127596 w 6726509"/>
                <a:gd name="connsiteY70" fmla="*/ 4787383 h 6857999"/>
                <a:gd name="connsiteX71" fmla="*/ 5290553 w 6726509"/>
                <a:gd name="connsiteY71" fmla="*/ 4787383 h 6857999"/>
                <a:gd name="connsiteX72" fmla="*/ 5290553 w 6726509"/>
                <a:gd name="connsiteY72" fmla="*/ 4049089 h 6857999"/>
                <a:gd name="connsiteX73" fmla="*/ 5086992 w 6726509"/>
                <a:gd name="connsiteY73" fmla="*/ 4049089 h 6857999"/>
                <a:gd name="connsiteX74" fmla="*/ 1409776 w 6726509"/>
                <a:gd name="connsiteY74" fmla="*/ 4048811 h 6857999"/>
                <a:gd name="connsiteX75" fmla="*/ 1409776 w 6726509"/>
                <a:gd name="connsiteY75" fmla="*/ 4785377 h 6857999"/>
                <a:gd name="connsiteX76" fmla="*/ 1615786 w 6726509"/>
                <a:gd name="connsiteY76" fmla="*/ 4785377 h 6857999"/>
                <a:gd name="connsiteX77" fmla="*/ 1615786 w 6726509"/>
                <a:gd name="connsiteY77" fmla="*/ 4569757 h 6857999"/>
                <a:gd name="connsiteX78" fmla="*/ 1615786 w 6726509"/>
                <a:gd name="connsiteY78" fmla="*/ 4048811 h 6857999"/>
                <a:gd name="connsiteX79" fmla="*/ 1409776 w 6726509"/>
                <a:gd name="connsiteY79" fmla="*/ 4048811 h 6857999"/>
                <a:gd name="connsiteX80" fmla="*/ 0 w 6726509"/>
                <a:gd name="connsiteY80" fmla="*/ 3353324 h 6857999"/>
                <a:gd name="connsiteX81" fmla="*/ 295052 w 6726509"/>
                <a:gd name="connsiteY81" fmla="*/ 3353324 h 6857999"/>
                <a:gd name="connsiteX82" fmla="*/ 295052 w 6726509"/>
                <a:gd name="connsiteY82" fmla="*/ 4785053 h 6857999"/>
                <a:gd name="connsiteX83" fmla="*/ 1180534 w 6726509"/>
                <a:gd name="connsiteY83" fmla="*/ 4785053 h 6857999"/>
                <a:gd name="connsiteX84" fmla="*/ 1180534 w 6726509"/>
                <a:gd name="connsiteY84" fmla="*/ 4751565 h 6857999"/>
                <a:gd name="connsiteX85" fmla="*/ 1180775 w 6726509"/>
                <a:gd name="connsiteY85" fmla="*/ 3952565 h 6857999"/>
                <a:gd name="connsiteX86" fmla="*/ 1248310 w 6726509"/>
                <a:gd name="connsiteY86" fmla="*/ 3834350 h 6857999"/>
                <a:gd name="connsiteX87" fmla="*/ 1288234 w 6726509"/>
                <a:gd name="connsiteY87" fmla="*/ 3826277 h 6857999"/>
                <a:gd name="connsiteX88" fmla="*/ 1736453 w 6726509"/>
                <a:gd name="connsiteY88" fmla="*/ 3825935 h 6857999"/>
                <a:gd name="connsiteX89" fmla="*/ 1843104 w 6726509"/>
                <a:gd name="connsiteY89" fmla="*/ 3931899 h 6857999"/>
                <a:gd name="connsiteX90" fmla="*/ 1843157 w 6726509"/>
                <a:gd name="connsiteY90" fmla="*/ 4620468 h 6857999"/>
                <a:gd name="connsiteX91" fmla="*/ 1843157 w 6726509"/>
                <a:gd name="connsiteY91" fmla="*/ 4785034 h 6857999"/>
                <a:gd name="connsiteX92" fmla="*/ 3057968 w 6726509"/>
                <a:gd name="connsiteY92" fmla="*/ 4785034 h 6857999"/>
                <a:gd name="connsiteX93" fmla="*/ 3057968 w 6726509"/>
                <a:gd name="connsiteY93" fmla="*/ 4702918 h 6857999"/>
                <a:gd name="connsiteX94" fmla="*/ 3058238 w 6726509"/>
                <a:gd name="connsiteY94" fmla="*/ 4504794 h 6857999"/>
                <a:gd name="connsiteX95" fmla="*/ 3064197 w 6726509"/>
                <a:gd name="connsiteY95" fmla="*/ 4467454 h 6857999"/>
                <a:gd name="connsiteX96" fmla="*/ 3118682 w 6726509"/>
                <a:gd name="connsiteY96" fmla="*/ 4244341 h 6857999"/>
                <a:gd name="connsiteX97" fmla="*/ 3244870 w 6726509"/>
                <a:gd name="connsiteY97" fmla="*/ 4044288 h 6857999"/>
                <a:gd name="connsiteX98" fmla="*/ 3252525 w 6726509"/>
                <a:gd name="connsiteY98" fmla="*/ 4014867 h 6857999"/>
                <a:gd name="connsiteX99" fmla="*/ 3252857 w 6726509"/>
                <a:gd name="connsiteY99" fmla="*/ 3769561 h 6857999"/>
                <a:gd name="connsiteX100" fmla="*/ 3480228 w 6726509"/>
                <a:gd name="connsiteY100" fmla="*/ 3769561 h 6857999"/>
                <a:gd name="connsiteX101" fmla="*/ 3479359 w 6726509"/>
                <a:gd name="connsiteY101" fmla="*/ 3959827 h 6857999"/>
                <a:gd name="connsiteX102" fmla="*/ 3515643 w 6726509"/>
                <a:gd name="connsiteY102" fmla="*/ 4073327 h 6857999"/>
                <a:gd name="connsiteX103" fmla="*/ 3667071 w 6726509"/>
                <a:gd name="connsiteY103" fmla="*/ 4396250 h 6857999"/>
                <a:gd name="connsiteX104" fmla="*/ 3681011 w 6726509"/>
                <a:gd name="connsiteY104" fmla="*/ 4536021 h 6857999"/>
                <a:gd name="connsiteX105" fmla="*/ 3681613 w 6726509"/>
                <a:gd name="connsiteY105" fmla="*/ 4785029 h 6857999"/>
                <a:gd name="connsiteX106" fmla="*/ 4857445 w 6726509"/>
                <a:gd name="connsiteY106" fmla="*/ 4785029 h 6857999"/>
                <a:gd name="connsiteX107" fmla="*/ 4857445 w 6726509"/>
                <a:gd name="connsiteY107" fmla="*/ 4751651 h 6857999"/>
                <a:gd name="connsiteX108" fmla="*/ 4857481 w 6726509"/>
                <a:gd name="connsiteY108" fmla="*/ 3946155 h 6857999"/>
                <a:gd name="connsiteX109" fmla="*/ 4935600 w 6726509"/>
                <a:gd name="connsiteY109" fmla="*/ 3829375 h 6857999"/>
                <a:gd name="connsiteX110" fmla="*/ 4967211 w 6726509"/>
                <a:gd name="connsiteY110" fmla="*/ 3826067 h 6857999"/>
                <a:gd name="connsiteX111" fmla="*/ 5415431 w 6726509"/>
                <a:gd name="connsiteY111" fmla="*/ 3825939 h 6857999"/>
                <a:gd name="connsiteX112" fmla="*/ 5520013 w 6726509"/>
                <a:gd name="connsiteY112" fmla="*/ 3931364 h 6857999"/>
                <a:gd name="connsiteX113" fmla="*/ 5520068 w 6726509"/>
                <a:gd name="connsiteY113" fmla="*/ 4746605 h 6857999"/>
                <a:gd name="connsiteX114" fmla="*/ 5520068 w 6726509"/>
                <a:gd name="connsiteY114" fmla="*/ 4784841 h 6857999"/>
                <a:gd name="connsiteX115" fmla="*/ 6434515 w 6726509"/>
                <a:gd name="connsiteY115" fmla="*/ 4784841 h 6857999"/>
                <a:gd name="connsiteX116" fmla="*/ 6434515 w 6726509"/>
                <a:gd name="connsiteY116" fmla="*/ 3353806 h 6857999"/>
                <a:gd name="connsiteX117" fmla="*/ 6726509 w 6726509"/>
                <a:gd name="connsiteY117" fmla="*/ 3353806 h 6857999"/>
                <a:gd name="connsiteX118" fmla="*/ 6726509 w 6726509"/>
                <a:gd name="connsiteY118" fmla="*/ 6857999 h 6857999"/>
                <a:gd name="connsiteX119" fmla="*/ 6437007 w 6726509"/>
                <a:gd name="connsiteY119" fmla="*/ 6857999 h 6857999"/>
                <a:gd name="connsiteX120" fmla="*/ 6437007 w 6726509"/>
                <a:gd name="connsiteY120" fmla="*/ 6706172 h 6857999"/>
                <a:gd name="connsiteX121" fmla="*/ 298436 w 6726509"/>
                <a:gd name="connsiteY121" fmla="*/ 6706172 h 6857999"/>
                <a:gd name="connsiteX122" fmla="*/ 298436 w 6726509"/>
                <a:gd name="connsiteY122" fmla="*/ 6857675 h 6857999"/>
                <a:gd name="connsiteX123" fmla="*/ 0 w 6726509"/>
                <a:gd name="connsiteY123" fmla="*/ 6857675 h 6857999"/>
                <a:gd name="connsiteX124" fmla="*/ 0 w 6726509"/>
                <a:gd name="connsiteY124" fmla="*/ 3353324 h 6857999"/>
                <a:gd name="connsiteX125" fmla="*/ 3353762 w 6726509"/>
                <a:gd name="connsiteY125" fmla="*/ 792156 h 6857999"/>
                <a:gd name="connsiteX126" fmla="*/ 3128071 w 6726509"/>
                <a:gd name="connsiteY126" fmla="*/ 1008950 h 6857999"/>
                <a:gd name="connsiteX127" fmla="*/ 3356910 w 6726509"/>
                <a:gd name="connsiteY127" fmla="*/ 1251035 h 6857999"/>
                <a:gd name="connsiteX128" fmla="*/ 3585659 w 6726509"/>
                <a:gd name="connsiteY128" fmla="*/ 1034933 h 6857999"/>
                <a:gd name="connsiteX129" fmla="*/ 3353762 w 6726509"/>
                <a:gd name="connsiteY129" fmla="*/ 792156 h 6857999"/>
                <a:gd name="connsiteX130" fmla="*/ 3310948 w 6726509"/>
                <a:gd name="connsiteY130" fmla="*/ 641778 h 6857999"/>
                <a:gd name="connsiteX131" fmla="*/ 3502800 w 6726509"/>
                <a:gd name="connsiteY131" fmla="*/ 667779 h 6857999"/>
                <a:gd name="connsiteX132" fmla="*/ 3699591 w 6726509"/>
                <a:gd name="connsiteY132" fmla="*/ 846791 h 6857999"/>
                <a:gd name="connsiteX133" fmla="*/ 3739742 w 6726509"/>
                <a:gd name="connsiteY133" fmla="*/ 1033536 h 6857999"/>
                <a:gd name="connsiteX134" fmla="*/ 3415418 w 6726509"/>
                <a:gd name="connsiteY134" fmla="*/ 1397308 h 6857999"/>
                <a:gd name="connsiteX135" fmla="*/ 3140871 w 6726509"/>
                <a:gd name="connsiteY135" fmla="*/ 1336114 h 6857999"/>
                <a:gd name="connsiteX136" fmla="*/ 2979046 w 6726509"/>
                <a:gd name="connsiteY136" fmla="*/ 1067677 h 6857999"/>
                <a:gd name="connsiteX137" fmla="*/ 3077838 w 6726509"/>
                <a:gd name="connsiteY137" fmla="*/ 758317 h 6857999"/>
                <a:gd name="connsiteX138" fmla="*/ 3310948 w 6726509"/>
                <a:gd name="connsiteY138" fmla="*/ 641778 h 6857999"/>
                <a:gd name="connsiteX139" fmla="*/ 4015358 w 6726509"/>
                <a:gd name="connsiteY139" fmla="*/ 446695 h 6857999"/>
                <a:gd name="connsiteX140" fmla="*/ 4105474 w 6726509"/>
                <a:gd name="connsiteY140" fmla="*/ 572499 h 6857999"/>
                <a:gd name="connsiteX141" fmla="*/ 4175077 w 6726509"/>
                <a:gd name="connsiteY141" fmla="*/ 717037 h 6857999"/>
                <a:gd name="connsiteX142" fmla="*/ 4210302 w 6726509"/>
                <a:gd name="connsiteY142" fmla="*/ 850447 h 6857999"/>
                <a:gd name="connsiteX143" fmla="*/ 4210937 w 6726509"/>
                <a:gd name="connsiteY143" fmla="*/ 852544 h 6857999"/>
                <a:gd name="connsiteX144" fmla="*/ 4210996 w 6726509"/>
                <a:gd name="connsiteY144" fmla="*/ 853060 h 6857999"/>
                <a:gd name="connsiteX145" fmla="*/ 4216301 w 6726509"/>
                <a:gd name="connsiteY145" fmla="*/ 873157 h 6857999"/>
                <a:gd name="connsiteX146" fmla="*/ 4221699 w 6726509"/>
                <a:gd name="connsiteY146" fmla="*/ 956062 h 6857999"/>
                <a:gd name="connsiteX147" fmla="*/ 4227309 w 6726509"/>
                <a:gd name="connsiteY147" fmla="*/ 1010007 h 6857999"/>
                <a:gd name="connsiteX148" fmla="*/ 4226264 w 6726509"/>
                <a:gd name="connsiteY148" fmla="*/ 1026062 h 6857999"/>
                <a:gd name="connsiteX149" fmla="*/ 4227309 w 6726509"/>
                <a:gd name="connsiteY149" fmla="*/ 1042123 h 6857999"/>
                <a:gd name="connsiteX150" fmla="*/ 4221699 w 6726509"/>
                <a:gd name="connsiteY150" fmla="*/ 1096068 h 6857999"/>
                <a:gd name="connsiteX151" fmla="*/ 4216301 w 6726509"/>
                <a:gd name="connsiteY151" fmla="*/ 1178974 h 6857999"/>
                <a:gd name="connsiteX152" fmla="*/ 4210996 w 6726509"/>
                <a:gd name="connsiteY152" fmla="*/ 1199063 h 6857999"/>
                <a:gd name="connsiteX153" fmla="*/ 4210937 w 6726509"/>
                <a:gd name="connsiteY153" fmla="*/ 1199586 h 6857999"/>
                <a:gd name="connsiteX154" fmla="*/ 4210302 w 6726509"/>
                <a:gd name="connsiteY154" fmla="*/ 1201683 h 6857999"/>
                <a:gd name="connsiteX155" fmla="*/ 4175077 w 6726509"/>
                <a:gd name="connsiteY155" fmla="*/ 1335094 h 6857999"/>
                <a:gd name="connsiteX156" fmla="*/ 4105474 w 6726509"/>
                <a:gd name="connsiteY156" fmla="*/ 1479631 h 6857999"/>
                <a:gd name="connsiteX157" fmla="*/ 4015358 w 6726509"/>
                <a:gd name="connsiteY157" fmla="*/ 1605435 h 6857999"/>
                <a:gd name="connsiteX158" fmla="*/ 4079973 w 6726509"/>
                <a:gd name="connsiteY158" fmla="*/ 1585735 h 6857999"/>
                <a:gd name="connsiteX159" fmla="*/ 4805253 w 6726509"/>
                <a:gd name="connsiteY159" fmla="*/ 1109543 h 6857999"/>
                <a:gd name="connsiteX160" fmla="*/ 4892074 w 6726509"/>
                <a:gd name="connsiteY160" fmla="*/ 1026062 h 6857999"/>
                <a:gd name="connsiteX161" fmla="*/ 4805253 w 6726509"/>
                <a:gd name="connsiteY161" fmla="*/ 942587 h 6857999"/>
                <a:gd name="connsiteX162" fmla="*/ 4079973 w 6726509"/>
                <a:gd name="connsiteY162" fmla="*/ 466395 h 6857999"/>
                <a:gd name="connsiteX163" fmla="*/ 2699811 w 6726509"/>
                <a:gd name="connsiteY163" fmla="*/ 446583 h 6857999"/>
                <a:gd name="connsiteX164" fmla="*/ 2683167 w 6726509"/>
                <a:gd name="connsiteY164" fmla="*/ 448680 h 6857999"/>
                <a:gd name="connsiteX165" fmla="*/ 2646322 w 6726509"/>
                <a:gd name="connsiteY165" fmla="*/ 460362 h 6857999"/>
                <a:gd name="connsiteX166" fmla="*/ 2585722 w 6726509"/>
                <a:gd name="connsiteY166" fmla="*/ 488178 h 6857999"/>
                <a:gd name="connsiteX167" fmla="*/ 2528112 w 6726509"/>
                <a:gd name="connsiteY167" fmla="*/ 516702 h 6857999"/>
                <a:gd name="connsiteX168" fmla="*/ 2427095 w 6726509"/>
                <a:gd name="connsiteY168" fmla="*/ 573333 h 6857999"/>
                <a:gd name="connsiteX169" fmla="*/ 1904677 w 6726509"/>
                <a:gd name="connsiteY169" fmla="*/ 946967 h 6857999"/>
                <a:gd name="connsiteX170" fmla="*/ 1822287 w 6726509"/>
                <a:gd name="connsiteY170" fmla="*/ 1026062 h 6857999"/>
                <a:gd name="connsiteX171" fmla="*/ 1904677 w 6726509"/>
                <a:gd name="connsiteY171" fmla="*/ 1105164 h 6857999"/>
                <a:gd name="connsiteX172" fmla="*/ 2427095 w 6726509"/>
                <a:gd name="connsiteY172" fmla="*/ 1478798 h 6857999"/>
                <a:gd name="connsiteX173" fmla="*/ 2528112 w 6726509"/>
                <a:gd name="connsiteY173" fmla="*/ 1535429 h 6857999"/>
                <a:gd name="connsiteX174" fmla="*/ 2585722 w 6726509"/>
                <a:gd name="connsiteY174" fmla="*/ 1563952 h 6857999"/>
                <a:gd name="connsiteX175" fmla="*/ 2646322 w 6726509"/>
                <a:gd name="connsiteY175" fmla="*/ 1591768 h 6857999"/>
                <a:gd name="connsiteX176" fmla="*/ 2683167 w 6726509"/>
                <a:gd name="connsiteY176" fmla="*/ 1603450 h 6857999"/>
                <a:gd name="connsiteX177" fmla="*/ 2699811 w 6726509"/>
                <a:gd name="connsiteY177" fmla="*/ 1605547 h 6857999"/>
                <a:gd name="connsiteX178" fmla="*/ 2612248 w 6726509"/>
                <a:gd name="connsiteY178" fmla="*/ 1485188 h 6857999"/>
                <a:gd name="connsiteX179" fmla="*/ 2485962 w 6726509"/>
                <a:gd name="connsiteY179" fmla="*/ 1030461 h 6857999"/>
                <a:gd name="connsiteX180" fmla="*/ 2486359 w 6726509"/>
                <a:gd name="connsiteY180" fmla="*/ 1026062 h 6857999"/>
                <a:gd name="connsiteX181" fmla="*/ 2485962 w 6726509"/>
                <a:gd name="connsiteY181" fmla="*/ 1021670 h 6857999"/>
                <a:gd name="connsiteX182" fmla="*/ 2612248 w 6726509"/>
                <a:gd name="connsiteY182" fmla="*/ 566943 h 6857999"/>
                <a:gd name="connsiteX183" fmla="*/ 3419825 w 6726509"/>
                <a:gd name="connsiteY183" fmla="*/ 1488 h 6857999"/>
                <a:gd name="connsiteX184" fmla="*/ 3754384 w 6726509"/>
                <a:gd name="connsiteY184" fmla="*/ 43347 h 6857999"/>
                <a:gd name="connsiteX185" fmla="*/ 4183895 w 6726509"/>
                <a:gd name="connsiteY185" fmla="*/ 177658 h 6857999"/>
                <a:gd name="connsiteX186" fmla="*/ 4558594 w 6726509"/>
                <a:gd name="connsiteY186" fmla="*/ 375651 h 6857999"/>
                <a:gd name="connsiteX187" fmla="*/ 4862512 w 6726509"/>
                <a:gd name="connsiteY187" fmla="*/ 587614 h 6857999"/>
                <a:gd name="connsiteX188" fmla="*/ 5015060 w 6726509"/>
                <a:gd name="connsiteY188" fmla="*/ 719683 h 6857999"/>
                <a:gd name="connsiteX189" fmla="*/ 5182776 w 6726509"/>
                <a:gd name="connsiteY189" fmla="*/ 881114 h 6857999"/>
                <a:gd name="connsiteX190" fmla="*/ 5287617 w 6726509"/>
                <a:gd name="connsiteY190" fmla="*/ 998292 h 6857999"/>
                <a:gd name="connsiteX191" fmla="*/ 5297050 w 6726509"/>
                <a:gd name="connsiteY191" fmla="*/ 1020757 h 6857999"/>
                <a:gd name="connsiteX192" fmla="*/ 5294331 w 6726509"/>
                <a:gd name="connsiteY192" fmla="*/ 1026062 h 6857999"/>
                <a:gd name="connsiteX193" fmla="*/ 5297050 w 6726509"/>
                <a:gd name="connsiteY193" fmla="*/ 1031374 h 6857999"/>
                <a:gd name="connsiteX194" fmla="*/ 5287617 w 6726509"/>
                <a:gd name="connsiteY194" fmla="*/ 1053838 h 6857999"/>
                <a:gd name="connsiteX195" fmla="*/ 5182776 w 6726509"/>
                <a:gd name="connsiteY195" fmla="*/ 1171009 h 6857999"/>
                <a:gd name="connsiteX196" fmla="*/ 5015060 w 6726509"/>
                <a:gd name="connsiteY196" fmla="*/ 1332448 h 6857999"/>
                <a:gd name="connsiteX197" fmla="*/ 4862512 w 6726509"/>
                <a:gd name="connsiteY197" fmla="*/ 1464516 h 6857999"/>
                <a:gd name="connsiteX198" fmla="*/ 4558594 w 6726509"/>
                <a:gd name="connsiteY198" fmla="*/ 1676480 h 6857999"/>
                <a:gd name="connsiteX199" fmla="*/ 4183895 w 6726509"/>
                <a:gd name="connsiteY199" fmla="*/ 1874473 h 6857999"/>
                <a:gd name="connsiteX200" fmla="*/ 3754384 w 6726509"/>
                <a:gd name="connsiteY200" fmla="*/ 2008783 h 6857999"/>
                <a:gd name="connsiteX201" fmla="*/ 3741604 w 6726509"/>
                <a:gd name="connsiteY201" fmla="*/ 2010378 h 6857999"/>
                <a:gd name="connsiteX202" fmla="*/ 3741604 w 6726509"/>
                <a:gd name="connsiteY202" fmla="*/ 1617329 h 6857999"/>
                <a:gd name="connsiteX203" fmla="*/ 3805121 w 6726509"/>
                <a:gd name="connsiteY203" fmla="*/ 1582190 h 6857999"/>
                <a:gd name="connsiteX204" fmla="*/ 3960222 w 6726509"/>
                <a:gd name="connsiteY204" fmla="*/ 1409030 h 6857999"/>
                <a:gd name="connsiteX205" fmla="*/ 4015894 w 6726509"/>
                <a:gd name="connsiteY205" fmla="*/ 1304897 h 6857999"/>
                <a:gd name="connsiteX206" fmla="*/ 4053500 w 6726509"/>
                <a:gd name="connsiteY206" fmla="*/ 1198137 h 6857999"/>
                <a:gd name="connsiteX207" fmla="*/ 4069244 w 6726509"/>
                <a:gd name="connsiteY207" fmla="*/ 1107783 h 6857999"/>
                <a:gd name="connsiteX208" fmla="*/ 4072406 w 6726509"/>
                <a:gd name="connsiteY208" fmla="*/ 1089202 h 6857999"/>
                <a:gd name="connsiteX209" fmla="*/ 4073054 w 6726509"/>
                <a:gd name="connsiteY209" fmla="*/ 1026062 h 6857999"/>
                <a:gd name="connsiteX210" fmla="*/ 4072406 w 6726509"/>
                <a:gd name="connsiteY210" fmla="*/ 962929 h 6857999"/>
                <a:gd name="connsiteX211" fmla="*/ 4069244 w 6726509"/>
                <a:gd name="connsiteY211" fmla="*/ 944347 h 6857999"/>
                <a:gd name="connsiteX212" fmla="*/ 4053500 w 6726509"/>
                <a:gd name="connsiteY212" fmla="*/ 853993 h 6857999"/>
                <a:gd name="connsiteX213" fmla="*/ 4015894 w 6726509"/>
                <a:gd name="connsiteY213" fmla="*/ 747234 h 6857999"/>
                <a:gd name="connsiteX214" fmla="*/ 3960222 w 6726509"/>
                <a:gd name="connsiteY214" fmla="*/ 643101 h 6857999"/>
                <a:gd name="connsiteX215" fmla="*/ 3601016 w 6726509"/>
                <a:gd name="connsiteY215" fmla="*/ 357016 h 6857999"/>
                <a:gd name="connsiteX216" fmla="*/ 3580886 w 6726509"/>
                <a:gd name="connsiteY216" fmla="*/ 350659 h 6857999"/>
                <a:gd name="connsiteX217" fmla="*/ 3580609 w 6726509"/>
                <a:gd name="connsiteY217" fmla="*/ 337423 h 6857999"/>
                <a:gd name="connsiteX218" fmla="*/ 3577652 w 6726509"/>
                <a:gd name="connsiteY218" fmla="*/ 336199 h 6857999"/>
                <a:gd name="connsiteX219" fmla="*/ 3348873 w 6726509"/>
                <a:gd name="connsiteY219" fmla="*/ 299625 h 6857999"/>
                <a:gd name="connsiteX220" fmla="*/ 3194459 w 6726509"/>
                <a:gd name="connsiteY220" fmla="*/ 319112 h 6857999"/>
                <a:gd name="connsiteX221" fmla="*/ 3128911 w 6726509"/>
                <a:gd name="connsiteY221" fmla="*/ 341616 h 6857999"/>
                <a:gd name="connsiteX222" fmla="*/ 3128964 w 6726509"/>
                <a:gd name="connsiteY222" fmla="*/ 347894 h 6857999"/>
                <a:gd name="connsiteX223" fmla="*/ 2848548 w 6726509"/>
                <a:gd name="connsiteY223" fmla="*/ 525414 h 6857999"/>
                <a:gd name="connsiteX224" fmla="*/ 2674945 w 6726509"/>
                <a:gd name="connsiteY224" fmla="*/ 806670 h 6857999"/>
                <a:gd name="connsiteX225" fmla="*/ 2648465 w 6726509"/>
                <a:gd name="connsiteY225" fmla="*/ 916458 h 6857999"/>
                <a:gd name="connsiteX226" fmla="*/ 2648300 w 6726509"/>
                <a:gd name="connsiteY226" fmla="*/ 917847 h 6857999"/>
                <a:gd name="connsiteX227" fmla="*/ 2640626 w 6726509"/>
                <a:gd name="connsiteY227" fmla="*/ 1026062 h 6857999"/>
                <a:gd name="connsiteX228" fmla="*/ 2648300 w 6726509"/>
                <a:gd name="connsiteY228" fmla="*/ 1134283 h 6857999"/>
                <a:gd name="connsiteX229" fmla="*/ 2648465 w 6726509"/>
                <a:gd name="connsiteY229" fmla="*/ 1135672 h 6857999"/>
                <a:gd name="connsiteX230" fmla="*/ 2674945 w 6726509"/>
                <a:gd name="connsiteY230" fmla="*/ 1245461 h 6857999"/>
                <a:gd name="connsiteX231" fmla="*/ 2848548 w 6726509"/>
                <a:gd name="connsiteY231" fmla="*/ 1526717 h 6857999"/>
                <a:gd name="connsiteX232" fmla="*/ 2984917 w 6726509"/>
                <a:gd name="connsiteY232" fmla="*/ 1613049 h 6857999"/>
                <a:gd name="connsiteX233" fmla="*/ 2984917 w 6726509"/>
                <a:gd name="connsiteY233" fmla="*/ 2013235 h 6857999"/>
                <a:gd name="connsiteX234" fmla="*/ 2933498 w 6726509"/>
                <a:gd name="connsiteY234" fmla="*/ 2005740 h 6857999"/>
                <a:gd name="connsiteX235" fmla="*/ 2116383 w 6726509"/>
                <a:gd name="connsiteY235" fmla="*/ 1653625 h 6857999"/>
                <a:gd name="connsiteX236" fmla="*/ 1539557 w 6726509"/>
                <a:gd name="connsiteY236" fmla="*/ 1179774 h 6857999"/>
                <a:gd name="connsiteX237" fmla="*/ 1409427 w 6726509"/>
                <a:gd name="connsiteY237" fmla="*/ 1031274 h 6857999"/>
                <a:gd name="connsiteX238" fmla="*/ 1414144 w 6726509"/>
                <a:gd name="connsiteY238" fmla="*/ 1026062 h 6857999"/>
                <a:gd name="connsiteX239" fmla="*/ 1409427 w 6726509"/>
                <a:gd name="connsiteY239" fmla="*/ 1020856 h 6857999"/>
                <a:gd name="connsiteX240" fmla="*/ 1539557 w 6726509"/>
                <a:gd name="connsiteY240" fmla="*/ 872356 h 6857999"/>
                <a:gd name="connsiteX241" fmla="*/ 2116383 w 6726509"/>
                <a:gd name="connsiteY241" fmla="*/ 398505 h 6857999"/>
                <a:gd name="connsiteX242" fmla="*/ 2933498 w 6726509"/>
                <a:gd name="connsiteY242" fmla="*/ 46383 h 6857999"/>
                <a:gd name="connsiteX243" fmla="*/ 3159744 w 6726509"/>
                <a:gd name="connsiteY243" fmla="*/ 13408 h 6857999"/>
                <a:gd name="connsiteX244" fmla="*/ 3419825 w 6726509"/>
                <a:gd name="connsiteY244" fmla="*/ 148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6726509" h="6857999">
                  <a:moveTo>
                    <a:pt x="1208542" y="6049622"/>
                  </a:moveTo>
                  <a:cubicBezTo>
                    <a:pt x="1208542" y="6168811"/>
                    <a:pt x="1208542" y="6286030"/>
                    <a:pt x="1208542" y="6403004"/>
                  </a:cubicBezTo>
                  <a:cubicBezTo>
                    <a:pt x="1414319" y="6403004"/>
                    <a:pt x="1618068" y="6403004"/>
                    <a:pt x="1823668" y="6403004"/>
                  </a:cubicBezTo>
                  <a:cubicBezTo>
                    <a:pt x="1823668" y="6364471"/>
                    <a:pt x="1823668" y="6327869"/>
                    <a:pt x="1823668" y="6284776"/>
                  </a:cubicBezTo>
                  <a:cubicBezTo>
                    <a:pt x="1823668" y="6206293"/>
                    <a:pt x="1823668" y="6127812"/>
                    <a:pt x="1823668" y="6049622"/>
                  </a:cubicBezTo>
                  <a:cubicBezTo>
                    <a:pt x="1615868" y="6049622"/>
                    <a:pt x="1412119" y="6049622"/>
                    <a:pt x="1208542" y="6049622"/>
                  </a:cubicBezTo>
                  <a:close/>
                  <a:moveTo>
                    <a:pt x="4885518" y="6047665"/>
                  </a:moveTo>
                  <a:cubicBezTo>
                    <a:pt x="4885518" y="6168945"/>
                    <a:pt x="4885518" y="6286165"/>
                    <a:pt x="4885518" y="6402938"/>
                  </a:cubicBezTo>
                  <a:cubicBezTo>
                    <a:pt x="5091362" y="6402938"/>
                    <a:pt x="5295112" y="6402938"/>
                    <a:pt x="5498491" y="6402938"/>
                  </a:cubicBezTo>
                  <a:cubicBezTo>
                    <a:pt x="5498491" y="6283683"/>
                    <a:pt x="5498491" y="6166464"/>
                    <a:pt x="5498491" y="6047665"/>
                  </a:cubicBezTo>
                  <a:cubicBezTo>
                    <a:pt x="5371123" y="6047665"/>
                    <a:pt x="5245834" y="6047665"/>
                    <a:pt x="5114049" y="6047665"/>
                  </a:cubicBezTo>
                  <a:cubicBezTo>
                    <a:pt x="5037729" y="6047665"/>
                    <a:pt x="4961409" y="6047665"/>
                    <a:pt x="4885518" y="6047665"/>
                  </a:cubicBezTo>
                  <a:close/>
                  <a:moveTo>
                    <a:pt x="3060107" y="6047665"/>
                  </a:moveTo>
                  <a:cubicBezTo>
                    <a:pt x="3060107" y="6169049"/>
                    <a:pt x="3060107" y="6286269"/>
                    <a:pt x="3060107" y="6402888"/>
                  </a:cubicBezTo>
                  <a:cubicBezTo>
                    <a:pt x="3266002" y="6402888"/>
                    <a:pt x="3469752" y="6402888"/>
                    <a:pt x="3672979" y="6402888"/>
                  </a:cubicBezTo>
                  <a:cubicBezTo>
                    <a:pt x="3672979" y="6283580"/>
                    <a:pt x="3672979" y="6166359"/>
                    <a:pt x="3672979" y="6047665"/>
                  </a:cubicBezTo>
                  <a:cubicBezTo>
                    <a:pt x="3510944" y="6047665"/>
                    <a:pt x="3351043" y="6047665"/>
                    <a:pt x="3184648" y="6047665"/>
                  </a:cubicBezTo>
                  <a:cubicBezTo>
                    <a:pt x="3142921" y="6047665"/>
                    <a:pt x="3101195" y="6047665"/>
                    <a:pt x="3060107" y="6047665"/>
                  </a:cubicBezTo>
                  <a:close/>
                  <a:moveTo>
                    <a:pt x="4174579" y="4887039"/>
                  </a:moveTo>
                  <a:lnTo>
                    <a:pt x="4174579" y="4887044"/>
                  </a:lnTo>
                  <a:lnTo>
                    <a:pt x="4174577" y="4887044"/>
                  </a:lnTo>
                  <a:cubicBezTo>
                    <a:pt x="4174577" y="4952774"/>
                    <a:pt x="4174577" y="5016332"/>
                    <a:pt x="4168584" y="5079738"/>
                  </a:cubicBezTo>
                  <a:cubicBezTo>
                    <a:pt x="3958616" y="5079731"/>
                    <a:pt x="3748648" y="5079648"/>
                    <a:pt x="3538679" y="5079734"/>
                  </a:cubicBezTo>
                  <a:cubicBezTo>
                    <a:pt x="3376337" y="5079800"/>
                    <a:pt x="3213994" y="5079895"/>
                    <a:pt x="3051525" y="5079237"/>
                  </a:cubicBezTo>
                  <a:lnTo>
                    <a:pt x="2564111" y="5074225"/>
                  </a:lnTo>
                  <a:lnTo>
                    <a:pt x="2563616" y="4887171"/>
                  </a:lnTo>
                  <a:cubicBezTo>
                    <a:pt x="2511446" y="4887171"/>
                    <a:pt x="2464609" y="4887171"/>
                    <a:pt x="2414077" y="4887171"/>
                  </a:cubicBezTo>
                  <a:lnTo>
                    <a:pt x="2414077" y="4887209"/>
                  </a:lnTo>
                  <a:lnTo>
                    <a:pt x="2408085" y="5079738"/>
                  </a:lnTo>
                  <a:cubicBezTo>
                    <a:pt x="1704898" y="5079738"/>
                    <a:pt x="1001711" y="5079738"/>
                    <a:pt x="299363" y="5079738"/>
                  </a:cubicBezTo>
                  <a:cubicBezTo>
                    <a:pt x="299363" y="5523951"/>
                    <a:pt x="299363" y="5963899"/>
                    <a:pt x="299363" y="6402417"/>
                  </a:cubicBezTo>
                  <a:cubicBezTo>
                    <a:pt x="527281" y="6402417"/>
                    <a:pt x="752867" y="6402417"/>
                    <a:pt x="979148" y="6402417"/>
                  </a:cubicBezTo>
                  <a:cubicBezTo>
                    <a:pt x="979148" y="6246156"/>
                    <a:pt x="979003" y="6092438"/>
                    <a:pt x="979216" y="5938722"/>
                  </a:cubicBezTo>
                  <a:cubicBezTo>
                    <a:pt x="979310" y="5870827"/>
                    <a:pt x="1023413" y="5826792"/>
                    <a:pt x="1090425" y="5826791"/>
                  </a:cubicBezTo>
                  <a:cubicBezTo>
                    <a:pt x="1372982" y="5826790"/>
                    <a:pt x="1655539" y="5826752"/>
                    <a:pt x="1938096" y="5826927"/>
                  </a:cubicBezTo>
                  <a:cubicBezTo>
                    <a:pt x="1949735" y="5826934"/>
                    <a:pt x="1961856" y="5827213"/>
                    <a:pt x="1972930" y="5830310"/>
                  </a:cubicBezTo>
                  <a:cubicBezTo>
                    <a:pt x="2022258" y="5844104"/>
                    <a:pt x="2050381" y="5887216"/>
                    <a:pt x="2050741" y="5943829"/>
                  </a:cubicBezTo>
                  <a:cubicBezTo>
                    <a:pt x="2051644" y="6085641"/>
                    <a:pt x="2051039" y="6227465"/>
                    <a:pt x="2051039" y="6369285"/>
                  </a:cubicBezTo>
                  <a:cubicBezTo>
                    <a:pt x="2051039" y="6380708"/>
                    <a:pt x="2051039" y="6392133"/>
                    <a:pt x="2051039" y="6402597"/>
                  </a:cubicBezTo>
                  <a:cubicBezTo>
                    <a:pt x="2315592" y="6402597"/>
                    <a:pt x="2575826" y="6402597"/>
                    <a:pt x="2837093" y="6402597"/>
                  </a:cubicBezTo>
                  <a:cubicBezTo>
                    <a:pt x="2837093" y="6243315"/>
                    <a:pt x="2837059" y="6086394"/>
                    <a:pt x="2837109" y="5929472"/>
                  </a:cubicBezTo>
                  <a:cubicBezTo>
                    <a:pt x="2837128" y="5871555"/>
                    <a:pt x="2882166" y="5826810"/>
                    <a:pt x="2940434" y="5826804"/>
                  </a:cubicBezTo>
                  <a:cubicBezTo>
                    <a:pt x="3224073" y="5826773"/>
                    <a:pt x="3507713" y="5826790"/>
                    <a:pt x="3791352" y="5826792"/>
                  </a:cubicBezTo>
                  <a:cubicBezTo>
                    <a:pt x="3860568" y="5826792"/>
                    <a:pt x="3902461" y="5868692"/>
                    <a:pt x="3902476" y="5938062"/>
                  </a:cubicBezTo>
                  <a:cubicBezTo>
                    <a:pt x="3902510" y="6082046"/>
                    <a:pt x="3902488" y="6226031"/>
                    <a:pt x="3902488" y="6370015"/>
                  </a:cubicBezTo>
                  <a:cubicBezTo>
                    <a:pt x="3902488" y="6381368"/>
                    <a:pt x="3902488" y="6392721"/>
                    <a:pt x="3902488" y="6403486"/>
                  </a:cubicBezTo>
                  <a:cubicBezTo>
                    <a:pt x="4155958" y="6403486"/>
                    <a:pt x="4404597" y="6403486"/>
                    <a:pt x="4656059" y="6403486"/>
                  </a:cubicBezTo>
                  <a:cubicBezTo>
                    <a:pt x="4656059" y="6391593"/>
                    <a:pt x="4656059" y="6381015"/>
                    <a:pt x="4656059" y="6370437"/>
                  </a:cubicBezTo>
                  <a:cubicBezTo>
                    <a:pt x="4656059" y="6224288"/>
                    <a:pt x="4655927" y="6078137"/>
                    <a:pt x="4656121" y="5931987"/>
                  </a:cubicBezTo>
                  <a:cubicBezTo>
                    <a:pt x="4656202" y="5871397"/>
                    <a:pt x="4700634" y="5826806"/>
                    <a:pt x="4760276" y="5826801"/>
                  </a:cubicBezTo>
                  <a:cubicBezTo>
                    <a:pt x="5046081" y="5826779"/>
                    <a:pt x="5331886" y="5826775"/>
                    <a:pt x="5617691" y="5826803"/>
                  </a:cubicBezTo>
                  <a:cubicBezTo>
                    <a:pt x="5677337" y="5826808"/>
                    <a:pt x="5721439" y="5871692"/>
                    <a:pt x="5721448" y="5932299"/>
                  </a:cubicBezTo>
                  <a:cubicBezTo>
                    <a:pt x="5721468" y="6078448"/>
                    <a:pt x="5721454" y="6224599"/>
                    <a:pt x="5721454" y="6370748"/>
                  </a:cubicBezTo>
                  <a:cubicBezTo>
                    <a:pt x="5721454" y="6381260"/>
                    <a:pt x="5721454" y="6391771"/>
                    <a:pt x="5721454" y="6403225"/>
                  </a:cubicBezTo>
                  <a:cubicBezTo>
                    <a:pt x="5960918" y="6403225"/>
                    <a:pt x="6197330" y="6403225"/>
                    <a:pt x="6434126" y="6403225"/>
                  </a:cubicBezTo>
                  <a:cubicBezTo>
                    <a:pt x="6434126" y="5961541"/>
                    <a:pt x="6434126" y="5521597"/>
                    <a:pt x="6434126" y="5079716"/>
                  </a:cubicBezTo>
                  <a:cubicBezTo>
                    <a:pt x="6421600" y="5079716"/>
                    <a:pt x="6410930" y="5079716"/>
                    <a:pt x="6400262" y="5079716"/>
                  </a:cubicBezTo>
                  <a:cubicBezTo>
                    <a:pt x="5719309" y="5079716"/>
                    <a:pt x="5038358" y="5079712"/>
                    <a:pt x="4357407" y="5079752"/>
                  </a:cubicBezTo>
                  <a:lnTo>
                    <a:pt x="4322859" y="5077047"/>
                  </a:lnTo>
                  <a:lnTo>
                    <a:pt x="4320775" y="4887039"/>
                  </a:lnTo>
                  <a:cubicBezTo>
                    <a:pt x="4268232" y="4887039"/>
                    <a:pt x="4223390" y="4887039"/>
                    <a:pt x="4174579" y="4887039"/>
                  </a:cubicBezTo>
                  <a:close/>
                  <a:moveTo>
                    <a:pt x="3370080" y="4260646"/>
                  </a:moveTo>
                  <a:cubicBezTo>
                    <a:pt x="3366528" y="4263040"/>
                    <a:pt x="3362935" y="4264174"/>
                    <a:pt x="3361559" y="4266577"/>
                  </a:cubicBezTo>
                  <a:cubicBezTo>
                    <a:pt x="3318036" y="4342578"/>
                    <a:pt x="3288356" y="4423310"/>
                    <a:pt x="3285762" y="4511565"/>
                  </a:cubicBezTo>
                  <a:cubicBezTo>
                    <a:pt x="3283669" y="4582797"/>
                    <a:pt x="3285338" y="4654138"/>
                    <a:pt x="3285338" y="4731867"/>
                  </a:cubicBezTo>
                  <a:cubicBezTo>
                    <a:pt x="3285338" y="4749822"/>
                    <a:pt x="3285338" y="4767777"/>
                    <a:pt x="3285338" y="4785292"/>
                  </a:cubicBezTo>
                  <a:cubicBezTo>
                    <a:pt x="3343793" y="4785292"/>
                    <a:pt x="3398246" y="4785292"/>
                    <a:pt x="3454557" y="4785292"/>
                  </a:cubicBezTo>
                  <a:cubicBezTo>
                    <a:pt x="3448935" y="4605577"/>
                    <a:pt x="3482220" y="4422050"/>
                    <a:pt x="3370080" y="4260646"/>
                  </a:cubicBezTo>
                  <a:close/>
                  <a:moveTo>
                    <a:pt x="5086992" y="4049089"/>
                  </a:moveTo>
                  <a:cubicBezTo>
                    <a:pt x="5086992" y="4296238"/>
                    <a:pt x="5086992" y="4541097"/>
                    <a:pt x="5086992" y="4787383"/>
                  </a:cubicBezTo>
                  <a:cubicBezTo>
                    <a:pt x="5099864" y="4787383"/>
                    <a:pt x="5110568" y="4787383"/>
                    <a:pt x="5127596" y="4787383"/>
                  </a:cubicBezTo>
                  <a:cubicBezTo>
                    <a:pt x="5182246" y="4787383"/>
                    <a:pt x="5236897" y="4787383"/>
                    <a:pt x="5290553" y="4787383"/>
                  </a:cubicBezTo>
                  <a:cubicBezTo>
                    <a:pt x="5290553" y="4538004"/>
                    <a:pt x="5290553" y="4293142"/>
                    <a:pt x="5290553" y="4049089"/>
                  </a:cubicBezTo>
                  <a:cubicBezTo>
                    <a:pt x="5220912" y="4049089"/>
                    <a:pt x="5153433" y="4049089"/>
                    <a:pt x="5086992" y="4049089"/>
                  </a:cubicBezTo>
                  <a:close/>
                  <a:moveTo>
                    <a:pt x="1409776" y="4048811"/>
                  </a:moveTo>
                  <a:cubicBezTo>
                    <a:pt x="1409776" y="4295667"/>
                    <a:pt x="1409776" y="4540510"/>
                    <a:pt x="1409776" y="4785377"/>
                  </a:cubicBezTo>
                  <a:cubicBezTo>
                    <a:pt x="1479129" y="4785377"/>
                    <a:pt x="1546593" y="4785377"/>
                    <a:pt x="1615786" y="4785377"/>
                  </a:cubicBezTo>
                  <a:cubicBezTo>
                    <a:pt x="1615786" y="4714340"/>
                    <a:pt x="1615786" y="4645296"/>
                    <a:pt x="1615786" y="4569757"/>
                  </a:cubicBezTo>
                  <a:cubicBezTo>
                    <a:pt x="1615786" y="4396109"/>
                    <a:pt x="1615786" y="4222461"/>
                    <a:pt x="1615786" y="4048811"/>
                  </a:cubicBezTo>
                  <a:cubicBezTo>
                    <a:pt x="1544559" y="4048811"/>
                    <a:pt x="1477096" y="4048811"/>
                    <a:pt x="1409776" y="4048811"/>
                  </a:cubicBezTo>
                  <a:close/>
                  <a:moveTo>
                    <a:pt x="0" y="3353324"/>
                  </a:moveTo>
                  <a:cubicBezTo>
                    <a:pt x="97787" y="3353324"/>
                    <a:pt x="194864" y="3353324"/>
                    <a:pt x="295052" y="3353324"/>
                  </a:cubicBezTo>
                  <a:cubicBezTo>
                    <a:pt x="295052" y="3829180"/>
                    <a:pt x="295052" y="4305955"/>
                    <a:pt x="295052" y="4785053"/>
                  </a:cubicBezTo>
                  <a:cubicBezTo>
                    <a:pt x="590866" y="4785053"/>
                    <a:pt x="883591" y="4785053"/>
                    <a:pt x="1180534" y="4785053"/>
                  </a:cubicBezTo>
                  <a:cubicBezTo>
                    <a:pt x="1180534" y="4774441"/>
                    <a:pt x="1180534" y="4763003"/>
                    <a:pt x="1180534" y="4751565"/>
                  </a:cubicBezTo>
                  <a:cubicBezTo>
                    <a:pt x="1180534" y="4485231"/>
                    <a:pt x="1180258" y="4218897"/>
                    <a:pt x="1180775" y="3952565"/>
                  </a:cubicBezTo>
                  <a:cubicBezTo>
                    <a:pt x="1180875" y="3901194"/>
                    <a:pt x="1197761" y="3857197"/>
                    <a:pt x="1248310" y="3834350"/>
                  </a:cubicBezTo>
                  <a:cubicBezTo>
                    <a:pt x="1260414" y="3828880"/>
                    <a:pt x="1274854" y="3826327"/>
                    <a:pt x="1288234" y="3826277"/>
                  </a:cubicBezTo>
                  <a:cubicBezTo>
                    <a:pt x="1437639" y="3825727"/>
                    <a:pt x="1587046" y="3825920"/>
                    <a:pt x="1736453" y="3825935"/>
                  </a:cubicBezTo>
                  <a:cubicBezTo>
                    <a:pt x="1798809" y="3825941"/>
                    <a:pt x="1843067" y="3869616"/>
                    <a:pt x="1843104" y="3931899"/>
                  </a:cubicBezTo>
                  <a:cubicBezTo>
                    <a:pt x="1843240" y="4161422"/>
                    <a:pt x="1843157" y="4390945"/>
                    <a:pt x="1843157" y="4620468"/>
                  </a:cubicBezTo>
                  <a:cubicBezTo>
                    <a:pt x="1843157" y="4674542"/>
                    <a:pt x="1843157" y="4728616"/>
                    <a:pt x="1843157" y="4785034"/>
                  </a:cubicBezTo>
                  <a:cubicBezTo>
                    <a:pt x="2247386" y="4785034"/>
                    <a:pt x="2650542" y="4785034"/>
                    <a:pt x="3057968" y="4785034"/>
                  </a:cubicBezTo>
                  <a:cubicBezTo>
                    <a:pt x="3057968" y="4758285"/>
                    <a:pt x="3057968" y="4730601"/>
                    <a:pt x="3057968" y="4702918"/>
                  </a:cubicBezTo>
                  <a:cubicBezTo>
                    <a:pt x="3057968" y="4636876"/>
                    <a:pt x="3057682" y="4570831"/>
                    <a:pt x="3058238" y="4504794"/>
                  </a:cubicBezTo>
                  <a:cubicBezTo>
                    <a:pt x="3058334" y="4493334"/>
                    <a:pt x="3061983" y="4481902"/>
                    <a:pt x="3064197" y="4467454"/>
                  </a:cubicBezTo>
                  <a:cubicBezTo>
                    <a:pt x="3065051" y="4386800"/>
                    <a:pt x="3090097" y="4314735"/>
                    <a:pt x="3118682" y="4244341"/>
                  </a:cubicBezTo>
                  <a:cubicBezTo>
                    <a:pt x="3148643" y="4170556"/>
                    <a:pt x="3190411" y="4103298"/>
                    <a:pt x="3244870" y="4044288"/>
                  </a:cubicBezTo>
                  <a:cubicBezTo>
                    <a:pt x="3250982" y="4037665"/>
                    <a:pt x="3252453" y="4024841"/>
                    <a:pt x="3252525" y="4014867"/>
                  </a:cubicBezTo>
                  <a:cubicBezTo>
                    <a:pt x="3253114" y="3933798"/>
                    <a:pt x="3252857" y="3852723"/>
                    <a:pt x="3252857" y="3769561"/>
                  </a:cubicBezTo>
                  <a:cubicBezTo>
                    <a:pt x="3328428" y="3769561"/>
                    <a:pt x="3402455" y="3769561"/>
                    <a:pt x="3480228" y="3769561"/>
                  </a:cubicBezTo>
                  <a:cubicBezTo>
                    <a:pt x="3480228" y="3832922"/>
                    <a:pt x="3482757" y="3896533"/>
                    <a:pt x="3479359" y="3959827"/>
                  </a:cubicBezTo>
                  <a:cubicBezTo>
                    <a:pt x="3477003" y="4003729"/>
                    <a:pt x="3485782" y="4039612"/>
                    <a:pt x="3515643" y="4073327"/>
                  </a:cubicBezTo>
                  <a:cubicBezTo>
                    <a:pt x="3597515" y="4165769"/>
                    <a:pt x="3641098" y="4277612"/>
                    <a:pt x="3667071" y="4396250"/>
                  </a:cubicBezTo>
                  <a:cubicBezTo>
                    <a:pt x="3677025" y="4441717"/>
                    <a:pt x="3679786" y="4489285"/>
                    <a:pt x="3681011" y="4536021"/>
                  </a:cubicBezTo>
                  <a:cubicBezTo>
                    <a:pt x="3683164" y="4618190"/>
                    <a:pt x="3681613" y="4700454"/>
                    <a:pt x="3681613" y="4785029"/>
                  </a:cubicBezTo>
                  <a:cubicBezTo>
                    <a:pt x="4072837" y="4785029"/>
                    <a:pt x="4463001" y="4785029"/>
                    <a:pt x="4857445" y="4785029"/>
                  </a:cubicBezTo>
                  <a:cubicBezTo>
                    <a:pt x="4857445" y="4774510"/>
                    <a:pt x="4857445" y="4763081"/>
                    <a:pt x="4857445" y="4751651"/>
                  </a:cubicBezTo>
                  <a:cubicBezTo>
                    <a:pt x="4857445" y="4483152"/>
                    <a:pt x="4857399" y="4214654"/>
                    <a:pt x="4857481" y="3946155"/>
                  </a:cubicBezTo>
                  <a:cubicBezTo>
                    <a:pt x="4857499" y="3886696"/>
                    <a:pt x="4886007" y="3843811"/>
                    <a:pt x="4935600" y="3829375"/>
                  </a:cubicBezTo>
                  <a:cubicBezTo>
                    <a:pt x="4945622" y="3826457"/>
                    <a:pt x="4956646" y="3826081"/>
                    <a:pt x="4967211" y="3826067"/>
                  </a:cubicBezTo>
                  <a:cubicBezTo>
                    <a:pt x="5116617" y="3825866"/>
                    <a:pt x="5266025" y="3825912"/>
                    <a:pt x="5415431" y="3825939"/>
                  </a:cubicBezTo>
                  <a:cubicBezTo>
                    <a:pt x="5473461" y="3825949"/>
                    <a:pt x="5519986" y="3872549"/>
                    <a:pt x="5520013" y="3931364"/>
                  </a:cubicBezTo>
                  <a:cubicBezTo>
                    <a:pt x="5520137" y="4203111"/>
                    <a:pt x="5520068" y="4474858"/>
                    <a:pt x="5520068" y="4746605"/>
                  </a:cubicBezTo>
                  <a:cubicBezTo>
                    <a:pt x="5520068" y="4758502"/>
                    <a:pt x="5520068" y="4770401"/>
                    <a:pt x="5520068" y="4784841"/>
                  </a:cubicBezTo>
                  <a:cubicBezTo>
                    <a:pt x="5824318" y="4784841"/>
                    <a:pt x="6127864" y="4784841"/>
                    <a:pt x="6434515" y="4784841"/>
                  </a:cubicBezTo>
                  <a:cubicBezTo>
                    <a:pt x="6434515" y="4309470"/>
                    <a:pt x="6434515" y="3832688"/>
                    <a:pt x="6434515" y="3353806"/>
                  </a:cubicBezTo>
                  <a:cubicBezTo>
                    <a:pt x="6533264" y="3353806"/>
                    <a:pt x="6628944" y="3353806"/>
                    <a:pt x="6726509" y="3353806"/>
                  </a:cubicBezTo>
                  <a:cubicBezTo>
                    <a:pt x="6726509" y="4521256"/>
                    <a:pt x="6726509" y="5688776"/>
                    <a:pt x="6726509" y="6857999"/>
                  </a:cubicBezTo>
                  <a:cubicBezTo>
                    <a:pt x="6630337" y="6857999"/>
                    <a:pt x="6534664" y="6857999"/>
                    <a:pt x="6437007" y="6857999"/>
                  </a:cubicBezTo>
                  <a:cubicBezTo>
                    <a:pt x="6437007" y="6807461"/>
                    <a:pt x="6437007" y="6757996"/>
                    <a:pt x="6437007" y="6706172"/>
                  </a:cubicBezTo>
                  <a:cubicBezTo>
                    <a:pt x="4390542" y="6706172"/>
                    <a:pt x="2346052" y="6706172"/>
                    <a:pt x="298436" y="6706172"/>
                  </a:cubicBezTo>
                  <a:cubicBezTo>
                    <a:pt x="298436" y="6755156"/>
                    <a:pt x="298436" y="6805432"/>
                    <a:pt x="298436" y="6857675"/>
                  </a:cubicBezTo>
                  <a:cubicBezTo>
                    <a:pt x="197493" y="6857675"/>
                    <a:pt x="99649" y="6857675"/>
                    <a:pt x="0" y="6857675"/>
                  </a:cubicBezTo>
                  <a:cubicBezTo>
                    <a:pt x="0" y="5689990"/>
                    <a:pt x="0" y="4522470"/>
                    <a:pt x="0" y="3353324"/>
                  </a:cubicBezTo>
                  <a:close/>
                  <a:moveTo>
                    <a:pt x="3353762" y="792156"/>
                  </a:moveTo>
                  <a:cubicBezTo>
                    <a:pt x="3236675" y="787738"/>
                    <a:pt x="3132815" y="897332"/>
                    <a:pt x="3128071" y="1008950"/>
                  </a:cubicBezTo>
                  <a:cubicBezTo>
                    <a:pt x="3122296" y="1144795"/>
                    <a:pt x="3233344" y="1250791"/>
                    <a:pt x="3356910" y="1251035"/>
                  </a:cubicBezTo>
                  <a:cubicBezTo>
                    <a:pt x="3486565" y="1251289"/>
                    <a:pt x="3577777" y="1140109"/>
                    <a:pt x="3585659" y="1034933"/>
                  </a:cubicBezTo>
                  <a:cubicBezTo>
                    <a:pt x="3595932" y="897843"/>
                    <a:pt x="3470433" y="783933"/>
                    <a:pt x="3353762" y="792156"/>
                  </a:cubicBezTo>
                  <a:close/>
                  <a:moveTo>
                    <a:pt x="3310948" y="641778"/>
                  </a:moveTo>
                  <a:cubicBezTo>
                    <a:pt x="3378298" y="633390"/>
                    <a:pt x="3440838" y="643939"/>
                    <a:pt x="3502800" y="667779"/>
                  </a:cubicBezTo>
                  <a:cubicBezTo>
                    <a:pt x="3590784" y="701629"/>
                    <a:pt x="3653267" y="763441"/>
                    <a:pt x="3699591" y="846791"/>
                  </a:cubicBezTo>
                  <a:cubicBezTo>
                    <a:pt x="3725356" y="908067"/>
                    <a:pt x="3742742" y="969138"/>
                    <a:pt x="3739742" y="1033536"/>
                  </a:cubicBezTo>
                  <a:cubicBezTo>
                    <a:pt x="3731194" y="1216933"/>
                    <a:pt x="3599993" y="1370169"/>
                    <a:pt x="3415418" y="1397308"/>
                  </a:cubicBezTo>
                  <a:cubicBezTo>
                    <a:pt x="3314339" y="1412171"/>
                    <a:pt x="3222284" y="1391820"/>
                    <a:pt x="3140871" y="1336114"/>
                  </a:cubicBezTo>
                  <a:cubicBezTo>
                    <a:pt x="3048036" y="1272592"/>
                    <a:pt x="2993889" y="1182488"/>
                    <a:pt x="2979046" y="1067677"/>
                  </a:cubicBezTo>
                  <a:cubicBezTo>
                    <a:pt x="2963506" y="947495"/>
                    <a:pt x="3000488" y="844917"/>
                    <a:pt x="3077838" y="758317"/>
                  </a:cubicBezTo>
                  <a:cubicBezTo>
                    <a:pt x="3138302" y="690625"/>
                    <a:pt x="3218396" y="653303"/>
                    <a:pt x="3310948" y="641778"/>
                  </a:cubicBezTo>
                  <a:close/>
                  <a:moveTo>
                    <a:pt x="4015358" y="446695"/>
                  </a:moveTo>
                  <a:lnTo>
                    <a:pt x="4105474" y="572499"/>
                  </a:lnTo>
                  <a:cubicBezTo>
                    <a:pt x="4133197" y="618890"/>
                    <a:pt x="4156502" y="667001"/>
                    <a:pt x="4175077" y="717037"/>
                  </a:cubicBezTo>
                  <a:lnTo>
                    <a:pt x="4210302" y="850447"/>
                  </a:lnTo>
                  <a:lnTo>
                    <a:pt x="4210937" y="852544"/>
                  </a:lnTo>
                  <a:lnTo>
                    <a:pt x="4210996" y="853060"/>
                  </a:lnTo>
                  <a:lnTo>
                    <a:pt x="4216301" y="873157"/>
                  </a:lnTo>
                  <a:lnTo>
                    <a:pt x="4221699" y="956062"/>
                  </a:lnTo>
                  <a:lnTo>
                    <a:pt x="4227309" y="1010007"/>
                  </a:lnTo>
                  <a:lnTo>
                    <a:pt x="4226264" y="1026062"/>
                  </a:lnTo>
                  <a:lnTo>
                    <a:pt x="4227309" y="1042123"/>
                  </a:lnTo>
                  <a:lnTo>
                    <a:pt x="4221699" y="1096068"/>
                  </a:lnTo>
                  <a:lnTo>
                    <a:pt x="4216301" y="1178974"/>
                  </a:lnTo>
                  <a:lnTo>
                    <a:pt x="4210996" y="1199063"/>
                  </a:lnTo>
                  <a:lnTo>
                    <a:pt x="4210937" y="1199586"/>
                  </a:lnTo>
                  <a:lnTo>
                    <a:pt x="4210302" y="1201683"/>
                  </a:lnTo>
                  <a:lnTo>
                    <a:pt x="4175077" y="1335094"/>
                  </a:lnTo>
                  <a:cubicBezTo>
                    <a:pt x="4156502" y="1385130"/>
                    <a:pt x="4133197" y="1433240"/>
                    <a:pt x="4105474" y="1479631"/>
                  </a:cubicBezTo>
                  <a:lnTo>
                    <a:pt x="4015358" y="1605435"/>
                  </a:lnTo>
                  <a:lnTo>
                    <a:pt x="4079973" y="1585735"/>
                  </a:lnTo>
                  <a:cubicBezTo>
                    <a:pt x="4265146" y="1511608"/>
                    <a:pt x="4600526" y="1291151"/>
                    <a:pt x="4805253" y="1109543"/>
                  </a:cubicBezTo>
                  <a:lnTo>
                    <a:pt x="4892074" y="1026062"/>
                  </a:lnTo>
                  <a:lnTo>
                    <a:pt x="4805253" y="942587"/>
                  </a:lnTo>
                  <a:cubicBezTo>
                    <a:pt x="4600526" y="760973"/>
                    <a:pt x="4265146" y="540522"/>
                    <a:pt x="4079973" y="466395"/>
                  </a:cubicBezTo>
                  <a:close/>
                  <a:moveTo>
                    <a:pt x="2699811" y="446583"/>
                  </a:moveTo>
                  <a:lnTo>
                    <a:pt x="2683167" y="448680"/>
                  </a:lnTo>
                  <a:cubicBezTo>
                    <a:pt x="2672431" y="451240"/>
                    <a:pt x="2660081" y="455176"/>
                    <a:pt x="2646322" y="460362"/>
                  </a:cubicBezTo>
                  <a:lnTo>
                    <a:pt x="2585722" y="488178"/>
                  </a:lnTo>
                  <a:lnTo>
                    <a:pt x="2528112" y="516702"/>
                  </a:lnTo>
                  <a:lnTo>
                    <a:pt x="2427095" y="573333"/>
                  </a:lnTo>
                  <a:cubicBezTo>
                    <a:pt x="2253769" y="676698"/>
                    <a:pt x="2043942" y="824537"/>
                    <a:pt x="1904677" y="946967"/>
                  </a:cubicBezTo>
                  <a:lnTo>
                    <a:pt x="1822287" y="1026062"/>
                  </a:lnTo>
                  <a:lnTo>
                    <a:pt x="1904677" y="1105164"/>
                  </a:lnTo>
                  <a:cubicBezTo>
                    <a:pt x="2043942" y="1227594"/>
                    <a:pt x="2253769" y="1375432"/>
                    <a:pt x="2427095" y="1478798"/>
                  </a:cubicBezTo>
                  <a:lnTo>
                    <a:pt x="2528112" y="1535429"/>
                  </a:lnTo>
                  <a:lnTo>
                    <a:pt x="2585722" y="1563952"/>
                  </a:lnTo>
                  <a:lnTo>
                    <a:pt x="2646322" y="1591768"/>
                  </a:lnTo>
                  <a:cubicBezTo>
                    <a:pt x="2660081" y="1596948"/>
                    <a:pt x="2672431" y="1600890"/>
                    <a:pt x="2683167" y="1603450"/>
                  </a:cubicBezTo>
                  <a:lnTo>
                    <a:pt x="2699811" y="1605547"/>
                  </a:lnTo>
                  <a:lnTo>
                    <a:pt x="2612248" y="1485188"/>
                  </a:lnTo>
                  <a:cubicBezTo>
                    <a:pt x="2528761" y="1347742"/>
                    <a:pt x="2485882" y="1197304"/>
                    <a:pt x="2485962" y="1030461"/>
                  </a:cubicBezTo>
                  <a:lnTo>
                    <a:pt x="2486359" y="1026062"/>
                  </a:lnTo>
                  <a:lnTo>
                    <a:pt x="2485962" y="1021670"/>
                  </a:lnTo>
                  <a:cubicBezTo>
                    <a:pt x="2485882" y="854827"/>
                    <a:pt x="2528761" y="704389"/>
                    <a:pt x="2612248" y="566943"/>
                  </a:cubicBezTo>
                  <a:close/>
                  <a:moveTo>
                    <a:pt x="3419825" y="1488"/>
                  </a:moveTo>
                  <a:cubicBezTo>
                    <a:pt x="3531803" y="8129"/>
                    <a:pt x="3643444" y="25394"/>
                    <a:pt x="3754384" y="43347"/>
                  </a:cubicBezTo>
                  <a:cubicBezTo>
                    <a:pt x="3903638" y="67505"/>
                    <a:pt x="4047057" y="115497"/>
                    <a:pt x="4183895" y="177658"/>
                  </a:cubicBezTo>
                  <a:cubicBezTo>
                    <a:pt x="4312344" y="236008"/>
                    <a:pt x="4437645" y="302945"/>
                    <a:pt x="4558594" y="375651"/>
                  </a:cubicBezTo>
                  <a:cubicBezTo>
                    <a:pt x="4664235" y="439154"/>
                    <a:pt x="4763287" y="514056"/>
                    <a:pt x="4862512" y="587614"/>
                  </a:cubicBezTo>
                  <a:cubicBezTo>
                    <a:pt x="4916398" y="627562"/>
                    <a:pt x="4965580" y="674125"/>
                    <a:pt x="5015060" y="719683"/>
                  </a:cubicBezTo>
                  <a:cubicBezTo>
                    <a:pt x="5072141" y="772232"/>
                    <a:pt x="5128275" y="825906"/>
                    <a:pt x="5182776" y="881114"/>
                  </a:cubicBezTo>
                  <a:cubicBezTo>
                    <a:pt x="5219549" y="918370"/>
                    <a:pt x="5252743" y="959151"/>
                    <a:pt x="5287617" y="998292"/>
                  </a:cubicBezTo>
                  <a:cubicBezTo>
                    <a:pt x="5294464" y="1005979"/>
                    <a:pt x="5297473" y="1013427"/>
                    <a:pt x="5297050" y="1020757"/>
                  </a:cubicBezTo>
                  <a:lnTo>
                    <a:pt x="5294331" y="1026062"/>
                  </a:lnTo>
                  <a:lnTo>
                    <a:pt x="5297050" y="1031374"/>
                  </a:lnTo>
                  <a:cubicBezTo>
                    <a:pt x="5297473" y="1038703"/>
                    <a:pt x="5294464" y="1046152"/>
                    <a:pt x="5287617" y="1053838"/>
                  </a:cubicBezTo>
                  <a:cubicBezTo>
                    <a:pt x="5252743" y="1092979"/>
                    <a:pt x="5219549" y="1133760"/>
                    <a:pt x="5182776" y="1171009"/>
                  </a:cubicBezTo>
                  <a:cubicBezTo>
                    <a:pt x="5128275" y="1226225"/>
                    <a:pt x="5072141" y="1279899"/>
                    <a:pt x="5015060" y="1332448"/>
                  </a:cubicBezTo>
                  <a:cubicBezTo>
                    <a:pt x="4965580" y="1378005"/>
                    <a:pt x="4916398" y="1424568"/>
                    <a:pt x="4862512" y="1464516"/>
                  </a:cubicBezTo>
                  <a:cubicBezTo>
                    <a:pt x="4763287" y="1538075"/>
                    <a:pt x="4664235" y="1612976"/>
                    <a:pt x="4558594" y="1676480"/>
                  </a:cubicBezTo>
                  <a:cubicBezTo>
                    <a:pt x="4437645" y="1749185"/>
                    <a:pt x="4312344" y="1816122"/>
                    <a:pt x="4183895" y="1874473"/>
                  </a:cubicBezTo>
                  <a:cubicBezTo>
                    <a:pt x="4047057" y="1936634"/>
                    <a:pt x="3903638" y="1984625"/>
                    <a:pt x="3754384" y="2008783"/>
                  </a:cubicBezTo>
                  <a:lnTo>
                    <a:pt x="3741604" y="2010378"/>
                  </a:lnTo>
                  <a:lnTo>
                    <a:pt x="3741604" y="1617329"/>
                  </a:lnTo>
                  <a:lnTo>
                    <a:pt x="3805121" y="1582190"/>
                  </a:lnTo>
                  <a:cubicBezTo>
                    <a:pt x="3865377" y="1534774"/>
                    <a:pt x="3917463" y="1477329"/>
                    <a:pt x="3960222" y="1409030"/>
                  </a:cubicBezTo>
                  <a:cubicBezTo>
                    <a:pt x="3981483" y="1375068"/>
                    <a:pt x="4000131" y="1340379"/>
                    <a:pt x="4015894" y="1304897"/>
                  </a:cubicBezTo>
                  <a:lnTo>
                    <a:pt x="4053500" y="1198137"/>
                  </a:lnTo>
                  <a:lnTo>
                    <a:pt x="4069244" y="1107783"/>
                  </a:lnTo>
                  <a:lnTo>
                    <a:pt x="4072406" y="1089202"/>
                  </a:lnTo>
                  <a:lnTo>
                    <a:pt x="4073054" y="1026062"/>
                  </a:lnTo>
                  <a:lnTo>
                    <a:pt x="4072406" y="962929"/>
                  </a:lnTo>
                  <a:lnTo>
                    <a:pt x="4069244" y="944347"/>
                  </a:lnTo>
                  <a:lnTo>
                    <a:pt x="4053500" y="853993"/>
                  </a:lnTo>
                  <a:lnTo>
                    <a:pt x="4015894" y="747234"/>
                  </a:lnTo>
                  <a:cubicBezTo>
                    <a:pt x="4000131" y="711751"/>
                    <a:pt x="3981483" y="677062"/>
                    <a:pt x="3960222" y="643101"/>
                  </a:cubicBezTo>
                  <a:cubicBezTo>
                    <a:pt x="3874704" y="506501"/>
                    <a:pt x="3751877" y="413310"/>
                    <a:pt x="3601016" y="357016"/>
                  </a:cubicBezTo>
                  <a:cubicBezTo>
                    <a:pt x="3595148" y="354827"/>
                    <a:pt x="3589228" y="352769"/>
                    <a:pt x="3580886" y="350659"/>
                  </a:cubicBezTo>
                  <a:lnTo>
                    <a:pt x="3580609" y="337423"/>
                  </a:lnTo>
                  <a:lnTo>
                    <a:pt x="3577652" y="336199"/>
                  </a:lnTo>
                  <a:cubicBezTo>
                    <a:pt x="3504887" y="312821"/>
                    <a:pt x="3428372" y="301126"/>
                    <a:pt x="3348873" y="299625"/>
                  </a:cubicBezTo>
                  <a:cubicBezTo>
                    <a:pt x="3297468" y="298659"/>
                    <a:pt x="3244568" y="306683"/>
                    <a:pt x="3194459" y="319112"/>
                  </a:cubicBezTo>
                  <a:lnTo>
                    <a:pt x="3128911" y="341616"/>
                  </a:lnTo>
                  <a:lnTo>
                    <a:pt x="3128964" y="347894"/>
                  </a:lnTo>
                  <a:cubicBezTo>
                    <a:pt x="3022219" y="387935"/>
                    <a:pt x="2927068" y="445081"/>
                    <a:pt x="2848548" y="525414"/>
                  </a:cubicBezTo>
                  <a:cubicBezTo>
                    <a:pt x="2768573" y="607228"/>
                    <a:pt x="2709680" y="700698"/>
                    <a:pt x="2674945" y="806670"/>
                  </a:cubicBezTo>
                  <a:lnTo>
                    <a:pt x="2648465" y="916458"/>
                  </a:lnTo>
                  <a:lnTo>
                    <a:pt x="2648300" y="917847"/>
                  </a:lnTo>
                  <a:lnTo>
                    <a:pt x="2640626" y="1026062"/>
                  </a:lnTo>
                  <a:lnTo>
                    <a:pt x="2648300" y="1134283"/>
                  </a:lnTo>
                  <a:lnTo>
                    <a:pt x="2648465" y="1135672"/>
                  </a:lnTo>
                  <a:lnTo>
                    <a:pt x="2674945" y="1245461"/>
                  </a:lnTo>
                  <a:cubicBezTo>
                    <a:pt x="2709680" y="1351433"/>
                    <a:pt x="2768573" y="1444903"/>
                    <a:pt x="2848548" y="1526717"/>
                  </a:cubicBezTo>
                  <a:lnTo>
                    <a:pt x="2984917" y="1613049"/>
                  </a:lnTo>
                  <a:lnTo>
                    <a:pt x="2984917" y="2013235"/>
                  </a:lnTo>
                  <a:lnTo>
                    <a:pt x="2933498" y="2005740"/>
                  </a:lnTo>
                  <a:cubicBezTo>
                    <a:pt x="2640058" y="1938016"/>
                    <a:pt x="2368850" y="1817372"/>
                    <a:pt x="2116383" y="1653625"/>
                  </a:cubicBezTo>
                  <a:cubicBezTo>
                    <a:pt x="1906245" y="1517323"/>
                    <a:pt x="1713511" y="1359860"/>
                    <a:pt x="1539557" y="1179774"/>
                  </a:cubicBezTo>
                  <a:cubicBezTo>
                    <a:pt x="1494601" y="1133238"/>
                    <a:pt x="1454052" y="1082455"/>
                    <a:pt x="1409427" y="1031274"/>
                  </a:cubicBezTo>
                  <a:lnTo>
                    <a:pt x="1414144" y="1026062"/>
                  </a:lnTo>
                  <a:lnTo>
                    <a:pt x="1409427" y="1020856"/>
                  </a:lnTo>
                  <a:cubicBezTo>
                    <a:pt x="1454052" y="969676"/>
                    <a:pt x="1494601" y="918893"/>
                    <a:pt x="1539557" y="872356"/>
                  </a:cubicBezTo>
                  <a:cubicBezTo>
                    <a:pt x="1713511" y="692270"/>
                    <a:pt x="1906245" y="534807"/>
                    <a:pt x="2116383" y="398505"/>
                  </a:cubicBezTo>
                  <a:cubicBezTo>
                    <a:pt x="2368850" y="234758"/>
                    <a:pt x="2640058" y="114114"/>
                    <a:pt x="2933498" y="46383"/>
                  </a:cubicBezTo>
                  <a:cubicBezTo>
                    <a:pt x="3007546" y="29297"/>
                    <a:pt x="3083916" y="20373"/>
                    <a:pt x="3159744" y="13408"/>
                  </a:cubicBezTo>
                  <a:cubicBezTo>
                    <a:pt x="3246169" y="5470"/>
                    <a:pt x="3333625" y="-3633"/>
                    <a:pt x="3419825" y="148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982" name="Freeform: Shape 981">
              <a:extLst>
                <a:ext uri="{FF2B5EF4-FFF2-40B4-BE49-F238E27FC236}">
                  <a16:creationId xmlns:a16="http://schemas.microsoft.com/office/drawing/2014/main" id="{58F47F6E-0B0C-C915-7551-45468461107F}"/>
                </a:ext>
                <a:ext uri="{C183D7F6-B498-43B3-948B-1728B52AA6E4}">
                  <adec:decorative xmlns:adec="http://schemas.microsoft.com/office/drawing/2017/decorative" val="1"/>
                </a:ext>
              </a:extLst>
            </p:cNvPr>
            <p:cNvSpPr/>
            <p:nvPr/>
          </p:nvSpPr>
          <p:spPr>
            <a:xfrm>
              <a:off x="5393957" y="1629293"/>
              <a:ext cx="127394" cy="244244"/>
            </a:xfrm>
            <a:custGeom>
              <a:avLst/>
              <a:gdLst>
                <a:gd name="connsiteX0" fmla="*/ 0 w 1910903"/>
                <a:gd name="connsiteY0" fmla="*/ 3206485 h 3663654"/>
                <a:gd name="connsiteX1" fmla="*/ 149539 w 1910903"/>
                <a:gd name="connsiteY1" fmla="*/ 3206485 h 3663654"/>
                <a:gd name="connsiteX2" fmla="*/ 150042 w 1910903"/>
                <a:gd name="connsiteY2" fmla="*/ 3396572 h 3663654"/>
                <a:gd name="connsiteX3" fmla="*/ 150544 w 1910903"/>
                <a:gd name="connsiteY3" fmla="*/ 3515771 h 3663654"/>
                <a:gd name="connsiteX4" fmla="*/ 466998 w 1910903"/>
                <a:gd name="connsiteY4" fmla="*/ 3515771 h 3663654"/>
                <a:gd name="connsiteX5" fmla="*/ 466998 w 1910903"/>
                <a:gd name="connsiteY5" fmla="*/ 3663039 h 3663654"/>
                <a:gd name="connsiteX6" fmla="*/ 645 w 1910903"/>
                <a:gd name="connsiteY6" fmla="*/ 3663039 h 3663654"/>
                <a:gd name="connsiteX7" fmla="*/ 322 w 1910903"/>
                <a:gd name="connsiteY7" fmla="*/ 3402229 h 3663654"/>
                <a:gd name="connsiteX8" fmla="*/ 0 w 1910903"/>
                <a:gd name="connsiteY8" fmla="*/ 3206485 h 3663654"/>
                <a:gd name="connsiteX9" fmla="*/ 1760502 w 1910903"/>
                <a:gd name="connsiteY9" fmla="*/ 3206353 h 3663654"/>
                <a:gd name="connsiteX10" fmla="*/ 1906698 w 1910903"/>
                <a:gd name="connsiteY10" fmla="*/ 3206353 h 3663654"/>
                <a:gd name="connsiteX11" fmla="*/ 1908800 w 1910903"/>
                <a:gd name="connsiteY11" fmla="*/ 3398046 h 3663654"/>
                <a:gd name="connsiteX12" fmla="*/ 1910903 w 1910903"/>
                <a:gd name="connsiteY12" fmla="*/ 3663654 h 3663654"/>
                <a:gd name="connsiteX13" fmla="*/ 1444473 w 1910903"/>
                <a:gd name="connsiteY13" fmla="*/ 3663654 h 3663654"/>
                <a:gd name="connsiteX14" fmla="*/ 1444473 w 1910903"/>
                <a:gd name="connsiteY14" fmla="*/ 3517426 h 3663654"/>
                <a:gd name="connsiteX15" fmla="*/ 1761147 w 1910903"/>
                <a:gd name="connsiteY15" fmla="*/ 3517426 h 3663654"/>
                <a:gd name="connsiteX16" fmla="*/ 1760825 w 1910903"/>
                <a:gd name="connsiteY16" fmla="*/ 3402228 h 3663654"/>
                <a:gd name="connsiteX17" fmla="*/ 1760502 w 1910903"/>
                <a:gd name="connsiteY17" fmla="*/ 3206353 h 3663654"/>
                <a:gd name="connsiteX18" fmla="*/ 2322 w 1910903"/>
                <a:gd name="connsiteY18" fmla="*/ 1849019 h 3663654"/>
                <a:gd name="connsiteX19" fmla="*/ 465987 w 1910903"/>
                <a:gd name="connsiteY19" fmla="*/ 1849019 h 3663654"/>
                <a:gd name="connsiteX20" fmla="*/ 465987 w 1910903"/>
                <a:gd name="connsiteY20" fmla="*/ 1995826 h 3663654"/>
                <a:gd name="connsiteX21" fmla="*/ 371015 w 1910903"/>
                <a:gd name="connsiteY21" fmla="*/ 1995826 h 3663654"/>
                <a:gd name="connsiteX22" fmla="*/ 150984 w 1910903"/>
                <a:gd name="connsiteY22" fmla="*/ 1995826 h 3663654"/>
                <a:gd name="connsiteX23" fmla="*/ 150984 w 1910903"/>
                <a:gd name="connsiteY23" fmla="*/ 2312299 h 3663654"/>
                <a:gd name="connsiteX24" fmla="*/ 2322 w 1910903"/>
                <a:gd name="connsiteY24" fmla="*/ 2312299 h 3663654"/>
                <a:gd name="connsiteX25" fmla="*/ 2322 w 1910903"/>
                <a:gd name="connsiteY25" fmla="*/ 1849019 h 3663654"/>
                <a:gd name="connsiteX26" fmla="*/ 1444758 w 1910903"/>
                <a:gd name="connsiteY26" fmla="*/ 1847954 h 3663654"/>
                <a:gd name="connsiteX27" fmla="*/ 1908098 w 1910903"/>
                <a:gd name="connsiteY27" fmla="*/ 1847954 h 3663654"/>
                <a:gd name="connsiteX28" fmla="*/ 1908098 w 1910903"/>
                <a:gd name="connsiteY28" fmla="*/ 2311678 h 3663654"/>
                <a:gd name="connsiteX29" fmla="*/ 1761260 w 1910903"/>
                <a:gd name="connsiteY29" fmla="*/ 2311678 h 3663654"/>
                <a:gd name="connsiteX30" fmla="*/ 1761260 w 1910903"/>
                <a:gd name="connsiteY30" fmla="*/ 2073879 h 3663654"/>
                <a:gd name="connsiteX31" fmla="*/ 1761260 w 1910903"/>
                <a:gd name="connsiteY31" fmla="*/ 1996590 h 3663654"/>
                <a:gd name="connsiteX32" fmla="*/ 1444758 w 1910903"/>
                <a:gd name="connsiteY32" fmla="*/ 1996590 h 3663654"/>
                <a:gd name="connsiteX33" fmla="*/ 1444758 w 1910903"/>
                <a:gd name="connsiteY33" fmla="*/ 1847954 h 3663654"/>
                <a:gd name="connsiteX34" fmla="*/ 884251 w 1910903"/>
                <a:gd name="connsiteY34" fmla="*/ 1744284 h 3663654"/>
                <a:gd name="connsiteX35" fmla="*/ 1025653 w 1910903"/>
                <a:gd name="connsiteY35" fmla="*/ 1744284 h 3663654"/>
                <a:gd name="connsiteX36" fmla="*/ 1025653 w 1910903"/>
                <a:gd name="connsiteY36" fmla="*/ 1889509 h 3663654"/>
                <a:gd name="connsiteX37" fmla="*/ 884251 w 1910903"/>
                <a:gd name="connsiteY37" fmla="*/ 1889509 h 3663654"/>
                <a:gd name="connsiteX38" fmla="*/ 884151 w 1910903"/>
                <a:gd name="connsiteY38" fmla="*/ 1452371 h 3663654"/>
                <a:gd name="connsiteX39" fmla="*/ 1025248 w 1910903"/>
                <a:gd name="connsiteY39" fmla="*/ 1452371 h 3663654"/>
                <a:gd name="connsiteX40" fmla="*/ 1025248 w 1910903"/>
                <a:gd name="connsiteY40" fmla="*/ 1599534 h 3663654"/>
                <a:gd name="connsiteX41" fmla="*/ 884151 w 1910903"/>
                <a:gd name="connsiteY41" fmla="*/ 1599534 h 3663654"/>
                <a:gd name="connsiteX42" fmla="*/ 885977 w 1910903"/>
                <a:gd name="connsiteY42" fmla="*/ 1160380 h 3663654"/>
                <a:gd name="connsiteX43" fmla="*/ 1027174 w 1910903"/>
                <a:gd name="connsiteY43" fmla="*/ 1160380 h 3663654"/>
                <a:gd name="connsiteX44" fmla="*/ 1027174 w 1910903"/>
                <a:gd name="connsiteY44" fmla="*/ 1305195 h 3663654"/>
                <a:gd name="connsiteX45" fmla="*/ 885977 w 1910903"/>
                <a:gd name="connsiteY45" fmla="*/ 1305195 h 3663654"/>
                <a:gd name="connsiteX46" fmla="*/ 886096 w 1910903"/>
                <a:gd name="connsiteY46" fmla="*/ 867012 h 3663654"/>
                <a:gd name="connsiteX47" fmla="*/ 1027167 w 1910903"/>
                <a:gd name="connsiteY47" fmla="*/ 867012 h 3663654"/>
                <a:gd name="connsiteX48" fmla="*/ 1027167 w 1910903"/>
                <a:gd name="connsiteY48" fmla="*/ 1012733 h 3663654"/>
                <a:gd name="connsiteX49" fmla="*/ 886096 w 1910903"/>
                <a:gd name="connsiteY49" fmla="*/ 1012733 h 3663654"/>
                <a:gd name="connsiteX50" fmla="*/ 885746 w 1910903"/>
                <a:gd name="connsiteY50" fmla="*/ 573135 h 3663654"/>
                <a:gd name="connsiteX51" fmla="*/ 1025077 w 1910903"/>
                <a:gd name="connsiteY51" fmla="*/ 573135 h 3663654"/>
                <a:gd name="connsiteX52" fmla="*/ 1025077 w 1910903"/>
                <a:gd name="connsiteY52" fmla="*/ 720755 h 3663654"/>
                <a:gd name="connsiteX53" fmla="*/ 885746 w 1910903"/>
                <a:gd name="connsiteY53" fmla="*/ 720755 h 3663654"/>
                <a:gd name="connsiteX54" fmla="*/ 729341 w 1910903"/>
                <a:gd name="connsiteY54" fmla="*/ 0 h 3663654"/>
                <a:gd name="connsiteX55" fmla="*/ 1169012 w 1910903"/>
                <a:gd name="connsiteY55" fmla="*/ 0 h 3663654"/>
                <a:gd name="connsiteX56" fmla="*/ 1169012 w 1910903"/>
                <a:gd name="connsiteY56" fmla="*/ 439671 h 3663654"/>
                <a:gd name="connsiteX57" fmla="*/ 729341 w 1910903"/>
                <a:gd name="connsiteY57" fmla="*/ 439671 h 3663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910903" h="3663654">
                  <a:moveTo>
                    <a:pt x="0" y="3206485"/>
                  </a:moveTo>
                  <a:cubicBezTo>
                    <a:pt x="50532" y="3206485"/>
                    <a:pt x="97369" y="3206485"/>
                    <a:pt x="149539" y="3206485"/>
                  </a:cubicBezTo>
                  <a:cubicBezTo>
                    <a:pt x="149539" y="3269163"/>
                    <a:pt x="149539" y="3331344"/>
                    <a:pt x="150042" y="3396572"/>
                  </a:cubicBezTo>
                  <a:cubicBezTo>
                    <a:pt x="150544" y="3437242"/>
                    <a:pt x="150544" y="3474865"/>
                    <a:pt x="150544" y="3515771"/>
                  </a:cubicBezTo>
                  <a:cubicBezTo>
                    <a:pt x="256998" y="3515771"/>
                    <a:pt x="361283" y="3515771"/>
                    <a:pt x="466998" y="3515771"/>
                  </a:cubicBezTo>
                  <a:cubicBezTo>
                    <a:pt x="466998" y="3566275"/>
                    <a:pt x="466998" y="3613484"/>
                    <a:pt x="466998" y="3663039"/>
                  </a:cubicBezTo>
                  <a:cubicBezTo>
                    <a:pt x="313036" y="3663039"/>
                    <a:pt x="159016" y="3663039"/>
                    <a:pt x="645" y="3663039"/>
                  </a:cubicBezTo>
                  <a:cubicBezTo>
                    <a:pt x="645" y="3577445"/>
                    <a:pt x="645" y="3491353"/>
                    <a:pt x="322" y="3402229"/>
                  </a:cubicBezTo>
                  <a:cubicBezTo>
                    <a:pt x="0" y="3335731"/>
                    <a:pt x="0" y="3272267"/>
                    <a:pt x="0" y="3206485"/>
                  </a:cubicBezTo>
                  <a:close/>
                  <a:moveTo>
                    <a:pt x="1760502" y="3206353"/>
                  </a:moveTo>
                  <a:cubicBezTo>
                    <a:pt x="1809313" y="3206353"/>
                    <a:pt x="1854155" y="3206353"/>
                    <a:pt x="1906698" y="3206353"/>
                  </a:cubicBezTo>
                  <a:cubicBezTo>
                    <a:pt x="1906698" y="3269773"/>
                    <a:pt x="1906698" y="3332983"/>
                    <a:pt x="1908800" y="3398046"/>
                  </a:cubicBezTo>
                  <a:cubicBezTo>
                    <a:pt x="1910903" y="3487254"/>
                    <a:pt x="1910903" y="3574609"/>
                    <a:pt x="1910903" y="3663654"/>
                  </a:cubicBezTo>
                  <a:cubicBezTo>
                    <a:pt x="1753993" y="3663654"/>
                    <a:pt x="1600002" y="3663654"/>
                    <a:pt x="1444473" y="3663654"/>
                  </a:cubicBezTo>
                  <a:cubicBezTo>
                    <a:pt x="1444473" y="3615147"/>
                    <a:pt x="1444473" y="3567945"/>
                    <a:pt x="1444473" y="3517426"/>
                  </a:cubicBezTo>
                  <a:cubicBezTo>
                    <a:pt x="1548465" y="3517426"/>
                    <a:pt x="1652731" y="3517426"/>
                    <a:pt x="1761147" y="3517426"/>
                  </a:cubicBezTo>
                  <a:cubicBezTo>
                    <a:pt x="1761147" y="3477910"/>
                    <a:pt x="1761147" y="3441583"/>
                    <a:pt x="1760825" y="3402228"/>
                  </a:cubicBezTo>
                  <a:cubicBezTo>
                    <a:pt x="1760502" y="3335641"/>
                    <a:pt x="1760502" y="3272082"/>
                    <a:pt x="1760502" y="3206353"/>
                  </a:cubicBezTo>
                  <a:close/>
                  <a:moveTo>
                    <a:pt x="2322" y="1849019"/>
                  </a:moveTo>
                  <a:cubicBezTo>
                    <a:pt x="155572" y="1849019"/>
                    <a:pt x="309525" y="1849019"/>
                    <a:pt x="465987" y="1849019"/>
                  </a:cubicBezTo>
                  <a:cubicBezTo>
                    <a:pt x="465987" y="1895404"/>
                    <a:pt x="465987" y="1943375"/>
                    <a:pt x="465987" y="1995826"/>
                  </a:cubicBezTo>
                  <a:cubicBezTo>
                    <a:pt x="436018" y="1995826"/>
                    <a:pt x="405138" y="1995826"/>
                    <a:pt x="371015" y="1995826"/>
                  </a:cubicBezTo>
                  <a:cubicBezTo>
                    <a:pt x="296586" y="1995826"/>
                    <a:pt x="225402" y="1995826"/>
                    <a:pt x="150984" y="1995826"/>
                  </a:cubicBezTo>
                  <a:cubicBezTo>
                    <a:pt x="150984" y="2102035"/>
                    <a:pt x="150984" y="2206268"/>
                    <a:pt x="150984" y="2312299"/>
                  </a:cubicBezTo>
                  <a:cubicBezTo>
                    <a:pt x="99800" y="2312299"/>
                    <a:pt x="51853" y="2312299"/>
                    <a:pt x="2322" y="2312299"/>
                  </a:cubicBezTo>
                  <a:cubicBezTo>
                    <a:pt x="2322" y="2157994"/>
                    <a:pt x="2322" y="2004813"/>
                    <a:pt x="2322" y="1849019"/>
                  </a:cubicBezTo>
                  <a:close/>
                  <a:moveTo>
                    <a:pt x="1444758" y="1847954"/>
                  </a:moveTo>
                  <a:cubicBezTo>
                    <a:pt x="1599151" y="1847954"/>
                    <a:pt x="1752335" y="1847954"/>
                    <a:pt x="1908098" y="1847954"/>
                  </a:cubicBezTo>
                  <a:cubicBezTo>
                    <a:pt x="1908098" y="2001300"/>
                    <a:pt x="1908098" y="2155251"/>
                    <a:pt x="1908098" y="2311678"/>
                  </a:cubicBezTo>
                  <a:cubicBezTo>
                    <a:pt x="1861606" y="2311678"/>
                    <a:pt x="1813636" y="2311678"/>
                    <a:pt x="1761260" y="2311678"/>
                  </a:cubicBezTo>
                  <a:cubicBezTo>
                    <a:pt x="1761260" y="2234015"/>
                    <a:pt x="1761260" y="2155560"/>
                    <a:pt x="1761260" y="2073879"/>
                  </a:cubicBezTo>
                  <a:cubicBezTo>
                    <a:pt x="1761260" y="2047042"/>
                    <a:pt x="1761260" y="2023432"/>
                    <a:pt x="1761260" y="1996590"/>
                  </a:cubicBezTo>
                  <a:cubicBezTo>
                    <a:pt x="1654992" y="1996590"/>
                    <a:pt x="1550761" y="1996590"/>
                    <a:pt x="1444758" y="1996590"/>
                  </a:cubicBezTo>
                  <a:cubicBezTo>
                    <a:pt x="1444758" y="1945401"/>
                    <a:pt x="1444758" y="1897456"/>
                    <a:pt x="1444758" y="1847954"/>
                  </a:cubicBezTo>
                  <a:close/>
                  <a:moveTo>
                    <a:pt x="884251" y="1744284"/>
                  </a:moveTo>
                  <a:lnTo>
                    <a:pt x="1025653" y="1744284"/>
                  </a:lnTo>
                  <a:lnTo>
                    <a:pt x="1025653" y="1889509"/>
                  </a:lnTo>
                  <a:lnTo>
                    <a:pt x="884251" y="1889509"/>
                  </a:lnTo>
                  <a:close/>
                  <a:moveTo>
                    <a:pt x="884151" y="1452371"/>
                  </a:moveTo>
                  <a:lnTo>
                    <a:pt x="1025248" y="1452371"/>
                  </a:lnTo>
                  <a:lnTo>
                    <a:pt x="1025248" y="1599534"/>
                  </a:lnTo>
                  <a:lnTo>
                    <a:pt x="884151" y="1599534"/>
                  </a:lnTo>
                  <a:close/>
                  <a:moveTo>
                    <a:pt x="885977" y="1160380"/>
                  </a:moveTo>
                  <a:lnTo>
                    <a:pt x="1027174" y="1160380"/>
                  </a:lnTo>
                  <a:lnTo>
                    <a:pt x="1027174" y="1305195"/>
                  </a:lnTo>
                  <a:lnTo>
                    <a:pt x="885977" y="1305195"/>
                  </a:lnTo>
                  <a:close/>
                  <a:moveTo>
                    <a:pt x="886096" y="867012"/>
                  </a:moveTo>
                  <a:lnTo>
                    <a:pt x="1027167" y="867012"/>
                  </a:lnTo>
                  <a:lnTo>
                    <a:pt x="1027167" y="1012733"/>
                  </a:lnTo>
                  <a:lnTo>
                    <a:pt x="886096" y="1012733"/>
                  </a:lnTo>
                  <a:close/>
                  <a:moveTo>
                    <a:pt x="885746" y="573135"/>
                  </a:moveTo>
                  <a:lnTo>
                    <a:pt x="1025077" y="573135"/>
                  </a:lnTo>
                  <a:lnTo>
                    <a:pt x="1025077" y="720755"/>
                  </a:lnTo>
                  <a:lnTo>
                    <a:pt x="885746" y="720755"/>
                  </a:lnTo>
                  <a:close/>
                  <a:moveTo>
                    <a:pt x="729341" y="0"/>
                  </a:moveTo>
                  <a:lnTo>
                    <a:pt x="1169012" y="0"/>
                  </a:lnTo>
                  <a:lnTo>
                    <a:pt x="1169012" y="439671"/>
                  </a:lnTo>
                  <a:lnTo>
                    <a:pt x="729341" y="439671"/>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24" name="Group 923">
            <a:extLst>
              <a:ext uri="{FF2B5EF4-FFF2-40B4-BE49-F238E27FC236}">
                <a16:creationId xmlns:a16="http://schemas.microsoft.com/office/drawing/2014/main" id="{848A6F30-FDD2-1418-834E-0D1B5B57210E}"/>
              </a:ext>
              <a:ext uri="{C183D7F6-B498-43B3-948B-1728B52AA6E4}">
                <adec:decorative xmlns:adec="http://schemas.microsoft.com/office/drawing/2017/decorative" val="1"/>
              </a:ext>
            </a:extLst>
          </p:cNvPr>
          <p:cNvGrpSpPr>
            <a:grpSpLocks noChangeAspect="1"/>
          </p:cNvGrpSpPr>
          <p:nvPr/>
        </p:nvGrpSpPr>
        <p:grpSpPr>
          <a:xfrm>
            <a:off x="5867096" y="1517247"/>
            <a:ext cx="456637" cy="457200"/>
            <a:chOff x="5867096" y="1517247"/>
            <a:chExt cx="456637" cy="457200"/>
          </a:xfrm>
          <a:solidFill>
            <a:srgbClr val="FF0000"/>
          </a:solidFill>
        </p:grpSpPr>
        <p:sp>
          <p:nvSpPr>
            <p:cNvPr id="1000" name="Freeform: Shape 999">
              <a:extLst>
                <a:ext uri="{FF2B5EF4-FFF2-40B4-BE49-F238E27FC236}">
                  <a16:creationId xmlns:a16="http://schemas.microsoft.com/office/drawing/2014/main" id="{B14606DF-CAAA-7432-9482-EA6DF5A7F83F}"/>
                </a:ext>
                <a:ext uri="{C183D7F6-B498-43B3-948B-1728B52AA6E4}">
                  <adec:decorative xmlns:adec="http://schemas.microsoft.com/office/drawing/2017/decorative" val="1"/>
                </a:ext>
              </a:extLst>
            </p:cNvPr>
            <p:cNvSpPr/>
            <p:nvPr/>
          </p:nvSpPr>
          <p:spPr>
            <a:xfrm>
              <a:off x="5873093" y="1522577"/>
              <a:ext cx="450640" cy="451870"/>
            </a:xfrm>
            <a:custGeom>
              <a:avLst/>
              <a:gdLst>
                <a:gd name="connsiteX0" fmla="*/ 4906739 w 6759591"/>
                <a:gd name="connsiteY0" fmla="*/ 4316434 h 6778051"/>
                <a:gd name="connsiteX1" fmla="*/ 4374401 w 6759591"/>
                <a:gd name="connsiteY1" fmla="*/ 4322413 h 6778051"/>
                <a:gd name="connsiteX2" fmla="*/ 4302137 w 6759591"/>
                <a:gd name="connsiteY2" fmla="*/ 4340383 h 6778051"/>
                <a:gd name="connsiteX3" fmla="*/ 4301857 w 6759591"/>
                <a:gd name="connsiteY3" fmla="*/ 5533762 h 6778051"/>
                <a:gd name="connsiteX4" fmla="*/ 4306801 w 6759591"/>
                <a:gd name="connsiteY4" fmla="*/ 6350792 h 6778051"/>
                <a:gd name="connsiteX5" fmla="*/ 4323151 w 6759591"/>
                <a:gd name="connsiteY5" fmla="*/ 6386406 h 6778051"/>
                <a:gd name="connsiteX6" fmla="*/ 4425160 w 6759591"/>
                <a:gd name="connsiteY6" fmla="*/ 6397132 h 6778051"/>
                <a:gd name="connsiteX7" fmla="*/ 6363880 w 6759591"/>
                <a:gd name="connsiteY7" fmla="*/ 6379617 h 6778051"/>
                <a:gd name="connsiteX8" fmla="*/ 6373488 w 6759591"/>
                <a:gd name="connsiteY8" fmla="*/ 6292576 h 6778051"/>
                <a:gd name="connsiteX9" fmla="*/ 6373386 w 6759591"/>
                <a:gd name="connsiteY9" fmla="*/ 4421970 h 6778051"/>
                <a:gd name="connsiteX10" fmla="*/ 6362960 w 6759591"/>
                <a:gd name="connsiteY10" fmla="*/ 4336311 h 6778051"/>
                <a:gd name="connsiteX11" fmla="*/ 4906739 w 6759591"/>
                <a:gd name="connsiteY11" fmla="*/ 4316434 h 6778051"/>
                <a:gd name="connsiteX12" fmla="*/ 1990553 w 6759591"/>
                <a:gd name="connsiteY12" fmla="*/ 2846462 h 6778051"/>
                <a:gd name="connsiteX13" fmla="*/ 1893489 w 6759591"/>
                <a:gd name="connsiteY13" fmla="*/ 2846876 h 6778051"/>
                <a:gd name="connsiteX14" fmla="*/ 1687046 w 6759591"/>
                <a:gd name="connsiteY14" fmla="*/ 2846744 h 6778051"/>
                <a:gd name="connsiteX15" fmla="*/ 1657982 w 6759591"/>
                <a:gd name="connsiteY15" fmla="*/ 2848065 h 6778051"/>
                <a:gd name="connsiteX16" fmla="*/ 1522076 w 6759591"/>
                <a:gd name="connsiteY16" fmla="*/ 2863832 h 6778051"/>
                <a:gd name="connsiteX17" fmla="*/ 1515470 w 6759591"/>
                <a:gd name="connsiteY17" fmla="*/ 2968183 h 6778051"/>
                <a:gd name="connsiteX18" fmla="*/ 1515116 w 6759591"/>
                <a:gd name="connsiteY18" fmla="*/ 3313848 h 6778051"/>
                <a:gd name="connsiteX19" fmla="*/ 1515777 w 6759591"/>
                <a:gd name="connsiteY19" fmla="*/ 5089350 h 6778051"/>
                <a:gd name="connsiteX20" fmla="*/ 1539332 w 6759591"/>
                <a:gd name="connsiteY20" fmla="*/ 5264679 h 6778051"/>
                <a:gd name="connsiteX21" fmla="*/ 2606093 w 6759591"/>
                <a:gd name="connsiteY21" fmla="*/ 5264679 h 6778051"/>
                <a:gd name="connsiteX22" fmla="*/ 3768810 w 6759591"/>
                <a:gd name="connsiteY22" fmla="*/ 5264032 h 6778051"/>
                <a:gd name="connsiteX23" fmla="*/ 3903812 w 6759591"/>
                <a:gd name="connsiteY23" fmla="*/ 5244726 h 6778051"/>
                <a:gd name="connsiteX24" fmla="*/ 3892732 w 6759591"/>
                <a:gd name="connsiteY24" fmla="*/ 4597380 h 6778051"/>
                <a:gd name="connsiteX25" fmla="*/ 3725657 w 6759591"/>
                <a:gd name="connsiteY25" fmla="*/ 4593587 h 6778051"/>
                <a:gd name="connsiteX26" fmla="*/ 2327265 w 6759591"/>
                <a:gd name="connsiteY26" fmla="*/ 4592627 h 6778051"/>
                <a:gd name="connsiteX27" fmla="*/ 2168095 w 6759591"/>
                <a:gd name="connsiteY27" fmla="*/ 4560451 h 6778051"/>
                <a:gd name="connsiteX28" fmla="*/ 2166093 w 6759591"/>
                <a:gd name="connsiteY28" fmla="*/ 4145784 h 6778051"/>
                <a:gd name="connsiteX29" fmla="*/ 2166018 w 6759591"/>
                <a:gd name="connsiteY29" fmla="*/ 3721556 h 6778051"/>
                <a:gd name="connsiteX30" fmla="*/ 2165399 w 6759591"/>
                <a:gd name="connsiteY30" fmla="*/ 3281618 h 6778051"/>
                <a:gd name="connsiteX31" fmla="*/ 2155069 w 6759591"/>
                <a:gd name="connsiteY31" fmla="*/ 2863144 h 6778051"/>
                <a:gd name="connsiteX32" fmla="*/ 2019611 w 6759591"/>
                <a:gd name="connsiteY32" fmla="*/ 2847728 h 6778051"/>
                <a:gd name="connsiteX33" fmla="*/ 987867 w 6759591"/>
                <a:gd name="connsiteY33" fmla="*/ 2846436 h 6778051"/>
                <a:gd name="connsiteX34" fmla="*/ 892997 w 6759591"/>
                <a:gd name="connsiteY34" fmla="*/ 2846886 h 6778051"/>
                <a:gd name="connsiteX35" fmla="*/ 813688 w 6759591"/>
                <a:gd name="connsiteY35" fmla="*/ 2848170 h 6778051"/>
                <a:gd name="connsiteX36" fmla="*/ 794008 w 6759591"/>
                <a:gd name="connsiteY36" fmla="*/ 2849217 h 6778051"/>
                <a:gd name="connsiteX37" fmla="*/ 664889 w 6759591"/>
                <a:gd name="connsiteY37" fmla="*/ 2865589 h 6778051"/>
                <a:gd name="connsiteX38" fmla="*/ 661041 w 6759591"/>
                <a:gd name="connsiteY38" fmla="*/ 3032432 h 6778051"/>
                <a:gd name="connsiteX39" fmla="*/ 660864 w 6759591"/>
                <a:gd name="connsiteY39" fmla="*/ 4871183 h 6778051"/>
                <a:gd name="connsiteX40" fmla="*/ 661484 w 6759591"/>
                <a:gd name="connsiteY40" fmla="*/ 5939856 h 6778051"/>
                <a:gd name="connsiteX41" fmla="*/ 688600 w 6759591"/>
                <a:gd name="connsiteY41" fmla="*/ 6094061 h 6778051"/>
                <a:gd name="connsiteX42" fmla="*/ 778848 w 6759591"/>
                <a:gd name="connsiteY42" fmla="*/ 6101572 h 6778051"/>
                <a:gd name="connsiteX43" fmla="*/ 967428 w 6759591"/>
                <a:gd name="connsiteY43" fmla="*/ 6102021 h 6778051"/>
                <a:gd name="connsiteX44" fmla="*/ 3717697 w 6759591"/>
                <a:gd name="connsiteY44" fmla="*/ 6101633 h 6778051"/>
                <a:gd name="connsiteX45" fmla="*/ 3909300 w 6759591"/>
                <a:gd name="connsiteY45" fmla="*/ 6085569 h 6778051"/>
                <a:gd name="connsiteX46" fmla="*/ 3915225 w 6759591"/>
                <a:gd name="connsiteY46" fmla="*/ 5770582 h 6778051"/>
                <a:gd name="connsiteX47" fmla="*/ 3895926 w 6759591"/>
                <a:gd name="connsiteY47" fmla="*/ 5456160 h 6778051"/>
                <a:gd name="connsiteX48" fmla="*/ 3703955 w 6759591"/>
                <a:gd name="connsiteY48" fmla="*/ 5456153 h 6778051"/>
                <a:gd name="connsiteX49" fmla="*/ 1362416 w 6759591"/>
                <a:gd name="connsiteY49" fmla="*/ 5453408 h 6778051"/>
                <a:gd name="connsiteX50" fmla="*/ 1323588 w 6759591"/>
                <a:gd name="connsiteY50" fmla="*/ 5436180 h 6778051"/>
                <a:gd name="connsiteX51" fmla="*/ 1318297 w 6759591"/>
                <a:gd name="connsiteY51" fmla="*/ 5287437 h 6778051"/>
                <a:gd name="connsiteX52" fmla="*/ 1318038 w 6759591"/>
                <a:gd name="connsiteY52" fmla="*/ 4517360 h 6778051"/>
                <a:gd name="connsiteX53" fmla="*/ 1317547 w 6759591"/>
                <a:gd name="connsiteY53" fmla="*/ 3024363 h 6778051"/>
                <a:gd name="connsiteX54" fmla="*/ 1303056 w 6759591"/>
                <a:gd name="connsiteY54" fmla="*/ 2859678 h 6778051"/>
                <a:gd name="connsiteX55" fmla="*/ 1235697 w 6759591"/>
                <a:gd name="connsiteY55" fmla="*/ 2851583 h 6778051"/>
                <a:gd name="connsiteX56" fmla="*/ 1160797 w 6759591"/>
                <a:gd name="connsiteY56" fmla="*/ 2846493 h 6778051"/>
                <a:gd name="connsiteX57" fmla="*/ 6290268 w 6759591"/>
                <a:gd name="connsiteY57" fmla="*/ 388465 h 6778051"/>
                <a:gd name="connsiteX58" fmla="*/ 4388288 w 6759591"/>
                <a:gd name="connsiteY58" fmla="*/ 388908 h 6778051"/>
                <a:gd name="connsiteX59" fmla="*/ 4316051 w 6759591"/>
                <a:gd name="connsiteY59" fmla="*/ 403181 h 6778051"/>
                <a:gd name="connsiteX60" fmla="*/ 4302663 w 6759591"/>
                <a:gd name="connsiteY60" fmla="*/ 2372262 h 6778051"/>
                <a:gd name="connsiteX61" fmla="*/ 4315193 w 6759591"/>
                <a:gd name="connsiteY61" fmla="*/ 2446589 h 6778051"/>
                <a:gd name="connsiteX62" fmla="*/ 4364189 w 6759591"/>
                <a:gd name="connsiteY62" fmla="*/ 2461850 h 6778051"/>
                <a:gd name="connsiteX63" fmla="*/ 6313210 w 6759591"/>
                <a:gd name="connsiteY63" fmla="*/ 2462415 h 6778051"/>
                <a:gd name="connsiteX64" fmla="*/ 6367210 w 6759591"/>
                <a:gd name="connsiteY64" fmla="*/ 2446078 h 6778051"/>
                <a:gd name="connsiteX65" fmla="*/ 6374068 w 6759591"/>
                <a:gd name="connsiteY65" fmla="*/ 1917179 h 6778051"/>
                <a:gd name="connsiteX66" fmla="*/ 6373414 w 6759591"/>
                <a:gd name="connsiteY66" fmla="*/ 565353 h 6778051"/>
                <a:gd name="connsiteX67" fmla="*/ 6355634 w 6759591"/>
                <a:gd name="connsiteY67" fmla="*/ 396037 h 6778051"/>
                <a:gd name="connsiteX68" fmla="*/ 6290268 w 6759591"/>
                <a:gd name="connsiteY68" fmla="*/ 388465 h 6778051"/>
                <a:gd name="connsiteX69" fmla="*/ 1916706 w 6759591"/>
                <a:gd name="connsiteY69" fmla="*/ 2148 h 6778051"/>
                <a:gd name="connsiteX70" fmla="*/ 2529101 w 6759591"/>
                <a:gd name="connsiteY70" fmla="*/ 2260 h 6778051"/>
                <a:gd name="connsiteX71" fmla="*/ 2619301 w 6759591"/>
                <a:gd name="connsiteY71" fmla="*/ 4923 h 6778051"/>
                <a:gd name="connsiteX72" fmla="*/ 2645753 w 6759591"/>
                <a:gd name="connsiteY72" fmla="*/ 8203 h 6778051"/>
                <a:gd name="connsiteX73" fmla="*/ 2651439 w 6759591"/>
                <a:gd name="connsiteY73" fmla="*/ 8311 h 6778051"/>
                <a:gd name="connsiteX74" fmla="*/ 2657075 w 6759591"/>
                <a:gd name="connsiteY74" fmla="*/ 9607 h 6778051"/>
                <a:gd name="connsiteX75" fmla="*/ 2690855 w 6759591"/>
                <a:gd name="connsiteY75" fmla="*/ 13795 h 6778051"/>
                <a:gd name="connsiteX76" fmla="*/ 2843062 w 6759591"/>
                <a:gd name="connsiteY76" fmla="*/ 310661 h 6778051"/>
                <a:gd name="connsiteX77" fmla="*/ 2843217 w 6759591"/>
                <a:gd name="connsiteY77" fmla="*/ 2006505 h 6778051"/>
                <a:gd name="connsiteX78" fmla="*/ 2842924 w 6759591"/>
                <a:gd name="connsiteY78" fmla="*/ 2697404 h 6778051"/>
                <a:gd name="connsiteX79" fmla="*/ 2836148 w 6759591"/>
                <a:gd name="connsiteY79" fmla="*/ 2831030 h 6778051"/>
                <a:gd name="connsiteX80" fmla="*/ 2787895 w 6759591"/>
                <a:gd name="connsiteY80" fmla="*/ 2838328 h 6778051"/>
                <a:gd name="connsiteX81" fmla="*/ 2784758 w 6759591"/>
                <a:gd name="connsiteY81" fmla="*/ 2838621 h 6778051"/>
                <a:gd name="connsiteX82" fmla="*/ 2772201 w 6759591"/>
                <a:gd name="connsiteY82" fmla="*/ 2841248 h 6778051"/>
                <a:gd name="connsiteX83" fmla="*/ 2716168 w 6759591"/>
                <a:gd name="connsiteY83" fmla="*/ 2844137 h 6778051"/>
                <a:gd name="connsiteX84" fmla="*/ 2635421 w 6759591"/>
                <a:gd name="connsiteY84" fmla="*/ 2842968 h 6778051"/>
                <a:gd name="connsiteX85" fmla="*/ 2516928 w 6759591"/>
                <a:gd name="connsiteY85" fmla="*/ 2843505 h 6778051"/>
                <a:gd name="connsiteX86" fmla="*/ 2497174 w 6759591"/>
                <a:gd name="connsiteY86" fmla="*/ 2843712 h 6778051"/>
                <a:gd name="connsiteX87" fmla="*/ 2485369 w 6759591"/>
                <a:gd name="connsiteY87" fmla="*/ 2843648 h 6778051"/>
                <a:gd name="connsiteX88" fmla="*/ 2433628 w 6759591"/>
                <a:gd name="connsiteY88" fmla="*/ 2843883 h 6778051"/>
                <a:gd name="connsiteX89" fmla="*/ 2380982 w 6759591"/>
                <a:gd name="connsiteY89" fmla="*/ 2844019 h 6778051"/>
                <a:gd name="connsiteX90" fmla="*/ 2370614 w 6759591"/>
                <a:gd name="connsiteY90" fmla="*/ 2893868 h 6778051"/>
                <a:gd name="connsiteX91" fmla="*/ 2364942 w 6759591"/>
                <a:gd name="connsiteY91" fmla="*/ 2938643 h 6778051"/>
                <a:gd name="connsiteX92" fmla="*/ 2364588 w 6759591"/>
                <a:gd name="connsiteY92" fmla="*/ 4305116 h 6778051"/>
                <a:gd name="connsiteX93" fmla="*/ 2370567 w 6759591"/>
                <a:gd name="connsiteY93" fmla="*/ 4375079 h 6778051"/>
                <a:gd name="connsiteX94" fmla="*/ 2441442 w 6759591"/>
                <a:gd name="connsiteY94" fmla="*/ 4392682 h 6778051"/>
                <a:gd name="connsiteX95" fmla="*/ 3839317 w 6759591"/>
                <a:gd name="connsiteY95" fmla="*/ 4393029 h 6778051"/>
                <a:gd name="connsiteX96" fmla="*/ 3907312 w 6759591"/>
                <a:gd name="connsiteY96" fmla="*/ 4382658 h 6778051"/>
                <a:gd name="connsiteX97" fmla="*/ 3923764 w 6759591"/>
                <a:gd name="connsiteY97" fmla="*/ 3955583 h 6778051"/>
                <a:gd name="connsiteX98" fmla="*/ 4176777 w 6759591"/>
                <a:gd name="connsiteY98" fmla="*/ 3943006 h 6778051"/>
                <a:gd name="connsiteX99" fmla="*/ 4443778 w 6759591"/>
                <a:gd name="connsiteY99" fmla="*/ 3942434 h 6778051"/>
                <a:gd name="connsiteX100" fmla="*/ 4723206 w 6759591"/>
                <a:gd name="connsiteY100" fmla="*/ 3941583 h 6778051"/>
                <a:gd name="connsiteX101" fmla="*/ 4833669 w 6759591"/>
                <a:gd name="connsiteY101" fmla="*/ 3940897 h 6778051"/>
                <a:gd name="connsiteX102" fmla="*/ 4834389 w 6759591"/>
                <a:gd name="connsiteY102" fmla="*/ 3940892 h 6778051"/>
                <a:gd name="connsiteX103" fmla="*/ 4725112 w 6759591"/>
                <a:gd name="connsiteY103" fmla="*/ 3940892 h 6778051"/>
                <a:gd name="connsiteX104" fmla="*/ 4725112 w 6759591"/>
                <a:gd name="connsiteY104" fmla="*/ 2850469 h 6778051"/>
                <a:gd name="connsiteX105" fmla="*/ 4919327 w 6759591"/>
                <a:gd name="connsiteY105" fmla="*/ 2850469 h 6778051"/>
                <a:gd name="connsiteX106" fmla="*/ 4919327 w 6759591"/>
                <a:gd name="connsiteY106" fmla="*/ 3940273 h 6778051"/>
                <a:gd name="connsiteX107" fmla="*/ 4934019 w 6759591"/>
                <a:gd name="connsiteY107" fmla="*/ 3940166 h 6778051"/>
                <a:gd name="connsiteX108" fmla="*/ 5837206 w 6759591"/>
                <a:gd name="connsiteY108" fmla="*/ 3940527 h 6778051"/>
                <a:gd name="connsiteX109" fmla="*/ 6019180 w 6759591"/>
                <a:gd name="connsiteY109" fmla="*/ 3938886 h 6778051"/>
                <a:gd name="connsiteX110" fmla="*/ 6474890 w 6759591"/>
                <a:gd name="connsiteY110" fmla="*/ 3942550 h 6778051"/>
                <a:gd name="connsiteX111" fmla="*/ 6584840 w 6759591"/>
                <a:gd name="connsiteY111" fmla="*/ 3944470 h 6778051"/>
                <a:gd name="connsiteX112" fmla="*/ 6748326 w 6759591"/>
                <a:gd name="connsiteY112" fmla="*/ 4088978 h 6778051"/>
                <a:gd name="connsiteX113" fmla="*/ 6759044 w 6759591"/>
                <a:gd name="connsiteY113" fmla="*/ 4229386 h 6778051"/>
                <a:gd name="connsiteX114" fmla="*/ 6759201 w 6759591"/>
                <a:gd name="connsiteY114" fmla="*/ 6634223 h 6778051"/>
                <a:gd name="connsiteX115" fmla="*/ 6752418 w 6759591"/>
                <a:gd name="connsiteY115" fmla="*/ 6766208 h 6778051"/>
                <a:gd name="connsiteX116" fmla="*/ 6642088 w 6759591"/>
                <a:gd name="connsiteY116" fmla="*/ 6777608 h 6778051"/>
                <a:gd name="connsiteX117" fmla="*/ 4142947 w 6759591"/>
                <a:gd name="connsiteY117" fmla="*/ 6777621 h 6778051"/>
                <a:gd name="connsiteX118" fmla="*/ 3984268 w 6759591"/>
                <a:gd name="connsiteY118" fmla="*/ 6768850 h 6778051"/>
                <a:gd name="connsiteX119" fmla="*/ 3905446 w 6759591"/>
                <a:gd name="connsiteY119" fmla="*/ 6312930 h 6778051"/>
                <a:gd name="connsiteX120" fmla="*/ 3732944 w 6759591"/>
                <a:gd name="connsiteY120" fmla="*/ 6300087 h 6778051"/>
                <a:gd name="connsiteX121" fmla="*/ 667960 w 6759591"/>
                <a:gd name="connsiteY121" fmla="*/ 6299583 h 6778051"/>
                <a:gd name="connsiteX122" fmla="*/ 489321 w 6759591"/>
                <a:gd name="connsiteY122" fmla="*/ 6299583 h 6778051"/>
                <a:gd name="connsiteX123" fmla="*/ 466087 w 6759591"/>
                <a:gd name="connsiteY123" fmla="*/ 6207108 h 6778051"/>
                <a:gd name="connsiteX124" fmla="*/ 464882 w 6759591"/>
                <a:gd name="connsiteY124" fmla="*/ 6081456 h 6778051"/>
                <a:gd name="connsiteX125" fmla="*/ 464698 w 6759591"/>
                <a:gd name="connsiteY125" fmla="*/ 3047904 h 6778051"/>
                <a:gd name="connsiteX126" fmla="*/ 460782 w 6759591"/>
                <a:gd name="connsiteY126" fmla="*/ 2862185 h 6778051"/>
                <a:gd name="connsiteX127" fmla="*/ 406535 w 6759591"/>
                <a:gd name="connsiteY127" fmla="*/ 2848655 h 6778051"/>
                <a:gd name="connsiteX128" fmla="*/ 359819 w 6759591"/>
                <a:gd name="connsiteY128" fmla="*/ 2844121 h 6778051"/>
                <a:gd name="connsiteX129" fmla="*/ 305867 w 6759591"/>
                <a:gd name="connsiteY129" fmla="*/ 2843623 h 6778051"/>
                <a:gd name="connsiteX130" fmla="*/ 242863 w 6759591"/>
                <a:gd name="connsiteY130" fmla="*/ 2843992 h 6778051"/>
                <a:gd name="connsiteX131" fmla="*/ 34422 w 6759591"/>
                <a:gd name="connsiteY131" fmla="*/ 2796117 h 6778051"/>
                <a:gd name="connsiteX132" fmla="*/ 12 w 6759591"/>
                <a:gd name="connsiteY132" fmla="*/ 2620380 h 6778051"/>
                <a:gd name="connsiteX133" fmla="*/ 453 w 6759591"/>
                <a:gd name="connsiteY133" fmla="*/ 2546269 h 6778051"/>
                <a:gd name="connsiteX134" fmla="*/ 378 w 6759591"/>
                <a:gd name="connsiteY134" fmla="*/ 753834 h 6778051"/>
                <a:gd name="connsiteX135" fmla="*/ 387610 w 6759591"/>
                <a:gd name="connsiteY135" fmla="*/ 753834 h 6778051"/>
                <a:gd name="connsiteX136" fmla="*/ 383954 w 6759591"/>
                <a:gd name="connsiteY136" fmla="*/ 992050 h 6778051"/>
                <a:gd name="connsiteX137" fmla="*/ 386403 w 6759591"/>
                <a:gd name="connsiteY137" fmla="*/ 2372270 h 6778051"/>
                <a:gd name="connsiteX138" fmla="*/ 398929 w 6759591"/>
                <a:gd name="connsiteY138" fmla="*/ 2446601 h 6778051"/>
                <a:gd name="connsiteX139" fmla="*/ 404521 w 6759591"/>
                <a:gd name="connsiteY139" fmla="*/ 2448719 h 6778051"/>
                <a:gd name="connsiteX140" fmla="*/ 412237 w 6759591"/>
                <a:gd name="connsiteY140" fmla="*/ 2449636 h 6778051"/>
                <a:gd name="connsiteX141" fmla="*/ 888802 w 6759591"/>
                <a:gd name="connsiteY141" fmla="*/ 2461949 h 6778051"/>
                <a:gd name="connsiteX142" fmla="*/ 892951 w 6759591"/>
                <a:gd name="connsiteY142" fmla="*/ 2461989 h 6778051"/>
                <a:gd name="connsiteX143" fmla="*/ 2104349 w 6759591"/>
                <a:gd name="connsiteY143" fmla="*/ 2462343 h 6778051"/>
                <a:gd name="connsiteX144" fmla="*/ 2199285 w 6759591"/>
                <a:gd name="connsiteY144" fmla="*/ 2460999 h 6778051"/>
                <a:gd name="connsiteX145" fmla="*/ 2420362 w 6759591"/>
                <a:gd name="connsiteY145" fmla="*/ 2453911 h 6778051"/>
                <a:gd name="connsiteX146" fmla="*/ 2432092 w 6759591"/>
                <a:gd name="connsiteY146" fmla="*/ 2452857 h 6778051"/>
                <a:gd name="connsiteX147" fmla="*/ 2441330 w 6759591"/>
                <a:gd name="connsiteY147" fmla="*/ 2449543 h 6778051"/>
                <a:gd name="connsiteX148" fmla="*/ 2449440 w 6759591"/>
                <a:gd name="connsiteY148" fmla="*/ 2409581 h 6778051"/>
                <a:gd name="connsiteX149" fmla="*/ 2454667 w 6759591"/>
                <a:gd name="connsiteY149" fmla="*/ 2365358 h 6778051"/>
                <a:gd name="connsiteX150" fmla="*/ 2454919 w 6759591"/>
                <a:gd name="connsiteY150" fmla="*/ 482542 h 6778051"/>
                <a:gd name="connsiteX151" fmla="*/ 2452182 w 6759591"/>
                <a:gd name="connsiteY151" fmla="*/ 443726 h 6778051"/>
                <a:gd name="connsiteX152" fmla="*/ 2450059 w 6759591"/>
                <a:gd name="connsiteY152" fmla="*/ 425302 h 6778051"/>
                <a:gd name="connsiteX153" fmla="*/ 2440105 w 6759591"/>
                <a:gd name="connsiteY153" fmla="*/ 398046 h 6778051"/>
                <a:gd name="connsiteX154" fmla="*/ 2381426 w 6759591"/>
                <a:gd name="connsiteY154" fmla="*/ 392056 h 6778051"/>
                <a:gd name="connsiteX155" fmla="*/ 2325248 w 6759591"/>
                <a:gd name="connsiteY155" fmla="*/ 388486 h 6778051"/>
                <a:gd name="connsiteX156" fmla="*/ 734287 w 6759591"/>
                <a:gd name="connsiteY156" fmla="*/ 388854 h 6778051"/>
                <a:gd name="connsiteX157" fmla="*/ 734287 w 6759591"/>
                <a:gd name="connsiteY157" fmla="*/ 2683 h 6778051"/>
                <a:gd name="connsiteX158" fmla="*/ 4005137 w 6759591"/>
                <a:gd name="connsiteY158" fmla="*/ 222 h 6778051"/>
                <a:gd name="connsiteX159" fmla="*/ 4090011 w 6759591"/>
                <a:gd name="connsiteY159" fmla="*/ 2923 h 6778051"/>
                <a:gd name="connsiteX160" fmla="*/ 5832965 w 6759591"/>
                <a:gd name="connsiteY160" fmla="*/ 2140 h 6778051"/>
                <a:gd name="connsiteX161" fmla="*/ 6445358 w 6759591"/>
                <a:gd name="connsiteY161" fmla="*/ 2249 h 6778051"/>
                <a:gd name="connsiteX162" fmla="*/ 6759324 w 6759591"/>
                <a:gd name="connsiteY162" fmla="*/ 310651 h 6778051"/>
                <a:gd name="connsiteX163" fmla="*/ 6759481 w 6759591"/>
                <a:gd name="connsiteY163" fmla="*/ 2006494 h 6778051"/>
                <a:gd name="connsiteX164" fmla="*/ 6759188 w 6759591"/>
                <a:gd name="connsiteY164" fmla="*/ 2697395 h 6778051"/>
                <a:gd name="connsiteX165" fmla="*/ 6752412 w 6759591"/>
                <a:gd name="connsiteY165" fmla="*/ 2831015 h 6778051"/>
                <a:gd name="connsiteX166" fmla="*/ 6659617 w 6759591"/>
                <a:gd name="connsiteY166" fmla="*/ 2842469 h 6778051"/>
                <a:gd name="connsiteX167" fmla="*/ 6018821 w 6759591"/>
                <a:gd name="connsiteY167" fmla="*/ 2844777 h 6778051"/>
                <a:gd name="connsiteX168" fmla="*/ 5960589 w 6759591"/>
                <a:gd name="connsiteY168" fmla="*/ 2845715 h 6778051"/>
                <a:gd name="connsiteX169" fmla="*/ 5917029 w 6759591"/>
                <a:gd name="connsiteY169" fmla="*/ 2846331 h 6778051"/>
                <a:gd name="connsiteX170" fmla="*/ 6018509 w 6759591"/>
                <a:gd name="connsiteY170" fmla="*/ 2846331 h 6778051"/>
                <a:gd name="connsiteX171" fmla="*/ 6018509 w 6759591"/>
                <a:gd name="connsiteY171" fmla="*/ 3936901 h 6778051"/>
                <a:gd name="connsiteX172" fmla="*/ 5824113 w 6759591"/>
                <a:gd name="connsiteY172" fmla="*/ 3936901 h 6778051"/>
                <a:gd name="connsiteX173" fmla="*/ 5824113 w 6759591"/>
                <a:gd name="connsiteY173" fmla="*/ 2846801 h 6778051"/>
                <a:gd name="connsiteX174" fmla="*/ 5809751 w 6759591"/>
                <a:gd name="connsiteY174" fmla="*/ 2846861 h 6778051"/>
                <a:gd name="connsiteX175" fmla="*/ 4904127 w 6759591"/>
                <a:gd name="connsiteY175" fmla="*/ 2846425 h 6778051"/>
                <a:gd name="connsiteX176" fmla="*/ 4724713 w 6759591"/>
                <a:gd name="connsiteY176" fmla="*/ 2848243 h 6778051"/>
                <a:gd name="connsiteX177" fmla="*/ 4159640 w 6759591"/>
                <a:gd name="connsiteY177" fmla="*/ 2843034 h 6778051"/>
                <a:gd name="connsiteX178" fmla="*/ 3916719 w 6759591"/>
                <a:gd name="connsiteY178" fmla="*/ 2602530 h 6778051"/>
                <a:gd name="connsiteX179" fmla="*/ 3916617 w 6759591"/>
                <a:gd name="connsiteY179" fmla="*/ 121574 h 6778051"/>
                <a:gd name="connsiteX180" fmla="*/ 3921274 w 6759591"/>
                <a:gd name="connsiteY180" fmla="*/ 28302 h 6778051"/>
                <a:gd name="connsiteX181" fmla="*/ 4005137 w 6759591"/>
                <a:gd name="connsiteY181" fmla="*/ 222 h 677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6759591" h="6778051">
                  <a:moveTo>
                    <a:pt x="4906739" y="4316434"/>
                  </a:moveTo>
                  <a:cubicBezTo>
                    <a:pt x="4649059" y="4316431"/>
                    <a:pt x="4441278" y="4318227"/>
                    <a:pt x="4374401" y="4322413"/>
                  </a:cubicBezTo>
                  <a:cubicBezTo>
                    <a:pt x="4354489" y="4323659"/>
                    <a:pt x="4335014" y="4331974"/>
                    <a:pt x="4302137" y="4340383"/>
                  </a:cubicBezTo>
                  <a:cubicBezTo>
                    <a:pt x="4301612" y="4728541"/>
                    <a:pt x="4301994" y="5115431"/>
                    <a:pt x="4301857" y="5533762"/>
                  </a:cubicBezTo>
                  <a:cubicBezTo>
                    <a:pt x="4303328" y="5806108"/>
                    <a:pt x="4304663" y="6078453"/>
                    <a:pt x="4306801" y="6350792"/>
                  </a:cubicBezTo>
                  <a:cubicBezTo>
                    <a:pt x="4306876" y="6360101"/>
                    <a:pt x="4315055" y="6369335"/>
                    <a:pt x="4323151" y="6386406"/>
                  </a:cubicBezTo>
                  <a:cubicBezTo>
                    <a:pt x="4354237" y="6389798"/>
                    <a:pt x="4389641" y="6396430"/>
                    <a:pt x="4425160" y="6397132"/>
                  </a:cubicBezTo>
                  <a:cubicBezTo>
                    <a:pt x="5237751" y="6413223"/>
                    <a:pt x="6218534" y="6404820"/>
                    <a:pt x="6363880" y="6379617"/>
                  </a:cubicBezTo>
                  <a:cubicBezTo>
                    <a:pt x="6366992" y="6352685"/>
                    <a:pt x="6373454" y="6322634"/>
                    <a:pt x="6373488" y="6292576"/>
                  </a:cubicBezTo>
                  <a:cubicBezTo>
                    <a:pt x="6374046" y="5669043"/>
                    <a:pt x="6374040" y="5045503"/>
                    <a:pt x="6373386" y="4421970"/>
                  </a:cubicBezTo>
                  <a:cubicBezTo>
                    <a:pt x="6373352" y="4392423"/>
                    <a:pt x="6366344" y="4362889"/>
                    <a:pt x="6362960" y="4336311"/>
                  </a:cubicBezTo>
                  <a:cubicBezTo>
                    <a:pt x="6282047" y="4325160"/>
                    <a:pt x="5473636" y="4316441"/>
                    <a:pt x="4906739" y="4316434"/>
                  </a:cubicBezTo>
                  <a:close/>
                  <a:moveTo>
                    <a:pt x="1990553" y="2846462"/>
                  </a:moveTo>
                  <a:lnTo>
                    <a:pt x="1893489" y="2846876"/>
                  </a:lnTo>
                  <a:lnTo>
                    <a:pt x="1687046" y="2846744"/>
                  </a:lnTo>
                  <a:lnTo>
                    <a:pt x="1657982" y="2848065"/>
                  </a:lnTo>
                  <a:cubicBezTo>
                    <a:pt x="1602676" y="2851587"/>
                    <a:pt x="1554866" y="2856842"/>
                    <a:pt x="1522076" y="2863832"/>
                  </a:cubicBezTo>
                  <a:cubicBezTo>
                    <a:pt x="1519883" y="2896900"/>
                    <a:pt x="1515743" y="2932521"/>
                    <a:pt x="1515470" y="2968183"/>
                  </a:cubicBezTo>
                  <a:cubicBezTo>
                    <a:pt x="1514585" y="3083396"/>
                    <a:pt x="1515116" y="3198629"/>
                    <a:pt x="1515116" y="3313848"/>
                  </a:cubicBezTo>
                  <a:cubicBezTo>
                    <a:pt x="1515116" y="3905682"/>
                    <a:pt x="1514715" y="4497516"/>
                    <a:pt x="1515777" y="5089350"/>
                  </a:cubicBezTo>
                  <a:cubicBezTo>
                    <a:pt x="1515872" y="5144686"/>
                    <a:pt x="1503043" y="5203358"/>
                    <a:pt x="1539332" y="5264679"/>
                  </a:cubicBezTo>
                  <a:cubicBezTo>
                    <a:pt x="1884800" y="5264679"/>
                    <a:pt x="2229723" y="5264679"/>
                    <a:pt x="2606093" y="5264679"/>
                  </a:cubicBezTo>
                  <a:cubicBezTo>
                    <a:pt x="2993666" y="5264672"/>
                    <a:pt x="3381238" y="5265142"/>
                    <a:pt x="3768810" y="5264032"/>
                  </a:cubicBezTo>
                  <a:cubicBezTo>
                    <a:pt x="3814237" y="5263902"/>
                    <a:pt x="3863083" y="5276929"/>
                    <a:pt x="3903812" y="5244726"/>
                  </a:cubicBezTo>
                  <a:cubicBezTo>
                    <a:pt x="3926277" y="5071816"/>
                    <a:pt x="3921354" y="4713008"/>
                    <a:pt x="3892732" y="4597380"/>
                  </a:cubicBezTo>
                  <a:cubicBezTo>
                    <a:pt x="3839052" y="4596107"/>
                    <a:pt x="3782355" y="4593628"/>
                    <a:pt x="3725657" y="4593587"/>
                  </a:cubicBezTo>
                  <a:cubicBezTo>
                    <a:pt x="3259522" y="4593267"/>
                    <a:pt x="2793393" y="4593941"/>
                    <a:pt x="2327265" y="4592627"/>
                  </a:cubicBezTo>
                  <a:cubicBezTo>
                    <a:pt x="2277159" y="4592484"/>
                    <a:pt x="2222232" y="4609678"/>
                    <a:pt x="2168095" y="4560451"/>
                  </a:cubicBezTo>
                  <a:cubicBezTo>
                    <a:pt x="2167428" y="4427132"/>
                    <a:pt x="2166447" y="4286458"/>
                    <a:pt x="2166093" y="4145784"/>
                  </a:cubicBezTo>
                  <a:cubicBezTo>
                    <a:pt x="2165739" y="4004374"/>
                    <a:pt x="2166018" y="3862965"/>
                    <a:pt x="2166018" y="3721556"/>
                  </a:cubicBezTo>
                  <a:cubicBezTo>
                    <a:pt x="2166018" y="3574903"/>
                    <a:pt x="2168170" y="3428216"/>
                    <a:pt x="2165399" y="3281618"/>
                  </a:cubicBezTo>
                  <a:cubicBezTo>
                    <a:pt x="2162750" y="3141605"/>
                    <a:pt x="2178398" y="3000713"/>
                    <a:pt x="2155069" y="2863144"/>
                  </a:cubicBezTo>
                  <a:cubicBezTo>
                    <a:pt x="2122478" y="2856275"/>
                    <a:pt x="2074818" y="2851136"/>
                    <a:pt x="2019611" y="2847728"/>
                  </a:cubicBezTo>
                  <a:close/>
                  <a:moveTo>
                    <a:pt x="987867" y="2846436"/>
                  </a:moveTo>
                  <a:cubicBezTo>
                    <a:pt x="953373" y="2846332"/>
                    <a:pt x="922325" y="2846532"/>
                    <a:pt x="892997" y="2846886"/>
                  </a:cubicBezTo>
                  <a:lnTo>
                    <a:pt x="813688" y="2848170"/>
                  </a:lnTo>
                  <a:lnTo>
                    <a:pt x="794008" y="2849217"/>
                  </a:lnTo>
                  <a:cubicBezTo>
                    <a:pt x="740694" y="2853052"/>
                    <a:pt x="695357" y="2858521"/>
                    <a:pt x="664889" y="2865589"/>
                  </a:cubicBezTo>
                  <a:cubicBezTo>
                    <a:pt x="663595" y="2919167"/>
                    <a:pt x="661068" y="2975803"/>
                    <a:pt x="661041" y="3032432"/>
                  </a:cubicBezTo>
                  <a:cubicBezTo>
                    <a:pt x="660755" y="3645349"/>
                    <a:pt x="660864" y="4258266"/>
                    <a:pt x="660864" y="4871183"/>
                  </a:cubicBezTo>
                  <a:cubicBezTo>
                    <a:pt x="660864" y="5227409"/>
                    <a:pt x="660340" y="5583636"/>
                    <a:pt x="661484" y="5939856"/>
                  </a:cubicBezTo>
                  <a:cubicBezTo>
                    <a:pt x="661640" y="5990575"/>
                    <a:pt x="647994" y="6045018"/>
                    <a:pt x="688600" y="6094061"/>
                  </a:cubicBezTo>
                  <a:cubicBezTo>
                    <a:pt x="717071" y="6096540"/>
                    <a:pt x="747919" y="6100959"/>
                    <a:pt x="778848" y="6101572"/>
                  </a:cubicBezTo>
                  <a:cubicBezTo>
                    <a:pt x="841688" y="6102811"/>
                    <a:pt x="904568" y="6102021"/>
                    <a:pt x="967428" y="6102021"/>
                  </a:cubicBezTo>
                  <a:cubicBezTo>
                    <a:pt x="1884187" y="6102028"/>
                    <a:pt x="2800938" y="6102199"/>
                    <a:pt x="3717697" y="6101633"/>
                  </a:cubicBezTo>
                  <a:cubicBezTo>
                    <a:pt x="3778895" y="6101599"/>
                    <a:pt x="3841694" y="6109968"/>
                    <a:pt x="3909300" y="6085569"/>
                  </a:cubicBezTo>
                  <a:cubicBezTo>
                    <a:pt x="3922327" y="5978494"/>
                    <a:pt x="3917772" y="5874129"/>
                    <a:pt x="3915225" y="5770582"/>
                  </a:cubicBezTo>
                  <a:cubicBezTo>
                    <a:pt x="3912726" y="5668600"/>
                    <a:pt x="3933509" y="5564024"/>
                    <a:pt x="3895926" y="5456160"/>
                  </a:cubicBezTo>
                  <a:cubicBezTo>
                    <a:pt x="3838160" y="5456160"/>
                    <a:pt x="3786338" y="5456160"/>
                    <a:pt x="3703955" y="5456153"/>
                  </a:cubicBezTo>
                  <a:cubicBezTo>
                    <a:pt x="2923444" y="5455417"/>
                    <a:pt x="2142934" y="5454723"/>
                    <a:pt x="1362416" y="5453408"/>
                  </a:cubicBezTo>
                  <a:cubicBezTo>
                    <a:pt x="1353135" y="5453395"/>
                    <a:pt x="1343867" y="5445455"/>
                    <a:pt x="1323588" y="5436180"/>
                  </a:cubicBezTo>
                  <a:cubicBezTo>
                    <a:pt x="1321872" y="5390249"/>
                    <a:pt x="1318413" y="5338843"/>
                    <a:pt x="1318297" y="5287437"/>
                  </a:cubicBezTo>
                  <a:cubicBezTo>
                    <a:pt x="1317725" y="5030747"/>
                    <a:pt x="1318038" y="4774050"/>
                    <a:pt x="1318038" y="4517360"/>
                  </a:cubicBezTo>
                  <a:cubicBezTo>
                    <a:pt x="1318038" y="4019696"/>
                    <a:pt x="1318378" y="3522026"/>
                    <a:pt x="1317547" y="3024363"/>
                  </a:cubicBezTo>
                  <a:cubicBezTo>
                    <a:pt x="1317459" y="2968530"/>
                    <a:pt x="1327142" y="2910472"/>
                    <a:pt x="1303056" y="2859678"/>
                  </a:cubicBezTo>
                  <a:cubicBezTo>
                    <a:pt x="1283493" y="2856548"/>
                    <a:pt x="1260752" y="2853851"/>
                    <a:pt x="1235697" y="2851583"/>
                  </a:cubicBezTo>
                  <a:lnTo>
                    <a:pt x="1160797" y="2846493"/>
                  </a:lnTo>
                  <a:close/>
                  <a:moveTo>
                    <a:pt x="6290268" y="388465"/>
                  </a:moveTo>
                  <a:cubicBezTo>
                    <a:pt x="5656274" y="388125"/>
                    <a:pt x="5022281" y="388057"/>
                    <a:pt x="4388288" y="388908"/>
                  </a:cubicBezTo>
                  <a:cubicBezTo>
                    <a:pt x="4363494" y="388942"/>
                    <a:pt x="4338714" y="398503"/>
                    <a:pt x="4316051" y="403181"/>
                  </a:cubicBezTo>
                  <a:cubicBezTo>
                    <a:pt x="4298325" y="528908"/>
                    <a:pt x="4288227" y="2033113"/>
                    <a:pt x="4302663" y="2372262"/>
                  </a:cubicBezTo>
                  <a:cubicBezTo>
                    <a:pt x="4303732" y="2397362"/>
                    <a:pt x="4310937" y="2422197"/>
                    <a:pt x="4315193" y="2446589"/>
                  </a:cubicBezTo>
                  <a:cubicBezTo>
                    <a:pt x="4335023" y="2453004"/>
                    <a:pt x="4349602" y="2461829"/>
                    <a:pt x="4364189" y="2461850"/>
                  </a:cubicBezTo>
                  <a:cubicBezTo>
                    <a:pt x="5013858" y="2462714"/>
                    <a:pt x="5663540" y="2462891"/>
                    <a:pt x="6313210" y="2462415"/>
                  </a:cubicBezTo>
                  <a:cubicBezTo>
                    <a:pt x="6327701" y="2462408"/>
                    <a:pt x="6342178" y="2453917"/>
                    <a:pt x="6367210" y="2446078"/>
                  </a:cubicBezTo>
                  <a:cubicBezTo>
                    <a:pt x="6381224" y="2281428"/>
                    <a:pt x="6370915" y="2114775"/>
                    <a:pt x="6374068" y="1917179"/>
                  </a:cubicBezTo>
                  <a:cubicBezTo>
                    <a:pt x="6374068" y="1466570"/>
                    <a:pt x="6374572" y="1015962"/>
                    <a:pt x="6373414" y="565353"/>
                  </a:cubicBezTo>
                  <a:cubicBezTo>
                    <a:pt x="6373271" y="509847"/>
                    <a:pt x="6385440" y="451325"/>
                    <a:pt x="6355634" y="396037"/>
                  </a:cubicBezTo>
                  <a:cubicBezTo>
                    <a:pt x="6330690" y="393028"/>
                    <a:pt x="6310479" y="388479"/>
                    <a:pt x="6290268" y="388465"/>
                  </a:cubicBezTo>
                  <a:close/>
                  <a:moveTo>
                    <a:pt x="1916706" y="2148"/>
                  </a:moveTo>
                  <a:cubicBezTo>
                    <a:pt x="2120834" y="2148"/>
                    <a:pt x="2324963" y="1778"/>
                    <a:pt x="2529101" y="2260"/>
                  </a:cubicBezTo>
                  <a:cubicBezTo>
                    <a:pt x="2562503" y="2338"/>
                    <a:pt x="2592455" y="3113"/>
                    <a:pt x="2619301" y="4923"/>
                  </a:cubicBezTo>
                  <a:lnTo>
                    <a:pt x="2645753" y="8203"/>
                  </a:lnTo>
                  <a:lnTo>
                    <a:pt x="2651439" y="8311"/>
                  </a:lnTo>
                  <a:lnTo>
                    <a:pt x="2657075" y="9607"/>
                  </a:lnTo>
                  <a:lnTo>
                    <a:pt x="2690855" y="13795"/>
                  </a:lnTo>
                  <a:cubicBezTo>
                    <a:pt x="2816680" y="39096"/>
                    <a:pt x="2842894" y="113784"/>
                    <a:pt x="2843062" y="310661"/>
                  </a:cubicBezTo>
                  <a:cubicBezTo>
                    <a:pt x="2843553" y="875942"/>
                    <a:pt x="2843217" y="1441232"/>
                    <a:pt x="2843217" y="2006505"/>
                  </a:cubicBezTo>
                  <a:cubicBezTo>
                    <a:pt x="2843217" y="2236808"/>
                    <a:pt x="2843536" y="2467110"/>
                    <a:pt x="2842924" y="2697404"/>
                  </a:cubicBezTo>
                  <a:cubicBezTo>
                    <a:pt x="2842820" y="2738509"/>
                    <a:pt x="2838872" y="2779588"/>
                    <a:pt x="2836148" y="2831030"/>
                  </a:cubicBezTo>
                  <a:cubicBezTo>
                    <a:pt x="2819022" y="2833232"/>
                    <a:pt x="2803149" y="2836043"/>
                    <a:pt x="2787895" y="2838328"/>
                  </a:cubicBezTo>
                  <a:lnTo>
                    <a:pt x="2784758" y="2838621"/>
                  </a:lnTo>
                  <a:lnTo>
                    <a:pt x="2772201" y="2841248"/>
                  </a:lnTo>
                  <a:cubicBezTo>
                    <a:pt x="2753312" y="2843452"/>
                    <a:pt x="2734648" y="2844138"/>
                    <a:pt x="2716168" y="2844137"/>
                  </a:cubicBezTo>
                  <a:lnTo>
                    <a:pt x="2635421" y="2842968"/>
                  </a:lnTo>
                  <a:lnTo>
                    <a:pt x="2516928" y="2843505"/>
                  </a:lnTo>
                  <a:lnTo>
                    <a:pt x="2497174" y="2843712"/>
                  </a:lnTo>
                  <a:lnTo>
                    <a:pt x="2485369" y="2843648"/>
                  </a:lnTo>
                  <a:lnTo>
                    <a:pt x="2433628" y="2843883"/>
                  </a:lnTo>
                  <a:lnTo>
                    <a:pt x="2380982" y="2844019"/>
                  </a:lnTo>
                  <a:lnTo>
                    <a:pt x="2370614" y="2893868"/>
                  </a:lnTo>
                  <a:cubicBezTo>
                    <a:pt x="2367384" y="2909460"/>
                    <a:pt x="2364970" y="2924050"/>
                    <a:pt x="2364942" y="2938643"/>
                  </a:cubicBezTo>
                  <a:cubicBezTo>
                    <a:pt x="2364016" y="3394134"/>
                    <a:pt x="2364255" y="3849625"/>
                    <a:pt x="2364588" y="4305116"/>
                  </a:cubicBezTo>
                  <a:cubicBezTo>
                    <a:pt x="2364602" y="4325750"/>
                    <a:pt x="2368020" y="4346383"/>
                    <a:pt x="2370567" y="4375079"/>
                  </a:cubicBezTo>
                  <a:cubicBezTo>
                    <a:pt x="2393884" y="4381126"/>
                    <a:pt x="2417649" y="4392627"/>
                    <a:pt x="2441442" y="4392682"/>
                  </a:cubicBezTo>
                  <a:cubicBezTo>
                    <a:pt x="2907401" y="4393724"/>
                    <a:pt x="3373359" y="4393553"/>
                    <a:pt x="3839317" y="4393029"/>
                  </a:cubicBezTo>
                  <a:cubicBezTo>
                    <a:pt x="3859127" y="4393009"/>
                    <a:pt x="3878929" y="4387152"/>
                    <a:pt x="3907312" y="4382658"/>
                  </a:cubicBezTo>
                  <a:cubicBezTo>
                    <a:pt x="3929368" y="4241283"/>
                    <a:pt x="3904343" y="4099989"/>
                    <a:pt x="3923764" y="3955583"/>
                  </a:cubicBezTo>
                  <a:cubicBezTo>
                    <a:pt x="4011371" y="3932396"/>
                    <a:pt x="4094809" y="3944987"/>
                    <a:pt x="4176777" y="3943006"/>
                  </a:cubicBezTo>
                  <a:cubicBezTo>
                    <a:pt x="4265725" y="3940847"/>
                    <a:pt x="4354775" y="3942781"/>
                    <a:pt x="4443778" y="3942434"/>
                  </a:cubicBezTo>
                  <a:cubicBezTo>
                    <a:pt x="4527530" y="3942114"/>
                    <a:pt x="4611282" y="3941154"/>
                    <a:pt x="4723206" y="3941583"/>
                  </a:cubicBezTo>
                  <a:cubicBezTo>
                    <a:pt x="4765286" y="3941542"/>
                    <a:pt x="4800320" y="3941223"/>
                    <a:pt x="4833669" y="3940897"/>
                  </a:cubicBezTo>
                  <a:lnTo>
                    <a:pt x="4834389" y="3940892"/>
                  </a:lnTo>
                  <a:lnTo>
                    <a:pt x="4725112" y="3940892"/>
                  </a:lnTo>
                  <a:lnTo>
                    <a:pt x="4725112" y="2850469"/>
                  </a:lnTo>
                  <a:lnTo>
                    <a:pt x="4919327" y="2850469"/>
                  </a:lnTo>
                  <a:lnTo>
                    <a:pt x="4919327" y="3940273"/>
                  </a:lnTo>
                  <a:lnTo>
                    <a:pt x="4934019" y="3940166"/>
                  </a:lnTo>
                  <a:cubicBezTo>
                    <a:pt x="5240216" y="3940370"/>
                    <a:pt x="5531718" y="3939519"/>
                    <a:pt x="5837206" y="3940527"/>
                  </a:cubicBezTo>
                  <a:cubicBezTo>
                    <a:pt x="5907189" y="3941215"/>
                    <a:pt x="5963185" y="3940050"/>
                    <a:pt x="6019180" y="3938886"/>
                  </a:cubicBezTo>
                  <a:cubicBezTo>
                    <a:pt x="6171084" y="3940098"/>
                    <a:pt x="6322994" y="3941276"/>
                    <a:pt x="6474890" y="3942550"/>
                  </a:cubicBezTo>
                  <a:cubicBezTo>
                    <a:pt x="6511560" y="3942856"/>
                    <a:pt x="6548482" y="3940881"/>
                    <a:pt x="6584840" y="3944470"/>
                  </a:cubicBezTo>
                  <a:cubicBezTo>
                    <a:pt x="6671138" y="3952996"/>
                    <a:pt x="6730280" y="4003251"/>
                    <a:pt x="6748326" y="4088978"/>
                  </a:cubicBezTo>
                  <a:cubicBezTo>
                    <a:pt x="6757914" y="4134548"/>
                    <a:pt x="6759010" y="4182501"/>
                    <a:pt x="6759044" y="4229386"/>
                  </a:cubicBezTo>
                  <a:cubicBezTo>
                    <a:pt x="6759644" y="5030999"/>
                    <a:pt x="6759576" y="5832611"/>
                    <a:pt x="6759201" y="6634223"/>
                  </a:cubicBezTo>
                  <a:cubicBezTo>
                    <a:pt x="6759180" y="6675306"/>
                    <a:pt x="6755088" y="6716396"/>
                    <a:pt x="6752418" y="6766208"/>
                  </a:cubicBezTo>
                  <a:cubicBezTo>
                    <a:pt x="6711520" y="6770607"/>
                    <a:pt x="6676804" y="6777587"/>
                    <a:pt x="6642088" y="6777608"/>
                  </a:cubicBezTo>
                  <a:cubicBezTo>
                    <a:pt x="5809041" y="6778193"/>
                    <a:pt x="4975994" y="6778200"/>
                    <a:pt x="4142947" y="6777621"/>
                  </a:cubicBezTo>
                  <a:cubicBezTo>
                    <a:pt x="4090771" y="6777587"/>
                    <a:pt x="4038596" y="6771990"/>
                    <a:pt x="3984268" y="6768850"/>
                  </a:cubicBezTo>
                  <a:cubicBezTo>
                    <a:pt x="3868756" y="6633304"/>
                    <a:pt x="3942423" y="6464602"/>
                    <a:pt x="3905446" y="6312930"/>
                  </a:cubicBezTo>
                  <a:cubicBezTo>
                    <a:pt x="3847006" y="6290676"/>
                    <a:pt x="3789048" y="6300128"/>
                    <a:pt x="3732944" y="6300087"/>
                  </a:cubicBezTo>
                  <a:cubicBezTo>
                    <a:pt x="2711282" y="6299399"/>
                    <a:pt x="1689621" y="6299583"/>
                    <a:pt x="667960" y="6299583"/>
                  </a:cubicBezTo>
                  <a:cubicBezTo>
                    <a:pt x="610677" y="6299583"/>
                    <a:pt x="553387" y="6299583"/>
                    <a:pt x="489321" y="6299583"/>
                  </a:cubicBezTo>
                  <a:cubicBezTo>
                    <a:pt x="480128" y="6264459"/>
                    <a:pt x="468722" y="6236179"/>
                    <a:pt x="466087" y="6207108"/>
                  </a:cubicBezTo>
                  <a:cubicBezTo>
                    <a:pt x="462321" y="6165528"/>
                    <a:pt x="464882" y="6123370"/>
                    <a:pt x="464882" y="6081456"/>
                  </a:cubicBezTo>
                  <a:cubicBezTo>
                    <a:pt x="464861" y="5070270"/>
                    <a:pt x="464943" y="4059090"/>
                    <a:pt x="464698" y="3047904"/>
                  </a:cubicBezTo>
                  <a:cubicBezTo>
                    <a:pt x="464684" y="2986086"/>
                    <a:pt x="462151" y="2924261"/>
                    <a:pt x="460782" y="2862185"/>
                  </a:cubicBezTo>
                  <a:cubicBezTo>
                    <a:pt x="442797" y="2855929"/>
                    <a:pt x="424697" y="2851607"/>
                    <a:pt x="406535" y="2848655"/>
                  </a:cubicBezTo>
                  <a:lnTo>
                    <a:pt x="359819" y="2844121"/>
                  </a:lnTo>
                  <a:lnTo>
                    <a:pt x="305867" y="2843623"/>
                  </a:lnTo>
                  <a:lnTo>
                    <a:pt x="242863" y="2843992"/>
                  </a:lnTo>
                  <a:cubicBezTo>
                    <a:pt x="170663" y="2844932"/>
                    <a:pt x="100043" y="2840924"/>
                    <a:pt x="34422" y="2796117"/>
                  </a:cubicBezTo>
                  <a:cubicBezTo>
                    <a:pt x="1531" y="2745780"/>
                    <a:pt x="-185" y="2683301"/>
                    <a:pt x="12" y="2620380"/>
                  </a:cubicBezTo>
                  <a:lnTo>
                    <a:pt x="453" y="2546269"/>
                  </a:lnTo>
                  <a:lnTo>
                    <a:pt x="378" y="753834"/>
                  </a:lnTo>
                  <a:lnTo>
                    <a:pt x="387610" y="753834"/>
                  </a:lnTo>
                  <a:lnTo>
                    <a:pt x="383954" y="992050"/>
                  </a:lnTo>
                  <a:cubicBezTo>
                    <a:pt x="377937" y="1493234"/>
                    <a:pt x="377376" y="2160304"/>
                    <a:pt x="386403" y="2372270"/>
                  </a:cubicBezTo>
                  <a:cubicBezTo>
                    <a:pt x="387472" y="2397374"/>
                    <a:pt x="394679" y="2422212"/>
                    <a:pt x="398929" y="2446601"/>
                  </a:cubicBezTo>
                  <a:lnTo>
                    <a:pt x="404521" y="2448719"/>
                  </a:lnTo>
                  <a:lnTo>
                    <a:pt x="412237" y="2449636"/>
                  </a:lnTo>
                  <a:cubicBezTo>
                    <a:pt x="473382" y="2455112"/>
                    <a:pt x="656156" y="2459278"/>
                    <a:pt x="888802" y="2461949"/>
                  </a:cubicBezTo>
                  <a:lnTo>
                    <a:pt x="892951" y="2461989"/>
                  </a:lnTo>
                  <a:lnTo>
                    <a:pt x="2104349" y="2462343"/>
                  </a:lnTo>
                  <a:lnTo>
                    <a:pt x="2199285" y="2460999"/>
                  </a:lnTo>
                  <a:cubicBezTo>
                    <a:pt x="2301058" y="2459209"/>
                    <a:pt x="2378851" y="2456857"/>
                    <a:pt x="2420362" y="2453911"/>
                  </a:cubicBezTo>
                  <a:lnTo>
                    <a:pt x="2432092" y="2452857"/>
                  </a:lnTo>
                  <a:lnTo>
                    <a:pt x="2441330" y="2449543"/>
                  </a:lnTo>
                  <a:lnTo>
                    <a:pt x="2449440" y="2409581"/>
                  </a:lnTo>
                  <a:cubicBezTo>
                    <a:pt x="2452326" y="2395033"/>
                    <a:pt x="2454647" y="2380196"/>
                    <a:pt x="2454667" y="2365358"/>
                  </a:cubicBezTo>
                  <a:cubicBezTo>
                    <a:pt x="2455477" y="1737753"/>
                    <a:pt x="2455341" y="1110148"/>
                    <a:pt x="2454919" y="482542"/>
                  </a:cubicBezTo>
                  <a:cubicBezTo>
                    <a:pt x="2454909" y="469945"/>
                    <a:pt x="2453749" y="457348"/>
                    <a:pt x="2452182" y="443726"/>
                  </a:cubicBezTo>
                  <a:lnTo>
                    <a:pt x="2450059" y="425302"/>
                  </a:lnTo>
                  <a:lnTo>
                    <a:pt x="2440105" y="398046"/>
                  </a:lnTo>
                  <a:lnTo>
                    <a:pt x="2381426" y="392056"/>
                  </a:lnTo>
                  <a:lnTo>
                    <a:pt x="2325248" y="388486"/>
                  </a:lnTo>
                  <a:lnTo>
                    <a:pt x="734287" y="388854"/>
                  </a:lnTo>
                  <a:lnTo>
                    <a:pt x="734287" y="2683"/>
                  </a:lnTo>
                  <a:close/>
                  <a:moveTo>
                    <a:pt x="4005137" y="222"/>
                  </a:moveTo>
                  <a:cubicBezTo>
                    <a:pt x="4033675" y="-964"/>
                    <a:pt x="4062381" y="2981"/>
                    <a:pt x="4090011" y="2923"/>
                  </a:cubicBezTo>
                  <a:cubicBezTo>
                    <a:pt x="4670998" y="1656"/>
                    <a:pt x="5251978" y="2140"/>
                    <a:pt x="5832965" y="2140"/>
                  </a:cubicBezTo>
                  <a:cubicBezTo>
                    <a:pt x="6037098" y="2140"/>
                    <a:pt x="6241225" y="1772"/>
                    <a:pt x="6445358" y="2249"/>
                  </a:cubicBezTo>
                  <a:cubicBezTo>
                    <a:pt x="6712569" y="2875"/>
                    <a:pt x="6759100" y="48146"/>
                    <a:pt x="6759324" y="310651"/>
                  </a:cubicBezTo>
                  <a:cubicBezTo>
                    <a:pt x="6759815" y="875935"/>
                    <a:pt x="6759481" y="1441218"/>
                    <a:pt x="6759481" y="2006494"/>
                  </a:cubicBezTo>
                  <a:cubicBezTo>
                    <a:pt x="6759481" y="2236797"/>
                    <a:pt x="6759794" y="2467100"/>
                    <a:pt x="6759188" y="2697395"/>
                  </a:cubicBezTo>
                  <a:cubicBezTo>
                    <a:pt x="6759079" y="2738498"/>
                    <a:pt x="6755136" y="2779581"/>
                    <a:pt x="6752412" y="2831015"/>
                  </a:cubicBezTo>
                  <a:cubicBezTo>
                    <a:pt x="6718153" y="2835427"/>
                    <a:pt x="6688912" y="2842264"/>
                    <a:pt x="6659617" y="2842469"/>
                  </a:cubicBezTo>
                  <a:cubicBezTo>
                    <a:pt x="6455504" y="2843919"/>
                    <a:pt x="6251378" y="2843994"/>
                    <a:pt x="6018821" y="2844777"/>
                  </a:cubicBezTo>
                  <a:cubicBezTo>
                    <a:pt x="5997856" y="2845113"/>
                    <a:pt x="5978668" y="2845431"/>
                    <a:pt x="5960589" y="2845715"/>
                  </a:cubicBezTo>
                  <a:lnTo>
                    <a:pt x="5917029" y="2846331"/>
                  </a:lnTo>
                  <a:lnTo>
                    <a:pt x="6018509" y="2846331"/>
                  </a:lnTo>
                  <a:lnTo>
                    <a:pt x="6018509" y="3936901"/>
                  </a:lnTo>
                  <a:lnTo>
                    <a:pt x="5824113" y="3936901"/>
                  </a:lnTo>
                  <a:lnTo>
                    <a:pt x="5824113" y="2846801"/>
                  </a:lnTo>
                  <a:lnTo>
                    <a:pt x="5809751" y="2846861"/>
                  </a:lnTo>
                  <a:cubicBezTo>
                    <a:pt x="5502901" y="2846194"/>
                    <a:pt x="5210398" y="2846916"/>
                    <a:pt x="4904127" y="2846425"/>
                  </a:cubicBezTo>
                  <a:cubicBezTo>
                    <a:pt x="4835145" y="2846221"/>
                    <a:pt x="4779932" y="2847229"/>
                    <a:pt x="4724713" y="2848243"/>
                  </a:cubicBezTo>
                  <a:cubicBezTo>
                    <a:pt x="4536357" y="2846507"/>
                    <a:pt x="4347995" y="2844797"/>
                    <a:pt x="4159640" y="2843034"/>
                  </a:cubicBezTo>
                  <a:cubicBezTo>
                    <a:pt x="3966708" y="2841229"/>
                    <a:pt x="3916903" y="2793881"/>
                    <a:pt x="3916719" y="2602530"/>
                  </a:cubicBezTo>
                  <a:cubicBezTo>
                    <a:pt x="3915942" y="1775545"/>
                    <a:pt x="3916351" y="948559"/>
                    <a:pt x="3916617" y="121574"/>
                  </a:cubicBezTo>
                  <a:cubicBezTo>
                    <a:pt x="3916630" y="90502"/>
                    <a:pt x="3919654" y="59429"/>
                    <a:pt x="3921274" y="28302"/>
                  </a:cubicBezTo>
                  <a:cubicBezTo>
                    <a:pt x="3948230" y="7723"/>
                    <a:pt x="3976599" y="1407"/>
                    <a:pt x="4005137" y="222"/>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001" name="Freeform: Shape 1000">
              <a:extLst>
                <a:ext uri="{FF2B5EF4-FFF2-40B4-BE49-F238E27FC236}">
                  <a16:creationId xmlns:a16="http://schemas.microsoft.com/office/drawing/2014/main" id="{50FF30E0-47FE-41EB-FF69-7A2632D240BB}"/>
                </a:ext>
                <a:ext uri="{C183D7F6-B498-43B3-948B-1728B52AA6E4}">
                  <adec:decorative xmlns:adec="http://schemas.microsoft.com/office/drawing/2017/decorative" val="1"/>
                </a:ext>
              </a:extLst>
            </p:cNvPr>
            <p:cNvSpPr/>
            <p:nvPr/>
          </p:nvSpPr>
          <p:spPr>
            <a:xfrm>
              <a:off x="5867096" y="1517247"/>
              <a:ext cx="412116" cy="405026"/>
            </a:xfrm>
            <a:custGeom>
              <a:avLst/>
              <a:gdLst>
                <a:gd name="connsiteX0" fmla="*/ 5417644 w 6181741"/>
                <a:gd name="connsiteY0" fmla="*/ 5313575 h 6075385"/>
                <a:gd name="connsiteX1" fmla="*/ 5369789 w 6181741"/>
                <a:gd name="connsiteY1" fmla="*/ 5329455 h 6075385"/>
                <a:gd name="connsiteX2" fmla="*/ 5292056 w 6181741"/>
                <a:gd name="connsiteY2" fmla="*/ 5430326 h 6075385"/>
                <a:gd name="connsiteX3" fmla="*/ 5339438 w 6181741"/>
                <a:gd name="connsiteY3" fmla="*/ 5555249 h 6075385"/>
                <a:gd name="connsiteX4" fmla="*/ 5522183 w 6181741"/>
                <a:gd name="connsiteY4" fmla="*/ 5549604 h 6075385"/>
                <a:gd name="connsiteX5" fmla="*/ 5544104 w 6181741"/>
                <a:gd name="connsiteY5" fmla="*/ 5380514 h 6075385"/>
                <a:gd name="connsiteX6" fmla="*/ 5417644 w 6181741"/>
                <a:gd name="connsiteY6" fmla="*/ 5313575 h 6075385"/>
                <a:gd name="connsiteX7" fmla="*/ 5401425 w 6181741"/>
                <a:gd name="connsiteY7" fmla="*/ 5121920 h 6075385"/>
                <a:gd name="connsiteX8" fmla="*/ 5530368 w 6181741"/>
                <a:gd name="connsiteY8" fmla="*/ 5137750 h 6075385"/>
                <a:gd name="connsiteX9" fmla="*/ 5647802 w 6181741"/>
                <a:gd name="connsiteY9" fmla="*/ 5206480 h 6075385"/>
                <a:gd name="connsiteX10" fmla="*/ 5732964 w 6181741"/>
                <a:gd name="connsiteY10" fmla="*/ 5573792 h 6075385"/>
                <a:gd name="connsiteX11" fmla="*/ 5307568 w 6181741"/>
                <a:gd name="connsiteY11" fmla="*/ 5757182 h 6075385"/>
                <a:gd name="connsiteX12" fmla="*/ 5114969 w 6181741"/>
                <a:gd name="connsiteY12" fmla="*/ 5346895 h 6075385"/>
                <a:gd name="connsiteX13" fmla="*/ 5401425 w 6181741"/>
                <a:gd name="connsiteY13" fmla="*/ 5121920 h 6075385"/>
                <a:gd name="connsiteX14" fmla="*/ 5442179 w 6181741"/>
                <a:gd name="connsiteY14" fmla="*/ 4994967 h 6075385"/>
                <a:gd name="connsiteX15" fmla="*/ 5194066 w 6181741"/>
                <a:gd name="connsiteY15" fmla="*/ 5076640 h 6075385"/>
                <a:gd name="connsiteX16" fmla="*/ 5021461 w 6181741"/>
                <a:gd name="connsiteY16" fmla="*/ 5134216 h 6075385"/>
                <a:gd name="connsiteX17" fmla="*/ 4887283 w 6181741"/>
                <a:gd name="connsiteY17" fmla="*/ 5141441 h 6075385"/>
                <a:gd name="connsiteX18" fmla="*/ 4884893 w 6181741"/>
                <a:gd name="connsiteY18" fmla="*/ 5866456 h 6075385"/>
                <a:gd name="connsiteX19" fmla="*/ 4911846 w 6181741"/>
                <a:gd name="connsiteY19" fmla="*/ 5880021 h 6075385"/>
                <a:gd name="connsiteX20" fmla="*/ 5837689 w 6181741"/>
                <a:gd name="connsiteY20" fmla="*/ 5883977 h 6075385"/>
                <a:gd name="connsiteX21" fmla="*/ 5981114 w 6181741"/>
                <a:gd name="connsiteY21" fmla="*/ 5875989 h 6075385"/>
                <a:gd name="connsiteX22" fmla="*/ 5988442 w 6181741"/>
                <a:gd name="connsiteY22" fmla="*/ 5792169 h 6075385"/>
                <a:gd name="connsiteX23" fmla="*/ 5988026 w 6181741"/>
                <a:gd name="connsiteY23" fmla="*/ 5226868 h 6075385"/>
                <a:gd name="connsiteX24" fmla="*/ 5971254 w 6181741"/>
                <a:gd name="connsiteY24" fmla="*/ 5139527 h 6075385"/>
                <a:gd name="connsiteX25" fmla="*/ 5900563 w 6181741"/>
                <a:gd name="connsiteY25" fmla="*/ 5133759 h 6075385"/>
                <a:gd name="connsiteX26" fmla="*/ 5613630 w 6181741"/>
                <a:gd name="connsiteY26" fmla="*/ 5042034 h 6075385"/>
                <a:gd name="connsiteX27" fmla="*/ 5531615 w 6181741"/>
                <a:gd name="connsiteY27" fmla="*/ 5000590 h 6075385"/>
                <a:gd name="connsiteX28" fmla="*/ 5442179 w 6181741"/>
                <a:gd name="connsiteY28" fmla="*/ 4994967 h 6075385"/>
                <a:gd name="connsiteX29" fmla="*/ 5468530 w 6181741"/>
                <a:gd name="connsiteY29" fmla="*/ 4801551 h 6075385"/>
                <a:gd name="connsiteX30" fmla="*/ 5728979 w 6181741"/>
                <a:gd name="connsiteY30" fmla="*/ 4884901 h 6075385"/>
                <a:gd name="connsiteX31" fmla="*/ 5902108 w 6181741"/>
                <a:gd name="connsiteY31" fmla="*/ 4941183 h 6075385"/>
                <a:gd name="connsiteX32" fmla="*/ 6170880 w 6181741"/>
                <a:gd name="connsiteY32" fmla="*/ 4943811 h 6075385"/>
                <a:gd name="connsiteX33" fmla="*/ 6181244 w 6181741"/>
                <a:gd name="connsiteY33" fmla="*/ 5045009 h 6075385"/>
                <a:gd name="connsiteX34" fmla="*/ 6181503 w 6181741"/>
                <a:gd name="connsiteY34" fmla="*/ 5830603 h 6075385"/>
                <a:gd name="connsiteX35" fmla="*/ 6178139 w 6181741"/>
                <a:gd name="connsiteY35" fmla="*/ 5908975 h 6075385"/>
                <a:gd name="connsiteX36" fmla="*/ 6014713 w 6181741"/>
                <a:gd name="connsiteY36" fmla="*/ 6072093 h 6075385"/>
                <a:gd name="connsiteX37" fmla="*/ 5904860 w 6181741"/>
                <a:gd name="connsiteY37" fmla="*/ 6074626 h 6075385"/>
                <a:gd name="connsiteX38" fmla="*/ 5072499 w 6181741"/>
                <a:gd name="connsiteY38" fmla="*/ 6074735 h 6075385"/>
                <a:gd name="connsiteX39" fmla="*/ 4868659 w 6181741"/>
                <a:gd name="connsiteY39" fmla="*/ 6073673 h 6075385"/>
                <a:gd name="connsiteX40" fmla="*/ 4672744 w 6181741"/>
                <a:gd name="connsiteY40" fmla="*/ 5889942 h 6075385"/>
                <a:gd name="connsiteX41" fmla="*/ 4670946 w 6181741"/>
                <a:gd name="connsiteY41" fmla="*/ 5827178 h 6075385"/>
                <a:gd name="connsiteX42" fmla="*/ 4671144 w 6181741"/>
                <a:gd name="connsiteY42" fmla="*/ 5041584 h 6075385"/>
                <a:gd name="connsiteX43" fmla="*/ 4677790 w 6181741"/>
                <a:gd name="connsiteY43" fmla="*/ 4955306 h 6075385"/>
                <a:gd name="connsiteX44" fmla="*/ 4768052 w 6181741"/>
                <a:gd name="connsiteY44" fmla="*/ 4941088 h 6075385"/>
                <a:gd name="connsiteX45" fmla="*/ 4893636 w 6181741"/>
                <a:gd name="connsiteY45" fmla="*/ 4941094 h 6075385"/>
                <a:gd name="connsiteX46" fmla="*/ 5167549 w 6181741"/>
                <a:gd name="connsiteY46" fmla="*/ 4855940 h 6075385"/>
                <a:gd name="connsiteX47" fmla="*/ 5327161 w 6181741"/>
                <a:gd name="connsiteY47" fmla="*/ 4802042 h 6075385"/>
                <a:gd name="connsiteX48" fmla="*/ 5468530 w 6181741"/>
                <a:gd name="connsiteY48" fmla="*/ 4801551 h 6075385"/>
                <a:gd name="connsiteX49" fmla="*/ 5410197 w 6181741"/>
                <a:gd name="connsiteY49" fmla="*/ 1380852 h 6075385"/>
                <a:gd name="connsiteX50" fmla="*/ 5322808 w 6181741"/>
                <a:gd name="connsiteY50" fmla="*/ 1427875 h 6075385"/>
                <a:gd name="connsiteX51" fmla="*/ 5300431 w 6181741"/>
                <a:gd name="connsiteY51" fmla="*/ 1566888 h 6075385"/>
                <a:gd name="connsiteX52" fmla="*/ 5362801 w 6181741"/>
                <a:gd name="connsiteY52" fmla="*/ 1633494 h 6075385"/>
                <a:gd name="connsiteX53" fmla="*/ 5547943 w 6181741"/>
                <a:gd name="connsiteY53" fmla="*/ 1579091 h 6075385"/>
                <a:gd name="connsiteX54" fmla="*/ 5505191 w 6181741"/>
                <a:gd name="connsiteY54" fmla="*/ 1401801 h 6075385"/>
                <a:gd name="connsiteX55" fmla="*/ 5410197 w 6181741"/>
                <a:gd name="connsiteY55" fmla="*/ 1380852 h 6075385"/>
                <a:gd name="connsiteX56" fmla="*/ 1502168 w 6181741"/>
                <a:gd name="connsiteY56" fmla="*/ 1379158 h 6075385"/>
                <a:gd name="connsiteX57" fmla="*/ 1387317 w 6181741"/>
                <a:gd name="connsiteY57" fmla="*/ 1445948 h 6075385"/>
                <a:gd name="connsiteX58" fmla="*/ 1412165 w 6181741"/>
                <a:gd name="connsiteY58" fmla="*/ 1614324 h 6075385"/>
                <a:gd name="connsiteX59" fmla="*/ 1594684 w 6181741"/>
                <a:gd name="connsiteY59" fmla="*/ 1617981 h 6075385"/>
                <a:gd name="connsiteX60" fmla="*/ 1624905 w 6181741"/>
                <a:gd name="connsiteY60" fmla="*/ 1449495 h 6075385"/>
                <a:gd name="connsiteX61" fmla="*/ 1502168 w 6181741"/>
                <a:gd name="connsiteY61" fmla="*/ 1379158 h 6075385"/>
                <a:gd name="connsiteX62" fmla="*/ 5401664 w 6181741"/>
                <a:gd name="connsiteY62" fmla="*/ 1185750 h 6075385"/>
                <a:gd name="connsiteX63" fmla="*/ 5741678 w 6181741"/>
                <a:gd name="connsiteY63" fmla="*/ 1410245 h 6075385"/>
                <a:gd name="connsiteX64" fmla="*/ 5618654 w 6181741"/>
                <a:gd name="connsiteY64" fmla="*/ 1785860 h 6075385"/>
                <a:gd name="connsiteX65" fmla="*/ 5211319 w 6181741"/>
                <a:gd name="connsiteY65" fmla="*/ 1765377 h 6075385"/>
                <a:gd name="connsiteX66" fmla="*/ 5127404 w 6181741"/>
                <a:gd name="connsiteY66" fmla="*/ 1379560 h 6075385"/>
                <a:gd name="connsiteX67" fmla="*/ 5206553 w 6181741"/>
                <a:gd name="connsiteY67" fmla="*/ 1268740 h 6075385"/>
                <a:gd name="connsiteX68" fmla="*/ 5401664 w 6181741"/>
                <a:gd name="connsiteY68" fmla="*/ 1185750 h 6075385"/>
                <a:gd name="connsiteX69" fmla="*/ 1523506 w 6181741"/>
                <a:gd name="connsiteY69" fmla="*/ 1185426 h 6075385"/>
                <a:gd name="connsiteX70" fmla="*/ 1579955 w 6181741"/>
                <a:gd name="connsiteY70" fmla="*/ 1193165 h 6075385"/>
                <a:gd name="connsiteX71" fmla="*/ 1833205 w 6181741"/>
                <a:gd name="connsiteY71" fmla="*/ 1510074 h 6075385"/>
                <a:gd name="connsiteX72" fmla="*/ 1803175 w 6181741"/>
                <a:gd name="connsiteY72" fmla="*/ 1658730 h 6075385"/>
                <a:gd name="connsiteX73" fmla="*/ 1706907 w 6181741"/>
                <a:gd name="connsiteY73" fmla="*/ 1776272 h 6075385"/>
                <a:gd name="connsiteX74" fmla="*/ 1299908 w 6181741"/>
                <a:gd name="connsiteY74" fmla="*/ 1775128 h 6075385"/>
                <a:gd name="connsiteX75" fmla="*/ 1209599 w 6181741"/>
                <a:gd name="connsiteY75" fmla="*/ 1364429 h 6075385"/>
                <a:gd name="connsiteX76" fmla="*/ 1523506 w 6181741"/>
                <a:gd name="connsiteY76" fmla="*/ 1185426 h 6075385"/>
                <a:gd name="connsiteX77" fmla="*/ 5485823 w 6181741"/>
                <a:gd name="connsiteY77" fmla="*/ 1060777 h 6075385"/>
                <a:gd name="connsiteX78" fmla="*/ 5274730 w 6181741"/>
                <a:gd name="connsiteY78" fmla="*/ 1082343 h 6075385"/>
                <a:gd name="connsiteX79" fmla="*/ 5236950 w 6181741"/>
                <a:gd name="connsiteY79" fmla="*/ 1110427 h 6075385"/>
                <a:gd name="connsiteX80" fmla="*/ 4980566 w 6181741"/>
                <a:gd name="connsiteY80" fmla="*/ 1199435 h 6075385"/>
                <a:gd name="connsiteX81" fmla="*/ 4883964 w 6181741"/>
                <a:gd name="connsiteY81" fmla="*/ 1203760 h 6075385"/>
                <a:gd name="connsiteX82" fmla="*/ 4870134 w 6181741"/>
                <a:gd name="connsiteY82" fmla="*/ 1458312 h 6075385"/>
                <a:gd name="connsiteX83" fmla="*/ 4870229 w 6181741"/>
                <a:gd name="connsiteY83" fmla="*/ 1693838 h 6075385"/>
                <a:gd name="connsiteX84" fmla="*/ 4883270 w 6181741"/>
                <a:gd name="connsiteY84" fmla="*/ 1935336 h 6075385"/>
                <a:gd name="connsiteX85" fmla="*/ 5981886 w 6181741"/>
                <a:gd name="connsiteY85" fmla="*/ 1930099 h 6075385"/>
                <a:gd name="connsiteX86" fmla="*/ 5986734 w 6181741"/>
                <a:gd name="connsiteY86" fmla="*/ 1575581 h 6075385"/>
                <a:gd name="connsiteX87" fmla="*/ 5970731 w 6181741"/>
                <a:gd name="connsiteY87" fmla="*/ 1204257 h 6075385"/>
                <a:gd name="connsiteX88" fmla="*/ 5901797 w 6181741"/>
                <a:gd name="connsiteY88" fmla="*/ 1199204 h 6075385"/>
                <a:gd name="connsiteX89" fmla="*/ 5614471 w 6181741"/>
                <a:gd name="connsiteY89" fmla="*/ 1107900 h 6075385"/>
                <a:gd name="connsiteX90" fmla="*/ 5485823 w 6181741"/>
                <a:gd name="connsiteY90" fmla="*/ 1060777 h 6075385"/>
                <a:gd name="connsiteX91" fmla="*/ 1518673 w 6181741"/>
                <a:gd name="connsiteY91" fmla="*/ 1058901 h 6075385"/>
                <a:gd name="connsiteX92" fmla="*/ 1271349 w 6181741"/>
                <a:gd name="connsiteY92" fmla="*/ 1142314 h 6075385"/>
                <a:gd name="connsiteX93" fmla="*/ 1098955 w 6181741"/>
                <a:gd name="connsiteY93" fmla="*/ 1199257 h 6075385"/>
                <a:gd name="connsiteX94" fmla="*/ 952711 w 6181741"/>
                <a:gd name="connsiteY94" fmla="*/ 1203621 h 6075385"/>
                <a:gd name="connsiteX95" fmla="*/ 946405 w 6181741"/>
                <a:gd name="connsiteY95" fmla="*/ 1570295 h 6075385"/>
                <a:gd name="connsiteX96" fmla="*/ 961210 w 6181741"/>
                <a:gd name="connsiteY96" fmla="*/ 1947857 h 6075385"/>
                <a:gd name="connsiteX97" fmla="*/ 1563824 w 6181741"/>
                <a:gd name="connsiteY97" fmla="*/ 1947857 h 6075385"/>
                <a:gd name="connsiteX98" fmla="*/ 2056899 w 6181741"/>
                <a:gd name="connsiteY98" fmla="*/ 1938242 h 6075385"/>
                <a:gd name="connsiteX99" fmla="*/ 2062714 w 6181741"/>
                <a:gd name="connsiteY99" fmla="*/ 1575770 h 6075385"/>
                <a:gd name="connsiteX100" fmla="*/ 2045370 w 6181741"/>
                <a:gd name="connsiteY100" fmla="*/ 1203404 h 6075385"/>
                <a:gd name="connsiteX101" fmla="*/ 1960896 w 6181741"/>
                <a:gd name="connsiteY101" fmla="*/ 1199188 h 6075385"/>
                <a:gd name="connsiteX102" fmla="*/ 1702496 w 6181741"/>
                <a:gd name="connsiteY102" fmla="*/ 1116247 h 6075385"/>
                <a:gd name="connsiteX103" fmla="*/ 1608162 w 6181741"/>
                <a:gd name="connsiteY103" fmla="*/ 1065549 h 6075385"/>
                <a:gd name="connsiteX104" fmla="*/ 1518673 w 6181741"/>
                <a:gd name="connsiteY104" fmla="*/ 1058901 h 6075385"/>
                <a:gd name="connsiteX105" fmla="*/ 5461866 w 6181741"/>
                <a:gd name="connsiteY105" fmla="*/ 864890 h 6075385"/>
                <a:gd name="connsiteX106" fmla="*/ 5736459 w 6181741"/>
                <a:gd name="connsiteY106" fmla="*/ 954308 h 6075385"/>
                <a:gd name="connsiteX107" fmla="*/ 5894708 w 6181741"/>
                <a:gd name="connsiteY107" fmla="*/ 1008029 h 6075385"/>
                <a:gd name="connsiteX108" fmla="*/ 6167081 w 6181741"/>
                <a:gd name="connsiteY108" fmla="*/ 1007069 h 6075385"/>
                <a:gd name="connsiteX109" fmla="*/ 6181041 w 6181741"/>
                <a:gd name="connsiteY109" fmla="*/ 1104284 h 6075385"/>
                <a:gd name="connsiteX110" fmla="*/ 6181518 w 6181741"/>
                <a:gd name="connsiteY110" fmla="*/ 1890113 h 6075385"/>
                <a:gd name="connsiteX111" fmla="*/ 6179052 w 6181741"/>
                <a:gd name="connsiteY111" fmla="*/ 1968587 h 6075385"/>
                <a:gd name="connsiteX112" fmla="*/ 6003595 w 6181741"/>
                <a:gd name="connsiteY112" fmla="*/ 2138849 h 6075385"/>
                <a:gd name="connsiteX113" fmla="*/ 5925079 w 6181741"/>
                <a:gd name="connsiteY113" fmla="*/ 2140504 h 6075385"/>
                <a:gd name="connsiteX114" fmla="*/ 4934942 w 6181741"/>
                <a:gd name="connsiteY114" fmla="*/ 2140320 h 6075385"/>
                <a:gd name="connsiteX115" fmla="*/ 4671163 w 6181741"/>
                <a:gd name="connsiteY115" fmla="*/ 1879197 h 6075385"/>
                <a:gd name="connsiteX116" fmla="*/ 4671367 w 6181741"/>
                <a:gd name="connsiteY116" fmla="*/ 1124802 h 6075385"/>
                <a:gd name="connsiteX117" fmla="*/ 4683202 w 6181741"/>
                <a:gd name="connsiteY117" fmla="*/ 1018237 h 6075385"/>
                <a:gd name="connsiteX118" fmla="*/ 4924094 w 6181741"/>
                <a:gd name="connsiteY118" fmla="*/ 1008492 h 6075385"/>
                <a:gd name="connsiteX119" fmla="*/ 5140341 w 6181741"/>
                <a:gd name="connsiteY119" fmla="*/ 939231 h 6075385"/>
                <a:gd name="connsiteX120" fmla="*/ 5338625 w 6181741"/>
                <a:gd name="connsiteY120" fmla="*/ 865510 h 6075385"/>
                <a:gd name="connsiteX121" fmla="*/ 5461866 w 6181741"/>
                <a:gd name="connsiteY121" fmla="*/ 864890 h 6075385"/>
                <a:gd name="connsiteX122" fmla="*/ 1463565 w 6181741"/>
                <a:gd name="connsiteY122" fmla="*/ 864732 h 6075385"/>
                <a:gd name="connsiteX123" fmla="*/ 1604907 w 6181741"/>
                <a:gd name="connsiteY123" fmla="*/ 865522 h 6075385"/>
                <a:gd name="connsiteX124" fmla="*/ 1764675 w 6181741"/>
                <a:gd name="connsiteY124" fmla="*/ 919263 h 6075385"/>
                <a:gd name="connsiteX125" fmla="*/ 2082925 w 6181741"/>
                <a:gd name="connsiteY125" fmla="*/ 1007094 h 6075385"/>
                <a:gd name="connsiteX126" fmla="*/ 2242700 w 6181741"/>
                <a:gd name="connsiteY126" fmla="*/ 1007094 h 6075385"/>
                <a:gd name="connsiteX127" fmla="*/ 2261080 w 6181741"/>
                <a:gd name="connsiteY127" fmla="*/ 1087285 h 6075385"/>
                <a:gd name="connsiteX128" fmla="*/ 2261454 w 6181741"/>
                <a:gd name="connsiteY128" fmla="*/ 1904173 h 6075385"/>
                <a:gd name="connsiteX129" fmla="*/ 2246303 w 6181741"/>
                <a:gd name="connsiteY129" fmla="*/ 2011990 h 6075385"/>
                <a:gd name="connsiteX130" fmla="*/ 2098901 w 6181741"/>
                <a:gd name="connsiteY130" fmla="*/ 2136607 h 6075385"/>
                <a:gd name="connsiteX131" fmla="*/ 2004900 w 6181741"/>
                <a:gd name="connsiteY131" fmla="*/ 2140434 h 6075385"/>
                <a:gd name="connsiteX132" fmla="*/ 1015258 w 6181741"/>
                <a:gd name="connsiteY132" fmla="*/ 2142919 h 6075385"/>
                <a:gd name="connsiteX133" fmla="*/ 749906 w 6181741"/>
                <a:gd name="connsiteY133" fmla="*/ 1881790 h 6075385"/>
                <a:gd name="connsiteX134" fmla="*/ 752425 w 6181741"/>
                <a:gd name="connsiteY134" fmla="*/ 1127803 h 6075385"/>
                <a:gd name="connsiteX135" fmla="*/ 761142 w 6181741"/>
                <a:gd name="connsiteY135" fmla="*/ 1017813 h 6075385"/>
                <a:gd name="connsiteX136" fmla="*/ 1015271 w 6181741"/>
                <a:gd name="connsiteY136" fmla="*/ 1008286 h 6075385"/>
                <a:gd name="connsiteX137" fmla="*/ 1203396 w 6181741"/>
                <a:gd name="connsiteY137" fmla="*/ 949655 h 6075385"/>
                <a:gd name="connsiteX138" fmla="*/ 1463565 w 6181741"/>
                <a:gd name="connsiteY138" fmla="*/ 864732 h 6075385"/>
                <a:gd name="connsiteX139" fmla="*/ 0 w 6181741"/>
                <a:gd name="connsiteY139" fmla="*/ 0 h 6075385"/>
                <a:gd name="connsiteX140" fmla="*/ 567894 w 6181741"/>
                <a:gd name="connsiteY140" fmla="*/ 0 h 6075385"/>
                <a:gd name="connsiteX141" fmla="*/ 567894 w 6181741"/>
                <a:gd name="connsiteY141" fmla="*/ 574471 h 6075385"/>
                <a:gd name="connsiteX142" fmla="*/ 0 w 6181741"/>
                <a:gd name="connsiteY142" fmla="*/ 574471 h 607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6181741" h="6075385">
                  <a:moveTo>
                    <a:pt x="5417644" y="5313575"/>
                  </a:moveTo>
                  <a:cubicBezTo>
                    <a:pt x="5401478" y="5315317"/>
                    <a:pt x="5385296" y="5320487"/>
                    <a:pt x="5369789" y="5329455"/>
                  </a:cubicBezTo>
                  <a:cubicBezTo>
                    <a:pt x="5340623" y="5346330"/>
                    <a:pt x="5321358" y="5380303"/>
                    <a:pt x="5292056" y="5430326"/>
                  </a:cubicBezTo>
                  <a:cubicBezTo>
                    <a:pt x="5286356" y="5480118"/>
                    <a:pt x="5301297" y="5522468"/>
                    <a:pt x="5339438" y="5555249"/>
                  </a:cubicBezTo>
                  <a:cubicBezTo>
                    <a:pt x="5393582" y="5601779"/>
                    <a:pt x="5470818" y="5598987"/>
                    <a:pt x="5522183" y="5549604"/>
                  </a:cubicBezTo>
                  <a:cubicBezTo>
                    <a:pt x="5571601" y="5502093"/>
                    <a:pt x="5580038" y="5437007"/>
                    <a:pt x="5544104" y="5380514"/>
                  </a:cubicBezTo>
                  <a:cubicBezTo>
                    <a:pt x="5514502" y="5333987"/>
                    <a:pt x="5466142" y="5308351"/>
                    <a:pt x="5417644" y="5313575"/>
                  </a:cubicBezTo>
                  <a:close/>
                  <a:moveTo>
                    <a:pt x="5401425" y="5121920"/>
                  </a:moveTo>
                  <a:cubicBezTo>
                    <a:pt x="5443858" y="5118425"/>
                    <a:pt x="5487586" y="5123300"/>
                    <a:pt x="5530368" y="5137750"/>
                  </a:cubicBezTo>
                  <a:cubicBezTo>
                    <a:pt x="5568939" y="5150777"/>
                    <a:pt x="5602817" y="5177682"/>
                    <a:pt x="5647802" y="5206480"/>
                  </a:cubicBezTo>
                  <a:cubicBezTo>
                    <a:pt x="5755804" y="5318805"/>
                    <a:pt x="5786611" y="5438192"/>
                    <a:pt x="5732964" y="5573792"/>
                  </a:cubicBezTo>
                  <a:cubicBezTo>
                    <a:pt x="5665997" y="5743045"/>
                    <a:pt x="5476769" y="5823637"/>
                    <a:pt x="5307568" y="5757182"/>
                  </a:cubicBezTo>
                  <a:cubicBezTo>
                    <a:pt x="5144210" y="5693022"/>
                    <a:pt x="5059177" y="5511892"/>
                    <a:pt x="5114969" y="5346895"/>
                  </a:cubicBezTo>
                  <a:cubicBezTo>
                    <a:pt x="5158473" y="5218228"/>
                    <a:pt x="5274124" y="5132405"/>
                    <a:pt x="5401425" y="5121920"/>
                  </a:cubicBezTo>
                  <a:close/>
                  <a:moveTo>
                    <a:pt x="5442179" y="4994967"/>
                  </a:moveTo>
                  <a:cubicBezTo>
                    <a:pt x="5352986" y="4991397"/>
                    <a:pt x="5265961" y="5000144"/>
                    <a:pt x="5194066" y="5076640"/>
                  </a:cubicBezTo>
                  <a:cubicBezTo>
                    <a:pt x="5147923" y="5125745"/>
                    <a:pt x="5087344" y="5136851"/>
                    <a:pt x="5021461" y="5134216"/>
                  </a:cubicBezTo>
                  <a:cubicBezTo>
                    <a:pt x="4975972" y="5132391"/>
                    <a:pt x="4930150" y="5138853"/>
                    <a:pt x="4887283" y="5141441"/>
                  </a:cubicBezTo>
                  <a:cubicBezTo>
                    <a:pt x="4862237" y="5274426"/>
                    <a:pt x="4862040" y="5736991"/>
                    <a:pt x="4884893" y="5866456"/>
                  </a:cubicBezTo>
                  <a:cubicBezTo>
                    <a:pt x="4893875" y="5871175"/>
                    <a:pt x="4902829" y="5879966"/>
                    <a:pt x="4911846" y="5880021"/>
                  </a:cubicBezTo>
                  <a:cubicBezTo>
                    <a:pt x="5210143" y="5881859"/>
                    <a:pt x="5508441" y="5882860"/>
                    <a:pt x="5837689" y="5883977"/>
                  </a:cubicBezTo>
                  <a:cubicBezTo>
                    <a:pt x="5883320" y="5881437"/>
                    <a:pt x="5928945" y="5878897"/>
                    <a:pt x="5981114" y="5875989"/>
                  </a:cubicBezTo>
                  <a:cubicBezTo>
                    <a:pt x="5984186" y="5842207"/>
                    <a:pt x="5988367" y="5817195"/>
                    <a:pt x="5988442" y="5792169"/>
                  </a:cubicBezTo>
                  <a:cubicBezTo>
                    <a:pt x="5989014" y="5603733"/>
                    <a:pt x="5989518" y="5415290"/>
                    <a:pt x="5988026" y="5226868"/>
                  </a:cubicBezTo>
                  <a:cubicBezTo>
                    <a:pt x="5987795" y="5197872"/>
                    <a:pt x="5977165" y="5168958"/>
                    <a:pt x="5971254" y="5139527"/>
                  </a:cubicBezTo>
                  <a:cubicBezTo>
                    <a:pt x="5941543" y="5137008"/>
                    <a:pt x="5921060" y="5133821"/>
                    <a:pt x="5900563" y="5133759"/>
                  </a:cubicBezTo>
                  <a:cubicBezTo>
                    <a:pt x="5703763" y="5133181"/>
                    <a:pt x="5738758" y="5138322"/>
                    <a:pt x="5613630" y="5042034"/>
                  </a:cubicBezTo>
                  <a:cubicBezTo>
                    <a:pt x="5589510" y="5023471"/>
                    <a:pt x="5559861" y="5002368"/>
                    <a:pt x="5531615" y="5000590"/>
                  </a:cubicBezTo>
                  <a:cubicBezTo>
                    <a:pt x="5501882" y="4998716"/>
                    <a:pt x="5471910" y="4996157"/>
                    <a:pt x="5442179" y="4994967"/>
                  </a:cubicBezTo>
                  <a:close/>
                  <a:moveTo>
                    <a:pt x="5468530" y="4801551"/>
                  </a:moveTo>
                  <a:cubicBezTo>
                    <a:pt x="5566896" y="4794953"/>
                    <a:pt x="5656422" y="4813359"/>
                    <a:pt x="5728979" y="4884901"/>
                  </a:cubicBezTo>
                  <a:cubicBezTo>
                    <a:pt x="5777628" y="4932868"/>
                    <a:pt x="5836531" y="4942797"/>
                    <a:pt x="5902108" y="4941183"/>
                  </a:cubicBezTo>
                  <a:cubicBezTo>
                    <a:pt x="5990192" y="4939018"/>
                    <a:pt x="6078670" y="4937683"/>
                    <a:pt x="6170880" y="4943811"/>
                  </a:cubicBezTo>
                  <a:cubicBezTo>
                    <a:pt x="6175149" y="4983798"/>
                    <a:pt x="6181162" y="5014393"/>
                    <a:pt x="6181244" y="5045009"/>
                  </a:cubicBezTo>
                  <a:cubicBezTo>
                    <a:pt x="6181986" y="5306874"/>
                    <a:pt x="6181741" y="5568739"/>
                    <a:pt x="6181503" y="5830603"/>
                  </a:cubicBezTo>
                  <a:cubicBezTo>
                    <a:pt x="6181482" y="5856745"/>
                    <a:pt x="6181693" y="5883180"/>
                    <a:pt x="6178139" y="5908975"/>
                  </a:cubicBezTo>
                  <a:cubicBezTo>
                    <a:pt x="6165466" y="6001130"/>
                    <a:pt x="6105690" y="6061504"/>
                    <a:pt x="6014713" y="6072093"/>
                  </a:cubicBezTo>
                  <a:cubicBezTo>
                    <a:pt x="5978486" y="6076308"/>
                    <a:pt x="5941502" y="6074606"/>
                    <a:pt x="5904860" y="6074626"/>
                  </a:cubicBezTo>
                  <a:cubicBezTo>
                    <a:pt x="5632520" y="6074797"/>
                    <a:pt x="5360181" y="6074728"/>
                    <a:pt x="5072499" y="6074735"/>
                  </a:cubicBezTo>
                  <a:cubicBezTo>
                    <a:pt x="4994324" y="6074558"/>
                    <a:pt x="4931355" y="6076887"/>
                    <a:pt x="4868659" y="6073673"/>
                  </a:cubicBezTo>
                  <a:cubicBezTo>
                    <a:pt x="4751587" y="6067674"/>
                    <a:pt x="4687092" y="6006033"/>
                    <a:pt x="4672744" y="5889942"/>
                  </a:cubicBezTo>
                  <a:cubicBezTo>
                    <a:pt x="4670184" y="5869261"/>
                    <a:pt x="4670953" y="5848111"/>
                    <a:pt x="4670946" y="5827178"/>
                  </a:cubicBezTo>
                  <a:cubicBezTo>
                    <a:pt x="4670844" y="5565313"/>
                    <a:pt x="4670708" y="5303449"/>
                    <a:pt x="4671144" y="5041584"/>
                  </a:cubicBezTo>
                  <a:cubicBezTo>
                    <a:pt x="4671185" y="5016021"/>
                    <a:pt x="4674971" y="4990464"/>
                    <a:pt x="4677790" y="4955306"/>
                  </a:cubicBezTo>
                  <a:cubicBezTo>
                    <a:pt x="4709734" y="4950056"/>
                    <a:pt x="4738730" y="4942770"/>
                    <a:pt x="4768052" y="4941088"/>
                  </a:cubicBezTo>
                  <a:cubicBezTo>
                    <a:pt x="4809816" y="4938697"/>
                    <a:pt x="4852186" y="4936811"/>
                    <a:pt x="4893636" y="4941094"/>
                  </a:cubicBezTo>
                  <a:cubicBezTo>
                    <a:pt x="4997784" y="4951854"/>
                    <a:pt x="5089660" y="4930614"/>
                    <a:pt x="5167549" y="4855940"/>
                  </a:cubicBezTo>
                  <a:cubicBezTo>
                    <a:pt x="5211138" y="4814149"/>
                    <a:pt x="5267208" y="4800830"/>
                    <a:pt x="5327161" y="4802042"/>
                  </a:cubicBezTo>
                  <a:cubicBezTo>
                    <a:pt x="5374277" y="4802995"/>
                    <a:pt x="5421604" y="4804704"/>
                    <a:pt x="5468530" y="4801551"/>
                  </a:cubicBezTo>
                  <a:close/>
                  <a:moveTo>
                    <a:pt x="5410197" y="1380852"/>
                  </a:moveTo>
                  <a:cubicBezTo>
                    <a:pt x="5377229" y="1385556"/>
                    <a:pt x="5345528" y="1401590"/>
                    <a:pt x="5322808" y="1427875"/>
                  </a:cubicBezTo>
                  <a:cubicBezTo>
                    <a:pt x="5293696" y="1461563"/>
                    <a:pt x="5286131" y="1500814"/>
                    <a:pt x="5300431" y="1566888"/>
                  </a:cubicBezTo>
                  <a:cubicBezTo>
                    <a:pt x="5320976" y="1589496"/>
                    <a:pt x="5337707" y="1618485"/>
                    <a:pt x="5362801" y="1633494"/>
                  </a:cubicBezTo>
                  <a:cubicBezTo>
                    <a:pt x="5430292" y="1673875"/>
                    <a:pt x="5507800" y="1648734"/>
                    <a:pt x="5547943" y="1579091"/>
                  </a:cubicBezTo>
                  <a:cubicBezTo>
                    <a:pt x="5583155" y="1518008"/>
                    <a:pt x="5565008" y="1442754"/>
                    <a:pt x="5505191" y="1401801"/>
                  </a:cubicBezTo>
                  <a:cubicBezTo>
                    <a:pt x="5477401" y="1382771"/>
                    <a:pt x="5443165" y="1376147"/>
                    <a:pt x="5410197" y="1380852"/>
                  </a:cubicBezTo>
                  <a:close/>
                  <a:moveTo>
                    <a:pt x="1502168" y="1379158"/>
                  </a:moveTo>
                  <a:cubicBezTo>
                    <a:pt x="1452172" y="1381283"/>
                    <a:pt x="1413609" y="1402440"/>
                    <a:pt x="1387317" y="1445948"/>
                  </a:cubicBezTo>
                  <a:cubicBezTo>
                    <a:pt x="1353050" y="1502625"/>
                    <a:pt x="1362264" y="1567780"/>
                    <a:pt x="1412165" y="1614324"/>
                  </a:cubicBezTo>
                  <a:cubicBezTo>
                    <a:pt x="1464674" y="1663306"/>
                    <a:pt x="1541249" y="1664838"/>
                    <a:pt x="1594684" y="1617981"/>
                  </a:cubicBezTo>
                  <a:cubicBezTo>
                    <a:pt x="1643741" y="1574971"/>
                    <a:pt x="1657081" y="1504375"/>
                    <a:pt x="1624905" y="1449495"/>
                  </a:cubicBezTo>
                  <a:cubicBezTo>
                    <a:pt x="1603053" y="1412233"/>
                    <a:pt x="1571388" y="1387139"/>
                    <a:pt x="1502168" y="1379158"/>
                  </a:cubicBezTo>
                  <a:close/>
                  <a:moveTo>
                    <a:pt x="5401664" y="1185750"/>
                  </a:moveTo>
                  <a:cubicBezTo>
                    <a:pt x="5555256" y="1173608"/>
                    <a:pt x="5691804" y="1263625"/>
                    <a:pt x="5741678" y="1410245"/>
                  </a:cubicBezTo>
                  <a:cubicBezTo>
                    <a:pt x="5788719" y="1548502"/>
                    <a:pt x="5738661" y="1701338"/>
                    <a:pt x="5618654" y="1785860"/>
                  </a:cubicBezTo>
                  <a:cubicBezTo>
                    <a:pt x="5493131" y="1874263"/>
                    <a:pt x="5328276" y="1865976"/>
                    <a:pt x="5211319" y="1765377"/>
                  </a:cubicBezTo>
                  <a:cubicBezTo>
                    <a:pt x="5100431" y="1669993"/>
                    <a:pt x="5064537" y="1512697"/>
                    <a:pt x="5127404" y="1379560"/>
                  </a:cubicBezTo>
                  <a:cubicBezTo>
                    <a:pt x="5144925" y="1342468"/>
                    <a:pt x="5174043" y="1310851"/>
                    <a:pt x="5206553" y="1268740"/>
                  </a:cubicBezTo>
                  <a:cubicBezTo>
                    <a:pt x="5269433" y="1215964"/>
                    <a:pt x="5331606" y="1191293"/>
                    <a:pt x="5401664" y="1185750"/>
                  </a:cubicBezTo>
                  <a:close/>
                  <a:moveTo>
                    <a:pt x="1523506" y="1185426"/>
                  </a:moveTo>
                  <a:cubicBezTo>
                    <a:pt x="1542212" y="1186445"/>
                    <a:pt x="1561082" y="1189000"/>
                    <a:pt x="1579955" y="1193165"/>
                  </a:cubicBezTo>
                  <a:cubicBezTo>
                    <a:pt x="1728882" y="1226035"/>
                    <a:pt x="1834642" y="1355127"/>
                    <a:pt x="1833205" y="1510074"/>
                  </a:cubicBezTo>
                  <a:cubicBezTo>
                    <a:pt x="1832776" y="1555931"/>
                    <a:pt x="1816903" y="1601651"/>
                    <a:pt x="1803175" y="1658730"/>
                  </a:cubicBezTo>
                  <a:cubicBezTo>
                    <a:pt x="1768078" y="1705791"/>
                    <a:pt x="1742562" y="1747269"/>
                    <a:pt x="1706907" y="1776272"/>
                  </a:cubicBezTo>
                  <a:cubicBezTo>
                    <a:pt x="1589584" y="1871737"/>
                    <a:pt x="1418709" y="1869088"/>
                    <a:pt x="1299908" y="1775128"/>
                  </a:cubicBezTo>
                  <a:cubicBezTo>
                    <a:pt x="1176347" y="1677395"/>
                    <a:pt x="1138336" y="1504538"/>
                    <a:pt x="1209599" y="1364429"/>
                  </a:cubicBezTo>
                  <a:cubicBezTo>
                    <a:pt x="1269618" y="1246427"/>
                    <a:pt x="1392561" y="1178294"/>
                    <a:pt x="1523506" y="1185426"/>
                  </a:cubicBezTo>
                  <a:close/>
                  <a:moveTo>
                    <a:pt x="5485823" y="1060777"/>
                  </a:moveTo>
                  <a:cubicBezTo>
                    <a:pt x="5423351" y="1064563"/>
                    <a:pt x="5360797" y="1066974"/>
                    <a:pt x="5274730" y="1082343"/>
                  </a:cubicBezTo>
                  <a:cubicBezTo>
                    <a:pt x="5262071" y="1091639"/>
                    <a:pt x="5248322" y="1099756"/>
                    <a:pt x="5236950" y="1110427"/>
                  </a:cubicBezTo>
                  <a:cubicBezTo>
                    <a:pt x="5164625" y="1178319"/>
                    <a:pt x="5081833" y="1212973"/>
                    <a:pt x="4980566" y="1199435"/>
                  </a:cubicBezTo>
                  <a:cubicBezTo>
                    <a:pt x="4951006" y="1195479"/>
                    <a:pt x="4920076" y="1201826"/>
                    <a:pt x="4883964" y="1203760"/>
                  </a:cubicBezTo>
                  <a:cubicBezTo>
                    <a:pt x="4859089" y="1292810"/>
                    <a:pt x="4872429" y="1376324"/>
                    <a:pt x="4870134" y="1458312"/>
                  </a:cubicBezTo>
                  <a:cubicBezTo>
                    <a:pt x="4867935" y="1536766"/>
                    <a:pt x="4867594" y="1615404"/>
                    <a:pt x="4870229" y="1693838"/>
                  </a:cubicBezTo>
                  <a:cubicBezTo>
                    <a:pt x="4872974" y="1775138"/>
                    <a:pt x="4856882" y="1858686"/>
                    <a:pt x="4883270" y="1935336"/>
                  </a:cubicBezTo>
                  <a:cubicBezTo>
                    <a:pt x="5066688" y="1955417"/>
                    <a:pt x="5851235" y="1952020"/>
                    <a:pt x="5981886" y="1930099"/>
                  </a:cubicBezTo>
                  <a:cubicBezTo>
                    <a:pt x="5994865" y="1813981"/>
                    <a:pt x="5988790" y="1694389"/>
                    <a:pt x="5986734" y="1575581"/>
                  </a:cubicBezTo>
                  <a:cubicBezTo>
                    <a:pt x="5984603" y="1452469"/>
                    <a:pt x="6004807" y="1327396"/>
                    <a:pt x="5970731" y="1204257"/>
                  </a:cubicBezTo>
                  <a:cubicBezTo>
                    <a:pt x="5942716" y="1201996"/>
                    <a:pt x="5921926" y="1197229"/>
                    <a:pt x="5901797" y="1199204"/>
                  </a:cubicBezTo>
                  <a:cubicBezTo>
                    <a:pt x="5792652" y="1209929"/>
                    <a:pt x="5694648" y="1190202"/>
                    <a:pt x="5614471" y="1107900"/>
                  </a:cubicBezTo>
                  <a:cubicBezTo>
                    <a:pt x="5580409" y="1072939"/>
                    <a:pt x="5535921" y="1057740"/>
                    <a:pt x="5485823" y="1060777"/>
                  </a:cubicBezTo>
                  <a:close/>
                  <a:moveTo>
                    <a:pt x="1518673" y="1058901"/>
                  </a:moveTo>
                  <a:cubicBezTo>
                    <a:pt x="1429567" y="1055520"/>
                    <a:pt x="1342989" y="1067283"/>
                    <a:pt x="1271349" y="1142314"/>
                  </a:cubicBezTo>
                  <a:cubicBezTo>
                    <a:pt x="1224539" y="1191337"/>
                    <a:pt x="1164791" y="1202723"/>
                    <a:pt x="1098955" y="1199257"/>
                  </a:cubicBezTo>
                  <a:cubicBezTo>
                    <a:pt x="1053385" y="1196853"/>
                    <a:pt x="1007434" y="1201701"/>
                    <a:pt x="952711" y="1203621"/>
                  </a:cubicBezTo>
                  <a:cubicBezTo>
                    <a:pt x="938438" y="1332100"/>
                    <a:pt x="944948" y="1451568"/>
                    <a:pt x="946405" y="1570295"/>
                  </a:cubicBezTo>
                  <a:cubicBezTo>
                    <a:pt x="947917" y="1693162"/>
                    <a:pt x="931336" y="1817670"/>
                    <a:pt x="961210" y="1947857"/>
                  </a:cubicBezTo>
                  <a:cubicBezTo>
                    <a:pt x="1157335" y="1947857"/>
                    <a:pt x="1344887" y="1947857"/>
                    <a:pt x="1563824" y="1947857"/>
                  </a:cubicBezTo>
                  <a:cubicBezTo>
                    <a:pt x="1724532" y="1943451"/>
                    <a:pt x="1885860" y="1957357"/>
                    <a:pt x="2056899" y="1938242"/>
                  </a:cubicBezTo>
                  <a:cubicBezTo>
                    <a:pt x="2069612" y="1813822"/>
                    <a:pt x="2065383" y="1694421"/>
                    <a:pt x="2062714" y="1575770"/>
                  </a:cubicBezTo>
                  <a:cubicBezTo>
                    <a:pt x="2059949" y="1453080"/>
                    <a:pt x="2081495" y="1328177"/>
                    <a:pt x="2045370" y="1203404"/>
                  </a:cubicBezTo>
                  <a:cubicBezTo>
                    <a:pt x="2011934" y="1201504"/>
                    <a:pt x="1986064" y="1196730"/>
                    <a:pt x="1960896" y="1199188"/>
                  </a:cubicBezTo>
                  <a:cubicBezTo>
                    <a:pt x="1862380" y="1208804"/>
                    <a:pt x="1776361" y="1186659"/>
                    <a:pt x="1702496" y="1116247"/>
                  </a:cubicBezTo>
                  <a:cubicBezTo>
                    <a:pt x="1677246" y="1092181"/>
                    <a:pt x="1641175" y="1068552"/>
                    <a:pt x="1608162" y="1065549"/>
                  </a:cubicBezTo>
                  <a:cubicBezTo>
                    <a:pt x="1578358" y="1062838"/>
                    <a:pt x="1548375" y="1060029"/>
                    <a:pt x="1518673" y="1058901"/>
                  </a:cubicBezTo>
                  <a:close/>
                  <a:moveTo>
                    <a:pt x="5461866" y="864890"/>
                  </a:moveTo>
                  <a:cubicBezTo>
                    <a:pt x="5566285" y="856385"/>
                    <a:pt x="5658904" y="880804"/>
                    <a:pt x="5736459" y="954308"/>
                  </a:cubicBezTo>
                  <a:cubicBezTo>
                    <a:pt x="5780680" y="996208"/>
                    <a:pt x="5833374" y="1010617"/>
                    <a:pt x="5894708" y="1008029"/>
                  </a:cubicBezTo>
                  <a:cubicBezTo>
                    <a:pt x="5983186" y="1004284"/>
                    <a:pt x="6071943" y="1007069"/>
                    <a:pt x="6167081" y="1007069"/>
                  </a:cubicBezTo>
                  <a:cubicBezTo>
                    <a:pt x="6172774" y="1045101"/>
                    <a:pt x="6180932" y="1074676"/>
                    <a:pt x="6181041" y="1104284"/>
                  </a:cubicBezTo>
                  <a:cubicBezTo>
                    <a:pt x="6182042" y="1366225"/>
                    <a:pt x="6181681" y="1628172"/>
                    <a:pt x="6181518" y="1890113"/>
                  </a:cubicBezTo>
                  <a:cubicBezTo>
                    <a:pt x="6181504" y="1916289"/>
                    <a:pt x="6182287" y="1942724"/>
                    <a:pt x="6179052" y="1968587"/>
                  </a:cubicBezTo>
                  <a:cubicBezTo>
                    <a:pt x="6166877" y="2066088"/>
                    <a:pt x="6102764" y="2128240"/>
                    <a:pt x="6003595" y="2138849"/>
                  </a:cubicBezTo>
                  <a:cubicBezTo>
                    <a:pt x="5977657" y="2141621"/>
                    <a:pt x="5951269" y="2140490"/>
                    <a:pt x="5925079" y="2140504"/>
                  </a:cubicBezTo>
                  <a:cubicBezTo>
                    <a:pt x="5595036" y="2140592"/>
                    <a:pt x="5264985" y="2141253"/>
                    <a:pt x="4934942" y="2140320"/>
                  </a:cubicBezTo>
                  <a:cubicBezTo>
                    <a:pt x="4732341" y="2139748"/>
                    <a:pt x="4672245" y="2080436"/>
                    <a:pt x="4671163" y="1879197"/>
                  </a:cubicBezTo>
                  <a:cubicBezTo>
                    <a:pt x="4669807" y="1627736"/>
                    <a:pt x="4670352" y="1376262"/>
                    <a:pt x="4671367" y="1124802"/>
                  </a:cubicBezTo>
                  <a:cubicBezTo>
                    <a:pt x="4671510" y="1089569"/>
                    <a:pt x="4679007" y="1054369"/>
                    <a:pt x="4683202" y="1018237"/>
                  </a:cubicBezTo>
                  <a:cubicBezTo>
                    <a:pt x="4767887" y="997835"/>
                    <a:pt x="4846668" y="1005844"/>
                    <a:pt x="4924094" y="1008492"/>
                  </a:cubicBezTo>
                  <a:cubicBezTo>
                    <a:pt x="5006307" y="1011305"/>
                    <a:pt x="5078183" y="997032"/>
                    <a:pt x="5140341" y="939231"/>
                  </a:cubicBezTo>
                  <a:cubicBezTo>
                    <a:pt x="5191611" y="891557"/>
                    <a:pt x="5252959" y="863154"/>
                    <a:pt x="5338625" y="865510"/>
                  </a:cubicBezTo>
                  <a:cubicBezTo>
                    <a:pt x="5388560" y="865394"/>
                    <a:pt x="5425434" y="867859"/>
                    <a:pt x="5461866" y="864890"/>
                  </a:cubicBezTo>
                  <a:close/>
                  <a:moveTo>
                    <a:pt x="1463565" y="864732"/>
                  </a:moveTo>
                  <a:cubicBezTo>
                    <a:pt x="1510416" y="868422"/>
                    <a:pt x="1557777" y="865753"/>
                    <a:pt x="1604907" y="865522"/>
                  </a:cubicBezTo>
                  <a:cubicBezTo>
                    <a:pt x="1664423" y="865229"/>
                    <a:pt x="1722993" y="876151"/>
                    <a:pt x="1764675" y="919263"/>
                  </a:cubicBezTo>
                  <a:cubicBezTo>
                    <a:pt x="1850477" y="1008014"/>
                    <a:pt x="1956279" y="1016199"/>
                    <a:pt x="2082925" y="1007094"/>
                  </a:cubicBezTo>
                  <a:cubicBezTo>
                    <a:pt x="2143981" y="1007094"/>
                    <a:pt x="2190722" y="1007094"/>
                    <a:pt x="2242700" y="1007094"/>
                  </a:cubicBezTo>
                  <a:cubicBezTo>
                    <a:pt x="2250273" y="1038848"/>
                    <a:pt x="2260964" y="1063043"/>
                    <a:pt x="2261080" y="1087285"/>
                  </a:cubicBezTo>
                  <a:cubicBezTo>
                    <a:pt x="2262360" y="1359577"/>
                    <a:pt x="2262564" y="1631882"/>
                    <a:pt x="2261454" y="1904173"/>
                  </a:cubicBezTo>
                  <a:cubicBezTo>
                    <a:pt x="2261304" y="1940230"/>
                    <a:pt x="2256953" y="1977724"/>
                    <a:pt x="2246303" y="2011990"/>
                  </a:cubicBezTo>
                  <a:cubicBezTo>
                    <a:pt x="2224178" y="2083192"/>
                    <a:pt x="2171560" y="2124213"/>
                    <a:pt x="2098901" y="2136607"/>
                  </a:cubicBezTo>
                  <a:cubicBezTo>
                    <a:pt x="2068230" y="2141837"/>
                    <a:pt x="2036272" y="2140413"/>
                    <a:pt x="2004900" y="2140434"/>
                  </a:cubicBezTo>
                  <a:cubicBezTo>
                    <a:pt x="1674999" y="2140665"/>
                    <a:pt x="1344948" y="2134612"/>
                    <a:pt x="1015258" y="2142919"/>
                  </a:cubicBezTo>
                  <a:cubicBezTo>
                    <a:pt x="831771" y="2147543"/>
                    <a:pt x="743709" y="2064895"/>
                    <a:pt x="749906" y="1881790"/>
                  </a:cubicBezTo>
                  <a:cubicBezTo>
                    <a:pt x="758397" y="1630724"/>
                    <a:pt x="751676" y="1379155"/>
                    <a:pt x="752425" y="1127803"/>
                  </a:cubicBezTo>
                  <a:cubicBezTo>
                    <a:pt x="752527" y="1091888"/>
                    <a:pt x="757975" y="1055988"/>
                    <a:pt x="761142" y="1017813"/>
                  </a:cubicBezTo>
                  <a:cubicBezTo>
                    <a:pt x="848727" y="998834"/>
                    <a:pt x="932507" y="1006618"/>
                    <a:pt x="1015271" y="1008286"/>
                  </a:cubicBezTo>
                  <a:cubicBezTo>
                    <a:pt x="1086133" y="1009709"/>
                    <a:pt x="1150328" y="1000516"/>
                    <a:pt x="1203396" y="949655"/>
                  </a:cubicBezTo>
                  <a:cubicBezTo>
                    <a:pt x="1276477" y="879624"/>
                    <a:pt x="1364403" y="856921"/>
                    <a:pt x="1463565" y="864732"/>
                  </a:cubicBezTo>
                  <a:close/>
                  <a:moveTo>
                    <a:pt x="0" y="0"/>
                  </a:moveTo>
                  <a:lnTo>
                    <a:pt x="567894" y="0"/>
                  </a:lnTo>
                  <a:lnTo>
                    <a:pt x="567894" y="574471"/>
                  </a:lnTo>
                  <a:lnTo>
                    <a:pt x="0" y="574471"/>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923" name="Group 922">
            <a:extLst>
              <a:ext uri="{FF2B5EF4-FFF2-40B4-BE49-F238E27FC236}">
                <a16:creationId xmlns:a16="http://schemas.microsoft.com/office/drawing/2014/main" id="{D89ECBC8-C59C-9364-A2E1-F8A6C3626C14}"/>
              </a:ext>
              <a:ext uri="{C183D7F6-B498-43B3-948B-1728B52AA6E4}">
                <adec:decorative xmlns:adec="http://schemas.microsoft.com/office/drawing/2017/decorative" val="1"/>
              </a:ext>
            </a:extLst>
          </p:cNvPr>
          <p:cNvGrpSpPr>
            <a:grpSpLocks noChangeAspect="1"/>
          </p:cNvGrpSpPr>
          <p:nvPr/>
        </p:nvGrpSpPr>
        <p:grpSpPr>
          <a:xfrm>
            <a:off x="6509376" y="1517247"/>
            <a:ext cx="449701" cy="457200"/>
            <a:chOff x="6509376" y="1517247"/>
            <a:chExt cx="449701" cy="457200"/>
          </a:xfrm>
          <a:solidFill>
            <a:srgbClr val="FF0000"/>
          </a:solidFill>
        </p:grpSpPr>
        <p:sp>
          <p:nvSpPr>
            <p:cNvPr id="1012" name="Freeform: Shape 1011">
              <a:extLst>
                <a:ext uri="{FF2B5EF4-FFF2-40B4-BE49-F238E27FC236}">
                  <a16:creationId xmlns:a16="http://schemas.microsoft.com/office/drawing/2014/main" id="{FAD47D55-D877-1141-1D2B-E6B90339B880}"/>
                </a:ext>
                <a:ext uri="{C183D7F6-B498-43B3-948B-1728B52AA6E4}">
                  <adec:decorative xmlns:adec="http://schemas.microsoft.com/office/drawing/2017/decorative" val="1"/>
                </a:ext>
              </a:extLst>
            </p:cNvPr>
            <p:cNvSpPr/>
            <p:nvPr/>
          </p:nvSpPr>
          <p:spPr>
            <a:xfrm>
              <a:off x="6509376" y="1517247"/>
              <a:ext cx="391311" cy="457200"/>
            </a:xfrm>
            <a:custGeom>
              <a:avLst/>
              <a:gdLst>
                <a:gd name="connsiteX0" fmla="*/ 166720 w 5869665"/>
                <a:gd name="connsiteY0" fmla="*/ 1847145 h 6858003"/>
                <a:gd name="connsiteX1" fmla="*/ 328752 w 5869665"/>
                <a:gd name="connsiteY1" fmla="*/ 1851879 h 6858003"/>
                <a:gd name="connsiteX2" fmla="*/ 638627 w 5869665"/>
                <a:gd name="connsiteY2" fmla="*/ 1859066 h 6858003"/>
                <a:gd name="connsiteX3" fmla="*/ 654749 w 5869665"/>
                <a:gd name="connsiteY3" fmla="*/ 2061309 h 6858003"/>
                <a:gd name="connsiteX4" fmla="*/ 655229 w 5869665"/>
                <a:gd name="connsiteY4" fmla="*/ 2271401 h 6858003"/>
                <a:gd name="connsiteX5" fmla="*/ 466305 w 5869665"/>
                <a:gd name="connsiteY5" fmla="*/ 2304117 h 6858003"/>
                <a:gd name="connsiteX6" fmla="*/ 450766 w 5869665"/>
                <a:gd name="connsiteY6" fmla="*/ 2321033 h 6858003"/>
                <a:gd name="connsiteX7" fmla="*/ 444862 w 5869665"/>
                <a:gd name="connsiteY7" fmla="*/ 2338084 h 6858003"/>
                <a:gd name="connsiteX8" fmla="*/ 439580 w 5869665"/>
                <a:gd name="connsiteY8" fmla="*/ 6209186 h 6858003"/>
                <a:gd name="connsiteX9" fmla="*/ 439564 w 5869665"/>
                <a:gd name="connsiteY9" fmla="*/ 6398497 h 6858003"/>
                <a:gd name="connsiteX10" fmla="*/ 547684 w 5869665"/>
                <a:gd name="connsiteY10" fmla="*/ 6418617 h 6858003"/>
                <a:gd name="connsiteX11" fmla="*/ 1020222 w 5869665"/>
                <a:gd name="connsiteY11" fmla="*/ 6419632 h 6858003"/>
                <a:gd name="connsiteX12" fmla="*/ 4509981 w 5869665"/>
                <a:gd name="connsiteY12" fmla="*/ 6415988 h 6858003"/>
                <a:gd name="connsiteX13" fmla="*/ 4548041 w 5869665"/>
                <a:gd name="connsiteY13" fmla="*/ 6398552 h 6858003"/>
                <a:gd name="connsiteX14" fmla="*/ 4570689 w 5869665"/>
                <a:gd name="connsiteY14" fmla="*/ 6217042 h 6858003"/>
                <a:gd name="connsiteX15" fmla="*/ 4784496 w 5869665"/>
                <a:gd name="connsiteY15" fmla="*/ 6201543 h 6858003"/>
                <a:gd name="connsiteX16" fmla="*/ 4979292 w 5869665"/>
                <a:gd name="connsiteY16" fmla="*/ 6201063 h 6858003"/>
                <a:gd name="connsiteX17" fmla="*/ 4982504 w 5869665"/>
                <a:gd name="connsiteY17" fmla="*/ 6848719 h 6858003"/>
                <a:gd name="connsiteX18" fmla="*/ 4862159 w 5869665"/>
                <a:gd name="connsiteY18" fmla="*/ 6857544 h 6858003"/>
                <a:gd name="connsiteX19" fmla="*/ 499784 w 5869665"/>
                <a:gd name="connsiteY19" fmla="*/ 6856142 h 6858003"/>
                <a:gd name="connsiteX20" fmla="*/ 207038 w 5869665"/>
                <a:gd name="connsiteY20" fmla="*/ 6818491 h 6858003"/>
                <a:gd name="connsiteX21" fmla="*/ 139214 w 5869665"/>
                <a:gd name="connsiteY21" fmla="*/ 6740922 h 6858003"/>
                <a:gd name="connsiteX22" fmla="*/ 379 w 5869665"/>
                <a:gd name="connsiteY22" fmla="*/ 6421356 h 6858003"/>
                <a:gd name="connsiteX23" fmla="*/ 80 w 5869665"/>
                <a:gd name="connsiteY23" fmla="*/ 6312300 h 6858003"/>
                <a:gd name="connsiteX24" fmla="*/ 72 w 5869665"/>
                <a:gd name="connsiteY24" fmla="*/ 2058972 h 6858003"/>
                <a:gd name="connsiteX25" fmla="*/ 72 w 5869665"/>
                <a:gd name="connsiteY25" fmla="*/ 1876211 h 6858003"/>
                <a:gd name="connsiteX26" fmla="*/ 166720 w 5869665"/>
                <a:gd name="connsiteY26" fmla="*/ 1847145 h 6858003"/>
                <a:gd name="connsiteX27" fmla="*/ 1155168 w 5869665"/>
                <a:gd name="connsiteY27" fmla="*/ 978347 h 6858003"/>
                <a:gd name="connsiteX28" fmla="*/ 1507748 w 5869665"/>
                <a:gd name="connsiteY28" fmla="*/ 991756 h 6858003"/>
                <a:gd name="connsiteX29" fmla="*/ 1520870 w 5869665"/>
                <a:gd name="connsiteY29" fmla="*/ 1404556 h 6858003"/>
                <a:gd name="connsiteX30" fmla="*/ 1320099 w 5869665"/>
                <a:gd name="connsiteY30" fmla="*/ 1436004 h 6858003"/>
                <a:gd name="connsiteX31" fmla="*/ 1308567 w 5869665"/>
                <a:gd name="connsiteY31" fmla="*/ 1526570 h 6858003"/>
                <a:gd name="connsiteX32" fmla="*/ 1308079 w 5869665"/>
                <a:gd name="connsiteY32" fmla="*/ 5518661 h 6858003"/>
                <a:gd name="connsiteX33" fmla="*/ 1511495 w 5869665"/>
                <a:gd name="connsiteY33" fmla="*/ 5547220 h 6858003"/>
                <a:gd name="connsiteX34" fmla="*/ 3819330 w 5869665"/>
                <a:gd name="connsiteY34" fmla="*/ 5548275 h 6858003"/>
                <a:gd name="connsiteX35" fmla="*/ 5381992 w 5869665"/>
                <a:gd name="connsiteY35" fmla="*/ 5544433 h 6858003"/>
                <a:gd name="connsiteX36" fmla="*/ 5419344 w 5869665"/>
                <a:gd name="connsiteY36" fmla="*/ 5526572 h 6858003"/>
                <a:gd name="connsiteX37" fmla="*/ 5440739 w 5869665"/>
                <a:gd name="connsiteY37" fmla="*/ 5345645 h 6858003"/>
                <a:gd name="connsiteX38" fmla="*/ 5656278 w 5869665"/>
                <a:gd name="connsiteY38" fmla="*/ 5331193 h 6858003"/>
                <a:gd name="connsiteX39" fmla="*/ 5851893 w 5869665"/>
                <a:gd name="connsiteY39" fmla="*/ 5344740 h 6858003"/>
                <a:gd name="connsiteX40" fmla="*/ 5844147 w 5869665"/>
                <a:gd name="connsiteY40" fmla="*/ 5987028 h 6858003"/>
                <a:gd name="connsiteX41" fmla="*/ 5648666 w 5869665"/>
                <a:gd name="connsiteY41" fmla="*/ 5987028 h 6858003"/>
                <a:gd name="connsiteX42" fmla="*/ 1469137 w 5869665"/>
                <a:gd name="connsiteY42" fmla="*/ 5987193 h 6858003"/>
                <a:gd name="connsiteX43" fmla="*/ 1085566 w 5869665"/>
                <a:gd name="connsiteY43" fmla="*/ 5937601 h 6858003"/>
                <a:gd name="connsiteX44" fmla="*/ 1001038 w 5869665"/>
                <a:gd name="connsiteY44" fmla="*/ 5864022 h 6858003"/>
                <a:gd name="connsiteX45" fmla="*/ 872231 w 5869665"/>
                <a:gd name="connsiteY45" fmla="*/ 5577589 h 6858003"/>
                <a:gd name="connsiteX46" fmla="*/ 870948 w 5869665"/>
                <a:gd name="connsiteY46" fmla="*/ 5432251 h 6858003"/>
                <a:gd name="connsiteX47" fmla="*/ 871027 w 5869665"/>
                <a:gd name="connsiteY47" fmla="*/ 1198203 h 6858003"/>
                <a:gd name="connsiteX48" fmla="*/ 873640 w 5869665"/>
                <a:gd name="connsiteY48" fmla="*/ 1005060 h 6858003"/>
                <a:gd name="connsiteX49" fmla="*/ 1155168 w 5869665"/>
                <a:gd name="connsiteY49" fmla="*/ 978347 h 6858003"/>
                <a:gd name="connsiteX50" fmla="*/ 1627368 w 5869665"/>
                <a:gd name="connsiteY50" fmla="*/ 0 h 6858003"/>
                <a:gd name="connsiteX51" fmla="*/ 2289239 w 5869665"/>
                <a:gd name="connsiteY51" fmla="*/ 0 h 6858003"/>
                <a:gd name="connsiteX52" fmla="*/ 2289239 w 5869665"/>
                <a:gd name="connsiteY52" fmla="*/ 662522 h 6858003"/>
                <a:gd name="connsiteX53" fmla="*/ 1627368 w 5869665"/>
                <a:gd name="connsiteY53" fmla="*/ 662522 h 68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869665" h="6858003">
                  <a:moveTo>
                    <a:pt x="166720" y="1847145"/>
                  </a:moveTo>
                  <a:cubicBezTo>
                    <a:pt x="221522" y="1847549"/>
                    <a:pt x="275555" y="1853587"/>
                    <a:pt x="328752" y="1851879"/>
                  </a:cubicBezTo>
                  <a:cubicBezTo>
                    <a:pt x="430197" y="1848620"/>
                    <a:pt x="532838" y="1842976"/>
                    <a:pt x="638627" y="1859066"/>
                  </a:cubicBezTo>
                  <a:cubicBezTo>
                    <a:pt x="665250" y="1929661"/>
                    <a:pt x="652608" y="1996493"/>
                    <a:pt x="654749" y="2061309"/>
                  </a:cubicBezTo>
                  <a:cubicBezTo>
                    <a:pt x="656929" y="2127575"/>
                    <a:pt x="655229" y="2193966"/>
                    <a:pt x="655229" y="2271401"/>
                  </a:cubicBezTo>
                  <a:cubicBezTo>
                    <a:pt x="586657" y="2283280"/>
                    <a:pt x="524163" y="2294096"/>
                    <a:pt x="466305" y="2304117"/>
                  </a:cubicBezTo>
                  <a:cubicBezTo>
                    <a:pt x="458354" y="2312572"/>
                    <a:pt x="453592" y="2316232"/>
                    <a:pt x="450766" y="2321033"/>
                  </a:cubicBezTo>
                  <a:cubicBezTo>
                    <a:pt x="447759" y="2326150"/>
                    <a:pt x="444870" y="2332353"/>
                    <a:pt x="444862" y="2338084"/>
                  </a:cubicBezTo>
                  <a:cubicBezTo>
                    <a:pt x="442933" y="3628454"/>
                    <a:pt x="441249" y="4918824"/>
                    <a:pt x="439580" y="6209186"/>
                  </a:cubicBezTo>
                  <a:cubicBezTo>
                    <a:pt x="439501" y="6269516"/>
                    <a:pt x="439564" y="6329846"/>
                    <a:pt x="439564" y="6398497"/>
                  </a:cubicBezTo>
                  <a:cubicBezTo>
                    <a:pt x="480018" y="6406360"/>
                    <a:pt x="513772" y="6418153"/>
                    <a:pt x="547684" y="6418617"/>
                  </a:cubicBezTo>
                  <a:cubicBezTo>
                    <a:pt x="699122" y="6420727"/>
                    <a:pt x="850608" y="6419593"/>
                    <a:pt x="1020222" y="6419632"/>
                  </a:cubicBezTo>
                  <a:cubicBezTo>
                    <a:pt x="2195574" y="6418633"/>
                    <a:pt x="3352782" y="6417672"/>
                    <a:pt x="4509981" y="6415988"/>
                  </a:cubicBezTo>
                  <a:cubicBezTo>
                    <a:pt x="4520844" y="6415972"/>
                    <a:pt x="4531692" y="6406313"/>
                    <a:pt x="4548041" y="6398552"/>
                  </a:cubicBezTo>
                  <a:cubicBezTo>
                    <a:pt x="4555000" y="6342787"/>
                    <a:pt x="4562352" y="6283874"/>
                    <a:pt x="4570689" y="6217042"/>
                  </a:cubicBezTo>
                  <a:cubicBezTo>
                    <a:pt x="4641181" y="6189743"/>
                    <a:pt x="4713972" y="6203944"/>
                    <a:pt x="4784496" y="6201543"/>
                  </a:cubicBezTo>
                  <a:cubicBezTo>
                    <a:pt x="4850414" y="6199299"/>
                    <a:pt x="4916475" y="6201063"/>
                    <a:pt x="4979292" y="6201063"/>
                  </a:cubicBezTo>
                  <a:cubicBezTo>
                    <a:pt x="5013393" y="6346503"/>
                    <a:pt x="5014471" y="6693990"/>
                    <a:pt x="4982504" y="6848719"/>
                  </a:cubicBezTo>
                  <a:cubicBezTo>
                    <a:pt x="4944089" y="6851663"/>
                    <a:pt x="4903124" y="6857536"/>
                    <a:pt x="4862159" y="6857544"/>
                  </a:cubicBezTo>
                  <a:cubicBezTo>
                    <a:pt x="3408034" y="6858008"/>
                    <a:pt x="1953901" y="6858732"/>
                    <a:pt x="499784" y="6856142"/>
                  </a:cubicBezTo>
                  <a:cubicBezTo>
                    <a:pt x="398426" y="6855969"/>
                    <a:pt x="297108" y="6830622"/>
                    <a:pt x="207038" y="6818491"/>
                  </a:cubicBezTo>
                  <a:cubicBezTo>
                    <a:pt x="178676" y="6785642"/>
                    <a:pt x="161594" y="6760208"/>
                    <a:pt x="139214" y="6740922"/>
                  </a:cubicBezTo>
                  <a:cubicBezTo>
                    <a:pt x="41139" y="6656402"/>
                    <a:pt x="2504" y="6546975"/>
                    <a:pt x="379" y="6421356"/>
                  </a:cubicBezTo>
                  <a:cubicBezTo>
                    <a:pt x="-235" y="6385012"/>
                    <a:pt x="80" y="6348652"/>
                    <a:pt x="80" y="6312300"/>
                  </a:cubicBezTo>
                  <a:cubicBezTo>
                    <a:pt x="72" y="4894524"/>
                    <a:pt x="72" y="3476748"/>
                    <a:pt x="72" y="2058972"/>
                  </a:cubicBezTo>
                  <a:cubicBezTo>
                    <a:pt x="72" y="1998744"/>
                    <a:pt x="72" y="1938524"/>
                    <a:pt x="72" y="1876211"/>
                  </a:cubicBezTo>
                  <a:cubicBezTo>
                    <a:pt x="56347" y="1851969"/>
                    <a:pt x="111919" y="1846741"/>
                    <a:pt x="166720" y="1847145"/>
                  </a:cubicBezTo>
                  <a:close/>
                  <a:moveTo>
                    <a:pt x="1155168" y="978347"/>
                  </a:moveTo>
                  <a:cubicBezTo>
                    <a:pt x="1267996" y="976058"/>
                    <a:pt x="1392666" y="980456"/>
                    <a:pt x="1507748" y="991756"/>
                  </a:cubicBezTo>
                  <a:cubicBezTo>
                    <a:pt x="1543722" y="1124114"/>
                    <a:pt x="1522382" y="1260753"/>
                    <a:pt x="1520870" y="1404556"/>
                  </a:cubicBezTo>
                  <a:cubicBezTo>
                    <a:pt x="1452929" y="1415199"/>
                    <a:pt x="1389001" y="1425212"/>
                    <a:pt x="1320099" y="1436004"/>
                  </a:cubicBezTo>
                  <a:cubicBezTo>
                    <a:pt x="1315833" y="1468169"/>
                    <a:pt x="1308575" y="1497365"/>
                    <a:pt x="1308567" y="1526570"/>
                  </a:cubicBezTo>
                  <a:cubicBezTo>
                    <a:pt x="1308008" y="2858503"/>
                    <a:pt x="1308079" y="4190435"/>
                    <a:pt x="1308079" y="5518661"/>
                  </a:cubicBezTo>
                  <a:cubicBezTo>
                    <a:pt x="1378721" y="5566592"/>
                    <a:pt x="1447426" y="5547086"/>
                    <a:pt x="1511495" y="5547220"/>
                  </a:cubicBezTo>
                  <a:cubicBezTo>
                    <a:pt x="2274710" y="5548849"/>
                    <a:pt x="3037931" y="5548275"/>
                    <a:pt x="3819330" y="5548275"/>
                  </a:cubicBezTo>
                  <a:cubicBezTo>
                    <a:pt x="4352332" y="5547212"/>
                    <a:pt x="4867166" y="5546252"/>
                    <a:pt x="5381992" y="5544433"/>
                  </a:cubicBezTo>
                  <a:cubicBezTo>
                    <a:pt x="5392753" y="5544386"/>
                    <a:pt x="5403482" y="5534436"/>
                    <a:pt x="5419344" y="5526572"/>
                  </a:cubicBezTo>
                  <a:cubicBezTo>
                    <a:pt x="5425940" y="5470745"/>
                    <a:pt x="5432899" y="5411918"/>
                    <a:pt x="5440739" y="5345645"/>
                  </a:cubicBezTo>
                  <a:cubicBezTo>
                    <a:pt x="5512901" y="5319479"/>
                    <a:pt x="5585707" y="5330531"/>
                    <a:pt x="5656278" y="5331193"/>
                  </a:cubicBezTo>
                  <a:cubicBezTo>
                    <a:pt x="5721622" y="5331799"/>
                    <a:pt x="5789013" y="5316874"/>
                    <a:pt x="5851893" y="5344740"/>
                  </a:cubicBezTo>
                  <a:cubicBezTo>
                    <a:pt x="5878075" y="5511568"/>
                    <a:pt x="5875194" y="5845429"/>
                    <a:pt x="5844147" y="5987028"/>
                  </a:cubicBezTo>
                  <a:cubicBezTo>
                    <a:pt x="5780811" y="5987028"/>
                    <a:pt x="5714735" y="5987028"/>
                    <a:pt x="5648666" y="5987028"/>
                  </a:cubicBezTo>
                  <a:cubicBezTo>
                    <a:pt x="4255484" y="5987028"/>
                    <a:pt x="2862311" y="5986918"/>
                    <a:pt x="1469137" y="5987193"/>
                  </a:cubicBezTo>
                  <a:cubicBezTo>
                    <a:pt x="1335906" y="5987225"/>
                    <a:pt x="1202124" y="5994412"/>
                    <a:pt x="1085566" y="5937601"/>
                  </a:cubicBezTo>
                  <a:cubicBezTo>
                    <a:pt x="1055007" y="5910907"/>
                    <a:pt x="1028707" y="5886630"/>
                    <a:pt x="1001038" y="5864022"/>
                  </a:cubicBezTo>
                  <a:cubicBezTo>
                    <a:pt x="910291" y="5789893"/>
                    <a:pt x="879190" y="5688795"/>
                    <a:pt x="872231" y="5577589"/>
                  </a:cubicBezTo>
                  <a:cubicBezTo>
                    <a:pt x="869208" y="5529303"/>
                    <a:pt x="870948" y="5480711"/>
                    <a:pt x="870948" y="5432251"/>
                  </a:cubicBezTo>
                  <a:cubicBezTo>
                    <a:pt x="870901" y="4020907"/>
                    <a:pt x="870869" y="2609555"/>
                    <a:pt x="871027" y="1198203"/>
                  </a:cubicBezTo>
                  <a:cubicBezTo>
                    <a:pt x="871034" y="1132710"/>
                    <a:pt x="872758" y="1067208"/>
                    <a:pt x="873640" y="1005060"/>
                  </a:cubicBezTo>
                  <a:cubicBezTo>
                    <a:pt x="941354" y="989611"/>
                    <a:pt x="1042339" y="980635"/>
                    <a:pt x="1155168" y="978347"/>
                  </a:cubicBezTo>
                  <a:close/>
                  <a:moveTo>
                    <a:pt x="1627368" y="0"/>
                  </a:moveTo>
                  <a:lnTo>
                    <a:pt x="2289239" y="0"/>
                  </a:lnTo>
                  <a:lnTo>
                    <a:pt x="2289239" y="662522"/>
                  </a:lnTo>
                  <a:lnTo>
                    <a:pt x="1627368" y="662522"/>
                  </a:lnTo>
                  <a:close/>
                </a:path>
              </a:pathLst>
            </a:custGeom>
            <a:solidFill>
              <a:schemeClr val="bg1"/>
            </a:solidFill>
            <a:ln w="1155" cap="flat">
              <a:noFill/>
              <a:prstDash val="solid"/>
              <a:miter/>
            </a:ln>
          </p:spPr>
          <p:txBody>
            <a:bodyPr wrap="square" rtlCol="0" anchor="ctr">
              <a:noAutofit/>
            </a:bodyPr>
            <a:lstStyle/>
            <a:p>
              <a:endParaRPr lang="en-US" dirty="0"/>
            </a:p>
          </p:txBody>
        </p:sp>
        <p:sp>
          <p:nvSpPr>
            <p:cNvPr id="1013" name="Freeform: Shape 1012">
              <a:extLst>
                <a:ext uri="{FF2B5EF4-FFF2-40B4-BE49-F238E27FC236}">
                  <a16:creationId xmlns:a16="http://schemas.microsoft.com/office/drawing/2014/main" id="{09840950-A046-9F0B-2ADD-EB05F62C4FE7}"/>
                </a:ext>
                <a:ext uri="{C183D7F6-B498-43B3-948B-1728B52AA6E4}">
                  <adec:decorative xmlns:adec="http://schemas.microsoft.com/office/drawing/2017/decorative" val="1"/>
                </a:ext>
              </a:extLst>
            </p:cNvPr>
            <p:cNvSpPr/>
            <p:nvPr/>
          </p:nvSpPr>
          <p:spPr>
            <a:xfrm>
              <a:off x="6625363" y="1524502"/>
              <a:ext cx="333714" cy="333944"/>
            </a:xfrm>
            <a:custGeom>
              <a:avLst/>
              <a:gdLst>
                <a:gd name="connsiteX0" fmla="*/ 2948046 w 5005709"/>
                <a:gd name="connsiteY0" fmla="*/ 706477 h 5009167"/>
                <a:gd name="connsiteX1" fmla="*/ 3276522 w 5005709"/>
                <a:gd name="connsiteY1" fmla="*/ 1036979 h 5009167"/>
                <a:gd name="connsiteX2" fmla="*/ 2948046 w 5005709"/>
                <a:gd name="connsiteY2" fmla="*/ 1367481 h 5009167"/>
                <a:gd name="connsiteX3" fmla="*/ 2619570 w 5005709"/>
                <a:gd name="connsiteY3" fmla="*/ 1036979 h 5009167"/>
                <a:gd name="connsiteX4" fmla="*/ 2948046 w 5005709"/>
                <a:gd name="connsiteY4" fmla="*/ 706477 h 5009167"/>
                <a:gd name="connsiteX5" fmla="*/ 4467149 w 5005709"/>
                <a:gd name="connsiteY5" fmla="*/ 1 h 5009167"/>
                <a:gd name="connsiteX6" fmla="*/ 4557991 w 5005709"/>
                <a:gd name="connsiteY6" fmla="*/ 841 h 5009167"/>
                <a:gd name="connsiteX7" fmla="*/ 4568192 w 5005709"/>
                <a:gd name="connsiteY7" fmla="*/ 3258 h 5009167"/>
                <a:gd name="connsiteX8" fmla="*/ 4598565 w 5005709"/>
                <a:gd name="connsiteY8" fmla="*/ 3792 h 5009167"/>
                <a:gd name="connsiteX9" fmla="*/ 4784097 w 5005709"/>
                <a:gd name="connsiteY9" fmla="*/ 49906 h 5009167"/>
                <a:gd name="connsiteX10" fmla="*/ 4868626 w 5005709"/>
                <a:gd name="connsiteY10" fmla="*/ 123479 h 5009167"/>
                <a:gd name="connsiteX11" fmla="*/ 4964453 w 5005709"/>
                <a:gd name="connsiteY11" fmla="*/ 252793 h 5009167"/>
                <a:gd name="connsiteX12" fmla="*/ 4973861 w 5005709"/>
                <a:gd name="connsiteY12" fmla="*/ 297646 h 5009167"/>
                <a:gd name="connsiteX13" fmla="*/ 4973909 w 5005709"/>
                <a:gd name="connsiteY13" fmla="*/ 297713 h 5009167"/>
                <a:gd name="connsiteX14" fmla="*/ 4973967 w 5005709"/>
                <a:gd name="connsiteY14" fmla="*/ 298133 h 5009167"/>
                <a:gd name="connsiteX15" fmla="*/ 4997433 w 5005709"/>
                <a:gd name="connsiteY15" fmla="*/ 409911 h 5009167"/>
                <a:gd name="connsiteX16" fmla="*/ 4998713 w 5005709"/>
                <a:gd name="connsiteY16" fmla="*/ 555252 h 5009167"/>
                <a:gd name="connsiteX17" fmla="*/ 4998647 w 5005709"/>
                <a:gd name="connsiteY17" fmla="*/ 4492760 h 5009167"/>
                <a:gd name="connsiteX18" fmla="*/ 4998685 w 5005709"/>
                <a:gd name="connsiteY18" fmla="*/ 4493028 h 5009167"/>
                <a:gd name="connsiteX19" fmla="*/ 5000289 w 5005709"/>
                <a:gd name="connsiteY19" fmla="*/ 4853864 h 5009167"/>
                <a:gd name="connsiteX20" fmla="*/ 4997453 w 5005709"/>
                <a:gd name="connsiteY20" fmla="*/ 4877188 h 5009167"/>
                <a:gd name="connsiteX21" fmla="*/ 4996020 w 5005709"/>
                <a:gd name="connsiteY21" fmla="*/ 4982452 h 5009167"/>
                <a:gd name="connsiteX22" fmla="*/ 4984501 w 5005709"/>
                <a:gd name="connsiteY22" fmla="*/ 4983541 h 5009167"/>
                <a:gd name="connsiteX23" fmla="*/ 4982505 w 5005709"/>
                <a:gd name="connsiteY23" fmla="*/ 4999883 h 5009167"/>
                <a:gd name="connsiteX24" fmla="*/ 4903698 w 5005709"/>
                <a:gd name="connsiteY24" fmla="*/ 5005662 h 5009167"/>
                <a:gd name="connsiteX25" fmla="*/ 4895522 w 5005709"/>
                <a:gd name="connsiteY25" fmla="*/ 5008212 h 5009167"/>
                <a:gd name="connsiteX26" fmla="*/ 4875770 w 5005709"/>
                <a:gd name="connsiteY26" fmla="*/ 5007715 h 5009167"/>
                <a:gd name="connsiteX27" fmla="*/ 4862159 w 5005709"/>
                <a:gd name="connsiteY27" fmla="*/ 5008709 h 5009167"/>
                <a:gd name="connsiteX28" fmla="*/ 4719789 w 5005709"/>
                <a:gd name="connsiteY28" fmla="*/ 5008661 h 5009167"/>
                <a:gd name="connsiteX29" fmla="*/ 4714497 w 5005709"/>
                <a:gd name="connsiteY29" fmla="*/ 5009167 h 5009167"/>
                <a:gd name="connsiteX30" fmla="*/ 4701164 w 5005709"/>
                <a:gd name="connsiteY30" fmla="*/ 5008661 h 5009167"/>
                <a:gd name="connsiteX31" fmla="*/ 1682566 w 5005709"/>
                <a:gd name="connsiteY31" fmla="*/ 5007687 h 5009167"/>
                <a:gd name="connsiteX32" fmla="*/ 570660 w 5005709"/>
                <a:gd name="connsiteY32" fmla="*/ 5008527 h 5009167"/>
                <a:gd name="connsiteX33" fmla="*/ 556333 w 5005709"/>
                <a:gd name="connsiteY33" fmla="*/ 5007324 h 5009167"/>
                <a:gd name="connsiteX34" fmla="*/ 499790 w 5005709"/>
                <a:gd name="connsiteY34" fmla="*/ 5007314 h 5009167"/>
                <a:gd name="connsiteX35" fmla="*/ 394287 w 5005709"/>
                <a:gd name="connsiteY35" fmla="*/ 4993742 h 5009167"/>
                <a:gd name="connsiteX36" fmla="*/ 336369 w 5005709"/>
                <a:gd name="connsiteY36" fmla="*/ 4988880 h 5009167"/>
                <a:gd name="connsiteX37" fmla="*/ 327075 w 5005709"/>
                <a:gd name="connsiteY37" fmla="*/ 4985098 h 5009167"/>
                <a:gd name="connsiteX38" fmla="*/ 207045 w 5005709"/>
                <a:gd name="connsiteY38" fmla="*/ 4969663 h 5009167"/>
                <a:gd name="connsiteX39" fmla="*/ 161514 w 5005709"/>
                <a:gd name="connsiteY39" fmla="*/ 4917590 h 5009167"/>
                <a:gd name="connsiteX40" fmla="*/ 117904 w 5005709"/>
                <a:gd name="connsiteY40" fmla="*/ 4899806 h 5009167"/>
                <a:gd name="connsiteX41" fmla="*/ 72058 w 5005709"/>
                <a:gd name="connsiteY41" fmla="*/ 4800110 h 5009167"/>
                <a:gd name="connsiteX42" fmla="*/ 33824 w 5005709"/>
                <a:gd name="connsiteY42" fmla="*/ 4747721 h 5009167"/>
                <a:gd name="connsiteX43" fmla="*/ 23767 w 5005709"/>
                <a:gd name="connsiteY43" fmla="*/ 4695065 h 5009167"/>
                <a:gd name="connsiteX44" fmla="*/ 22372 w 5005709"/>
                <a:gd name="connsiteY44" fmla="*/ 4692037 h 5009167"/>
                <a:gd name="connsiteX45" fmla="*/ 21560 w 5005709"/>
                <a:gd name="connsiteY45" fmla="*/ 4683460 h 5009167"/>
                <a:gd name="connsiteX46" fmla="*/ 385 w 5005709"/>
                <a:gd name="connsiteY46" fmla="*/ 4572523 h 5009167"/>
                <a:gd name="connsiteX47" fmla="*/ 80 w 5005709"/>
                <a:gd name="connsiteY47" fmla="*/ 4463467 h 5009167"/>
                <a:gd name="connsiteX48" fmla="*/ 80 w 5005709"/>
                <a:gd name="connsiteY48" fmla="*/ 4459379 h 5009167"/>
                <a:gd name="connsiteX49" fmla="*/ 32 w 5005709"/>
                <a:gd name="connsiteY49" fmla="*/ 4458882 h 5009167"/>
                <a:gd name="connsiteX50" fmla="*/ 80 w 5005709"/>
                <a:gd name="connsiteY50" fmla="*/ 4453323 h 5009167"/>
                <a:gd name="connsiteX51" fmla="*/ 80 w 5005709"/>
                <a:gd name="connsiteY51" fmla="*/ 842974 h 5009167"/>
                <a:gd name="connsiteX52" fmla="*/ 444384 w 5005709"/>
                <a:gd name="connsiteY52" fmla="*/ 842974 h 5009167"/>
                <a:gd name="connsiteX53" fmla="*/ 441910 w 5005709"/>
                <a:gd name="connsiteY53" fmla="*/ 2654682 h 5009167"/>
                <a:gd name="connsiteX54" fmla="*/ 443810 w 5005709"/>
                <a:gd name="connsiteY54" fmla="*/ 2867302 h 5009167"/>
                <a:gd name="connsiteX55" fmla="*/ 584662 w 5005709"/>
                <a:gd name="connsiteY55" fmla="*/ 2878658 h 5009167"/>
                <a:gd name="connsiteX56" fmla="*/ 947962 w 5005709"/>
                <a:gd name="connsiteY56" fmla="*/ 2879021 h 5009167"/>
                <a:gd name="connsiteX57" fmla="*/ 1298569 w 5005709"/>
                <a:gd name="connsiteY57" fmla="*/ 2714826 h 5009167"/>
                <a:gd name="connsiteX58" fmla="*/ 1951844 w 5005709"/>
                <a:gd name="connsiteY58" fmla="*/ 1959046 h 5009167"/>
                <a:gd name="connsiteX59" fmla="*/ 2144779 w 5005709"/>
                <a:gd name="connsiteY59" fmla="*/ 1732022 h 5009167"/>
                <a:gd name="connsiteX60" fmla="*/ 2071473 w 5005709"/>
                <a:gd name="connsiteY60" fmla="*/ 1681363 h 5009167"/>
                <a:gd name="connsiteX61" fmla="*/ 1672251 w 5005709"/>
                <a:gd name="connsiteY61" fmla="*/ 1853696 h 5009167"/>
                <a:gd name="connsiteX62" fmla="*/ 1411646 w 5005709"/>
                <a:gd name="connsiteY62" fmla="*/ 2156613 h 5009167"/>
                <a:gd name="connsiteX63" fmla="*/ 1323068 w 5005709"/>
                <a:gd name="connsiteY63" fmla="*/ 2247321 h 5009167"/>
                <a:gd name="connsiteX64" fmla="*/ 1138423 w 5005709"/>
                <a:gd name="connsiteY64" fmla="*/ 2249871 h 5009167"/>
                <a:gd name="connsiteX65" fmla="*/ 1097324 w 5005709"/>
                <a:gd name="connsiteY65" fmla="*/ 2055771 h 5009167"/>
                <a:gd name="connsiteX66" fmla="*/ 1151375 w 5005709"/>
                <a:gd name="connsiteY66" fmla="*/ 1983210 h 5009167"/>
                <a:gd name="connsiteX67" fmla="*/ 1602919 w 5005709"/>
                <a:gd name="connsiteY67" fmla="*/ 1461206 h 5009167"/>
                <a:gd name="connsiteX68" fmla="*/ 1807487 w 5005709"/>
                <a:gd name="connsiteY68" fmla="*/ 1366964 h 5009167"/>
                <a:gd name="connsiteX69" fmla="*/ 2534087 w 5005709"/>
                <a:gd name="connsiteY69" fmla="*/ 1368034 h 5009167"/>
                <a:gd name="connsiteX70" fmla="*/ 2762351 w 5005709"/>
                <a:gd name="connsiteY70" fmla="*/ 1418159 h 5009167"/>
                <a:gd name="connsiteX71" fmla="*/ 2900873 w 5005709"/>
                <a:gd name="connsiteY71" fmla="*/ 1750857 h 5009167"/>
                <a:gd name="connsiteX72" fmla="*/ 2820614 w 5005709"/>
                <a:gd name="connsiteY72" fmla="*/ 1938988 h 5009167"/>
                <a:gd name="connsiteX73" fmla="*/ 2957531 w 5005709"/>
                <a:gd name="connsiteY73" fmla="*/ 1962188 h 5009167"/>
                <a:gd name="connsiteX74" fmla="*/ 3084505 w 5005709"/>
                <a:gd name="connsiteY74" fmla="*/ 1965445 h 5009167"/>
                <a:gd name="connsiteX75" fmla="*/ 3230390 w 5005709"/>
                <a:gd name="connsiteY75" fmla="*/ 2124779 h 5009167"/>
                <a:gd name="connsiteX76" fmla="*/ 3083970 w 5005709"/>
                <a:gd name="connsiteY76" fmla="*/ 2281104 h 5009167"/>
                <a:gd name="connsiteX77" fmla="*/ 2738980 w 5005709"/>
                <a:gd name="connsiteY77" fmla="*/ 2284781 h 5009167"/>
                <a:gd name="connsiteX78" fmla="*/ 2630067 w 5005709"/>
                <a:gd name="connsiteY78" fmla="*/ 2284141 h 5009167"/>
                <a:gd name="connsiteX79" fmla="*/ 2429548 w 5005709"/>
                <a:gd name="connsiteY79" fmla="*/ 2378823 h 5009167"/>
                <a:gd name="connsiteX80" fmla="*/ 2381964 w 5005709"/>
                <a:gd name="connsiteY80" fmla="*/ 2444975 h 5009167"/>
                <a:gd name="connsiteX81" fmla="*/ 2456607 w 5005709"/>
                <a:gd name="connsiteY81" fmla="*/ 2541347 h 5009167"/>
                <a:gd name="connsiteX82" fmla="*/ 2738951 w 5005709"/>
                <a:gd name="connsiteY82" fmla="*/ 2824140 h 5009167"/>
                <a:gd name="connsiteX83" fmla="*/ 2815514 w 5005709"/>
                <a:gd name="connsiteY83" fmla="*/ 3087964 h 5009167"/>
                <a:gd name="connsiteX84" fmla="*/ 2583247 w 5005709"/>
                <a:gd name="connsiteY84" fmla="*/ 4133261 h 5009167"/>
                <a:gd name="connsiteX85" fmla="*/ 2578672 w 5005709"/>
                <a:gd name="connsiteY85" fmla="*/ 4150816 h 5009167"/>
                <a:gd name="connsiteX86" fmla="*/ 2345908 w 5005709"/>
                <a:gd name="connsiteY86" fmla="*/ 4299195 h 5009167"/>
                <a:gd name="connsiteX87" fmla="*/ 2192086 w 5005709"/>
                <a:gd name="connsiteY87" fmla="*/ 4067281 h 5009167"/>
                <a:gd name="connsiteX88" fmla="*/ 2316892 w 5005709"/>
                <a:gd name="connsiteY88" fmla="*/ 3500253 h 5009167"/>
                <a:gd name="connsiteX89" fmla="*/ 2379519 w 5005709"/>
                <a:gd name="connsiteY89" fmla="*/ 3210717 h 5009167"/>
                <a:gd name="connsiteX90" fmla="*/ 1920621 w 5005709"/>
                <a:gd name="connsiteY90" fmla="*/ 2763881 h 5009167"/>
                <a:gd name="connsiteX91" fmla="*/ 1822358 w 5005709"/>
                <a:gd name="connsiteY91" fmla="*/ 2858008 h 5009167"/>
                <a:gd name="connsiteX92" fmla="*/ 1579986 w 5005709"/>
                <a:gd name="connsiteY92" fmla="*/ 3128490 h 5009167"/>
                <a:gd name="connsiteX93" fmla="*/ 1263411 w 5005709"/>
                <a:gd name="connsiteY93" fmla="*/ 3271424 h 5009167"/>
                <a:gd name="connsiteX94" fmla="*/ 772974 w 5005709"/>
                <a:gd name="connsiteY94" fmla="*/ 3271262 h 5009167"/>
                <a:gd name="connsiteX95" fmla="*/ 460621 w 5005709"/>
                <a:gd name="connsiteY95" fmla="*/ 3272809 h 5009167"/>
                <a:gd name="connsiteX96" fmla="*/ 440964 w 5005709"/>
                <a:gd name="connsiteY96" fmla="*/ 3348121 h 5009167"/>
                <a:gd name="connsiteX97" fmla="*/ 440964 w 5005709"/>
                <a:gd name="connsiteY97" fmla="*/ 3351263 h 5009167"/>
                <a:gd name="connsiteX98" fmla="*/ 440716 w 5005709"/>
                <a:gd name="connsiteY98" fmla="*/ 4492512 h 5009167"/>
                <a:gd name="connsiteX99" fmla="*/ 452483 w 5005709"/>
                <a:gd name="connsiteY99" fmla="*/ 4548740 h 5009167"/>
                <a:gd name="connsiteX100" fmla="*/ 515550 w 5005709"/>
                <a:gd name="connsiteY100" fmla="*/ 4563803 h 5009167"/>
                <a:gd name="connsiteX101" fmla="*/ 547690 w 5005709"/>
                <a:gd name="connsiteY101" fmla="*/ 4569782 h 5009167"/>
                <a:gd name="connsiteX102" fmla="*/ 591864 w 5005709"/>
                <a:gd name="connsiteY102" fmla="*/ 4569877 h 5009167"/>
                <a:gd name="connsiteX103" fmla="*/ 646010 w 5005709"/>
                <a:gd name="connsiteY103" fmla="*/ 4567804 h 5009167"/>
                <a:gd name="connsiteX104" fmla="*/ 2589694 w 5005709"/>
                <a:gd name="connsiteY104" fmla="*/ 4568702 h 5009167"/>
                <a:gd name="connsiteX105" fmla="*/ 3025125 w 5005709"/>
                <a:gd name="connsiteY105" fmla="*/ 4568702 h 5009167"/>
                <a:gd name="connsiteX106" fmla="*/ 4449251 w 5005709"/>
                <a:gd name="connsiteY106" fmla="*/ 4567222 h 5009167"/>
                <a:gd name="connsiteX107" fmla="*/ 4541334 w 5005709"/>
                <a:gd name="connsiteY107" fmla="*/ 4552799 h 5009167"/>
                <a:gd name="connsiteX108" fmla="*/ 4543311 w 5005709"/>
                <a:gd name="connsiteY108" fmla="*/ 4551883 h 5009167"/>
                <a:gd name="connsiteX109" fmla="*/ 4558307 w 5005709"/>
                <a:gd name="connsiteY109" fmla="*/ 4456256 h 5009167"/>
                <a:gd name="connsiteX110" fmla="*/ 4559243 w 5005709"/>
                <a:gd name="connsiteY110" fmla="*/ 4201963 h 5009167"/>
                <a:gd name="connsiteX111" fmla="*/ 4558612 w 5005709"/>
                <a:gd name="connsiteY111" fmla="*/ 677881 h 5009167"/>
                <a:gd name="connsiteX112" fmla="*/ 4561573 w 5005709"/>
                <a:gd name="connsiteY112" fmla="*/ 569952 h 5009167"/>
                <a:gd name="connsiteX113" fmla="*/ 4561573 w 5005709"/>
                <a:gd name="connsiteY113" fmla="*/ 569761 h 5009167"/>
                <a:gd name="connsiteX114" fmla="*/ 4542815 w 5005709"/>
                <a:gd name="connsiteY114" fmla="*/ 463198 h 5009167"/>
                <a:gd name="connsiteX115" fmla="*/ 4436891 w 5005709"/>
                <a:gd name="connsiteY115" fmla="*/ 437400 h 5009167"/>
                <a:gd name="connsiteX116" fmla="*/ 4358170 w 5005709"/>
                <a:gd name="connsiteY116" fmla="*/ 440284 h 5009167"/>
                <a:gd name="connsiteX117" fmla="*/ 2050336 w 5005709"/>
                <a:gd name="connsiteY117" fmla="*/ 439233 h 5009167"/>
                <a:gd name="connsiteX118" fmla="*/ 838419 w 5005709"/>
                <a:gd name="connsiteY118" fmla="*/ 442214 h 5009167"/>
                <a:gd name="connsiteX119" fmla="*/ 838419 w 5005709"/>
                <a:gd name="connsiteY119" fmla="*/ 450 h 5009167"/>
                <a:gd name="connsiteX120" fmla="*/ 3836530 w 5005709"/>
                <a:gd name="connsiteY120" fmla="*/ 335 h 500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005709" h="5009167">
                  <a:moveTo>
                    <a:pt x="2948046" y="706477"/>
                  </a:moveTo>
                  <a:cubicBezTo>
                    <a:pt x="3129458" y="706477"/>
                    <a:pt x="3276522" y="854448"/>
                    <a:pt x="3276522" y="1036979"/>
                  </a:cubicBezTo>
                  <a:cubicBezTo>
                    <a:pt x="3276522" y="1219510"/>
                    <a:pt x="3129458" y="1367481"/>
                    <a:pt x="2948046" y="1367481"/>
                  </a:cubicBezTo>
                  <a:cubicBezTo>
                    <a:pt x="2766634" y="1367481"/>
                    <a:pt x="2619570" y="1219510"/>
                    <a:pt x="2619570" y="1036979"/>
                  </a:cubicBezTo>
                  <a:cubicBezTo>
                    <a:pt x="2619570" y="854448"/>
                    <a:pt x="2766634" y="706477"/>
                    <a:pt x="2948046" y="706477"/>
                  </a:cubicBezTo>
                  <a:close/>
                  <a:moveTo>
                    <a:pt x="4467149" y="1"/>
                  </a:moveTo>
                  <a:cubicBezTo>
                    <a:pt x="4497427" y="-9"/>
                    <a:pt x="4527714" y="774"/>
                    <a:pt x="4557991" y="841"/>
                  </a:cubicBezTo>
                  <a:lnTo>
                    <a:pt x="4568192" y="3258"/>
                  </a:lnTo>
                  <a:lnTo>
                    <a:pt x="4598565" y="3792"/>
                  </a:lnTo>
                  <a:cubicBezTo>
                    <a:pt x="4663236" y="9093"/>
                    <a:pt x="4725825" y="21500"/>
                    <a:pt x="4784097" y="49906"/>
                  </a:cubicBezTo>
                  <a:cubicBezTo>
                    <a:pt x="4814652" y="76592"/>
                    <a:pt x="4840956" y="100871"/>
                    <a:pt x="4868626" y="123479"/>
                  </a:cubicBezTo>
                  <a:cubicBezTo>
                    <a:pt x="4913994" y="160547"/>
                    <a:pt x="4944463" y="204359"/>
                    <a:pt x="4964453" y="252793"/>
                  </a:cubicBezTo>
                  <a:lnTo>
                    <a:pt x="4973861" y="297646"/>
                  </a:lnTo>
                  <a:lnTo>
                    <a:pt x="4973909" y="297713"/>
                  </a:lnTo>
                  <a:lnTo>
                    <a:pt x="4973967" y="298133"/>
                  </a:lnTo>
                  <a:lnTo>
                    <a:pt x="4997433" y="409911"/>
                  </a:lnTo>
                  <a:cubicBezTo>
                    <a:pt x="5000452" y="458202"/>
                    <a:pt x="4998713" y="506789"/>
                    <a:pt x="4998713" y="555252"/>
                  </a:cubicBezTo>
                  <a:lnTo>
                    <a:pt x="4998647" y="4492760"/>
                  </a:lnTo>
                  <a:lnTo>
                    <a:pt x="4998685" y="4493028"/>
                  </a:lnTo>
                  <a:cubicBezTo>
                    <a:pt x="5007481" y="4603918"/>
                    <a:pt x="5008017" y="4740653"/>
                    <a:pt x="5000289" y="4853864"/>
                  </a:cubicBezTo>
                  <a:lnTo>
                    <a:pt x="4997453" y="4877188"/>
                  </a:lnTo>
                  <a:lnTo>
                    <a:pt x="4996020" y="4982452"/>
                  </a:lnTo>
                  <a:lnTo>
                    <a:pt x="4984501" y="4983541"/>
                  </a:lnTo>
                  <a:lnTo>
                    <a:pt x="4982505" y="4999883"/>
                  </a:lnTo>
                  <a:lnTo>
                    <a:pt x="4903698" y="5005662"/>
                  </a:lnTo>
                  <a:lnTo>
                    <a:pt x="4895522" y="5008212"/>
                  </a:lnTo>
                  <a:lnTo>
                    <a:pt x="4875770" y="5007715"/>
                  </a:lnTo>
                  <a:lnTo>
                    <a:pt x="4862159" y="5008709"/>
                  </a:lnTo>
                  <a:lnTo>
                    <a:pt x="4719789" y="5008661"/>
                  </a:lnTo>
                  <a:lnTo>
                    <a:pt x="4714497" y="5009167"/>
                  </a:lnTo>
                  <a:lnTo>
                    <a:pt x="4701164" y="5008661"/>
                  </a:lnTo>
                  <a:lnTo>
                    <a:pt x="1682566" y="5007687"/>
                  </a:lnTo>
                  <a:lnTo>
                    <a:pt x="570660" y="5008527"/>
                  </a:lnTo>
                  <a:lnTo>
                    <a:pt x="556333" y="5007324"/>
                  </a:lnTo>
                  <a:lnTo>
                    <a:pt x="499790" y="5007314"/>
                  </a:lnTo>
                  <a:lnTo>
                    <a:pt x="394287" y="4993742"/>
                  </a:lnTo>
                  <a:lnTo>
                    <a:pt x="336369" y="4988880"/>
                  </a:lnTo>
                  <a:lnTo>
                    <a:pt x="327075" y="4985098"/>
                  </a:lnTo>
                  <a:lnTo>
                    <a:pt x="207045" y="4969663"/>
                  </a:lnTo>
                  <a:lnTo>
                    <a:pt x="161514" y="4917590"/>
                  </a:lnTo>
                  <a:lnTo>
                    <a:pt x="117904" y="4899806"/>
                  </a:lnTo>
                  <a:lnTo>
                    <a:pt x="72058" y="4800110"/>
                  </a:lnTo>
                  <a:lnTo>
                    <a:pt x="33824" y="4747721"/>
                  </a:lnTo>
                  <a:lnTo>
                    <a:pt x="23767" y="4695065"/>
                  </a:lnTo>
                  <a:lnTo>
                    <a:pt x="22372" y="4692037"/>
                  </a:lnTo>
                  <a:lnTo>
                    <a:pt x="21560" y="4683460"/>
                  </a:lnTo>
                  <a:lnTo>
                    <a:pt x="385" y="4572523"/>
                  </a:lnTo>
                  <a:cubicBezTo>
                    <a:pt x="-236" y="4536180"/>
                    <a:pt x="80" y="4499819"/>
                    <a:pt x="80" y="4463467"/>
                  </a:cubicBezTo>
                  <a:lnTo>
                    <a:pt x="80" y="4459379"/>
                  </a:lnTo>
                  <a:lnTo>
                    <a:pt x="32" y="4458882"/>
                  </a:lnTo>
                  <a:lnTo>
                    <a:pt x="80" y="4453323"/>
                  </a:lnTo>
                  <a:lnTo>
                    <a:pt x="80" y="842974"/>
                  </a:lnTo>
                  <a:lnTo>
                    <a:pt x="444384" y="842974"/>
                  </a:lnTo>
                  <a:lnTo>
                    <a:pt x="441910" y="2654682"/>
                  </a:lnTo>
                  <a:lnTo>
                    <a:pt x="443810" y="2867302"/>
                  </a:lnTo>
                  <a:cubicBezTo>
                    <a:pt x="502321" y="2872221"/>
                    <a:pt x="543468" y="2878190"/>
                    <a:pt x="584662" y="2878658"/>
                  </a:cubicBezTo>
                  <a:cubicBezTo>
                    <a:pt x="705753" y="2880014"/>
                    <a:pt x="826872" y="2880177"/>
                    <a:pt x="947962" y="2879021"/>
                  </a:cubicBezTo>
                  <a:cubicBezTo>
                    <a:pt x="1191662" y="2876672"/>
                    <a:pt x="1131451" y="2905182"/>
                    <a:pt x="1298569" y="2714826"/>
                  </a:cubicBezTo>
                  <a:cubicBezTo>
                    <a:pt x="1518257" y="2464593"/>
                    <a:pt x="1734458" y="2211294"/>
                    <a:pt x="1951844" y="1959046"/>
                  </a:cubicBezTo>
                  <a:cubicBezTo>
                    <a:pt x="2018397" y="1881815"/>
                    <a:pt x="2083918" y="1803695"/>
                    <a:pt x="2144779" y="1732022"/>
                  </a:cubicBezTo>
                  <a:cubicBezTo>
                    <a:pt x="2133594" y="1678698"/>
                    <a:pt x="2099754" y="1681286"/>
                    <a:pt x="2071473" y="1681363"/>
                  </a:cubicBezTo>
                  <a:cubicBezTo>
                    <a:pt x="1770562" y="1682174"/>
                    <a:pt x="1848547" y="1649605"/>
                    <a:pt x="1672251" y="1853696"/>
                  </a:cubicBezTo>
                  <a:cubicBezTo>
                    <a:pt x="1585182" y="1954499"/>
                    <a:pt x="1499116" y="2056172"/>
                    <a:pt x="1411646" y="2156613"/>
                  </a:cubicBezTo>
                  <a:cubicBezTo>
                    <a:pt x="1383909" y="2188476"/>
                    <a:pt x="1355609" y="2220740"/>
                    <a:pt x="1323068" y="2247321"/>
                  </a:cubicBezTo>
                  <a:cubicBezTo>
                    <a:pt x="1268454" y="2291935"/>
                    <a:pt x="1192015" y="2290837"/>
                    <a:pt x="1138423" y="2249871"/>
                  </a:cubicBezTo>
                  <a:cubicBezTo>
                    <a:pt x="1077974" y="2203672"/>
                    <a:pt x="1059492" y="2121675"/>
                    <a:pt x="1097324" y="2055771"/>
                  </a:cubicBezTo>
                  <a:cubicBezTo>
                    <a:pt x="1112243" y="2029782"/>
                    <a:pt x="1131680" y="2006009"/>
                    <a:pt x="1151375" y="1983210"/>
                  </a:cubicBezTo>
                  <a:cubicBezTo>
                    <a:pt x="1301749" y="1809101"/>
                    <a:pt x="1453833" y="1636434"/>
                    <a:pt x="1602919" y="1461206"/>
                  </a:cubicBezTo>
                  <a:cubicBezTo>
                    <a:pt x="1657809" y="1396688"/>
                    <a:pt x="1720876" y="1365637"/>
                    <a:pt x="1807487" y="1366964"/>
                  </a:cubicBezTo>
                  <a:cubicBezTo>
                    <a:pt x="2049639" y="1370651"/>
                    <a:pt x="2291877" y="1368980"/>
                    <a:pt x="2534087" y="1368034"/>
                  </a:cubicBezTo>
                  <a:cubicBezTo>
                    <a:pt x="2614365" y="1367719"/>
                    <a:pt x="2690794" y="1381845"/>
                    <a:pt x="2762351" y="1418159"/>
                  </a:cubicBezTo>
                  <a:cubicBezTo>
                    <a:pt x="2900567" y="1488284"/>
                    <a:pt x="2949307" y="1601304"/>
                    <a:pt x="2900873" y="1750857"/>
                  </a:cubicBezTo>
                  <a:cubicBezTo>
                    <a:pt x="2880634" y="1813342"/>
                    <a:pt x="2849468" y="1872282"/>
                    <a:pt x="2820614" y="1938988"/>
                  </a:cubicBezTo>
                  <a:cubicBezTo>
                    <a:pt x="2864053" y="1973287"/>
                    <a:pt x="2912812" y="1959514"/>
                    <a:pt x="2957531" y="1962188"/>
                  </a:cubicBezTo>
                  <a:cubicBezTo>
                    <a:pt x="2999785" y="1964710"/>
                    <a:pt x="3042718" y="1960154"/>
                    <a:pt x="3084505" y="1965445"/>
                  </a:cubicBezTo>
                  <a:cubicBezTo>
                    <a:pt x="3169014" y="1976133"/>
                    <a:pt x="3230705" y="2046039"/>
                    <a:pt x="3230390" y="2124779"/>
                  </a:cubicBezTo>
                  <a:cubicBezTo>
                    <a:pt x="3230065" y="2205859"/>
                    <a:pt x="3170408" y="2276214"/>
                    <a:pt x="3083970" y="2281104"/>
                  </a:cubicBezTo>
                  <a:cubicBezTo>
                    <a:pt x="2969269" y="2287580"/>
                    <a:pt x="2854005" y="2284094"/>
                    <a:pt x="2738980" y="2284781"/>
                  </a:cubicBezTo>
                  <a:cubicBezTo>
                    <a:pt x="2702637" y="2284991"/>
                    <a:pt x="2665903" y="2288325"/>
                    <a:pt x="2630067" y="2284141"/>
                  </a:cubicBezTo>
                  <a:cubicBezTo>
                    <a:pt x="2542539" y="2273950"/>
                    <a:pt x="2477763" y="2307580"/>
                    <a:pt x="2429548" y="2378823"/>
                  </a:cubicBezTo>
                  <a:cubicBezTo>
                    <a:pt x="2416033" y="2398804"/>
                    <a:pt x="2401401" y="2418031"/>
                    <a:pt x="2381964" y="2444975"/>
                  </a:cubicBezTo>
                  <a:cubicBezTo>
                    <a:pt x="2406377" y="2476885"/>
                    <a:pt x="2428335" y="2512187"/>
                    <a:pt x="2456607" y="2541347"/>
                  </a:cubicBezTo>
                  <a:cubicBezTo>
                    <a:pt x="2549330" y="2636964"/>
                    <a:pt x="2642904" y="2731865"/>
                    <a:pt x="2738951" y="2824140"/>
                  </a:cubicBezTo>
                  <a:cubicBezTo>
                    <a:pt x="2816344" y="2898496"/>
                    <a:pt x="2839258" y="2983512"/>
                    <a:pt x="2815514" y="3087964"/>
                  </a:cubicBezTo>
                  <a:cubicBezTo>
                    <a:pt x="2736401" y="3436011"/>
                    <a:pt x="2660440" y="3784775"/>
                    <a:pt x="2583247" y="4133261"/>
                  </a:cubicBezTo>
                  <a:cubicBezTo>
                    <a:pt x="2581938" y="4139164"/>
                    <a:pt x="2580506" y="4145067"/>
                    <a:pt x="2578672" y="4150816"/>
                  </a:cubicBezTo>
                  <a:cubicBezTo>
                    <a:pt x="2541126" y="4268287"/>
                    <a:pt x="2450179" y="4326235"/>
                    <a:pt x="2345908" y="4299195"/>
                  </a:cubicBezTo>
                  <a:cubicBezTo>
                    <a:pt x="2236948" y="4270942"/>
                    <a:pt x="2170414" y="4180951"/>
                    <a:pt x="2192086" y="4067281"/>
                  </a:cubicBezTo>
                  <a:cubicBezTo>
                    <a:pt x="2228323" y="3877250"/>
                    <a:pt x="2275010" y="3689215"/>
                    <a:pt x="2316892" y="3500253"/>
                  </a:cubicBezTo>
                  <a:cubicBezTo>
                    <a:pt x="2337723" y="3406202"/>
                    <a:pt x="2357647" y="3311950"/>
                    <a:pt x="2379519" y="3210717"/>
                  </a:cubicBezTo>
                  <a:cubicBezTo>
                    <a:pt x="2232679" y="3055423"/>
                    <a:pt x="2079573" y="2911562"/>
                    <a:pt x="1920621" y="2763881"/>
                  </a:cubicBezTo>
                  <a:cubicBezTo>
                    <a:pt x="1882139" y="2800510"/>
                    <a:pt x="1850391" y="2827549"/>
                    <a:pt x="1822358" y="2858008"/>
                  </a:cubicBezTo>
                  <a:cubicBezTo>
                    <a:pt x="1740351" y="2947102"/>
                    <a:pt x="1655106" y="3033809"/>
                    <a:pt x="1579986" y="3128490"/>
                  </a:cubicBezTo>
                  <a:cubicBezTo>
                    <a:pt x="1497101" y="3232933"/>
                    <a:pt x="1393489" y="3274175"/>
                    <a:pt x="1263411" y="3271424"/>
                  </a:cubicBezTo>
                  <a:cubicBezTo>
                    <a:pt x="1100008" y="3267957"/>
                    <a:pt x="936463" y="3270861"/>
                    <a:pt x="772974" y="3271262"/>
                  </a:cubicBezTo>
                  <a:cubicBezTo>
                    <a:pt x="670920" y="3271529"/>
                    <a:pt x="568865" y="3272255"/>
                    <a:pt x="460621" y="3272809"/>
                  </a:cubicBezTo>
                  <a:lnTo>
                    <a:pt x="440964" y="3348121"/>
                  </a:lnTo>
                  <a:lnTo>
                    <a:pt x="440964" y="3351263"/>
                  </a:lnTo>
                  <a:lnTo>
                    <a:pt x="440716" y="4492512"/>
                  </a:lnTo>
                  <a:cubicBezTo>
                    <a:pt x="440745" y="4509809"/>
                    <a:pt x="447765" y="4527088"/>
                    <a:pt x="452483" y="4548740"/>
                  </a:cubicBezTo>
                  <a:lnTo>
                    <a:pt x="515550" y="4563803"/>
                  </a:lnTo>
                  <a:lnTo>
                    <a:pt x="547690" y="4569782"/>
                  </a:lnTo>
                  <a:lnTo>
                    <a:pt x="591864" y="4569877"/>
                  </a:lnTo>
                  <a:lnTo>
                    <a:pt x="646010" y="4567804"/>
                  </a:lnTo>
                  <a:cubicBezTo>
                    <a:pt x="1293908" y="4569285"/>
                    <a:pt x="1941806" y="4568702"/>
                    <a:pt x="2589694" y="4568702"/>
                  </a:cubicBezTo>
                  <a:lnTo>
                    <a:pt x="3025125" y="4568702"/>
                  </a:lnTo>
                  <a:lnTo>
                    <a:pt x="4449251" y="4567222"/>
                  </a:lnTo>
                  <a:lnTo>
                    <a:pt x="4541334" y="4552799"/>
                  </a:lnTo>
                  <a:lnTo>
                    <a:pt x="4543311" y="4551883"/>
                  </a:lnTo>
                  <a:lnTo>
                    <a:pt x="4558307" y="4456256"/>
                  </a:lnTo>
                  <a:cubicBezTo>
                    <a:pt x="4560656" y="4371546"/>
                    <a:pt x="4559243" y="4286740"/>
                    <a:pt x="4559243" y="4201963"/>
                  </a:cubicBezTo>
                  <a:cubicBezTo>
                    <a:pt x="4559252" y="3027266"/>
                    <a:pt x="4559510" y="1852578"/>
                    <a:pt x="4558612" y="677881"/>
                  </a:cubicBezTo>
                  <a:lnTo>
                    <a:pt x="4561573" y="569952"/>
                  </a:lnTo>
                  <a:lnTo>
                    <a:pt x="4561573" y="569761"/>
                  </a:lnTo>
                  <a:lnTo>
                    <a:pt x="4542815" y="463198"/>
                  </a:lnTo>
                  <a:lnTo>
                    <a:pt x="4436891" y="437400"/>
                  </a:lnTo>
                  <a:lnTo>
                    <a:pt x="4358170" y="440284"/>
                  </a:lnTo>
                  <a:cubicBezTo>
                    <a:pt x="3594951" y="438651"/>
                    <a:pt x="2831731" y="439233"/>
                    <a:pt x="2050336" y="439233"/>
                  </a:cubicBezTo>
                  <a:lnTo>
                    <a:pt x="838419" y="442214"/>
                  </a:lnTo>
                  <a:lnTo>
                    <a:pt x="838419" y="450"/>
                  </a:lnTo>
                  <a:lnTo>
                    <a:pt x="3836530" y="335"/>
                  </a:lnTo>
                  <a:close/>
                </a:path>
              </a:pathLst>
            </a:custGeom>
            <a:solidFill>
              <a:schemeClr val="accent2"/>
            </a:solidFill>
            <a:ln w="1155" cap="flat">
              <a:noFill/>
              <a:prstDash val="solid"/>
              <a:miter/>
            </a:ln>
          </p:spPr>
          <p:txBody>
            <a:bodyPr wrap="square" rtlCol="0" anchor="ctr">
              <a:noAutofit/>
            </a:bodyPr>
            <a:lstStyle/>
            <a:p>
              <a:endParaRPr lang="en-US"/>
            </a:p>
          </p:txBody>
        </p:sp>
      </p:grpSp>
      <p:grpSp>
        <p:nvGrpSpPr>
          <p:cNvPr id="922" name="Group 921">
            <a:extLst>
              <a:ext uri="{FF2B5EF4-FFF2-40B4-BE49-F238E27FC236}">
                <a16:creationId xmlns:a16="http://schemas.microsoft.com/office/drawing/2014/main" id="{1C4D2524-2D81-BE7A-0F5E-F8D7F418560A}"/>
              </a:ext>
              <a:ext uri="{C183D7F6-B498-43B3-948B-1728B52AA6E4}">
                <adec:decorative xmlns:adec="http://schemas.microsoft.com/office/drawing/2017/decorative" val="1"/>
              </a:ext>
            </a:extLst>
          </p:cNvPr>
          <p:cNvGrpSpPr>
            <a:grpSpLocks noChangeAspect="1"/>
          </p:cNvGrpSpPr>
          <p:nvPr/>
        </p:nvGrpSpPr>
        <p:grpSpPr>
          <a:xfrm>
            <a:off x="7144720" y="1517247"/>
            <a:ext cx="456570" cy="457200"/>
            <a:chOff x="7144720" y="1517247"/>
            <a:chExt cx="456570" cy="457200"/>
          </a:xfrm>
          <a:solidFill>
            <a:srgbClr val="FF0000"/>
          </a:solidFill>
        </p:grpSpPr>
        <p:sp>
          <p:nvSpPr>
            <p:cNvPr id="1023" name="Freeform: Shape 1022">
              <a:extLst>
                <a:ext uri="{FF2B5EF4-FFF2-40B4-BE49-F238E27FC236}">
                  <a16:creationId xmlns:a16="http://schemas.microsoft.com/office/drawing/2014/main" id="{6766C540-8DD5-78D6-D0E7-02782B76FA0B}"/>
                </a:ext>
                <a:ext uri="{C183D7F6-B498-43B3-948B-1728B52AA6E4}">
                  <adec:decorative xmlns:adec="http://schemas.microsoft.com/office/drawing/2017/decorative" val="1"/>
                </a:ext>
              </a:extLst>
            </p:cNvPr>
            <p:cNvSpPr/>
            <p:nvPr/>
          </p:nvSpPr>
          <p:spPr>
            <a:xfrm>
              <a:off x="7144720" y="1523808"/>
              <a:ext cx="449772" cy="450639"/>
            </a:xfrm>
            <a:custGeom>
              <a:avLst/>
              <a:gdLst>
                <a:gd name="connsiteX0" fmla="*/ 6574861 w 6746594"/>
                <a:gd name="connsiteY0" fmla="*/ 5167820 h 6759588"/>
                <a:gd name="connsiteX1" fmla="*/ 6730352 w 6746594"/>
                <a:gd name="connsiteY1" fmla="*/ 5167982 h 6759588"/>
                <a:gd name="connsiteX2" fmla="*/ 6745680 w 6746594"/>
                <a:gd name="connsiteY2" fmla="*/ 5286813 h 6759588"/>
                <a:gd name="connsiteX3" fmla="*/ 6746384 w 6746594"/>
                <a:gd name="connsiteY3" fmla="*/ 5998945 h 6759588"/>
                <a:gd name="connsiteX4" fmla="*/ 6744896 w 6746594"/>
                <a:gd name="connsiteY4" fmla="*/ 6725082 h 6759588"/>
                <a:gd name="connsiteX5" fmla="*/ 6716988 w 6746594"/>
                <a:gd name="connsiteY5" fmla="*/ 6750676 h 6759588"/>
                <a:gd name="connsiteX6" fmla="*/ 6701430 w 6746594"/>
                <a:gd name="connsiteY6" fmla="*/ 6755011 h 6759588"/>
                <a:gd name="connsiteX7" fmla="*/ 5244448 w 6746594"/>
                <a:gd name="connsiteY7" fmla="*/ 6759109 h 6759588"/>
                <a:gd name="connsiteX8" fmla="*/ 5171944 w 6746594"/>
                <a:gd name="connsiteY8" fmla="*/ 6751172 h 6759588"/>
                <a:gd name="connsiteX9" fmla="*/ 5158889 w 6746594"/>
                <a:gd name="connsiteY9" fmla="*/ 6371018 h 6759588"/>
                <a:gd name="connsiteX10" fmla="*/ 5462068 w 6746594"/>
                <a:gd name="connsiteY10" fmla="*/ 6359753 h 6759588"/>
                <a:gd name="connsiteX11" fmla="*/ 5743586 w 6746594"/>
                <a:gd name="connsiteY11" fmla="*/ 6359300 h 6759588"/>
                <a:gd name="connsiteX12" fmla="*/ 6041676 w 6746594"/>
                <a:gd name="connsiteY12" fmla="*/ 6359300 h 6759588"/>
                <a:gd name="connsiteX13" fmla="*/ 6331972 w 6746594"/>
                <a:gd name="connsiteY13" fmla="*/ 6359300 h 6759588"/>
                <a:gd name="connsiteX14" fmla="*/ 6346099 w 6746594"/>
                <a:gd name="connsiteY14" fmla="*/ 6223876 h 6759588"/>
                <a:gd name="connsiteX15" fmla="*/ 6347048 w 6746594"/>
                <a:gd name="connsiteY15" fmla="*/ 5346182 h 6759588"/>
                <a:gd name="connsiteX16" fmla="*/ 6354144 w 6746594"/>
                <a:gd name="connsiteY16" fmla="*/ 5180038 h 6759588"/>
                <a:gd name="connsiteX17" fmla="*/ 6425699 w 6746594"/>
                <a:gd name="connsiteY17" fmla="*/ 5168456 h 6759588"/>
                <a:gd name="connsiteX18" fmla="*/ 6574861 w 6746594"/>
                <a:gd name="connsiteY18" fmla="*/ 5167820 h 6759588"/>
                <a:gd name="connsiteX19" fmla="*/ 193843 w 6746594"/>
                <a:gd name="connsiteY19" fmla="*/ 5165516 h 6759588"/>
                <a:gd name="connsiteX20" fmla="*/ 382112 w 6746594"/>
                <a:gd name="connsiteY20" fmla="*/ 5173153 h 6759588"/>
                <a:gd name="connsiteX21" fmla="*/ 398770 w 6746594"/>
                <a:gd name="connsiteY21" fmla="*/ 5282962 h 6759588"/>
                <a:gd name="connsiteX22" fmla="*/ 399891 w 6746594"/>
                <a:gd name="connsiteY22" fmla="*/ 6178826 h 6759588"/>
                <a:gd name="connsiteX23" fmla="*/ 406275 w 6746594"/>
                <a:gd name="connsiteY23" fmla="*/ 6348407 h 6759588"/>
                <a:gd name="connsiteX24" fmla="*/ 992346 w 6746594"/>
                <a:gd name="connsiteY24" fmla="*/ 6358789 h 6759588"/>
                <a:gd name="connsiteX25" fmla="*/ 1573958 w 6746594"/>
                <a:gd name="connsiteY25" fmla="*/ 6360341 h 6759588"/>
                <a:gd name="connsiteX26" fmla="*/ 1583930 w 6746594"/>
                <a:gd name="connsiteY26" fmla="*/ 6741546 h 6759588"/>
                <a:gd name="connsiteX27" fmla="*/ 1489254 w 6746594"/>
                <a:gd name="connsiteY27" fmla="*/ 6758772 h 6759588"/>
                <a:gd name="connsiteX28" fmla="*/ 112277 w 6746594"/>
                <a:gd name="connsiteY28" fmla="*/ 6759131 h 6759588"/>
                <a:gd name="connsiteX29" fmla="*/ 22605 w 6746594"/>
                <a:gd name="connsiteY29" fmla="*/ 6750526 h 6759588"/>
                <a:gd name="connsiteX30" fmla="*/ 4632 w 6746594"/>
                <a:gd name="connsiteY30" fmla="*/ 6711898 h 6759588"/>
                <a:gd name="connsiteX31" fmla="*/ 9 w 6746594"/>
                <a:gd name="connsiteY31" fmla="*/ 5866143 h 6759588"/>
                <a:gd name="connsiteX32" fmla="*/ 3388 w 6746594"/>
                <a:gd name="connsiteY32" fmla="*/ 5219294 h 6759588"/>
                <a:gd name="connsiteX33" fmla="*/ 17889 w 6746594"/>
                <a:gd name="connsiteY33" fmla="*/ 5177862 h 6759588"/>
                <a:gd name="connsiteX34" fmla="*/ 193843 w 6746594"/>
                <a:gd name="connsiteY34" fmla="*/ 5165516 h 6759588"/>
                <a:gd name="connsiteX35" fmla="*/ 6345270 w 6746594"/>
                <a:gd name="connsiteY35" fmla="*/ 789480 h 6759588"/>
                <a:gd name="connsiteX36" fmla="*/ 6743078 w 6746594"/>
                <a:gd name="connsiteY36" fmla="*/ 789480 h 6759588"/>
                <a:gd name="connsiteX37" fmla="*/ 6745086 w 6746594"/>
                <a:gd name="connsiteY37" fmla="*/ 1502152 h 6759588"/>
                <a:gd name="connsiteX38" fmla="*/ 6737145 w 6746594"/>
                <a:gd name="connsiteY38" fmla="*/ 1574651 h 6759588"/>
                <a:gd name="connsiteX39" fmla="*/ 6356992 w 6746594"/>
                <a:gd name="connsiteY39" fmla="*/ 1587714 h 6759588"/>
                <a:gd name="connsiteX40" fmla="*/ 6345727 w 6746594"/>
                <a:gd name="connsiteY40" fmla="*/ 1284535 h 6759588"/>
                <a:gd name="connsiteX41" fmla="*/ 6345270 w 6746594"/>
                <a:gd name="connsiteY41" fmla="*/ 1003017 h 6759588"/>
                <a:gd name="connsiteX42" fmla="*/ 3367669 w 6746594"/>
                <a:gd name="connsiteY42" fmla="*/ 200986 h 6759588"/>
                <a:gd name="connsiteX43" fmla="*/ 3567273 w 6746594"/>
                <a:gd name="connsiteY43" fmla="*/ 366785 h 6759588"/>
                <a:gd name="connsiteX44" fmla="*/ 3575260 w 6746594"/>
                <a:gd name="connsiteY44" fmla="*/ 498831 h 6759588"/>
                <a:gd name="connsiteX45" fmla="*/ 3575541 w 6746594"/>
                <a:gd name="connsiteY45" fmla="*/ 897052 h 6759588"/>
                <a:gd name="connsiteX46" fmla="*/ 3623012 w 6746594"/>
                <a:gd name="connsiteY46" fmla="*/ 1014274 h 6759588"/>
                <a:gd name="connsiteX47" fmla="*/ 3621538 w 6746594"/>
                <a:gd name="connsiteY47" fmla="*/ 1182029 h 6759588"/>
                <a:gd name="connsiteX48" fmla="*/ 3576842 w 6746594"/>
                <a:gd name="connsiteY48" fmla="*/ 1265935 h 6759588"/>
                <a:gd name="connsiteX49" fmla="*/ 3576748 w 6746594"/>
                <a:gd name="connsiteY49" fmla="*/ 1663128 h 6759588"/>
                <a:gd name="connsiteX50" fmla="*/ 3823543 w 6746594"/>
                <a:gd name="connsiteY50" fmla="*/ 1686414 h 6759588"/>
                <a:gd name="connsiteX51" fmla="*/ 3854191 w 6746594"/>
                <a:gd name="connsiteY51" fmla="*/ 1665781 h 6759588"/>
                <a:gd name="connsiteX52" fmla="*/ 3931569 w 6746594"/>
                <a:gd name="connsiteY52" fmla="*/ 1588619 h 6759588"/>
                <a:gd name="connsiteX53" fmla="*/ 4048748 w 6746594"/>
                <a:gd name="connsiteY53" fmla="*/ 1635378 h 6759588"/>
                <a:gd name="connsiteX54" fmla="*/ 4090072 w 6746594"/>
                <a:gd name="connsiteY54" fmla="*/ 1684897 h 6759588"/>
                <a:gd name="connsiteX55" fmla="*/ 4323437 w 6746594"/>
                <a:gd name="connsiteY55" fmla="*/ 1684897 h 6759588"/>
                <a:gd name="connsiteX56" fmla="*/ 4351453 w 6746594"/>
                <a:gd name="connsiteY56" fmla="*/ 1665961 h 6759588"/>
                <a:gd name="connsiteX57" fmla="*/ 4428559 w 6746594"/>
                <a:gd name="connsiteY57" fmla="*/ 1588503 h 6759588"/>
                <a:gd name="connsiteX58" fmla="*/ 4545744 w 6746594"/>
                <a:gd name="connsiteY58" fmla="*/ 1635550 h 6759588"/>
                <a:gd name="connsiteX59" fmla="*/ 4586465 w 6746594"/>
                <a:gd name="connsiteY59" fmla="*/ 1684739 h 6759588"/>
                <a:gd name="connsiteX60" fmla="*/ 5227492 w 6746594"/>
                <a:gd name="connsiteY60" fmla="*/ 1684739 h 6759588"/>
                <a:gd name="connsiteX61" fmla="*/ 5290635 w 6746594"/>
                <a:gd name="connsiteY61" fmla="*/ 1616441 h 6759588"/>
                <a:gd name="connsiteX62" fmla="*/ 5432538 w 6746594"/>
                <a:gd name="connsiteY62" fmla="*/ 1631977 h 6759588"/>
                <a:gd name="connsiteX63" fmla="*/ 5532534 w 6746594"/>
                <a:gd name="connsiteY63" fmla="*/ 1800695 h 6759588"/>
                <a:gd name="connsiteX64" fmla="*/ 5535719 w 6746594"/>
                <a:gd name="connsiteY64" fmla="*/ 1976107 h 6759588"/>
                <a:gd name="connsiteX65" fmla="*/ 5432236 w 6746594"/>
                <a:gd name="connsiteY65" fmla="*/ 2143128 h 6759588"/>
                <a:gd name="connsiteX66" fmla="*/ 5264739 w 6746594"/>
                <a:gd name="connsiteY66" fmla="*/ 2142243 h 6759588"/>
                <a:gd name="connsiteX67" fmla="*/ 5172134 w 6746594"/>
                <a:gd name="connsiteY67" fmla="*/ 2089647 h 6759588"/>
                <a:gd name="connsiteX68" fmla="*/ 4657761 w 6746594"/>
                <a:gd name="connsiteY68" fmla="*/ 2088820 h 6759588"/>
                <a:gd name="connsiteX69" fmla="*/ 4541337 w 6746594"/>
                <a:gd name="connsiteY69" fmla="*/ 2137355 h 6759588"/>
                <a:gd name="connsiteX70" fmla="*/ 4366472 w 6746594"/>
                <a:gd name="connsiteY70" fmla="*/ 2124594 h 6759588"/>
                <a:gd name="connsiteX71" fmla="*/ 4339454 w 6746594"/>
                <a:gd name="connsiteY71" fmla="*/ 2094485 h 6759588"/>
                <a:gd name="connsiteX72" fmla="*/ 4099159 w 6746594"/>
                <a:gd name="connsiteY72" fmla="*/ 2094485 h 6759588"/>
                <a:gd name="connsiteX73" fmla="*/ 4082674 w 6746594"/>
                <a:gd name="connsiteY73" fmla="*/ 2102358 h 6759588"/>
                <a:gd name="connsiteX74" fmla="*/ 3828374 w 6746594"/>
                <a:gd name="connsiteY74" fmla="*/ 2089381 h 6759588"/>
                <a:gd name="connsiteX75" fmla="*/ 3668858 w 6746594"/>
                <a:gd name="connsiteY75" fmla="*/ 2089733 h 6759588"/>
                <a:gd name="connsiteX76" fmla="*/ 3594168 w 6746594"/>
                <a:gd name="connsiteY76" fmla="*/ 2098252 h 6759588"/>
                <a:gd name="connsiteX77" fmla="*/ 3576677 w 6746594"/>
                <a:gd name="connsiteY77" fmla="*/ 2191655 h 6759588"/>
                <a:gd name="connsiteX78" fmla="*/ 3575181 w 6746594"/>
                <a:gd name="connsiteY78" fmla="*/ 2423912 h 6759588"/>
                <a:gd name="connsiteX79" fmla="*/ 3648900 w 6746594"/>
                <a:gd name="connsiteY79" fmla="*/ 2629540 h 6759588"/>
                <a:gd name="connsiteX80" fmla="*/ 3639195 w 6746594"/>
                <a:gd name="connsiteY80" fmla="*/ 2744569 h 6759588"/>
                <a:gd name="connsiteX81" fmla="*/ 3574735 w 6746594"/>
                <a:gd name="connsiteY81" fmla="*/ 2887686 h 6759588"/>
                <a:gd name="connsiteX82" fmla="*/ 3576461 w 6746594"/>
                <a:gd name="connsiteY82" fmla="*/ 3684136 h 6759588"/>
                <a:gd name="connsiteX83" fmla="*/ 3585656 w 6746594"/>
                <a:gd name="connsiteY83" fmla="*/ 3753225 h 6759588"/>
                <a:gd name="connsiteX84" fmla="*/ 3862329 w 6746594"/>
                <a:gd name="connsiteY84" fmla="*/ 3773621 h 6759588"/>
                <a:gd name="connsiteX85" fmla="*/ 4136450 w 6746594"/>
                <a:gd name="connsiteY85" fmla="*/ 3774556 h 6759588"/>
                <a:gd name="connsiteX86" fmla="*/ 4168874 w 6746594"/>
                <a:gd name="connsiteY86" fmla="*/ 3942663 h 6759588"/>
                <a:gd name="connsiteX87" fmla="*/ 4169514 w 6746594"/>
                <a:gd name="connsiteY87" fmla="*/ 5037792 h 6759588"/>
                <a:gd name="connsiteX88" fmla="*/ 4169068 w 6746594"/>
                <a:gd name="connsiteY88" fmla="*/ 5137313 h 6759588"/>
                <a:gd name="connsiteX89" fmla="*/ 4230688 w 6746594"/>
                <a:gd name="connsiteY89" fmla="*/ 5299273 h 6759588"/>
                <a:gd name="connsiteX90" fmla="*/ 4233110 w 6746594"/>
                <a:gd name="connsiteY90" fmla="*/ 5427250 h 6759588"/>
                <a:gd name="connsiteX91" fmla="*/ 4169370 w 6746594"/>
                <a:gd name="connsiteY91" fmla="*/ 5604789 h 6759588"/>
                <a:gd name="connsiteX92" fmla="*/ 4169312 w 6746594"/>
                <a:gd name="connsiteY92" fmla="*/ 6235318 h 6759588"/>
                <a:gd name="connsiteX93" fmla="*/ 4164431 w 6746594"/>
                <a:gd name="connsiteY93" fmla="*/ 6367802 h 6759588"/>
                <a:gd name="connsiteX94" fmla="*/ 3837116 w 6746594"/>
                <a:gd name="connsiteY94" fmla="*/ 6518145 h 6759588"/>
                <a:gd name="connsiteX95" fmla="*/ 3796633 w 6746594"/>
                <a:gd name="connsiteY95" fmla="*/ 6468093 h 6759588"/>
                <a:gd name="connsiteX96" fmla="*/ 3767128 w 6746594"/>
                <a:gd name="connsiteY96" fmla="*/ 6290029 h 6759588"/>
                <a:gd name="connsiteX97" fmla="*/ 3765762 w 6746594"/>
                <a:gd name="connsiteY97" fmla="*/ 5626328 h 6759588"/>
                <a:gd name="connsiteX98" fmla="*/ 3765762 w 6746594"/>
                <a:gd name="connsiteY98" fmla="*/ 5533450 h 6759588"/>
                <a:gd name="connsiteX99" fmla="*/ 3665306 w 6746594"/>
                <a:gd name="connsiteY99" fmla="*/ 5378722 h 6759588"/>
                <a:gd name="connsiteX100" fmla="*/ 3758142 w 6746594"/>
                <a:gd name="connsiteY100" fmla="*/ 5244024 h 6759588"/>
                <a:gd name="connsiteX101" fmla="*/ 3746934 w 6746594"/>
                <a:gd name="connsiteY101" fmla="*/ 4193504 h 6759588"/>
                <a:gd name="connsiteX102" fmla="*/ 2995486 w 6746594"/>
                <a:gd name="connsiteY102" fmla="*/ 4190111 h 6759588"/>
                <a:gd name="connsiteX103" fmla="*/ 2981647 w 6746594"/>
                <a:gd name="connsiteY103" fmla="*/ 4279028 h 6759588"/>
                <a:gd name="connsiteX104" fmla="*/ 2980834 w 6746594"/>
                <a:gd name="connsiteY104" fmla="*/ 5158450 h 6759588"/>
                <a:gd name="connsiteX105" fmla="*/ 3028938 w 6746594"/>
                <a:gd name="connsiteY105" fmla="*/ 5292365 h 6759588"/>
                <a:gd name="connsiteX106" fmla="*/ 3030455 w 6746594"/>
                <a:gd name="connsiteY106" fmla="*/ 5439874 h 6759588"/>
                <a:gd name="connsiteX107" fmla="*/ 2980741 w 6746594"/>
                <a:gd name="connsiteY107" fmla="*/ 5472470 h 6759588"/>
                <a:gd name="connsiteX108" fmla="*/ 2980662 w 6746594"/>
                <a:gd name="connsiteY108" fmla="*/ 6219171 h 6759588"/>
                <a:gd name="connsiteX109" fmla="*/ 2978333 w 6746594"/>
                <a:gd name="connsiteY109" fmla="*/ 6351799 h 6759588"/>
                <a:gd name="connsiteX110" fmla="*/ 2707928 w 6746594"/>
                <a:gd name="connsiteY110" fmla="*/ 6537016 h 6759588"/>
                <a:gd name="connsiteX111" fmla="*/ 2632283 w 6746594"/>
                <a:gd name="connsiteY111" fmla="*/ 6515003 h 6759588"/>
                <a:gd name="connsiteX112" fmla="*/ 2574588 w 6746594"/>
                <a:gd name="connsiteY112" fmla="*/ 6273335 h 6759588"/>
                <a:gd name="connsiteX113" fmla="*/ 2574294 w 6746594"/>
                <a:gd name="connsiteY113" fmla="*/ 5675992 h 6759588"/>
                <a:gd name="connsiteX114" fmla="*/ 2554530 w 6746594"/>
                <a:gd name="connsiteY114" fmla="*/ 5501486 h 6759588"/>
                <a:gd name="connsiteX115" fmla="*/ 2533343 w 6746594"/>
                <a:gd name="connsiteY115" fmla="*/ 5272572 h 6759588"/>
                <a:gd name="connsiteX116" fmla="*/ 2573992 w 6746594"/>
                <a:gd name="connsiteY116" fmla="*/ 5187782 h 6759588"/>
                <a:gd name="connsiteX117" fmla="*/ 2574711 w 6746594"/>
                <a:gd name="connsiteY117" fmla="*/ 5071639 h 6759588"/>
                <a:gd name="connsiteX118" fmla="*/ 2571756 w 6746594"/>
                <a:gd name="connsiteY118" fmla="*/ 4092732 h 6759588"/>
                <a:gd name="connsiteX119" fmla="*/ 2578866 w 6746594"/>
                <a:gd name="connsiteY119" fmla="*/ 3789057 h 6759588"/>
                <a:gd name="connsiteX120" fmla="*/ 2864583 w 6746594"/>
                <a:gd name="connsiteY120" fmla="*/ 3774872 h 6759588"/>
                <a:gd name="connsiteX121" fmla="*/ 3153442 w 6746594"/>
                <a:gd name="connsiteY121" fmla="*/ 3774484 h 6759588"/>
                <a:gd name="connsiteX122" fmla="*/ 3169187 w 6746594"/>
                <a:gd name="connsiteY122" fmla="*/ 3671469 h 6759588"/>
                <a:gd name="connsiteX123" fmla="*/ 3169669 w 6746594"/>
                <a:gd name="connsiteY123" fmla="*/ 2891604 h 6759588"/>
                <a:gd name="connsiteX124" fmla="*/ 3128992 w 6746594"/>
                <a:gd name="connsiteY124" fmla="*/ 2773362 h 6759588"/>
                <a:gd name="connsiteX125" fmla="*/ 3129035 w 6746594"/>
                <a:gd name="connsiteY125" fmla="*/ 2567195 h 6759588"/>
                <a:gd name="connsiteX126" fmla="*/ 3166441 w 6746594"/>
                <a:gd name="connsiteY126" fmla="*/ 2527065 h 6759588"/>
                <a:gd name="connsiteX127" fmla="*/ 3156390 w 6746594"/>
                <a:gd name="connsiteY127" fmla="*/ 2099130 h 6759588"/>
                <a:gd name="connsiteX128" fmla="*/ 2911098 w 6746594"/>
                <a:gd name="connsiteY128" fmla="*/ 2089841 h 6759588"/>
                <a:gd name="connsiteX129" fmla="*/ 2637444 w 6746594"/>
                <a:gd name="connsiteY129" fmla="*/ 2088992 h 6759588"/>
                <a:gd name="connsiteX130" fmla="*/ 2511337 w 6746594"/>
                <a:gd name="connsiteY130" fmla="*/ 2088992 h 6759588"/>
                <a:gd name="connsiteX131" fmla="*/ 2423275 w 6746594"/>
                <a:gd name="connsiteY131" fmla="*/ 2088992 h 6759588"/>
                <a:gd name="connsiteX132" fmla="*/ 2398472 w 6746594"/>
                <a:gd name="connsiteY132" fmla="*/ 2103716 h 6759588"/>
                <a:gd name="connsiteX133" fmla="*/ 2164086 w 6746594"/>
                <a:gd name="connsiteY133" fmla="*/ 2104873 h 6759588"/>
                <a:gd name="connsiteX134" fmla="*/ 2146422 w 6746594"/>
                <a:gd name="connsiteY134" fmla="*/ 2092091 h 6759588"/>
                <a:gd name="connsiteX135" fmla="*/ 1516539 w 6746594"/>
                <a:gd name="connsiteY135" fmla="*/ 2092091 h 6759588"/>
                <a:gd name="connsiteX136" fmla="*/ 1318768 w 6746594"/>
                <a:gd name="connsiteY136" fmla="*/ 2171087 h 6759588"/>
                <a:gd name="connsiteX137" fmla="*/ 1225250 w 6746594"/>
                <a:gd name="connsiteY137" fmla="*/ 2009047 h 6759588"/>
                <a:gd name="connsiteX138" fmla="*/ 1253619 w 6746594"/>
                <a:gd name="connsiteY138" fmla="*/ 1718162 h 6759588"/>
                <a:gd name="connsiteX139" fmla="*/ 1319969 w 6746594"/>
                <a:gd name="connsiteY139" fmla="*/ 1599755 h 6759588"/>
                <a:gd name="connsiteX140" fmla="*/ 1508688 w 6746594"/>
                <a:gd name="connsiteY140" fmla="*/ 1683172 h 6759588"/>
                <a:gd name="connsiteX141" fmla="*/ 2150959 w 6746594"/>
                <a:gd name="connsiteY141" fmla="*/ 1683172 h 6759588"/>
                <a:gd name="connsiteX142" fmla="*/ 2179241 w 6746594"/>
                <a:gd name="connsiteY142" fmla="*/ 1660900 h 6759588"/>
                <a:gd name="connsiteX143" fmla="*/ 2385409 w 6746594"/>
                <a:gd name="connsiteY143" fmla="*/ 1664386 h 6759588"/>
                <a:gd name="connsiteX144" fmla="*/ 2417926 w 6746594"/>
                <a:gd name="connsiteY144" fmla="*/ 1685027 h 6759588"/>
                <a:gd name="connsiteX145" fmla="*/ 2637560 w 6746594"/>
                <a:gd name="connsiteY145" fmla="*/ 1685027 h 6759588"/>
                <a:gd name="connsiteX146" fmla="*/ 2658660 w 6746594"/>
                <a:gd name="connsiteY146" fmla="*/ 1675321 h 6759588"/>
                <a:gd name="connsiteX147" fmla="*/ 2903779 w 6746594"/>
                <a:gd name="connsiteY147" fmla="*/ 1681022 h 6759588"/>
                <a:gd name="connsiteX148" fmla="*/ 3157504 w 6746594"/>
                <a:gd name="connsiteY148" fmla="*/ 1681022 h 6759588"/>
                <a:gd name="connsiteX149" fmla="*/ 3169424 w 6746594"/>
                <a:gd name="connsiteY149" fmla="*/ 1564038 h 6759588"/>
                <a:gd name="connsiteX150" fmla="*/ 3169820 w 6746594"/>
                <a:gd name="connsiteY150" fmla="*/ 1281967 h 6759588"/>
                <a:gd name="connsiteX151" fmla="*/ 3125081 w 6746594"/>
                <a:gd name="connsiteY151" fmla="*/ 1182194 h 6759588"/>
                <a:gd name="connsiteX152" fmla="*/ 3127611 w 6746594"/>
                <a:gd name="connsiteY152" fmla="*/ 1007214 h 6759588"/>
                <a:gd name="connsiteX153" fmla="*/ 3170050 w 6746594"/>
                <a:gd name="connsiteY153" fmla="*/ 968981 h 6759588"/>
                <a:gd name="connsiteX154" fmla="*/ 3170186 w 6746594"/>
                <a:gd name="connsiteY154" fmla="*/ 508019 h 6759588"/>
                <a:gd name="connsiteX155" fmla="*/ 3174119 w 6746594"/>
                <a:gd name="connsiteY155" fmla="*/ 375556 h 6759588"/>
                <a:gd name="connsiteX156" fmla="*/ 3367669 w 6746594"/>
                <a:gd name="connsiteY156" fmla="*/ 200986 h 6759588"/>
                <a:gd name="connsiteX157" fmla="*/ 1514075 w 6746594"/>
                <a:gd name="connsiteY157" fmla="*/ 338 h 6759588"/>
                <a:gd name="connsiteX158" fmla="*/ 1571216 w 6746594"/>
                <a:gd name="connsiteY158" fmla="*/ 9469 h 6759588"/>
                <a:gd name="connsiteX159" fmla="*/ 1583006 w 6746594"/>
                <a:gd name="connsiteY159" fmla="*/ 391263 h 6759588"/>
                <a:gd name="connsiteX160" fmla="*/ 1451787 w 6746594"/>
                <a:gd name="connsiteY160" fmla="*/ 405268 h 6759588"/>
                <a:gd name="connsiteX161" fmla="*/ 605404 w 6746594"/>
                <a:gd name="connsiteY161" fmla="*/ 405930 h 6759588"/>
                <a:gd name="connsiteX162" fmla="*/ 413478 w 6746594"/>
                <a:gd name="connsiteY162" fmla="*/ 405930 h 6759588"/>
                <a:gd name="connsiteX163" fmla="*/ 400193 w 6746594"/>
                <a:gd name="connsiteY163" fmla="*/ 543454 h 6759588"/>
                <a:gd name="connsiteX164" fmla="*/ 399596 w 6746594"/>
                <a:gd name="connsiteY164" fmla="*/ 1406428 h 6759588"/>
                <a:gd name="connsiteX165" fmla="*/ 399596 w 6746594"/>
                <a:gd name="connsiteY165" fmla="*/ 1575714 h 6759588"/>
                <a:gd name="connsiteX166" fmla="*/ 19347 w 6746594"/>
                <a:gd name="connsiteY166" fmla="*/ 1585499 h 6759588"/>
                <a:gd name="connsiteX167" fmla="*/ 2847 w 6746594"/>
                <a:gd name="connsiteY167" fmla="*/ 1549890 h 6759588"/>
                <a:gd name="connsiteX168" fmla="*/ 0 w 6746594"/>
                <a:gd name="connsiteY168" fmla="*/ 421509 h 6759588"/>
                <a:gd name="connsiteX169" fmla="*/ 0 w 6746594"/>
                <a:gd name="connsiteY169" fmla="*/ 19764 h 6759588"/>
                <a:gd name="connsiteX170" fmla="*/ 86847 w 6746594"/>
                <a:gd name="connsiteY170" fmla="*/ 741 h 6759588"/>
                <a:gd name="connsiteX171" fmla="*/ 1514075 w 6746594"/>
                <a:gd name="connsiteY171" fmla="*/ 338 h 6759588"/>
                <a:gd name="connsiteX172" fmla="*/ 5958152 w 6746594"/>
                <a:gd name="connsiteY172" fmla="*/ 247 h 6759588"/>
                <a:gd name="connsiteX173" fmla="*/ 5958152 w 6746594"/>
                <a:gd name="connsiteY173" fmla="*/ 400226 h 6759588"/>
                <a:gd name="connsiteX174" fmla="*/ 5332147 w 6746594"/>
                <a:gd name="connsiteY174" fmla="*/ 399551 h 6759588"/>
                <a:gd name="connsiteX175" fmla="*/ 5165997 w 6746594"/>
                <a:gd name="connsiteY175" fmla="*/ 392458 h 6759588"/>
                <a:gd name="connsiteX176" fmla="*/ 5154422 w 6746594"/>
                <a:gd name="connsiteY176" fmla="*/ 320899 h 6759588"/>
                <a:gd name="connsiteX177" fmla="*/ 5153947 w 6746594"/>
                <a:gd name="connsiteY177" fmla="*/ 16249 h 6759588"/>
                <a:gd name="connsiteX178" fmla="*/ 5272775 w 6746594"/>
                <a:gd name="connsiteY178" fmla="*/ 922 h 675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6746594" h="6759588">
                  <a:moveTo>
                    <a:pt x="6574861" y="5167820"/>
                  </a:moveTo>
                  <a:cubicBezTo>
                    <a:pt x="6625286" y="5167834"/>
                    <a:pt x="6676767" y="5167982"/>
                    <a:pt x="6730352" y="5167982"/>
                  </a:cubicBezTo>
                  <a:cubicBezTo>
                    <a:pt x="6736514" y="5213756"/>
                    <a:pt x="6745472" y="5250263"/>
                    <a:pt x="6745680" y="5286813"/>
                  </a:cubicBezTo>
                  <a:cubicBezTo>
                    <a:pt x="6746988" y="5518652"/>
                    <a:pt x="6746370" y="5750499"/>
                    <a:pt x="6746384" y="5998945"/>
                  </a:cubicBezTo>
                  <a:cubicBezTo>
                    <a:pt x="6745651" y="6257033"/>
                    <a:pt x="6748096" y="6498592"/>
                    <a:pt x="6744896" y="6725082"/>
                  </a:cubicBezTo>
                  <a:cubicBezTo>
                    <a:pt x="6725205" y="6743408"/>
                    <a:pt x="6721660" y="6748052"/>
                    <a:pt x="6716988" y="6750676"/>
                  </a:cubicBezTo>
                  <a:cubicBezTo>
                    <a:pt x="6712401" y="6753250"/>
                    <a:pt x="6706671" y="6754997"/>
                    <a:pt x="6701430" y="6755011"/>
                  </a:cubicBezTo>
                  <a:cubicBezTo>
                    <a:pt x="6215772" y="6756615"/>
                    <a:pt x="5730114" y="6758110"/>
                    <a:pt x="5244448" y="6759109"/>
                  </a:cubicBezTo>
                  <a:cubicBezTo>
                    <a:pt x="5222960" y="6759152"/>
                    <a:pt x="5201456" y="6754537"/>
                    <a:pt x="5171944" y="6751172"/>
                  </a:cubicBezTo>
                  <a:cubicBezTo>
                    <a:pt x="5139549" y="6626611"/>
                    <a:pt x="5156315" y="6503286"/>
                    <a:pt x="5158889" y="6371018"/>
                  </a:cubicBezTo>
                  <a:cubicBezTo>
                    <a:pt x="5265765" y="6349479"/>
                    <a:pt x="5364524" y="6361910"/>
                    <a:pt x="5462068" y="6359753"/>
                  </a:cubicBezTo>
                  <a:cubicBezTo>
                    <a:pt x="5555867" y="6357668"/>
                    <a:pt x="5649745" y="6359300"/>
                    <a:pt x="5743586" y="6359300"/>
                  </a:cubicBezTo>
                  <a:cubicBezTo>
                    <a:pt x="5842949" y="6359300"/>
                    <a:pt x="5942313" y="6359300"/>
                    <a:pt x="6041676" y="6359300"/>
                  </a:cubicBezTo>
                  <a:cubicBezTo>
                    <a:pt x="6134820" y="6359300"/>
                    <a:pt x="6227972" y="6359300"/>
                    <a:pt x="6331972" y="6359300"/>
                  </a:cubicBezTo>
                  <a:cubicBezTo>
                    <a:pt x="6337609" y="6307494"/>
                    <a:pt x="6345934" y="6265703"/>
                    <a:pt x="6346099" y="6223876"/>
                  </a:cubicBezTo>
                  <a:cubicBezTo>
                    <a:pt x="6347249" y="5931316"/>
                    <a:pt x="6346358" y="5638749"/>
                    <a:pt x="6347048" y="5346182"/>
                  </a:cubicBezTo>
                  <a:cubicBezTo>
                    <a:pt x="6347178" y="5292313"/>
                    <a:pt x="6351534" y="5238451"/>
                    <a:pt x="6354144" y="5180038"/>
                  </a:cubicBezTo>
                  <a:cubicBezTo>
                    <a:pt x="6384138" y="5174984"/>
                    <a:pt x="6404886" y="5168679"/>
                    <a:pt x="6425699" y="5168456"/>
                  </a:cubicBezTo>
                  <a:cubicBezTo>
                    <a:pt x="6475064" y="5167924"/>
                    <a:pt x="6524435" y="5167806"/>
                    <a:pt x="6574861" y="5167820"/>
                  </a:cubicBezTo>
                  <a:close/>
                  <a:moveTo>
                    <a:pt x="193843" y="5165516"/>
                  </a:moveTo>
                  <a:cubicBezTo>
                    <a:pt x="254330" y="5166285"/>
                    <a:pt x="316870" y="5170385"/>
                    <a:pt x="382112" y="5173153"/>
                  </a:cubicBezTo>
                  <a:cubicBezTo>
                    <a:pt x="388072" y="5210738"/>
                    <a:pt x="398604" y="5246821"/>
                    <a:pt x="398770" y="5282962"/>
                  </a:cubicBezTo>
                  <a:cubicBezTo>
                    <a:pt x="400136" y="5581576"/>
                    <a:pt x="399266" y="5880205"/>
                    <a:pt x="399891" y="6178826"/>
                  </a:cubicBezTo>
                  <a:cubicBezTo>
                    <a:pt x="399999" y="6232803"/>
                    <a:pt x="403853" y="6286781"/>
                    <a:pt x="406275" y="6348407"/>
                  </a:cubicBezTo>
                  <a:cubicBezTo>
                    <a:pt x="607892" y="6370306"/>
                    <a:pt x="800442" y="6356100"/>
                    <a:pt x="992346" y="6358789"/>
                  </a:cubicBezTo>
                  <a:cubicBezTo>
                    <a:pt x="1184881" y="6361485"/>
                    <a:pt x="1377519" y="6358436"/>
                    <a:pt x="1573958" y="6360341"/>
                  </a:cubicBezTo>
                  <a:cubicBezTo>
                    <a:pt x="1602061" y="6492696"/>
                    <a:pt x="1590602" y="6612290"/>
                    <a:pt x="1583930" y="6741546"/>
                  </a:cubicBezTo>
                  <a:cubicBezTo>
                    <a:pt x="1550622" y="6747873"/>
                    <a:pt x="1519953" y="6758700"/>
                    <a:pt x="1489254" y="6758772"/>
                  </a:cubicBezTo>
                  <a:cubicBezTo>
                    <a:pt x="1030262" y="6759865"/>
                    <a:pt x="571269" y="6759728"/>
                    <a:pt x="112277" y="6759131"/>
                  </a:cubicBezTo>
                  <a:cubicBezTo>
                    <a:pt x="80486" y="6759088"/>
                    <a:pt x="48702" y="6753150"/>
                    <a:pt x="22605" y="6750526"/>
                  </a:cubicBezTo>
                  <a:cubicBezTo>
                    <a:pt x="13259" y="6731071"/>
                    <a:pt x="4704" y="6721517"/>
                    <a:pt x="4632" y="6711898"/>
                  </a:cubicBezTo>
                  <a:cubicBezTo>
                    <a:pt x="2569" y="6435513"/>
                    <a:pt x="1361" y="6159128"/>
                    <a:pt x="9" y="5866143"/>
                  </a:cubicBezTo>
                  <a:cubicBezTo>
                    <a:pt x="980" y="5639457"/>
                    <a:pt x="1806" y="5429372"/>
                    <a:pt x="3388" y="5219294"/>
                  </a:cubicBezTo>
                  <a:cubicBezTo>
                    <a:pt x="3460" y="5209229"/>
                    <a:pt x="10182" y="5199207"/>
                    <a:pt x="17889" y="5177862"/>
                  </a:cubicBezTo>
                  <a:cubicBezTo>
                    <a:pt x="74921" y="5167308"/>
                    <a:pt x="133356" y="5164747"/>
                    <a:pt x="193843" y="5165516"/>
                  </a:cubicBezTo>
                  <a:close/>
                  <a:moveTo>
                    <a:pt x="6345270" y="789480"/>
                  </a:moveTo>
                  <a:lnTo>
                    <a:pt x="6743078" y="789480"/>
                  </a:lnTo>
                  <a:lnTo>
                    <a:pt x="6745086" y="1502152"/>
                  </a:lnTo>
                  <a:cubicBezTo>
                    <a:pt x="6745123" y="1523641"/>
                    <a:pt x="6740513" y="1545139"/>
                    <a:pt x="6737145" y="1574651"/>
                  </a:cubicBezTo>
                  <a:cubicBezTo>
                    <a:pt x="6612584" y="1607049"/>
                    <a:pt x="6489256" y="1590280"/>
                    <a:pt x="6356992" y="1587714"/>
                  </a:cubicBezTo>
                  <a:cubicBezTo>
                    <a:pt x="6335448" y="1480836"/>
                    <a:pt x="6347881" y="1382074"/>
                    <a:pt x="6345727" y="1284535"/>
                  </a:cubicBezTo>
                  <a:cubicBezTo>
                    <a:pt x="6343636" y="1190729"/>
                    <a:pt x="6345270" y="1096859"/>
                    <a:pt x="6345270" y="1003017"/>
                  </a:cubicBezTo>
                  <a:close/>
                  <a:moveTo>
                    <a:pt x="3367669" y="200986"/>
                  </a:moveTo>
                  <a:cubicBezTo>
                    <a:pt x="3460843" y="197866"/>
                    <a:pt x="3548451" y="268084"/>
                    <a:pt x="3567273" y="366785"/>
                  </a:cubicBezTo>
                  <a:cubicBezTo>
                    <a:pt x="3575476" y="409763"/>
                    <a:pt x="3574930" y="454739"/>
                    <a:pt x="3575260" y="498831"/>
                  </a:cubicBezTo>
                  <a:cubicBezTo>
                    <a:pt x="3576274" y="631567"/>
                    <a:pt x="3576310" y="764317"/>
                    <a:pt x="3575541" y="897052"/>
                  </a:cubicBezTo>
                  <a:cubicBezTo>
                    <a:pt x="3575275" y="943402"/>
                    <a:pt x="3589689" y="978270"/>
                    <a:pt x="3623012" y="1014274"/>
                  </a:cubicBezTo>
                  <a:cubicBezTo>
                    <a:pt x="3686515" y="1082895"/>
                    <a:pt x="3684588" y="1110998"/>
                    <a:pt x="3621538" y="1182029"/>
                  </a:cubicBezTo>
                  <a:cubicBezTo>
                    <a:pt x="3598582" y="1207896"/>
                    <a:pt x="3576907" y="1230197"/>
                    <a:pt x="3576842" y="1265935"/>
                  </a:cubicBezTo>
                  <a:cubicBezTo>
                    <a:pt x="3576605" y="1398110"/>
                    <a:pt x="3576748" y="1530292"/>
                    <a:pt x="3576748" y="1663128"/>
                  </a:cubicBezTo>
                  <a:cubicBezTo>
                    <a:pt x="3664501" y="1704064"/>
                    <a:pt x="3747293" y="1682690"/>
                    <a:pt x="3823543" y="1686414"/>
                  </a:cubicBezTo>
                  <a:cubicBezTo>
                    <a:pt x="3836965" y="1677615"/>
                    <a:pt x="3847814" y="1673531"/>
                    <a:pt x="3854191" y="1665781"/>
                  </a:cubicBezTo>
                  <a:cubicBezTo>
                    <a:pt x="3877427" y="1637534"/>
                    <a:pt x="3881438" y="1592256"/>
                    <a:pt x="3931569" y="1588619"/>
                  </a:cubicBezTo>
                  <a:cubicBezTo>
                    <a:pt x="3979364" y="1585146"/>
                    <a:pt x="4018596" y="1597037"/>
                    <a:pt x="4048748" y="1635378"/>
                  </a:cubicBezTo>
                  <a:cubicBezTo>
                    <a:pt x="4062005" y="1652237"/>
                    <a:pt x="4076211" y="1668348"/>
                    <a:pt x="4090072" y="1684897"/>
                  </a:cubicBezTo>
                  <a:cubicBezTo>
                    <a:pt x="4171131" y="1684897"/>
                    <a:pt x="4248237" y="1684897"/>
                    <a:pt x="4323437" y="1684897"/>
                  </a:cubicBezTo>
                  <a:cubicBezTo>
                    <a:pt x="4334228" y="1677852"/>
                    <a:pt x="4345767" y="1673984"/>
                    <a:pt x="4351453" y="1665961"/>
                  </a:cubicBezTo>
                  <a:cubicBezTo>
                    <a:pt x="4372906" y="1635737"/>
                    <a:pt x="4380160" y="1592910"/>
                    <a:pt x="4428559" y="1588503"/>
                  </a:cubicBezTo>
                  <a:cubicBezTo>
                    <a:pt x="4476195" y="1584168"/>
                    <a:pt x="4515571" y="1597433"/>
                    <a:pt x="4545744" y="1635550"/>
                  </a:cubicBezTo>
                  <a:cubicBezTo>
                    <a:pt x="4558987" y="1652287"/>
                    <a:pt x="4572956" y="1668463"/>
                    <a:pt x="4586465" y="1684739"/>
                  </a:cubicBezTo>
                  <a:cubicBezTo>
                    <a:pt x="4800893" y="1684739"/>
                    <a:pt x="5010691" y="1684739"/>
                    <a:pt x="5227492" y="1684739"/>
                  </a:cubicBezTo>
                  <a:cubicBezTo>
                    <a:pt x="5246766" y="1663560"/>
                    <a:pt x="5266170" y="1636988"/>
                    <a:pt x="5290635" y="1616441"/>
                  </a:cubicBezTo>
                  <a:cubicBezTo>
                    <a:pt x="5340090" y="1574908"/>
                    <a:pt x="5409554" y="1578331"/>
                    <a:pt x="5432538" y="1631977"/>
                  </a:cubicBezTo>
                  <a:cubicBezTo>
                    <a:pt x="5459016" y="1693762"/>
                    <a:pt x="5498097" y="1745036"/>
                    <a:pt x="5532534" y="1800695"/>
                  </a:cubicBezTo>
                  <a:cubicBezTo>
                    <a:pt x="5566273" y="1855233"/>
                    <a:pt x="5564102" y="1919520"/>
                    <a:pt x="5535719" y="1976107"/>
                  </a:cubicBezTo>
                  <a:cubicBezTo>
                    <a:pt x="5506451" y="2034447"/>
                    <a:pt x="5470030" y="2089705"/>
                    <a:pt x="5432236" y="2143128"/>
                  </a:cubicBezTo>
                  <a:cubicBezTo>
                    <a:pt x="5391171" y="2201174"/>
                    <a:pt x="5310348" y="2204603"/>
                    <a:pt x="5264739" y="2142243"/>
                  </a:cubicBezTo>
                  <a:cubicBezTo>
                    <a:pt x="5238074" y="2105801"/>
                    <a:pt x="5213192" y="2089675"/>
                    <a:pt x="5172134" y="2089647"/>
                  </a:cubicBezTo>
                  <a:cubicBezTo>
                    <a:pt x="5000676" y="2089518"/>
                    <a:pt x="4829211" y="2089790"/>
                    <a:pt x="4657761" y="2088820"/>
                  </a:cubicBezTo>
                  <a:cubicBezTo>
                    <a:pt x="4611239" y="2088554"/>
                    <a:pt x="4576759" y="2103041"/>
                    <a:pt x="4541337" y="2137355"/>
                  </a:cubicBezTo>
                  <a:cubicBezTo>
                    <a:pt x="4467791" y="2208593"/>
                    <a:pt x="4443858" y="2203410"/>
                    <a:pt x="4366472" y="2124594"/>
                  </a:cubicBezTo>
                  <a:cubicBezTo>
                    <a:pt x="4358736" y="2116722"/>
                    <a:pt x="4351691" y="2108166"/>
                    <a:pt x="4339454" y="2094485"/>
                  </a:cubicBezTo>
                  <a:cubicBezTo>
                    <a:pt x="4262105" y="2094485"/>
                    <a:pt x="4179866" y="2094485"/>
                    <a:pt x="4099159" y="2094485"/>
                  </a:cubicBezTo>
                  <a:cubicBezTo>
                    <a:pt x="4092559" y="2097548"/>
                    <a:pt x="4086571" y="2098806"/>
                    <a:pt x="4082674" y="2102358"/>
                  </a:cubicBezTo>
                  <a:cubicBezTo>
                    <a:pt x="3958874" y="2215064"/>
                    <a:pt x="3958903" y="2215100"/>
                    <a:pt x="3828374" y="2089381"/>
                  </a:cubicBezTo>
                  <a:cubicBezTo>
                    <a:pt x="3779120" y="2089381"/>
                    <a:pt x="3723971" y="2088684"/>
                    <a:pt x="3668858" y="2089733"/>
                  </a:cubicBezTo>
                  <a:cubicBezTo>
                    <a:pt x="3647383" y="2090143"/>
                    <a:pt x="3625988" y="2094471"/>
                    <a:pt x="3594168" y="2098252"/>
                  </a:cubicBezTo>
                  <a:cubicBezTo>
                    <a:pt x="3587878" y="2130324"/>
                    <a:pt x="3577697" y="2160835"/>
                    <a:pt x="3576677" y="2191655"/>
                  </a:cubicBezTo>
                  <a:cubicBezTo>
                    <a:pt x="3574117" y="2269005"/>
                    <a:pt x="3577237" y="2346534"/>
                    <a:pt x="3575181" y="2423912"/>
                  </a:cubicBezTo>
                  <a:cubicBezTo>
                    <a:pt x="3573089" y="2502463"/>
                    <a:pt x="3574807" y="2574262"/>
                    <a:pt x="3648900" y="2629540"/>
                  </a:cubicBezTo>
                  <a:cubicBezTo>
                    <a:pt x="3688485" y="2659067"/>
                    <a:pt x="3682503" y="2703346"/>
                    <a:pt x="3639195" y="2744569"/>
                  </a:cubicBezTo>
                  <a:cubicBezTo>
                    <a:pt x="3596332" y="2785375"/>
                    <a:pt x="3574211" y="2827353"/>
                    <a:pt x="3574735" y="2887686"/>
                  </a:cubicBezTo>
                  <a:cubicBezTo>
                    <a:pt x="3577043" y="3153150"/>
                    <a:pt x="3575728" y="3418650"/>
                    <a:pt x="3576461" y="3684136"/>
                  </a:cubicBezTo>
                  <a:cubicBezTo>
                    <a:pt x="3576518" y="3705855"/>
                    <a:pt x="3582097" y="3727559"/>
                    <a:pt x="3585656" y="3753225"/>
                  </a:cubicBezTo>
                  <a:cubicBezTo>
                    <a:pt x="3675946" y="3794132"/>
                    <a:pt x="3770666" y="3769502"/>
                    <a:pt x="3862329" y="3773621"/>
                  </a:cubicBezTo>
                  <a:cubicBezTo>
                    <a:pt x="3955711" y="3777827"/>
                    <a:pt x="4049431" y="3774556"/>
                    <a:pt x="4136450" y="3774556"/>
                  </a:cubicBezTo>
                  <a:cubicBezTo>
                    <a:pt x="4182943" y="3832329"/>
                    <a:pt x="4168701" y="3889426"/>
                    <a:pt x="4168874" y="3942663"/>
                  </a:cubicBezTo>
                  <a:cubicBezTo>
                    <a:pt x="4170089" y="4307706"/>
                    <a:pt x="4169514" y="4672749"/>
                    <a:pt x="4169514" y="5037792"/>
                  </a:cubicBezTo>
                  <a:cubicBezTo>
                    <a:pt x="4169514" y="5070978"/>
                    <a:pt x="4171750" y="5104343"/>
                    <a:pt x="4169068" y="5137313"/>
                  </a:cubicBezTo>
                  <a:cubicBezTo>
                    <a:pt x="4163834" y="5201715"/>
                    <a:pt x="4180291" y="5252493"/>
                    <a:pt x="4230688" y="5299273"/>
                  </a:cubicBezTo>
                  <a:cubicBezTo>
                    <a:pt x="4278827" y="5343955"/>
                    <a:pt x="4281660" y="5388708"/>
                    <a:pt x="4233110" y="5427250"/>
                  </a:cubicBezTo>
                  <a:cubicBezTo>
                    <a:pt x="4169974" y="5477388"/>
                    <a:pt x="4169226" y="5537807"/>
                    <a:pt x="4169370" y="5604789"/>
                  </a:cubicBezTo>
                  <a:cubicBezTo>
                    <a:pt x="4169816" y="5814968"/>
                    <a:pt x="4169765" y="6025147"/>
                    <a:pt x="4169312" y="6235318"/>
                  </a:cubicBezTo>
                  <a:cubicBezTo>
                    <a:pt x="4169219" y="6279518"/>
                    <a:pt x="4170427" y="6324235"/>
                    <a:pt x="4164431" y="6367802"/>
                  </a:cubicBezTo>
                  <a:cubicBezTo>
                    <a:pt x="4142698" y="6525650"/>
                    <a:pt x="3973878" y="6603122"/>
                    <a:pt x="3837116" y="6518145"/>
                  </a:cubicBezTo>
                  <a:cubicBezTo>
                    <a:pt x="3819603" y="6507260"/>
                    <a:pt x="3801127" y="6487137"/>
                    <a:pt x="3796633" y="6468093"/>
                  </a:cubicBezTo>
                  <a:cubicBezTo>
                    <a:pt x="3782815" y="6409579"/>
                    <a:pt x="3768041" y="6349628"/>
                    <a:pt x="3767128" y="6290029"/>
                  </a:cubicBezTo>
                  <a:cubicBezTo>
                    <a:pt x="3763749" y="6068836"/>
                    <a:pt x="3765770" y="5847571"/>
                    <a:pt x="3765762" y="5626328"/>
                  </a:cubicBezTo>
                  <a:cubicBezTo>
                    <a:pt x="3765762" y="5593294"/>
                    <a:pt x="3765762" y="5560252"/>
                    <a:pt x="3765762" y="5533450"/>
                  </a:cubicBezTo>
                  <a:cubicBezTo>
                    <a:pt x="3738076" y="5472147"/>
                    <a:pt x="3667492" y="5449839"/>
                    <a:pt x="3665306" y="5378722"/>
                  </a:cubicBezTo>
                  <a:cubicBezTo>
                    <a:pt x="3663078" y="5305938"/>
                    <a:pt x="3717968" y="5275146"/>
                    <a:pt x="3758142" y="5244024"/>
                  </a:cubicBezTo>
                  <a:cubicBezTo>
                    <a:pt x="3778099" y="4939184"/>
                    <a:pt x="3770932" y="4314931"/>
                    <a:pt x="3746934" y="4193504"/>
                  </a:cubicBezTo>
                  <a:cubicBezTo>
                    <a:pt x="3623623" y="4170319"/>
                    <a:pt x="3177793" y="4167328"/>
                    <a:pt x="2995486" y="4190111"/>
                  </a:cubicBezTo>
                  <a:cubicBezTo>
                    <a:pt x="2991036" y="4217387"/>
                    <a:pt x="2981776" y="4248193"/>
                    <a:pt x="2981647" y="4279028"/>
                  </a:cubicBezTo>
                  <a:cubicBezTo>
                    <a:pt x="2980482" y="4572164"/>
                    <a:pt x="2980827" y="4865307"/>
                    <a:pt x="2980834" y="5158450"/>
                  </a:cubicBezTo>
                  <a:cubicBezTo>
                    <a:pt x="2980842" y="5208667"/>
                    <a:pt x="2986665" y="5251652"/>
                    <a:pt x="3028938" y="5292365"/>
                  </a:cubicBezTo>
                  <a:cubicBezTo>
                    <a:pt x="3097200" y="5358132"/>
                    <a:pt x="3093160" y="5371864"/>
                    <a:pt x="3030455" y="5439874"/>
                  </a:cubicBezTo>
                  <a:cubicBezTo>
                    <a:pt x="3015882" y="5455684"/>
                    <a:pt x="2993538" y="5464332"/>
                    <a:pt x="2980741" y="5472470"/>
                  </a:cubicBezTo>
                  <a:cubicBezTo>
                    <a:pt x="2980741" y="5732981"/>
                    <a:pt x="2980820" y="5976073"/>
                    <a:pt x="2980662" y="6219171"/>
                  </a:cubicBezTo>
                  <a:cubicBezTo>
                    <a:pt x="2980633" y="6263407"/>
                    <a:pt x="2983286" y="6308059"/>
                    <a:pt x="2978333" y="6351799"/>
                  </a:cubicBezTo>
                  <a:cubicBezTo>
                    <a:pt x="2961790" y="6497856"/>
                    <a:pt x="2853282" y="6571338"/>
                    <a:pt x="2707928" y="6537016"/>
                  </a:cubicBezTo>
                  <a:cubicBezTo>
                    <a:pt x="2681565" y="6530791"/>
                    <a:pt x="2655835" y="6521926"/>
                    <a:pt x="2632283" y="6515003"/>
                  </a:cubicBezTo>
                  <a:cubicBezTo>
                    <a:pt x="2580117" y="6438602"/>
                    <a:pt x="2574366" y="6356903"/>
                    <a:pt x="2574588" y="6273335"/>
                  </a:cubicBezTo>
                  <a:cubicBezTo>
                    <a:pt x="2575120" y="6074221"/>
                    <a:pt x="2575473" y="5875099"/>
                    <a:pt x="2574294" y="5675992"/>
                  </a:cubicBezTo>
                  <a:cubicBezTo>
                    <a:pt x="2573970" y="5621059"/>
                    <a:pt x="2568032" y="5566161"/>
                    <a:pt x="2554530" y="5501486"/>
                  </a:cubicBezTo>
                  <a:cubicBezTo>
                    <a:pt x="2452327" y="5384229"/>
                    <a:pt x="2448682" y="5359656"/>
                    <a:pt x="2533343" y="5272572"/>
                  </a:cubicBezTo>
                  <a:cubicBezTo>
                    <a:pt x="2558923" y="5246252"/>
                    <a:pt x="2573273" y="5222025"/>
                    <a:pt x="2573992" y="5187782"/>
                  </a:cubicBezTo>
                  <a:cubicBezTo>
                    <a:pt x="2574797" y="5149082"/>
                    <a:pt x="2574840" y="5110353"/>
                    <a:pt x="2574711" y="5071639"/>
                  </a:cubicBezTo>
                  <a:cubicBezTo>
                    <a:pt x="2573661" y="4745339"/>
                    <a:pt x="2571871" y="4419032"/>
                    <a:pt x="2571756" y="4092732"/>
                  </a:cubicBezTo>
                  <a:cubicBezTo>
                    <a:pt x="2571720" y="3994102"/>
                    <a:pt x="2576242" y="3895472"/>
                    <a:pt x="2578866" y="3789057"/>
                  </a:cubicBezTo>
                  <a:cubicBezTo>
                    <a:pt x="2679358" y="3763671"/>
                    <a:pt x="2772690" y="3776619"/>
                    <a:pt x="2864583" y="3774872"/>
                  </a:cubicBezTo>
                  <a:cubicBezTo>
                    <a:pt x="2957757" y="3773096"/>
                    <a:pt x="3050988" y="3774484"/>
                    <a:pt x="3153442" y="3774484"/>
                  </a:cubicBezTo>
                  <a:cubicBezTo>
                    <a:pt x="3159999" y="3733282"/>
                    <a:pt x="3169050" y="3702397"/>
                    <a:pt x="3169187" y="3671469"/>
                  </a:cubicBezTo>
                  <a:cubicBezTo>
                    <a:pt x="3170373" y="3411518"/>
                    <a:pt x="3170222" y="3151561"/>
                    <a:pt x="3169669" y="2891604"/>
                  </a:cubicBezTo>
                  <a:cubicBezTo>
                    <a:pt x="3169575" y="2848389"/>
                    <a:pt x="3167914" y="2810545"/>
                    <a:pt x="3128992" y="2773362"/>
                  </a:cubicBezTo>
                  <a:cubicBezTo>
                    <a:pt x="3043755" y="2691936"/>
                    <a:pt x="3048169" y="2659182"/>
                    <a:pt x="3129035" y="2567195"/>
                  </a:cubicBezTo>
                  <a:cubicBezTo>
                    <a:pt x="3139840" y="2554901"/>
                    <a:pt x="3151336" y="2543226"/>
                    <a:pt x="3166441" y="2527065"/>
                  </a:cubicBezTo>
                  <a:cubicBezTo>
                    <a:pt x="3166937" y="2388728"/>
                    <a:pt x="3182847" y="2246625"/>
                    <a:pt x="3156390" y="2099130"/>
                  </a:cubicBezTo>
                  <a:cubicBezTo>
                    <a:pt x="3068400" y="2080631"/>
                    <a:pt x="2986485" y="2093105"/>
                    <a:pt x="2911098" y="2089841"/>
                  </a:cubicBezTo>
                  <a:cubicBezTo>
                    <a:pt x="2799146" y="2207501"/>
                    <a:pt x="2782115" y="2231592"/>
                    <a:pt x="2637444" y="2088992"/>
                  </a:cubicBezTo>
                  <a:cubicBezTo>
                    <a:pt x="2599485" y="2088992"/>
                    <a:pt x="2555415" y="2088992"/>
                    <a:pt x="2511337" y="2088992"/>
                  </a:cubicBezTo>
                  <a:cubicBezTo>
                    <a:pt x="2478345" y="2088992"/>
                    <a:pt x="2445346" y="2088992"/>
                    <a:pt x="2423275" y="2088992"/>
                  </a:cubicBezTo>
                  <a:cubicBezTo>
                    <a:pt x="2407689" y="2098123"/>
                    <a:pt x="2402182" y="2100021"/>
                    <a:pt x="2398472" y="2103716"/>
                  </a:cubicBezTo>
                  <a:cubicBezTo>
                    <a:pt x="2287059" y="2214467"/>
                    <a:pt x="2273162" y="2214546"/>
                    <a:pt x="2164086" y="2104873"/>
                  </a:cubicBezTo>
                  <a:cubicBezTo>
                    <a:pt x="2160247" y="2101013"/>
                    <a:pt x="2155193" y="2098367"/>
                    <a:pt x="2146422" y="2092091"/>
                  </a:cubicBezTo>
                  <a:cubicBezTo>
                    <a:pt x="1940873" y="2092091"/>
                    <a:pt x="1731032" y="2092091"/>
                    <a:pt x="1516539" y="2092091"/>
                  </a:cubicBezTo>
                  <a:cubicBezTo>
                    <a:pt x="1467098" y="2149418"/>
                    <a:pt x="1418182" y="2216350"/>
                    <a:pt x="1318768" y="2171087"/>
                  </a:cubicBezTo>
                  <a:cubicBezTo>
                    <a:pt x="1289831" y="2120971"/>
                    <a:pt x="1257372" y="2065110"/>
                    <a:pt x="1225250" y="2009047"/>
                  </a:cubicBezTo>
                  <a:cubicBezTo>
                    <a:pt x="1165851" y="1905407"/>
                    <a:pt x="1185011" y="1810444"/>
                    <a:pt x="1253619" y="1718162"/>
                  </a:cubicBezTo>
                  <a:cubicBezTo>
                    <a:pt x="1279040" y="1683970"/>
                    <a:pt x="1295899" y="1643415"/>
                    <a:pt x="1319969" y="1599755"/>
                  </a:cubicBezTo>
                  <a:cubicBezTo>
                    <a:pt x="1405521" y="1555792"/>
                    <a:pt x="1454531" y="1623141"/>
                    <a:pt x="1508688" y="1683172"/>
                  </a:cubicBezTo>
                  <a:cubicBezTo>
                    <a:pt x="1723231" y="1683172"/>
                    <a:pt x="1938270" y="1683172"/>
                    <a:pt x="2150959" y="1683172"/>
                  </a:cubicBezTo>
                  <a:cubicBezTo>
                    <a:pt x="2162059" y="1674530"/>
                    <a:pt x="2171628" y="1668664"/>
                    <a:pt x="2179241" y="1660900"/>
                  </a:cubicBezTo>
                  <a:cubicBezTo>
                    <a:pt x="2276232" y="1562040"/>
                    <a:pt x="2283637" y="1562212"/>
                    <a:pt x="2385409" y="1664386"/>
                  </a:cubicBezTo>
                  <a:cubicBezTo>
                    <a:pt x="2392893" y="1671892"/>
                    <a:pt x="2403656" y="1676134"/>
                    <a:pt x="2417926" y="1685027"/>
                  </a:cubicBezTo>
                  <a:cubicBezTo>
                    <a:pt x="2489942" y="1685027"/>
                    <a:pt x="2566982" y="1685027"/>
                    <a:pt x="2637560" y="1685027"/>
                  </a:cubicBezTo>
                  <a:cubicBezTo>
                    <a:pt x="2648962" y="1679915"/>
                    <a:pt x="2655044" y="1678873"/>
                    <a:pt x="2658660" y="1675321"/>
                  </a:cubicBezTo>
                  <a:cubicBezTo>
                    <a:pt x="2779706" y="1556231"/>
                    <a:pt x="2779670" y="1556195"/>
                    <a:pt x="2903779" y="1681022"/>
                  </a:cubicBezTo>
                  <a:cubicBezTo>
                    <a:pt x="2985177" y="1681022"/>
                    <a:pt x="3066754" y="1681022"/>
                    <a:pt x="3157504" y="1681022"/>
                  </a:cubicBezTo>
                  <a:cubicBezTo>
                    <a:pt x="3162084" y="1638009"/>
                    <a:pt x="3168792" y="1601078"/>
                    <a:pt x="3169424" y="1564038"/>
                  </a:cubicBezTo>
                  <a:cubicBezTo>
                    <a:pt x="3171020" y="1470039"/>
                    <a:pt x="3169949" y="1375996"/>
                    <a:pt x="3169820" y="1281967"/>
                  </a:cubicBezTo>
                  <a:cubicBezTo>
                    <a:pt x="3169762" y="1242066"/>
                    <a:pt x="3157116" y="1212835"/>
                    <a:pt x="3125081" y="1182194"/>
                  </a:cubicBezTo>
                  <a:cubicBezTo>
                    <a:pt x="3048464" y="1108921"/>
                    <a:pt x="3052318" y="1086670"/>
                    <a:pt x="3127611" y="1007214"/>
                  </a:cubicBezTo>
                  <a:cubicBezTo>
                    <a:pt x="3138855" y="995337"/>
                    <a:pt x="3151925" y="985193"/>
                    <a:pt x="3170050" y="968981"/>
                  </a:cubicBezTo>
                  <a:cubicBezTo>
                    <a:pt x="3170050" y="817187"/>
                    <a:pt x="3169820" y="662603"/>
                    <a:pt x="3170186" y="508019"/>
                  </a:cubicBezTo>
                  <a:cubicBezTo>
                    <a:pt x="3170294" y="463819"/>
                    <a:pt x="3167548" y="418922"/>
                    <a:pt x="3174119" y="375556"/>
                  </a:cubicBezTo>
                  <a:cubicBezTo>
                    <a:pt x="3188979" y="277394"/>
                    <a:pt x="3273008" y="204157"/>
                    <a:pt x="3367669" y="200986"/>
                  </a:cubicBezTo>
                  <a:close/>
                  <a:moveTo>
                    <a:pt x="1514075" y="338"/>
                  </a:moveTo>
                  <a:cubicBezTo>
                    <a:pt x="1530229" y="353"/>
                    <a:pt x="1546377" y="5349"/>
                    <a:pt x="1571216" y="9469"/>
                  </a:cubicBezTo>
                  <a:cubicBezTo>
                    <a:pt x="1607443" y="131306"/>
                    <a:pt x="1588765" y="255716"/>
                    <a:pt x="1583006" y="391263"/>
                  </a:cubicBezTo>
                  <a:cubicBezTo>
                    <a:pt x="1536556" y="396447"/>
                    <a:pt x="1494190" y="405081"/>
                    <a:pt x="1451787" y="405268"/>
                  </a:cubicBezTo>
                  <a:cubicBezTo>
                    <a:pt x="1169664" y="406498"/>
                    <a:pt x="887527" y="405915"/>
                    <a:pt x="605404" y="405930"/>
                  </a:cubicBezTo>
                  <a:cubicBezTo>
                    <a:pt x="545072" y="405930"/>
                    <a:pt x="484746" y="405930"/>
                    <a:pt x="413478" y="405930"/>
                  </a:cubicBezTo>
                  <a:cubicBezTo>
                    <a:pt x="408166" y="458656"/>
                    <a:pt x="400358" y="501037"/>
                    <a:pt x="400193" y="543454"/>
                  </a:cubicBezTo>
                  <a:cubicBezTo>
                    <a:pt x="399093" y="831105"/>
                    <a:pt x="399603" y="1118770"/>
                    <a:pt x="399596" y="1406428"/>
                  </a:cubicBezTo>
                  <a:cubicBezTo>
                    <a:pt x="399596" y="1461325"/>
                    <a:pt x="399596" y="1516223"/>
                    <a:pt x="399596" y="1575714"/>
                  </a:cubicBezTo>
                  <a:cubicBezTo>
                    <a:pt x="265552" y="1607541"/>
                    <a:pt x="141104" y="1597879"/>
                    <a:pt x="19347" y="1585499"/>
                  </a:cubicBezTo>
                  <a:cubicBezTo>
                    <a:pt x="11661" y="1569481"/>
                    <a:pt x="2883" y="1559704"/>
                    <a:pt x="2847" y="1549890"/>
                  </a:cubicBezTo>
                  <a:cubicBezTo>
                    <a:pt x="1395" y="1179275"/>
                    <a:pt x="755" y="808660"/>
                    <a:pt x="0" y="421509"/>
                  </a:cubicBezTo>
                  <a:cubicBezTo>
                    <a:pt x="0" y="278291"/>
                    <a:pt x="0" y="151594"/>
                    <a:pt x="0" y="19764"/>
                  </a:cubicBezTo>
                  <a:cubicBezTo>
                    <a:pt x="35616" y="11654"/>
                    <a:pt x="61224" y="798"/>
                    <a:pt x="86847" y="741"/>
                  </a:cubicBezTo>
                  <a:cubicBezTo>
                    <a:pt x="562585" y="-273"/>
                    <a:pt x="1038330" y="-79"/>
                    <a:pt x="1514075" y="338"/>
                  </a:cubicBezTo>
                  <a:close/>
                  <a:moveTo>
                    <a:pt x="5958152" y="247"/>
                  </a:moveTo>
                  <a:lnTo>
                    <a:pt x="5958152" y="400226"/>
                  </a:lnTo>
                  <a:lnTo>
                    <a:pt x="5332147" y="399551"/>
                  </a:lnTo>
                  <a:cubicBezTo>
                    <a:pt x="5278279" y="399423"/>
                    <a:pt x="5224411" y="395069"/>
                    <a:pt x="5165997" y="392458"/>
                  </a:cubicBezTo>
                  <a:cubicBezTo>
                    <a:pt x="5160949" y="362461"/>
                    <a:pt x="5154641" y="341712"/>
                    <a:pt x="5154422" y="320899"/>
                  </a:cubicBezTo>
                  <a:cubicBezTo>
                    <a:pt x="5153345" y="222173"/>
                    <a:pt x="5153947" y="123419"/>
                    <a:pt x="5153947" y="16249"/>
                  </a:cubicBezTo>
                  <a:cubicBezTo>
                    <a:pt x="5199718" y="10087"/>
                    <a:pt x="5236224" y="1132"/>
                    <a:pt x="5272775" y="922"/>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017" name="Rectangle 1016">
              <a:extLst>
                <a:ext uri="{FF2B5EF4-FFF2-40B4-BE49-F238E27FC236}">
                  <a16:creationId xmlns:a16="http://schemas.microsoft.com/office/drawing/2014/main" id="{B62826E9-24E0-744F-9CB9-BC9858324C50}"/>
                </a:ext>
                <a:ext uri="{C183D7F6-B498-43B3-948B-1728B52AA6E4}">
                  <adec:decorative xmlns:adec="http://schemas.microsoft.com/office/drawing/2017/decorative" val="1"/>
                </a:ext>
              </a:extLst>
            </p:cNvPr>
            <p:cNvSpPr/>
            <p:nvPr/>
          </p:nvSpPr>
          <p:spPr>
            <a:xfrm>
              <a:off x="7560810" y="1517247"/>
              <a:ext cx="40480" cy="40365"/>
            </a:xfrm>
            <a:prstGeom prst="rect">
              <a:avLst/>
            </a:prstGeom>
            <a:solidFill>
              <a:schemeClr val="bg1"/>
            </a:solidFill>
            <a:ln w="1155" cap="flat">
              <a:noFill/>
              <a:prstDash val="solid"/>
              <a:miter/>
            </a:ln>
          </p:spPr>
          <p:txBody>
            <a:bodyPr rtlCol="0" anchor="ctr"/>
            <a:lstStyle/>
            <a:p>
              <a:endParaRPr lang="en-US"/>
            </a:p>
          </p:txBody>
        </p:sp>
      </p:grpSp>
      <p:grpSp>
        <p:nvGrpSpPr>
          <p:cNvPr id="955" name="Group 954">
            <a:extLst>
              <a:ext uri="{FF2B5EF4-FFF2-40B4-BE49-F238E27FC236}">
                <a16:creationId xmlns:a16="http://schemas.microsoft.com/office/drawing/2014/main" id="{DDC3623B-A1D2-6D8B-3AF8-262F10AA5281}"/>
              </a:ext>
              <a:ext uri="{C183D7F6-B498-43B3-948B-1728B52AA6E4}">
                <adec:decorative xmlns:adec="http://schemas.microsoft.com/office/drawing/2017/decorative" val="1"/>
              </a:ext>
            </a:extLst>
          </p:cNvPr>
          <p:cNvGrpSpPr>
            <a:grpSpLocks noChangeAspect="1"/>
          </p:cNvGrpSpPr>
          <p:nvPr/>
        </p:nvGrpSpPr>
        <p:grpSpPr>
          <a:xfrm>
            <a:off x="7786933" y="1517247"/>
            <a:ext cx="537075" cy="457200"/>
            <a:chOff x="7786933" y="1517247"/>
            <a:chExt cx="537075" cy="457200"/>
          </a:xfrm>
          <a:solidFill>
            <a:srgbClr val="FF0000"/>
          </a:solidFill>
        </p:grpSpPr>
        <p:sp>
          <p:nvSpPr>
            <p:cNvPr id="19" name="Freeform: Shape 18">
              <a:extLst>
                <a:ext uri="{FF2B5EF4-FFF2-40B4-BE49-F238E27FC236}">
                  <a16:creationId xmlns:a16="http://schemas.microsoft.com/office/drawing/2014/main" id="{4777936D-022D-EF47-0CCB-F76859952829}"/>
                </a:ext>
                <a:ext uri="{C183D7F6-B498-43B3-948B-1728B52AA6E4}">
                  <adec:decorative xmlns:adec="http://schemas.microsoft.com/office/drawing/2017/decorative" val="1"/>
                </a:ext>
              </a:extLst>
            </p:cNvPr>
            <p:cNvSpPr/>
            <p:nvPr/>
          </p:nvSpPr>
          <p:spPr>
            <a:xfrm>
              <a:off x="8080827" y="1600312"/>
              <a:ext cx="243181" cy="340284"/>
            </a:xfrm>
            <a:custGeom>
              <a:avLst/>
              <a:gdLst>
                <a:gd name="connsiteX0" fmla="*/ 3153837 w 3791336"/>
                <a:gd name="connsiteY0" fmla="*/ 4667723 h 5305225"/>
                <a:gd name="connsiteX1" fmla="*/ 3791336 w 3791336"/>
                <a:gd name="connsiteY1" fmla="*/ 4667723 h 5305225"/>
                <a:gd name="connsiteX2" fmla="*/ 3791336 w 3791336"/>
                <a:gd name="connsiteY2" fmla="*/ 5305225 h 5305225"/>
                <a:gd name="connsiteX3" fmla="*/ 3153837 w 3791336"/>
                <a:gd name="connsiteY3" fmla="*/ 5305225 h 5305225"/>
                <a:gd name="connsiteX4" fmla="*/ 1517037 w 3791336"/>
                <a:gd name="connsiteY4" fmla="*/ 645542 h 5305225"/>
                <a:gd name="connsiteX5" fmla="*/ 1614985 w 3791336"/>
                <a:gd name="connsiteY5" fmla="*/ 705475 h 5305225"/>
                <a:gd name="connsiteX6" fmla="*/ 1564742 w 3791336"/>
                <a:gd name="connsiteY6" fmla="*/ 843517 h 5305225"/>
                <a:gd name="connsiteX7" fmla="*/ 448789 w 3791336"/>
                <a:gd name="connsiteY7" fmla="*/ 1363894 h 5305225"/>
                <a:gd name="connsiteX8" fmla="*/ 310746 w 3791336"/>
                <a:gd name="connsiteY8" fmla="*/ 1313651 h 5305225"/>
                <a:gd name="connsiteX9" fmla="*/ 360990 w 3791336"/>
                <a:gd name="connsiteY9" fmla="*/ 1175609 h 5305225"/>
                <a:gd name="connsiteX10" fmla="*/ 1476943 w 3791336"/>
                <a:gd name="connsiteY10" fmla="*/ 655232 h 5305225"/>
                <a:gd name="connsiteX11" fmla="*/ 1517037 w 3791336"/>
                <a:gd name="connsiteY11" fmla="*/ 645542 h 5305225"/>
                <a:gd name="connsiteX12" fmla="*/ 1366543 w 3791336"/>
                <a:gd name="connsiteY12" fmla="*/ 322806 h 5305225"/>
                <a:gd name="connsiteX13" fmla="*/ 1464491 w 3791336"/>
                <a:gd name="connsiteY13" fmla="*/ 382739 h 5305225"/>
                <a:gd name="connsiteX14" fmla="*/ 1414248 w 3791336"/>
                <a:gd name="connsiteY14" fmla="*/ 520781 h 5305225"/>
                <a:gd name="connsiteX15" fmla="*/ 298295 w 3791336"/>
                <a:gd name="connsiteY15" fmla="*/ 1041159 h 5305225"/>
                <a:gd name="connsiteX16" fmla="*/ 160252 w 3791336"/>
                <a:gd name="connsiteY16" fmla="*/ 990916 h 5305225"/>
                <a:gd name="connsiteX17" fmla="*/ 210496 w 3791336"/>
                <a:gd name="connsiteY17" fmla="*/ 852873 h 5305225"/>
                <a:gd name="connsiteX18" fmla="*/ 1326449 w 3791336"/>
                <a:gd name="connsiteY18" fmla="*/ 332496 h 5305225"/>
                <a:gd name="connsiteX19" fmla="*/ 1366543 w 3791336"/>
                <a:gd name="connsiteY19" fmla="*/ 322806 h 5305225"/>
                <a:gd name="connsiteX20" fmla="*/ 2535625 w 3791336"/>
                <a:gd name="connsiteY20" fmla="*/ 3373 h 5305225"/>
                <a:gd name="connsiteX21" fmla="*/ 2743080 w 3791336"/>
                <a:gd name="connsiteY21" fmla="*/ 210828 h 5305225"/>
                <a:gd name="connsiteX22" fmla="*/ 2535625 w 3791336"/>
                <a:gd name="connsiteY22" fmla="*/ 418283 h 5305225"/>
                <a:gd name="connsiteX23" fmla="*/ 2328170 w 3791336"/>
                <a:gd name="connsiteY23" fmla="*/ 210828 h 5305225"/>
                <a:gd name="connsiteX24" fmla="*/ 2535625 w 3791336"/>
                <a:gd name="connsiteY24" fmla="*/ 3373 h 5305225"/>
                <a:gd name="connsiteX25" fmla="*/ 1216047 w 3791336"/>
                <a:gd name="connsiteY25" fmla="*/ 67 h 5305225"/>
                <a:gd name="connsiteX26" fmla="*/ 1313995 w 3791336"/>
                <a:gd name="connsiteY26" fmla="*/ 60000 h 5305225"/>
                <a:gd name="connsiteX27" fmla="*/ 1263752 w 3791336"/>
                <a:gd name="connsiteY27" fmla="*/ 198042 h 5305225"/>
                <a:gd name="connsiteX28" fmla="*/ 147799 w 3791336"/>
                <a:gd name="connsiteY28" fmla="*/ 718420 h 5305225"/>
                <a:gd name="connsiteX29" fmla="*/ 9756 w 3791336"/>
                <a:gd name="connsiteY29" fmla="*/ 668176 h 5305225"/>
                <a:gd name="connsiteX30" fmla="*/ 60000 w 3791336"/>
                <a:gd name="connsiteY30" fmla="*/ 530134 h 5305225"/>
                <a:gd name="connsiteX31" fmla="*/ 1175953 w 3791336"/>
                <a:gd name="connsiteY31" fmla="*/ 9757 h 5305225"/>
                <a:gd name="connsiteX32" fmla="*/ 1216047 w 3791336"/>
                <a:gd name="connsiteY32" fmla="*/ 67 h 530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91336" h="5305225">
                  <a:moveTo>
                    <a:pt x="3153837" y="4667723"/>
                  </a:moveTo>
                  <a:lnTo>
                    <a:pt x="3791336" y="4667723"/>
                  </a:lnTo>
                  <a:lnTo>
                    <a:pt x="3791336" y="5305225"/>
                  </a:lnTo>
                  <a:lnTo>
                    <a:pt x="3153837" y="5305225"/>
                  </a:lnTo>
                  <a:close/>
                  <a:moveTo>
                    <a:pt x="1517037" y="645542"/>
                  </a:moveTo>
                  <a:cubicBezTo>
                    <a:pt x="1557491" y="644078"/>
                    <a:pt x="1596801" y="666480"/>
                    <a:pt x="1614985" y="705475"/>
                  </a:cubicBezTo>
                  <a:cubicBezTo>
                    <a:pt x="1639230" y="757469"/>
                    <a:pt x="1616736" y="819272"/>
                    <a:pt x="1564742" y="843517"/>
                  </a:cubicBezTo>
                  <a:lnTo>
                    <a:pt x="448789" y="1363894"/>
                  </a:lnTo>
                  <a:cubicBezTo>
                    <a:pt x="396795" y="1388140"/>
                    <a:pt x="334992" y="1365645"/>
                    <a:pt x="310746" y="1313651"/>
                  </a:cubicBezTo>
                  <a:cubicBezTo>
                    <a:pt x="286501" y="1261657"/>
                    <a:pt x="308996" y="1199854"/>
                    <a:pt x="360990" y="1175609"/>
                  </a:cubicBezTo>
                  <a:lnTo>
                    <a:pt x="1476943" y="655232"/>
                  </a:lnTo>
                  <a:cubicBezTo>
                    <a:pt x="1489941" y="649170"/>
                    <a:pt x="1503553" y="646030"/>
                    <a:pt x="1517037" y="645542"/>
                  </a:cubicBezTo>
                  <a:close/>
                  <a:moveTo>
                    <a:pt x="1366543" y="322806"/>
                  </a:moveTo>
                  <a:cubicBezTo>
                    <a:pt x="1406997" y="321342"/>
                    <a:pt x="1446307" y="343743"/>
                    <a:pt x="1464491" y="382739"/>
                  </a:cubicBezTo>
                  <a:cubicBezTo>
                    <a:pt x="1488736" y="434733"/>
                    <a:pt x="1466242" y="496536"/>
                    <a:pt x="1414248" y="520781"/>
                  </a:cubicBezTo>
                  <a:lnTo>
                    <a:pt x="298295" y="1041159"/>
                  </a:lnTo>
                  <a:cubicBezTo>
                    <a:pt x="246301" y="1065404"/>
                    <a:pt x="184498" y="1042909"/>
                    <a:pt x="160252" y="990916"/>
                  </a:cubicBezTo>
                  <a:cubicBezTo>
                    <a:pt x="136007" y="938922"/>
                    <a:pt x="158502" y="877119"/>
                    <a:pt x="210496" y="852873"/>
                  </a:cubicBezTo>
                  <a:lnTo>
                    <a:pt x="1326449" y="332496"/>
                  </a:lnTo>
                  <a:cubicBezTo>
                    <a:pt x="1339447" y="326434"/>
                    <a:pt x="1353059" y="323294"/>
                    <a:pt x="1366543" y="322806"/>
                  </a:cubicBezTo>
                  <a:close/>
                  <a:moveTo>
                    <a:pt x="2535625" y="3373"/>
                  </a:moveTo>
                  <a:cubicBezTo>
                    <a:pt x="2650199" y="3373"/>
                    <a:pt x="2743080" y="96254"/>
                    <a:pt x="2743080" y="210828"/>
                  </a:cubicBezTo>
                  <a:cubicBezTo>
                    <a:pt x="2743080" y="325402"/>
                    <a:pt x="2650199" y="418283"/>
                    <a:pt x="2535625" y="418283"/>
                  </a:cubicBezTo>
                  <a:cubicBezTo>
                    <a:pt x="2421051" y="418283"/>
                    <a:pt x="2328170" y="325402"/>
                    <a:pt x="2328170" y="210828"/>
                  </a:cubicBezTo>
                  <a:cubicBezTo>
                    <a:pt x="2328170" y="96254"/>
                    <a:pt x="2421051" y="3373"/>
                    <a:pt x="2535625" y="3373"/>
                  </a:cubicBezTo>
                  <a:close/>
                  <a:moveTo>
                    <a:pt x="1216047" y="67"/>
                  </a:moveTo>
                  <a:cubicBezTo>
                    <a:pt x="1256501" y="-1398"/>
                    <a:pt x="1295811" y="21004"/>
                    <a:pt x="1313995" y="60000"/>
                  </a:cubicBezTo>
                  <a:cubicBezTo>
                    <a:pt x="1338240" y="111994"/>
                    <a:pt x="1315746" y="173797"/>
                    <a:pt x="1263752" y="198042"/>
                  </a:cubicBezTo>
                  <a:lnTo>
                    <a:pt x="147799" y="718420"/>
                  </a:lnTo>
                  <a:cubicBezTo>
                    <a:pt x="95805" y="742665"/>
                    <a:pt x="34002" y="720170"/>
                    <a:pt x="9756" y="668176"/>
                  </a:cubicBezTo>
                  <a:cubicBezTo>
                    <a:pt x="-14489" y="616182"/>
                    <a:pt x="8006" y="554379"/>
                    <a:pt x="60000" y="530134"/>
                  </a:cubicBezTo>
                  <a:lnTo>
                    <a:pt x="1175953" y="9757"/>
                  </a:lnTo>
                  <a:cubicBezTo>
                    <a:pt x="1188951" y="3695"/>
                    <a:pt x="1202563" y="555"/>
                    <a:pt x="1216047" y="67"/>
                  </a:cubicBezTo>
                  <a:close/>
                </a:path>
              </a:pathLst>
            </a:custGeom>
            <a:solidFill>
              <a:schemeClr val="bg1"/>
            </a:solidFill>
            <a:ln w="12535"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25252"/>
                </a:solidFill>
                <a:effectLst/>
                <a:uLnTx/>
                <a:uFillTx/>
                <a:latin typeface="IntelOne Text Light"/>
                <a:cs typeface="Helvetica Neue"/>
              </a:endParaRPr>
            </a:p>
          </p:txBody>
        </p:sp>
        <p:sp>
          <p:nvSpPr>
            <p:cNvPr id="20" name="Freeform: Shape 19">
              <a:extLst>
                <a:ext uri="{FF2B5EF4-FFF2-40B4-BE49-F238E27FC236}">
                  <a16:creationId xmlns:a16="http://schemas.microsoft.com/office/drawing/2014/main" id="{760E08F3-0AB2-83BB-F6F6-DF0B50C80D5F}"/>
                </a:ext>
                <a:ext uri="{C183D7F6-B498-43B3-948B-1728B52AA6E4}">
                  <adec:decorative xmlns:adec="http://schemas.microsoft.com/office/drawing/2017/decorative" val="1"/>
                </a:ext>
              </a:extLst>
            </p:cNvPr>
            <p:cNvSpPr/>
            <p:nvPr/>
          </p:nvSpPr>
          <p:spPr>
            <a:xfrm>
              <a:off x="7786933" y="1517247"/>
              <a:ext cx="530426" cy="457200"/>
            </a:xfrm>
            <a:custGeom>
              <a:avLst/>
              <a:gdLst>
                <a:gd name="connsiteX0" fmla="*/ 5458148 w 8269663"/>
                <a:gd name="connsiteY0" fmla="*/ 5858260 h 7128022"/>
                <a:gd name="connsiteX1" fmla="*/ 5034894 w 8269663"/>
                <a:gd name="connsiteY1" fmla="*/ 6281512 h 7128022"/>
                <a:gd name="connsiteX2" fmla="*/ 5458147 w 8269663"/>
                <a:gd name="connsiteY2" fmla="*/ 6704765 h 7128022"/>
                <a:gd name="connsiteX3" fmla="*/ 5881400 w 8269663"/>
                <a:gd name="connsiteY3" fmla="*/ 6281512 h 7128022"/>
                <a:gd name="connsiteX4" fmla="*/ 5458148 w 8269663"/>
                <a:gd name="connsiteY4" fmla="*/ 5858260 h 7128022"/>
                <a:gd name="connsiteX5" fmla="*/ 5819350 w 8269663"/>
                <a:gd name="connsiteY5" fmla="*/ 3971700 h 7128022"/>
                <a:gd name="connsiteX6" fmla="*/ 5062825 w 8269663"/>
                <a:gd name="connsiteY6" fmla="*/ 4317492 h 7128022"/>
                <a:gd name="connsiteX7" fmla="*/ 5068159 w 8269663"/>
                <a:gd name="connsiteY7" fmla="*/ 4343901 h 7128022"/>
                <a:gd name="connsiteX8" fmla="*/ 5458150 w 8269663"/>
                <a:gd name="connsiteY8" fmla="*/ 4602405 h 7128022"/>
                <a:gd name="connsiteX9" fmla="*/ 5881403 w 8269663"/>
                <a:gd name="connsiteY9" fmla="*/ 4179153 h 7128022"/>
                <a:gd name="connsiteX10" fmla="*/ 5848142 w 8269663"/>
                <a:gd name="connsiteY10" fmla="*/ 4014404 h 7128022"/>
                <a:gd name="connsiteX11" fmla="*/ 7418447 w 8269663"/>
                <a:gd name="connsiteY11" fmla="*/ 2350865 h 7128022"/>
                <a:gd name="connsiteX12" fmla="*/ 2065170 w 8269663"/>
                <a:gd name="connsiteY12" fmla="*/ 4847140 h 7128022"/>
                <a:gd name="connsiteX13" fmla="*/ 2212342 w 8269663"/>
                <a:gd name="connsiteY13" fmla="*/ 5162750 h 7128022"/>
                <a:gd name="connsiteX14" fmla="*/ 7584614 w 8269663"/>
                <a:gd name="connsiteY14" fmla="*/ 2707210 h 7128022"/>
                <a:gd name="connsiteX15" fmla="*/ 7123360 w 8269663"/>
                <a:gd name="connsiteY15" fmla="*/ 487093 h 7128022"/>
                <a:gd name="connsiteX16" fmla="*/ 516006 w 8269663"/>
                <a:gd name="connsiteY16" fmla="*/ 3507158 h 7128022"/>
                <a:gd name="connsiteX17" fmla="*/ 1539930 w 8269663"/>
                <a:gd name="connsiteY17" fmla="*/ 4632818 h 7128022"/>
                <a:gd name="connsiteX18" fmla="*/ 7714029 w 8269663"/>
                <a:gd name="connsiteY18" fmla="*/ 1753788 h 7128022"/>
                <a:gd name="connsiteX19" fmla="*/ 7215287 w 8269663"/>
                <a:gd name="connsiteY19" fmla="*/ 135 h 7128022"/>
                <a:gd name="connsiteX20" fmla="*/ 7411523 w 8269663"/>
                <a:gd name="connsiteY20" fmla="*/ 120208 h 7128022"/>
                <a:gd name="connsiteX21" fmla="*/ 8091250 w 8269663"/>
                <a:gd name="connsiteY21" fmla="*/ 1577887 h 7128022"/>
                <a:gd name="connsiteX22" fmla="*/ 8093759 w 8269663"/>
                <a:gd name="connsiteY22" fmla="*/ 1576717 h 7128022"/>
                <a:gd name="connsiteX23" fmla="*/ 8269663 w 8269663"/>
                <a:gd name="connsiteY23" fmla="*/ 1953936 h 7128022"/>
                <a:gd name="connsiteX24" fmla="*/ 7794405 w 8269663"/>
                <a:gd name="connsiteY24" fmla="*/ 2175553 h 7128022"/>
                <a:gd name="connsiteX25" fmla="*/ 7961901 w 8269663"/>
                <a:gd name="connsiteY25" fmla="*/ 2534759 h 7128022"/>
                <a:gd name="connsiteX26" fmla="*/ 7963187 w 8269663"/>
                <a:gd name="connsiteY26" fmla="*/ 2534169 h 7128022"/>
                <a:gd name="connsiteX27" fmla="*/ 8136212 w 8269663"/>
                <a:gd name="connsiteY27" fmla="*/ 2912717 h 7128022"/>
                <a:gd name="connsiteX28" fmla="*/ 6202390 w 8269663"/>
                <a:gd name="connsiteY28" fmla="*/ 3796625 h 7128022"/>
                <a:gd name="connsiteX29" fmla="*/ 6238143 w 8269663"/>
                <a:gd name="connsiteY29" fmla="*/ 3849653 h 7128022"/>
                <a:gd name="connsiteX30" fmla="*/ 6304663 w 8269663"/>
                <a:gd name="connsiteY30" fmla="*/ 4179152 h 7128022"/>
                <a:gd name="connsiteX31" fmla="*/ 5787651 w 8269663"/>
                <a:gd name="connsiteY31" fmla="*/ 4959139 h 7128022"/>
                <a:gd name="connsiteX32" fmla="*/ 5666259 w 8269663"/>
                <a:gd name="connsiteY32" fmla="*/ 4996820 h 7128022"/>
                <a:gd name="connsiteX33" fmla="*/ 5666258 w 8269663"/>
                <a:gd name="connsiteY33" fmla="*/ 5454563 h 7128022"/>
                <a:gd name="connsiteX34" fmla="*/ 5636366 w 8269663"/>
                <a:gd name="connsiteY34" fmla="*/ 5454564 h 7128022"/>
                <a:gd name="connsiteX35" fmla="*/ 5787653 w 8269663"/>
                <a:gd name="connsiteY35" fmla="*/ 5501525 h 7128022"/>
                <a:gd name="connsiteX36" fmla="*/ 6266607 w 8269663"/>
                <a:gd name="connsiteY36" fmla="*/ 6029785 h 7128022"/>
                <a:gd name="connsiteX37" fmla="*/ 6276656 w 8269663"/>
                <a:gd name="connsiteY37" fmla="*/ 6073392 h 7128022"/>
                <a:gd name="connsiteX38" fmla="*/ 7389782 w 8269663"/>
                <a:gd name="connsiteY38" fmla="*/ 6073392 h 7128022"/>
                <a:gd name="connsiteX39" fmla="*/ 7389782 w 8269663"/>
                <a:gd name="connsiteY39" fmla="*/ 6489609 h 7128022"/>
                <a:gd name="connsiteX40" fmla="*/ 6275826 w 8269663"/>
                <a:gd name="connsiteY40" fmla="*/ 6489609 h 7128022"/>
                <a:gd name="connsiteX41" fmla="*/ 6238141 w 8269663"/>
                <a:gd name="connsiteY41" fmla="*/ 6611011 h 7128022"/>
                <a:gd name="connsiteX42" fmla="*/ 5458151 w 8269663"/>
                <a:gd name="connsiteY42" fmla="*/ 7128022 h 7128022"/>
                <a:gd name="connsiteX43" fmla="*/ 4611644 w 8269663"/>
                <a:gd name="connsiteY43" fmla="*/ 6281513 h 7128022"/>
                <a:gd name="connsiteX44" fmla="*/ 5128656 w 8269663"/>
                <a:gd name="connsiteY44" fmla="*/ 5501526 h 7128022"/>
                <a:gd name="connsiteX45" fmla="*/ 5279940 w 8269663"/>
                <a:gd name="connsiteY45" fmla="*/ 5454566 h 7128022"/>
                <a:gd name="connsiteX46" fmla="*/ 5250043 w 8269663"/>
                <a:gd name="connsiteY46" fmla="*/ 5454564 h 7128022"/>
                <a:gd name="connsiteX47" fmla="*/ 5250040 w 8269663"/>
                <a:gd name="connsiteY47" fmla="*/ 4994197 h 7128022"/>
                <a:gd name="connsiteX48" fmla="*/ 5206429 w 8269663"/>
                <a:gd name="connsiteY48" fmla="*/ 4987604 h 7128022"/>
                <a:gd name="connsiteX49" fmla="*/ 4678165 w 8269663"/>
                <a:gd name="connsiteY49" fmla="*/ 4508648 h 7128022"/>
                <a:gd name="connsiteX50" fmla="*/ 4675331 w 8269663"/>
                <a:gd name="connsiteY50" fmla="*/ 4494608 h 7128022"/>
                <a:gd name="connsiteX51" fmla="*/ 2005872 w 8269663"/>
                <a:gd name="connsiteY51" fmla="*/ 5714756 h 7128022"/>
                <a:gd name="connsiteX52" fmla="*/ 1832847 w 8269663"/>
                <a:gd name="connsiteY52" fmla="*/ 5336208 h 7128022"/>
                <a:gd name="connsiteX53" fmla="*/ 1835050 w 8269663"/>
                <a:gd name="connsiteY53" fmla="*/ 5335201 h 7128022"/>
                <a:gd name="connsiteX54" fmla="*/ 1689213 w 8269663"/>
                <a:gd name="connsiteY54" fmla="*/ 5022451 h 7128022"/>
                <a:gd name="connsiteX55" fmla="*/ 1579669 w 8269663"/>
                <a:gd name="connsiteY55" fmla="*/ 5073532 h 7128022"/>
                <a:gd name="connsiteX56" fmla="*/ 1420541 w 8269663"/>
                <a:gd name="connsiteY56" fmla="*/ 5080478 h 7128022"/>
                <a:gd name="connsiteX57" fmla="*/ 1350266 w 8269663"/>
                <a:gd name="connsiteY57" fmla="*/ 5016086 h 7128022"/>
                <a:gd name="connsiteX58" fmla="*/ 1337964 w 8269663"/>
                <a:gd name="connsiteY58" fmla="*/ 5027274 h 7128022"/>
                <a:gd name="connsiteX59" fmla="*/ 53984 w 8269663"/>
                <a:gd name="connsiteY59" fmla="*/ 3615711 h 7128022"/>
                <a:gd name="connsiteX60" fmla="*/ 67851 w 8269663"/>
                <a:gd name="connsiteY60" fmla="*/ 3322714 h 7128022"/>
                <a:gd name="connsiteX61" fmla="*/ 221282 w 8269663"/>
                <a:gd name="connsiteY61" fmla="*/ 3183152 h 7128022"/>
                <a:gd name="connsiteX62" fmla="*/ 221981 w 8269663"/>
                <a:gd name="connsiteY62" fmla="*/ 3183918 h 7128022"/>
                <a:gd name="connsiteX63" fmla="*/ 6947453 w 8269663"/>
                <a:gd name="connsiteY63" fmla="*/ 109861 h 7128022"/>
                <a:gd name="connsiteX64" fmla="*/ 6946352 w 8269663"/>
                <a:gd name="connsiteY64" fmla="*/ 107498 h 7128022"/>
                <a:gd name="connsiteX65" fmla="*/ 7134963 w 8269663"/>
                <a:gd name="connsiteY65" fmla="*/ 19548 h 7128022"/>
                <a:gd name="connsiteX66" fmla="*/ 7215287 w 8269663"/>
                <a:gd name="connsiteY66" fmla="*/ 135 h 712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269663" h="7128022">
                  <a:moveTo>
                    <a:pt x="5458148" y="5858260"/>
                  </a:moveTo>
                  <a:cubicBezTo>
                    <a:pt x="5224393" y="5858259"/>
                    <a:pt x="5034895" y="6047758"/>
                    <a:pt x="5034894" y="6281512"/>
                  </a:cubicBezTo>
                  <a:cubicBezTo>
                    <a:pt x="5034895" y="6515271"/>
                    <a:pt x="5224392" y="6704764"/>
                    <a:pt x="5458147" y="6704765"/>
                  </a:cubicBezTo>
                  <a:cubicBezTo>
                    <a:pt x="5691905" y="6704764"/>
                    <a:pt x="5881401" y="6515270"/>
                    <a:pt x="5881400" y="6281512"/>
                  </a:cubicBezTo>
                  <a:cubicBezTo>
                    <a:pt x="5881401" y="6047758"/>
                    <a:pt x="5691906" y="5858259"/>
                    <a:pt x="5458148" y="5858260"/>
                  </a:cubicBezTo>
                  <a:close/>
                  <a:moveTo>
                    <a:pt x="5819350" y="3971700"/>
                  </a:moveTo>
                  <a:lnTo>
                    <a:pt x="5062825" y="4317492"/>
                  </a:lnTo>
                  <a:lnTo>
                    <a:pt x="5068159" y="4343901"/>
                  </a:lnTo>
                  <a:cubicBezTo>
                    <a:pt x="5132412" y="4495813"/>
                    <a:pt x="5282832" y="4602403"/>
                    <a:pt x="5458150" y="4602405"/>
                  </a:cubicBezTo>
                  <a:cubicBezTo>
                    <a:pt x="5691908" y="4602404"/>
                    <a:pt x="5881403" y="4412907"/>
                    <a:pt x="5881403" y="4179153"/>
                  </a:cubicBezTo>
                  <a:cubicBezTo>
                    <a:pt x="5881404" y="4120710"/>
                    <a:pt x="5869565" y="4065040"/>
                    <a:pt x="5848142" y="4014404"/>
                  </a:cubicBezTo>
                  <a:close/>
                  <a:moveTo>
                    <a:pt x="7418447" y="2350865"/>
                  </a:moveTo>
                  <a:lnTo>
                    <a:pt x="2065170" y="4847140"/>
                  </a:lnTo>
                  <a:lnTo>
                    <a:pt x="2212342" y="5162750"/>
                  </a:lnTo>
                  <a:lnTo>
                    <a:pt x="7584614" y="2707210"/>
                  </a:lnTo>
                  <a:close/>
                  <a:moveTo>
                    <a:pt x="7123360" y="487093"/>
                  </a:moveTo>
                  <a:lnTo>
                    <a:pt x="516006" y="3507158"/>
                  </a:lnTo>
                  <a:lnTo>
                    <a:pt x="1539930" y="4632818"/>
                  </a:lnTo>
                  <a:lnTo>
                    <a:pt x="7714029" y="1753788"/>
                  </a:lnTo>
                  <a:close/>
                  <a:moveTo>
                    <a:pt x="7215287" y="135"/>
                  </a:moveTo>
                  <a:cubicBezTo>
                    <a:pt x="7296334" y="-2797"/>
                    <a:pt x="7375093" y="42081"/>
                    <a:pt x="7411523" y="120208"/>
                  </a:cubicBezTo>
                  <a:lnTo>
                    <a:pt x="8091250" y="1577887"/>
                  </a:lnTo>
                  <a:lnTo>
                    <a:pt x="8093759" y="1576717"/>
                  </a:lnTo>
                  <a:lnTo>
                    <a:pt x="8269663" y="1953936"/>
                  </a:lnTo>
                  <a:lnTo>
                    <a:pt x="7794405" y="2175553"/>
                  </a:lnTo>
                  <a:lnTo>
                    <a:pt x="7961901" y="2534759"/>
                  </a:lnTo>
                  <a:lnTo>
                    <a:pt x="7963187" y="2534169"/>
                  </a:lnTo>
                  <a:lnTo>
                    <a:pt x="8136212" y="2912717"/>
                  </a:lnTo>
                  <a:lnTo>
                    <a:pt x="6202390" y="3796625"/>
                  </a:lnTo>
                  <a:lnTo>
                    <a:pt x="6238143" y="3849653"/>
                  </a:lnTo>
                  <a:cubicBezTo>
                    <a:pt x="6280979" y="3950931"/>
                    <a:pt x="6304663" y="4062273"/>
                    <a:pt x="6304663" y="4179152"/>
                  </a:cubicBezTo>
                  <a:cubicBezTo>
                    <a:pt x="6304662" y="4529786"/>
                    <a:pt x="6091480" y="4830631"/>
                    <a:pt x="5787651" y="4959139"/>
                  </a:cubicBezTo>
                  <a:lnTo>
                    <a:pt x="5666259" y="4996820"/>
                  </a:lnTo>
                  <a:lnTo>
                    <a:pt x="5666258" y="5454563"/>
                  </a:lnTo>
                  <a:lnTo>
                    <a:pt x="5636366" y="5454564"/>
                  </a:lnTo>
                  <a:lnTo>
                    <a:pt x="5787653" y="5501525"/>
                  </a:lnTo>
                  <a:cubicBezTo>
                    <a:pt x="6015523" y="5597906"/>
                    <a:pt x="6192407" y="5791225"/>
                    <a:pt x="6266607" y="6029785"/>
                  </a:cubicBezTo>
                  <a:lnTo>
                    <a:pt x="6276656" y="6073392"/>
                  </a:lnTo>
                  <a:lnTo>
                    <a:pt x="7389782" y="6073392"/>
                  </a:lnTo>
                  <a:lnTo>
                    <a:pt x="7389782" y="6489609"/>
                  </a:lnTo>
                  <a:lnTo>
                    <a:pt x="6275826" y="6489609"/>
                  </a:lnTo>
                  <a:lnTo>
                    <a:pt x="6238141" y="6611011"/>
                  </a:lnTo>
                  <a:cubicBezTo>
                    <a:pt x="6109633" y="6914837"/>
                    <a:pt x="5808786" y="7128022"/>
                    <a:pt x="5458151" y="7128022"/>
                  </a:cubicBezTo>
                  <a:cubicBezTo>
                    <a:pt x="4990638" y="7128022"/>
                    <a:pt x="4611644" y="6749026"/>
                    <a:pt x="4611644" y="6281513"/>
                  </a:cubicBezTo>
                  <a:cubicBezTo>
                    <a:pt x="4611643" y="5930876"/>
                    <a:pt x="4824827" y="5630034"/>
                    <a:pt x="5128656" y="5501526"/>
                  </a:cubicBezTo>
                  <a:lnTo>
                    <a:pt x="5279940" y="5454566"/>
                  </a:lnTo>
                  <a:lnTo>
                    <a:pt x="5250043" y="5454564"/>
                  </a:lnTo>
                  <a:lnTo>
                    <a:pt x="5250040" y="4994197"/>
                  </a:lnTo>
                  <a:lnTo>
                    <a:pt x="5206429" y="4987604"/>
                  </a:lnTo>
                  <a:cubicBezTo>
                    <a:pt x="4967868" y="4913405"/>
                    <a:pt x="4774548" y="4736520"/>
                    <a:pt x="4678165" y="4508648"/>
                  </a:cubicBezTo>
                  <a:lnTo>
                    <a:pt x="4675331" y="4494608"/>
                  </a:lnTo>
                  <a:lnTo>
                    <a:pt x="2005872" y="5714756"/>
                  </a:lnTo>
                  <a:lnTo>
                    <a:pt x="1832847" y="5336208"/>
                  </a:lnTo>
                  <a:lnTo>
                    <a:pt x="1835050" y="5335201"/>
                  </a:lnTo>
                  <a:lnTo>
                    <a:pt x="1689213" y="5022451"/>
                  </a:lnTo>
                  <a:lnTo>
                    <a:pt x="1579669" y="5073532"/>
                  </a:lnTo>
                  <a:cubicBezTo>
                    <a:pt x="1527583" y="5097820"/>
                    <a:pt x="1470588" y="5098696"/>
                    <a:pt x="1420541" y="5080478"/>
                  </a:cubicBezTo>
                  <a:lnTo>
                    <a:pt x="1350266" y="5016086"/>
                  </a:lnTo>
                  <a:lnTo>
                    <a:pt x="1337964" y="5027274"/>
                  </a:lnTo>
                  <a:lnTo>
                    <a:pt x="53984" y="3615711"/>
                  </a:lnTo>
                  <a:cubicBezTo>
                    <a:pt x="-23099" y="3530972"/>
                    <a:pt x="-16893" y="3399795"/>
                    <a:pt x="67851" y="3322714"/>
                  </a:cubicBezTo>
                  <a:lnTo>
                    <a:pt x="221282" y="3183152"/>
                  </a:lnTo>
                  <a:lnTo>
                    <a:pt x="221981" y="3183918"/>
                  </a:lnTo>
                  <a:lnTo>
                    <a:pt x="6947453" y="109861"/>
                  </a:lnTo>
                  <a:lnTo>
                    <a:pt x="6946352" y="107498"/>
                  </a:lnTo>
                  <a:lnTo>
                    <a:pt x="7134963" y="19548"/>
                  </a:lnTo>
                  <a:cubicBezTo>
                    <a:pt x="7161000" y="7407"/>
                    <a:pt x="7188276" y="1113"/>
                    <a:pt x="7215287" y="135"/>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21" name="Group 920">
            <a:extLst>
              <a:ext uri="{FF2B5EF4-FFF2-40B4-BE49-F238E27FC236}">
                <a16:creationId xmlns:a16="http://schemas.microsoft.com/office/drawing/2014/main" id="{4F5E1A48-F717-F7A5-9A04-B13A4ADCD2E8}"/>
              </a:ext>
              <a:ext uri="{C183D7F6-B498-43B3-948B-1728B52AA6E4}">
                <adec:decorative xmlns:adec="http://schemas.microsoft.com/office/drawing/2017/decorative" val="1"/>
              </a:ext>
            </a:extLst>
          </p:cNvPr>
          <p:cNvGrpSpPr>
            <a:grpSpLocks noChangeAspect="1"/>
          </p:cNvGrpSpPr>
          <p:nvPr/>
        </p:nvGrpSpPr>
        <p:grpSpPr>
          <a:xfrm>
            <a:off x="8509651" y="1517247"/>
            <a:ext cx="318574" cy="457200"/>
            <a:chOff x="8509651" y="1517247"/>
            <a:chExt cx="318574" cy="457200"/>
          </a:xfrm>
          <a:solidFill>
            <a:srgbClr val="FF0000"/>
          </a:solidFill>
        </p:grpSpPr>
        <p:sp>
          <p:nvSpPr>
            <p:cNvPr id="1061" name="Freeform: Shape 1060">
              <a:extLst>
                <a:ext uri="{FF2B5EF4-FFF2-40B4-BE49-F238E27FC236}">
                  <a16:creationId xmlns:a16="http://schemas.microsoft.com/office/drawing/2014/main" id="{E63F33A2-F737-8C09-2A83-C3DCF3FA5575}"/>
                </a:ext>
                <a:ext uri="{C183D7F6-B498-43B3-948B-1728B52AA6E4}">
                  <adec:decorative xmlns:adec="http://schemas.microsoft.com/office/drawing/2017/decorative" val="1"/>
                </a:ext>
              </a:extLst>
            </p:cNvPr>
            <p:cNvSpPr/>
            <p:nvPr/>
          </p:nvSpPr>
          <p:spPr>
            <a:xfrm>
              <a:off x="8509651" y="1531252"/>
              <a:ext cx="201016" cy="443195"/>
            </a:xfrm>
            <a:custGeom>
              <a:avLst/>
              <a:gdLst>
                <a:gd name="connsiteX0" fmla="*/ 120704 w 372504"/>
                <a:gd name="connsiteY0" fmla="*/ 162 h 821286"/>
                <a:gd name="connsiteX1" fmla="*/ 121115 w 372504"/>
                <a:gd name="connsiteY1" fmla="*/ 177 h 821286"/>
                <a:gd name="connsiteX2" fmla="*/ 121115 w 372504"/>
                <a:gd name="connsiteY2" fmla="*/ 59515 h 821286"/>
                <a:gd name="connsiteX3" fmla="*/ 115066 w 372504"/>
                <a:gd name="connsiteY3" fmla="*/ 64286 h 821286"/>
                <a:gd name="connsiteX4" fmla="*/ 98405 w 372504"/>
                <a:gd name="connsiteY4" fmla="*/ 112328 h 821286"/>
                <a:gd name="connsiteX5" fmla="*/ 98407 w 372504"/>
                <a:gd name="connsiteY5" fmla="*/ 519298 h 821286"/>
                <a:gd name="connsiteX6" fmla="*/ 95276 w 372504"/>
                <a:gd name="connsiteY6" fmla="*/ 526952 h 821286"/>
                <a:gd name="connsiteX7" fmla="*/ 70936 w 372504"/>
                <a:gd name="connsiteY7" fmla="*/ 554011 h 821286"/>
                <a:gd name="connsiteX8" fmla="*/ 47621 w 372504"/>
                <a:gd name="connsiteY8" fmla="*/ 607304 h 821286"/>
                <a:gd name="connsiteX9" fmla="*/ 44652 w 372504"/>
                <a:gd name="connsiteY9" fmla="*/ 637478 h 821286"/>
                <a:gd name="connsiteX10" fmla="*/ 50346 w 372504"/>
                <a:gd name="connsiteY10" fmla="*/ 672875 h 821286"/>
                <a:gd name="connsiteX11" fmla="*/ 80813 w 372504"/>
                <a:gd name="connsiteY11" fmla="*/ 728985 h 821286"/>
                <a:gd name="connsiteX12" fmla="*/ 130848 w 372504"/>
                <a:gd name="connsiteY12" fmla="*/ 764959 h 821286"/>
                <a:gd name="connsiteX13" fmla="*/ 183383 w 372504"/>
                <a:gd name="connsiteY13" fmla="*/ 776469 h 821286"/>
                <a:gd name="connsiteX14" fmla="*/ 205518 w 372504"/>
                <a:gd name="connsiteY14" fmla="*/ 774648 h 821286"/>
                <a:gd name="connsiteX15" fmla="*/ 243008 w 372504"/>
                <a:gd name="connsiteY15" fmla="*/ 764112 h 821286"/>
                <a:gd name="connsiteX16" fmla="*/ 293953 w 372504"/>
                <a:gd name="connsiteY16" fmla="*/ 725599 h 821286"/>
                <a:gd name="connsiteX17" fmla="*/ 312997 w 372504"/>
                <a:gd name="connsiteY17" fmla="*/ 696446 h 821286"/>
                <a:gd name="connsiteX18" fmla="*/ 326426 w 372504"/>
                <a:gd name="connsiteY18" fmla="*/ 648448 h 821286"/>
                <a:gd name="connsiteX19" fmla="*/ 322568 w 372504"/>
                <a:gd name="connsiteY19" fmla="*/ 599657 h 821286"/>
                <a:gd name="connsiteX20" fmla="*/ 299575 w 372504"/>
                <a:gd name="connsiteY20" fmla="*/ 551855 h 821286"/>
                <a:gd name="connsiteX21" fmla="*/ 279067 w 372504"/>
                <a:gd name="connsiteY21" fmla="*/ 529316 h 821286"/>
                <a:gd name="connsiteX22" fmla="*/ 274039 w 372504"/>
                <a:gd name="connsiteY22" fmla="*/ 519741 h 821286"/>
                <a:gd name="connsiteX23" fmla="*/ 273934 w 372504"/>
                <a:gd name="connsiteY23" fmla="*/ 117680 h 821286"/>
                <a:gd name="connsiteX24" fmla="*/ 269287 w 372504"/>
                <a:gd name="connsiteY24" fmla="*/ 88923 h 821286"/>
                <a:gd name="connsiteX25" fmla="*/ 257638 w 372504"/>
                <a:gd name="connsiteY25" fmla="*/ 64780 h 821286"/>
                <a:gd name="connsiteX26" fmla="*/ 250227 w 372504"/>
                <a:gd name="connsiteY26" fmla="*/ 57301 h 821286"/>
                <a:gd name="connsiteX27" fmla="*/ 250227 w 372504"/>
                <a:gd name="connsiteY27" fmla="*/ 919 h 821286"/>
                <a:gd name="connsiteX28" fmla="*/ 260734 w 372504"/>
                <a:gd name="connsiteY28" fmla="*/ 5624 h 821286"/>
                <a:gd name="connsiteX29" fmla="*/ 306045 w 372504"/>
                <a:gd name="connsiteY29" fmla="*/ 57883 h 821286"/>
                <a:gd name="connsiteX30" fmla="*/ 318345 w 372504"/>
                <a:gd name="connsiteY30" fmla="*/ 105233 h 821286"/>
                <a:gd name="connsiteX31" fmla="*/ 319266 w 372504"/>
                <a:gd name="connsiteY31" fmla="*/ 135462 h 821286"/>
                <a:gd name="connsiteX32" fmla="*/ 319220 w 372504"/>
                <a:gd name="connsiteY32" fmla="*/ 498823 h 821286"/>
                <a:gd name="connsiteX33" fmla="*/ 323324 w 372504"/>
                <a:gd name="connsiteY33" fmla="*/ 509133 h 821286"/>
                <a:gd name="connsiteX34" fmla="*/ 368541 w 372504"/>
                <a:gd name="connsiteY34" fmla="*/ 597431 h 821286"/>
                <a:gd name="connsiteX35" fmla="*/ 372189 w 372504"/>
                <a:gd name="connsiteY35" fmla="*/ 646625 h 821286"/>
                <a:gd name="connsiteX36" fmla="*/ 358958 w 372504"/>
                <a:gd name="connsiteY36" fmla="*/ 705148 h 821286"/>
                <a:gd name="connsiteX37" fmla="*/ 309531 w 372504"/>
                <a:gd name="connsiteY37" fmla="*/ 774938 h 821286"/>
                <a:gd name="connsiteX38" fmla="*/ 227906 w 372504"/>
                <a:gd name="connsiteY38" fmla="*/ 816765 h 821286"/>
                <a:gd name="connsiteX39" fmla="*/ 198400 w 372504"/>
                <a:gd name="connsiteY39" fmla="*/ 820668 h 821286"/>
                <a:gd name="connsiteX40" fmla="*/ 166449 w 372504"/>
                <a:gd name="connsiteY40" fmla="*/ 820621 h 821286"/>
                <a:gd name="connsiteX41" fmla="*/ 115669 w 372504"/>
                <a:gd name="connsiteY41" fmla="*/ 807957 h 821286"/>
                <a:gd name="connsiteX42" fmla="*/ 66907 w 372504"/>
                <a:gd name="connsiteY42" fmla="*/ 778961 h 821286"/>
                <a:gd name="connsiteX43" fmla="*/ 26219 w 372504"/>
                <a:gd name="connsiteY43" fmla="*/ 731501 h 821286"/>
                <a:gd name="connsiteX44" fmla="*/ 3498 w 372504"/>
                <a:gd name="connsiteY44" fmla="*/ 674096 h 821286"/>
                <a:gd name="connsiteX45" fmla="*/ 249 w 372504"/>
                <a:gd name="connsiteY45" fmla="*/ 647848 h 821286"/>
                <a:gd name="connsiteX46" fmla="*/ 124 w 372504"/>
                <a:gd name="connsiteY46" fmla="*/ 624715 h 821286"/>
                <a:gd name="connsiteX47" fmla="*/ 6411 w 372504"/>
                <a:gd name="connsiteY47" fmla="*/ 584467 h 821286"/>
                <a:gd name="connsiteX48" fmla="*/ 31676 w 372504"/>
                <a:gd name="connsiteY48" fmla="*/ 530194 h 821286"/>
                <a:gd name="connsiteX49" fmla="*/ 50107 w 372504"/>
                <a:gd name="connsiteY49" fmla="*/ 507337 h 821286"/>
                <a:gd name="connsiteX50" fmla="*/ 53234 w 372504"/>
                <a:gd name="connsiteY50" fmla="*/ 499675 h 821286"/>
                <a:gd name="connsiteX51" fmla="*/ 53204 w 372504"/>
                <a:gd name="connsiteY51" fmla="*/ 109799 h 821286"/>
                <a:gd name="connsiteX52" fmla="*/ 62838 w 372504"/>
                <a:gd name="connsiteY52" fmla="*/ 65132 h 821286"/>
                <a:gd name="connsiteX53" fmla="*/ 95067 w 372504"/>
                <a:gd name="connsiteY53" fmla="*/ 18388 h 821286"/>
                <a:gd name="connsiteX54" fmla="*/ 106156 w 372504"/>
                <a:gd name="connsiteY54" fmla="*/ 9724 h 821286"/>
                <a:gd name="connsiteX55" fmla="*/ 108491 w 372504"/>
                <a:gd name="connsiteY55" fmla="*/ 7856 h 821286"/>
                <a:gd name="connsiteX56" fmla="*/ 109302 w 372504"/>
                <a:gd name="connsiteY56" fmla="*/ 7208 h 821286"/>
                <a:gd name="connsiteX57" fmla="*/ 109875 w 372504"/>
                <a:gd name="connsiteY57" fmla="*/ 7018 h 821286"/>
                <a:gd name="connsiteX58" fmla="*/ 111667 w 372504"/>
                <a:gd name="connsiteY58" fmla="*/ 5679 h 821286"/>
                <a:gd name="connsiteX59" fmla="*/ 112247 w 372504"/>
                <a:gd name="connsiteY59" fmla="*/ 5246 h 821286"/>
                <a:gd name="connsiteX60" fmla="*/ 112821 w 372504"/>
                <a:gd name="connsiteY60" fmla="*/ 5054 h 821286"/>
                <a:gd name="connsiteX61" fmla="*/ 114612 w 372504"/>
                <a:gd name="connsiteY61" fmla="*/ 3716 h 821286"/>
                <a:gd name="connsiteX62" fmla="*/ 115193 w 372504"/>
                <a:gd name="connsiteY62" fmla="*/ 3282 h 821286"/>
                <a:gd name="connsiteX63" fmla="*/ 115795 w 372504"/>
                <a:gd name="connsiteY63" fmla="*/ 3105 h 821286"/>
                <a:gd name="connsiteX64" fmla="*/ 118234 w 372504"/>
                <a:gd name="connsiteY64" fmla="*/ 3095 h 821286"/>
                <a:gd name="connsiteX65" fmla="*/ 115941 w 372504"/>
                <a:gd name="connsiteY65" fmla="*/ 3065 h 821286"/>
                <a:gd name="connsiteX66" fmla="*/ 119849 w 372504"/>
                <a:gd name="connsiteY66" fmla="*/ 507 h 821286"/>
                <a:gd name="connsiteX67" fmla="*/ 119138 w 372504"/>
                <a:gd name="connsiteY67" fmla="*/ 3091 h 821286"/>
                <a:gd name="connsiteX68" fmla="*/ 119147 w 372504"/>
                <a:gd name="connsiteY68" fmla="*/ 3091 h 821286"/>
                <a:gd name="connsiteX69" fmla="*/ 120102 w 372504"/>
                <a:gd name="connsiteY69" fmla="*/ 341 h 821286"/>
                <a:gd name="connsiteX70" fmla="*/ 120704 w 372504"/>
                <a:gd name="connsiteY70" fmla="*/ 162 h 821286"/>
                <a:gd name="connsiteX71" fmla="*/ 121115 w 372504"/>
                <a:gd name="connsiteY71" fmla="*/ 0 h 821286"/>
                <a:gd name="connsiteX72" fmla="*/ 121115 w 372504"/>
                <a:gd name="connsiteY72" fmla="*/ 134 h 821286"/>
                <a:gd name="connsiteX73" fmla="*/ 120851 w 372504"/>
                <a:gd name="connsiteY73" fmla="*/ 120 h 82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2504" h="821286">
                  <a:moveTo>
                    <a:pt x="120704" y="162"/>
                  </a:moveTo>
                  <a:lnTo>
                    <a:pt x="121115" y="177"/>
                  </a:lnTo>
                  <a:lnTo>
                    <a:pt x="121115" y="59515"/>
                  </a:lnTo>
                  <a:lnTo>
                    <a:pt x="115066" y="64286"/>
                  </a:lnTo>
                  <a:cubicBezTo>
                    <a:pt x="104579" y="78455"/>
                    <a:pt x="98419" y="94530"/>
                    <a:pt x="98405" y="112328"/>
                  </a:cubicBezTo>
                  <a:cubicBezTo>
                    <a:pt x="98296" y="247984"/>
                    <a:pt x="98335" y="383641"/>
                    <a:pt x="98407" y="519298"/>
                  </a:cubicBezTo>
                  <a:cubicBezTo>
                    <a:pt x="98409" y="522465"/>
                    <a:pt x="97449" y="524639"/>
                    <a:pt x="95276" y="526952"/>
                  </a:cubicBezTo>
                  <a:cubicBezTo>
                    <a:pt x="86969" y="535796"/>
                    <a:pt x="78411" y="544487"/>
                    <a:pt x="70936" y="554011"/>
                  </a:cubicBezTo>
                  <a:cubicBezTo>
                    <a:pt x="58646" y="569670"/>
                    <a:pt x="51461" y="587923"/>
                    <a:pt x="47621" y="607304"/>
                  </a:cubicBezTo>
                  <a:cubicBezTo>
                    <a:pt x="45661" y="617196"/>
                    <a:pt x="44144" y="627483"/>
                    <a:pt x="44652" y="637478"/>
                  </a:cubicBezTo>
                  <a:cubicBezTo>
                    <a:pt x="45254" y="649351"/>
                    <a:pt x="47606" y="661255"/>
                    <a:pt x="50346" y="672875"/>
                  </a:cubicBezTo>
                  <a:cubicBezTo>
                    <a:pt x="55382" y="694235"/>
                    <a:pt x="66253" y="712774"/>
                    <a:pt x="80813" y="728985"/>
                  </a:cubicBezTo>
                  <a:cubicBezTo>
                    <a:pt x="94804" y="744562"/>
                    <a:pt x="111366" y="756723"/>
                    <a:pt x="130848" y="764959"/>
                  </a:cubicBezTo>
                  <a:cubicBezTo>
                    <a:pt x="147719" y="772091"/>
                    <a:pt x="165252" y="775772"/>
                    <a:pt x="183383" y="776469"/>
                  </a:cubicBezTo>
                  <a:cubicBezTo>
                    <a:pt x="190728" y="776751"/>
                    <a:pt x="198146" y="775387"/>
                    <a:pt x="205518" y="774648"/>
                  </a:cubicBezTo>
                  <a:cubicBezTo>
                    <a:pt x="218624" y="773334"/>
                    <a:pt x="231026" y="769428"/>
                    <a:pt x="243008" y="764112"/>
                  </a:cubicBezTo>
                  <a:cubicBezTo>
                    <a:pt x="262987" y="755247"/>
                    <a:pt x="280310" y="742629"/>
                    <a:pt x="293953" y="725599"/>
                  </a:cubicBezTo>
                  <a:cubicBezTo>
                    <a:pt x="301188" y="716568"/>
                    <a:pt x="307887" y="706791"/>
                    <a:pt x="312997" y="696446"/>
                  </a:cubicBezTo>
                  <a:cubicBezTo>
                    <a:pt x="320408" y="681445"/>
                    <a:pt x="324788" y="665389"/>
                    <a:pt x="326426" y="648448"/>
                  </a:cubicBezTo>
                  <a:cubicBezTo>
                    <a:pt x="328035" y="631809"/>
                    <a:pt x="326607" y="615667"/>
                    <a:pt x="322568" y="599657"/>
                  </a:cubicBezTo>
                  <a:cubicBezTo>
                    <a:pt x="318165" y="582195"/>
                    <a:pt x="310728" y="566023"/>
                    <a:pt x="299575" y="551855"/>
                  </a:cubicBezTo>
                  <a:cubicBezTo>
                    <a:pt x="293303" y="543887"/>
                    <a:pt x="286329" y="536401"/>
                    <a:pt x="279067" y="529316"/>
                  </a:cubicBezTo>
                  <a:cubicBezTo>
                    <a:pt x="276110" y="526431"/>
                    <a:pt x="274035" y="524199"/>
                    <a:pt x="274039" y="519741"/>
                  </a:cubicBezTo>
                  <a:cubicBezTo>
                    <a:pt x="274156" y="385720"/>
                    <a:pt x="274229" y="251699"/>
                    <a:pt x="273934" y="117680"/>
                  </a:cubicBezTo>
                  <a:cubicBezTo>
                    <a:pt x="273913" y="108071"/>
                    <a:pt x="271976" y="98197"/>
                    <a:pt x="269287" y="88923"/>
                  </a:cubicBezTo>
                  <a:cubicBezTo>
                    <a:pt x="266716" y="80056"/>
                    <a:pt x="262781" y="71996"/>
                    <a:pt x="257638" y="64780"/>
                  </a:cubicBezTo>
                  <a:lnTo>
                    <a:pt x="250227" y="57301"/>
                  </a:lnTo>
                  <a:lnTo>
                    <a:pt x="250227" y="919"/>
                  </a:lnTo>
                  <a:lnTo>
                    <a:pt x="260734" y="5624"/>
                  </a:lnTo>
                  <a:cubicBezTo>
                    <a:pt x="280326" y="19111"/>
                    <a:pt x="295837" y="36321"/>
                    <a:pt x="306045" y="57883"/>
                  </a:cubicBezTo>
                  <a:cubicBezTo>
                    <a:pt x="313115" y="72817"/>
                    <a:pt x="317959" y="88474"/>
                    <a:pt x="318345" y="105233"/>
                  </a:cubicBezTo>
                  <a:cubicBezTo>
                    <a:pt x="318577" y="115311"/>
                    <a:pt x="319261" y="125386"/>
                    <a:pt x="319266" y="135462"/>
                  </a:cubicBezTo>
                  <a:cubicBezTo>
                    <a:pt x="319332" y="256582"/>
                    <a:pt x="319330" y="377702"/>
                    <a:pt x="319220" y="498823"/>
                  </a:cubicBezTo>
                  <a:cubicBezTo>
                    <a:pt x="319216" y="503057"/>
                    <a:pt x="320568" y="506167"/>
                    <a:pt x="323324" y="509133"/>
                  </a:cubicBezTo>
                  <a:cubicBezTo>
                    <a:pt x="346709" y="534298"/>
                    <a:pt x="361456" y="563819"/>
                    <a:pt x="368541" y="597431"/>
                  </a:cubicBezTo>
                  <a:cubicBezTo>
                    <a:pt x="371979" y="613739"/>
                    <a:pt x="373131" y="630154"/>
                    <a:pt x="372189" y="646625"/>
                  </a:cubicBezTo>
                  <a:cubicBezTo>
                    <a:pt x="371036" y="666777"/>
                    <a:pt x="366606" y="686356"/>
                    <a:pt x="358958" y="705148"/>
                  </a:cubicBezTo>
                  <a:cubicBezTo>
                    <a:pt x="347915" y="732277"/>
                    <a:pt x="331327" y="755581"/>
                    <a:pt x="309531" y="774938"/>
                  </a:cubicBezTo>
                  <a:cubicBezTo>
                    <a:pt x="286011" y="795826"/>
                    <a:pt x="258752" y="810067"/>
                    <a:pt x="227906" y="816765"/>
                  </a:cubicBezTo>
                  <a:cubicBezTo>
                    <a:pt x="218236" y="818865"/>
                    <a:pt x="208284" y="820055"/>
                    <a:pt x="198400" y="820668"/>
                  </a:cubicBezTo>
                  <a:cubicBezTo>
                    <a:pt x="187782" y="821325"/>
                    <a:pt x="177006" y="821663"/>
                    <a:pt x="166449" y="820621"/>
                  </a:cubicBezTo>
                  <a:cubicBezTo>
                    <a:pt x="148989" y="818897"/>
                    <a:pt x="131955" y="814667"/>
                    <a:pt x="115669" y="807957"/>
                  </a:cubicBezTo>
                  <a:cubicBezTo>
                    <a:pt x="98014" y="800682"/>
                    <a:pt x="81642" y="791096"/>
                    <a:pt x="66907" y="778961"/>
                  </a:cubicBezTo>
                  <a:cubicBezTo>
                    <a:pt x="50613" y="765542"/>
                    <a:pt x="37204" y="749519"/>
                    <a:pt x="26219" y="731501"/>
                  </a:cubicBezTo>
                  <a:cubicBezTo>
                    <a:pt x="15354" y="713679"/>
                    <a:pt x="7952" y="694407"/>
                    <a:pt x="3498" y="674096"/>
                  </a:cubicBezTo>
                  <a:cubicBezTo>
                    <a:pt x="1617" y="665516"/>
                    <a:pt x="851" y="656637"/>
                    <a:pt x="249" y="647848"/>
                  </a:cubicBezTo>
                  <a:cubicBezTo>
                    <a:pt x="-277" y="640170"/>
                    <a:pt x="207" y="632427"/>
                    <a:pt x="124" y="624715"/>
                  </a:cubicBezTo>
                  <a:cubicBezTo>
                    <a:pt x="-23" y="610942"/>
                    <a:pt x="2802" y="597603"/>
                    <a:pt x="6411" y="584467"/>
                  </a:cubicBezTo>
                  <a:cubicBezTo>
                    <a:pt x="11762" y="564993"/>
                    <a:pt x="20280" y="546836"/>
                    <a:pt x="31676" y="530194"/>
                  </a:cubicBezTo>
                  <a:cubicBezTo>
                    <a:pt x="37192" y="522139"/>
                    <a:pt x="43707" y="514741"/>
                    <a:pt x="50107" y="507337"/>
                  </a:cubicBezTo>
                  <a:cubicBezTo>
                    <a:pt x="52159" y="504963"/>
                    <a:pt x="53236" y="502851"/>
                    <a:pt x="53234" y="499675"/>
                  </a:cubicBezTo>
                  <a:cubicBezTo>
                    <a:pt x="53160" y="369716"/>
                    <a:pt x="53145" y="239757"/>
                    <a:pt x="53204" y="109799"/>
                  </a:cubicBezTo>
                  <a:cubicBezTo>
                    <a:pt x="53211" y="94267"/>
                    <a:pt x="57014" y="79476"/>
                    <a:pt x="62838" y="65132"/>
                  </a:cubicBezTo>
                  <a:cubicBezTo>
                    <a:pt x="70137" y="47154"/>
                    <a:pt x="81029" y="31677"/>
                    <a:pt x="95067" y="18388"/>
                  </a:cubicBezTo>
                  <a:cubicBezTo>
                    <a:pt x="98316" y="15312"/>
                    <a:pt x="101991" y="12686"/>
                    <a:pt x="106156" y="9724"/>
                  </a:cubicBezTo>
                  <a:lnTo>
                    <a:pt x="108491" y="7856"/>
                  </a:lnTo>
                  <a:lnTo>
                    <a:pt x="109302" y="7208"/>
                  </a:lnTo>
                  <a:cubicBezTo>
                    <a:pt x="109302" y="7208"/>
                    <a:pt x="109388" y="6919"/>
                    <a:pt x="109875" y="7018"/>
                  </a:cubicBezTo>
                  <a:lnTo>
                    <a:pt x="111667" y="5679"/>
                  </a:lnTo>
                  <a:lnTo>
                    <a:pt x="112247" y="5246"/>
                  </a:lnTo>
                  <a:cubicBezTo>
                    <a:pt x="112247" y="5246"/>
                    <a:pt x="112333" y="4956"/>
                    <a:pt x="112821" y="5054"/>
                  </a:cubicBezTo>
                  <a:lnTo>
                    <a:pt x="114612" y="3716"/>
                  </a:lnTo>
                  <a:lnTo>
                    <a:pt x="115193" y="3282"/>
                  </a:lnTo>
                  <a:cubicBezTo>
                    <a:pt x="115193" y="3282"/>
                    <a:pt x="115281" y="2991"/>
                    <a:pt x="115795" y="3105"/>
                  </a:cubicBezTo>
                  <a:lnTo>
                    <a:pt x="118234" y="3095"/>
                  </a:lnTo>
                  <a:lnTo>
                    <a:pt x="115941" y="3065"/>
                  </a:lnTo>
                  <a:cubicBezTo>
                    <a:pt x="116914" y="2164"/>
                    <a:pt x="118255" y="1419"/>
                    <a:pt x="119849" y="507"/>
                  </a:cubicBezTo>
                  <a:lnTo>
                    <a:pt x="119138" y="3091"/>
                  </a:lnTo>
                  <a:lnTo>
                    <a:pt x="119147" y="3091"/>
                  </a:lnTo>
                  <a:cubicBezTo>
                    <a:pt x="119945" y="2758"/>
                    <a:pt x="120342" y="1970"/>
                    <a:pt x="120102" y="341"/>
                  </a:cubicBezTo>
                  <a:cubicBezTo>
                    <a:pt x="120102" y="341"/>
                    <a:pt x="120189" y="47"/>
                    <a:pt x="120704" y="162"/>
                  </a:cubicBezTo>
                  <a:close/>
                  <a:moveTo>
                    <a:pt x="121115" y="0"/>
                  </a:moveTo>
                  <a:lnTo>
                    <a:pt x="121115" y="134"/>
                  </a:lnTo>
                  <a:lnTo>
                    <a:pt x="120851" y="120"/>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070" name="Freeform: Shape 1069">
              <a:extLst>
                <a:ext uri="{FF2B5EF4-FFF2-40B4-BE49-F238E27FC236}">
                  <a16:creationId xmlns:a16="http://schemas.microsoft.com/office/drawing/2014/main" id="{7EBA6EFA-7646-B98F-9DE3-6C6AF91C98D6}"/>
                </a:ext>
                <a:ext uri="{C183D7F6-B498-43B3-948B-1728B52AA6E4}">
                  <adec:decorative xmlns:adec="http://schemas.microsoft.com/office/drawing/2017/decorative" val="1"/>
                </a:ext>
              </a:extLst>
            </p:cNvPr>
            <p:cNvSpPr/>
            <p:nvPr/>
          </p:nvSpPr>
          <p:spPr>
            <a:xfrm>
              <a:off x="8567928" y="1517247"/>
              <a:ext cx="260297" cy="404571"/>
            </a:xfrm>
            <a:custGeom>
              <a:avLst/>
              <a:gdLst>
                <a:gd name="connsiteX0" fmla="*/ 617671 w 3904457"/>
                <a:gd name="connsiteY0" fmla="*/ 5176788 h 6068565"/>
                <a:gd name="connsiteX1" fmla="*/ 497187 w 3904457"/>
                <a:gd name="connsiteY1" fmla="*/ 5214842 h 6068565"/>
                <a:gd name="connsiteX2" fmla="*/ 371638 w 3904457"/>
                <a:gd name="connsiteY2" fmla="*/ 5489060 h 6068565"/>
                <a:gd name="connsiteX3" fmla="*/ 662304 w 3904457"/>
                <a:gd name="connsiteY3" fmla="*/ 5701512 h 6068565"/>
                <a:gd name="connsiteX4" fmla="*/ 704244 w 3904457"/>
                <a:gd name="connsiteY4" fmla="*/ 5693125 h 6068565"/>
                <a:gd name="connsiteX5" fmla="*/ 887377 w 3904457"/>
                <a:gd name="connsiteY5" fmla="*/ 5384273 h 6068565"/>
                <a:gd name="connsiteX6" fmla="*/ 617671 w 3904457"/>
                <a:gd name="connsiteY6" fmla="*/ 5176788 h 6068565"/>
                <a:gd name="connsiteX7" fmla="*/ 2181996 w 3904457"/>
                <a:gd name="connsiteY7" fmla="*/ 4008338 h 6068565"/>
                <a:gd name="connsiteX8" fmla="*/ 3011710 w 3904457"/>
                <a:gd name="connsiteY8" fmla="*/ 4008338 h 6068565"/>
                <a:gd name="connsiteX9" fmla="*/ 3011710 w 3904457"/>
                <a:gd name="connsiteY9" fmla="*/ 4370843 h 6068565"/>
                <a:gd name="connsiteX10" fmla="*/ 2181996 w 3904457"/>
                <a:gd name="connsiteY10" fmla="*/ 4370843 h 6068565"/>
                <a:gd name="connsiteX11" fmla="*/ 2182036 w 3904457"/>
                <a:gd name="connsiteY11" fmla="*/ 3110063 h 6068565"/>
                <a:gd name="connsiteX12" fmla="*/ 3901988 w 3904457"/>
                <a:gd name="connsiteY12" fmla="*/ 3110063 h 6068565"/>
                <a:gd name="connsiteX13" fmla="*/ 3901988 w 3904457"/>
                <a:gd name="connsiteY13" fmla="*/ 3472536 h 6068565"/>
                <a:gd name="connsiteX14" fmla="*/ 2182036 w 3904457"/>
                <a:gd name="connsiteY14" fmla="*/ 3472536 h 6068565"/>
                <a:gd name="connsiteX15" fmla="*/ 446557 w 3904457"/>
                <a:gd name="connsiteY15" fmla="*/ 2253857 h 6068565"/>
                <a:gd name="connsiteX16" fmla="*/ 812226 w 3904457"/>
                <a:gd name="connsiteY16" fmla="*/ 2253857 h 6068565"/>
                <a:gd name="connsiteX17" fmla="*/ 812226 w 3904457"/>
                <a:gd name="connsiteY17" fmla="*/ 4127575 h 6068565"/>
                <a:gd name="connsiteX18" fmla="*/ 811312 w 3904457"/>
                <a:gd name="connsiteY18" fmla="*/ 4795098 h 6068565"/>
                <a:gd name="connsiteX19" fmla="*/ 850817 w 3904457"/>
                <a:gd name="connsiteY19" fmla="*/ 4850938 h 6068565"/>
                <a:gd name="connsiteX20" fmla="*/ 1248180 w 3904457"/>
                <a:gd name="connsiteY20" fmla="*/ 5320770 h 6068565"/>
                <a:gd name="connsiteX21" fmla="*/ 1044643 w 3904457"/>
                <a:gd name="connsiteY21" fmla="*/ 5916937 h 6068565"/>
                <a:gd name="connsiteX22" fmla="*/ 667048 w 3904457"/>
                <a:gd name="connsiteY22" fmla="*/ 6067852 h 6068565"/>
                <a:gd name="connsiteX23" fmla="*/ 358074 w 3904457"/>
                <a:gd name="connsiteY23" fmla="*/ 6009759 h 6068565"/>
                <a:gd name="connsiteX24" fmla="*/ 149891 w 3904457"/>
                <a:gd name="connsiteY24" fmla="*/ 5848606 h 6068565"/>
                <a:gd name="connsiteX25" fmla="*/ 10880 w 3904457"/>
                <a:gd name="connsiteY25" fmla="*/ 5555041 h 6068565"/>
                <a:gd name="connsiteX26" fmla="*/ 119714 w 3904457"/>
                <a:gd name="connsiteY26" fmla="*/ 5071517 h 6068565"/>
                <a:gd name="connsiteX27" fmla="*/ 408928 w 3904457"/>
                <a:gd name="connsiteY27" fmla="*/ 4850822 h 6068565"/>
                <a:gd name="connsiteX28" fmla="*/ 447293 w 3904457"/>
                <a:gd name="connsiteY28" fmla="*/ 4794132 h 6068565"/>
                <a:gd name="connsiteX29" fmla="*/ 446557 w 3904457"/>
                <a:gd name="connsiteY29" fmla="*/ 2306788 h 6068565"/>
                <a:gd name="connsiteX30" fmla="*/ 446557 w 3904457"/>
                <a:gd name="connsiteY30" fmla="*/ 2253857 h 6068565"/>
                <a:gd name="connsiteX31" fmla="*/ 2182028 w 3904457"/>
                <a:gd name="connsiteY31" fmla="*/ 2219746 h 6068565"/>
                <a:gd name="connsiteX32" fmla="*/ 3011678 w 3904457"/>
                <a:gd name="connsiteY32" fmla="*/ 2219746 h 6068565"/>
                <a:gd name="connsiteX33" fmla="*/ 3011678 w 3904457"/>
                <a:gd name="connsiteY33" fmla="*/ 2582219 h 6068565"/>
                <a:gd name="connsiteX34" fmla="*/ 2182028 w 3904457"/>
                <a:gd name="connsiteY34" fmla="*/ 2582219 h 6068565"/>
                <a:gd name="connsiteX35" fmla="*/ 2182514 w 3904457"/>
                <a:gd name="connsiteY35" fmla="*/ 1321472 h 6068565"/>
                <a:gd name="connsiteX36" fmla="*/ 3904457 w 3904457"/>
                <a:gd name="connsiteY36" fmla="*/ 1321472 h 6068565"/>
                <a:gd name="connsiteX37" fmla="*/ 3904457 w 3904457"/>
                <a:gd name="connsiteY37" fmla="*/ 1684819 h 6068565"/>
                <a:gd name="connsiteX38" fmla="*/ 2182514 w 3904457"/>
                <a:gd name="connsiteY38" fmla="*/ 1684819 h 6068565"/>
                <a:gd name="connsiteX39" fmla="*/ 2182700 w 3904457"/>
                <a:gd name="connsiteY39" fmla="*/ 433616 h 6068565"/>
                <a:gd name="connsiteX40" fmla="*/ 3014187 w 3904457"/>
                <a:gd name="connsiteY40" fmla="*/ 433616 h 6068565"/>
                <a:gd name="connsiteX41" fmla="*/ 3014187 w 3904457"/>
                <a:gd name="connsiteY41" fmla="*/ 794357 h 6068565"/>
                <a:gd name="connsiteX42" fmla="*/ 2182700 w 3904457"/>
                <a:gd name="connsiteY42" fmla="*/ 794357 h 6068565"/>
                <a:gd name="connsiteX43" fmla="*/ 357690 w 3904457"/>
                <a:gd name="connsiteY43" fmla="*/ 0 h 6068565"/>
                <a:gd name="connsiteX44" fmla="*/ 899846 w 3904457"/>
                <a:gd name="connsiteY44" fmla="*/ 0 h 6068565"/>
                <a:gd name="connsiteX45" fmla="*/ 899846 w 3904457"/>
                <a:gd name="connsiteY45" fmla="*/ 538011 h 6068565"/>
                <a:gd name="connsiteX46" fmla="*/ 357690 w 3904457"/>
                <a:gd name="connsiteY46" fmla="*/ 538011 h 606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04457" h="6068565">
                  <a:moveTo>
                    <a:pt x="617671" y="5176788"/>
                  </a:moveTo>
                  <a:cubicBezTo>
                    <a:pt x="576667" y="5178788"/>
                    <a:pt x="535376" y="5190888"/>
                    <a:pt x="497187" y="5214842"/>
                  </a:cubicBezTo>
                  <a:cubicBezTo>
                    <a:pt x="407481" y="5271108"/>
                    <a:pt x="349885" y="5392062"/>
                    <a:pt x="371638" y="5489060"/>
                  </a:cubicBezTo>
                  <a:cubicBezTo>
                    <a:pt x="399319" y="5612497"/>
                    <a:pt x="510634" y="5715447"/>
                    <a:pt x="662304" y="5701512"/>
                  </a:cubicBezTo>
                  <a:cubicBezTo>
                    <a:pt x="676312" y="5698799"/>
                    <a:pt x="690875" y="5697704"/>
                    <a:pt x="704244" y="5693125"/>
                  </a:cubicBezTo>
                  <a:cubicBezTo>
                    <a:pt x="840781" y="5646359"/>
                    <a:pt x="917234" y="5530343"/>
                    <a:pt x="887377" y="5384273"/>
                  </a:cubicBezTo>
                  <a:cubicBezTo>
                    <a:pt x="861100" y="5255710"/>
                    <a:pt x="740682" y="5170791"/>
                    <a:pt x="617671" y="5176788"/>
                  </a:cubicBezTo>
                  <a:close/>
                  <a:moveTo>
                    <a:pt x="2181996" y="4008338"/>
                  </a:moveTo>
                  <a:lnTo>
                    <a:pt x="3011710" y="4008338"/>
                  </a:lnTo>
                  <a:lnTo>
                    <a:pt x="3011710" y="4370843"/>
                  </a:lnTo>
                  <a:lnTo>
                    <a:pt x="2181996" y="4370843"/>
                  </a:lnTo>
                  <a:close/>
                  <a:moveTo>
                    <a:pt x="2182036" y="3110063"/>
                  </a:moveTo>
                  <a:lnTo>
                    <a:pt x="3901988" y="3110063"/>
                  </a:lnTo>
                  <a:lnTo>
                    <a:pt x="3901988" y="3472536"/>
                  </a:lnTo>
                  <a:lnTo>
                    <a:pt x="2182036" y="3472536"/>
                  </a:lnTo>
                  <a:close/>
                  <a:moveTo>
                    <a:pt x="446557" y="2253857"/>
                  </a:moveTo>
                  <a:cubicBezTo>
                    <a:pt x="569011" y="2253857"/>
                    <a:pt x="687608" y="2253857"/>
                    <a:pt x="812226" y="2253857"/>
                  </a:cubicBezTo>
                  <a:cubicBezTo>
                    <a:pt x="812226" y="2877223"/>
                    <a:pt x="812226" y="3500412"/>
                    <a:pt x="812226" y="4127575"/>
                  </a:cubicBezTo>
                  <a:cubicBezTo>
                    <a:pt x="812226" y="4352734"/>
                    <a:pt x="813056" y="4573927"/>
                    <a:pt x="811312" y="4795098"/>
                  </a:cubicBezTo>
                  <a:cubicBezTo>
                    <a:pt x="811056" y="4827474"/>
                    <a:pt x="822120" y="4840041"/>
                    <a:pt x="850817" y="4850938"/>
                  </a:cubicBezTo>
                  <a:cubicBezTo>
                    <a:pt x="1069592" y="4934027"/>
                    <a:pt x="1206399" y="5091133"/>
                    <a:pt x="1248180" y="5320770"/>
                  </a:cubicBezTo>
                  <a:cubicBezTo>
                    <a:pt x="1290675" y="5554332"/>
                    <a:pt x="1224210" y="5757787"/>
                    <a:pt x="1044643" y="5916937"/>
                  </a:cubicBezTo>
                  <a:cubicBezTo>
                    <a:pt x="938051" y="6011409"/>
                    <a:pt x="811545" y="6062213"/>
                    <a:pt x="667048" y="6067852"/>
                  </a:cubicBezTo>
                  <a:cubicBezTo>
                    <a:pt x="558970" y="6072069"/>
                    <a:pt x="454364" y="6058216"/>
                    <a:pt x="358074" y="6009759"/>
                  </a:cubicBezTo>
                  <a:cubicBezTo>
                    <a:pt x="279178" y="5970055"/>
                    <a:pt x="208146" y="5919238"/>
                    <a:pt x="149891" y="5848606"/>
                  </a:cubicBezTo>
                  <a:cubicBezTo>
                    <a:pt x="77886" y="5761295"/>
                    <a:pt x="29962" y="5664184"/>
                    <a:pt x="10880" y="5555041"/>
                  </a:cubicBezTo>
                  <a:cubicBezTo>
                    <a:pt x="-19691" y="5380197"/>
                    <a:pt x="13410" y="5216068"/>
                    <a:pt x="119714" y="5071517"/>
                  </a:cubicBezTo>
                  <a:cubicBezTo>
                    <a:pt x="194082" y="4970393"/>
                    <a:pt x="287966" y="4891495"/>
                    <a:pt x="408928" y="4850822"/>
                  </a:cubicBezTo>
                  <a:cubicBezTo>
                    <a:pt x="439371" y="4840586"/>
                    <a:pt x="447328" y="4825269"/>
                    <a:pt x="447293" y="4794132"/>
                  </a:cubicBezTo>
                  <a:cubicBezTo>
                    <a:pt x="446368" y="3965018"/>
                    <a:pt x="446557" y="3135904"/>
                    <a:pt x="446557" y="2306788"/>
                  </a:cubicBezTo>
                  <a:cubicBezTo>
                    <a:pt x="446557" y="2289900"/>
                    <a:pt x="446557" y="2273013"/>
                    <a:pt x="446557" y="2253857"/>
                  </a:cubicBezTo>
                  <a:close/>
                  <a:moveTo>
                    <a:pt x="2182028" y="2219746"/>
                  </a:moveTo>
                  <a:lnTo>
                    <a:pt x="3011678" y="2219746"/>
                  </a:lnTo>
                  <a:lnTo>
                    <a:pt x="3011678" y="2582219"/>
                  </a:lnTo>
                  <a:lnTo>
                    <a:pt x="2182028" y="2582219"/>
                  </a:lnTo>
                  <a:close/>
                  <a:moveTo>
                    <a:pt x="2182514" y="1321472"/>
                  </a:moveTo>
                  <a:lnTo>
                    <a:pt x="3904457" y="1321472"/>
                  </a:lnTo>
                  <a:lnTo>
                    <a:pt x="3904457" y="1684819"/>
                  </a:lnTo>
                  <a:lnTo>
                    <a:pt x="2182514" y="1684819"/>
                  </a:lnTo>
                  <a:close/>
                  <a:moveTo>
                    <a:pt x="2182700" y="433616"/>
                  </a:moveTo>
                  <a:lnTo>
                    <a:pt x="3014187" y="433616"/>
                  </a:lnTo>
                  <a:lnTo>
                    <a:pt x="3014187" y="794357"/>
                  </a:lnTo>
                  <a:lnTo>
                    <a:pt x="2182700" y="794357"/>
                  </a:lnTo>
                  <a:close/>
                  <a:moveTo>
                    <a:pt x="357690" y="0"/>
                  </a:moveTo>
                  <a:lnTo>
                    <a:pt x="899846" y="0"/>
                  </a:lnTo>
                  <a:lnTo>
                    <a:pt x="899846" y="538011"/>
                  </a:lnTo>
                  <a:lnTo>
                    <a:pt x="357690" y="538011"/>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920" name="Group 919">
            <a:extLst>
              <a:ext uri="{FF2B5EF4-FFF2-40B4-BE49-F238E27FC236}">
                <a16:creationId xmlns:a16="http://schemas.microsoft.com/office/drawing/2014/main" id="{1D46E561-3D69-2727-F40C-CD26F5A5DAB0}"/>
              </a:ext>
              <a:ext uri="{C183D7F6-B498-43B3-948B-1728B52AA6E4}">
                <adec:decorative xmlns:adec="http://schemas.microsoft.com/office/drawing/2017/decorative" val="1"/>
              </a:ext>
            </a:extLst>
          </p:cNvPr>
          <p:cNvGrpSpPr>
            <a:grpSpLocks noChangeAspect="1"/>
          </p:cNvGrpSpPr>
          <p:nvPr/>
        </p:nvGrpSpPr>
        <p:grpSpPr>
          <a:xfrm>
            <a:off x="9013868" y="1517247"/>
            <a:ext cx="457365" cy="457200"/>
            <a:chOff x="9013868" y="1517247"/>
            <a:chExt cx="457365" cy="457200"/>
          </a:xfrm>
          <a:solidFill>
            <a:srgbClr val="FF0000"/>
          </a:solidFill>
        </p:grpSpPr>
        <p:sp>
          <p:nvSpPr>
            <p:cNvPr id="1095" name="Freeform: Shape 1094">
              <a:extLst>
                <a:ext uri="{FF2B5EF4-FFF2-40B4-BE49-F238E27FC236}">
                  <a16:creationId xmlns:a16="http://schemas.microsoft.com/office/drawing/2014/main" id="{8CAAC92B-CC9F-3862-5563-6DE72EBEB6D6}"/>
                </a:ext>
                <a:ext uri="{C183D7F6-B498-43B3-948B-1728B52AA6E4}">
                  <adec:decorative xmlns:adec="http://schemas.microsoft.com/office/drawing/2017/decorative" val="1"/>
                </a:ext>
              </a:extLst>
            </p:cNvPr>
            <p:cNvSpPr/>
            <p:nvPr/>
          </p:nvSpPr>
          <p:spPr>
            <a:xfrm>
              <a:off x="9013868" y="1517247"/>
              <a:ext cx="457365" cy="457200"/>
            </a:xfrm>
            <a:custGeom>
              <a:avLst/>
              <a:gdLst>
                <a:gd name="connsiteX0" fmla="*/ 486405 w 6860482"/>
                <a:gd name="connsiteY0" fmla="*/ 3546913 h 6858000"/>
                <a:gd name="connsiteX1" fmla="*/ 487256 w 6860482"/>
                <a:gd name="connsiteY1" fmla="*/ 3580579 h 6858000"/>
                <a:gd name="connsiteX2" fmla="*/ 3430241 w 6860482"/>
                <a:gd name="connsiteY2" fmla="*/ 6374578 h 6858000"/>
                <a:gd name="connsiteX3" fmla="*/ 6373226 w 6860482"/>
                <a:gd name="connsiteY3" fmla="*/ 3580579 h 6858000"/>
                <a:gd name="connsiteX4" fmla="*/ 6374077 w 6860482"/>
                <a:gd name="connsiteY4" fmla="*/ 3546913 h 6858000"/>
                <a:gd name="connsiteX5" fmla="*/ 3975387 w 6860482"/>
                <a:gd name="connsiteY5" fmla="*/ 3546913 h 6858000"/>
                <a:gd name="connsiteX6" fmla="*/ 3946865 w 6860482"/>
                <a:gd name="connsiteY6" fmla="*/ 3643717 h 6858000"/>
                <a:gd name="connsiteX7" fmla="*/ 3633692 w 6860482"/>
                <a:gd name="connsiteY7" fmla="*/ 3966632 h 6858000"/>
                <a:gd name="connsiteX8" fmla="*/ 3403246 w 6860482"/>
                <a:gd name="connsiteY8" fmla="*/ 4013926 h 6858000"/>
                <a:gd name="connsiteX9" fmla="*/ 2865541 w 6860482"/>
                <a:gd name="connsiteY9" fmla="*/ 3659235 h 6858000"/>
                <a:gd name="connsiteX10" fmla="*/ 2828886 w 6860482"/>
                <a:gd name="connsiteY10" fmla="*/ 3549965 h 6858000"/>
                <a:gd name="connsiteX11" fmla="*/ 2828539 w 6860482"/>
                <a:gd name="connsiteY11" fmla="*/ 3546913 h 6858000"/>
                <a:gd name="connsiteX12" fmla="*/ 3401270 w 6860482"/>
                <a:gd name="connsiteY12" fmla="*/ 3080077 h 6858000"/>
                <a:gd name="connsiteX13" fmla="*/ 3333080 w 6860482"/>
                <a:gd name="connsiteY13" fmla="*/ 3085821 h 6858000"/>
                <a:gd name="connsiteX14" fmla="*/ 3267343 w 6860482"/>
                <a:gd name="connsiteY14" fmla="*/ 3109465 h 6858000"/>
                <a:gd name="connsiteX15" fmla="*/ 3084166 w 6860482"/>
                <a:gd name="connsiteY15" fmla="*/ 3570566 h 6858000"/>
                <a:gd name="connsiteX16" fmla="*/ 3409154 w 6860482"/>
                <a:gd name="connsiteY16" fmla="*/ 3783378 h 6858000"/>
                <a:gd name="connsiteX17" fmla="*/ 3545062 w 6860482"/>
                <a:gd name="connsiteY17" fmla="*/ 3753819 h 6858000"/>
                <a:gd name="connsiteX18" fmla="*/ 3728234 w 6860482"/>
                <a:gd name="connsiteY18" fmla="*/ 3292724 h 6858000"/>
                <a:gd name="connsiteX19" fmla="*/ 3453806 w 6860482"/>
                <a:gd name="connsiteY19" fmla="*/ 3083721 h 6858000"/>
                <a:gd name="connsiteX20" fmla="*/ 3405760 w 6860482"/>
                <a:gd name="connsiteY20" fmla="*/ 3080100 h 6858000"/>
                <a:gd name="connsiteX21" fmla="*/ 3430241 w 6860482"/>
                <a:gd name="connsiteY21" fmla="*/ 0 h 6858000"/>
                <a:gd name="connsiteX22" fmla="*/ 4765452 w 6860482"/>
                <a:gd name="connsiteY22" fmla="*/ 269471 h 6858000"/>
                <a:gd name="connsiteX23" fmla="*/ 5095230 w 6860482"/>
                <a:gd name="connsiteY23" fmla="*/ 448399 h 6858000"/>
                <a:gd name="connsiteX24" fmla="*/ 4791126 w 6860482"/>
                <a:gd name="connsiteY24" fmla="*/ 830922 h 6858000"/>
                <a:gd name="connsiteX25" fmla="*/ 4577283 w 6860482"/>
                <a:gd name="connsiteY25" fmla="*/ 714900 h 6858000"/>
                <a:gd name="connsiteX26" fmla="*/ 3430241 w 6860482"/>
                <a:gd name="connsiteY26" fmla="*/ 483422 h 6858000"/>
                <a:gd name="connsiteX27" fmla="*/ 487256 w 6860482"/>
                <a:gd name="connsiteY27" fmla="*/ 3277421 h 6858000"/>
                <a:gd name="connsiteX28" fmla="*/ 486421 w 6860482"/>
                <a:gd name="connsiteY28" fmla="*/ 3310448 h 6858000"/>
                <a:gd name="connsiteX29" fmla="*/ 2830048 w 6860482"/>
                <a:gd name="connsiteY29" fmla="*/ 3310448 h 6858000"/>
                <a:gd name="connsiteX30" fmla="*/ 2859629 w 6860482"/>
                <a:gd name="connsiteY30" fmla="*/ 3209960 h 6858000"/>
                <a:gd name="connsiteX31" fmla="*/ 3172801 w 6860482"/>
                <a:gd name="connsiteY31" fmla="*/ 2890743 h 6858000"/>
                <a:gd name="connsiteX32" fmla="*/ 3403246 w 6860482"/>
                <a:gd name="connsiteY32" fmla="*/ 2843448 h 6858000"/>
                <a:gd name="connsiteX33" fmla="*/ 3490334 w 6860482"/>
                <a:gd name="connsiteY33" fmla="*/ 2849948 h 6858000"/>
                <a:gd name="connsiteX34" fmla="*/ 3541647 w 6860482"/>
                <a:gd name="connsiteY34" fmla="*/ 2861585 h 6858000"/>
                <a:gd name="connsiteX35" fmla="*/ 4780019 w 6860482"/>
                <a:gd name="connsiteY35" fmla="*/ 1306449 h 6858000"/>
                <a:gd name="connsiteX36" fmla="*/ 4975011 w 6860482"/>
                <a:gd name="connsiteY36" fmla="*/ 1460148 h 6858000"/>
                <a:gd name="connsiteX37" fmla="*/ 5164095 w 6860482"/>
                <a:gd name="connsiteY37" fmla="*/ 1613847 h 6858000"/>
                <a:gd name="connsiteX38" fmla="*/ 3929354 w 6860482"/>
                <a:gd name="connsiteY38" fmla="*/ 3170941 h 6858000"/>
                <a:gd name="connsiteX39" fmla="*/ 3940957 w 6860482"/>
                <a:gd name="connsiteY39" fmla="*/ 3192225 h 6858000"/>
                <a:gd name="connsiteX40" fmla="*/ 3977195 w 6860482"/>
                <a:gd name="connsiteY40" fmla="*/ 3306726 h 6858000"/>
                <a:gd name="connsiteX41" fmla="*/ 3977587 w 6860482"/>
                <a:gd name="connsiteY41" fmla="*/ 3310448 h 6858000"/>
                <a:gd name="connsiteX42" fmla="*/ 6372565 w 6860482"/>
                <a:gd name="connsiteY42" fmla="*/ 3310448 h 6858000"/>
                <a:gd name="connsiteX43" fmla="*/ 6368467 w 6860482"/>
                <a:gd name="connsiteY43" fmla="*/ 3202368 h 6858000"/>
                <a:gd name="connsiteX44" fmla="*/ 5873797 w 6860482"/>
                <a:gd name="connsiteY44" fmla="*/ 1782105 h 6858000"/>
                <a:gd name="connsiteX45" fmla="*/ 5643492 w 6860482"/>
                <a:gd name="connsiteY45" fmla="*/ 1503089 h 6858000"/>
                <a:gd name="connsiteX46" fmla="*/ 5949617 w 6860482"/>
                <a:gd name="connsiteY46" fmla="*/ 1118017 h 6858000"/>
                <a:gd name="connsiteX47" fmla="*/ 6274657 w 6860482"/>
                <a:gd name="connsiteY47" fmla="*/ 1511813 h 6858000"/>
                <a:gd name="connsiteX48" fmla="*/ 6860482 w 6860482"/>
                <a:gd name="connsiteY48" fmla="*/ 3429000 h 6858000"/>
                <a:gd name="connsiteX49" fmla="*/ 3430241 w 6860482"/>
                <a:gd name="connsiteY49" fmla="*/ 6858000 h 6858000"/>
                <a:gd name="connsiteX50" fmla="*/ 0 w 6860482"/>
                <a:gd name="connsiteY50" fmla="*/ 3429000 h 6858000"/>
                <a:gd name="connsiteX51" fmla="*/ 3430241 w 6860482"/>
                <a:gd name="connsiteY51"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860482" h="6858000">
                  <a:moveTo>
                    <a:pt x="486405" y="3546913"/>
                  </a:moveTo>
                  <a:lnTo>
                    <a:pt x="487256" y="3580579"/>
                  </a:lnTo>
                  <a:cubicBezTo>
                    <a:pt x="566181" y="5136936"/>
                    <a:pt x="1853616" y="6374578"/>
                    <a:pt x="3430241" y="6374578"/>
                  </a:cubicBezTo>
                  <a:cubicBezTo>
                    <a:pt x="5006866" y="6374578"/>
                    <a:pt x="6294301" y="5136936"/>
                    <a:pt x="6373226" y="3580579"/>
                  </a:cubicBezTo>
                  <a:lnTo>
                    <a:pt x="6374077" y="3546913"/>
                  </a:lnTo>
                  <a:lnTo>
                    <a:pt x="3975387" y="3546913"/>
                  </a:lnTo>
                  <a:lnTo>
                    <a:pt x="3946865" y="3643717"/>
                  </a:lnTo>
                  <a:cubicBezTo>
                    <a:pt x="3890730" y="3783377"/>
                    <a:pt x="3781414" y="3901607"/>
                    <a:pt x="3633692" y="3966632"/>
                  </a:cubicBezTo>
                  <a:cubicBezTo>
                    <a:pt x="3562789" y="3996191"/>
                    <a:pt x="3480061" y="4013926"/>
                    <a:pt x="3403246" y="4013926"/>
                  </a:cubicBezTo>
                  <a:cubicBezTo>
                    <a:pt x="3172801" y="4013926"/>
                    <a:pt x="2960083" y="3877962"/>
                    <a:pt x="2865541" y="3659235"/>
                  </a:cubicBezTo>
                  <a:cubicBezTo>
                    <a:pt x="2849291" y="3623766"/>
                    <a:pt x="2837103" y="3587189"/>
                    <a:pt x="2828886" y="3549965"/>
                  </a:cubicBezTo>
                  <a:lnTo>
                    <a:pt x="2828539" y="3546913"/>
                  </a:lnTo>
                  <a:close/>
                  <a:moveTo>
                    <a:pt x="3401270" y="3080077"/>
                  </a:moveTo>
                  <a:lnTo>
                    <a:pt x="3333080" y="3085821"/>
                  </a:lnTo>
                  <a:cubicBezTo>
                    <a:pt x="3310182" y="3090254"/>
                    <a:pt x="3288024" y="3097643"/>
                    <a:pt x="3267343" y="3109465"/>
                  </a:cubicBezTo>
                  <a:cubicBezTo>
                    <a:pt x="3090074" y="3186314"/>
                    <a:pt x="3007351" y="3393218"/>
                    <a:pt x="3084166" y="3570566"/>
                  </a:cubicBezTo>
                  <a:cubicBezTo>
                    <a:pt x="3143255" y="3700615"/>
                    <a:pt x="3273250" y="3783378"/>
                    <a:pt x="3409154" y="3783378"/>
                  </a:cubicBezTo>
                  <a:cubicBezTo>
                    <a:pt x="3450520" y="3783378"/>
                    <a:pt x="3497788" y="3771554"/>
                    <a:pt x="3545062" y="3753819"/>
                  </a:cubicBezTo>
                  <a:cubicBezTo>
                    <a:pt x="3722326" y="3676970"/>
                    <a:pt x="3805049" y="3470067"/>
                    <a:pt x="3728234" y="3292724"/>
                  </a:cubicBezTo>
                  <a:cubicBezTo>
                    <a:pt x="3676531" y="3178927"/>
                    <a:pt x="3570541" y="3101339"/>
                    <a:pt x="3453806" y="3083721"/>
                  </a:cubicBezTo>
                  <a:lnTo>
                    <a:pt x="3405760" y="3080100"/>
                  </a:lnTo>
                  <a:close/>
                  <a:moveTo>
                    <a:pt x="3430241" y="0"/>
                  </a:moveTo>
                  <a:cubicBezTo>
                    <a:pt x="3903864" y="0"/>
                    <a:pt x="4355057" y="95956"/>
                    <a:pt x="4765452" y="269471"/>
                  </a:cubicBezTo>
                  <a:lnTo>
                    <a:pt x="5095230" y="448399"/>
                  </a:lnTo>
                  <a:lnTo>
                    <a:pt x="4791126" y="830922"/>
                  </a:lnTo>
                  <a:lnTo>
                    <a:pt x="4577283" y="714900"/>
                  </a:lnTo>
                  <a:cubicBezTo>
                    <a:pt x="4224723" y="565847"/>
                    <a:pt x="3837109" y="483422"/>
                    <a:pt x="3430241" y="483422"/>
                  </a:cubicBezTo>
                  <a:cubicBezTo>
                    <a:pt x="1853616" y="483422"/>
                    <a:pt x="566181" y="1721065"/>
                    <a:pt x="487256" y="3277421"/>
                  </a:cubicBezTo>
                  <a:lnTo>
                    <a:pt x="486421" y="3310448"/>
                  </a:lnTo>
                  <a:lnTo>
                    <a:pt x="2830048" y="3310448"/>
                  </a:lnTo>
                  <a:lnTo>
                    <a:pt x="2859629" y="3209960"/>
                  </a:lnTo>
                  <a:cubicBezTo>
                    <a:pt x="2918717" y="3068086"/>
                    <a:pt x="3030986" y="2949857"/>
                    <a:pt x="3172801" y="2890743"/>
                  </a:cubicBezTo>
                  <a:cubicBezTo>
                    <a:pt x="3243709" y="2861183"/>
                    <a:pt x="3326431" y="2843448"/>
                    <a:pt x="3403246" y="2843448"/>
                  </a:cubicBezTo>
                  <a:cubicBezTo>
                    <a:pt x="3432791" y="2843448"/>
                    <a:pt x="3461874" y="2845665"/>
                    <a:pt x="3490334" y="2849948"/>
                  </a:cubicBezTo>
                  <a:lnTo>
                    <a:pt x="3541647" y="2861585"/>
                  </a:lnTo>
                  <a:lnTo>
                    <a:pt x="4780019" y="1306449"/>
                  </a:lnTo>
                  <a:lnTo>
                    <a:pt x="4975011" y="1460148"/>
                  </a:lnTo>
                  <a:lnTo>
                    <a:pt x="5164095" y="1613847"/>
                  </a:lnTo>
                  <a:lnTo>
                    <a:pt x="3929354" y="3170941"/>
                  </a:lnTo>
                  <a:lnTo>
                    <a:pt x="3940957" y="3192225"/>
                  </a:lnTo>
                  <a:cubicBezTo>
                    <a:pt x="3957207" y="3229910"/>
                    <a:pt x="3969209" y="3268243"/>
                    <a:pt x="3977195" y="3306726"/>
                  </a:cubicBezTo>
                  <a:lnTo>
                    <a:pt x="3977587" y="3310448"/>
                  </a:lnTo>
                  <a:lnTo>
                    <a:pt x="6372565" y="3310448"/>
                  </a:lnTo>
                  <a:lnTo>
                    <a:pt x="6368467" y="3202368"/>
                  </a:lnTo>
                  <a:cubicBezTo>
                    <a:pt x="6328612" y="2678782"/>
                    <a:pt x="6151812" y="2193456"/>
                    <a:pt x="5873797" y="1782105"/>
                  </a:cubicBezTo>
                  <a:lnTo>
                    <a:pt x="5643492" y="1503089"/>
                  </a:lnTo>
                  <a:lnTo>
                    <a:pt x="5949617" y="1118017"/>
                  </a:lnTo>
                  <a:lnTo>
                    <a:pt x="6274657" y="1511813"/>
                  </a:lnTo>
                  <a:cubicBezTo>
                    <a:pt x="6644519" y="2059089"/>
                    <a:pt x="6860482" y="2718830"/>
                    <a:pt x="6860482" y="3429000"/>
                  </a:cubicBezTo>
                  <a:cubicBezTo>
                    <a:pt x="6860482" y="5322789"/>
                    <a:pt x="5324714" y="6858000"/>
                    <a:pt x="3430241" y="6858000"/>
                  </a:cubicBezTo>
                  <a:cubicBezTo>
                    <a:pt x="1535768" y="6858000"/>
                    <a:pt x="0" y="5322789"/>
                    <a:pt x="0" y="3429000"/>
                  </a:cubicBezTo>
                  <a:cubicBezTo>
                    <a:pt x="0" y="1535211"/>
                    <a:pt x="1535768" y="0"/>
                    <a:pt x="3430241" y="0"/>
                  </a:cubicBezTo>
                  <a:close/>
                </a:path>
              </a:pathLst>
            </a:custGeom>
            <a:solidFill>
              <a:schemeClr val="accent2"/>
            </a:solidFill>
            <a:ln w="12650" cap="flat">
              <a:noFill/>
              <a:prstDash val="solid"/>
              <a:miter/>
            </a:ln>
          </p:spPr>
          <p:txBody>
            <a:bodyPr wrap="square" rtlCol="0" anchor="ctr">
              <a:noAutofit/>
            </a:bodyPr>
            <a:lstStyle/>
            <a:p>
              <a:endParaRPr lang="en-US" dirty="0"/>
            </a:p>
          </p:txBody>
        </p:sp>
        <p:sp>
          <p:nvSpPr>
            <p:cNvPr id="1096" name="Freeform: Shape 1095">
              <a:extLst>
                <a:ext uri="{FF2B5EF4-FFF2-40B4-BE49-F238E27FC236}">
                  <a16:creationId xmlns:a16="http://schemas.microsoft.com/office/drawing/2014/main" id="{A9879C05-8A5A-2AD0-3165-28B35177BA9B}"/>
                </a:ext>
                <a:ext uri="{C183D7F6-B498-43B3-948B-1728B52AA6E4}">
                  <adec:decorative xmlns:adec="http://schemas.microsoft.com/office/drawing/2017/decorative" val="1"/>
                </a:ext>
              </a:extLst>
            </p:cNvPr>
            <p:cNvSpPr/>
            <p:nvPr/>
          </p:nvSpPr>
          <p:spPr>
            <a:xfrm>
              <a:off x="9077272" y="1547312"/>
              <a:ext cx="330897" cy="371918"/>
            </a:xfrm>
            <a:custGeom>
              <a:avLst/>
              <a:gdLst>
                <a:gd name="connsiteX0" fmla="*/ 756332 w 4963454"/>
                <a:gd name="connsiteY0" fmla="*/ 4579723 h 5578772"/>
                <a:gd name="connsiteX1" fmla="*/ 2475814 w 4963454"/>
                <a:gd name="connsiteY1" fmla="*/ 5342309 h 5578772"/>
                <a:gd name="connsiteX2" fmla="*/ 2475814 w 4963454"/>
                <a:gd name="connsiteY2" fmla="*/ 5578772 h 5578772"/>
                <a:gd name="connsiteX3" fmla="*/ 584975 w 4963454"/>
                <a:gd name="connsiteY3" fmla="*/ 4739332 h 5578772"/>
                <a:gd name="connsiteX4" fmla="*/ 289537 w 4963454"/>
                <a:gd name="connsiteY4" fmla="*/ 3828960 h 5578772"/>
                <a:gd name="connsiteX5" fmla="*/ 626340 w 4963454"/>
                <a:gd name="connsiteY5" fmla="*/ 4420109 h 5578772"/>
                <a:gd name="connsiteX6" fmla="*/ 431348 w 4963454"/>
                <a:gd name="connsiteY6" fmla="*/ 4561987 h 5578772"/>
                <a:gd name="connsiteX7" fmla="*/ 70907 w 4963454"/>
                <a:gd name="connsiteY7" fmla="*/ 3917634 h 5578772"/>
                <a:gd name="connsiteX8" fmla="*/ 4904366 w 4963454"/>
                <a:gd name="connsiteY8" fmla="*/ 2209208 h 5578772"/>
                <a:gd name="connsiteX9" fmla="*/ 4963454 w 4963454"/>
                <a:gd name="connsiteY9" fmla="*/ 2439756 h 5578772"/>
                <a:gd name="connsiteX10" fmla="*/ 4278022 w 4963454"/>
                <a:gd name="connsiteY10" fmla="*/ 2623014 h 5578772"/>
                <a:gd name="connsiteX11" fmla="*/ 4213026 w 4963454"/>
                <a:gd name="connsiteY11" fmla="*/ 2392466 h 5578772"/>
                <a:gd name="connsiteX12" fmla="*/ 59088 w 4963454"/>
                <a:gd name="connsiteY12" fmla="*/ 2209208 h 5578772"/>
                <a:gd name="connsiteX13" fmla="*/ 744516 w 4963454"/>
                <a:gd name="connsiteY13" fmla="*/ 2386551 h 5578772"/>
                <a:gd name="connsiteX14" fmla="*/ 685428 w 4963454"/>
                <a:gd name="connsiteY14" fmla="*/ 2617104 h 5578772"/>
                <a:gd name="connsiteX15" fmla="*/ 0 w 4963454"/>
                <a:gd name="connsiteY15" fmla="*/ 2433846 h 5578772"/>
                <a:gd name="connsiteX16" fmla="*/ 59088 w 4963454"/>
                <a:gd name="connsiteY16" fmla="*/ 2209208 h 5578772"/>
                <a:gd name="connsiteX17" fmla="*/ 4620735 w 4963454"/>
                <a:gd name="connsiteY17" fmla="*/ 1606234 h 5578772"/>
                <a:gd name="connsiteX18" fmla="*/ 4738916 w 4963454"/>
                <a:gd name="connsiteY18" fmla="*/ 1813137 h 5578772"/>
                <a:gd name="connsiteX19" fmla="*/ 4124391 w 4963454"/>
                <a:gd name="connsiteY19" fmla="*/ 2167829 h 5578772"/>
                <a:gd name="connsiteX20" fmla="*/ 4006215 w 4963454"/>
                <a:gd name="connsiteY20" fmla="*/ 1960926 h 5578772"/>
                <a:gd name="connsiteX21" fmla="*/ 342709 w 4963454"/>
                <a:gd name="connsiteY21" fmla="*/ 1606234 h 5578772"/>
                <a:gd name="connsiteX22" fmla="*/ 957233 w 4963454"/>
                <a:gd name="connsiteY22" fmla="*/ 1960926 h 5578772"/>
                <a:gd name="connsiteX23" fmla="*/ 839057 w 4963454"/>
                <a:gd name="connsiteY23" fmla="*/ 2167829 h 5578772"/>
                <a:gd name="connsiteX24" fmla="*/ 224533 w 4963454"/>
                <a:gd name="connsiteY24" fmla="*/ 1813137 h 5578772"/>
                <a:gd name="connsiteX25" fmla="*/ 342709 w 4963454"/>
                <a:gd name="connsiteY25" fmla="*/ 1606234 h 5578772"/>
                <a:gd name="connsiteX26" fmla="*/ 768150 w 4963454"/>
                <a:gd name="connsiteY26" fmla="*/ 1097844 h 5578772"/>
                <a:gd name="connsiteX27" fmla="*/ 1270402 w 4963454"/>
                <a:gd name="connsiteY27" fmla="*/ 1606234 h 5578772"/>
                <a:gd name="connsiteX28" fmla="*/ 1104957 w 4963454"/>
                <a:gd name="connsiteY28" fmla="*/ 1771758 h 5578772"/>
                <a:gd name="connsiteX29" fmla="*/ 602701 w 4963454"/>
                <a:gd name="connsiteY29" fmla="*/ 1269278 h 5578772"/>
                <a:gd name="connsiteX30" fmla="*/ 768150 w 4963454"/>
                <a:gd name="connsiteY30" fmla="*/ 1097844 h 5578772"/>
                <a:gd name="connsiteX31" fmla="*/ 1317674 w 4963454"/>
                <a:gd name="connsiteY31" fmla="*/ 719507 h 5578772"/>
                <a:gd name="connsiteX32" fmla="*/ 1672207 w 4963454"/>
                <a:gd name="connsiteY32" fmla="*/ 1334306 h 5578772"/>
                <a:gd name="connsiteX33" fmla="*/ 1465397 w 4963454"/>
                <a:gd name="connsiteY33" fmla="*/ 1452535 h 5578772"/>
                <a:gd name="connsiteX34" fmla="*/ 1110864 w 4963454"/>
                <a:gd name="connsiteY34" fmla="*/ 837736 h 5578772"/>
                <a:gd name="connsiteX35" fmla="*/ 1317674 w 4963454"/>
                <a:gd name="connsiteY35" fmla="*/ 719507 h 5578772"/>
                <a:gd name="connsiteX36" fmla="*/ 1938107 w 4963454"/>
                <a:gd name="connsiteY36" fmla="*/ 500784 h 5578772"/>
                <a:gd name="connsiteX37" fmla="*/ 2121283 w 4963454"/>
                <a:gd name="connsiteY37" fmla="*/ 1186518 h 5578772"/>
                <a:gd name="connsiteX38" fmla="*/ 1890838 w 4963454"/>
                <a:gd name="connsiteY38" fmla="*/ 1245632 h 5578772"/>
                <a:gd name="connsiteX39" fmla="*/ 1707662 w 4963454"/>
                <a:gd name="connsiteY39" fmla="*/ 559899 h 5578772"/>
                <a:gd name="connsiteX40" fmla="*/ 1938107 w 4963454"/>
                <a:gd name="connsiteY40" fmla="*/ 500784 h 5578772"/>
                <a:gd name="connsiteX41" fmla="*/ 3025342 w 4963454"/>
                <a:gd name="connsiteY41" fmla="*/ 494869 h 5578772"/>
                <a:gd name="connsiteX42" fmla="*/ 3249880 w 4963454"/>
                <a:gd name="connsiteY42" fmla="*/ 559894 h 5578772"/>
                <a:gd name="connsiteX43" fmla="*/ 3066703 w 4963454"/>
                <a:gd name="connsiteY43" fmla="*/ 1239717 h 5578772"/>
                <a:gd name="connsiteX44" fmla="*/ 2836258 w 4963454"/>
                <a:gd name="connsiteY44" fmla="*/ 1180603 h 5578772"/>
                <a:gd name="connsiteX45" fmla="*/ 2481724 w 4963454"/>
                <a:gd name="connsiteY45" fmla="*/ 435755 h 5578772"/>
                <a:gd name="connsiteX46" fmla="*/ 2599905 w 4963454"/>
                <a:gd name="connsiteY46" fmla="*/ 441665 h 5578772"/>
                <a:gd name="connsiteX47" fmla="*/ 2599905 w 4963454"/>
                <a:gd name="connsiteY47" fmla="*/ 1151048 h 5578772"/>
                <a:gd name="connsiteX48" fmla="*/ 2481724 w 4963454"/>
                <a:gd name="connsiteY48" fmla="*/ 1145138 h 5578772"/>
                <a:gd name="connsiteX49" fmla="*/ 2363548 w 4963454"/>
                <a:gd name="connsiteY49" fmla="*/ 1151048 h 5578772"/>
                <a:gd name="connsiteX50" fmla="*/ 2363548 w 4963454"/>
                <a:gd name="connsiteY50" fmla="*/ 441665 h 5578772"/>
                <a:gd name="connsiteX51" fmla="*/ 2481724 w 4963454"/>
                <a:gd name="connsiteY51" fmla="*/ 435755 h 5578772"/>
                <a:gd name="connsiteX52" fmla="*/ 4378769 w 4963454"/>
                <a:gd name="connsiteY52" fmla="*/ 0 h 5578772"/>
                <a:gd name="connsiteX53" fmla="*/ 4938451 w 4963454"/>
                <a:gd name="connsiteY53" fmla="*/ 444929 h 5578772"/>
                <a:gd name="connsiteX54" fmla="*/ 4493325 w 4963454"/>
                <a:gd name="connsiteY54" fmla="*/ 1004860 h 5578772"/>
                <a:gd name="connsiteX55" fmla="*/ 3933642 w 4963454"/>
                <a:gd name="connsiteY55" fmla="*/ 559931 h 55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963454" h="5578772">
                  <a:moveTo>
                    <a:pt x="756332" y="4579723"/>
                  </a:moveTo>
                  <a:cubicBezTo>
                    <a:pt x="1187680" y="5046735"/>
                    <a:pt x="1796293" y="5336398"/>
                    <a:pt x="2475814" y="5342309"/>
                  </a:cubicBezTo>
                  <a:lnTo>
                    <a:pt x="2475814" y="5578772"/>
                  </a:lnTo>
                  <a:cubicBezTo>
                    <a:pt x="1731298" y="5572862"/>
                    <a:pt x="1057685" y="5247724"/>
                    <a:pt x="584975" y="4739332"/>
                  </a:cubicBezTo>
                  <a:close/>
                  <a:moveTo>
                    <a:pt x="289537" y="3828960"/>
                  </a:moveTo>
                  <a:cubicBezTo>
                    <a:pt x="372260" y="4041773"/>
                    <a:pt x="490436" y="4242766"/>
                    <a:pt x="626340" y="4420109"/>
                  </a:cubicBezTo>
                  <a:lnTo>
                    <a:pt x="431348" y="4561987"/>
                  </a:lnTo>
                  <a:cubicBezTo>
                    <a:pt x="283625" y="4366904"/>
                    <a:pt x="159542" y="4148182"/>
                    <a:pt x="70907" y="3917634"/>
                  </a:cubicBezTo>
                  <a:close/>
                  <a:moveTo>
                    <a:pt x="4904366" y="2209208"/>
                  </a:moveTo>
                  <a:cubicBezTo>
                    <a:pt x="4928000" y="2286057"/>
                    <a:pt x="4945727" y="2362907"/>
                    <a:pt x="4963454" y="2439756"/>
                  </a:cubicBezTo>
                  <a:lnTo>
                    <a:pt x="4278022" y="2623014"/>
                  </a:lnTo>
                  <a:cubicBezTo>
                    <a:pt x="4260295" y="2540255"/>
                    <a:pt x="4242573" y="2463401"/>
                    <a:pt x="4213026" y="2392466"/>
                  </a:cubicBezTo>
                  <a:close/>
                  <a:moveTo>
                    <a:pt x="59088" y="2209208"/>
                  </a:moveTo>
                  <a:lnTo>
                    <a:pt x="744516" y="2386551"/>
                  </a:lnTo>
                  <a:cubicBezTo>
                    <a:pt x="720881" y="2463401"/>
                    <a:pt x="703155" y="2540255"/>
                    <a:pt x="685428" y="2617104"/>
                  </a:cubicBezTo>
                  <a:lnTo>
                    <a:pt x="0" y="2433846"/>
                  </a:lnTo>
                  <a:cubicBezTo>
                    <a:pt x="17727" y="2356997"/>
                    <a:pt x="35454" y="2280147"/>
                    <a:pt x="59088" y="2209208"/>
                  </a:cubicBezTo>
                  <a:close/>
                  <a:moveTo>
                    <a:pt x="4620735" y="1606234"/>
                  </a:moveTo>
                  <a:cubicBezTo>
                    <a:pt x="4662101" y="1677173"/>
                    <a:pt x="4703462" y="1742198"/>
                    <a:pt x="4738916" y="1813137"/>
                  </a:cubicBezTo>
                  <a:lnTo>
                    <a:pt x="4124391" y="2167829"/>
                  </a:lnTo>
                  <a:cubicBezTo>
                    <a:pt x="4088938" y="2096890"/>
                    <a:pt x="4047576" y="2025950"/>
                    <a:pt x="4006215" y="1960926"/>
                  </a:cubicBezTo>
                  <a:close/>
                  <a:moveTo>
                    <a:pt x="342709" y="1606234"/>
                  </a:moveTo>
                  <a:lnTo>
                    <a:pt x="957233" y="1960926"/>
                  </a:lnTo>
                  <a:cubicBezTo>
                    <a:pt x="915872" y="2025950"/>
                    <a:pt x="874506" y="2096890"/>
                    <a:pt x="839057" y="2167829"/>
                  </a:cubicBezTo>
                  <a:lnTo>
                    <a:pt x="224533" y="1813137"/>
                  </a:lnTo>
                  <a:cubicBezTo>
                    <a:pt x="259987" y="1742198"/>
                    <a:pt x="301348" y="1671263"/>
                    <a:pt x="342709" y="1606234"/>
                  </a:cubicBezTo>
                  <a:close/>
                  <a:moveTo>
                    <a:pt x="768150" y="1097844"/>
                  </a:moveTo>
                  <a:lnTo>
                    <a:pt x="1270402" y="1606234"/>
                  </a:lnTo>
                  <a:cubicBezTo>
                    <a:pt x="1211314" y="1659439"/>
                    <a:pt x="1158133" y="1712643"/>
                    <a:pt x="1104957" y="1771758"/>
                  </a:cubicBezTo>
                  <a:lnTo>
                    <a:pt x="602701" y="1269278"/>
                  </a:lnTo>
                  <a:cubicBezTo>
                    <a:pt x="655881" y="1210163"/>
                    <a:pt x="709062" y="1151049"/>
                    <a:pt x="768150" y="1097844"/>
                  </a:cubicBezTo>
                  <a:close/>
                  <a:moveTo>
                    <a:pt x="1317674" y="719507"/>
                  </a:moveTo>
                  <a:lnTo>
                    <a:pt x="1672207" y="1334306"/>
                  </a:lnTo>
                  <a:cubicBezTo>
                    <a:pt x="1601300" y="1369771"/>
                    <a:pt x="1530392" y="1411155"/>
                    <a:pt x="1465397" y="1452535"/>
                  </a:cubicBezTo>
                  <a:lnTo>
                    <a:pt x="1110864" y="837736"/>
                  </a:lnTo>
                  <a:cubicBezTo>
                    <a:pt x="1175859" y="796356"/>
                    <a:pt x="1240859" y="760887"/>
                    <a:pt x="1317674" y="719507"/>
                  </a:cubicBezTo>
                  <a:close/>
                  <a:moveTo>
                    <a:pt x="1938107" y="500784"/>
                  </a:moveTo>
                  <a:lnTo>
                    <a:pt x="2121283" y="1186518"/>
                  </a:lnTo>
                  <a:cubicBezTo>
                    <a:pt x="2038561" y="1198343"/>
                    <a:pt x="1967653" y="1221987"/>
                    <a:pt x="1890838" y="1245632"/>
                  </a:cubicBezTo>
                  <a:lnTo>
                    <a:pt x="1707662" y="559899"/>
                  </a:lnTo>
                  <a:cubicBezTo>
                    <a:pt x="1784477" y="536254"/>
                    <a:pt x="1861292" y="512609"/>
                    <a:pt x="1938107" y="500784"/>
                  </a:cubicBezTo>
                  <a:close/>
                  <a:moveTo>
                    <a:pt x="3025342" y="494869"/>
                  </a:moveTo>
                  <a:cubicBezTo>
                    <a:pt x="3102157" y="512604"/>
                    <a:pt x="3178972" y="536249"/>
                    <a:pt x="3249880" y="559894"/>
                  </a:cubicBezTo>
                  <a:lnTo>
                    <a:pt x="3066703" y="1239717"/>
                  </a:lnTo>
                  <a:cubicBezTo>
                    <a:pt x="2989888" y="1216072"/>
                    <a:pt x="2913073" y="1198337"/>
                    <a:pt x="2836258" y="1180603"/>
                  </a:cubicBezTo>
                  <a:close/>
                  <a:moveTo>
                    <a:pt x="2481724" y="435755"/>
                  </a:moveTo>
                  <a:cubicBezTo>
                    <a:pt x="2517178" y="435755"/>
                    <a:pt x="2558539" y="441665"/>
                    <a:pt x="2599905" y="441665"/>
                  </a:cubicBezTo>
                  <a:lnTo>
                    <a:pt x="2599905" y="1151048"/>
                  </a:lnTo>
                  <a:cubicBezTo>
                    <a:pt x="2558539" y="1145138"/>
                    <a:pt x="2523085" y="1145138"/>
                    <a:pt x="2481724" y="1145138"/>
                  </a:cubicBezTo>
                  <a:cubicBezTo>
                    <a:pt x="2440363" y="1145138"/>
                    <a:pt x="2404909" y="1151048"/>
                    <a:pt x="2363548" y="1151048"/>
                  </a:cubicBezTo>
                  <a:lnTo>
                    <a:pt x="2363548" y="441665"/>
                  </a:lnTo>
                  <a:cubicBezTo>
                    <a:pt x="2404909" y="435755"/>
                    <a:pt x="2440363" y="435755"/>
                    <a:pt x="2481724" y="435755"/>
                  </a:cubicBezTo>
                  <a:close/>
                  <a:moveTo>
                    <a:pt x="4378769" y="0"/>
                  </a:moveTo>
                  <a:lnTo>
                    <a:pt x="4938451" y="444929"/>
                  </a:lnTo>
                  <a:lnTo>
                    <a:pt x="4493325" y="1004860"/>
                  </a:lnTo>
                  <a:lnTo>
                    <a:pt x="3933642" y="559931"/>
                  </a:lnTo>
                  <a:close/>
                </a:path>
              </a:pathLst>
            </a:custGeom>
            <a:solidFill>
              <a:schemeClr val="bg1"/>
            </a:solidFill>
            <a:ln w="12650" cap="flat">
              <a:noFill/>
              <a:prstDash val="solid"/>
              <a:miter/>
            </a:ln>
          </p:spPr>
          <p:txBody>
            <a:bodyPr wrap="square" rtlCol="0" anchor="ctr">
              <a:noAutofit/>
            </a:bodyPr>
            <a:lstStyle/>
            <a:p>
              <a:endParaRPr lang="en-US"/>
            </a:p>
          </p:txBody>
        </p:sp>
      </p:grpSp>
      <p:grpSp>
        <p:nvGrpSpPr>
          <p:cNvPr id="919" name="Group 918">
            <a:extLst>
              <a:ext uri="{FF2B5EF4-FFF2-40B4-BE49-F238E27FC236}">
                <a16:creationId xmlns:a16="http://schemas.microsoft.com/office/drawing/2014/main" id="{D2F9CC27-FB40-3E56-2F85-172B3CC97107}"/>
              </a:ext>
              <a:ext uri="{C183D7F6-B498-43B3-948B-1728B52AA6E4}">
                <adec:decorative xmlns:adec="http://schemas.microsoft.com/office/drawing/2017/decorative" val="1"/>
              </a:ext>
            </a:extLst>
          </p:cNvPr>
          <p:cNvGrpSpPr>
            <a:grpSpLocks noChangeAspect="1"/>
          </p:cNvGrpSpPr>
          <p:nvPr/>
        </p:nvGrpSpPr>
        <p:grpSpPr>
          <a:xfrm>
            <a:off x="9656876" y="1517247"/>
            <a:ext cx="490781" cy="457200"/>
            <a:chOff x="9656876" y="1517247"/>
            <a:chExt cx="490781" cy="457200"/>
          </a:xfrm>
          <a:solidFill>
            <a:srgbClr val="FF0000"/>
          </a:solidFill>
        </p:grpSpPr>
        <p:sp>
          <p:nvSpPr>
            <p:cNvPr id="1110" name="Freeform: Shape 1109">
              <a:extLst>
                <a:ext uri="{FF2B5EF4-FFF2-40B4-BE49-F238E27FC236}">
                  <a16:creationId xmlns:a16="http://schemas.microsoft.com/office/drawing/2014/main" id="{A547DF7F-A23B-22A0-832F-69785E16B7C3}"/>
                </a:ext>
                <a:ext uri="{C183D7F6-B498-43B3-948B-1728B52AA6E4}">
                  <adec:decorative xmlns:adec="http://schemas.microsoft.com/office/drawing/2017/decorative" val="1"/>
                </a:ext>
              </a:extLst>
            </p:cNvPr>
            <p:cNvSpPr/>
            <p:nvPr/>
          </p:nvSpPr>
          <p:spPr>
            <a:xfrm>
              <a:off x="9656876" y="1517247"/>
              <a:ext cx="427121" cy="439797"/>
            </a:xfrm>
            <a:custGeom>
              <a:avLst/>
              <a:gdLst>
                <a:gd name="connsiteX0" fmla="*/ 1848123 w 6406814"/>
                <a:gd name="connsiteY0" fmla="*/ 6218698 h 6596952"/>
                <a:gd name="connsiteX1" fmla="*/ 4357564 w 6406814"/>
                <a:gd name="connsiteY1" fmla="*/ 6218698 h 6596952"/>
                <a:gd name="connsiteX2" fmla="*/ 4436574 w 6406814"/>
                <a:gd name="connsiteY2" fmla="*/ 6364261 h 6596952"/>
                <a:gd name="connsiteX3" fmla="*/ 4537376 w 6406814"/>
                <a:gd name="connsiteY3" fmla="*/ 6499066 h 6596952"/>
                <a:gd name="connsiteX4" fmla="*/ 4626336 w 6406814"/>
                <a:gd name="connsiteY4" fmla="*/ 6596952 h 6596952"/>
                <a:gd name="connsiteX5" fmla="*/ 1848123 w 6406814"/>
                <a:gd name="connsiteY5" fmla="*/ 6596952 h 6596952"/>
                <a:gd name="connsiteX6" fmla="*/ 3456999 w 6406814"/>
                <a:gd name="connsiteY6" fmla="*/ 3945503 h 6596952"/>
                <a:gd name="connsiteX7" fmla="*/ 4558597 w 6406814"/>
                <a:gd name="connsiteY7" fmla="*/ 4210644 h 6596952"/>
                <a:gd name="connsiteX8" fmla="*/ 4580892 w 6406814"/>
                <a:gd name="connsiteY8" fmla="*/ 4223501 h 6596952"/>
                <a:gd name="connsiteX9" fmla="*/ 4537384 w 6406814"/>
                <a:gd name="connsiteY9" fmla="*/ 4271374 h 6596952"/>
                <a:gd name="connsiteX10" fmla="*/ 4436582 w 6406814"/>
                <a:gd name="connsiteY10" fmla="*/ 4406178 h 6596952"/>
                <a:gd name="connsiteX11" fmla="*/ 4364196 w 6406814"/>
                <a:gd name="connsiteY11" fmla="*/ 4539533 h 6596952"/>
                <a:gd name="connsiteX12" fmla="*/ 4201972 w 6406814"/>
                <a:gd name="connsiteY12" fmla="*/ 4465315 h 6596952"/>
                <a:gd name="connsiteX13" fmla="*/ 3456999 w 6406814"/>
                <a:gd name="connsiteY13" fmla="*/ 4322334 h 6596952"/>
                <a:gd name="connsiteX14" fmla="*/ 2103041 w 6406814"/>
                <a:gd name="connsiteY14" fmla="*/ 4855028 h 6596952"/>
                <a:gd name="connsiteX15" fmla="*/ 1692140 w 6406814"/>
                <a:gd name="connsiteY15" fmla="*/ 5432594 h 6596952"/>
                <a:gd name="connsiteX16" fmla="*/ 1595106 w 6406814"/>
                <a:gd name="connsiteY16" fmla="*/ 5887361 h 6596952"/>
                <a:gd name="connsiteX17" fmla="*/ 1184308 w 6406814"/>
                <a:gd name="connsiteY17" fmla="*/ 5887361 h 6596952"/>
                <a:gd name="connsiteX18" fmla="*/ 1248219 w 6406814"/>
                <a:gd name="connsiteY18" fmla="*/ 5487519 h 6596952"/>
                <a:gd name="connsiteX19" fmla="*/ 1539594 w 6406814"/>
                <a:gd name="connsiteY19" fmla="*/ 4913491 h 6596952"/>
                <a:gd name="connsiteX20" fmla="*/ 1744328 w 6406814"/>
                <a:gd name="connsiteY20" fmla="*/ 4678234 h 6596952"/>
                <a:gd name="connsiteX21" fmla="*/ 1754857 w 6406814"/>
                <a:gd name="connsiteY21" fmla="*/ 4683426 h 6596952"/>
                <a:gd name="connsiteX22" fmla="*/ 1822246 w 6406814"/>
                <a:gd name="connsiteY22" fmla="*/ 4588711 h 6596952"/>
                <a:gd name="connsiteX23" fmla="*/ 3456999 w 6406814"/>
                <a:gd name="connsiteY23" fmla="*/ 3945503 h 6596952"/>
                <a:gd name="connsiteX24" fmla="*/ 3469652 w 6406814"/>
                <a:gd name="connsiteY24" fmla="*/ 1590441 h 6596952"/>
                <a:gd name="connsiteX25" fmla="*/ 2608161 w 6406814"/>
                <a:gd name="connsiteY25" fmla="*/ 3109829 h 6596952"/>
                <a:gd name="connsiteX26" fmla="*/ 2926585 w 6406814"/>
                <a:gd name="connsiteY26" fmla="*/ 3428253 h 6596952"/>
                <a:gd name="connsiteX27" fmla="*/ 4305794 w 6406814"/>
                <a:gd name="connsiteY27" fmla="*/ 2049044 h 6596952"/>
                <a:gd name="connsiteX28" fmla="*/ 3987370 w 6406814"/>
                <a:gd name="connsiteY28" fmla="*/ 1730621 h 6596952"/>
                <a:gd name="connsiteX29" fmla="*/ 3469652 w 6406814"/>
                <a:gd name="connsiteY29" fmla="*/ 1590441 h 6596952"/>
                <a:gd name="connsiteX30" fmla="*/ 3487932 w 6406814"/>
                <a:gd name="connsiteY30" fmla="*/ 1213713 h 6596952"/>
                <a:gd name="connsiteX31" fmla="*/ 4670852 w 6406814"/>
                <a:gd name="connsiteY31" fmla="*/ 3229941 h 6596952"/>
                <a:gd name="connsiteX32" fmla="*/ 4107487 w 6406814"/>
                <a:gd name="connsiteY32" fmla="*/ 3793306 h 6596952"/>
                <a:gd name="connsiteX33" fmla="*/ 2243103 w 6406814"/>
                <a:gd name="connsiteY33" fmla="*/ 1928928 h 6596952"/>
                <a:gd name="connsiteX34" fmla="*/ 2806468 w 6406814"/>
                <a:gd name="connsiteY34" fmla="*/ 1365562 h 6596952"/>
                <a:gd name="connsiteX35" fmla="*/ 3487932 w 6406814"/>
                <a:gd name="connsiteY35" fmla="*/ 1213713 h 6596952"/>
                <a:gd name="connsiteX36" fmla="*/ 5956472 w 6406814"/>
                <a:gd name="connsiteY36" fmla="*/ 98 h 6596952"/>
                <a:gd name="connsiteX37" fmla="*/ 6301117 w 6406814"/>
                <a:gd name="connsiteY37" fmla="*/ 119664 h 6596952"/>
                <a:gd name="connsiteX38" fmla="*/ 6406161 w 6406814"/>
                <a:gd name="connsiteY38" fmla="*/ 569508 h 6596952"/>
                <a:gd name="connsiteX39" fmla="*/ 6406161 w 6406814"/>
                <a:gd name="connsiteY39" fmla="*/ 3712065 h 6596952"/>
                <a:gd name="connsiteX40" fmla="*/ 6241489 w 6406814"/>
                <a:gd name="connsiteY40" fmla="*/ 3669724 h 6596952"/>
                <a:gd name="connsiteX41" fmla="*/ 6067624 w 6406814"/>
                <a:gd name="connsiteY41" fmla="*/ 3643189 h 6596952"/>
                <a:gd name="connsiteX42" fmla="*/ 6028183 w 6406814"/>
                <a:gd name="connsiteY42" fmla="*/ 3641198 h 6596952"/>
                <a:gd name="connsiteX43" fmla="*/ 6027917 w 6406814"/>
                <a:gd name="connsiteY43" fmla="*/ 380626 h 6596952"/>
                <a:gd name="connsiteX44" fmla="*/ 378715 w 6406814"/>
                <a:gd name="connsiteY44" fmla="*/ 380626 h 6596952"/>
                <a:gd name="connsiteX45" fmla="*/ 378244 w 6406814"/>
                <a:gd name="connsiteY45" fmla="*/ 381088 h 6596952"/>
                <a:gd name="connsiteX46" fmla="*/ 378244 w 6406814"/>
                <a:gd name="connsiteY46" fmla="*/ 5216171 h 6596952"/>
                <a:gd name="connsiteX47" fmla="*/ 378246 w 6406814"/>
                <a:gd name="connsiteY47" fmla="*/ 5216171 h 6596952"/>
                <a:gd name="connsiteX48" fmla="*/ 378246 w 6406814"/>
                <a:gd name="connsiteY48" fmla="*/ 6218237 h 6596952"/>
                <a:gd name="connsiteX49" fmla="*/ 378715 w 6406814"/>
                <a:gd name="connsiteY49" fmla="*/ 6218698 h 6596952"/>
                <a:gd name="connsiteX50" fmla="*/ 794467 w 6406814"/>
                <a:gd name="connsiteY50" fmla="*/ 6218698 h 6596952"/>
                <a:gd name="connsiteX51" fmla="*/ 794467 w 6406814"/>
                <a:gd name="connsiteY51" fmla="*/ 6596952 h 6596952"/>
                <a:gd name="connsiteX52" fmla="*/ 378715 w 6406814"/>
                <a:gd name="connsiteY52" fmla="*/ 6596952 h 6596952"/>
                <a:gd name="connsiteX53" fmla="*/ 0 w 6406814"/>
                <a:gd name="connsiteY53" fmla="*/ 6218237 h 6596952"/>
                <a:gd name="connsiteX54" fmla="*/ 0 w 6406814"/>
                <a:gd name="connsiteY54" fmla="*/ 5735607 h 6596952"/>
                <a:gd name="connsiteX55" fmla="*/ 0 w 6406814"/>
                <a:gd name="connsiteY55" fmla="*/ 5216171 h 6596952"/>
                <a:gd name="connsiteX56" fmla="*/ 0 w 6406814"/>
                <a:gd name="connsiteY56" fmla="*/ 381088 h 6596952"/>
                <a:gd name="connsiteX57" fmla="*/ 378715 w 6406814"/>
                <a:gd name="connsiteY57" fmla="*/ 2373 h 6596952"/>
                <a:gd name="connsiteX58" fmla="*/ 5839026 w 6406814"/>
                <a:gd name="connsiteY58" fmla="*/ 2373 h 6596952"/>
                <a:gd name="connsiteX59" fmla="*/ 5956472 w 6406814"/>
                <a:gd name="connsiteY59" fmla="*/ 98 h 659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406814" h="6596952">
                  <a:moveTo>
                    <a:pt x="1848123" y="6218698"/>
                  </a:moveTo>
                  <a:lnTo>
                    <a:pt x="4357564" y="6218698"/>
                  </a:lnTo>
                  <a:lnTo>
                    <a:pt x="4436574" y="6364261"/>
                  </a:lnTo>
                  <a:cubicBezTo>
                    <a:pt x="4468035" y="6410847"/>
                    <a:pt x="4501687" y="6455830"/>
                    <a:pt x="4537376" y="6499066"/>
                  </a:cubicBezTo>
                  <a:lnTo>
                    <a:pt x="4626336" y="6596952"/>
                  </a:lnTo>
                  <a:lnTo>
                    <a:pt x="1848123" y="6596952"/>
                  </a:lnTo>
                  <a:close/>
                  <a:moveTo>
                    <a:pt x="3456999" y="3945503"/>
                  </a:moveTo>
                  <a:cubicBezTo>
                    <a:pt x="3855562" y="3945503"/>
                    <a:pt x="4230901" y="4041599"/>
                    <a:pt x="4558597" y="4210644"/>
                  </a:cubicBezTo>
                  <a:lnTo>
                    <a:pt x="4580892" y="4223501"/>
                  </a:lnTo>
                  <a:lnTo>
                    <a:pt x="4537384" y="4271374"/>
                  </a:lnTo>
                  <a:cubicBezTo>
                    <a:pt x="4501694" y="4314618"/>
                    <a:pt x="4468051" y="4359601"/>
                    <a:pt x="4436582" y="4406178"/>
                  </a:cubicBezTo>
                  <a:lnTo>
                    <a:pt x="4364196" y="4539533"/>
                  </a:lnTo>
                  <a:lnTo>
                    <a:pt x="4201972" y="4465315"/>
                  </a:lnTo>
                  <a:cubicBezTo>
                    <a:pt x="3972871" y="4373268"/>
                    <a:pt x="3721091" y="4322334"/>
                    <a:pt x="3456999" y="4322334"/>
                  </a:cubicBezTo>
                  <a:cubicBezTo>
                    <a:pt x="2928798" y="4322334"/>
                    <a:pt x="2449894" y="4526062"/>
                    <a:pt x="2103041" y="4855028"/>
                  </a:cubicBezTo>
                  <a:cubicBezTo>
                    <a:pt x="1929614" y="5019511"/>
                    <a:pt x="1789200" y="5215302"/>
                    <a:pt x="1692140" y="5432594"/>
                  </a:cubicBezTo>
                  <a:lnTo>
                    <a:pt x="1595106" y="5887361"/>
                  </a:lnTo>
                  <a:lnTo>
                    <a:pt x="1184308" y="5887361"/>
                  </a:lnTo>
                  <a:lnTo>
                    <a:pt x="1248219" y="5487519"/>
                  </a:lnTo>
                  <a:cubicBezTo>
                    <a:pt x="1315898" y="5281582"/>
                    <a:pt x="1414782" y="5088572"/>
                    <a:pt x="1539594" y="4913491"/>
                  </a:cubicBezTo>
                  <a:lnTo>
                    <a:pt x="1744328" y="4678234"/>
                  </a:lnTo>
                  <a:lnTo>
                    <a:pt x="1754857" y="4683426"/>
                  </a:lnTo>
                  <a:lnTo>
                    <a:pt x="1822246" y="4588711"/>
                  </a:lnTo>
                  <a:cubicBezTo>
                    <a:pt x="2241051" y="4191503"/>
                    <a:pt x="2819282" y="3945503"/>
                    <a:pt x="3456999" y="3945503"/>
                  </a:cubicBezTo>
                  <a:close/>
                  <a:moveTo>
                    <a:pt x="3469652" y="1590441"/>
                  </a:moveTo>
                  <a:cubicBezTo>
                    <a:pt x="2747688" y="1581407"/>
                    <a:pt x="2198266" y="2350125"/>
                    <a:pt x="2608161" y="3109829"/>
                  </a:cubicBezTo>
                  <a:cubicBezTo>
                    <a:pt x="2680704" y="3244544"/>
                    <a:pt x="2791870" y="3355710"/>
                    <a:pt x="2926585" y="3428253"/>
                  </a:cubicBezTo>
                  <a:cubicBezTo>
                    <a:pt x="3861601" y="3932734"/>
                    <a:pt x="4810280" y="2984060"/>
                    <a:pt x="4305794" y="2049044"/>
                  </a:cubicBezTo>
                  <a:cubicBezTo>
                    <a:pt x="4233256" y="1914794"/>
                    <a:pt x="4122090" y="1803158"/>
                    <a:pt x="3987370" y="1730621"/>
                  </a:cubicBezTo>
                  <a:cubicBezTo>
                    <a:pt x="3812055" y="1636029"/>
                    <a:pt x="3636259" y="1592526"/>
                    <a:pt x="3469652" y="1590441"/>
                  </a:cubicBezTo>
                  <a:close/>
                  <a:moveTo>
                    <a:pt x="3487932" y="1213713"/>
                  </a:moveTo>
                  <a:cubicBezTo>
                    <a:pt x="4435025" y="1234960"/>
                    <a:pt x="5147339" y="2225299"/>
                    <a:pt x="4670852" y="3229941"/>
                  </a:cubicBezTo>
                  <a:cubicBezTo>
                    <a:pt x="4554034" y="3476766"/>
                    <a:pt x="4354312" y="3676488"/>
                    <a:pt x="4107487" y="3793306"/>
                  </a:cubicBezTo>
                  <a:cubicBezTo>
                    <a:pt x="2871005" y="4380226"/>
                    <a:pt x="1656658" y="3165409"/>
                    <a:pt x="2243103" y="1928928"/>
                  </a:cubicBezTo>
                  <a:cubicBezTo>
                    <a:pt x="2359921" y="1682102"/>
                    <a:pt x="2559643" y="1482381"/>
                    <a:pt x="2806468" y="1365562"/>
                  </a:cubicBezTo>
                  <a:cubicBezTo>
                    <a:pt x="3038310" y="1255515"/>
                    <a:pt x="3269372" y="1208810"/>
                    <a:pt x="3487932" y="1213713"/>
                  </a:cubicBezTo>
                  <a:close/>
                  <a:moveTo>
                    <a:pt x="5956472" y="98"/>
                  </a:moveTo>
                  <a:cubicBezTo>
                    <a:pt x="6074403" y="-1249"/>
                    <a:pt x="6192664" y="9791"/>
                    <a:pt x="6301117" y="119664"/>
                  </a:cubicBezTo>
                  <a:cubicBezTo>
                    <a:pt x="6421706" y="242137"/>
                    <a:pt x="6406161" y="411706"/>
                    <a:pt x="6406161" y="569508"/>
                  </a:cubicBezTo>
                  <a:lnTo>
                    <a:pt x="6406161" y="3712065"/>
                  </a:lnTo>
                  <a:lnTo>
                    <a:pt x="6241489" y="3669724"/>
                  </a:lnTo>
                  <a:cubicBezTo>
                    <a:pt x="6184495" y="3658061"/>
                    <a:pt x="6126490" y="3649167"/>
                    <a:pt x="6067624" y="3643189"/>
                  </a:cubicBezTo>
                  <a:lnTo>
                    <a:pt x="6028183" y="3641198"/>
                  </a:lnTo>
                  <a:lnTo>
                    <a:pt x="6027917" y="380626"/>
                  </a:lnTo>
                  <a:lnTo>
                    <a:pt x="378715" y="380626"/>
                  </a:lnTo>
                  <a:cubicBezTo>
                    <a:pt x="378715" y="380626"/>
                    <a:pt x="378244" y="380626"/>
                    <a:pt x="378244" y="381088"/>
                  </a:cubicBezTo>
                  <a:lnTo>
                    <a:pt x="378244" y="5216171"/>
                  </a:lnTo>
                  <a:lnTo>
                    <a:pt x="378246" y="5216171"/>
                  </a:lnTo>
                  <a:lnTo>
                    <a:pt x="378246" y="6218237"/>
                  </a:lnTo>
                  <a:cubicBezTo>
                    <a:pt x="378246" y="6218237"/>
                    <a:pt x="378246" y="6218698"/>
                    <a:pt x="378715" y="6218698"/>
                  </a:cubicBezTo>
                  <a:lnTo>
                    <a:pt x="794467" y="6218698"/>
                  </a:lnTo>
                  <a:lnTo>
                    <a:pt x="794467" y="6596952"/>
                  </a:lnTo>
                  <a:lnTo>
                    <a:pt x="378715" y="6596952"/>
                  </a:lnTo>
                  <a:cubicBezTo>
                    <a:pt x="169581" y="6596952"/>
                    <a:pt x="0" y="6427379"/>
                    <a:pt x="0" y="6218237"/>
                  </a:cubicBezTo>
                  <a:lnTo>
                    <a:pt x="0" y="5735607"/>
                  </a:lnTo>
                  <a:lnTo>
                    <a:pt x="0" y="5216171"/>
                  </a:lnTo>
                  <a:lnTo>
                    <a:pt x="0" y="381088"/>
                  </a:lnTo>
                  <a:cubicBezTo>
                    <a:pt x="0" y="171951"/>
                    <a:pt x="169577" y="2373"/>
                    <a:pt x="378715" y="2373"/>
                  </a:cubicBezTo>
                  <a:lnTo>
                    <a:pt x="5839026" y="2373"/>
                  </a:lnTo>
                  <a:cubicBezTo>
                    <a:pt x="5877888" y="2373"/>
                    <a:pt x="5917161" y="547"/>
                    <a:pt x="5956472" y="98"/>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111" name="Freeform: Shape 1110">
              <a:extLst>
                <a:ext uri="{FF2B5EF4-FFF2-40B4-BE49-F238E27FC236}">
                  <a16:creationId xmlns:a16="http://schemas.microsoft.com/office/drawing/2014/main" id="{2B767692-304D-17C3-741C-5D10DE253669}"/>
                </a:ext>
                <a:ext uri="{C183D7F6-B498-43B3-948B-1728B52AA6E4}">
                  <adec:decorative xmlns:adec="http://schemas.microsoft.com/office/drawing/2017/decorative" val="1"/>
                </a:ext>
              </a:extLst>
            </p:cNvPr>
            <p:cNvSpPr/>
            <p:nvPr/>
          </p:nvSpPr>
          <p:spPr>
            <a:xfrm>
              <a:off x="9726121" y="1778077"/>
              <a:ext cx="421536" cy="196370"/>
            </a:xfrm>
            <a:custGeom>
              <a:avLst/>
              <a:gdLst>
                <a:gd name="connsiteX0" fmla="*/ 0 w 6323049"/>
                <a:gd name="connsiteY0" fmla="*/ 2219104 h 2945546"/>
                <a:gd name="connsiteX1" fmla="*/ 565255 w 6323049"/>
                <a:gd name="connsiteY1" fmla="*/ 2219104 h 2945546"/>
                <a:gd name="connsiteX2" fmla="*/ 565255 w 6323049"/>
                <a:gd name="connsiteY2" fmla="*/ 2784359 h 2945546"/>
                <a:gd name="connsiteX3" fmla="*/ 0 w 6323049"/>
                <a:gd name="connsiteY3" fmla="*/ 2784359 h 2945546"/>
                <a:gd name="connsiteX4" fmla="*/ 4849916 w 6323049"/>
                <a:gd name="connsiteY4" fmla="*/ 1240203 h 2945546"/>
                <a:gd name="connsiteX5" fmla="*/ 5081946 w 6323049"/>
                <a:gd name="connsiteY5" fmla="*/ 1472766 h 2945546"/>
                <a:gd name="connsiteX6" fmla="*/ 4849916 w 6323049"/>
                <a:gd name="connsiteY6" fmla="*/ 1705329 h 2945546"/>
                <a:gd name="connsiteX7" fmla="*/ 4617886 w 6323049"/>
                <a:gd name="connsiteY7" fmla="*/ 1472766 h 2945546"/>
                <a:gd name="connsiteX8" fmla="*/ 4849916 w 6323049"/>
                <a:gd name="connsiteY8" fmla="*/ 1240203 h 2945546"/>
                <a:gd name="connsiteX9" fmla="*/ 4863526 w 6323049"/>
                <a:gd name="connsiteY9" fmla="*/ 935844 h 2945546"/>
                <a:gd name="connsiteX10" fmla="*/ 4406838 w 6323049"/>
                <a:gd name="connsiteY10" fmla="*/ 1163894 h 2945546"/>
                <a:gd name="connsiteX11" fmla="*/ 4363456 w 6323049"/>
                <a:gd name="connsiteY11" fmla="*/ 1239668 h 2945546"/>
                <a:gd name="connsiteX12" fmla="*/ 4433254 w 6323049"/>
                <a:gd name="connsiteY12" fmla="*/ 1813274 h 2945546"/>
                <a:gd name="connsiteX13" fmla="*/ 4996779 w 6323049"/>
                <a:gd name="connsiteY13" fmla="*/ 1989833 h 2945546"/>
                <a:gd name="connsiteX14" fmla="*/ 5386792 w 6323049"/>
                <a:gd name="connsiteY14" fmla="*/ 1413009 h 2945546"/>
                <a:gd name="connsiteX15" fmla="*/ 4863526 w 6323049"/>
                <a:gd name="connsiteY15" fmla="*/ 935844 h 2945546"/>
                <a:gd name="connsiteX16" fmla="*/ 4828162 w 6323049"/>
                <a:gd name="connsiteY16" fmla="*/ 646544 h 2945546"/>
                <a:gd name="connsiteX17" fmla="*/ 5344864 w 6323049"/>
                <a:gd name="connsiteY17" fmla="*/ 811527 h 2945546"/>
                <a:gd name="connsiteX18" fmla="*/ 5669760 w 6323049"/>
                <a:gd name="connsiteY18" fmla="*/ 1357440 h 2945546"/>
                <a:gd name="connsiteX19" fmla="*/ 5051854 w 6323049"/>
                <a:gd name="connsiteY19" fmla="*/ 2273212 h 2945546"/>
                <a:gd name="connsiteX20" fmla="*/ 4050323 w 6323049"/>
                <a:gd name="connsiteY20" fmla="*/ 1690772 h 2945546"/>
                <a:gd name="connsiteX21" fmla="*/ 4643400 w 6323049"/>
                <a:gd name="connsiteY21" fmla="*/ 672981 h 2945546"/>
                <a:gd name="connsiteX22" fmla="*/ 4828162 w 6323049"/>
                <a:gd name="connsiteY22" fmla="*/ 646544 h 2945546"/>
                <a:gd name="connsiteX23" fmla="*/ 4818882 w 6323049"/>
                <a:gd name="connsiteY23" fmla="*/ 387350 h 2945546"/>
                <a:gd name="connsiteX24" fmla="*/ 3791707 w 6323049"/>
                <a:gd name="connsiteY24" fmla="*/ 1733803 h 2945546"/>
                <a:gd name="connsiteX25" fmla="*/ 5006016 w 6323049"/>
                <a:gd name="connsiteY25" fmla="*/ 2549667 h 2945546"/>
                <a:gd name="connsiteX26" fmla="*/ 5711300 w 6323049"/>
                <a:gd name="connsiteY26" fmla="*/ 2137033 h 2945546"/>
                <a:gd name="connsiteX27" fmla="*/ 5934411 w 6323049"/>
                <a:gd name="connsiteY27" fmla="*/ 1530404 h 2945546"/>
                <a:gd name="connsiteX28" fmla="*/ 4818882 w 6323049"/>
                <a:gd name="connsiteY28" fmla="*/ 387350 h 2945546"/>
                <a:gd name="connsiteX29" fmla="*/ 4863255 w 6323049"/>
                <a:gd name="connsiteY29" fmla="*/ 10 h 2945546"/>
                <a:gd name="connsiteX30" fmla="*/ 5775046 w 6323049"/>
                <a:gd name="connsiteY30" fmla="*/ 338149 h 2945546"/>
                <a:gd name="connsiteX31" fmla="*/ 6046289 w 6323049"/>
                <a:gd name="connsiteY31" fmla="*/ 2324779 h 2945546"/>
                <a:gd name="connsiteX32" fmla="*/ 4766298 w 6323049"/>
                <a:gd name="connsiteY32" fmla="*/ 2944347 h 2945546"/>
                <a:gd name="connsiteX33" fmla="*/ 4313114 w 6323049"/>
                <a:gd name="connsiteY33" fmla="*/ 2844023 h 2945546"/>
                <a:gd name="connsiteX34" fmla="*/ 4052331 w 6323049"/>
                <a:gd name="connsiteY34" fmla="*/ 2721180 h 2945546"/>
                <a:gd name="connsiteX35" fmla="*/ 3703873 w 6323049"/>
                <a:gd name="connsiteY35" fmla="*/ 2411380 h 2945546"/>
                <a:gd name="connsiteX36" fmla="*/ 3502333 w 6323049"/>
                <a:gd name="connsiteY36" fmla="*/ 2071131 h 2945546"/>
                <a:gd name="connsiteX37" fmla="*/ 3515550 w 6323049"/>
                <a:gd name="connsiteY37" fmla="*/ 843607 h 2945546"/>
                <a:gd name="connsiteX38" fmla="*/ 3688467 w 6323049"/>
                <a:gd name="connsiteY38" fmla="*/ 564700 h 2945546"/>
                <a:gd name="connsiteX39" fmla="*/ 3792725 w 6323049"/>
                <a:gd name="connsiteY39" fmla="*/ 427627 h 2945546"/>
                <a:gd name="connsiteX40" fmla="*/ 4269700 w 6323049"/>
                <a:gd name="connsiteY40" fmla="*/ 122343 h 2945546"/>
                <a:gd name="connsiteX41" fmla="*/ 4863255 w 6323049"/>
                <a:gd name="connsiteY41" fmla="*/ 10 h 294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323049" h="2945546">
                  <a:moveTo>
                    <a:pt x="0" y="2219104"/>
                  </a:moveTo>
                  <a:lnTo>
                    <a:pt x="565255" y="2219104"/>
                  </a:lnTo>
                  <a:lnTo>
                    <a:pt x="565255" y="2784359"/>
                  </a:lnTo>
                  <a:lnTo>
                    <a:pt x="0" y="2784359"/>
                  </a:lnTo>
                  <a:close/>
                  <a:moveTo>
                    <a:pt x="4849916" y="1240203"/>
                  </a:moveTo>
                  <a:cubicBezTo>
                    <a:pt x="4978063" y="1240203"/>
                    <a:pt x="5081946" y="1344325"/>
                    <a:pt x="5081946" y="1472766"/>
                  </a:cubicBezTo>
                  <a:cubicBezTo>
                    <a:pt x="5081946" y="1601207"/>
                    <a:pt x="4978063" y="1705329"/>
                    <a:pt x="4849916" y="1705329"/>
                  </a:cubicBezTo>
                  <a:cubicBezTo>
                    <a:pt x="4721769" y="1705329"/>
                    <a:pt x="4617886" y="1601207"/>
                    <a:pt x="4617886" y="1472766"/>
                  </a:cubicBezTo>
                  <a:cubicBezTo>
                    <a:pt x="4617886" y="1344325"/>
                    <a:pt x="4721769" y="1240203"/>
                    <a:pt x="4849916" y="1240203"/>
                  </a:cubicBezTo>
                  <a:close/>
                  <a:moveTo>
                    <a:pt x="4863526" y="935844"/>
                  </a:moveTo>
                  <a:cubicBezTo>
                    <a:pt x="4681028" y="932752"/>
                    <a:pt x="4533900" y="1004909"/>
                    <a:pt x="4406838" y="1163894"/>
                  </a:cubicBezTo>
                  <a:cubicBezTo>
                    <a:pt x="4392243" y="1189089"/>
                    <a:pt x="4375149" y="1213183"/>
                    <a:pt x="4363456" y="1239668"/>
                  </a:cubicBezTo>
                  <a:cubicBezTo>
                    <a:pt x="4273023" y="1444477"/>
                    <a:pt x="4288194" y="1640844"/>
                    <a:pt x="4433254" y="1813274"/>
                  </a:cubicBezTo>
                  <a:cubicBezTo>
                    <a:pt x="4580660" y="1988486"/>
                    <a:pt x="4771872" y="2049892"/>
                    <a:pt x="4996779" y="1989833"/>
                  </a:cubicBezTo>
                  <a:cubicBezTo>
                    <a:pt x="5252932" y="1921433"/>
                    <a:pt x="5418925" y="1665166"/>
                    <a:pt x="5386792" y="1413009"/>
                  </a:cubicBezTo>
                  <a:cubicBezTo>
                    <a:pt x="5352086" y="1140672"/>
                    <a:pt x="5129735" y="940353"/>
                    <a:pt x="4863526" y="935844"/>
                  </a:cubicBezTo>
                  <a:close/>
                  <a:moveTo>
                    <a:pt x="4828162" y="646544"/>
                  </a:moveTo>
                  <a:cubicBezTo>
                    <a:pt x="5009277" y="640823"/>
                    <a:pt x="5179965" y="696894"/>
                    <a:pt x="5344864" y="811527"/>
                  </a:cubicBezTo>
                  <a:cubicBezTo>
                    <a:pt x="5528760" y="956657"/>
                    <a:pt x="5633201" y="1135246"/>
                    <a:pt x="5669760" y="1357440"/>
                  </a:cubicBezTo>
                  <a:cubicBezTo>
                    <a:pt x="5727687" y="1709402"/>
                    <a:pt x="5519717" y="2152752"/>
                    <a:pt x="5051854" y="2273212"/>
                  </a:cubicBezTo>
                  <a:cubicBezTo>
                    <a:pt x="4613911" y="2385962"/>
                    <a:pt x="4169967" y="2123972"/>
                    <a:pt x="4050323" y="1690772"/>
                  </a:cubicBezTo>
                  <a:cubicBezTo>
                    <a:pt x="3927606" y="1246447"/>
                    <a:pt x="4196464" y="785017"/>
                    <a:pt x="4643400" y="672981"/>
                  </a:cubicBezTo>
                  <a:cubicBezTo>
                    <a:pt x="4706261" y="657223"/>
                    <a:pt x="4767791" y="648451"/>
                    <a:pt x="4828162" y="646544"/>
                  </a:cubicBezTo>
                  <a:close/>
                  <a:moveTo>
                    <a:pt x="4818882" y="387350"/>
                  </a:moveTo>
                  <a:cubicBezTo>
                    <a:pt x="4090617" y="410382"/>
                    <a:pt x="3634422" y="1088579"/>
                    <a:pt x="3791707" y="1733803"/>
                  </a:cubicBezTo>
                  <a:cubicBezTo>
                    <a:pt x="3923398" y="2274010"/>
                    <a:pt x="4456543" y="2633573"/>
                    <a:pt x="5006016" y="2549667"/>
                  </a:cubicBezTo>
                  <a:cubicBezTo>
                    <a:pt x="5288250" y="2506569"/>
                    <a:pt x="5517836" y="2373613"/>
                    <a:pt x="5711300" y="2137033"/>
                  </a:cubicBezTo>
                  <a:cubicBezTo>
                    <a:pt x="5847576" y="1957596"/>
                    <a:pt x="5922819" y="1755880"/>
                    <a:pt x="5934411" y="1530404"/>
                  </a:cubicBezTo>
                  <a:cubicBezTo>
                    <a:pt x="5966765" y="900813"/>
                    <a:pt x="5462779" y="366980"/>
                    <a:pt x="4818882" y="387350"/>
                  </a:cubicBezTo>
                  <a:close/>
                  <a:moveTo>
                    <a:pt x="4863255" y="10"/>
                  </a:moveTo>
                  <a:cubicBezTo>
                    <a:pt x="5183823" y="-1182"/>
                    <a:pt x="5488585" y="109893"/>
                    <a:pt x="5775046" y="338149"/>
                  </a:cubicBezTo>
                  <a:cubicBezTo>
                    <a:pt x="6380499" y="820575"/>
                    <a:pt x="6504077" y="1694929"/>
                    <a:pt x="6046289" y="2324779"/>
                  </a:cubicBezTo>
                  <a:cubicBezTo>
                    <a:pt x="5733080" y="2755709"/>
                    <a:pt x="5301011" y="2963388"/>
                    <a:pt x="4766298" y="2944347"/>
                  </a:cubicBezTo>
                  <a:cubicBezTo>
                    <a:pt x="4610292" y="2938794"/>
                    <a:pt x="4457706" y="2905189"/>
                    <a:pt x="4313114" y="2844023"/>
                  </a:cubicBezTo>
                  <a:cubicBezTo>
                    <a:pt x="4224540" y="2806554"/>
                    <a:pt x="4131811" y="2773511"/>
                    <a:pt x="4052331" y="2721180"/>
                  </a:cubicBezTo>
                  <a:cubicBezTo>
                    <a:pt x="3922379" y="2635616"/>
                    <a:pt x="3795488" y="2548092"/>
                    <a:pt x="3703873" y="2411380"/>
                  </a:cubicBezTo>
                  <a:cubicBezTo>
                    <a:pt x="3632026" y="2304170"/>
                    <a:pt x="3556865" y="2200924"/>
                    <a:pt x="3502333" y="2071131"/>
                  </a:cubicBezTo>
                  <a:cubicBezTo>
                    <a:pt x="3325659" y="1652369"/>
                    <a:pt x="3340387" y="1245066"/>
                    <a:pt x="3515550" y="843607"/>
                  </a:cubicBezTo>
                  <a:cubicBezTo>
                    <a:pt x="3558699" y="744712"/>
                    <a:pt x="3604643" y="642782"/>
                    <a:pt x="3688467" y="564700"/>
                  </a:cubicBezTo>
                  <a:cubicBezTo>
                    <a:pt x="3729852" y="526149"/>
                    <a:pt x="3752295" y="467601"/>
                    <a:pt x="3792725" y="427627"/>
                  </a:cubicBezTo>
                  <a:cubicBezTo>
                    <a:pt x="3929557" y="292326"/>
                    <a:pt x="4091920" y="192761"/>
                    <a:pt x="4269700" y="122343"/>
                  </a:cubicBezTo>
                  <a:cubicBezTo>
                    <a:pt x="4472883" y="41857"/>
                    <a:pt x="4670914" y="725"/>
                    <a:pt x="4863255" y="10"/>
                  </a:cubicBez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918" name="Group 917">
            <a:extLst>
              <a:ext uri="{FF2B5EF4-FFF2-40B4-BE49-F238E27FC236}">
                <a16:creationId xmlns:a16="http://schemas.microsoft.com/office/drawing/2014/main" id="{F67B6F2F-FDCB-AF7A-AA57-72235D5A3B61}"/>
              </a:ext>
              <a:ext uri="{C183D7F6-B498-43B3-948B-1728B52AA6E4}">
                <adec:decorative xmlns:adec="http://schemas.microsoft.com/office/drawing/2017/decorative" val="1"/>
              </a:ext>
            </a:extLst>
          </p:cNvPr>
          <p:cNvGrpSpPr>
            <a:grpSpLocks noChangeAspect="1"/>
          </p:cNvGrpSpPr>
          <p:nvPr/>
        </p:nvGrpSpPr>
        <p:grpSpPr>
          <a:xfrm>
            <a:off x="10333300" y="1517247"/>
            <a:ext cx="402401" cy="457200"/>
            <a:chOff x="10333300" y="1517247"/>
            <a:chExt cx="402401" cy="457200"/>
          </a:xfrm>
          <a:solidFill>
            <a:srgbClr val="FF0000"/>
          </a:solidFill>
        </p:grpSpPr>
        <p:sp>
          <p:nvSpPr>
            <p:cNvPr id="1130" name="Freeform: Shape 1129">
              <a:extLst>
                <a:ext uri="{FF2B5EF4-FFF2-40B4-BE49-F238E27FC236}">
                  <a16:creationId xmlns:a16="http://schemas.microsoft.com/office/drawing/2014/main" id="{287E1791-EF4C-913A-9B79-13387CC94256}"/>
                </a:ext>
                <a:ext uri="{C183D7F6-B498-43B3-948B-1728B52AA6E4}">
                  <adec:decorative xmlns:adec="http://schemas.microsoft.com/office/drawing/2017/decorative" val="1"/>
                </a:ext>
              </a:extLst>
            </p:cNvPr>
            <p:cNvSpPr/>
            <p:nvPr/>
          </p:nvSpPr>
          <p:spPr>
            <a:xfrm>
              <a:off x="10333300" y="1517247"/>
              <a:ext cx="402401" cy="457200"/>
            </a:xfrm>
            <a:custGeom>
              <a:avLst/>
              <a:gdLst>
                <a:gd name="connsiteX0" fmla="*/ 1597299 w 6036017"/>
                <a:gd name="connsiteY0" fmla="*/ 5164750 h 6857999"/>
                <a:gd name="connsiteX1" fmla="*/ 2703179 w 6036017"/>
                <a:gd name="connsiteY1" fmla="*/ 5756846 h 6857999"/>
                <a:gd name="connsiteX2" fmla="*/ 3018000 w 6036017"/>
                <a:gd name="connsiteY2" fmla="*/ 5773328 h 6857999"/>
                <a:gd name="connsiteX3" fmla="*/ 3018002 w 6036017"/>
                <a:gd name="connsiteY3" fmla="*/ 6030678 h 6857999"/>
                <a:gd name="connsiteX4" fmla="*/ 2902122 w 6036017"/>
                <a:gd name="connsiteY4" fmla="*/ 6030988 h 6857999"/>
                <a:gd name="connsiteX5" fmla="*/ 1413340 w 6036017"/>
                <a:gd name="connsiteY5" fmla="*/ 5336283 h 6857999"/>
                <a:gd name="connsiteX6" fmla="*/ 1198124 w 6036017"/>
                <a:gd name="connsiteY6" fmla="*/ 4519269 h 6857999"/>
                <a:gd name="connsiteX7" fmla="*/ 1479889 w 6036017"/>
                <a:gd name="connsiteY7" fmla="*/ 5026418 h 6857999"/>
                <a:gd name="connsiteX8" fmla="*/ 1280731 w 6036017"/>
                <a:gd name="connsiteY8" fmla="*/ 5180039 h 6857999"/>
                <a:gd name="connsiteX9" fmla="*/ 962479 w 6036017"/>
                <a:gd name="connsiteY9" fmla="*/ 4607225 h 6857999"/>
                <a:gd name="connsiteX10" fmla="*/ 3018000 w 6036017"/>
                <a:gd name="connsiteY10" fmla="*/ 3551302 h 6857999"/>
                <a:gd name="connsiteX11" fmla="*/ 2729290 w 6036017"/>
                <a:gd name="connsiteY11" fmla="*/ 3840009 h 6857999"/>
                <a:gd name="connsiteX12" fmla="*/ 3018000 w 6036017"/>
                <a:gd name="connsiteY12" fmla="*/ 4128716 h 6857999"/>
                <a:gd name="connsiteX13" fmla="*/ 3306710 w 6036017"/>
                <a:gd name="connsiteY13" fmla="*/ 3840009 h 6857999"/>
                <a:gd name="connsiteX14" fmla="*/ 3018000 w 6036017"/>
                <a:gd name="connsiteY14" fmla="*/ 3551302 h 6857999"/>
                <a:gd name="connsiteX15" fmla="*/ 4384587 w 6036017"/>
                <a:gd name="connsiteY15" fmla="*/ 2122940 h 6857999"/>
                <a:gd name="connsiteX16" fmla="*/ 4695050 w 6036017"/>
                <a:gd name="connsiteY16" fmla="*/ 2433403 h 6857999"/>
                <a:gd name="connsiteX17" fmla="*/ 3508739 w 6036017"/>
                <a:gd name="connsiteY17" fmla="*/ 3619714 h 6857999"/>
                <a:gd name="connsiteX18" fmla="*/ 3514473 w 6036017"/>
                <a:gd name="connsiteY18" fmla="*/ 3630279 h 6857999"/>
                <a:gd name="connsiteX19" fmla="*/ 3556816 w 6036017"/>
                <a:gd name="connsiteY19" fmla="*/ 3840009 h 6857999"/>
                <a:gd name="connsiteX20" fmla="*/ 3018000 w 6036017"/>
                <a:gd name="connsiteY20" fmla="*/ 4378822 h 6857999"/>
                <a:gd name="connsiteX21" fmla="*/ 2479184 w 6036017"/>
                <a:gd name="connsiteY21" fmla="*/ 3840009 h 6857999"/>
                <a:gd name="connsiteX22" fmla="*/ 3018000 w 6036017"/>
                <a:gd name="connsiteY22" fmla="*/ 3301196 h 6857999"/>
                <a:gd name="connsiteX23" fmla="*/ 3126591 w 6036017"/>
                <a:gd name="connsiteY23" fmla="*/ 3312143 h 6857999"/>
                <a:gd name="connsiteX24" fmla="*/ 3179088 w 6036017"/>
                <a:gd name="connsiteY24" fmla="*/ 3328439 h 6857999"/>
                <a:gd name="connsiteX25" fmla="*/ 5463884 w 6036017"/>
                <a:gd name="connsiteY25" fmla="*/ 2080736 h 6857999"/>
                <a:gd name="connsiteX26" fmla="*/ 5506958 w 6036017"/>
                <a:gd name="connsiteY26" fmla="*/ 2132131 h 6857999"/>
                <a:gd name="connsiteX27" fmla="*/ 5371403 w 6036017"/>
                <a:gd name="connsiteY27" fmla="*/ 5729782 h 6857999"/>
                <a:gd name="connsiteX28" fmla="*/ 5165709 w 6036017"/>
                <a:gd name="connsiteY28" fmla="*/ 5960316 h 6857999"/>
                <a:gd name="connsiteX29" fmla="*/ 4859486 w 6036017"/>
                <a:gd name="connsiteY29" fmla="*/ 5658004 h 6857999"/>
                <a:gd name="connsiteX30" fmla="*/ 5035864 w 6036017"/>
                <a:gd name="connsiteY30" fmla="*/ 5460338 h 6857999"/>
                <a:gd name="connsiteX31" fmla="*/ 5385142 w 6036017"/>
                <a:gd name="connsiteY31" fmla="*/ 2792882 h 6857999"/>
                <a:gd name="connsiteX32" fmla="*/ 5158142 w 6036017"/>
                <a:gd name="connsiteY32" fmla="*/ 2386478 h 6857999"/>
                <a:gd name="connsiteX33" fmla="*/ 870313 w 6036017"/>
                <a:gd name="connsiteY33" fmla="*/ 1719705 h 6857999"/>
                <a:gd name="connsiteX34" fmla="*/ 1176531 w 6036017"/>
                <a:gd name="connsiteY34" fmla="*/ 2022019 h 6857999"/>
                <a:gd name="connsiteX35" fmla="*/ 1200001 w 6036017"/>
                <a:gd name="connsiteY35" fmla="*/ 5681478 h 6857999"/>
                <a:gd name="connsiteX36" fmla="*/ 4859482 w 6036017"/>
                <a:gd name="connsiteY36" fmla="*/ 5658008 h 6857999"/>
                <a:gd name="connsiteX37" fmla="*/ 5165700 w 6036017"/>
                <a:gd name="connsiteY37" fmla="*/ 5960322 h 6857999"/>
                <a:gd name="connsiteX38" fmla="*/ 897685 w 6036017"/>
                <a:gd name="connsiteY38" fmla="*/ 5987694 h 6857999"/>
                <a:gd name="connsiteX39" fmla="*/ 870313 w 6036017"/>
                <a:gd name="connsiteY39" fmla="*/ 1719705 h 6857999"/>
                <a:gd name="connsiteX40" fmla="*/ 2271360 w 6036017"/>
                <a:gd name="connsiteY40" fmla="*/ 0 h 6857999"/>
                <a:gd name="connsiteX41" fmla="*/ 3764648 w 6036017"/>
                <a:gd name="connsiteY41" fmla="*/ 0 h 6857999"/>
                <a:gd name="connsiteX42" fmla="*/ 3764648 w 6036017"/>
                <a:gd name="connsiteY42" fmla="*/ 439061 h 6857999"/>
                <a:gd name="connsiteX43" fmla="*/ 3237537 w 6036017"/>
                <a:gd name="connsiteY43" fmla="*/ 439061 h 6857999"/>
                <a:gd name="connsiteX44" fmla="*/ 3237537 w 6036017"/>
                <a:gd name="connsiteY44" fmla="*/ 831661 h 6857999"/>
                <a:gd name="connsiteX45" fmla="*/ 3346627 w 6036017"/>
                <a:gd name="connsiteY45" fmla="*/ 839842 h 6857999"/>
                <a:gd name="connsiteX46" fmla="*/ 4693833 w 6036017"/>
                <a:gd name="connsiteY46" fmla="*/ 1329379 h 6857999"/>
                <a:gd name="connsiteX47" fmla="*/ 4753850 w 6036017"/>
                <a:gd name="connsiteY47" fmla="*/ 1378381 h 6857999"/>
                <a:gd name="connsiteX48" fmla="*/ 4448400 w 6036017"/>
                <a:gd name="connsiteY48" fmla="*/ 1683822 h 6857999"/>
                <a:gd name="connsiteX49" fmla="*/ 4034694 w 6036017"/>
                <a:gd name="connsiteY49" fmla="*/ 1459658 h 6857999"/>
                <a:gd name="connsiteX50" fmla="*/ 1371926 w 6036017"/>
                <a:gd name="connsiteY50" fmla="*/ 1843125 h 6857999"/>
                <a:gd name="connsiteX51" fmla="*/ 1176541 w 6036017"/>
                <a:gd name="connsiteY51" fmla="*/ 2022009 h 6857999"/>
                <a:gd name="connsiteX52" fmla="*/ 870318 w 6036017"/>
                <a:gd name="connsiteY52" fmla="*/ 1719697 h 6857999"/>
                <a:gd name="connsiteX53" fmla="*/ 1098195 w 6036017"/>
                <a:gd name="connsiteY53" fmla="*/ 1511053 h 6857999"/>
                <a:gd name="connsiteX54" fmla="*/ 2601506 w 6036017"/>
                <a:gd name="connsiteY54" fmla="*/ 850741 h 6857999"/>
                <a:gd name="connsiteX55" fmla="*/ 2798472 w 6036017"/>
                <a:gd name="connsiteY55" fmla="*/ 832387 h 6857999"/>
                <a:gd name="connsiteX56" fmla="*/ 2798472 w 6036017"/>
                <a:gd name="connsiteY56" fmla="*/ 439061 h 6857999"/>
                <a:gd name="connsiteX57" fmla="*/ 2271360 w 6036017"/>
                <a:gd name="connsiteY57" fmla="*/ 439061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36017" h="6857999">
                  <a:moveTo>
                    <a:pt x="1597299" y="5164750"/>
                  </a:moveTo>
                  <a:cubicBezTo>
                    <a:pt x="1893000" y="5481866"/>
                    <a:pt x="2283117" y="5687844"/>
                    <a:pt x="2703179" y="5756846"/>
                  </a:cubicBezTo>
                  <a:lnTo>
                    <a:pt x="3018000" y="5773328"/>
                  </a:lnTo>
                  <a:lnTo>
                    <a:pt x="3018002" y="6030678"/>
                  </a:lnTo>
                  <a:lnTo>
                    <a:pt x="2902122" y="6030988"/>
                  </a:lnTo>
                  <a:cubicBezTo>
                    <a:pt x="2337799" y="6001174"/>
                    <a:pt x="1802996" y="5754159"/>
                    <a:pt x="1413340" y="5336283"/>
                  </a:cubicBezTo>
                  <a:close/>
                  <a:moveTo>
                    <a:pt x="1198124" y="4519269"/>
                  </a:moveTo>
                  <a:cubicBezTo>
                    <a:pt x="1266129" y="4701471"/>
                    <a:pt x="1361110" y="4872429"/>
                    <a:pt x="1479889" y="5026418"/>
                  </a:cubicBezTo>
                  <a:lnTo>
                    <a:pt x="1280731" y="5180039"/>
                  </a:lnTo>
                  <a:cubicBezTo>
                    <a:pt x="1146571" y="5006110"/>
                    <a:pt x="1039292" y="4813016"/>
                    <a:pt x="962479" y="4607225"/>
                  </a:cubicBezTo>
                  <a:close/>
                  <a:moveTo>
                    <a:pt x="3018000" y="3551302"/>
                  </a:moveTo>
                  <a:cubicBezTo>
                    <a:pt x="2858550" y="3551302"/>
                    <a:pt x="2729290" y="3680561"/>
                    <a:pt x="2729290" y="3840009"/>
                  </a:cubicBezTo>
                  <a:cubicBezTo>
                    <a:pt x="2729290" y="3999457"/>
                    <a:pt x="2858550" y="4128716"/>
                    <a:pt x="3018000" y="4128716"/>
                  </a:cubicBezTo>
                  <a:cubicBezTo>
                    <a:pt x="3177450" y="4128716"/>
                    <a:pt x="3306710" y="3999457"/>
                    <a:pt x="3306710" y="3840009"/>
                  </a:cubicBezTo>
                  <a:cubicBezTo>
                    <a:pt x="3306710" y="3680561"/>
                    <a:pt x="3177450" y="3551302"/>
                    <a:pt x="3018000" y="3551302"/>
                  </a:cubicBezTo>
                  <a:close/>
                  <a:moveTo>
                    <a:pt x="4384587" y="2122940"/>
                  </a:moveTo>
                  <a:lnTo>
                    <a:pt x="4695050" y="2433403"/>
                  </a:lnTo>
                  <a:lnTo>
                    <a:pt x="3508739" y="3619714"/>
                  </a:lnTo>
                  <a:lnTo>
                    <a:pt x="3514473" y="3630279"/>
                  </a:lnTo>
                  <a:cubicBezTo>
                    <a:pt x="3541739" y="3694741"/>
                    <a:pt x="3556816" y="3765614"/>
                    <a:pt x="3556816" y="3840009"/>
                  </a:cubicBezTo>
                  <a:cubicBezTo>
                    <a:pt x="3556816" y="4137587"/>
                    <a:pt x="3315580" y="4378822"/>
                    <a:pt x="3018000" y="4378822"/>
                  </a:cubicBezTo>
                  <a:cubicBezTo>
                    <a:pt x="2720420" y="4378822"/>
                    <a:pt x="2479184" y="4137587"/>
                    <a:pt x="2479184" y="3840009"/>
                  </a:cubicBezTo>
                  <a:cubicBezTo>
                    <a:pt x="2479184" y="3542431"/>
                    <a:pt x="2720420" y="3301196"/>
                    <a:pt x="3018000" y="3301196"/>
                  </a:cubicBezTo>
                  <a:cubicBezTo>
                    <a:pt x="3055198" y="3301196"/>
                    <a:pt x="3091515" y="3304965"/>
                    <a:pt x="3126591" y="3312143"/>
                  </a:cubicBezTo>
                  <a:lnTo>
                    <a:pt x="3179088" y="3328439"/>
                  </a:lnTo>
                  <a:close/>
                  <a:moveTo>
                    <a:pt x="5463884" y="2080736"/>
                  </a:moveTo>
                  <a:lnTo>
                    <a:pt x="5506958" y="2132131"/>
                  </a:lnTo>
                  <a:cubicBezTo>
                    <a:pt x="6254168" y="3218471"/>
                    <a:pt x="6210707" y="4687166"/>
                    <a:pt x="5371403" y="5729782"/>
                  </a:cubicBezTo>
                  <a:lnTo>
                    <a:pt x="5165709" y="5960316"/>
                  </a:lnTo>
                  <a:lnTo>
                    <a:pt x="4859486" y="5658004"/>
                  </a:lnTo>
                  <a:lnTo>
                    <a:pt x="5035864" y="5460338"/>
                  </a:lnTo>
                  <a:cubicBezTo>
                    <a:pt x="5652691" y="4694083"/>
                    <a:pt x="5768184" y="3659430"/>
                    <a:pt x="5385142" y="2792882"/>
                  </a:cubicBezTo>
                  <a:lnTo>
                    <a:pt x="5158142" y="2386478"/>
                  </a:lnTo>
                  <a:close/>
                  <a:moveTo>
                    <a:pt x="870313" y="1719705"/>
                  </a:moveTo>
                  <a:lnTo>
                    <a:pt x="1176531" y="2022019"/>
                  </a:lnTo>
                  <a:cubicBezTo>
                    <a:pt x="172473" y="3039032"/>
                    <a:pt x="182980" y="4677429"/>
                    <a:pt x="1200001" y="5681478"/>
                  </a:cubicBezTo>
                  <a:cubicBezTo>
                    <a:pt x="2217019" y="6685527"/>
                    <a:pt x="3855426" y="6675020"/>
                    <a:pt x="4859482" y="5658008"/>
                  </a:cubicBezTo>
                  <a:lnTo>
                    <a:pt x="5165700" y="5960322"/>
                  </a:lnTo>
                  <a:cubicBezTo>
                    <a:pt x="3994680" y="7146452"/>
                    <a:pt x="2083826" y="7158707"/>
                    <a:pt x="897685" y="5987694"/>
                  </a:cubicBezTo>
                  <a:cubicBezTo>
                    <a:pt x="-288456" y="4816679"/>
                    <a:pt x="-300711" y="2905838"/>
                    <a:pt x="870313" y="1719705"/>
                  </a:cubicBezTo>
                  <a:close/>
                  <a:moveTo>
                    <a:pt x="2271360" y="0"/>
                  </a:moveTo>
                  <a:lnTo>
                    <a:pt x="3764648" y="0"/>
                  </a:lnTo>
                  <a:lnTo>
                    <a:pt x="3764648" y="439061"/>
                  </a:lnTo>
                  <a:lnTo>
                    <a:pt x="3237537" y="439061"/>
                  </a:lnTo>
                  <a:lnTo>
                    <a:pt x="3237537" y="831661"/>
                  </a:lnTo>
                  <a:lnTo>
                    <a:pt x="3346627" y="839842"/>
                  </a:lnTo>
                  <a:cubicBezTo>
                    <a:pt x="3819614" y="891337"/>
                    <a:pt x="4282895" y="1054425"/>
                    <a:pt x="4693833" y="1329379"/>
                  </a:cubicBezTo>
                  <a:lnTo>
                    <a:pt x="4753850" y="1378381"/>
                  </a:lnTo>
                  <a:lnTo>
                    <a:pt x="4448400" y="1683822"/>
                  </a:lnTo>
                  <a:lnTo>
                    <a:pt x="4034694" y="1459658"/>
                  </a:lnTo>
                  <a:cubicBezTo>
                    <a:pt x="3163303" y="1087772"/>
                    <a:pt x="2130207" y="1216524"/>
                    <a:pt x="1371926" y="1843125"/>
                  </a:cubicBezTo>
                  <a:lnTo>
                    <a:pt x="1176541" y="2022009"/>
                  </a:lnTo>
                  <a:lnTo>
                    <a:pt x="870318" y="1719697"/>
                  </a:lnTo>
                  <a:lnTo>
                    <a:pt x="1098195" y="1511053"/>
                  </a:lnTo>
                  <a:cubicBezTo>
                    <a:pt x="1540383" y="1145660"/>
                    <a:pt x="2062701" y="925416"/>
                    <a:pt x="2601506" y="850741"/>
                  </a:cubicBezTo>
                  <a:lnTo>
                    <a:pt x="2798472" y="832387"/>
                  </a:lnTo>
                  <a:lnTo>
                    <a:pt x="2798472" y="439061"/>
                  </a:lnTo>
                  <a:lnTo>
                    <a:pt x="2271360" y="43906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31" name="Freeform: Shape 1130">
              <a:extLst>
                <a:ext uri="{FF2B5EF4-FFF2-40B4-BE49-F238E27FC236}">
                  <a16:creationId xmlns:a16="http://schemas.microsoft.com/office/drawing/2014/main" id="{747FC6A2-4601-0291-B82C-C1A3D339668D}"/>
                </a:ext>
                <a:ext uri="{C183D7F6-B498-43B3-948B-1728B52AA6E4}">
                  <adec:decorative xmlns:adec="http://schemas.microsoft.com/office/drawing/2017/decorative" val="1"/>
                </a:ext>
              </a:extLst>
            </p:cNvPr>
            <p:cNvSpPr/>
            <p:nvPr/>
          </p:nvSpPr>
          <p:spPr>
            <a:xfrm>
              <a:off x="10395978" y="1612100"/>
              <a:ext cx="298363" cy="130586"/>
            </a:xfrm>
            <a:custGeom>
              <a:avLst/>
              <a:gdLst>
                <a:gd name="connsiteX0" fmla="*/ 2010308 w 4475447"/>
                <a:gd name="connsiteY0" fmla="*/ 732708 h 1958786"/>
                <a:gd name="connsiteX1" fmla="*/ 2553393 w 4475447"/>
                <a:gd name="connsiteY1" fmla="*/ 799814 h 1958786"/>
                <a:gd name="connsiteX2" fmla="*/ 2877980 w 4475447"/>
                <a:gd name="connsiteY2" fmla="*/ 935521 h 1958786"/>
                <a:gd name="connsiteX3" fmla="*/ 2681717 w 4475447"/>
                <a:gd name="connsiteY3" fmla="*/ 1131783 h 1958786"/>
                <a:gd name="connsiteX4" fmla="*/ 2480517 w 4475447"/>
                <a:gd name="connsiteY4" fmla="*/ 1047664 h 1958786"/>
                <a:gd name="connsiteX5" fmla="*/ 1563016 w 4475447"/>
                <a:gd name="connsiteY5" fmla="*/ 1085759 h 1958786"/>
                <a:gd name="connsiteX6" fmla="*/ 725914 w 4475447"/>
                <a:gd name="connsiteY6" fmla="*/ 1958786 h 1958786"/>
                <a:gd name="connsiteX7" fmla="*/ 481253 w 4475447"/>
                <a:gd name="connsiteY7" fmla="*/ 1875824 h 1958786"/>
                <a:gd name="connsiteX8" fmla="*/ 1469848 w 4475447"/>
                <a:gd name="connsiteY8" fmla="*/ 844802 h 1958786"/>
                <a:gd name="connsiteX9" fmla="*/ 2010308 w 4475447"/>
                <a:gd name="connsiteY9" fmla="*/ 732708 h 1958786"/>
                <a:gd name="connsiteX10" fmla="*/ 2082147 w 4475447"/>
                <a:gd name="connsiteY10" fmla="*/ 223176 h 1958786"/>
                <a:gd name="connsiteX11" fmla="*/ 3037198 w 4475447"/>
                <a:gd name="connsiteY11" fmla="*/ 444025 h 1958786"/>
                <a:gd name="connsiteX12" fmla="*/ 3250317 w 4475447"/>
                <a:gd name="connsiteY12" fmla="*/ 563186 h 1958786"/>
                <a:gd name="connsiteX13" fmla="*/ 3069748 w 4475447"/>
                <a:gd name="connsiteY13" fmla="*/ 743756 h 1958786"/>
                <a:gd name="connsiteX14" fmla="*/ 2929574 w 4475447"/>
                <a:gd name="connsiteY14" fmla="*/ 665379 h 1958786"/>
                <a:gd name="connsiteX15" fmla="*/ 1431089 w 4475447"/>
                <a:gd name="connsiteY15" fmla="*/ 579805 h 1958786"/>
                <a:gd name="connsiteX16" fmla="*/ 233089 w 4475447"/>
                <a:gd name="connsiteY16" fmla="*/ 1791672 h 1958786"/>
                <a:gd name="connsiteX17" fmla="*/ 0 w 4475447"/>
                <a:gd name="connsiteY17" fmla="*/ 1712632 h 1958786"/>
                <a:gd name="connsiteX18" fmla="*/ 1349372 w 4475447"/>
                <a:gd name="connsiteY18" fmla="*/ 347640 h 1958786"/>
                <a:gd name="connsiteX19" fmla="*/ 2082147 w 4475447"/>
                <a:gd name="connsiteY19" fmla="*/ 223176 h 1958786"/>
                <a:gd name="connsiteX20" fmla="*/ 4011311 w 4475447"/>
                <a:gd name="connsiteY20" fmla="*/ 0 h 1958786"/>
                <a:gd name="connsiteX21" fmla="*/ 4475447 w 4475447"/>
                <a:gd name="connsiteY21" fmla="*/ 464136 h 1958786"/>
                <a:gd name="connsiteX22" fmla="*/ 4011305 w 4475447"/>
                <a:gd name="connsiteY22" fmla="*/ 928278 h 1958786"/>
                <a:gd name="connsiteX23" fmla="*/ 3547169 w 4475447"/>
                <a:gd name="connsiteY23" fmla="*/ 464142 h 1958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75447" h="1958786">
                  <a:moveTo>
                    <a:pt x="2010308" y="732708"/>
                  </a:moveTo>
                  <a:cubicBezTo>
                    <a:pt x="2193374" y="725377"/>
                    <a:pt x="2376878" y="747916"/>
                    <a:pt x="2553393" y="799814"/>
                  </a:cubicBezTo>
                  <a:lnTo>
                    <a:pt x="2877980" y="935521"/>
                  </a:lnTo>
                  <a:lnTo>
                    <a:pt x="2681717" y="1131783"/>
                  </a:lnTo>
                  <a:lnTo>
                    <a:pt x="2480517" y="1047664"/>
                  </a:lnTo>
                  <a:cubicBezTo>
                    <a:pt x="2181586" y="959778"/>
                    <a:pt x="1858983" y="971326"/>
                    <a:pt x="1563016" y="1085759"/>
                  </a:cubicBezTo>
                  <a:cubicBezTo>
                    <a:pt x="1168394" y="1238340"/>
                    <a:pt x="861786" y="1558105"/>
                    <a:pt x="725914" y="1958786"/>
                  </a:cubicBezTo>
                  <a:lnTo>
                    <a:pt x="481253" y="1875824"/>
                  </a:lnTo>
                  <a:cubicBezTo>
                    <a:pt x="641714" y="1402631"/>
                    <a:pt x="1003811" y="1024995"/>
                    <a:pt x="1469848" y="844802"/>
                  </a:cubicBezTo>
                  <a:cubicBezTo>
                    <a:pt x="1644613" y="777230"/>
                    <a:pt x="1827241" y="740036"/>
                    <a:pt x="2010308" y="732708"/>
                  </a:cubicBezTo>
                  <a:close/>
                  <a:moveTo>
                    <a:pt x="2082147" y="223176"/>
                  </a:moveTo>
                  <a:cubicBezTo>
                    <a:pt x="2411005" y="223843"/>
                    <a:pt x="2737782" y="298426"/>
                    <a:pt x="3037198" y="444025"/>
                  </a:cubicBezTo>
                  <a:lnTo>
                    <a:pt x="3250317" y="563186"/>
                  </a:lnTo>
                  <a:lnTo>
                    <a:pt x="3069748" y="743756"/>
                  </a:lnTo>
                  <a:lnTo>
                    <a:pt x="2929574" y="665379"/>
                  </a:lnTo>
                  <a:cubicBezTo>
                    <a:pt x="2464378" y="439162"/>
                    <a:pt x="1924780" y="406036"/>
                    <a:pt x="1431089" y="579805"/>
                  </a:cubicBezTo>
                  <a:cubicBezTo>
                    <a:pt x="866872" y="778400"/>
                    <a:pt x="425177" y="1225207"/>
                    <a:pt x="233089" y="1791672"/>
                  </a:cubicBezTo>
                  <a:lnTo>
                    <a:pt x="0" y="1712632"/>
                  </a:lnTo>
                  <a:cubicBezTo>
                    <a:pt x="216357" y="1074593"/>
                    <a:pt x="713864" y="571328"/>
                    <a:pt x="1349372" y="347640"/>
                  </a:cubicBezTo>
                  <a:cubicBezTo>
                    <a:pt x="1587690" y="263758"/>
                    <a:pt x="1835501" y="222677"/>
                    <a:pt x="2082147" y="223176"/>
                  </a:cubicBezTo>
                  <a:close/>
                  <a:moveTo>
                    <a:pt x="4011311" y="0"/>
                  </a:moveTo>
                  <a:lnTo>
                    <a:pt x="4475447" y="464136"/>
                  </a:lnTo>
                  <a:lnTo>
                    <a:pt x="4011305" y="928278"/>
                  </a:lnTo>
                  <a:lnTo>
                    <a:pt x="3547169" y="46414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17" name="Group 916">
            <a:extLst>
              <a:ext uri="{FF2B5EF4-FFF2-40B4-BE49-F238E27FC236}">
                <a16:creationId xmlns:a16="http://schemas.microsoft.com/office/drawing/2014/main" id="{EDA54315-0FAC-520B-E70B-BA6E92B59FF8}"/>
              </a:ext>
              <a:ext uri="{C183D7F6-B498-43B3-948B-1728B52AA6E4}">
                <adec:decorative xmlns:adec="http://schemas.microsoft.com/office/drawing/2017/decorative" val="1"/>
              </a:ext>
            </a:extLst>
          </p:cNvPr>
          <p:cNvGrpSpPr>
            <a:grpSpLocks noChangeAspect="1"/>
          </p:cNvGrpSpPr>
          <p:nvPr/>
        </p:nvGrpSpPr>
        <p:grpSpPr>
          <a:xfrm>
            <a:off x="10921340" y="1517247"/>
            <a:ext cx="630898" cy="457200"/>
            <a:chOff x="10921340" y="1517247"/>
            <a:chExt cx="630898" cy="457200"/>
          </a:xfrm>
          <a:solidFill>
            <a:srgbClr val="FF0000"/>
          </a:solidFill>
        </p:grpSpPr>
        <p:sp>
          <p:nvSpPr>
            <p:cNvPr id="1152" name="Freeform: Shape 1151">
              <a:extLst>
                <a:ext uri="{FF2B5EF4-FFF2-40B4-BE49-F238E27FC236}">
                  <a16:creationId xmlns:a16="http://schemas.microsoft.com/office/drawing/2014/main" id="{5AF07F9F-7870-372B-5F9E-5787E1230932}"/>
                </a:ext>
                <a:ext uri="{C183D7F6-B498-43B3-948B-1728B52AA6E4}">
                  <adec:decorative xmlns:adec="http://schemas.microsoft.com/office/drawing/2017/decorative" val="1"/>
                </a:ext>
              </a:extLst>
            </p:cNvPr>
            <p:cNvSpPr/>
            <p:nvPr/>
          </p:nvSpPr>
          <p:spPr>
            <a:xfrm>
              <a:off x="11095039" y="1517247"/>
              <a:ext cx="457199" cy="457200"/>
            </a:xfrm>
            <a:custGeom>
              <a:avLst/>
              <a:gdLst>
                <a:gd name="connsiteX0" fmla="*/ 1729959 w 6857979"/>
                <a:gd name="connsiteY0" fmla="*/ 5027486 h 6858000"/>
                <a:gd name="connsiteX1" fmla="*/ 3451133 w 6857979"/>
                <a:gd name="connsiteY1" fmla="*/ 5790480 h 6858000"/>
                <a:gd name="connsiteX2" fmla="*/ 3451133 w 6857979"/>
                <a:gd name="connsiteY2" fmla="*/ 6027069 h 6858000"/>
                <a:gd name="connsiteX3" fmla="*/ 1558435 w 6857979"/>
                <a:gd name="connsiteY3" fmla="*/ 5187180 h 6858000"/>
                <a:gd name="connsiteX4" fmla="*/ 1262699 w 6857979"/>
                <a:gd name="connsiteY4" fmla="*/ 4282231 h 6858000"/>
                <a:gd name="connsiteX5" fmla="*/ 1599839 w 6857979"/>
                <a:gd name="connsiteY5" fmla="*/ 4873700 h 6858000"/>
                <a:gd name="connsiteX6" fmla="*/ 1404654 w 6857979"/>
                <a:gd name="connsiteY6" fmla="*/ 5015651 h 6858000"/>
                <a:gd name="connsiteX7" fmla="*/ 1043858 w 6857979"/>
                <a:gd name="connsiteY7" fmla="*/ 4370952 h 6858000"/>
                <a:gd name="connsiteX8" fmla="*/ 3427479 w 6857979"/>
                <a:gd name="connsiteY8" fmla="*/ 3081556 h 6858000"/>
                <a:gd name="connsiteX9" fmla="*/ 3078513 w 6857979"/>
                <a:gd name="connsiteY9" fmla="*/ 3430521 h 6858000"/>
                <a:gd name="connsiteX10" fmla="*/ 3427479 w 6857979"/>
                <a:gd name="connsiteY10" fmla="*/ 3779487 h 6858000"/>
                <a:gd name="connsiteX11" fmla="*/ 3776441 w 6857979"/>
                <a:gd name="connsiteY11" fmla="*/ 3436434 h 6858000"/>
                <a:gd name="connsiteX12" fmla="*/ 3776441 w 6857979"/>
                <a:gd name="connsiteY12" fmla="*/ 3430521 h 6858000"/>
                <a:gd name="connsiteX13" fmla="*/ 3427479 w 6857979"/>
                <a:gd name="connsiteY13" fmla="*/ 3081556 h 6858000"/>
                <a:gd name="connsiteX14" fmla="*/ 5030355 w 6857979"/>
                <a:gd name="connsiteY14" fmla="*/ 1472762 h 6858000"/>
                <a:gd name="connsiteX15" fmla="*/ 5207797 w 6857979"/>
                <a:gd name="connsiteY15" fmla="*/ 1650204 h 6858000"/>
                <a:gd name="connsiteX16" fmla="*/ 5379321 w 6857979"/>
                <a:gd name="connsiteY16" fmla="*/ 1821729 h 6858000"/>
                <a:gd name="connsiteX17" fmla="*/ 3977543 w 6857979"/>
                <a:gd name="connsiteY17" fmla="*/ 3223506 h 6858000"/>
                <a:gd name="connsiteX18" fmla="*/ 4013030 w 6857979"/>
                <a:gd name="connsiteY18" fmla="*/ 3424604 h 6858000"/>
                <a:gd name="connsiteX19" fmla="*/ 3427479 w 6857979"/>
                <a:gd name="connsiteY19" fmla="*/ 4010159 h 6858000"/>
                <a:gd name="connsiteX20" fmla="*/ 2841924 w 6857979"/>
                <a:gd name="connsiteY20" fmla="*/ 3424604 h 6858000"/>
                <a:gd name="connsiteX21" fmla="*/ 3427479 w 6857979"/>
                <a:gd name="connsiteY21" fmla="*/ 2839053 h 6858000"/>
                <a:gd name="connsiteX22" fmla="*/ 3628577 w 6857979"/>
                <a:gd name="connsiteY22" fmla="*/ 2874540 h 6858000"/>
                <a:gd name="connsiteX23" fmla="*/ 3428990 w 6857979"/>
                <a:gd name="connsiteY23" fmla="*/ 0 h 6858000"/>
                <a:gd name="connsiteX24" fmla="*/ 5346172 w 6857979"/>
                <a:gd name="connsiteY24" fmla="*/ 585623 h 6858000"/>
                <a:gd name="connsiteX25" fmla="*/ 5410048 w 6857979"/>
                <a:gd name="connsiteY25" fmla="*/ 638322 h 6858000"/>
                <a:gd name="connsiteX26" fmla="*/ 5072749 w 6857979"/>
                <a:gd name="connsiteY26" fmla="*/ 975610 h 6858000"/>
                <a:gd name="connsiteX27" fmla="*/ 4578698 w 6857979"/>
                <a:gd name="connsiteY27" fmla="*/ 707453 h 6858000"/>
                <a:gd name="connsiteX28" fmla="*/ 3428990 w 6857979"/>
                <a:gd name="connsiteY28" fmla="*/ 475336 h 6858000"/>
                <a:gd name="connsiteX29" fmla="*/ 475325 w 6857979"/>
                <a:gd name="connsiteY29" fmla="*/ 3429000 h 6858000"/>
                <a:gd name="connsiteX30" fmla="*/ 3428990 w 6857979"/>
                <a:gd name="connsiteY30" fmla="*/ 6382665 h 6858000"/>
                <a:gd name="connsiteX31" fmla="*/ 6382654 w 6857979"/>
                <a:gd name="connsiteY31" fmla="*/ 3429000 h 6858000"/>
                <a:gd name="connsiteX32" fmla="*/ 6150548 w 6857979"/>
                <a:gd name="connsiteY32" fmla="*/ 2279303 h 6858000"/>
                <a:gd name="connsiteX33" fmla="*/ 5888593 w 6857979"/>
                <a:gd name="connsiteY33" fmla="*/ 1796688 h 6858000"/>
                <a:gd name="connsiteX34" fmla="*/ 6227647 w 6857979"/>
                <a:gd name="connsiteY34" fmla="*/ 1457622 h 6858000"/>
                <a:gd name="connsiteX35" fmla="*/ 6272367 w 6857979"/>
                <a:gd name="connsiteY35" fmla="*/ 1511818 h 6858000"/>
                <a:gd name="connsiteX36" fmla="*/ 6857979 w 6857979"/>
                <a:gd name="connsiteY36" fmla="*/ 3429000 h 6858000"/>
                <a:gd name="connsiteX37" fmla="*/ 3428990 w 6857979"/>
                <a:gd name="connsiteY37" fmla="*/ 6858000 h 6858000"/>
                <a:gd name="connsiteX38" fmla="*/ 0 w 6857979"/>
                <a:gd name="connsiteY38" fmla="*/ 3429000 h 6858000"/>
                <a:gd name="connsiteX39" fmla="*/ 3428990 w 6857979"/>
                <a:gd name="connsiteY3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857979" h="6858000">
                  <a:moveTo>
                    <a:pt x="1729959" y="5027486"/>
                  </a:moveTo>
                  <a:cubicBezTo>
                    <a:pt x="2161733" y="5494747"/>
                    <a:pt x="2770944" y="5790480"/>
                    <a:pt x="3451133" y="5790480"/>
                  </a:cubicBezTo>
                  <a:lnTo>
                    <a:pt x="3451133" y="6027069"/>
                  </a:lnTo>
                  <a:cubicBezTo>
                    <a:pt x="2705884" y="6021151"/>
                    <a:pt x="2031608" y="5695846"/>
                    <a:pt x="1558435" y="5187180"/>
                  </a:cubicBezTo>
                  <a:close/>
                  <a:moveTo>
                    <a:pt x="1262699" y="4282231"/>
                  </a:moveTo>
                  <a:cubicBezTo>
                    <a:pt x="1345507" y="4495160"/>
                    <a:pt x="1463802" y="4696258"/>
                    <a:pt x="1599839" y="4873700"/>
                  </a:cubicBezTo>
                  <a:lnTo>
                    <a:pt x="1404654" y="5015651"/>
                  </a:lnTo>
                  <a:cubicBezTo>
                    <a:pt x="1256786" y="4820466"/>
                    <a:pt x="1132579" y="4601624"/>
                    <a:pt x="1043858" y="4370952"/>
                  </a:cubicBezTo>
                  <a:close/>
                  <a:moveTo>
                    <a:pt x="3427479" y="3081556"/>
                  </a:moveTo>
                  <a:cubicBezTo>
                    <a:pt x="3238207" y="3081556"/>
                    <a:pt x="3078513" y="3241250"/>
                    <a:pt x="3078513" y="3430521"/>
                  </a:cubicBezTo>
                  <a:cubicBezTo>
                    <a:pt x="3078513" y="3619789"/>
                    <a:pt x="3232294" y="3779487"/>
                    <a:pt x="3427479" y="3779487"/>
                  </a:cubicBezTo>
                  <a:cubicBezTo>
                    <a:pt x="3622660" y="3779487"/>
                    <a:pt x="3782358" y="3619789"/>
                    <a:pt x="3776441" y="3436434"/>
                  </a:cubicBezTo>
                  <a:cubicBezTo>
                    <a:pt x="3776441" y="3430521"/>
                    <a:pt x="3776441" y="3430521"/>
                    <a:pt x="3776441" y="3430521"/>
                  </a:cubicBezTo>
                  <a:cubicBezTo>
                    <a:pt x="3776441" y="3235337"/>
                    <a:pt x="3616747" y="3081556"/>
                    <a:pt x="3427479" y="3081556"/>
                  </a:cubicBezTo>
                  <a:close/>
                  <a:moveTo>
                    <a:pt x="5030355" y="1472762"/>
                  </a:moveTo>
                  <a:lnTo>
                    <a:pt x="5207797" y="1650204"/>
                  </a:lnTo>
                  <a:lnTo>
                    <a:pt x="5379321" y="1821729"/>
                  </a:lnTo>
                  <a:lnTo>
                    <a:pt x="3977543" y="3223506"/>
                  </a:lnTo>
                  <a:cubicBezTo>
                    <a:pt x="4001200" y="3282653"/>
                    <a:pt x="4013030" y="3353631"/>
                    <a:pt x="4013030" y="3424604"/>
                  </a:cubicBezTo>
                  <a:cubicBezTo>
                    <a:pt x="4013030" y="3743996"/>
                    <a:pt x="3752785" y="4010159"/>
                    <a:pt x="3427479" y="4010159"/>
                  </a:cubicBezTo>
                  <a:cubicBezTo>
                    <a:pt x="3108087" y="4010159"/>
                    <a:pt x="2841924" y="3743996"/>
                    <a:pt x="2841924" y="3424604"/>
                  </a:cubicBezTo>
                  <a:cubicBezTo>
                    <a:pt x="2841924" y="3105212"/>
                    <a:pt x="3102169" y="2839053"/>
                    <a:pt x="3427479" y="2839053"/>
                  </a:cubicBezTo>
                  <a:cubicBezTo>
                    <a:pt x="3498452" y="2839053"/>
                    <a:pt x="3563513" y="2850884"/>
                    <a:pt x="3628577" y="2874540"/>
                  </a:cubicBezTo>
                  <a:close/>
                  <a:moveTo>
                    <a:pt x="3428990" y="0"/>
                  </a:moveTo>
                  <a:cubicBezTo>
                    <a:pt x="4139156" y="0"/>
                    <a:pt x="4798905" y="215890"/>
                    <a:pt x="5346172" y="585623"/>
                  </a:cubicBezTo>
                  <a:lnTo>
                    <a:pt x="5410048" y="638322"/>
                  </a:lnTo>
                  <a:lnTo>
                    <a:pt x="5072749" y="975610"/>
                  </a:lnTo>
                  <a:lnTo>
                    <a:pt x="4578698" y="707453"/>
                  </a:lnTo>
                  <a:cubicBezTo>
                    <a:pt x="4225322" y="557992"/>
                    <a:pt x="3836809" y="475336"/>
                    <a:pt x="3428990" y="475336"/>
                  </a:cubicBezTo>
                  <a:cubicBezTo>
                    <a:pt x="1797721" y="475336"/>
                    <a:pt x="475325" y="1797732"/>
                    <a:pt x="475325" y="3429000"/>
                  </a:cubicBezTo>
                  <a:cubicBezTo>
                    <a:pt x="475325" y="5060268"/>
                    <a:pt x="1797721" y="6382665"/>
                    <a:pt x="3428990" y="6382665"/>
                  </a:cubicBezTo>
                  <a:cubicBezTo>
                    <a:pt x="5060257" y="6382665"/>
                    <a:pt x="6382654" y="5060268"/>
                    <a:pt x="6382654" y="3429000"/>
                  </a:cubicBezTo>
                  <a:cubicBezTo>
                    <a:pt x="6382654" y="3021180"/>
                    <a:pt x="6300009" y="2632668"/>
                    <a:pt x="6150548" y="2279303"/>
                  </a:cubicBezTo>
                  <a:lnTo>
                    <a:pt x="5888593" y="1796688"/>
                  </a:lnTo>
                  <a:lnTo>
                    <a:pt x="6227647" y="1457622"/>
                  </a:lnTo>
                  <a:lnTo>
                    <a:pt x="6272367" y="1511818"/>
                  </a:lnTo>
                  <a:cubicBezTo>
                    <a:pt x="6642089" y="2059085"/>
                    <a:pt x="6857979" y="2718834"/>
                    <a:pt x="6857979" y="3429000"/>
                  </a:cubicBezTo>
                  <a:cubicBezTo>
                    <a:pt x="6857979" y="5322783"/>
                    <a:pt x="5322773" y="6858000"/>
                    <a:pt x="3428990" y="6858000"/>
                  </a:cubicBezTo>
                  <a:cubicBezTo>
                    <a:pt x="1535206" y="6858000"/>
                    <a:pt x="0" y="5322783"/>
                    <a:pt x="0" y="3429000"/>
                  </a:cubicBezTo>
                  <a:cubicBezTo>
                    <a:pt x="0" y="1535217"/>
                    <a:pt x="1535206" y="0"/>
                    <a:pt x="3428990" y="0"/>
                  </a:cubicBezTo>
                  <a:close/>
                </a:path>
              </a:pathLst>
            </a:custGeom>
            <a:solidFill>
              <a:schemeClr val="accent2"/>
            </a:solidFill>
            <a:ln w="12601" cap="flat">
              <a:noFill/>
              <a:prstDash val="solid"/>
              <a:miter/>
            </a:ln>
          </p:spPr>
          <p:txBody>
            <a:bodyPr wrap="square" rtlCol="0" anchor="ctr">
              <a:noAutofit/>
            </a:bodyPr>
            <a:lstStyle/>
            <a:p>
              <a:endParaRPr lang="en-US"/>
            </a:p>
          </p:txBody>
        </p:sp>
        <p:sp>
          <p:nvSpPr>
            <p:cNvPr id="1153" name="Freeform: Shape 1152">
              <a:extLst>
                <a:ext uri="{FF2B5EF4-FFF2-40B4-BE49-F238E27FC236}">
                  <a16:creationId xmlns:a16="http://schemas.microsoft.com/office/drawing/2014/main" id="{17C3758C-9C70-6105-CEDB-5EB7764F8506}"/>
                </a:ext>
                <a:ext uri="{C183D7F6-B498-43B3-948B-1728B52AA6E4}">
                  <adec:decorative xmlns:adec="http://schemas.microsoft.com/office/drawing/2017/decorative" val="1"/>
                </a:ext>
              </a:extLst>
            </p:cNvPr>
            <p:cNvSpPr/>
            <p:nvPr/>
          </p:nvSpPr>
          <p:spPr>
            <a:xfrm>
              <a:off x="10921340" y="1562875"/>
              <a:ext cx="585859" cy="301366"/>
            </a:xfrm>
            <a:custGeom>
              <a:avLst/>
              <a:gdLst>
                <a:gd name="connsiteX0" fmla="*/ 585554 w 8787889"/>
                <a:gd name="connsiteY0" fmla="*/ 4047320 h 4520494"/>
                <a:gd name="connsiteX1" fmla="*/ 2537392 w 8787889"/>
                <a:gd name="connsiteY1" fmla="*/ 4047320 h 4520494"/>
                <a:gd name="connsiteX2" fmla="*/ 2750320 w 8787889"/>
                <a:gd name="connsiteY2" fmla="*/ 4520494 h 4520494"/>
                <a:gd name="connsiteX3" fmla="*/ 674275 w 8787889"/>
                <a:gd name="connsiteY3" fmla="*/ 4520494 h 4520494"/>
                <a:gd name="connsiteX4" fmla="*/ 1046896 w 8787889"/>
                <a:gd name="connsiteY4" fmla="*/ 3278410 h 4520494"/>
                <a:gd name="connsiteX5" fmla="*/ 2342207 w 8787889"/>
                <a:gd name="connsiteY5" fmla="*/ 3278410 h 4520494"/>
                <a:gd name="connsiteX6" fmla="*/ 2442758 w 8787889"/>
                <a:gd name="connsiteY6" fmla="*/ 3751584 h 4520494"/>
                <a:gd name="connsiteX7" fmla="*/ 1135617 w 8787889"/>
                <a:gd name="connsiteY7" fmla="*/ 3751584 h 4520494"/>
                <a:gd name="connsiteX8" fmla="*/ 289818 w 8787889"/>
                <a:gd name="connsiteY8" fmla="*/ 2509504 h 4520494"/>
                <a:gd name="connsiteX9" fmla="*/ 2312634 w 8787889"/>
                <a:gd name="connsiteY9" fmla="*/ 2509504 h 4520494"/>
                <a:gd name="connsiteX10" fmla="*/ 2306721 w 8787889"/>
                <a:gd name="connsiteY10" fmla="*/ 2746093 h 4520494"/>
                <a:gd name="connsiteX11" fmla="*/ 2312634 w 8787889"/>
                <a:gd name="connsiteY11" fmla="*/ 2982678 h 4520494"/>
                <a:gd name="connsiteX12" fmla="*/ 378539 w 8787889"/>
                <a:gd name="connsiteY12" fmla="*/ 2982678 h 4520494"/>
                <a:gd name="connsiteX13" fmla="*/ 733422 w 8787889"/>
                <a:gd name="connsiteY13" fmla="*/ 1740594 h 4520494"/>
                <a:gd name="connsiteX14" fmla="*/ 2442758 w 8787889"/>
                <a:gd name="connsiteY14" fmla="*/ 1740594 h 4520494"/>
                <a:gd name="connsiteX15" fmla="*/ 2342212 w 8787889"/>
                <a:gd name="connsiteY15" fmla="*/ 2213768 h 4520494"/>
                <a:gd name="connsiteX16" fmla="*/ 822143 w 8787889"/>
                <a:gd name="connsiteY16" fmla="*/ 2213768 h 4520494"/>
                <a:gd name="connsiteX17" fmla="*/ 0 w 8787889"/>
                <a:gd name="connsiteY17" fmla="*/ 971688 h 4520494"/>
                <a:gd name="connsiteX18" fmla="*/ 2756233 w 8787889"/>
                <a:gd name="connsiteY18" fmla="*/ 971688 h 4520494"/>
                <a:gd name="connsiteX19" fmla="*/ 2537392 w 8787889"/>
                <a:gd name="connsiteY19" fmla="*/ 1444862 h 4520494"/>
                <a:gd name="connsiteX20" fmla="*/ 88721 w 8787889"/>
                <a:gd name="connsiteY20" fmla="*/ 1444862 h 4520494"/>
                <a:gd name="connsiteX21" fmla="*/ 6032964 w 8787889"/>
                <a:gd name="connsiteY21" fmla="*/ 859313 h 4520494"/>
                <a:gd name="connsiteX22" fmla="*/ 6955655 w 8787889"/>
                <a:gd name="connsiteY22" fmla="*/ 1101815 h 4520494"/>
                <a:gd name="connsiteX23" fmla="*/ 6784126 w 8787889"/>
                <a:gd name="connsiteY23" fmla="*/ 1273340 h 4520494"/>
                <a:gd name="connsiteX24" fmla="*/ 6032964 w 8787889"/>
                <a:gd name="connsiteY24" fmla="*/ 1089985 h 4520494"/>
                <a:gd name="connsiteX25" fmla="*/ 4465575 w 8787889"/>
                <a:gd name="connsiteY25" fmla="*/ 2213776 h 4520494"/>
                <a:gd name="connsiteX26" fmla="*/ 4240816 w 8787889"/>
                <a:gd name="connsiteY26" fmla="*/ 2136886 h 4520494"/>
                <a:gd name="connsiteX27" fmla="*/ 6032964 w 8787889"/>
                <a:gd name="connsiteY27" fmla="*/ 859313 h 4520494"/>
                <a:gd name="connsiteX28" fmla="*/ 6032968 w 8787889"/>
                <a:gd name="connsiteY28" fmla="*/ 261931 h 4520494"/>
                <a:gd name="connsiteX29" fmla="*/ 7387429 w 8787889"/>
                <a:gd name="connsiteY29" fmla="*/ 664128 h 4520494"/>
                <a:gd name="connsiteX30" fmla="*/ 7215900 w 8787889"/>
                <a:gd name="connsiteY30" fmla="*/ 835657 h 4520494"/>
                <a:gd name="connsiteX31" fmla="*/ 6032968 w 8787889"/>
                <a:gd name="connsiteY31" fmla="*/ 498521 h 4520494"/>
                <a:gd name="connsiteX32" fmla="*/ 3909598 w 8787889"/>
                <a:gd name="connsiteY32" fmla="*/ 2018596 h 4520494"/>
                <a:gd name="connsiteX33" fmla="*/ 3684839 w 8787889"/>
                <a:gd name="connsiteY33" fmla="*/ 1941701 h 4520494"/>
                <a:gd name="connsiteX34" fmla="*/ 6032968 w 8787889"/>
                <a:gd name="connsiteY34" fmla="*/ 261931 h 4520494"/>
                <a:gd name="connsiteX35" fmla="*/ 8281832 w 8787889"/>
                <a:gd name="connsiteY35" fmla="*/ 0 h 4520494"/>
                <a:gd name="connsiteX36" fmla="*/ 8787889 w 8787889"/>
                <a:gd name="connsiteY36" fmla="*/ 506058 h 4520494"/>
                <a:gd name="connsiteX37" fmla="*/ 8281832 w 8787889"/>
                <a:gd name="connsiteY37" fmla="*/ 1012115 h 4520494"/>
                <a:gd name="connsiteX38" fmla="*/ 7775774 w 8787889"/>
                <a:gd name="connsiteY38" fmla="*/ 506058 h 452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87889" h="4520494">
                  <a:moveTo>
                    <a:pt x="585554" y="4047320"/>
                  </a:moveTo>
                  <a:lnTo>
                    <a:pt x="2537392" y="4047320"/>
                  </a:lnTo>
                  <a:cubicBezTo>
                    <a:pt x="2602457" y="4207014"/>
                    <a:pt x="2673429" y="4366713"/>
                    <a:pt x="2750320" y="4520494"/>
                  </a:cubicBezTo>
                  <a:lnTo>
                    <a:pt x="674275" y="4520494"/>
                  </a:lnTo>
                  <a:close/>
                  <a:moveTo>
                    <a:pt x="1046896" y="3278410"/>
                  </a:moveTo>
                  <a:lnTo>
                    <a:pt x="2342207" y="3278410"/>
                  </a:lnTo>
                  <a:cubicBezTo>
                    <a:pt x="2365868" y="3438104"/>
                    <a:pt x="2401354" y="3597803"/>
                    <a:pt x="2442758" y="3751584"/>
                  </a:cubicBezTo>
                  <a:lnTo>
                    <a:pt x="1135617" y="3751584"/>
                  </a:lnTo>
                  <a:close/>
                  <a:moveTo>
                    <a:pt x="289818" y="2509504"/>
                  </a:moveTo>
                  <a:lnTo>
                    <a:pt x="2312634" y="2509504"/>
                  </a:lnTo>
                  <a:cubicBezTo>
                    <a:pt x="2312634" y="2586395"/>
                    <a:pt x="2306721" y="2669198"/>
                    <a:pt x="2306721" y="2746093"/>
                  </a:cubicBezTo>
                  <a:cubicBezTo>
                    <a:pt x="2306721" y="2822984"/>
                    <a:pt x="2306721" y="2899875"/>
                    <a:pt x="2312634" y="2982678"/>
                  </a:cubicBezTo>
                  <a:lnTo>
                    <a:pt x="378539" y="2982678"/>
                  </a:lnTo>
                  <a:close/>
                  <a:moveTo>
                    <a:pt x="733422" y="1740594"/>
                  </a:moveTo>
                  <a:lnTo>
                    <a:pt x="2442758" y="1740594"/>
                  </a:lnTo>
                  <a:cubicBezTo>
                    <a:pt x="2401359" y="1894375"/>
                    <a:pt x="2365868" y="2054074"/>
                    <a:pt x="2342212" y="2213768"/>
                  </a:cubicBezTo>
                  <a:lnTo>
                    <a:pt x="822143" y="2213768"/>
                  </a:lnTo>
                  <a:close/>
                  <a:moveTo>
                    <a:pt x="0" y="971688"/>
                  </a:moveTo>
                  <a:lnTo>
                    <a:pt x="2756233" y="971688"/>
                  </a:lnTo>
                  <a:cubicBezTo>
                    <a:pt x="2673429" y="1119557"/>
                    <a:pt x="2602452" y="1279251"/>
                    <a:pt x="2537392" y="1444862"/>
                  </a:cubicBezTo>
                  <a:lnTo>
                    <a:pt x="88721" y="1444862"/>
                  </a:lnTo>
                  <a:close/>
                  <a:moveTo>
                    <a:pt x="6032964" y="859313"/>
                  </a:moveTo>
                  <a:cubicBezTo>
                    <a:pt x="6364187" y="859313"/>
                    <a:pt x="6683579" y="948034"/>
                    <a:pt x="6955655" y="1101815"/>
                  </a:cubicBezTo>
                  <a:lnTo>
                    <a:pt x="6784126" y="1273340"/>
                  </a:lnTo>
                  <a:cubicBezTo>
                    <a:pt x="6559367" y="1155045"/>
                    <a:pt x="6305039" y="1089985"/>
                    <a:pt x="6032964" y="1089985"/>
                  </a:cubicBezTo>
                  <a:cubicBezTo>
                    <a:pt x="5305458" y="1089985"/>
                    <a:pt x="4690334" y="1563159"/>
                    <a:pt x="4465575" y="2213776"/>
                  </a:cubicBezTo>
                  <a:lnTo>
                    <a:pt x="4240816" y="2136886"/>
                  </a:lnTo>
                  <a:cubicBezTo>
                    <a:pt x="4501061" y="1397548"/>
                    <a:pt x="5204907" y="859313"/>
                    <a:pt x="6032964" y="859313"/>
                  </a:cubicBezTo>
                  <a:close/>
                  <a:moveTo>
                    <a:pt x="6032968" y="261931"/>
                  </a:moveTo>
                  <a:cubicBezTo>
                    <a:pt x="6529798" y="261931"/>
                    <a:pt x="6997059" y="409800"/>
                    <a:pt x="7387429" y="664128"/>
                  </a:cubicBezTo>
                  <a:lnTo>
                    <a:pt x="7215900" y="835657"/>
                  </a:lnTo>
                  <a:cubicBezTo>
                    <a:pt x="6872851" y="622728"/>
                    <a:pt x="6464738" y="498521"/>
                    <a:pt x="6032968" y="498521"/>
                  </a:cubicBezTo>
                  <a:cubicBezTo>
                    <a:pt x="5051130" y="498521"/>
                    <a:pt x="4211247" y="1137307"/>
                    <a:pt x="3909598" y="2018596"/>
                  </a:cubicBezTo>
                  <a:lnTo>
                    <a:pt x="3684839" y="1941701"/>
                  </a:lnTo>
                  <a:cubicBezTo>
                    <a:pt x="4021975" y="965778"/>
                    <a:pt x="4944666" y="261931"/>
                    <a:pt x="6032968" y="261931"/>
                  </a:cubicBezTo>
                  <a:close/>
                  <a:moveTo>
                    <a:pt x="8281832" y="0"/>
                  </a:moveTo>
                  <a:lnTo>
                    <a:pt x="8787889" y="506058"/>
                  </a:lnTo>
                  <a:lnTo>
                    <a:pt x="8281832" y="1012115"/>
                  </a:lnTo>
                  <a:lnTo>
                    <a:pt x="7775774" y="506058"/>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910" name="Group 909">
            <a:extLst>
              <a:ext uri="{FF2B5EF4-FFF2-40B4-BE49-F238E27FC236}">
                <a16:creationId xmlns:a16="http://schemas.microsoft.com/office/drawing/2014/main" id="{A0A8AE5C-5B21-5FE8-F7A8-57CDD30C58AA}"/>
              </a:ext>
              <a:ext uri="{C183D7F6-B498-43B3-948B-1728B52AA6E4}">
                <adec:decorative xmlns:adec="http://schemas.microsoft.com/office/drawing/2017/decorative" val="1"/>
              </a:ext>
            </a:extLst>
          </p:cNvPr>
          <p:cNvGrpSpPr>
            <a:grpSpLocks noChangeAspect="1"/>
          </p:cNvGrpSpPr>
          <p:nvPr/>
        </p:nvGrpSpPr>
        <p:grpSpPr>
          <a:xfrm>
            <a:off x="2588988" y="2223703"/>
            <a:ext cx="342975" cy="457200"/>
            <a:chOff x="2588988" y="2223703"/>
            <a:chExt cx="342975" cy="457200"/>
          </a:xfrm>
          <a:solidFill>
            <a:srgbClr val="FF0000"/>
          </a:solidFill>
        </p:grpSpPr>
        <p:sp>
          <p:nvSpPr>
            <p:cNvPr id="1218" name="Freeform: Shape 1217">
              <a:extLst>
                <a:ext uri="{FF2B5EF4-FFF2-40B4-BE49-F238E27FC236}">
                  <a16:creationId xmlns:a16="http://schemas.microsoft.com/office/drawing/2014/main" id="{82FE9E3C-2D20-F029-D8E1-6B37E541EDCD}"/>
                </a:ext>
                <a:ext uri="{C183D7F6-B498-43B3-948B-1728B52AA6E4}">
                  <adec:decorative xmlns:adec="http://schemas.microsoft.com/office/drawing/2017/decorative" val="1"/>
                </a:ext>
              </a:extLst>
            </p:cNvPr>
            <p:cNvSpPr/>
            <p:nvPr/>
          </p:nvSpPr>
          <p:spPr>
            <a:xfrm>
              <a:off x="2588988" y="2223703"/>
              <a:ext cx="339555" cy="451044"/>
            </a:xfrm>
            <a:custGeom>
              <a:avLst/>
              <a:gdLst>
                <a:gd name="connsiteX0" fmla="*/ 0 w 531952"/>
                <a:gd name="connsiteY0" fmla="*/ 0 h 706613"/>
                <a:gd name="connsiteX1" fmla="*/ 1372 w 531952"/>
                <a:gd name="connsiteY1" fmla="*/ 0 h 706613"/>
                <a:gd name="connsiteX2" fmla="*/ 44962 w 531952"/>
                <a:gd name="connsiteY2" fmla="*/ 0 h 706613"/>
                <a:gd name="connsiteX3" fmla="*/ 83108 w 531952"/>
                <a:gd name="connsiteY3" fmla="*/ 0 h 706613"/>
                <a:gd name="connsiteX4" fmla="*/ 485619 w 531952"/>
                <a:gd name="connsiteY4" fmla="*/ 0 h 706613"/>
                <a:gd name="connsiteX5" fmla="*/ 486962 w 531952"/>
                <a:gd name="connsiteY5" fmla="*/ 556 h 706613"/>
                <a:gd name="connsiteX6" fmla="*/ 487890 w 531952"/>
                <a:gd name="connsiteY6" fmla="*/ 557 h 706613"/>
                <a:gd name="connsiteX7" fmla="*/ 531952 w 531952"/>
                <a:gd name="connsiteY7" fmla="*/ 44705 h 706613"/>
                <a:gd name="connsiteX8" fmla="*/ 531952 w 531952"/>
                <a:gd name="connsiteY8" fmla="*/ 620223 h 706613"/>
                <a:gd name="connsiteX9" fmla="*/ 485448 w 531952"/>
                <a:gd name="connsiteY9" fmla="*/ 620223 h 706613"/>
                <a:gd name="connsiteX10" fmla="*/ 485448 w 531952"/>
                <a:gd name="connsiteY10" fmla="*/ 44490 h 706613"/>
                <a:gd name="connsiteX11" fmla="*/ 118521 w 531952"/>
                <a:gd name="connsiteY11" fmla="*/ 44276 h 706613"/>
                <a:gd name="connsiteX12" fmla="*/ 44318 w 531952"/>
                <a:gd name="connsiteY12" fmla="*/ 44276 h 706613"/>
                <a:gd name="connsiteX13" fmla="*/ 44318 w 531952"/>
                <a:gd name="connsiteY13" fmla="*/ 662081 h 706613"/>
                <a:gd name="connsiteX14" fmla="*/ 441339 w 531952"/>
                <a:gd name="connsiteY14" fmla="*/ 662266 h 706613"/>
                <a:gd name="connsiteX15" fmla="*/ 441339 w 531952"/>
                <a:gd name="connsiteY15" fmla="*/ 706613 h 706613"/>
                <a:gd name="connsiteX16" fmla="*/ 44147 w 531952"/>
                <a:gd name="connsiteY16" fmla="*/ 706613 h 706613"/>
                <a:gd name="connsiteX17" fmla="*/ 0 w 531952"/>
                <a:gd name="connsiteY17" fmla="*/ 662466 h 706613"/>
                <a:gd name="connsiteX18" fmla="*/ 0 w 531952"/>
                <a:gd name="connsiteY18" fmla="*/ 21216 h 70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952" h="706613">
                  <a:moveTo>
                    <a:pt x="0" y="0"/>
                  </a:moveTo>
                  <a:lnTo>
                    <a:pt x="1372" y="0"/>
                  </a:lnTo>
                  <a:lnTo>
                    <a:pt x="44962" y="0"/>
                  </a:lnTo>
                  <a:lnTo>
                    <a:pt x="83108" y="0"/>
                  </a:lnTo>
                  <a:lnTo>
                    <a:pt x="485619" y="0"/>
                  </a:lnTo>
                  <a:lnTo>
                    <a:pt x="486962" y="556"/>
                  </a:lnTo>
                  <a:lnTo>
                    <a:pt x="487890" y="557"/>
                  </a:lnTo>
                  <a:cubicBezTo>
                    <a:pt x="512235" y="600"/>
                    <a:pt x="531952" y="20359"/>
                    <a:pt x="531952" y="44705"/>
                  </a:cubicBezTo>
                  <a:lnTo>
                    <a:pt x="531952" y="620223"/>
                  </a:lnTo>
                  <a:lnTo>
                    <a:pt x="485448" y="620223"/>
                  </a:lnTo>
                  <a:lnTo>
                    <a:pt x="485448" y="44490"/>
                  </a:lnTo>
                  <a:lnTo>
                    <a:pt x="118521" y="44276"/>
                  </a:lnTo>
                  <a:lnTo>
                    <a:pt x="44318" y="44276"/>
                  </a:lnTo>
                  <a:lnTo>
                    <a:pt x="44318" y="662081"/>
                  </a:lnTo>
                  <a:lnTo>
                    <a:pt x="441339" y="662266"/>
                  </a:lnTo>
                  <a:lnTo>
                    <a:pt x="441339" y="706613"/>
                  </a:lnTo>
                  <a:lnTo>
                    <a:pt x="44147" y="706613"/>
                  </a:lnTo>
                  <a:cubicBezTo>
                    <a:pt x="19759" y="706613"/>
                    <a:pt x="0" y="686854"/>
                    <a:pt x="0" y="662466"/>
                  </a:cubicBezTo>
                  <a:lnTo>
                    <a:pt x="0" y="21216"/>
                  </a:lnTo>
                  <a:close/>
                </a:path>
              </a:pathLst>
            </a:custGeom>
            <a:solidFill>
              <a:schemeClr val="accent2"/>
            </a:solidFill>
            <a:ln w="5507" cap="flat">
              <a:noFill/>
              <a:prstDash val="solid"/>
              <a:miter/>
            </a:ln>
          </p:spPr>
          <p:txBody>
            <a:bodyPr wrap="square" rtlCol="0" anchor="ctr">
              <a:noAutofit/>
            </a:bodyPr>
            <a:lstStyle/>
            <a:p>
              <a:endParaRPr lang="en-US"/>
            </a:p>
          </p:txBody>
        </p:sp>
        <p:sp>
          <p:nvSpPr>
            <p:cNvPr id="1308" name="Freeform: Shape 1307">
              <a:extLst>
                <a:ext uri="{FF2B5EF4-FFF2-40B4-BE49-F238E27FC236}">
                  <a16:creationId xmlns:a16="http://schemas.microsoft.com/office/drawing/2014/main" id="{D94A87CC-DEEC-5214-76E6-FD0A93A0FD22}"/>
                </a:ext>
                <a:ext uri="{C183D7F6-B498-43B3-948B-1728B52AA6E4}">
                  <adec:decorative xmlns:adec="http://schemas.microsoft.com/office/drawing/2017/decorative" val="1"/>
                </a:ext>
              </a:extLst>
            </p:cNvPr>
            <p:cNvSpPr/>
            <p:nvPr/>
          </p:nvSpPr>
          <p:spPr>
            <a:xfrm>
              <a:off x="2664691" y="2311964"/>
              <a:ext cx="267272" cy="368939"/>
            </a:xfrm>
            <a:custGeom>
              <a:avLst/>
              <a:gdLst>
                <a:gd name="connsiteX0" fmla="*/ 352920 w 418712"/>
                <a:gd name="connsiteY0" fmla="*/ 512151 h 577986"/>
                <a:gd name="connsiteX1" fmla="*/ 418712 w 418712"/>
                <a:gd name="connsiteY1" fmla="*/ 512151 h 577986"/>
                <a:gd name="connsiteX2" fmla="*/ 418712 w 418712"/>
                <a:gd name="connsiteY2" fmla="*/ 577986 h 577986"/>
                <a:gd name="connsiteX3" fmla="*/ 352920 w 418712"/>
                <a:gd name="connsiteY3" fmla="*/ 577986 h 577986"/>
                <a:gd name="connsiteX4" fmla="*/ 0 w 418712"/>
                <a:gd name="connsiteY4" fmla="*/ 246154 h 577986"/>
                <a:gd name="connsiteX5" fmla="*/ 48905 w 418712"/>
                <a:gd name="connsiteY5" fmla="*/ 246154 h 577986"/>
                <a:gd name="connsiteX6" fmla="*/ 48905 w 418712"/>
                <a:gd name="connsiteY6" fmla="*/ 490592 h 577986"/>
                <a:gd name="connsiteX7" fmla="*/ 0 w 418712"/>
                <a:gd name="connsiteY7" fmla="*/ 490592 h 577986"/>
                <a:gd name="connsiteX8" fmla="*/ 122584 w 418712"/>
                <a:gd name="connsiteY8" fmla="*/ 148387 h 577986"/>
                <a:gd name="connsiteX9" fmla="*/ 171703 w 418712"/>
                <a:gd name="connsiteY9" fmla="*/ 148387 h 577986"/>
                <a:gd name="connsiteX10" fmla="*/ 171703 w 418712"/>
                <a:gd name="connsiteY10" fmla="*/ 490592 h 577986"/>
                <a:gd name="connsiteX11" fmla="*/ 122584 w 418712"/>
                <a:gd name="connsiteY11" fmla="*/ 490592 h 577986"/>
                <a:gd name="connsiteX12" fmla="*/ 244438 w 418712"/>
                <a:gd name="connsiteY12" fmla="*/ 0 h 577986"/>
                <a:gd name="connsiteX13" fmla="*/ 293343 w 418712"/>
                <a:gd name="connsiteY13" fmla="*/ 0 h 577986"/>
                <a:gd name="connsiteX14" fmla="*/ 293343 w 418712"/>
                <a:gd name="connsiteY14" fmla="*/ 490592 h 577986"/>
                <a:gd name="connsiteX15" fmla="*/ 244438 w 418712"/>
                <a:gd name="connsiteY15" fmla="*/ 490592 h 57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8712" h="577986">
                  <a:moveTo>
                    <a:pt x="352920" y="512151"/>
                  </a:moveTo>
                  <a:lnTo>
                    <a:pt x="418712" y="512151"/>
                  </a:lnTo>
                  <a:lnTo>
                    <a:pt x="418712" y="577986"/>
                  </a:lnTo>
                  <a:lnTo>
                    <a:pt x="352920" y="577986"/>
                  </a:lnTo>
                  <a:close/>
                  <a:moveTo>
                    <a:pt x="0" y="246154"/>
                  </a:moveTo>
                  <a:lnTo>
                    <a:pt x="48905" y="246154"/>
                  </a:lnTo>
                  <a:lnTo>
                    <a:pt x="48905" y="490592"/>
                  </a:lnTo>
                  <a:lnTo>
                    <a:pt x="0" y="490592"/>
                  </a:lnTo>
                  <a:close/>
                  <a:moveTo>
                    <a:pt x="122584" y="148387"/>
                  </a:moveTo>
                  <a:lnTo>
                    <a:pt x="171703" y="148387"/>
                  </a:lnTo>
                  <a:lnTo>
                    <a:pt x="171703" y="490592"/>
                  </a:lnTo>
                  <a:lnTo>
                    <a:pt x="122584" y="490592"/>
                  </a:lnTo>
                  <a:close/>
                  <a:moveTo>
                    <a:pt x="244438" y="0"/>
                  </a:moveTo>
                  <a:lnTo>
                    <a:pt x="293343" y="0"/>
                  </a:lnTo>
                  <a:lnTo>
                    <a:pt x="293343" y="490592"/>
                  </a:lnTo>
                  <a:lnTo>
                    <a:pt x="244438" y="490592"/>
                  </a:lnTo>
                  <a:close/>
                </a:path>
              </a:pathLst>
            </a:custGeom>
            <a:solidFill>
              <a:schemeClr val="bg1"/>
            </a:solidFill>
            <a:ln w="5507" cap="flat">
              <a:noFill/>
              <a:prstDash val="solid"/>
              <a:miter/>
            </a:ln>
          </p:spPr>
          <p:txBody>
            <a:bodyPr wrap="square" rtlCol="0" anchor="ctr">
              <a:noAutofit/>
            </a:bodyPr>
            <a:lstStyle/>
            <a:p>
              <a:endParaRPr lang="en-US" dirty="0"/>
            </a:p>
          </p:txBody>
        </p:sp>
      </p:grpSp>
      <p:grpSp>
        <p:nvGrpSpPr>
          <p:cNvPr id="916" name="Group 915">
            <a:extLst>
              <a:ext uri="{FF2B5EF4-FFF2-40B4-BE49-F238E27FC236}">
                <a16:creationId xmlns:a16="http://schemas.microsoft.com/office/drawing/2014/main" id="{DEAB1B63-6B4B-EE47-07FE-CA43D0B60934}"/>
              </a:ext>
              <a:ext uri="{C183D7F6-B498-43B3-948B-1728B52AA6E4}">
                <adec:decorative xmlns:adec="http://schemas.microsoft.com/office/drawing/2017/decorative" val="1"/>
              </a:ext>
            </a:extLst>
          </p:cNvPr>
          <p:cNvGrpSpPr>
            <a:grpSpLocks noChangeAspect="1"/>
          </p:cNvGrpSpPr>
          <p:nvPr/>
        </p:nvGrpSpPr>
        <p:grpSpPr>
          <a:xfrm>
            <a:off x="4435120" y="2223703"/>
            <a:ext cx="621425" cy="457200"/>
            <a:chOff x="4435120" y="2223703"/>
            <a:chExt cx="621425" cy="457200"/>
          </a:xfrm>
          <a:solidFill>
            <a:srgbClr val="FF0000"/>
          </a:solidFill>
        </p:grpSpPr>
        <p:sp>
          <p:nvSpPr>
            <p:cNvPr id="1301" name="Freeform: Shape 1300">
              <a:extLst>
                <a:ext uri="{FF2B5EF4-FFF2-40B4-BE49-F238E27FC236}">
                  <a16:creationId xmlns:a16="http://schemas.microsoft.com/office/drawing/2014/main" id="{91EE8B64-AD18-E2E2-58A6-B5EEE824C5F2}"/>
                </a:ext>
                <a:ext uri="{C183D7F6-B498-43B3-948B-1728B52AA6E4}">
                  <adec:decorative xmlns:adec="http://schemas.microsoft.com/office/drawing/2017/decorative" val="1"/>
                </a:ext>
              </a:extLst>
            </p:cNvPr>
            <p:cNvSpPr/>
            <p:nvPr/>
          </p:nvSpPr>
          <p:spPr>
            <a:xfrm flipH="1">
              <a:off x="4509835" y="2223703"/>
              <a:ext cx="546710" cy="408982"/>
            </a:xfrm>
            <a:custGeom>
              <a:avLst/>
              <a:gdLst>
                <a:gd name="connsiteX0" fmla="*/ 635407 w 855465"/>
                <a:gd name="connsiteY0" fmla="*/ 282034 h 639955"/>
                <a:gd name="connsiteX1" fmla="*/ 773748 w 855465"/>
                <a:gd name="connsiteY1" fmla="*/ 420374 h 639955"/>
                <a:gd name="connsiteX2" fmla="*/ 635407 w 855465"/>
                <a:gd name="connsiteY2" fmla="*/ 558714 h 639955"/>
                <a:gd name="connsiteX3" fmla="*/ 497066 w 855465"/>
                <a:gd name="connsiteY3" fmla="*/ 420374 h 639955"/>
                <a:gd name="connsiteX4" fmla="*/ 635407 w 855465"/>
                <a:gd name="connsiteY4" fmla="*/ 282034 h 639955"/>
                <a:gd name="connsiteX5" fmla="*/ 635407 w 855465"/>
                <a:gd name="connsiteY5" fmla="*/ 238830 h 639955"/>
                <a:gd name="connsiteX6" fmla="*/ 453862 w 855465"/>
                <a:gd name="connsiteY6" fmla="*/ 420374 h 639955"/>
                <a:gd name="connsiteX7" fmla="*/ 635407 w 855465"/>
                <a:gd name="connsiteY7" fmla="*/ 601918 h 639955"/>
                <a:gd name="connsiteX8" fmla="*/ 706073 w 855465"/>
                <a:gd name="connsiteY8" fmla="*/ 587652 h 639955"/>
                <a:gd name="connsiteX9" fmla="*/ 745372 w 855465"/>
                <a:gd name="connsiteY9" fmla="*/ 561155 h 639955"/>
                <a:gd name="connsiteX10" fmla="*/ 824172 w 855465"/>
                <a:gd name="connsiteY10" fmla="*/ 639955 h 639955"/>
                <a:gd name="connsiteX11" fmla="*/ 855465 w 855465"/>
                <a:gd name="connsiteY11" fmla="*/ 608662 h 639955"/>
                <a:gd name="connsiteX12" fmla="*/ 776573 w 855465"/>
                <a:gd name="connsiteY12" fmla="*/ 529770 h 639955"/>
                <a:gd name="connsiteX13" fmla="*/ 802685 w 855465"/>
                <a:gd name="connsiteY13" fmla="*/ 491039 h 639955"/>
                <a:gd name="connsiteX14" fmla="*/ 816952 w 855465"/>
                <a:gd name="connsiteY14" fmla="*/ 420374 h 639955"/>
                <a:gd name="connsiteX15" fmla="*/ 635407 w 855465"/>
                <a:gd name="connsiteY15" fmla="*/ 238830 h 639955"/>
                <a:gd name="connsiteX16" fmla="*/ 297984 w 855465"/>
                <a:gd name="connsiteY16" fmla="*/ 0 h 639955"/>
                <a:gd name="connsiteX17" fmla="*/ 0 w 855465"/>
                <a:gd name="connsiteY17" fmla="*/ 271682 h 639955"/>
                <a:gd name="connsiteX18" fmla="*/ 297984 w 855465"/>
                <a:gd name="connsiteY18" fmla="*/ 541153 h 639955"/>
                <a:gd name="connsiteX19" fmla="*/ 297984 w 855465"/>
                <a:gd name="connsiteY19" fmla="*/ 404209 h 639955"/>
                <a:gd name="connsiteX20" fmla="*/ 419780 w 855465"/>
                <a:gd name="connsiteY20" fmla="*/ 404209 h 639955"/>
                <a:gd name="connsiteX21" fmla="*/ 419780 w 855465"/>
                <a:gd name="connsiteY21" fmla="*/ 360033 h 639955"/>
                <a:gd name="connsiteX22" fmla="*/ 253839 w 855465"/>
                <a:gd name="connsiteY22" fmla="*/ 360033 h 639955"/>
                <a:gd name="connsiteX23" fmla="*/ 253839 w 855465"/>
                <a:gd name="connsiteY23" fmla="*/ 441757 h 639955"/>
                <a:gd name="connsiteX24" fmla="*/ 66218 w 855465"/>
                <a:gd name="connsiteY24" fmla="*/ 271682 h 639955"/>
                <a:gd name="connsiteX25" fmla="*/ 253839 w 855465"/>
                <a:gd name="connsiteY25" fmla="*/ 99396 h 639955"/>
                <a:gd name="connsiteX26" fmla="*/ 253839 w 855465"/>
                <a:gd name="connsiteY26" fmla="*/ 183330 h 639955"/>
                <a:gd name="connsiteX27" fmla="*/ 575374 w 855465"/>
                <a:gd name="connsiteY27" fmla="*/ 183330 h 639955"/>
                <a:gd name="connsiteX28" fmla="*/ 575374 w 855465"/>
                <a:gd name="connsiteY28" fmla="*/ 139154 h 639955"/>
                <a:gd name="connsiteX29" fmla="*/ 297984 w 855465"/>
                <a:gd name="connsiteY29" fmla="*/ 139154 h 639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55465" h="639955">
                  <a:moveTo>
                    <a:pt x="635407" y="282034"/>
                  </a:moveTo>
                  <a:cubicBezTo>
                    <a:pt x="711811" y="282034"/>
                    <a:pt x="773748" y="343971"/>
                    <a:pt x="773748" y="420374"/>
                  </a:cubicBezTo>
                  <a:cubicBezTo>
                    <a:pt x="773748" y="496777"/>
                    <a:pt x="711811" y="558714"/>
                    <a:pt x="635407" y="558714"/>
                  </a:cubicBezTo>
                  <a:cubicBezTo>
                    <a:pt x="559003" y="558714"/>
                    <a:pt x="497066" y="496777"/>
                    <a:pt x="497066" y="420374"/>
                  </a:cubicBezTo>
                  <a:cubicBezTo>
                    <a:pt x="497066" y="343971"/>
                    <a:pt x="559003" y="282034"/>
                    <a:pt x="635407" y="282034"/>
                  </a:cubicBezTo>
                  <a:close/>
                  <a:moveTo>
                    <a:pt x="635407" y="238830"/>
                  </a:moveTo>
                  <a:cubicBezTo>
                    <a:pt x="535142" y="238830"/>
                    <a:pt x="453862" y="320110"/>
                    <a:pt x="453862" y="420374"/>
                  </a:cubicBezTo>
                  <a:cubicBezTo>
                    <a:pt x="453862" y="520638"/>
                    <a:pt x="535142" y="601918"/>
                    <a:pt x="635407" y="601918"/>
                  </a:cubicBezTo>
                  <a:cubicBezTo>
                    <a:pt x="660473" y="601918"/>
                    <a:pt x="684353" y="596838"/>
                    <a:pt x="706073" y="587652"/>
                  </a:cubicBezTo>
                  <a:lnTo>
                    <a:pt x="745372" y="561155"/>
                  </a:lnTo>
                  <a:lnTo>
                    <a:pt x="824172" y="639955"/>
                  </a:lnTo>
                  <a:lnTo>
                    <a:pt x="855465" y="608662"/>
                  </a:lnTo>
                  <a:lnTo>
                    <a:pt x="776573" y="529770"/>
                  </a:lnTo>
                  <a:lnTo>
                    <a:pt x="802685" y="491039"/>
                  </a:lnTo>
                  <a:cubicBezTo>
                    <a:pt x="811872" y="469320"/>
                    <a:pt x="816952" y="445440"/>
                    <a:pt x="816952" y="420374"/>
                  </a:cubicBezTo>
                  <a:cubicBezTo>
                    <a:pt x="816952" y="320110"/>
                    <a:pt x="735672" y="238830"/>
                    <a:pt x="635407" y="238830"/>
                  </a:cubicBezTo>
                  <a:close/>
                  <a:moveTo>
                    <a:pt x="297984" y="0"/>
                  </a:moveTo>
                  <a:lnTo>
                    <a:pt x="0" y="271682"/>
                  </a:lnTo>
                  <a:lnTo>
                    <a:pt x="297984" y="541153"/>
                  </a:lnTo>
                  <a:lnTo>
                    <a:pt x="297984" y="404209"/>
                  </a:lnTo>
                  <a:lnTo>
                    <a:pt x="419780" y="404209"/>
                  </a:lnTo>
                  <a:lnTo>
                    <a:pt x="419780" y="360033"/>
                  </a:lnTo>
                  <a:lnTo>
                    <a:pt x="253839" y="360033"/>
                  </a:lnTo>
                  <a:lnTo>
                    <a:pt x="253839" y="441757"/>
                  </a:lnTo>
                  <a:lnTo>
                    <a:pt x="66218" y="271682"/>
                  </a:lnTo>
                  <a:lnTo>
                    <a:pt x="253839" y="99396"/>
                  </a:lnTo>
                  <a:lnTo>
                    <a:pt x="253839" y="183330"/>
                  </a:lnTo>
                  <a:lnTo>
                    <a:pt x="575374" y="183330"/>
                  </a:lnTo>
                  <a:lnTo>
                    <a:pt x="575374" y="139154"/>
                  </a:lnTo>
                  <a:lnTo>
                    <a:pt x="297984" y="139154"/>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300" name="Freeform: Shape 1299">
              <a:extLst>
                <a:ext uri="{FF2B5EF4-FFF2-40B4-BE49-F238E27FC236}">
                  <a16:creationId xmlns:a16="http://schemas.microsoft.com/office/drawing/2014/main" id="{B824F3EC-B270-045B-9225-63E91A6FB85B}"/>
                </a:ext>
                <a:ext uri="{C183D7F6-B498-43B3-948B-1728B52AA6E4}">
                  <adec:decorative xmlns:adec="http://schemas.microsoft.com/office/drawing/2017/decorative" val="1"/>
                </a:ext>
              </a:extLst>
            </p:cNvPr>
            <p:cNvSpPr/>
            <p:nvPr/>
          </p:nvSpPr>
          <p:spPr>
            <a:xfrm flipH="1">
              <a:off x="4435120" y="2256379"/>
              <a:ext cx="417609" cy="424524"/>
            </a:xfrm>
            <a:custGeom>
              <a:avLst/>
              <a:gdLst>
                <a:gd name="connsiteX0" fmla="*/ 565078 w 653454"/>
                <a:gd name="connsiteY0" fmla="*/ 570466 h 664275"/>
                <a:gd name="connsiteX1" fmla="*/ 518174 w 653454"/>
                <a:gd name="connsiteY1" fmla="*/ 617371 h 664275"/>
                <a:gd name="connsiteX2" fmla="*/ 565078 w 653454"/>
                <a:gd name="connsiteY2" fmla="*/ 664275 h 664275"/>
                <a:gd name="connsiteX3" fmla="*/ 611983 w 653454"/>
                <a:gd name="connsiteY3" fmla="*/ 617371 h 664275"/>
                <a:gd name="connsiteX4" fmla="*/ 100859 w 653454"/>
                <a:gd name="connsiteY4" fmla="*/ 375464 h 664275"/>
                <a:gd name="connsiteX5" fmla="*/ 0 w 653454"/>
                <a:gd name="connsiteY5" fmla="*/ 375464 h 664275"/>
                <a:gd name="connsiteX6" fmla="*/ 0 w 653454"/>
                <a:gd name="connsiteY6" fmla="*/ 419494 h 664275"/>
                <a:gd name="connsiteX7" fmla="*/ 100859 w 653454"/>
                <a:gd name="connsiteY7" fmla="*/ 419494 h 664275"/>
                <a:gd name="connsiteX8" fmla="*/ 310782 w 653454"/>
                <a:gd name="connsiteY8" fmla="*/ 375464 h 664275"/>
                <a:gd name="connsiteX9" fmla="*/ 211695 w 653454"/>
                <a:gd name="connsiteY9" fmla="*/ 375464 h 664275"/>
                <a:gd name="connsiteX10" fmla="*/ 211695 w 653454"/>
                <a:gd name="connsiteY10" fmla="*/ 419494 h 664275"/>
                <a:gd name="connsiteX11" fmla="*/ 310782 w 653454"/>
                <a:gd name="connsiteY11" fmla="*/ 419494 h 664275"/>
                <a:gd name="connsiteX12" fmla="*/ 421275 w 653454"/>
                <a:gd name="connsiteY12" fmla="*/ 375464 h 664275"/>
                <a:gd name="connsiteX13" fmla="*/ 353472 w 653454"/>
                <a:gd name="connsiteY13" fmla="*/ 375464 h 664275"/>
                <a:gd name="connsiteX14" fmla="*/ 353472 w 653454"/>
                <a:gd name="connsiteY14" fmla="*/ 419494 h 664275"/>
                <a:gd name="connsiteX15" fmla="*/ 421275 w 653454"/>
                <a:gd name="connsiteY15" fmla="*/ 419494 h 664275"/>
                <a:gd name="connsiteX16" fmla="*/ 352903 w 653454"/>
                <a:gd name="connsiteY16" fmla="*/ 287168 h 664275"/>
                <a:gd name="connsiteX17" fmla="*/ 231873 w 653454"/>
                <a:gd name="connsiteY17" fmla="*/ 287168 h 664275"/>
                <a:gd name="connsiteX18" fmla="*/ 231873 w 653454"/>
                <a:gd name="connsiteY18" fmla="*/ 331198 h 664275"/>
                <a:gd name="connsiteX19" fmla="*/ 352903 w 653454"/>
                <a:gd name="connsiteY19" fmla="*/ 331198 h 664275"/>
                <a:gd name="connsiteX20" fmla="*/ 653454 w 653454"/>
                <a:gd name="connsiteY20" fmla="*/ 287168 h 664275"/>
                <a:gd name="connsiteX21" fmla="*/ 519375 w 653454"/>
                <a:gd name="connsiteY21" fmla="*/ 287168 h 664275"/>
                <a:gd name="connsiteX22" fmla="*/ 519375 w 653454"/>
                <a:gd name="connsiteY22" fmla="*/ 331198 h 664275"/>
                <a:gd name="connsiteX23" fmla="*/ 653454 w 653454"/>
                <a:gd name="connsiteY23" fmla="*/ 331198 h 664275"/>
                <a:gd name="connsiteX24" fmla="*/ 388291 w 653454"/>
                <a:gd name="connsiteY24" fmla="*/ 87992 h 664275"/>
                <a:gd name="connsiteX25" fmla="*/ 300650 w 653454"/>
                <a:gd name="connsiteY25" fmla="*/ 87992 h 664275"/>
                <a:gd name="connsiteX26" fmla="*/ 300650 w 653454"/>
                <a:gd name="connsiteY26" fmla="*/ 132022 h 664275"/>
                <a:gd name="connsiteX27" fmla="*/ 388291 w 653454"/>
                <a:gd name="connsiteY27" fmla="*/ 132022 h 664275"/>
                <a:gd name="connsiteX28" fmla="*/ 521040 w 653454"/>
                <a:gd name="connsiteY28" fmla="*/ 87977 h 664275"/>
                <a:gd name="connsiteX29" fmla="*/ 432487 w 653454"/>
                <a:gd name="connsiteY29" fmla="*/ 87977 h 664275"/>
                <a:gd name="connsiteX30" fmla="*/ 432487 w 653454"/>
                <a:gd name="connsiteY30" fmla="*/ 132007 h 664275"/>
                <a:gd name="connsiteX31" fmla="*/ 521040 w 653454"/>
                <a:gd name="connsiteY31" fmla="*/ 132007 h 664275"/>
                <a:gd name="connsiteX32" fmla="*/ 432487 w 653454"/>
                <a:gd name="connsiteY32" fmla="*/ 0 h 664275"/>
                <a:gd name="connsiteX33" fmla="*/ 57565 w 653454"/>
                <a:gd name="connsiteY33" fmla="*/ 0 h 664275"/>
                <a:gd name="connsiteX34" fmla="*/ 57565 w 653454"/>
                <a:gd name="connsiteY34" fmla="*/ 44030 h 664275"/>
                <a:gd name="connsiteX35" fmla="*/ 432487 w 653454"/>
                <a:gd name="connsiteY35" fmla="*/ 44030 h 6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3454" h="664275">
                  <a:moveTo>
                    <a:pt x="565078" y="570466"/>
                  </a:moveTo>
                  <a:lnTo>
                    <a:pt x="518174" y="617371"/>
                  </a:lnTo>
                  <a:lnTo>
                    <a:pt x="565078" y="664275"/>
                  </a:lnTo>
                  <a:lnTo>
                    <a:pt x="611983" y="617371"/>
                  </a:lnTo>
                  <a:close/>
                  <a:moveTo>
                    <a:pt x="100859" y="375464"/>
                  </a:moveTo>
                  <a:lnTo>
                    <a:pt x="0" y="375464"/>
                  </a:lnTo>
                  <a:lnTo>
                    <a:pt x="0" y="419494"/>
                  </a:lnTo>
                  <a:lnTo>
                    <a:pt x="100859" y="419494"/>
                  </a:lnTo>
                  <a:close/>
                  <a:moveTo>
                    <a:pt x="310782" y="375464"/>
                  </a:moveTo>
                  <a:lnTo>
                    <a:pt x="211695" y="375464"/>
                  </a:lnTo>
                  <a:lnTo>
                    <a:pt x="211695" y="419494"/>
                  </a:lnTo>
                  <a:lnTo>
                    <a:pt x="310782" y="419494"/>
                  </a:lnTo>
                  <a:close/>
                  <a:moveTo>
                    <a:pt x="421275" y="375464"/>
                  </a:moveTo>
                  <a:lnTo>
                    <a:pt x="353472" y="375464"/>
                  </a:lnTo>
                  <a:lnTo>
                    <a:pt x="353472" y="419494"/>
                  </a:lnTo>
                  <a:lnTo>
                    <a:pt x="421275" y="419494"/>
                  </a:lnTo>
                  <a:close/>
                  <a:moveTo>
                    <a:pt x="352903" y="287168"/>
                  </a:moveTo>
                  <a:lnTo>
                    <a:pt x="231873" y="287168"/>
                  </a:lnTo>
                  <a:lnTo>
                    <a:pt x="231873" y="331198"/>
                  </a:lnTo>
                  <a:lnTo>
                    <a:pt x="352903" y="331198"/>
                  </a:lnTo>
                  <a:close/>
                  <a:moveTo>
                    <a:pt x="653454" y="287168"/>
                  </a:moveTo>
                  <a:lnTo>
                    <a:pt x="519375" y="287168"/>
                  </a:lnTo>
                  <a:lnTo>
                    <a:pt x="519375" y="331198"/>
                  </a:lnTo>
                  <a:lnTo>
                    <a:pt x="653454" y="331198"/>
                  </a:lnTo>
                  <a:close/>
                  <a:moveTo>
                    <a:pt x="388291" y="87992"/>
                  </a:moveTo>
                  <a:lnTo>
                    <a:pt x="300650" y="87992"/>
                  </a:lnTo>
                  <a:lnTo>
                    <a:pt x="300650" y="132022"/>
                  </a:lnTo>
                  <a:lnTo>
                    <a:pt x="388291" y="132022"/>
                  </a:lnTo>
                  <a:close/>
                  <a:moveTo>
                    <a:pt x="521040" y="87977"/>
                  </a:moveTo>
                  <a:lnTo>
                    <a:pt x="432487" y="87977"/>
                  </a:lnTo>
                  <a:lnTo>
                    <a:pt x="432487" y="132007"/>
                  </a:lnTo>
                  <a:lnTo>
                    <a:pt x="521040" y="132007"/>
                  </a:lnTo>
                  <a:close/>
                  <a:moveTo>
                    <a:pt x="432487" y="0"/>
                  </a:moveTo>
                  <a:lnTo>
                    <a:pt x="57565" y="0"/>
                  </a:lnTo>
                  <a:lnTo>
                    <a:pt x="57565" y="44030"/>
                  </a:lnTo>
                  <a:lnTo>
                    <a:pt x="432487" y="44030"/>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11" name="Group 910">
            <a:extLst>
              <a:ext uri="{FF2B5EF4-FFF2-40B4-BE49-F238E27FC236}">
                <a16:creationId xmlns:a16="http://schemas.microsoft.com/office/drawing/2014/main" id="{6510DA31-2AFE-6417-CFDA-F10E09F79BAF}"/>
              </a:ext>
              <a:ext uri="{C183D7F6-B498-43B3-948B-1728B52AA6E4}">
                <adec:decorative xmlns:adec="http://schemas.microsoft.com/office/drawing/2017/decorative" val="1"/>
              </a:ext>
            </a:extLst>
          </p:cNvPr>
          <p:cNvGrpSpPr>
            <a:grpSpLocks noChangeAspect="1"/>
          </p:cNvGrpSpPr>
          <p:nvPr/>
        </p:nvGrpSpPr>
        <p:grpSpPr>
          <a:xfrm>
            <a:off x="639763" y="2223703"/>
            <a:ext cx="493634" cy="457200"/>
            <a:chOff x="639763" y="2223703"/>
            <a:chExt cx="493634" cy="457200"/>
          </a:xfrm>
          <a:solidFill>
            <a:srgbClr val="FF0000"/>
          </a:solidFill>
        </p:grpSpPr>
        <p:sp>
          <p:nvSpPr>
            <p:cNvPr id="1285" name="Freeform: Shape 1284">
              <a:extLst>
                <a:ext uri="{FF2B5EF4-FFF2-40B4-BE49-F238E27FC236}">
                  <a16:creationId xmlns:a16="http://schemas.microsoft.com/office/drawing/2014/main" id="{2D4AADB0-24D6-4C3C-2DB3-D8A2B12F5698}"/>
                </a:ext>
                <a:ext uri="{C183D7F6-B498-43B3-948B-1728B52AA6E4}">
                  <adec:decorative xmlns:adec="http://schemas.microsoft.com/office/drawing/2017/decorative" val="1"/>
                </a:ext>
              </a:extLst>
            </p:cNvPr>
            <p:cNvSpPr/>
            <p:nvPr/>
          </p:nvSpPr>
          <p:spPr>
            <a:xfrm>
              <a:off x="647264" y="2223703"/>
              <a:ext cx="457558" cy="457200"/>
            </a:xfrm>
            <a:custGeom>
              <a:avLst/>
              <a:gdLst>
                <a:gd name="connsiteX0" fmla="*/ 660249 w 704815"/>
                <a:gd name="connsiteY0" fmla="*/ 264098 h 704263"/>
                <a:gd name="connsiteX1" fmla="*/ 704266 w 704815"/>
                <a:gd name="connsiteY1" fmla="*/ 264098 h 704263"/>
                <a:gd name="connsiteX2" fmla="*/ 704266 w 704815"/>
                <a:gd name="connsiteY2" fmla="*/ 638238 h 704263"/>
                <a:gd name="connsiteX3" fmla="*/ 638241 w 704815"/>
                <a:gd name="connsiteY3" fmla="*/ 704263 h 704263"/>
                <a:gd name="connsiteX4" fmla="*/ 44568 w 704815"/>
                <a:gd name="connsiteY4" fmla="*/ 704263 h 704263"/>
                <a:gd name="connsiteX5" fmla="*/ 551 w 704815"/>
                <a:gd name="connsiteY5" fmla="*/ 704263 h 704263"/>
                <a:gd name="connsiteX6" fmla="*/ 551 w 704815"/>
                <a:gd name="connsiteY6" fmla="*/ 660247 h 704263"/>
                <a:gd name="connsiteX7" fmla="*/ 551 w 704815"/>
                <a:gd name="connsiteY7" fmla="*/ 659108 h 704263"/>
                <a:gd name="connsiteX8" fmla="*/ 44568 w 704815"/>
                <a:gd name="connsiteY8" fmla="*/ 659108 h 704263"/>
                <a:gd name="connsiteX9" fmla="*/ 44568 w 704815"/>
                <a:gd name="connsiteY9" fmla="*/ 660247 h 704263"/>
                <a:gd name="connsiteX10" fmla="*/ 187621 w 704815"/>
                <a:gd name="connsiteY10" fmla="*/ 660247 h 704263"/>
                <a:gd name="connsiteX11" fmla="*/ 187621 w 704815"/>
                <a:gd name="connsiteY11" fmla="*/ 616231 h 704263"/>
                <a:gd name="connsiteX12" fmla="*/ 209629 w 704815"/>
                <a:gd name="connsiteY12" fmla="*/ 616231 h 704263"/>
                <a:gd name="connsiteX13" fmla="*/ 209629 w 704815"/>
                <a:gd name="connsiteY13" fmla="*/ 660247 h 704263"/>
                <a:gd name="connsiteX14" fmla="*/ 341679 w 704815"/>
                <a:gd name="connsiteY14" fmla="*/ 660247 h 704263"/>
                <a:gd name="connsiteX15" fmla="*/ 341679 w 704815"/>
                <a:gd name="connsiteY15" fmla="*/ 616231 h 704263"/>
                <a:gd name="connsiteX16" fmla="*/ 363687 w 704815"/>
                <a:gd name="connsiteY16" fmla="*/ 616231 h 704263"/>
                <a:gd name="connsiteX17" fmla="*/ 363687 w 704815"/>
                <a:gd name="connsiteY17" fmla="*/ 660247 h 704263"/>
                <a:gd name="connsiteX18" fmla="*/ 495737 w 704815"/>
                <a:gd name="connsiteY18" fmla="*/ 660247 h 704263"/>
                <a:gd name="connsiteX19" fmla="*/ 495737 w 704815"/>
                <a:gd name="connsiteY19" fmla="*/ 616231 h 704263"/>
                <a:gd name="connsiteX20" fmla="*/ 517745 w 704815"/>
                <a:gd name="connsiteY20" fmla="*/ 616231 h 704263"/>
                <a:gd name="connsiteX21" fmla="*/ 517745 w 704815"/>
                <a:gd name="connsiteY21" fmla="*/ 660247 h 704263"/>
                <a:gd name="connsiteX22" fmla="*/ 638241 w 704815"/>
                <a:gd name="connsiteY22" fmla="*/ 660247 h 704263"/>
                <a:gd name="connsiteX23" fmla="*/ 660249 w 704815"/>
                <a:gd name="connsiteY23" fmla="*/ 638238 h 704263"/>
                <a:gd name="connsiteX24" fmla="*/ 660249 w 704815"/>
                <a:gd name="connsiteY24" fmla="*/ 573314 h 704263"/>
                <a:gd name="connsiteX25" fmla="*/ 660249 w 704815"/>
                <a:gd name="connsiteY25" fmla="*/ 551306 h 704263"/>
                <a:gd name="connsiteX26" fmla="*/ 660249 w 704815"/>
                <a:gd name="connsiteY26" fmla="*/ 517193 h 704263"/>
                <a:gd name="connsiteX27" fmla="*/ 616782 w 704815"/>
                <a:gd name="connsiteY27" fmla="*/ 517193 h 704263"/>
                <a:gd name="connsiteX28" fmla="*/ 616782 w 704815"/>
                <a:gd name="connsiteY28" fmla="*/ 495185 h 704263"/>
                <a:gd name="connsiteX29" fmla="*/ 660249 w 704815"/>
                <a:gd name="connsiteY29" fmla="*/ 495185 h 704263"/>
                <a:gd name="connsiteX30" fmla="*/ 660249 w 704815"/>
                <a:gd name="connsiteY30" fmla="*/ 363135 h 704263"/>
                <a:gd name="connsiteX31" fmla="*/ 616782 w 704815"/>
                <a:gd name="connsiteY31" fmla="*/ 363135 h 704263"/>
                <a:gd name="connsiteX32" fmla="*/ 616782 w 704815"/>
                <a:gd name="connsiteY32" fmla="*/ 341127 h 704263"/>
                <a:gd name="connsiteX33" fmla="*/ 660249 w 704815"/>
                <a:gd name="connsiteY33" fmla="*/ 341127 h 704263"/>
                <a:gd name="connsiteX34" fmla="*/ 66575 w 704815"/>
                <a:gd name="connsiteY34" fmla="*/ 0 h 704263"/>
                <a:gd name="connsiteX35" fmla="*/ 704815 w 704815"/>
                <a:gd name="connsiteY35" fmla="*/ 0 h 704263"/>
                <a:gd name="connsiteX36" fmla="*/ 704815 w 704815"/>
                <a:gd name="connsiteY36" fmla="*/ 4952 h 704263"/>
                <a:gd name="connsiteX37" fmla="*/ 704815 w 704815"/>
                <a:gd name="connsiteY37" fmla="*/ 44017 h 704263"/>
                <a:gd name="connsiteX38" fmla="*/ 517745 w 704815"/>
                <a:gd name="connsiteY38" fmla="*/ 44017 h 704263"/>
                <a:gd name="connsiteX39" fmla="*/ 517745 w 704815"/>
                <a:gd name="connsiteY39" fmla="*/ 88033 h 704263"/>
                <a:gd name="connsiteX40" fmla="*/ 495737 w 704815"/>
                <a:gd name="connsiteY40" fmla="*/ 88033 h 704263"/>
                <a:gd name="connsiteX41" fmla="*/ 495737 w 704815"/>
                <a:gd name="connsiteY41" fmla="*/ 44017 h 704263"/>
                <a:gd name="connsiteX42" fmla="*/ 363687 w 704815"/>
                <a:gd name="connsiteY42" fmla="*/ 44017 h 704263"/>
                <a:gd name="connsiteX43" fmla="*/ 363687 w 704815"/>
                <a:gd name="connsiteY43" fmla="*/ 88033 h 704263"/>
                <a:gd name="connsiteX44" fmla="*/ 341679 w 704815"/>
                <a:gd name="connsiteY44" fmla="*/ 88033 h 704263"/>
                <a:gd name="connsiteX45" fmla="*/ 341679 w 704815"/>
                <a:gd name="connsiteY45" fmla="*/ 44017 h 704263"/>
                <a:gd name="connsiteX46" fmla="*/ 209629 w 704815"/>
                <a:gd name="connsiteY46" fmla="*/ 44017 h 704263"/>
                <a:gd name="connsiteX47" fmla="*/ 209629 w 704815"/>
                <a:gd name="connsiteY47" fmla="*/ 88033 h 704263"/>
                <a:gd name="connsiteX48" fmla="*/ 187621 w 704815"/>
                <a:gd name="connsiteY48" fmla="*/ 88033 h 704263"/>
                <a:gd name="connsiteX49" fmla="*/ 187621 w 704815"/>
                <a:gd name="connsiteY49" fmla="*/ 44017 h 704263"/>
                <a:gd name="connsiteX50" fmla="*/ 66575 w 704815"/>
                <a:gd name="connsiteY50" fmla="*/ 44017 h 704263"/>
                <a:gd name="connsiteX51" fmla="*/ 45117 w 704815"/>
                <a:gd name="connsiteY51" fmla="*/ 66025 h 704263"/>
                <a:gd name="connsiteX52" fmla="*/ 45117 w 704815"/>
                <a:gd name="connsiteY52" fmla="*/ 187070 h 704263"/>
                <a:gd name="connsiteX53" fmla="*/ 88584 w 704815"/>
                <a:gd name="connsiteY53" fmla="*/ 187070 h 704263"/>
                <a:gd name="connsiteX54" fmla="*/ 88584 w 704815"/>
                <a:gd name="connsiteY54" fmla="*/ 209078 h 704263"/>
                <a:gd name="connsiteX55" fmla="*/ 45117 w 704815"/>
                <a:gd name="connsiteY55" fmla="*/ 209078 h 704263"/>
                <a:gd name="connsiteX56" fmla="*/ 45117 w 704815"/>
                <a:gd name="connsiteY56" fmla="*/ 341127 h 704263"/>
                <a:gd name="connsiteX57" fmla="*/ 88584 w 704815"/>
                <a:gd name="connsiteY57" fmla="*/ 341127 h 704263"/>
                <a:gd name="connsiteX58" fmla="*/ 88584 w 704815"/>
                <a:gd name="connsiteY58" fmla="*/ 363135 h 704263"/>
                <a:gd name="connsiteX59" fmla="*/ 45117 w 704815"/>
                <a:gd name="connsiteY59" fmla="*/ 363135 h 704263"/>
                <a:gd name="connsiteX60" fmla="*/ 45117 w 704815"/>
                <a:gd name="connsiteY60" fmla="*/ 550794 h 704263"/>
                <a:gd name="connsiteX61" fmla="*/ 0 w 704815"/>
                <a:gd name="connsiteY61" fmla="*/ 550794 h 704263"/>
                <a:gd name="connsiteX62" fmla="*/ 0 w 704815"/>
                <a:gd name="connsiteY62" fmla="*/ 66025 h 704263"/>
                <a:gd name="connsiteX63" fmla="*/ 66575 w 704815"/>
                <a:gd name="connsiteY63" fmla="*/ 0 h 70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04815" h="704263">
                  <a:moveTo>
                    <a:pt x="660249" y="264098"/>
                  </a:moveTo>
                  <a:lnTo>
                    <a:pt x="704266" y="264098"/>
                  </a:lnTo>
                  <a:lnTo>
                    <a:pt x="704266" y="638238"/>
                  </a:lnTo>
                  <a:cubicBezTo>
                    <a:pt x="704266" y="674552"/>
                    <a:pt x="674555" y="704263"/>
                    <a:pt x="638241" y="704263"/>
                  </a:cubicBezTo>
                  <a:lnTo>
                    <a:pt x="44568" y="704263"/>
                  </a:lnTo>
                  <a:lnTo>
                    <a:pt x="551" y="704263"/>
                  </a:lnTo>
                  <a:lnTo>
                    <a:pt x="551" y="660247"/>
                  </a:lnTo>
                  <a:lnTo>
                    <a:pt x="551" y="659108"/>
                  </a:lnTo>
                  <a:lnTo>
                    <a:pt x="44568" y="659108"/>
                  </a:lnTo>
                  <a:lnTo>
                    <a:pt x="44568" y="660247"/>
                  </a:lnTo>
                  <a:lnTo>
                    <a:pt x="187621" y="660247"/>
                  </a:lnTo>
                  <a:lnTo>
                    <a:pt x="187621" y="616231"/>
                  </a:lnTo>
                  <a:lnTo>
                    <a:pt x="209629" y="616231"/>
                  </a:lnTo>
                  <a:lnTo>
                    <a:pt x="209629" y="660247"/>
                  </a:lnTo>
                  <a:lnTo>
                    <a:pt x="341679" y="660247"/>
                  </a:lnTo>
                  <a:lnTo>
                    <a:pt x="341679" y="616231"/>
                  </a:lnTo>
                  <a:lnTo>
                    <a:pt x="363687" y="616231"/>
                  </a:lnTo>
                  <a:lnTo>
                    <a:pt x="363687" y="660247"/>
                  </a:lnTo>
                  <a:lnTo>
                    <a:pt x="495737" y="660247"/>
                  </a:lnTo>
                  <a:lnTo>
                    <a:pt x="495737" y="616231"/>
                  </a:lnTo>
                  <a:lnTo>
                    <a:pt x="517745" y="616231"/>
                  </a:lnTo>
                  <a:lnTo>
                    <a:pt x="517745" y="660247"/>
                  </a:lnTo>
                  <a:lnTo>
                    <a:pt x="638241" y="660247"/>
                  </a:lnTo>
                  <a:cubicBezTo>
                    <a:pt x="650346" y="660247"/>
                    <a:pt x="660249" y="650343"/>
                    <a:pt x="660249" y="638238"/>
                  </a:cubicBezTo>
                  <a:lnTo>
                    <a:pt x="660249" y="573314"/>
                  </a:lnTo>
                  <a:lnTo>
                    <a:pt x="660249" y="551306"/>
                  </a:lnTo>
                  <a:lnTo>
                    <a:pt x="660249" y="517193"/>
                  </a:lnTo>
                  <a:lnTo>
                    <a:pt x="616782" y="517193"/>
                  </a:lnTo>
                  <a:lnTo>
                    <a:pt x="616782" y="495185"/>
                  </a:lnTo>
                  <a:lnTo>
                    <a:pt x="660249" y="495185"/>
                  </a:lnTo>
                  <a:lnTo>
                    <a:pt x="660249" y="363135"/>
                  </a:lnTo>
                  <a:lnTo>
                    <a:pt x="616782" y="363135"/>
                  </a:lnTo>
                  <a:lnTo>
                    <a:pt x="616782" y="341127"/>
                  </a:lnTo>
                  <a:lnTo>
                    <a:pt x="660249" y="341127"/>
                  </a:lnTo>
                  <a:close/>
                  <a:moveTo>
                    <a:pt x="66575" y="0"/>
                  </a:moveTo>
                  <a:lnTo>
                    <a:pt x="704815" y="0"/>
                  </a:lnTo>
                  <a:cubicBezTo>
                    <a:pt x="704815" y="0"/>
                    <a:pt x="704815" y="1650"/>
                    <a:pt x="704815" y="4952"/>
                  </a:cubicBezTo>
                  <a:lnTo>
                    <a:pt x="704815" y="44017"/>
                  </a:lnTo>
                  <a:lnTo>
                    <a:pt x="517745" y="44017"/>
                  </a:lnTo>
                  <a:lnTo>
                    <a:pt x="517745" y="88033"/>
                  </a:lnTo>
                  <a:lnTo>
                    <a:pt x="495737" y="88033"/>
                  </a:lnTo>
                  <a:lnTo>
                    <a:pt x="495737" y="44017"/>
                  </a:lnTo>
                  <a:lnTo>
                    <a:pt x="363687" y="44017"/>
                  </a:lnTo>
                  <a:lnTo>
                    <a:pt x="363687" y="88033"/>
                  </a:lnTo>
                  <a:lnTo>
                    <a:pt x="341679" y="88033"/>
                  </a:lnTo>
                  <a:lnTo>
                    <a:pt x="341679" y="44017"/>
                  </a:lnTo>
                  <a:lnTo>
                    <a:pt x="209629" y="44017"/>
                  </a:lnTo>
                  <a:lnTo>
                    <a:pt x="209629" y="88033"/>
                  </a:lnTo>
                  <a:lnTo>
                    <a:pt x="187621" y="88033"/>
                  </a:lnTo>
                  <a:lnTo>
                    <a:pt x="187621" y="44017"/>
                  </a:lnTo>
                  <a:lnTo>
                    <a:pt x="66575" y="44017"/>
                  </a:lnTo>
                  <a:cubicBezTo>
                    <a:pt x="54471" y="44017"/>
                    <a:pt x="45117" y="53920"/>
                    <a:pt x="45117" y="66025"/>
                  </a:cubicBezTo>
                  <a:lnTo>
                    <a:pt x="45117" y="187070"/>
                  </a:lnTo>
                  <a:lnTo>
                    <a:pt x="88584" y="187070"/>
                  </a:lnTo>
                  <a:lnTo>
                    <a:pt x="88584" y="209078"/>
                  </a:lnTo>
                  <a:lnTo>
                    <a:pt x="45117" y="209078"/>
                  </a:lnTo>
                  <a:lnTo>
                    <a:pt x="45117" y="341127"/>
                  </a:lnTo>
                  <a:lnTo>
                    <a:pt x="88584" y="341127"/>
                  </a:lnTo>
                  <a:lnTo>
                    <a:pt x="88584" y="363135"/>
                  </a:lnTo>
                  <a:lnTo>
                    <a:pt x="45117" y="363135"/>
                  </a:lnTo>
                  <a:lnTo>
                    <a:pt x="45117" y="550794"/>
                  </a:lnTo>
                  <a:lnTo>
                    <a:pt x="0" y="550794"/>
                  </a:lnTo>
                  <a:lnTo>
                    <a:pt x="0" y="66025"/>
                  </a:lnTo>
                  <a:cubicBezTo>
                    <a:pt x="0" y="29711"/>
                    <a:pt x="30262" y="0"/>
                    <a:pt x="66575"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1286" name="Freeform: Shape 1285">
              <a:extLst>
                <a:ext uri="{FF2B5EF4-FFF2-40B4-BE49-F238E27FC236}">
                  <a16:creationId xmlns:a16="http://schemas.microsoft.com/office/drawing/2014/main" id="{80A3A285-3879-E8F1-2F97-DF907832C816}"/>
                </a:ext>
                <a:ext uri="{C183D7F6-B498-43B3-948B-1728B52AA6E4}">
                  <adec:decorative xmlns:adec="http://schemas.microsoft.com/office/drawing/2017/decorative" val="1"/>
                </a:ext>
              </a:extLst>
            </p:cNvPr>
            <p:cNvSpPr/>
            <p:nvPr/>
          </p:nvSpPr>
          <p:spPr>
            <a:xfrm>
              <a:off x="639763" y="2266565"/>
              <a:ext cx="493634" cy="371476"/>
            </a:xfrm>
            <a:custGeom>
              <a:avLst/>
              <a:gdLst>
                <a:gd name="connsiteX0" fmla="*/ 0 w 760386"/>
                <a:gd name="connsiteY0" fmla="*/ 506190 h 572215"/>
                <a:gd name="connsiteX1" fmla="*/ 65475 w 760386"/>
                <a:gd name="connsiteY1" fmla="*/ 506190 h 572215"/>
                <a:gd name="connsiteX2" fmla="*/ 65475 w 760386"/>
                <a:gd name="connsiteY2" fmla="*/ 571664 h 572215"/>
                <a:gd name="connsiteX3" fmla="*/ 0 w 760386"/>
                <a:gd name="connsiteY3" fmla="*/ 571664 h 572215"/>
                <a:gd name="connsiteX4" fmla="*/ 584320 w 760386"/>
                <a:gd name="connsiteY4" fmla="*/ 0 h 572215"/>
                <a:gd name="connsiteX5" fmla="*/ 760386 w 760386"/>
                <a:gd name="connsiteY5" fmla="*/ 0 h 572215"/>
                <a:gd name="connsiteX6" fmla="*/ 760386 w 760386"/>
                <a:gd name="connsiteY6" fmla="*/ 550 h 572215"/>
                <a:gd name="connsiteX7" fmla="*/ 760386 w 760386"/>
                <a:gd name="connsiteY7" fmla="*/ 44016 h 572215"/>
                <a:gd name="connsiteX8" fmla="*/ 760386 w 760386"/>
                <a:gd name="connsiteY8" fmla="*/ 176617 h 572215"/>
                <a:gd name="connsiteX9" fmla="*/ 716369 w 760386"/>
                <a:gd name="connsiteY9" fmla="*/ 176617 h 572215"/>
                <a:gd name="connsiteX10" fmla="*/ 716369 w 760386"/>
                <a:gd name="connsiteY10" fmla="*/ 74828 h 572215"/>
                <a:gd name="connsiteX11" fmla="*/ 375241 w 760386"/>
                <a:gd name="connsiteY11" fmla="*/ 419257 h 572215"/>
                <a:gd name="connsiteX12" fmla="*/ 299863 w 760386"/>
                <a:gd name="connsiteY12" fmla="*/ 351582 h 572215"/>
                <a:gd name="connsiteX13" fmla="*/ 87483 w 760386"/>
                <a:gd name="connsiteY13" fmla="*/ 572215 h 572215"/>
                <a:gd name="connsiteX14" fmla="*/ 87483 w 760386"/>
                <a:gd name="connsiteY14" fmla="*/ 508942 h 572215"/>
                <a:gd name="connsiteX15" fmla="*/ 298212 w 760386"/>
                <a:gd name="connsiteY15" fmla="*/ 290509 h 572215"/>
                <a:gd name="connsiteX16" fmla="*/ 374141 w 760386"/>
                <a:gd name="connsiteY16" fmla="*/ 357634 h 572215"/>
                <a:gd name="connsiteX17" fmla="*/ 689959 w 760386"/>
                <a:gd name="connsiteY17" fmla="*/ 44016 h 572215"/>
                <a:gd name="connsiteX18" fmla="*/ 584320 w 760386"/>
                <a:gd name="connsiteY18" fmla="*/ 44016 h 57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0386" h="572215">
                  <a:moveTo>
                    <a:pt x="0" y="506190"/>
                  </a:moveTo>
                  <a:lnTo>
                    <a:pt x="65475" y="506190"/>
                  </a:lnTo>
                  <a:lnTo>
                    <a:pt x="65475" y="571664"/>
                  </a:lnTo>
                  <a:lnTo>
                    <a:pt x="0" y="571664"/>
                  </a:lnTo>
                  <a:close/>
                  <a:moveTo>
                    <a:pt x="584320" y="0"/>
                  </a:moveTo>
                  <a:lnTo>
                    <a:pt x="760386" y="0"/>
                  </a:lnTo>
                  <a:lnTo>
                    <a:pt x="760386" y="550"/>
                  </a:lnTo>
                  <a:lnTo>
                    <a:pt x="760386" y="44016"/>
                  </a:lnTo>
                  <a:lnTo>
                    <a:pt x="760386" y="176617"/>
                  </a:lnTo>
                  <a:lnTo>
                    <a:pt x="716369" y="176617"/>
                  </a:lnTo>
                  <a:lnTo>
                    <a:pt x="716369" y="74828"/>
                  </a:lnTo>
                  <a:lnTo>
                    <a:pt x="375241" y="419257"/>
                  </a:lnTo>
                  <a:lnTo>
                    <a:pt x="299863" y="351582"/>
                  </a:lnTo>
                  <a:lnTo>
                    <a:pt x="87483" y="572215"/>
                  </a:lnTo>
                  <a:lnTo>
                    <a:pt x="87483" y="508942"/>
                  </a:lnTo>
                  <a:lnTo>
                    <a:pt x="298212" y="290509"/>
                  </a:lnTo>
                  <a:lnTo>
                    <a:pt x="374141" y="357634"/>
                  </a:lnTo>
                  <a:lnTo>
                    <a:pt x="689959" y="44016"/>
                  </a:lnTo>
                  <a:lnTo>
                    <a:pt x="584320" y="44016"/>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912" name="Group 911">
            <a:extLst>
              <a:ext uri="{FF2B5EF4-FFF2-40B4-BE49-F238E27FC236}">
                <a16:creationId xmlns:a16="http://schemas.microsoft.com/office/drawing/2014/main" id="{D28A65BB-EF60-D581-A4E4-6546DAB92F71}"/>
              </a:ext>
              <a:ext uri="{C183D7F6-B498-43B3-948B-1728B52AA6E4}">
                <adec:decorative xmlns:adec="http://schemas.microsoft.com/office/drawing/2017/decorative" val="1"/>
              </a:ext>
            </a:extLst>
          </p:cNvPr>
          <p:cNvGrpSpPr>
            <a:grpSpLocks noChangeAspect="1"/>
          </p:cNvGrpSpPr>
          <p:nvPr/>
        </p:nvGrpSpPr>
        <p:grpSpPr>
          <a:xfrm>
            <a:off x="1301747" y="2223703"/>
            <a:ext cx="493634" cy="457200"/>
            <a:chOff x="1301747" y="2223703"/>
            <a:chExt cx="493634" cy="457200"/>
          </a:xfrm>
          <a:solidFill>
            <a:srgbClr val="FF0000"/>
          </a:solidFill>
        </p:grpSpPr>
        <p:sp>
          <p:nvSpPr>
            <p:cNvPr id="1287" name="Freeform: Shape 1286">
              <a:extLst>
                <a:ext uri="{FF2B5EF4-FFF2-40B4-BE49-F238E27FC236}">
                  <a16:creationId xmlns:a16="http://schemas.microsoft.com/office/drawing/2014/main" id="{47D852C7-56BE-5A90-C9DF-6879E32C36F6}"/>
                </a:ext>
                <a:ext uri="{C183D7F6-B498-43B3-948B-1728B52AA6E4}">
                  <adec:decorative xmlns:adec="http://schemas.microsoft.com/office/drawing/2017/decorative" val="1"/>
                </a:ext>
              </a:extLst>
            </p:cNvPr>
            <p:cNvSpPr/>
            <p:nvPr/>
          </p:nvSpPr>
          <p:spPr>
            <a:xfrm>
              <a:off x="1309248" y="2223703"/>
              <a:ext cx="457558" cy="457200"/>
            </a:xfrm>
            <a:custGeom>
              <a:avLst/>
              <a:gdLst>
                <a:gd name="connsiteX0" fmla="*/ 0 w 704815"/>
                <a:gd name="connsiteY0" fmla="*/ 153705 h 704263"/>
                <a:gd name="connsiteX1" fmla="*/ 45117 w 704815"/>
                <a:gd name="connsiteY1" fmla="*/ 153705 h 704263"/>
                <a:gd name="connsiteX2" fmla="*/ 45117 w 704815"/>
                <a:gd name="connsiteY2" fmla="*/ 341127 h 704263"/>
                <a:gd name="connsiteX3" fmla="*/ 88584 w 704815"/>
                <a:gd name="connsiteY3" fmla="*/ 341127 h 704263"/>
                <a:gd name="connsiteX4" fmla="*/ 88584 w 704815"/>
                <a:gd name="connsiteY4" fmla="*/ 363135 h 704263"/>
                <a:gd name="connsiteX5" fmla="*/ 45117 w 704815"/>
                <a:gd name="connsiteY5" fmla="*/ 363135 h 704263"/>
                <a:gd name="connsiteX6" fmla="*/ 45117 w 704815"/>
                <a:gd name="connsiteY6" fmla="*/ 495185 h 704263"/>
                <a:gd name="connsiteX7" fmla="*/ 88584 w 704815"/>
                <a:gd name="connsiteY7" fmla="*/ 495185 h 704263"/>
                <a:gd name="connsiteX8" fmla="*/ 88584 w 704815"/>
                <a:gd name="connsiteY8" fmla="*/ 517193 h 704263"/>
                <a:gd name="connsiteX9" fmla="*/ 45117 w 704815"/>
                <a:gd name="connsiteY9" fmla="*/ 517193 h 704263"/>
                <a:gd name="connsiteX10" fmla="*/ 45117 w 704815"/>
                <a:gd name="connsiteY10" fmla="*/ 638238 h 704263"/>
                <a:gd name="connsiteX11" fmla="*/ 66575 w 704815"/>
                <a:gd name="connsiteY11" fmla="*/ 660246 h 704263"/>
                <a:gd name="connsiteX12" fmla="*/ 187621 w 704815"/>
                <a:gd name="connsiteY12" fmla="*/ 660246 h 704263"/>
                <a:gd name="connsiteX13" fmla="*/ 187621 w 704815"/>
                <a:gd name="connsiteY13" fmla="*/ 616231 h 704263"/>
                <a:gd name="connsiteX14" fmla="*/ 209629 w 704815"/>
                <a:gd name="connsiteY14" fmla="*/ 616231 h 704263"/>
                <a:gd name="connsiteX15" fmla="*/ 209629 w 704815"/>
                <a:gd name="connsiteY15" fmla="*/ 660246 h 704263"/>
                <a:gd name="connsiteX16" fmla="*/ 341679 w 704815"/>
                <a:gd name="connsiteY16" fmla="*/ 660246 h 704263"/>
                <a:gd name="connsiteX17" fmla="*/ 341679 w 704815"/>
                <a:gd name="connsiteY17" fmla="*/ 616231 h 704263"/>
                <a:gd name="connsiteX18" fmla="*/ 363687 w 704815"/>
                <a:gd name="connsiteY18" fmla="*/ 616231 h 704263"/>
                <a:gd name="connsiteX19" fmla="*/ 363687 w 704815"/>
                <a:gd name="connsiteY19" fmla="*/ 660246 h 704263"/>
                <a:gd name="connsiteX20" fmla="*/ 495737 w 704815"/>
                <a:gd name="connsiteY20" fmla="*/ 660246 h 704263"/>
                <a:gd name="connsiteX21" fmla="*/ 495737 w 704815"/>
                <a:gd name="connsiteY21" fmla="*/ 616231 h 704263"/>
                <a:gd name="connsiteX22" fmla="*/ 517745 w 704815"/>
                <a:gd name="connsiteY22" fmla="*/ 616231 h 704263"/>
                <a:gd name="connsiteX23" fmla="*/ 517745 w 704815"/>
                <a:gd name="connsiteY23" fmla="*/ 660246 h 704263"/>
                <a:gd name="connsiteX24" fmla="*/ 704815 w 704815"/>
                <a:gd name="connsiteY24" fmla="*/ 660246 h 704263"/>
                <a:gd name="connsiteX25" fmla="*/ 704815 w 704815"/>
                <a:gd name="connsiteY25" fmla="*/ 699311 h 704263"/>
                <a:gd name="connsiteX26" fmla="*/ 704815 w 704815"/>
                <a:gd name="connsiteY26" fmla="*/ 704263 h 704263"/>
                <a:gd name="connsiteX27" fmla="*/ 66575 w 704815"/>
                <a:gd name="connsiteY27" fmla="*/ 704263 h 704263"/>
                <a:gd name="connsiteX28" fmla="*/ 0 w 704815"/>
                <a:gd name="connsiteY28" fmla="*/ 638238 h 704263"/>
                <a:gd name="connsiteX29" fmla="*/ 551 w 704815"/>
                <a:gd name="connsiteY29" fmla="*/ 0 h 704263"/>
                <a:gd name="connsiteX30" fmla="*/ 44568 w 704815"/>
                <a:gd name="connsiteY30" fmla="*/ 0 h 704263"/>
                <a:gd name="connsiteX31" fmla="*/ 638241 w 704815"/>
                <a:gd name="connsiteY31" fmla="*/ 0 h 704263"/>
                <a:gd name="connsiteX32" fmla="*/ 704266 w 704815"/>
                <a:gd name="connsiteY32" fmla="*/ 66025 h 704263"/>
                <a:gd name="connsiteX33" fmla="*/ 704266 w 704815"/>
                <a:gd name="connsiteY33" fmla="*/ 440165 h 704263"/>
                <a:gd name="connsiteX34" fmla="*/ 660249 w 704815"/>
                <a:gd name="connsiteY34" fmla="*/ 440165 h 704263"/>
                <a:gd name="connsiteX35" fmla="*/ 660249 w 704815"/>
                <a:gd name="connsiteY35" fmla="*/ 363135 h 704263"/>
                <a:gd name="connsiteX36" fmla="*/ 616782 w 704815"/>
                <a:gd name="connsiteY36" fmla="*/ 363135 h 704263"/>
                <a:gd name="connsiteX37" fmla="*/ 616782 w 704815"/>
                <a:gd name="connsiteY37" fmla="*/ 341127 h 704263"/>
                <a:gd name="connsiteX38" fmla="*/ 660249 w 704815"/>
                <a:gd name="connsiteY38" fmla="*/ 341127 h 704263"/>
                <a:gd name="connsiteX39" fmla="*/ 660249 w 704815"/>
                <a:gd name="connsiteY39" fmla="*/ 209078 h 704263"/>
                <a:gd name="connsiteX40" fmla="*/ 616782 w 704815"/>
                <a:gd name="connsiteY40" fmla="*/ 209078 h 704263"/>
                <a:gd name="connsiteX41" fmla="*/ 616782 w 704815"/>
                <a:gd name="connsiteY41" fmla="*/ 187070 h 704263"/>
                <a:gd name="connsiteX42" fmla="*/ 660249 w 704815"/>
                <a:gd name="connsiteY42" fmla="*/ 187070 h 704263"/>
                <a:gd name="connsiteX43" fmla="*/ 660249 w 704815"/>
                <a:gd name="connsiteY43" fmla="*/ 152957 h 704263"/>
                <a:gd name="connsiteX44" fmla="*/ 660249 w 704815"/>
                <a:gd name="connsiteY44" fmla="*/ 130949 h 704263"/>
                <a:gd name="connsiteX45" fmla="*/ 660249 w 704815"/>
                <a:gd name="connsiteY45" fmla="*/ 66025 h 704263"/>
                <a:gd name="connsiteX46" fmla="*/ 638241 w 704815"/>
                <a:gd name="connsiteY46" fmla="*/ 44016 h 704263"/>
                <a:gd name="connsiteX47" fmla="*/ 517745 w 704815"/>
                <a:gd name="connsiteY47" fmla="*/ 44016 h 704263"/>
                <a:gd name="connsiteX48" fmla="*/ 517745 w 704815"/>
                <a:gd name="connsiteY48" fmla="*/ 88033 h 704263"/>
                <a:gd name="connsiteX49" fmla="*/ 495737 w 704815"/>
                <a:gd name="connsiteY49" fmla="*/ 88033 h 704263"/>
                <a:gd name="connsiteX50" fmla="*/ 495737 w 704815"/>
                <a:gd name="connsiteY50" fmla="*/ 44016 h 704263"/>
                <a:gd name="connsiteX51" fmla="*/ 363687 w 704815"/>
                <a:gd name="connsiteY51" fmla="*/ 44016 h 704263"/>
                <a:gd name="connsiteX52" fmla="*/ 363687 w 704815"/>
                <a:gd name="connsiteY52" fmla="*/ 88033 h 704263"/>
                <a:gd name="connsiteX53" fmla="*/ 341679 w 704815"/>
                <a:gd name="connsiteY53" fmla="*/ 88033 h 704263"/>
                <a:gd name="connsiteX54" fmla="*/ 341679 w 704815"/>
                <a:gd name="connsiteY54" fmla="*/ 44016 h 704263"/>
                <a:gd name="connsiteX55" fmla="*/ 209629 w 704815"/>
                <a:gd name="connsiteY55" fmla="*/ 44016 h 704263"/>
                <a:gd name="connsiteX56" fmla="*/ 209629 w 704815"/>
                <a:gd name="connsiteY56" fmla="*/ 88033 h 704263"/>
                <a:gd name="connsiteX57" fmla="*/ 187621 w 704815"/>
                <a:gd name="connsiteY57" fmla="*/ 88033 h 704263"/>
                <a:gd name="connsiteX58" fmla="*/ 187621 w 704815"/>
                <a:gd name="connsiteY58" fmla="*/ 44016 h 704263"/>
                <a:gd name="connsiteX59" fmla="*/ 44568 w 704815"/>
                <a:gd name="connsiteY59" fmla="*/ 44016 h 704263"/>
                <a:gd name="connsiteX60" fmla="*/ 44568 w 704815"/>
                <a:gd name="connsiteY60" fmla="*/ 44919 h 704263"/>
                <a:gd name="connsiteX61" fmla="*/ 551 w 704815"/>
                <a:gd name="connsiteY61" fmla="*/ 44919 h 704263"/>
                <a:gd name="connsiteX62" fmla="*/ 551 w 704815"/>
                <a:gd name="connsiteY62" fmla="*/ 44016 h 70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04815" h="704263">
                  <a:moveTo>
                    <a:pt x="0" y="153705"/>
                  </a:moveTo>
                  <a:lnTo>
                    <a:pt x="45117" y="153705"/>
                  </a:lnTo>
                  <a:lnTo>
                    <a:pt x="45117" y="341127"/>
                  </a:lnTo>
                  <a:lnTo>
                    <a:pt x="88584" y="341127"/>
                  </a:lnTo>
                  <a:lnTo>
                    <a:pt x="88584" y="363135"/>
                  </a:lnTo>
                  <a:lnTo>
                    <a:pt x="45117" y="363135"/>
                  </a:lnTo>
                  <a:lnTo>
                    <a:pt x="45117" y="495185"/>
                  </a:lnTo>
                  <a:lnTo>
                    <a:pt x="88584" y="495185"/>
                  </a:lnTo>
                  <a:lnTo>
                    <a:pt x="88584" y="517193"/>
                  </a:lnTo>
                  <a:lnTo>
                    <a:pt x="45117" y="517193"/>
                  </a:lnTo>
                  <a:lnTo>
                    <a:pt x="45117" y="638238"/>
                  </a:lnTo>
                  <a:cubicBezTo>
                    <a:pt x="45117" y="650343"/>
                    <a:pt x="54471" y="660246"/>
                    <a:pt x="66575" y="660246"/>
                  </a:cubicBezTo>
                  <a:lnTo>
                    <a:pt x="187621" y="660246"/>
                  </a:lnTo>
                  <a:lnTo>
                    <a:pt x="187621" y="616231"/>
                  </a:lnTo>
                  <a:lnTo>
                    <a:pt x="209629" y="616231"/>
                  </a:lnTo>
                  <a:lnTo>
                    <a:pt x="209629" y="660246"/>
                  </a:lnTo>
                  <a:lnTo>
                    <a:pt x="341679" y="660246"/>
                  </a:lnTo>
                  <a:lnTo>
                    <a:pt x="341679" y="616231"/>
                  </a:lnTo>
                  <a:lnTo>
                    <a:pt x="363687" y="616231"/>
                  </a:lnTo>
                  <a:lnTo>
                    <a:pt x="363687" y="660246"/>
                  </a:lnTo>
                  <a:lnTo>
                    <a:pt x="495737" y="660246"/>
                  </a:lnTo>
                  <a:lnTo>
                    <a:pt x="495737" y="616231"/>
                  </a:lnTo>
                  <a:lnTo>
                    <a:pt x="517745" y="616231"/>
                  </a:lnTo>
                  <a:lnTo>
                    <a:pt x="517745" y="660246"/>
                  </a:lnTo>
                  <a:lnTo>
                    <a:pt x="704815" y="660246"/>
                  </a:lnTo>
                  <a:lnTo>
                    <a:pt x="704815" y="699311"/>
                  </a:lnTo>
                  <a:cubicBezTo>
                    <a:pt x="704815" y="702613"/>
                    <a:pt x="704815" y="704263"/>
                    <a:pt x="704815" y="704263"/>
                  </a:cubicBezTo>
                  <a:lnTo>
                    <a:pt x="66575" y="704263"/>
                  </a:lnTo>
                  <a:cubicBezTo>
                    <a:pt x="30262" y="704263"/>
                    <a:pt x="0" y="674552"/>
                    <a:pt x="0" y="638238"/>
                  </a:cubicBezTo>
                  <a:close/>
                  <a:moveTo>
                    <a:pt x="551" y="0"/>
                  </a:moveTo>
                  <a:lnTo>
                    <a:pt x="44568" y="0"/>
                  </a:lnTo>
                  <a:lnTo>
                    <a:pt x="638241" y="0"/>
                  </a:lnTo>
                  <a:cubicBezTo>
                    <a:pt x="674555" y="0"/>
                    <a:pt x="704266" y="29711"/>
                    <a:pt x="704266" y="66025"/>
                  </a:cubicBezTo>
                  <a:lnTo>
                    <a:pt x="704266" y="440165"/>
                  </a:lnTo>
                  <a:lnTo>
                    <a:pt x="660249" y="440165"/>
                  </a:lnTo>
                  <a:lnTo>
                    <a:pt x="660249" y="363135"/>
                  </a:lnTo>
                  <a:lnTo>
                    <a:pt x="616782" y="363135"/>
                  </a:lnTo>
                  <a:lnTo>
                    <a:pt x="616782" y="341127"/>
                  </a:lnTo>
                  <a:lnTo>
                    <a:pt x="660249" y="341127"/>
                  </a:lnTo>
                  <a:lnTo>
                    <a:pt x="660249" y="209078"/>
                  </a:lnTo>
                  <a:lnTo>
                    <a:pt x="616782" y="209078"/>
                  </a:lnTo>
                  <a:lnTo>
                    <a:pt x="616782" y="187070"/>
                  </a:lnTo>
                  <a:lnTo>
                    <a:pt x="660249" y="187070"/>
                  </a:lnTo>
                  <a:lnTo>
                    <a:pt x="660249" y="152957"/>
                  </a:lnTo>
                  <a:lnTo>
                    <a:pt x="660249" y="130949"/>
                  </a:lnTo>
                  <a:lnTo>
                    <a:pt x="660249" y="66025"/>
                  </a:lnTo>
                  <a:cubicBezTo>
                    <a:pt x="660249" y="53920"/>
                    <a:pt x="650346" y="44016"/>
                    <a:pt x="638241" y="44016"/>
                  </a:cubicBezTo>
                  <a:lnTo>
                    <a:pt x="517745" y="44016"/>
                  </a:lnTo>
                  <a:lnTo>
                    <a:pt x="517745" y="88033"/>
                  </a:lnTo>
                  <a:lnTo>
                    <a:pt x="495737" y="88033"/>
                  </a:lnTo>
                  <a:lnTo>
                    <a:pt x="495737" y="44016"/>
                  </a:lnTo>
                  <a:lnTo>
                    <a:pt x="363687" y="44016"/>
                  </a:lnTo>
                  <a:lnTo>
                    <a:pt x="363687" y="88033"/>
                  </a:lnTo>
                  <a:lnTo>
                    <a:pt x="341679" y="88033"/>
                  </a:lnTo>
                  <a:lnTo>
                    <a:pt x="341679" y="44016"/>
                  </a:lnTo>
                  <a:lnTo>
                    <a:pt x="209629" y="44016"/>
                  </a:lnTo>
                  <a:lnTo>
                    <a:pt x="209629" y="88033"/>
                  </a:lnTo>
                  <a:lnTo>
                    <a:pt x="187621" y="88033"/>
                  </a:lnTo>
                  <a:lnTo>
                    <a:pt x="187621" y="44016"/>
                  </a:lnTo>
                  <a:lnTo>
                    <a:pt x="44568" y="44016"/>
                  </a:lnTo>
                  <a:lnTo>
                    <a:pt x="44568" y="44919"/>
                  </a:lnTo>
                  <a:lnTo>
                    <a:pt x="551" y="44919"/>
                  </a:lnTo>
                  <a:lnTo>
                    <a:pt x="551" y="44016"/>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88" name="Freeform: Shape 1287">
              <a:extLst>
                <a:ext uri="{FF2B5EF4-FFF2-40B4-BE49-F238E27FC236}">
                  <a16:creationId xmlns:a16="http://schemas.microsoft.com/office/drawing/2014/main" id="{17FB2AB0-C646-3BEF-9DC3-4E2E68D66D90}"/>
                </a:ext>
                <a:ext uri="{C183D7F6-B498-43B3-948B-1728B52AA6E4}">
                  <adec:decorative xmlns:adec="http://schemas.microsoft.com/office/drawing/2017/decorative" val="1"/>
                </a:ext>
              </a:extLst>
            </p:cNvPr>
            <p:cNvSpPr/>
            <p:nvPr/>
          </p:nvSpPr>
          <p:spPr>
            <a:xfrm>
              <a:off x="1301747" y="2266565"/>
              <a:ext cx="493634" cy="371476"/>
            </a:xfrm>
            <a:custGeom>
              <a:avLst/>
              <a:gdLst>
                <a:gd name="connsiteX0" fmla="*/ 0 w 760386"/>
                <a:gd name="connsiteY0" fmla="*/ 551 h 572215"/>
                <a:gd name="connsiteX1" fmla="*/ 65475 w 760386"/>
                <a:gd name="connsiteY1" fmla="*/ 551 h 572215"/>
                <a:gd name="connsiteX2" fmla="*/ 65475 w 760386"/>
                <a:gd name="connsiteY2" fmla="*/ 66025 h 572215"/>
                <a:gd name="connsiteX3" fmla="*/ 0 w 760386"/>
                <a:gd name="connsiteY3" fmla="*/ 66025 h 572215"/>
                <a:gd name="connsiteX4" fmla="*/ 87483 w 760386"/>
                <a:gd name="connsiteY4" fmla="*/ 0 h 572215"/>
                <a:gd name="connsiteX5" fmla="*/ 299863 w 760386"/>
                <a:gd name="connsiteY5" fmla="*/ 220633 h 572215"/>
                <a:gd name="connsiteX6" fmla="*/ 375241 w 760386"/>
                <a:gd name="connsiteY6" fmla="*/ 152958 h 572215"/>
                <a:gd name="connsiteX7" fmla="*/ 716369 w 760386"/>
                <a:gd name="connsiteY7" fmla="*/ 497387 h 572215"/>
                <a:gd name="connsiteX8" fmla="*/ 716369 w 760386"/>
                <a:gd name="connsiteY8" fmla="*/ 395598 h 572215"/>
                <a:gd name="connsiteX9" fmla="*/ 760386 w 760386"/>
                <a:gd name="connsiteY9" fmla="*/ 395598 h 572215"/>
                <a:gd name="connsiteX10" fmla="*/ 760386 w 760386"/>
                <a:gd name="connsiteY10" fmla="*/ 528199 h 572215"/>
                <a:gd name="connsiteX11" fmla="*/ 760386 w 760386"/>
                <a:gd name="connsiteY11" fmla="*/ 571665 h 572215"/>
                <a:gd name="connsiteX12" fmla="*/ 760386 w 760386"/>
                <a:gd name="connsiteY12" fmla="*/ 572215 h 572215"/>
                <a:gd name="connsiteX13" fmla="*/ 584320 w 760386"/>
                <a:gd name="connsiteY13" fmla="*/ 572215 h 572215"/>
                <a:gd name="connsiteX14" fmla="*/ 584320 w 760386"/>
                <a:gd name="connsiteY14" fmla="*/ 528199 h 572215"/>
                <a:gd name="connsiteX15" fmla="*/ 689959 w 760386"/>
                <a:gd name="connsiteY15" fmla="*/ 528199 h 572215"/>
                <a:gd name="connsiteX16" fmla="*/ 374141 w 760386"/>
                <a:gd name="connsiteY16" fmla="*/ 214581 h 572215"/>
                <a:gd name="connsiteX17" fmla="*/ 298212 w 760386"/>
                <a:gd name="connsiteY17" fmla="*/ 281706 h 572215"/>
                <a:gd name="connsiteX18" fmla="*/ 87483 w 760386"/>
                <a:gd name="connsiteY18" fmla="*/ 63274 h 57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0386" h="572215">
                  <a:moveTo>
                    <a:pt x="0" y="551"/>
                  </a:moveTo>
                  <a:lnTo>
                    <a:pt x="65475" y="551"/>
                  </a:lnTo>
                  <a:lnTo>
                    <a:pt x="65475" y="66025"/>
                  </a:lnTo>
                  <a:lnTo>
                    <a:pt x="0" y="66025"/>
                  </a:lnTo>
                  <a:close/>
                  <a:moveTo>
                    <a:pt x="87483" y="0"/>
                  </a:moveTo>
                  <a:lnTo>
                    <a:pt x="299863" y="220633"/>
                  </a:lnTo>
                  <a:lnTo>
                    <a:pt x="375241" y="152958"/>
                  </a:lnTo>
                  <a:lnTo>
                    <a:pt x="716369" y="497387"/>
                  </a:lnTo>
                  <a:lnTo>
                    <a:pt x="716369" y="395598"/>
                  </a:lnTo>
                  <a:lnTo>
                    <a:pt x="760386" y="395598"/>
                  </a:lnTo>
                  <a:lnTo>
                    <a:pt x="760386" y="528199"/>
                  </a:lnTo>
                  <a:lnTo>
                    <a:pt x="760386" y="571665"/>
                  </a:lnTo>
                  <a:lnTo>
                    <a:pt x="760386" y="572215"/>
                  </a:lnTo>
                  <a:lnTo>
                    <a:pt x="584320" y="572215"/>
                  </a:lnTo>
                  <a:lnTo>
                    <a:pt x="584320" y="528199"/>
                  </a:lnTo>
                  <a:lnTo>
                    <a:pt x="689959" y="528199"/>
                  </a:lnTo>
                  <a:lnTo>
                    <a:pt x="374141" y="214581"/>
                  </a:lnTo>
                  <a:lnTo>
                    <a:pt x="298212" y="281706"/>
                  </a:lnTo>
                  <a:lnTo>
                    <a:pt x="87483" y="63274"/>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13" name="Group 912">
            <a:extLst>
              <a:ext uri="{FF2B5EF4-FFF2-40B4-BE49-F238E27FC236}">
                <a16:creationId xmlns:a16="http://schemas.microsoft.com/office/drawing/2014/main" id="{42C30DFA-2E2E-6AC9-4220-7A8216B59312}"/>
              </a:ext>
              <a:ext uri="{C183D7F6-B498-43B3-948B-1728B52AA6E4}">
                <adec:decorative xmlns:adec="http://schemas.microsoft.com/office/drawing/2017/decorative" val="1"/>
              </a:ext>
            </a:extLst>
          </p:cNvPr>
          <p:cNvGrpSpPr>
            <a:grpSpLocks noChangeAspect="1"/>
          </p:cNvGrpSpPr>
          <p:nvPr/>
        </p:nvGrpSpPr>
        <p:grpSpPr>
          <a:xfrm>
            <a:off x="1963731" y="2223703"/>
            <a:ext cx="456907" cy="457200"/>
            <a:chOff x="1963731" y="2223703"/>
            <a:chExt cx="456907" cy="457200"/>
          </a:xfrm>
          <a:solidFill>
            <a:srgbClr val="FF0000"/>
          </a:solidFill>
        </p:grpSpPr>
        <p:sp>
          <p:nvSpPr>
            <p:cNvPr id="1289" name="Freeform: Shape 1288">
              <a:extLst>
                <a:ext uri="{FF2B5EF4-FFF2-40B4-BE49-F238E27FC236}">
                  <a16:creationId xmlns:a16="http://schemas.microsoft.com/office/drawing/2014/main" id="{D7947EAF-0D26-F28C-4905-16DDA5123E0B}"/>
                </a:ext>
                <a:ext uri="{C183D7F6-B498-43B3-948B-1728B52AA6E4}">
                  <adec:decorative xmlns:adec="http://schemas.microsoft.com/office/drawing/2017/decorative" val="1"/>
                </a:ext>
              </a:extLst>
            </p:cNvPr>
            <p:cNvSpPr/>
            <p:nvPr/>
          </p:nvSpPr>
          <p:spPr>
            <a:xfrm>
              <a:off x="1969460" y="2223703"/>
              <a:ext cx="451178" cy="451438"/>
            </a:xfrm>
            <a:custGeom>
              <a:avLst/>
              <a:gdLst>
                <a:gd name="connsiteX0" fmla="*/ 66846 w 839700"/>
                <a:gd name="connsiteY0" fmla="*/ 0 h 840185"/>
                <a:gd name="connsiteX1" fmla="*/ 707688 w 839700"/>
                <a:gd name="connsiteY1" fmla="*/ 0 h 840185"/>
                <a:gd name="connsiteX2" fmla="*/ 707688 w 839700"/>
                <a:gd name="connsiteY2" fmla="*/ 1 h 840185"/>
                <a:gd name="connsiteX3" fmla="*/ 794398 w 839700"/>
                <a:gd name="connsiteY3" fmla="*/ 1 h 840185"/>
                <a:gd name="connsiteX4" fmla="*/ 794398 w 839700"/>
                <a:gd name="connsiteY4" fmla="*/ 0 h 840185"/>
                <a:gd name="connsiteX5" fmla="*/ 839700 w 839700"/>
                <a:gd name="connsiteY5" fmla="*/ 0 h 840185"/>
                <a:gd name="connsiteX6" fmla="*/ 839700 w 839700"/>
                <a:gd name="connsiteY6" fmla="*/ 1 h 840185"/>
                <a:gd name="connsiteX7" fmla="*/ 839700 w 839700"/>
                <a:gd name="connsiteY7" fmla="*/ 45302 h 840185"/>
                <a:gd name="connsiteX8" fmla="*/ 839700 w 839700"/>
                <a:gd name="connsiteY8" fmla="*/ 261026 h 840185"/>
                <a:gd name="connsiteX9" fmla="*/ 839699 w 839700"/>
                <a:gd name="connsiteY9" fmla="*/ 261026 h 840185"/>
                <a:gd name="connsiteX10" fmla="*/ 839699 w 839700"/>
                <a:gd name="connsiteY10" fmla="*/ 577217 h 840185"/>
                <a:gd name="connsiteX11" fmla="*/ 839699 w 839700"/>
                <a:gd name="connsiteY11" fmla="*/ 689364 h 840185"/>
                <a:gd name="connsiteX12" fmla="*/ 839699 w 839700"/>
                <a:gd name="connsiteY12" fmla="*/ 745162 h 840185"/>
                <a:gd name="connsiteX13" fmla="*/ 839699 w 839700"/>
                <a:gd name="connsiteY13" fmla="*/ 762840 h 840185"/>
                <a:gd name="connsiteX14" fmla="*/ 839699 w 839700"/>
                <a:gd name="connsiteY14" fmla="*/ 773889 h 840185"/>
                <a:gd name="connsiteX15" fmla="*/ 773405 w 839700"/>
                <a:gd name="connsiteY15" fmla="*/ 840183 h 840185"/>
                <a:gd name="connsiteX16" fmla="*/ 351854 w 839700"/>
                <a:gd name="connsiteY16" fmla="*/ 840183 h 840185"/>
                <a:gd name="connsiteX17" fmla="*/ 351854 w 839700"/>
                <a:gd name="connsiteY17" fmla="*/ 840185 h 840185"/>
                <a:gd name="connsiteX18" fmla="*/ 90828 w 839700"/>
                <a:gd name="connsiteY18" fmla="*/ 840185 h 840185"/>
                <a:gd name="connsiteX19" fmla="*/ 90828 w 839700"/>
                <a:gd name="connsiteY19" fmla="*/ 794884 h 840185"/>
                <a:gd name="connsiteX20" fmla="*/ 231693 w 839700"/>
                <a:gd name="connsiteY20" fmla="*/ 794884 h 840185"/>
                <a:gd name="connsiteX21" fmla="*/ 231693 w 839700"/>
                <a:gd name="connsiteY21" fmla="*/ 752548 h 840185"/>
                <a:gd name="connsiteX22" fmla="*/ 253791 w 839700"/>
                <a:gd name="connsiteY22" fmla="*/ 752548 h 840185"/>
                <a:gd name="connsiteX23" fmla="*/ 253791 w 839700"/>
                <a:gd name="connsiteY23" fmla="*/ 794884 h 840185"/>
                <a:gd name="connsiteX24" fmla="*/ 351854 w 839700"/>
                <a:gd name="connsiteY24" fmla="*/ 794884 h 840185"/>
                <a:gd name="connsiteX25" fmla="*/ 351854 w 839700"/>
                <a:gd name="connsiteY25" fmla="*/ 795987 h 840185"/>
                <a:gd name="connsiteX26" fmla="*/ 408821 w 839700"/>
                <a:gd name="connsiteY26" fmla="*/ 795987 h 840185"/>
                <a:gd name="connsiteX27" fmla="*/ 408821 w 839700"/>
                <a:gd name="connsiteY27" fmla="*/ 749723 h 840185"/>
                <a:gd name="connsiteX28" fmla="*/ 430919 w 839700"/>
                <a:gd name="connsiteY28" fmla="*/ 749723 h 840185"/>
                <a:gd name="connsiteX29" fmla="*/ 430919 w 839700"/>
                <a:gd name="connsiteY29" fmla="*/ 795987 h 840185"/>
                <a:gd name="connsiteX30" fmla="*/ 585948 w 839700"/>
                <a:gd name="connsiteY30" fmla="*/ 795987 h 840185"/>
                <a:gd name="connsiteX31" fmla="*/ 585948 w 839700"/>
                <a:gd name="connsiteY31" fmla="*/ 752548 h 840185"/>
                <a:gd name="connsiteX32" fmla="*/ 608046 w 839700"/>
                <a:gd name="connsiteY32" fmla="*/ 752548 h 840185"/>
                <a:gd name="connsiteX33" fmla="*/ 608046 w 839700"/>
                <a:gd name="connsiteY33" fmla="*/ 795987 h 840185"/>
                <a:gd name="connsiteX34" fmla="*/ 772852 w 839700"/>
                <a:gd name="connsiteY34" fmla="*/ 795987 h 840185"/>
                <a:gd name="connsiteX35" fmla="*/ 794951 w 839700"/>
                <a:gd name="connsiteY35" fmla="*/ 773889 h 840185"/>
                <a:gd name="connsiteX36" fmla="*/ 794951 w 839700"/>
                <a:gd name="connsiteY36" fmla="*/ 709253 h 840185"/>
                <a:gd name="connsiteX37" fmla="*/ 794951 w 839700"/>
                <a:gd name="connsiteY37" fmla="*/ 701518 h 840185"/>
                <a:gd name="connsiteX38" fmla="*/ 795503 w 839700"/>
                <a:gd name="connsiteY38" fmla="*/ 702071 h 840185"/>
                <a:gd name="connsiteX39" fmla="*/ 795503 w 839700"/>
                <a:gd name="connsiteY39" fmla="*/ 638539 h 840185"/>
                <a:gd name="connsiteX40" fmla="*/ 794951 w 839700"/>
                <a:gd name="connsiteY40" fmla="*/ 637987 h 840185"/>
                <a:gd name="connsiteX41" fmla="*/ 794951 w 839700"/>
                <a:gd name="connsiteY41" fmla="*/ 584424 h 840185"/>
                <a:gd name="connsiteX42" fmla="*/ 750243 w 839700"/>
                <a:gd name="connsiteY42" fmla="*/ 584424 h 840185"/>
                <a:gd name="connsiteX43" fmla="*/ 750243 w 839700"/>
                <a:gd name="connsiteY43" fmla="*/ 562326 h 840185"/>
                <a:gd name="connsiteX44" fmla="*/ 794951 w 839700"/>
                <a:gd name="connsiteY44" fmla="*/ 562326 h 840185"/>
                <a:gd name="connsiteX45" fmla="*/ 794951 w 839700"/>
                <a:gd name="connsiteY45" fmla="*/ 431086 h 840185"/>
                <a:gd name="connsiteX46" fmla="*/ 750243 w 839700"/>
                <a:gd name="connsiteY46" fmla="*/ 431086 h 840185"/>
                <a:gd name="connsiteX47" fmla="*/ 750243 w 839700"/>
                <a:gd name="connsiteY47" fmla="*/ 408988 h 840185"/>
                <a:gd name="connsiteX48" fmla="*/ 794951 w 839700"/>
                <a:gd name="connsiteY48" fmla="*/ 408988 h 840185"/>
                <a:gd name="connsiteX49" fmla="*/ 794951 w 839700"/>
                <a:gd name="connsiteY49" fmla="*/ 276400 h 840185"/>
                <a:gd name="connsiteX50" fmla="*/ 750243 w 839700"/>
                <a:gd name="connsiteY50" fmla="*/ 276400 h 840185"/>
                <a:gd name="connsiteX51" fmla="*/ 750243 w 839700"/>
                <a:gd name="connsiteY51" fmla="*/ 254302 h 840185"/>
                <a:gd name="connsiteX52" fmla="*/ 794398 w 839700"/>
                <a:gd name="connsiteY52" fmla="*/ 254302 h 840185"/>
                <a:gd name="connsiteX53" fmla="*/ 794398 w 839700"/>
                <a:gd name="connsiteY53" fmla="*/ 45302 h 840185"/>
                <a:gd name="connsiteX54" fmla="*/ 608046 w 839700"/>
                <a:gd name="connsiteY54" fmla="*/ 45302 h 840185"/>
                <a:gd name="connsiteX55" fmla="*/ 608046 w 839700"/>
                <a:gd name="connsiteY55" fmla="*/ 89134 h 840185"/>
                <a:gd name="connsiteX56" fmla="*/ 585948 w 839700"/>
                <a:gd name="connsiteY56" fmla="*/ 89134 h 840185"/>
                <a:gd name="connsiteX57" fmla="*/ 585948 w 839700"/>
                <a:gd name="connsiteY57" fmla="*/ 45302 h 840185"/>
                <a:gd name="connsiteX58" fmla="*/ 578673 w 839700"/>
                <a:gd name="connsiteY58" fmla="*/ 45302 h 840185"/>
                <a:gd name="connsiteX59" fmla="*/ 578673 w 839700"/>
                <a:gd name="connsiteY59" fmla="*/ 44196 h 840185"/>
                <a:gd name="connsiteX60" fmla="*/ 430919 w 839700"/>
                <a:gd name="connsiteY60" fmla="*/ 44196 h 840185"/>
                <a:gd name="connsiteX61" fmla="*/ 430919 w 839700"/>
                <a:gd name="connsiteY61" fmla="*/ 89134 h 840185"/>
                <a:gd name="connsiteX62" fmla="*/ 408821 w 839700"/>
                <a:gd name="connsiteY62" fmla="*/ 89134 h 840185"/>
                <a:gd name="connsiteX63" fmla="*/ 408821 w 839700"/>
                <a:gd name="connsiteY63" fmla="*/ 44196 h 840185"/>
                <a:gd name="connsiteX64" fmla="*/ 253791 w 839700"/>
                <a:gd name="connsiteY64" fmla="*/ 44196 h 840185"/>
                <a:gd name="connsiteX65" fmla="*/ 253791 w 839700"/>
                <a:gd name="connsiteY65" fmla="*/ 89134 h 840185"/>
                <a:gd name="connsiteX66" fmla="*/ 231693 w 839700"/>
                <a:gd name="connsiteY66" fmla="*/ 89134 h 840185"/>
                <a:gd name="connsiteX67" fmla="*/ 231693 w 839700"/>
                <a:gd name="connsiteY67" fmla="*/ 44196 h 840185"/>
                <a:gd name="connsiteX68" fmla="*/ 66846 w 839700"/>
                <a:gd name="connsiteY68" fmla="*/ 44196 h 840185"/>
                <a:gd name="connsiteX69" fmla="*/ 45301 w 839700"/>
                <a:gd name="connsiteY69" fmla="*/ 66294 h 840185"/>
                <a:gd name="connsiteX70" fmla="*/ 45301 w 839700"/>
                <a:gd name="connsiteY70" fmla="*/ 254302 h 840185"/>
                <a:gd name="connsiteX71" fmla="*/ 87342 w 839700"/>
                <a:gd name="connsiteY71" fmla="*/ 254302 h 840185"/>
                <a:gd name="connsiteX72" fmla="*/ 87342 w 839700"/>
                <a:gd name="connsiteY72" fmla="*/ 276400 h 840185"/>
                <a:gd name="connsiteX73" fmla="*/ 45301 w 839700"/>
                <a:gd name="connsiteY73" fmla="*/ 276400 h 840185"/>
                <a:gd name="connsiteX74" fmla="*/ 45301 w 839700"/>
                <a:gd name="connsiteY74" fmla="*/ 408988 h 840185"/>
                <a:gd name="connsiteX75" fmla="*/ 87342 w 839700"/>
                <a:gd name="connsiteY75" fmla="*/ 408988 h 840185"/>
                <a:gd name="connsiteX76" fmla="*/ 87342 w 839700"/>
                <a:gd name="connsiteY76" fmla="*/ 431086 h 840185"/>
                <a:gd name="connsiteX77" fmla="*/ 45301 w 839700"/>
                <a:gd name="connsiteY77" fmla="*/ 431086 h 840185"/>
                <a:gd name="connsiteX78" fmla="*/ 45301 w 839700"/>
                <a:gd name="connsiteY78" fmla="*/ 459436 h 840185"/>
                <a:gd name="connsiteX79" fmla="*/ 45301 w 839700"/>
                <a:gd name="connsiteY79" fmla="*/ 459436 h 840185"/>
                <a:gd name="connsiteX80" fmla="*/ 45301 w 839700"/>
                <a:gd name="connsiteY80" fmla="*/ 562326 h 840185"/>
                <a:gd name="connsiteX81" fmla="*/ 87342 w 839700"/>
                <a:gd name="connsiteY81" fmla="*/ 562326 h 840185"/>
                <a:gd name="connsiteX82" fmla="*/ 87342 w 839700"/>
                <a:gd name="connsiteY82" fmla="*/ 584424 h 840185"/>
                <a:gd name="connsiteX83" fmla="*/ 45301 w 839700"/>
                <a:gd name="connsiteY83" fmla="*/ 584424 h 840185"/>
                <a:gd name="connsiteX84" fmla="*/ 45301 w 839700"/>
                <a:gd name="connsiteY84" fmla="*/ 757561 h 840185"/>
                <a:gd name="connsiteX85" fmla="*/ 0 w 839700"/>
                <a:gd name="connsiteY85" fmla="*/ 757561 h 840185"/>
                <a:gd name="connsiteX86" fmla="*/ 0 w 839700"/>
                <a:gd name="connsiteY86" fmla="*/ 502177 h 840185"/>
                <a:gd name="connsiteX87" fmla="*/ 0 w 839700"/>
                <a:gd name="connsiteY87" fmla="*/ 459436 h 840185"/>
                <a:gd name="connsiteX88" fmla="*/ 0 w 839700"/>
                <a:gd name="connsiteY88" fmla="*/ 66294 h 840185"/>
                <a:gd name="connsiteX89" fmla="*/ 66846 w 839700"/>
                <a:gd name="connsiteY89" fmla="*/ 0 h 84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39700" h="840185">
                  <a:moveTo>
                    <a:pt x="66846" y="0"/>
                  </a:moveTo>
                  <a:lnTo>
                    <a:pt x="707688" y="0"/>
                  </a:lnTo>
                  <a:lnTo>
                    <a:pt x="707688" y="1"/>
                  </a:lnTo>
                  <a:lnTo>
                    <a:pt x="794398" y="1"/>
                  </a:lnTo>
                  <a:lnTo>
                    <a:pt x="794398" y="0"/>
                  </a:lnTo>
                  <a:lnTo>
                    <a:pt x="839700" y="0"/>
                  </a:lnTo>
                  <a:lnTo>
                    <a:pt x="839700" y="1"/>
                  </a:lnTo>
                  <a:lnTo>
                    <a:pt x="839700" y="45302"/>
                  </a:lnTo>
                  <a:lnTo>
                    <a:pt x="839700" y="261026"/>
                  </a:lnTo>
                  <a:lnTo>
                    <a:pt x="839699" y="261026"/>
                  </a:lnTo>
                  <a:lnTo>
                    <a:pt x="839699" y="577217"/>
                  </a:lnTo>
                  <a:lnTo>
                    <a:pt x="839699" y="689364"/>
                  </a:lnTo>
                  <a:lnTo>
                    <a:pt x="839699" y="745162"/>
                  </a:lnTo>
                  <a:lnTo>
                    <a:pt x="839699" y="762840"/>
                  </a:lnTo>
                  <a:lnTo>
                    <a:pt x="839699" y="773889"/>
                  </a:lnTo>
                  <a:cubicBezTo>
                    <a:pt x="839699" y="810351"/>
                    <a:pt x="809867" y="840183"/>
                    <a:pt x="773405" y="840183"/>
                  </a:cubicBezTo>
                  <a:lnTo>
                    <a:pt x="351854" y="840183"/>
                  </a:lnTo>
                  <a:lnTo>
                    <a:pt x="351854" y="840185"/>
                  </a:lnTo>
                  <a:lnTo>
                    <a:pt x="90828" y="840185"/>
                  </a:lnTo>
                  <a:lnTo>
                    <a:pt x="90828" y="794884"/>
                  </a:lnTo>
                  <a:lnTo>
                    <a:pt x="231693" y="794884"/>
                  </a:lnTo>
                  <a:lnTo>
                    <a:pt x="231693" y="752548"/>
                  </a:lnTo>
                  <a:lnTo>
                    <a:pt x="253791" y="752548"/>
                  </a:lnTo>
                  <a:lnTo>
                    <a:pt x="253791" y="794884"/>
                  </a:lnTo>
                  <a:lnTo>
                    <a:pt x="351854" y="794884"/>
                  </a:lnTo>
                  <a:lnTo>
                    <a:pt x="351854" y="795987"/>
                  </a:lnTo>
                  <a:lnTo>
                    <a:pt x="408821" y="795987"/>
                  </a:lnTo>
                  <a:lnTo>
                    <a:pt x="408821" y="749723"/>
                  </a:lnTo>
                  <a:lnTo>
                    <a:pt x="430919" y="749723"/>
                  </a:lnTo>
                  <a:lnTo>
                    <a:pt x="430919" y="795987"/>
                  </a:lnTo>
                  <a:lnTo>
                    <a:pt x="585948" y="795987"/>
                  </a:lnTo>
                  <a:lnTo>
                    <a:pt x="585948" y="752548"/>
                  </a:lnTo>
                  <a:lnTo>
                    <a:pt x="608046" y="752548"/>
                  </a:lnTo>
                  <a:lnTo>
                    <a:pt x="608046" y="795987"/>
                  </a:lnTo>
                  <a:lnTo>
                    <a:pt x="772852" y="795987"/>
                  </a:lnTo>
                  <a:cubicBezTo>
                    <a:pt x="785006" y="795987"/>
                    <a:pt x="794951" y="786043"/>
                    <a:pt x="794951" y="773889"/>
                  </a:cubicBezTo>
                  <a:lnTo>
                    <a:pt x="794951" y="709253"/>
                  </a:lnTo>
                  <a:lnTo>
                    <a:pt x="794951" y="701518"/>
                  </a:lnTo>
                  <a:cubicBezTo>
                    <a:pt x="795503" y="702071"/>
                    <a:pt x="795503" y="702071"/>
                    <a:pt x="795503" y="702071"/>
                  </a:cubicBezTo>
                  <a:lnTo>
                    <a:pt x="795503" y="638539"/>
                  </a:lnTo>
                  <a:cubicBezTo>
                    <a:pt x="794951" y="637987"/>
                    <a:pt x="794951" y="637987"/>
                    <a:pt x="794951" y="637987"/>
                  </a:cubicBezTo>
                  <a:lnTo>
                    <a:pt x="794951" y="584424"/>
                  </a:lnTo>
                  <a:lnTo>
                    <a:pt x="750243" y="584424"/>
                  </a:lnTo>
                  <a:lnTo>
                    <a:pt x="750243" y="562326"/>
                  </a:lnTo>
                  <a:lnTo>
                    <a:pt x="794951" y="562326"/>
                  </a:lnTo>
                  <a:lnTo>
                    <a:pt x="794951" y="431086"/>
                  </a:lnTo>
                  <a:lnTo>
                    <a:pt x="750243" y="431086"/>
                  </a:lnTo>
                  <a:lnTo>
                    <a:pt x="750243" y="408988"/>
                  </a:lnTo>
                  <a:lnTo>
                    <a:pt x="794951" y="408988"/>
                  </a:lnTo>
                  <a:lnTo>
                    <a:pt x="794951" y="276400"/>
                  </a:lnTo>
                  <a:lnTo>
                    <a:pt x="750243" y="276400"/>
                  </a:lnTo>
                  <a:lnTo>
                    <a:pt x="750243" y="254302"/>
                  </a:lnTo>
                  <a:lnTo>
                    <a:pt x="794398" y="254302"/>
                  </a:lnTo>
                  <a:lnTo>
                    <a:pt x="794398" y="45302"/>
                  </a:lnTo>
                  <a:lnTo>
                    <a:pt x="608046" y="45302"/>
                  </a:lnTo>
                  <a:lnTo>
                    <a:pt x="608046" y="89134"/>
                  </a:lnTo>
                  <a:lnTo>
                    <a:pt x="585948" y="89134"/>
                  </a:lnTo>
                  <a:lnTo>
                    <a:pt x="585948" y="45302"/>
                  </a:lnTo>
                  <a:lnTo>
                    <a:pt x="578673" y="45302"/>
                  </a:lnTo>
                  <a:lnTo>
                    <a:pt x="578673" y="44196"/>
                  </a:lnTo>
                  <a:lnTo>
                    <a:pt x="430919" y="44196"/>
                  </a:lnTo>
                  <a:lnTo>
                    <a:pt x="430919" y="89134"/>
                  </a:lnTo>
                  <a:lnTo>
                    <a:pt x="408821" y="89134"/>
                  </a:lnTo>
                  <a:lnTo>
                    <a:pt x="408821" y="44196"/>
                  </a:lnTo>
                  <a:lnTo>
                    <a:pt x="253791" y="44196"/>
                  </a:lnTo>
                  <a:lnTo>
                    <a:pt x="253791" y="89134"/>
                  </a:lnTo>
                  <a:lnTo>
                    <a:pt x="231693" y="89134"/>
                  </a:lnTo>
                  <a:lnTo>
                    <a:pt x="231693" y="44196"/>
                  </a:lnTo>
                  <a:lnTo>
                    <a:pt x="66846" y="44196"/>
                  </a:lnTo>
                  <a:cubicBezTo>
                    <a:pt x="54692" y="44196"/>
                    <a:pt x="45301" y="54140"/>
                    <a:pt x="45301" y="66294"/>
                  </a:cubicBezTo>
                  <a:lnTo>
                    <a:pt x="45301" y="254302"/>
                  </a:lnTo>
                  <a:lnTo>
                    <a:pt x="87342" y="254302"/>
                  </a:lnTo>
                  <a:lnTo>
                    <a:pt x="87342" y="276400"/>
                  </a:lnTo>
                  <a:lnTo>
                    <a:pt x="45301" y="276400"/>
                  </a:lnTo>
                  <a:lnTo>
                    <a:pt x="45301" y="408988"/>
                  </a:lnTo>
                  <a:lnTo>
                    <a:pt x="87342" y="408988"/>
                  </a:lnTo>
                  <a:lnTo>
                    <a:pt x="87342" y="431086"/>
                  </a:lnTo>
                  <a:lnTo>
                    <a:pt x="45301" y="431086"/>
                  </a:lnTo>
                  <a:lnTo>
                    <a:pt x="45301" y="459436"/>
                  </a:lnTo>
                  <a:lnTo>
                    <a:pt x="45301" y="459436"/>
                  </a:lnTo>
                  <a:lnTo>
                    <a:pt x="45301" y="562326"/>
                  </a:lnTo>
                  <a:lnTo>
                    <a:pt x="87342" y="562326"/>
                  </a:lnTo>
                  <a:lnTo>
                    <a:pt x="87342" y="584424"/>
                  </a:lnTo>
                  <a:lnTo>
                    <a:pt x="45301" y="584424"/>
                  </a:lnTo>
                  <a:lnTo>
                    <a:pt x="45301" y="757561"/>
                  </a:lnTo>
                  <a:lnTo>
                    <a:pt x="0" y="757561"/>
                  </a:lnTo>
                  <a:lnTo>
                    <a:pt x="0" y="502177"/>
                  </a:lnTo>
                  <a:lnTo>
                    <a:pt x="0" y="459436"/>
                  </a:lnTo>
                  <a:lnTo>
                    <a:pt x="0" y="66294"/>
                  </a:lnTo>
                  <a:cubicBezTo>
                    <a:pt x="0" y="29832"/>
                    <a:pt x="30385" y="0"/>
                    <a:pt x="66846"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90" name="Freeform: Shape 1289">
              <a:extLst>
                <a:ext uri="{FF2B5EF4-FFF2-40B4-BE49-F238E27FC236}">
                  <a16:creationId xmlns:a16="http://schemas.microsoft.com/office/drawing/2014/main" id="{2EF908A8-0230-9016-826D-8284A902BD19}"/>
                </a:ext>
                <a:ext uri="{C183D7F6-B498-43B3-948B-1728B52AA6E4}">
                  <adec:decorative xmlns:adec="http://schemas.microsoft.com/office/drawing/2017/decorative" val="1"/>
                </a:ext>
              </a:extLst>
            </p:cNvPr>
            <p:cNvSpPr/>
            <p:nvPr/>
          </p:nvSpPr>
          <p:spPr>
            <a:xfrm>
              <a:off x="1963731" y="2307093"/>
              <a:ext cx="350156" cy="373810"/>
            </a:xfrm>
            <a:custGeom>
              <a:avLst/>
              <a:gdLst>
                <a:gd name="connsiteX0" fmla="*/ 0 w 651686"/>
                <a:gd name="connsiteY0" fmla="*/ 629967 h 695708"/>
                <a:gd name="connsiteX1" fmla="*/ 65741 w 651686"/>
                <a:gd name="connsiteY1" fmla="*/ 629967 h 695708"/>
                <a:gd name="connsiteX2" fmla="*/ 65741 w 651686"/>
                <a:gd name="connsiteY2" fmla="*/ 695708 h 695708"/>
                <a:gd name="connsiteX3" fmla="*/ 0 w 651686"/>
                <a:gd name="connsiteY3" fmla="*/ 695708 h 695708"/>
                <a:gd name="connsiteX4" fmla="*/ 209379 w 651686"/>
                <a:gd name="connsiteY4" fmla="*/ 308183 h 695708"/>
                <a:gd name="connsiteX5" fmla="*/ 297431 w 651686"/>
                <a:gd name="connsiteY5" fmla="*/ 308183 h 695708"/>
                <a:gd name="connsiteX6" fmla="*/ 297431 w 651686"/>
                <a:gd name="connsiteY6" fmla="*/ 551770 h 695708"/>
                <a:gd name="connsiteX7" fmla="*/ 209379 w 651686"/>
                <a:gd name="connsiteY7" fmla="*/ 551770 h 695708"/>
                <a:gd name="connsiteX8" fmla="*/ 563634 w 651686"/>
                <a:gd name="connsiteY8" fmla="*/ 198226 h 695708"/>
                <a:gd name="connsiteX9" fmla="*/ 651686 w 651686"/>
                <a:gd name="connsiteY9" fmla="*/ 198226 h 695708"/>
                <a:gd name="connsiteX10" fmla="*/ 651686 w 651686"/>
                <a:gd name="connsiteY10" fmla="*/ 551770 h 695708"/>
                <a:gd name="connsiteX11" fmla="*/ 563634 w 651686"/>
                <a:gd name="connsiteY11" fmla="*/ 551770 h 695708"/>
                <a:gd name="connsiteX12" fmla="*/ 386062 w 651686"/>
                <a:gd name="connsiteY12" fmla="*/ 0 h 695708"/>
                <a:gd name="connsiteX13" fmla="*/ 474114 w 651686"/>
                <a:gd name="connsiteY13" fmla="*/ 0 h 695708"/>
                <a:gd name="connsiteX14" fmla="*/ 474114 w 651686"/>
                <a:gd name="connsiteY14" fmla="*/ 551769 h 695708"/>
                <a:gd name="connsiteX15" fmla="*/ 386062 w 651686"/>
                <a:gd name="connsiteY15" fmla="*/ 551769 h 6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1686" h="695708">
                  <a:moveTo>
                    <a:pt x="0" y="629967"/>
                  </a:moveTo>
                  <a:lnTo>
                    <a:pt x="65741" y="629967"/>
                  </a:lnTo>
                  <a:lnTo>
                    <a:pt x="65741" y="695708"/>
                  </a:lnTo>
                  <a:lnTo>
                    <a:pt x="0" y="695708"/>
                  </a:lnTo>
                  <a:close/>
                  <a:moveTo>
                    <a:pt x="209379" y="308183"/>
                  </a:moveTo>
                  <a:lnTo>
                    <a:pt x="297431" y="308183"/>
                  </a:lnTo>
                  <a:lnTo>
                    <a:pt x="297431" y="551770"/>
                  </a:lnTo>
                  <a:lnTo>
                    <a:pt x="209379" y="551770"/>
                  </a:lnTo>
                  <a:close/>
                  <a:moveTo>
                    <a:pt x="563634" y="198226"/>
                  </a:moveTo>
                  <a:lnTo>
                    <a:pt x="651686" y="198226"/>
                  </a:lnTo>
                  <a:lnTo>
                    <a:pt x="651686" y="551770"/>
                  </a:lnTo>
                  <a:lnTo>
                    <a:pt x="563634" y="551770"/>
                  </a:lnTo>
                  <a:close/>
                  <a:moveTo>
                    <a:pt x="386062" y="0"/>
                  </a:moveTo>
                  <a:lnTo>
                    <a:pt x="474114" y="0"/>
                  </a:lnTo>
                  <a:lnTo>
                    <a:pt x="474114" y="551769"/>
                  </a:lnTo>
                  <a:lnTo>
                    <a:pt x="386062" y="551769"/>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6" name="Group 5">
            <a:extLst>
              <a:ext uri="{FF2B5EF4-FFF2-40B4-BE49-F238E27FC236}">
                <a16:creationId xmlns:a16="http://schemas.microsoft.com/office/drawing/2014/main" id="{FD3D06C4-6755-C7BD-4255-47C85154AF18}"/>
              </a:ext>
              <a:ext uri="{C183D7F6-B498-43B3-948B-1728B52AA6E4}">
                <adec:decorative xmlns:adec="http://schemas.microsoft.com/office/drawing/2017/decorative" val="1"/>
              </a:ext>
            </a:extLst>
          </p:cNvPr>
          <p:cNvGrpSpPr>
            <a:grpSpLocks noChangeAspect="1"/>
          </p:cNvGrpSpPr>
          <p:nvPr/>
        </p:nvGrpSpPr>
        <p:grpSpPr>
          <a:xfrm>
            <a:off x="3100313" y="2223703"/>
            <a:ext cx="518417" cy="457200"/>
            <a:chOff x="3100313" y="2223703"/>
            <a:chExt cx="518417" cy="457200"/>
          </a:xfrm>
        </p:grpSpPr>
        <p:sp>
          <p:nvSpPr>
            <p:cNvPr id="1292" name="Freeform: Shape 1291">
              <a:extLst>
                <a:ext uri="{FF2B5EF4-FFF2-40B4-BE49-F238E27FC236}">
                  <a16:creationId xmlns:a16="http://schemas.microsoft.com/office/drawing/2014/main" id="{BFAA038B-E005-E02E-2346-DC082CEE8FB0}"/>
                </a:ext>
                <a:ext uri="{C183D7F6-B498-43B3-948B-1728B52AA6E4}">
                  <adec:decorative xmlns:adec="http://schemas.microsoft.com/office/drawing/2017/decorative" val="1"/>
                </a:ext>
              </a:extLst>
            </p:cNvPr>
            <p:cNvSpPr/>
            <p:nvPr/>
          </p:nvSpPr>
          <p:spPr>
            <a:xfrm>
              <a:off x="3126977" y="2223703"/>
              <a:ext cx="461102" cy="457200"/>
            </a:xfrm>
            <a:custGeom>
              <a:avLst/>
              <a:gdLst>
                <a:gd name="connsiteX0" fmla="*/ 706902 w 747177"/>
                <a:gd name="connsiteY0" fmla="*/ 363771 h 740854"/>
                <a:gd name="connsiteX1" fmla="*/ 707825 w 747177"/>
                <a:gd name="connsiteY1" fmla="*/ 363926 h 740854"/>
                <a:gd name="connsiteX2" fmla="*/ 707779 w 747177"/>
                <a:gd name="connsiteY2" fmla="*/ 403485 h 740854"/>
                <a:gd name="connsiteX3" fmla="*/ 706802 w 747177"/>
                <a:gd name="connsiteY3" fmla="*/ 420942 h 740854"/>
                <a:gd name="connsiteX4" fmla="*/ 696141 w 747177"/>
                <a:gd name="connsiteY4" fmla="*/ 480248 h 740854"/>
                <a:gd name="connsiteX5" fmla="*/ 671794 w 747177"/>
                <a:gd name="connsiteY5" fmla="*/ 544269 h 740854"/>
                <a:gd name="connsiteX6" fmla="*/ 640981 w 747177"/>
                <a:gd name="connsiteY6" fmla="*/ 594786 h 740854"/>
                <a:gd name="connsiteX7" fmla="*/ 596511 w 747177"/>
                <a:gd name="connsiteY7" fmla="*/ 645365 h 740854"/>
                <a:gd name="connsiteX8" fmla="*/ 538025 w 747177"/>
                <a:gd name="connsiteY8" fmla="*/ 689754 h 740854"/>
                <a:gd name="connsiteX9" fmla="*/ 461772 w 747177"/>
                <a:gd name="connsiteY9" fmla="*/ 724328 h 740854"/>
                <a:gd name="connsiteX10" fmla="*/ 405960 w 747177"/>
                <a:gd name="connsiteY10" fmla="*/ 736920 h 740854"/>
                <a:gd name="connsiteX11" fmla="*/ 375688 w 747177"/>
                <a:gd name="connsiteY11" fmla="*/ 739802 h 740854"/>
                <a:gd name="connsiteX12" fmla="*/ 342037 w 747177"/>
                <a:gd name="connsiteY12" fmla="*/ 740692 h 740854"/>
                <a:gd name="connsiteX13" fmla="*/ 304120 w 747177"/>
                <a:gd name="connsiteY13" fmla="*/ 736965 h 740854"/>
                <a:gd name="connsiteX14" fmla="*/ 235159 w 747177"/>
                <a:gd name="connsiteY14" fmla="*/ 720175 h 740854"/>
                <a:gd name="connsiteX15" fmla="*/ 207549 w 747177"/>
                <a:gd name="connsiteY15" fmla="*/ 708700 h 740854"/>
                <a:gd name="connsiteX16" fmla="*/ 178292 w 747177"/>
                <a:gd name="connsiteY16" fmla="*/ 693814 h 740854"/>
                <a:gd name="connsiteX17" fmla="*/ 142382 w 747177"/>
                <a:gd name="connsiteY17" fmla="*/ 670141 h 740854"/>
                <a:gd name="connsiteX18" fmla="*/ 130288 w 747177"/>
                <a:gd name="connsiteY18" fmla="*/ 660652 h 740854"/>
                <a:gd name="connsiteX19" fmla="*/ 135976 w 747177"/>
                <a:gd name="connsiteY19" fmla="*/ 660345 h 740854"/>
                <a:gd name="connsiteX20" fmla="*/ 208147 w 747177"/>
                <a:gd name="connsiteY20" fmla="*/ 660406 h 740854"/>
                <a:gd name="connsiteX21" fmla="*/ 214998 w 747177"/>
                <a:gd name="connsiteY21" fmla="*/ 662063 h 740854"/>
                <a:gd name="connsiteX22" fmla="*/ 284165 w 747177"/>
                <a:gd name="connsiteY22" fmla="*/ 687505 h 740854"/>
                <a:gd name="connsiteX23" fmla="*/ 322495 w 747177"/>
                <a:gd name="connsiteY23" fmla="*/ 693561 h 740854"/>
                <a:gd name="connsiteX24" fmla="*/ 365729 w 747177"/>
                <a:gd name="connsiteY24" fmla="*/ 695401 h 740854"/>
                <a:gd name="connsiteX25" fmla="*/ 415847 w 747177"/>
                <a:gd name="connsiteY25" fmla="*/ 689298 h 740854"/>
                <a:gd name="connsiteX26" fmla="*/ 472724 w 747177"/>
                <a:gd name="connsiteY26" fmla="*/ 672048 h 740854"/>
                <a:gd name="connsiteX27" fmla="*/ 532243 w 747177"/>
                <a:gd name="connsiteY27" fmla="*/ 638809 h 740854"/>
                <a:gd name="connsiteX28" fmla="*/ 571871 w 747177"/>
                <a:gd name="connsiteY28" fmla="*/ 605803 h 740854"/>
                <a:gd name="connsiteX29" fmla="*/ 602236 w 747177"/>
                <a:gd name="connsiteY29" fmla="*/ 570721 h 740854"/>
                <a:gd name="connsiteX30" fmla="*/ 633032 w 747177"/>
                <a:gd name="connsiteY30" fmla="*/ 520173 h 740854"/>
                <a:gd name="connsiteX31" fmla="*/ 657703 w 747177"/>
                <a:gd name="connsiteY31" fmla="*/ 444754 h 740854"/>
                <a:gd name="connsiteX32" fmla="*/ 663246 w 747177"/>
                <a:gd name="connsiteY32" fmla="*/ 409138 h 740854"/>
                <a:gd name="connsiteX33" fmla="*/ 529605 w 747177"/>
                <a:gd name="connsiteY33" fmla="*/ 409138 h 740854"/>
                <a:gd name="connsiteX34" fmla="*/ 538749 w 747177"/>
                <a:gd name="connsiteY34" fmla="*/ 398802 h 740854"/>
                <a:gd name="connsiteX35" fmla="*/ 571395 w 747177"/>
                <a:gd name="connsiteY35" fmla="*/ 366189 h 740854"/>
                <a:gd name="connsiteX36" fmla="*/ 576307 w 747177"/>
                <a:gd name="connsiteY36" fmla="*/ 363852 h 740854"/>
                <a:gd name="connsiteX37" fmla="*/ 706902 w 747177"/>
                <a:gd name="connsiteY37" fmla="*/ 363771 h 740854"/>
                <a:gd name="connsiteX38" fmla="*/ 728419 w 747177"/>
                <a:gd name="connsiteY38" fmla="*/ 209737 h 740854"/>
                <a:gd name="connsiteX39" fmla="*/ 746626 w 747177"/>
                <a:gd name="connsiteY39" fmla="*/ 324252 h 740854"/>
                <a:gd name="connsiteX40" fmla="*/ 613599 w 747177"/>
                <a:gd name="connsiteY40" fmla="*/ 324252 h 740854"/>
                <a:gd name="connsiteX41" fmla="*/ 614103 w 747177"/>
                <a:gd name="connsiteY41" fmla="*/ 322515 h 740854"/>
                <a:gd name="connsiteX42" fmla="*/ 634241 w 747177"/>
                <a:gd name="connsiteY42" fmla="*/ 302445 h 740854"/>
                <a:gd name="connsiteX43" fmla="*/ 639501 w 747177"/>
                <a:gd name="connsiteY43" fmla="*/ 300962 h 740854"/>
                <a:gd name="connsiteX44" fmla="*/ 717499 w 747177"/>
                <a:gd name="connsiteY44" fmla="*/ 300900 h 740854"/>
                <a:gd name="connsiteX45" fmla="*/ 723454 w 747177"/>
                <a:gd name="connsiteY45" fmla="*/ 300900 h 740854"/>
                <a:gd name="connsiteX46" fmla="*/ 712743 w 747177"/>
                <a:gd name="connsiteY46" fmla="*/ 235928 h 740854"/>
                <a:gd name="connsiteX47" fmla="*/ 718021 w 747177"/>
                <a:gd name="connsiteY47" fmla="*/ 220172 h 740854"/>
                <a:gd name="connsiteX48" fmla="*/ 728419 w 747177"/>
                <a:gd name="connsiteY48" fmla="*/ 209737 h 740854"/>
                <a:gd name="connsiteX49" fmla="*/ 376735 w 747177"/>
                <a:gd name="connsiteY49" fmla="*/ 32440 h 740854"/>
                <a:gd name="connsiteX50" fmla="*/ 376735 w 747177"/>
                <a:gd name="connsiteY50" fmla="*/ 363609 h 740854"/>
                <a:gd name="connsiteX51" fmla="*/ 449211 w 747177"/>
                <a:gd name="connsiteY51" fmla="*/ 363609 h 740854"/>
                <a:gd name="connsiteX52" fmla="*/ 444073 w 747177"/>
                <a:gd name="connsiteY52" fmla="*/ 370613 h 740854"/>
                <a:gd name="connsiteX53" fmla="*/ 420425 w 747177"/>
                <a:gd name="connsiteY53" fmla="*/ 395329 h 740854"/>
                <a:gd name="connsiteX54" fmla="*/ 413373 w 747177"/>
                <a:gd name="connsiteY54" fmla="*/ 403318 h 740854"/>
                <a:gd name="connsiteX55" fmla="*/ 401407 w 747177"/>
                <a:gd name="connsiteY55" fmla="*/ 409115 h 740854"/>
                <a:gd name="connsiteX56" fmla="*/ 331806 w 747177"/>
                <a:gd name="connsiteY56" fmla="*/ 408926 h 740854"/>
                <a:gd name="connsiteX57" fmla="*/ 331806 w 747177"/>
                <a:gd name="connsiteY57" fmla="*/ 78762 h 740854"/>
                <a:gd name="connsiteX58" fmla="*/ 310916 w 747177"/>
                <a:gd name="connsiteY58" fmla="*/ 81036 h 740854"/>
                <a:gd name="connsiteX59" fmla="*/ 264482 w 747177"/>
                <a:gd name="connsiteY59" fmla="*/ 91821 h 740854"/>
                <a:gd name="connsiteX60" fmla="*/ 217159 w 747177"/>
                <a:gd name="connsiteY60" fmla="*/ 110537 h 740854"/>
                <a:gd name="connsiteX61" fmla="*/ 156573 w 747177"/>
                <a:gd name="connsiteY61" fmla="*/ 150495 h 740854"/>
                <a:gd name="connsiteX62" fmla="*/ 129177 w 747177"/>
                <a:gd name="connsiteY62" fmla="*/ 176081 h 740854"/>
                <a:gd name="connsiteX63" fmla="*/ 88327 w 747177"/>
                <a:gd name="connsiteY63" fmla="*/ 230556 h 740854"/>
                <a:gd name="connsiteX64" fmla="*/ 58596 w 747177"/>
                <a:gd name="connsiteY64" fmla="*/ 299557 h 740854"/>
                <a:gd name="connsiteX65" fmla="*/ 48878 w 747177"/>
                <a:gd name="connsiteY65" fmla="*/ 344803 h 740854"/>
                <a:gd name="connsiteX66" fmla="*/ 46087 w 747177"/>
                <a:gd name="connsiteY66" fmla="*/ 400099 h 740854"/>
                <a:gd name="connsiteX67" fmla="*/ 50753 w 747177"/>
                <a:gd name="connsiteY67" fmla="*/ 440237 h 740854"/>
                <a:gd name="connsiteX68" fmla="*/ 64540 w 747177"/>
                <a:gd name="connsiteY68" fmla="*/ 492736 h 740854"/>
                <a:gd name="connsiteX69" fmla="*/ 66770 w 747177"/>
                <a:gd name="connsiteY69" fmla="*/ 498909 h 740854"/>
                <a:gd name="connsiteX70" fmla="*/ 99892 w 747177"/>
                <a:gd name="connsiteY70" fmla="*/ 561046 h 740854"/>
                <a:gd name="connsiteX71" fmla="*/ 105967 w 747177"/>
                <a:gd name="connsiteY71" fmla="*/ 569871 h 740854"/>
                <a:gd name="connsiteX72" fmla="*/ 50133 w 747177"/>
                <a:gd name="connsiteY72" fmla="*/ 569871 h 740854"/>
                <a:gd name="connsiteX73" fmla="*/ 56391 w 747177"/>
                <a:gd name="connsiteY73" fmla="*/ 195636 h 740854"/>
                <a:gd name="connsiteX74" fmla="*/ 376735 w 747177"/>
                <a:gd name="connsiteY74" fmla="*/ 32440 h 740854"/>
                <a:gd name="connsiteX75" fmla="*/ 422371 w 747177"/>
                <a:gd name="connsiteY75" fmla="*/ 56 h 740854"/>
                <a:gd name="connsiteX76" fmla="*/ 447856 w 747177"/>
                <a:gd name="connsiteY76" fmla="*/ 112 h 740854"/>
                <a:gd name="connsiteX77" fmla="*/ 464743 w 747177"/>
                <a:gd name="connsiteY77" fmla="*/ 1445 h 740854"/>
                <a:gd name="connsiteX78" fmla="*/ 516045 w 747177"/>
                <a:gd name="connsiteY78" fmla="*/ 10740 h 740854"/>
                <a:gd name="connsiteX79" fmla="*/ 574250 w 747177"/>
                <a:gd name="connsiteY79" fmla="*/ 32879 h 740854"/>
                <a:gd name="connsiteX80" fmla="*/ 596252 w 747177"/>
                <a:gd name="connsiteY80" fmla="*/ 45406 h 740854"/>
                <a:gd name="connsiteX81" fmla="*/ 598673 w 747177"/>
                <a:gd name="connsiteY81" fmla="*/ 48424 h 740854"/>
                <a:gd name="connsiteX82" fmla="*/ 598783 w 747177"/>
                <a:gd name="connsiteY82" fmla="*/ 74618 h 740854"/>
                <a:gd name="connsiteX83" fmla="*/ 534599 w 747177"/>
                <a:gd name="connsiteY83" fmla="*/ 40917 h 740854"/>
                <a:gd name="connsiteX84" fmla="*/ 500000 w 747177"/>
                <a:gd name="connsiteY84" fmla="*/ 30748 h 740854"/>
                <a:gd name="connsiteX85" fmla="*/ 467496 w 747177"/>
                <a:gd name="connsiteY85" fmla="*/ 25001 h 740854"/>
                <a:gd name="connsiteX86" fmla="*/ 444812 w 747177"/>
                <a:gd name="connsiteY86" fmla="*/ 22553 h 740854"/>
                <a:gd name="connsiteX87" fmla="*/ 444812 w 747177"/>
                <a:gd name="connsiteY87" fmla="*/ 300754 h 740854"/>
                <a:gd name="connsiteX88" fmla="*/ 513050 w 747177"/>
                <a:gd name="connsiteY88" fmla="*/ 300754 h 740854"/>
                <a:gd name="connsiteX89" fmla="*/ 513728 w 747177"/>
                <a:gd name="connsiteY89" fmla="*/ 301979 h 740854"/>
                <a:gd name="connsiteX90" fmla="*/ 504951 w 747177"/>
                <a:gd name="connsiteY90" fmla="*/ 310580 h 740854"/>
                <a:gd name="connsiteX91" fmla="*/ 501587 w 747177"/>
                <a:gd name="connsiteY91" fmla="*/ 313230 h 740854"/>
                <a:gd name="connsiteX92" fmla="*/ 474233 w 747177"/>
                <a:gd name="connsiteY92" fmla="*/ 324722 h 740854"/>
                <a:gd name="connsiteX93" fmla="*/ 422371 w 747177"/>
                <a:gd name="connsiteY93" fmla="*/ 324469 h 740854"/>
                <a:gd name="connsiteX94" fmla="*/ 422371 w 747177"/>
                <a:gd name="connsiteY94" fmla="*/ 56 h 740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747177" h="740854">
                  <a:moveTo>
                    <a:pt x="706902" y="363771"/>
                  </a:moveTo>
                  <a:cubicBezTo>
                    <a:pt x="707363" y="363772"/>
                    <a:pt x="707824" y="363926"/>
                    <a:pt x="707825" y="363926"/>
                  </a:cubicBezTo>
                  <a:cubicBezTo>
                    <a:pt x="707825" y="377235"/>
                    <a:pt x="707925" y="390361"/>
                    <a:pt x="707779" y="403485"/>
                  </a:cubicBezTo>
                  <a:cubicBezTo>
                    <a:pt x="707714" y="409307"/>
                    <a:pt x="707234" y="415130"/>
                    <a:pt x="706802" y="420942"/>
                  </a:cubicBezTo>
                  <a:cubicBezTo>
                    <a:pt x="705306" y="441078"/>
                    <a:pt x="701402" y="460773"/>
                    <a:pt x="696141" y="480248"/>
                  </a:cubicBezTo>
                  <a:cubicBezTo>
                    <a:pt x="690154" y="502413"/>
                    <a:pt x="682477" y="524031"/>
                    <a:pt x="671794" y="544269"/>
                  </a:cubicBezTo>
                  <a:cubicBezTo>
                    <a:pt x="662601" y="561685"/>
                    <a:pt x="652045" y="578473"/>
                    <a:pt x="640981" y="594786"/>
                  </a:cubicBezTo>
                  <a:cubicBezTo>
                    <a:pt x="628331" y="613435"/>
                    <a:pt x="612970" y="629962"/>
                    <a:pt x="596511" y="645365"/>
                  </a:cubicBezTo>
                  <a:cubicBezTo>
                    <a:pt x="578558" y="662167"/>
                    <a:pt x="559078" y="677026"/>
                    <a:pt x="538025" y="689754"/>
                  </a:cubicBezTo>
                  <a:cubicBezTo>
                    <a:pt x="513984" y="704289"/>
                    <a:pt x="488619" y="715968"/>
                    <a:pt x="461772" y="724328"/>
                  </a:cubicBezTo>
                  <a:cubicBezTo>
                    <a:pt x="443509" y="730015"/>
                    <a:pt x="425029" y="734818"/>
                    <a:pt x="405960" y="736920"/>
                  </a:cubicBezTo>
                  <a:cubicBezTo>
                    <a:pt x="395884" y="738031"/>
                    <a:pt x="385800" y="739196"/>
                    <a:pt x="375688" y="739802"/>
                  </a:cubicBezTo>
                  <a:cubicBezTo>
                    <a:pt x="364488" y="740474"/>
                    <a:pt x="353223" y="741180"/>
                    <a:pt x="342037" y="740692"/>
                  </a:cubicBezTo>
                  <a:cubicBezTo>
                    <a:pt x="329368" y="740138"/>
                    <a:pt x="316747" y="738351"/>
                    <a:pt x="304120" y="736965"/>
                  </a:cubicBezTo>
                  <a:cubicBezTo>
                    <a:pt x="280411" y="734361"/>
                    <a:pt x="257534" y="728194"/>
                    <a:pt x="235159" y="720175"/>
                  </a:cubicBezTo>
                  <a:cubicBezTo>
                    <a:pt x="225907" y="716858"/>
                    <a:pt x="216964" y="712678"/>
                    <a:pt x="207549" y="708700"/>
                  </a:cubicBezTo>
                  <a:cubicBezTo>
                    <a:pt x="197548" y="703656"/>
                    <a:pt x="187545" y="699361"/>
                    <a:pt x="178292" y="693814"/>
                  </a:cubicBezTo>
                  <a:cubicBezTo>
                    <a:pt x="166006" y="686449"/>
                    <a:pt x="154251" y="678187"/>
                    <a:pt x="142382" y="670141"/>
                  </a:cubicBezTo>
                  <a:cubicBezTo>
                    <a:pt x="138489" y="667502"/>
                    <a:pt x="134952" y="664338"/>
                    <a:pt x="130288" y="660652"/>
                  </a:cubicBezTo>
                  <a:cubicBezTo>
                    <a:pt x="132956" y="660503"/>
                    <a:pt x="134466" y="660345"/>
                    <a:pt x="135976" y="660345"/>
                  </a:cubicBezTo>
                  <a:cubicBezTo>
                    <a:pt x="160033" y="660329"/>
                    <a:pt x="184090" y="660289"/>
                    <a:pt x="208147" y="660406"/>
                  </a:cubicBezTo>
                  <a:cubicBezTo>
                    <a:pt x="210444" y="660417"/>
                    <a:pt x="212956" y="661015"/>
                    <a:pt x="214998" y="662063"/>
                  </a:cubicBezTo>
                  <a:cubicBezTo>
                    <a:pt x="237023" y="673368"/>
                    <a:pt x="260127" y="681862"/>
                    <a:pt x="284165" y="687505"/>
                  </a:cubicBezTo>
                  <a:cubicBezTo>
                    <a:pt x="296731" y="690454"/>
                    <a:pt x="309635" y="692328"/>
                    <a:pt x="322495" y="693561"/>
                  </a:cubicBezTo>
                  <a:cubicBezTo>
                    <a:pt x="336847" y="694937"/>
                    <a:pt x="351378" y="696131"/>
                    <a:pt x="365729" y="695401"/>
                  </a:cubicBezTo>
                  <a:cubicBezTo>
                    <a:pt x="382501" y="694548"/>
                    <a:pt x="399264" y="692123"/>
                    <a:pt x="415847" y="689298"/>
                  </a:cubicBezTo>
                  <a:cubicBezTo>
                    <a:pt x="435462" y="685957"/>
                    <a:pt x="454375" y="679724"/>
                    <a:pt x="472724" y="672048"/>
                  </a:cubicBezTo>
                  <a:cubicBezTo>
                    <a:pt x="493800" y="663231"/>
                    <a:pt x="514055" y="652714"/>
                    <a:pt x="532243" y="638809"/>
                  </a:cubicBezTo>
                  <a:cubicBezTo>
                    <a:pt x="545898" y="628370"/>
                    <a:pt x="559536" y="617717"/>
                    <a:pt x="571871" y="605803"/>
                  </a:cubicBezTo>
                  <a:cubicBezTo>
                    <a:pt x="582956" y="595097"/>
                    <a:pt x="592682" y="582879"/>
                    <a:pt x="602236" y="570721"/>
                  </a:cubicBezTo>
                  <a:cubicBezTo>
                    <a:pt x="614479" y="555143"/>
                    <a:pt x="624588" y="538083"/>
                    <a:pt x="633032" y="520173"/>
                  </a:cubicBezTo>
                  <a:cubicBezTo>
                    <a:pt x="644384" y="496097"/>
                    <a:pt x="653257" y="471119"/>
                    <a:pt x="657703" y="444754"/>
                  </a:cubicBezTo>
                  <a:cubicBezTo>
                    <a:pt x="659671" y="433082"/>
                    <a:pt x="661353" y="421361"/>
                    <a:pt x="663246" y="409138"/>
                  </a:cubicBezTo>
                  <a:cubicBezTo>
                    <a:pt x="618576" y="409138"/>
                    <a:pt x="574647" y="409138"/>
                    <a:pt x="529605" y="409138"/>
                  </a:cubicBezTo>
                  <a:cubicBezTo>
                    <a:pt x="533101" y="405165"/>
                    <a:pt x="535765" y="401826"/>
                    <a:pt x="538749" y="398802"/>
                  </a:cubicBezTo>
                  <a:cubicBezTo>
                    <a:pt x="549554" y="387855"/>
                    <a:pt x="560426" y="376972"/>
                    <a:pt x="571395" y="366189"/>
                  </a:cubicBezTo>
                  <a:cubicBezTo>
                    <a:pt x="572634" y="364971"/>
                    <a:pt x="574649" y="363857"/>
                    <a:pt x="576307" y="363852"/>
                  </a:cubicBezTo>
                  <a:cubicBezTo>
                    <a:pt x="619839" y="363729"/>
                    <a:pt x="663371" y="363757"/>
                    <a:pt x="706902" y="363771"/>
                  </a:cubicBezTo>
                  <a:close/>
                  <a:moveTo>
                    <a:pt x="728419" y="209737"/>
                  </a:moveTo>
                  <a:cubicBezTo>
                    <a:pt x="738171" y="224839"/>
                    <a:pt x="749868" y="298775"/>
                    <a:pt x="746626" y="324252"/>
                  </a:cubicBezTo>
                  <a:cubicBezTo>
                    <a:pt x="702409" y="324252"/>
                    <a:pt x="658163" y="324252"/>
                    <a:pt x="613599" y="324252"/>
                  </a:cubicBezTo>
                  <a:cubicBezTo>
                    <a:pt x="613777" y="323596"/>
                    <a:pt x="613753" y="322871"/>
                    <a:pt x="614103" y="322515"/>
                  </a:cubicBezTo>
                  <a:cubicBezTo>
                    <a:pt x="620761" y="315769"/>
                    <a:pt x="627374" y="308973"/>
                    <a:pt x="634241" y="302445"/>
                  </a:cubicBezTo>
                  <a:cubicBezTo>
                    <a:pt x="635419" y="301325"/>
                    <a:pt x="637717" y="300969"/>
                    <a:pt x="639501" y="300962"/>
                  </a:cubicBezTo>
                  <a:cubicBezTo>
                    <a:pt x="665500" y="300871"/>
                    <a:pt x="691500" y="300900"/>
                    <a:pt x="717499" y="300900"/>
                  </a:cubicBezTo>
                  <a:cubicBezTo>
                    <a:pt x="719284" y="300900"/>
                    <a:pt x="721069" y="300900"/>
                    <a:pt x="723454" y="300900"/>
                  </a:cubicBezTo>
                  <a:cubicBezTo>
                    <a:pt x="721833" y="278866"/>
                    <a:pt x="719463" y="257262"/>
                    <a:pt x="712743" y="235928"/>
                  </a:cubicBezTo>
                  <a:cubicBezTo>
                    <a:pt x="709259" y="228584"/>
                    <a:pt x="711946" y="224192"/>
                    <a:pt x="718021" y="220172"/>
                  </a:cubicBezTo>
                  <a:cubicBezTo>
                    <a:pt x="722011" y="217531"/>
                    <a:pt x="724953" y="213307"/>
                    <a:pt x="728419" y="209737"/>
                  </a:cubicBezTo>
                  <a:close/>
                  <a:moveTo>
                    <a:pt x="376735" y="32440"/>
                  </a:moveTo>
                  <a:cubicBezTo>
                    <a:pt x="376735" y="143142"/>
                    <a:pt x="376735" y="253187"/>
                    <a:pt x="376735" y="363609"/>
                  </a:cubicBezTo>
                  <a:cubicBezTo>
                    <a:pt x="400838" y="363609"/>
                    <a:pt x="424494" y="363609"/>
                    <a:pt x="449211" y="363609"/>
                  </a:cubicBezTo>
                  <a:cubicBezTo>
                    <a:pt x="447157" y="366442"/>
                    <a:pt x="445839" y="368738"/>
                    <a:pt x="444073" y="370613"/>
                  </a:cubicBezTo>
                  <a:cubicBezTo>
                    <a:pt x="436255" y="378913"/>
                    <a:pt x="428283" y="387066"/>
                    <a:pt x="420425" y="395329"/>
                  </a:cubicBezTo>
                  <a:cubicBezTo>
                    <a:pt x="417979" y="397902"/>
                    <a:pt x="415728" y="400659"/>
                    <a:pt x="413373" y="403318"/>
                  </a:cubicBezTo>
                  <a:cubicBezTo>
                    <a:pt x="410196" y="406907"/>
                    <a:pt x="406942" y="409223"/>
                    <a:pt x="401407" y="409115"/>
                  </a:cubicBezTo>
                  <a:cubicBezTo>
                    <a:pt x="378364" y="408666"/>
                    <a:pt x="355308" y="408926"/>
                    <a:pt x="331806" y="408926"/>
                  </a:cubicBezTo>
                  <a:cubicBezTo>
                    <a:pt x="331806" y="298932"/>
                    <a:pt x="331806" y="189212"/>
                    <a:pt x="331806" y="78762"/>
                  </a:cubicBezTo>
                  <a:cubicBezTo>
                    <a:pt x="324496" y="79518"/>
                    <a:pt x="317581" y="79667"/>
                    <a:pt x="310916" y="81036"/>
                  </a:cubicBezTo>
                  <a:cubicBezTo>
                    <a:pt x="295347" y="84232"/>
                    <a:pt x="279594" y="87051"/>
                    <a:pt x="264482" y="91821"/>
                  </a:cubicBezTo>
                  <a:cubicBezTo>
                    <a:pt x="248337" y="96917"/>
                    <a:pt x="232442" y="103239"/>
                    <a:pt x="217159" y="110537"/>
                  </a:cubicBezTo>
                  <a:cubicBezTo>
                    <a:pt x="195212" y="121017"/>
                    <a:pt x="174786" y="134199"/>
                    <a:pt x="156573" y="150495"/>
                  </a:cubicBezTo>
                  <a:cubicBezTo>
                    <a:pt x="147260" y="158828"/>
                    <a:pt x="137738" y="167012"/>
                    <a:pt x="129177" y="176081"/>
                  </a:cubicBezTo>
                  <a:cubicBezTo>
                    <a:pt x="113530" y="192657"/>
                    <a:pt x="99972" y="210911"/>
                    <a:pt x="88327" y="230556"/>
                  </a:cubicBezTo>
                  <a:cubicBezTo>
                    <a:pt x="75447" y="252284"/>
                    <a:pt x="65260" y="275235"/>
                    <a:pt x="58596" y="299557"/>
                  </a:cubicBezTo>
                  <a:cubicBezTo>
                    <a:pt x="54525" y="314412"/>
                    <a:pt x="51861" y="329667"/>
                    <a:pt x="48878" y="344803"/>
                  </a:cubicBezTo>
                  <a:cubicBezTo>
                    <a:pt x="45276" y="363075"/>
                    <a:pt x="45250" y="381642"/>
                    <a:pt x="46087" y="400099"/>
                  </a:cubicBezTo>
                  <a:cubicBezTo>
                    <a:pt x="46696" y="413522"/>
                    <a:pt x="49091" y="426866"/>
                    <a:pt x="50753" y="440237"/>
                  </a:cubicBezTo>
                  <a:cubicBezTo>
                    <a:pt x="53004" y="458349"/>
                    <a:pt x="58653" y="475576"/>
                    <a:pt x="64540" y="492736"/>
                  </a:cubicBezTo>
                  <a:cubicBezTo>
                    <a:pt x="65209" y="494685"/>
                    <a:pt x="65894" y="496628"/>
                    <a:pt x="66770" y="498909"/>
                  </a:cubicBezTo>
                  <a:cubicBezTo>
                    <a:pt x="75700" y="521039"/>
                    <a:pt x="86686" y="541634"/>
                    <a:pt x="99892" y="561046"/>
                  </a:cubicBezTo>
                  <a:cubicBezTo>
                    <a:pt x="101815" y="563874"/>
                    <a:pt x="103770" y="566681"/>
                    <a:pt x="105967" y="569871"/>
                  </a:cubicBezTo>
                  <a:cubicBezTo>
                    <a:pt x="87134" y="569871"/>
                    <a:pt x="69141" y="569871"/>
                    <a:pt x="50133" y="569871"/>
                  </a:cubicBezTo>
                  <a:cubicBezTo>
                    <a:pt x="-17294" y="444067"/>
                    <a:pt x="-18164" y="319323"/>
                    <a:pt x="56391" y="195636"/>
                  </a:cubicBezTo>
                  <a:cubicBezTo>
                    <a:pt x="133056" y="82480"/>
                    <a:pt x="240493" y="29889"/>
                    <a:pt x="376735" y="32440"/>
                  </a:cubicBezTo>
                  <a:close/>
                  <a:moveTo>
                    <a:pt x="422371" y="56"/>
                  </a:moveTo>
                  <a:cubicBezTo>
                    <a:pt x="430764" y="56"/>
                    <a:pt x="439315" y="-102"/>
                    <a:pt x="447856" y="112"/>
                  </a:cubicBezTo>
                  <a:cubicBezTo>
                    <a:pt x="453496" y="254"/>
                    <a:pt x="459192" y="520"/>
                    <a:pt x="464743" y="1445"/>
                  </a:cubicBezTo>
                  <a:cubicBezTo>
                    <a:pt x="481888" y="4303"/>
                    <a:pt x="499128" y="6841"/>
                    <a:pt x="516045" y="10740"/>
                  </a:cubicBezTo>
                  <a:cubicBezTo>
                    <a:pt x="536378" y="15427"/>
                    <a:pt x="555569" y="23649"/>
                    <a:pt x="574250" y="32879"/>
                  </a:cubicBezTo>
                  <a:cubicBezTo>
                    <a:pt x="581805" y="36611"/>
                    <a:pt x="588981" y="41119"/>
                    <a:pt x="596252" y="45406"/>
                  </a:cubicBezTo>
                  <a:cubicBezTo>
                    <a:pt x="597318" y="46034"/>
                    <a:pt x="598648" y="47382"/>
                    <a:pt x="598673" y="48424"/>
                  </a:cubicBezTo>
                  <a:cubicBezTo>
                    <a:pt x="598869" y="56867"/>
                    <a:pt x="598783" y="65316"/>
                    <a:pt x="598783" y="74618"/>
                  </a:cubicBezTo>
                  <a:cubicBezTo>
                    <a:pt x="578263" y="60815"/>
                    <a:pt x="557255" y="49698"/>
                    <a:pt x="534599" y="40917"/>
                  </a:cubicBezTo>
                  <a:cubicBezTo>
                    <a:pt x="522852" y="37344"/>
                    <a:pt x="511556" y="33499"/>
                    <a:pt x="500000" y="30748"/>
                  </a:cubicBezTo>
                  <a:cubicBezTo>
                    <a:pt x="489314" y="28203"/>
                    <a:pt x="478376" y="26643"/>
                    <a:pt x="467496" y="25001"/>
                  </a:cubicBezTo>
                  <a:cubicBezTo>
                    <a:pt x="460075" y="23881"/>
                    <a:pt x="452562" y="23367"/>
                    <a:pt x="444812" y="22553"/>
                  </a:cubicBezTo>
                  <a:cubicBezTo>
                    <a:pt x="444812" y="115672"/>
                    <a:pt x="444812" y="207926"/>
                    <a:pt x="444812" y="300754"/>
                  </a:cubicBezTo>
                  <a:cubicBezTo>
                    <a:pt x="467509" y="300754"/>
                    <a:pt x="490279" y="300754"/>
                    <a:pt x="513050" y="300754"/>
                  </a:cubicBezTo>
                  <a:cubicBezTo>
                    <a:pt x="513276" y="301163"/>
                    <a:pt x="513502" y="301571"/>
                    <a:pt x="513728" y="301979"/>
                  </a:cubicBezTo>
                  <a:cubicBezTo>
                    <a:pt x="510809" y="304852"/>
                    <a:pt x="507921" y="307759"/>
                    <a:pt x="504951" y="310580"/>
                  </a:cubicBezTo>
                  <a:cubicBezTo>
                    <a:pt x="503918" y="311562"/>
                    <a:pt x="502369" y="312111"/>
                    <a:pt x="501587" y="313230"/>
                  </a:cubicBezTo>
                  <a:cubicBezTo>
                    <a:pt x="494854" y="322858"/>
                    <a:pt x="485778" y="325381"/>
                    <a:pt x="474233" y="324722"/>
                  </a:cubicBezTo>
                  <a:cubicBezTo>
                    <a:pt x="457113" y="323744"/>
                    <a:pt x="439897" y="324469"/>
                    <a:pt x="422371" y="324469"/>
                  </a:cubicBezTo>
                  <a:cubicBezTo>
                    <a:pt x="422371" y="216230"/>
                    <a:pt x="422371" y="108151"/>
                    <a:pt x="422371" y="5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5" name="Freeform: Shape 4">
              <a:extLst>
                <a:ext uri="{FF2B5EF4-FFF2-40B4-BE49-F238E27FC236}">
                  <a16:creationId xmlns:a16="http://schemas.microsoft.com/office/drawing/2014/main" id="{75B1B3F4-8A40-5C01-0D40-8785BC60A030}"/>
                </a:ext>
                <a:ext uri="{C183D7F6-B498-43B3-948B-1728B52AA6E4}">
                  <adec:decorative xmlns:adec="http://schemas.microsoft.com/office/drawing/2017/decorative" val="1"/>
                </a:ext>
              </a:extLst>
            </p:cNvPr>
            <p:cNvSpPr/>
            <p:nvPr/>
          </p:nvSpPr>
          <p:spPr>
            <a:xfrm>
              <a:off x="3100313" y="2271455"/>
              <a:ext cx="518417" cy="353506"/>
            </a:xfrm>
            <a:custGeom>
              <a:avLst/>
              <a:gdLst>
                <a:gd name="connsiteX0" fmla="*/ 0 w 518417"/>
                <a:gd name="connsiteY0" fmla="*/ 312732 h 353506"/>
                <a:gd name="connsiteX1" fmla="*/ 41134 w 518417"/>
                <a:gd name="connsiteY1" fmla="*/ 312732 h 353506"/>
                <a:gd name="connsiteX2" fmla="*/ 41134 w 518417"/>
                <a:gd name="connsiteY2" fmla="*/ 353506 h 353506"/>
                <a:gd name="connsiteX3" fmla="*/ 0 w 518417"/>
                <a:gd name="connsiteY3" fmla="*/ 353506 h 353506"/>
                <a:gd name="connsiteX4" fmla="*/ 409106 w 518417"/>
                <a:gd name="connsiteY4" fmla="*/ 0 h 353506"/>
                <a:gd name="connsiteX5" fmla="*/ 518417 w 518417"/>
                <a:gd name="connsiteY5" fmla="*/ 0 h 353506"/>
                <a:gd name="connsiteX6" fmla="*/ 518417 w 518417"/>
                <a:gd name="connsiteY6" fmla="*/ 109195 h 353506"/>
                <a:gd name="connsiteX7" fmla="*/ 490880 w 518417"/>
                <a:gd name="connsiteY7" fmla="*/ 109195 h 353506"/>
                <a:gd name="connsiteX8" fmla="*/ 490880 w 518417"/>
                <a:gd name="connsiteY8" fmla="*/ 49796 h 353506"/>
                <a:gd name="connsiteX9" fmla="*/ 422308 w 518417"/>
                <a:gd name="connsiteY9" fmla="*/ 115979 h 353506"/>
                <a:gd name="connsiteX10" fmla="*/ 420437 w 518417"/>
                <a:gd name="connsiteY10" fmla="*/ 114626 h 353506"/>
                <a:gd name="connsiteX11" fmla="*/ 420389 w 518417"/>
                <a:gd name="connsiteY11" fmla="*/ 114706 h 353506"/>
                <a:gd name="connsiteX12" fmla="*/ 422127 w 518417"/>
                <a:gd name="connsiteY12" fmla="*/ 116065 h 353506"/>
                <a:gd name="connsiteX13" fmla="*/ 421147 w 518417"/>
                <a:gd name="connsiteY13" fmla="*/ 117517 h 353506"/>
                <a:gd name="connsiteX14" fmla="*/ 341762 w 518417"/>
                <a:gd name="connsiteY14" fmla="*/ 196524 h 353506"/>
                <a:gd name="connsiteX15" fmla="*/ 339901 w 518417"/>
                <a:gd name="connsiteY15" fmla="*/ 194384 h 353506"/>
                <a:gd name="connsiteX16" fmla="*/ 339794 w 518417"/>
                <a:gd name="connsiteY16" fmla="*/ 194562 h 353506"/>
                <a:gd name="connsiteX17" fmla="*/ 341578 w 518417"/>
                <a:gd name="connsiteY17" fmla="*/ 196613 h 353506"/>
                <a:gd name="connsiteX18" fmla="*/ 315194 w 518417"/>
                <a:gd name="connsiteY18" fmla="*/ 223370 h 353506"/>
                <a:gd name="connsiteX19" fmla="*/ 314244 w 518417"/>
                <a:gd name="connsiteY19" fmla="*/ 222399 h 353506"/>
                <a:gd name="connsiteX20" fmla="*/ 314089 w 518417"/>
                <a:gd name="connsiteY20" fmla="*/ 222517 h 353506"/>
                <a:gd name="connsiteX21" fmla="*/ 315011 w 518417"/>
                <a:gd name="connsiteY21" fmla="*/ 223459 h 353506"/>
                <a:gd name="connsiteX22" fmla="*/ 288822 w 518417"/>
                <a:gd name="connsiteY22" fmla="*/ 249851 h 353506"/>
                <a:gd name="connsiteX23" fmla="*/ 272062 w 518417"/>
                <a:gd name="connsiteY23" fmla="*/ 266216 h 353506"/>
                <a:gd name="connsiteX24" fmla="*/ 270392 w 518417"/>
                <a:gd name="connsiteY24" fmla="*/ 263090 h 353506"/>
                <a:gd name="connsiteX25" fmla="*/ 270255 w 518417"/>
                <a:gd name="connsiteY25" fmla="*/ 263121 h 353506"/>
                <a:gd name="connsiteX26" fmla="*/ 271879 w 518417"/>
                <a:gd name="connsiteY26" fmla="*/ 266305 h 353506"/>
                <a:gd name="connsiteX27" fmla="*/ 243723 w 518417"/>
                <a:gd name="connsiteY27" fmla="*/ 295002 h 353506"/>
                <a:gd name="connsiteX28" fmla="*/ 240625 w 518417"/>
                <a:gd name="connsiteY28" fmla="*/ 294320 h 353506"/>
                <a:gd name="connsiteX29" fmla="*/ 241008 w 518417"/>
                <a:gd name="connsiteY29" fmla="*/ 292788 h 353506"/>
                <a:gd name="connsiteX30" fmla="*/ 240536 w 518417"/>
                <a:gd name="connsiteY30" fmla="*/ 294139 h 353506"/>
                <a:gd name="connsiteX31" fmla="*/ 222383 w 518417"/>
                <a:gd name="connsiteY31" fmla="*/ 280786 h 353506"/>
                <a:gd name="connsiteX32" fmla="*/ 219295 w 518417"/>
                <a:gd name="connsiteY32" fmla="*/ 277929 h 353506"/>
                <a:gd name="connsiteX33" fmla="*/ 214226 w 518417"/>
                <a:gd name="connsiteY33" fmla="*/ 259329 h 353506"/>
                <a:gd name="connsiteX34" fmla="*/ 214223 w 518417"/>
                <a:gd name="connsiteY34" fmla="*/ 259334 h 353506"/>
                <a:gd name="connsiteX35" fmla="*/ 219205 w 518417"/>
                <a:gd name="connsiteY35" fmla="*/ 277745 h 353506"/>
                <a:gd name="connsiteX36" fmla="*/ 207070 w 518417"/>
                <a:gd name="connsiteY36" fmla="*/ 269129 h 353506"/>
                <a:gd name="connsiteX37" fmla="*/ 204138 w 518417"/>
                <a:gd name="connsiteY37" fmla="*/ 267205 h 353506"/>
                <a:gd name="connsiteX38" fmla="*/ 201257 w 518417"/>
                <a:gd name="connsiteY38" fmla="*/ 270641 h 353506"/>
                <a:gd name="connsiteX39" fmla="*/ 197998 w 518417"/>
                <a:gd name="connsiteY39" fmla="*/ 263950 h 353506"/>
                <a:gd name="connsiteX40" fmla="*/ 197794 w 518417"/>
                <a:gd name="connsiteY40" fmla="*/ 263996 h 353506"/>
                <a:gd name="connsiteX41" fmla="*/ 201074 w 518417"/>
                <a:gd name="connsiteY41" fmla="*/ 270732 h 353506"/>
                <a:gd name="connsiteX42" fmla="*/ 181255 w 518417"/>
                <a:gd name="connsiteY42" fmla="*/ 290035 h 353506"/>
                <a:gd name="connsiteX43" fmla="*/ 178607 w 518417"/>
                <a:gd name="connsiteY43" fmla="*/ 284711 h 353506"/>
                <a:gd name="connsiteX44" fmla="*/ 178482 w 518417"/>
                <a:gd name="connsiteY44" fmla="*/ 284918 h 353506"/>
                <a:gd name="connsiteX45" fmla="*/ 181073 w 518417"/>
                <a:gd name="connsiteY45" fmla="*/ 290126 h 353506"/>
                <a:gd name="connsiteX46" fmla="*/ 154235 w 518417"/>
                <a:gd name="connsiteY46" fmla="*/ 316006 h 353506"/>
                <a:gd name="connsiteX47" fmla="*/ 135022 w 518417"/>
                <a:gd name="connsiteY47" fmla="*/ 334761 h 353506"/>
                <a:gd name="connsiteX48" fmla="*/ 125401 w 518417"/>
                <a:gd name="connsiteY48" fmla="*/ 330467 h 353506"/>
                <a:gd name="connsiteX49" fmla="*/ 125418 w 518417"/>
                <a:gd name="connsiteY49" fmla="*/ 330562 h 353506"/>
                <a:gd name="connsiteX50" fmla="*/ 134841 w 518417"/>
                <a:gd name="connsiteY50" fmla="*/ 334848 h 353506"/>
                <a:gd name="connsiteX51" fmla="*/ 124287 w 518417"/>
                <a:gd name="connsiteY51" fmla="*/ 345186 h 353506"/>
                <a:gd name="connsiteX52" fmla="*/ 122529 w 518417"/>
                <a:gd name="connsiteY52" fmla="*/ 343420 h 353506"/>
                <a:gd name="connsiteX53" fmla="*/ 122411 w 518417"/>
                <a:gd name="connsiteY53" fmla="*/ 343510 h 353506"/>
                <a:gd name="connsiteX54" fmla="*/ 124104 w 518417"/>
                <a:gd name="connsiteY54" fmla="*/ 345275 h 353506"/>
                <a:gd name="connsiteX55" fmla="*/ 117823 w 518417"/>
                <a:gd name="connsiteY55" fmla="*/ 348305 h 353506"/>
                <a:gd name="connsiteX56" fmla="*/ 93405 w 518417"/>
                <a:gd name="connsiteY56" fmla="*/ 347975 h 353506"/>
                <a:gd name="connsiteX57" fmla="*/ 93123 w 518417"/>
                <a:gd name="connsiteY57" fmla="*/ 347432 h 353506"/>
                <a:gd name="connsiteX58" fmla="*/ 93123 w 518417"/>
                <a:gd name="connsiteY58" fmla="*/ 348182 h 353506"/>
                <a:gd name="connsiteX59" fmla="*/ 86898 w 518417"/>
                <a:gd name="connsiteY59" fmla="*/ 348182 h 353506"/>
                <a:gd name="connsiteX60" fmla="*/ 86898 w 518417"/>
                <a:gd name="connsiteY60" fmla="*/ 348156 h 353506"/>
                <a:gd name="connsiteX61" fmla="*/ 79563 w 518417"/>
                <a:gd name="connsiteY61" fmla="*/ 348156 h 353506"/>
                <a:gd name="connsiteX62" fmla="*/ 79563 w 518417"/>
                <a:gd name="connsiteY62" fmla="*/ 348184 h 353506"/>
                <a:gd name="connsiteX63" fmla="*/ 74631 w 518417"/>
                <a:gd name="connsiteY63" fmla="*/ 348184 h 353506"/>
                <a:gd name="connsiteX64" fmla="*/ 74631 w 518417"/>
                <a:gd name="connsiteY64" fmla="*/ 348159 h 353506"/>
                <a:gd name="connsiteX65" fmla="*/ 67379 w 518417"/>
                <a:gd name="connsiteY65" fmla="*/ 348159 h 353506"/>
                <a:gd name="connsiteX66" fmla="*/ 67379 w 518417"/>
                <a:gd name="connsiteY66" fmla="*/ 348120 h 353506"/>
                <a:gd name="connsiteX67" fmla="*/ 63193 w 518417"/>
                <a:gd name="connsiteY67" fmla="*/ 348120 h 353506"/>
                <a:gd name="connsiteX68" fmla="*/ 63193 w 518417"/>
                <a:gd name="connsiteY68" fmla="*/ 348189 h 353506"/>
                <a:gd name="connsiteX69" fmla="*/ 61150 w 518417"/>
                <a:gd name="connsiteY69" fmla="*/ 348189 h 353506"/>
                <a:gd name="connsiteX70" fmla="*/ 61150 w 518417"/>
                <a:gd name="connsiteY70" fmla="*/ 320424 h 353506"/>
                <a:gd name="connsiteX71" fmla="*/ 62518 w 518417"/>
                <a:gd name="connsiteY71" fmla="*/ 320424 h 353506"/>
                <a:gd name="connsiteX72" fmla="*/ 62518 w 518417"/>
                <a:gd name="connsiteY72" fmla="*/ 320421 h 353506"/>
                <a:gd name="connsiteX73" fmla="*/ 68044 w 518417"/>
                <a:gd name="connsiteY73" fmla="*/ 320421 h 353506"/>
                <a:gd name="connsiteX74" fmla="*/ 68044 w 518417"/>
                <a:gd name="connsiteY74" fmla="*/ 320449 h 353506"/>
                <a:gd name="connsiteX75" fmla="*/ 74631 w 518417"/>
                <a:gd name="connsiteY75" fmla="*/ 320449 h 353506"/>
                <a:gd name="connsiteX76" fmla="*/ 74631 w 518417"/>
                <a:gd name="connsiteY76" fmla="*/ 320424 h 353506"/>
                <a:gd name="connsiteX77" fmla="*/ 79563 w 518417"/>
                <a:gd name="connsiteY77" fmla="*/ 320424 h 353506"/>
                <a:gd name="connsiteX78" fmla="*/ 79563 w 518417"/>
                <a:gd name="connsiteY78" fmla="*/ 320450 h 353506"/>
                <a:gd name="connsiteX79" fmla="*/ 86898 w 518417"/>
                <a:gd name="connsiteY79" fmla="*/ 320450 h 353506"/>
                <a:gd name="connsiteX80" fmla="*/ 86898 w 518417"/>
                <a:gd name="connsiteY80" fmla="*/ 320425 h 353506"/>
                <a:gd name="connsiteX81" fmla="*/ 93123 w 518417"/>
                <a:gd name="connsiteY81" fmla="*/ 320425 h 353506"/>
                <a:gd name="connsiteX82" fmla="*/ 93123 w 518417"/>
                <a:gd name="connsiteY82" fmla="*/ 320483 h 353506"/>
                <a:gd name="connsiteX83" fmla="*/ 98355 w 518417"/>
                <a:gd name="connsiteY83" fmla="*/ 320640 h 353506"/>
                <a:gd name="connsiteX84" fmla="*/ 102904 w 518417"/>
                <a:gd name="connsiteY84" fmla="*/ 325699 h 353506"/>
                <a:gd name="connsiteX85" fmla="*/ 105388 w 518417"/>
                <a:gd name="connsiteY85" fmla="*/ 328325 h 353506"/>
                <a:gd name="connsiteX86" fmla="*/ 105399 w 518417"/>
                <a:gd name="connsiteY86" fmla="*/ 328307 h 353506"/>
                <a:gd name="connsiteX87" fmla="*/ 102970 w 518417"/>
                <a:gd name="connsiteY87" fmla="*/ 325708 h 353506"/>
                <a:gd name="connsiteX88" fmla="*/ 98628 w 518417"/>
                <a:gd name="connsiteY88" fmla="*/ 320679 h 353506"/>
                <a:gd name="connsiteX89" fmla="*/ 108026 w 518417"/>
                <a:gd name="connsiteY89" fmla="*/ 319849 h 353506"/>
                <a:gd name="connsiteX90" fmla="*/ 111610 w 518417"/>
                <a:gd name="connsiteY90" fmla="*/ 322569 h 353506"/>
                <a:gd name="connsiteX91" fmla="*/ 111805 w 518417"/>
                <a:gd name="connsiteY91" fmla="*/ 322524 h 353506"/>
                <a:gd name="connsiteX92" fmla="*/ 108249 w 518417"/>
                <a:gd name="connsiteY92" fmla="*/ 319730 h 353506"/>
                <a:gd name="connsiteX93" fmla="*/ 134635 w 518417"/>
                <a:gd name="connsiteY93" fmla="*/ 293169 h 353506"/>
                <a:gd name="connsiteX94" fmla="*/ 166981 w 518417"/>
                <a:gd name="connsiteY94" fmla="*/ 261795 h 353506"/>
                <a:gd name="connsiteX95" fmla="*/ 168318 w 518417"/>
                <a:gd name="connsiteY95" fmla="*/ 264483 h 353506"/>
                <a:gd name="connsiteX96" fmla="*/ 168523 w 518417"/>
                <a:gd name="connsiteY96" fmla="*/ 264436 h 353506"/>
                <a:gd name="connsiteX97" fmla="*/ 167164 w 518417"/>
                <a:gd name="connsiteY97" fmla="*/ 261705 h 353506"/>
                <a:gd name="connsiteX98" fmla="*/ 186983 w 518417"/>
                <a:gd name="connsiteY98" fmla="*/ 241798 h 353506"/>
                <a:gd name="connsiteX99" fmla="*/ 187345 w 518417"/>
                <a:gd name="connsiteY99" fmla="*/ 242540 h 353506"/>
                <a:gd name="connsiteX100" fmla="*/ 187510 w 518417"/>
                <a:gd name="connsiteY100" fmla="*/ 242414 h 353506"/>
                <a:gd name="connsiteX101" fmla="*/ 187167 w 518417"/>
                <a:gd name="connsiteY101" fmla="*/ 241709 h 353506"/>
                <a:gd name="connsiteX102" fmla="*/ 200058 w 518417"/>
                <a:gd name="connsiteY102" fmla="*/ 229188 h 353506"/>
                <a:gd name="connsiteX103" fmla="*/ 210554 w 518417"/>
                <a:gd name="connsiteY103" fmla="*/ 237337 h 353506"/>
                <a:gd name="connsiteX104" fmla="*/ 210132 w 518417"/>
                <a:gd name="connsiteY104" fmla="*/ 240009 h 353506"/>
                <a:gd name="connsiteX105" fmla="*/ 210258 w 518417"/>
                <a:gd name="connsiteY105" fmla="*/ 240105 h 353506"/>
                <a:gd name="connsiteX106" fmla="*/ 210739 w 518417"/>
                <a:gd name="connsiteY106" fmla="*/ 237435 h 353506"/>
                <a:gd name="connsiteX107" fmla="*/ 237983 w 518417"/>
                <a:gd name="connsiteY107" fmla="*/ 258328 h 353506"/>
                <a:gd name="connsiteX108" fmla="*/ 238251 w 518417"/>
                <a:gd name="connsiteY108" fmla="*/ 262499 h 353506"/>
                <a:gd name="connsiteX109" fmla="*/ 238075 w 518417"/>
                <a:gd name="connsiteY109" fmla="*/ 258514 h 353506"/>
                <a:gd name="connsiteX110" fmla="*/ 241647 w 518417"/>
                <a:gd name="connsiteY110" fmla="*/ 257723 h 353506"/>
                <a:gd name="connsiteX111" fmla="*/ 258369 w 518417"/>
                <a:gd name="connsiteY111" fmla="*/ 241029 h 353506"/>
                <a:gd name="connsiteX112" fmla="*/ 259003 w 518417"/>
                <a:gd name="connsiteY112" fmla="*/ 242182 h 353506"/>
                <a:gd name="connsiteX113" fmla="*/ 259153 w 518417"/>
                <a:gd name="connsiteY113" fmla="*/ 242068 h 353506"/>
                <a:gd name="connsiteX114" fmla="*/ 258551 w 518417"/>
                <a:gd name="connsiteY114" fmla="*/ 240943 h 353506"/>
                <a:gd name="connsiteX115" fmla="*/ 259083 w 518417"/>
                <a:gd name="connsiteY115" fmla="*/ 240229 h 353506"/>
                <a:gd name="connsiteX116" fmla="*/ 295524 w 518417"/>
                <a:gd name="connsiteY116" fmla="*/ 203549 h 353506"/>
                <a:gd name="connsiteX117" fmla="*/ 298046 w 518417"/>
                <a:gd name="connsiteY117" fmla="*/ 206126 h 353506"/>
                <a:gd name="connsiteX118" fmla="*/ 298148 w 518417"/>
                <a:gd name="connsiteY118" fmla="*/ 205958 h 353506"/>
                <a:gd name="connsiteX119" fmla="*/ 295706 w 518417"/>
                <a:gd name="connsiteY119" fmla="*/ 203464 h 353506"/>
                <a:gd name="connsiteX120" fmla="*/ 323253 w 518417"/>
                <a:gd name="connsiteY120" fmla="*/ 175541 h 353506"/>
                <a:gd name="connsiteX121" fmla="*/ 324535 w 518417"/>
                <a:gd name="connsiteY121" fmla="*/ 177016 h 353506"/>
                <a:gd name="connsiteX122" fmla="*/ 324692 w 518417"/>
                <a:gd name="connsiteY122" fmla="*/ 176897 h 353506"/>
                <a:gd name="connsiteX123" fmla="*/ 323436 w 518417"/>
                <a:gd name="connsiteY123" fmla="*/ 175452 h 353506"/>
                <a:gd name="connsiteX124" fmla="*/ 324601 w 518417"/>
                <a:gd name="connsiteY124" fmla="*/ 174087 h 353506"/>
                <a:gd name="connsiteX125" fmla="*/ 402007 w 518417"/>
                <a:gd name="connsiteY125" fmla="*/ 96788 h 353506"/>
                <a:gd name="connsiteX126" fmla="*/ 403975 w 518417"/>
                <a:gd name="connsiteY126" fmla="*/ 98751 h 353506"/>
                <a:gd name="connsiteX127" fmla="*/ 404109 w 518417"/>
                <a:gd name="connsiteY127" fmla="*/ 98650 h 353506"/>
                <a:gd name="connsiteX128" fmla="*/ 402187 w 518417"/>
                <a:gd name="connsiteY128" fmla="*/ 96701 h 353506"/>
                <a:gd name="connsiteX129" fmla="*/ 404426 w 518417"/>
                <a:gd name="connsiteY129" fmla="*/ 94263 h 353506"/>
                <a:gd name="connsiteX130" fmla="*/ 468247 w 518417"/>
                <a:gd name="connsiteY130" fmla="*/ 30427 h 353506"/>
                <a:gd name="connsiteX131" fmla="*/ 470842 w 518417"/>
                <a:gd name="connsiteY131" fmla="*/ 27654 h 353506"/>
                <a:gd name="connsiteX132" fmla="*/ 409106 w 518417"/>
                <a:gd name="connsiteY132" fmla="*/ 27654 h 353506"/>
                <a:gd name="connsiteX133" fmla="*/ 409106 w 518417"/>
                <a:gd name="connsiteY133" fmla="*/ 0 h 35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18417" h="353506">
                  <a:moveTo>
                    <a:pt x="0" y="312732"/>
                  </a:moveTo>
                  <a:lnTo>
                    <a:pt x="41134" y="312732"/>
                  </a:lnTo>
                  <a:lnTo>
                    <a:pt x="41134" y="353506"/>
                  </a:lnTo>
                  <a:lnTo>
                    <a:pt x="0" y="353506"/>
                  </a:lnTo>
                  <a:close/>
                  <a:moveTo>
                    <a:pt x="409106" y="0"/>
                  </a:moveTo>
                  <a:cubicBezTo>
                    <a:pt x="445464" y="0"/>
                    <a:pt x="481842" y="0"/>
                    <a:pt x="518417" y="0"/>
                  </a:cubicBezTo>
                  <a:cubicBezTo>
                    <a:pt x="518417" y="36321"/>
                    <a:pt x="518417" y="72627"/>
                    <a:pt x="518417" y="109195"/>
                  </a:cubicBezTo>
                  <a:cubicBezTo>
                    <a:pt x="509380" y="109195"/>
                    <a:pt x="500266" y="109195"/>
                    <a:pt x="490880" y="109195"/>
                  </a:cubicBezTo>
                  <a:cubicBezTo>
                    <a:pt x="490880" y="88881"/>
                    <a:pt x="490880" y="68536"/>
                    <a:pt x="490880" y="49796"/>
                  </a:cubicBezTo>
                  <a:cubicBezTo>
                    <a:pt x="468598" y="71420"/>
                    <a:pt x="445639" y="93702"/>
                    <a:pt x="422308" y="115979"/>
                  </a:cubicBezTo>
                  <a:lnTo>
                    <a:pt x="420437" y="114626"/>
                  </a:lnTo>
                  <a:lnTo>
                    <a:pt x="420389" y="114706"/>
                  </a:lnTo>
                  <a:lnTo>
                    <a:pt x="422127" y="116065"/>
                  </a:lnTo>
                  <a:cubicBezTo>
                    <a:pt x="421928" y="116610"/>
                    <a:pt x="421569" y="117095"/>
                    <a:pt x="421147" y="117517"/>
                  </a:cubicBezTo>
                  <a:cubicBezTo>
                    <a:pt x="394783" y="143887"/>
                    <a:pt x="368413" y="170251"/>
                    <a:pt x="341762" y="196524"/>
                  </a:cubicBezTo>
                  <a:lnTo>
                    <a:pt x="339901" y="194384"/>
                  </a:lnTo>
                  <a:lnTo>
                    <a:pt x="339794" y="194562"/>
                  </a:lnTo>
                  <a:lnTo>
                    <a:pt x="341578" y="196613"/>
                  </a:lnTo>
                  <a:cubicBezTo>
                    <a:pt x="332910" y="205623"/>
                    <a:pt x="324144" y="214452"/>
                    <a:pt x="315194" y="223370"/>
                  </a:cubicBezTo>
                  <a:lnTo>
                    <a:pt x="314244" y="222399"/>
                  </a:lnTo>
                  <a:lnTo>
                    <a:pt x="314089" y="222517"/>
                  </a:lnTo>
                  <a:lnTo>
                    <a:pt x="315011" y="223459"/>
                  </a:lnTo>
                  <a:cubicBezTo>
                    <a:pt x="306282" y="232257"/>
                    <a:pt x="297563" y="241065"/>
                    <a:pt x="288822" y="249851"/>
                  </a:cubicBezTo>
                  <a:cubicBezTo>
                    <a:pt x="283347" y="255354"/>
                    <a:pt x="277839" y="260826"/>
                    <a:pt x="272062" y="266216"/>
                  </a:cubicBezTo>
                  <a:lnTo>
                    <a:pt x="270392" y="263090"/>
                  </a:lnTo>
                  <a:lnTo>
                    <a:pt x="270255" y="263121"/>
                  </a:lnTo>
                  <a:lnTo>
                    <a:pt x="271879" y="266305"/>
                  </a:lnTo>
                  <a:cubicBezTo>
                    <a:pt x="262554" y="275987"/>
                    <a:pt x="253107" y="285464"/>
                    <a:pt x="243723" y="295002"/>
                  </a:cubicBezTo>
                  <a:cubicBezTo>
                    <a:pt x="242367" y="296379"/>
                    <a:pt x="241526" y="295612"/>
                    <a:pt x="240625" y="294320"/>
                  </a:cubicBezTo>
                  <a:lnTo>
                    <a:pt x="241008" y="292788"/>
                  </a:lnTo>
                  <a:lnTo>
                    <a:pt x="240536" y="294139"/>
                  </a:lnTo>
                  <a:cubicBezTo>
                    <a:pt x="234376" y="289820"/>
                    <a:pt x="228374" y="285310"/>
                    <a:pt x="222383" y="280786"/>
                  </a:cubicBezTo>
                  <a:cubicBezTo>
                    <a:pt x="221359" y="280013"/>
                    <a:pt x="220379" y="279182"/>
                    <a:pt x="219295" y="277929"/>
                  </a:cubicBezTo>
                  <a:lnTo>
                    <a:pt x="214226" y="259329"/>
                  </a:lnTo>
                  <a:lnTo>
                    <a:pt x="214223" y="259334"/>
                  </a:lnTo>
                  <a:lnTo>
                    <a:pt x="219205" y="277745"/>
                  </a:lnTo>
                  <a:cubicBezTo>
                    <a:pt x="215157" y="275048"/>
                    <a:pt x="211120" y="272079"/>
                    <a:pt x="207070" y="269129"/>
                  </a:cubicBezTo>
                  <a:cubicBezTo>
                    <a:pt x="206287" y="268559"/>
                    <a:pt x="205451" y="268063"/>
                    <a:pt x="204138" y="267205"/>
                  </a:cubicBezTo>
                  <a:cubicBezTo>
                    <a:pt x="203201" y="268367"/>
                    <a:pt x="202321" y="269459"/>
                    <a:pt x="201257" y="270641"/>
                  </a:cubicBezTo>
                  <a:lnTo>
                    <a:pt x="197998" y="263950"/>
                  </a:lnTo>
                  <a:lnTo>
                    <a:pt x="197794" y="263996"/>
                  </a:lnTo>
                  <a:lnTo>
                    <a:pt x="201074" y="270732"/>
                  </a:lnTo>
                  <a:cubicBezTo>
                    <a:pt x="194528" y="277136"/>
                    <a:pt x="187983" y="283540"/>
                    <a:pt x="181255" y="290035"/>
                  </a:cubicBezTo>
                  <a:lnTo>
                    <a:pt x="178607" y="284711"/>
                  </a:lnTo>
                  <a:lnTo>
                    <a:pt x="178482" y="284918"/>
                  </a:lnTo>
                  <a:lnTo>
                    <a:pt x="181073" y="290126"/>
                  </a:lnTo>
                  <a:cubicBezTo>
                    <a:pt x="172122" y="298748"/>
                    <a:pt x="163131" y="307328"/>
                    <a:pt x="154235" y="316006"/>
                  </a:cubicBezTo>
                  <a:cubicBezTo>
                    <a:pt x="147893" y="322192"/>
                    <a:pt x="141680" y="328510"/>
                    <a:pt x="135022" y="334761"/>
                  </a:cubicBezTo>
                  <a:lnTo>
                    <a:pt x="125401" y="330467"/>
                  </a:lnTo>
                  <a:lnTo>
                    <a:pt x="125418" y="330562"/>
                  </a:lnTo>
                  <a:lnTo>
                    <a:pt x="134841" y="334848"/>
                  </a:lnTo>
                  <a:cubicBezTo>
                    <a:pt x="131522" y="338326"/>
                    <a:pt x="127996" y="341711"/>
                    <a:pt x="124287" y="345186"/>
                  </a:cubicBezTo>
                  <a:lnTo>
                    <a:pt x="122529" y="343420"/>
                  </a:lnTo>
                  <a:lnTo>
                    <a:pt x="122411" y="343510"/>
                  </a:lnTo>
                  <a:lnTo>
                    <a:pt x="124104" y="345275"/>
                  </a:lnTo>
                  <a:cubicBezTo>
                    <a:pt x="122682" y="347683"/>
                    <a:pt x="120609" y="348369"/>
                    <a:pt x="117823" y="348305"/>
                  </a:cubicBezTo>
                  <a:cubicBezTo>
                    <a:pt x="109794" y="348122"/>
                    <a:pt x="101758" y="348230"/>
                    <a:pt x="93405" y="347975"/>
                  </a:cubicBezTo>
                  <a:lnTo>
                    <a:pt x="93123" y="347432"/>
                  </a:lnTo>
                  <a:lnTo>
                    <a:pt x="93123" y="348182"/>
                  </a:lnTo>
                  <a:lnTo>
                    <a:pt x="86898" y="348182"/>
                  </a:lnTo>
                  <a:lnTo>
                    <a:pt x="86898" y="348156"/>
                  </a:lnTo>
                  <a:lnTo>
                    <a:pt x="79563" y="348156"/>
                  </a:lnTo>
                  <a:lnTo>
                    <a:pt x="79563" y="348184"/>
                  </a:lnTo>
                  <a:lnTo>
                    <a:pt x="74631" y="348184"/>
                  </a:lnTo>
                  <a:lnTo>
                    <a:pt x="74631" y="348159"/>
                  </a:lnTo>
                  <a:lnTo>
                    <a:pt x="67379" y="348159"/>
                  </a:lnTo>
                  <a:lnTo>
                    <a:pt x="67379" y="348120"/>
                  </a:lnTo>
                  <a:lnTo>
                    <a:pt x="63193" y="348120"/>
                  </a:lnTo>
                  <a:lnTo>
                    <a:pt x="63193" y="348189"/>
                  </a:lnTo>
                  <a:lnTo>
                    <a:pt x="61150" y="348189"/>
                  </a:lnTo>
                  <a:lnTo>
                    <a:pt x="61150" y="320424"/>
                  </a:lnTo>
                  <a:lnTo>
                    <a:pt x="62518" y="320424"/>
                  </a:lnTo>
                  <a:lnTo>
                    <a:pt x="62518" y="320421"/>
                  </a:lnTo>
                  <a:lnTo>
                    <a:pt x="68044" y="320421"/>
                  </a:lnTo>
                  <a:lnTo>
                    <a:pt x="68044" y="320449"/>
                  </a:lnTo>
                  <a:lnTo>
                    <a:pt x="74631" y="320449"/>
                  </a:lnTo>
                  <a:lnTo>
                    <a:pt x="74631" y="320424"/>
                  </a:lnTo>
                  <a:lnTo>
                    <a:pt x="79563" y="320424"/>
                  </a:lnTo>
                  <a:lnTo>
                    <a:pt x="79563" y="320450"/>
                  </a:lnTo>
                  <a:lnTo>
                    <a:pt x="86898" y="320450"/>
                  </a:lnTo>
                  <a:lnTo>
                    <a:pt x="86898" y="320425"/>
                  </a:lnTo>
                  <a:lnTo>
                    <a:pt x="93123" y="320425"/>
                  </a:lnTo>
                  <a:lnTo>
                    <a:pt x="93123" y="320483"/>
                  </a:lnTo>
                  <a:lnTo>
                    <a:pt x="98355" y="320640"/>
                  </a:lnTo>
                  <a:cubicBezTo>
                    <a:pt x="99952" y="322287"/>
                    <a:pt x="101432" y="324017"/>
                    <a:pt x="102904" y="325699"/>
                  </a:cubicBezTo>
                  <a:lnTo>
                    <a:pt x="105388" y="328325"/>
                  </a:lnTo>
                  <a:lnTo>
                    <a:pt x="105399" y="328307"/>
                  </a:lnTo>
                  <a:lnTo>
                    <a:pt x="102970" y="325708"/>
                  </a:lnTo>
                  <a:cubicBezTo>
                    <a:pt x="101538" y="324033"/>
                    <a:pt x="100123" y="322311"/>
                    <a:pt x="98628" y="320679"/>
                  </a:cubicBezTo>
                  <a:cubicBezTo>
                    <a:pt x="101680" y="320300"/>
                    <a:pt x="104741" y="320134"/>
                    <a:pt x="108026" y="319849"/>
                  </a:cubicBezTo>
                  <a:lnTo>
                    <a:pt x="111610" y="322569"/>
                  </a:lnTo>
                  <a:lnTo>
                    <a:pt x="111805" y="322524"/>
                  </a:lnTo>
                  <a:lnTo>
                    <a:pt x="108249" y="319730"/>
                  </a:lnTo>
                  <a:cubicBezTo>
                    <a:pt x="117040" y="310872"/>
                    <a:pt x="125775" y="301958"/>
                    <a:pt x="134635" y="293169"/>
                  </a:cubicBezTo>
                  <a:cubicBezTo>
                    <a:pt x="145270" y="282621"/>
                    <a:pt x="156012" y="272179"/>
                    <a:pt x="166981" y="261795"/>
                  </a:cubicBezTo>
                  <a:lnTo>
                    <a:pt x="168318" y="264483"/>
                  </a:lnTo>
                  <a:lnTo>
                    <a:pt x="168523" y="264436"/>
                  </a:lnTo>
                  <a:lnTo>
                    <a:pt x="167164" y="261705"/>
                  </a:lnTo>
                  <a:cubicBezTo>
                    <a:pt x="173618" y="254904"/>
                    <a:pt x="180163" y="248297"/>
                    <a:pt x="186983" y="241798"/>
                  </a:cubicBezTo>
                  <a:lnTo>
                    <a:pt x="187345" y="242540"/>
                  </a:lnTo>
                  <a:lnTo>
                    <a:pt x="187510" y="242414"/>
                  </a:lnTo>
                  <a:lnTo>
                    <a:pt x="187167" y="241709"/>
                  </a:lnTo>
                  <a:cubicBezTo>
                    <a:pt x="191310" y="237490"/>
                    <a:pt x="195547" y="233469"/>
                    <a:pt x="200058" y="229188"/>
                  </a:cubicBezTo>
                  <a:cubicBezTo>
                    <a:pt x="203209" y="231649"/>
                    <a:pt x="206789" y="234445"/>
                    <a:pt x="210554" y="237337"/>
                  </a:cubicBezTo>
                  <a:lnTo>
                    <a:pt x="210132" y="240009"/>
                  </a:lnTo>
                  <a:lnTo>
                    <a:pt x="210258" y="240105"/>
                  </a:lnTo>
                  <a:lnTo>
                    <a:pt x="210739" y="237435"/>
                  </a:lnTo>
                  <a:cubicBezTo>
                    <a:pt x="219790" y="244337"/>
                    <a:pt x="228841" y="251239"/>
                    <a:pt x="237983" y="258328"/>
                  </a:cubicBezTo>
                  <a:cubicBezTo>
                    <a:pt x="238124" y="259844"/>
                    <a:pt x="237990" y="261211"/>
                    <a:pt x="238251" y="262499"/>
                  </a:cubicBezTo>
                  <a:cubicBezTo>
                    <a:pt x="237990" y="261211"/>
                    <a:pt x="238124" y="259844"/>
                    <a:pt x="238075" y="258514"/>
                  </a:cubicBezTo>
                  <a:cubicBezTo>
                    <a:pt x="239459" y="259119"/>
                    <a:pt x="240470" y="258940"/>
                    <a:pt x="241647" y="257723"/>
                  </a:cubicBezTo>
                  <a:cubicBezTo>
                    <a:pt x="247080" y="252109"/>
                    <a:pt x="252660" y="246637"/>
                    <a:pt x="258369" y="241029"/>
                  </a:cubicBezTo>
                  <a:lnTo>
                    <a:pt x="259003" y="242182"/>
                  </a:lnTo>
                  <a:lnTo>
                    <a:pt x="259153" y="242068"/>
                  </a:lnTo>
                  <a:lnTo>
                    <a:pt x="258551" y="240943"/>
                  </a:lnTo>
                  <a:cubicBezTo>
                    <a:pt x="258727" y="240704"/>
                    <a:pt x="258877" y="240438"/>
                    <a:pt x="259083" y="240229"/>
                  </a:cubicBezTo>
                  <a:cubicBezTo>
                    <a:pt x="271106" y="227995"/>
                    <a:pt x="283134" y="215765"/>
                    <a:pt x="295524" y="203549"/>
                  </a:cubicBezTo>
                  <a:lnTo>
                    <a:pt x="298046" y="206126"/>
                  </a:lnTo>
                  <a:lnTo>
                    <a:pt x="298148" y="205958"/>
                  </a:lnTo>
                  <a:lnTo>
                    <a:pt x="295706" y="203464"/>
                  </a:lnTo>
                  <a:cubicBezTo>
                    <a:pt x="304706" y="194120"/>
                    <a:pt x="313888" y="184875"/>
                    <a:pt x="323253" y="175541"/>
                  </a:cubicBezTo>
                  <a:lnTo>
                    <a:pt x="324535" y="177016"/>
                  </a:lnTo>
                  <a:lnTo>
                    <a:pt x="324692" y="176897"/>
                  </a:lnTo>
                  <a:lnTo>
                    <a:pt x="323436" y="175452"/>
                  </a:lnTo>
                  <a:cubicBezTo>
                    <a:pt x="323823" y="174996"/>
                    <a:pt x="324179" y="174509"/>
                    <a:pt x="324601" y="174087"/>
                  </a:cubicBezTo>
                  <a:cubicBezTo>
                    <a:pt x="350340" y="148346"/>
                    <a:pt x="376083" y="122611"/>
                    <a:pt x="402007" y="96788"/>
                  </a:cubicBezTo>
                  <a:lnTo>
                    <a:pt x="403975" y="98751"/>
                  </a:lnTo>
                  <a:lnTo>
                    <a:pt x="404109" y="98650"/>
                  </a:lnTo>
                  <a:lnTo>
                    <a:pt x="402187" y="96701"/>
                  </a:lnTo>
                  <a:cubicBezTo>
                    <a:pt x="402932" y="95886"/>
                    <a:pt x="403646" y="95042"/>
                    <a:pt x="404426" y="94263"/>
                  </a:cubicBezTo>
                  <a:cubicBezTo>
                    <a:pt x="425696" y="72981"/>
                    <a:pt x="446974" y="51707"/>
                    <a:pt x="468247" y="30427"/>
                  </a:cubicBezTo>
                  <a:cubicBezTo>
                    <a:pt x="469001" y="29672"/>
                    <a:pt x="469707" y="28868"/>
                    <a:pt x="470842" y="27654"/>
                  </a:cubicBezTo>
                  <a:cubicBezTo>
                    <a:pt x="449940" y="27654"/>
                    <a:pt x="429614" y="27654"/>
                    <a:pt x="409106" y="27654"/>
                  </a:cubicBezTo>
                  <a:cubicBezTo>
                    <a:pt x="409106" y="18324"/>
                    <a:pt x="409106" y="9282"/>
                    <a:pt x="409106"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15" name="Group 914">
            <a:extLst>
              <a:ext uri="{FF2B5EF4-FFF2-40B4-BE49-F238E27FC236}">
                <a16:creationId xmlns:a16="http://schemas.microsoft.com/office/drawing/2014/main" id="{20BF4C00-515C-4BCD-84D1-9D9F496155DA}"/>
              </a:ext>
              <a:ext uri="{C183D7F6-B498-43B3-948B-1728B52AA6E4}">
                <adec:decorative xmlns:adec="http://schemas.microsoft.com/office/drawing/2017/decorative" val="1"/>
              </a:ext>
            </a:extLst>
          </p:cNvPr>
          <p:cNvGrpSpPr>
            <a:grpSpLocks noChangeAspect="1"/>
          </p:cNvGrpSpPr>
          <p:nvPr/>
        </p:nvGrpSpPr>
        <p:grpSpPr>
          <a:xfrm>
            <a:off x="3787080" y="2292283"/>
            <a:ext cx="479690" cy="320040"/>
            <a:chOff x="3787080" y="2292283"/>
            <a:chExt cx="479690" cy="320040"/>
          </a:xfrm>
          <a:solidFill>
            <a:srgbClr val="FF0000"/>
          </a:solidFill>
        </p:grpSpPr>
        <p:sp>
          <p:nvSpPr>
            <p:cNvPr id="1297" name="Freeform: Shape 1296">
              <a:extLst>
                <a:ext uri="{FF2B5EF4-FFF2-40B4-BE49-F238E27FC236}">
                  <a16:creationId xmlns:a16="http://schemas.microsoft.com/office/drawing/2014/main" id="{363E81FF-2B72-EF06-2030-1E1AEC637732}"/>
                </a:ext>
                <a:ext uri="{C183D7F6-B498-43B3-948B-1728B52AA6E4}">
                  <adec:decorative xmlns:adec="http://schemas.microsoft.com/office/drawing/2017/decorative" val="1"/>
                </a:ext>
              </a:extLst>
            </p:cNvPr>
            <p:cNvSpPr/>
            <p:nvPr/>
          </p:nvSpPr>
          <p:spPr>
            <a:xfrm>
              <a:off x="3787080" y="2292283"/>
              <a:ext cx="479690" cy="319769"/>
            </a:xfrm>
            <a:custGeom>
              <a:avLst/>
              <a:gdLst>
                <a:gd name="connsiteX0" fmla="*/ 573538 w 927151"/>
                <a:gd name="connsiteY0" fmla="*/ 525785 h 618054"/>
                <a:gd name="connsiteX1" fmla="*/ 573538 w 927151"/>
                <a:gd name="connsiteY1" fmla="*/ 617619 h 618054"/>
                <a:gd name="connsiteX2" fmla="*/ 529508 w 927151"/>
                <a:gd name="connsiteY2" fmla="*/ 617619 h 618054"/>
                <a:gd name="connsiteX3" fmla="*/ 529508 w 927151"/>
                <a:gd name="connsiteY3" fmla="*/ 542889 h 618054"/>
                <a:gd name="connsiteX4" fmla="*/ 558747 w 927151"/>
                <a:gd name="connsiteY4" fmla="*/ 533813 h 618054"/>
                <a:gd name="connsiteX5" fmla="*/ 353621 w 927151"/>
                <a:gd name="connsiteY5" fmla="*/ 525560 h 618054"/>
                <a:gd name="connsiteX6" fmla="*/ 368828 w 927151"/>
                <a:gd name="connsiteY6" fmla="*/ 533814 h 618054"/>
                <a:gd name="connsiteX7" fmla="*/ 397611 w 927151"/>
                <a:gd name="connsiteY7" fmla="*/ 542749 h 618054"/>
                <a:gd name="connsiteX8" fmla="*/ 397611 w 927151"/>
                <a:gd name="connsiteY8" fmla="*/ 574065 h 618054"/>
                <a:gd name="connsiteX9" fmla="*/ 441601 w 927151"/>
                <a:gd name="connsiteY9" fmla="*/ 574065 h 618054"/>
                <a:gd name="connsiteX10" fmla="*/ 441601 w 927151"/>
                <a:gd name="connsiteY10" fmla="*/ 550749 h 618054"/>
                <a:gd name="connsiteX11" fmla="*/ 463788 w 927151"/>
                <a:gd name="connsiteY11" fmla="*/ 552986 h 618054"/>
                <a:gd name="connsiteX12" fmla="*/ 485590 w 927151"/>
                <a:gd name="connsiteY12" fmla="*/ 550788 h 618054"/>
                <a:gd name="connsiteX13" fmla="*/ 485590 w 927151"/>
                <a:gd name="connsiteY13" fmla="*/ 574065 h 618054"/>
                <a:gd name="connsiteX14" fmla="*/ 441601 w 927151"/>
                <a:gd name="connsiteY14" fmla="*/ 618054 h 618054"/>
                <a:gd name="connsiteX15" fmla="*/ 397611 w 927151"/>
                <a:gd name="connsiteY15" fmla="*/ 618054 h 618054"/>
                <a:gd name="connsiteX16" fmla="*/ 353621 w 927151"/>
                <a:gd name="connsiteY16" fmla="*/ 574065 h 618054"/>
                <a:gd name="connsiteX17" fmla="*/ 617783 w 927151"/>
                <a:gd name="connsiteY17" fmla="*/ 525268 h 618054"/>
                <a:gd name="connsiteX18" fmla="*/ 661813 w 927151"/>
                <a:gd name="connsiteY18" fmla="*/ 569298 h 618054"/>
                <a:gd name="connsiteX19" fmla="*/ 661813 w 927151"/>
                <a:gd name="connsiteY19" fmla="*/ 617620 h 618054"/>
                <a:gd name="connsiteX20" fmla="*/ 617783 w 927151"/>
                <a:gd name="connsiteY20" fmla="*/ 617620 h 618054"/>
                <a:gd name="connsiteX21" fmla="*/ 43990 w 927151"/>
                <a:gd name="connsiteY21" fmla="*/ 486085 h 618054"/>
                <a:gd name="connsiteX22" fmla="*/ 43990 w 927151"/>
                <a:gd name="connsiteY22" fmla="*/ 574064 h 618054"/>
                <a:gd name="connsiteX23" fmla="*/ 87979 w 927151"/>
                <a:gd name="connsiteY23" fmla="*/ 574064 h 618054"/>
                <a:gd name="connsiteX24" fmla="*/ 87979 w 927151"/>
                <a:gd name="connsiteY24" fmla="*/ 486085 h 618054"/>
                <a:gd name="connsiteX25" fmla="*/ 265061 w 927151"/>
                <a:gd name="connsiteY25" fmla="*/ 449748 h 618054"/>
                <a:gd name="connsiteX26" fmla="*/ 291284 w 927151"/>
                <a:gd name="connsiteY26" fmla="*/ 481531 h 618054"/>
                <a:gd name="connsiteX27" fmla="*/ 309091 w 927151"/>
                <a:gd name="connsiteY27" fmla="*/ 496223 h 618054"/>
                <a:gd name="connsiteX28" fmla="*/ 309091 w 927151"/>
                <a:gd name="connsiteY28" fmla="*/ 617619 h 618054"/>
                <a:gd name="connsiteX29" fmla="*/ 265061 w 927151"/>
                <a:gd name="connsiteY29" fmla="*/ 617619 h 618054"/>
                <a:gd name="connsiteX30" fmla="*/ 883121 w 927151"/>
                <a:gd name="connsiteY30" fmla="*/ 442529 h 618054"/>
                <a:gd name="connsiteX31" fmla="*/ 927151 w 927151"/>
                <a:gd name="connsiteY31" fmla="*/ 442529 h 618054"/>
                <a:gd name="connsiteX32" fmla="*/ 927151 w 927151"/>
                <a:gd name="connsiteY32" fmla="*/ 617619 h 618054"/>
                <a:gd name="connsiteX33" fmla="*/ 883121 w 927151"/>
                <a:gd name="connsiteY33" fmla="*/ 617619 h 618054"/>
                <a:gd name="connsiteX34" fmla="*/ 794716 w 927151"/>
                <a:gd name="connsiteY34" fmla="*/ 442529 h 618054"/>
                <a:gd name="connsiteX35" fmla="*/ 838746 w 927151"/>
                <a:gd name="connsiteY35" fmla="*/ 442529 h 618054"/>
                <a:gd name="connsiteX36" fmla="*/ 838746 w 927151"/>
                <a:gd name="connsiteY36" fmla="*/ 617619 h 618054"/>
                <a:gd name="connsiteX37" fmla="*/ 794716 w 927151"/>
                <a:gd name="connsiteY37" fmla="*/ 617619 h 618054"/>
                <a:gd name="connsiteX38" fmla="*/ 176500 w 927151"/>
                <a:gd name="connsiteY38" fmla="*/ 442529 h 618054"/>
                <a:gd name="connsiteX39" fmla="*/ 220530 w 927151"/>
                <a:gd name="connsiteY39" fmla="*/ 442529 h 618054"/>
                <a:gd name="connsiteX40" fmla="*/ 220530 w 927151"/>
                <a:gd name="connsiteY40" fmla="*/ 617619 h 618054"/>
                <a:gd name="connsiteX41" fmla="*/ 176500 w 927151"/>
                <a:gd name="connsiteY41" fmla="*/ 617619 h 618054"/>
                <a:gd name="connsiteX42" fmla="*/ 43990 w 927151"/>
                <a:gd name="connsiteY42" fmla="*/ 442095 h 618054"/>
                <a:gd name="connsiteX43" fmla="*/ 87979 w 927151"/>
                <a:gd name="connsiteY43" fmla="*/ 442095 h 618054"/>
                <a:gd name="connsiteX44" fmla="*/ 131969 w 927151"/>
                <a:gd name="connsiteY44" fmla="*/ 486085 h 618054"/>
                <a:gd name="connsiteX45" fmla="*/ 131969 w 927151"/>
                <a:gd name="connsiteY45" fmla="*/ 574064 h 618054"/>
                <a:gd name="connsiteX46" fmla="*/ 87979 w 927151"/>
                <a:gd name="connsiteY46" fmla="*/ 618053 h 618054"/>
                <a:gd name="connsiteX47" fmla="*/ 43990 w 927151"/>
                <a:gd name="connsiteY47" fmla="*/ 618053 h 618054"/>
                <a:gd name="connsiteX48" fmla="*/ 0 w 927151"/>
                <a:gd name="connsiteY48" fmla="*/ 574064 h 618054"/>
                <a:gd name="connsiteX49" fmla="*/ 0 w 927151"/>
                <a:gd name="connsiteY49" fmla="*/ 486085 h 618054"/>
                <a:gd name="connsiteX50" fmla="*/ 43990 w 927151"/>
                <a:gd name="connsiteY50" fmla="*/ 442095 h 618054"/>
                <a:gd name="connsiteX51" fmla="*/ 750767 w 927151"/>
                <a:gd name="connsiteY51" fmla="*/ 265036 h 618054"/>
                <a:gd name="connsiteX52" fmla="*/ 750767 w 927151"/>
                <a:gd name="connsiteY52" fmla="*/ 353015 h 618054"/>
                <a:gd name="connsiteX53" fmla="*/ 794756 w 927151"/>
                <a:gd name="connsiteY53" fmla="*/ 353015 h 618054"/>
                <a:gd name="connsiteX54" fmla="*/ 794756 w 927151"/>
                <a:gd name="connsiteY54" fmla="*/ 265036 h 618054"/>
                <a:gd name="connsiteX55" fmla="*/ 132226 w 927151"/>
                <a:gd name="connsiteY55" fmla="*/ 265036 h 618054"/>
                <a:gd name="connsiteX56" fmla="*/ 132226 w 927151"/>
                <a:gd name="connsiteY56" fmla="*/ 353015 h 618054"/>
                <a:gd name="connsiteX57" fmla="*/ 176215 w 927151"/>
                <a:gd name="connsiteY57" fmla="*/ 353015 h 618054"/>
                <a:gd name="connsiteX58" fmla="*/ 176215 w 927151"/>
                <a:gd name="connsiteY58" fmla="*/ 265036 h 618054"/>
                <a:gd name="connsiteX59" fmla="*/ 883121 w 927151"/>
                <a:gd name="connsiteY59" fmla="*/ 221481 h 618054"/>
                <a:gd name="connsiteX60" fmla="*/ 927151 w 927151"/>
                <a:gd name="connsiteY60" fmla="*/ 221481 h 618054"/>
                <a:gd name="connsiteX61" fmla="*/ 927151 w 927151"/>
                <a:gd name="connsiteY61" fmla="*/ 396571 h 618054"/>
                <a:gd name="connsiteX62" fmla="*/ 883121 w 927151"/>
                <a:gd name="connsiteY62" fmla="*/ 396571 h 618054"/>
                <a:gd name="connsiteX63" fmla="*/ 0 w 927151"/>
                <a:gd name="connsiteY63" fmla="*/ 221481 h 618054"/>
                <a:gd name="connsiteX64" fmla="*/ 44030 w 927151"/>
                <a:gd name="connsiteY64" fmla="*/ 221481 h 618054"/>
                <a:gd name="connsiteX65" fmla="*/ 44030 w 927151"/>
                <a:gd name="connsiteY65" fmla="*/ 396571 h 618054"/>
                <a:gd name="connsiteX66" fmla="*/ 0 w 927151"/>
                <a:gd name="connsiteY66" fmla="*/ 396571 h 618054"/>
                <a:gd name="connsiteX67" fmla="*/ 750767 w 927151"/>
                <a:gd name="connsiteY67" fmla="*/ 221047 h 618054"/>
                <a:gd name="connsiteX68" fmla="*/ 794756 w 927151"/>
                <a:gd name="connsiteY68" fmla="*/ 221047 h 618054"/>
                <a:gd name="connsiteX69" fmla="*/ 838746 w 927151"/>
                <a:gd name="connsiteY69" fmla="*/ 265036 h 618054"/>
                <a:gd name="connsiteX70" fmla="*/ 838746 w 927151"/>
                <a:gd name="connsiteY70" fmla="*/ 353015 h 618054"/>
                <a:gd name="connsiteX71" fmla="*/ 794756 w 927151"/>
                <a:gd name="connsiteY71" fmla="*/ 397005 h 618054"/>
                <a:gd name="connsiteX72" fmla="*/ 750767 w 927151"/>
                <a:gd name="connsiteY72" fmla="*/ 397005 h 618054"/>
                <a:gd name="connsiteX73" fmla="*/ 706777 w 927151"/>
                <a:gd name="connsiteY73" fmla="*/ 353015 h 618054"/>
                <a:gd name="connsiteX74" fmla="*/ 706777 w 927151"/>
                <a:gd name="connsiteY74" fmla="*/ 265036 h 618054"/>
                <a:gd name="connsiteX75" fmla="*/ 750767 w 927151"/>
                <a:gd name="connsiteY75" fmla="*/ 221047 h 618054"/>
                <a:gd name="connsiteX76" fmla="*/ 132226 w 927151"/>
                <a:gd name="connsiteY76" fmla="*/ 221047 h 618054"/>
                <a:gd name="connsiteX77" fmla="*/ 176215 w 927151"/>
                <a:gd name="connsiteY77" fmla="*/ 221047 h 618054"/>
                <a:gd name="connsiteX78" fmla="*/ 220205 w 927151"/>
                <a:gd name="connsiteY78" fmla="*/ 265036 h 618054"/>
                <a:gd name="connsiteX79" fmla="*/ 220205 w 927151"/>
                <a:gd name="connsiteY79" fmla="*/ 353015 h 618054"/>
                <a:gd name="connsiteX80" fmla="*/ 176215 w 927151"/>
                <a:gd name="connsiteY80" fmla="*/ 397005 h 618054"/>
                <a:gd name="connsiteX81" fmla="*/ 132226 w 927151"/>
                <a:gd name="connsiteY81" fmla="*/ 397005 h 618054"/>
                <a:gd name="connsiteX82" fmla="*/ 88236 w 927151"/>
                <a:gd name="connsiteY82" fmla="*/ 353015 h 618054"/>
                <a:gd name="connsiteX83" fmla="*/ 88236 w 927151"/>
                <a:gd name="connsiteY83" fmla="*/ 265036 h 618054"/>
                <a:gd name="connsiteX84" fmla="*/ 132226 w 927151"/>
                <a:gd name="connsiteY84" fmla="*/ 221047 h 618054"/>
                <a:gd name="connsiteX85" fmla="*/ 463787 w 927151"/>
                <a:gd name="connsiteY85" fmla="*/ 155683 h 618054"/>
                <a:gd name="connsiteX86" fmla="*/ 310445 w 927151"/>
                <a:gd name="connsiteY86" fmla="*/ 309026 h 618054"/>
                <a:gd name="connsiteX87" fmla="*/ 463787 w 927151"/>
                <a:gd name="connsiteY87" fmla="*/ 462369 h 618054"/>
                <a:gd name="connsiteX88" fmla="*/ 617129 w 927151"/>
                <a:gd name="connsiteY88" fmla="*/ 309026 h 618054"/>
                <a:gd name="connsiteX89" fmla="*/ 463787 w 927151"/>
                <a:gd name="connsiteY89" fmla="*/ 155683 h 618054"/>
                <a:gd name="connsiteX90" fmla="*/ 463788 w 927151"/>
                <a:gd name="connsiteY90" fmla="*/ 110107 h 618054"/>
                <a:gd name="connsiteX91" fmla="*/ 662707 w 927151"/>
                <a:gd name="connsiteY91" fmla="*/ 309026 h 618054"/>
                <a:gd name="connsiteX92" fmla="*/ 647075 w 927151"/>
                <a:gd name="connsiteY92" fmla="*/ 386454 h 618054"/>
                <a:gd name="connsiteX93" fmla="*/ 617511 w 927151"/>
                <a:gd name="connsiteY93" fmla="*/ 430303 h 618054"/>
                <a:gd name="connsiteX94" fmla="*/ 694694 w 927151"/>
                <a:gd name="connsiteY94" fmla="*/ 507487 h 618054"/>
                <a:gd name="connsiteX95" fmla="*/ 663402 w 927151"/>
                <a:gd name="connsiteY95" fmla="*/ 538780 h 618054"/>
                <a:gd name="connsiteX96" fmla="*/ 586443 w 927151"/>
                <a:gd name="connsiteY96" fmla="*/ 461821 h 618054"/>
                <a:gd name="connsiteX97" fmla="*/ 541216 w 927151"/>
                <a:gd name="connsiteY97" fmla="*/ 492313 h 618054"/>
                <a:gd name="connsiteX98" fmla="*/ 463788 w 927151"/>
                <a:gd name="connsiteY98" fmla="*/ 507945 h 618054"/>
                <a:gd name="connsiteX99" fmla="*/ 264869 w 927151"/>
                <a:gd name="connsiteY99" fmla="*/ 309026 h 618054"/>
                <a:gd name="connsiteX100" fmla="*/ 463788 w 927151"/>
                <a:gd name="connsiteY100" fmla="*/ 110107 h 618054"/>
                <a:gd name="connsiteX101" fmla="*/ 839172 w 927151"/>
                <a:gd name="connsiteY101" fmla="*/ 43989 h 618054"/>
                <a:gd name="connsiteX102" fmla="*/ 839172 w 927151"/>
                <a:gd name="connsiteY102" fmla="*/ 131968 h 618054"/>
                <a:gd name="connsiteX103" fmla="*/ 883161 w 927151"/>
                <a:gd name="connsiteY103" fmla="*/ 131968 h 618054"/>
                <a:gd name="connsiteX104" fmla="*/ 883161 w 927151"/>
                <a:gd name="connsiteY104" fmla="*/ 43989 h 618054"/>
                <a:gd name="connsiteX105" fmla="*/ 43990 w 927151"/>
                <a:gd name="connsiteY105" fmla="*/ 43989 h 618054"/>
                <a:gd name="connsiteX106" fmla="*/ 43990 w 927151"/>
                <a:gd name="connsiteY106" fmla="*/ 131968 h 618054"/>
                <a:gd name="connsiteX107" fmla="*/ 87979 w 927151"/>
                <a:gd name="connsiteY107" fmla="*/ 131968 h 618054"/>
                <a:gd name="connsiteX108" fmla="*/ 87979 w 927151"/>
                <a:gd name="connsiteY108" fmla="*/ 43989 h 618054"/>
                <a:gd name="connsiteX109" fmla="*/ 706620 w 927151"/>
                <a:gd name="connsiteY109" fmla="*/ 434 h 618054"/>
                <a:gd name="connsiteX110" fmla="*/ 750650 w 927151"/>
                <a:gd name="connsiteY110" fmla="*/ 434 h 618054"/>
                <a:gd name="connsiteX111" fmla="*/ 750650 w 927151"/>
                <a:gd name="connsiteY111" fmla="*/ 175524 h 618054"/>
                <a:gd name="connsiteX112" fmla="*/ 706620 w 927151"/>
                <a:gd name="connsiteY112" fmla="*/ 175524 h 618054"/>
                <a:gd name="connsiteX113" fmla="*/ 441560 w 927151"/>
                <a:gd name="connsiteY113" fmla="*/ 434 h 618054"/>
                <a:gd name="connsiteX114" fmla="*/ 485590 w 927151"/>
                <a:gd name="connsiteY114" fmla="*/ 434 h 618054"/>
                <a:gd name="connsiteX115" fmla="*/ 485590 w 927151"/>
                <a:gd name="connsiteY115" fmla="*/ 67266 h 618054"/>
                <a:gd name="connsiteX116" fmla="*/ 463788 w 927151"/>
                <a:gd name="connsiteY116" fmla="*/ 65068 h 618054"/>
                <a:gd name="connsiteX117" fmla="*/ 441560 w 927151"/>
                <a:gd name="connsiteY117" fmla="*/ 67309 h 618054"/>
                <a:gd name="connsiteX118" fmla="*/ 176500 w 927151"/>
                <a:gd name="connsiteY118" fmla="*/ 434 h 618054"/>
                <a:gd name="connsiteX119" fmla="*/ 220530 w 927151"/>
                <a:gd name="connsiteY119" fmla="*/ 434 h 618054"/>
                <a:gd name="connsiteX120" fmla="*/ 220530 w 927151"/>
                <a:gd name="connsiteY120" fmla="*/ 175524 h 618054"/>
                <a:gd name="connsiteX121" fmla="*/ 176500 w 927151"/>
                <a:gd name="connsiteY121" fmla="*/ 175524 h 618054"/>
                <a:gd name="connsiteX122" fmla="*/ 839172 w 927151"/>
                <a:gd name="connsiteY122" fmla="*/ 0 h 618054"/>
                <a:gd name="connsiteX123" fmla="*/ 883161 w 927151"/>
                <a:gd name="connsiteY123" fmla="*/ 0 h 618054"/>
                <a:gd name="connsiteX124" fmla="*/ 927151 w 927151"/>
                <a:gd name="connsiteY124" fmla="*/ 43989 h 618054"/>
                <a:gd name="connsiteX125" fmla="*/ 927151 w 927151"/>
                <a:gd name="connsiteY125" fmla="*/ 131968 h 618054"/>
                <a:gd name="connsiteX126" fmla="*/ 883161 w 927151"/>
                <a:gd name="connsiteY126" fmla="*/ 175958 h 618054"/>
                <a:gd name="connsiteX127" fmla="*/ 839172 w 927151"/>
                <a:gd name="connsiteY127" fmla="*/ 175958 h 618054"/>
                <a:gd name="connsiteX128" fmla="*/ 795182 w 927151"/>
                <a:gd name="connsiteY128" fmla="*/ 131968 h 618054"/>
                <a:gd name="connsiteX129" fmla="*/ 795182 w 927151"/>
                <a:gd name="connsiteY129" fmla="*/ 43989 h 618054"/>
                <a:gd name="connsiteX130" fmla="*/ 839172 w 927151"/>
                <a:gd name="connsiteY130" fmla="*/ 0 h 618054"/>
                <a:gd name="connsiteX131" fmla="*/ 574111 w 927151"/>
                <a:gd name="connsiteY131" fmla="*/ 0 h 618054"/>
                <a:gd name="connsiteX132" fmla="*/ 618101 w 927151"/>
                <a:gd name="connsiteY132" fmla="*/ 0 h 618054"/>
                <a:gd name="connsiteX133" fmla="*/ 662090 w 927151"/>
                <a:gd name="connsiteY133" fmla="*/ 43990 h 618054"/>
                <a:gd name="connsiteX134" fmla="*/ 662090 w 927151"/>
                <a:gd name="connsiteY134" fmla="*/ 131969 h 618054"/>
                <a:gd name="connsiteX135" fmla="*/ 658619 w 927151"/>
                <a:gd name="connsiteY135" fmla="*/ 149049 h 618054"/>
                <a:gd name="connsiteX136" fmla="*/ 653221 w 927151"/>
                <a:gd name="connsiteY136" fmla="*/ 157039 h 618054"/>
                <a:gd name="connsiteX137" fmla="*/ 636292 w 927151"/>
                <a:gd name="connsiteY137" fmla="*/ 136522 h 618054"/>
                <a:gd name="connsiteX138" fmla="*/ 618101 w 927151"/>
                <a:gd name="connsiteY138" fmla="*/ 121512 h 618054"/>
                <a:gd name="connsiteX139" fmla="*/ 618101 w 927151"/>
                <a:gd name="connsiteY139" fmla="*/ 43990 h 618054"/>
                <a:gd name="connsiteX140" fmla="*/ 574111 w 927151"/>
                <a:gd name="connsiteY140" fmla="*/ 43990 h 618054"/>
                <a:gd name="connsiteX141" fmla="*/ 574111 w 927151"/>
                <a:gd name="connsiteY141" fmla="*/ 92579 h 618054"/>
                <a:gd name="connsiteX142" fmla="*/ 558747 w 927151"/>
                <a:gd name="connsiteY142" fmla="*/ 84240 h 618054"/>
                <a:gd name="connsiteX143" fmla="*/ 530121 w 927151"/>
                <a:gd name="connsiteY143" fmla="*/ 75353 h 618054"/>
                <a:gd name="connsiteX144" fmla="*/ 530121 w 927151"/>
                <a:gd name="connsiteY144" fmla="*/ 43990 h 618054"/>
                <a:gd name="connsiteX145" fmla="*/ 574111 w 927151"/>
                <a:gd name="connsiteY145" fmla="*/ 0 h 618054"/>
                <a:gd name="connsiteX146" fmla="*/ 309050 w 927151"/>
                <a:gd name="connsiteY146" fmla="*/ 0 h 618054"/>
                <a:gd name="connsiteX147" fmla="*/ 353040 w 927151"/>
                <a:gd name="connsiteY147" fmla="*/ 0 h 618054"/>
                <a:gd name="connsiteX148" fmla="*/ 397029 w 927151"/>
                <a:gd name="connsiteY148" fmla="*/ 43990 h 618054"/>
                <a:gd name="connsiteX149" fmla="*/ 397029 w 927151"/>
                <a:gd name="connsiteY149" fmla="*/ 75486 h 618054"/>
                <a:gd name="connsiteX150" fmla="*/ 368828 w 927151"/>
                <a:gd name="connsiteY150" fmla="*/ 84240 h 618054"/>
                <a:gd name="connsiteX151" fmla="*/ 353040 w 927151"/>
                <a:gd name="connsiteY151" fmla="*/ 92809 h 618054"/>
                <a:gd name="connsiteX152" fmla="*/ 353040 w 927151"/>
                <a:gd name="connsiteY152" fmla="*/ 43990 h 618054"/>
                <a:gd name="connsiteX153" fmla="*/ 309050 w 927151"/>
                <a:gd name="connsiteY153" fmla="*/ 43990 h 618054"/>
                <a:gd name="connsiteX154" fmla="*/ 309050 w 927151"/>
                <a:gd name="connsiteY154" fmla="*/ 121863 h 618054"/>
                <a:gd name="connsiteX155" fmla="*/ 291284 w 927151"/>
                <a:gd name="connsiteY155" fmla="*/ 136522 h 618054"/>
                <a:gd name="connsiteX156" fmla="*/ 274121 w 927151"/>
                <a:gd name="connsiteY156" fmla="*/ 157322 h 618054"/>
                <a:gd name="connsiteX157" fmla="*/ 268531 w 927151"/>
                <a:gd name="connsiteY157" fmla="*/ 149049 h 618054"/>
                <a:gd name="connsiteX158" fmla="*/ 265060 w 927151"/>
                <a:gd name="connsiteY158" fmla="*/ 131968 h 618054"/>
                <a:gd name="connsiteX159" fmla="*/ 265060 w 927151"/>
                <a:gd name="connsiteY159" fmla="*/ 43990 h 618054"/>
                <a:gd name="connsiteX160" fmla="*/ 309050 w 927151"/>
                <a:gd name="connsiteY160" fmla="*/ 0 h 618054"/>
                <a:gd name="connsiteX161" fmla="*/ 43990 w 927151"/>
                <a:gd name="connsiteY161" fmla="*/ 0 h 618054"/>
                <a:gd name="connsiteX162" fmla="*/ 87979 w 927151"/>
                <a:gd name="connsiteY162" fmla="*/ 0 h 618054"/>
                <a:gd name="connsiteX163" fmla="*/ 131969 w 927151"/>
                <a:gd name="connsiteY163" fmla="*/ 43989 h 618054"/>
                <a:gd name="connsiteX164" fmla="*/ 131969 w 927151"/>
                <a:gd name="connsiteY164" fmla="*/ 131968 h 618054"/>
                <a:gd name="connsiteX165" fmla="*/ 87979 w 927151"/>
                <a:gd name="connsiteY165" fmla="*/ 175958 h 618054"/>
                <a:gd name="connsiteX166" fmla="*/ 43990 w 927151"/>
                <a:gd name="connsiteY166" fmla="*/ 175958 h 618054"/>
                <a:gd name="connsiteX167" fmla="*/ 0 w 927151"/>
                <a:gd name="connsiteY167" fmla="*/ 131968 h 618054"/>
                <a:gd name="connsiteX168" fmla="*/ 0 w 927151"/>
                <a:gd name="connsiteY168" fmla="*/ 43989 h 618054"/>
                <a:gd name="connsiteX169" fmla="*/ 43990 w 927151"/>
                <a:gd name="connsiteY169" fmla="*/ 0 h 61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927151" h="618054">
                  <a:moveTo>
                    <a:pt x="573538" y="525785"/>
                  </a:moveTo>
                  <a:lnTo>
                    <a:pt x="573538" y="617619"/>
                  </a:lnTo>
                  <a:lnTo>
                    <a:pt x="529508" y="617619"/>
                  </a:lnTo>
                  <a:lnTo>
                    <a:pt x="529508" y="542889"/>
                  </a:lnTo>
                  <a:lnTo>
                    <a:pt x="558747" y="533813"/>
                  </a:lnTo>
                  <a:close/>
                  <a:moveTo>
                    <a:pt x="353621" y="525560"/>
                  </a:moveTo>
                  <a:lnTo>
                    <a:pt x="368828" y="533814"/>
                  </a:lnTo>
                  <a:lnTo>
                    <a:pt x="397611" y="542749"/>
                  </a:lnTo>
                  <a:lnTo>
                    <a:pt x="397611" y="574065"/>
                  </a:lnTo>
                  <a:lnTo>
                    <a:pt x="441601" y="574065"/>
                  </a:lnTo>
                  <a:lnTo>
                    <a:pt x="441601" y="550749"/>
                  </a:lnTo>
                  <a:lnTo>
                    <a:pt x="463788" y="552986"/>
                  </a:lnTo>
                  <a:lnTo>
                    <a:pt x="485590" y="550788"/>
                  </a:lnTo>
                  <a:lnTo>
                    <a:pt x="485590" y="574065"/>
                  </a:lnTo>
                  <a:cubicBezTo>
                    <a:pt x="485590" y="598260"/>
                    <a:pt x="465796" y="618054"/>
                    <a:pt x="441601" y="618054"/>
                  </a:cubicBezTo>
                  <a:lnTo>
                    <a:pt x="397611" y="618054"/>
                  </a:lnTo>
                  <a:cubicBezTo>
                    <a:pt x="373418" y="618054"/>
                    <a:pt x="353621" y="598260"/>
                    <a:pt x="353621" y="574065"/>
                  </a:cubicBezTo>
                  <a:close/>
                  <a:moveTo>
                    <a:pt x="617783" y="525268"/>
                  </a:moveTo>
                  <a:lnTo>
                    <a:pt x="661813" y="569298"/>
                  </a:lnTo>
                  <a:lnTo>
                    <a:pt x="661813" y="617620"/>
                  </a:lnTo>
                  <a:lnTo>
                    <a:pt x="617783" y="617620"/>
                  </a:lnTo>
                  <a:close/>
                  <a:moveTo>
                    <a:pt x="43990" y="486085"/>
                  </a:moveTo>
                  <a:lnTo>
                    <a:pt x="43990" y="574064"/>
                  </a:lnTo>
                  <a:lnTo>
                    <a:pt x="87979" y="574064"/>
                  </a:lnTo>
                  <a:lnTo>
                    <a:pt x="87979" y="486085"/>
                  </a:lnTo>
                  <a:close/>
                  <a:moveTo>
                    <a:pt x="265061" y="449748"/>
                  </a:moveTo>
                  <a:lnTo>
                    <a:pt x="291284" y="481531"/>
                  </a:lnTo>
                  <a:lnTo>
                    <a:pt x="309091" y="496223"/>
                  </a:lnTo>
                  <a:lnTo>
                    <a:pt x="309091" y="617619"/>
                  </a:lnTo>
                  <a:lnTo>
                    <a:pt x="265061" y="617619"/>
                  </a:lnTo>
                  <a:close/>
                  <a:moveTo>
                    <a:pt x="883121" y="442529"/>
                  </a:moveTo>
                  <a:lnTo>
                    <a:pt x="927151" y="442529"/>
                  </a:lnTo>
                  <a:lnTo>
                    <a:pt x="927151" y="617619"/>
                  </a:lnTo>
                  <a:lnTo>
                    <a:pt x="883121" y="617619"/>
                  </a:lnTo>
                  <a:close/>
                  <a:moveTo>
                    <a:pt x="794716" y="442529"/>
                  </a:moveTo>
                  <a:lnTo>
                    <a:pt x="838746" y="442529"/>
                  </a:lnTo>
                  <a:lnTo>
                    <a:pt x="838746" y="617619"/>
                  </a:lnTo>
                  <a:lnTo>
                    <a:pt x="794716" y="617619"/>
                  </a:lnTo>
                  <a:close/>
                  <a:moveTo>
                    <a:pt x="176500" y="442529"/>
                  </a:moveTo>
                  <a:lnTo>
                    <a:pt x="220530" y="442529"/>
                  </a:lnTo>
                  <a:lnTo>
                    <a:pt x="220530" y="617619"/>
                  </a:lnTo>
                  <a:lnTo>
                    <a:pt x="176500" y="617619"/>
                  </a:lnTo>
                  <a:close/>
                  <a:moveTo>
                    <a:pt x="43990" y="442095"/>
                  </a:moveTo>
                  <a:lnTo>
                    <a:pt x="87979" y="442095"/>
                  </a:lnTo>
                  <a:cubicBezTo>
                    <a:pt x="112175" y="442095"/>
                    <a:pt x="131969" y="461889"/>
                    <a:pt x="131969" y="486085"/>
                  </a:cubicBezTo>
                  <a:lnTo>
                    <a:pt x="131969" y="574064"/>
                  </a:lnTo>
                  <a:cubicBezTo>
                    <a:pt x="131969" y="598259"/>
                    <a:pt x="112175" y="618053"/>
                    <a:pt x="87979" y="618053"/>
                  </a:cubicBezTo>
                  <a:lnTo>
                    <a:pt x="43990" y="618053"/>
                  </a:lnTo>
                  <a:cubicBezTo>
                    <a:pt x="19797" y="618053"/>
                    <a:pt x="0" y="598259"/>
                    <a:pt x="0" y="574064"/>
                  </a:cubicBezTo>
                  <a:lnTo>
                    <a:pt x="0" y="486085"/>
                  </a:lnTo>
                  <a:cubicBezTo>
                    <a:pt x="0" y="461889"/>
                    <a:pt x="19797" y="442095"/>
                    <a:pt x="43990" y="442095"/>
                  </a:cubicBezTo>
                  <a:close/>
                  <a:moveTo>
                    <a:pt x="750767" y="265036"/>
                  </a:moveTo>
                  <a:lnTo>
                    <a:pt x="750767" y="353015"/>
                  </a:lnTo>
                  <a:lnTo>
                    <a:pt x="794756" y="353015"/>
                  </a:lnTo>
                  <a:lnTo>
                    <a:pt x="794756" y="265036"/>
                  </a:lnTo>
                  <a:close/>
                  <a:moveTo>
                    <a:pt x="132226" y="265036"/>
                  </a:moveTo>
                  <a:lnTo>
                    <a:pt x="132226" y="353015"/>
                  </a:lnTo>
                  <a:lnTo>
                    <a:pt x="176215" y="353015"/>
                  </a:lnTo>
                  <a:lnTo>
                    <a:pt x="176215" y="265036"/>
                  </a:lnTo>
                  <a:close/>
                  <a:moveTo>
                    <a:pt x="883121" y="221481"/>
                  </a:moveTo>
                  <a:lnTo>
                    <a:pt x="927151" y="221481"/>
                  </a:lnTo>
                  <a:lnTo>
                    <a:pt x="927151" y="396571"/>
                  </a:lnTo>
                  <a:lnTo>
                    <a:pt x="883121" y="396571"/>
                  </a:lnTo>
                  <a:close/>
                  <a:moveTo>
                    <a:pt x="0" y="221481"/>
                  </a:moveTo>
                  <a:lnTo>
                    <a:pt x="44030" y="221481"/>
                  </a:lnTo>
                  <a:lnTo>
                    <a:pt x="44030" y="396571"/>
                  </a:lnTo>
                  <a:lnTo>
                    <a:pt x="0" y="396571"/>
                  </a:lnTo>
                  <a:close/>
                  <a:moveTo>
                    <a:pt x="750767" y="221047"/>
                  </a:moveTo>
                  <a:lnTo>
                    <a:pt x="794756" y="221047"/>
                  </a:lnTo>
                  <a:cubicBezTo>
                    <a:pt x="818949" y="221047"/>
                    <a:pt x="838746" y="240841"/>
                    <a:pt x="838746" y="265036"/>
                  </a:cubicBezTo>
                  <a:lnTo>
                    <a:pt x="838746" y="353015"/>
                  </a:lnTo>
                  <a:cubicBezTo>
                    <a:pt x="838746" y="377211"/>
                    <a:pt x="818949" y="397005"/>
                    <a:pt x="794756" y="397005"/>
                  </a:cubicBezTo>
                  <a:lnTo>
                    <a:pt x="750767" y="397005"/>
                  </a:lnTo>
                  <a:cubicBezTo>
                    <a:pt x="726574" y="397005"/>
                    <a:pt x="706777" y="377211"/>
                    <a:pt x="706777" y="353015"/>
                  </a:cubicBezTo>
                  <a:lnTo>
                    <a:pt x="706777" y="265036"/>
                  </a:lnTo>
                  <a:cubicBezTo>
                    <a:pt x="706777" y="240841"/>
                    <a:pt x="726574" y="221047"/>
                    <a:pt x="750767" y="221047"/>
                  </a:cubicBezTo>
                  <a:close/>
                  <a:moveTo>
                    <a:pt x="132226" y="221047"/>
                  </a:moveTo>
                  <a:lnTo>
                    <a:pt x="176215" y="221047"/>
                  </a:lnTo>
                  <a:cubicBezTo>
                    <a:pt x="200411" y="221047"/>
                    <a:pt x="220205" y="240841"/>
                    <a:pt x="220205" y="265036"/>
                  </a:cubicBezTo>
                  <a:lnTo>
                    <a:pt x="220205" y="353015"/>
                  </a:lnTo>
                  <a:cubicBezTo>
                    <a:pt x="220205" y="377211"/>
                    <a:pt x="200411" y="397005"/>
                    <a:pt x="176215" y="397005"/>
                  </a:cubicBezTo>
                  <a:lnTo>
                    <a:pt x="132226" y="397005"/>
                  </a:lnTo>
                  <a:cubicBezTo>
                    <a:pt x="108033" y="397005"/>
                    <a:pt x="88236" y="377211"/>
                    <a:pt x="88236" y="353015"/>
                  </a:cubicBezTo>
                  <a:lnTo>
                    <a:pt x="88236" y="265036"/>
                  </a:lnTo>
                  <a:cubicBezTo>
                    <a:pt x="88236" y="240841"/>
                    <a:pt x="108033" y="221047"/>
                    <a:pt x="132226" y="221047"/>
                  </a:cubicBezTo>
                  <a:close/>
                  <a:moveTo>
                    <a:pt x="463787" y="155683"/>
                  </a:moveTo>
                  <a:cubicBezTo>
                    <a:pt x="379099" y="155683"/>
                    <a:pt x="310445" y="224337"/>
                    <a:pt x="310445" y="309026"/>
                  </a:cubicBezTo>
                  <a:cubicBezTo>
                    <a:pt x="310445" y="393715"/>
                    <a:pt x="379099" y="462369"/>
                    <a:pt x="463787" y="462369"/>
                  </a:cubicBezTo>
                  <a:cubicBezTo>
                    <a:pt x="548475" y="462369"/>
                    <a:pt x="617129" y="393715"/>
                    <a:pt x="617129" y="309026"/>
                  </a:cubicBezTo>
                  <a:cubicBezTo>
                    <a:pt x="617129" y="224337"/>
                    <a:pt x="548475" y="155683"/>
                    <a:pt x="463787" y="155683"/>
                  </a:cubicBezTo>
                  <a:close/>
                  <a:moveTo>
                    <a:pt x="463788" y="110107"/>
                  </a:moveTo>
                  <a:cubicBezTo>
                    <a:pt x="573648" y="110107"/>
                    <a:pt x="662707" y="199166"/>
                    <a:pt x="662707" y="309026"/>
                  </a:cubicBezTo>
                  <a:cubicBezTo>
                    <a:pt x="662707" y="336491"/>
                    <a:pt x="657141" y="362656"/>
                    <a:pt x="647075" y="386454"/>
                  </a:cubicBezTo>
                  <a:lnTo>
                    <a:pt x="617511" y="430303"/>
                  </a:lnTo>
                  <a:lnTo>
                    <a:pt x="694694" y="507487"/>
                  </a:lnTo>
                  <a:lnTo>
                    <a:pt x="663402" y="538780"/>
                  </a:lnTo>
                  <a:lnTo>
                    <a:pt x="586443" y="461821"/>
                  </a:lnTo>
                  <a:lnTo>
                    <a:pt x="541216" y="492313"/>
                  </a:lnTo>
                  <a:cubicBezTo>
                    <a:pt x="517418" y="502379"/>
                    <a:pt x="491253" y="507945"/>
                    <a:pt x="463788" y="507945"/>
                  </a:cubicBezTo>
                  <a:cubicBezTo>
                    <a:pt x="353928" y="507945"/>
                    <a:pt x="264869" y="418886"/>
                    <a:pt x="264869" y="309026"/>
                  </a:cubicBezTo>
                  <a:cubicBezTo>
                    <a:pt x="264869" y="199166"/>
                    <a:pt x="353928" y="110107"/>
                    <a:pt x="463788" y="110107"/>
                  </a:cubicBezTo>
                  <a:close/>
                  <a:moveTo>
                    <a:pt x="839172" y="43989"/>
                  </a:moveTo>
                  <a:lnTo>
                    <a:pt x="839172" y="131968"/>
                  </a:lnTo>
                  <a:lnTo>
                    <a:pt x="883161" y="131968"/>
                  </a:lnTo>
                  <a:lnTo>
                    <a:pt x="883161" y="43989"/>
                  </a:lnTo>
                  <a:close/>
                  <a:moveTo>
                    <a:pt x="43990" y="43989"/>
                  </a:moveTo>
                  <a:lnTo>
                    <a:pt x="43990" y="131968"/>
                  </a:lnTo>
                  <a:lnTo>
                    <a:pt x="87979" y="131968"/>
                  </a:lnTo>
                  <a:lnTo>
                    <a:pt x="87979" y="43989"/>
                  </a:lnTo>
                  <a:close/>
                  <a:moveTo>
                    <a:pt x="706620" y="434"/>
                  </a:moveTo>
                  <a:lnTo>
                    <a:pt x="750650" y="434"/>
                  </a:lnTo>
                  <a:lnTo>
                    <a:pt x="750650" y="175524"/>
                  </a:lnTo>
                  <a:lnTo>
                    <a:pt x="706620" y="175524"/>
                  </a:lnTo>
                  <a:close/>
                  <a:moveTo>
                    <a:pt x="441560" y="434"/>
                  </a:moveTo>
                  <a:lnTo>
                    <a:pt x="485590" y="434"/>
                  </a:lnTo>
                  <a:lnTo>
                    <a:pt x="485590" y="67266"/>
                  </a:lnTo>
                  <a:lnTo>
                    <a:pt x="463788" y="65068"/>
                  </a:lnTo>
                  <a:lnTo>
                    <a:pt x="441560" y="67309"/>
                  </a:lnTo>
                  <a:close/>
                  <a:moveTo>
                    <a:pt x="176500" y="434"/>
                  </a:moveTo>
                  <a:lnTo>
                    <a:pt x="220530" y="434"/>
                  </a:lnTo>
                  <a:lnTo>
                    <a:pt x="220530" y="175524"/>
                  </a:lnTo>
                  <a:lnTo>
                    <a:pt x="176500" y="175524"/>
                  </a:lnTo>
                  <a:close/>
                  <a:moveTo>
                    <a:pt x="839172" y="0"/>
                  </a:moveTo>
                  <a:lnTo>
                    <a:pt x="883161" y="0"/>
                  </a:lnTo>
                  <a:cubicBezTo>
                    <a:pt x="907354" y="0"/>
                    <a:pt x="927151" y="19796"/>
                    <a:pt x="927151" y="43989"/>
                  </a:cubicBezTo>
                  <a:lnTo>
                    <a:pt x="927151" y="131968"/>
                  </a:lnTo>
                  <a:cubicBezTo>
                    <a:pt x="927151" y="156164"/>
                    <a:pt x="907354" y="175958"/>
                    <a:pt x="883161" y="175958"/>
                  </a:cubicBezTo>
                  <a:lnTo>
                    <a:pt x="839172" y="175958"/>
                  </a:lnTo>
                  <a:cubicBezTo>
                    <a:pt x="814979" y="175958"/>
                    <a:pt x="795182" y="156164"/>
                    <a:pt x="795182" y="131968"/>
                  </a:cubicBezTo>
                  <a:lnTo>
                    <a:pt x="795182" y="43989"/>
                  </a:lnTo>
                  <a:cubicBezTo>
                    <a:pt x="795182" y="19796"/>
                    <a:pt x="814979" y="0"/>
                    <a:pt x="839172" y="0"/>
                  </a:cubicBezTo>
                  <a:close/>
                  <a:moveTo>
                    <a:pt x="574111" y="0"/>
                  </a:moveTo>
                  <a:lnTo>
                    <a:pt x="618101" y="0"/>
                  </a:lnTo>
                  <a:cubicBezTo>
                    <a:pt x="642296" y="0"/>
                    <a:pt x="662090" y="19796"/>
                    <a:pt x="662090" y="43990"/>
                  </a:cubicBezTo>
                  <a:lnTo>
                    <a:pt x="662090" y="131969"/>
                  </a:lnTo>
                  <a:cubicBezTo>
                    <a:pt x="662090" y="138017"/>
                    <a:pt x="660853" y="143791"/>
                    <a:pt x="658619" y="149049"/>
                  </a:cubicBezTo>
                  <a:lnTo>
                    <a:pt x="653221" y="157039"/>
                  </a:lnTo>
                  <a:lnTo>
                    <a:pt x="636292" y="136522"/>
                  </a:lnTo>
                  <a:lnTo>
                    <a:pt x="618101" y="121512"/>
                  </a:lnTo>
                  <a:lnTo>
                    <a:pt x="618101" y="43990"/>
                  </a:lnTo>
                  <a:lnTo>
                    <a:pt x="574111" y="43990"/>
                  </a:lnTo>
                  <a:lnTo>
                    <a:pt x="574111" y="92579"/>
                  </a:lnTo>
                  <a:lnTo>
                    <a:pt x="558747" y="84240"/>
                  </a:lnTo>
                  <a:lnTo>
                    <a:pt x="530121" y="75353"/>
                  </a:lnTo>
                  <a:lnTo>
                    <a:pt x="530121" y="43990"/>
                  </a:lnTo>
                  <a:cubicBezTo>
                    <a:pt x="530121" y="19796"/>
                    <a:pt x="549918" y="0"/>
                    <a:pt x="574111" y="0"/>
                  </a:cubicBezTo>
                  <a:close/>
                  <a:moveTo>
                    <a:pt x="309050" y="0"/>
                  </a:moveTo>
                  <a:lnTo>
                    <a:pt x="353040" y="0"/>
                  </a:lnTo>
                  <a:cubicBezTo>
                    <a:pt x="377235" y="0"/>
                    <a:pt x="397029" y="19796"/>
                    <a:pt x="397029" y="43990"/>
                  </a:cubicBezTo>
                  <a:lnTo>
                    <a:pt x="397029" y="75486"/>
                  </a:lnTo>
                  <a:lnTo>
                    <a:pt x="368828" y="84240"/>
                  </a:lnTo>
                  <a:lnTo>
                    <a:pt x="353040" y="92809"/>
                  </a:lnTo>
                  <a:lnTo>
                    <a:pt x="353040" y="43990"/>
                  </a:lnTo>
                  <a:lnTo>
                    <a:pt x="309050" y="43990"/>
                  </a:lnTo>
                  <a:lnTo>
                    <a:pt x="309050" y="121863"/>
                  </a:lnTo>
                  <a:lnTo>
                    <a:pt x="291284" y="136522"/>
                  </a:lnTo>
                  <a:lnTo>
                    <a:pt x="274121" y="157322"/>
                  </a:lnTo>
                  <a:lnTo>
                    <a:pt x="268531" y="149049"/>
                  </a:lnTo>
                  <a:cubicBezTo>
                    <a:pt x="266298" y="143791"/>
                    <a:pt x="265060" y="138017"/>
                    <a:pt x="265060" y="131968"/>
                  </a:cubicBezTo>
                  <a:lnTo>
                    <a:pt x="265060" y="43990"/>
                  </a:lnTo>
                  <a:cubicBezTo>
                    <a:pt x="265060" y="19796"/>
                    <a:pt x="284857" y="0"/>
                    <a:pt x="309050" y="0"/>
                  </a:cubicBezTo>
                  <a:close/>
                  <a:moveTo>
                    <a:pt x="43990" y="0"/>
                  </a:moveTo>
                  <a:lnTo>
                    <a:pt x="87979" y="0"/>
                  </a:lnTo>
                  <a:cubicBezTo>
                    <a:pt x="112175" y="0"/>
                    <a:pt x="131969" y="19796"/>
                    <a:pt x="131969" y="43989"/>
                  </a:cubicBezTo>
                  <a:lnTo>
                    <a:pt x="131969" y="131968"/>
                  </a:lnTo>
                  <a:cubicBezTo>
                    <a:pt x="131969" y="156164"/>
                    <a:pt x="112175" y="175958"/>
                    <a:pt x="87979" y="175958"/>
                  </a:cubicBezTo>
                  <a:lnTo>
                    <a:pt x="43990" y="175958"/>
                  </a:lnTo>
                  <a:cubicBezTo>
                    <a:pt x="19797" y="175958"/>
                    <a:pt x="0" y="156164"/>
                    <a:pt x="0" y="131968"/>
                  </a:cubicBezTo>
                  <a:lnTo>
                    <a:pt x="0" y="43989"/>
                  </a:lnTo>
                  <a:cubicBezTo>
                    <a:pt x="0" y="19796"/>
                    <a:pt x="19797" y="0"/>
                    <a:pt x="43990"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298" name="Freeform: Shape 1297">
              <a:extLst>
                <a:ext uri="{FF2B5EF4-FFF2-40B4-BE49-F238E27FC236}">
                  <a16:creationId xmlns:a16="http://schemas.microsoft.com/office/drawing/2014/main" id="{E7DCAC45-25DD-E66F-EA76-3C523F8FD938}"/>
                </a:ext>
                <a:ext uri="{C183D7F6-B498-43B3-948B-1728B52AA6E4}">
                  <adec:decorative xmlns:adec="http://schemas.microsoft.com/office/drawing/2017/decorative" val="1"/>
                </a:ext>
              </a:extLst>
            </p:cNvPr>
            <p:cNvSpPr/>
            <p:nvPr/>
          </p:nvSpPr>
          <p:spPr>
            <a:xfrm>
              <a:off x="3969868" y="2406649"/>
              <a:ext cx="218273" cy="205674"/>
            </a:xfrm>
            <a:custGeom>
              <a:avLst/>
              <a:gdLst>
                <a:gd name="connsiteX0" fmla="*/ 374976 w 421881"/>
                <a:gd name="connsiteY0" fmla="*/ 303721 h 397530"/>
                <a:gd name="connsiteX1" fmla="*/ 421881 w 421881"/>
                <a:gd name="connsiteY1" fmla="*/ 350626 h 397530"/>
                <a:gd name="connsiteX2" fmla="*/ 374976 w 421881"/>
                <a:gd name="connsiteY2" fmla="*/ 397530 h 397530"/>
                <a:gd name="connsiteX3" fmla="*/ 328072 w 421881"/>
                <a:gd name="connsiteY3" fmla="*/ 350626 h 397530"/>
                <a:gd name="connsiteX4" fmla="*/ 133007 w 421881"/>
                <a:gd name="connsiteY4" fmla="*/ 43990 h 397530"/>
                <a:gd name="connsiteX5" fmla="*/ 133007 w 421881"/>
                <a:gd name="connsiteY5" fmla="*/ 131969 h 397530"/>
                <a:gd name="connsiteX6" fmla="*/ 176996 w 421881"/>
                <a:gd name="connsiteY6" fmla="*/ 131969 h 397530"/>
                <a:gd name="connsiteX7" fmla="*/ 176996 w 421881"/>
                <a:gd name="connsiteY7" fmla="*/ 43990 h 397530"/>
                <a:gd name="connsiteX8" fmla="*/ 0 w 421881"/>
                <a:gd name="connsiteY8" fmla="*/ 434 h 397530"/>
                <a:gd name="connsiteX9" fmla="*/ 44030 w 421881"/>
                <a:gd name="connsiteY9" fmla="*/ 434 h 397530"/>
                <a:gd name="connsiteX10" fmla="*/ 44030 w 421881"/>
                <a:gd name="connsiteY10" fmla="*/ 175524 h 397530"/>
                <a:gd name="connsiteX11" fmla="*/ 0 w 421881"/>
                <a:gd name="connsiteY11" fmla="*/ 175524 h 397530"/>
                <a:gd name="connsiteX12" fmla="*/ 133007 w 421881"/>
                <a:gd name="connsiteY12" fmla="*/ 0 h 397530"/>
                <a:gd name="connsiteX13" fmla="*/ 176996 w 421881"/>
                <a:gd name="connsiteY13" fmla="*/ 0 h 397530"/>
                <a:gd name="connsiteX14" fmla="*/ 220986 w 421881"/>
                <a:gd name="connsiteY14" fmla="*/ 43990 h 397530"/>
                <a:gd name="connsiteX15" fmla="*/ 220986 w 421881"/>
                <a:gd name="connsiteY15" fmla="*/ 131969 h 397530"/>
                <a:gd name="connsiteX16" fmla="*/ 176996 w 421881"/>
                <a:gd name="connsiteY16" fmla="*/ 175958 h 397530"/>
                <a:gd name="connsiteX17" fmla="*/ 133007 w 421881"/>
                <a:gd name="connsiteY17" fmla="*/ 175958 h 397530"/>
                <a:gd name="connsiteX18" fmla="*/ 89017 w 421881"/>
                <a:gd name="connsiteY18" fmla="*/ 131969 h 397530"/>
                <a:gd name="connsiteX19" fmla="*/ 89017 w 421881"/>
                <a:gd name="connsiteY19" fmla="*/ 43990 h 397530"/>
                <a:gd name="connsiteX20" fmla="*/ 133007 w 421881"/>
                <a:gd name="connsiteY20" fmla="*/ 0 h 3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21881" h="397530">
                  <a:moveTo>
                    <a:pt x="374976" y="303721"/>
                  </a:moveTo>
                  <a:lnTo>
                    <a:pt x="421881" y="350626"/>
                  </a:lnTo>
                  <a:lnTo>
                    <a:pt x="374976" y="397530"/>
                  </a:lnTo>
                  <a:lnTo>
                    <a:pt x="328072" y="350626"/>
                  </a:lnTo>
                  <a:close/>
                  <a:moveTo>
                    <a:pt x="133007" y="43990"/>
                  </a:moveTo>
                  <a:lnTo>
                    <a:pt x="133007" y="131969"/>
                  </a:lnTo>
                  <a:lnTo>
                    <a:pt x="176996" y="131969"/>
                  </a:lnTo>
                  <a:lnTo>
                    <a:pt x="176996" y="43990"/>
                  </a:lnTo>
                  <a:close/>
                  <a:moveTo>
                    <a:pt x="0" y="434"/>
                  </a:moveTo>
                  <a:lnTo>
                    <a:pt x="44030" y="434"/>
                  </a:lnTo>
                  <a:lnTo>
                    <a:pt x="44030" y="175524"/>
                  </a:lnTo>
                  <a:lnTo>
                    <a:pt x="0" y="175524"/>
                  </a:lnTo>
                  <a:close/>
                  <a:moveTo>
                    <a:pt x="133007" y="0"/>
                  </a:moveTo>
                  <a:lnTo>
                    <a:pt x="176996" y="0"/>
                  </a:lnTo>
                  <a:cubicBezTo>
                    <a:pt x="201192" y="0"/>
                    <a:pt x="220986" y="19794"/>
                    <a:pt x="220986" y="43990"/>
                  </a:cubicBezTo>
                  <a:lnTo>
                    <a:pt x="220986" y="131969"/>
                  </a:lnTo>
                  <a:cubicBezTo>
                    <a:pt x="220986" y="156164"/>
                    <a:pt x="201192" y="175958"/>
                    <a:pt x="176996" y="175958"/>
                  </a:cubicBezTo>
                  <a:lnTo>
                    <a:pt x="133007" y="175958"/>
                  </a:lnTo>
                  <a:cubicBezTo>
                    <a:pt x="108814" y="175958"/>
                    <a:pt x="89017" y="156164"/>
                    <a:pt x="89017" y="131969"/>
                  </a:cubicBezTo>
                  <a:lnTo>
                    <a:pt x="89017" y="43990"/>
                  </a:lnTo>
                  <a:cubicBezTo>
                    <a:pt x="89017" y="19794"/>
                    <a:pt x="108814" y="0"/>
                    <a:pt x="133007" y="0"/>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06" name="Group 905">
            <a:extLst>
              <a:ext uri="{FF2B5EF4-FFF2-40B4-BE49-F238E27FC236}">
                <a16:creationId xmlns:a16="http://schemas.microsoft.com/office/drawing/2014/main" id="{F6374792-71D2-2343-C870-8683D1014EBB}"/>
              </a:ext>
              <a:ext uri="{C183D7F6-B498-43B3-948B-1728B52AA6E4}">
                <adec:decorative xmlns:adec="http://schemas.microsoft.com/office/drawing/2017/decorative" val="1"/>
              </a:ext>
            </a:extLst>
          </p:cNvPr>
          <p:cNvGrpSpPr>
            <a:grpSpLocks noChangeAspect="1"/>
          </p:cNvGrpSpPr>
          <p:nvPr/>
        </p:nvGrpSpPr>
        <p:grpSpPr>
          <a:xfrm>
            <a:off x="7237348" y="2223703"/>
            <a:ext cx="725653" cy="457200"/>
            <a:chOff x="7237348" y="2223703"/>
            <a:chExt cx="725653" cy="457200"/>
          </a:xfrm>
          <a:solidFill>
            <a:srgbClr val="FF0000"/>
          </a:solidFill>
        </p:grpSpPr>
        <p:sp>
          <p:nvSpPr>
            <p:cNvPr id="1439" name="Freeform: Shape 1438">
              <a:extLst>
                <a:ext uri="{FF2B5EF4-FFF2-40B4-BE49-F238E27FC236}">
                  <a16:creationId xmlns:a16="http://schemas.microsoft.com/office/drawing/2014/main" id="{5199A720-8A32-3648-4E25-5F50282A9DC3}"/>
                </a:ext>
                <a:ext uri="{C183D7F6-B498-43B3-948B-1728B52AA6E4}">
                  <adec:decorative xmlns:adec="http://schemas.microsoft.com/office/drawing/2017/decorative" val="1"/>
                </a:ext>
              </a:extLst>
            </p:cNvPr>
            <p:cNvSpPr/>
            <p:nvPr/>
          </p:nvSpPr>
          <p:spPr>
            <a:xfrm>
              <a:off x="7491310" y="2223703"/>
              <a:ext cx="418127" cy="457200"/>
            </a:xfrm>
            <a:custGeom>
              <a:avLst/>
              <a:gdLst>
                <a:gd name="connsiteX0" fmla="*/ 473851 w 823888"/>
                <a:gd name="connsiteY0" fmla="*/ 735943 h 900878"/>
                <a:gd name="connsiteX1" fmla="*/ 433294 w 823888"/>
                <a:gd name="connsiteY1" fmla="*/ 766972 h 900878"/>
                <a:gd name="connsiteX2" fmla="*/ 425896 w 823888"/>
                <a:gd name="connsiteY2" fmla="*/ 814760 h 900878"/>
                <a:gd name="connsiteX3" fmla="*/ 446234 w 823888"/>
                <a:gd name="connsiteY3" fmla="*/ 855350 h 900878"/>
                <a:gd name="connsiteX4" fmla="*/ 488490 w 823888"/>
                <a:gd name="connsiteY4" fmla="*/ 870891 h 900878"/>
                <a:gd name="connsiteX5" fmla="*/ 531694 w 823888"/>
                <a:gd name="connsiteY5" fmla="*/ 848950 h 900878"/>
                <a:gd name="connsiteX6" fmla="*/ 540168 w 823888"/>
                <a:gd name="connsiteY6" fmla="*/ 771871 h 900878"/>
                <a:gd name="connsiteX7" fmla="*/ 521842 w 823888"/>
                <a:gd name="connsiteY7" fmla="*/ 747581 h 900878"/>
                <a:gd name="connsiteX8" fmla="*/ 473851 w 823888"/>
                <a:gd name="connsiteY8" fmla="*/ 735943 h 900878"/>
                <a:gd name="connsiteX9" fmla="*/ 0 w 823888"/>
                <a:gd name="connsiteY9" fmla="*/ 708640 h 900878"/>
                <a:gd name="connsiteX10" fmla="*/ 49912 w 823888"/>
                <a:gd name="connsiteY10" fmla="*/ 708640 h 900878"/>
                <a:gd name="connsiteX11" fmla="*/ 171388 w 823888"/>
                <a:gd name="connsiteY11" fmla="*/ 708640 h 900878"/>
                <a:gd name="connsiteX12" fmla="*/ 171388 w 823888"/>
                <a:gd name="connsiteY12" fmla="*/ 739712 h 900878"/>
                <a:gd name="connsiteX13" fmla="*/ 104113 w 823888"/>
                <a:gd name="connsiteY13" fmla="*/ 739712 h 900878"/>
                <a:gd name="connsiteX14" fmla="*/ 104113 w 823888"/>
                <a:gd name="connsiteY14" fmla="*/ 896738 h 900878"/>
                <a:gd name="connsiteX15" fmla="*/ 67796 w 823888"/>
                <a:gd name="connsiteY15" fmla="*/ 896738 h 900878"/>
                <a:gd name="connsiteX16" fmla="*/ 67796 w 823888"/>
                <a:gd name="connsiteY16" fmla="*/ 740183 h 900878"/>
                <a:gd name="connsiteX17" fmla="*/ 0 w 823888"/>
                <a:gd name="connsiteY17" fmla="*/ 740183 h 900878"/>
                <a:gd name="connsiteX18" fmla="*/ 0 w 823888"/>
                <a:gd name="connsiteY18" fmla="*/ 708640 h 900878"/>
                <a:gd name="connsiteX19" fmla="*/ 506960 w 823888"/>
                <a:gd name="connsiteY19" fmla="*/ 706040 h 900878"/>
                <a:gd name="connsiteX20" fmla="*/ 544527 w 823888"/>
                <a:gd name="connsiteY20" fmla="*/ 722400 h 900878"/>
                <a:gd name="connsiteX21" fmla="*/ 581464 w 823888"/>
                <a:gd name="connsiteY21" fmla="*/ 780273 h 900878"/>
                <a:gd name="connsiteX22" fmla="*/ 572724 w 823888"/>
                <a:gd name="connsiteY22" fmla="*/ 849937 h 900878"/>
                <a:gd name="connsiteX23" fmla="*/ 511743 w 823888"/>
                <a:gd name="connsiteY23" fmla="*/ 898431 h 900878"/>
                <a:gd name="connsiteX24" fmla="*/ 509504 w 823888"/>
                <a:gd name="connsiteY24" fmla="*/ 900424 h 900878"/>
                <a:gd name="connsiteX25" fmla="*/ 462619 w 823888"/>
                <a:gd name="connsiteY25" fmla="*/ 900878 h 900878"/>
                <a:gd name="connsiteX26" fmla="*/ 459215 w 823888"/>
                <a:gd name="connsiteY26" fmla="*/ 898433 h 900878"/>
                <a:gd name="connsiteX27" fmla="*/ 416214 w 823888"/>
                <a:gd name="connsiteY27" fmla="*/ 874121 h 900878"/>
                <a:gd name="connsiteX28" fmla="*/ 388924 w 823888"/>
                <a:gd name="connsiteY28" fmla="*/ 817648 h 900878"/>
                <a:gd name="connsiteX29" fmla="*/ 399260 w 823888"/>
                <a:gd name="connsiteY29" fmla="*/ 755341 h 900878"/>
                <a:gd name="connsiteX30" fmla="*/ 466078 w 823888"/>
                <a:gd name="connsiteY30" fmla="*/ 706234 h 900878"/>
                <a:gd name="connsiteX31" fmla="*/ 506960 w 823888"/>
                <a:gd name="connsiteY31" fmla="*/ 706040 h 900878"/>
                <a:gd name="connsiteX32" fmla="*/ 275760 w 823888"/>
                <a:gd name="connsiteY32" fmla="*/ 704398 h 900878"/>
                <a:gd name="connsiteX33" fmla="*/ 320681 w 823888"/>
                <a:gd name="connsiteY33" fmla="*/ 710162 h 900878"/>
                <a:gd name="connsiteX34" fmla="*/ 364628 w 823888"/>
                <a:gd name="connsiteY34" fmla="*/ 748617 h 900878"/>
                <a:gd name="connsiteX35" fmla="*/ 339004 w 823888"/>
                <a:gd name="connsiteY35" fmla="*/ 767576 h 900878"/>
                <a:gd name="connsiteX36" fmla="*/ 324286 w 823888"/>
                <a:gd name="connsiteY36" fmla="*/ 751262 h 900878"/>
                <a:gd name="connsiteX37" fmla="*/ 269036 w 823888"/>
                <a:gd name="connsiteY37" fmla="*/ 736777 h 900878"/>
                <a:gd name="connsiteX38" fmla="*/ 224298 w 823888"/>
                <a:gd name="connsiteY38" fmla="*/ 791083 h 900878"/>
                <a:gd name="connsiteX39" fmla="*/ 235775 w 823888"/>
                <a:gd name="connsiteY39" fmla="*/ 845371 h 900878"/>
                <a:gd name="connsiteX40" fmla="*/ 325679 w 823888"/>
                <a:gd name="connsiteY40" fmla="*/ 854334 h 900878"/>
                <a:gd name="connsiteX41" fmla="*/ 340355 w 823888"/>
                <a:gd name="connsiteY41" fmla="*/ 838134 h 900878"/>
                <a:gd name="connsiteX42" fmla="*/ 363204 w 823888"/>
                <a:gd name="connsiteY42" fmla="*/ 854499 h 900878"/>
                <a:gd name="connsiteX43" fmla="*/ 363534 w 823888"/>
                <a:gd name="connsiteY43" fmla="*/ 858993 h 900878"/>
                <a:gd name="connsiteX44" fmla="*/ 330844 w 823888"/>
                <a:gd name="connsiteY44" fmla="*/ 889620 h 900878"/>
                <a:gd name="connsiteX45" fmla="*/ 307149 w 823888"/>
                <a:gd name="connsiteY45" fmla="*/ 900445 h 900878"/>
                <a:gd name="connsiteX46" fmla="*/ 259073 w 823888"/>
                <a:gd name="connsiteY46" fmla="*/ 900878 h 900878"/>
                <a:gd name="connsiteX47" fmla="*/ 255665 w 823888"/>
                <a:gd name="connsiteY47" fmla="*/ 898438 h 900878"/>
                <a:gd name="connsiteX48" fmla="*/ 213280 w 823888"/>
                <a:gd name="connsiteY48" fmla="*/ 874717 h 900878"/>
                <a:gd name="connsiteX49" fmla="*/ 189422 w 823888"/>
                <a:gd name="connsiteY49" fmla="*/ 830880 h 900878"/>
                <a:gd name="connsiteX50" fmla="*/ 195042 w 823888"/>
                <a:gd name="connsiteY50" fmla="*/ 760478 h 900878"/>
                <a:gd name="connsiteX51" fmla="*/ 232526 w 823888"/>
                <a:gd name="connsiteY51" fmla="*/ 718612 h 900878"/>
                <a:gd name="connsiteX52" fmla="*/ 275760 w 823888"/>
                <a:gd name="connsiteY52" fmla="*/ 704398 h 900878"/>
                <a:gd name="connsiteX53" fmla="*/ 757296 w 823888"/>
                <a:gd name="connsiteY53" fmla="*/ 0 h 900878"/>
                <a:gd name="connsiteX54" fmla="*/ 823888 w 823888"/>
                <a:gd name="connsiteY54" fmla="*/ 0 h 900878"/>
                <a:gd name="connsiteX55" fmla="*/ 823888 w 823888"/>
                <a:gd name="connsiteY55" fmla="*/ 66155 h 900878"/>
                <a:gd name="connsiteX56" fmla="*/ 757296 w 823888"/>
                <a:gd name="connsiteY56" fmla="*/ 66155 h 90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23888" h="900878">
                  <a:moveTo>
                    <a:pt x="473851" y="735943"/>
                  </a:moveTo>
                  <a:cubicBezTo>
                    <a:pt x="457559" y="739387"/>
                    <a:pt x="442507" y="749942"/>
                    <a:pt x="433294" y="766972"/>
                  </a:cubicBezTo>
                  <a:cubicBezTo>
                    <a:pt x="425063" y="782186"/>
                    <a:pt x="424357" y="798465"/>
                    <a:pt x="425896" y="814760"/>
                  </a:cubicBezTo>
                  <a:cubicBezTo>
                    <a:pt x="427385" y="830528"/>
                    <a:pt x="434636" y="844436"/>
                    <a:pt x="446234" y="855350"/>
                  </a:cubicBezTo>
                  <a:cubicBezTo>
                    <a:pt x="457947" y="866372"/>
                    <a:pt x="471997" y="871518"/>
                    <a:pt x="488490" y="870891"/>
                  </a:cubicBezTo>
                  <a:cubicBezTo>
                    <a:pt x="506548" y="870205"/>
                    <a:pt x="521307" y="862838"/>
                    <a:pt x="531694" y="848950"/>
                  </a:cubicBezTo>
                  <a:cubicBezTo>
                    <a:pt x="549114" y="825658"/>
                    <a:pt x="550715" y="799659"/>
                    <a:pt x="540168" y="771871"/>
                  </a:cubicBezTo>
                  <a:cubicBezTo>
                    <a:pt x="535822" y="762446"/>
                    <a:pt x="530085" y="754223"/>
                    <a:pt x="521842" y="747581"/>
                  </a:cubicBezTo>
                  <a:cubicBezTo>
                    <a:pt x="507673" y="736166"/>
                    <a:pt x="490143" y="732499"/>
                    <a:pt x="473851" y="735943"/>
                  </a:cubicBezTo>
                  <a:close/>
                  <a:moveTo>
                    <a:pt x="0" y="708640"/>
                  </a:moveTo>
                  <a:cubicBezTo>
                    <a:pt x="16408" y="708640"/>
                    <a:pt x="32846" y="708640"/>
                    <a:pt x="49912" y="708640"/>
                  </a:cubicBezTo>
                  <a:cubicBezTo>
                    <a:pt x="90690" y="708640"/>
                    <a:pt x="130840" y="708640"/>
                    <a:pt x="171388" y="708640"/>
                  </a:cubicBezTo>
                  <a:cubicBezTo>
                    <a:pt x="171388" y="719058"/>
                    <a:pt x="171388" y="729019"/>
                    <a:pt x="171388" y="739712"/>
                  </a:cubicBezTo>
                  <a:cubicBezTo>
                    <a:pt x="149327" y="739712"/>
                    <a:pt x="127070" y="739712"/>
                    <a:pt x="104113" y="739712"/>
                  </a:cubicBezTo>
                  <a:cubicBezTo>
                    <a:pt x="104113" y="792412"/>
                    <a:pt x="104113" y="844392"/>
                    <a:pt x="104113" y="896738"/>
                  </a:cubicBezTo>
                  <a:cubicBezTo>
                    <a:pt x="91779" y="896738"/>
                    <a:pt x="80143" y="896738"/>
                    <a:pt x="67796" y="896738"/>
                  </a:cubicBezTo>
                  <a:cubicBezTo>
                    <a:pt x="67796" y="844866"/>
                    <a:pt x="67796" y="792886"/>
                    <a:pt x="67796" y="740183"/>
                  </a:cubicBezTo>
                  <a:cubicBezTo>
                    <a:pt x="44849" y="740183"/>
                    <a:pt x="22591" y="740183"/>
                    <a:pt x="0" y="740183"/>
                  </a:cubicBezTo>
                  <a:cubicBezTo>
                    <a:pt x="0" y="729503"/>
                    <a:pt x="0" y="719544"/>
                    <a:pt x="0" y="708640"/>
                  </a:cubicBezTo>
                  <a:close/>
                  <a:moveTo>
                    <a:pt x="506960" y="706040"/>
                  </a:moveTo>
                  <a:cubicBezTo>
                    <a:pt x="520127" y="708435"/>
                    <a:pt x="532742" y="713589"/>
                    <a:pt x="544527" y="722400"/>
                  </a:cubicBezTo>
                  <a:cubicBezTo>
                    <a:pt x="564071" y="737011"/>
                    <a:pt x="576665" y="756091"/>
                    <a:pt x="581464" y="780273"/>
                  </a:cubicBezTo>
                  <a:cubicBezTo>
                    <a:pt x="586279" y="804536"/>
                    <a:pt x="584476" y="827952"/>
                    <a:pt x="572724" y="849937"/>
                  </a:cubicBezTo>
                  <a:cubicBezTo>
                    <a:pt x="559451" y="874769"/>
                    <a:pt x="539450" y="891533"/>
                    <a:pt x="511743" y="898431"/>
                  </a:cubicBezTo>
                  <a:cubicBezTo>
                    <a:pt x="510835" y="898657"/>
                    <a:pt x="510066" y="899444"/>
                    <a:pt x="509504" y="900424"/>
                  </a:cubicBezTo>
                  <a:cubicBezTo>
                    <a:pt x="494253" y="900878"/>
                    <a:pt x="478730" y="900878"/>
                    <a:pt x="462619" y="900878"/>
                  </a:cubicBezTo>
                  <a:cubicBezTo>
                    <a:pt x="461098" y="900038"/>
                    <a:pt x="460289" y="898696"/>
                    <a:pt x="459215" y="898433"/>
                  </a:cubicBezTo>
                  <a:cubicBezTo>
                    <a:pt x="442591" y="894347"/>
                    <a:pt x="428027" y="886219"/>
                    <a:pt x="416214" y="874121"/>
                  </a:cubicBezTo>
                  <a:cubicBezTo>
                    <a:pt x="400962" y="858501"/>
                    <a:pt x="391450" y="839936"/>
                    <a:pt x="388924" y="817648"/>
                  </a:cubicBezTo>
                  <a:cubicBezTo>
                    <a:pt x="386433" y="795670"/>
                    <a:pt x="388508" y="774750"/>
                    <a:pt x="399260" y="755341"/>
                  </a:cubicBezTo>
                  <a:cubicBezTo>
                    <a:pt x="413930" y="728859"/>
                    <a:pt x="435610" y="711076"/>
                    <a:pt x="466078" y="706234"/>
                  </a:cubicBezTo>
                  <a:cubicBezTo>
                    <a:pt x="480073" y="704009"/>
                    <a:pt x="493792" y="703645"/>
                    <a:pt x="506960" y="706040"/>
                  </a:cubicBezTo>
                  <a:close/>
                  <a:moveTo>
                    <a:pt x="275760" y="704398"/>
                  </a:moveTo>
                  <a:cubicBezTo>
                    <a:pt x="290517" y="703219"/>
                    <a:pt x="305555" y="705369"/>
                    <a:pt x="320681" y="710162"/>
                  </a:cubicBezTo>
                  <a:cubicBezTo>
                    <a:pt x="340279" y="716371"/>
                    <a:pt x="354384" y="730262"/>
                    <a:pt x="364628" y="748617"/>
                  </a:cubicBezTo>
                  <a:cubicBezTo>
                    <a:pt x="355857" y="755107"/>
                    <a:pt x="347492" y="761296"/>
                    <a:pt x="339004" y="767576"/>
                  </a:cubicBezTo>
                  <a:cubicBezTo>
                    <a:pt x="334141" y="762163"/>
                    <a:pt x="329399" y="756532"/>
                    <a:pt x="324286" y="751262"/>
                  </a:cubicBezTo>
                  <a:cubicBezTo>
                    <a:pt x="308831" y="735331"/>
                    <a:pt x="289895" y="731875"/>
                    <a:pt x="269036" y="736777"/>
                  </a:cubicBezTo>
                  <a:cubicBezTo>
                    <a:pt x="245197" y="742379"/>
                    <a:pt x="227064" y="766740"/>
                    <a:pt x="224298" y="791083"/>
                  </a:cubicBezTo>
                  <a:cubicBezTo>
                    <a:pt x="222058" y="810804"/>
                    <a:pt x="225224" y="828570"/>
                    <a:pt x="235775" y="845371"/>
                  </a:cubicBezTo>
                  <a:cubicBezTo>
                    <a:pt x="255888" y="877398"/>
                    <a:pt x="301596" y="878298"/>
                    <a:pt x="325679" y="854334"/>
                  </a:cubicBezTo>
                  <a:cubicBezTo>
                    <a:pt x="330647" y="849391"/>
                    <a:pt x="335115" y="843947"/>
                    <a:pt x="340355" y="838134"/>
                  </a:cubicBezTo>
                  <a:cubicBezTo>
                    <a:pt x="347671" y="843311"/>
                    <a:pt x="355551" y="848753"/>
                    <a:pt x="363204" y="854499"/>
                  </a:cubicBezTo>
                  <a:cubicBezTo>
                    <a:pt x="364028" y="855117"/>
                    <a:pt x="364227" y="857981"/>
                    <a:pt x="363534" y="858993"/>
                  </a:cubicBezTo>
                  <a:cubicBezTo>
                    <a:pt x="354904" y="871589"/>
                    <a:pt x="344920" y="882889"/>
                    <a:pt x="330844" y="889620"/>
                  </a:cubicBezTo>
                  <a:cubicBezTo>
                    <a:pt x="322976" y="893382"/>
                    <a:pt x="314832" y="896567"/>
                    <a:pt x="307149" y="900445"/>
                  </a:cubicBezTo>
                  <a:cubicBezTo>
                    <a:pt x="291544" y="900878"/>
                    <a:pt x="275603" y="900878"/>
                    <a:pt x="259073" y="900878"/>
                  </a:cubicBezTo>
                  <a:cubicBezTo>
                    <a:pt x="257550" y="900038"/>
                    <a:pt x="256730" y="898664"/>
                    <a:pt x="255665" y="898438"/>
                  </a:cubicBezTo>
                  <a:cubicBezTo>
                    <a:pt x="239071" y="894904"/>
                    <a:pt x="224952" y="886412"/>
                    <a:pt x="213280" y="874717"/>
                  </a:cubicBezTo>
                  <a:cubicBezTo>
                    <a:pt x="201246" y="862659"/>
                    <a:pt x="192851" y="847910"/>
                    <a:pt x="189422" y="830880"/>
                  </a:cubicBezTo>
                  <a:cubicBezTo>
                    <a:pt x="184593" y="806899"/>
                    <a:pt x="184795" y="783053"/>
                    <a:pt x="195042" y="760478"/>
                  </a:cubicBezTo>
                  <a:cubicBezTo>
                    <a:pt x="203050" y="742837"/>
                    <a:pt x="215824" y="728783"/>
                    <a:pt x="232526" y="718612"/>
                  </a:cubicBezTo>
                  <a:cubicBezTo>
                    <a:pt x="246527" y="710087"/>
                    <a:pt x="261003" y="705578"/>
                    <a:pt x="275760" y="704398"/>
                  </a:cubicBezTo>
                  <a:close/>
                  <a:moveTo>
                    <a:pt x="757296" y="0"/>
                  </a:moveTo>
                  <a:lnTo>
                    <a:pt x="823888" y="0"/>
                  </a:lnTo>
                  <a:lnTo>
                    <a:pt x="823888" y="66155"/>
                  </a:lnTo>
                  <a:lnTo>
                    <a:pt x="757296" y="66155"/>
                  </a:lnTo>
                  <a:close/>
                </a:path>
              </a:pathLst>
            </a:custGeom>
            <a:solidFill>
              <a:schemeClr val="bg1"/>
            </a:solidFill>
            <a:ln w="9525" cap="flat">
              <a:noFill/>
              <a:prstDash val="solid"/>
              <a:miter/>
            </a:ln>
          </p:spPr>
          <p:txBody>
            <a:bodyPr wrap="square" rtlCol="0" anchor="ctr">
              <a:noAutofit/>
            </a:bodyPr>
            <a:lstStyle/>
            <a:p>
              <a:endParaRPr lang="en-US"/>
            </a:p>
          </p:txBody>
        </p:sp>
        <p:sp>
          <p:nvSpPr>
            <p:cNvPr id="1438" name="Freeform: Shape 1437">
              <a:extLst>
                <a:ext uri="{FF2B5EF4-FFF2-40B4-BE49-F238E27FC236}">
                  <a16:creationId xmlns:a16="http://schemas.microsoft.com/office/drawing/2014/main" id="{04D76689-D0E0-46CF-A2D0-4916E930C5C6}"/>
                </a:ext>
                <a:ext uri="{C183D7F6-B498-43B3-948B-1728B52AA6E4}">
                  <adec:decorative xmlns:adec="http://schemas.microsoft.com/office/drawing/2017/decorative" val="1"/>
                </a:ext>
              </a:extLst>
            </p:cNvPr>
            <p:cNvSpPr/>
            <p:nvPr/>
          </p:nvSpPr>
          <p:spPr>
            <a:xfrm>
              <a:off x="7237348" y="2242225"/>
              <a:ext cx="725653" cy="435691"/>
            </a:xfrm>
            <a:custGeom>
              <a:avLst/>
              <a:gdLst>
                <a:gd name="connsiteX0" fmla="*/ 1257425 w 1429845"/>
                <a:gd name="connsiteY0" fmla="*/ 730880 h 858497"/>
                <a:gd name="connsiteX1" fmla="*/ 1257425 w 1429845"/>
                <a:gd name="connsiteY1" fmla="*/ 730880 h 858497"/>
                <a:gd name="connsiteX2" fmla="*/ 1258025 w 1429845"/>
                <a:gd name="connsiteY2" fmla="*/ 731023 h 858497"/>
                <a:gd name="connsiteX3" fmla="*/ 1257425 w 1429845"/>
                <a:gd name="connsiteY3" fmla="*/ 730880 h 858497"/>
                <a:gd name="connsiteX4" fmla="*/ 0 w 1429845"/>
                <a:gd name="connsiteY4" fmla="*/ 554037 h 858497"/>
                <a:gd name="connsiteX5" fmla="*/ 1078897 w 1429845"/>
                <a:gd name="connsiteY5" fmla="*/ 554037 h 858497"/>
                <a:gd name="connsiteX6" fmla="*/ 1078897 w 1429845"/>
                <a:gd name="connsiteY6" fmla="*/ 580423 h 858497"/>
                <a:gd name="connsiteX7" fmla="*/ 0 w 1429845"/>
                <a:gd name="connsiteY7" fmla="*/ 580423 h 858497"/>
                <a:gd name="connsiteX8" fmla="*/ 1257821 w 1429845"/>
                <a:gd name="connsiteY8" fmla="*/ 359625 h 858497"/>
                <a:gd name="connsiteX9" fmla="*/ 1258814 w 1429845"/>
                <a:gd name="connsiteY9" fmla="*/ 360307 h 858497"/>
                <a:gd name="connsiteX10" fmla="*/ 1258181 w 1429845"/>
                <a:gd name="connsiteY10" fmla="*/ 360530 h 858497"/>
                <a:gd name="connsiteX11" fmla="*/ 1257821 w 1429845"/>
                <a:gd name="connsiteY11" fmla="*/ 359625 h 858497"/>
                <a:gd name="connsiteX12" fmla="*/ 584251 w 1429845"/>
                <a:gd name="connsiteY12" fmla="*/ 311541 h 858497"/>
                <a:gd name="connsiteX13" fmla="*/ 584251 w 1429845"/>
                <a:gd name="connsiteY13" fmla="*/ 361140 h 858497"/>
                <a:gd name="connsiteX14" fmla="*/ 584251 w 1429845"/>
                <a:gd name="connsiteY14" fmla="*/ 375555 h 858497"/>
                <a:gd name="connsiteX15" fmla="*/ 644542 w 1429845"/>
                <a:gd name="connsiteY15" fmla="*/ 371573 h 858497"/>
                <a:gd name="connsiteX16" fmla="*/ 668317 w 1429845"/>
                <a:gd name="connsiteY16" fmla="*/ 345596 h 858497"/>
                <a:gd name="connsiteX17" fmla="*/ 647671 w 1429845"/>
                <a:gd name="connsiteY17" fmla="*/ 313983 h 858497"/>
                <a:gd name="connsiteX18" fmla="*/ 633916 w 1429845"/>
                <a:gd name="connsiteY18" fmla="*/ 311651 h 858497"/>
                <a:gd name="connsiteX19" fmla="*/ 584251 w 1429845"/>
                <a:gd name="connsiteY19" fmla="*/ 311541 h 858497"/>
                <a:gd name="connsiteX20" fmla="*/ 425175 w 1429845"/>
                <a:gd name="connsiteY20" fmla="*/ 307717 h 858497"/>
                <a:gd name="connsiteX21" fmla="*/ 369647 w 1429845"/>
                <a:gd name="connsiteY21" fmla="*/ 328798 h 858497"/>
                <a:gd name="connsiteX22" fmla="*/ 356859 w 1429845"/>
                <a:gd name="connsiteY22" fmla="*/ 393243 h 858497"/>
                <a:gd name="connsiteX23" fmla="*/ 422378 w 1429845"/>
                <a:gd name="connsiteY23" fmla="*/ 442338 h 858497"/>
                <a:gd name="connsiteX24" fmla="*/ 468441 w 1429845"/>
                <a:gd name="connsiteY24" fmla="*/ 409781 h 858497"/>
                <a:gd name="connsiteX25" fmla="*/ 474568 w 1429845"/>
                <a:gd name="connsiteY25" fmla="*/ 357633 h 858497"/>
                <a:gd name="connsiteX26" fmla="*/ 448554 w 1429845"/>
                <a:gd name="connsiteY26" fmla="*/ 317176 h 858497"/>
                <a:gd name="connsiteX27" fmla="*/ 425175 w 1429845"/>
                <a:gd name="connsiteY27" fmla="*/ 307717 h 858497"/>
                <a:gd name="connsiteX28" fmla="*/ 735026 w 1429845"/>
                <a:gd name="connsiteY28" fmla="*/ 280496 h 858497"/>
                <a:gd name="connsiteX29" fmla="*/ 879162 w 1429845"/>
                <a:gd name="connsiteY29" fmla="*/ 280496 h 858497"/>
                <a:gd name="connsiteX30" fmla="*/ 879162 w 1429845"/>
                <a:gd name="connsiteY30" fmla="*/ 310253 h 858497"/>
                <a:gd name="connsiteX31" fmla="*/ 771738 w 1429845"/>
                <a:gd name="connsiteY31" fmla="*/ 310253 h 858497"/>
                <a:gd name="connsiteX32" fmla="*/ 771738 w 1429845"/>
                <a:gd name="connsiteY32" fmla="*/ 358965 h 858497"/>
                <a:gd name="connsiteX33" fmla="*/ 871559 w 1429845"/>
                <a:gd name="connsiteY33" fmla="*/ 358965 h 858497"/>
                <a:gd name="connsiteX34" fmla="*/ 871559 w 1429845"/>
                <a:gd name="connsiteY34" fmla="*/ 388024 h 858497"/>
                <a:gd name="connsiteX35" fmla="*/ 771802 w 1429845"/>
                <a:gd name="connsiteY35" fmla="*/ 388024 h 858497"/>
                <a:gd name="connsiteX36" fmla="*/ 771802 w 1429845"/>
                <a:gd name="connsiteY36" fmla="*/ 439474 h 858497"/>
                <a:gd name="connsiteX37" fmla="*/ 879033 w 1429845"/>
                <a:gd name="connsiteY37" fmla="*/ 439474 h 858497"/>
                <a:gd name="connsiteX38" fmla="*/ 879033 w 1429845"/>
                <a:gd name="connsiteY38" fmla="*/ 468157 h 858497"/>
                <a:gd name="connsiteX39" fmla="*/ 735026 w 1429845"/>
                <a:gd name="connsiteY39" fmla="*/ 468157 h 858497"/>
                <a:gd name="connsiteX40" fmla="*/ 735026 w 1429845"/>
                <a:gd name="connsiteY40" fmla="*/ 360543 h 858497"/>
                <a:gd name="connsiteX41" fmla="*/ 735026 w 1429845"/>
                <a:gd name="connsiteY41" fmla="*/ 280496 h 858497"/>
                <a:gd name="connsiteX42" fmla="*/ 552784 w 1429845"/>
                <a:gd name="connsiteY42" fmla="*/ 280143 h 858497"/>
                <a:gd name="connsiteX43" fmla="*/ 632559 w 1429845"/>
                <a:gd name="connsiteY43" fmla="*/ 280337 h 858497"/>
                <a:gd name="connsiteX44" fmla="*/ 682947 w 1429845"/>
                <a:gd name="connsiteY44" fmla="*/ 294925 h 858497"/>
                <a:gd name="connsiteX45" fmla="*/ 702595 w 1429845"/>
                <a:gd name="connsiteY45" fmla="*/ 323653 h 858497"/>
                <a:gd name="connsiteX46" fmla="*/ 695167 w 1429845"/>
                <a:gd name="connsiteY46" fmla="*/ 375906 h 858497"/>
                <a:gd name="connsiteX47" fmla="*/ 655039 w 1429845"/>
                <a:gd name="connsiteY47" fmla="*/ 401755 h 858497"/>
                <a:gd name="connsiteX48" fmla="*/ 623639 w 1429845"/>
                <a:gd name="connsiteY48" fmla="*/ 404417 h 858497"/>
                <a:gd name="connsiteX49" fmla="*/ 584476 w 1429845"/>
                <a:gd name="connsiteY49" fmla="*/ 404518 h 858497"/>
                <a:gd name="connsiteX50" fmla="*/ 584476 w 1429845"/>
                <a:gd name="connsiteY50" fmla="*/ 468117 h 858497"/>
                <a:gd name="connsiteX51" fmla="*/ 548255 w 1429845"/>
                <a:gd name="connsiteY51" fmla="*/ 468117 h 858497"/>
                <a:gd name="connsiteX52" fmla="*/ 548255 w 1429845"/>
                <a:gd name="connsiteY52" fmla="*/ 280461 h 858497"/>
                <a:gd name="connsiteX53" fmla="*/ 552784 w 1429845"/>
                <a:gd name="connsiteY53" fmla="*/ 280143 h 858497"/>
                <a:gd name="connsiteX54" fmla="*/ 1087828 w 1429845"/>
                <a:gd name="connsiteY54" fmla="*/ 280131 h 858497"/>
                <a:gd name="connsiteX55" fmla="*/ 1072446 w 1429845"/>
                <a:gd name="connsiteY55" fmla="*/ 300171 h 858497"/>
                <a:gd name="connsiteX56" fmla="*/ 1023598 w 1429845"/>
                <a:gd name="connsiteY56" fmla="*/ 363922 h 858497"/>
                <a:gd name="connsiteX57" fmla="*/ 1020140 w 1429845"/>
                <a:gd name="connsiteY57" fmla="*/ 367556 h 858497"/>
                <a:gd name="connsiteX58" fmla="*/ 1020113 w 1429845"/>
                <a:gd name="connsiteY58" fmla="*/ 374922 h 858497"/>
                <a:gd name="connsiteX59" fmla="*/ 1060835 w 1429845"/>
                <a:gd name="connsiteY59" fmla="*/ 428009 h 858497"/>
                <a:gd name="connsiteX60" fmla="*/ 1089288 w 1429845"/>
                <a:gd name="connsiteY60" fmla="*/ 464207 h 858497"/>
                <a:gd name="connsiteX61" fmla="*/ 1091652 w 1429845"/>
                <a:gd name="connsiteY61" fmla="*/ 468597 h 858497"/>
                <a:gd name="connsiteX62" fmla="*/ 1050765 w 1429845"/>
                <a:gd name="connsiteY62" fmla="*/ 468488 h 858497"/>
                <a:gd name="connsiteX63" fmla="*/ 1044910 w 1429845"/>
                <a:gd name="connsiteY63" fmla="*/ 466048 h 858497"/>
                <a:gd name="connsiteX64" fmla="*/ 1021848 w 1429845"/>
                <a:gd name="connsiteY64" fmla="*/ 433151 h 858497"/>
                <a:gd name="connsiteX65" fmla="*/ 995600 w 1429845"/>
                <a:gd name="connsiteY65" fmla="*/ 397356 h 858497"/>
                <a:gd name="connsiteX66" fmla="*/ 947313 w 1429845"/>
                <a:gd name="connsiteY66" fmla="*/ 463963 h 858497"/>
                <a:gd name="connsiteX67" fmla="*/ 938601 w 1429845"/>
                <a:gd name="connsiteY67" fmla="*/ 468715 h 858497"/>
                <a:gd name="connsiteX68" fmla="*/ 900687 w 1429845"/>
                <a:gd name="connsiteY68" fmla="*/ 468598 h 858497"/>
                <a:gd name="connsiteX69" fmla="*/ 922780 w 1429845"/>
                <a:gd name="connsiteY69" fmla="*/ 439799 h 858497"/>
                <a:gd name="connsiteX70" fmla="*/ 954833 w 1429845"/>
                <a:gd name="connsiteY70" fmla="*/ 398557 h 858497"/>
                <a:gd name="connsiteX71" fmla="*/ 971017 w 1429845"/>
                <a:gd name="connsiteY71" fmla="*/ 377800 h 858497"/>
                <a:gd name="connsiteX72" fmla="*/ 971272 w 1429845"/>
                <a:gd name="connsiteY72" fmla="*/ 367126 h 858497"/>
                <a:gd name="connsiteX73" fmla="*/ 911730 w 1429845"/>
                <a:gd name="connsiteY73" fmla="*/ 289188 h 858497"/>
                <a:gd name="connsiteX74" fmla="*/ 904497 w 1429845"/>
                <a:gd name="connsiteY74" fmla="*/ 280137 h 858497"/>
                <a:gd name="connsiteX75" fmla="*/ 947460 w 1429845"/>
                <a:gd name="connsiteY75" fmla="*/ 280476 h 858497"/>
                <a:gd name="connsiteX76" fmla="*/ 954850 w 1429845"/>
                <a:gd name="connsiteY76" fmla="*/ 287678 h 858497"/>
                <a:gd name="connsiteX77" fmla="*/ 996335 w 1429845"/>
                <a:gd name="connsiteY77" fmla="*/ 346295 h 858497"/>
                <a:gd name="connsiteX78" fmla="*/ 1005903 w 1429845"/>
                <a:gd name="connsiteY78" fmla="*/ 333954 h 858497"/>
                <a:gd name="connsiteX79" fmla="*/ 1041731 w 1429845"/>
                <a:gd name="connsiteY79" fmla="*/ 283721 h 858497"/>
                <a:gd name="connsiteX80" fmla="*/ 1046969 w 1429845"/>
                <a:gd name="connsiteY80" fmla="*/ 280288 h 858497"/>
                <a:gd name="connsiteX81" fmla="*/ 1087828 w 1429845"/>
                <a:gd name="connsiteY81" fmla="*/ 280131 h 858497"/>
                <a:gd name="connsiteX82" fmla="*/ 428193 w 1429845"/>
                <a:gd name="connsiteY82" fmla="*/ 276646 h 858497"/>
                <a:gd name="connsiteX83" fmla="*/ 500080 w 1429845"/>
                <a:gd name="connsiteY83" fmla="*/ 322715 h 858497"/>
                <a:gd name="connsiteX84" fmla="*/ 512898 w 1429845"/>
                <a:gd name="connsiteY84" fmla="*/ 366167 h 858497"/>
                <a:gd name="connsiteX85" fmla="*/ 508549 w 1429845"/>
                <a:gd name="connsiteY85" fmla="*/ 407773 h 858497"/>
                <a:gd name="connsiteX86" fmla="*/ 436273 w 1429845"/>
                <a:gd name="connsiteY86" fmla="*/ 471169 h 858497"/>
                <a:gd name="connsiteX87" fmla="*/ 351589 w 1429845"/>
                <a:gd name="connsiteY87" fmla="*/ 451151 h 858497"/>
                <a:gd name="connsiteX88" fmla="*/ 319126 w 1429845"/>
                <a:gd name="connsiteY88" fmla="*/ 393008 h 858497"/>
                <a:gd name="connsiteX89" fmla="*/ 324099 w 1429845"/>
                <a:gd name="connsiteY89" fmla="*/ 337772 h 858497"/>
                <a:gd name="connsiteX90" fmla="*/ 363744 w 1429845"/>
                <a:gd name="connsiteY90" fmla="*/ 289936 h 858497"/>
                <a:gd name="connsiteX91" fmla="*/ 428193 w 1429845"/>
                <a:gd name="connsiteY91" fmla="*/ 276646 h 858497"/>
                <a:gd name="connsiteX92" fmla="*/ 114139 w 1429845"/>
                <a:gd name="connsiteY92" fmla="*/ 275558 h 858497"/>
                <a:gd name="connsiteX93" fmla="*/ 155801 w 1429845"/>
                <a:gd name="connsiteY93" fmla="*/ 275558 h 858497"/>
                <a:gd name="connsiteX94" fmla="*/ 155801 w 1429845"/>
                <a:gd name="connsiteY94" fmla="*/ 347880 h 858497"/>
                <a:gd name="connsiteX95" fmla="*/ 155801 w 1429845"/>
                <a:gd name="connsiteY95" fmla="*/ 356545 h 858497"/>
                <a:gd name="connsiteX96" fmla="*/ 235845 w 1429845"/>
                <a:gd name="connsiteY96" fmla="*/ 356545 h 858497"/>
                <a:gd name="connsiteX97" fmla="*/ 235845 w 1429845"/>
                <a:gd name="connsiteY97" fmla="*/ 391879 h 858497"/>
                <a:gd name="connsiteX98" fmla="*/ 156021 w 1429845"/>
                <a:gd name="connsiteY98" fmla="*/ 391879 h 858497"/>
                <a:gd name="connsiteX99" fmla="*/ 156021 w 1429845"/>
                <a:gd name="connsiteY99" fmla="*/ 473144 h 858497"/>
                <a:gd name="connsiteX100" fmla="*/ 114622 w 1429845"/>
                <a:gd name="connsiteY100" fmla="*/ 473144 h 858497"/>
                <a:gd name="connsiteX101" fmla="*/ 114622 w 1429845"/>
                <a:gd name="connsiteY101" fmla="*/ 392163 h 858497"/>
                <a:gd name="connsiteX102" fmla="*/ 35544 w 1429845"/>
                <a:gd name="connsiteY102" fmla="*/ 392163 h 858497"/>
                <a:gd name="connsiteX103" fmla="*/ 35544 w 1429845"/>
                <a:gd name="connsiteY103" fmla="*/ 356818 h 858497"/>
                <a:gd name="connsiteX104" fmla="*/ 114139 w 1429845"/>
                <a:gd name="connsiteY104" fmla="*/ 356818 h 858497"/>
                <a:gd name="connsiteX105" fmla="*/ 114139 w 1429845"/>
                <a:gd name="connsiteY105" fmla="*/ 275558 h 858497"/>
                <a:gd name="connsiteX106" fmla="*/ 1259176 w 1429845"/>
                <a:gd name="connsiteY106" fmla="*/ 94182 h 858497"/>
                <a:gd name="connsiteX107" fmla="*/ 1324175 w 1429845"/>
                <a:gd name="connsiteY107" fmla="*/ 94182 h 858497"/>
                <a:gd name="connsiteX108" fmla="*/ 1324175 w 1429845"/>
                <a:gd name="connsiteY108" fmla="*/ 97886 h 858497"/>
                <a:gd name="connsiteX109" fmla="*/ 1324200 w 1429845"/>
                <a:gd name="connsiteY109" fmla="*/ 97886 h 858497"/>
                <a:gd name="connsiteX110" fmla="*/ 1324200 w 1429845"/>
                <a:gd name="connsiteY110" fmla="*/ 104242 h 858497"/>
                <a:gd name="connsiteX111" fmla="*/ 1324129 w 1429845"/>
                <a:gd name="connsiteY111" fmla="*/ 104242 h 858497"/>
                <a:gd name="connsiteX112" fmla="*/ 1324297 w 1429845"/>
                <a:gd name="connsiteY112" fmla="*/ 148776 h 858497"/>
                <a:gd name="connsiteX113" fmla="*/ 1324303 w 1429845"/>
                <a:gd name="connsiteY113" fmla="*/ 723777 h 858497"/>
                <a:gd name="connsiteX114" fmla="*/ 1324303 w 1429845"/>
                <a:gd name="connsiteY114" fmla="*/ 731898 h 858497"/>
                <a:gd name="connsiteX115" fmla="*/ 1344080 w 1429845"/>
                <a:gd name="connsiteY115" fmla="*/ 712050 h 858497"/>
                <a:gd name="connsiteX116" fmla="*/ 1379528 w 1429845"/>
                <a:gd name="connsiteY116" fmla="*/ 676482 h 858497"/>
                <a:gd name="connsiteX117" fmla="*/ 1389322 w 1429845"/>
                <a:gd name="connsiteY117" fmla="*/ 676093 h 858497"/>
                <a:gd name="connsiteX118" fmla="*/ 1429377 w 1429845"/>
                <a:gd name="connsiteY118" fmla="*/ 714835 h 858497"/>
                <a:gd name="connsiteX119" fmla="*/ 1429845 w 1429845"/>
                <a:gd name="connsiteY119" fmla="*/ 723109 h 858497"/>
                <a:gd name="connsiteX120" fmla="*/ 1424922 w 1429845"/>
                <a:gd name="connsiteY120" fmla="*/ 726794 h 858497"/>
                <a:gd name="connsiteX121" fmla="*/ 1297429 w 1429845"/>
                <a:gd name="connsiteY121" fmla="*/ 854223 h 858497"/>
                <a:gd name="connsiteX122" fmla="*/ 1286019 w 1429845"/>
                <a:gd name="connsiteY122" fmla="*/ 854340 h 858497"/>
                <a:gd name="connsiteX123" fmla="*/ 1155815 w 1429845"/>
                <a:gd name="connsiteY123" fmla="*/ 724293 h 858497"/>
                <a:gd name="connsiteX124" fmla="*/ 1155615 w 1429845"/>
                <a:gd name="connsiteY124" fmla="*/ 713148 h 858497"/>
                <a:gd name="connsiteX125" fmla="*/ 1192497 w 1429845"/>
                <a:gd name="connsiteY125" fmla="*/ 676317 h 858497"/>
                <a:gd name="connsiteX126" fmla="*/ 1203476 w 1429845"/>
                <a:gd name="connsiteY126" fmla="*/ 676251 h 858497"/>
                <a:gd name="connsiteX127" fmla="*/ 1256655 w 1429845"/>
                <a:gd name="connsiteY127" fmla="*/ 729758 h 858497"/>
                <a:gd name="connsiteX128" fmla="*/ 1256847 w 1429845"/>
                <a:gd name="connsiteY128" fmla="*/ 730038 h 858497"/>
                <a:gd name="connsiteX129" fmla="*/ 1257666 w 1429845"/>
                <a:gd name="connsiteY129" fmla="*/ 722793 h 858497"/>
                <a:gd name="connsiteX130" fmla="*/ 1258093 w 1429845"/>
                <a:gd name="connsiteY130" fmla="*/ 361114 h 858497"/>
                <a:gd name="connsiteX131" fmla="*/ 1258814 w 1429845"/>
                <a:gd name="connsiteY131" fmla="*/ 360634 h 858497"/>
                <a:gd name="connsiteX132" fmla="*/ 1258814 w 1429845"/>
                <a:gd name="connsiteY132" fmla="*/ 360307 h 858497"/>
                <a:gd name="connsiteX133" fmla="*/ 1257892 w 1429845"/>
                <a:gd name="connsiteY133" fmla="*/ 359321 h 858497"/>
                <a:gd name="connsiteX134" fmla="*/ 1257979 w 1429845"/>
                <a:gd name="connsiteY134" fmla="*/ 309347 h 858497"/>
                <a:gd name="connsiteX135" fmla="*/ 1257935 w 1429845"/>
                <a:gd name="connsiteY135" fmla="*/ 307777 h 858497"/>
                <a:gd name="connsiteX136" fmla="*/ 1257901 w 1429845"/>
                <a:gd name="connsiteY136" fmla="*/ 306535 h 858497"/>
                <a:gd name="connsiteX137" fmla="*/ 1258061 w 1429845"/>
                <a:gd name="connsiteY137" fmla="*/ 256361 h 858497"/>
                <a:gd name="connsiteX138" fmla="*/ 1258154 w 1429845"/>
                <a:gd name="connsiteY138" fmla="*/ 252075 h 858497"/>
                <a:gd name="connsiteX139" fmla="*/ 1258091 w 1429845"/>
                <a:gd name="connsiteY139" fmla="*/ 216607 h 858497"/>
                <a:gd name="connsiteX140" fmla="*/ 1258897 w 1429845"/>
                <a:gd name="connsiteY140" fmla="*/ 216023 h 858497"/>
                <a:gd name="connsiteX141" fmla="*/ 1257823 w 1429845"/>
                <a:gd name="connsiteY141" fmla="*/ 216023 h 858497"/>
                <a:gd name="connsiteX142" fmla="*/ 1257823 w 1429845"/>
                <a:gd name="connsiteY142" fmla="*/ 178321 h 858497"/>
                <a:gd name="connsiteX143" fmla="*/ 1257918 w 1429845"/>
                <a:gd name="connsiteY143" fmla="*/ 178321 h 858497"/>
                <a:gd name="connsiteX144" fmla="*/ 1257918 w 1429845"/>
                <a:gd name="connsiteY144" fmla="*/ 111984 h 858497"/>
                <a:gd name="connsiteX145" fmla="*/ 1258815 w 1429845"/>
                <a:gd name="connsiteY145" fmla="*/ 111984 h 858497"/>
                <a:gd name="connsiteX146" fmla="*/ 1258815 w 1429845"/>
                <a:gd name="connsiteY146" fmla="*/ 178321 h 858497"/>
                <a:gd name="connsiteX147" fmla="*/ 1258911 w 1429845"/>
                <a:gd name="connsiteY147" fmla="*/ 178321 h 858497"/>
                <a:gd name="connsiteX148" fmla="*/ 1258910 w 1429845"/>
                <a:gd name="connsiteY148" fmla="*/ 177727 h 858497"/>
                <a:gd name="connsiteX149" fmla="*/ 1258859 w 1429845"/>
                <a:gd name="connsiteY149" fmla="*/ 111709 h 858497"/>
                <a:gd name="connsiteX150" fmla="*/ 1259674 w 1429845"/>
                <a:gd name="connsiteY150" fmla="*/ 104746 h 858497"/>
                <a:gd name="connsiteX151" fmla="*/ 1288163 w 1429845"/>
                <a:gd name="connsiteY151" fmla="*/ 104309 h 858497"/>
                <a:gd name="connsiteX152" fmla="*/ 1297408 w 1429845"/>
                <a:gd name="connsiteY152" fmla="*/ 104242 h 858497"/>
                <a:gd name="connsiteX153" fmla="*/ 1259246 w 1429845"/>
                <a:gd name="connsiteY153" fmla="*/ 104242 h 858497"/>
                <a:gd name="connsiteX154" fmla="*/ 1259246 w 1429845"/>
                <a:gd name="connsiteY154" fmla="*/ 100467 h 858497"/>
                <a:gd name="connsiteX155" fmla="*/ 1259241 w 1429845"/>
                <a:gd name="connsiteY155" fmla="*/ 100467 h 858497"/>
                <a:gd name="connsiteX156" fmla="*/ 1259241 w 1429845"/>
                <a:gd name="connsiteY156" fmla="*/ 97960 h 858497"/>
                <a:gd name="connsiteX157" fmla="*/ 1259092 w 1429845"/>
                <a:gd name="connsiteY157" fmla="*/ 97960 h 858497"/>
                <a:gd name="connsiteX158" fmla="*/ 1259092 w 1429845"/>
                <a:gd name="connsiteY158" fmla="*/ 96693 h 858497"/>
                <a:gd name="connsiteX159" fmla="*/ 1259176 w 1429845"/>
                <a:gd name="connsiteY159" fmla="*/ 96693 h 858497"/>
                <a:gd name="connsiteX160" fmla="*/ 419601 w 1429845"/>
                <a:gd name="connsiteY160" fmla="*/ 36545 h 858497"/>
                <a:gd name="connsiteX161" fmla="*/ 386161 w 1429845"/>
                <a:gd name="connsiteY161" fmla="*/ 118960 h 858497"/>
                <a:gd name="connsiteX162" fmla="*/ 452210 w 1429845"/>
                <a:gd name="connsiteY162" fmla="*/ 117918 h 858497"/>
                <a:gd name="connsiteX163" fmla="*/ 419601 w 1429845"/>
                <a:gd name="connsiteY163" fmla="*/ 36545 h 858497"/>
                <a:gd name="connsiteX164" fmla="*/ 584612 w 1429845"/>
                <a:gd name="connsiteY164" fmla="*/ 34868 h 858497"/>
                <a:gd name="connsiteX165" fmla="*/ 584612 w 1429845"/>
                <a:gd name="connsiteY165" fmla="*/ 97944 h 858497"/>
                <a:gd name="connsiteX166" fmla="*/ 627567 w 1429845"/>
                <a:gd name="connsiteY166" fmla="*/ 98008 h 858497"/>
                <a:gd name="connsiteX167" fmla="*/ 664628 w 1429845"/>
                <a:gd name="connsiteY167" fmla="*/ 81831 h 858497"/>
                <a:gd name="connsiteX168" fmla="*/ 646052 w 1429845"/>
                <a:gd name="connsiteY168" fmla="*/ 37496 h 858497"/>
                <a:gd name="connsiteX169" fmla="*/ 584612 w 1429845"/>
                <a:gd name="connsiteY169" fmla="*/ 34868 h 858497"/>
                <a:gd name="connsiteX170" fmla="*/ 735026 w 1429845"/>
                <a:gd name="connsiteY170" fmla="*/ 5344 h 858497"/>
                <a:gd name="connsiteX171" fmla="*/ 879176 w 1429845"/>
                <a:gd name="connsiteY171" fmla="*/ 5344 h 858497"/>
                <a:gd name="connsiteX172" fmla="*/ 879176 w 1429845"/>
                <a:gd name="connsiteY172" fmla="*/ 33640 h 858497"/>
                <a:gd name="connsiteX173" fmla="*/ 771945 w 1429845"/>
                <a:gd name="connsiteY173" fmla="*/ 33640 h 858497"/>
                <a:gd name="connsiteX174" fmla="*/ 771945 w 1429845"/>
                <a:gd name="connsiteY174" fmla="*/ 82578 h 858497"/>
                <a:gd name="connsiteX175" fmla="*/ 871576 w 1429845"/>
                <a:gd name="connsiteY175" fmla="*/ 82578 h 858497"/>
                <a:gd name="connsiteX176" fmla="*/ 871576 w 1429845"/>
                <a:gd name="connsiteY176" fmla="*/ 112894 h 858497"/>
                <a:gd name="connsiteX177" fmla="*/ 771786 w 1429845"/>
                <a:gd name="connsiteY177" fmla="*/ 112894 h 858497"/>
                <a:gd name="connsiteX178" fmla="*/ 771786 w 1429845"/>
                <a:gd name="connsiteY178" fmla="*/ 163083 h 858497"/>
                <a:gd name="connsiteX179" fmla="*/ 879050 w 1429845"/>
                <a:gd name="connsiteY179" fmla="*/ 163083 h 858497"/>
                <a:gd name="connsiteX180" fmla="*/ 879050 w 1429845"/>
                <a:gd name="connsiteY180" fmla="*/ 193006 h 858497"/>
                <a:gd name="connsiteX181" fmla="*/ 735026 w 1429845"/>
                <a:gd name="connsiteY181" fmla="*/ 193006 h 858497"/>
                <a:gd name="connsiteX182" fmla="*/ 735026 w 1429845"/>
                <a:gd name="connsiteY182" fmla="*/ 172073 h 858497"/>
                <a:gd name="connsiteX183" fmla="*/ 735026 w 1429845"/>
                <a:gd name="connsiteY183" fmla="*/ 5344 h 858497"/>
                <a:gd name="connsiteX184" fmla="*/ 400714 w 1429845"/>
                <a:gd name="connsiteY184" fmla="*/ 5098 h 858497"/>
                <a:gd name="connsiteX185" fmla="*/ 439647 w 1429845"/>
                <a:gd name="connsiteY185" fmla="*/ 5113 h 858497"/>
                <a:gd name="connsiteX186" fmla="*/ 444587 w 1429845"/>
                <a:gd name="connsiteY186" fmla="*/ 8304 h 858497"/>
                <a:gd name="connsiteX187" fmla="*/ 485522 w 1429845"/>
                <a:gd name="connsiteY187" fmla="*/ 106515 h 858497"/>
                <a:gd name="connsiteX188" fmla="*/ 519618 w 1429845"/>
                <a:gd name="connsiteY188" fmla="*/ 188537 h 858497"/>
                <a:gd name="connsiteX189" fmla="*/ 520347 w 1429845"/>
                <a:gd name="connsiteY189" fmla="*/ 193429 h 858497"/>
                <a:gd name="connsiteX190" fmla="*/ 484986 w 1429845"/>
                <a:gd name="connsiteY190" fmla="*/ 193253 h 858497"/>
                <a:gd name="connsiteX191" fmla="*/ 481264 w 1429845"/>
                <a:gd name="connsiteY191" fmla="*/ 189385 h 858497"/>
                <a:gd name="connsiteX192" fmla="*/ 466282 w 1429845"/>
                <a:gd name="connsiteY192" fmla="*/ 152798 h 858497"/>
                <a:gd name="connsiteX193" fmla="*/ 459844 w 1429845"/>
                <a:gd name="connsiteY193" fmla="*/ 148113 h 858497"/>
                <a:gd name="connsiteX194" fmla="*/ 404577 w 1429845"/>
                <a:gd name="connsiteY194" fmla="*/ 148202 h 858497"/>
                <a:gd name="connsiteX195" fmla="*/ 380088 w 1429845"/>
                <a:gd name="connsiteY195" fmla="*/ 148102 h 858497"/>
                <a:gd name="connsiteX196" fmla="*/ 372773 w 1429845"/>
                <a:gd name="connsiteY196" fmla="*/ 152717 h 858497"/>
                <a:gd name="connsiteX197" fmla="*/ 359432 w 1429845"/>
                <a:gd name="connsiteY197" fmla="*/ 186701 h 858497"/>
                <a:gd name="connsiteX198" fmla="*/ 349889 w 1429845"/>
                <a:gd name="connsiteY198" fmla="*/ 193603 h 858497"/>
                <a:gd name="connsiteX199" fmla="*/ 318710 w 1429845"/>
                <a:gd name="connsiteY199" fmla="*/ 193437 h 858497"/>
                <a:gd name="connsiteX200" fmla="*/ 345062 w 1429845"/>
                <a:gd name="connsiteY200" fmla="*/ 130359 h 858497"/>
                <a:gd name="connsiteX201" fmla="*/ 382342 w 1429845"/>
                <a:gd name="connsiteY201" fmla="*/ 40417 h 858497"/>
                <a:gd name="connsiteX202" fmla="*/ 396223 w 1429845"/>
                <a:gd name="connsiteY202" fmla="*/ 7978 h 858497"/>
                <a:gd name="connsiteX203" fmla="*/ 400714 w 1429845"/>
                <a:gd name="connsiteY203" fmla="*/ 5098 h 858497"/>
                <a:gd name="connsiteX204" fmla="*/ 548271 w 1429845"/>
                <a:gd name="connsiteY204" fmla="*/ 4967 h 858497"/>
                <a:gd name="connsiteX205" fmla="*/ 560123 w 1429845"/>
                <a:gd name="connsiteY205" fmla="*/ 4967 h 858497"/>
                <a:gd name="connsiteX206" fmla="*/ 639851 w 1429845"/>
                <a:gd name="connsiteY206" fmla="*/ 5057 h 858497"/>
                <a:gd name="connsiteX207" fmla="*/ 688949 w 1429845"/>
                <a:gd name="connsiteY207" fmla="*/ 23813 h 858497"/>
                <a:gd name="connsiteX208" fmla="*/ 704635 w 1429845"/>
                <a:gd name="connsiteY208" fmla="*/ 54667 h 858497"/>
                <a:gd name="connsiteX209" fmla="*/ 700286 w 1429845"/>
                <a:gd name="connsiteY209" fmla="*/ 91012 h 858497"/>
                <a:gd name="connsiteX210" fmla="*/ 668091 w 1429845"/>
                <a:gd name="connsiteY210" fmla="*/ 121677 h 858497"/>
                <a:gd name="connsiteX211" fmla="*/ 617342 w 1429845"/>
                <a:gd name="connsiteY211" fmla="*/ 129362 h 858497"/>
                <a:gd name="connsiteX212" fmla="*/ 584272 w 1429845"/>
                <a:gd name="connsiteY212" fmla="*/ 129358 h 858497"/>
                <a:gd name="connsiteX213" fmla="*/ 584272 w 1429845"/>
                <a:gd name="connsiteY213" fmla="*/ 193163 h 858497"/>
                <a:gd name="connsiteX214" fmla="*/ 548271 w 1429845"/>
                <a:gd name="connsiteY214" fmla="*/ 193163 h 858497"/>
                <a:gd name="connsiteX215" fmla="*/ 548271 w 1429845"/>
                <a:gd name="connsiteY215" fmla="*/ 4967 h 858497"/>
                <a:gd name="connsiteX216" fmla="*/ 1053240 w 1429845"/>
                <a:gd name="connsiteY216" fmla="*/ 4758 h 858497"/>
                <a:gd name="connsiteX217" fmla="*/ 1087240 w 1429845"/>
                <a:gd name="connsiteY217" fmla="*/ 4967 h 858497"/>
                <a:gd name="connsiteX218" fmla="*/ 1017644 w 1429845"/>
                <a:gd name="connsiteY218" fmla="*/ 95415 h 858497"/>
                <a:gd name="connsiteX219" fmla="*/ 1092551 w 1429845"/>
                <a:gd name="connsiteY219" fmla="*/ 192859 h 858497"/>
                <a:gd name="connsiteX220" fmla="*/ 1087342 w 1429845"/>
                <a:gd name="connsiteY220" fmla="*/ 193414 h 858497"/>
                <a:gd name="connsiteX221" fmla="*/ 1054060 w 1429845"/>
                <a:gd name="connsiteY221" fmla="*/ 193605 h 858497"/>
                <a:gd name="connsiteX222" fmla="*/ 1043428 w 1429845"/>
                <a:gd name="connsiteY222" fmla="*/ 188356 h 858497"/>
                <a:gd name="connsiteX223" fmla="*/ 995893 w 1429845"/>
                <a:gd name="connsiteY223" fmla="*/ 121412 h 858497"/>
                <a:gd name="connsiteX224" fmla="*/ 978838 w 1429845"/>
                <a:gd name="connsiteY224" fmla="*/ 144130 h 858497"/>
                <a:gd name="connsiteX225" fmla="*/ 944674 w 1429845"/>
                <a:gd name="connsiteY225" fmla="*/ 191179 h 858497"/>
                <a:gd name="connsiteX226" fmla="*/ 940738 w 1429845"/>
                <a:gd name="connsiteY226" fmla="*/ 193337 h 858497"/>
                <a:gd name="connsiteX227" fmla="*/ 899757 w 1429845"/>
                <a:gd name="connsiteY227" fmla="*/ 193434 h 858497"/>
                <a:gd name="connsiteX228" fmla="*/ 944538 w 1429845"/>
                <a:gd name="connsiteY228" fmla="*/ 136453 h 858497"/>
                <a:gd name="connsiteX229" fmla="*/ 971958 w 1429845"/>
                <a:gd name="connsiteY229" fmla="*/ 100550 h 858497"/>
                <a:gd name="connsiteX230" fmla="*/ 972340 w 1429845"/>
                <a:gd name="connsiteY230" fmla="*/ 92300 h 858497"/>
                <a:gd name="connsiteX231" fmla="*/ 927422 w 1429845"/>
                <a:gd name="connsiteY231" fmla="*/ 34614 h 858497"/>
                <a:gd name="connsiteX232" fmla="*/ 905013 w 1429845"/>
                <a:gd name="connsiteY232" fmla="*/ 4984 h 858497"/>
                <a:gd name="connsiteX233" fmla="*/ 947940 w 1429845"/>
                <a:gd name="connsiteY233" fmla="*/ 5163 h 858497"/>
                <a:gd name="connsiteX234" fmla="*/ 953156 w 1429845"/>
                <a:gd name="connsiteY234" fmla="*/ 9068 h 858497"/>
                <a:gd name="connsiteX235" fmla="*/ 992689 w 1429845"/>
                <a:gd name="connsiteY235" fmla="*/ 65638 h 858497"/>
                <a:gd name="connsiteX236" fmla="*/ 996844 w 1429845"/>
                <a:gd name="connsiteY236" fmla="*/ 70219 h 858497"/>
                <a:gd name="connsiteX237" fmla="*/ 1037483 w 1429845"/>
                <a:gd name="connsiteY237" fmla="*/ 13241 h 858497"/>
                <a:gd name="connsiteX238" fmla="*/ 1053240 w 1429845"/>
                <a:gd name="connsiteY238" fmla="*/ 4758 h 858497"/>
                <a:gd name="connsiteX239" fmla="*/ 245662 w 1429845"/>
                <a:gd name="connsiteY239" fmla="*/ 2120 h 858497"/>
                <a:gd name="connsiteX240" fmla="*/ 288190 w 1429845"/>
                <a:gd name="connsiteY240" fmla="*/ 25073 h 858497"/>
                <a:gd name="connsiteX241" fmla="*/ 300367 w 1429845"/>
                <a:gd name="connsiteY241" fmla="*/ 41191 h 858497"/>
                <a:gd name="connsiteX242" fmla="*/ 298719 w 1429845"/>
                <a:gd name="connsiteY242" fmla="*/ 47115 h 858497"/>
                <a:gd name="connsiteX243" fmla="*/ 275800 w 1429845"/>
                <a:gd name="connsiteY243" fmla="*/ 64054 h 858497"/>
                <a:gd name="connsiteX244" fmla="*/ 242223 w 1429845"/>
                <a:gd name="connsiteY244" fmla="*/ 34086 h 858497"/>
                <a:gd name="connsiteX245" fmla="*/ 185003 w 1429845"/>
                <a:gd name="connsiteY245" fmla="*/ 44198 h 858497"/>
                <a:gd name="connsiteX246" fmla="*/ 161800 w 1429845"/>
                <a:gd name="connsiteY246" fmla="*/ 89013 h 858497"/>
                <a:gd name="connsiteX247" fmla="*/ 167367 w 1429845"/>
                <a:gd name="connsiteY247" fmla="*/ 130340 h 858497"/>
                <a:gd name="connsiteX248" fmla="*/ 209200 w 1429845"/>
                <a:gd name="connsiteY248" fmla="*/ 165729 h 858497"/>
                <a:gd name="connsiteX249" fmla="*/ 275196 w 1429845"/>
                <a:gd name="connsiteY249" fmla="*/ 137341 h 858497"/>
                <a:gd name="connsiteX250" fmla="*/ 280133 w 1429845"/>
                <a:gd name="connsiteY250" fmla="*/ 135284 h 858497"/>
                <a:gd name="connsiteX251" fmla="*/ 303006 w 1429845"/>
                <a:gd name="connsiteY251" fmla="*/ 152317 h 858497"/>
                <a:gd name="connsiteX252" fmla="*/ 244372 w 1429845"/>
                <a:gd name="connsiteY252" fmla="*/ 194770 h 858497"/>
                <a:gd name="connsiteX253" fmla="*/ 173002 w 1429845"/>
                <a:gd name="connsiteY253" fmla="*/ 186822 h 858497"/>
                <a:gd name="connsiteX254" fmla="*/ 127066 w 1429845"/>
                <a:gd name="connsiteY254" fmla="*/ 125042 h 858497"/>
                <a:gd name="connsiteX255" fmla="*/ 124390 w 1429845"/>
                <a:gd name="connsiteY255" fmla="*/ 93049 h 858497"/>
                <a:gd name="connsiteX256" fmla="*/ 149651 w 1429845"/>
                <a:gd name="connsiteY256" fmla="*/ 31681 h 858497"/>
                <a:gd name="connsiteX257" fmla="*/ 197357 w 1429845"/>
                <a:gd name="connsiteY257" fmla="*/ 3102 h 858497"/>
                <a:gd name="connsiteX258" fmla="*/ 245662 w 1429845"/>
                <a:gd name="connsiteY258" fmla="*/ 2120 h 85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1429845" h="858497">
                  <a:moveTo>
                    <a:pt x="1257425" y="730880"/>
                  </a:moveTo>
                  <a:lnTo>
                    <a:pt x="1257425" y="730880"/>
                  </a:lnTo>
                  <a:cubicBezTo>
                    <a:pt x="1257598" y="730976"/>
                    <a:pt x="1257823" y="730979"/>
                    <a:pt x="1258025" y="731023"/>
                  </a:cubicBezTo>
                  <a:cubicBezTo>
                    <a:pt x="1257823" y="730979"/>
                    <a:pt x="1257598" y="730976"/>
                    <a:pt x="1257425" y="730880"/>
                  </a:cubicBezTo>
                  <a:close/>
                  <a:moveTo>
                    <a:pt x="0" y="554037"/>
                  </a:moveTo>
                  <a:lnTo>
                    <a:pt x="1078897" y="554037"/>
                  </a:lnTo>
                  <a:lnTo>
                    <a:pt x="1078897" y="580423"/>
                  </a:lnTo>
                  <a:lnTo>
                    <a:pt x="0" y="580423"/>
                  </a:lnTo>
                  <a:close/>
                  <a:moveTo>
                    <a:pt x="1257821" y="359625"/>
                  </a:moveTo>
                  <a:cubicBezTo>
                    <a:pt x="1258190" y="359533"/>
                    <a:pt x="1258448" y="359786"/>
                    <a:pt x="1258814" y="360307"/>
                  </a:cubicBezTo>
                  <a:cubicBezTo>
                    <a:pt x="1258961" y="360536"/>
                    <a:pt x="1258441" y="360533"/>
                    <a:pt x="1258181" y="360530"/>
                  </a:cubicBezTo>
                  <a:cubicBezTo>
                    <a:pt x="1257920" y="360527"/>
                    <a:pt x="1257750" y="359928"/>
                    <a:pt x="1257821" y="359625"/>
                  </a:cubicBezTo>
                  <a:close/>
                  <a:moveTo>
                    <a:pt x="584251" y="311541"/>
                  </a:moveTo>
                  <a:cubicBezTo>
                    <a:pt x="584251" y="328160"/>
                    <a:pt x="584251" y="344025"/>
                    <a:pt x="584251" y="361140"/>
                  </a:cubicBezTo>
                  <a:cubicBezTo>
                    <a:pt x="584251" y="365452"/>
                    <a:pt x="584251" y="369763"/>
                    <a:pt x="584251" y="375555"/>
                  </a:cubicBezTo>
                  <a:cubicBezTo>
                    <a:pt x="604938" y="374283"/>
                    <a:pt x="624853" y="373889"/>
                    <a:pt x="644542" y="371573"/>
                  </a:cubicBezTo>
                  <a:cubicBezTo>
                    <a:pt x="658997" y="369872"/>
                    <a:pt x="667014" y="357759"/>
                    <a:pt x="668317" y="345596"/>
                  </a:cubicBezTo>
                  <a:cubicBezTo>
                    <a:pt x="669800" y="331750"/>
                    <a:pt x="661509" y="317362"/>
                    <a:pt x="647671" y="313983"/>
                  </a:cubicBezTo>
                  <a:cubicBezTo>
                    <a:pt x="643157" y="312881"/>
                    <a:pt x="638517" y="311729"/>
                    <a:pt x="633916" y="311651"/>
                  </a:cubicBezTo>
                  <a:cubicBezTo>
                    <a:pt x="617480" y="311370"/>
                    <a:pt x="601037" y="311541"/>
                    <a:pt x="584251" y="311541"/>
                  </a:cubicBezTo>
                  <a:close/>
                  <a:moveTo>
                    <a:pt x="425175" y="307717"/>
                  </a:moveTo>
                  <a:cubicBezTo>
                    <a:pt x="403863" y="302544"/>
                    <a:pt x="381893" y="312446"/>
                    <a:pt x="369647" y="328798"/>
                  </a:cubicBezTo>
                  <a:cubicBezTo>
                    <a:pt x="355285" y="347974"/>
                    <a:pt x="350918" y="369785"/>
                    <a:pt x="356859" y="393243"/>
                  </a:cubicBezTo>
                  <a:cubicBezTo>
                    <a:pt x="364367" y="422889"/>
                    <a:pt x="388573" y="446031"/>
                    <a:pt x="422378" y="442338"/>
                  </a:cubicBezTo>
                  <a:cubicBezTo>
                    <a:pt x="444054" y="439971"/>
                    <a:pt x="458697" y="428017"/>
                    <a:pt x="468441" y="409781"/>
                  </a:cubicBezTo>
                  <a:cubicBezTo>
                    <a:pt x="477156" y="393470"/>
                    <a:pt x="478380" y="375481"/>
                    <a:pt x="474568" y="357633"/>
                  </a:cubicBezTo>
                  <a:cubicBezTo>
                    <a:pt x="471122" y="341496"/>
                    <a:pt x="463129" y="327605"/>
                    <a:pt x="448554" y="317176"/>
                  </a:cubicBezTo>
                  <a:cubicBezTo>
                    <a:pt x="440778" y="313955"/>
                    <a:pt x="433257" y="309678"/>
                    <a:pt x="425175" y="307717"/>
                  </a:cubicBezTo>
                  <a:close/>
                  <a:moveTo>
                    <a:pt x="735026" y="280496"/>
                  </a:moveTo>
                  <a:cubicBezTo>
                    <a:pt x="783167" y="280496"/>
                    <a:pt x="830986" y="280496"/>
                    <a:pt x="879162" y="280496"/>
                  </a:cubicBezTo>
                  <a:cubicBezTo>
                    <a:pt x="879162" y="290243"/>
                    <a:pt x="879162" y="299953"/>
                    <a:pt x="879162" y="310253"/>
                  </a:cubicBezTo>
                  <a:cubicBezTo>
                    <a:pt x="843362" y="310253"/>
                    <a:pt x="807685" y="310253"/>
                    <a:pt x="771738" y="310253"/>
                  </a:cubicBezTo>
                  <a:cubicBezTo>
                    <a:pt x="771738" y="326682"/>
                    <a:pt x="771738" y="342525"/>
                    <a:pt x="771738" y="358965"/>
                  </a:cubicBezTo>
                  <a:cubicBezTo>
                    <a:pt x="804812" y="358965"/>
                    <a:pt x="837977" y="358965"/>
                    <a:pt x="871559" y="358965"/>
                  </a:cubicBezTo>
                  <a:cubicBezTo>
                    <a:pt x="871559" y="368838"/>
                    <a:pt x="871559" y="378131"/>
                    <a:pt x="871559" y="388024"/>
                  </a:cubicBezTo>
                  <a:cubicBezTo>
                    <a:pt x="838466" y="388024"/>
                    <a:pt x="805302" y="388024"/>
                    <a:pt x="771802" y="388024"/>
                  </a:cubicBezTo>
                  <a:cubicBezTo>
                    <a:pt x="771802" y="405444"/>
                    <a:pt x="771802" y="422272"/>
                    <a:pt x="771802" y="439474"/>
                  </a:cubicBezTo>
                  <a:cubicBezTo>
                    <a:pt x="807499" y="439474"/>
                    <a:pt x="843025" y="439474"/>
                    <a:pt x="879033" y="439474"/>
                  </a:cubicBezTo>
                  <a:cubicBezTo>
                    <a:pt x="879033" y="449119"/>
                    <a:pt x="879033" y="458415"/>
                    <a:pt x="879033" y="468157"/>
                  </a:cubicBezTo>
                  <a:cubicBezTo>
                    <a:pt x="831471" y="468157"/>
                    <a:pt x="783654" y="468157"/>
                    <a:pt x="735026" y="468157"/>
                  </a:cubicBezTo>
                  <a:cubicBezTo>
                    <a:pt x="735026" y="432591"/>
                    <a:pt x="735026" y="396881"/>
                    <a:pt x="735026" y="360543"/>
                  </a:cubicBezTo>
                  <a:cubicBezTo>
                    <a:pt x="735026" y="333564"/>
                    <a:pt x="735026" y="307214"/>
                    <a:pt x="735026" y="280496"/>
                  </a:cubicBezTo>
                  <a:close/>
                  <a:moveTo>
                    <a:pt x="552784" y="280143"/>
                  </a:moveTo>
                  <a:cubicBezTo>
                    <a:pt x="579378" y="280122"/>
                    <a:pt x="605990" y="279533"/>
                    <a:pt x="632559" y="280337"/>
                  </a:cubicBezTo>
                  <a:cubicBezTo>
                    <a:pt x="650346" y="280876"/>
                    <a:pt x="667990" y="283258"/>
                    <a:pt x="682947" y="294925"/>
                  </a:cubicBezTo>
                  <a:cubicBezTo>
                    <a:pt x="692684" y="302520"/>
                    <a:pt x="699598" y="311718"/>
                    <a:pt x="702595" y="323653"/>
                  </a:cubicBezTo>
                  <a:cubicBezTo>
                    <a:pt x="707171" y="341867"/>
                    <a:pt x="706240" y="359418"/>
                    <a:pt x="695167" y="375906"/>
                  </a:cubicBezTo>
                  <a:cubicBezTo>
                    <a:pt x="685090" y="390221"/>
                    <a:pt x="671288" y="398399"/>
                    <a:pt x="655039" y="401755"/>
                  </a:cubicBezTo>
                  <a:cubicBezTo>
                    <a:pt x="644819" y="403866"/>
                    <a:pt x="634137" y="404073"/>
                    <a:pt x="623639" y="404417"/>
                  </a:cubicBezTo>
                  <a:cubicBezTo>
                    <a:pt x="610722" y="404841"/>
                    <a:pt x="597780" y="404518"/>
                    <a:pt x="584476" y="404518"/>
                  </a:cubicBezTo>
                  <a:cubicBezTo>
                    <a:pt x="584476" y="425894"/>
                    <a:pt x="584476" y="446766"/>
                    <a:pt x="584476" y="468117"/>
                  </a:cubicBezTo>
                  <a:cubicBezTo>
                    <a:pt x="572309" y="468117"/>
                    <a:pt x="560500" y="468117"/>
                    <a:pt x="548255" y="468117"/>
                  </a:cubicBezTo>
                  <a:cubicBezTo>
                    <a:pt x="548255" y="405875"/>
                    <a:pt x="548255" y="343388"/>
                    <a:pt x="548255" y="280461"/>
                  </a:cubicBezTo>
                  <a:cubicBezTo>
                    <a:pt x="549603" y="280362"/>
                    <a:pt x="551194" y="280144"/>
                    <a:pt x="552784" y="280143"/>
                  </a:cubicBezTo>
                  <a:close/>
                  <a:moveTo>
                    <a:pt x="1087828" y="280131"/>
                  </a:moveTo>
                  <a:cubicBezTo>
                    <a:pt x="1082223" y="287433"/>
                    <a:pt x="1077328" y="293797"/>
                    <a:pt x="1072446" y="300171"/>
                  </a:cubicBezTo>
                  <a:cubicBezTo>
                    <a:pt x="1056167" y="321425"/>
                    <a:pt x="1039901" y="342687"/>
                    <a:pt x="1023598" y="363922"/>
                  </a:cubicBezTo>
                  <a:cubicBezTo>
                    <a:pt x="1022585" y="365241"/>
                    <a:pt x="1021314" y="366365"/>
                    <a:pt x="1020140" y="367556"/>
                  </a:cubicBezTo>
                  <a:cubicBezTo>
                    <a:pt x="1017719" y="370012"/>
                    <a:pt x="1018075" y="372281"/>
                    <a:pt x="1020113" y="374922"/>
                  </a:cubicBezTo>
                  <a:cubicBezTo>
                    <a:pt x="1033736" y="392579"/>
                    <a:pt x="1047194" y="410365"/>
                    <a:pt x="1060835" y="428009"/>
                  </a:cubicBezTo>
                  <a:cubicBezTo>
                    <a:pt x="1070221" y="440151"/>
                    <a:pt x="1079833" y="452118"/>
                    <a:pt x="1089288" y="464207"/>
                  </a:cubicBezTo>
                  <a:cubicBezTo>
                    <a:pt x="1090210" y="465386"/>
                    <a:pt x="1090739" y="466874"/>
                    <a:pt x="1091652" y="468597"/>
                  </a:cubicBezTo>
                  <a:cubicBezTo>
                    <a:pt x="1077560" y="468597"/>
                    <a:pt x="1064160" y="468699"/>
                    <a:pt x="1050765" y="468488"/>
                  </a:cubicBezTo>
                  <a:cubicBezTo>
                    <a:pt x="1048759" y="468456"/>
                    <a:pt x="1045986" y="467532"/>
                    <a:pt x="1044910" y="466048"/>
                  </a:cubicBezTo>
                  <a:cubicBezTo>
                    <a:pt x="1037138" y="455331"/>
                    <a:pt x="1029712" y="444363"/>
                    <a:pt x="1021848" y="433151"/>
                  </a:cubicBezTo>
                  <a:cubicBezTo>
                    <a:pt x="1012975" y="421134"/>
                    <a:pt x="1004430" y="409440"/>
                    <a:pt x="995600" y="397356"/>
                  </a:cubicBezTo>
                  <a:cubicBezTo>
                    <a:pt x="979475" y="419599"/>
                    <a:pt x="963395" y="441782"/>
                    <a:pt x="947313" y="463963"/>
                  </a:cubicBezTo>
                  <a:cubicBezTo>
                    <a:pt x="945167" y="466923"/>
                    <a:pt x="942801" y="468829"/>
                    <a:pt x="938601" y="468715"/>
                  </a:cubicBezTo>
                  <a:cubicBezTo>
                    <a:pt x="926326" y="468384"/>
                    <a:pt x="914036" y="468598"/>
                    <a:pt x="900687" y="468598"/>
                  </a:cubicBezTo>
                  <a:cubicBezTo>
                    <a:pt x="908449" y="458473"/>
                    <a:pt x="915577" y="449106"/>
                    <a:pt x="922780" y="439799"/>
                  </a:cubicBezTo>
                  <a:cubicBezTo>
                    <a:pt x="933436" y="426030"/>
                    <a:pt x="944148" y="412304"/>
                    <a:pt x="954833" y="398557"/>
                  </a:cubicBezTo>
                  <a:cubicBezTo>
                    <a:pt x="960217" y="391630"/>
                    <a:pt x="965491" y="384612"/>
                    <a:pt x="971017" y="377800"/>
                  </a:cubicBezTo>
                  <a:cubicBezTo>
                    <a:pt x="973984" y="374143"/>
                    <a:pt x="974884" y="371730"/>
                    <a:pt x="971272" y="367126"/>
                  </a:cubicBezTo>
                  <a:cubicBezTo>
                    <a:pt x="951093" y="341407"/>
                    <a:pt x="931526" y="315208"/>
                    <a:pt x="911730" y="289188"/>
                  </a:cubicBezTo>
                  <a:cubicBezTo>
                    <a:pt x="909703" y="286523"/>
                    <a:pt x="907552" y="283952"/>
                    <a:pt x="904497" y="280137"/>
                  </a:cubicBezTo>
                  <a:cubicBezTo>
                    <a:pt x="919998" y="280137"/>
                    <a:pt x="933758" y="279753"/>
                    <a:pt x="947460" y="280476"/>
                  </a:cubicBezTo>
                  <a:cubicBezTo>
                    <a:pt x="950063" y="280613"/>
                    <a:pt x="952828" y="284852"/>
                    <a:pt x="954850" y="287678"/>
                  </a:cubicBezTo>
                  <a:cubicBezTo>
                    <a:pt x="968599" y="306892"/>
                    <a:pt x="982170" y="326234"/>
                    <a:pt x="996335" y="346295"/>
                  </a:cubicBezTo>
                  <a:cubicBezTo>
                    <a:pt x="999756" y="341899"/>
                    <a:pt x="1002983" y="338036"/>
                    <a:pt x="1005903" y="333954"/>
                  </a:cubicBezTo>
                  <a:cubicBezTo>
                    <a:pt x="1017869" y="317226"/>
                    <a:pt x="1029692" y="300396"/>
                    <a:pt x="1041731" y="283721"/>
                  </a:cubicBezTo>
                  <a:cubicBezTo>
                    <a:pt x="1042897" y="282107"/>
                    <a:pt x="1045172" y="280328"/>
                    <a:pt x="1046969" y="280288"/>
                  </a:cubicBezTo>
                  <a:cubicBezTo>
                    <a:pt x="1060107" y="279997"/>
                    <a:pt x="1073255" y="280131"/>
                    <a:pt x="1087828" y="280131"/>
                  </a:cubicBezTo>
                  <a:close/>
                  <a:moveTo>
                    <a:pt x="428193" y="276646"/>
                  </a:moveTo>
                  <a:cubicBezTo>
                    <a:pt x="459407" y="279902"/>
                    <a:pt x="483802" y="295296"/>
                    <a:pt x="500080" y="322715"/>
                  </a:cubicBezTo>
                  <a:cubicBezTo>
                    <a:pt x="508059" y="336154"/>
                    <a:pt x="511574" y="350615"/>
                    <a:pt x="512898" y="366167"/>
                  </a:cubicBezTo>
                  <a:cubicBezTo>
                    <a:pt x="514104" y="380331"/>
                    <a:pt x="512066" y="393797"/>
                    <a:pt x="508549" y="407773"/>
                  </a:cubicBezTo>
                  <a:cubicBezTo>
                    <a:pt x="495558" y="442097"/>
                    <a:pt x="472238" y="463826"/>
                    <a:pt x="436273" y="471169"/>
                  </a:cubicBezTo>
                  <a:cubicBezTo>
                    <a:pt x="404924" y="477571"/>
                    <a:pt x="376332" y="471447"/>
                    <a:pt x="351589" y="451151"/>
                  </a:cubicBezTo>
                  <a:cubicBezTo>
                    <a:pt x="333384" y="436219"/>
                    <a:pt x="322507" y="416550"/>
                    <a:pt x="319126" y="393008"/>
                  </a:cubicBezTo>
                  <a:cubicBezTo>
                    <a:pt x="316424" y="374199"/>
                    <a:pt x="317084" y="355740"/>
                    <a:pt x="324099" y="337772"/>
                  </a:cubicBezTo>
                  <a:cubicBezTo>
                    <a:pt x="332048" y="317411"/>
                    <a:pt x="345338" y="301695"/>
                    <a:pt x="363744" y="289936"/>
                  </a:cubicBezTo>
                  <a:cubicBezTo>
                    <a:pt x="383616" y="277242"/>
                    <a:pt x="405711" y="274302"/>
                    <a:pt x="428193" y="276646"/>
                  </a:cubicBezTo>
                  <a:close/>
                  <a:moveTo>
                    <a:pt x="114139" y="275558"/>
                  </a:moveTo>
                  <a:cubicBezTo>
                    <a:pt x="127957" y="275558"/>
                    <a:pt x="141441" y="275558"/>
                    <a:pt x="155801" y="275558"/>
                  </a:cubicBezTo>
                  <a:cubicBezTo>
                    <a:pt x="155801" y="299310"/>
                    <a:pt x="155801" y="323287"/>
                    <a:pt x="155801" y="347880"/>
                  </a:cubicBezTo>
                  <a:cubicBezTo>
                    <a:pt x="155801" y="350985"/>
                    <a:pt x="155801" y="353474"/>
                    <a:pt x="155801" y="356545"/>
                  </a:cubicBezTo>
                  <a:cubicBezTo>
                    <a:pt x="182551" y="356545"/>
                    <a:pt x="209016" y="356545"/>
                    <a:pt x="235845" y="356545"/>
                  </a:cubicBezTo>
                  <a:cubicBezTo>
                    <a:pt x="235845" y="368509"/>
                    <a:pt x="235845" y="379895"/>
                    <a:pt x="235845" y="391879"/>
                  </a:cubicBezTo>
                  <a:cubicBezTo>
                    <a:pt x="209316" y="391879"/>
                    <a:pt x="182851" y="391879"/>
                    <a:pt x="156021" y="391879"/>
                  </a:cubicBezTo>
                  <a:cubicBezTo>
                    <a:pt x="156021" y="419201"/>
                    <a:pt x="156021" y="445933"/>
                    <a:pt x="156021" y="473144"/>
                  </a:cubicBezTo>
                  <a:cubicBezTo>
                    <a:pt x="142184" y="473144"/>
                    <a:pt x="128702" y="473144"/>
                    <a:pt x="114622" y="473144"/>
                  </a:cubicBezTo>
                  <a:cubicBezTo>
                    <a:pt x="114622" y="446521"/>
                    <a:pt x="114622" y="419637"/>
                    <a:pt x="114622" y="392163"/>
                  </a:cubicBezTo>
                  <a:cubicBezTo>
                    <a:pt x="87993" y="392163"/>
                    <a:pt x="61947" y="392163"/>
                    <a:pt x="35544" y="392163"/>
                  </a:cubicBezTo>
                  <a:cubicBezTo>
                    <a:pt x="35544" y="380190"/>
                    <a:pt x="35544" y="368808"/>
                    <a:pt x="35544" y="356818"/>
                  </a:cubicBezTo>
                  <a:cubicBezTo>
                    <a:pt x="61709" y="356818"/>
                    <a:pt x="87754" y="356818"/>
                    <a:pt x="114139" y="356818"/>
                  </a:cubicBezTo>
                  <a:cubicBezTo>
                    <a:pt x="114139" y="329484"/>
                    <a:pt x="114139" y="302748"/>
                    <a:pt x="114139" y="275558"/>
                  </a:cubicBezTo>
                  <a:close/>
                  <a:moveTo>
                    <a:pt x="1259176" y="94182"/>
                  </a:moveTo>
                  <a:lnTo>
                    <a:pt x="1324175" y="94182"/>
                  </a:lnTo>
                  <a:lnTo>
                    <a:pt x="1324175" y="97886"/>
                  </a:lnTo>
                  <a:lnTo>
                    <a:pt x="1324200" y="97886"/>
                  </a:lnTo>
                  <a:lnTo>
                    <a:pt x="1324200" y="104242"/>
                  </a:lnTo>
                  <a:lnTo>
                    <a:pt x="1324129" y="104242"/>
                  </a:lnTo>
                  <a:lnTo>
                    <a:pt x="1324297" y="148776"/>
                  </a:lnTo>
                  <a:cubicBezTo>
                    <a:pt x="1324309" y="340443"/>
                    <a:pt x="1324304" y="532110"/>
                    <a:pt x="1324303" y="723777"/>
                  </a:cubicBezTo>
                  <a:cubicBezTo>
                    <a:pt x="1324303" y="725999"/>
                    <a:pt x="1324303" y="728220"/>
                    <a:pt x="1324303" y="731898"/>
                  </a:cubicBezTo>
                  <a:cubicBezTo>
                    <a:pt x="1331547" y="724627"/>
                    <a:pt x="1337807" y="718332"/>
                    <a:pt x="1344080" y="712050"/>
                  </a:cubicBezTo>
                  <a:cubicBezTo>
                    <a:pt x="1355908" y="700206"/>
                    <a:pt x="1367820" y="688444"/>
                    <a:pt x="1379528" y="676482"/>
                  </a:cubicBezTo>
                  <a:cubicBezTo>
                    <a:pt x="1382926" y="673012"/>
                    <a:pt x="1385482" y="672248"/>
                    <a:pt x="1389322" y="676093"/>
                  </a:cubicBezTo>
                  <a:cubicBezTo>
                    <a:pt x="1402361" y="689154"/>
                    <a:pt x="1415691" y="701925"/>
                    <a:pt x="1429377" y="714835"/>
                  </a:cubicBezTo>
                  <a:cubicBezTo>
                    <a:pt x="1429845" y="717429"/>
                    <a:pt x="1429845" y="719994"/>
                    <a:pt x="1429845" y="723109"/>
                  </a:cubicBezTo>
                  <a:cubicBezTo>
                    <a:pt x="1428191" y="724691"/>
                    <a:pt x="1426267" y="725452"/>
                    <a:pt x="1424922" y="726794"/>
                  </a:cubicBezTo>
                  <a:cubicBezTo>
                    <a:pt x="1382390" y="769236"/>
                    <a:pt x="1339914" y="811734"/>
                    <a:pt x="1297429" y="854223"/>
                  </a:cubicBezTo>
                  <a:cubicBezTo>
                    <a:pt x="1291756" y="859896"/>
                    <a:pt x="1291589" y="859909"/>
                    <a:pt x="1286019" y="854340"/>
                  </a:cubicBezTo>
                  <a:cubicBezTo>
                    <a:pt x="1242640" y="810968"/>
                    <a:pt x="1199315" y="767542"/>
                    <a:pt x="1155815" y="724293"/>
                  </a:cubicBezTo>
                  <a:cubicBezTo>
                    <a:pt x="1151629" y="720132"/>
                    <a:pt x="1151170" y="717429"/>
                    <a:pt x="1155615" y="713148"/>
                  </a:cubicBezTo>
                  <a:cubicBezTo>
                    <a:pt x="1168128" y="701098"/>
                    <a:pt x="1180314" y="688705"/>
                    <a:pt x="1192497" y="676317"/>
                  </a:cubicBezTo>
                  <a:cubicBezTo>
                    <a:pt x="1196335" y="672414"/>
                    <a:pt x="1199503" y="672238"/>
                    <a:pt x="1203476" y="676251"/>
                  </a:cubicBezTo>
                  <a:cubicBezTo>
                    <a:pt x="1221001" y="693950"/>
                    <a:pt x="1238696" y="711481"/>
                    <a:pt x="1256655" y="729758"/>
                  </a:cubicBezTo>
                  <a:lnTo>
                    <a:pt x="1256847" y="730038"/>
                  </a:lnTo>
                  <a:lnTo>
                    <a:pt x="1257666" y="722793"/>
                  </a:lnTo>
                  <a:cubicBezTo>
                    <a:pt x="1257727" y="602427"/>
                    <a:pt x="1257733" y="482061"/>
                    <a:pt x="1258093" y="361114"/>
                  </a:cubicBezTo>
                  <a:lnTo>
                    <a:pt x="1258814" y="360634"/>
                  </a:lnTo>
                  <a:lnTo>
                    <a:pt x="1258814" y="360307"/>
                  </a:lnTo>
                  <a:cubicBezTo>
                    <a:pt x="1258448" y="359786"/>
                    <a:pt x="1258190" y="359533"/>
                    <a:pt x="1257892" y="359321"/>
                  </a:cubicBezTo>
                  <a:cubicBezTo>
                    <a:pt x="1257828" y="342930"/>
                    <a:pt x="1257765" y="326538"/>
                    <a:pt x="1257979" y="309347"/>
                  </a:cubicBezTo>
                  <a:lnTo>
                    <a:pt x="1257935" y="307777"/>
                  </a:lnTo>
                  <a:lnTo>
                    <a:pt x="1257901" y="306535"/>
                  </a:lnTo>
                  <a:cubicBezTo>
                    <a:pt x="1257837" y="290154"/>
                    <a:pt x="1257774" y="273774"/>
                    <a:pt x="1258061" y="256361"/>
                  </a:cubicBezTo>
                  <a:lnTo>
                    <a:pt x="1258154" y="252075"/>
                  </a:lnTo>
                  <a:lnTo>
                    <a:pt x="1258091" y="216607"/>
                  </a:lnTo>
                  <a:lnTo>
                    <a:pt x="1258897" y="216023"/>
                  </a:lnTo>
                  <a:lnTo>
                    <a:pt x="1257823" y="216023"/>
                  </a:lnTo>
                  <a:lnTo>
                    <a:pt x="1257823" y="178321"/>
                  </a:lnTo>
                  <a:lnTo>
                    <a:pt x="1257918" y="178321"/>
                  </a:lnTo>
                  <a:lnTo>
                    <a:pt x="1257918" y="111984"/>
                  </a:lnTo>
                  <a:lnTo>
                    <a:pt x="1258815" y="111984"/>
                  </a:lnTo>
                  <a:lnTo>
                    <a:pt x="1258815" y="178321"/>
                  </a:lnTo>
                  <a:lnTo>
                    <a:pt x="1258911" y="178321"/>
                  </a:lnTo>
                  <a:lnTo>
                    <a:pt x="1258910" y="177727"/>
                  </a:lnTo>
                  <a:cubicBezTo>
                    <a:pt x="1258907" y="155331"/>
                    <a:pt x="1258883" y="133520"/>
                    <a:pt x="1258859" y="111709"/>
                  </a:cubicBezTo>
                  <a:cubicBezTo>
                    <a:pt x="1258909" y="109564"/>
                    <a:pt x="1258959" y="107419"/>
                    <a:pt x="1259674" y="104746"/>
                  </a:cubicBezTo>
                  <a:cubicBezTo>
                    <a:pt x="1269309" y="104483"/>
                    <a:pt x="1278778" y="104376"/>
                    <a:pt x="1288163" y="104309"/>
                  </a:cubicBezTo>
                  <a:lnTo>
                    <a:pt x="1297408" y="104242"/>
                  </a:lnTo>
                  <a:lnTo>
                    <a:pt x="1259246" y="104242"/>
                  </a:lnTo>
                  <a:lnTo>
                    <a:pt x="1259246" y="100467"/>
                  </a:lnTo>
                  <a:lnTo>
                    <a:pt x="1259241" y="100467"/>
                  </a:lnTo>
                  <a:lnTo>
                    <a:pt x="1259241" y="97960"/>
                  </a:lnTo>
                  <a:lnTo>
                    <a:pt x="1259092" y="97960"/>
                  </a:lnTo>
                  <a:lnTo>
                    <a:pt x="1259092" y="96693"/>
                  </a:lnTo>
                  <a:lnTo>
                    <a:pt x="1259176" y="96693"/>
                  </a:lnTo>
                  <a:close/>
                  <a:moveTo>
                    <a:pt x="419601" y="36545"/>
                  </a:moveTo>
                  <a:cubicBezTo>
                    <a:pt x="408002" y="65131"/>
                    <a:pt x="397084" y="92040"/>
                    <a:pt x="386161" y="118960"/>
                  </a:cubicBezTo>
                  <a:cubicBezTo>
                    <a:pt x="408467" y="118960"/>
                    <a:pt x="430192" y="118960"/>
                    <a:pt x="452210" y="117918"/>
                  </a:cubicBezTo>
                  <a:cubicBezTo>
                    <a:pt x="441490" y="91168"/>
                    <a:pt x="430770" y="64418"/>
                    <a:pt x="419601" y="36545"/>
                  </a:cubicBezTo>
                  <a:close/>
                  <a:moveTo>
                    <a:pt x="584612" y="34868"/>
                  </a:moveTo>
                  <a:cubicBezTo>
                    <a:pt x="584612" y="56365"/>
                    <a:pt x="584612" y="76961"/>
                    <a:pt x="584612" y="97944"/>
                  </a:cubicBezTo>
                  <a:cubicBezTo>
                    <a:pt x="599169" y="97944"/>
                    <a:pt x="613374" y="97713"/>
                    <a:pt x="627567" y="98008"/>
                  </a:cubicBezTo>
                  <a:cubicBezTo>
                    <a:pt x="642154" y="98312"/>
                    <a:pt x="654730" y="94325"/>
                    <a:pt x="664628" y="81831"/>
                  </a:cubicBezTo>
                  <a:cubicBezTo>
                    <a:pt x="673703" y="65279"/>
                    <a:pt x="666379" y="42237"/>
                    <a:pt x="646052" y="37496"/>
                  </a:cubicBezTo>
                  <a:cubicBezTo>
                    <a:pt x="625631" y="32734"/>
                    <a:pt x="605146" y="36618"/>
                    <a:pt x="584612" y="34868"/>
                  </a:cubicBezTo>
                  <a:close/>
                  <a:moveTo>
                    <a:pt x="735026" y="5344"/>
                  </a:moveTo>
                  <a:cubicBezTo>
                    <a:pt x="783200" y="5344"/>
                    <a:pt x="831016" y="5344"/>
                    <a:pt x="879176" y="5344"/>
                  </a:cubicBezTo>
                  <a:cubicBezTo>
                    <a:pt x="879176" y="14684"/>
                    <a:pt x="879176" y="23975"/>
                    <a:pt x="879176" y="33640"/>
                  </a:cubicBezTo>
                  <a:cubicBezTo>
                    <a:pt x="843478" y="33640"/>
                    <a:pt x="807952" y="33640"/>
                    <a:pt x="771945" y="33640"/>
                  </a:cubicBezTo>
                  <a:cubicBezTo>
                    <a:pt x="771945" y="49992"/>
                    <a:pt x="771945" y="65986"/>
                    <a:pt x="771945" y="82578"/>
                  </a:cubicBezTo>
                  <a:cubicBezTo>
                    <a:pt x="804847" y="82578"/>
                    <a:pt x="838011" y="82578"/>
                    <a:pt x="871576" y="82578"/>
                  </a:cubicBezTo>
                  <a:cubicBezTo>
                    <a:pt x="871576" y="92873"/>
                    <a:pt x="871576" y="102584"/>
                    <a:pt x="871576" y="112894"/>
                  </a:cubicBezTo>
                  <a:cubicBezTo>
                    <a:pt x="838434" y="112894"/>
                    <a:pt x="805270" y="112894"/>
                    <a:pt x="771786" y="112894"/>
                  </a:cubicBezTo>
                  <a:cubicBezTo>
                    <a:pt x="771786" y="129896"/>
                    <a:pt x="771786" y="146305"/>
                    <a:pt x="771786" y="163083"/>
                  </a:cubicBezTo>
                  <a:cubicBezTo>
                    <a:pt x="807530" y="163083"/>
                    <a:pt x="843056" y="163083"/>
                    <a:pt x="879050" y="163083"/>
                  </a:cubicBezTo>
                  <a:cubicBezTo>
                    <a:pt x="879050" y="173142"/>
                    <a:pt x="879050" y="182856"/>
                    <a:pt x="879050" y="193006"/>
                  </a:cubicBezTo>
                  <a:cubicBezTo>
                    <a:pt x="831441" y="193006"/>
                    <a:pt x="783621" y="193006"/>
                    <a:pt x="735026" y="193006"/>
                  </a:cubicBezTo>
                  <a:cubicBezTo>
                    <a:pt x="735026" y="186343"/>
                    <a:pt x="735026" y="179522"/>
                    <a:pt x="735026" y="172073"/>
                  </a:cubicBezTo>
                  <a:cubicBezTo>
                    <a:pt x="735026" y="116203"/>
                    <a:pt x="735026" y="60962"/>
                    <a:pt x="735026" y="5344"/>
                  </a:cubicBezTo>
                  <a:close/>
                  <a:moveTo>
                    <a:pt x="400714" y="5098"/>
                  </a:moveTo>
                  <a:cubicBezTo>
                    <a:pt x="413689" y="4869"/>
                    <a:pt x="426673" y="4847"/>
                    <a:pt x="439647" y="5113"/>
                  </a:cubicBezTo>
                  <a:cubicBezTo>
                    <a:pt x="441359" y="5148"/>
                    <a:pt x="443941" y="6771"/>
                    <a:pt x="444587" y="8304"/>
                  </a:cubicBezTo>
                  <a:cubicBezTo>
                    <a:pt x="458363" y="40986"/>
                    <a:pt x="471909" y="73764"/>
                    <a:pt x="485522" y="106515"/>
                  </a:cubicBezTo>
                  <a:cubicBezTo>
                    <a:pt x="496886" y="133856"/>
                    <a:pt x="508293" y="161180"/>
                    <a:pt x="519618" y="188537"/>
                  </a:cubicBezTo>
                  <a:cubicBezTo>
                    <a:pt x="520145" y="189811"/>
                    <a:pt x="520055" y="191341"/>
                    <a:pt x="520347" y="193429"/>
                  </a:cubicBezTo>
                  <a:cubicBezTo>
                    <a:pt x="508302" y="193429"/>
                    <a:pt x="496639" y="193555"/>
                    <a:pt x="484986" y="193253"/>
                  </a:cubicBezTo>
                  <a:cubicBezTo>
                    <a:pt x="483687" y="193219"/>
                    <a:pt x="481940" y="190972"/>
                    <a:pt x="481264" y="189385"/>
                  </a:cubicBezTo>
                  <a:cubicBezTo>
                    <a:pt x="476103" y="177258"/>
                    <a:pt x="470933" y="165124"/>
                    <a:pt x="466282" y="152798"/>
                  </a:cubicBezTo>
                  <a:cubicBezTo>
                    <a:pt x="464961" y="149295"/>
                    <a:pt x="463579" y="148072"/>
                    <a:pt x="459844" y="148113"/>
                  </a:cubicBezTo>
                  <a:cubicBezTo>
                    <a:pt x="441633" y="148310"/>
                    <a:pt x="423419" y="148202"/>
                    <a:pt x="404577" y="148202"/>
                  </a:cubicBezTo>
                  <a:cubicBezTo>
                    <a:pt x="395994" y="148202"/>
                    <a:pt x="388029" y="148433"/>
                    <a:pt x="380088" y="148102"/>
                  </a:cubicBezTo>
                  <a:cubicBezTo>
                    <a:pt x="376239" y="147942"/>
                    <a:pt x="374172" y="149008"/>
                    <a:pt x="372773" y="152717"/>
                  </a:cubicBezTo>
                  <a:cubicBezTo>
                    <a:pt x="368480" y="164103"/>
                    <a:pt x="363676" y="175297"/>
                    <a:pt x="359432" y="186701"/>
                  </a:cubicBezTo>
                  <a:cubicBezTo>
                    <a:pt x="357677" y="191418"/>
                    <a:pt x="355610" y="193940"/>
                    <a:pt x="349889" y="193603"/>
                  </a:cubicBezTo>
                  <a:cubicBezTo>
                    <a:pt x="339764" y="193009"/>
                    <a:pt x="329580" y="193437"/>
                    <a:pt x="318710" y="193437"/>
                  </a:cubicBezTo>
                  <a:cubicBezTo>
                    <a:pt x="327728" y="171860"/>
                    <a:pt x="336434" y="151126"/>
                    <a:pt x="345062" y="130359"/>
                  </a:cubicBezTo>
                  <a:cubicBezTo>
                    <a:pt x="357514" y="100389"/>
                    <a:pt x="369887" y="70386"/>
                    <a:pt x="382342" y="40417"/>
                  </a:cubicBezTo>
                  <a:cubicBezTo>
                    <a:pt x="386855" y="29555"/>
                    <a:pt x="391406" y="18706"/>
                    <a:pt x="396223" y="7978"/>
                  </a:cubicBezTo>
                  <a:cubicBezTo>
                    <a:pt x="396849" y="6584"/>
                    <a:pt x="399159" y="5126"/>
                    <a:pt x="400714" y="5098"/>
                  </a:cubicBezTo>
                  <a:close/>
                  <a:moveTo>
                    <a:pt x="548271" y="4967"/>
                  </a:moveTo>
                  <a:cubicBezTo>
                    <a:pt x="552276" y="4967"/>
                    <a:pt x="556199" y="4967"/>
                    <a:pt x="560123" y="4967"/>
                  </a:cubicBezTo>
                  <a:cubicBezTo>
                    <a:pt x="586699" y="4967"/>
                    <a:pt x="613280" y="4702"/>
                    <a:pt x="639851" y="5057"/>
                  </a:cubicBezTo>
                  <a:cubicBezTo>
                    <a:pt x="658364" y="5305"/>
                    <a:pt x="675410" y="10877"/>
                    <a:pt x="688949" y="23813"/>
                  </a:cubicBezTo>
                  <a:cubicBezTo>
                    <a:pt x="697380" y="31869"/>
                    <a:pt x="702509" y="42368"/>
                    <a:pt x="704635" y="54667"/>
                  </a:cubicBezTo>
                  <a:cubicBezTo>
                    <a:pt x="704667" y="67301"/>
                    <a:pt x="705718" y="79333"/>
                    <a:pt x="700286" y="91012"/>
                  </a:cubicBezTo>
                  <a:cubicBezTo>
                    <a:pt x="693466" y="105676"/>
                    <a:pt x="682280" y="115407"/>
                    <a:pt x="668091" y="121677"/>
                  </a:cubicBezTo>
                  <a:cubicBezTo>
                    <a:pt x="652015" y="128780"/>
                    <a:pt x="634660" y="129398"/>
                    <a:pt x="617342" y="129362"/>
                  </a:cubicBezTo>
                  <a:cubicBezTo>
                    <a:pt x="606511" y="129340"/>
                    <a:pt x="595680" y="129358"/>
                    <a:pt x="584272" y="129358"/>
                  </a:cubicBezTo>
                  <a:cubicBezTo>
                    <a:pt x="584272" y="150869"/>
                    <a:pt x="584272" y="171884"/>
                    <a:pt x="584272" y="193163"/>
                  </a:cubicBezTo>
                  <a:cubicBezTo>
                    <a:pt x="572037" y="193163"/>
                    <a:pt x="560378" y="193163"/>
                    <a:pt x="548271" y="193163"/>
                  </a:cubicBezTo>
                  <a:cubicBezTo>
                    <a:pt x="548271" y="130732"/>
                    <a:pt x="548271" y="68126"/>
                    <a:pt x="548271" y="4967"/>
                  </a:cubicBezTo>
                  <a:close/>
                  <a:moveTo>
                    <a:pt x="1053240" y="4758"/>
                  </a:moveTo>
                  <a:cubicBezTo>
                    <a:pt x="1064062" y="5586"/>
                    <a:pt x="1074995" y="4967"/>
                    <a:pt x="1087240" y="4967"/>
                  </a:cubicBezTo>
                  <a:cubicBezTo>
                    <a:pt x="1063699" y="35561"/>
                    <a:pt x="1040721" y="65423"/>
                    <a:pt x="1017644" y="95415"/>
                  </a:cubicBezTo>
                  <a:cubicBezTo>
                    <a:pt x="1042441" y="127673"/>
                    <a:pt x="1067211" y="159896"/>
                    <a:pt x="1092551" y="192859"/>
                  </a:cubicBezTo>
                  <a:cubicBezTo>
                    <a:pt x="1090327" y="193106"/>
                    <a:pt x="1088835" y="193409"/>
                    <a:pt x="1087342" y="193414"/>
                  </a:cubicBezTo>
                  <a:cubicBezTo>
                    <a:pt x="1076246" y="193455"/>
                    <a:pt x="1065130" y="193064"/>
                    <a:pt x="1054060" y="193605"/>
                  </a:cubicBezTo>
                  <a:cubicBezTo>
                    <a:pt x="1049070" y="193849"/>
                    <a:pt x="1045980" y="191939"/>
                    <a:pt x="1043428" y="188356"/>
                  </a:cubicBezTo>
                  <a:cubicBezTo>
                    <a:pt x="1027695" y="166270"/>
                    <a:pt x="1012022" y="144141"/>
                    <a:pt x="995893" y="121412"/>
                  </a:cubicBezTo>
                  <a:cubicBezTo>
                    <a:pt x="989974" y="129283"/>
                    <a:pt x="984306" y="136634"/>
                    <a:pt x="978838" y="144130"/>
                  </a:cubicBezTo>
                  <a:cubicBezTo>
                    <a:pt x="967416" y="159789"/>
                    <a:pt x="956133" y="175548"/>
                    <a:pt x="944674" y="191179"/>
                  </a:cubicBezTo>
                  <a:cubicBezTo>
                    <a:pt x="943857" y="192293"/>
                    <a:pt x="942081" y="193321"/>
                    <a:pt x="940738" y="193337"/>
                  </a:cubicBezTo>
                  <a:cubicBezTo>
                    <a:pt x="927592" y="193497"/>
                    <a:pt x="914444" y="193434"/>
                    <a:pt x="899757" y="193434"/>
                  </a:cubicBezTo>
                  <a:cubicBezTo>
                    <a:pt x="915116" y="173909"/>
                    <a:pt x="929699" y="155372"/>
                    <a:pt x="944538" y="136453"/>
                  </a:cubicBezTo>
                  <a:cubicBezTo>
                    <a:pt x="953813" y="124203"/>
                    <a:pt x="962671" y="112206"/>
                    <a:pt x="971958" y="100550"/>
                  </a:cubicBezTo>
                  <a:cubicBezTo>
                    <a:pt x="974432" y="97445"/>
                    <a:pt x="974582" y="95177"/>
                    <a:pt x="972340" y="92300"/>
                  </a:cubicBezTo>
                  <a:cubicBezTo>
                    <a:pt x="957357" y="73079"/>
                    <a:pt x="942336" y="53888"/>
                    <a:pt x="927422" y="34614"/>
                  </a:cubicBezTo>
                  <a:cubicBezTo>
                    <a:pt x="920106" y="25161"/>
                    <a:pt x="912994" y="15551"/>
                    <a:pt x="905013" y="4984"/>
                  </a:cubicBezTo>
                  <a:cubicBezTo>
                    <a:pt x="920114" y="4984"/>
                    <a:pt x="934032" y="4839"/>
                    <a:pt x="947940" y="5163"/>
                  </a:cubicBezTo>
                  <a:cubicBezTo>
                    <a:pt x="949732" y="5204"/>
                    <a:pt x="951938" y="7341"/>
                    <a:pt x="953156" y="9068"/>
                  </a:cubicBezTo>
                  <a:cubicBezTo>
                    <a:pt x="966415" y="27867"/>
                    <a:pt x="979498" y="46790"/>
                    <a:pt x="992689" y="65638"/>
                  </a:cubicBezTo>
                  <a:cubicBezTo>
                    <a:pt x="993867" y="67321"/>
                    <a:pt x="995462" y="68713"/>
                    <a:pt x="996844" y="70219"/>
                  </a:cubicBezTo>
                  <a:cubicBezTo>
                    <a:pt x="1010544" y="51108"/>
                    <a:pt x="1024316" y="32382"/>
                    <a:pt x="1037483" y="13241"/>
                  </a:cubicBezTo>
                  <a:cubicBezTo>
                    <a:pt x="1041562" y="7312"/>
                    <a:pt x="1045565" y="4171"/>
                    <a:pt x="1053240" y="4758"/>
                  </a:cubicBezTo>
                  <a:close/>
                  <a:moveTo>
                    <a:pt x="245662" y="2120"/>
                  </a:moveTo>
                  <a:cubicBezTo>
                    <a:pt x="260922" y="5410"/>
                    <a:pt x="275219" y="12690"/>
                    <a:pt x="288190" y="25073"/>
                  </a:cubicBezTo>
                  <a:cubicBezTo>
                    <a:pt x="293010" y="29675"/>
                    <a:pt x="296717" y="35540"/>
                    <a:pt x="300367" y="41191"/>
                  </a:cubicBezTo>
                  <a:cubicBezTo>
                    <a:pt x="301138" y="42384"/>
                    <a:pt x="300078" y="46037"/>
                    <a:pt x="298719" y="47115"/>
                  </a:cubicBezTo>
                  <a:cubicBezTo>
                    <a:pt x="291380" y="52938"/>
                    <a:pt x="283680" y="58306"/>
                    <a:pt x="275800" y="64054"/>
                  </a:cubicBezTo>
                  <a:cubicBezTo>
                    <a:pt x="267692" y="50450"/>
                    <a:pt x="257333" y="39029"/>
                    <a:pt x="242223" y="34086"/>
                  </a:cubicBezTo>
                  <a:cubicBezTo>
                    <a:pt x="221692" y="27369"/>
                    <a:pt x="202221" y="29651"/>
                    <a:pt x="185003" y="44198"/>
                  </a:cubicBezTo>
                  <a:cubicBezTo>
                    <a:pt x="171003" y="56026"/>
                    <a:pt x="164227" y="70956"/>
                    <a:pt x="161800" y="89013"/>
                  </a:cubicBezTo>
                  <a:cubicBezTo>
                    <a:pt x="159838" y="103610"/>
                    <a:pt x="161710" y="117392"/>
                    <a:pt x="167367" y="130340"/>
                  </a:cubicBezTo>
                  <a:cubicBezTo>
                    <a:pt x="175357" y="148628"/>
                    <a:pt x="188745" y="161855"/>
                    <a:pt x="209200" y="165729"/>
                  </a:cubicBezTo>
                  <a:cubicBezTo>
                    <a:pt x="237441" y="171077"/>
                    <a:pt x="258656" y="159609"/>
                    <a:pt x="275196" y="137341"/>
                  </a:cubicBezTo>
                  <a:cubicBezTo>
                    <a:pt x="276152" y="136054"/>
                    <a:pt x="279315" y="134713"/>
                    <a:pt x="280133" y="135284"/>
                  </a:cubicBezTo>
                  <a:cubicBezTo>
                    <a:pt x="287841" y="140666"/>
                    <a:pt x="295261" y="146460"/>
                    <a:pt x="303006" y="152317"/>
                  </a:cubicBezTo>
                  <a:cubicBezTo>
                    <a:pt x="288792" y="174439"/>
                    <a:pt x="270280" y="189522"/>
                    <a:pt x="244372" y="194770"/>
                  </a:cubicBezTo>
                  <a:cubicBezTo>
                    <a:pt x="219648" y="199778"/>
                    <a:pt x="195409" y="198598"/>
                    <a:pt x="173002" y="186822"/>
                  </a:cubicBezTo>
                  <a:cubicBezTo>
                    <a:pt x="148188" y="173781"/>
                    <a:pt x="132269" y="152933"/>
                    <a:pt x="127066" y="125042"/>
                  </a:cubicBezTo>
                  <a:cubicBezTo>
                    <a:pt x="125150" y="114772"/>
                    <a:pt x="125224" y="104131"/>
                    <a:pt x="124390" y="93049"/>
                  </a:cubicBezTo>
                  <a:cubicBezTo>
                    <a:pt x="125567" y="69176"/>
                    <a:pt x="133400" y="48841"/>
                    <a:pt x="149651" y="31681"/>
                  </a:cubicBezTo>
                  <a:cubicBezTo>
                    <a:pt x="162984" y="17601"/>
                    <a:pt x="178363" y="7138"/>
                    <a:pt x="197357" y="3102"/>
                  </a:cubicBezTo>
                  <a:cubicBezTo>
                    <a:pt x="214179" y="-471"/>
                    <a:pt x="230402" y="-1170"/>
                    <a:pt x="245662" y="2120"/>
                  </a:cubicBez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907" name="Group 906">
            <a:extLst>
              <a:ext uri="{FF2B5EF4-FFF2-40B4-BE49-F238E27FC236}">
                <a16:creationId xmlns:a16="http://schemas.microsoft.com/office/drawing/2014/main" id="{71D1ADDD-C249-AEC9-2D2B-AA42BCC33C92}"/>
              </a:ext>
              <a:ext uri="{C183D7F6-B498-43B3-948B-1728B52AA6E4}">
                <adec:decorative xmlns:adec="http://schemas.microsoft.com/office/drawing/2017/decorative" val="1"/>
              </a:ext>
            </a:extLst>
          </p:cNvPr>
          <p:cNvGrpSpPr>
            <a:grpSpLocks noChangeAspect="1"/>
          </p:cNvGrpSpPr>
          <p:nvPr/>
        </p:nvGrpSpPr>
        <p:grpSpPr>
          <a:xfrm>
            <a:off x="6565758" y="2223703"/>
            <a:ext cx="503240" cy="457200"/>
            <a:chOff x="6565758" y="2223703"/>
            <a:chExt cx="503240" cy="457200"/>
          </a:xfrm>
          <a:solidFill>
            <a:srgbClr val="FF0000"/>
          </a:solidFill>
        </p:grpSpPr>
        <p:sp>
          <p:nvSpPr>
            <p:cNvPr id="1437" name="Freeform: Shape 1436">
              <a:extLst>
                <a:ext uri="{FF2B5EF4-FFF2-40B4-BE49-F238E27FC236}">
                  <a16:creationId xmlns:a16="http://schemas.microsoft.com/office/drawing/2014/main" id="{9D89F9CB-5DCF-8DC5-E268-3793C82F5365}"/>
                </a:ext>
                <a:ext uri="{C183D7F6-B498-43B3-948B-1728B52AA6E4}">
                  <adec:decorative xmlns:adec="http://schemas.microsoft.com/office/drawing/2017/decorative" val="1"/>
                </a:ext>
              </a:extLst>
            </p:cNvPr>
            <p:cNvSpPr/>
            <p:nvPr/>
          </p:nvSpPr>
          <p:spPr>
            <a:xfrm>
              <a:off x="6608767" y="2223703"/>
              <a:ext cx="460231" cy="457200"/>
            </a:xfrm>
            <a:custGeom>
              <a:avLst/>
              <a:gdLst>
                <a:gd name="connsiteX0" fmla="*/ 712061 w 778568"/>
                <a:gd name="connsiteY0" fmla="*/ 707051 h 773441"/>
                <a:gd name="connsiteX1" fmla="*/ 778568 w 778568"/>
                <a:gd name="connsiteY1" fmla="*/ 707051 h 773441"/>
                <a:gd name="connsiteX2" fmla="*/ 778568 w 778568"/>
                <a:gd name="connsiteY2" fmla="*/ 773441 h 773441"/>
                <a:gd name="connsiteX3" fmla="*/ 712061 w 778568"/>
                <a:gd name="connsiteY3" fmla="*/ 773441 h 773441"/>
                <a:gd name="connsiteX4" fmla="*/ 749531 w 778568"/>
                <a:gd name="connsiteY4" fmla="*/ 0 h 773441"/>
                <a:gd name="connsiteX5" fmla="*/ 756277 w 778568"/>
                <a:gd name="connsiteY5" fmla="*/ 0 h 773441"/>
                <a:gd name="connsiteX6" fmla="*/ 756277 w 778568"/>
                <a:gd name="connsiteY6" fmla="*/ 6779 h 773441"/>
                <a:gd name="connsiteX7" fmla="*/ 756362 w 778568"/>
                <a:gd name="connsiteY7" fmla="*/ 244436 h 773441"/>
                <a:gd name="connsiteX8" fmla="*/ 724100 w 778568"/>
                <a:gd name="connsiteY8" fmla="*/ 286491 h 773441"/>
                <a:gd name="connsiteX9" fmla="*/ 669692 w 778568"/>
                <a:gd name="connsiteY9" fmla="*/ 256681 h 773441"/>
                <a:gd name="connsiteX10" fmla="*/ 667968 w 778568"/>
                <a:gd name="connsiteY10" fmla="*/ 246267 h 773441"/>
                <a:gd name="connsiteX11" fmla="*/ 667891 w 778568"/>
                <a:gd name="connsiteY11" fmla="*/ 170158 h 773441"/>
                <a:gd name="connsiteX12" fmla="*/ 667891 w 778568"/>
                <a:gd name="connsiteY12" fmla="*/ 166091 h 773441"/>
                <a:gd name="connsiteX13" fmla="*/ 665931 w 778568"/>
                <a:gd name="connsiteY13" fmla="*/ 167465 h 773441"/>
                <a:gd name="connsiteX14" fmla="*/ 629057 w 778568"/>
                <a:gd name="connsiteY14" fmla="*/ 203324 h 773441"/>
                <a:gd name="connsiteX15" fmla="*/ 597405 w 778568"/>
                <a:gd name="connsiteY15" fmla="*/ 233990 h 773441"/>
                <a:gd name="connsiteX16" fmla="*/ 572707 w 778568"/>
                <a:gd name="connsiteY16" fmla="*/ 257722 h 773441"/>
                <a:gd name="connsiteX17" fmla="*/ 515997 w 778568"/>
                <a:gd name="connsiteY17" fmla="*/ 312454 h 773441"/>
                <a:gd name="connsiteX18" fmla="*/ 490255 w 778568"/>
                <a:gd name="connsiteY18" fmla="*/ 337225 h 773441"/>
                <a:gd name="connsiteX19" fmla="*/ 435630 w 778568"/>
                <a:gd name="connsiteY19" fmla="*/ 389876 h 773441"/>
                <a:gd name="connsiteX20" fmla="*/ 408495 w 778568"/>
                <a:gd name="connsiteY20" fmla="*/ 416032 h 773441"/>
                <a:gd name="connsiteX21" fmla="*/ 384846 w 778568"/>
                <a:gd name="connsiteY21" fmla="*/ 438729 h 773441"/>
                <a:gd name="connsiteX22" fmla="*/ 372070 w 778568"/>
                <a:gd name="connsiteY22" fmla="*/ 439619 h 773441"/>
                <a:gd name="connsiteX23" fmla="*/ 347045 w 778568"/>
                <a:gd name="connsiteY23" fmla="*/ 437025 h 773441"/>
                <a:gd name="connsiteX24" fmla="*/ 310421 w 778568"/>
                <a:gd name="connsiteY24" fmla="*/ 433202 h 773441"/>
                <a:gd name="connsiteX25" fmla="*/ 287208 w 778568"/>
                <a:gd name="connsiteY25" fmla="*/ 431107 h 773441"/>
                <a:gd name="connsiteX26" fmla="*/ 251563 w 778568"/>
                <a:gd name="connsiteY26" fmla="*/ 427318 h 773441"/>
                <a:gd name="connsiteX27" fmla="*/ 228393 w 778568"/>
                <a:gd name="connsiteY27" fmla="*/ 425034 h 773441"/>
                <a:gd name="connsiteX28" fmla="*/ 208372 w 778568"/>
                <a:gd name="connsiteY28" fmla="*/ 433194 h 773441"/>
                <a:gd name="connsiteX29" fmla="*/ 174265 w 778568"/>
                <a:gd name="connsiteY29" fmla="*/ 472463 h 773441"/>
                <a:gd name="connsiteX30" fmla="*/ 157752 w 778568"/>
                <a:gd name="connsiteY30" fmla="*/ 491004 h 773441"/>
                <a:gd name="connsiteX31" fmla="*/ 122076 w 778568"/>
                <a:gd name="connsiteY31" fmla="*/ 531515 h 773441"/>
                <a:gd name="connsiteX32" fmla="*/ 93310 w 778568"/>
                <a:gd name="connsiteY32" fmla="*/ 563357 h 773441"/>
                <a:gd name="connsiteX33" fmla="*/ 91959 w 778568"/>
                <a:gd name="connsiteY33" fmla="*/ 563809 h 773441"/>
                <a:gd name="connsiteX34" fmla="*/ 78208 w 778568"/>
                <a:gd name="connsiteY34" fmla="*/ 563810 h 773441"/>
                <a:gd name="connsiteX35" fmla="*/ 63664 w 778568"/>
                <a:gd name="connsiteY35" fmla="*/ 563792 h 773441"/>
                <a:gd name="connsiteX36" fmla="*/ 63011 w 778568"/>
                <a:gd name="connsiteY36" fmla="*/ 563299 h 773441"/>
                <a:gd name="connsiteX37" fmla="*/ 86731 w 778568"/>
                <a:gd name="connsiteY37" fmla="*/ 536439 h 773441"/>
                <a:gd name="connsiteX38" fmla="*/ 122392 w 778568"/>
                <a:gd name="connsiteY38" fmla="*/ 495921 h 773441"/>
                <a:gd name="connsiteX39" fmla="*/ 146656 w 778568"/>
                <a:gd name="connsiteY39" fmla="*/ 468648 h 773441"/>
                <a:gd name="connsiteX40" fmla="*/ 181267 w 778568"/>
                <a:gd name="connsiteY40" fmla="*/ 429165 h 773441"/>
                <a:gd name="connsiteX41" fmla="*/ 200037 w 778568"/>
                <a:gd name="connsiteY41" fmla="*/ 407504 h 773441"/>
                <a:gd name="connsiteX42" fmla="*/ 214010 w 778568"/>
                <a:gd name="connsiteY42" fmla="*/ 400605 h 773441"/>
                <a:gd name="connsiteX43" fmla="*/ 225599 w 778568"/>
                <a:gd name="connsiteY43" fmla="*/ 401731 h 773441"/>
                <a:gd name="connsiteX44" fmla="*/ 263693 w 778568"/>
                <a:gd name="connsiteY44" fmla="*/ 405584 h 773441"/>
                <a:gd name="connsiteX45" fmla="*/ 285922 w 778568"/>
                <a:gd name="connsiteY45" fmla="*/ 407672 h 773441"/>
                <a:gd name="connsiteX46" fmla="*/ 321563 w 778568"/>
                <a:gd name="connsiteY46" fmla="*/ 411470 h 773441"/>
                <a:gd name="connsiteX47" fmla="*/ 345236 w 778568"/>
                <a:gd name="connsiteY47" fmla="*/ 413703 h 773441"/>
                <a:gd name="connsiteX48" fmla="*/ 370776 w 778568"/>
                <a:gd name="connsiteY48" fmla="*/ 416227 h 773441"/>
                <a:gd name="connsiteX49" fmla="*/ 377578 w 778568"/>
                <a:gd name="connsiteY49" fmla="*/ 413381 h 773441"/>
                <a:gd name="connsiteX50" fmla="*/ 432282 w 778568"/>
                <a:gd name="connsiteY50" fmla="*/ 360825 h 773441"/>
                <a:gd name="connsiteX51" fmla="*/ 459065 w 778568"/>
                <a:gd name="connsiteY51" fmla="*/ 335016 h 773441"/>
                <a:gd name="connsiteX52" fmla="*/ 514030 w 778568"/>
                <a:gd name="connsiteY52" fmla="*/ 282021 h 773441"/>
                <a:gd name="connsiteX53" fmla="*/ 539771 w 778568"/>
                <a:gd name="connsiteY53" fmla="*/ 257254 h 773441"/>
                <a:gd name="connsiteX54" fmla="*/ 594043 w 778568"/>
                <a:gd name="connsiteY54" fmla="*/ 204954 h 773441"/>
                <a:gd name="connsiteX55" fmla="*/ 621168 w 778568"/>
                <a:gd name="connsiteY55" fmla="*/ 178793 h 773441"/>
                <a:gd name="connsiteX56" fmla="*/ 659078 w 778568"/>
                <a:gd name="connsiteY56" fmla="*/ 141892 h 773441"/>
                <a:gd name="connsiteX57" fmla="*/ 687608 w 778568"/>
                <a:gd name="connsiteY57" fmla="*/ 114361 h 773441"/>
                <a:gd name="connsiteX58" fmla="*/ 690478 w 778568"/>
                <a:gd name="connsiteY58" fmla="*/ 112666 h 773441"/>
                <a:gd name="connsiteX59" fmla="*/ 690478 w 778568"/>
                <a:gd name="connsiteY59" fmla="*/ 118643 h 773441"/>
                <a:gd name="connsiteX60" fmla="*/ 690541 w 778568"/>
                <a:gd name="connsiteY60" fmla="*/ 241389 h 773441"/>
                <a:gd name="connsiteX61" fmla="*/ 692016 w 778568"/>
                <a:gd name="connsiteY61" fmla="*/ 250380 h 773441"/>
                <a:gd name="connsiteX62" fmla="*/ 714502 w 778568"/>
                <a:gd name="connsiteY62" fmla="*/ 265031 h 773441"/>
                <a:gd name="connsiteX63" fmla="*/ 733685 w 778568"/>
                <a:gd name="connsiteY63" fmla="*/ 243461 h 773441"/>
                <a:gd name="connsiteX64" fmla="*/ 733689 w 778568"/>
                <a:gd name="connsiteY64" fmla="*/ 27919 h 773441"/>
                <a:gd name="connsiteX65" fmla="*/ 733689 w 778568"/>
                <a:gd name="connsiteY65" fmla="*/ 22588 h 773441"/>
                <a:gd name="connsiteX66" fmla="*/ 726971 w 778568"/>
                <a:gd name="connsiteY66" fmla="*/ 22588 h 773441"/>
                <a:gd name="connsiteX67" fmla="*/ 516340 w 778568"/>
                <a:gd name="connsiteY67" fmla="*/ 22662 h 773441"/>
                <a:gd name="connsiteX68" fmla="*/ 506447 w 778568"/>
                <a:gd name="connsiteY68" fmla="*/ 24400 h 773441"/>
                <a:gd name="connsiteX69" fmla="*/ 492102 w 778568"/>
                <a:gd name="connsiteY69" fmla="*/ 45101 h 773441"/>
                <a:gd name="connsiteX70" fmla="*/ 506526 w 778568"/>
                <a:gd name="connsiteY70" fmla="*/ 64733 h 773441"/>
                <a:gd name="connsiteX71" fmla="*/ 519354 w 778568"/>
                <a:gd name="connsiteY71" fmla="*/ 66695 h 773441"/>
                <a:gd name="connsiteX72" fmla="*/ 638663 w 778568"/>
                <a:gd name="connsiteY72" fmla="*/ 66781 h 773441"/>
                <a:gd name="connsiteX73" fmla="*/ 644273 w 778568"/>
                <a:gd name="connsiteY73" fmla="*/ 66781 h 773441"/>
                <a:gd name="connsiteX74" fmla="*/ 622917 w 778568"/>
                <a:gd name="connsiteY74" fmla="*/ 89625 h 773441"/>
                <a:gd name="connsiteX75" fmla="*/ 570285 w 778568"/>
                <a:gd name="connsiteY75" fmla="*/ 144259 h 773441"/>
                <a:gd name="connsiteX76" fmla="*/ 546210 w 778568"/>
                <a:gd name="connsiteY76" fmla="*/ 169304 h 773441"/>
                <a:gd name="connsiteX77" fmla="*/ 494607 w 778568"/>
                <a:gd name="connsiteY77" fmla="*/ 222883 h 773441"/>
                <a:gd name="connsiteX78" fmla="*/ 469492 w 778568"/>
                <a:gd name="connsiteY78" fmla="*/ 248971 h 773441"/>
                <a:gd name="connsiteX79" fmla="*/ 419258 w 778568"/>
                <a:gd name="connsiteY79" fmla="*/ 301143 h 773441"/>
                <a:gd name="connsiteX80" fmla="*/ 375493 w 778568"/>
                <a:gd name="connsiteY80" fmla="*/ 346071 h 773441"/>
                <a:gd name="connsiteX81" fmla="*/ 363955 w 778568"/>
                <a:gd name="connsiteY81" fmla="*/ 350641 h 773441"/>
                <a:gd name="connsiteX82" fmla="*/ 350883 w 778568"/>
                <a:gd name="connsiteY82" fmla="*/ 349523 h 773441"/>
                <a:gd name="connsiteX83" fmla="*/ 313276 w 778568"/>
                <a:gd name="connsiteY83" fmla="*/ 345709 h 773441"/>
                <a:gd name="connsiteX84" fmla="*/ 288099 w 778568"/>
                <a:gd name="connsiteY84" fmla="*/ 343632 h 773441"/>
                <a:gd name="connsiteX85" fmla="*/ 248529 w 778568"/>
                <a:gd name="connsiteY85" fmla="*/ 339807 h 773441"/>
                <a:gd name="connsiteX86" fmla="*/ 223846 w 778568"/>
                <a:gd name="connsiteY86" fmla="*/ 337689 h 773441"/>
                <a:gd name="connsiteX87" fmla="*/ 198827 w 778568"/>
                <a:gd name="connsiteY87" fmla="*/ 335034 h 773441"/>
                <a:gd name="connsiteX88" fmla="*/ 193712 w 778568"/>
                <a:gd name="connsiteY88" fmla="*/ 337694 h 773441"/>
                <a:gd name="connsiteX89" fmla="*/ 184954 w 778568"/>
                <a:gd name="connsiteY89" fmla="*/ 349825 h 773441"/>
                <a:gd name="connsiteX90" fmla="*/ 131545 w 778568"/>
                <a:gd name="connsiteY90" fmla="*/ 422716 h 773441"/>
                <a:gd name="connsiteX91" fmla="*/ 85611 w 778568"/>
                <a:gd name="connsiteY91" fmla="*/ 485533 h 773441"/>
                <a:gd name="connsiteX92" fmla="*/ 28251 w 778568"/>
                <a:gd name="connsiteY92" fmla="*/ 563629 h 773441"/>
                <a:gd name="connsiteX93" fmla="*/ 23208 w 778568"/>
                <a:gd name="connsiteY93" fmla="*/ 563807 h 773441"/>
                <a:gd name="connsiteX94" fmla="*/ 2658 w 778568"/>
                <a:gd name="connsiteY94" fmla="*/ 563807 h 773441"/>
                <a:gd name="connsiteX95" fmla="*/ 0 w 778568"/>
                <a:gd name="connsiteY95" fmla="*/ 563591 h 773441"/>
                <a:gd name="connsiteX96" fmla="*/ 15044 w 778568"/>
                <a:gd name="connsiteY96" fmla="*/ 542398 h 773441"/>
                <a:gd name="connsiteX97" fmla="*/ 58984 w 778568"/>
                <a:gd name="connsiteY97" fmla="*/ 482312 h 773441"/>
                <a:gd name="connsiteX98" fmla="*/ 103529 w 778568"/>
                <a:gd name="connsiteY98" fmla="*/ 421486 h 773441"/>
                <a:gd name="connsiteX99" fmla="*/ 142196 w 778568"/>
                <a:gd name="connsiteY99" fmla="*/ 368909 h 773441"/>
                <a:gd name="connsiteX100" fmla="*/ 182415 w 778568"/>
                <a:gd name="connsiteY100" fmla="*/ 313897 h 773441"/>
                <a:gd name="connsiteX101" fmla="*/ 195363 w 778568"/>
                <a:gd name="connsiteY101" fmla="*/ 311598 h 773441"/>
                <a:gd name="connsiteX102" fmla="*/ 223821 w 778568"/>
                <a:gd name="connsiteY102" fmla="*/ 314265 h 773441"/>
                <a:gd name="connsiteX103" fmla="*/ 260449 w 778568"/>
                <a:gd name="connsiteY103" fmla="*/ 318077 h 773441"/>
                <a:gd name="connsiteX104" fmla="*/ 285627 w 778568"/>
                <a:gd name="connsiteY104" fmla="*/ 320171 h 773441"/>
                <a:gd name="connsiteX105" fmla="*/ 324221 w 778568"/>
                <a:gd name="connsiteY105" fmla="*/ 323973 h 773441"/>
                <a:gd name="connsiteX106" fmla="*/ 348418 w 778568"/>
                <a:gd name="connsiteY106" fmla="*/ 326057 h 773441"/>
                <a:gd name="connsiteX107" fmla="*/ 355603 w 778568"/>
                <a:gd name="connsiteY107" fmla="*/ 326959 h 773441"/>
                <a:gd name="connsiteX108" fmla="*/ 366915 w 778568"/>
                <a:gd name="connsiteY108" fmla="*/ 322075 h 773441"/>
                <a:gd name="connsiteX109" fmla="*/ 371567 w 778568"/>
                <a:gd name="connsiteY109" fmla="*/ 316493 h 773441"/>
                <a:gd name="connsiteX110" fmla="*/ 416435 w 778568"/>
                <a:gd name="connsiteY110" fmla="*/ 270572 h 773441"/>
                <a:gd name="connsiteX111" fmla="*/ 466331 w 778568"/>
                <a:gd name="connsiteY111" fmla="*/ 218747 h 773441"/>
                <a:gd name="connsiteX112" fmla="*/ 517594 w 778568"/>
                <a:gd name="connsiteY112" fmla="*/ 165512 h 773441"/>
                <a:gd name="connsiteX113" fmla="*/ 542009 w 778568"/>
                <a:gd name="connsiteY113" fmla="*/ 140109 h 773441"/>
                <a:gd name="connsiteX114" fmla="*/ 590317 w 778568"/>
                <a:gd name="connsiteY114" fmla="*/ 89368 h 773441"/>
                <a:gd name="connsiteX115" fmla="*/ 584726 w 778568"/>
                <a:gd name="connsiteY115" fmla="*/ 89368 h 773441"/>
                <a:gd name="connsiteX116" fmla="*/ 514018 w 778568"/>
                <a:gd name="connsiteY116" fmla="*/ 89352 h 773441"/>
                <a:gd name="connsiteX117" fmla="*/ 470098 w 778568"/>
                <a:gd name="connsiteY117" fmla="*/ 55432 h 773441"/>
                <a:gd name="connsiteX118" fmla="*/ 504699 w 778568"/>
                <a:gd name="connsiteY118" fmla="*/ 925 h 773441"/>
                <a:gd name="connsiteX119" fmla="*/ 512365 w 778568"/>
                <a:gd name="connsiteY119" fmla="*/ 39 h 773441"/>
                <a:gd name="connsiteX120" fmla="*/ 749531 w 778568"/>
                <a:gd name="connsiteY120" fmla="*/ 0 h 77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78568" h="773441">
                  <a:moveTo>
                    <a:pt x="712061" y="707051"/>
                  </a:moveTo>
                  <a:lnTo>
                    <a:pt x="778568" y="707051"/>
                  </a:lnTo>
                  <a:lnTo>
                    <a:pt x="778568" y="773441"/>
                  </a:lnTo>
                  <a:lnTo>
                    <a:pt x="712061" y="773441"/>
                  </a:lnTo>
                  <a:close/>
                  <a:moveTo>
                    <a:pt x="749531" y="0"/>
                  </a:moveTo>
                  <a:cubicBezTo>
                    <a:pt x="751616" y="0"/>
                    <a:pt x="753701" y="0"/>
                    <a:pt x="756277" y="0"/>
                  </a:cubicBezTo>
                  <a:cubicBezTo>
                    <a:pt x="756277" y="2614"/>
                    <a:pt x="756277" y="4696"/>
                    <a:pt x="756277" y="6779"/>
                  </a:cubicBezTo>
                  <a:cubicBezTo>
                    <a:pt x="756277" y="85998"/>
                    <a:pt x="756154" y="165217"/>
                    <a:pt x="756362" y="244436"/>
                  </a:cubicBezTo>
                  <a:cubicBezTo>
                    <a:pt x="756414" y="264307"/>
                    <a:pt x="742939" y="281823"/>
                    <a:pt x="724100" y="286491"/>
                  </a:cubicBezTo>
                  <a:cubicBezTo>
                    <a:pt x="700671" y="292297"/>
                    <a:pt x="677309" y="281327"/>
                    <a:pt x="669692" y="256681"/>
                  </a:cubicBezTo>
                  <a:cubicBezTo>
                    <a:pt x="668661" y="253343"/>
                    <a:pt x="667988" y="249748"/>
                    <a:pt x="667968" y="246267"/>
                  </a:cubicBezTo>
                  <a:cubicBezTo>
                    <a:pt x="667825" y="220898"/>
                    <a:pt x="667891" y="195528"/>
                    <a:pt x="667891" y="170158"/>
                  </a:cubicBezTo>
                  <a:cubicBezTo>
                    <a:pt x="667891" y="169048"/>
                    <a:pt x="667891" y="167937"/>
                    <a:pt x="667891" y="166091"/>
                  </a:cubicBezTo>
                  <a:cubicBezTo>
                    <a:pt x="666853" y="166811"/>
                    <a:pt x="666331" y="167075"/>
                    <a:pt x="665931" y="167465"/>
                  </a:cubicBezTo>
                  <a:cubicBezTo>
                    <a:pt x="653633" y="179411"/>
                    <a:pt x="641355" y="191379"/>
                    <a:pt x="629057" y="203324"/>
                  </a:cubicBezTo>
                  <a:cubicBezTo>
                    <a:pt x="618519" y="213559"/>
                    <a:pt x="607972" y="223786"/>
                    <a:pt x="597405" y="233990"/>
                  </a:cubicBezTo>
                  <a:cubicBezTo>
                    <a:pt x="589191" y="241921"/>
                    <a:pt x="580925" y="249797"/>
                    <a:pt x="572707" y="257722"/>
                  </a:cubicBezTo>
                  <a:cubicBezTo>
                    <a:pt x="553796" y="275959"/>
                    <a:pt x="534905" y="294215"/>
                    <a:pt x="515997" y="312454"/>
                  </a:cubicBezTo>
                  <a:cubicBezTo>
                    <a:pt x="507426" y="320722"/>
                    <a:pt x="498830" y="328963"/>
                    <a:pt x="490255" y="337225"/>
                  </a:cubicBezTo>
                  <a:cubicBezTo>
                    <a:pt x="472044" y="354772"/>
                    <a:pt x="453838" y="372325"/>
                    <a:pt x="435630" y="389876"/>
                  </a:cubicBezTo>
                  <a:cubicBezTo>
                    <a:pt x="426585" y="398595"/>
                    <a:pt x="417550" y="407324"/>
                    <a:pt x="408495" y="416032"/>
                  </a:cubicBezTo>
                  <a:cubicBezTo>
                    <a:pt x="400620" y="423605"/>
                    <a:pt x="392693" y="431126"/>
                    <a:pt x="384846" y="438729"/>
                  </a:cubicBezTo>
                  <a:cubicBezTo>
                    <a:pt x="380833" y="442617"/>
                    <a:pt x="376232" y="439738"/>
                    <a:pt x="372070" y="439619"/>
                  </a:cubicBezTo>
                  <a:cubicBezTo>
                    <a:pt x="363711" y="439379"/>
                    <a:pt x="355389" y="437920"/>
                    <a:pt x="347045" y="437025"/>
                  </a:cubicBezTo>
                  <a:cubicBezTo>
                    <a:pt x="334841" y="435717"/>
                    <a:pt x="322635" y="434420"/>
                    <a:pt x="310421" y="433202"/>
                  </a:cubicBezTo>
                  <a:cubicBezTo>
                    <a:pt x="302690" y="432431"/>
                    <a:pt x="294937" y="431891"/>
                    <a:pt x="287208" y="431107"/>
                  </a:cubicBezTo>
                  <a:cubicBezTo>
                    <a:pt x="275321" y="429901"/>
                    <a:pt x="263451" y="428525"/>
                    <a:pt x="251563" y="427318"/>
                  </a:cubicBezTo>
                  <a:cubicBezTo>
                    <a:pt x="243834" y="426534"/>
                    <a:pt x="235917" y="426694"/>
                    <a:pt x="228393" y="425034"/>
                  </a:cubicBezTo>
                  <a:cubicBezTo>
                    <a:pt x="219342" y="423037"/>
                    <a:pt x="213905" y="426312"/>
                    <a:pt x="208372" y="433194"/>
                  </a:cubicBezTo>
                  <a:cubicBezTo>
                    <a:pt x="197517" y="446697"/>
                    <a:pt x="185713" y="459438"/>
                    <a:pt x="174265" y="472463"/>
                  </a:cubicBezTo>
                  <a:cubicBezTo>
                    <a:pt x="168802" y="478679"/>
                    <a:pt x="163227" y="484797"/>
                    <a:pt x="157752" y="491004"/>
                  </a:cubicBezTo>
                  <a:cubicBezTo>
                    <a:pt x="145848" y="504498"/>
                    <a:pt x="134031" y="518067"/>
                    <a:pt x="122076" y="531515"/>
                  </a:cubicBezTo>
                  <a:cubicBezTo>
                    <a:pt x="112688" y="542075"/>
                    <a:pt x="103147" y="552498"/>
                    <a:pt x="93310" y="563357"/>
                  </a:cubicBezTo>
                  <a:cubicBezTo>
                    <a:pt x="92768" y="563775"/>
                    <a:pt x="92591" y="563817"/>
                    <a:pt x="91959" y="563809"/>
                  </a:cubicBezTo>
                  <a:cubicBezTo>
                    <a:pt x="87224" y="563791"/>
                    <a:pt x="82944" y="563825"/>
                    <a:pt x="78208" y="563810"/>
                  </a:cubicBezTo>
                  <a:cubicBezTo>
                    <a:pt x="73146" y="563793"/>
                    <a:pt x="68540" y="563826"/>
                    <a:pt x="63664" y="563792"/>
                  </a:cubicBezTo>
                  <a:cubicBezTo>
                    <a:pt x="63214" y="563680"/>
                    <a:pt x="63034" y="563635"/>
                    <a:pt x="63011" y="563299"/>
                  </a:cubicBezTo>
                  <a:cubicBezTo>
                    <a:pt x="71023" y="554154"/>
                    <a:pt x="78900" y="545317"/>
                    <a:pt x="86731" y="536439"/>
                  </a:cubicBezTo>
                  <a:cubicBezTo>
                    <a:pt x="98632" y="522946"/>
                    <a:pt x="110481" y="509406"/>
                    <a:pt x="122392" y="495921"/>
                  </a:cubicBezTo>
                  <a:cubicBezTo>
                    <a:pt x="130448" y="486802"/>
                    <a:pt x="138610" y="477777"/>
                    <a:pt x="146656" y="468648"/>
                  </a:cubicBezTo>
                  <a:cubicBezTo>
                    <a:pt x="158228" y="455518"/>
                    <a:pt x="169752" y="442345"/>
                    <a:pt x="181267" y="429165"/>
                  </a:cubicBezTo>
                  <a:cubicBezTo>
                    <a:pt x="187553" y="421970"/>
                    <a:pt x="193765" y="414710"/>
                    <a:pt x="200037" y="407504"/>
                  </a:cubicBezTo>
                  <a:cubicBezTo>
                    <a:pt x="203719" y="403275"/>
                    <a:pt x="207379" y="399230"/>
                    <a:pt x="214010" y="400605"/>
                  </a:cubicBezTo>
                  <a:cubicBezTo>
                    <a:pt x="217788" y="401389"/>
                    <a:pt x="221735" y="401344"/>
                    <a:pt x="225599" y="401731"/>
                  </a:cubicBezTo>
                  <a:cubicBezTo>
                    <a:pt x="238298" y="403004"/>
                    <a:pt x="250992" y="404325"/>
                    <a:pt x="263693" y="405584"/>
                  </a:cubicBezTo>
                  <a:cubicBezTo>
                    <a:pt x="271099" y="406318"/>
                    <a:pt x="278519" y="406909"/>
                    <a:pt x="285922" y="407672"/>
                  </a:cubicBezTo>
                  <a:cubicBezTo>
                    <a:pt x="297807" y="408895"/>
                    <a:pt x="309678" y="410248"/>
                    <a:pt x="321563" y="411470"/>
                  </a:cubicBezTo>
                  <a:cubicBezTo>
                    <a:pt x="329447" y="412280"/>
                    <a:pt x="337349" y="412914"/>
                    <a:pt x="345236" y="413703"/>
                  </a:cubicBezTo>
                  <a:cubicBezTo>
                    <a:pt x="353750" y="414554"/>
                    <a:pt x="362242" y="415738"/>
                    <a:pt x="370776" y="416227"/>
                  </a:cubicBezTo>
                  <a:cubicBezTo>
                    <a:pt x="373010" y="416355"/>
                    <a:pt x="375883" y="414991"/>
                    <a:pt x="377578" y="413381"/>
                  </a:cubicBezTo>
                  <a:cubicBezTo>
                    <a:pt x="395915" y="395969"/>
                    <a:pt x="414074" y="378371"/>
                    <a:pt x="432282" y="360825"/>
                  </a:cubicBezTo>
                  <a:cubicBezTo>
                    <a:pt x="441210" y="352221"/>
                    <a:pt x="450140" y="343621"/>
                    <a:pt x="459065" y="335016"/>
                  </a:cubicBezTo>
                  <a:cubicBezTo>
                    <a:pt x="477388" y="317352"/>
                    <a:pt x="495705" y="299682"/>
                    <a:pt x="514030" y="282021"/>
                  </a:cubicBezTo>
                  <a:cubicBezTo>
                    <a:pt x="522604" y="273758"/>
                    <a:pt x="531196" y="265514"/>
                    <a:pt x="539771" y="257254"/>
                  </a:cubicBezTo>
                  <a:cubicBezTo>
                    <a:pt x="557865" y="239823"/>
                    <a:pt x="575953" y="222388"/>
                    <a:pt x="594043" y="204954"/>
                  </a:cubicBezTo>
                  <a:cubicBezTo>
                    <a:pt x="603088" y="196236"/>
                    <a:pt x="612154" y="187541"/>
                    <a:pt x="621168" y="178793"/>
                  </a:cubicBezTo>
                  <a:cubicBezTo>
                    <a:pt x="633824" y="166512"/>
                    <a:pt x="646426" y="154177"/>
                    <a:pt x="659078" y="141892"/>
                  </a:cubicBezTo>
                  <a:cubicBezTo>
                    <a:pt x="668560" y="132686"/>
                    <a:pt x="678076" y="123516"/>
                    <a:pt x="687608" y="114361"/>
                  </a:cubicBezTo>
                  <a:cubicBezTo>
                    <a:pt x="688218" y="113775"/>
                    <a:pt x="689096" y="113468"/>
                    <a:pt x="690478" y="112666"/>
                  </a:cubicBezTo>
                  <a:cubicBezTo>
                    <a:pt x="690478" y="115136"/>
                    <a:pt x="690478" y="116889"/>
                    <a:pt x="690478" y="118643"/>
                  </a:cubicBezTo>
                  <a:cubicBezTo>
                    <a:pt x="690478" y="159558"/>
                    <a:pt x="690448" y="200474"/>
                    <a:pt x="690541" y="241389"/>
                  </a:cubicBezTo>
                  <a:cubicBezTo>
                    <a:pt x="690548" y="244397"/>
                    <a:pt x="690981" y="247575"/>
                    <a:pt x="692016" y="250380"/>
                  </a:cubicBezTo>
                  <a:cubicBezTo>
                    <a:pt x="695921" y="260967"/>
                    <a:pt x="704742" y="266171"/>
                    <a:pt x="714502" y="265031"/>
                  </a:cubicBezTo>
                  <a:cubicBezTo>
                    <a:pt x="725484" y="263748"/>
                    <a:pt x="733684" y="254193"/>
                    <a:pt x="733685" y="243461"/>
                  </a:cubicBezTo>
                  <a:cubicBezTo>
                    <a:pt x="733692" y="171614"/>
                    <a:pt x="733689" y="99767"/>
                    <a:pt x="733689" y="27919"/>
                  </a:cubicBezTo>
                  <a:cubicBezTo>
                    <a:pt x="733689" y="26209"/>
                    <a:pt x="733689" y="24499"/>
                    <a:pt x="733689" y="22588"/>
                  </a:cubicBezTo>
                  <a:cubicBezTo>
                    <a:pt x="730888" y="22588"/>
                    <a:pt x="728930" y="22588"/>
                    <a:pt x="726971" y="22588"/>
                  </a:cubicBezTo>
                  <a:cubicBezTo>
                    <a:pt x="656760" y="22588"/>
                    <a:pt x="586550" y="22564"/>
                    <a:pt x="516340" y="22662"/>
                  </a:cubicBezTo>
                  <a:cubicBezTo>
                    <a:pt x="513034" y="22666"/>
                    <a:pt x="509617" y="23395"/>
                    <a:pt x="506447" y="24400"/>
                  </a:cubicBezTo>
                  <a:cubicBezTo>
                    <a:pt x="497411" y="27264"/>
                    <a:pt x="492077" y="35181"/>
                    <a:pt x="492102" y="45101"/>
                  </a:cubicBezTo>
                  <a:cubicBezTo>
                    <a:pt x="492126" y="54273"/>
                    <a:pt x="497629" y="62116"/>
                    <a:pt x="506526" y="64733"/>
                  </a:cubicBezTo>
                  <a:cubicBezTo>
                    <a:pt x="510646" y="65945"/>
                    <a:pt x="515067" y="66679"/>
                    <a:pt x="519354" y="66695"/>
                  </a:cubicBezTo>
                  <a:cubicBezTo>
                    <a:pt x="559124" y="66840"/>
                    <a:pt x="598893" y="66781"/>
                    <a:pt x="638663" y="66781"/>
                  </a:cubicBezTo>
                  <a:cubicBezTo>
                    <a:pt x="640340" y="66781"/>
                    <a:pt x="642018" y="66781"/>
                    <a:pt x="644273" y="66781"/>
                  </a:cubicBezTo>
                  <a:cubicBezTo>
                    <a:pt x="636705" y="74887"/>
                    <a:pt x="629900" y="82342"/>
                    <a:pt x="622917" y="89625"/>
                  </a:cubicBezTo>
                  <a:cubicBezTo>
                    <a:pt x="605415" y="107877"/>
                    <a:pt x="587829" y="126048"/>
                    <a:pt x="570285" y="144259"/>
                  </a:cubicBezTo>
                  <a:cubicBezTo>
                    <a:pt x="562251" y="152598"/>
                    <a:pt x="554242" y="160961"/>
                    <a:pt x="546210" y="169304"/>
                  </a:cubicBezTo>
                  <a:cubicBezTo>
                    <a:pt x="529013" y="187167"/>
                    <a:pt x="511808" y="205023"/>
                    <a:pt x="494607" y="222883"/>
                  </a:cubicBezTo>
                  <a:cubicBezTo>
                    <a:pt x="486234" y="231577"/>
                    <a:pt x="477862" y="240273"/>
                    <a:pt x="469492" y="248971"/>
                  </a:cubicBezTo>
                  <a:cubicBezTo>
                    <a:pt x="452751" y="266365"/>
                    <a:pt x="436059" y="283807"/>
                    <a:pt x="419258" y="301143"/>
                  </a:cubicBezTo>
                  <a:cubicBezTo>
                    <a:pt x="404708" y="316156"/>
                    <a:pt x="389934" y="330955"/>
                    <a:pt x="375493" y="346071"/>
                  </a:cubicBezTo>
                  <a:cubicBezTo>
                    <a:pt x="372147" y="349573"/>
                    <a:pt x="368750" y="351273"/>
                    <a:pt x="363955" y="350641"/>
                  </a:cubicBezTo>
                  <a:cubicBezTo>
                    <a:pt x="359624" y="350070"/>
                    <a:pt x="355235" y="349956"/>
                    <a:pt x="350883" y="349523"/>
                  </a:cubicBezTo>
                  <a:cubicBezTo>
                    <a:pt x="338345" y="348276"/>
                    <a:pt x="325819" y="346904"/>
                    <a:pt x="313276" y="345709"/>
                  </a:cubicBezTo>
                  <a:cubicBezTo>
                    <a:pt x="304894" y="344910"/>
                    <a:pt x="296484" y="344406"/>
                    <a:pt x="288099" y="343632"/>
                  </a:cubicBezTo>
                  <a:cubicBezTo>
                    <a:pt x="274904" y="342414"/>
                    <a:pt x="261723" y="341040"/>
                    <a:pt x="248529" y="339807"/>
                  </a:cubicBezTo>
                  <a:cubicBezTo>
                    <a:pt x="240307" y="339038"/>
                    <a:pt x="232063" y="338501"/>
                    <a:pt x="223846" y="337689"/>
                  </a:cubicBezTo>
                  <a:cubicBezTo>
                    <a:pt x="215499" y="336864"/>
                    <a:pt x="207186" y="335653"/>
                    <a:pt x="198827" y="335034"/>
                  </a:cubicBezTo>
                  <a:cubicBezTo>
                    <a:pt x="197163" y="334911"/>
                    <a:pt x="194860" y="336297"/>
                    <a:pt x="193712" y="337694"/>
                  </a:cubicBezTo>
                  <a:cubicBezTo>
                    <a:pt x="190551" y="341539"/>
                    <a:pt x="187901" y="345798"/>
                    <a:pt x="184954" y="349825"/>
                  </a:cubicBezTo>
                  <a:cubicBezTo>
                    <a:pt x="167165" y="374132"/>
                    <a:pt x="149340" y="398413"/>
                    <a:pt x="131545" y="422716"/>
                  </a:cubicBezTo>
                  <a:cubicBezTo>
                    <a:pt x="116220" y="443645"/>
                    <a:pt x="100908" y="464584"/>
                    <a:pt x="85611" y="485533"/>
                  </a:cubicBezTo>
                  <a:cubicBezTo>
                    <a:pt x="66618" y="511546"/>
                    <a:pt x="47647" y="537574"/>
                    <a:pt x="28251" y="563629"/>
                  </a:cubicBezTo>
                  <a:cubicBezTo>
                    <a:pt x="26445" y="563728"/>
                    <a:pt x="25056" y="563793"/>
                    <a:pt x="23208" y="563807"/>
                  </a:cubicBezTo>
                  <a:cubicBezTo>
                    <a:pt x="16178" y="563790"/>
                    <a:pt x="9607" y="563824"/>
                    <a:pt x="2658" y="563807"/>
                  </a:cubicBezTo>
                  <a:cubicBezTo>
                    <a:pt x="1520" y="563701"/>
                    <a:pt x="760" y="563646"/>
                    <a:pt x="0" y="563591"/>
                  </a:cubicBezTo>
                  <a:cubicBezTo>
                    <a:pt x="5010" y="556523"/>
                    <a:pt x="9944" y="549400"/>
                    <a:pt x="15044" y="542398"/>
                  </a:cubicBezTo>
                  <a:cubicBezTo>
                    <a:pt x="29654" y="522343"/>
                    <a:pt x="44329" y="502335"/>
                    <a:pt x="58984" y="482312"/>
                  </a:cubicBezTo>
                  <a:cubicBezTo>
                    <a:pt x="73827" y="462033"/>
                    <a:pt x="88662" y="441747"/>
                    <a:pt x="103529" y="421486"/>
                  </a:cubicBezTo>
                  <a:cubicBezTo>
                    <a:pt x="116399" y="403946"/>
                    <a:pt x="129325" y="386448"/>
                    <a:pt x="142196" y="368909"/>
                  </a:cubicBezTo>
                  <a:cubicBezTo>
                    <a:pt x="155636" y="350596"/>
                    <a:pt x="169112" y="332309"/>
                    <a:pt x="182415" y="313897"/>
                  </a:cubicBezTo>
                  <a:cubicBezTo>
                    <a:pt x="186132" y="308752"/>
                    <a:pt x="191142" y="311461"/>
                    <a:pt x="195363" y="311598"/>
                  </a:cubicBezTo>
                  <a:cubicBezTo>
                    <a:pt x="204868" y="311908"/>
                    <a:pt x="214340" y="313286"/>
                    <a:pt x="223821" y="314265"/>
                  </a:cubicBezTo>
                  <a:cubicBezTo>
                    <a:pt x="236032" y="315526"/>
                    <a:pt x="248232" y="316893"/>
                    <a:pt x="260449" y="318077"/>
                  </a:cubicBezTo>
                  <a:cubicBezTo>
                    <a:pt x="268831" y="318889"/>
                    <a:pt x="277243" y="319386"/>
                    <a:pt x="285627" y="320171"/>
                  </a:cubicBezTo>
                  <a:cubicBezTo>
                    <a:pt x="298498" y="321377"/>
                    <a:pt x="311352" y="322750"/>
                    <a:pt x="324221" y="323973"/>
                  </a:cubicBezTo>
                  <a:cubicBezTo>
                    <a:pt x="332280" y="324739"/>
                    <a:pt x="340354" y="325339"/>
                    <a:pt x="348418" y="326057"/>
                  </a:cubicBezTo>
                  <a:cubicBezTo>
                    <a:pt x="350822" y="326271"/>
                    <a:pt x="353240" y="326496"/>
                    <a:pt x="355603" y="326959"/>
                  </a:cubicBezTo>
                  <a:cubicBezTo>
                    <a:pt x="360544" y="327927"/>
                    <a:pt x="364066" y="325917"/>
                    <a:pt x="366915" y="322075"/>
                  </a:cubicBezTo>
                  <a:cubicBezTo>
                    <a:pt x="368357" y="320132"/>
                    <a:pt x="369881" y="318223"/>
                    <a:pt x="371567" y="316493"/>
                  </a:cubicBezTo>
                  <a:cubicBezTo>
                    <a:pt x="386503" y="301166"/>
                    <a:pt x="401539" y="285937"/>
                    <a:pt x="416435" y="270572"/>
                  </a:cubicBezTo>
                  <a:cubicBezTo>
                    <a:pt x="433126" y="253355"/>
                    <a:pt x="449700" y="236024"/>
                    <a:pt x="466331" y="218747"/>
                  </a:cubicBezTo>
                  <a:cubicBezTo>
                    <a:pt x="483416" y="200999"/>
                    <a:pt x="500509" y="183260"/>
                    <a:pt x="517594" y="165512"/>
                  </a:cubicBezTo>
                  <a:cubicBezTo>
                    <a:pt x="525739" y="157051"/>
                    <a:pt x="533902" y="148607"/>
                    <a:pt x="542009" y="140109"/>
                  </a:cubicBezTo>
                  <a:cubicBezTo>
                    <a:pt x="557881" y="123474"/>
                    <a:pt x="573718" y="106806"/>
                    <a:pt x="590317" y="89368"/>
                  </a:cubicBezTo>
                  <a:cubicBezTo>
                    <a:pt x="588036" y="89368"/>
                    <a:pt x="586381" y="89368"/>
                    <a:pt x="584726" y="89368"/>
                  </a:cubicBezTo>
                  <a:cubicBezTo>
                    <a:pt x="561157" y="89368"/>
                    <a:pt x="537587" y="89422"/>
                    <a:pt x="514018" y="89352"/>
                  </a:cubicBezTo>
                  <a:cubicBezTo>
                    <a:pt x="493621" y="89291"/>
                    <a:pt x="475242" y="76114"/>
                    <a:pt x="470098" y="55432"/>
                  </a:cubicBezTo>
                  <a:cubicBezTo>
                    <a:pt x="464067" y="31181"/>
                    <a:pt x="479633" y="4969"/>
                    <a:pt x="504699" y="925"/>
                  </a:cubicBezTo>
                  <a:cubicBezTo>
                    <a:pt x="507238" y="516"/>
                    <a:pt x="509809" y="40"/>
                    <a:pt x="512365" y="39"/>
                  </a:cubicBezTo>
                  <a:cubicBezTo>
                    <a:pt x="591421" y="-8"/>
                    <a:pt x="670476" y="0"/>
                    <a:pt x="749531" y="0"/>
                  </a:cubicBezTo>
                  <a:close/>
                </a:path>
              </a:pathLst>
            </a:custGeom>
            <a:solidFill>
              <a:schemeClr val="bg1"/>
            </a:solidFill>
            <a:ln w="6350" cap="flat">
              <a:noFill/>
              <a:prstDash val="solid"/>
              <a:miter/>
            </a:ln>
          </p:spPr>
          <p:txBody>
            <a:bodyPr wrap="square" rtlCol="0" anchor="ctr">
              <a:noAutofit/>
            </a:bodyPr>
            <a:lstStyle/>
            <a:p>
              <a:endParaRPr lang="en-US" dirty="0"/>
            </a:p>
          </p:txBody>
        </p:sp>
        <p:sp>
          <p:nvSpPr>
            <p:cNvPr id="1354" name="Freeform: Shape 1353">
              <a:extLst>
                <a:ext uri="{FF2B5EF4-FFF2-40B4-BE49-F238E27FC236}">
                  <a16:creationId xmlns:a16="http://schemas.microsoft.com/office/drawing/2014/main" id="{0828BDA3-B26D-A47E-4A64-C9D7C31A88D6}"/>
                </a:ext>
                <a:ext uri="{C183D7F6-B498-43B3-948B-1728B52AA6E4}">
                  <adec:decorative xmlns:adec="http://schemas.microsoft.com/office/drawing/2017/decorative" val="1"/>
                </a:ext>
              </a:extLst>
            </p:cNvPr>
            <p:cNvSpPr/>
            <p:nvPr/>
          </p:nvSpPr>
          <p:spPr>
            <a:xfrm>
              <a:off x="6565758" y="2556827"/>
              <a:ext cx="497095" cy="118040"/>
            </a:xfrm>
            <a:custGeom>
              <a:avLst/>
              <a:gdLst>
                <a:gd name="connsiteX0" fmla="*/ 443401 w 840931"/>
                <a:gd name="connsiteY0" fmla="*/ 45335 h 199687"/>
                <a:gd name="connsiteX1" fmla="*/ 443401 w 840931"/>
                <a:gd name="connsiteY1" fmla="*/ 154033 h 199687"/>
                <a:gd name="connsiteX2" fmla="*/ 595970 w 840931"/>
                <a:gd name="connsiteY2" fmla="*/ 154033 h 199687"/>
                <a:gd name="connsiteX3" fmla="*/ 595970 w 840931"/>
                <a:gd name="connsiteY3" fmla="*/ 45335 h 199687"/>
                <a:gd name="connsiteX4" fmla="*/ 454398 w 840931"/>
                <a:gd name="connsiteY4" fmla="*/ 45335 h 199687"/>
                <a:gd name="connsiteX5" fmla="*/ 443401 w 840931"/>
                <a:gd name="connsiteY5" fmla="*/ 45335 h 199687"/>
                <a:gd name="connsiteX6" fmla="*/ 261444 w 840931"/>
                <a:gd name="connsiteY6" fmla="*/ 40425 h 199687"/>
                <a:gd name="connsiteX7" fmla="*/ 259700 w 840931"/>
                <a:gd name="connsiteY7" fmla="*/ 41376 h 199687"/>
                <a:gd name="connsiteX8" fmla="*/ 256043 w 840931"/>
                <a:gd name="connsiteY8" fmla="*/ 45243 h 199687"/>
                <a:gd name="connsiteX9" fmla="*/ 243912 w 840931"/>
                <a:gd name="connsiteY9" fmla="*/ 45315 h 199687"/>
                <a:gd name="connsiteX10" fmla="*/ 243114 w 840931"/>
                <a:gd name="connsiteY10" fmla="*/ 49263 h 199687"/>
                <a:gd name="connsiteX11" fmla="*/ 234889 w 840931"/>
                <a:gd name="connsiteY11" fmla="*/ 49365 h 199687"/>
                <a:gd name="connsiteX12" fmla="*/ 234889 w 840931"/>
                <a:gd name="connsiteY12" fmla="*/ 49529 h 199687"/>
                <a:gd name="connsiteX13" fmla="*/ 243114 w 840931"/>
                <a:gd name="connsiteY13" fmla="*/ 49263 h 199687"/>
                <a:gd name="connsiteX14" fmla="*/ 243636 w 840931"/>
                <a:gd name="connsiteY14" fmla="*/ 93983 h 199687"/>
                <a:gd name="connsiteX15" fmla="*/ 235496 w 840931"/>
                <a:gd name="connsiteY15" fmla="*/ 96139 h 199687"/>
                <a:gd name="connsiteX16" fmla="*/ 243637 w 840931"/>
                <a:gd name="connsiteY16" fmla="*/ 94894 h 199687"/>
                <a:gd name="connsiteX17" fmla="*/ 243708 w 840931"/>
                <a:gd name="connsiteY17" fmla="*/ 154056 h 199687"/>
                <a:gd name="connsiteX18" fmla="*/ 397610 w 840931"/>
                <a:gd name="connsiteY18" fmla="*/ 154056 h 199687"/>
                <a:gd name="connsiteX19" fmla="*/ 397610 w 840931"/>
                <a:gd name="connsiteY19" fmla="*/ 45172 h 199687"/>
                <a:gd name="connsiteX20" fmla="*/ 341955 w 840931"/>
                <a:gd name="connsiteY20" fmla="*/ 44825 h 199687"/>
                <a:gd name="connsiteX21" fmla="*/ 344266 w 840931"/>
                <a:gd name="connsiteY21" fmla="*/ 40425 h 199687"/>
                <a:gd name="connsiteX22" fmla="*/ 344164 w 840931"/>
                <a:gd name="connsiteY22" fmla="*/ 40425 h 199687"/>
                <a:gd name="connsiteX23" fmla="*/ 341500 w 840931"/>
                <a:gd name="connsiteY23" fmla="*/ 44897 h 199687"/>
                <a:gd name="connsiteX24" fmla="*/ 291929 w 840931"/>
                <a:gd name="connsiteY24" fmla="*/ 44850 h 199687"/>
                <a:gd name="connsiteX25" fmla="*/ 295815 w 840931"/>
                <a:gd name="connsiteY25" fmla="*/ 40425 h 199687"/>
                <a:gd name="connsiteX26" fmla="*/ 295616 w 840931"/>
                <a:gd name="connsiteY26" fmla="*/ 40425 h 199687"/>
                <a:gd name="connsiteX27" fmla="*/ 291474 w 840931"/>
                <a:gd name="connsiteY27" fmla="*/ 44922 h 199687"/>
                <a:gd name="connsiteX28" fmla="*/ 256494 w 840931"/>
                <a:gd name="connsiteY28" fmla="*/ 45172 h 199687"/>
                <a:gd name="connsiteX29" fmla="*/ 259700 w 840931"/>
                <a:gd name="connsiteY29" fmla="*/ 41376 h 199687"/>
                <a:gd name="connsiteX30" fmla="*/ 261445 w 840931"/>
                <a:gd name="connsiteY30" fmla="*/ 40425 h 199687"/>
                <a:gd name="connsiteX31" fmla="*/ 65346 w 840931"/>
                <a:gd name="connsiteY31" fmla="*/ 40425 h 199687"/>
                <a:gd name="connsiteX32" fmla="*/ 68466 w 840931"/>
                <a:gd name="connsiteY32" fmla="*/ 45244 h 199687"/>
                <a:gd name="connsiteX33" fmla="*/ 45651 w 840931"/>
                <a:gd name="connsiteY33" fmla="*/ 45316 h 199687"/>
                <a:gd name="connsiteX34" fmla="*/ 45651 w 840931"/>
                <a:gd name="connsiteY34" fmla="*/ 154043 h 199687"/>
                <a:gd name="connsiteX35" fmla="*/ 198716 w 840931"/>
                <a:gd name="connsiteY35" fmla="*/ 154043 h 199687"/>
                <a:gd name="connsiteX36" fmla="*/ 199165 w 840931"/>
                <a:gd name="connsiteY36" fmla="*/ 101313 h 199687"/>
                <a:gd name="connsiteX37" fmla="*/ 198644 w 840931"/>
                <a:gd name="connsiteY37" fmla="*/ 50700 h 199687"/>
                <a:gd name="connsiteX38" fmla="*/ 200517 w 840931"/>
                <a:gd name="connsiteY38" fmla="*/ 50640 h 199687"/>
                <a:gd name="connsiteX39" fmla="*/ 200517 w 840931"/>
                <a:gd name="connsiteY39" fmla="*/ 49788 h 199687"/>
                <a:gd name="connsiteX40" fmla="*/ 198644 w 840931"/>
                <a:gd name="connsiteY40" fmla="*/ 49811 h 199687"/>
                <a:gd name="connsiteX41" fmla="*/ 198572 w 840931"/>
                <a:gd name="connsiteY41" fmla="*/ 45172 h 199687"/>
                <a:gd name="connsiteX42" fmla="*/ 171925 w 840931"/>
                <a:gd name="connsiteY42" fmla="*/ 44859 h 199687"/>
                <a:gd name="connsiteX43" fmla="*/ 121425 w 840931"/>
                <a:gd name="connsiteY43" fmla="*/ 45243 h 199687"/>
                <a:gd name="connsiteX44" fmla="*/ 116453 w 840931"/>
                <a:gd name="connsiteY44" fmla="*/ 40425 h 199687"/>
                <a:gd name="connsiteX45" fmla="*/ 115873 w 840931"/>
                <a:gd name="connsiteY45" fmla="*/ 40425 h 199687"/>
                <a:gd name="connsiteX46" fmla="*/ 120514 w 840931"/>
                <a:gd name="connsiteY46" fmla="*/ 45243 h 199687"/>
                <a:gd name="connsiteX47" fmla="*/ 68921 w 840931"/>
                <a:gd name="connsiteY47" fmla="*/ 45172 h 199687"/>
                <a:gd name="connsiteX48" fmla="*/ 65699 w 840931"/>
                <a:gd name="connsiteY48" fmla="*/ 40425 h 199687"/>
                <a:gd name="connsiteX49" fmla="*/ 0 w 840931"/>
                <a:gd name="connsiteY49" fmla="*/ 0 h 199687"/>
                <a:gd name="connsiteX50" fmla="*/ 815286 w 840931"/>
                <a:gd name="connsiteY50" fmla="*/ 0 h 199687"/>
                <a:gd name="connsiteX51" fmla="*/ 815286 w 840931"/>
                <a:gd name="connsiteY51" fmla="*/ 1 h 199687"/>
                <a:gd name="connsiteX52" fmla="*/ 817913 w 840931"/>
                <a:gd name="connsiteY52" fmla="*/ 0 h 199687"/>
                <a:gd name="connsiteX53" fmla="*/ 840931 w 840931"/>
                <a:gd name="connsiteY53" fmla="*/ 23355 h 199687"/>
                <a:gd name="connsiteX54" fmla="*/ 840514 w 840931"/>
                <a:gd name="connsiteY54" fmla="*/ 113546 h 199687"/>
                <a:gd name="connsiteX55" fmla="*/ 795628 w 840931"/>
                <a:gd name="connsiteY55" fmla="*/ 113546 h 199687"/>
                <a:gd name="connsiteX56" fmla="*/ 795640 w 840931"/>
                <a:gd name="connsiteY56" fmla="*/ 45626 h 199687"/>
                <a:gd name="connsiteX57" fmla="*/ 641764 w 840931"/>
                <a:gd name="connsiteY57" fmla="*/ 45626 h 199687"/>
                <a:gd name="connsiteX58" fmla="*/ 641764 w 840931"/>
                <a:gd name="connsiteY58" fmla="*/ 154308 h 199687"/>
                <a:gd name="connsiteX59" fmla="*/ 754805 w 840931"/>
                <a:gd name="connsiteY59" fmla="*/ 154673 h 199687"/>
                <a:gd name="connsiteX60" fmla="*/ 754805 w 840931"/>
                <a:gd name="connsiteY60" fmla="*/ 199551 h 199687"/>
                <a:gd name="connsiteX61" fmla="*/ 519181 w 840931"/>
                <a:gd name="connsiteY61" fmla="*/ 199520 h 199687"/>
                <a:gd name="connsiteX62" fmla="*/ 22783 w 840931"/>
                <a:gd name="connsiteY62" fmla="*/ 199687 h 199687"/>
                <a:gd name="connsiteX63" fmla="*/ 1 w 840931"/>
                <a:gd name="connsiteY63" fmla="*/ 176937 h 199687"/>
                <a:gd name="connsiteX64" fmla="*/ 141 w 840931"/>
                <a:gd name="connsiteY64" fmla="*/ 40425 h 199687"/>
                <a:gd name="connsiteX65" fmla="*/ 0 w 840931"/>
                <a:gd name="connsiteY65" fmla="*/ 40425 h 19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40931" h="199687">
                  <a:moveTo>
                    <a:pt x="443401" y="45335"/>
                  </a:moveTo>
                  <a:cubicBezTo>
                    <a:pt x="443401" y="82008"/>
                    <a:pt x="443401" y="118061"/>
                    <a:pt x="443401" y="154033"/>
                  </a:cubicBezTo>
                  <a:cubicBezTo>
                    <a:pt x="494494" y="154033"/>
                    <a:pt x="545270" y="154033"/>
                    <a:pt x="595970" y="154033"/>
                  </a:cubicBezTo>
                  <a:cubicBezTo>
                    <a:pt x="595970" y="117669"/>
                    <a:pt x="595970" y="81616"/>
                    <a:pt x="595970" y="45335"/>
                  </a:cubicBezTo>
                  <a:cubicBezTo>
                    <a:pt x="548893" y="45335"/>
                    <a:pt x="502134" y="45335"/>
                    <a:pt x="454398" y="45335"/>
                  </a:cubicBezTo>
                  <a:cubicBezTo>
                    <a:pt x="450701" y="45335"/>
                    <a:pt x="447004" y="45335"/>
                    <a:pt x="443401" y="45335"/>
                  </a:cubicBezTo>
                  <a:close/>
                  <a:moveTo>
                    <a:pt x="261444" y="40425"/>
                  </a:moveTo>
                  <a:lnTo>
                    <a:pt x="259700" y="41376"/>
                  </a:lnTo>
                  <a:cubicBezTo>
                    <a:pt x="258348" y="42140"/>
                    <a:pt x="257549" y="43882"/>
                    <a:pt x="256043" y="45243"/>
                  </a:cubicBezTo>
                  <a:cubicBezTo>
                    <a:pt x="251678" y="45315"/>
                    <a:pt x="247764" y="45315"/>
                    <a:pt x="243912" y="45315"/>
                  </a:cubicBezTo>
                  <a:cubicBezTo>
                    <a:pt x="243759" y="47045"/>
                    <a:pt x="243661" y="48154"/>
                    <a:pt x="243114" y="49263"/>
                  </a:cubicBezTo>
                  <a:lnTo>
                    <a:pt x="234889" y="49365"/>
                  </a:lnTo>
                  <a:lnTo>
                    <a:pt x="234889" y="49529"/>
                  </a:lnTo>
                  <a:lnTo>
                    <a:pt x="243114" y="49263"/>
                  </a:lnTo>
                  <a:lnTo>
                    <a:pt x="243636" y="93983"/>
                  </a:lnTo>
                  <a:cubicBezTo>
                    <a:pt x="240864" y="94980"/>
                    <a:pt x="237972" y="95075"/>
                    <a:pt x="235496" y="96139"/>
                  </a:cubicBezTo>
                  <a:cubicBezTo>
                    <a:pt x="237972" y="95075"/>
                    <a:pt x="240864" y="94980"/>
                    <a:pt x="243637" y="94894"/>
                  </a:cubicBezTo>
                  <a:cubicBezTo>
                    <a:pt x="243708" y="114916"/>
                    <a:pt x="243708" y="134484"/>
                    <a:pt x="243708" y="154056"/>
                  </a:cubicBezTo>
                  <a:cubicBezTo>
                    <a:pt x="295404" y="154056"/>
                    <a:pt x="346514" y="154056"/>
                    <a:pt x="397610" y="154056"/>
                  </a:cubicBezTo>
                  <a:cubicBezTo>
                    <a:pt x="397610" y="117710"/>
                    <a:pt x="397610" y="81653"/>
                    <a:pt x="397610" y="45172"/>
                  </a:cubicBezTo>
                  <a:cubicBezTo>
                    <a:pt x="378852" y="45172"/>
                    <a:pt x="360392" y="45172"/>
                    <a:pt x="341955" y="44825"/>
                  </a:cubicBezTo>
                  <a:lnTo>
                    <a:pt x="344266" y="40425"/>
                  </a:lnTo>
                  <a:lnTo>
                    <a:pt x="344164" y="40425"/>
                  </a:lnTo>
                  <a:lnTo>
                    <a:pt x="341500" y="44897"/>
                  </a:lnTo>
                  <a:cubicBezTo>
                    <a:pt x="324631" y="45267"/>
                    <a:pt x="308240" y="45219"/>
                    <a:pt x="291929" y="44850"/>
                  </a:cubicBezTo>
                  <a:lnTo>
                    <a:pt x="295815" y="40425"/>
                  </a:lnTo>
                  <a:lnTo>
                    <a:pt x="295616" y="40425"/>
                  </a:lnTo>
                  <a:lnTo>
                    <a:pt x="291474" y="44922"/>
                  </a:lnTo>
                  <a:cubicBezTo>
                    <a:pt x="279457" y="45267"/>
                    <a:pt x="267975" y="45219"/>
                    <a:pt x="256494" y="45172"/>
                  </a:cubicBezTo>
                  <a:cubicBezTo>
                    <a:pt x="257549" y="43882"/>
                    <a:pt x="258348" y="42140"/>
                    <a:pt x="259700" y="41376"/>
                  </a:cubicBezTo>
                  <a:lnTo>
                    <a:pt x="261445" y="40425"/>
                  </a:lnTo>
                  <a:close/>
                  <a:moveTo>
                    <a:pt x="65346" y="40425"/>
                  </a:moveTo>
                  <a:lnTo>
                    <a:pt x="68466" y="45244"/>
                  </a:lnTo>
                  <a:cubicBezTo>
                    <a:pt x="60549" y="45316"/>
                    <a:pt x="53087" y="45316"/>
                    <a:pt x="45651" y="45316"/>
                  </a:cubicBezTo>
                  <a:cubicBezTo>
                    <a:pt x="45651" y="81970"/>
                    <a:pt x="45651" y="118025"/>
                    <a:pt x="45651" y="154043"/>
                  </a:cubicBezTo>
                  <a:cubicBezTo>
                    <a:pt x="96732" y="154043"/>
                    <a:pt x="147512" y="154043"/>
                    <a:pt x="198716" y="154043"/>
                  </a:cubicBezTo>
                  <a:cubicBezTo>
                    <a:pt x="198716" y="136266"/>
                    <a:pt x="198716" y="118789"/>
                    <a:pt x="199165" y="101313"/>
                  </a:cubicBezTo>
                  <a:cubicBezTo>
                    <a:pt x="198668" y="84594"/>
                    <a:pt x="198620" y="67875"/>
                    <a:pt x="198644" y="50700"/>
                  </a:cubicBezTo>
                  <a:lnTo>
                    <a:pt x="200517" y="50640"/>
                  </a:lnTo>
                  <a:lnTo>
                    <a:pt x="200517" y="49788"/>
                  </a:lnTo>
                  <a:lnTo>
                    <a:pt x="198644" y="49811"/>
                  </a:lnTo>
                  <a:cubicBezTo>
                    <a:pt x="198572" y="48142"/>
                    <a:pt x="198572" y="46906"/>
                    <a:pt x="198572" y="45172"/>
                  </a:cubicBezTo>
                  <a:lnTo>
                    <a:pt x="171925" y="44859"/>
                  </a:lnTo>
                  <a:lnTo>
                    <a:pt x="121425" y="45243"/>
                  </a:lnTo>
                  <a:lnTo>
                    <a:pt x="116453" y="40425"/>
                  </a:lnTo>
                  <a:lnTo>
                    <a:pt x="115873" y="40425"/>
                  </a:lnTo>
                  <a:lnTo>
                    <a:pt x="120514" y="45243"/>
                  </a:lnTo>
                  <a:cubicBezTo>
                    <a:pt x="103013" y="45267"/>
                    <a:pt x="85967" y="45220"/>
                    <a:pt x="68921" y="45172"/>
                  </a:cubicBezTo>
                  <a:lnTo>
                    <a:pt x="65699" y="40425"/>
                  </a:lnTo>
                  <a:close/>
                  <a:moveTo>
                    <a:pt x="0" y="0"/>
                  </a:moveTo>
                  <a:lnTo>
                    <a:pt x="815286" y="0"/>
                  </a:lnTo>
                  <a:lnTo>
                    <a:pt x="815286" y="1"/>
                  </a:lnTo>
                  <a:lnTo>
                    <a:pt x="817913" y="0"/>
                  </a:lnTo>
                  <a:cubicBezTo>
                    <a:pt x="831164" y="-23"/>
                    <a:pt x="841024" y="10934"/>
                    <a:pt x="840931" y="23355"/>
                  </a:cubicBezTo>
                  <a:lnTo>
                    <a:pt x="840514" y="113546"/>
                  </a:lnTo>
                  <a:lnTo>
                    <a:pt x="795628" y="113546"/>
                  </a:lnTo>
                  <a:lnTo>
                    <a:pt x="795640" y="45626"/>
                  </a:lnTo>
                  <a:cubicBezTo>
                    <a:pt x="743960" y="45626"/>
                    <a:pt x="692852" y="45626"/>
                    <a:pt x="641764" y="45626"/>
                  </a:cubicBezTo>
                  <a:cubicBezTo>
                    <a:pt x="641764" y="81974"/>
                    <a:pt x="641764" y="118030"/>
                    <a:pt x="641764" y="154308"/>
                  </a:cubicBezTo>
                  <a:lnTo>
                    <a:pt x="754805" y="154673"/>
                  </a:lnTo>
                  <a:lnTo>
                    <a:pt x="754805" y="199551"/>
                  </a:lnTo>
                  <a:lnTo>
                    <a:pt x="519181" y="199520"/>
                  </a:lnTo>
                  <a:cubicBezTo>
                    <a:pt x="353715" y="199515"/>
                    <a:pt x="188249" y="199440"/>
                    <a:pt x="22783" y="199687"/>
                  </a:cubicBezTo>
                  <a:cubicBezTo>
                    <a:pt x="11155" y="199704"/>
                    <a:pt x="-79" y="188530"/>
                    <a:pt x="1" y="176937"/>
                  </a:cubicBezTo>
                  <a:lnTo>
                    <a:pt x="141" y="40425"/>
                  </a:lnTo>
                  <a:lnTo>
                    <a:pt x="0" y="40425"/>
                  </a:ln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905" name="Group 904">
            <a:extLst>
              <a:ext uri="{FF2B5EF4-FFF2-40B4-BE49-F238E27FC236}">
                <a16:creationId xmlns:a16="http://schemas.microsoft.com/office/drawing/2014/main" id="{BE10452D-6BFA-949E-B1C9-240BA848F963}"/>
              </a:ext>
              <a:ext uri="{C183D7F6-B498-43B3-948B-1728B52AA6E4}">
                <adec:decorative xmlns:adec="http://schemas.microsoft.com/office/drawing/2017/decorative" val="1"/>
              </a:ext>
            </a:extLst>
          </p:cNvPr>
          <p:cNvGrpSpPr>
            <a:grpSpLocks noChangeAspect="1"/>
          </p:cNvGrpSpPr>
          <p:nvPr/>
        </p:nvGrpSpPr>
        <p:grpSpPr>
          <a:xfrm>
            <a:off x="8131351" y="2223703"/>
            <a:ext cx="456262" cy="457200"/>
            <a:chOff x="8131351" y="2223703"/>
            <a:chExt cx="456262" cy="457200"/>
          </a:xfrm>
          <a:solidFill>
            <a:srgbClr val="FF0000"/>
          </a:solidFill>
        </p:grpSpPr>
        <p:sp>
          <p:nvSpPr>
            <p:cNvPr id="1441" name="Freeform: Shape 1440">
              <a:extLst>
                <a:ext uri="{FF2B5EF4-FFF2-40B4-BE49-F238E27FC236}">
                  <a16:creationId xmlns:a16="http://schemas.microsoft.com/office/drawing/2014/main" id="{77CCE4E8-973D-6CD5-0DDE-607B5C0AD12C}"/>
                </a:ext>
                <a:ext uri="{C183D7F6-B498-43B3-948B-1728B52AA6E4}">
                  <adec:decorative xmlns:adec="http://schemas.microsoft.com/office/drawing/2017/decorative" val="1"/>
                </a:ext>
              </a:extLst>
            </p:cNvPr>
            <p:cNvSpPr/>
            <p:nvPr/>
          </p:nvSpPr>
          <p:spPr>
            <a:xfrm>
              <a:off x="8137313" y="2224119"/>
              <a:ext cx="450300" cy="450823"/>
            </a:xfrm>
            <a:custGeom>
              <a:avLst/>
              <a:gdLst>
                <a:gd name="connsiteX0" fmla="*/ 91730 w 838231"/>
                <a:gd name="connsiteY0" fmla="*/ 794811 h 839205"/>
                <a:gd name="connsiteX1" fmla="*/ 193112 w 838231"/>
                <a:gd name="connsiteY1" fmla="*/ 794811 h 839205"/>
                <a:gd name="connsiteX2" fmla="*/ 250437 w 838231"/>
                <a:gd name="connsiteY2" fmla="*/ 794811 h 839205"/>
                <a:gd name="connsiteX3" fmla="*/ 838231 w 838231"/>
                <a:gd name="connsiteY3" fmla="*/ 794811 h 839205"/>
                <a:gd name="connsiteX4" fmla="*/ 838231 w 838231"/>
                <a:gd name="connsiteY4" fmla="*/ 839205 h 839205"/>
                <a:gd name="connsiteX5" fmla="*/ 301521 w 838231"/>
                <a:gd name="connsiteY5" fmla="*/ 839205 h 839205"/>
                <a:gd name="connsiteX6" fmla="*/ 250437 w 838231"/>
                <a:gd name="connsiteY6" fmla="*/ 839205 h 839205"/>
                <a:gd name="connsiteX7" fmla="*/ 193112 w 838231"/>
                <a:gd name="connsiteY7" fmla="*/ 839205 h 839205"/>
                <a:gd name="connsiteX8" fmla="*/ 91730 w 838231"/>
                <a:gd name="connsiteY8" fmla="*/ 839205 h 839205"/>
                <a:gd name="connsiteX9" fmla="*/ 0 w 838231"/>
                <a:gd name="connsiteY9" fmla="*/ 0 h 839205"/>
                <a:gd name="connsiteX10" fmla="*/ 44394 w 838231"/>
                <a:gd name="connsiteY10" fmla="*/ 0 h 839205"/>
                <a:gd name="connsiteX11" fmla="*/ 44394 w 838231"/>
                <a:gd name="connsiteY11" fmla="*/ 534587 h 839205"/>
                <a:gd name="connsiteX12" fmla="*/ 44394 w 838231"/>
                <a:gd name="connsiteY12" fmla="*/ 589496 h 839205"/>
                <a:gd name="connsiteX13" fmla="*/ 44394 w 838231"/>
                <a:gd name="connsiteY13" fmla="*/ 637572 h 839205"/>
                <a:gd name="connsiteX14" fmla="*/ 44394 w 838231"/>
                <a:gd name="connsiteY14" fmla="*/ 753753 h 839205"/>
                <a:gd name="connsiteX15" fmla="*/ 0 w 838231"/>
                <a:gd name="connsiteY15" fmla="*/ 753753 h 839205"/>
                <a:gd name="connsiteX16" fmla="*/ 0 w 838231"/>
                <a:gd name="connsiteY16" fmla="*/ 637572 h 839205"/>
                <a:gd name="connsiteX17" fmla="*/ 0 w 838231"/>
                <a:gd name="connsiteY17" fmla="*/ 589496 h 83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31" h="839205">
                  <a:moveTo>
                    <a:pt x="91730" y="794811"/>
                  </a:moveTo>
                  <a:lnTo>
                    <a:pt x="193112" y="794811"/>
                  </a:lnTo>
                  <a:lnTo>
                    <a:pt x="250437" y="794811"/>
                  </a:lnTo>
                  <a:lnTo>
                    <a:pt x="838231" y="794811"/>
                  </a:lnTo>
                  <a:lnTo>
                    <a:pt x="838231" y="839205"/>
                  </a:lnTo>
                  <a:cubicBezTo>
                    <a:pt x="836934" y="839205"/>
                    <a:pt x="810693" y="839205"/>
                    <a:pt x="301521" y="839205"/>
                  </a:cubicBezTo>
                  <a:lnTo>
                    <a:pt x="250437" y="839205"/>
                  </a:lnTo>
                  <a:lnTo>
                    <a:pt x="193112" y="839205"/>
                  </a:lnTo>
                  <a:lnTo>
                    <a:pt x="91730" y="839205"/>
                  </a:lnTo>
                  <a:close/>
                  <a:moveTo>
                    <a:pt x="0" y="0"/>
                  </a:moveTo>
                  <a:lnTo>
                    <a:pt x="44394" y="0"/>
                  </a:lnTo>
                  <a:cubicBezTo>
                    <a:pt x="44394" y="0"/>
                    <a:pt x="44394" y="49303"/>
                    <a:pt x="44394" y="534587"/>
                  </a:cubicBezTo>
                  <a:lnTo>
                    <a:pt x="44394" y="589496"/>
                  </a:lnTo>
                  <a:lnTo>
                    <a:pt x="44394" y="637572"/>
                  </a:lnTo>
                  <a:lnTo>
                    <a:pt x="44394" y="753753"/>
                  </a:lnTo>
                  <a:lnTo>
                    <a:pt x="0" y="753753"/>
                  </a:lnTo>
                  <a:lnTo>
                    <a:pt x="0" y="637572"/>
                  </a:lnTo>
                  <a:lnTo>
                    <a:pt x="0" y="589496"/>
                  </a:lnTo>
                  <a:close/>
                </a:path>
              </a:pathLst>
            </a:custGeom>
            <a:solidFill>
              <a:schemeClr val="accent2"/>
            </a:solidFill>
            <a:ln w="6697" cap="flat">
              <a:noFill/>
              <a:prstDash val="solid"/>
              <a:miter/>
            </a:ln>
          </p:spPr>
          <p:txBody>
            <a:bodyPr wrap="square" rtlCol="0" anchor="ctr">
              <a:noAutofit/>
            </a:bodyPr>
            <a:lstStyle/>
            <a:p>
              <a:endParaRPr lang="en-US" dirty="0"/>
            </a:p>
          </p:txBody>
        </p:sp>
        <p:sp>
          <p:nvSpPr>
            <p:cNvPr id="1440" name="Freeform: Shape 1439">
              <a:extLst>
                <a:ext uri="{FF2B5EF4-FFF2-40B4-BE49-F238E27FC236}">
                  <a16:creationId xmlns:a16="http://schemas.microsoft.com/office/drawing/2014/main" id="{6B254BCB-B152-DE3B-041A-4C84C499A1A3}"/>
                </a:ext>
                <a:ext uri="{C183D7F6-B498-43B3-948B-1728B52AA6E4}">
                  <adec:decorative xmlns:adec="http://schemas.microsoft.com/office/drawing/2017/decorative" val="1"/>
                </a:ext>
              </a:extLst>
            </p:cNvPr>
            <p:cNvSpPr/>
            <p:nvPr/>
          </p:nvSpPr>
          <p:spPr>
            <a:xfrm>
              <a:off x="8131351" y="2223703"/>
              <a:ext cx="456261" cy="457200"/>
            </a:xfrm>
            <a:custGeom>
              <a:avLst/>
              <a:gdLst>
                <a:gd name="connsiteX0" fmla="*/ 0 w 849329"/>
                <a:gd name="connsiteY0" fmla="*/ 784486 h 851076"/>
                <a:gd name="connsiteX1" fmla="*/ 66590 w 849329"/>
                <a:gd name="connsiteY1" fmla="*/ 784486 h 851076"/>
                <a:gd name="connsiteX2" fmla="*/ 66590 w 849329"/>
                <a:gd name="connsiteY2" fmla="*/ 851076 h 851076"/>
                <a:gd name="connsiteX3" fmla="*/ 0 w 849329"/>
                <a:gd name="connsiteY3" fmla="*/ 851076 h 851076"/>
                <a:gd name="connsiteX4" fmla="*/ 337838 w 849329"/>
                <a:gd name="connsiteY4" fmla="*/ 0 h 851076"/>
                <a:gd name="connsiteX5" fmla="*/ 382682 w 849329"/>
                <a:gd name="connsiteY5" fmla="*/ 61376 h 851076"/>
                <a:gd name="connsiteX6" fmla="*/ 419196 w 849329"/>
                <a:gd name="connsiteY6" fmla="*/ 196560 h 851076"/>
                <a:gd name="connsiteX7" fmla="*/ 424962 w 849329"/>
                <a:gd name="connsiteY7" fmla="*/ 224529 h 851076"/>
                <a:gd name="connsiteX8" fmla="*/ 481336 w 849329"/>
                <a:gd name="connsiteY8" fmla="*/ 188014 h 851076"/>
                <a:gd name="connsiteX9" fmla="*/ 483898 w 849329"/>
                <a:gd name="connsiteY9" fmla="*/ 188014 h 851076"/>
                <a:gd name="connsiteX10" fmla="*/ 546037 w 849329"/>
                <a:gd name="connsiteY10" fmla="*/ 236960 h 851076"/>
                <a:gd name="connsiteX11" fmla="*/ 599208 w 849329"/>
                <a:gd name="connsiteY11" fmla="*/ 337958 h 851076"/>
                <a:gd name="connsiteX12" fmla="*/ 781724 w 849329"/>
                <a:gd name="connsiteY12" fmla="*/ 659274 h 851076"/>
                <a:gd name="connsiteX13" fmla="*/ 849329 w 849329"/>
                <a:gd name="connsiteY13" fmla="*/ 733594 h 851076"/>
                <a:gd name="connsiteX14" fmla="*/ 837090 w 849329"/>
                <a:gd name="connsiteY14" fmla="*/ 754293 h 851076"/>
                <a:gd name="connsiteX15" fmla="*/ 765378 w 849329"/>
                <a:gd name="connsiteY15" fmla="*/ 675746 h 851076"/>
                <a:gd name="connsiteX16" fmla="*/ 579350 w 849329"/>
                <a:gd name="connsiteY16" fmla="*/ 350388 h 851076"/>
                <a:gd name="connsiteX17" fmla="*/ 528741 w 849329"/>
                <a:gd name="connsiteY17" fmla="*/ 249390 h 851076"/>
                <a:gd name="connsiteX18" fmla="*/ 483898 w 849329"/>
                <a:gd name="connsiteY18" fmla="*/ 212874 h 851076"/>
                <a:gd name="connsiteX19" fmla="*/ 439055 w 849329"/>
                <a:gd name="connsiteY19" fmla="*/ 246282 h 851076"/>
                <a:gd name="connsiteX20" fmla="*/ 433290 w 849329"/>
                <a:gd name="connsiteY20" fmla="*/ 255606 h 851076"/>
                <a:gd name="connsiteX21" fmla="*/ 534726 w 849329"/>
                <a:gd name="connsiteY21" fmla="*/ 582711 h 851076"/>
                <a:gd name="connsiteX22" fmla="*/ 578293 w 849329"/>
                <a:gd name="connsiteY22" fmla="*/ 673709 h 851076"/>
                <a:gd name="connsiteX23" fmla="*/ 561655 w 849329"/>
                <a:gd name="connsiteY23" fmla="*/ 686244 h 851076"/>
                <a:gd name="connsiteX24" fmla="*/ 518070 w 849329"/>
                <a:gd name="connsiteY24" fmla="*/ 597946 h 851076"/>
                <a:gd name="connsiteX25" fmla="*/ 416633 w 849329"/>
                <a:gd name="connsiteY25" fmla="*/ 286682 h 851076"/>
                <a:gd name="connsiteX26" fmla="*/ 380119 w 849329"/>
                <a:gd name="connsiteY26" fmla="*/ 357382 h 851076"/>
                <a:gd name="connsiteX27" fmla="*/ 176433 w 849329"/>
                <a:gd name="connsiteY27" fmla="*/ 694539 h 851076"/>
                <a:gd name="connsiteX28" fmla="*/ 97424 w 849329"/>
                <a:gd name="connsiteY28" fmla="*/ 773487 h 851076"/>
                <a:gd name="connsiteX29" fmla="*/ 84227 w 849329"/>
                <a:gd name="connsiteY29" fmla="*/ 753925 h 851076"/>
                <a:gd name="connsiteX30" fmla="*/ 160458 w 849329"/>
                <a:gd name="connsiteY30" fmla="*/ 676876 h 851076"/>
                <a:gd name="connsiteX31" fmla="*/ 360900 w 849329"/>
                <a:gd name="connsiteY31" fmla="*/ 345727 h 851076"/>
                <a:gd name="connsiteX32" fmla="*/ 408946 w 849329"/>
                <a:gd name="connsiteY32" fmla="*/ 254052 h 851076"/>
                <a:gd name="connsiteX33" fmla="*/ 397415 w 849329"/>
                <a:gd name="connsiteY33" fmla="*/ 205106 h 851076"/>
                <a:gd name="connsiteX34" fmla="*/ 363463 w 849329"/>
                <a:gd name="connsiteY34" fmla="*/ 73031 h 851076"/>
                <a:gd name="connsiteX35" fmla="*/ 338479 w 849329"/>
                <a:gd name="connsiteY35" fmla="*/ 27192 h 851076"/>
                <a:gd name="connsiteX36" fmla="*/ 316057 w 849329"/>
                <a:gd name="connsiteY36" fmla="*/ 66814 h 851076"/>
                <a:gd name="connsiteX37" fmla="*/ 276979 w 849329"/>
                <a:gd name="connsiteY37" fmla="*/ 213652 h 851076"/>
                <a:gd name="connsiteX38" fmla="*/ 96966 w 849329"/>
                <a:gd name="connsiteY38" fmla="*/ 706994 h 851076"/>
                <a:gd name="connsiteX39" fmla="*/ 95098 w 849329"/>
                <a:gd name="connsiteY39" fmla="*/ 708000 h 851076"/>
                <a:gd name="connsiteX40" fmla="*/ 77554 w 849329"/>
                <a:gd name="connsiteY40" fmla="*/ 691378 h 851076"/>
                <a:gd name="connsiteX41" fmla="*/ 132301 w 849329"/>
                <a:gd name="connsiteY41" fmla="*/ 586572 h 851076"/>
                <a:gd name="connsiteX42" fmla="*/ 253918 w 849329"/>
                <a:gd name="connsiteY42" fmla="*/ 201998 h 851076"/>
                <a:gd name="connsiteX43" fmla="*/ 292994 w 849329"/>
                <a:gd name="connsiteY43" fmla="*/ 58270 h 851076"/>
                <a:gd name="connsiteX44" fmla="*/ 337838 w 849329"/>
                <a:gd name="connsiteY44" fmla="*/ 0 h 85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49329" h="851076">
                  <a:moveTo>
                    <a:pt x="0" y="784486"/>
                  </a:moveTo>
                  <a:lnTo>
                    <a:pt x="66590" y="784486"/>
                  </a:lnTo>
                  <a:lnTo>
                    <a:pt x="66590" y="851076"/>
                  </a:lnTo>
                  <a:lnTo>
                    <a:pt x="0" y="851076"/>
                  </a:lnTo>
                  <a:close/>
                  <a:moveTo>
                    <a:pt x="337838" y="0"/>
                  </a:moveTo>
                  <a:cubicBezTo>
                    <a:pt x="351932" y="3108"/>
                    <a:pt x="368588" y="12430"/>
                    <a:pt x="382682" y="61376"/>
                  </a:cubicBezTo>
                  <a:cubicBezTo>
                    <a:pt x="396775" y="107992"/>
                    <a:pt x="407665" y="150722"/>
                    <a:pt x="419196" y="196560"/>
                  </a:cubicBezTo>
                  <a:cubicBezTo>
                    <a:pt x="422399" y="205883"/>
                    <a:pt x="422399" y="215206"/>
                    <a:pt x="424962" y="224529"/>
                  </a:cubicBezTo>
                  <a:cubicBezTo>
                    <a:pt x="442258" y="200444"/>
                    <a:pt x="461477" y="188014"/>
                    <a:pt x="481336" y="188014"/>
                  </a:cubicBezTo>
                  <a:lnTo>
                    <a:pt x="483898" y="188014"/>
                  </a:lnTo>
                  <a:cubicBezTo>
                    <a:pt x="506960" y="188014"/>
                    <a:pt x="531944" y="206660"/>
                    <a:pt x="546037" y="236960"/>
                  </a:cubicBezTo>
                  <a:cubicBezTo>
                    <a:pt x="565256" y="270366"/>
                    <a:pt x="579350" y="304552"/>
                    <a:pt x="599208" y="337958"/>
                  </a:cubicBezTo>
                  <a:cubicBezTo>
                    <a:pt x="655904" y="450417"/>
                    <a:pt x="712957" y="568557"/>
                    <a:pt x="781724" y="659274"/>
                  </a:cubicBezTo>
                  <a:lnTo>
                    <a:pt x="849329" y="733594"/>
                  </a:lnTo>
                  <a:lnTo>
                    <a:pt x="837090" y="754293"/>
                  </a:lnTo>
                  <a:lnTo>
                    <a:pt x="765378" y="675746"/>
                  </a:lnTo>
                  <a:cubicBezTo>
                    <a:pt x="694540" y="583464"/>
                    <a:pt x="636044" y="465179"/>
                    <a:pt x="579350" y="350388"/>
                  </a:cubicBezTo>
                  <a:cubicBezTo>
                    <a:pt x="559491" y="313874"/>
                    <a:pt x="545397" y="282798"/>
                    <a:pt x="528741" y="249390"/>
                  </a:cubicBezTo>
                  <a:cubicBezTo>
                    <a:pt x="514647" y="225306"/>
                    <a:pt x="497991" y="212874"/>
                    <a:pt x="483898" y="212874"/>
                  </a:cubicBezTo>
                  <a:cubicBezTo>
                    <a:pt x="467242" y="212874"/>
                    <a:pt x="450586" y="224529"/>
                    <a:pt x="439055" y="246282"/>
                  </a:cubicBezTo>
                  <a:cubicBezTo>
                    <a:pt x="435852" y="249390"/>
                    <a:pt x="435852" y="252498"/>
                    <a:pt x="433290" y="255606"/>
                  </a:cubicBezTo>
                  <a:cubicBezTo>
                    <a:pt x="462598" y="370977"/>
                    <a:pt x="493708" y="484164"/>
                    <a:pt x="534726" y="582711"/>
                  </a:cubicBezTo>
                  <a:lnTo>
                    <a:pt x="578293" y="673709"/>
                  </a:lnTo>
                  <a:lnTo>
                    <a:pt x="561655" y="686244"/>
                  </a:lnTo>
                  <a:lnTo>
                    <a:pt x="518070" y="597946"/>
                  </a:lnTo>
                  <a:cubicBezTo>
                    <a:pt x="477051" y="502713"/>
                    <a:pt x="445941" y="394479"/>
                    <a:pt x="416633" y="286682"/>
                  </a:cubicBezTo>
                  <a:cubicBezTo>
                    <a:pt x="405103" y="308436"/>
                    <a:pt x="394212" y="332520"/>
                    <a:pt x="380119" y="357382"/>
                  </a:cubicBezTo>
                  <a:cubicBezTo>
                    <a:pt x="317179" y="477414"/>
                    <a:pt x="252436" y="602255"/>
                    <a:pt x="176433" y="694539"/>
                  </a:cubicBezTo>
                  <a:lnTo>
                    <a:pt x="97424" y="773487"/>
                  </a:lnTo>
                  <a:lnTo>
                    <a:pt x="84227" y="753925"/>
                  </a:lnTo>
                  <a:lnTo>
                    <a:pt x="160458" y="676876"/>
                  </a:lnTo>
                  <a:cubicBezTo>
                    <a:pt x="235019" y="586377"/>
                    <a:pt x="299400" y="465179"/>
                    <a:pt x="360900" y="345727"/>
                  </a:cubicBezTo>
                  <a:cubicBezTo>
                    <a:pt x="378196" y="315428"/>
                    <a:pt x="394853" y="284352"/>
                    <a:pt x="408946" y="254052"/>
                  </a:cubicBezTo>
                  <a:cubicBezTo>
                    <a:pt x="405743" y="238514"/>
                    <a:pt x="403180" y="223752"/>
                    <a:pt x="397415" y="205106"/>
                  </a:cubicBezTo>
                  <a:cubicBezTo>
                    <a:pt x="385885" y="158492"/>
                    <a:pt x="374993" y="115760"/>
                    <a:pt x="363463" y="73031"/>
                  </a:cubicBezTo>
                  <a:cubicBezTo>
                    <a:pt x="352572" y="36516"/>
                    <a:pt x="344244" y="27192"/>
                    <a:pt x="338479" y="27192"/>
                  </a:cubicBezTo>
                  <a:cubicBezTo>
                    <a:pt x="335916" y="27192"/>
                    <a:pt x="324385" y="36516"/>
                    <a:pt x="316057" y="66814"/>
                  </a:cubicBezTo>
                  <a:cubicBezTo>
                    <a:pt x="301964" y="112652"/>
                    <a:pt x="291073" y="161598"/>
                    <a:pt x="276979" y="213652"/>
                  </a:cubicBezTo>
                  <a:cubicBezTo>
                    <a:pt x="228934" y="391566"/>
                    <a:pt x="178326" y="578026"/>
                    <a:pt x="96966" y="706994"/>
                  </a:cubicBezTo>
                  <a:lnTo>
                    <a:pt x="95098" y="708000"/>
                  </a:lnTo>
                  <a:lnTo>
                    <a:pt x="77554" y="691378"/>
                  </a:lnTo>
                  <a:lnTo>
                    <a:pt x="132301" y="586572"/>
                  </a:lnTo>
                  <a:cubicBezTo>
                    <a:pt x="182209" y="472364"/>
                    <a:pt x="217883" y="335433"/>
                    <a:pt x="253918" y="201998"/>
                  </a:cubicBezTo>
                  <a:cubicBezTo>
                    <a:pt x="268011" y="153052"/>
                    <a:pt x="278901" y="104107"/>
                    <a:pt x="292994" y="58270"/>
                  </a:cubicBezTo>
                  <a:cubicBezTo>
                    <a:pt x="307089" y="12430"/>
                    <a:pt x="323744" y="0"/>
                    <a:pt x="337838" y="0"/>
                  </a:cubicBezTo>
                  <a:close/>
                </a:path>
              </a:pathLst>
            </a:custGeom>
            <a:solidFill>
              <a:schemeClr val="bg1"/>
            </a:solidFill>
            <a:ln w="5755" cap="flat">
              <a:noFill/>
              <a:prstDash val="solid"/>
              <a:miter/>
            </a:ln>
          </p:spPr>
          <p:txBody>
            <a:bodyPr wrap="square" rtlCol="0" anchor="ctr">
              <a:noAutofit/>
            </a:bodyPr>
            <a:lstStyle/>
            <a:p>
              <a:endParaRPr lang="en-US" dirty="0"/>
            </a:p>
          </p:txBody>
        </p:sp>
      </p:grpSp>
      <p:grpSp>
        <p:nvGrpSpPr>
          <p:cNvPr id="904" name="Group 903">
            <a:extLst>
              <a:ext uri="{FF2B5EF4-FFF2-40B4-BE49-F238E27FC236}">
                <a16:creationId xmlns:a16="http://schemas.microsoft.com/office/drawing/2014/main" id="{52AD8829-8CA3-932A-7C6F-7C332E114883}"/>
              </a:ext>
              <a:ext uri="{C183D7F6-B498-43B3-948B-1728B52AA6E4}">
                <adec:decorative xmlns:adec="http://schemas.microsoft.com/office/drawing/2017/decorative" val="1"/>
              </a:ext>
            </a:extLst>
          </p:cNvPr>
          <p:cNvGrpSpPr>
            <a:grpSpLocks noChangeAspect="1"/>
          </p:cNvGrpSpPr>
          <p:nvPr/>
        </p:nvGrpSpPr>
        <p:grpSpPr>
          <a:xfrm>
            <a:off x="8755963" y="2223703"/>
            <a:ext cx="457493" cy="457200"/>
            <a:chOff x="8755963" y="2223703"/>
            <a:chExt cx="457493" cy="457200"/>
          </a:xfrm>
          <a:solidFill>
            <a:srgbClr val="FF0000"/>
          </a:solidFill>
        </p:grpSpPr>
        <p:sp>
          <p:nvSpPr>
            <p:cNvPr id="1442" name="Freeform: Shape 1441">
              <a:extLst>
                <a:ext uri="{FF2B5EF4-FFF2-40B4-BE49-F238E27FC236}">
                  <a16:creationId xmlns:a16="http://schemas.microsoft.com/office/drawing/2014/main" id="{4F11695C-62D6-E860-B53B-D8CD22337B89}"/>
                </a:ext>
                <a:ext uri="{C183D7F6-B498-43B3-948B-1728B52AA6E4}">
                  <adec:decorative xmlns:adec="http://schemas.microsoft.com/office/drawing/2017/decorative" val="1"/>
                </a:ext>
              </a:extLst>
            </p:cNvPr>
            <p:cNvSpPr/>
            <p:nvPr/>
          </p:nvSpPr>
          <p:spPr>
            <a:xfrm>
              <a:off x="8771906" y="2277813"/>
              <a:ext cx="386416" cy="387077"/>
            </a:xfrm>
            <a:custGeom>
              <a:avLst/>
              <a:gdLst>
                <a:gd name="connsiteX0" fmla="*/ 0 w 727928"/>
                <a:gd name="connsiteY0" fmla="*/ 660933 h 729172"/>
                <a:gd name="connsiteX1" fmla="*/ 68239 w 727928"/>
                <a:gd name="connsiteY1" fmla="*/ 660933 h 729172"/>
                <a:gd name="connsiteX2" fmla="*/ 68239 w 727928"/>
                <a:gd name="connsiteY2" fmla="*/ 729172 h 729172"/>
                <a:gd name="connsiteX3" fmla="*/ 0 w 727928"/>
                <a:gd name="connsiteY3" fmla="*/ 729172 h 729172"/>
                <a:gd name="connsiteX4" fmla="*/ 385961 w 727928"/>
                <a:gd name="connsiteY4" fmla="*/ 630345 h 729172"/>
                <a:gd name="connsiteX5" fmla="*/ 412478 w 727928"/>
                <a:gd name="connsiteY5" fmla="*/ 630345 h 729172"/>
                <a:gd name="connsiteX6" fmla="*/ 412478 w 727928"/>
                <a:gd name="connsiteY6" fmla="*/ 657415 h 729172"/>
                <a:gd name="connsiteX7" fmla="*/ 385961 w 727928"/>
                <a:gd name="connsiteY7" fmla="*/ 657415 h 729172"/>
                <a:gd name="connsiteX8" fmla="*/ 385961 w 727928"/>
                <a:gd name="connsiteY8" fmla="*/ 578414 h 729172"/>
                <a:gd name="connsiteX9" fmla="*/ 412478 w 727928"/>
                <a:gd name="connsiteY9" fmla="*/ 578414 h 729172"/>
                <a:gd name="connsiteX10" fmla="*/ 412478 w 727928"/>
                <a:gd name="connsiteY10" fmla="*/ 603827 h 729172"/>
                <a:gd name="connsiteX11" fmla="*/ 385961 w 727928"/>
                <a:gd name="connsiteY11" fmla="*/ 603827 h 729172"/>
                <a:gd name="connsiteX12" fmla="*/ 385961 w 727928"/>
                <a:gd name="connsiteY12" fmla="*/ 526485 h 729172"/>
                <a:gd name="connsiteX13" fmla="*/ 412478 w 727928"/>
                <a:gd name="connsiteY13" fmla="*/ 526485 h 729172"/>
                <a:gd name="connsiteX14" fmla="*/ 412478 w 727928"/>
                <a:gd name="connsiteY14" fmla="*/ 553002 h 729172"/>
                <a:gd name="connsiteX15" fmla="*/ 385961 w 727928"/>
                <a:gd name="connsiteY15" fmla="*/ 553002 h 729172"/>
                <a:gd name="connsiteX16" fmla="*/ 385961 w 727928"/>
                <a:gd name="connsiteY16" fmla="*/ 419862 h 729172"/>
                <a:gd name="connsiteX17" fmla="*/ 412478 w 727928"/>
                <a:gd name="connsiteY17" fmla="*/ 419862 h 729172"/>
                <a:gd name="connsiteX18" fmla="*/ 412478 w 727928"/>
                <a:gd name="connsiteY18" fmla="*/ 446932 h 729172"/>
                <a:gd name="connsiteX19" fmla="*/ 385961 w 727928"/>
                <a:gd name="connsiteY19" fmla="*/ 446932 h 729172"/>
                <a:gd name="connsiteX20" fmla="*/ 385961 w 727928"/>
                <a:gd name="connsiteY20" fmla="*/ 367931 h 729172"/>
                <a:gd name="connsiteX21" fmla="*/ 412478 w 727928"/>
                <a:gd name="connsiteY21" fmla="*/ 367931 h 729172"/>
                <a:gd name="connsiteX22" fmla="*/ 412478 w 727928"/>
                <a:gd name="connsiteY22" fmla="*/ 394448 h 729172"/>
                <a:gd name="connsiteX23" fmla="*/ 385961 w 727928"/>
                <a:gd name="connsiteY23" fmla="*/ 394448 h 729172"/>
                <a:gd name="connsiteX24" fmla="*/ 700858 w 727928"/>
                <a:gd name="connsiteY24" fmla="*/ 316001 h 729172"/>
                <a:gd name="connsiteX25" fmla="*/ 727928 w 727928"/>
                <a:gd name="connsiteY25" fmla="*/ 316001 h 729172"/>
                <a:gd name="connsiteX26" fmla="*/ 727928 w 727928"/>
                <a:gd name="connsiteY26" fmla="*/ 341414 h 729172"/>
                <a:gd name="connsiteX27" fmla="*/ 700858 w 727928"/>
                <a:gd name="connsiteY27" fmla="*/ 341414 h 729172"/>
                <a:gd name="connsiteX28" fmla="*/ 648927 w 727928"/>
                <a:gd name="connsiteY28" fmla="*/ 316001 h 729172"/>
                <a:gd name="connsiteX29" fmla="*/ 675997 w 727928"/>
                <a:gd name="connsiteY29" fmla="*/ 316001 h 729172"/>
                <a:gd name="connsiteX30" fmla="*/ 675997 w 727928"/>
                <a:gd name="connsiteY30" fmla="*/ 341414 h 729172"/>
                <a:gd name="connsiteX31" fmla="*/ 648927 w 727928"/>
                <a:gd name="connsiteY31" fmla="*/ 341414 h 729172"/>
                <a:gd name="connsiteX32" fmla="*/ 597549 w 727928"/>
                <a:gd name="connsiteY32" fmla="*/ 316001 h 729172"/>
                <a:gd name="connsiteX33" fmla="*/ 624066 w 727928"/>
                <a:gd name="connsiteY33" fmla="*/ 316001 h 729172"/>
                <a:gd name="connsiteX34" fmla="*/ 624066 w 727928"/>
                <a:gd name="connsiteY34" fmla="*/ 341414 h 729172"/>
                <a:gd name="connsiteX35" fmla="*/ 597549 w 727928"/>
                <a:gd name="connsiteY35" fmla="*/ 341414 h 729172"/>
                <a:gd name="connsiteX36" fmla="*/ 492031 w 727928"/>
                <a:gd name="connsiteY36" fmla="*/ 316001 h 729172"/>
                <a:gd name="connsiteX37" fmla="*/ 518548 w 727928"/>
                <a:gd name="connsiteY37" fmla="*/ 316001 h 729172"/>
                <a:gd name="connsiteX38" fmla="*/ 518548 w 727928"/>
                <a:gd name="connsiteY38" fmla="*/ 341414 h 729172"/>
                <a:gd name="connsiteX39" fmla="*/ 492031 w 727928"/>
                <a:gd name="connsiteY39" fmla="*/ 341414 h 729172"/>
                <a:gd name="connsiteX40" fmla="*/ 438997 w 727928"/>
                <a:gd name="connsiteY40" fmla="*/ 316001 h 729172"/>
                <a:gd name="connsiteX41" fmla="*/ 465514 w 727928"/>
                <a:gd name="connsiteY41" fmla="*/ 316001 h 729172"/>
                <a:gd name="connsiteX42" fmla="*/ 465514 w 727928"/>
                <a:gd name="connsiteY42" fmla="*/ 341414 h 729172"/>
                <a:gd name="connsiteX43" fmla="*/ 438997 w 727928"/>
                <a:gd name="connsiteY43" fmla="*/ 341414 h 729172"/>
                <a:gd name="connsiteX44" fmla="*/ 335136 w 727928"/>
                <a:gd name="connsiteY44" fmla="*/ 316001 h 729172"/>
                <a:gd name="connsiteX45" fmla="*/ 361653 w 727928"/>
                <a:gd name="connsiteY45" fmla="*/ 316001 h 729172"/>
                <a:gd name="connsiteX46" fmla="*/ 361653 w 727928"/>
                <a:gd name="connsiteY46" fmla="*/ 341414 h 729172"/>
                <a:gd name="connsiteX47" fmla="*/ 335136 w 727928"/>
                <a:gd name="connsiteY47" fmla="*/ 341414 h 729172"/>
                <a:gd name="connsiteX48" fmla="*/ 282101 w 727928"/>
                <a:gd name="connsiteY48" fmla="*/ 316001 h 729172"/>
                <a:gd name="connsiteX49" fmla="*/ 308618 w 727928"/>
                <a:gd name="connsiteY49" fmla="*/ 316001 h 729172"/>
                <a:gd name="connsiteX50" fmla="*/ 308618 w 727928"/>
                <a:gd name="connsiteY50" fmla="*/ 341414 h 729172"/>
                <a:gd name="connsiteX51" fmla="*/ 282101 w 727928"/>
                <a:gd name="connsiteY51" fmla="*/ 341414 h 729172"/>
                <a:gd name="connsiteX52" fmla="*/ 176582 w 727928"/>
                <a:gd name="connsiteY52" fmla="*/ 316001 h 729172"/>
                <a:gd name="connsiteX53" fmla="*/ 203099 w 727928"/>
                <a:gd name="connsiteY53" fmla="*/ 316001 h 729172"/>
                <a:gd name="connsiteX54" fmla="*/ 203099 w 727928"/>
                <a:gd name="connsiteY54" fmla="*/ 341414 h 729172"/>
                <a:gd name="connsiteX55" fmla="*/ 176582 w 727928"/>
                <a:gd name="connsiteY55" fmla="*/ 341414 h 729172"/>
                <a:gd name="connsiteX56" fmla="*/ 123547 w 727928"/>
                <a:gd name="connsiteY56" fmla="*/ 316001 h 729172"/>
                <a:gd name="connsiteX57" fmla="*/ 150064 w 727928"/>
                <a:gd name="connsiteY57" fmla="*/ 316001 h 729172"/>
                <a:gd name="connsiteX58" fmla="*/ 150064 w 727928"/>
                <a:gd name="connsiteY58" fmla="*/ 341414 h 729172"/>
                <a:gd name="connsiteX59" fmla="*/ 123547 w 727928"/>
                <a:gd name="connsiteY59" fmla="*/ 341414 h 729172"/>
                <a:gd name="connsiteX60" fmla="*/ 72722 w 727928"/>
                <a:gd name="connsiteY60" fmla="*/ 316001 h 729172"/>
                <a:gd name="connsiteX61" fmla="*/ 98135 w 727928"/>
                <a:gd name="connsiteY61" fmla="*/ 316001 h 729172"/>
                <a:gd name="connsiteX62" fmla="*/ 98135 w 727928"/>
                <a:gd name="connsiteY62" fmla="*/ 341414 h 729172"/>
                <a:gd name="connsiteX63" fmla="*/ 72722 w 727928"/>
                <a:gd name="connsiteY63" fmla="*/ 341414 h 729172"/>
                <a:gd name="connsiteX64" fmla="*/ 385961 w 727928"/>
                <a:gd name="connsiteY64" fmla="*/ 315448 h 729172"/>
                <a:gd name="connsiteX65" fmla="*/ 412478 w 727928"/>
                <a:gd name="connsiteY65" fmla="*/ 315448 h 729172"/>
                <a:gd name="connsiteX66" fmla="*/ 412478 w 727928"/>
                <a:gd name="connsiteY66" fmla="*/ 341965 h 729172"/>
                <a:gd name="connsiteX67" fmla="*/ 385961 w 727928"/>
                <a:gd name="connsiteY67" fmla="*/ 341965 h 729172"/>
                <a:gd name="connsiteX68" fmla="*/ 385961 w 727928"/>
                <a:gd name="connsiteY68" fmla="*/ 262966 h 729172"/>
                <a:gd name="connsiteX69" fmla="*/ 412478 w 727928"/>
                <a:gd name="connsiteY69" fmla="*/ 262966 h 729172"/>
                <a:gd name="connsiteX70" fmla="*/ 412478 w 727928"/>
                <a:gd name="connsiteY70" fmla="*/ 289483 h 729172"/>
                <a:gd name="connsiteX71" fmla="*/ 385961 w 727928"/>
                <a:gd name="connsiteY71" fmla="*/ 289483 h 729172"/>
                <a:gd name="connsiteX72" fmla="*/ 385961 w 727928"/>
                <a:gd name="connsiteY72" fmla="*/ 210483 h 729172"/>
                <a:gd name="connsiteX73" fmla="*/ 412478 w 727928"/>
                <a:gd name="connsiteY73" fmla="*/ 210483 h 729172"/>
                <a:gd name="connsiteX74" fmla="*/ 412478 w 727928"/>
                <a:gd name="connsiteY74" fmla="*/ 237553 h 729172"/>
                <a:gd name="connsiteX75" fmla="*/ 385961 w 727928"/>
                <a:gd name="connsiteY75" fmla="*/ 237553 h 729172"/>
                <a:gd name="connsiteX76" fmla="*/ 385961 w 727928"/>
                <a:gd name="connsiteY76" fmla="*/ 104413 h 729172"/>
                <a:gd name="connsiteX77" fmla="*/ 412478 w 727928"/>
                <a:gd name="connsiteY77" fmla="*/ 104413 h 729172"/>
                <a:gd name="connsiteX78" fmla="*/ 412478 w 727928"/>
                <a:gd name="connsiteY78" fmla="*/ 130930 h 729172"/>
                <a:gd name="connsiteX79" fmla="*/ 385961 w 727928"/>
                <a:gd name="connsiteY79" fmla="*/ 130930 h 729172"/>
                <a:gd name="connsiteX80" fmla="*/ 385961 w 727928"/>
                <a:gd name="connsiteY80" fmla="*/ 53588 h 729172"/>
                <a:gd name="connsiteX81" fmla="*/ 412478 w 727928"/>
                <a:gd name="connsiteY81" fmla="*/ 53588 h 729172"/>
                <a:gd name="connsiteX82" fmla="*/ 412478 w 727928"/>
                <a:gd name="connsiteY82" fmla="*/ 79001 h 729172"/>
                <a:gd name="connsiteX83" fmla="*/ 385961 w 727928"/>
                <a:gd name="connsiteY83" fmla="*/ 79001 h 729172"/>
                <a:gd name="connsiteX84" fmla="*/ 385961 w 727928"/>
                <a:gd name="connsiteY84" fmla="*/ 0 h 729172"/>
                <a:gd name="connsiteX85" fmla="*/ 412478 w 727928"/>
                <a:gd name="connsiteY85" fmla="*/ 0 h 729172"/>
                <a:gd name="connsiteX86" fmla="*/ 412478 w 727928"/>
                <a:gd name="connsiteY86" fmla="*/ 27070 h 729172"/>
                <a:gd name="connsiteX87" fmla="*/ 385961 w 727928"/>
                <a:gd name="connsiteY87" fmla="*/ 27070 h 7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727928" h="729172">
                  <a:moveTo>
                    <a:pt x="0" y="660933"/>
                  </a:moveTo>
                  <a:lnTo>
                    <a:pt x="68239" y="660933"/>
                  </a:lnTo>
                  <a:lnTo>
                    <a:pt x="68239" y="729172"/>
                  </a:lnTo>
                  <a:lnTo>
                    <a:pt x="0" y="729172"/>
                  </a:lnTo>
                  <a:close/>
                  <a:moveTo>
                    <a:pt x="385961" y="630345"/>
                  </a:moveTo>
                  <a:lnTo>
                    <a:pt x="412478" y="630345"/>
                  </a:lnTo>
                  <a:lnTo>
                    <a:pt x="412478" y="657415"/>
                  </a:lnTo>
                  <a:lnTo>
                    <a:pt x="385961" y="657415"/>
                  </a:lnTo>
                  <a:close/>
                  <a:moveTo>
                    <a:pt x="385961" y="578414"/>
                  </a:moveTo>
                  <a:lnTo>
                    <a:pt x="412478" y="578414"/>
                  </a:lnTo>
                  <a:lnTo>
                    <a:pt x="412478" y="603827"/>
                  </a:lnTo>
                  <a:lnTo>
                    <a:pt x="385961" y="603827"/>
                  </a:lnTo>
                  <a:close/>
                  <a:moveTo>
                    <a:pt x="385961" y="526485"/>
                  </a:moveTo>
                  <a:lnTo>
                    <a:pt x="412478" y="526485"/>
                  </a:lnTo>
                  <a:lnTo>
                    <a:pt x="412478" y="553002"/>
                  </a:lnTo>
                  <a:lnTo>
                    <a:pt x="385961" y="553002"/>
                  </a:lnTo>
                  <a:close/>
                  <a:moveTo>
                    <a:pt x="385961" y="419862"/>
                  </a:moveTo>
                  <a:lnTo>
                    <a:pt x="412478" y="419862"/>
                  </a:lnTo>
                  <a:lnTo>
                    <a:pt x="412478" y="446932"/>
                  </a:lnTo>
                  <a:lnTo>
                    <a:pt x="385961" y="446932"/>
                  </a:lnTo>
                  <a:close/>
                  <a:moveTo>
                    <a:pt x="385961" y="367931"/>
                  </a:moveTo>
                  <a:lnTo>
                    <a:pt x="412478" y="367931"/>
                  </a:lnTo>
                  <a:lnTo>
                    <a:pt x="412478" y="394448"/>
                  </a:lnTo>
                  <a:lnTo>
                    <a:pt x="385961" y="394448"/>
                  </a:lnTo>
                  <a:close/>
                  <a:moveTo>
                    <a:pt x="700858" y="316001"/>
                  </a:moveTo>
                  <a:lnTo>
                    <a:pt x="727928" y="316001"/>
                  </a:lnTo>
                  <a:lnTo>
                    <a:pt x="727928" y="341414"/>
                  </a:lnTo>
                  <a:lnTo>
                    <a:pt x="700858" y="341414"/>
                  </a:lnTo>
                  <a:close/>
                  <a:moveTo>
                    <a:pt x="648927" y="316001"/>
                  </a:moveTo>
                  <a:lnTo>
                    <a:pt x="675997" y="316001"/>
                  </a:lnTo>
                  <a:lnTo>
                    <a:pt x="675997" y="341414"/>
                  </a:lnTo>
                  <a:lnTo>
                    <a:pt x="648927" y="341414"/>
                  </a:lnTo>
                  <a:close/>
                  <a:moveTo>
                    <a:pt x="597549" y="316001"/>
                  </a:moveTo>
                  <a:lnTo>
                    <a:pt x="624066" y="316001"/>
                  </a:lnTo>
                  <a:lnTo>
                    <a:pt x="624066" y="341414"/>
                  </a:lnTo>
                  <a:lnTo>
                    <a:pt x="597549" y="341414"/>
                  </a:lnTo>
                  <a:close/>
                  <a:moveTo>
                    <a:pt x="492031" y="316001"/>
                  </a:moveTo>
                  <a:lnTo>
                    <a:pt x="518548" y="316001"/>
                  </a:lnTo>
                  <a:lnTo>
                    <a:pt x="518548" y="341414"/>
                  </a:lnTo>
                  <a:lnTo>
                    <a:pt x="492031" y="341414"/>
                  </a:lnTo>
                  <a:close/>
                  <a:moveTo>
                    <a:pt x="438997" y="316001"/>
                  </a:moveTo>
                  <a:lnTo>
                    <a:pt x="465514" y="316001"/>
                  </a:lnTo>
                  <a:lnTo>
                    <a:pt x="465514" y="341414"/>
                  </a:lnTo>
                  <a:lnTo>
                    <a:pt x="438997" y="341414"/>
                  </a:lnTo>
                  <a:close/>
                  <a:moveTo>
                    <a:pt x="335136" y="316001"/>
                  </a:moveTo>
                  <a:lnTo>
                    <a:pt x="361653" y="316001"/>
                  </a:lnTo>
                  <a:lnTo>
                    <a:pt x="361653" y="341414"/>
                  </a:lnTo>
                  <a:lnTo>
                    <a:pt x="335136" y="341414"/>
                  </a:lnTo>
                  <a:close/>
                  <a:moveTo>
                    <a:pt x="282101" y="316001"/>
                  </a:moveTo>
                  <a:lnTo>
                    <a:pt x="308618" y="316001"/>
                  </a:lnTo>
                  <a:lnTo>
                    <a:pt x="308618" y="341414"/>
                  </a:lnTo>
                  <a:lnTo>
                    <a:pt x="282101" y="341414"/>
                  </a:lnTo>
                  <a:close/>
                  <a:moveTo>
                    <a:pt x="176582" y="316001"/>
                  </a:moveTo>
                  <a:lnTo>
                    <a:pt x="203099" y="316001"/>
                  </a:lnTo>
                  <a:lnTo>
                    <a:pt x="203099" y="341414"/>
                  </a:lnTo>
                  <a:lnTo>
                    <a:pt x="176582" y="341414"/>
                  </a:lnTo>
                  <a:close/>
                  <a:moveTo>
                    <a:pt x="123547" y="316001"/>
                  </a:moveTo>
                  <a:lnTo>
                    <a:pt x="150064" y="316001"/>
                  </a:lnTo>
                  <a:lnTo>
                    <a:pt x="150064" y="341414"/>
                  </a:lnTo>
                  <a:lnTo>
                    <a:pt x="123547" y="341414"/>
                  </a:lnTo>
                  <a:close/>
                  <a:moveTo>
                    <a:pt x="72722" y="316001"/>
                  </a:moveTo>
                  <a:lnTo>
                    <a:pt x="98135" y="316001"/>
                  </a:lnTo>
                  <a:lnTo>
                    <a:pt x="98135" y="341414"/>
                  </a:lnTo>
                  <a:lnTo>
                    <a:pt x="72722" y="341414"/>
                  </a:lnTo>
                  <a:close/>
                  <a:moveTo>
                    <a:pt x="385961" y="315448"/>
                  </a:moveTo>
                  <a:lnTo>
                    <a:pt x="412478" y="315448"/>
                  </a:lnTo>
                  <a:lnTo>
                    <a:pt x="412478" y="341965"/>
                  </a:lnTo>
                  <a:lnTo>
                    <a:pt x="385961" y="341965"/>
                  </a:lnTo>
                  <a:close/>
                  <a:moveTo>
                    <a:pt x="385961" y="262966"/>
                  </a:moveTo>
                  <a:lnTo>
                    <a:pt x="412478" y="262966"/>
                  </a:lnTo>
                  <a:lnTo>
                    <a:pt x="412478" y="289483"/>
                  </a:lnTo>
                  <a:lnTo>
                    <a:pt x="385961" y="289483"/>
                  </a:lnTo>
                  <a:close/>
                  <a:moveTo>
                    <a:pt x="385961" y="210483"/>
                  </a:moveTo>
                  <a:lnTo>
                    <a:pt x="412478" y="210483"/>
                  </a:lnTo>
                  <a:lnTo>
                    <a:pt x="412478" y="237553"/>
                  </a:lnTo>
                  <a:lnTo>
                    <a:pt x="385961" y="237553"/>
                  </a:lnTo>
                  <a:close/>
                  <a:moveTo>
                    <a:pt x="385961" y="104413"/>
                  </a:moveTo>
                  <a:lnTo>
                    <a:pt x="412478" y="104413"/>
                  </a:lnTo>
                  <a:lnTo>
                    <a:pt x="412478" y="130930"/>
                  </a:lnTo>
                  <a:lnTo>
                    <a:pt x="385961" y="130930"/>
                  </a:lnTo>
                  <a:close/>
                  <a:moveTo>
                    <a:pt x="385961" y="53588"/>
                  </a:moveTo>
                  <a:lnTo>
                    <a:pt x="412478" y="53588"/>
                  </a:lnTo>
                  <a:lnTo>
                    <a:pt x="412478" y="79001"/>
                  </a:lnTo>
                  <a:lnTo>
                    <a:pt x="385961" y="79001"/>
                  </a:lnTo>
                  <a:close/>
                  <a:moveTo>
                    <a:pt x="385961" y="0"/>
                  </a:moveTo>
                  <a:lnTo>
                    <a:pt x="412478" y="0"/>
                  </a:lnTo>
                  <a:lnTo>
                    <a:pt x="412478" y="27070"/>
                  </a:lnTo>
                  <a:lnTo>
                    <a:pt x="385961" y="27070"/>
                  </a:lnTo>
                  <a:close/>
                </a:path>
              </a:pathLst>
            </a:custGeom>
            <a:solidFill>
              <a:schemeClr val="bg1"/>
            </a:solidFill>
            <a:ln w="5209" cap="flat">
              <a:noFill/>
              <a:prstDash val="solid"/>
              <a:miter/>
            </a:ln>
          </p:spPr>
          <p:txBody>
            <a:bodyPr wrap="square" rtlCol="0" anchor="ctr">
              <a:noAutofit/>
            </a:bodyPr>
            <a:lstStyle/>
            <a:p>
              <a:endParaRPr lang="en-US" dirty="0"/>
            </a:p>
          </p:txBody>
        </p:sp>
        <p:sp>
          <p:nvSpPr>
            <p:cNvPr id="1368" name="Freeform: Shape 1367">
              <a:extLst>
                <a:ext uri="{FF2B5EF4-FFF2-40B4-BE49-F238E27FC236}">
                  <a16:creationId xmlns:a16="http://schemas.microsoft.com/office/drawing/2014/main" id="{E68867FB-BF40-6D2C-EFEA-11595185F522}"/>
                </a:ext>
                <a:ext uri="{C183D7F6-B498-43B3-948B-1728B52AA6E4}">
                  <adec:decorative xmlns:adec="http://schemas.microsoft.com/office/drawing/2017/decorative" val="1"/>
                </a:ext>
              </a:extLst>
            </p:cNvPr>
            <p:cNvSpPr/>
            <p:nvPr/>
          </p:nvSpPr>
          <p:spPr>
            <a:xfrm>
              <a:off x="8755963" y="2223703"/>
              <a:ext cx="457493" cy="457200"/>
            </a:xfrm>
            <a:custGeom>
              <a:avLst/>
              <a:gdLst>
                <a:gd name="connsiteX0" fmla="*/ 587807 w 861822"/>
                <a:gd name="connsiteY0" fmla="*/ 783927 h 861270"/>
                <a:gd name="connsiteX1" fmla="*/ 572338 w 861822"/>
                <a:gd name="connsiteY1" fmla="*/ 798843 h 861270"/>
                <a:gd name="connsiteX2" fmla="*/ 587807 w 861822"/>
                <a:gd name="connsiteY2" fmla="*/ 813759 h 861270"/>
                <a:gd name="connsiteX3" fmla="*/ 603275 w 861822"/>
                <a:gd name="connsiteY3" fmla="*/ 798843 h 861270"/>
                <a:gd name="connsiteX4" fmla="*/ 587807 w 861822"/>
                <a:gd name="connsiteY4" fmla="*/ 783927 h 861270"/>
                <a:gd name="connsiteX5" fmla="*/ 612115 w 861822"/>
                <a:gd name="connsiteY5" fmla="*/ 613220 h 861270"/>
                <a:gd name="connsiteX6" fmla="*/ 612115 w 861822"/>
                <a:gd name="connsiteY6" fmla="*/ 629793 h 861270"/>
                <a:gd name="connsiteX7" fmla="*/ 612115 w 861822"/>
                <a:gd name="connsiteY7" fmla="*/ 739730 h 861270"/>
                <a:gd name="connsiteX8" fmla="*/ 737521 w 861822"/>
                <a:gd name="connsiteY8" fmla="*/ 613220 h 861270"/>
                <a:gd name="connsiteX9" fmla="*/ 635317 w 861822"/>
                <a:gd name="connsiteY9" fmla="*/ 613220 h 861270"/>
                <a:gd name="connsiteX10" fmla="*/ 798291 w 861822"/>
                <a:gd name="connsiteY10" fmla="*/ 573443 h 861270"/>
                <a:gd name="connsiteX11" fmla="*/ 782822 w 861822"/>
                <a:gd name="connsiteY11" fmla="*/ 588912 h 861270"/>
                <a:gd name="connsiteX12" fmla="*/ 798291 w 861822"/>
                <a:gd name="connsiteY12" fmla="*/ 604380 h 861270"/>
                <a:gd name="connsiteX13" fmla="*/ 813759 w 861822"/>
                <a:gd name="connsiteY13" fmla="*/ 588912 h 861270"/>
                <a:gd name="connsiteX14" fmla="*/ 798291 w 861822"/>
                <a:gd name="connsiteY14" fmla="*/ 573443 h 861270"/>
                <a:gd name="connsiteX15" fmla="*/ 272911 w 861822"/>
                <a:gd name="connsiteY15" fmla="*/ 573443 h 861270"/>
                <a:gd name="connsiteX16" fmla="*/ 257994 w 861822"/>
                <a:gd name="connsiteY16" fmla="*/ 588912 h 861270"/>
                <a:gd name="connsiteX17" fmla="*/ 272911 w 861822"/>
                <a:gd name="connsiteY17" fmla="*/ 604380 h 861270"/>
                <a:gd name="connsiteX18" fmla="*/ 287827 w 861822"/>
                <a:gd name="connsiteY18" fmla="*/ 588912 h 861270"/>
                <a:gd name="connsiteX19" fmla="*/ 272911 w 861822"/>
                <a:gd name="connsiteY19" fmla="*/ 573443 h 861270"/>
                <a:gd name="connsiteX20" fmla="*/ 296114 w 861822"/>
                <a:gd name="connsiteY20" fmla="*/ 297219 h 861270"/>
                <a:gd name="connsiteX21" fmla="*/ 296114 w 861822"/>
                <a:gd name="connsiteY21" fmla="*/ 319316 h 861270"/>
                <a:gd name="connsiteX22" fmla="*/ 296666 w 861822"/>
                <a:gd name="connsiteY22" fmla="*/ 319316 h 861270"/>
                <a:gd name="connsiteX23" fmla="*/ 296666 w 861822"/>
                <a:gd name="connsiteY23" fmla="*/ 529248 h 861270"/>
                <a:gd name="connsiteX24" fmla="*/ 331471 w 861822"/>
                <a:gd name="connsiteY24" fmla="*/ 564052 h 861270"/>
                <a:gd name="connsiteX25" fmla="*/ 513779 w 861822"/>
                <a:gd name="connsiteY25" fmla="*/ 564052 h 861270"/>
                <a:gd name="connsiteX26" fmla="*/ 540849 w 861822"/>
                <a:gd name="connsiteY26" fmla="*/ 564052 h 861270"/>
                <a:gd name="connsiteX27" fmla="*/ 563499 w 861822"/>
                <a:gd name="connsiteY27" fmla="*/ 564052 h 861270"/>
                <a:gd name="connsiteX28" fmla="*/ 563499 w 861822"/>
                <a:gd name="connsiteY28" fmla="*/ 515989 h 861270"/>
                <a:gd name="connsiteX29" fmla="*/ 563499 w 861822"/>
                <a:gd name="connsiteY29" fmla="*/ 332023 h 861270"/>
                <a:gd name="connsiteX30" fmla="*/ 528695 w 861822"/>
                <a:gd name="connsiteY30" fmla="*/ 297219 h 861270"/>
                <a:gd name="connsiteX31" fmla="*/ 319869 w 861822"/>
                <a:gd name="connsiteY31" fmla="*/ 297219 h 861270"/>
                <a:gd name="connsiteX32" fmla="*/ 587807 w 861822"/>
                <a:gd name="connsiteY32" fmla="*/ 257442 h 861270"/>
                <a:gd name="connsiteX33" fmla="*/ 572338 w 861822"/>
                <a:gd name="connsiteY33" fmla="*/ 272911 h 861270"/>
                <a:gd name="connsiteX34" fmla="*/ 587807 w 861822"/>
                <a:gd name="connsiteY34" fmla="*/ 288379 h 861270"/>
                <a:gd name="connsiteX35" fmla="*/ 603275 w 861822"/>
                <a:gd name="connsiteY35" fmla="*/ 272911 h 861270"/>
                <a:gd name="connsiteX36" fmla="*/ 587807 w 861822"/>
                <a:gd name="connsiteY36" fmla="*/ 257442 h 861270"/>
                <a:gd name="connsiteX37" fmla="*/ 62980 w 861822"/>
                <a:gd name="connsiteY37" fmla="*/ 257442 h 861270"/>
                <a:gd name="connsiteX38" fmla="*/ 48063 w 861822"/>
                <a:gd name="connsiteY38" fmla="*/ 272911 h 861270"/>
                <a:gd name="connsiteX39" fmla="*/ 62980 w 861822"/>
                <a:gd name="connsiteY39" fmla="*/ 288379 h 861270"/>
                <a:gd name="connsiteX40" fmla="*/ 77896 w 861822"/>
                <a:gd name="connsiteY40" fmla="*/ 272911 h 861270"/>
                <a:gd name="connsiteX41" fmla="*/ 62980 w 861822"/>
                <a:gd name="connsiteY41" fmla="*/ 257442 h 861270"/>
                <a:gd name="connsiteX42" fmla="*/ 773982 w 861822"/>
                <a:gd name="connsiteY42" fmla="*/ 122644 h 861270"/>
                <a:gd name="connsiteX43" fmla="*/ 688353 w 861822"/>
                <a:gd name="connsiteY43" fmla="*/ 208274 h 861270"/>
                <a:gd name="connsiteX44" fmla="*/ 646919 w 861822"/>
                <a:gd name="connsiteY44" fmla="*/ 249707 h 861270"/>
                <a:gd name="connsiteX45" fmla="*/ 650233 w 861822"/>
                <a:gd name="connsiteY45" fmla="*/ 260204 h 861270"/>
                <a:gd name="connsiteX46" fmla="*/ 651338 w 861822"/>
                <a:gd name="connsiteY46" fmla="*/ 272911 h 861270"/>
                <a:gd name="connsiteX47" fmla="*/ 612115 w 861822"/>
                <a:gd name="connsiteY47" fmla="*/ 332023 h 861270"/>
                <a:gd name="connsiteX48" fmla="*/ 612115 w 861822"/>
                <a:gd name="connsiteY48" fmla="*/ 518751 h 861270"/>
                <a:gd name="connsiteX49" fmla="*/ 612115 w 861822"/>
                <a:gd name="connsiteY49" fmla="*/ 564604 h 861270"/>
                <a:gd name="connsiteX50" fmla="*/ 635317 w 861822"/>
                <a:gd name="connsiteY50" fmla="*/ 564604 h 861270"/>
                <a:gd name="connsiteX51" fmla="*/ 739178 w 861822"/>
                <a:gd name="connsiteY51" fmla="*/ 564604 h 861270"/>
                <a:gd name="connsiteX52" fmla="*/ 773982 w 861822"/>
                <a:gd name="connsiteY52" fmla="*/ 529800 h 861270"/>
                <a:gd name="connsiteX53" fmla="*/ 249156 w 861822"/>
                <a:gd name="connsiteY53" fmla="*/ 122092 h 861270"/>
                <a:gd name="connsiteX54" fmla="*/ 122644 w 861822"/>
                <a:gd name="connsiteY54" fmla="*/ 248603 h 861270"/>
                <a:gd name="connsiteX55" fmla="*/ 231477 w 861822"/>
                <a:gd name="connsiteY55" fmla="*/ 248603 h 861270"/>
                <a:gd name="connsiteX56" fmla="*/ 249156 w 861822"/>
                <a:gd name="connsiteY56" fmla="*/ 248603 h 861270"/>
                <a:gd name="connsiteX57" fmla="*/ 249156 w 861822"/>
                <a:gd name="connsiteY57" fmla="*/ 226505 h 861270"/>
                <a:gd name="connsiteX58" fmla="*/ 249156 w 861822"/>
                <a:gd name="connsiteY58" fmla="*/ 204407 h 861270"/>
                <a:gd name="connsiteX59" fmla="*/ 331471 w 861822"/>
                <a:gd name="connsiteY59" fmla="*/ 86735 h 861270"/>
                <a:gd name="connsiteX60" fmla="*/ 296666 w 861822"/>
                <a:gd name="connsiteY60" fmla="*/ 121539 h 861270"/>
                <a:gd name="connsiteX61" fmla="*/ 296666 w 861822"/>
                <a:gd name="connsiteY61" fmla="*/ 226505 h 861270"/>
                <a:gd name="connsiteX62" fmla="*/ 296114 w 861822"/>
                <a:gd name="connsiteY62" fmla="*/ 226505 h 861270"/>
                <a:gd name="connsiteX63" fmla="*/ 296114 w 861822"/>
                <a:gd name="connsiteY63" fmla="*/ 248603 h 861270"/>
                <a:gd name="connsiteX64" fmla="*/ 296666 w 861822"/>
                <a:gd name="connsiteY64" fmla="*/ 248603 h 861270"/>
                <a:gd name="connsiteX65" fmla="*/ 319869 w 861822"/>
                <a:gd name="connsiteY65" fmla="*/ 248603 h 861270"/>
                <a:gd name="connsiteX66" fmla="*/ 528695 w 861822"/>
                <a:gd name="connsiteY66" fmla="*/ 248603 h 861270"/>
                <a:gd name="connsiteX67" fmla="*/ 587807 w 861822"/>
                <a:gd name="connsiteY67" fmla="*/ 209379 h 861270"/>
                <a:gd name="connsiteX68" fmla="*/ 611010 w 861822"/>
                <a:gd name="connsiteY68" fmla="*/ 213799 h 861270"/>
                <a:gd name="connsiteX69" fmla="*/ 612115 w 861822"/>
                <a:gd name="connsiteY69" fmla="*/ 214351 h 861270"/>
                <a:gd name="connsiteX70" fmla="*/ 629793 w 861822"/>
                <a:gd name="connsiteY70" fmla="*/ 196673 h 861270"/>
                <a:gd name="connsiteX71" fmla="*/ 738626 w 861822"/>
                <a:gd name="connsiteY71" fmla="*/ 86735 h 861270"/>
                <a:gd name="connsiteX72" fmla="*/ 798291 w 861822"/>
                <a:gd name="connsiteY72" fmla="*/ 48063 h 861270"/>
                <a:gd name="connsiteX73" fmla="*/ 782822 w 861822"/>
                <a:gd name="connsiteY73" fmla="*/ 62980 h 861270"/>
                <a:gd name="connsiteX74" fmla="*/ 798291 w 861822"/>
                <a:gd name="connsiteY74" fmla="*/ 77896 h 861270"/>
                <a:gd name="connsiteX75" fmla="*/ 813759 w 861822"/>
                <a:gd name="connsiteY75" fmla="*/ 62980 h 861270"/>
                <a:gd name="connsiteX76" fmla="*/ 798291 w 861822"/>
                <a:gd name="connsiteY76" fmla="*/ 48063 h 861270"/>
                <a:gd name="connsiteX77" fmla="*/ 272911 w 861822"/>
                <a:gd name="connsiteY77" fmla="*/ 48063 h 861270"/>
                <a:gd name="connsiteX78" fmla="*/ 257994 w 861822"/>
                <a:gd name="connsiteY78" fmla="*/ 62980 h 861270"/>
                <a:gd name="connsiteX79" fmla="*/ 272911 w 861822"/>
                <a:gd name="connsiteY79" fmla="*/ 77896 h 861270"/>
                <a:gd name="connsiteX80" fmla="*/ 287827 w 861822"/>
                <a:gd name="connsiteY80" fmla="*/ 62980 h 861270"/>
                <a:gd name="connsiteX81" fmla="*/ 272911 w 861822"/>
                <a:gd name="connsiteY81" fmla="*/ 48063 h 861270"/>
                <a:gd name="connsiteX82" fmla="*/ 272911 w 861822"/>
                <a:gd name="connsiteY82" fmla="*/ 0 h 861270"/>
                <a:gd name="connsiteX83" fmla="*/ 330918 w 861822"/>
                <a:gd name="connsiteY83" fmla="*/ 38119 h 861270"/>
                <a:gd name="connsiteX84" fmla="*/ 739731 w 861822"/>
                <a:gd name="connsiteY84" fmla="*/ 38119 h 861270"/>
                <a:gd name="connsiteX85" fmla="*/ 798291 w 861822"/>
                <a:gd name="connsiteY85" fmla="*/ 0 h 861270"/>
                <a:gd name="connsiteX86" fmla="*/ 861822 w 861822"/>
                <a:gd name="connsiteY86" fmla="*/ 62980 h 861270"/>
                <a:gd name="connsiteX87" fmla="*/ 822598 w 861822"/>
                <a:gd name="connsiteY87" fmla="*/ 121539 h 861270"/>
                <a:gd name="connsiteX88" fmla="*/ 822598 w 861822"/>
                <a:gd name="connsiteY88" fmla="*/ 529800 h 861270"/>
                <a:gd name="connsiteX89" fmla="*/ 860717 w 861822"/>
                <a:gd name="connsiteY89" fmla="*/ 588359 h 861270"/>
                <a:gd name="connsiteX90" fmla="*/ 797186 w 861822"/>
                <a:gd name="connsiteY90" fmla="*/ 651892 h 861270"/>
                <a:gd name="connsiteX91" fmla="*/ 773430 w 861822"/>
                <a:gd name="connsiteY91" fmla="*/ 647472 h 861270"/>
                <a:gd name="connsiteX92" fmla="*/ 646367 w 861822"/>
                <a:gd name="connsiteY92" fmla="*/ 774535 h 861270"/>
                <a:gd name="connsiteX93" fmla="*/ 650787 w 861822"/>
                <a:gd name="connsiteY93" fmla="*/ 798291 h 861270"/>
                <a:gd name="connsiteX94" fmla="*/ 587254 w 861822"/>
                <a:gd name="connsiteY94" fmla="*/ 861270 h 861270"/>
                <a:gd name="connsiteX95" fmla="*/ 532561 w 861822"/>
                <a:gd name="connsiteY95" fmla="*/ 830333 h 861270"/>
                <a:gd name="connsiteX96" fmla="*/ 530905 w 861822"/>
                <a:gd name="connsiteY96" fmla="*/ 827570 h 861270"/>
                <a:gd name="connsiteX97" fmla="*/ 528695 w 861822"/>
                <a:gd name="connsiteY97" fmla="*/ 822046 h 861270"/>
                <a:gd name="connsiteX98" fmla="*/ 505492 w 861822"/>
                <a:gd name="connsiteY98" fmla="*/ 822046 h 861270"/>
                <a:gd name="connsiteX99" fmla="*/ 432569 w 861822"/>
                <a:gd name="connsiteY99" fmla="*/ 822046 h 861270"/>
                <a:gd name="connsiteX100" fmla="*/ 208678 w 861822"/>
                <a:gd name="connsiteY100" fmla="*/ 822046 h 861270"/>
                <a:gd name="connsiteX101" fmla="*/ 208678 w 861822"/>
                <a:gd name="connsiteY101" fmla="*/ 822328 h 861270"/>
                <a:gd name="connsiteX102" fmla="*/ 132450 w 861822"/>
                <a:gd name="connsiteY102" fmla="*/ 822328 h 861270"/>
                <a:gd name="connsiteX103" fmla="*/ 132450 w 861822"/>
                <a:gd name="connsiteY103" fmla="*/ 774817 h 861270"/>
                <a:gd name="connsiteX104" fmla="*/ 177337 w 861822"/>
                <a:gd name="connsiteY104" fmla="*/ 774817 h 861270"/>
                <a:gd name="connsiteX105" fmla="*/ 177337 w 861822"/>
                <a:gd name="connsiteY105" fmla="*/ 774535 h 861270"/>
                <a:gd name="connsiteX106" fmla="*/ 432569 w 861822"/>
                <a:gd name="connsiteY106" fmla="*/ 774535 h 861270"/>
                <a:gd name="connsiteX107" fmla="*/ 506044 w 861822"/>
                <a:gd name="connsiteY107" fmla="*/ 774535 h 861270"/>
                <a:gd name="connsiteX108" fmla="*/ 529248 w 861822"/>
                <a:gd name="connsiteY108" fmla="*/ 774535 h 861270"/>
                <a:gd name="connsiteX109" fmla="*/ 530353 w 861822"/>
                <a:gd name="connsiteY109" fmla="*/ 772326 h 861270"/>
                <a:gd name="connsiteX110" fmla="*/ 532561 w 861822"/>
                <a:gd name="connsiteY110" fmla="*/ 767906 h 861270"/>
                <a:gd name="connsiteX111" fmla="*/ 564052 w 861822"/>
                <a:gd name="connsiteY111" fmla="*/ 739730 h 861270"/>
                <a:gd name="connsiteX112" fmla="*/ 564052 w 861822"/>
                <a:gd name="connsiteY112" fmla="*/ 629241 h 861270"/>
                <a:gd name="connsiteX113" fmla="*/ 564052 w 861822"/>
                <a:gd name="connsiteY113" fmla="*/ 612667 h 861270"/>
                <a:gd name="connsiteX114" fmla="*/ 541401 w 861822"/>
                <a:gd name="connsiteY114" fmla="*/ 612667 h 861270"/>
                <a:gd name="connsiteX115" fmla="*/ 514331 w 861822"/>
                <a:gd name="connsiteY115" fmla="*/ 612667 h 861270"/>
                <a:gd name="connsiteX116" fmla="*/ 332023 w 861822"/>
                <a:gd name="connsiteY116" fmla="*/ 612667 h 861270"/>
                <a:gd name="connsiteX117" fmla="*/ 273463 w 861822"/>
                <a:gd name="connsiteY117" fmla="*/ 651892 h 861270"/>
                <a:gd name="connsiteX118" fmla="*/ 249156 w 861822"/>
                <a:gd name="connsiteY118" fmla="*/ 646919 h 861270"/>
                <a:gd name="connsiteX119" fmla="*/ 177196 w 861822"/>
                <a:gd name="connsiteY119" fmla="*/ 718879 h 861270"/>
                <a:gd name="connsiteX120" fmla="*/ 177337 w 861822"/>
                <a:gd name="connsiteY120" fmla="*/ 719018 h 861270"/>
                <a:gd name="connsiteX121" fmla="*/ 132443 w 861822"/>
                <a:gd name="connsiteY121" fmla="*/ 763912 h 861270"/>
                <a:gd name="connsiteX122" fmla="*/ 132443 w 861822"/>
                <a:gd name="connsiteY122" fmla="*/ 728697 h 861270"/>
                <a:gd name="connsiteX123" fmla="*/ 97497 w 861822"/>
                <a:gd name="connsiteY123" fmla="*/ 728697 h 861270"/>
                <a:gd name="connsiteX124" fmla="*/ 138258 w 861822"/>
                <a:gd name="connsiteY124" fmla="*/ 687937 h 861270"/>
                <a:gd name="connsiteX125" fmla="*/ 138113 w 861822"/>
                <a:gd name="connsiteY125" fmla="*/ 687801 h 861270"/>
                <a:gd name="connsiteX126" fmla="*/ 214351 w 861822"/>
                <a:gd name="connsiteY126" fmla="*/ 611562 h 861270"/>
                <a:gd name="connsiteX127" fmla="*/ 209931 w 861822"/>
                <a:gd name="connsiteY127" fmla="*/ 588359 h 861270"/>
                <a:gd name="connsiteX128" fmla="*/ 249156 w 861822"/>
                <a:gd name="connsiteY128" fmla="*/ 529248 h 861270"/>
                <a:gd name="connsiteX129" fmla="*/ 249156 w 861822"/>
                <a:gd name="connsiteY129" fmla="*/ 354673 h 861270"/>
                <a:gd name="connsiteX130" fmla="*/ 249156 w 861822"/>
                <a:gd name="connsiteY130" fmla="*/ 319316 h 861270"/>
                <a:gd name="connsiteX131" fmla="*/ 249156 w 861822"/>
                <a:gd name="connsiteY131" fmla="*/ 297219 h 861270"/>
                <a:gd name="connsiteX132" fmla="*/ 231477 w 861822"/>
                <a:gd name="connsiteY132" fmla="*/ 297219 h 861270"/>
                <a:gd name="connsiteX133" fmla="*/ 120987 w 861822"/>
                <a:gd name="connsiteY133" fmla="*/ 297219 h 861270"/>
                <a:gd name="connsiteX134" fmla="*/ 87840 w 861822"/>
                <a:gd name="connsiteY134" fmla="*/ 331471 h 861270"/>
                <a:gd name="connsiteX135" fmla="*/ 87840 w 861822"/>
                <a:gd name="connsiteY135" fmla="*/ 355225 h 861270"/>
                <a:gd name="connsiteX136" fmla="*/ 87840 w 861822"/>
                <a:gd name="connsiteY136" fmla="*/ 367379 h 861270"/>
                <a:gd name="connsiteX137" fmla="*/ 87840 w 861822"/>
                <a:gd name="connsiteY137" fmla="*/ 685039 h 861270"/>
                <a:gd name="connsiteX138" fmla="*/ 87839 w 861822"/>
                <a:gd name="connsiteY138" fmla="*/ 685039 h 861270"/>
                <a:gd name="connsiteX139" fmla="*/ 87839 w 861822"/>
                <a:gd name="connsiteY139" fmla="*/ 728697 h 861270"/>
                <a:gd name="connsiteX140" fmla="*/ 39224 w 861822"/>
                <a:gd name="connsiteY140" fmla="*/ 728697 h 861270"/>
                <a:gd name="connsiteX141" fmla="*/ 39224 w 861822"/>
                <a:gd name="connsiteY141" fmla="*/ 685039 h 861270"/>
                <a:gd name="connsiteX142" fmla="*/ 39224 w 861822"/>
                <a:gd name="connsiteY142" fmla="*/ 680829 h 861270"/>
                <a:gd name="connsiteX143" fmla="*/ 39224 w 861822"/>
                <a:gd name="connsiteY143" fmla="*/ 649405 h 861270"/>
                <a:gd name="connsiteX144" fmla="*/ 39224 w 861822"/>
                <a:gd name="connsiteY144" fmla="*/ 366828 h 861270"/>
                <a:gd name="connsiteX145" fmla="*/ 39224 w 861822"/>
                <a:gd name="connsiteY145" fmla="*/ 355225 h 861270"/>
                <a:gd name="connsiteX146" fmla="*/ 39224 w 861822"/>
                <a:gd name="connsiteY146" fmla="*/ 332023 h 861270"/>
                <a:gd name="connsiteX147" fmla="*/ 0 w 861822"/>
                <a:gd name="connsiteY147" fmla="*/ 272911 h 861270"/>
                <a:gd name="connsiteX148" fmla="*/ 62980 w 861822"/>
                <a:gd name="connsiteY148" fmla="*/ 209379 h 861270"/>
                <a:gd name="connsiteX149" fmla="*/ 87287 w 861822"/>
                <a:gd name="connsiteY149" fmla="*/ 214351 h 861270"/>
                <a:gd name="connsiteX150" fmla="*/ 214351 w 861822"/>
                <a:gd name="connsiteY150" fmla="*/ 86735 h 861270"/>
                <a:gd name="connsiteX151" fmla="*/ 209931 w 861822"/>
                <a:gd name="connsiteY151" fmla="*/ 62980 h 861270"/>
                <a:gd name="connsiteX152" fmla="*/ 272911 w 861822"/>
                <a:gd name="connsiteY152" fmla="*/ 0 h 86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861822" h="861270">
                  <a:moveTo>
                    <a:pt x="587807" y="783927"/>
                  </a:moveTo>
                  <a:cubicBezTo>
                    <a:pt x="580625" y="783927"/>
                    <a:pt x="572338" y="792213"/>
                    <a:pt x="572338" y="798843"/>
                  </a:cubicBezTo>
                  <a:cubicBezTo>
                    <a:pt x="572338" y="805473"/>
                    <a:pt x="580625" y="813759"/>
                    <a:pt x="587807" y="813759"/>
                  </a:cubicBezTo>
                  <a:cubicBezTo>
                    <a:pt x="594989" y="813759"/>
                    <a:pt x="603275" y="805473"/>
                    <a:pt x="603275" y="798843"/>
                  </a:cubicBezTo>
                  <a:cubicBezTo>
                    <a:pt x="603275" y="792213"/>
                    <a:pt x="594989" y="783927"/>
                    <a:pt x="587807" y="783927"/>
                  </a:cubicBezTo>
                  <a:close/>
                  <a:moveTo>
                    <a:pt x="612115" y="613220"/>
                  </a:moveTo>
                  <a:lnTo>
                    <a:pt x="612115" y="629793"/>
                  </a:lnTo>
                  <a:lnTo>
                    <a:pt x="612115" y="739730"/>
                  </a:lnTo>
                  <a:lnTo>
                    <a:pt x="737521" y="613220"/>
                  </a:lnTo>
                  <a:lnTo>
                    <a:pt x="635317" y="613220"/>
                  </a:lnTo>
                  <a:close/>
                  <a:moveTo>
                    <a:pt x="798291" y="573443"/>
                  </a:moveTo>
                  <a:cubicBezTo>
                    <a:pt x="791108" y="573443"/>
                    <a:pt x="782822" y="581730"/>
                    <a:pt x="782822" y="588912"/>
                  </a:cubicBezTo>
                  <a:cubicBezTo>
                    <a:pt x="782822" y="596094"/>
                    <a:pt x="791108" y="604380"/>
                    <a:pt x="798291" y="604380"/>
                  </a:cubicBezTo>
                  <a:cubicBezTo>
                    <a:pt x="804920" y="604380"/>
                    <a:pt x="813759" y="596094"/>
                    <a:pt x="813759" y="588912"/>
                  </a:cubicBezTo>
                  <a:cubicBezTo>
                    <a:pt x="813759" y="581730"/>
                    <a:pt x="805472" y="573443"/>
                    <a:pt x="798291" y="573443"/>
                  </a:cubicBezTo>
                  <a:close/>
                  <a:moveTo>
                    <a:pt x="272911" y="573443"/>
                  </a:moveTo>
                  <a:cubicBezTo>
                    <a:pt x="266281" y="573443"/>
                    <a:pt x="257994" y="581730"/>
                    <a:pt x="257994" y="588912"/>
                  </a:cubicBezTo>
                  <a:cubicBezTo>
                    <a:pt x="257994" y="596094"/>
                    <a:pt x="266281" y="604380"/>
                    <a:pt x="272911" y="604380"/>
                  </a:cubicBezTo>
                  <a:cubicBezTo>
                    <a:pt x="280093" y="604380"/>
                    <a:pt x="287827" y="596094"/>
                    <a:pt x="287827" y="588912"/>
                  </a:cubicBezTo>
                  <a:cubicBezTo>
                    <a:pt x="287827" y="581730"/>
                    <a:pt x="279540" y="573443"/>
                    <a:pt x="272911" y="573443"/>
                  </a:cubicBezTo>
                  <a:close/>
                  <a:moveTo>
                    <a:pt x="296114" y="297219"/>
                  </a:moveTo>
                  <a:lnTo>
                    <a:pt x="296114" y="319316"/>
                  </a:lnTo>
                  <a:lnTo>
                    <a:pt x="296666" y="319316"/>
                  </a:lnTo>
                  <a:lnTo>
                    <a:pt x="296666" y="529248"/>
                  </a:lnTo>
                  <a:cubicBezTo>
                    <a:pt x="312687" y="535876"/>
                    <a:pt x="325393" y="548031"/>
                    <a:pt x="331471" y="564052"/>
                  </a:cubicBezTo>
                  <a:lnTo>
                    <a:pt x="513779" y="564052"/>
                  </a:lnTo>
                  <a:lnTo>
                    <a:pt x="540849" y="564052"/>
                  </a:lnTo>
                  <a:lnTo>
                    <a:pt x="563499" y="564052"/>
                  </a:lnTo>
                  <a:lnTo>
                    <a:pt x="563499" y="515989"/>
                  </a:lnTo>
                  <a:lnTo>
                    <a:pt x="563499" y="332023"/>
                  </a:lnTo>
                  <a:cubicBezTo>
                    <a:pt x="547478" y="325393"/>
                    <a:pt x="535324" y="313240"/>
                    <a:pt x="528695" y="297219"/>
                  </a:cubicBezTo>
                  <a:lnTo>
                    <a:pt x="319869" y="297219"/>
                  </a:lnTo>
                  <a:close/>
                  <a:moveTo>
                    <a:pt x="587807" y="257442"/>
                  </a:moveTo>
                  <a:cubicBezTo>
                    <a:pt x="580625" y="257442"/>
                    <a:pt x="572338" y="265728"/>
                    <a:pt x="572338" y="272911"/>
                  </a:cubicBezTo>
                  <a:cubicBezTo>
                    <a:pt x="572338" y="280093"/>
                    <a:pt x="580625" y="288379"/>
                    <a:pt x="587807" y="288379"/>
                  </a:cubicBezTo>
                  <a:cubicBezTo>
                    <a:pt x="594989" y="288379"/>
                    <a:pt x="603275" y="280093"/>
                    <a:pt x="603275" y="272911"/>
                  </a:cubicBezTo>
                  <a:cubicBezTo>
                    <a:pt x="603275" y="265728"/>
                    <a:pt x="594989" y="257442"/>
                    <a:pt x="587807" y="257442"/>
                  </a:cubicBezTo>
                  <a:close/>
                  <a:moveTo>
                    <a:pt x="62980" y="257442"/>
                  </a:moveTo>
                  <a:cubicBezTo>
                    <a:pt x="55798" y="257442"/>
                    <a:pt x="48063" y="265728"/>
                    <a:pt x="48063" y="272911"/>
                  </a:cubicBezTo>
                  <a:cubicBezTo>
                    <a:pt x="48063" y="280093"/>
                    <a:pt x="56350" y="288379"/>
                    <a:pt x="62980" y="288379"/>
                  </a:cubicBezTo>
                  <a:cubicBezTo>
                    <a:pt x="69609" y="288379"/>
                    <a:pt x="77896" y="280093"/>
                    <a:pt x="77896" y="272911"/>
                  </a:cubicBezTo>
                  <a:cubicBezTo>
                    <a:pt x="77896" y="265728"/>
                    <a:pt x="69609" y="257442"/>
                    <a:pt x="62980" y="257442"/>
                  </a:cubicBezTo>
                  <a:close/>
                  <a:moveTo>
                    <a:pt x="773982" y="122644"/>
                  </a:moveTo>
                  <a:lnTo>
                    <a:pt x="688353" y="208274"/>
                  </a:lnTo>
                  <a:lnTo>
                    <a:pt x="646919" y="249707"/>
                  </a:lnTo>
                  <a:cubicBezTo>
                    <a:pt x="648024" y="253022"/>
                    <a:pt x="649682" y="256890"/>
                    <a:pt x="650233" y="260204"/>
                  </a:cubicBezTo>
                  <a:cubicBezTo>
                    <a:pt x="650787" y="264624"/>
                    <a:pt x="651338" y="268491"/>
                    <a:pt x="651338" y="272911"/>
                  </a:cubicBezTo>
                  <a:cubicBezTo>
                    <a:pt x="651338" y="299980"/>
                    <a:pt x="635317" y="322631"/>
                    <a:pt x="612115" y="332023"/>
                  </a:cubicBezTo>
                  <a:lnTo>
                    <a:pt x="612115" y="518751"/>
                  </a:lnTo>
                  <a:lnTo>
                    <a:pt x="612115" y="564604"/>
                  </a:lnTo>
                  <a:lnTo>
                    <a:pt x="635317" y="564604"/>
                  </a:lnTo>
                  <a:lnTo>
                    <a:pt x="739178" y="564604"/>
                  </a:lnTo>
                  <a:cubicBezTo>
                    <a:pt x="745808" y="548583"/>
                    <a:pt x="757961" y="536429"/>
                    <a:pt x="773982" y="529800"/>
                  </a:cubicBezTo>
                  <a:close/>
                  <a:moveTo>
                    <a:pt x="249156" y="122092"/>
                  </a:moveTo>
                  <a:lnTo>
                    <a:pt x="122644" y="248603"/>
                  </a:lnTo>
                  <a:lnTo>
                    <a:pt x="231477" y="248603"/>
                  </a:lnTo>
                  <a:lnTo>
                    <a:pt x="249156" y="248603"/>
                  </a:lnTo>
                  <a:lnTo>
                    <a:pt x="249156" y="226505"/>
                  </a:lnTo>
                  <a:lnTo>
                    <a:pt x="249156" y="204407"/>
                  </a:lnTo>
                  <a:close/>
                  <a:moveTo>
                    <a:pt x="331471" y="86735"/>
                  </a:moveTo>
                  <a:cubicBezTo>
                    <a:pt x="325393" y="102756"/>
                    <a:pt x="312687" y="115462"/>
                    <a:pt x="296666" y="121539"/>
                  </a:cubicBezTo>
                  <a:lnTo>
                    <a:pt x="296666" y="226505"/>
                  </a:lnTo>
                  <a:lnTo>
                    <a:pt x="296114" y="226505"/>
                  </a:lnTo>
                  <a:lnTo>
                    <a:pt x="296114" y="248603"/>
                  </a:lnTo>
                  <a:lnTo>
                    <a:pt x="296666" y="248603"/>
                  </a:lnTo>
                  <a:lnTo>
                    <a:pt x="319869" y="248603"/>
                  </a:lnTo>
                  <a:lnTo>
                    <a:pt x="528695" y="248603"/>
                  </a:lnTo>
                  <a:cubicBezTo>
                    <a:pt x="538086" y="225400"/>
                    <a:pt x="560737" y="209379"/>
                    <a:pt x="587807" y="209379"/>
                  </a:cubicBezTo>
                  <a:cubicBezTo>
                    <a:pt x="596094" y="209379"/>
                    <a:pt x="604380" y="211036"/>
                    <a:pt x="611010" y="213799"/>
                  </a:cubicBezTo>
                  <a:cubicBezTo>
                    <a:pt x="611563" y="213799"/>
                    <a:pt x="611563" y="214351"/>
                    <a:pt x="612115" y="214351"/>
                  </a:cubicBezTo>
                  <a:lnTo>
                    <a:pt x="629793" y="196673"/>
                  </a:lnTo>
                  <a:lnTo>
                    <a:pt x="738626" y="86735"/>
                  </a:lnTo>
                  <a:close/>
                  <a:moveTo>
                    <a:pt x="798291" y="48063"/>
                  </a:moveTo>
                  <a:cubicBezTo>
                    <a:pt x="791108" y="48063"/>
                    <a:pt x="782822" y="56350"/>
                    <a:pt x="782822" y="62980"/>
                  </a:cubicBezTo>
                  <a:cubicBezTo>
                    <a:pt x="782822" y="69609"/>
                    <a:pt x="791108" y="77896"/>
                    <a:pt x="798291" y="77896"/>
                  </a:cubicBezTo>
                  <a:cubicBezTo>
                    <a:pt x="804920" y="77896"/>
                    <a:pt x="813759" y="69609"/>
                    <a:pt x="813759" y="62980"/>
                  </a:cubicBezTo>
                  <a:cubicBezTo>
                    <a:pt x="813759" y="56350"/>
                    <a:pt x="805472" y="48063"/>
                    <a:pt x="798291" y="48063"/>
                  </a:cubicBezTo>
                  <a:close/>
                  <a:moveTo>
                    <a:pt x="272911" y="48063"/>
                  </a:moveTo>
                  <a:cubicBezTo>
                    <a:pt x="266281" y="48063"/>
                    <a:pt x="257994" y="56350"/>
                    <a:pt x="257994" y="62980"/>
                  </a:cubicBezTo>
                  <a:cubicBezTo>
                    <a:pt x="257994" y="69609"/>
                    <a:pt x="266281" y="77896"/>
                    <a:pt x="272911" y="77896"/>
                  </a:cubicBezTo>
                  <a:cubicBezTo>
                    <a:pt x="280093" y="77896"/>
                    <a:pt x="287827" y="69609"/>
                    <a:pt x="287827" y="62980"/>
                  </a:cubicBezTo>
                  <a:cubicBezTo>
                    <a:pt x="287827" y="56350"/>
                    <a:pt x="279540" y="48063"/>
                    <a:pt x="272911" y="48063"/>
                  </a:cubicBezTo>
                  <a:close/>
                  <a:moveTo>
                    <a:pt x="272911" y="0"/>
                  </a:moveTo>
                  <a:cubicBezTo>
                    <a:pt x="299429" y="0"/>
                    <a:pt x="321526" y="15469"/>
                    <a:pt x="330918" y="38119"/>
                  </a:cubicBezTo>
                  <a:lnTo>
                    <a:pt x="739731" y="38119"/>
                  </a:lnTo>
                  <a:cubicBezTo>
                    <a:pt x="749123" y="15469"/>
                    <a:pt x="771773" y="0"/>
                    <a:pt x="798291" y="0"/>
                  </a:cubicBezTo>
                  <a:cubicBezTo>
                    <a:pt x="833648" y="0"/>
                    <a:pt x="861822" y="27623"/>
                    <a:pt x="861822" y="62980"/>
                  </a:cubicBezTo>
                  <a:cubicBezTo>
                    <a:pt x="861822" y="90050"/>
                    <a:pt x="845801" y="112148"/>
                    <a:pt x="822598" y="121539"/>
                  </a:cubicBezTo>
                  <a:lnTo>
                    <a:pt x="822598" y="529800"/>
                  </a:lnTo>
                  <a:cubicBezTo>
                    <a:pt x="845801" y="539191"/>
                    <a:pt x="861822" y="561842"/>
                    <a:pt x="860717" y="588359"/>
                  </a:cubicBezTo>
                  <a:cubicBezTo>
                    <a:pt x="860717" y="623716"/>
                    <a:pt x="833095" y="651892"/>
                    <a:pt x="797186" y="651892"/>
                  </a:cubicBezTo>
                  <a:cubicBezTo>
                    <a:pt x="788898" y="651892"/>
                    <a:pt x="780612" y="650234"/>
                    <a:pt x="773430" y="647472"/>
                  </a:cubicBezTo>
                  <a:lnTo>
                    <a:pt x="646367" y="774535"/>
                  </a:lnTo>
                  <a:cubicBezTo>
                    <a:pt x="649129" y="782270"/>
                    <a:pt x="650787" y="790003"/>
                    <a:pt x="650787" y="798291"/>
                  </a:cubicBezTo>
                  <a:cubicBezTo>
                    <a:pt x="650787" y="833648"/>
                    <a:pt x="623164" y="861270"/>
                    <a:pt x="587254" y="861270"/>
                  </a:cubicBezTo>
                  <a:cubicBezTo>
                    <a:pt x="563499" y="861270"/>
                    <a:pt x="543611" y="849116"/>
                    <a:pt x="532561" y="830333"/>
                  </a:cubicBezTo>
                  <a:cubicBezTo>
                    <a:pt x="532009" y="829780"/>
                    <a:pt x="531457" y="828675"/>
                    <a:pt x="530905" y="827570"/>
                  </a:cubicBezTo>
                  <a:cubicBezTo>
                    <a:pt x="529800" y="825360"/>
                    <a:pt x="529248" y="823703"/>
                    <a:pt x="528695" y="822046"/>
                  </a:cubicBezTo>
                  <a:lnTo>
                    <a:pt x="505492" y="822046"/>
                  </a:lnTo>
                  <a:lnTo>
                    <a:pt x="432569" y="822046"/>
                  </a:lnTo>
                  <a:lnTo>
                    <a:pt x="208678" y="822046"/>
                  </a:lnTo>
                  <a:lnTo>
                    <a:pt x="208678" y="822328"/>
                  </a:lnTo>
                  <a:lnTo>
                    <a:pt x="132450" y="822328"/>
                  </a:lnTo>
                  <a:lnTo>
                    <a:pt x="132450" y="774817"/>
                  </a:lnTo>
                  <a:lnTo>
                    <a:pt x="177337" y="774817"/>
                  </a:lnTo>
                  <a:lnTo>
                    <a:pt x="177337" y="774535"/>
                  </a:lnTo>
                  <a:lnTo>
                    <a:pt x="432569" y="774535"/>
                  </a:lnTo>
                  <a:lnTo>
                    <a:pt x="506044" y="774535"/>
                  </a:lnTo>
                  <a:lnTo>
                    <a:pt x="529248" y="774535"/>
                  </a:lnTo>
                  <a:cubicBezTo>
                    <a:pt x="529800" y="773982"/>
                    <a:pt x="529800" y="772877"/>
                    <a:pt x="530353" y="772326"/>
                  </a:cubicBezTo>
                  <a:cubicBezTo>
                    <a:pt x="530905" y="770669"/>
                    <a:pt x="532009" y="769564"/>
                    <a:pt x="532561" y="767906"/>
                  </a:cubicBezTo>
                  <a:cubicBezTo>
                    <a:pt x="539191" y="755200"/>
                    <a:pt x="550240" y="745255"/>
                    <a:pt x="564052" y="739730"/>
                  </a:cubicBezTo>
                  <a:lnTo>
                    <a:pt x="564052" y="629241"/>
                  </a:lnTo>
                  <a:lnTo>
                    <a:pt x="564052" y="612667"/>
                  </a:lnTo>
                  <a:lnTo>
                    <a:pt x="541401" y="612667"/>
                  </a:lnTo>
                  <a:lnTo>
                    <a:pt x="514331" y="612667"/>
                  </a:lnTo>
                  <a:lnTo>
                    <a:pt x="332023" y="612667"/>
                  </a:lnTo>
                  <a:cubicBezTo>
                    <a:pt x="322631" y="635871"/>
                    <a:pt x="299980" y="651892"/>
                    <a:pt x="273463" y="651892"/>
                  </a:cubicBezTo>
                  <a:cubicBezTo>
                    <a:pt x="264624" y="651892"/>
                    <a:pt x="256890" y="650234"/>
                    <a:pt x="249156" y="646919"/>
                  </a:cubicBezTo>
                  <a:lnTo>
                    <a:pt x="177196" y="718879"/>
                  </a:lnTo>
                  <a:lnTo>
                    <a:pt x="177337" y="719018"/>
                  </a:lnTo>
                  <a:lnTo>
                    <a:pt x="132443" y="763912"/>
                  </a:lnTo>
                  <a:lnTo>
                    <a:pt x="132443" y="728697"/>
                  </a:lnTo>
                  <a:lnTo>
                    <a:pt x="97497" y="728697"/>
                  </a:lnTo>
                  <a:lnTo>
                    <a:pt x="138258" y="687937"/>
                  </a:lnTo>
                  <a:lnTo>
                    <a:pt x="138113" y="687801"/>
                  </a:lnTo>
                  <a:lnTo>
                    <a:pt x="214351" y="611562"/>
                  </a:lnTo>
                  <a:cubicBezTo>
                    <a:pt x="211589" y="604380"/>
                    <a:pt x="209931" y="596646"/>
                    <a:pt x="209931" y="588359"/>
                  </a:cubicBezTo>
                  <a:cubicBezTo>
                    <a:pt x="209931" y="561290"/>
                    <a:pt x="225952" y="538639"/>
                    <a:pt x="249156" y="529248"/>
                  </a:cubicBezTo>
                  <a:lnTo>
                    <a:pt x="249156" y="354673"/>
                  </a:lnTo>
                  <a:lnTo>
                    <a:pt x="249156" y="319316"/>
                  </a:lnTo>
                  <a:lnTo>
                    <a:pt x="249156" y="297219"/>
                  </a:lnTo>
                  <a:lnTo>
                    <a:pt x="231477" y="297219"/>
                  </a:lnTo>
                  <a:lnTo>
                    <a:pt x="120987" y="297219"/>
                  </a:lnTo>
                  <a:cubicBezTo>
                    <a:pt x="114909" y="312687"/>
                    <a:pt x="103308" y="324841"/>
                    <a:pt x="87840" y="331471"/>
                  </a:cubicBezTo>
                  <a:lnTo>
                    <a:pt x="87840" y="355225"/>
                  </a:lnTo>
                  <a:lnTo>
                    <a:pt x="87840" y="367379"/>
                  </a:lnTo>
                  <a:lnTo>
                    <a:pt x="87840" y="685039"/>
                  </a:lnTo>
                  <a:lnTo>
                    <a:pt x="87839" y="685039"/>
                  </a:lnTo>
                  <a:lnTo>
                    <a:pt x="87839" y="728697"/>
                  </a:lnTo>
                  <a:lnTo>
                    <a:pt x="39224" y="728697"/>
                  </a:lnTo>
                  <a:lnTo>
                    <a:pt x="39224" y="685039"/>
                  </a:lnTo>
                  <a:lnTo>
                    <a:pt x="39224" y="680829"/>
                  </a:lnTo>
                  <a:lnTo>
                    <a:pt x="39224" y="649405"/>
                  </a:lnTo>
                  <a:lnTo>
                    <a:pt x="39224" y="366828"/>
                  </a:lnTo>
                  <a:lnTo>
                    <a:pt x="39224" y="355225"/>
                  </a:lnTo>
                  <a:lnTo>
                    <a:pt x="39224" y="332023"/>
                  </a:lnTo>
                  <a:cubicBezTo>
                    <a:pt x="16021" y="322631"/>
                    <a:pt x="0" y="299980"/>
                    <a:pt x="0" y="272911"/>
                  </a:cubicBezTo>
                  <a:cubicBezTo>
                    <a:pt x="0" y="237554"/>
                    <a:pt x="27623" y="209379"/>
                    <a:pt x="62980" y="209379"/>
                  </a:cubicBezTo>
                  <a:cubicBezTo>
                    <a:pt x="71819" y="209379"/>
                    <a:pt x="79554" y="211036"/>
                    <a:pt x="87287" y="214351"/>
                  </a:cubicBezTo>
                  <a:lnTo>
                    <a:pt x="214351" y="86735"/>
                  </a:lnTo>
                  <a:cubicBezTo>
                    <a:pt x="211589" y="79554"/>
                    <a:pt x="209931" y="71266"/>
                    <a:pt x="209931" y="62980"/>
                  </a:cubicBezTo>
                  <a:cubicBezTo>
                    <a:pt x="209931" y="27623"/>
                    <a:pt x="237554" y="0"/>
                    <a:pt x="272911" y="0"/>
                  </a:cubicBezTo>
                  <a:close/>
                </a:path>
              </a:pathLst>
            </a:custGeom>
            <a:solidFill>
              <a:schemeClr val="accent2"/>
            </a:solidFill>
            <a:ln w="5209" cap="flat">
              <a:noFill/>
              <a:prstDash val="solid"/>
              <a:miter/>
            </a:ln>
          </p:spPr>
          <p:txBody>
            <a:bodyPr wrap="square" rtlCol="0" anchor="ctr">
              <a:noAutofit/>
            </a:bodyPr>
            <a:lstStyle/>
            <a:p>
              <a:endParaRPr lang="en-US" dirty="0"/>
            </a:p>
          </p:txBody>
        </p:sp>
      </p:grpSp>
      <p:grpSp>
        <p:nvGrpSpPr>
          <p:cNvPr id="909" name="Group 908">
            <a:extLst>
              <a:ext uri="{FF2B5EF4-FFF2-40B4-BE49-F238E27FC236}">
                <a16:creationId xmlns:a16="http://schemas.microsoft.com/office/drawing/2014/main" id="{67FD6DAD-82E1-D5E0-93E8-5A7F1636BCF0}"/>
              </a:ext>
              <a:ext uri="{C183D7F6-B498-43B3-948B-1728B52AA6E4}">
                <adec:decorative xmlns:adec="http://schemas.microsoft.com/office/drawing/2017/decorative" val="1"/>
              </a:ext>
            </a:extLst>
          </p:cNvPr>
          <p:cNvGrpSpPr>
            <a:grpSpLocks noChangeAspect="1"/>
          </p:cNvGrpSpPr>
          <p:nvPr/>
        </p:nvGrpSpPr>
        <p:grpSpPr>
          <a:xfrm>
            <a:off x="5224895" y="2223703"/>
            <a:ext cx="633074" cy="457200"/>
            <a:chOff x="5224895" y="2223703"/>
            <a:chExt cx="633074" cy="457200"/>
          </a:xfrm>
          <a:solidFill>
            <a:srgbClr val="FF0000"/>
          </a:solidFill>
        </p:grpSpPr>
        <p:sp>
          <p:nvSpPr>
            <p:cNvPr id="1432" name="Freeform: Shape 1431">
              <a:extLst>
                <a:ext uri="{FF2B5EF4-FFF2-40B4-BE49-F238E27FC236}">
                  <a16:creationId xmlns:a16="http://schemas.microsoft.com/office/drawing/2014/main" id="{681E753A-BFBE-3E19-F331-861B40233108}"/>
                </a:ext>
                <a:ext uri="{C183D7F6-B498-43B3-948B-1728B52AA6E4}">
                  <adec:decorative xmlns:adec="http://schemas.microsoft.com/office/drawing/2017/decorative" val="1"/>
                </a:ext>
              </a:extLst>
            </p:cNvPr>
            <p:cNvSpPr/>
            <p:nvPr/>
          </p:nvSpPr>
          <p:spPr>
            <a:xfrm>
              <a:off x="5224895" y="2223703"/>
              <a:ext cx="633074" cy="409407"/>
            </a:xfrm>
            <a:custGeom>
              <a:avLst/>
              <a:gdLst>
                <a:gd name="connsiteX0" fmla="*/ 887973 w 981722"/>
                <a:gd name="connsiteY0" fmla="*/ 260801 h 634877"/>
                <a:gd name="connsiteX1" fmla="*/ 981722 w 981722"/>
                <a:gd name="connsiteY1" fmla="*/ 354550 h 634877"/>
                <a:gd name="connsiteX2" fmla="*/ 887973 w 981722"/>
                <a:gd name="connsiteY2" fmla="*/ 448300 h 634877"/>
                <a:gd name="connsiteX3" fmla="*/ 857206 w 981722"/>
                <a:gd name="connsiteY3" fmla="*/ 417533 h 634877"/>
                <a:gd name="connsiteX4" fmla="*/ 898401 w 981722"/>
                <a:gd name="connsiteY4" fmla="*/ 376338 h 634877"/>
                <a:gd name="connsiteX5" fmla="*/ 777957 w 981722"/>
                <a:gd name="connsiteY5" fmla="*/ 376338 h 634877"/>
                <a:gd name="connsiteX6" fmla="*/ 777957 w 981722"/>
                <a:gd name="connsiteY6" fmla="*/ 332761 h 634877"/>
                <a:gd name="connsiteX7" fmla="*/ 898400 w 981722"/>
                <a:gd name="connsiteY7" fmla="*/ 332761 h 634877"/>
                <a:gd name="connsiteX8" fmla="*/ 857206 w 981722"/>
                <a:gd name="connsiteY8" fmla="*/ 291568 h 634877"/>
                <a:gd name="connsiteX9" fmla="*/ 93749 w 981722"/>
                <a:gd name="connsiteY9" fmla="*/ 84407 h 634877"/>
                <a:gd name="connsiteX10" fmla="*/ 124516 w 981722"/>
                <a:gd name="connsiteY10" fmla="*/ 115174 h 634877"/>
                <a:gd name="connsiteX11" fmla="*/ 83321 w 981722"/>
                <a:gd name="connsiteY11" fmla="*/ 156368 h 634877"/>
                <a:gd name="connsiteX12" fmla="*/ 203393 w 981722"/>
                <a:gd name="connsiteY12" fmla="*/ 156368 h 634877"/>
                <a:gd name="connsiteX13" fmla="*/ 203393 w 981722"/>
                <a:gd name="connsiteY13" fmla="*/ 199945 h 634877"/>
                <a:gd name="connsiteX14" fmla="*/ 83322 w 981722"/>
                <a:gd name="connsiteY14" fmla="*/ 199945 h 634877"/>
                <a:gd name="connsiteX15" fmla="*/ 124516 w 981722"/>
                <a:gd name="connsiteY15" fmla="*/ 241139 h 634877"/>
                <a:gd name="connsiteX16" fmla="*/ 93749 w 981722"/>
                <a:gd name="connsiteY16" fmla="*/ 271906 h 634877"/>
                <a:gd name="connsiteX17" fmla="*/ 0 w 981722"/>
                <a:gd name="connsiteY17" fmla="*/ 178156 h 634877"/>
                <a:gd name="connsiteX18" fmla="*/ 491458 w 981722"/>
                <a:gd name="connsiteY18" fmla="*/ 44255 h 634877"/>
                <a:gd name="connsiteX19" fmla="*/ 270184 w 981722"/>
                <a:gd name="connsiteY19" fmla="*/ 265529 h 634877"/>
                <a:gd name="connsiteX20" fmla="*/ 491458 w 981722"/>
                <a:gd name="connsiteY20" fmla="*/ 486804 h 634877"/>
                <a:gd name="connsiteX21" fmla="*/ 712733 w 981722"/>
                <a:gd name="connsiteY21" fmla="*/ 265529 h 634877"/>
                <a:gd name="connsiteX22" fmla="*/ 491458 w 981722"/>
                <a:gd name="connsiteY22" fmla="*/ 44255 h 634877"/>
                <a:gd name="connsiteX23" fmla="*/ 491458 w 981722"/>
                <a:gd name="connsiteY23" fmla="*/ 0 h 634877"/>
                <a:gd name="connsiteX24" fmla="*/ 756988 w 981722"/>
                <a:gd name="connsiteY24" fmla="*/ 265529 h 634877"/>
                <a:gd name="connsiteX25" fmla="*/ 711480 w 981722"/>
                <a:gd name="connsiteY25" fmla="*/ 413723 h 634877"/>
                <a:gd name="connsiteX26" fmla="*/ 693344 w 981722"/>
                <a:gd name="connsiteY26" fmla="*/ 435680 h 634877"/>
                <a:gd name="connsiteX27" fmla="*/ 861248 w 981722"/>
                <a:gd name="connsiteY27" fmla="*/ 603584 h 634877"/>
                <a:gd name="connsiteX28" fmla="*/ 829956 w 981722"/>
                <a:gd name="connsiteY28" fmla="*/ 634877 h 634877"/>
                <a:gd name="connsiteX29" fmla="*/ 662094 w 981722"/>
                <a:gd name="connsiteY29" fmla="*/ 467015 h 634877"/>
                <a:gd name="connsiteX30" fmla="*/ 639652 w 981722"/>
                <a:gd name="connsiteY30" fmla="*/ 485551 h 634877"/>
                <a:gd name="connsiteX31" fmla="*/ 491458 w 981722"/>
                <a:gd name="connsiteY31" fmla="*/ 531059 h 634877"/>
                <a:gd name="connsiteX32" fmla="*/ 225929 w 981722"/>
                <a:gd name="connsiteY32" fmla="*/ 265529 h 634877"/>
                <a:gd name="connsiteX33" fmla="*/ 491458 w 981722"/>
                <a:gd name="connsiteY33" fmla="*/ 0 h 634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81722" h="634877">
                  <a:moveTo>
                    <a:pt x="887973" y="260801"/>
                  </a:moveTo>
                  <a:lnTo>
                    <a:pt x="981722" y="354550"/>
                  </a:lnTo>
                  <a:lnTo>
                    <a:pt x="887973" y="448300"/>
                  </a:lnTo>
                  <a:lnTo>
                    <a:pt x="857206" y="417533"/>
                  </a:lnTo>
                  <a:lnTo>
                    <a:pt x="898401" y="376338"/>
                  </a:lnTo>
                  <a:lnTo>
                    <a:pt x="777957" y="376338"/>
                  </a:lnTo>
                  <a:lnTo>
                    <a:pt x="777957" y="332761"/>
                  </a:lnTo>
                  <a:lnTo>
                    <a:pt x="898400" y="332761"/>
                  </a:lnTo>
                  <a:lnTo>
                    <a:pt x="857206" y="291568"/>
                  </a:lnTo>
                  <a:close/>
                  <a:moveTo>
                    <a:pt x="93749" y="84407"/>
                  </a:moveTo>
                  <a:lnTo>
                    <a:pt x="124516" y="115174"/>
                  </a:lnTo>
                  <a:lnTo>
                    <a:pt x="83321" y="156368"/>
                  </a:lnTo>
                  <a:lnTo>
                    <a:pt x="203393" y="156368"/>
                  </a:lnTo>
                  <a:lnTo>
                    <a:pt x="203393" y="199945"/>
                  </a:lnTo>
                  <a:lnTo>
                    <a:pt x="83322" y="199945"/>
                  </a:lnTo>
                  <a:lnTo>
                    <a:pt x="124516" y="241139"/>
                  </a:lnTo>
                  <a:lnTo>
                    <a:pt x="93749" y="271906"/>
                  </a:lnTo>
                  <a:lnTo>
                    <a:pt x="0" y="178156"/>
                  </a:lnTo>
                  <a:close/>
                  <a:moveTo>
                    <a:pt x="491458" y="44255"/>
                  </a:moveTo>
                  <a:cubicBezTo>
                    <a:pt x="369756" y="44255"/>
                    <a:pt x="270184" y="143830"/>
                    <a:pt x="270184" y="265529"/>
                  </a:cubicBezTo>
                  <a:cubicBezTo>
                    <a:pt x="270184" y="387232"/>
                    <a:pt x="369756" y="486804"/>
                    <a:pt x="491458" y="486804"/>
                  </a:cubicBezTo>
                  <a:cubicBezTo>
                    <a:pt x="613158" y="486804"/>
                    <a:pt x="712733" y="387232"/>
                    <a:pt x="712733" y="265529"/>
                  </a:cubicBezTo>
                  <a:cubicBezTo>
                    <a:pt x="712733" y="143830"/>
                    <a:pt x="613158" y="44255"/>
                    <a:pt x="491458" y="44255"/>
                  </a:cubicBezTo>
                  <a:close/>
                  <a:moveTo>
                    <a:pt x="491458" y="0"/>
                  </a:moveTo>
                  <a:cubicBezTo>
                    <a:pt x="637500" y="0"/>
                    <a:pt x="756988" y="119488"/>
                    <a:pt x="756988" y="265529"/>
                  </a:cubicBezTo>
                  <a:cubicBezTo>
                    <a:pt x="756988" y="320295"/>
                    <a:pt x="740185" y="371326"/>
                    <a:pt x="711480" y="413723"/>
                  </a:cubicBezTo>
                  <a:lnTo>
                    <a:pt x="693344" y="435680"/>
                  </a:lnTo>
                  <a:lnTo>
                    <a:pt x="861248" y="603584"/>
                  </a:lnTo>
                  <a:lnTo>
                    <a:pt x="829956" y="634877"/>
                  </a:lnTo>
                  <a:lnTo>
                    <a:pt x="662094" y="467015"/>
                  </a:lnTo>
                  <a:lnTo>
                    <a:pt x="639652" y="485551"/>
                  </a:lnTo>
                  <a:cubicBezTo>
                    <a:pt x="597255" y="514256"/>
                    <a:pt x="546224" y="531059"/>
                    <a:pt x="491458" y="531059"/>
                  </a:cubicBezTo>
                  <a:cubicBezTo>
                    <a:pt x="345417" y="531059"/>
                    <a:pt x="225929" y="411571"/>
                    <a:pt x="225929" y="265529"/>
                  </a:cubicBezTo>
                  <a:cubicBezTo>
                    <a:pt x="225929" y="119488"/>
                    <a:pt x="345417" y="0"/>
                    <a:pt x="491458"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433" name="Freeform: Shape 1432">
              <a:extLst>
                <a:ext uri="{FF2B5EF4-FFF2-40B4-BE49-F238E27FC236}">
                  <a16:creationId xmlns:a16="http://schemas.microsoft.com/office/drawing/2014/main" id="{EDD9D2DF-8ECB-8A3C-DDCC-D439FC52DA4F}"/>
                </a:ext>
                <a:ext uri="{C183D7F6-B498-43B3-948B-1728B52AA6E4}">
                  <adec:decorative xmlns:adec="http://schemas.microsoft.com/office/drawing/2017/decorative" val="1"/>
                </a:ext>
              </a:extLst>
            </p:cNvPr>
            <p:cNvSpPr/>
            <p:nvPr/>
          </p:nvSpPr>
          <p:spPr>
            <a:xfrm>
              <a:off x="5427162" y="2294765"/>
              <a:ext cx="400906" cy="386138"/>
            </a:xfrm>
            <a:custGeom>
              <a:avLst/>
              <a:gdLst>
                <a:gd name="connsiteX0" fmla="*/ 574790 w 621694"/>
                <a:gd name="connsiteY0" fmla="*/ 504983 h 598792"/>
                <a:gd name="connsiteX1" fmla="*/ 621694 w 621694"/>
                <a:gd name="connsiteY1" fmla="*/ 551888 h 598792"/>
                <a:gd name="connsiteX2" fmla="*/ 574790 w 621694"/>
                <a:gd name="connsiteY2" fmla="*/ 598792 h 598792"/>
                <a:gd name="connsiteX3" fmla="*/ 527885 w 621694"/>
                <a:gd name="connsiteY3" fmla="*/ 551888 h 598792"/>
                <a:gd name="connsiteX4" fmla="*/ 44266 w 621694"/>
                <a:gd name="connsiteY4" fmla="*/ 265062 h 598792"/>
                <a:gd name="connsiteX5" fmla="*/ 199158 w 621694"/>
                <a:gd name="connsiteY5" fmla="*/ 265062 h 598792"/>
                <a:gd name="connsiteX6" fmla="*/ 199158 w 621694"/>
                <a:gd name="connsiteY6" fmla="*/ 309317 h 598792"/>
                <a:gd name="connsiteX7" fmla="*/ 44266 w 621694"/>
                <a:gd name="connsiteY7" fmla="*/ 309317 h 598792"/>
                <a:gd name="connsiteX8" fmla="*/ 110618 w 621694"/>
                <a:gd name="connsiteY8" fmla="*/ 176709 h 598792"/>
                <a:gd name="connsiteX9" fmla="*/ 354019 w 621694"/>
                <a:gd name="connsiteY9" fmla="*/ 176709 h 598792"/>
                <a:gd name="connsiteX10" fmla="*/ 354019 w 621694"/>
                <a:gd name="connsiteY10" fmla="*/ 220964 h 598792"/>
                <a:gd name="connsiteX11" fmla="*/ 110618 w 621694"/>
                <a:gd name="connsiteY11" fmla="*/ 220964 h 598792"/>
                <a:gd name="connsiteX12" fmla="*/ 0 w 621694"/>
                <a:gd name="connsiteY12" fmla="*/ 88353 h 598792"/>
                <a:gd name="connsiteX13" fmla="*/ 243401 w 621694"/>
                <a:gd name="connsiteY13" fmla="*/ 88353 h 598792"/>
                <a:gd name="connsiteX14" fmla="*/ 243401 w 621694"/>
                <a:gd name="connsiteY14" fmla="*/ 132608 h 598792"/>
                <a:gd name="connsiteX15" fmla="*/ 0 w 621694"/>
                <a:gd name="connsiteY15" fmla="*/ 132608 h 598792"/>
                <a:gd name="connsiteX16" fmla="*/ 154905 w 621694"/>
                <a:gd name="connsiteY16" fmla="*/ 0 h 598792"/>
                <a:gd name="connsiteX17" fmla="*/ 309797 w 621694"/>
                <a:gd name="connsiteY17" fmla="*/ 0 h 598792"/>
                <a:gd name="connsiteX18" fmla="*/ 309797 w 621694"/>
                <a:gd name="connsiteY18" fmla="*/ 44255 h 598792"/>
                <a:gd name="connsiteX19" fmla="*/ 154905 w 621694"/>
                <a:gd name="connsiteY19" fmla="*/ 44255 h 59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1694" h="598792">
                  <a:moveTo>
                    <a:pt x="574790" y="504983"/>
                  </a:moveTo>
                  <a:lnTo>
                    <a:pt x="621694" y="551888"/>
                  </a:lnTo>
                  <a:lnTo>
                    <a:pt x="574790" y="598792"/>
                  </a:lnTo>
                  <a:lnTo>
                    <a:pt x="527885" y="551888"/>
                  </a:lnTo>
                  <a:close/>
                  <a:moveTo>
                    <a:pt x="44266" y="265062"/>
                  </a:moveTo>
                  <a:lnTo>
                    <a:pt x="199158" y="265062"/>
                  </a:lnTo>
                  <a:lnTo>
                    <a:pt x="199158" y="309317"/>
                  </a:lnTo>
                  <a:lnTo>
                    <a:pt x="44266" y="309317"/>
                  </a:lnTo>
                  <a:close/>
                  <a:moveTo>
                    <a:pt x="110618" y="176709"/>
                  </a:moveTo>
                  <a:lnTo>
                    <a:pt x="354019" y="176709"/>
                  </a:lnTo>
                  <a:lnTo>
                    <a:pt x="354019" y="220964"/>
                  </a:lnTo>
                  <a:lnTo>
                    <a:pt x="110618" y="220964"/>
                  </a:lnTo>
                  <a:close/>
                  <a:moveTo>
                    <a:pt x="0" y="88353"/>
                  </a:moveTo>
                  <a:lnTo>
                    <a:pt x="243401" y="88353"/>
                  </a:lnTo>
                  <a:lnTo>
                    <a:pt x="243401" y="132608"/>
                  </a:lnTo>
                  <a:lnTo>
                    <a:pt x="0" y="132608"/>
                  </a:lnTo>
                  <a:close/>
                  <a:moveTo>
                    <a:pt x="154905" y="0"/>
                  </a:moveTo>
                  <a:lnTo>
                    <a:pt x="309797" y="0"/>
                  </a:lnTo>
                  <a:lnTo>
                    <a:pt x="309797" y="44255"/>
                  </a:lnTo>
                  <a:lnTo>
                    <a:pt x="154905" y="44255"/>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08" name="Group 907">
            <a:extLst>
              <a:ext uri="{FF2B5EF4-FFF2-40B4-BE49-F238E27FC236}">
                <a16:creationId xmlns:a16="http://schemas.microsoft.com/office/drawing/2014/main" id="{DDF3FB7D-35D5-97BA-0319-270D876234A5}"/>
              </a:ext>
              <a:ext uri="{C183D7F6-B498-43B3-948B-1728B52AA6E4}">
                <adec:decorative xmlns:adec="http://schemas.microsoft.com/office/drawing/2017/decorative" val="1"/>
              </a:ext>
            </a:extLst>
          </p:cNvPr>
          <p:cNvGrpSpPr>
            <a:grpSpLocks noChangeAspect="1"/>
          </p:cNvGrpSpPr>
          <p:nvPr/>
        </p:nvGrpSpPr>
        <p:grpSpPr>
          <a:xfrm>
            <a:off x="6026319" y="2223703"/>
            <a:ext cx="371089" cy="457200"/>
            <a:chOff x="6026319" y="2223703"/>
            <a:chExt cx="371089" cy="457200"/>
          </a:xfrm>
          <a:solidFill>
            <a:srgbClr val="FF0000"/>
          </a:solidFill>
        </p:grpSpPr>
        <p:sp>
          <p:nvSpPr>
            <p:cNvPr id="1435" name="Freeform: Shape 1434">
              <a:extLst>
                <a:ext uri="{FF2B5EF4-FFF2-40B4-BE49-F238E27FC236}">
                  <a16:creationId xmlns:a16="http://schemas.microsoft.com/office/drawing/2014/main" id="{99C04C5C-1252-E987-A4D3-A74FDF1172D2}"/>
                </a:ext>
                <a:ext uri="{C183D7F6-B498-43B3-948B-1728B52AA6E4}">
                  <adec:decorative xmlns:adec="http://schemas.microsoft.com/office/drawing/2017/decorative" val="1"/>
                </a:ext>
              </a:extLst>
            </p:cNvPr>
            <p:cNvSpPr/>
            <p:nvPr/>
          </p:nvSpPr>
          <p:spPr>
            <a:xfrm>
              <a:off x="6026319" y="2223703"/>
              <a:ext cx="371089" cy="456054"/>
            </a:xfrm>
            <a:custGeom>
              <a:avLst/>
              <a:gdLst>
                <a:gd name="connsiteX0" fmla="*/ 647350 w 707278"/>
                <a:gd name="connsiteY0" fmla="*/ 207804 h 869217"/>
                <a:gd name="connsiteX1" fmla="*/ 683988 w 707278"/>
                <a:gd name="connsiteY1" fmla="*/ 221249 h 869217"/>
                <a:gd name="connsiteX2" fmla="*/ 705283 w 707278"/>
                <a:gd name="connsiteY2" fmla="*/ 254504 h 869217"/>
                <a:gd name="connsiteX3" fmla="*/ 707198 w 707278"/>
                <a:gd name="connsiteY3" fmla="*/ 271193 h 869217"/>
                <a:gd name="connsiteX4" fmla="*/ 707277 w 707278"/>
                <a:gd name="connsiteY4" fmla="*/ 861905 h 869217"/>
                <a:gd name="connsiteX5" fmla="*/ 707277 w 707278"/>
                <a:gd name="connsiteY5" fmla="*/ 868262 h 869217"/>
                <a:gd name="connsiteX6" fmla="*/ 663472 w 707278"/>
                <a:gd name="connsiteY6" fmla="*/ 868262 h 869217"/>
                <a:gd name="connsiteX7" fmla="*/ 663472 w 707278"/>
                <a:gd name="connsiteY7" fmla="*/ 862029 h 869217"/>
                <a:gd name="connsiteX8" fmla="*/ 663624 w 707278"/>
                <a:gd name="connsiteY8" fmla="*/ 271793 h 869217"/>
                <a:gd name="connsiteX9" fmla="*/ 658051 w 707278"/>
                <a:gd name="connsiteY9" fmla="*/ 257480 h 869217"/>
                <a:gd name="connsiteX10" fmla="*/ 647350 w 707278"/>
                <a:gd name="connsiteY10" fmla="*/ 253137 h 869217"/>
                <a:gd name="connsiteX11" fmla="*/ 465257 w 707278"/>
                <a:gd name="connsiteY11" fmla="*/ 207633 h 869217"/>
                <a:gd name="connsiteX12" fmla="*/ 523278 w 707278"/>
                <a:gd name="connsiteY12" fmla="*/ 207948 h 869217"/>
                <a:gd name="connsiteX13" fmla="*/ 523278 w 707278"/>
                <a:gd name="connsiteY13" fmla="*/ 251453 h 869217"/>
                <a:gd name="connsiteX14" fmla="*/ 509339 w 707278"/>
                <a:gd name="connsiteY14" fmla="*/ 251453 h 869217"/>
                <a:gd name="connsiteX15" fmla="*/ 509339 w 707278"/>
                <a:gd name="connsiteY15" fmla="*/ 400729 h 869217"/>
                <a:gd name="connsiteX16" fmla="*/ 327446 w 707278"/>
                <a:gd name="connsiteY16" fmla="*/ 400729 h 869217"/>
                <a:gd name="connsiteX17" fmla="*/ 327446 w 707278"/>
                <a:gd name="connsiteY17" fmla="*/ 526656 h 869217"/>
                <a:gd name="connsiteX18" fmla="*/ 321416 w 707278"/>
                <a:gd name="connsiteY18" fmla="*/ 526656 h 869217"/>
                <a:gd name="connsiteX19" fmla="*/ 158599 w 707278"/>
                <a:gd name="connsiteY19" fmla="*/ 526503 h 869217"/>
                <a:gd name="connsiteX20" fmla="*/ 138706 w 707278"/>
                <a:gd name="connsiteY20" fmla="*/ 546749 h 869217"/>
                <a:gd name="connsiteX21" fmla="*/ 138754 w 707278"/>
                <a:gd name="connsiteY21" fmla="*/ 863339 h 869217"/>
                <a:gd name="connsiteX22" fmla="*/ 138754 w 707278"/>
                <a:gd name="connsiteY22" fmla="*/ 869217 h 869217"/>
                <a:gd name="connsiteX23" fmla="*/ 94948 w 707278"/>
                <a:gd name="connsiteY23" fmla="*/ 869217 h 869217"/>
                <a:gd name="connsiteX24" fmla="*/ 94948 w 707278"/>
                <a:gd name="connsiteY24" fmla="*/ 863918 h 869217"/>
                <a:gd name="connsiteX25" fmla="*/ 95069 w 707278"/>
                <a:gd name="connsiteY25" fmla="*/ 543520 h 869217"/>
                <a:gd name="connsiteX26" fmla="*/ 147457 w 707278"/>
                <a:gd name="connsiteY26" fmla="*/ 483823 h 869217"/>
                <a:gd name="connsiteX27" fmla="*/ 160105 w 707278"/>
                <a:gd name="connsiteY27" fmla="*/ 482891 h 869217"/>
                <a:gd name="connsiteX28" fmla="*/ 277696 w 707278"/>
                <a:gd name="connsiteY28" fmla="*/ 482850 h 869217"/>
                <a:gd name="connsiteX29" fmla="*/ 283364 w 707278"/>
                <a:gd name="connsiteY29" fmla="*/ 482850 h 869217"/>
                <a:gd name="connsiteX30" fmla="*/ 283364 w 707278"/>
                <a:gd name="connsiteY30" fmla="*/ 357199 h 869217"/>
                <a:gd name="connsiteX31" fmla="*/ 465257 w 707278"/>
                <a:gd name="connsiteY31" fmla="*/ 357199 h 869217"/>
                <a:gd name="connsiteX32" fmla="*/ 465257 w 707278"/>
                <a:gd name="connsiteY32" fmla="*/ 207633 h 869217"/>
                <a:gd name="connsiteX33" fmla="*/ 599667 w 707278"/>
                <a:gd name="connsiteY33" fmla="*/ 33 h 869217"/>
                <a:gd name="connsiteX34" fmla="*/ 599670 w 707278"/>
                <a:gd name="connsiteY34" fmla="*/ 4572 h 869217"/>
                <a:gd name="connsiteX35" fmla="*/ 600597 w 707278"/>
                <a:gd name="connsiteY35" fmla="*/ 84371 h 869217"/>
                <a:gd name="connsiteX36" fmla="*/ 600620 w 707278"/>
                <a:gd name="connsiteY36" fmla="*/ 128642 h 869217"/>
                <a:gd name="connsiteX37" fmla="*/ 585113 w 707278"/>
                <a:gd name="connsiteY37" fmla="*/ 129512 h 869217"/>
                <a:gd name="connsiteX38" fmla="*/ 568071 w 707278"/>
                <a:gd name="connsiteY38" fmla="*/ 129547 h 869217"/>
                <a:gd name="connsiteX39" fmla="*/ 568071 w 707278"/>
                <a:gd name="connsiteY39" fmla="*/ 62150 h 869217"/>
                <a:gd name="connsiteX40" fmla="*/ 559167 w 707278"/>
                <a:gd name="connsiteY40" fmla="*/ 68672 h 869217"/>
                <a:gd name="connsiteX41" fmla="*/ 505925 w 707278"/>
                <a:gd name="connsiteY41" fmla="*/ 112380 h 869217"/>
                <a:gd name="connsiteX42" fmla="*/ 449613 w 707278"/>
                <a:gd name="connsiteY42" fmla="*/ 159075 h 869217"/>
                <a:gd name="connsiteX43" fmla="*/ 394710 w 707278"/>
                <a:gd name="connsiteY43" fmla="*/ 203624 h 869217"/>
                <a:gd name="connsiteX44" fmla="*/ 348904 w 707278"/>
                <a:gd name="connsiteY44" fmla="*/ 241700 h 869217"/>
                <a:gd name="connsiteX45" fmla="*/ 304504 w 707278"/>
                <a:gd name="connsiteY45" fmla="*/ 277630 h 869217"/>
                <a:gd name="connsiteX46" fmla="*/ 270918 w 707278"/>
                <a:gd name="connsiteY46" fmla="*/ 305445 h 869217"/>
                <a:gd name="connsiteX47" fmla="*/ 248976 w 707278"/>
                <a:gd name="connsiteY47" fmla="*/ 323583 h 869217"/>
                <a:gd name="connsiteX48" fmla="*/ 192790 w 707278"/>
                <a:gd name="connsiteY48" fmla="*/ 369351 h 869217"/>
                <a:gd name="connsiteX49" fmla="*/ 146992 w 707278"/>
                <a:gd name="connsiteY49" fmla="*/ 407438 h 869217"/>
                <a:gd name="connsiteX50" fmla="*/ 116792 w 707278"/>
                <a:gd name="connsiteY50" fmla="*/ 431895 h 869217"/>
                <a:gd name="connsiteX51" fmla="*/ 113034 w 707278"/>
                <a:gd name="connsiteY51" fmla="*/ 433272 h 869217"/>
                <a:gd name="connsiteX52" fmla="*/ 1147 w 707278"/>
                <a:gd name="connsiteY52" fmla="*/ 433269 h 869217"/>
                <a:gd name="connsiteX53" fmla="*/ 0 w 707278"/>
                <a:gd name="connsiteY53" fmla="*/ 432921 h 869217"/>
                <a:gd name="connsiteX54" fmla="*/ 0 w 707278"/>
                <a:gd name="connsiteY54" fmla="*/ 396191 h 869217"/>
                <a:gd name="connsiteX55" fmla="*/ 5248 w 707278"/>
                <a:gd name="connsiteY55" fmla="*/ 396191 h 869217"/>
                <a:gd name="connsiteX56" fmla="*/ 96188 w 707278"/>
                <a:gd name="connsiteY56" fmla="*/ 396303 h 869217"/>
                <a:gd name="connsiteX57" fmla="*/ 106762 w 707278"/>
                <a:gd name="connsiteY57" fmla="*/ 392473 h 869217"/>
                <a:gd name="connsiteX58" fmla="*/ 157293 w 707278"/>
                <a:gd name="connsiteY58" fmla="*/ 350564 h 869217"/>
                <a:gd name="connsiteX59" fmla="*/ 212201 w 707278"/>
                <a:gd name="connsiteY59" fmla="*/ 306020 h 869217"/>
                <a:gd name="connsiteX60" fmla="*/ 252238 w 707278"/>
                <a:gd name="connsiteY60" fmla="*/ 272744 h 869217"/>
                <a:gd name="connsiteX61" fmla="*/ 291871 w 707278"/>
                <a:gd name="connsiteY61" fmla="*/ 240594 h 869217"/>
                <a:gd name="connsiteX62" fmla="*/ 321413 w 707278"/>
                <a:gd name="connsiteY62" fmla="*/ 215947 h 869217"/>
                <a:gd name="connsiteX63" fmla="*/ 355613 w 707278"/>
                <a:gd name="connsiteY63" fmla="*/ 188259 h 869217"/>
                <a:gd name="connsiteX64" fmla="*/ 385165 w 707278"/>
                <a:gd name="connsiteY64" fmla="*/ 163625 h 869217"/>
                <a:gd name="connsiteX65" fmla="*/ 413585 w 707278"/>
                <a:gd name="connsiteY65" fmla="*/ 140724 h 869217"/>
                <a:gd name="connsiteX66" fmla="*/ 442806 w 707278"/>
                <a:gd name="connsiteY66" fmla="*/ 116434 h 869217"/>
                <a:gd name="connsiteX67" fmla="*/ 476450 w 707278"/>
                <a:gd name="connsiteY67" fmla="*/ 88690 h 869217"/>
                <a:gd name="connsiteX68" fmla="*/ 506555 w 707278"/>
                <a:gd name="connsiteY68" fmla="*/ 64108 h 869217"/>
                <a:gd name="connsiteX69" fmla="*/ 541089 w 707278"/>
                <a:gd name="connsiteY69" fmla="*/ 36083 h 869217"/>
                <a:gd name="connsiteX70" fmla="*/ 543950 w 707278"/>
                <a:gd name="connsiteY70" fmla="*/ 33840 h 869217"/>
                <a:gd name="connsiteX71" fmla="*/ 470450 w 707278"/>
                <a:gd name="connsiteY71" fmla="*/ 33840 h 869217"/>
                <a:gd name="connsiteX72" fmla="*/ 469001 w 707278"/>
                <a:gd name="connsiteY72" fmla="*/ 986 h 869217"/>
                <a:gd name="connsiteX73" fmla="*/ 480647 w 707278"/>
                <a:gd name="connsiteY73" fmla="*/ 980 h 869217"/>
                <a:gd name="connsiteX74" fmla="*/ 566636 w 707278"/>
                <a:gd name="connsiteY74" fmla="*/ 50 h 869217"/>
                <a:gd name="connsiteX75" fmla="*/ 599667 w 707278"/>
                <a:gd name="connsiteY75" fmla="*/ 33 h 86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07278" h="869217">
                  <a:moveTo>
                    <a:pt x="647350" y="207804"/>
                  </a:moveTo>
                  <a:lnTo>
                    <a:pt x="683988" y="221249"/>
                  </a:lnTo>
                  <a:cubicBezTo>
                    <a:pt x="694342" y="229554"/>
                    <a:pt x="702071" y="241135"/>
                    <a:pt x="705283" y="254504"/>
                  </a:cubicBezTo>
                  <a:cubicBezTo>
                    <a:pt x="706582" y="259914"/>
                    <a:pt x="707195" y="265622"/>
                    <a:pt x="707198" y="271193"/>
                  </a:cubicBezTo>
                  <a:cubicBezTo>
                    <a:pt x="707293" y="468097"/>
                    <a:pt x="707277" y="665001"/>
                    <a:pt x="707277" y="861905"/>
                  </a:cubicBezTo>
                  <a:cubicBezTo>
                    <a:pt x="707277" y="863936"/>
                    <a:pt x="707277" y="865966"/>
                    <a:pt x="707277" y="868262"/>
                  </a:cubicBezTo>
                  <a:cubicBezTo>
                    <a:pt x="692586" y="868262"/>
                    <a:pt x="678252" y="868262"/>
                    <a:pt x="663472" y="868262"/>
                  </a:cubicBezTo>
                  <a:cubicBezTo>
                    <a:pt x="663472" y="866068"/>
                    <a:pt x="663472" y="864048"/>
                    <a:pt x="663472" y="862029"/>
                  </a:cubicBezTo>
                  <a:cubicBezTo>
                    <a:pt x="663472" y="665283"/>
                    <a:pt x="663417" y="468538"/>
                    <a:pt x="663624" y="271793"/>
                  </a:cubicBezTo>
                  <a:cubicBezTo>
                    <a:pt x="663630" y="266595"/>
                    <a:pt x="661625" y="261352"/>
                    <a:pt x="658051" y="257480"/>
                  </a:cubicBezTo>
                  <a:lnTo>
                    <a:pt x="647350" y="253137"/>
                  </a:lnTo>
                  <a:close/>
                  <a:moveTo>
                    <a:pt x="465257" y="207633"/>
                  </a:moveTo>
                  <a:lnTo>
                    <a:pt x="523278" y="207948"/>
                  </a:lnTo>
                  <a:lnTo>
                    <a:pt x="523278" y="251453"/>
                  </a:lnTo>
                  <a:lnTo>
                    <a:pt x="509339" y="251453"/>
                  </a:lnTo>
                  <a:cubicBezTo>
                    <a:pt x="509339" y="301328"/>
                    <a:pt x="509339" y="350784"/>
                    <a:pt x="509339" y="400729"/>
                  </a:cubicBezTo>
                  <a:cubicBezTo>
                    <a:pt x="448658" y="400729"/>
                    <a:pt x="388299" y="400729"/>
                    <a:pt x="327446" y="400729"/>
                  </a:cubicBezTo>
                  <a:cubicBezTo>
                    <a:pt x="327446" y="442849"/>
                    <a:pt x="327446" y="484483"/>
                    <a:pt x="327446" y="526656"/>
                  </a:cubicBezTo>
                  <a:cubicBezTo>
                    <a:pt x="325113" y="526656"/>
                    <a:pt x="323264" y="526656"/>
                    <a:pt x="321416" y="526656"/>
                  </a:cubicBezTo>
                  <a:cubicBezTo>
                    <a:pt x="267143" y="526656"/>
                    <a:pt x="212869" y="526850"/>
                    <a:pt x="158599" y="526503"/>
                  </a:cubicBezTo>
                  <a:cubicBezTo>
                    <a:pt x="146798" y="526427"/>
                    <a:pt x="138699" y="536968"/>
                    <a:pt x="138706" y="546749"/>
                  </a:cubicBezTo>
                  <a:cubicBezTo>
                    <a:pt x="138782" y="652279"/>
                    <a:pt x="138754" y="757809"/>
                    <a:pt x="138754" y="863339"/>
                  </a:cubicBezTo>
                  <a:cubicBezTo>
                    <a:pt x="138754" y="865211"/>
                    <a:pt x="138754" y="867083"/>
                    <a:pt x="138754" y="869217"/>
                  </a:cubicBezTo>
                  <a:cubicBezTo>
                    <a:pt x="124055" y="869217"/>
                    <a:pt x="109720" y="869217"/>
                    <a:pt x="94948" y="869217"/>
                  </a:cubicBezTo>
                  <a:cubicBezTo>
                    <a:pt x="94948" y="867326"/>
                    <a:pt x="94948" y="865622"/>
                    <a:pt x="94948" y="863918"/>
                  </a:cubicBezTo>
                  <a:cubicBezTo>
                    <a:pt x="94948" y="757119"/>
                    <a:pt x="94757" y="650319"/>
                    <a:pt x="95069" y="543520"/>
                  </a:cubicBezTo>
                  <a:cubicBezTo>
                    <a:pt x="95157" y="513344"/>
                    <a:pt x="118446" y="487625"/>
                    <a:pt x="147457" y="483823"/>
                  </a:cubicBezTo>
                  <a:cubicBezTo>
                    <a:pt x="151644" y="483275"/>
                    <a:pt x="155887" y="482899"/>
                    <a:pt x="160105" y="482891"/>
                  </a:cubicBezTo>
                  <a:cubicBezTo>
                    <a:pt x="199302" y="482822"/>
                    <a:pt x="238499" y="482850"/>
                    <a:pt x="277696" y="482850"/>
                  </a:cubicBezTo>
                  <a:cubicBezTo>
                    <a:pt x="279423" y="482850"/>
                    <a:pt x="281150" y="482850"/>
                    <a:pt x="283364" y="482850"/>
                  </a:cubicBezTo>
                  <a:cubicBezTo>
                    <a:pt x="283364" y="440956"/>
                    <a:pt x="283364" y="399321"/>
                    <a:pt x="283364" y="357199"/>
                  </a:cubicBezTo>
                  <a:cubicBezTo>
                    <a:pt x="344215" y="357199"/>
                    <a:pt x="404575" y="357199"/>
                    <a:pt x="465257" y="357199"/>
                  </a:cubicBezTo>
                  <a:cubicBezTo>
                    <a:pt x="465257" y="307255"/>
                    <a:pt x="465257" y="257800"/>
                    <a:pt x="465257" y="207633"/>
                  </a:cubicBezTo>
                  <a:close/>
                  <a:moveTo>
                    <a:pt x="599667" y="33"/>
                  </a:moveTo>
                  <a:cubicBezTo>
                    <a:pt x="599667" y="1178"/>
                    <a:pt x="599650" y="2875"/>
                    <a:pt x="599670" y="4572"/>
                  </a:cubicBezTo>
                  <a:cubicBezTo>
                    <a:pt x="599984" y="31171"/>
                    <a:pt x="600360" y="57771"/>
                    <a:pt x="600597" y="84371"/>
                  </a:cubicBezTo>
                  <a:cubicBezTo>
                    <a:pt x="600726" y="98888"/>
                    <a:pt x="600620" y="113407"/>
                    <a:pt x="600620" y="128642"/>
                  </a:cubicBezTo>
                  <a:cubicBezTo>
                    <a:pt x="595947" y="128914"/>
                    <a:pt x="590534" y="129353"/>
                    <a:pt x="585113" y="129512"/>
                  </a:cubicBezTo>
                  <a:cubicBezTo>
                    <a:pt x="579731" y="129670"/>
                    <a:pt x="574340" y="129547"/>
                    <a:pt x="568071" y="129547"/>
                  </a:cubicBezTo>
                  <a:cubicBezTo>
                    <a:pt x="568071" y="107452"/>
                    <a:pt x="568071" y="85535"/>
                    <a:pt x="568071" y="62150"/>
                  </a:cubicBezTo>
                  <a:cubicBezTo>
                    <a:pt x="564255" y="64932"/>
                    <a:pt x="561608" y="66676"/>
                    <a:pt x="559167" y="68672"/>
                  </a:cubicBezTo>
                  <a:cubicBezTo>
                    <a:pt x="541393" y="83209"/>
                    <a:pt x="523629" y="97758"/>
                    <a:pt x="505925" y="112380"/>
                  </a:cubicBezTo>
                  <a:cubicBezTo>
                    <a:pt x="487124" y="127909"/>
                    <a:pt x="468466" y="143609"/>
                    <a:pt x="449613" y="159075"/>
                  </a:cubicBezTo>
                  <a:cubicBezTo>
                    <a:pt x="431393" y="174022"/>
                    <a:pt x="412937" y="188684"/>
                    <a:pt x="394710" y="203624"/>
                  </a:cubicBezTo>
                  <a:cubicBezTo>
                    <a:pt x="379355" y="216211"/>
                    <a:pt x="364251" y="229104"/>
                    <a:pt x="348904" y="241700"/>
                  </a:cubicBezTo>
                  <a:cubicBezTo>
                    <a:pt x="334187" y="253778"/>
                    <a:pt x="319256" y="265595"/>
                    <a:pt x="304504" y="277630"/>
                  </a:cubicBezTo>
                  <a:cubicBezTo>
                    <a:pt x="293241" y="286819"/>
                    <a:pt x="282116" y="296176"/>
                    <a:pt x="270918" y="305445"/>
                  </a:cubicBezTo>
                  <a:cubicBezTo>
                    <a:pt x="263697" y="311423"/>
                    <a:pt x="256454" y="317376"/>
                    <a:pt x="248976" y="323583"/>
                  </a:cubicBezTo>
                  <a:cubicBezTo>
                    <a:pt x="230078" y="338993"/>
                    <a:pt x="211368" y="354092"/>
                    <a:pt x="192790" y="369351"/>
                  </a:cubicBezTo>
                  <a:cubicBezTo>
                    <a:pt x="177447" y="381953"/>
                    <a:pt x="162300" y="394793"/>
                    <a:pt x="146992" y="407438"/>
                  </a:cubicBezTo>
                  <a:cubicBezTo>
                    <a:pt x="137006" y="415688"/>
                    <a:pt x="126910" y="423806"/>
                    <a:pt x="116792" y="431895"/>
                  </a:cubicBezTo>
                  <a:cubicBezTo>
                    <a:pt x="115795" y="432692"/>
                    <a:pt x="114300" y="433270"/>
                    <a:pt x="113034" y="433272"/>
                  </a:cubicBezTo>
                  <a:cubicBezTo>
                    <a:pt x="75739" y="433327"/>
                    <a:pt x="38443" y="433298"/>
                    <a:pt x="1147" y="433269"/>
                  </a:cubicBezTo>
                  <a:cubicBezTo>
                    <a:pt x="857" y="433269"/>
                    <a:pt x="568" y="433099"/>
                    <a:pt x="0" y="432921"/>
                  </a:cubicBezTo>
                  <a:cubicBezTo>
                    <a:pt x="0" y="420884"/>
                    <a:pt x="0" y="408769"/>
                    <a:pt x="0" y="396191"/>
                  </a:cubicBezTo>
                  <a:cubicBezTo>
                    <a:pt x="1847" y="396191"/>
                    <a:pt x="3547" y="396191"/>
                    <a:pt x="5248" y="396191"/>
                  </a:cubicBezTo>
                  <a:cubicBezTo>
                    <a:pt x="35561" y="396191"/>
                    <a:pt x="65876" y="396093"/>
                    <a:pt x="96188" y="396303"/>
                  </a:cubicBezTo>
                  <a:cubicBezTo>
                    <a:pt x="100450" y="396333"/>
                    <a:pt x="103670" y="395047"/>
                    <a:pt x="106762" y="392473"/>
                  </a:cubicBezTo>
                  <a:cubicBezTo>
                    <a:pt x="123582" y="378474"/>
                    <a:pt x="140364" y="364430"/>
                    <a:pt x="157293" y="350564"/>
                  </a:cubicBezTo>
                  <a:cubicBezTo>
                    <a:pt x="175525" y="335630"/>
                    <a:pt x="193961" y="320945"/>
                    <a:pt x="212201" y="306020"/>
                  </a:cubicBezTo>
                  <a:cubicBezTo>
                    <a:pt x="225631" y="295031"/>
                    <a:pt x="238829" y="283758"/>
                    <a:pt x="252238" y="272744"/>
                  </a:cubicBezTo>
                  <a:cubicBezTo>
                    <a:pt x="265383" y="261947"/>
                    <a:pt x="278715" y="251377"/>
                    <a:pt x="291871" y="240594"/>
                  </a:cubicBezTo>
                  <a:cubicBezTo>
                    <a:pt x="301789" y="232464"/>
                    <a:pt x="311498" y="224080"/>
                    <a:pt x="321413" y="215947"/>
                  </a:cubicBezTo>
                  <a:cubicBezTo>
                    <a:pt x="332753" y="206645"/>
                    <a:pt x="344271" y="197559"/>
                    <a:pt x="355613" y="188259"/>
                  </a:cubicBezTo>
                  <a:cubicBezTo>
                    <a:pt x="365529" y="180128"/>
                    <a:pt x="375250" y="171758"/>
                    <a:pt x="385165" y="163625"/>
                  </a:cubicBezTo>
                  <a:cubicBezTo>
                    <a:pt x="394571" y="155909"/>
                    <a:pt x="404171" y="148430"/>
                    <a:pt x="413585" y="140724"/>
                  </a:cubicBezTo>
                  <a:cubicBezTo>
                    <a:pt x="423387" y="132702"/>
                    <a:pt x="433051" y="124512"/>
                    <a:pt x="442806" y="116434"/>
                  </a:cubicBezTo>
                  <a:cubicBezTo>
                    <a:pt x="454002" y="107162"/>
                    <a:pt x="465215" y="97913"/>
                    <a:pt x="476450" y="88690"/>
                  </a:cubicBezTo>
                  <a:cubicBezTo>
                    <a:pt x="486464" y="80470"/>
                    <a:pt x="496506" y="72285"/>
                    <a:pt x="506555" y="64108"/>
                  </a:cubicBezTo>
                  <a:cubicBezTo>
                    <a:pt x="518055" y="54752"/>
                    <a:pt x="529575" y="45422"/>
                    <a:pt x="541089" y="36083"/>
                  </a:cubicBezTo>
                  <a:cubicBezTo>
                    <a:pt x="541812" y="35496"/>
                    <a:pt x="542555" y="34933"/>
                    <a:pt x="543950" y="33840"/>
                  </a:cubicBezTo>
                  <a:cubicBezTo>
                    <a:pt x="518901" y="33840"/>
                    <a:pt x="494840" y="33840"/>
                    <a:pt x="470450" y="33840"/>
                  </a:cubicBezTo>
                  <a:cubicBezTo>
                    <a:pt x="469983" y="23256"/>
                    <a:pt x="469507" y="12457"/>
                    <a:pt x="469001" y="986"/>
                  </a:cubicBezTo>
                  <a:cubicBezTo>
                    <a:pt x="473167" y="986"/>
                    <a:pt x="476907" y="1020"/>
                    <a:pt x="480647" y="980"/>
                  </a:cubicBezTo>
                  <a:cubicBezTo>
                    <a:pt x="509310" y="673"/>
                    <a:pt x="537972" y="319"/>
                    <a:pt x="566636" y="50"/>
                  </a:cubicBezTo>
                  <a:cubicBezTo>
                    <a:pt x="577479" y="-52"/>
                    <a:pt x="588324" y="33"/>
                    <a:pt x="599667" y="33"/>
                  </a:cubicBezTo>
                  <a:close/>
                </a:path>
              </a:pathLst>
            </a:custGeom>
            <a:solidFill>
              <a:schemeClr val="accent2"/>
            </a:solidFill>
            <a:ln w="6158" cap="flat">
              <a:noFill/>
              <a:prstDash val="solid"/>
              <a:miter/>
            </a:ln>
          </p:spPr>
          <p:txBody>
            <a:bodyPr wrap="square" rtlCol="0" anchor="ctr">
              <a:noAutofit/>
            </a:bodyPr>
            <a:lstStyle/>
            <a:p>
              <a:endParaRPr lang="en-US" dirty="0"/>
            </a:p>
          </p:txBody>
        </p:sp>
        <p:sp>
          <p:nvSpPr>
            <p:cNvPr id="1436" name="Freeform: Shape 1435">
              <a:extLst>
                <a:ext uri="{FF2B5EF4-FFF2-40B4-BE49-F238E27FC236}">
                  <a16:creationId xmlns:a16="http://schemas.microsoft.com/office/drawing/2014/main" id="{A02EBAB9-5632-9E5A-D22A-D6CEE5F21E53}"/>
                </a:ext>
                <a:ext uri="{C183D7F6-B498-43B3-948B-1728B52AA6E4}">
                  <adec:decorative xmlns:adec="http://schemas.microsoft.com/office/drawing/2017/decorative" val="1"/>
                </a:ext>
              </a:extLst>
            </p:cNvPr>
            <p:cNvSpPr/>
            <p:nvPr/>
          </p:nvSpPr>
          <p:spPr>
            <a:xfrm>
              <a:off x="6149035" y="2326920"/>
              <a:ext cx="201818" cy="353983"/>
            </a:xfrm>
            <a:custGeom>
              <a:avLst/>
              <a:gdLst>
                <a:gd name="connsiteX0" fmla="*/ 124633 w 384656"/>
                <a:gd name="connsiteY0" fmla="*/ 550593 h 674674"/>
                <a:gd name="connsiteX1" fmla="*/ 125507 w 384656"/>
                <a:gd name="connsiteY1" fmla="*/ 552054 h 674674"/>
                <a:gd name="connsiteX2" fmla="*/ 125564 w 384656"/>
                <a:gd name="connsiteY2" fmla="*/ 552248 h 674674"/>
                <a:gd name="connsiteX3" fmla="*/ 125507 w 384656"/>
                <a:gd name="connsiteY3" fmla="*/ 552054 h 674674"/>
                <a:gd name="connsiteX4" fmla="*/ 237976 w 384656"/>
                <a:gd name="connsiteY4" fmla="*/ 541201 h 674674"/>
                <a:gd name="connsiteX5" fmla="*/ 224336 w 384656"/>
                <a:gd name="connsiteY5" fmla="*/ 552787 h 674674"/>
                <a:gd name="connsiteX6" fmla="*/ 224761 w 384656"/>
                <a:gd name="connsiteY6" fmla="*/ 549923 h 674674"/>
                <a:gd name="connsiteX7" fmla="*/ 255366 w 384656"/>
                <a:gd name="connsiteY7" fmla="*/ 526429 h 674674"/>
                <a:gd name="connsiteX8" fmla="*/ 249675 w 384656"/>
                <a:gd name="connsiteY8" fmla="*/ 533479 h 674674"/>
                <a:gd name="connsiteX9" fmla="*/ 237976 w 384656"/>
                <a:gd name="connsiteY9" fmla="*/ 541201 h 674674"/>
                <a:gd name="connsiteX10" fmla="*/ 237977 w 384656"/>
                <a:gd name="connsiteY10" fmla="*/ 541200 h 674674"/>
                <a:gd name="connsiteX11" fmla="*/ 249675 w 384656"/>
                <a:gd name="connsiteY11" fmla="*/ 533479 h 674674"/>
                <a:gd name="connsiteX12" fmla="*/ 255366 w 384656"/>
                <a:gd name="connsiteY12" fmla="*/ 526430 h 674674"/>
                <a:gd name="connsiteX13" fmla="*/ 78098 w 384656"/>
                <a:gd name="connsiteY13" fmla="*/ 395886 h 674674"/>
                <a:gd name="connsiteX14" fmla="*/ 75199 w 384656"/>
                <a:gd name="connsiteY14" fmla="*/ 403202 h 674674"/>
                <a:gd name="connsiteX15" fmla="*/ 73193 w 384656"/>
                <a:gd name="connsiteY15" fmla="*/ 409591 h 674674"/>
                <a:gd name="connsiteX16" fmla="*/ 75199 w 384656"/>
                <a:gd name="connsiteY16" fmla="*/ 403202 h 674674"/>
                <a:gd name="connsiteX17" fmla="*/ 78098 w 384656"/>
                <a:gd name="connsiteY17" fmla="*/ 395886 h 674674"/>
                <a:gd name="connsiteX18" fmla="*/ 197790 w 384656"/>
                <a:gd name="connsiteY18" fmla="*/ 369846 h 674674"/>
                <a:gd name="connsiteX19" fmla="*/ 209433 w 384656"/>
                <a:gd name="connsiteY19" fmla="*/ 374194 h 674674"/>
                <a:gd name="connsiteX20" fmla="*/ 199724 w 384656"/>
                <a:gd name="connsiteY20" fmla="*/ 370372 h 674674"/>
                <a:gd name="connsiteX21" fmla="*/ 170653 w 384656"/>
                <a:gd name="connsiteY21" fmla="*/ 369676 h 674674"/>
                <a:gd name="connsiteX22" fmla="*/ 145275 w 384656"/>
                <a:gd name="connsiteY22" fmla="*/ 375015 h 674674"/>
                <a:gd name="connsiteX23" fmla="*/ 119008 w 384656"/>
                <a:gd name="connsiteY23" fmla="*/ 391014 h 674674"/>
                <a:gd name="connsiteX24" fmla="*/ 104096 w 384656"/>
                <a:gd name="connsiteY24" fmla="*/ 411115 h 674674"/>
                <a:gd name="connsiteX25" fmla="*/ 100674 w 384656"/>
                <a:gd name="connsiteY25" fmla="*/ 415728 h 674674"/>
                <a:gd name="connsiteX26" fmla="*/ 98321 w 384656"/>
                <a:gd name="connsiteY26" fmla="*/ 422546 h 674674"/>
                <a:gd name="connsiteX27" fmla="*/ 93853 w 384656"/>
                <a:gd name="connsiteY27" fmla="*/ 435492 h 674674"/>
                <a:gd name="connsiteX28" fmla="*/ 92695 w 384656"/>
                <a:gd name="connsiteY28" fmla="*/ 433680 h 674674"/>
                <a:gd name="connsiteX29" fmla="*/ 93430 w 384656"/>
                <a:gd name="connsiteY29" fmla="*/ 436378 h 674674"/>
                <a:gd name="connsiteX30" fmla="*/ 92654 w 384656"/>
                <a:gd name="connsiteY30" fmla="*/ 438603 h 674674"/>
                <a:gd name="connsiteX31" fmla="*/ 92478 w 384656"/>
                <a:gd name="connsiteY31" fmla="*/ 442272 h 674674"/>
                <a:gd name="connsiteX32" fmla="*/ 92065 w 384656"/>
                <a:gd name="connsiteY32" fmla="*/ 460697 h 674674"/>
                <a:gd name="connsiteX33" fmla="*/ 93400 w 384656"/>
                <a:gd name="connsiteY33" fmla="*/ 463946 h 674674"/>
                <a:gd name="connsiteX34" fmla="*/ 93018 w 384656"/>
                <a:gd name="connsiteY34" fmla="*/ 466411 h 674674"/>
                <a:gd name="connsiteX35" fmla="*/ 94354 w 384656"/>
                <a:gd name="connsiteY35" fmla="*/ 469578 h 674674"/>
                <a:gd name="connsiteX36" fmla="*/ 93925 w 384656"/>
                <a:gd name="connsiteY36" fmla="*/ 471254 h 674674"/>
                <a:gd name="connsiteX37" fmla="*/ 94803 w 384656"/>
                <a:gd name="connsiteY37" fmla="*/ 473454 h 674674"/>
                <a:gd name="connsiteX38" fmla="*/ 98141 w 384656"/>
                <a:gd name="connsiteY38" fmla="*/ 486849 h 674674"/>
                <a:gd name="connsiteX39" fmla="*/ 105821 w 384656"/>
                <a:gd name="connsiteY39" fmla="*/ 501082 h 674674"/>
                <a:gd name="connsiteX40" fmla="*/ 105822 w 384656"/>
                <a:gd name="connsiteY40" fmla="*/ 501083 h 674674"/>
                <a:gd name="connsiteX41" fmla="*/ 105822 w 384656"/>
                <a:gd name="connsiteY41" fmla="*/ 501083 h 674674"/>
                <a:gd name="connsiteX42" fmla="*/ 105821 w 384656"/>
                <a:gd name="connsiteY42" fmla="*/ 501082 h 674674"/>
                <a:gd name="connsiteX43" fmla="*/ 94803 w 384656"/>
                <a:gd name="connsiteY43" fmla="*/ 473454 h 674674"/>
                <a:gd name="connsiteX44" fmla="*/ 94201 w 384656"/>
                <a:gd name="connsiteY44" fmla="*/ 471041 h 674674"/>
                <a:gd name="connsiteX45" fmla="*/ 107971 w 384656"/>
                <a:gd name="connsiteY45" fmla="*/ 501228 h 674674"/>
                <a:gd name="connsiteX46" fmla="*/ 106763 w 384656"/>
                <a:gd name="connsiteY46" fmla="*/ 501374 h 674674"/>
                <a:gd name="connsiteX47" fmla="*/ 105825 w 384656"/>
                <a:gd name="connsiteY47" fmla="*/ 501084 h 674674"/>
                <a:gd name="connsiteX48" fmla="*/ 106813 w 384656"/>
                <a:gd name="connsiteY48" fmla="*/ 501426 h 674674"/>
                <a:gd name="connsiteX49" fmla="*/ 108369 w 384656"/>
                <a:gd name="connsiteY49" fmla="*/ 501642 h 674674"/>
                <a:gd name="connsiteX50" fmla="*/ 108106 w 384656"/>
                <a:gd name="connsiteY50" fmla="*/ 502523 h 674674"/>
                <a:gd name="connsiteX51" fmla="*/ 110882 w 384656"/>
                <a:gd name="connsiteY51" fmla="*/ 505082 h 674674"/>
                <a:gd name="connsiteX52" fmla="*/ 112204 w 384656"/>
                <a:gd name="connsiteY52" fmla="*/ 506301 h 674674"/>
                <a:gd name="connsiteX53" fmla="*/ 119156 w 384656"/>
                <a:gd name="connsiteY53" fmla="*/ 514342 h 674674"/>
                <a:gd name="connsiteX54" fmla="*/ 120987 w 384656"/>
                <a:gd name="connsiteY54" fmla="*/ 517309 h 674674"/>
                <a:gd name="connsiteX55" fmla="*/ 131532 w 384656"/>
                <a:gd name="connsiteY55" fmla="*/ 523488 h 674674"/>
                <a:gd name="connsiteX56" fmla="*/ 120987 w 384656"/>
                <a:gd name="connsiteY56" fmla="*/ 517309 h 674674"/>
                <a:gd name="connsiteX57" fmla="*/ 119163 w 384656"/>
                <a:gd name="connsiteY57" fmla="*/ 513978 h 674674"/>
                <a:gd name="connsiteX58" fmla="*/ 129400 w 384656"/>
                <a:gd name="connsiteY58" fmla="*/ 519766 h 674674"/>
                <a:gd name="connsiteX59" fmla="*/ 161886 w 384656"/>
                <a:gd name="connsiteY59" fmla="*/ 530941 h 674674"/>
                <a:gd name="connsiteX60" fmla="*/ 221907 w 384656"/>
                <a:gd name="connsiteY60" fmla="*/ 515550 h 674674"/>
                <a:gd name="connsiteX61" fmla="*/ 252454 w 384656"/>
                <a:gd name="connsiteY61" fmla="*/ 468272 h 674674"/>
                <a:gd name="connsiteX62" fmla="*/ 238213 w 384656"/>
                <a:gd name="connsiteY62" fmla="*/ 399815 h 674674"/>
                <a:gd name="connsiteX63" fmla="*/ 242353 w 384656"/>
                <a:gd name="connsiteY63" fmla="*/ 402479 h 674674"/>
                <a:gd name="connsiteX64" fmla="*/ 238157 w 384656"/>
                <a:gd name="connsiteY64" fmla="*/ 399459 h 674674"/>
                <a:gd name="connsiteX65" fmla="*/ 238135 w 384656"/>
                <a:gd name="connsiteY65" fmla="*/ 398798 h 674674"/>
                <a:gd name="connsiteX66" fmla="*/ 237510 w 384656"/>
                <a:gd name="connsiteY66" fmla="*/ 396790 h 674674"/>
                <a:gd name="connsiteX67" fmla="*/ 238123 w 384656"/>
                <a:gd name="connsiteY67" fmla="*/ 399167 h 674674"/>
                <a:gd name="connsiteX68" fmla="*/ 234375 w 384656"/>
                <a:gd name="connsiteY68" fmla="*/ 395023 h 674674"/>
                <a:gd name="connsiteX69" fmla="*/ 237209 w 384656"/>
                <a:gd name="connsiteY69" fmla="*/ 395821 h 674674"/>
                <a:gd name="connsiteX70" fmla="*/ 237179 w 384656"/>
                <a:gd name="connsiteY70" fmla="*/ 395725 h 674674"/>
                <a:gd name="connsiteX71" fmla="*/ 233680 w 384656"/>
                <a:gd name="connsiteY71" fmla="*/ 394502 h 674674"/>
                <a:gd name="connsiteX72" fmla="*/ 229569 w 384656"/>
                <a:gd name="connsiteY72" fmla="*/ 389266 h 674674"/>
                <a:gd name="connsiteX73" fmla="*/ 228306 w 384656"/>
                <a:gd name="connsiteY73" fmla="*/ 386038 h 674674"/>
                <a:gd name="connsiteX74" fmla="*/ 229563 w 384656"/>
                <a:gd name="connsiteY74" fmla="*/ 389649 h 674674"/>
                <a:gd name="connsiteX75" fmla="*/ 224568 w 384656"/>
                <a:gd name="connsiteY75" fmla="*/ 386199 h 674674"/>
                <a:gd name="connsiteX76" fmla="*/ 225654 w 384656"/>
                <a:gd name="connsiteY76" fmla="*/ 385771 h 674674"/>
                <a:gd name="connsiteX77" fmla="*/ 227932 w 384656"/>
                <a:gd name="connsiteY77" fmla="*/ 385698 h 674674"/>
                <a:gd name="connsiteX78" fmla="*/ 228207 w 384656"/>
                <a:gd name="connsiteY78" fmla="*/ 385782 h 674674"/>
                <a:gd name="connsiteX79" fmla="*/ 228171 w 384656"/>
                <a:gd name="connsiteY79" fmla="*/ 385691 h 674674"/>
                <a:gd name="connsiteX80" fmla="*/ 227932 w 384656"/>
                <a:gd name="connsiteY80" fmla="*/ 385698 h 674674"/>
                <a:gd name="connsiteX81" fmla="*/ 226755 w 384656"/>
                <a:gd name="connsiteY81" fmla="*/ 385337 h 674674"/>
                <a:gd name="connsiteX82" fmla="*/ 225654 w 384656"/>
                <a:gd name="connsiteY82" fmla="*/ 385771 h 674674"/>
                <a:gd name="connsiteX83" fmla="*/ 224176 w 384656"/>
                <a:gd name="connsiteY83" fmla="*/ 385818 h 674674"/>
                <a:gd name="connsiteX84" fmla="*/ 224430 w 384656"/>
                <a:gd name="connsiteY84" fmla="*/ 384955 h 674674"/>
                <a:gd name="connsiteX85" fmla="*/ 222182 w 384656"/>
                <a:gd name="connsiteY85" fmla="*/ 381357 h 674674"/>
                <a:gd name="connsiteX86" fmla="*/ 224230 w 384656"/>
                <a:gd name="connsiteY86" fmla="*/ 385277 h 674674"/>
                <a:gd name="connsiteX87" fmla="*/ 196295 w 384656"/>
                <a:gd name="connsiteY87" fmla="*/ 373457 h 674674"/>
                <a:gd name="connsiteX88" fmla="*/ 170653 w 384656"/>
                <a:gd name="connsiteY88" fmla="*/ 369676 h 674674"/>
                <a:gd name="connsiteX89" fmla="*/ 185478 w 384656"/>
                <a:gd name="connsiteY89" fmla="*/ 367050 h 674674"/>
                <a:gd name="connsiteX90" fmla="*/ 194305 w 384656"/>
                <a:gd name="connsiteY90" fmla="*/ 368897 h 674674"/>
                <a:gd name="connsiteX91" fmla="*/ 189867 w 384656"/>
                <a:gd name="connsiteY91" fmla="*/ 367689 h 674674"/>
                <a:gd name="connsiteX92" fmla="*/ 169725 w 384656"/>
                <a:gd name="connsiteY92" fmla="*/ 366095 h 674674"/>
                <a:gd name="connsiteX93" fmla="*/ 181902 w 384656"/>
                <a:gd name="connsiteY93" fmla="*/ 366530 h 674674"/>
                <a:gd name="connsiteX94" fmla="*/ 179866 w 384656"/>
                <a:gd name="connsiteY94" fmla="*/ 366234 h 674674"/>
                <a:gd name="connsiteX95" fmla="*/ 169725 w 384656"/>
                <a:gd name="connsiteY95" fmla="*/ 366095 h 674674"/>
                <a:gd name="connsiteX96" fmla="*/ 192023 w 384656"/>
                <a:gd name="connsiteY96" fmla="*/ 343846 h 674674"/>
                <a:gd name="connsiteX97" fmla="*/ 242471 w 384656"/>
                <a:gd name="connsiteY97" fmla="*/ 361377 h 674674"/>
                <a:gd name="connsiteX98" fmla="*/ 247670 w 384656"/>
                <a:gd name="connsiteY98" fmla="*/ 365775 h 674674"/>
                <a:gd name="connsiteX99" fmla="*/ 239657 w 384656"/>
                <a:gd name="connsiteY99" fmla="*/ 362245 h 674674"/>
                <a:gd name="connsiteX100" fmla="*/ 156740 w 384656"/>
                <a:gd name="connsiteY100" fmla="*/ 343428 h 674674"/>
                <a:gd name="connsiteX101" fmla="*/ 153114 w 384656"/>
                <a:gd name="connsiteY101" fmla="*/ 343998 h 674674"/>
                <a:gd name="connsiteX102" fmla="*/ 141463 w 384656"/>
                <a:gd name="connsiteY102" fmla="*/ 346773 h 674674"/>
                <a:gd name="connsiteX103" fmla="*/ 114260 w 384656"/>
                <a:gd name="connsiteY103" fmla="*/ 358122 h 674674"/>
                <a:gd name="connsiteX104" fmla="*/ 141463 w 384656"/>
                <a:gd name="connsiteY104" fmla="*/ 346773 h 674674"/>
                <a:gd name="connsiteX105" fmla="*/ 188591 w 384656"/>
                <a:gd name="connsiteY105" fmla="*/ 342522 h 674674"/>
                <a:gd name="connsiteX106" fmla="*/ 188594 w 384656"/>
                <a:gd name="connsiteY106" fmla="*/ 342522 h 674674"/>
                <a:gd name="connsiteX107" fmla="*/ 192023 w 384656"/>
                <a:gd name="connsiteY107" fmla="*/ 343846 h 674674"/>
                <a:gd name="connsiteX108" fmla="*/ 192017 w 384656"/>
                <a:gd name="connsiteY108" fmla="*/ 343844 h 674674"/>
                <a:gd name="connsiteX109" fmla="*/ 188594 w 384656"/>
                <a:gd name="connsiteY109" fmla="*/ 342522 h 674674"/>
                <a:gd name="connsiteX110" fmla="*/ 188098 w 384656"/>
                <a:gd name="connsiteY110" fmla="*/ 342482 h 674674"/>
                <a:gd name="connsiteX111" fmla="*/ 188591 w 384656"/>
                <a:gd name="connsiteY111" fmla="*/ 342522 h 674674"/>
                <a:gd name="connsiteX112" fmla="*/ 188194 w 384656"/>
                <a:gd name="connsiteY112" fmla="*/ 342516 h 674674"/>
                <a:gd name="connsiteX113" fmla="*/ 174571 w 384656"/>
                <a:gd name="connsiteY113" fmla="*/ 337782 h 674674"/>
                <a:gd name="connsiteX114" fmla="*/ 188098 w 384656"/>
                <a:gd name="connsiteY114" fmla="*/ 342482 h 674674"/>
                <a:gd name="connsiteX115" fmla="*/ 176660 w 384656"/>
                <a:gd name="connsiteY115" fmla="*/ 341561 h 674674"/>
                <a:gd name="connsiteX116" fmla="*/ 168334 w 384656"/>
                <a:gd name="connsiteY116" fmla="*/ 342210 h 674674"/>
                <a:gd name="connsiteX117" fmla="*/ 164839 w 384656"/>
                <a:gd name="connsiteY117" fmla="*/ 342157 h 674674"/>
                <a:gd name="connsiteX118" fmla="*/ 160710 w 384656"/>
                <a:gd name="connsiteY118" fmla="*/ 342805 h 674674"/>
                <a:gd name="connsiteX119" fmla="*/ 168334 w 384656"/>
                <a:gd name="connsiteY119" fmla="*/ 342210 h 674674"/>
                <a:gd name="connsiteX120" fmla="*/ 188194 w 384656"/>
                <a:gd name="connsiteY120" fmla="*/ 342516 h 674674"/>
                <a:gd name="connsiteX121" fmla="*/ 192017 w 384656"/>
                <a:gd name="connsiteY121" fmla="*/ 343844 h 674674"/>
                <a:gd name="connsiteX122" fmla="*/ 239657 w 384656"/>
                <a:gd name="connsiteY122" fmla="*/ 362245 h 674674"/>
                <a:gd name="connsiteX123" fmla="*/ 247800 w 384656"/>
                <a:gd name="connsiteY123" fmla="*/ 366076 h 674674"/>
                <a:gd name="connsiteX124" fmla="*/ 249543 w 384656"/>
                <a:gd name="connsiteY124" fmla="*/ 368041 h 674674"/>
                <a:gd name="connsiteX125" fmla="*/ 249646 w 384656"/>
                <a:gd name="connsiteY125" fmla="*/ 368308 h 674674"/>
                <a:gd name="connsiteX126" fmla="*/ 253662 w 384656"/>
                <a:gd name="connsiteY126" fmla="*/ 370787 h 674674"/>
                <a:gd name="connsiteX127" fmla="*/ 250834 w 384656"/>
                <a:gd name="connsiteY127" fmla="*/ 371371 h 674674"/>
                <a:gd name="connsiteX128" fmla="*/ 253833 w 384656"/>
                <a:gd name="connsiteY128" fmla="*/ 371023 h 674674"/>
                <a:gd name="connsiteX129" fmla="*/ 253935 w 384656"/>
                <a:gd name="connsiteY129" fmla="*/ 371613 h 674674"/>
                <a:gd name="connsiteX130" fmla="*/ 254557 w 384656"/>
                <a:gd name="connsiteY130" fmla="*/ 372345 h 674674"/>
                <a:gd name="connsiteX131" fmla="*/ 257323 w 384656"/>
                <a:gd name="connsiteY131" fmla="*/ 375599 h 674674"/>
                <a:gd name="connsiteX132" fmla="*/ 259066 w 384656"/>
                <a:gd name="connsiteY132" fmla="*/ 377554 h 674674"/>
                <a:gd name="connsiteX133" fmla="*/ 259586 w 384656"/>
                <a:gd name="connsiteY133" fmla="*/ 380190 h 674674"/>
                <a:gd name="connsiteX134" fmla="*/ 259153 w 384656"/>
                <a:gd name="connsiteY134" fmla="*/ 377811 h 674674"/>
                <a:gd name="connsiteX135" fmla="*/ 262252 w 384656"/>
                <a:gd name="connsiteY135" fmla="*/ 381255 h 674674"/>
                <a:gd name="connsiteX136" fmla="*/ 260522 w 384656"/>
                <a:gd name="connsiteY136" fmla="*/ 381555 h 674674"/>
                <a:gd name="connsiteX137" fmla="*/ 259880 w 384656"/>
                <a:gd name="connsiteY137" fmla="*/ 380975 h 674674"/>
                <a:gd name="connsiteX138" fmla="*/ 260589 w 384656"/>
                <a:gd name="connsiteY138" fmla="*/ 381654 h 674674"/>
                <a:gd name="connsiteX139" fmla="*/ 262413 w 384656"/>
                <a:gd name="connsiteY139" fmla="*/ 381501 h 674674"/>
                <a:gd name="connsiteX140" fmla="*/ 262506 w 384656"/>
                <a:gd name="connsiteY140" fmla="*/ 382099 h 674674"/>
                <a:gd name="connsiteX141" fmla="*/ 262761 w 384656"/>
                <a:gd name="connsiteY141" fmla="*/ 384607 h 674674"/>
                <a:gd name="connsiteX142" fmla="*/ 262578 w 384656"/>
                <a:gd name="connsiteY142" fmla="*/ 382214 h 674674"/>
                <a:gd name="connsiteX143" fmla="*/ 265116 w 384656"/>
                <a:gd name="connsiteY143" fmla="*/ 385078 h 674674"/>
                <a:gd name="connsiteX144" fmla="*/ 264612 w 384656"/>
                <a:gd name="connsiteY144" fmla="*/ 385217 h 674674"/>
                <a:gd name="connsiteX145" fmla="*/ 262808 w 384656"/>
                <a:gd name="connsiteY145" fmla="*/ 384963 h 674674"/>
                <a:gd name="connsiteX146" fmla="*/ 262796 w 384656"/>
                <a:gd name="connsiteY146" fmla="*/ 384954 h 674674"/>
                <a:gd name="connsiteX147" fmla="*/ 262797 w 384656"/>
                <a:gd name="connsiteY147" fmla="*/ 384962 h 674674"/>
                <a:gd name="connsiteX148" fmla="*/ 262808 w 384656"/>
                <a:gd name="connsiteY148" fmla="*/ 384963 h 674674"/>
                <a:gd name="connsiteX149" fmla="*/ 263528 w 384656"/>
                <a:gd name="connsiteY149" fmla="*/ 385517 h 674674"/>
                <a:gd name="connsiteX150" fmla="*/ 264612 w 384656"/>
                <a:gd name="connsiteY150" fmla="*/ 385217 h 674674"/>
                <a:gd name="connsiteX151" fmla="*/ 265268 w 384656"/>
                <a:gd name="connsiteY151" fmla="*/ 385310 h 674674"/>
                <a:gd name="connsiteX152" fmla="*/ 265365 w 384656"/>
                <a:gd name="connsiteY152" fmla="*/ 385894 h 674674"/>
                <a:gd name="connsiteX153" fmla="*/ 266504 w 384656"/>
                <a:gd name="connsiteY153" fmla="*/ 390267 h 674674"/>
                <a:gd name="connsiteX154" fmla="*/ 265437 w 384656"/>
                <a:gd name="connsiteY154" fmla="*/ 386011 h 674674"/>
                <a:gd name="connsiteX155" fmla="*/ 280967 w 384656"/>
                <a:gd name="connsiteY155" fmla="*/ 415723 h 674674"/>
                <a:gd name="connsiteX156" fmla="*/ 283790 w 384656"/>
                <a:gd name="connsiteY156" fmla="*/ 426682 h 674674"/>
                <a:gd name="connsiteX157" fmla="*/ 282106 w 384656"/>
                <a:gd name="connsiteY157" fmla="*/ 425645 h 674674"/>
                <a:gd name="connsiteX158" fmla="*/ 283720 w 384656"/>
                <a:gd name="connsiteY158" fmla="*/ 427064 h 674674"/>
                <a:gd name="connsiteX159" fmla="*/ 283682 w 384656"/>
                <a:gd name="connsiteY159" fmla="*/ 428787 h 674674"/>
                <a:gd name="connsiteX160" fmla="*/ 283967 w 384656"/>
                <a:gd name="connsiteY160" fmla="*/ 429662 h 674674"/>
                <a:gd name="connsiteX161" fmla="*/ 284672 w 384656"/>
                <a:gd name="connsiteY161" fmla="*/ 431825 h 674674"/>
                <a:gd name="connsiteX162" fmla="*/ 284634 w 384656"/>
                <a:gd name="connsiteY162" fmla="*/ 433548 h 674674"/>
                <a:gd name="connsiteX163" fmla="*/ 284920 w 384656"/>
                <a:gd name="connsiteY163" fmla="*/ 434423 h 674674"/>
                <a:gd name="connsiteX164" fmla="*/ 285624 w 384656"/>
                <a:gd name="connsiteY164" fmla="*/ 436587 h 674674"/>
                <a:gd name="connsiteX165" fmla="*/ 285588 w 384656"/>
                <a:gd name="connsiteY165" fmla="*/ 442970 h 674674"/>
                <a:gd name="connsiteX166" fmla="*/ 285965 w 384656"/>
                <a:gd name="connsiteY166" fmla="*/ 444167 h 674674"/>
                <a:gd name="connsiteX167" fmla="*/ 286577 w 384656"/>
                <a:gd name="connsiteY167" fmla="*/ 446110 h 674674"/>
                <a:gd name="connsiteX168" fmla="*/ 286344 w 384656"/>
                <a:gd name="connsiteY168" fmla="*/ 455261 h 674674"/>
                <a:gd name="connsiteX169" fmla="*/ 286271 w 384656"/>
                <a:gd name="connsiteY169" fmla="*/ 455789 h 674674"/>
                <a:gd name="connsiteX170" fmla="*/ 285890 w 384656"/>
                <a:gd name="connsiteY170" fmla="*/ 458532 h 674674"/>
                <a:gd name="connsiteX171" fmla="*/ 285392 w 384656"/>
                <a:gd name="connsiteY171" fmla="*/ 464802 h 674674"/>
                <a:gd name="connsiteX172" fmla="*/ 285318 w 384656"/>
                <a:gd name="connsiteY172" fmla="*/ 465332 h 674674"/>
                <a:gd name="connsiteX173" fmla="*/ 284938 w 384656"/>
                <a:gd name="connsiteY173" fmla="*/ 468055 h 674674"/>
                <a:gd name="connsiteX174" fmla="*/ 284440 w 384656"/>
                <a:gd name="connsiteY174" fmla="*/ 470578 h 674674"/>
                <a:gd name="connsiteX175" fmla="*/ 284364 w 384656"/>
                <a:gd name="connsiteY175" fmla="*/ 471114 h 674674"/>
                <a:gd name="connsiteX176" fmla="*/ 283985 w 384656"/>
                <a:gd name="connsiteY176" fmla="*/ 473769 h 674674"/>
                <a:gd name="connsiteX177" fmla="*/ 283457 w 384656"/>
                <a:gd name="connsiteY177" fmla="*/ 475403 h 674674"/>
                <a:gd name="connsiteX178" fmla="*/ 281964 w 384656"/>
                <a:gd name="connsiteY178" fmla="*/ 477719 h 674674"/>
                <a:gd name="connsiteX179" fmla="*/ 283386 w 384656"/>
                <a:gd name="connsiteY179" fmla="*/ 475710 h 674674"/>
                <a:gd name="connsiteX180" fmla="*/ 267994 w 384656"/>
                <a:gd name="connsiteY180" fmla="*/ 515703 h 674674"/>
                <a:gd name="connsiteX181" fmla="*/ 255366 w 384656"/>
                <a:gd name="connsiteY181" fmla="*/ 526429 h 674674"/>
                <a:gd name="connsiteX182" fmla="*/ 268303 w 384656"/>
                <a:gd name="connsiteY182" fmla="*/ 510403 h 674674"/>
                <a:gd name="connsiteX183" fmla="*/ 273831 w 384656"/>
                <a:gd name="connsiteY183" fmla="*/ 498214 h 674674"/>
                <a:gd name="connsiteX184" fmla="*/ 268303 w 384656"/>
                <a:gd name="connsiteY184" fmla="*/ 510403 h 674674"/>
                <a:gd name="connsiteX185" fmla="*/ 255366 w 384656"/>
                <a:gd name="connsiteY185" fmla="*/ 526430 h 674674"/>
                <a:gd name="connsiteX186" fmla="*/ 237977 w 384656"/>
                <a:gd name="connsiteY186" fmla="*/ 541200 h 674674"/>
                <a:gd name="connsiteX187" fmla="*/ 224761 w 384656"/>
                <a:gd name="connsiteY187" fmla="*/ 549923 h 674674"/>
                <a:gd name="connsiteX188" fmla="*/ 223987 w 384656"/>
                <a:gd name="connsiteY188" fmla="*/ 552813 h 674674"/>
                <a:gd name="connsiteX189" fmla="*/ 223687 w 384656"/>
                <a:gd name="connsiteY189" fmla="*/ 554513 h 674674"/>
                <a:gd name="connsiteX190" fmla="*/ 223903 w 384656"/>
                <a:gd name="connsiteY190" fmla="*/ 554871 h 674674"/>
                <a:gd name="connsiteX191" fmla="*/ 245732 w 384656"/>
                <a:gd name="connsiteY191" fmla="*/ 562028 h 674674"/>
                <a:gd name="connsiteX192" fmla="*/ 266072 w 384656"/>
                <a:gd name="connsiteY192" fmla="*/ 572714 h 674674"/>
                <a:gd name="connsiteX193" fmla="*/ 289571 w 384656"/>
                <a:gd name="connsiteY193" fmla="*/ 589566 h 674674"/>
                <a:gd name="connsiteX194" fmla="*/ 282326 w 384656"/>
                <a:gd name="connsiteY194" fmla="*/ 586587 h 674674"/>
                <a:gd name="connsiteX195" fmla="*/ 289701 w 384656"/>
                <a:gd name="connsiteY195" fmla="*/ 589867 h 674674"/>
                <a:gd name="connsiteX196" fmla="*/ 308553 w 384656"/>
                <a:gd name="connsiteY196" fmla="*/ 607969 h 674674"/>
                <a:gd name="connsiteX197" fmla="*/ 309518 w 384656"/>
                <a:gd name="connsiteY197" fmla="*/ 611570 h 674674"/>
                <a:gd name="connsiteX198" fmla="*/ 308672 w 384656"/>
                <a:gd name="connsiteY198" fmla="*/ 608262 h 674674"/>
                <a:gd name="connsiteX199" fmla="*/ 312414 w 384656"/>
                <a:gd name="connsiteY199" fmla="*/ 612409 h 674674"/>
                <a:gd name="connsiteX200" fmla="*/ 309525 w 384656"/>
                <a:gd name="connsiteY200" fmla="*/ 611594 h 674674"/>
                <a:gd name="connsiteX201" fmla="*/ 309525 w 384656"/>
                <a:gd name="connsiteY201" fmla="*/ 611595 h 674674"/>
                <a:gd name="connsiteX202" fmla="*/ 312537 w 384656"/>
                <a:gd name="connsiteY202" fmla="*/ 612705 h 674674"/>
                <a:gd name="connsiteX203" fmla="*/ 312470 w 384656"/>
                <a:gd name="connsiteY203" fmla="*/ 613080 h 674674"/>
                <a:gd name="connsiteX204" fmla="*/ 313306 w 384656"/>
                <a:gd name="connsiteY204" fmla="*/ 616233 h 674674"/>
                <a:gd name="connsiteX205" fmla="*/ 312493 w 384656"/>
                <a:gd name="connsiteY205" fmla="*/ 613042 h 674674"/>
                <a:gd name="connsiteX206" fmla="*/ 316224 w 384656"/>
                <a:gd name="connsiteY206" fmla="*/ 617171 h 674674"/>
                <a:gd name="connsiteX207" fmla="*/ 313342 w 384656"/>
                <a:gd name="connsiteY207" fmla="*/ 616366 h 674674"/>
                <a:gd name="connsiteX208" fmla="*/ 313352 w 384656"/>
                <a:gd name="connsiteY208" fmla="*/ 616407 h 674674"/>
                <a:gd name="connsiteX209" fmla="*/ 316346 w 384656"/>
                <a:gd name="connsiteY209" fmla="*/ 617466 h 674674"/>
                <a:gd name="connsiteX210" fmla="*/ 316279 w 384656"/>
                <a:gd name="connsiteY210" fmla="*/ 617838 h 674674"/>
                <a:gd name="connsiteX211" fmla="*/ 317400 w 384656"/>
                <a:gd name="connsiteY211" fmla="*/ 621505 h 674674"/>
                <a:gd name="connsiteX212" fmla="*/ 316302 w 384656"/>
                <a:gd name="connsiteY212" fmla="*/ 617799 h 674674"/>
                <a:gd name="connsiteX213" fmla="*/ 321286 w 384656"/>
                <a:gd name="connsiteY213" fmla="*/ 624079 h 674674"/>
                <a:gd name="connsiteX214" fmla="*/ 320808 w 384656"/>
                <a:gd name="connsiteY214" fmla="*/ 623985 h 674674"/>
                <a:gd name="connsiteX215" fmla="*/ 317664 w 384656"/>
                <a:gd name="connsiteY215" fmla="*/ 622268 h 674674"/>
                <a:gd name="connsiteX216" fmla="*/ 317619 w 384656"/>
                <a:gd name="connsiteY216" fmla="*/ 622221 h 674674"/>
                <a:gd name="connsiteX217" fmla="*/ 317627 w 384656"/>
                <a:gd name="connsiteY217" fmla="*/ 622248 h 674674"/>
                <a:gd name="connsiteX218" fmla="*/ 317664 w 384656"/>
                <a:gd name="connsiteY218" fmla="*/ 622268 h 674674"/>
                <a:gd name="connsiteX219" fmla="*/ 318964 w 384656"/>
                <a:gd name="connsiteY219" fmla="*/ 623622 h 674674"/>
                <a:gd name="connsiteX220" fmla="*/ 320808 w 384656"/>
                <a:gd name="connsiteY220" fmla="*/ 623985 h 674674"/>
                <a:gd name="connsiteX221" fmla="*/ 321451 w 384656"/>
                <a:gd name="connsiteY221" fmla="*/ 624336 h 674674"/>
                <a:gd name="connsiteX222" fmla="*/ 321551 w 384656"/>
                <a:gd name="connsiteY222" fmla="*/ 624919 h 674674"/>
                <a:gd name="connsiteX223" fmla="*/ 322519 w 384656"/>
                <a:gd name="connsiteY223" fmla="*/ 628855 h 674674"/>
                <a:gd name="connsiteX224" fmla="*/ 338784 w 384656"/>
                <a:gd name="connsiteY224" fmla="*/ 658915 h 674674"/>
                <a:gd name="connsiteX225" fmla="*/ 322519 w 384656"/>
                <a:gd name="connsiteY225" fmla="*/ 628855 h 674674"/>
                <a:gd name="connsiteX226" fmla="*/ 321623 w 384656"/>
                <a:gd name="connsiteY226" fmla="*/ 625038 h 674674"/>
                <a:gd name="connsiteX227" fmla="*/ 330898 w 384656"/>
                <a:gd name="connsiteY227" fmla="*/ 638531 h 674674"/>
                <a:gd name="connsiteX228" fmla="*/ 345701 w 384656"/>
                <a:gd name="connsiteY228" fmla="*/ 671751 h 674674"/>
                <a:gd name="connsiteX229" fmla="*/ 345739 w 384656"/>
                <a:gd name="connsiteY229" fmla="*/ 674651 h 674674"/>
                <a:gd name="connsiteX230" fmla="*/ 314055 w 384656"/>
                <a:gd name="connsiteY230" fmla="*/ 674577 h 674674"/>
                <a:gd name="connsiteX231" fmla="*/ 311609 w 384656"/>
                <a:gd name="connsiteY231" fmla="*/ 672899 h 674674"/>
                <a:gd name="connsiteX232" fmla="*/ 295994 w 384656"/>
                <a:gd name="connsiteY232" fmla="*/ 643352 h 674674"/>
                <a:gd name="connsiteX233" fmla="*/ 297948 w 384656"/>
                <a:gd name="connsiteY233" fmla="*/ 644151 h 674674"/>
                <a:gd name="connsiteX234" fmla="*/ 299546 w 384656"/>
                <a:gd name="connsiteY234" fmla="*/ 645407 h 674674"/>
                <a:gd name="connsiteX235" fmla="*/ 297927 w 384656"/>
                <a:gd name="connsiteY235" fmla="*/ 644118 h 674674"/>
                <a:gd name="connsiteX236" fmla="*/ 295826 w 384656"/>
                <a:gd name="connsiteY236" fmla="*/ 643091 h 674674"/>
                <a:gd name="connsiteX237" fmla="*/ 295729 w 384656"/>
                <a:gd name="connsiteY237" fmla="*/ 642492 h 674674"/>
                <a:gd name="connsiteX238" fmla="*/ 295473 w 384656"/>
                <a:gd name="connsiteY238" fmla="*/ 639981 h 674674"/>
                <a:gd name="connsiteX239" fmla="*/ 295656 w 384656"/>
                <a:gd name="connsiteY239" fmla="*/ 642375 h 674674"/>
                <a:gd name="connsiteX240" fmla="*/ 293118 w 384656"/>
                <a:gd name="connsiteY240" fmla="*/ 639512 h 674674"/>
                <a:gd name="connsiteX241" fmla="*/ 293621 w 384656"/>
                <a:gd name="connsiteY241" fmla="*/ 639372 h 674674"/>
                <a:gd name="connsiteX242" fmla="*/ 295427 w 384656"/>
                <a:gd name="connsiteY242" fmla="*/ 639627 h 674674"/>
                <a:gd name="connsiteX243" fmla="*/ 295438 w 384656"/>
                <a:gd name="connsiteY243" fmla="*/ 639635 h 674674"/>
                <a:gd name="connsiteX244" fmla="*/ 295437 w 384656"/>
                <a:gd name="connsiteY244" fmla="*/ 639628 h 674674"/>
                <a:gd name="connsiteX245" fmla="*/ 295427 w 384656"/>
                <a:gd name="connsiteY245" fmla="*/ 639627 h 674674"/>
                <a:gd name="connsiteX246" fmla="*/ 294706 w 384656"/>
                <a:gd name="connsiteY246" fmla="*/ 639073 h 674674"/>
                <a:gd name="connsiteX247" fmla="*/ 293621 w 384656"/>
                <a:gd name="connsiteY247" fmla="*/ 639372 h 674674"/>
                <a:gd name="connsiteX248" fmla="*/ 292966 w 384656"/>
                <a:gd name="connsiteY248" fmla="*/ 639280 h 674674"/>
                <a:gd name="connsiteX249" fmla="*/ 292870 w 384656"/>
                <a:gd name="connsiteY249" fmla="*/ 638691 h 674674"/>
                <a:gd name="connsiteX250" fmla="*/ 292287 w 384656"/>
                <a:gd name="connsiteY250" fmla="*/ 635621 h 674674"/>
                <a:gd name="connsiteX251" fmla="*/ 292798 w 384656"/>
                <a:gd name="connsiteY251" fmla="*/ 638576 h 674674"/>
                <a:gd name="connsiteX252" fmla="*/ 289618 w 384656"/>
                <a:gd name="connsiteY252" fmla="*/ 635009 h 674674"/>
                <a:gd name="connsiteX253" fmla="*/ 292272 w 384656"/>
                <a:gd name="connsiteY253" fmla="*/ 635541 h 674674"/>
                <a:gd name="connsiteX254" fmla="*/ 292268 w 384656"/>
                <a:gd name="connsiteY254" fmla="*/ 635519 h 674674"/>
                <a:gd name="connsiteX255" fmla="*/ 289503 w 384656"/>
                <a:gd name="connsiteY255" fmla="*/ 634723 h 674674"/>
                <a:gd name="connsiteX256" fmla="*/ 289569 w 384656"/>
                <a:gd name="connsiteY256" fmla="*/ 634347 h 674674"/>
                <a:gd name="connsiteX257" fmla="*/ 288731 w 384656"/>
                <a:gd name="connsiteY257" fmla="*/ 631219 h 674674"/>
                <a:gd name="connsiteX258" fmla="*/ 289547 w 384656"/>
                <a:gd name="connsiteY258" fmla="*/ 634386 h 674674"/>
                <a:gd name="connsiteX259" fmla="*/ 285799 w 384656"/>
                <a:gd name="connsiteY259" fmla="*/ 630240 h 674674"/>
                <a:gd name="connsiteX260" fmla="*/ 288687 w 384656"/>
                <a:gd name="connsiteY260" fmla="*/ 631054 h 674674"/>
                <a:gd name="connsiteX261" fmla="*/ 288676 w 384656"/>
                <a:gd name="connsiteY261" fmla="*/ 631013 h 674674"/>
                <a:gd name="connsiteX262" fmla="*/ 285674 w 384656"/>
                <a:gd name="connsiteY262" fmla="*/ 629944 h 674674"/>
                <a:gd name="connsiteX263" fmla="*/ 272536 w 384656"/>
                <a:gd name="connsiteY263" fmla="*/ 616595 h 674674"/>
                <a:gd name="connsiteX264" fmla="*/ 271981 w 384656"/>
                <a:gd name="connsiteY264" fmla="*/ 613833 h 674674"/>
                <a:gd name="connsiteX265" fmla="*/ 271948 w 384656"/>
                <a:gd name="connsiteY265" fmla="*/ 613794 h 674674"/>
                <a:gd name="connsiteX266" fmla="*/ 272416 w 384656"/>
                <a:gd name="connsiteY266" fmla="*/ 616302 h 674674"/>
                <a:gd name="connsiteX267" fmla="*/ 266771 w 384656"/>
                <a:gd name="connsiteY267" fmla="*/ 612164 h 674674"/>
                <a:gd name="connsiteX268" fmla="*/ 270704 w 384656"/>
                <a:gd name="connsiteY268" fmla="*/ 612336 h 674674"/>
                <a:gd name="connsiteX269" fmla="*/ 270703 w 384656"/>
                <a:gd name="connsiteY269" fmla="*/ 612336 h 674674"/>
                <a:gd name="connsiteX270" fmla="*/ 266648 w 384656"/>
                <a:gd name="connsiteY270" fmla="*/ 611868 h 674674"/>
                <a:gd name="connsiteX271" fmla="*/ 266714 w 384656"/>
                <a:gd name="connsiteY271" fmla="*/ 611493 h 674674"/>
                <a:gd name="connsiteX272" fmla="*/ 262543 w 384656"/>
                <a:gd name="connsiteY272" fmla="*/ 606115 h 674674"/>
                <a:gd name="connsiteX273" fmla="*/ 183749 w 384656"/>
                <a:gd name="connsiteY273" fmla="*/ 575845 h 674674"/>
                <a:gd name="connsiteX274" fmla="*/ 262543 w 384656"/>
                <a:gd name="connsiteY274" fmla="*/ 606116 h 674674"/>
                <a:gd name="connsiteX275" fmla="*/ 266692 w 384656"/>
                <a:gd name="connsiteY275" fmla="*/ 611532 h 674674"/>
                <a:gd name="connsiteX276" fmla="*/ 236299 w 384656"/>
                <a:gd name="connsiteY276" fmla="*/ 593490 h 674674"/>
                <a:gd name="connsiteX277" fmla="*/ 196325 w 384656"/>
                <a:gd name="connsiteY277" fmla="*/ 581383 h 674674"/>
                <a:gd name="connsiteX278" fmla="*/ 170625 w 384656"/>
                <a:gd name="connsiteY278" fmla="*/ 579531 h 674674"/>
                <a:gd name="connsiteX279" fmla="*/ 116917 w 384656"/>
                <a:gd name="connsiteY279" fmla="*/ 590575 h 674674"/>
                <a:gd name="connsiteX280" fmla="*/ 61567 w 384656"/>
                <a:gd name="connsiteY280" fmla="*/ 629977 h 674674"/>
                <a:gd name="connsiteX281" fmla="*/ 35439 w 384656"/>
                <a:gd name="connsiteY281" fmla="*/ 671088 h 674674"/>
                <a:gd name="connsiteX282" fmla="*/ 35279 w 384656"/>
                <a:gd name="connsiteY282" fmla="*/ 667320 h 674674"/>
                <a:gd name="connsiteX283" fmla="*/ 76632 w 384656"/>
                <a:gd name="connsiteY283" fmla="*/ 612115 h 674674"/>
                <a:gd name="connsiteX284" fmla="*/ 35279 w 384656"/>
                <a:gd name="connsiteY284" fmla="*/ 667320 h 674674"/>
                <a:gd name="connsiteX285" fmla="*/ 35185 w 384656"/>
                <a:gd name="connsiteY285" fmla="*/ 671273 h 674674"/>
                <a:gd name="connsiteX286" fmla="*/ 34777 w 384656"/>
                <a:gd name="connsiteY286" fmla="*/ 671492 h 674674"/>
                <a:gd name="connsiteX287" fmla="*/ 20623 w 384656"/>
                <a:gd name="connsiteY287" fmla="*/ 670956 h 674674"/>
                <a:gd name="connsiteX288" fmla="*/ 6110 w 384656"/>
                <a:gd name="connsiteY288" fmla="*/ 670499 h 674674"/>
                <a:gd name="connsiteX289" fmla="*/ 6110 w 384656"/>
                <a:gd name="connsiteY289" fmla="*/ 670499 h 674674"/>
                <a:gd name="connsiteX290" fmla="*/ 34717 w 384656"/>
                <a:gd name="connsiteY290" fmla="*/ 671665 h 674674"/>
                <a:gd name="connsiteX291" fmla="*/ 32289 w 384656"/>
                <a:gd name="connsiteY291" fmla="*/ 674544 h 674674"/>
                <a:gd name="connsiteX292" fmla="*/ 0 w 384656"/>
                <a:gd name="connsiteY292" fmla="*/ 674661 h 674674"/>
                <a:gd name="connsiteX293" fmla="*/ 123496 w 384656"/>
                <a:gd name="connsiteY293" fmla="*/ 553789 h 674674"/>
                <a:gd name="connsiteX294" fmla="*/ 99170 w 384656"/>
                <a:gd name="connsiteY294" fmla="*/ 535984 h 674674"/>
                <a:gd name="connsiteX295" fmla="*/ 105178 w 384656"/>
                <a:gd name="connsiteY295" fmla="*/ 538116 h 674674"/>
                <a:gd name="connsiteX296" fmla="*/ 105179 w 384656"/>
                <a:gd name="connsiteY296" fmla="*/ 538117 h 674674"/>
                <a:gd name="connsiteX297" fmla="*/ 108939 w 384656"/>
                <a:gd name="connsiteY297" fmla="*/ 540338 h 674674"/>
                <a:gd name="connsiteX298" fmla="*/ 121620 w 384656"/>
                <a:gd name="connsiteY298" fmla="*/ 547832 h 674674"/>
                <a:gd name="connsiteX299" fmla="*/ 123663 w 384656"/>
                <a:gd name="connsiteY299" fmla="*/ 548975 h 674674"/>
                <a:gd name="connsiteX300" fmla="*/ 123663 w 384656"/>
                <a:gd name="connsiteY300" fmla="*/ 548975 h 674674"/>
                <a:gd name="connsiteX301" fmla="*/ 121620 w 384656"/>
                <a:gd name="connsiteY301" fmla="*/ 547832 h 674674"/>
                <a:gd name="connsiteX302" fmla="*/ 108939 w 384656"/>
                <a:gd name="connsiteY302" fmla="*/ 540338 h 674674"/>
                <a:gd name="connsiteX303" fmla="*/ 105179 w 384656"/>
                <a:gd name="connsiteY303" fmla="*/ 538117 h 674674"/>
                <a:gd name="connsiteX304" fmla="*/ 105178 w 384656"/>
                <a:gd name="connsiteY304" fmla="*/ 538116 h 674674"/>
                <a:gd name="connsiteX305" fmla="*/ 99043 w 384656"/>
                <a:gd name="connsiteY305" fmla="*/ 535684 h 674674"/>
                <a:gd name="connsiteX306" fmla="*/ 99108 w 384656"/>
                <a:gd name="connsiteY306" fmla="*/ 535299 h 674674"/>
                <a:gd name="connsiteX307" fmla="*/ 93309 w 384656"/>
                <a:gd name="connsiteY307" fmla="*/ 530905 h 674674"/>
                <a:gd name="connsiteX308" fmla="*/ 87792 w 384656"/>
                <a:gd name="connsiteY308" fmla="*/ 524227 h 674674"/>
                <a:gd name="connsiteX309" fmla="*/ 87174 w 384656"/>
                <a:gd name="connsiteY309" fmla="*/ 521208 h 674674"/>
                <a:gd name="connsiteX310" fmla="*/ 87670 w 384656"/>
                <a:gd name="connsiteY310" fmla="*/ 523932 h 674674"/>
                <a:gd name="connsiteX311" fmla="*/ 84571 w 384656"/>
                <a:gd name="connsiteY311" fmla="*/ 520488 h 674674"/>
                <a:gd name="connsiteX312" fmla="*/ 86301 w 384656"/>
                <a:gd name="connsiteY312" fmla="*/ 520189 h 674674"/>
                <a:gd name="connsiteX313" fmla="*/ 86932 w 384656"/>
                <a:gd name="connsiteY313" fmla="*/ 520759 h 674674"/>
                <a:gd name="connsiteX314" fmla="*/ 86235 w 384656"/>
                <a:gd name="connsiteY314" fmla="*/ 520090 h 674674"/>
                <a:gd name="connsiteX315" fmla="*/ 84410 w 384656"/>
                <a:gd name="connsiteY315" fmla="*/ 520242 h 674674"/>
                <a:gd name="connsiteX316" fmla="*/ 84318 w 384656"/>
                <a:gd name="connsiteY316" fmla="*/ 519645 h 674674"/>
                <a:gd name="connsiteX317" fmla="*/ 84063 w 384656"/>
                <a:gd name="connsiteY317" fmla="*/ 517140 h 674674"/>
                <a:gd name="connsiteX318" fmla="*/ 84246 w 384656"/>
                <a:gd name="connsiteY318" fmla="*/ 519529 h 674674"/>
                <a:gd name="connsiteX319" fmla="*/ 81707 w 384656"/>
                <a:gd name="connsiteY319" fmla="*/ 516665 h 674674"/>
                <a:gd name="connsiteX320" fmla="*/ 82210 w 384656"/>
                <a:gd name="connsiteY320" fmla="*/ 516526 h 674674"/>
                <a:gd name="connsiteX321" fmla="*/ 84015 w 384656"/>
                <a:gd name="connsiteY321" fmla="*/ 516780 h 674674"/>
                <a:gd name="connsiteX322" fmla="*/ 84027 w 384656"/>
                <a:gd name="connsiteY322" fmla="*/ 516789 h 674674"/>
                <a:gd name="connsiteX323" fmla="*/ 84026 w 384656"/>
                <a:gd name="connsiteY323" fmla="*/ 516781 h 674674"/>
                <a:gd name="connsiteX324" fmla="*/ 84015 w 384656"/>
                <a:gd name="connsiteY324" fmla="*/ 516780 h 674674"/>
                <a:gd name="connsiteX325" fmla="*/ 83295 w 384656"/>
                <a:gd name="connsiteY325" fmla="*/ 516226 h 674674"/>
                <a:gd name="connsiteX326" fmla="*/ 82210 w 384656"/>
                <a:gd name="connsiteY326" fmla="*/ 516526 h 674674"/>
                <a:gd name="connsiteX327" fmla="*/ 81555 w 384656"/>
                <a:gd name="connsiteY327" fmla="*/ 516433 h 674674"/>
                <a:gd name="connsiteX328" fmla="*/ 81458 w 384656"/>
                <a:gd name="connsiteY328" fmla="*/ 515850 h 674674"/>
                <a:gd name="connsiteX329" fmla="*/ 80208 w 384656"/>
                <a:gd name="connsiteY329" fmla="*/ 511544 h 674674"/>
                <a:gd name="connsiteX330" fmla="*/ 81386 w 384656"/>
                <a:gd name="connsiteY330" fmla="*/ 515733 h 674674"/>
                <a:gd name="connsiteX331" fmla="*/ 65827 w 384656"/>
                <a:gd name="connsiteY331" fmla="*/ 485791 h 674674"/>
                <a:gd name="connsiteX332" fmla="*/ 60203 w 384656"/>
                <a:gd name="connsiteY332" fmla="*/ 448190 h 674674"/>
                <a:gd name="connsiteX333" fmla="*/ 70479 w 384656"/>
                <a:gd name="connsiteY333" fmla="*/ 402323 h 674674"/>
                <a:gd name="connsiteX334" fmla="*/ 91186 w 384656"/>
                <a:gd name="connsiteY334" fmla="*/ 370643 h 674674"/>
                <a:gd name="connsiteX335" fmla="*/ 144590 w 384656"/>
                <a:gd name="connsiteY335" fmla="*/ 341529 h 674674"/>
                <a:gd name="connsiteX336" fmla="*/ 174571 w 384656"/>
                <a:gd name="connsiteY336" fmla="*/ 337782 h 674674"/>
                <a:gd name="connsiteX337" fmla="*/ 318190 w 384656"/>
                <a:gd name="connsiteY337" fmla="*/ 0 h 674674"/>
                <a:gd name="connsiteX338" fmla="*/ 384656 w 384656"/>
                <a:gd name="connsiteY338" fmla="*/ 0 h 674674"/>
                <a:gd name="connsiteX339" fmla="*/ 384656 w 384656"/>
                <a:gd name="connsiteY339" fmla="*/ 66466 h 674674"/>
                <a:gd name="connsiteX340" fmla="*/ 318190 w 384656"/>
                <a:gd name="connsiteY340" fmla="*/ 66466 h 67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384656" h="674674">
                  <a:moveTo>
                    <a:pt x="124633" y="550593"/>
                  </a:moveTo>
                  <a:lnTo>
                    <a:pt x="125507" y="552054"/>
                  </a:lnTo>
                  <a:lnTo>
                    <a:pt x="125564" y="552248"/>
                  </a:lnTo>
                  <a:lnTo>
                    <a:pt x="125507" y="552054"/>
                  </a:lnTo>
                  <a:close/>
                  <a:moveTo>
                    <a:pt x="237976" y="541201"/>
                  </a:moveTo>
                  <a:lnTo>
                    <a:pt x="224336" y="552787"/>
                  </a:lnTo>
                  <a:cubicBezTo>
                    <a:pt x="224230" y="551820"/>
                    <a:pt x="224172" y="550212"/>
                    <a:pt x="224761" y="549923"/>
                  </a:cubicBezTo>
                  <a:close/>
                  <a:moveTo>
                    <a:pt x="255366" y="526429"/>
                  </a:moveTo>
                  <a:lnTo>
                    <a:pt x="249675" y="533479"/>
                  </a:lnTo>
                  <a:lnTo>
                    <a:pt x="237976" y="541201"/>
                  </a:lnTo>
                  <a:lnTo>
                    <a:pt x="237977" y="541200"/>
                  </a:lnTo>
                  <a:lnTo>
                    <a:pt x="249675" y="533479"/>
                  </a:lnTo>
                  <a:lnTo>
                    <a:pt x="255366" y="526430"/>
                  </a:lnTo>
                  <a:close/>
                  <a:moveTo>
                    <a:pt x="78098" y="395886"/>
                  </a:moveTo>
                  <a:cubicBezTo>
                    <a:pt x="76950" y="398213"/>
                    <a:pt x="75968" y="400643"/>
                    <a:pt x="75199" y="403202"/>
                  </a:cubicBezTo>
                  <a:lnTo>
                    <a:pt x="73193" y="409591"/>
                  </a:lnTo>
                  <a:lnTo>
                    <a:pt x="75199" y="403202"/>
                  </a:lnTo>
                  <a:cubicBezTo>
                    <a:pt x="75968" y="400643"/>
                    <a:pt x="76950" y="398214"/>
                    <a:pt x="78098" y="395886"/>
                  </a:cubicBezTo>
                  <a:close/>
                  <a:moveTo>
                    <a:pt x="197790" y="369846"/>
                  </a:moveTo>
                  <a:lnTo>
                    <a:pt x="209433" y="374194"/>
                  </a:lnTo>
                  <a:cubicBezTo>
                    <a:pt x="206222" y="372740"/>
                    <a:pt x="202985" y="371461"/>
                    <a:pt x="199724" y="370372"/>
                  </a:cubicBezTo>
                  <a:close/>
                  <a:moveTo>
                    <a:pt x="170653" y="369676"/>
                  </a:moveTo>
                  <a:cubicBezTo>
                    <a:pt x="162114" y="370015"/>
                    <a:pt x="153619" y="371873"/>
                    <a:pt x="145275" y="375015"/>
                  </a:cubicBezTo>
                  <a:cubicBezTo>
                    <a:pt x="135204" y="378808"/>
                    <a:pt x="126445" y="384185"/>
                    <a:pt x="119008" y="391014"/>
                  </a:cubicBezTo>
                  <a:lnTo>
                    <a:pt x="104096" y="411115"/>
                  </a:lnTo>
                  <a:lnTo>
                    <a:pt x="100674" y="415728"/>
                  </a:lnTo>
                  <a:lnTo>
                    <a:pt x="98321" y="422546"/>
                  </a:lnTo>
                  <a:lnTo>
                    <a:pt x="93853" y="435492"/>
                  </a:lnTo>
                  <a:cubicBezTo>
                    <a:pt x="93232" y="435006"/>
                    <a:pt x="92568" y="434256"/>
                    <a:pt x="92695" y="433680"/>
                  </a:cubicBezTo>
                  <a:cubicBezTo>
                    <a:pt x="92568" y="434256"/>
                    <a:pt x="93232" y="435006"/>
                    <a:pt x="93430" y="436378"/>
                  </a:cubicBezTo>
                  <a:cubicBezTo>
                    <a:pt x="93373" y="437083"/>
                    <a:pt x="93316" y="437787"/>
                    <a:pt x="92654" y="438603"/>
                  </a:cubicBezTo>
                  <a:cubicBezTo>
                    <a:pt x="92627" y="439532"/>
                    <a:pt x="92601" y="440461"/>
                    <a:pt x="92478" y="442272"/>
                  </a:cubicBezTo>
                  <a:cubicBezTo>
                    <a:pt x="92509" y="448298"/>
                    <a:pt x="92541" y="454326"/>
                    <a:pt x="92065" y="460697"/>
                  </a:cubicBezTo>
                  <a:cubicBezTo>
                    <a:pt x="92463" y="461549"/>
                    <a:pt x="92861" y="462400"/>
                    <a:pt x="93400" y="463946"/>
                  </a:cubicBezTo>
                  <a:cubicBezTo>
                    <a:pt x="93442" y="464653"/>
                    <a:pt x="93483" y="465360"/>
                    <a:pt x="93018" y="466411"/>
                  </a:cubicBezTo>
                  <a:cubicBezTo>
                    <a:pt x="93416" y="467263"/>
                    <a:pt x="93814" y="468114"/>
                    <a:pt x="94354" y="469578"/>
                  </a:cubicBezTo>
                  <a:cubicBezTo>
                    <a:pt x="94395" y="469995"/>
                    <a:pt x="94436" y="470411"/>
                    <a:pt x="93925" y="471254"/>
                  </a:cubicBezTo>
                  <a:lnTo>
                    <a:pt x="94803" y="473454"/>
                  </a:lnTo>
                  <a:lnTo>
                    <a:pt x="98141" y="486849"/>
                  </a:lnTo>
                  <a:lnTo>
                    <a:pt x="105821" y="501082"/>
                  </a:lnTo>
                  <a:lnTo>
                    <a:pt x="105822" y="501083"/>
                  </a:lnTo>
                  <a:lnTo>
                    <a:pt x="105822" y="501083"/>
                  </a:lnTo>
                  <a:lnTo>
                    <a:pt x="105821" y="501082"/>
                  </a:lnTo>
                  <a:lnTo>
                    <a:pt x="94803" y="473454"/>
                  </a:lnTo>
                  <a:lnTo>
                    <a:pt x="94201" y="471041"/>
                  </a:lnTo>
                  <a:cubicBezTo>
                    <a:pt x="98919" y="480874"/>
                    <a:pt x="103360" y="490920"/>
                    <a:pt x="107971" y="501228"/>
                  </a:cubicBezTo>
                  <a:cubicBezTo>
                    <a:pt x="107658" y="501299"/>
                    <a:pt x="107189" y="501373"/>
                    <a:pt x="106763" y="501374"/>
                  </a:cubicBezTo>
                  <a:lnTo>
                    <a:pt x="105825" y="501084"/>
                  </a:lnTo>
                  <a:lnTo>
                    <a:pt x="106813" y="501426"/>
                  </a:lnTo>
                  <a:cubicBezTo>
                    <a:pt x="107288" y="501476"/>
                    <a:pt x="107857" y="501505"/>
                    <a:pt x="108369" y="501642"/>
                  </a:cubicBezTo>
                  <a:cubicBezTo>
                    <a:pt x="108369" y="501642"/>
                    <a:pt x="108513" y="501875"/>
                    <a:pt x="108106" y="502523"/>
                  </a:cubicBezTo>
                  <a:lnTo>
                    <a:pt x="110882" y="505082"/>
                  </a:lnTo>
                  <a:lnTo>
                    <a:pt x="112204" y="506301"/>
                  </a:lnTo>
                  <a:cubicBezTo>
                    <a:pt x="114526" y="508738"/>
                    <a:pt x="116848" y="511176"/>
                    <a:pt x="119156" y="514342"/>
                  </a:cubicBezTo>
                  <a:cubicBezTo>
                    <a:pt x="119753" y="515353"/>
                    <a:pt x="120103" y="516766"/>
                    <a:pt x="120987" y="517309"/>
                  </a:cubicBezTo>
                  <a:lnTo>
                    <a:pt x="131532" y="523488"/>
                  </a:lnTo>
                  <a:lnTo>
                    <a:pt x="120987" y="517309"/>
                  </a:lnTo>
                  <a:cubicBezTo>
                    <a:pt x="120103" y="516766"/>
                    <a:pt x="119753" y="515353"/>
                    <a:pt x="119163" y="513978"/>
                  </a:cubicBezTo>
                  <a:cubicBezTo>
                    <a:pt x="122579" y="515666"/>
                    <a:pt x="125976" y="517739"/>
                    <a:pt x="129400" y="519766"/>
                  </a:cubicBezTo>
                  <a:cubicBezTo>
                    <a:pt x="139460" y="525721"/>
                    <a:pt x="150288" y="529246"/>
                    <a:pt x="161886" y="530941"/>
                  </a:cubicBezTo>
                  <a:cubicBezTo>
                    <a:pt x="184121" y="534190"/>
                    <a:pt x="204126" y="528793"/>
                    <a:pt x="221907" y="515550"/>
                  </a:cubicBezTo>
                  <a:cubicBezTo>
                    <a:pt x="237845" y="503680"/>
                    <a:pt x="248104" y="487800"/>
                    <a:pt x="252454" y="468272"/>
                  </a:cubicBezTo>
                  <a:cubicBezTo>
                    <a:pt x="257986" y="443437"/>
                    <a:pt x="251629" y="421064"/>
                    <a:pt x="238213" y="399815"/>
                  </a:cubicBezTo>
                  <a:cubicBezTo>
                    <a:pt x="239534" y="400480"/>
                    <a:pt x="241583" y="401118"/>
                    <a:pt x="242353" y="402479"/>
                  </a:cubicBezTo>
                  <a:cubicBezTo>
                    <a:pt x="241583" y="401118"/>
                    <a:pt x="239534" y="400480"/>
                    <a:pt x="238157" y="399459"/>
                  </a:cubicBezTo>
                  <a:cubicBezTo>
                    <a:pt x="238157" y="399459"/>
                    <a:pt x="238111" y="399536"/>
                    <a:pt x="238135" y="398798"/>
                  </a:cubicBezTo>
                  <a:lnTo>
                    <a:pt x="237510" y="396790"/>
                  </a:lnTo>
                  <a:lnTo>
                    <a:pt x="238123" y="399167"/>
                  </a:lnTo>
                  <a:cubicBezTo>
                    <a:pt x="236907" y="398130"/>
                    <a:pt x="235703" y="396724"/>
                    <a:pt x="234375" y="395023"/>
                  </a:cubicBezTo>
                  <a:lnTo>
                    <a:pt x="237209" y="395821"/>
                  </a:lnTo>
                  <a:lnTo>
                    <a:pt x="237179" y="395725"/>
                  </a:lnTo>
                  <a:cubicBezTo>
                    <a:pt x="236539" y="394943"/>
                    <a:pt x="235476" y="394469"/>
                    <a:pt x="233680" y="394502"/>
                  </a:cubicBezTo>
                  <a:cubicBezTo>
                    <a:pt x="232305" y="393012"/>
                    <a:pt x="230931" y="391523"/>
                    <a:pt x="229569" y="389266"/>
                  </a:cubicBezTo>
                  <a:lnTo>
                    <a:pt x="228306" y="386038"/>
                  </a:lnTo>
                  <a:lnTo>
                    <a:pt x="229563" y="389649"/>
                  </a:lnTo>
                  <a:cubicBezTo>
                    <a:pt x="227952" y="388833"/>
                    <a:pt x="226347" y="387633"/>
                    <a:pt x="224568" y="386199"/>
                  </a:cubicBezTo>
                  <a:lnTo>
                    <a:pt x="225654" y="385771"/>
                  </a:lnTo>
                  <a:lnTo>
                    <a:pt x="227932" y="385698"/>
                  </a:lnTo>
                  <a:lnTo>
                    <a:pt x="228207" y="385782"/>
                  </a:lnTo>
                  <a:lnTo>
                    <a:pt x="228171" y="385691"/>
                  </a:lnTo>
                  <a:lnTo>
                    <a:pt x="227932" y="385698"/>
                  </a:lnTo>
                  <a:lnTo>
                    <a:pt x="226755" y="385337"/>
                  </a:lnTo>
                  <a:lnTo>
                    <a:pt x="225654" y="385771"/>
                  </a:lnTo>
                  <a:lnTo>
                    <a:pt x="224176" y="385818"/>
                  </a:lnTo>
                  <a:cubicBezTo>
                    <a:pt x="224176" y="385818"/>
                    <a:pt x="224031" y="385599"/>
                    <a:pt x="224430" y="384955"/>
                  </a:cubicBezTo>
                  <a:cubicBezTo>
                    <a:pt x="223698" y="383728"/>
                    <a:pt x="223260" y="382031"/>
                    <a:pt x="222182" y="381357"/>
                  </a:cubicBezTo>
                  <a:cubicBezTo>
                    <a:pt x="223260" y="382031"/>
                    <a:pt x="223698" y="383728"/>
                    <a:pt x="224230" y="385277"/>
                  </a:cubicBezTo>
                  <a:cubicBezTo>
                    <a:pt x="214802" y="381502"/>
                    <a:pt x="205806" y="376735"/>
                    <a:pt x="196295" y="373457"/>
                  </a:cubicBezTo>
                  <a:cubicBezTo>
                    <a:pt x="187775" y="370520"/>
                    <a:pt x="179192" y="369338"/>
                    <a:pt x="170653" y="369676"/>
                  </a:cubicBezTo>
                  <a:close/>
                  <a:moveTo>
                    <a:pt x="185478" y="367050"/>
                  </a:moveTo>
                  <a:lnTo>
                    <a:pt x="194305" y="368897"/>
                  </a:lnTo>
                  <a:lnTo>
                    <a:pt x="189867" y="367689"/>
                  </a:lnTo>
                  <a:close/>
                  <a:moveTo>
                    <a:pt x="169725" y="366095"/>
                  </a:moveTo>
                  <a:lnTo>
                    <a:pt x="181902" y="366530"/>
                  </a:lnTo>
                  <a:lnTo>
                    <a:pt x="179866" y="366234"/>
                  </a:lnTo>
                  <a:cubicBezTo>
                    <a:pt x="176509" y="365963"/>
                    <a:pt x="173128" y="365912"/>
                    <a:pt x="169725" y="366095"/>
                  </a:cubicBezTo>
                  <a:close/>
                  <a:moveTo>
                    <a:pt x="192023" y="343846"/>
                  </a:moveTo>
                  <a:lnTo>
                    <a:pt x="242471" y="361377"/>
                  </a:lnTo>
                  <a:cubicBezTo>
                    <a:pt x="244174" y="362726"/>
                    <a:pt x="245851" y="364108"/>
                    <a:pt x="247670" y="365775"/>
                  </a:cubicBezTo>
                  <a:cubicBezTo>
                    <a:pt x="245070" y="364821"/>
                    <a:pt x="242048" y="363971"/>
                    <a:pt x="239657" y="362245"/>
                  </a:cubicBezTo>
                  <a:close/>
                  <a:moveTo>
                    <a:pt x="156740" y="343428"/>
                  </a:moveTo>
                  <a:lnTo>
                    <a:pt x="153114" y="343998"/>
                  </a:lnTo>
                  <a:cubicBezTo>
                    <a:pt x="149219" y="344784"/>
                    <a:pt x="145336" y="345727"/>
                    <a:pt x="141463" y="346773"/>
                  </a:cubicBezTo>
                  <a:cubicBezTo>
                    <a:pt x="131689" y="349413"/>
                    <a:pt x="122591" y="353143"/>
                    <a:pt x="114260" y="358122"/>
                  </a:cubicBezTo>
                  <a:cubicBezTo>
                    <a:pt x="122591" y="353143"/>
                    <a:pt x="131689" y="349413"/>
                    <a:pt x="141463" y="346773"/>
                  </a:cubicBezTo>
                  <a:close/>
                  <a:moveTo>
                    <a:pt x="188591" y="342522"/>
                  </a:moveTo>
                  <a:lnTo>
                    <a:pt x="188594" y="342522"/>
                  </a:lnTo>
                  <a:lnTo>
                    <a:pt x="192023" y="343846"/>
                  </a:lnTo>
                  <a:lnTo>
                    <a:pt x="192017" y="343844"/>
                  </a:lnTo>
                  <a:lnTo>
                    <a:pt x="188594" y="342522"/>
                  </a:lnTo>
                  <a:close/>
                  <a:moveTo>
                    <a:pt x="188098" y="342482"/>
                  </a:moveTo>
                  <a:lnTo>
                    <a:pt x="188591" y="342522"/>
                  </a:lnTo>
                  <a:lnTo>
                    <a:pt x="188194" y="342516"/>
                  </a:lnTo>
                  <a:close/>
                  <a:moveTo>
                    <a:pt x="174571" y="337782"/>
                  </a:moveTo>
                  <a:lnTo>
                    <a:pt x="188098" y="342482"/>
                  </a:lnTo>
                  <a:lnTo>
                    <a:pt x="176660" y="341561"/>
                  </a:lnTo>
                  <a:lnTo>
                    <a:pt x="168334" y="342210"/>
                  </a:lnTo>
                  <a:lnTo>
                    <a:pt x="164839" y="342157"/>
                  </a:lnTo>
                  <a:lnTo>
                    <a:pt x="160710" y="342805"/>
                  </a:lnTo>
                  <a:lnTo>
                    <a:pt x="168334" y="342210"/>
                  </a:lnTo>
                  <a:lnTo>
                    <a:pt x="188194" y="342516"/>
                  </a:lnTo>
                  <a:lnTo>
                    <a:pt x="192017" y="343844"/>
                  </a:lnTo>
                  <a:lnTo>
                    <a:pt x="239657" y="362245"/>
                  </a:lnTo>
                  <a:cubicBezTo>
                    <a:pt x="242048" y="363971"/>
                    <a:pt x="245070" y="364821"/>
                    <a:pt x="247800" y="366076"/>
                  </a:cubicBezTo>
                  <a:cubicBezTo>
                    <a:pt x="248354" y="366517"/>
                    <a:pt x="248908" y="366958"/>
                    <a:pt x="249543" y="368041"/>
                  </a:cubicBezTo>
                  <a:lnTo>
                    <a:pt x="249646" y="368308"/>
                  </a:lnTo>
                  <a:lnTo>
                    <a:pt x="253662" y="370787"/>
                  </a:lnTo>
                  <a:lnTo>
                    <a:pt x="250834" y="371371"/>
                  </a:lnTo>
                  <a:lnTo>
                    <a:pt x="253833" y="371023"/>
                  </a:lnTo>
                  <a:cubicBezTo>
                    <a:pt x="253833" y="371023"/>
                    <a:pt x="254066" y="371171"/>
                    <a:pt x="253935" y="371613"/>
                  </a:cubicBezTo>
                  <a:lnTo>
                    <a:pt x="254557" y="372345"/>
                  </a:lnTo>
                  <a:lnTo>
                    <a:pt x="257323" y="375599"/>
                  </a:lnTo>
                  <a:cubicBezTo>
                    <a:pt x="257877" y="376040"/>
                    <a:pt x="258431" y="376481"/>
                    <a:pt x="259066" y="377554"/>
                  </a:cubicBezTo>
                  <a:lnTo>
                    <a:pt x="259586" y="380190"/>
                  </a:lnTo>
                  <a:lnTo>
                    <a:pt x="259153" y="377811"/>
                  </a:lnTo>
                  <a:cubicBezTo>
                    <a:pt x="260137" y="378627"/>
                    <a:pt x="261114" y="379818"/>
                    <a:pt x="262252" y="381255"/>
                  </a:cubicBezTo>
                  <a:cubicBezTo>
                    <a:pt x="261479" y="381574"/>
                    <a:pt x="260925" y="381651"/>
                    <a:pt x="260522" y="381555"/>
                  </a:cubicBezTo>
                  <a:lnTo>
                    <a:pt x="259880" y="380975"/>
                  </a:lnTo>
                  <a:lnTo>
                    <a:pt x="260589" y="381654"/>
                  </a:lnTo>
                  <a:cubicBezTo>
                    <a:pt x="261015" y="381789"/>
                    <a:pt x="261600" y="381758"/>
                    <a:pt x="262413" y="381501"/>
                  </a:cubicBezTo>
                  <a:cubicBezTo>
                    <a:pt x="262413" y="381501"/>
                    <a:pt x="262640" y="381651"/>
                    <a:pt x="262506" y="382099"/>
                  </a:cubicBezTo>
                  <a:lnTo>
                    <a:pt x="262761" y="384607"/>
                  </a:lnTo>
                  <a:lnTo>
                    <a:pt x="262578" y="382214"/>
                  </a:lnTo>
                  <a:cubicBezTo>
                    <a:pt x="263511" y="382870"/>
                    <a:pt x="264237" y="383859"/>
                    <a:pt x="265116" y="385078"/>
                  </a:cubicBezTo>
                  <a:lnTo>
                    <a:pt x="264612" y="385217"/>
                  </a:lnTo>
                  <a:lnTo>
                    <a:pt x="262808" y="384963"/>
                  </a:lnTo>
                  <a:lnTo>
                    <a:pt x="262796" y="384954"/>
                  </a:lnTo>
                  <a:lnTo>
                    <a:pt x="262797" y="384962"/>
                  </a:lnTo>
                  <a:lnTo>
                    <a:pt x="262808" y="384963"/>
                  </a:lnTo>
                  <a:lnTo>
                    <a:pt x="263528" y="385517"/>
                  </a:lnTo>
                  <a:lnTo>
                    <a:pt x="264612" y="385217"/>
                  </a:lnTo>
                  <a:lnTo>
                    <a:pt x="265268" y="385310"/>
                  </a:lnTo>
                  <a:cubicBezTo>
                    <a:pt x="265268" y="385310"/>
                    <a:pt x="265498" y="385460"/>
                    <a:pt x="265365" y="385894"/>
                  </a:cubicBezTo>
                  <a:cubicBezTo>
                    <a:pt x="265642" y="387651"/>
                    <a:pt x="265776" y="389154"/>
                    <a:pt x="266504" y="390267"/>
                  </a:cubicBezTo>
                  <a:cubicBezTo>
                    <a:pt x="265776" y="389154"/>
                    <a:pt x="265642" y="387651"/>
                    <a:pt x="265437" y="386011"/>
                  </a:cubicBezTo>
                  <a:cubicBezTo>
                    <a:pt x="272702" y="394707"/>
                    <a:pt x="277469" y="404902"/>
                    <a:pt x="280967" y="415723"/>
                  </a:cubicBezTo>
                  <a:cubicBezTo>
                    <a:pt x="282090" y="419197"/>
                    <a:pt x="282904" y="422772"/>
                    <a:pt x="283790" y="426682"/>
                  </a:cubicBezTo>
                  <a:cubicBezTo>
                    <a:pt x="283165" y="426596"/>
                    <a:pt x="282258" y="426220"/>
                    <a:pt x="282106" y="425645"/>
                  </a:cubicBezTo>
                  <a:cubicBezTo>
                    <a:pt x="282258" y="426220"/>
                    <a:pt x="283165" y="426596"/>
                    <a:pt x="283720" y="427064"/>
                  </a:cubicBezTo>
                  <a:cubicBezTo>
                    <a:pt x="283776" y="427477"/>
                    <a:pt x="283832" y="427890"/>
                    <a:pt x="283682" y="428787"/>
                  </a:cubicBezTo>
                  <a:lnTo>
                    <a:pt x="283967" y="429662"/>
                  </a:lnTo>
                  <a:lnTo>
                    <a:pt x="284672" y="431825"/>
                  </a:lnTo>
                  <a:cubicBezTo>
                    <a:pt x="284728" y="432238"/>
                    <a:pt x="284784" y="432651"/>
                    <a:pt x="284634" y="433548"/>
                  </a:cubicBezTo>
                  <a:lnTo>
                    <a:pt x="284920" y="434423"/>
                  </a:lnTo>
                  <a:lnTo>
                    <a:pt x="285624" y="436587"/>
                  </a:lnTo>
                  <a:cubicBezTo>
                    <a:pt x="285681" y="438519"/>
                    <a:pt x="285738" y="440452"/>
                    <a:pt x="285588" y="442970"/>
                  </a:cubicBezTo>
                  <a:lnTo>
                    <a:pt x="285965" y="444167"/>
                  </a:lnTo>
                  <a:lnTo>
                    <a:pt x="286577" y="446110"/>
                  </a:lnTo>
                  <a:cubicBezTo>
                    <a:pt x="286624" y="448999"/>
                    <a:pt x="286671" y="451888"/>
                    <a:pt x="286344" y="455261"/>
                  </a:cubicBezTo>
                  <a:lnTo>
                    <a:pt x="286271" y="455789"/>
                  </a:lnTo>
                  <a:lnTo>
                    <a:pt x="285890" y="458532"/>
                  </a:lnTo>
                  <a:cubicBezTo>
                    <a:pt x="285848" y="460467"/>
                    <a:pt x="285807" y="462403"/>
                    <a:pt x="285392" y="464802"/>
                  </a:cubicBezTo>
                  <a:lnTo>
                    <a:pt x="285318" y="465332"/>
                  </a:lnTo>
                  <a:lnTo>
                    <a:pt x="284938" y="468055"/>
                  </a:lnTo>
                  <a:cubicBezTo>
                    <a:pt x="284896" y="468762"/>
                    <a:pt x="284855" y="469469"/>
                    <a:pt x="284440" y="470578"/>
                  </a:cubicBezTo>
                  <a:lnTo>
                    <a:pt x="284364" y="471114"/>
                  </a:lnTo>
                  <a:lnTo>
                    <a:pt x="283985" y="473769"/>
                  </a:lnTo>
                  <a:cubicBezTo>
                    <a:pt x="283944" y="474186"/>
                    <a:pt x="283903" y="474602"/>
                    <a:pt x="283457" y="475403"/>
                  </a:cubicBezTo>
                  <a:cubicBezTo>
                    <a:pt x="282686" y="476430"/>
                    <a:pt x="282243" y="477040"/>
                    <a:pt x="281964" y="477719"/>
                  </a:cubicBezTo>
                  <a:cubicBezTo>
                    <a:pt x="282243" y="477040"/>
                    <a:pt x="282686" y="476430"/>
                    <a:pt x="283386" y="475710"/>
                  </a:cubicBezTo>
                  <a:cubicBezTo>
                    <a:pt x="280991" y="489976"/>
                    <a:pt x="275899" y="503454"/>
                    <a:pt x="267994" y="515703"/>
                  </a:cubicBezTo>
                  <a:lnTo>
                    <a:pt x="255366" y="526429"/>
                  </a:lnTo>
                  <a:lnTo>
                    <a:pt x="268303" y="510403"/>
                  </a:lnTo>
                  <a:lnTo>
                    <a:pt x="273831" y="498214"/>
                  </a:lnTo>
                  <a:lnTo>
                    <a:pt x="268303" y="510403"/>
                  </a:lnTo>
                  <a:lnTo>
                    <a:pt x="255366" y="526430"/>
                  </a:lnTo>
                  <a:lnTo>
                    <a:pt x="237977" y="541200"/>
                  </a:lnTo>
                  <a:lnTo>
                    <a:pt x="224761" y="549923"/>
                  </a:lnTo>
                  <a:cubicBezTo>
                    <a:pt x="224172" y="550211"/>
                    <a:pt x="224230" y="551820"/>
                    <a:pt x="223987" y="552813"/>
                  </a:cubicBezTo>
                  <a:cubicBezTo>
                    <a:pt x="223956" y="553216"/>
                    <a:pt x="223926" y="553620"/>
                    <a:pt x="223687" y="554513"/>
                  </a:cubicBezTo>
                  <a:lnTo>
                    <a:pt x="223903" y="554871"/>
                  </a:lnTo>
                  <a:lnTo>
                    <a:pt x="245732" y="562028"/>
                  </a:lnTo>
                  <a:cubicBezTo>
                    <a:pt x="252784" y="565019"/>
                    <a:pt x="259560" y="568589"/>
                    <a:pt x="266072" y="572714"/>
                  </a:cubicBezTo>
                  <a:cubicBezTo>
                    <a:pt x="274126" y="577815"/>
                    <a:pt x="281669" y="583721"/>
                    <a:pt x="289571" y="589566"/>
                  </a:cubicBezTo>
                  <a:cubicBezTo>
                    <a:pt x="287234" y="588788"/>
                    <a:pt x="284620" y="587957"/>
                    <a:pt x="282326" y="586587"/>
                  </a:cubicBezTo>
                  <a:cubicBezTo>
                    <a:pt x="284620" y="587957"/>
                    <a:pt x="287234" y="588788"/>
                    <a:pt x="289701" y="589867"/>
                  </a:cubicBezTo>
                  <a:cubicBezTo>
                    <a:pt x="295948" y="595680"/>
                    <a:pt x="302194" y="601493"/>
                    <a:pt x="308553" y="607969"/>
                  </a:cubicBezTo>
                  <a:lnTo>
                    <a:pt x="309518" y="611570"/>
                  </a:lnTo>
                  <a:lnTo>
                    <a:pt x="308672" y="608262"/>
                  </a:lnTo>
                  <a:cubicBezTo>
                    <a:pt x="309883" y="609299"/>
                    <a:pt x="311088" y="610706"/>
                    <a:pt x="312414" y="612409"/>
                  </a:cubicBezTo>
                  <a:lnTo>
                    <a:pt x="309525" y="611594"/>
                  </a:lnTo>
                  <a:lnTo>
                    <a:pt x="309525" y="611595"/>
                  </a:lnTo>
                  <a:cubicBezTo>
                    <a:pt x="310098" y="612438"/>
                    <a:pt x="311011" y="612863"/>
                    <a:pt x="312537" y="612705"/>
                  </a:cubicBezTo>
                  <a:cubicBezTo>
                    <a:pt x="312537" y="612705"/>
                    <a:pt x="312460" y="612750"/>
                    <a:pt x="312470" y="613080"/>
                  </a:cubicBezTo>
                  <a:lnTo>
                    <a:pt x="313306" y="616233"/>
                  </a:lnTo>
                  <a:lnTo>
                    <a:pt x="312493" y="613042"/>
                  </a:lnTo>
                  <a:cubicBezTo>
                    <a:pt x="313704" y="614074"/>
                    <a:pt x="314903" y="615475"/>
                    <a:pt x="316224" y="617171"/>
                  </a:cubicBezTo>
                  <a:lnTo>
                    <a:pt x="313342" y="616366"/>
                  </a:lnTo>
                  <a:lnTo>
                    <a:pt x="313352" y="616407"/>
                  </a:lnTo>
                  <a:cubicBezTo>
                    <a:pt x="313914" y="617204"/>
                    <a:pt x="314827" y="617624"/>
                    <a:pt x="316346" y="617466"/>
                  </a:cubicBezTo>
                  <a:cubicBezTo>
                    <a:pt x="316346" y="617466"/>
                    <a:pt x="316269" y="617512"/>
                    <a:pt x="316279" y="617838"/>
                  </a:cubicBezTo>
                  <a:lnTo>
                    <a:pt x="317400" y="621505"/>
                  </a:lnTo>
                  <a:lnTo>
                    <a:pt x="316302" y="617799"/>
                  </a:lnTo>
                  <a:cubicBezTo>
                    <a:pt x="317916" y="619564"/>
                    <a:pt x="319518" y="621693"/>
                    <a:pt x="321286" y="624079"/>
                  </a:cubicBezTo>
                  <a:lnTo>
                    <a:pt x="320808" y="623985"/>
                  </a:lnTo>
                  <a:lnTo>
                    <a:pt x="317664" y="622268"/>
                  </a:lnTo>
                  <a:lnTo>
                    <a:pt x="317619" y="622221"/>
                  </a:lnTo>
                  <a:lnTo>
                    <a:pt x="317627" y="622248"/>
                  </a:lnTo>
                  <a:lnTo>
                    <a:pt x="317664" y="622268"/>
                  </a:lnTo>
                  <a:lnTo>
                    <a:pt x="318964" y="623622"/>
                  </a:lnTo>
                  <a:lnTo>
                    <a:pt x="320808" y="623985"/>
                  </a:lnTo>
                  <a:lnTo>
                    <a:pt x="321451" y="624336"/>
                  </a:lnTo>
                  <a:cubicBezTo>
                    <a:pt x="321451" y="624336"/>
                    <a:pt x="321684" y="624486"/>
                    <a:pt x="321551" y="624919"/>
                  </a:cubicBezTo>
                  <a:cubicBezTo>
                    <a:pt x="321775" y="626526"/>
                    <a:pt x="321949" y="627797"/>
                    <a:pt x="322519" y="628855"/>
                  </a:cubicBezTo>
                  <a:cubicBezTo>
                    <a:pt x="327924" y="638884"/>
                    <a:pt x="333516" y="648815"/>
                    <a:pt x="338784" y="658915"/>
                  </a:cubicBezTo>
                  <a:cubicBezTo>
                    <a:pt x="333517" y="648815"/>
                    <a:pt x="327924" y="638884"/>
                    <a:pt x="322519" y="628855"/>
                  </a:cubicBezTo>
                  <a:cubicBezTo>
                    <a:pt x="321949" y="627797"/>
                    <a:pt x="321775" y="626526"/>
                    <a:pt x="321623" y="625038"/>
                  </a:cubicBezTo>
                  <a:cubicBezTo>
                    <a:pt x="324890" y="629306"/>
                    <a:pt x="328519" y="633616"/>
                    <a:pt x="330898" y="638531"/>
                  </a:cubicBezTo>
                  <a:cubicBezTo>
                    <a:pt x="336177" y="649438"/>
                    <a:pt x="340845" y="660641"/>
                    <a:pt x="345701" y="671751"/>
                  </a:cubicBezTo>
                  <a:cubicBezTo>
                    <a:pt x="345990" y="672412"/>
                    <a:pt x="345739" y="673309"/>
                    <a:pt x="345739" y="674651"/>
                  </a:cubicBezTo>
                  <a:cubicBezTo>
                    <a:pt x="335121" y="674651"/>
                    <a:pt x="324587" y="674691"/>
                    <a:pt x="314055" y="674577"/>
                  </a:cubicBezTo>
                  <a:cubicBezTo>
                    <a:pt x="313216" y="674568"/>
                    <a:pt x="312034" y="673692"/>
                    <a:pt x="311609" y="672899"/>
                  </a:cubicBezTo>
                  <a:cubicBezTo>
                    <a:pt x="306395" y="663172"/>
                    <a:pt x="301293" y="653385"/>
                    <a:pt x="295994" y="643352"/>
                  </a:cubicBezTo>
                  <a:cubicBezTo>
                    <a:pt x="296546" y="643601"/>
                    <a:pt x="297276" y="643837"/>
                    <a:pt x="297948" y="644151"/>
                  </a:cubicBezTo>
                  <a:lnTo>
                    <a:pt x="299546" y="645407"/>
                  </a:lnTo>
                  <a:lnTo>
                    <a:pt x="297927" y="644118"/>
                  </a:lnTo>
                  <a:cubicBezTo>
                    <a:pt x="297234" y="643771"/>
                    <a:pt x="296462" y="643470"/>
                    <a:pt x="295826" y="643091"/>
                  </a:cubicBezTo>
                  <a:cubicBezTo>
                    <a:pt x="295826" y="643091"/>
                    <a:pt x="295595" y="642941"/>
                    <a:pt x="295729" y="642492"/>
                  </a:cubicBezTo>
                  <a:lnTo>
                    <a:pt x="295473" y="639981"/>
                  </a:lnTo>
                  <a:lnTo>
                    <a:pt x="295656" y="642375"/>
                  </a:lnTo>
                  <a:cubicBezTo>
                    <a:pt x="294723" y="641719"/>
                    <a:pt x="293997" y="640731"/>
                    <a:pt x="293118" y="639512"/>
                  </a:cubicBezTo>
                  <a:lnTo>
                    <a:pt x="293621" y="639372"/>
                  </a:lnTo>
                  <a:lnTo>
                    <a:pt x="295427" y="639627"/>
                  </a:lnTo>
                  <a:lnTo>
                    <a:pt x="295438" y="639635"/>
                  </a:lnTo>
                  <a:lnTo>
                    <a:pt x="295437" y="639628"/>
                  </a:lnTo>
                  <a:lnTo>
                    <a:pt x="295427" y="639627"/>
                  </a:lnTo>
                  <a:lnTo>
                    <a:pt x="294706" y="639073"/>
                  </a:lnTo>
                  <a:lnTo>
                    <a:pt x="293621" y="639372"/>
                  </a:lnTo>
                  <a:lnTo>
                    <a:pt x="292966" y="639280"/>
                  </a:lnTo>
                  <a:cubicBezTo>
                    <a:pt x="292966" y="639280"/>
                    <a:pt x="292738" y="639131"/>
                    <a:pt x="292870" y="638691"/>
                  </a:cubicBezTo>
                  <a:lnTo>
                    <a:pt x="292287" y="635621"/>
                  </a:lnTo>
                  <a:lnTo>
                    <a:pt x="292798" y="638576"/>
                  </a:lnTo>
                  <a:cubicBezTo>
                    <a:pt x="291640" y="637699"/>
                    <a:pt x="290686" y="636497"/>
                    <a:pt x="289618" y="635009"/>
                  </a:cubicBezTo>
                  <a:lnTo>
                    <a:pt x="292272" y="635541"/>
                  </a:lnTo>
                  <a:lnTo>
                    <a:pt x="292268" y="635519"/>
                  </a:lnTo>
                  <a:cubicBezTo>
                    <a:pt x="291709" y="634868"/>
                    <a:pt x="290791" y="634613"/>
                    <a:pt x="289503" y="634723"/>
                  </a:cubicBezTo>
                  <a:cubicBezTo>
                    <a:pt x="289503" y="634723"/>
                    <a:pt x="289580" y="634678"/>
                    <a:pt x="289569" y="634347"/>
                  </a:cubicBezTo>
                  <a:lnTo>
                    <a:pt x="288731" y="631219"/>
                  </a:lnTo>
                  <a:lnTo>
                    <a:pt x="289547" y="634386"/>
                  </a:lnTo>
                  <a:cubicBezTo>
                    <a:pt x="288331" y="633349"/>
                    <a:pt x="287128" y="631943"/>
                    <a:pt x="285799" y="630240"/>
                  </a:cubicBezTo>
                  <a:lnTo>
                    <a:pt x="288687" y="631054"/>
                  </a:lnTo>
                  <a:lnTo>
                    <a:pt x="288676" y="631013"/>
                  </a:lnTo>
                  <a:cubicBezTo>
                    <a:pt x="288106" y="630217"/>
                    <a:pt x="287185" y="629799"/>
                    <a:pt x="285674" y="629944"/>
                  </a:cubicBezTo>
                  <a:cubicBezTo>
                    <a:pt x="281332" y="625719"/>
                    <a:pt x="276990" y="621493"/>
                    <a:pt x="272536" y="616595"/>
                  </a:cubicBezTo>
                  <a:cubicBezTo>
                    <a:pt x="272490" y="615428"/>
                    <a:pt x="272296" y="614525"/>
                    <a:pt x="271981" y="613833"/>
                  </a:cubicBezTo>
                  <a:lnTo>
                    <a:pt x="271948" y="613794"/>
                  </a:lnTo>
                  <a:lnTo>
                    <a:pt x="272416" y="616302"/>
                  </a:lnTo>
                  <a:cubicBezTo>
                    <a:pt x="270572" y="615274"/>
                    <a:pt x="268733" y="613867"/>
                    <a:pt x="266771" y="612164"/>
                  </a:cubicBezTo>
                  <a:lnTo>
                    <a:pt x="270704" y="612336"/>
                  </a:lnTo>
                  <a:lnTo>
                    <a:pt x="270703" y="612336"/>
                  </a:lnTo>
                  <a:cubicBezTo>
                    <a:pt x="269648" y="611689"/>
                    <a:pt x="268221" y="611674"/>
                    <a:pt x="266648" y="611868"/>
                  </a:cubicBezTo>
                  <a:cubicBezTo>
                    <a:pt x="266648" y="611868"/>
                    <a:pt x="266725" y="611822"/>
                    <a:pt x="266714" y="611493"/>
                  </a:cubicBezTo>
                  <a:cubicBezTo>
                    <a:pt x="265329" y="609466"/>
                    <a:pt x="264199" y="607469"/>
                    <a:pt x="262543" y="606115"/>
                  </a:cubicBezTo>
                  <a:cubicBezTo>
                    <a:pt x="239620" y="587372"/>
                    <a:pt x="212860" y="577858"/>
                    <a:pt x="183749" y="575845"/>
                  </a:cubicBezTo>
                  <a:cubicBezTo>
                    <a:pt x="212860" y="577858"/>
                    <a:pt x="239620" y="587372"/>
                    <a:pt x="262543" y="606116"/>
                  </a:cubicBezTo>
                  <a:cubicBezTo>
                    <a:pt x="264199" y="607469"/>
                    <a:pt x="265329" y="609466"/>
                    <a:pt x="266692" y="611532"/>
                  </a:cubicBezTo>
                  <a:cubicBezTo>
                    <a:pt x="256581" y="605708"/>
                    <a:pt x="246812" y="598873"/>
                    <a:pt x="236299" y="593490"/>
                  </a:cubicBezTo>
                  <a:cubicBezTo>
                    <a:pt x="223815" y="587098"/>
                    <a:pt x="210390" y="582877"/>
                    <a:pt x="196325" y="581383"/>
                  </a:cubicBezTo>
                  <a:cubicBezTo>
                    <a:pt x="187786" y="580476"/>
                    <a:pt x="179197" y="579586"/>
                    <a:pt x="170625" y="579531"/>
                  </a:cubicBezTo>
                  <a:cubicBezTo>
                    <a:pt x="151994" y="579410"/>
                    <a:pt x="134164" y="583601"/>
                    <a:pt x="116917" y="590575"/>
                  </a:cubicBezTo>
                  <a:cubicBezTo>
                    <a:pt x="95311" y="599312"/>
                    <a:pt x="77083" y="612841"/>
                    <a:pt x="61567" y="629977"/>
                  </a:cubicBezTo>
                  <a:cubicBezTo>
                    <a:pt x="50623" y="642064"/>
                    <a:pt x="42562" y="656150"/>
                    <a:pt x="35439" y="671088"/>
                  </a:cubicBezTo>
                  <a:cubicBezTo>
                    <a:pt x="35195" y="669946"/>
                    <a:pt x="34780" y="668427"/>
                    <a:pt x="35279" y="667320"/>
                  </a:cubicBezTo>
                  <a:cubicBezTo>
                    <a:pt x="44953" y="645848"/>
                    <a:pt x="57802" y="626570"/>
                    <a:pt x="76632" y="612115"/>
                  </a:cubicBezTo>
                  <a:cubicBezTo>
                    <a:pt x="57802" y="626570"/>
                    <a:pt x="44953" y="645848"/>
                    <a:pt x="35279" y="667320"/>
                  </a:cubicBezTo>
                  <a:cubicBezTo>
                    <a:pt x="34780" y="668427"/>
                    <a:pt x="35195" y="669946"/>
                    <a:pt x="35185" y="671273"/>
                  </a:cubicBezTo>
                  <a:cubicBezTo>
                    <a:pt x="35185" y="671273"/>
                    <a:pt x="35278" y="671627"/>
                    <a:pt x="34777" y="671492"/>
                  </a:cubicBezTo>
                  <a:cubicBezTo>
                    <a:pt x="29996" y="671286"/>
                    <a:pt x="25339" y="671114"/>
                    <a:pt x="20623" y="670956"/>
                  </a:cubicBezTo>
                  <a:lnTo>
                    <a:pt x="6110" y="670499"/>
                  </a:lnTo>
                  <a:lnTo>
                    <a:pt x="6110" y="670499"/>
                  </a:lnTo>
                  <a:cubicBezTo>
                    <a:pt x="16152" y="670805"/>
                    <a:pt x="25214" y="671081"/>
                    <a:pt x="34717" y="671665"/>
                  </a:cubicBezTo>
                  <a:cubicBezTo>
                    <a:pt x="34202" y="672869"/>
                    <a:pt x="33260" y="674526"/>
                    <a:pt x="32289" y="674544"/>
                  </a:cubicBezTo>
                  <a:cubicBezTo>
                    <a:pt x="22005" y="674733"/>
                    <a:pt x="11716" y="674661"/>
                    <a:pt x="0" y="674661"/>
                  </a:cubicBezTo>
                  <a:cubicBezTo>
                    <a:pt x="21498" y="613224"/>
                    <a:pt x="62508" y="573254"/>
                    <a:pt x="123496" y="553789"/>
                  </a:cubicBezTo>
                  <a:cubicBezTo>
                    <a:pt x="115360" y="547904"/>
                    <a:pt x="107328" y="542094"/>
                    <a:pt x="99170" y="535984"/>
                  </a:cubicBezTo>
                  <a:lnTo>
                    <a:pt x="105178" y="538116"/>
                  </a:lnTo>
                  <a:lnTo>
                    <a:pt x="105179" y="538117"/>
                  </a:lnTo>
                  <a:lnTo>
                    <a:pt x="108939" y="540338"/>
                  </a:lnTo>
                  <a:lnTo>
                    <a:pt x="121620" y="547832"/>
                  </a:lnTo>
                  <a:lnTo>
                    <a:pt x="123663" y="548975"/>
                  </a:lnTo>
                  <a:lnTo>
                    <a:pt x="123663" y="548975"/>
                  </a:lnTo>
                  <a:cubicBezTo>
                    <a:pt x="123332" y="548395"/>
                    <a:pt x="122300" y="548236"/>
                    <a:pt x="121620" y="547832"/>
                  </a:cubicBezTo>
                  <a:lnTo>
                    <a:pt x="108939" y="540338"/>
                  </a:lnTo>
                  <a:lnTo>
                    <a:pt x="105179" y="538117"/>
                  </a:lnTo>
                  <a:lnTo>
                    <a:pt x="105178" y="538116"/>
                  </a:lnTo>
                  <a:lnTo>
                    <a:pt x="99043" y="535684"/>
                  </a:lnTo>
                  <a:cubicBezTo>
                    <a:pt x="99043" y="535684"/>
                    <a:pt x="99120" y="535639"/>
                    <a:pt x="99108" y="535299"/>
                  </a:cubicBezTo>
                  <a:cubicBezTo>
                    <a:pt x="99038" y="530938"/>
                    <a:pt x="96424" y="530563"/>
                    <a:pt x="93309" y="530905"/>
                  </a:cubicBezTo>
                  <a:cubicBezTo>
                    <a:pt x="91508" y="528903"/>
                    <a:pt x="89708" y="526900"/>
                    <a:pt x="87792" y="524227"/>
                  </a:cubicBezTo>
                  <a:lnTo>
                    <a:pt x="87174" y="521208"/>
                  </a:lnTo>
                  <a:lnTo>
                    <a:pt x="87670" y="523932"/>
                  </a:lnTo>
                  <a:cubicBezTo>
                    <a:pt x="86687" y="523116"/>
                    <a:pt x="85709" y="521925"/>
                    <a:pt x="84571" y="520488"/>
                  </a:cubicBezTo>
                  <a:cubicBezTo>
                    <a:pt x="85344" y="520170"/>
                    <a:pt x="85898" y="520092"/>
                    <a:pt x="86301" y="520189"/>
                  </a:cubicBezTo>
                  <a:lnTo>
                    <a:pt x="86932" y="520759"/>
                  </a:lnTo>
                  <a:lnTo>
                    <a:pt x="86235" y="520090"/>
                  </a:lnTo>
                  <a:cubicBezTo>
                    <a:pt x="85808" y="519954"/>
                    <a:pt x="85224" y="519985"/>
                    <a:pt x="84410" y="520242"/>
                  </a:cubicBezTo>
                  <a:cubicBezTo>
                    <a:pt x="84410" y="520242"/>
                    <a:pt x="84183" y="520092"/>
                    <a:pt x="84318" y="519645"/>
                  </a:cubicBezTo>
                  <a:lnTo>
                    <a:pt x="84063" y="517140"/>
                  </a:lnTo>
                  <a:lnTo>
                    <a:pt x="84246" y="519529"/>
                  </a:lnTo>
                  <a:cubicBezTo>
                    <a:pt x="83312" y="518873"/>
                    <a:pt x="82586" y="517885"/>
                    <a:pt x="81707" y="516665"/>
                  </a:cubicBezTo>
                  <a:lnTo>
                    <a:pt x="82210" y="516526"/>
                  </a:lnTo>
                  <a:lnTo>
                    <a:pt x="84015" y="516780"/>
                  </a:lnTo>
                  <a:lnTo>
                    <a:pt x="84027" y="516789"/>
                  </a:lnTo>
                  <a:lnTo>
                    <a:pt x="84026" y="516781"/>
                  </a:lnTo>
                  <a:lnTo>
                    <a:pt x="84015" y="516780"/>
                  </a:lnTo>
                  <a:lnTo>
                    <a:pt x="83295" y="516226"/>
                  </a:lnTo>
                  <a:lnTo>
                    <a:pt x="82210" y="516526"/>
                  </a:lnTo>
                  <a:lnTo>
                    <a:pt x="81555" y="516433"/>
                  </a:lnTo>
                  <a:cubicBezTo>
                    <a:pt x="81555" y="516433"/>
                    <a:pt x="81325" y="516283"/>
                    <a:pt x="81458" y="515850"/>
                  </a:cubicBezTo>
                  <a:lnTo>
                    <a:pt x="80208" y="511544"/>
                  </a:lnTo>
                  <a:lnTo>
                    <a:pt x="81386" y="515733"/>
                  </a:lnTo>
                  <a:cubicBezTo>
                    <a:pt x="73773" y="507125"/>
                    <a:pt x="69398" y="496652"/>
                    <a:pt x="65827" y="485791"/>
                  </a:cubicBezTo>
                  <a:cubicBezTo>
                    <a:pt x="61814" y="473585"/>
                    <a:pt x="59723" y="460983"/>
                    <a:pt x="60203" y="448190"/>
                  </a:cubicBezTo>
                  <a:cubicBezTo>
                    <a:pt x="60797" y="432344"/>
                    <a:pt x="64210" y="417027"/>
                    <a:pt x="70479" y="402323"/>
                  </a:cubicBezTo>
                  <a:cubicBezTo>
                    <a:pt x="75529" y="390481"/>
                    <a:pt x="82279" y="379956"/>
                    <a:pt x="91186" y="370643"/>
                  </a:cubicBezTo>
                  <a:cubicBezTo>
                    <a:pt x="105933" y="355225"/>
                    <a:pt x="124197" y="346218"/>
                    <a:pt x="144590" y="341529"/>
                  </a:cubicBezTo>
                  <a:cubicBezTo>
                    <a:pt x="154373" y="339280"/>
                    <a:pt x="164585" y="337629"/>
                    <a:pt x="174571" y="337782"/>
                  </a:cubicBezTo>
                  <a:close/>
                  <a:moveTo>
                    <a:pt x="318190" y="0"/>
                  </a:moveTo>
                  <a:lnTo>
                    <a:pt x="384656" y="0"/>
                  </a:lnTo>
                  <a:lnTo>
                    <a:pt x="384656" y="66466"/>
                  </a:lnTo>
                  <a:lnTo>
                    <a:pt x="318190" y="66466"/>
                  </a:lnTo>
                  <a:close/>
                </a:path>
              </a:pathLst>
            </a:custGeom>
            <a:solidFill>
              <a:schemeClr val="bg1"/>
            </a:solidFill>
            <a:ln w="6158" cap="flat">
              <a:noFill/>
              <a:prstDash val="solid"/>
              <a:miter/>
            </a:ln>
          </p:spPr>
          <p:txBody>
            <a:bodyPr wrap="square" rtlCol="0" anchor="ctr">
              <a:noAutofit/>
            </a:bodyPr>
            <a:lstStyle/>
            <a:p>
              <a:endParaRPr lang="en-US" dirty="0"/>
            </a:p>
          </p:txBody>
        </p:sp>
      </p:grpSp>
      <p:grpSp>
        <p:nvGrpSpPr>
          <p:cNvPr id="903" name="Group 902">
            <a:extLst>
              <a:ext uri="{FF2B5EF4-FFF2-40B4-BE49-F238E27FC236}">
                <a16:creationId xmlns:a16="http://schemas.microsoft.com/office/drawing/2014/main" id="{40798B8C-B1D2-AAFC-2BA1-39112DCB17C9}"/>
              </a:ext>
              <a:ext uri="{C183D7F6-B498-43B3-948B-1728B52AA6E4}">
                <adec:decorative xmlns:adec="http://schemas.microsoft.com/office/drawing/2017/decorative" val="1"/>
              </a:ext>
            </a:extLst>
          </p:cNvPr>
          <p:cNvGrpSpPr>
            <a:grpSpLocks noChangeAspect="1"/>
          </p:cNvGrpSpPr>
          <p:nvPr/>
        </p:nvGrpSpPr>
        <p:grpSpPr>
          <a:xfrm>
            <a:off x="9381806" y="2223703"/>
            <a:ext cx="483417" cy="457200"/>
            <a:chOff x="9381806" y="2223703"/>
            <a:chExt cx="483417" cy="457200"/>
          </a:xfrm>
          <a:solidFill>
            <a:srgbClr val="FF0000"/>
          </a:solidFill>
        </p:grpSpPr>
        <p:sp>
          <p:nvSpPr>
            <p:cNvPr id="1393" name="Freeform: Shape 1392">
              <a:extLst>
                <a:ext uri="{FF2B5EF4-FFF2-40B4-BE49-F238E27FC236}">
                  <a16:creationId xmlns:a16="http://schemas.microsoft.com/office/drawing/2014/main" id="{EBFC1C45-360D-53ED-24F0-EB8CFC34D066}"/>
                </a:ext>
                <a:ext uri="{C183D7F6-B498-43B3-948B-1728B52AA6E4}">
                  <adec:decorative xmlns:adec="http://schemas.microsoft.com/office/drawing/2017/decorative" val="1"/>
                </a:ext>
              </a:extLst>
            </p:cNvPr>
            <p:cNvSpPr/>
            <p:nvPr/>
          </p:nvSpPr>
          <p:spPr>
            <a:xfrm>
              <a:off x="9381806" y="2223704"/>
              <a:ext cx="483417" cy="456801"/>
            </a:xfrm>
            <a:custGeom>
              <a:avLst/>
              <a:gdLst>
                <a:gd name="connsiteX0" fmla="*/ 1607393 w 1925438"/>
                <a:gd name="connsiteY0" fmla="*/ 1115182 h 1819426"/>
                <a:gd name="connsiteX1" fmla="*/ 962719 w 1925438"/>
                <a:gd name="connsiteY1" fmla="*/ 1530054 h 1819426"/>
                <a:gd name="connsiteX2" fmla="*/ 318045 w 1925438"/>
                <a:gd name="connsiteY2" fmla="*/ 1115182 h 1819426"/>
                <a:gd name="connsiteX3" fmla="*/ 186432 w 1925438"/>
                <a:gd name="connsiteY3" fmla="*/ 1199880 h 1819426"/>
                <a:gd name="connsiteX4" fmla="*/ 962719 w 1925438"/>
                <a:gd name="connsiteY4" fmla="*/ 1699450 h 1819426"/>
                <a:gd name="connsiteX5" fmla="*/ 1739006 w 1925438"/>
                <a:gd name="connsiteY5" fmla="*/ 1199880 h 1819426"/>
                <a:gd name="connsiteX6" fmla="*/ 544109 w 1925438"/>
                <a:gd name="connsiteY6" fmla="*/ 969702 h 1819426"/>
                <a:gd name="connsiteX7" fmla="*/ 411261 w 1925438"/>
                <a:gd name="connsiteY7" fmla="*/ 1055194 h 1819426"/>
                <a:gd name="connsiteX8" fmla="*/ 962719 w 1925438"/>
                <a:gd name="connsiteY8" fmla="*/ 1410078 h 1819426"/>
                <a:gd name="connsiteX9" fmla="*/ 1514177 w 1925438"/>
                <a:gd name="connsiteY9" fmla="*/ 1055194 h 1819426"/>
                <a:gd name="connsiteX10" fmla="*/ 1381330 w 1925438"/>
                <a:gd name="connsiteY10" fmla="*/ 969702 h 1819426"/>
                <a:gd name="connsiteX11" fmla="*/ 962719 w 1925438"/>
                <a:gd name="connsiteY11" fmla="*/ 1239093 h 1819426"/>
                <a:gd name="connsiteX12" fmla="*/ 1606159 w 1925438"/>
                <a:gd name="connsiteY12" fmla="*/ 825016 h 1819426"/>
                <a:gd name="connsiteX13" fmla="*/ 1474546 w 1925438"/>
                <a:gd name="connsiteY13" fmla="*/ 909713 h 1819426"/>
                <a:gd name="connsiteX14" fmla="*/ 1607393 w 1925438"/>
                <a:gd name="connsiteY14" fmla="*/ 995206 h 1819426"/>
                <a:gd name="connsiteX15" fmla="*/ 1739006 w 1925438"/>
                <a:gd name="connsiteY15" fmla="*/ 910508 h 1819426"/>
                <a:gd name="connsiteX16" fmla="*/ 319280 w 1925438"/>
                <a:gd name="connsiteY16" fmla="*/ 825016 h 1819426"/>
                <a:gd name="connsiteX17" fmla="*/ 186432 w 1925438"/>
                <a:gd name="connsiteY17" fmla="*/ 910508 h 1819426"/>
                <a:gd name="connsiteX18" fmla="*/ 318045 w 1925438"/>
                <a:gd name="connsiteY18" fmla="*/ 995206 h 1819426"/>
                <a:gd name="connsiteX19" fmla="*/ 450893 w 1925438"/>
                <a:gd name="connsiteY19" fmla="*/ 909713 h 1819426"/>
                <a:gd name="connsiteX20" fmla="*/ 962719 w 1925438"/>
                <a:gd name="connsiteY20" fmla="*/ 700310 h 1819426"/>
                <a:gd name="connsiteX21" fmla="*/ 637325 w 1925438"/>
                <a:gd name="connsiteY21" fmla="*/ 909714 h 1819426"/>
                <a:gd name="connsiteX22" fmla="*/ 962719 w 1925438"/>
                <a:gd name="connsiteY22" fmla="*/ 1119117 h 1819426"/>
                <a:gd name="connsiteX23" fmla="*/ 1288114 w 1925438"/>
                <a:gd name="connsiteY23" fmla="*/ 909714 h 1819426"/>
                <a:gd name="connsiteX24" fmla="*/ 962719 w 1925438"/>
                <a:gd name="connsiteY24" fmla="*/ 410938 h 1819426"/>
                <a:gd name="connsiteX25" fmla="*/ 412496 w 1925438"/>
                <a:gd name="connsiteY25" fmla="*/ 765028 h 1819426"/>
                <a:gd name="connsiteX26" fmla="*/ 544109 w 1925438"/>
                <a:gd name="connsiteY26" fmla="*/ 849725 h 1819426"/>
                <a:gd name="connsiteX27" fmla="*/ 962719 w 1925438"/>
                <a:gd name="connsiteY27" fmla="*/ 580333 h 1819426"/>
                <a:gd name="connsiteX28" fmla="*/ 1381330 w 1925438"/>
                <a:gd name="connsiteY28" fmla="*/ 849725 h 1819426"/>
                <a:gd name="connsiteX29" fmla="*/ 1512943 w 1925438"/>
                <a:gd name="connsiteY29" fmla="*/ 765028 h 1819426"/>
                <a:gd name="connsiteX30" fmla="*/ 962719 w 1925438"/>
                <a:gd name="connsiteY30" fmla="*/ 119977 h 1819426"/>
                <a:gd name="connsiteX31" fmla="*/ 186432 w 1925438"/>
                <a:gd name="connsiteY31" fmla="*/ 619547 h 1819426"/>
                <a:gd name="connsiteX32" fmla="*/ 319280 w 1925438"/>
                <a:gd name="connsiteY32" fmla="*/ 705039 h 1819426"/>
                <a:gd name="connsiteX33" fmla="*/ 962719 w 1925438"/>
                <a:gd name="connsiteY33" fmla="*/ 290961 h 1819426"/>
                <a:gd name="connsiteX34" fmla="*/ 1606159 w 1925438"/>
                <a:gd name="connsiteY34" fmla="*/ 705039 h 1819426"/>
                <a:gd name="connsiteX35" fmla="*/ 1739006 w 1925438"/>
                <a:gd name="connsiteY35" fmla="*/ 619547 h 1819426"/>
                <a:gd name="connsiteX36" fmla="*/ 962719 w 1925438"/>
                <a:gd name="connsiteY36" fmla="*/ 0 h 1819426"/>
                <a:gd name="connsiteX37" fmla="*/ 1925438 w 1925438"/>
                <a:gd name="connsiteY37" fmla="*/ 619547 h 1819426"/>
                <a:gd name="connsiteX38" fmla="*/ 1699375 w 1925438"/>
                <a:gd name="connsiteY38" fmla="*/ 765028 h 1819426"/>
                <a:gd name="connsiteX39" fmla="*/ 1925438 w 1925438"/>
                <a:gd name="connsiteY39" fmla="*/ 910508 h 1819426"/>
                <a:gd name="connsiteX40" fmla="*/ 1700609 w 1925438"/>
                <a:gd name="connsiteY40" fmla="*/ 1055194 h 1819426"/>
                <a:gd name="connsiteX41" fmla="*/ 1925438 w 1925438"/>
                <a:gd name="connsiteY41" fmla="*/ 1199880 h 1819426"/>
                <a:gd name="connsiteX42" fmla="*/ 962719 w 1925438"/>
                <a:gd name="connsiteY42" fmla="*/ 1819426 h 1819426"/>
                <a:gd name="connsiteX43" fmla="*/ 0 w 1925438"/>
                <a:gd name="connsiteY43" fmla="*/ 1199880 h 1819426"/>
                <a:gd name="connsiteX44" fmla="*/ 224829 w 1925438"/>
                <a:gd name="connsiteY44" fmla="*/ 1055194 h 1819426"/>
                <a:gd name="connsiteX45" fmla="*/ 0 w 1925438"/>
                <a:gd name="connsiteY45" fmla="*/ 910508 h 1819426"/>
                <a:gd name="connsiteX46" fmla="*/ 226064 w 1925438"/>
                <a:gd name="connsiteY46" fmla="*/ 765028 h 1819426"/>
                <a:gd name="connsiteX47" fmla="*/ 0 w 1925438"/>
                <a:gd name="connsiteY47" fmla="*/ 619547 h 181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25438" h="1819426">
                  <a:moveTo>
                    <a:pt x="1607393" y="1115182"/>
                  </a:moveTo>
                  <a:lnTo>
                    <a:pt x="962719" y="1530054"/>
                  </a:lnTo>
                  <a:lnTo>
                    <a:pt x="318045" y="1115182"/>
                  </a:lnTo>
                  <a:lnTo>
                    <a:pt x="186432" y="1199880"/>
                  </a:lnTo>
                  <a:lnTo>
                    <a:pt x="962719" y="1699450"/>
                  </a:lnTo>
                  <a:lnTo>
                    <a:pt x="1739006" y="1199880"/>
                  </a:lnTo>
                  <a:close/>
                  <a:moveTo>
                    <a:pt x="544109" y="969702"/>
                  </a:moveTo>
                  <a:lnTo>
                    <a:pt x="411261" y="1055194"/>
                  </a:lnTo>
                  <a:lnTo>
                    <a:pt x="962719" y="1410078"/>
                  </a:lnTo>
                  <a:lnTo>
                    <a:pt x="1514177" y="1055194"/>
                  </a:lnTo>
                  <a:lnTo>
                    <a:pt x="1381330" y="969702"/>
                  </a:lnTo>
                  <a:lnTo>
                    <a:pt x="962719" y="1239093"/>
                  </a:lnTo>
                  <a:close/>
                  <a:moveTo>
                    <a:pt x="1606159" y="825016"/>
                  </a:moveTo>
                  <a:lnTo>
                    <a:pt x="1474546" y="909713"/>
                  </a:lnTo>
                  <a:lnTo>
                    <a:pt x="1607393" y="995206"/>
                  </a:lnTo>
                  <a:lnTo>
                    <a:pt x="1739006" y="910508"/>
                  </a:lnTo>
                  <a:close/>
                  <a:moveTo>
                    <a:pt x="319280" y="825016"/>
                  </a:moveTo>
                  <a:lnTo>
                    <a:pt x="186432" y="910508"/>
                  </a:lnTo>
                  <a:lnTo>
                    <a:pt x="318045" y="995206"/>
                  </a:lnTo>
                  <a:lnTo>
                    <a:pt x="450893" y="909713"/>
                  </a:lnTo>
                  <a:close/>
                  <a:moveTo>
                    <a:pt x="962719" y="700310"/>
                  </a:moveTo>
                  <a:lnTo>
                    <a:pt x="637325" y="909714"/>
                  </a:lnTo>
                  <a:lnTo>
                    <a:pt x="962719" y="1119117"/>
                  </a:lnTo>
                  <a:lnTo>
                    <a:pt x="1288114" y="909714"/>
                  </a:lnTo>
                  <a:close/>
                  <a:moveTo>
                    <a:pt x="962719" y="410938"/>
                  </a:moveTo>
                  <a:lnTo>
                    <a:pt x="412496" y="765028"/>
                  </a:lnTo>
                  <a:lnTo>
                    <a:pt x="544109" y="849725"/>
                  </a:lnTo>
                  <a:lnTo>
                    <a:pt x="962719" y="580333"/>
                  </a:lnTo>
                  <a:lnTo>
                    <a:pt x="1381330" y="849725"/>
                  </a:lnTo>
                  <a:lnTo>
                    <a:pt x="1512943" y="765028"/>
                  </a:lnTo>
                  <a:close/>
                  <a:moveTo>
                    <a:pt x="962719" y="119977"/>
                  </a:moveTo>
                  <a:lnTo>
                    <a:pt x="186432" y="619547"/>
                  </a:lnTo>
                  <a:lnTo>
                    <a:pt x="319280" y="705039"/>
                  </a:lnTo>
                  <a:lnTo>
                    <a:pt x="962719" y="290961"/>
                  </a:lnTo>
                  <a:lnTo>
                    <a:pt x="1606159" y="705039"/>
                  </a:lnTo>
                  <a:lnTo>
                    <a:pt x="1739006" y="619547"/>
                  </a:lnTo>
                  <a:close/>
                  <a:moveTo>
                    <a:pt x="962719" y="0"/>
                  </a:moveTo>
                  <a:lnTo>
                    <a:pt x="1925438" y="619547"/>
                  </a:lnTo>
                  <a:lnTo>
                    <a:pt x="1699375" y="765028"/>
                  </a:lnTo>
                  <a:lnTo>
                    <a:pt x="1925438" y="910508"/>
                  </a:lnTo>
                  <a:lnTo>
                    <a:pt x="1700609" y="1055194"/>
                  </a:lnTo>
                  <a:lnTo>
                    <a:pt x="1925438" y="1199880"/>
                  </a:lnTo>
                  <a:lnTo>
                    <a:pt x="962719" y="1819426"/>
                  </a:lnTo>
                  <a:lnTo>
                    <a:pt x="0" y="1199880"/>
                  </a:lnTo>
                  <a:lnTo>
                    <a:pt x="224829" y="1055194"/>
                  </a:lnTo>
                  <a:lnTo>
                    <a:pt x="0" y="910508"/>
                  </a:lnTo>
                  <a:lnTo>
                    <a:pt x="226064" y="765028"/>
                  </a:lnTo>
                  <a:lnTo>
                    <a:pt x="0" y="619547"/>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sp>
          <p:nvSpPr>
            <p:cNvPr id="1444" name="Freeform: Shape 1443">
              <a:extLst>
                <a:ext uri="{FF2B5EF4-FFF2-40B4-BE49-F238E27FC236}">
                  <a16:creationId xmlns:a16="http://schemas.microsoft.com/office/drawing/2014/main" id="{4F6C0741-6B7D-0155-97E5-E97F5B17ECDD}"/>
                </a:ext>
                <a:ext uri="{C183D7F6-B498-43B3-948B-1728B52AA6E4}">
                  <adec:decorative xmlns:adec="http://schemas.microsoft.com/office/drawing/2017/decorative" val="1"/>
                </a:ext>
              </a:extLst>
            </p:cNvPr>
            <p:cNvSpPr/>
            <p:nvPr/>
          </p:nvSpPr>
          <p:spPr>
            <a:xfrm>
              <a:off x="9381811" y="2223703"/>
              <a:ext cx="483406" cy="457200"/>
            </a:xfrm>
            <a:custGeom>
              <a:avLst/>
              <a:gdLst>
                <a:gd name="connsiteX0" fmla="*/ 818690 w 842814"/>
                <a:gd name="connsiteY0" fmla="*/ 773000 h 797124"/>
                <a:gd name="connsiteX1" fmla="*/ 842814 w 842814"/>
                <a:gd name="connsiteY1" fmla="*/ 773000 h 797124"/>
                <a:gd name="connsiteX2" fmla="*/ 842814 w 842814"/>
                <a:gd name="connsiteY2" fmla="*/ 797124 h 797124"/>
                <a:gd name="connsiteX3" fmla="*/ 818690 w 842814"/>
                <a:gd name="connsiteY3" fmla="*/ 797124 h 797124"/>
                <a:gd name="connsiteX4" fmla="*/ 774550 w 842814"/>
                <a:gd name="connsiteY4" fmla="*/ 772305 h 797124"/>
                <a:gd name="connsiteX5" fmla="*/ 798674 w 842814"/>
                <a:gd name="connsiteY5" fmla="*/ 772305 h 797124"/>
                <a:gd name="connsiteX6" fmla="*/ 798674 w 842814"/>
                <a:gd name="connsiteY6" fmla="*/ 796429 h 797124"/>
                <a:gd name="connsiteX7" fmla="*/ 774550 w 842814"/>
                <a:gd name="connsiteY7" fmla="*/ 796429 h 797124"/>
                <a:gd name="connsiteX8" fmla="*/ 730409 w 842814"/>
                <a:gd name="connsiteY8" fmla="*/ 772305 h 797124"/>
                <a:gd name="connsiteX9" fmla="*/ 754533 w 842814"/>
                <a:gd name="connsiteY9" fmla="*/ 772305 h 797124"/>
                <a:gd name="connsiteX10" fmla="*/ 754533 w 842814"/>
                <a:gd name="connsiteY10" fmla="*/ 796429 h 797124"/>
                <a:gd name="connsiteX11" fmla="*/ 730409 w 842814"/>
                <a:gd name="connsiteY11" fmla="*/ 796429 h 797124"/>
                <a:gd name="connsiteX12" fmla="*/ 686269 w 842814"/>
                <a:gd name="connsiteY12" fmla="*/ 772305 h 797124"/>
                <a:gd name="connsiteX13" fmla="*/ 710393 w 842814"/>
                <a:gd name="connsiteY13" fmla="*/ 772305 h 797124"/>
                <a:gd name="connsiteX14" fmla="*/ 710393 w 842814"/>
                <a:gd name="connsiteY14" fmla="*/ 796429 h 797124"/>
                <a:gd name="connsiteX15" fmla="*/ 686269 w 842814"/>
                <a:gd name="connsiteY15" fmla="*/ 796429 h 797124"/>
                <a:gd name="connsiteX16" fmla="*/ 642129 w 842814"/>
                <a:gd name="connsiteY16" fmla="*/ 772305 h 797124"/>
                <a:gd name="connsiteX17" fmla="*/ 666253 w 842814"/>
                <a:gd name="connsiteY17" fmla="*/ 772305 h 797124"/>
                <a:gd name="connsiteX18" fmla="*/ 666253 w 842814"/>
                <a:gd name="connsiteY18" fmla="*/ 796429 h 797124"/>
                <a:gd name="connsiteX19" fmla="*/ 642129 w 842814"/>
                <a:gd name="connsiteY19" fmla="*/ 796429 h 797124"/>
                <a:gd name="connsiteX20" fmla="*/ 597988 w 842814"/>
                <a:gd name="connsiteY20" fmla="*/ 772305 h 797124"/>
                <a:gd name="connsiteX21" fmla="*/ 622112 w 842814"/>
                <a:gd name="connsiteY21" fmla="*/ 772305 h 797124"/>
                <a:gd name="connsiteX22" fmla="*/ 622112 w 842814"/>
                <a:gd name="connsiteY22" fmla="*/ 796429 h 797124"/>
                <a:gd name="connsiteX23" fmla="*/ 597988 w 842814"/>
                <a:gd name="connsiteY23" fmla="*/ 796429 h 797124"/>
                <a:gd name="connsiteX24" fmla="*/ 221944 w 842814"/>
                <a:gd name="connsiteY24" fmla="*/ 772305 h 797124"/>
                <a:gd name="connsiteX25" fmla="*/ 246068 w 842814"/>
                <a:gd name="connsiteY25" fmla="*/ 772305 h 797124"/>
                <a:gd name="connsiteX26" fmla="*/ 246068 w 842814"/>
                <a:gd name="connsiteY26" fmla="*/ 796429 h 797124"/>
                <a:gd name="connsiteX27" fmla="*/ 221944 w 842814"/>
                <a:gd name="connsiteY27" fmla="*/ 796429 h 797124"/>
                <a:gd name="connsiteX28" fmla="*/ 177554 w 842814"/>
                <a:gd name="connsiteY28" fmla="*/ 772305 h 797124"/>
                <a:gd name="connsiteX29" fmla="*/ 201678 w 842814"/>
                <a:gd name="connsiteY29" fmla="*/ 772305 h 797124"/>
                <a:gd name="connsiteX30" fmla="*/ 201678 w 842814"/>
                <a:gd name="connsiteY30" fmla="*/ 796429 h 797124"/>
                <a:gd name="connsiteX31" fmla="*/ 177554 w 842814"/>
                <a:gd name="connsiteY31" fmla="*/ 796429 h 797124"/>
                <a:gd name="connsiteX32" fmla="*/ 133165 w 842814"/>
                <a:gd name="connsiteY32" fmla="*/ 772305 h 797124"/>
                <a:gd name="connsiteX33" fmla="*/ 157289 w 842814"/>
                <a:gd name="connsiteY33" fmla="*/ 772305 h 797124"/>
                <a:gd name="connsiteX34" fmla="*/ 157289 w 842814"/>
                <a:gd name="connsiteY34" fmla="*/ 796429 h 797124"/>
                <a:gd name="connsiteX35" fmla="*/ 133165 w 842814"/>
                <a:gd name="connsiteY35" fmla="*/ 796429 h 797124"/>
                <a:gd name="connsiteX36" fmla="*/ 88777 w 842814"/>
                <a:gd name="connsiteY36" fmla="*/ 772305 h 797124"/>
                <a:gd name="connsiteX37" fmla="*/ 112901 w 842814"/>
                <a:gd name="connsiteY37" fmla="*/ 772305 h 797124"/>
                <a:gd name="connsiteX38" fmla="*/ 112901 w 842814"/>
                <a:gd name="connsiteY38" fmla="*/ 796429 h 797124"/>
                <a:gd name="connsiteX39" fmla="*/ 88777 w 842814"/>
                <a:gd name="connsiteY39" fmla="*/ 796429 h 797124"/>
                <a:gd name="connsiteX40" fmla="*/ 44388 w 842814"/>
                <a:gd name="connsiteY40" fmla="*/ 772305 h 797124"/>
                <a:gd name="connsiteX41" fmla="*/ 68512 w 842814"/>
                <a:gd name="connsiteY41" fmla="*/ 772305 h 797124"/>
                <a:gd name="connsiteX42" fmla="*/ 68512 w 842814"/>
                <a:gd name="connsiteY42" fmla="*/ 796429 h 797124"/>
                <a:gd name="connsiteX43" fmla="*/ 44388 w 842814"/>
                <a:gd name="connsiteY43" fmla="*/ 796429 h 797124"/>
                <a:gd name="connsiteX44" fmla="*/ 0 w 842814"/>
                <a:gd name="connsiteY44" fmla="*/ 772305 h 797124"/>
                <a:gd name="connsiteX45" fmla="*/ 24124 w 842814"/>
                <a:gd name="connsiteY45" fmla="*/ 772305 h 797124"/>
                <a:gd name="connsiteX46" fmla="*/ 24124 w 842814"/>
                <a:gd name="connsiteY46" fmla="*/ 796429 h 797124"/>
                <a:gd name="connsiteX47" fmla="*/ 0 w 842814"/>
                <a:gd name="connsiteY47" fmla="*/ 796429 h 797124"/>
                <a:gd name="connsiteX48" fmla="*/ 818690 w 842814"/>
                <a:gd name="connsiteY48" fmla="*/ 729319 h 797124"/>
                <a:gd name="connsiteX49" fmla="*/ 842814 w 842814"/>
                <a:gd name="connsiteY49" fmla="*/ 729319 h 797124"/>
                <a:gd name="connsiteX50" fmla="*/ 842814 w 842814"/>
                <a:gd name="connsiteY50" fmla="*/ 753443 h 797124"/>
                <a:gd name="connsiteX51" fmla="*/ 818690 w 842814"/>
                <a:gd name="connsiteY51" fmla="*/ 753443 h 797124"/>
                <a:gd name="connsiteX52" fmla="*/ 0 w 842814"/>
                <a:gd name="connsiteY52" fmla="*/ 728856 h 797124"/>
                <a:gd name="connsiteX53" fmla="*/ 24124 w 842814"/>
                <a:gd name="connsiteY53" fmla="*/ 728856 h 797124"/>
                <a:gd name="connsiteX54" fmla="*/ 24124 w 842814"/>
                <a:gd name="connsiteY54" fmla="*/ 752980 h 797124"/>
                <a:gd name="connsiteX55" fmla="*/ 0 w 842814"/>
                <a:gd name="connsiteY55" fmla="*/ 752980 h 797124"/>
                <a:gd name="connsiteX56" fmla="*/ 818690 w 842814"/>
                <a:gd name="connsiteY56" fmla="*/ 685637 h 797124"/>
                <a:gd name="connsiteX57" fmla="*/ 842814 w 842814"/>
                <a:gd name="connsiteY57" fmla="*/ 685637 h 797124"/>
                <a:gd name="connsiteX58" fmla="*/ 842814 w 842814"/>
                <a:gd name="connsiteY58" fmla="*/ 709761 h 797124"/>
                <a:gd name="connsiteX59" fmla="*/ 818690 w 842814"/>
                <a:gd name="connsiteY59" fmla="*/ 709761 h 797124"/>
                <a:gd name="connsiteX60" fmla="*/ 0 w 842814"/>
                <a:gd name="connsiteY60" fmla="*/ 685406 h 797124"/>
                <a:gd name="connsiteX61" fmla="*/ 24124 w 842814"/>
                <a:gd name="connsiteY61" fmla="*/ 685406 h 797124"/>
                <a:gd name="connsiteX62" fmla="*/ 24124 w 842814"/>
                <a:gd name="connsiteY62" fmla="*/ 709530 h 797124"/>
                <a:gd name="connsiteX63" fmla="*/ 0 w 842814"/>
                <a:gd name="connsiteY63" fmla="*/ 709530 h 797124"/>
                <a:gd name="connsiteX64" fmla="*/ 818690 w 842814"/>
                <a:gd name="connsiteY64" fmla="*/ 641956 h 797124"/>
                <a:gd name="connsiteX65" fmla="*/ 842814 w 842814"/>
                <a:gd name="connsiteY65" fmla="*/ 641956 h 797124"/>
                <a:gd name="connsiteX66" fmla="*/ 842814 w 842814"/>
                <a:gd name="connsiteY66" fmla="*/ 666080 h 797124"/>
                <a:gd name="connsiteX67" fmla="*/ 818690 w 842814"/>
                <a:gd name="connsiteY67" fmla="*/ 666080 h 797124"/>
                <a:gd name="connsiteX68" fmla="*/ 0 w 842814"/>
                <a:gd name="connsiteY68" fmla="*/ 641956 h 797124"/>
                <a:gd name="connsiteX69" fmla="*/ 24124 w 842814"/>
                <a:gd name="connsiteY69" fmla="*/ 641956 h 797124"/>
                <a:gd name="connsiteX70" fmla="*/ 24124 w 842814"/>
                <a:gd name="connsiteY70" fmla="*/ 666080 h 797124"/>
                <a:gd name="connsiteX71" fmla="*/ 0 w 842814"/>
                <a:gd name="connsiteY71" fmla="*/ 666080 h 797124"/>
                <a:gd name="connsiteX72" fmla="*/ 388115 w 842814"/>
                <a:gd name="connsiteY72" fmla="*/ 365271 h 797124"/>
                <a:gd name="connsiteX73" fmla="*/ 454698 w 842814"/>
                <a:gd name="connsiteY73" fmla="*/ 365271 h 797124"/>
                <a:gd name="connsiteX74" fmla="*/ 454698 w 842814"/>
                <a:gd name="connsiteY74" fmla="*/ 431854 h 797124"/>
                <a:gd name="connsiteX75" fmla="*/ 388115 w 842814"/>
                <a:gd name="connsiteY75" fmla="*/ 431854 h 797124"/>
                <a:gd name="connsiteX76" fmla="*/ 818690 w 842814"/>
                <a:gd name="connsiteY76" fmla="*/ 132734 h 797124"/>
                <a:gd name="connsiteX77" fmla="*/ 842814 w 842814"/>
                <a:gd name="connsiteY77" fmla="*/ 132734 h 797124"/>
                <a:gd name="connsiteX78" fmla="*/ 842814 w 842814"/>
                <a:gd name="connsiteY78" fmla="*/ 156858 h 797124"/>
                <a:gd name="connsiteX79" fmla="*/ 818690 w 842814"/>
                <a:gd name="connsiteY79" fmla="*/ 156858 h 797124"/>
                <a:gd name="connsiteX80" fmla="*/ 0 w 842814"/>
                <a:gd name="connsiteY80" fmla="*/ 132734 h 797124"/>
                <a:gd name="connsiteX81" fmla="*/ 24124 w 842814"/>
                <a:gd name="connsiteY81" fmla="*/ 132734 h 797124"/>
                <a:gd name="connsiteX82" fmla="*/ 24124 w 842814"/>
                <a:gd name="connsiteY82" fmla="*/ 156858 h 797124"/>
                <a:gd name="connsiteX83" fmla="*/ 0 w 842814"/>
                <a:gd name="connsiteY83" fmla="*/ 156858 h 797124"/>
                <a:gd name="connsiteX84" fmla="*/ 818690 w 842814"/>
                <a:gd name="connsiteY84" fmla="*/ 88722 h 797124"/>
                <a:gd name="connsiteX85" fmla="*/ 842814 w 842814"/>
                <a:gd name="connsiteY85" fmla="*/ 88722 h 797124"/>
                <a:gd name="connsiteX86" fmla="*/ 842814 w 842814"/>
                <a:gd name="connsiteY86" fmla="*/ 112846 h 797124"/>
                <a:gd name="connsiteX87" fmla="*/ 818690 w 842814"/>
                <a:gd name="connsiteY87" fmla="*/ 112846 h 797124"/>
                <a:gd name="connsiteX88" fmla="*/ 0 w 842814"/>
                <a:gd name="connsiteY88" fmla="*/ 88722 h 797124"/>
                <a:gd name="connsiteX89" fmla="*/ 24124 w 842814"/>
                <a:gd name="connsiteY89" fmla="*/ 88722 h 797124"/>
                <a:gd name="connsiteX90" fmla="*/ 24124 w 842814"/>
                <a:gd name="connsiteY90" fmla="*/ 112846 h 797124"/>
                <a:gd name="connsiteX91" fmla="*/ 0 w 842814"/>
                <a:gd name="connsiteY91" fmla="*/ 112846 h 797124"/>
                <a:gd name="connsiteX92" fmla="*/ 818690 w 842814"/>
                <a:gd name="connsiteY92" fmla="*/ 44709 h 797124"/>
                <a:gd name="connsiteX93" fmla="*/ 842814 w 842814"/>
                <a:gd name="connsiteY93" fmla="*/ 44709 h 797124"/>
                <a:gd name="connsiteX94" fmla="*/ 842814 w 842814"/>
                <a:gd name="connsiteY94" fmla="*/ 68833 h 797124"/>
                <a:gd name="connsiteX95" fmla="*/ 818690 w 842814"/>
                <a:gd name="connsiteY95" fmla="*/ 68833 h 797124"/>
                <a:gd name="connsiteX96" fmla="*/ 0 w 842814"/>
                <a:gd name="connsiteY96" fmla="*/ 44709 h 797124"/>
                <a:gd name="connsiteX97" fmla="*/ 24124 w 842814"/>
                <a:gd name="connsiteY97" fmla="*/ 44709 h 797124"/>
                <a:gd name="connsiteX98" fmla="*/ 24124 w 842814"/>
                <a:gd name="connsiteY98" fmla="*/ 68833 h 797124"/>
                <a:gd name="connsiteX99" fmla="*/ 0 w 842814"/>
                <a:gd name="connsiteY99" fmla="*/ 68833 h 797124"/>
                <a:gd name="connsiteX100" fmla="*/ 818690 w 842814"/>
                <a:gd name="connsiteY100" fmla="*/ 0 h 797124"/>
                <a:gd name="connsiteX101" fmla="*/ 842814 w 842814"/>
                <a:gd name="connsiteY101" fmla="*/ 0 h 797124"/>
                <a:gd name="connsiteX102" fmla="*/ 842814 w 842814"/>
                <a:gd name="connsiteY102" fmla="*/ 24124 h 797124"/>
                <a:gd name="connsiteX103" fmla="*/ 818690 w 842814"/>
                <a:gd name="connsiteY103" fmla="*/ 24124 h 797124"/>
                <a:gd name="connsiteX104" fmla="*/ 774550 w 842814"/>
                <a:gd name="connsiteY104" fmla="*/ 0 h 797124"/>
                <a:gd name="connsiteX105" fmla="*/ 798674 w 842814"/>
                <a:gd name="connsiteY105" fmla="*/ 0 h 797124"/>
                <a:gd name="connsiteX106" fmla="*/ 798674 w 842814"/>
                <a:gd name="connsiteY106" fmla="*/ 24124 h 797124"/>
                <a:gd name="connsiteX107" fmla="*/ 774550 w 842814"/>
                <a:gd name="connsiteY107" fmla="*/ 24124 h 797124"/>
                <a:gd name="connsiteX108" fmla="*/ 730409 w 842814"/>
                <a:gd name="connsiteY108" fmla="*/ 0 h 797124"/>
                <a:gd name="connsiteX109" fmla="*/ 754533 w 842814"/>
                <a:gd name="connsiteY109" fmla="*/ 0 h 797124"/>
                <a:gd name="connsiteX110" fmla="*/ 754533 w 842814"/>
                <a:gd name="connsiteY110" fmla="*/ 24124 h 797124"/>
                <a:gd name="connsiteX111" fmla="*/ 730409 w 842814"/>
                <a:gd name="connsiteY111" fmla="*/ 24124 h 797124"/>
                <a:gd name="connsiteX112" fmla="*/ 686269 w 842814"/>
                <a:gd name="connsiteY112" fmla="*/ 0 h 797124"/>
                <a:gd name="connsiteX113" fmla="*/ 710393 w 842814"/>
                <a:gd name="connsiteY113" fmla="*/ 0 h 797124"/>
                <a:gd name="connsiteX114" fmla="*/ 710393 w 842814"/>
                <a:gd name="connsiteY114" fmla="*/ 24124 h 797124"/>
                <a:gd name="connsiteX115" fmla="*/ 686269 w 842814"/>
                <a:gd name="connsiteY115" fmla="*/ 24124 h 797124"/>
                <a:gd name="connsiteX116" fmla="*/ 642129 w 842814"/>
                <a:gd name="connsiteY116" fmla="*/ 0 h 797124"/>
                <a:gd name="connsiteX117" fmla="*/ 666253 w 842814"/>
                <a:gd name="connsiteY117" fmla="*/ 0 h 797124"/>
                <a:gd name="connsiteX118" fmla="*/ 666253 w 842814"/>
                <a:gd name="connsiteY118" fmla="*/ 24124 h 797124"/>
                <a:gd name="connsiteX119" fmla="*/ 642129 w 842814"/>
                <a:gd name="connsiteY119" fmla="*/ 24124 h 797124"/>
                <a:gd name="connsiteX120" fmla="*/ 597988 w 842814"/>
                <a:gd name="connsiteY120" fmla="*/ 0 h 797124"/>
                <a:gd name="connsiteX121" fmla="*/ 622112 w 842814"/>
                <a:gd name="connsiteY121" fmla="*/ 0 h 797124"/>
                <a:gd name="connsiteX122" fmla="*/ 622112 w 842814"/>
                <a:gd name="connsiteY122" fmla="*/ 24124 h 797124"/>
                <a:gd name="connsiteX123" fmla="*/ 597988 w 842814"/>
                <a:gd name="connsiteY123" fmla="*/ 24124 h 797124"/>
                <a:gd name="connsiteX124" fmla="*/ 221944 w 842814"/>
                <a:gd name="connsiteY124" fmla="*/ 0 h 797124"/>
                <a:gd name="connsiteX125" fmla="*/ 246068 w 842814"/>
                <a:gd name="connsiteY125" fmla="*/ 0 h 797124"/>
                <a:gd name="connsiteX126" fmla="*/ 246068 w 842814"/>
                <a:gd name="connsiteY126" fmla="*/ 24124 h 797124"/>
                <a:gd name="connsiteX127" fmla="*/ 221944 w 842814"/>
                <a:gd name="connsiteY127" fmla="*/ 24124 h 797124"/>
                <a:gd name="connsiteX128" fmla="*/ 177556 w 842814"/>
                <a:gd name="connsiteY128" fmla="*/ 0 h 797124"/>
                <a:gd name="connsiteX129" fmla="*/ 201680 w 842814"/>
                <a:gd name="connsiteY129" fmla="*/ 0 h 797124"/>
                <a:gd name="connsiteX130" fmla="*/ 201680 w 842814"/>
                <a:gd name="connsiteY130" fmla="*/ 24124 h 797124"/>
                <a:gd name="connsiteX131" fmla="*/ 177556 w 842814"/>
                <a:gd name="connsiteY131" fmla="*/ 24124 h 797124"/>
                <a:gd name="connsiteX132" fmla="*/ 133167 w 842814"/>
                <a:gd name="connsiteY132" fmla="*/ 0 h 797124"/>
                <a:gd name="connsiteX133" fmla="*/ 157291 w 842814"/>
                <a:gd name="connsiteY133" fmla="*/ 0 h 797124"/>
                <a:gd name="connsiteX134" fmla="*/ 157291 w 842814"/>
                <a:gd name="connsiteY134" fmla="*/ 24124 h 797124"/>
                <a:gd name="connsiteX135" fmla="*/ 133167 w 842814"/>
                <a:gd name="connsiteY135" fmla="*/ 24124 h 797124"/>
                <a:gd name="connsiteX136" fmla="*/ 88778 w 842814"/>
                <a:gd name="connsiteY136" fmla="*/ 0 h 797124"/>
                <a:gd name="connsiteX137" fmla="*/ 112902 w 842814"/>
                <a:gd name="connsiteY137" fmla="*/ 0 h 797124"/>
                <a:gd name="connsiteX138" fmla="*/ 112902 w 842814"/>
                <a:gd name="connsiteY138" fmla="*/ 24124 h 797124"/>
                <a:gd name="connsiteX139" fmla="*/ 88778 w 842814"/>
                <a:gd name="connsiteY139" fmla="*/ 24124 h 797124"/>
                <a:gd name="connsiteX140" fmla="*/ 44389 w 842814"/>
                <a:gd name="connsiteY140" fmla="*/ 0 h 797124"/>
                <a:gd name="connsiteX141" fmla="*/ 68513 w 842814"/>
                <a:gd name="connsiteY141" fmla="*/ 0 h 797124"/>
                <a:gd name="connsiteX142" fmla="*/ 68513 w 842814"/>
                <a:gd name="connsiteY142" fmla="*/ 24124 h 797124"/>
                <a:gd name="connsiteX143" fmla="*/ 44389 w 842814"/>
                <a:gd name="connsiteY143" fmla="*/ 24124 h 797124"/>
                <a:gd name="connsiteX144" fmla="*/ 0 w 842814"/>
                <a:gd name="connsiteY144" fmla="*/ 0 h 797124"/>
                <a:gd name="connsiteX145" fmla="*/ 24124 w 842814"/>
                <a:gd name="connsiteY145" fmla="*/ 0 h 797124"/>
                <a:gd name="connsiteX146" fmla="*/ 24124 w 842814"/>
                <a:gd name="connsiteY146" fmla="*/ 24124 h 797124"/>
                <a:gd name="connsiteX147" fmla="*/ 0 w 842814"/>
                <a:gd name="connsiteY147" fmla="*/ 24124 h 797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42814" h="797124">
                  <a:moveTo>
                    <a:pt x="818690" y="773000"/>
                  </a:moveTo>
                  <a:lnTo>
                    <a:pt x="842814" y="773000"/>
                  </a:lnTo>
                  <a:lnTo>
                    <a:pt x="842814" y="797124"/>
                  </a:lnTo>
                  <a:lnTo>
                    <a:pt x="818690" y="797124"/>
                  </a:lnTo>
                  <a:close/>
                  <a:moveTo>
                    <a:pt x="774550" y="772305"/>
                  </a:moveTo>
                  <a:lnTo>
                    <a:pt x="798674" y="772305"/>
                  </a:lnTo>
                  <a:lnTo>
                    <a:pt x="798674" y="796429"/>
                  </a:lnTo>
                  <a:lnTo>
                    <a:pt x="774550" y="796429"/>
                  </a:lnTo>
                  <a:close/>
                  <a:moveTo>
                    <a:pt x="730409" y="772305"/>
                  </a:moveTo>
                  <a:lnTo>
                    <a:pt x="754533" y="772305"/>
                  </a:lnTo>
                  <a:lnTo>
                    <a:pt x="754533" y="796429"/>
                  </a:lnTo>
                  <a:lnTo>
                    <a:pt x="730409" y="796429"/>
                  </a:lnTo>
                  <a:close/>
                  <a:moveTo>
                    <a:pt x="686269" y="772305"/>
                  </a:moveTo>
                  <a:lnTo>
                    <a:pt x="710393" y="772305"/>
                  </a:lnTo>
                  <a:lnTo>
                    <a:pt x="710393" y="796429"/>
                  </a:lnTo>
                  <a:lnTo>
                    <a:pt x="686269" y="796429"/>
                  </a:lnTo>
                  <a:close/>
                  <a:moveTo>
                    <a:pt x="642129" y="772305"/>
                  </a:moveTo>
                  <a:lnTo>
                    <a:pt x="666253" y="772305"/>
                  </a:lnTo>
                  <a:lnTo>
                    <a:pt x="666253" y="796429"/>
                  </a:lnTo>
                  <a:lnTo>
                    <a:pt x="642129" y="796429"/>
                  </a:lnTo>
                  <a:close/>
                  <a:moveTo>
                    <a:pt x="597988" y="772305"/>
                  </a:moveTo>
                  <a:lnTo>
                    <a:pt x="622112" y="772305"/>
                  </a:lnTo>
                  <a:lnTo>
                    <a:pt x="622112" y="796429"/>
                  </a:lnTo>
                  <a:lnTo>
                    <a:pt x="597988" y="796429"/>
                  </a:lnTo>
                  <a:close/>
                  <a:moveTo>
                    <a:pt x="221944" y="772305"/>
                  </a:moveTo>
                  <a:lnTo>
                    <a:pt x="246068" y="772305"/>
                  </a:lnTo>
                  <a:lnTo>
                    <a:pt x="246068" y="796429"/>
                  </a:lnTo>
                  <a:lnTo>
                    <a:pt x="221944" y="796429"/>
                  </a:lnTo>
                  <a:close/>
                  <a:moveTo>
                    <a:pt x="177554" y="772305"/>
                  </a:moveTo>
                  <a:lnTo>
                    <a:pt x="201678" y="772305"/>
                  </a:lnTo>
                  <a:lnTo>
                    <a:pt x="201678" y="796429"/>
                  </a:lnTo>
                  <a:lnTo>
                    <a:pt x="177554" y="796429"/>
                  </a:lnTo>
                  <a:close/>
                  <a:moveTo>
                    <a:pt x="133165" y="772305"/>
                  </a:moveTo>
                  <a:lnTo>
                    <a:pt x="157289" y="772305"/>
                  </a:lnTo>
                  <a:lnTo>
                    <a:pt x="157289" y="796429"/>
                  </a:lnTo>
                  <a:lnTo>
                    <a:pt x="133165" y="796429"/>
                  </a:lnTo>
                  <a:close/>
                  <a:moveTo>
                    <a:pt x="88777" y="772305"/>
                  </a:moveTo>
                  <a:lnTo>
                    <a:pt x="112901" y="772305"/>
                  </a:lnTo>
                  <a:lnTo>
                    <a:pt x="112901" y="796429"/>
                  </a:lnTo>
                  <a:lnTo>
                    <a:pt x="88777" y="796429"/>
                  </a:lnTo>
                  <a:close/>
                  <a:moveTo>
                    <a:pt x="44388" y="772305"/>
                  </a:moveTo>
                  <a:lnTo>
                    <a:pt x="68512" y="772305"/>
                  </a:lnTo>
                  <a:lnTo>
                    <a:pt x="68512" y="796429"/>
                  </a:lnTo>
                  <a:lnTo>
                    <a:pt x="44388" y="796429"/>
                  </a:lnTo>
                  <a:close/>
                  <a:moveTo>
                    <a:pt x="0" y="772305"/>
                  </a:moveTo>
                  <a:lnTo>
                    <a:pt x="24124" y="772305"/>
                  </a:lnTo>
                  <a:lnTo>
                    <a:pt x="24124" y="796429"/>
                  </a:lnTo>
                  <a:lnTo>
                    <a:pt x="0" y="796429"/>
                  </a:lnTo>
                  <a:close/>
                  <a:moveTo>
                    <a:pt x="818690" y="729319"/>
                  </a:moveTo>
                  <a:lnTo>
                    <a:pt x="842814" y="729319"/>
                  </a:lnTo>
                  <a:lnTo>
                    <a:pt x="842814" y="753443"/>
                  </a:lnTo>
                  <a:lnTo>
                    <a:pt x="818690" y="753443"/>
                  </a:lnTo>
                  <a:close/>
                  <a:moveTo>
                    <a:pt x="0" y="728856"/>
                  </a:moveTo>
                  <a:lnTo>
                    <a:pt x="24124" y="728856"/>
                  </a:lnTo>
                  <a:lnTo>
                    <a:pt x="24124" y="752980"/>
                  </a:lnTo>
                  <a:lnTo>
                    <a:pt x="0" y="752980"/>
                  </a:lnTo>
                  <a:close/>
                  <a:moveTo>
                    <a:pt x="818690" y="685637"/>
                  </a:moveTo>
                  <a:lnTo>
                    <a:pt x="842814" y="685637"/>
                  </a:lnTo>
                  <a:lnTo>
                    <a:pt x="842814" y="709761"/>
                  </a:lnTo>
                  <a:lnTo>
                    <a:pt x="818690" y="709761"/>
                  </a:lnTo>
                  <a:close/>
                  <a:moveTo>
                    <a:pt x="0" y="685406"/>
                  </a:moveTo>
                  <a:lnTo>
                    <a:pt x="24124" y="685406"/>
                  </a:lnTo>
                  <a:lnTo>
                    <a:pt x="24124" y="709530"/>
                  </a:lnTo>
                  <a:lnTo>
                    <a:pt x="0" y="709530"/>
                  </a:lnTo>
                  <a:close/>
                  <a:moveTo>
                    <a:pt x="818690" y="641956"/>
                  </a:moveTo>
                  <a:lnTo>
                    <a:pt x="842814" y="641956"/>
                  </a:lnTo>
                  <a:lnTo>
                    <a:pt x="842814" y="666080"/>
                  </a:lnTo>
                  <a:lnTo>
                    <a:pt x="818690" y="666080"/>
                  </a:lnTo>
                  <a:close/>
                  <a:moveTo>
                    <a:pt x="0" y="641956"/>
                  </a:moveTo>
                  <a:lnTo>
                    <a:pt x="24124" y="641956"/>
                  </a:lnTo>
                  <a:lnTo>
                    <a:pt x="24124" y="666080"/>
                  </a:lnTo>
                  <a:lnTo>
                    <a:pt x="0" y="666080"/>
                  </a:lnTo>
                  <a:close/>
                  <a:moveTo>
                    <a:pt x="388115" y="365271"/>
                  </a:moveTo>
                  <a:lnTo>
                    <a:pt x="454698" y="365271"/>
                  </a:lnTo>
                  <a:lnTo>
                    <a:pt x="454698" y="431854"/>
                  </a:lnTo>
                  <a:lnTo>
                    <a:pt x="388115" y="431854"/>
                  </a:lnTo>
                  <a:close/>
                  <a:moveTo>
                    <a:pt x="818690" y="132734"/>
                  </a:moveTo>
                  <a:lnTo>
                    <a:pt x="842814" y="132734"/>
                  </a:lnTo>
                  <a:lnTo>
                    <a:pt x="842814" y="156858"/>
                  </a:lnTo>
                  <a:lnTo>
                    <a:pt x="818690" y="156858"/>
                  </a:lnTo>
                  <a:close/>
                  <a:moveTo>
                    <a:pt x="0" y="132734"/>
                  </a:moveTo>
                  <a:lnTo>
                    <a:pt x="24124" y="132734"/>
                  </a:lnTo>
                  <a:lnTo>
                    <a:pt x="24124" y="156858"/>
                  </a:lnTo>
                  <a:lnTo>
                    <a:pt x="0" y="156858"/>
                  </a:lnTo>
                  <a:close/>
                  <a:moveTo>
                    <a:pt x="818690" y="88722"/>
                  </a:moveTo>
                  <a:lnTo>
                    <a:pt x="842814" y="88722"/>
                  </a:lnTo>
                  <a:lnTo>
                    <a:pt x="842814" y="112846"/>
                  </a:lnTo>
                  <a:lnTo>
                    <a:pt x="818690" y="112846"/>
                  </a:lnTo>
                  <a:close/>
                  <a:moveTo>
                    <a:pt x="0" y="88722"/>
                  </a:moveTo>
                  <a:lnTo>
                    <a:pt x="24124" y="88722"/>
                  </a:lnTo>
                  <a:lnTo>
                    <a:pt x="24124" y="112846"/>
                  </a:lnTo>
                  <a:lnTo>
                    <a:pt x="0" y="112846"/>
                  </a:lnTo>
                  <a:close/>
                  <a:moveTo>
                    <a:pt x="818690" y="44709"/>
                  </a:moveTo>
                  <a:lnTo>
                    <a:pt x="842814" y="44709"/>
                  </a:lnTo>
                  <a:lnTo>
                    <a:pt x="842814" y="68833"/>
                  </a:lnTo>
                  <a:lnTo>
                    <a:pt x="818690" y="68833"/>
                  </a:lnTo>
                  <a:close/>
                  <a:moveTo>
                    <a:pt x="0" y="44709"/>
                  </a:moveTo>
                  <a:lnTo>
                    <a:pt x="24124" y="44709"/>
                  </a:lnTo>
                  <a:lnTo>
                    <a:pt x="24124" y="68833"/>
                  </a:lnTo>
                  <a:lnTo>
                    <a:pt x="0" y="68833"/>
                  </a:lnTo>
                  <a:close/>
                  <a:moveTo>
                    <a:pt x="818690" y="0"/>
                  </a:moveTo>
                  <a:lnTo>
                    <a:pt x="842814" y="0"/>
                  </a:lnTo>
                  <a:lnTo>
                    <a:pt x="842814" y="24124"/>
                  </a:lnTo>
                  <a:lnTo>
                    <a:pt x="818690" y="24124"/>
                  </a:lnTo>
                  <a:close/>
                  <a:moveTo>
                    <a:pt x="774550" y="0"/>
                  </a:moveTo>
                  <a:lnTo>
                    <a:pt x="798674" y="0"/>
                  </a:lnTo>
                  <a:lnTo>
                    <a:pt x="798674" y="24124"/>
                  </a:lnTo>
                  <a:lnTo>
                    <a:pt x="774550" y="24124"/>
                  </a:lnTo>
                  <a:close/>
                  <a:moveTo>
                    <a:pt x="730409" y="0"/>
                  </a:moveTo>
                  <a:lnTo>
                    <a:pt x="754533" y="0"/>
                  </a:lnTo>
                  <a:lnTo>
                    <a:pt x="754533" y="24124"/>
                  </a:lnTo>
                  <a:lnTo>
                    <a:pt x="730409" y="24124"/>
                  </a:lnTo>
                  <a:close/>
                  <a:moveTo>
                    <a:pt x="686269" y="0"/>
                  </a:moveTo>
                  <a:lnTo>
                    <a:pt x="710393" y="0"/>
                  </a:lnTo>
                  <a:lnTo>
                    <a:pt x="710393" y="24124"/>
                  </a:lnTo>
                  <a:lnTo>
                    <a:pt x="686269" y="24124"/>
                  </a:lnTo>
                  <a:close/>
                  <a:moveTo>
                    <a:pt x="642129" y="0"/>
                  </a:moveTo>
                  <a:lnTo>
                    <a:pt x="666253" y="0"/>
                  </a:lnTo>
                  <a:lnTo>
                    <a:pt x="666253" y="24124"/>
                  </a:lnTo>
                  <a:lnTo>
                    <a:pt x="642129" y="24124"/>
                  </a:lnTo>
                  <a:close/>
                  <a:moveTo>
                    <a:pt x="597988" y="0"/>
                  </a:moveTo>
                  <a:lnTo>
                    <a:pt x="622112" y="0"/>
                  </a:lnTo>
                  <a:lnTo>
                    <a:pt x="622112" y="24124"/>
                  </a:lnTo>
                  <a:lnTo>
                    <a:pt x="597988" y="24124"/>
                  </a:lnTo>
                  <a:close/>
                  <a:moveTo>
                    <a:pt x="221944" y="0"/>
                  </a:moveTo>
                  <a:lnTo>
                    <a:pt x="246068" y="0"/>
                  </a:lnTo>
                  <a:lnTo>
                    <a:pt x="246068" y="24124"/>
                  </a:lnTo>
                  <a:lnTo>
                    <a:pt x="221944" y="24124"/>
                  </a:lnTo>
                  <a:close/>
                  <a:moveTo>
                    <a:pt x="177556" y="0"/>
                  </a:moveTo>
                  <a:lnTo>
                    <a:pt x="201680" y="0"/>
                  </a:lnTo>
                  <a:lnTo>
                    <a:pt x="201680" y="24124"/>
                  </a:lnTo>
                  <a:lnTo>
                    <a:pt x="177556" y="24124"/>
                  </a:lnTo>
                  <a:close/>
                  <a:moveTo>
                    <a:pt x="133167" y="0"/>
                  </a:moveTo>
                  <a:lnTo>
                    <a:pt x="157291" y="0"/>
                  </a:lnTo>
                  <a:lnTo>
                    <a:pt x="157291" y="24124"/>
                  </a:lnTo>
                  <a:lnTo>
                    <a:pt x="133167" y="24124"/>
                  </a:lnTo>
                  <a:close/>
                  <a:moveTo>
                    <a:pt x="88778" y="0"/>
                  </a:moveTo>
                  <a:lnTo>
                    <a:pt x="112902" y="0"/>
                  </a:lnTo>
                  <a:lnTo>
                    <a:pt x="112902" y="24124"/>
                  </a:lnTo>
                  <a:lnTo>
                    <a:pt x="88778" y="24124"/>
                  </a:lnTo>
                  <a:close/>
                  <a:moveTo>
                    <a:pt x="44389" y="0"/>
                  </a:moveTo>
                  <a:lnTo>
                    <a:pt x="68513" y="0"/>
                  </a:lnTo>
                  <a:lnTo>
                    <a:pt x="68513" y="24124"/>
                  </a:lnTo>
                  <a:lnTo>
                    <a:pt x="44389" y="24124"/>
                  </a:lnTo>
                  <a:close/>
                  <a:moveTo>
                    <a:pt x="0" y="0"/>
                  </a:moveTo>
                  <a:lnTo>
                    <a:pt x="24124" y="0"/>
                  </a:lnTo>
                  <a:lnTo>
                    <a:pt x="24124" y="24124"/>
                  </a:lnTo>
                  <a:lnTo>
                    <a:pt x="0" y="24124"/>
                  </a:lnTo>
                  <a:close/>
                </a:path>
              </a:pathLst>
            </a:cu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902" name="Group 901">
            <a:extLst>
              <a:ext uri="{FF2B5EF4-FFF2-40B4-BE49-F238E27FC236}">
                <a16:creationId xmlns:a16="http://schemas.microsoft.com/office/drawing/2014/main" id="{168659E8-0C7B-4572-F58A-93AC4C05387C}"/>
              </a:ext>
              <a:ext uri="{C183D7F6-B498-43B3-948B-1728B52AA6E4}">
                <adec:decorative xmlns:adec="http://schemas.microsoft.com/office/drawing/2017/decorative" val="1"/>
              </a:ext>
            </a:extLst>
          </p:cNvPr>
          <p:cNvGrpSpPr>
            <a:grpSpLocks noChangeAspect="1"/>
          </p:cNvGrpSpPr>
          <p:nvPr/>
        </p:nvGrpSpPr>
        <p:grpSpPr>
          <a:xfrm>
            <a:off x="10033573" y="2223703"/>
            <a:ext cx="401014" cy="457200"/>
            <a:chOff x="10033573" y="2223703"/>
            <a:chExt cx="401014" cy="457200"/>
          </a:xfrm>
          <a:solidFill>
            <a:srgbClr val="FF0000"/>
          </a:solidFill>
        </p:grpSpPr>
        <p:sp>
          <p:nvSpPr>
            <p:cNvPr id="21" name="Freeform: Shape 20">
              <a:extLst>
                <a:ext uri="{FF2B5EF4-FFF2-40B4-BE49-F238E27FC236}">
                  <a16:creationId xmlns:a16="http://schemas.microsoft.com/office/drawing/2014/main" id="{60EB0A3E-19D3-5FAF-8A15-2AFCABB190E2}"/>
                </a:ext>
                <a:ext uri="{C183D7F6-B498-43B3-948B-1728B52AA6E4}">
                  <adec:decorative xmlns:adec="http://schemas.microsoft.com/office/drawing/2017/decorative" val="1"/>
                </a:ext>
              </a:extLst>
            </p:cNvPr>
            <p:cNvSpPr/>
            <p:nvPr/>
          </p:nvSpPr>
          <p:spPr>
            <a:xfrm>
              <a:off x="10040235" y="2230280"/>
              <a:ext cx="394352" cy="450623"/>
            </a:xfrm>
            <a:custGeom>
              <a:avLst/>
              <a:gdLst>
                <a:gd name="connsiteX0" fmla="*/ 464813 w 619706"/>
                <a:gd name="connsiteY0" fmla="*/ 542521 h 708133"/>
                <a:gd name="connsiteX1" fmla="*/ 464813 w 619706"/>
                <a:gd name="connsiteY1" fmla="*/ 635776 h 708133"/>
                <a:gd name="connsiteX2" fmla="*/ 492051 w 619706"/>
                <a:gd name="connsiteY2" fmla="*/ 608429 h 708133"/>
                <a:gd name="connsiteX3" fmla="*/ 556579 w 619706"/>
                <a:gd name="connsiteY3" fmla="*/ 542521 h 708133"/>
                <a:gd name="connsiteX4" fmla="*/ 464813 w 619706"/>
                <a:gd name="connsiteY4" fmla="*/ 542521 h 708133"/>
                <a:gd name="connsiteX5" fmla="*/ 88101 w 619706"/>
                <a:gd name="connsiteY5" fmla="*/ 0 h 708133"/>
                <a:gd name="connsiteX6" fmla="*/ 251460 w 619706"/>
                <a:gd name="connsiteY6" fmla="*/ 41 h 708133"/>
                <a:gd name="connsiteX7" fmla="*/ 595149 w 619706"/>
                <a:gd name="connsiteY7" fmla="*/ 65 h 708133"/>
                <a:gd name="connsiteX8" fmla="*/ 618582 w 619706"/>
                <a:gd name="connsiteY8" fmla="*/ 14509 h 708133"/>
                <a:gd name="connsiteX9" fmla="*/ 619674 w 619706"/>
                <a:gd name="connsiteY9" fmla="*/ 20078 h 708133"/>
                <a:gd name="connsiteX10" fmla="*/ 619606 w 619706"/>
                <a:gd name="connsiteY10" fmla="*/ 540030 h 708133"/>
                <a:gd name="connsiteX11" fmla="*/ 616921 w 619706"/>
                <a:gd name="connsiteY11" fmla="*/ 546261 h 708133"/>
                <a:gd name="connsiteX12" fmla="*/ 611803 w 619706"/>
                <a:gd name="connsiteY12" fmla="*/ 551530 h 708133"/>
                <a:gd name="connsiteX13" fmla="*/ 526668 w 619706"/>
                <a:gd name="connsiteY13" fmla="*/ 637663 h 708133"/>
                <a:gd name="connsiteX14" fmla="*/ 474171 w 619706"/>
                <a:gd name="connsiteY14" fmla="*/ 691165 h 708133"/>
                <a:gd name="connsiteX15" fmla="*/ 469891 w 619706"/>
                <a:gd name="connsiteY15" fmla="*/ 696371 h 708133"/>
                <a:gd name="connsiteX16" fmla="*/ 443287 w 619706"/>
                <a:gd name="connsiteY16" fmla="*/ 708108 h 708133"/>
                <a:gd name="connsiteX17" fmla="*/ 24478 w 619706"/>
                <a:gd name="connsiteY17" fmla="*/ 708133 h 708133"/>
                <a:gd name="connsiteX18" fmla="*/ 54 w 619706"/>
                <a:gd name="connsiteY18" fmla="*/ 684437 h 708133"/>
                <a:gd name="connsiteX19" fmla="*/ 39 w 619706"/>
                <a:gd name="connsiteY19" fmla="*/ 680510 h 708133"/>
                <a:gd name="connsiteX20" fmla="*/ 458 w 619706"/>
                <a:gd name="connsiteY20" fmla="*/ 88118 h 708133"/>
                <a:gd name="connsiteX21" fmla="*/ 45233 w 619706"/>
                <a:gd name="connsiteY21" fmla="*/ 88118 h 708133"/>
                <a:gd name="connsiteX22" fmla="*/ 45218 w 619706"/>
                <a:gd name="connsiteY22" fmla="*/ 662598 h 708133"/>
                <a:gd name="connsiteX23" fmla="*/ 419649 w 619706"/>
                <a:gd name="connsiteY23" fmla="*/ 662598 h 708133"/>
                <a:gd name="connsiteX24" fmla="*/ 419649 w 619706"/>
                <a:gd name="connsiteY24" fmla="*/ 496804 h 708133"/>
                <a:gd name="connsiteX25" fmla="*/ 574287 w 619706"/>
                <a:gd name="connsiteY25" fmla="*/ 496804 h 708133"/>
                <a:gd name="connsiteX26" fmla="*/ 574287 w 619706"/>
                <a:gd name="connsiteY26" fmla="*/ 45217 h 708133"/>
                <a:gd name="connsiteX27" fmla="*/ 568735 w 619706"/>
                <a:gd name="connsiteY27" fmla="*/ 45217 h 708133"/>
                <a:gd name="connsiteX28" fmla="*/ 88101 w 619706"/>
                <a:gd name="connsiteY28" fmla="*/ 45222 h 7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9706" h="708133">
                  <a:moveTo>
                    <a:pt x="464813" y="542521"/>
                  </a:moveTo>
                  <a:cubicBezTo>
                    <a:pt x="464813" y="573570"/>
                    <a:pt x="464813" y="604237"/>
                    <a:pt x="464813" y="635776"/>
                  </a:cubicBezTo>
                  <a:cubicBezTo>
                    <a:pt x="474104" y="626447"/>
                    <a:pt x="482832" y="617684"/>
                    <a:pt x="492051" y="608429"/>
                  </a:cubicBezTo>
                  <a:cubicBezTo>
                    <a:pt x="513533" y="586488"/>
                    <a:pt x="535014" y="564547"/>
                    <a:pt x="556579" y="542521"/>
                  </a:cubicBezTo>
                  <a:cubicBezTo>
                    <a:pt x="525645" y="542521"/>
                    <a:pt x="495149" y="542521"/>
                    <a:pt x="464813" y="542521"/>
                  </a:cubicBezTo>
                  <a:close/>
                  <a:moveTo>
                    <a:pt x="88101" y="0"/>
                  </a:moveTo>
                  <a:lnTo>
                    <a:pt x="251460" y="41"/>
                  </a:lnTo>
                  <a:cubicBezTo>
                    <a:pt x="366023" y="48"/>
                    <a:pt x="480586" y="29"/>
                    <a:pt x="595149" y="65"/>
                  </a:cubicBezTo>
                  <a:cubicBezTo>
                    <a:pt x="605831" y="69"/>
                    <a:pt x="614068" y="4436"/>
                    <a:pt x="618582" y="14509"/>
                  </a:cubicBezTo>
                  <a:cubicBezTo>
                    <a:pt x="619338" y="16197"/>
                    <a:pt x="619674" y="18214"/>
                    <a:pt x="619674" y="20078"/>
                  </a:cubicBezTo>
                  <a:cubicBezTo>
                    <a:pt x="619722" y="193396"/>
                    <a:pt x="619729" y="366713"/>
                    <a:pt x="619606" y="540030"/>
                  </a:cubicBezTo>
                  <a:cubicBezTo>
                    <a:pt x="619605" y="542126"/>
                    <a:pt x="618200" y="544425"/>
                    <a:pt x="616921" y="546261"/>
                  </a:cubicBezTo>
                  <a:cubicBezTo>
                    <a:pt x="615539" y="548243"/>
                    <a:pt x="613529" y="549785"/>
                    <a:pt x="611803" y="551530"/>
                  </a:cubicBezTo>
                  <a:cubicBezTo>
                    <a:pt x="583421" y="580238"/>
                    <a:pt x="555019" y="608925"/>
                    <a:pt x="526668" y="637663"/>
                  </a:cubicBezTo>
                  <a:cubicBezTo>
                    <a:pt x="509121" y="655450"/>
                    <a:pt x="491642" y="673304"/>
                    <a:pt x="474171" y="691165"/>
                  </a:cubicBezTo>
                  <a:cubicBezTo>
                    <a:pt x="472606" y="692765"/>
                    <a:pt x="471400" y="694710"/>
                    <a:pt x="469891" y="696371"/>
                  </a:cubicBezTo>
                  <a:cubicBezTo>
                    <a:pt x="459216" y="708119"/>
                    <a:pt x="459205" y="708108"/>
                    <a:pt x="443287" y="708108"/>
                  </a:cubicBezTo>
                  <a:cubicBezTo>
                    <a:pt x="303684" y="708108"/>
                    <a:pt x="164081" y="708090"/>
                    <a:pt x="24478" y="708133"/>
                  </a:cubicBezTo>
                  <a:cubicBezTo>
                    <a:pt x="8016" y="708138"/>
                    <a:pt x="1236" y="698167"/>
                    <a:pt x="54" y="684437"/>
                  </a:cubicBezTo>
                  <a:cubicBezTo>
                    <a:pt x="-58" y="683137"/>
                    <a:pt x="39" y="681819"/>
                    <a:pt x="39" y="680510"/>
                  </a:cubicBezTo>
                  <a:lnTo>
                    <a:pt x="458" y="88118"/>
                  </a:lnTo>
                  <a:lnTo>
                    <a:pt x="45233" y="88118"/>
                  </a:lnTo>
                  <a:lnTo>
                    <a:pt x="45218" y="662598"/>
                  </a:lnTo>
                  <a:cubicBezTo>
                    <a:pt x="170276" y="662598"/>
                    <a:pt x="294731" y="662598"/>
                    <a:pt x="419649" y="662598"/>
                  </a:cubicBezTo>
                  <a:cubicBezTo>
                    <a:pt x="419649" y="607206"/>
                    <a:pt x="419649" y="552148"/>
                    <a:pt x="419649" y="496804"/>
                  </a:cubicBezTo>
                  <a:cubicBezTo>
                    <a:pt x="471453" y="496804"/>
                    <a:pt x="522794" y="496804"/>
                    <a:pt x="574287" y="496804"/>
                  </a:cubicBezTo>
                  <a:cubicBezTo>
                    <a:pt x="574287" y="346198"/>
                    <a:pt x="574287" y="195883"/>
                    <a:pt x="574287" y="45217"/>
                  </a:cubicBezTo>
                  <a:cubicBezTo>
                    <a:pt x="572274" y="45217"/>
                    <a:pt x="570505" y="45217"/>
                    <a:pt x="568735" y="45217"/>
                  </a:cubicBezTo>
                  <a:lnTo>
                    <a:pt x="88101" y="45222"/>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525" name="Freeform: Shape 1524">
              <a:extLst>
                <a:ext uri="{FF2B5EF4-FFF2-40B4-BE49-F238E27FC236}">
                  <a16:creationId xmlns:a16="http://schemas.microsoft.com/office/drawing/2014/main" id="{6B1BA2EC-3CBB-C02B-BE7C-356557ADFC75}"/>
                </a:ext>
                <a:ext uri="{C183D7F6-B498-43B3-948B-1728B52AA6E4}">
                  <adec:decorative xmlns:adec="http://schemas.microsoft.com/office/drawing/2017/decorative" val="1"/>
                </a:ext>
              </a:extLst>
            </p:cNvPr>
            <p:cNvSpPr/>
            <p:nvPr/>
          </p:nvSpPr>
          <p:spPr>
            <a:xfrm>
              <a:off x="10033573" y="2223703"/>
              <a:ext cx="330209" cy="317198"/>
            </a:xfrm>
            <a:custGeom>
              <a:avLst/>
              <a:gdLst>
                <a:gd name="connsiteX0" fmla="*/ 331031 w 1399122"/>
                <a:gd name="connsiteY0" fmla="*/ 1223255 h 1343997"/>
                <a:gd name="connsiteX1" fmla="*/ 864232 w 1399122"/>
                <a:gd name="connsiteY1" fmla="*/ 1223255 h 1343997"/>
                <a:gd name="connsiteX2" fmla="*/ 864232 w 1399122"/>
                <a:gd name="connsiteY2" fmla="*/ 1343997 h 1343997"/>
                <a:gd name="connsiteX3" fmla="*/ 331031 w 1399122"/>
                <a:gd name="connsiteY3" fmla="*/ 1343997 h 1343997"/>
                <a:gd name="connsiteX4" fmla="*/ 331020 w 1399122"/>
                <a:gd name="connsiteY4" fmla="*/ 924026 h 1343997"/>
                <a:gd name="connsiteX5" fmla="*/ 1399122 w 1399122"/>
                <a:gd name="connsiteY5" fmla="*/ 924026 h 1343997"/>
                <a:gd name="connsiteX6" fmla="*/ 1399122 w 1399122"/>
                <a:gd name="connsiteY6" fmla="*/ 1044782 h 1343997"/>
                <a:gd name="connsiteX7" fmla="*/ 331020 w 1399122"/>
                <a:gd name="connsiteY7" fmla="*/ 1044782 h 1343997"/>
                <a:gd name="connsiteX8" fmla="*/ 331026 w 1399122"/>
                <a:gd name="connsiteY8" fmla="*/ 623765 h 1343997"/>
                <a:gd name="connsiteX9" fmla="*/ 1399119 w 1399122"/>
                <a:gd name="connsiteY9" fmla="*/ 623765 h 1343997"/>
                <a:gd name="connsiteX10" fmla="*/ 1399119 w 1399122"/>
                <a:gd name="connsiteY10" fmla="*/ 744518 h 1343997"/>
                <a:gd name="connsiteX11" fmla="*/ 331026 w 1399122"/>
                <a:gd name="connsiteY11" fmla="*/ 744518 h 1343997"/>
                <a:gd name="connsiteX12" fmla="*/ 331020 w 1399122"/>
                <a:gd name="connsiteY12" fmla="*/ 328243 h 1343997"/>
                <a:gd name="connsiteX13" fmla="*/ 1399122 w 1399122"/>
                <a:gd name="connsiteY13" fmla="*/ 328243 h 1343997"/>
                <a:gd name="connsiteX14" fmla="*/ 1399122 w 1399122"/>
                <a:gd name="connsiteY14" fmla="*/ 448999 h 1343997"/>
                <a:gd name="connsiteX15" fmla="*/ 331020 w 1399122"/>
                <a:gd name="connsiteY15" fmla="*/ 448999 h 1343997"/>
                <a:gd name="connsiteX16" fmla="*/ 0 w 1399122"/>
                <a:gd name="connsiteY16" fmla="*/ 0 h 1343997"/>
                <a:gd name="connsiteX17" fmla="*/ 179211 w 1399122"/>
                <a:gd name="connsiteY17" fmla="*/ 0 h 1343997"/>
                <a:gd name="connsiteX18" fmla="*/ 179211 w 1399122"/>
                <a:gd name="connsiteY18" fmla="*/ 179001 h 1343997"/>
                <a:gd name="connsiteX19" fmla="*/ 0 w 1399122"/>
                <a:gd name="connsiteY19" fmla="*/ 179001 h 134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9122" h="1343997">
                  <a:moveTo>
                    <a:pt x="331031" y="1223255"/>
                  </a:moveTo>
                  <a:lnTo>
                    <a:pt x="864232" y="1223255"/>
                  </a:lnTo>
                  <a:lnTo>
                    <a:pt x="864232" y="1343997"/>
                  </a:lnTo>
                  <a:lnTo>
                    <a:pt x="331031" y="1343997"/>
                  </a:lnTo>
                  <a:close/>
                  <a:moveTo>
                    <a:pt x="331020" y="924026"/>
                  </a:moveTo>
                  <a:lnTo>
                    <a:pt x="1399122" y="924026"/>
                  </a:lnTo>
                  <a:lnTo>
                    <a:pt x="1399122" y="1044782"/>
                  </a:lnTo>
                  <a:lnTo>
                    <a:pt x="331020" y="1044782"/>
                  </a:lnTo>
                  <a:close/>
                  <a:moveTo>
                    <a:pt x="331026" y="623765"/>
                  </a:moveTo>
                  <a:lnTo>
                    <a:pt x="1399119" y="623765"/>
                  </a:lnTo>
                  <a:lnTo>
                    <a:pt x="1399119" y="744518"/>
                  </a:lnTo>
                  <a:lnTo>
                    <a:pt x="331026" y="744518"/>
                  </a:lnTo>
                  <a:close/>
                  <a:moveTo>
                    <a:pt x="331020" y="328243"/>
                  </a:moveTo>
                  <a:lnTo>
                    <a:pt x="1399122" y="328243"/>
                  </a:lnTo>
                  <a:lnTo>
                    <a:pt x="1399122" y="448999"/>
                  </a:lnTo>
                  <a:lnTo>
                    <a:pt x="331020" y="448999"/>
                  </a:lnTo>
                  <a:close/>
                  <a:moveTo>
                    <a:pt x="0" y="0"/>
                  </a:moveTo>
                  <a:lnTo>
                    <a:pt x="179211" y="0"/>
                  </a:lnTo>
                  <a:lnTo>
                    <a:pt x="179211" y="179001"/>
                  </a:lnTo>
                  <a:lnTo>
                    <a:pt x="0" y="179001"/>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54" name="Group 953">
            <a:extLst>
              <a:ext uri="{FF2B5EF4-FFF2-40B4-BE49-F238E27FC236}">
                <a16:creationId xmlns:a16="http://schemas.microsoft.com/office/drawing/2014/main" id="{AA2A64B9-3DF8-D641-00FB-E18CE558A61D}"/>
              </a:ext>
              <a:ext uri="{C183D7F6-B498-43B3-948B-1728B52AA6E4}">
                <adec:decorative xmlns:adec="http://schemas.microsoft.com/office/drawing/2017/decorative" val="1"/>
              </a:ext>
            </a:extLst>
          </p:cNvPr>
          <p:cNvGrpSpPr>
            <a:grpSpLocks noChangeAspect="1"/>
          </p:cNvGrpSpPr>
          <p:nvPr/>
        </p:nvGrpSpPr>
        <p:grpSpPr>
          <a:xfrm>
            <a:off x="10602937" y="2223703"/>
            <a:ext cx="414561" cy="457200"/>
            <a:chOff x="10602937" y="2223703"/>
            <a:chExt cx="414561" cy="457200"/>
          </a:xfrm>
          <a:solidFill>
            <a:srgbClr val="FF0000"/>
          </a:solidFill>
        </p:grpSpPr>
        <p:sp>
          <p:nvSpPr>
            <p:cNvPr id="23" name="Freeform: Shape 22">
              <a:extLst>
                <a:ext uri="{FF2B5EF4-FFF2-40B4-BE49-F238E27FC236}">
                  <a16:creationId xmlns:a16="http://schemas.microsoft.com/office/drawing/2014/main" id="{1D11550B-2EA7-3E79-DCDE-D87AF9C2A29E}"/>
                </a:ext>
                <a:ext uri="{C183D7F6-B498-43B3-948B-1728B52AA6E4}">
                  <adec:decorative xmlns:adec="http://schemas.microsoft.com/office/drawing/2017/decorative" val="1"/>
                </a:ext>
              </a:extLst>
            </p:cNvPr>
            <p:cNvSpPr/>
            <p:nvPr/>
          </p:nvSpPr>
          <p:spPr>
            <a:xfrm>
              <a:off x="10609121" y="2225124"/>
              <a:ext cx="408377" cy="455779"/>
            </a:xfrm>
            <a:custGeom>
              <a:avLst/>
              <a:gdLst>
                <a:gd name="connsiteX0" fmla="*/ 1427301 w 2144230"/>
                <a:gd name="connsiteY0" fmla="*/ 1678576 h 2393119"/>
                <a:gd name="connsiteX1" fmla="*/ 1427301 w 2144230"/>
                <a:gd name="connsiteY1" fmla="*/ 1943371 h 2393119"/>
                <a:gd name="connsiteX2" fmla="*/ 1704628 w 2144230"/>
                <a:gd name="connsiteY2" fmla="*/ 1678576 h 2393119"/>
                <a:gd name="connsiteX3" fmla="*/ 2025065 w 2144230"/>
                <a:gd name="connsiteY3" fmla="*/ 309964 h 2393119"/>
                <a:gd name="connsiteX4" fmla="*/ 2144230 w 2144230"/>
                <a:gd name="connsiteY4" fmla="*/ 309964 h 2393119"/>
                <a:gd name="connsiteX5" fmla="*/ 2144230 w 2144230"/>
                <a:gd name="connsiteY5" fmla="*/ 2393119 h 2393119"/>
                <a:gd name="connsiteX6" fmla="*/ 236694 w 2144230"/>
                <a:gd name="connsiteY6" fmla="*/ 2393119 h 2393119"/>
                <a:gd name="connsiteX7" fmla="*/ 236694 w 2144230"/>
                <a:gd name="connsiteY7" fmla="*/ 2273954 h 2393119"/>
                <a:gd name="connsiteX8" fmla="*/ 2025065 w 2144230"/>
                <a:gd name="connsiteY8" fmla="*/ 2273954 h 2393119"/>
                <a:gd name="connsiteX9" fmla="*/ 234060 w 2144230"/>
                <a:gd name="connsiteY9" fmla="*/ 0 h 2393119"/>
                <a:gd name="connsiteX10" fmla="*/ 1159836 w 2144230"/>
                <a:gd name="connsiteY10" fmla="*/ 781 h 2393119"/>
                <a:gd name="connsiteX11" fmla="*/ 1159836 w 2144230"/>
                <a:gd name="connsiteY11" fmla="*/ 857 h 2393119"/>
                <a:gd name="connsiteX12" fmla="*/ 1791350 w 2144230"/>
                <a:gd name="connsiteY12" fmla="*/ 1390 h 2393119"/>
                <a:gd name="connsiteX13" fmla="*/ 1906790 w 2144230"/>
                <a:gd name="connsiteY13" fmla="*/ 118172 h 2393119"/>
                <a:gd name="connsiteX14" fmla="*/ 1906790 w 2144230"/>
                <a:gd name="connsiteY14" fmla="*/ 1670594 h 2393119"/>
                <a:gd name="connsiteX15" fmla="*/ 1898449 w 2144230"/>
                <a:gd name="connsiteY15" fmla="*/ 1689660 h 2393119"/>
                <a:gd name="connsiteX16" fmla="*/ 1396318 w 2144230"/>
                <a:gd name="connsiteY16" fmla="*/ 2155744 h 2393119"/>
                <a:gd name="connsiteX17" fmla="*/ 1378444 w 2144230"/>
                <a:gd name="connsiteY17" fmla="*/ 2162894 h 2393119"/>
                <a:gd name="connsiteX18" fmla="*/ 115441 w 2144230"/>
                <a:gd name="connsiteY18" fmla="*/ 2162894 h 2393119"/>
                <a:gd name="connsiteX19" fmla="*/ 0 w 2144230"/>
                <a:gd name="connsiteY19" fmla="*/ 2047454 h 2393119"/>
                <a:gd name="connsiteX20" fmla="*/ 0 w 2144230"/>
                <a:gd name="connsiteY20" fmla="*/ 1339655 h 2393119"/>
                <a:gd name="connsiteX21" fmla="*/ 0 w 2144230"/>
                <a:gd name="connsiteY21" fmla="*/ 706010 h 2393119"/>
                <a:gd name="connsiteX22" fmla="*/ 0 w 2144230"/>
                <a:gd name="connsiteY22" fmla="*/ 249918 h 2393119"/>
                <a:gd name="connsiteX23" fmla="*/ 119165 w 2144230"/>
                <a:gd name="connsiteY23" fmla="*/ 249918 h 2393119"/>
                <a:gd name="connsiteX24" fmla="*/ 119165 w 2144230"/>
                <a:gd name="connsiteY24" fmla="*/ 706010 h 2393119"/>
                <a:gd name="connsiteX25" fmla="*/ 119165 w 2144230"/>
                <a:gd name="connsiteY25" fmla="*/ 1339655 h 2393119"/>
                <a:gd name="connsiteX26" fmla="*/ 119165 w 2144230"/>
                <a:gd name="connsiteY26" fmla="*/ 2026897 h 2393119"/>
                <a:gd name="connsiteX27" fmla="*/ 1308136 w 2144230"/>
                <a:gd name="connsiteY27" fmla="*/ 2026605 h 2393119"/>
                <a:gd name="connsiteX28" fmla="*/ 1308136 w 2144230"/>
                <a:gd name="connsiteY28" fmla="*/ 1559411 h 2393119"/>
                <a:gd name="connsiteX29" fmla="*/ 1787453 w 2144230"/>
                <a:gd name="connsiteY29" fmla="*/ 1559411 h 2393119"/>
                <a:gd name="connsiteX30" fmla="*/ 1786286 w 2144230"/>
                <a:gd name="connsiteY30" fmla="*/ 122192 h 2393119"/>
                <a:gd name="connsiteX31" fmla="*/ 732603 w 2144230"/>
                <a:gd name="connsiteY31" fmla="*/ 122192 h 2393119"/>
                <a:gd name="connsiteX32" fmla="*/ 732603 w 2144230"/>
                <a:gd name="connsiteY32" fmla="*/ 122190 h 2393119"/>
                <a:gd name="connsiteX33" fmla="*/ 234060 w 2144230"/>
                <a:gd name="connsiteY33" fmla="*/ 122190 h 239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144230" h="2393119">
                  <a:moveTo>
                    <a:pt x="1427301" y="1678576"/>
                  </a:moveTo>
                  <a:lnTo>
                    <a:pt x="1427301" y="1943371"/>
                  </a:lnTo>
                  <a:lnTo>
                    <a:pt x="1704628" y="1678576"/>
                  </a:lnTo>
                  <a:close/>
                  <a:moveTo>
                    <a:pt x="2025065" y="309964"/>
                  </a:moveTo>
                  <a:lnTo>
                    <a:pt x="2144230" y="309964"/>
                  </a:lnTo>
                  <a:lnTo>
                    <a:pt x="2144230" y="2393119"/>
                  </a:lnTo>
                  <a:lnTo>
                    <a:pt x="236694" y="2393119"/>
                  </a:lnTo>
                  <a:lnTo>
                    <a:pt x="236694" y="2273954"/>
                  </a:lnTo>
                  <a:lnTo>
                    <a:pt x="2025065" y="2273954"/>
                  </a:lnTo>
                  <a:close/>
                  <a:moveTo>
                    <a:pt x="234060" y="0"/>
                  </a:moveTo>
                  <a:lnTo>
                    <a:pt x="1159836" y="781"/>
                  </a:lnTo>
                  <a:lnTo>
                    <a:pt x="1159836" y="857"/>
                  </a:lnTo>
                  <a:lnTo>
                    <a:pt x="1791350" y="1390"/>
                  </a:lnTo>
                  <a:cubicBezTo>
                    <a:pt x="1855104" y="1390"/>
                    <a:pt x="1906790" y="54418"/>
                    <a:pt x="1906790" y="118172"/>
                  </a:cubicBezTo>
                  <a:lnTo>
                    <a:pt x="1906790" y="1670594"/>
                  </a:lnTo>
                  <a:cubicBezTo>
                    <a:pt x="1906790" y="1677893"/>
                    <a:pt x="1903811" y="1684746"/>
                    <a:pt x="1898449" y="1689660"/>
                  </a:cubicBezTo>
                  <a:lnTo>
                    <a:pt x="1396318" y="2155744"/>
                  </a:lnTo>
                  <a:cubicBezTo>
                    <a:pt x="1391402" y="2160362"/>
                    <a:pt x="1384998" y="2162894"/>
                    <a:pt x="1378444" y="2162894"/>
                  </a:cubicBezTo>
                  <a:lnTo>
                    <a:pt x="115441" y="2162894"/>
                  </a:lnTo>
                  <a:cubicBezTo>
                    <a:pt x="51688" y="2162894"/>
                    <a:pt x="0" y="2111208"/>
                    <a:pt x="0" y="2047454"/>
                  </a:cubicBezTo>
                  <a:lnTo>
                    <a:pt x="0" y="1339655"/>
                  </a:lnTo>
                  <a:lnTo>
                    <a:pt x="0" y="706010"/>
                  </a:lnTo>
                  <a:lnTo>
                    <a:pt x="0" y="249918"/>
                  </a:lnTo>
                  <a:lnTo>
                    <a:pt x="119165" y="249918"/>
                  </a:lnTo>
                  <a:lnTo>
                    <a:pt x="119165" y="706010"/>
                  </a:lnTo>
                  <a:lnTo>
                    <a:pt x="119165" y="1339655"/>
                  </a:lnTo>
                  <a:lnTo>
                    <a:pt x="119165" y="2026897"/>
                  </a:lnTo>
                  <a:lnTo>
                    <a:pt x="1308136" y="2026605"/>
                  </a:lnTo>
                  <a:lnTo>
                    <a:pt x="1308136" y="1559411"/>
                  </a:lnTo>
                  <a:lnTo>
                    <a:pt x="1787453" y="1559411"/>
                  </a:lnTo>
                  <a:lnTo>
                    <a:pt x="1786286" y="122192"/>
                  </a:lnTo>
                  <a:lnTo>
                    <a:pt x="732603" y="122192"/>
                  </a:lnTo>
                  <a:lnTo>
                    <a:pt x="732603" y="122190"/>
                  </a:lnTo>
                  <a:lnTo>
                    <a:pt x="234060" y="122190"/>
                  </a:ln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4" name="Freeform: Shape 23">
              <a:extLst>
                <a:ext uri="{FF2B5EF4-FFF2-40B4-BE49-F238E27FC236}">
                  <a16:creationId xmlns:a16="http://schemas.microsoft.com/office/drawing/2014/main" id="{449BD262-2425-B262-F701-7DFAC4E559F0}"/>
                </a:ext>
                <a:ext uri="{C183D7F6-B498-43B3-948B-1728B52AA6E4}">
                  <adec:decorative xmlns:adec="http://schemas.microsoft.com/office/drawing/2017/decorative" val="1"/>
                </a:ext>
              </a:extLst>
            </p:cNvPr>
            <p:cNvSpPr/>
            <p:nvPr/>
          </p:nvSpPr>
          <p:spPr>
            <a:xfrm>
              <a:off x="10602937" y="2223703"/>
              <a:ext cx="300459" cy="287240"/>
            </a:xfrm>
            <a:custGeom>
              <a:avLst/>
              <a:gdLst>
                <a:gd name="connsiteX0" fmla="*/ 382220 w 1577595"/>
                <a:gd name="connsiteY0" fmla="*/ 1389019 h 1508184"/>
                <a:gd name="connsiteX1" fmla="*/ 1106893 w 1577595"/>
                <a:gd name="connsiteY1" fmla="*/ 1389019 h 1508184"/>
                <a:gd name="connsiteX2" fmla="*/ 1106893 w 1577595"/>
                <a:gd name="connsiteY2" fmla="*/ 1508184 h 1508184"/>
                <a:gd name="connsiteX3" fmla="*/ 382220 w 1577595"/>
                <a:gd name="connsiteY3" fmla="*/ 1508184 h 1508184"/>
                <a:gd name="connsiteX4" fmla="*/ 382220 w 1577595"/>
                <a:gd name="connsiteY4" fmla="*/ 1091106 h 1508184"/>
                <a:gd name="connsiteX5" fmla="*/ 1577595 w 1577595"/>
                <a:gd name="connsiteY5" fmla="*/ 1091106 h 1508184"/>
                <a:gd name="connsiteX6" fmla="*/ 1577595 w 1577595"/>
                <a:gd name="connsiteY6" fmla="*/ 1210271 h 1508184"/>
                <a:gd name="connsiteX7" fmla="*/ 382220 w 1577595"/>
                <a:gd name="connsiteY7" fmla="*/ 1210271 h 1508184"/>
                <a:gd name="connsiteX8" fmla="*/ 382220 w 1577595"/>
                <a:gd name="connsiteY8" fmla="*/ 793194 h 1508184"/>
                <a:gd name="connsiteX9" fmla="*/ 1577595 w 1577595"/>
                <a:gd name="connsiteY9" fmla="*/ 793194 h 1508184"/>
                <a:gd name="connsiteX10" fmla="*/ 1577595 w 1577595"/>
                <a:gd name="connsiteY10" fmla="*/ 912359 h 1508184"/>
                <a:gd name="connsiteX11" fmla="*/ 382220 w 1577595"/>
                <a:gd name="connsiteY11" fmla="*/ 912359 h 1508184"/>
                <a:gd name="connsiteX12" fmla="*/ 382220 w 1577595"/>
                <a:gd name="connsiteY12" fmla="*/ 495281 h 1508184"/>
                <a:gd name="connsiteX13" fmla="*/ 1577595 w 1577595"/>
                <a:gd name="connsiteY13" fmla="*/ 495281 h 1508184"/>
                <a:gd name="connsiteX14" fmla="*/ 1577595 w 1577595"/>
                <a:gd name="connsiteY14" fmla="*/ 614446 h 1508184"/>
                <a:gd name="connsiteX15" fmla="*/ 382220 w 1577595"/>
                <a:gd name="connsiteY15" fmla="*/ 614446 h 1508184"/>
                <a:gd name="connsiteX16" fmla="*/ 0 w 1577595"/>
                <a:gd name="connsiteY16" fmla="*/ 0 h 1508184"/>
                <a:gd name="connsiteX17" fmla="*/ 178748 w 1577595"/>
                <a:gd name="connsiteY17" fmla="*/ 0 h 1508184"/>
                <a:gd name="connsiteX18" fmla="*/ 178748 w 1577595"/>
                <a:gd name="connsiteY18" fmla="*/ 178747 h 1508184"/>
                <a:gd name="connsiteX19" fmla="*/ 0 w 1577595"/>
                <a:gd name="connsiteY19" fmla="*/ 178747 h 150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77595" h="1508184">
                  <a:moveTo>
                    <a:pt x="382220" y="1389019"/>
                  </a:moveTo>
                  <a:lnTo>
                    <a:pt x="1106893" y="1389019"/>
                  </a:lnTo>
                  <a:lnTo>
                    <a:pt x="1106893" y="1508184"/>
                  </a:lnTo>
                  <a:lnTo>
                    <a:pt x="382220" y="1508184"/>
                  </a:lnTo>
                  <a:close/>
                  <a:moveTo>
                    <a:pt x="382220" y="1091106"/>
                  </a:moveTo>
                  <a:lnTo>
                    <a:pt x="1577595" y="1091106"/>
                  </a:lnTo>
                  <a:lnTo>
                    <a:pt x="1577595" y="1210271"/>
                  </a:lnTo>
                  <a:lnTo>
                    <a:pt x="382220" y="1210271"/>
                  </a:lnTo>
                  <a:close/>
                  <a:moveTo>
                    <a:pt x="382220" y="793194"/>
                  </a:moveTo>
                  <a:lnTo>
                    <a:pt x="1577595" y="793194"/>
                  </a:lnTo>
                  <a:lnTo>
                    <a:pt x="1577595" y="912359"/>
                  </a:lnTo>
                  <a:lnTo>
                    <a:pt x="382220" y="912359"/>
                  </a:lnTo>
                  <a:close/>
                  <a:moveTo>
                    <a:pt x="382220" y="495281"/>
                  </a:moveTo>
                  <a:lnTo>
                    <a:pt x="1577595" y="495281"/>
                  </a:lnTo>
                  <a:lnTo>
                    <a:pt x="1577595" y="614446"/>
                  </a:lnTo>
                  <a:lnTo>
                    <a:pt x="382220" y="614446"/>
                  </a:lnTo>
                  <a:close/>
                  <a:moveTo>
                    <a:pt x="0" y="0"/>
                  </a:moveTo>
                  <a:lnTo>
                    <a:pt x="178748" y="0"/>
                  </a:lnTo>
                  <a:lnTo>
                    <a:pt x="178748" y="178747"/>
                  </a:lnTo>
                  <a:lnTo>
                    <a:pt x="0" y="178747"/>
                  </a:ln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53" name="Group 952">
            <a:extLst>
              <a:ext uri="{FF2B5EF4-FFF2-40B4-BE49-F238E27FC236}">
                <a16:creationId xmlns:a16="http://schemas.microsoft.com/office/drawing/2014/main" id="{4E8EBD12-F519-4A06-CD25-F90CDC0A869A}"/>
              </a:ext>
              <a:ext uri="{C183D7F6-B498-43B3-948B-1728B52AA6E4}">
                <adec:decorative xmlns:adec="http://schemas.microsoft.com/office/drawing/2017/decorative" val="1"/>
              </a:ext>
            </a:extLst>
          </p:cNvPr>
          <p:cNvGrpSpPr>
            <a:grpSpLocks noChangeAspect="1"/>
          </p:cNvGrpSpPr>
          <p:nvPr/>
        </p:nvGrpSpPr>
        <p:grpSpPr>
          <a:xfrm>
            <a:off x="11185854" y="2223703"/>
            <a:ext cx="366384" cy="457200"/>
            <a:chOff x="11185854" y="2223703"/>
            <a:chExt cx="366384" cy="457200"/>
          </a:xfrm>
          <a:solidFill>
            <a:srgbClr val="FF0000"/>
          </a:solidFill>
        </p:grpSpPr>
        <p:sp>
          <p:nvSpPr>
            <p:cNvPr id="26" name="Freeform: Shape 25">
              <a:extLst>
                <a:ext uri="{FF2B5EF4-FFF2-40B4-BE49-F238E27FC236}">
                  <a16:creationId xmlns:a16="http://schemas.microsoft.com/office/drawing/2014/main" id="{832B7B0F-8479-998A-3000-A0DCBFAB2879}"/>
                </a:ext>
                <a:ext uri="{C183D7F6-B498-43B3-948B-1728B52AA6E4}">
                  <adec:decorative xmlns:adec="http://schemas.microsoft.com/office/drawing/2017/decorative" val="1"/>
                </a:ext>
              </a:extLst>
            </p:cNvPr>
            <p:cNvSpPr/>
            <p:nvPr/>
          </p:nvSpPr>
          <p:spPr>
            <a:xfrm>
              <a:off x="11190671" y="2223739"/>
              <a:ext cx="361567" cy="457164"/>
            </a:xfrm>
            <a:custGeom>
              <a:avLst/>
              <a:gdLst>
                <a:gd name="connsiteX0" fmla="*/ 1837473 w 1899360"/>
                <a:gd name="connsiteY0" fmla="*/ 289665 h 2401547"/>
                <a:gd name="connsiteX1" fmla="*/ 1892911 w 1899360"/>
                <a:gd name="connsiteY1" fmla="*/ 291631 h 2401547"/>
                <a:gd name="connsiteX2" fmla="*/ 1898821 w 1899360"/>
                <a:gd name="connsiteY2" fmla="*/ 320972 h 2401547"/>
                <a:gd name="connsiteX3" fmla="*/ 1899128 w 1899360"/>
                <a:gd name="connsiteY3" fmla="*/ 362013 h 2401547"/>
                <a:gd name="connsiteX4" fmla="*/ 1899132 w 1899360"/>
                <a:gd name="connsiteY4" fmla="*/ 1552692 h 2401547"/>
                <a:gd name="connsiteX5" fmla="*/ 1897539 w 1899360"/>
                <a:gd name="connsiteY5" fmla="*/ 2384032 h 2401547"/>
                <a:gd name="connsiteX6" fmla="*/ 1891486 w 1899360"/>
                <a:gd name="connsiteY6" fmla="*/ 2395694 h 2401547"/>
                <a:gd name="connsiteX7" fmla="*/ 1863830 w 1899360"/>
                <a:gd name="connsiteY7" fmla="*/ 2398428 h 2401547"/>
                <a:gd name="connsiteX8" fmla="*/ 179008 w 1899360"/>
                <a:gd name="connsiteY8" fmla="*/ 2394154 h 2401547"/>
                <a:gd name="connsiteX9" fmla="*/ 175465 w 1899360"/>
                <a:gd name="connsiteY9" fmla="*/ 2286598 h 2401547"/>
                <a:gd name="connsiteX10" fmla="*/ 205400 w 1899360"/>
                <a:gd name="connsiteY10" fmla="*/ 2281486 h 2401547"/>
                <a:gd name="connsiteX11" fmla="*/ 246445 w 1899360"/>
                <a:gd name="connsiteY11" fmla="*/ 2281228 h 2401547"/>
                <a:gd name="connsiteX12" fmla="*/ 1714268 w 1899360"/>
                <a:gd name="connsiteY12" fmla="*/ 2281190 h 2401547"/>
                <a:gd name="connsiteX13" fmla="*/ 1777272 w 1899360"/>
                <a:gd name="connsiteY13" fmla="*/ 2280392 h 2401547"/>
                <a:gd name="connsiteX14" fmla="*/ 1782235 w 1899360"/>
                <a:gd name="connsiteY14" fmla="*/ 2248504 h 2401547"/>
                <a:gd name="connsiteX15" fmla="*/ 1782477 w 1899360"/>
                <a:gd name="connsiteY15" fmla="*/ 2202324 h 2401547"/>
                <a:gd name="connsiteX16" fmla="*/ 1782479 w 1899360"/>
                <a:gd name="connsiteY16" fmla="*/ 359851 h 2401547"/>
                <a:gd name="connsiteX17" fmla="*/ 1782479 w 1899360"/>
                <a:gd name="connsiteY17" fmla="*/ 297412 h 2401547"/>
                <a:gd name="connsiteX18" fmla="*/ 1837473 w 1899360"/>
                <a:gd name="connsiteY18" fmla="*/ 289665 h 2401547"/>
                <a:gd name="connsiteX19" fmla="*/ 1450568 w 1899360"/>
                <a:gd name="connsiteY19" fmla="*/ 1 h 2401547"/>
                <a:gd name="connsiteX20" fmla="*/ 1462332 w 1899360"/>
                <a:gd name="connsiteY20" fmla="*/ 1713 h 2401547"/>
                <a:gd name="connsiteX21" fmla="*/ 1487968 w 1899360"/>
                <a:gd name="connsiteY21" fmla="*/ 1713 h 2401547"/>
                <a:gd name="connsiteX22" fmla="*/ 1624459 w 1899360"/>
                <a:gd name="connsiteY22" fmla="*/ 47515 h 2401547"/>
                <a:gd name="connsiteX23" fmla="*/ 1642816 w 1899360"/>
                <a:gd name="connsiteY23" fmla="*/ 77007 h 2401547"/>
                <a:gd name="connsiteX24" fmla="*/ 1673057 w 1899360"/>
                <a:gd name="connsiteY24" fmla="*/ 140849 h 2401547"/>
                <a:gd name="connsiteX25" fmla="*/ 1680766 w 1899360"/>
                <a:gd name="connsiteY25" fmla="*/ 202004 h 2401547"/>
                <a:gd name="connsiteX26" fmla="*/ 1681718 w 1899360"/>
                <a:gd name="connsiteY26" fmla="*/ 205501 h 2401547"/>
                <a:gd name="connsiteX27" fmla="*/ 1681731 w 1899360"/>
                <a:gd name="connsiteY27" fmla="*/ 209656 h 2401547"/>
                <a:gd name="connsiteX28" fmla="*/ 1681990 w 1899360"/>
                <a:gd name="connsiteY28" fmla="*/ 211708 h 2401547"/>
                <a:gd name="connsiteX29" fmla="*/ 1681812 w 1899360"/>
                <a:gd name="connsiteY29" fmla="*/ 551721 h 2401547"/>
                <a:gd name="connsiteX30" fmla="*/ 1681831 w 1899360"/>
                <a:gd name="connsiteY30" fmla="*/ 2119644 h 2401547"/>
                <a:gd name="connsiteX31" fmla="*/ 1681831 w 1899360"/>
                <a:gd name="connsiteY31" fmla="*/ 2183298 h 2401547"/>
                <a:gd name="connsiteX32" fmla="*/ 1651422 w 1899360"/>
                <a:gd name="connsiteY32" fmla="*/ 2189683 h 2401547"/>
                <a:gd name="connsiteX33" fmla="*/ 1620655 w 1899360"/>
                <a:gd name="connsiteY33" fmla="*/ 2189974 h 2401547"/>
                <a:gd name="connsiteX34" fmla="*/ 903814 w 1899360"/>
                <a:gd name="connsiteY34" fmla="*/ 2189963 h 2401547"/>
                <a:gd name="connsiteX35" fmla="*/ 872891 w 1899360"/>
                <a:gd name="connsiteY35" fmla="*/ 2191009 h 2401547"/>
                <a:gd name="connsiteX36" fmla="*/ 231423 w 1899360"/>
                <a:gd name="connsiteY36" fmla="*/ 2191665 h 2401547"/>
                <a:gd name="connsiteX37" fmla="*/ 219659 w 1899360"/>
                <a:gd name="connsiteY37" fmla="*/ 2189952 h 2401547"/>
                <a:gd name="connsiteX38" fmla="*/ 194022 w 1899360"/>
                <a:gd name="connsiteY38" fmla="*/ 2189952 h 2401547"/>
                <a:gd name="connsiteX39" fmla="*/ 57530 w 1899360"/>
                <a:gd name="connsiteY39" fmla="*/ 2144148 h 2401547"/>
                <a:gd name="connsiteX40" fmla="*/ 39174 w 1899360"/>
                <a:gd name="connsiteY40" fmla="*/ 2114658 h 2401547"/>
                <a:gd name="connsiteX41" fmla="*/ 8933 w 1899360"/>
                <a:gd name="connsiteY41" fmla="*/ 2050816 h 2401547"/>
                <a:gd name="connsiteX42" fmla="*/ 1221 w 1899360"/>
                <a:gd name="connsiteY42" fmla="*/ 1989661 h 2401547"/>
                <a:gd name="connsiteX43" fmla="*/ 272 w 1899360"/>
                <a:gd name="connsiteY43" fmla="*/ 1986164 h 2401547"/>
                <a:gd name="connsiteX44" fmla="*/ 259 w 1899360"/>
                <a:gd name="connsiteY44" fmla="*/ 1982009 h 2401547"/>
                <a:gd name="connsiteX45" fmla="*/ 0 w 1899360"/>
                <a:gd name="connsiteY45" fmla="*/ 1979955 h 2401547"/>
                <a:gd name="connsiteX46" fmla="*/ 175 w 1899360"/>
                <a:gd name="connsiteY46" fmla="*/ 1639942 h 2401547"/>
                <a:gd name="connsiteX47" fmla="*/ 162 w 1899360"/>
                <a:gd name="connsiteY47" fmla="*/ 265892 h 2401547"/>
                <a:gd name="connsiteX48" fmla="*/ 135744 w 1899360"/>
                <a:gd name="connsiteY48" fmla="*/ 265892 h 2401547"/>
                <a:gd name="connsiteX49" fmla="*/ 135736 w 1899360"/>
                <a:gd name="connsiteY49" fmla="*/ 428867 h 2401547"/>
                <a:gd name="connsiteX50" fmla="*/ 137165 w 1899360"/>
                <a:gd name="connsiteY50" fmla="*/ 429344 h 2401547"/>
                <a:gd name="connsiteX51" fmla="*/ 138532 w 1899360"/>
                <a:gd name="connsiteY51" fmla="*/ 546916 h 2401547"/>
                <a:gd name="connsiteX52" fmla="*/ 138659 w 1899360"/>
                <a:gd name="connsiteY52" fmla="*/ 1957147 h 2401547"/>
                <a:gd name="connsiteX53" fmla="*/ 139007 w 1899360"/>
                <a:gd name="connsiteY53" fmla="*/ 1979184 h 2401547"/>
                <a:gd name="connsiteX54" fmla="*/ 148209 w 1899360"/>
                <a:gd name="connsiteY54" fmla="*/ 2012550 h 2401547"/>
                <a:gd name="connsiteX55" fmla="*/ 200785 w 1899360"/>
                <a:gd name="connsiteY55" fmla="*/ 2046264 h 2401547"/>
                <a:gd name="connsiteX56" fmla="*/ 236667 w 1899360"/>
                <a:gd name="connsiteY56" fmla="*/ 2046146 h 2401547"/>
                <a:gd name="connsiteX57" fmla="*/ 882810 w 1899360"/>
                <a:gd name="connsiteY57" fmla="*/ 2046359 h 2401547"/>
                <a:gd name="connsiteX58" fmla="*/ 944270 w 1899360"/>
                <a:gd name="connsiteY58" fmla="*/ 2053105 h 2401547"/>
                <a:gd name="connsiteX59" fmla="*/ 944270 w 1899360"/>
                <a:gd name="connsiteY59" fmla="*/ 2054343 h 2401547"/>
                <a:gd name="connsiteX60" fmla="*/ 1342789 w 1899360"/>
                <a:gd name="connsiteY60" fmla="*/ 2054340 h 2401547"/>
                <a:gd name="connsiteX61" fmla="*/ 1512016 w 1899360"/>
                <a:gd name="connsiteY61" fmla="*/ 2054127 h 2401547"/>
                <a:gd name="connsiteX62" fmla="*/ 1544374 w 1899360"/>
                <a:gd name="connsiteY62" fmla="*/ 2050153 h 2401547"/>
                <a:gd name="connsiteX63" fmla="*/ 1546243 w 1899360"/>
                <a:gd name="connsiteY63" fmla="*/ 1992172 h 2401547"/>
                <a:gd name="connsiteX64" fmla="*/ 1546254 w 1899360"/>
                <a:gd name="connsiteY64" fmla="*/ 1762798 h 2401547"/>
                <a:gd name="connsiteX65" fmla="*/ 1544824 w 1899360"/>
                <a:gd name="connsiteY65" fmla="*/ 1762321 h 2401547"/>
                <a:gd name="connsiteX66" fmla="*/ 1543457 w 1899360"/>
                <a:gd name="connsiteY66" fmla="*/ 1644750 h 2401547"/>
                <a:gd name="connsiteX67" fmla="*/ 1543331 w 1899360"/>
                <a:gd name="connsiteY67" fmla="*/ 234518 h 2401547"/>
                <a:gd name="connsiteX68" fmla="*/ 1542983 w 1899360"/>
                <a:gd name="connsiteY68" fmla="*/ 212482 h 2401547"/>
                <a:gd name="connsiteX69" fmla="*/ 1533780 w 1899360"/>
                <a:gd name="connsiteY69" fmla="*/ 179115 h 2401547"/>
                <a:gd name="connsiteX70" fmla="*/ 1481206 w 1899360"/>
                <a:gd name="connsiteY70" fmla="*/ 145401 h 2401547"/>
                <a:gd name="connsiteX71" fmla="*/ 1445323 w 1899360"/>
                <a:gd name="connsiteY71" fmla="*/ 145519 h 2401547"/>
                <a:gd name="connsiteX72" fmla="*/ 799180 w 1899360"/>
                <a:gd name="connsiteY72" fmla="*/ 145306 h 2401547"/>
                <a:gd name="connsiteX73" fmla="*/ 737720 w 1899360"/>
                <a:gd name="connsiteY73" fmla="*/ 138560 h 2401547"/>
                <a:gd name="connsiteX74" fmla="*/ 737720 w 1899360"/>
                <a:gd name="connsiteY74" fmla="*/ 137320 h 2401547"/>
                <a:gd name="connsiteX75" fmla="*/ 339201 w 1899360"/>
                <a:gd name="connsiteY75" fmla="*/ 137325 h 2401547"/>
                <a:gd name="connsiteX76" fmla="*/ 239304 w 1899360"/>
                <a:gd name="connsiteY76" fmla="*/ 137449 h 2401547"/>
                <a:gd name="connsiteX77" fmla="*/ 239304 w 1899360"/>
                <a:gd name="connsiteY77" fmla="*/ 1694 h 2401547"/>
                <a:gd name="connsiteX78" fmla="*/ 778173 w 1899360"/>
                <a:gd name="connsiteY78" fmla="*/ 1702 h 2401547"/>
                <a:gd name="connsiteX79" fmla="*/ 809099 w 1899360"/>
                <a:gd name="connsiteY79" fmla="*/ 656 h 2401547"/>
                <a:gd name="connsiteX80" fmla="*/ 1450568 w 1899360"/>
                <a:gd name="connsiteY80" fmla="*/ 1 h 240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899360" h="2401547">
                  <a:moveTo>
                    <a:pt x="1837473" y="289665"/>
                  </a:moveTo>
                  <a:cubicBezTo>
                    <a:pt x="1855700" y="289893"/>
                    <a:pt x="1874002" y="291740"/>
                    <a:pt x="1892911" y="291631"/>
                  </a:cubicBezTo>
                  <a:cubicBezTo>
                    <a:pt x="1895092" y="302013"/>
                    <a:pt x="1898119" y="311406"/>
                    <a:pt x="1898821" y="320972"/>
                  </a:cubicBezTo>
                  <a:cubicBezTo>
                    <a:pt x="1899819" y="334588"/>
                    <a:pt x="1899128" y="348326"/>
                    <a:pt x="1899128" y="362013"/>
                  </a:cubicBezTo>
                  <a:cubicBezTo>
                    <a:pt x="1899132" y="757196"/>
                    <a:pt x="1899132" y="1152377"/>
                    <a:pt x="1899132" y="1552692"/>
                  </a:cubicBezTo>
                  <a:cubicBezTo>
                    <a:pt x="1898666" y="1833227"/>
                    <a:pt x="1898212" y="2108629"/>
                    <a:pt x="1897539" y="2384032"/>
                  </a:cubicBezTo>
                  <a:cubicBezTo>
                    <a:pt x="1897530" y="2386950"/>
                    <a:pt x="1894609" y="2389862"/>
                    <a:pt x="1891486" y="2395694"/>
                  </a:cubicBezTo>
                  <a:cubicBezTo>
                    <a:pt x="1883503" y="2396512"/>
                    <a:pt x="1873685" y="2398168"/>
                    <a:pt x="1863830" y="2398428"/>
                  </a:cubicBezTo>
                  <a:cubicBezTo>
                    <a:pt x="1637261" y="2404471"/>
                    <a:pt x="229322" y="2401022"/>
                    <a:pt x="179008" y="2394154"/>
                  </a:cubicBezTo>
                  <a:cubicBezTo>
                    <a:pt x="168552" y="2359827"/>
                    <a:pt x="174558" y="2324536"/>
                    <a:pt x="175465" y="2286598"/>
                  </a:cubicBezTo>
                  <a:cubicBezTo>
                    <a:pt x="186236" y="2284682"/>
                    <a:pt x="195756" y="2282088"/>
                    <a:pt x="205400" y="2281486"/>
                  </a:cubicBezTo>
                  <a:cubicBezTo>
                    <a:pt x="219033" y="2280628"/>
                    <a:pt x="232761" y="2281228"/>
                    <a:pt x="246445" y="2281228"/>
                  </a:cubicBezTo>
                  <a:cubicBezTo>
                    <a:pt x="735720" y="2281226"/>
                    <a:pt x="1224994" y="2281235"/>
                    <a:pt x="1714268" y="2281190"/>
                  </a:cubicBezTo>
                  <a:cubicBezTo>
                    <a:pt x="1734548" y="2281190"/>
                    <a:pt x="1754827" y="2280688"/>
                    <a:pt x="1777272" y="2280392"/>
                  </a:cubicBezTo>
                  <a:cubicBezTo>
                    <a:pt x="1779294" y="2267906"/>
                    <a:pt x="1781744" y="2258255"/>
                    <a:pt x="1782235" y="2248504"/>
                  </a:cubicBezTo>
                  <a:cubicBezTo>
                    <a:pt x="1783008" y="2233146"/>
                    <a:pt x="1782477" y="2217721"/>
                    <a:pt x="1782477" y="2202324"/>
                  </a:cubicBezTo>
                  <a:cubicBezTo>
                    <a:pt x="1782479" y="1588165"/>
                    <a:pt x="1782479" y="974008"/>
                    <a:pt x="1782479" y="359851"/>
                  </a:cubicBezTo>
                  <a:cubicBezTo>
                    <a:pt x="1782479" y="339425"/>
                    <a:pt x="1782479" y="318999"/>
                    <a:pt x="1782479" y="297412"/>
                  </a:cubicBezTo>
                  <a:cubicBezTo>
                    <a:pt x="1801091" y="290828"/>
                    <a:pt x="1819245" y="289437"/>
                    <a:pt x="1837473" y="289665"/>
                  </a:cubicBezTo>
                  <a:close/>
                  <a:moveTo>
                    <a:pt x="1450568" y="1"/>
                  </a:moveTo>
                  <a:lnTo>
                    <a:pt x="1462332" y="1713"/>
                  </a:lnTo>
                  <a:lnTo>
                    <a:pt x="1487968" y="1713"/>
                  </a:lnTo>
                  <a:cubicBezTo>
                    <a:pt x="1541605" y="-7546"/>
                    <a:pt x="1582508" y="22569"/>
                    <a:pt x="1624459" y="47515"/>
                  </a:cubicBezTo>
                  <a:cubicBezTo>
                    <a:pt x="1633284" y="52765"/>
                    <a:pt x="1636132" y="67432"/>
                    <a:pt x="1642816" y="77007"/>
                  </a:cubicBezTo>
                  <a:cubicBezTo>
                    <a:pt x="1656968" y="97280"/>
                    <a:pt x="1666788" y="118481"/>
                    <a:pt x="1673057" y="140849"/>
                  </a:cubicBezTo>
                  <a:lnTo>
                    <a:pt x="1680766" y="202004"/>
                  </a:lnTo>
                  <a:lnTo>
                    <a:pt x="1681718" y="205501"/>
                  </a:lnTo>
                  <a:lnTo>
                    <a:pt x="1681731" y="209656"/>
                  </a:lnTo>
                  <a:lnTo>
                    <a:pt x="1681990" y="211708"/>
                  </a:lnTo>
                  <a:lnTo>
                    <a:pt x="1681812" y="551721"/>
                  </a:lnTo>
                  <a:lnTo>
                    <a:pt x="1681831" y="2119644"/>
                  </a:lnTo>
                  <a:cubicBezTo>
                    <a:pt x="1681831" y="2140063"/>
                    <a:pt x="1681831" y="2160479"/>
                    <a:pt x="1681831" y="2183298"/>
                  </a:cubicBezTo>
                  <a:cubicBezTo>
                    <a:pt x="1670364" y="2185795"/>
                    <a:pt x="1660991" y="2188696"/>
                    <a:pt x="1651422" y="2189683"/>
                  </a:cubicBezTo>
                  <a:cubicBezTo>
                    <a:pt x="1641263" y="2190729"/>
                    <a:pt x="1630917" y="2189974"/>
                    <a:pt x="1620655" y="2189974"/>
                  </a:cubicBezTo>
                  <a:lnTo>
                    <a:pt x="903814" y="2189963"/>
                  </a:lnTo>
                  <a:lnTo>
                    <a:pt x="872891" y="2191009"/>
                  </a:lnTo>
                  <a:cubicBezTo>
                    <a:pt x="659067" y="2191212"/>
                    <a:pt x="445241" y="2190815"/>
                    <a:pt x="231423" y="2191665"/>
                  </a:cubicBezTo>
                  <a:lnTo>
                    <a:pt x="219659" y="2189952"/>
                  </a:lnTo>
                  <a:lnTo>
                    <a:pt x="194022" y="2189952"/>
                  </a:lnTo>
                  <a:cubicBezTo>
                    <a:pt x="140385" y="2199211"/>
                    <a:pt x="99482" y="2169097"/>
                    <a:pt x="57530" y="2144148"/>
                  </a:cubicBezTo>
                  <a:cubicBezTo>
                    <a:pt x="48706" y="2138901"/>
                    <a:pt x="45858" y="2124233"/>
                    <a:pt x="39174" y="2114658"/>
                  </a:cubicBezTo>
                  <a:cubicBezTo>
                    <a:pt x="25019" y="2094382"/>
                    <a:pt x="15201" y="2073181"/>
                    <a:pt x="8933" y="2050816"/>
                  </a:cubicBezTo>
                  <a:lnTo>
                    <a:pt x="1221" y="1989661"/>
                  </a:lnTo>
                  <a:lnTo>
                    <a:pt x="272" y="1986164"/>
                  </a:lnTo>
                  <a:lnTo>
                    <a:pt x="259" y="1982009"/>
                  </a:lnTo>
                  <a:lnTo>
                    <a:pt x="0" y="1979955"/>
                  </a:lnTo>
                  <a:lnTo>
                    <a:pt x="175" y="1639942"/>
                  </a:lnTo>
                  <a:lnTo>
                    <a:pt x="162" y="265892"/>
                  </a:lnTo>
                  <a:lnTo>
                    <a:pt x="135744" y="265892"/>
                  </a:lnTo>
                  <a:lnTo>
                    <a:pt x="135736" y="428867"/>
                  </a:lnTo>
                  <a:lnTo>
                    <a:pt x="137165" y="429344"/>
                  </a:lnTo>
                  <a:cubicBezTo>
                    <a:pt x="137853" y="471711"/>
                    <a:pt x="138524" y="509314"/>
                    <a:pt x="138532" y="546916"/>
                  </a:cubicBezTo>
                  <a:cubicBezTo>
                    <a:pt x="138624" y="1016995"/>
                    <a:pt x="138616" y="1487073"/>
                    <a:pt x="138659" y="1957147"/>
                  </a:cubicBezTo>
                  <a:lnTo>
                    <a:pt x="139007" y="1979184"/>
                  </a:lnTo>
                  <a:lnTo>
                    <a:pt x="148209" y="2012550"/>
                  </a:lnTo>
                  <a:cubicBezTo>
                    <a:pt x="158957" y="2032395"/>
                    <a:pt x="174323" y="2048535"/>
                    <a:pt x="200785" y="2046264"/>
                  </a:cubicBezTo>
                  <a:cubicBezTo>
                    <a:pt x="212662" y="2045243"/>
                    <a:pt x="224701" y="2046140"/>
                    <a:pt x="236667" y="2046146"/>
                  </a:cubicBezTo>
                  <a:cubicBezTo>
                    <a:pt x="452046" y="2046184"/>
                    <a:pt x="667428" y="2046157"/>
                    <a:pt x="882810" y="2046359"/>
                  </a:cubicBezTo>
                  <a:cubicBezTo>
                    <a:pt x="903270" y="2046378"/>
                    <a:pt x="923732" y="2047831"/>
                    <a:pt x="944270" y="2053105"/>
                  </a:cubicBezTo>
                  <a:lnTo>
                    <a:pt x="944270" y="2054343"/>
                  </a:lnTo>
                  <a:lnTo>
                    <a:pt x="1342789" y="2054340"/>
                  </a:lnTo>
                  <a:cubicBezTo>
                    <a:pt x="1399198" y="2054340"/>
                    <a:pt x="1455607" y="2054485"/>
                    <a:pt x="1512016" y="2054127"/>
                  </a:cubicBezTo>
                  <a:cubicBezTo>
                    <a:pt x="1521725" y="2054065"/>
                    <a:pt x="1531419" y="2051811"/>
                    <a:pt x="1544374" y="2050153"/>
                  </a:cubicBezTo>
                  <a:cubicBezTo>
                    <a:pt x="1545083" y="2029030"/>
                    <a:pt x="1546237" y="2010601"/>
                    <a:pt x="1546243" y="1992172"/>
                  </a:cubicBezTo>
                  <a:lnTo>
                    <a:pt x="1546254" y="1762798"/>
                  </a:lnTo>
                  <a:lnTo>
                    <a:pt x="1544824" y="1762321"/>
                  </a:lnTo>
                  <a:cubicBezTo>
                    <a:pt x="1544137" y="1719954"/>
                    <a:pt x="1543466" y="1682352"/>
                    <a:pt x="1543457" y="1644750"/>
                  </a:cubicBezTo>
                  <a:cubicBezTo>
                    <a:pt x="1543366" y="1174671"/>
                    <a:pt x="1543374" y="704592"/>
                    <a:pt x="1543331" y="234518"/>
                  </a:cubicBezTo>
                  <a:lnTo>
                    <a:pt x="1542983" y="212482"/>
                  </a:lnTo>
                  <a:lnTo>
                    <a:pt x="1533780" y="179115"/>
                  </a:lnTo>
                  <a:cubicBezTo>
                    <a:pt x="1523033" y="159270"/>
                    <a:pt x="1507667" y="143131"/>
                    <a:pt x="1481206" y="145401"/>
                  </a:cubicBezTo>
                  <a:cubicBezTo>
                    <a:pt x="1469328" y="146423"/>
                    <a:pt x="1457289" y="145522"/>
                    <a:pt x="1445323" y="145519"/>
                  </a:cubicBezTo>
                  <a:cubicBezTo>
                    <a:pt x="1229944" y="145482"/>
                    <a:pt x="1014562" y="145509"/>
                    <a:pt x="799180" y="145306"/>
                  </a:cubicBezTo>
                  <a:cubicBezTo>
                    <a:pt x="778720" y="145288"/>
                    <a:pt x="758258" y="143834"/>
                    <a:pt x="737720" y="138560"/>
                  </a:cubicBezTo>
                  <a:lnTo>
                    <a:pt x="737720" y="137320"/>
                  </a:lnTo>
                  <a:lnTo>
                    <a:pt x="339201" y="137325"/>
                  </a:lnTo>
                  <a:lnTo>
                    <a:pt x="239304" y="137449"/>
                  </a:lnTo>
                  <a:lnTo>
                    <a:pt x="239304" y="1694"/>
                  </a:lnTo>
                  <a:lnTo>
                    <a:pt x="778173" y="1702"/>
                  </a:lnTo>
                  <a:lnTo>
                    <a:pt x="809099" y="656"/>
                  </a:lnTo>
                  <a:cubicBezTo>
                    <a:pt x="1022923" y="454"/>
                    <a:pt x="1236749" y="850"/>
                    <a:pt x="1450568" y="1"/>
                  </a:cubicBezTo>
                  <a:close/>
                </a:path>
              </a:pathLst>
            </a:custGeom>
            <a:solidFill>
              <a:schemeClr val="accent2"/>
            </a:solidFill>
            <a:ln w="1155" cap="flat">
              <a:noFill/>
              <a:prstDash val="solid"/>
              <a:miter/>
            </a:ln>
          </p:spPr>
          <p:txBody>
            <a:bodyPr wrap="square" rtlCol="0" anchor="ctr">
              <a:noAutofit/>
            </a:bodyPr>
            <a:lstStyle/>
            <a:p>
              <a:endParaRPr lang="en-US"/>
            </a:p>
          </p:txBody>
        </p:sp>
        <p:sp>
          <p:nvSpPr>
            <p:cNvPr id="27" name="Freeform: Shape 26">
              <a:extLst>
                <a:ext uri="{FF2B5EF4-FFF2-40B4-BE49-F238E27FC236}">
                  <a16:creationId xmlns:a16="http://schemas.microsoft.com/office/drawing/2014/main" id="{D4CAB7B6-0C42-1D83-0D15-0CE625932588}"/>
                </a:ext>
                <a:ext uri="{C183D7F6-B498-43B3-948B-1728B52AA6E4}">
                  <adec:decorative xmlns:adec="http://schemas.microsoft.com/office/drawing/2017/decorative" val="1"/>
                </a:ext>
              </a:extLst>
            </p:cNvPr>
            <p:cNvSpPr/>
            <p:nvPr/>
          </p:nvSpPr>
          <p:spPr>
            <a:xfrm>
              <a:off x="11185854" y="2223703"/>
              <a:ext cx="268162" cy="360045"/>
            </a:xfrm>
            <a:custGeom>
              <a:avLst/>
              <a:gdLst>
                <a:gd name="connsiteX0" fmla="*/ 325080 w 1408691"/>
                <a:gd name="connsiteY0" fmla="*/ 1771085 h 1891369"/>
                <a:gd name="connsiteX1" fmla="*/ 1408623 w 1408691"/>
                <a:gd name="connsiteY1" fmla="*/ 1771085 h 1891369"/>
                <a:gd name="connsiteX2" fmla="*/ 1408623 w 1408691"/>
                <a:gd name="connsiteY2" fmla="*/ 1891369 h 1891369"/>
                <a:gd name="connsiteX3" fmla="*/ 325080 w 1408691"/>
                <a:gd name="connsiteY3" fmla="*/ 1891369 h 1891369"/>
                <a:gd name="connsiteX4" fmla="*/ 325817 w 1408691"/>
                <a:gd name="connsiteY4" fmla="*/ 1506083 h 1891369"/>
                <a:gd name="connsiteX5" fmla="*/ 1408395 w 1408691"/>
                <a:gd name="connsiteY5" fmla="*/ 1506083 h 1891369"/>
                <a:gd name="connsiteX6" fmla="*/ 1408395 w 1408691"/>
                <a:gd name="connsiteY6" fmla="*/ 1626774 h 1891369"/>
                <a:gd name="connsiteX7" fmla="*/ 325817 w 1408691"/>
                <a:gd name="connsiteY7" fmla="*/ 1626774 h 1891369"/>
                <a:gd name="connsiteX8" fmla="*/ 649515 w 1408691"/>
                <a:gd name="connsiteY8" fmla="*/ 881403 h 1891369"/>
                <a:gd name="connsiteX9" fmla="*/ 671346 w 1408691"/>
                <a:gd name="connsiteY9" fmla="*/ 905807 h 1891369"/>
                <a:gd name="connsiteX10" fmla="*/ 653996 w 1408691"/>
                <a:gd name="connsiteY10" fmla="*/ 968044 h 1891369"/>
                <a:gd name="connsiteX11" fmla="*/ 581200 w 1408691"/>
                <a:gd name="connsiteY11" fmla="*/ 1059865 h 1891369"/>
                <a:gd name="connsiteX12" fmla="*/ 554848 w 1408691"/>
                <a:gd name="connsiteY12" fmla="*/ 1100415 h 1891369"/>
                <a:gd name="connsiteX13" fmla="*/ 669639 w 1408691"/>
                <a:gd name="connsiteY13" fmla="*/ 1251719 h 1891369"/>
                <a:gd name="connsiteX14" fmla="*/ 671115 w 1408691"/>
                <a:gd name="connsiteY14" fmla="*/ 1259452 h 1891369"/>
                <a:gd name="connsiteX15" fmla="*/ 608485 w 1408691"/>
                <a:gd name="connsiteY15" fmla="*/ 1312900 h 1891369"/>
                <a:gd name="connsiteX16" fmla="*/ 504134 w 1408691"/>
                <a:gd name="connsiteY16" fmla="*/ 1176243 h 1891369"/>
                <a:gd name="connsiteX17" fmla="*/ 455438 w 1408691"/>
                <a:gd name="connsiteY17" fmla="*/ 1098804 h 1891369"/>
                <a:gd name="connsiteX18" fmla="*/ 490569 w 1408691"/>
                <a:gd name="connsiteY18" fmla="*/ 1037979 h 1891369"/>
                <a:gd name="connsiteX19" fmla="*/ 583956 w 1408691"/>
                <a:gd name="connsiteY19" fmla="*/ 910673 h 1891369"/>
                <a:gd name="connsiteX20" fmla="*/ 649515 w 1408691"/>
                <a:gd name="connsiteY20" fmla="*/ 881403 h 1891369"/>
                <a:gd name="connsiteX21" fmla="*/ 1094386 w 1408691"/>
                <a:gd name="connsiteY21" fmla="*/ 881245 h 1891369"/>
                <a:gd name="connsiteX22" fmla="*/ 1121658 w 1408691"/>
                <a:gd name="connsiteY22" fmla="*/ 882477 h 1891369"/>
                <a:gd name="connsiteX23" fmla="*/ 1262927 w 1408691"/>
                <a:gd name="connsiteY23" fmla="*/ 1068536 h 1891369"/>
                <a:gd name="connsiteX24" fmla="*/ 1259246 w 1408691"/>
                <a:gd name="connsiteY24" fmla="*/ 1134359 h 1891369"/>
                <a:gd name="connsiteX25" fmla="*/ 1165957 w 1408691"/>
                <a:gd name="connsiteY25" fmla="*/ 1255474 h 1891369"/>
                <a:gd name="connsiteX26" fmla="*/ 1132038 w 1408691"/>
                <a:gd name="connsiteY26" fmla="*/ 1298498 h 1891369"/>
                <a:gd name="connsiteX27" fmla="*/ 1093657 w 1408691"/>
                <a:gd name="connsiteY27" fmla="*/ 1317968 h 1891369"/>
                <a:gd name="connsiteX28" fmla="*/ 1056379 w 1408691"/>
                <a:gd name="connsiteY28" fmla="*/ 1295591 h 1891369"/>
                <a:gd name="connsiteX29" fmla="*/ 1059962 w 1408691"/>
                <a:gd name="connsiteY29" fmla="*/ 1252047 h 1891369"/>
                <a:gd name="connsiteX30" fmla="*/ 1149263 w 1408691"/>
                <a:gd name="connsiteY30" fmla="*/ 1134248 h 1891369"/>
                <a:gd name="connsiteX31" fmla="*/ 1173739 w 1408691"/>
                <a:gd name="connsiteY31" fmla="*/ 1094651 h 1891369"/>
                <a:gd name="connsiteX32" fmla="*/ 1098252 w 1408691"/>
                <a:gd name="connsiteY32" fmla="*/ 995333 h 1891369"/>
                <a:gd name="connsiteX33" fmla="*/ 1060449 w 1408691"/>
                <a:gd name="connsiteY33" fmla="*/ 941059 h 1891369"/>
                <a:gd name="connsiteX34" fmla="*/ 1094386 w 1408691"/>
                <a:gd name="connsiteY34" fmla="*/ 881245 h 1891369"/>
                <a:gd name="connsiteX35" fmla="*/ 998905 w 1408691"/>
                <a:gd name="connsiteY35" fmla="*/ 818346 h 1891369"/>
                <a:gd name="connsiteX36" fmla="*/ 1019740 w 1408691"/>
                <a:gd name="connsiteY36" fmla="*/ 840608 h 1891369"/>
                <a:gd name="connsiteX37" fmla="*/ 1028848 w 1408691"/>
                <a:gd name="connsiteY37" fmla="*/ 862957 h 1891369"/>
                <a:gd name="connsiteX38" fmla="*/ 860413 w 1408691"/>
                <a:gd name="connsiteY38" fmla="*/ 1206053 h 1891369"/>
                <a:gd name="connsiteX39" fmla="*/ 799764 w 1408691"/>
                <a:gd name="connsiteY39" fmla="*/ 1335739 h 1891369"/>
                <a:gd name="connsiteX40" fmla="*/ 782057 w 1408691"/>
                <a:gd name="connsiteY40" fmla="*/ 1366765 h 1891369"/>
                <a:gd name="connsiteX41" fmla="*/ 731114 w 1408691"/>
                <a:gd name="connsiteY41" fmla="*/ 1379061 h 1891369"/>
                <a:gd name="connsiteX42" fmla="*/ 708070 w 1408691"/>
                <a:gd name="connsiteY42" fmla="*/ 1337393 h 1891369"/>
                <a:gd name="connsiteX43" fmla="*/ 716578 w 1408691"/>
                <a:gd name="connsiteY43" fmla="*/ 1308339 h 1891369"/>
                <a:gd name="connsiteX44" fmla="*/ 795203 w 1408691"/>
                <a:gd name="connsiteY44" fmla="*/ 1141687 h 1891369"/>
                <a:gd name="connsiteX45" fmla="*/ 882239 w 1408691"/>
                <a:gd name="connsiteY45" fmla="*/ 967410 h 1891369"/>
                <a:gd name="connsiteX46" fmla="*/ 907702 w 1408691"/>
                <a:gd name="connsiteY46" fmla="*/ 907501 h 1891369"/>
                <a:gd name="connsiteX47" fmla="*/ 939167 w 1408691"/>
                <a:gd name="connsiteY47" fmla="*/ 844442 h 1891369"/>
                <a:gd name="connsiteX48" fmla="*/ 969415 w 1408691"/>
                <a:gd name="connsiteY48" fmla="*/ 818880 h 1891369"/>
                <a:gd name="connsiteX49" fmla="*/ 998905 w 1408691"/>
                <a:gd name="connsiteY49" fmla="*/ 818346 h 1891369"/>
                <a:gd name="connsiteX50" fmla="*/ 325420 w 1408691"/>
                <a:gd name="connsiteY50" fmla="*/ 580467 h 1891369"/>
                <a:gd name="connsiteX51" fmla="*/ 1408691 w 1408691"/>
                <a:gd name="connsiteY51" fmla="*/ 580467 h 1891369"/>
                <a:gd name="connsiteX52" fmla="*/ 1408691 w 1408691"/>
                <a:gd name="connsiteY52" fmla="*/ 701018 h 1891369"/>
                <a:gd name="connsiteX53" fmla="*/ 325420 w 1408691"/>
                <a:gd name="connsiteY53" fmla="*/ 701018 h 1891369"/>
                <a:gd name="connsiteX54" fmla="*/ 325401 w 1408691"/>
                <a:gd name="connsiteY54" fmla="*/ 315932 h 1891369"/>
                <a:gd name="connsiteX55" fmla="*/ 1408418 w 1408691"/>
                <a:gd name="connsiteY55" fmla="*/ 315932 h 1891369"/>
                <a:gd name="connsiteX56" fmla="*/ 1408418 w 1408691"/>
                <a:gd name="connsiteY56" fmla="*/ 436132 h 1891369"/>
                <a:gd name="connsiteX57" fmla="*/ 325401 w 1408691"/>
                <a:gd name="connsiteY57" fmla="*/ 436132 h 1891369"/>
                <a:gd name="connsiteX58" fmla="*/ 0 w 1408691"/>
                <a:gd name="connsiteY58" fmla="*/ 0 h 1891369"/>
                <a:gd name="connsiteX59" fmla="*/ 191072 w 1408691"/>
                <a:gd name="connsiteY59" fmla="*/ 0 h 1891369"/>
                <a:gd name="connsiteX60" fmla="*/ 191072 w 1408691"/>
                <a:gd name="connsiteY60" fmla="*/ 192135 h 1891369"/>
                <a:gd name="connsiteX61" fmla="*/ 0 w 1408691"/>
                <a:gd name="connsiteY61" fmla="*/ 192135 h 189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408691" h="1891369">
                  <a:moveTo>
                    <a:pt x="325080" y="1771085"/>
                  </a:moveTo>
                  <a:lnTo>
                    <a:pt x="1408623" y="1771085"/>
                  </a:lnTo>
                  <a:lnTo>
                    <a:pt x="1408623" y="1891369"/>
                  </a:lnTo>
                  <a:lnTo>
                    <a:pt x="325080" y="1891369"/>
                  </a:lnTo>
                  <a:close/>
                  <a:moveTo>
                    <a:pt x="325817" y="1506083"/>
                  </a:moveTo>
                  <a:lnTo>
                    <a:pt x="1408395" y="1506083"/>
                  </a:lnTo>
                  <a:lnTo>
                    <a:pt x="1408395" y="1626774"/>
                  </a:lnTo>
                  <a:lnTo>
                    <a:pt x="325817" y="1626774"/>
                  </a:lnTo>
                  <a:close/>
                  <a:moveTo>
                    <a:pt x="649515" y="881403"/>
                  </a:moveTo>
                  <a:cubicBezTo>
                    <a:pt x="662529" y="884017"/>
                    <a:pt x="669877" y="891618"/>
                    <a:pt x="671346" y="905807"/>
                  </a:cubicBezTo>
                  <a:cubicBezTo>
                    <a:pt x="673729" y="928827"/>
                    <a:pt x="668961" y="949622"/>
                    <a:pt x="653996" y="968044"/>
                  </a:cubicBezTo>
                  <a:cubicBezTo>
                    <a:pt x="629365" y="998356"/>
                    <a:pt x="605000" y="1028899"/>
                    <a:pt x="581200" y="1059865"/>
                  </a:cubicBezTo>
                  <a:cubicBezTo>
                    <a:pt x="571956" y="1071896"/>
                    <a:pt x="564552" y="1085341"/>
                    <a:pt x="554848" y="1100415"/>
                  </a:cubicBezTo>
                  <a:cubicBezTo>
                    <a:pt x="592724" y="1150340"/>
                    <a:pt x="630543" y="1200187"/>
                    <a:pt x="669639" y="1251719"/>
                  </a:cubicBezTo>
                  <a:cubicBezTo>
                    <a:pt x="669850" y="1252773"/>
                    <a:pt x="670988" y="1256093"/>
                    <a:pt x="671115" y="1259452"/>
                  </a:cubicBezTo>
                  <a:cubicBezTo>
                    <a:pt x="672802" y="1304034"/>
                    <a:pt x="677361" y="1326378"/>
                    <a:pt x="608485" y="1312900"/>
                  </a:cubicBezTo>
                  <a:cubicBezTo>
                    <a:pt x="571623" y="1265662"/>
                    <a:pt x="538865" y="1220171"/>
                    <a:pt x="504134" y="1176243"/>
                  </a:cubicBezTo>
                  <a:cubicBezTo>
                    <a:pt x="485122" y="1152196"/>
                    <a:pt x="462662" y="1130863"/>
                    <a:pt x="455438" y="1098804"/>
                  </a:cubicBezTo>
                  <a:cubicBezTo>
                    <a:pt x="463162" y="1076635"/>
                    <a:pt x="475513" y="1057069"/>
                    <a:pt x="490569" y="1037979"/>
                  </a:cubicBezTo>
                  <a:cubicBezTo>
                    <a:pt x="523140" y="996680"/>
                    <a:pt x="553084" y="953303"/>
                    <a:pt x="583956" y="910673"/>
                  </a:cubicBezTo>
                  <a:cubicBezTo>
                    <a:pt x="600228" y="888200"/>
                    <a:pt x="620548" y="875584"/>
                    <a:pt x="649515" y="881403"/>
                  </a:cubicBezTo>
                  <a:close/>
                  <a:moveTo>
                    <a:pt x="1094386" y="881245"/>
                  </a:moveTo>
                  <a:cubicBezTo>
                    <a:pt x="1102783" y="880648"/>
                    <a:pt x="1111318" y="881952"/>
                    <a:pt x="1121658" y="882477"/>
                  </a:cubicBezTo>
                  <a:cubicBezTo>
                    <a:pt x="1168647" y="944266"/>
                    <a:pt x="1216093" y="1006168"/>
                    <a:pt x="1262927" y="1068536"/>
                  </a:cubicBezTo>
                  <a:cubicBezTo>
                    <a:pt x="1277483" y="1087921"/>
                    <a:pt x="1275671" y="1112799"/>
                    <a:pt x="1259246" y="1134359"/>
                  </a:cubicBezTo>
                  <a:cubicBezTo>
                    <a:pt x="1228367" y="1174897"/>
                    <a:pt x="1197088" y="1215129"/>
                    <a:pt x="1165957" y="1255474"/>
                  </a:cubicBezTo>
                  <a:cubicBezTo>
                    <a:pt x="1155582" y="1268919"/>
                    <a:pt x="1145154" y="1282322"/>
                    <a:pt x="1132038" y="1298498"/>
                  </a:cubicBezTo>
                  <a:cubicBezTo>
                    <a:pt x="1119882" y="1312043"/>
                    <a:pt x="1108827" y="1317924"/>
                    <a:pt x="1093657" y="1317968"/>
                  </a:cubicBezTo>
                  <a:cubicBezTo>
                    <a:pt x="1075950" y="1318019"/>
                    <a:pt x="1063367" y="1310024"/>
                    <a:pt x="1056379" y="1295591"/>
                  </a:cubicBezTo>
                  <a:cubicBezTo>
                    <a:pt x="1049525" y="1281424"/>
                    <a:pt x="1049340" y="1265939"/>
                    <a:pt x="1059962" y="1252047"/>
                  </a:cubicBezTo>
                  <a:cubicBezTo>
                    <a:pt x="1089890" y="1212904"/>
                    <a:pt x="1119896" y="1173813"/>
                    <a:pt x="1149263" y="1134248"/>
                  </a:cubicBezTo>
                  <a:cubicBezTo>
                    <a:pt x="1158163" y="1122261"/>
                    <a:pt x="1165077" y="1108805"/>
                    <a:pt x="1173739" y="1094651"/>
                  </a:cubicBezTo>
                  <a:cubicBezTo>
                    <a:pt x="1147376" y="1060032"/>
                    <a:pt x="1122549" y="1027881"/>
                    <a:pt x="1098252" y="995333"/>
                  </a:cubicBezTo>
                  <a:cubicBezTo>
                    <a:pt x="1085058" y="977659"/>
                    <a:pt x="1071122" y="960229"/>
                    <a:pt x="1060449" y="941059"/>
                  </a:cubicBezTo>
                  <a:cubicBezTo>
                    <a:pt x="1042623" y="909042"/>
                    <a:pt x="1057517" y="883870"/>
                    <a:pt x="1094386" y="881245"/>
                  </a:cubicBezTo>
                  <a:close/>
                  <a:moveTo>
                    <a:pt x="998905" y="818346"/>
                  </a:moveTo>
                  <a:cubicBezTo>
                    <a:pt x="1008020" y="821230"/>
                    <a:pt x="1015692" y="827914"/>
                    <a:pt x="1019740" y="840608"/>
                  </a:cubicBezTo>
                  <a:cubicBezTo>
                    <a:pt x="1021783" y="847014"/>
                    <a:pt x="1024796" y="853111"/>
                    <a:pt x="1028848" y="862957"/>
                  </a:cubicBezTo>
                  <a:cubicBezTo>
                    <a:pt x="973158" y="976287"/>
                    <a:pt x="916483" y="1091022"/>
                    <a:pt x="860413" y="1206053"/>
                  </a:cubicBezTo>
                  <a:cubicBezTo>
                    <a:pt x="839505" y="1248943"/>
                    <a:pt x="820181" y="1292605"/>
                    <a:pt x="799764" y="1335739"/>
                  </a:cubicBezTo>
                  <a:cubicBezTo>
                    <a:pt x="794677" y="1346486"/>
                    <a:pt x="789091" y="1357252"/>
                    <a:pt x="782057" y="1366765"/>
                  </a:cubicBezTo>
                  <a:cubicBezTo>
                    <a:pt x="771130" y="1381535"/>
                    <a:pt x="748919" y="1386204"/>
                    <a:pt x="731114" y="1379061"/>
                  </a:cubicBezTo>
                  <a:cubicBezTo>
                    <a:pt x="715176" y="1372666"/>
                    <a:pt x="705838" y="1357206"/>
                    <a:pt x="708070" y="1337393"/>
                  </a:cubicBezTo>
                  <a:cubicBezTo>
                    <a:pt x="709186" y="1327493"/>
                    <a:pt x="712366" y="1317420"/>
                    <a:pt x="716578" y="1308339"/>
                  </a:cubicBezTo>
                  <a:cubicBezTo>
                    <a:pt x="742425" y="1252619"/>
                    <a:pt x="768290" y="1196895"/>
                    <a:pt x="795203" y="1141687"/>
                  </a:cubicBezTo>
                  <a:cubicBezTo>
                    <a:pt x="823657" y="1083323"/>
                    <a:pt x="853570" y="1025672"/>
                    <a:pt x="882239" y="967410"/>
                  </a:cubicBezTo>
                  <a:cubicBezTo>
                    <a:pt x="891241" y="949118"/>
                    <a:pt x="898289" y="929865"/>
                    <a:pt x="907702" y="907501"/>
                  </a:cubicBezTo>
                  <a:cubicBezTo>
                    <a:pt x="919208" y="884132"/>
                    <a:pt x="929550" y="864462"/>
                    <a:pt x="939167" y="844442"/>
                  </a:cubicBezTo>
                  <a:cubicBezTo>
                    <a:pt x="945540" y="831180"/>
                    <a:pt x="955537" y="822418"/>
                    <a:pt x="969415" y="818880"/>
                  </a:cubicBezTo>
                  <a:cubicBezTo>
                    <a:pt x="979232" y="816377"/>
                    <a:pt x="989790" y="815462"/>
                    <a:pt x="998905" y="818346"/>
                  </a:cubicBezTo>
                  <a:close/>
                  <a:moveTo>
                    <a:pt x="325420" y="580467"/>
                  </a:moveTo>
                  <a:lnTo>
                    <a:pt x="1408691" y="580467"/>
                  </a:lnTo>
                  <a:lnTo>
                    <a:pt x="1408691" y="701018"/>
                  </a:lnTo>
                  <a:lnTo>
                    <a:pt x="325420" y="701018"/>
                  </a:lnTo>
                  <a:close/>
                  <a:moveTo>
                    <a:pt x="325401" y="315932"/>
                  </a:moveTo>
                  <a:lnTo>
                    <a:pt x="1408418" y="315932"/>
                  </a:lnTo>
                  <a:lnTo>
                    <a:pt x="1408418" y="436132"/>
                  </a:lnTo>
                  <a:lnTo>
                    <a:pt x="325401" y="436132"/>
                  </a:lnTo>
                  <a:close/>
                  <a:moveTo>
                    <a:pt x="0" y="0"/>
                  </a:moveTo>
                  <a:lnTo>
                    <a:pt x="191072" y="0"/>
                  </a:lnTo>
                  <a:lnTo>
                    <a:pt x="191072" y="192135"/>
                  </a:lnTo>
                  <a:lnTo>
                    <a:pt x="0" y="192135"/>
                  </a:lnTo>
                  <a:close/>
                </a:path>
              </a:pathLst>
            </a:custGeom>
            <a:solidFill>
              <a:schemeClr val="bg1"/>
            </a:solidFill>
            <a:ln w="1155" cap="flat">
              <a:noFill/>
              <a:prstDash val="solid"/>
              <a:miter/>
            </a:ln>
          </p:spPr>
          <p:txBody>
            <a:bodyPr wrap="square" rtlCol="0" anchor="ctr">
              <a:noAutofit/>
            </a:bodyPr>
            <a:lstStyle/>
            <a:p>
              <a:endParaRPr lang="en-US"/>
            </a:p>
          </p:txBody>
        </p:sp>
      </p:grpSp>
      <p:grpSp>
        <p:nvGrpSpPr>
          <p:cNvPr id="952" name="Group 951">
            <a:extLst>
              <a:ext uri="{FF2B5EF4-FFF2-40B4-BE49-F238E27FC236}">
                <a16:creationId xmlns:a16="http://schemas.microsoft.com/office/drawing/2014/main" id="{7E28BD07-B730-A862-691F-8A929BE24FE3}"/>
              </a:ext>
              <a:ext uri="{C183D7F6-B498-43B3-948B-1728B52AA6E4}">
                <adec:decorative xmlns:adec="http://schemas.microsoft.com/office/drawing/2017/decorative" val="1"/>
              </a:ext>
            </a:extLst>
          </p:cNvPr>
          <p:cNvGrpSpPr>
            <a:grpSpLocks noChangeAspect="1"/>
          </p:cNvGrpSpPr>
          <p:nvPr/>
        </p:nvGrpSpPr>
        <p:grpSpPr>
          <a:xfrm>
            <a:off x="1860127" y="2930159"/>
            <a:ext cx="480182" cy="457200"/>
            <a:chOff x="1860127" y="2930159"/>
            <a:chExt cx="480182" cy="457200"/>
          </a:xfrm>
          <a:solidFill>
            <a:srgbClr val="FF0000"/>
          </a:solidFill>
        </p:grpSpPr>
        <p:sp>
          <p:nvSpPr>
            <p:cNvPr id="29" name="Freeform: Shape 28">
              <a:extLst>
                <a:ext uri="{FF2B5EF4-FFF2-40B4-BE49-F238E27FC236}">
                  <a16:creationId xmlns:a16="http://schemas.microsoft.com/office/drawing/2014/main" id="{E8706EEC-FB3A-AAA8-3EE8-DECD89739889}"/>
                </a:ext>
                <a:ext uri="{C183D7F6-B498-43B3-948B-1728B52AA6E4}">
                  <adec:decorative xmlns:adec="http://schemas.microsoft.com/office/drawing/2017/decorative" val="1"/>
                </a:ext>
              </a:extLst>
            </p:cNvPr>
            <p:cNvSpPr/>
            <p:nvPr/>
          </p:nvSpPr>
          <p:spPr>
            <a:xfrm>
              <a:off x="1860127" y="2991059"/>
              <a:ext cx="388382" cy="383537"/>
            </a:xfrm>
            <a:custGeom>
              <a:avLst/>
              <a:gdLst>
                <a:gd name="connsiteX0" fmla="*/ 20079 w 582053"/>
                <a:gd name="connsiteY0" fmla="*/ 184806 h 574792"/>
                <a:gd name="connsiteX1" fmla="*/ 31057 w 582053"/>
                <a:gd name="connsiteY1" fmla="*/ 200020 h 574792"/>
                <a:gd name="connsiteX2" fmla="*/ 50021 w 582053"/>
                <a:gd name="connsiteY2" fmla="*/ 228113 h 574792"/>
                <a:gd name="connsiteX3" fmla="*/ 51497 w 582053"/>
                <a:gd name="connsiteY3" fmla="*/ 237415 h 574792"/>
                <a:gd name="connsiteX4" fmla="*/ 45957 w 582053"/>
                <a:gd name="connsiteY4" fmla="*/ 275864 h 574792"/>
                <a:gd name="connsiteX5" fmla="*/ 44974 w 582053"/>
                <a:gd name="connsiteY5" fmla="*/ 290371 h 574792"/>
                <a:gd name="connsiteX6" fmla="*/ 54203 w 582053"/>
                <a:gd name="connsiteY6" fmla="*/ 357408 h 574792"/>
                <a:gd name="connsiteX7" fmla="*/ 84629 w 582053"/>
                <a:gd name="connsiteY7" fmla="*/ 424468 h 574792"/>
                <a:gd name="connsiteX8" fmla="*/ 127562 w 582053"/>
                <a:gd name="connsiteY8" fmla="*/ 474804 h 574792"/>
                <a:gd name="connsiteX9" fmla="*/ 208091 w 582053"/>
                <a:gd name="connsiteY9" fmla="*/ 522635 h 574792"/>
                <a:gd name="connsiteX10" fmla="*/ 227875 w 582053"/>
                <a:gd name="connsiteY10" fmla="*/ 527509 h 574792"/>
                <a:gd name="connsiteX11" fmla="*/ 227875 w 582053"/>
                <a:gd name="connsiteY11" fmla="*/ 574792 h 574792"/>
                <a:gd name="connsiteX12" fmla="*/ 212906 w 582053"/>
                <a:gd name="connsiteY12" fmla="*/ 571958 h 574792"/>
                <a:gd name="connsiteX13" fmla="*/ 154985 w 582053"/>
                <a:gd name="connsiteY13" fmla="*/ 548989 h 574792"/>
                <a:gd name="connsiteX14" fmla="*/ 104712 w 582053"/>
                <a:gd name="connsiteY14" fmla="*/ 514992 h 574792"/>
                <a:gd name="connsiteX15" fmla="*/ 82498 w 582053"/>
                <a:gd name="connsiteY15" fmla="*/ 494637 h 574792"/>
                <a:gd name="connsiteX16" fmla="*/ 39006 w 582053"/>
                <a:gd name="connsiteY16" fmla="*/ 437313 h 574792"/>
                <a:gd name="connsiteX17" fmla="*/ 12557 w 582053"/>
                <a:gd name="connsiteY17" fmla="*/ 375730 h 574792"/>
                <a:gd name="connsiteX18" fmla="*/ 2944 w 582053"/>
                <a:gd name="connsiteY18" fmla="*/ 330008 h 574792"/>
                <a:gd name="connsiteX19" fmla="*/ 0 w 582053"/>
                <a:gd name="connsiteY19" fmla="*/ 282092 h 574792"/>
                <a:gd name="connsiteX20" fmla="*/ 3624 w 582053"/>
                <a:gd name="connsiteY20" fmla="*/ 246640 h 574792"/>
                <a:gd name="connsiteX21" fmla="*/ 17389 w 582053"/>
                <a:gd name="connsiteY21" fmla="*/ 191673 h 574792"/>
                <a:gd name="connsiteX22" fmla="*/ 20079 w 582053"/>
                <a:gd name="connsiteY22" fmla="*/ 184806 h 574792"/>
                <a:gd name="connsiteX23" fmla="*/ 556771 w 582053"/>
                <a:gd name="connsiteY23" fmla="*/ 169732 h 574792"/>
                <a:gd name="connsiteX24" fmla="*/ 571166 w 582053"/>
                <a:gd name="connsiteY24" fmla="*/ 211282 h 574792"/>
                <a:gd name="connsiteX25" fmla="*/ 578895 w 582053"/>
                <a:gd name="connsiteY25" fmla="*/ 244237 h 574792"/>
                <a:gd name="connsiteX26" fmla="*/ 581056 w 582053"/>
                <a:gd name="connsiteY26" fmla="*/ 263880 h 574792"/>
                <a:gd name="connsiteX27" fmla="*/ 582026 w 582053"/>
                <a:gd name="connsiteY27" fmla="*/ 301961 h 574792"/>
                <a:gd name="connsiteX28" fmla="*/ 570223 w 582053"/>
                <a:gd name="connsiteY28" fmla="*/ 374221 h 574792"/>
                <a:gd name="connsiteX29" fmla="*/ 551484 w 582053"/>
                <a:gd name="connsiteY29" fmla="*/ 422036 h 574792"/>
                <a:gd name="connsiteX30" fmla="*/ 516494 w 582053"/>
                <a:gd name="connsiteY30" fmla="*/ 475586 h 574792"/>
                <a:gd name="connsiteX31" fmla="*/ 486388 w 582053"/>
                <a:gd name="connsiteY31" fmla="*/ 507490 h 574792"/>
                <a:gd name="connsiteX32" fmla="*/ 436465 w 582053"/>
                <a:gd name="connsiteY32" fmla="*/ 543870 h 574792"/>
                <a:gd name="connsiteX33" fmla="*/ 373390 w 582053"/>
                <a:gd name="connsiteY33" fmla="*/ 570678 h 574792"/>
                <a:gd name="connsiteX34" fmla="*/ 354965 w 582053"/>
                <a:gd name="connsiteY34" fmla="*/ 574667 h 574792"/>
                <a:gd name="connsiteX35" fmla="*/ 354965 w 582053"/>
                <a:gd name="connsiteY35" fmla="*/ 528281 h 574792"/>
                <a:gd name="connsiteX36" fmla="*/ 363352 w 582053"/>
                <a:gd name="connsiteY36" fmla="*/ 526341 h 574792"/>
                <a:gd name="connsiteX37" fmla="*/ 444791 w 582053"/>
                <a:gd name="connsiteY37" fmla="*/ 483376 h 574792"/>
                <a:gd name="connsiteX38" fmla="*/ 505596 w 582053"/>
                <a:gd name="connsiteY38" fmla="*/ 411679 h 574792"/>
                <a:gd name="connsiteX39" fmla="*/ 529591 w 582053"/>
                <a:gd name="connsiteY39" fmla="*/ 352147 h 574792"/>
                <a:gd name="connsiteX40" fmla="*/ 535768 w 582053"/>
                <a:gd name="connsiteY40" fmla="*/ 313363 h 574792"/>
                <a:gd name="connsiteX41" fmla="*/ 536703 w 582053"/>
                <a:gd name="connsiteY41" fmla="*/ 273348 h 574792"/>
                <a:gd name="connsiteX42" fmla="*/ 522868 w 582053"/>
                <a:gd name="connsiteY42" fmla="*/ 208522 h 574792"/>
                <a:gd name="connsiteX43" fmla="*/ 521507 w 582053"/>
                <a:gd name="connsiteY43" fmla="*/ 204863 h 574792"/>
                <a:gd name="connsiteX44" fmla="*/ 556771 w 582053"/>
                <a:gd name="connsiteY44" fmla="*/ 169732 h 574792"/>
                <a:gd name="connsiteX45" fmla="*/ 306113 w 582053"/>
                <a:gd name="connsiteY45" fmla="*/ 231 h 574792"/>
                <a:gd name="connsiteX46" fmla="*/ 408803 w 582053"/>
                <a:gd name="connsiteY46" fmla="*/ 24691 h 574792"/>
                <a:gd name="connsiteX47" fmla="*/ 463224 w 582053"/>
                <a:gd name="connsiteY47" fmla="*/ 56318 h 574792"/>
                <a:gd name="connsiteX48" fmla="*/ 463738 w 582053"/>
                <a:gd name="connsiteY48" fmla="*/ 61023 h 574792"/>
                <a:gd name="connsiteX49" fmla="*/ 432904 w 582053"/>
                <a:gd name="connsiteY49" fmla="*/ 90554 h 574792"/>
                <a:gd name="connsiteX50" fmla="*/ 370745 w 582053"/>
                <a:gd name="connsiteY50" fmla="*/ 58603 h 574792"/>
                <a:gd name="connsiteX51" fmla="*/ 328172 w 582053"/>
                <a:gd name="connsiteY51" fmla="*/ 48277 h 574792"/>
                <a:gd name="connsiteX52" fmla="*/ 281253 w 582053"/>
                <a:gd name="connsiteY52" fmla="*/ 45336 h 574792"/>
                <a:gd name="connsiteX53" fmla="*/ 226878 w 582053"/>
                <a:gd name="connsiteY53" fmla="*/ 53927 h 574792"/>
                <a:gd name="connsiteX54" fmla="*/ 177392 w 582053"/>
                <a:gd name="connsiteY54" fmla="*/ 73566 h 574792"/>
                <a:gd name="connsiteX55" fmla="*/ 136121 w 582053"/>
                <a:gd name="connsiteY55" fmla="*/ 101159 h 574792"/>
                <a:gd name="connsiteX56" fmla="*/ 111713 w 582053"/>
                <a:gd name="connsiteY56" fmla="*/ 123433 h 574792"/>
                <a:gd name="connsiteX57" fmla="*/ 101753 w 582053"/>
                <a:gd name="connsiteY57" fmla="*/ 135207 h 574792"/>
                <a:gd name="connsiteX58" fmla="*/ 96151 w 582053"/>
                <a:gd name="connsiteY58" fmla="*/ 135967 h 574792"/>
                <a:gd name="connsiteX59" fmla="*/ 67112 w 582053"/>
                <a:gd name="connsiteY59" fmla="*/ 107176 h 574792"/>
                <a:gd name="connsiteX60" fmla="*/ 66459 w 582053"/>
                <a:gd name="connsiteY60" fmla="*/ 106163 h 574792"/>
                <a:gd name="connsiteX61" fmla="*/ 73455 w 582053"/>
                <a:gd name="connsiteY61" fmla="*/ 97767 h 574792"/>
                <a:gd name="connsiteX62" fmla="*/ 136254 w 582053"/>
                <a:gd name="connsiteY62" fmla="*/ 44682 h 574792"/>
                <a:gd name="connsiteX63" fmla="*/ 219516 w 582053"/>
                <a:gd name="connsiteY63" fmla="*/ 8917 h 574792"/>
                <a:gd name="connsiteX64" fmla="*/ 221340 w 582053"/>
                <a:gd name="connsiteY64" fmla="*/ 8624 h 574792"/>
                <a:gd name="connsiteX65" fmla="*/ 270510 w 582053"/>
                <a:gd name="connsiteY65" fmla="*/ 1037 h 574792"/>
                <a:gd name="connsiteX66" fmla="*/ 306113 w 582053"/>
                <a:gd name="connsiteY66" fmla="*/ 231 h 57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582053" h="574792">
                  <a:moveTo>
                    <a:pt x="20079" y="184806"/>
                  </a:moveTo>
                  <a:cubicBezTo>
                    <a:pt x="24066" y="190311"/>
                    <a:pt x="27694" y="195075"/>
                    <a:pt x="31057" y="200020"/>
                  </a:cubicBezTo>
                  <a:cubicBezTo>
                    <a:pt x="37413" y="209364"/>
                    <a:pt x="43355" y="219001"/>
                    <a:pt x="50021" y="228113"/>
                  </a:cubicBezTo>
                  <a:cubicBezTo>
                    <a:pt x="52385" y="231344"/>
                    <a:pt x="51963" y="234186"/>
                    <a:pt x="51497" y="237415"/>
                  </a:cubicBezTo>
                  <a:cubicBezTo>
                    <a:pt x="49648" y="250231"/>
                    <a:pt x="47673" y="263031"/>
                    <a:pt x="45957" y="275864"/>
                  </a:cubicBezTo>
                  <a:cubicBezTo>
                    <a:pt x="45315" y="280660"/>
                    <a:pt x="44958" y="285535"/>
                    <a:pt x="44974" y="290371"/>
                  </a:cubicBezTo>
                  <a:cubicBezTo>
                    <a:pt x="45050" y="313119"/>
                    <a:pt x="48046" y="335501"/>
                    <a:pt x="54203" y="357408"/>
                  </a:cubicBezTo>
                  <a:cubicBezTo>
                    <a:pt x="60918" y="381300"/>
                    <a:pt x="71219" y="403514"/>
                    <a:pt x="84629" y="424468"/>
                  </a:cubicBezTo>
                  <a:cubicBezTo>
                    <a:pt x="96672" y="443284"/>
                    <a:pt x="111037" y="460057"/>
                    <a:pt x="127562" y="474804"/>
                  </a:cubicBezTo>
                  <a:cubicBezTo>
                    <a:pt x="151213" y="495910"/>
                    <a:pt x="177936" y="512192"/>
                    <a:pt x="208091" y="522635"/>
                  </a:cubicBezTo>
                  <a:lnTo>
                    <a:pt x="227875" y="527509"/>
                  </a:lnTo>
                  <a:lnTo>
                    <a:pt x="227875" y="574792"/>
                  </a:lnTo>
                  <a:lnTo>
                    <a:pt x="212906" y="571958"/>
                  </a:lnTo>
                  <a:cubicBezTo>
                    <a:pt x="192649" y="566922"/>
                    <a:pt x="173386" y="558866"/>
                    <a:pt x="154985" y="548989"/>
                  </a:cubicBezTo>
                  <a:cubicBezTo>
                    <a:pt x="137088" y="539383"/>
                    <a:pt x="120006" y="528469"/>
                    <a:pt x="104712" y="514992"/>
                  </a:cubicBezTo>
                  <a:cubicBezTo>
                    <a:pt x="97177" y="508351"/>
                    <a:pt x="89469" y="501843"/>
                    <a:pt x="82498" y="494637"/>
                  </a:cubicBezTo>
                  <a:cubicBezTo>
                    <a:pt x="65721" y="477298"/>
                    <a:pt x="51113" y="458270"/>
                    <a:pt x="39006" y="437313"/>
                  </a:cubicBezTo>
                  <a:cubicBezTo>
                    <a:pt x="27737" y="417806"/>
                    <a:pt x="18382" y="397461"/>
                    <a:pt x="12557" y="375730"/>
                  </a:cubicBezTo>
                  <a:cubicBezTo>
                    <a:pt x="8528" y="360699"/>
                    <a:pt x="5012" y="345408"/>
                    <a:pt x="2944" y="330008"/>
                  </a:cubicBezTo>
                  <a:cubicBezTo>
                    <a:pt x="819" y="314178"/>
                    <a:pt x="-26" y="298074"/>
                    <a:pt x="0" y="282092"/>
                  </a:cubicBezTo>
                  <a:cubicBezTo>
                    <a:pt x="19" y="270273"/>
                    <a:pt x="2331" y="258457"/>
                    <a:pt x="3624" y="246640"/>
                  </a:cubicBezTo>
                  <a:cubicBezTo>
                    <a:pt x="5696" y="227688"/>
                    <a:pt x="10922" y="209524"/>
                    <a:pt x="17389" y="191673"/>
                  </a:cubicBezTo>
                  <a:cubicBezTo>
                    <a:pt x="18129" y="189632"/>
                    <a:pt x="18970" y="187628"/>
                    <a:pt x="20079" y="184806"/>
                  </a:cubicBezTo>
                  <a:close/>
                  <a:moveTo>
                    <a:pt x="556771" y="169732"/>
                  </a:moveTo>
                  <a:cubicBezTo>
                    <a:pt x="561607" y="183539"/>
                    <a:pt x="566898" y="197255"/>
                    <a:pt x="571166" y="211282"/>
                  </a:cubicBezTo>
                  <a:cubicBezTo>
                    <a:pt x="574445" y="222057"/>
                    <a:pt x="576704" y="233171"/>
                    <a:pt x="578895" y="244237"/>
                  </a:cubicBezTo>
                  <a:cubicBezTo>
                    <a:pt x="580171" y="250679"/>
                    <a:pt x="580758" y="257308"/>
                    <a:pt x="581056" y="263880"/>
                  </a:cubicBezTo>
                  <a:cubicBezTo>
                    <a:pt x="581632" y="276564"/>
                    <a:pt x="582183" y="289272"/>
                    <a:pt x="582026" y="301961"/>
                  </a:cubicBezTo>
                  <a:cubicBezTo>
                    <a:pt x="581722" y="326606"/>
                    <a:pt x="578143" y="350866"/>
                    <a:pt x="570223" y="374221"/>
                  </a:cubicBezTo>
                  <a:cubicBezTo>
                    <a:pt x="564728" y="390424"/>
                    <a:pt x="558767" y="406580"/>
                    <a:pt x="551484" y="422036"/>
                  </a:cubicBezTo>
                  <a:cubicBezTo>
                    <a:pt x="542357" y="441404"/>
                    <a:pt x="530790" y="459499"/>
                    <a:pt x="516494" y="475586"/>
                  </a:cubicBezTo>
                  <a:cubicBezTo>
                    <a:pt x="506782" y="486515"/>
                    <a:pt x="497064" y="497538"/>
                    <a:pt x="486388" y="507490"/>
                  </a:cubicBezTo>
                  <a:cubicBezTo>
                    <a:pt x="471273" y="521581"/>
                    <a:pt x="454507" y="533654"/>
                    <a:pt x="436465" y="543870"/>
                  </a:cubicBezTo>
                  <a:cubicBezTo>
                    <a:pt x="416452" y="555203"/>
                    <a:pt x="395646" y="564773"/>
                    <a:pt x="373390" y="570678"/>
                  </a:cubicBezTo>
                  <a:lnTo>
                    <a:pt x="354965" y="574667"/>
                  </a:lnTo>
                  <a:lnTo>
                    <a:pt x="354965" y="528281"/>
                  </a:lnTo>
                  <a:lnTo>
                    <a:pt x="363352" y="526341"/>
                  </a:lnTo>
                  <a:cubicBezTo>
                    <a:pt x="393393" y="517642"/>
                    <a:pt x="420462" y="502845"/>
                    <a:pt x="444791" y="483376"/>
                  </a:cubicBezTo>
                  <a:cubicBezTo>
                    <a:pt x="469646" y="463487"/>
                    <a:pt x="489786" y="439444"/>
                    <a:pt x="505596" y="411679"/>
                  </a:cubicBezTo>
                  <a:cubicBezTo>
                    <a:pt x="516312" y="392861"/>
                    <a:pt x="524211" y="372944"/>
                    <a:pt x="529591" y="352147"/>
                  </a:cubicBezTo>
                  <a:cubicBezTo>
                    <a:pt x="532858" y="339521"/>
                    <a:pt x="534600" y="326384"/>
                    <a:pt x="535768" y="313363"/>
                  </a:cubicBezTo>
                  <a:cubicBezTo>
                    <a:pt x="536959" y="300092"/>
                    <a:pt x="537630" y="286610"/>
                    <a:pt x="536703" y="273348"/>
                  </a:cubicBezTo>
                  <a:cubicBezTo>
                    <a:pt x="535154" y="251188"/>
                    <a:pt x="530408" y="229507"/>
                    <a:pt x="522868" y="208522"/>
                  </a:cubicBezTo>
                  <a:cubicBezTo>
                    <a:pt x="522336" y="207044"/>
                    <a:pt x="521773" y="205578"/>
                    <a:pt x="521507" y="204863"/>
                  </a:cubicBezTo>
                  <a:cubicBezTo>
                    <a:pt x="533231" y="193183"/>
                    <a:pt x="544659" y="181798"/>
                    <a:pt x="556771" y="169732"/>
                  </a:cubicBezTo>
                  <a:close/>
                  <a:moveTo>
                    <a:pt x="306113" y="231"/>
                  </a:moveTo>
                  <a:cubicBezTo>
                    <a:pt x="341691" y="2459"/>
                    <a:pt x="376120" y="9941"/>
                    <a:pt x="408803" y="24691"/>
                  </a:cubicBezTo>
                  <a:cubicBezTo>
                    <a:pt x="428048" y="33377"/>
                    <a:pt x="446236" y="43764"/>
                    <a:pt x="463224" y="56318"/>
                  </a:cubicBezTo>
                  <a:cubicBezTo>
                    <a:pt x="465669" y="58125"/>
                    <a:pt x="465724" y="59129"/>
                    <a:pt x="463738" y="61023"/>
                  </a:cubicBezTo>
                  <a:cubicBezTo>
                    <a:pt x="453492" y="70795"/>
                    <a:pt x="443284" y="80606"/>
                    <a:pt x="432904" y="90554"/>
                  </a:cubicBezTo>
                  <a:cubicBezTo>
                    <a:pt x="413734" y="76864"/>
                    <a:pt x="393004" y="65995"/>
                    <a:pt x="370745" y="58603"/>
                  </a:cubicBezTo>
                  <a:cubicBezTo>
                    <a:pt x="356931" y="54015"/>
                    <a:pt x="342473" y="51234"/>
                    <a:pt x="328172" y="48277"/>
                  </a:cubicBezTo>
                  <a:cubicBezTo>
                    <a:pt x="312723" y="45082"/>
                    <a:pt x="296958" y="44560"/>
                    <a:pt x="281253" y="45336"/>
                  </a:cubicBezTo>
                  <a:cubicBezTo>
                    <a:pt x="262859" y="46244"/>
                    <a:pt x="244712" y="48983"/>
                    <a:pt x="226878" y="53927"/>
                  </a:cubicBezTo>
                  <a:cubicBezTo>
                    <a:pt x="209639" y="58706"/>
                    <a:pt x="192779" y="64562"/>
                    <a:pt x="177392" y="73566"/>
                  </a:cubicBezTo>
                  <a:cubicBezTo>
                    <a:pt x="163128" y="81913"/>
                    <a:pt x="149389" y="91291"/>
                    <a:pt x="136121" y="101159"/>
                  </a:cubicBezTo>
                  <a:cubicBezTo>
                    <a:pt x="127324" y="107702"/>
                    <a:pt x="119628" y="115767"/>
                    <a:pt x="111713" y="123433"/>
                  </a:cubicBezTo>
                  <a:cubicBezTo>
                    <a:pt x="108037" y="126995"/>
                    <a:pt x="104858" y="131113"/>
                    <a:pt x="101753" y="135207"/>
                  </a:cubicBezTo>
                  <a:cubicBezTo>
                    <a:pt x="99927" y="137614"/>
                    <a:pt x="97663" y="137427"/>
                    <a:pt x="96151" y="135967"/>
                  </a:cubicBezTo>
                  <a:cubicBezTo>
                    <a:pt x="86346" y="126500"/>
                    <a:pt x="76761" y="116805"/>
                    <a:pt x="67112" y="107176"/>
                  </a:cubicBezTo>
                  <a:cubicBezTo>
                    <a:pt x="66891" y="106955"/>
                    <a:pt x="66763" y="106642"/>
                    <a:pt x="66459" y="106163"/>
                  </a:cubicBezTo>
                  <a:cubicBezTo>
                    <a:pt x="68753" y="103399"/>
                    <a:pt x="70996" y="100485"/>
                    <a:pt x="73455" y="97767"/>
                  </a:cubicBezTo>
                  <a:cubicBezTo>
                    <a:pt x="92006" y="77260"/>
                    <a:pt x="112823" y="59456"/>
                    <a:pt x="136254" y="44682"/>
                  </a:cubicBezTo>
                  <a:cubicBezTo>
                    <a:pt x="162142" y="28359"/>
                    <a:pt x="189882" y="16461"/>
                    <a:pt x="219516" y="8917"/>
                  </a:cubicBezTo>
                  <a:cubicBezTo>
                    <a:pt x="219981" y="8798"/>
                    <a:pt x="220493" y="8861"/>
                    <a:pt x="221340" y="8624"/>
                  </a:cubicBezTo>
                  <a:cubicBezTo>
                    <a:pt x="237759" y="4564"/>
                    <a:pt x="253930" y="1459"/>
                    <a:pt x="270510" y="1037"/>
                  </a:cubicBezTo>
                  <a:cubicBezTo>
                    <a:pt x="282382" y="734"/>
                    <a:pt x="294309" y="-508"/>
                    <a:pt x="306113" y="2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0" name="Freeform: Shape 29">
              <a:extLst>
                <a:ext uri="{FF2B5EF4-FFF2-40B4-BE49-F238E27FC236}">
                  <a16:creationId xmlns:a16="http://schemas.microsoft.com/office/drawing/2014/main" id="{B18B0273-DF2A-118D-C4B6-F5C719F6F80C}"/>
                </a:ext>
                <a:ext uri="{C183D7F6-B498-43B3-948B-1728B52AA6E4}">
                  <adec:decorative xmlns:adec="http://schemas.microsoft.com/office/drawing/2017/decorative" val="1"/>
                </a:ext>
              </a:extLst>
            </p:cNvPr>
            <p:cNvSpPr/>
            <p:nvPr/>
          </p:nvSpPr>
          <p:spPr>
            <a:xfrm>
              <a:off x="1865747" y="2930159"/>
              <a:ext cx="474562" cy="457200"/>
            </a:xfrm>
            <a:custGeom>
              <a:avLst/>
              <a:gdLst>
                <a:gd name="connsiteX0" fmla="*/ 249576 w 711208"/>
                <a:gd name="connsiteY0" fmla="*/ 618991 h 685188"/>
                <a:gd name="connsiteX1" fmla="*/ 316420 w 711208"/>
                <a:gd name="connsiteY1" fmla="*/ 618991 h 685188"/>
                <a:gd name="connsiteX2" fmla="*/ 316420 w 711208"/>
                <a:gd name="connsiteY2" fmla="*/ 685188 h 685188"/>
                <a:gd name="connsiteX3" fmla="*/ 249576 w 711208"/>
                <a:gd name="connsiteY3" fmla="*/ 685188 h 685188"/>
                <a:gd name="connsiteX4" fmla="*/ 681276 w 711208"/>
                <a:gd name="connsiteY4" fmla="*/ 22589 h 685188"/>
                <a:gd name="connsiteX5" fmla="*/ 503038 w 711208"/>
                <a:gd name="connsiteY5" fmla="*/ 22631 h 685188"/>
                <a:gd name="connsiteX6" fmla="*/ 490963 w 711208"/>
                <a:gd name="connsiteY6" fmla="*/ 23606 h 685188"/>
                <a:gd name="connsiteX7" fmla="*/ 473589 w 711208"/>
                <a:gd name="connsiteY7" fmla="*/ 46535 h 685188"/>
                <a:gd name="connsiteX8" fmla="*/ 494343 w 711208"/>
                <a:gd name="connsiteY8" fmla="*/ 65802 h 685188"/>
                <a:gd name="connsiteX9" fmla="*/ 608750 w 711208"/>
                <a:gd name="connsiteY9" fmla="*/ 65800 h 685188"/>
                <a:gd name="connsiteX10" fmla="*/ 613752 w 711208"/>
                <a:gd name="connsiteY10" fmla="*/ 65800 h 685188"/>
                <a:gd name="connsiteX11" fmla="*/ 614194 w 711208"/>
                <a:gd name="connsiteY11" fmla="*/ 67131 h 685188"/>
                <a:gd name="connsiteX12" fmla="*/ 562395 w 711208"/>
                <a:gd name="connsiteY12" fmla="*/ 118831 h 685188"/>
                <a:gd name="connsiteX13" fmla="*/ 254763 w 711208"/>
                <a:gd name="connsiteY13" fmla="*/ 426462 h 685188"/>
                <a:gd name="connsiteX14" fmla="*/ 252355 w 711208"/>
                <a:gd name="connsiteY14" fmla="*/ 428909 h 685188"/>
                <a:gd name="connsiteX15" fmla="*/ 247162 w 711208"/>
                <a:gd name="connsiteY15" fmla="*/ 429177 h 685188"/>
                <a:gd name="connsiteX16" fmla="*/ 225184 w 711208"/>
                <a:gd name="connsiteY16" fmla="*/ 409155 h 685188"/>
                <a:gd name="connsiteX17" fmla="*/ 202832 w 711208"/>
                <a:gd name="connsiteY17" fmla="*/ 388815 h 685188"/>
                <a:gd name="connsiteX18" fmla="*/ 159196 w 711208"/>
                <a:gd name="connsiteY18" fmla="*/ 350016 h 685188"/>
                <a:gd name="connsiteX19" fmla="*/ 136135 w 711208"/>
                <a:gd name="connsiteY19" fmla="*/ 328999 h 685188"/>
                <a:gd name="connsiteX20" fmla="*/ 94944 w 711208"/>
                <a:gd name="connsiteY20" fmla="*/ 292614 h 685188"/>
                <a:gd name="connsiteX21" fmla="*/ 60683 w 711208"/>
                <a:gd name="connsiteY21" fmla="*/ 261454 h 685188"/>
                <a:gd name="connsiteX22" fmla="*/ 54923 w 711208"/>
                <a:gd name="connsiteY22" fmla="*/ 258555 h 685188"/>
                <a:gd name="connsiteX23" fmla="*/ 56795 w 711208"/>
                <a:gd name="connsiteY23" fmla="*/ 262309 h 685188"/>
                <a:gd name="connsiteX24" fmla="*/ 112160 w 711208"/>
                <a:gd name="connsiteY24" fmla="*/ 340333 h 685188"/>
                <a:gd name="connsiteX25" fmla="*/ 178911 w 711208"/>
                <a:gd name="connsiteY25" fmla="*/ 434563 h 685188"/>
                <a:gd name="connsiteX26" fmla="*/ 227896 w 711208"/>
                <a:gd name="connsiteY26" fmla="*/ 503504 h 685188"/>
                <a:gd name="connsiteX27" fmla="*/ 235679 w 711208"/>
                <a:gd name="connsiteY27" fmla="*/ 504471 h 685188"/>
                <a:gd name="connsiteX28" fmla="*/ 430458 w 711208"/>
                <a:gd name="connsiteY28" fmla="*/ 309692 h 685188"/>
                <a:gd name="connsiteX29" fmla="*/ 639136 w 711208"/>
                <a:gd name="connsiteY29" fmla="*/ 101035 h 685188"/>
                <a:gd name="connsiteX30" fmla="*/ 644397 w 711208"/>
                <a:gd name="connsiteY30" fmla="*/ 96292 h 685188"/>
                <a:gd name="connsiteX31" fmla="*/ 644397 w 711208"/>
                <a:gd name="connsiteY31" fmla="*/ 103480 h 685188"/>
                <a:gd name="connsiteX32" fmla="*/ 644399 w 711208"/>
                <a:gd name="connsiteY32" fmla="*/ 214940 h 685188"/>
                <a:gd name="connsiteX33" fmla="*/ 667080 w 711208"/>
                <a:gd name="connsiteY33" fmla="*/ 236831 h 685188"/>
                <a:gd name="connsiteX34" fmla="*/ 687604 w 711208"/>
                <a:gd name="connsiteY34" fmla="*/ 214893 h 685188"/>
                <a:gd name="connsiteX35" fmla="*/ 687608 w 711208"/>
                <a:gd name="connsiteY35" fmla="*/ 28307 h 685188"/>
                <a:gd name="connsiteX36" fmla="*/ 687608 w 711208"/>
                <a:gd name="connsiteY36" fmla="*/ 22589 h 685188"/>
                <a:gd name="connsiteX37" fmla="*/ 681276 w 711208"/>
                <a:gd name="connsiteY37" fmla="*/ 22589 h 685188"/>
                <a:gd name="connsiteX38" fmla="*/ 704868 w 711208"/>
                <a:gd name="connsiteY38" fmla="*/ 2 h 685188"/>
                <a:gd name="connsiteX39" fmla="*/ 711177 w 711208"/>
                <a:gd name="connsiteY39" fmla="*/ 2 h 685188"/>
                <a:gd name="connsiteX40" fmla="*/ 711177 w 711208"/>
                <a:gd name="connsiteY40" fmla="*/ 6233 h 685188"/>
                <a:gd name="connsiteX41" fmla="*/ 711132 w 711208"/>
                <a:gd name="connsiteY41" fmla="*/ 213935 h 685188"/>
                <a:gd name="connsiteX42" fmla="*/ 661714 w 711208"/>
                <a:gd name="connsiteY42" fmla="*/ 260151 h 685188"/>
                <a:gd name="connsiteX43" fmla="*/ 621725 w 711208"/>
                <a:gd name="connsiteY43" fmla="*/ 217521 h 685188"/>
                <a:gd name="connsiteX44" fmla="*/ 620679 w 711208"/>
                <a:gd name="connsiteY44" fmla="*/ 152860 h 685188"/>
                <a:gd name="connsiteX45" fmla="*/ 346588 w 711208"/>
                <a:gd name="connsiteY45" fmla="*/ 426952 h 685188"/>
                <a:gd name="connsiteX46" fmla="*/ 233153 w 711208"/>
                <a:gd name="connsiteY46" fmla="*/ 540385 h 685188"/>
                <a:gd name="connsiteX47" fmla="*/ 224590 w 711208"/>
                <a:gd name="connsiteY47" fmla="*/ 539298 h 685188"/>
                <a:gd name="connsiteX48" fmla="*/ 195840 w 711208"/>
                <a:gd name="connsiteY48" fmla="*/ 498671 h 685188"/>
                <a:gd name="connsiteX49" fmla="*/ 169242 w 711208"/>
                <a:gd name="connsiteY49" fmla="*/ 461258 h 685188"/>
                <a:gd name="connsiteX50" fmla="*/ 110644 w 711208"/>
                <a:gd name="connsiteY50" fmla="*/ 379003 h 685188"/>
                <a:gd name="connsiteX51" fmla="*/ 75893 w 711208"/>
                <a:gd name="connsiteY51" fmla="*/ 329616 h 685188"/>
                <a:gd name="connsiteX52" fmla="*/ 20854 w 711208"/>
                <a:gd name="connsiteY52" fmla="*/ 251955 h 685188"/>
                <a:gd name="connsiteX53" fmla="*/ 2872 w 711208"/>
                <a:gd name="connsiteY53" fmla="*/ 226227 h 685188"/>
                <a:gd name="connsiteX54" fmla="*/ 6655 w 711208"/>
                <a:gd name="connsiteY54" fmla="*/ 202137 h 685188"/>
                <a:gd name="connsiteX55" fmla="*/ 31463 w 711208"/>
                <a:gd name="connsiteY55" fmla="*/ 203677 h 685188"/>
                <a:gd name="connsiteX56" fmla="*/ 65677 w 711208"/>
                <a:gd name="connsiteY56" fmla="*/ 234891 h 685188"/>
                <a:gd name="connsiteX57" fmla="*/ 113512 w 711208"/>
                <a:gd name="connsiteY57" fmla="*/ 277822 h 685188"/>
                <a:gd name="connsiteX58" fmla="*/ 149833 w 711208"/>
                <a:gd name="connsiteY58" fmla="*/ 310224 h 685188"/>
                <a:gd name="connsiteX59" fmla="*/ 201864 w 711208"/>
                <a:gd name="connsiteY59" fmla="*/ 356420 h 685188"/>
                <a:gd name="connsiteX60" fmla="*/ 223867 w 711208"/>
                <a:gd name="connsiteY60" fmla="*/ 376415 h 685188"/>
                <a:gd name="connsiteX61" fmla="*/ 245951 w 711208"/>
                <a:gd name="connsiteY61" fmla="*/ 396311 h 685188"/>
                <a:gd name="connsiteX62" fmla="*/ 251363 w 711208"/>
                <a:gd name="connsiteY62" fmla="*/ 396349 h 685188"/>
                <a:gd name="connsiteX63" fmla="*/ 253811 w 711208"/>
                <a:gd name="connsiteY63" fmla="*/ 394024 h 685188"/>
                <a:gd name="connsiteX64" fmla="*/ 553138 w 711208"/>
                <a:gd name="connsiteY64" fmla="*/ 94772 h 685188"/>
                <a:gd name="connsiteX65" fmla="*/ 558132 w 711208"/>
                <a:gd name="connsiteY65" fmla="*/ 91624 h 685188"/>
                <a:gd name="connsiteX66" fmla="*/ 556822 w 711208"/>
                <a:gd name="connsiteY66" fmla="*/ 89369 h 685188"/>
                <a:gd name="connsiteX67" fmla="*/ 551854 w 711208"/>
                <a:gd name="connsiteY67" fmla="*/ 89369 h 685188"/>
                <a:gd name="connsiteX68" fmla="*/ 496860 w 711208"/>
                <a:gd name="connsiteY68" fmla="*/ 89421 h 685188"/>
                <a:gd name="connsiteX69" fmla="*/ 451579 w 711208"/>
                <a:gd name="connsiteY69" fmla="*/ 54010 h 685188"/>
                <a:gd name="connsiteX70" fmla="*/ 485585 w 711208"/>
                <a:gd name="connsiteY70" fmla="*/ 1014 h 685188"/>
                <a:gd name="connsiteX71" fmla="*/ 495694 w 711208"/>
                <a:gd name="connsiteY71" fmla="*/ 42 h 685188"/>
                <a:gd name="connsiteX72" fmla="*/ 704868 w 711208"/>
                <a:gd name="connsiteY72" fmla="*/ 2 h 68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11208" h="685188">
                  <a:moveTo>
                    <a:pt x="249576" y="618991"/>
                  </a:moveTo>
                  <a:lnTo>
                    <a:pt x="316420" y="618991"/>
                  </a:lnTo>
                  <a:lnTo>
                    <a:pt x="316420" y="685188"/>
                  </a:lnTo>
                  <a:lnTo>
                    <a:pt x="249576" y="685188"/>
                  </a:lnTo>
                  <a:close/>
                  <a:moveTo>
                    <a:pt x="681276" y="22589"/>
                  </a:moveTo>
                  <a:cubicBezTo>
                    <a:pt x="621863" y="22589"/>
                    <a:pt x="562451" y="22570"/>
                    <a:pt x="503038" y="22631"/>
                  </a:cubicBezTo>
                  <a:cubicBezTo>
                    <a:pt x="499010" y="22635"/>
                    <a:pt x="494954" y="23030"/>
                    <a:pt x="490963" y="23606"/>
                  </a:cubicBezTo>
                  <a:cubicBezTo>
                    <a:pt x="480844" y="25065"/>
                    <a:pt x="472563" y="35806"/>
                    <a:pt x="473589" y="46535"/>
                  </a:cubicBezTo>
                  <a:cubicBezTo>
                    <a:pt x="474547" y="56554"/>
                    <a:pt x="483434" y="65804"/>
                    <a:pt x="494343" y="65802"/>
                  </a:cubicBezTo>
                  <a:cubicBezTo>
                    <a:pt x="532479" y="65795"/>
                    <a:pt x="570614" y="65800"/>
                    <a:pt x="608750" y="65800"/>
                  </a:cubicBezTo>
                  <a:cubicBezTo>
                    <a:pt x="610417" y="65800"/>
                    <a:pt x="612084" y="65800"/>
                    <a:pt x="613752" y="65800"/>
                  </a:cubicBezTo>
                  <a:cubicBezTo>
                    <a:pt x="613899" y="66243"/>
                    <a:pt x="614046" y="66687"/>
                    <a:pt x="614194" y="67131"/>
                  </a:cubicBezTo>
                  <a:cubicBezTo>
                    <a:pt x="597091" y="84201"/>
                    <a:pt x="579989" y="101270"/>
                    <a:pt x="562395" y="118831"/>
                  </a:cubicBezTo>
                  <a:cubicBezTo>
                    <a:pt x="459851" y="221375"/>
                    <a:pt x="357307" y="323918"/>
                    <a:pt x="254763" y="426462"/>
                  </a:cubicBezTo>
                  <a:cubicBezTo>
                    <a:pt x="253953" y="427272"/>
                    <a:pt x="253035" y="428002"/>
                    <a:pt x="252355" y="428909"/>
                  </a:cubicBezTo>
                  <a:cubicBezTo>
                    <a:pt x="250685" y="431140"/>
                    <a:pt x="249030" y="430886"/>
                    <a:pt x="247162" y="429177"/>
                  </a:cubicBezTo>
                  <a:cubicBezTo>
                    <a:pt x="239851" y="422487"/>
                    <a:pt x="232511" y="415828"/>
                    <a:pt x="225184" y="409155"/>
                  </a:cubicBezTo>
                  <a:cubicBezTo>
                    <a:pt x="217736" y="402372"/>
                    <a:pt x="210344" y="395526"/>
                    <a:pt x="202832" y="388815"/>
                  </a:cubicBezTo>
                  <a:cubicBezTo>
                    <a:pt x="188318" y="375847"/>
                    <a:pt x="173704" y="362991"/>
                    <a:pt x="159196" y="350016"/>
                  </a:cubicBezTo>
                  <a:cubicBezTo>
                    <a:pt x="151444" y="343083"/>
                    <a:pt x="143903" y="335913"/>
                    <a:pt x="136135" y="328999"/>
                  </a:cubicBezTo>
                  <a:cubicBezTo>
                    <a:pt x="122451" y="316819"/>
                    <a:pt x="108596" y="304830"/>
                    <a:pt x="94944" y="292614"/>
                  </a:cubicBezTo>
                  <a:cubicBezTo>
                    <a:pt x="83441" y="282320"/>
                    <a:pt x="72158" y="271780"/>
                    <a:pt x="60683" y="261454"/>
                  </a:cubicBezTo>
                  <a:cubicBezTo>
                    <a:pt x="59393" y="260293"/>
                    <a:pt x="57489" y="259815"/>
                    <a:pt x="54923" y="258555"/>
                  </a:cubicBezTo>
                  <a:cubicBezTo>
                    <a:pt x="55924" y="260587"/>
                    <a:pt x="56243" y="261531"/>
                    <a:pt x="56795" y="262309"/>
                  </a:cubicBezTo>
                  <a:cubicBezTo>
                    <a:pt x="75238" y="288326"/>
                    <a:pt x="93716" y="314318"/>
                    <a:pt x="112160" y="340333"/>
                  </a:cubicBezTo>
                  <a:cubicBezTo>
                    <a:pt x="134423" y="371735"/>
                    <a:pt x="156641" y="403167"/>
                    <a:pt x="178911" y="434563"/>
                  </a:cubicBezTo>
                  <a:cubicBezTo>
                    <a:pt x="195221" y="457556"/>
                    <a:pt x="211617" y="480489"/>
                    <a:pt x="227896" y="503504"/>
                  </a:cubicBezTo>
                  <a:cubicBezTo>
                    <a:pt x="231534" y="508647"/>
                    <a:pt x="231390" y="508760"/>
                    <a:pt x="235679" y="504471"/>
                  </a:cubicBezTo>
                  <a:cubicBezTo>
                    <a:pt x="300606" y="439545"/>
                    <a:pt x="365532" y="374618"/>
                    <a:pt x="430458" y="309692"/>
                  </a:cubicBezTo>
                  <a:cubicBezTo>
                    <a:pt x="500014" y="240136"/>
                    <a:pt x="569569" y="170580"/>
                    <a:pt x="639136" y="101035"/>
                  </a:cubicBezTo>
                  <a:cubicBezTo>
                    <a:pt x="640526" y="99646"/>
                    <a:pt x="642056" y="98395"/>
                    <a:pt x="644397" y="96292"/>
                  </a:cubicBezTo>
                  <a:cubicBezTo>
                    <a:pt x="644397" y="99625"/>
                    <a:pt x="644397" y="101552"/>
                    <a:pt x="644397" y="103480"/>
                  </a:cubicBezTo>
                  <a:cubicBezTo>
                    <a:pt x="644398" y="140633"/>
                    <a:pt x="644395" y="177787"/>
                    <a:pt x="644399" y="214940"/>
                  </a:cubicBezTo>
                  <a:cubicBezTo>
                    <a:pt x="644400" y="226228"/>
                    <a:pt x="654103" y="237701"/>
                    <a:pt x="667080" y="236831"/>
                  </a:cubicBezTo>
                  <a:cubicBezTo>
                    <a:pt x="678603" y="236059"/>
                    <a:pt x="687602" y="227157"/>
                    <a:pt x="687604" y="214893"/>
                  </a:cubicBezTo>
                  <a:cubicBezTo>
                    <a:pt x="687612" y="152697"/>
                    <a:pt x="687608" y="90502"/>
                    <a:pt x="687608" y="28307"/>
                  </a:cubicBezTo>
                  <a:cubicBezTo>
                    <a:pt x="687608" y="26559"/>
                    <a:pt x="687608" y="24811"/>
                    <a:pt x="687608" y="22589"/>
                  </a:cubicBezTo>
                  <a:cubicBezTo>
                    <a:pt x="685122" y="22589"/>
                    <a:pt x="683199" y="22589"/>
                    <a:pt x="681276" y="22589"/>
                  </a:cubicBezTo>
                  <a:close/>
                  <a:moveTo>
                    <a:pt x="704868" y="2"/>
                  </a:moveTo>
                  <a:cubicBezTo>
                    <a:pt x="706789" y="2"/>
                    <a:pt x="708710" y="2"/>
                    <a:pt x="711177" y="2"/>
                  </a:cubicBezTo>
                  <a:cubicBezTo>
                    <a:pt x="711177" y="2406"/>
                    <a:pt x="711177" y="4320"/>
                    <a:pt x="711177" y="6233"/>
                  </a:cubicBezTo>
                  <a:cubicBezTo>
                    <a:pt x="711177" y="75467"/>
                    <a:pt x="711271" y="144701"/>
                    <a:pt x="711132" y="213935"/>
                  </a:cubicBezTo>
                  <a:cubicBezTo>
                    <a:pt x="711075" y="242619"/>
                    <a:pt x="689639" y="262123"/>
                    <a:pt x="661714" y="260151"/>
                  </a:cubicBezTo>
                  <a:cubicBezTo>
                    <a:pt x="639149" y="258559"/>
                    <a:pt x="621368" y="237615"/>
                    <a:pt x="621725" y="217521"/>
                  </a:cubicBezTo>
                  <a:cubicBezTo>
                    <a:pt x="622103" y="196264"/>
                    <a:pt x="621810" y="174996"/>
                    <a:pt x="620679" y="152860"/>
                  </a:cubicBezTo>
                  <a:cubicBezTo>
                    <a:pt x="529397" y="244142"/>
                    <a:pt x="438115" y="335424"/>
                    <a:pt x="346588" y="426952"/>
                  </a:cubicBezTo>
                  <a:cubicBezTo>
                    <a:pt x="308613" y="464927"/>
                    <a:pt x="270884" y="502657"/>
                    <a:pt x="233153" y="540385"/>
                  </a:cubicBezTo>
                  <a:cubicBezTo>
                    <a:pt x="228367" y="545172"/>
                    <a:pt x="228571" y="545026"/>
                    <a:pt x="224590" y="539298"/>
                  </a:cubicBezTo>
                  <a:cubicBezTo>
                    <a:pt x="215121" y="525676"/>
                    <a:pt x="205444" y="512199"/>
                    <a:pt x="195840" y="498671"/>
                  </a:cubicBezTo>
                  <a:cubicBezTo>
                    <a:pt x="186982" y="486195"/>
                    <a:pt x="178120" y="473721"/>
                    <a:pt x="169242" y="461258"/>
                  </a:cubicBezTo>
                  <a:cubicBezTo>
                    <a:pt x="149711" y="433839"/>
                    <a:pt x="130131" y="406454"/>
                    <a:pt x="110644" y="379003"/>
                  </a:cubicBezTo>
                  <a:cubicBezTo>
                    <a:pt x="98992" y="362589"/>
                    <a:pt x="87515" y="346051"/>
                    <a:pt x="75893" y="329616"/>
                  </a:cubicBezTo>
                  <a:cubicBezTo>
                    <a:pt x="57573" y="303710"/>
                    <a:pt x="39183" y="277854"/>
                    <a:pt x="20854" y="251955"/>
                  </a:cubicBezTo>
                  <a:cubicBezTo>
                    <a:pt x="14810" y="243414"/>
                    <a:pt x="8874" y="234797"/>
                    <a:pt x="2872" y="226227"/>
                  </a:cubicBezTo>
                  <a:cubicBezTo>
                    <a:pt x="-2271" y="218881"/>
                    <a:pt x="-203" y="207323"/>
                    <a:pt x="6655" y="202137"/>
                  </a:cubicBezTo>
                  <a:cubicBezTo>
                    <a:pt x="13974" y="196602"/>
                    <a:pt x="24022" y="196950"/>
                    <a:pt x="31463" y="203677"/>
                  </a:cubicBezTo>
                  <a:cubicBezTo>
                    <a:pt x="42914" y="214031"/>
                    <a:pt x="54221" y="224544"/>
                    <a:pt x="65677" y="234891"/>
                  </a:cubicBezTo>
                  <a:cubicBezTo>
                    <a:pt x="81578" y="249250"/>
                    <a:pt x="97549" y="263531"/>
                    <a:pt x="113512" y="277822"/>
                  </a:cubicBezTo>
                  <a:cubicBezTo>
                    <a:pt x="125600" y="288643"/>
                    <a:pt x="137707" y="299445"/>
                    <a:pt x="149833" y="310224"/>
                  </a:cubicBezTo>
                  <a:cubicBezTo>
                    <a:pt x="167167" y="325633"/>
                    <a:pt x="184551" y="340987"/>
                    <a:pt x="201864" y="356420"/>
                  </a:cubicBezTo>
                  <a:cubicBezTo>
                    <a:pt x="209262" y="363014"/>
                    <a:pt x="216539" y="369743"/>
                    <a:pt x="223867" y="376415"/>
                  </a:cubicBezTo>
                  <a:cubicBezTo>
                    <a:pt x="231195" y="383086"/>
                    <a:pt x="238423" y="389874"/>
                    <a:pt x="245951" y="396311"/>
                  </a:cubicBezTo>
                  <a:cubicBezTo>
                    <a:pt x="247022" y="397226"/>
                    <a:pt x="249595" y="396719"/>
                    <a:pt x="251363" y="396349"/>
                  </a:cubicBezTo>
                  <a:cubicBezTo>
                    <a:pt x="252300" y="396153"/>
                    <a:pt x="253001" y="394834"/>
                    <a:pt x="253811" y="394024"/>
                  </a:cubicBezTo>
                  <a:cubicBezTo>
                    <a:pt x="353573" y="294260"/>
                    <a:pt x="453332" y="194492"/>
                    <a:pt x="553138" y="94772"/>
                  </a:cubicBezTo>
                  <a:cubicBezTo>
                    <a:pt x="554496" y="93416"/>
                    <a:pt x="556454" y="92660"/>
                    <a:pt x="558132" y="91624"/>
                  </a:cubicBezTo>
                  <a:cubicBezTo>
                    <a:pt x="557695" y="90873"/>
                    <a:pt x="557258" y="90121"/>
                    <a:pt x="556822" y="89369"/>
                  </a:cubicBezTo>
                  <a:cubicBezTo>
                    <a:pt x="555166" y="89369"/>
                    <a:pt x="553510" y="89369"/>
                    <a:pt x="551854" y="89369"/>
                  </a:cubicBezTo>
                  <a:cubicBezTo>
                    <a:pt x="533523" y="89369"/>
                    <a:pt x="515188" y="89162"/>
                    <a:pt x="496860" y="89421"/>
                  </a:cubicBezTo>
                  <a:cubicBezTo>
                    <a:pt x="473990" y="89745"/>
                    <a:pt x="455685" y="75082"/>
                    <a:pt x="451579" y="54010"/>
                  </a:cubicBezTo>
                  <a:cubicBezTo>
                    <a:pt x="446750" y="29223"/>
                    <a:pt x="459757" y="6666"/>
                    <a:pt x="485585" y="1014"/>
                  </a:cubicBezTo>
                  <a:cubicBezTo>
                    <a:pt x="488871" y="295"/>
                    <a:pt x="492319" y="45"/>
                    <a:pt x="495694" y="42"/>
                  </a:cubicBezTo>
                  <a:cubicBezTo>
                    <a:pt x="565418" y="-12"/>
                    <a:pt x="635143" y="2"/>
                    <a:pt x="704868" y="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51" name="Group 950">
            <a:extLst>
              <a:ext uri="{FF2B5EF4-FFF2-40B4-BE49-F238E27FC236}">
                <a16:creationId xmlns:a16="http://schemas.microsoft.com/office/drawing/2014/main" id="{3CC39FDA-6119-808F-DED9-C724EE5FB353}"/>
              </a:ext>
              <a:ext uri="{C183D7F6-B498-43B3-948B-1728B52AA6E4}">
                <adec:decorative xmlns:adec="http://schemas.microsoft.com/office/drawing/2017/decorative" val="1"/>
              </a:ext>
            </a:extLst>
          </p:cNvPr>
          <p:cNvGrpSpPr>
            <a:grpSpLocks noChangeAspect="1"/>
          </p:cNvGrpSpPr>
          <p:nvPr/>
        </p:nvGrpSpPr>
        <p:grpSpPr>
          <a:xfrm>
            <a:off x="1260852" y="2930159"/>
            <a:ext cx="388514" cy="457200"/>
            <a:chOff x="1260852" y="2930159"/>
            <a:chExt cx="388514" cy="457200"/>
          </a:xfrm>
          <a:solidFill>
            <a:srgbClr val="FF0000"/>
          </a:solidFill>
        </p:grpSpPr>
        <p:sp>
          <p:nvSpPr>
            <p:cNvPr id="32" name="Freeform: Shape 31">
              <a:extLst>
                <a:ext uri="{FF2B5EF4-FFF2-40B4-BE49-F238E27FC236}">
                  <a16:creationId xmlns:a16="http://schemas.microsoft.com/office/drawing/2014/main" id="{843DC6BD-E5A2-0EDC-3743-5EDBB3207261}"/>
                </a:ext>
                <a:ext uri="{C183D7F6-B498-43B3-948B-1728B52AA6E4}">
                  <adec:decorative xmlns:adec="http://schemas.microsoft.com/office/drawing/2017/decorative" val="1"/>
                </a:ext>
              </a:extLst>
            </p:cNvPr>
            <p:cNvSpPr/>
            <p:nvPr/>
          </p:nvSpPr>
          <p:spPr>
            <a:xfrm>
              <a:off x="1260852" y="2930159"/>
              <a:ext cx="388514" cy="401102"/>
            </a:xfrm>
            <a:custGeom>
              <a:avLst/>
              <a:gdLst>
                <a:gd name="connsiteX0" fmla="*/ 353853 w 662904"/>
                <a:gd name="connsiteY0" fmla="*/ 426397 h 684383"/>
                <a:gd name="connsiteX1" fmla="*/ 353854 w 662904"/>
                <a:gd name="connsiteY1" fmla="*/ 426400 h 684383"/>
                <a:gd name="connsiteX2" fmla="*/ 353854 w 662904"/>
                <a:gd name="connsiteY2" fmla="*/ 426400 h 684383"/>
                <a:gd name="connsiteX3" fmla="*/ 330653 w 662904"/>
                <a:gd name="connsiteY3" fmla="*/ 0 h 684383"/>
                <a:gd name="connsiteX4" fmla="*/ 452428 w 662904"/>
                <a:gd name="connsiteY4" fmla="*/ 121771 h 684383"/>
                <a:gd name="connsiteX5" fmla="*/ 422880 w 662904"/>
                <a:gd name="connsiteY5" fmla="*/ 150832 h 684383"/>
                <a:gd name="connsiteX6" fmla="*/ 355668 w 662904"/>
                <a:gd name="connsiteY6" fmla="*/ 83042 h 684383"/>
                <a:gd name="connsiteX7" fmla="*/ 353299 w 662904"/>
                <a:gd name="connsiteY7" fmla="*/ 83871 h 684383"/>
                <a:gd name="connsiteX8" fmla="*/ 353259 w 662904"/>
                <a:gd name="connsiteY8" fmla="*/ 423871 h 684383"/>
                <a:gd name="connsiteX9" fmla="*/ 353394 w 662904"/>
                <a:gd name="connsiteY9" fmla="*/ 424443 h 684383"/>
                <a:gd name="connsiteX10" fmla="*/ 355006 w 662904"/>
                <a:gd name="connsiteY10" fmla="*/ 424023 h 684383"/>
                <a:gd name="connsiteX11" fmla="*/ 353855 w 662904"/>
                <a:gd name="connsiteY11" fmla="*/ 426398 h 684383"/>
                <a:gd name="connsiteX12" fmla="*/ 355322 w 662904"/>
                <a:gd name="connsiteY12" fmla="*/ 424037 h 684383"/>
                <a:gd name="connsiteX13" fmla="*/ 569654 w 662904"/>
                <a:gd name="connsiteY13" fmla="*/ 272519 h 684383"/>
                <a:gd name="connsiteX14" fmla="*/ 485618 w 662904"/>
                <a:gd name="connsiteY14" fmla="*/ 244914 h 684383"/>
                <a:gd name="connsiteX15" fmla="*/ 497469 w 662904"/>
                <a:gd name="connsiteY15" fmla="*/ 209399 h 684383"/>
                <a:gd name="connsiteX16" fmla="*/ 505055 w 662904"/>
                <a:gd name="connsiteY16" fmla="*/ 205580 h 684383"/>
                <a:gd name="connsiteX17" fmla="*/ 587355 w 662904"/>
                <a:gd name="connsiteY17" fmla="*/ 232769 h 684383"/>
                <a:gd name="connsiteX18" fmla="*/ 657178 w 662904"/>
                <a:gd name="connsiteY18" fmla="*/ 255590 h 684383"/>
                <a:gd name="connsiteX19" fmla="*/ 662125 w 662904"/>
                <a:gd name="connsiteY19" fmla="*/ 264816 h 684383"/>
                <a:gd name="connsiteX20" fmla="*/ 621003 w 662904"/>
                <a:gd name="connsiteY20" fmla="*/ 389002 h 684383"/>
                <a:gd name="connsiteX21" fmla="*/ 609860 w 662904"/>
                <a:gd name="connsiteY21" fmla="*/ 423039 h 684383"/>
                <a:gd name="connsiteX22" fmla="*/ 568979 w 662904"/>
                <a:gd name="connsiteY22" fmla="*/ 409138 h 684383"/>
                <a:gd name="connsiteX23" fmla="*/ 602254 w 662904"/>
                <a:gd name="connsiteY23" fmla="*/ 307447 h 684383"/>
                <a:gd name="connsiteX24" fmla="*/ 588405 w 662904"/>
                <a:gd name="connsiteY24" fmla="*/ 312090 h 684383"/>
                <a:gd name="connsiteX25" fmla="*/ 471058 w 662904"/>
                <a:gd name="connsiteY25" fmla="*/ 372774 h 684383"/>
                <a:gd name="connsiteX26" fmla="*/ 387743 w 662904"/>
                <a:gd name="connsiteY26" fmla="*/ 453908 h 684383"/>
                <a:gd name="connsiteX27" fmla="*/ 359675 w 662904"/>
                <a:gd name="connsiteY27" fmla="*/ 515899 h 684383"/>
                <a:gd name="connsiteX28" fmla="*/ 353169 w 662904"/>
                <a:gd name="connsiteY28" fmla="*/ 589622 h 684383"/>
                <a:gd name="connsiteX29" fmla="*/ 352627 w 662904"/>
                <a:gd name="connsiteY29" fmla="*/ 592753 h 684383"/>
                <a:gd name="connsiteX30" fmla="*/ 353089 w 662904"/>
                <a:gd name="connsiteY30" fmla="*/ 592753 h 684383"/>
                <a:gd name="connsiteX31" fmla="*/ 353089 w 662904"/>
                <a:gd name="connsiteY31" fmla="*/ 611357 h 684383"/>
                <a:gd name="connsiteX32" fmla="*/ 353083 w 662904"/>
                <a:gd name="connsiteY32" fmla="*/ 611357 h 684383"/>
                <a:gd name="connsiteX33" fmla="*/ 353083 w 662904"/>
                <a:gd name="connsiteY33" fmla="*/ 630514 h 684383"/>
                <a:gd name="connsiteX34" fmla="*/ 353033 w 662904"/>
                <a:gd name="connsiteY34" fmla="*/ 630514 h 684383"/>
                <a:gd name="connsiteX35" fmla="*/ 353033 w 662904"/>
                <a:gd name="connsiteY35" fmla="*/ 651568 h 684383"/>
                <a:gd name="connsiteX36" fmla="*/ 352930 w 662904"/>
                <a:gd name="connsiteY36" fmla="*/ 651568 h 684383"/>
                <a:gd name="connsiteX37" fmla="*/ 352930 w 662904"/>
                <a:gd name="connsiteY37" fmla="*/ 670662 h 684383"/>
                <a:gd name="connsiteX38" fmla="*/ 353098 w 662904"/>
                <a:gd name="connsiteY38" fmla="*/ 670662 h 684383"/>
                <a:gd name="connsiteX39" fmla="*/ 353098 w 662904"/>
                <a:gd name="connsiteY39" fmla="*/ 684383 h 684383"/>
                <a:gd name="connsiteX40" fmla="*/ 310883 w 662904"/>
                <a:gd name="connsiteY40" fmla="*/ 684383 h 684383"/>
                <a:gd name="connsiteX41" fmla="*/ 310883 w 662904"/>
                <a:gd name="connsiteY41" fmla="*/ 672000 h 684383"/>
                <a:gd name="connsiteX42" fmla="*/ 310827 w 662904"/>
                <a:gd name="connsiteY42" fmla="*/ 672000 h 684383"/>
                <a:gd name="connsiteX43" fmla="*/ 310827 w 662904"/>
                <a:gd name="connsiteY43" fmla="*/ 651427 h 684383"/>
                <a:gd name="connsiteX44" fmla="*/ 310839 w 662904"/>
                <a:gd name="connsiteY44" fmla="*/ 651427 h 684383"/>
                <a:gd name="connsiteX45" fmla="*/ 310839 w 662904"/>
                <a:gd name="connsiteY45" fmla="*/ 630388 h 684383"/>
                <a:gd name="connsiteX46" fmla="*/ 310888 w 662904"/>
                <a:gd name="connsiteY46" fmla="*/ 630388 h 684383"/>
                <a:gd name="connsiteX47" fmla="*/ 310888 w 662904"/>
                <a:gd name="connsiteY47" fmla="*/ 611357 h 684383"/>
                <a:gd name="connsiteX48" fmla="*/ 310708 w 662904"/>
                <a:gd name="connsiteY48" fmla="*/ 611357 h 684383"/>
                <a:gd name="connsiteX49" fmla="*/ 310708 w 662904"/>
                <a:gd name="connsiteY49" fmla="*/ 592753 h 684383"/>
                <a:gd name="connsiteX50" fmla="*/ 310848 w 662904"/>
                <a:gd name="connsiteY50" fmla="*/ 592753 h 684383"/>
                <a:gd name="connsiteX51" fmla="*/ 310427 w 662904"/>
                <a:gd name="connsiteY51" fmla="*/ 574638 h 684383"/>
                <a:gd name="connsiteX52" fmla="*/ 309590 w 662904"/>
                <a:gd name="connsiteY52" fmla="*/ 556510 h 684383"/>
                <a:gd name="connsiteX53" fmla="*/ 278873 w 662904"/>
                <a:gd name="connsiteY53" fmla="*/ 459776 h 684383"/>
                <a:gd name="connsiteX54" fmla="*/ 228563 w 662904"/>
                <a:gd name="connsiteY54" fmla="*/ 401508 h 684383"/>
                <a:gd name="connsiteX55" fmla="*/ 171375 w 662904"/>
                <a:gd name="connsiteY55" fmla="*/ 360361 h 684383"/>
                <a:gd name="connsiteX56" fmla="*/ 118368 w 662904"/>
                <a:gd name="connsiteY56" fmla="*/ 331867 h 684383"/>
                <a:gd name="connsiteX57" fmla="*/ 64143 w 662904"/>
                <a:gd name="connsiteY57" fmla="*/ 308184 h 684383"/>
                <a:gd name="connsiteX58" fmla="*/ 60865 w 662904"/>
                <a:gd name="connsiteY58" fmla="*/ 308137 h 684383"/>
                <a:gd name="connsiteX59" fmla="*/ 94196 w 662904"/>
                <a:gd name="connsiteY59" fmla="*/ 409036 h 684383"/>
                <a:gd name="connsiteX60" fmla="*/ 57867 w 662904"/>
                <a:gd name="connsiteY60" fmla="*/ 421131 h 684383"/>
                <a:gd name="connsiteX61" fmla="*/ 51444 w 662904"/>
                <a:gd name="connsiteY61" fmla="*/ 417469 h 684383"/>
                <a:gd name="connsiteX62" fmla="*/ 27357 w 662904"/>
                <a:gd name="connsiteY62" fmla="*/ 343211 h 684383"/>
                <a:gd name="connsiteX63" fmla="*/ 976 w 662904"/>
                <a:gd name="connsiteY63" fmla="*/ 265430 h 684383"/>
                <a:gd name="connsiteX64" fmla="*/ 6172 w 662904"/>
                <a:gd name="connsiteY64" fmla="*/ 255443 h 684383"/>
                <a:gd name="connsiteX65" fmla="*/ 155197 w 662904"/>
                <a:gd name="connsiteY65" fmla="*/ 206570 h 684383"/>
                <a:gd name="connsiteX66" fmla="*/ 163557 w 662904"/>
                <a:gd name="connsiteY66" fmla="*/ 204037 h 684383"/>
                <a:gd name="connsiteX67" fmla="*/ 177141 w 662904"/>
                <a:gd name="connsiteY67" fmla="*/ 244622 h 684383"/>
                <a:gd name="connsiteX68" fmla="*/ 93124 w 662904"/>
                <a:gd name="connsiteY68" fmla="*/ 272335 h 684383"/>
                <a:gd name="connsiteX69" fmla="*/ 309883 w 662904"/>
                <a:gd name="connsiteY69" fmla="*/ 427046 h 684383"/>
                <a:gd name="connsiteX70" fmla="*/ 309883 w 662904"/>
                <a:gd name="connsiteY70" fmla="*/ 83243 h 684383"/>
                <a:gd name="connsiteX71" fmla="*/ 241137 w 662904"/>
                <a:gd name="connsiteY71" fmla="*/ 152028 h 684383"/>
                <a:gd name="connsiteX72" fmla="*/ 210530 w 662904"/>
                <a:gd name="connsiteY72" fmla="*/ 120139 h 684383"/>
                <a:gd name="connsiteX73" fmla="*/ 330653 w 662904"/>
                <a:gd name="connsiteY73" fmla="*/ 0 h 68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62904" h="684383">
                  <a:moveTo>
                    <a:pt x="353853" y="426397"/>
                  </a:moveTo>
                  <a:lnTo>
                    <a:pt x="353854" y="426400"/>
                  </a:lnTo>
                  <a:lnTo>
                    <a:pt x="353854" y="426400"/>
                  </a:lnTo>
                  <a:close/>
                  <a:moveTo>
                    <a:pt x="330653" y="0"/>
                  </a:moveTo>
                  <a:cubicBezTo>
                    <a:pt x="370957" y="40302"/>
                    <a:pt x="411681" y="81025"/>
                    <a:pt x="452428" y="121771"/>
                  </a:cubicBezTo>
                  <a:cubicBezTo>
                    <a:pt x="443485" y="130567"/>
                    <a:pt x="433488" y="140399"/>
                    <a:pt x="422880" y="150832"/>
                  </a:cubicBezTo>
                  <a:cubicBezTo>
                    <a:pt x="400693" y="128453"/>
                    <a:pt x="378180" y="105748"/>
                    <a:pt x="355668" y="83042"/>
                  </a:cubicBezTo>
                  <a:cubicBezTo>
                    <a:pt x="354878" y="83318"/>
                    <a:pt x="354089" y="83595"/>
                    <a:pt x="353299" y="83871"/>
                  </a:cubicBezTo>
                  <a:cubicBezTo>
                    <a:pt x="353299" y="196871"/>
                    <a:pt x="353299" y="309871"/>
                    <a:pt x="353259" y="423871"/>
                  </a:cubicBezTo>
                  <a:lnTo>
                    <a:pt x="353394" y="424443"/>
                  </a:lnTo>
                  <a:lnTo>
                    <a:pt x="355006" y="424023"/>
                  </a:lnTo>
                  <a:lnTo>
                    <a:pt x="353855" y="426398"/>
                  </a:lnTo>
                  <a:lnTo>
                    <a:pt x="355322" y="424037"/>
                  </a:lnTo>
                  <a:cubicBezTo>
                    <a:pt x="409048" y="349088"/>
                    <a:pt x="485826" y="306614"/>
                    <a:pt x="569654" y="272519"/>
                  </a:cubicBezTo>
                  <a:cubicBezTo>
                    <a:pt x="541144" y="263153"/>
                    <a:pt x="513526" y="254081"/>
                    <a:pt x="485618" y="244914"/>
                  </a:cubicBezTo>
                  <a:cubicBezTo>
                    <a:pt x="489835" y="232444"/>
                    <a:pt x="494023" y="221032"/>
                    <a:pt x="497469" y="209399"/>
                  </a:cubicBezTo>
                  <a:cubicBezTo>
                    <a:pt x="498885" y="204617"/>
                    <a:pt x="500655" y="204099"/>
                    <a:pt x="505055" y="205580"/>
                  </a:cubicBezTo>
                  <a:cubicBezTo>
                    <a:pt x="532439" y="214790"/>
                    <a:pt x="559909" y="223742"/>
                    <a:pt x="587355" y="232769"/>
                  </a:cubicBezTo>
                  <a:cubicBezTo>
                    <a:pt x="610616" y="240419"/>
                    <a:pt x="633839" y="248189"/>
                    <a:pt x="657178" y="255590"/>
                  </a:cubicBezTo>
                  <a:cubicBezTo>
                    <a:pt x="662437" y="257258"/>
                    <a:pt x="664040" y="259120"/>
                    <a:pt x="662125" y="264816"/>
                  </a:cubicBezTo>
                  <a:cubicBezTo>
                    <a:pt x="648228" y="306148"/>
                    <a:pt x="634661" y="347590"/>
                    <a:pt x="621003" y="389002"/>
                  </a:cubicBezTo>
                  <a:cubicBezTo>
                    <a:pt x="617312" y="400191"/>
                    <a:pt x="613670" y="411396"/>
                    <a:pt x="609860" y="423039"/>
                  </a:cubicBezTo>
                  <a:cubicBezTo>
                    <a:pt x="595859" y="418278"/>
                    <a:pt x="582456" y="413721"/>
                    <a:pt x="568979" y="409138"/>
                  </a:cubicBezTo>
                  <a:cubicBezTo>
                    <a:pt x="580087" y="375191"/>
                    <a:pt x="590963" y="341952"/>
                    <a:pt x="602254" y="307447"/>
                  </a:cubicBezTo>
                  <a:cubicBezTo>
                    <a:pt x="597124" y="309148"/>
                    <a:pt x="592637" y="310316"/>
                    <a:pt x="588405" y="312090"/>
                  </a:cubicBezTo>
                  <a:cubicBezTo>
                    <a:pt x="547663" y="329164"/>
                    <a:pt x="507681" y="347725"/>
                    <a:pt x="471058" y="372774"/>
                  </a:cubicBezTo>
                  <a:cubicBezTo>
                    <a:pt x="438580" y="394987"/>
                    <a:pt x="409907" y="421095"/>
                    <a:pt x="387743" y="453908"/>
                  </a:cubicBezTo>
                  <a:cubicBezTo>
                    <a:pt x="374858" y="472984"/>
                    <a:pt x="365718" y="493845"/>
                    <a:pt x="359675" y="515899"/>
                  </a:cubicBezTo>
                  <a:cubicBezTo>
                    <a:pt x="353076" y="539977"/>
                    <a:pt x="352489" y="564792"/>
                    <a:pt x="353169" y="589622"/>
                  </a:cubicBezTo>
                  <a:lnTo>
                    <a:pt x="352627" y="592753"/>
                  </a:lnTo>
                  <a:lnTo>
                    <a:pt x="353089" y="592753"/>
                  </a:lnTo>
                  <a:lnTo>
                    <a:pt x="353089" y="611357"/>
                  </a:lnTo>
                  <a:lnTo>
                    <a:pt x="353083" y="611357"/>
                  </a:lnTo>
                  <a:lnTo>
                    <a:pt x="353083" y="630514"/>
                  </a:lnTo>
                  <a:lnTo>
                    <a:pt x="353033" y="630514"/>
                  </a:lnTo>
                  <a:lnTo>
                    <a:pt x="353033" y="651568"/>
                  </a:lnTo>
                  <a:lnTo>
                    <a:pt x="352930" y="651568"/>
                  </a:lnTo>
                  <a:lnTo>
                    <a:pt x="352930" y="670662"/>
                  </a:lnTo>
                  <a:lnTo>
                    <a:pt x="353098" y="670662"/>
                  </a:lnTo>
                  <a:lnTo>
                    <a:pt x="353098" y="684383"/>
                  </a:lnTo>
                  <a:lnTo>
                    <a:pt x="310883" y="684383"/>
                  </a:lnTo>
                  <a:lnTo>
                    <a:pt x="310883" y="672000"/>
                  </a:lnTo>
                  <a:lnTo>
                    <a:pt x="310827" y="672000"/>
                  </a:lnTo>
                  <a:lnTo>
                    <a:pt x="310827" y="651427"/>
                  </a:lnTo>
                  <a:lnTo>
                    <a:pt x="310839" y="651427"/>
                  </a:lnTo>
                  <a:lnTo>
                    <a:pt x="310839" y="630388"/>
                  </a:lnTo>
                  <a:lnTo>
                    <a:pt x="310888" y="630388"/>
                  </a:lnTo>
                  <a:lnTo>
                    <a:pt x="310888" y="611357"/>
                  </a:lnTo>
                  <a:lnTo>
                    <a:pt x="310708" y="611357"/>
                  </a:lnTo>
                  <a:lnTo>
                    <a:pt x="310708" y="592753"/>
                  </a:lnTo>
                  <a:lnTo>
                    <a:pt x="310848" y="592753"/>
                  </a:lnTo>
                  <a:lnTo>
                    <a:pt x="310427" y="574638"/>
                  </a:lnTo>
                  <a:cubicBezTo>
                    <a:pt x="310278" y="568585"/>
                    <a:pt x="310061" y="562537"/>
                    <a:pt x="309590" y="556510"/>
                  </a:cubicBezTo>
                  <a:cubicBezTo>
                    <a:pt x="306883" y="521921"/>
                    <a:pt x="297502" y="489587"/>
                    <a:pt x="278873" y="459776"/>
                  </a:cubicBezTo>
                  <a:cubicBezTo>
                    <a:pt x="265021" y="437609"/>
                    <a:pt x="248042" y="418251"/>
                    <a:pt x="228563" y="401508"/>
                  </a:cubicBezTo>
                  <a:cubicBezTo>
                    <a:pt x="210809" y="386247"/>
                    <a:pt x="191186" y="372937"/>
                    <a:pt x="171375" y="360361"/>
                  </a:cubicBezTo>
                  <a:cubicBezTo>
                    <a:pt x="154478" y="349634"/>
                    <a:pt x="136417" y="340607"/>
                    <a:pt x="118368" y="331867"/>
                  </a:cubicBezTo>
                  <a:cubicBezTo>
                    <a:pt x="100629" y="323277"/>
                    <a:pt x="82264" y="315979"/>
                    <a:pt x="64143" y="308184"/>
                  </a:cubicBezTo>
                  <a:cubicBezTo>
                    <a:pt x="63289" y="307817"/>
                    <a:pt x="62140" y="308137"/>
                    <a:pt x="60865" y="308137"/>
                  </a:cubicBezTo>
                  <a:cubicBezTo>
                    <a:pt x="71982" y="341790"/>
                    <a:pt x="83006" y="375162"/>
                    <a:pt x="94196" y="409036"/>
                  </a:cubicBezTo>
                  <a:cubicBezTo>
                    <a:pt x="81770" y="413197"/>
                    <a:pt x="69858" y="417287"/>
                    <a:pt x="57867" y="421131"/>
                  </a:cubicBezTo>
                  <a:cubicBezTo>
                    <a:pt x="54820" y="422107"/>
                    <a:pt x="52744" y="421641"/>
                    <a:pt x="51444" y="417469"/>
                  </a:cubicBezTo>
                  <a:cubicBezTo>
                    <a:pt x="43706" y="392625"/>
                    <a:pt x="35559" y="367907"/>
                    <a:pt x="27357" y="343211"/>
                  </a:cubicBezTo>
                  <a:cubicBezTo>
                    <a:pt x="18728" y="317229"/>
                    <a:pt x="10097" y="291242"/>
                    <a:pt x="976" y="265430"/>
                  </a:cubicBezTo>
                  <a:cubicBezTo>
                    <a:pt x="-1213" y="259234"/>
                    <a:pt x="180" y="257380"/>
                    <a:pt x="6172" y="255443"/>
                  </a:cubicBezTo>
                  <a:cubicBezTo>
                    <a:pt x="55915" y="239362"/>
                    <a:pt x="105535" y="222902"/>
                    <a:pt x="155197" y="206570"/>
                  </a:cubicBezTo>
                  <a:cubicBezTo>
                    <a:pt x="157776" y="205722"/>
                    <a:pt x="160394" y="204992"/>
                    <a:pt x="163557" y="204037"/>
                  </a:cubicBezTo>
                  <a:cubicBezTo>
                    <a:pt x="168080" y="217550"/>
                    <a:pt x="172463" y="230644"/>
                    <a:pt x="177141" y="244622"/>
                  </a:cubicBezTo>
                  <a:cubicBezTo>
                    <a:pt x="149359" y="253786"/>
                    <a:pt x="121839" y="262864"/>
                    <a:pt x="93124" y="272335"/>
                  </a:cubicBezTo>
                  <a:cubicBezTo>
                    <a:pt x="177975" y="307242"/>
                    <a:pt x="255365" y="350510"/>
                    <a:pt x="309883" y="427046"/>
                  </a:cubicBezTo>
                  <a:cubicBezTo>
                    <a:pt x="309883" y="311620"/>
                    <a:pt x="309883" y="197334"/>
                    <a:pt x="309883" y="83243"/>
                  </a:cubicBezTo>
                  <a:cubicBezTo>
                    <a:pt x="286886" y="106253"/>
                    <a:pt x="264109" y="129043"/>
                    <a:pt x="241137" y="152028"/>
                  </a:cubicBezTo>
                  <a:cubicBezTo>
                    <a:pt x="229942" y="140363"/>
                    <a:pt x="220098" y="130107"/>
                    <a:pt x="210530" y="120139"/>
                  </a:cubicBezTo>
                  <a:cubicBezTo>
                    <a:pt x="250107" y="80557"/>
                    <a:pt x="290690" y="39969"/>
                    <a:pt x="330653" y="0"/>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33" name="Rectangle 32">
              <a:extLst>
                <a:ext uri="{FF2B5EF4-FFF2-40B4-BE49-F238E27FC236}">
                  <a16:creationId xmlns:a16="http://schemas.microsoft.com/office/drawing/2014/main" id="{FE065916-9AFA-D683-3238-B492877992B9}"/>
                </a:ext>
                <a:ext uri="{C183D7F6-B498-43B3-948B-1728B52AA6E4}">
                  <adec:decorative xmlns:adec="http://schemas.microsoft.com/office/drawing/2017/decorative" val="1"/>
                </a:ext>
              </a:extLst>
            </p:cNvPr>
            <p:cNvSpPr/>
            <p:nvPr/>
          </p:nvSpPr>
          <p:spPr>
            <a:xfrm>
              <a:off x="1435530" y="3348483"/>
              <a:ext cx="39157" cy="38876"/>
            </a:xfrm>
            <a:prstGeom prst="rect">
              <a:avLst/>
            </a:prstGeom>
            <a:solidFill>
              <a:schemeClr val="bg1"/>
            </a:solidFill>
            <a:ln w="6350" cap="flat">
              <a:noFill/>
              <a:prstDash val="solid"/>
              <a:miter/>
            </a:ln>
          </p:spPr>
          <p:txBody>
            <a:bodyPr rtlCol="0" anchor="ctr"/>
            <a:lstStyle/>
            <a:p>
              <a:endParaRPr lang="en-US" dirty="0"/>
            </a:p>
          </p:txBody>
        </p:sp>
      </p:grpSp>
      <p:grpSp>
        <p:nvGrpSpPr>
          <p:cNvPr id="950" name="Group 949">
            <a:extLst>
              <a:ext uri="{FF2B5EF4-FFF2-40B4-BE49-F238E27FC236}">
                <a16:creationId xmlns:a16="http://schemas.microsoft.com/office/drawing/2014/main" id="{290FF46B-9CD0-33B8-79E6-62FAB1FCB69A}"/>
              </a:ext>
              <a:ext uri="{C183D7F6-B498-43B3-948B-1728B52AA6E4}">
                <adec:decorative xmlns:adec="http://schemas.microsoft.com/office/drawing/2017/decorative" val="1"/>
              </a:ext>
            </a:extLst>
          </p:cNvPr>
          <p:cNvGrpSpPr>
            <a:grpSpLocks noChangeAspect="1"/>
          </p:cNvGrpSpPr>
          <p:nvPr/>
        </p:nvGrpSpPr>
        <p:grpSpPr>
          <a:xfrm>
            <a:off x="2551070" y="2930159"/>
            <a:ext cx="429553" cy="457200"/>
            <a:chOff x="2551070" y="2930159"/>
            <a:chExt cx="429553" cy="457200"/>
          </a:xfrm>
          <a:solidFill>
            <a:srgbClr val="FF0000"/>
          </a:solidFill>
        </p:grpSpPr>
        <p:sp>
          <p:nvSpPr>
            <p:cNvPr id="35" name="Freeform: Shape 34">
              <a:extLst>
                <a:ext uri="{FF2B5EF4-FFF2-40B4-BE49-F238E27FC236}">
                  <a16:creationId xmlns:a16="http://schemas.microsoft.com/office/drawing/2014/main" id="{1902466E-5B3A-FEC0-38EF-D62FB40237C3}"/>
                </a:ext>
                <a:ext uri="{C183D7F6-B498-43B3-948B-1728B52AA6E4}">
                  <adec:decorative xmlns:adec="http://schemas.microsoft.com/office/drawing/2017/decorative" val="1"/>
                </a:ext>
              </a:extLst>
            </p:cNvPr>
            <p:cNvSpPr/>
            <p:nvPr/>
          </p:nvSpPr>
          <p:spPr>
            <a:xfrm>
              <a:off x="2551070" y="2933912"/>
              <a:ext cx="429553" cy="453447"/>
            </a:xfrm>
            <a:custGeom>
              <a:avLst/>
              <a:gdLst>
                <a:gd name="connsiteX0" fmla="*/ 183635 w 985089"/>
                <a:gd name="connsiteY0" fmla="*/ 150413 h 1039885"/>
                <a:gd name="connsiteX1" fmla="*/ 184989 w 985089"/>
                <a:gd name="connsiteY1" fmla="*/ 156433 h 1039885"/>
                <a:gd name="connsiteX2" fmla="*/ 182832 w 985089"/>
                <a:gd name="connsiteY2" fmla="*/ 150658 h 1039885"/>
                <a:gd name="connsiteX3" fmla="*/ 183635 w 985089"/>
                <a:gd name="connsiteY3" fmla="*/ 150413 h 1039885"/>
                <a:gd name="connsiteX4" fmla="*/ 44622 w 985089"/>
                <a:gd name="connsiteY4" fmla="*/ 142781 h 1039885"/>
                <a:gd name="connsiteX5" fmla="*/ 44885 w 985089"/>
                <a:gd name="connsiteY5" fmla="*/ 144254 h 1039885"/>
                <a:gd name="connsiteX6" fmla="*/ 43931 w 985089"/>
                <a:gd name="connsiteY6" fmla="*/ 143582 h 1039885"/>
                <a:gd name="connsiteX7" fmla="*/ 44622 w 985089"/>
                <a:gd name="connsiteY7" fmla="*/ 142781 h 1039885"/>
                <a:gd name="connsiteX8" fmla="*/ 139265 w 985089"/>
                <a:gd name="connsiteY8" fmla="*/ 142229 h 1039885"/>
                <a:gd name="connsiteX9" fmla="*/ 139176 w 985089"/>
                <a:gd name="connsiteY9" fmla="*/ 142459 h 1039885"/>
                <a:gd name="connsiteX10" fmla="*/ 139453 w 985089"/>
                <a:gd name="connsiteY10" fmla="*/ 142229 h 1039885"/>
                <a:gd name="connsiteX11" fmla="*/ 45269 w 985089"/>
                <a:gd name="connsiteY11" fmla="*/ 142229 h 1039885"/>
                <a:gd name="connsiteX12" fmla="*/ 45128 w 985089"/>
                <a:gd name="connsiteY12" fmla="*/ 142417 h 1039885"/>
                <a:gd name="connsiteX13" fmla="*/ 44622 w 985089"/>
                <a:gd name="connsiteY13" fmla="*/ 142781 h 1039885"/>
                <a:gd name="connsiteX14" fmla="*/ 43930 w 985089"/>
                <a:gd name="connsiteY14" fmla="*/ 143582 h 1039885"/>
                <a:gd name="connsiteX15" fmla="*/ 44808 w 985089"/>
                <a:gd name="connsiteY15" fmla="*/ 145640 h 1039885"/>
                <a:gd name="connsiteX16" fmla="*/ 44513 w 985089"/>
                <a:gd name="connsiteY16" fmla="*/ 157475 h 1039885"/>
                <a:gd name="connsiteX17" fmla="*/ 46492 w 985089"/>
                <a:gd name="connsiteY17" fmla="*/ 169797 h 1039885"/>
                <a:gd name="connsiteX18" fmla="*/ 45848 w 985089"/>
                <a:gd name="connsiteY18" fmla="*/ 173110 h 1039885"/>
                <a:gd name="connsiteX19" fmla="*/ 48040 w 985089"/>
                <a:gd name="connsiteY19" fmla="*/ 186253 h 1039885"/>
                <a:gd name="connsiteX20" fmla="*/ 48457 w 985089"/>
                <a:gd name="connsiteY20" fmla="*/ 199930 h 1039885"/>
                <a:gd name="connsiteX21" fmla="*/ 50735 w 985089"/>
                <a:gd name="connsiteY21" fmla="*/ 208456 h 1039885"/>
                <a:gd name="connsiteX22" fmla="*/ 68812 w 985089"/>
                <a:gd name="connsiteY22" fmla="*/ 289827 h 1039885"/>
                <a:gd name="connsiteX23" fmla="*/ 175706 w 985089"/>
                <a:gd name="connsiteY23" fmla="*/ 463588 h 1039885"/>
                <a:gd name="connsiteX24" fmla="*/ 182628 w 985089"/>
                <a:gd name="connsiteY24" fmla="*/ 466787 h 1039885"/>
                <a:gd name="connsiteX25" fmla="*/ 183605 w 985089"/>
                <a:gd name="connsiteY25" fmla="*/ 469094 h 1039885"/>
                <a:gd name="connsiteX26" fmla="*/ 184147 w 985089"/>
                <a:gd name="connsiteY26" fmla="*/ 468574 h 1039885"/>
                <a:gd name="connsiteX27" fmla="*/ 182980 w 985089"/>
                <a:gd name="connsiteY27" fmla="*/ 465731 h 1039885"/>
                <a:gd name="connsiteX28" fmla="*/ 178988 w 985089"/>
                <a:gd name="connsiteY28" fmla="*/ 447646 h 1039885"/>
                <a:gd name="connsiteX29" fmla="*/ 177551 w 985089"/>
                <a:gd name="connsiteY29" fmla="*/ 443735 h 1039885"/>
                <a:gd name="connsiteX30" fmla="*/ 175562 w 985089"/>
                <a:gd name="connsiteY30" fmla="*/ 433634 h 1039885"/>
                <a:gd name="connsiteX31" fmla="*/ 172806 w 985089"/>
                <a:gd name="connsiteY31" fmla="*/ 427248 h 1039885"/>
                <a:gd name="connsiteX32" fmla="*/ 169328 w 985089"/>
                <a:gd name="connsiteY32" fmla="*/ 409393 h 1039885"/>
                <a:gd name="connsiteX33" fmla="*/ 165900 w 985089"/>
                <a:gd name="connsiteY33" fmla="*/ 398775 h 1039885"/>
                <a:gd name="connsiteX34" fmla="*/ 165374 w 985089"/>
                <a:gd name="connsiteY34" fmla="*/ 391183 h 1039885"/>
                <a:gd name="connsiteX35" fmla="*/ 162902 w 985089"/>
                <a:gd name="connsiteY35" fmla="*/ 384714 h 1039885"/>
                <a:gd name="connsiteX36" fmla="*/ 161633 w 985089"/>
                <a:gd name="connsiteY36" fmla="*/ 372867 h 1039885"/>
                <a:gd name="connsiteX37" fmla="*/ 159377 w 985089"/>
                <a:gd name="connsiteY37" fmla="*/ 366447 h 1039885"/>
                <a:gd name="connsiteX38" fmla="*/ 159286 w 985089"/>
                <a:gd name="connsiteY38" fmla="*/ 360755 h 1039885"/>
                <a:gd name="connsiteX39" fmla="*/ 155844 w 985089"/>
                <a:gd name="connsiteY39" fmla="*/ 346134 h 1039885"/>
                <a:gd name="connsiteX40" fmla="*/ 155508 w 985089"/>
                <a:gd name="connsiteY40" fmla="*/ 336353 h 1039885"/>
                <a:gd name="connsiteX41" fmla="*/ 155506 w 985089"/>
                <a:gd name="connsiteY41" fmla="*/ 336342 h 1039885"/>
                <a:gd name="connsiteX42" fmla="*/ 152214 w 985089"/>
                <a:gd name="connsiteY42" fmla="*/ 322050 h 1039885"/>
                <a:gd name="connsiteX43" fmla="*/ 151566 w 985089"/>
                <a:gd name="connsiteY43" fmla="*/ 310071 h 1039885"/>
                <a:gd name="connsiteX44" fmla="*/ 149474 w 985089"/>
                <a:gd name="connsiteY44" fmla="*/ 301577 h 1039885"/>
                <a:gd name="connsiteX45" fmla="*/ 149161 w 985089"/>
                <a:gd name="connsiteY45" fmla="*/ 289946 h 1039885"/>
                <a:gd name="connsiteX46" fmla="*/ 149158 w 985089"/>
                <a:gd name="connsiteY46" fmla="*/ 289932 h 1039885"/>
                <a:gd name="connsiteX47" fmla="*/ 147178 w 985089"/>
                <a:gd name="connsiteY47" fmla="*/ 279528 h 1039885"/>
                <a:gd name="connsiteX48" fmla="*/ 147429 w 985089"/>
                <a:gd name="connsiteY48" fmla="*/ 275690 h 1039885"/>
                <a:gd name="connsiteX49" fmla="*/ 147417 w 985089"/>
                <a:gd name="connsiteY49" fmla="*/ 275624 h 1039885"/>
                <a:gd name="connsiteX50" fmla="*/ 145577 w 985089"/>
                <a:gd name="connsiteY50" fmla="*/ 265126 h 1039885"/>
                <a:gd name="connsiteX51" fmla="*/ 145389 w 985089"/>
                <a:gd name="connsiteY51" fmla="*/ 249288 h 1039885"/>
                <a:gd name="connsiteX52" fmla="*/ 142771 w 985089"/>
                <a:gd name="connsiteY52" fmla="*/ 232782 h 1039885"/>
                <a:gd name="connsiteX53" fmla="*/ 142062 w 985089"/>
                <a:gd name="connsiteY53" fmla="*/ 213048 h 1039885"/>
                <a:gd name="connsiteX54" fmla="*/ 140902 w 985089"/>
                <a:gd name="connsiteY54" fmla="*/ 213048 h 1039885"/>
                <a:gd name="connsiteX55" fmla="*/ 140902 w 985089"/>
                <a:gd name="connsiteY55" fmla="*/ 188101 h 1039885"/>
                <a:gd name="connsiteX56" fmla="*/ 139414 w 985089"/>
                <a:gd name="connsiteY56" fmla="*/ 172310 h 1039885"/>
                <a:gd name="connsiteX57" fmla="*/ 140173 w 985089"/>
                <a:gd name="connsiteY57" fmla="*/ 169047 h 1039885"/>
                <a:gd name="connsiteX58" fmla="*/ 139007 w 985089"/>
                <a:gd name="connsiteY58" fmla="*/ 151599 h 1039885"/>
                <a:gd name="connsiteX59" fmla="*/ 140902 w 985089"/>
                <a:gd name="connsiteY59" fmla="*/ 155178 h 1039885"/>
                <a:gd name="connsiteX60" fmla="*/ 140902 w 985089"/>
                <a:gd name="connsiteY60" fmla="*/ 154194 h 1039885"/>
                <a:gd name="connsiteX61" fmla="*/ 138971 w 985089"/>
                <a:gd name="connsiteY61" fmla="*/ 149903 h 1039885"/>
                <a:gd name="connsiteX62" fmla="*/ 139175 w 985089"/>
                <a:gd name="connsiteY62" fmla="*/ 142459 h 1039885"/>
                <a:gd name="connsiteX63" fmla="*/ 129650 w 985089"/>
                <a:gd name="connsiteY63" fmla="*/ 142229 h 1039885"/>
                <a:gd name="connsiteX64" fmla="*/ 930788 w 985089"/>
                <a:gd name="connsiteY64" fmla="*/ 140826 h 1039885"/>
                <a:gd name="connsiteX65" fmla="*/ 853989 w 985089"/>
                <a:gd name="connsiteY65" fmla="*/ 140848 h 1039885"/>
                <a:gd name="connsiteX66" fmla="*/ 845552 w 985089"/>
                <a:gd name="connsiteY66" fmla="*/ 148754 h 1039885"/>
                <a:gd name="connsiteX67" fmla="*/ 841143 w 985089"/>
                <a:gd name="connsiteY67" fmla="*/ 230321 h 1039885"/>
                <a:gd name="connsiteX68" fmla="*/ 801754 w 985089"/>
                <a:gd name="connsiteY68" fmla="*/ 460986 h 1039885"/>
                <a:gd name="connsiteX69" fmla="*/ 799928 w 985089"/>
                <a:gd name="connsiteY69" fmla="*/ 470132 h 1039885"/>
                <a:gd name="connsiteX70" fmla="*/ 805412 w 985089"/>
                <a:gd name="connsiteY70" fmla="*/ 466184 h 1039885"/>
                <a:gd name="connsiteX71" fmla="*/ 836618 w 985089"/>
                <a:gd name="connsiteY71" fmla="*/ 434655 h 1039885"/>
                <a:gd name="connsiteX72" fmla="*/ 939035 w 985089"/>
                <a:gd name="connsiteY72" fmla="*/ 148788 h 1039885"/>
                <a:gd name="connsiteX73" fmla="*/ 930788 w 985089"/>
                <a:gd name="connsiteY73" fmla="*/ 140826 h 1039885"/>
                <a:gd name="connsiteX74" fmla="*/ 182033 w 985089"/>
                <a:gd name="connsiteY74" fmla="*/ 104826 h 1039885"/>
                <a:gd name="connsiteX75" fmla="*/ 183684 w 985089"/>
                <a:gd name="connsiteY75" fmla="*/ 109913 h 1039885"/>
                <a:gd name="connsiteX76" fmla="*/ 182775 w 985089"/>
                <a:gd name="connsiteY76" fmla="*/ 110094 h 1039885"/>
                <a:gd name="connsiteX77" fmla="*/ 181955 w 985089"/>
                <a:gd name="connsiteY77" fmla="*/ 109706 h 1039885"/>
                <a:gd name="connsiteX78" fmla="*/ 181502 w 985089"/>
                <a:gd name="connsiteY78" fmla="*/ 109951 h 1039885"/>
                <a:gd name="connsiteX79" fmla="*/ 705916 w 985089"/>
                <a:gd name="connsiteY79" fmla="*/ 0 h 1039885"/>
                <a:gd name="connsiteX80" fmla="*/ 835613 w 985089"/>
                <a:gd name="connsiteY80" fmla="*/ 457 h 1039885"/>
                <a:gd name="connsiteX81" fmla="*/ 840781 w 985089"/>
                <a:gd name="connsiteY81" fmla="*/ 200 h 1039885"/>
                <a:gd name="connsiteX82" fmla="*/ 846474 w 985089"/>
                <a:gd name="connsiteY82" fmla="*/ 5010 h 1039885"/>
                <a:gd name="connsiteX83" fmla="*/ 846691 w 985089"/>
                <a:gd name="connsiteY83" fmla="*/ 9302 h 1039885"/>
                <a:gd name="connsiteX84" fmla="*/ 846446 w 985089"/>
                <a:gd name="connsiteY84" fmla="*/ 17084 h 1039885"/>
                <a:gd name="connsiteX85" fmla="*/ 846685 w 985089"/>
                <a:gd name="connsiteY85" fmla="*/ 21436 h 1039885"/>
                <a:gd name="connsiteX86" fmla="*/ 846474 w 985089"/>
                <a:gd name="connsiteY86" fmla="*/ 87593 h 1039885"/>
                <a:gd name="connsiteX87" fmla="*/ 846527 w 985089"/>
                <a:gd name="connsiteY87" fmla="*/ 90104 h 1039885"/>
                <a:gd name="connsiteX88" fmla="*/ 848047 w 985089"/>
                <a:gd name="connsiteY88" fmla="*/ 94604 h 1039885"/>
                <a:gd name="connsiteX89" fmla="*/ 850914 w 985089"/>
                <a:gd name="connsiteY89" fmla="*/ 95087 h 1039885"/>
                <a:gd name="connsiteX90" fmla="*/ 982649 w 985089"/>
                <a:gd name="connsiteY90" fmla="*/ 95591 h 1039885"/>
                <a:gd name="connsiteX91" fmla="*/ 985089 w 985089"/>
                <a:gd name="connsiteY91" fmla="*/ 98505 h 1039885"/>
                <a:gd name="connsiteX92" fmla="*/ 984737 w 985089"/>
                <a:gd name="connsiteY92" fmla="*/ 101635 h 1039885"/>
                <a:gd name="connsiteX93" fmla="*/ 984982 w 985089"/>
                <a:gd name="connsiteY93" fmla="*/ 104624 h 1039885"/>
                <a:gd name="connsiteX94" fmla="*/ 984672 w 985089"/>
                <a:gd name="connsiteY94" fmla="*/ 132097 h 1039885"/>
                <a:gd name="connsiteX95" fmla="*/ 984678 w 985089"/>
                <a:gd name="connsiteY95" fmla="*/ 141047 h 1039885"/>
                <a:gd name="connsiteX96" fmla="*/ 970187 w 985089"/>
                <a:gd name="connsiteY96" fmla="*/ 261113 h 1039885"/>
                <a:gd name="connsiteX97" fmla="*/ 779379 w 985089"/>
                <a:gd name="connsiteY97" fmla="*/ 543063 h 1039885"/>
                <a:gd name="connsiteX98" fmla="*/ 759177 w 985089"/>
                <a:gd name="connsiteY98" fmla="*/ 563210 h 1039885"/>
                <a:gd name="connsiteX99" fmla="*/ 613317 w 985089"/>
                <a:gd name="connsiteY99" fmla="*/ 712941 h 1039885"/>
                <a:gd name="connsiteX100" fmla="*/ 569387 w 985089"/>
                <a:gd name="connsiteY100" fmla="*/ 733230 h 1039885"/>
                <a:gd name="connsiteX101" fmla="*/ 563357 w 985089"/>
                <a:gd name="connsiteY101" fmla="*/ 740613 h 1039885"/>
                <a:gd name="connsiteX102" fmla="*/ 570381 w 985089"/>
                <a:gd name="connsiteY102" fmla="*/ 851107 h 1039885"/>
                <a:gd name="connsiteX103" fmla="*/ 652607 w 985089"/>
                <a:gd name="connsiteY103" fmla="*/ 949658 h 1039885"/>
                <a:gd name="connsiteX104" fmla="*/ 675138 w 985089"/>
                <a:gd name="connsiteY104" fmla="*/ 954126 h 1039885"/>
                <a:gd name="connsiteX105" fmla="*/ 693640 w 985089"/>
                <a:gd name="connsiteY105" fmla="*/ 954263 h 1039885"/>
                <a:gd name="connsiteX106" fmla="*/ 693640 w 985089"/>
                <a:gd name="connsiteY106" fmla="*/ 1039885 h 1039885"/>
                <a:gd name="connsiteX107" fmla="*/ 290052 w 985089"/>
                <a:gd name="connsiteY107" fmla="*/ 1039885 h 1039885"/>
                <a:gd name="connsiteX108" fmla="*/ 290052 w 985089"/>
                <a:gd name="connsiteY108" fmla="*/ 955192 h 1039885"/>
                <a:gd name="connsiteX109" fmla="*/ 296533 w 985089"/>
                <a:gd name="connsiteY109" fmla="*/ 954334 h 1039885"/>
                <a:gd name="connsiteX110" fmla="*/ 368167 w 985089"/>
                <a:gd name="connsiteY110" fmla="*/ 923817 h 1039885"/>
                <a:gd name="connsiteX111" fmla="*/ 412870 w 985089"/>
                <a:gd name="connsiteY111" fmla="*/ 857320 h 1039885"/>
                <a:gd name="connsiteX112" fmla="*/ 419120 w 985089"/>
                <a:gd name="connsiteY112" fmla="*/ 816672 h 1039885"/>
                <a:gd name="connsiteX113" fmla="*/ 420664 w 985089"/>
                <a:gd name="connsiteY113" fmla="*/ 742098 h 1039885"/>
                <a:gd name="connsiteX114" fmla="*/ 412989 w 985089"/>
                <a:gd name="connsiteY114" fmla="*/ 732257 h 1039885"/>
                <a:gd name="connsiteX115" fmla="*/ 222608 w 985089"/>
                <a:gd name="connsiteY115" fmla="*/ 559987 h 1039885"/>
                <a:gd name="connsiteX116" fmla="*/ 209822 w 985089"/>
                <a:gd name="connsiteY116" fmla="*/ 546618 h 1039885"/>
                <a:gd name="connsiteX117" fmla="*/ 75604 w 985089"/>
                <a:gd name="connsiteY117" fmla="*/ 414543 h 1039885"/>
                <a:gd name="connsiteX118" fmla="*/ 72361 w 985089"/>
                <a:gd name="connsiteY118" fmla="*/ 409709 h 1039885"/>
                <a:gd name="connsiteX119" fmla="*/ 71618 w 985089"/>
                <a:gd name="connsiteY119" fmla="*/ 407813 h 1039885"/>
                <a:gd name="connsiteX120" fmla="*/ 68959 w 985089"/>
                <a:gd name="connsiteY120" fmla="*/ 404179 h 1039885"/>
                <a:gd name="connsiteX121" fmla="*/ 69405 w 985089"/>
                <a:gd name="connsiteY121" fmla="*/ 403479 h 1039885"/>
                <a:gd name="connsiteX122" fmla="*/ 66246 w 985089"/>
                <a:gd name="connsiteY122" fmla="*/ 399598 h 1039885"/>
                <a:gd name="connsiteX123" fmla="*/ 63773 w 985089"/>
                <a:gd name="connsiteY123" fmla="*/ 395187 h 1039885"/>
                <a:gd name="connsiteX124" fmla="*/ 62837 w 985089"/>
                <a:gd name="connsiteY124" fmla="*/ 393745 h 1039885"/>
                <a:gd name="connsiteX125" fmla="*/ 57556 w 985089"/>
                <a:gd name="connsiteY125" fmla="*/ 383652 h 1039885"/>
                <a:gd name="connsiteX126" fmla="*/ 55961 w 985089"/>
                <a:gd name="connsiteY126" fmla="*/ 381365 h 1039885"/>
                <a:gd name="connsiteX127" fmla="*/ 55623 w 985089"/>
                <a:gd name="connsiteY127" fmla="*/ 380797 h 1039885"/>
                <a:gd name="connsiteX128" fmla="*/ 55403 w 985089"/>
                <a:gd name="connsiteY128" fmla="*/ 380036 h 1039885"/>
                <a:gd name="connsiteX129" fmla="*/ 51574 w 985089"/>
                <a:gd name="connsiteY129" fmla="*/ 371439 h 1039885"/>
                <a:gd name="connsiteX130" fmla="*/ 50319 w 985089"/>
                <a:gd name="connsiteY130" fmla="*/ 368747 h 1039885"/>
                <a:gd name="connsiteX131" fmla="*/ 48645 w 985089"/>
                <a:gd name="connsiteY131" fmla="*/ 365160 h 1039885"/>
                <a:gd name="connsiteX132" fmla="*/ 41998 w 985089"/>
                <a:gd name="connsiteY132" fmla="*/ 349412 h 1039885"/>
                <a:gd name="connsiteX133" fmla="*/ 40735 w 985089"/>
                <a:gd name="connsiteY133" fmla="*/ 347025 h 1039885"/>
                <a:gd name="connsiteX134" fmla="*/ 39663 w 985089"/>
                <a:gd name="connsiteY134" fmla="*/ 344999 h 1039885"/>
                <a:gd name="connsiteX135" fmla="*/ 36069 w 985089"/>
                <a:gd name="connsiteY135" fmla="*/ 335218 h 1039885"/>
                <a:gd name="connsiteX136" fmla="*/ 35420 w 985089"/>
                <a:gd name="connsiteY136" fmla="*/ 333303 h 1039885"/>
                <a:gd name="connsiteX137" fmla="*/ 34558 w 985089"/>
                <a:gd name="connsiteY137" fmla="*/ 330762 h 1039885"/>
                <a:gd name="connsiteX138" fmla="*/ 31990 w 985089"/>
                <a:gd name="connsiteY138" fmla="*/ 323049 h 1039885"/>
                <a:gd name="connsiteX139" fmla="*/ 30571 w 985089"/>
                <a:gd name="connsiteY139" fmla="*/ 319387 h 1039885"/>
                <a:gd name="connsiteX140" fmla="*/ 28706 w 985089"/>
                <a:gd name="connsiteY140" fmla="*/ 314575 h 1039885"/>
                <a:gd name="connsiteX141" fmla="*/ 28093 w 985089"/>
                <a:gd name="connsiteY141" fmla="*/ 310872 h 1039885"/>
                <a:gd name="connsiteX142" fmla="*/ 27027 w 985089"/>
                <a:gd name="connsiteY142" fmla="*/ 308701 h 1039885"/>
                <a:gd name="connsiteX143" fmla="*/ 25948 w 985089"/>
                <a:gd name="connsiteY143" fmla="*/ 306504 h 1039885"/>
                <a:gd name="connsiteX144" fmla="*/ 24546 w 985089"/>
                <a:gd name="connsiteY144" fmla="*/ 299839 h 1039885"/>
                <a:gd name="connsiteX145" fmla="*/ 23639 w 985089"/>
                <a:gd name="connsiteY145" fmla="*/ 297550 h 1039885"/>
                <a:gd name="connsiteX146" fmla="*/ 22369 w 985089"/>
                <a:gd name="connsiteY146" fmla="*/ 294349 h 1039885"/>
                <a:gd name="connsiteX147" fmla="*/ 21991 w 985089"/>
                <a:gd name="connsiteY147" fmla="*/ 290553 h 1039885"/>
                <a:gd name="connsiteX148" fmla="*/ 20726 w 985089"/>
                <a:gd name="connsiteY148" fmla="*/ 286594 h 1039885"/>
                <a:gd name="connsiteX149" fmla="*/ 18678 w 985089"/>
                <a:gd name="connsiteY149" fmla="*/ 280183 h 1039885"/>
                <a:gd name="connsiteX150" fmla="*/ 17899 w 985089"/>
                <a:gd name="connsiteY150" fmla="*/ 274561 h 1039885"/>
                <a:gd name="connsiteX151" fmla="*/ 16922 w 985089"/>
                <a:gd name="connsiteY151" fmla="*/ 272290 h 1039885"/>
                <a:gd name="connsiteX152" fmla="*/ 15969 w 985089"/>
                <a:gd name="connsiteY152" fmla="*/ 270075 h 1039885"/>
                <a:gd name="connsiteX153" fmla="*/ 15760 w 985089"/>
                <a:gd name="connsiteY153" fmla="*/ 266267 h 1039885"/>
                <a:gd name="connsiteX154" fmla="*/ 14573 w 985089"/>
                <a:gd name="connsiteY154" fmla="*/ 261705 h 1039885"/>
                <a:gd name="connsiteX155" fmla="*/ 12533 w 985089"/>
                <a:gd name="connsiteY155" fmla="*/ 253873 h 1039885"/>
                <a:gd name="connsiteX156" fmla="*/ 11839 w 985089"/>
                <a:gd name="connsiteY156" fmla="*/ 246075 h 1039885"/>
                <a:gd name="connsiteX157" fmla="*/ 10567 w 985089"/>
                <a:gd name="connsiteY157" fmla="*/ 240341 h 1039885"/>
                <a:gd name="connsiteX158" fmla="*/ 8648 w 985089"/>
                <a:gd name="connsiteY158" fmla="*/ 231699 h 1039885"/>
                <a:gd name="connsiteX159" fmla="*/ 7974 w 985089"/>
                <a:gd name="connsiteY159" fmla="*/ 223573 h 1039885"/>
                <a:gd name="connsiteX160" fmla="*/ 6835 w 985089"/>
                <a:gd name="connsiteY160" fmla="*/ 218007 h 1039885"/>
                <a:gd name="connsiteX161" fmla="*/ 5514 w 985089"/>
                <a:gd name="connsiteY161" fmla="*/ 211550 h 1039885"/>
                <a:gd name="connsiteX162" fmla="*/ 5569 w 985089"/>
                <a:gd name="connsiteY162" fmla="*/ 207517 h 1039885"/>
                <a:gd name="connsiteX163" fmla="*/ 4544 w 985089"/>
                <a:gd name="connsiteY163" fmla="*/ 199591 h 1039885"/>
                <a:gd name="connsiteX164" fmla="*/ 2408 w 985089"/>
                <a:gd name="connsiteY164" fmla="*/ 183061 h 1039885"/>
                <a:gd name="connsiteX165" fmla="*/ 1825 w 985089"/>
                <a:gd name="connsiteY165" fmla="*/ 167041 h 1039885"/>
                <a:gd name="connsiteX166" fmla="*/ 1452 w 985089"/>
                <a:gd name="connsiteY166" fmla="*/ 152635 h 1039885"/>
                <a:gd name="connsiteX167" fmla="*/ 0 w 985089"/>
                <a:gd name="connsiteY167" fmla="*/ 96645 h 1039885"/>
                <a:gd name="connsiteX168" fmla="*/ 30487 w 985089"/>
                <a:gd name="connsiteY168" fmla="*/ 95215 h 1039885"/>
                <a:gd name="connsiteX169" fmla="*/ 46649 w 985089"/>
                <a:gd name="connsiteY169" fmla="*/ 96196 h 1039885"/>
                <a:gd name="connsiteX170" fmla="*/ 57006 w 985089"/>
                <a:gd name="connsiteY170" fmla="*/ 96196 h 1039885"/>
                <a:gd name="connsiteX171" fmla="*/ 60749 w 985089"/>
                <a:gd name="connsiteY171" fmla="*/ 95541 h 1039885"/>
                <a:gd name="connsiteX172" fmla="*/ 61309 w 985089"/>
                <a:gd name="connsiteY172" fmla="*/ 96196 h 1039885"/>
                <a:gd name="connsiteX173" fmla="*/ 61918 w 985089"/>
                <a:gd name="connsiteY173" fmla="*/ 96196 h 1039885"/>
                <a:gd name="connsiteX174" fmla="*/ 61550 w 985089"/>
                <a:gd name="connsiteY174" fmla="*/ 95755 h 1039885"/>
                <a:gd name="connsiteX175" fmla="*/ 81314 w 985089"/>
                <a:gd name="connsiteY175" fmla="*/ 96196 h 1039885"/>
                <a:gd name="connsiteX176" fmla="*/ 97356 w 985089"/>
                <a:gd name="connsiteY176" fmla="*/ 96196 h 1039885"/>
                <a:gd name="connsiteX177" fmla="*/ 101069 w 985089"/>
                <a:gd name="connsiteY177" fmla="*/ 95654 h 1039885"/>
                <a:gd name="connsiteX178" fmla="*/ 101181 w 985089"/>
                <a:gd name="connsiteY178" fmla="*/ 96196 h 1039885"/>
                <a:gd name="connsiteX179" fmla="*/ 101864 w 985089"/>
                <a:gd name="connsiteY179" fmla="*/ 96196 h 1039885"/>
                <a:gd name="connsiteX180" fmla="*/ 101856 w 985089"/>
                <a:gd name="connsiteY180" fmla="*/ 95844 h 1039885"/>
                <a:gd name="connsiteX181" fmla="*/ 123195 w 985089"/>
                <a:gd name="connsiteY181" fmla="*/ 96125 h 1039885"/>
                <a:gd name="connsiteX182" fmla="*/ 123317 w 985089"/>
                <a:gd name="connsiteY182" fmla="*/ 96196 h 1039885"/>
                <a:gd name="connsiteX183" fmla="*/ 124647 w 985089"/>
                <a:gd name="connsiteY183" fmla="*/ 96196 h 1039885"/>
                <a:gd name="connsiteX184" fmla="*/ 138485 w 985089"/>
                <a:gd name="connsiteY184" fmla="*/ 91087 h 1039885"/>
                <a:gd name="connsiteX185" fmla="*/ 138765 w 985089"/>
                <a:gd name="connsiteY185" fmla="*/ 91200 h 1039885"/>
                <a:gd name="connsiteX186" fmla="*/ 138765 w 985089"/>
                <a:gd name="connsiteY186" fmla="*/ 86682 h 1039885"/>
                <a:gd name="connsiteX187" fmla="*/ 181730 w 985089"/>
                <a:gd name="connsiteY187" fmla="*/ 86682 h 1039885"/>
                <a:gd name="connsiteX188" fmla="*/ 181730 w 985089"/>
                <a:gd name="connsiteY188" fmla="*/ 99497 h 1039885"/>
                <a:gd name="connsiteX189" fmla="*/ 181576 w 985089"/>
                <a:gd name="connsiteY189" fmla="*/ 99497 h 1039885"/>
                <a:gd name="connsiteX190" fmla="*/ 182067 w 985089"/>
                <a:gd name="connsiteY190" fmla="*/ 104082 h 1039885"/>
                <a:gd name="connsiteX191" fmla="*/ 180867 w 985089"/>
                <a:gd name="connsiteY191" fmla="*/ 110295 h 1039885"/>
                <a:gd name="connsiteX192" fmla="*/ 181502 w 985089"/>
                <a:gd name="connsiteY192" fmla="*/ 109951 h 1039885"/>
                <a:gd name="connsiteX193" fmla="*/ 181460 w 985089"/>
                <a:gd name="connsiteY193" fmla="*/ 110356 h 1039885"/>
                <a:gd name="connsiteX194" fmla="*/ 182775 w 985089"/>
                <a:gd name="connsiteY194" fmla="*/ 110094 h 1039885"/>
                <a:gd name="connsiteX195" fmla="*/ 183235 w 985089"/>
                <a:gd name="connsiteY195" fmla="*/ 110311 h 1039885"/>
                <a:gd name="connsiteX196" fmla="*/ 183575 w 985089"/>
                <a:gd name="connsiteY196" fmla="*/ 126076 h 1039885"/>
                <a:gd name="connsiteX197" fmla="*/ 183134 w 985089"/>
                <a:gd name="connsiteY197" fmla="*/ 126614 h 1039885"/>
                <a:gd name="connsiteX198" fmla="*/ 182923 w 985089"/>
                <a:gd name="connsiteY198" fmla="*/ 139699 h 1039885"/>
                <a:gd name="connsiteX199" fmla="*/ 179956 w 985089"/>
                <a:gd name="connsiteY199" fmla="*/ 137953 h 1039885"/>
                <a:gd name="connsiteX200" fmla="*/ 182513 w 985089"/>
                <a:gd name="connsiteY200" fmla="*/ 140389 h 1039885"/>
                <a:gd name="connsiteX201" fmla="*/ 183737 w 985089"/>
                <a:gd name="connsiteY201" fmla="*/ 149577 h 1039885"/>
                <a:gd name="connsiteX202" fmla="*/ 182899 w 985089"/>
                <a:gd name="connsiteY202" fmla="*/ 149893 h 1039885"/>
                <a:gd name="connsiteX203" fmla="*/ 180208 w 985089"/>
                <a:gd name="connsiteY203" fmla="*/ 144871 h 1039885"/>
                <a:gd name="connsiteX204" fmla="*/ 182832 w 985089"/>
                <a:gd name="connsiteY204" fmla="*/ 150658 h 1039885"/>
                <a:gd name="connsiteX205" fmla="*/ 184568 w 985089"/>
                <a:gd name="connsiteY205" fmla="*/ 156833 h 1039885"/>
                <a:gd name="connsiteX206" fmla="*/ 184615 w 985089"/>
                <a:gd name="connsiteY206" fmla="*/ 164917 h 1039885"/>
                <a:gd name="connsiteX207" fmla="*/ 184597 w 985089"/>
                <a:gd name="connsiteY207" fmla="*/ 165777 h 1039885"/>
                <a:gd name="connsiteX208" fmla="*/ 185298 w 985089"/>
                <a:gd name="connsiteY208" fmla="*/ 165738 h 1039885"/>
                <a:gd name="connsiteX209" fmla="*/ 184878 w 985089"/>
                <a:gd name="connsiteY209" fmla="*/ 166495 h 1039885"/>
                <a:gd name="connsiteX210" fmla="*/ 184592 w 985089"/>
                <a:gd name="connsiteY210" fmla="*/ 165982 h 1039885"/>
                <a:gd name="connsiteX211" fmla="*/ 184582 w 985089"/>
                <a:gd name="connsiteY211" fmla="*/ 166446 h 1039885"/>
                <a:gd name="connsiteX212" fmla="*/ 184313 w 985089"/>
                <a:gd name="connsiteY212" fmla="*/ 172616 h 1039885"/>
                <a:gd name="connsiteX213" fmla="*/ 184683 w 985089"/>
                <a:gd name="connsiteY213" fmla="*/ 174815 h 1039885"/>
                <a:gd name="connsiteX214" fmla="*/ 185078 w 985089"/>
                <a:gd name="connsiteY214" fmla="*/ 177167 h 1039885"/>
                <a:gd name="connsiteX215" fmla="*/ 185307 w 985089"/>
                <a:gd name="connsiteY215" fmla="*/ 194260 h 1039885"/>
                <a:gd name="connsiteX216" fmla="*/ 185557 w 985089"/>
                <a:gd name="connsiteY216" fmla="*/ 195788 h 1039885"/>
                <a:gd name="connsiteX217" fmla="*/ 185814 w 985089"/>
                <a:gd name="connsiteY217" fmla="*/ 197358 h 1039885"/>
                <a:gd name="connsiteX218" fmla="*/ 186003 w 985089"/>
                <a:gd name="connsiteY218" fmla="*/ 211238 h 1039885"/>
                <a:gd name="connsiteX219" fmla="*/ 186323 w 985089"/>
                <a:gd name="connsiteY219" fmla="*/ 214291 h 1039885"/>
                <a:gd name="connsiteX220" fmla="*/ 187338 w 985089"/>
                <a:gd name="connsiteY220" fmla="*/ 223955 h 1039885"/>
                <a:gd name="connsiteX221" fmla="*/ 188437 w 985089"/>
                <a:gd name="connsiteY221" fmla="*/ 247362 h 1039885"/>
                <a:gd name="connsiteX222" fmla="*/ 188779 w 985089"/>
                <a:gd name="connsiteY222" fmla="*/ 249759 h 1039885"/>
                <a:gd name="connsiteX223" fmla="*/ 189426 w 985089"/>
                <a:gd name="connsiteY223" fmla="*/ 254300 h 1039885"/>
                <a:gd name="connsiteX224" fmla="*/ 192202 w 985089"/>
                <a:gd name="connsiteY224" fmla="*/ 285987 h 1039885"/>
                <a:gd name="connsiteX225" fmla="*/ 192933 w 985089"/>
                <a:gd name="connsiteY225" fmla="*/ 289662 h 1039885"/>
                <a:gd name="connsiteX226" fmla="*/ 193940 w 985089"/>
                <a:gd name="connsiteY226" fmla="*/ 294736 h 1039885"/>
                <a:gd name="connsiteX227" fmla="*/ 215751 w 985089"/>
                <a:gd name="connsiteY227" fmla="*/ 410723 h 1039885"/>
                <a:gd name="connsiteX228" fmla="*/ 299333 w 985089"/>
                <a:gd name="connsiteY228" fmla="*/ 593696 h 1039885"/>
                <a:gd name="connsiteX229" fmla="*/ 457929 w 985089"/>
                <a:gd name="connsiteY229" fmla="*/ 699518 h 1039885"/>
                <a:gd name="connsiteX230" fmla="*/ 465510 w 985089"/>
                <a:gd name="connsiteY230" fmla="*/ 707593 h 1039885"/>
                <a:gd name="connsiteX231" fmla="*/ 460126 w 985089"/>
                <a:gd name="connsiteY231" fmla="*/ 858747 h 1039885"/>
                <a:gd name="connsiteX232" fmla="*/ 418796 w 985089"/>
                <a:gd name="connsiteY232" fmla="*/ 936348 h 1039885"/>
                <a:gd name="connsiteX233" fmla="*/ 350151 w 985089"/>
                <a:gd name="connsiteY233" fmla="*/ 991494 h 1039885"/>
                <a:gd name="connsiteX234" fmla="*/ 346761 w 985089"/>
                <a:gd name="connsiteY234" fmla="*/ 995081 h 1039885"/>
                <a:gd name="connsiteX235" fmla="*/ 638935 w 985089"/>
                <a:gd name="connsiteY235" fmla="*/ 995081 h 1039885"/>
                <a:gd name="connsiteX236" fmla="*/ 626948 w 985089"/>
                <a:gd name="connsiteY236" fmla="*/ 987987 h 1039885"/>
                <a:gd name="connsiteX237" fmla="*/ 525273 w 985089"/>
                <a:gd name="connsiteY237" fmla="*/ 862733 h 1039885"/>
                <a:gd name="connsiteX238" fmla="*/ 518392 w 985089"/>
                <a:gd name="connsiteY238" fmla="*/ 800738 h 1039885"/>
                <a:gd name="connsiteX239" fmla="*/ 518659 w 985089"/>
                <a:gd name="connsiteY239" fmla="*/ 707836 h 1039885"/>
                <a:gd name="connsiteX240" fmla="*/ 525903 w 985089"/>
                <a:gd name="connsiteY240" fmla="*/ 699141 h 1039885"/>
                <a:gd name="connsiteX241" fmla="*/ 656278 w 985089"/>
                <a:gd name="connsiteY241" fmla="*/ 625288 h 1039885"/>
                <a:gd name="connsiteX242" fmla="*/ 733498 w 985089"/>
                <a:gd name="connsiteY242" fmla="*/ 512787 h 1039885"/>
                <a:gd name="connsiteX243" fmla="*/ 777364 w 985089"/>
                <a:gd name="connsiteY243" fmla="*/ 371627 h 1039885"/>
                <a:gd name="connsiteX244" fmla="*/ 798249 w 985089"/>
                <a:gd name="connsiteY244" fmla="*/ 183152 h 1039885"/>
                <a:gd name="connsiteX245" fmla="*/ 801187 w 985089"/>
                <a:gd name="connsiteY245" fmla="*/ 52499 h 1039885"/>
                <a:gd name="connsiteX246" fmla="*/ 800584 w 985089"/>
                <a:gd name="connsiteY246" fmla="*/ 47384 h 1039885"/>
                <a:gd name="connsiteX247" fmla="*/ 788148 w 985089"/>
                <a:gd name="connsiteY247" fmla="*/ 45282 h 1039885"/>
                <a:gd name="connsiteX248" fmla="*/ 290189 w 985089"/>
                <a:gd name="connsiteY248" fmla="*/ 45176 h 1039885"/>
                <a:gd name="connsiteX249" fmla="*/ 285214 w 985089"/>
                <a:gd name="connsiteY249" fmla="*/ 44754 h 1039885"/>
                <a:gd name="connsiteX250" fmla="*/ 224084 w 985089"/>
                <a:gd name="connsiteY250" fmla="*/ 44754 h 1039885"/>
                <a:gd name="connsiteX251" fmla="*/ 224084 w 985089"/>
                <a:gd name="connsiteY251" fmla="*/ 504 h 1039885"/>
                <a:gd name="connsiteX252" fmla="*/ 298507 w 985089"/>
                <a:gd name="connsiteY252" fmla="*/ 504 h 1039885"/>
                <a:gd name="connsiteX253" fmla="*/ 301474 w 985089"/>
                <a:gd name="connsiteY253" fmla="*/ 441 h 1039885"/>
                <a:gd name="connsiteX254" fmla="*/ 306611 w 985089"/>
                <a:gd name="connsiteY254" fmla="*/ 160 h 103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985089" h="1039885">
                  <a:moveTo>
                    <a:pt x="183635" y="150413"/>
                  </a:moveTo>
                  <a:lnTo>
                    <a:pt x="184989" y="156433"/>
                  </a:lnTo>
                  <a:cubicBezTo>
                    <a:pt x="183967" y="155030"/>
                    <a:pt x="183366" y="153228"/>
                    <a:pt x="182832" y="150658"/>
                  </a:cubicBezTo>
                  <a:cubicBezTo>
                    <a:pt x="182899" y="149893"/>
                    <a:pt x="183397" y="150233"/>
                    <a:pt x="183635" y="150413"/>
                  </a:cubicBezTo>
                  <a:close/>
                  <a:moveTo>
                    <a:pt x="44622" y="142781"/>
                  </a:moveTo>
                  <a:cubicBezTo>
                    <a:pt x="45003" y="142983"/>
                    <a:pt x="45047" y="143355"/>
                    <a:pt x="44885" y="144254"/>
                  </a:cubicBezTo>
                  <a:cubicBezTo>
                    <a:pt x="44420" y="144383"/>
                    <a:pt x="44111" y="144009"/>
                    <a:pt x="43931" y="143582"/>
                  </a:cubicBezTo>
                  <a:cubicBezTo>
                    <a:pt x="43874" y="143445"/>
                    <a:pt x="44157" y="143163"/>
                    <a:pt x="44622" y="142781"/>
                  </a:cubicBezTo>
                  <a:close/>
                  <a:moveTo>
                    <a:pt x="139265" y="142229"/>
                  </a:moveTo>
                  <a:cubicBezTo>
                    <a:pt x="139236" y="142306"/>
                    <a:pt x="139206" y="142382"/>
                    <a:pt x="139176" y="142459"/>
                  </a:cubicBezTo>
                  <a:lnTo>
                    <a:pt x="139453" y="142229"/>
                  </a:lnTo>
                  <a:close/>
                  <a:moveTo>
                    <a:pt x="45269" y="142229"/>
                  </a:moveTo>
                  <a:lnTo>
                    <a:pt x="45128" y="142417"/>
                  </a:lnTo>
                  <a:cubicBezTo>
                    <a:pt x="45193" y="142524"/>
                    <a:pt x="44958" y="142611"/>
                    <a:pt x="44622" y="142781"/>
                  </a:cubicBezTo>
                  <a:cubicBezTo>
                    <a:pt x="44157" y="143163"/>
                    <a:pt x="43873" y="143445"/>
                    <a:pt x="43930" y="143582"/>
                  </a:cubicBezTo>
                  <a:cubicBezTo>
                    <a:pt x="44110" y="144009"/>
                    <a:pt x="44420" y="144383"/>
                    <a:pt x="44808" y="145640"/>
                  </a:cubicBezTo>
                  <a:cubicBezTo>
                    <a:pt x="44964" y="149990"/>
                    <a:pt x="44994" y="153478"/>
                    <a:pt x="44513" y="157475"/>
                  </a:cubicBezTo>
                  <a:cubicBezTo>
                    <a:pt x="44733" y="161728"/>
                    <a:pt x="45462" y="165471"/>
                    <a:pt x="46492" y="169797"/>
                  </a:cubicBezTo>
                  <a:cubicBezTo>
                    <a:pt x="46676" y="171236"/>
                    <a:pt x="46558" y="172090"/>
                    <a:pt x="45848" y="173110"/>
                  </a:cubicBezTo>
                  <a:cubicBezTo>
                    <a:pt x="46087" y="177324"/>
                    <a:pt x="46923" y="181371"/>
                    <a:pt x="48040" y="186253"/>
                  </a:cubicBezTo>
                  <a:cubicBezTo>
                    <a:pt x="48525" y="191225"/>
                    <a:pt x="48730" y="195363"/>
                    <a:pt x="48457" y="199930"/>
                  </a:cubicBezTo>
                  <a:cubicBezTo>
                    <a:pt x="48798" y="202787"/>
                    <a:pt x="49620" y="205213"/>
                    <a:pt x="50735" y="208456"/>
                  </a:cubicBezTo>
                  <a:cubicBezTo>
                    <a:pt x="56860" y="236152"/>
                    <a:pt x="61171" y="263472"/>
                    <a:pt x="68812" y="289827"/>
                  </a:cubicBezTo>
                  <a:cubicBezTo>
                    <a:pt x="88394" y="357396"/>
                    <a:pt x="123642" y="415800"/>
                    <a:pt x="175706" y="463588"/>
                  </a:cubicBezTo>
                  <a:cubicBezTo>
                    <a:pt x="177498" y="465233"/>
                    <a:pt x="180578" y="465476"/>
                    <a:pt x="182628" y="466787"/>
                  </a:cubicBezTo>
                  <a:cubicBezTo>
                    <a:pt x="182668" y="467831"/>
                    <a:pt x="183136" y="468462"/>
                    <a:pt x="183605" y="469094"/>
                  </a:cubicBezTo>
                  <a:cubicBezTo>
                    <a:pt x="183795" y="468914"/>
                    <a:pt x="184177" y="468626"/>
                    <a:pt x="184147" y="468574"/>
                  </a:cubicBezTo>
                  <a:cubicBezTo>
                    <a:pt x="183743" y="467867"/>
                    <a:pt x="183281" y="467194"/>
                    <a:pt x="182980" y="465731"/>
                  </a:cubicBezTo>
                  <a:cubicBezTo>
                    <a:pt x="181715" y="459351"/>
                    <a:pt x="180307" y="453752"/>
                    <a:pt x="178988" y="447646"/>
                  </a:cubicBezTo>
                  <a:cubicBezTo>
                    <a:pt x="178725" y="446211"/>
                    <a:pt x="178372" y="445284"/>
                    <a:pt x="177551" y="443735"/>
                  </a:cubicBezTo>
                  <a:cubicBezTo>
                    <a:pt x="176416" y="440084"/>
                    <a:pt x="175750" y="437057"/>
                    <a:pt x="175562" y="433634"/>
                  </a:cubicBezTo>
                  <a:cubicBezTo>
                    <a:pt x="175076" y="431475"/>
                    <a:pt x="174113" y="429712"/>
                    <a:pt x="172806" y="427248"/>
                  </a:cubicBezTo>
                  <a:cubicBezTo>
                    <a:pt x="171266" y="420959"/>
                    <a:pt x="170066" y="415375"/>
                    <a:pt x="169328" y="409393"/>
                  </a:cubicBezTo>
                  <a:cubicBezTo>
                    <a:pt x="168608" y="405834"/>
                    <a:pt x="167430" y="402674"/>
                    <a:pt x="165900" y="398775"/>
                  </a:cubicBezTo>
                  <a:cubicBezTo>
                    <a:pt x="165330" y="395881"/>
                    <a:pt x="165109" y="393722"/>
                    <a:pt x="165374" y="391183"/>
                  </a:cubicBezTo>
                  <a:cubicBezTo>
                    <a:pt x="164982" y="389012"/>
                    <a:pt x="164102" y="387221"/>
                    <a:pt x="162902" y="384714"/>
                  </a:cubicBezTo>
                  <a:cubicBezTo>
                    <a:pt x="162121" y="380414"/>
                    <a:pt x="161659" y="376831"/>
                    <a:pt x="161633" y="372867"/>
                  </a:cubicBezTo>
                  <a:cubicBezTo>
                    <a:pt x="161261" y="370710"/>
                    <a:pt x="160451" y="368934"/>
                    <a:pt x="159377" y="366447"/>
                  </a:cubicBezTo>
                  <a:cubicBezTo>
                    <a:pt x="159003" y="364231"/>
                    <a:pt x="158893" y="362726"/>
                    <a:pt x="159286" y="360755"/>
                  </a:cubicBezTo>
                  <a:cubicBezTo>
                    <a:pt x="158592" y="355828"/>
                    <a:pt x="157400" y="351365"/>
                    <a:pt x="155844" y="346134"/>
                  </a:cubicBezTo>
                  <a:cubicBezTo>
                    <a:pt x="155330" y="342528"/>
                    <a:pt x="155178" y="339695"/>
                    <a:pt x="155508" y="336353"/>
                  </a:cubicBezTo>
                  <a:cubicBezTo>
                    <a:pt x="155507" y="336349"/>
                    <a:pt x="155506" y="336346"/>
                    <a:pt x="155506" y="336342"/>
                  </a:cubicBezTo>
                  <a:lnTo>
                    <a:pt x="152214" y="322050"/>
                  </a:lnTo>
                  <a:cubicBezTo>
                    <a:pt x="151708" y="317709"/>
                    <a:pt x="151417" y="314108"/>
                    <a:pt x="151566" y="310071"/>
                  </a:cubicBezTo>
                  <a:cubicBezTo>
                    <a:pt x="151255" y="307220"/>
                    <a:pt x="150502" y="304808"/>
                    <a:pt x="149474" y="301577"/>
                  </a:cubicBezTo>
                  <a:cubicBezTo>
                    <a:pt x="149015" y="297307"/>
                    <a:pt x="148829" y="293856"/>
                    <a:pt x="149161" y="289946"/>
                  </a:cubicBezTo>
                  <a:cubicBezTo>
                    <a:pt x="149160" y="289942"/>
                    <a:pt x="149159" y="289937"/>
                    <a:pt x="149158" y="289932"/>
                  </a:cubicBezTo>
                  <a:lnTo>
                    <a:pt x="147178" y="279528"/>
                  </a:lnTo>
                  <a:cubicBezTo>
                    <a:pt x="146913" y="277978"/>
                    <a:pt x="146931" y="277061"/>
                    <a:pt x="147429" y="275690"/>
                  </a:cubicBezTo>
                  <a:lnTo>
                    <a:pt x="147417" y="275624"/>
                  </a:lnTo>
                  <a:lnTo>
                    <a:pt x="145577" y="265126"/>
                  </a:lnTo>
                  <a:cubicBezTo>
                    <a:pt x="145148" y="259470"/>
                    <a:pt x="145009" y="254664"/>
                    <a:pt x="145389" y="249288"/>
                  </a:cubicBezTo>
                  <a:cubicBezTo>
                    <a:pt x="144942" y="243704"/>
                    <a:pt x="143977" y="238690"/>
                    <a:pt x="142771" y="232782"/>
                  </a:cubicBezTo>
                  <a:cubicBezTo>
                    <a:pt x="142534" y="226203"/>
                    <a:pt x="142298" y="219626"/>
                    <a:pt x="142062" y="213048"/>
                  </a:cubicBezTo>
                  <a:lnTo>
                    <a:pt x="140902" y="213048"/>
                  </a:lnTo>
                  <a:lnTo>
                    <a:pt x="140902" y="188101"/>
                  </a:lnTo>
                  <a:lnTo>
                    <a:pt x="139414" y="172310"/>
                  </a:lnTo>
                  <a:cubicBezTo>
                    <a:pt x="139313" y="170884"/>
                    <a:pt x="139426" y="170054"/>
                    <a:pt x="140173" y="169047"/>
                  </a:cubicBezTo>
                  <a:cubicBezTo>
                    <a:pt x="139303" y="163656"/>
                    <a:pt x="139066" y="158086"/>
                    <a:pt x="139007" y="151599"/>
                  </a:cubicBezTo>
                  <a:lnTo>
                    <a:pt x="140902" y="155178"/>
                  </a:lnTo>
                  <a:lnTo>
                    <a:pt x="140902" y="154194"/>
                  </a:lnTo>
                  <a:lnTo>
                    <a:pt x="138971" y="149903"/>
                  </a:lnTo>
                  <a:cubicBezTo>
                    <a:pt x="138765" y="146969"/>
                    <a:pt x="138773" y="144815"/>
                    <a:pt x="139175" y="142459"/>
                  </a:cubicBezTo>
                  <a:lnTo>
                    <a:pt x="129650" y="142229"/>
                  </a:lnTo>
                  <a:close/>
                  <a:moveTo>
                    <a:pt x="930788" y="140826"/>
                  </a:moveTo>
                  <a:lnTo>
                    <a:pt x="853989" y="140848"/>
                  </a:lnTo>
                  <a:cubicBezTo>
                    <a:pt x="848099" y="140798"/>
                    <a:pt x="845819" y="142408"/>
                    <a:pt x="845552" y="148754"/>
                  </a:cubicBezTo>
                  <a:cubicBezTo>
                    <a:pt x="844409" y="175956"/>
                    <a:pt x="842745" y="203139"/>
                    <a:pt x="841143" y="230321"/>
                  </a:cubicBezTo>
                  <a:cubicBezTo>
                    <a:pt x="836554" y="308129"/>
                    <a:pt x="824903" y="384751"/>
                    <a:pt x="801754" y="460986"/>
                  </a:cubicBezTo>
                  <a:lnTo>
                    <a:pt x="799928" y="470132"/>
                  </a:lnTo>
                  <a:cubicBezTo>
                    <a:pt x="802866" y="468039"/>
                    <a:pt x="804311" y="467283"/>
                    <a:pt x="805412" y="466184"/>
                  </a:cubicBezTo>
                  <a:cubicBezTo>
                    <a:pt x="815881" y="455737"/>
                    <a:pt x="826919" y="445778"/>
                    <a:pt x="836618" y="434655"/>
                  </a:cubicBezTo>
                  <a:cubicBezTo>
                    <a:pt x="908014" y="352773"/>
                    <a:pt x="932960" y="254152"/>
                    <a:pt x="939035" y="148788"/>
                  </a:cubicBezTo>
                  <a:cubicBezTo>
                    <a:pt x="939405" y="142342"/>
                    <a:pt x="936728" y="140772"/>
                    <a:pt x="930788" y="140826"/>
                  </a:cubicBezTo>
                  <a:close/>
                  <a:moveTo>
                    <a:pt x="182033" y="104826"/>
                  </a:moveTo>
                  <a:cubicBezTo>
                    <a:pt x="183028" y="106088"/>
                    <a:pt x="183581" y="107802"/>
                    <a:pt x="183684" y="109913"/>
                  </a:cubicBezTo>
                  <a:lnTo>
                    <a:pt x="182775" y="110094"/>
                  </a:lnTo>
                  <a:lnTo>
                    <a:pt x="181955" y="109706"/>
                  </a:lnTo>
                  <a:lnTo>
                    <a:pt x="181502" y="109951"/>
                  </a:lnTo>
                  <a:close/>
                  <a:moveTo>
                    <a:pt x="705916" y="0"/>
                  </a:moveTo>
                  <a:lnTo>
                    <a:pt x="835613" y="457"/>
                  </a:lnTo>
                  <a:cubicBezTo>
                    <a:pt x="838209" y="648"/>
                    <a:pt x="839496" y="425"/>
                    <a:pt x="840781" y="200"/>
                  </a:cubicBezTo>
                  <a:cubicBezTo>
                    <a:pt x="842772" y="1352"/>
                    <a:pt x="844761" y="2501"/>
                    <a:pt x="846474" y="5010"/>
                  </a:cubicBezTo>
                  <a:cubicBezTo>
                    <a:pt x="846363" y="7345"/>
                    <a:pt x="846527" y="8324"/>
                    <a:pt x="846691" y="9302"/>
                  </a:cubicBezTo>
                  <a:cubicBezTo>
                    <a:pt x="846711" y="11402"/>
                    <a:pt x="846729" y="13502"/>
                    <a:pt x="846446" y="17084"/>
                  </a:cubicBezTo>
                  <a:cubicBezTo>
                    <a:pt x="846325" y="19520"/>
                    <a:pt x="846505" y="20479"/>
                    <a:pt x="846685" y="21436"/>
                  </a:cubicBezTo>
                  <a:cubicBezTo>
                    <a:pt x="846705" y="43003"/>
                    <a:pt x="846723" y="64571"/>
                    <a:pt x="846474" y="87593"/>
                  </a:cubicBezTo>
                  <a:cubicBezTo>
                    <a:pt x="846315" y="89398"/>
                    <a:pt x="846422" y="89752"/>
                    <a:pt x="846527" y="90104"/>
                  </a:cubicBezTo>
                  <a:cubicBezTo>
                    <a:pt x="846833" y="91314"/>
                    <a:pt x="847136" y="92522"/>
                    <a:pt x="848047" y="94604"/>
                  </a:cubicBezTo>
                  <a:cubicBezTo>
                    <a:pt x="849404" y="95347"/>
                    <a:pt x="850159" y="95217"/>
                    <a:pt x="850914" y="95087"/>
                  </a:cubicBezTo>
                  <a:lnTo>
                    <a:pt x="982649" y="95591"/>
                  </a:lnTo>
                  <a:cubicBezTo>
                    <a:pt x="984075" y="96971"/>
                    <a:pt x="984581" y="97738"/>
                    <a:pt x="985089" y="98505"/>
                  </a:cubicBezTo>
                  <a:cubicBezTo>
                    <a:pt x="985087" y="99266"/>
                    <a:pt x="985087" y="100029"/>
                    <a:pt x="984737" y="101635"/>
                  </a:cubicBezTo>
                  <a:cubicBezTo>
                    <a:pt x="984587" y="103195"/>
                    <a:pt x="984786" y="103909"/>
                    <a:pt x="984982" y="104624"/>
                  </a:cubicBezTo>
                  <a:cubicBezTo>
                    <a:pt x="985027" y="113262"/>
                    <a:pt x="985069" y="121900"/>
                    <a:pt x="984672" y="132097"/>
                  </a:cubicBezTo>
                  <a:cubicBezTo>
                    <a:pt x="984381" y="136120"/>
                    <a:pt x="984529" y="138584"/>
                    <a:pt x="984678" y="141047"/>
                  </a:cubicBezTo>
                  <a:cubicBezTo>
                    <a:pt x="980033" y="181108"/>
                    <a:pt x="978335" y="221778"/>
                    <a:pt x="970187" y="261113"/>
                  </a:cubicBezTo>
                  <a:cubicBezTo>
                    <a:pt x="945394" y="380817"/>
                    <a:pt x="884158" y="476971"/>
                    <a:pt x="779379" y="543063"/>
                  </a:cubicBezTo>
                  <a:cubicBezTo>
                    <a:pt x="771071" y="548304"/>
                    <a:pt x="764220" y="553965"/>
                    <a:pt x="759177" y="563210"/>
                  </a:cubicBezTo>
                  <a:cubicBezTo>
                    <a:pt x="724583" y="626631"/>
                    <a:pt x="677691" y="678489"/>
                    <a:pt x="613317" y="712941"/>
                  </a:cubicBezTo>
                  <a:cubicBezTo>
                    <a:pt x="599123" y="720537"/>
                    <a:pt x="583905" y="726200"/>
                    <a:pt x="569387" y="733230"/>
                  </a:cubicBezTo>
                  <a:cubicBezTo>
                    <a:pt x="566716" y="734522"/>
                    <a:pt x="563252" y="738183"/>
                    <a:pt x="563357" y="740613"/>
                  </a:cubicBezTo>
                  <a:cubicBezTo>
                    <a:pt x="564938" y="777566"/>
                    <a:pt x="561783" y="815778"/>
                    <a:pt x="570381" y="851107"/>
                  </a:cubicBezTo>
                  <a:cubicBezTo>
                    <a:pt x="581078" y="895067"/>
                    <a:pt x="611334" y="928532"/>
                    <a:pt x="652607" y="949658"/>
                  </a:cubicBezTo>
                  <a:cubicBezTo>
                    <a:pt x="659175" y="953021"/>
                    <a:pt x="667522" y="953242"/>
                    <a:pt x="675138" y="954126"/>
                  </a:cubicBezTo>
                  <a:cubicBezTo>
                    <a:pt x="681028" y="954811"/>
                    <a:pt x="687059" y="954263"/>
                    <a:pt x="693640" y="954263"/>
                  </a:cubicBezTo>
                  <a:lnTo>
                    <a:pt x="693640" y="1039885"/>
                  </a:lnTo>
                  <a:lnTo>
                    <a:pt x="290052" y="1039885"/>
                  </a:lnTo>
                  <a:lnTo>
                    <a:pt x="290052" y="955192"/>
                  </a:lnTo>
                  <a:cubicBezTo>
                    <a:pt x="292108" y="954897"/>
                    <a:pt x="294382" y="954085"/>
                    <a:pt x="296533" y="954334"/>
                  </a:cubicBezTo>
                  <a:cubicBezTo>
                    <a:pt x="326236" y="957776"/>
                    <a:pt x="348550" y="943466"/>
                    <a:pt x="368167" y="923817"/>
                  </a:cubicBezTo>
                  <a:cubicBezTo>
                    <a:pt x="387328" y="904625"/>
                    <a:pt x="404193" y="883305"/>
                    <a:pt x="412870" y="857320"/>
                  </a:cubicBezTo>
                  <a:cubicBezTo>
                    <a:pt x="417157" y="844484"/>
                    <a:pt x="418430" y="830330"/>
                    <a:pt x="419120" y="816672"/>
                  </a:cubicBezTo>
                  <a:cubicBezTo>
                    <a:pt x="420370" y="791853"/>
                    <a:pt x="420040" y="766956"/>
                    <a:pt x="420664" y="742098"/>
                  </a:cubicBezTo>
                  <a:cubicBezTo>
                    <a:pt x="420812" y="736236"/>
                    <a:pt x="418122" y="734201"/>
                    <a:pt x="412989" y="732257"/>
                  </a:cubicBezTo>
                  <a:cubicBezTo>
                    <a:pt x="327072" y="699706"/>
                    <a:pt x="266091" y="639571"/>
                    <a:pt x="222608" y="559987"/>
                  </a:cubicBezTo>
                  <a:cubicBezTo>
                    <a:pt x="219737" y="554732"/>
                    <a:pt x="214911" y="549825"/>
                    <a:pt x="209822" y="546618"/>
                  </a:cubicBezTo>
                  <a:cubicBezTo>
                    <a:pt x="155773" y="512558"/>
                    <a:pt x="109998" y="470129"/>
                    <a:pt x="75604" y="414543"/>
                  </a:cubicBezTo>
                  <a:cubicBezTo>
                    <a:pt x="74445" y="412060"/>
                    <a:pt x="73403" y="410885"/>
                    <a:pt x="72361" y="409709"/>
                  </a:cubicBezTo>
                  <a:cubicBezTo>
                    <a:pt x="72361" y="409709"/>
                    <a:pt x="71699" y="408961"/>
                    <a:pt x="71618" y="407813"/>
                  </a:cubicBezTo>
                  <a:cubicBezTo>
                    <a:pt x="70679" y="405836"/>
                    <a:pt x="69819" y="405009"/>
                    <a:pt x="68959" y="404179"/>
                  </a:cubicBezTo>
                  <a:cubicBezTo>
                    <a:pt x="68959" y="404179"/>
                    <a:pt x="69498" y="403967"/>
                    <a:pt x="69405" y="403479"/>
                  </a:cubicBezTo>
                  <a:cubicBezTo>
                    <a:pt x="68290" y="401860"/>
                    <a:pt x="67268" y="400729"/>
                    <a:pt x="66246" y="399598"/>
                  </a:cubicBezTo>
                  <a:cubicBezTo>
                    <a:pt x="65516" y="398418"/>
                    <a:pt x="64787" y="397239"/>
                    <a:pt x="63773" y="395187"/>
                  </a:cubicBezTo>
                  <a:cubicBezTo>
                    <a:pt x="63490" y="394315"/>
                    <a:pt x="62837" y="393745"/>
                    <a:pt x="62837" y="393745"/>
                  </a:cubicBezTo>
                  <a:cubicBezTo>
                    <a:pt x="61167" y="390762"/>
                    <a:pt x="59498" y="387781"/>
                    <a:pt x="57556" y="383652"/>
                  </a:cubicBezTo>
                  <a:cubicBezTo>
                    <a:pt x="57001" y="381942"/>
                    <a:pt x="56560" y="381562"/>
                    <a:pt x="55961" y="381365"/>
                  </a:cubicBezTo>
                  <a:cubicBezTo>
                    <a:pt x="55961" y="381365"/>
                    <a:pt x="55571" y="381145"/>
                    <a:pt x="55623" y="380797"/>
                  </a:cubicBezTo>
                  <a:cubicBezTo>
                    <a:pt x="55676" y="380451"/>
                    <a:pt x="55403" y="380036"/>
                    <a:pt x="55403" y="380036"/>
                  </a:cubicBezTo>
                  <a:cubicBezTo>
                    <a:pt x="54142" y="377648"/>
                    <a:pt x="52882" y="375259"/>
                    <a:pt x="51574" y="371439"/>
                  </a:cubicBezTo>
                  <a:lnTo>
                    <a:pt x="50319" y="368747"/>
                  </a:lnTo>
                  <a:lnTo>
                    <a:pt x="48645" y="365160"/>
                  </a:lnTo>
                  <a:cubicBezTo>
                    <a:pt x="46281" y="360265"/>
                    <a:pt x="43918" y="355371"/>
                    <a:pt x="41998" y="349412"/>
                  </a:cubicBezTo>
                  <a:lnTo>
                    <a:pt x="40735" y="347025"/>
                  </a:lnTo>
                  <a:lnTo>
                    <a:pt x="39663" y="344999"/>
                  </a:lnTo>
                  <a:cubicBezTo>
                    <a:pt x="38343" y="342065"/>
                    <a:pt x="37026" y="339129"/>
                    <a:pt x="36069" y="335218"/>
                  </a:cubicBezTo>
                  <a:lnTo>
                    <a:pt x="35420" y="333303"/>
                  </a:lnTo>
                  <a:lnTo>
                    <a:pt x="34558" y="330762"/>
                  </a:lnTo>
                  <a:cubicBezTo>
                    <a:pt x="33556" y="328561"/>
                    <a:pt x="32556" y="326357"/>
                    <a:pt x="31990" y="323049"/>
                  </a:cubicBezTo>
                  <a:lnTo>
                    <a:pt x="30571" y="319387"/>
                  </a:lnTo>
                  <a:lnTo>
                    <a:pt x="28706" y="314575"/>
                  </a:lnTo>
                  <a:cubicBezTo>
                    <a:pt x="28376" y="313689"/>
                    <a:pt x="28046" y="312803"/>
                    <a:pt x="28093" y="310872"/>
                  </a:cubicBezTo>
                  <a:lnTo>
                    <a:pt x="27027" y="308701"/>
                  </a:lnTo>
                  <a:lnTo>
                    <a:pt x="25948" y="306504"/>
                  </a:lnTo>
                  <a:cubicBezTo>
                    <a:pt x="25406" y="304731"/>
                    <a:pt x="24864" y="302957"/>
                    <a:pt x="24546" y="299839"/>
                  </a:cubicBezTo>
                  <a:lnTo>
                    <a:pt x="23639" y="297550"/>
                  </a:lnTo>
                  <a:lnTo>
                    <a:pt x="22369" y="294349"/>
                  </a:lnTo>
                  <a:cubicBezTo>
                    <a:pt x="22094" y="293461"/>
                    <a:pt x="21817" y="292573"/>
                    <a:pt x="21991" y="290553"/>
                  </a:cubicBezTo>
                  <a:lnTo>
                    <a:pt x="20726" y="286594"/>
                  </a:lnTo>
                  <a:lnTo>
                    <a:pt x="18678" y="280183"/>
                  </a:lnTo>
                  <a:cubicBezTo>
                    <a:pt x="18282" y="278674"/>
                    <a:pt x="17887" y="277165"/>
                    <a:pt x="17899" y="274561"/>
                  </a:cubicBezTo>
                  <a:lnTo>
                    <a:pt x="16922" y="272290"/>
                  </a:lnTo>
                  <a:lnTo>
                    <a:pt x="15969" y="270075"/>
                  </a:lnTo>
                  <a:cubicBezTo>
                    <a:pt x="15730" y="269192"/>
                    <a:pt x="15491" y="268310"/>
                    <a:pt x="15760" y="266267"/>
                  </a:cubicBezTo>
                  <a:lnTo>
                    <a:pt x="14573" y="261705"/>
                  </a:lnTo>
                  <a:lnTo>
                    <a:pt x="12533" y="253873"/>
                  </a:lnTo>
                  <a:cubicBezTo>
                    <a:pt x="12116" y="251722"/>
                    <a:pt x="11702" y="249572"/>
                    <a:pt x="11839" y="246075"/>
                  </a:cubicBezTo>
                  <a:lnTo>
                    <a:pt x="10567" y="240341"/>
                  </a:lnTo>
                  <a:lnTo>
                    <a:pt x="8648" y="231699"/>
                  </a:lnTo>
                  <a:cubicBezTo>
                    <a:pt x="8244" y="229394"/>
                    <a:pt x="7841" y="227088"/>
                    <a:pt x="7974" y="223573"/>
                  </a:cubicBezTo>
                  <a:lnTo>
                    <a:pt x="6835" y="218007"/>
                  </a:lnTo>
                  <a:lnTo>
                    <a:pt x="5514" y="211550"/>
                  </a:lnTo>
                  <a:cubicBezTo>
                    <a:pt x="5322" y="210629"/>
                    <a:pt x="5128" y="209709"/>
                    <a:pt x="5569" y="207517"/>
                  </a:cubicBezTo>
                  <a:lnTo>
                    <a:pt x="4544" y="199591"/>
                  </a:lnTo>
                  <a:lnTo>
                    <a:pt x="2408" y="183061"/>
                  </a:lnTo>
                  <a:cubicBezTo>
                    <a:pt x="2003" y="178239"/>
                    <a:pt x="1601" y="173417"/>
                    <a:pt x="1825" y="167041"/>
                  </a:cubicBezTo>
                  <a:cubicBezTo>
                    <a:pt x="1701" y="162239"/>
                    <a:pt x="1577" y="157437"/>
                    <a:pt x="1452" y="152635"/>
                  </a:cubicBezTo>
                  <a:lnTo>
                    <a:pt x="0" y="96645"/>
                  </a:lnTo>
                  <a:lnTo>
                    <a:pt x="30487" y="95215"/>
                  </a:lnTo>
                  <a:lnTo>
                    <a:pt x="46649" y="96196"/>
                  </a:lnTo>
                  <a:lnTo>
                    <a:pt x="57006" y="96196"/>
                  </a:lnTo>
                  <a:lnTo>
                    <a:pt x="60749" y="95541"/>
                  </a:lnTo>
                  <a:lnTo>
                    <a:pt x="61309" y="96196"/>
                  </a:lnTo>
                  <a:lnTo>
                    <a:pt x="61918" y="96196"/>
                  </a:lnTo>
                  <a:lnTo>
                    <a:pt x="61550" y="95755"/>
                  </a:lnTo>
                  <a:lnTo>
                    <a:pt x="81314" y="96196"/>
                  </a:lnTo>
                  <a:lnTo>
                    <a:pt x="97356" y="96196"/>
                  </a:lnTo>
                  <a:lnTo>
                    <a:pt x="101069" y="95654"/>
                  </a:lnTo>
                  <a:cubicBezTo>
                    <a:pt x="101106" y="95835"/>
                    <a:pt x="101143" y="96016"/>
                    <a:pt x="101181" y="96196"/>
                  </a:cubicBezTo>
                  <a:lnTo>
                    <a:pt x="101864" y="96196"/>
                  </a:lnTo>
                  <a:cubicBezTo>
                    <a:pt x="101861" y="96079"/>
                    <a:pt x="101859" y="95962"/>
                    <a:pt x="101856" y="95844"/>
                  </a:cubicBezTo>
                  <a:cubicBezTo>
                    <a:pt x="108647" y="95626"/>
                    <a:pt x="115435" y="95407"/>
                    <a:pt x="123195" y="96125"/>
                  </a:cubicBezTo>
                  <a:lnTo>
                    <a:pt x="123317" y="96196"/>
                  </a:lnTo>
                  <a:lnTo>
                    <a:pt x="124647" y="96196"/>
                  </a:lnTo>
                  <a:lnTo>
                    <a:pt x="138485" y="91087"/>
                  </a:lnTo>
                  <a:lnTo>
                    <a:pt x="138765" y="91200"/>
                  </a:lnTo>
                  <a:lnTo>
                    <a:pt x="138765" y="86682"/>
                  </a:lnTo>
                  <a:lnTo>
                    <a:pt x="181730" y="86682"/>
                  </a:lnTo>
                  <a:lnTo>
                    <a:pt x="181730" y="99497"/>
                  </a:lnTo>
                  <a:lnTo>
                    <a:pt x="181576" y="99497"/>
                  </a:lnTo>
                  <a:lnTo>
                    <a:pt x="182067" y="104082"/>
                  </a:lnTo>
                  <a:cubicBezTo>
                    <a:pt x="181349" y="106949"/>
                    <a:pt x="181108" y="108622"/>
                    <a:pt x="180867" y="110295"/>
                  </a:cubicBezTo>
                  <a:lnTo>
                    <a:pt x="181502" y="109951"/>
                  </a:lnTo>
                  <a:lnTo>
                    <a:pt x="181460" y="110356"/>
                  </a:lnTo>
                  <a:lnTo>
                    <a:pt x="182775" y="110094"/>
                  </a:lnTo>
                  <a:lnTo>
                    <a:pt x="183235" y="110311"/>
                  </a:lnTo>
                  <a:cubicBezTo>
                    <a:pt x="183496" y="115386"/>
                    <a:pt x="183755" y="120461"/>
                    <a:pt x="183575" y="126076"/>
                  </a:cubicBezTo>
                  <a:lnTo>
                    <a:pt x="183134" y="126614"/>
                  </a:lnTo>
                  <a:cubicBezTo>
                    <a:pt x="183391" y="130837"/>
                    <a:pt x="183648" y="135061"/>
                    <a:pt x="182923" y="139699"/>
                  </a:cubicBezTo>
                  <a:lnTo>
                    <a:pt x="179956" y="137953"/>
                  </a:lnTo>
                  <a:lnTo>
                    <a:pt x="182513" y="140389"/>
                  </a:lnTo>
                  <a:cubicBezTo>
                    <a:pt x="183417" y="143418"/>
                    <a:pt x="183747" y="146170"/>
                    <a:pt x="183737" y="149577"/>
                  </a:cubicBezTo>
                  <a:cubicBezTo>
                    <a:pt x="183397" y="150233"/>
                    <a:pt x="182899" y="149893"/>
                    <a:pt x="182899" y="149893"/>
                  </a:cubicBezTo>
                  <a:lnTo>
                    <a:pt x="180208" y="144871"/>
                  </a:lnTo>
                  <a:cubicBezTo>
                    <a:pt x="180721" y="145828"/>
                    <a:pt x="181810" y="147862"/>
                    <a:pt x="182832" y="150658"/>
                  </a:cubicBezTo>
                  <a:cubicBezTo>
                    <a:pt x="183366" y="153228"/>
                    <a:pt x="183967" y="155031"/>
                    <a:pt x="184568" y="156833"/>
                  </a:cubicBezTo>
                  <a:cubicBezTo>
                    <a:pt x="184661" y="159164"/>
                    <a:pt x="184752" y="161497"/>
                    <a:pt x="184615" y="164917"/>
                  </a:cubicBezTo>
                  <a:cubicBezTo>
                    <a:pt x="184609" y="165203"/>
                    <a:pt x="184603" y="165490"/>
                    <a:pt x="184597" y="165777"/>
                  </a:cubicBezTo>
                  <a:lnTo>
                    <a:pt x="185298" y="165738"/>
                  </a:lnTo>
                  <a:cubicBezTo>
                    <a:pt x="185298" y="165738"/>
                    <a:pt x="185173" y="166542"/>
                    <a:pt x="184878" y="166495"/>
                  </a:cubicBezTo>
                  <a:lnTo>
                    <a:pt x="184592" y="165982"/>
                  </a:lnTo>
                  <a:cubicBezTo>
                    <a:pt x="184589" y="166137"/>
                    <a:pt x="184585" y="166292"/>
                    <a:pt x="184582" y="166446"/>
                  </a:cubicBezTo>
                  <a:cubicBezTo>
                    <a:pt x="184675" y="168124"/>
                    <a:pt x="184770" y="169799"/>
                    <a:pt x="184313" y="172616"/>
                  </a:cubicBezTo>
                  <a:lnTo>
                    <a:pt x="184683" y="174815"/>
                  </a:lnTo>
                  <a:lnTo>
                    <a:pt x="185078" y="177167"/>
                  </a:lnTo>
                  <a:cubicBezTo>
                    <a:pt x="185234" y="182421"/>
                    <a:pt x="185392" y="187678"/>
                    <a:pt x="185307" y="194260"/>
                  </a:cubicBezTo>
                  <a:lnTo>
                    <a:pt x="185557" y="195788"/>
                  </a:lnTo>
                  <a:lnTo>
                    <a:pt x="185814" y="197358"/>
                  </a:lnTo>
                  <a:cubicBezTo>
                    <a:pt x="186045" y="201520"/>
                    <a:pt x="186276" y="205680"/>
                    <a:pt x="186003" y="211238"/>
                  </a:cubicBezTo>
                  <a:lnTo>
                    <a:pt x="186323" y="214291"/>
                  </a:lnTo>
                  <a:lnTo>
                    <a:pt x="187338" y="223955"/>
                  </a:lnTo>
                  <a:cubicBezTo>
                    <a:pt x="187868" y="231335"/>
                    <a:pt x="188398" y="238714"/>
                    <a:pt x="188437" y="247362"/>
                  </a:cubicBezTo>
                  <a:lnTo>
                    <a:pt x="188779" y="249759"/>
                  </a:lnTo>
                  <a:lnTo>
                    <a:pt x="189426" y="254300"/>
                  </a:lnTo>
                  <a:cubicBezTo>
                    <a:pt x="190537" y="264413"/>
                    <a:pt x="191646" y="274528"/>
                    <a:pt x="192202" y="285987"/>
                  </a:cubicBezTo>
                  <a:lnTo>
                    <a:pt x="192933" y="289662"/>
                  </a:lnTo>
                  <a:lnTo>
                    <a:pt x="193940" y="294736"/>
                  </a:lnTo>
                  <a:cubicBezTo>
                    <a:pt x="201089" y="333427"/>
                    <a:pt x="206595" y="372511"/>
                    <a:pt x="215751" y="410723"/>
                  </a:cubicBezTo>
                  <a:cubicBezTo>
                    <a:pt x="231618" y="476956"/>
                    <a:pt x="256730" y="539395"/>
                    <a:pt x="299333" y="593696"/>
                  </a:cubicBezTo>
                  <a:cubicBezTo>
                    <a:pt x="340663" y="646375"/>
                    <a:pt x="394228" y="680397"/>
                    <a:pt x="457929" y="699518"/>
                  </a:cubicBezTo>
                  <a:cubicBezTo>
                    <a:pt x="461087" y="700467"/>
                    <a:pt x="465456" y="704777"/>
                    <a:pt x="465510" y="707593"/>
                  </a:cubicBezTo>
                  <a:cubicBezTo>
                    <a:pt x="466478" y="758067"/>
                    <a:pt x="469480" y="808712"/>
                    <a:pt x="460126" y="858747"/>
                  </a:cubicBezTo>
                  <a:cubicBezTo>
                    <a:pt x="454525" y="888707"/>
                    <a:pt x="437389" y="913122"/>
                    <a:pt x="418796" y="936348"/>
                  </a:cubicBezTo>
                  <a:cubicBezTo>
                    <a:pt x="400057" y="959753"/>
                    <a:pt x="377895" y="979157"/>
                    <a:pt x="350151" y="991494"/>
                  </a:cubicBezTo>
                  <a:cubicBezTo>
                    <a:pt x="349321" y="991862"/>
                    <a:pt x="348787" y="992898"/>
                    <a:pt x="346761" y="995081"/>
                  </a:cubicBezTo>
                  <a:lnTo>
                    <a:pt x="638935" y="995081"/>
                  </a:lnTo>
                  <a:cubicBezTo>
                    <a:pt x="633300" y="991739"/>
                    <a:pt x="630168" y="989786"/>
                    <a:pt x="626948" y="987987"/>
                  </a:cubicBezTo>
                  <a:cubicBezTo>
                    <a:pt x="576412" y="959741"/>
                    <a:pt x="542047" y="917696"/>
                    <a:pt x="525273" y="862733"/>
                  </a:cubicBezTo>
                  <a:cubicBezTo>
                    <a:pt x="519300" y="843162"/>
                    <a:pt x="519021" y="821510"/>
                    <a:pt x="518392" y="800738"/>
                  </a:cubicBezTo>
                  <a:cubicBezTo>
                    <a:pt x="517453" y="769803"/>
                    <a:pt x="518564" y="738806"/>
                    <a:pt x="518659" y="707836"/>
                  </a:cubicBezTo>
                  <a:cubicBezTo>
                    <a:pt x="518675" y="702624"/>
                    <a:pt x="520652" y="700679"/>
                    <a:pt x="525903" y="699141"/>
                  </a:cubicBezTo>
                  <a:cubicBezTo>
                    <a:pt x="575097" y="684751"/>
                    <a:pt x="619227" y="661314"/>
                    <a:pt x="656278" y="625288"/>
                  </a:cubicBezTo>
                  <a:cubicBezTo>
                    <a:pt x="689566" y="592919"/>
                    <a:pt x="714454" y="554871"/>
                    <a:pt x="733498" y="512787"/>
                  </a:cubicBezTo>
                  <a:cubicBezTo>
                    <a:pt x="753967" y="467556"/>
                    <a:pt x="767558" y="420255"/>
                    <a:pt x="777364" y="371627"/>
                  </a:cubicBezTo>
                  <a:cubicBezTo>
                    <a:pt x="789919" y="309371"/>
                    <a:pt x="796171" y="246488"/>
                    <a:pt x="798249" y="183152"/>
                  </a:cubicBezTo>
                  <a:cubicBezTo>
                    <a:pt x="799663" y="140057"/>
                    <a:pt x="799953" y="96927"/>
                    <a:pt x="801187" y="52499"/>
                  </a:cubicBezTo>
                  <a:cubicBezTo>
                    <a:pt x="801280" y="49919"/>
                    <a:pt x="800932" y="48653"/>
                    <a:pt x="800584" y="47384"/>
                  </a:cubicBezTo>
                  <a:cubicBezTo>
                    <a:pt x="796438" y="46652"/>
                    <a:pt x="792294" y="45284"/>
                    <a:pt x="788148" y="45282"/>
                  </a:cubicBezTo>
                  <a:lnTo>
                    <a:pt x="290189" y="45176"/>
                  </a:lnTo>
                  <a:lnTo>
                    <a:pt x="285214" y="44754"/>
                  </a:lnTo>
                  <a:lnTo>
                    <a:pt x="224084" y="44754"/>
                  </a:lnTo>
                  <a:lnTo>
                    <a:pt x="224084" y="504"/>
                  </a:lnTo>
                  <a:lnTo>
                    <a:pt x="298507" y="504"/>
                  </a:lnTo>
                  <a:lnTo>
                    <a:pt x="301474" y="441"/>
                  </a:lnTo>
                  <a:cubicBezTo>
                    <a:pt x="304058" y="609"/>
                    <a:pt x="305334" y="385"/>
                    <a:pt x="306611" y="16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9" name="Rectangle 38">
              <a:extLst>
                <a:ext uri="{FF2B5EF4-FFF2-40B4-BE49-F238E27FC236}">
                  <a16:creationId xmlns:a16="http://schemas.microsoft.com/office/drawing/2014/main" id="{33C1991A-D717-29E2-FBD5-80B8DFF34668}"/>
                </a:ext>
                <a:ext uri="{C183D7F6-B498-43B3-948B-1728B52AA6E4}">
                  <adec:decorative xmlns:adec="http://schemas.microsoft.com/office/drawing/2017/decorative" val="1"/>
                </a:ext>
              </a:extLst>
            </p:cNvPr>
            <p:cNvSpPr/>
            <p:nvPr/>
          </p:nvSpPr>
          <p:spPr>
            <a:xfrm>
              <a:off x="2607232" y="2930159"/>
              <a:ext cx="29028" cy="29028"/>
            </a:xfrm>
            <a:prstGeom prst="rect">
              <a:avLst/>
            </a:prstGeom>
            <a:solidFill>
              <a:schemeClr val="bg1"/>
            </a:solidFill>
            <a:ln w="6350" cap="flat">
              <a:noFill/>
              <a:prstDash val="solid"/>
              <a:miter/>
            </a:ln>
          </p:spPr>
          <p:txBody>
            <a:bodyPr rtlCol="0" anchor="ctr"/>
            <a:lstStyle/>
            <a:p>
              <a:endParaRPr lang="en-US"/>
            </a:p>
          </p:txBody>
        </p:sp>
      </p:grpSp>
      <p:grpSp>
        <p:nvGrpSpPr>
          <p:cNvPr id="948" name="Group 947">
            <a:extLst>
              <a:ext uri="{FF2B5EF4-FFF2-40B4-BE49-F238E27FC236}">
                <a16:creationId xmlns:a16="http://schemas.microsoft.com/office/drawing/2014/main" id="{5643AA58-4CFB-5CAA-8639-C4B921E4BEBA}"/>
              </a:ext>
              <a:ext uri="{C183D7F6-B498-43B3-948B-1728B52AA6E4}">
                <adec:decorative xmlns:adec="http://schemas.microsoft.com/office/drawing/2017/decorative" val="1"/>
              </a:ext>
            </a:extLst>
          </p:cNvPr>
          <p:cNvGrpSpPr>
            <a:grpSpLocks noChangeAspect="1"/>
          </p:cNvGrpSpPr>
          <p:nvPr/>
        </p:nvGrpSpPr>
        <p:grpSpPr>
          <a:xfrm>
            <a:off x="3727811" y="2998739"/>
            <a:ext cx="334990" cy="320040"/>
            <a:chOff x="3727811" y="2998739"/>
            <a:chExt cx="334990" cy="320040"/>
          </a:xfrm>
          <a:solidFill>
            <a:srgbClr val="FF0000"/>
          </a:solidFill>
        </p:grpSpPr>
        <p:sp>
          <p:nvSpPr>
            <p:cNvPr id="42" name="Freeform: Shape 41">
              <a:extLst>
                <a:ext uri="{FF2B5EF4-FFF2-40B4-BE49-F238E27FC236}">
                  <a16:creationId xmlns:a16="http://schemas.microsoft.com/office/drawing/2014/main" id="{08288858-41FF-1799-2CA6-F3BC02AF4DC3}"/>
                </a:ext>
                <a:ext uri="{C183D7F6-B498-43B3-948B-1728B52AA6E4}">
                  <adec:decorative xmlns:adec="http://schemas.microsoft.com/office/drawing/2017/decorative" val="1"/>
                </a:ext>
              </a:extLst>
            </p:cNvPr>
            <p:cNvSpPr/>
            <p:nvPr/>
          </p:nvSpPr>
          <p:spPr>
            <a:xfrm>
              <a:off x="3727811" y="2998739"/>
              <a:ext cx="334990" cy="320040"/>
            </a:xfrm>
            <a:custGeom>
              <a:avLst/>
              <a:gdLst>
                <a:gd name="connsiteX0" fmla="*/ 2040826 w 4070664"/>
                <a:gd name="connsiteY0" fmla="*/ 181 h 3888988"/>
                <a:gd name="connsiteX1" fmla="*/ 2096388 w 4070664"/>
                <a:gd name="connsiteY1" fmla="*/ 15053 h 3888988"/>
                <a:gd name="connsiteX2" fmla="*/ 2098651 w 4070664"/>
                <a:gd name="connsiteY2" fmla="*/ 17434 h 3888988"/>
                <a:gd name="connsiteX3" fmla="*/ 2099538 w 4070664"/>
                <a:gd name="connsiteY3" fmla="*/ 17634 h 3888988"/>
                <a:gd name="connsiteX4" fmla="*/ 2142136 w 4070664"/>
                <a:gd name="connsiteY4" fmla="*/ 37748 h 3888988"/>
                <a:gd name="connsiteX5" fmla="*/ 2168231 w 4070664"/>
                <a:gd name="connsiteY5" fmla="*/ 90608 h 3888988"/>
                <a:gd name="connsiteX6" fmla="*/ 2173813 w 4070664"/>
                <a:gd name="connsiteY6" fmla="*/ 96479 h 3888988"/>
                <a:gd name="connsiteX7" fmla="*/ 2212053 w 4070664"/>
                <a:gd name="connsiteY7" fmla="*/ 172740 h 3888988"/>
                <a:gd name="connsiteX8" fmla="*/ 2679773 w 4070664"/>
                <a:gd name="connsiteY8" fmla="*/ 1119658 h 3888988"/>
                <a:gd name="connsiteX9" fmla="*/ 2712323 w 4070664"/>
                <a:gd name="connsiteY9" fmla="*/ 1181734 h 3888988"/>
                <a:gd name="connsiteX10" fmla="*/ 2792614 w 4070664"/>
                <a:gd name="connsiteY10" fmla="*/ 1207978 h 3888988"/>
                <a:gd name="connsiteX11" fmla="*/ 2863462 w 4070664"/>
                <a:gd name="connsiteY11" fmla="*/ 1219009 h 3888988"/>
                <a:gd name="connsiteX12" fmla="*/ 3457768 w 4070664"/>
                <a:gd name="connsiteY12" fmla="*/ 1304671 h 3888988"/>
                <a:gd name="connsiteX13" fmla="*/ 3514199 w 4070664"/>
                <a:gd name="connsiteY13" fmla="*/ 1312615 h 3888988"/>
                <a:gd name="connsiteX14" fmla="*/ 3969029 w 4070664"/>
                <a:gd name="connsiteY14" fmla="*/ 1378577 h 3888988"/>
                <a:gd name="connsiteX15" fmla="*/ 3997313 w 4070664"/>
                <a:gd name="connsiteY15" fmla="*/ 1397504 h 3888988"/>
                <a:gd name="connsiteX16" fmla="*/ 4017482 w 4070664"/>
                <a:gd name="connsiteY16" fmla="*/ 1405449 h 3888988"/>
                <a:gd name="connsiteX17" fmla="*/ 4024787 w 4070664"/>
                <a:gd name="connsiteY17" fmla="*/ 1415888 h 3888988"/>
                <a:gd name="connsiteX18" fmla="*/ 4035785 w 4070664"/>
                <a:gd name="connsiteY18" fmla="*/ 1423249 h 3888988"/>
                <a:gd name="connsiteX19" fmla="*/ 4052690 w 4070664"/>
                <a:gd name="connsiteY19" fmla="*/ 1455758 h 3888988"/>
                <a:gd name="connsiteX20" fmla="*/ 4063396 w 4070664"/>
                <a:gd name="connsiteY20" fmla="*/ 1471059 h 3888988"/>
                <a:gd name="connsiteX21" fmla="*/ 4064065 w 4070664"/>
                <a:gd name="connsiteY21" fmla="*/ 1477639 h 3888988"/>
                <a:gd name="connsiteX22" fmla="*/ 4066283 w 4070664"/>
                <a:gd name="connsiteY22" fmla="*/ 1481905 h 3888988"/>
                <a:gd name="connsiteX23" fmla="*/ 4068198 w 4070664"/>
                <a:gd name="connsiteY23" fmla="*/ 1518263 h 3888988"/>
                <a:gd name="connsiteX24" fmla="*/ 4070664 w 4070664"/>
                <a:gd name="connsiteY24" fmla="*/ 1542473 h 3888988"/>
                <a:gd name="connsiteX25" fmla="*/ 4039293 w 4070664"/>
                <a:gd name="connsiteY25" fmla="*/ 1606553 h 3888988"/>
                <a:gd name="connsiteX26" fmla="*/ 4024928 w 4070664"/>
                <a:gd name="connsiteY26" fmla="*/ 1621278 h 3888988"/>
                <a:gd name="connsiteX27" fmla="*/ 4015793 w 4070664"/>
                <a:gd name="connsiteY27" fmla="*/ 1638142 h 3888988"/>
                <a:gd name="connsiteX28" fmla="*/ 3955081 w 4070664"/>
                <a:gd name="connsiteY28" fmla="*/ 1698074 h 3888988"/>
                <a:gd name="connsiteX29" fmla="*/ 3199041 w 4070664"/>
                <a:gd name="connsiteY29" fmla="*/ 2435519 h 3888988"/>
                <a:gd name="connsiteX30" fmla="*/ 3138699 w 4070664"/>
                <a:gd name="connsiteY30" fmla="*/ 2497288 h 3888988"/>
                <a:gd name="connsiteX31" fmla="*/ 3176687 w 4070664"/>
                <a:gd name="connsiteY31" fmla="*/ 2728425 h 3888988"/>
                <a:gd name="connsiteX32" fmla="*/ 3208971 w 4070664"/>
                <a:gd name="connsiteY32" fmla="*/ 2916869 h 3888988"/>
                <a:gd name="connsiteX33" fmla="*/ 3290429 w 4070664"/>
                <a:gd name="connsiteY33" fmla="*/ 3388563 h 3888988"/>
                <a:gd name="connsiteX34" fmla="*/ 3302817 w 4070664"/>
                <a:gd name="connsiteY34" fmla="*/ 3462347 h 3888988"/>
                <a:gd name="connsiteX35" fmla="*/ 3334417 w 4070664"/>
                <a:gd name="connsiteY35" fmla="*/ 3644221 h 3888988"/>
                <a:gd name="connsiteX36" fmla="*/ 3335549 w 4070664"/>
                <a:gd name="connsiteY36" fmla="*/ 3657300 h 3888988"/>
                <a:gd name="connsiteX37" fmla="*/ 3345485 w 4070664"/>
                <a:gd name="connsiteY37" fmla="*/ 3716489 h 3888988"/>
                <a:gd name="connsiteX38" fmla="*/ 3343482 w 4070664"/>
                <a:gd name="connsiteY38" fmla="*/ 3749198 h 3888988"/>
                <a:gd name="connsiteX39" fmla="*/ 3343929 w 4070664"/>
                <a:gd name="connsiteY39" fmla="*/ 3754377 h 3888988"/>
                <a:gd name="connsiteX40" fmla="*/ 3342938 w 4070664"/>
                <a:gd name="connsiteY40" fmla="*/ 3758074 h 3888988"/>
                <a:gd name="connsiteX41" fmla="*/ 3340613 w 4070664"/>
                <a:gd name="connsiteY41" fmla="*/ 3796066 h 3888988"/>
                <a:gd name="connsiteX42" fmla="*/ 3328414 w 4070664"/>
                <a:gd name="connsiteY42" fmla="*/ 3812247 h 3888988"/>
                <a:gd name="connsiteX43" fmla="*/ 3327881 w 4070664"/>
                <a:gd name="connsiteY43" fmla="*/ 3814232 h 3888988"/>
                <a:gd name="connsiteX44" fmla="*/ 3321009 w 4070664"/>
                <a:gd name="connsiteY44" fmla="*/ 3822069 h 3888988"/>
                <a:gd name="connsiteX45" fmla="*/ 3292403 w 4070664"/>
                <a:gd name="connsiteY45" fmla="*/ 3860009 h 3888988"/>
                <a:gd name="connsiteX46" fmla="*/ 3226730 w 4070664"/>
                <a:gd name="connsiteY46" fmla="*/ 3888988 h 3888988"/>
                <a:gd name="connsiteX47" fmla="*/ 3179215 w 4070664"/>
                <a:gd name="connsiteY47" fmla="*/ 3882238 h 3888988"/>
                <a:gd name="connsiteX48" fmla="*/ 3171386 w 4070664"/>
                <a:gd name="connsiteY48" fmla="*/ 3881983 h 3888988"/>
                <a:gd name="connsiteX49" fmla="*/ 3168543 w 4070664"/>
                <a:gd name="connsiteY49" fmla="*/ 3880726 h 3888988"/>
                <a:gd name="connsiteX50" fmla="*/ 3156092 w 4070664"/>
                <a:gd name="connsiteY50" fmla="*/ 3878955 h 3888988"/>
                <a:gd name="connsiteX51" fmla="*/ 3110263 w 4070664"/>
                <a:gd name="connsiteY51" fmla="*/ 3856309 h 3888988"/>
                <a:gd name="connsiteX52" fmla="*/ 2882423 w 4070664"/>
                <a:gd name="connsiteY52" fmla="*/ 3738104 h 3888988"/>
                <a:gd name="connsiteX53" fmla="*/ 2752067 w 4070664"/>
                <a:gd name="connsiteY53" fmla="*/ 3671237 h 3888988"/>
                <a:gd name="connsiteX54" fmla="*/ 2752263 w 4070664"/>
                <a:gd name="connsiteY54" fmla="*/ 3670579 h 3888988"/>
                <a:gd name="connsiteX55" fmla="*/ 2655803 w 4070664"/>
                <a:gd name="connsiteY55" fmla="*/ 3620536 h 3888988"/>
                <a:gd name="connsiteX56" fmla="*/ 2393295 w 4070664"/>
                <a:gd name="connsiteY56" fmla="*/ 3481783 h 3888988"/>
                <a:gd name="connsiteX57" fmla="*/ 2393295 w 4070664"/>
                <a:gd name="connsiteY57" fmla="*/ 3143775 h 3888988"/>
                <a:gd name="connsiteX58" fmla="*/ 2408389 w 4070664"/>
                <a:gd name="connsiteY58" fmla="*/ 3151603 h 3888988"/>
                <a:gd name="connsiteX59" fmla="*/ 2634107 w 4070664"/>
                <a:gd name="connsiteY59" fmla="*/ 3271977 h 3888988"/>
                <a:gd name="connsiteX60" fmla="*/ 2805534 w 4070664"/>
                <a:gd name="connsiteY60" fmla="*/ 3364275 h 3888988"/>
                <a:gd name="connsiteX61" fmla="*/ 2949549 w 4070664"/>
                <a:gd name="connsiteY61" fmla="*/ 3445800 h 3888988"/>
                <a:gd name="connsiteX62" fmla="*/ 2995637 w 4070664"/>
                <a:gd name="connsiteY62" fmla="*/ 3464561 h 3888988"/>
                <a:gd name="connsiteX63" fmla="*/ 2997153 w 4070664"/>
                <a:gd name="connsiteY63" fmla="*/ 3464886 h 3888988"/>
                <a:gd name="connsiteX64" fmla="*/ 3002103 w 4070664"/>
                <a:gd name="connsiteY64" fmla="*/ 3438373 h 3888988"/>
                <a:gd name="connsiteX65" fmla="*/ 3001441 w 4070664"/>
                <a:gd name="connsiteY65" fmla="*/ 3400038 h 3888988"/>
                <a:gd name="connsiteX66" fmla="*/ 2933731 w 4070664"/>
                <a:gd name="connsiteY66" fmla="*/ 3005103 h 3888988"/>
                <a:gd name="connsiteX67" fmla="*/ 2904914 w 4070664"/>
                <a:gd name="connsiteY67" fmla="*/ 2837480 h 3888988"/>
                <a:gd name="connsiteX68" fmla="*/ 2851551 w 4070664"/>
                <a:gd name="connsiteY68" fmla="*/ 2529546 h 3888988"/>
                <a:gd name="connsiteX69" fmla="*/ 2851182 w 4070664"/>
                <a:gd name="connsiteY69" fmla="*/ 2524907 h 3888988"/>
                <a:gd name="connsiteX70" fmla="*/ 2845655 w 4070664"/>
                <a:gd name="connsiteY70" fmla="*/ 2492748 h 3888988"/>
                <a:gd name="connsiteX71" fmla="*/ 2845171 w 4070664"/>
                <a:gd name="connsiteY71" fmla="*/ 2449507 h 3888988"/>
                <a:gd name="connsiteX72" fmla="*/ 2842805 w 4070664"/>
                <a:gd name="connsiteY72" fmla="*/ 2419870 h 3888988"/>
                <a:gd name="connsiteX73" fmla="*/ 2844790 w 4070664"/>
                <a:gd name="connsiteY73" fmla="*/ 2415593 h 3888988"/>
                <a:gd name="connsiteX74" fmla="*/ 2844406 w 4070664"/>
                <a:gd name="connsiteY74" fmla="*/ 2381346 h 3888988"/>
                <a:gd name="connsiteX75" fmla="*/ 2874275 w 4070664"/>
                <a:gd name="connsiteY75" fmla="*/ 2352008 h 3888988"/>
                <a:gd name="connsiteX76" fmla="*/ 2891669 w 4070664"/>
                <a:gd name="connsiteY76" fmla="*/ 2314490 h 3888988"/>
                <a:gd name="connsiteX77" fmla="*/ 3116485 w 4070664"/>
                <a:gd name="connsiteY77" fmla="*/ 2092898 h 3888988"/>
                <a:gd name="connsiteX78" fmla="*/ 3300721 w 4070664"/>
                <a:gd name="connsiteY78" fmla="*/ 1915423 h 3888988"/>
                <a:gd name="connsiteX79" fmla="*/ 3584930 w 4070664"/>
                <a:gd name="connsiteY79" fmla="*/ 1649517 h 3888988"/>
                <a:gd name="connsiteX80" fmla="*/ 3599155 w 4070664"/>
                <a:gd name="connsiteY80" fmla="*/ 1624956 h 3888988"/>
                <a:gd name="connsiteX81" fmla="*/ 3560394 w 4070664"/>
                <a:gd name="connsiteY81" fmla="*/ 1613097 h 3888988"/>
                <a:gd name="connsiteX82" fmla="*/ 3413713 w 4070664"/>
                <a:gd name="connsiteY82" fmla="*/ 1589489 h 3888988"/>
                <a:gd name="connsiteX83" fmla="*/ 3202476 w 4070664"/>
                <a:gd name="connsiteY83" fmla="*/ 1561467 h 3888988"/>
                <a:gd name="connsiteX84" fmla="*/ 2628621 w 4070664"/>
                <a:gd name="connsiteY84" fmla="*/ 1478430 h 3888988"/>
                <a:gd name="connsiteX85" fmla="*/ 2594917 w 4070664"/>
                <a:gd name="connsiteY85" fmla="*/ 1474179 h 3888988"/>
                <a:gd name="connsiteX86" fmla="*/ 2486221 w 4070664"/>
                <a:gd name="connsiteY86" fmla="*/ 1402998 h 3888988"/>
                <a:gd name="connsiteX87" fmla="*/ 2182904 w 4070664"/>
                <a:gd name="connsiteY87" fmla="*/ 773503 h 3888988"/>
                <a:gd name="connsiteX88" fmla="*/ 2084917 w 4070664"/>
                <a:gd name="connsiteY88" fmla="*/ 572986 h 3888988"/>
                <a:gd name="connsiteX89" fmla="*/ 2050548 w 4070664"/>
                <a:gd name="connsiteY89" fmla="*/ 504599 h 3888988"/>
                <a:gd name="connsiteX90" fmla="*/ 2034682 w 4070664"/>
                <a:gd name="connsiteY90" fmla="*/ 478156 h 3888988"/>
                <a:gd name="connsiteX91" fmla="*/ 1998198 w 4070664"/>
                <a:gd name="connsiteY91" fmla="*/ 553437 h 3888988"/>
                <a:gd name="connsiteX92" fmla="*/ 1723697 w 4070664"/>
                <a:gd name="connsiteY92" fmla="*/ 1101710 h 3888988"/>
                <a:gd name="connsiteX93" fmla="*/ 1593260 w 4070664"/>
                <a:gd name="connsiteY93" fmla="*/ 1366407 h 3888988"/>
                <a:gd name="connsiteX94" fmla="*/ 1578802 w 4070664"/>
                <a:gd name="connsiteY94" fmla="*/ 1397146 h 3888988"/>
                <a:gd name="connsiteX95" fmla="*/ 1477514 w 4070664"/>
                <a:gd name="connsiteY95" fmla="*/ 1478526 h 3888988"/>
                <a:gd name="connsiteX96" fmla="*/ 841871 w 4070664"/>
                <a:gd name="connsiteY96" fmla="*/ 1564772 h 3888988"/>
                <a:gd name="connsiteX97" fmla="*/ 682141 w 4070664"/>
                <a:gd name="connsiteY97" fmla="*/ 1587799 h 3888988"/>
                <a:gd name="connsiteX98" fmla="*/ 530362 w 4070664"/>
                <a:gd name="connsiteY98" fmla="*/ 1610646 h 3888988"/>
                <a:gd name="connsiteX99" fmla="*/ 469232 w 4070664"/>
                <a:gd name="connsiteY99" fmla="*/ 1630054 h 3888988"/>
                <a:gd name="connsiteX100" fmla="*/ 476230 w 4070664"/>
                <a:gd name="connsiteY100" fmla="*/ 1639299 h 3888988"/>
                <a:gd name="connsiteX101" fmla="*/ 518729 w 4070664"/>
                <a:gd name="connsiteY101" fmla="*/ 1680134 h 3888988"/>
                <a:gd name="connsiteX102" fmla="*/ 1174829 w 4070664"/>
                <a:gd name="connsiteY102" fmla="*/ 2327033 h 3888988"/>
                <a:gd name="connsiteX103" fmla="*/ 1227723 w 4070664"/>
                <a:gd name="connsiteY103" fmla="*/ 2487211 h 3888988"/>
                <a:gd name="connsiteX104" fmla="*/ 1095781 w 4070664"/>
                <a:gd name="connsiteY104" fmla="*/ 3251412 h 3888988"/>
                <a:gd name="connsiteX105" fmla="*/ 1070776 w 4070664"/>
                <a:gd name="connsiteY105" fmla="*/ 3401805 h 3888988"/>
                <a:gd name="connsiteX106" fmla="*/ 1070599 w 4070664"/>
                <a:gd name="connsiteY106" fmla="*/ 3404281 h 3888988"/>
                <a:gd name="connsiteX107" fmla="*/ 1070210 w 4070664"/>
                <a:gd name="connsiteY107" fmla="*/ 3461615 h 3888988"/>
                <a:gd name="connsiteX108" fmla="*/ 1094838 w 4070664"/>
                <a:gd name="connsiteY108" fmla="*/ 3458410 h 3888988"/>
                <a:gd name="connsiteX109" fmla="*/ 1134571 w 4070664"/>
                <a:gd name="connsiteY109" fmla="*/ 3444632 h 3888988"/>
                <a:gd name="connsiteX110" fmla="*/ 1150083 w 4070664"/>
                <a:gd name="connsiteY110" fmla="*/ 3436414 h 3888988"/>
                <a:gd name="connsiteX111" fmla="*/ 1677369 w 4070664"/>
                <a:gd name="connsiteY111" fmla="*/ 3158038 h 3888988"/>
                <a:gd name="connsiteX112" fmla="*/ 1677369 w 4070664"/>
                <a:gd name="connsiteY112" fmla="*/ 3481547 h 3888988"/>
                <a:gd name="connsiteX113" fmla="*/ 1328168 w 4070664"/>
                <a:gd name="connsiteY113" fmla="*/ 3665048 h 3888988"/>
                <a:gd name="connsiteX114" fmla="*/ 1328859 w 4070664"/>
                <a:gd name="connsiteY114" fmla="*/ 3667082 h 3888988"/>
                <a:gd name="connsiteX115" fmla="*/ 1102635 w 4070664"/>
                <a:gd name="connsiteY115" fmla="*/ 3785353 h 3888988"/>
                <a:gd name="connsiteX116" fmla="*/ 1054466 w 4070664"/>
                <a:gd name="connsiteY116" fmla="*/ 3809644 h 3888988"/>
                <a:gd name="connsiteX117" fmla="*/ 1000338 w 4070664"/>
                <a:gd name="connsiteY117" fmla="*/ 3838254 h 3888988"/>
                <a:gd name="connsiteX118" fmla="*/ 984186 w 4070664"/>
                <a:gd name="connsiteY118" fmla="*/ 3845085 h 3888988"/>
                <a:gd name="connsiteX119" fmla="*/ 957928 w 4070664"/>
                <a:gd name="connsiteY119" fmla="*/ 3858327 h 3888988"/>
                <a:gd name="connsiteX120" fmla="*/ 933252 w 4070664"/>
                <a:gd name="connsiteY120" fmla="*/ 3866637 h 3888988"/>
                <a:gd name="connsiteX121" fmla="*/ 898510 w 4070664"/>
                <a:gd name="connsiteY121" fmla="*/ 3881339 h 3888988"/>
                <a:gd name="connsiteX122" fmla="*/ 887970 w 4070664"/>
                <a:gd name="connsiteY122" fmla="*/ 3881890 h 3888988"/>
                <a:gd name="connsiteX123" fmla="*/ 877837 w 4070664"/>
                <a:gd name="connsiteY123" fmla="*/ 3885302 h 3888988"/>
                <a:gd name="connsiteX124" fmla="*/ 866625 w 4070664"/>
                <a:gd name="connsiteY124" fmla="*/ 3883007 h 3888988"/>
                <a:gd name="connsiteX125" fmla="*/ 836629 w 4070664"/>
                <a:gd name="connsiteY125" fmla="*/ 3884574 h 3888988"/>
                <a:gd name="connsiteX126" fmla="*/ 802301 w 4070664"/>
                <a:gd name="connsiteY126" fmla="*/ 3869828 h 3888988"/>
                <a:gd name="connsiteX127" fmla="*/ 795484 w 4070664"/>
                <a:gd name="connsiteY127" fmla="*/ 3868430 h 3888988"/>
                <a:gd name="connsiteX128" fmla="*/ 766971 w 4070664"/>
                <a:gd name="connsiteY128" fmla="*/ 3859924 h 3888988"/>
                <a:gd name="connsiteX129" fmla="*/ 754387 w 4070664"/>
                <a:gd name="connsiteY129" fmla="*/ 3830964 h 3888988"/>
                <a:gd name="connsiteX130" fmla="*/ 741045 w 4070664"/>
                <a:gd name="connsiteY130" fmla="*/ 3816199 h 3888988"/>
                <a:gd name="connsiteX131" fmla="*/ 723830 w 4070664"/>
                <a:gd name="connsiteY131" fmla="*/ 3756673 h 3888988"/>
                <a:gd name="connsiteX132" fmla="*/ 730828 w 4070664"/>
                <a:gd name="connsiteY132" fmla="*/ 3688930 h 3888988"/>
                <a:gd name="connsiteX133" fmla="*/ 731146 w 4070664"/>
                <a:gd name="connsiteY133" fmla="*/ 3686967 h 3888988"/>
                <a:gd name="connsiteX134" fmla="*/ 731364 w 4070664"/>
                <a:gd name="connsiteY134" fmla="*/ 3678897 h 3888988"/>
                <a:gd name="connsiteX135" fmla="*/ 747300 w 4070664"/>
                <a:gd name="connsiteY135" fmla="*/ 3586747 h 3888988"/>
                <a:gd name="connsiteX136" fmla="*/ 794686 w 4070664"/>
                <a:gd name="connsiteY136" fmla="*/ 3292753 h 3888988"/>
                <a:gd name="connsiteX137" fmla="*/ 798205 w 4070664"/>
                <a:gd name="connsiteY137" fmla="*/ 3292350 h 3888988"/>
                <a:gd name="connsiteX138" fmla="*/ 821436 w 4070664"/>
                <a:gd name="connsiteY138" fmla="*/ 3158006 h 3888988"/>
                <a:gd name="connsiteX139" fmla="*/ 918934 w 4070664"/>
                <a:gd name="connsiteY139" fmla="*/ 2586465 h 3888988"/>
                <a:gd name="connsiteX140" fmla="*/ 934491 w 4070664"/>
                <a:gd name="connsiteY140" fmla="*/ 2504279 h 3888988"/>
                <a:gd name="connsiteX141" fmla="*/ 630190 w 4070664"/>
                <a:gd name="connsiteY141" fmla="*/ 2204910 h 3888988"/>
                <a:gd name="connsiteX142" fmla="*/ 398443 w 4070664"/>
                <a:gd name="connsiteY142" fmla="*/ 1966996 h 3888988"/>
                <a:gd name="connsiteX143" fmla="*/ 364418 w 4070664"/>
                <a:gd name="connsiteY143" fmla="*/ 1931903 h 3888988"/>
                <a:gd name="connsiteX144" fmla="*/ 358843 w 4070664"/>
                <a:gd name="connsiteY144" fmla="*/ 1937918 h 3888988"/>
                <a:gd name="connsiteX145" fmla="*/ 327882 w 4070664"/>
                <a:gd name="connsiteY145" fmla="*/ 1907604 h 3888988"/>
                <a:gd name="connsiteX146" fmla="*/ 312981 w 4070664"/>
                <a:gd name="connsiteY146" fmla="*/ 1898421 h 3888988"/>
                <a:gd name="connsiteX147" fmla="*/ 299731 w 4070664"/>
                <a:gd name="connsiteY147" fmla="*/ 1887933 h 3888988"/>
                <a:gd name="connsiteX148" fmla="*/ 45315 w 4070664"/>
                <a:gd name="connsiteY148" fmla="*/ 1635569 h 3888988"/>
                <a:gd name="connsiteX149" fmla="*/ 30569 w 4070664"/>
                <a:gd name="connsiteY149" fmla="*/ 1601492 h 3888988"/>
                <a:gd name="connsiteX150" fmla="*/ 11926 w 4070664"/>
                <a:gd name="connsiteY150" fmla="*/ 1576406 h 3888988"/>
                <a:gd name="connsiteX151" fmla="*/ 9190 w 4070664"/>
                <a:gd name="connsiteY151" fmla="*/ 1552100 h 3888988"/>
                <a:gd name="connsiteX152" fmla="*/ 0 w 4070664"/>
                <a:gd name="connsiteY152" fmla="*/ 1530858 h 3888988"/>
                <a:gd name="connsiteX153" fmla="*/ 5179 w 4070664"/>
                <a:gd name="connsiteY153" fmla="*/ 1516433 h 3888988"/>
                <a:gd name="connsiteX154" fmla="*/ 2525 w 4070664"/>
                <a:gd name="connsiteY154" fmla="*/ 1492870 h 3888988"/>
                <a:gd name="connsiteX155" fmla="*/ 1804 w 4070664"/>
                <a:gd name="connsiteY155" fmla="*/ 1463122 h 3888988"/>
                <a:gd name="connsiteX156" fmla="*/ 34802 w 4070664"/>
                <a:gd name="connsiteY156" fmla="*/ 1433947 h 3888988"/>
                <a:gd name="connsiteX157" fmla="*/ 40461 w 4070664"/>
                <a:gd name="connsiteY157" fmla="*/ 1418180 h 3888988"/>
                <a:gd name="connsiteX158" fmla="*/ 72756 w 4070664"/>
                <a:gd name="connsiteY158" fmla="*/ 1383885 h 3888988"/>
                <a:gd name="connsiteX159" fmla="*/ 1332955 w 4070664"/>
                <a:gd name="connsiteY159" fmla="*/ 1200595 h 3888988"/>
                <a:gd name="connsiteX160" fmla="*/ 1369028 w 4070664"/>
                <a:gd name="connsiteY160" fmla="*/ 1151132 h 3888988"/>
                <a:gd name="connsiteX161" fmla="*/ 1533550 w 4070664"/>
                <a:gd name="connsiteY161" fmla="*/ 821609 h 3888988"/>
                <a:gd name="connsiteX162" fmla="*/ 1609622 w 4070664"/>
                <a:gd name="connsiteY162" fmla="*/ 677032 h 3888988"/>
                <a:gd name="connsiteX163" fmla="*/ 1709217 w 4070664"/>
                <a:gd name="connsiteY163" fmla="*/ 472929 h 3888988"/>
                <a:gd name="connsiteX164" fmla="*/ 1721465 w 4070664"/>
                <a:gd name="connsiteY164" fmla="*/ 448098 h 3888988"/>
                <a:gd name="connsiteX165" fmla="*/ 1727017 w 4070664"/>
                <a:gd name="connsiteY165" fmla="*/ 425215 h 3888988"/>
                <a:gd name="connsiteX166" fmla="*/ 1732895 w 4070664"/>
                <a:gd name="connsiteY166" fmla="*/ 409374 h 3888988"/>
                <a:gd name="connsiteX167" fmla="*/ 1894289 w 4070664"/>
                <a:gd name="connsiteY167" fmla="*/ 89425 h 3888988"/>
                <a:gd name="connsiteX168" fmla="*/ 1901483 w 4070664"/>
                <a:gd name="connsiteY168" fmla="*/ 83081 h 3888988"/>
                <a:gd name="connsiteX169" fmla="*/ 1912499 w 4070664"/>
                <a:gd name="connsiteY169" fmla="*/ 60746 h 3888988"/>
                <a:gd name="connsiteX170" fmla="*/ 1975614 w 4070664"/>
                <a:gd name="connsiteY170" fmla="*/ 11061 h 3888988"/>
                <a:gd name="connsiteX171" fmla="*/ 2040826 w 4070664"/>
                <a:gd name="connsiteY171" fmla="*/ 181 h 388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070664" h="3888988">
                  <a:moveTo>
                    <a:pt x="2040826" y="181"/>
                  </a:moveTo>
                  <a:cubicBezTo>
                    <a:pt x="2061021" y="1202"/>
                    <a:pt x="2079609" y="6514"/>
                    <a:pt x="2096388" y="15053"/>
                  </a:cubicBezTo>
                  <a:lnTo>
                    <a:pt x="2098651" y="17434"/>
                  </a:lnTo>
                  <a:lnTo>
                    <a:pt x="2099538" y="17634"/>
                  </a:lnTo>
                  <a:cubicBezTo>
                    <a:pt x="2112495" y="23297"/>
                    <a:pt x="2125131" y="29693"/>
                    <a:pt x="2142136" y="37748"/>
                  </a:cubicBezTo>
                  <a:lnTo>
                    <a:pt x="2168231" y="90608"/>
                  </a:lnTo>
                  <a:lnTo>
                    <a:pt x="2173813" y="96479"/>
                  </a:lnTo>
                  <a:cubicBezTo>
                    <a:pt x="2186734" y="121809"/>
                    <a:pt x="2199462" y="147243"/>
                    <a:pt x="2212053" y="172740"/>
                  </a:cubicBezTo>
                  <a:cubicBezTo>
                    <a:pt x="2367957" y="488381"/>
                    <a:pt x="2523776" y="804060"/>
                    <a:pt x="2679773" y="1119658"/>
                  </a:cubicBezTo>
                  <a:lnTo>
                    <a:pt x="2712323" y="1181734"/>
                  </a:lnTo>
                  <a:lnTo>
                    <a:pt x="2792614" y="1207978"/>
                  </a:lnTo>
                  <a:lnTo>
                    <a:pt x="2863462" y="1219009"/>
                  </a:lnTo>
                  <a:lnTo>
                    <a:pt x="3457768" y="1304671"/>
                  </a:lnTo>
                  <a:lnTo>
                    <a:pt x="3514199" y="1312615"/>
                  </a:lnTo>
                  <a:cubicBezTo>
                    <a:pt x="3665871" y="1334186"/>
                    <a:pt x="3817427" y="1356548"/>
                    <a:pt x="3969029" y="1378577"/>
                  </a:cubicBezTo>
                  <a:lnTo>
                    <a:pt x="3997313" y="1397504"/>
                  </a:lnTo>
                  <a:lnTo>
                    <a:pt x="4017482" y="1405449"/>
                  </a:lnTo>
                  <a:lnTo>
                    <a:pt x="4024787" y="1415888"/>
                  </a:lnTo>
                  <a:lnTo>
                    <a:pt x="4035785" y="1423249"/>
                  </a:lnTo>
                  <a:lnTo>
                    <a:pt x="4052690" y="1455758"/>
                  </a:lnTo>
                  <a:lnTo>
                    <a:pt x="4063396" y="1471059"/>
                  </a:lnTo>
                  <a:lnTo>
                    <a:pt x="4064065" y="1477639"/>
                  </a:lnTo>
                  <a:lnTo>
                    <a:pt x="4066283" y="1481905"/>
                  </a:lnTo>
                  <a:lnTo>
                    <a:pt x="4068198" y="1518263"/>
                  </a:lnTo>
                  <a:lnTo>
                    <a:pt x="4070664" y="1542473"/>
                  </a:lnTo>
                  <a:cubicBezTo>
                    <a:pt x="4066638" y="1565035"/>
                    <a:pt x="4056176" y="1586373"/>
                    <a:pt x="4039293" y="1606553"/>
                  </a:cubicBezTo>
                  <a:lnTo>
                    <a:pt x="4024928" y="1621278"/>
                  </a:lnTo>
                  <a:lnTo>
                    <a:pt x="4015793" y="1638142"/>
                  </a:lnTo>
                  <a:cubicBezTo>
                    <a:pt x="3995697" y="1658256"/>
                    <a:pt x="3975439" y="1678223"/>
                    <a:pt x="3955081" y="1698074"/>
                  </a:cubicBezTo>
                  <a:cubicBezTo>
                    <a:pt x="3703067" y="1943888"/>
                    <a:pt x="3450988" y="2189631"/>
                    <a:pt x="3199041" y="2435519"/>
                  </a:cubicBezTo>
                  <a:lnTo>
                    <a:pt x="3138699" y="2497288"/>
                  </a:lnTo>
                  <a:lnTo>
                    <a:pt x="3176687" y="2728425"/>
                  </a:lnTo>
                  <a:lnTo>
                    <a:pt x="3208971" y="2916869"/>
                  </a:lnTo>
                  <a:lnTo>
                    <a:pt x="3290429" y="3388563"/>
                  </a:lnTo>
                  <a:lnTo>
                    <a:pt x="3302817" y="3462347"/>
                  </a:lnTo>
                  <a:lnTo>
                    <a:pt x="3334417" y="3644221"/>
                  </a:lnTo>
                  <a:lnTo>
                    <a:pt x="3335549" y="3657300"/>
                  </a:lnTo>
                  <a:lnTo>
                    <a:pt x="3345485" y="3716489"/>
                  </a:lnTo>
                  <a:lnTo>
                    <a:pt x="3343482" y="3749198"/>
                  </a:lnTo>
                  <a:lnTo>
                    <a:pt x="3343929" y="3754377"/>
                  </a:lnTo>
                  <a:lnTo>
                    <a:pt x="3342938" y="3758074"/>
                  </a:lnTo>
                  <a:lnTo>
                    <a:pt x="3340613" y="3796066"/>
                  </a:lnTo>
                  <a:lnTo>
                    <a:pt x="3328414" y="3812247"/>
                  </a:lnTo>
                  <a:lnTo>
                    <a:pt x="3327881" y="3814232"/>
                  </a:lnTo>
                  <a:lnTo>
                    <a:pt x="3321009" y="3822069"/>
                  </a:lnTo>
                  <a:lnTo>
                    <a:pt x="3292403" y="3860009"/>
                  </a:lnTo>
                  <a:cubicBezTo>
                    <a:pt x="3271302" y="3876197"/>
                    <a:pt x="3249428" y="3885842"/>
                    <a:pt x="3226730" y="3888988"/>
                  </a:cubicBezTo>
                  <a:lnTo>
                    <a:pt x="3179215" y="3882238"/>
                  </a:lnTo>
                  <a:lnTo>
                    <a:pt x="3171386" y="3881983"/>
                  </a:lnTo>
                  <a:lnTo>
                    <a:pt x="3168543" y="3880726"/>
                  </a:lnTo>
                  <a:lnTo>
                    <a:pt x="3156092" y="3878955"/>
                  </a:lnTo>
                  <a:cubicBezTo>
                    <a:pt x="3140325" y="3872615"/>
                    <a:pt x="3125398" y="3864149"/>
                    <a:pt x="3110263" y="3856309"/>
                  </a:cubicBezTo>
                  <a:lnTo>
                    <a:pt x="2882423" y="3738104"/>
                  </a:lnTo>
                  <a:lnTo>
                    <a:pt x="2752067" y="3671237"/>
                  </a:lnTo>
                  <a:lnTo>
                    <a:pt x="2752263" y="3670579"/>
                  </a:lnTo>
                  <a:lnTo>
                    <a:pt x="2655803" y="3620536"/>
                  </a:lnTo>
                  <a:lnTo>
                    <a:pt x="2393295" y="3481783"/>
                  </a:lnTo>
                  <a:lnTo>
                    <a:pt x="2393295" y="3143775"/>
                  </a:lnTo>
                  <a:lnTo>
                    <a:pt x="2408389" y="3151603"/>
                  </a:lnTo>
                  <a:cubicBezTo>
                    <a:pt x="2484055" y="3190985"/>
                    <a:pt x="2562142" y="3226651"/>
                    <a:pt x="2634107" y="3271977"/>
                  </a:cubicBezTo>
                  <a:cubicBezTo>
                    <a:pt x="2689163" y="3306657"/>
                    <a:pt x="2747528" y="3335170"/>
                    <a:pt x="2805534" y="3364275"/>
                  </a:cubicBezTo>
                  <a:lnTo>
                    <a:pt x="2949549" y="3445800"/>
                  </a:lnTo>
                  <a:lnTo>
                    <a:pt x="2995637" y="3464561"/>
                  </a:lnTo>
                  <a:lnTo>
                    <a:pt x="2997153" y="3464886"/>
                  </a:lnTo>
                  <a:lnTo>
                    <a:pt x="3002103" y="3438373"/>
                  </a:lnTo>
                  <a:lnTo>
                    <a:pt x="3001441" y="3400038"/>
                  </a:lnTo>
                  <a:cubicBezTo>
                    <a:pt x="2979597" y="3268273"/>
                    <a:pt x="2956536" y="3136709"/>
                    <a:pt x="2933731" y="3005103"/>
                  </a:cubicBezTo>
                  <a:lnTo>
                    <a:pt x="2904914" y="2837480"/>
                  </a:lnTo>
                  <a:lnTo>
                    <a:pt x="2851551" y="2529546"/>
                  </a:lnTo>
                  <a:lnTo>
                    <a:pt x="2851182" y="2524907"/>
                  </a:lnTo>
                  <a:lnTo>
                    <a:pt x="2845655" y="2492748"/>
                  </a:lnTo>
                  <a:lnTo>
                    <a:pt x="2845171" y="2449507"/>
                  </a:lnTo>
                  <a:lnTo>
                    <a:pt x="2842805" y="2419870"/>
                  </a:lnTo>
                  <a:lnTo>
                    <a:pt x="2844790" y="2415593"/>
                  </a:lnTo>
                  <a:lnTo>
                    <a:pt x="2844406" y="2381346"/>
                  </a:lnTo>
                  <a:lnTo>
                    <a:pt x="2874275" y="2352008"/>
                  </a:lnTo>
                  <a:lnTo>
                    <a:pt x="2891669" y="2314490"/>
                  </a:lnTo>
                  <a:cubicBezTo>
                    <a:pt x="2967852" y="2241933"/>
                    <a:pt x="3041436" y="2166656"/>
                    <a:pt x="3116485" y="2092898"/>
                  </a:cubicBezTo>
                  <a:cubicBezTo>
                    <a:pt x="3177323" y="2033106"/>
                    <a:pt x="3235373" y="1969861"/>
                    <a:pt x="3300721" y="1915423"/>
                  </a:cubicBezTo>
                  <a:cubicBezTo>
                    <a:pt x="3400708" y="1832134"/>
                    <a:pt x="3481342" y="1728639"/>
                    <a:pt x="3584930" y="1649517"/>
                  </a:cubicBezTo>
                  <a:cubicBezTo>
                    <a:pt x="3590800" y="1645033"/>
                    <a:pt x="3593059" y="1635813"/>
                    <a:pt x="3599155" y="1624956"/>
                  </a:cubicBezTo>
                  <a:lnTo>
                    <a:pt x="3560394" y="1613097"/>
                  </a:lnTo>
                  <a:lnTo>
                    <a:pt x="3413713" y="1589489"/>
                  </a:lnTo>
                  <a:cubicBezTo>
                    <a:pt x="3343430" y="1579282"/>
                    <a:pt x="3272788" y="1571515"/>
                    <a:pt x="3202476" y="1561467"/>
                  </a:cubicBezTo>
                  <a:cubicBezTo>
                    <a:pt x="3011141" y="1534133"/>
                    <a:pt x="2819900" y="1506149"/>
                    <a:pt x="2628621" y="1478430"/>
                  </a:cubicBezTo>
                  <a:cubicBezTo>
                    <a:pt x="2617364" y="1476804"/>
                    <a:pt x="2605605" y="1472368"/>
                    <a:pt x="2594917" y="1474179"/>
                  </a:cubicBezTo>
                  <a:cubicBezTo>
                    <a:pt x="2535902" y="1484194"/>
                    <a:pt x="2509507" y="1452486"/>
                    <a:pt x="2486221" y="1402998"/>
                  </a:cubicBezTo>
                  <a:cubicBezTo>
                    <a:pt x="2387051" y="1192259"/>
                    <a:pt x="2284454" y="983125"/>
                    <a:pt x="2182904" y="773503"/>
                  </a:cubicBezTo>
                  <a:lnTo>
                    <a:pt x="2084917" y="572986"/>
                  </a:lnTo>
                  <a:lnTo>
                    <a:pt x="2050548" y="504599"/>
                  </a:lnTo>
                  <a:lnTo>
                    <a:pt x="2034682" y="478156"/>
                  </a:lnTo>
                  <a:cubicBezTo>
                    <a:pt x="2019673" y="509168"/>
                    <a:pt x="2009226" y="531449"/>
                    <a:pt x="1998198" y="553437"/>
                  </a:cubicBezTo>
                  <a:lnTo>
                    <a:pt x="1723697" y="1101710"/>
                  </a:lnTo>
                  <a:lnTo>
                    <a:pt x="1593260" y="1366407"/>
                  </a:lnTo>
                  <a:cubicBezTo>
                    <a:pt x="1588233" y="1376606"/>
                    <a:pt x="1580381" y="1386421"/>
                    <a:pt x="1578802" y="1397146"/>
                  </a:cubicBezTo>
                  <a:cubicBezTo>
                    <a:pt x="1570089" y="1456368"/>
                    <a:pt x="1531775" y="1471673"/>
                    <a:pt x="1477514" y="1478526"/>
                  </a:cubicBezTo>
                  <a:lnTo>
                    <a:pt x="841871" y="1564772"/>
                  </a:lnTo>
                  <a:lnTo>
                    <a:pt x="682141" y="1587799"/>
                  </a:lnTo>
                  <a:cubicBezTo>
                    <a:pt x="631510" y="1595167"/>
                    <a:pt x="580761" y="1601921"/>
                    <a:pt x="530362" y="1610646"/>
                  </a:cubicBezTo>
                  <a:cubicBezTo>
                    <a:pt x="511827" y="1613858"/>
                    <a:pt x="494134" y="1621961"/>
                    <a:pt x="469232" y="1630054"/>
                  </a:cubicBezTo>
                  <a:lnTo>
                    <a:pt x="476230" y="1639299"/>
                  </a:lnTo>
                  <a:lnTo>
                    <a:pt x="518729" y="1680134"/>
                  </a:lnTo>
                  <a:cubicBezTo>
                    <a:pt x="737290" y="1895911"/>
                    <a:pt x="955111" y="2112442"/>
                    <a:pt x="1174829" y="2327033"/>
                  </a:cubicBezTo>
                  <a:cubicBezTo>
                    <a:pt x="1221897" y="2373002"/>
                    <a:pt x="1239641" y="2421238"/>
                    <a:pt x="1227723" y="2487211"/>
                  </a:cubicBezTo>
                  <a:cubicBezTo>
                    <a:pt x="1181768" y="2741590"/>
                    <a:pt x="1139425" y="2996619"/>
                    <a:pt x="1095781" y="3251412"/>
                  </a:cubicBezTo>
                  <a:lnTo>
                    <a:pt x="1070776" y="3401805"/>
                  </a:lnTo>
                  <a:lnTo>
                    <a:pt x="1070599" y="3404281"/>
                  </a:lnTo>
                  <a:lnTo>
                    <a:pt x="1070210" y="3461615"/>
                  </a:lnTo>
                  <a:lnTo>
                    <a:pt x="1094838" y="3458410"/>
                  </a:lnTo>
                  <a:lnTo>
                    <a:pt x="1134571" y="3444632"/>
                  </a:lnTo>
                  <a:lnTo>
                    <a:pt x="1150083" y="3436414"/>
                  </a:lnTo>
                  <a:lnTo>
                    <a:pt x="1677369" y="3158038"/>
                  </a:lnTo>
                  <a:lnTo>
                    <a:pt x="1677369" y="3481547"/>
                  </a:lnTo>
                  <a:lnTo>
                    <a:pt x="1328168" y="3665048"/>
                  </a:lnTo>
                  <a:lnTo>
                    <a:pt x="1328859" y="3667082"/>
                  </a:lnTo>
                  <a:cubicBezTo>
                    <a:pt x="1253471" y="3706545"/>
                    <a:pt x="1178256" y="3746341"/>
                    <a:pt x="1102635" y="3785353"/>
                  </a:cubicBezTo>
                  <a:lnTo>
                    <a:pt x="1054466" y="3809644"/>
                  </a:lnTo>
                  <a:lnTo>
                    <a:pt x="1000338" y="3838254"/>
                  </a:lnTo>
                  <a:lnTo>
                    <a:pt x="984186" y="3845085"/>
                  </a:lnTo>
                  <a:lnTo>
                    <a:pt x="957928" y="3858327"/>
                  </a:lnTo>
                  <a:lnTo>
                    <a:pt x="933252" y="3866637"/>
                  </a:lnTo>
                  <a:lnTo>
                    <a:pt x="898510" y="3881339"/>
                  </a:lnTo>
                  <a:lnTo>
                    <a:pt x="887970" y="3881890"/>
                  </a:lnTo>
                  <a:lnTo>
                    <a:pt x="877837" y="3885302"/>
                  </a:lnTo>
                  <a:lnTo>
                    <a:pt x="866625" y="3883007"/>
                  </a:lnTo>
                  <a:lnTo>
                    <a:pt x="836629" y="3884574"/>
                  </a:lnTo>
                  <a:lnTo>
                    <a:pt x="802301" y="3869828"/>
                  </a:lnTo>
                  <a:lnTo>
                    <a:pt x="795484" y="3868430"/>
                  </a:lnTo>
                  <a:cubicBezTo>
                    <a:pt x="785784" y="3863510"/>
                    <a:pt x="774331" y="3862042"/>
                    <a:pt x="766971" y="3859924"/>
                  </a:cubicBezTo>
                  <a:lnTo>
                    <a:pt x="754387" y="3830964"/>
                  </a:lnTo>
                  <a:lnTo>
                    <a:pt x="741045" y="3816199"/>
                  </a:lnTo>
                  <a:cubicBezTo>
                    <a:pt x="730994" y="3798502"/>
                    <a:pt x="724798" y="3778325"/>
                    <a:pt x="723830" y="3756673"/>
                  </a:cubicBezTo>
                  <a:cubicBezTo>
                    <a:pt x="722828" y="3734234"/>
                    <a:pt x="727497" y="3711395"/>
                    <a:pt x="730828" y="3688930"/>
                  </a:cubicBezTo>
                  <a:lnTo>
                    <a:pt x="731146" y="3686967"/>
                  </a:lnTo>
                  <a:lnTo>
                    <a:pt x="731364" y="3678897"/>
                  </a:lnTo>
                  <a:lnTo>
                    <a:pt x="747300" y="3586747"/>
                  </a:lnTo>
                  <a:lnTo>
                    <a:pt x="794686" y="3292753"/>
                  </a:lnTo>
                  <a:lnTo>
                    <a:pt x="798205" y="3292350"/>
                  </a:lnTo>
                  <a:lnTo>
                    <a:pt x="821436" y="3158006"/>
                  </a:lnTo>
                  <a:cubicBezTo>
                    <a:pt x="854015" y="2967503"/>
                    <a:pt x="886333" y="2776960"/>
                    <a:pt x="918934" y="2586465"/>
                  </a:cubicBezTo>
                  <a:cubicBezTo>
                    <a:pt x="923714" y="2558533"/>
                    <a:pt x="929452" y="2530762"/>
                    <a:pt x="934491" y="2504279"/>
                  </a:cubicBezTo>
                  <a:cubicBezTo>
                    <a:pt x="831831" y="2403434"/>
                    <a:pt x="730184" y="2305000"/>
                    <a:pt x="630190" y="2204910"/>
                  </a:cubicBezTo>
                  <a:cubicBezTo>
                    <a:pt x="551952" y="2126594"/>
                    <a:pt x="476149" y="2045849"/>
                    <a:pt x="398443" y="1966996"/>
                  </a:cubicBezTo>
                  <a:lnTo>
                    <a:pt x="364418" y="1931903"/>
                  </a:lnTo>
                  <a:lnTo>
                    <a:pt x="358843" y="1937918"/>
                  </a:lnTo>
                  <a:lnTo>
                    <a:pt x="327882" y="1907604"/>
                  </a:lnTo>
                  <a:lnTo>
                    <a:pt x="312981" y="1898421"/>
                  </a:lnTo>
                  <a:cubicBezTo>
                    <a:pt x="307949" y="1896809"/>
                    <a:pt x="303753" y="1891893"/>
                    <a:pt x="299731" y="1887933"/>
                  </a:cubicBezTo>
                  <a:cubicBezTo>
                    <a:pt x="214558" y="1804161"/>
                    <a:pt x="126722" y="1722865"/>
                    <a:pt x="45315" y="1635569"/>
                  </a:cubicBezTo>
                  <a:lnTo>
                    <a:pt x="30569" y="1601492"/>
                  </a:lnTo>
                  <a:lnTo>
                    <a:pt x="11926" y="1576406"/>
                  </a:lnTo>
                  <a:lnTo>
                    <a:pt x="9190" y="1552100"/>
                  </a:lnTo>
                  <a:lnTo>
                    <a:pt x="0" y="1530858"/>
                  </a:lnTo>
                  <a:lnTo>
                    <a:pt x="5179" y="1516433"/>
                  </a:lnTo>
                  <a:lnTo>
                    <a:pt x="2525" y="1492870"/>
                  </a:lnTo>
                  <a:cubicBezTo>
                    <a:pt x="4207" y="1482123"/>
                    <a:pt x="2067" y="1470778"/>
                    <a:pt x="1804" y="1463122"/>
                  </a:cubicBezTo>
                  <a:lnTo>
                    <a:pt x="34802" y="1433947"/>
                  </a:lnTo>
                  <a:lnTo>
                    <a:pt x="40461" y="1418180"/>
                  </a:lnTo>
                  <a:cubicBezTo>
                    <a:pt x="49855" y="1407607"/>
                    <a:pt x="59840" y="1397567"/>
                    <a:pt x="72756" y="1383885"/>
                  </a:cubicBezTo>
                  <a:cubicBezTo>
                    <a:pt x="489827" y="1323214"/>
                    <a:pt x="911378" y="1261892"/>
                    <a:pt x="1332955" y="1200595"/>
                  </a:cubicBezTo>
                  <a:lnTo>
                    <a:pt x="1369028" y="1151132"/>
                  </a:lnTo>
                  <a:lnTo>
                    <a:pt x="1533550" y="821609"/>
                  </a:lnTo>
                  <a:lnTo>
                    <a:pt x="1609622" y="677032"/>
                  </a:lnTo>
                  <a:lnTo>
                    <a:pt x="1709217" y="472929"/>
                  </a:lnTo>
                  <a:lnTo>
                    <a:pt x="1721465" y="448098"/>
                  </a:lnTo>
                  <a:lnTo>
                    <a:pt x="1727017" y="425215"/>
                  </a:lnTo>
                  <a:cubicBezTo>
                    <a:pt x="1726995" y="419932"/>
                    <a:pt x="1730374" y="414424"/>
                    <a:pt x="1732895" y="409374"/>
                  </a:cubicBezTo>
                  <a:cubicBezTo>
                    <a:pt x="1786247" y="302482"/>
                    <a:pt x="1836423" y="193822"/>
                    <a:pt x="1894289" y="89425"/>
                  </a:cubicBezTo>
                  <a:lnTo>
                    <a:pt x="1901483" y="83081"/>
                  </a:lnTo>
                  <a:lnTo>
                    <a:pt x="1912499" y="60746"/>
                  </a:lnTo>
                  <a:cubicBezTo>
                    <a:pt x="1925671" y="34051"/>
                    <a:pt x="1946432" y="21911"/>
                    <a:pt x="1975614" y="11061"/>
                  </a:cubicBezTo>
                  <a:cubicBezTo>
                    <a:pt x="1998830" y="2433"/>
                    <a:pt x="2020630" y="-843"/>
                    <a:pt x="2040826" y="181"/>
                  </a:cubicBezTo>
                  <a:close/>
                </a:path>
              </a:pathLst>
            </a:custGeom>
            <a:solidFill>
              <a:schemeClr val="accent2"/>
            </a:solidFill>
            <a:ln w="1155" cap="flat">
              <a:noFill/>
              <a:prstDash val="solid"/>
              <a:miter/>
            </a:ln>
          </p:spPr>
          <p:txBody>
            <a:bodyPr rtlCol="0" anchor="ctr"/>
            <a:lstStyle/>
            <a:p>
              <a:endParaRPr lang="en-US" dirty="0"/>
            </a:p>
          </p:txBody>
        </p:sp>
        <p:sp>
          <p:nvSpPr>
            <p:cNvPr id="43" name="Rectangle 42">
              <a:extLst>
                <a:ext uri="{FF2B5EF4-FFF2-40B4-BE49-F238E27FC236}">
                  <a16:creationId xmlns:a16="http://schemas.microsoft.com/office/drawing/2014/main" id="{5F0A755B-B980-AAAD-5C0A-8D941A823C94}"/>
                </a:ext>
                <a:ext uri="{C183D7F6-B498-43B3-948B-1728B52AA6E4}">
                  <adec:decorative xmlns:adec="http://schemas.microsoft.com/office/drawing/2017/decorative" val="1"/>
                </a:ext>
              </a:extLst>
            </p:cNvPr>
            <p:cNvSpPr/>
            <p:nvPr/>
          </p:nvSpPr>
          <p:spPr>
            <a:xfrm>
              <a:off x="3877623" y="3250306"/>
              <a:ext cx="35367" cy="35367"/>
            </a:xfrm>
            <a:prstGeom prst="rect">
              <a:avLst/>
            </a:prstGeom>
            <a:solidFill>
              <a:schemeClr val="bg1"/>
            </a:solidFill>
            <a:ln w="1155" cap="flat">
              <a:noFill/>
              <a:prstDash val="solid"/>
              <a:miter/>
            </a:ln>
          </p:spPr>
          <p:txBody>
            <a:bodyPr rtlCol="0" anchor="ctr"/>
            <a:lstStyle/>
            <a:p>
              <a:endParaRPr lang="en-US" dirty="0"/>
            </a:p>
          </p:txBody>
        </p:sp>
      </p:grpSp>
      <p:grpSp>
        <p:nvGrpSpPr>
          <p:cNvPr id="947" name="Group 946">
            <a:extLst>
              <a:ext uri="{FF2B5EF4-FFF2-40B4-BE49-F238E27FC236}">
                <a16:creationId xmlns:a16="http://schemas.microsoft.com/office/drawing/2014/main" id="{5ED2751D-956E-45DE-EB84-EE6B809DDCE9}"/>
              </a:ext>
              <a:ext uri="{C183D7F6-B498-43B3-948B-1728B52AA6E4}">
                <adec:decorative xmlns:adec="http://schemas.microsoft.com/office/drawing/2017/decorative" val="1"/>
              </a:ext>
            </a:extLst>
          </p:cNvPr>
          <p:cNvGrpSpPr>
            <a:grpSpLocks noChangeAspect="1"/>
          </p:cNvGrpSpPr>
          <p:nvPr/>
        </p:nvGrpSpPr>
        <p:grpSpPr>
          <a:xfrm>
            <a:off x="4273562" y="2930159"/>
            <a:ext cx="397498" cy="457200"/>
            <a:chOff x="4273562" y="2930159"/>
            <a:chExt cx="397498" cy="457200"/>
          </a:xfrm>
          <a:solidFill>
            <a:srgbClr val="FF0000"/>
          </a:solidFill>
        </p:grpSpPr>
        <p:sp>
          <p:nvSpPr>
            <p:cNvPr id="45" name="Freeform: Shape 44">
              <a:extLst>
                <a:ext uri="{FF2B5EF4-FFF2-40B4-BE49-F238E27FC236}">
                  <a16:creationId xmlns:a16="http://schemas.microsoft.com/office/drawing/2014/main" id="{75514C4F-E92E-DEE3-1AEB-FDE5364AB4BA}"/>
                </a:ext>
                <a:ext uri="{C183D7F6-B498-43B3-948B-1728B52AA6E4}">
                  <adec:decorative xmlns:adec="http://schemas.microsoft.com/office/drawing/2017/decorative" val="1"/>
                </a:ext>
              </a:extLst>
            </p:cNvPr>
            <p:cNvSpPr/>
            <p:nvPr/>
          </p:nvSpPr>
          <p:spPr>
            <a:xfrm>
              <a:off x="4273562" y="2930159"/>
              <a:ext cx="397498" cy="448924"/>
            </a:xfrm>
            <a:custGeom>
              <a:avLst/>
              <a:gdLst>
                <a:gd name="connsiteX0" fmla="*/ 313118 w 626160"/>
                <a:gd name="connsiteY0" fmla="*/ 122685 h 707168"/>
                <a:gd name="connsiteX1" fmla="*/ 307987 w 626160"/>
                <a:gd name="connsiteY1" fmla="*/ 130830 h 707168"/>
                <a:gd name="connsiteX2" fmla="*/ 291175 w 626160"/>
                <a:gd name="connsiteY2" fmla="*/ 165384 h 707168"/>
                <a:gd name="connsiteX3" fmla="*/ 272105 w 626160"/>
                <a:gd name="connsiteY3" fmla="*/ 179458 h 707168"/>
                <a:gd name="connsiteX4" fmla="*/ 231433 w 626160"/>
                <a:gd name="connsiteY4" fmla="*/ 185099 h 707168"/>
                <a:gd name="connsiteX5" fmla="*/ 224691 w 626160"/>
                <a:gd name="connsiteY5" fmla="*/ 187297 h 707168"/>
                <a:gd name="connsiteX6" fmla="*/ 231031 w 626160"/>
                <a:gd name="connsiteY6" fmla="*/ 195179 h 707168"/>
                <a:gd name="connsiteX7" fmla="*/ 257871 w 626160"/>
                <a:gd name="connsiteY7" fmla="*/ 220796 h 707168"/>
                <a:gd name="connsiteX8" fmla="*/ 265494 w 626160"/>
                <a:gd name="connsiteY8" fmla="*/ 244413 h 707168"/>
                <a:gd name="connsiteX9" fmla="*/ 258976 w 626160"/>
                <a:gd name="connsiteY9" fmla="*/ 280938 h 707168"/>
                <a:gd name="connsiteX10" fmla="*/ 259817 w 626160"/>
                <a:gd name="connsiteY10" fmla="*/ 291496 h 707168"/>
                <a:gd name="connsiteX11" fmla="*/ 305532 w 626160"/>
                <a:gd name="connsiteY11" fmla="*/ 267595 h 707168"/>
                <a:gd name="connsiteX12" fmla="*/ 321923 w 626160"/>
                <a:gd name="connsiteY12" fmla="*/ 268282 h 707168"/>
                <a:gd name="connsiteX13" fmla="*/ 346514 w 626160"/>
                <a:gd name="connsiteY13" fmla="*/ 281319 h 707168"/>
                <a:gd name="connsiteX14" fmla="*/ 367396 w 626160"/>
                <a:gd name="connsiteY14" fmla="*/ 291190 h 707168"/>
                <a:gd name="connsiteX15" fmla="*/ 366546 w 626160"/>
                <a:gd name="connsiteY15" fmla="*/ 277517 h 707168"/>
                <a:gd name="connsiteX16" fmla="*/ 360296 w 626160"/>
                <a:gd name="connsiteY16" fmla="*/ 242295 h 707168"/>
                <a:gd name="connsiteX17" fmla="*/ 366038 w 626160"/>
                <a:gd name="connsiteY17" fmla="*/ 223094 h 707168"/>
                <a:gd name="connsiteX18" fmla="*/ 372630 w 626160"/>
                <a:gd name="connsiteY18" fmla="*/ 216559 h 707168"/>
                <a:gd name="connsiteX19" fmla="*/ 396546 w 626160"/>
                <a:gd name="connsiteY19" fmla="*/ 193636 h 707168"/>
                <a:gd name="connsiteX20" fmla="*/ 401341 w 626160"/>
                <a:gd name="connsiteY20" fmla="*/ 186448 h 707168"/>
                <a:gd name="connsiteX21" fmla="*/ 393893 w 626160"/>
                <a:gd name="connsiteY21" fmla="*/ 184965 h 707168"/>
                <a:gd name="connsiteX22" fmla="*/ 353222 w 626160"/>
                <a:gd name="connsiteY22" fmla="*/ 179325 h 707168"/>
                <a:gd name="connsiteX23" fmla="*/ 335774 w 626160"/>
                <a:gd name="connsiteY23" fmla="*/ 167057 h 707168"/>
                <a:gd name="connsiteX24" fmla="*/ 328390 w 626160"/>
                <a:gd name="connsiteY24" fmla="*/ 151490 h 707168"/>
                <a:gd name="connsiteX25" fmla="*/ 313118 w 626160"/>
                <a:gd name="connsiteY25" fmla="*/ 122685 h 707168"/>
                <a:gd name="connsiteX26" fmla="*/ 572822 w 626160"/>
                <a:gd name="connsiteY26" fmla="*/ 85439 h 707168"/>
                <a:gd name="connsiteX27" fmla="*/ 519730 w 626160"/>
                <a:gd name="connsiteY27" fmla="*/ 85469 h 707168"/>
                <a:gd name="connsiteX28" fmla="*/ 511248 w 626160"/>
                <a:gd name="connsiteY28" fmla="*/ 86643 h 707168"/>
                <a:gd name="connsiteX29" fmla="*/ 511514 w 626160"/>
                <a:gd name="connsiteY29" fmla="*/ 206665 h 707168"/>
                <a:gd name="connsiteX30" fmla="*/ 526370 w 626160"/>
                <a:gd name="connsiteY30" fmla="*/ 202598 h 707168"/>
                <a:gd name="connsiteX31" fmla="*/ 577525 w 626160"/>
                <a:gd name="connsiteY31" fmla="*/ 135121 h 707168"/>
                <a:gd name="connsiteX32" fmla="*/ 579356 w 626160"/>
                <a:gd name="connsiteY32" fmla="*/ 90175 h 707168"/>
                <a:gd name="connsiteX33" fmla="*/ 572822 w 626160"/>
                <a:gd name="connsiteY33" fmla="*/ 85439 h 707168"/>
                <a:gd name="connsiteX34" fmla="*/ 79937 w 626160"/>
                <a:gd name="connsiteY34" fmla="*/ 85376 h 707168"/>
                <a:gd name="connsiteX35" fmla="*/ 46321 w 626160"/>
                <a:gd name="connsiteY35" fmla="*/ 87109 h 707168"/>
                <a:gd name="connsiteX36" fmla="*/ 59176 w 626160"/>
                <a:gd name="connsiteY36" fmla="*/ 164465 h 707168"/>
                <a:gd name="connsiteX37" fmla="*/ 65064 w 626160"/>
                <a:gd name="connsiteY37" fmla="*/ 173297 h 707168"/>
                <a:gd name="connsiteX38" fmla="*/ 105181 w 626160"/>
                <a:gd name="connsiteY38" fmla="*/ 204968 h 707168"/>
                <a:gd name="connsiteX39" fmla="*/ 115416 w 626160"/>
                <a:gd name="connsiteY39" fmla="*/ 207559 h 707168"/>
                <a:gd name="connsiteX40" fmla="*/ 115820 w 626160"/>
                <a:gd name="connsiteY40" fmla="*/ 167228 h 707168"/>
                <a:gd name="connsiteX41" fmla="*/ 115774 w 626160"/>
                <a:gd name="connsiteY41" fmla="*/ 126071 h 707168"/>
                <a:gd name="connsiteX42" fmla="*/ 114801 w 626160"/>
                <a:gd name="connsiteY42" fmla="*/ 86870 h 707168"/>
                <a:gd name="connsiteX43" fmla="*/ 79937 w 626160"/>
                <a:gd name="connsiteY43" fmla="*/ 85376 h 707168"/>
                <a:gd name="connsiteX44" fmla="*/ 313275 w 626160"/>
                <a:gd name="connsiteY44" fmla="*/ 75693 h 707168"/>
                <a:gd name="connsiteX45" fmla="*/ 325587 w 626160"/>
                <a:gd name="connsiteY45" fmla="*/ 83486 h 707168"/>
                <a:gd name="connsiteX46" fmla="*/ 334417 w 626160"/>
                <a:gd name="connsiteY46" fmla="*/ 100957 h 707168"/>
                <a:gd name="connsiteX47" fmla="*/ 359505 w 626160"/>
                <a:gd name="connsiteY47" fmla="*/ 152081 h 707168"/>
                <a:gd name="connsiteX48" fmla="*/ 401867 w 626160"/>
                <a:gd name="connsiteY48" fmla="*/ 158309 h 707168"/>
                <a:gd name="connsiteX49" fmla="*/ 430753 w 626160"/>
                <a:gd name="connsiteY49" fmla="*/ 162568 h 707168"/>
                <a:gd name="connsiteX50" fmla="*/ 438528 w 626160"/>
                <a:gd name="connsiteY50" fmla="*/ 164195 h 707168"/>
                <a:gd name="connsiteX51" fmla="*/ 446197 w 626160"/>
                <a:gd name="connsiteY51" fmla="*/ 181483 h 707168"/>
                <a:gd name="connsiteX52" fmla="*/ 439079 w 626160"/>
                <a:gd name="connsiteY52" fmla="*/ 190807 h 707168"/>
                <a:gd name="connsiteX53" fmla="*/ 394279 w 626160"/>
                <a:gd name="connsiteY53" fmla="*/ 234227 h 707168"/>
                <a:gd name="connsiteX54" fmla="*/ 388482 w 626160"/>
                <a:gd name="connsiteY54" fmla="*/ 240291 h 707168"/>
                <a:gd name="connsiteX55" fmla="*/ 390072 w 626160"/>
                <a:gd name="connsiteY55" fmla="*/ 252030 h 707168"/>
                <a:gd name="connsiteX56" fmla="*/ 399826 w 626160"/>
                <a:gd name="connsiteY56" fmla="*/ 309586 h 707168"/>
                <a:gd name="connsiteX57" fmla="*/ 400798 w 626160"/>
                <a:gd name="connsiteY57" fmla="*/ 314799 h 707168"/>
                <a:gd name="connsiteX58" fmla="*/ 379652 w 626160"/>
                <a:gd name="connsiteY58" fmla="*/ 329993 h 707168"/>
                <a:gd name="connsiteX59" fmla="*/ 356133 w 626160"/>
                <a:gd name="connsiteY59" fmla="*/ 317694 h 707168"/>
                <a:gd name="connsiteX60" fmla="*/ 313623 w 626160"/>
                <a:gd name="connsiteY60" fmla="*/ 295413 h 707168"/>
                <a:gd name="connsiteX61" fmla="*/ 305139 w 626160"/>
                <a:gd name="connsiteY61" fmla="*/ 299310 h 707168"/>
                <a:gd name="connsiteX62" fmla="*/ 249895 w 626160"/>
                <a:gd name="connsiteY62" fmla="*/ 328281 h 707168"/>
                <a:gd name="connsiteX63" fmla="*/ 239986 w 626160"/>
                <a:gd name="connsiteY63" fmla="*/ 331789 h 707168"/>
                <a:gd name="connsiteX64" fmla="*/ 225309 w 626160"/>
                <a:gd name="connsiteY64" fmla="*/ 320139 h 707168"/>
                <a:gd name="connsiteX65" fmla="*/ 226080 w 626160"/>
                <a:gd name="connsiteY65" fmla="*/ 310944 h 707168"/>
                <a:gd name="connsiteX66" fmla="*/ 236024 w 626160"/>
                <a:gd name="connsiteY66" fmla="*/ 252066 h 707168"/>
                <a:gd name="connsiteX67" fmla="*/ 237701 w 626160"/>
                <a:gd name="connsiteY67" fmla="*/ 239919 h 707168"/>
                <a:gd name="connsiteX68" fmla="*/ 219152 w 626160"/>
                <a:gd name="connsiteY68" fmla="*/ 222586 h 707168"/>
                <a:gd name="connsiteX69" fmla="*/ 184988 w 626160"/>
                <a:gd name="connsiteY69" fmla="*/ 189157 h 707168"/>
                <a:gd name="connsiteX70" fmla="*/ 180343 w 626160"/>
                <a:gd name="connsiteY70" fmla="*/ 182795 h 707168"/>
                <a:gd name="connsiteX71" fmla="*/ 188792 w 626160"/>
                <a:gd name="connsiteY71" fmla="*/ 163845 h 707168"/>
                <a:gd name="connsiteX72" fmla="*/ 203166 w 626160"/>
                <a:gd name="connsiteY72" fmla="*/ 161334 h 707168"/>
                <a:gd name="connsiteX73" fmla="*/ 265628 w 626160"/>
                <a:gd name="connsiteY73" fmla="*/ 152311 h 707168"/>
                <a:gd name="connsiteX74" fmla="*/ 271380 w 626160"/>
                <a:gd name="connsiteY74" fmla="*/ 142435 h 707168"/>
                <a:gd name="connsiteX75" fmla="*/ 296543 w 626160"/>
                <a:gd name="connsiteY75" fmla="*/ 91192 h 707168"/>
                <a:gd name="connsiteX76" fmla="*/ 300831 w 626160"/>
                <a:gd name="connsiteY76" fmla="*/ 82947 h 707168"/>
                <a:gd name="connsiteX77" fmla="*/ 313275 w 626160"/>
                <a:gd name="connsiteY77" fmla="*/ 75693 h 707168"/>
                <a:gd name="connsiteX78" fmla="*/ 455324 w 626160"/>
                <a:gd name="connsiteY78" fmla="*/ 46798 h 707168"/>
                <a:gd name="connsiteX79" fmla="*/ 448055 w 626160"/>
                <a:gd name="connsiteY79" fmla="*/ 46963 h 707168"/>
                <a:gd name="connsiteX80" fmla="*/ 276686 w 626160"/>
                <a:gd name="connsiteY80" fmla="*/ 46918 h 707168"/>
                <a:gd name="connsiteX81" fmla="*/ 174396 w 626160"/>
                <a:gd name="connsiteY81" fmla="*/ 46976 h 707168"/>
                <a:gd name="connsiteX82" fmla="*/ 162132 w 626160"/>
                <a:gd name="connsiteY82" fmla="*/ 49558 h 707168"/>
                <a:gd name="connsiteX83" fmla="*/ 162131 w 626160"/>
                <a:gd name="connsiteY83" fmla="*/ 63351 h 707168"/>
                <a:gd name="connsiteX84" fmla="*/ 162048 w 626160"/>
                <a:gd name="connsiteY84" fmla="*/ 251990 h 707168"/>
                <a:gd name="connsiteX85" fmla="*/ 169578 w 626160"/>
                <a:gd name="connsiteY85" fmla="*/ 303768 h 707168"/>
                <a:gd name="connsiteX86" fmla="*/ 209159 w 626160"/>
                <a:gd name="connsiteY86" fmla="*/ 365706 h 707168"/>
                <a:gd name="connsiteX87" fmla="*/ 345778 w 626160"/>
                <a:gd name="connsiteY87" fmla="*/ 402667 h 707168"/>
                <a:gd name="connsiteX88" fmla="*/ 430913 w 626160"/>
                <a:gd name="connsiteY88" fmla="*/ 349966 h 707168"/>
                <a:gd name="connsiteX89" fmla="*/ 463735 w 626160"/>
                <a:gd name="connsiteY89" fmla="*/ 253866 h 707168"/>
                <a:gd name="connsiteX90" fmla="*/ 463745 w 626160"/>
                <a:gd name="connsiteY90" fmla="*/ 57257 h 707168"/>
                <a:gd name="connsiteX91" fmla="*/ 462945 w 626160"/>
                <a:gd name="connsiteY91" fmla="*/ 48123 h 707168"/>
                <a:gd name="connsiteX92" fmla="*/ 455324 w 626160"/>
                <a:gd name="connsiteY92" fmla="*/ 46798 h 707168"/>
                <a:gd name="connsiteX93" fmla="*/ 477496 w 626160"/>
                <a:gd name="connsiteY93" fmla="*/ 21 h 707168"/>
                <a:gd name="connsiteX94" fmla="*/ 489403 w 626160"/>
                <a:gd name="connsiteY94" fmla="*/ 600 h 707168"/>
                <a:gd name="connsiteX95" fmla="*/ 510006 w 626160"/>
                <a:gd name="connsiteY95" fmla="*/ 23088 h 707168"/>
                <a:gd name="connsiteX96" fmla="*/ 510331 w 626160"/>
                <a:gd name="connsiteY96" fmla="*/ 38218 h 707168"/>
                <a:gd name="connsiteX97" fmla="*/ 521323 w 626160"/>
                <a:gd name="connsiteY97" fmla="*/ 39086 h 707168"/>
                <a:gd name="connsiteX98" fmla="*/ 599700 w 626160"/>
                <a:gd name="connsiteY98" fmla="*/ 39219 h 707168"/>
                <a:gd name="connsiteX99" fmla="*/ 612584 w 626160"/>
                <a:gd name="connsiteY99" fmla="*/ 41364 h 707168"/>
                <a:gd name="connsiteX100" fmla="*/ 624946 w 626160"/>
                <a:gd name="connsiteY100" fmla="*/ 56070 h 707168"/>
                <a:gd name="connsiteX101" fmla="*/ 626159 w 626160"/>
                <a:gd name="connsiteY101" fmla="*/ 65249 h 707168"/>
                <a:gd name="connsiteX102" fmla="*/ 624803 w 626160"/>
                <a:gd name="connsiteY102" fmla="*/ 131586 h 707168"/>
                <a:gd name="connsiteX103" fmla="*/ 593608 w 626160"/>
                <a:gd name="connsiteY103" fmla="*/ 206376 h 707168"/>
                <a:gd name="connsiteX104" fmla="*/ 516689 w 626160"/>
                <a:gd name="connsiteY104" fmla="*/ 255417 h 707168"/>
                <a:gd name="connsiteX105" fmla="*/ 510897 w 626160"/>
                <a:gd name="connsiteY105" fmla="*/ 257322 h 707168"/>
                <a:gd name="connsiteX106" fmla="*/ 508672 w 626160"/>
                <a:gd name="connsiteY106" fmla="*/ 276572 h 707168"/>
                <a:gd name="connsiteX107" fmla="*/ 455002 w 626160"/>
                <a:gd name="connsiteY107" fmla="*/ 392258 h 707168"/>
                <a:gd name="connsiteX108" fmla="*/ 341633 w 626160"/>
                <a:gd name="connsiteY108" fmla="*/ 450632 h 707168"/>
                <a:gd name="connsiteX109" fmla="*/ 337785 w 626160"/>
                <a:gd name="connsiteY109" fmla="*/ 451621 h 707168"/>
                <a:gd name="connsiteX110" fmla="*/ 336840 w 626160"/>
                <a:gd name="connsiteY110" fmla="*/ 452487 h 707168"/>
                <a:gd name="connsiteX111" fmla="*/ 336419 w 626160"/>
                <a:gd name="connsiteY111" fmla="*/ 517267 h 707168"/>
                <a:gd name="connsiteX112" fmla="*/ 350427 w 626160"/>
                <a:gd name="connsiteY112" fmla="*/ 519087 h 707168"/>
                <a:gd name="connsiteX113" fmla="*/ 467329 w 626160"/>
                <a:gd name="connsiteY113" fmla="*/ 519106 h 707168"/>
                <a:gd name="connsiteX114" fmla="*/ 502979 w 626160"/>
                <a:gd name="connsiteY114" fmla="*/ 527921 h 707168"/>
                <a:gd name="connsiteX115" fmla="*/ 545851 w 626160"/>
                <a:gd name="connsiteY115" fmla="*/ 597699 h 707168"/>
                <a:gd name="connsiteX116" fmla="*/ 545879 w 626160"/>
                <a:gd name="connsiteY116" fmla="*/ 694674 h 707168"/>
                <a:gd name="connsiteX117" fmla="*/ 545583 w 626160"/>
                <a:gd name="connsiteY117" fmla="*/ 701486 h 707168"/>
                <a:gd name="connsiteX118" fmla="*/ 545583 w 626160"/>
                <a:gd name="connsiteY118" fmla="*/ 707168 h 707168"/>
                <a:gd name="connsiteX119" fmla="*/ 178824 w 626160"/>
                <a:gd name="connsiteY119" fmla="*/ 707168 h 707168"/>
                <a:gd name="connsiteX120" fmla="*/ 178824 w 626160"/>
                <a:gd name="connsiteY120" fmla="*/ 663874 h 707168"/>
                <a:gd name="connsiteX121" fmla="*/ 504366 w 626160"/>
                <a:gd name="connsiteY121" fmla="*/ 663874 h 707168"/>
                <a:gd name="connsiteX122" fmla="*/ 505138 w 626160"/>
                <a:gd name="connsiteY122" fmla="*/ 656158 h 707168"/>
                <a:gd name="connsiteX123" fmla="*/ 505067 w 626160"/>
                <a:gd name="connsiteY123" fmla="*/ 603043 h 707168"/>
                <a:gd name="connsiteX124" fmla="*/ 502649 w 626160"/>
                <a:gd name="connsiteY124" fmla="*/ 587430 h 707168"/>
                <a:gd name="connsiteX125" fmla="*/ 496553 w 626160"/>
                <a:gd name="connsiteY125" fmla="*/ 577527 h 707168"/>
                <a:gd name="connsiteX126" fmla="*/ 489000 w 626160"/>
                <a:gd name="connsiteY126" fmla="*/ 570141 h 707168"/>
                <a:gd name="connsiteX127" fmla="*/ 466934 w 626160"/>
                <a:gd name="connsiteY127" fmla="*/ 559975 h 707168"/>
                <a:gd name="connsiteX128" fmla="*/ 457647 w 626160"/>
                <a:gd name="connsiteY128" fmla="*/ 559871 h 707168"/>
                <a:gd name="connsiteX129" fmla="*/ 181443 w 626160"/>
                <a:gd name="connsiteY129" fmla="*/ 559872 h 707168"/>
                <a:gd name="connsiteX130" fmla="*/ 172150 w 626160"/>
                <a:gd name="connsiteY130" fmla="*/ 559940 h 707168"/>
                <a:gd name="connsiteX131" fmla="*/ 133440 w 626160"/>
                <a:gd name="connsiteY131" fmla="*/ 599427 h 707168"/>
                <a:gd name="connsiteX132" fmla="*/ 133181 w 626160"/>
                <a:gd name="connsiteY132" fmla="*/ 608534 h 707168"/>
                <a:gd name="connsiteX133" fmla="*/ 133347 w 626160"/>
                <a:gd name="connsiteY133" fmla="*/ 608534 h 707168"/>
                <a:gd name="connsiteX134" fmla="*/ 133194 w 626160"/>
                <a:gd name="connsiteY134" fmla="*/ 623574 h 707168"/>
                <a:gd name="connsiteX135" fmla="*/ 92151 w 626160"/>
                <a:gd name="connsiteY135" fmla="*/ 623574 h 707168"/>
                <a:gd name="connsiteX136" fmla="*/ 92281 w 626160"/>
                <a:gd name="connsiteY136" fmla="*/ 611147 h 707168"/>
                <a:gd name="connsiteX137" fmla="*/ 92271 w 626160"/>
                <a:gd name="connsiteY137" fmla="*/ 610877 h 707168"/>
                <a:gd name="connsiteX138" fmla="*/ 92490 w 626160"/>
                <a:gd name="connsiteY138" fmla="*/ 591057 h 707168"/>
                <a:gd name="connsiteX139" fmla="*/ 112994 w 626160"/>
                <a:gd name="connsiteY139" fmla="*/ 543253 h 707168"/>
                <a:gd name="connsiteX140" fmla="*/ 130668 w 626160"/>
                <a:gd name="connsiteY140" fmla="*/ 530220 h 707168"/>
                <a:gd name="connsiteX141" fmla="*/ 135367 w 626160"/>
                <a:gd name="connsiteY141" fmla="*/ 527761 h 707168"/>
                <a:gd name="connsiteX142" fmla="*/ 172424 w 626160"/>
                <a:gd name="connsiteY142" fmla="*/ 519071 h 707168"/>
                <a:gd name="connsiteX143" fmla="*/ 274713 w 626160"/>
                <a:gd name="connsiteY143" fmla="*/ 519142 h 707168"/>
                <a:gd name="connsiteX144" fmla="*/ 288288 w 626160"/>
                <a:gd name="connsiteY144" fmla="*/ 518731 h 707168"/>
                <a:gd name="connsiteX145" fmla="*/ 289703 w 626160"/>
                <a:gd name="connsiteY145" fmla="*/ 485440 h 707168"/>
                <a:gd name="connsiteX146" fmla="*/ 289243 w 626160"/>
                <a:gd name="connsiteY146" fmla="*/ 452182 h 707168"/>
                <a:gd name="connsiteX147" fmla="*/ 271800 w 626160"/>
                <a:gd name="connsiteY147" fmla="*/ 448349 h 707168"/>
                <a:gd name="connsiteX148" fmla="*/ 195442 w 626160"/>
                <a:gd name="connsiteY148" fmla="*/ 415768 h 707168"/>
                <a:gd name="connsiteX149" fmla="*/ 188748 w 626160"/>
                <a:gd name="connsiteY149" fmla="*/ 409858 h 707168"/>
                <a:gd name="connsiteX150" fmla="*/ 184880 w 626160"/>
                <a:gd name="connsiteY150" fmla="*/ 406303 h 707168"/>
                <a:gd name="connsiteX151" fmla="*/ 162910 w 626160"/>
                <a:gd name="connsiteY151" fmla="*/ 384342 h 707168"/>
                <a:gd name="connsiteX152" fmla="*/ 135373 w 626160"/>
                <a:gd name="connsiteY152" fmla="*/ 343394 h 707168"/>
                <a:gd name="connsiteX153" fmla="*/ 119233 w 626160"/>
                <a:gd name="connsiteY153" fmla="*/ 293009 h 707168"/>
                <a:gd name="connsiteX154" fmla="*/ 115939 w 626160"/>
                <a:gd name="connsiteY154" fmla="*/ 265393 h 707168"/>
                <a:gd name="connsiteX155" fmla="*/ 108625 w 626160"/>
                <a:gd name="connsiteY155" fmla="*/ 255601 h 707168"/>
                <a:gd name="connsiteX156" fmla="*/ 96000 w 626160"/>
                <a:gd name="connsiteY156" fmla="*/ 251519 h 707168"/>
                <a:gd name="connsiteX157" fmla="*/ 58843 w 626160"/>
                <a:gd name="connsiteY157" fmla="*/ 232368 h 707168"/>
                <a:gd name="connsiteX158" fmla="*/ 44954 w 626160"/>
                <a:gd name="connsiteY158" fmla="*/ 222549 h 707168"/>
                <a:gd name="connsiteX159" fmla="*/ 0 w 626160"/>
                <a:gd name="connsiteY159" fmla="*/ 114697 h 707168"/>
                <a:gd name="connsiteX160" fmla="*/ 7 w 626160"/>
                <a:gd name="connsiteY160" fmla="*/ 65545 h 707168"/>
                <a:gd name="connsiteX161" fmla="*/ 2244 w 626160"/>
                <a:gd name="connsiteY161" fmla="*/ 51277 h 707168"/>
                <a:gd name="connsiteX162" fmla="*/ 18032 w 626160"/>
                <a:gd name="connsiteY162" fmla="*/ 39375 h 707168"/>
                <a:gd name="connsiteX163" fmla="*/ 28643 w 626160"/>
                <a:gd name="connsiteY163" fmla="*/ 39133 h 707168"/>
                <a:gd name="connsiteX164" fmla="*/ 101707 w 626160"/>
                <a:gd name="connsiteY164" fmla="*/ 39101 h 707168"/>
                <a:gd name="connsiteX165" fmla="*/ 115117 w 626160"/>
                <a:gd name="connsiteY165" fmla="*/ 38575 h 707168"/>
                <a:gd name="connsiteX166" fmla="*/ 115824 w 626160"/>
                <a:gd name="connsiteY166" fmla="*/ 27273 h 707168"/>
                <a:gd name="connsiteX167" fmla="*/ 116173 w 626160"/>
                <a:gd name="connsiteY167" fmla="*/ 19336 h 707168"/>
                <a:gd name="connsiteX168" fmla="*/ 134809 w 626160"/>
                <a:gd name="connsiteY168" fmla="*/ 643 h 707168"/>
                <a:gd name="connsiteX169" fmla="*/ 146716 w 626160"/>
                <a:gd name="connsiteY169" fmla="*/ 24 h 707168"/>
                <a:gd name="connsiteX170" fmla="*/ 477496 w 626160"/>
                <a:gd name="connsiteY170" fmla="*/ 21 h 70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626160" h="707168">
                  <a:moveTo>
                    <a:pt x="313118" y="122685"/>
                  </a:moveTo>
                  <a:cubicBezTo>
                    <a:pt x="311112" y="125837"/>
                    <a:pt x="309296" y="128207"/>
                    <a:pt x="307987" y="130830"/>
                  </a:cubicBezTo>
                  <a:cubicBezTo>
                    <a:pt x="302264" y="142291"/>
                    <a:pt x="296340" y="153671"/>
                    <a:pt x="291175" y="165384"/>
                  </a:cubicBezTo>
                  <a:cubicBezTo>
                    <a:pt x="287373" y="174004"/>
                    <a:pt x="281418" y="178411"/>
                    <a:pt x="272105" y="179458"/>
                  </a:cubicBezTo>
                  <a:cubicBezTo>
                    <a:pt x="258507" y="180989"/>
                    <a:pt x="244975" y="183109"/>
                    <a:pt x="231433" y="185099"/>
                  </a:cubicBezTo>
                  <a:cubicBezTo>
                    <a:pt x="229446" y="185390"/>
                    <a:pt x="227557" y="186340"/>
                    <a:pt x="224691" y="187297"/>
                  </a:cubicBezTo>
                  <a:cubicBezTo>
                    <a:pt x="227250" y="190514"/>
                    <a:pt x="228898" y="193094"/>
                    <a:pt x="231031" y="195179"/>
                  </a:cubicBezTo>
                  <a:cubicBezTo>
                    <a:pt x="239874" y="203827"/>
                    <a:pt x="248634" y="212583"/>
                    <a:pt x="257871" y="220796"/>
                  </a:cubicBezTo>
                  <a:cubicBezTo>
                    <a:pt x="265250" y="227357"/>
                    <a:pt x="267746" y="234640"/>
                    <a:pt x="265494" y="244413"/>
                  </a:cubicBezTo>
                  <a:cubicBezTo>
                    <a:pt x="262720" y="256451"/>
                    <a:pt x="260963" y="268730"/>
                    <a:pt x="258976" y="280938"/>
                  </a:cubicBezTo>
                  <a:cubicBezTo>
                    <a:pt x="258465" y="284081"/>
                    <a:pt x="257290" y="287529"/>
                    <a:pt x="259817" y="291496"/>
                  </a:cubicBezTo>
                  <a:cubicBezTo>
                    <a:pt x="274900" y="283604"/>
                    <a:pt x="289333" y="276051"/>
                    <a:pt x="305532" y="267595"/>
                  </a:cubicBezTo>
                  <a:cubicBezTo>
                    <a:pt x="311130" y="264642"/>
                    <a:pt x="316538" y="265381"/>
                    <a:pt x="321923" y="268282"/>
                  </a:cubicBezTo>
                  <a:cubicBezTo>
                    <a:pt x="330090" y="272683"/>
                    <a:pt x="338282" y="277041"/>
                    <a:pt x="346514" y="281319"/>
                  </a:cubicBezTo>
                  <a:cubicBezTo>
                    <a:pt x="353106" y="284745"/>
                    <a:pt x="359580" y="288466"/>
                    <a:pt x="367396" y="291190"/>
                  </a:cubicBezTo>
                  <a:cubicBezTo>
                    <a:pt x="368194" y="286005"/>
                    <a:pt x="367310" y="281777"/>
                    <a:pt x="366546" y="277517"/>
                  </a:cubicBezTo>
                  <a:cubicBezTo>
                    <a:pt x="364443" y="265779"/>
                    <a:pt x="362607" y="253991"/>
                    <a:pt x="360296" y="242295"/>
                  </a:cubicBezTo>
                  <a:cubicBezTo>
                    <a:pt x="358799" y="234721"/>
                    <a:pt x="360066" y="228327"/>
                    <a:pt x="366038" y="223094"/>
                  </a:cubicBezTo>
                  <a:cubicBezTo>
                    <a:pt x="368361" y="221059"/>
                    <a:pt x="370396" y="218699"/>
                    <a:pt x="372630" y="216559"/>
                  </a:cubicBezTo>
                  <a:cubicBezTo>
                    <a:pt x="380603" y="208919"/>
                    <a:pt x="388673" y="201377"/>
                    <a:pt x="396546" y="193636"/>
                  </a:cubicBezTo>
                  <a:cubicBezTo>
                    <a:pt x="398234" y="191976"/>
                    <a:pt x="399253" y="189636"/>
                    <a:pt x="401341" y="186448"/>
                  </a:cubicBezTo>
                  <a:cubicBezTo>
                    <a:pt x="397955" y="185765"/>
                    <a:pt x="395939" y="185255"/>
                    <a:pt x="393893" y="184965"/>
                  </a:cubicBezTo>
                  <a:cubicBezTo>
                    <a:pt x="380343" y="183038"/>
                    <a:pt x="366805" y="180996"/>
                    <a:pt x="353222" y="179325"/>
                  </a:cubicBezTo>
                  <a:cubicBezTo>
                    <a:pt x="345068" y="178322"/>
                    <a:pt x="339129" y="174755"/>
                    <a:pt x="335774" y="167057"/>
                  </a:cubicBezTo>
                  <a:cubicBezTo>
                    <a:pt x="333481" y="161794"/>
                    <a:pt x="330950" y="156630"/>
                    <a:pt x="328390" y="151490"/>
                  </a:cubicBezTo>
                  <a:cubicBezTo>
                    <a:pt x="323690" y="142054"/>
                    <a:pt x="319634" y="132264"/>
                    <a:pt x="313118" y="122685"/>
                  </a:cubicBezTo>
                  <a:close/>
                  <a:moveTo>
                    <a:pt x="572822" y="85439"/>
                  </a:moveTo>
                  <a:cubicBezTo>
                    <a:pt x="555124" y="85430"/>
                    <a:pt x="537426" y="85364"/>
                    <a:pt x="519730" y="85469"/>
                  </a:cubicBezTo>
                  <a:cubicBezTo>
                    <a:pt x="516820" y="85486"/>
                    <a:pt x="513914" y="86256"/>
                    <a:pt x="511248" y="86643"/>
                  </a:cubicBezTo>
                  <a:cubicBezTo>
                    <a:pt x="509434" y="100965"/>
                    <a:pt x="509706" y="196719"/>
                    <a:pt x="511514" y="206665"/>
                  </a:cubicBezTo>
                  <a:cubicBezTo>
                    <a:pt x="517181" y="208077"/>
                    <a:pt x="521869" y="205040"/>
                    <a:pt x="526370" y="202598"/>
                  </a:cubicBezTo>
                  <a:cubicBezTo>
                    <a:pt x="553546" y="187851"/>
                    <a:pt x="570885" y="165531"/>
                    <a:pt x="577525" y="135121"/>
                  </a:cubicBezTo>
                  <a:cubicBezTo>
                    <a:pt x="580776" y="120231"/>
                    <a:pt x="579330" y="105179"/>
                    <a:pt x="579356" y="90175"/>
                  </a:cubicBezTo>
                  <a:cubicBezTo>
                    <a:pt x="579360" y="87618"/>
                    <a:pt x="577723" y="86247"/>
                    <a:pt x="572822" y="85439"/>
                  </a:cubicBezTo>
                  <a:close/>
                  <a:moveTo>
                    <a:pt x="79937" y="85376"/>
                  </a:moveTo>
                  <a:cubicBezTo>
                    <a:pt x="65757" y="85423"/>
                    <a:pt x="51785" y="86008"/>
                    <a:pt x="46321" y="87109"/>
                  </a:cubicBezTo>
                  <a:cubicBezTo>
                    <a:pt x="44530" y="113136"/>
                    <a:pt x="44552" y="138939"/>
                    <a:pt x="59176" y="164465"/>
                  </a:cubicBezTo>
                  <a:cubicBezTo>
                    <a:pt x="61129" y="167416"/>
                    <a:pt x="62914" y="170497"/>
                    <a:pt x="65064" y="173297"/>
                  </a:cubicBezTo>
                  <a:cubicBezTo>
                    <a:pt x="75759" y="187225"/>
                    <a:pt x="88752" y="198320"/>
                    <a:pt x="105181" y="204968"/>
                  </a:cubicBezTo>
                  <a:cubicBezTo>
                    <a:pt x="107922" y="206077"/>
                    <a:pt x="110957" y="206457"/>
                    <a:pt x="115416" y="207559"/>
                  </a:cubicBezTo>
                  <a:cubicBezTo>
                    <a:pt x="116177" y="193462"/>
                    <a:pt x="115752" y="180331"/>
                    <a:pt x="115820" y="167228"/>
                  </a:cubicBezTo>
                  <a:cubicBezTo>
                    <a:pt x="115890" y="153509"/>
                    <a:pt x="116049" y="139785"/>
                    <a:pt x="115774" y="126071"/>
                  </a:cubicBezTo>
                  <a:cubicBezTo>
                    <a:pt x="115511" y="112954"/>
                    <a:pt x="117018" y="99745"/>
                    <a:pt x="114801" y="86870"/>
                  </a:cubicBezTo>
                  <a:cubicBezTo>
                    <a:pt x="108506" y="85819"/>
                    <a:pt x="94118" y="85329"/>
                    <a:pt x="79937" y="85376"/>
                  </a:cubicBezTo>
                  <a:close/>
                  <a:moveTo>
                    <a:pt x="313275" y="75693"/>
                  </a:moveTo>
                  <a:cubicBezTo>
                    <a:pt x="318205" y="75773"/>
                    <a:pt x="323114" y="78361"/>
                    <a:pt x="325587" y="83486"/>
                  </a:cubicBezTo>
                  <a:cubicBezTo>
                    <a:pt x="328279" y="89064"/>
                    <a:pt x="331146" y="94560"/>
                    <a:pt x="334417" y="100957"/>
                  </a:cubicBezTo>
                  <a:cubicBezTo>
                    <a:pt x="343057" y="118486"/>
                    <a:pt x="351216" y="135150"/>
                    <a:pt x="359505" y="152081"/>
                  </a:cubicBezTo>
                  <a:cubicBezTo>
                    <a:pt x="373974" y="154208"/>
                    <a:pt x="387920" y="156260"/>
                    <a:pt x="401867" y="158309"/>
                  </a:cubicBezTo>
                  <a:cubicBezTo>
                    <a:pt x="411496" y="159724"/>
                    <a:pt x="421131" y="161105"/>
                    <a:pt x="430753" y="162568"/>
                  </a:cubicBezTo>
                  <a:cubicBezTo>
                    <a:pt x="433370" y="162966"/>
                    <a:pt x="436064" y="163298"/>
                    <a:pt x="438528" y="164195"/>
                  </a:cubicBezTo>
                  <a:cubicBezTo>
                    <a:pt x="445695" y="166804"/>
                    <a:pt x="449350" y="174562"/>
                    <a:pt x="446197" y="181483"/>
                  </a:cubicBezTo>
                  <a:cubicBezTo>
                    <a:pt x="444613" y="184959"/>
                    <a:pt x="441854" y="188082"/>
                    <a:pt x="439079" y="190807"/>
                  </a:cubicBezTo>
                  <a:cubicBezTo>
                    <a:pt x="424237" y="205374"/>
                    <a:pt x="409215" y="219756"/>
                    <a:pt x="394279" y="234227"/>
                  </a:cubicBezTo>
                  <a:cubicBezTo>
                    <a:pt x="392394" y="236053"/>
                    <a:pt x="390647" y="238019"/>
                    <a:pt x="388482" y="240291"/>
                  </a:cubicBezTo>
                  <a:cubicBezTo>
                    <a:pt x="389011" y="244246"/>
                    <a:pt x="389423" y="248158"/>
                    <a:pt x="390072" y="252030"/>
                  </a:cubicBezTo>
                  <a:cubicBezTo>
                    <a:pt x="393287" y="271221"/>
                    <a:pt x="396562" y="290403"/>
                    <a:pt x="399826" y="309586"/>
                  </a:cubicBezTo>
                  <a:cubicBezTo>
                    <a:pt x="400122" y="311329"/>
                    <a:pt x="400637" y="313047"/>
                    <a:pt x="400798" y="314799"/>
                  </a:cubicBezTo>
                  <a:cubicBezTo>
                    <a:pt x="402083" y="328713"/>
                    <a:pt x="392596" y="335734"/>
                    <a:pt x="379652" y="329993"/>
                  </a:cubicBezTo>
                  <a:cubicBezTo>
                    <a:pt x="371582" y="326414"/>
                    <a:pt x="363967" y="321809"/>
                    <a:pt x="356133" y="317694"/>
                  </a:cubicBezTo>
                  <a:cubicBezTo>
                    <a:pt x="342050" y="310297"/>
                    <a:pt x="327956" y="302924"/>
                    <a:pt x="313623" y="295413"/>
                  </a:cubicBezTo>
                  <a:cubicBezTo>
                    <a:pt x="310657" y="296767"/>
                    <a:pt x="307827" y="297903"/>
                    <a:pt x="305139" y="299310"/>
                  </a:cubicBezTo>
                  <a:cubicBezTo>
                    <a:pt x="286718" y="308955"/>
                    <a:pt x="268357" y="318716"/>
                    <a:pt x="249895" y="328281"/>
                  </a:cubicBezTo>
                  <a:cubicBezTo>
                    <a:pt x="246803" y="329883"/>
                    <a:pt x="243395" y="331266"/>
                    <a:pt x="239986" y="331789"/>
                  </a:cubicBezTo>
                  <a:cubicBezTo>
                    <a:pt x="232080" y="333003"/>
                    <a:pt x="226030" y="328138"/>
                    <a:pt x="225309" y="320139"/>
                  </a:cubicBezTo>
                  <a:cubicBezTo>
                    <a:pt x="225036" y="317119"/>
                    <a:pt x="225575" y="313976"/>
                    <a:pt x="226080" y="310944"/>
                  </a:cubicBezTo>
                  <a:cubicBezTo>
                    <a:pt x="229348" y="291310"/>
                    <a:pt x="232730" y="271696"/>
                    <a:pt x="236024" y="252066"/>
                  </a:cubicBezTo>
                  <a:cubicBezTo>
                    <a:pt x="236675" y="248190"/>
                    <a:pt x="237106" y="244276"/>
                    <a:pt x="237701" y="239919"/>
                  </a:cubicBezTo>
                  <a:cubicBezTo>
                    <a:pt x="231360" y="234006"/>
                    <a:pt x="225162" y="228393"/>
                    <a:pt x="219152" y="222586"/>
                  </a:cubicBezTo>
                  <a:cubicBezTo>
                    <a:pt x="207693" y="211516"/>
                    <a:pt x="196302" y="200374"/>
                    <a:pt x="184988" y="189157"/>
                  </a:cubicBezTo>
                  <a:cubicBezTo>
                    <a:pt x="183141" y="187325"/>
                    <a:pt x="181470" y="185126"/>
                    <a:pt x="180343" y="182795"/>
                  </a:cubicBezTo>
                  <a:cubicBezTo>
                    <a:pt x="176481" y="174812"/>
                    <a:pt x="180231" y="166226"/>
                    <a:pt x="188792" y="163845"/>
                  </a:cubicBezTo>
                  <a:cubicBezTo>
                    <a:pt x="193456" y="162548"/>
                    <a:pt x="198351" y="162037"/>
                    <a:pt x="203166" y="161334"/>
                  </a:cubicBezTo>
                  <a:cubicBezTo>
                    <a:pt x="223721" y="158331"/>
                    <a:pt x="244284" y="155389"/>
                    <a:pt x="265628" y="152311"/>
                  </a:cubicBezTo>
                  <a:cubicBezTo>
                    <a:pt x="267467" y="149179"/>
                    <a:pt x="269652" y="145920"/>
                    <a:pt x="271380" y="142435"/>
                  </a:cubicBezTo>
                  <a:cubicBezTo>
                    <a:pt x="279831" y="125386"/>
                    <a:pt x="288151" y="108271"/>
                    <a:pt x="296543" y="91192"/>
                  </a:cubicBezTo>
                  <a:cubicBezTo>
                    <a:pt x="297909" y="88413"/>
                    <a:pt x="299397" y="85694"/>
                    <a:pt x="300831" y="82947"/>
                  </a:cubicBezTo>
                  <a:cubicBezTo>
                    <a:pt x="303393" y="78041"/>
                    <a:pt x="308345" y="75613"/>
                    <a:pt x="313275" y="75693"/>
                  </a:cubicBezTo>
                  <a:close/>
                  <a:moveTo>
                    <a:pt x="455324" y="46798"/>
                  </a:moveTo>
                  <a:cubicBezTo>
                    <a:pt x="452849" y="46758"/>
                    <a:pt x="450433" y="46966"/>
                    <a:pt x="448055" y="46963"/>
                  </a:cubicBezTo>
                  <a:cubicBezTo>
                    <a:pt x="390932" y="46892"/>
                    <a:pt x="333809" y="46918"/>
                    <a:pt x="276686" y="46918"/>
                  </a:cubicBezTo>
                  <a:cubicBezTo>
                    <a:pt x="242589" y="46918"/>
                    <a:pt x="208492" y="46876"/>
                    <a:pt x="174396" y="46976"/>
                  </a:cubicBezTo>
                  <a:cubicBezTo>
                    <a:pt x="170561" y="46987"/>
                    <a:pt x="166389" y="45787"/>
                    <a:pt x="162132" y="49558"/>
                  </a:cubicBezTo>
                  <a:cubicBezTo>
                    <a:pt x="162132" y="53684"/>
                    <a:pt x="162131" y="58517"/>
                    <a:pt x="162131" y="63351"/>
                  </a:cubicBezTo>
                  <a:cubicBezTo>
                    <a:pt x="162131" y="126231"/>
                    <a:pt x="162258" y="189111"/>
                    <a:pt x="162048" y="251990"/>
                  </a:cubicBezTo>
                  <a:cubicBezTo>
                    <a:pt x="161992" y="268964"/>
                    <a:pt x="163967" y="285523"/>
                    <a:pt x="169578" y="303768"/>
                  </a:cubicBezTo>
                  <a:cubicBezTo>
                    <a:pt x="177456" y="327811"/>
                    <a:pt x="190530" y="348601"/>
                    <a:pt x="209159" y="365706"/>
                  </a:cubicBezTo>
                  <a:cubicBezTo>
                    <a:pt x="248263" y="401611"/>
                    <a:pt x="294381" y="413010"/>
                    <a:pt x="345778" y="402667"/>
                  </a:cubicBezTo>
                  <a:cubicBezTo>
                    <a:pt x="380372" y="395706"/>
                    <a:pt x="408856" y="377674"/>
                    <a:pt x="430913" y="349966"/>
                  </a:cubicBezTo>
                  <a:cubicBezTo>
                    <a:pt x="453276" y="321874"/>
                    <a:pt x="463653" y="289535"/>
                    <a:pt x="463735" y="253866"/>
                  </a:cubicBezTo>
                  <a:cubicBezTo>
                    <a:pt x="463888" y="188330"/>
                    <a:pt x="463791" y="122793"/>
                    <a:pt x="463745" y="57257"/>
                  </a:cubicBezTo>
                  <a:cubicBezTo>
                    <a:pt x="463743" y="54271"/>
                    <a:pt x="463234" y="51287"/>
                    <a:pt x="462945" y="48123"/>
                  </a:cubicBezTo>
                  <a:cubicBezTo>
                    <a:pt x="460332" y="47127"/>
                    <a:pt x="457799" y="46839"/>
                    <a:pt x="455324" y="46798"/>
                  </a:cubicBezTo>
                  <a:close/>
                  <a:moveTo>
                    <a:pt x="477496" y="21"/>
                  </a:moveTo>
                  <a:cubicBezTo>
                    <a:pt x="481469" y="22"/>
                    <a:pt x="485508" y="-46"/>
                    <a:pt x="489403" y="600"/>
                  </a:cubicBezTo>
                  <a:cubicBezTo>
                    <a:pt x="501613" y="2621"/>
                    <a:pt x="509068" y="10812"/>
                    <a:pt x="510006" y="23088"/>
                  </a:cubicBezTo>
                  <a:cubicBezTo>
                    <a:pt x="510372" y="27880"/>
                    <a:pt x="510229" y="32711"/>
                    <a:pt x="510331" y="38218"/>
                  </a:cubicBezTo>
                  <a:cubicBezTo>
                    <a:pt x="514468" y="38559"/>
                    <a:pt x="517895" y="39077"/>
                    <a:pt x="521323" y="39086"/>
                  </a:cubicBezTo>
                  <a:cubicBezTo>
                    <a:pt x="547449" y="39155"/>
                    <a:pt x="573575" y="39031"/>
                    <a:pt x="599700" y="39219"/>
                  </a:cubicBezTo>
                  <a:cubicBezTo>
                    <a:pt x="604022" y="39250"/>
                    <a:pt x="608632" y="39770"/>
                    <a:pt x="612584" y="41364"/>
                  </a:cubicBezTo>
                  <a:cubicBezTo>
                    <a:pt x="619037" y="43965"/>
                    <a:pt x="623135" y="49315"/>
                    <a:pt x="624946" y="56070"/>
                  </a:cubicBezTo>
                  <a:cubicBezTo>
                    <a:pt x="625741" y="59030"/>
                    <a:pt x="626195" y="62188"/>
                    <a:pt x="626159" y="65249"/>
                  </a:cubicBezTo>
                  <a:cubicBezTo>
                    <a:pt x="625900" y="87371"/>
                    <a:pt x="626664" y="109592"/>
                    <a:pt x="624803" y="131586"/>
                  </a:cubicBezTo>
                  <a:cubicBezTo>
                    <a:pt x="622441" y="159520"/>
                    <a:pt x="611866" y="184773"/>
                    <a:pt x="593608" y="206376"/>
                  </a:cubicBezTo>
                  <a:cubicBezTo>
                    <a:pt x="573080" y="230663"/>
                    <a:pt x="548022" y="247991"/>
                    <a:pt x="516689" y="255417"/>
                  </a:cubicBezTo>
                  <a:cubicBezTo>
                    <a:pt x="514989" y="255820"/>
                    <a:pt x="513356" y="256504"/>
                    <a:pt x="510897" y="257322"/>
                  </a:cubicBezTo>
                  <a:cubicBezTo>
                    <a:pt x="510171" y="263572"/>
                    <a:pt x="509353" y="270064"/>
                    <a:pt x="508672" y="276572"/>
                  </a:cubicBezTo>
                  <a:cubicBezTo>
                    <a:pt x="503992" y="321267"/>
                    <a:pt x="486110" y="359895"/>
                    <a:pt x="455002" y="392258"/>
                  </a:cubicBezTo>
                  <a:cubicBezTo>
                    <a:pt x="423915" y="424601"/>
                    <a:pt x="386015" y="443971"/>
                    <a:pt x="341633" y="450632"/>
                  </a:cubicBezTo>
                  <a:cubicBezTo>
                    <a:pt x="340328" y="450827"/>
                    <a:pt x="339046" y="451222"/>
                    <a:pt x="337785" y="451621"/>
                  </a:cubicBezTo>
                  <a:cubicBezTo>
                    <a:pt x="337415" y="451737"/>
                    <a:pt x="337152" y="452189"/>
                    <a:pt x="336840" y="452487"/>
                  </a:cubicBezTo>
                  <a:cubicBezTo>
                    <a:pt x="335133" y="462342"/>
                    <a:pt x="334850" y="503713"/>
                    <a:pt x="336419" y="517267"/>
                  </a:cubicBezTo>
                  <a:cubicBezTo>
                    <a:pt x="340670" y="520523"/>
                    <a:pt x="345728" y="519072"/>
                    <a:pt x="350427" y="519087"/>
                  </a:cubicBezTo>
                  <a:cubicBezTo>
                    <a:pt x="389394" y="519216"/>
                    <a:pt x="428362" y="519264"/>
                    <a:pt x="467329" y="519106"/>
                  </a:cubicBezTo>
                  <a:cubicBezTo>
                    <a:pt x="480034" y="519055"/>
                    <a:pt x="492058" y="521530"/>
                    <a:pt x="502979" y="527921"/>
                  </a:cubicBezTo>
                  <a:cubicBezTo>
                    <a:pt x="529608" y="543508"/>
                    <a:pt x="545648" y="565894"/>
                    <a:pt x="545851" y="597699"/>
                  </a:cubicBezTo>
                  <a:cubicBezTo>
                    <a:pt x="546058" y="630023"/>
                    <a:pt x="545913" y="662349"/>
                    <a:pt x="545879" y="694674"/>
                  </a:cubicBezTo>
                  <a:lnTo>
                    <a:pt x="545583" y="701486"/>
                  </a:lnTo>
                  <a:lnTo>
                    <a:pt x="545583" y="707168"/>
                  </a:lnTo>
                  <a:lnTo>
                    <a:pt x="178824" y="707168"/>
                  </a:lnTo>
                  <a:lnTo>
                    <a:pt x="178824" y="663874"/>
                  </a:lnTo>
                  <a:lnTo>
                    <a:pt x="504366" y="663874"/>
                  </a:lnTo>
                  <a:lnTo>
                    <a:pt x="505138" y="656158"/>
                  </a:lnTo>
                  <a:cubicBezTo>
                    <a:pt x="505205" y="638453"/>
                    <a:pt x="505348" y="620744"/>
                    <a:pt x="505067" y="603043"/>
                  </a:cubicBezTo>
                  <a:cubicBezTo>
                    <a:pt x="504984" y="597809"/>
                    <a:pt x="504177" y="592424"/>
                    <a:pt x="502649" y="587430"/>
                  </a:cubicBezTo>
                  <a:cubicBezTo>
                    <a:pt x="501547" y="583831"/>
                    <a:pt x="498976" y="580545"/>
                    <a:pt x="496553" y="577527"/>
                  </a:cubicBezTo>
                  <a:cubicBezTo>
                    <a:pt x="494363" y="574800"/>
                    <a:pt x="491005" y="572965"/>
                    <a:pt x="489000" y="570141"/>
                  </a:cubicBezTo>
                  <a:cubicBezTo>
                    <a:pt x="483514" y="562412"/>
                    <a:pt x="475277" y="561097"/>
                    <a:pt x="466934" y="559975"/>
                  </a:cubicBezTo>
                  <a:cubicBezTo>
                    <a:pt x="463889" y="559565"/>
                    <a:pt x="460746" y="559871"/>
                    <a:pt x="457647" y="559871"/>
                  </a:cubicBezTo>
                  <a:cubicBezTo>
                    <a:pt x="365579" y="559869"/>
                    <a:pt x="273511" y="559869"/>
                    <a:pt x="181443" y="559872"/>
                  </a:cubicBezTo>
                  <a:cubicBezTo>
                    <a:pt x="178344" y="559872"/>
                    <a:pt x="175235" y="559733"/>
                    <a:pt x="172150" y="559940"/>
                  </a:cubicBezTo>
                  <a:cubicBezTo>
                    <a:pt x="148477" y="561527"/>
                    <a:pt x="134180" y="578984"/>
                    <a:pt x="133440" y="599427"/>
                  </a:cubicBezTo>
                  <a:lnTo>
                    <a:pt x="133181" y="608534"/>
                  </a:lnTo>
                  <a:lnTo>
                    <a:pt x="133347" y="608534"/>
                  </a:lnTo>
                  <a:lnTo>
                    <a:pt x="133194" y="623574"/>
                  </a:lnTo>
                  <a:lnTo>
                    <a:pt x="92151" y="623574"/>
                  </a:lnTo>
                  <a:lnTo>
                    <a:pt x="92281" y="611147"/>
                  </a:lnTo>
                  <a:lnTo>
                    <a:pt x="92271" y="610877"/>
                  </a:lnTo>
                  <a:cubicBezTo>
                    <a:pt x="92046" y="604247"/>
                    <a:pt x="91980" y="597630"/>
                    <a:pt x="92490" y="591057"/>
                  </a:cubicBezTo>
                  <a:cubicBezTo>
                    <a:pt x="93884" y="573087"/>
                    <a:pt x="101969" y="557287"/>
                    <a:pt x="112994" y="543253"/>
                  </a:cubicBezTo>
                  <a:cubicBezTo>
                    <a:pt x="117530" y="537480"/>
                    <a:pt x="123415" y="532747"/>
                    <a:pt x="130668" y="530220"/>
                  </a:cubicBezTo>
                  <a:cubicBezTo>
                    <a:pt x="132319" y="529645"/>
                    <a:pt x="133795" y="528574"/>
                    <a:pt x="135367" y="527761"/>
                  </a:cubicBezTo>
                  <a:cubicBezTo>
                    <a:pt x="146989" y="521753"/>
                    <a:pt x="159250" y="518968"/>
                    <a:pt x="172424" y="519071"/>
                  </a:cubicBezTo>
                  <a:cubicBezTo>
                    <a:pt x="206518" y="519340"/>
                    <a:pt x="240616" y="519175"/>
                    <a:pt x="274713" y="519142"/>
                  </a:cubicBezTo>
                  <a:cubicBezTo>
                    <a:pt x="279067" y="519138"/>
                    <a:pt x="283421" y="518885"/>
                    <a:pt x="288288" y="518731"/>
                  </a:cubicBezTo>
                  <a:cubicBezTo>
                    <a:pt x="291211" y="507343"/>
                    <a:pt x="289479" y="496313"/>
                    <a:pt x="289703" y="485440"/>
                  </a:cubicBezTo>
                  <a:cubicBezTo>
                    <a:pt x="289929" y="474487"/>
                    <a:pt x="290283" y="463477"/>
                    <a:pt x="289243" y="452182"/>
                  </a:cubicBezTo>
                  <a:cubicBezTo>
                    <a:pt x="282893" y="450783"/>
                    <a:pt x="277359" y="449509"/>
                    <a:pt x="271800" y="448349"/>
                  </a:cubicBezTo>
                  <a:cubicBezTo>
                    <a:pt x="244172" y="442583"/>
                    <a:pt x="218599" y="432104"/>
                    <a:pt x="195442" y="415768"/>
                  </a:cubicBezTo>
                  <a:cubicBezTo>
                    <a:pt x="192908" y="413979"/>
                    <a:pt x="190288" y="412795"/>
                    <a:pt x="188748" y="409858"/>
                  </a:cubicBezTo>
                  <a:cubicBezTo>
                    <a:pt x="187978" y="408391"/>
                    <a:pt x="186375" y="407173"/>
                    <a:pt x="184880" y="406303"/>
                  </a:cubicBezTo>
                  <a:cubicBezTo>
                    <a:pt x="175611" y="400906"/>
                    <a:pt x="167886" y="394012"/>
                    <a:pt x="162910" y="384342"/>
                  </a:cubicBezTo>
                  <a:cubicBezTo>
                    <a:pt x="150686" y="372745"/>
                    <a:pt x="142332" y="358374"/>
                    <a:pt x="135373" y="343394"/>
                  </a:cubicBezTo>
                  <a:cubicBezTo>
                    <a:pt x="127928" y="327364"/>
                    <a:pt x="122057" y="310595"/>
                    <a:pt x="119233" y="293009"/>
                  </a:cubicBezTo>
                  <a:cubicBezTo>
                    <a:pt x="117764" y="283860"/>
                    <a:pt x="116607" y="274631"/>
                    <a:pt x="115939" y="265393"/>
                  </a:cubicBezTo>
                  <a:cubicBezTo>
                    <a:pt x="115562" y="260183"/>
                    <a:pt x="113023" y="257267"/>
                    <a:pt x="108625" y="255601"/>
                  </a:cubicBezTo>
                  <a:cubicBezTo>
                    <a:pt x="104494" y="254036"/>
                    <a:pt x="100192" y="252930"/>
                    <a:pt x="96000" y="251519"/>
                  </a:cubicBezTo>
                  <a:cubicBezTo>
                    <a:pt x="81904" y="246776"/>
                    <a:pt x="71740" y="241372"/>
                    <a:pt x="58843" y="232368"/>
                  </a:cubicBezTo>
                  <a:cubicBezTo>
                    <a:pt x="54198" y="229123"/>
                    <a:pt x="49151" y="226697"/>
                    <a:pt x="44954" y="222549"/>
                  </a:cubicBezTo>
                  <a:cubicBezTo>
                    <a:pt x="14870" y="192821"/>
                    <a:pt x="-87" y="156935"/>
                    <a:pt x="0" y="114697"/>
                  </a:cubicBezTo>
                  <a:cubicBezTo>
                    <a:pt x="34" y="98312"/>
                    <a:pt x="6" y="81928"/>
                    <a:pt x="7" y="65545"/>
                  </a:cubicBezTo>
                  <a:cubicBezTo>
                    <a:pt x="8" y="60675"/>
                    <a:pt x="334" y="55997"/>
                    <a:pt x="2244" y="51277"/>
                  </a:cubicBezTo>
                  <a:cubicBezTo>
                    <a:pt x="5225" y="43910"/>
                    <a:pt x="10673" y="40399"/>
                    <a:pt x="18032" y="39375"/>
                  </a:cubicBezTo>
                  <a:cubicBezTo>
                    <a:pt x="21513" y="38890"/>
                    <a:pt x="25103" y="39135"/>
                    <a:pt x="28643" y="39133"/>
                  </a:cubicBezTo>
                  <a:cubicBezTo>
                    <a:pt x="52998" y="39118"/>
                    <a:pt x="77353" y="39151"/>
                    <a:pt x="101707" y="39101"/>
                  </a:cubicBezTo>
                  <a:cubicBezTo>
                    <a:pt x="106027" y="39092"/>
                    <a:pt x="110347" y="38770"/>
                    <a:pt x="115117" y="38575"/>
                  </a:cubicBezTo>
                  <a:cubicBezTo>
                    <a:pt x="115395" y="34188"/>
                    <a:pt x="115645" y="30732"/>
                    <a:pt x="115824" y="27273"/>
                  </a:cubicBezTo>
                  <a:cubicBezTo>
                    <a:pt x="115960" y="24623"/>
                    <a:pt x="115522" y="21842"/>
                    <a:pt x="116173" y="19336"/>
                  </a:cubicBezTo>
                  <a:cubicBezTo>
                    <a:pt x="119512" y="6485"/>
                    <a:pt x="122749" y="2145"/>
                    <a:pt x="134809" y="643"/>
                  </a:cubicBezTo>
                  <a:cubicBezTo>
                    <a:pt x="138743" y="153"/>
                    <a:pt x="142745" y="25"/>
                    <a:pt x="146716" y="24"/>
                  </a:cubicBezTo>
                  <a:cubicBezTo>
                    <a:pt x="256976" y="-8"/>
                    <a:pt x="367236" y="-7"/>
                    <a:pt x="477496" y="21"/>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48" name="Rectangle 47">
              <a:extLst>
                <a:ext uri="{FF2B5EF4-FFF2-40B4-BE49-F238E27FC236}">
                  <a16:creationId xmlns:a16="http://schemas.microsoft.com/office/drawing/2014/main" id="{43AFC23D-563C-FF61-C873-79F420916492}"/>
                </a:ext>
                <a:ext uri="{C183D7F6-B498-43B3-948B-1728B52AA6E4}">
                  <adec:decorative xmlns:adec="http://schemas.microsoft.com/office/drawing/2017/decorative" val="1"/>
                </a:ext>
              </a:extLst>
            </p:cNvPr>
            <p:cNvSpPr/>
            <p:nvPr/>
          </p:nvSpPr>
          <p:spPr>
            <a:xfrm>
              <a:off x="4325741" y="3345165"/>
              <a:ext cx="42194" cy="42194"/>
            </a:xfrm>
            <a:prstGeom prst="rect">
              <a:avLst/>
            </a:prstGeom>
            <a:solidFill>
              <a:schemeClr val="bg1"/>
            </a:solidFill>
            <a:ln w="1155" cap="flat">
              <a:noFill/>
              <a:prstDash val="solid"/>
              <a:miter/>
            </a:ln>
          </p:spPr>
          <p:txBody>
            <a:bodyPr rtlCol="0" anchor="ctr"/>
            <a:lstStyle/>
            <a:p>
              <a:endParaRPr lang="en-US"/>
            </a:p>
          </p:txBody>
        </p:sp>
      </p:grpSp>
      <p:grpSp>
        <p:nvGrpSpPr>
          <p:cNvPr id="945" name="Group 944">
            <a:extLst>
              <a:ext uri="{FF2B5EF4-FFF2-40B4-BE49-F238E27FC236}">
                <a16:creationId xmlns:a16="http://schemas.microsoft.com/office/drawing/2014/main" id="{2CD2E667-2B5A-5BFE-C150-4FBA66BAB4E0}"/>
              </a:ext>
              <a:ext uri="{C183D7F6-B498-43B3-948B-1728B52AA6E4}">
                <adec:decorative xmlns:adec="http://schemas.microsoft.com/office/drawing/2017/decorative" val="1"/>
              </a:ext>
            </a:extLst>
          </p:cNvPr>
          <p:cNvGrpSpPr>
            <a:grpSpLocks noChangeAspect="1"/>
          </p:cNvGrpSpPr>
          <p:nvPr/>
        </p:nvGrpSpPr>
        <p:grpSpPr>
          <a:xfrm>
            <a:off x="639763" y="2930159"/>
            <a:ext cx="410328" cy="457200"/>
            <a:chOff x="639763" y="2930159"/>
            <a:chExt cx="410328" cy="457200"/>
          </a:xfrm>
          <a:solidFill>
            <a:srgbClr val="FF0000"/>
          </a:solidFill>
        </p:grpSpPr>
        <p:sp>
          <p:nvSpPr>
            <p:cNvPr id="50" name="Freeform: Shape 49">
              <a:extLst>
                <a:ext uri="{FF2B5EF4-FFF2-40B4-BE49-F238E27FC236}">
                  <a16:creationId xmlns:a16="http://schemas.microsoft.com/office/drawing/2014/main" id="{65A491D8-D293-6FF7-02CE-FCD3D7D86FCA}"/>
                </a:ext>
                <a:ext uri="{C183D7F6-B498-43B3-948B-1728B52AA6E4}">
                  <adec:decorative xmlns:adec="http://schemas.microsoft.com/office/drawing/2017/decorative" val="1"/>
                </a:ext>
              </a:extLst>
            </p:cNvPr>
            <p:cNvSpPr/>
            <p:nvPr/>
          </p:nvSpPr>
          <p:spPr>
            <a:xfrm>
              <a:off x="639763" y="3071709"/>
              <a:ext cx="410328" cy="315650"/>
            </a:xfrm>
            <a:custGeom>
              <a:avLst/>
              <a:gdLst>
                <a:gd name="connsiteX0" fmla="*/ 345889 w 754924"/>
                <a:gd name="connsiteY0" fmla="*/ 514441 h 580735"/>
                <a:gd name="connsiteX1" fmla="*/ 412183 w 754924"/>
                <a:gd name="connsiteY1" fmla="*/ 514441 h 580735"/>
                <a:gd name="connsiteX2" fmla="*/ 412183 w 754924"/>
                <a:gd name="connsiteY2" fmla="*/ 580735 h 580735"/>
                <a:gd name="connsiteX3" fmla="*/ 345889 w 754924"/>
                <a:gd name="connsiteY3" fmla="*/ 580735 h 580735"/>
                <a:gd name="connsiteX4" fmla="*/ 638688 w 754924"/>
                <a:gd name="connsiteY4" fmla="*/ 0 h 580735"/>
                <a:gd name="connsiteX5" fmla="*/ 754924 w 754924"/>
                <a:gd name="connsiteY5" fmla="*/ 116290 h 580735"/>
                <a:gd name="connsiteX6" fmla="*/ 638688 w 754924"/>
                <a:gd name="connsiteY6" fmla="*/ 232526 h 580735"/>
                <a:gd name="connsiteX7" fmla="*/ 607419 w 754924"/>
                <a:gd name="connsiteY7" fmla="*/ 201257 h 580735"/>
                <a:gd name="connsiteX8" fmla="*/ 671655 w 754924"/>
                <a:gd name="connsiteY8" fmla="*/ 137063 h 580735"/>
                <a:gd name="connsiteX9" fmla="*/ 600458 w 754924"/>
                <a:gd name="connsiteY9" fmla="*/ 137063 h 580735"/>
                <a:gd name="connsiteX10" fmla="*/ 486377 w 754924"/>
                <a:gd name="connsiteY10" fmla="*/ 251144 h 580735"/>
                <a:gd name="connsiteX11" fmla="*/ 486377 w 754924"/>
                <a:gd name="connsiteY11" fmla="*/ 489581 h 580735"/>
                <a:gd name="connsiteX12" fmla="*/ 442181 w 754924"/>
                <a:gd name="connsiteY12" fmla="*/ 489581 h 580735"/>
                <a:gd name="connsiteX13" fmla="*/ 442181 w 754924"/>
                <a:gd name="connsiteY13" fmla="*/ 251144 h 580735"/>
                <a:gd name="connsiteX14" fmla="*/ 600458 w 754924"/>
                <a:gd name="connsiteY14" fmla="*/ 92867 h 580735"/>
                <a:gd name="connsiteX15" fmla="*/ 669018 w 754924"/>
                <a:gd name="connsiteY15" fmla="*/ 92867 h 580735"/>
                <a:gd name="connsiteX16" fmla="*/ 607419 w 754924"/>
                <a:gd name="connsiteY16" fmla="*/ 31268 h 580735"/>
                <a:gd name="connsiteX17" fmla="*/ 116236 w 754924"/>
                <a:gd name="connsiteY17" fmla="*/ 0 h 580735"/>
                <a:gd name="connsiteX18" fmla="*/ 147505 w 754924"/>
                <a:gd name="connsiteY18" fmla="*/ 31268 h 580735"/>
                <a:gd name="connsiteX19" fmla="*/ 85906 w 754924"/>
                <a:gd name="connsiteY19" fmla="*/ 92867 h 580735"/>
                <a:gd name="connsiteX20" fmla="*/ 154465 w 754924"/>
                <a:gd name="connsiteY20" fmla="*/ 92867 h 580735"/>
                <a:gd name="connsiteX21" fmla="*/ 312742 w 754924"/>
                <a:gd name="connsiteY21" fmla="*/ 251144 h 580735"/>
                <a:gd name="connsiteX22" fmla="*/ 312742 w 754924"/>
                <a:gd name="connsiteY22" fmla="*/ 489581 h 580735"/>
                <a:gd name="connsiteX23" fmla="*/ 268546 w 754924"/>
                <a:gd name="connsiteY23" fmla="*/ 489581 h 580735"/>
                <a:gd name="connsiteX24" fmla="*/ 268546 w 754924"/>
                <a:gd name="connsiteY24" fmla="*/ 251144 h 580735"/>
                <a:gd name="connsiteX25" fmla="*/ 154465 w 754924"/>
                <a:gd name="connsiteY25" fmla="*/ 137063 h 580735"/>
                <a:gd name="connsiteX26" fmla="*/ 83268 w 754924"/>
                <a:gd name="connsiteY26" fmla="*/ 137063 h 580735"/>
                <a:gd name="connsiteX27" fmla="*/ 147505 w 754924"/>
                <a:gd name="connsiteY27" fmla="*/ 201257 h 580735"/>
                <a:gd name="connsiteX28" fmla="*/ 116236 w 754924"/>
                <a:gd name="connsiteY28" fmla="*/ 232526 h 580735"/>
                <a:gd name="connsiteX29" fmla="*/ 0 w 754924"/>
                <a:gd name="connsiteY29" fmla="*/ 116290 h 58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54924" h="580735">
                  <a:moveTo>
                    <a:pt x="345889" y="514441"/>
                  </a:moveTo>
                  <a:lnTo>
                    <a:pt x="412183" y="514441"/>
                  </a:lnTo>
                  <a:lnTo>
                    <a:pt x="412183" y="580735"/>
                  </a:lnTo>
                  <a:lnTo>
                    <a:pt x="345889" y="580735"/>
                  </a:lnTo>
                  <a:close/>
                  <a:moveTo>
                    <a:pt x="638688" y="0"/>
                  </a:moveTo>
                  <a:lnTo>
                    <a:pt x="754924" y="116290"/>
                  </a:lnTo>
                  <a:lnTo>
                    <a:pt x="638688" y="232526"/>
                  </a:lnTo>
                  <a:lnTo>
                    <a:pt x="607419" y="201257"/>
                  </a:lnTo>
                  <a:lnTo>
                    <a:pt x="671655" y="137063"/>
                  </a:lnTo>
                  <a:lnTo>
                    <a:pt x="600458" y="137063"/>
                  </a:lnTo>
                  <a:cubicBezTo>
                    <a:pt x="537534" y="137063"/>
                    <a:pt x="486377" y="188220"/>
                    <a:pt x="486377" y="251144"/>
                  </a:cubicBezTo>
                  <a:lnTo>
                    <a:pt x="486377" y="489581"/>
                  </a:lnTo>
                  <a:lnTo>
                    <a:pt x="442181" y="489581"/>
                  </a:lnTo>
                  <a:lnTo>
                    <a:pt x="442181" y="251144"/>
                  </a:lnTo>
                  <a:cubicBezTo>
                    <a:pt x="442181" y="163857"/>
                    <a:pt x="513171" y="92867"/>
                    <a:pt x="600458" y="92867"/>
                  </a:cubicBezTo>
                  <a:lnTo>
                    <a:pt x="669018" y="92867"/>
                  </a:lnTo>
                  <a:lnTo>
                    <a:pt x="607419" y="31268"/>
                  </a:lnTo>
                  <a:close/>
                  <a:moveTo>
                    <a:pt x="116236" y="0"/>
                  </a:moveTo>
                  <a:lnTo>
                    <a:pt x="147505" y="31268"/>
                  </a:lnTo>
                  <a:lnTo>
                    <a:pt x="85906" y="92867"/>
                  </a:lnTo>
                  <a:lnTo>
                    <a:pt x="154465" y="92867"/>
                  </a:lnTo>
                  <a:cubicBezTo>
                    <a:pt x="241752" y="92867"/>
                    <a:pt x="312742" y="163857"/>
                    <a:pt x="312742" y="251144"/>
                  </a:cubicBezTo>
                  <a:lnTo>
                    <a:pt x="312742" y="489581"/>
                  </a:lnTo>
                  <a:lnTo>
                    <a:pt x="268546" y="489581"/>
                  </a:lnTo>
                  <a:lnTo>
                    <a:pt x="268546" y="251144"/>
                  </a:lnTo>
                  <a:cubicBezTo>
                    <a:pt x="268546" y="188220"/>
                    <a:pt x="217389" y="137063"/>
                    <a:pt x="154465" y="137063"/>
                  </a:cubicBezTo>
                  <a:lnTo>
                    <a:pt x="83268" y="137063"/>
                  </a:lnTo>
                  <a:lnTo>
                    <a:pt x="147505" y="201257"/>
                  </a:lnTo>
                  <a:lnTo>
                    <a:pt x="116236" y="232526"/>
                  </a:lnTo>
                  <a:lnTo>
                    <a:pt x="0" y="116290"/>
                  </a:lnTo>
                  <a:close/>
                </a:path>
              </a:pathLst>
            </a:custGeom>
            <a:solidFill>
              <a:schemeClr val="bg1"/>
            </a:solidFill>
            <a:ln w="9525" cap="flat">
              <a:noFill/>
              <a:prstDash val="solid"/>
              <a:miter/>
            </a:ln>
          </p:spPr>
          <p:txBody>
            <a:bodyPr wrap="square" rtlCol="0" anchor="ctr">
              <a:noAutofit/>
            </a:bodyPr>
            <a:lstStyle/>
            <a:p>
              <a:endParaRPr lang="en-US"/>
            </a:p>
          </p:txBody>
        </p:sp>
        <p:sp>
          <p:nvSpPr>
            <p:cNvPr id="51" name="Freeform: Shape 50">
              <a:extLst>
                <a:ext uri="{FF2B5EF4-FFF2-40B4-BE49-F238E27FC236}">
                  <a16:creationId xmlns:a16="http://schemas.microsoft.com/office/drawing/2014/main" id="{A57DF804-BA9F-9768-D107-E24E2445956A}"/>
                </a:ext>
                <a:ext uri="{C183D7F6-B498-43B3-948B-1728B52AA6E4}">
                  <adec:decorative xmlns:adec="http://schemas.microsoft.com/office/drawing/2017/decorative" val="1"/>
                </a:ext>
              </a:extLst>
            </p:cNvPr>
            <p:cNvSpPr/>
            <p:nvPr/>
          </p:nvSpPr>
          <p:spPr>
            <a:xfrm>
              <a:off x="760775" y="2930159"/>
              <a:ext cx="168155" cy="409239"/>
            </a:xfrm>
            <a:custGeom>
              <a:avLst/>
              <a:gdLst>
                <a:gd name="connsiteX0" fmla="*/ 156841 w 309372"/>
                <a:gd name="connsiteY0" fmla="*/ 0 h 752921"/>
                <a:gd name="connsiteX1" fmla="*/ 309372 w 309372"/>
                <a:gd name="connsiteY1" fmla="*/ 156122 h 752921"/>
                <a:gd name="connsiteX2" fmla="*/ 278159 w 309372"/>
                <a:gd name="connsiteY2" fmla="*/ 187336 h 752921"/>
                <a:gd name="connsiteX3" fmla="*/ 178496 w 309372"/>
                <a:gd name="connsiteY3" fmla="*/ 84768 h 752921"/>
                <a:gd name="connsiteX4" fmla="*/ 178496 w 309372"/>
                <a:gd name="connsiteY4" fmla="*/ 752921 h 752921"/>
                <a:gd name="connsiteX5" fmla="*/ 134300 w 309372"/>
                <a:gd name="connsiteY5" fmla="*/ 752921 h 752921"/>
                <a:gd name="connsiteX6" fmla="*/ 134300 w 309372"/>
                <a:gd name="connsiteY6" fmla="*/ 84894 h 752921"/>
                <a:gd name="connsiteX7" fmla="*/ 31269 w 309372"/>
                <a:gd name="connsiteY7" fmla="*/ 187336 h 752921"/>
                <a:gd name="connsiteX8" fmla="*/ 0 w 309372"/>
                <a:gd name="connsiteY8" fmla="*/ 156122 h 752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372" h="752921">
                  <a:moveTo>
                    <a:pt x="156841" y="0"/>
                  </a:moveTo>
                  <a:lnTo>
                    <a:pt x="309372" y="156122"/>
                  </a:lnTo>
                  <a:lnTo>
                    <a:pt x="278159" y="187336"/>
                  </a:lnTo>
                  <a:lnTo>
                    <a:pt x="178496" y="84768"/>
                  </a:lnTo>
                  <a:lnTo>
                    <a:pt x="178496" y="752921"/>
                  </a:lnTo>
                  <a:lnTo>
                    <a:pt x="134300" y="752921"/>
                  </a:lnTo>
                  <a:lnTo>
                    <a:pt x="134300" y="84894"/>
                  </a:lnTo>
                  <a:lnTo>
                    <a:pt x="31269" y="187336"/>
                  </a:lnTo>
                  <a:lnTo>
                    <a:pt x="0" y="156122"/>
                  </a:lnTo>
                  <a:close/>
                </a:path>
              </a:pathLst>
            </a:custGeom>
            <a:solidFill>
              <a:schemeClr val="accent2"/>
            </a:solidFill>
            <a:ln w="9525" cap="flat">
              <a:noFill/>
              <a:prstDash val="solid"/>
              <a:miter/>
            </a:ln>
          </p:spPr>
          <p:txBody>
            <a:bodyPr wrap="square" rtlCol="0" anchor="ctr">
              <a:noAutofit/>
            </a:bodyPr>
            <a:lstStyle/>
            <a:p>
              <a:endParaRPr lang="en-US" dirty="0"/>
            </a:p>
          </p:txBody>
        </p:sp>
      </p:grpSp>
      <p:grpSp>
        <p:nvGrpSpPr>
          <p:cNvPr id="944" name="Group 943">
            <a:extLst>
              <a:ext uri="{FF2B5EF4-FFF2-40B4-BE49-F238E27FC236}">
                <a16:creationId xmlns:a16="http://schemas.microsoft.com/office/drawing/2014/main" id="{5088E405-15FC-A0DF-D911-0FCDDB3435B9}"/>
              </a:ext>
              <a:ext uri="{C183D7F6-B498-43B3-948B-1728B52AA6E4}">
                <adec:decorative xmlns:adec="http://schemas.microsoft.com/office/drawing/2017/decorative" val="1"/>
              </a:ext>
            </a:extLst>
          </p:cNvPr>
          <p:cNvGrpSpPr>
            <a:grpSpLocks noChangeAspect="1"/>
          </p:cNvGrpSpPr>
          <p:nvPr/>
        </p:nvGrpSpPr>
        <p:grpSpPr>
          <a:xfrm>
            <a:off x="3191384" y="2930159"/>
            <a:ext cx="325666" cy="457200"/>
            <a:chOff x="3191384" y="2930159"/>
            <a:chExt cx="325666" cy="457200"/>
          </a:xfrm>
          <a:solidFill>
            <a:srgbClr val="FF0000"/>
          </a:solidFill>
        </p:grpSpPr>
        <p:sp>
          <p:nvSpPr>
            <p:cNvPr id="53" name="Freeform: Shape 52">
              <a:extLst>
                <a:ext uri="{FF2B5EF4-FFF2-40B4-BE49-F238E27FC236}">
                  <a16:creationId xmlns:a16="http://schemas.microsoft.com/office/drawing/2014/main" id="{477BC1F3-36E0-982E-1D2B-A12AA156ADAD}"/>
                </a:ext>
                <a:ext uri="{C183D7F6-B498-43B3-948B-1728B52AA6E4}">
                  <adec:decorative xmlns:adec="http://schemas.microsoft.com/office/drawing/2017/decorative" val="1"/>
                </a:ext>
              </a:extLst>
            </p:cNvPr>
            <p:cNvSpPr/>
            <p:nvPr/>
          </p:nvSpPr>
          <p:spPr>
            <a:xfrm>
              <a:off x="3191384" y="2944346"/>
              <a:ext cx="325666" cy="443013"/>
            </a:xfrm>
            <a:custGeom>
              <a:avLst/>
              <a:gdLst>
                <a:gd name="connsiteX0" fmla="*/ 549556 w 678505"/>
                <a:gd name="connsiteY0" fmla="*/ 609746 h 922989"/>
                <a:gd name="connsiteX1" fmla="*/ 545095 w 678505"/>
                <a:gd name="connsiteY1" fmla="*/ 615875 h 922989"/>
                <a:gd name="connsiteX2" fmla="*/ 495884 w 678505"/>
                <a:gd name="connsiteY2" fmla="*/ 631848 h 922989"/>
                <a:gd name="connsiteX3" fmla="*/ 493938 w 678505"/>
                <a:gd name="connsiteY3" fmla="*/ 631848 h 922989"/>
                <a:gd name="connsiteX4" fmla="*/ 462757 w 678505"/>
                <a:gd name="connsiteY4" fmla="*/ 630959 h 922989"/>
                <a:gd name="connsiteX5" fmla="*/ 435445 w 678505"/>
                <a:gd name="connsiteY5" fmla="*/ 632980 h 922989"/>
                <a:gd name="connsiteX6" fmla="*/ 415628 w 678505"/>
                <a:gd name="connsiteY6" fmla="*/ 644839 h 922989"/>
                <a:gd name="connsiteX7" fmla="*/ 480377 w 678505"/>
                <a:gd name="connsiteY7" fmla="*/ 821829 h 922989"/>
                <a:gd name="connsiteX8" fmla="*/ 518951 w 678505"/>
                <a:gd name="connsiteY8" fmla="*/ 731619 h 922989"/>
                <a:gd name="connsiteX9" fmla="*/ 608105 w 678505"/>
                <a:gd name="connsiteY9" fmla="*/ 769749 h 922989"/>
                <a:gd name="connsiteX10" fmla="*/ 111005 w 678505"/>
                <a:gd name="connsiteY10" fmla="*/ 585085 h 922989"/>
                <a:gd name="connsiteX11" fmla="*/ 126373 w 678505"/>
                <a:gd name="connsiteY11" fmla="*/ 606614 h 922989"/>
                <a:gd name="connsiteX12" fmla="*/ 66678 w 678505"/>
                <a:gd name="connsiteY12" fmla="*/ 769749 h 922989"/>
                <a:gd name="connsiteX13" fmla="*/ 155832 w 678505"/>
                <a:gd name="connsiteY13" fmla="*/ 731619 h 922989"/>
                <a:gd name="connsiteX14" fmla="*/ 194406 w 678505"/>
                <a:gd name="connsiteY14" fmla="*/ 821829 h 922989"/>
                <a:gd name="connsiteX15" fmla="*/ 259823 w 678505"/>
                <a:gd name="connsiteY15" fmla="*/ 643010 h 922989"/>
                <a:gd name="connsiteX16" fmla="*/ 243061 w 678505"/>
                <a:gd name="connsiteY16" fmla="*/ 632980 h 922989"/>
                <a:gd name="connsiteX17" fmla="*/ 215749 w 678505"/>
                <a:gd name="connsiteY17" fmla="*/ 630959 h 922989"/>
                <a:gd name="connsiteX18" fmla="*/ 184567 w 678505"/>
                <a:gd name="connsiteY18" fmla="*/ 631736 h 922989"/>
                <a:gd name="connsiteX19" fmla="*/ 182622 w 678505"/>
                <a:gd name="connsiteY19" fmla="*/ 631736 h 922989"/>
                <a:gd name="connsiteX20" fmla="*/ 133411 w 678505"/>
                <a:gd name="connsiteY20" fmla="*/ 615861 h 922989"/>
                <a:gd name="connsiteX21" fmla="*/ 333584 w 678505"/>
                <a:gd name="connsiteY21" fmla="*/ 123825 h 922989"/>
                <a:gd name="connsiteX22" fmla="*/ 129930 w 678505"/>
                <a:gd name="connsiteY22" fmla="*/ 327479 h 922989"/>
                <a:gd name="connsiteX23" fmla="*/ 333584 w 678505"/>
                <a:gd name="connsiteY23" fmla="*/ 531132 h 922989"/>
                <a:gd name="connsiteX24" fmla="*/ 537237 w 678505"/>
                <a:gd name="connsiteY24" fmla="*/ 327479 h 922989"/>
                <a:gd name="connsiteX25" fmla="*/ 333584 w 678505"/>
                <a:gd name="connsiteY25" fmla="*/ 123825 h 922989"/>
                <a:gd name="connsiteX26" fmla="*/ 333584 w 678505"/>
                <a:gd name="connsiteY26" fmla="*/ 101592 h 922989"/>
                <a:gd name="connsiteX27" fmla="*/ 559470 w 678505"/>
                <a:gd name="connsiteY27" fmla="*/ 327479 h 922989"/>
                <a:gd name="connsiteX28" fmla="*/ 333584 w 678505"/>
                <a:gd name="connsiteY28" fmla="*/ 553365 h 922989"/>
                <a:gd name="connsiteX29" fmla="*/ 107697 w 678505"/>
                <a:gd name="connsiteY29" fmla="*/ 327479 h 922989"/>
                <a:gd name="connsiteX30" fmla="*/ 333584 w 678505"/>
                <a:gd name="connsiteY30" fmla="*/ 101592 h 922989"/>
                <a:gd name="connsiteX31" fmla="*/ 276291 w 678505"/>
                <a:gd name="connsiteY31" fmla="*/ 0 h 922989"/>
                <a:gd name="connsiteX32" fmla="*/ 276291 w 678505"/>
                <a:gd name="connsiteY32" fmla="*/ 53308 h 922989"/>
                <a:gd name="connsiteX33" fmla="*/ 259708 w 678505"/>
                <a:gd name="connsiteY33" fmla="*/ 62540 h 922989"/>
                <a:gd name="connsiteX34" fmla="*/ 230201 w 678505"/>
                <a:gd name="connsiteY34" fmla="*/ 67354 h 922989"/>
                <a:gd name="connsiteX35" fmla="*/ 230201 w 678505"/>
                <a:gd name="connsiteY35" fmla="*/ 67409 h 922989"/>
                <a:gd name="connsiteX36" fmla="*/ 224476 w 678505"/>
                <a:gd name="connsiteY36" fmla="*/ 67243 h 922989"/>
                <a:gd name="connsiteX37" fmla="*/ 220084 w 678505"/>
                <a:gd name="connsiteY37" fmla="*/ 67034 h 922989"/>
                <a:gd name="connsiteX38" fmla="*/ 220084 w 678505"/>
                <a:gd name="connsiteY38" fmla="*/ 67187 h 922989"/>
                <a:gd name="connsiteX39" fmla="*/ 188403 w 678505"/>
                <a:gd name="connsiteY39" fmla="*/ 66742 h 922989"/>
                <a:gd name="connsiteX40" fmla="*/ 187069 w 678505"/>
                <a:gd name="connsiteY40" fmla="*/ 66742 h 922989"/>
                <a:gd name="connsiteX41" fmla="*/ 143103 w 678505"/>
                <a:gd name="connsiteY41" fmla="*/ 99147 h 922989"/>
                <a:gd name="connsiteX42" fmla="*/ 133710 w 678505"/>
                <a:gd name="connsiteY42" fmla="*/ 132551 h 922989"/>
                <a:gd name="connsiteX43" fmla="*/ 98025 w 678505"/>
                <a:gd name="connsiteY43" fmla="*/ 184410 h 922989"/>
                <a:gd name="connsiteX44" fmla="*/ 93301 w 678505"/>
                <a:gd name="connsiteY44" fmla="*/ 187522 h 922989"/>
                <a:gd name="connsiteX45" fmla="*/ 66122 w 678505"/>
                <a:gd name="connsiteY45" fmla="*/ 206031 h 922989"/>
                <a:gd name="connsiteX46" fmla="*/ 48391 w 678505"/>
                <a:gd name="connsiteY46" fmla="*/ 261392 h 922989"/>
                <a:gd name="connsiteX47" fmla="*/ 49224 w 678505"/>
                <a:gd name="connsiteY47" fmla="*/ 264170 h 922989"/>
                <a:gd name="connsiteX48" fmla="*/ 54393 w 678505"/>
                <a:gd name="connsiteY48" fmla="*/ 278733 h 922989"/>
                <a:gd name="connsiteX49" fmla="*/ 54282 w 678505"/>
                <a:gd name="connsiteY49" fmla="*/ 376058 h 922989"/>
                <a:gd name="connsiteX50" fmla="*/ 44611 w 678505"/>
                <a:gd name="connsiteY50" fmla="*/ 412575 h 922989"/>
                <a:gd name="connsiteX51" fmla="*/ 57562 w 678505"/>
                <a:gd name="connsiteY51" fmla="*/ 441367 h 922989"/>
                <a:gd name="connsiteX52" fmla="*/ 86186 w 678505"/>
                <a:gd name="connsiteY52" fmla="*/ 462043 h 922989"/>
                <a:gd name="connsiteX53" fmla="*/ 136377 w 678505"/>
                <a:gd name="connsiteY53" fmla="*/ 531355 h 922989"/>
                <a:gd name="connsiteX54" fmla="*/ 144992 w 678505"/>
                <a:gd name="connsiteY54" fmla="*/ 559313 h 922989"/>
                <a:gd name="connsiteX55" fmla="*/ 184290 w 678505"/>
                <a:gd name="connsiteY55" fmla="*/ 587438 h 922989"/>
                <a:gd name="connsiteX56" fmla="*/ 186290 w 678505"/>
                <a:gd name="connsiteY56" fmla="*/ 587438 h 922989"/>
                <a:gd name="connsiteX57" fmla="*/ 209024 w 678505"/>
                <a:gd name="connsiteY57" fmla="*/ 587048 h 922989"/>
                <a:gd name="connsiteX58" fmla="*/ 297899 w 678505"/>
                <a:gd name="connsiteY58" fmla="*/ 614840 h 922989"/>
                <a:gd name="connsiteX59" fmla="*/ 322633 w 678505"/>
                <a:gd name="connsiteY59" fmla="*/ 632515 h 922989"/>
                <a:gd name="connsiteX60" fmla="*/ 339253 w 678505"/>
                <a:gd name="connsiteY60" fmla="*/ 638073 h 922989"/>
                <a:gd name="connsiteX61" fmla="*/ 355872 w 678505"/>
                <a:gd name="connsiteY61" fmla="*/ 632515 h 922989"/>
                <a:gd name="connsiteX62" fmla="*/ 380606 w 678505"/>
                <a:gd name="connsiteY62" fmla="*/ 614840 h 922989"/>
                <a:gd name="connsiteX63" fmla="*/ 469483 w 678505"/>
                <a:gd name="connsiteY63" fmla="*/ 587048 h 922989"/>
                <a:gd name="connsiteX64" fmla="*/ 492216 w 678505"/>
                <a:gd name="connsiteY64" fmla="*/ 587382 h 922989"/>
                <a:gd name="connsiteX65" fmla="*/ 494217 w 678505"/>
                <a:gd name="connsiteY65" fmla="*/ 587382 h 922989"/>
                <a:gd name="connsiteX66" fmla="*/ 533513 w 678505"/>
                <a:gd name="connsiteY66" fmla="*/ 559313 h 922989"/>
                <a:gd name="connsiteX67" fmla="*/ 542129 w 678505"/>
                <a:gd name="connsiteY67" fmla="*/ 531355 h 922989"/>
                <a:gd name="connsiteX68" fmla="*/ 592319 w 678505"/>
                <a:gd name="connsiteY68" fmla="*/ 462043 h 922989"/>
                <a:gd name="connsiteX69" fmla="*/ 620944 w 678505"/>
                <a:gd name="connsiteY69" fmla="*/ 441367 h 922989"/>
                <a:gd name="connsiteX70" fmla="*/ 633894 w 678505"/>
                <a:gd name="connsiteY70" fmla="*/ 412575 h 922989"/>
                <a:gd name="connsiteX71" fmla="*/ 624224 w 678505"/>
                <a:gd name="connsiteY71" fmla="*/ 376058 h 922989"/>
                <a:gd name="connsiteX72" fmla="*/ 624112 w 678505"/>
                <a:gd name="connsiteY72" fmla="*/ 278733 h 922989"/>
                <a:gd name="connsiteX73" fmla="*/ 629281 w 678505"/>
                <a:gd name="connsiteY73" fmla="*/ 264170 h 922989"/>
                <a:gd name="connsiteX74" fmla="*/ 630171 w 678505"/>
                <a:gd name="connsiteY74" fmla="*/ 261336 h 922989"/>
                <a:gd name="connsiteX75" fmla="*/ 612440 w 678505"/>
                <a:gd name="connsiteY75" fmla="*/ 205976 h 922989"/>
                <a:gd name="connsiteX76" fmla="*/ 585205 w 678505"/>
                <a:gd name="connsiteY76" fmla="*/ 187467 h 922989"/>
                <a:gd name="connsiteX77" fmla="*/ 580536 w 678505"/>
                <a:gd name="connsiteY77" fmla="*/ 184410 h 922989"/>
                <a:gd name="connsiteX78" fmla="*/ 544852 w 678505"/>
                <a:gd name="connsiteY78" fmla="*/ 132551 h 922989"/>
                <a:gd name="connsiteX79" fmla="*/ 535459 w 678505"/>
                <a:gd name="connsiteY79" fmla="*/ 99147 h 922989"/>
                <a:gd name="connsiteX80" fmla="*/ 491493 w 678505"/>
                <a:gd name="connsiteY80" fmla="*/ 66742 h 922989"/>
                <a:gd name="connsiteX81" fmla="*/ 490159 w 678505"/>
                <a:gd name="connsiteY81" fmla="*/ 66742 h 922989"/>
                <a:gd name="connsiteX82" fmla="*/ 457420 w 678505"/>
                <a:gd name="connsiteY82" fmla="*/ 67242 h 922989"/>
                <a:gd name="connsiteX83" fmla="*/ 457420 w 678505"/>
                <a:gd name="connsiteY83" fmla="*/ 67044 h 922989"/>
                <a:gd name="connsiteX84" fmla="*/ 453253 w 678505"/>
                <a:gd name="connsiteY84" fmla="*/ 67243 h 922989"/>
                <a:gd name="connsiteX85" fmla="*/ 447528 w 678505"/>
                <a:gd name="connsiteY85" fmla="*/ 67409 h 922989"/>
                <a:gd name="connsiteX86" fmla="*/ 447528 w 678505"/>
                <a:gd name="connsiteY86" fmla="*/ 67354 h 922989"/>
                <a:gd name="connsiteX87" fmla="*/ 418021 w 678505"/>
                <a:gd name="connsiteY87" fmla="*/ 62540 h 922989"/>
                <a:gd name="connsiteX88" fmla="*/ 402217 w 678505"/>
                <a:gd name="connsiteY88" fmla="*/ 53742 h 922989"/>
                <a:gd name="connsiteX89" fmla="*/ 402217 w 678505"/>
                <a:gd name="connsiteY89" fmla="*/ 564 h 922989"/>
                <a:gd name="connsiteX90" fmla="*/ 420015 w 678505"/>
                <a:gd name="connsiteY90" fmla="*/ 13438 h 922989"/>
                <a:gd name="connsiteX91" fmla="*/ 450808 w 678505"/>
                <a:gd name="connsiteY91" fmla="*/ 22777 h 922989"/>
                <a:gd name="connsiteX92" fmla="*/ 458700 w 678505"/>
                <a:gd name="connsiteY92" fmla="*/ 22443 h 922989"/>
                <a:gd name="connsiteX93" fmla="*/ 458711 w 678505"/>
                <a:gd name="connsiteY93" fmla="*/ 22756 h 922989"/>
                <a:gd name="connsiteX94" fmla="*/ 490270 w 678505"/>
                <a:gd name="connsiteY94" fmla="*/ 22276 h 922989"/>
                <a:gd name="connsiteX95" fmla="*/ 491604 w 678505"/>
                <a:gd name="connsiteY95" fmla="*/ 22276 h 922989"/>
                <a:gd name="connsiteX96" fmla="*/ 577867 w 678505"/>
                <a:gd name="connsiteY96" fmla="*/ 85751 h 922989"/>
                <a:gd name="connsiteX97" fmla="*/ 587872 w 678505"/>
                <a:gd name="connsiteY97" fmla="*/ 121435 h 922989"/>
                <a:gd name="connsiteX98" fmla="*/ 604937 w 678505"/>
                <a:gd name="connsiteY98" fmla="*/ 147226 h 922989"/>
                <a:gd name="connsiteX99" fmla="*/ 609550 w 678505"/>
                <a:gd name="connsiteY99" fmla="*/ 150227 h 922989"/>
                <a:gd name="connsiteX100" fmla="*/ 638731 w 678505"/>
                <a:gd name="connsiteY100" fmla="*/ 170126 h 922989"/>
                <a:gd name="connsiteX101" fmla="*/ 672580 w 678505"/>
                <a:gd name="connsiteY101" fmla="*/ 274564 h 922989"/>
                <a:gd name="connsiteX102" fmla="*/ 671746 w 678505"/>
                <a:gd name="connsiteY102" fmla="*/ 277233 h 922989"/>
                <a:gd name="connsiteX103" fmla="*/ 664243 w 678505"/>
                <a:gd name="connsiteY103" fmla="*/ 297742 h 922989"/>
                <a:gd name="connsiteX104" fmla="*/ 664243 w 678505"/>
                <a:gd name="connsiteY104" fmla="*/ 297797 h 922989"/>
                <a:gd name="connsiteX105" fmla="*/ 664577 w 678505"/>
                <a:gd name="connsiteY105" fmla="*/ 357382 h 922989"/>
                <a:gd name="connsiteX106" fmla="*/ 678250 w 678505"/>
                <a:gd name="connsiteY106" fmla="*/ 410797 h 922989"/>
                <a:gd name="connsiteX107" fmla="*/ 651459 w 678505"/>
                <a:gd name="connsiteY107" fmla="*/ 473549 h 922989"/>
                <a:gd name="connsiteX108" fmla="*/ 613885 w 678505"/>
                <a:gd name="connsiteY108" fmla="*/ 500840 h 922989"/>
                <a:gd name="connsiteX109" fmla="*/ 585538 w 678505"/>
                <a:gd name="connsiteY109" fmla="*/ 540693 h 922989"/>
                <a:gd name="connsiteX110" fmla="*/ 575918 w 678505"/>
                <a:gd name="connsiteY110" fmla="*/ 572261 h 922989"/>
                <a:gd name="connsiteX111" fmla="*/ 672747 w 678505"/>
                <a:gd name="connsiteY111" fmla="*/ 837893 h 922989"/>
                <a:gd name="connsiteX112" fmla="*/ 538571 w 678505"/>
                <a:gd name="connsiteY112" fmla="*/ 780531 h 922989"/>
                <a:gd name="connsiteX113" fmla="*/ 477709 w 678505"/>
                <a:gd name="connsiteY113" fmla="*/ 922989 h 922989"/>
                <a:gd name="connsiteX114" fmla="*/ 383948 w 678505"/>
                <a:gd name="connsiteY114" fmla="*/ 666758 h 922989"/>
                <a:gd name="connsiteX115" fmla="*/ 377716 w 678505"/>
                <a:gd name="connsiteY115" fmla="*/ 671200 h 922989"/>
                <a:gd name="connsiteX116" fmla="*/ 341031 w 678505"/>
                <a:gd name="connsiteY116" fmla="*/ 682539 h 922989"/>
                <a:gd name="connsiteX117" fmla="*/ 340643 w 678505"/>
                <a:gd name="connsiteY117" fmla="*/ 682761 h 922989"/>
                <a:gd name="connsiteX118" fmla="*/ 337807 w 678505"/>
                <a:gd name="connsiteY118" fmla="*/ 682595 h 922989"/>
                <a:gd name="connsiteX119" fmla="*/ 300790 w 678505"/>
                <a:gd name="connsiteY119" fmla="*/ 671200 h 922989"/>
                <a:gd name="connsiteX120" fmla="*/ 291605 w 678505"/>
                <a:gd name="connsiteY120" fmla="*/ 664653 h 922989"/>
                <a:gd name="connsiteX121" fmla="*/ 197074 w 678505"/>
                <a:gd name="connsiteY121" fmla="*/ 922989 h 922989"/>
                <a:gd name="connsiteX122" fmla="*/ 136210 w 678505"/>
                <a:gd name="connsiteY122" fmla="*/ 780531 h 922989"/>
                <a:gd name="connsiteX123" fmla="*/ 2035 w 678505"/>
                <a:gd name="connsiteY123" fmla="*/ 837893 h 922989"/>
                <a:gd name="connsiteX124" fmla="*/ 100900 w 678505"/>
                <a:gd name="connsiteY124" fmla="*/ 566678 h 922989"/>
                <a:gd name="connsiteX125" fmla="*/ 93023 w 678505"/>
                <a:gd name="connsiteY125" fmla="*/ 540693 h 922989"/>
                <a:gd name="connsiteX126" fmla="*/ 64676 w 678505"/>
                <a:gd name="connsiteY126" fmla="*/ 500840 h 922989"/>
                <a:gd name="connsiteX127" fmla="*/ 27046 w 678505"/>
                <a:gd name="connsiteY127" fmla="*/ 473549 h 922989"/>
                <a:gd name="connsiteX128" fmla="*/ 256 w 678505"/>
                <a:gd name="connsiteY128" fmla="*/ 410797 h 922989"/>
                <a:gd name="connsiteX129" fmla="*/ 13930 w 678505"/>
                <a:gd name="connsiteY129" fmla="*/ 357382 h 922989"/>
                <a:gd name="connsiteX130" fmla="*/ 14263 w 678505"/>
                <a:gd name="connsiteY130" fmla="*/ 297742 h 922989"/>
                <a:gd name="connsiteX131" fmla="*/ 6759 w 678505"/>
                <a:gd name="connsiteY131" fmla="*/ 277177 h 922989"/>
                <a:gd name="connsiteX132" fmla="*/ 5925 w 678505"/>
                <a:gd name="connsiteY132" fmla="*/ 274564 h 922989"/>
                <a:gd name="connsiteX133" fmla="*/ 39776 w 678505"/>
                <a:gd name="connsiteY133" fmla="*/ 170126 h 922989"/>
                <a:gd name="connsiteX134" fmla="*/ 68956 w 678505"/>
                <a:gd name="connsiteY134" fmla="*/ 150282 h 922989"/>
                <a:gd name="connsiteX135" fmla="*/ 73625 w 678505"/>
                <a:gd name="connsiteY135" fmla="*/ 147226 h 922989"/>
                <a:gd name="connsiteX136" fmla="*/ 90689 w 678505"/>
                <a:gd name="connsiteY136" fmla="*/ 121435 h 922989"/>
                <a:gd name="connsiteX137" fmla="*/ 100693 w 678505"/>
                <a:gd name="connsiteY137" fmla="*/ 85751 h 922989"/>
                <a:gd name="connsiteX138" fmla="*/ 186957 w 678505"/>
                <a:gd name="connsiteY138" fmla="*/ 22276 h 922989"/>
                <a:gd name="connsiteX139" fmla="*/ 188291 w 678505"/>
                <a:gd name="connsiteY139" fmla="*/ 22276 h 922989"/>
                <a:gd name="connsiteX140" fmla="*/ 219020 w 678505"/>
                <a:gd name="connsiteY140" fmla="*/ 22706 h 922989"/>
                <a:gd name="connsiteX141" fmla="*/ 219029 w 678505"/>
                <a:gd name="connsiteY141" fmla="*/ 22443 h 922989"/>
                <a:gd name="connsiteX142" fmla="*/ 226922 w 678505"/>
                <a:gd name="connsiteY142" fmla="*/ 22777 h 922989"/>
                <a:gd name="connsiteX143" fmla="*/ 257714 w 678505"/>
                <a:gd name="connsiteY143" fmla="*/ 13438 h 92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678505" h="922989">
                  <a:moveTo>
                    <a:pt x="549556" y="609746"/>
                  </a:moveTo>
                  <a:lnTo>
                    <a:pt x="545095" y="615875"/>
                  </a:lnTo>
                  <a:cubicBezTo>
                    <a:pt x="531651" y="625595"/>
                    <a:pt x="515032" y="631070"/>
                    <a:pt x="495884" y="631848"/>
                  </a:cubicBezTo>
                  <a:lnTo>
                    <a:pt x="493938" y="631848"/>
                  </a:lnTo>
                  <a:cubicBezTo>
                    <a:pt x="484434" y="632181"/>
                    <a:pt x="473651" y="632626"/>
                    <a:pt x="462757" y="630959"/>
                  </a:cubicBezTo>
                  <a:cubicBezTo>
                    <a:pt x="453169" y="629486"/>
                    <a:pt x="444164" y="630125"/>
                    <a:pt x="435445" y="632980"/>
                  </a:cubicBezTo>
                  <a:lnTo>
                    <a:pt x="415628" y="644839"/>
                  </a:lnTo>
                  <a:lnTo>
                    <a:pt x="480377" y="821829"/>
                  </a:lnTo>
                  <a:lnTo>
                    <a:pt x="518951" y="731619"/>
                  </a:lnTo>
                  <a:lnTo>
                    <a:pt x="608105" y="769749"/>
                  </a:lnTo>
                  <a:close/>
                  <a:moveTo>
                    <a:pt x="111005" y="585085"/>
                  </a:moveTo>
                  <a:lnTo>
                    <a:pt x="126373" y="606614"/>
                  </a:lnTo>
                  <a:lnTo>
                    <a:pt x="66678" y="769749"/>
                  </a:lnTo>
                  <a:lnTo>
                    <a:pt x="155832" y="731619"/>
                  </a:lnTo>
                  <a:lnTo>
                    <a:pt x="194406" y="821829"/>
                  </a:lnTo>
                  <a:lnTo>
                    <a:pt x="259823" y="643010"/>
                  </a:lnTo>
                  <a:lnTo>
                    <a:pt x="243061" y="632980"/>
                  </a:lnTo>
                  <a:cubicBezTo>
                    <a:pt x="234342" y="630125"/>
                    <a:pt x="225337" y="629486"/>
                    <a:pt x="215749" y="630959"/>
                  </a:cubicBezTo>
                  <a:cubicBezTo>
                    <a:pt x="204855" y="632626"/>
                    <a:pt x="194072" y="632181"/>
                    <a:pt x="184567" y="631736"/>
                  </a:cubicBezTo>
                  <a:lnTo>
                    <a:pt x="182622" y="631736"/>
                  </a:lnTo>
                  <a:cubicBezTo>
                    <a:pt x="163474" y="631014"/>
                    <a:pt x="146855" y="625567"/>
                    <a:pt x="133411" y="615861"/>
                  </a:cubicBezTo>
                  <a:close/>
                  <a:moveTo>
                    <a:pt x="333584" y="123825"/>
                  </a:moveTo>
                  <a:cubicBezTo>
                    <a:pt x="221308" y="123825"/>
                    <a:pt x="129930" y="215203"/>
                    <a:pt x="129930" y="327479"/>
                  </a:cubicBezTo>
                  <a:cubicBezTo>
                    <a:pt x="129930" y="439756"/>
                    <a:pt x="221308" y="531132"/>
                    <a:pt x="333584" y="531132"/>
                  </a:cubicBezTo>
                  <a:cubicBezTo>
                    <a:pt x="445861" y="531132"/>
                    <a:pt x="537237" y="439756"/>
                    <a:pt x="537237" y="327479"/>
                  </a:cubicBezTo>
                  <a:cubicBezTo>
                    <a:pt x="537237" y="215203"/>
                    <a:pt x="445861" y="123825"/>
                    <a:pt x="333584" y="123825"/>
                  </a:cubicBezTo>
                  <a:close/>
                  <a:moveTo>
                    <a:pt x="333584" y="101592"/>
                  </a:moveTo>
                  <a:cubicBezTo>
                    <a:pt x="458144" y="101592"/>
                    <a:pt x="559470" y="202919"/>
                    <a:pt x="559470" y="327479"/>
                  </a:cubicBezTo>
                  <a:cubicBezTo>
                    <a:pt x="559470" y="452039"/>
                    <a:pt x="458144" y="553365"/>
                    <a:pt x="333584" y="553365"/>
                  </a:cubicBezTo>
                  <a:cubicBezTo>
                    <a:pt x="209024" y="553365"/>
                    <a:pt x="107697" y="452039"/>
                    <a:pt x="107697" y="327479"/>
                  </a:cubicBezTo>
                  <a:cubicBezTo>
                    <a:pt x="107697" y="202919"/>
                    <a:pt x="209024" y="101592"/>
                    <a:pt x="333584" y="101592"/>
                  </a:cubicBezTo>
                  <a:close/>
                  <a:moveTo>
                    <a:pt x="276291" y="0"/>
                  </a:moveTo>
                  <a:lnTo>
                    <a:pt x="276291" y="53308"/>
                  </a:lnTo>
                  <a:lnTo>
                    <a:pt x="259708" y="62540"/>
                  </a:lnTo>
                  <a:cubicBezTo>
                    <a:pt x="250475" y="65742"/>
                    <a:pt x="240623" y="67354"/>
                    <a:pt x="230201" y="67354"/>
                  </a:cubicBezTo>
                  <a:lnTo>
                    <a:pt x="230201" y="67409"/>
                  </a:lnTo>
                  <a:cubicBezTo>
                    <a:pt x="228311" y="67409"/>
                    <a:pt x="226421" y="67409"/>
                    <a:pt x="224476" y="67243"/>
                  </a:cubicBezTo>
                  <a:lnTo>
                    <a:pt x="220084" y="67034"/>
                  </a:lnTo>
                  <a:lnTo>
                    <a:pt x="220084" y="67187"/>
                  </a:lnTo>
                  <a:cubicBezTo>
                    <a:pt x="209746" y="66742"/>
                    <a:pt x="199352" y="66742"/>
                    <a:pt x="188403" y="66742"/>
                  </a:cubicBezTo>
                  <a:lnTo>
                    <a:pt x="187069" y="66742"/>
                  </a:lnTo>
                  <a:cubicBezTo>
                    <a:pt x="163112" y="66797"/>
                    <a:pt x="150329" y="76191"/>
                    <a:pt x="143103" y="99147"/>
                  </a:cubicBezTo>
                  <a:cubicBezTo>
                    <a:pt x="139490" y="110596"/>
                    <a:pt x="136322" y="122435"/>
                    <a:pt x="133710" y="132551"/>
                  </a:cubicBezTo>
                  <a:cubicBezTo>
                    <a:pt x="127873" y="155229"/>
                    <a:pt x="115867" y="172682"/>
                    <a:pt x="98025" y="184410"/>
                  </a:cubicBezTo>
                  <a:lnTo>
                    <a:pt x="93301" y="187522"/>
                  </a:lnTo>
                  <a:cubicBezTo>
                    <a:pt x="83797" y="193748"/>
                    <a:pt x="74792" y="199640"/>
                    <a:pt x="66122" y="206031"/>
                  </a:cubicBezTo>
                  <a:cubicBezTo>
                    <a:pt x="44277" y="222040"/>
                    <a:pt x="40164" y="234990"/>
                    <a:pt x="48391" y="261392"/>
                  </a:cubicBezTo>
                  <a:lnTo>
                    <a:pt x="49224" y="264170"/>
                  </a:lnTo>
                  <a:cubicBezTo>
                    <a:pt x="50892" y="269507"/>
                    <a:pt x="52448" y="274564"/>
                    <a:pt x="54393" y="278733"/>
                  </a:cubicBezTo>
                  <a:cubicBezTo>
                    <a:pt x="69456" y="310470"/>
                    <a:pt x="69400" y="343209"/>
                    <a:pt x="54282" y="376058"/>
                  </a:cubicBezTo>
                  <a:cubicBezTo>
                    <a:pt x="48112" y="389342"/>
                    <a:pt x="45056" y="400959"/>
                    <a:pt x="44611" y="412575"/>
                  </a:cubicBezTo>
                  <a:cubicBezTo>
                    <a:pt x="44166" y="423748"/>
                    <a:pt x="48057" y="432363"/>
                    <a:pt x="57562" y="441367"/>
                  </a:cubicBezTo>
                  <a:cubicBezTo>
                    <a:pt x="65621" y="448982"/>
                    <a:pt x="75237" y="455986"/>
                    <a:pt x="86186" y="462043"/>
                  </a:cubicBezTo>
                  <a:cubicBezTo>
                    <a:pt x="112755" y="476773"/>
                    <a:pt x="129652" y="500118"/>
                    <a:pt x="136377" y="531355"/>
                  </a:cubicBezTo>
                  <a:cubicBezTo>
                    <a:pt x="138433" y="540693"/>
                    <a:pt x="141713" y="550309"/>
                    <a:pt x="144992" y="559313"/>
                  </a:cubicBezTo>
                  <a:cubicBezTo>
                    <a:pt x="151773" y="577933"/>
                    <a:pt x="163891" y="586605"/>
                    <a:pt x="184290" y="587438"/>
                  </a:cubicBezTo>
                  <a:lnTo>
                    <a:pt x="186290" y="587438"/>
                  </a:lnTo>
                  <a:cubicBezTo>
                    <a:pt x="194517" y="587772"/>
                    <a:pt x="202298" y="588049"/>
                    <a:pt x="209024" y="587048"/>
                  </a:cubicBezTo>
                  <a:cubicBezTo>
                    <a:pt x="241205" y="582102"/>
                    <a:pt x="271109" y="591440"/>
                    <a:pt x="297899" y="614840"/>
                  </a:cubicBezTo>
                  <a:cubicBezTo>
                    <a:pt x="306070" y="621954"/>
                    <a:pt x="314185" y="627735"/>
                    <a:pt x="322633" y="632515"/>
                  </a:cubicBezTo>
                  <a:cubicBezTo>
                    <a:pt x="328247" y="635683"/>
                    <a:pt x="333695" y="637462"/>
                    <a:pt x="339253" y="638073"/>
                  </a:cubicBezTo>
                  <a:cubicBezTo>
                    <a:pt x="344811" y="637462"/>
                    <a:pt x="350258" y="635683"/>
                    <a:pt x="355872" y="632515"/>
                  </a:cubicBezTo>
                  <a:cubicBezTo>
                    <a:pt x="364376" y="627735"/>
                    <a:pt x="372436" y="621954"/>
                    <a:pt x="380606" y="614840"/>
                  </a:cubicBezTo>
                  <a:cubicBezTo>
                    <a:pt x="407397" y="591440"/>
                    <a:pt x="437300" y="582102"/>
                    <a:pt x="469483" y="587048"/>
                  </a:cubicBezTo>
                  <a:cubicBezTo>
                    <a:pt x="476207" y="588105"/>
                    <a:pt x="483990" y="587772"/>
                    <a:pt x="492216" y="587382"/>
                  </a:cubicBezTo>
                  <a:lnTo>
                    <a:pt x="494217" y="587382"/>
                  </a:lnTo>
                  <a:cubicBezTo>
                    <a:pt x="514671" y="586605"/>
                    <a:pt x="526732" y="577933"/>
                    <a:pt x="533513" y="559313"/>
                  </a:cubicBezTo>
                  <a:cubicBezTo>
                    <a:pt x="536792" y="550309"/>
                    <a:pt x="540127" y="540693"/>
                    <a:pt x="542129" y="531355"/>
                  </a:cubicBezTo>
                  <a:cubicBezTo>
                    <a:pt x="548853" y="500118"/>
                    <a:pt x="565751" y="476829"/>
                    <a:pt x="592319" y="462043"/>
                  </a:cubicBezTo>
                  <a:cubicBezTo>
                    <a:pt x="603213" y="455986"/>
                    <a:pt x="612885" y="449037"/>
                    <a:pt x="620944" y="441367"/>
                  </a:cubicBezTo>
                  <a:cubicBezTo>
                    <a:pt x="630449" y="432363"/>
                    <a:pt x="634339" y="423748"/>
                    <a:pt x="633894" y="412575"/>
                  </a:cubicBezTo>
                  <a:cubicBezTo>
                    <a:pt x="633394" y="400959"/>
                    <a:pt x="630338" y="389342"/>
                    <a:pt x="624224" y="376058"/>
                  </a:cubicBezTo>
                  <a:cubicBezTo>
                    <a:pt x="609050" y="343209"/>
                    <a:pt x="609050" y="310470"/>
                    <a:pt x="624112" y="278733"/>
                  </a:cubicBezTo>
                  <a:cubicBezTo>
                    <a:pt x="626058" y="274564"/>
                    <a:pt x="627614" y="269507"/>
                    <a:pt x="629281" y="264170"/>
                  </a:cubicBezTo>
                  <a:lnTo>
                    <a:pt x="630171" y="261336"/>
                  </a:lnTo>
                  <a:cubicBezTo>
                    <a:pt x="638397" y="234934"/>
                    <a:pt x="634228" y="221983"/>
                    <a:pt x="612440" y="205976"/>
                  </a:cubicBezTo>
                  <a:cubicBezTo>
                    <a:pt x="603770" y="199640"/>
                    <a:pt x="594765" y="193693"/>
                    <a:pt x="585205" y="187467"/>
                  </a:cubicBezTo>
                  <a:lnTo>
                    <a:pt x="580536" y="184410"/>
                  </a:lnTo>
                  <a:cubicBezTo>
                    <a:pt x="562694" y="172682"/>
                    <a:pt x="550688" y="155229"/>
                    <a:pt x="544852" y="132551"/>
                  </a:cubicBezTo>
                  <a:cubicBezTo>
                    <a:pt x="542239" y="122491"/>
                    <a:pt x="539071" y="110653"/>
                    <a:pt x="535459" y="99147"/>
                  </a:cubicBezTo>
                  <a:cubicBezTo>
                    <a:pt x="528233" y="76191"/>
                    <a:pt x="515449" y="66797"/>
                    <a:pt x="491493" y="66742"/>
                  </a:cubicBezTo>
                  <a:lnTo>
                    <a:pt x="490159" y="66742"/>
                  </a:lnTo>
                  <a:cubicBezTo>
                    <a:pt x="478876" y="66687"/>
                    <a:pt x="468093" y="66742"/>
                    <a:pt x="457420" y="67242"/>
                  </a:cubicBezTo>
                  <a:lnTo>
                    <a:pt x="457420" y="67044"/>
                  </a:lnTo>
                  <a:lnTo>
                    <a:pt x="453253" y="67243"/>
                  </a:lnTo>
                  <a:cubicBezTo>
                    <a:pt x="451308" y="67409"/>
                    <a:pt x="449417" y="67409"/>
                    <a:pt x="447528" y="67409"/>
                  </a:cubicBezTo>
                  <a:lnTo>
                    <a:pt x="447528" y="67354"/>
                  </a:lnTo>
                  <a:cubicBezTo>
                    <a:pt x="437106" y="67354"/>
                    <a:pt x="427254" y="65742"/>
                    <a:pt x="418021" y="62540"/>
                  </a:cubicBezTo>
                  <a:lnTo>
                    <a:pt x="402217" y="53742"/>
                  </a:lnTo>
                  <a:lnTo>
                    <a:pt x="402217" y="564"/>
                  </a:lnTo>
                  <a:lnTo>
                    <a:pt x="420015" y="13438"/>
                  </a:lnTo>
                  <a:cubicBezTo>
                    <a:pt x="428963" y="20609"/>
                    <a:pt x="438468" y="23444"/>
                    <a:pt x="450808" y="22777"/>
                  </a:cubicBezTo>
                  <a:cubicBezTo>
                    <a:pt x="453420" y="22666"/>
                    <a:pt x="456088" y="22555"/>
                    <a:pt x="458700" y="22443"/>
                  </a:cubicBezTo>
                  <a:lnTo>
                    <a:pt x="458711" y="22756"/>
                  </a:lnTo>
                  <a:lnTo>
                    <a:pt x="490270" y="22276"/>
                  </a:lnTo>
                  <a:lnTo>
                    <a:pt x="491604" y="22276"/>
                  </a:lnTo>
                  <a:cubicBezTo>
                    <a:pt x="534958" y="22331"/>
                    <a:pt x="564806" y="44287"/>
                    <a:pt x="577867" y="85751"/>
                  </a:cubicBezTo>
                  <a:cubicBezTo>
                    <a:pt x="581814" y="98257"/>
                    <a:pt x="585149" y="110819"/>
                    <a:pt x="587872" y="121435"/>
                  </a:cubicBezTo>
                  <a:cubicBezTo>
                    <a:pt x="590930" y="133386"/>
                    <a:pt x="596377" y="141611"/>
                    <a:pt x="604937" y="147226"/>
                  </a:cubicBezTo>
                  <a:lnTo>
                    <a:pt x="609550" y="150227"/>
                  </a:lnTo>
                  <a:cubicBezTo>
                    <a:pt x="619165" y="156508"/>
                    <a:pt x="629059" y="163067"/>
                    <a:pt x="638731" y="170126"/>
                  </a:cubicBezTo>
                  <a:cubicBezTo>
                    <a:pt x="676082" y="197583"/>
                    <a:pt x="686531" y="229766"/>
                    <a:pt x="672580" y="274564"/>
                  </a:cubicBezTo>
                  <a:lnTo>
                    <a:pt x="671746" y="277233"/>
                  </a:lnTo>
                  <a:cubicBezTo>
                    <a:pt x="669801" y="283514"/>
                    <a:pt x="667578" y="290683"/>
                    <a:pt x="664243" y="297742"/>
                  </a:cubicBezTo>
                  <a:lnTo>
                    <a:pt x="664243" y="297797"/>
                  </a:lnTo>
                  <a:cubicBezTo>
                    <a:pt x="654850" y="317586"/>
                    <a:pt x="654960" y="336539"/>
                    <a:pt x="664577" y="357382"/>
                  </a:cubicBezTo>
                  <a:cubicBezTo>
                    <a:pt x="673080" y="375892"/>
                    <a:pt x="677583" y="393400"/>
                    <a:pt x="678250" y="410797"/>
                  </a:cubicBezTo>
                  <a:cubicBezTo>
                    <a:pt x="679194" y="434697"/>
                    <a:pt x="670190" y="455819"/>
                    <a:pt x="651459" y="473549"/>
                  </a:cubicBezTo>
                  <a:cubicBezTo>
                    <a:pt x="640731" y="483776"/>
                    <a:pt x="628059" y="492948"/>
                    <a:pt x="613885" y="500840"/>
                  </a:cubicBezTo>
                  <a:cubicBezTo>
                    <a:pt x="598378" y="509455"/>
                    <a:pt x="589651" y="521740"/>
                    <a:pt x="585538" y="540693"/>
                  </a:cubicBezTo>
                  <a:lnTo>
                    <a:pt x="575918" y="572261"/>
                  </a:lnTo>
                  <a:lnTo>
                    <a:pt x="672747" y="837893"/>
                  </a:lnTo>
                  <a:lnTo>
                    <a:pt x="538571" y="780531"/>
                  </a:lnTo>
                  <a:lnTo>
                    <a:pt x="477709" y="922989"/>
                  </a:lnTo>
                  <a:lnTo>
                    <a:pt x="383948" y="666758"/>
                  </a:lnTo>
                  <a:lnTo>
                    <a:pt x="377716" y="671200"/>
                  </a:lnTo>
                  <a:cubicBezTo>
                    <a:pt x="365932" y="677870"/>
                    <a:pt x="353593" y="681649"/>
                    <a:pt x="341031" y="682539"/>
                  </a:cubicBezTo>
                  <a:lnTo>
                    <a:pt x="340643" y="682761"/>
                  </a:lnTo>
                  <a:cubicBezTo>
                    <a:pt x="338919" y="682650"/>
                    <a:pt x="337807" y="682595"/>
                    <a:pt x="337807" y="682595"/>
                  </a:cubicBezTo>
                  <a:cubicBezTo>
                    <a:pt x="325135" y="681761"/>
                    <a:pt x="312684" y="677926"/>
                    <a:pt x="300790" y="671200"/>
                  </a:cubicBezTo>
                  <a:lnTo>
                    <a:pt x="291605" y="664653"/>
                  </a:lnTo>
                  <a:lnTo>
                    <a:pt x="197074" y="922989"/>
                  </a:lnTo>
                  <a:lnTo>
                    <a:pt x="136210" y="780531"/>
                  </a:lnTo>
                  <a:lnTo>
                    <a:pt x="2035" y="837893"/>
                  </a:lnTo>
                  <a:lnTo>
                    <a:pt x="100900" y="566678"/>
                  </a:lnTo>
                  <a:lnTo>
                    <a:pt x="93023" y="540693"/>
                  </a:lnTo>
                  <a:cubicBezTo>
                    <a:pt x="88910" y="521740"/>
                    <a:pt x="80184" y="509455"/>
                    <a:pt x="64676" y="500840"/>
                  </a:cubicBezTo>
                  <a:cubicBezTo>
                    <a:pt x="50447" y="492948"/>
                    <a:pt x="37830" y="483776"/>
                    <a:pt x="27046" y="473549"/>
                  </a:cubicBezTo>
                  <a:cubicBezTo>
                    <a:pt x="8316" y="455874"/>
                    <a:pt x="-689" y="434753"/>
                    <a:pt x="256" y="410797"/>
                  </a:cubicBezTo>
                  <a:cubicBezTo>
                    <a:pt x="923" y="393400"/>
                    <a:pt x="5370" y="375892"/>
                    <a:pt x="13930" y="357382"/>
                  </a:cubicBezTo>
                  <a:cubicBezTo>
                    <a:pt x="23545" y="336483"/>
                    <a:pt x="23656" y="317529"/>
                    <a:pt x="14263" y="297742"/>
                  </a:cubicBezTo>
                  <a:cubicBezTo>
                    <a:pt x="10928" y="290683"/>
                    <a:pt x="8705" y="283514"/>
                    <a:pt x="6759" y="277177"/>
                  </a:cubicBezTo>
                  <a:lnTo>
                    <a:pt x="5925" y="274564"/>
                  </a:lnTo>
                  <a:cubicBezTo>
                    <a:pt x="-8026" y="229766"/>
                    <a:pt x="2424" y="197583"/>
                    <a:pt x="39776" y="170126"/>
                  </a:cubicBezTo>
                  <a:cubicBezTo>
                    <a:pt x="49446" y="163067"/>
                    <a:pt x="59340" y="156563"/>
                    <a:pt x="68956" y="150282"/>
                  </a:cubicBezTo>
                  <a:lnTo>
                    <a:pt x="73625" y="147226"/>
                  </a:lnTo>
                  <a:cubicBezTo>
                    <a:pt x="82184" y="141611"/>
                    <a:pt x="87576" y="133386"/>
                    <a:pt x="90689" y="121435"/>
                  </a:cubicBezTo>
                  <a:cubicBezTo>
                    <a:pt x="93412" y="110763"/>
                    <a:pt x="96747" y="98202"/>
                    <a:pt x="100693" y="85751"/>
                  </a:cubicBezTo>
                  <a:cubicBezTo>
                    <a:pt x="113756" y="44342"/>
                    <a:pt x="143603" y="22387"/>
                    <a:pt x="186957" y="22276"/>
                  </a:cubicBezTo>
                  <a:lnTo>
                    <a:pt x="188291" y="22276"/>
                  </a:lnTo>
                  <a:lnTo>
                    <a:pt x="219020" y="22706"/>
                  </a:lnTo>
                  <a:lnTo>
                    <a:pt x="219029" y="22443"/>
                  </a:lnTo>
                  <a:cubicBezTo>
                    <a:pt x="221641" y="22555"/>
                    <a:pt x="224309" y="22666"/>
                    <a:pt x="226922" y="22777"/>
                  </a:cubicBezTo>
                  <a:cubicBezTo>
                    <a:pt x="239261" y="23444"/>
                    <a:pt x="248765" y="20609"/>
                    <a:pt x="257714" y="13438"/>
                  </a:cubicBezTo>
                  <a:close/>
                </a:path>
              </a:pathLst>
            </a:custGeom>
            <a:solidFill>
              <a:schemeClr val="accent2"/>
            </a:solidFill>
            <a:ln w="5507" cap="flat">
              <a:noFill/>
              <a:prstDash val="solid"/>
              <a:miter/>
            </a:ln>
          </p:spPr>
          <p:txBody>
            <a:bodyPr wrap="square" rtlCol="0" anchor="ctr">
              <a:noAutofit/>
            </a:bodyPr>
            <a:lstStyle/>
            <a:p>
              <a:endParaRPr lang="en-US"/>
            </a:p>
          </p:txBody>
        </p:sp>
        <p:sp>
          <p:nvSpPr>
            <p:cNvPr id="54" name="Rectangle 53">
              <a:extLst>
                <a:ext uri="{FF2B5EF4-FFF2-40B4-BE49-F238E27FC236}">
                  <a16:creationId xmlns:a16="http://schemas.microsoft.com/office/drawing/2014/main" id="{1BF33B33-D37B-4885-51A5-B4DB17269FF6}"/>
                </a:ext>
                <a:ext uri="{C183D7F6-B498-43B3-948B-1728B52AA6E4}">
                  <adec:decorative xmlns:adec="http://schemas.microsoft.com/office/drawing/2017/decorative" val="1"/>
                </a:ext>
              </a:extLst>
            </p:cNvPr>
            <p:cNvSpPr/>
            <p:nvPr/>
          </p:nvSpPr>
          <p:spPr>
            <a:xfrm>
              <a:off x="3338284" y="2930159"/>
              <a:ext cx="31867" cy="31887"/>
            </a:xfrm>
            <a:prstGeom prst="rect">
              <a:avLst/>
            </a:prstGeom>
            <a:solidFill>
              <a:schemeClr val="bg1"/>
            </a:solidFill>
            <a:ln w="5507" cap="flat">
              <a:noFill/>
              <a:prstDash val="solid"/>
              <a:miter/>
            </a:ln>
          </p:spPr>
          <p:txBody>
            <a:bodyPr rtlCol="0" anchor="ctr"/>
            <a:lstStyle/>
            <a:p>
              <a:endParaRPr lang="en-US" dirty="0"/>
            </a:p>
          </p:txBody>
        </p:sp>
      </p:grpSp>
      <p:grpSp>
        <p:nvGrpSpPr>
          <p:cNvPr id="943" name="Group 942">
            <a:extLst>
              <a:ext uri="{FF2B5EF4-FFF2-40B4-BE49-F238E27FC236}">
                <a16:creationId xmlns:a16="http://schemas.microsoft.com/office/drawing/2014/main" id="{2264ABBC-10B4-6F60-4A2F-F519E7E7E40A}"/>
              </a:ext>
              <a:ext uri="{C183D7F6-B498-43B3-948B-1728B52AA6E4}">
                <adec:decorative xmlns:adec="http://schemas.microsoft.com/office/drawing/2017/decorative" val="1"/>
              </a:ext>
            </a:extLst>
          </p:cNvPr>
          <p:cNvGrpSpPr>
            <a:grpSpLocks noChangeAspect="1"/>
          </p:cNvGrpSpPr>
          <p:nvPr/>
        </p:nvGrpSpPr>
        <p:grpSpPr>
          <a:xfrm>
            <a:off x="4881821" y="2930159"/>
            <a:ext cx="261376" cy="457200"/>
            <a:chOff x="4881821" y="2930159"/>
            <a:chExt cx="261376" cy="457200"/>
          </a:xfrm>
          <a:solidFill>
            <a:srgbClr val="FF0000"/>
          </a:solidFill>
        </p:grpSpPr>
        <p:sp>
          <p:nvSpPr>
            <p:cNvPr id="56" name="Freeform: Shape 55">
              <a:extLst>
                <a:ext uri="{FF2B5EF4-FFF2-40B4-BE49-F238E27FC236}">
                  <a16:creationId xmlns:a16="http://schemas.microsoft.com/office/drawing/2014/main" id="{6EE7FCAF-DF4B-09FE-1F9C-0A1BAFEFEAFC}"/>
                </a:ext>
                <a:ext uri="{C183D7F6-B498-43B3-948B-1728B52AA6E4}">
                  <adec:decorative xmlns:adec="http://schemas.microsoft.com/office/drawing/2017/decorative" val="1"/>
                </a:ext>
              </a:extLst>
            </p:cNvPr>
            <p:cNvSpPr/>
            <p:nvPr/>
          </p:nvSpPr>
          <p:spPr>
            <a:xfrm>
              <a:off x="4881821" y="2936940"/>
              <a:ext cx="255238" cy="450419"/>
            </a:xfrm>
            <a:custGeom>
              <a:avLst/>
              <a:gdLst>
                <a:gd name="connsiteX0" fmla="*/ 207381 w 409729"/>
                <a:gd name="connsiteY0" fmla="*/ 173117 h 723050"/>
                <a:gd name="connsiteX1" fmla="*/ 206982 w 409729"/>
                <a:gd name="connsiteY1" fmla="*/ 173670 h 723050"/>
                <a:gd name="connsiteX2" fmla="*/ 206576 w 409729"/>
                <a:gd name="connsiteY2" fmla="*/ 174623 h 723050"/>
                <a:gd name="connsiteX3" fmla="*/ 205879 w 409729"/>
                <a:gd name="connsiteY3" fmla="*/ 175934 h 723050"/>
                <a:gd name="connsiteX4" fmla="*/ 181802 w 409729"/>
                <a:gd name="connsiteY4" fmla="*/ 224085 h 723050"/>
                <a:gd name="connsiteX5" fmla="*/ 173375 w 409729"/>
                <a:gd name="connsiteY5" fmla="*/ 229725 h 723050"/>
                <a:gd name="connsiteX6" fmla="*/ 164293 w 409729"/>
                <a:gd name="connsiteY6" fmla="*/ 231123 h 723050"/>
                <a:gd name="connsiteX7" fmla="*/ 157529 w 409729"/>
                <a:gd name="connsiteY7" fmla="*/ 231841 h 723050"/>
                <a:gd name="connsiteX8" fmla="*/ 156379 w 409729"/>
                <a:gd name="connsiteY8" fmla="*/ 232089 h 723050"/>
                <a:gd name="connsiteX9" fmla="*/ 152346 w 409729"/>
                <a:gd name="connsiteY9" fmla="*/ 232888 h 723050"/>
                <a:gd name="connsiteX10" fmla="*/ 148607 w 409729"/>
                <a:gd name="connsiteY10" fmla="*/ 233591 h 723050"/>
                <a:gd name="connsiteX11" fmla="*/ 146548 w 409729"/>
                <a:gd name="connsiteY11" fmla="*/ 233896 h 723050"/>
                <a:gd name="connsiteX12" fmla="*/ 136167 w 409729"/>
                <a:gd name="connsiteY12" fmla="*/ 234853 h 723050"/>
                <a:gd name="connsiteX13" fmla="*/ 135580 w 409729"/>
                <a:gd name="connsiteY13" fmla="*/ 234969 h 723050"/>
                <a:gd name="connsiteX14" fmla="*/ 125746 w 409729"/>
                <a:gd name="connsiteY14" fmla="*/ 236783 h 723050"/>
                <a:gd name="connsiteX15" fmla="*/ 117384 w 409729"/>
                <a:gd name="connsiteY15" fmla="*/ 238043 h 723050"/>
                <a:gd name="connsiteX16" fmla="*/ 117481 w 409729"/>
                <a:gd name="connsiteY16" fmla="*/ 238788 h 723050"/>
                <a:gd name="connsiteX17" fmla="*/ 119130 w 409729"/>
                <a:gd name="connsiteY17" fmla="*/ 240552 h 723050"/>
                <a:gd name="connsiteX18" fmla="*/ 140377 w 409729"/>
                <a:gd name="connsiteY18" fmla="*/ 260985 h 723050"/>
                <a:gd name="connsiteX19" fmla="*/ 157705 w 409729"/>
                <a:gd name="connsiteY19" fmla="*/ 278233 h 723050"/>
                <a:gd name="connsiteX20" fmla="*/ 160750 w 409729"/>
                <a:gd name="connsiteY20" fmla="*/ 284238 h 723050"/>
                <a:gd name="connsiteX21" fmla="*/ 159861 w 409729"/>
                <a:gd name="connsiteY21" fmla="*/ 297012 h 723050"/>
                <a:gd name="connsiteX22" fmla="*/ 159762 w 409729"/>
                <a:gd name="connsiteY22" fmla="*/ 297296 h 723050"/>
                <a:gd name="connsiteX23" fmla="*/ 157960 w 409729"/>
                <a:gd name="connsiteY23" fmla="*/ 306206 h 723050"/>
                <a:gd name="connsiteX24" fmla="*/ 156893 w 409729"/>
                <a:gd name="connsiteY24" fmla="*/ 314740 h 723050"/>
                <a:gd name="connsiteX25" fmla="*/ 156733 w 409729"/>
                <a:gd name="connsiteY25" fmla="*/ 315314 h 723050"/>
                <a:gd name="connsiteX26" fmla="*/ 155035 w 409729"/>
                <a:gd name="connsiteY26" fmla="*/ 323052 h 723050"/>
                <a:gd name="connsiteX27" fmla="*/ 153879 w 409729"/>
                <a:gd name="connsiteY27" fmla="*/ 331863 h 723050"/>
                <a:gd name="connsiteX28" fmla="*/ 153701 w 409729"/>
                <a:gd name="connsiteY28" fmla="*/ 332434 h 723050"/>
                <a:gd name="connsiteX29" fmla="*/ 152894 w 409729"/>
                <a:gd name="connsiteY29" fmla="*/ 336138 h 723050"/>
                <a:gd name="connsiteX30" fmla="*/ 152564 w 409729"/>
                <a:gd name="connsiteY30" fmla="*/ 338484 h 723050"/>
                <a:gd name="connsiteX31" fmla="*/ 152203 w 409729"/>
                <a:gd name="connsiteY31" fmla="*/ 344586 h 723050"/>
                <a:gd name="connsiteX32" fmla="*/ 166569 w 409729"/>
                <a:gd name="connsiteY32" fmla="*/ 337017 h 723050"/>
                <a:gd name="connsiteX33" fmla="*/ 187566 w 409729"/>
                <a:gd name="connsiteY33" fmla="*/ 325908 h 723050"/>
                <a:gd name="connsiteX34" fmla="*/ 197112 w 409729"/>
                <a:gd name="connsiteY34" fmla="*/ 321099 h 723050"/>
                <a:gd name="connsiteX35" fmla="*/ 204102 w 409729"/>
                <a:gd name="connsiteY35" fmla="*/ 317934 h 723050"/>
                <a:gd name="connsiteX36" fmla="*/ 215397 w 409729"/>
                <a:gd name="connsiteY36" fmla="*/ 319571 h 723050"/>
                <a:gd name="connsiteX37" fmla="*/ 222357 w 409729"/>
                <a:gd name="connsiteY37" fmla="*/ 323507 h 723050"/>
                <a:gd name="connsiteX38" fmla="*/ 247913 w 409729"/>
                <a:gd name="connsiteY38" fmla="*/ 336844 h 723050"/>
                <a:gd name="connsiteX39" fmla="*/ 262595 w 409729"/>
                <a:gd name="connsiteY39" fmla="*/ 344661 h 723050"/>
                <a:gd name="connsiteX40" fmla="*/ 263825 w 409729"/>
                <a:gd name="connsiteY40" fmla="*/ 344506 h 723050"/>
                <a:gd name="connsiteX41" fmla="*/ 262575 w 409729"/>
                <a:gd name="connsiteY41" fmla="*/ 336419 h 723050"/>
                <a:gd name="connsiteX42" fmla="*/ 260968 w 409729"/>
                <a:gd name="connsiteY42" fmla="*/ 327729 h 723050"/>
                <a:gd name="connsiteX43" fmla="*/ 259788 w 409729"/>
                <a:gd name="connsiteY43" fmla="*/ 318945 h 723050"/>
                <a:gd name="connsiteX44" fmla="*/ 259647 w 409729"/>
                <a:gd name="connsiteY44" fmla="*/ 318367 h 723050"/>
                <a:gd name="connsiteX45" fmla="*/ 258772 w 409729"/>
                <a:gd name="connsiteY45" fmla="*/ 314065 h 723050"/>
                <a:gd name="connsiteX46" fmla="*/ 258671 w 409729"/>
                <a:gd name="connsiteY46" fmla="*/ 312564 h 723050"/>
                <a:gd name="connsiteX47" fmla="*/ 256807 w 409729"/>
                <a:gd name="connsiteY47" fmla="*/ 302430 h 723050"/>
                <a:gd name="connsiteX48" fmla="*/ 256691 w 409729"/>
                <a:gd name="connsiteY48" fmla="*/ 301537 h 723050"/>
                <a:gd name="connsiteX49" fmla="*/ 254873 w 409729"/>
                <a:gd name="connsiteY49" fmla="*/ 290189 h 723050"/>
                <a:gd name="connsiteX50" fmla="*/ 254845 w 409729"/>
                <a:gd name="connsiteY50" fmla="*/ 285052 h 723050"/>
                <a:gd name="connsiteX51" fmla="*/ 257463 w 409729"/>
                <a:gd name="connsiteY51" fmla="*/ 278637 h 723050"/>
                <a:gd name="connsiteX52" fmla="*/ 291666 w 409729"/>
                <a:gd name="connsiteY52" fmla="*/ 244488 h 723050"/>
                <a:gd name="connsiteX53" fmla="*/ 294040 w 409729"/>
                <a:gd name="connsiteY53" fmla="*/ 242744 h 723050"/>
                <a:gd name="connsiteX54" fmla="*/ 298491 w 409729"/>
                <a:gd name="connsiteY54" fmla="*/ 237947 h 723050"/>
                <a:gd name="connsiteX55" fmla="*/ 288463 w 409729"/>
                <a:gd name="connsiteY55" fmla="*/ 236899 h 723050"/>
                <a:gd name="connsiteX56" fmla="*/ 287868 w 409729"/>
                <a:gd name="connsiteY56" fmla="*/ 236849 h 723050"/>
                <a:gd name="connsiteX57" fmla="*/ 278311 w 409729"/>
                <a:gd name="connsiteY57" fmla="*/ 235022 h 723050"/>
                <a:gd name="connsiteX58" fmla="*/ 268931 w 409729"/>
                <a:gd name="connsiteY58" fmla="*/ 233820 h 723050"/>
                <a:gd name="connsiteX59" fmla="*/ 260702 w 409729"/>
                <a:gd name="connsiteY59" fmla="*/ 232792 h 723050"/>
                <a:gd name="connsiteX60" fmla="*/ 260137 w 409729"/>
                <a:gd name="connsiteY60" fmla="*/ 232605 h 723050"/>
                <a:gd name="connsiteX61" fmla="*/ 256718 w 409729"/>
                <a:gd name="connsiteY61" fmla="*/ 231842 h 723050"/>
                <a:gd name="connsiteX62" fmla="*/ 246987 w 409729"/>
                <a:gd name="connsiteY62" fmla="*/ 230719 h 723050"/>
                <a:gd name="connsiteX63" fmla="*/ 241161 w 409729"/>
                <a:gd name="connsiteY63" fmla="*/ 229838 h 723050"/>
                <a:gd name="connsiteX64" fmla="*/ 240030 w 409729"/>
                <a:gd name="connsiteY64" fmla="*/ 229509 h 723050"/>
                <a:gd name="connsiteX65" fmla="*/ 232486 w 409729"/>
                <a:gd name="connsiteY65" fmla="*/ 222078 h 723050"/>
                <a:gd name="connsiteX66" fmla="*/ 208820 w 409729"/>
                <a:gd name="connsiteY66" fmla="*/ 174721 h 723050"/>
                <a:gd name="connsiteX67" fmla="*/ 207381 w 409729"/>
                <a:gd name="connsiteY67" fmla="*/ 173117 h 723050"/>
                <a:gd name="connsiteX68" fmla="*/ 212342 w 409729"/>
                <a:gd name="connsiteY68" fmla="*/ 127660 h 723050"/>
                <a:gd name="connsiteX69" fmla="*/ 220701 w 409729"/>
                <a:gd name="connsiteY69" fmla="*/ 135347 h 723050"/>
                <a:gd name="connsiteX70" fmla="*/ 231912 w 409729"/>
                <a:gd name="connsiteY70" fmla="*/ 158014 h 723050"/>
                <a:gd name="connsiteX71" fmla="*/ 241792 w 409729"/>
                <a:gd name="connsiteY71" fmla="*/ 178639 h 723050"/>
                <a:gd name="connsiteX72" fmla="*/ 254267 w 409729"/>
                <a:gd name="connsiteY72" fmla="*/ 203693 h 723050"/>
                <a:gd name="connsiteX73" fmla="*/ 263098 w 409729"/>
                <a:gd name="connsiteY73" fmla="*/ 204968 h 723050"/>
                <a:gd name="connsiteX74" fmla="*/ 272644 w 409729"/>
                <a:gd name="connsiteY74" fmla="*/ 206786 h 723050"/>
                <a:gd name="connsiteX75" fmla="*/ 272941 w 409729"/>
                <a:gd name="connsiteY75" fmla="*/ 206827 h 723050"/>
                <a:gd name="connsiteX76" fmla="*/ 283014 w 409729"/>
                <a:gd name="connsiteY76" fmla="*/ 207816 h 723050"/>
                <a:gd name="connsiteX77" fmla="*/ 285885 w 409729"/>
                <a:gd name="connsiteY77" fmla="*/ 208420 h 723050"/>
                <a:gd name="connsiteX78" fmla="*/ 286705 w 409729"/>
                <a:gd name="connsiteY78" fmla="*/ 208742 h 723050"/>
                <a:gd name="connsiteX79" fmla="*/ 296116 w 409729"/>
                <a:gd name="connsiteY79" fmla="*/ 209936 h 723050"/>
                <a:gd name="connsiteX80" fmla="*/ 307492 w 409729"/>
                <a:gd name="connsiteY80" fmla="*/ 211688 h 723050"/>
                <a:gd name="connsiteX81" fmla="*/ 309588 w 409729"/>
                <a:gd name="connsiteY81" fmla="*/ 211828 h 723050"/>
                <a:gd name="connsiteX82" fmla="*/ 314487 w 409729"/>
                <a:gd name="connsiteY82" fmla="*/ 212746 h 723050"/>
                <a:gd name="connsiteX83" fmla="*/ 314778 w 409729"/>
                <a:gd name="connsiteY83" fmla="*/ 212815 h 723050"/>
                <a:gd name="connsiteX84" fmla="*/ 323647 w 409729"/>
                <a:gd name="connsiteY84" fmla="*/ 213814 h 723050"/>
                <a:gd name="connsiteX85" fmla="*/ 327068 w 409729"/>
                <a:gd name="connsiteY85" fmla="*/ 214564 h 723050"/>
                <a:gd name="connsiteX86" fmla="*/ 328540 w 409729"/>
                <a:gd name="connsiteY86" fmla="*/ 214809 h 723050"/>
                <a:gd name="connsiteX87" fmla="*/ 339677 w 409729"/>
                <a:gd name="connsiteY87" fmla="*/ 220235 h 723050"/>
                <a:gd name="connsiteX88" fmla="*/ 341831 w 409729"/>
                <a:gd name="connsiteY88" fmla="*/ 225615 h 723050"/>
                <a:gd name="connsiteX89" fmla="*/ 341831 w 409729"/>
                <a:gd name="connsiteY89" fmla="*/ 231056 h 723050"/>
                <a:gd name="connsiteX90" fmla="*/ 339494 w 409729"/>
                <a:gd name="connsiteY90" fmla="*/ 236663 h 723050"/>
                <a:gd name="connsiteX91" fmla="*/ 300635 w 409729"/>
                <a:gd name="connsiteY91" fmla="*/ 275569 h 723050"/>
                <a:gd name="connsiteX92" fmla="*/ 284407 w 409729"/>
                <a:gd name="connsiteY92" fmla="*/ 290743 h 723050"/>
                <a:gd name="connsiteX93" fmla="*/ 283523 w 409729"/>
                <a:gd name="connsiteY93" fmla="*/ 295120 h 723050"/>
                <a:gd name="connsiteX94" fmla="*/ 283813 w 409729"/>
                <a:gd name="connsiteY94" fmla="*/ 295958 h 723050"/>
                <a:gd name="connsiteX95" fmla="*/ 284798 w 409729"/>
                <a:gd name="connsiteY95" fmla="*/ 304522 h 723050"/>
                <a:gd name="connsiteX96" fmla="*/ 286456 w 409729"/>
                <a:gd name="connsiteY96" fmla="*/ 311964 h 723050"/>
                <a:gd name="connsiteX97" fmla="*/ 286795 w 409729"/>
                <a:gd name="connsiteY97" fmla="*/ 312788 h 723050"/>
                <a:gd name="connsiteX98" fmla="*/ 287779 w 409729"/>
                <a:gd name="connsiteY98" fmla="*/ 321054 h 723050"/>
                <a:gd name="connsiteX99" fmla="*/ 288445 w 409729"/>
                <a:gd name="connsiteY99" fmla="*/ 323901 h 723050"/>
                <a:gd name="connsiteX100" fmla="*/ 288766 w 409729"/>
                <a:gd name="connsiteY100" fmla="*/ 324733 h 723050"/>
                <a:gd name="connsiteX101" fmla="*/ 289957 w 409729"/>
                <a:gd name="connsiteY101" fmla="*/ 333521 h 723050"/>
                <a:gd name="connsiteX102" fmla="*/ 291524 w 409729"/>
                <a:gd name="connsiteY102" fmla="*/ 342235 h 723050"/>
                <a:gd name="connsiteX103" fmla="*/ 292813 w 409729"/>
                <a:gd name="connsiteY103" fmla="*/ 348876 h 723050"/>
                <a:gd name="connsiteX104" fmla="*/ 293576 w 409729"/>
                <a:gd name="connsiteY104" fmla="*/ 353546 h 723050"/>
                <a:gd name="connsiteX105" fmla="*/ 294817 w 409729"/>
                <a:gd name="connsiteY105" fmla="*/ 362324 h 723050"/>
                <a:gd name="connsiteX106" fmla="*/ 294908 w 409729"/>
                <a:gd name="connsiteY106" fmla="*/ 363817 h 723050"/>
                <a:gd name="connsiteX107" fmla="*/ 295847 w 409729"/>
                <a:gd name="connsiteY107" fmla="*/ 373874 h 723050"/>
                <a:gd name="connsiteX108" fmla="*/ 295844 w 409729"/>
                <a:gd name="connsiteY108" fmla="*/ 374176 h 723050"/>
                <a:gd name="connsiteX109" fmla="*/ 285487 w 409729"/>
                <a:gd name="connsiteY109" fmla="*/ 383829 h 723050"/>
                <a:gd name="connsiteX110" fmla="*/ 285185 w 409729"/>
                <a:gd name="connsiteY110" fmla="*/ 383831 h 723050"/>
                <a:gd name="connsiteX111" fmla="*/ 268864 w 409729"/>
                <a:gd name="connsiteY111" fmla="*/ 379301 h 723050"/>
                <a:gd name="connsiteX112" fmla="*/ 246812 w 409729"/>
                <a:gd name="connsiteY112" fmla="*/ 367672 h 723050"/>
                <a:gd name="connsiteX113" fmla="*/ 227868 w 409729"/>
                <a:gd name="connsiteY113" fmla="*/ 357745 h 723050"/>
                <a:gd name="connsiteX114" fmla="*/ 209986 w 409729"/>
                <a:gd name="connsiteY114" fmla="*/ 348347 h 723050"/>
                <a:gd name="connsiteX115" fmla="*/ 204801 w 409729"/>
                <a:gd name="connsiteY115" fmla="*/ 348344 h 723050"/>
                <a:gd name="connsiteX116" fmla="*/ 182992 w 409729"/>
                <a:gd name="connsiteY116" fmla="*/ 359866 h 723050"/>
                <a:gd name="connsiteX117" fmla="*/ 161660 w 409729"/>
                <a:gd name="connsiteY117" fmla="*/ 370993 h 723050"/>
                <a:gd name="connsiteX118" fmla="*/ 142972 w 409729"/>
                <a:gd name="connsiteY118" fmla="*/ 380811 h 723050"/>
                <a:gd name="connsiteX119" fmla="*/ 142408 w 409729"/>
                <a:gd name="connsiteY119" fmla="*/ 381007 h 723050"/>
                <a:gd name="connsiteX120" fmla="*/ 129702 w 409729"/>
                <a:gd name="connsiteY120" fmla="*/ 383653 h 723050"/>
                <a:gd name="connsiteX121" fmla="*/ 121712 w 409729"/>
                <a:gd name="connsiteY121" fmla="*/ 378607 h 723050"/>
                <a:gd name="connsiteX122" fmla="*/ 119089 w 409729"/>
                <a:gd name="connsiteY122" fmla="*/ 372112 h 723050"/>
                <a:gd name="connsiteX123" fmla="*/ 118962 w 409729"/>
                <a:gd name="connsiteY123" fmla="*/ 370030 h 723050"/>
                <a:gd name="connsiteX124" fmla="*/ 120667 w 409729"/>
                <a:gd name="connsiteY124" fmla="*/ 361368 h 723050"/>
                <a:gd name="connsiteX125" fmla="*/ 121906 w 409729"/>
                <a:gd name="connsiteY125" fmla="*/ 354702 h 723050"/>
                <a:gd name="connsiteX126" fmla="*/ 122645 w 409729"/>
                <a:gd name="connsiteY126" fmla="*/ 350026 h 723050"/>
                <a:gd name="connsiteX127" fmla="*/ 123909 w 409729"/>
                <a:gd name="connsiteY127" fmla="*/ 341543 h 723050"/>
                <a:gd name="connsiteX128" fmla="*/ 124647 w 409729"/>
                <a:gd name="connsiteY128" fmla="*/ 338424 h 723050"/>
                <a:gd name="connsiteX129" fmla="*/ 124906 w 409729"/>
                <a:gd name="connsiteY129" fmla="*/ 337566 h 723050"/>
                <a:gd name="connsiteX130" fmla="*/ 125905 w 409729"/>
                <a:gd name="connsiteY130" fmla="*/ 329005 h 723050"/>
                <a:gd name="connsiteX131" fmla="*/ 127580 w 409729"/>
                <a:gd name="connsiteY131" fmla="*/ 321575 h 723050"/>
                <a:gd name="connsiteX132" fmla="*/ 127885 w 409729"/>
                <a:gd name="connsiteY132" fmla="*/ 320735 h 723050"/>
                <a:gd name="connsiteX133" fmla="*/ 128977 w 409729"/>
                <a:gd name="connsiteY133" fmla="*/ 312200 h 723050"/>
                <a:gd name="connsiteX134" fmla="*/ 130631 w 409729"/>
                <a:gd name="connsiteY134" fmla="*/ 303245 h 723050"/>
                <a:gd name="connsiteX135" fmla="*/ 131857 w 409729"/>
                <a:gd name="connsiteY135" fmla="*/ 293532 h 723050"/>
                <a:gd name="connsiteX136" fmla="*/ 130095 w 409729"/>
                <a:gd name="connsiteY136" fmla="*/ 290542 h 723050"/>
                <a:gd name="connsiteX137" fmla="*/ 109393 w 409729"/>
                <a:gd name="connsiteY137" fmla="*/ 269805 h 723050"/>
                <a:gd name="connsiteX138" fmla="*/ 97152 w 409729"/>
                <a:gd name="connsiteY138" fmla="*/ 257704 h 723050"/>
                <a:gd name="connsiteX139" fmla="*/ 76795 w 409729"/>
                <a:gd name="connsiteY139" fmla="*/ 238070 h 723050"/>
                <a:gd name="connsiteX140" fmla="*/ 73682 w 409729"/>
                <a:gd name="connsiteY140" fmla="*/ 224339 h 723050"/>
                <a:gd name="connsiteX141" fmla="*/ 82184 w 409729"/>
                <a:gd name="connsiteY141" fmla="*/ 215155 h 723050"/>
                <a:gd name="connsiteX142" fmla="*/ 82728 w 409729"/>
                <a:gd name="connsiteY142" fmla="*/ 214914 h 723050"/>
                <a:gd name="connsiteX143" fmla="*/ 91536 w 409729"/>
                <a:gd name="connsiteY143" fmla="*/ 213749 h 723050"/>
                <a:gd name="connsiteX144" fmla="*/ 102604 w 409729"/>
                <a:gd name="connsiteY144" fmla="*/ 211981 h 723050"/>
                <a:gd name="connsiteX145" fmla="*/ 104696 w 409729"/>
                <a:gd name="connsiteY145" fmla="*/ 211832 h 723050"/>
                <a:gd name="connsiteX146" fmla="*/ 109609 w 409729"/>
                <a:gd name="connsiteY146" fmla="*/ 210948 h 723050"/>
                <a:gd name="connsiteX147" fmla="*/ 110193 w 409729"/>
                <a:gd name="connsiteY147" fmla="*/ 210831 h 723050"/>
                <a:gd name="connsiteX148" fmla="*/ 120574 w 409729"/>
                <a:gd name="connsiteY148" fmla="*/ 209839 h 723050"/>
                <a:gd name="connsiteX149" fmla="*/ 123953 w 409729"/>
                <a:gd name="connsiteY149" fmla="*/ 208904 h 723050"/>
                <a:gd name="connsiteX150" fmla="*/ 127234 w 409729"/>
                <a:gd name="connsiteY150" fmla="*/ 208820 h 723050"/>
                <a:gd name="connsiteX151" fmla="*/ 133268 w 409729"/>
                <a:gd name="connsiteY151" fmla="*/ 207679 h 723050"/>
                <a:gd name="connsiteX152" fmla="*/ 143451 w 409729"/>
                <a:gd name="connsiteY152" fmla="*/ 206006 h 723050"/>
                <a:gd name="connsiteX153" fmla="*/ 144033 w 409729"/>
                <a:gd name="connsiteY153" fmla="*/ 205864 h 723050"/>
                <a:gd name="connsiteX154" fmla="*/ 154369 w 409729"/>
                <a:gd name="connsiteY154" fmla="*/ 204785 h 723050"/>
                <a:gd name="connsiteX155" fmla="*/ 160175 w 409729"/>
                <a:gd name="connsiteY155" fmla="*/ 203684 h 723050"/>
                <a:gd name="connsiteX156" fmla="*/ 161873 w 409729"/>
                <a:gd name="connsiteY156" fmla="*/ 201779 h 723050"/>
                <a:gd name="connsiteX157" fmla="*/ 177768 w 409729"/>
                <a:gd name="connsiteY157" fmla="*/ 170119 h 723050"/>
                <a:gd name="connsiteX158" fmla="*/ 187126 w 409729"/>
                <a:gd name="connsiteY158" fmla="*/ 151180 h 723050"/>
                <a:gd name="connsiteX159" fmla="*/ 194505 w 409729"/>
                <a:gd name="connsiteY159" fmla="*/ 135651 h 723050"/>
                <a:gd name="connsiteX160" fmla="*/ 201067 w 409729"/>
                <a:gd name="connsiteY160" fmla="*/ 128344 h 723050"/>
                <a:gd name="connsiteX161" fmla="*/ 212342 w 409729"/>
                <a:gd name="connsiteY161" fmla="*/ 127660 h 723050"/>
                <a:gd name="connsiteX162" fmla="*/ 294662 w 409729"/>
                <a:gd name="connsiteY162" fmla="*/ 1 h 723050"/>
                <a:gd name="connsiteX163" fmla="*/ 294665 w 409729"/>
                <a:gd name="connsiteY163" fmla="*/ 1 h 723050"/>
                <a:gd name="connsiteX164" fmla="*/ 314467 w 409729"/>
                <a:gd name="connsiteY164" fmla="*/ 1 h 723050"/>
                <a:gd name="connsiteX165" fmla="*/ 317299 w 409729"/>
                <a:gd name="connsiteY165" fmla="*/ 379 h 723050"/>
                <a:gd name="connsiteX166" fmla="*/ 317609 w 409729"/>
                <a:gd name="connsiteY166" fmla="*/ 45794 h 723050"/>
                <a:gd name="connsiteX167" fmla="*/ 314412 w 409729"/>
                <a:gd name="connsiteY167" fmla="*/ 45968 h 723050"/>
                <a:gd name="connsiteX168" fmla="*/ 294743 w 409729"/>
                <a:gd name="connsiteY168" fmla="*/ 45959 h 723050"/>
                <a:gd name="connsiteX169" fmla="*/ 294616 w 409729"/>
                <a:gd name="connsiteY169" fmla="*/ 45968 h 723050"/>
                <a:gd name="connsiteX170" fmla="*/ 190595 w 409729"/>
                <a:gd name="connsiteY170" fmla="*/ 45915 h 723050"/>
                <a:gd name="connsiteX171" fmla="*/ 104056 w 409729"/>
                <a:gd name="connsiteY171" fmla="*/ 45878 h 723050"/>
                <a:gd name="connsiteX172" fmla="*/ 104056 w 409729"/>
                <a:gd name="connsiteY172" fmla="*/ 45871 h 723050"/>
                <a:gd name="connsiteX173" fmla="*/ 47217 w 409729"/>
                <a:gd name="connsiteY173" fmla="*/ 45842 h 723050"/>
                <a:gd name="connsiteX174" fmla="*/ 46376 w 409729"/>
                <a:gd name="connsiteY174" fmla="*/ 46052 h 723050"/>
                <a:gd name="connsiteX175" fmla="*/ 45978 w 409729"/>
                <a:gd name="connsiteY175" fmla="*/ 50828 h 723050"/>
                <a:gd name="connsiteX176" fmla="*/ 45961 w 409729"/>
                <a:gd name="connsiteY176" fmla="*/ 356193 h 723050"/>
                <a:gd name="connsiteX177" fmla="*/ 45961 w 409729"/>
                <a:gd name="connsiteY177" fmla="*/ 592624 h 723050"/>
                <a:gd name="connsiteX178" fmla="*/ 45961 w 409729"/>
                <a:gd name="connsiteY178" fmla="*/ 596617 h 723050"/>
                <a:gd name="connsiteX179" fmla="*/ 47560 w 409729"/>
                <a:gd name="connsiteY179" fmla="*/ 595509 h 723050"/>
                <a:gd name="connsiteX180" fmla="*/ 51222 w 409729"/>
                <a:gd name="connsiteY180" fmla="*/ 590825 h 723050"/>
                <a:gd name="connsiteX181" fmla="*/ 60343 w 409729"/>
                <a:gd name="connsiteY181" fmla="*/ 579819 h 723050"/>
                <a:gd name="connsiteX182" fmla="*/ 60758 w 409729"/>
                <a:gd name="connsiteY182" fmla="*/ 579382 h 723050"/>
                <a:gd name="connsiteX183" fmla="*/ 71145 w 409729"/>
                <a:gd name="connsiteY183" fmla="*/ 567794 h 723050"/>
                <a:gd name="connsiteX184" fmla="*/ 79446 w 409729"/>
                <a:gd name="connsiteY184" fmla="*/ 557702 h 723050"/>
                <a:gd name="connsiteX185" fmla="*/ 79862 w 409729"/>
                <a:gd name="connsiteY185" fmla="*/ 557266 h 723050"/>
                <a:gd name="connsiteX186" fmla="*/ 90305 w 409729"/>
                <a:gd name="connsiteY186" fmla="*/ 545682 h 723050"/>
                <a:gd name="connsiteX187" fmla="*/ 98214 w 409729"/>
                <a:gd name="connsiteY187" fmla="*/ 536712 h 723050"/>
                <a:gd name="connsiteX188" fmla="*/ 103882 w 409729"/>
                <a:gd name="connsiteY188" fmla="*/ 530189 h 723050"/>
                <a:gd name="connsiteX189" fmla="*/ 111478 w 409729"/>
                <a:gd name="connsiteY189" fmla="*/ 520692 h 723050"/>
                <a:gd name="connsiteX190" fmla="*/ 112096 w 409729"/>
                <a:gd name="connsiteY190" fmla="*/ 520028 h 723050"/>
                <a:gd name="connsiteX191" fmla="*/ 122779 w 409729"/>
                <a:gd name="connsiteY191" fmla="*/ 508284 h 723050"/>
                <a:gd name="connsiteX192" fmla="*/ 130373 w 409729"/>
                <a:gd name="connsiteY192" fmla="*/ 498784 h 723050"/>
                <a:gd name="connsiteX193" fmla="*/ 130794 w 409729"/>
                <a:gd name="connsiteY193" fmla="*/ 498351 h 723050"/>
                <a:gd name="connsiteX194" fmla="*/ 141677 w 409729"/>
                <a:gd name="connsiteY194" fmla="*/ 486385 h 723050"/>
                <a:gd name="connsiteX195" fmla="*/ 149288 w 409729"/>
                <a:gd name="connsiteY195" fmla="*/ 476869 h 723050"/>
                <a:gd name="connsiteX196" fmla="*/ 149705 w 409729"/>
                <a:gd name="connsiteY196" fmla="*/ 476432 h 723050"/>
                <a:gd name="connsiteX197" fmla="*/ 160365 w 409729"/>
                <a:gd name="connsiteY197" fmla="*/ 464680 h 723050"/>
                <a:gd name="connsiteX198" fmla="*/ 168401 w 409729"/>
                <a:gd name="connsiteY198" fmla="*/ 454769 h 723050"/>
                <a:gd name="connsiteX199" fmla="*/ 171350 w 409729"/>
                <a:gd name="connsiteY199" fmla="*/ 451740 h 723050"/>
                <a:gd name="connsiteX200" fmla="*/ 181301 w 409729"/>
                <a:gd name="connsiteY200" fmla="*/ 439867 h 723050"/>
                <a:gd name="connsiteX201" fmla="*/ 181723 w 409729"/>
                <a:gd name="connsiteY201" fmla="*/ 439434 h 723050"/>
                <a:gd name="connsiteX202" fmla="*/ 192388 w 409729"/>
                <a:gd name="connsiteY202" fmla="*/ 427681 h 723050"/>
                <a:gd name="connsiteX203" fmla="*/ 200226 w 409729"/>
                <a:gd name="connsiteY203" fmla="*/ 417981 h 723050"/>
                <a:gd name="connsiteX204" fmla="*/ 204090 w 409729"/>
                <a:gd name="connsiteY204" fmla="*/ 414162 h 723050"/>
                <a:gd name="connsiteX205" fmla="*/ 205873 w 409729"/>
                <a:gd name="connsiteY205" fmla="*/ 413687 h 723050"/>
                <a:gd name="connsiteX206" fmla="*/ 209504 w 409729"/>
                <a:gd name="connsiteY206" fmla="*/ 417891 h 723050"/>
                <a:gd name="connsiteX207" fmla="*/ 219062 w 409729"/>
                <a:gd name="connsiteY207" fmla="*/ 428618 h 723050"/>
                <a:gd name="connsiteX208" fmla="*/ 224709 w 409729"/>
                <a:gd name="connsiteY208" fmla="*/ 435155 h 723050"/>
                <a:gd name="connsiteX209" fmla="*/ 237970 w 409729"/>
                <a:gd name="connsiteY209" fmla="*/ 450520 h 723050"/>
                <a:gd name="connsiteX210" fmla="*/ 250072 w 409729"/>
                <a:gd name="connsiteY210" fmla="*/ 464537 h 723050"/>
                <a:gd name="connsiteX211" fmla="*/ 250759 w 409729"/>
                <a:gd name="connsiteY211" fmla="*/ 465154 h 723050"/>
                <a:gd name="connsiteX212" fmla="*/ 252473 w 409729"/>
                <a:gd name="connsiteY212" fmla="*/ 467827 h 723050"/>
                <a:gd name="connsiteX213" fmla="*/ 257920 w 409729"/>
                <a:gd name="connsiteY213" fmla="*/ 474237 h 723050"/>
                <a:gd name="connsiteX214" fmla="*/ 259169 w 409729"/>
                <a:gd name="connsiteY214" fmla="*/ 475498 h 723050"/>
                <a:gd name="connsiteX215" fmla="*/ 260884 w 409729"/>
                <a:gd name="connsiteY215" fmla="*/ 477350 h 723050"/>
                <a:gd name="connsiteX216" fmla="*/ 262193 w 409729"/>
                <a:gd name="connsiteY216" fmla="*/ 478520 h 723050"/>
                <a:gd name="connsiteX217" fmla="*/ 264058 w 409729"/>
                <a:gd name="connsiteY217" fmla="*/ 481416 h 723050"/>
                <a:gd name="connsiteX218" fmla="*/ 264709 w 409729"/>
                <a:gd name="connsiteY218" fmla="*/ 482018 h 723050"/>
                <a:gd name="connsiteX219" fmla="*/ 268834 w 409729"/>
                <a:gd name="connsiteY219" fmla="*/ 486297 h 723050"/>
                <a:gd name="connsiteX220" fmla="*/ 269543 w 409729"/>
                <a:gd name="connsiteY220" fmla="*/ 486864 h 723050"/>
                <a:gd name="connsiteX221" fmla="*/ 270801 w 409729"/>
                <a:gd name="connsiteY221" fmla="*/ 489172 h 723050"/>
                <a:gd name="connsiteX222" fmla="*/ 282362 w 409729"/>
                <a:gd name="connsiteY222" fmla="*/ 501957 h 723050"/>
                <a:gd name="connsiteX223" fmla="*/ 283469 w 409729"/>
                <a:gd name="connsiteY223" fmla="*/ 503777 h 723050"/>
                <a:gd name="connsiteX224" fmla="*/ 288166 w 409729"/>
                <a:gd name="connsiteY224" fmla="*/ 508740 h 723050"/>
                <a:gd name="connsiteX225" fmla="*/ 289336 w 409729"/>
                <a:gd name="connsiteY225" fmla="*/ 510643 h 723050"/>
                <a:gd name="connsiteX226" fmla="*/ 294451 w 409729"/>
                <a:gd name="connsiteY226" fmla="*/ 515896 h 723050"/>
                <a:gd name="connsiteX227" fmla="*/ 296027 w 409729"/>
                <a:gd name="connsiteY227" fmla="*/ 518356 h 723050"/>
                <a:gd name="connsiteX228" fmla="*/ 296701 w 409729"/>
                <a:gd name="connsiteY228" fmla="*/ 518997 h 723050"/>
                <a:gd name="connsiteX229" fmla="*/ 298980 w 409729"/>
                <a:gd name="connsiteY229" fmla="*/ 521495 h 723050"/>
                <a:gd name="connsiteX230" fmla="*/ 300322 w 409729"/>
                <a:gd name="connsiteY230" fmla="*/ 522637 h 723050"/>
                <a:gd name="connsiteX231" fmla="*/ 307288 w 409729"/>
                <a:gd name="connsiteY231" fmla="*/ 530701 h 723050"/>
                <a:gd name="connsiteX232" fmla="*/ 308034 w 409729"/>
                <a:gd name="connsiteY232" fmla="*/ 532359 h 723050"/>
                <a:gd name="connsiteX233" fmla="*/ 308716 w 409729"/>
                <a:gd name="connsiteY233" fmla="*/ 532992 h 723050"/>
                <a:gd name="connsiteX234" fmla="*/ 314301 w 409729"/>
                <a:gd name="connsiteY234" fmla="*/ 538898 h 723050"/>
                <a:gd name="connsiteX235" fmla="*/ 315456 w 409729"/>
                <a:gd name="connsiteY235" fmla="*/ 540756 h 723050"/>
                <a:gd name="connsiteX236" fmla="*/ 319881 w 409729"/>
                <a:gd name="connsiteY236" fmla="*/ 545442 h 723050"/>
                <a:gd name="connsiteX237" fmla="*/ 320796 w 409729"/>
                <a:gd name="connsiteY237" fmla="*/ 546323 h 723050"/>
                <a:gd name="connsiteX238" fmla="*/ 323191 w 409729"/>
                <a:gd name="connsiteY238" fmla="*/ 549613 h 723050"/>
                <a:gd name="connsiteX239" fmla="*/ 327066 w 409729"/>
                <a:gd name="connsiteY239" fmla="*/ 554520 h 723050"/>
                <a:gd name="connsiteX240" fmla="*/ 327404 w 409729"/>
                <a:gd name="connsiteY240" fmla="*/ 555001 h 723050"/>
                <a:gd name="connsiteX241" fmla="*/ 327671 w 409729"/>
                <a:gd name="connsiteY241" fmla="*/ 555000 h 723050"/>
                <a:gd name="connsiteX242" fmla="*/ 333090 w 409729"/>
                <a:gd name="connsiteY242" fmla="*/ 560605 h 723050"/>
                <a:gd name="connsiteX243" fmla="*/ 333697 w 409729"/>
                <a:gd name="connsiteY243" fmla="*/ 561173 h 723050"/>
                <a:gd name="connsiteX244" fmla="*/ 334405 w 409729"/>
                <a:gd name="connsiteY244" fmla="*/ 562727 h 723050"/>
                <a:gd name="connsiteX245" fmla="*/ 345066 w 409729"/>
                <a:gd name="connsiteY245" fmla="*/ 574578 h 723050"/>
                <a:gd name="connsiteX246" fmla="*/ 345717 w 409729"/>
                <a:gd name="connsiteY246" fmla="*/ 575203 h 723050"/>
                <a:gd name="connsiteX247" fmla="*/ 347009 w 409729"/>
                <a:gd name="connsiteY247" fmla="*/ 577528 h 723050"/>
                <a:gd name="connsiteX248" fmla="*/ 347369 w 409729"/>
                <a:gd name="connsiteY248" fmla="*/ 577970 h 723050"/>
                <a:gd name="connsiteX249" fmla="*/ 347631 w 409729"/>
                <a:gd name="connsiteY249" fmla="*/ 577959 h 723050"/>
                <a:gd name="connsiteX250" fmla="*/ 351840 w 409729"/>
                <a:gd name="connsiteY250" fmla="*/ 582365 h 723050"/>
                <a:gd name="connsiteX251" fmla="*/ 352197 w 409729"/>
                <a:gd name="connsiteY251" fmla="*/ 582832 h 723050"/>
                <a:gd name="connsiteX252" fmla="*/ 352471 w 409729"/>
                <a:gd name="connsiteY252" fmla="*/ 582807 h 723050"/>
                <a:gd name="connsiteX253" fmla="*/ 352894 w 409729"/>
                <a:gd name="connsiteY253" fmla="*/ 584270 h 723050"/>
                <a:gd name="connsiteX254" fmla="*/ 353572 w 409729"/>
                <a:gd name="connsiteY254" fmla="*/ 584882 h 723050"/>
                <a:gd name="connsiteX255" fmla="*/ 362348 w 409729"/>
                <a:gd name="connsiteY255" fmla="*/ 594823 h 723050"/>
                <a:gd name="connsiteX256" fmla="*/ 363529 w 409729"/>
                <a:gd name="connsiteY256" fmla="*/ 595513 h 723050"/>
                <a:gd name="connsiteX257" fmla="*/ 363693 w 409729"/>
                <a:gd name="connsiteY257" fmla="*/ 594469 h 723050"/>
                <a:gd name="connsiteX258" fmla="*/ 363756 w 409729"/>
                <a:gd name="connsiteY258" fmla="*/ 590541 h 723050"/>
                <a:gd name="connsiteX259" fmla="*/ 363755 w 409729"/>
                <a:gd name="connsiteY259" fmla="*/ 345949 h 723050"/>
                <a:gd name="connsiteX260" fmla="*/ 363755 w 409729"/>
                <a:gd name="connsiteY260" fmla="*/ 145312 h 723050"/>
                <a:gd name="connsiteX261" fmla="*/ 363755 w 409729"/>
                <a:gd name="connsiteY261" fmla="*/ 91620 h 723050"/>
                <a:gd name="connsiteX262" fmla="*/ 409729 w 409729"/>
                <a:gd name="connsiteY262" fmla="*/ 91620 h 723050"/>
                <a:gd name="connsiteX263" fmla="*/ 409728 w 409729"/>
                <a:gd name="connsiteY263" fmla="*/ 145312 h 723050"/>
                <a:gd name="connsiteX264" fmla="*/ 409729 w 409729"/>
                <a:gd name="connsiteY264" fmla="*/ 145312 h 723050"/>
                <a:gd name="connsiteX265" fmla="*/ 409726 w 409729"/>
                <a:gd name="connsiteY265" fmla="*/ 261984 h 723050"/>
                <a:gd name="connsiteX266" fmla="*/ 409725 w 409729"/>
                <a:gd name="connsiteY266" fmla="*/ 345949 h 723050"/>
                <a:gd name="connsiteX267" fmla="*/ 409724 w 409729"/>
                <a:gd name="connsiteY267" fmla="*/ 345949 h 723050"/>
                <a:gd name="connsiteX268" fmla="*/ 409716 w 409729"/>
                <a:gd name="connsiteY268" fmla="*/ 711448 h 723050"/>
                <a:gd name="connsiteX269" fmla="*/ 409383 w 409729"/>
                <a:gd name="connsiteY269" fmla="*/ 722594 h 723050"/>
                <a:gd name="connsiteX270" fmla="*/ 408525 w 409729"/>
                <a:gd name="connsiteY270" fmla="*/ 722911 h 723050"/>
                <a:gd name="connsiteX271" fmla="*/ 407634 w 409729"/>
                <a:gd name="connsiteY271" fmla="*/ 721958 h 723050"/>
                <a:gd name="connsiteX272" fmla="*/ 406936 w 409729"/>
                <a:gd name="connsiteY272" fmla="*/ 721424 h 723050"/>
                <a:gd name="connsiteX273" fmla="*/ 404403 w 409729"/>
                <a:gd name="connsiteY273" fmla="*/ 717807 h 723050"/>
                <a:gd name="connsiteX274" fmla="*/ 394428 w 409729"/>
                <a:gd name="connsiteY274" fmla="*/ 706641 h 723050"/>
                <a:gd name="connsiteX275" fmla="*/ 388148 w 409729"/>
                <a:gd name="connsiteY275" fmla="*/ 699451 h 723050"/>
                <a:gd name="connsiteX276" fmla="*/ 380273 w 409729"/>
                <a:gd name="connsiteY276" fmla="*/ 690454 h 723050"/>
                <a:gd name="connsiteX277" fmla="*/ 375195 w 409729"/>
                <a:gd name="connsiteY277" fmla="*/ 684607 h 723050"/>
                <a:gd name="connsiteX278" fmla="*/ 366343 w 409729"/>
                <a:gd name="connsiteY278" fmla="*/ 673793 h 723050"/>
                <a:gd name="connsiteX279" fmla="*/ 366135 w 409729"/>
                <a:gd name="connsiteY279" fmla="*/ 673574 h 723050"/>
                <a:gd name="connsiteX280" fmla="*/ 357974 w 409729"/>
                <a:gd name="connsiteY280" fmla="*/ 664411 h 723050"/>
                <a:gd name="connsiteX281" fmla="*/ 347526 w 409729"/>
                <a:gd name="connsiteY281" fmla="*/ 652864 h 723050"/>
                <a:gd name="connsiteX282" fmla="*/ 341737 w 409729"/>
                <a:gd name="connsiteY282" fmla="*/ 646039 h 723050"/>
                <a:gd name="connsiteX283" fmla="*/ 334687 w 409729"/>
                <a:gd name="connsiteY283" fmla="*/ 637925 h 723050"/>
                <a:gd name="connsiteX284" fmla="*/ 327752 w 409729"/>
                <a:gd name="connsiteY284" fmla="*/ 630103 h 723050"/>
                <a:gd name="connsiteX285" fmla="*/ 321563 w 409729"/>
                <a:gd name="connsiteY285" fmla="*/ 622827 h 723050"/>
                <a:gd name="connsiteX286" fmla="*/ 315050 w 409729"/>
                <a:gd name="connsiteY286" fmla="*/ 615428 h 723050"/>
                <a:gd name="connsiteX287" fmla="*/ 306374 w 409729"/>
                <a:gd name="connsiteY287" fmla="*/ 604840 h 723050"/>
                <a:gd name="connsiteX288" fmla="*/ 306175 w 409729"/>
                <a:gd name="connsiteY288" fmla="*/ 604613 h 723050"/>
                <a:gd name="connsiteX289" fmla="*/ 298893 w 409729"/>
                <a:gd name="connsiteY289" fmla="*/ 596308 h 723050"/>
                <a:gd name="connsiteX290" fmla="*/ 287588 w 409729"/>
                <a:gd name="connsiteY290" fmla="*/ 583912 h 723050"/>
                <a:gd name="connsiteX291" fmla="*/ 281801 w 409729"/>
                <a:gd name="connsiteY291" fmla="*/ 577089 h 723050"/>
                <a:gd name="connsiteX292" fmla="*/ 274752 w 409729"/>
                <a:gd name="connsiteY292" fmla="*/ 568970 h 723050"/>
                <a:gd name="connsiteX293" fmla="*/ 267926 w 409729"/>
                <a:gd name="connsiteY293" fmla="*/ 561085 h 723050"/>
                <a:gd name="connsiteX294" fmla="*/ 260432 w 409729"/>
                <a:gd name="connsiteY294" fmla="*/ 551838 h 723050"/>
                <a:gd name="connsiteX295" fmla="*/ 260015 w 409729"/>
                <a:gd name="connsiteY295" fmla="*/ 551406 h 723050"/>
                <a:gd name="connsiteX296" fmla="*/ 248283 w 409729"/>
                <a:gd name="connsiteY296" fmla="*/ 538587 h 723050"/>
                <a:gd name="connsiteX297" fmla="*/ 240434 w 409729"/>
                <a:gd name="connsiteY297" fmla="*/ 528860 h 723050"/>
                <a:gd name="connsiteX298" fmla="*/ 240024 w 409729"/>
                <a:gd name="connsiteY298" fmla="*/ 528416 h 723050"/>
                <a:gd name="connsiteX299" fmla="*/ 229568 w 409729"/>
                <a:gd name="connsiteY299" fmla="*/ 516881 h 723050"/>
                <a:gd name="connsiteX300" fmla="*/ 221479 w 409729"/>
                <a:gd name="connsiteY300" fmla="*/ 507675 h 723050"/>
                <a:gd name="connsiteX301" fmla="*/ 215592 w 409729"/>
                <a:gd name="connsiteY301" fmla="*/ 500925 h 723050"/>
                <a:gd name="connsiteX302" fmla="*/ 211508 w 409729"/>
                <a:gd name="connsiteY302" fmla="*/ 495831 h 723050"/>
                <a:gd name="connsiteX303" fmla="*/ 207558 w 409729"/>
                <a:gd name="connsiteY303" fmla="*/ 490998 h 723050"/>
                <a:gd name="connsiteX304" fmla="*/ 205714 w 409729"/>
                <a:gd name="connsiteY304" fmla="*/ 488579 h 723050"/>
                <a:gd name="connsiteX305" fmla="*/ 198737 w 409729"/>
                <a:gd name="connsiteY305" fmla="*/ 496136 h 723050"/>
                <a:gd name="connsiteX306" fmla="*/ 198195 w 409729"/>
                <a:gd name="connsiteY306" fmla="*/ 496852 h 723050"/>
                <a:gd name="connsiteX307" fmla="*/ 189436 w 409729"/>
                <a:gd name="connsiteY307" fmla="*/ 506673 h 723050"/>
                <a:gd name="connsiteX308" fmla="*/ 179676 w 409729"/>
                <a:gd name="connsiteY308" fmla="*/ 517618 h 723050"/>
                <a:gd name="connsiteX309" fmla="*/ 173844 w 409729"/>
                <a:gd name="connsiteY309" fmla="*/ 524388 h 723050"/>
                <a:gd name="connsiteX310" fmla="*/ 166994 w 409729"/>
                <a:gd name="connsiteY310" fmla="*/ 532275 h 723050"/>
                <a:gd name="connsiteX311" fmla="*/ 160103 w 409729"/>
                <a:gd name="connsiteY311" fmla="*/ 540138 h 723050"/>
                <a:gd name="connsiteX312" fmla="*/ 153687 w 409729"/>
                <a:gd name="connsiteY312" fmla="*/ 547595 h 723050"/>
                <a:gd name="connsiteX313" fmla="*/ 147213 w 409729"/>
                <a:gd name="connsiteY313" fmla="*/ 555012 h 723050"/>
                <a:gd name="connsiteX314" fmla="*/ 139730 w 409729"/>
                <a:gd name="connsiteY314" fmla="*/ 563576 h 723050"/>
                <a:gd name="connsiteX315" fmla="*/ 134047 w 409729"/>
                <a:gd name="connsiteY315" fmla="*/ 570091 h 723050"/>
                <a:gd name="connsiteX316" fmla="*/ 125376 w 409729"/>
                <a:gd name="connsiteY316" fmla="*/ 580679 h 723050"/>
                <a:gd name="connsiteX317" fmla="*/ 125172 w 409729"/>
                <a:gd name="connsiteY317" fmla="*/ 580902 h 723050"/>
                <a:gd name="connsiteX318" fmla="*/ 115129 w 409729"/>
                <a:gd name="connsiteY318" fmla="*/ 592002 h 723050"/>
                <a:gd name="connsiteX319" fmla="*/ 105604 w 409729"/>
                <a:gd name="connsiteY319" fmla="*/ 603443 h 723050"/>
                <a:gd name="connsiteX320" fmla="*/ 105196 w 409729"/>
                <a:gd name="connsiteY320" fmla="*/ 603889 h 723050"/>
                <a:gd name="connsiteX321" fmla="*/ 95152 w 409729"/>
                <a:gd name="connsiteY321" fmla="*/ 614987 h 723050"/>
                <a:gd name="connsiteX322" fmla="*/ 85625 w 409729"/>
                <a:gd name="connsiteY322" fmla="*/ 626427 h 723050"/>
                <a:gd name="connsiteX323" fmla="*/ 85419 w 409729"/>
                <a:gd name="connsiteY323" fmla="*/ 626649 h 723050"/>
                <a:gd name="connsiteX324" fmla="*/ 77285 w 409729"/>
                <a:gd name="connsiteY324" fmla="*/ 635820 h 723050"/>
                <a:gd name="connsiteX325" fmla="*/ 66835 w 409729"/>
                <a:gd name="connsiteY325" fmla="*/ 647364 h 723050"/>
                <a:gd name="connsiteX326" fmla="*/ 61039 w 409729"/>
                <a:gd name="connsiteY326" fmla="*/ 654185 h 723050"/>
                <a:gd name="connsiteX327" fmla="*/ 53993 w 409729"/>
                <a:gd name="connsiteY327" fmla="*/ 662308 h 723050"/>
                <a:gd name="connsiteX328" fmla="*/ 46855 w 409729"/>
                <a:gd name="connsiteY328" fmla="*/ 670356 h 723050"/>
                <a:gd name="connsiteX329" fmla="*/ 41056 w 409729"/>
                <a:gd name="connsiteY329" fmla="*/ 677176 h 723050"/>
                <a:gd name="connsiteX330" fmla="*/ 34208 w 409729"/>
                <a:gd name="connsiteY330" fmla="*/ 685075 h 723050"/>
                <a:gd name="connsiteX331" fmla="*/ 26883 w 409729"/>
                <a:gd name="connsiteY331" fmla="*/ 693350 h 723050"/>
                <a:gd name="connsiteX332" fmla="*/ 19479 w 409729"/>
                <a:gd name="connsiteY332" fmla="*/ 702654 h 723050"/>
                <a:gd name="connsiteX333" fmla="*/ 19269 w 409729"/>
                <a:gd name="connsiteY333" fmla="*/ 702872 h 723050"/>
                <a:gd name="connsiteX334" fmla="*/ 7715 w 409729"/>
                <a:gd name="connsiteY334" fmla="*/ 715456 h 723050"/>
                <a:gd name="connsiteX335" fmla="*/ 1068 w 409729"/>
                <a:gd name="connsiteY335" fmla="*/ 722791 h 723050"/>
                <a:gd name="connsiteX336" fmla="*/ 255 w 409729"/>
                <a:gd name="connsiteY336" fmla="*/ 723050 h 723050"/>
                <a:gd name="connsiteX337" fmla="*/ 9 w 409729"/>
                <a:gd name="connsiteY337" fmla="*/ 718837 h 723050"/>
                <a:gd name="connsiteX338" fmla="*/ 1 w 409729"/>
                <a:gd name="connsiteY338" fmla="*/ 3501 h 723050"/>
                <a:gd name="connsiteX339" fmla="*/ 332 w 409729"/>
                <a:gd name="connsiteY339" fmla="*/ 834 h 723050"/>
                <a:gd name="connsiteX340" fmla="*/ 996 w 409729"/>
                <a:gd name="connsiteY340" fmla="*/ 143 h 723050"/>
                <a:gd name="connsiteX341" fmla="*/ 3703 w 409729"/>
                <a:gd name="connsiteY341" fmla="*/ 4 h 723050"/>
                <a:gd name="connsiteX342" fmla="*/ 294662 w 409729"/>
                <a:gd name="connsiteY342" fmla="*/ 1 h 7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409729" h="723050">
                  <a:moveTo>
                    <a:pt x="207381" y="173117"/>
                  </a:moveTo>
                  <a:cubicBezTo>
                    <a:pt x="207095" y="173509"/>
                    <a:pt x="207023" y="173582"/>
                    <a:pt x="206982" y="173670"/>
                  </a:cubicBezTo>
                  <a:cubicBezTo>
                    <a:pt x="206897" y="173851"/>
                    <a:pt x="206829" y="174040"/>
                    <a:pt x="206576" y="174623"/>
                  </a:cubicBezTo>
                  <a:cubicBezTo>
                    <a:pt x="206343" y="175060"/>
                    <a:pt x="206100" y="175491"/>
                    <a:pt x="205879" y="175934"/>
                  </a:cubicBezTo>
                  <a:cubicBezTo>
                    <a:pt x="197866" y="191990"/>
                    <a:pt x="189903" y="208073"/>
                    <a:pt x="181802" y="224085"/>
                  </a:cubicBezTo>
                  <a:cubicBezTo>
                    <a:pt x="180123" y="227403"/>
                    <a:pt x="176796" y="229106"/>
                    <a:pt x="173375" y="229725"/>
                  </a:cubicBezTo>
                  <a:cubicBezTo>
                    <a:pt x="170397" y="230265"/>
                    <a:pt x="167392" y="230919"/>
                    <a:pt x="164293" y="231123"/>
                  </a:cubicBezTo>
                  <a:cubicBezTo>
                    <a:pt x="162095" y="231268"/>
                    <a:pt x="159811" y="231757"/>
                    <a:pt x="157529" y="231841"/>
                  </a:cubicBezTo>
                  <a:cubicBezTo>
                    <a:pt x="157137" y="231855"/>
                    <a:pt x="156637" y="231861"/>
                    <a:pt x="156379" y="232089"/>
                  </a:cubicBezTo>
                  <a:cubicBezTo>
                    <a:pt x="155166" y="233157"/>
                    <a:pt x="153713" y="232729"/>
                    <a:pt x="152346" y="232888"/>
                  </a:cubicBezTo>
                  <a:cubicBezTo>
                    <a:pt x="151089" y="233034"/>
                    <a:pt x="149854" y="233363"/>
                    <a:pt x="148607" y="233591"/>
                  </a:cubicBezTo>
                  <a:cubicBezTo>
                    <a:pt x="147924" y="233716"/>
                    <a:pt x="147238" y="233831"/>
                    <a:pt x="146548" y="233896"/>
                  </a:cubicBezTo>
                  <a:cubicBezTo>
                    <a:pt x="143089" y="234224"/>
                    <a:pt x="139627" y="234533"/>
                    <a:pt x="136167" y="234853"/>
                  </a:cubicBezTo>
                  <a:cubicBezTo>
                    <a:pt x="135968" y="234871"/>
                    <a:pt x="135742" y="234873"/>
                    <a:pt x="135580" y="234969"/>
                  </a:cubicBezTo>
                  <a:cubicBezTo>
                    <a:pt x="132541" y="236755"/>
                    <a:pt x="128983" y="235559"/>
                    <a:pt x="125746" y="236783"/>
                  </a:cubicBezTo>
                  <a:cubicBezTo>
                    <a:pt x="123165" y="237758"/>
                    <a:pt x="120180" y="237664"/>
                    <a:pt x="117384" y="238043"/>
                  </a:cubicBezTo>
                  <a:cubicBezTo>
                    <a:pt x="117427" y="238422"/>
                    <a:pt x="117378" y="238670"/>
                    <a:pt x="117481" y="238788"/>
                  </a:cubicBezTo>
                  <a:cubicBezTo>
                    <a:pt x="118008" y="239396"/>
                    <a:pt x="118540" y="240007"/>
                    <a:pt x="119130" y="240552"/>
                  </a:cubicBezTo>
                  <a:cubicBezTo>
                    <a:pt x="126352" y="247212"/>
                    <a:pt x="132771" y="254667"/>
                    <a:pt x="140377" y="260985"/>
                  </a:cubicBezTo>
                  <a:cubicBezTo>
                    <a:pt x="146625" y="266173"/>
                    <a:pt x="152114" y="272301"/>
                    <a:pt x="157705" y="278233"/>
                  </a:cubicBezTo>
                  <a:cubicBezTo>
                    <a:pt x="159194" y="279811"/>
                    <a:pt x="160283" y="282100"/>
                    <a:pt x="160750" y="284238"/>
                  </a:cubicBezTo>
                  <a:cubicBezTo>
                    <a:pt x="161681" y="288503"/>
                    <a:pt x="159825" y="292719"/>
                    <a:pt x="159861" y="297012"/>
                  </a:cubicBezTo>
                  <a:cubicBezTo>
                    <a:pt x="159862" y="297106"/>
                    <a:pt x="159809" y="297208"/>
                    <a:pt x="159762" y="297296"/>
                  </a:cubicBezTo>
                  <a:cubicBezTo>
                    <a:pt x="158252" y="300068"/>
                    <a:pt x="158836" y="303260"/>
                    <a:pt x="157960" y="306206"/>
                  </a:cubicBezTo>
                  <a:cubicBezTo>
                    <a:pt x="157154" y="308916"/>
                    <a:pt x="157218" y="311885"/>
                    <a:pt x="156893" y="314740"/>
                  </a:cubicBezTo>
                  <a:cubicBezTo>
                    <a:pt x="156870" y="314935"/>
                    <a:pt x="156826" y="315144"/>
                    <a:pt x="156733" y="315314"/>
                  </a:cubicBezTo>
                  <a:cubicBezTo>
                    <a:pt x="155418" y="317724"/>
                    <a:pt x="155602" y="320476"/>
                    <a:pt x="155035" y="323052"/>
                  </a:cubicBezTo>
                  <a:cubicBezTo>
                    <a:pt x="154401" y="325934"/>
                    <a:pt x="154249" y="328922"/>
                    <a:pt x="153879" y="331863"/>
                  </a:cubicBezTo>
                  <a:cubicBezTo>
                    <a:pt x="153854" y="332058"/>
                    <a:pt x="153745" y="332240"/>
                    <a:pt x="153701" y="332434"/>
                  </a:cubicBezTo>
                  <a:cubicBezTo>
                    <a:pt x="153425" y="333667"/>
                    <a:pt x="153128" y="334897"/>
                    <a:pt x="152894" y="336138"/>
                  </a:cubicBezTo>
                  <a:cubicBezTo>
                    <a:pt x="152747" y="336917"/>
                    <a:pt x="152906" y="337823"/>
                    <a:pt x="152564" y="338484"/>
                  </a:cubicBezTo>
                  <a:cubicBezTo>
                    <a:pt x="151563" y="340418"/>
                    <a:pt x="151985" y="342332"/>
                    <a:pt x="152203" y="344586"/>
                  </a:cubicBezTo>
                  <a:cubicBezTo>
                    <a:pt x="157119" y="341935"/>
                    <a:pt x="161967" y="339794"/>
                    <a:pt x="166569" y="337017"/>
                  </a:cubicBezTo>
                  <a:cubicBezTo>
                    <a:pt x="173338" y="332932"/>
                    <a:pt x="180536" y="329557"/>
                    <a:pt x="187566" y="325908"/>
                  </a:cubicBezTo>
                  <a:cubicBezTo>
                    <a:pt x="190728" y="324267"/>
                    <a:pt x="193917" y="322676"/>
                    <a:pt x="197112" y="321099"/>
                  </a:cubicBezTo>
                  <a:cubicBezTo>
                    <a:pt x="199420" y="319959"/>
                    <a:pt x="201684" y="318200"/>
                    <a:pt x="204102" y="317934"/>
                  </a:cubicBezTo>
                  <a:cubicBezTo>
                    <a:pt x="207862" y="317519"/>
                    <a:pt x="211801" y="317034"/>
                    <a:pt x="215397" y="319571"/>
                  </a:cubicBezTo>
                  <a:cubicBezTo>
                    <a:pt x="217543" y="321085"/>
                    <a:pt x="220028" y="322218"/>
                    <a:pt x="222357" y="323507"/>
                  </a:cubicBezTo>
                  <a:cubicBezTo>
                    <a:pt x="230762" y="328157"/>
                    <a:pt x="239403" y="332381"/>
                    <a:pt x="247913" y="336844"/>
                  </a:cubicBezTo>
                  <a:cubicBezTo>
                    <a:pt x="252822" y="339419"/>
                    <a:pt x="258059" y="341380"/>
                    <a:pt x="262595" y="344661"/>
                  </a:cubicBezTo>
                  <a:cubicBezTo>
                    <a:pt x="262765" y="344784"/>
                    <a:pt x="263157" y="344600"/>
                    <a:pt x="263825" y="344506"/>
                  </a:cubicBezTo>
                  <a:cubicBezTo>
                    <a:pt x="263445" y="341768"/>
                    <a:pt x="263541" y="338885"/>
                    <a:pt x="262575" y="336419"/>
                  </a:cubicBezTo>
                  <a:cubicBezTo>
                    <a:pt x="261455" y="333561"/>
                    <a:pt x="261797" y="330588"/>
                    <a:pt x="260968" y="327729"/>
                  </a:cubicBezTo>
                  <a:cubicBezTo>
                    <a:pt x="260154" y="324923"/>
                    <a:pt x="260151" y="321882"/>
                    <a:pt x="259788" y="318945"/>
                  </a:cubicBezTo>
                  <a:cubicBezTo>
                    <a:pt x="259763" y="318747"/>
                    <a:pt x="259765" y="318495"/>
                    <a:pt x="259647" y="318367"/>
                  </a:cubicBezTo>
                  <a:cubicBezTo>
                    <a:pt x="258481" y="317104"/>
                    <a:pt x="258827" y="315546"/>
                    <a:pt x="258772" y="314065"/>
                  </a:cubicBezTo>
                  <a:cubicBezTo>
                    <a:pt x="258753" y="313563"/>
                    <a:pt x="258803" y="313037"/>
                    <a:pt x="258671" y="312564"/>
                  </a:cubicBezTo>
                  <a:cubicBezTo>
                    <a:pt x="257741" y="309241"/>
                    <a:pt x="256797" y="305925"/>
                    <a:pt x="256807" y="302430"/>
                  </a:cubicBezTo>
                  <a:cubicBezTo>
                    <a:pt x="256807" y="302131"/>
                    <a:pt x="256786" y="301816"/>
                    <a:pt x="256691" y="301537"/>
                  </a:cubicBezTo>
                  <a:cubicBezTo>
                    <a:pt x="255441" y="297857"/>
                    <a:pt x="255029" y="294040"/>
                    <a:pt x="254873" y="290189"/>
                  </a:cubicBezTo>
                  <a:cubicBezTo>
                    <a:pt x="254804" y="288479"/>
                    <a:pt x="254934" y="286760"/>
                    <a:pt x="254845" y="285052"/>
                  </a:cubicBezTo>
                  <a:cubicBezTo>
                    <a:pt x="254711" y="282477"/>
                    <a:pt x="255639" y="280450"/>
                    <a:pt x="257463" y="278637"/>
                  </a:cubicBezTo>
                  <a:cubicBezTo>
                    <a:pt x="268887" y="267276"/>
                    <a:pt x="280255" y="255861"/>
                    <a:pt x="291666" y="244488"/>
                  </a:cubicBezTo>
                  <a:cubicBezTo>
                    <a:pt x="292353" y="243802"/>
                    <a:pt x="293252" y="243331"/>
                    <a:pt x="294040" y="242744"/>
                  </a:cubicBezTo>
                  <a:cubicBezTo>
                    <a:pt x="295758" y="241463"/>
                    <a:pt x="297453" y="240160"/>
                    <a:pt x="298491" y="237947"/>
                  </a:cubicBezTo>
                  <a:cubicBezTo>
                    <a:pt x="294957" y="237577"/>
                    <a:pt x="291710" y="237237"/>
                    <a:pt x="288463" y="236899"/>
                  </a:cubicBezTo>
                  <a:cubicBezTo>
                    <a:pt x="288263" y="236878"/>
                    <a:pt x="288008" y="236948"/>
                    <a:pt x="287868" y="236849"/>
                  </a:cubicBezTo>
                  <a:cubicBezTo>
                    <a:pt x="284991" y="234821"/>
                    <a:pt x="281488" y="236341"/>
                    <a:pt x="278311" y="235022"/>
                  </a:cubicBezTo>
                  <a:cubicBezTo>
                    <a:pt x="275507" y="233857"/>
                    <a:pt x="272011" y="234488"/>
                    <a:pt x="268931" y="233820"/>
                  </a:cubicBezTo>
                  <a:cubicBezTo>
                    <a:pt x="266192" y="233226"/>
                    <a:pt x="263500" y="232722"/>
                    <a:pt x="260702" y="232792"/>
                  </a:cubicBezTo>
                  <a:cubicBezTo>
                    <a:pt x="260516" y="232797"/>
                    <a:pt x="260330" y="232650"/>
                    <a:pt x="260137" y="232605"/>
                  </a:cubicBezTo>
                  <a:cubicBezTo>
                    <a:pt x="258999" y="232339"/>
                    <a:pt x="257872" y="231976"/>
                    <a:pt x="256718" y="231842"/>
                  </a:cubicBezTo>
                  <a:cubicBezTo>
                    <a:pt x="253468" y="231464"/>
                    <a:pt x="250100" y="231568"/>
                    <a:pt x="246987" y="230719"/>
                  </a:cubicBezTo>
                  <a:cubicBezTo>
                    <a:pt x="245018" y="230181"/>
                    <a:pt x="243138" y="229922"/>
                    <a:pt x="241161" y="229838"/>
                  </a:cubicBezTo>
                  <a:cubicBezTo>
                    <a:pt x="240778" y="229822"/>
                    <a:pt x="240364" y="229700"/>
                    <a:pt x="240030" y="229509"/>
                  </a:cubicBezTo>
                  <a:cubicBezTo>
                    <a:pt x="236862" y="227701"/>
                    <a:pt x="234150" y="225408"/>
                    <a:pt x="232486" y="222078"/>
                  </a:cubicBezTo>
                  <a:cubicBezTo>
                    <a:pt x="224599" y="206292"/>
                    <a:pt x="216729" y="190497"/>
                    <a:pt x="208820" y="174721"/>
                  </a:cubicBezTo>
                  <a:cubicBezTo>
                    <a:pt x="208517" y="174116"/>
                    <a:pt x="207890" y="173672"/>
                    <a:pt x="207381" y="173117"/>
                  </a:cubicBezTo>
                  <a:close/>
                  <a:moveTo>
                    <a:pt x="212342" y="127660"/>
                  </a:moveTo>
                  <a:cubicBezTo>
                    <a:pt x="216158" y="129160"/>
                    <a:pt x="218899" y="131750"/>
                    <a:pt x="220701" y="135347"/>
                  </a:cubicBezTo>
                  <a:cubicBezTo>
                    <a:pt x="224476" y="142884"/>
                    <a:pt x="228223" y="150435"/>
                    <a:pt x="231912" y="158014"/>
                  </a:cubicBezTo>
                  <a:cubicBezTo>
                    <a:pt x="235249" y="164868"/>
                    <a:pt x="238438" y="171794"/>
                    <a:pt x="241792" y="178639"/>
                  </a:cubicBezTo>
                  <a:cubicBezTo>
                    <a:pt x="245890" y="187005"/>
                    <a:pt x="250092" y="195319"/>
                    <a:pt x="254267" y="203693"/>
                  </a:cubicBezTo>
                  <a:cubicBezTo>
                    <a:pt x="257275" y="204074"/>
                    <a:pt x="260451" y="203879"/>
                    <a:pt x="263098" y="204968"/>
                  </a:cubicBezTo>
                  <a:cubicBezTo>
                    <a:pt x="266253" y="206266"/>
                    <a:pt x="269757" y="204801"/>
                    <a:pt x="272644" y="206786"/>
                  </a:cubicBezTo>
                  <a:cubicBezTo>
                    <a:pt x="272718" y="206837"/>
                    <a:pt x="272841" y="206817"/>
                    <a:pt x="272941" y="206827"/>
                  </a:cubicBezTo>
                  <a:cubicBezTo>
                    <a:pt x="276299" y="207152"/>
                    <a:pt x="279660" y="207452"/>
                    <a:pt x="283014" y="207816"/>
                  </a:cubicBezTo>
                  <a:cubicBezTo>
                    <a:pt x="283982" y="207921"/>
                    <a:pt x="284933" y="208196"/>
                    <a:pt x="285885" y="208420"/>
                  </a:cubicBezTo>
                  <a:cubicBezTo>
                    <a:pt x="286170" y="208487"/>
                    <a:pt x="286455" y="208781"/>
                    <a:pt x="286705" y="208742"/>
                  </a:cubicBezTo>
                  <a:cubicBezTo>
                    <a:pt x="289954" y="208244"/>
                    <a:pt x="292977" y="209572"/>
                    <a:pt x="296116" y="209936"/>
                  </a:cubicBezTo>
                  <a:cubicBezTo>
                    <a:pt x="299918" y="210378"/>
                    <a:pt x="303807" y="210386"/>
                    <a:pt x="307492" y="211688"/>
                  </a:cubicBezTo>
                  <a:cubicBezTo>
                    <a:pt x="308128" y="211913"/>
                    <a:pt x="308886" y="211800"/>
                    <a:pt x="309588" y="211828"/>
                  </a:cubicBezTo>
                  <a:cubicBezTo>
                    <a:pt x="311265" y="211894"/>
                    <a:pt x="313031" y="211482"/>
                    <a:pt x="314487" y="212746"/>
                  </a:cubicBezTo>
                  <a:cubicBezTo>
                    <a:pt x="314554" y="212804"/>
                    <a:pt x="314678" y="212804"/>
                    <a:pt x="314778" y="212815"/>
                  </a:cubicBezTo>
                  <a:cubicBezTo>
                    <a:pt x="317735" y="213144"/>
                    <a:pt x="320697" y="213434"/>
                    <a:pt x="323647" y="213814"/>
                  </a:cubicBezTo>
                  <a:cubicBezTo>
                    <a:pt x="324800" y="213963"/>
                    <a:pt x="325927" y="214317"/>
                    <a:pt x="327068" y="214564"/>
                  </a:cubicBezTo>
                  <a:cubicBezTo>
                    <a:pt x="327555" y="214669"/>
                    <a:pt x="328055" y="214836"/>
                    <a:pt x="328540" y="214809"/>
                  </a:cubicBezTo>
                  <a:cubicBezTo>
                    <a:pt x="333269" y="214545"/>
                    <a:pt x="336694" y="216955"/>
                    <a:pt x="339677" y="220235"/>
                  </a:cubicBezTo>
                  <a:cubicBezTo>
                    <a:pt x="341049" y="221743"/>
                    <a:pt x="341915" y="223478"/>
                    <a:pt x="341831" y="225615"/>
                  </a:cubicBezTo>
                  <a:cubicBezTo>
                    <a:pt x="341759" y="227426"/>
                    <a:pt x="341757" y="229245"/>
                    <a:pt x="341831" y="231056"/>
                  </a:cubicBezTo>
                  <a:cubicBezTo>
                    <a:pt x="341923" y="233311"/>
                    <a:pt x="340999" y="235153"/>
                    <a:pt x="339494" y="236663"/>
                  </a:cubicBezTo>
                  <a:cubicBezTo>
                    <a:pt x="326561" y="249652"/>
                    <a:pt x="313593" y="262605"/>
                    <a:pt x="300635" y="275569"/>
                  </a:cubicBezTo>
                  <a:cubicBezTo>
                    <a:pt x="294407" y="279753"/>
                    <a:pt x="289855" y="285727"/>
                    <a:pt x="284407" y="290743"/>
                  </a:cubicBezTo>
                  <a:cubicBezTo>
                    <a:pt x="283026" y="292015"/>
                    <a:pt x="282055" y="293292"/>
                    <a:pt x="283523" y="295120"/>
                  </a:cubicBezTo>
                  <a:cubicBezTo>
                    <a:pt x="283698" y="295338"/>
                    <a:pt x="283780" y="295669"/>
                    <a:pt x="283813" y="295958"/>
                  </a:cubicBezTo>
                  <a:cubicBezTo>
                    <a:pt x="284142" y="298813"/>
                    <a:pt x="284341" y="301688"/>
                    <a:pt x="284798" y="304522"/>
                  </a:cubicBezTo>
                  <a:cubicBezTo>
                    <a:pt x="285202" y="307027"/>
                    <a:pt x="285882" y="309487"/>
                    <a:pt x="286456" y="311964"/>
                  </a:cubicBezTo>
                  <a:cubicBezTo>
                    <a:pt x="286522" y="312250"/>
                    <a:pt x="286760" y="312504"/>
                    <a:pt x="286795" y="312788"/>
                  </a:cubicBezTo>
                  <a:cubicBezTo>
                    <a:pt x="287133" y="315542"/>
                    <a:pt x="287415" y="318303"/>
                    <a:pt x="287779" y="321054"/>
                  </a:cubicBezTo>
                  <a:cubicBezTo>
                    <a:pt x="287906" y="322016"/>
                    <a:pt x="288204" y="322956"/>
                    <a:pt x="288445" y="323901"/>
                  </a:cubicBezTo>
                  <a:cubicBezTo>
                    <a:pt x="288518" y="324187"/>
                    <a:pt x="288729" y="324447"/>
                    <a:pt x="288766" y="324733"/>
                  </a:cubicBezTo>
                  <a:cubicBezTo>
                    <a:pt x="289142" y="327671"/>
                    <a:pt x="289125" y="330721"/>
                    <a:pt x="289957" y="333521"/>
                  </a:cubicBezTo>
                  <a:cubicBezTo>
                    <a:pt x="290810" y="336393"/>
                    <a:pt x="290336" y="339401"/>
                    <a:pt x="291524" y="342235"/>
                  </a:cubicBezTo>
                  <a:cubicBezTo>
                    <a:pt x="292379" y="344274"/>
                    <a:pt x="292547" y="346634"/>
                    <a:pt x="292813" y="348876"/>
                  </a:cubicBezTo>
                  <a:cubicBezTo>
                    <a:pt x="293001" y="350452"/>
                    <a:pt x="293153" y="351970"/>
                    <a:pt x="293576" y="353546"/>
                  </a:cubicBezTo>
                  <a:cubicBezTo>
                    <a:pt x="294337" y="356379"/>
                    <a:pt x="294450" y="359387"/>
                    <a:pt x="294817" y="362324"/>
                  </a:cubicBezTo>
                  <a:cubicBezTo>
                    <a:pt x="294880" y="362821"/>
                    <a:pt x="294691" y="363422"/>
                    <a:pt x="294908" y="363817"/>
                  </a:cubicBezTo>
                  <a:cubicBezTo>
                    <a:pt x="296682" y="367046"/>
                    <a:pt x="295510" y="370528"/>
                    <a:pt x="295847" y="373874"/>
                  </a:cubicBezTo>
                  <a:cubicBezTo>
                    <a:pt x="295857" y="373974"/>
                    <a:pt x="295854" y="374076"/>
                    <a:pt x="295844" y="374176"/>
                  </a:cubicBezTo>
                  <a:cubicBezTo>
                    <a:pt x="295498" y="377804"/>
                    <a:pt x="289146" y="383724"/>
                    <a:pt x="285487" y="383829"/>
                  </a:cubicBezTo>
                  <a:cubicBezTo>
                    <a:pt x="285387" y="383832"/>
                    <a:pt x="285283" y="383814"/>
                    <a:pt x="285185" y="383831"/>
                  </a:cubicBezTo>
                  <a:cubicBezTo>
                    <a:pt x="279025" y="384921"/>
                    <a:pt x="273885" y="382185"/>
                    <a:pt x="268864" y="379301"/>
                  </a:cubicBezTo>
                  <a:cubicBezTo>
                    <a:pt x="261647" y="375156"/>
                    <a:pt x="254023" y="371783"/>
                    <a:pt x="246812" y="367672"/>
                  </a:cubicBezTo>
                  <a:cubicBezTo>
                    <a:pt x="240599" y="364130"/>
                    <a:pt x="233956" y="361432"/>
                    <a:pt x="227868" y="357745"/>
                  </a:cubicBezTo>
                  <a:cubicBezTo>
                    <a:pt x="222077" y="354239"/>
                    <a:pt x="215856" y="351639"/>
                    <a:pt x="209986" y="348347"/>
                  </a:cubicBezTo>
                  <a:cubicBezTo>
                    <a:pt x="208105" y="347292"/>
                    <a:pt x="206660" y="347341"/>
                    <a:pt x="204801" y="348344"/>
                  </a:cubicBezTo>
                  <a:cubicBezTo>
                    <a:pt x="197564" y="352246"/>
                    <a:pt x="190093" y="355737"/>
                    <a:pt x="182992" y="359866"/>
                  </a:cubicBezTo>
                  <a:cubicBezTo>
                    <a:pt x="176034" y="363912"/>
                    <a:pt x="168532" y="366892"/>
                    <a:pt x="161660" y="370993"/>
                  </a:cubicBezTo>
                  <a:cubicBezTo>
                    <a:pt x="155587" y="374617"/>
                    <a:pt x="149100" y="377354"/>
                    <a:pt x="142972" y="380811"/>
                  </a:cubicBezTo>
                  <a:cubicBezTo>
                    <a:pt x="142800" y="380908"/>
                    <a:pt x="142527" y="380879"/>
                    <a:pt x="142408" y="381007"/>
                  </a:cubicBezTo>
                  <a:cubicBezTo>
                    <a:pt x="138818" y="384910"/>
                    <a:pt x="134037" y="384143"/>
                    <a:pt x="129702" y="383653"/>
                  </a:cubicBezTo>
                  <a:cubicBezTo>
                    <a:pt x="126618" y="383304"/>
                    <a:pt x="123744" y="381734"/>
                    <a:pt x="121712" y="378607"/>
                  </a:cubicBezTo>
                  <a:cubicBezTo>
                    <a:pt x="120342" y="376498"/>
                    <a:pt x="120173" y="374179"/>
                    <a:pt x="119089" y="372112"/>
                  </a:cubicBezTo>
                  <a:cubicBezTo>
                    <a:pt x="118792" y="371546"/>
                    <a:pt x="118840" y="370704"/>
                    <a:pt x="118962" y="370030"/>
                  </a:cubicBezTo>
                  <a:cubicBezTo>
                    <a:pt x="119484" y="367135"/>
                    <a:pt x="120101" y="364256"/>
                    <a:pt x="120667" y="361368"/>
                  </a:cubicBezTo>
                  <a:cubicBezTo>
                    <a:pt x="121103" y="359150"/>
                    <a:pt x="121610" y="356939"/>
                    <a:pt x="121906" y="354702"/>
                  </a:cubicBezTo>
                  <a:cubicBezTo>
                    <a:pt x="122113" y="353133"/>
                    <a:pt x="122187" y="351612"/>
                    <a:pt x="122645" y="350026"/>
                  </a:cubicBezTo>
                  <a:cubicBezTo>
                    <a:pt x="123431" y="347304"/>
                    <a:pt x="123486" y="344375"/>
                    <a:pt x="123909" y="341543"/>
                  </a:cubicBezTo>
                  <a:cubicBezTo>
                    <a:pt x="124066" y="340490"/>
                    <a:pt x="124390" y="339461"/>
                    <a:pt x="124647" y="338424"/>
                  </a:cubicBezTo>
                  <a:cubicBezTo>
                    <a:pt x="124719" y="338134"/>
                    <a:pt x="124872" y="337858"/>
                    <a:pt x="124906" y="337566"/>
                  </a:cubicBezTo>
                  <a:cubicBezTo>
                    <a:pt x="125238" y="334712"/>
                    <a:pt x="125441" y="331837"/>
                    <a:pt x="125905" y="329005"/>
                  </a:cubicBezTo>
                  <a:cubicBezTo>
                    <a:pt x="126314" y="326504"/>
                    <a:pt x="127003" y="324048"/>
                    <a:pt x="127580" y="321575"/>
                  </a:cubicBezTo>
                  <a:cubicBezTo>
                    <a:pt x="127647" y="321287"/>
                    <a:pt x="127850" y="321023"/>
                    <a:pt x="127885" y="320735"/>
                  </a:cubicBezTo>
                  <a:cubicBezTo>
                    <a:pt x="128227" y="317881"/>
                    <a:pt x="128162" y="314909"/>
                    <a:pt x="128977" y="312200"/>
                  </a:cubicBezTo>
                  <a:cubicBezTo>
                    <a:pt x="129863" y="309254"/>
                    <a:pt x="129704" y="306204"/>
                    <a:pt x="130631" y="303245"/>
                  </a:cubicBezTo>
                  <a:cubicBezTo>
                    <a:pt x="131592" y="300180"/>
                    <a:pt x="131508" y="296785"/>
                    <a:pt x="131857" y="293532"/>
                  </a:cubicBezTo>
                  <a:cubicBezTo>
                    <a:pt x="132009" y="292120"/>
                    <a:pt x="130943" y="291391"/>
                    <a:pt x="130095" y="290542"/>
                  </a:cubicBezTo>
                  <a:cubicBezTo>
                    <a:pt x="123192" y="283632"/>
                    <a:pt x="116296" y="276715"/>
                    <a:pt x="109393" y="269805"/>
                  </a:cubicBezTo>
                  <a:cubicBezTo>
                    <a:pt x="105336" y="265744"/>
                    <a:pt x="101519" y="261399"/>
                    <a:pt x="97152" y="257704"/>
                  </a:cubicBezTo>
                  <a:cubicBezTo>
                    <a:pt x="89929" y="251591"/>
                    <a:pt x="83353" y="244838"/>
                    <a:pt x="76795" y="238070"/>
                  </a:cubicBezTo>
                  <a:cubicBezTo>
                    <a:pt x="73114" y="234271"/>
                    <a:pt x="72086" y="229654"/>
                    <a:pt x="73682" y="224339"/>
                  </a:cubicBezTo>
                  <a:cubicBezTo>
                    <a:pt x="75063" y="219742"/>
                    <a:pt x="77943" y="216914"/>
                    <a:pt x="82184" y="215155"/>
                  </a:cubicBezTo>
                  <a:cubicBezTo>
                    <a:pt x="82367" y="215078"/>
                    <a:pt x="82539" y="214939"/>
                    <a:pt x="82728" y="214914"/>
                  </a:cubicBezTo>
                  <a:cubicBezTo>
                    <a:pt x="85666" y="214533"/>
                    <a:pt x="88644" y="214351"/>
                    <a:pt x="91536" y="213749"/>
                  </a:cubicBezTo>
                  <a:cubicBezTo>
                    <a:pt x="95201" y="212987"/>
                    <a:pt x="99053" y="213471"/>
                    <a:pt x="102604" y="211981"/>
                  </a:cubicBezTo>
                  <a:cubicBezTo>
                    <a:pt x="103215" y="211725"/>
                    <a:pt x="103994" y="211863"/>
                    <a:pt x="104696" y="211832"/>
                  </a:cubicBezTo>
                  <a:cubicBezTo>
                    <a:pt x="106372" y="211756"/>
                    <a:pt x="108137" y="212197"/>
                    <a:pt x="109609" y="210948"/>
                  </a:cubicBezTo>
                  <a:cubicBezTo>
                    <a:pt x="109742" y="210836"/>
                    <a:pt x="109994" y="210850"/>
                    <a:pt x="110193" y="210831"/>
                  </a:cubicBezTo>
                  <a:cubicBezTo>
                    <a:pt x="113654" y="210508"/>
                    <a:pt x="117122" y="210245"/>
                    <a:pt x="120574" y="209839"/>
                  </a:cubicBezTo>
                  <a:cubicBezTo>
                    <a:pt x="121720" y="209704"/>
                    <a:pt x="122806" y="209102"/>
                    <a:pt x="123953" y="208904"/>
                  </a:cubicBezTo>
                  <a:cubicBezTo>
                    <a:pt x="124934" y="208736"/>
                    <a:pt x="125962" y="208840"/>
                    <a:pt x="127234" y="208820"/>
                  </a:cubicBezTo>
                  <a:cubicBezTo>
                    <a:pt x="129329" y="207880"/>
                    <a:pt x="131424" y="208171"/>
                    <a:pt x="133268" y="207679"/>
                  </a:cubicBezTo>
                  <a:cubicBezTo>
                    <a:pt x="136636" y="206781"/>
                    <a:pt x="140242" y="207597"/>
                    <a:pt x="143451" y="206006"/>
                  </a:cubicBezTo>
                  <a:cubicBezTo>
                    <a:pt x="143626" y="205919"/>
                    <a:pt x="143836" y="205884"/>
                    <a:pt x="144033" y="205864"/>
                  </a:cubicBezTo>
                  <a:cubicBezTo>
                    <a:pt x="147479" y="205507"/>
                    <a:pt x="150931" y="205207"/>
                    <a:pt x="154369" y="204785"/>
                  </a:cubicBezTo>
                  <a:cubicBezTo>
                    <a:pt x="156324" y="204544"/>
                    <a:pt x="158297" y="204245"/>
                    <a:pt x="160175" y="203684"/>
                  </a:cubicBezTo>
                  <a:cubicBezTo>
                    <a:pt x="160875" y="203475"/>
                    <a:pt x="161494" y="202529"/>
                    <a:pt x="161873" y="201779"/>
                  </a:cubicBezTo>
                  <a:cubicBezTo>
                    <a:pt x="167201" y="191240"/>
                    <a:pt x="172492" y="180684"/>
                    <a:pt x="177768" y="170119"/>
                  </a:cubicBezTo>
                  <a:cubicBezTo>
                    <a:pt x="180913" y="163819"/>
                    <a:pt x="184049" y="157514"/>
                    <a:pt x="187126" y="151180"/>
                  </a:cubicBezTo>
                  <a:cubicBezTo>
                    <a:pt x="189630" y="146026"/>
                    <a:pt x="192005" y="140808"/>
                    <a:pt x="194505" y="135651"/>
                  </a:cubicBezTo>
                  <a:cubicBezTo>
                    <a:pt x="196212" y="132130"/>
                    <a:pt x="197985" y="129736"/>
                    <a:pt x="201067" y="128344"/>
                  </a:cubicBezTo>
                  <a:cubicBezTo>
                    <a:pt x="204620" y="126739"/>
                    <a:pt x="208435" y="126124"/>
                    <a:pt x="212342" y="127660"/>
                  </a:cubicBezTo>
                  <a:close/>
                  <a:moveTo>
                    <a:pt x="294662" y="1"/>
                  </a:moveTo>
                  <a:lnTo>
                    <a:pt x="294665" y="1"/>
                  </a:lnTo>
                  <a:lnTo>
                    <a:pt x="314467" y="1"/>
                  </a:lnTo>
                  <a:cubicBezTo>
                    <a:pt x="315301" y="1"/>
                    <a:pt x="316135" y="28"/>
                    <a:pt x="317299" y="379"/>
                  </a:cubicBezTo>
                  <a:cubicBezTo>
                    <a:pt x="317622" y="15743"/>
                    <a:pt x="317616" y="30768"/>
                    <a:pt x="317609" y="45794"/>
                  </a:cubicBezTo>
                  <a:cubicBezTo>
                    <a:pt x="316544" y="45854"/>
                    <a:pt x="315478" y="45968"/>
                    <a:pt x="314412" y="45968"/>
                  </a:cubicBezTo>
                  <a:lnTo>
                    <a:pt x="294743" y="45959"/>
                  </a:lnTo>
                  <a:lnTo>
                    <a:pt x="294616" y="45968"/>
                  </a:lnTo>
                  <a:lnTo>
                    <a:pt x="190595" y="45915"/>
                  </a:lnTo>
                  <a:lnTo>
                    <a:pt x="104056" y="45878"/>
                  </a:lnTo>
                  <a:lnTo>
                    <a:pt x="104056" y="45871"/>
                  </a:lnTo>
                  <a:lnTo>
                    <a:pt x="47217" y="45842"/>
                  </a:lnTo>
                  <a:cubicBezTo>
                    <a:pt x="46702" y="45831"/>
                    <a:pt x="46539" y="45942"/>
                    <a:pt x="46376" y="46052"/>
                  </a:cubicBezTo>
                  <a:cubicBezTo>
                    <a:pt x="46238" y="47644"/>
                    <a:pt x="45979" y="49236"/>
                    <a:pt x="45978" y="50828"/>
                  </a:cubicBezTo>
                  <a:cubicBezTo>
                    <a:pt x="45959" y="152616"/>
                    <a:pt x="45961" y="254405"/>
                    <a:pt x="45961" y="356193"/>
                  </a:cubicBezTo>
                  <a:cubicBezTo>
                    <a:pt x="45961" y="435003"/>
                    <a:pt x="45961" y="513813"/>
                    <a:pt x="45961" y="592624"/>
                  </a:cubicBezTo>
                  <a:cubicBezTo>
                    <a:pt x="45961" y="593794"/>
                    <a:pt x="45961" y="594964"/>
                    <a:pt x="45961" y="596617"/>
                  </a:cubicBezTo>
                  <a:cubicBezTo>
                    <a:pt x="46839" y="596029"/>
                    <a:pt x="47443" y="595852"/>
                    <a:pt x="47560" y="595509"/>
                  </a:cubicBezTo>
                  <a:cubicBezTo>
                    <a:pt x="48245" y="593500"/>
                    <a:pt x="50054" y="592414"/>
                    <a:pt x="51222" y="590825"/>
                  </a:cubicBezTo>
                  <a:cubicBezTo>
                    <a:pt x="54052" y="586976"/>
                    <a:pt x="57935" y="584009"/>
                    <a:pt x="60343" y="579819"/>
                  </a:cubicBezTo>
                  <a:cubicBezTo>
                    <a:pt x="60440" y="579650"/>
                    <a:pt x="60622" y="579530"/>
                    <a:pt x="60758" y="579382"/>
                  </a:cubicBezTo>
                  <a:cubicBezTo>
                    <a:pt x="64256" y="575545"/>
                    <a:pt x="68093" y="571957"/>
                    <a:pt x="71145" y="567794"/>
                  </a:cubicBezTo>
                  <a:cubicBezTo>
                    <a:pt x="73738" y="564256"/>
                    <a:pt x="77494" y="561722"/>
                    <a:pt x="79446" y="557702"/>
                  </a:cubicBezTo>
                  <a:cubicBezTo>
                    <a:pt x="79530" y="557530"/>
                    <a:pt x="79726" y="557415"/>
                    <a:pt x="79862" y="557266"/>
                  </a:cubicBezTo>
                  <a:cubicBezTo>
                    <a:pt x="83366" y="553424"/>
                    <a:pt x="87086" y="549751"/>
                    <a:pt x="90305" y="545682"/>
                  </a:cubicBezTo>
                  <a:cubicBezTo>
                    <a:pt x="92800" y="542528"/>
                    <a:pt x="95884" y="539905"/>
                    <a:pt x="98214" y="536712"/>
                  </a:cubicBezTo>
                  <a:cubicBezTo>
                    <a:pt x="99943" y="534339"/>
                    <a:pt x="102033" y="532392"/>
                    <a:pt x="103882" y="530189"/>
                  </a:cubicBezTo>
                  <a:cubicBezTo>
                    <a:pt x="106486" y="527084"/>
                    <a:pt x="108950" y="523861"/>
                    <a:pt x="111478" y="520692"/>
                  </a:cubicBezTo>
                  <a:cubicBezTo>
                    <a:pt x="111666" y="520457"/>
                    <a:pt x="111892" y="520251"/>
                    <a:pt x="112096" y="520028"/>
                  </a:cubicBezTo>
                  <a:cubicBezTo>
                    <a:pt x="115666" y="516121"/>
                    <a:pt x="119315" y="512283"/>
                    <a:pt x="122779" y="508284"/>
                  </a:cubicBezTo>
                  <a:cubicBezTo>
                    <a:pt x="125431" y="505222"/>
                    <a:pt x="127848" y="501956"/>
                    <a:pt x="130373" y="498784"/>
                  </a:cubicBezTo>
                  <a:cubicBezTo>
                    <a:pt x="130498" y="498627"/>
                    <a:pt x="130658" y="498499"/>
                    <a:pt x="130794" y="498351"/>
                  </a:cubicBezTo>
                  <a:cubicBezTo>
                    <a:pt x="134431" y="494370"/>
                    <a:pt x="138146" y="490458"/>
                    <a:pt x="141677" y="486385"/>
                  </a:cubicBezTo>
                  <a:cubicBezTo>
                    <a:pt x="144336" y="483319"/>
                    <a:pt x="146758" y="480047"/>
                    <a:pt x="149288" y="476869"/>
                  </a:cubicBezTo>
                  <a:cubicBezTo>
                    <a:pt x="149413" y="476712"/>
                    <a:pt x="149569" y="476581"/>
                    <a:pt x="149705" y="476432"/>
                  </a:cubicBezTo>
                  <a:cubicBezTo>
                    <a:pt x="153267" y="472522"/>
                    <a:pt x="156903" y="468677"/>
                    <a:pt x="160365" y="464680"/>
                  </a:cubicBezTo>
                  <a:cubicBezTo>
                    <a:pt x="163148" y="461467"/>
                    <a:pt x="165693" y="458049"/>
                    <a:pt x="168401" y="454769"/>
                  </a:cubicBezTo>
                  <a:cubicBezTo>
                    <a:pt x="169295" y="453687"/>
                    <a:pt x="170439" y="452812"/>
                    <a:pt x="171350" y="451740"/>
                  </a:cubicBezTo>
                  <a:cubicBezTo>
                    <a:pt x="174694" y="447805"/>
                    <a:pt x="177987" y="443827"/>
                    <a:pt x="181301" y="439867"/>
                  </a:cubicBezTo>
                  <a:cubicBezTo>
                    <a:pt x="181430" y="439713"/>
                    <a:pt x="181587" y="439583"/>
                    <a:pt x="181723" y="439434"/>
                  </a:cubicBezTo>
                  <a:cubicBezTo>
                    <a:pt x="185287" y="435524"/>
                    <a:pt x="188926" y="431680"/>
                    <a:pt x="192388" y="427681"/>
                  </a:cubicBezTo>
                  <a:cubicBezTo>
                    <a:pt x="195107" y="424540"/>
                    <a:pt x="197561" y="421171"/>
                    <a:pt x="200226" y="417981"/>
                  </a:cubicBezTo>
                  <a:cubicBezTo>
                    <a:pt x="201384" y="416595"/>
                    <a:pt x="202717" y="415338"/>
                    <a:pt x="204090" y="414162"/>
                  </a:cubicBezTo>
                  <a:cubicBezTo>
                    <a:pt x="204550" y="413768"/>
                    <a:pt x="205380" y="413806"/>
                    <a:pt x="205873" y="413687"/>
                  </a:cubicBezTo>
                  <a:cubicBezTo>
                    <a:pt x="207185" y="415209"/>
                    <a:pt x="208318" y="416574"/>
                    <a:pt x="209504" y="417891"/>
                  </a:cubicBezTo>
                  <a:cubicBezTo>
                    <a:pt x="212711" y="421452"/>
                    <a:pt x="216210" y="424793"/>
                    <a:pt x="219062" y="428618"/>
                  </a:cubicBezTo>
                  <a:cubicBezTo>
                    <a:pt x="220810" y="430963"/>
                    <a:pt x="222926" y="432905"/>
                    <a:pt x="224709" y="435155"/>
                  </a:cubicBezTo>
                  <a:cubicBezTo>
                    <a:pt x="228919" y="440467"/>
                    <a:pt x="233549" y="445402"/>
                    <a:pt x="237970" y="450520"/>
                  </a:cubicBezTo>
                  <a:cubicBezTo>
                    <a:pt x="241930" y="455105"/>
                    <a:pt x="245682" y="459873"/>
                    <a:pt x="250072" y="464537"/>
                  </a:cubicBezTo>
                  <a:cubicBezTo>
                    <a:pt x="250422" y="464935"/>
                    <a:pt x="250590" y="465044"/>
                    <a:pt x="250759" y="465154"/>
                  </a:cubicBezTo>
                  <a:cubicBezTo>
                    <a:pt x="251324" y="466050"/>
                    <a:pt x="251796" y="467024"/>
                    <a:pt x="252473" y="467827"/>
                  </a:cubicBezTo>
                  <a:cubicBezTo>
                    <a:pt x="254206" y="469881"/>
                    <a:pt x="256030" y="471859"/>
                    <a:pt x="257920" y="474237"/>
                  </a:cubicBezTo>
                  <a:cubicBezTo>
                    <a:pt x="258405" y="474904"/>
                    <a:pt x="258787" y="475201"/>
                    <a:pt x="259169" y="475498"/>
                  </a:cubicBezTo>
                  <a:cubicBezTo>
                    <a:pt x="259687" y="476011"/>
                    <a:pt x="260205" y="476525"/>
                    <a:pt x="260884" y="477350"/>
                  </a:cubicBezTo>
                  <a:cubicBezTo>
                    <a:pt x="261428" y="477948"/>
                    <a:pt x="261811" y="478234"/>
                    <a:pt x="262193" y="478520"/>
                  </a:cubicBezTo>
                  <a:cubicBezTo>
                    <a:pt x="262775" y="479375"/>
                    <a:pt x="263358" y="480230"/>
                    <a:pt x="264058" y="481416"/>
                  </a:cubicBezTo>
                  <a:cubicBezTo>
                    <a:pt x="264354" y="481837"/>
                    <a:pt x="264531" y="481928"/>
                    <a:pt x="264709" y="482018"/>
                  </a:cubicBezTo>
                  <a:cubicBezTo>
                    <a:pt x="266029" y="483344"/>
                    <a:pt x="267349" y="484670"/>
                    <a:pt x="268834" y="486297"/>
                  </a:cubicBezTo>
                  <a:cubicBezTo>
                    <a:pt x="269180" y="486687"/>
                    <a:pt x="269362" y="486775"/>
                    <a:pt x="269543" y="486864"/>
                  </a:cubicBezTo>
                  <a:cubicBezTo>
                    <a:pt x="269955" y="487640"/>
                    <a:pt x="270230" y="488539"/>
                    <a:pt x="270801" y="489172"/>
                  </a:cubicBezTo>
                  <a:cubicBezTo>
                    <a:pt x="274578" y="493357"/>
                    <a:pt x="278419" y="497486"/>
                    <a:pt x="282362" y="501957"/>
                  </a:cubicBezTo>
                  <a:cubicBezTo>
                    <a:pt x="282813" y="502780"/>
                    <a:pt x="283141" y="503279"/>
                    <a:pt x="283469" y="503777"/>
                  </a:cubicBezTo>
                  <a:cubicBezTo>
                    <a:pt x="284975" y="505325"/>
                    <a:pt x="286481" y="506873"/>
                    <a:pt x="288166" y="508740"/>
                  </a:cubicBezTo>
                  <a:cubicBezTo>
                    <a:pt x="288675" y="509587"/>
                    <a:pt x="289006" y="510115"/>
                    <a:pt x="289336" y="510643"/>
                  </a:cubicBezTo>
                  <a:cubicBezTo>
                    <a:pt x="291046" y="512389"/>
                    <a:pt x="292785" y="514109"/>
                    <a:pt x="294451" y="515896"/>
                  </a:cubicBezTo>
                  <a:cubicBezTo>
                    <a:pt x="295027" y="516515"/>
                    <a:pt x="295420" y="517303"/>
                    <a:pt x="296027" y="518356"/>
                  </a:cubicBezTo>
                  <a:cubicBezTo>
                    <a:pt x="296339" y="518798"/>
                    <a:pt x="296520" y="518897"/>
                    <a:pt x="296701" y="518997"/>
                  </a:cubicBezTo>
                  <a:cubicBezTo>
                    <a:pt x="297399" y="519728"/>
                    <a:pt x="298097" y="520459"/>
                    <a:pt x="298980" y="521495"/>
                  </a:cubicBezTo>
                  <a:cubicBezTo>
                    <a:pt x="299550" y="522079"/>
                    <a:pt x="299936" y="522358"/>
                    <a:pt x="300322" y="522637"/>
                  </a:cubicBezTo>
                  <a:cubicBezTo>
                    <a:pt x="302137" y="525764"/>
                    <a:pt x="304772" y="528178"/>
                    <a:pt x="307288" y="530701"/>
                  </a:cubicBezTo>
                  <a:cubicBezTo>
                    <a:pt x="307608" y="531022"/>
                    <a:pt x="307693" y="531578"/>
                    <a:pt x="308034" y="532359"/>
                  </a:cubicBezTo>
                  <a:cubicBezTo>
                    <a:pt x="308359" y="532793"/>
                    <a:pt x="308538" y="532892"/>
                    <a:pt x="308716" y="532992"/>
                  </a:cubicBezTo>
                  <a:cubicBezTo>
                    <a:pt x="310531" y="534848"/>
                    <a:pt x="312345" y="536704"/>
                    <a:pt x="314301" y="538898"/>
                  </a:cubicBezTo>
                  <a:cubicBezTo>
                    <a:pt x="314780" y="539743"/>
                    <a:pt x="315118" y="540250"/>
                    <a:pt x="315456" y="540756"/>
                  </a:cubicBezTo>
                  <a:cubicBezTo>
                    <a:pt x="316878" y="542216"/>
                    <a:pt x="318300" y="543676"/>
                    <a:pt x="319881" y="545442"/>
                  </a:cubicBezTo>
                  <a:cubicBezTo>
                    <a:pt x="320292" y="545939"/>
                    <a:pt x="320544" y="546131"/>
                    <a:pt x="320796" y="546323"/>
                  </a:cubicBezTo>
                  <a:cubicBezTo>
                    <a:pt x="321592" y="547421"/>
                    <a:pt x="322356" y="548545"/>
                    <a:pt x="323191" y="549613"/>
                  </a:cubicBezTo>
                  <a:cubicBezTo>
                    <a:pt x="324409" y="551169"/>
                    <a:pt x="325677" y="552685"/>
                    <a:pt x="327066" y="554520"/>
                  </a:cubicBezTo>
                  <a:cubicBezTo>
                    <a:pt x="327208" y="554821"/>
                    <a:pt x="327404" y="555001"/>
                    <a:pt x="327404" y="555001"/>
                  </a:cubicBezTo>
                  <a:cubicBezTo>
                    <a:pt x="327404" y="555001"/>
                    <a:pt x="327671" y="555000"/>
                    <a:pt x="327671" y="555000"/>
                  </a:cubicBezTo>
                  <a:cubicBezTo>
                    <a:pt x="329423" y="556776"/>
                    <a:pt x="331176" y="558552"/>
                    <a:pt x="333090" y="560605"/>
                  </a:cubicBezTo>
                  <a:cubicBezTo>
                    <a:pt x="333341" y="561070"/>
                    <a:pt x="333489" y="561167"/>
                    <a:pt x="333697" y="561173"/>
                  </a:cubicBezTo>
                  <a:cubicBezTo>
                    <a:pt x="333927" y="561696"/>
                    <a:pt x="334043" y="562322"/>
                    <a:pt x="334405" y="562727"/>
                  </a:cubicBezTo>
                  <a:cubicBezTo>
                    <a:pt x="337872" y="566609"/>
                    <a:pt x="341381" y="570454"/>
                    <a:pt x="345066" y="574578"/>
                  </a:cubicBezTo>
                  <a:cubicBezTo>
                    <a:pt x="345354" y="575037"/>
                    <a:pt x="345508" y="575156"/>
                    <a:pt x="345717" y="575203"/>
                  </a:cubicBezTo>
                  <a:cubicBezTo>
                    <a:pt x="346093" y="575889"/>
                    <a:pt x="346469" y="576575"/>
                    <a:pt x="347009" y="577528"/>
                  </a:cubicBezTo>
                  <a:cubicBezTo>
                    <a:pt x="347172" y="577796"/>
                    <a:pt x="347369" y="577970"/>
                    <a:pt x="347369" y="577970"/>
                  </a:cubicBezTo>
                  <a:cubicBezTo>
                    <a:pt x="347369" y="577970"/>
                    <a:pt x="347631" y="577959"/>
                    <a:pt x="347631" y="577959"/>
                  </a:cubicBezTo>
                  <a:cubicBezTo>
                    <a:pt x="348984" y="579333"/>
                    <a:pt x="350336" y="580706"/>
                    <a:pt x="351840" y="582365"/>
                  </a:cubicBezTo>
                  <a:cubicBezTo>
                    <a:pt x="351991" y="582651"/>
                    <a:pt x="352197" y="582832"/>
                    <a:pt x="352197" y="582832"/>
                  </a:cubicBezTo>
                  <a:cubicBezTo>
                    <a:pt x="352197" y="582832"/>
                    <a:pt x="352471" y="582807"/>
                    <a:pt x="352471" y="582807"/>
                  </a:cubicBezTo>
                  <a:cubicBezTo>
                    <a:pt x="352570" y="583186"/>
                    <a:pt x="352668" y="583566"/>
                    <a:pt x="352894" y="584270"/>
                  </a:cubicBezTo>
                  <a:cubicBezTo>
                    <a:pt x="353206" y="584691"/>
                    <a:pt x="353389" y="584787"/>
                    <a:pt x="353572" y="584882"/>
                  </a:cubicBezTo>
                  <a:cubicBezTo>
                    <a:pt x="356423" y="588100"/>
                    <a:pt x="359273" y="591317"/>
                    <a:pt x="362348" y="594823"/>
                  </a:cubicBezTo>
                  <a:cubicBezTo>
                    <a:pt x="362890" y="595245"/>
                    <a:pt x="363210" y="595379"/>
                    <a:pt x="363529" y="595513"/>
                  </a:cubicBezTo>
                  <a:cubicBezTo>
                    <a:pt x="363584" y="595165"/>
                    <a:pt x="363638" y="594817"/>
                    <a:pt x="363693" y="594469"/>
                  </a:cubicBezTo>
                  <a:cubicBezTo>
                    <a:pt x="363715" y="593160"/>
                    <a:pt x="363756" y="591850"/>
                    <a:pt x="363756" y="590541"/>
                  </a:cubicBezTo>
                  <a:lnTo>
                    <a:pt x="363755" y="345949"/>
                  </a:lnTo>
                  <a:lnTo>
                    <a:pt x="363755" y="145312"/>
                  </a:lnTo>
                  <a:lnTo>
                    <a:pt x="363755" y="91620"/>
                  </a:lnTo>
                  <a:lnTo>
                    <a:pt x="409729" y="91620"/>
                  </a:lnTo>
                  <a:lnTo>
                    <a:pt x="409728" y="145312"/>
                  </a:lnTo>
                  <a:lnTo>
                    <a:pt x="409729" y="145312"/>
                  </a:lnTo>
                  <a:lnTo>
                    <a:pt x="409726" y="261984"/>
                  </a:lnTo>
                  <a:lnTo>
                    <a:pt x="409725" y="345949"/>
                  </a:lnTo>
                  <a:lnTo>
                    <a:pt x="409724" y="345949"/>
                  </a:lnTo>
                  <a:lnTo>
                    <a:pt x="409716" y="711448"/>
                  </a:lnTo>
                  <a:cubicBezTo>
                    <a:pt x="409716" y="715075"/>
                    <a:pt x="409677" y="718701"/>
                    <a:pt x="409383" y="722594"/>
                  </a:cubicBezTo>
                  <a:cubicBezTo>
                    <a:pt x="408915" y="722876"/>
                    <a:pt x="408720" y="722894"/>
                    <a:pt x="408525" y="722911"/>
                  </a:cubicBezTo>
                  <a:cubicBezTo>
                    <a:pt x="408287" y="722677"/>
                    <a:pt x="408049" y="722443"/>
                    <a:pt x="407634" y="721958"/>
                  </a:cubicBezTo>
                  <a:cubicBezTo>
                    <a:pt x="407284" y="721613"/>
                    <a:pt x="407110" y="721518"/>
                    <a:pt x="406936" y="721424"/>
                  </a:cubicBezTo>
                  <a:cubicBezTo>
                    <a:pt x="406098" y="720212"/>
                    <a:pt x="405373" y="718901"/>
                    <a:pt x="404403" y="717807"/>
                  </a:cubicBezTo>
                  <a:cubicBezTo>
                    <a:pt x="401088" y="714071"/>
                    <a:pt x="397380" y="710638"/>
                    <a:pt x="394428" y="706641"/>
                  </a:cubicBezTo>
                  <a:cubicBezTo>
                    <a:pt x="392501" y="704032"/>
                    <a:pt x="389999" y="702014"/>
                    <a:pt x="388148" y="699451"/>
                  </a:cubicBezTo>
                  <a:cubicBezTo>
                    <a:pt x="385784" y="696179"/>
                    <a:pt x="382661" y="693604"/>
                    <a:pt x="380273" y="690454"/>
                  </a:cubicBezTo>
                  <a:cubicBezTo>
                    <a:pt x="378689" y="688365"/>
                    <a:pt x="376850" y="686584"/>
                    <a:pt x="375195" y="684607"/>
                  </a:cubicBezTo>
                  <a:cubicBezTo>
                    <a:pt x="372206" y="681035"/>
                    <a:pt x="369291" y="677401"/>
                    <a:pt x="366343" y="673793"/>
                  </a:cubicBezTo>
                  <a:cubicBezTo>
                    <a:pt x="366280" y="673715"/>
                    <a:pt x="366202" y="673649"/>
                    <a:pt x="366135" y="673574"/>
                  </a:cubicBezTo>
                  <a:cubicBezTo>
                    <a:pt x="363416" y="670519"/>
                    <a:pt x="360710" y="667452"/>
                    <a:pt x="357974" y="664411"/>
                  </a:cubicBezTo>
                  <a:cubicBezTo>
                    <a:pt x="354502" y="660553"/>
                    <a:pt x="350986" y="656733"/>
                    <a:pt x="347526" y="652864"/>
                  </a:cubicBezTo>
                  <a:cubicBezTo>
                    <a:pt x="345535" y="650638"/>
                    <a:pt x="343331" y="648529"/>
                    <a:pt x="341737" y="646039"/>
                  </a:cubicBezTo>
                  <a:cubicBezTo>
                    <a:pt x="339755" y="642944"/>
                    <a:pt x="336719" y="640838"/>
                    <a:pt x="334687" y="637925"/>
                  </a:cubicBezTo>
                  <a:cubicBezTo>
                    <a:pt x="332655" y="635011"/>
                    <a:pt x="330091" y="632683"/>
                    <a:pt x="327752" y="630103"/>
                  </a:cubicBezTo>
                  <a:cubicBezTo>
                    <a:pt x="325610" y="627741"/>
                    <a:pt x="323249" y="625492"/>
                    <a:pt x="321563" y="622827"/>
                  </a:cubicBezTo>
                  <a:cubicBezTo>
                    <a:pt x="319752" y="619967"/>
                    <a:pt x="317176" y="617925"/>
                    <a:pt x="315050" y="615428"/>
                  </a:cubicBezTo>
                  <a:cubicBezTo>
                    <a:pt x="312092" y="611955"/>
                    <a:pt x="309260" y="608374"/>
                    <a:pt x="306374" y="604840"/>
                  </a:cubicBezTo>
                  <a:cubicBezTo>
                    <a:pt x="306311" y="604762"/>
                    <a:pt x="306242" y="604688"/>
                    <a:pt x="306175" y="604613"/>
                  </a:cubicBezTo>
                  <a:cubicBezTo>
                    <a:pt x="303750" y="601842"/>
                    <a:pt x="301358" y="599042"/>
                    <a:pt x="298893" y="596308"/>
                  </a:cubicBezTo>
                  <a:cubicBezTo>
                    <a:pt x="295148" y="592155"/>
                    <a:pt x="291332" y="588066"/>
                    <a:pt x="287588" y="583912"/>
                  </a:cubicBezTo>
                  <a:cubicBezTo>
                    <a:pt x="285589" y="581694"/>
                    <a:pt x="283390" y="579581"/>
                    <a:pt x="281801" y="577089"/>
                  </a:cubicBezTo>
                  <a:cubicBezTo>
                    <a:pt x="279824" y="573988"/>
                    <a:pt x="276782" y="571885"/>
                    <a:pt x="274752" y="568970"/>
                  </a:cubicBezTo>
                  <a:cubicBezTo>
                    <a:pt x="272722" y="566054"/>
                    <a:pt x="269744" y="563977"/>
                    <a:pt x="267926" y="561085"/>
                  </a:cubicBezTo>
                  <a:cubicBezTo>
                    <a:pt x="265771" y="557659"/>
                    <a:pt x="262013" y="555642"/>
                    <a:pt x="260432" y="551838"/>
                  </a:cubicBezTo>
                  <a:cubicBezTo>
                    <a:pt x="260361" y="551666"/>
                    <a:pt x="260151" y="551555"/>
                    <a:pt x="260015" y="551406"/>
                  </a:cubicBezTo>
                  <a:cubicBezTo>
                    <a:pt x="256095" y="547141"/>
                    <a:pt x="252097" y="542944"/>
                    <a:pt x="248283" y="538587"/>
                  </a:cubicBezTo>
                  <a:cubicBezTo>
                    <a:pt x="245541" y="535454"/>
                    <a:pt x="243043" y="532109"/>
                    <a:pt x="240434" y="528860"/>
                  </a:cubicBezTo>
                  <a:cubicBezTo>
                    <a:pt x="240309" y="528703"/>
                    <a:pt x="240160" y="528565"/>
                    <a:pt x="240024" y="528416"/>
                  </a:cubicBezTo>
                  <a:cubicBezTo>
                    <a:pt x="236538" y="524572"/>
                    <a:pt x="233046" y="520733"/>
                    <a:pt x="229568" y="516881"/>
                  </a:cubicBezTo>
                  <a:cubicBezTo>
                    <a:pt x="226827" y="513846"/>
                    <a:pt x="223776" y="511018"/>
                    <a:pt x="221479" y="507675"/>
                  </a:cubicBezTo>
                  <a:cubicBezTo>
                    <a:pt x="219744" y="505149"/>
                    <a:pt x="217532" y="503188"/>
                    <a:pt x="215592" y="500925"/>
                  </a:cubicBezTo>
                  <a:cubicBezTo>
                    <a:pt x="214176" y="499273"/>
                    <a:pt x="212875" y="497524"/>
                    <a:pt x="211508" y="495831"/>
                  </a:cubicBezTo>
                  <a:cubicBezTo>
                    <a:pt x="210200" y="494213"/>
                    <a:pt x="208866" y="492616"/>
                    <a:pt x="207558" y="490998"/>
                  </a:cubicBezTo>
                  <a:cubicBezTo>
                    <a:pt x="206991" y="490295"/>
                    <a:pt x="206461" y="489562"/>
                    <a:pt x="205714" y="488579"/>
                  </a:cubicBezTo>
                  <a:cubicBezTo>
                    <a:pt x="203028" y="491286"/>
                    <a:pt x="200215" y="493051"/>
                    <a:pt x="198737" y="496136"/>
                  </a:cubicBezTo>
                  <a:cubicBezTo>
                    <a:pt x="198610" y="496400"/>
                    <a:pt x="198394" y="496629"/>
                    <a:pt x="198195" y="496852"/>
                  </a:cubicBezTo>
                  <a:cubicBezTo>
                    <a:pt x="195279" y="500129"/>
                    <a:pt x="192370" y="503412"/>
                    <a:pt x="189436" y="506673"/>
                  </a:cubicBezTo>
                  <a:cubicBezTo>
                    <a:pt x="186163" y="510309"/>
                    <a:pt x="182607" y="513727"/>
                    <a:pt x="179676" y="517618"/>
                  </a:cubicBezTo>
                  <a:cubicBezTo>
                    <a:pt x="177855" y="520035"/>
                    <a:pt x="175474" y="521936"/>
                    <a:pt x="173844" y="524388"/>
                  </a:cubicBezTo>
                  <a:cubicBezTo>
                    <a:pt x="171871" y="527356"/>
                    <a:pt x="168993" y="529464"/>
                    <a:pt x="166994" y="532275"/>
                  </a:cubicBezTo>
                  <a:cubicBezTo>
                    <a:pt x="164937" y="535170"/>
                    <a:pt x="162138" y="537342"/>
                    <a:pt x="160103" y="540138"/>
                  </a:cubicBezTo>
                  <a:cubicBezTo>
                    <a:pt x="158143" y="542832"/>
                    <a:pt x="155487" y="544904"/>
                    <a:pt x="153687" y="547595"/>
                  </a:cubicBezTo>
                  <a:cubicBezTo>
                    <a:pt x="151812" y="550399"/>
                    <a:pt x="149098" y="552359"/>
                    <a:pt x="147213" y="555012"/>
                  </a:cubicBezTo>
                  <a:cubicBezTo>
                    <a:pt x="144984" y="558150"/>
                    <a:pt x="141966" y="560547"/>
                    <a:pt x="139730" y="563576"/>
                  </a:cubicBezTo>
                  <a:cubicBezTo>
                    <a:pt x="137991" y="565931"/>
                    <a:pt x="135920" y="567904"/>
                    <a:pt x="134047" y="570091"/>
                  </a:cubicBezTo>
                  <a:cubicBezTo>
                    <a:pt x="131081" y="573555"/>
                    <a:pt x="128259" y="577144"/>
                    <a:pt x="125376" y="580679"/>
                  </a:cubicBezTo>
                  <a:cubicBezTo>
                    <a:pt x="125312" y="580757"/>
                    <a:pt x="125240" y="580827"/>
                    <a:pt x="125172" y="580902"/>
                  </a:cubicBezTo>
                  <a:cubicBezTo>
                    <a:pt x="121818" y="584596"/>
                    <a:pt x="118399" y="588235"/>
                    <a:pt x="115129" y="592002"/>
                  </a:cubicBezTo>
                  <a:cubicBezTo>
                    <a:pt x="111877" y="595748"/>
                    <a:pt x="108774" y="599625"/>
                    <a:pt x="105604" y="603443"/>
                  </a:cubicBezTo>
                  <a:cubicBezTo>
                    <a:pt x="105476" y="603598"/>
                    <a:pt x="105331" y="603739"/>
                    <a:pt x="105196" y="603889"/>
                  </a:cubicBezTo>
                  <a:cubicBezTo>
                    <a:pt x="101842" y="607583"/>
                    <a:pt x="98422" y="611220"/>
                    <a:pt x="95152" y="614987"/>
                  </a:cubicBezTo>
                  <a:cubicBezTo>
                    <a:pt x="91898" y="618733"/>
                    <a:pt x="88795" y="622609"/>
                    <a:pt x="85625" y="626427"/>
                  </a:cubicBezTo>
                  <a:cubicBezTo>
                    <a:pt x="85560" y="626505"/>
                    <a:pt x="85486" y="626574"/>
                    <a:pt x="85419" y="626649"/>
                  </a:cubicBezTo>
                  <a:cubicBezTo>
                    <a:pt x="82709" y="629707"/>
                    <a:pt x="80016" y="632781"/>
                    <a:pt x="77285" y="635820"/>
                  </a:cubicBezTo>
                  <a:cubicBezTo>
                    <a:pt x="73815" y="639681"/>
                    <a:pt x="70297" y="643497"/>
                    <a:pt x="66835" y="647364"/>
                  </a:cubicBezTo>
                  <a:cubicBezTo>
                    <a:pt x="64843" y="649589"/>
                    <a:pt x="62639" y="651697"/>
                    <a:pt x="61039" y="654185"/>
                  </a:cubicBezTo>
                  <a:cubicBezTo>
                    <a:pt x="59052" y="657276"/>
                    <a:pt x="56017" y="659392"/>
                    <a:pt x="53993" y="662308"/>
                  </a:cubicBezTo>
                  <a:cubicBezTo>
                    <a:pt x="51907" y="665313"/>
                    <a:pt x="49243" y="667685"/>
                    <a:pt x="46855" y="670356"/>
                  </a:cubicBezTo>
                  <a:cubicBezTo>
                    <a:pt x="44864" y="672583"/>
                    <a:pt x="42669" y="674694"/>
                    <a:pt x="41056" y="677176"/>
                  </a:cubicBezTo>
                  <a:cubicBezTo>
                    <a:pt x="39111" y="680167"/>
                    <a:pt x="36212" y="682264"/>
                    <a:pt x="34208" y="685075"/>
                  </a:cubicBezTo>
                  <a:cubicBezTo>
                    <a:pt x="32035" y="688125"/>
                    <a:pt x="29285" y="690563"/>
                    <a:pt x="26883" y="693350"/>
                  </a:cubicBezTo>
                  <a:cubicBezTo>
                    <a:pt x="24297" y="696349"/>
                    <a:pt x="21938" y="699545"/>
                    <a:pt x="19479" y="702654"/>
                  </a:cubicBezTo>
                  <a:cubicBezTo>
                    <a:pt x="19417" y="702733"/>
                    <a:pt x="19337" y="702798"/>
                    <a:pt x="19269" y="702872"/>
                  </a:cubicBezTo>
                  <a:cubicBezTo>
                    <a:pt x="15414" y="707064"/>
                    <a:pt x="11535" y="711233"/>
                    <a:pt x="7715" y="715456"/>
                  </a:cubicBezTo>
                  <a:cubicBezTo>
                    <a:pt x="5578" y="717819"/>
                    <a:pt x="3541" y="720272"/>
                    <a:pt x="1068" y="722791"/>
                  </a:cubicBezTo>
                  <a:cubicBezTo>
                    <a:pt x="536" y="722948"/>
                    <a:pt x="395" y="722999"/>
                    <a:pt x="255" y="723050"/>
                  </a:cubicBezTo>
                  <a:cubicBezTo>
                    <a:pt x="169" y="721646"/>
                    <a:pt x="9" y="720241"/>
                    <a:pt x="9" y="718837"/>
                  </a:cubicBezTo>
                  <a:cubicBezTo>
                    <a:pt x="-3" y="480391"/>
                    <a:pt x="-2" y="241946"/>
                    <a:pt x="1" y="3501"/>
                  </a:cubicBezTo>
                  <a:cubicBezTo>
                    <a:pt x="1" y="2696"/>
                    <a:pt x="44" y="1890"/>
                    <a:pt x="332" y="834"/>
                  </a:cubicBezTo>
                  <a:cubicBezTo>
                    <a:pt x="729" y="436"/>
                    <a:pt x="862" y="290"/>
                    <a:pt x="996" y="143"/>
                  </a:cubicBezTo>
                  <a:cubicBezTo>
                    <a:pt x="1898" y="95"/>
                    <a:pt x="2800" y="4"/>
                    <a:pt x="3703" y="4"/>
                  </a:cubicBezTo>
                  <a:cubicBezTo>
                    <a:pt x="100689" y="-2"/>
                    <a:pt x="197676" y="-2"/>
                    <a:pt x="294662" y="1"/>
                  </a:cubicBezTo>
                  <a:close/>
                </a:path>
              </a:pathLst>
            </a:custGeom>
            <a:solidFill>
              <a:schemeClr val="accent2"/>
            </a:solidFill>
            <a:ln w="2590" cap="flat">
              <a:noFill/>
              <a:prstDash val="solid"/>
              <a:miter/>
            </a:ln>
          </p:spPr>
          <p:txBody>
            <a:bodyPr wrap="square" rtlCol="0" anchor="ctr">
              <a:noAutofit/>
            </a:bodyPr>
            <a:lstStyle/>
            <a:p>
              <a:endParaRPr lang="en-US"/>
            </a:p>
          </p:txBody>
        </p:sp>
        <p:sp>
          <p:nvSpPr>
            <p:cNvPr id="57" name="Rectangle 56">
              <a:extLst>
                <a:ext uri="{FF2B5EF4-FFF2-40B4-BE49-F238E27FC236}">
                  <a16:creationId xmlns:a16="http://schemas.microsoft.com/office/drawing/2014/main" id="{3808D55E-9120-6FF6-EE83-F3D5E06CB359}"/>
                </a:ext>
                <a:ext uri="{C183D7F6-B498-43B3-948B-1728B52AA6E4}">
                  <adec:decorative xmlns:adec="http://schemas.microsoft.com/office/drawing/2017/decorative" val="1"/>
                </a:ext>
              </a:extLst>
            </p:cNvPr>
            <p:cNvSpPr/>
            <p:nvPr/>
          </p:nvSpPr>
          <p:spPr>
            <a:xfrm>
              <a:off x="5101898" y="2930159"/>
              <a:ext cx="41299" cy="41293"/>
            </a:xfrm>
            <a:prstGeom prst="rect">
              <a:avLst/>
            </a:prstGeom>
            <a:solidFill>
              <a:schemeClr val="bg1"/>
            </a:solidFill>
            <a:ln w="2590" cap="flat">
              <a:noFill/>
              <a:prstDash val="solid"/>
              <a:miter/>
            </a:ln>
          </p:spPr>
          <p:txBody>
            <a:bodyPr rtlCol="0" anchor="ctr"/>
            <a:lstStyle/>
            <a:p>
              <a:endParaRPr lang="en-US" dirty="0"/>
            </a:p>
          </p:txBody>
        </p:sp>
      </p:grpSp>
      <p:grpSp>
        <p:nvGrpSpPr>
          <p:cNvPr id="897" name="Group 896">
            <a:extLst>
              <a:ext uri="{FF2B5EF4-FFF2-40B4-BE49-F238E27FC236}">
                <a16:creationId xmlns:a16="http://schemas.microsoft.com/office/drawing/2014/main" id="{1E1EDC23-6FD5-CC08-FDD4-A0113BD1C30E}"/>
              </a:ext>
              <a:ext uri="{C183D7F6-B498-43B3-948B-1728B52AA6E4}">
                <adec:decorative xmlns:adec="http://schemas.microsoft.com/office/drawing/2017/decorative" val="1"/>
              </a:ext>
            </a:extLst>
          </p:cNvPr>
          <p:cNvGrpSpPr>
            <a:grpSpLocks noChangeAspect="1"/>
          </p:cNvGrpSpPr>
          <p:nvPr/>
        </p:nvGrpSpPr>
        <p:grpSpPr>
          <a:xfrm>
            <a:off x="7404350" y="2998739"/>
            <a:ext cx="476951" cy="320040"/>
            <a:chOff x="7404350" y="2998739"/>
            <a:chExt cx="476951" cy="320040"/>
          </a:xfrm>
          <a:solidFill>
            <a:srgbClr val="FF0000"/>
          </a:solidFill>
        </p:grpSpPr>
        <p:sp>
          <p:nvSpPr>
            <p:cNvPr id="1615" name="Freeform: Shape 1614">
              <a:extLst>
                <a:ext uri="{FF2B5EF4-FFF2-40B4-BE49-F238E27FC236}">
                  <a16:creationId xmlns:a16="http://schemas.microsoft.com/office/drawing/2014/main" id="{97500097-CDEC-AA7D-DD03-805E8B3E85DA}"/>
                </a:ext>
                <a:ext uri="{C183D7F6-B498-43B3-948B-1728B52AA6E4}">
                  <adec:decorative xmlns:adec="http://schemas.microsoft.com/office/drawing/2017/decorative" val="1"/>
                </a:ext>
              </a:extLst>
            </p:cNvPr>
            <p:cNvSpPr/>
            <p:nvPr/>
          </p:nvSpPr>
          <p:spPr>
            <a:xfrm flipH="1">
              <a:off x="7409935" y="2998739"/>
              <a:ext cx="471366" cy="314269"/>
            </a:xfrm>
            <a:custGeom>
              <a:avLst/>
              <a:gdLst>
                <a:gd name="connsiteX0" fmla="*/ 139258 w 928878"/>
                <a:gd name="connsiteY0" fmla="*/ 44617 h 619302"/>
                <a:gd name="connsiteX1" fmla="*/ 856074 w 928878"/>
                <a:gd name="connsiteY1" fmla="*/ 44618 h 619302"/>
                <a:gd name="connsiteX2" fmla="*/ 872697 w 928878"/>
                <a:gd name="connsiteY2" fmla="*/ 44709 h 619302"/>
                <a:gd name="connsiteX3" fmla="*/ 884063 w 928878"/>
                <a:gd name="connsiteY3" fmla="*/ 46578 h 619302"/>
                <a:gd name="connsiteX4" fmla="*/ 883960 w 928878"/>
                <a:gd name="connsiteY4" fmla="*/ 95326 h 619302"/>
                <a:gd name="connsiteX5" fmla="*/ 881939 w 928878"/>
                <a:gd name="connsiteY5" fmla="*/ 143704 h 619302"/>
                <a:gd name="connsiteX6" fmla="*/ 859409 w 928878"/>
                <a:gd name="connsiteY6" fmla="*/ 144099 h 619302"/>
                <a:gd name="connsiteX7" fmla="*/ 68696 w 928878"/>
                <a:gd name="connsiteY7" fmla="*/ 144115 h 619302"/>
                <a:gd name="connsiteX8" fmla="*/ 55769 w 928878"/>
                <a:gd name="connsiteY8" fmla="*/ 144019 h 619302"/>
                <a:gd name="connsiteX9" fmla="*/ 45739 w 928878"/>
                <a:gd name="connsiteY9" fmla="*/ 142142 h 619302"/>
                <a:gd name="connsiteX10" fmla="*/ 47573 w 928878"/>
                <a:gd name="connsiteY10" fmla="*/ 44623 h 619302"/>
                <a:gd name="connsiteX11" fmla="*/ 139258 w 928878"/>
                <a:gd name="connsiteY11" fmla="*/ 44617 h 619302"/>
                <a:gd name="connsiteX12" fmla="*/ 869978 w 928878"/>
                <a:gd name="connsiteY12" fmla="*/ 0 h 619302"/>
                <a:gd name="connsiteX13" fmla="*/ 23059 w 928878"/>
                <a:gd name="connsiteY13" fmla="*/ 78 h 619302"/>
                <a:gd name="connsiteX14" fmla="*/ 2082 w 928878"/>
                <a:gd name="connsiteY14" fmla="*/ 78 h 619302"/>
                <a:gd name="connsiteX15" fmla="*/ 217 w 928878"/>
                <a:gd name="connsiteY15" fmla="*/ 11512 h 619302"/>
                <a:gd name="connsiteX16" fmla="*/ 124 w 928878"/>
                <a:gd name="connsiteY16" fmla="*/ 24451 h 619302"/>
                <a:gd name="connsiteX17" fmla="*/ 124 w 928878"/>
                <a:gd name="connsiteY17" fmla="*/ 562559 h 619302"/>
                <a:gd name="connsiteX18" fmla="*/ 100 w 928878"/>
                <a:gd name="connsiteY18" fmla="*/ 575499 h 619302"/>
                <a:gd name="connsiteX19" fmla="*/ 41604 w 928878"/>
                <a:gd name="connsiteY19" fmla="*/ 619127 h 619302"/>
                <a:gd name="connsiteX20" fmla="*/ 54543 w 928878"/>
                <a:gd name="connsiteY20" fmla="*/ 619302 h 619302"/>
                <a:gd name="connsiteX21" fmla="*/ 466060 w 928878"/>
                <a:gd name="connsiteY21" fmla="*/ 619274 h 619302"/>
                <a:gd name="connsiteX22" fmla="*/ 840599 w 928878"/>
                <a:gd name="connsiteY22" fmla="*/ 619300 h 619302"/>
                <a:gd name="connsiteX23" fmla="*/ 840599 w 928878"/>
                <a:gd name="connsiteY23" fmla="*/ 574690 h 619302"/>
                <a:gd name="connsiteX24" fmla="*/ 464590 w 928878"/>
                <a:gd name="connsiteY24" fmla="*/ 574766 h 619302"/>
                <a:gd name="connsiteX25" fmla="*/ 68957 w 928878"/>
                <a:gd name="connsiteY25" fmla="*/ 574687 h 619302"/>
                <a:gd name="connsiteX26" fmla="*/ 47183 w 928878"/>
                <a:gd name="connsiteY26" fmla="*/ 574321 h 619302"/>
                <a:gd name="connsiteX27" fmla="*/ 44659 w 928878"/>
                <a:gd name="connsiteY27" fmla="*/ 553628 h 619302"/>
                <a:gd name="connsiteX28" fmla="*/ 44571 w 928878"/>
                <a:gd name="connsiteY28" fmla="*/ 278165 h 619302"/>
                <a:gd name="connsiteX29" fmla="*/ 44571 w 928878"/>
                <a:gd name="connsiteY29" fmla="*/ 245999 h 619302"/>
                <a:gd name="connsiteX30" fmla="*/ 55669 w 928878"/>
                <a:gd name="connsiteY30" fmla="*/ 243959 h 619302"/>
                <a:gd name="connsiteX31" fmla="*/ 70453 w 928878"/>
                <a:gd name="connsiteY31" fmla="*/ 243852 h 619302"/>
                <a:gd name="connsiteX32" fmla="*/ 859867 w 928878"/>
                <a:gd name="connsiteY32" fmla="*/ 243866 h 619302"/>
                <a:gd name="connsiteX33" fmla="*/ 882967 w 928878"/>
                <a:gd name="connsiteY33" fmla="*/ 244233 h 619302"/>
                <a:gd name="connsiteX34" fmla="*/ 884018 w 928878"/>
                <a:gd name="connsiteY34" fmla="*/ 261473 h 619302"/>
                <a:gd name="connsiteX35" fmla="*/ 884121 w 928878"/>
                <a:gd name="connsiteY35" fmla="*/ 407524 h 619302"/>
                <a:gd name="connsiteX36" fmla="*/ 884266 w 928878"/>
                <a:gd name="connsiteY36" fmla="*/ 409179 h 619302"/>
                <a:gd name="connsiteX37" fmla="*/ 884226 w 928878"/>
                <a:gd name="connsiteY37" fmla="*/ 531838 h 619302"/>
                <a:gd name="connsiteX38" fmla="*/ 928754 w 928878"/>
                <a:gd name="connsiteY38" fmla="*/ 531838 h 619302"/>
                <a:gd name="connsiteX39" fmla="*/ 928754 w 928878"/>
                <a:gd name="connsiteY39" fmla="*/ 393653 h 619302"/>
                <a:gd name="connsiteX40" fmla="*/ 928792 w 928878"/>
                <a:gd name="connsiteY40" fmla="*/ 391788 h 619302"/>
                <a:gd name="connsiteX41" fmla="*/ 928830 w 928878"/>
                <a:gd name="connsiteY41" fmla="*/ 57088 h 619302"/>
                <a:gd name="connsiteX42" fmla="*/ 928747 w 928878"/>
                <a:gd name="connsiteY42" fmla="*/ 44147 h 619302"/>
                <a:gd name="connsiteX43" fmla="*/ 914463 w 928878"/>
                <a:gd name="connsiteY43" fmla="*/ 11552 h 619302"/>
                <a:gd name="connsiteX44" fmla="*/ 909227 w 928878"/>
                <a:gd name="connsiteY44" fmla="*/ 5754 h 619302"/>
                <a:gd name="connsiteX45" fmla="*/ 869978 w 928878"/>
                <a:gd name="connsiteY45" fmla="*/ 0 h 61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28878" h="619302">
                  <a:moveTo>
                    <a:pt x="139258" y="44617"/>
                  </a:moveTo>
                  <a:cubicBezTo>
                    <a:pt x="378197" y="44617"/>
                    <a:pt x="617136" y="44617"/>
                    <a:pt x="856074" y="44618"/>
                  </a:cubicBezTo>
                  <a:cubicBezTo>
                    <a:pt x="861617" y="44618"/>
                    <a:pt x="867170" y="44420"/>
                    <a:pt x="872697" y="44709"/>
                  </a:cubicBezTo>
                  <a:cubicBezTo>
                    <a:pt x="876155" y="44889"/>
                    <a:pt x="879574" y="45810"/>
                    <a:pt x="884063" y="46578"/>
                  </a:cubicBezTo>
                  <a:cubicBezTo>
                    <a:pt x="884063" y="63462"/>
                    <a:pt x="884428" y="79406"/>
                    <a:pt x="883960" y="95326"/>
                  </a:cubicBezTo>
                  <a:cubicBezTo>
                    <a:pt x="883498" y="111061"/>
                    <a:pt x="886121" y="127010"/>
                    <a:pt x="881939" y="143704"/>
                  </a:cubicBezTo>
                  <a:cubicBezTo>
                    <a:pt x="873983" y="143849"/>
                    <a:pt x="866696" y="144098"/>
                    <a:pt x="859409" y="144099"/>
                  </a:cubicBezTo>
                  <a:cubicBezTo>
                    <a:pt x="595838" y="144119"/>
                    <a:pt x="332267" y="144115"/>
                    <a:pt x="68696" y="144115"/>
                  </a:cubicBezTo>
                  <a:cubicBezTo>
                    <a:pt x="64385" y="144115"/>
                    <a:pt x="60054" y="144360"/>
                    <a:pt x="55769" y="144019"/>
                  </a:cubicBezTo>
                  <a:cubicBezTo>
                    <a:pt x="52302" y="143744"/>
                    <a:pt x="48890" y="142757"/>
                    <a:pt x="45739" y="142142"/>
                  </a:cubicBezTo>
                  <a:cubicBezTo>
                    <a:pt x="43043" y="113641"/>
                    <a:pt x="43953" y="58037"/>
                    <a:pt x="47573" y="44623"/>
                  </a:cubicBezTo>
                  <a:cubicBezTo>
                    <a:pt x="76640" y="44621"/>
                    <a:pt x="106100" y="44619"/>
                    <a:pt x="139258" y="44617"/>
                  </a:cubicBezTo>
                  <a:close/>
                  <a:moveTo>
                    <a:pt x="869978" y="0"/>
                  </a:moveTo>
                  <a:cubicBezTo>
                    <a:pt x="587672" y="102"/>
                    <a:pt x="305365" y="77"/>
                    <a:pt x="23059" y="78"/>
                  </a:cubicBezTo>
                  <a:cubicBezTo>
                    <a:pt x="16358" y="78"/>
                    <a:pt x="9657" y="78"/>
                    <a:pt x="2082" y="78"/>
                  </a:cubicBezTo>
                  <a:cubicBezTo>
                    <a:pt x="1318" y="4591"/>
                    <a:pt x="460" y="8030"/>
                    <a:pt x="217" y="11512"/>
                  </a:cubicBezTo>
                  <a:cubicBezTo>
                    <a:pt x="-82" y="15806"/>
                    <a:pt x="124" y="20136"/>
                    <a:pt x="124" y="24451"/>
                  </a:cubicBezTo>
                  <a:cubicBezTo>
                    <a:pt x="124" y="203820"/>
                    <a:pt x="124" y="383190"/>
                    <a:pt x="124" y="562559"/>
                  </a:cubicBezTo>
                  <a:cubicBezTo>
                    <a:pt x="124" y="566873"/>
                    <a:pt x="450" y="571213"/>
                    <a:pt x="100" y="575499"/>
                  </a:cubicBezTo>
                  <a:cubicBezTo>
                    <a:pt x="-1660" y="597024"/>
                    <a:pt x="20120" y="619032"/>
                    <a:pt x="41604" y="619127"/>
                  </a:cubicBezTo>
                  <a:cubicBezTo>
                    <a:pt x="45917" y="619146"/>
                    <a:pt x="50230" y="619302"/>
                    <a:pt x="54543" y="619302"/>
                  </a:cubicBezTo>
                  <a:lnTo>
                    <a:pt x="466060" y="619274"/>
                  </a:lnTo>
                  <a:lnTo>
                    <a:pt x="840599" y="619300"/>
                  </a:lnTo>
                  <a:lnTo>
                    <a:pt x="840599" y="574690"/>
                  </a:lnTo>
                  <a:lnTo>
                    <a:pt x="464590" y="574766"/>
                  </a:lnTo>
                  <a:lnTo>
                    <a:pt x="68957" y="574687"/>
                  </a:lnTo>
                  <a:cubicBezTo>
                    <a:pt x="61657" y="574685"/>
                    <a:pt x="54358" y="574447"/>
                    <a:pt x="47183" y="574321"/>
                  </a:cubicBezTo>
                  <a:cubicBezTo>
                    <a:pt x="43017" y="567106"/>
                    <a:pt x="44669" y="560179"/>
                    <a:pt x="44659" y="553628"/>
                  </a:cubicBezTo>
                  <a:cubicBezTo>
                    <a:pt x="44529" y="461807"/>
                    <a:pt x="44571" y="369986"/>
                    <a:pt x="44571" y="278165"/>
                  </a:cubicBezTo>
                  <a:cubicBezTo>
                    <a:pt x="44571" y="267744"/>
                    <a:pt x="44571" y="257323"/>
                    <a:pt x="44571" y="245999"/>
                  </a:cubicBezTo>
                  <a:cubicBezTo>
                    <a:pt x="48817" y="245187"/>
                    <a:pt x="52217" y="244191"/>
                    <a:pt x="55669" y="243959"/>
                  </a:cubicBezTo>
                  <a:cubicBezTo>
                    <a:pt x="60577" y="243629"/>
                    <a:pt x="65523" y="243852"/>
                    <a:pt x="70453" y="243852"/>
                  </a:cubicBezTo>
                  <a:cubicBezTo>
                    <a:pt x="333591" y="243851"/>
                    <a:pt x="596729" y="243848"/>
                    <a:pt x="859867" y="243866"/>
                  </a:cubicBezTo>
                  <a:cubicBezTo>
                    <a:pt x="867154" y="243867"/>
                    <a:pt x="874440" y="244092"/>
                    <a:pt x="882967" y="244233"/>
                  </a:cubicBezTo>
                  <a:cubicBezTo>
                    <a:pt x="883382" y="250757"/>
                    <a:pt x="884008" y="256115"/>
                    <a:pt x="884018" y="261473"/>
                  </a:cubicBezTo>
                  <a:cubicBezTo>
                    <a:pt x="884109" y="310157"/>
                    <a:pt x="884080" y="358841"/>
                    <a:pt x="884121" y="407524"/>
                  </a:cubicBezTo>
                  <a:lnTo>
                    <a:pt x="884266" y="409179"/>
                  </a:lnTo>
                  <a:lnTo>
                    <a:pt x="884226" y="531838"/>
                  </a:lnTo>
                  <a:lnTo>
                    <a:pt x="928754" y="531838"/>
                  </a:lnTo>
                  <a:lnTo>
                    <a:pt x="928754" y="393653"/>
                  </a:lnTo>
                  <a:lnTo>
                    <a:pt x="928792" y="391788"/>
                  </a:lnTo>
                  <a:cubicBezTo>
                    <a:pt x="928872" y="280221"/>
                    <a:pt x="928834" y="168655"/>
                    <a:pt x="928830" y="57088"/>
                  </a:cubicBezTo>
                  <a:cubicBezTo>
                    <a:pt x="928830" y="52774"/>
                    <a:pt x="928982" y="48449"/>
                    <a:pt x="928747" y="44147"/>
                  </a:cubicBezTo>
                  <a:cubicBezTo>
                    <a:pt x="928057" y="31529"/>
                    <a:pt x="924888" y="19973"/>
                    <a:pt x="914463" y="11552"/>
                  </a:cubicBezTo>
                  <a:cubicBezTo>
                    <a:pt x="912577" y="10029"/>
                    <a:pt x="911160" y="7925"/>
                    <a:pt x="909227" y="5754"/>
                  </a:cubicBezTo>
                  <a:cubicBezTo>
                    <a:pt x="897004" y="236"/>
                    <a:pt x="883592" y="-5"/>
                    <a:pt x="869978" y="0"/>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667" name="Freeform: Shape 1666">
              <a:extLst>
                <a:ext uri="{FF2B5EF4-FFF2-40B4-BE49-F238E27FC236}">
                  <a16:creationId xmlns:a16="http://schemas.microsoft.com/office/drawing/2014/main" id="{B175CBC0-AE35-FFEB-3C05-E9D607009B5D}"/>
                </a:ext>
                <a:ext uri="{C183D7F6-B498-43B3-948B-1728B52AA6E4}">
                  <adec:decorative xmlns:adec="http://schemas.microsoft.com/office/drawing/2017/decorative" val="1"/>
                </a:ext>
              </a:extLst>
            </p:cNvPr>
            <p:cNvSpPr/>
            <p:nvPr/>
          </p:nvSpPr>
          <p:spPr>
            <a:xfrm>
              <a:off x="7404350" y="3167348"/>
              <a:ext cx="420115" cy="151431"/>
            </a:xfrm>
            <a:custGeom>
              <a:avLst/>
              <a:gdLst>
                <a:gd name="connsiteX0" fmla="*/ 0 w 827882"/>
                <a:gd name="connsiteY0" fmla="*/ 231268 h 298412"/>
                <a:gd name="connsiteX1" fmla="*/ 67447 w 827882"/>
                <a:gd name="connsiteY1" fmla="*/ 231268 h 298412"/>
                <a:gd name="connsiteX2" fmla="*/ 67447 w 827882"/>
                <a:gd name="connsiteY2" fmla="*/ 298412 h 298412"/>
                <a:gd name="connsiteX3" fmla="*/ 0 w 827882"/>
                <a:gd name="connsiteY3" fmla="*/ 298412 h 298412"/>
                <a:gd name="connsiteX4" fmla="*/ 779543 w 827882"/>
                <a:gd name="connsiteY4" fmla="*/ 135087 h 298412"/>
                <a:gd name="connsiteX5" fmla="*/ 765641 w 827882"/>
                <a:gd name="connsiteY5" fmla="*/ 135870 h 298412"/>
                <a:gd name="connsiteX6" fmla="*/ 772289 w 827882"/>
                <a:gd name="connsiteY6" fmla="*/ 148301 h 298412"/>
                <a:gd name="connsiteX7" fmla="*/ 790273 w 827882"/>
                <a:gd name="connsiteY7" fmla="*/ 155663 h 298412"/>
                <a:gd name="connsiteX8" fmla="*/ 806609 w 827882"/>
                <a:gd name="connsiteY8" fmla="*/ 151217 h 298412"/>
                <a:gd name="connsiteX9" fmla="*/ 805873 w 827882"/>
                <a:gd name="connsiteY9" fmla="*/ 136614 h 298412"/>
                <a:gd name="connsiteX10" fmla="*/ 779543 w 827882"/>
                <a:gd name="connsiteY10" fmla="*/ 135087 h 298412"/>
                <a:gd name="connsiteX11" fmla="*/ 677358 w 827882"/>
                <a:gd name="connsiteY11" fmla="*/ 135023 h 298412"/>
                <a:gd name="connsiteX12" fmla="*/ 657062 w 827882"/>
                <a:gd name="connsiteY12" fmla="*/ 135435 h 298412"/>
                <a:gd name="connsiteX13" fmla="*/ 652350 w 827882"/>
                <a:gd name="connsiteY13" fmla="*/ 137521 h 298412"/>
                <a:gd name="connsiteX14" fmla="*/ 654486 w 827882"/>
                <a:gd name="connsiteY14" fmla="*/ 154552 h 298412"/>
                <a:gd name="connsiteX15" fmla="*/ 668191 w 827882"/>
                <a:gd name="connsiteY15" fmla="*/ 155581 h 298412"/>
                <a:gd name="connsiteX16" fmla="*/ 682819 w 827882"/>
                <a:gd name="connsiteY16" fmla="*/ 154620 h 298412"/>
                <a:gd name="connsiteX17" fmla="*/ 690215 w 827882"/>
                <a:gd name="connsiteY17" fmla="*/ 135568 h 298412"/>
                <a:gd name="connsiteX18" fmla="*/ 677358 w 827882"/>
                <a:gd name="connsiteY18" fmla="*/ 135023 h 298412"/>
                <a:gd name="connsiteX19" fmla="*/ 665390 w 827882"/>
                <a:gd name="connsiteY19" fmla="*/ 101891 h 298412"/>
                <a:gd name="connsiteX20" fmla="*/ 652246 w 827882"/>
                <a:gd name="connsiteY20" fmla="*/ 103992 h 298412"/>
                <a:gd name="connsiteX21" fmla="*/ 652343 w 827882"/>
                <a:gd name="connsiteY21" fmla="*/ 114631 h 298412"/>
                <a:gd name="connsiteX22" fmla="*/ 654996 w 827882"/>
                <a:gd name="connsiteY22" fmla="*/ 118204 h 298412"/>
                <a:gd name="connsiteX23" fmla="*/ 696579 w 827882"/>
                <a:gd name="connsiteY23" fmla="*/ 118159 h 298412"/>
                <a:gd name="connsiteX24" fmla="*/ 696579 w 827882"/>
                <a:gd name="connsiteY24" fmla="*/ 102623 h 298412"/>
                <a:gd name="connsiteX25" fmla="*/ 678076 w 827882"/>
                <a:gd name="connsiteY25" fmla="*/ 101974 h 298412"/>
                <a:gd name="connsiteX26" fmla="*/ 665390 w 827882"/>
                <a:gd name="connsiteY26" fmla="*/ 101891 h 298412"/>
                <a:gd name="connsiteX27" fmla="*/ 776083 w 827882"/>
                <a:gd name="connsiteY27" fmla="*/ 101542 h 298412"/>
                <a:gd name="connsiteX28" fmla="*/ 762566 w 827882"/>
                <a:gd name="connsiteY28" fmla="*/ 102385 h 298412"/>
                <a:gd name="connsiteX29" fmla="*/ 764035 w 827882"/>
                <a:gd name="connsiteY29" fmla="*/ 118801 h 298412"/>
                <a:gd name="connsiteX30" fmla="*/ 806408 w 827882"/>
                <a:gd name="connsiteY30" fmla="*/ 117269 h 298412"/>
                <a:gd name="connsiteX31" fmla="*/ 805688 w 827882"/>
                <a:gd name="connsiteY31" fmla="*/ 102698 h 298412"/>
                <a:gd name="connsiteX32" fmla="*/ 776083 w 827882"/>
                <a:gd name="connsiteY32" fmla="*/ 101542 h 298412"/>
                <a:gd name="connsiteX33" fmla="*/ 121814 w 827882"/>
                <a:gd name="connsiteY33" fmla="*/ 66344 h 298412"/>
                <a:gd name="connsiteX34" fmla="*/ 166032 w 827882"/>
                <a:gd name="connsiteY34" fmla="*/ 66344 h 298412"/>
                <a:gd name="connsiteX35" fmla="*/ 166032 w 827882"/>
                <a:gd name="connsiteY35" fmla="*/ 89467 h 298412"/>
                <a:gd name="connsiteX36" fmla="*/ 121814 w 827882"/>
                <a:gd name="connsiteY36" fmla="*/ 89467 h 298412"/>
                <a:gd name="connsiteX37" fmla="*/ 230747 w 827882"/>
                <a:gd name="connsiteY37" fmla="*/ 66179 h 298412"/>
                <a:gd name="connsiteX38" fmla="*/ 277124 w 827882"/>
                <a:gd name="connsiteY38" fmla="*/ 66179 h 298412"/>
                <a:gd name="connsiteX39" fmla="*/ 277124 w 827882"/>
                <a:gd name="connsiteY39" fmla="*/ 89210 h 298412"/>
                <a:gd name="connsiteX40" fmla="*/ 230747 w 827882"/>
                <a:gd name="connsiteY40" fmla="*/ 89210 h 298412"/>
                <a:gd name="connsiteX41" fmla="*/ 738409 w 827882"/>
                <a:gd name="connsiteY41" fmla="*/ 65024 h 298412"/>
                <a:gd name="connsiteX42" fmla="*/ 718162 w 827882"/>
                <a:gd name="connsiteY42" fmla="*/ 65084 h 298412"/>
                <a:gd name="connsiteX43" fmla="*/ 700684 w 827882"/>
                <a:gd name="connsiteY43" fmla="*/ 66639 h 298412"/>
                <a:gd name="connsiteX44" fmla="*/ 712033 w 827882"/>
                <a:gd name="connsiteY44" fmla="*/ 96514 h 298412"/>
                <a:gd name="connsiteX45" fmla="*/ 713216 w 827882"/>
                <a:gd name="connsiteY45" fmla="*/ 125825 h 298412"/>
                <a:gd name="connsiteX46" fmla="*/ 703500 w 827882"/>
                <a:gd name="connsiteY46" fmla="*/ 155317 h 298412"/>
                <a:gd name="connsiteX47" fmla="*/ 747047 w 827882"/>
                <a:gd name="connsiteY47" fmla="*/ 155206 h 298412"/>
                <a:gd name="connsiteX48" fmla="*/ 757131 w 827882"/>
                <a:gd name="connsiteY48" fmla="*/ 152060 h 298412"/>
                <a:gd name="connsiteX49" fmla="*/ 746071 w 827882"/>
                <a:gd name="connsiteY49" fmla="*/ 120736 h 298412"/>
                <a:gd name="connsiteX50" fmla="*/ 746047 w 827882"/>
                <a:gd name="connsiteY50" fmla="*/ 113375 h 298412"/>
                <a:gd name="connsiteX51" fmla="*/ 756542 w 827882"/>
                <a:gd name="connsiteY51" fmla="*/ 71512 h 298412"/>
                <a:gd name="connsiteX52" fmla="*/ 756652 w 827882"/>
                <a:gd name="connsiteY52" fmla="*/ 65024 h 298412"/>
                <a:gd name="connsiteX53" fmla="*/ 738409 w 827882"/>
                <a:gd name="connsiteY53" fmla="*/ 65024 h 298412"/>
                <a:gd name="connsiteX54" fmla="*/ 778433 w 827882"/>
                <a:gd name="connsiteY54" fmla="*/ 64947 h 298412"/>
                <a:gd name="connsiteX55" fmla="*/ 769231 w 827882"/>
                <a:gd name="connsiteY55" fmla="*/ 84420 h 298412"/>
                <a:gd name="connsiteX56" fmla="*/ 789655 w 827882"/>
                <a:gd name="connsiteY56" fmla="*/ 85356 h 298412"/>
                <a:gd name="connsiteX57" fmla="*/ 805779 w 827882"/>
                <a:gd name="connsiteY57" fmla="*/ 82641 h 298412"/>
                <a:gd name="connsiteX58" fmla="*/ 805779 w 827882"/>
                <a:gd name="connsiteY58" fmla="*/ 67244 h 298412"/>
                <a:gd name="connsiteX59" fmla="*/ 799835 w 827882"/>
                <a:gd name="connsiteY59" fmla="*/ 65036 h 298412"/>
                <a:gd name="connsiteX60" fmla="*/ 778433 w 827882"/>
                <a:gd name="connsiteY60" fmla="*/ 64947 h 298412"/>
                <a:gd name="connsiteX61" fmla="*/ 680334 w 827882"/>
                <a:gd name="connsiteY61" fmla="*/ 64717 h 298412"/>
                <a:gd name="connsiteX62" fmla="*/ 664402 w 827882"/>
                <a:gd name="connsiteY62" fmla="*/ 64725 h 298412"/>
                <a:gd name="connsiteX63" fmla="*/ 653739 w 827882"/>
                <a:gd name="connsiteY63" fmla="*/ 84590 h 298412"/>
                <a:gd name="connsiteX64" fmla="*/ 688209 w 827882"/>
                <a:gd name="connsiteY64" fmla="*/ 84084 h 298412"/>
                <a:gd name="connsiteX65" fmla="*/ 680334 w 827882"/>
                <a:gd name="connsiteY65" fmla="*/ 64717 h 298412"/>
                <a:gd name="connsiteX66" fmla="*/ 661584 w 827882"/>
                <a:gd name="connsiteY66" fmla="*/ 45184 h 298412"/>
                <a:gd name="connsiteX67" fmla="*/ 672640 w 827882"/>
                <a:gd name="connsiteY67" fmla="*/ 45242 h 298412"/>
                <a:gd name="connsiteX68" fmla="*/ 790647 w 827882"/>
                <a:gd name="connsiteY68" fmla="*/ 45245 h 298412"/>
                <a:gd name="connsiteX69" fmla="*/ 803549 w 827882"/>
                <a:gd name="connsiteY69" fmla="*/ 45355 h 298412"/>
                <a:gd name="connsiteX70" fmla="*/ 827613 w 827882"/>
                <a:gd name="connsiteY70" fmla="*/ 68559 h 298412"/>
                <a:gd name="connsiteX71" fmla="*/ 827843 w 827882"/>
                <a:gd name="connsiteY71" fmla="*/ 79613 h 298412"/>
                <a:gd name="connsiteX72" fmla="*/ 827834 w 827882"/>
                <a:gd name="connsiteY72" fmla="*/ 140460 h 298412"/>
                <a:gd name="connsiteX73" fmla="*/ 827402 w 827882"/>
                <a:gd name="connsiteY73" fmla="*/ 153339 h 298412"/>
                <a:gd name="connsiteX74" fmla="*/ 803858 w 827882"/>
                <a:gd name="connsiteY74" fmla="*/ 174903 h 298412"/>
                <a:gd name="connsiteX75" fmla="*/ 654508 w 827882"/>
                <a:gd name="connsiteY75" fmla="*/ 175036 h 298412"/>
                <a:gd name="connsiteX76" fmla="*/ 632320 w 827882"/>
                <a:gd name="connsiteY76" fmla="*/ 159054 h 298412"/>
                <a:gd name="connsiteX77" fmla="*/ 630859 w 827882"/>
                <a:gd name="connsiteY77" fmla="*/ 144770 h 298412"/>
                <a:gd name="connsiteX78" fmla="*/ 630589 w 827882"/>
                <a:gd name="connsiteY78" fmla="*/ 76558 h 298412"/>
                <a:gd name="connsiteX79" fmla="*/ 661584 w 827882"/>
                <a:gd name="connsiteY79" fmla="*/ 45184 h 298412"/>
                <a:gd name="connsiteX80" fmla="*/ 187246 w 827882"/>
                <a:gd name="connsiteY80" fmla="*/ 44272 h 298412"/>
                <a:gd name="connsiteX81" fmla="*/ 210329 w 827882"/>
                <a:gd name="connsiteY81" fmla="*/ 44272 h 298412"/>
                <a:gd name="connsiteX82" fmla="*/ 210329 w 827882"/>
                <a:gd name="connsiteY82" fmla="*/ 111672 h 298412"/>
                <a:gd name="connsiteX83" fmla="*/ 187246 w 827882"/>
                <a:gd name="connsiteY83" fmla="*/ 111672 h 298412"/>
                <a:gd name="connsiteX84" fmla="*/ 121715 w 827882"/>
                <a:gd name="connsiteY84" fmla="*/ 0 h 298412"/>
                <a:gd name="connsiteX85" fmla="*/ 563803 w 827882"/>
                <a:gd name="connsiteY85" fmla="*/ 0 h 298412"/>
                <a:gd name="connsiteX86" fmla="*/ 563803 w 827882"/>
                <a:gd name="connsiteY86" fmla="*/ 22810 h 298412"/>
                <a:gd name="connsiteX87" fmla="*/ 121715 w 827882"/>
                <a:gd name="connsiteY87" fmla="*/ 22810 h 29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27882" h="298412">
                  <a:moveTo>
                    <a:pt x="0" y="231268"/>
                  </a:moveTo>
                  <a:lnTo>
                    <a:pt x="67447" y="231268"/>
                  </a:lnTo>
                  <a:lnTo>
                    <a:pt x="67447" y="298412"/>
                  </a:lnTo>
                  <a:lnTo>
                    <a:pt x="0" y="298412"/>
                  </a:lnTo>
                  <a:close/>
                  <a:moveTo>
                    <a:pt x="779543" y="135087"/>
                  </a:moveTo>
                  <a:cubicBezTo>
                    <a:pt x="775581" y="134950"/>
                    <a:pt x="771595" y="135507"/>
                    <a:pt x="765641" y="135870"/>
                  </a:cubicBezTo>
                  <a:cubicBezTo>
                    <a:pt x="768527" y="141183"/>
                    <a:pt x="770848" y="144572"/>
                    <a:pt x="772289" y="148301"/>
                  </a:cubicBezTo>
                  <a:cubicBezTo>
                    <a:pt x="775077" y="155514"/>
                    <a:pt x="780826" y="156002"/>
                    <a:pt x="790273" y="155663"/>
                  </a:cubicBezTo>
                  <a:cubicBezTo>
                    <a:pt x="795489" y="155134"/>
                    <a:pt x="801270" y="157164"/>
                    <a:pt x="806609" y="151217"/>
                  </a:cubicBezTo>
                  <a:cubicBezTo>
                    <a:pt x="806400" y="147082"/>
                    <a:pt x="806140" y="141919"/>
                    <a:pt x="805873" y="136614"/>
                  </a:cubicBezTo>
                  <a:cubicBezTo>
                    <a:pt x="796410" y="133891"/>
                    <a:pt x="787906" y="135375"/>
                    <a:pt x="779543" y="135087"/>
                  </a:cubicBezTo>
                  <a:close/>
                  <a:moveTo>
                    <a:pt x="677358" y="135023"/>
                  </a:moveTo>
                  <a:cubicBezTo>
                    <a:pt x="670591" y="135128"/>
                    <a:pt x="663817" y="135096"/>
                    <a:pt x="657062" y="135435"/>
                  </a:cubicBezTo>
                  <a:cubicBezTo>
                    <a:pt x="655425" y="135518"/>
                    <a:pt x="653850" y="136825"/>
                    <a:pt x="652350" y="137521"/>
                  </a:cubicBezTo>
                  <a:cubicBezTo>
                    <a:pt x="651023" y="143271"/>
                    <a:pt x="649952" y="148633"/>
                    <a:pt x="654486" y="154552"/>
                  </a:cubicBezTo>
                  <a:cubicBezTo>
                    <a:pt x="658616" y="154886"/>
                    <a:pt x="663402" y="155559"/>
                    <a:pt x="668191" y="155581"/>
                  </a:cubicBezTo>
                  <a:cubicBezTo>
                    <a:pt x="672994" y="155604"/>
                    <a:pt x="677799" y="154977"/>
                    <a:pt x="682819" y="154620"/>
                  </a:cubicBezTo>
                  <a:cubicBezTo>
                    <a:pt x="684945" y="147784"/>
                    <a:pt x="691235" y="143414"/>
                    <a:pt x="690215" y="135568"/>
                  </a:cubicBezTo>
                  <a:cubicBezTo>
                    <a:pt x="686588" y="135367"/>
                    <a:pt x="683542" y="135198"/>
                    <a:pt x="677358" y="135023"/>
                  </a:cubicBezTo>
                  <a:close/>
                  <a:moveTo>
                    <a:pt x="665390" y="101891"/>
                  </a:moveTo>
                  <a:cubicBezTo>
                    <a:pt x="661088" y="101846"/>
                    <a:pt x="656710" y="102165"/>
                    <a:pt x="652246" y="103992"/>
                  </a:cubicBezTo>
                  <a:cubicBezTo>
                    <a:pt x="652246" y="107622"/>
                    <a:pt x="652097" y="111140"/>
                    <a:pt x="652343" y="114631"/>
                  </a:cubicBezTo>
                  <a:cubicBezTo>
                    <a:pt x="652411" y="115590"/>
                    <a:pt x="653656" y="116466"/>
                    <a:pt x="654996" y="118204"/>
                  </a:cubicBezTo>
                  <a:cubicBezTo>
                    <a:pt x="668104" y="118930"/>
                    <a:pt x="681826" y="118883"/>
                    <a:pt x="696579" y="118159"/>
                  </a:cubicBezTo>
                  <a:cubicBezTo>
                    <a:pt x="696579" y="112494"/>
                    <a:pt x="696579" y="108085"/>
                    <a:pt x="696579" y="102623"/>
                  </a:cubicBezTo>
                  <a:cubicBezTo>
                    <a:pt x="690788" y="102376"/>
                    <a:pt x="686059" y="102175"/>
                    <a:pt x="678076" y="101974"/>
                  </a:cubicBezTo>
                  <a:cubicBezTo>
                    <a:pt x="673917" y="102345"/>
                    <a:pt x="669692" y="101936"/>
                    <a:pt x="665390" y="101891"/>
                  </a:cubicBezTo>
                  <a:close/>
                  <a:moveTo>
                    <a:pt x="776083" y="101542"/>
                  </a:moveTo>
                  <a:cubicBezTo>
                    <a:pt x="771415" y="101833"/>
                    <a:pt x="766746" y="102124"/>
                    <a:pt x="762566" y="102385"/>
                  </a:cubicBezTo>
                  <a:cubicBezTo>
                    <a:pt x="759792" y="108952"/>
                    <a:pt x="759071" y="114009"/>
                    <a:pt x="764035" y="118801"/>
                  </a:cubicBezTo>
                  <a:cubicBezTo>
                    <a:pt x="777692" y="118517"/>
                    <a:pt x="791592" y="120620"/>
                    <a:pt x="806408" y="117269"/>
                  </a:cubicBezTo>
                  <a:cubicBezTo>
                    <a:pt x="806161" y="112266"/>
                    <a:pt x="805937" y="107740"/>
                    <a:pt x="805688" y="102698"/>
                  </a:cubicBezTo>
                  <a:cubicBezTo>
                    <a:pt x="796254" y="100801"/>
                    <a:pt x="787756" y="101822"/>
                    <a:pt x="776083" y="101542"/>
                  </a:cubicBezTo>
                  <a:close/>
                  <a:moveTo>
                    <a:pt x="121814" y="66344"/>
                  </a:moveTo>
                  <a:lnTo>
                    <a:pt x="166032" y="66344"/>
                  </a:lnTo>
                  <a:lnTo>
                    <a:pt x="166032" y="89467"/>
                  </a:lnTo>
                  <a:lnTo>
                    <a:pt x="121814" y="89467"/>
                  </a:lnTo>
                  <a:close/>
                  <a:moveTo>
                    <a:pt x="230747" y="66179"/>
                  </a:moveTo>
                  <a:lnTo>
                    <a:pt x="277124" y="66179"/>
                  </a:lnTo>
                  <a:lnTo>
                    <a:pt x="277124" y="89210"/>
                  </a:lnTo>
                  <a:lnTo>
                    <a:pt x="230747" y="89210"/>
                  </a:lnTo>
                  <a:close/>
                  <a:moveTo>
                    <a:pt x="738409" y="65024"/>
                  </a:moveTo>
                  <a:cubicBezTo>
                    <a:pt x="731659" y="65024"/>
                    <a:pt x="724902" y="64827"/>
                    <a:pt x="718162" y="65084"/>
                  </a:cubicBezTo>
                  <a:cubicBezTo>
                    <a:pt x="712383" y="65305"/>
                    <a:pt x="706241" y="63695"/>
                    <a:pt x="700684" y="66639"/>
                  </a:cubicBezTo>
                  <a:cubicBezTo>
                    <a:pt x="704894" y="77331"/>
                    <a:pt x="709977" y="86608"/>
                    <a:pt x="712033" y="96514"/>
                  </a:cubicBezTo>
                  <a:cubicBezTo>
                    <a:pt x="713994" y="105954"/>
                    <a:pt x="711938" y="116163"/>
                    <a:pt x="713216" y="125825"/>
                  </a:cubicBezTo>
                  <a:cubicBezTo>
                    <a:pt x="714694" y="136998"/>
                    <a:pt x="705721" y="144491"/>
                    <a:pt x="703500" y="155317"/>
                  </a:cubicBezTo>
                  <a:cubicBezTo>
                    <a:pt x="718902" y="155317"/>
                    <a:pt x="732978" y="155440"/>
                    <a:pt x="747047" y="155206"/>
                  </a:cubicBezTo>
                  <a:cubicBezTo>
                    <a:pt x="749613" y="155163"/>
                    <a:pt x="752155" y="153667"/>
                    <a:pt x="757131" y="152060"/>
                  </a:cubicBezTo>
                  <a:cubicBezTo>
                    <a:pt x="746942" y="143785"/>
                    <a:pt x="745398" y="134299"/>
                    <a:pt x="746071" y="120736"/>
                  </a:cubicBezTo>
                  <a:cubicBezTo>
                    <a:pt x="746071" y="118283"/>
                    <a:pt x="746214" y="115817"/>
                    <a:pt x="746047" y="113375"/>
                  </a:cubicBezTo>
                  <a:cubicBezTo>
                    <a:pt x="745014" y="98278"/>
                    <a:pt x="747087" y="84024"/>
                    <a:pt x="756542" y="71512"/>
                  </a:cubicBezTo>
                  <a:cubicBezTo>
                    <a:pt x="757374" y="70412"/>
                    <a:pt x="756652" y="68140"/>
                    <a:pt x="756652" y="65024"/>
                  </a:cubicBezTo>
                  <a:cubicBezTo>
                    <a:pt x="750400" y="65024"/>
                    <a:pt x="744404" y="65024"/>
                    <a:pt x="738409" y="65024"/>
                  </a:cubicBezTo>
                  <a:close/>
                  <a:moveTo>
                    <a:pt x="778433" y="64947"/>
                  </a:moveTo>
                  <a:cubicBezTo>
                    <a:pt x="773007" y="70493"/>
                    <a:pt x="771412" y="76759"/>
                    <a:pt x="769231" y="84420"/>
                  </a:cubicBezTo>
                  <a:cubicBezTo>
                    <a:pt x="775856" y="84781"/>
                    <a:pt x="781130" y="85068"/>
                    <a:pt x="789655" y="85356"/>
                  </a:cubicBezTo>
                  <a:cubicBezTo>
                    <a:pt x="794957" y="84816"/>
                    <a:pt x="800661" y="86770"/>
                    <a:pt x="805779" y="82641"/>
                  </a:cubicBezTo>
                  <a:cubicBezTo>
                    <a:pt x="805779" y="77570"/>
                    <a:pt x="805779" y="72338"/>
                    <a:pt x="805779" y="67244"/>
                  </a:cubicBezTo>
                  <a:cubicBezTo>
                    <a:pt x="803181" y="66240"/>
                    <a:pt x="801523" y="65084"/>
                    <a:pt x="799835" y="65036"/>
                  </a:cubicBezTo>
                  <a:cubicBezTo>
                    <a:pt x="792553" y="64829"/>
                    <a:pt x="785263" y="64947"/>
                    <a:pt x="778433" y="64947"/>
                  </a:cubicBezTo>
                  <a:close/>
                  <a:moveTo>
                    <a:pt x="680334" y="64717"/>
                  </a:moveTo>
                  <a:cubicBezTo>
                    <a:pt x="675966" y="64717"/>
                    <a:pt x="671745" y="64717"/>
                    <a:pt x="664402" y="64725"/>
                  </a:cubicBezTo>
                  <a:cubicBezTo>
                    <a:pt x="649986" y="66591"/>
                    <a:pt x="649730" y="67034"/>
                    <a:pt x="653739" y="84590"/>
                  </a:cubicBezTo>
                  <a:cubicBezTo>
                    <a:pt x="664729" y="85662"/>
                    <a:pt x="675929" y="86086"/>
                    <a:pt x="688209" y="84084"/>
                  </a:cubicBezTo>
                  <a:cubicBezTo>
                    <a:pt x="687182" y="76423"/>
                    <a:pt x="684665" y="70660"/>
                    <a:pt x="680334" y="64717"/>
                  </a:cubicBezTo>
                  <a:close/>
                  <a:moveTo>
                    <a:pt x="661584" y="45184"/>
                  </a:moveTo>
                  <a:cubicBezTo>
                    <a:pt x="665220" y="45617"/>
                    <a:pt x="668952" y="45242"/>
                    <a:pt x="672640" y="45242"/>
                  </a:cubicBezTo>
                  <a:cubicBezTo>
                    <a:pt x="711975" y="45242"/>
                    <a:pt x="751310" y="45239"/>
                    <a:pt x="790647" y="45245"/>
                  </a:cubicBezTo>
                  <a:cubicBezTo>
                    <a:pt x="794948" y="45246"/>
                    <a:pt x="799267" y="45053"/>
                    <a:pt x="803549" y="45355"/>
                  </a:cubicBezTo>
                  <a:cubicBezTo>
                    <a:pt x="817420" y="46333"/>
                    <a:pt x="826037" y="54632"/>
                    <a:pt x="827613" y="68559"/>
                  </a:cubicBezTo>
                  <a:cubicBezTo>
                    <a:pt x="828026" y="72206"/>
                    <a:pt x="827840" y="75926"/>
                    <a:pt x="827843" y="79613"/>
                  </a:cubicBezTo>
                  <a:cubicBezTo>
                    <a:pt x="827860" y="99895"/>
                    <a:pt x="827872" y="120177"/>
                    <a:pt x="827834" y="140460"/>
                  </a:cubicBezTo>
                  <a:cubicBezTo>
                    <a:pt x="827827" y="144757"/>
                    <a:pt x="828018" y="149113"/>
                    <a:pt x="827402" y="153339"/>
                  </a:cubicBezTo>
                  <a:cubicBezTo>
                    <a:pt x="825526" y="166210"/>
                    <a:pt x="816961" y="174801"/>
                    <a:pt x="803858" y="174903"/>
                  </a:cubicBezTo>
                  <a:cubicBezTo>
                    <a:pt x="754077" y="175292"/>
                    <a:pt x="704291" y="175138"/>
                    <a:pt x="654508" y="175036"/>
                  </a:cubicBezTo>
                  <a:cubicBezTo>
                    <a:pt x="644254" y="175014"/>
                    <a:pt x="637288" y="169441"/>
                    <a:pt x="632320" y="159054"/>
                  </a:cubicBezTo>
                  <a:cubicBezTo>
                    <a:pt x="631518" y="153320"/>
                    <a:pt x="630878" y="149046"/>
                    <a:pt x="630859" y="144770"/>
                  </a:cubicBezTo>
                  <a:cubicBezTo>
                    <a:pt x="630758" y="122030"/>
                    <a:pt x="631598" y="99254"/>
                    <a:pt x="630589" y="76558"/>
                  </a:cubicBezTo>
                  <a:cubicBezTo>
                    <a:pt x="629601" y="54368"/>
                    <a:pt x="643068" y="42985"/>
                    <a:pt x="661584" y="45184"/>
                  </a:cubicBezTo>
                  <a:close/>
                  <a:moveTo>
                    <a:pt x="187246" y="44272"/>
                  </a:moveTo>
                  <a:lnTo>
                    <a:pt x="210329" y="44272"/>
                  </a:lnTo>
                  <a:lnTo>
                    <a:pt x="210329" y="111672"/>
                  </a:lnTo>
                  <a:lnTo>
                    <a:pt x="187246" y="111672"/>
                  </a:lnTo>
                  <a:close/>
                  <a:moveTo>
                    <a:pt x="121715" y="0"/>
                  </a:moveTo>
                  <a:lnTo>
                    <a:pt x="563803" y="0"/>
                  </a:lnTo>
                  <a:lnTo>
                    <a:pt x="563803" y="22810"/>
                  </a:lnTo>
                  <a:lnTo>
                    <a:pt x="121715" y="22810"/>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896" name="Group 895">
            <a:extLst>
              <a:ext uri="{FF2B5EF4-FFF2-40B4-BE49-F238E27FC236}">
                <a16:creationId xmlns:a16="http://schemas.microsoft.com/office/drawing/2014/main" id="{68075FC2-F3AA-3CEF-50A3-9B2F3AA13A8C}"/>
              </a:ext>
              <a:ext uri="{C183D7F6-B498-43B3-948B-1728B52AA6E4}">
                <adec:decorative xmlns:adec="http://schemas.microsoft.com/office/drawing/2017/decorative" val="1"/>
              </a:ext>
            </a:extLst>
          </p:cNvPr>
          <p:cNvGrpSpPr>
            <a:grpSpLocks noChangeAspect="1"/>
          </p:cNvGrpSpPr>
          <p:nvPr/>
        </p:nvGrpSpPr>
        <p:grpSpPr>
          <a:xfrm>
            <a:off x="8092062" y="2998739"/>
            <a:ext cx="764729" cy="320040"/>
            <a:chOff x="8092062" y="2998739"/>
            <a:chExt cx="764729" cy="320040"/>
          </a:xfrm>
          <a:solidFill>
            <a:srgbClr val="FF0000"/>
          </a:solidFill>
        </p:grpSpPr>
        <p:sp>
          <p:nvSpPr>
            <p:cNvPr id="1624" name="Freeform: Shape 1623">
              <a:extLst>
                <a:ext uri="{FF2B5EF4-FFF2-40B4-BE49-F238E27FC236}">
                  <a16:creationId xmlns:a16="http://schemas.microsoft.com/office/drawing/2014/main" id="{3BAD9AE9-4918-B54B-82F1-612313904A63}"/>
                </a:ext>
                <a:ext uri="{C183D7F6-B498-43B3-948B-1728B52AA6E4}">
                  <adec:decorative xmlns:adec="http://schemas.microsoft.com/office/drawing/2017/decorative" val="1"/>
                </a:ext>
              </a:extLst>
            </p:cNvPr>
            <p:cNvSpPr/>
            <p:nvPr/>
          </p:nvSpPr>
          <p:spPr>
            <a:xfrm>
              <a:off x="8188948" y="3011493"/>
              <a:ext cx="465714" cy="307286"/>
            </a:xfrm>
            <a:custGeom>
              <a:avLst/>
              <a:gdLst>
                <a:gd name="connsiteX0" fmla="*/ 64359 w 466666"/>
                <a:gd name="connsiteY0" fmla="*/ 0 h 307914"/>
                <a:gd name="connsiteX1" fmla="*/ 139318 w 466666"/>
                <a:gd name="connsiteY1" fmla="*/ 0 h 307914"/>
                <a:gd name="connsiteX2" fmla="*/ 182351 w 466666"/>
                <a:gd name="connsiteY2" fmla="*/ 16279 h 307914"/>
                <a:gd name="connsiteX3" fmla="*/ 294580 w 466666"/>
                <a:gd name="connsiteY3" fmla="*/ 115468 h 307914"/>
                <a:gd name="connsiteX4" fmla="*/ 314265 w 466666"/>
                <a:gd name="connsiteY4" fmla="*/ 165105 h 307914"/>
                <a:gd name="connsiteX5" fmla="*/ 311658 w 466666"/>
                <a:gd name="connsiteY5" fmla="*/ 177808 h 307914"/>
                <a:gd name="connsiteX6" fmla="*/ 309933 w 466666"/>
                <a:gd name="connsiteY6" fmla="*/ 183192 h 307914"/>
                <a:gd name="connsiteX7" fmla="*/ 419680 w 466666"/>
                <a:gd name="connsiteY7" fmla="*/ 199009 h 307914"/>
                <a:gd name="connsiteX8" fmla="*/ 419596 w 466666"/>
                <a:gd name="connsiteY8" fmla="*/ 199050 h 307914"/>
                <a:gd name="connsiteX9" fmla="*/ 466666 w 466666"/>
                <a:gd name="connsiteY9" fmla="*/ 253188 h 307914"/>
                <a:gd name="connsiteX10" fmla="*/ 411771 w 466666"/>
                <a:gd name="connsiteY10" fmla="*/ 307914 h 307914"/>
                <a:gd name="connsiteX11" fmla="*/ 189460 w 466666"/>
                <a:gd name="connsiteY11" fmla="*/ 307914 h 307914"/>
                <a:gd name="connsiteX12" fmla="*/ 52455 w 466666"/>
                <a:gd name="connsiteY12" fmla="*/ 200018 h 307914"/>
                <a:gd name="connsiteX13" fmla="*/ 0 w 466666"/>
                <a:gd name="connsiteY13" fmla="*/ 199640 h 307914"/>
                <a:gd name="connsiteX14" fmla="*/ 295 w 466666"/>
                <a:gd name="connsiteY14" fmla="*/ 156271 h 307914"/>
                <a:gd name="connsiteX15" fmla="*/ 67640 w 466666"/>
                <a:gd name="connsiteY15" fmla="*/ 156692 h 307914"/>
                <a:gd name="connsiteX16" fmla="*/ 204519 w 466666"/>
                <a:gd name="connsiteY16" fmla="*/ 264504 h 307914"/>
                <a:gd name="connsiteX17" fmla="*/ 411814 w 466666"/>
                <a:gd name="connsiteY17" fmla="*/ 264504 h 307914"/>
                <a:gd name="connsiteX18" fmla="*/ 423382 w 466666"/>
                <a:gd name="connsiteY18" fmla="*/ 253146 h 307914"/>
                <a:gd name="connsiteX19" fmla="*/ 413539 w 466666"/>
                <a:gd name="connsiteY19" fmla="*/ 241915 h 307914"/>
                <a:gd name="connsiteX20" fmla="*/ 251589 w 466666"/>
                <a:gd name="connsiteY20" fmla="*/ 218569 h 307914"/>
                <a:gd name="connsiteX21" fmla="*/ 221807 w 466666"/>
                <a:gd name="connsiteY21" fmla="*/ 208515 h 307914"/>
                <a:gd name="connsiteX22" fmla="*/ 139697 w 466666"/>
                <a:gd name="connsiteY22" fmla="*/ 152780 h 307914"/>
                <a:gd name="connsiteX23" fmla="*/ 164053 w 466666"/>
                <a:gd name="connsiteY23" fmla="*/ 116898 h 307914"/>
                <a:gd name="connsiteX24" fmla="*/ 246121 w 466666"/>
                <a:gd name="connsiteY24" fmla="*/ 172634 h 307914"/>
                <a:gd name="connsiteX25" fmla="*/ 263409 w 466666"/>
                <a:gd name="connsiteY25" fmla="*/ 173138 h 307914"/>
                <a:gd name="connsiteX26" fmla="*/ 271065 w 466666"/>
                <a:gd name="connsiteY26" fmla="*/ 161066 h 307914"/>
                <a:gd name="connsiteX27" fmla="*/ 265849 w 466666"/>
                <a:gd name="connsiteY27" fmla="*/ 147984 h 307914"/>
                <a:gd name="connsiteX28" fmla="*/ 153621 w 466666"/>
                <a:gd name="connsiteY28" fmla="*/ 48795 h 307914"/>
                <a:gd name="connsiteX29" fmla="*/ 139318 w 466666"/>
                <a:gd name="connsiteY29" fmla="*/ 43369 h 307914"/>
                <a:gd name="connsiteX30" fmla="*/ 90772 w 466666"/>
                <a:gd name="connsiteY30" fmla="*/ 43369 h 307914"/>
                <a:gd name="connsiteX31" fmla="*/ 90772 w 466666"/>
                <a:gd name="connsiteY31" fmla="*/ 43411 h 307914"/>
                <a:gd name="connsiteX32" fmla="*/ 0 w 466666"/>
                <a:gd name="connsiteY32" fmla="*/ 43411 h 307914"/>
                <a:gd name="connsiteX33" fmla="*/ 0 w 466666"/>
                <a:gd name="connsiteY33" fmla="*/ 42 h 307914"/>
                <a:gd name="connsiteX34" fmla="*/ 64359 w 466666"/>
                <a:gd name="connsiteY34" fmla="*/ 42 h 307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6666" h="307914">
                  <a:moveTo>
                    <a:pt x="64359" y="0"/>
                  </a:moveTo>
                  <a:lnTo>
                    <a:pt x="139318" y="0"/>
                  </a:lnTo>
                  <a:cubicBezTo>
                    <a:pt x="155177" y="0"/>
                    <a:pt x="170447" y="5763"/>
                    <a:pt x="182351" y="16279"/>
                  </a:cubicBezTo>
                  <a:lnTo>
                    <a:pt x="294580" y="115468"/>
                  </a:lnTo>
                  <a:cubicBezTo>
                    <a:pt x="308839" y="128087"/>
                    <a:pt x="316033" y="146175"/>
                    <a:pt x="314265" y="165105"/>
                  </a:cubicBezTo>
                  <a:cubicBezTo>
                    <a:pt x="313845" y="169395"/>
                    <a:pt x="313004" y="173643"/>
                    <a:pt x="311658" y="177808"/>
                  </a:cubicBezTo>
                  <a:lnTo>
                    <a:pt x="309933" y="183192"/>
                  </a:lnTo>
                  <a:lnTo>
                    <a:pt x="419680" y="199009"/>
                  </a:lnTo>
                  <a:lnTo>
                    <a:pt x="419596" y="199050"/>
                  </a:lnTo>
                  <a:cubicBezTo>
                    <a:pt x="446433" y="202879"/>
                    <a:pt x="466666" y="226140"/>
                    <a:pt x="466666" y="253188"/>
                  </a:cubicBezTo>
                  <a:cubicBezTo>
                    <a:pt x="466666" y="283348"/>
                    <a:pt x="442059" y="307914"/>
                    <a:pt x="411771" y="307914"/>
                  </a:cubicBezTo>
                  <a:lnTo>
                    <a:pt x="189460" y="307914"/>
                  </a:lnTo>
                  <a:lnTo>
                    <a:pt x="52455" y="200018"/>
                  </a:lnTo>
                  <a:lnTo>
                    <a:pt x="0" y="199640"/>
                  </a:lnTo>
                  <a:lnTo>
                    <a:pt x="295" y="156271"/>
                  </a:lnTo>
                  <a:lnTo>
                    <a:pt x="67640" y="156692"/>
                  </a:lnTo>
                  <a:lnTo>
                    <a:pt x="204519" y="264504"/>
                  </a:lnTo>
                  <a:lnTo>
                    <a:pt x="411814" y="264504"/>
                  </a:lnTo>
                  <a:cubicBezTo>
                    <a:pt x="418208" y="264504"/>
                    <a:pt x="423382" y="259414"/>
                    <a:pt x="423382" y="253146"/>
                  </a:cubicBezTo>
                  <a:cubicBezTo>
                    <a:pt x="423382" y="247552"/>
                    <a:pt x="419175" y="242714"/>
                    <a:pt x="413539" y="241915"/>
                  </a:cubicBezTo>
                  <a:lnTo>
                    <a:pt x="251589" y="218569"/>
                  </a:lnTo>
                  <a:cubicBezTo>
                    <a:pt x="241031" y="217980"/>
                    <a:pt x="230641" y="214488"/>
                    <a:pt x="221807" y="208515"/>
                  </a:cubicBezTo>
                  <a:lnTo>
                    <a:pt x="139697" y="152780"/>
                  </a:lnTo>
                  <a:lnTo>
                    <a:pt x="164053" y="116898"/>
                  </a:lnTo>
                  <a:lnTo>
                    <a:pt x="246121" y="172634"/>
                  </a:lnTo>
                  <a:cubicBezTo>
                    <a:pt x="251252" y="176126"/>
                    <a:pt x="258067" y="176336"/>
                    <a:pt x="263409" y="173138"/>
                  </a:cubicBezTo>
                  <a:cubicBezTo>
                    <a:pt x="267784" y="170489"/>
                    <a:pt x="270602" y="166114"/>
                    <a:pt x="271065" y="161066"/>
                  </a:cubicBezTo>
                  <a:cubicBezTo>
                    <a:pt x="271528" y="156102"/>
                    <a:pt x="269635" y="151307"/>
                    <a:pt x="265849" y="147984"/>
                  </a:cubicBezTo>
                  <a:lnTo>
                    <a:pt x="153621" y="48795"/>
                  </a:lnTo>
                  <a:cubicBezTo>
                    <a:pt x="149667" y="45304"/>
                    <a:pt x="144576" y="43369"/>
                    <a:pt x="139318" y="43369"/>
                  </a:cubicBezTo>
                  <a:lnTo>
                    <a:pt x="90772" y="43369"/>
                  </a:lnTo>
                  <a:lnTo>
                    <a:pt x="90772" y="43411"/>
                  </a:lnTo>
                  <a:lnTo>
                    <a:pt x="0" y="43411"/>
                  </a:lnTo>
                  <a:lnTo>
                    <a:pt x="0" y="42"/>
                  </a:lnTo>
                  <a:lnTo>
                    <a:pt x="64359" y="42"/>
                  </a:lnTo>
                  <a:close/>
                </a:path>
              </a:pathLst>
            </a:custGeom>
            <a:solidFill>
              <a:schemeClr val="accent2"/>
            </a:solidFill>
            <a:ln w="5507" cap="flat">
              <a:noFill/>
              <a:prstDash val="solid"/>
              <a:miter/>
            </a:ln>
          </p:spPr>
          <p:txBody>
            <a:bodyPr wrap="square" rtlCol="0" anchor="ctr">
              <a:noAutofit/>
            </a:bodyPr>
            <a:lstStyle/>
            <a:p>
              <a:endParaRPr lang="en-US"/>
            </a:p>
          </p:txBody>
        </p:sp>
        <p:sp>
          <p:nvSpPr>
            <p:cNvPr id="1668" name="Freeform: Shape 1667">
              <a:extLst>
                <a:ext uri="{FF2B5EF4-FFF2-40B4-BE49-F238E27FC236}">
                  <a16:creationId xmlns:a16="http://schemas.microsoft.com/office/drawing/2014/main" id="{EC138D76-215A-46F9-E31C-7D987D5AD349}"/>
                </a:ext>
                <a:ext uri="{C183D7F6-B498-43B3-948B-1728B52AA6E4}">
                  <adec:decorative xmlns:adec="http://schemas.microsoft.com/office/drawing/2017/decorative" val="1"/>
                </a:ext>
              </a:extLst>
            </p:cNvPr>
            <p:cNvSpPr/>
            <p:nvPr/>
          </p:nvSpPr>
          <p:spPr>
            <a:xfrm>
              <a:off x="8092062" y="2998739"/>
              <a:ext cx="764729" cy="173072"/>
            </a:xfrm>
            <a:custGeom>
              <a:avLst/>
              <a:gdLst>
                <a:gd name="connsiteX0" fmla="*/ 451647 w 766292"/>
                <a:gd name="connsiteY0" fmla="*/ 134054 h 173426"/>
                <a:gd name="connsiteX1" fmla="*/ 711692 w 766292"/>
                <a:gd name="connsiteY1" fmla="*/ 134054 h 173426"/>
                <a:gd name="connsiteX2" fmla="*/ 711692 w 766292"/>
                <a:gd name="connsiteY2" fmla="*/ 173426 h 173426"/>
                <a:gd name="connsiteX3" fmla="*/ 451647 w 766292"/>
                <a:gd name="connsiteY3" fmla="*/ 173426 h 173426"/>
                <a:gd name="connsiteX4" fmla="*/ 506247 w 766292"/>
                <a:gd name="connsiteY4" fmla="*/ 72934 h 173426"/>
                <a:gd name="connsiteX5" fmla="*/ 766292 w 766292"/>
                <a:gd name="connsiteY5" fmla="*/ 72934 h 173426"/>
                <a:gd name="connsiteX6" fmla="*/ 766292 w 766292"/>
                <a:gd name="connsiteY6" fmla="*/ 112306 h 173426"/>
                <a:gd name="connsiteX7" fmla="*/ 506247 w 766292"/>
                <a:gd name="connsiteY7" fmla="*/ 112306 h 173426"/>
                <a:gd name="connsiteX8" fmla="*/ 451647 w 766292"/>
                <a:gd name="connsiteY8" fmla="*/ 11856 h 173426"/>
                <a:gd name="connsiteX9" fmla="*/ 711692 w 766292"/>
                <a:gd name="connsiteY9" fmla="*/ 11856 h 173426"/>
                <a:gd name="connsiteX10" fmla="*/ 711692 w 766292"/>
                <a:gd name="connsiteY10" fmla="*/ 51228 h 173426"/>
                <a:gd name="connsiteX11" fmla="*/ 451647 w 766292"/>
                <a:gd name="connsiteY11" fmla="*/ 51228 h 173426"/>
                <a:gd name="connsiteX12" fmla="*/ 0 w 766292"/>
                <a:gd name="connsiteY12" fmla="*/ 0 h 173426"/>
                <a:gd name="connsiteX13" fmla="*/ 66467 w 766292"/>
                <a:gd name="connsiteY13" fmla="*/ 0 h 173426"/>
                <a:gd name="connsiteX14" fmla="*/ 66467 w 766292"/>
                <a:gd name="connsiteY14" fmla="*/ 66466 h 173426"/>
                <a:gd name="connsiteX15" fmla="*/ 0 w 766292"/>
                <a:gd name="connsiteY15" fmla="*/ 66466 h 17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6292" h="173426">
                  <a:moveTo>
                    <a:pt x="451647" y="134054"/>
                  </a:moveTo>
                  <a:lnTo>
                    <a:pt x="711692" y="134054"/>
                  </a:lnTo>
                  <a:lnTo>
                    <a:pt x="711692" y="173426"/>
                  </a:lnTo>
                  <a:lnTo>
                    <a:pt x="451647" y="173426"/>
                  </a:lnTo>
                  <a:close/>
                  <a:moveTo>
                    <a:pt x="506247" y="72934"/>
                  </a:moveTo>
                  <a:lnTo>
                    <a:pt x="766292" y="72934"/>
                  </a:lnTo>
                  <a:lnTo>
                    <a:pt x="766292" y="112306"/>
                  </a:lnTo>
                  <a:lnTo>
                    <a:pt x="506247" y="112306"/>
                  </a:lnTo>
                  <a:close/>
                  <a:moveTo>
                    <a:pt x="451647" y="11856"/>
                  </a:moveTo>
                  <a:lnTo>
                    <a:pt x="711692" y="11856"/>
                  </a:lnTo>
                  <a:lnTo>
                    <a:pt x="711692" y="51228"/>
                  </a:lnTo>
                  <a:lnTo>
                    <a:pt x="451647" y="51228"/>
                  </a:lnTo>
                  <a:close/>
                  <a:moveTo>
                    <a:pt x="0" y="0"/>
                  </a:moveTo>
                  <a:lnTo>
                    <a:pt x="66467" y="0"/>
                  </a:lnTo>
                  <a:lnTo>
                    <a:pt x="66467" y="66466"/>
                  </a:lnTo>
                  <a:lnTo>
                    <a:pt x="0" y="66466"/>
                  </a:lnTo>
                  <a:close/>
                </a:path>
              </a:pathLst>
            </a:custGeom>
            <a:solidFill>
              <a:schemeClr val="bg1"/>
            </a:solidFill>
            <a:ln w="5507" cap="flat">
              <a:noFill/>
              <a:prstDash val="solid"/>
              <a:miter/>
            </a:ln>
          </p:spPr>
          <p:txBody>
            <a:bodyPr wrap="square" rtlCol="0" anchor="ctr">
              <a:noAutofit/>
            </a:bodyPr>
            <a:lstStyle/>
            <a:p>
              <a:endParaRPr lang="en-US" dirty="0"/>
            </a:p>
          </p:txBody>
        </p:sp>
      </p:grpSp>
      <p:grpSp>
        <p:nvGrpSpPr>
          <p:cNvPr id="900" name="Group 899">
            <a:extLst>
              <a:ext uri="{FF2B5EF4-FFF2-40B4-BE49-F238E27FC236}">
                <a16:creationId xmlns:a16="http://schemas.microsoft.com/office/drawing/2014/main" id="{6975885C-E1D1-36A4-9396-B21DD2662378}"/>
              </a:ext>
              <a:ext uri="{C183D7F6-B498-43B3-948B-1728B52AA6E4}">
                <adec:decorative xmlns:adec="http://schemas.microsoft.com/office/drawing/2017/decorative" val="1"/>
              </a:ext>
            </a:extLst>
          </p:cNvPr>
          <p:cNvGrpSpPr>
            <a:grpSpLocks noChangeAspect="1"/>
          </p:cNvGrpSpPr>
          <p:nvPr/>
        </p:nvGrpSpPr>
        <p:grpSpPr>
          <a:xfrm>
            <a:off x="5353958" y="2930159"/>
            <a:ext cx="518417" cy="457200"/>
            <a:chOff x="5353958" y="2930159"/>
            <a:chExt cx="518417" cy="457200"/>
          </a:xfrm>
          <a:solidFill>
            <a:srgbClr val="FF0000"/>
          </a:solidFill>
        </p:grpSpPr>
        <p:sp>
          <p:nvSpPr>
            <p:cNvPr id="1664" name="Freeform: Shape 1663">
              <a:extLst>
                <a:ext uri="{FF2B5EF4-FFF2-40B4-BE49-F238E27FC236}">
                  <a16:creationId xmlns:a16="http://schemas.microsoft.com/office/drawing/2014/main" id="{9F5887D0-A73E-D42D-D1E6-55B7823D74D9}"/>
                </a:ext>
                <a:ext uri="{C183D7F6-B498-43B3-948B-1728B52AA6E4}">
                  <adec:decorative xmlns:adec="http://schemas.microsoft.com/office/drawing/2017/decorative" val="1"/>
                </a:ext>
              </a:extLst>
            </p:cNvPr>
            <p:cNvSpPr/>
            <p:nvPr/>
          </p:nvSpPr>
          <p:spPr>
            <a:xfrm>
              <a:off x="5380621" y="2930159"/>
              <a:ext cx="461101" cy="457200"/>
            </a:xfrm>
            <a:custGeom>
              <a:avLst/>
              <a:gdLst>
                <a:gd name="connsiteX0" fmla="*/ 706902 w 747176"/>
                <a:gd name="connsiteY0" fmla="*/ 363771 h 740854"/>
                <a:gd name="connsiteX1" fmla="*/ 707825 w 747176"/>
                <a:gd name="connsiteY1" fmla="*/ 363926 h 740854"/>
                <a:gd name="connsiteX2" fmla="*/ 707779 w 747176"/>
                <a:gd name="connsiteY2" fmla="*/ 403485 h 740854"/>
                <a:gd name="connsiteX3" fmla="*/ 706802 w 747176"/>
                <a:gd name="connsiteY3" fmla="*/ 420942 h 740854"/>
                <a:gd name="connsiteX4" fmla="*/ 696141 w 747176"/>
                <a:gd name="connsiteY4" fmla="*/ 480248 h 740854"/>
                <a:gd name="connsiteX5" fmla="*/ 671794 w 747176"/>
                <a:gd name="connsiteY5" fmla="*/ 544269 h 740854"/>
                <a:gd name="connsiteX6" fmla="*/ 640981 w 747176"/>
                <a:gd name="connsiteY6" fmla="*/ 594786 h 740854"/>
                <a:gd name="connsiteX7" fmla="*/ 596512 w 747176"/>
                <a:gd name="connsiteY7" fmla="*/ 645365 h 740854"/>
                <a:gd name="connsiteX8" fmla="*/ 538026 w 747176"/>
                <a:gd name="connsiteY8" fmla="*/ 689754 h 740854"/>
                <a:gd name="connsiteX9" fmla="*/ 461773 w 747176"/>
                <a:gd name="connsiteY9" fmla="*/ 724328 h 740854"/>
                <a:gd name="connsiteX10" fmla="*/ 405960 w 747176"/>
                <a:gd name="connsiteY10" fmla="*/ 736920 h 740854"/>
                <a:gd name="connsiteX11" fmla="*/ 375688 w 747176"/>
                <a:gd name="connsiteY11" fmla="*/ 739802 h 740854"/>
                <a:gd name="connsiteX12" fmla="*/ 342038 w 747176"/>
                <a:gd name="connsiteY12" fmla="*/ 740692 h 740854"/>
                <a:gd name="connsiteX13" fmla="*/ 304121 w 747176"/>
                <a:gd name="connsiteY13" fmla="*/ 736965 h 740854"/>
                <a:gd name="connsiteX14" fmla="*/ 235159 w 747176"/>
                <a:gd name="connsiteY14" fmla="*/ 720175 h 740854"/>
                <a:gd name="connsiteX15" fmla="*/ 207549 w 747176"/>
                <a:gd name="connsiteY15" fmla="*/ 708700 h 740854"/>
                <a:gd name="connsiteX16" fmla="*/ 178292 w 747176"/>
                <a:gd name="connsiteY16" fmla="*/ 693814 h 740854"/>
                <a:gd name="connsiteX17" fmla="*/ 142383 w 747176"/>
                <a:gd name="connsiteY17" fmla="*/ 670141 h 740854"/>
                <a:gd name="connsiteX18" fmla="*/ 130288 w 747176"/>
                <a:gd name="connsiteY18" fmla="*/ 660652 h 740854"/>
                <a:gd name="connsiteX19" fmla="*/ 135976 w 747176"/>
                <a:gd name="connsiteY19" fmla="*/ 660345 h 740854"/>
                <a:gd name="connsiteX20" fmla="*/ 208147 w 747176"/>
                <a:gd name="connsiteY20" fmla="*/ 660406 h 740854"/>
                <a:gd name="connsiteX21" fmla="*/ 214998 w 747176"/>
                <a:gd name="connsiteY21" fmla="*/ 662063 h 740854"/>
                <a:gd name="connsiteX22" fmla="*/ 284165 w 747176"/>
                <a:gd name="connsiteY22" fmla="*/ 687505 h 740854"/>
                <a:gd name="connsiteX23" fmla="*/ 322495 w 747176"/>
                <a:gd name="connsiteY23" fmla="*/ 693561 h 740854"/>
                <a:gd name="connsiteX24" fmla="*/ 365729 w 747176"/>
                <a:gd name="connsiteY24" fmla="*/ 695401 h 740854"/>
                <a:gd name="connsiteX25" fmla="*/ 415847 w 747176"/>
                <a:gd name="connsiteY25" fmla="*/ 689298 h 740854"/>
                <a:gd name="connsiteX26" fmla="*/ 472724 w 747176"/>
                <a:gd name="connsiteY26" fmla="*/ 672048 h 740854"/>
                <a:gd name="connsiteX27" fmla="*/ 532244 w 747176"/>
                <a:gd name="connsiteY27" fmla="*/ 638809 h 740854"/>
                <a:gd name="connsiteX28" fmla="*/ 571872 w 747176"/>
                <a:gd name="connsiteY28" fmla="*/ 605803 h 740854"/>
                <a:gd name="connsiteX29" fmla="*/ 602237 w 747176"/>
                <a:gd name="connsiteY29" fmla="*/ 570721 h 740854"/>
                <a:gd name="connsiteX30" fmla="*/ 633032 w 747176"/>
                <a:gd name="connsiteY30" fmla="*/ 520173 h 740854"/>
                <a:gd name="connsiteX31" fmla="*/ 657703 w 747176"/>
                <a:gd name="connsiteY31" fmla="*/ 444754 h 740854"/>
                <a:gd name="connsiteX32" fmla="*/ 663246 w 747176"/>
                <a:gd name="connsiteY32" fmla="*/ 409138 h 740854"/>
                <a:gd name="connsiteX33" fmla="*/ 529606 w 747176"/>
                <a:gd name="connsiteY33" fmla="*/ 409138 h 740854"/>
                <a:gd name="connsiteX34" fmla="*/ 538750 w 747176"/>
                <a:gd name="connsiteY34" fmla="*/ 398802 h 740854"/>
                <a:gd name="connsiteX35" fmla="*/ 571396 w 747176"/>
                <a:gd name="connsiteY35" fmla="*/ 366189 h 740854"/>
                <a:gd name="connsiteX36" fmla="*/ 576307 w 747176"/>
                <a:gd name="connsiteY36" fmla="*/ 363852 h 740854"/>
                <a:gd name="connsiteX37" fmla="*/ 706902 w 747176"/>
                <a:gd name="connsiteY37" fmla="*/ 363771 h 740854"/>
                <a:gd name="connsiteX38" fmla="*/ 728418 w 747176"/>
                <a:gd name="connsiteY38" fmla="*/ 209737 h 740854"/>
                <a:gd name="connsiteX39" fmla="*/ 746625 w 747176"/>
                <a:gd name="connsiteY39" fmla="*/ 324252 h 740854"/>
                <a:gd name="connsiteX40" fmla="*/ 613599 w 747176"/>
                <a:gd name="connsiteY40" fmla="*/ 324252 h 740854"/>
                <a:gd name="connsiteX41" fmla="*/ 614103 w 747176"/>
                <a:gd name="connsiteY41" fmla="*/ 322515 h 740854"/>
                <a:gd name="connsiteX42" fmla="*/ 634241 w 747176"/>
                <a:gd name="connsiteY42" fmla="*/ 302445 h 740854"/>
                <a:gd name="connsiteX43" fmla="*/ 639500 w 747176"/>
                <a:gd name="connsiteY43" fmla="*/ 300963 h 740854"/>
                <a:gd name="connsiteX44" fmla="*/ 717499 w 747176"/>
                <a:gd name="connsiteY44" fmla="*/ 300900 h 740854"/>
                <a:gd name="connsiteX45" fmla="*/ 723454 w 747176"/>
                <a:gd name="connsiteY45" fmla="*/ 300900 h 740854"/>
                <a:gd name="connsiteX46" fmla="*/ 712743 w 747176"/>
                <a:gd name="connsiteY46" fmla="*/ 235928 h 740854"/>
                <a:gd name="connsiteX47" fmla="*/ 718020 w 747176"/>
                <a:gd name="connsiteY47" fmla="*/ 220172 h 740854"/>
                <a:gd name="connsiteX48" fmla="*/ 728418 w 747176"/>
                <a:gd name="connsiteY48" fmla="*/ 209737 h 740854"/>
                <a:gd name="connsiteX49" fmla="*/ 376736 w 747176"/>
                <a:gd name="connsiteY49" fmla="*/ 32441 h 740854"/>
                <a:gd name="connsiteX50" fmla="*/ 376736 w 747176"/>
                <a:gd name="connsiteY50" fmla="*/ 363609 h 740854"/>
                <a:gd name="connsiteX51" fmla="*/ 449211 w 747176"/>
                <a:gd name="connsiteY51" fmla="*/ 363609 h 740854"/>
                <a:gd name="connsiteX52" fmla="*/ 444073 w 747176"/>
                <a:gd name="connsiteY52" fmla="*/ 370613 h 740854"/>
                <a:gd name="connsiteX53" fmla="*/ 420426 w 747176"/>
                <a:gd name="connsiteY53" fmla="*/ 395329 h 740854"/>
                <a:gd name="connsiteX54" fmla="*/ 413373 w 747176"/>
                <a:gd name="connsiteY54" fmla="*/ 403318 h 740854"/>
                <a:gd name="connsiteX55" fmla="*/ 401407 w 747176"/>
                <a:gd name="connsiteY55" fmla="*/ 409115 h 740854"/>
                <a:gd name="connsiteX56" fmla="*/ 331806 w 747176"/>
                <a:gd name="connsiteY56" fmla="*/ 408926 h 740854"/>
                <a:gd name="connsiteX57" fmla="*/ 331806 w 747176"/>
                <a:gd name="connsiteY57" fmla="*/ 78762 h 740854"/>
                <a:gd name="connsiteX58" fmla="*/ 310916 w 747176"/>
                <a:gd name="connsiteY58" fmla="*/ 81036 h 740854"/>
                <a:gd name="connsiteX59" fmla="*/ 264483 w 747176"/>
                <a:gd name="connsiteY59" fmla="*/ 91821 h 740854"/>
                <a:gd name="connsiteX60" fmla="*/ 217159 w 747176"/>
                <a:gd name="connsiteY60" fmla="*/ 110537 h 740854"/>
                <a:gd name="connsiteX61" fmla="*/ 156574 w 747176"/>
                <a:gd name="connsiteY61" fmla="*/ 150495 h 740854"/>
                <a:gd name="connsiteX62" fmla="*/ 129177 w 747176"/>
                <a:gd name="connsiteY62" fmla="*/ 176082 h 740854"/>
                <a:gd name="connsiteX63" fmla="*/ 88328 w 747176"/>
                <a:gd name="connsiteY63" fmla="*/ 230556 h 740854"/>
                <a:gd name="connsiteX64" fmla="*/ 58596 w 747176"/>
                <a:gd name="connsiteY64" fmla="*/ 299557 h 740854"/>
                <a:gd name="connsiteX65" fmla="*/ 48878 w 747176"/>
                <a:gd name="connsiteY65" fmla="*/ 344803 h 740854"/>
                <a:gd name="connsiteX66" fmla="*/ 46088 w 747176"/>
                <a:gd name="connsiteY66" fmla="*/ 400099 h 740854"/>
                <a:gd name="connsiteX67" fmla="*/ 50753 w 747176"/>
                <a:gd name="connsiteY67" fmla="*/ 440237 h 740854"/>
                <a:gd name="connsiteX68" fmla="*/ 64541 w 747176"/>
                <a:gd name="connsiteY68" fmla="*/ 492736 h 740854"/>
                <a:gd name="connsiteX69" fmla="*/ 66770 w 747176"/>
                <a:gd name="connsiteY69" fmla="*/ 498909 h 740854"/>
                <a:gd name="connsiteX70" fmla="*/ 99892 w 747176"/>
                <a:gd name="connsiteY70" fmla="*/ 561046 h 740854"/>
                <a:gd name="connsiteX71" fmla="*/ 105967 w 747176"/>
                <a:gd name="connsiteY71" fmla="*/ 569871 h 740854"/>
                <a:gd name="connsiteX72" fmla="*/ 50133 w 747176"/>
                <a:gd name="connsiteY72" fmla="*/ 569871 h 740854"/>
                <a:gd name="connsiteX73" fmla="*/ 56392 w 747176"/>
                <a:gd name="connsiteY73" fmla="*/ 195636 h 740854"/>
                <a:gd name="connsiteX74" fmla="*/ 376736 w 747176"/>
                <a:gd name="connsiteY74" fmla="*/ 32441 h 740854"/>
                <a:gd name="connsiteX75" fmla="*/ 422371 w 747176"/>
                <a:gd name="connsiteY75" fmla="*/ 56 h 740854"/>
                <a:gd name="connsiteX76" fmla="*/ 447857 w 747176"/>
                <a:gd name="connsiteY76" fmla="*/ 112 h 740854"/>
                <a:gd name="connsiteX77" fmla="*/ 464744 w 747176"/>
                <a:gd name="connsiteY77" fmla="*/ 1445 h 740854"/>
                <a:gd name="connsiteX78" fmla="*/ 516046 w 747176"/>
                <a:gd name="connsiteY78" fmla="*/ 10740 h 740854"/>
                <a:gd name="connsiteX79" fmla="*/ 574251 w 747176"/>
                <a:gd name="connsiteY79" fmla="*/ 32879 h 740854"/>
                <a:gd name="connsiteX80" fmla="*/ 596253 w 747176"/>
                <a:gd name="connsiteY80" fmla="*/ 45406 h 740854"/>
                <a:gd name="connsiteX81" fmla="*/ 598673 w 747176"/>
                <a:gd name="connsiteY81" fmla="*/ 48425 h 740854"/>
                <a:gd name="connsiteX82" fmla="*/ 598783 w 747176"/>
                <a:gd name="connsiteY82" fmla="*/ 74618 h 740854"/>
                <a:gd name="connsiteX83" fmla="*/ 534600 w 747176"/>
                <a:gd name="connsiteY83" fmla="*/ 40917 h 740854"/>
                <a:gd name="connsiteX84" fmla="*/ 500000 w 747176"/>
                <a:gd name="connsiteY84" fmla="*/ 30747 h 740854"/>
                <a:gd name="connsiteX85" fmla="*/ 467497 w 747176"/>
                <a:gd name="connsiteY85" fmla="*/ 25001 h 740854"/>
                <a:gd name="connsiteX86" fmla="*/ 444812 w 747176"/>
                <a:gd name="connsiteY86" fmla="*/ 22553 h 740854"/>
                <a:gd name="connsiteX87" fmla="*/ 444812 w 747176"/>
                <a:gd name="connsiteY87" fmla="*/ 300754 h 740854"/>
                <a:gd name="connsiteX88" fmla="*/ 513050 w 747176"/>
                <a:gd name="connsiteY88" fmla="*/ 300754 h 740854"/>
                <a:gd name="connsiteX89" fmla="*/ 513729 w 747176"/>
                <a:gd name="connsiteY89" fmla="*/ 301979 h 740854"/>
                <a:gd name="connsiteX90" fmla="*/ 504952 w 747176"/>
                <a:gd name="connsiteY90" fmla="*/ 310580 h 740854"/>
                <a:gd name="connsiteX91" fmla="*/ 501587 w 747176"/>
                <a:gd name="connsiteY91" fmla="*/ 313230 h 740854"/>
                <a:gd name="connsiteX92" fmla="*/ 474233 w 747176"/>
                <a:gd name="connsiteY92" fmla="*/ 324722 h 740854"/>
                <a:gd name="connsiteX93" fmla="*/ 422371 w 747176"/>
                <a:gd name="connsiteY93" fmla="*/ 324469 h 740854"/>
                <a:gd name="connsiteX94" fmla="*/ 422371 w 747176"/>
                <a:gd name="connsiteY94" fmla="*/ 56 h 740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747176" h="740854">
                  <a:moveTo>
                    <a:pt x="706902" y="363771"/>
                  </a:moveTo>
                  <a:cubicBezTo>
                    <a:pt x="707363" y="363772"/>
                    <a:pt x="707824" y="363926"/>
                    <a:pt x="707825" y="363926"/>
                  </a:cubicBezTo>
                  <a:cubicBezTo>
                    <a:pt x="707825" y="377235"/>
                    <a:pt x="707925" y="390361"/>
                    <a:pt x="707779" y="403485"/>
                  </a:cubicBezTo>
                  <a:cubicBezTo>
                    <a:pt x="707714" y="409307"/>
                    <a:pt x="707234" y="415130"/>
                    <a:pt x="706802" y="420942"/>
                  </a:cubicBezTo>
                  <a:cubicBezTo>
                    <a:pt x="705306" y="441078"/>
                    <a:pt x="701402" y="460773"/>
                    <a:pt x="696141" y="480248"/>
                  </a:cubicBezTo>
                  <a:cubicBezTo>
                    <a:pt x="690154" y="502413"/>
                    <a:pt x="682477" y="524031"/>
                    <a:pt x="671794" y="544269"/>
                  </a:cubicBezTo>
                  <a:cubicBezTo>
                    <a:pt x="662601" y="561685"/>
                    <a:pt x="652045" y="578473"/>
                    <a:pt x="640981" y="594786"/>
                  </a:cubicBezTo>
                  <a:cubicBezTo>
                    <a:pt x="628331" y="613435"/>
                    <a:pt x="612971" y="629962"/>
                    <a:pt x="596512" y="645365"/>
                  </a:cubicBezTo>
                  <a:cubicBezTo>
                    <a:pt x="578558" y="662167"/>
                    <a:pt x="559078" y="677026"/>
                    <a:pt x="538026" y="689754"/>
                  </a:cubicBezTo>
                  <a:cubicBezTo>
                    <a:pt x="513984" y="704289"/>
                    <a:pt x="488619" y="715968"/>
                    <a:pt x="461773" y="724328"/>
                  </a:cubicBezTo>
                  <a:cubicBezTo>
                    <a:pt x="443509" y="730015"/>
                    <a:pt x="425029" y="734818"/>
                    <a:pt x="405960" y="736920"/>
                  </a:cubicBezTo>
                  <a:cubicBezTo>
                    <a:pt x="395885" y="738031"/>
                    <a:pt x="385800" y="739196"/>
                    <a:pt x="375688" y="739802"/>
                  </a:cubicBezTo>
                  <a:cubicBezTo>
                    <a:pt x="364488" y="740474"/>
                    <a:pt x="353223" y="741180"/>
                    <a:pt x="342038" y="740692"/>
                  </a:cubicBezTo>
                  <a:cubicBezTo>
                    <a:pt x="329368" y="740138"/>
                    <a:pt x="316748" y="738351"/>
                    <a:pt x="304121" y="736965"/>
                  </a:cubicBezTo>
                  <a:cubicBezTo>
                    <a:pt x="280411" y="734361"/>
                    <a:pt x="257535" y="728194"/>
                    <a:pt x="235159" y="720175"/>
                  </a:cubicBezTo>
                  <a:cubicBezTo>
                    <a:pt x="225907" y="716858"/>
                    <a:pt x="216964" y="712678"/>
                    <a:pt x="207549" y="708700"/>
                  </a:cubicBezTo>
                  <a:cubicBezTo>
                    <a:pt x="197548" y="703656"/>
                    <a:pt x="187545" y="699361"/>
                    <a:pt x="178292" y="693814"/>
                  </a:cubicBezTo>
                  <a:cubicBezTo>
                    <a:pt x="166006" y="686449"/>
                    <a:pt x="154252" y="678187"/>
                    <a:pt x="142383" y="670141"/>
                  </a:cubicBezTo>
                  <a:cubicBezTo>
                    <a:pt x="138490" y="667502"/>
                    <a:pt x="134952" y="664338"/>
                    <a:pt x="130288" y="660652"/>
                  </a:cubicBezTo>
                  <a:cubicBezTo>
                    <a:pt x="132956" y="660503"/>
                    <a:pt x="134466" y="660345"/>
                    <a:pt x="135976" y="660345"/>
                  </a:cubicBezTo>
                  <a:cubicBezTo>
                    <a:pt x="160033" y="660329"/>
                    <a:pt x="184091" y="660289"/>
                    <a:pt x="208147" y="660406"/>
                  </a:cubicBezTo>
                  <a:cubicBezTo>
                    <a:pt x="210445" y="660417"/>
                    <a:pt x="212956" y="661015"/>
                    <a:pt x="214998" y="662063"/>
                  </a:cubicBezTo>
                  <a:cubicBezTo>
                    <a:pt x="237024" y="673368"/>
                    <a:pt x="260127" y="681862"/>
                    <a:pt x="284165" y="687505"/>
                  </a:cubicBezTo>
                  <a:cubicBezTo>
                    <a:pt x="296731" y="690454"/>
                    <a:pt x="309636" y="692328"/>
                    <a:pt x="322495" y="693561"/>
                  </a:cubicBezTo>
                  <a:cubicBezTo>
                    <a:pt x="336847" y="694937"/>
                    <a:pt x="351378" y="696131"/>
                    <a:pt x="365729" y="695401"/>
                  </a:cubicBezTo>
                  <a:cubicBezTo>
                    <a:pt x="382501" y="694548"/>
                    <a:pt x="399264" y="692123"/>
                    <a:pt x="415847" y="689298"/>
                  </a:cubicBezTo>
                  <a:cubicBezTo>
                    <a:pt x="435462" y="685957"/>
                    <a:pt x="454376" y="679724"/>
                    <a:pt x="472724" y="672048"/>
                  </a:cubicBezTo>
                  <a:cubicBezTo>
                    <a:pt x="493800" y="663231"/>
                    <a:pt x="514055" y="652714"/>
                    <a:pt x="532244" y="638809"/>
                  </a:cubicBezTo>
                  <a:cubicBezTo>
                    <a:pt x="545898" y="628370"/>
                    <a:pt x="559536" y="617717"/>
                    <a:pt x="571872" y="605803"/>
                  </a:cubicBezTo>
                  <a:cubicBezTo>
                    <a:pt x="582956" y="595097"/>
                    <a:pt x="592682" y="582879"/>
                    <a:pt x="602237" y="570721"/>
                  </a:cubicBezTo>
                  <a:cubicBezTo>
                    <a:pt x="614479" y="555143"/>
                    <a:pt x="624588" y="538083"/>
                    <a:pt x="633032" y="520173"/>
                  </a:cubicBezTo>
                  <a:cubicBezTo>
                    <a:pt x="644383" y="496097"/>
                    <a:pt x="653257" y="471119"/>
                    <a:pt x="657703" y="444754"/>
                  </a:cubicBezTo>
                  <a:cubicBezTo>
                    <a:pt x="659671" y="433082"/>
                    <a:pt x="661353" y="421361"/>
                    <a:pt x="663246" y="409138"/>
                  </a:cubicBezTo>
                  <a:cubicBezTo>
                    <a:pt x="618576" y="409138"/>
                    <a:pt x="574647" y="409138"/>
                    <a:pt x="529606" y="409138"/>
                  </a:cubicBezTo>
                  <a:cubicBezTo>
                    <a:pt x="533102" y="405165"/>
                    <a:pt x="535766" y="401826"/>
                    <a:pt x="538750" y="398802"/>
                  </a:cubicBezTo>
                  <a:cubicBezTo>
                    <a:pt x="549555" y="387855"/>
                    <a:pt x="560426" y="376972"/>
                    <a:pt x="571396" y="366189"/>
                  </a:cubicBezTo>
                  <a:cubicBezTo>
                    <a:pt x="572634" y="364971"/>
                    <a:pt x="574649" y="363857"/>
                    <a:pt x="576307" y="363852"/>
                  </a:cubicBezTo>
                  <a:cubicBezTo>
                    <a:pt x="619838" y="363729"/>
                    <a:pt x="663370" y="363757"/>
                    <a:pt x="706902" y="363771"/>
                  </a:cubicBezTo>
                  <a:close/>
                  <a:moveTo>
                    <a:pt x="728418" y="209737"/>
                  </a:moveTo>
                  <a:cubicBezTo>
                    <a:pt x="738171" y="224840"/>
                    <a:pt x="749868" y="298775"/>
                    <a:pt x="746625" y="324252"/>
                  </a:cubicBezTo>
                  <a:cubicBezTo>
                    <a:pt x="702408" y="324252"/>
                    <a:pt x="658163" y="324252"/>
                    <a:pt x="613599" y="324252"/>
                  </a:cubicBezTo>
                  <a:cubicBezTo>
                    <a:pt x="613777" y="323596"/>
                    <a:pt x="613752" y="322871"/>
                    <a:pt x="614103" y="322515"/>
                  </a:cubicBezTo>
                  <a:cubicBezTo>
                    <a:pt x="620761" y="315769"/>
                    <a:pt x="627374" y="308973"/>
                    <a:pt x="634241" y="302445"/>
                  </a:cubicBezTo>
                  <a:cubicBezTo>
                    <a:pt x="635419" y="301325"/>
                    <a:pt x="637717" y="300969"/>
                    <a:pt x="639500" y="300963"/>
                  </a:cubicBezTo>
                  <a:cubicBezTo>
                    <a:pt x="665500" y="300871"/>
                    <a:pt x="691499" y="300900"/>
                    <a:pt x="717499" y="300900"/>
                  </a:cubicBezTo>
                  <a:cubicBezTo>
                    <a:pt x="719284" y="300900"/>
                    <a:pt x="721069" y="300900"/>
                    <a:pt x="723454" y="300900"/>
                  </a:cubicBezTo>
                  <a:cubicBezTo>
                    <a:pt x="721833" y="278866"/>
                    <a:pt x="719462" y="257262"/>
                    <a:pt x="712743" y="235928"/>
                  </a:cubicBezTo>
                  <a:cubicBezTo>
                    <a:pt x="709259" y="228584"/>
                    <a:pt x="711945" y="224192"/>
                    <a:pt x="718020" y="220172"/>
                  </a:cubicBezTo>
                  <a:cubicBezTo>
                    <a:pt x="722011" y="217531"/>
                    <a:pt x="724953" y="213307"/>
                    <a:pt x="728418" y="209737"/>
                  </a:cubicBezTo>
                  <a:close/>
                  <a:moveTo>
                    <a:pt x="376736" y="32441"/>
                  </a:moveTo>
                  <a:cubicBezTo>
                    <a:pt x="376736" y="143143"/>
                    <a:pt x="376736" y="253187"/>
                    <a:pt x="376736" y="363609"/>
                  </a:cubicBezTo>
                  <a:cubicBezTo>
                    <a:pt x="400838" y="363609"/>
                    <a:pt x="424494" y="363609"/>
                    <a:pt x="449211" y="363609"/>
                  </a:cubicBezTo>
                  <a:cubicBezTo>
                    <a:pt x="447157" y="366442"/>
                    <a:pt x="445839" y="368738"/>
                    <a:pt x="444073" y="370613"/>
                  </a:cubicBezTo>
                  <a:cubicBezTo>
                    <a:pt x="436255" y="378913"/>
                    <a:pt x="428283" y="387066"/>
                    <a:pt x="420426" y="395329"/>
                  </a:cubicBezTo>
                  <a:cubicBezTo>
                    <a:pt x="417980" y="397902"/>
                    <a:pt x="415728" y="400659"/>
                    <a:pt x="413373" y="403318"/>
                  </a:cubicBezTo>
                  <a:cubicBezTo>
                    <a:pt x="410196" y="406907"/>
                    <a:pt x="406942" y="409223"/>
                    <a:pt x="401407" y="409115"/>
                  </a:cubicBezTo>
                  <a:cubicBezTo>
                    <a:pt x="378365" y="408666"/>
                    <a:pt x="355308" y="408926"/>
                    <a:pt x="331806" y="408926"/>
                  </a:cubicBezTo>
                  <a:cubicBezTo>
                    <a:pt x="331806" y="298932"/>
                    <a:pt x="331806" y="189212"/>
                    <a:pt x="331806" y="78762"/>
                  </a:cubicBezTo>
                  <a:cubicBezTo>
                    <a:pt x="324496" y="79518"/>
                    <a:pt x="317581" y="79667"/>
                    <a:pt x="310916" y="81036"/>
                  </a:cubicBezTo>
                  <a:cubicBezTo>
                    <a:pt x="295347" y="84232"/>
                    <a:pt x="279594" y="87052"/>
                    <a:pt x="264483" y="91821"/>
                  </a:cubicBezTo>
                  <a:cubicBezTo>
                    <a:pt x="248337" y="96917"/>
                    <a:pt x="232442" y="103239"/>
                    <a:pt x="217159" y="110537"/>
                  </a:cubicBezTo>
                  <a:cubicBezTo>
                    <a:pt x="195213" y="121017"/>
                    <a:pt x="174786" y="134199"/>
                    <a:pt x="156574" y="150495"/>
                  </a:cubicBezTo>
                  <a:cubicBezTo>
                    <a:pt x="147261" y="158828"/>
                    <a:pt x="137738" y="167012"/>
                    <a:pt x="129177" y="176082"/>
                  </a:cubicBezTo>
                  <a:cubicBezTo>
                    <a:pt x="113530" y="192657"/>
                    <a:pt x="99972" y="210911"/>
                    <a:pt x="88328" y="230556"/>
                  </a:cubicBezTo>
                  <a:cubicBezTo>
                    <a:pt x="75448" y="252285"/>
                    <a:pt x="65260" y="275235"/>
                    <a:pt x="58596" y="299557"/>
                  </a:cubicBezTo>
                  <a:cubicBezTo>
                    <a:pt x="54526" y="314412"/>
                    <a:pt x="51861" y="329667"/>
                    <a:pt x="48878" y="344803"/>
                  </a:cubicBezTo>
                  <a:cubicBezTo>
                    <a:pt x="45276" y="363075"/>
                    <a:pt x="45250" y="381642"/>
                    <a:pt x="46088" y="400099"/>
                  </a:cubicBezTo>
                  <a:cubicBezTo>
                    <a:pt x="46697" y="413522"/>
                    <a:pt x="49092" y="426866"/>
                    <a:pt x="50753" y="440237"/>
                  </a:cubicBezTo>
                  <a:cubicBezTo>
                    <a:pt x="53004" y="458349"/>
                    <a:pt x="58653" y="475576"/>
                    <a:pt x="64541" y="492736"/>
                  </a:cubicBezTo>
                  <a:cubicBezTo>
                    <a:pt x="65209" y="494685"/>
                    <a:pt x="65894" y="496628"/>
                    <a:pt x="66770" y="498909"/>
                  </a:cubicBezTo>
                  <a:cubicBezTo>
                    <a:pt x="75701" y="521039"/>
                    <a:pt x="86686" y="541634"/>
                    <a:pt x="99892" y="561046"/>
                  </a:cubicBezTo>
                  <a:cubicBezTo>
                    <a:pt x="101816" y="563874"/>
                    <a:pt x="103770" y="566681"/>
                    <a:pt x="105967" y="569871"/>
                  </a:cubicBezTo>
                  <a:cubicBezTo>
                    <a:pt x="87134" y="569871"/>
                    <a:pt x="69141" y="569871"/>
                    <a:pt x="50133" y="569871"/>
                  </a:cubicBezTo>
                  <a:cubicBezTo>
                    <a:pt x="-17293" y="444067"/>
                    <a:pt x="-18164" y="319323"/>
                    <a:pt x="56392" y="195636"/>
                  </a:cubicBezTo>
                  <a:cubicBezTo>
                    <a:pt x="133056" y="82481"/>
                    <a:pt x="240493" y="29889"/>
                    <a:pt x="376736" y="32441"/>
                  </a:cubicBezTo>
                  <a:close/>
                  <a:moveTo>
                    <a:pt x="422371" y="56"/>
                  </a:moveTo>
                  <a:cubicBezTo>
                    <a:pt x="430765" y="56"/>
                    <a:pt x="439315" y="-102"/>
                    <a:pt x="447857" y="112"/>
                  </a:cubicBezTo>
                  <a:cubicBezTo>
                    <a:pt x="453497" y="254"/>
                    <a:pt x="459192" y="520"/>
                    <a:pt x="464744" y="1445"/>
                  </a:cubicBezTo>
                  <a:cubicBezTo>
                    <a:pt x="481888" y="4303"/>
                    <a:pt x="499128" y="6841"/>
                    <a:pt x="516046" y="10740"/>
                  </a:cubicBezTo>
                  <a:cubicBezTo>
                    <a:pt x="536378" y="15427"/>
                    <a:pt x="555570" y="23649"/>
                    <a:pt x="574251" y="32879"/>
                  </a:cubicBezTo>
                  <a:cubicBezTo>
                    <a:pt x="581806" y="36611"/>
                    <a:pt x="588982" y="41119"/>
                    <a:pt x="596253" y="45406"/>
                  </a:cubicBezTo>
                  <a:cubicBezTo>
                    <a:pt x="597318" y="46035"/>
                    <a:pt x="598649" y="47382"/>
                    <a:pt x="598673" y="48425"/>
                  </a:cubicBezTo>
                  <a:cubicBezTo>
                    <a:pt x="598869" y="56867"/>
                    <a:pt x="598783" y="65316"/>
                    <a:pt x="598783" y="74618"/>
                  </a:cubicBezTo>
                  <a:cubicBezTo>
                    <a:pt x="578264" y="60815"/>
                    <a:pt x="557255" y="49698"/>
                    <a:pt x="534600" y="40917"/>
                  </a:cubicBezTo>
                  <a:cubicBezTo>
                    <a:pt x="522852" y="37344"/>
                    <a:pt x="511556" y="33500"/>
                    <a:pt x="500000" y="30747"/>
                  </a:cubicBezTo>
                  <a:cubicBezTo>
                    <a:pt x="489314" y="28202"/>
                    <a:pt x="478377" y="26642"/>
                    <a:pt x="467497" y="25001"/>
                  </a:cubicBezTo>
                  <a:cubicBezTo>
                    <a:pt x="460075" y="23881"/>
                    <a:pt x="452562" y="23367"/>
                    <a:pt x="444812" y="22553"/>
                  </a:cubicBezTo>
                  <a:cubicBezTo>
                    <a:pt x="444812" y="115672"/>
                    <a:pt x="444812" y="207926"/>
                    <a:pt x="444812" y="300754"/>
                  </a:cubicBezTo>
                  <a:cubicBezTo>
                    <a:pt x="467509" y="300754"/>
                    <a:pt x="490280" y="300754"/>
                    <a:pt x="513050" y="300754"/>
                  </a:cubicBezTo>
                  <a:cubicBezTo>
                    <a:pt x="513276" y="301163"/>
                    <a:pt x="513502" y="301571"/>
                    <a:pt x="513729" y="301979"/>
                  </a:cubicBezTo>
                  <a:cubicBezTo>
                    <a:pt x="510809" y="304852"/>
                    <a:pt x="507921" y="307759"/>
                    <a:pt x="504952" y="310580"/>
                  </a:cubicBezTo>
                  <a:cubicBezTo>
                    <a:pt x="503918" y="311562"/>
                    <a:pt x="502370" y="312112"/>
                    <a:pt x="501587" y="313230"/>
                  </a:cubicBezTo>
                  <a:cubicBezTo>
                    <a:pt x="494855" y="322858"/>
                    <a:pt x="485779" y="325381"/>
                    <a:pt x="474233" y="324722"/>
                  </a:cubicBezTo>
                  <a:cubicBezTo>
                    <a:pt x="457114" y="323744"/>
                    <a:pt x="439897" y="324469"/>
                    <a:pt x="422371" y="324469"/>
                  </a:cubicBezTo>
                  <a:cubicBezTo>
                    <a:pt x="422371" y="216230"/>
                    <a:pt x="422371" y="108151"/>
                    <a:pt x="422371" y="56"/>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663" name="Freeform: Shape 1662">
              <a:extLst>
                <a:ext uri="{FF2B5EF4-FFF2-40B4-BE49-F238E27FC236}">
                  <a16:creationId xmlns:a16="http://schemas.microsoft.com/office/drawing/2014/main" id="{184B78B1-78E5-8658-6944-0421318AF60A}"/>
                </a:ext>
                <a:ext uri="{C183D7F6-B498-43B3-948B-1728B52AA6E4}">
                  <adec:decorative xmlns:adec="http://schemas.microsoft.com/office/drawing/2017/decorative" val="1"/>
                </a:ext>
              </a:extLst>
            </p:cNvPr>
            <p:cNvSpPr/>
            <p:nvPr/>
          </p:nvSpPr>
          <p:spPr>
            <a:xfrm>
              <a:off x="5353958" y="2977911"/>
              <a:ext cx="518417" cy="353506"/>
            </a:xfrm>
            <a:custGeom>
              <a:avLst/>
              <a:gdLst>
                <a:gd name="connsiteX0" fmla="*/ 0 w 840051"/>
                <a:gd name="connsiteY0" fmla="*/ 506756 h 572826"/>
                <a:gd name="connsiteX1" fmla="*/ 66654 w 840051"/>
                <a:gd name="connsiteY1" fmla="*/ 506756 h 572826"/>
                <a:gd name="connsiteX2" fmla="*/ 66654 w 840051"/>
                <a:gd name="connsiteY2" fmla="*/ 572826 h 572826"/>
                <a:gd name="connsiteX3" fmla="*/ 0 w 840051"/>
                <a:gd name="connsiteY3" fmla="*/ 572826 h 572826"/>
                <a:gd name="connsiteX4" fmla="*/ 662921 w 840051"/>
                <a:gd name="connsiteY4" fmla="*/ 0 h 572826"/>
                <a:gd name="connsiteX5" fmla="*/ 840051 w 840051"/>
                <a:gd name="connsiteY5" fmla="*/ 0 h 572826"/>
                <a:gd name="connsiteX6" fmla="*/ 840051 w 840051"/>
                <a:gd name="connsiteY6" fmla="*/ 176941 h 572826"/>
                <a:gd name="connsiteX7" fmla="*/ 795430 w 840051"/>
                <a:gd name="connsiteY7" fmla="*/ 176941 h 572826"/>
                <a:gd name="connsiteX8" fmla="*/ 795430 w 840051"/>
                <a:gd name="connsiteY8" fmla="*/ 80691 h 572826"/>
                <a:gd name="connsiteX9" fmla="*/ 684315 w 840051"/>
                <a:gd name="connsiteY9" fmla="*/ 187935 h 572826"/>
                <a:gd name="connsiteX10" fmla="*/ 681283 w 840051"/>
                <a:gd name="connsiteY10" fmla="*/ 185742 h 572826"/>
                <a:gd name="connsiteX11" fmla="*/ 681205 w 840051"/>
                <a:gd name="connsiteY11" fmla="*/ 185872 h 572826"/>
                <a:gd name="connsiteX12" fmla="*/ 684021 w 840051"/>
                <a:gd name="connsiteY12" fmla="*/ 188073 h 572826"/>
                <a:gd name="connsiteX13" fmla="*/ 682433 w 840051"/>
                <a:gd name="connsiteY13" fmla="*/ 190427 h 572826"/>
                <a:gd name="connsiteX14" fmla="*/ 553796 w 840051"/>
                <a:gd name="connsiteY14" fmla="*/ 318451 h 572826"/>
                <a:gd name="connsiteX15" fmla="*/ 550781 w 840051"/>
                <a:gd name="connsiteY15" fmla="*/ 314983 h 572826"/>
                <a:gd name="connsiteX16" fmla="*/ 550608 w 840051"/>
                <a:gd name="connsiteY16" fmla="*/ 315271 h 572826"/>
                <a:gd name="connsiteX17" fmla="*/ 553498 w 840051"/>
                <a:gd name="connsiteY17" fmla="*/ 318594 h 572826"/>
                <a:gd name="connsiteX18" fmla="*/ 510746 w 840051"/>
                <a:gd name="connsiteY18" fmla="*/ 361952 h 572826"/>
                <a:gd name="connsiteX19" fmla="*/ 509206 w 840051"/>
                <a:gd name="connsiteY19" fmla="*/ 360379 h 572826"/>
                <a:gd name="connsiteX20" fmla="*/ 508955 w 840051"/>
                <a:gd name="connsiteY20" fmla="*/ 360570 h 572826"/>
                <a:gd name="connsiteX21" fmla="*/ 510449 w 840051"/>
                <a:gd name="connsiteY21" fmla="*/ 362096 h 572826"/>
                <a:gd name="connsiteX22" fmla="*/ 468012 w 840051"/>
                <a:gd name="connsiteY22" fmla="*/ 404862 h 572826"/>
                <a:gd name="connsiteX23" fmla="*/ 440854 w 840051"/>
                <a:gd name="connsiteY23" fmla="*/ 431380 h 572826"/>
                <a:gd name="connsiteX24" fmla="*/ 438147 w 840051"/>
                <a:gd name="connsiteY24" fmla="*/ 426315 h 572826"/>
                <a:gd name="connsiteX25" fmla="*/ 437925 w 840051"/>
                <a:gd name="connsiteY25" fmla="*/ 426366 h 572826"/>
                <a:gd name="connsiteX26" fmla="*/ 440557 w 840051"/>
                <a:gd name="connsiteY26" fmla="*/ 431525 h 572826"/>
                <a:gd name="connsiteX27" fmla="*/ 394932 w 840051"/>
                <a:gd name="connsiteY27" fmla="*/ 478025 h 572826"/>
                <a:gd name="connsiteX28" fmla="*/ 389913 w 840051"/>
                <a:gd name="connsiteY28" fmla="*/ 476920 h 572826"/>
                <a:gd name="connsiteX29" fmla="*/ 390533 w 840051"/>
                <a:gd name="connsiteY29" fmla="*/ 474438 h 572826"/>
                <a:gd name="connsiteX30" fmla="*/ 389769 w 840051"/>
                <a:gd name="connsiteY30" fmla="*/ 476627 h 572826"/>
                <a:gd name="connsiteX31" fmla="*/ 360353 w 840051"/>
                <a:gd name="connsiteY31" fmla="*/ 454990 h 572826"/>
                <a:gd name="connsiteX32" fmla="*/ 355349 w 840051"/>
                <a:gd name="connsiteY32" fmla="*/ 450361 h 572826"/>
                <a:gd name="connsiteX33" fmla="*/ 347136 w 840051"/>
                <a:gd name="connsiteY33" fmla="*/ 420221 h 572826"/>
                <a:gd name="connsiteX34" fmla="*/ 347131 w 840051"/>
                <a:gd name="connsiteY34" fmla="*/ 420229 h 572826"/>
                <a:gd name="connsiteX35" fmla="*/ 355203 w 840051"/>
                <a:gd name="connsiteY35" fmla="*/ 450063 h 572826"/>
                <a:gd name="connsiteX36" fmla="*/ 335539 w 840051"/>
                <a:gd name="connsiteY36" fmla="*/ 436100 h 572826"/>
                <a:gd name="connsiteX37" fmla="*/ 330789 w 840051"/>
                <a:gd name="connsiteY37" fmla="*/ 432983 h 572826"/>
                <a:gd name="connsiteX38" fmla="*/ 326120 w 840051"/>
                <a:gd name="connsiteY38" fmla="*/ 438551 h 572826"/>
                <a:gd name="connsiteX39" fmla="*/ 320840 w 840051"/>
                <a:gd name="connsiteY39" fmla="*/ 427709 h 572826"/>
                <a:gd name="connsiteX40" fmla="*/ 320508 w 840051"/>
                <a:gd name="connsiteY40" fmla="*/ 427784 h 572826"/>
                <a:gd name="connsiteX41" fmla="*/ 325823 w 840051"/>
                <a:gd name="connsiteY41" fmla="*/ 438698 h 572826"/>
                <a:gd name="connsiteX42" fmla="*/ 293708 w 840051"/>
                <a:gd name="connsiteY42" fmla="*/ 469977 h 572826"/>
                <a:gd name="connsiteX43" fmla="*/ 289418 w 840051"/>
                <a:gd name="connsiteY43" fmla="*/ 461350 h 572826"/>
                <a:gd name="connsiteX44" fmla="*/ 289216 w 840051"/>
                <a:gd name="connsiteY44" fmla="*/ 461686 h 572826"/>
                <a:gd name="connsiteX45" fmla="*/ 293413 w 840051"/>
                <a:gd name="connsiteY45" fmla="*/ 470124 h 572826"/>
                <a:gd name="connsiteX46" fmla="*/ 249925 w 840051"/>
                <a:gd name="connsiteY46" fmla="*/ 512061 h 572826"/>
                <a:gd name="connsiteX47" fmla="*/ 218792 w 840051"/>
                <a:gd name="connsiteY47" fmla="*/ 542452 h 572826"/>
                <a:gd name="connsiteX48" fmla="*/ 203202 w 840051"/>
                <a:gd name="connsiteY48" fmla="*/ 535494 h 572826"/>
                <a:gd name="connsiteX49" fmla="*/ 203229 w 840051"/>
                <a:gd name="connsiteY49" fmla="*/ 535648 h 572826"/>
                <a:gd name="connsiteX50" fmla="*/ 218498 w 840051"/>
                <a:gd name="connsiteY50" fmla="*/ 542592 h 572826"/>
                <a:gd name="connsiteX51" fmla="*/ 201397 w 840051"/>
                <a:gd name="connsiteY51" fmla="*/ 559344 h 572826"/>
                <a:gd name="connsiteX52" fmla="*/ 198548 w 840051"/>
                <a:gd name="connsiteY52" fmla="*/ 556483 h 572826"/>
                <a:gd name="connsiteX53" fmla="*/ 198357 w 840051"/>
                <a:gd name="connsiteY53" fmla="*/ 556628 h 572826"/>
                <a:gd name="connsiteX54" fmla="*/ 201100 w 840051"/>
                <a:gd name="connsiteY54" fmla="*/ 559488 h 572826"/>
                <a:gd name="connsiteX55" fmla="*/ 190923 w 840051"/>
                <a:gd name="connsiteY55" fmla="*/ 564399 h 572826"/>
                <a:gd name="connsiteX56" fmla="*/ 151355 w 840051"/>
                <a:gd name="connsiteY56" fmla="*/ 563863 h 572826"/>
                <a:gd name="connsiteX57" fmla="*/ 150898 w 840051"/>
                <a:gd name="connsiteY57" fmla="*/ 562984 h 572826"/>
                <a:gd name="connsiteX58" fmla="*/ 150898 w 840051"/>
                <a:gd name="connsiteY58" fmla="*/ 564199 h 572826"/>
                <a:gd name="connsiteX59" fmla="*/ 140812 w 840051"/>
                <a:gd name="connsiteY59" fmla="*/ 564199 h 572826"/>
                <a:gd name="connsiteX60" fmla="*/ 140812 w 840051"/>
                <a:gd name="connsiteY60" fmla="*/ 564157 h 572826"/>
                <a:gd name="connsiteX61" fmla="*/ 128925 w 840051"/>
                <a:gd name="connsiteY61" fmla="*/ 564157 h 572826"/>
                <a:gd name="connsiteX62" fmla="*/ 128925 w 840051"/>
                <a:gd name="connsiteY62" fmla="*/ 564203 h 572826"/>
                <a:gd name="connsiteX63" fmla="*/ 120933 w 840051"/>
                <a:gd name="connsiteY63" fmla="*/ 564203 h 572826"/>
                <a:gd name="connsiteX64" fmla="*/ 120933 w 840051"/>
                <a:gd name="connsiteY64" fmla="*/ 564161 h 572826"/>
                <a:gd name="connsiteX65" fmla="*/ 109182 w 840051"/>
                <a:gd name="connsiteY65" fmla="*/ 564161 h 572826"/>
                <a:gd name="connsiteX66" fmla="*/ 109182 w 840051"/>
                <a:gd name="connsiteY66" fmla="*/ 564098 h 572826"/>
                <a:gd name="connsiteX67" fmla="*/ 102399 w 840051"/>
                <a:gd name="connsiteY67" fmla="*/ 564098 h 572826"/>
                <a:gd name="connsiteX68" fmla="*/ 102399 w 840051"/>
                <a:gd name="connsiteY68" fmla="*/ 564211 h 572826"/>
                <a:gd name="connsiteX69" fmla="*/ 99089 w 840051"/>
                <a:gd name="connsiteY69" fmla="*/ 564211 h 572826"/>
                <a:gd name="connsiteX70" fmla="*/ 99089 w 840051"/>
                <a:gd name="connsiteY70" fmla="*/ 519219 h 572826"/>
                <a:gd name="connsiteX71" fmla="*/ 101306 w 840051"/>
                <a:gd name="connsiteY71" fmla="*/ 519219 h 572826"/>
                <a:gd name="connsiteX72" fmla="*/ 101306 w 840051"/>
                <a:gd name="connsiteY72" fmla="*/ 519215 h 572826"/>
                <a:gd name="connsiteX73" fmla="*/ 110260 w 840051"/>
                <a:gd name="connsiteY73" fmla="*/ 519215 h 572826"/>
                <a:gd name="connsiteX74" fmla="*/ 110260 w 840051"/>
                <a:gd name="connsiteY74" fmla="*/ 519260 h 572826"/>
                <a:gd name="connsiteX75" fmla="*/ 120933 w 840051"/>
                <a:gd name="connsiteY75" fmla="*/ 519260 h 572826"/>
                <a:gd name="connsiteX76" fmla="*/ 120933 w 840051"/>
                <a:gd name="connsiteY76" fmla="*/ 519220 h 572826"/>
                <a:gd name="connsiteX77" fmla="*/ 128925 w 840051"/>
                <a:gd name="connsiteY77" fmla="*/ 519220 h 572826"/>
                <a:gd name="connsiteX78" fmla="*/ 128925 w 840051"/>
                <a:gd name="connsiteY78" fmla="*/ 519262 h 572826"/>
                <a:gd name="connsiteX79" fmla="*/ 140812 w 840051"/>
                <a:gd name="connsiteY79" fmla="*/ 519262 h 572826"/>
                <a:gd name="connsiteX80" fmla="*/ 140812 w 840051"/>
                <a:gd name="connsiteY80" fmla="*/ 519221 h 572826"/>
                <a:gd name="connsiteX81" fmla="*/ 150898 w 840051"/>
                <a:gd name="connsiteY81" fmla="*/ 519221 h 572826"/>
                <a:gd name="connsiteX82" fmla="*/ 150898 w 840051"/>
                <a:gd name="connsiteY82" fmla="*/ 519315 h 572826"/>
                <a:gd name="connsiteX83" fmla="*/ 159376 w 840051"/>
                <a:gd name="connsiteY83" fmla="*/ 519570 h 572826"/>
                <a:gd name="connsiteX84" fmla="*/ 166747 w 840051"/>
                <a:gd name="connsiteY84" fmla="*/ 527767 h 572826"/>
                <a:gd name="connsiteX85" fmla="*/ 170772 w 840051"/>
                <a:gd name="connsiteY85" fmla="*/ 532022 h 572826"/>
                <a:gd name="connsiteX86" fmla="*/ 170790 w 840051"/>
                <a:gd name="connsiteY86" fmla="*/ 531993 h 572826"/>
                <a:gd name="connsiteX87" fmla="*/ 166855 w 840051"/>
                <a:gd name="connsiteY87" fmla="*/ 527782 h 572826"/>
                <a:gd name="connsiteX88" fmla="*/ 159818 w 840051"/>
                <a:gd name="connsiteY88" fmla="*/ 519633 h 572826"/>
                <a:gd name="connsiteX89" fmla="*/ 175047 w 840051"/>
                <a:gd name="connsiteY89" fmla="*/ 518287 h 572826"/>
                <a:gd name="connsiteX90" fmla="*/ 180855 w 840051"/>
                <a:gd name="connsiteY90" fmla="*/ 522695 h 572826"/>
                <a:gd name="connsiteX91" fmla="*/ 181171 w 840051"/>
                <a:gd name="connsiteY91" fmla="*/ 522623 h 572826"/>
                <a:gd name="connsiteX92" fmla="*/ 175408 w 840051"/>
                <a:gd name="connsiteY92" fmla="*/ 518095 h 572826"/>
                <a:gd name="connsiteX93" fmla="*/ 218165 w 840051"/>
                <a:gd name="connsiteY93" fmla="*/ 475056 h 572826"/>
                <a:gd name="connsiteX94" fmla="*/ 270579 w 840051"/>
                <a:gd name="connsiteY94" fmla="*/ 424216 h 572826"/>
                <a:gd name="connsiteX95" fmla="*/ 272746 w 840051"/>
                <a:gd name="connsiteY95" fmla="*/ 428573 h 572826"/>
                <a:gd name="connsiteX96" fmla="*/ 273077 w 840051"/>
                <a:gd name="connsiteY96" fmla="*/ 428497 h 572826"/>
                <a:gd name="connsiteX97" fmla="*/ 270876 w 840051"/>
                <a:gd name="connsiteY97" fmla="*/ 424071 h 572826"/>
                <a:gd name="connsiteX98" fmla="*/ 302991 w 840051"/>
                <a:gd name="connsiteY98" fmla="*/ 391814 h 572826"/>
                <a:gd name="connsiteX99" fmla="*/ 303577 w 840051"/>
                <a:gd name="connsiteY99" fmla="*/ 393016 h 572826"/>
                <a:gd name="connsiteX100" fmla="*/ 303845 w 840051"/>
                <a:gd name="connsiteY100" fmla="*/ 392812 h 572826"/>
                <a:gd name="connsiteX101" fmla="*/ 303288 w 840051"/>
                <a:gd name="connsiteY101" fmla="*/ 391669 h 572826"/>
                <a:gd name="connsiteX102" fmla="*/ 324177 w 840051"/>
                <a:gd name="connsiteY102" fmla="*/ 371379 h 572826"/>
                <a:gd name="connsiteX103" fmla="*/ 341185 w 840051"/>
                <a:gd name="connsiteY103" fmla="*/ 384585 h 572826"/>
                <a:gd name="connsiteX104" fmla="*/ 340502 w 840051"/>
                <a:gd name="connsiteY104" fmla="*/ 388915 h 572826"/>
                <a:gd name="connsiteX105" fmla="*/ 340706 w 840051"/>
                <a:gd name="connsiteY105" fmla="*/ 389070 h 572826"/>
                <a:gd name="connsiteX106" fmla="*/ 341485 w 840051"/>
                <a:gd name="connsiteY106" fmla="*/ 384743 h 572826"/>
                <a:gd name="connsiteX107" fmla="*/ 385632 w 840051"/>
                <a:gd name="connsiteY107" fmla="*/ 418598 h 572826"/>
                <a:gd name="connsiteX108" fmla="*/ 386066 w 840051"/>
                <a:gd name="connsiteY108" fmla="*/ 425357 h 572826"/>
                <a:gd name="connsiteX109" fmla="*/ 385780 w 840051"/>
                <a:gd name="connsiteY109" fmla="*/ 418900 h 572826"/>
                <a:gd name="connsiteX110" fmla="*/ 391568 w 840051"/>
                <a:gd name="connsiteY110" fmla="*/ 417619 h 572826"/>
                <a:gd name="connsiteX111" fmla="*/ 418666 w 840051"/>
                <a:gd name="connsiteY111" fmla="*/ 390567 h 572826"/>
                <a:gd name="connsiteX112" fmla="*/ 419692 w 840051"/>
                <a:gd name="connsiteY112" fmla="*/ 392435 h 572826"/>
                <a:gd name="connsiteX113" fmla="*/ 419935 w 840051"/>
                <a:gd name="connsiteY113" fmla="*/ 392251 h 572826"/>
                <a:gd name="connsiteX114" fmla="*/ 418960 w 840051"/>
                <a:gd name="connsiteY114" fmla="*/ 390428 h 572826"/>
                <a:gd name="connsiteX115" fmla="*/ 419823 w 840051"/>
                <a:gd name="connsiteY115" fmla="*/ 389270 h 572826"/>
                <a:gd name="connsiteX116" fmla="*/ 478872 w 840051"/>
                <a:gd name="connsiteY116" fmla="*/ 329834 h 572826"/>
                <a:gd name="connsiteX117" fmla="*/ 482959 w 840051"/>
                <a:gd name="connsiteY117" fmla="*/ 334010 h 572826"/>
                <a:gd name="connsiteX118" fmla="*/ 483123 w 840051"/>
                <a:gd name="connsiteY118" fmla="*/ 333737 h 572826"/>
                <a:gd name="connsiteX119" fmla="*/ 479166 w 840051"/>
                <a:gd name="connsiteY119" fmla="*/ 329696 h 572826"/>
                <a:gd name="connsiteX120" fmla="*/ 523804 w 840051"/>
                <a:gd name="connsiteY120" fmla="*/ 284450 h 572826"/>
                <a:gd name="connsiteX121" fmla="*/ 525882 w 840051"/>
                <a:gd name="connsiteY121" fmla="*/ 286839 h 572826"/>
                <a:gd name="connsiteX122" fmla="*/ 526136 w 840051"/>
                <a:gd name="connsiteY122" fmla="*/ 286646 h 572826"/>
                <a:gd name="connsiteX123" fmla="*/ 524101 w 840051"/>
                <a:gd name="connsiteY123" fmla="*/ 284306 h 572826"/>
                <a:gd name="connsiteX124" fmla="*/ 525989 w 840051"/>
                <a:gd name="connsiteY124" fmla="*/ 282094 h 572826"/>
                <a:gd name="connsiteX125" fmla="*/ 651418 w 840051"/>
                <a:gd name="connsiteY125" fmla="*/ 156837 h 572826"/>
                <a:gd name="connsiteX126" fmla="*/ 654607 w 840051"/>
                <a:gd name="connsiteY126" fmla="*/ 160018 h 572826"/>
                <a:gd name="connsiteX127" fmla="*/ 654824 w 840051"/>
                <a:gd name="connsiteY127" fmla="*/ 159854 h 572826"/>
                <a:gd name="connsiteX128" fmla="*/ 651710 w 840051"/>
                <a:gd name="connsiteY128" fmla="*/ 156696 h 572826"/>
                <a:gd name="connsiteX129" fmla="*/ 655338 w 840051"/>
                <a:gd name="connsiteY129" fmla="*/ 152745 h 572826"/>
                <a:gd name="connsiteX130" fmla="*/ 758754 w 840051"/>
                <a:gd name="connsiteY130" fmla="*/ 49304 h 572826"/>
                <a:gd name="connsiteX131" fmla="*/ 762959 w 840051"/>
                <a:gd name="connsiteY131" fmla="*/ 44811 h 572826"/>
                <a:gd name="connsiteX132" fmla="*/ 662921 w 840051"/>
                <a:gd name="connsiteY132" fmla="*/ 44811 h 572826"/>
                <a:gd name="connsiteX133" fmla="*/ 662921 w 840051"/>
                <a:gd name="connsiteY133" fmla="*/ 0 h 57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840051" h="572826">
                  <a:moveTo>
                    <a:pt x="0" y="506756"/>
                  </a:moveTo>
                  <a:lnTo>
                    <a:pt x="66654" y="506756"/>
                  </a:lnTo>
                  <a:lnTo>
                    <a:pt x="66654" y="572826"/>
                  </a:lnTo>
                  <a:lnTo>
                    <a:pt x="0" y="572826"/>
                  </a:lnTo>
                  <a:close/>
                  <a:moveTo>
                    <a:pt x="662921" y="0"/>
                  </a:moveTo>
                  <a:cubicBezTo>
                    <a:pt x="721837" y="0"/>
                    <a:pt x="780784" y="0"/>
                    <a:pt x="840051" y="0"/>
                  </a:cubicBezTo>
                  <a:cubicBezTo>
                    <a:pt x="840051" y="58855"/>
                    <a:pt x="840051" y="117686"/>
                    <a:pt x="840051" y="176941"/>
                  </a:cubicBezTo>
                  <a:cubicBezTo>
                    <a:pt x="825407" y="176941"/>
                    <a:pt x="810639" y="176941"/>
                    <a:pt x="795430" y="176941"/>
                  </a:cubicBezTo>
                  <a:cubicBezTo>
                    <a:pt x="795430" y="144025"/>
                    <a:pt x="795430" y="111057"/>
                    <a:pt x="795430" y="80691"/>
                  </a:cubicBezTo>
                  <a:cubicBezTo>
                    <a:pt x="759324" y="115731"/>
                    <a:pt x="722121" y="151836"/>
                    <a:pt x="684315" y="187935"/>
                  </a:cubicBezTo>
                  <a:lnTo>
                    <a:pt x="681283" y="185742"/>
                  </a:lnTo>
                  <a:lnTo>
                    <a:pt x="681205" y="185872"/>
                  </a:lnTo>
                  <a:lnTo>
                    <a:pt x="684021" y="188073"/>
                  </a:lnTo>
                  <a:cubicBezTo>
                    <a:pt x="683699" y="188956"/>
                    <a:pt x="683117" y="189742"/>
                    <a:pt x="682433" y="190427"/>
                  </a:cubicBezTo>
                  <a:cubicBezTo>
                    <a:pt x="639712" y="233157"/>
                    <a:pt x="596982" y="275878"/>
                    <a:pt x="553796" y="318451"/>
                  </a:cubicBezTo>
                  <a:lnTo>
                    <a:pt x="550781" y="314983"/>
                  </a:lnTo>
                  <a:lnTo>
                    <a:pt x="550608" y="315271"/>
                  </a:lnTo>
                  <a:lnTo>
                    <a:pt x="553498" y="318594"/>
                  </a:lnTo>
                  <a:cubicBezTo>
                    <a:pt x="539453" y="333195"/>
                    <a:pt x="525248" y="347501"/>
                    <a:pt x="510746" y="361952"/>
                  </a:cubicBezTo>
                  <a:lnTo>
                    <a:pt x="509206" y="360379"/>
                  </a:lnTo>
                  <a:lnTo>
                    <a:pt x="508955" y="360570"/>
                  </a:lnTo>
                  <a:lnTo>
                    <a:pt x="510449" y="362096"/>
                  </a:lnTo>
                  <a:cubicBezTo>
                    <a:pt x="496305" y="376353"/>
                    <a:pt x="482175" y="390625"/>
                    <a:pt x="468012" y="404862"/>
                  </a:cubicBezTo>
                  <a:cubicBezTo>
                    <a:pt x="459140" y="413780"/>
                    <a:pt x="450215" y="422647"/>
                    <a:pt x="440854" y="431380"/>
                  </a:cubicBezTo>
                  <a:lnTo>
                    <a:pt x="438147" y="426315"/>
                  </a:lnTo>
                  <a:lnTo>
                    <a:pt x="437925" y="426366"/>
                  </a:lnTo>
                  <a:lnTo>
                    <a:pt x="440557" y="431525"/>
                  </a:lnTo>
                  <a:cubicBezTo>
                    <a:pt x="425446" y="447214"/>
                    <a:pt x="410139" y="462570"/>
                    <a:pt x="394932" y="478025"/>
                  </a:cubicBezTo>
                  <a:cubicBezTo>
                    <a:pt x="392735" y="480257"/>
                    <a:pt x="391373" y="479015"/>
                    <a:pt x="389913" y="476920"/>
                  </a:cubicBezTo>
                  <a:lnTo>
                    <a:pt x="390533" y="474438"/>
                  </a:lnTo>
                  <a:lnTo>
                    <a:pt x="389769" y="476627"/>
                  </a:lnTo>
                  <a:cubicBezTo>
                    <a:pt x="379786" y="469628"/>
                    <a:pt x="370061" y="462320"/>
                    <a:pt x="360353" y="454990"/>
                  </a:cubicBezTo>
                  <a:cubicBezTo>
                    <a:pt x="358694" y="453737"/>
                    <a:pt x="357105" y="452391"/>
                    <a:pt x="355349" y="450361"/>
                  </a:cubicBezTo>
                  <a:lnTo>
                    <a:pt x="347136" y="420221"/>
                  </a:lnTo>
                  <a:lnTo>
                    <a:pt x="347131" y="420229"/>
                  </a:lnTo>
                  <a:lnTo>
                    <a:pt x="355203" y="450063"/>
                  </a:lnTo>
                  <a:cubicBezTo>
                    <a:pt x="348644" y="445692"/>
                    <a:pt x="342103" y="440881"/>
                    <a:pt x="335539" y="436100"/>
                  </a:cubicBezTo>
                  <a:cubicBezTo>
                    <a:pt x="334271" y="435177"/>
                    <a:pt x="332916" y="434373"/>
                    <a:pt x="330789" y="432983"/>
                  </a:cubicBezTo>
                  <a:cubicBezTo>
                    <a:pt x="329271" y="434866"/>
                    <a:pt x="327844" y="436635"/>
                    <a:pt x="326120" y="438551"/>
                  </a:cubicBezTo>
                  <a:lnTo>
                    <a:pt x="320840" y="427709"/>
                  </a:lnTo>
                  <a:lnTo>
                    <a:pt x="320508" y="427784"/>
                  </a:lnTo>
                  <a:lnTo>
                    <a:pt x="325823" y="438698"/>
                  </a:lnTo>
                  <a:cubicBezTo>
                    <a:pt x="315216" y="449075"/>
                    <a:pt x="304610" y="459452"/>
                    <a:pt x="293708" y="469977"/>
                  </a:cubicBezTo>
                  <a:lnTo>
                    <a:pt x="289418" y="461350"/>
                  </a:lnTo>
                  <a:lnTo>
                    <a:pt x="289216" y="461686"/>
                  </a:lnTo>
                  <a:lnTo>
                    <a:pt x="293413" y="470124"/>
                  </a:lnTo>
                  <a:cubicBezTo>
                    <a:pt x="278910" y="484096"/>
                    <a:pt x="264340" y="497999"/>
                    <a:pt x="249925" y="512061"/>
                  </a:cubicBezTo>
                  <a:cubicBezTo>
                    <a:pt x="239649" y="522085"/>
                    <a:pt x="229581" y="532322"/>
                    <a:pt x="218792" y="542452"/>
                  </a:cubicBezTo>
                  <a:lnTo>
                    <a:pt x="203202" y="535494"/>
                  </a:lnTo>
                  <a:lnTo>
                    <a:pt x="203229" y="535648"/>
                  </a:lnTo>
                  <a:lnTo>
                    <a:pt x="218498" y="542592"/>
                  </a:lnTo>
                  <a:cubicBezTo>
                    <a:pt x="213120" y="548228"/>
                    <a:pt x="207407" y="553714"/>
                    <a:pt x="201397" y="559344"/>
                  </a:cubicBezTo>
                  <a:lnTo>
                    <a:pt x="198548" y="556483"/>
                  </a:lnTo>
                  <a:lnTo>
                    <a:pt x="198357" y="556628"/>
                  </a:lnTo>
                  <a:lnTo>
                    <a:pt x="201100" y="559488"/>
                  </a:lnTo>
                  <a:cubicBezTo>
                    <a:pt x="198796" y="563391"/>
                    <a:pt x="195437" y="564502"/>
                    <a:pt x="190923" y="564399"/>
                  </a:cubicBezTo>
                  <a:cubicBezTo>
                    <a:pt x="177912" y="564101"/>
                    <a:pt x="164890" y="564276"/>
                    <a:pt x="151355" y="563863"/>
                  </a:cubicBezTo>
                  <a:lnTo>
                    <a:pt x="150898" y="562984"/>
                  </a:lnTo>
                  <a:lnTo>
                    <a:pt x="150898" y="564199"/>
                  </a:lnTo>
                  <a:lnTo>
                    <a:pt x="140812" y="564199"/>
                  </a:lnTo>
                  <a:lnTo>
                    <a:pt x="140812" y="564157"/>
                  </a:lnTo>
                  <a:lnTo>
                    <a:pt x="128925" y="564157"/>
                  </a:lnTo>
                  <a:lnTo>
                    <a:pt x="128925" y="564203"/>
                  </a:lnTo>
                  <a:lnTo>
                    <a:pt x="120933" y="564203"/>
                  </a:lnTo>
                  <a:lnTo>
                    <a:pt x="120933" y="564161"/>
                  </a:lnTo>
                  <a:lnTo>
                    <a:pt x="109182" y="564161"/>
                  </a:lnTo>
                  <a:lnTo>
                    <a:pt x="109182" y="564098"/>
                  </a:lnTo>
                  <a:lnTo>
                    <a:pt x="102399" y="564098"/>
                  </a:lnTo>
                  <a:lnTo>
                    <a:pt x="102399" y="564211"/>
                  </a:lnTo>
                  <a:lnTo>
                    <a:pt x="99089" y="564211"/>
                  </a:lnTo>
                  <a:lnTo>
                    <a:pt x="99089" y="519219"/>
                  </a:lnTo>
                  <a:lnTo>
                    <a:pt x="101306" y="519219"/>
                  </a:lnTo>
                  <a:lnTo>
                    <a:pt x="101306" y="519215"/>
                  </a:lnTo>
                  <a:lnTo>
                    <a:pt x="110260" y="519215"/>
                  </a:lnTo>
                  <a:lnTo>
                    <a:pt x="110260" y="519260"/>
                  </a:lnTo>
                  <a:lnTo>
                    <a:pt x="120933" y="519260"/>
                  </a:lnTo>
                  <a:lnTo>
                    <a:pt x="120933" y="519220"/>
                  </a:lnTo>
                  <a:lnTo>
                    <a:pt x="128925" y="519220"/>
                  </a:lnTo>
                  <a:lnTo>
                    <a:pt x="128925" y="519262"/>
                  </a:lnTo>
                  <a:lnTo>
                    <a:pt x="140812" y="519262"/>
                  </a:lnTo>
                  <a:lnTo>
                    <a:pt x="140812" y="519221"/>
                  </a:lnTo>
                  <a:lnTo>
                    <a:pt x="150898" y="519221"/>
                  </a:lnTo>
                  <a:lnTo>
                    <a:pt x="150898" y="519315"/>
                  </a:lnTo>
                  <a:lnTo>
                    <a:pt x="159376" y="519570"/>
                  </a:lnTo>
                  <a:cubicBezTo>
                    <a:pt x="161964" y="522238"/>
                    <a:pt x="164362" y="525042"/>
                    <a:pt x="166747" y="527767"/>
                  </a:cubicBezTo>
                  <a:lnTo>
                    <a:pt x="170772" y="532022"/>
                  </a:lnTo>
                  <a:lnTo>
                    <a:pt x="170790" y="531993"/>
                  </a:lnTo>
                  <a:lnTo>
                    <a:pt x="166855" y="527782"/>
                  </a:lnTo>
                  <a:cubicBezTo>
                    <a:pt x="164534" y="525067"/>
                    <a:pt x="162241" y="522277"/>
                    <a:pt x="159818" y="519633"/>
                  </a:cubicBezTo>
                  <a:cubicBezTo>
                    <a:pt x="164764" y="519019"/>
                    <a:pt x="169725" y="518749"/>
                    <a:pt x="175047" y="518287"/>
                  </a:cubicBezTo>
                  <a:lnTo>
                    <a:pt x="180855" y="522695"/>
                  </a:lnTo>
                  <a:lnTo>
                    <a:pt x="181171" y="522623"/>
                  </a:lnTo>
                  <a:lnTo>
                    <a:pt x="175408" y="518095"/>
                  </a:lnTo>
                  <a:cubicBezTo>
                    <a:pt x="189653" y="503741"/>
                    <a:pt x="203808" y="489297"/>
                    <a:pt x="218165" y="475056"/>
                  </a:cubicBezTo>
                  <a:cubicBezTo>
                    <a:pt x="235398" y="457963"/>
                    <a:pt x="252804" y="441043"/>
                    <a:pt x="270579" y="424216"/>
                  </a:cubicBezTo>
                  <a:lnTo>
                    <a:pt x="272746" y="428573"/>
                  </a:lnTo>
                  <a:lnTo>
                    <a:pt x="273077" y="428497"/>
                  </a:lnTo>
                  <a:lnTo>
                    <a:pt x="270876" y="424071"/>
                  </a:lnTo>
                  <a:cubicBezTo>
                    <a:pt x="281334" y="413051"/>
                    <a:pt x="291939" y="402345"/>
                    <a:pt x="302991" y="391814"/>
                  </a:cubicBezTo>
                  <a:lnTo>
                    <a:pt x="303577" y="393016"/>
                  </a:lnTo>
                  <a:lnTo>
                    <a:pt x="303845" y="392812"/>
                  </a:lnTo>
                  <a:lnTo>
                    <a:pt x="303288" y="391669"/>
                  </a:lnTo>
                  <a:cubicBezTo>
                    <a:pt x="310002" y="384832"/>
                    <a:pt x="316867" y="378317"/>
                    <a:pt x="324177" y="371379"/>
                  </a:cubicBezTo>
                  <a:cubicBezTo>
                    <a:pt x="329284" y="375368"/>
                    <a:pt x="335084" y="379898"/>
                    <a:pt x="341185" y="384585"/>
                  </a:cubicBezTo>
                  <a:lnTo>
                    <a:pt x="340502" y="388915"/>
                  </a:lnTo>
                  <a:lnTo>
                    <a:pt x="340706" y="389070"/>
                  </a:lnTo>
                  <a:lnTo>
                    <a:pt x="341485" y="384743"/>
                  </a:lnTo>
                  <a:cubicBezTo>
                    <a:pt x="356151" y="395927"/>
                    <a:pt x="370818" y="407112"/>
                    <a:pt x="385632" y="418598"/>
                  </a:cubicBezTo>
                  <a:cubicBezTo>
                    <a:pt x="385860" y="421055"/>
                    <a:pt x="385643" y="423271"/>
                    <a:pt x="386066" y="425357"/>
                  </a:cubicBezTo>
                  <a:cubicBezTo>
                    <a:pt x="385643" y="423271"/>
                    <a:pt x="385860" y="421055"/>
                    <a:pt x="385780" y="418900"/>
                  </a:cubicBezTo>
                  <a:cubicBezTo>
                    <a:pt x="388024" y="419880"/>
                    <a:pt x="389661" y="419590"/>
                    <a:pt x="391568" y="417619"/>
                  </a:cubicBezTo>
                  <a:cubicBezTo>
                    <a:pt x="400372" y="408521"/>
                    <a:pt x="409415" y="399655"/>
                    <a:pt x="418666" y="390567"/>
                  </a:cubicBezTo>
                  <a:lnTo>
                    <a:pt x="419692" y="392435"/>
                  </a:lnTo>
                  <a:lnTo>
                    <a:pt x="419935" y="392251"/>
                  </a:lnTo>
                  <a:lnTo>
                    <a:pt x="418960" y="390428"/>
                  </a:lnTo>
                  <a:cubicBezTo>
                    <a:pt x="419245" y="390040"/>
                    <a:pt x="419488" y="389610"/>
                    <a:pt x="419823" y="389270"/>
                  </a:cubicBezTo>
                  <a:cubicBezTo>
                    <a:pt x="439305" y="369446"/>
                    <a:pt x="458795" y="349629"/>
                    <a:pt x="478872" y="329834"/>
                  </a:cubicBezTo>
                  <a:lnTo>
                    <a:pt x="482959" y="334010"/>
                  </a:lnTo>
                  <a:lnTo>
                    <a:pt x="483123" y="333737"/>
                  </a:lnTo>
                  <a:lnTo>
                    <a:pt x="479166" y="329696"/>
                  </a:lnTo>
                  <a:cubicBezTo>
                    <a:pt x="493751" y="314555"/>
                    <a:pt x="508629" y="299575"/>
                    <a:pt x="523804" y="284450"/>
                  </a:cubicBezTo>
                  <a:lnTo>
                    <a:pt x="525882" y="286839"/>
                  </a:lnTo>
                  <a:lnTo>
                    <a:pt x="526136" y="286646"/>
                  </a:lnTo>
                  <a:lnTo>
                    <a:pt x="524101" y="284306"/>
                  </a:lnTo>
                  <a:cubicBezTo>
                    <a:pt x="524728" y="283566"/>
                    <a:pt x="525305" y="282777"/>
                    <a:pt x="525989" y="282094"/>
                  </a:cubicBezTo>
                  <a:cubicBezTo>
                    <a:pt x="567696" y="240383"/>
                    <a:pt x="609411" y="198681"/>
                    <a:pt x="651418" y="156837"/>
                  </a:cubicBezTo>
                  <a:lnTo>
                    <a:pt x="654607" y="160018"/>
                  </a:lnTo>
                  <a:lnTo>
                    <a:pt x="654824" y="159854"/>
                  </a:lnTo>
                  <a:lnTo>
                    <a:pt x="651710" y="156696"/>
                  </a:lnTo>
                  <a:cubicBezTo>
                    <a:pt x="652917" y="155376"/>
                    <a:pt x="654075" y="154008"/>
                    <a:pt x="655338" y="152745"/>
                  </a:cubicBezTo>
                  <a:cubicBezTo>
                    <a:pt x="689805" y="118260"/>
                    <a:pt x="724284" y="83787"/>
                    <a:pt x="758754" y="49304"/>
                  </a:cubicBezTo>
                  <a:cubicBezTo>
                    <a:pt x="759976" y="48081"/>
                    <a:pt x="761121" y="46779"/>
                    <a:pt x="762959" y="44811"/>
                  </a:cubicBezTo>
                  <a:cubicBezTo>
                    <a:pt x="729089" y="44811"/>
                    <a:pt x="696153" y="44811"/>
                    <a:pt x="662921" y="44811"/>
                  </a:cubicBezTo>
                  <a:cubicBezTo>
                    <a:pt x="662921" y="29693"/>
                    <a:pt x="662921" y="15041"/>
                    <a:pt x="662921"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899" name="Group 898">
            <a:extLst>
              <a:ext uri="{FF2B5EF4-FFF2-40B4-BE49-F238E27FC236}">
                <a16:creationId xmlns:a16="http://schemas.microsoft.com/office/drawing/2014/main" id="{A88CCED3-4215-0DCD-2262-9C2AEDC09A59}"/>
              </a:ext>
              <a:ext uri="{C183D7F6-B498-43B3-948B-1728B52AA6E4}">
                <adec:decorative xmlns:adec="http://schemas.microsoft.com/office/drawing/2017/decorative" val="1"/>
              </a:ext>
            </a:extLst>
          </p:cNvPr>
          <p:cNvGrpSpPr>
            <a:grpSpLocks noChangeAspect="1"/>
          </p:cNvGrpSpPr>
          <p:nvPr/>
        </p:nvGrpSpPr>
        <p:grpSpPr>
          <a:xfrm>
            <a:off x="6083136" y="2930159"/>
            <a:ext cx="449846" cy="457200"/>
            <a:chOff x="6083136" y="2930159"/>
            <a:chExt cx="449846" cy="457200"/>
          </a:xfrm>
          <a:solidFill>
            <a:srgbClr val="FF0000"/>
          </a:solidFill>
        </p:grpSpPr>
        <p:sp>
          <p:nvSpPr>
            <p:cNvPr id="1641" name="Freeform: Shape 1640">
              <a:extLst>
                <a:ext uri="{FF2B5EF4-FFF2-40B4-BE49-F238E27FC236}">
                  <a16:creationId xmlns:a16="http://schemas.microsoft.com/office/drawing/2014/main" id="{AE7A69F3-4F7C-8F2C-78B0-DB9415CFAF5C}"/>
                </a:ext>
                <a:ext uri="{C183D7F6-B498-43B3-948B-1728B52AA6E4}">
                  <adec:decorative xmlns:adec="http://schemas.microsoft.com/office/drawing/2017/decorative" val="1"/>
                </a:ext>
              </a:extLst>
            </p:cNvPr>
            <p:cNvSpPr/>
            <p:nvPr/>
          </p:nvSpPr>
          <p:spPr>
            <a:xfrm>
              <a:off x="6083136" y="2937542"/>
              <a:ext cx="449846" cy="449817"/>
            </a:xfrm>
            <a:custGeom>
              <a:avLst/>
              <a:gdLst>
                <a:gd name="connsiteX0" fmla="*/ 252905 w 839826"/>
                <a:gd name="connsiteY0" fmla="*/ 0 h 839773"/>
                <a:gd name="connsiteX1" fmla="*/ 422469 w 839826"/>
                <a:gd name="connsiteY1" fmla="*/ 0 h 839773"/>
                <a:gd name="connsiteX2" fmla="*/ 464080 w 839826"/>
                <a:gd name="connsiteY2" fmla="*/ 0 h 839773"/>
                <a:gd name="connsiteX3" fmla="*/ 662270 w 839826"/>
                <a:gd name="connsiteY3" fmla="*/ 0 h 839773"/>
                <a:gd name="connsiteX4" fmla="*/ 662270 w 839826"/>
                <a:gd name="connsiteY4" fmla="*/ 419887 h 839773"/>
                <a:gd name="connsiteX5" fmla="*/ 839826 w 839826"/>
                <a:gd name="connsiteY5" fmla="*/ 419887 h 839773"/>
                <a:gd name="connsiteX6" fmla="*/ 419913 w 839826"/>
                <a:gd name="connsiteY6" fmla="*/ 839773 h 839773"/>
                <a:gd name="connsiteX7" fmla="*/ 0 w 839826"/>
                <a:gd name="connsiteY7" fmla="*/ 419887 h 839773"/>
                <a:gd name="connsiteX8" fmla="*/ 177556 w 839826"/>
                <a:gd name="connsiteY8" fmla="*/ 419887 h 839773"/>
                <a:gd name="connsiteX9" fmla="*/ 177556 w 839826"/>
                <a:gd name="connsiteY9" fmla="*/ 287287 h 839773"/>
                <a:gd name="connsiteX10" fmla="*/ 177556 w 839826"/>
                <a:gd name="connsiteY10" fmla="*/ 243038 h 839773"/>
                <a:gd name="connsiteX11" fmla="*/ 177556 w 839826"/>
                <a:gd name="connsiteY11" fmla="*/ 73513 h 839773"/>
                <a:gd name="connsiteX12" fmla="*/ 221063 w 839826"/>
                <a:gd name="connsiteY12" fmla="*/ 73513 h 839773"/>
                <a:gd name="connsiteX13" fmla="*/ 221063 w 839826"/>
                <a:gd name="connsiteY13" fmla="*/ 287287 h 839773"/>
                <a:gd name="connsiteX14" fmla="*/ 221063 w 839826"/>
                <a:gd name="connsiteY14" fmla="*/ 464628 h 839773"/>
                <a:gd name="connsiteX15" fmla="*/ 107889 w 839826"/>
                <a:gd name="connsiteY15" fmla="*/ 464628 h 839773"/>
                <a:gd name="connsiteX16" fmla="*/ 419913 w 839826"/>
                <a:gd name="connsiteY16" fmla="*/ 777059 h 839773"/>
                <a:gd name="connsiteX17" fmla="*/ 731938 w 839826"/>
                <a:gd name="connsiteY17" fmla="*/ 464628 h 839773"/>
                <a:gd name="connsiteX18" fmla="*/ 618763 w 839826"/>
                <a:gd name="connsiteY18" fmla="*/ 464628 h 839773"/>
                <a:gd name="connsiteX19" fmla="*/ 618763 w 839826"/>
                <a:gd name="connsiteY19" fmla="*/ 44148 h 839773"/>
                <a:gd name="connsiteX20" fmla="*/ 422469 w 839826"/>
                <a:gd name="connsiteY20" fmla="*/ 44148 h 839773"/>
                <a:gd name="connsiteX21" fmla="*/ 252905 w 839826"/>
                <a:gd name="connsiteY21" fmla="*/ 44148 h 83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9826" h="839773">
                  <a:moveTo>
                    <a:pt x="252905" y="0"/>
                  </a:moveTo>
                  <a:lnTo>
                    <a:pt x="422469" y="0"/>
                  </a:lnTo>
                  <a:lnTo>
                    <a:pt x="464080" y="0"/>
                  </a:lnTo>
                  <a:lnTo>
                    <a:pt x="662270" y="0"/>
                  </a:lnTo>
                  <a:lnTo>
                    <a:pt x="662270" y="419887"/>
                  </a:lnTo>
                  <a:lnTo>
                    <a:pt x="839826" y="419887"/>
                  </a:lnTo>
                  <a:lnTo>
                    <a:pt x="419913" y="839773"/>
                  </a:lnTo>
                  <a:lnTo>
                    <a:pt x="0" y="419887"/>
                  </a:lnTo>
                  <a:lnTo>
                    <a:pt x="177556" y="419887"/>
                  </a:lnTo>
                  <a:lnTo>
                    <a:pt x="177556" y="287287"/>
                  </a:lnTo>
                  <a:lnTo>
                    <a:pt x="177556" y="243038"/>
                  </a:lnTo>
                  <a:lnTo>
                    <a:pt x="177556" y="73513"/>
                  </a:lnTo>
                  <a:lnTo>
                    <a:pt x="221063" y="73513"/>
                  </a:lnTo>
                  <a:lnTo>
                    <a:pt x="221063" y="287287"/>
                  </a:lnTo>
                  <a:lnTo>
                    <a:pt x="221063" y="464628"/>
                  </a:lnTo>
                  <a:lnTo>
                    <a:pt x="107889" y="464628"/>
                  </a:lnTo>
                  <a:lnTo>
                    <a:pt x="419913" y="777059"/>
                  </a:lnTo>
                  <a:lnTo>
                    <a:pt x="731938" y="464628"/>
                  </a:lnTo>
                  <a:lnTo>
                    <a:pt x="618763" y="464628"/>
                  </a:lnTo>
                  <a:lnTo>
                    <a:pt x="618763" y="44148"/>
                  </a:lnTo>
                  <a:lnTo>
                    <a:pt x="422469" y="44148"/>
                  </a:lnTo>
                  <a:lnTo>
                    <a:pt x="252905" y="44148"/>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665" name="Freeform: Shape 1664">
              <a:extLst>
                <a:ext uri="{FF2B5EF4-FFF2-40B4-BE49-F238E27FC236}">
                  <a16:creationId xmlns:a16="http://schemas.microsoft.com/office/drawing/2014/main" id="{3DC7E758-54BB-015C-D06D-C027575783C8}"/>
                </a:ext>
                <a:ext uri="{C183D7F6-B498-43B3-948B-1728B52AA6E4}">
                  <adec:decorative xmlns:adec="http://schemas.microsoft.com/office/drawing/2017/decorative" val="1"/>
                </a:ext>
              </a:extLst>
            </p:cNvPr>
            <p:cNvSpPr/>
            <p:nvPr/>
          </p:nvSpPr>
          <p:spPr>
            <a:xfrm>
              <a:off x="6171843" y="2930159"/>
              <a:ext cx="199189" cy="291385"/>
            </a:xfrm>
            <a:custGeom>
              <a:avLst/>
              <a:gdLst>
                <a:gd name="connsiteX0" fmla="*/ 232416 w 371870"/>
                <a:gd name="connsiteY0" fmla="*/ 168090 h 543992"/>
                <a:gd name="connsiteX1" fmla="*/ 276958 w 371870"/>
                <a:gd name="connsiteY1" fmla="*/ 168090 h 543992"/>
                <a:gd name="connsiteX2" fmla="*/ 276958 w 371870"/>
                <a:gd name="connsiteY2" fmla="*/ 208053 h 543992"/>
                <a:gd name="connsiteX3" fmla="*/ 324622 w 371870"/>
                <a:gd name="connsiteY3" fmla="*/ 222207 h 543992"/>
                <a:gd name="connsiteX4" fmla="*/ 365210 w 371870"/>
                <a:gd name="connsiteY4" fmla="*/ 251346 h 543992"/>
                <a:gd name="connsiteX5" fmla="*/ 336486 w 371870"/>
                <a:gd name="connsiteY5" fmla="*/ 287979 h 543992"/>
                <a:gd name="connsiteX6" fmla="*/ 297148 w 371870"/>
                <a:gd name="connsiteY6" fmla="*/ 261129 h 543992"/>
                <a:gd name="connsiteX7" fmla="*/ 251565 w 371870"/>
                <a:gd name="connsiteY7" fmla="*/ 251763 h 543992"/>
                <a:gd name="connsiteX8" fmla="*/ 206398 w 371870"/>
                <a:gd name="connsiteY8" fmla="*/ 262378 h 543992"/>
                <a:gd name="connsiteX9" fmla="*/ 189539 w 371870"/>
                <a:gd name="connsiteY9" fmla="*/ 289644 h 543992"/>
                <a:gd name="connsiteX10" fmla="*/ 205566 w 371870"/>
                <a:gd name="connsiteY10" fmla="*/ 315870 h 543992"/>
                <a:gd name="connsiteX11" fmla="*/ 259058 w 371870"/>
                <a:gd name="connsiteY11" fmla="*/ 326277 h 543992"/>
                <a:gd name="connsiteX12" fmla="*/ 345436 w 371870"/>
                <a:gd name="connsiteY12" fmla="*/ 349172 h 543992"/>
                <a:gd name="connsiteX13" fmla="*/ 371870 w 371870"/>
                <a:gd name="connsiteY13" fmla="*/ 408701 h 543992"/>
                <a:gd name="connsiteX14" fmla="*/ 346061 w 371870"/>
                <a:gd name="connsiteY14" fmla="*/ 466980 h 543992"/>
                <a:gd name="connsiteX15" fmla="*/ 276958 w 371870"/>
                <a:gd name="connsiteY15" fmla="*/ 496536 h 543992"/>
                <a:gd name="connsiteX16" fmla="*/ 276958 w 371870"/>
                <a:gd name="connsiteY16" fmla="*/ 543992 h 543992"/>
                <a:gd name="connsiteX17" fmla="*/ 232416 w 371870"/>
                <a:gd name="connsiteY17" fmla="*/ 543992 h 543992"/>
                <a:gd name="connsiteX18" fmla="*/ 232416 w 371870"/>
                <a:gd name="connsiteY18" fmla="*/ 496536 h 543992"/>
                <a:gd name="connsiteX19" fmla="*/ 175801 w 371870"/>
                <a:gd name="connsiteY19" fmla="*/ 481342 h 543992"/>
                <a:gd name="connsiteX20" fmla="*/ 127929 w 371870"/>
                <a:gd name="connsiteY20" fmla="*/ 447831 h 543992"/>
                <a:gd name="connsiteX21" fmla="*/ 155820 w 371870"/>
                <a:gd name="connsiteY21" fmla="*/ 410782 h 543992"/>
                <a:gd name="connsiteX22" fmla="*/ 204109 w 371870"/>
                <a:gd name="connsiteY22" fmla="*/ 442211 h 543992"/>
                <a:gd name="connsiteX23" fmla="*/ 255728 w 371870"/>
                <a:gd name="connsiteY23" fmla="*/ 452826 h 543992"/>
                <a:gd name="connsiteX24" fmla="*/ 302976 w 371870"/>
                <a:gd name="connsiteY24" fmla="*/ 441379 h 543992"/>
                <a:gd name="connsiteX25" fmla="*/ 321084 w 371870"/>
                <a:gd name="connsiteY25" fmla="*/ 412447 h 543992"/>
                <a:gd name="connsiteX26" fmla="*/ 305265 w 371870"/>
                <a:gd name="connsiteY26" fmla="*/ 384764 h 543992"/>
                <a:gd name="connsiteX27" fmla="*/ 251981 w 371870"/>
                <a:gd name="connsiteY27" fmla="*/ 373733 h 543992"/>
                <a:gd name="connsiteX28" fmla="*/ 165186 w 371870"/>
                <a:gd name="connsiteY28" fmla="*/ 350837 h 543992"/>
                <a:gd name="connsiteX29" fmla="*/ 138753 w 371870"/>
                <a:gd name="connsiteY29" fmla="*/ 293391 h 543992"/>
                <a:gd name="connsiteX30" fmla="*/ 164354 w 371870"/>
                <a:gd name="connsiteY30" fmla="*/ 236152 h 543992"/>
                <a:gd name="connsiteX31" fmla="*/ 232416 w 371870"/>
                <a:gd name="connsiteY31" fmla="*/ 207637 h 543992"/>
                <a:gd name="connsiteX32" fmla="*/ 0 w 371870"/>
                <a:gd name="connsiteY32" fmla="*/ 0 h 543992"/>
                <a:gd name="connsiteX33" fmla="*/ 66404 w 371870"/>
                <a:gd name="connsiteY33" fmla="*/ 0 h 543992"/>
                <a:gd name="connsiteX34" fmla="*/ 66404 w 371870"/>
                <a:gd name="connsiteY34" fmla="*/ 66404 h 543992"/>
                <a:gd name="connsiteX35" fmla="*/ 0 w 371870"/>
                <a:gd name="connsiteY35" fmla="*/ 66404 h 54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1870" h="543992">
                  <a:moveTo>
                    <a:pt x="232416" y="168090"/>
                  </a:moveTo>
                  <a:lnTo>
                    <a:pt x="276958" y="168090"/>
                  </a:lnTo>
                  <a:lnTo>
                    <a:pt x="276958" y="208053"/>
                  </a:lnTo>
                  <a:cubicBezTo>
                    <a:pt x="294164" y="210273"/>
                    <a:pt x="310052" y="214991"/>
                    <a:pt x="324622" y="222207"/>
                  </a:cubicBezTo>
                  <a:cubicBezTo>
                    <a:pt x="339192" y="229422"/>
                    <a:pt x="352721" y="239135"/>
                    <a:pt x="365210" y="251346"/>
                  </a:cubicBezTo>
                  <a:lnTo>
                    <a:pt x="336486" y="287979"/>
                  </a:lnTo>
                  <a:cubicBezTo>
                    <a:pt x="324831" y="276323"/>
                    <a:pt x="311718" y="267373"/>
                    <a:pt x="297148" y="261129"/>
                  </a:cubicBezTo>
                  <a:cubicBezTo>
                    <a:pt x="282578" y="254885"/>
                    <a:pt x="267384" y="251763"/>
                    <a:pt x="251565" y="251763"/>
                  </a:cubicBezTo>
                  <a:cubicBezTo>
                    <a:pt x="232693" y="251763"/>
                    <a:pt x="217638" y="255301"/>
                    <a:pt x="206398" y="262378"/>
                  </a:cubicBezTo>
                  <a:cubicBezTo>
                    <a:pt x="195159" y="269455"/>
                    <a:pt x="189539" y="278543"/>
                    <a:pt x="189539" y="289644"/>
                  </a:cubicBezTo>
                  <a:cubicBezTo>
                    <a:pt x="189539" y="301578"/>
                    <a:pt x="194881" y="310320"/>
                    <a:pt x="205566" y="315870"/>
                  </a:cubicBezTo>
                  <a:cubicBezTo>
                    <a:pt x="216250" y="321420"/>
                    <a:pt x="234081" y="324889"/>
                    <a:pt x="259058" y="326277"/>
                  </a:cubicBezTo>
                  <a:cubicBezTo>
                    <a:pt x="299021" y="328775"/>
                    <a:pt x="327814" y="336407"/>
                    <a:pt x="345436" y="349172"/>
                  </a:cubicBezTo>
                  <a:cubicBezTo>
                    <a:pt x="363059" y="361938"/>
                    <a:pt x="371870" y="381781"/>
                    <a:pt x="371870" y="408701"/>
                  </a:cubicBezTo>
                  <a:cubicBezTo>
                    <a:pt x="371870" y="431457"/>
                    <a:pt x="363267" y="450884"/>
                    <a:pt x="346061" y="466980"/>
                  </a:cubicBezTo>
                  <a:cubicBezTo>
                    <a:pt x="328854" y="483076"/>
                    <a:pt x="305820" y="492928"/>
                    <a:pt x="276958" y="496536"/>
                  </a:cubicBezTo>
                  <a:lnTo>
                    <a:pt x="276958" y="543992"/>
                  </a:lnTo>
                  <a:lnTo>
                    <a:pt x="232416" y="543992"/>
                  </a:lnTo>
                  <a:lnTo>
                    <a:pt x="232416" y="496536"/>
                  </a:lnTo>
                  <a:cubicBezTo>
                    <a:pt x="212157" y="494593"/>
                    <a:pt x="193285" y="489529"/>
                    <a:pt x="175801" y="481342"/>
                  </a:cubicBezTo>
                  <a:cubicBezTo>
                    <a:pt x="158318" y="473155"/>
                    <a:pt x="142360" y="461985"/>
                    <a:pt x="127929" y="447831"/>
                  </a:cubicBezTo>
                  <a:lnTo>
                    <a:pt x="155820" y="410782"/>
                  </a:lnTo>
                  <a:cubicBezTo>
                    <a:pt x="171361" y="424658"/>
                    <a:pt x="187457" y="435135"/>
                    <a:pt x="204109" y="442211"/>
                  </a:cubicBezTo>
                  <a:cubicBezTo>
                    <a:pt x="220760" y="449288"/>
                    <a:pt x="237966" y="452826"/>
                    <a:pt x="255728" y="452826"/>
                  </a:cubicBezTo>
                  <a:cubicBezTo>
                    <a:pt x="275154" y="452826"/>
                    <a:pt x="290904" y="449011"/>
                    <a:pt x="302976" y="441379"/>
                  </a:cubicBezTo>
                  <a:cubicBezTo>
                    <a:pt x="315048" y="433747"/>
                    <a:pt x="321084" y="424103"/>
                    <a:pt x="321084" y="412447"/>
                  </a:cubicBezTo>
                  <a:cubicBezTo>
                    <a:pt x="321084" y="399681"/>
                    <a:pt x="315811" y="390454"/>
                    <a:pt x="305265" y="384764"/>
                  </a:cubicBezTo>
                  <a:cubicBezTo>
                    <a:pt x="294719" y="379075"/>
                    <a:pt x="276958" y="375398"/>
                    <a:pt x="251981" y="373733"/>
                  </a:cubicBezTo>
                  <a:cubicBezTo>
                    <a:pt x="211740" y="370958"/>
                    <a:pt x="182809" y="363326"/>
                    <a:pt x="165186" y="350837"/>
                  </a:cubicBezTo>
                  <a:cubicBezTo>
                    <a:pt x="147564" y="338349"/>
                    <a:pt x="138753" y="319200"/>
                    <a:pt x="138753" y="293391"/>
                  </a:cubicBezTo>
                  <a:cubicBezTo>
                    <a:pt x="138753" y="270912"/>
                    <a:pt x="147286" y="251832"/>
                    <a:pt x="164354" y="236152"/>
                  </a:cubicBezTo>
                  <a:cubicBezTo>
                    <a:pt x="181421" y="220472"/>
                    <a:pt x="204109" y="210967"/>
                    <a:pt x="232416" y="207637"/>
                  </a:cubicBezTo>
                  <a:close/>
                  <a:moveTo>
                    <a:pt x="0" y="0"/>
                  </a:moveTo>
                  <a:lnTo>
                    <a:pt x="66404" y="0"/>
                  </a:lnTo>
                  <a:lnTo>
                    <a:pt x="66404" y="66404"/>
                  </a:lnTo>
                  <a:lnTo>
                    <a:pt x="0" y="66404"/>
                  </a:lnTo>
                  <a:close/>
                </a:path>
              </a:pathLst>
            </a:cu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p>
          </p:txBody>
        </p:sp>
      </p:grpSp>
      <p:grpSp>
        <p:nvGrpSpPr>
          <p:cNvPr id="898" name="Group 897">
            <a:extLst>
              <a:ext uri="{FF2B5EF4-FFF2-40B4-BE49-F238E27FC236}">
                <a16:creationId xmlns:a16="http://schemas.microsoft.com/office/drawing/2014/main" id="{A72F516C-097C-BCD3-1359-DBB6A6108460}"/>
              </a:ext>
              <a:ext uri="{C183D7F6-B498-43B3-948B-1728B52AA6E4}">
                <adec:decorative xmlns:adec="http://schemas.microsoft.com/office/drawing/2017/decorative" val="1"/>
              </a:ext>
            </a:extLst>
          </p:cNvPr>
          <p:cNvGrpSpPr>
            <a:grpSpLocks noChangeAspect="1"/>
          </p:cNvGrpSpPr>
          <p:nvPr/>
        </p:nvGrpSpPr>
        <p:grpSpPr>
          <a:xfrm>
            <a:off x="6743743" y="2930159"/>
            <a:ext cx="449846" cy="457200"/>
            <a:chOff x="6743743" y="2930159"/>
            <a:chExt cx="449846" cy="457200"/>
          </a:xfrm>
          <a:solidFill>
            <a:srgbClr val="FF0000"/>
          </a:solidFill>
        </p:grpSpPr>
        <p:sp>
          <p:nvSpPr>
            <p:cNvPr id="1657" name="Freeform: Shape 1656">
              <a:extLst>
                <a:ext uri="{FF2B5EF4-FFF2-40B4-BE49-F238E27FC236}">
                  <a16:creationId xmlns:a16="http://schemas.microsoft.com/office/drawing/2014/main" id="{70D8A78D-035B-A2D8-267B-278BE62BDE7C}"/>
                </a:ext>
                <a:ext uri="{C183D7F6-B498-43B3-948B-1728B52AA6E4}">
                  <adec:decorative xmlns:adec="http://schemas.microsoft.com/office/drawing/2017/decorative" val="1"/>
                </a:ext>
              </a:extLst>
            </p:cNvPr>
            <p:cNvSpPr/>
            <p:nvPr/>
          </p:nvSpPr>
          <p:spPr>
            <a:xfrm flipV="1">
              <a:off x="6743743" y="2930159"/>
              <a:ext cx="449846" cy="449817"/>
            </a:xfrm>
            <a:custGeom>
              <a:avLst/>
              <a:gdLst>
                <a:gd name="connsiteX0" fmla="*/ 252905 w 839826"/>
                <a:gd name="connsiteY0" fmla="*/ 0 h 839773"/>
                <a:gd name="connsiteX1" fmla="*/ 422469 w 839826"/>
                <a:gd name="connsiteY1" fmla="*/ 0 h 839773"/>
                <a:gd name="connsiteX2" fmla="*/ 464080 w 839826"/>
                <a:gd name="connsiteY2" fmla="*/ 0 h 839773"/>
                <a:gd name="connsiteX3" fmla="*/ 662270 w 839826"/>
                <a:gd name="connsiteY3" fmla="*/ 0 h 839773"/>
                <a:gd name="connsiteX4" fmla="*/ 662270 w 839826"/>
                <a:gd name="connsiteY4" fmla="*/ 419887 h 839773"/>
                <a:gd name="connsiteX5" fmla="*/ 839826 w 839826"/>
                <a:gd name="connsiteY5" fmla="*/ 419887 h 839773"/>
                <a:gd name="connsiteX6" fmla="*/ 419913 w 839826"/>
                <a:gd name="connsiteY6" fmla="*/ 839773 h 839773"/>
                <a:gd name="connsiteX7" fmla="*/ 0 w 839826"/>
                <a:gd name="connsiteY7" fmla="*/ 419887 h 839773"/>
                <a:gd name="connsiteX8" fmla="*/ 177556 w 839826"/>
                <a:gd name="connsiteY8" fmla="*/ 419887 h 839773"/>
                <a:gd name="connsiteX9" fmla="*/ 177556 w 839826"/>
                <a:gd name="connsiteY9" fmla="*/ 287287 h 839773"/>
                <a:gd name="connsiteX10" fmla="*/ 177556 w 839826"/>
                <a:gd name="connsiteY10" fmla="*/ 243038 h 839773"/>
                <a:gd name="connsiteX11" fmla="*/ 177556 w 839826"/>
                <a:gd name="connsiteY11" fmla="*/ 73513 h 839773"/>
                <a:gd name="connsiteX12" fmla="*/ 221063 w 839826"/>
                <a:gd name="connsiteY12" fmla="*/ 73513 h 839773"/>
                <a:gd name="connsiteX13" fmla="*/ 221063 w 839826"/>
                <a:gd name="connsiteY13" fmla="*/ 287287 h 839773"/>
                <a:gd name="connsiteX14" fmla="*/ 221063 w 839826"/>
                <a:gd name="connsiteY14" fmla="*/ 464628 h 839773"/>
                <a:gd name="connsiteX15" fmla="*/ 107889 w 839826"/>
                <a:gd name="connsiteY15" fmla="*/ 464628 h 839773"/>
                <a:gd name="connsiteX16" fmla="*/ 419913 w 839826"/>
                <a:gd name="connsiteY16" fmla="*/ 777059 h 839773"/>
                <a:gd name="connsiteX17" fmla="*/ 731938 w 839826"/>
                <a:gd name="connsiteY17" fmla="*/ 464628 h 839773"/>
                <a:gd name="connsiteX18" fmla="*/ 618763 w 839826"/>
                <a:gd name="connsiteY18" fmla="*/ 464628 h 839773"/>
                <a:gd name="connsiteX19" fmla="*/ 618763 w 839826"/>
                <a:gd name="connsiteY19" fmla="*/ 44148 h 839773"/>
                <a:gd name="connsiteX20" fmla="*/ 422469 w 839826"/>
                <a:gd name="connsiteY20" fmla="*/ 44148 h 839773"/>
                <a:gd name="connsiteX21" fmla="*/ 252905 w 839826"/>
                <a:gd name="connsiteY21" fmla="*/ 44148 h 83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9826" h="839773">
                  <a:moveTo>
                    <a:pt x="252905" y="0"/>
                  </a:moveTo>
                  <a:lnTo>
                    <a:pt x="422469" y="0"/>
                  </a:lnTo>
                  <a:lnTo>
                    <a:pt x="464080" y="0"/>
                  </a:lnTo>
                  <a:lnTo>
                    <a:pt x="662270" y="0"/>
                  </a:lnTo>
                  <a:lnTo>
                    <a:pt x="662270" y="419887"/>
                  </a:lnTo>
                  <a:lnTo>
                    <a:pt x="839826" y="419887"/>
                  </a:lnTo>
                  <a:lnTo>
                    <a:pt x="419913" y="839773"/>
                  </a:lnTo>
                  <a:lnTo>
                    <a:pt x="0" y="419887"/>
                  </a:lnTo>
                  <a:lnTo>
                    <a:pt x="177556" y="419887"/>
                  </a:lnTo>
                  <a:lnTo>
                    <a:pt x="177556" y="287287"/>
                  </a:lnTo>
                  <a:lnTo>
                    <a:pt x="177556" y="243038"/>
                  </a:lnTo>
                  <a:lnTo>
                    <a:pt x="177556" y="73513"/>
                  </a:lnTo>
                  <a:lnTo>
                    <a:pt x="221063" y="73513"/>
                  </a:lnTo>
                  <a:lnTo>
                    <a:pt x="221063" y="287287"/>
                  </a:lnTo>
                  <a:lnTo>
                    <a:pt x="221063" y="464628"/>
                  </a:lnTo>
                  <a:lnTo>
                    <a:pt x="107889" y="464628"/>
                  </a:lnTo>
                  <a:lnTo>
                    <a:pt x="419913" y="777059"/>
                  </a:lnTo>
                  <a:lnTo>
                    <a:pt x="731938" y="464628"/>
                  </a:lnTo>
                  <a:lnTo>
                    <a:pt x="618763" y="464628"/>
                  </a:lnTo>
                  <a:lnTo>
                    <a:pt x="618763" y="44148"/>
                  </a:lnTo>
                  <a:lnTo>
                    <a:pt x="422469" y="44148"/>
                  </a:lnTo>
                  <a:lnTo>
                    <a:pt x="252905" y="44148"/>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1666" name="Freeform: Shape 1665">
              <a:extLst>
                <a:ext uri="{FF2B5EF4-FFF2-40B4-BE49-F238E27FC236}">
                  <a16:creationId xmlns:a16="http://schemas.microsoft.com/office/drawing/2014/main" id="{F33CF617-1A60-D481-B0EB-0601888CF87C}"/>
                </a:ext>
                <a:ext uri="{C183D7F6-B498-43B3-948B-1728B52AA6E4}">
                  <adec:decorative xmlns:adec="http://schemas.microsoft.com/office/drawing/2017/decorative" val="1"/>
                </a:ext>
              </a:extLst>
            </p:cNvPr>
            <p:cNvSpPr/>
            <p:nvPr/>
          </p:nvSpPr>
          <p:spPr>
            <a:xfrm>
              <a:off x="6832450" y="3095974"/>
              <a:ext cx="199189" cy="291385"/>
            </a:xfrm>
            <a:custGeom>
              <a:avLst/>
              <a:gdLst>
                <a:gd name="connsiteX0" fmla="*/ 0 w 371870"/>
                <a:gd name="connsiteY0" fmla="*/ 477588 h 543992"/>
                <a:gd name="connsiteX1" fmla="*/ 66404 w 371870"/>
                <a:gd name="connsiteY1" fmla="*/ 477588 h 543992"/>
                <a:gd name="connsiteX2" fmla="*/ 66404 w 371870"/>
                <a:gd name="connsiteY2" fmla="*/ 543992 h 543992"/>
                <a:gd name="connsiteX3" fmla="*/ 0 w 371870"/>
                <a:gd name="connsiteY3" fmla="*/ 543992 h 543992"/>
                <a:gd name="connsiteX4" fmla="*/ 232416 w 371870"/>
                <a:gd name="connsiteY4" fmla="*/ 0 h 543992"/>
                <a:gd name="connsiteX5" fmla="*/ 276958 w 371870"/>
                <a:gd name="connsiteY5" fmla="*/ 0 h 543992"/>
                <a:gd name="connsiteX6" fmla="*/ 276958 w 371870"/>
                <a:gd name="connsiteY6" fmla="*/ 39963 h 543992"/>
                <a:gd name="connsiteX7" fmla="*/ 324622 w 371870"/>
                <a:gd name="connsiteY7" fmla="*/ 54117 h 543992"/>
                <a:gd name="connsiteX8" fmla="*/ 365210 w 371870"/>
                <a:gd name="connsiteY8" fmla="*/ 83256 h 543992"/>
                <a:gd name="connsiteX9" fmla="*/ 336486 w 371870"/>
                <a:gd name="connsiteY9" fmla="*/ 119889 h 543992"/>
                <a:gd name="connsiteX10" fmla="*/ 297148 w 371870"/>
                <a:gd name="connsiteY10" fmla="*/ 93039 h 543992"/>
                <a:gd name="connsiteX11" fmla="*/ 251565 w 371870"/>
                <a:gd name="connsiteY11" fmla="*/ 83673 h 543992"/>
                <a:gd name="connsiteX12" fmla="*/ 206398 w 371870"/>
                <a:gd name="connsiteY12" fmla="*/ 94288 h 543992"/>
                <a:gd name="connsiteX13" fmla="*/ 189539 w 371870"/>
                <a:gd name="connsiteY13" fmla="*/ 121554 h 543992"/>
                <a:gd name="connsiteX14" fmla="*/ 205566 w 371870"/>
                <a:gd name="connsiteY14" fmla="*/ 147780 h 543992"/>
                <a:gd name="connsiteX15" fmla="*/ 259058 w 371870"/>
                <a:gd name="connsiteY15" fmla="*/ 158187 h 543992"/>
                <a:gd name="connsiteX16" fmla="*/ 345436 w 371870"/>
                <a:gd name="connsiteY16" fmla="*/ 181082 h 543992"/>
                <a:gd name="connsiteX17" fmla="*/ 371870 w 371870"/>
                <a:gd name="connsiteY17" fmla="*/ 240611 h 543992"/>
                <a:gd name="connsiteX18" fmla="*/ 346061 w 371870"/>
                <a:gd name="connsiteY18" fmla="*/ 298890 h 543992"/>
                <a:gd name="connsiteX19" fmla="*/ 276958 w 371870"/>
                <a:gd name="connsiteY19" fmla="*/ 328446 h 543992"/>
                <a:gd name="connsiteX20" fmla="*/ 276958 w 371870"/>
                <a:gd name="connsiteY20" fmla="*/ 375902 h 543992"/>
                <a:gd name="connsiteX21" fmla="*/ 232416 w 371870"/>
                <a:gd name="connsiteY21" fmla="*/ 375902 h 543992"/>
                <a:gd name="connsiteX22" fmla="*/ 232416 w 371870"/>
                <a:gd name="connsiteY22" fmla="*/ 328446 h 543992"/>
                <a:gd name="connsiteX23" fmla="*/ 175801 w 371870"/>
                <a:gd name="connsiteY23" fmla="*/ 313252 h 543992"/>
                <a:gd name="connsiteX24" fmla="*/ 127929 w 371870"/>
                <a:gd name="connsiteY24" fmla="*/ 279741 h 543992"/>
                <a:gd name="connsiteX25" fmla="*/ 155820 w 371870"/>
                <a:gd name="connsiteY25" fmla="*/ 242692 h 543992"/>
                <a:gd name="connsiteX26" fmla="*/ 204109 w 371870"/>
                <a:gd name="connsiteY26" fmla="*/ 274121 h 543992"/>
                <a:gd name="connsiteX27" fmla="*/ 255728 w 371870"/>
                <a:gd name="connsiteY27" fmla="*/ 284736 h 543992"/>
                <a:gd name="connsiteX28" fmla="*/ 302976 w 371870"/>
                <a:gd name="connsiteY28" fmla="*/ 273289 h 543992"/>
                <a:gd name="connsiteX29" fmla="*/ 321084 w 371870"/>
                <a:gd name="connsiteY29" fmla="*/ 244357 h 543992"/>
                <a:gd name="connsiteX30" fmla="*/ 305265 w 371870"/>
                <a:gd name="connsiteY30" fmla="*/ 216674 h 543992"/>
                <a:gd name="connsiteX31" fmla="*/ 251981 w 371870"/>
                <a:gd name="connsiteY31" fmla="*/ 205643 h 543992"/>
                <a:gd name="connsiteX32" fmla="*/ 165186 w 371870"/>
                <a:gd name="connsiteY32" fmla="*/ 182747 h 543992"/>
                <a:gd name="connsiteX33" fmla="*/ 138753 w 371870"/>
                <a:gd name="connsiteY33" fmla="*/ 125301 h 543992"/>
                <a:gd name="connsiteX34" fmla="*/ 164354 w 371870"/>
                <a:gd name="connsiteY34" fmla="*/ 68062 h 543992"/>
                <a:gd name="connsiteX35" fmla="*/ 232416 w 371870"/>
                <a:gd name="connsiteY35" fmla="*/ 39547 h 54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1870" h="543992">
                  <a:moveTo>
                    <a:pt x="0" y="477588"/>
                  </a:moveTo>
                  <a:lnTo>
                    <a:pt x="66404" y="477588"/>
                  </a:lnTo>
                  <a:lnTo>
                    <a:pt x="66404" y="543992"/>
                  </a:lnTo>
                  <a:lnTo>
                    <a:pt x="0" y="543992"/>
                  </a:lnTo>
                  <a:close/>
                  <a:moveTo>
                    <a:pt x="232416" y="0"/>
                  </a:moveTo>
                  <a:lnTo>
                    <a:pt x="276958" y="0"/>
                  </a:lnTo>
                  <a:lnTo>
                    <a:pt x="276958" y="39963"/>
                  </a:lnTo>
                  <a:cubicBezTo>
                    <a:pt x="294164" y="42183"/>
                    <a:pt x="310052" y="46901"/>
                    <a:pt x="324622" y="54117"/>
                  </a:cubicBezTo>
                  <a:cubicBezTo>
                    <a:pt x="339192" y="61332"/>
                    <a:pt x="352721" y="71045"/>
                    <a:pt x="365210" y="83256"/>
                  </a:cubicBezTo>
                  <a:lnTo>
                    <a:pt x="336486" y="119889"/>
                  </a:lnTo>
                  <a:cubicBezTo>
                    <a:pt x="324831" y="108233"/>
                    <a:pt x="311718" y="99283"/>
                    <a:pt x="297148" y="93039"/>
                  </a:cubicBezTo>
                  <a:cubicBezTo>
                    <a:pt x="282578" y="86795"/>
                    <a:pt x="267384" y="83673"/>
                    <a:pt x="251565" y="83673"/>
                  </a:cubicBezTo>
                  <a:cubicBezTo>
                    <a:pt x="232693" y="83673"/>
                    <a:pt x="217638" y="87211"/>
                    <a:pt x="206398" y="94288"/>
                  </a:cubicBezTo>
                  <a:cubicBezTo>
                    <a:pt x="195159" y="101365"/>
                    <a:pt x="189539" y="110453"/>
                    <a:pt x="189539" y="121554"/>
                  </a:cubicBezTo>
                  <a:cubicBezTo>
                    <a:pt x="189539" y="133488"/>
                    <a:pt x="194881" y="142230"/>
                    <a:pt x="205566" y="147780"/>
                  </a:cubicBezTo>
                  <a:cubicBezTo>
                    <a:pt x="216250" y="153330"/>
                    <a:pt x="234081" y="156799"/>
                    <a:pt x="259058" y="158187"/>
                  </a:cubicBezTo>
                  <a:cubicBezTo>
                    <a:pt x="299021" y="160685"/>
                    <a:pt x="327814" y="168317"/>
                    <a:pt x="345436" y="181082"/>
                  </a:cubicBezTo>
                  <a:cubicBezTo>
                    <a:pt x="363059" y="193848"/>
                    <a:pt x="371870" y="213691"/>
                    <a:pt x="371870" y="240611"/>
                  </a:cubicBezTo>
                  <a:cubicBezTo>
                    <a:pt x="371870" y="263367"/>
                    <a:pt x="363267" y="282794"/>
                    <a:pt x="346061" y="298890"/>
                  </a:cubicBezTo>
                  <a:cubicBezTo>
                    <a:pt x="328854" y="314986"/>
                    <a:pt x="305820" y="324838"/>
                    <a:pt x="276958" y="328446"/>
                  </a:cubicBezTo>
                  <a:lnTo>
                    <a:pt x="276958" y="375902"/>
                  </a:lnTo>
                  <a:lnTo>
                    <a:pt x="232416" y="375902"/>
                  </a:lnTo>
                  <a:lnTo>
                    <a:pt x="232416" y="328446"/>
                  </a:lnTo>
                  <a:cubicBezTo>
                    <a:pt x="212157" y="326503"/>
                    <a:pt x="193285" y="321439"/>
                    <a:pt x="175801" y="313252"/>
                  </a:cubicBezTo>
                  <a:cubicBezTo>
                    <a:pt x="158318" y="305065"/>
                    <a:pt x="142360" y="293895"/>
                    <a:pt x="127929" y="279741"/>
                  </a:cubicBezTo>
                  <a:lnTo>
                    <a:pt x="155820" y="242692"/>
                  </a:lnTo>
                  <a:cubicBezTo>
                    <a:pt x="171361" y="256568"/>
                    <a:pt x="187457" y="267045"/>
                    <a:pt x="204109" y="274121"/>
                  </a:cubicBezTo>
                  <a:cubicBezTo>
                    <a:pt x="220760" y="281198"/>
                    <a:pt x="237966" y="284736"/>
                    <a:pt x="255728" y="284736"/>
                  </a:cubicBezTo>
                  <a:cubicBezTo>
                    <a:pt x="275154" y="284736"/>
                    <a:pt x="290904" y="280921"/>
                    <a:pt x="302976" y="273289"/>
                  </a:cubicBezTo>
                  <a:cubicBezTo>
                    <a:pt x="315048" y="265657"/>
                    <a:pt x="321084" y="256013"/>
                    <a:pt x="321084" y="244357"/>
                  </a:cubicBezTo>
                  <a:cubicBezTo>
                    <a:pt x="321084" y="231591"/>
                    <a:pt x="315811" y="222364"/>
                    <a:pt x="305265" y="216674"/>
                  </a:cubicBezTo>
                  <a:cubicBezTo>
                    <a:pt x="294719" y="210985"/>
                    <a:pt x="276958" y="207308"/>
                    <a:pt x="251981" y="205643"/>
                  </a:cubicBezTo>
                  <a:cubicBezTo>
                    <a:pt x="211740" y="202868"/>
                    <a:pt x="182809" y="195236"/>
                    <a:pt x="165186" y="182747"/>
                  </a:cubicBezTo>
                  <a:cubicBezTo>
                    <a:pt x="147564" y="170259"/>
                    <a:pt x="138753" y="151110"/>
                    <a:pt x="138753" y="125301"/>
                  </a:cubicBezTo>
                  <a:cubicBezTo>
                    <a:pt x="138753" y="102822"/>
                    <a:pt x="147286" y="83742"/>
                    <a:pt x="164354" y="68062"/>
                  </a:cubicBezTo>
                  <a:cubicBezTo>
                    <a:pt x="181421" y="52382"/>
                    <a:pt x="204109" y="42877"/>
                    <a:pt x="232416" y="39547"/>
                  </a:cubicBezTo>
                  <a:close/>
                </a:path>
              </a:pathLst>
            </a:cu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grpSp>
      <p:grpSp>
        <p:nvGrpSpPr>
          <p:cNvPr id="191" name="Group 190">
            <a:extLst>
              <a:ext uri="{FF2B5EF4-FFF2-40B4-BE49-F238E27FC236}">
                <a16:creationId xmlns:a16="http://schemas.microsoft.com/office/drawing/2014/main" id="{1BEB05A1-DBCE-C959-D515-025CC19E56C1}"/>
              </a:ext>
              <a:ext uri="{C183D7F6-B498-43B3-948B-1728B52AA6E4}">
                <adec:decorative xmlns:adec="http://schemas.microsoft.com/office/drawing/2017/decorative" val="1"/>
              </a:ext>
            </a:extLst>
          </p:cNvPr>
          <p:cNvGrpSpPr>
            <a:grpSpLocks noChangeAspect="1"/>
          </p:cNvGrpSpPr>
          <p:nvPr/>
        </p:nvGrpSpPr>
        <p:grpSpPr>
          <a:xfrm>
            <a:off x="9067552" y="2930160"/>
            <a:ext cx="514499" cy="457200"/>
            <a:chOff x="9067552" y="2930160"/>
            <a:chExt cx="514499" cy="457200"/>
          </a:xfrm>
          <a:solidFill>
            <a:srgbClr val="FF0000"/>
          </a:solidFill>
        </p:grpSpPr>
        <p:sp>
          <p:nvSpPr>
            <p:cNvPr id="1669" name="Freeform: Shape 1668">
              <a:extLst>
                <a:ext uri="{FF2B5EF4-FFF2-40B4-BE49-F238E27FC236}">
                  <a16:creationId xmlns:a16="http://schemas.microsoft.com/office/drawing/2014/main" id="{CBFFB49C-B602-E2F0-06D7-B9FA7E4D0828}"/>
                </a:ext>
                <a:ext uri="{C183D7F6-B498-43B3-948B-1728B52AA6E4}">
                  <adec:decorative xmlns:adec="http://schemas.microsoft.com/office/drawing/2017/decorative" val="1"/>
                </a:ext>
              </a:extLst>
            </p:cNvPr>
            <p:cNvSpPr/>
            <p:nvPr/>
          </p:nvSpPr>
          <p:spPr>
            <a:xfrm rot="16200000">
              <a:off x="9096202" y="2901510"/>
              <a:ext cx="457200" cy="514499"/>
            </a:xfrm>
            <a:custGeom>
              <a:avLst/>
              <a:gdLst>
                <a:gd name="connsiteX0" fmla="*/ 44153 w 866567"/>
                <a:gd name="connsiteY0" fmla="*/ 23786 h 975171"/>
                <a:gd name="connsiteX1" fmla="*/ 44153 w 866567"/>
                <a:gd name="connsiteY1" fmla="*/ 951389 h 975171"/>
                <a:gd name="connsiteX2" fmla="*/ 0 w 866567"/>
                <a:gd name="connsiteY2" fmla="*/ 951389 h 975171"/>
                <a:gd name="connsiteX3" fmla="*/ 0 w 866567"/>
                <a:gd name="connsiteY3" fmla="*/ 23786 h 975171"/>
                <a:gd name="connsiteX4" fmla="*/ 88751 w 866567"/>
                <a:gd name="connsiteY4" fmla="*/ 45917 h 975171"/>
                <a:gd name="connsiteX5" fmla="*/ 88751 w 866567"/>
                <a:gd name="connsiteY5" fmla="*/ 929256 h 975171"/>
                <a:gd name="connsiteX6" fmla="*/ 44598 w 866567"/>
                <a:gd name="connsiteY6" fmla="*/ 929256 h 975171"/>
                <a:gd name="connsiteX7" fmla="*/ 44598 w 866567"/>
                <a:gd name="connsiteY7" fmla="*/ 45917 h 975171"/>
                <a:gd name="connsiteX8" fmla="*/ 512973 w 866567"/>
                <a:gd name="connsiteY8" fmla="*/ 465413 h 975171"/>
                <a:gd name="connsiteX9" fmla="*/ 512973 w 866567"/>
                <a:gd name="connsiteY9" fmla="*/ 509566 h 975171"/>
                <a:gd name="connsiteX10" fmla="*/ 89071 w 866567"/>
                <a:gd name="connsiteY10" fmla="*/ 509566 h 975171"/>
                <a:gd name="connsiteX11" fmla="*/ 89071 w 866567"/>
                <a:gd name="connsiteY11" fmla="*/ 465413 h 975171"/>
                <a:gd name="connsiteX12" fmla="*/ 866567 w 866567"/>
                <a:gd name="connsiteY12" fmla="*/ 487586 h 975171"/>
                <a:gd name="connsiteX13" fmla="*/ 853773 w 866567"/>
                <a:gd name="connsiteY13" fmla="*/ 523223 h 975171"/>
                <a:gd name="connsiteX14" fmla="*/ 647419 w 866567"/>
                <a:gd name="connsiteY14" fmla="*/ 900243 h 975171"/>
                <a:gd name="connsiteX15" fmla="*/ 617725 w 866567"/>
                <a:gd name="connsiteY15" fmla="*/ 954424 h 975171"/>
                <a:gd name="connsiteX16" fmla="*/ 617711 w 866567"/>
                <a:gd name="connsiteY16" fmla="*/ 954495 h 975171"/>
                <a:gd name="connsiteX17" fmla="*/ 617580 w 866567"/>
                <a:gd name="connsiteY17" fmla="*/ 954689 h 975171"/>
                <a:gd name="connsiteX18" fmla="*/ 614604 w 866567"/>
                <a:gd name="connsiteY18" fmla="*/ 960120 h 975171"/>
                <a:gd name="connsiteX19" fmla="*/ 614103 w 866567"/>
                <a:gd name="connsiteY19" fmla="*/ 959846 h 975171"/>
                <a:gd name="connsiteX20" fmla="*/ 610456 w 866567"/>
                <a:gd name="connsiteY20" fmla="*/ 965256 h 975171"/>
                <a:gd name="connsiteX21" fmla="*/ 586518 w 866567"/>
                <a:gd name="connsiteY21" fmla="*/ 975171 h 975171"/>
                <a:gd name="connsiteX22" fmla="*/ 555325 w 866567"/>
                <a:gd name="connsiteY22" fmla="*/ 954495 h 975171"/>
                <a:gd name="connsiteX23" fmla="*/ 554878 w 866567"/>
                <a:gd name="connsiteY23" fmla="*/ 952282 h 975171"/>
                <a:gd name="connsiteX24" fmla="*/ 552665 w 866567"/>
                <a:gd name="connsiteY24" fmla="*/ 952282 h 975171"/>
                <a:gd name="connsiteX25" fmla="*/ 552665 w 866567"/>
                <a:gd name="connsiteY25" fmla="*/ 941318 h 975171"/>
                <a:gd name="connsiteX26" fmla="*/ 552665 w 866567"/>
                <a:gd name="connsiteY26" fmla="*/ 907227 h 975171"/>
                <a:gd name="connsiteX27" fmla="*/ 89071 w 866567"/>
                <a:gd name="connsiteY27" fmla="*/ 907227 h 975171"/>
                <a:gd name="connsiteX28" fmla="*/ 89071 w 866567"/>
                <a:gd name="connsiteY28" fmla="*/ 863074 h 975171"/>
                <a:gd name="connsiteX29" fmla="*/ 552666 w 866567"/>
                <a:gd name="connsiteY29" fmla="*/ 863074 h 975171"/>
                <a:gd name="connsiteX30" fmla="*/ 552666 w 866567"/>
                <a:gd name="connsiteY30" fmla="*/ 774674 h 975171"/>
                <a:gd name="connsiteX31" fmla="*/ 89071 w 866567"/>
                <a:gd name="connsiteY31" fmla="*/ 774674 h 975171"/>
                <a:gd name="connsiteX32" fmla="*/ 89071 w 866567"/>
                <a:gd name="connsiteY32" fmla="*/ 730521 h 975171"/>
                <a:gd name="connsiteX33" fmla="*/ 552666 w 866567"/>
                <a:gd name="connsiteY33" fmla="*/ 730521 h 975171"/>
                <a:gd name="connsiteX34" fmla="*/ 552666 w 866567"/>
                <a:gd name="connsiteY34" fmla="*/ 642120 h 975171"/>
                <a:gd name="connsiteX35" fmla="*/ 89071 w 866567"/>
                <a:gd name="connsiteY35" fmla="*/ 642120 h 975171"/>
                <a:gd name="connsiteX36" fmla="*/ 89071 w 866567"/>
                <a:gd name="connsiteY36" fmla="*/ 597967 h 975171"/>
                <a:gd name="connsiteX37" fmla="*/ 552666 w 866567"/>
                <a:gd name="connsiteY37" fmla="*/ 597967 h 975171"/>
                <a:gd name="connsiteX38" fmla="*/ 552666 w 866567"/>
                <a:gd name="connsiteY38" fmla="*/ 547964 h 975171"/>
                <a:gd name="connsiteX39" fmla="*/ 599896 w 866567"/>
                <a:gd name="connsiteY39" fmla="*/ 547964 h 975171"/>
                <a:gd name="connsiteX40" fmla="*/ 599896 w 866567"/>
                <a:gd name="connsiteY40" fmla="*/ 894610 h 975171"/>
                <a:gd name="connsiteX41" fmla="*/ 814991 w 866567"/>
                <a:gd name="connsiteY41" fmla="*/ 501557 h 975171"/>
                <a:gd name="connsiteX42" fmla="*/ 817812 w 866567"/>
                <a:gd name="connsiteY42" fmla="*/ 487585 h 975171"/>
                <a:gd name="connsiteX43" fmla="*/ 814991 w 866567"/>
                <a:gd name="connsiteY43" fmla="*/ 473614 h 975171"/>
                <a:gd name="connsiteX44" fmla="*/ 599896 w 866567"/>
                <a:gd name="connsiteY44" fmla="*/ 80560 h 975171"/>
                <a:gd name="connsiteX45" fmla="*/ 599896 w 866567"/>
                <a:gd name="connsiteY45" fmla="*/ 424410 h 975171"/>
                <a:gd name="connsiteX46" fmla="*/ 552666 w 866567"/>
                <a:gd name="connsiteY46" fmla="*/ 424410 h 975171"/>
                <a:gd name="connsiteX47" fmla="*/ 552666 w 866567"/>
                <a:gd name="connsiteY47" fmla="*/ 377012 h 975171"/>
                <a:gd name="connsiteX48" fmla="*/ 89071 w 866567"/>
                <a:gd name="connsiteY48" fmla="*/ 377012 h 975171"/>
                <a:gd name="connsiteX49" fmla="*/ 89071 w 866567"/>
                <a:gd name="connsiteY49" fmla="*/ 332859 h 975171"/>
                <a:gd name="connsiteX50" fmla="*/ 552666 w 866567"/>
                <a:gd name="connsiteY50" fmla="*/ 332859 h 975171"/>
                <a:gd name="connsiteX51" fmla="*/ 552666 w 866567"/>
                <a:gd name="connsiteY51" fmla="*/ 244458 h 975171"/>
                <a:gd name="connsiteX52" fmla="*/ 89071 w 866567"/>
                <a:gd name="connsiteY52" fmla="*/ 244458 h 975171"/>
                <a:gd name="connsiteX53" fmla="*/ 89071 w 866567"/>
                <a:gd name="connsiteY53" fmla="*/ 200305 h 975171"/>
                <a:gd name="connsiteX54" fmla="*/ 552666 w 866567"/>
                <a:gd name="connsiteY54" fmla="*/ 200305 h 975171"/>
                <a:gd name="connsiteX55" fmla="*/ 552666 w 866567"/>
                <a:gd name="connsiteY55" fmla="*/ 111903 h 975171"/>
                <a:gd name="connsiteX56" fmla="*/ 89071 w 866567"/>
                <a:gd name="connsiteY56" fmla="*/ 111903 h 975171"/>
                <a:gd name="connsiteX57" fmla="*/ 89071 w 866567"/>
                <a:gd name="connsiteY57" fmla="*/ 67750 h 975171"/>
                <a:gd name="connsiteX58" fmla="*/ 552666 w 866567"/>
                <a:gd name="connsiteY58" fmla="*/ 67750 h 975171"/>
                <a:gd name="connsiteX59" fmla="*/ 552666 w 866567"/>
                <a:gd name="connsiteY59" fmla="*/ 39009 h 975171"/>
                <a:gd name="connsiteX60" fmla="*/ 553706 w 866567"/>
                <a:gd name="connsiteY60" fmla="*/ 39009 h 975171"/>
                <a:gd name="connsiteX61" fmla="*/ 552665 w 866567"/>
                <a:gd name="connsiteY61" fmla="*/ 33853 h 975171"/>
                <a:gd name="connsiteX62" fmla="*/ 586518 w 866567"/>
                <a:gd name="connsiteY62" fmla="*/ 0 h 975171"/>
                <a:gd name="connsiteX63" fmla="*/ 610456 w 866567"/>
                <a:gd name="connsiteY63" fmla="*/ 9915 h 975171"/>
                <a:gd name="connsiteX64" fmla="*/ 614103 w 866567"/>
                <a:gd name="connsiteY64" fmla="*/ 15324 h 975171"/>
                <a:gd name="connsiteX65" fmla="*/ 614604 w 866567"/>
                <a:gd name="connsiteY65" fmla="*/ 15050 h 975171"/>
                <a:gd name="connsiteX66" fmla="*/ 853775 w 866567"/>
                <a:gd name="connsiteY66" fmla="*/ 451952 h 975171"/>
                <a:gd name="connsiteX67" fmla="*/ 866567 w 866567"/>
                <a:gd name="connsiteY67" fmla="*/ 487586 h 97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866567" h="975171">
                  <a:moveTo>
                    <a:pt x="44153" y="23786"/>
                  </a:moveTo>
                  <a:lnTo>
                    <a:pt x="44153" y="951389"/>
                  </a:lnTo>
                  <a:lnTo>
                    <a:pt x="0" y="951389"/>
                  </a:lnTo>
                  <a:lnTo>
                    <a:pt x="0" y="23786"/>
                  </a:lnTo>
                  <a:close/>
                  <a:moveTo>
                    <a:pt x="88751" y="45917"/>
                  </a:moveTo>
                  <a:lnTo>
                    <a:pt x="88751" y="929256"/>
                  </a:lnTo>
                  <a:lnTo>
                    <a:pt x="44598" y="929256"/>
                  </a:lnTo>
                  <a:lnTo>
                    <a:pt x="44598" y="45917"/>
                  </a:lnTo>
                  <a:close/>
                  <a:moveTo>
                    <a:pt x="512973" y="465413"/>
                  </a:moveTo>
                  <a:lnTo>
                    <a:pt x="512973" y="509566"/>
                  </a:lnTo>
                  <a:lnTo>
                    <a:pt x="89071" y="509566"/>
                  </a:lnTo>
                  <a:lnTo>
                    <a:pt x="89071" y="465413"/>
                  </a:lnTo>
                  <a:close/>
                  <a:moveTo>
                    <a:pt x="866567" y="487586"/>
                  </a:moveTo>
                  <a:cubicBezTo>
                    <a:pt x="866567" y="505045"/>
                    <a:pt x="862337" y="505954"/>
                    <a:pt x="853773" y="523223"/>
                  </a:cubicBezTo>
                  <a:cubicBezTo>
                    <a:pt x="846279" y="538333"/>
                    <a:pt x="729824" y="750000"/>
                    <a:pt x="647419" y="900243"/>
                  </a:cubicBezTo>
                  <a:lnTo>
                    <a:pt x="617725" y="954424"/>
                  </a:lnTo>
                  <a:lnTo>
                    <a:pt x="617711" y="954495"/>
                  </a:lnTo>
                  <a:lnTo>
                    <a:pt x="617580" y="954689"/>
                  </a:lnTo>
                  <a:lnTo>
                    <a:pt x="614604" y="960120"/>
                  </a:lnTo>
                  <a:lnTo>
                    <a:pt x="614103" y="959846"/>
                  </a:lnTo>
                  <a:lnTo>
                    <a:pt x="610456" y="965256"/>
                  </a:lnTo>
                  <a:cubicBezTo>
                    <a:pt x="604329" y="971382"/>
                    <a:pt x="595867" y="975171"/>
                    <a:pt x="586518" y="975171"/>
                  </a:cubicBezTo>
                  <a:cubicBezTo>
                    <a:pt x="572496" y="975171"/>
                    <a:pt x="560464" y="966646"/>
                    <a:pt x="555325" y="954495"/>
                  </a:cubicBezTo>
                  <a:lnTo>
                    <a:pt x="554878" y="952282"/>
                  </a:lnTo>
                  <a:lnTo>
                    <a:pt x="552665" y="952282"/>
                  </a:lnTo>
                  <a:lnTo>
                    <a:pt x="552665" y="941318"/>
                  </a:lnTo>
                  <a:lnTo>
                    <a:pt x="552665" y="907227"/>
                  </a:lnTo>
                  <a:lnTo>
                    <a:pt x="89071" y="907227"/>
                  </a:lnTo>
                  <a:lnTo>
                    <a:pt x="89071" y="863074"/>
                  </a:lnTo>
                  <a:lnTo>
                    <a:pt x="552666" y="863074"/>
                  </a:lnTo>
                  <a:lnTo>
                    <a:pt x="552666" y="774674"/>
                  </a:lnTo>
                  <a:lnTo>
                    <a:pt x="89071" y="774674"/>
                  </a:lnTo>
                  <a:lnTo>
                    <a:pt x="89071" y="730521"/>
                  </a:lnTo>
                  <a:lnTo>
                    <a:pt x="552666" y="730521"/>
                  </a:lnTo>
                  <a:lnTo>
                    <a:pt x="552666" y="642120"/>
                  </a:lnTo>
                  <a:lnTo>
                    <a:pt x="89071" y="642120"/>
                  </a:lnTo>
                  <a:lnTo>
                    <a:pt x="89071" y="597967"/>
                  </a:lnTo>
                  <a:lnTo>
                    <a:pt x="552666" y="597967"/>
                  </a:lnTo>
                  <a:lnTo>
                    <a:pt x="552666" y="547964"/>
                  </a:lnTo>
                  <a:lnTo>
                    <a:pt x="599896" y="547964"/>
                  </a:lnTo>
                  <a:lnTo>
                    <a:pt x="599896" y="894610"/>
                  </a:lnTo>
                  <a:lnTo>
                    <a:pt x="814991" y="501557"/>
                  </a:lnTo>
                  <a:cubicBezTo>
                    <a:pt x="816808" y="497262"/>
                    <a:pt x="817812" y="492541"/>
                    <a:pt x="817812" y="487585"/>
                  </a:cubicBezTo>
                  <a:cubicBezTo>
                    <a:pt x="817812" y="482630"/>
                    <a:pt x="816808" y="477908"/>
                    <a:pt x="814991" y="473614"/>
                  </a:cubicBezTo>
                  <a:lnTo>
                    <a:pt x="599896" y="80560"/>
                  </a:lnTo>
                  <a:lnTo>
                    <a:pt x="599896" y="424410"/>
                  </a:lnTo>
                  <a:lnTo>
                    <a:pt x="552666" y="424410"/>
                  </a:lnTo>
                  <a:lnTo>
                    <a:pt x="552666" y="377012"/>
                  </a:lnTo>
                  <a:lnTo>
                    <a:pt x="89071" y="377012"/>
                  </a:lnTo>
                  <a:lnTo>
                    <a:pt x="89071" y="332859"/>
                  </a:lnTo>
                  <a:lnTo>
                    <a:pt x="552666" y="332859"/>
                  </a:lnTo>
                  <a:lnTo>
                    <a:pt x="552666" y="244458"/>
                  </a:lnTo>
                  <a:lnTo>
                    <a:pt x="89071" y="244458"/>
                  </a:lnTo>
                  <a:lnTo>
                    <a:pt x="89071" y="200305"/>
                  </a:lnTo>
                  <a:lnTo>
                    <a:pt x="552666" y="200305"/>
                  </a:lnTo>
                  <a:lnTo>
                    <a:pt x="552666" y="111903"/>
                  </a:lnTo>
                  <a:lnTo>
                    <a:pt x="89071" y="111903"/>
                  </a:lnTo>
                  <a:lnTo>
                    <a:pt x="89071" y="67750"/>
                  </a:lnTo>
                  <a:lnTo>
                    <a:pt x="552666" y="67750"/>
                  </a:lnTo>
                  <a:lnTo>
                    <a:pt x="552666" y="39009"/>
                  </a:lnTo>
                  <a:lnTo>
                    <a:pt x="553706" y="39009"/>
                  </a:lnTo>
                  <a:lnTo>
                    <a:pt x="552665" y="33853"/>
                  </a:lnTo>
                  <a:cubicBezTo>
                    <a:pt x="552665" y="15156"/>
                    <a:pt x="567822" y="0"/>
                    <a:pt x="586518" y="0"/>
                  </a:cubicBezTo>
                  <a:cubicBezTo>
                    <a:pt x="595867" y="0"/>
                    <a:pt x="604330" y="3789"/>
                    <a:pt x="610456" y="9915"/>
                  </a:cubicBezTo>
                  <a:lnTo>
                    <a:pt x="614103" y="15324"/>
                  </a:lnTo>
                  <a:lnTo>
                    <a:pt x="614604" y="15050"/>
                  </a:lnTo>
                  <a:cubicBezTo>
                    <a:pt x="660950" y="84318"/>
                    <a:pt x="848058" y="440169"/>
                    <a:pt x="853775" y="451952"/>
                  </a:cubicBezTo>
                  <a:cubicBezTo>
                    <a:pt x="859492" y="463734"/>
                    <a:pt x="866567" y="470127"/>
                    <a:pt x="866567" y="48758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70" name="Freeform: Shape 1669">
              <a:extLst>
                <a:ext uri="{FF2B5EF4-FFF2-40B4-BE49-F238E27FC236}">
                  <a16:creationId xmlns:a16="http://schemas.microsoft.com/office/drawing/2014/main" id="{919F64DA-1591-6973-4F4D-F58C8107FCC5}"/>
                </a:ext>
                <a:ext uri="{C183D7F6-B498-43B3-948B-1728B52AA6E4}">
                  <adec:decorative xmlns:adec="http://schemas.microsoft.com/office/drawing/2017/decorative" val="1"/>
                </a:ext>
              </a:extLst>
            </p:cNvPr>
            <p:cNvSpPr/>
            <p:nvPr/>
          </p:nvSpPr>
          <p:spPr>
            <a:xfrm>
              <a:off x="9306223" y="3066281"/>
              <a:ext cx="35680" cy="35680"/>
            </a:xfrm>
            <a:custGeom>
              <a:avLst/>
              <a:gdLst>
                <a:gd name="connsiteX0" fmla="*/ 0 w 150955"/>
                <a:gd name="connsiteY0" fmla="*/ 0 h 150955"/>
                <a:gd name="connsiteX1" fmla="*/ 150955 w 150955"/>
                <a:gd name="connsiteY1" fmla="*/ 0 h 150955"/>
                <a:gd name="connsiteX2" fmla="*/ 150955 w 150955"/>
                <a:gd name="connsiteY2" fmla="*/ 150956 h 150955"/>
                <a:gd name="connsiteX3" fmla="*/ 0 w 150955"/>
                <a:gd name="connsiteY3" fmla="*/ 150956 h 150955"/>
              </a:gdLst>
              <a:ahLst/>
              <a:cxnLst>
                <a:cxn ang="0">
                  <a:pos x="connsiteX0" y="connsiteY0"/>
                </a:cxn>
                <a:cxn ang="0">
                  <a:pos x="connsiteX1" y="connsiteY1"/>
                </a:cxn>
                <a:cxn ang="0">
                  <a:pos x="connsiteX2" y="connsiteY2"/>
                </a:cxn>
                <a:cxn ang="0">
                  <a:pos x="connsiteX3" y="connsiteY3"/>
                </a:cxn>
              </a:cxnLst>
              <a:rect l="l" t="t" r="r" b="b"/>
              <a:pathLst>
                <a:path w="150955" h="150955">
                  <a:moveTo>
                    <a:pt x="0" y="0"/>
                  </a:moveTo>
                  <a:lnTo>
                    <a:pt x="150955" y="0"/>
                  </a:lnTo>
                  <a:lnTo>
                    <a:pt x="150955" y="150956"/>
                  </a:lnTo>
                  <a:lnTo>
                    <a:pt x="0" y="150956"/>
                  </a:lnTo>
                  <a:close/>
                </a:path>
              </a:pathLst>
            </a:custGeom>
            <a:solidFill>
              <a:schemeClr val="bg1"/>
            </a:solidFill>
            <a:ln w="12535" cap="flat">
              <a:noFill/>
              <a:prstDash val="solid"/>
              <a:miter/>
            </a:ln>
          </p:spPr>
          <p:txBody>
            <a:bodyPr rtlCol="0" anchor="ctr"/>
            <a:lstStyle/>
            <a:p>
              <a:endParaRPr lang="en-US" dirty="0"/>
            </a:p>
          </p:txBody>
        </p:sp>
      </p:grpSp>
      <p:grpSp>
        <p:nvGrpSpPr>
          <p:cNvPr id="190" name="Group 189">
            <a:extLst>
              <a:ext uri="{FF2B5EF4-FFF2-40B4-BE49-F238E27FC236}">
                <a16:creationId xmlns:a16="http://schemas.microsoft.com/office/drawing/2014/main" id="{7F795632-2106-5B00-69C4-9EEBC070CF7A}"/>
              </a:ext>
              <a:ext uri="{C183D7F6-B498-43B3-948B-1728B52AA6E4}">
                <adec:decorative xmlns:adec="http://schemas.microsoft.com/office/drawing/2017/decorative" val="1"/>
              </a:ext>
            </a:extLst>
          </p:cNvPr>
          <p:cNvGrpSpPr>
            <a:grpSpLocks noChangeAspect="1"/>
          </p:cNvGrpSpPr>
          <p:nvPr/>
        </p:nvGrpSpPr>
        <p:grpSpPr>
          <a:xfrm>
            <a:off x="9792812" y="2998739"/>
            <a:ext cx="694372" cy="320040"/>
            <a:chOff x="9792812" y="2998739"/>
            <a:chExt cx="694372" cy="320040"/>
          </a:xfrm>
          <a:solidFill>
            <a:srgbClr val="FF0000"/>
          </a:solidFill>
        </p:grpSpPr>
        <p:sp>
          <p:nvSpPr>
            <p:cNvPr id="1671" name="Freeform: Shape 1670">
              <a:extLst>
                <a:ext uri="{FF2B5EF4-FFF2-40B4-BE49-F238E27FC236}">
                  <a16:creationId xmlns:a16="http://schemas.microsoft.com/office/drawing/2014/main" id="{EB24BA1C-13A9-D68B-FC0F-53E0ECDF4DDF}"/>
                </a:ext>
                <a:ext uri="{C183D7F6-B498-43B3-948B-1728B52AA6E4}">
                  <adec:decorative xmlns:adec="http://schemas.microsoft.com/office/drawing/2017/decorative" val="1"/>
                </a:ext>
              </a:extLst>
            </p:cNvPr>
            <p:cNvSpPr/>
            <p:nvPr/>
          </p:nvSpPr>
          <p:spPr>
            <a:xfrm>
              <a:off x="9801131" y="2998739"/>
              <a:ext cx="686053" cy="310452"/>
            </a:xfrm>
            <a:custGeom>
              <a:avLst/>
              <a:gdLst>
                <a:gd name="connsiteX0" fmla="*/ 762180 w 972245"/>
                <a:gd name="connsiteY0" fmla="*/ 186108 h 439960"/>
                <a:gd name="connsiteX1" fmla="*/ 795315 w 972245"/>
                <a:gd name="connsiteY1" fmla="*/ 219243 h 439960"/>
                <a:gd name="connsiteX2" fmla="*/ 762180 w 972245"/>
                <a:gd name="connsiteY2" fmla="*/ 252377 h 439960"/>
                <a:gd name="connsiteX3" fmla="*/ 729046 w 972245"/>
                <a:gd name="connsiteY3" fmla="*/ 219243 h 439960"/>
                <a:gd name="connsiteX4" fmla="*/ 762180 w 972245"/>
                <a:gd name="connsiteY4" fmla="*/ 186108 h 439960"/>
                <a:gd name="connsiteX5" fmla="*/ 209940 w 972245"/>
                <a:gd name="connsiteY5" fmla="*/ 186108 h 439960"/>
                <a:gd name="connsiteX6" fmla="*/ 243075 w 972245"/>
                <a:gd name="connsiteY6" fmla="*/ 219243 h 439960"/>
                <a:gd name="connsiteX7" fmla="*/ 209940 w 972245"/>
                <a:gd name="connsiteY7" fmla="*/ 252377 h 439960"/>
                <a:gd name="connsiteX8" fmla="*/ 176806 w 972245"/>
                <a:gd name="connsiteY8" fmla="*/ 219243 h 439960"/>
                <a:gd name="connsiteX9" fmla="*/ 209940 w 972245"/>
                <a:gd name="connsiteY9" fmla="*/ 186108 h 439960"/>
                <a:gd name="connsiteX10" fmla="*/ 486059 w 972245"/>
                <a:gd name="connsiteY10" fmla="*/ 108794 h 439960"/>
                <a:gd name="connsiteX11" fmla="*/ 574419 w 972245"/>
                <a:gd name="connsiteY11" fmla="*/ 219243 h 439960"/>
                <a:gd name="connsiteX12" fmla="*/ 486059 w 972245"/>
                <a:gd name="connsiteY12" fmla="*/ 329691 h 439960"/>
                <a:gd name="connsiteX13" fmla="*/ 397701 w 972245"/>
                <a:gd name="connsiteY13" fmla="*/ 219243 h 439960"/>
                <a:gd name="connsiteX14" fmla="*/ 486059 w 972245"/>
                <a:gd name="connsiteY14" fmla="*/ 108794 h 439960"/>
                <a:gd name="connsiteX15" fmla="*/ 132460 w 972245"/>
                <a:gd name="connsiteY15" fmla="*/ 0 h 439960"/>
                <a:gd name="connsiteX16" fmla="*/ 972245 w 972245"/>
                <a:gd name="connsiteY16" fmla="*/ 0 h 439960"/>
                <a:gd name="connsiteX17" fmla="*/ 972245 w 972245"/>
                <a:gd name="connsiteY17" fmla="*/ 44106 h 439960"/>
                <a:gd name="connsiteX18" fmla="*/ 972243 w 972245"/>
                <a:gd name="connsiteY18" fmla="*/ 44106 h 439960"/>
                <a:gd name="connsiteX19" fmla="*/ 972243 w 972245"/>
                <a:gd name="connsiteY19" fmla="*/ 395908 h 439960"/>
                <a:gd name="connsiteX20" fmla="*/ 960391 w 972245"/>
                <a:gd name="connsiteY20" fmla="*/ 427994 h 439960"/>
                <a:gd name="connsiteX21" fmla="*/ 927531 w 972245"/>
                <a:gd name="connsiteY21" fmla="*/ 439959 h 439960"/>
                <a:gd name="connsiteX22" fmla="*/ 868407 w 972245"/>
                <a:gd name="connsiteY22" fmla="*/ 439959 h 439960"/>
                <a:gd name="connsiteX23" fmla="*/ 617247 w 972245"/>
                <a:gd name="connsiteY23" fmla="*/ 439959 h 439960"/>
                <a:gd name="connsiteX24" fmla="*/ 86587 w 972245"/>
                <a:gd name="connsiteY24" fmla="*/ 439959 h 439960"/>
                <a:gd name="connsiteX25" fmla="*/ 86587 w 972245"/>
                <a:gd name="connsiteY25" fmla="*/ 395853 h 439960"/>
                <a:gd name="connsiteX26" fmla="*/ 617247 w 972245"/>
                <a:gd name="connsiteY26" fmla="*/ 395853 h 439960"/>
                <a:gd name="connsiteX27" fmla="*/ 928137 w 972245"/>
                <a:gd name="connsiteY27" fmla="*/ 395853 h 439960"/>
                <a:gd name="connsiteX28" fmla="*/ 928137 w 972245"/>
                <a:gd name="connsiteY28" fmla="*/ 44106 h 439960"/>
                <a:gd name="connsiteX29" fmla="*/ 354997 w 972245"/>
                <a:gd name="connsiteY29" fmla="*/ 44106 h 439960"/>
                <a:gd name="connsiteX30" fmla="*/ 354997 w 972245"/>
                <a:gd name="connsiteY30" fmla="*/ 44108 h 439960"/>
                <a:gd name="connsiteX31" fmla="*/ 44106 w 972245"/>
                <a:gd name="connsiteY31" fmla="*/ 44108 h 439960"/>
                <a:gd name="connsiteX32" fmla="*/ 44106 w 972245"/>
                <a:gd name="connsiteY32" fmla="*/ 118089 h 439960"/>
                <a:gd name="connsiteX33" fmla="*/ 44107 w 972245"/>
                <a:gd name="connsiteY33" fmla="*/ 118089 h 439960"/>
                <a:gd name="connsiteX34" fmla="*/ 44107 w 972245"/>
                <a:gd name="connsiteY34" fmla="*/ 359037 h 439960"/>
                <a:gd name="connsiteX35" fmla="*/ 1 w 972245"/>
                <a:gd name="connsiteY35" fmla="*/ 359037 h 439960"/>
                <a:gd name="connsiteX36" fmla="*/ 1 w 972245"/>
                <a:gd name="connsiteY36" fmla="*/ 185712 h 439960"/>
                <a:gd name="connsiteX37" fmla="*/ 1 w 972245"/>
                <a:gd name="connsiteY37" fmla="*/ 118089 h 439960"/>
                <a:gd name="connsiteX38" fmla="*/ 1 w 972245"/>
                <a:gd name="connsiteY38" fmla="*/ 44052 h 439960"/>
                <a:gd name="connsiteX39" fmla="*/ 11853 w 972245"/>
                <a:gd name="connsiteY39" fmla="*/ 11966 h 439960"/>
                <a:gd name="connsiteX40" fmla="*/ 44712 w 972245"/>
                <a:gd name="connsiteY40" fmla="*/ 1 h 439960"/>
                <a:gd name="connsiteX41" fmla="*/ 132460 w 972245"/>
                <a:gd name="connsiteY41" fmla="*/ 1 h 439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72245" h="439960">
                  <a:moveTo>
                    <a:pt x="762180" y="186108"/>
                  </a:moveTo>
                  <a:cubicBezTo>
                    <a:pt x="780480" y="186108"/>
                    <a:pt x="795315" y="200943"/>
                    <a:pt x="795315" y="219243"/>
                  </a:cubicBezTo>
                  <a:cubicBezTo>
                    <a:pt x="795315" y="237542"/>
                    <a:pt x="780480" y="252377"/>
                    <a:pt x="762180" y="252377"/>
                  </a:cubicBezTo>
                  <a:cubicBezTo>
                    <a:pt x="743881" y="252377"/>
                    <a:pt x="729046" y="237542"/>
                    <a:pt x="729046" y="219243"/>
                  </a:cubicBezTo>
                  <a:cubicBezTo>
                    <a:pt x="729046" y="200943"/>
                    <a:pt x="743881" y="186108"/>
                    <a:pt x="762180" y="186108"/>
                  </a:cubicBezTo>
                  <a:close/>
                  <a:moveTo>
                    <a:pt x="209940" y="186108"/>
                  </a:moveTo>
                  <a:cubicBezTo>
                    <a:pt x="228240" y="186108"/>
                    <a:pt x="243075" y="200943"/>
                    <a:pt x="243075" y="219243"/>
                  </a:cubicBezTo>
                  <a:cubicBezTo>
                    <a:pt x="243075" y="237542"/>
                    <a:pt x="228240" y="252377"/>
                    <a:pt x="209940" y="252377"/>
                  </a:cubicBezTo>
                  <a:cubicBezTo>
                    <a:pt x="191641" y="252377"/>
                    <a:pt x="176806" y="237542"/>
                    <a:pt x="176806" y="219243"/>
                  </a:cubicBezTo>
                  <a:cubicBezTo>
                    <a:pt x="176806" y="200943"/>
                    <a:pt x="191641" y="186108"/>
                    <a:pt x="209940" y="186108"/>
                  </a:cubicBezTo>
                  <a:close/>
                  <a:moveTo>
                    <a:pt x="486059" y="108794"/>
                  </a:moveTo>
                  <a:cubicBezTo>
                    <a:pt x="534859" y="108794"/>
                    <a:pt x="574419" y="158243"/>
                    <a:pt x="574419" y="219243"/>
                  </a:cubicBezTo>
                  <a:cubicBezTo>
                    <a:pt x="574419" y="280242"/>
                    <a:pt x="534859" y="329691"/>
                    <a:pt x="486059" y="329691"/>
                  </a:cubicBezTo>
                  <a:cubicBezTo>
                    <a:pt x="437261" y="329691"/>
                    <a:pt x="397701" y="280242"/>
                    <a:pt x="397701" y="219243"/>
                  </a:cubicBezTo>
                  <a:cubicBezTo>
                    <a:pt x="397701" y="158243"/>
                    <a:pt x="437261" y="108794"/>
                    <a:pt x="486059" y="108794"/>
                  </a:cubicBezTo>
                  <a:close/>
                  <a:moveTo>
                    <a:pt x="132460" y="0"/>
                  </a:moveTo>
                  <a:lnTo>
                    <a:pt x="972245" y="0"/>
                  </a:lnTo>
                  <a:lnTo>
                    <a:pt x="972245" y="44106"/>
                  </a:lnTo>
                  <a:lnTo>
                    <a:pt x="972243" y="44106"/>
                  </a:lnTo>
                  <a:lnTo>
                    <a:pt x="972243" y="395908"/>
                  </a:lnTo>
                  <a:cubicBezTo>
                    <a:pt x="972243" y="395908"/>
                    <a:pt x="972685" y="415644"/>
                    <a:pt x="960391" y="427994"/>
                  </a:cubicBezTo>
                  <a:cubicBezTo>
                    <a:pt x="948096" y="440345"/>
                    <a:pt x="927531" y="439959"/>
                    <a:pt x="927531" y="439959"/>
                  </a:cubicBezTo>
                  <a:lnTo>
                    <a:pt x="868407" y="439959"/>
                  </a:lnTo>
                  <a:lnTo>
                    <a:pt x="617247" y="439959"/>
                  </a:lnTo>
                  <a:lnTo>
                    <a:pt x="86587" y="439959"/>
                  </a:lnTo>
                  <a:lnTo>
                    <a:pt x="86587" y="395853"/>
                  </a:lnTo>
                  <a:lnTo>
                    <a:pt x="617247" y="395853"/>
                  </a:lnTo>
                  <a:lnTo>
                    <a:pt x="928137" y="395853"/>
                  </a:lnTo>
                  <a:lnTo>
                    <a:pt x="928137" y="44106"/>
                  </a:lnTo>
                  <a:lnTo>
                    <a:pt x="354997" y="44106"/>
                  </a:lnTo>
                  <a:lnTo>
                    <a:pt x="354997" y="44108"/>
                  </a:lnTo>
                  <a:lnTo>
                    <a:pt x="44106" y="44108"/>
                  </a:lnTo>
                  <a:lnTo>
                    <a:pt x="44106" y="118089"/>
                  </a:lnTo>
                  <a:lnTo>
                    <a:pt x="44107" y="118089"/>
                  </a:lnTo>
                  <a:lnTo>
                    <a:pt x="44107" y="359037"/>
                  </a:lnTo>
                  <a:lnTo>
                    <a:pt x="1" y="359037"/>
                  </a:lnTo>
                  <a:lnTo>
                    <a:pt x="1" y="185712"/>
                  </a:lnTo>
                  <a:lnTo>
                    <a:pt x="1" y="118089"/>
                  </a:lnTo>
                  <a:lnTo>
                    <a:pt x="1" y="44052"/>
                  </a:lnTo>
                  <a:cubicBezTo>
                    <a:pt x="1" y="44052"/>
                    <a:pt x="-441" y="24316"/>
                    <a:pt x="11853" y="11966"/>
                  </a:cubicBezTo>
                  <a:cubicBezTo>
                    <a:pt x="24148" y="-384"/>
                    <a:pt x="44712" y="1"/>
                    <a:pt x="44712" y="1"/>
                  </a:cubicBezTo>
                  <a:lnTo>
                    <a:pt x="132460" y="1"/>
                  </a:lnTo>
                  <a:close/>
                </a:path>
              </a:pathLst>
            </a:custGeom>
            <a:solidFill>
              <a:schemeClr val="accent2"/>
            </a:solidFill>
            <a:ln w="13692" cap="flat">
              <a:noFill/>
              <a:prstDash val="solid"/>
              <a:miter/>
            </a:ln>
          </p:spPr>
          <p:txBody>
            <a:bodyPr wrap="square" rtlCol="0" anchor="ctr">
              <a:noAutofit/>
            </a:bodyPr>
            <a:lstStyle/>
            <a:p>
              <a:endParaRPr lang="en-US" dirty="0"/>
            </a:p>
          </p:txBody>
        </p:sp>
        <p:sp>
          <p:nvSpPr>
            <p:cNvPr id="1672" name="Rectangle 1671">
              <a:extLst>
                <a:ext uri="{FF2B5EF4-FFF2-40B4-BE49-F238E27FC236}">
                  <a16:creationId xmlns:a16="http://schemas.microsoft.com/office/drawing/2014/main" id="{5B8B8E38-46BF-05F8-3725-A5EA2FA5800C}"/>
                </a:ext>
                <a:ext uri="{C183D7F6-B498-43B3-948B-1728B52AA6E4}">
                  <adec:decorative xmlns:adec="http://schemas.microsoft.com/office/drawing/2017/decorative" val="1"/>
                </a:ext>
              </a:extLst>
            </p:cNvPr>
            <p:cNvSpPr/>
            <p:nvPr/>
          </p:nvSpPr>
          <p:spPr>
            <a:xfrm>
              <a:off x="9792812" y="3271782"/>
              <a:ext cx="46997" cy="46997"/>
            </a:xfrm>
            <a:prstGeom prst="rect">
              <a:avLst/>
            </a:pr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01" name="Group 900">
            <a:extLst>
              <a:ext uri="{FF2B5EF4-FFF2-40B4-BE49-F238E27FC236}">
                <a16:creationId xmlns:a16="http://schemas.microsoft.com/office/drawing/2014/main" id="{EF8A5919-3729-0F57-8D7E-317E3BB18A1A}"/>
              </a:ext>
              <a:ext uri="{C183D7F6-B498-43B3-948B-1728B52AA6E4}">
                <adec:decorative xmlns:adec="http://schemas.microsoft.com/office/drawing/2017/decorative" val="1"/>
              </a:ext>
            </a:extLst>
          </p:cNvPr>
          <p:cNvGrpSpPr>
            <a:grpSpLocks noChangeAspect="1"/>
          </p:cNvGrpSpPr>
          <p:nvPr/>
        </p:nvGrpSpPr>
        <p:grpSpPr>
          <a:xfrm>
            <a:off x="10697945" y="2930159"/>
            <a:ext cx="233900" cy="457200"/>
            <a:chOff x="10697945" y="2930159"/>
            <a:chExt cx="233900" cy="457200"/>
          </a:xfrm>
          <a:solidFill>
            <a:srgbClr val="FF0000"/>
          </a:solidFill>
        </p:grpSpPr>
        <p:sp>
          <p:nvSpPr>
            <p:cNvPr id="1681" name="Freeform: Shape 1680">
              <a:extLst>
                <a:ext uri="{FF2B5EF4-FFF2-40B4-BE49-F238E27FC236}">
                  <a16:creationId xmlns:a16="http://schemas.microsoft.com/office/drawing/2014/main" id="{4B76CF21-29CB-0715-278C-2C84463F6A60}"/>
                </a:ext>
                <a:ext uri="{C183D7F6-B498-43B3-948B-1728B52AA6E4}">
                  <adec:decorative xmlns:adec="http://schemas.microsoft.com/office/drawing/2017/decorative" val="1"/>
                </a:ext>
              </a:extLst>
            </p:cNvPr>
            <p:cNvSpPr/>
            <p:nvPr/>
          </p:nvSpPr>
          <p:spPr>
            <a:xfrm>
              <a:off x="10697945" y="2972447"/>
              <a:ext cx="233900" cy="408156"/>
            </a:xfrm>
            <a:custGeom>
              <a:avLst/>
              <a:gdLst>
                <a:gd name="connsiteX0" fmla="*/ 2757714 w 5515428"/>
                <a:gd name="connsiteY0" fmla="*/ 1608607 h 9624456"/>
                <a:gd name="connsiteX1" fmla="*/ 2333272 w 5515428"/>
                <a:gd name="connsiteY1" fmla="*/ 2033049 h 9624456"/>
                <a:gd name="connsiteX2" fmla="*/ 2757714 w 5515428"/>
                <a:gd name="connsiteY2" fmla="*/ 2457491 h 9624456"/>
                <a:gd name="connsiteX3" fmla="*/ 3182156 w 5515428"/>
                <a:gd name="connsiteY3" fmla="*/ 2033049 h 9624456"/>
                <a:gd name="connsiteX4" fmla="*/ 2757714 w 5515428"/>
                <a:gd name="connsiteY4" fmla="*/ 1608607 h 9624456"/>
                <a:gd name="connsiteX5" fmla="*/ 2757714 w 5515428"/>
                <a:gd name="connsiteY5" fmla="*/ 1349787 h 9624456"/>
                <a:gd name="connsiteX6" fmla="*/ 3440976 w 5515428"/>
                <a:gd name="connsiteY6" fmla="*/ 2033049 h 9624456"/>
                <a:gd name="connsiteX7" fmla="*/ 2757714 w 5515428"/>
                <a:gd name="connsiteY7" fmla="*/ 2716311 h 9624456"/>
                <a:gd name="connsiteX8" fmla="*/ 2074452 w 5515428"/>
                <a:gd name="connsiteY8" fmla="*/ 2033049 h 9624456"/>
                <a:gd name="connsiteX9" fmla="*/ 2757714 w 5515428"/>
                <a:gd name="connsiteY9" fmla="*/ 1349787 h 9624456"/>
                <a:gd name="connsiteX10" fmla="*/ 4082397 w 5515428"/>
                <a:gd name="connsiteY10" fmla="*/ 1199911 h 9624456"/>
                <a:gd name="connsiteX11" fmla="*/ 5363600 w 5515428"/>
                <a:gd name="connsiteY11" fmla="*/ 2481115 h 9624456"/>
                <a:gd name="connsiteX12" fmla="*/ 5356570 w 5515428"/>
                <a:gd name="connsiteY12" fmla="*/ 2488144 h 9624456"/>
                <a:gd name="connsiteX13" fmla="*/ 5375971 w 5515428"/>
                <a:gd name="connsiteY13" fmla="*/ 2509509 h 9624456"/>
                <a:gd name="connsiteX14" fmla="*/ 5515428 w 5515428"/>
                <a:gd name="connsiteY14" fmla="*/ 2966030 h 9624456"/>
                <a:gd name="connsiteX15" fmla="*/ 5515428 w 5515428"/>
                <a:gd name="connsiteY15" fmla="*/ 4901063 h 9624456"/>
                <a:gd name="connsiteX16" fmla="*/ 5515428 w 5515428"/>
                <a:gd name="connsiteY16" fmla="*/ 7689435 h 9624456"/>
                <a:gd name="connsiteX17" fmla="*/ 5515428 w 5515428"/>
                <a:gd name="connsiteY17" fmla="*/ 9624455 h 9624456"/>
                <a:gd name="connsiteX18" fmla="*/ 5376134 w 5515428"/>
                <a:gd name="connsiteY18" fmla="*/ 9624455 h 9624456"/>
                <a:gd name="connsiteX19" fmla="*/ 5376134 w 5515428"/>
                <a:gd name="connsiteY19" fmla="*/ 9624456 h 9624456"/>
                <a:gd name="connsiteX20" fmla="*/ 3580196 w 5515428"/>
                <a:gd name="connsiteY20" fmla="*/ 9624456 h 9624456"/>
                <a:gd name="connsiteX21" fmla="*/ 3580196 w 5515428"/>
                <a:gd name="connsiteY21" fmla="*/ 9071582 h 9624456"/>
                <a:gd name="connsiteX22" fmla="*/ 4962555 w 5515428"/>
                <a:gd name="connsiteY22" fmla="*/ 9071582 h 9624456"/>
                <a:gd name="connsiteX23" fmla="*/ 4962555 w 5515428"/>
                <a:gd name="connsiteY23" fmla="*/ 7689435 h 9624456"/>
                <a:gd name="connsiteX24" fmla="*/ 4962555 w 5515428"/>
                <a:gd name="connsiteY24" fmla="*/ 4137759 h 9624456"/>
                <a:gd name="connsiteX25" fmla="*/ 4962555 w 5515428"/>
                <a:gd name="connsiteY25" fmla="*/ 2861947 h 9624456"/>
                <a:gd name="connsiteX26" fmla="*/ 3741667 w 5515428"/>
                <a:gd name="connsiteY26" fmla="*/ 1641059 h 9624456"/>
                <a:gd name="connsiteX27" fmla="*/ 3915809 w 5515428"/>
                <a:gd name="connsiteY27" fmla="*/ 1490295 h 9624456"/>
                <a:gd name="connsiteX28" fmla="*/ 2752623 w 5515428"/>
                <a:gd name="connsiteY28" fmla="*/ 0 h 9624456"/>
                <a:gd name="connsiteX29" fmla="*/ 2951007 w 5515428"/>
                <a:gd name="connsiteY29" fmla="*/ 82181 h 9624456"/>
                <a:gd name="connsiteX30" fmla="*/ 2957837 w 5515428"/>
                <a:gd name="connsiteY30" fmla="*/ 75351 h 9624456"/>
                <a:gd name="connsiteX31" fmla="*/ 3891055 w 5515428"/>
                <a:gd name="connsiteY31" fmla="*/ 1008569 h 9624456"/>
                <a:gd name="connsiteX32" fmla="*/ 3711359 w 5515428"/>
                <a:gd name="connsiteY32" fmla="*/ 1321769 h 9624456"/>
                <a:gd name="connsiteX33" fmla="*/ 3556479 w 5515428"/>
                <a:gd name="connsiteY33" fmla="*/ 1455872 h 9624456"/>
                <a:gd name="connsiteX34" fmla="*/ 2752273 w 5515428"/>
                <a:gd name="connsiteY34" fmla="*/ 651666 h 9624456"/>
                <a:gd name="connsiteX35" fmla="*/ 552874 w 5515428"/>
                <a:gd name="connsiteY35" fmla="*/ 2851077 h 9624456"/>
                <a:gd name="connsiteX36" fmla="*/ 552874 w 5515428"/>
                <a:gd name="connsiteY36" fmla="*/ 4137759 h 9624456"/>
                <a:gd name="connsiteX37" fmla="*/ 552874 w 5515428"/>
                <a:gd name="connsiteY37" fmla="*/ 7689435 h 9624456"/>
                <a:gd name="connsiteX38" fmla="*/ 552874 w 5515428"/>
                <a:gd name="connsiteY38" fmla="*/ 9071582 h 9624456"/>
                <a:gd name="connsiteX39" fmla="*/ 1922124 w 5515428"/>
                <a:gd name="connsiteY39" fmla="*/ 9071582 h 9624456"/>
                <a:gd name="connsiteX40" fmla="*/ 1922124 w 5515428"/>
                <a:gd name="connsiteY40" fmla="*/ 9624456 h 9624456"/>
                <a:gd name="connsiteX41" fmla="*/ 549596 w 5515428"/>
                <a:gd name="connsiteY41" fmla="*/ 9624456 h 9624456"/>
                <a:gd name="connsiteX42" fmla="*/ 549596 w 5515428"/>
                <a:gd name="connsiteY42" fmla="*/ 9623794 h 9624456"/>
                <a:gd name="connsiteX43" fmla="*/ 498699 w 5515428"/>
                <a:gd name="connsiteY43" fmla="*/ 9613523 h 9624456"/>
                <a:gd name="connsiteX44" fmla="*/ 0 w 5515428"/>
                <a:gd name="connsiteY44" fmla="*/ 8861164 h 9624456"/>
                <a:gd name="connsiteX45" fmla="*/ 0 w 5515428"/>
                <a:gd name="connsiteY45" fmla="*/ 7689435 h 9624456"/>
                <a:gd name="connsiteX46" fmla="*/ 0 w 5515428"/>
                <a:gd name="connsiteY46" fmla="*/ 4137759 h 9624456"/>
                <a:gd name="connsiteX47" fmla="*/ 0 w 5515428"/>
                <a:gd name="connsiteY47" fmla="*/ 2966030 h 9624456"/>
                <a:gd name="connsiteX48" fmla="*/ 139444 w 5515428"/>
                <a:gd name="connsiteY48" fmla="*/ 2509509 h 9624456"/>
                <a:gd name="connsiteX49" fmla="*/ 167363 w 5515428"/>
                <a:gd name="connsiteY49" fmla="*/ 2478788 h 9624456"/>
                <a:gd name="connsiteX50" fmla="*/ 155317 w 5515428"/>
                <a:gd name="connsiteY50" fmla="*/ 2466742 h 9624456"/>
                <a:gd name="connsiteX51" fmla="*/ 2546722 w 5515428"/>
                <a:gd name="connsiteY51" fmla="*/ 75351 h 9624456"/>
                <a:gd name="connsiteX52" fmla="*/ 2553739 w 5515428"/>
                <a:gd name="connsiteY52" fmla="*/ 82381 h 962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515428" h="9624456">
                  <a:moveTo>
                    <a:pt x="2757714" y="1608607"/>
                  </a:moveTo>
                  <a:cubicBezTo>
                    <a:pt x="2523301" y="1608607"/>
                    <a:pt x="2333272" y="1798636"/>
                    <a:pt x="2333272" y="2033049"/>
                  </a:cubicBezTo>
                  <a:cubicBezTo>
                    <a:pt x="2333272" y="2267462"/>
                    <a:pt x="2523301" y="2457491"/>
                    <a:pt x="2757714" y="2457491"/>
                  </a:cubicBezTo>
                  <a:cubicBezTo>
                    <a:pt x="2992127" y="2457491"/>
                    <a:pt x="3182156" y="2267462"/>
                    <a:pt x="3182156" y="2033049"/>
                  </a:cubicBezTo>
                  <a:cubicBezTo>
                    <a:pt x="3182156" y="1798636"/>
                    <a:pt x="2992127" y="1608607"/>
                    <a:pt x="2757714" y="1608607"/>
                  </a:cubicBezTo>
                  <a:close/>
                  <a:moveTo>
                    <a:pt x="2757714" y="1349787"/>
                  </a:moveTo>
                  <a:cubicBezTo>
                    <a:pt x="3135069" y="1349787"/>
                    <a:pt x="3440976" y="1655694"/>
                    <a:pt x="3440976" y="2033049"/>
                  </a:cubicBezTo>
                  <a:cubicBezTo>
                    <a:pt x="3440976" y="2410405"/>
                    <a:pt x="3135069" y="2716311"/>
                    <a:pt x="2757714" y="2716311"/>
                  </a:cubicBezTo>
                  <a:cubicBezTo>
                    <a:pt x="2380359" y="2716311"/>
                    <a:pt x="2074452" y="2410405"/>
                    <a:pt x="2074452" y="2033049"/>
                  </a:cubicBezTo>
                  <a:cubicBezTo>
                    <a:pt x="2074452" y="1655694"/>
                    <a:pt x="2380359" y="1349787"/>
                    <a:pt x="2757714" y="1349787"/>
                  </a:cubicBezTo>
                  <a:close/>
                  <a:moveTo>
                    <a:pt x="4082397" y="1199911"/>
                  </a:moveTo>
                  <a:lnTo>
                    <a:pt x="5363600" y="2481115"/>
                  </a:lnTo>
                  <a:lnTo>
                    <a:pt x="5356570" y="2488144"/>
                  </a:lnTo>
                  <a:lnTo>
                    <a:pt x="5375971" y="2509509"/>
                  </a:lnTo>
                  <a:cubicBezTo>
                    <a:pt x="5464018" y="2639822"/>
                    <a:pt x="5515428" y="2796928"/>
                    <a:pt x="5515428" y="2966030"/>
                  </a:cubicBezTo>
                  <a:lnTo>
                    <a:pt x="5515428" y="4901063"/>
                  </a:lnTo>
                  <a:lnTo>
                    <a:pt x="5515428" y="7689435"/>
                  </a:lnTo>
                  <a:lnTo>
                    <a:pt x="5515428" y="9624455"/>
                  </a:lnTo>
                  <a:lnTo>
                    <a:pt x="5376134" y="9624455"/>
                  </a:lnTo>
                  <a:lnTo>
                    <a:pt x="5376134" y="9624456"/>
                  </a:lnTo>
                  <a:lnTo>
                    <a:pt x="3580196" y="9624456"/>
                  </a:lnTo>
                  <a:lnTo>
                    <a:pt x="3580196" y="9071582"/>
                  </a:lnTo>
                  <a:lnTo>
                    <a:pt x="4962555" y="9071582"/>
                  </a:lnTo>
                  <a:lnTo>
                    <a:pt x="4962555" y="7689435"/>
                  </a:lnTo>
                  <a:lnTo>
                    <a:pt x="4962555" y="4137759"/>
                  </a:lnTo>
                  <a:lnTo>
                    <a:pt x="4962555" y="2861947"/>
                  </a:lnTo>
                  <a:lnTo>
                    <a:pt x="3741667" y="1641059"/>
                  </a:lnTo>
                  <a:lnTo>
                    <a:pt x="3915809" y="1490295"/>
                  </a:lnTo>
                  <a:close/>
                  <a:moveTo>
                    <a:pt x="2752623" y="0"/>
                  </a:moveTo>
                  <a:lnTo>
                    <a:pt x="2951007" y="82181"/>
                  </a:lnTo>
                  <a:lnTo>
                    <a:pt x="2957837" y="75351"/>
                  </a:lnTo>
                  <a:lnTo>
                    <a:pt x="3891055" y="1008569"/>
                  </a:lnTo>
                  <a:lnTo>
                    <a:pt x="3711359" y="1321769"/>
                  </a:lnTo>
                  <a:lnTo>
                    <a:pt x="3556479" y="1455872"/>
                  </a:lnTo>
                  <a:lnTo>
                    <a:pt x="2752273" y="651666"/>
                  </a:lnTo>
                  <a:lnTo>
                    <a:pt x="552874" y="2851077"/>
                  </a:lnTo>
                  <a:lnTo>
                    <a:pt x="552874" y="4137759"/>
                  </a:lnTo>
                  <a:lnTo>
                    <a:pt x="552874" y="7689435"/>
                  </a:lnTo>
                  <a:lnTo>
                    <a:pt x="552874" y="9071582"/>
                  </a:lnTo>
                  <a:lnTo>
                    <a:pt x="1922124" y="9071582"/>
                  </a:lnTo>
                  <a:lnTo>
                    <a:pt x="1922124" y="9624456"/>
                  </a:lnTo>
                  <a:lnTo>
                    <a:pt x="549596" y="9624456"/>
                  </a:lnTo>
                  <a:lnTo>
                    <a:pt x="549596" y="9623794"/>
                  </a:lnTo>
                  <a:lnTo>
                    <a:pt x="498699" y="9613523"/>
                  </a:lnTo>
                  <a:cubicBezTo>
                    <a:pt x="205639" y="9489564"/>
                    <a:pt x="0" y="9199380"/>
                    <a:pt x="0" y="8861164"/>
                  </a:cubicBezTo>
                  <a:lnTo>
                    <a:pt x="0" y="7689435"/>
                  </a:lnTo>
                  <a:lnTo>
                    <a:pt x="0" y="4137759"/>
                  </a:lnTo>
                  <a:lnTo>
                    <a:pt x="0" y="2966030"/>
                  </a:lnTo>
                  <a:cubicBezTo>
                    <a:pt x="0" y="2796928"/>
                    <a:pt x="51410" y="2639822"/>
                    <a:pt x="139444" y="2509509"/>
                  </a:cubicBezTo>
                  <a:lnTo>
                    <a:pt x="167363" y="2478788"/>
                  </a:lnTo>
                  <a:lnTo>
                    <a:pt x="155317" y="2466742"/>
                  </a:lnTo>
                  <a:lnTo>
                    <a:pt x="2546722" y="75351"/>
                  </a:lnTo>
                  <a:lnTo>
                    <a:pt x="2553739" y="82381"/>
                  </a:ln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sp>
          <p:nvSpPr>
            <p:cNvPr id="1682" name="Freeform: Shape 1681">
              <a:extLst>
                <a:ext uri="{FF2B5EF4-FFF2-40B4-BE49-F238E27FC236}">
                  <a16:creationId xmlns:a16="http://schemas.microsoft.com/office/drawing/2014/main" id="{C1C794C0-E83B-C559-1D4A-33AAB853F0C6}"/>
                </a:ext>
                <a:ext uri="{C183D7F6-B498-43B3-948B-1728B52AA6E4}">
                  <adec:decorative xmlns:adec="http://schemas.microsoft.com/office/drawing/2017/decorative" val="1"/>
                </a:ext>
              </a:extLst>
            </p:cNvPr>
            <p:cNvSpPr/>
            <p:nvPr/>
          </p:nvSpPr>
          <p:spPr>
            <a:xfrm>
              <a:off x="10749779" y="2930159"/>
              <a:ext cx="128953" cy="457200"/>
            </a:xfrm>
            <a:custGeom>
              <a:avLst/>
              <a:gdLst>
                <a:gd name="connsiteX0" fmla="*/ 1120007 w 3040743"/>
                <a:gd name="connsiteY0" fmla="*/ 9950000 h 10780918"/>
                <a:gd name="connsiteX1" fmla="*/ 1950925 w 3040743"/>
                <a:gd name="connsiteY1" fmla="*/ 9950000 h 10780918"/>
                <a:gd name="connsiteX2" fmla="*/ 1950925 w 3040743"/>
                <a:gd name="connsiteY2" fmla="*/ 10780918 h 10780918"/>
                <a:gd name="connsiteX3" fmla="*/ 1120007 w 3040743"/>
                <a:gd name="connsiteY3" fmla="*/ 10780918 h 10780918"/>
                <a:gd name="connsiteX4" fmla="*/ 1331664 w 3040743"/>
                <a:gd name="connsiteY4" fmla="*/ 4600672 h 10780918"/>
                <a:gd name="connsiteX5" fmla="*/ 1850871 w 3040743"/>
                <a:gd name="connsiteY5" fmla="*/ 4600672 h 10780918"/>
                <a:gd name="connsiteX6" fmla="*/ 1850871 w 3040743"/>
                <a:gd name="connsiteY6" fmla="*/ 5066503 h 10780918"/>
                <a:gd name="connsiteX7" fmla="*/ 2406467 w 3040743"/>
                <a:gd name="connsiteY7" fmla="*/ 5231484 h 10780918"/>
                <a:gd name="connsiteX8" fmla="*/ 2879576 w 3040743"/>
                <a:gd name="connsiteY8" fmla="*/ 5571151 h 10780918"/>
                <a:gd name="connsiteX9" fmla="*/ 2544760 w 3040743"/>
                <a:gd name="connsiteY9" fmla="*/ 5998162 h 10780918"/>
                <a:gd name="connsiteX10" fmla="*/ 2086212 w 3040743"/>
                <a:gd name="connsiteY10" fmla="*/ 5685182 h 10780918"/>
                <a:gd name="connsiteX11" fmla="*/ 1554875 w 3040743"/>
                <a:gd name="connsiteY11" fmla="*/ 5576004 h 10780918"/>
                <a:gd name="connsiteX12" fmla="*/ 1028389 w 3040743"/>
                <a:gd name="connsiteY12" fmla="*/ 5699740 h 10780918"/>
                <a:gd name="connsiteX13" fmla="*/ 831868 w 3040743"/>
                <a:gd name="connsiteY13" fmla="*/ 6017571 h 10780918"/>
                <a:gd name="connsiteX14" fmla="*/ 1018685 w 3040743"/>
                <a:gd name="connsiteY14" fmla="*/ 6323272 h 10780918"/>
                <a:gd name="connsiteX15" fmla="*/ 1642218 w 3040743"/>
                <a:gd name="connsiteY15" fmla="*/ 6444582 h 10780918"/>
                <a:gd name="connsiteX16" fmla="*/ 2649086 w 3040743"/>
                <a:gd name="connsiteY16" fmla="*/ 6711463 h 10780918"/>
                <a:gd name="connsiteX17" fmla="*/ 2957212 w 3040743"/>
                <a:gd name="connsiteY17" fmla="*/ 7405356 h 10780918"/>
                <a:gd name="connsiteX18" fmla="*/ 2656365 w 3040743"/>
                <a:gd name="connsiteY18" fmla="*/ 8084691 h 10780918"/>
                <a:gd name="connsiteX19" fmla="*/ 1850871 w 3040743"/>
                <a:gd name="connsiteY19" fmla="*/ 8429210 h 10780918"/>
                <a:gd name="connsiteX20" fmla="*/ 1850871 w 3040743"/>
                <a:gd name="connsiteY20" fmla="*/ 8982384 h 10780918"/>
                <a:gd name="connsiteX21" fmla="*/ 1331664 w 3040743"/>
                <a:gd name="connsiteY21" fmla="*/ 8982384 h 10780918"/>
                <a:gd name="connsiteX22" fmla="*/ 1331664 w 3040743"/>
                <a:gd name="connsiteY22" fmla="*/ 8429210 h 10780918"/>
                <a:gd name="connsiteX23" fmla="*/ 671739 w 3040743"/>
                <a:gd name="connsiteY23" fmla="*/ 8252097 h 10780918"/>
                <a:gd name="connsiteX24" fmla="*/ 113715 w 3040743"/>
                <a:gd name="connsiteY24" fmla="*/ 7861480 h 10780918"/>
                <a:gd name="connsiteX25" fmla="*/ 438827 w 3040743"/>
                <a:gd name="connsiteY25" fmla="*/ 7429618 h 10780918"/>
                <a:gd name="connsiteX26" fmla="*/ 1001702 w 3040743"/>
                <a:gd name="connsiteY26" fmla="*/ 7795973 h 10780918"/>
                <a:gd name="connsiteX27" fmla="*/ 1603399 w 3040743"/>
                <a:gd name="connsiteY27" fmla="*/ 7919708 h 10780918"/>
                <a:gd name="connsiteX28" fmla="*/ 2154144 w 3040743"/>
                <a:gd name="connsiteY28" fmla="*/ 7786269 h 10780918"/>
                <a:gd name="connsiteX29" fmla="*/ 2365222 w 3040743"/>
                <a:gd name="connsiteY29" fmla="*/ 7449027 h 10780918"/>
                <a:gd name="connsiteX30" fmla="*/ 2180831 w 3040743"/>
                <a:gd name="connsiteY30" fmla="*/ 7126342 h 10780918"/>
                <a:gd name="connsiteX31" fmla="*/ 1559728 w 3040743"/>
                <a:gd name="connsiteY31" fmla="*/ 6997753 h 10780918"/>
                <a:gd name="connsiteX32" fmla="*/ 548004 w 3040743"/>
                <a:gd name="connsiteY32" fmla="*/ 6730872 h 10780918"/>
                <a:gd name="connsiteX33" fmla="*/ 239878 w 3040743"/>
                <a:gd name="connsiteY33" fmla="*/ 6061244 h 10780918"/>
                <a:gd name="connsiteX34" fmla="*/ 538300 w 3040743"/>
                <a:gd name="connsiteY34" fmla="*/ 5394038 h 10780918"/>
                <a:gd name="connsiteX35" fmla="*/ 1331664 w 3040743"/>
                <a:gd name="connsiteY35" fmla="*/ 5061650 h 10780918"/>
                <a:gd name="connsiteX36" fmla="*/ 1520378 w 3040743"/>
                <a:gd name="connsiteY36" fmla="*/ 0 h 10780918"/>
                <a:gd name="connsiteX37" fmla="*/ 1826783 w 3040743"/>
                <a:gd name="connsiteY37" fmla="*/ 30889 h 10780918"/>
                <a:gd name="connsiteX38" fmla="*/ 1827814 w 3040743"/>
                <a:gd name="connsiteY38" fmla="*/ 31154 h 10780918"/>
                <a:gd name="connsiteX39" fmla="*/ 1954581 w 3040743"/>
                <a:gd name="connsiteY39" fmla="*/ 62912 h 10780918"/>
                <a:gd name="connsiteX40" fmla="*/ 1964087 w 3040743"/>
                <a:gd name="connsiteY40" fmla="*/ 66194 h 10780918"/>
                <a:gd name="connsiteX41" fmla="*/ 1972486 w 3040743"/>
                <a:gd name="connsiteY41" fmla="*/ 68353 h 10780918"/>
                <a:gd name="connsiteX42" fmla="*/ 2007999 w 3040743"/>
                <a:gd name="connsiteY42" fmla="*/ 81352 h 10780918"/>
                <a:gd name="connsiteX43" fmla="*/ 2077850 w 3040743"/>
                <a:gd name="connsiteY43" fmla="*/ 105463 h 10780918"/>
                <a:gd name="connsiteX44" fmla="*/ 2096338 w 3040743"/>
                <a:gd name="connsiteY44" fmla="*/ 113684 h 10780918"/>
                <a:gd name="connsiteX45" fmla="*/ 2112170 w 3040743"/>
                <a:gd name="connsiteY45" fmla="*/ 119479 h 10780918"/>
                <a:gd name="connsiteX46" fmla="*/ 2145790 w 3040743"/>
                <a:gd name="connsiteY46" fmla="*/ 135675 h 10780918"/>
                <a:gd name="connsiteX47" fmla="*/ 2196071 w 3040743"/>
                <a:gd name="connsiteY47" fmla="*/ 158034 h 10780918"/>
                <a:gd name="connsiteX48" fmla="*/ 2222955 w 3040743"/>
                <a:gd name="connsiteY48" fmla="*/ 172847 h 10780918"/>
                <a:gd name="connsiteX49" fmla="*/ 2245071 w 3040743"/>
                <a:gd name="connsiteY49" fmla="*/ 183501 h 10780918"/>
                <a:gd name="connsiteX50" fmla="*/ 2272195 w 3040743"/>
                <a:gd name="connsiteY50" fmla="*/ 199980 h 10780918"/>
                <a:gd name="connsiteX51" fmla="*/ 2308734 w 3040743"/>
                <a:gd name="connsiteY51" fmla="*/ 220113 h 10780918"/>
                <a:gd name="connsiteX52" fmla="*/ 2343553 w 3040743"/>
                <a:gd name="connsiteY52" fmla="*/ 243331 h 10780918"/>
                <a:gd name="connsiteX53" fmla="*/ 2370426 w 3040743"/>
                <a:gd name="connsiteY53" fmla="*/ 259656 h 10780918"/>
                <a:gd name="connsiteX54" fmla="*/ 2390099 w 3040743"/>
                <a:gd name="connsiteY54" fmla="*/ 274368 h 10780918"/>
                <a:gd name="connsiteX55" fmla="*/ 2415326 w 3040743"/>
                <a:gd name="connsiteY55" fmla="*/ 291189 h 10780918"/>
                <a:gd name="connsiteX56" fmla="*/ 2458114 w 3040743"/>
                <a:gd name="connsiteY56" fmla="*/ 325229 h 10780918"/>
                <a:gd name="connsiteX57" fmla="*/ 2487469 w 3040743"/>
                <a:gd name="connsiteY57" fmla="*/ 347180 h 10780918"/>
                <a:gd name="connsiteX58" fmla="*/ 2499836 w 3040743"/>
                <a:gd name="connsiteY58" fmla="*/ 358420 h 10780918"/>
                <a:gd name="connsiteX59" fmla="*/ 2515334 w 3040743"/>
                <a:gd name="connsiteY59" fmla="*/ 370750 h 10780918"/>
                <a:gd name="connsiteX60" fmla="*/ 2568201 w 3040743"/>
                <a:gd name="connsiteY60" fmla="*/ 420555 h 10780918"/>
                <a:gd name="connsiteX61" fmla="*/ 2595436 w 3040743"/>
                <a:gd name="connsiteY61" fmla="*/ 445307 h 10780918"/>
                <a:gd name="connsiteX62" fmla="*/ 2601156 w 3040743"/>
                <a:gd name="connsiteY62" fmla="*/ 451601 h 10780918"/>
                <a:gd name="connsiteX63" fmla="*/ 2608248 w 3040743"/>
                <a:gd name="connsiteY63" fmla="*/ 458283 h 10780918"/>
                <a:gd name="connsiteX64" fmla="*/ 2692778 w 3040743"/>
                <a:gd name="connsiteY64" fmla="*/ 552410 h 10780918"/>
                <a:gd name="connsiteX65" fmla="*/ 2693563 w 3040743"/>
                <a:gd name="connsiteY65" fmla="*/ 553275 h 10780918"/>
                <a:gd name="connsiteX66" fmla="*/ 2694293 w 3040743"/>
                <a:gd name="connsiteY66" fmla="*/ 554251 h 10780918"/>
                <a:gd name="connsiteX67" fmla="*/ 2770744 w 3040743"/>
                <a:gd name="connsiteY67" fmla="*/ 655218 h 10780918"/>
                <a:gd name="connsiteX68" fmla="*/ 2775948 w 3040743"/>
                <a:gd name="connsiteY68" fmla="*/ 663446 h 10780918"/>
                <a:gd name="connsiteX69" fmla="*/ 2781087 w 3040743"/>
                <a:gd name="connsiteY69" fmla="*/ 670318 h 10780918"/>
                <a:gd name="connsiteX70" fmla="*/ 2800285 w 3040743"/>
                <a:gd name="connsiteY70" fmla="*/ 701918 h 10780918"/>
                <a:gd name="connsiteX71" fmla="*/ 2839301 w 3040743"/>
                <a:gd name="connsiteY71" fmla="*/ 763597 h 10780918"/>
                <a:gd name="connsiteX72" fmla="*/ 2848458 w 3040743"/>
                <a:gd name="connsiteY72" fmla="*/ 781214 h 10780918"/>
                <a:gd name="connsiteX73" fmla="*/ 2857242 w 3040743"/>
                <a:gd name="connsiteY73" fmla="*/ 795672 h 10780918"/>
                <a:gd name="connsiteX74" fmla="*/ 2873291 w 3040743"/>
                <a:gd name="connsiteY74" fmla="*/ 828987 h 10780918"/>
                <a:gd name="connsiteX75" fmla="*/ 2898716 w 3040743"/>
                <a:gd name="connsiteY75" fmla="*/ 877901 h 10780918"/>
                <a:gd name="connsiteX76" fmla="*/ 2910429 w 3040743"/>
                <a:gd name="connsiteY76" fmla="*/ 906081 h 10780918"/>
                <a:gd name="connsiteX77" fmla="*/ 2921264 w 3040743"/>
                <a:gd name="connsiteY77" fmla="*/ 928573 h 10780918"/>
                <a:gd name="connsiteX78" fmla="*/ 2932222 w 3040743"/>
                <a:gd name="connsiteY78" fmla="*/ 958512 h 10780918"/>
                <a:gd name="connsiteX79" fmla="*/ 2948476 w 3040743"/>
                <a:gd name="connsiteY79" fmla="*/ 997617 h 10780918"/>
                <a:gd name="connsiteX80" fmla="*/ 2961250 w 3040743"/>
                <a:gd name="connsiteY80" fmla="*/ 1037821 h 10780918"/>
                <a:gd name="connsiteX81" fmla="*/ 2972390 w 3040743"/>
                <a:gd name="connsiteY81" fmla="*/ 1068258 h 10780918"/>
                <a:gd name="connsiteX82" fmla="*/ 2978627 w 3040743"/>
                <a:gd name="connsiteY82" fmla="*/ 1092514 h 10780918"/>
                <a:gd name="connsiteX83" fmla="*/ 2988070 w 3040743"/>
                <a:gd name="connsiteY83" fmla="*/ 1122234 h 10780918"/>
                <a:gd name="connsiteX84" fmla="*/ 3000304 w 3040743"/>
                <a:gd name="connsiteY84" fmla="*/ 1176818 h 10780918"/>
                <a:gd name="connsiteX85" fmla="*/ 3009855 w 3040743"/>
                <a:gd name="connsiteY85" fmla="*/ 1213960 h 10780918"/>
                <a:gd name="connsiteX86" fmla="*/ 3012470 w 3040743"/>
                <a:gd name="connsiteY86" fmla="*/ 1231095 h 10780918"/>
                <a:gd name="connsiteX87" fmla="*/ 3016985 w 3040743"/>
                <a:gd name="connsiteY87" fmla="*/ 1251240 h 10780918"/>
                <a:gd name="connsiteX88" fmla="*/ 3026975 w 3040743"/>
                <a:gd name="connsiteY88" fmla="*/ 1326134 h 10780918"/>
                <a:gd name="connsiteX89" fmla="*/ 3032894 w 3040743"/>
                <a:gd name="connsiteY89" fmla="*/ 1364918 h 10780918"/>
                <a:gd name="connsiteX90" fmla="*/ 3033348 w 3040743"/>
                <a:gd name="connsiteY90" fmla="*/ 1373919 h 10780918"/>
                <a:gd name="connsiteX91" fmla="*/ 3034709 w 3040743"/>
                <a:gd name="connsiteY91" fmla="*/ 1384123 h 10780918"/>
                <a:gd name="connsiteX92" fmla="*/ 3040645 w 3040743"/>
                <a:gd name="connsiteY92" fmla="*/ 1518416 h 10780918"/>
                <a:gd name="connsiteX93" fmla="*/ 3040743 w 3040743"/>
                <a:gd name="connsiteY93" fmla="*/ 1520365 h 10780918"/>
                <a:gd name="connsiteX94" fmla="*/ 3040649 w 3040743"/>
                <a:gd name="connsiteY94" fmla="*/ 1522230 h 10780918"/>
                <a:gd name="connsiteX95" fmla="*/ 3034709 w 3040743"/>
                <a:gd name="connsiteY95" fmla="*/ 1656619 h 10780918"/>
                <a:gd name="connsiteX96" fmla="*/ 3033348 w 3040743"/>
                <a:gd name="connsiteY96" fmla="*/ 1666827 h 10780918"/>
                <a:gd name="connsiteX97" fmla="*/ 3032894 w 3040743"/>
                <a:gd name="connsiteY97" fmla="*/ 1675813 h 10780918"/>
                <a:gd name="connsiteX98" fmla="*/ 3026983 w 3040743"/>
                <a:gd name="connsiteY98" fmla="*/ 1714544 h 10780918"/>
                <a:gd name="connsiteX99" fmla="*/ 3016985 w 3040743"/>
                <a:gd name="connsiteY99" fmla="*/ 1789502 h 10780918"/>
                <a:gd name="connsiteX100" fmla="*/ 3012467 w 3040743"/>
                <a:gd name="connsiteY100" fmla="*/ 1809658 h 10780918"/>
                <a:gd name="connsiteX101" fmla="*/ 3009855 w 3040743"/>
                <a:gd name="connsiteY101" fmla="*/ 1826772 h 10780918"/>
                <a:gd name="connsiteX102" fmla="*/ 3000316 w 3040743"/>
                <a:gd name="connsiteY102" fmla="*/ 1863873 h 10780918"/>
                <a:gd name="connsiteX103" fmla="*/ 2988070 w 3040743"/>
                <a:gd name="connsiteY103" fmla="*/ 1918508 h 10780918"/>
                <a:gd name="connsiteX104" fmla="*/ 2978618 w 3040743"/>
                <a:gd name="connsiteY104" fmla="*/ 1948255 h 10780918"/>
                <a:gd name="connsiteX105" fmla="*/ 2972390 w 3040743"/>
                <a:gd name="connsiteY105" fmla="*/ 1972478 h 10780918"/>
                <a:gd name="connsiteX106" fmla="*/ 2961267 w 3040743"/>
                <a:gd name="connsiteY106" fmla="*/ 2002867 h 10780918"/>
                <a:gd name="connsiteX107" fmla="*/ 2948476 w 3040743"/>
                <a:gd name="connsiteY107" fmla="*/ 2043125 h 10780918"/>
                <a:gd name="connsiteX108" fmla="*/ 2932194 w 3040743"/>
                <a:gd name="connsiteY108" fmla="*/ 2082297 h 10780918"/>
                <a:gd name="connsiteX109" fmla="*/ 2921262 w 3040743"/>
                <a:gd name="connsiteY109" fmla="*/ 2112165 h 10780918"/>
                <a:gd name="connsiteX110" fmla="*/ 2917396 w 3040743"/>
                <a:gd name="connsiteY110" fmla="*/ 2117899 h 10780918"/>
                <a:gd name="connsiteX111" fmla="*/ 2898716 w 3040743"/>
                <a:gd name="connsiteY111" fmla="*/ 2162841 h 10780918"/>
                <a:gd name="connsiteX112" fmla="*/ 1826777 w 3040743"/>
                <a:gd name="connsiteY112" fmla="*/ 3009848 h 10780918"/>
                <a:gd name="connsiteX113" fmla="*/ 1526007 w 3040743"/>
                <a:gd name="connsiteY113" fmla="*/ 3040167 h 10780918"/>
                <a:gd name="connsiteX114" fmla="*/ 1526007 w 3040743"/>
                <a:gd name="connsiteY114" fmla="*/ 3039594 h 10780918"/>
                <a:gd name="connsiteX115" fmla="*/ 1520378 w 3040743"/>
                <a:gd name="connsiteY115" fmla="*/ 3040730 h 10780918"/>
                <a:gd name="connsiteX116" fmla="*/ 1213971 w 3040743"/>
                <a:gd name="connsiteY116" fmla="*/ 3009847 h 10780918"/>
                <a:gd name="connsiteX117" fmla="*/ 1130239 w 3040743"/>
                <a:gd name="connsiteY117" fmla="*/ 2983854 h 10780918"/>
                <a:gd name="connsiteX118" fmla="*/ 1231583 w 3040743"/>
                <a:gd name="connsiteY118" fmla="*/ 2739176 h 10780918"/>
                <a:gd name="connsiteX119" fmla="*/ 1267357 w 3040743"/>
                <a:gd name="connsiteY119" fmla="*/ 2750284 h 10780918"/>
                <a:gd name="connsiteX120" fmla="*/ 1520378 w 3040743"/>
                <a:gd name="connsiteY120" fmla="*/ 2775801 h 10780918"/>
                <a:gd name="connsiteX121" fmla="*/ 1806459 w 3040743"/>
                <a:gd name="connsiteY121" fmla="*/ 2718037 h 10780918"/>
                <a:gd name="connsiteX122" fmla="*/ 1835591 w 3040743"/>
                <a:gd name="connsiteY122" fmla="*/ 2730108 h 10780918"/>
                <a:gd name="connsiteX123" fmla="*/ 1837317 w 3040743"/>
                <a:gd name="connsiteY123" fmla="*/ 2734274 h 10780918"/>
                <a:gd name="connsiteX124" fmla="*/ 1878911 w 3040743"/>
                <a:gd name="connsiteY124" fmla="*/ 2723854 h 10780918"/>
                <a:gd name="connsiteX125" fmla="*/ 2078321 w 3040743"/>
                <a:gd name="connsiteY125" fmla="*/ 2645309 h 10780918"/>
                <a:gd name="connsiteX126" fmla="*/ 2083059 w 3040743"/>
                <a:gd name="connsiteY126" fmla="*/ 2642698 h 10780918"/>
                <a:gd name="connsiteX127" fmla="*/ 2075891 w 3040743"/>
                <a:gd name="connsiteY127" fmla="*/ 2632066 h 10780918"/>
                <a:gd name="connsiteX128" fmla="*/ 2337130 w 3040743"/>
                <a:gd name="connsiteY128" fmla="*/ 2455935 h 10780918"/>
                <a:gd name="connsiteX129" fmla="*/ 2346351 w 3040743"/>
                <a:gd name="connsiteY129" fmla="*/ 2465155 h 10780918"/>
                <a:gd name="connsiteX130" fmla="*/ 2489116 w 3040743"/>
                <a:gd name="connsiteY130" fmla="*/ 2318941 h 10780918"/>
                <a:gd name="connsiteX131" fmla="*/ 2658526 w 3040743"/>
                <a:gd name="connsiteY131" fmla="*/ 2050884 h 10780918"/>
                <a:gd name="connsiteX132" fmla="*/ 2686184 w 3040743"/>
                <a:gd name="connsiteY132" fmla="*/ 1984344 h 10780918"/>
                <a:gd name="connsiteX133" fmla="*/ 2710164 w 3040743"/>
                <a:gd name="connsiteY133" fmla="*/ 1918828 h 10780918"/>
                <a:gd name="connsiteX134" fmla="*/ 2724515 w 3040743"/>
                <a:gd name="connsiteY134" fmla="*/ 1873661 h 10780918"/>
                <a:gd name="connsiteX135" fmla="*/ 2742414 w 3040743"/>
                <a:gd name="connsiteY135" fmla="*/ 1804047 h 10780918"/>
                <a:gd name="connsiteX136" fmla="*/ 2752456 w 3040743"/>
                <a:gd name="connsiteY136" fmla="*/ 1759243 h 10780918"/>
                <a:gd name="connsiteX137" fmla="*/ 2764448 w 3040743"/>
                <a:gd name="connsiteY137" fmla="*/ 1680661 h 10780918"/>
                <a:gd name="connsiteX138" fmla="*/ 2769695 w 3040743"/>
                <a:gd name="connsiteY138" fmla="*/ 1641325 h 10780918"/>
                <a:gd name="connsiteX139" fmla="*/ 2775744 w 3040743"/>
                <a:gd name="connsiteY139" fmla="*/ 1521519 h 10780918"/>
                <a:gd name="connsiteX140" fmla="*/ 2775794 w 3040743"/>
                <a:gd name="connsiteY140" fmla="*/ 1520371 h 10780918"/>
                <a:gd name="connsiteX141" fmla="*/ 2775739 w 3040743"/>
                <a:gd name="connsiteY141" fmla="*/ 1519128 h 10780918"/>
                <a:gd name="connsiteX142" fmla="*/ 2769694 w 3040743"/>
                <a:gd name="connsiteY142" fmla="*/ 1399413 h 10780918"/>
                <a:gd name="connsiteX143" fmla="*/ 2764448 w 3040743"/>
                <a:gd name="connsiteY143" fmla="*/ 1360080 h 10780918"/>
                <a:gd name="connsiteX144" fmla="*/ 2752452 w 3040743"/>
                <a:gd name="connsiteY144" fmla="*/ 1281481 h 10780918"/>
                <a:gd name="connsiteX145" fmla="*/ 2742420 w 3040743"/>
                <a:gd name="connsiteY145" fmla="*/ 1236723 h 10780918"/>
                <a:gd name="connsiteX146" fmla="*/ 2724507 w 3040743"/>
                <a:gd name="connsiteY146" fmla="*/ 1167056 h 10780918"/>
                <a:gd name="connsiteX147" fmla="*/ 2710165 w 3040743"/>
                <a:gd name="connsiteY147" fmla="*/ 1121918 h 10780918"/>
                <a:gd name="connsiteX148" fmla="*/ 2686192 w 3040743"/>
                <a:gd name="connsiteY148" fmla="*/ 1056418 h 10780918"/>
                <a:gd name="connsiteX149" fmla="*/ 2668195 w 3040743"/>
                <a:gd name="connsiteY149" fmla="*/ 1013121 h 10780918"/>
                <a:gd name="connsiteX150" fmla="*/ 2637541 w 3040743"/>
                <a:gd name="connsiteY150" fmla="*/ 949487 h 10780918"/>
                <a:gd name="connsiteX151" fmla="*/ 2617017 w 3040743"/>
                <a:gd name="connsiteY151" fmla="*/ 910003 h 10780918"/>
                <a:gd name="connsiteX152" fmla="*/ 2577288 w 3040743"/>
                <a:gd name="connsiteY152" fmla="*/ 844608 h 10780918"/>
                <a:gd name="connsiteX153" fmla="*/ 2557138 w 3040743"/>
                <a:gd name="connsiteY153" fmla="*/ 812754 h 10780918"/>
                <a:gd name="connsiteX154" fmla="*/ 2489924 w 3040743"/>
                <a:gd name="connsiteY154" fmla="*/ 722871 h 10780918"/>
                <a:gd name="connsiteX155" fmla="*/ 2489116 w 3040743"/>
                <a:gd name="connsiteY155" fmla="*/ 721803 h 10780918"/>
                <a:gd name="connsiteX156" fmla="*/ 2354500 w 3040743"/>
                <a:gd name="connsiteY156" fmla="*/ 583936 h 10780918"/>
                <a:gd name="connsiteX157" fmla="*/ 2333901 w 3040743"/>
                <a:gd name="connsiteY157" fmla="*/ 565214 h 10780918"/>
                <a:gd name="connsiteX158" fmla="*/ 2185347 w 3040743"/>
                <a:gd name="connsiteY158" fmla="*/ 456901 h 10780918"/>
                <a:gd name="connsiteX159" fmla="*/ 2141225 w 3040743"/>
                <a:gd name="connsiteY159" fmla="*/ 430097 h 10780918"/>
                <a:gd name="connsiteX160" fmla="*/ 2100490 w 3040743"/>
                <a:gd name="connsiteY160" fmla="*/ 407651 h 10780918"/>
                <a:gd name="connsiteX161" fmla="*/ 2036848 w 3040743"/>
                <a:gd name="connsiteY161" fmla="*/ 376993 h 10780918"/>
                <a:gd name="connsiteX162" fmla="*/ 1995952 w 3040743"/>
                <a:gd name="connsiteY162" fmla="*/ 358807 h 10780918"/>
                <a:gd name="connsiteX163" fmla="*/ 1923055 w 3040743"/>
                <a:gd name="connsiteY163" fmla="*/ 332127 h 10780918"/>
                <a:gd name="connsiteX164" fmla="*/ 1886761 w 3040743"/>
                <a:gd name="connsiteY164" fmla="*/ 319598 h 10780918"/>
                <a:gd name="connsiteX165" fmla="*/ 1774135 w 3040743"/>
                <a:gd name="connsiteY165" fmla="*/ 290639 h 10780918"/>
                <a:gd name="connsiteX166" fmla="*/ 1773378 w 3040743"/>
                <a:gd name="connsiteY166" fmla="*/ 290450 h 10780918"/>
                <a:gd name="connsiteX167" fmla="*/ 1526007 w 3040743"/>
                <a:gd name="connsiteY167" fmla="*/ 265513 h 10780918"/>
                <a:gd name="connsiteX168" fmla="*/ 1526007 w 3040743"/>
                <a:gd name="connsiteY168" fmla="*/ 265226 h 10780918"/>
                <a:gd name="connsiteX169" fmla="*/ 1520378 w 3040743"/>
                <a:gd name="connsiteY169" fmla="*/ 264942 h 10780918"/>
                <a:gd name="connsiteX170" fmla="*/ 264942 w 3040743"/>
                <a:gd name="connsiteY170" fmla="*/ 1520365 h 10780918"/>
                <a:gd name="connsiteX171" fmla="*/ 321380 w 3040743"/>
                <a:gd name="connsiteY171" fmla="*/ 1893692 h 10780918"/>
                <a:gd name="connsiteX172" fmla="*/ 380445 w 3040743"/>
                <a:gd name="connsiteY172" fmla="*/ 2016550 h 10780918"/>
                <a:gd name="connsiteX173" fmla="*/ 183987 w 3040743"/>
                <a:gd name="connsiteY173" fmla="*/ 2213008 h 10780918"/>
                <a:gd name="connsiteX174" fmla="*/ 68359 w 3040743"/>
                <a:gd name="connsiteY174" fmla="*/ 1972483 h 10780918"/>
                <a:gd name="connsiteX175" fmla="*/ 0 w 3040743"/>
                <a:gd name="connsiteY175" fmla="*/ 1520365 h 10780918"/>
                <a:gd name="connsiteX176" fmla="*/ 1520378 w 3040743"/>
                <a:gd name="connsiteY176" fmla="*/ 0 h 1078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3040743" h="10780918">
                  <a:moveTo>
                    <a:pt x="1120007" y="9950000"/>
                  </a:moveTo>
                  <a:lnTo>
                    <a:pt x="1950925" y="9950000"/>
                  </a:lnTo>
                  <a:lnTo>
                    <a:pt x="1950925" y="10780918"/>
                  </a:lnTo>
                  <a:lnTo>
                    <a:pt x="1120007" y="10780918"/>
                  </a:lnTo>
                  <a:close/>
                  <a:moveTo>
                    <a:pt x="1331664" y="4600672"/>
                  </a:moveTo>
                  <a:lnTo>
                    <a:pt x="1850871" y="4600672"/>
                  </a:lnTo>
                  <a:lnTo>
                    <a:pt x="1850871" y="5066503"/>
                  </a:lnTo>
                  <a:cubicBezTo>
                    <a:pt x="2051434" y="5092382"/>
                    <a:pt x="2236634" y="5147376"/>
                    <a:pt x="2406467" y="5231484"/>
                  </a:cubicBezTo>
                  <a:cubicBezTo>
                    <a:pt x="2576300" y="5315591"/>
                    <a:pt x="2734004" y="5428813"/>
                    <a:pt x="2879576" y="5571151"/>
                  </a:cubicBezTo>
                  <a:lnTo>
                    <a:pt x="2544760" y="5998162"/>
                  </a:lnTo>
                  <a:cubicBezTo>
                    <a:pt x="2408895" y="5862295"/>
                    <a:pt x="2256045" y="5757968"/>
                    <a:pt x="2086212" y="5685182"/>
                  </a:cubicBezTo>
                  <a:cubicBezTo>
                    <a:pt x="1916378" y="5612396"/>
                    <a:pt x="1739266" y="5576004"/>
                    <a:pt x="1554875" y="5576004"/>
                  </a:cubicBezTo>
                  <a:cubicBezTo>
                    <a:pt x="1334898" y="5576004"/>
                    <a:pt x="1159405" y="5617249"/>
                    <a:pt x="1028389" y="5699740"/>
                  </a:cubicBezTo>
                  <a:cubicBezTo>
                    <a:pt x="897375" y="5782230"/>
                    <a:pt x="831868" y="5888173"/>
                    <a:pt x="831868" y="6017571"/>
                  </a:cubicBezTo>
                  <a:cubicBezTo>
                    <a:pt x="831868" y="6156672"/>
                    <a:pt x="894141" y="6258573"/>
                    <a:pt x="1018685" y="6323272"/>
                  </a:cubicBezTo>
                  <a:cubicBezTo>
                    <a:pt x="1143231" y="6387971"/>
                    <a:pt x="1351073" y="6428407"/>
                    <a:pt x="1642218" y="6444582"/>
                  </a:cubicBezTo>
                  <a:cubicBezTo>
                    <a:pt x="2108045" y="6473697"/>
                    <a:pt x="2443670" y="6562658"/>
                    <a:pt x="2649086" y="6711463"/>
                  </a:cubicBezTo>
                  <a:cubicBezTo>
                    <a:pt x="2854505" y="6860269"/>
                    <a:pt x="2957212" y="7091568"/>
                    <a:pt x="2957212" y="7405356"/>
                  </a:cubicBezTo>
                  <a:cubicBezTo>
                    <a:pt x="2957212" y="7670621"/>
                    <a:pt x="2856931" y="7897066"/>
                    <a:pt x="2656365" y="8084691"/>
                  </a:cubicBezTo>
                  <a:cubicBezTo>
                    <a:pt x="2455799" y="8272317"/>
                    <a:pt x="2187301" y="8387156"/>
                    <a:pt x="1850871" y="8429210"/>
                  </a:cubicBezTo>
                  <a:lnTo>
                    <a:pt x="1850871" y="8982384"/>
                  </a:lnTo>
                  <a:lnTo>
                    <a:pt x="1331664" y="8982384"/>
                  </a:lnTo>
                  <a:lnTo>
                    <a:pt x="1331664" y="8429210"/>
                  </a:lnTo>
                  <a:cubicBezTo>
                    <a:pt x="1095516" y="8406567"/>
                    <a:pt x="875541" y="8347528"/>
                    <a:pt x="671739" y="8252097"/>
                  </a:cubicBezTo>
                  <a:cubicBezTo>
                    <a:pt x="467940" y="8156669"/>
                    <a:pt x="281932" y="8026463"/>
                    <a:pt x="113715" y="7861480"/>
                  </a:cubicBezTo>
                  <a:lnTo>
                    <a:pt x="438827" y="7429618"/>
                  </a:lnTo>
                  <a:cubicBezTo>
                    <a:pt x="619982" y="7591365"/>
                    <a:pt x="807606" y="7713483"/>
                    <a:pt x="1001702" y="7795973"/>
                  </a:cubicBezTo>
                  <a:cubicBezTo>
                    <a:pt x="1195797" y="7878463"/>
                    <a:pt x="1396363" y="7919708"/>
                    <a:pt x="1603399" y="7919708"/>
                  </a:cubicBezTo>
                  <a:cubicBezTo>
                    <a:pt x="1829843" y="7919708"/>
                    <a:pt x="2013426" y="7875229"/>
                    <a:pt x="2154144" y="7786269"/>
                  </a:cubicBezTo>
                  <a:cubicBezTo>
                    <a:pt x="2294862" y="7697308"/>
                    <a:pt x="2365222" y="7584894"/>
                    <a:pt x="2365222" y="7449027"/>
                  </a:cubicBezTo>
                  <a:cubicBezTo>
                    <a:pt x="2365222" y="7300221"/>
                    <a:pt x="2303760" y="7192660"/>
                    <a:pt x="2180831" y="7126342"/>
                  </a:cubicBezTo>
                  <a:cubicBezTo>
                    <a:pt x="2057905" y="7060027"/>
                    <a:pt x="1850871" y="7017165"/>
                    <a:pt x="1559728" y="6997753"/>
                  </a:cubicBezTo>
                  <a:cubicBezTo>
                    <a:pt x="1090662" y="6965404"/>
                    <a:pt x="753421" y="6876444"/>
                    <a:pt x="548004" y="6730872"/>
                  </a:cubicBezTo>
                  <a:cubicBezTo>
                    <a:pt x="342588" y="6585300"/>
                    <a:pt x="239878" y="6362092"/>
                    <a:pt x="239878" y="6061244"/>
                  </a:cubicBezTo>
                  <a:cubicBezTo>
                    <a:pt x="239878" y="5799213"/>
                    <a:pt x="339351" y="5576813"/>
                    <a:pt x="538300" y="5394038"/>
                  </a:cubicBezTo>
                  <a:cubicBezTo>
                    <a:pt x="737246" y="5211264"/>
                    <a:pt x="1001702" y="5100469"/>
                    <a:pt x="1331664" y="5061650"/>
                  </a:cubicBezTo>
                  <a:close/>
                  <a:moveTo>
                    <a:pt x="1520378" y="0"/>
                  </a:moveTo>
                  <a:cubicBezTo>
                    <a:pt x="1625337" y="0"/>
                    <a:pt x="1727811" y="10636"/>
                    <a:pt x="1826783" y="30889"/>
                  </a:cubicBezTo>
                  <a:lnTo>
                    <a:pt x="1827814" y="31154"/>
                  </a:lnTo>
                  <a:lnTo>
                    <a:pt x="1954581" y="62912"/>
                  </a:lnTo>
                  <a:lnTo>
                    <a:pt x="1964087" y="66194"/>
                  </a:lnTo>
                  <a:lnTo>
                    <a:pt x="1972486" y="68353"/>
                  </a:lnTo>
                  <a:lnTo>
                    <a:pt x="2007999" y="81352"/>
                  </a:lnTo>
                  <a:lnTo>
                    <a:pt x="2077850" y="105463"/>
                  </a:lnTo>
                  <a:lnTo>
                    <a:pt x="2096338" y="113684"/>
                  </a:lnTo>
                  <a:lnTo>
                    <a:pt x="2112170" y="119479"/>
                  </a:lnTo>
                  <a:lnTo>
                    <a:pt x="2145790" y="135675"/>
                  </a:lnTo>
                  <a:lnTo>
                    <a:pt x="2196071" y="158034"/>
                  </a:lnTo>
                  <a:lnTo>
                    <a:pt x="2222955" y="172847"/>
                  </a:lnTo>
                  <a:lnTo>
                    <a:pt x="2245071" y="183501"/>
                  </a:lnTo>
                  <a:lnTo>
                    <a:pt x="2272195" y="199980"/>
                  </a:lnTo>
                  <a:lnTo>
                    <a:pt x="2308734" y="220113"/>
                  </a:lnTo>
                  <a:lnTo>
                    <a:pt x="2343553" y="243331"/>
                  </a:lnTo>
                  <a:lnTo>
                    <a:pt x="2370426" y="259656"/>
                  </a:lnTo>
                  <a:lnTo>
                    <a:pt x="2390099" y="274368"/>
                  </a:lnTo>
                  <a:lnTo>
                    <a:pt x="2415326" y="291189"/>
                  </a:lnTo>
                  <a:lnTo>
                    <a:pt x="2458114" y="325229"/>
                  </a:lnTo>
                  <a:lnTo>
                    <a:pt x="2487469" y="347180"/>
                  </a:lnTo>
                  <a:lnTo>
                    <a:pt x="2499836" y="358420"/>
                  </a:lnTo>
                  <a:lnTo>
                    <a:pt x="2515334" y="370750"/>
                  </a:lnTo>
                  <a:lnTo>
                    <a:pt x="2568201" y="420555"/>
                  </a:lnTo>
                  <a:lnTo>
                    <a:pt x="2595436" y="445307"/>
                  </a:lnTo>
                  <a:lnTo>
                    <a:pt x="2601156" y="451601"/>
                  </a:lnTo>
                  <a:lnTo>
                    <a:pt x="2608248" y="458283"/>
                  </a:lnTo>
                  <a:lnTo>
                    <a:pt x="2692778" y="552410"/>
                  </a:lnTo>
                  <a:lnTo>
                    <a:pt x="2693563" y="553275"/>
                  </a:lnTo>
                  <a:lnTo>
                    <a:pt x="2694293" y="554251"/>
                  </a:lnTo>
                  <a:lnTo>
                    <a:pt x="2770744" y="655218"/>
                  </a:lnTo>
                  <a:lnTo>
                    <a:pt x="2775948" y="663446"/>
                  </a:lnTo>
                  <a:lnTo>
                    <a:pt x="2781087" y="670318"/>
                  </a:lnTo>
                  <a:lnTo>
                    <a:pt x="2800285" y="701918"/>
                  </a:lnTo>
                  <a:lnTo>
                    <a:pt x="2839301" y="763597"/>
                  </a:lnTo>
                  <a:lnTo>
                    <a:pt x="2848458" y="781214"/>
                  </a:lnTo>
                  <a:lnTo>
                    <a:pt x="2857242" y="795672"/>
                  </a:lnTo>
                  <a:lnTo>
                    <a:pt x="2873291" y="828987"/>
                  </a:lnTo>
                  <a:lnTo>
                    <a:pt x="2898716" y="877901"/>
                  </a:lnTo>
                  <a:lnTo>
                    <a:pt x="2910429" y="906081"/>
                  </a:lnTo>
                  <a:lnTo>
                    <a:pt x="2921264" y="928573"/>
                  </a:lnTo>
                  <a:lnTo>
                    <a:pt x="2932222" y="958512"/>
                  </a:lnTo>
                  <a:lnTo>
                    <a:pt x="2948476" y="997617"/>
                  </a:lnTo>
                  <a:lnTo>
                    <a:pt x="2961250" y="1037821"/>
                  </a:lnTo>
                  <a:lnTo>
                    <a:pt x="2972390" y="1068258"/>
                  </a:lnTo>
                  <a:lnTo>
                    <a:pt x="2978627" y="1092514"/>
                  </a:lnTo>
                  <a:lnTo>
                    <a:pt x="2988070" y="1122234"/>
                  </a:lnTo>
                  <a:lnTo>
                    <a:pt x="3000304" y="1176818"/>
                  </a:lnTo>
                  <a:lnTo>
                    <a:pt x="3009855" y="1213960"/>
                  </a:lnTo>
                  <a:lnTo>
                    <a:pt x="3012470" y="1231095"/>
                  </a:lnTo>
                  <a:lnTo>
                    <a:pt x="3016985" y="1251240"/>
                  </a:lnTo>
                  <a:lnTo>
                    <a:pt x="3026975" y="1326134"/>
                  </a:lnTo>
                  <a:lnTo>
                    <a:pt x="3032894" y="1364918"/>
                  </a:lnTo>
                  <a:lnTo>
                    <a:pt x="3033348" y="1373919"/>
                  </a:lnTo>
                  <a:lnTo>
                    <a:pt x="3034709" y="1384123"/>
                  </a:lnTo>
                  <a:lnTo>
                    <a:pt x="3040645" y="1518416"/>
                  </a:lnTo>
                  <a:lnTo>
                    <a:pt x="3040743" y="1520365"/>
                  </a:lnTo>
                  <a:lnTo>
                    <a:pt x="3040649" y="1522230"/>
                  </a:lnTo>
                  <a:lnTo>
                    <a:pt x="3034709" y="1656619"/>
                  </a:lnTo>
                  <a:lnTo>
                    <a:pt x="3033348" y="1666827"/>
                  </a:lnTo>
                  <a:lnTo>
                    <a:pt x="3032894" y="1675813"/>
                  </a:lnTo>
                  <a:lnTo>
                    <a:pt x="3026983" y="1714544"/>
                  </a:lnTo>
                  <a:lnTo>
                    <a:pt x="3016985" y="1789502"/>
                  </a:lnTo>
                  <a:lnTo>
                    <a:pt x="3012467" y="1809658"/>
                  </a:lnTo>
                  <a:lnTo>
                    <a:pt x="3009855" y="1826772"/>
                  </a:lnTo>
                  <a:lnTo>
                    <a:pt x="3000316" y="1863873"/>
                  </a:lnTo>
                  <a:lnTo>
                    <a:pt x="2988070" y="1918508"/>
                  </a:lnTo>
                  <a:lnTo>
                    <a:pt x="2978618" y="1948255"/>
                  </a:lnTo>
                  <a:lnTo>
                    <a:pt x="2972390" y="1972478"/>
                  </a:lnTo>
                  <a:lnTo>
                    <a:pt x="2961267" y="2002867"/>
                  </a:lnTo>
                  <a:lnTo>
                    <a:pt x="2948476" y="2043125"/>
                  </a:lnTo>
                  <a:lnTo>
                    <a:pt x="2932194" y="2082297"/>
                  </a:lnTo>
                  <a:lnTo>
                    <a:pt x="2921262" y="2112165"/>
                  </a:lnTo>
                  <a:lnTo>
                    <a:pt x="2917396" y="2117899"/>
                  </a:lnTo>
                  <a:lnTo>
                    <a:pt x="2898716" y="2162841"/>
                  </a:lnTo>
                  <a:cubicBezTo>
                    <a:pt x="2698249" y="2592191"/>
                    <a:pt x="2303079" y="2912383"/>
                    <a:pt x="1826777" y="3009848"/>
                  </a:cubicBezTo>
                  <a:lnTo>
                    <a:pt x="1526007" y="3040167"/>
                  </a:lnTo>
                  <a:lnTo>
                    <a:pt x="1526007" y="3039594"/>
                  </a:lnTo>
                  <a:lnTo>
                    <a:pt x="1520378" y="3040730"/>
                  </a:lnTo>
                  <a:cubicBezTo>
                    <a:pt x="1415419" y="3040730"/>
                    <a:pt x="1312938" y="3030098"/>
                    <a:pt x="1213971" y="3009847"/>
                  </a:cubicBezTo>
                  <a:lnTo>
                    <a:pt x="1130239" y="2983854"/>
                  </a:lnTo>
                  <a:lnTo>
                    <a:pt x="1231583" y="2739176"/>
                  </a:lnTo>
                  <a:lnTo>
                    <a:pt x="1267357" y="2750284"/>
                  </a:lnTo>
                  <a:cubicBezTo>
                    <a:pt x="1349087" y="2767008"/>
                    <a:pt x="1433707" y="2775801"/>
                    <a:pt x="1520378" y="2775801"/>
                  </a:cubicBezTo>
                  <a:lnTo>
                    <a:pt x="1806459" y="2718037"/>
                  </a:lnTo>
                  <a:lnTo>
                    <a:pt x="1835591" y="2730108"/>
                  </a:lnTo>
                  <a:lnTo>
                    <a:pt x="1837317" y="2734274"/>
                  </a:lnTo>
                  <a:lnTo>
                    <a:pt x="1878911" y="2723854"/>
                  </a:lnTo>
                  <a:cubicBezTo>
                    <a:pt x="1948066" y="2703283"/>
                    <a:pt x="2014724" y="2676913"/>
                    <a:pt x="2078321" y="2645309"/>
                  </a:cubicBezTo>
                  <a:lnTo>
                    <a:pt x="2083059" y="2642698"/>
                  </a:lnTo>
                  <a:lnTo>
                    <a:pt x="2075891" y="2632066"/>
                  </a:lnTo>
                  <a:lnTo>
                    <a:pt x="2337130" y="2455935"/>
                  </a:lnTo>
                  <a:lnTo>
                    <a:pt x="2346351" y="2465155"/>
                  </a:lnTo>
                  <a:lnTo>
                    <a:pt x="2489116" y="2318941"/>
                  </a:lnTo>
                  <a:cubicBezTo>
                    <a:pt x="2556276" y="2237561"/>
                    <a:pt x="2613381" y="2147575"/>
                    <a:pt x="2658526" y="2050884"/>
                  </a:cubicBezTo>
                  <a:lnTo>
                    <a:pt x="2686184" y="1984344"/>
                  </a:lnTo>
                  <a:lnTo>
                    <a:pt x="2710164" y="1918828"/>
                  </a:lnTo>
                  <a:lnTo>
                    <a:pt x="2724515" y="1873661"/>
                  </a:lnTo>
                  <a:lnTo>
                    <a:pt x="2742414" y="1804047"/>
                  </a:lnTo>
                  <a:lnTo>
                    <a:pt x="2752456" y="1759243"/>
                  </a:lnTo>
                  <a:lnTo>
                    <a:pt x="2764448" y="1680661"/>
                  </a:lnTo>
                  <a:lnTo>
                    <a:pt x="2769695" y="1641325"/>
                  </a:lnTo>
                  <a:lnTo>
                    <a:pt x="2775744" y="1521519"/>
                  </a:lnTo>
                  <a:lnTo>
                    <a:pt x="2775794" y="1520371"/>
                  </a:lnTo>
                  <a:lnTo>
                    <a:pt x="2775739" y="1519128"/>
                  </a:lnTo>
                  <a:lnTo>
                    <a:pt x="2769694" y="1399413"/>
                  </a:lnTo>
                  <a:lnTo>
                    <a:pt x="2764448" y="1360080"/>
                  </a:lnTo>
                  <a:lnTo>
                    <a:pt x="2752452" y="1281481"/>
                  </a:lnTo>
                  <a:lnTo>
                    <a:pt x="2742420" y="1236723"/>
                  </a:lnTo>
                  <a:lnTo>
                    <a:pt x="2724507" y="1167056"/>
                  </a:lnTo>
                  <a:lnTo>
                    <a:pt x="2710165" y="1121918"/>
                  </a:lnTo>
                  <a:lnTo>
                    <a:pt x="2686192" y="1056418"/>
                  </a:lnTo>
                  <a:lnTo>
                    <a:pt x="2668195" y="1013121"/>
                  </a:lnTo>
                  <a:lnTo>
                    <a:pt x="2637541" y="949487"/>
                  </a:lnTo>
                  <a:lnTo>
                    <a:pt x="2617017" y="910003"/>
                  </a:lnTo>
                  <a:lnTo>
                    <a:pt x="2577288" y="844608"/>
                  </a:lnTo>
                  <a:lnTo>
                    <a:pt x="2557138" y="812754"/>
                  </a:lnTo>
                  <a:lnTo>
                    <a:pt x="2489924" y="722871"/>
                  </a:lnTo>
                  <a:lnTo>
                    <a:pt x="2489116" y="721803"/>
                  </a:lnTo>
                  <a:lnTo>
                    <a:pt x="2354500" y="583936"/>
                  </a:lnTo>
                  <a:lnTo>
                    <a:pt x="2333901" y="565214"/>
                  </a:lnTo>
                  <a:lnTo>
                    <a:pt x="2185347" y="456901"/>
                  </a:lnTo>
                  <a:lnTo>
                    <a:pt x="2141225" y="430097"/>
                  </a:lnTo>
                  <a:lnTo>
                    <a:pt x="2100490" y="407651"/>
                  </a:lnTo>
                  <a:lnTo>
                    <a:pt x="2036848" y="376993"/>
                  </a:lnTo>
                  <a:lnTo>
                    <a:pt x="1995952" y="358807"/>
                  </a:lnTo>
                  <a:lnTo>
                    <a:pt x="1923055" y="332127"/>
                  </a:lnTo>
                  <a:lnTo>
                    <a:pt x="1886761" y="319598"/>
                  </a:lnTo>
                  <a:lnTo>
                    <a:pt x="1774135" y="290639"/>
                  </a:lnTo>
                  <a:lnTo>
                    <a:pt x="1773378" y="290450"/>
                  </a:lnTo>
                  <a:lnTo>
                    <a:pt x="1526007" y="265513"/>
                  </a:lnTo>
                  <a:lnTo>
                    <a:pt x="1526007" y="265226"/>
                  </a:lnTo>
                  <a:lnTo>
                    <a:pt x="1520378" y="264942"/>
                  </a:lnTo>
                  <a:cubicBezTo>
                    <a:pt x="827022" y="264942"/>
                    <a:pt x="264942" y="827009"/>
                    <a:pt x="264942" y="1520365"/>
                  </a:cubicBezTo>
                  <a:cubicBezTo>
                    <a:pt x="264942" y="1650378"/>
                    <a:pt x="284705" y="1775763"/>
                    <a:pt x="321380" y="1893692"/>
                  </a:cubicBezTo>
                  <a:lnTo>
                    <a:pt x="380445" y="2016550"/>
                  </a:lnTo>
                  <a:lnTo>
                    <a:pt x="183987" y="2213008"/>
                  </a:lnTo>
                  <a:lnTo>
                    <a:pt x="68359" y="1972483"/>
                  </a:lnTo>
                  <a:cubicBezTo>
                    <a:pt x="23929" y="1829661"/>
                    <a:pt x="0" y="1677809"/>
                    <a:pt x="0" y="1520365"/>
                  </a:cubicBezTo>
                  <a:cubicBezTo>
                    <a:pt x="0" y="680698"/>
                    <a:pt x="680698" y="0"/>
                    <a:pt x="1520378" y="0"/>
                  </a:cubicBezTo>
                  <a:close/>
                </a:path>
              </a:pathLst>
            </a:cu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solidFill>
                  <a:schemeClr val="tx1"/>
                </a:solidFill>
              </a:endParaRPr>
            </a:p>
          </p:txBody>
        </p:sp>
      </p:grpSp>
      <p:grpSp>
        <p:nvGrpSpPr>
          <p:cNvPr id="189" name="Group 188">
            <a:extLst>
              <a:ext uri="{FF2B5EF4-FFF2-40B4-BE49-F238E27FC236}">
                <a16:creationId xmlns:a16="http://schemas.microsoft.com/office/drawing/2014/main" id="{C65F29EF-BD52-A42B-9402-F64391E45F12}"/>
              </a:ext>
              <a:ext uri="{C183D7F6-B498-43B3-948B-1728B52AA6E4}">
                <adec:decorative xmlns:adec="http://schemas.microsoft.com/office/drawing/2017/decorative" val="1"/>
              </a:ext>
            </a:extLst>
          </p:cNvPr>
          <p:cNvGrpSpPr>
            <a:grpSpLocks noChangeAspect="1"/>
          </p:cNvGrpSpPr>
          <p:nvPr/>
        </p:nvGrpSpPr>
        <p:grpSpPr>
          <a:xfrm>
            <a:off x="11142602" y="2930159"/>
            <a:ext cx="409636" cy="457200"/>
            <a:chOff x="11142602" y="2930159"/>
            <a:chExt cx="409636" cy="457200"/>
          </a:xfrm>
          <a:solidFill>
            <a:srgbClr val="FF0000"/>
          </a:solidFill>
        </p:grpSpPr>
        <p:sp>
          <p:nvSpPr>
            <p:cNvPr id="1703" name="Freeform: Shape 1702">
              <a:extLst>
                <a:ext uri="{FF2B5EF4-FFF2-40B4-BE49-F238E27FC236}">
                  <a16:creationId xmlns:a16="http://schemas.microsoft.com/office/drawing/2014/main" id="{930F47CD-4013-5BB8-A88B-1F4149E6AD3E}"/>
                </a:ext>
                <a:ext uri="{C183D7F6-B498-43B3-948B-1728B52AA6E4}">
                  <adec:decorative xmlns:adec="http://schemas.microsoft.com/office/drawing/2017/decorative" val="1"/>
                </a:ext>
              </a:extLst>
            </p:cNvPr>
            <p:cNvSpPr/>
            <p:nvPr/>
          </p:nvSpPr>
          <p:spPr>
            <a:xfrm>
              <a:off x="11142602" y="2930159"/>
              <a:ext cx="368742" cy="457200"/>
            </a:xfrm>
            <a:custGeom>
              <a:avLst/>
              <a:gdLst>
                <a:gd name="connsiteX0" fmla="*/ 248921 w 5434407"/>
                <a:gd name="connsiteY0" fmla="*/ 6240236 h 6738078"/>
                <a:gd name="connsiteX1" fmla="*/ 3204276 w 5434407"/>
                <a:gd name="connsiteY1" fmla="*/ 6240236 h 6738078"/>
                <a:gd name="connsiteX2" fmla="*/ 3453197 w 5434407"/>
                <a:gd name="connsiteY2" fmla="*/ 6489157 h 6738078"/>
                <a:gd name="connsiteX3" fmla="*/ 3204276 w 5434407"/>
                <a:gd name="connsiteY3" fmla="*/ 6738078 h 6738078"/>
                <a:gd name="connsiteX4" fmla="*/ 248921 w 5434407"/>
                <a:gd name="connsiteY4" fmla="*/ 6738078 h 6738078"/>
                <a:gd name="connsiteX5" fmla="*/ 0 w 5434407"/>
                <a:gd name="connsiteY5" fmla="*/ 6489157 h 6738078"/>
                <a:gd name="connsiteX6" fmla="*/ 248921 w 5434407"/>
                <a:gd name="connsiteY6" fmla="*/ 6240236 h 6738078"/>
                <a:gd name="connsiteX7" fmla="*/ 3419936 w 5434407"/>
                <a:gd name="connsiteY7" fmla="*/ 2797013 h 6738078"/>
                <a:gd name="connsiteX8" fmla="*/ 5434407 w 5434407"/>
                <a:gd name="connsiteY8" fmla="*/ 4811484 h 6738078"/>
                <a:gd name="connsiteX9" fmla="*/ 5191037 w 5434407"/>
                <a:gd name="connsiteY9" fmla="*/ 5054854 h 6738078"/>
                <a:gd name="connsiteX10" fmla="*/ 3176565 w 5434407"/>
                <a:gd name="connsiteY10" fmla="*/ 3040383 h 6738078"/>
                <a:gd name="connsiteX11" fmla="*/ 744686 w 5434407"/>
                <a:gd name="connsiteY11" fmla="*/ 2627533 h 6738078"/>
                <a:gd name="connsiteX12" fmla="*/ 864531 w 5434407"/>
                <a:gd name="connsiteY12" fmla="*/ 2677175 h 6738078"/>
                <a:gd name="connsiteX13" fmla="*/ 2085384 w 5434407"/>
                <a:gd name="connsiteY13" fmla="*/ 3898027 h 6738078"/>
                <a:gd name="connsiteX14" fmla="*/ 2085384 w 5434407"/>
                <a:gd name="connsiteY14" fmla="*/ 4137717 h 6738078"/>
                <a:gd name="connsiteX15" fmla="*/ 1840093 w 5434407"/>
                <a:gd name="connsiteY15" fmla="*/ 4383007 h 6738078"/>
                <a:gd name="connsiteX16" fmla="*/ 379551 w 5434407"/>
                <a:gd name="connsiteY16" fmla="*/ 2922465 h 6738078"/>
                <a:gd name="connsiteX17" fmla="*/ 624841 w 5434407"/>
                <a:gd name="connsiteY17" fmla="*/ 2677175 h 6738078"/>
                <a:gd name="connsiteX18" fmla="*/ 744686 w 5434407"/>
                <a:gd name="connsiteY18" fmla="*/ 2627533 h 6738078"/>
                <a:gd name="connsiteX19" fmla="*/ 2939049 w 5434407"/>
                <a:gd name="connsiteY19" fmla="*/ 1099013 h 6738078"/>
                <a:gd name="connsiteX20" fmla="*/ 1478562 w 5434407"/>
                <a:gd name="connsiteY20" fmla="*/ 2559500 h 6738078"/>
                <a:gd name="connsiteX21" fmla="*/ 2209324 w 5434407"/>
                <a:gd name="connsiteY21" fmla="*/ 3290262 h 6738078"/>
                <a:gd name="connsiteX22" fmla="*/ 3669812 w 5434407"/>
                <a:gd name="connsiteY22" fmla="*/ 1829775 h 6738078"/>
                <a:gd name="connsiteX23" fmla="*/ 2939540 w 5434407"/>
                <a:gd name="connsiteY23" fmla="*/ 612656 h 6738078"/>
                <a:gd name="connsiteX24" fmla="*/ 4156168 w 5434407"/>
                <a:gd name="connsiteY24" fmla="*/ 1829285 h 6738078"/>
                <a:gd name="connsiteX25" fmla="*/ 2208834 w 5434407"/>
                <a:gd name="connsiteY25" fmla="*/ 3776619 h 6738078"/>
                <a:gd name="connsiteX26" fmla="*/ 992205 w 5434407"/>
                <a:gd name="connsiteY26" fmla="*/ 2559990 h 6738078"/>
                <a:gd name="connsiteX27" fmla="*/ 3302009 w 5434407"/>
                <a:gd name="connsiteY27" fmla="*/ 0 h 6738078"/>
                <a:gd name="connsiteX28" fmla="*/ 4762554 w 5434407"/>
                <a:gd name="connsiteY28" fmla="*/ 1460544 h 6738078"/>
                <a:gd name="connsiteX29" fmla="*/ 4517264 w 5434407"/>
                <a:gd name="connsiteY29" fmla="*/ 1705834 h 6738078"/>
                <a:gd name="connsiteX30" fmla="*/ 4277575 w 5434407"/>
                <a:gd name="connsiteY30" fmla="*/ 1705834 h 6738078"/>
                <a:gd name="connsiteX31" fmla="*/ 3056719 w 5434407"/>
                <a:gd name="connsiteY31" fmla="*/ 484979 h 6738078"/>
                <a:gd name="connsiteX32" fmla="*/ 3056719 w 5434407"/>
                <a:gd name="connsiteY32" fmla="*/ 245289 h 673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34407" h="6738078">
                  <a:moveTo>
                    <a:pt x="248921" y="6240236"/>
                  </a:moveTo>
                  <a:lnTo>
                    <a:pt x="3204276" y="6240236"/>
                  </a:lnTo>
                  <a:cubicBezTo>
                    <a:pt x="3341751" y="6240236"/>
                    <a:pt x="3453197" y="6351682"/>
                    <a:pt x="3453197" y="6489157"/>
                  </a:cubicBezTo>
                  <a:cubicBezTo>
                    <a:pt x="3453197" y="6626632"/>
                    <a:pt x="3341751" y="6738078"/>
                    <a:pt x="3204276" y="6738078"/>
                  </a:cubicBezTo>
                  <a:lnTo>
                    <a:pt x="248921" y="6738078"/>
                  </a:lnTo>
                  <a:cubicBezTo>
                    <a:pt x="111446" y="6738078"/>
                    <a:pt x="0" y="6626632"/>
                    <a:pt x="0" y="6489157"/>
                  </a:cubicBezTo>
                  <a:cubicBezTo>
                    <a:pt x="0" y="6351682"/>
                    <a:pt x="111446" y="6240236"/>
                    <a:pt x="248921" y="6240236"/>
                  </a:cubicBezTo>
                  <a:close/>
                  <a:moveTo>
                    <a:pt x="3419936" y="2797013"/>
                  </a:moveTo>
                  <a:lnTo>
                    <a:pt x="5434407" y="4811484"/>
                  </a:lnTo>
                  <a:lnTo>
                    <a:pt x="5191037" y="5054854"/>
                  </a:lnTo>
                  <a:lnTo>
                    <a:pt x="3176565" y="3040383"/>
                  </a:lnTo>
                  <a:close/>
                  <a:moveTo>
                    <a:pt x="744686" y="2627533"/>
                  </a:moveTo>
                  <a:cubicBezTo>
                    <a:pt x="788061" y="2627533"/>
                    <a:pt x="831436" y="2644080"/>
                    <a:pt x="864531" y="2677175"/>
                  </a:cubicBezTo>
                  <a:lnTo>
                    <a:pt x="2085384" y="3898027"/>
                  </a:lnTo>
                  <a:cubicBezTo>
                    <a:pt x="2151573" y="3964216"/>
                    <a:pt x="2151573" y="4071528"/>
                    <a:pt x="2085384" y="4137717"/>
                  </a:cubicBezTo>
                  <a:lnTo>
                    <a:pt x="1840093" y="4383007"/>
                  </a:lnTo>
                  <a:lnTo>
                    <a:pt x="379551" y="2922465"/>
                  </a:lnTo>
                  <a:lnTo>
                    <a:pt x="624841" y="2677175"/>
                  </a:lnTo>
                  <a:cubicBezTo>
                    <a:pt x="657936" y="2644080"/>
                    <a:pt x="701311" y="2627533"/>
                    <a:pt x="744686" y="2627533"/>
                  </a:cubicBezTo>
                  <a:close/>
                  <a:moveTo>
                    <a:pt x="2939049" y="1099013"/>
                  </a:moveTo>
                  <a:lnTo>
                    <a:pt x="1478562" y="2559500"/>
                  </a:lnTo>
                  <a:lnTo>
                    <a:pt x="2209324" y="3290262"/>
                  </a:lnTo>
                  <a:lnTo>
                    <a:pt x="3669812" y="1829775"/>
                  </a:lnTo>
                  <a:close/>
                  <a:moveTo>
                    <a:pt x="2939540" y="612656"/>
                  </a:moveTo>
                  <a:lnTo>
                    <a:pt x="4156168" y="1829285"/>
                  </a:lnTo>
                  <a:lnTo>
                    <a:pt x="2208834" y="3776619"/>
                  </a:lnTo>
                  <a:lnTo>
                    <a:pt x="992205" y="2559990"/>
                  </a:lnTo>
                  <a:close/>
                  <a:moveTo>
                    <a:pt x="3302009" y="0"/>
                  </a:moveTo>
                  <a:lnTo>
                    <a:pt x="4762554" y="1460544"/>
                  </a:lnTo>
                  <a:lnTo>
                    <a:pt x="4517264" y="1705834"/>
                  </a:lnTo>
                  <a:cubicBezTo>
                    <a:pt x="4451075" y="1772023"/>
                    <a:pt x="4343763" y="1772023"/>
                    <a:pt x="4277575" y="1705834"/>
                  </a:cubicBezTo>
                  <a:lnTo>
                    <a:pt x="3056719" y="484979"/>
                  </a:lnTo>
                  <a:cubicBezTo>
                    <a:pt x="2990531" y="418790"/>
                    <a:pt x="2990531" y="311478"/>
                    <a:pt x="3056719" y="245289"/>
                  </a:cubicBezTo>
                  <a:close/>
                </a:path>
              </a:pathLst>
            </a:custGeom>
            <a:solidFill>
              <a:schemeClr val="accent2"/>
            </a:solidFill>
            <a:ln w="46434" cap="flat">
              <a:noFill/>
              <a:prstDash val="solid"/>
              <a:miter/>
            </a:ln>
          </p:spPr>
          <p:txBody>
            <a:bodyPr wrap="square" rtlCol="0" anchor="ctr">
              <a:noAutofit/>
            </a:bodyPr>
            <a:lstStyle/>
            <a:p>
              <a:endParaRPr lang="en-US" dirty="0">
                <a:solidFill>
                  <a:srgbClr val="AEAEAE"/>
                </a:solidFill>
              </a:endParaRPr>
            </a:p>
          </p:txBody>
        </p:sp>
        <p:sp>
          <p:nvSpPr>
            <p:cNvPr id="1704" name="Freeform: Shape 1703">
              <a:extLst>
                <a:ext uri="{FF2B5EF4-FFF2-40B4-BE49-F238E27FC236}">
                  <a16:creationId xmlns:a16="http://schemas.microsoft.com/office/drawing/2014/main" id="{9FECF007-E253-9E64-AEC5-472DD94FB22F}"/>
                </a:ext>
                <a:ext uri="{C183D7F6-B498-43B3-948B-1728B52AA6E4}">
                  <adec:decorative xmlns:adec="http://schemas.microsoft.com/office/drawing/2017/decorative" val="1"/>
                </a:ext>
              </a:extLst>
            </p:cNvPr>
            <p:cNvSpPr/>
            <p:nvPr/>
          </p:nvSpPr>
          <p:spPr>
            <a:xfrm>
              <a:off x="11177749" y="3050053"/>
              <a:ext cx="374489" cy="303897"/>
            </a:xfrm>
            <a:custGeom>
              <a:avLst/>
              <a:gdLst>
                <a:gd name="connsiteX0" fmla="*/ 0 w 5519112"/>
                <a:gd name="connsiteY0" fmla="*/ 4109113 h 4478737"/>
                <a:gd name="connsiteX1" fmla="*/ 2417242 w 5519112"/>
                <a:gd name="connsiteY1" fmla="*/ 4109113 h 4478737"/>
                <a:gd name="connsiteX2" fmla="*/ 2417242 w 5519112"/>
                <a:gd name="connsiteY2" fmla="*/ 4478737 h 4478737"/>
                <a:gd name="connsiteX3" fmla="*/ 0 w 5519112"/>
                <a:gd name="connsiteY3" fmla="*/ 4478737 h 4478737"/>
                <a:gd name="connsiteX4" fmla="*/ 5154080 w 5519112"/>
                <a:gd name="connsiteY4" fmla="*/ 3160524 h 4478737"/>
                <a:gd name="connsiteX5" fmla="*/ 5519112 w 5519112"/>
                <a:gd name="connsiteY5" fmla="*/ 3525556 h 4478737"/>
                <a:gd name="connsiteX6" fmla="*/ 5154080 w 5519112"/>
                <a:gd name="connsiteY6" fmla="*/ 3890587 h 4478737"/>
                <a:gd name="connsiteX7" fmla="*/ 4789048 w 5519112"/>
                <a:gd name="connsiteY7" fmla="*/ 3525555 h 4478737"/>
                <a:gd name="connsiteX8" fmla="*/ 1750239 w 5519112"/>
                <a:gd name="connsiteY8" fmla="*/ 240529 h 4478737"/>
                <a:gd name="connsiteX9" fmla="*/ 2243353 w 5519112"/>
                <a:gd name="connsiteY9" fmla="*/ 733643 h 4478737"/>
                <a:gd name="connsiteX10" fmla="*/ 2121643 w 5519112"/>
                <a:gd name="connsiteY10" fmla="*/ 855354 h 4478737"/>
                <a:gd name="connsiteX11" fmla="*/ 1628528 w 5519112"/>
                <a:gd name="connsiteY11" fmla="*/ 362240 h 4478737"/>
                <a:gd name="connsiteX12" fmla="*/ 1990768 w 5519112"/>
                <a:gd name="connsiteY12" fmla="*/ 0 h 4478737"/>
                <a:gd name="connsiteX13" fmla="*/ 2483882 w 5519112"/>
                <a:gd name="connsiteY13" fmla="*/ 493114 h 4478737"/>
                <a:gd name="connsiteX14" fmla="*/ 2362172 w 5519112"/>
                <a:gd name="connsiteY14" fmla="*/ 614825 h 4478737"/>
                <a:gd name="connsiteX15" fmla="*/ 1869057 w 5519112"/>
                <a:gd name="connsiteY15" fmla="*/ 121711 h 447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9112" h="4478737">
                  <a:moveTo>
                    <a:pt x="0" y="4109113"/>
                  </a:moveTo>
                  <a:lnTo>
                    <a:pt x="2417242" y="4109113"/>
                  </a:lnTo>
                  <a:lnTo>
                    <a:pt x="2417242" y="4478737"/>
                  </a:lnTo>
                  <a:lnTo>
                    <a:pt x="0" y="4478737"/>
                  </a:lnTo>
                  <a:close/>
                  <a:moveTo>
                    <a:pt x="5154080" y="3160524"/>
                  </a:moveTo>
                  <a:lnTo>
                    <a:pt x="5519112" y="3525556"/>
                  </a:lnTo>
                  <a:lnTo>
                    <a:pt x="5154080" y="3890587"/>
                  </a:lnTo>
                  <a:lnTo>
                    <a:pt x="4789048" y="3525555"/>
                  </a:lnTo>
                  <a:close/>
                  <a:moveTo>
                    <a:pt x="1750239" y="240529"/>
                  </a:moveTo>
                  <a:lnTo>
                    <a:pt x="2243353" y="733643"/>
                  </a:lnTo>
                  <a:lnTo>
                    <a:pt x="2121643" y="855354"/>
                  </a:lnTo>
                  <a:lnTo>
                    <a:pt x="1628528" y="362240"/>
                  </a:lnTo>
                  <a:close/>
                  <a:moveTo>
                    <a:pt x="1990768" y="0"/>
                  </a:moveTo>
                  <a:lnTo>
                    <a:pt x="2483882" y="493114"/>
                  </a:lnTo>
                  <a:lnTo>
                    <a:pt x="2362172" y="614825"/>
                  </a:lnTo>
                  <a:lnTo>
                    <a:pt x="1869057" y="121711"/>
                  </a:lnTo>
                  <a:close/>
                </a:path>
              </a:pathLst>
            </a:custGeom>
            <a:solidFill>
              <a:schemeClr val="bg1"/>
            </a:solidFill>
            <a:ln w="46434" cap="flat">
              <a:noFill/>
              <a:prstDash val="solid"/>
              <a:miter/>
            </a:ln>
          </p:spPr>
          <p:txBody>
            <a:bodyPr wrap="square" rtlCol="0" anchor="ctr">
              <a:noAutofit/>
            </a:bodyPr>
            <a:lstStyle/>
            <a:p>
              <a:endParaRPr lang="en-US">
                <a:solidFill>
                  <a:srgbClr val="AEAEAE"/>
                </a:solidFill>
              </a:endParaRPr>
            </a:p>
          </p:txBody>
        </p:sp>
      </p:grpSp>
      <p:grpSp>
        <p:nvGrpSpPr>
          <p:cNvPr id="188" name="Group 187">
            <a:extLst>
              <a:ext uri="{FF2B5EF4-FFF2-40B4-BE49-F238E27FC236}">
                <a16:creationId xmlns:a16="http://schemas.microsoft.com/office/drawing/2014/main" id="{A0B68222-73D7-5800-A5C5-A3E3F999F690}"/>
              </a:ext>
              <a:ext uri="{C183D7F6-B498-43B3-948B-1728B52AA6E4}">
                <adec:decorative xmlns:adec="http://schemas.microsoft.com/office/drawing/2017/decorative" val="1"/>
              </a:ext>
            </a:extLst>
          </p:cNvPr>
          <p:cNvGrpSpPr>
            <a:grpSpLocks noChangeAspect="1"/>
          </p:cNvGrpSpPr>
          <p:nvPr/>
        </p:nvGrpSpPr>
        <p:grpSpPr>
          <a:xfrm>
            <a:off x="639763" y="3636615"/>
            <a:ext cx="437402" cy="457200"/>
            <a:chOff x="639763" y="3636615"/>
            <a:chExt cx="437402" cy="457200"/>
          </a:xfrm>
          <a:solidFill>
            <a:srgbClr val="FF0000"/>
          </a:solidFill>
        </p:grpSpPr>
        <p:sp>
          <p:nvSpPr>
            <p:cNvPr id="1950" name="Freeform: Shape 1949">
              <a:extLst>
                <a:ext uri="{FF2B5EF4-FFF2-40B4-BE49-F238E27FC236}">
                  <a16:creationId xmlns:a16="http://schemas.microsoft.com/office/drawing/2014/main" id="{3D735A4A-2403-C856-BB58-BC924540ECCE}"/>
                </a:ext>
                <a:ext uri="{C183D7F6-B498-43B3-948B-1728B52AA6E4}">
                  <adec:decorative xmlns:adec="http://schemas.microsoft.com/office/drawing/2017/decorative" val="1"/>
                </a:ext>
              </a:extLst>
            </p:cNvPr>
            <p:cNvSpPr/>
            <p:nvPr/>
          </p:nvSpPr>
          <p:spPr>
            <a:xfrm>
              <a:off x="639763" y="3636615"/>
              <a:ext cx="437402" cy="450383"/>
            </a:xfrm>
            <a:custGeom>
              <a:avLst/>
              <a:gdLst>
                <a:gd name="connsiteX0" fmla="*/ 356694 w 748063"/>
                <a:gd name="connsiteY0" fmla="*/ 187028 h 770264"/>
                <a:gd name="connsiteX1" fmla="*/ 275160 w 748063"/>
                <a:gd name="connsiteY1" fmla="*/ 363105 h 770264"/>
                <a:gd name="connsiteX2" fmla="*/ 312339 w 748063"/>
                <a:gd name="connsiteY2" fmla="*/ 400285 h 770264"/>
                <a:gd name="connsiteX3" fmla="*/ 473376 w 748063"/>
                <a:gd name="connsiteY3" fmla="*/ 239247 h 770264"/>
                <a:gd name="connsiteX4" fmla="*/ 436197 w 748063"/>
                <a:gd name="connsiteY4" fmla="*/ 202068 h 770264"/>
                <a:gd name="connsiteX5" fmla="*/ 356694 w 748063"/>
                <a:gd name="connsiteY5" fmla="*/ 187028 h 770264"/>
                <a:gd name="connsiteX6" fmla="*/ 351927 w 748063"/>
                <a:gd name="connsiteY6" fmla="*/ 143200 h 770264"/>
                <a:gd name="connsiteX7" fmla="*/ 516001 w 748063"/>
                <a:gd name="connsiteY7" fmla="*/ 377130 h 770264"/>
                <a:gd name="connsiteX8" fmla="*/ 450222 w 748063"/>
                <a:gd name="connsiteY8" fmla="*/ 442909 h 770264"/>
                <a:gd name="connsiteX9" fmla="*/ 232535 w 748063"/>
                <a:gd name="connsiteY9" fmla="*/ 225223 h 770264"/>
                <a:gd name="connsiteX10" fmla="*/ 298314 w 748063"/>
                <a:gd name="connsiteY10" fmla="*/ 159444 h 770264"/>
                <a:gd name="connsiteX11" fmla="*/ 351927 w 748063"/>
                <a:gd name="connsiteY11" fmla="*/ 143200 h 770264"/>
                <a:gd name="connsiteX12" fmla="*/ 44219 w 748063"/>
                <a:gd name="connsiteY12" fmla="*/ 277 h 770264"/>
                <a:gd name="connsiteX13" fmla="*/ 681768 w 748063"/>
                <a:gd name="connsiteY13" fmla="*/ 277 h 770264"/>
                <a:gd name="connsiteX14" fmla="*/ 735722 w 748063"/>
                <a:gd name="connsiteY14" fmla="*/ 13972 h 770264"/>
                <a:gd name="connsiteX15" fmla="*/ 747987 w 748063"/>
                <a:gd name="connsiteY15" fmla="*/ 66496 h 770264"/>
                <a:gd name="connsiteX16" fmla="*/ 747987 w 748063"/>
                <a:gd name="connsiteY16" fmla="*/ 609043 h 770264"/>
                <a:gd name="connsiteX17" fmla="*/ 747987 w 748063"/>
                <a:gd name="connsiteY17" fmla="*/ 669692 h 770264"/>
                <a:gd name="connsiteX18" fmla="*/ 747987 w 748063"/>
                <a:gd name="connsiteY18" fmla="*/ 726045 h 770264"/>
                <a:gd name="connsiteX19" fmla="*/ 703768 w 748063"/>
                <a:gd name="connsiteY19" fmla="*/ 770264 h 770264"/>
                <a:gd name="connsiteX20" fmla="*/ 186789 w 748063"/>
                <a:gd name="connsiteY20" fmla="*/ 770264 h 770264"/>
                <a:gd name="connsiteX21" fmla="*/ 186789 w 748063"/>
                <a:gd name="connsiteY21" fmla="*/ 726099 h 770264"/>
                <a:gd name="connsiteX22" fmla="*/ 579651 w 748063"/>
                <a:gd name="connsiteY22" fmla="*/ 726099 h 770264"/>
                <a:gd name="connsiteX23" fmla="*/ 576363 w 748063"/>
                <a:gd name="connsiteY23" fmla="*/ 693571 h 770264"/>
                <a:gd name="connsiteX24" fmla="*/ 368549 w 748063"/>
                <a:gd name="connsiteY24" fmla="*/ 524142 h 770264"/>
                <a:gd name="connsiteX25" fmla="*/ 286051 w 748063"/>
                <a:gd name="connsiteY25" fmla="*/ 540837 h 770264"/>
                <a:gd name="connsiteX26" fmla="*/ 218615 w 748063"/>
                <a:gd name="connsiteY26" fmla="*/ 586339 h 770264"/>
                <a:gd name="connsiteX27" fmla="*/ 160735 w 748063"/>
                <a:gd name="connsiteY27" fmla="*/ 693571 h 770264"/>
                <a:gd name="connsiteX28" fmla="*/ 160489 w 748063"/>
                <a:gd name="connsiteY28" fmla="*/ 696003 h 770264"/>
                <a:gd name="connsiteX29" fmla="*/ 118524 w 748063"/>
                <a:gd name="connsiteY29" fmla="*/ 696003 h 770264"/>
                <a:gd name="connsiteX30" fmla="*/ 123953 w 748063"/>
                <a:gd name="connsiteY30" fmla="*/ 660190 h 770264"/>
                <a:gd name="connsiteX31" fmla="*/ 156220 w 748063"/>
                <a:gd name="connsiteY31" fmla="*/ 593165 h 770264"/>
                <a:gd name="connsiteX32" fmla="*/ 178892 w 748063"/>
                <a:gd name="connsiteY32" fmla="*/ 565697 h 770264"/>
                <a:gd name="connsiteX33" fmla="*/ 180057 w 748063"/>
                <a:gd name="connsiteY33" fmla="*/ 566303 h 770264"/>
                <a:gd name="connsiteX34" fmla="*/ 187519 w 748063"/>
                <a:gd name="connsiteY34" fmla="*/ 555244 h 770264"/>
                <a:gd name="connsiteX35" fmla="*/ 368549 w 748063"/>
                <a:gd name="connsiteY35" fmla="*/ 480143 h 770264"/>
                <a:gd name="connsiteX36" fmla="*/ 619466 w 748063"/>
                <a:gd name="connsiteY36" fmla="*/ 684717 h 770264"/>
                <a:gd name="connsiteX37" fmla="*/ 623650 w 748063"/>
                <a:gd name="connsiteY37" fmla="*/ 726099 h 770264"/>
                <a:gd name="connsiteX38" fmla="*/ 703823 w 748063"/>
                <a:gd name="connsiteY38" fmla="*/ 726099 h 770264"/>
                <a:gd name="connsiteX39" fmla="*/ 703878 w 748063"/>
                <a:gd name="connsiteY39" fmla="*/ 726045 h 770264"/>
                <a:gd name="connsiteX40" fmla="*/ 703869 w 748063"/>
                <a:gd name="connsiteY40" fmla="*/ 609043 h 770264"/>
                <a:gd name="connsiteX41" fmla="*/ 703869 w 748063"/>
                <a:gd name="connsiteY41" fmla="*/ 609043 h 770264"/>
                <a:gd name="connsiteX42" fmla="*/ 703823 w 748063"/>
                <a:gd name="connsiteY42" fmla="*/ 44442 h 770264"/>
                <a:gd name="connsiteX43" fmla="*/ 44219 w 748063"/>
                <a:gd name="connsiteY43" fmla="*/ 44442 h 770264"/>
                <a:gd name="connsiteX44" fmla="*/ 44164 w 748063"/>
                <a:gd name="connsiteY44" fmla="*/ 44496 h 770264"/>
                <a:gd name="connsiteX45" fmla="*/ 44164 w 748063"/>
                <a:gd name="connsiteY45" fmla="*/ 609043 h 770264"/>
                <a:gd name="connsiteX46" fmla="*/ 44164 w 748063"/>
                <a:gd name="connsiteY46" fmla="*/ 669692 h 770264"/>
                <a:gd name="connsiteX47" fmla="*/ 44164 w 748063"/>
                <a:gd name="connsiteY47" fmla="*/ 726045 h 770264"/>
                <a:gd name="connsiteX48" fmla="*/ 44219 w 748063"/>
                <a:gd name="connsiteY48" fmla="*/ 726099 h 770264"/>
                <a:gd name="connsiteX49" fmla="*/ 80947 w 748063"/>
                <a:gd name="connsiteY49" fmla="*/ 726099 h 770264"/>
                <a:gd name="connsiteX50" fmla="*/ 80947 w 748063"/>
                <a:gd name="connsiteY50" fmla="*/ 770264 h 770264"/>
                <a:gd name="connsiteX51" fmla="*/ 44219 w 748063"/>
                <a:gd name="connsiteY51" fmla="*/ 770264 h 770264"/>
                <a:gd name="connsiteX52" fmla="*/ 0 w 748063"/>
                <a:gd name="connsiteY52" fmla="*/ 726045 h 770264"/>
                <a:gd name="connsiteX53" fmla="*/ 0 w 748063"/>
                <a:gd name="connsiteY53" fmla="*/ 669692 h 770264"/>
                <a:gd name="connsiteX54" fmla="*/ 0 w 748063"/>
                <a:gd name="connsiteY54" fmla="*/ 609043 h 770264"/>
                <a:gd name="connsiteX55" fmla="*/ 0 w 748063"/>
                <a:gd name="connsiteY55" fmla="*/ 44496 h 770264"/>
                <a:gd name="connsiteX56" fmla="*/ 44219 w 748063"/>
                <a:gd name="connsiteY56" fmla="*/ 277 h 770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8063" h="770264">
                  <a:moveTo>
                    <a:pt x="356694" y="187028"/>
                  </a:moveTo>
                  <a:cubicBezTo>
                    <a:pt x="282244" y="198448"/>
                    <a:pt x="230982" y="281225"/>
                    <a:pt x="275160" y="363105"/>
                  </a:cubicBezTo>
                  <a:cubicBezTo>
                    <a:pt x="283630" y="378835"/>
                    <a:pt x="296610" y="391815"/>
                    <a:pt x="312339" y="400285"/>
                  </a:cubicBezTo>
                  <a:cubicBezTo>
                    <a:pt x="421512" y="459188"/>
                    <a:pt x="532280" y="348420"/>
                    <a:pt x="473376" y="239247"/>
                  </a:cubicBezTo>
                  <a:cubicBezTo>
                    <a:pt x="464907" y="223572"/>
                    <a:pt x="451927" y="210538"/>
                    <a:pt x="436197" y="202068"/>
                  </a:cubicBezTo>
                  <a:cubicBezTo>
                    <a:pt x="408904" y="187342"/>
                    <a:pt x="381511" y="183221"/>
                    <a:pt x="356694" y="187028"/>
                  </a:cubicBezTo>
                  <a:close/>
                  <a:moveTo>
                    <a:pt x="351927" y="143200"/>
                  </a:moveTo>
                  <a:cubicBezTo>
                    <a:pt x="474849" y="126415"/>
                    <a:pt x="575915" y="250804"/>
                    <a:pt x="516001" y="377130"/>
                  </a:cubicBezTo>
                  <a:cubicBezTo>
                    <a:pt x="502361" y="405949"/>
                    <a:pt x="479041" y="429269"/>
                    <a:pt x="450222" y="442909"/>
                  </a:cubicBezTo>
                  <a:cubicBezTo>
                    <a:pt x="305850" y="511438"/>
                    <a:pt x="164062" y="369595"/>
                    <a:pt x="232535" y="225223"/>
                  </a:cubicBezTo>
                  <a:cubicBezTo>
                    <a:pt x="246175" y="196403"/>
                    <a:pt x="269495" y="173083"/>
                    <a:pt x="298314" y="159444"/>
                  </a:cubicBezTo>
                  <a:cubicBezTo>
                    <a:pt x="316361" y="150878"/>
                    <a:pt x="334367" y="145598"/>
                    <a:pt x="351927" y="143200"/>
                  </a:cubicBezTo>
                  <a:close/>
                  <a:moveTo>
                    <a:pt x="44219" y="277"/>
                  </a:moveTo>
                  <a:lnTo>
                    <a:pt x="681768" y="277"/>
                  </a:lnTo>
                  <a:cubicBezTo>
                    <a:pt x="699918" y="277"/>
                    <a:pt x="718838" y="-3133"/>
                    <a:pt x="735722" y="13972"/>
                  </a:cubicBezTo>
                  <a:cubicBezTo>
                    <a:pt x="749802" y="28272"/>
                    <a:pt x="747987" y="48071"/>
                    <a:pt x="747987" y="66496"/>
                  </a:cubicBezTo>
                  <a:lnTo>
                    <a:pt x="747987" y="609043"/>
                  </a:lnTo>
                  <a:lnTo>
                    <a:pt x="747987" y="669692"/>
                  </a:lnTo>
                  <a:lnTo>
                    <a:pt x="747987" y="726045"/>
                  </a:lnTo>
                  <a:cubicBezTo>
                    <a:pt x="747987" y="750464"/>
                    <a:pt x="728187" y="770264"/>
                    <a:pt x="703768" y="770264"/>
                  </a:cubicBezTo>
                  <a:lnTo>
                    <a:pt x="186789" y="770264"/>
                  </a:lnTo>
                  <a:lnTo>
                    <a:pt x="186789" y="726099"/>
                  </a:lnTo>
                  <a:lnTo>
                    <a:pt x="579651" y="726099"/>
                  </a:lnTo>
                  <a:lnTo>
                    <a:pt x="576363" y="693571"/>
                  </a:lnTo>
                  <a:cubicBezTo>
                    <a:pt x="556552" y="596990"/>
                    <a:pt x="470909" y="524142"/>
                    <a:pt x="368549" y="524142"/>
                  </a:cubicBezTo>
                  <a:cubicBezTo>
                    <a:pt x="339303" y="524142"/>
                    <a:pt x="311422" y="530089"/>
                    <a:pt x="286051" y="540837"/>
                  </a:cubicBezTo>
                  <a:lnTo>
                    <a:pt x="218615" y="586339"/>
                  </a:lnTo>
                  <a:cubicBezTo>
                    <a:pt x="189808" y="615147"/>
                    <a:pt x="169225" y="652180"/>
                    <a:pt x="160735" y="693571"/>
                  </a:cubicBezTo>
                  <a:lnTo>
                    <a:pt x="160489" y="696003"/>
                  </a:lnTo>
                  <a:lnTo>
                    <a:pt x="118524" y="696003"/>
                  </a:lnTo>
                  <a:lnTo>
                    <a:pt x="123953" y="660190"/>
                  </a:lnTo>
                  <a:cubicBezTo>
                    <a:pt x="131448" y="636144"/>
                    <a:pt x="142398" y="613608"/>
                    <a:pt x="156220" y="593165"/>
                  </a:cubicBezTo>
                  <a:lnTo>
                    <a:pt x="178892" y="565697"/>
                  </a:lnTo>
                  <a:lnTo>
                    <a:pt x="180057" y="566303"/>
                  </a:lnTo>
                  <a:lnTo>
                    <a:pt x="187519" y="555244"/>
                  </a:lnTo>
                  <a:cubicBezTo>
                    <a:pt x="233897" y="508866"/>
                    <a:pt x="297930" y="480143"/>
                    <a:pt x="368549" y="480143"/>
                  </a:cubicBezTo>
                  <a:cubicBezTo>
                    <a:pt x="492131" y="480143"/>
                    <a:pt x="595544" y="568108"/>
                    <a:pt x="619466" y="684717"/>
                  </a:cubicBezTo>
                  <a:lnTo>
                    <a:pt x="623650" y="726099"/>
                  </a:lnTo>
                  <a:lnTo>
                    <a:pt x="703823" y="726099"/>
                  </a:lnTo>
                  <a:cubicBezTo>
                    <a:pt x="703823" y="726099"/>
                    <a:pt x="703878" y="726099"/>
                    <a:pt x="703878" y="726045"/>
                  </a:cubicBezTo>
                  <a:lnTo>
                    <a:pt x="703869" y="609043"/>
                  </a:lnTo>
                  <a:lnTo>
                    <a:pt x="703869" y="609043"/>
                  </a:lnTo>
                  <a:lnTo>
                    <a:pt x="703823" y="44442"/>
                  </a:lnTo>
                  <a:lnTo>
                    <a:pt x="44219" y="44442"/>
                  </a:lnTo>
                  <a:cubicBezTo>
                    <a:pt x="44219" y="44442"/>
                    <a:pt x="44164" y="44442"/>
                    <a:pt x="44164" y="44496"/>
                  </a:cubicBezTo>
                  <a:lnTo>
                    <a:pt x="44164" y="609043"/>
                  </a:lnTo>
                  <a:lnTo>
                    <a:pt x="44164" y="669692"/>
                  </a:lnTo>
                  <a:lnTo>
                    <a:pt x="44164" y="726045"/>
                  </a:lnTo>
                  <a:cubicBezTo>
                    <a:pt x="44164" y="726045"/>
                    <a:pt x="44164" y="726099"/>
                    <a:pt x="44219" y="726099"/>
                  </a:cubicBezTo>
                  <a:lnTo>
                    <a:pt x="80947" y="726099"/>
                  </a:lnTo>
                  <a:lnTo>
                    <a:pt x="80947" y="770264"/>
                  </a:lnTo>
                  <a:lnTo>
                    <a:pt x="44219" y="770264"/>
                  </a:lnTo>
                  <a:cubicBezTo>
                    <a:pt x="19800" y="770264"/>
                    <a:pt x="0" y="750464"/>
                    <a:pt x="0" y="726045"/>
                  </a:cubicBezTo>
                  <a:lnTo>
                    <a:pt x="0" y="669692"/>
                  </a:lnTo>
                  <a:lnTo>
                    <a:pt x="0" y="609043"/>
                  </a:lnTo>
                  <a:lnTo>
                    <a:pt x="0" y="44496"/>
                  </a:lnTo>
                  <a:cubicBezTo>
                    <a:pt x="0" y="20077"/>
                    <a:pt x="19800" y="277"/>
                    <a:pt x="44219" y="277"/>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1708" name="Freeform: Shape 1707">
              <a:extLst>
                <a:ext uri="{FF2B5EF4-FFF2-40B4-BE49-F238E27FC236}">
                  <a16:creationId xmlns:a16="http://schemas.microsoft.com/office/drawing/2014/main" id="{042740AE-60FE-48A1-2004-B3E8A2CEF035}"/>
                </a:ext>
                <a:ext uri="{C183D7F6-B498-43B3-948B-1728B52AA6E4}">
                  <adec:decorative xmlns:adec="http://schemas.microsoft.com/office/drawing/2017/decorative" val="1"/>
                </a:ext>
              </a:extLst>
            </p:cNvPr>
            <p:cNvSpPr/>
            <p:nvPr/>
          </p:nvSpPr>
          <p:spPr>
            <a:xfrm>
              <a:off x="698742" y="4055225"/>
              <a:ext cx="38590" cy="38590"/>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dirty="0"/>
            </a:p>
          </p:txBody>
        </p:sp>
      </p:grpSp>
      <p:grpSp>
        <p:nvGrpSpPr>
          <p:cNvPr id="183" name="Group 182">
            <a:extLst>
              <a:ext uri="{FF2B5EF4-FFF2-40B4-BE49-F238E27FC236}">
                <a16:creationId xmlns:a16="http://schemas.microsoft.com/office/drawing/2014/main" id="{9395F140-77E3-DC5A-264B-36AFBE38BBA1}"/>
              </a:ext>
              <a:ext uri="{C183D7F6-B498-43B3-948B-1728B52AA6E4}">
                <adec:decorative xmlns:adec="http://schemas.microsoft.com/office/drawing/2017/decorative" val="1"/>
              </a:ext>
            </a:extLst>
          </p:cNvPr>
          <p:cNvGrpSpPr>
            <a:grpSpLocks noChangeAspect="1"/>
          </p:cNvGrpSpPr>
          <p:nvPr/>
        </p:nvGrpSpPr>
        <p:grpSpPr>
          <a:xfrm>
            <a:off x="7643945" y="3636615"/>
            <a:ext cx="510041" cy="457200"/>
            <a:chOff x="7643945" y="3636615"/>
            <a:chExt cx="510041" cy="457200"/>
          </a:xfrm>
          <a:solidFill>
            <a:srgbClr val="FF0000"/>
          </a:solidFill>
        </p:grpSpPr>
        <p:sp>
          <p:nvSpPr>
            <p:cNvPr id="1999" name="Freeform: Shape 1998">
              <a:extLst>
                <a:ext uri="{FF2B5EF4-FFF2-40B4-BE49-F238E27FC236}">
                  <a16:creationId xmlns:a16="http://schemas.microsoft.com/office/drawing/2014/main" id="{9A17C29A-F969-8F64-E197-0F2C760D513D}"/>
                </a:ext>
                <a:ext uri="{C183D7F6-B498-43B3-948B-1728B52AA6E4}">
                  <adec:decorative xmlns:adec="http://schemas.microsoft.com/office/drawing/2017/decorative" val="1"/>
                </a:ext>
              </a:extLst>
            </p:cNvPr>
            <p:cNvSpPr/>
            <p:nvPr/>
          </p:nvSpPr>
          <p:spPr>
            <a:xfrm>
              <a:off x="7643945" y="3636615"/>
              <a:ext cx="510041" cy="452121"/>
            </a:xfrm>
            <a:custGeom>
              <a:avLst/>
              <a:gdLst>
                <a:gd name="connsiteX0" fmla="*/ 476661 w 921894"/>
                <a:gd name="connsiteY0" fmla="*/ 606860 h 817204"/>
                <a:gd name="connsiteX1" fmla="*/ 518543 w 921894"/>
                <a:gd name="connsiteY1" fmla="*/ 617024 h 817204"/>
                <a:gd name="connsiteX2" fmla="*/ 526076 w 921894"/>
                <a:gd name="connsiteY2" fmla="*/ 620325 h 817204"/>
                <a:gd name="connsiteX3" fmla="*/ 624295 w 921894"/>
                <a:gd name="connsiteY3" fmla="*/ 737238 h 817204"/>
                <a:gd name="connsiteX4" fmla="*/ 633581 w 921894"/>
                <a:gd name="connsiteY4" fmla="*/ 815711 h 817204"/>
                <a:gd name="connsiteX5" fmla="*/ 629039 w 921894"/>
                <a:gd name="connsiteY5" fmla="*/ 817068 h 817204"/>
                <a:gd name="connsiteX6" fmla="*/ 540076 w 921894"/>
                <a:gd name="connsiteY6" fmla="*/ 817091 h 817204"/>
                <a:gd name="connsiteX7" fmla="*/ 536686 w 921894"/>
                <a:gd name="connsiteY7" fmla="*/ 816318 h 817204"/>
                <a:gd name="connsiteX8" fmla="*/ 536496 w 921894"/>
                <a:gd name="connsiteY8" fmla="*/ 773263 h 817204"/>
                <a:gd name="connsiteX9" fmla="*/ 585251 w 921894"/>
                <a:gd name="connsiteY9" fmla="*/ 772146 h 817204"/>
                <a:gd name="connsiteX10" fmla="*/ 585463 w 921894"/>
                <a:gd name="connsiteY10" fmla="*/ 765088 h 817204"/>
                <a:gd name="connsiteX11" fmla="*/ 521460 w 921894"/>
                <a:gd name="connsiteY11" fmla="*/ 669122 h 817204"/>
                <a:gd name="connsiteX12" fmla="*/ 411281 w 921894"/>
                <a:gd name="connsiteY12" fmla="*/ 667191 h 817204"/>
                <a:gd name="connsiteX13" fmla="*/ 376113 w 921894"/>
                <a:gd name="connsiteY13" fmla="*/ 698801 h 817204"/>
                <a:gd name="connsiteX14" fmla="*/ 345476 w 921894"/>
                <a:gd name="connsiteY14" fmla="*/ 759211 h 817204"/>
                <a:gd name="connsiteX15" fmla="*/ 343696 w 921894"/>
                <a:gd name="connsiteY15" fmla="*/ 767533 h 817204"/>
                <a:gd name="connsiteX16" fmla="*/ 344112 w 921894"/>
                <a:gd name="connsiteY16" fmla="*/ 771414 h 817204"/>
                <a:gd name="connsiteX17" fmla="*/ 359586 w 921894"/>
                <a:gd name="connsiteY17" fmla="*/ 772621 h 817204"/>
                <a:gd name="connsiteX18" fmla="*/ 376646 w 921894"/>
                <a:gd name="connsiteY18" fmla="*/ 772665 h 817204"/>
                <a:gd name="connsiteX19" fmla="*/ 392072 w 921894"/>
                <a:gd name="connsiteY19" fmla="*/ 772665 h 817204"/>
                <a:gd name="connsiteX20" fmla="*/ 392535 w 921894"/>
                <a:gd name="connsiteY20" fmla="*/ 817197 h 817204"/>
                <a:gd name="connsiteX21" fmla="*/ 303957 w 921894"/>
                <a:gd name="connsiteY21" fmla="*/ 817169 h 817204"/>
                <a:gd name="connsiteX22" fmla="*/ 296522 w 921894"/>
                <a:gd name="connsiteY22" fmla="*/ 816542 h 817204"/>
                <a:gd name="connsiteX23" fmla="*/ 295552 w 921894"/>
                <a:gd name="connsiteY23" fmla="*/ 800541 h 817204"/>
                <a:gd name="connsiteX24" fmla="*/ 295880 w 921894"/>
                <a:gd name="connsiteY24" fmla="*/ 784709 h 817204"/>
                <a:gd name="connsiteX25" fmla="*/ 369912 w 921894"/>
                <a:gd name="connsiteY25" fmla="*/ 641489 h 817204"/>
                <a:gd name="connsiteX26" fmla="*/ 433702 w 921894"/>
                <a:gd name="connsiteY26" fmla="*/ 609856 h 817204"/>
                <a:gd name="connsiteX27" fmla="*/ 476661 w 921894"/>
                <a:gd name="connsiteY27" fmla="*/ 606860 h 817204"/>
                <a:gd name="connsiteX28" fmla="*/ 269441 w 921894"/>
                <a:gd name="connsiteY28" fmla="*/ 531749 h 817204"/>
                <a:gd name="connsiteX29" fmla="*/ 314600 w 921894"/>
                <a:gd name="connsiteY29" fmla="*/ 540640 h 817204"/>
                <a:gd name="connsiteX30" fmla="*/ 372019 w 921894"/>
                <a:gd name="connsiteY30" fmla="*/ 582723 h 817204"/>
                <a:gd name="connsiteX31" fmla="*/ 373971 w 921894"/>
                <a:gd name="connsiteY31" fmla="*/ 585781 h 817204"/>
                <a:gd name="connsiteX32" fmla="*/ 374236 w 921894"/>
                <a:gd name="connsiteY32" fmla="*/ 587325 h 817204"/>
                <a:gd name="connsiteX33" fmla="*/ 342276 w 921894"/>
                <a:gd name="connsiteY33" fmla="*/ 608282 h 817204"/>
                <a:gd name="connsiteX34" fmla="*/ 333004 w 921894"/>
                <a:gd name="connsiteY34" fmla="*/ 599136 h 817204"/>
                <a:gd name="connsiteX35" fmla="*/ 294962 w 921894"/>
                <a:gd name="connsiteY35" fmla="*/ 575618 h 817204"/>
                <a:gd name="connsiteX36" fmla="*/ 236726 w 921894"/>
                <a:gd name="connsiteY36" fmla="*/ 578485 h 817204"/>
                <a:gd name="connsiteX37" fmla="*/ 203987 w 921894"/>
                <a:gd name="connsiteY37" fmla="*/ 601428 h 817204"/>
                <a:gd name="connsiteX38" fmla="*/ 191412 w 921894"/>
                <a:gd name="connsiteY38" fmla="*/ 615862 h 817204"/>
                <a:gd name="connsiteX39" fmla="*/ 166428 w 921894"/>
                <a:gd name="connsiteY39" fmla="*/ 671561 h 817204"/>
                <a:gd name="connsiteX40" fmla="*/ 177184 w 921894"/>
                <a:gd name="connsiteY40" fmla="*/ 673508 h 817204"/>
                <a:gd name="connsiteX41" fmla="*/ 282041 w 921894"/>
                <a:gd name="connsiteY41" fmla="*/ 673577 h 817204"/>
                <a:gd name="connsiteX42" fmla="*/ 294799 w 921894"/>
                <a:gd name="connsiteY42" fmla="*/ 673993 h 817204"/>
                <a:gd name="connsiteX43" fmla="*/ 283147 w 921894"/>
                <a:gd name="connsiteY43" fmla="*/ 712384 h 817204"/>
                <a:gd name="connsiteX44" fmla="*/ 244449 w 921894"/>
                <a:gd name="connsiteY44" fmla="*/ 713087 h 817204"/>
                <a:gd name="connsiteX45" fmla="*/ 204214 w 921894"/>
                <a:gd name="connsiteY45" fmla="*/ 713133 h 817204"/>
                <a:gd name="connsiteX46" fmla="*/ 165197 w 921894"/>
                <a:gd name="connsiteY46" fmla="*/ 713119 h 817204"/>
                <a:gd name="connsiteX47" fmla="*/ 125550 w 921894"/>
                <a:gd name="connsiteY47" fmla="*/ 712832 h 817204"/>
                <a:gd name="connsiteX48" fmla="*/ 124594 w 921894"/>
                <a:gd name="connsiteY48" fmla="*/ 705498 h 817204"/>
                <a:gd name="connsiteX49" fmla="*/ 168550 w 921894"/>
                <a:gd name="connsiteY49" fmla="*/ 581078 h 817204"/>
                <a:gd name="connsiteX50" fmla="*/ 224288 w 921894"/>
                <a:gd name="connsiteY50" fmla="*/ 540718 h 817204"/>
                <a:gd name="connsiteX51" fmla="*/ 269441 w 921894"/>
                <a:gd name="connsiteY51" fmla="*/ 531749 h 817204"/>
                <a:gd name="connsiteX52" fmla="*/ 655174 w 921894"/>
                <a:gd name="connsiteY52" fmla="*/ 528133 h 817204"/>
                <a:gd name="connsiteX53" fmla="*/ 719974 w 921894"/>
                <a:gd name="connsiteY53" fmla="*/ 548660 h 817204"/>
                <a:gd name="connsiteX54" fmla="*/ 750416 w 921894"/>
                <a:gd name="connsiteY54" fmla="*/ 574191 h 817204"/>
                <a:gd name="connsiteX55" fmla="*/ 794117 w 921894"/>
                <a:gd name="connsiteY55" fmla="*/ 659561 h 817204"/>
                <a:gd name="connsiteX56" fmla="*/ 796261 w 921894"/>
                <a:gd name="connsiteY56" fmla="*/ 708643 h 817204"/>
                <a:gd name="connsiteX57" fmla="*/ 789638 w 921894"/>
                <a:gd name="connsiteY57" fmla="*/ 709615 h 817204"/>
                <a:gd name="connsiteX58" fmla="*/ 645881 w 921894"/>
                <a:gd name="connsiteY58" fmla="*/ 709641 h 817204"/>
                <a:gd name="connsiteX59" fmla="*/ 639389 w 921894"/>
                <a:gd name="connsiteY59" fmla="*/ 709144 h 817204"/>
                <a:gd name="connsiteX60" fmla="*/ 628127 w 921894"/>
                <a:gd name="connsiteY60" fmla="*/ 672058 h 817204"/>
                <a:gd name="connsiteX61" fmla="*/ 638711 w 921894"/>
                <a:gd name="connsiteY61" fmla="*/ 670314 h 817204"/>
                <a:gd name="connsiteX62" fmla="*/ 741046 w 921894"/>
                <a:gd name="connsiteY62" fmla="*/ 670231 h 817204"/>
                <a:gd name="connsiteX63" fmla="*/ 754803 w 921894"/>
                <a:gd name="connsiteY63" fmla="*/ 668858 h 817204"/>
                <a:gd name="connsiteX64" fmla="*/ 753983 w 921894"/>
                <a:gd name="connsiteY64" fmla="*/ 661746 h 817204"/>
                <a:gd name="connsiteX65" fmla="*/ 704050 w 921894"/>
                <a:gd name="connsiteY65" fmla="*/ 585948 h 817204"/>
                <a:gd name="connsiteX66" fmla="*/ 649632 w 921894"/>
                <a:gd name="connsiteY66" fmla="*/ 567920 h 817204"/>
                <a:gd name="connsiteX67" fmla="*/ 611350 w 921894"/>
                <a:gd name="connsiteY67" fmla="*/ 578772 h 817204"/>
                <a:gd name="connsiteX68" fmla="*/ 587982 w 921894"/>
                <a:gd name="connsiteY68" fmla="*/ 596194 h 817204"/>
                <a:gd name="connsiteX69" fmla="*/ 579292 w 921894"/>
                <a:gd name="connsiteY69" fmla="*/ 604502 h 817204"/>
                <a:gd name="connsiteX70" fmla="*/ 546875 w 921894"/>
                <a:gd name="connsiteY70" fmla="*/ 583121 h 817204"/>
                <a:gd name="connsiteX71" fmla="*/ 551205 w 921894"/>
                <a:gd name="connsiteY71" fmla="*/ 577339 h 817204"/>
                <a:gd name="connsiteX72" fmla="*/ 589490 w 921894"/>
                <a:gd name="connsiteY72" fmla="*/ 545627 h 817204"/>
                <a:gd name="connsiteX73" fmla="*/ 655174 w 921894"/>
                <a:gd name="connsiteY73" fmla="*/ 528133 h 817204"/>
                <a:gd name="connsiteX74" fmla="*/ 460362 w 921894"/>
                <a:gd name="connsiteY74" fmla="*/ 456729 h 817204"/>
                <a:gd name="connsiteX75" fmla="*/ 420749 w 921894"/>
                <a:gd name="connsiteY75" fmla="*/ 502816 h 817204"/>
                <a:gd name="connsiteX76" fmla="*/ 467029 w 921894"/>
                <a:gd name="connsiteY76" fmla="*/ 544605 h 817204"/>
                <a:gd name="connsiteX77" fmla="*/ 486222 w 921894"/>
                <a:gd name="connsiteY77" fmla="*/ 539210 h 817204"/>
                <a:gd name="connsiteX78" fmla="*/ 494992 w 921894"/>
                <a:gd name="connsiteY78" fmla="*/ 532707 h 817204"/>
                <a:gd name="connsiteX79" fmla="*/ 504857 w 921894"/>
                <a:gd name="connsiteY79" fmla="*/ 482390 h 817204"/>
                <a:gd name="connsiteX80" fmla="*/ 460362 w 921894"/>
                <a:gd name="connsiteY80" fmla="*/ 456729 h 817204"/>
                <a:gd name="connsiteX81" fmla="*/ 449863 w 921894"/>
                <a:gd name="connsiteY81" fmla="*/ 413123 h 817204"/>
                <a:gd name="connsiteX82" fmla="*/ 551268 w 921894"/>
                <a:gd name="connsiteY82" fmla="*/ 480334 h 817204"/>
                <a:gd name="connsiteX83" fmla="*/ 539433 w 921894"/>
                <a:gd name="connsiteY83" fmla="*/ 548929 h 817204"/>
                <a:gd name="connsiteX84" fmla="*/ 478171 w 921894"/>
                <a:gd name="connsiteY84" fmla="*/ 588546 h 817204"/>
                <a:gd name="connsiteX85" fmla="*/ 378193 w 921894"/>
                <a:gd name="connsiteY85" fmla="*/ 520874 h 817204"/>
                <a:gd name="connsiteX86" fmla="*/ 449863 w 921894"/>
                <a:gd name="connsiteY86" fmla="*/ 413123 h 817204"/>
                <a:gd name="connsiteX87" fmla="*/ 280195 w 921894"/>
                <a:gd name="connsiteY87" fmla="*/ 402638 h 817204"/>
                <a:gd name="connsiteX88" fmla="*/ 240973 w 921894"/>
                <a:gd name="connsiteY88" fmla="*/ 434615 h 817204"/>
                <a:gd name="connsiteX89" fmla="*/ 259430 w 921894"/>
                <a:gd name="connsiteY89" fmla="*/ 472027 h 817204"/>
                <a:gd name="connsiteX90" fmla="*/ 280526 w 921894"/>
                <a:gd name="connsiteY90" fmla="*/ 476338 h 817204"/>
                <a:gd name="connsiteX91" fmla="*/ 314543 w 921894"/>
                <a:gd name="connsiteY91" fmla="*/ 440073 h 817204"/>
                <a:gd name="connsiteX92" fmla="*/ 280195 w 921894"/>
                <a:gd name="connsiteY92" fmla="*/ 402638 h 817204"/>
                <a:gd name="connsiteX93" fmla="*/ 651914 w 921894"/>
                <a:gd name="connsiteY93" fmla="*/ 396998 h 817204"/>
                <a:gd name="connsiteX94" fmla="*/ 615166 w 921894"/>
                <a:gd name="connsiteY94" fmla="*/ 431921 h 817204"/>
                <a:gd name="connsiteX95" fmla="*/ 647896 w 921894"/>
                <a:gd name="connsiteY95" fmla="*/ 470718 h 817204"/>
                <a:gd name="connsiteX96" fmla="*/ 688522 w 921894"/>
                <a:gd name="connsiteY96" fmla="*/ 440445 h 817204"/>
                <a:gd name="connsiteX97" fmla="*/ 679895 w 921894"/>
                <a:gd name="connsiteY97" fmla="*/ 409404 h 817204"/>
                <a:gd name="connsiteX98" fmla="*/ 651914 w 921894"/>
                <a:gd name="connsiteY98" fmla="*/ 396998 h 817204"/>
                <a:gd name="connsiteX99" fmla="*/ 278476 w 921894"/>
                <a:gd name="connsiteY99" fmla="*/ 363076 h 817204"/>
                <a:gd name="connsiteX100" fmla="*/ 344190 w 921894"/>
                <a:gd name="connsiteY100" fmla="*/ 402307 h 817204"/>
                <a:gd name="connsiteX101" fmla="*/ 349590 w 921894"/>
                <a:gd name="connsiteY101" fmla="*/ 414274 h 817204"/>
                <a:gd name="connsiteX102" fmla="*/ 337668 w 921894"/>
                <a:gd name="connsiteY102" fmla="*/ 486555 h 817204"/>
                <a:gd name="connsiteX103" fmla="*/ 259509 w 921894"/>
                <a:gd name="connsiteY103" fmla="*/ 513859 h 817204"/>
                <a:gd name="connsiteX104" fmla="*/ 202323 w 921894"/>
                <a:gd name="connsiteY104" fmla="*/ 453860 h 817204"/>
                <a:gd name="connsiteX105" fmla="*/ 251875 w 921894"/>
                <a:gd name="connsiteY105" fmla="*/ 367526 h 817204"/>
                <a:gd name="connsiteX106" fmla="*/ 278476 w 921894"/>
                <a:gd name="connsiteY106" fmla="*/ 363076 h 817204"/>
                <a:gd name="connsiteX107" fmla="*/ 666922 w 921894"/>
                <a:gd name="connsiteY107" fmla="*/ 358729 h 817204"/>
                <a:gd name="connsiteX108" fmla="*/ 727586 w 921894"/>
                <a:gd name="connsiteY108" fmla="*/ 420377 h 817204"/>
                <a:gd name="connsiteX109" fmla="*/ 636240 w 921894"/>
                <a:gd name="connsiteY109" fmla="*/ 508816 h 817204"/>
                <a:gd name="connsiteX110" fmla="*/ 628218 w 921894"/>
                <a:gd name="connsiteY110" fmla="*/ 506701 h 817204"/>
                <a:gd name="connsiteX111" fmla="*/ 579530 w 921894"/>
                <a:gd name="connsiteY111" fmla="*/ 457691 h 817204"/>
                <a:gd name="connsiteX112" fmla="*/ 633492 w 921894"/>
                <a:gd name="connsiteY112" fmla="*/ 359755 h 817204"/>
                <a:gd name="connsiteX113" fmla="*/ 666922 w 921894"/>
                <a:gd name="connsiteY113" fmla="*/ 358729 h 817204"/>
                <a:gd name="connsiteX114" fmla="*/ 495172 w 921894"/>
                <a:gd name="connsiteY114" fmla="*/ 1 h 817204"/>
                <a:gd name="connsiteX115" fmla="*/ 542719 w 921894"/>
                <a:gd name="connsiteY115" fmla="*/ 39284 h 817204"/>
                <a:gd name="connsiteX116" fmla="*/ 551352 w 921894"/>
                <a:gd name="connsiteY116" fmla="*/ 90963 h 817204"/>
                <a:gd name="connsiteX117" fmla="*/ 554183 w 921894"/>
                <a:gd name="connsiteY117" fmla="*/ 109022 h 817204"/>
                <a:gd name="connsiteX118" fmla="*/ 561755 w 921894"/>
                <a:gd name="connsiteY118" fmla="*/ 117228 h 817204"/>
                <a:gd name="connsiteX119" fmla="*/ 631464 w 921894"/>
                <a:gd name="connsiteY119" fmla="*/ 145993 h 817204"/>
                <a:gd name="connsiteX120" fmla="*/ 635811 w 921894"/>
                <a:gd name="connsiteY120" fmla="*/ 147530 h 817204"/>
                <a:gd name="connsiteX121" fmla="*/ 645333 w 921894"/>
                <a:gd name="connsiteY121" fmla="*/ 141201 h 817204"/>
                <a:gd name="connsiteX122" fmla="*/ 695756 w 921894"/>
                <a:gd name="connsiteY122" fmla="*/ 104817 h 817204"/>
                <a:gd name="connsiteX123" fmla="*/ 723997 w 921894"/>
                <a:gd name="connsiteY123" fmla="*/ 94820 h 817204"/>
                <a:gd name="connsiteX124" fmla="*/ 760066 w 921894"/>
                <a:gd name="connsiteY124" fmla="*/ 109759 h 817204"/>
                <a:gd name="connsiteX125" fmla="*/ 801495 w 921894"/>
                <a:gd name="connsiteY125" fmla="*/ 151108 h 817204"/>
                <a:gd name="connsiteX126" fmla="*/ 811824 w 921894"/>
                <a:gd name="connsiteY126" fmla="*/ 161474 h 817204"/>
                <a:gd name="connsiteX127" fmla="*/ 817137 w 921894"/>
                <a:gd name="connsiteY127" fmla="*/ 223777 h 817204"/>
                <a:gd name="connsiteX128" fmla="*/ 780290 w 921894"/>
                <a:gd name="connsiteY128" fmla="*/ 275368 h 817204"/>
                <a:gd name="connsiteX129" fmla="*/ 773256 w 921894"/>
                <a:gd name="connsiteY129" fmla="*/ 285715 h 817204"/>
                <a:gd name="connsiteX130" fmla="*/ 805946 w 921894"/>
                <a:gd name="connsiteY130" fmla="*/ 364586 h 817204"/>
                <a:gd name="connsiteX131" fmla="*/ 837139 w 921894"/>
                <a:gd name="connsiteY131" fmla="*/ 370572 h 817204"/>
                <a:gd name="connsiteX132" fmla="*/ 880432 w 921894"/>
                <a:gd name="connsiteY132" fmla="*/ 377644 h 817204"/>
                <a:gd name="connsiteX133" fmla="*/ 921650 w 921894"/>
                <a:gd name="connsiteY133" fmla="*/ 426145 h 817204"/>
                <a:gd name="connsiteX134" fmla="*/ 921651 w 921894"/>
                <a:gd name="connsiteY134" fmla="*/ 496872 h 817204"/>
                <a:gd name="connsiteX135" fmla="*/ 881349 w 921894"/>
                <a:gd name="connsiteY135" fmla="*/ 544686 h 817204"/>
                <a:gd name="connsiteX136" fmla="*/ 822319 w 921894"/>
                <a:gd name="connsiteY136" fmla="*/ 553644 h 817204"/>
                <a:gd name="connsiteX137" fmla="*/ 798297 w 921894"/>
                <a:gd name="connsiteY137" fmla="*/ 556942 h 817204"/>
                <a:gd name="connsiteX138" fmla="*/ 774382 w 921894"/>
                <a:gd name="connsiteY138" fmla="*/ 532062 h 817204"/>
                <a:gd name="connsiteX139" fmla="*/ 747319 w 921894"/>
                <a:gd name="connsiteY139" fmla="*/ 509763 h 817204"/>
                <a:gd name="connsiteX140" fmla="*/ 749089 w 921894"/>
                <a:gd name="connsiteY140" fmla="*/ 499221 h 817204"/>
                <a:gd name="connsiteX141" fmla="*/ 759599 w 921894"/>
                <a:gd name="connsiteY141" fmla="*/ 495348 h 817204"/>
                <a:gd name="connsiteX142" fmla="*/ 840189 w 921894"/>
                <a:gd name="connsiteY142" fmla="*/ 482252 h 817204"/>
                <a:gd name="connsiteX143" fmla="*/ 852263 w 921894"/>
                <a:gd name="connsiteY143" fmla="*/ 479650 h 817204"/>
                <a:gd name="connsiteX144" fmla="*/ 853208 w 921894"/>
                <a:gd name="connsiteY144" fmla="*/ 473453 h 817204"/>
                <a:gd name="connsiteX145" fmla="*/ 853250 w 921894"/>
                <a:gd name="connsiteY145" fmla="*/ 443960 h 817204"/>
                <a:gd name="connsiteX146" fmla="*/ 845901 w 921894"/>
                <a:gd name="connsiteY146" fmla="*/ 441597 h 817204"/>
                <a:gd name="connsiteX147" fmla="*/ 755695 w 921894"/>
                <a:gd name="connsiteY147" fmla="*/ 426900 h 817204"/>
                <a:gd name="connsiteX148" fmla="*/ 750120 w 921894"/>
                <a:gd name="connsiteY148" fmla="*/ 425766 h 817204"/>
                <a:gd name="connsiteX149" fmla="*/ 747005 w 921894"/>
                <a:gd name="connsiteY149" fmla="*/ 414512 h 817204"/>
                <a:gd name="connsiteX150" fmla="*/ 695935 w 921894"/>
                <a:gd name="connsiteY150" fmla="*/ 291744 h 817204"/>
                <a:gd name="connsiteX151" fmla="*/ 690497 w 921894"/>
                <a:gd name="connsiteY151" fmla="*/ 282885 h 817204"/>
                <a:gd name="connsiteX152" fmla="*/ 750436 w 921894"/>
                <a:gd name="connsiteY152" fmla="*/ 199073 h 817204"/>
                <a:gd name="connsiteX153" fmla="*/ 722067 w 921894"/>
                <a:gd name="connsiteY153" fmla="*/ 170540 h 817204"/>
                <a:gd name="connsiteX154" fmla="*/ 638156 w 921894"/>
                <a:gd name="connsiteY154" fmla="*/ 230988 h 817204"/>
                <a:gd name="connsiteX155" fmla="*/ 570917 w 921894"/>
                <a:gd name="connsiteY155" fmla="*/ 192966 h 817204"/>
                <a:gd name="connsiteX156" fmla="*/ 497438 w 921894"/>
                <a:gd name="connsiteY156" fmla="*/ 172711 h 817204"/>
                <a:gd name="connsiteX157" fmla="*/ 493325 w 921894"/>
                <a:gd name="connsiteY157" fmla="*/ 161055 h 817204"/>
                <a:gd name="connsiteX158" fmla="*/ 480199 w 921894"/>
                <a:gd name="connsiteY158" fmla="*/ 80465 h 817204"/>
                <a:gd name="connsiteX159" fmla="*/ 477830 w 921894"/>
                <a:gd name="connsiteY159" fmla="*/ 69723 h 817204"/>
                <a:gd name="connsiteX160" fmla="*/ 459496 w 921894"/>
                <a:gd name="connsiteY160" fmla="*/ 68575 h 817204"/>
                <a:gd name="connsiteX161" fmla="*/ 441812 w 921894"/>
                <a:gd name="connsiteY161" fmla="*/ 68536 h 817204"/>
                <a:gd name="connsiteX162" fmla="*/ 439307 w 921894"/>
                <a:gd name="connsiteY162" fmla="*/ 78117 h 817204"/>
                <a:gd name="connsiteX163" fmla="*/ 426366 w 921894"/>
                <a:gd name="connsiteY163" fmla="*/ 158738 h 817204"/>
                <a:gd name="connsiteX164" fmla="*/ 423581 w 921894"/>
                <a:gd name="connsiteY164" fmla="*/ 172146 h 817204"/>
                <a:gd name="connsiteX165" fmla="*/ 400860 w 921894"/>
                <a:gd name="connsiteY165" fmla="*/ 177271 h 817204"/>
                <a:gd name="connsiteX166" fmla="*/ 298148 w 921894"/>
                <a:gd name="connsiteY166" fmla="*/ 220409 h 817204"/>
                <a:gd name="connsiteX167" fmla="*/ 281243 w 921894"/>
                <a:gd name="connsiteY167" fmla="*/ 231461 h 817204"/>
                <a:gd name="connsiteX168" fmla="*/ 196439 w 921894"/>
                <a:gd name="connsiteY168" fmla="*/ 170631 h 817204"/>
                <a:gd name="connsiteX169" fmla="*/ 170221 w 921894"/>
                <a:gd name="connsiteY169" fmla="*/ 197210 h 817204"/>
                <a:gd name="connsiteX170" fmla="*/ 230919 w 921894"/>
                <a:gd name="connsiteY170" fmla="*/ 281728 h 817204"/>
                <a:gd name="connsiteX171" fmla="*/ 223548 w 921894"/>
                <a:gd name="connsiteY171" fmla="*/ 293433 h 817204"/>
                <a:gd name="connsiteX172" fmla="*/ 175255 w 921894"/>
                <a:gd name="connsiteY172" fmla="*/ 410865 h 817204"/>
                <a:gd name="connsiteX173" fmla="*/ 172847 w 921894"/>
                <a:gd name="connsiteY173" fmla="*/ 421564 h 817204"/>
                <a:gd name="connsiteX174" fmla="*/ 171225 w 921894"/>
                <a:gd name="connsiteY174" fmla="*/ 424642 h 817204"/>
                <a:gd name="connsiteX175" fmla="*/ 69966 w 921894"/>
                <a:gd name="connsiteY175" fmla="*/ 441875 h 817204"/>
                <a:gd name="connsiteX176" fmla="*/ 68696 w 921894"/>
                <a:gd name="connsiteY176" fmla="*/ 460261 h 817204"/>
                <a:gd name="connsiteX177" fmla="*/ 68656 w 921894"/>
                <a:gd name="connsiteY177" fmla="*/ 477908 h 817204"/>
                <a:gd name="connsiteX178" fmla="*/ 76775 w 921894"/>
                <a:gd name="connsiteY178" fmla="*/ 480415 h 817204"/>
                <a:gd name="connsiteX179" fmla="*/ 165773 w 921894"/>
                <a:gd name="connsiteY179" fmla="*/ 494974 h 817204"/>
                <a:gd name="connsiteX180" fmla="*/ 171900 w 921894"/>
                <a:gd name="connsiteY180" fmla="*/ 496255 h 817204"/>
                <a:gd name="connsiteX181" fmla="*/ 175235 w 921894"/>
                <a:gd name="connsiteY181" fmla="*/ 513197 h 817204"/>
                <a:gd name="connsiteX182" fmla="*/ 163485 w 921894"/>
                <a:gd name="connsiteY182" fmla="*/ 521960 h 817204"/>
                <a:gd name="connsiteX183" fmla="*/ 134372 w 921894"/>
                <a:gd name="connsiteY183" fmla="*/ 549636 h 817204"/>
                <a:gd name="connsiteX184" fmla="*/ 121562 w 921894"/>
                <a:gd name="connsiteY184" fmla="*/ 554344 h 817204"/>
                <a:gd name="connsiteX185" fmla="*/ 68353 w 921894"/>
                <a:gd name="connsiteY185" fmla="*/ 547668 h 817204"/>
                <a:gd name="connsiteX186" fmla="*/ 41774 w 921894"/>
                <a:gd name="connsiteY186" fmla="*/ 544138 h 817204"/>
                <a:gd name="connsiteX187" fmla="*/ 330 w 921894"/>
                <a:gd name="connsiteY187" fmla="*/ 497390 h 817204"/>
                <a:gd name="connsiteX188" fmla="*/ 297 w 921894"/>
                <a:gd name="connsiteY188" fmla="*/ 423007 h 817204"/>
                <a:gd name="connsiteX189" fmla="*/ 37534 w 921894"/>
                <a:gd name="connsiteY189" fmla="*/ 377764 h 817204"/>
                <a:gd name="connsiteX190" fmla="*/ 77136 w 921894"/>
                <a:gd name="connsiteY190" fmla="*/ 370851 h 817204"/>
                <a:gd name="connsiteX191" fmla="*/ 108422 w 921894"/>
                <a:gd name="connsiteY191" fmla="*/ 365856 h 817204"/>
                <a:gd name="connsiteX192" fmla="*/ 117513 w 921894"/>
                <a:gd name="connsiteY192" fmla="*/ 357714 h 817204"/>
                <a:gd name="connsiteX193" fmla="*/ 132797 w 921894"/>
                <a:gd name="connsiteY193" fmla="*/ 315641 h 817204"/>
                <a:gd name="connsiteX194" fmla="*/ 147708 w 921894"/>
                <a:gd name="connsiteY194" fmla="*/ 284540 h 817204"/>
                <a:gd name="connsiteX195" fmla="*/ 142018 w 921894"/>
                <a:gd name="connsiteY195" fmla="*/ 275671 h 817204"/>
                <a:gd name="connsiteX196" fmla="*/ 104975 w 921894"/>
                <a:gd name="connsiteY196" fmla="*/ 224218 h 817204"/>
                <a:gd name="connsiteX197" fmla="*/ 94956 w 921894"/>
                <a:gd name="connsiteY197" fmla="*/ 195980 h 817204"/>
                <a:gd name="connsiteX198" fmla="*/ 107362 w 921894"/>
                <a:gd name="connsiteY198" fmla="*/ 162590 h 817204"/>
                <a:gd name="connsiteX199" fmla="*/ 161626 w 921894"/>
                <a:gd name="connsiteY199" fmla="*/ 108217 h 817204"/>
                <a:gd name="connsiteX200" fmla="*/ 222104 w 921894"/>
                <a:gd name="connsiteY200" fmla="*/ 104620 h 817204"/>
                <a:gd name="connsiteX201" fmla="*/ 273673 w 921894"/>
                <a:gd name="connsiteY201" fmla="*/ 141501 h 817204"/>
                <a:gd name="connsiteX202" fmla="*/ 283340 w 921894"/>
                <a:gd name="connsiteY202" fmla="*/ 148129 h 817204"/>
                <a:gd name="connsiteX203" fmla="*/ 322527 w 921894"/>
                <a:gd name="connsiteY203" fmla="*/ 129889 h 817204"/>
                <a:gd name="connsiteX204" fmla="*/ 362978 w 921894"/>
                <a:gd name="connsiteY204" fmla="*/ 115077 h 817204"/>
                <a:gd name="connsiteX205" fmla="*/ 368189 w 921894"/>
                <a:gd name="connsiteY205" fmla="*/ 88007 h 817204"/>
                <a:gd name="connsiteX206" fmla="*/ 375612 w 921894"/>
                <a:gd name="connsiteY206" fmla="*/ 42301 h 817204"/>
                <a:gd name="connsiteX207" fmla="*/ 424445 w 921894"/>
                <a:gd name="connsiteY207" fmla="*/ 12 h 817204"/>
                <a:gd name="connsiteX208" fmla="*/ 495172 w 921894"/>
                <a:gd name="connsiteY208" fmla="*/ 1 h 81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921894" h="817204">
                  <a:moveTo>
                    <a:pt x="476661" y="606860"/>
                  </a:moveTo>
                  <a:cubicBezTo>
                    <a:pt x="490808" y="608045"/>
                    <a:pt x="504776" y="611425"/>
                    <a:pt x="518543" y="617024"/>
                  </a:cubicBezTo>
                  <a:cubicBezTo>
                    <a:pt x="520799" y="617942"/>
                    <a:pt x="523018" y="618950"/>
                    <a:pt x="526076" y="620325"/>
                  </a:cubicBezTo>
                  <a:cubicBezTo>
                    <a:pt x="576062" y="645607"/>
                    <a:pt x="606708" y="686040"/>
                    <a:pt x="624295" y="737238"/>
                  </a:cubicBezTo>
                  <a:cubicBezTo>
                    <a:pt x="632977" y="762511"/>
                    <a:pt x="635357" y="788643"/>
                    <a:pt x="633581" y="815711"/>
                  </a:cubicBezTo>
                  <a:cubicBezTo>
                    <a:pt x="631960" y="816216"/>
                    <a:pt x="630501" y="817064"/>
                    <a:pt x="629039" y="817068"/>
                  </a:cubicBezTo>
                  <a:cubicBezTo>
                    <a:pt x="599385" y="817145"/>
                    <a:pt x="569730" y="817135"/>
                    <a:pt x="540076" y="817091"/>
                  </a:cubicBezTo>
                  <a:cubicBezTo>
                    <a:pt x="538922" y="817090"/>
                    <a:pt x="537769" y="816576"/>
                    <a:pt x="536686" y="816318"/>
                  </a:cubicBezTo>
                  <a:cubicBezTo>
                    <a:pt x="534593" y="807558"/>
                    <a:pt x="534424" y="785072"/>
                    <a:pt x="536496" y="773263"/>
                  </a:cubicBezTo>
                  <a:cubicBezTo>
                    <a:pt x="552303" y="771704"/>
                    <a:pt x="568489" y="773521"/>
                    <a:pt x="585251" y="772146"/>
                  </a:cubicBezTo>
                  <a:cubicBezTo>
                    <a:pt x="585356" y="769577"/>
                    <a:pt x="585976" y="767194"/>
                    <a:pt x="585463" y="765088"/>
                  </a:cubicBezTo>
                  <a:cubicBezTo>
                    <a:pt x="575778" y="725348"/>
                    <a:pt x="555971" y="691949"/>
                    <a:pt x="521460" y="669122"/>
                  </a:cubicBezTo>
                  <a:cubicBezTo>
                    <a:pt x="485553" y="645372"/>
                    <a:pt x="448378" y="644950"/>
                    <a:pt x="411281" y="667191"/>
                  </a:cubicBezTo>
                  <a:cubicBezTo>
                    <a:pt x="397533" y="675434"/>
                    <a:pt x="386067" y="686328"/>
                    <a:pt x="376113" y="698801"/>
                  </a:cubicBezTo>
                  <a:cubicBezTo>
                    <a:pt x="361741" y="716807"/>
                    <a:pt x="351472" y="736941"/>
                    <a:pt x="345476" y="759211"/>
                  </a:cubicBezTo>
                  <a:cubicBezTo>
                    <a:pt x="344739" y="761949"/>
                    <a:pt x="344142" y="764735"/>
                    <a:pt x="343696" y="767533"/>
                  </a:cubicBezTo>
                  <a:cubicBezTo>
                    <a:pt x="343517" y="768650"/>
                    <a:pt x="343925" y="769860"/>
                    <a:pt x="344112" y="771414"/>
                  </a:cubicBezTo>
                  <a:cubicBezTo>
                    <a:pt x="349154" y="773668"/>
                    <a:pt x="354459" y="772449"/>
                    <a:pt x="359586" y="772621"/>
                  </a:cubicBezTo>
                  <a:cubicBezTo>
                    <a:pt x="365267" y="772811"/>
                    <a:pt x="370959" y="772665"/>
                    <a:pt x="376646" y="772665"/>
                  </a:cubicBezTo>
                  <a:cubicBezTo>
                    <a:pt x="381889" y="772665"/>
                    <a:pt x="387131" y="772665"/>
                    <a:pt x="392072" y="772665"/>
                  </a:cubicBezTo>
                  <a:cubicBezTo>
                    <a:pt x="395021" y="781257"/>
                    <a:pt x="395256" y="806296"/>
                    <a:pt x="392535" y="817197"/>
                  </a:cubicBezTo>
                  <a:cubicBezTo>
                    <a:pt x="363166" y="817204"/>
                    <a:pt x="333561" y="817219"/>
                    <a:pt x="303957" y="817169"/>
                  </a:cubicBezTo>
                  <a:cubicBezTo>
                    <a:pt x="301609" y="817166"/>
                    <a:pt x="299261" y="816784"/>
                    <a:pt x="296522" y="816542"/>
                  </a:cubicBezTo>
                  <a:cubicBezTo>
                    <a:pt x="294840" y="810984"/>
                    <a:pt x="295622" y="805709"/>
                    <a:pt x="295552" y="800541"/>
                  </a:cubicBezTo>
                  <a:cubicBezTo>
                    <a:pt x="295482" y="795264"/>
                    <a:pt x="295409" y="789955"/>
                    <a:pt x="295880" y="784709"/>
                  </a:cubicBezTo>
                  <a:cubicBezTo>
                    <a:pt x="301066" y="726913"/>
                    <a:pt x="325462" y="678920"/>
                    <a:pt x="369912" y="641489"/>
                  </a:cubicBezTo>
                  <a:cubicBezTo>
                    <a:pt x="388516" y="625824"/>
                    <a:pt x="409851" y="615082"/>
                    <a:pt x="433702" y="609856"/>
                  </a:cubicBezTo>
                  <a:cubicBezTo>
                    <a:pt x="448188" y="606681"/>
                    <a:pt x="462515" y="605674"/>
                    <a:pt x="476661" y="606860"/>
                  </a:cubicBezTo>
                  <a:close/>
                  <a:moveTo>
                    <a:pt x="269441" y="531749"/>
                  </a:moveTo>
                  <a:cubicBezTo>
                    <a:pt x="284497" y="531739"/>
                    <a:pt x="299554" y="534706"/>
                    <a:pt x="314600" y="540640"/>
                  </a:cubicBezTo>
                  <a:cubicBezTo>
                    <a:pt x="337404" y="549634"/>
                    <a:pt x="356192" y="564182"/>
                    <a:pt x="372019" y="582723"/>
                  </a:cubicBezTo>
                  <a:cubicBezTo>
                    <a:pt x="372798" y="583635"/>
                    <a:pt x="373366" y="584734"/>
                    <a:pt x="373971" y="585781"/>
                  </a:cubicBezTo>
                  <a:cubicBezTo>
                    <a:pt x="374144" y="586081"/>
                    <a:pt x="374105" y="586504"/>
                    <a:pt x="374236" y="587325"/>
                  </a:cubicBezTo>
                  <a:cubicBezTo>
                    <a:pt x="363940" y="594077"/>
                    <a:pt x="353478" y="600936"/>
                    <a:pt x="342276" y="608282"/>
                  </a:cubicBezTo>
                  <a:cubicBezTo>
                    <a:pt x="339276" y="605319"/>
                    <a:pt x="336173" y="602194"/>
                    <a:pt x="333004" y="599136"/>
                  </a:cubicBezTo>
                  <a:cubicBezTo>
                    <a:pt x="322028" y="588546"/>
                    <a:pt x="309459" y="580503"/>
                    <a:pt x="294962" y="575618"/>
                  </a:cubicBezTo>
                  <a:cubicBezTo>
                    <a:pt x="275186" y="568954"/>
                    <a:pt x="255747" y="570176"/>
                    <a:pt x="236726" y="578485"/>
                  </a:cubicBezTo>
                  <a:cubicBezTo>
                    <a:pt x="224289" y="583917"/>
                    <a:pt x="213374" y="591645"/>
                    <a:pt x="203987" y="601428"/>
                  </a:cubicBezTo>
                  <a:cubicBezTo>
                    <a:pt x="199775" y="605818"/>
                    <a:pt x="195946" y="610574"/>
                    <a:pt x="191412" y="615862"/>
                  </a:cubicBezTo>
                  <a:cubicBezTo>
                    <a:pt x="178894" y="633228"/>
                    <a:pt x="170177" y="651316"/>
                    <a:pt x="166428" y="671561"/>
                  </a:cubicBezTo>
                  <a:cubicBezTo>
                    <a:pt x="169959" y="674546"/>
                    <a:pt x="173724" y="673499"/>
                    <a:pt x="177184" y="673508"/>
                  </a:cubicBezTo>
                  <a:cubicBezTo>
                    <a:pt x="212136" y="673591"/>
                    <a:pt x="247089" y="673546"/>
                    <a:pt x="282041" y="673577"/>
                  </a:cubicBezTo>
                  <a:cubicBezTo>
                    <a:pt x="285991" y="673581"/>
                    <a:pt x="289942" y="673828"/>
                    <a:pt x="294799" y="673993"/>
                  </a:cubicBezTo>
                  <a:cubicBezTo>
                    <a:pt x="290787" y="687211"/>
                    <a:pt x="287054" y="699512"/>
                    <a:pt x="283147" y="712384"/>
                  </a:cubicBezTo>
                  <a:cubicBezTo>
                    <a:pt x="270293" y="714020"/>
                    <a:pt x="257344" y="712893"/>
                    <a:pt x="244449" y="713087"/>
                  </a:cubicBezTo>
                  <a:cubicBezTo>
                    <a:pt x="231040" y="713290"/>
                    <a:pt x="217626" y="713133"/>
                    <a:pt x="204214" y="713133"/>
                  </a:cubicBezTo>
                  <a:cubicBezTo>
                    <a:pt x="191208" y="713133"/>
                    <a:pt x="178203" y="713180"/>
                    <a:pt x="165197" y="713119"/>
                  </a:cubicBezTo>
                  <a:cubicBezTo>
                    <a:pt x="152242" y="713059"/>
                    <a:pt x="139273" y="713411"/>
                    <a:pt x="125550" y="712832"/>
                  </a:cubicBezTo>
                  <a:cubicBezTo>
                    <a:pt x="125172" y="710015"/>
                    <a:pt x="124685" y="707765"/>
                    <a:pt x="124594" y="705498"/>
                  </a:cubicBezTo>
                  <a:cubicBezTo>
                    <a:pt x="122687" y="658182"/>
                    <a:pt x="137856" y="616824"/>
                    <a:pt x="168550" y="581078"/>
                  </a:cubicBezTo>
                  <a:cubicBezTo>
                    <a:pt x="183869" y="563238"/>
                    <a:pt x="202299" y="549448"/>
                    <a:pt x="224288" y="540718"/>
                  </a:cubicBezTo>
                  <a:cubicBezTo>
                    <a:pt x="239331" y="534745"/>
                    <a:pt x="254386" y="531759"/>
                    <a:pt x="269441" y="531749"/>
                  </a:cubicBezTo>
                  <a:close/>
                  <a:moveTo>
                    <a:pt x="655174" y="528133"/>
                  </a:moveTo>
                  <a:cubicBezTo>
                    <a:pt x="676930" y="528663"/>
                    <a:pt x="698539" y="535530"/>
                    <a:pt x="719974" y="548660"/>
                  </a:cubicBezTo>
                  <a:cubicBezTo>
                    <a:pt x="731112" y="555482"/>
                    <a:pt x="740891" y="564044"/>
                    <a:pt x="750416" y="574191"/>
                  </a:cubicBezTo>
                  <a:cubicBezTo>
                    <a:pt x="772835" y="599272"/>
                    <a:pt x="787378" y="627423"/>
                    <a:pt x="794117" y="659561"/>
                  </a:cubicBezTo>
                  <a:cubicBezTo>
                    <a:pt x="797424" y="675332"/>
                    <a:pt x="798302" y="693153"/>
                    <a:pt x="796261" y="708643"/>
                  </a:cubicBezTo>
                  <a:cubicBezTo>
                    <a:pt x="794203" y="708958"/>
                    <a:pt x="791921" y="709612"/>
                    <a:pt x="789638" y="709615"/>
                  </a:cubicBezTo>
                  <a:cubicBezTo>
                    <a:pt x="741719" y="709675"/>
                    <a:pt x="693800" y="709666"/>
                    <a:pt x="645881" y="709641"/>
                  </a:cubicBezTo>
                  <a:cubicBezTo>
                    <a:pt x="643883" y="709639"/>
                    <a:pt x="641885" y="709343"/>
                    <a:pt x="639389" y="709144"/>
                  </a:cubicBezTo>
                  <a:cubicBezTo>
                    <a:pt x="635622" y="696739"/>
                    <a:pt x="631879" y="684414"/>
                    <a:pt x="628127" y="672058"/>
                  </a:cubicBezTo>
                  <a:cubicBezTo>
                    <a:pt x="631511" y="669251"/>
                    <a:pt x="635263" y="670323"/>
                    <a:pt x="638711" y="670314"/>
                  </a:cubicBezTo>
                  <a:cubicBezTo>
                    <a:pt x="672823" y="670226"/>
                    <a:pt x="706934" y="670286"/>
                    <a:pt x="741046" y="670231"/>
                  </a:cubicBezTo>
                  <a:cubicBezTo>
                    <a:pt x="745398" y="670223"/>
                    <a:pt x="749882" y="670924"/>
                    <a:pt x="754803" y="668858"/>
                  </a:cubicBezTo>
                  <a:cubicBezTo>
                    <a:pt x="754528" y="666339"/>
                    <a:pt x="754567" y="663960"/>
                    <a:pt x="753983" y="661746"/>
                  </a:cubicBezTo>
                  <a:cubicBezTo>
                    <a:pt x="745843" y="630891"/>
                    <a:pt x="729690" y="605194"/>
                    <a:pt x="704050" y="585948"/>
                  </a:cubicBezTo>
                  <a:cubicBezTo>
                    <a:pt x="688026" y="573918"/>
                    <a:pt x="670011" y="567325"/>
                    <a:pt x="649632" y="567920"/>
                  </a:cubicBezTo>
                  <a:cubicBezTo>
                    <a:pt x="635906" y="568321"/>
                    <a:pt x="623277" y="572308"/>
                    <a:pt x="611350" y="578772"/>
                  </a:cubicBezTo>
                  <a:cubicBezTo>
                    <a:pt x="602737" y="583438"/>
                    <a:pt x="595012" y="589365"/>
                    <a:pt x="587982" y="596194"/>
                  </a:cubicBezTo>
                  <a:cubicBezTo>
                    <a:pt x="585113" y="598981"/>
                    <a:pt x="582200" y="601725"/>
                    <a:pt x="579292" y="604502"/>
                  </a:cubicBezTo>
                  <a:cubicBezTo>
                    <a:pt x="568425" y="597335"/>
                    <a:pt x="558007" y="590463"/>
                    <a:pt x="546875" y="583121"/>
                  </a:cubicBezTo>
                  <a:cubicBezTo>
                    <a:pt x="548424" y="581036"/>
                    <a:pt x="549673" y="579062"/>
                    <a:pt x="551205" y="577339"/>
                  </a:cubicBezTo>
                  <a:cubicBezTo>
                    <a:pt x="562342" y="564814"/>
                    <a:pt x="574777" y="553787"/>
                    <a:pt x="589490" y="545627"/>
                  </a:cubicBezTo>
                  <a:cubicBezTo>
                    <a:pt x="611516" y="533410"/>
                    <a:pt x="633419" y="527603"/>
                    <a:pt x="655174" y="528133"/>
                  </a:cubicBezTo>
                  <a:close/>
                  <a:moveTo>
                    <a:pt x="460362" y="456729"/>
                  </a:moveTo>
                  <a:cubicBezTo>
                    <a:pt x="436615" y="459692"/>
                    <a:pt x="419697" y="478927"/>
                    <a:pt x="420749" y="502816"/>
                  </a:cubicBezTo>
                  <a:cubicBezTo>
                    <a:pt x="421838" y="527537"/>
                    <a:pt x="442313" y="545611"/>
                    <a:pt x="467029" y="544605"/>
                  </a:cubicBezTo>
                  <a:cubicBezTo>
                    <a:pt x="473210" y="544353"/>
                    <a:pt x="479053" y="542914"/>
                    <a:pt x="486222" y="539210"/>
                  </a:cubicBezTo>
                  <a:cubicBezTo>
                    <a:pt x="489159" y="537057"/>
                    <a:pt x="492348" y="535174"/>
                    <a:pt x="494992" y="532707"/>
                  </a:cubicBezTo>
                  <a:cubicBezTo>
                    <a:pt x="508739" y="519877"/>
                    <a:pt x="512677" y="499392"/>
                    <a:pt x="504857" y="482390"/>
                  </a:cubicBezTo>
                  <a:cubicBezTo>
                    <a:pt x="497029" y="465370"/>
                    <a:pt x="478424" y="454476"/>
                    <a:pt x="460362" y="456729"/>
                  </a:cubicBezTo>
                  <a:close/>
                  <a:moveTo>
                    <a:pt x="449863" y="413123"/>
                  </a:moveTo>
                  <a:cubicBezTo>
                    <a:pt x="501123" y="404583"/>
                    <a:pt x="541591" y="438836"/>
                    <a:pt x="551268" y="480334"/>
                  </a:cubicBezTo>
                  <a:cubicBezTo>
                    <a:pt x="556901" y="504489"/>
                    <a:pt x="552846" y="527096"/>
                    <a:pt x="539433" y="548929"/>
                  </a:cubicBezTo>
                  <a:cubicBezTo>
                    <a:pt x="524170" y="571188"/>
                    <a:pt x="504080" y="584337"/>
                    <a:pt x="478171" y="588546"/>
                  </a:cubicBezTo>
                  <a:cubicBezTo>
                    <a:pt x="432861" y="595908"/>
                    <a:pt x="388343" y="565837"/>
                    <a:pt x="378193" y="520874"/>
                  </a:cubicBezTo>
                  <a:cubicBezTo>
                    <a:pt x="366865" y="470690"/>
                    <a:pt x="399053" y="421588"/>
                    <a:pt x="449863" y="413123"/>
                  </a:cubicBezTo>
                  <a:close/>
                  <a:moveTo>
                    <a:pt x="280195" y="402638"/>
                  </a:moveTo>
                  <a:cubicBezTo>
                    <a:pt x="260669" y="401208"/>
                    <a:pt x="243258" y="415295"/>
                    <a:pt x="240973" y="434615"/>
                  </a:cubicBezTo>
                  <a:cubicBezTo>
                    <a:pt x="239139" y="450124"/>
                    <a:pt x="244802" y="462320"/>
                    <a:pt x="259430" y="472027"/>
                  </a:cubicBezTo>
                  <a:cubicBezTo>
                    <a:pt x="265993" y="475758"/>
                    <a:pt x="273098" y="476855"/>
                    <a:pt x="280526" y="476338"/>
                  </a:cubicBezTo>
                  <a:cubicBezTo>
                    <a:pt x="299457" y="475019"/>
                    <a:pt x="314346" y="459140"/>
                    <a:pt x="314543" y="440073"/>
                  </a:cubicBezTo>
                  <a:cubicBezTo>
                    <a:pt x="314744" y="420738"/>
                    <a:pt x="299428" y="404046"/>
                    <a:pt x="280195" y="402638"/>
                  </a:cubicBezTo>
                  <a:close/>
                  <a:moveTo>
                    <a:pt x="651914" y="396998"/>
                  </a:moveTo>
                  <a:cubicBezTo>
                    <a:pt x="635666" y="396671"/>
                    <a:pt x="616823" y="409090"/>
                    <a:pt x="615166" y="431921"/>
                  </a:cubicBezTo>
                  <a:cubicBezTo>
                    <a:pt x="613772" y="451123"/>
                    <a:pt x="628851" y="468739"/>
                    <a:pt x="647896" y="470718"/>
                  </a:cubicBezTo>
                  <a:cubicBezTo>
                    <a:pt x="667659" y="472772"/>
                    <a:pt x="685033" y="459827"/>
                    <a:pt x="688522" y="440445"/>
                  </a:cubicBezTo>
                  <a:cubicBezTo>
                    <a:pt x="690504" y="429436"/>
                    <a:pt x="687918" y="419576"/>
                    <a:pt x="679895" y="409404"/>
                  </a:cubicBezTo>
                  <a:cubicBezTo>
                    <a:pt x="672358" y="401231"/>
                    <a:pt x="663148" y="397223"/>
                    <a:pt x="651914" y="396998"/>
                  </a:cubicBezTo>
                  <a:close/>
                  <a:moveTo>
                    <a:pt x="278476" y="363076"/>
                  </a:moveTo>
                  <a:cubicBezTo>
                    <a:pt x="305042" y="363426"/>
                    <a:pt x="330362" y="377758"/>
                    <a:pt x="344190" y="402307"/>
                  </a:cubicBezTo>
                  <a:cubicBezTo>
                    <a:pt x="346173" y="405826"/>
                    <a:pt x="347586" y="409668"/>
                    <a:pt x="349590" y="414274"/>
                  </a:cubicBezTo>
                  <a:cubicBezTo>
                    <a:pt x="358089" y="441083"/>
                    <a:pt x="354535" y="465338"/>
                    <a:pt x="337668" y="486555"/>
                  </a:cubicBezTo>
                  <a:cubicBezTo>
                    <a:pt x="317615" y="511780"/>
                    <a:pt x="290779" y="521490"/>
                    <a:pt x="259509" y="513859"/>
                  </a:cubicBezTo>
                  <a:cubicBezTo>
                    <a:pt x="228309" y="506245"/>
                    <a:pt x="209286" y="485389"/>
                    <a:pt x="202323" y="453860"/>
                  </a:cubicBezTo>
                  <a:cubicBezTo>
                    <a:pt x="195263" y="421891"/>
                    <a:pt x="212584" y="381576"/>
                    <a:pt x="251875" y="367526"/>
                  </a:cubicBezTo>
                  <a:cubicBezTo>
                    <a:pt x="260628" y="364396"/>
                    <a:pt x="269621" y="362959"/>
                    <a:pt x="278476" y="363076"/>
                  </a:cubicBezTo>
                  <a:close/>
                  <a:moveTo>
                    <a:pt x="666922" y="358729"/>
                  </a:moveTo>
                  <a:cubicBezTo>
                    <a:pt x="698228" y="364837"/>
                    <a:pt x="721982" y="390606"/>
                    <a:pt x="727586" y="420377"/>
                  </a:cubicBezTo>
                  <a:cubicBezTo>
                    <a:pt x="736498" y="467719"/>
                    <a:pt x="695885" y="520098"/>
                    <a:pt x="636240" y="508816"/>
                  </a:cubicBezTo>
                  <a:cubicBezTo>
                    <a:pt x="633850" y="508365"/>
                    <a:pt x="631515" y="507620"/>
                    <a:pt x="628218" y="506701"/>
                  </a:cubicBezTo>
                  <a:cubicBezTo>
                    <a:pt x="603789" y="497584"/>
                    <a:pt x="587479" y="481574"/>
                    <a:pt x="579530" y="457691"/>
                  </a:cubicBezTo>
                  <a:cubicBezTo>
                    <a:pt x="565542" y="415666"/>
                    <a:pt x="590292" y="370494"/>
                    <a:pt x="633492" y="359755"/>
                  </a:cubicBezTo>
                  <a:cubicBezTo>
                    <a:pt x="645213" y="356842"/>
                    <a:pt x="656487" y="356693"/>
                    <a:pt x="666922" y="358729"/>
                  </a:cubicBezTo>
                  <a:close/>
                  <a:moveTo>
                    <a:pt x="495172" y="1"/>
                  </a:moveTo>
                  <a:cubicBezTo>
                    <a:pt x="515431" y="-175"/>
                    <a:pt x="538045" y="13391"/>
                    <a:pt x="542719" y="39284"/>
                  </a:cubicBezTo>
                  <a:cubicBezTo>
                    <a:pt x="545821" y="56470"/>
                    <a:pt x="548504" y="73731"/>
                    <a:pt x="551352" y="90963"/>
                  </a:cubicBezTo>
                  <a:cubicBezTo>
                    <a:pt x="552346" y="96974"/>
                    <a:pt x="553422" y="102979"/>
                    <a:pt x="554183" y="109022"/>
                  </a:cubicBezTo>
                  <a:cubicBezTo>
                    <a:pt x="554774" y="113712"/>
                    <a:pt x="557269" y="115924"/>
                    <a:pt x="561755" y="117228"/>
                  </a:cubicBezTo>
                  <a:cubicBezTo>
                    <a:pt x="586023" y="124280"/>
                    <a:pt x="609246" y="133933"/>
                    <a:pt x="631464" y="145993"/>
                  </a:cubicBezTo>
                  <a:cubicBezTo>
                    <a:pt x="632518" y="146566"/>
                    <a:pt x="633748" y="146814"/>
                    <a:pt x="635811" y="147530"/>
                  </a:cubicBezTo>
                  <a:cubicBezTo>
                    <a:pt x="638689" y="145625"/>
                    <a:pt x="642093" y="143528"/>
                    <a:pt x="645333" y="141201"/>
                  </a:cubicBezTo>
                  <a:cubicBezTo>
                    <a:pt x="662166" y="129109"/>
                    <a:pt x="678977" y="116984"/>
                    <a:pt x="695756" y="104817"/>
                  </a:cubicBezTo>
                  <a:cubicBezTo>
                    <a:pt x="704202" y="98693"/>
                    <a:pt x="713424" y="95039"/>
                    <a:pt x="723997" y="94820"/>
                  </a:cubicBezTo>
                  <a:cubicBezTo>
                    <a:pt x="738260" y="94525"/>
                    <a:pt x="750099" y="99791"/>
                    <a:pt x="760066" y="109759"/>
                  </a:cubicBezTo>
                  <a:cubicBezTo>
                    <a:pt x="773863" y="123555"/>
                    <a:pt x="787686" y="137325"/>
                    <a:pt x="801495" y="151108"/>
                  </a:cubicBezTo>
                  <a:cubicBezTo>
                    <a:pt x="804947" y="154555"/>
                    <a:pt x="808454" y="157949"/>
                    <a:pt x="811824" y="161474"/>
                  </a:cubicBezTo>
                  <a:cubicBezTo>
                    <a:pt x="829209" y="179655"/>
                    <a:pt x="831409" y="203075"/>
                    <a:pt x="817137" y="223777"/>
                  </a:cubicBezTo>
                  <a:cubicBezTo>
                    <a:pt x="805145" y="241175"/>
                    <a:pt x="792573" y="258172"/>
                    <a:pt x="780290" y="275368"/>
                  </a:cubicBezTo>
                  <a:cubicBezTo>
                    <a:pt x="777955" y="278638"/>
                    <a:pt x="775767" y="282012"/>
                    <a:pt x="773256" y="285715"/>
                  </a:cubicBezTo>
                  <a:cubicBezTo>
                    <a:pt x="787104" y="310852"/>
                    <a:pt x="798113" y="336966"/>
                    <a:pt x="805946" y="364586"/>
                  </a:cubicBezTo>
                  <a:cubicBezTo>
                    <a:pt x="816222" y="368240"/>
                    <a:pt x="826838" y="368689"/>
                    <a:pt x="837139" y="370572"/>
                  </a:cubicBezTo>
                  <a:cubicBezTo>
                    <a:pt x="851522" y="373202"/>
                    <a:pt x="865943" y="375716"/>
                    <a:pt x="880432" y="377644"/>
                  </a:cubicBezTo>
                  <a:cubicBezTo>
                    <a:pt x="899795" y="380223"/>
                    <a:pt x="921246" y="396444"/>
                    <a:pt x="921650" y="426145"/>
                  </a:cubicBezTo>
                  <a:cubicBezTo>
                    <a:pt x="921970" y="449717"/>
                    <a:pt x="921982" y="473300"/>
                    <a:pt x="921651" y="496872"/>
                  </a:cubicBezTo>
                  <a:cubicBezTo>
                    <a:pt x="921302" y="521846"/>
                    <a:pt x="906073" y="540142"/>
                    <a:pt x="881349" y="544686"/>
                  </a:cubicBezTo>
                  <a:cubicBezTo>
                    <a:pt x="861784" y="548282"/>
                    <a:pt x="842009" y="550740"/>
                    <a:pt x="822319" y="553644"/>
                  </a:cubicBezTo>
                  <a:cubicBezTo>
                    <a:pt x="814305" y="554827"/>
                    <a:pt x="806269" y="555852"/>
                    <a:pt x="798297" y="556942"/>
                  </a:cubicBezTo>
                  <a:cubicBezTo>
                    <a:pt x="790115" y="548353"/>
                    <a:pt x="782677" y="539745"/>
                    <a:pt x="774382" y="532062"/>
                  </a:cubicBezTo>
                  <a:cubicBezTo>
                    <a:pt x="766068" y="524363"/>
                    <a:pt x="756900" y="517586"/>
                    <a:pt x="747319" y="509763"/>
                  </a:cubicBezTo>
                  <a:cubicBezTo>
                    <a:pt x="747862" y="506529"/>
                    <a:pt x="748515" y="502644"/>
                    <a:pt x="749089" y="499221"/>
                  </a:cubicBezTo>
                  <a:cubicBezTo>
                    <a:pt x="752221" y="495737"/>
                    <a:pt x="756061" y="495925"/>
                    <a:pt x="759599" y="495348"/>
                  </a:cubicBezTo>
                  <a:cubicBezTo>
                    <a:pt x="786460" y="490969"/>
                    <a:pt x="813332" y="486657"/>
                    <a:pt x="840189" y="482252"/>
                  </a:cubicBezTo>
                  <a:cubicBezTo>
                    <a:pt x="844149" y="481601"/>
                    <a:pt x="848046" y="480569"/>
                    <a:pt x="852263" y="479650"/>
                  </a:cubicBezTo>
                  <a:cubicBezTo>
                    <a:pt x="852627" y="477367"/>
                    <a:pt x="853189" y="475413"/>
                    <a:pt x="853208" y="473453"/>
                  </a:cubicBezTo>
                  <a:cubicBezTo>
                    <a:pt x="853300" y="463742"/>
                    <a:pt x="853250" y="454030"/>
                    <a:pt x="853250" y="443960"/>
                  </a:cubicBezTo>
                  <a:cubicBezTo>
                    <a:pt x="850344" y="443006"/>
                    <a:pt x="848177" y="441971"/>
                    <a:pt x="845901" y="441597"/>
                  </a:cubicBezTo>
                  <a:cubicBezTo>
                    <a:pt x="815841" y="436647"/>
                    <a:pt x="785765" y="431792"/>
                    <a:pt x="755695" y="426900"/>
                  </a:cubicBezTo>
                  <a:cubicBezTo>
                    <a:pt x="754114" y="426643"/>
                    <a:pt x="752552" y="426264"/>
                    <a:pt x="750120" y="425766"/>
                  </a:cubicBezTo>
                  <a:cubicBezTo>
                    <a:pt x="749099" y="422141"/>
                    <a:pt x="747686" y="418391"/>
                    <a:pt x="747005" y="414512"/>
                  </a:cubicBezTo>
                  <a:cubicBezTo>
                    <a:pt x="739146" y="369766"/>
                    <a:pt x="722148" y="328850"/>
                    <a:pt x="695935" y="291744"/>
                  </a:cubicBezTo>
                  <a:cubicBezTo>
                    <a:pt x="694086" y="289128"/>
                    <a:pt x="692567" y="286279"/>
                    <a:pt x="690497" y="282885"/>
                  </a:cubicBezTo>
                  <a:cubicBezTo>
                    <a:pt x="710561" y="254830"/>
                    <a:pt x="730585" y="226830"/>
                    <a:pt x="750436" y="199073"/>
                  </a:cubicBezTo>
                  <a:cubicBezTo>
                    <a:pt x="744450" y="190666"/>
                    <a:pt x="731137" y="177289"/>
                    <a:pt x="722067" y="170540"/>
                  </a:cubicBezTo>
                  <a:cubicBezTo>
                    <a:pt x="694324" y="190526"/>
                    <a:pt x="666364" y="210668"/>
                    <a:pt x="638156" y="230988"/>
                  </a:cubicBezTo>
                  <a:cubicBezTo>
                    <a:pt x="616259" y="216520"/>
                    <a:pt x="594725" y="202736"/>
                    <a:pt x="570917" y="192966"/>
                  </a:cubicBezTo>
                  <a:cubicBezTo>
                    <a:pt x="547109" y="183197"/>
                    <a:pt x="522209" y="177484"/>
                    <a:pt x="497438" y="172711"/>
                  </a:cubicBezTo>
                  <a:cubicBezTo>
                    <a:pt x="493833" y="169239"/>
                    <a:pt x="493970" y="164947"/>
                    <a:pt x="493325" y="161055"/>
                  </a:cubicBezTo>
                  <a:cubicBezTo>
                    <a:pt x="488875" y="134204"/>
                    <a:pt x="484599" y="107324"/>
                    <a:pt x="480199" y="80465"/>
                  </a:cubicBezTo>
                  <a:cubicBezTo>
                    <a:pt x="479611" y="76879"/>
                    <a:pt x="478642" y="73357"/>
                    <a:pt x="477830" y="69723"/>
                  </a:cubicBezTo>
                  <a:cubicBezTo>
                    <a:pt x="471632" y="67628"/>
                    <a:pt x="465507" y="68768"/>
                    <a:pt x="459496" y="68575"/>
                  </a:cubicBezTo>
                  <a:cubicBezTo>
                    <a:pt x="453836" y="68392"/>
                    <a:pt x="448166" y="68536"/>
                    <a:pt x="441812" y="68536"/>
                  </a:cubicBezTo>
                  <a:cubicBezTo>
                    <a:pt x="440877" y="72052"/>
                    <a:pt x="439807" y="75038"/>
                    <a:pt x="439307" y="78117"/>
                  </a:cubicBezTo>
                  <a:cubicBezTo>
                    <a:pt x="434945" y="104983"/>
                    <a:pt x="430713" y="131870"/>
                    <a:pt x="426366" y="158738"/>
                  </a:cubicBezTo>
                  <a:cubicBezTo>
                    <a:pt x="425661" y="163095"/>
                    <a:pt x="424580" y="167390"/>
                    <a:pt x="423581" y="172146"/>
                  </a:cubicBezTo>
                  <a:cubicBezTo>
                    <a:pt x="415809" y="173907"/>
                    <a:pt x="408365" y="175738"/>
                    <a:pt x="400860" y="177271"/>
                  </a:cubicBezTo>
                  <a:cubicBezTo>
                    <a:pt x="363759" y="184850"/>
                    <a:pt x="329587" y="199359"/>
                    <a:pt x="298148" y="220409"/>
                  </a:cubicBezTo>
                  <a:cubicBezTo>
                    <a:pt x="292763" y="224015"/>
                    <a:pt x="287300" y="227505"/>
                    <a:pt x="281243" y="231461"/>
                  </a:cubicBezTo>
                  <a:cubicBezTo>
                    <a:pt x="253118" y="211287"/>
                    <a:pt x="225096" y="191186"/>
                    <a:pt x="196439" y="170631"/>
                  </a:cubicBezTo>
                  <a:cubicBezTo>
                    <a:pt x="187400" y="179167"/>
                    <a:pt x="178758" y="187538"/>
                    <a:pt x="170221" y="197210"/>
                  </a:cubicBezTo>
                  <a:cubicBezTo>
                    <a:pt x="190289" y="225554"/>
                    <a:pt x="210798" y="253243"/>
                    <a:pt x="230919" y="281728"/>
                  </a:cubicBezTo>
                  <a:cubicBezTo>
                    <a:pt x="228277" y="285942"/>
                    <a:pt x="226065" y="289793"/>
                    <a:pt x="223548" y="293433"/>
                  </a:cubicBezTo>
                  <a:cubicBezTo>
                    <a:pt x="198913" y="329072"/>
                    <a:pt x="182789" y="368194"/>
                    <a:pt x="175255" y="410865"/>
                  </a:cubicBezTo>
                  <a:cubicBezTo>
                    <a:pt x="174620" y="414461"/>
                    <a:pt x="173711" y="418012"/>
                    <a:pt x="172847" y="421564"/>
                  </a:cubicBezTo>
                  <a:cubicBezTo>
                    <a:pt x="172662" y="422319"/>
                    <a:pt x="172114" y="422986"/>
                    <a:pt x="171225" y="424642"/>
                  </a:cubicBezTo>
                  <a:cubicBezTo>
                    <a:pt x="138077" y="431079"/>
                    <a:pt x="103875" y="435486"/>
                    <a:pt x="69966" y="441875"/>
                  </a:cubicBezTo>
                  <a:cubicBezTo>
                    <a:pt x="67595" y="448139"/>
                    <a:pt x="68891" y="454268"/>
                    <a:pt x="68696" y="460261"/>
                  </a:cubicBezTo>
                  <a:cubicBezTo>
                    <a:pt x="68511" y="465927"/>
                    <a:pt x="68656" y="471605"/>
                    <a:pt x="68656" y="477908"/>
                  </a:cubicBezTo>
                  <a:cubicBezTo>
                    <a:pt x="71607" y="478839"/>
                    <a:pt x="74133" y="479979"/>
                    <a:pt x="76775" y="480415"/>
                  </a:cubicBezTo>
                  <a:cubicBezTo>
                    <a:pt x="106431" y="485327"/>
                    <a:pt x="136106" y="490125"/>
                    <a:pt x="165773" y="494974"/>
                  </a:cubicBezTo>
                  <a:cubicBezTo>
                    <a:pt x="167730" y="495294"/>
                    <a:pt x="169660" y="495782"/>
                    <a:pt x="171900" y="496255"/>
                  </a:cubicBezTo>
                  <a:cubicBezTo>
                    <a:pt x="173680" y="501884"/>
                    <a:pt x="175359" y="507179"/>
                    <a:pt x="175235" y="513197"/>
                  </a:cubicBezTo>
                  <a:cubicBezTo>
                    <a:pt x="171245" y="516168"/>
                    <a:pt x="167326" y="519013"/>
                    <a:pt x="163485" y="521960"/>
                  </a:cubicBezTo>
                  <a:cubicBezTo>
                    <a:pt x="152807" y="530156"/>
                    <a:pt x="143113" y="539419"/>
                    <a:pt x="134372" y="549636"/>
                  </a:cubicBezTo>
                  <a:cubicBezTo>
                    <a:pt x="130861" y="553739"/>
                    <a:pt x="127099" y="555140"/>
                    <a:pt x="121562" y="554344"/>
                  </a:cubicBezTo>
                  <a:cubicBezTo>
                    <a:pt x="103872" y="551798"/>
                    <a:pt x="86092" y="549881"/>
                    <a:pt x="68353" y="547668"/>
                  </a:cubicBezTo>
                  <a:cubicBezTo>
                    <a:pt x="59484" y="546561"/>
                    <a:pt x="50609" y="545480"/>
                    <a:pt x="41774" y="544138"/>
                  </a:cubicBezTo>
                  <a:cubicBezTo>
                    <a:pt x="17447" y="540445"/>
                    <a:pt x="755" y="521960"/>
                    <a:pt x="330" y="497390"/>
                  </a:cubicBezTo>
                  <a:cubicBezTo>
                    <a:pt x="-100" y="472601"/>
                    <a:pt x="-111" y="447795"/>
                    <a:pt x="297" y="423007"/>
                  </a:cubicBezTo>
                  <a:cubicBezTo>
                    <a:pt x="667" y="400489"/>
                    <a:pt x="15303" y="382735"/>
                    <a:pt x="37534" y="377764"/>
                  </a:cubicBezTo>
                  <a:cubicBezTo>
                    <a:pt x="50597" y="374843"/>
                    <a:pt x="63919" y="373071"/>
                    <a:pt x="77136" y="370851"/>
                  </a:cubicBezTo>
                  <a:cubicBezTo>
                    <a:pt x="87552" y="369102"/>
                    <a:pt x="97957" y="367246"/>
                    <a:pt x="108422" y="365856"/>
                  </a:cubicBezTo>
                  <a:cubicBezTo>
                    <a:pt x="113622" y="365165"/>
                    <a:pt x="115888" y="362614"/>
                    <a:pt x="117513" y="357714"/>
                  </a:cubicBezTo>
                  <a:cubicBezTo>
                    <a:pt x="122112" y="343847"/>
                    <a:pt x="127385" y="330204"/>
                    <a:pt x="132797" y="315641"/>
                  </a:cubicBezTo>
                  <a:cubicBezTo>
                    <a:pt x="137932" y="304936"/>
                    <a:pt x="142665" y="295062"/>
                    <a:pt x="147708" y="284540"/>
                  </a:cubicBezTo>
                  <a:cubicBezTo>
                    <a:pt x="145886" y="281685"/>
                    <a:pt x="144098" y="278574"/>
                    <a:pt x="142018" y="275671"/>
                  </a:cubicBezTo>
                  <a:cubicBezTo>
                    <a:pt x="129711" y="258491"/>
                    <a:pt x="117361" y="241341"/>
                    <a:pt x="104975" y="224218"/>
                  </a:cubicBezTo>
                  <a:cubicBezTo>
                    <a:pt x="98864" y="215770"/>
                    <a:pt x="95197" y="206555"/>
                    <a:pt x="94956" y="195980"/>
                  </a:cubicBezTo>
                  <a:cubicBezTo>
                    <a:pt x="94664" y="183141"/>
                    <a:pt x="98521" y="171723"/>
                    <a:pt x="107362" y="162590"/>
                  </a:cubicBezTo>
                  <a:cubicBezTo>
                    <a:pt x="125171" y="144193"/>
                    <a:pt x="143102" y="125886"/>
                    <a:pt x="161626" y="108217"/>
                  </a:cubicBezTo>
                  <a:cubicBezTo>
                    <a:pt x="178611" y="92017"/>
                    <a:pt x="202226" y="90856"/>
                    <a:pt x="222104" y="104620"/>
                  </a:cubicBezTo>
                  <a:cubicBezTo>
                    <a:pt x="239477" y="116649"/>
                    <a:pt x="256484" y="129205"/>
                    <a:pt x="273673" y="141501"/>
                  </a:cubicBezTo>
                  <a:cubicBezTo>
                    <a:pt x="276946" y="143842"/>
                    <a:pt x="280310" y="146057"/>
                    <a:pt x="283340" y="148129"/>
                  </a:cubicBezTo>
                  <a:cubicBezTo>
                    <a:pt x="296795" y="141813"/>
                    <a:pt x="309440" y="135319"/>
                    <a:pt x="322527" y="129889"/>
                  </a:cubicBezTo>
                  <a:cubicBezTo>
                    <a:pt x="335611" y="124459"/>
                    <a:pt x="349137" y="120094"/>
                    <a:pt x="362978" y="115077"/>
                  </a:cubicBezTo>
                  <a:cubicBezTo>
                    <a:pt x="366330" y="106563"/>
                    <a:pt x="366527" y="97115"/>
                    <a:pt x="368189" y="88007"/>
                  </a:cubicBezTo>
                  <a:cubicBezTo>
                    <a:pt x="370958" y="72825"/>
                    <a:pt x="373390" y="57575"/>
                    <a:pt x="375612" y="42301"/>
                  </a:cubicBezTo>
                  <a:cubicBezTo>
                    <a:pt x="379659" y="14490"/>
                    <a:pt x="402770" y="-228"/>
                    <a:pt x="424445" y="12"/>
                  </a:cubicBezTo>
                  <a:cubicBezTo>
                    <a:pt x="448018" y="273"/>
                    <a:pt x="471598" y="207"/>
                    <a:pt x="495172" y="1"/>
                  </a:cubicBezTo>
                  <a:close/>
                </a:path>
              </a:pathLst>
            </a:custGeom>
            <a:solidFill>
              <a:schemeClr val="accent2"/>
            </a:solidFill>
            <a:ln w="1204" cap="flat">
              <a:noFill/>
              <a:prstDash val="solid"/>
              <a:miter/>
            </a:ln>
          </p:spPr>
          <p:txBody>
            <a:bodyPr wrap="square" rtlCol="0" anchor="ctr">
              <a:noAutofit/>
            </a:bodyPr>
            <a:lstStyle/>
            <a:p>
              <a:endParaRPr lang="en-US"/>
            </a:p>
          </p:txBody>
        </p:sp>
        <p:sp>
          <p:nvSpPr>
            <p:cNvPr id="1777" name="Rectangle 1776">
              <a:extLst>
                <a:ext uri="{FF2B5EF4-FFF2-40B4-BE49-F238E27FC236}">
                  <a16:creationId xmlns:a16="http://schemas.microsoft.com/office/drawing/2014/main" id="{0435A270-0F89-A8A1-504A-6D7D760C29E2}"/>
                </a:ext>
                <a:ext uri="{C183D7F6-B498-43B3-948B-1728B52AA6E4}">
                  <adec:decorative xmlns:adec="http://schemas.microsoft.com/office/drawing/2017/decorative" val="1"/>
                </a:ext>
              </a:extLst>
            </p:cNvPr>
            <p:cNvSpPr/>
            <p:nvPr/>
          </p:nvSpPr>
          <p:spPr>
            <a:xfrm>
              <a:off x="7882901" y="4057429"/>
              <a:ext cx="36441" cy="36386"/>
            </a:xfrm>
            <a:prstGeom prst="rect">
              <a:avLst/>
            </a:prstGeom>
            <a:solidFill>
              <a:schemeClr val="bg1"/>
            </a:solidFill>
            <a:ln w="1204" cap="flat">
              <a:noFill/>
              <a:prstDash val="solid"/>
              <a:miter/>
            </a:ln>
          </p:spPr>
          <p:txBody>
            <a:bodyPr rtlCol="0" anchor="ctr"/>
            <a:lstStyle/>
            <a:p>
              <a:endParaRPr lang="en-US" dirty="0"/>
            </a:p>
          </p:txBody>
        </p:sp>
      </p:grpSp>
      <p:grpSp>
        <p:nvGrpSpPr>
          <p:cNvPr id="185" name="Group 184">
            <a:extLst>
              <a:ext uri="{FF2B5EF4-FFF2-40B4-BE49-F238E27FC236}">
                <a16:creationId xmlns:a16="http://schemas.microsoft.com/office/drawing/2014/main" id="{00B9D603-510D-38B6-9A34-766E1BC5EB49}"/>
              </a:ext>
              <a:ext uri="{C183D7F6-B498-43B3-948B-1728B52AA6E4}">
                <adec:decorative xmlns:adec="http://schemas.microsoft.com/office/drawing/2017/decorative" val="1"/>
              </a:ext>
            </a:extLst>
          </p:cNvPr>
          <p:cNvGrpSpPr>
            <a:grpSpLocks noChangeAspect="1"/>
          </p:cNvGrpSpPr>
          <p:nvPr/>
        </p:nvGrpSpPr>
        <p:grpSpPr>
          <a:xfrm>
            <a:off x="3364372" y="3636615"/>
            <a:ext cx="362520" cy="457200"/>
            <a:chOff x="3364372" y="3636615"/>
            <a:chExt cx="362520" cy="457200"/>
          </a:xfrm>
          <a:solidFill>
            <a:srgbClr val="FF0000"/>
          </a:solidFill>
        </p:grpSpPr>
        <p:sp>
          <p:nvSpPr>
            <p:cNvPr id="1977" name="Freeform: Shape 1976">
              <a:extLst>
                <a:ext uri="{FF2B5EF4-FFF2-40B4-BE49-F238E27FC236}">
                  <a16:creationId xmlns:a16="http://schemas.microsoft.com/office/drawing/2014/main" id="{DBFA21CA-59A5-EBF6-7980-2E44B655D57D}"/>
                </a:ext>
                <a:ext uri="{C183D7F6-B498-43B3-948B-1728B52AA6E4}">
                  <adec:decorative xmlns:adec="http://schemas.microsoft.com/office/drawing/2017/decorative" val="1"/>
                </a:ext>
              </a:extLst>
            </p:cNvPr>
            <p:cNvSpPr/>
            <p:nvPr/>
          </p:nvSpPr>
          <p:spPr>
            <a:xfrm>
              <a:off x="3364372" y="3636615"/>
              <a:ext cx="362520" cy="457200"/>
            </a:xfrm>
            <a:custGeom>
              <a:avLst/>
              <a:gdLst>
                <a:gd name="connsiteX0" fmla="*/ 380347 w 773038"/>
                <a:gd name="connsiteY0" fmla="*/ 638513 h 974935"/>
                <a:gd name="connsiteX1" fmla="*/ 391648 w 773038"/>
                <a:gd name="connsiteY1" fmla="*/ 638639 h 974935"/>
                <a:gd name="connsiteX2" fmla="*/ 402949 w 773038"/>
                <a:gd name="connsiteY2" fmla="*/ 638513 h 974935"/>
                <a:gd name="connsiteX3" fmla="*/ 406676 w 773038"/>
                <a:gd name="connsiteY3" fmla="*/ 638806 h 974935"/>
                <a:gd name="connsiteX4" fmla="*/ 411400 w 773038"/>
                <a:gd name="connsiteY4" fmla="*/ 638859 h 974935"/>
                <a:gd name="connsiteX5" fmla="*/ 442344 w 773038"/>
                <a:gd name="connsiteY5" fmla="*/ 642162 h 974935"/>
                <a:gd name="connsiteX6" fmla="*/ 445670 w 773038"/>
                <a:gd name="connsiteY6" fmla="*/ 642787 h 974935"/>
                <a:gd name="connsiteX7" fmla="*/ 458809 w 773038"/>
                <a:gd name="connsiteY7" fmla="*/ 644736 h 974935"/>
                <a:gd name="connsiteX8" fmla="*/ 475001 w 773038"/>
                <a:gd name="connsiteY8" fmla="*/ 648286 h 974935"/>
                <a:gd name="connsiteX9" fmla="*/ 489114 w 773038"/>
                <a:gd name="connsiteY9" fmla="*/ 652591 h 974935"/>
                <a:gd name="connsiteX10" fmla="*/ 494019 w 773038"/>
                <a:gd name="connsiteY10" fmla="*/ 653902 h 974935"/>
                <a:gd name="connsiteX11" fmla="*/ 496623 w 773038"/>
                <a:gd name="connsiteY11" fmla="*/ 654882 h 974935"/>
                <a:gd name="connsiteX12" fmla="*/ 506754 w 773038"/>
                <a:gd name="connsiteY12" fmla="*/ 657973 h 974935"/>
                <a:gd name="connsiteX13" fmla="*/ 593069 w 773038"/>
                <a:gd name="connsiteY13" fmla="*/ 703625 h 974935"/>
                <a:gd name="connsiteX14" fmla="*/ 594811 w 773038"/>
                <a:gd name="connsiteY14" fmla="*/ 705060 h 974935"/>
                <a:gd name="connsiteX15" fmla="*/ 600335 w 773038"/>
                <a:gd name="connsiteY15" fmla="*/ 708777 h 974935"/>
                <a:gd name="connsiteX16" fmla="*/ 621239 w 773038"/>
                <a:gd name="connsiteY16" fmla="*/ 726836 h 974935"/>
                <a:gd name="connsiteX17" fmla="*/ 626571 w 773038"/>
                <a:gd name="connsiteY17" fmla="*/ 731230 h 974935"/>
                <a:gd name="connsiteX18" fmla="*/ 628592 w 773038"/>
                <a:gd name="connsiteY18" fmla="*/ 733189 h 974935"/>
                <a:gd name="connsiteX19" fmla="*/ 630532 w 773038"/>
                <a:gd name="connsiteY19" fmla="*/ 734865 h 974935"/>
                <a:gd name="connsiteX20" fmla="*/ 632914 w 773038"/>
                <a:gd name="connsiteY20" fmla="*/ 737378 h 974935"/>
                <a:gd name="connsiteX21" fmla="*/ 644094 w 773038"/>
                <a:gd name="connsiteY21" fmla="*/ 748215 h 974935"/>
                <a:gd name="connsiteX22" fmla="*/ 674464 w 773038"/>
                <a:gd name="connsiteY22" fmla="*/ 786024 h 974935"/>
                <a:gd name="connsiteX23" fmla="*/ 677819 w 773038"/>
                <a:gd name="connsiteY23" fmla="*/ 791267 h 974935"/>
                <a:gd name="connsiteX24" fmla="*/ 679247 w 773038"/>
                <a:gd name="connsiteY24" fmla="*/ 793164 h 974935"/>
                <a:gd name="connsiteX25" fmla="*/ 681626 w 773038"/>
                <a:gd name="connsiteY25" fmla="*/ 797216 h 974935"/>
                <a:gd name="connsiteX26" fmla="*/ 687621 w 773038"/>
                <a:gd name="connsiteY26" fmla="*/ 806586 h 974935"/>
                <a:gd name="connsiteX27" fmla="*/ 691969 w 773038"/>
                <a:gd name="connsiteY27" fmla="*/ 814833 h 974935"/>
                <a:gd name="connsiteX28" fmla="*/ 696586 w 773038"/>
                <a:gd name="connsiteY28" fmla="*/ 822698 h 974935"/>
                <a:gd name="connsiteX29" fmla="*/ 699502 w 773038"/>
                <a:gd name="connsiteY29" fmla="*/ 829122 h 974935"/>
                <a:gd name="connsiteX30" fmla="*/ 705337 w 773038"/>
                <a:gd name="connsiteY30" fmla="*/ 840191 h 974935"/>
                <a:gd name="connsiteX31" fmla="*/ 710306 w 773038"/>
                <a:gd name="connsiteY31" fmla="*/ 852931 h 974935"/>
                <a:gd name="connsiteX32" fmla="*/ 713041 w 773038"/>
                <a:gd name="connsiteY32" fmla="*/ 858957 h 974935"/>
                <a:gd name="connsiteX33" fmla="*/ 714584 w 773038"/>
                <a:gd name="connsiteY33" fmla="*/ 863900 h 974935"/>
                <a:gd name="connsiteX34" fmla="*/ 719136 w 773038"/>
                <a:gd name="connsiteY34" fmla="*/ 875568 h 974935"/>
                <a:gd name="connsiteX35" fmla="*/ 732710 w 773038"/>
                <a:gd name="connsiteY35" fmla="*/ 936110 h 974935"/>
                <a:gd name="connsiteX36" fmla="*/ 736612 w 773038"/>
                <a:gd name="connsiteY36" fmla="*/ 974935 h 974935"/>
                <a:gd name="connsiteX37" fmla="*/ 691689 w 773038"/>
                <a:gd name="connsiteY37" fmla="*/ 974935 h 974935"/>
                <a:gd name="connsiteX38" fmla="*/ 690489 w 773038"/>
                <a:gd name="connsiteY38" fmla="*/ 966925 h 974935"/>
                <a:gd name="connsiteX39" fmla="*/ 687565 w 773038"/>
                <a:gd name="connsiteY39" fmla="*/ 942558 h 974935"/>
                <a:gd name="connsiteX40" fmla="*/ 685172 w 773038"/>
                <a:gd name="connsiteY40" fmla="*/ 926505 h 974935"/>
                <a:gd name="connsiteX41" fmla="*/ 677889 w 773038"/>
                <a:gd name="connsiteY41" fmla="*/ 897072 h 974935"/>
                <a:gd name="connsiteX42" fmla="*/ 676639 w 773038"/>
                <a:gd name="connsiteY42" fmla="*/ 892691 h 974935"/>
                <a:gd name="connsiteX43" fmla="*/ 667753 w 773038"/>
                <a:gd name="connsiteY43" fmla="*/ 867813 h 974935"/>
                <a:gd name="connsiteX44" fmla="*/ 659942 w 773038"/>
                <a:gd name="connsiteY44" fmla="*/ 851379 h 974935"/>
                <a:gd name="connsiteX45" fmla="*/ 653348 w 773038"/>
                <a:gd name="connsiteY45" fmla="*/ 838059 h 974935"/>
                <a:gd name="connsiteX46" fmla="*/ 650497 w 773038"/>
                <a:gd name="connsiteY46" fmla="*/ 833654 h 974935"/>
                <a:gd name="connsiteX47" fmla="*/ 626443 w 773038"/>
                <a:gd name="connsiteY47" fmla="*/ 798258 h 974935"/>
                <a:gd name="connsiteX48" fmla="*/ 607482 w 773038"/>
                <a:gd name="connsiteY48" fmla="*/ 776119 h 974935"/>
                <a:gd name="connsiteX49" fmla="*/ 599448 w 773038"/>
                <a:gd name="connsiteY49" fmla="*/ 767959 h 974935"/>
                <a:gd name="connsiteX50" fmla="*/ 592728 w 773038"/>
                <a:gd name="connsiteY50" fmla="*/ 761720 h 974935"/>
                <a:gd name="connsiteX51" fmla="*/ 588624 w 773038"/>
                <a:gd name="connsiteY51" fmla="*/ 758172 h 974935"/>
                <a:gd name="connsiteX52" fmla="*/ 579207 w 773038"/>
                <a:gd name="connsiteY52" fmla="*/ 750136 h 974935"/>
                <a:gd name="connsiteX53" fmla="*/ 560712 w 773038"/>
                <a:gd name="connsiteY53" fmla="*/ 736256 h 974935"/>
                <a:gd name="connsiteX54" fmla="*/ 552276 w 773038"/>
                <a:gd name="connsiteY54" fmla="*/ 730609 h 974935"/>
                <a:gd name="connsiteX55" fmla="*/ 532297 w 773038"/>
                <a:gd name="connsiteY55" fmla="*/ 718770 h 974935"/>
                <a:gd name="connsiteX56" fmla="*/ 514313 w 773038"/>
                <a:gd name="connsiteY56" fmla="*/ 709763 h 974935"/>
                <a:gd name="connsiteX57" fmla="*/ 497597 w 773038"/>
                <a:gd name="connsiteY57" fmla="*/ 702734 h 974935"/>
                <a:gd name="connsiteX58" fmla="*/ 495098 w 773038"/>
                <a:gd name="connsiteY58" fmla="*/ 701746 h 974935"/>
                <a:gd name="connsiteX59" fmla="*/ 489726 w 773038"/>
                <a:gd name="connsiteY59" fmla="*/ 699933 h 974935"/>
                <a:gd name="connsiteX60" fmla="*/ 475144 w 773038"/>
                <a:gd name="connsiteY60" fmla="*/ 695394 h 974935"/>
                <a:gd name="connsiteX61" fmla="*/ 434074 w 773038"/>
                <a:gd name="connsiteY61" fmla="*/ 686517 h 974935"/>
                <a:gd name="connsiteX62" fmla="*/ 431748 w 773038"/>
                <a:gd name="connsiteY62" fmla="*/ 686166 h 974935"/>
                <a:gd name="connsiteX63" fmla="*/ 409435 w 773038"/>
                <a:gd name="connsiteY63" fmla="*/ 683837 h 974935"/>
                <a:gd name="connsiteX64" fmla="*/ 391648 w 773038"/>
                <a:gd name="connsiteY64" fmla="*/ 683499 h 974935"/>
                <a:gd name="connsiteX65" fmla="*/ 373861 w 773038"/>
                <a:gd name="connsiteY65" fmla="*/ 683837 h 974935"/>
                <a:gd name="connsiteX66" fmla="*/ 351548 w 773038"/>
                <a:gd name="connsiteY66" fmla="*/ 686166 h 974935"/>
                <a:gd name="connsiteX67" fmla="*/ 349222 w 773038"/>
                <a:gd name="connsiteY67" fmla="*/ 686517 h 974935"/>
                <a:gd name="connsiteX68" fmla="*/ 308152 w 773038"/>
                <a:gd name="connsiteY68" fmla="*/ 695394 h 974935"/>
                <a:gd name="connsiteX69" fmla="*/ 293570 w 773038"/>
                <a:gd name="connsiteY69" fmla="*/ 699933 h 974935"/>
                <a:gd name="connsiteX70" fmla="*/ 288198 w 773038"/>
                <a:gd name="connsiteY70" fmla="*/ 701746 h 974935"/>
                <a:gd name="connsiteX71" fmla="*/ 285699 w 773038"/>
                <a:gd name="connsiteY71" fmla="*/ 702734 h 974935"/>
                <a:gd name="connsiteX72" fmla="*/ 268983 w 773038"/>
                <a:gd name="connsiteY72" fmla="*/ 709763 h 974935"/>
                <a:gd name="connsiteX73" fmla="*/ 250999 w 773038"/>
                <a:gd name="connsiteY73" fmla="*/ 718770 h 974935"/>
                <a:gd name="connsiteX74" fmla="*/ 231019 w 773038"/>
                <a:gd name="connsiteY74" fmla="*/ 730609 h 974935"/>
                <a:gd name="connsiteX75" fmla="*/ 222584 w 773038"/>
                <a:gd name="connsiteY75" fmla="*/ 736256 h 974935"/>
                <a:gd name="connsiteX76" fmla="*/ 204089 w 773038"/>
                <a:gd name="connsiteY76" fmla="*/ 750136 h 974935"/>
                <a:gd name="connsiteX77" fmla="*/ 194672 w 773038"/>
                <a:gd name="connsiteY77" fmla="*/ 758172 h 974935"/>
                <a:gd name="connsiteX78" fmla="*/ 190568 w 773038"/>
                <a:gd name="connsiteY78" fmla="*/ 761720 h 974935"/>
                <a:gd name="connsiteX79" fmla="*/ 183848 w 773038"/>
                <a:gd name="connsiteY79" fmla="*/ 767959 h 974935"/>
                <a:gd name="connsiteX80" fmla="*/ 175814 w 773038"/>
                <a:gd name="connsiteY80" fmla="*/ 776119 h 974935"/>
                <a:gd name="connsiteX81" fmla="*/ 156853 w 773038"/>
                <a:gd name="connsiteY81" fmla="*/ 798258 h 974935"/>
                <a:gd name="connsiteX82" fmla="*/ 132799 w 773038"/>
                <a:gd name="connsiteY82" fmla="*/ 833654 h 974935"/>
                <a:gd name="connsiteX83" fmla="*/ 129948 w 773038"/>
                <a:gd name="connsiteY83" fmla="*/ 838059 h 974935"/>
                <a:gd name="connsiteX84" fmla="*/ 123354 w 773038"/>
                <a:gd name="connsiteY84" fmla="*/ 851379 h 974935"/>
                <a:gd name="connsiteX85" fmla="*/ 115543 w 773038"/>
                <a:gd name="connsiteY85" fmla="*/ 867813 h 974935"/>
                <a:gd name="connsiteX86" fmla="*/ 112028 w 773038"/>
                <a:gd name="connsiteY86" fmla="*/ 877653 h 974935"/>
                <a:gd name="connsiteX87" fmla="*/ 63693 w 773038"/>
                <a:gd name="connsiteY87" fmla="*/ 877653 h 974935"/>
                <a:gd name="connsiteX88" fmla="*/ 64160 w 773038"/>
                <a:gd name="connsiteY88" fmla="*/ 875568 h 974935"/>
                <a:gd name="connsiteX89" fmla="*/ 68712 w 773038"/>
                <a:gd name="connsiteY89" fmla="*/ 863900 h 974935"/>
                <a:gd name="connsiteX90" fmla="*/ 70255 w 773038"/>
                <a:gd name="connsiteY90" fmla="*/ 858957 h 974935"/>
                <a:gd name="connsiteX91" fmla="*/ 72990 w 773038"/>
                <a:gd name="connsiteY91" fmla="*/ 852931 h 974935"/>
                <a:gd name="connsiteX92" fmla="*/ 77959 w 773038"/>
                <a:gd name="connsiteY92" fmla="*/ 840191 h 974935"/>
                <a:gd name="connsiteX93" fmla="*/ 83794 w 773038"/>
                <a:gd name="connsiteY93" fmla="*/ 829122 h 974935"/>
                <a:gd name="connsiteX94" fmla="*/ 86710 w 773038"/>
                <a:gd name="connsiteY94" fmla="*/ 822698 h 974935"/>
                <a:gd name="connsiteX95" fmla="*/ 91327 w 773038"/>
                <a:gd name="connsiteY95" fmla="*/ 814833 h 974935"/>
                <a:gd name="connsiteX96" fmla="*/ 95675 w 773038"/>
                <a:gd name="connsiteY96" fmla="*/ 806586 h 974935"/>
                <a:gd name="connsiteX97" fmla="*/ 101670 w 773038"/>
                <a:gd name="connsiteY97" fmla="*/ 797216 h 974935"/>
                <a:gd name="connsiteX98" fmla="*/ 104049 w 773038"/>
                <a:gd name="connsiteY98" fmla="*/ 793164 h 974935"/>
                <a:gd name="connsiteX99" fmla="*/ 105477 w 773038"/>
                <a:gd name="connsiteY99" fmla="*/ 791267 h 974935"/>
                <a:gd name="connsiteX100" fmla="*/ 108832 w 773038"/>
                <a:gd name="connsiteY100" fmla="*/ 786024 h 974935"/>
                <a:gd name="connsiteX101" fmla="*/ 139202 w 773038"/>
                <a:gd name="connsiteY101" fmla="*/ 748215 h 974935"/>
                <a:gd name="connsiteX102" fmla="*/ 150382 w 773038"/>
                <a:gd name="connsiteY102" fmla="*/ 737378 h 974935"/>
                <a:gd name="connsiteX103" fmla="*/ 152764 w 773038"/>
                <a:gd name="connsiteY103" fmla="*/ 734865 h 974935"/>
                <a:gd name="connsiteX104" fmla="*/ 154704 w 773038"/>
                <a:gd name="connsiteY104" fmla="*/ 733189 h 974935"/>
                <a:gd name="connsiteX105" fmla="*/ 156725 w 773038"/>
                <a:gd name="connsiteY105" fmla="*/ 731230 h 974935"/>
                <a:gd name="connsiteX106" fmla="*/ 162057 w 773038"/>
                <a:gd name="connsiteY106" fmla="*/ 726836 h 974935"/>
                <a:gd name="connsiteX107" fmla="*/ 182961 w 773038"/>
                <a:gd name="connsiteY107" fmla="*/ 708777 h 974935"/>
                <a:gd name="connsiteX108" fmla="*/ 188485 w 773038"/>
                <a:gd name="connsiteY108" fmla="*/ 705060 h 974935"/>
                <a:gd name="connsiteX109" fmla="*/ 190227 w 773038"/>
                <a:gd name="connsiteY109" fmla="*/ 703625 h 974935"/>
                <a:gd name="connsiteX110" fmla="*/ 276542 w 773038"/>
                <a:gd name="connsiteY110" fmla="*/ 657973 h 974935"/>
                <a:gd name="connsiteX111" fmla="*/ 286673 w 773038"/>
                <a:gd name="connsiteY111" fmla="*/ 654882 h 974935"/>
                <a:gd name="connsiteX112" fmla="*/ 289278 w 773038"/>
                <a:gd name="connsiteY112" fmla="*/ 653902 h 974935"/>
                <a:gd name="connsiteX113" fmla="*/ 294182 w 773038"/>
                <a:gd name="connsiteY113" fmla="*/ 652591 h 974935"/>
                <a:gd name="connsiteX114" fmla="*/ 308295 w 773038"/>
                <a:gd name="connsiteY114" fmla="*/ 648286 h 974935"/>
                <a:gd name="connsiteX115" fmla="*/ 324487 w 773038"/>
                <a:gd name="connsiteY115" fmla="*/ 644736 h 974935"/>
                <a:gd name="connsiteX116" fmla="*/ 337626 w 773038"/>
                <a:gd name="connsiteY116" fmla="*/ 642787 h 974935"/>
                <a:gd name="connsiteX117" fmla="*/ 340952 w 773038"/>
                <a:gd name="connsiteY117" fmla="*/ 642162 h 974935"/>
                <a:gd name="connsiteX118" fmla="*/ 371896 w 773038"/>
                <a:gd name="connsiteY118" fmla="*/ 638859 h 974935"/>
                <a:gd name="connsiteX119" fmla="*/ 376620 w 773038"/>
                <a:gd name="connsiteY119" fmla="*/ 638806 h 974935"/>
                <a:gd name="connsiteX120" fmla="*/ 728644 w 773038"/>
                <a:gd name="connsiteY120" fmla="*/ 470794 h 974935"/>
                <a:gd name="connsiteX121" fmla="*/ 772974 w 773038"/>
                <a:gd name="connsiteY121" fmla="*/ 470794 h 974935"/>
                <a:gd name="connsiteX122" fmla="*/ 772974 w 773038"/>
                <a:gd name="connsiteY122" fmla="*/ 475846 h 974935"/>
                <a:gd name="connsiteX123" fmla="*/ 772892 w 773038"/>
                <a:gd name="connsiteY123" fmla="*/ 579939 h 974935"/>
                <a:gd name="connsiteX124" fmla="*/ 746094 w 773038"/>
                <a:gd name="connsiteY124" fmla="*/ 617566 h 974935"/>
                <a:gd name="connsiteX125" fmla="*/ 728776 w 773038"/>
                <a:gd name="connsiteY125" fmla="*/ 620557 h 974935"/>
                <a:gd name="connsiteX126" fmla="*/ 682624 w 773038"/>
                <a:gd name="connsiteY126" fmla="*/ 620693 h 974935"/>
                <a:gd name="connsiteX127" fmla="*/ 623006 w 773038"/>
                <a:gd name="connsiteY127" fmla="*/ 620693 h 974935"/>
                <a:gd name="connsiteX128" fmla="*/ 623006 w 773038"/>
                <a:gd name="connsiteY128" fmla="*/ 576533 h 974935"/>
                <a:gd name="connsiteX129" fmla="*/ 728644 w 773038"/>
                <a:gd name="connsiteY129" fmla="*/ 576533 h 974935"/>
                <a:gd name="connsiteX130" fmla="*/ 728644 w 773038"/>
                <a:gd name="connsiteY130" fmla="*/ 470794 h 974935"/>
                <a:gd name="connsiteX131" fmla="*/ 93 w 773038"/>
                <a:gd name="connsiteY131" fmla="*/ 470725 h 974935"/>
                <a:gd name="connsiteX132" fmla="*/ 44253 w 773038"/>
                <a:gd name="connsiteY132" fmla="*/ 470725 h 974935"/>
                <a:gd name="connsiteX133" fmla="*/ 44253 w 773038"/>
                <a:gd name="connsiteY133" fmla="*/ 576364 h 974935"/>
                <a:gd name="connsiteX134" fmla="*/ 150974 w 773038"/>
                <a:gd name="connsiteY134" fmla="*/ 576364 h 974935"/>
                <a:gd name="connsiteX135" fmla="*/ 150974 w 773038"/>
                <a:gd name="connsiteY135" fmla="*/ 620692 h 974935"/>
                <a:gd name="connsiteX136" fmla="*/ 145921 w 773038"/>
                <a:gd name="connsiteY136" fmla="*/ 620692 h 974935"/>
                <a:gd name="connsiteX137" fmla="*/ 40353 w 773038"/>
                <a:gd name="connsiteY137" fmla="*/ 620608 h 974935"/>
                <a:gd name="connsiteX138" fmla="*/ 8894 w 773038"/>
                <a:gd name="connsiteY138" fmla="*/ 603755 h 974935"/>
                <a:gd name="connsiteX139" fmla="*/ 3 w 773038"/>
                <a:gd name="connsiteY139" fmla="*/ 575023 h 974935"/>
                <a:gd name="connsiteX140" fmla="*/ 93 w 773038"/>
                <a:gd name="connsiteY140" fmla="*/ 492043 h 974935"/>
                <a:gd name="connsiteX141" fmla="*/ 93 w 773038"/>
                <a:gd name="connsiteY141" fmla="*/ 470725 h 974935"/>
                <a:gd name="connsiteX142" fmla="*/ 604696 w 773038"/>
                <a:gd name="connsiteY142" fmla="*/ 390969 h 974935"/>
                <a:gd name="connsiteX143" fmla="*/ 590269 w 773038"/>
                <a:gd name="connsiteY143" fmla="*/ 477743 h 974935"/>
                <a:gd name="connsiteX144" fmla="*/ 554193 w 773038"/>
                <a:gd name="connsiteY144" fmla="*/ 541559 h 974935"/>
                <a:gd name="connsiteX145" fmla="*/ 489616 w 773038"/>
                <a:gd name="connsiteY145" fmla="*/ 591006 h 974935"/>
                <a:gd name="connsiteX146" fmla="*/ 427062 w 773038"/>
                <a:gd name="connsiteY146" fmla="*/ 610727 h 974935"/>
                <a:gd name="connsiteX147" fmla="*/ 381341 w 773038"/>
                <a:gd name="connsiteY147" fmla="*/ 614531 h 974935"/>
                <a:gd name="connsiteX148" fmla="*/ 300340 w 773038"/>
                <a:gd name="connsiteY148" fmla="*/ 597106 h 974935"/>
                <a:gd name="connsiteX149" fmla="*/ 244112 w 773038"/>
                <a:gd name="connsiteY149" fmla="*/ 561895 h 974935"/>
                <a:gd name="connsiteX150" fmla="*/ 196499 w 773038"/>
                <a:gd name="connsiteY150" fmla="*/ 504034 h 974935"/>
                <a:gd name="connsiteX151" fmla="*/ 172161 w 773038"/>
                <a:gd name="connsiteY151" fmla="*/ 439070 h 974935"/>
                <a:gd name="connsiteX152" fmla="*/ 169049 w 773038"/>
                <a:gd name="connsiteY152" fmla="*/ 410808 h 974935"/>
                <a:gd name="connsiteX153" fmla="*/ 167996 w 773038"/>
                <a:gd name="connsiteY153" fmla="*/ 391434 h 974935"/>
                <a:gd name="connsiteX154" fmla="*/ 191791 w 773038"/>
                <a:gd name="connsiteY154" fmla="*/ 401567 h 974935"/>
                <a:gd name="connsiteX155" fmla="*/ 217977 w 773038"/>
                <a:gd name="connsiteY155" fmla="*/ 412663 h 974935"/>
                <a:gd name="connsiteX156" fmla="*/ 222545 w 773038"/>
                <a:gd name="connsiteY156" fmla="*/ 438849 h 974935"/>
                <a:gd name="connsiteX157" fmla="*/ 240522 w 773038"/>
                <a:gd name="connsiteY157" fmla="*/ 484891 h 974935"/>
                <a:gd name="connsiteX158" fmla="*/ 294094 w 773038"/>
                <a:gd name="connsiteY158" fmla="*/ 540188 h 974935"/>
                <a:gd name="connsiteX159" fmla="*/ 378643 w 773038"/>
                <a:gd name="connsiteY159" fmla="*/ 565414 h 974935"/>
                <a:gd name="connsiteX160" fmla="*/ 418650 w 773038"/>
                <a:gd name="connsiteY160" fmla="*/ 562375 h 974935"/>
                <a:gd name="connsiteX161" fmla="*/ 472322 w 773038"/>
                <a:gd name="connsiteY161" fmla="*/ 541811 h 974935"/>
                <a:gd name="connsiteX162" fmla="*/ 521196 w 773038"/>
                <a:gd name="connsiteY162" fmla="*/ 498584 h 974935"/>
                <a:gd name="connsiteX163" fmla="*/ 549328 w 773038"/>
                <a:gd name="connsiteY163" fmla="*/ 442109 h 974935"/>
                <a:gd name="connsiteX164" fmla="*/ 554826 w 773038"/>
                <a:gd name="connsiteY164" fmla="*/ 412534 h 974935"/>
                <a:gd name="connsiteX165" fmla="*/ 565187 w 773038"/>
                <a:gd name="connsiteY165" fmla="*/ 407832 h 974935"/>
                <a:gd name="connsiteX166" fmla="*/ 601117 w 773038"/>
                <a:gd name="connsiteY166" fmla="*/ 391893 h 974935"/>
                <a:gd name="connsiteX167" fmla="*/ 604696 w 773038"/>
                <a:gd name="connsiteY167" fmla="*/ 390969 h 974935"/>
                <a:gd name="connsiteX168" fmla="*/ 148456 w 773038"/>
                <a:gd name="connsiteY168" fmla="*/ 37 h 974935"/>
                <a:gd name="connsiteX169" fmla="*/ 151067 w 773038"/>
                <a:gd name="connsiteY169" fmla="*/ 154 h 974935"/>
                <a:gd name="connsiteX170" fmla="*/ 151067 w 773038"/>
                <a:gd name="connsiteY170" fmla="*/ 45176 h 974935"/>
                <a:gd name="connsiteX171" fmla="*/ 44297 w 773038"/>
                <a:gd name="connsiteY171" fmla="*/ 45176 h 974935"/>
                <a:gd name="connsiteX172" fmla="*/ 44297 w 773038"/>
                <a:gd name="connsiteY172" fmla="*/ 151048 h 974935"/>
                <a:gd name="connsiteX173" fmla="*/ 92 w 773038"/>
                <a:gd name="connsiteY173" fmla="*/ 151048 h 974935"/>
                <a:gd name="connsiteX174" fmla="*/ 92 w 773038"/>
                <a:gd name="connsiteY174" fmla="*/ 146000 h 974935"/>
                <a:gd name="connsiteX175" fmla="*/ 93 w 773038"/>
                <a:gd name="connsiteY175" fmla="*/ 41978 h 974935"/>
                <a:gd name="connsiteX176" fmla="*/ 17449 w 773038"/>
                <a:gd name="connsiteY176" fmla="*/ 9057 h 974935"/>
                <a:gd name="connsiteX177" fmla="*/ 27309 w 773038"/>
                <a:gd name="connsiteY177" fmla="*/ 3655 h 974935"/>
                <a:gd name="connsiteX178" fmla="*/ 42963 w 773038"/>
                <a:gd name="connsiteY178" fmla="*/ 183 h 974935"/>
                <a:gd name="connsiteX179" fmla="*/ 148456 w 773038"/>
                <a:gd name="connsiteY179" fmla="*/ 37 h 974935"/>
                <a:gd name="connsiteX180" fmla="*/ 622994 w 773038"/>
                <a:gd name="connsiteY180" fmla="*/ 31 h 974935"/>
                <a:gd name="connsiteX181" fmla="*/ 627372 w 773038"/>
                <a:gd name="connsiteY181" fmla="*/ 31 h 974935"/>
                <a:gd name="connsiteX182" fmla="*/ 729995 w 773038"/>
                <a:gd name="connsiteY182" fmla="*/ 73 h 974935"/>
                <a:gd name="connsiteX183" fmla="*/ 736578 w 773038"/>
                <a:gd name="connsiteY183" fmla="*/ 1007 h 974935"/>
                <a:gd name="connsiteX184" fmla="*/ 772818 w 773038"/>
                <a:gd name="connsiteY184" fmla="*/ 36122 h 974935"/>
                <a:gd name="connsiteX185" fmla="*/ 772968 w 773038"/>
                <a:gd name="connsiteY185" fmla="*/ 38555 h 974935"/>
                <a:gd name="connsiteX186" fmla="*/ 772973 w 773038"/>
                <a:gd name="connsiteY186" fmla="*/ 150885 h 974935"/>
                <a:gd name="connsiteX187" fmla="*/ 729002 w 773038"/>
                <a:gd name="connsiteY187" fmla="*/ 150885 h 974935"/>
                <a:gd name="connsiteX188" fmla="*/ 729002 w 773038"/>
                <a:gd name="connsiteY188" fmla="*/ 45357 h 974935"/>
                <a:gd name="connsiteX189" fmla="*/ 622994 w 773038"/>
                <a:gd name="connsiteY189" fmla="*/ 45357 h 974935"/>
                <a:gd name="connsiteX190" fmla="*/ 622994 w 773038"/>
                <a:gd name="connsiteY190" fmla="*/ 31 h 97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773038" h="974935">
                  <a:moveTo>
                    <a:pt x="380347" y="638513"/>
                  </a:moveTo>
                  <a:lnTo>
                    <a:pt x="391648" y="638639"/>
                  </a:lnTo>
                  <a:lnTo>
                    <a:pt x="402949" y="638513"/>
                  </a:lnTo>
                  <a:lnTo>
                    <a:pt x="406676" y="638806"/>
                  </a:lnTo>
                  <a:lnTo>
                    <a:pt x="411400" y="638859"/>
                  </a:lnTo>
                  <a:cubicBezTo>
                    <a:pt x="421732" y="639489"/>
                    <a:pt x="432046" y="640612"/>
                    <a:pt x="442344" y="642162"/>
                  </a:cubicBezTo>
                  <a:lnTo>
                    <a:pt x="445670" y="642787"/>
                  </a:lnTo>
                  <a:lnTo>
                    <a:pt x="458809" y="644736"/>
                  </a:lnTo>
                  <a:cubicBezTo>
                    <a:pt x="464248" y="645745"/>
                    <a:pt x="469643" y="646939"/>
                    <a:pt x="475001" y="648286"/>
                  </a:cubicBezTo>
                  <a:lnTo>
                    <a:pt x="489114" y="652591"/>
                  </a:lnTo>
                  <a:lnTo>
                    <a:pt x="494019" y="653902"/>
                  </a:lnTo>
                  <a:lnTo>
                    <a:pt x="496623" y="654882"/>
                  </a:lnTo>
                  <a:lnTo>
                    <a:pt x="506754" y="657973"/>
                  </a:lnTo>
                  <a:cubicBezTo>
                    <a:pt x="537798" y="668886"/>
                    <a:pt x="566797" y="683771"/>
                    <a:pt x="593069" y="703625"/>
                  </a:cubicBezTo>
                  <a:lnTo>
                    <a:pt x="594811" y="705060"/>
                  </a:lnTo>
                  <a:lnTo>
                    <a:pt x="600335" y="708777"/>
                  </a:lnTo>
                  <a:lnTo>
                    <a:pt x="621239" y="726836"/>
                  </a:lnTo>
                  <a:lnTo>
                    <a:pt x="626571" y="731230"/>
                  </a:lnTo>
                  <a:lnTo>
                    <a:pt x="628592" y="733189"/>
                  </a:lnTo>
                  <a:lnTo>
                    <a:pt x="630532" y="734865"/>
                  </a:lnTo>
                  <a:lnTo>
                    <a:pt x="632914" y="737378"/>
                  </a:lnTo>
                  <a:lnTo>
                    <a:pt x="644094" y="748215"/>
                  </a:lnTo>
                  <a:cubicBezTo>
                    <a:pt x="655222" y="759994"/>
                    <a:pt x="665276" y="772655"/>
                    <a:pt x="674464" y="786024"/>
                  </a:cubicBezTo>
                  <a:lnTo>
                    <a:pt x="677819" y="791267"/>
                  </a:lnTo>
                  <a:lnTo>
                    <a:pt x="679247" y="793164"/>
                  </a:lnTo>
                  <a:lnTo>
                    <a:pt x="681626" y="797216"/>
                  </a:lnTo>
                  <a:lnTo>
                    <a:pt x="687621" y="806586"/>
                  </a:lnTo>
                  <a:lnTo>
                    <a:pt x="691969" y="814833"/>
                  </a:lnTo>
                  <a:lnTo>
                    <a:pt x="696586" y="822698"/>
                  </a:lnTo>
                  <a:lnTo>
                    <a:pt x="699502" y="829122"/>
                  </a:lnTo>
                  <a:lnTo>
                    <a:pt x="705337" y="840191"/>
                  </a:lnTo>
                  <a:lnTo>
                    <a:pt x="710306" y="852931"/>
                  </a:lnTo>
                  <a:lnTo>
                    <a:pt x="713041" y="858957"/>
                  </a:lnTo>
                  <a:lnTo>
                    <a:pt x="714584" y="863900"/>
                  </a:lnTo>
                  <a:lnTo>
                    <a:pt x="719136" y="875568"/>
                  </a:lnTo>
                  <a:cubicBezTo>
                    <a:pt x="725514" y="895331"/>
                    <a:pt x="730563" y="915399"/>
                    <a:pt x="732710" y="936110"/>
                  </a:cubicBezTo>
                  <a:cubicBezTo>
                    <a:pt x="734037" y="948915"/>
                    <a:pt x="735287" y="961728"/>
                    <a:pt x="736612" y="974935"/>
                  </a:cubicBezTo>
                  <a:cubicBezTo>
                    <a:pt x="721015" y="974935"/>
                    <a:pt x="706677" y="974935"/>
                    <a:pt x="691689" y="974935"/>
                  </a:cubicBezTo>
                  <a:cubicBezTo>
                    <a:pt x="691317" y="972470"/>
                    <a:pt x="690855" y="969704"/>
                    <a:pt x="690489" y="966925"/>
                  </a:cubicBezTo>
                  <a:cubicBezTo>
                    <a:pt x="689421" y="958820"/>
                    <a:pt x="688550" y="950678"/>
                    <a:pt x="687565" y="942558"/>
                  </a:cubicBezTo>
                  <a:lnTo>
                    <a:pt x="685172" y="926505"/>
                  </a:lnTo>
                  <a:lnTo>
                    <a:pt x="677889" y="897072"/>
                  </a:lnTo>
                  <a:lnTo>
                    <a:pt x="676639" y="892691"/>
                  </a:lnTo>
                  <a:lnTo>
                    <a:pt x="667753" y="867813"/>
                  </a:lnTo>
                  <a:lnTo>
                    <a:pt x="659942" y="851379"/>
                  </a:lnTo>
                  <a:lnTo>
                    <a:pt x="653348" y="838059"/>
                  </a:lnTo>
                  <a:lnTo>
                    <a:pt x="650497" y="833654"/>
                  </a:lnTo>
                  <a:lnTo>
                    <a:pt x="626443" y="798258"/>
                  </a:lnTo>
                  <a:lnTo>
                    <a:pt x="607482" y="776119"/>
                  </a:lnTo>
                  <a:lnTo>
                    <a:pt x="599448" y="767959"/>
                  </a:lnTo>
                  <a:lnTo>
                    <a:pt x="592728" y="761720"/>
                  </a:lnTo>
                  <a:lnTo>
                    <a:pt x="588624" y="758172"/>
                  </a:lnTo>
                  <a:lnTo>
                    <a:pt x="579207" y="750136"/>
                  </a:lnTo>
                  <a:lnTo>
                    <a:pt x="560712" y="736256"/>
                  </a:lnTo>
                  <a:lnTo>
                    <a:pt x="552276" y="730609"/>
                  </a:lnTo>
                  <a:lnTo>
                    <a:pt x="532297" y="718770"/>
                  </a:lnTo>
                  <a:cubicBezTo>
                    <a:pt x="526379" y="715573"/>
                    <a:pt x="520385" y="712564"/>
                    <a:pt x="514313" y="709763"/>
                  </a:cubicBezTo>
                  <a:lnTo>
                    <a:pt x="497597" y="702734"/>
                  </a:lnTo>
                  <a:lnTo>
                    <a:pt x="495098" y="701746"/>
                  </a:lnTo>
                  <a:lnTo>
                    <a:pt x="489726" y="699933"/>
                  </a:lnTo>
                  <a:lnTo>
                    <a:pt x="475144" y="695394"/>
                  </a:lnTo>
                  <a:cubicBezTo>
                    <a:pt x="461637" y="691754"/>
                    <a:pt x="447807" y="689277"/>
                    <a:pt x="434074" y="686517"/>
                  </a:cubicBezTo>
                  <a:lnTo>
                    <a:pt x="431748" y="686166"/>
                  </a:lnTo>
                  <a:lnTo>
                    <a:pt x="409435" y="683837"/>
                  </a:lnTo>
                  <a:lnTo>
                    <a:pt x="391648" y="683499"/>
                  </a:lnTo>
                  <a:lnTo>
                    <a:pt x="373861" y="683837"/>
                  </a:lnTo>
                  <a:lnTo>
                    <a:pt x="351548" y="686166"/>
                  </a:lnTo>
                  <a:lnTo>
                    <a:pt x="349222" y="686517"/>
                  </a:lnTo>
                  <a:cubicBezTo>
                    <a:pt x="335489" y="689277"/>
                    <a:pt x="321659" y="691754"/>
                    <a:pt x="308152" y="695394"/>
                  </a:cubicBezTo>
                  <a:lnTo>
                    <a:pt x="293570" y="699933"/>
                  </a:lnTo>
                  <a:lnTo>
                    <a:pt x="288198" y="701746"/>
                  </a:lnTo>
                  <a:lnTo>
                    <a:pt x="285699" y="702734"/>
                  </a:lnTo>
                  <a:lnTo>
                    <a:pt x="268983" y="709763"/>
                  </a:lnTo>
                  <a:cubicBezTo>
                    <a:pt x="262911" y="712564"/>
                    <a:pt x="256917" y="715573"/>
                    <a:pt x="250999" y="718770"/>
                  </a:cubicBezTo>
                  <a:lnTo>
                    <a:pt x="231019" y="730609"/>
                  </a:lnTo>
                  <a:lnTo>
                    <a:pt x="222584" y="736256"/>
                  </a:lnTo>
                  <a:lnTo>
                    <a:pt x="204089" y="750136"/>
                  </a:lnTo>
                  <a:lnTo>
                    <a:pt x="194672" y="758172"/>
                  </a:lnTo>
                  <a:lnTo>
                    <a:pt x="190568" y="761720"/>
                  </a:lnTo>
                  <a:lnTo>
                    <a:pt x="183848" y="767959"/>
                  </a:lnTo>
                  <a:lnTo>
                    <a:pt x="175814" y="776119"/>
                  </a:lnTo>
                  <a:lnTo>
                    <a:pt x="156853" y="798258"/>
                  </a:lnTo>
                  <a:lnTo>
                    <a:pt x="132799" y="833654"/>
                  </a:lnTo>
                  <a:lnTo>
                    <a:pt x="129948" y="838059"/>
                  </a:lnTo>
                  <a:lnTo>
                    <a:pt x="123354" y="851379"/>
                  </a:lnTo>
                  <a:lnTo>
                    <a:pt x="115543" y="867813"/>
                  </a:lnTo>
                  <a:lnTo>
                    <a:pt x="112028" y="877653"/>
                  </a:lnTo>
                  <a:lnTo>
                    <a:pt x="63693" y="877653"/>
                  </a:lnTo>
                  <a:lnTo>
                    <a:pt x="64160" y="875568"/>
                  </a:lnTo>
                  <a:lnTo>
                    <a:pt x="68712" y="863900"/>
                  </a:lnTo>
                  <a:lnTo>
                    <a:pt x="70255" y="858957"/>
                  </a:lnTo>
                  <a:lnTo>
                    <a:pt x="72990" y="852931"/>
                  </a:lnTo>
                  <a:lnTo>
                    <a:pt x="77959" y="840191"/>
                  </a:lnTo>
                  <a:lnTo>
                    <a:pt x="83794" y="829122"/>
                  </a:lnTo>
                  <a:lnTo>
                    <a:pt x="86710" y="822698"/>
                  </a:lnTo>
                  <a:lnTo>
                    <a:pt x="91327" y="814833"/>
                  </a:lnTo>
                  <a:lnTo>
                    <a:pt x="95675" y="806586"/>
                  </a:lnTo>
                  <a:lnTo>
                    <a:pt x="101670" y="797216"/>
                  </a:lnTo>
                  <a:lnTo>
                    <a:pt x="104049" y="793164"/>
                  </a:lnTo>
                  <a:lnTo>
                    <a:pt x="105477" y="791267"/>
                  </a:lnTo>
                  <a:lnTo>
                    <a:pt x="108832" y="786024"/>
                  </a:lnTo>
                  <a:cubicBezTo>
                    <a:pt x="118020" y="772655"/>
                    <a:pt x="128074" y="759994"/>
                    <a:pt x="139202" y="748215"/>
                  </a:cubicBezTo>
                  <a:lnTo>
                    <a:pt x="150382" y="737378"/>
                  </a:lnTo>
                  <a:lnTo>
                    <a:pt x="152764" y="734865"/>
                  </a:lnTo>
                  <a:lnTo>
                    <a:pt x="154704" y="733189"/>
                  </a:lnTo>
                  <a:lnTo>
                    <a:pt x="156725" y="731230"/>
                  </a:lnTo>
                  <a:lnTo>
                    <a:pt x="162057" y="726836"/>
                  </a:lnTo>
                  <a:lnTo>
                    <a:pt x="182961" y="708777"/>
                  </a:lnTo>
                  <a:lnTo>
                    <a:pt x="188485" y="705060"/>
                  </a:lnTo>
                  <a:lnTo>
                    <a:pt x="190227" y="703625"/>
                  </a:lnTo>
                  <a:cubicBezTo>
                    <a:pt x="216499" y="683771"/>
                    <a:pt x="245498" y="668886"/>
                    <a:pt x="276542" y="657973"/>
                  </a:cubicBezTo>
                  <a:lnTo>
                    <a:pt x="286673" y="654882"/>
                  </a:lnTo>
                  <a:lnTo>
                    <a:pt x="289278" y="653902"/>
                  </a:lnTo>
                  <a:lnTo>
                    <a:pt x="294182" y="652591"/>
                  </a:lnTo>
                  <a:lnTo>
                    <a:pt x="308295" y="648286"/>
                  </a:lnTo>
                  <a:cubicBezTo>
                    <a:pt x="313653" y="646939"/>
                    <a:pt x="319048" y="645745"/>
                    <a:pt x="324487" y="644736"/>
                  </a:cubicBezTo>
                  <a:lnTo>
                    <a:pt x="337626" y="642787"/>
                  </a:lnTo>
                  <a:lnTo>
                    <a:pt x="340952" y="642162"/>
                  </a:lnTo>
                  <a:cubicBezTo>
                    <a:pt x="351250" y="640612"/>
                    <a:pt x="361564" y="639489"/>
                    <a:pt x="371896" y="638859"/>
                  </a:cubicBezTo>
                  <a:lnTo>
                    <a:pt x="376620" y="638806"/>
                  </a:lnTo>
                  <a:close/>
                  <a:moveTo>
                    <a:pt x="728644" y="470794"/>
                  </a:moveTo>
                  <a:cubicBezTo>
                    <a:pt x="743399" y="470794"/>
                    <a:pt x="757864" y="470794"/>
                    <a:pt x="772974" y="470794"/>
                  </a:cubicBezTo>
                  <a:cubicBezTo>
                    <a:pt x="772974" y="472389"/>
                    <a:pt x="772974" y="474117"/>
                    <a:pt x="772974" y="475846"/>
                  </a:cubicBezTo>
                  <a:cubicBezTo>
                    <a:pt x="772974" y="510544"/>
                    <a:pt x="773164" y="545243"/>
                    <a:pt x="772892" y="579939"/>
                  </a:cubicBezTo>
                  <a:cubicBezTo>
                    <a:pt x="772760" y="596778"/>
                    <a:pt x="761431" y="611824"/>
                    <a:pt x="746094" y="617566"/>
                  </a:cubicBezTo>
                  <a:cubicBezTo>
                    <a:pt x="740690" y="619590"/>
                    <a:pt x="734590" y="620403"/>
                    <a:pt x="728776" y="620557"/>
                  </a:cubicBezTo>
                  <a:cubicBezTo>
                    <a:pt x="713565" y="620959"/>
                    <a:pt x="698336" y="620693"/>
                    <a:pt x="682624" y="620693"/>
                  </a:cubicBezTo>
                  <a:cubicBezTo>
                    <a:pt x="662520" y="620693"/>
                    <a:pt x="642906" y="620693"/>
                    <a:pt x="623006" y="620693"/>
                  </a:cubicBezTo>
                  <a:cubicBezTo>
                    <a:pt x="623006" y="605934"/>
                    <a:pt x="623006" y="591470"/>
                    <a:pt x="623006" y="576533"/>
                  </a:cubicBezTo>
                  <a:cubicBezTo>
                    <a:pt x="658172" y="576533"/>
                    <a:pt x="693261" y="576533"/>
                    <a:pt x="728644" y="576533"/>
                  </a:cubicBezTo>
                  <a:cubicBezTo>
                    <a:pt x="728644" y="541092"/>
                    <a:pt x="728644" y="506121"/>
                    <a:pt x="728644" y="470794"/>
                  </a:cubicBezTo>
                  <a:close/>
                  <a:moveTo>
                    <a:pt x="93" y="470725"/>
                  </a:moveTo>
                  <a:cubicBezTo>
                    <a:pt x="14852" y="470725"/>
                    <a:pt x="29316" y="470725"/>
                    <a:pt x="44253" y="470725"/>
                  </a:cubicBezTo>
                  <a:cubicBezTo>
                    <a:pt x="44253" y="505892"/>
                    <a:pt x="44253" y="540981"/>
                    <a:pt x="44253" y="576364"/>
                  </a:cubicBezTo>
                  <a:cubicBezTo>
                    <a:pt x="80021" y="576364"/>
                    <a:pt x="115320" y="576364"/>
                    <a:pt x="150974" y="576364"/>
                  </a:cubicBezTo>
                  <a:cubicBezTo>
                    <a:pt x="150974" y="591119"/>
                    <a:pt x="150974" y="605584"/>
                    <a:pt x="150974" y="620692"/>
                  </a:cubicBezTo>
                  <a:cubicBezTo>
                    <a:pt x="149378" y="620692"/>
                    <a:pt x="147649" y="620692"/>
                    <a:pt x="145921" y="620692"/>
                  </a:cubicBezTo>
                  <a:cubicBezTo>
                    <a:pt x="110731" y="620692"/>
                    <a:pt x="75541" y="620856"/>
                    <a:pt x="40353" y="620608"/>
                  </a:cubicBezTo>
                  <a:cubicBezTo>
                    <a:pt x="27153" y="620515"/>
                    <a:pt x="16911" y="613979"/>
                    <a:pt x="8894" y="603755"/>
                  </a:cubicBezTo>
                  <a:cubicBezTo>
                    <a:pt x="2272" y="595312"/>
                    <a:pt x="-100" y="585703"/>
                    <a:pt x="3" y="575023"/>
                  </a:cubicBezTo>
                  <a:cubicBezTo>
                    <a:pt x="270" y="547529"/>
                    <a:pt x="93" y="520031"/>
                    <a:pt x="93" y="492043"/>
                  </a:cubicBezTo>
                  <a:cubicBezTo>
                    <a:pt x="93" y="484704"/>
                    <a:pt x="93" y="477857"/>
                    <a:pt x="93" y="470725"/>
                  </a:cubicBezTo>
                  <a:close/>
                  <a:moveTo>
                    <a:pt x="604696" y="390969"/>
                  </a:moveTo>
                  <a:cubicBezTo>
                    <a:pt x="605269" y="420796"/>
                    <a:pt x="600560" y="449776"/>
                    <a:pt x="590269" y="477743"/>
                  </a:cubicBezTo>
                  <a:cubicBezTo>
                    <a:pt x="581730" y="500949"/>
                    <a:pt x="570418" y="522578"/>
                    <a:pt x="554193" y="541559"/>
                  </a:cubicBezTo>
                  <a:cubicBezTo>
                    <a:pt x="536133" y="562688"/>
                    <a:pt x="514691" y="579245"/>
                    <a:pt x="489616" y="591006"/>
                  </a:cubicBezTo>
                  <a:cubicBezTo>
                    <a:pt x="469679" y="600357"/>
                    <a:pt x="448938" y="607687"/>
                    <a:pt x="427062" y="610727"/>
                  </a:cubicBezTo>
                  <a:cubicBezTo>
                    <a:pt x="411924" y="612831"/>
                    <a:pt x="396569" y="614738"/>
                    <a:pt x="381341" y="614531"/>
                  </a:cubicBezTo>
                  <a:cubicBezTo>
                    <a:pt x="353331" y="614150"/>
                    <a:pt x="326182" y="608374"/>
                    <a:pt x="300340" y="597106"/>
                  </a:cubicBezTo>
                  <a:cubicBezTo>
                    <a:pt x="279831" y="588163"/>
                    <a:pt x="261112" y="576528"/>
                    <a:pt x="244112" y="561895"/>
                  </a:cubicBezTo>
                  <a:cubicBezTo>
                    <a:pt x="224853" y="545318"/>
                    <a:pt x="209270" y="525901"/>
                    <a:pt x="196499" y="504034"/>
                  </a:cubicBezTo>
                  <a:cubicBezTo>
                    <a:pt x="184653" y="483751"/>
                    <a:pt x="176931" y="461914"/>
                    <a:pt x="172161" y="439070"/>
                  </a:cubicBezTo>
                  <a:cubicBezTo>
                    <a:pt x="170232" y="429834"/>
                    <a:pt x="169884" y="420253"/>
                    <a:pt x="169049" y="410808"/>
                  </a:cubicBezTo>
                  <a:cubicBezTo>
                    <a:pt x="168493" y="404519"/>
                    <a:pt x="168347" y="398194"/>
                    <a:pt x="167996" y="391434"/>
                  </a:cubicBezTo>
                  <a:cubicBezTo>
                    <a:pt x="175908" y="394524"/>
                    <a:pt x="183782" y="398205"/>
                    <a:pt x="191791" y="401567"/>
                  </a:cubicBezTo>
                  <a:cubicBezTo>
                    <a:pt x="200405" y="405183"/>
                    <a:pt x="209144" y="408499"/>
                    <a:pt x="217977" y="412663"/>
                  </a:cubicBezTo>
                  <a:cubicBezTo>
                    <a:pt x="219559" y="421880"/>
                    <a:pt x="220423" y="430525"/>
                    <a:pt x="222545" y="438849"/>
                  </a:cubicBezTo>
                  <a:cubicBezTo>
                    <a:pt x="226636" y="454891"/>
                    <a:pt x="232696" y="470183"/>
                    <a:pt x="240522" y="484891"/>
                  </a:cubicBezTo>
                  <a:cubicBezTo>
                    <a:pt x="253123" y="508574"/>
                    <a:pt x="270928" y="526955"/>
                    <a:pt x="294094" y="540188"/>
                  </a:cubicBezTo>
                  <a:cubicBezTo>
                    <a:pt x="320292" y="555153"/>
                    <a:pt x="348572" y="563933"/>
                    <a:pt x="378643" y="565414"/>
                  </a:cubicBezTo>
                  <a:cubicBezTo>
                    <a:pt x="391918" y="566067"/>
                    <a:pt x="405553" y="564798"/>
                    <a:pt x="418650" y="562375"/>
                  </a:cubicBezTo>
                  <a:cubicBezTo>
                    <a:pt x="437642" y="558861"/>
                    <a:pt x="455586" y="551791"/>
                    <a:pt x="472322" y="541811"/>
                  </a:cubicBezTo>
                  <a:cubicBezTo>
                    <a:pt x="491365" y="530454"/>
                    <a:pt x="507832" y="516197"/>
                    <a:pt x="521196" y="498584"/>
                  </a:cubicBezTo>
                  <a:cubicBezTo>
                    <a:pt x="534093" y="481587"/>
                    <a:pt x="543987" y="462869"/>
                    <a:pt x="549328" y="442109"/>
                  </a:cubicBezTo>
                  <a:cubicBezTo>
                    <a:pt x="551820" y="432420"/>
                    <a:pt x="553033" y="422403"/>
                    <a:pt x="554826" y="412534"/>
                  </a:cubicBezTo>
                  <a:cubicBezTo>
                    <a:pt x="558279" y="410965"/>
                    <a:pt x="561722" y="409374"/>
                    <a:pt x="565187" y="407832"/>
                  </a:cubicBezTo>
                  <a:cubicBezTo>
                    <a:pt x="577157" y="402504"/>
                    <a:pt x="589130" y="397183"/>
                    <a:pt x="601117" y="391893"/>
                  </a:cubicBezTo>
                  <a:cubicBezTo>
                    <a:pt x="602130" y="391446"/>
                    <a:pt x="603253" y="391245"/>
                    <a:pt x="604696" y="390969"/>
                  </a:cubicBezTo>
                  <a:close/>
                  <a:moveTo>
                    <a:pt x="148456" y="37"/>
                  </a:moveTo>
                  <a:cubicBezTo>
                    <a:pt x="149244" y="38"/>
                    <a:pt x="150033" y="106"/>
                    <a:pt x="151067" y="154"/>
                  </a:cubicBezTo>
                  <a:cubicBezTo>
                    <a:pt x="151067" y="15163"/>
                    <a:pt x="151067" y="29946"/>
                    <a:pt x="151067" y="45176"/>
                  </a:cubicBezTo>
                  <a:cubicBezTo>
                    <a:pt x="115537" y="45176"/>
                    <a:pt x="80138" y="45176"/>
                    <a:pt x="44297" y="45176"/>
                  </a:cubicBezTo>
                  <a:cubicBezTo>
                    <a:pt x="44297" y="80689"/>
                    <a:pt x="44297" y="115761"/>
                    <a:pt x="44297" y="151048"/>
                  </a:cubicBezTo>
                  <a:cubicBezTo>
                    <a:pt x="29514" y="151048"/>
                    <a:pt x="15172" y="151048"/>
                    <a:pt x="92" y="151048"/>
                  </a:cubicBezTo>
                  <a:cubicBezTo>
                    <a:pt x="92" y="149428"/>
                    <a:pt x="92" y="147714"/>
                    <a:pt x="92" y="146000"/>
                  </a:cubicBezTo>
                  <a:cubicBezTo>
                    <a:pt x="92" y="111326"/>
                    <a:pt x="91" y="76652"/>
                    <a:pt x="93" y="41978"/>
                  </a:cubicBezTo>
                  <a:cubicBezTo>
                    <a:pt x="93" y="27960"/>
                    <a:pt x="7141" y="17558"/>
                    <a:pt x="17449" y="9057"/>
                  </a:cubicBezTo>
                  <a:cubicBezTo>
                    <a:pt x="20189" y="6798"/>
                    <a:pt x="23786" y="5579"/>
                    <a:pt x="27309" y="3655"/>
                  </a:cubicBezTo>
                  <a:cubicBezTo>
                    <a:pt x="32740" y="2296"/>
                    <a:pt x="37843" y="225"/>
                    <a:pt x="42963" y="183"/>
                  </a:cubicBezTo>
                  <a:cubicBezTo>
                    <a:pt x="78125" y="-105"/>
                    <a:pt x="113291" y="32"/>
                    <a:pt x="148456" y="37"/>
                  </a:cubicBezTo>
                  <a:close/>
                  <a:moveTo>
                    <a:pt x="622994" y="31"/>
                  </a:moveTo>
                  <a:cubicBezTo>
                    <a:pt x="624527" y="31"/>
                    <a:pt x="625949" y="31"/>
                    <a:pt x="627372" y="31"/>
                  </a:cubicBezTo>
                  <a:cubicBezTo>
                    <a:pt x="661580" y="31"/>
                    <a:pt x="695787" y="15"/>
                    <a:pt x="729995" y="73"/>
                  </a:cubicBezTo>
                  <a:cubicBezTo>
                    <a:pt x="732046" y="76"/>
                    <a:pt x="734095" y="678"/>
                    <a:pt x="736578" y="1007"/>
                  </a:cubicBezTo>
                  <a:cubicBezTo>
                    <a:pt x="756478" y="5035"/>
                    <a:pt x="767809" y="17365"/>
                    <a:pt x="772818" y="36122"/>
                  </a:cubicBezTo>
                  <a:cubicBezTo>
                    <a:pt x="773023" y="36892"/>
                    <a:pt x="772967" y="37742"/>
                    <a:pt x="772968" y="38555"/>
                  </a:cubicBezTo>
                  <a:cubicBezTo>
                    <a:pt x="772974" y="75870"/>
                    <a:pt x="772973" y="113186"/>
                    <a:pt x="772973" y="150885"/>
                  </a:cubicBezTo>
                  <a:cubicBezTo>
                    <a:pt x="758408" y="150885"/>
                    <a:pt x="743942" y="150885"/>
                    <a:pt x="729002" y="150885"/>
                  </a:cubicBezTo>
                  <a:cubicBezTo>
                    <a:pt x="729002" y="116005"/>
                    <a:pt x="729002" y="80916"/>
                    <a:pt x="729002" y="45357"/>
                  </a:cubicBezTo>
                  <a:cubicBezTo>
                    <a:pt x="693446" y="45357"/>
                    <a:pt x="658357" y="45357"/>
                    <a:pt x="622994" y="45357"/>
                  </a:cubicBezTo>
                  <a:cubicBezTo>
                    <a:pt x="622994" y="30095"/>
                    <a:pt x="622994" y="15304"/>
                    <a:pt x="622994" y="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76" name="Freeform: Shape 1975">
              <a:extLst>
                <a:ext uri="{FF2B5EF4-FFF2-40B4-BE49-F238E27FC236}">
                  <a16:creationId xmlns:a16="http://schemas.microsoft.com/office/drawing/2014/main" id="{61358D75-4F49-210B-CD2A-7960DCDE0CCE}"/>
                </a:ext>
                <a:ext uri="{C183D7F6-B498-43B3-948B-1728B52AA6E4}">
                  <adec:decorative xmlns:adec="http://schemas.microsoft.com/office/drawing/2017/decorative" val="1"/>
                </a:ext>
              </a:extLst>
            </p:cNvPr>
            <p:cNvSpPr/>
            <p:nvPr/>
          </p:nvSpPr>
          <p:spPr>
            <a:xfrm>
              <a:off x="3384397" y="3660095"/>
              <a:ext cx="288245" cy="433720"/>
            </a:xfrm>
            <a:custGeom>
              <a:avLst/>
              <a:gdLst>
                <a:gd name="connsiteX0" fmla="*/ 0 w 614653"/>
                <a:gd name="connsiteY0" fmla="*/ 858400 h 924866"/>
                <a:gd name="connsiteX1" fmla="*/ 66132 w 614653"/>
                <a:gd name="connsiteY1" fmla="*/ 858400 h 924866"/>
                <a:gd name="connsiteX2" fmla="*/ 66132 w 614653"/>
                <a:gd name="connsiteY2" fmla="*/ 924866 h 924866"/>
                <a:gd name="connsiteX3" fmla="*/ 0 w 614653"/>
                <a:gd name="connsiteY3" fmla="*/ 924866 h 924866"/>
                <a:gd name="connsiteX4" fmla="*/ 160465 w 614653"/>
                <a:gd name="connsiteY4" fmla="*/ 306450 h 924866"/>
                <a:gd name="connsiteX5" fmla="*/ 386394 w 614653"/>
                <a:gd name="connsiteY5" fmla="*/ 342734 h 924866"/>
                <a:gd name="connsiteX6" fmla="*/ 527599 w 614653"/>
                <a:gd name="connsiteY6" fmla="*/ 307157 h 924866"/>
                <a:gd name="connsiteX7" fmla="*/ 526939 w 614653"/>
                <a:gd name="connsiteY7" fmla="*/ 306527 h 924866"/>
                <a:gd name="connsiteX8" fmla="*/ 319281 w 614653"/>
                <a:gd name="connsiteY8" fmla="*/ 306450 h 924866"/>
                <a:gd name="connsiteX9" fmla="*/ 160465 w 614653"/>
                <a:gd name="connsiteY9" fmla="*/ 306450 h 924866"/>
                <a:gd name="connsiteX10" fmla="*/ 273542 w 614653"/>
                <a:gd name="connsiteY10" fmla="*/ 52598 h 924866"/>
                <a:gd name="connsiteX11" fmla="*/ 244813 w 614653"/>
                <a:gd name="connsiteY11" fmla="*/ 52818 h 924866"/>
                <a:gd name="connsiteX12" fmla="*/ 235394 w 614653"/>
                <a:gd name="connsiteY12" fmla="*/ 65600 h 924866"/>
                <a:gd name="connsiteX13" fmla="*/ 236258 w 614653"/>
                <a:gd name="connsiteY13" fmla="*/ 120379 h 924866"/>
                <a:gd name="connsiteX14" fmla="*/ 236300 w 614653"/>
                <a:gd name="connsiteY14" fmla="*/ 185171 h 924866"/>
                <a:gd name="connsiteX15" fmla="*/ 236372 w 614653"/>
                <a:gd name="connsiteY15" fmla="*/ 189587 h 924866"/>
                <a:gd name="connsiteX16" fmla="*/ 237711 w 614653"/>
                <a:gd name="connsiteY16" fmla="*/ 218403 h 924866"/>
                <a:gd name="connsiteX17" fmla="*/ 214020 w 614653"/>
                <a:gd name="connsiteY17" fmla="*/ 218403 h 924866"/>
                <a:gd name="connsiteX18" fmla="*/ 214020 w 614653"/>
                <a:gd name="connsiteY18" fmla="*/ 129161 h 924866"/>
                <a:gd name="connsiteX19" fmla="*/ 149534 w 614653"/>
                <a:gd name="connsiteY19" fmla="*/ 283548 h 924866"/>
                <a:gd name="connsiteX20" fmla="*/ 259876 w 614653"/>
                <a:gd name="connsiteY20" fmla="*/ 283548 h 924866"/>
                <a:gd name="connsiteX21" fmla="*/ 260928 w 614653"/>
                <a:gd name="connsiteY21" fmla="*/ 268248 h 924866"/>
                <a:gd name="connsiteX22" fmla="*/ 264755 w 614653"/>
                <a:gd name="connsiteY22" fmla="*/ 227314 h 924866"/>
                <a:gd name="connsiteX23" fmla="*/ 266810 w 614653"/>
                <a:gd name="connsiteY23" fmla="*/ 200720 h 924866"/>
                <a:gd name="connsiteX24" fmla="*/ 270660 w 614653"/>
                <a:gd name="connsiteY24" fmla="*/ 161261 h 924866"/>
                <a:gd name="connsiteX25" fmla="*/ 273615 w 614653"/>
                <a:gd name="connsiteY25" fmla="*/ 128050 h 924866"/>
                <a:gd name="connsiteX26" fmla="*/ 273651 w 614653"/>
                <a:gd name="connsiteY26" fmla="*/ 121671 h 924866"/>
                <a:gd name="connsiteX27" fmla="*/ 277570 w 614653"/>
                <a:gd name="connsiteY27" fmla="*/ 77798 h 924866"/>
                <a:gd name="connsiteX28" fmla="*/ 279475 w 614653"/>
                <a:gd name="connsiteY28" fmla="*/ 62985 h 924866"/>
                <a:gd name="connsiteX29" fmla="*/ 273542 w 614653"/>
                <a:gd name="connsiteY29" fmla="*/ 52598 h 924866"/>
                <a:gd name="connsiteX30" fmla="*/ 437955 w 614653"/>
                <a:gd name="connsiteY30" fmla="*/ 51785 h 924866"/>
                <a:gd name="connsiteX31" fmla="*/ 409286 w 614653"/>
                <a:gd name="connsiteY31" fmla="*/ 55026 h 924866"/>
                <a:gd name="connsiteX32" fmla="*/ 408218 w 614653"/>
                <a:gd name="connsiteY32" fmla="*/ 57371 h 924866"/>
                <a:gd name="connsiteX33" fmla="*/ 409247 w 614653"/>
                <a:gd name="connsiteY33" fmla="*/ 73857 h 924866"/>
                <a:gd name="connsiteX34" fmla="*/ 413035 w 614653"/>
                <a:gd name="connsiteY34" fmla="*/ 112840 h 924866"/>
                <a:gd name="connsiteX35" fmla="*/ 415082 w 614653"/>
                <a:gd name="connsiteY35" fmla="*/ 140913 h 924866"/>
                <a:gd name="connsiteX36" fmla="*/ 418952 w 614653"/>
                <a:gd name="connsiteY36" fmla="*/ 184309 h 924866"/>
                <a:gd name="connsiteX37" fmla="*/ 420993 w 614653"/>
                <a:gd name="connsiteY37" fmla="*/ 208947 h 924866"/>
                <a:gd name="connsiteX38" fmla="*/ 424821 w 614653"/>
                <a:gd name="connsiteY38" fmla="*/ 246945 h 924866"/>
                <a:gd name="connsiteX39" fmla="*/ 427763 w 614653"/>
                <a:gd name="connsiteY39" fmla="*/ 283575 h 924866"/>
                <a:gd name="connsiteX40" fmla="*/ 538045 w 614653"/>
                <a:gd name="connsiteY40" fmla="*/ 283575 h 924866"/>
                <a:gd name="connsiteX41" fmla="*/ 521016 w 614653"/>
                <a:gd name="connsiteY41" fmla="*/ 200855 h 924866"/>
                <a:gd name="connsiteX42" fmla="*/ 475710 w 614653"/>
                <a:gd name="connsiteY42" fmla="*/ 130022 h 924866"/>
                <a:gd name="connsiteX43" fmla="*/ 474118 w 614653"/>
                <a:gd name="connsiteY43" fmla="*/ 130466 h 924866"/>
                <a:gd name="connsiteX44" fmla="*/ 474118 w 614653"/>
                <a:gd name="connsiteY44" fmla="*/ 218235 h 924866"/>
                <a:gd name="connsiteX45" fmla="*/ 452349 w 614653"/>
                <a:gd name="connsiteY45" fmla="*/ 218235 h 924866"/>
                <a:gd name="connsiteX46" fmla="*/ 452368 w 614653"/>
                <a:gd name="connsiteY46" fmla="*/ 172012 h 924866"/>
                <a:gd name="connsiteX47" fmla="*/ 453240 w 614653"/>
                <a:gd name="connsiteY47" fmla="*/ 65176 h 924866"/>
                <a:gd name="connsiteX48" fmla="*/ 441812 w 614653"/>
                <a:gd name="connsiteY48" fmla="*/ 52139 h 924866"/>
                <a:gd name="connsiteX49" fmla="*/ 437955 w 614653"/>
                <a:gd name="connsiteY49" fmla="*/ 51785 h 924866"/>
                <a:gd name="connsiteX50" fmla="*/ 322105 w 614653"/>
                <a:gd name="connsiteY50" fmla="*/ 25043 h 924866"/>
                <a:gd name="connsiteX51" fmla="*/ 303030 w 614653"/>
                <a:gd name="connsiteY51" fmla="*/ 50186 h 924866"/>
                <a:gd name="connsiteX52" fmla="*/ 302009 w 614653"/>
                <a:gd name="connsiteY52" fmla="*/ 67652 h 924866"/>
                <a:gd name="connsiteX53" fmla="*/ 298178 w 614653"/>
                <a:gd name="connsiteY53" fmla="*/ 108088 h 924866"/>
                <a:gd name="connsiteX54" fmla="*/ 295303 w 614653"/>
                <a:gd name="connsiteY54" fmla="*/ 137368 h 924866"/>
                <a:gd name="connsiteX55" fmla="*/ 291299 w 614653"/>
                <a:gd name="connsiteY55" fmla="*/ 183684 h 924866"/>
                <a:gd name="connsiteX56" fmla="*/ 288374 w 614653"/>
                <a:gd name="connsiteY56" fmla="*/ 216953 h 924866"/>
                <a:gd name="connsiteX57" fmla="*/ 284401 w 614653"/>
                <a:gd name="connsiteY57" fmla="*/ 268668 h 924866"/>
                <a:gd name="connsiteX58" fmla="*/ 282914 w 614653"/>
                <a:gd name="connsiteY58" fmla="*/ 283606 h 924866"/>
                <a:gd name="connsiteX59" fmla="*/ 404752 w 614653"/>
                <a:gd name="connsiteY59" fmla="*/ 283606 h 924866"/>
                <a:gd name="connsiteX60" fmla="*/ 402279 w 614653"/>
                <a:gd name="connsiteY60" fmla="*/ 254893 h 924866"/>
                <a:gd name="connsiteX61" fmla="*/ 400242 w 614653"/>
                <a:gd name="connsiteY61" fmla="*/ 227320 h 924866"/>
                <a:gd name="connsiteX62" fmla="*/ 396384 w 614653"/>
                <a:gd name="connsiteY62" fmla="*/ 184432 h 924866"/>
                <a:gd name="connsiteX63" fmla="*/ 394337 w 614653"/>
                <a:gd name="connsiteY63" fmla="*/ 159313 h 924866"/>
                <a:gd name="connsiteX64" fmla="*/ 390502 w 614653"/>
                <a:gd name="connsiteY64" fmla="*/ 118387 h 924866"/>
                <a:gd name="connsiteX65" fmla="*/ 388464 w 614653"/>
                <a:gd name="connsiteY65" fmla="*/ 91795 h 924866"/>
                <a:gd name="connsiteX66" fmla="*/ 384588 w 614653"/>
                <a:gd name="connsiteY66" fmla="*/ 47436 h 924866"/>
                <a:gd name="connsiteX67" fmla="*/ 369349 w 614653"/>
                <a:gd name="connsiteY67" fmla="*/ 26329 h 924866"/>
                <a:gd name="connsiteX68" fmla="*/ 322105 w 614653"/>
                <a:gd name="connsiteY68" fmla="*/ 25043 h 924866"/>
                <a:gd name="connsiteX69" fmla="*/ 352433 w 614653"/>
                <a:gd name="connsiteY69" fmla="*/ 213 h 924866"/>
                <a:gd name="connsiteX70" fmla="*/ 391018 w 614653"/>
                <a:gd name="connsiteY70" fmla="*/ 11574 h 924866"/>
                <a:gd name="connsiteX71" fmla="*/ 404585 w 614653"/>
                <a:gd name="connsiteY71" fmla="*/ 29892 h 924866"/>
                <a:gd name="connsiteX72" fmla="*/ 438124 w 614653"/>
                <a:gd name="connsiteY72" fmla="*/ 28675 h 924866"/>
                <a:gd name="connsiteX73" fmla="*/ 465291 w 614653"/>
                <a:gd name="connsiteY73" fmla="*/ 38091 h 924866"/>
                <a:gd name="connsiteX74" fmla="*/ 475854 w 614653"/>
                <a:gd name="connsiteY74" fmla="*/ 63506 h 924866"/>
                <a:gd name="connsiteX75" fmla="*/ 480107 w 614653"/>
                <a:gd name="connsiteY75" fmla="*/ 72832 h 924866"/>
                <a:gd name="connsiteX76" fmla="*/ 509058 w 614653"/>
                <a:gd name="connsiteY76" fmla="*/ 98756 h 924866"/>
                <a:gd name="connsiteX77" fmla="*/ 547970 w 614653"/>
                <a:gd name="connsiteY77" fmla="*/ 151870 h 924866"/>
                <a:gd name="connsiteX78" fmla="*/ 576212 w 614653"/>
                <a:gd name="connsiteY78" fmla="*/ 226501 h 924866"/>
                <a:gd name="connsiteX79" fmla="*/ 581965 w 614653"/>
                <a:gd name="connsiteY79" fmla="*/ 262569 h 924866"/>
                <a:gd name="connsiteX80" fmla="*/ 583418 w 614653"/>
                <a:gd name="connsiteY80" fmla="*/ 274483 h 924866"/>
                <a:gd name="connsiteX81" fmla="*/ 606130 w 614653"/>
                <a:gd name="connsiteY81" fmla="*/ 277762 h 924866"/>
                <a:gd name="connsiteX82" fmla="*/ 609284 w 614653"/>
                <a:gd name="connsiteY82" fmla="*/ 309793 h 924866"/>
                <a:gd name="connsiteX83" fmla="*/ 584121 w 614653"/>
                <a:gd name="connsiteY83" fmla="*/ 328294 h 924866"/>
                <a:gd name="connsiteX84" fmla="*/ 562312 w 614653"/>
                <a:gd name="connsiteY84" fmla="*/ 340756 h 924866"/>
                <a:gd name="connsiteX85" fmla="*/ 558416 w 614653"/>
                <a:gd name="connsiteY85" fmla="*/ 341823 h 924866"/>
                <a:gd name="connsiteX86" fmla="*/ 522486 w 614653"/>
                <a:gd name="connsiteY86" fmla="*/ 357762 h 924866"/>
                <a:gd name="connsiteX87" fmla="*/ 511755 w 614653"/>
                <a:gd name="connsiteY87" fmla="*/ 362463 h 924866"/>
                <a:gd name="connsiteX88" fmla="*/ 476134 w 614653"/>
                <a:gd name="connsiteY88" fmla="*/ 373152 h 924866"/>
                <a:gd name="connsiteX89" fmla="*/ 389460 w 614653"/>
                <a:gd name="connsiteY89" fmla="*/ 387822 h 924866"/>
                <a:gd name="connsiteX90" fmla="*/ 340760 w 614653"/>
                <a:gd name="connsiteY90" fmla="*/ 389852 h 924866"/>
                <a:gd name="connsiteX91" fmla="*/ 326228 w 614653"/>
                <a:gd name="connsiteY91" fmla="*/ 388953 h 924866"/>
                <a:gd name="connsiteX92" fmla="*/ 306788 w 614653"/>
                <a:gd name="connsiteY92" fmla="*/ 387924 h 924866"/>
                <a:gd name="connsiteX93" fmla="*/ 267839 w 614653"/>
                <a:gd name="connsiteY93" fmla="*/ 383916 h 924866"/>
                <a:gd name="connsiteX94" fmla="*/ 221129 w 614653"/>
                <a:gd name="connsiteY94" fmla="*/ 375251 h 924866"/>
                <a:gd name="connsiteX95" fmla="*/ 175334 w 614653"/>
                <a:gd name="connsiteY95" fmla="*/ 362170 h 924866"/>
                <a:gd name="connsiteX96" fmla="*/ 149091 w 614653"/>
                <a:gd name="connsiteY96" fmla="*/ 351497 h 924866"/>
                <a:gd name="connsiteX97" fmla="*/ 125274 w 614653"/>
                <a:gd name="connsiteY97" fmla="*/ 340914 h 924866"/>
                <a:gd name="connsiteX98" fmla="*/ 100052 w 614653"/>
                <a:gd name="connsiteY98" fmla="*/ 326044 h 924866"/>
                <a:gd name="connsiteX99" fmla="*/ 79166 w 614653"/>
                <a:gd name="connsiteY99" fmla="*/ 310646 h 924866"/>
                <a:gd name="connsiteX100" fmla="*/ 76317 w 614653"/>
                <a:gd name="connsiteY100" fmla="*/ 283495 h 924866"/>
                <a:gd name="connsiteX101" fmla="*/ 101367 w 614653"/>
                <a:gd name="connsiteY101" fmla="*/ 273902 h 924866"/>
                <a:gd name="connsiteX102" fmla="*/ 103674 w 614653"/>
                <a:gd name="connsiteY102" fmla="*/ 274359 h 924866"/>
                <a:gd name="connsiteX103" fmla="*/ 110649 w 614653"/>
                <a:gd name="connsiteY103" fmla="*/ 230917 h 924866"/>
                <a:gd name="connsiteX104" fmla="*/ 126354 w 614653"/>
                <a:gd name="connsiteY104" fmla="*/ 179727 h 924866"/>
                <a:gd name="connsiteX105" fmla="*/ 155798 w 614653"/>
                <a:gd name="connsiteY105" fmla="*/ 126928 h 924866"/>
                <a:gd name="connsiteX106" fmla="*/ 174502 w 614653"/>
                <a:gd name="connsiteY106" fmla="*/ 103575 h 924866"/>
                <a:gd name="connsiteX107" fmla="*/ 211189 w 614653"/>
                <a:gd name="connsiteY107" fmla="*/ 69818 h 924866"/>
                <a:gd name="connsiteX108" fmla="*/ 212651 w 614653"/>
                <a:gd name="connsiteY108" fmla="*/ 64354 h 924866"/>
                <a:gd name="connsiteX109" fmla="*/ 223204 w 614653"/>
                <a:gd name="connsiteY109" fmla="*/ 38547 h 924866"/>
                <a:gd name="connsiteX110" fmla="*/ 241527 w 614653"/>
                <a:gd name="connsiteY110" fmla="*/ 29850 h 924866"/>
                <a:gd name="connsiteX111" fmla="*/ 282626 w 614653"/>
                <a:gd name="connsiteY111" fmla="*/ 31084 h 924866"/>
                <a:gd name="connsiteX112" fmla="*/ 300270 w 614653"/>
                <a:gd name="connsiteY112" fmla="*/ 9105 h 924866"/>
                <a:gd name="connsiteX113" fmla="*/ 325165 w 614653"/>
                <a:gd name="connsiteY113" fmla="*/ 1169 h 924866"/>
                <a:gd name="connsiteX114" fmla="*/ 352433 w 614653"/>
                <a:gd name="connsiteY114" fmla="*/ 213 h 92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614653" h="924866">
                  <a:moveTo>
                    <a:pt x="0" y="858400"/>
                  </a:moveTo>
                  <a:lnTo>
                    <a:pt x="66132" y="858400"/>
                  </a:lnTo>
                  <a:lnTo>
                    <a:pt x="66132" y="924866"/>
                  </a:lnTo>
                  <a:lnTo>
                    <a:pt x="0" y="924866"/>
                  </a:lnTo>
                  <a:close/>
                  <a:moveTo>
                    <a:pt x="160465" y="306450"/>
                  </a:moveTo>
                  <a:cubicBezTo>
                    <a:pt x="232533" y="339144"/>
                    <a:pt x="308197" y="349145"/>
                    <a:pt x="386394" y="342734"/>
                  </a:cubicBezTo>
                  <a:cubicBezTo>
                    <a:pt x="435323" y="338723"/>
                    <a:pt x="482534" y="327654"/>
                    <a:pt x="527599" y="307157"/>
                  </a:cubicBezTo>
                  <a:cubicBezTo>
                    <a:pt x="527116" y="306688"/>
                    <a:pt x="527028" y="306527"/>
                    <a:pt x="526939" y="306527"/>
                  </a:cubicBezTo>
                  <a:cubicBezTo>
                    <a:pt x="458047" y="306494"/>
                    <a:pt x="389155" y="306472"/>
                    <a:pt x="319281" y="306450"/>
                  </a:cubicBezTo>
                  <a:cubicBezTo>
                    <a:pt x="266342" y="306450"/>
                    <a:pt x="213404" y="306450"/>
                    <a:pt x="160465" y="306450"/>
                  </a:cubicBezTo>
                  <a:close/>
                  <a:moveTo>
                    <a:pt x="273542" y="52598"/>
                  </a:moveTo>
                  <a:cubicBezTo>
                    <a:pt x="264002" y="50400"/>
                    <a:pt x="254379" y="50146"/>
                    <a:pt x="244813" y="52818"/>
                  </a:cubicBezTo>
                  <a:cubicBezTo>
                    <a:pt x="238338" y="54626"/>
                    <a:pt x="235365" y="55777"/>
                    <a:pt x="235394" y="65600"/>
                  </a:cubicBezTo>
                  <a:cubicBezTo>
                    <a:pt x="235446" y="83860"/>
                    <a:pt x="236119" y="102118"/>
                    <a:pt x="236258" y="120379"/>
                  </a:cubicBezTo>
                  <a:cubicBezTo>
                    <a:pt x="236423" y="141975"/>
                    <a:pt x="236295" y="163574"/>
                    <a:pt x="236300" y="185171"/>
                  </a:cubicBezTo>
                  <a:cubicBezTo>
                    <a:pt x="236300" y="186643"/>
                    <a:pt x="236305" y="188117"/>
                    <a:pt x="236372" y="189587"/>
                  </a:cubicBezTo>
                  <a:cubicBezTo>
                    <a:pt x="236798" y="198970"/>
                    <a:pt x="237242" y="208352"/>
                    <a:pt x="237711" y="218403"/>
                  </a:cubicBezTo>
                  <a:cubicBezTo>
                    <a:pt x="229598" y="218403"/>
                    <a:pt x="222373" y="218403"/>
                    <a:pt x="214020" y="218403"/>
                  </a:cubicBezTo>
                  <a:cubicBezTo>
                    <a:pt x="214020" y="188837"/>
                    <a:pt x="214020" y="158999"/>
                    <a:pt x="214020" y="129161"/>
                  </a:cubicBezTo>
                  <a:cubicBezTo>
                    <a:pt x="172454" y="172688"/>
                    <a:pt x="151933" y="224257"/>
                    <a:pt x="149534" y="283548"/>
                  </a:cubicBezTo>
                  <a:cubicBezTo>
                    <a:pt x="186877" y="283548"/>
                    <a:pt x="223275" y="283548"/>
                    <a:pt x="259876" y="283548"/>
                  </a:cubicBezTo>
                  <a:cubicBezTo>
                    <a:pt x="260234" y="278246"/>
                    <a:pt x="260477" y="273238"/>
                    <a:pt x="260928" y="268248"/>
                  </a:cubicBezTo>
                  <a:cubicBezTo>
                    <a:pt x="262164" y="254600"/>
                    <a:pt x="263548" y="240965"/>
                    <a:pt x="264755" y="227314"/>
                  </a:cubicBezTo>
                  <a:cubicBezTo>
                    <a:pt x="265538" y="218458"/>
                    <a:pt x="266006" y="209574"/>
                    <a:pt x="266810" y="200720"/>
                  </a:cubicBezTo>
                  <a:cubicBezTo>
                    <a:pt x="268006" y="187559"/>
                    <a:pt x="269404" y="174417"/>
                    <a:pt x="270660" y="161261"/>
                  </a:cubicBezTo>
                  <a:cubicBezTo>
                    <a:pt x="271687" y="150501"/>
                    <a:pt x="272632" y="139734"/>
                    <a:pt x="273615" y="128050"/>
                  </a:cubicBezTo>
                  <a:cubicBezTo>
                    <a:pt x="273619" y="125923"/>
                    <a:pt x="273469" y="123782"/>
                    <a:pt x="273651" y="121671"/>
                  </a:cubicBezTo>
                  <a:cubicBezTo>
                    <a:pt x="274910" y="107042"/>
                    <a:pt x="276192" y="92416"/>
                    <a:pt x="277570" y="77798"/>
                  </a:cubicBezTo>
                  <a:cubicBezTo>
                    <a:pt x="278037" y="72843"/>
                    <a:pt x="278623" y="67886"/>
                    <a:pt x="279475" y="62985"/>
                  </a:cubicBezTo>
                  <a:cubicBezTo>
                    <a:pt x="280617" y="56414"/>
                    <a:pt x="279627" y="54000"/>
                    <a:pt x="273542" y="52598"/>
                  </a:cubicBezTo>
                  <a:close/>
                  <a:moveTo>
                    <a:pt x="437955" y="51785"/>
                  </a:moveTo>
                  <a:cubicBezTo>
                    <a:pt x="428405" y="50450"/>
                    <a:pt x="418985" y="50328"/>
                    <a:pt x="409286" y="55026"/>
                  </a:cubicBezTo>
                  <a:cubicBezTo>
                    <a:pt x="408911" y="55808"/>
                    <a:pt x="408183" y="56607"/>
                    <a:pt x="408218" y="57371"/>
                  </a:cubicBezTo>
                  <a:cubicBezTo>
                    <a:pt x="408465" y="62871"/>
                    <a:pt x="408739" y="68376"/>
                    <a:pt x="409247" y="73857"/>
                  </a:cubicBezTo>
                  <a:cubicBezTo>
                    <a:pt x="410449" y="86857"/>
                    <a:pt x="411881" y="99836"/>
                    <a:pt x="413035" y="112840"/>
                  </a:cubicBezTo>
                  <a:cubicBezTo>
                    <a:pt x="413865" y="122184"/>
                    <a:pt x="414298" y="131564"/>
                    <a:pt x="415082" y="140913"/>
                  </a:cubicBezTo>
                  <a:cubicBezTo>
                    <a:pt x="416297" y="155385"/>
                    <a:pt x="417683" y="169842"/>
                    <a:pt x="418952" y="184309"/>
                  </a:cubicBezTo>
                  <a:cubicBezTo>
                    <a:pt x="419671" y="192519"/>
                    <a:pt x="420209" y="200744"/>
                    <a:pt x="420993" y="208947"/>
                  </a:cubicBezTo>
                  <a:cubicBezTo>
                    <a:pt x="422205" y="221619"/>
                    <a:pt x="423665" y="234268"/>
                    <a:pt x="424821" y="246945"/>
                  </a:cubicBezTo>
                  <a:cubicBezTo>
                    <a:pt x="425932" y="259126"/>
                    <a:pt x="426790" y="271330"/>
                    <a:pt x="427763" y="283575"/>
                  </a:cubicBezTo>
                  <a:cubicBezTo>
                    <a:pt x="464991" y="283575"/>
                    <a:pt x="501672" y="283575"/>
                    <a:pt x="538045" y="283575"/>
                  </a:cubicBezTo>
                  <a:cubicBezTo>
                    <a:pt x="537655" y="254742"/>
                    <a:pt x="531503" y="227291"/>
                    <a:pt x="521016" y="200855"/>
                  </a:cubicBezTo>
                  <a:cubicBezTo>
                    <a:pt x="510492" y="174325"/>
                    <a:pt x="495595" y="150509"/>
                    <a:pt x="475710" y="130022"/>
                  </a:cubicBezTo>
                  <a:cubicBezTo>
                    <a:pt x="475179" y="130170"/>
                    <a:pt x="474649" y="130318"/>
                    <a:pt x="474118" y="130466"/>
                  </a:cubicBezTo>
                  <a:cubicBezTo>
                    <a:pt x="474118" y="159936"/>
                    <a:pt x="474118" y="189406"/>
                    <a:pt x="474118" y="218235"/>
                  </a:cubicBezTo>
                  <a:cubicBezTo>
                    <a:pt x="465993" y="218235"/>
                    <a:pt x="458804" y="218235"/>
                    <a:pt x="452349" y="218235"/>
                  </a:cubicBezTo>
                  <a:cubicBezTo>
                    <a:pt x="452349" y="202282"/>
                    <a:pt x="452254" y="187146"/>
                    <a:pt x="452368" y="172012"/>
                  </a:cubicBezTo>
                  <a:cubicBezTo>
                    <a:pt x="452636" y="136399"/>
                    <a:pt x="453136" y="100789"/>
                    <a:pt x="453240" y="65176"/>
                  </a:cubicBezTo>
                  <a:cubicBezTo>
                    <a:pt x="453267" y="56111"/>
                    <a:pt x="448956" y="53974"/>
                    <a:pt x="441812" y="52139"/>
                  </a:cubicBezTo>
                  <a:cubicBezTo>
                    <a:pt x="440578" y="51823"/>
                    <a:pt x="439233" y="51963"/>
                    <a:pt x="437955" y="51785"/>
                  </a:cubicBezTo>
                  <a:close/>
                  <a:moveTo>
                    <a:pt x="322105" y="25043"/>
                  </a:moveTo>
                  <a:cubicBezTo>
                    <a:pt x="307761" y="28256"/>
                    <a:pt x="303172" y="35229"/>
                    <a:pt x="303030" y="50186"/>
                  </a:cubicBezTo>
                  <a:cubicBezTo>
                    <a:pt x="302974" y="56012"/>
                    <a:pt x="302526" y="61845"/>
                    <a:pt x="302009" y="67652"/>
                  </a:cubicBezTo>
                  <a:cubicBezTo>
                    <a:pt x="300809" y="81138"/>
                    <a:pt x="299423" y="94607"/>
                    <a:pt x="298178" y="108088"/>
                  </a:cubicBezTo>
                  <a:cubicBezTo>
                    <a:pt x="297302" y="117570"/>
                    <a:pt x="296533" y="127061"/>
                    <a:pt x="295303" y="137368"/>
                  </a:cubicBezTo>
                  <a:cubicBezTo>
                    <a:pt x="293969" y="152807"/>
                    <a:pt x="292644" y="168246"/>
                    <a:pt x="291299" y="183684"/>
                  </a:cubicBezTo>
                  <a:cubicBezTo>
                    <a:pt x="290332" y="194774"/>
                    <a:pt x="289263" y="205856"/>
                    <a:pt x="288374" y="216953"/>
                  </a:cubicBezTo>
                  <a:cubicBezTo>
                    <a:pt x="286995" y="234187"/>
                    <a:pt x="285757" y="251432"/>
                    <a:pt x="284401" y="268668"/>
                  </a:cubicBezTo>
                  <a:cubicBezTo>
                    <a:pt x="284011" y="273622"/>
                    <a:pt x="283422" y="278560"/>
                    <a:pt x="282914" y="283606"/>
                  </a:cubicBezTo>
                  <a:cubicBezTo>
                    <a:pt x="323546" y="283606"/>
                    <a:pt x="364180" y="283606"/>
                    <a:pt x="404752" y="283606"/>
                  </a:cubicBezTo>
                  <a:cubicBezTo>
                    <a:pt x="403908" y="273871"/>
                    <a:pt x="403037" y="264386"/>
                    <a:pt x="402279" y="254893"/>
                  </a:cubicBezTo>
                  <a:cubicBezTo>
                    <a:pt x="401546" y="245706"/>
                    <a:pt x="401023" y="236502"/>
                    <a:pt x="400242" y="227320"/>
                  </a:cubicBezTo>
                  <a:cubicBezTo>
                    <a:pt x="399025" y="213018"/>
                    <a:pt x="397640" y="198730"/>
                    <a:pt x="396384" y="184432"/>
                  </a:cubicBezTo>
                  <a:cubicBezTo>
                    <a:pt x="395649" y="176063"/>
                    <a:pt x="395094" y="167679"/>
                    <a:pt x="394337" y="159313"/>
                  </a:cubicBezTo>
                  <a:cubicBezTo>
                    <a:pt x="393103" y="145667"/>
                    <a:pt x="391710" y="132035"/>
                    <a:pt x="390502" y="118387"/>
                  </a:cubicBezTo>
                  <a:cubicBezTo>
                    <a:pt x="389719" y="109532"/>
                    <a:pt x="389209" y="100654"/>
                    <a:pt x="388464" y="91795"/>
                  </a:cubicBezTo>
                  <a:cubicBezTo>
                    <a:pt x="387220" y="77005"/>
                    <a:pt x="385885" y="62222"/>
                    <a:pt x="384588" y="47436"/>
                  </a:cubicBezTo>
                  <a:cubicBezTo>
                    <a:pt x="383622" y="36417"/>
                    <a:pt x="381080" y="30023"/>
                    <a:pt x="369349" y="26329"/>
                  </a:cubicBezTo>
                  <a:cubicBezTo>
                    <a:pt x="353673" y="21391"/>
                    <a:pt x="337814" y="21525"/>
                    <a:pt x="322105" y="25043"/>
                  </a:cubicBezTo>
                  <a:close/>
                  <a:moveTo>
                    <a:pt x="352433" y="213"/>
                  </a:moveTo>
                  <a:cubicBezTo>
                    <a:pt x="366037" y="1028"/>
                    <a:pt x="379473" y="2917"/>
                    <a:pt x="391018" y="11574"/>
                  </a:cubicBezTo>
                  <a:cubicBezTo>
                    <a:pt x="397759" y="16628"/>
                    <a:pt x="402126" y="23014"/>
                    <a:pt x="404585" y="29892"/>
                  </a:cubicBezTo>
                  <a:cubicBezTo>
                    <a:pt x="416032" y="29426"/>
                    <a:pt x="427088" y="28481"/>
                    <a:pt x="438124" y="28675"/>
                  </a:cubicBezTo>
                  <a:cubicBezTo>
                    <a:pt x="448007" y="28849"/>
                    <a:pt x="457514" y="31459"/>
                    <a:pt x="465291" y="38091"/>
                  </a:cubicBezTo>
                  <a:cubicBezTo>
                    <a:pt x="473056" y="44713"/>
                    <a:pt x="475901" y="53615"/>
                    <a:pt x="475854" y="63506"/>
                  </a:cubicBezTo>
                  <a:cubicBezTo>
                    <a:pt x="475835" y="67438"/>
                    <a:pt x="476677" y="70044"/>
                    <a:pt x="480107" y="72832"/>
                  </a:cubicBezTo>
                  <a:cubicBezTo>
                    <a:pt x="490154" y="80998"/>
                    <a:pt x="500141" y="89403"/>
                    <a:pt x="509058" y="98756"/>
                  </a:cubicBezTo>
                  <a:cubicBezTo>
                    <a:pt x="524280" y="114722"/>
                    <a:pt x="537181" y="132495"/>
                    <a:pt x="547970" y="151870"/>
                  </a:cubicBezTo>
                  <a:cubicBezTo>
                    <a:pt x="561078" y="175411"/>
                    <a:pt x="570482" y="200280"/>
                    <a:pt x="576212" y="226501"/>
                  </a:cubicBezTo>
                  <a:cubicBezTo>
                    <a:pt x="578806" y="238377"/>
                    <a:pt x="580132" y="250531"/>
                    <a:pt x="581965" y="262569"/>
                  </a:cubicBezTo>
                  <a:cubicBezTo>
                    <a:pt x="582547" y="266395"/>
                    <a:pt x="582909" y="270253"/>
                    <a:pt x="583418" y="274483"/>
                  </a:cubicBezTo>
                  <a:cubicBezTo>
                    <a:pt x="591312" y="271962"/>
                    <a:pt x="598899" y="272463"/>
                    <a:pt x="606130" y="277762"/>
                  </a:cubicBezTo>
                  <a:cubicBezTo>
                    <a:pt x="615868" y="284897"/>
                    <a:pt x="617726" y="302383"/>
                    <a:pt x="609284" y="309793"/>
                  </a:cubicBezTo>
                  <a:cubicBezTo>
                    <a:pt x="601486" y="316639"/>
                    <a:pt x="592774" y="322508"/>
                    <a:pt x="584121" y="328294"/>
                  </a:cubicBezTo>
                  <a:cubicBezTo>
                    <a:pt x="577353" y="332821"/>
                    <a:pt x="570060" y="336562"/>
                    <a:pt x="562312" y="340756"/>
                  </a:cubicBezTo>
                  <a:cubicBezTo>
                    <a:pt x="560552" y="341175"/>
                    <a:pt x="559430" y="341376"/>
                    <a:pt x="558416" y="341823"/>
                  </a:cubicBezTo>
                  <a:cubicBezTo>
                    <a:pt x="546429" y="347113"/>
                    <a:pt x="534456" y="352434"/>
                    <a:pt x="522486" y="357762"/>
                  </a:cubicBezTo>
                  <a:cubicBezTo>
                    <a:pt x="519021" y="359304"/>
                    <a:pt x="515578" y="360895"/>
                    <a:pt x="511755" y="362463"/>
                  </a:cubicBezTo>
                  <a:cubicBezTo>
                    <a:pt x="499641" y="366049"/>
                    <a:pt x="487994" y="370000"/>
                    <a:pt x="476134" y="373152"/>
                  </a:cubicBezTo>
                  <a:cubicBezTo>
                    <a:pt x="447711" y="380705"/>
                    <a:pt x="418725" y="385324"/>
                    <a:pt x="389460" y="387822"/>
                  </a:cubicBezTo>
                  <a:cubicBezTo>
                    <a:pt x="373285" y="389202"/>
                    <a:pt x="357002" y="389384"/>
                    <a:pt x="340760" y="389852"/>
                  </a:cubicBezTo>
                  <a:cubicBezTo>
                    <a:pt x="335929" y="389992"/>
                    <a:pt x="331075" y="389228"/>
                    <a:pt x="326228" y="388953"/>
                  </a:cubicBezTo>
                  <a:cubicBezTo>
                    <a:pt x="319749" y="388586"/>
                    <a:pt x="313247" y="388501"/>
                    <a:pt x="306788" y="387924"/>
                  </a:cubicBezTo>
                  <a:cubicBezTo>
                    <a:pt x="293787" y="386763"/>
                    <a:pt x="280734" y="385846"/>
                    <a:pt x="267839" y="383916"/>
                  </a:cubicBezTo>
                  <a:cubicBezTo>
                    <a:pt x="252183" y="381573"/>
                    <a:pt x="236536" y="378853"/>
                    <a:pt x="221129" y="375251"/>
                  </a:cubicBezTo>
                  <a:cubicBezTo>
                    <a:pt x="205775" y="371662"/>
                    <a:pt x="190723" y="366780"/>
                    <a:pt x="175334" y="362170"/>
                  </a:cubicBezTo>
                  <a:cubicBezTo>
                    <a:pt x="166444" y="358429"/>
                    <a:pt x="157704" y="355113"/>
                    <a:pt x="149091" y="351497"/>
                  </a:cubicBezTo>
                  <a:cubicBezTo>
                    <a:pt x="141082" y="348136"/>
                    <a:pt x="133208" y="344454"/>
                    <a:pt x="125274" y="340914"/>
                  </a:cubicBezTo>
                  <a:cubicBezTo>
                    <a:pt x="116848" y="335987"/>
                    <a:pt x="108231" y="331352"/>
                    <a:pt x="100052" y="326044"/>
                  </a:cubicBezTo>
                  <a:cubicBezTo>
                    <a:pt x="92803" y="321339"/>
                    <a:pt x="85660" y="316321"/>
                    <a:pt x="79166" y="310646"/>
                  </a:cubicBezTo>
                  <a:cubicBezTo>
                    <a:pt x="71937" y="304327"/>
                    <a:pt x="71184" y="292373"/>
                    <a:pt x="76317" y="283495"/>
                  </a:cubicBezTo>
                  <a:cubicBezTo>
                    <a:pt x="81182" y="275083"/>
                    <a:pt x="92776" y="270892"/>
                    <a:pt x="101367" y="273902"/>
                  </a:cubicBezTo>
                  <a:cubicBezTo>
                    <a:pt x="102278" y="274221"/>
                    <a:pt x="103278" y="274284"/>
                    <a:pt x="103674" y="274359"/>
                  </a:cubicBezTo>
                  <a:cubicBezTo>
                    <a:pt x="105968" y="259931"/>
                    <a:pt x="108025" y="245373"/>
                    <a:pt x="110649" y="230917"/>
                  </a:cubicBezTo>
                  <a:cubicBezTo>
                    <a:pt x="113854" y="213260"/>
                    <a:pt x="119351" y="196231"/>
                    <a:pt x="126354" y="179727"/>
                  </a:cubicBezTo>
                  <a:cubicBezTo>
                    <a:pt x="134264" y="161083"/>
                    <a:pt x="143760" y="143259"/>
                    <a:pt x="155798" y="126928"/>
                  </a:cubicBezTo>
                  <a:cubicBezTo>
                    <a:pt x="161710" y="118906"/>
                    <a:pt x="168253" y="111349"/>
                    <a:pt x="174502" y="103575"/>
                  </a:cubicBezTo>
                  <a:cubicBezTo>
                    <a:pt x="185034" y="90471"/>
                    <a:pt x="198276" y="80339"/>
                    <a:pt x="211189" y="69818"/>
                  </a:cubicBezTo>
                  <a:cubicBezTo>
                    <a:pt x="212389" y="68840"/>
                    <a:pt x="212709" y="66199"/>
                    <a:pt x="212651" y="64354"/>
                  </a:cubicBezTo>
                  <a:cubicBezTo>
                    <a:pt x="212327" y="54122"/>
                    <a:pt x="214947" y="44766"/>
                    <a:pt x="223204" y="38547"/>
                  </a:cubicBezTo>
                  <a:cubicBezTo>
                    <a:pt x="228531" y="34536"/>
                    <a:pt x="235067" y="31032"/>
                    <a:pt x="241527" y="29850"/>
                  </a:cubicBezTo>
                  <a:cubicBezTo>
                    <a:pt x="255020" y="27381"/>
                    <a:pt x="268796" y="27344"/>
                    <a:pt x="282626" y="31084"/>
                  </a:cubicBezTo>
                  <a:cubicBezTo>
                    <a:pt x="285770" y="21597"/>
                    <a:pt x="291615" y="14332"/>
                    <a:pt x="300270" y="9105"/>
                  </a:cubicBezTo>
                  <a:cubicBezTo>
                    <a:pt x="308005" y="4433"/>
                    <a:pt x="316435" y="2078"/>
                    <a:pt x="325165" y="1169"/>
                  </a:cubicBezTo>
                  <a:cubicBezTo>
                    <a:pt x="334199" y="228"/>
                    <a:pt x="343388" y="-330"/>
                    <a:pt x="352433" y="213"/>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78" name="Group 177">
            <a:extLst>
              <a:ext uri="{FF2B5EF4-FFF2-40B4-BE49-F238E27FC236}">
                <a16:creationId xmlns:a16="http://schemas.microsoft.com/office/drawing/2014/main" id="{0770BD8A-ED95-5CF6-ECDB-482A475C9945}"/>
              </a:ext>
              <a:ext uri="{C183D7F6-B498-43B3-948B-1728B52AA6E4}">
                <adec:decorative xmlns:adec="http://schemas.microsoft.com/office/drawing/2017/decorative" val="1"/>
              </a:ext>
            </a:extLst>
          </p:cNvPr>
          <p:cNvGrpSpPr>
            <a:grpSpLocks noChangeAspect="1"/>
          </p:cNvGrpSpPr>
          <p:nvPr/>
        </p:nvGrpSpPr>
        <p:grpSpPr>
          <a:xfrm>
            <a:off x="6542118" y="3636615"/>
            <a:ext cx="373533" cy="457200"/>
            <a:chOff x="6542118" y="3636615"/>
            <a:chExt cx="373533" cy="457200"/>
          </a:xfrm>
          <a:solidFill>
            <a:srgbClr val="FF0000"/>
          </a:solidFill>
        </p:grpSpPr>
        <p:sp>
          <p:nvSpPr>
            <p:cNvPr id="1995" name="Freeform: Shape 1994">
              <a:extLst>
                <a:ext uri="{FF2B5EF4-FFF2-40B4-BE49-F238E27FC236}">
                  <a16:creationId xmlns:a16="http://schemas.microsoft.com/office/drawing/2014/main" id="{E68320FC-27CD-7DAB-AE7F-48B370ABEE71}"/>
                </a:ext>
                <a:ext uri="{C183D7F6-B498-43B3-948B-1728B52AA6E4}">
                  <adec:decorative xmlns:adec="http://schemas.microsoft.com/office/drawing/2017/decorative" val="1"/>
                </a:ext>
              </a:extLst>
            </p:cNvPr>
            <p:cNvSpPr/>
            <p:nvPr/>
          </p:nvSpPr>
          <p:spPr>
            <a:xfrm>
              <a:off x="6580704" y="3636615"/>
              <a:ext cx="284440" cy="457200"/>
            </a:xfrm>
            <a:custGeom>
              <a:avLst/>
              <a:gdLst>
                <a:gd name="connsiteX0" fmla="*/ 309984 w 659843"/>
                <a:gd name="connsiteY0" fmla="*/ 994147 h 1060613"/>
                <a:gd name="connsiteX1" fmla="*/ 376450 w 659843"/>
                <a:gd name="connsiteY1" fmla="*/ 994147 h 1060613"/>
                <a:gd name="connsiteX2" fmla="*/ 376450 w 659843"/>
                <a:gd name="connsiteY2" fmla="*/ 1060613 h 1060613"/>
                <a:gd name="connsiteX3" fmla="*/ 309984 w 659843"/>
                <a:gd name="connsiteY3" fmla="*/ 1060613 h 1060613"/>
                <a:gd name="connsiteX4" fmla="*/ 250850 w 659843"/>
                <a:gd name="connsiteY4" fmla="*/ 132117 h 1060613"/>
                <a:gd name="connsiteX5" fmla="*/ 250850 w 659843"/>
                <a:gd name="connsiteY5" fmla="*/ 369099 h 1060613"/>
                <a:gd name="connsiteX6" fmla="*/ 258462 w 659843"/>
                <a:gd name="connsiteY6" fmla="*/ 369099 h 1060613"/>
                <a:gd name="connsiteX7" fmla="*/ 550918 w 659843"/>
                <a:gd name="connsiteY7" fmla="*/ 369231 h 1060613"/>
                <a:gd name="connsiteX8" fmla="*/ 560743 w 659843"/>
                <a:gd name="connsiteY8" fmla="*/ 372358 h 1060613"/>
                <a:gd name="connsiteX9" fmla="*/ 596060 w 659843"/>
                <a:gd name="connsiteY9" fmla="*/ 397653 h 1060613"/>
                <a:gd name="connsiteX10" fmla="*/ 616566 w 659843"/>
                <a:gd name="connsiteY10" fmla="*/ 411983 h 1060613"/>
                <a:gd name="connsiteX11" fmla="*/ 616566 w 659843"/>
                <a:gd name="connsiteY11" fmla="*/ 132117 h 1060613"/>
                <a:gd name="connsiteX12" fmla="*/ 407450 w 659843"/>
                <a:gd name="connsiteY12" fmla="*/ 132117 h 1060613"/>
                <a:gd name="connsiteX13" fmla="*/ 250850 w 659843"/>
                <a:gd name="connsiteY13" fmla="*/ 132117 h 1060613"/>
                <a:gd name="connsiteX14" fmla="*/ 622399 w 659843"/>
                <a:gd name="connsiteY14" fmla="*/ 89289 h 1060613"/>
                <a:gd name="connsiteX15" fmla="*/ 659843 w 659843"/>
                <a:gd name="connsiteY15" fmla="*/ 126712 h 1060613"/>
                <a:gd name="connsiteX16" fmla="*/ 659700 w 659843"/>
                <a:gd name="connsiteY16" fmla="*/ 454626 h 1060613"/>
                <a:gd name="connsiteX17" fmla="*/ 648707 w 659843"/>
                <a:gd name="connsiteY17" fmla="*/ 476602 h 1060613"/>
                <a:gd name="connsiteX18" fmla="*/ 621028 w 659843"/>
                <a:gd name="connsiteY18" fmla="*/ 474078 h 1060613"/>
                <a:gd name="connsiteX19" fmla="*/ 547062 w 659843"/>
                <a:gd name="connsiteY19" fmla="*/ 417703 h 1060613"/>
                <a:gd name="connsiteX20" fmla="*/ 527764 w 659843"/>
                <a:gd name="connsiteY20" fmla="*/ 411766 h 1060613"/>
                <a:gd name="connsiteX21" fmla="*/ 215115 w 659843"/>
                <a:gd name="connsiteY21" fmla="*/ 411853 h 1060613"/>
                <a:gd name="connsiteX22" fmla="*/ 208102 w 659843"/>
                <a:gd name="connsiteY22" fmla="*/ 411853 h 1060613"/>
                <a:gd name="connsiteX23" fmla="*/ 208102 w 659843"/>
                <a:gd name="connsiteY23" fmla="*/ 89363 h 1060613"/>
                <a:gd name="connsiteX24" fmla="*/ 218769 w 659843"/>
                <a:gd name="connsiteY24" fmla="*/ 89363 h 1060613"/>
                <a:gd name="connsiteX25" fmla="*/ 622399 w 659843"/>
                <a:gd name="connsiteY25" fmla="*/ 89289 h 1060613"/>
                <a:gd name="connsiteX26" fmla="*/ 38554 w 659843"/>
                <a:gd name="connsiteY26" fmla="*/ 1 h 1060613"/>
                <a:gd name="connsiteX27" fmla="*/ 256588 w 659843"/>
                <a:gd name="connsiteY27" fmla="*/ 189 h 1060613"/>
                <a:gd name="connsiteX28" fmla="*/ 452901 w 659843"/>
                <a:gd name="connsiteY28" fmla="*/ 189 h 1060613"/>
                <a:gd name="connsiteX29" fmla="*/ 452901 w 659843"/>
                <a:gd name="connsiteY29" fmla="*/ 70714 h 1060613"/>
                <a:gd name="connsiteX30" fmla="*/ 410532 w 659843"/>
                <a:gd name="connsiteY30" fmla="*/ 70714 h 1060613"/>
                <a:gd name="connsiteX31" fmla="*/ 410532 w 659843"/>
                <a:gd name="connsiteY31" fmla="*/ 43204 h 1060613"/>
                <a:gd name="connsiteX32" fmla="*/ 43265 w 659843"/>
                <a:gd name="connsiteY32" fmla="*/ 43204 h 1060613"/>
                <a:gd name="connsiteX33" fmla="*/ 43265 w 659843"/>
                <a:gd name="connsiteY33" fmla="*/ 322774 h 1060613"/>
                <a:gd name="connsiteX34" fmla="*/ 64076 w 659843"/>
                <a:gd name="connsiteY34" fmla="*/ 308130 h 1060613"/>
                <a:gd name="connsiteX35" fmla="*/ 101949 w 659843"/>
                <a:gd name="connsiteY35" fmla="*/ 281327 h 1060613"/>
                <a:gd name="connsiteX36" fmla="*/ 107192 w 659843"/>
                <a:gd name="connsiteY36" fmla="*/ 278826 h 1060613"/>
                <a:gd name="connsiteX37" fmla="*/ 175696 w 659843"/>
                <a:gd name="connsiteY37" fmla="*/ 278715 h 1060613"/>
                <a:gd name="connsiteX38" fmla="*/ 175696 w 659843"/>
                <a:gd name="connsiteY38" fmla="*/ 321064 h 1060613"/>
                <a:gd name="connsiteX39" fmla="*/ 171264 w 659843"/>
                <a:gd name="connsiteY39" fmla="*/ 321440 h 1060613"/>
                <a:gd name="connsiteX40" fmla="*/ 135253 w 659843"/>
                <a:gd name="connsiteY40" fmla="*/ 321203 h 1060613"/>
                <a:gd name="connsiteX41" fmla="*/ 110706 w 659843"/>
                <a:gd name="connsiteY41" fmla="*/ 329884 h 1060613"/>
                <a:gd name="connsiteX42" fmla="*/ 62246 w 659843"/>
                <a:gd name="connsiteY42" fmla="*/ 365512 h 1060613"/>
                <a:gd name="connsiteX43" fmla="*/ 39515 w 659843"/>
                <a:gd name="connsiteY43" fmla="*/ 384097 h 1060613"/>
                <a:gd name="connsiteX44" fmla="*/ 16436 w 659843"/>
                <a:gd name="connsiteY44" fmla="*/ 389336 h 1060613"/>
                <a:gd name="connsiteX45" fmla="*/ 1304 w 659843"/>
                <a:gd name="connsiteY45" fmla="*/ 370772 h 1060613"/>
                <a:gd name="connsiteX46" fmla="*/ 113 w 659843"/>
                <a:gd name="connsiteY46" fmla="*/ 353981 h 1060613"/>
                <a:gd name="connsiteX47" fmla="*/ 0 w 659843"/>
                <a:gd name="connsiteY47" fmla="*/ 38835 h 1060613"/>
                <a:gd name="connsiteX48" fmla="*/ 38554 w 659843"/>
                <a:gd name="connsiteY48" fmla="*/ 1 h 106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59843" h="1060613">
                  <a:moveTo>
                    <a:pt x="309984" y="994147"/>
                  </a:moveTo>
                  <a:lnTo>
                    <a:pt x="376450" y="994147"/>
                  </a:lnTo>
                  <a:lnTo>
                    <a:pt x="376450" y="1060613"/>
                  </a:lnTo>
                  <a:lnTo>
                    <a:pt x="309984" y="1060613"/>
                  </a:lnTo>
                  <a:close/>
                  <a:moveTo>
                    <a:pt x="250850" y="132117"/>
                  </a:moveTo>
                  <a:cubicBezTo>
                    <a:pt x="250850" y="211498"/>
                    <a:pt x="250850" y="290143"/>
                    <a:pt x="250850" y="369099"/>
                  </a:cubicBezTo>
                  <a:cubicBezTo>
                    <a:pt x="253633" y="369099"/>
                    <a:pt x="256048" y="369099"/>
                    <a:pt x="258462" y="369099"/>
                  </a:cubicBezTo>
                  <a:cubicBezTo>
                    <a:pt x="355948" y="369099"/>
                    <a:pt x="453433" y="369068"/>
                    <a:pt x="550918" y="369231"/>
                  </a:cubicBezTo>
                  <a:cubicBezTo>
                    <a:pt x="554223" y="369236"/>
                    <a:pt x="558010" y="370482"/>
                    <a:pt x="560743" y="372358"/>
                  </a:cubicBezTo>
                  <a:cubicBezTo>
                    <a:pt x="572679" y="380551"/>
                    <a:pt x="584283" y="389227"/>
                    <a:pt x="596060" y="397653"/>
                  </a:cubicBezTo>
                  <a:cubicBezTo>
                    <a:pt x="602754" y="402442"/>
                    <a:pt x="609551" y="407088"/>
                    <a:pt x="616566" y="411983"/>
                  </a:cubicBezTo>
                  <a:cubicBezTo>
                    <a:pt x="616566" y="318199"/>
                    <a:pt x="616566" y="225302"/>
                    <a:pt x="616566" y="132117"/>
                  </a:cubicBezTo>
                  <a:cubicBezTo>
                    <a:pt x="547014" y="132117"/>
                    <a:pt x="477843" y="132117"/>
                    <a:pt x="407450" y="132117"/>
                  </a:cubicBezTo>
                  <a:cubicBezTo>
                    <a:pt x="355232" y="132117"/>
                    <a:pt x="303013" y="132117"/>
                    <a:pt x="250850" y="132117"/>
                  </a:cubicBezTo>
                  <a:close/>
                  <a:moveTo>
                    <a:pt x="622399" y="89289"/>
                  </a:moveTo>
                  <a:cubicBezTo>
                    <a:pt x="643974" y="89266"/>
                    <a:pt x="659894" y="107520"/>
                    <a:pt x="659843" y="126712"/>
                  </a:cubicBezTo>
                  <a:cubicBezTo>
                    <a:pt x="659552" y="236016"/>
                    <a:pt x="659703" y="345321"/>
                    <a:pt x="659700" y="454626"/>
                  </a:cubicBezTo>
                  <a:cubicBezTo>
                    <a:pt x="659700" y="463779"/>
                    <a:pt x="656605" y="471408"/>
                    <a:pt x="648707" y="476602"/>
                  </a:cubicBezTo>
                  <a:cubicBezTo>
                    <a:pt x="642212" y="480872"/>
                    <a:pt x="628393" y="479744"/>
                    <a:pt x="621028" y="474078"/>
                  </a:cubicBezTo>
                  <a:cubicBezTo>
                    <a:pt x="596455" y="455178"/>
                    <a:pt x="571409" y="436886"/>
                    <a:pt x="547062" y="417703"/>
                  </a:cubicBezTo>
                  <a:cubicBezTo>
                    <a:pt x="540942" y="412880"/>
                    <a:pt x="534995" y="411758"/>
                    <a:pt x="527764" y="411766"/>
                  </a:cubicBezTo>
                  <a:cubicBezTo>
                    <a:pt x="423548" y="411893"/>
                    <a:pt x="319331" y="411853"/>
                    <a:pt x="215115" y="411853"/>
                  </a:cubicBezTo>
                  <a:cubicBezTo>
                    <a:pt x="212900" y="411853"/>
                    <a:pt x="210685" y="411853"/>
                    <a:pt x="208102" y="411853"/>
                  </a:cubicBezTo>
                  <a:cubicBezTo>
                    <a:pt x="208102" y="304402"/>
                    <a:pt x="208102" y="197250"/>
                    <a:pt x="208102" y="89363"/>
                  </a:cubicBezTo>
                  <a:cubicBezTo>
                    <a:pt x="211397" y="89363"/>
                    <a:pt x="214781" y="89363"/>
                    <a:pt x="218769" y="89363"/>
                  </a:cubicBezTo>
                  <a:cubicBezTo>
                    <a:pt x="353716" y="89363"/>
                    <a:pt x="488058" y="89436"/>
                    <a:pt x="622399" y="89289"/>
                  </a:cubicBezTo>
                  <a:close/>
                  <a:moveTo>
                    <a:pt x="38554" y="1"/>
                  </a:moveTo>
                  <a:cubicBezTo>
                    <a:pt x="111026" y="491"/>
                    <a:pt x="183502" y="189"/>
                    <a:pt x="256588" y="189"/>
                  </a:cubicBezTo>
                  <a:cubicBezTo>
                    <a:pt x="322314" y="189"/>
                    <a:pt x="387429" y="189"/>
                    <a:pt x="452901" y="189"/>
                  </a:cubicBezTo>
                  <a:cubicBezTo>
                    <a:pt x="452901" y="23810"/>
                    <a:pt x="452901" y="47098"/>
                    <a:pt x="452901" y="70714"/>
                  </a:cubicBezTo>
                  <a:cubicBezTo>
                    <a:pt x="438938" y="70714"/>
                    <a:pt x="425016" y="70714"/>
                    <a:pt x="410532" y="70714"/>
                  </a:cubicBezTo>
                  <a:cubicBezTo>
                    <a:pt x="410532" y="61545"/>
                    <a:pt x="410532" y="52495"/>
                    <a:pt x="410532" y="43204"/>
                  </a:cubicBezTo>
                  <a:cubicBezTo>
                    <a:pt x="287887" y="43204"/>
                    <a:pt x="165801" y="43204"/>
                    <a:pt x="43265" y="43204"/>
                  </a:cubicBezTo>
                  <a:cubicBezTo>
                    <a:pt x="43265" y="136021"/>
                    <a:pt x="43265" y="228948"/>
                    <a:pt x="43265" y="322774"/>
                  </a:cubicBezTo>
                  <a:cubicBezTo>
                    <a:pt x="50318" y="317813"/>
                    <a:pt x="57210" y="312990"/>
                    <a:pt x="64076" y="308130"/>
                  </a:cubicBezTo>
                  <a:cubicBezTo>
                    <a:pt x="76701" y="299196"/>
                    <a:pt x="89291" y="290213"/>
                    <a:pt x="101949" y="281327"/>
                  </a:cubicBezTo>
                  <a:cubicBezTo>
                    <a:pt x="103529" y="280218"/>
                    <a:pt x="105430" y="278839"/>
                    <a:pt x="107192" y="278826"/>
                  </a:cubicBezTo>
                  <a:cubicBezTo>
                    <a:pt x="129937" y="278658"/>
                    <a:pt x="152684" y="278715"/>
                    <a:pt x="175696" y="278715"/>
                  </a:cubicBezTo>
                  <a:cubicBezTo>
                    <a:pt x="175696" y="292992"/>
                    <a:pt x="175696" y="306772"/>
                    <a:pt x="175696" y="321064"/>
                  </a:cubicBezTo>
                  <a:cubicBezTo>
                    <a:pt x="174332" y="321185"/>
                    <a:pt x="172798" y="321436"/>
                    <a:pt x="171264" y="321440"/>
                  </a:cubicBezTo>
                  <a:cubicBezTo>
                    <a:pt x="159253" y="321473"/>
                    <a:pt x="147166" y="322288"/>
                    <a:pt x="135253" y="321203"/>
                  </a:cubicBezTo>
                  <a:cubicBezTo>
                    <a:pt x="125257" y="320292"/>
                    <a:pt x="118033" y="324460"/>
                    <a:pt x="110706" y="329884"/>
                  </a:cubicBezTo>
                  <a:cubicBezTo>
                    <a:pt x="94591" y="341813"/>
                    <a:pt x="78279" y="353476"/>
                    <a:pt x="62246" y="365512"/>
                  </a:cubicBezTo>
                  <a:cubicBezTo>
                    <a:pt x="54424" y="371384"/>
                    <a:pt x="46899" y="377677"/>
                    <a:pt x="39515" y="384097"/>
                  </a:cubicBezTo>
                  <a:cubicBezTo>
                    <a:pt x="32652" y="390064"/>
                    <a:pt x="24447" y="391606"/>
                    <a:pt x="16436" y="389336"/>
                  </a:cubicBezTo>
                  <a:cubicBezTo>
                    <a:pt x="7813" y="386893"/>
                    <a:pt x="2209" y="380292"/>
                    <a:pt x="1304" y="370772"/>
                  </a:cubicBezTo>
                  <a:cubicBezTo>
                    <a:pt x="774" y="365186"/>
                    <a:pt x="117" y="359579"/>
                    <a:pt x="113" y="353981"/>
                  </a:cubicBezTo>
                  <a:cubicBezTo>
                    <a:pt x="43" y="248932"/>
                    <a:pt x="138" y="143883"/>
                    <a:pt x="0" y="38835"/>
                  </a:cubicBezTo>
                  <a:cubicBezTo>
                    <a:pt x="-30" y="16244"/>
                    <a:pt x="17429" y="-142"/>
                    <a:pt x="38554" y="1"/>
                  </a:cubicBezTo>
                  <a:close/>
                </a:path>
              </a:pathLst>
            </a:custGeom>
            <a:solidFill>
              <a:schemeClr val="bg1"/>
            </a:solidFill>
            <a:ln w="6350" cap="flat">
              <a:noFill/>
              <a:prstDash val="solid"/>
              <a:miter/>
            </a:ln>
          </p:spPr>
          <p:txBody>
            <a:bodyPr wrap="square" rtlCol="0" anchor="ctr">
              <a:noAutofit/>
            </a:bodyPr>
            <a:lstStyle/>
            <a:p>
              <a:endParaRPr lang="en-US" dirty="0"/>
            </a:p>
          </p:txBody>
        </p:sp>
        <p:sp>
          <p:nvSpPr>
            <p:cNvPr id="1996" name="Freeform: Shape 1995">
              <a:extLst>
                <a:ext uri="{FF2B5EF4-FFF2-40B4-BE49-F238E27FC236}">
                  <a16:creationId xmlns:a16="http://schemas.microsoft.com/office/drawing/2014/main" id="{4259CEC9-C229-215F-68E4-FA8525AC040B}"/>
                </a:ext>
                <a:ext uri="{C183D7F6-B498-43B3-948B-1728B52AA6E4}">
                  <adec:decorative xmlns:adec="http://schemas.microsoft.com/office/drawing/2017/decorative" val="1"/>
                </a:ext>
              </a:extLst>
            </p:cNvPr>
            <p:cNvSpPr/>
            <p:nvPr/>
          </p:nvSpPr>
          <p:spPr>
            <a:xfrm>
              <a:off x="6542118" y="3852301"/>
              <a:ext cx="373533" cy="241472"/>
            </a:xfrm>
            <a:custGeom>
              <a:avLst/>
              <a:gdLst>
                <a:gd name="connsiteX0" fmla="*/ 235792 w 866522"/>
                <a:gd name="connsiteY0" fmla="*/ 320065 h 560166"/>
                <a:gd name="connsiteX1" fmla="*/ 237753 w 866522"/>
                <a:gd name="connsiteY1" fmla="*/ 320111 h 560166"/>
                <a:gd name="connsiteX2" fmla="*/ 239713 w 866522"/>
                <a:gd name="connsiteY2" fmla="*/ 320065 h 560166"/>
                <a:gd name="connsiteX3" fmla="*/ 241761 w 866522"/>
                <a:gd name="connsiteY3" fmla="*/ 320205 h 560166"/>
                <a:gd name="connsiteX4" fmla="*/ 252694 w 866522"/>
                <a:gd name="connsiteY4" fmla="*/ 320462 h 560166"/>
                <a:gd name="connsiteX5" fmla="*/ 269447 w 866522"/>
                <a:gd name="connsiteY5" fmla="*/ 322538 h 560166"/>
                <a:gd name="connsiteX6" fmla="*/ 271758 w 866522"/>
                <a:gd name="connsiteY6" fmla="*/ 323012 h 560166"/>
                <a:gd name="connsiteX7" fmla="*/ 276206 w 866522"/>
                <a:gd name="connsiteY7" fmla="*/ 323560 h 560166"/>
                <a:gd name="connsiteX8" fmla="*/ 335479 w 866522"/>
                <a:gd name="connsiteY8" fmla="*/ 341034 h 560166"/>
                <a:gd name="connsiteX9" fmla="*/ 421792 w 866522"/>
                <a:gd name="connsiteY9" fmla="*/ 407437 h 560166"/>
                <a:gd name="connsiteX10" fmla="*/ 434146 w 866522"/>
                <a:gd name="connsiteY10" fmla="*/ 425282 h 560166"/>
                <a:gd name="connsiteX11" fmla="*/ 465053 w 866522"/>
                <a:gd name="connsiteY11" fmla="*/ 386018 h 560166"/>
                <a:gd name="connsiteX12" fmla="*/ 513392 w 866522"/>
                <a:gd name="connsiteY12" fmla="*/ 350858 h 560166"/>
                <a:gd name="connsiteX13" fmla="*/ 572026 w 866522"/>
                <a:gd name="connsiteY13" fmla="*/ 327953 h 560166"/>
                <a:gd name="connsiteX14" fmla="*/ 582933 w 866522"/>
                <a:gd name="connsiteY14" fmla="*/ 326072 h 560166"/>
                <a:gd name="connsiteX15" fmla="*/ 590109 w 866522"/>
                <a:gd name="connsiteY15" fmla="*/ 324500 h 560166"/>
                <a:gd name="connsiteX16" fmla="*/ 614118 w 866522"/>
                <a:gd name="connsiteY16" fmla="*/ 321695 h 560166"/>
                <a:gd name="connsiteX17" fmla="*/ 614480 w 866522"/>
                <a:gd name="connsiteY17" fmla="*/ 321687 h 560166"/>
                <a:gd name="connsiteX18" fmla="*/ 619409 w 866522"/>
                <a:gd name="connsiteY18" fmla="*/ 321109 h 560166"/>
                <a:gd name="connsiteX19" fmla="*/ 628955 w 866522"/>
                <a:gd name="connsiteY19" fmla="*/ 321339 h 560166"/>
                <a:gd name="connsiteX20" fmla="*/ 638502 w 866522"/>
                <a:gd name="connsiteY20" fmla="*/ 321109 h 560166"/>
                <a:gd name="connsiteX21" fmla="*/ 643431 w 866522"/>
                <a:gd name="connsiteY21" fmla="*/ 321687 h 560166"/>
                <a:gd name="connsiteX22" fmla="*/ 643792 w 866522"/>
                <a:gd name="connsiteY22" fmla="*/ 321695 h 560166"/>
                <a:gd name="connsiteX23" fmla="*/ 667802 w 866522"/>
                <a:gd name="connsiteY23" fmla="*/ 324500 h 560166"/>
                <a:gd name="connsiteX24" fmla="*/ 674978 w 866522"/>
                <a:gd name="connsiteY24" fmla="*/ 326072 h 560166"/>
                <a:gd name="connsiteX25" fmla="*/ 685885 w 866522"/>
                <a:gd name="connsiteY25" fmla="*/ 327953 h 560166"/>
                <a:gd name="connsiteX26" fmla="*/ 744519 w 866522"/>
                <a:gd name="connsiteY26" fmla="*/ 350858 h 560166"/>
                <a:gd name="connsiteX27" fmla="*/ 792858 w 866522"/>
                <a:gd name="connsiteY27" fmla="*/ 386018 h 560166"/>
                <a:gd name="connsiteX28" fmla="*/ 834758 w 866522"/>
                <a:gd name="connsiteY28" fmla="*/ 439249 h 560166"/>
                <a:gd name="connsiteX29" fmla="*/ 844714 w 866522"/>
                <a:gd name="connsiteY29" fmla="*/ 460127 h 560166"/>
                <a:gd name="connsiteX30" fmla="*/ 843460 w 866522"/>
                <a:gd name="connsiteY30" fmla="*/ 460131 h 560166"/>
                <a:gd name="connsiteX31" fmla="*/ 849232 w 866522"/>
                <a:gd name="connsiteY31" fmla="*/ 471677 h 560166"/>
                <a:gd name="connsiteX32" fmla="*/ 860140 w 866522"/>
                <a:gd name="connsiteY32" fmla="*/ 510384 h 560166"/>
                <a:gd name="connsiteX33" fmla="*/ 866522 w 866522"/>
                <a:gd name="connsiteY33" fmla="*/ 560166 h 560166"/>
                <a:gd name="connsiteX34" fmla="*/ 821797 w 866522"/>
                <a:gd name="connsiteY34" fmla="*/ 560166 h 560166"/>
                <a:gd name="connsiteX35" fmla="*/ 820044 w 866522"/>
                <a:gd name="connsiteY35" fmla="*/ 544397 h 560166"/>
                <a:gd name="connsiteX36" fmla="*/ 806718 w 866522"/>
                <a:gd name="connsiteY36" fmla="*/ 486476 h 560166"/>
                <a:gd name="connsiteX37" fmla="*/ 757357 w 866522"/>
                <a:gd name="connsiteY37" fmla="*/ 415590 h 560166"/>
                <a:gd name="connsiteX38" fmla="*/ 737379 w 866522"/>
                <a:gd name="connsiteY38" fmla="*/ 399658 h 560166"/>
                <a:gd name="connsiteX39" fmla="*/ 716480 w 866522"/>
                <a:gd name="connsiteY39" fmla="*/ 386928 h 560166"/>
                <a:gd name="connsiteX40" fmla="*/ 715463 w 866522"/>
                <a:gd name="connsiteY40" fmla="*/ 386383 h 560166"/>
                <a:gd name="connsiteX41" fmla="*/ 694355 w 866522"/>
                <a:gd name="connsiteY41" fmla="*/ 377273 h 560166"/>
                <a:gd name="connsiteX42" fmla="*/ 691758 w 866522"/>
                <a:gd name="connsiteY42" fmla="*/ 376323 h 560166"/>
                <a:gd name="connsiteX43" fmla="*/ 667999 w 866522"/>
                <a:gd name="connsiteY43" fmla="*/ 370040 h 560166"/>
                <a:gd name="connsiteX44" fmla="*/ 648515 w 866522"/>
                <a:gd name="connsiteY44" fmla="*/ 366771 h 560166"/>
                <a:gd name="connsiteX45" fmla="*/ 643643 w 866522"/>
                <a:gd name="connsiteY45" fmla="*/ 366396 h 560166"/>
                <a:gd name="connsiteX46" fmla="*/ 628955 w 866522"/>
                <a:gd name="connsiteY46" fmla="*/ 365384 h 560166"/>
                <a:gd name="connsiteX47" fmla="*/ 614268 w 866522"/>
                <a:gd name="connsiteY47" fmla="*/ 366396 h 560166"/>
                <a:gd name="connsiteX48" fmla="*/ 609395 w 866522"/>
                <a:gd name="connsiteY48" fmla="*/ 366771 h 560166"/>
                <a:gd name="connsiteX49" fmla="*/ 589912 w 866522"/>
                <a:gd name="connsiteY49" fmla="*/ 370040 h 560166"/>
                <a:gd name="connsiteX50" fmla="*/ 566153 w 866522"/>
                <a:gd name="connsiteY50" fmla="*/ 376323 h 560166"/>
                <a:gd name="connsiteX51" fmla="*/ 563556 w 866522"/>
                <a:gd name="connsiteY51" fmla="*/ 377273 h 560166"/>
                <a:gd name="connsiteX52" fmla="*/ 542448 w 866522"/>
                <a:gd name="connsiteY52" fmla="*/ 386383 h 560166"/>
                <a:gd name="connsiteX53" fmla="*/ 541431 w 866522"/>
                <a:gd name="connsiteY53" fmla="*/ 386928 h 560166"/>
                <a:gd name="connsiteX54" fmla="*/ 520532 w 866522"/>
                <a:gd name="connsiteY54" fmla="*/ 399658 h 560166"/>
                <a:gd name="connsiteX55" fmla="*/ 500554 w 866522"/>
                <a:gd name="connsiteY55" fmla="*/ 415590 h 560166"/>
                <a:gd name="connsiteX56" fmla="*/ 460480 w 866522"/>
                <a:gd name="connsiteY56" fmla="*/ 466589 h 560166"/>
                <a:gd name="connsiteX57" fmla="*/ 458349 w 866522"/>
                <a:gd name="connsiteY57" fmla="*/ 471153 h 560166"/>
                <a:gd name="connsiteX58" fmla="*/ 459128 w 866522"/>
                <a:gd name="connsiteY58" fmla="*/ 472919 h 560166"/>
                <a:gd name="connsiteX59" fmla="*/ 457524 w 866522"/>
                <a:gd name="connsiteY59" fmla="*/ 472919 h 560166"/>
                <a:gd name="connsiteX60" fmla="*/ 411109 w 866522"/>
                <a:gd name="connsiteY60" fmla="*/ 472919 h 560166"/>
                <a:gd name="connsiteX61" fmla="*/ 408329 w 866522"/>
                <a:gd name="connsiteY61" fmla="*/ 472919 h 560166"/>
                <a:gd name="connsiteX62" fmla="*/ 408679 w 866522"/>
                <a:gd name="connsiteY62" fmla="*/ 471677 h 560166"/>
                <a:gd name="connsiteX63" fmla="*/ 409181 w 866522"/>
                <a:gd name="connsiteY63" fmla="*/ 470673 h 560166"/>
                <a:gd name="connsiteX64" fmla="*/ 370856 w 866522"/>
                <a:gd name="connsiteY64" fmla="*/ 418759 h 560166"/>
                <a:gd name="connsiteX65" fmla="*/ 274608 w 866522"/>
                <a:gd name="connsiteY65" fmla="*/ 368448 h 560166"/>
                <a:gd name="connsiteX66" fmla="*/ 249301 w 866522"/>
                <a:gd name="connsiteY66" fmla="*/ 365275 h 560166"/>
                <a:gd name="connsiteX67" fmla="*/ 237753 w 866522"/>
                <a:gd name="connsiteY67" fmla="*/ 365196 h 560166"/>
                <a:gd name="connsiteX68" fmla="*/ 226204 w 866522"/>
                <a:gd name="connsiteY68" fmla="*/ 365275 h 560166"/>
                <a:gd name="connsiteX69" fmla="*/ 200897 w 866522"/>
                <a:gd name="connsiteY69" fmla="*/ 368448 h 560166"/>
                <a:gd name="connsiteX70" fmla="*/ 104649 w 866522"/>
                <a:gd name="connsiteY70" fmla="*/ 418759 h 560166"/>
                <a:gd name="connsiteX71" fmla="*/ 64937 w 866522"/>
                <a:gd name="connsiteY71" fmla="*/ 472551 h 560166"/>
                <a:gd name="connsiteX72" fmla="*/ 64937 w 866522"/>
                <a:gd name="connsiteY72" fmla="*/ 471705 h 560166"/>
                <a:gd name="connsiteX73" fmla="*/ 56216 w 866522"/>
                <a:gd name="connsiteY73" fmla="*/ 491288 h 560166"/>
                <a:gd name="connsiteX74" fmla="*/ 49208 w 866522"/>
                <a:gd name="connsiteY74" fmla="*/ 517426 h 560166"/>
                <a:gd name="connsiteX75" fmla="*/ 43054 w 866522"/>
                <a:gd name="connsiteY75" fmla="*/ 558859 h 560166"/>
                <a:gd name="connsiteX76" fmla="*/ 0 w 866522"/>
                <a:gd name="connsiteY76" fmla="*/ 558859 h 560166"/>
                <a:gd name="connsiteX77" fmla="*/ 1805 w 866522"/>
                <a:gd name="connsiteY77" fmla="*/ 529396 h 560166"/>
                <a:gd name="connsiteX78" fmla="*/ 13940 w 866522"/>
                <a:gd name="connsiteY78" fmla="*/ 478445 h 560166"/>
                <a:gd name="connsiteX79" fmla="*/ 53713 w 866522"/>
                <a:gd name="connsiteY79" fmla="*/ 407437 h 560166"/>
                <a:gd name="connsiteX80" fmla="*/ 140026 w 866522"/>
                <a:gd name="connsiteY80" fmla="*/ 341034 h 560166"/>
                <a:gd name="connsiteX81" fmla="*/ 199299 w 866522"/>
                <a:gd name="connsiteY81" fmla="*/ 323560 h 560166"/>
                <a:gd name="connsiteX82" fmla="*/ 203747 w 866522"/>
                <a:gd name="connsiteY82" fmla="*/ 323012 h 560166"/>
                <a:gd name="connsiteX83" fmla="*/ 206058 w 866522"/>
                <a:gd name="connsiteY83" fmla="*/ 322538 h 560166"/>
                <a:gd name="connsiteX84" fmla="*/ 222812 w 866522"/>
                <a:gd name="connsiteY84" fmla="*/ 320462 h 560166"/>
                <a:gd name="connsiteX85" fmla="*/ 233744 w 866522"/>
                <a:gd name="connsiteY85" fmla="*/ 320205 h 560166"/>
                <a:gd name="connsiteX86" fmla="*/ 659928 w 866522"/>
                <a:gd name="connsiteY86" fmla="*/ 289226 h 560166"/>
                <a:gd name="connsiteX87" fmla="*/ 643893 w 866522"/>
                <a:gd name="connsiteY87" fmla="*/ 291787 h 560166"/>
                <a:gd name="connsiteX88" fmla="*/ 631269 w 866522"/>
                <a:gd name="connsiteY88" fmla="*/ 293015 h 560166"/>
                <a:gd name="connsiteX89" fmla="*/ 631358 w 866522"/>
                <a:gd name="connsiteY89" fmla="*/ 293017 h 560166"/>
                <a:gd name="connsiteX90" fmla="*/ 644443 w 866522"/>
                <a:gd name="connsiteY90" fmla="*/ 291758 h 560166"/>
                <a:gd name="connsiteX91" fmla="*/ 270690 w 866522"/>
                <a:gd name="connsiteY91" fmla="*/ 289226 h 560166"/>
                <a:gd name="connsiteX92" fmla="*/ 254655 w 866522"/>
                <a:gd name="connsiteY92" fmla="*/ 291787 h 560166"/>
                <a:gd name="connsiteX93" fmla="*/ 242031 w 866522"/>
                <a:gd name="connsiteY93" fmla="*/ 293015 h 560166"/>
                <a:gd name="connsiteX94" fmla="*/ 242120 w 866522"/>
                <a:gd name="connsiteY94" fmla="*/ 293017 h 560166"/>
                <a:gd name="connsiteX95" fmla="*/ 255205 w 866522"/>
                <a:gd name="connsiteY95" fmla="*/ 291758 h 560166"/>
                <a:gd name="connsiteX96" fmla="*/ 699545 w 866522"/>
                <a:gd name="connsiteY96" fmla="*/ 229303 h 560166"/>
                <a:gd name="connsiteX97" fmla="*/ 651036 w 866522"/>
                <a:gd name="connsiteY97" fmla="*/ 253741 h 560166"/>
                <a:gd name="connsiteX98" fmla="*/ 651034 w 866522"/>
                <a:gd name="connsiteY98" fmla="*/ 253742 h 560166"/>
                <a:gd name="connsiteX99" fmla="*/ 555357 w 866522"/>
                <a:gd name="connsiteY99" fmla="*/ 231513 h 560166"/>
                <a:gd name="connsiteX100" fmla="*/ 651034 w 866522"/>
                <a:gd name="connsiteY100" fmla="*/ 253742 h 560166"/>
                <a:gd name="connsiteX101" fmla="*/ 651036 w 866522"/>
                <a:gd name="connsiteY101" fmla="*/ 253741 h 560166"/>
                <a:gd name="connsiteX102" fmla="*/ 685106 w 866522"/>
                <a:gd name="connsiteY102" fmla="*/ 240300 h 560166"/>
                <a:gd name="connsiteX103" fmla="*/ 310307 w 866522"/>
                <a:gd name="connsiteY103" fmla="*/ 229303 h 560166"/>
                <a:gd name="connsiteX104" fmla="*/ 261798 w 866522"/>
                <a:gd name="connsiteY104" fmla="*/ 253741 h 560166"/>
                <a:gd name="connsiteX105" fmla="*/ 261796 w 866522"/>
                <a:gd name="connsiteY105" fmla="*/ 253742 h 560166"/>
                <a:gd name="connsiteX106" fmla="*/ 166119 w 866522"/>
                <a:gd name="connsiteY106" fmla="*/ 231513 h 560166"/>
                <a:gd name="connsiteX107" fmla="*/ 261796 w 866522"/>
                <a:gd name="connsiteY107" fmla="*/ 253742 h 560166"/>
                <a:gd name="connsiteX108" fmla="*/ 261798 w 866522"/>
                <a:gd name="connsiteY108" fmla="*/ 253741 h 560166"/>
                <a:gd name="connsiteX109" fmla="*/ 295868 w 866522"/>
                <a:gd name="connsiteY109" fmla="*/ 240300 h 560166"/>
                <a:gd name="connsiteX110" fmla="*/ 758998 w 866522"/>
                <a:gd name="connsiteY110" fmla="*/ 210122 h 560166"/>
                <a:gd name="connsiteX111" fmla="*/ 742044 w 866522"/>
                <a:gd name="connsiteY111" fmla="*/ 239610 h 560166"/>
                <a:gd name="connsiteX112" fmla="*/ 751239 w 866522"/>
                <a:gd name="connsiteY112" fmla="*/ 225752 h 560166"/>
                <a:gd name="connsiteX113" fmla="*/ 758998 w 866522"/>
                <a:gd name="connsiteY113" fmla="*/ 210122 h 560166"/>
                <a:gd name="connsiteX114" fmla="*/ 369760 w 866522"/>
                <a:gd name="connsiteY114" fmla="*/ 210122 h 560166"/>
                <a:gd name="connsiteX115" fmla="*/ 352806 w 866522"/>
                <a:gd name="connsiteY115" fmla="*/ 239610 h 560166"/>
                <a:gd name="connsiteX116" fmla="*/ 362001 w 866522"/>
                <a:gd name="connsiteY116" fmla="*/ 225752 h 560166"/>
                <a:gd name="connsiteX117" fmla="*/ 369760 w 866522"/>
                <a:gd name="connsiteY117" fmla="*/ 210122 h 560166"/>
                <a:gd name="connsiteX118" fmla="*/ 520143 w 866522"/>
                <a:gd name="connsiteY118" fmla="*/ 152683 h 560166"/>
                <a:gd name="connsiteX119" fmla="*/ 521435 w 866522"/>
                <a:gd name="connsiteY119" fmla="*/ 166516 h 560166"/>
                <a:gd name="connsiteX120" fmla="*/ 528935 w 866522"/>
                <a:gd name="connsiteY120" fmla="*/ 193444 h 560166"/>
                <a:gd name="connsiteX121" fmla="*/ 520143 w 866522"/>
                <a:gd name="connsiteY121" fmla="*/ 152683 h 560166"/>
                <a:gd name="connsiteX122" fmla="*/ 130905 w 866522"/>
                <a:gd name="connsiteY122" fmla="*/ 152683 h 560166"/>
                <a:gd name="connsiteX123" fmla="*/ 132197 w 866522"/>
                <a:gd name="connsiteY123" fmla="*/ 166516 h 560166"/>
                <a:gd name="connsiteX124" fmla="*/ 139697 w 866522"/>
                <a:gd name="connsiteY124" fmla="*/ 193444 h 560166"/>
                <a:gd name="connsiteX125" fmla="*/ 130905 w 866522"/>
                <a:gd name="connsiteY125" fmla="*/ 152683 h 560166"/>
                <a:gd name="connsiteX126" fmla="*/ 143629 w 866522"/>
                <a:gd name="connsiteY126" fmla="*/ 107043 h 560166"/>
                <a:gd name="connsiteX127" fmla="*/ 140853 w 866522"/>
                <a:gd name="connsiteY127" fmla="*/ 114122 h 560166"/>
                <a:gd name="connsiteX128" fmla="*/ 140853 w 866522"/>
                <a:gd name="connsiteY128" fmla="*/ 114121 h 560166"/>
                <a:gd name="connsiteX129" fmla="*/ 143626 w 866522"/>
                <a:gd name="connsiteY129" fmla="*/ 107050 h 560166"/>
                <a:gd name="connsiteX130" fmla="*/ 532867 w 866522"/>
                <a:gd name="connsiteY130" fmla="*/ 107043 h 560166"/>
                <a:gd name="connsiteX131" fmla="*/ 530091 w 866522"/>
                <a:gd name="connsiteY131" fmla="*/ 114122 h 560166"/>
                <a:gd name="connsiteX132" fmla="*/ 530091 w 866522"/>
                <a:gd name="connsiteY132" fmla="*/ 114121 h 560166"/>
                <a:gd name="connsiteX133" fmla="*/ 532863 w 866522"/>
                <a:gd name="connsiteY133" fmla="*/ 107050 h 560166"/>
                <a:gd name="connsiteX134" fmla="*/ 678872 w 866522"/>
                <a:gd name="connsiteY134" fmla="*/ 52694 h 560166"/>
                <a:gd name="connsiteX135" fmla="*/ 693127 w 866522"/>
                <a:gd name="connsiteY135" fmla="*/ 60589 h 560166"/>
                <a:gd name="connsiteX136" fmla="*/ 680664 w 866522"/>
                <a:gd name="connsiteY136" fmla="*/ 53478 h 560166"/>
                <a:gd name="connsiteX137" fmla="*/ 289634 w 866522"/>
                <a:gd name="connsiteY137" fmla="*/ 52694 h 560166"/>
                <a:gd name="connsiteX138" fmla="*/ 303889 w 866522"/>
                <a:gd name="connsiteY138" fmla="*/ 60589 h 560166"/>
                <a:gd name="connsiteX139" fmla="*/ 291426 w 866522"/>
                <a:gd name="connsiteY139" fmla="*/ 53478 h 560166"/>
                <a:gd name="connsiteX140" fmla="*/ 664229 w 866522"/>
                <a:gd name="connsiteY140" fmla="*/ 46779 h 560166"/>
                <a:gd name="connsiteX141" fmla="*/ 674285 w 866522"/>
                <a:gd name="connsiteY141" fmla="*/ 50688 h 560166"/>
                <a:gd name="connsiteX142" fmla="*/ 667989 w 866522"/>
                <a:gd name="connsiteY142" fmla="*/ 47934 h 560166"/>
                <a:gd name="connsiteX143" fmla="*/ 274991 w 866522"/>
                <a:gd name="connsiteY143" fmla="*/ 46779 h 560166"/>
                <a:gd name="connsiteX144" fmla="*/ 285047 w 866522"/>
                <a:gd name="connsiteY144" fmla="*/ 50688 h 560166"/>
                <a:gd name="connsiteX145" fmla="*/ 278751 w 866522"/>
                <a:gd name="connsiteY145" fmla="*/ 47934 h 560166"/>
                <a:gd name="connsiteX146" fmla="*/ 605825 w 866522"/>
                <a:gd name="connsiteY146" fmla="*/ 43509 h 560166"/>
                <a:gd name="connsiteX147" fmla="*/ 601156 w 866522"/>
                <a:gd name="connsiteY147" fmla="*/ 44376 h 560166"/>
                <a:gd name="connsiteX148" fmla="*/ 587040 w 866522"/>
                <a:gd name="connsiteY148" fmla="*/ 48631 h 560166"/>
                <a:gd name="connsiteX149" fmla="*/ 542775 w 866522"/>
                <a:gd name="connsiteY149" fmla="*/ 81770 h 560166"/>
                <a:gd name="connsiteX150" fmla="*/ 532863 w 866522"/>
                <a:gd name="connsiteY150" fmla="*/ 107050 h 560166"/>
                <a:gd name="connsiteX151" fmla="*/ 530175 w 866522"/>
                <a:gd name="connsiteY151" fmla="*/ 112832 h 560166"/>
                <a:gd name="connsiteX152" fmla="*/ 530091 w 866522"/>
                <a:gd name="connsiteY152" fmla="*/ 114121 h 560166"/>
                <a:gd name="connsiteX153" fmla="*/ 520475 w 866522"/>
                <a:gd name="connsiteY153" fmla="*/ 138649 h 560166"/>
                <a:gd name="connsiteX154" fmla="*/ 530091 w 866522"/>
                <a:gd name="connsiteY154" fmla="*/ 114122 h 560166"/>
                <a:gd name="connsiteX155" fmla="*/ 526419 w 866522"/>
                <a:gd name="connsiteY155" fmla="*/ 170719 h 560166"/>
                <a:gd name="connsiteX156" fmla="*/ 560640 w 866522"/>
                <a:gd name="connsiteY156" fmla="*/ 229921 h 560166"/>
                <a:gd name="connsiteX157" fmla="*/ 644873 w 866522"/>
                <a:gd name="connsiteY157" fmla="*/ 251080 h 560166"/>
                <a:gd name="connsiteX158" fmla="*/ 711167 w 866522"/>
                <a:gd name="connsiteY158" fmla="*/ 210194 h 560166"/>
                <a:gd name="connsiteX159" fmla="*/ 731658 w 866522"/>
                <a:gd name="connsiteY159" fmla="*/ 150147 h 560166"/>
                <a:gd name="connsiteX160" fmla="*/ 723143 w 866522"/>
                <a:gd name="connsiteY160" fmla="*/ 106367 h 560166"/>
                <a:gd name="connsiteX161" fmla="*/ 679629 w 866522"/>
                <a:gd name="connsiteY161" fmla="*/ 57416 h 560166"/>
                <a:gd name="connsiteX162" fmla="*/ 621035 w 866522"/>
                <a:gd name="connsiteY162" fmla="*/ 44938 h 560166"/>
                <a:gd name="connsiteX163" fmla="*/ 579897 w 866522"/>
                <a:gd name="connsiteY163" fmla="*/ 56236 h 560166"/>
                <a:gd name="connsiteX164" fmla="*/ 533703 w 866522"/>
                <a:gd name="connsiteY164" fmla="*/ 105245 h 560166"/>
                <a:gd name="connsiteX165" fmla="*/ 532867 w 866522"/>
                <a:gd name="connsiteY165" fmla="*/ 107043 h 560166"/>
                <a:gd name="connsiteX166" fmla="*/ 542776 w 866522"/>
                <a:gd name="connsiteY166" fmla="*/ 81770 h 560166"/>
                <a:gd name="connsiteX167" fmla="*/ 587499 w 866522"/>
                <a:gd name="connsiteY167" fmla="*/ 48511 h 560166"/>
                <a:gd name="connsiteX168" fmla="*/ 216587 w 866522"/>
                <a:gd name="connsiteY168" fmla="*/ 43509 h 560166"/>
                <a:gd name="connsiteX169" fmla="*/ 211918 w 866522"/>
                <a:gd name="connsiteY169" fmla="*/ 44376 h 560166"/>
                <a:gd name="connsiteX170" fmla="*/ 197802 w 866522"/>
                <a:gd name="connsiteY170" fmla="*/ 48631 h 560166"/>
                <a:gd name="connsiteX171" fmla="*/ 153537 w 866522"/>
                <a:gd name="connsiteY171" fmla="*/ 81770 h 560166"/>
                <a:gd name="connsiteX172" fmla="*/ 143626 w 866522"/>
                <a:gd name="connsiteY172" fmla="*/ 107050 h 560166"/>
                <a:gd name="connsiteX173" fmla="*/ 140937 w 866522"/>
                <a:gd name="connsiteY173" fmla="*/ 112832 h 560166"/>
                <a:gd name="connsiteX174" fmla="*/ 140853 w 866522"/>
                <a:gd name="connsiteY174" fmla="*/ 114121 h 560166"/>
                <a:gd name="connsiteX175" fmla="*/ 131237 w 866522"/>
                <a:gd name="connsiteY175" fmla="*/ 138649 h 560166"/>
                <a:gd name="connsiteX176" fmla="*/ 140853 w 866522"/>
                <a:gd name="connsiteY176" fmla="*/ 114122 h 560166"/>
                <a:gd name="connsiteX177" fmla="*/ 137181 w 866522"/>
                <a:gd name="connsiteY177" fmla="*/ 170719 h 560166"/>
                <a:gd name="connsiteX178" fmla="*/ 171402 w 866522"/>
                <a:gd name="connsiteY178" fmla="*/ 229921 h 560166"/>
                <a:gd name="connsiteX179" fmla="*/ 255635 w 866522"/>
                <a:gd name="connsiteY179" fmla="*/ 251080 h 560166"/>
                <a:gd name="connsiteX180" fmla="*/ 321929 w 866522"/>
                <a:gd name="connsiteY180" fmla="*/ 210194 h 560166"/>
                <a:gd name="connsiteX181" fmla="*/ 342420 w 866522"/>
                <a:gd name="connsiteY181" fmla="*/ 150147 h 560166"/>
                <a:gd name="connsiteX182" fmla="*/ 333905 w 866522"/>
                <a:gd name="connsiteY182" fmla="*/ 106367 h 560166"/>
                <a:gd name="connsiteX183" fmla="*/ 290391 w 866522"/>
                <a:gd name="connsiteY183" fmla="*/ 57416 h 560166"/>
                <a:gd name="connsiteX184" fmla="*/ 231797 w 866522"/>
                <a:gd name="connsiteY184" fmla="*/ 44938 h 560166"/>
                <a:gd name="connsiteX185" fmla="*/ 190659 w 866522"/>
                <a:gd name="connsiteY185" fmla="*/ 56236 h 560166"/>
                <a:gd name="connsiteX186" fmla="*/ 144465 w 866522"/>
                <a:gd name="connsiteY186" fmla="*/ 105245 h 560166"/>
                <a:gd name="connsiteX187" fmla="*/ 143629 w 866522"/>
                <a:gd name="connsiteY187" fmla="*/ 107043 h 560166"/>
                <a:gd name="connsiteX188" fmla="*/ 153538 w 866522"/>
                <a:gd name="connsiteY188" fmla="*/ 81770 h 560166"/>
                <a:gd name="connsiteX189" fmla="*/ 198261 w 866522"/>
                <a:gd name="connsiteY189" fmla="*/ 48511 h 560166"/>
                <a:gd name="connsiteX190" fmla="*/ 648957 w 866522"/>
                <a:gd name="connsiteY190" fmla="*/ 42874 h 560166"/>
                <a:gd name="connsiteX191" fmla="*/ 658855 w 866522"/>
                <a:gd name="connsiteY191" fmla="*/ 45130 h 560166"/>
                <a:gd name="connsiteX192" fmla="*/ 655094 w 866522"/>
                <a:gd name="connsiteY192" fmla="*/ 43975 h 560166"/>
                <a:gd name="connsiteX193" fmla="*/ 259719 w 866522"/>
                <a:gd name="connsiteY193" fmla="*/ 42874 h 560166"/>
                <a:gd name="connsiteX194" fmla="*/ 269617 w 866522"/>
                <a:gd name="connsiteY194" fmla="*/ 45130 h 560166"/>
                <a:gd name="connsiteX195" fmla="*/ 265856 w 866522"/>
                <a:gd name="connsiteY195" fmla="*/ 43975 h 560166"/>
                <a:gd name="connsiteX196" fmla="*/ 630844 w 866522"/>
                <a:gd name="connsiteY196" fmla="*/ 41013 h 560166"/>
                <a:gd name="connsiteX197" fmla="*/ 643691 w 866522"/>
                <a:gd name="connsiteY197" fmla="*/ 41930 h 560166"/>
                <a:gd name="connsiteX198" fmla="*/ 641972 w 866522"/>
                <a:gd name="connsiteY198" fmla="*/ 41621 h 560166"/>
                <a:gd name="connsiteX199" fmla="*/ 241606 w 866522"/>
                <a:gd name="connsiteY199" fmla="*/ 41013 h 560166"/>
                <a:gd name="connsiteX200" fmla="*/ 254453 w 866522"/>
                <a:gd name="connsiteY200" fmla="*/ 41930 h 560166"/>
                <a:gd name="connsiteX201" fmla="*/ 252734 w 866522"/>
                <a:gd name="connsiteY201" fmla="*/ 41621 h 560166"/>
                <a:gd name="connsiteX202" fmla="*/ 627977 w 866522"/>
                <a:gd name="connsiteY202" fmla="*/ 40933 h 560166"/>
                <a:gd name="connsiteX203" fmla="*/ 615011 w 866522"/>
                <a:gd name="connsiteY203" fmla="*/ 41803 h 560166"/>
                <a:gd name="connsiteX204" fmla="*/ 610826 w 866522"/>
                <a:gd name="connsiteY204" fmla="*/ 42580 h 560166"/>
                <a:gd name="connsiteX205" fmla="*/ 238739 w 866522"/>
                <a:gd name="connsiteY205" fmla="*/ 40933 h 560166"/>
                <a:gd name="connsiteX206" fmla="*/ 225773 w 866522"/>
                <a:gd name="connsiteY206" fmla="*/ 41803 h 560166"/>
                <a:gd name="connsiteX207" fmla="*/ 221588 w 866522"/>
                <a:gd name="connsiteY207" fmla="*/ 42580 h 560166"/>
                <a:gd name="connsiteX208" fmla="*/ 620975 w 866522"/>
                <a:gd name="connsiteY208" fmla="*/ 4290 h 560166"/>
                <a:gd name="connsiteX209" fmla="*/ 606624 w 866522"/>
                <a:gd name="connsiteY209" fmla="*/ 5804 h 560166"/>
                <a:gd name="connsiteX210" fmla="*/ 587920 w 866522"/>
                <a:gd name="connsiteY210" fmla="*/ 9839 h 560166"/>
                <a:gd name="connsiteX211" fmla="*/ 606624 w 866522"/>
                <a:gd name="connsiteY211" fmla="*/ 5804 h 560166"/>
                <a:gd name="connsiteX212" fmla="*/ 231737 w 866522"/>
                <a:gd name="connsiteY212" fmla="*/ 4290 h 560166"/>
                <a:gd name="connsiteX213" fmla="*/ 217386 w 866522"/>
                <a:gd name="connsiteY213" fmla="*/ 5804 h 560166"/>
                <a:gd name="connsiteX214" fmla="*/ 198682 w 866522"/>
                <a:gd name="connsiteY214" fmla="*/ 9839 h 560166"/>
                <a:gd name="connsiteX215" fmla="*/ 217386 w 866522"/>
                <a:gd name="connsiteY215" fmla="*/ 5804 h 560166"/>
                <a:gd name="connsiteX216" fmla="*/ 625506 w 866522"/>
                <a:gd name="connsiteY216" fmla="*/ 3812 h 560166"/>
                <a:gd name="connsiteX217" fmla="*/ 683984 w 866522"/>
                <a:gd name="connsiteY217" fmla="*/ 15582 h 560166"/>
                <a:gd name="connsiteX218" fmla="*/ 640497 w 866522"/>
                <a:gd name="connsiteY218" fmla="*/ 4375 h 560166"/>
                <a:gd name="connsiteX219" fmla="*/ 236268 w 866522"/>
                <a:gd name="connsiteY219" fmla="*/ 3812 h 560166"/>
                <a:gd name="connsiteX220" fmla="*/ 294746 w 866522"/>
                <a:gd name="connsiteY220" fmla="*/ 15582 h 560166"/>
                <a:gd name="connsiteX221" fmla="*/ 251259 w 866522"/>
                <a:gd name="connsiteY221" fmla="*/ 4375 h 560166"/>
                <a:gd name="connsiteX222" fmla="*/ 629306 w 866522"/>
                <a:gd name="connsiteY222" fmla="*/ 25 h 560166"/>
                <a:gd name="connsiteX223" fmla="*/ 718580 w 866522"/>
                <a:gd name="connsiteY223" fmla="*/ 31265 h 560166"/>
                <a:gd name="connsiteX224" fmla="*/ 772896 w 866522"/>
                <a:gd name="connsiteY224" fmla="*/ 116645 h 560166"/>
                <a:gd name="connsiteX225" fmla="*/ 772957 w 866522"/>
                <a:gd name="connsiteY225" fmla="*/ 179632 h 560166"/>
                <a:gd name="connsiteX226" fmla="*/ 745289 w 866522"/>
                <a:gd name="connsiteY226" fmla="*/ 242520 h 560166"/>
                <a:gd name="connsiteX227" fmla="*/ 692677 w 866522"/>
                <a:gd name="connsiteY227" fmla="*/ 283079 h 560166"/>
                <a:gd name="connsiteX228" fmla="*/ 640302 w 866522"/>
                <a:gd name="connsiteY228" fmla="*/ 296458 h 560166"/>
                <a:gd name="connsiteX229" fmla="*/ 575783 w 866522"/>
                <a:gd name="connsiteY229" fmla="*/ 287669 h 560166"/>
                <a:gd name="connsiteX230" fmla="*/ 509005 w 866522"/>
                <a:gd name="connsiteY230" fmla="*/ 237395 h 560166"/>
                <a:gd name="connsiteX231" fmla="*/ 484855 w 866522"/>
                <a:gd name="connsiteY231" fmla="*/ 188453 h 560166"/>
                <a:gd name="connsiteX232" fmla="*/ 480204 w 866522"/>
                <a:gd name="connsiteY232" fmla="*/ 159599 h 560166"/>
                <a:gd name="connsiteX233" fmla="*/ 484567 w 866522"/>
                <a:gd name="connsiteY233" fmla="*/ 109325 h 560166"/>
                <a:gd name="connsiteX234" fmla="*/ 509374 w 866522"/>
                <a:gd name="connsiteY234" fmla="*/ 55552 h 560166"/>
                <a:gd name="connsiteX235" fmla="*/ 597737 w 866522"/>
                <a:gd name="connsiteY235" fmla="*/ 3554 h 560166"/>
                <a:gd name="connsiteX236" fmla="*/ 629306 w 866522"/>
                <a:gd name="connsiteY236" fmla="*/ 25 h 560166"/>
                <a:gd name="connsiteX237" fmla="*/ 240068 w 866522"/>
                <a:gd name="connsiteY237" fmla="*/ 25 h 560166"/>
                <a:gd name="connsiteX238" fmla="*/ 329342 w 866522"/>
                <a:gd name="connsiteY238" fmla="*/ 31265 h 560166"/>
                <a:gd name="connsiteX239" fmla="*/ 383658 w 866522"/>
                <a:gd name="connsiteY239" fmla="*/ 116645 h 560166"/>
                <a:gd name="connsiteX240" fmla="*/ 383719 w 866522"/>
                <a:gd name="connsiteY240" fmla="*/ 179632 h 560166"/>
                <a:gd name="connsiteX241" fmla="*/ 356051 w 866522"/>
                <a:gd name="connsiteY241" fmla="*/ 242520 h 560166"/>
                <a:gd name="connsiteX242" fmla="*/ 303439 w 866522"/>
                <a:gd name="connsiteY242" fmla="*/ 283079 h 560166"/>
                <a:gd name="connsiteX243" fmla="*/ 251064 w 866522"/>
                <a:gd name="connsiteY243" fmla="*/ 296458 h 560166"/>
                <a:gd name="connsiteX244" fmla="*/ 186545 w 866522"/>
                <a:gd name="connsiteY244" fmla="*/ 287669 h 560166"/>
                <a:gd name="connsiteX245" fmla="*/ 119767 w 866522"/>
                <a:gd name="connsiteY245" fmla="*/ 237395 h 560166"/>
                <a:gd name="connsiteX246" fmla="*/ 95617 w 866522"/>
                <a:gd name="connsiteY246" fmla="*/ 188453 h 560166"/>
                <a:gd name="connsiteX247" fmla="*/ 90966 w 866522"/>
                <a:gd name="connsiteY247" fmla="*/ 159599 h 560166"/>
                <a:gd name="connsiteX248" fmla="*/ 95329 w 866522"/>
                <a:gd name="connsiteY248" fmla="*/ 109325 h 560166"/>
                <a:gd name="connsiteX249" fmla="*/ 120136 w 866522"/>
                <a:gd name="connsiteY249" fmla="*/ 55552 h 560166"/>
                <a:gd name="connsiteX250" fmla="*/ 208499 w 866522"/>
                <a:gd name="connsiteY250" fmla="*/ 3554 h 560166"/>
                <a:gd name="connsiteX251" fmla="*/ 240068 w 866522"/>
                <a:gd name="connsiteY251" fmla="*/ 25 h 56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866522" h="560166">
                  <a:moveTo>
                    <a:pt x="235792" y="320065"/>
                  </a:moveTo>
                  <a:lnTo>
                    <a:pt x="237753" y="320111"/>
                  </a:lnTo>
                  <a:lnTo>
                    <a:pt x="239713" y="320065"/>
                  </a:lnTo>
                  <a:lnTo>
                    <a:pt x="241761" y="320205"/>
                  </a:lnTo>
                  <a:lnTo>
                    <a:pt x="252694" y="320462"/>
                  </a:lnTo>
                  <a:cubicBezTo>
                    <a:pt x="258329" y="320856"/>
                    <a:pt x="263939" y="321530"/>
                    <a:pt x="269447" y="322538"/>
                  </a:cubicBezTo>
                  <a:lnTo>
                    <a:pt x="271758" y="323012"/>
                  </a:lnTo>
                  <a:lnTo>
                    <a:pt x="276206" y="323560"/>
                  </a:lnTo>
                  <a:cubicBezTo>
                    <a:pt x="296864" y="326224"/>
                    <a:pt x="316605" y="332437"/>
                    <a:pt x="335479" y="341034"/>
                  </a:cubicBezTo>
                  <a:cubicBezTo>
                    <a:pt x="369338" y="356455"/>
                    <a:pt x="398228" y="378451"/>
                    <a:pt x="421792" y="407437"/>
                  </a:cubicBezTo>
                  <a:lnTo>
                    <a:pt x="434146" y="425282"/>
                  </a:lnTo>
                  <a:lnTo>
                    <a:pt x="465053" y="386018"/>
                  </a:lnTo>
                  <a:cubicBezTo>
                    <a:pt x="479687" y="372346"/>
                    <a:pt x="495848" y="360693"/>
                    <a:pt x="513392" y="350858"/>
                  </a:cubicBezTo>
                  <a:cubicBezTo>
                    <a:pt x="531919" y="340472"/>
                    <a:pt x="551423" y="332656"/>
                    <a:pt x="572026" y="327953"/>
                  </a:cubicBezTo>
                  <a:lnTo>
                    <a:pt x="582933" y="326072"/>
                  </a:lnTo>
                  <a:lnTo>
                    <a:pt x="590109" y="324500"/>
                  </a:lnTo>
                  <a:cubicBezTo>
                    <a:pt x="598046" y="323179"/>
                    <a:pt x="606051" y="322252"/>
                    <a:pt x="614118" y="321695"/>
                  </a:cubicBezTo>
                  <a:lnTo>
                    <a:pt x="614480" y="321687"/>
                  </a:lnTo>
                  <a:lnTo>
                    <a:pt x="619409" y="321109"/>
                  </a:lnTo>
                  <a:lnTo>
                    <a:pt x="628955" y="321339"/>
                  </a:lnTo>
                  <a:lnTo>
                    <a:pt x="638502" y="321109"/>
                  </a:lnTo>
                  <a:lnTo>
                    <a:pt x="643431" y="321687"/>
                  </a:lnTo>
                  <a:lnTo>
                    <a:pt x="643792" y="321695"/>
                  </a:lnTo>
                  <a:cubicBezTo>
                    <a:pt x="651860" y="322252"/>
                    <a:pt x="659865" y="323179"/>
                    <a:pt x="667802" y="324500"/>
                  </a:cubicBezTo>
                  <a:lnTo>
                    <a:pt x="674978" y="326072"/>
                  </a:lnTo>
                  <a:lnTo>
                    <a:pt x="685885" y="327953"/>
                  </a:lnTo>
                  <a:cubicBezTo>
                    <a:pt x="706488" y="332656"/>
                    <a:pt x="725992" y="340472"/>
                    <a:pt x="744519" y="350858"/>
                  </a:cubicBezTo>
                  <a:cubicBezTo>
                    <a:pt x="762062" y="360693"/>
                    <a:pt x="778224" y="372346"/>
                    <a:pt x="792858" y="386018"/>
                  </a:cubicBezTo>
                  <a:cubicBezTo>
                    <a:pt x="809515" y="401578"/>
                    <a:pt x="823253" y="419608"/>
                    <a:pt x="834758" y="439249"/>
                  </a:cubicBezTo>
                  <a:cubicBezTo>
                    <a:pt x="838641" y="445878"/>
                    <a:pt x="841427" y="453149"/>
                    <a:pt x="844714" y="460127"/>
                  </a:cubicBezTo>
                  <a:lnTo>
                    <a:pt x="843460" y="460131"/>
                  </a:lnTo>
                  <a:lnTo>
                    <a:pt x="849232" y="471677"/>
                  </a:lnTo>
                  <a:cubicBezTo>
                    <a:pt x="854080" y="484136"/>
                    <a:pt x="857747" y="497048"/>
                    <a:pt x="860140" y="510384"/>
                  </a:cubicBezTo>
                  <a:cubicBezTo>
                    <a:pt x="863059" y="526656"/>
                    <a:pt x="864404" y="543212"/>
                    <a:pt x="866522" y="560166"/>
                  </a:cubicBezTo>
                  <a:cubicBezTo>
                    <a:pt x="850516" y="560166"/>
                    <a:pt x="836347" y="560166"/>
                    <a:pt x="821797" y="560166"/>
                  </a:cubicBezTo>
                  <a:cubicBezTo>
                    <a:pt x="821208" y="555028"/>
                    <a:pt x="820299" y="549728"/>
                    <a:pt x="820044" y="544397"/>
                  </a:cubicBezTo>
                  <a:cubicBezTo>
                    <a:pt x="819079" y="524272"/>
                    <a:pt x="814218" y="505113"/>
                    <a:pt x="806718" y="486476"/>
                  </a:cubicBezTo>
                  <a:cubicBezTo>
                    <a:pt x="795675" y="459038"/>
                    <a:pt x="779285" y="435248"/>
                    <a:pt x="757357" y="415590"/>
                  </a:cubicBezTo>
                  <a:cubicBezTo>
                    <a:pt x="750942" y="409838"/>
                    <a:pt x="744287" y="404511"/>
                    <a:pt x="737379" y="399658"/>
                  </a:cubicBezTo>
                  <a:lnTo>
                    <a:pt x="716480" y="386928"/>
                  </a:lnTo>
                  <a:lnTo>
                    <a:pt x="715463" y="386383"/>
                  </a:lnTo>
                  <a:lnTo>
                    <a:pt x="694355" y="377273"/>
                  </a:lnTo>
                  <a:lnTo>
                    <a:pt x="691758" y="376323"/>
                  </a:lnTo>
                  <a:lnTo>
                    <a:pt x="667999" y="370040"/>
                  </a:lnTo>
                  <a:lnTo>
                    <a:pt x="648515" y="366771"/>
                  </a:lnTo>
                  <a:lnTo>
                    <a:pt x="643643" y="366396"/>
                  </a:lnTo>
                  <a:lnTo>
                    <a:pt x="628955" y="365384"/>
                  </a:lnTo>
                  <a:lnTo>
                    <a:pt x="614268" y="366396"/>
                  </a:lnTo>
                  <a:lnTo>
                    <a:pt x="609395" y="366771"/>
                  </a:lnTo>
                  <a:lnTo>
                    <a:pt x="589912" y="370040"/>
                  </a:lnTo>
                  <a:lnTo>
                    <a:pt x="566153" y="376323"/>
                  </a:lnTo>
                  <a:lnTo>
                    <a:pt x="563556" y="377273"/>
                  </a:lnTo>
                  <a:lnTo>
                    <a:pt x="542448" y="386383"/>
                  </a:lnTo>
                  <a:lnTo>
                    <a:pt x="541431" y="386928"/>
                  </a:lnTo>
                  <a:lnTo>
                    <a:pt x="520532" y="399658"/>
                  </a:lnTo>
                  <a:cubicBezTo>
                    <a:pt x="513624" y="404511"/>
                    <a:pt x="506969" y="409838"/>
                    <a:pt x="500554" y="415590"/>
                  </a:cubicBezTo>
                  <a:cubicBezTo>
                    <a:pt x="484108" y="430334"/>
                    <a:pt x="470777" y="447401"/>
                    <a:pt x="460480" y="466589"/>
                  </a:cubicBezTo>
                  <a:lnTo>
                    <a:pt x="458349" y="471153"/>
                  </a:lnTo>
                  <a:lnTo>
                    <a:pt x="459128" y="472919"/>
                  </a:lnTo>
                  <a:lnTo>
                    <a:pt x="457524" y="472919"/>
                  </a:lnTo>
                  <a:lnTo>
                    <a:pt x="411109" y="472919"/>
                  </a:lnTo>
                  <a:lnTo>
                    <a:pt x="408329" y="472919"/>
                  </a:lnTo>
                  <a:lnTo>
                    <a:pt x="408679" y="471677"/>
                  </a:lnTo>
                  <a:lnTo>
                    <a:pt x="409181" y="470673"/>
                  </a:lnTo>
                  <a:lnTo>
                    <a:pt x="370856" y="418759"/>
                  </a:lnTo>
                  <a:cubicBezTo>
                    <a:pt x="343476" y="393206"/>
                    <a:pt x="311724" y="375951"/>
                    <a:pt x="274608" y="368448"/>
                  </a:cubicBezTo>
                  <a:lnTo>
                    <a:pt x="249301" y="365275"/>
                  </a:lnTo>
                  <a:lnTo>
                    <a:pt x="237753" y="365196"/>
                  </a:lnTo>
                  <a:lnTo>
                    <a:pt x="226204" y="365275"/>
                  </a:lnTo>
                  <a:lnTo>
                    <a:pt x="200897" y="368448"/>
                  </a:lnTo>
                  <a:cubicBezTo>
                    <a:pt x="163781" y="375951"/>
                    <a:pt x="132029" y="393206"/>
                    <a:pt x="104649" y="418759"/>
                  </a:cubicBezTo>
                  <a:cubicBezTo>
                    <a:pt x="88155" y="434153"/>
                    <a:pt x="75764" y="452838"/>
                    <a:pt x="64937" y="472551"/>
                  </a:cubicBezTo>
                  <a:lnTo>
                    <a:pt x="64937" y="471705"/>
                  </a:lnTo>
                  <a:lnTo>
                    <a:pt x="56216" y="491288"/>
                  </a:lnTo>
                  <a:cubicBezTo>
                    <a:pt x="53234" y="499669"/>
                    <a:pt x="50879" y="508375"/>
                    <a:pt x="49208" y="517426"/>
                  </a:cubicBezTo>
                  <a:cubicBezTo>
                    <a:pt x="46708" y="530973"/>
                    <a:pt x="45130" y="544689"/>
                    <a:pt x="43054" y="558859"/>
                  </a:cubicBezTo>
                  <a:cubicBezTo>
                    <a:pt x="29659" y="558859"/>
                    <a:pt x="15336" y="558859"/>
                    <a:pt x="0" y="558859"/>
                  </a:cubicBezTo>
                  <a:cubicBezTo>
                    <a:pt x="529" y="548958"/>
                    <a:pt x="3" y="538958"/>
                    <a:pt x="1805" y="529396"/>
                  </a:cubicBezTo>
                  <a:cubicBezTo>
                    <a:pt x="5039" y="512250"/>
                    <a:pt x="8711" y="495066"/>
                    <a:pt x="13940" y="478445"/>
                  </a:cubicBezTo>
                  <a:cubicBezTo>
                    <a:pt x="22213" y="452153"/>
                    <a:pt x="36311" y="428844"/>
                    <a:pt x="53713" y="407437"/>
                  </a:cubicBezTo>
                  <a:cubicBezTo>
                    <a:pt x="77277" y="378451"/>
                    <a:pt x="106167" y="356455"/>
                    <a:pt x="140026" y="341034"/>
                  </a:cubicBezTo>
                  <a:cubicBezTo>
                    <a:pt x="158900" y="332437"/>
                    <a:pt x="178641" y="326224"/>
                    <a:pt x="199299" y="323560"/>
                  </a:cubicBezTo>
                  <a:lnTo>
                    <a:pt x="203747" y="323012"/>
                  </a:lnTo>
                  <a:lnTo>
                    <a:pt x="206058" y="322538"/>
                  </a:lnTo>
                  <a:cubicBezTo>
                    <a:pt x="211566" y="321530"/>
                    <a:pt x="217176" y="320856"/>
                    <a:pt x="222812" y="320462"/>
                  </a:cubicBezTo>
                  <a:lnTo>
                    <a:pt x="233744" y="320205"/>
                  </a:lnTo>
                  <a:close/>
                  <a:moveTo>
                    <a:pt x="659928" y="289226"/>
                  </a:moveTo>
                  <a:lnTo>
                    <a:pt x="643893" y="291787"/>
                  </a:lnTo>
                  <a:lnTo>
                    <a:pt x="631269" y="293015"/>
                  </a:lnTo>
                  <a:lnTo>
                    <a:pt x="631358" y="293017"/>
                  </a:lnTo>
                  <a:cubicBezTo>
                    <a:pt x="635645" y="292869"/>
                    <a:pt x="639999" y="292466"/>
                    <a:pt x="644443" y="291758"/>
                  </a:cubicBezTo>
                  <a:close/>
                  <a:moveTo>
                    <a:pt x="270690" y="289226"/>
                  </a:moveTo>
                  <a:lnTo>
                    <a:pt x="254655" y="291787"/>
                  </a:lnTo>
                  <a:lnTo>
                    <a:pt x="242031" y="293015"/>
                  </a:lnTo>
                  <a:lnTo>
                    <a:pt x="242120" y="293017"/>
                  </a:lnTo>
                  <a:cubicBezTo>
                    <a:pt x="246407" y="292869"/>
                    <a:pt x="250761" y="292466"/>
                    <a:pt x="255205" y="291758"/>
                  </a:cubicBezTo>
                  <a:close/>
                  <a:moveTo>
                    <a:pt x="699545" y="229303"/>
                  </a:moveTo>
                  <a:lnTo>
                    <a:pt x="651036" y="253741"/>
                  </a:lnTo>
                  <a:lnTo>
                    <a:pt x="651034" y="253742"/>
                  </a:lnTo>
                  <a:cubicBezTo>
                    <a:pt x="615947" y="260709"/>
                    <a:pt x="583825" y="253072"/>
                    <a:pt x="555357" y="231513"/>
                  </a:cubicBezTo>
                  <a:cubicBezTo>
                    <a:pt x="583825" y="253072"/>
                    <a:pt x="615947" y="260709"/>
                    <a:pt x="651034" y="253742"/>
                  </a:cubicBezTo>
                  <a:lnTo>
                    <a:pt x="651036" y="253741"/>
                  </a:lnTo>
                  <a:lnTo>
                    <a:pt x="685106" y="240300"/>
                  </a:lnTo>
                  <a:close/>
                  <a:moveTo>
                    <a:pt x="310307" y="229303"/>
                  </a:moveTo>
                  <a:lnTo>
                    <a:pt x="261798" y="253741"/>
                  </a:lnTo>
                  <a:lnTo>
                    <a:pt x="261796" y="253742"/>
                  </a:lnTo>
                  <a:cubicBezTo>
                    <a:pt x="226709" y="260709"/>
                    <a:pt x="194587" y="253072"/>
                    <a:pt x="166119" y="231513"/>
                  </a:cubicBezTo>
                  <a:cubicBezTo>
                    <a:pt x="194587" y="253072"/>
                    <a:pt x="226709" y="260709"/>
                    <a:pt x="261796" y="253742"/>
                  </a:cubicBezTo>
                  <a:lnTo>
                    <a:pt x="261798" y="253741"/>
                  </a:lnTo>
                  <a:lnTo>
                    <a:pt x="295868" y="240300"/>
                  </a:lnTo>
                  <a:close/>
                  <a:moveTo>
                    <a:pt x="758998" y="210122"/>
                  </a:moveTo>
                  <a:cubicBezTo>
                    <a:pt x="754316" y="221148"/>
                    <a:pt x="748639" y="230948"/>
                    <a:pt x="742044" y="239610"/>
                  </a:cubicBezTo>
                  <a:lnTo>
                    <a:pt x="751239" y="225752"/>
                  </a:lnTo>
                  <a:cubicBezTo>
                    <a:pt x="754067" y="220841"/>
                    <a:pt x="756657" y="215635"/>
                    <a:pt x="758998" y="210122"/>
                  </a:cubicBezTo>
                  <a:close/>
                  <a:moveTo>
                    <a:pt x="369760" y="210122"/>
                  </a:moveTo>
                  <a:cubicBezTo>
                    <a:pt x="365078" y="221148"/>
                    <a:pt x="359401" y="230948"/>
                    <a:pt x="352806" y="239610"/>
                  </a:cubicBezTo>
                  <a:lnTo>
                    <a:pt x="362001" y="225752"/>
                  </a:lnTo>
                  <a:cubicBezTo>
                    <a:pt x="364829" y="220841"/>
                    <a:pt x="367419" y="215635"/>
                    <a:pt x="369760" y="210122"/>
                  </a:cubicBezTo>
                  <a:close/>
                  <a:moveTo>
                    <a:pt x="520143" y="152683"/>
                  </a:moveTo>
                  <a:lnTo>
                    <a:pt x="521435" y="166516"/>
                  </a:lnTo>
                  <a:cubicBezTo>
                    <a:pt x="522839" y="175663"/>
                    <a:pt x="525334" y="184654"/>
                    <a:pt x="528935" y="193444"/>
                  </a:cubicBezTo>
                  <a:cubicBezTo>
                    <a:pt x="523534" y="180259"/>
                    <a:pt x="520621" y="166622"/>
                    <a:pt x="520143" y="152683"/>
                  </a:cubicBezTo>
                  <a:close/>
                  <a:moveTo>
                    <a:pt x="130905" y="152683"/>
                  </a:moveTo>
                  <a:lnTo>
                    <a:pt x="132197" y="166516"/>
                  </a:lnTo>
                  <a:cubicBezTo>
                    <a:pt x="133601" y="175663"/>
                    <a:pt x="136096" y="184654"/>
                    <a:pt x="139697" y="193444"/>
                  </a:cubicBezTo>
                  <a:cubicBezTo>
                    <a:pt x="134296" y="180259"/>
                    <a:pt x="131383" y="166622"/>
                    <a:pt x="130905" y="152683"/>
                  </a:cubicBezTo>
                  <a:close/>
                  <a:moveTo>
                    <a:pt x="143629" y="107043"/>
                  </a:moveTo>
                  <a:lnTo>
                    <a:pt x="140853" y="114122"/>
                  </a:lnTo>
                  <a:lnTo>
                    <a:pt x="140853" y="114121"/>
                  </a:lnTo>
                  <a:lnTo>
                    <a:pt x="143626" y="107050"/>
                  </a:lnTo>
                  <a:close/>
                  <a:moveTo>
                    <a:pt x="532867" y="107043"/>
                  </a:moveTo>
                  <a:lnTo>
                    <a:pt x="530091" y="114122"/>
                  </a:lnTo>
                  <a:lnTo>
                    <a:pt x="530091" y="114121"/>
                  </a:lnTo>
                  <a:lnTo>
                    <a:pt x="532863" y="107050"/>
                  </a:lnTo>
                  <a:close/>
                  <a:moveTo>
                    <a:pt x="678872" y="52694"/>
                  </a:moveTo>
                  <a:lnTo>
                    <a:pt x="693127" y="60589"/>
                  </a:lnTo>
                  <a:cubicBezTo>
                    <a:pt x="689007" y="57960"/>
                    <a:pt x="684853" y="55588"/>
                    <a:pt x="680664" y="53478"/>
                  </a:cubicBezTo>
                  <a:close/>
                  <a:moveTo>
                    <a:pt x="289634" y="52694"/>
                  </a:moveTo>
                  <a:lnTo>
                    <a:pt x="303889" y="60589"/>
                  </a:lnTo>
                  <a:cubicBezTo>
                    <a:pt x="299769" y="57960"/>
                    <a:pt x="295615" y="55588"/>
                    <a:pt x="291426" y="53478"/>
                  </a:cubicBezTo>
                  <a:close/>
                  <a:moveTo>
                    <a:pt x="664229" y="46779"/>
                  </a:moveTo>
                  <a:lnTo>
                    <a:pt x="674285" y="50688"/>
                  </a:lnTo>
                  <a:lnTo>
                    <a:pt x="667989" y="47934"/>
                  </a:lnTo>
                  <a:close/>
                  <a:moveTo>
                    <a:pt x="274991" y="46779"/>
                  </a:moveTo>
                  <a:lnTo>
                    <a:pt x="285047" y="50688"/>
                  </a:lnTo>
                  <a:lnTo>
                    <a:pt x="278751" y="47934"/>
                  </a:lnTo>
                  <a:close/>
                  <a:moveTo>
                    <a:pt x="605825" y="43509"/>
                  </a:moveTo>
                  <a:lnTo>
                    <a:pt x="601156" y="44376"/>
                  </a:lnTo>
                  <a:cubicBezTo>
                    <a:pt x="596494" y="45513"/>
                    <a:pt x="591789" y="46930"/>
                    <a:pt x="587040" y="48631"/>
                  </a:cubicBezTo>
                  <a:cubicBezTo>
                    <a:pt x="569421" y="55850"/>
                    <a:pt x="554546" y="66651"/>
                    <a:pt x="542775" y="81770"/>
                  </a:cubicBezTo>
                  <a:lnTo>
                    <a:pt x="532863" y="107050"/>
                  </a:lnTo>
                  <a:lnTo>
                    <a:pt x="530175" y="112832"/>
                  </a:lnTo>
                  <a:lnTo>
                    <a:pt x="530091" y="114121"/>
                  </a:lnTo>
                  <a:lnTo>
                    <a:pt x="520475" y="138649"/>
                  </a:lnTo>
                  <a:lnTo>
                    <a:pt x="530091" y="114122"/>
                  </a:lnTo>
                  <a:lnTo>
                    <a:pt x="526419" y="170719"/>
                  </a:lnTo>
                  <a:cubicBezTo>
                    <a:pt x="531676" y="194067"/>
                    <a:pt x="540699" y="215264"/>
                    <a:pt x="560640" y="229921"/>
                  </a:cubicBezTo>
                  <a:cubicBezTo>
                    <a:pt x="585756" y="248382"/>
                    <a:pt x="614157" y="256296"/>
                    <a:pt x="644873" y="251080"/>
                  </a:cubicBezTo>
                  <a:cubicBezTo>
                    <a:pt x="672007" y="246472"/>
                    <a:pt x="694535" y="232581"/>
                    <a:pt x="711167" y="210194"/>
                  </a:cubicBezTo>
                  <a:cubicBezTo>
                    <a:pt x="724375" y="192415"/>
                    <a:pt x="731254" y="172316"/>
                    <a:pt x="731658" y="150147"/>
                  </a:cubicBezTo>
                  <a:cubicBezTo>
                    <a:pt x="731935" y="134984"/>
                    <a:pt x="728521" y="120490"/>
                    <a:pt x="723143" y="106367"/>
                  </a:cubicBezTo>
                  <a:cubicBezTo>
                    <a:pt x="714819" y="84512"/>
                    <a:pt x="700738" y="67715"/>
                    <a:pt x="679629" y="57416"/>
                  </a:cubicBezTo>
                  <a:cubicBezTo>
                    <a:pt x="661208" y="48429"/>
                    <a:pt x="641763" y="43698"/>
                    <a:pt x="621035" y="44938"/>
                  </a:cubicBezTo>
                  <a:cubicBezTo>
                    <a:pt x="606475" y="45809"/>
                    <a:pt x="592595" y="49441"/>
                    <a:pt x="579897" y="56236"/>
                  </a:cubicBezTo>
                  <a:cubicBezTo>
                    <a:pt x="559454" y="67173"/>
                    <a:pt x="543788" y="83127"/>
                    <a:pt x="533703" y="105245"/>
                  </a:cubicBezTo>
                  <a:lnTo>
                    <a:pt x="532867" y="107043"/>
                  </a:lnTo>
                  <a:lnTo>
                    <a:pt x="542776" y="81770"/>
                  </a:lnTo>
                  <a:cubicBezTo>
                    <a:pt x="554546" y="66651"/>
                    <a:pt x="569421" y="55850"/>
                    <a:pt x="587499" y="48511"/>
                  </a:cubicBezTo>
                  <a:close/>
                  <a:moveTo>
                    <a:pt x="216587" y="43509"/>
                  </a:moveTo>
                  <a:lnTo>
                    <a:pt x="211918" y="44376"/>
                  </a:lnTo>
                  <a:cubicBezTo>
                    <a:pt x="207256" y="45513"/>
                    <a:pt x="202551" y="46930"/>
                    <a:pt x="197802" y="48631"/>
                  </a:cubicBezTo>
                  <a:cubicBezTo>
                    <a:pt x="180183" y="55850"/>
                    <a:pt x="165308" y="66651"/>
                    <a:pt x="153537" y="81770"/>
                  </a:cubicBezTo>
                  <a:lnTo>
                    <a:pt x="143626" y="107050"/>
                  </a:lnTo>
                  <a:lnTo>
                    <a:pt x="140937" y="112832"/>
                  </a:lnTo>
                  <a:lnTo>
                    <a:pt x="140853" y="114121"/>
                  </a:lnTo>
                  <a:lnTo>
                    <a:pt x="131237" y="138649"/>
                  </a:lnTo>
                  <a:lnTo>
                    <a:pt x="140853" y="114122"/>
                  </a:lnTo>
                  <a:lnTo>
                    <a:pt x="137181" y="170719"/>
                  </a:lnTo>
                  <a:cubicBezTo>
                    <a:pt x="142438" y="194067"/>
                    <a:pt x="151461" y="215264"/>
                    <a:pt x="171402" y="229921"/>
                  </a:cubicBezTo>
                  <a:cubicBezTo>
                    <a:pt x="196518" y="248382"/>
                    <a:pt x="224919" y="256296"/>
                    <a:pt x="255635" y="251080"/>
                  </a:cubicBezTo>
                  <a:cubicBezTo>
                    <a:pt x="282769" y="246472"/>
                    <a:pt x="305297" y="232581"/>
                    <a:pt x="321929" y="210194"/>
                  </a:cubicBezTo>
                  <a:cubicBezTo>
                    <a:pt x="335137" y="192415"/>
                    <a:pt x="342016" y="172316"/>
                    <a:pt x="342420" y="150147"/>
                  </a:cubicBezTo>
                  <a:cubicBezTo>
                    <a:pt x="342697" y="134984"/>
                    <a:pt x="339283" y="120490"/>
                    <a:pt x="333905" y="106367"/>
                  </a:cubicBezTo>
                  <a:cubicBezTo>
                    <a:pt x="325581" y="84512"/>
                    <a:pt x="311500" y="67715"/>
                    <a:pt x="290391" y="57416"/>
                  </a:cubicBezTo>
                  <a:cubicBezTo>
                    <a:pt x="271970" y="48429"/>
                    <a:pt x="252525" y="43698"/>
                    <a:pt x="231797" y="44938"/>
                  </a:cubicBezTo>
                  <a:cubicBezTo>
                    <a:pt x="217237" y="45809"/>
                    <a:pt x="203357" y="49441"/>
                    <a:pt x="190659" y="56236"/>
                  </a:cubicBezTo>
                  <a:cubicBezTo>
                    <a:pt x="170216" y="67173"/>
                    <a:pt x="154550" y="83127"/>
                    <a:pt x="144465" y="105245"/>
                  </a:cubicBezTo>
                  <a:lnTo>
                    <a:pt x="143629" y="107043"/>
                  </a:lnTo>
                  <a:lnTo>
                    <a:pt x="153538" y="81770"/>
                  </a:lnTo>
                  <a:cubicBezTo>
                    <a:pt x="165308" y="66651"/>
                    <a:pt x="180183" y="55850"/>
                    <a:pt x="198261" y="48511"/>
                  </a:cubicBezTo>
                  <a:close/>
                  <a:moveTo>
                    <a:pt x="648957" y="42874"/>
                  </a:moveTo>
                  <a:lnTo>
                    <a:pt x="658855" y="45130"/>
                  </a:lnTo>
                  <a:lnTo>
                    <a:pt x="655094" y="43975"/>
                  </a:lnTo>
                  <a:close/>
                  <a:moveTo>
                    <a:pt x="259719" y="42874"/>
                  </a:moveTo>
                  <a:lnTo>
                    <a:pt x="269617" y="45130"/>
                  </a:lnTo>
                  <a:lnTo>
                    <a:pt x="265856" y="43975"/>
                  </a:lnTo>
                  <a:close/>
                  <a:moveTo>
                    <a:pt x="630844" y="41013"/>
                  </a:moveTo>
                  <a:lnTo>
                    <a:pt x="643691" y="41930"/>
                  </a:lnTo>
                  <a:lnTo>
                    <a:pt x="641972" y="41621"/>
                  </a:lnTo>
                  <a:close/>
                  <a:moveTo>
                    <a:pt x="241606" y="41013"/>
                  </a:moveTo>
                  <a:lnTo>
                    <a:pt x="254453" y="41930"/>
                  </a:lnTo>
                  <a:lnTo>
                    <a:pt x="252734" y="41621"/>
                  </a:lnTo>
                  <a:close/>
                  <a:moveTo>
                    <a:pt x="627977" y="40933"/>
                  </a:moveTo>
                  <a:lnTo>
                    <a:pt x="615011" y="41803"/>
                  </a:lnTo>
                  <a:lnTo>
                    <a:pt x="610826" y="42580"/>
                  </a:lnTo>
                  <a:close/>
                  <a:moveTo>
                    <a:pt x="238739" y="40933"/>
                  </a:moveTo>
                  <a:lnTo>
                    <a:pt x="225773" y="41803"/>
                  </a:lnTo>
                  <a:lnTo>
                    <a:pt x="221588" y="42580"/>
                  </a:lnTo>
                  <a:close/>
                  <a:moveTo>
                    <a:pt x="620975" y="4290"/>
                  </a:moveTo>
                  <a:lnTo>
                    <a:pt x="606624" y="5804"/>
                  </a:lnTo>
                  <a:cubicBezTo>
                    <a:pt x="600340" y="6916"/>
                    <a:pt x="594086" y="8369"/>
                    <a:pt x="587920" y="9839"/>
                  </a:cubicBezTo>
                  <a:cubicBezTo>
                    <a:pt x="594086" y="8369"/>
                    <a:pt x="600340" y="6916"/>
                    <a:pt x="606624" y="5804"/>
                  </a:cubicBezTo>
                  <a:close/>
                  <a:moveTo>
                    <a:pt x="231737" y="4290"/>
                  </a:moveTo>
                  <a:lnTo>
                    <a:pt x="217386" y="5804"/>
                  </a:lnTo>
                  <a:cubicBezTo>
                    <a:pt x="211102" y="6916"/>
                    <a:pt x="204848" y="8369"/>
                    <a:pt x="198682" y="9839"/>
                  </a:cubicBezTo>
                  <a:cubicBezTo>
                    <a:pt x="204848" y="8369"/>
                    <a:pt x="211102" y="6916"/>
                    <a:pt x="217386" y="5804"/>
                  </a:cubicBezTo>
                  <a:close/>
                  <a:moveTo>
                    <a:pt x="625506" y="3812"/>
                  </a:moveTo>
                  <a:cubicBezTo>
                    <a:pt x="645618" y="3467"/>
                    <a:pt x="665273" y="7546"/>
                    <a:pt x="683984" y="15582"/>
                  </a:cubicBezTo>
                  <a:cubicBezTo>
                    <a:pt x="669951" y="9555"/>
                    <a:pt x="655387" y="5754"/>
                    <a:pt x="640497" y="4375"/>
                  </a:cubicBezTo>
                  <a:close/>
                  <a:moveTo>
                    <a:pt x="236268" y="3812"/>
                  </a:moveTo>
                  <a:cubicBezTo>
                    <a:pt x="256380" y="3467"/>
                    <a:pt x="276035" y="7546"/>
                    <a:pt x="294746" y="15582"/>
                  </a:cubicBezTo>
                  <a:cubicBezTo>
                    <a:pt x="280713" y="9555"/>
                    <a:pt x="266149" y="5754"/>
                    <a:pt x="251259" y="4375"/>
                  </a:cubicBezTo>
                  <a:close/>
                  <a:moveTo>
                    <a:pt x="629306" y="25"/>
                  </a:moveTo>
                  <a:cubicBezTo>
                    <a:pt x="662267" y="840"/>
                    <a:pt x="692487" y="10402"/>
                    <a:pt x="718580" y="31265"/>
                  </a:cubicBezTo>
                  <a:cubicBezTo>
                    <a:pt x="746422" y="53526"/>
                    <a:pt x="765292" y="81665"/>
                    <a:pt x="772896" y="116645"/>
                  </a:cubicBezTo>
                  <a:cubicBezTo>
                    <a:pt x="777430" y="137504"/>
                    <a:pt x="777339" y="158759"/>
                    <a:pt x="772957" y="179632"/>
                  </a:cubicBezTo>
                  <a:cubicBezTo>
                    <a:pt x="768173" y="202418"/>
                    <a:pt x="759503" y="223668"/>
                    <a:pt x="745289" y="242520"/>
                  </a:cubicBezTo>
                  <a:cubicBezTo>
                    <a:pt x="731406" y="260934"/>
                    <a:pt x="713457" y="273840"/>
                    <a:pt x="692677" y="283079"/>
                  </a:cubicBezTo>
                  <a:cubicBezTo>
                    <a:pt x="676011" y="290488"/>
                    <a:pt x="658421" y="295102"/>
                    <a:pt x="640302" y="296458"/>
                  </a:cubicBezTo>
                  <a:cubicBezTo>
                    <a:pt x="618301" y="298106"/>
                    <a:pt x="596521" y="295785"/>
                    <a:pt x="575783" y="287669"/>
                  </a:cubicBezTo>
                  <a:cubicBezTo>
                    <a:pt x="548897" y="277148"/>
                    <a:pt x="526428" y="260781"/>
                    <a:pt x="509005" y="237395"/>
                  </a:cubicBezTo>
                  <a:cubicBezTo>
                    <a:pt x="497883" y="222465"/>
                    <a:pt x="489317" y="206442"/>
                    <a:pt x="484855" y="188453"/>
                  </a:cubicBezTo>
                  <a:cubicBezTo>
                    <a:pt x="482516" y="179022"/>
                    <a:pt x="480940" y="169287"/>
                    <a:pt x="480204" y="159599"/>
                  </a:cubicBezTo>
                  <a:cubicBezTo>
                    <a:pt x="478932" y="142842"/>
                    <a:pt x="479789" y="126118"/>
                    <a:pt x="484567" y="109325"/>
                  </a:cubicBezTo>
                  <a:cubicBezTo>
                    <a:pt x="489283" y="89390"/>
                    <a:pt x="497345" y="71422"/>
                    <a:pt x="509374" y="55552"/>
                  </a:cubicBezTo>
                  <a:cubicBezTo>
                    <a:pt x="531615" y="26208"/>
                    <a:pt x="562086" y="10212"/>
                    <a:pt x="597737" y="3554"/>
                  </a:cubicBezTo>
                  <a:cubicBezTo>
                    <a:pt x="608133" y="1612"/>
                    <a:pt x="618811" y="-235"/>
                    <a:pt x="629306" y="25"/>
                  </a:cubicBezTo>
                  <a:close/>
                  <a:moveTo>
                    <a:pt x="240068" y="25"/>
                  </a:moveTo>
                  <a:cubicBezTo>
                    <a:pt x="273029" y="840"/>
                    <a:pt x="303249" y="10402"/>
                    <a:pt x="329342" y="31265"/>
                  </a:cubicBezTo>
                  <a:cubicBezTo>
                    <a:pt x="357184" y="53526"/>
                    <a:pt x="376054" y="81665"/>
                    <a:pt x="383658" y="116645"/>
                  </a:cubicBezTo>
                  <a:cubicBezTo>
                    <a:pt x="388192" y="137504"/>
                    <a:pt x="388101" y="158759"/>
                    <a:pt x="383719" y="179632"/>
                  </a:cubicBezTo>
                  <a:cubicBezTo>
                    <a:pt x="378935" y="202418"/>
                    <a:pt x="370265" y="223668"/>
                    <a:pt x="356051" y="242520"/>
                  </a:cubicBezTo>
                  <a:cubicBezTo>
                    <a:pt x="342168" y="260934"/>
                    <a:pt x="324219" y="273840"/>
                    <a:pt x="303439" y="283079"/>
                  </a:cubicBezTo>
                  <a:cubicBezTo>
                    <a:pt x="286773" y="290488"/>
                    <a:pt x="269183" y="295102"/>
                    <a:pt x="251064" y="296458"/>
                  </a:cubicBezTo>
                  <a:cubicBezTo>
                    <a:pt x="229063" y="298106"/>
                    <a:pt x="207283" y="295785"/>
                    <a:pt x="186545" y="287669"/>
                  </a:cubicBezTo>
                  <a:cubicBezTo>
                    <a:pt x="159659" y="277148"/>
                    <a:pt x="137190" y="260781"/>
                    <a:pt x="119767" y="237395"/>
                  </a:cubicBezTo>
                  <a:cubicBezTo>
                    <a:pt x="108645" y="222465"/>
                    <a:pt x="100079" y="206442"/>
                    <a:pt x="95617" y="188453"/>
                  </a:cubicBezTo>
                  <a:cubicBezTo>
                    <a:pt x="93278" y="179022"/>
                    <a:pt x="91702" y="169287"/>
                    <a:pt x="90966" y="159599"/>
                  </a:cubicBezTo>
                  <a:cubicBezTo>
                    <a:pt x="89694" y="142842"/>
                    <a:pt x="90551" y="126118"/>
                    <a:pt x="95329" y="109325"/>
                  </a:cubicBezTo>
                  <a:cubicBezTo>
                    <a:pt x="100045" y="89390"/>
                    <a:pt x="108107" y="71422"/>
                    <a:pt x="120136" y="55552"/>
                  </a:cubicBezTo>
                  <a:cubicBezTo>
                    <a:pt x="142377" y="26208"/>
                    <a:pt x="172848" y="10212"/>
                    <a:pt x="208499" y="3554"/>
                  </a:cubicBezTo>
                  <a:cubicBezTo>
                    <a:pt x="218895" y="1612"/>
                    <a:pt x="229573" y="-235"/>
                    <a:pt x="240068" y="25"/>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76" name="Group 175">
            <a:extLst>
              <a:ext uri="{FF2B5EF4-FFF2-40B4-BE49-F238E27FC236}">
                <a16:creationId xmlns:a16="http://schemas.microsoft.com/office/drawing/2014/main" id="{CC022640-7708-78AB-B427-9CFDA3740FE8}"/>
              </a:ext>
              <a:ext uri="{C183D7F6-B498-43B3-948B-1728B52AA6E4}">
                <adec:decorative xmlns:adec="http://schemas.microsoft.com/office/drawing/2017/decorative" val="1"/>
              </a:ext>
            </a:extLst>
          </p:cNvPr>
          <p:cNvGrpSpPr>
            <a:grpSpLocks noChangeAspect="1"/>
          </p:cNvGrpSpPr>
          <p:nvPr/>
        </p:nvGrpSpPr>
        <p:grpSpPr>
          <a:xfrm>
            <a:off x="5449959" y="3636615"/>
            <a:ext cx="460564" cy="457200"/>
            <a:chOff x="5449959" y="3636615"/>
            <a:chExt cx="460564" cy="457200"/>
          </a:xfrm>
          <a:solidFill>
            <a:srgbClr val="FF0000"/>
          </a:solidFill>
        </p:grpSpPr>
        <p:sp>
          <p:nvSpPr>
            <p:cNvPr id="1991" name="Freeform: Shape 1990">
              <a:extLst>
                <a:ext uri="{FF2B5EF4-FFF2-40B4-BE49-F238E27FC236}">
                  <a16:creationId xmlns:a16="http://schemas.microsoft.com/office/drawing/2014/main" id="{41768818-8BDD-BF9C-F855-E5FDF8982849}"/>
                </a:ext>
                <a:ext uri="{C183D7F6-B498-43B3-948B-1728B52AA6E4}">
                  <adec:decorative xmlns:adec="http://schemas.microsoft.com/office/drawing/2017/decorative" val="1"/>
                </a:ext>
              </a:extLst>
            </p:cNvPr>
            <p:cNvSpPr/>
            <p:nvPr/>
          </p:nvSpPr>
          <p:spPr>
            <a:xfrm>
              <a:off x="5654121" y="3783406"/>
              <a:ext cx="242769" cy="310409"/>
            </a:xfrm>
            <a:custGeom>
              <a:avLst/>
              <a:gdLst>
                <a:gd name="connsiteX0" fmla="*/ 201815 w 369844"/>
                <a:gd name="connsiteY0" fmla="*/ 275790 h 472890"/>
                <a:gd name="connsiteX1" fmla="*/ 271339 w 369844"/>
                <a:gd name="connsiteY1" fmla="*/ 290184 h 472890"/>
                <a:gd name="connsiteX2" fmla="*/ 324113 w 369844"/>
                <a:gd name="connsiteY2" fmla="*/ 321677 h 472890"/>
                <a:gd name="connsiteX3" fmla="*/ 369844 w 369844"/>
                <a:gd name="connsiteY3" fmla="*/ 377688 h 472890"/>
                <a:gd name="connsiteX4" fmla="*/ 312002 w 369844"/>
                <a:gd name="connsiteY4" fmla="*/ 377688 h 472890"/>
                <a:gd name="connsiteX5" fmla="*/ 273362 w 369844"/>
                <a:gd name="connsiteY5" fmla="*/ 341658 h 472890"/>
                <a:gd name="connsiteX6" fmla="*/ 218252 w 369844"/>
                <a:gd name="connsiteY6" fmla="*/ 322691 h 472890"/>
                <a:gd name="connsiteX7" fmla="*/ 141476 w 369844"/>
                <a:gd name="connsiteY7" fmla="*/ 332093 h 472890"/>
                <a:gd name="connsiteX8" fmla="*/ 88344 w 369844"/>
                <a:gd name="connsiteY8" fmla="*/ 367574 h 472890"/>
                <a:gd name="connsiteX9" fmla="*/ 49050 w 369844"/>
                <a:gd name="connsiteY9" fmla="*/ 442331 h 472890"/>
                <a:gd name="connsiteX10" fmla="*/ 46024 w 369844"/>
                <a:gd name="connsiteY10" fmla="*/ 467150 h 472890"/>
                <a:gd name="connsiteX11" fmla="*/ 44891 w 369844"/>
                <a:gd name="connsiteY11" fmla="*/ 472890 h 472890"/>
                <a:gd name="connsiteX12" fmla="*/ 0 w 369844"/>
                <a:gd name="connsiteY12" fmla="*/ 472890 h 472890"/>
                <a:gd name="connsiteX13" fmla="*/ 2098 w 369844"/>
                <a:gd name="connsiteY13" fmla="*/ 445826 h 472890"/>
                <a:gd name="connsiteX14" fmla="*/ 12786 w 369844"/>
                <a:gd name="connsiteY14" fmla="*/ 404351 h 472890"/>
                <a:gd name="connsiteX15" fmla="*/ 41990 w 369844"/>
                <a:gd name="connsiteY15" fmla="*/ 352086 h 472890"/>
                <a:gd name="connsiteX16" fmla="*/ 66492 w 369844"/>
                <a:gd name="connsiteY16" fmla="*/ 325708 h 472890"/>
                <a:gd name="connsiteX17" fmla="*/ 118742 w 369844"/>
                <a:gd name="connsiteY17" fmla="*/ 292485 h 472890"/>
                <a:gd name="connsiteX18" fmla="*/ 155799 w 369844"/>
                <a:gd name="connsiteY18" fmla="*/ 280486 h 472890"/>
                <a:gd name="connsiteX19" fmla="*/ 181914 w 369844"/>
                <a:gd name="connsiteY19" fmla="*/ 276753 h 472890"/>
                <a:gd name="connsiteX20" fmla="*/ 201815 w 369844"/>
                <a:gd name="connsiteY20" fmla="*/ 275790 h 472890"/>
                <a:gd name="connsiteX21" fmla="*/ 184904 w 369844"/>
                <a:gd name="connsiteY21" fmla="*/ 46145 h 472890"/>
                <a:gd name="connsiteX22" fmla="*/ 124551 w 369844"/>
                <a:gd name="connsiteY22" fmla="*/ 88531 h 472890"/>
                <a:gd name="connsiteX23" fmla="*/ 117838 w 369844"/>
                <a:gd name="connsiteY23" fmla="*/ 154260 h 472890"/>
                <a:gd name="connsiteX24" fmla="*/ 165734 w 369844"/>
                <a:gd name="connsiteY24" fmla="*/ 206247 h 472890"/>
                <a:gd name="connsiteX25" fmla="*/ 211385 w 369844"/>
                <a:gd name="connsiteY25" fmla="*/ 211593 h 472890"/>
                <a:gd name="connsiteX26" fmla="*/ 264758 w 369844"/>
                <a:gd name="connsiteY26" fmla="*/ 178303 h 472890"/>
                <a:gd name="connsiteX27" fmla="*/ 280467 w 369844"/>
                <a:gd name="connsiteY27" fmla="*/ 117872 h 472890"/>
                <a:gd name="connsiteX28" fmla="*/ 254976 w 369844"/>
                <a:gd name="connsiteY28" fmla="*/ 68649 h 472890"/>
                <a:gd name="connsiteX29" fmla="*/ 184904 w 369844"/>
                <a:gd name="connsiteY29" fmla="*/ 46145 h 472890"/>
                <a:gd name="connsiteX30" fmla="*/ 186800 w 369844"/>
                <a:gd name="connsiteY30" fmla="*/ 532 h 472890"/>
                <a:gd name="connsiteX31" fmla="*/ 258536 w 369844"/>
                <a:gd name="connsiteY31" fmla="*/ 15293 h 472890"/>
                <a:gd name="connsiteX32" fmla="*/ 308622 w 369844"/>
                <a:gd name="connsiteY32" fmla="*/ 63292 h 472890"/>
                <a:gd name="connsiteX33" fmla="*/ 324657 w 369844"/>
                <a:gd name="connsiteY33" fmla="*/ 106868 h 472890"/>
                <a:gd name="connsiteX34" fmla="*/ 316140 w 369844"/>
                <a:gd name="connsiteY34" fmla="*/ 179718 h 472890"/>
                <a:gd name="connsiteX35" fmla="*/ 284613 w 369844"/>
                <a:gd name="connsiteY35" fmla="*/ 224110 h 472890"/>
                <a:gd name="connsiteX36" fmla="*/ 223572 w 369844"/>
                <a:gd name="connsiteY36" fmla="*/ 254971 h 472890"/>
                <a:gd name="connsiteX37" fmla="*/ 193826 w 369844"/>
                <a:gd name="connsiteY37" fmla="*/ 257835 h 472890"/>
                <a:gd name="connsiteX38" fmla="*/ 172405 w 369844"/>
                <a:gd name="connsiteY38" fmla="*/ 255377 h 472890"/>
                <a:gd name="connsiteX39" fmla="*/ 149183 w 369844"/>
                <a:gd name="connsiteY39" fmla="*/ 248575 h 472890"/>
                <a:gd name="connsiteX40" fmla="*/ 105193 w 369844"/>
                <a:gd name="connsiteY40" fmla="*/ 219262 h 472890"/>
                <a:gd name="connsiteX41" fmla="*/ 70671 w 369844"/>
                <a:gd name="connsiteY41" fmla="*/ 150268 h 472890"/>
                <a:gd name="connsiteX42" fmla="*/ 68881 w 369844"/>
                <a:gd name="connsiteY42" fmla="*/ 118835 h 472890"/>
                <a:gd name="connsiteX43" fmla="*/ 89272 w 369844"/>
                <a:gd name="connsiteY43" fmla="*/ 58397 h 472890"/>
                <a:gd name="connsiteX44" fmla="*/ 140487 w 369844"/>
                <a:gd name="connsiteY44" fmla="*/ 13039 h 472890"/>
                <a:gd name="connsiteX45" fmla="*/ 186800 w 369844"/>
                <a:gd name="connsiteY45" fmla="*/ 532 h 47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9844" h="472890">
                  <a:moveTo>
                    <a:pt x="201815" y="275790"/>
                  </a:moveTo>
                  <a:cubicBezTo>
                    <a:pt x="225755" y="276750"/>
                    <a:pt x="249047" y="281001"/>
                    <a:pt x="271339" y="290184"/>
                  </a:cubicBezTo>
                  <a:cubicBezTo>
                    <a:pt x="290509" y="298082"/>
                    <a:pt x="308295" y="308356"/>
                    <a:pt x="324113" y="321677"/>
                  </a:cubicBezTo>
                  <a:lnTo>
                    <a:pt x="369844" y="377688"/>
                  </a:lnTo>
                  <a:lnTo>
                    <a:pt x="312002" y="377688"/>
                  </a:lnTo>
                  <a:lnTo>
                    <a:pt x="273362" y="341658"/>
                  </a:lnTo>
                  <a:cubicBezTo>
                    <a:pt x="256295" y="331646"/>
                    <a:pt x="237882" y="325647"/>
                    <a:pt x="218252" y="322691"/>
                  </a:cubicBezTo>
                  <a:cubicBezTo>
                    <a:pt x="191678" y="318690"/>
                    <a:pt x="166227" y="322341"/>
                    <a:pt x="141476" y="332093"/>
                  </a:cubicBezTo>
                  <a:cubicBezTo>
                    <a:pt x="121230" y="340070"/>
                    <a:pt x="103283" y="351741"/>
                    <a:pt x="88344" y="367574"/>
                  </a:cubicBezTo>
                  <a:cubicBezTo>
                    <a:pt x="68335" y="388778"/>
                    <a:pt x="54420" y="413404"/>
                    <a:pt x="49050" y="442331"/>
                  </a:cubicBezTo>
                  <a:cubicBezTo>
                    <a:pt x="47531" y="450509"/>
                    <a:pt x="47046" y="458877"/>
                    <a:pt x="46024" y="467150"/>
                  </a:cubicBezTo>
                  <a:cubicBezTo>
                    <a:pt x="45792" y="469027"/>
                    <a:pt x="45296" y="470872"/>
                    <a:pt x="44891" y="472890"/>
                  </a:cubicBezTo>
                  <a:cubicBezTo>
                    <a:pt x="29926" y="472890"/>
                    <a:pt x="15099" y="472890"/>
                    <a:pt x="0" y="472890"/>
                  </a:cubicBezTo>
                  <a:cubicBezTo>
                    <a:pt x="640" y="463709"/>
                    <a:pt x="351" y="454564"/>
                    <a:pt x="2098" y="445826"/>
                  </a:cubicBezTo>
                  <a:cubicBezTo>
                    <a:pt x="4896" y="431841"/>
                    <a:pt x="8360" y="417903"/>
                    <a:pt x="12786" y="404351"/>
                  </a:cubicBezTo>
                  <a:cubicBezTo>
                    <a:pt x="19065" y="385124"/>
                    <a:pt x="28987" y="367613"/>
                    <a:pt x="41990" y="352086"/>
                  </a:cubicBezTo>
                  <a:cubicBezTo>
                    <a:pt x="49689" y="342892"/>
                    <a:pt x="57708" y="333841"/>
                    <a:pt x="66492" y="325708"/>
                  </a:cubicBezTo>
                  <a:cubicBezTo>
                    <a:pt x="81822" y="311515"/>
                    <a:pt x="99197" y="300063"/>
                    <a:pt x="118742" y="292485"/>
                  </a:cubicBezTo>
                  <a:cubicBezTo>
                    <a:pt x="130835" y="287795"/>
                    <a:pt x="143253" y="283767"/>
                    <a:pt x="155799" y="280486"/>
                  </a:cubicBezTo>
                  <a:cubicBezTo>
                    <a:pt x="164254" y="278275"/>
                    <a:pt x="173164" y="277667"/>
                    <a:pt x="181914" y="276753"/>
                  </a:cubicBezTo>
                  <a:cubicBezTo>
                    <a:pt x="188513" y="276064"/>
                    <a:pt x="195201" y="275524"/>
                    <a:pt x="201815" y="275790"/>
                  </a:cubicBezTo>
                  <a:close/>
                  <a:moveTo>
                    <a:pt x="184904" y="46145"/>
                  </a:moveTo>
                  <a:cubicBezTo>
                    <a:pt x="158526" y="50248"/>
                    <a:pt x="138331" y="64637"/>
                    <a:pt x="124551" y="88531"/>
                  </a:cubicBezTo>
                  <a:cubicBezTo>
                    <a:pt x="112747" y="109464"/>
                    <a:pt x="110334" y="131541"/>
                    <a:pt x="117838" y="154260"/>
                  </a:cubicBezTo>
                  <a:cubicBezTo>
                    <a:pt x="125892" y="178642"/>
                    <a:pt x="141964" y="196282"/>
                    <a:pt x="165734" y="206247"/>
                  </a:cubicBezTo>
                  <a:cubicBezTo>
                    <a:pt x="180312" y="212358"/>
                    <a:pt x="195735" y="214774"/>
                    <a:pt x="211385" y="211593"/>
                  </a:cubicBezTo>
                  <a:cubicBezTo>
                    <a:pt x="233190" y="207161"/>
                    <a:pt x="251230" y="196294"/>
                    <a:pt x="264758" y="178303"/>
                  </a:cubicBezTo>
                  <a:cubicBezTo>
                    <a:pt x="278306" y="160286"/>
                    <a:pt x="283124" y="139702"/>
                    <a:pt x="280467" y="117872"/>
                  </a:cubicBezTo>
                  <a:cubicBezTo>
                    <a:pt x="278134" y="98700"/>
                    <a:pt x="269388" y="82088"/>
                    <a:pt x="254976" y="68649"/>
                  </a:cubicBezTo>
                  <a:cubicBezTo>
                    <a:pt x="235082" y="50099"/>
                    <a:pt x="211594" y="41994"/>
                    <a:pt x="184904" y="46145"/>
                  </a:cubicBezTo>
                  <a:close/>
                  <a:moveTo>
                    <a:pt x="186800" y="532"/>
                  </a:moveTo>
                  <a:cubicBezTo>
                    <a:pt x="212371" y="-1775"/>
                    <a:pt x="236098" y="3473"/>
                    <a:pt x="258536" y="15293"/>
                  </a:cubicBezTo>
                  <a:cubicBezTo>
                    <a:pt x="279770" y="26478"/>
                    <a:pt x="296188" y="42765"/>
                    <a:pt x="308622" y="63292"/>
                  </a:cubicBezTo>
                  <a:cubicBezTo>
                    <a:pt x="316823" y="76831"/>
                    <a:pt x="322487" y="91453"/>
                    <a:pt x="324657" y="106868"/>
                  </a:cubicBezTo>
                  <a:cubicBezTo>
                    <a:pt x="328151" y="131690"/>
                    <a:pt x="326507" y="156253"/>
                    <a:pt x="316140" y="179718"/>
                  </a:cubicBezTo>
                  <a:cubicBezTo>
                    <a:pt x="308629" y="196718"/>
                    <a:pt x="298291" y="211654"/>
                    <a:pt x="284613" y="224110"/>
                  </a:cubicBezTo>
                  <a:cubicBezTo>
                    <a:pt x="267176" y="239991"/>
                    <a:pt x="247030" y="251021"/>
                    <a:pt x="223572" y="254971"/>
                  </a:cubicBezTo>
                  <a:cubicBezTo>
                    <a:pt x="213765" y="256623"/>
                    <a:pt x="203764" y="257596"/>
                    <a:pt x="193826" y="257835"/>
                  </a:cubicBezTo>
                  <a:cubicBezTo>
                    <a:pt x="186829" y="258003"/>
                    <a:pt x="179790" y="256414"/>
                    <a:pt x="172405" y="255377"/>
                  </a:cubicBezTo>
                  <a:cubicBezTo>
                    <a:pt x="164407" y="252994"/>
                    <a:pt x="156550" y="251418"/>
                    <a:pt x="149183" y="248575"/>
                  </a:cubicBezTo>
                  <a:cubicBezTo>
                    <a:pt x="132405" y="242099"/>
                    <a:pt x="117539" y="232262"/>
                    <a:pt x="105193" y="219262"/>
                  </a:cubicBezTo>
                  <a:cubicBezTo>
                    <a:pt x="86769" y="199862"/>
                    <a:pt x="73999" y="177265"/>
                    <a:pt x="70671" y="150268"/>
                  </a:cubicBezTo>
                  <a:cubicBezTo>
                    <a:pt x="69387" y="139859"/>
                    <a:pt x="68105" y="129217"/>
                    <a:pt x="68881" y="118835"/>
                  </a:cubicBezTo>
                  <a:cubicBezTo>
                    <a:pt x="70503" y="97115"/>
                    <a:pt x="77179" y="76783"/>
                    <a:pt x="89272" y="58397"/>
                  </a:cubicBezTo>
                  <a:cubicBezTo>
                    <a:pt x="102269" y="38639"/>
                    <a:pt x="119369" y="23408"/>
                    <a:pt x="140487" y="13039"/>
                  </a:cubicBezTo>
                  <a:cubicBezTo>
                    <a:pt x="154998" y="5915"/>
                    <a:pt x="170480" y="2004"/>
                    <a:pt x="186800" y="532"/>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0" name="Freeform: Shape 1989">
              <a:extLst>
                <a:ext uri="{FF2B5EF4-FFF2-40B4-BE49-F238E27FC236}">
                  <a16:creationId xmlns:a16="http://schemas.microsoft.com/office/drawing/2014/main" id="{6C1AD15C-789C-8411-A5F0-63099894CBF0}"/>
                </a:ext>
                <a:ext uri="{C183D7F6-B498-43B3-948B-1728B52AA6E4}">
                  <adec:decorative xmlns:adec="http://schemas.microsoft.com/office/drawing/2017/decorative" val="1"/>
                </a:ext>
              </a:extLst>
            </p:cNvPr>
            <p:cNvSpPr/>
            <p:nvPr/>
          </p:nvSpPr>
          <p:spPr>
            <a:xfrm>
              <a:off x="5449959" y="3636615"/>
              <a:ext cx="460564" cy="457200"/>
            </a:xfrm>
            <a:custGeom>
              <a:avLst/>
              <a:gdLst>
                <a:gd name="connsiteX0" fmla="*/ 625072 w 701643"/>
                <a:gd name="connsiteY0" fmla="*/ 630052 h 696518"/>
                <a:gd name="connsiteX1" fmla="*/ 691538 w 701643"/>
                <a:gd name="connsiteY1" fmla="*/ 630052 h 696518"/>
                <a:gd name="connsiteX2" fmla="*/ 691538 w 701643"/>
                <a:gd name="connsiteY2" fmla="*/ 696518 h 696518"/>
                <a:gd name="connsiteX3" fmla="*/ 625072 w 701643"/>
                <a:gd name="connsiteY3" fmla="*/ 696518 h 696518"/>
                <a:gd name="connsiteX4" fmla="*/ 82031 w 701643"/>
                <a:gd name="connsiteY4" fmla="*/ 620530 h 696518"/>
                <a:gd name="connsiteX5" fmla="*/ 74994 w 701643"/>
                <a:gd name="connsiteY5" fmla="*/ 628782 h 696518"/>
                <a:gd name="connsiteX6" fmla="*/ 75887 w 701643"/>
                <a:gd name="connsiteY6" fmla="*/ 652739 h 696518"/>
                <a:gd name="connsiteX7" fmla="*/ 97369 w 701643"/>
                <a:gd name="connsiteY7" fmla="*/ 654234 h 696518"/>
                <a:gd name="connsiteX8" fmla="*/ 93080 w 701643"/>
                <a:gd name="connsiteY8" fmla="*/ 621159 h 696518"/>
                <a:gd name="connsiteX9" fmla="*/ 82031 w 701643"/>
                <a:gd name="connsiteY9" fmla="*/ 620530 h 696518"/>
                <a:gd name="connsiteX10" fmla="*/ 149948 w 701643"/>
                <a:gd name="connsiteY10" fmla="*/ 619874 h 696518"/>
                <a:gd name="connsiteX11" fmla="*/ 141566 w 701643"/>
                <a:gd name="connsiteY11" fmla="*/ 627011 h 696518"/>
                <a:gd name="connsiteX12" fmla="*/ 141517 w 701643"/>
                <a:gd name="connsiteY12" fmla="*/ 652431 h 696518"/>
                <a:gd name="connsiteX13" fmla="*/ 162225 w 701643"/>
                <a:gd name="connsiteY13" fmla="*/ 656304 h 696518"/>
                <a:gd name="connsiteX14" fmla="*/ 161130 w 701643"/>
                <a:gd name="connsiteY14" fmla="*/ 623051 h 696518"/>
                <a:gd name="connsiteX15" fmla="*/ 149948 w 701643"/>
                <a:gd name="connsiteY15" fmla="*/ 619874 h 696518"/>
                <a:gd name="connsiteX16" fmla="*/ 19981 w 701643"/>
                <a:gd name="connsiteY16" fmla="*/ 619417 h 696518"/>
                <a:gd name="connsiteX17" fmla="*/ 10213 w 701643"/>
                <a:gd name="connsiteY17" fmla="*/ 625541 h 696518"/>
                <a:gd name="connsiteX18" fmla="*/ 9047 w 701643"/>
                <a:gd name="connsiteY18" fmla="*/ 651444 h 696518"/>
                <a:gd name="connsiteX19" fmla="*/ 31163 w 701643"/>
                <a:gd name="connsiteY19" fmla="*/ 653974 h 696518"/>
                <a:gd name="connsiteX20" fmla="*/ 30350 w 701643"/>
                <a:gd name="connsiteY20" fmla="*/ 624811 h 696518"/>
                <a:gd name="connsiteX21" fmla="*/ 19981 w 701643"/>
                <a:gd name="connsiteY21" fmla="*/ 619417 h 696518"/>
                <a:gd name="connsiteX22" fmla="*/ 218235 w 701643"/>
                <a:gd name="connsiteY22" fmla="*/ 619416 h 696518"/>
                <a:gd name="connsiteX23" fmla="*/ 208586 w 701643"/>
                <a:gd name="connsiteY23" fmla="*/ 625601 h 696518"/>
                <a:gd name="connsiteX24" fmla="*/ 207815 w 701643"/>
                <a:gd name="connsiteY24" fmla="*/ 652364 h 696518"/>
                <a:gd name="connsiteX25" fmla="*/ 218257 w 701643"/>
                <a:gd name="connsiteY25" fmla="*/ 660356 h 696518"/>
                <a:gd name="connsiteX26" fmla="*/ 230347 w 701643"/>
                <a:gd name="connsiteY26" fmla="*/ 652683 h 696518"/>
                <a:gd name="connsiteX27" fmla="*/ 228714 w 701643"/>
                <a:gd name="connsiteY27" fmla="*/ 624751 h 696518"/>
                <a:gd name="connsiteX28" fmla="*/ 218235 w 701643"/>
                <a:gd name="connsiteY28" fmla="*/ 619416 h 696518"/>
                <a:gd name="connsiteX29" fmla="*/ 45039 w 701643"/>
                <a:gd name="connsiteY29" fmla="*/ 614569 h 696518"/>
                <a:gd name="connsiteX30" fmla="*/ 59476 w 701643"/>
                <a:gd name="connsiteY30" fmla="*/ 614569 h 696518"/>
                <a:gd name="connsiteX31" fmla="*/ 59409 w 701643"/>
                <a:gd name="connsiteY31" fmla="*/ 663920 h 696518"/>
                <a:gd name="connsiteX32" fmla="*/ 52815 w 701643"/>
                <a:gd name="connsiteY32" fmla="*/ 665691 h 696518"/>
                <a:gd name="connsiteX33" fmla="*/ 52815 w 701643"/>
                <a:gd name="connsiteY33" fmla="*/ 620488 h 696518"/>
                <a:gd name="connsiteX34" fmla="*/ 45039 w 701643"/>
                <a:gd name="connsiteY34" fmla="*/ 619821 h 696518"/>
                <a:gd name="connsiteX35" fmla="*/ 45039 w 701643"/>
                <a:gd name="connsiteY35" fmla="*/ 614569 h 696518"/>
                <a:gd name="connsiteX36" fmla="*/ 111814 w 701643"/>
                <a:gd name="connsiteY36" fmla="*/ 614567 h 696518"/>
                <a:gd name="connsiteX37" fmla="*/ 125021 w 701643"/>
                <a:gd name="connsiteY37" fmla="*/ 614567 h 696518"/>
                <a:gd name="connsiteX38" fmla="*/ 125021 w 701643"/>
                <a:gd name="connsiteY38" fmla="*/ 665037 h 696518"/>
                <a:gd name="connsiteX39" fmla="*/ 118434 w 701643"/>
                <a:gd name="connsiteY39" fmla="*/ 665037 h 696518"/>
                <a:gd name="connsiteX40" fmla="*/ 118434 w 701643"/>
                <a:gd name="connsiteY40" fmla="*/ 642710 h 696518"/>
                <a:gd name="connsiteX41" fmla="*/ 118434 w 701643"/>
                <a:gd name="connsiteY41" fmla="*/ 620453 h 696518"/>
                <a:gd name="connsiteX42" fmla="*/ 111814 w 701643"/>
                <a:gd name="connsiteY42" fmla="*/ 619839 h 696518"/>
                <a:gd name="connsiteX43" fmla="*/ 111814 w 701643"/>
                <a:gd name="connsiteY43" fmla="*/ 614567 h 696518"/>
                <a:gd name="connsiteX44" fmla="*/ 177756 w 701643"/>
                <a:gd name="connsiteY44" fmla="*/ 614534 h 696518"/>
                <a:gd name="connsiteX45" fmla="*/ 192088 w 701643"/>
                <a:gd name="connsiteY45" fmla="*/ 614534 h 696518"/>
                <a:gd name="connsiteX46" fmla="*/ 192085 w 701643"/>
                <a:gd name="connsiteY46" fmla="*/ 662082 h 696518"/>
                <a:gd name="connsiteX47" fmla="*/ 185316 w 701643"/>
                <a:gd name="connsiteY47" fmla="*/ 665575 h 696518"/>
                <a:gd name="connsiteX48" fmla="*/ 185316 w 701643"/>
                <a:gd name="connsiteY48" fmla="*/ 620398 h 696518"/>
                <a:gd name="connsiteX49" fmla="*/ 177756 w 701643"/>
                <a:gd name="connsiteY49" fmla="*/ 619917 h 696518"/>
                <a:gd name="connsiteX50" fmla="*/ 177756 w 701643"/>
                <a:gd name="connsiteY50" fmla="*/ 614534 h 696518"/>
                <a:gd name="connsiteX51" fmla="*/ 27684 w 701643"/>
                <a:gd name="connsiteY51" fmla="*/ 614324 h 696518"/>
                <a:gd name="connsiteX52" fmla="*/ 40629 w 701643"/>
                <a:gd name="connsiteY52" fmla="*/ 632754 h 696518"/>
                <a:gd name="connsiteX53" fmla="*/ 39647 w 701643"/>
                <a:gd name="connsiteY53" fmla="*/ 651120 h 696518"/>
                <a:gd name="connsiteX54" fmla="*/ 16382 w 701643"/>
                <a:gd name="connsiteY54" fmla="*/ 666273 h 696518"/>
                <a:gd name="connsiteX55" fmla="*/ 592 w 701643"/>
                <a:gd name="connsiteY55" fmla="*/ 646313 h 696518"/>
                <a:gd name="connsiteX56" fmla="*/ 588 w 701643"/>
                <a:gd name="connsiteY56" fmla="*/ 635063 h 696518"/>
                <a:gd name="connsiteX57" fmla="*/ 27684 w 701643"/>
                <a:gd name="connsiteY57" fmla="*/ 614324 h 696518"/>
                <a:gd name="connsiteX58" fmla="*/ 82033 w 701643"/>
                <a:gd name="connsiteY58" fmla="*/ 613792 h 696518"/>
                <a:gd name="connsiteX59" fmla="*/ 106779 w 701643"/>
                <a:gd name="connsiteY59" fmla="*/ 633086 h 696518"/>
                <a:gd name="connsiteX60" fmla="*/ 99386 w 701643"/>
                <a:gd name="connsiteY60" fmla="*/ 662173 h 696518"/>
                <a:gd name="connsiteX61" fmla="*/ 71455 w 701643"/>
                <a:gd name="connsiteY61" fmla="*/ 659285 h 696518"/>
                <a:gd name="connsiteX62" fmla="*/ 71162 w 701643"/>
                <a:gd name="connsiteY62" fmla="*/ 621162 h 696518"/>
                <a:gd name="connsiteX63" fmla="*/ 82033 w 701643"/>
                <a:gd name="connsiteY63" fmla="*/ 613792 h 696518"/>
                <a:gd name="connsiteX64" fmla="*/ 224029 w 701643"/>
                <a:gd name="connsiteY64" fmla="*/ 613586 h 696518"/>
                <a:gd name="connsiteX65" fmla="*/ 239092 w 701643"/>
                <a:gd name="connsiteY65" fmla="*/ 632990 h 696518"/>
                <a:gd name="connsiteX66" fmla="*/ 238063 w 701643"/>
                <a:gd name="connsiteY66" fmla="*/ 650911 h 696518"/>
                <a:gd name="connsiteX67" fmla="*/ 214938 w 701643"/>
                <a:gd name="connsiteY67" fmla="*/ 666295 h 696518"/>
                <a:gd name="connsiteX68" fmla="*/ 199027 w 701643"/>
                <a:gd name="connsiteY68" fmla="*/ 646465 h 696518"/>
                <a:gd name="connsiteX69" fmla="*/ 201874 w 701643"/>
                <a:gd name="connsiteY69" fmla="*/ 623227 h 696518"/>
                <a:gd name="connsiteX70" fmla="*/ 224029 w 701643"/>
                <a:gd name="connsiteY70" fmla="*/ 613586 h 696518"/>
                <a:gd name="connsiteX71" fmla="*/ 155123 w 701643"/>
                <a:gd name="connsiteY71" fmla="*/ 613330 h 696518"/>
                <a:gd name="connsiteX72" fmla="*/ 171195 w 701643"/>
                <a:gd name="connsiteY72" fmla="*/ 626064 h 696518"/>
                <a:gd name="connsiteX73" fmla="*/ 173385 w 701643"/>
                <a:gd name="connsiteY73" fmla="*/ 646136 h 696518"/>
                <a:gd name="connsiteX74" fmla="*/ 167948 w 701643"/>
                <a:gd name="connsiteY74" fmla="*/ 659291 h 696518"/>
                <a:gd name="connsiteX75" fmla="*/ 147963 w 701643"/>
                <a:gd name="connsiteY75" fmla="*/ 666027 h 696518"/>
                <a:gd name="connsiteX76" fmla="*/ 133993 w 701643"/>
                <a:gd name="connsiteY76" fmla="*/ 652107 h 696518"/>
                <a:gd name="connsiteX77" fmla="*/ 135765 w 701643"/>
                <a:gd name="connsiteY77" fmla="*/ 623880 h 696518"/>
                <a:gd name="connsiteX78" fmla="*/ 155123 w 701643"/>
                <a:gd name="connsiteY78" fmla="*/ 613330 h 696518"/>
                <a:gd name="connsiteX79" fmla="*/ 146741 w 701643"/>
                <a:gd name="connsiteY79" fmla="*/ 519023 h 696518"/>
                <a:gd name="connsiteX80" fmla="*/ 142592 w 701643"/>
                <a:gd name="connsiteY80" fmla="*/ 552275 h 696518"/>
                <a:gd name="connsiteX81" fmla="*/ 155029 w 701643"/>
                <a:gd name="connsiteY81" fmla="*/ 558156 h 696518"/>
                <a:gd name="connsiteX82" fmla="*/ 164741 w 701643"/>
                <a:gd name="connsiteY82" fmla="*/ 548715 h 696518"/>
                <a:gd name="connsiteX83" fmla="*/ 165416 w 701643"/>
                <a:gd name="connsiteY83" fmla="*/ 529210 h 696518"/>
                <a:gd name="connsiteX84" fmla="*/ 146741 w 701643"/>
                <a:gd name="connsiteY84" fmla="*/ 519023 h 696518"/>
                <a:gd name="connsiteX85" fmla="*/ 213245 w 701643"/>
                <a:gd name="connsiteY85" fmla="*/ 518484 h 696518"/>
                <a:gd name="connsiteX86" fmla="*/ 206899 w 701643"/>
                <a:gd name="connsiteY86" fmla="*/ 527704 h 696518"/>
                <a:gd name="connsiteX87" fmla="*/ 207730 w 701643"/>
                <a:gd name="connsiteY87" fmla="*/ 550016 h 696518"/>
                <a:gd name="connsiteX88" fmla="*/ 219988 w 701643"/>
                <a:gd name="connsiteY88" fmla="*/ 558246 h 696518"/>
                <a:gd name="connsiteX89" fmla="*/ 231012 w 701643"/>
                <a:gd name="connsiteY89" fmla="*/ 548794 h 696518"/>
                <a:gd name="connsiteX90" fmla="*/ 232046 w 701643"/>
                <a:gd name="connsiteY90" fmla="*/ 530967 h 696518"/>
                <a:gd name="connsiteX91" fmla="*/ 224835 w 701643"/>
                <a:gd name="connsiteY91" fmla="*/ 518858 h 696518"/>
                <a:gd name="connsiteX92" fmla="*/ 213245 w 701643"/>
                <a:gd name="connsiteY92" fmla="*/ 518484 h 696518"/>
                <a:gd name="connsiteX93" fmla="*/ 88885 w 701643"/>
                <a:gd name="connsiteY93" fmla="*/ 517428 h 696518"/>
                <a:gd name="connsiteX94" fmla="*/ 76209 w 701643"/>
                <a:gd name="connsiteY94" fmla="*/ 524220 h 696518"/>
                <a:gd name="connsiteX95" fmla="*/ 75905 w 701643"/>
                <a:gd name="connsiteY95" fmla="*/ 550774 h 696518"/>
                <a:gd name="connsiteX96" fmla="*/ 85673 w 701643"/>
                <a:gd name="connsiteY96" fmla="*/ 558230 h 696518"/>
                <a:gd name="connsiteX97" fmla="*/ 97359 w 701643"/>
                <a:gd name="connsiteY97" fmla="*/ 551926 h 696518"/>
                <a:gd name="connsiteX98" fmla="*/ 97115 w 701643"/>
                <a:gd name="connsiteY98" fmla="*/ 523849 h 696518"/>
                <a:gd name="connsiteX99" fmla="*/ 88885 w 701643"/>
                <a:gd name="connsiteY99" fmla="*/ 517428 h 696518"/>
                <a:gd name="connsiteX100" fmla="*/ 20037 w 701643"/>
                <a:gd name="connsiteY100" fmla="*/ 517222 h 696518"/>
                <a:gd name="connsiteX101" fmla="*/ 9566 w 701643"/>
                <a:gd name="connsiteY101" fmla="*/ 524553 h 696518"/>
                <a:gd name="connsiteX102" fmla="*/ 9992 w 701643"/>
                <a:gd name="connsiteY102" fmla="*/ 551362 h 696518"/>
                <a:gd name="connsiteX103" fmla="*/ 27290 w 701643"/>
                <a:gd name="connsiteY103" fmla="*/ 556231 h 696518"/>
                <a:gd name="connsiteX104" fmla="*/ 31164 w 701643"/>
                <a:gd name="connsiteY104" fmla="*/ 523475 h 696518"/>
                <a:gd name="connsiteX105" fmla="*/ 20037 w 701643"/>
                <a:gd name="connsiteY105" fmla="*/ 517222 h 696518"/>
                <a:gd name="connsiteX106" fmla="*/ 285226 w 701643"/>
                <a:gd name="connsiteY106" fmla="*/ 517031 h 696518"/>
                <a:gd name="connsiteX107" fmla="*/ 272779 w 701643"/>
                <a:gd name="connsiteY107" fmla="*/ 528761 h 696518"/>
                <a:gd name="connsiteX108" fmla="*/ 272864 w 701643"/>
                <a:gd name="connsiteY108" fmla="*/ 546893 h 696518"/>
                <a:gd name="connsiteX109" fmla="*/ 292140 w 701643"/>
                <a:gd name="connsiteY109" fmla="*/ 555934 h 696518"/>
                <a:gd name="connsiteX110" fmla="*/ 297578 w 701643"/>
                <a:gd name="connsiteY110" fmla="*/ 547125 h 696518"/>
                <a:gd name="connsiteX111" fmla="*/ 297636 w 701643"/>
                <a:gd name="connsiteY111" fmla="*/ 528061 h 696518"/>
                <a:gd name="connsiteX112" fmla="*/ 285226 w 701643"/>
                <a:gd name="connsiteY112" fmla="*/ 517031 h 696518"/>
                <a:gd name="connsiteX113" fmla="*/ 160767 w 701643"/>
                <a:gd name="connsiteY113" fmla="*/ 512676 h 696518"/>
                <a:gd name="connsiteX114" fmla="*/ 173127 w 701643"/>
                <a:gd name="connsiteY114" fmla="*/ 531341 h 696518"/>
                <a:gd name="connsiteX115" fmla="*/ 171173 w 701643"/>
                <a:gd name="connsiteY115" fmla="*/ 551448 h 696518"/>
                <a:gd name="connsiteX116" fmla="*/ 148758 w 701643"/>
                <a:gd name="connsiteY116" fmla="*/ 564123 h 696518"/>
                <a:gd name="connsiteX117" fmla="*/ 133253 w 701643"/>
                <a:gd name="connsiteY117" fmla="*/ 546568 h 696518"/>
                <a:gd name="connsiteX118" fmla="*/ 133624 w 701643"/>
                <a:gd name="connsiteY118" fmla="*/ 527393 h 696518"/>
                <a:gd name="connsiteX119" fmla="*/ 160767 w 701643"/>
                <a:gd name="connsiteY119" fmla="*/ 512676 h 696518"/>
                <a:gd name="connsiteX120" fmla="*/ 28955 w 701643"/>
                <a:gd name="connsiteY120" fmla="*/ 512670 h 696518"/>
                <a:gd name="connsiteX121" fmla="*/ 40729 w 701643"/>
                <a:gd name="connsiteY121" fmla="*/ 532015 h 696518"/>
                <a:gd name="connsiteX122" fmla="*/ 39647 w 701643"/>
                <a:gd name="connsiteY122" fmla="*/ 549849 h 696518"/>
                <a:gd name="connsiteX123" fmla="*/ 6385 w 701643"/>
                <a:gd name="connsiteY123" fmla="*/ 558324 h 696518"/>
                <a:gd name="connsiteX124" fmla="*/ 841 w 701643"/>
                <a:gd name="connsiteY124" fmla="*/ 544319 h 696518"/>
                <a:gd name="connsiteX125" fmla="*/ 1680 w 701643"/>
                <a:gd name="connsiteY125" fmla="*/ 526429 h 696518"/>
                <a:gd name="connsiteX126" fmla="*/ 28955 w 701643"/>
                <a:gd name="connsiteY126" fmla="*/ 512670 h 696518"/>
                <a:gd name="connsiteX127" fmla="*/ 44766 w 701643"/>
                <a:gd name="connsiteY127" fmla="*/ 512427 h 696518"/>
                <a:gd name="connsiteX128" fmla="*/ 59228 w 701643"/>
                <a:gd name="connsiteY128" fmla="*/ 512427 h 696518"/>
                <a:gd name="connsiteX129" fmla="*/ 59228 w 701643"/>
                <a:gd name="connsiteY129" fmla="*/ 562909 h 696518"/>
                <a:gd name="connsiteX130" fmla="*/ 52636 w 701643"/>
                <a:gd name="connsiteY130" fmla="*/ 562909 h 696518"/>
                <a:gd name="connsiteX131" fmla="*/ 52636 w 701643"/>
                <a:gd name="connsiteY131" fmla="*/ 527845 h 696518"/>
                <a:gd name="connsiteX132" fmla="*/ 52636 w 701643"/>
                <a:gd name="connsiteY132" fmla="*/ 518306 h 696518"/>
                <a:gd name="connsiteX133" fmla="*/ 45041 w 701643"/>
                <a:gd name="connsiteY133" fmla="*/ 517757 h 696518"/>
                <a:gd name="connsiteX134" fmla="*/ 44766 w 701643"/>
                <a:gd name="connsiteY134" fmla="*/ 512427 h 696518"/>
                <a:gd name="connsiteX135" fmla="*/ 243555 w 701643"/>
                <a:gd name="connsiteY135" fmla="*/ 512394 h 696518"/>
                <a:gd name="connsiteX136" fmla="*/ 257887 w 701643"/>
                <a:gd name="connsiteY136" fmla="*/ 512394 h 696518"/>
                <a:gd name="connsiteX137" fmla="*/ 257887 w 701643"/>
                <a:gd name="connsiteY137" fmla="*/ 550383 h 696518"/>
                <a:gd name="connsiteX138" fmla="*/ 257887 w 701643"/>
                <a:gd name="connsiteY138" fmla="*/ 562854 h 696518"/>
                <a:gd name="connsiteX139" fmla="*/ 251183 w 701643"/>
                <a:gd name="connsiteY139" fmla="*/ 562854 h 696518"/>
                <a:gd name="connsiteX140" fmla="*/ 251183 w 701643"/>
                <a:gd name="connsiteY140" fmla="*/ 518287 h 696518"/>
                <a:gd name="connsiteX141" fmla="*/ 243555 w 701643"/>
                <a:gd name="connsiteY141" fmla="*/ 517772 h 696518"/>
                <a:gd name="connsiteX142" fmla="*/ 243555 w 701643"/>
                <a:gd name="connsiteY142" fmla="*/ 512394 h 696518"/>
                <a:gd name="connsiteX143" fmla="*/ 111881 w 701643"/>
                <a:gd name="connsiteY143" fmla="*/ 512338 h 696518"/>
                <a:gd name="connsiteX144" fmla="*/ 125309 w 701643"/>
                <a:gd name="connsiteY144" fmla="*/ 512338 h 696518"/>
                <a:gd name="connsiteX145" fmla="*/ 125309 w 701643"/>
                <a:gd name="connsiteY145" fmla="*/ 553303 h 696518"/>
                <a:gd name="connsiteX146" fmla="*/ 125309 w 701643"/>
                <a:gd name="connsiteY146" fmla="*/ 562830 h 696518"/>
                <a:gd name="connsiteX147" fmla="*/ 118398 w 701643"/>
                <a:gd name="connsiteY147" fmla="*/ 562830 h 696518"/>
                <a:gd name="connsiteX148" fmla="*/ 118398 w 701643"/>
                <a:gd name="connsiteY148" fmla="*/ 518203 h 696518"/>
                <a:gd name="connsiteX149" fmla="*/ 111881 w 701643"/>
                <a:gd name="connsiteY149" fmla="*/ 517787 h 696518"/>
                <a:gd name="connsiteX150" fmla="*/ 111881 w 701643"/>
                <a:gd name="connsiteY150" fmla="*/ 512338 h 696518"/>
                <a:gd name="connsiteX151" fmla="*/ 191758 w 701643"/>
                <a:gd name="connsiteY151" fmla="*/ 512255 h 696518"/>
                <a:gd name="connsiteX152" fmla="*/ 191758 w 701643"/>
                <a:gd name="connsiteY152" fmla="*/ 562867 h 696518"/>
                <a:gd name="connsiteX153" fmla="*/ 185419 w 701643"/>
                <a:gd name="connsiteY153" fmla="*/ 562867 h 696518"/>
                <a:gd name="connsiteX154" fmla="*/ 185419 w 701643"/>
                <a:gd name="connsiteY154" fmla="*/ 518337 h 696518"/>
                <a:gd name="connsiteX155" fmla="*/ 177597 w 701643"/>
                <a:gd name="connsiteY155" fmla="*/ 517710 h 696518"/>
                <a:gd name="connsiteX156" fmla="*/ 177954 w 701643"/>
                <a:gd name="connsiteY156" fmla="*/ 512524 h 696518"/>
                <a:gd name="connsiteX157" fmla="*/ 191758 w 701643"/>
                <a:gd name="connsiteY157" fmla="*/ 512255 h 696518"/>
                <a:gd name="connsiteX158" fmla="*/ 92676 w 701643"/>
                <a:gd name="connsiteY158" fmla="*/ 511728 h 696518"/>
                <a:gd name="connsiteX159" fmla="*/ 106268 w 701643"/>
                <a:gd name="connsiteY159" fmla="*/ 527195 h 696518"/>
                <a:gd name="connsiteX160" fmla="*/ 103236 w 701643"/>
                <a:gd name="connsiteY160" fmla="*/ 555239 h 696518"/>
                <a:gd name="connsiteX161" fmla="*/ 82434 w 701643"/>
                <a:gd name="connsiteY161" fmla="*/ 564066 h 696518"/>
                <a:gd name="connsiteX162" fmla="*/ 67611 w 701643"/>
                <a:gd name="connsiteY162" fmla="*/ 549248 h 696518"/>
                <a:gd name="connsiteX163" fmla="*/ 68333 w 701643"/>
                <a:gd name="connsiteY163" fmla="*/ 524939 h 696518"/>
                <a:gd name="connsiteX164" fmla="*/ 73007 w 701643"/>
                <a:gd name="connsiteY164" fmla="*/ 516766 h 696518"/>
                <a:gd name="connsiteX165" fmla="*/ 92676 w 701643"/>
                <a:gd name="connsiteY165" fmla="*/ 511728 h 696518"/>
                <a:gd name="connsiteX166" fmla="*/ 219895 w 701643"/>
                <a:gd name="connsiteY166" fmla="*/ 510996 h 696518"/>
                <a:gd name="connsiteX167" fmla="*/ 236235 w 701643"/>
                <a:gd name="connsiteY167" fmla="*/ 521731 h 696518"/>
                <a:gd name="connsiteX168" fmla="*/ 237047 w 701643"/>
                <a:gd name="connsiteY168" fmla="*/ 523369 h 696518"/>
                <a:gd name="connsiteX169" fmla="*/ 233786 w 701643"/>
                <a:gd name="connsiteY169" fmla="*/ 557537 h 696518"/>
                <a:gd name="connsiteX170" fmla="*/ 203679 w 701643"/>
                <a:gd name="connsiteY170" fmla="*/ 557576 h 696518"/>
                <a:gd name="connsiteX171" fmla="*/ 203721 w 701643"/>
                <a:gd name="connsiteY171" fmla="*/ 518401 h 696518"/>
                <a:gd name="connsiteX172" fmla="*/ 219895 w 701643"/>
                <a:gd name="connsiteY172" fmla="*/ 510996 h 696518"/>
                <a:gd name="connsiteX173" fmla="*/ 286560 w 701643"/>
                <a:gd name="connsiteY173" fmla="*/ 510990 h 696518"/>
                <a:gd name="connsiteX174" fmla="*/ 302027 w 701643"/>
                <a:gd name="connsiteY174" fmla="*/ 520981 h 696518"/>
                <a:gd name="connsiteX175" fmla="*/ 299913 w 701643"/>
                <a:gd name="connsiteY175" fmla="*/ 557953 h 696518"/>
                <a:gd name="connsiteX176" fmla="*/ 278857 w 701643"/>
                <a:gd name="connsiteY176" fmla="*/ 563274 h 696518"/>
                <a:gd name="connsiteX177" fmla="*/ 265740 w 701643"/>
                <a:gd name="connsiteY177" fmla="*/ 547135 h 696518"/>
                <a:gd name="connsiteX178" fmla="*/ 269744 w 701643"/>
                <a:gd name="connsiteY178" fmla="*/ 518773 h 696518"/>
                <a:gd name="connsiteX179" fmla="*/ 286560 w 701643"/>
                <a:gd name="connsiteY179" fmla="*/ 510990 h 696518"/>
                <a:gd name="connsiteX180" fmla="*/ 218141 w 701643"/>
                <a:gd name="connsiteY180" fmla="*/ 414962 h 696518"/>
                <a:gd name="connsiteX181" fmla="*/ 207348 w 701643"/>
                <a:gd name="connsiteY181" fmla="*/ 423934 h 696518"/>
                <a:gd name="connsiteX182" fmla="*/ 205878 w 701643"/>
                <a:gd name="connsiteY182" fmla="*/ 439763 h 696518"/>
                <a:gd name="connsiteX183" fmla="*/ 211871 w 701643"/>
                <a:gd name="connsiteY183" fmla="*/ 453752 h 696518"/>
                <a:gd name="connsiteX184" fmla="*/ 230061 w 701643"/>
                <a:gd name="connsiteY184" fmla="*/ 448616 h 696518"/>
                <a:gd name="connsiteX185" fmla="*/ 230093 w 701643"/>
                <a:gd name="connsiteY185" fmla="*/ 422296 h 696518"/>
                <a:gd name="connsiteX186" fmla="*/ 218141 w 701643"/>
                <a:gd name="connsiteY186" fmla="*/ 414962 h 696518"/>
                <a:gd name="connsiteX187" fmla="*/ 19823 w 701643"/>
                <a:gd name="connsiteY187" fmla="*/ 414954 h 696518"/>
                <a:gd name="connsiteX188" fmla="*/ 8944 w 701643"/>
                <a:gd name="connsiteY188" fmla="*/ 423877 h 696518"/>
                <a:gd name="connsiteX189" fmla="*/ 11364 w 701643"/>
                <a:gd name="connsiteY189" fmla="*/ 451649 h 696518"/>
                <a:gd name="connsiteX190" fmla="*/ 31637 w 701643"/>
                <a:gd name="connsiteY190" fmla="*/ 448653 h 696518"/>
                <a:gd name="connsiteX191" fmla="*/ 31737 w 701643"/>
                <a:gd name="connsiteY191" fmla="*/ 422351 h 696518"/>
                <a:gd name="connsiteX192" fmla="*/ 19823 w 701643"/>
                <a:gd name="connsiteY192" fmla="*/ 414954 h 696518"/>
                <a:gd name="connsiteX193" fmla="*/ 87214 w 701643"/>
                <a:gd name="connsiteY193" fmla="*/ 414876 h 696518"/>
                <a:gd name="connsiteX194" fmla="*/ 75098 w 701643"/>
                <a:gd name="connsiteY194" fmla="*/ 424485 h 696518"/>
                <a:gd name="connsiteX195" fmla="*/ 74309 w 701643"/>
                <a:gd name="connsiteY195" fmla="*/ 445296 h 696518"/>
                <a:gd name="connsiteX196" fmla="*/ 75520 w 701643"/>
                <a:gd name="connsiteY196" fmla="*/ 447939 h 696518"/>
                <a:gd name="connsiteX197" fmla="*/ 87640 w 701643"/>
                <a:gd name="connsiteY197" fmla="*/ 455990 h 696518"/>
                <a:gd name="connsiteX198" fmla="*/ 99158 w 701643"/>
                <a:gd name="connsiteY198" fmla="*/ 445653 h 696518"/>
                <a:gd name="connsiteX199" fmla="*/ 98806 w 701643"/>
                <a:gd name="connsiteY199" fmla="*/ 424329 h 696518"/>
                <a:gd name="connsiteX200" fmla="*/ 87214 w 701643"/>
                <a:gd name="connsiteY200" fmla="*/ 414876 h 696518"/>
                <a:gd name="connsiteX201" fmla="*/ 285414 w 701643"/>
                <a:gd name="connsiteY201" fmla="*/ 414875 h 696518"/>
                <a:gd name="connsiteX202" fmla="*/ 273530 w 701643"/>
                <a:gd name="connsiteY202" fmla="*/ 424201 h 696518"/>
                <a:gd name="connsiteX203" fmla="*/ 271636 w 701643"/>
                <a:gd name="connsiteY203" fmla="*/ 435950 h 696518"/>
                <a:gd name="connsiteX204" fmla="*/ 272727 w 701643"/>
                <a:gd name="connsiteY204" fmla="*/ 445035 h 696518"/>
                <a:gd name="connsiteX205" fmla="*/ 285279 w 701643"/>
                <a:gd name="connsiteY205" fmla="*/ 456090 h 696518"/>
                <a:gd name="connsiteX206" fmla="*/ 297580 w 701643"/>
                <a:gd name="connsiteY206" fmla="*/ 445460 h 696518"/>
                <a:gd name="connsiteX207" fmla="*/ 297150 w 701643"/>
                <a:gd name="connsiteY207" fmla="*/ 424142 h 696518"/>
                <a:gd name="connsiteX208" fmla="*/ 285414 w 701643"/>
                <a:gd name="connsiteY208" fmla="*/ 414875 h 696518"/>
                <a:gd name="connsiteX209" fmla="*/ 152988 w 701643"/>
                <a:gd name="connsiteY209" fmla="*/ 414875 h 696518"/>
                <a:gd name="connsiteX210" fmla="*/ 140736 w 701643"/>
                <a:gd name="connsiteY210" fmla="*/ 425335 h 696518"/>
                <a:gd name="connsiteX211" fmla="*/ 141222 w 701643"/>
                <a:gd name="connsiteY211" fmla="*/ 447550 h 696518"/>
                <a:gd name="connsiteX212" fmla="*/ 155915 w 701643"/>
                <a:gd name="connsiteY212" fmla="*/ 455249 h 696518"/>
                <a:gd name="connsiteX213" fmla="*/ 165568 w 701643"/>
                <a:gd name="connsiteY213" fmla="*/ 444484 h 696518"/>
                <a:gd name="connsiteX214" fmla="*/ 165330 w 701643"/>
                <a:gd name="connsiteY214" fmla="*/ 425831 h 696518"/>
                <a:gd name="connsiteX215" fmla="*/ 152988 w 701643"/>
                <a:gd name="connsiteY215" fmla="*/ 414875 h 696518"/>
                <a:gd name="connsiteX216" fmla="*/ 45175 w 701643"/>
                <a:gd name="connsiteY216" fmla="*/ 410257 h 696518"/>
                <a:gd name="connsiteX217" fmla="*/ 59511 w 701643"/>
                <a:gd name="connsiteY217" fmla="*/ 410257 h 696518"/>
                <a:gd name="connsiteX218" fmla="*/ 59511 w 701643"/>
                <a:gd name="connsiteY218" fmla="*/ 445311 h 696518"/>
                <a:gd name="connsiteX219" fmla="*/ 59511 w 701643"/>
                <a:gd name="connsiteY219" fmla="*/ 460723 h 696518"/>
                <a:gd name="connsiteX220" fmla="*/ 52799 w 701643"/>
                <a:gd name="connsiteY220" fmla="*/ 460723 h 696518"/>
                <a:gd name="connsiteX221" fmla="*/ 52799 w 701643"/>
                <a:gd name="connsiteY221" fmla="*/ 416141 h 696518"/>
                <a:gd name="connsiteX222" fmla="*/ 45175 w 701643"/>
                <a:gd name="connsiteY222" fmla="*/ 415642 h 696518"/>
                <a:gd name="connsiteX223" fmla="*/ 45175 w 701643"/>
                <a:gd name="connsiteY223" fmla="*/ 410257 h 696518"/>
                <a:gd name="connsiteX224" fmla="*/ 243549 w 701643"/>
                <a:gd name="connsiteY224" fmla="*/ 410255 h 696518"/>
                <a:gd name="connsiteX225" fmla="*/ 257493 w 701643"/>
                <a:gd name="connsiteY225" fmla="*/ 410255 h 696518"/>
                <a:gd name="connsiteX226" fmla="*/ 257493 w 701643"/>
                <a:gd name="connsiteY226" fmla="*/ 460726 h 696518"/>
                <a:gd name="connsiteX227" fmla="*/ 251012 w 701643"/>
                <a:gd name="connsiteY227" fmla="*/ 460726 h 696518"/>
                <a:gd name="connsiteX228" fmla="*/ 251012 w 701643"/>
                <a:gd name="connsiteY228" fmla="*/ 439422 h 696518"/>
                <a:gd name="connsiteX229" fmla="*/ 251012 w 701643"/>
                <a:gd name="connsiteY229" fmla="*/ 416122 h 696518"/>
                <a:gd name="connsiteX230" fmla="*/ 243549 w 701643"/>
                <a:gd name="connsiteY230" fmla="*/ 415646 h 696518"/>
                <a:gd name="connsiteX231" fmla="*/ 243549 w 701643"/>
                <a:gd name="connsiteY231" fmla="*/ 410255 h 696518"/>
                <a:gd name="connsiteX232" fmla="*/ 177741 w 701643"/>
                <a:gd name="connsiteY232" fmla="*/ 410003 h 696518"/>
                <a:gd name="connsiteX233" fmla="*/ 190780 w 701643"/>
                <a:gd name="connsiteY233" fmla="*/ 410082 h 696518"/>
                <a:gd name="connsiteX234" fmla="*/ 192017 w 701643"/>
                <a:gd name="connsiteY234" fmla="*/ 411834 h 696518"/>
                <a:gd name="connsiteX235" fmla="*/ 192051 w 701643"/>
                <a:gd name="connsiteY235" fmla="*/ 460626 h 696518"/>
                <a:gd name="connsiteX236" fmla="*/ 185289 w 701643"/>
                <a:gd name="connsiteY236" fmla="*/ 460626 h 696518"/>
                <a:gd name="connsiteX237" fmla="*/ 185289 w 701643"/>
                <a:gd name="connsiteY237" fmla="*/ 416120 h 696518"/>
                <a:gd name="connsiteX238" fmla="*/ 177741 w 701643"/>
                <a:gd name="connsiteY238" fmla="*/ 415649 h 696518"/>
                <a:gd name="connsiteX239" fmla="*/ 177741 w 701643"/>
                <a:gd name="connsiteY239" fmla="*/ 410003 h 696518"/>
                <a:gd name="connsiteX240" fmla="*/ 111903 w 701643"/>
                <a:gd name="connsiteY240" fmla="*/ 409962 h 696518"/>
                <a:gd name="connsiteX241" fmla="*/ 122153 w 701643"/>
                <a:gd name="connsiteY241" fmla="*/ 409966 h 696518"/>
                <a:gd name="connsiteX242" fmla="*/ 125187 w 701643"/>
                <a:gd name="connsiteY242" fmla="*/ 412918 h 696518"/>
                <a:gd name="connsiteX243" fmla="*/ 125302 w 701643"/>
                <a:gd name="connsiteY243" fmla="*/ 460666 h 696518"/>
                <a:gd name="connsiteX244" fmla="*/ 118442 w 701643"/>
                <a:gd name="connsiteY244" fmla="*/ 460666 h 696518"/>
                <a:gd name="connsiteX245" fmla="*/ 118442 w 701643"/>
                <a:gd name="connsiteY245" fmla="*/ 416090 h 696518"/>
                <a:gd name="connsiteX246" fmla="*/ 111903 w 701643"/>
                <a:gd name="connsiteY246" fmla="*/ 415659 h 696518"/>
                <a:gd name="connsiteX247" fmla="*/ 111903 w 701643"/>
                <a:gd name="connsiteY247" fmla="*/ 409962 h 696518"/>
                <a:gd name="connsiteX248" fmla="*/ 214081 w 701643"/>
                <a:gd name="connsiteY248" fmla="*/ 409375 h 696518"/>
                <a:gd name="connsiteX249" fmla="*/ 227970 w 701643"/>
                <a:gd name="connsiteY249" fmla="*/ 410818 h 696518"/>
                <a:gd name="connsiteX250" fmla="*/ 232061 w 701643"/>
                <a:gd name="connsiteY250" fmla="*/ 413117 h 696518"/>
                <a:gd name="connsiteX251" fmla="*/ 233324 w 701643"/>
                <a:gd name="connsiteY251" fmla="*/ 455802 h 696518"/>
                <a:gd name="connsiteX252" fmla="*/ 201612 w 701643"/>
                <a:gd name="connsiteY252" fmla="*/ 451064 h 696518"/>
                <a:gd name="connsiteX253" fmla="*/ 202792 w 701643"/>
                <a:gd name="connsiteY253" fmla="*/ 417362 h 696518"/>
                <a:gd name="connsiteX254" fmla="*/ 214081 w 701643"/>
                <a:gd name="connsiteY254" fmla="*/ 409375 h 696518"/>
                <a:gd name="connsiteX255" fmla="*/ 147864 w 701643"/>
                <a:gd name="connsiteY255" fmla="*/ 409264 h 696518"/>
                <a:gd name="connsiteX256" fmla="*/ 168085 w 701643"/>
                <a:gd name="connsiteY256" fmla="*/ 415763 h 696518"/>
                <a:gd name="connsiteX257" fmla="*/ 168077 w 701643"/>
                <a:gd name="connsiteY257" fmla="*/ 455194 h 696518"/>
                <a:gd name="connsiteX258" fmla="*/ 135349 w 701643"/>
                <a:gd name="connsiteY258" fmla="*/ 451642 h 696518"/>
                <a:gd name="connsiteX259" fmla="*/ 134169 w 701643"/>
                <a:gd name="connsiteY259" fmla="*/ 422864 h 696518"/>
                <a:gd name="connsiteX260" fmla="*/ 147864 w 701643"/>
                <a:gd name="connsiteY260" fmla="*/ 409264 h 696518"/>
                <a:gd name="connsiteX261" fmla="*/ 82777 w 701643"/>
                <a:gd name="connsiteY261" fmla="*/ 409088 h 696518"/>
                <a:gd name="connsiteX262" fmla="*/ 101530 w 701643"/>
                <a:gd name="connsiteY262" fmla="*/ 415163 h 696518"/>
                <a:gd name="connsiteX263" fmla="*/ 104130 w 701643"/>
                <a:gd name="connsiteY263" fmla="*/ 451245 h 696518"/>
                <a:gd name="connsiteX264" fmla="*/ 83900 w 701643"/>
                <a:gd name="connsiteY264" fmla="*/ 461963 h 696518"/>
                <a:gd name="connsiteX265" fmla="*/ 68634 w 701643"/>
                <a:gd name="connsiteY265" fmla="*/ 449557 h 696518"/>
                <a:gd name="connsiteX266" fmla="*/ 68505 w 701643"/>
                <a:gd name="connsiteY266" fmla="*/ 421590 h 696518"/>
                <a:gd name="connsiteX267" fmla="*/ 82777 w 701643"/>
                <a:gd name="connsiteY267" fmla="*/ 409088 h 696518"/>
                <a:gd name="connsiteX268" fmla="*/ 16868 w 701643"/>
                <a:gd name="connsiteY268" fmla="*/ 408978 h 696518"/>
                <a:gd name="connsiteX269" fmla="*/ 27828 w 701643"/>
                <a:gd name="connsiteY269" fmla="*/ 409949 h 696518"/>
                <a:gd name="connsiteX270" fmla="*/ 40673 w 701643"/>
                <a:gd name="connsiteY270" fmla="*/ 429216 h 696518"/>
                <a:gd name="connsiteX271" fmla="*/ 38421 w 701643"/>
                <a:gd name="connsiteY271" fmla="*/ 450244 h 696518"/>
                <a:gd name="connsiteX272" fmla="*/ 16696 w 701643"/>
                <a:gd name="connsiteY272" fmla="*/ 461962 h 696518"/>
                <a:gd name="connsiteX273" fmla="*/ 718 w 701643"/>
                <a:gd name="connsiteY273" fmla="*/ 443149 h 696518"/>
                <a:gd name="connsiteX274" fmla="*/ 1737 w 701643"/>
                <a:gd name="connsiteY274" fmla="*/ 424252 h 696518"/>
                <a:gd name="connsiteX275" fmla="*/ 6725 w 701643"/>
                <a:gd name="connsiteY275" fmla="*/ 414145 h 696518"/>
                <a:gd name="connsiteX276" fmla="*/ 16868 w 701643"/>
                <a:gd name="connsiteY276" fmla="*/ 408978 h 696518"/>
                <a:gd name="connsiteX277" fmla="*/ 286897 w 701643"/>
                <a:gd name="connsiteY277" fmla="*/ 408869 h 696518"/>
                <a:gd name="connsiteX278" fmla="*/ 304489 w 701643"/>
                <a:gd name="connsiteY278" fmla="*/ 424574 h 696518"/>
                <a:gd name="connsiteX279" fmla="*/ 301919 w 701643"/>
                <a:gd name="connsiteY279" fmla="*/ 452185 h 696518"/>
                <a:gd name="connsiteX280" fmla="*/ 294023 w 701643"/>
                <a:gd name="connsiteY280" fmla="*/ 460103 h 696518"/>
                <a:gd name="connsiteX281" fmla="*/ 264917 w 701643"/>
                <a:gd name="connsiteY281" fmla="*/ 440790 h 696518"/>
                <a:gd name="connsiteX282" fmla="*/ 266078 w 701643"/>
                <a:gd name="connsiteY282" fmla="*/ 424421 h 696518"/>
                <a:gd name="connsiteX283" fmla="*/ 286897 w 701643"/>
                <a:gd name="connsiteY283" fmla="*/ 408869 h 696518"/>
                <a:gd name="connsiteX284" fmla="*/ 289675 w 701643"/>
                <a:gd name="connsiteY284" fmla="*/ 313865 h 696518"/>
                <a:gd name="connsiteX285" fmla="*/ 272463 w 701643"/>
                <a:gd name="connsiteY285" fmla="*/ 325979 h 696518"/>
                <a:gd name="connsiteX286" fmla="*/ 274639 w 701643"/>
                <a:gd name="connsiteY286" fmla="*/ 347111 h 696518"/>
                <a:gd name="connsiteX287" fmla="*/ 285589 w 701643"/>
                <a:gd name="connsiteY287" fmla="*/ 353803 h 696518"/>
                <a:gd name="connsiteX288" fmla="*/ 296311 w 701643"/>
                <a:gd name="connsiteY288" fmla="*/ 346588 h 696518"/>
                <a:gd name="connsiteX289" fmla="*/ 296125 w 701643"/>
                <a:gd name="connsiteY289" fmla="*/ 320000 h 696518"/>
                <a:gd name="connsiteX290" fmla="*/ 289675 w 701643"/>
                <a:gd name="connsiteY290" fmla="*/ 313865 h 696518"/>
                <a:gd name="connsiteX291" fmla="*/ 24731 w 701643"/>
                <a:gd name="connsiteY291" fmla="*/ 313337 h 696518"/>
                <a:gd name="connsiteX292" fmla="*/ 14142 w 701643"/>
                <a:gd name="connsiteY292" fmla="*/ 314760 h 696518"/>
                <a:gd name="connsiteX293" fmla="*/ 10197 w 701643"/>
                <a:gd name="connsiteY293" fmla="*/ 347479 h 696518"/>
                <a:gd name="connsiteX294" fmla="*/ 30274 w 701643"/>
                <a:gd name="connsiteY294" fmla="*/ 348437 h 696518"/>
                <a:gd name="connsiteX295" fmla="*/ 31823 w 701643"/>
                <a:gd name="connsiteY295" fmla="*/ 320657 h 696518"/>
                <a:gd name="connsiteX296" fmla="*/ 24731 w 701643"/>
                <a:gd name="connsiteY296" fmla="*/ 313337 h 696518"/>
                <a:gd name="connsiteX297" fmla="*/ 155986 w 701643"/>
                <a:gd name="connsiteY297" fmla="*/ 313195 h 696518"/>
                <a:gd name="connsiteX298" fmla="*/ 145532 w 701643"/>
                <a:gd name="connsiteY298" fmla="*/ 315611 h 696518"/>
                <a:gd name="connsiteX299" fmla="*/ 142332 w 701643"/>
                <a:gd name="connsiteY299" fmla="*/ 347605 h 696518"/>
                <a:gd name="connsiteX300" fmla="*/ 161595 w 701643"/>
                <a:gd name="connsiteY300" fmla="*/ 349709 h 696518"/>
                <a:gd name="connsiteX301" fmla="*/ 163577 w 701643"/>
                <a:gd name="connsiteY301" fmla="*/ 319515 h 696518"/>
                <a:gd name="connsiteX302" fmla="*/ 155986 w 701643"/>
                <a:gd name="connsiteY302" fmla="*/ 313195 h 696518"/>
                <a:gd name="connsiteX303" fmla="*/ 218172 w 701643"/>
                <a:gd name="connsiteY303" fmla="*/ 312824 h 696518"/>
                <a:gd name="connsiteX304" fmla="*/ 207324 w 701643"/>
                <a:gd name="connsiteY304" fmla="*/ 321767 h 696518"/>
                <a:gd name="connsiteX305" fmla="*/ 210783 w 701643"/>
                <a:gd name="connsiteY305" fmla="*/ 350585 h 696518"/>
                <a:gd name="connsiteX306" fmla="*/ 230032 w 701643"/>
                <a:gd name="connsiteY306" fmla="*/ 346499 h 696518"/>
                <a:gd name="connsiteX307" fmla="*/ 230104 w 701643"/>
                <a:gd name="connsiteY307" fmla="*/ 320190 h 696518"/>
                <a:gd name="connsiteX308" fmla="*/ 218172 w 701643"/>
                <a:gd name="connsiteY308" fmla="*/ 312824 h 696518"/>
                <a:gd name="connsiteX309" fmla="*/ 86785 w 701643"/>
                <a:gd name="connsiteY309" fmla="*/ 312741 h 696518"/>
                <a:gd name="connsiteX310" fmla="*/ 75108 w 701643"/>
                <a:gd name="connsiteY310" fmla="*/ 321829 h 696518"/>
                <a:gd name="connsiteX311" fmla="*/ 75264 w 701643"/>
                <a:gd name="connsiteY311" fmla="*/ 345288 h 696518"/>
                <a:gd name="connsiteX312" fmla="*/ 87573 w 701643"/>
                <a:gd name="connsiteY312" fmla="*/ 353852 h 696518"/>
                <a:gd name="connsiteX313" fmla="*/ 99510 w 701643"/>
                <a:gd name="connsiteY313" fmla="*/ 342716 h 696518"/>
                <a:gd name="connsiteX314" fmla="*/ 98754 w 701643"/>
                <a:gd name="connsiteY314" fmla="*/ 321775 h 696518"/>
                <a:gd name="connsiteX315" fmla="*/ 86785 w 701643"/>
                <a:gd name="connsiteY315" fmla="*/ 312741 h 696518"/>
                <a:gd name="connsiteX316" fmla="*/ 275814 w 701643"/>
                <a:gd name="connsiteY316" fmla="*/ 308733 h 696518"/>
                <a:gd name="connsiteX317" fmla="*/ 305164 w 701643"/>
                <a:gd name="connsiteY317" fmla="*/ 325376 h 696518"/>
                <a:gd name="connsiteX318" fmla="*/ 302398 w 701643"/>
                <a:gd name="connsiteY318" fmla="*/ 349359 h 696518"/>
                <a:gd name="connsiteX319" fmla="*/ 283470 w 701643"/>
                <a:gd name="connsiteY319" fmla="*/ 359893 h 696518"/>
                <a:gd name="connsiteX320" fmla="*/ 267763 w 701643"/>
                <a:gd name="connsiteY320" fmla="*/ 348904 h 696518"/>
                <a:gd name="connsiteX321" fmla="*/ 267796 w 701643"/>
                <a:gd name="connsiteY321" fmla="*/ 318007 h 696518"/>
                <a:gd name="connsiteX322" fmla="*/ 275814 w 701643"/>
                <a:gd name="connsiteY322" fmla="*/ 308733 h 696518"/>
                <a:gd name="connsiteX323" fmla="*/ 243501 w 701643"/>
                <a:gd name="connsiteY323" fmla="*/ 308087 h 696518"/>
                <a:gd name="connsiteX324" fmla="*/ 257516 w 701643"/>
                <a:gd name="connsiteY324" fmla="*/ 308087 h 696518"/>
                <a:gd name="connsiteX325" fmla="*/ 257516 w 701643"/>
                <a:gd name="connsiteY325" fmla="*/ 359522 h 696518"/>
                <a:gd name="connsiteX326" fmla="*/ 251034 w 701643"/>
                <a:gd name="connsiteY326" fmla="*/ 356601 h 696518"/>
                <a:gd name="connsiteX327" fmla="*/ 251020 w 701643"/>
                <a:gd name="connsiteY327" fmla="*/ 313963 h 696518"/>
                <a:gd name="connsiteX328" fmla="*/ 243501 w 701643"/>
                <a:gd name="connsiteY328" fmla="*/ 313523 h 696518"/>
                <a:gd name="connsiteX329" fmla="*/ 243501 w 701643"/>
                <a:gd name="connsiteY329" fmla="*/ 308087 h 696518"/>
                <a:gd name="connsiteX330" fmla="*/ 177687 w 701643"/>
                <a:gd name="connsiteY330" fmla="*/ 308074 h 696518"/>
                <a:gd name="connsiteX331" fmla="*/ 192089 w 701643"/>
                <a:gd name="connsiteY331" fmla="*/ 308074 h 696518"/>
                <a:gd name="connsiteX332" fmla="*/ 192089 w 701643"/>
                <a:gd name="connsiteY332" fmla="*/ 315751 h 696518"/>
                <a:gd name="connsiteX333" fmla="*/ 192089 w 701643"/>
                <a:gd name="connsiteY333" fmla="*/ 358552 h 696518"/>
                <a:gd name="connsiteX334" fmla="*/ 185350 w 701643"/>
                <a:gd name="connsiteY334" fmla="*/ 358552 h 696518"/>
                <a:gd name="connsiteX335" fmla="*/ 185350 w 701643"/>
                <a:gd name="connsiteY335" fmla="*/ 313975 h 696518"/>
                <a:gd name="connsiteX336" fmla="*/ 177687 w 701643"/>
                <a:gd name="connsiteY336" fmla="*/ 313535 h 696518"/>
                <a:gd name="connsiteX337" fmla="*/ 177687 w 701643"/>
                <a:gd name="connsiteY337" fmla="*/ 308074 h 696518"/>
                <a:gd name="connsiteX338" fmla="*/ 111877 w 701643"/>
                <a:gd name="connsiteY338" fmla="*/ 308066 h 696518"/>
                <a:gd name="connsiteX339" fmla="*/ 125309 w 701643"/>
                <a:gd name="connsiteY339" fmla="*/ 308066 h 696518"/>
                <a:gd name="connsiteX340" fmla="*/ 125309 w 701643"/>
                <a:gd name="connsiteY340" fmla="*/ 347090 h 696518"/>
                <a:gd name="connsiteX341" fmla="*/ 125309 w 701643"/>
                <a:gd name="connsiteY341" fmla="*/ 358567 h 696518"/>
                <a:gd name="connsiteX342" fmla="*/ 118545 w 701643"/>
                <a:gd name="connsiteY342" fmla="*/ 358567 h 696518"/>
                <a:gd name="connsiteX343" fmla="*/ 118545 w 701643"/>
                <a:gd name="connsiteY343" fmla="*/ 314130 h 696518"/>
                <a:gd name="connsiteX344" fmla="*/ 111877 w 701643"/>
                <a:gd name="connsiteY344" fmla="*/ 313431 h 696518"/>
                <a:gd name="connsiteX345" fmla="*/ 111877 w 701643"/>
                <a:gd name="connsiteY345" fmla="*/ 308066 h 696518"/>
                <a:gd name="connsiteX346" fmla="*/ 59232 w 701643"/>
                <a:gd name="connsiteY346" fmla="*/ 307826 h 696518"/>
                <a:gd name="connsiteX347" fmla="*/ 59232 w 701643"/>
                <a:gd name="connsiteY347" fmla="*/ 358658 h 696518"/>
                <a:gd name="connsiteX348" fmla="*/ 52739 w 701643"/>
                <a:gd name="connsiteY348" fmla="*/ 358658 h 696518"/>
                <a:gd name="connsiteX349" fmla="*/ 52739 w 701643"/>
                <a:gd name="connsiteY349" fmla="*/ 315161 h 696518"/>
                <a:gd name="connsiteX350" fmla="*/ 44812 w 701643"/>
                <a:gd name="connsiteY350" fmla="*/ 309863 h 696518"/>
                <a:gd name="connsiteX351" fmla="*/ 49793 w 701643"/>
                <a:gd name="connsiteY351" fmla="*/ 307897 h 696518"/>
                <a:gd name="connsiteX352" fmla="*/ 59232 w 701643"/>
                <a:gd name="connsiteY352" fmla="*/ 307826 h 696518"/>
                <a:gd name="connsiteX353" fmla="*/ 157136 w 701643"/>
                <a:gd name="connsiteY353" fmla="*/ 306997 h 696518"/>
                <a:gd name="connsiteX354" fmla="*/ 171869 w 701643"/>
                <a:gd name="connsiteY354" fmla="*/ 321409 h 696518"/>
                <a:gd name="connsiteX355" fmla="*/ 171321 w 701643"/>
                <a:gd name="connsiteY355" fmla="*/ 347158 h 696518"/>
                <a:gd name="connsiteX356" fmla="*/ 150135 w 701643"/>
                <a:gd name="connsiteY356" fmla="*/ 359866 h 696518"/>
                <a:gd name="connsiteX357" fmla="*/ 133120 w 701643"/>
                <a:gd name="connsiteY357" fmla="*/ 342499 h 696518"/>
                <a:gd name="connsiteX358" fmla="*/ 135756 w 701643"/>
                <a:gd name="connsiteY358" fmla="*/ 316581 h 696518"/>
                <a:gd name="connsiteX359" fmla="*/ 157136 w 701643"/>
                <a:gd name="connsiteY359" fmla="*/ 306997 h 696518"/>
                <a:gd name="connsiteX360" fmla="*/ 214643 w 701643"/>
                <a:gd name="connsiteY360" fmla="*/ 306875 h 696518"/>
                <a:gd name="connsiteX361" fmla="*/ 229693 w 701643"/>
                <a:gd name="connsiteY361" fmla="*/ 309516 h 696518"/>
                <a:gd name="connsiteX362" fmla="*/ 238969 w 701643"/>
                <a:gd name="connsiteY362" fmla="*/ 326116 h 696518"/>
                <a:gd name="connsiteX363" fmla="*/ 236792 w 701643"/>
                <a:gd name="connsiteY363" fmla="*/ 348112 h 696518"/>
                <a:gd name="connsiteX364" fmla="*/ 215071 w 701643"/>
                <a:gd name="connsiteY364" fmla="*/ 359827 h 696518"/>
                <a:gd name="connsiteX365" fmla="*/ 199123 w 701643"/>
                <a:gd name="connsiteY365" fmla="*/ 341019 h 696518"/>
                <a:gd name="connsiteX366" fmla="*/ 201876 w 701643"/>
                <a:gd name="connsiteY366" fmla="*/ 316816 h 696518"/>
                <a:gd name="connsiteX367" fmla="*/ 214643 w 701643"/>
                <a:gd name="connsiteY367" fmla="*/ 306875 h 696518"/>
                <a:gd name="connsiteX368" fmla="*/ 90203 w 701643"/>
                <a:gd name="connsiteY368" fmla="*/ 306810 h 696518"/>
                <a:gd name="connsiteX369" fmla="*/ 106506 w 701643"/>
                <a:gd name="connsiteY369" fmla="*/ 324105 h 696518"/>
                <a:gd name="connsiteX370" fmla="*/ 106732 w 701643"/>
                <a:gd name="connsiteY370" fmla="*/ 339368 h 696518"/>
                <a:gd name="connsiteX371" fmla="*/ 79300 w 701643"/>
                <a:gd name="connsiteY371" fmla="*/ 358694 h 696518"/>
                <a:gd name="connsiteX372" fmla="*/ 66616 w 701643"/>
                <a:gd name="connsiteY372" fmla="*/ 339533 h 696518"/>
                <a:gd name="connsiteX373" fmla="*/ 67780 w 701643"/>
                <a:gd name="connsiteY373" fmla="*/ 322167 h 696518"/>
                <a:gd name="connsiteX374" fmla="*/ 90203 w 701643"/>
                <a:gd name="connsiteY374" fmla="*/ 306810 h 696518"/>
                <a:gd name="connsiteX375" fmla="*/ 17852 w 701643"/>
                <a:gd name="connsiteY375" fmla="*/ 306763 h 696518"/>
                <a:gd name="connsiteX376" fmla="*/ 35225 w 701643"/>
                <a:gd name="connsiteY376" fmla="*/ 312542 h 696518"/>
                <a:gd name="connsiteX377" fmla="*/ 37835 w 701643"/>
                <a:gd name="connsiteY377" fmla="*/ 348915 h 696518"/>
                <a:gd name="connsiteX378" fmla="*/ 22571 w 701643"/>
                <a:gd name="connsiteY378" fmla="*/ 359889 h 696518"/>
                <a:gd name="connsiteX379" fmla="*/ 3482 w 701643"/>
                <a:gd name="connsiteY379" fmla="*/ 349619 h 696518"/>
                <a:gd name="connsiteX380" fmla="*/ 3180 w 701643"/>
                <a:gd name="connsiteY380" fmla="*/ 317576 h 696518"/>
                <a:gd name="connsiteX381" fmla="*/ 17852 w 701643"/>
                <a:gd name="connsiteY381" fmla="*/ 306763 h 696518"/>
                <a:gd name="connsiteX382" fmla="*/ 149247 w 701643"/>
                <a:gd name="connsiteY382" fmla="*/ 211357 h 696518"/>
                <a:gd name="connsiteX383" fmla="*/ 140055 w 701643"/>
                <a:gd name="connsiteY383" fmla="*/ 223192 h 696518"/>
                <a:gd name="connsiteX384" fmla="*/ 140194 w 701643"/>
                <a:gd name="connsiteY384" fmla="*/ 239439 h 696518"/>
                <a:gd name="connsiteX385" fmla="*/ 151112 w 701643"/>
                <a:gd name="connsiteY385" fmla="*/ 251442 h 696518"/>
                <a:gd name="connsiteX386" fmla="*/ 162430 w 701643"/>
                <a:gd name="connsiteY386" fmla="*/ 246661 h 696518"/>
                <a:gd name="connsiteX387" fmla="*/ 161217 w 701643"/>
                <a:gd name="connsiteY387" fmla="*/ 214071 h 696518"/>
                <a:gd name="connsiteX388" fmla="*/ 149247 w 701643"/>
                <a:gd name="connsiteY388" fmla="*/ 211357 h 696518"/>
                <a:gd name="connsiteX389" fmla="*/ 287114 w 701643"/>
                <a:gd name="connsiteY389" fmla="*/ 210944 h 696518"/>
                <a:gd name="connsiteX390" fmla="*/ 276005 w 701643"/>
                <a:gd name="connsiteY390" fmla="*/ 215199 h 696518"/>
                <a:gd name="connsiteX391" fmla="*/ 281258 w 701643"/>
                <a:gd name="connsiteY391" fmla="*/ 250859 h 696518"/>
                <a:gd name="connsiteX392" fmla="*/ 297301 w 701643"/>
                <a:gd name="connsiteY392" fmla="*/ 241887 h 696518"/>
                <a:gd name="connsiteX393" fmla="*/ 296932 w 701643"/>
                <a:gd name="connsiteY393" fmla="*/ 219189 h 696518"/>
                <a:gd name="connsiteX394" fmla="*/ 287114 w 701643"/>
                <a:gd name="connsiteY394" fmla="*/ 210944 h 696518"/>
                <a:gd name="connsiteX395" fmla="*/ 19518 w 701643"/>
                <a:gd name="connsiteY395" fmla="*/ 210712 h 696518"/>
                <a:gd name="connsiteX396" fmla="*/ 9184 w 701643"/>
                <a:gd name="connsiteY396" fmla="*/ 219460 h 696518"/>
                <a:gd name="connsiteX397" fmla="*/ 9266 w 701643"/>
                <a:gd name="connsiteY397" fmla="*/ 243425 h 696518"/>
                <a:gd name="connsiteX398" fmla="*/ 20556 w 701643"/>
                <a:gd name="connsiteY398" fmla="*/ 251706 h 696518"/>
                <a:gd name="connsiteX399" fmla="*/ 31610 w 701643"/>
                <a:gd name="connsiteY399" fmla="*/ 244559 h 696518"/>
                <a:gd name="connsiteX400" fmla="*/ 31599 w 701643"/>
                <a:gd name="connsiteY400" fmla="*/ 217801 h 696518"/>
                <a:gd name="connsiteX401" fmla="*/ 19518 w 701643"/>
                <a:gd name="connsiteY401" fmla="*/ 210712 h 696518"/>
                <a:gd name="connsiteX402" fmla="*/ 217944 w 701643"/>
                <a:gd name="connsiteY402" fmla="*/ 210704 h 696518"/>
                <a:gd name="connsiteX403" fmla="*/ 207223 w 701643"/>
                <a:gd name="connsiteY403" fmla="*/ 219840 h 696518"/>
                <a:gd name="connsiteX404" fmla="*/ 210255 w 701643"/>
                <a:gd name="connsiteY404" fmla="*/ 247917 h 696518"/>
                <a:gd name="connsiteX405" fmla="*/ 229903 w 701643"/>
                <a:gd name="connsiteY405" fmla="*/ 244590 h 696518"/>
                <a:gd name="connsiteX406" fmla="*/ 230000 w 701643"/>
                <a:gd name="connsiteY406" fmla="*/ 217852 h 696518"/>
                <a:gd name="connsiteX407" fmla="*/ 217944 w 701643"/>
                <a:gd name="connsiteY407" fmla="*/ 210704 h 696518"/>
                <a:gd name="connsiteX408" fmla="*/ 86848 w 701643"/>
                <a:gd name="connsiteY408" fmla="*/ 210607 h 696518"/>
                <a:gd name="connsiteX409" fmla="*/ 74360 w 701643"/>
                <a:gd name="connsiteY409" fmla="*/ 221874 h 696518"/>
                <a:gd name="connsiteX410" fmla="*/ 73263 w 701643"/>
                <a:gd name="connsiteY410" fmla="*/ 235289 h 696518"/>
                <a:gd name="connsiteX411" fmla="*/ 74671 w 701643"/>
                <a:gd name="connsiteY411" fmla="*/ 241860 h 696518"/>
                <a:gd name="connsiteX412" fmla="*/ 87084 w 701643"/>
                <a:gd name="connsiteY412" fmla="*/ 251822 h 696518"/>
                <a:gd name="connsiteX413" fmla="*/ 99282 w 701643"/>
                <a:gd name="connsiteY413" fmla="*/ 241034 h 696518"/>
                <a:gd name="connsiteX414" fmla="*/ 99091 w 701643"/>
                <a:gd name="connsiteY414" fmla="*/ 221094 h 696518"/>
                <a:gd name="connsiteX415" fmla="*/ 86848 w 701643"/>
                <a:gd name="connsiteY415" fmla="*/ 210607 h 696518"/>
                <a:gd name="connsiteX416" fmla="*/ 31174 w 701643"/>
                <a:gd name="connsiteY416" fmla="*/ 207113 h 696518"/>
                <a:gd name="connsiteX417" fmla="*/ 40702 w 701643"/>
                <a:gd name="connsiteY417" fmla="*/ 224956 h 696518"/>
                <a:gd name="connsiteX418" fmla="*/ 38417 w 701643"/>
                <a:gd name="connsiteY418" fmla="*/ 245981 h 696518"/>
                <a:gd name="connsiteX419" fmla="*/ 16692 w 701643"/>
                <a:gd name="connsiteY419" fmla="*/ 257693 h 696518"/>
                <a:gd name="connsiteX420" fmla="*/ 720 w 701643"/>
                <a:gd name="connsiteY420" fmla="*/ 238882 h 696518"/>
                <a:gd name="connsiteX421" fmla="*/ 1886 w 701643"/>
                <a:gd name="connsiteY421" fmla="*/ 219550 h 696518"/>
                <a:gd name="connsiteX422" fmla="*/ 10218 w 701643"/>
                <a:gd name="connsiteY422" fmla="*/ 207305 h 696518"/>
                <a:gd name="connsiteX423" fmla="*/ 31174 w 701643"/>
                <a:gd name="connsiteY423" fmla="*/ 207113 h 696518"/>
                <a:gd name="connsiteX424" fmla="*/ 243551 w 701643"/>
                <a:gd name="connsiteY424" fmla="*/ 205988 h 696518"/>
                <a:gd name="connsiteX425" fmla="*/ 257887 w 701643"/>
                <a:gd name="connsiteY425" fmla="*/ 205988 h 696518"/>
                <a:gd name="connsiteX426" fmla="*/ 257887 w 701643"/>
                <a:gd name="connsiteY426" fmla="*/ 224352 h 696518"/>
                <a:gd name="connsiteX427" fmla="*/ 257887 w 701643"/>
                <a:gd name="connsiteY427" fmla="*/ 256456 h 696518"/>
                <a:gd name="connsiteX428" fmla="*/ 251173 w 701643"/>
                <a:gd name="connsiteY428" fmla="*/ 256456 h 696518"/>
                <a:gd name="connsiteX429" fmla="*/ 251173 w 701643"/>
                <a:gd name="connsiteY429" fmla="*/ 211870 h 696518"/>
                <a:gd name="connsiteX430" fmla="*/ 243551 w 701643"/>
                <a:gd name="connsiteY430" fmla="*/ 211375 h 696518"/>
                <a:gd name="connsiteX431" fmla="*/ 243551 w 701643"/>
                <a:gd name="connsiteY431" fmla="*/ 205988 h 696518"/>
                <a:gd name="connsiteX432" fmla="*/ 177751 w 701643"/>
                <a:gd name="connsiteY432" fmla="*/ 205987 h 696518"/>
                <a:gd name="connsiteX433" fmla="*/ 191695 w 701643"/>
                <a:gd name="connsiteY433" fmla="*/ 205987 h 696518"/>
                <a:gd name="connsiteX434" fmla="*/ 191695 w 701643"/>
                <a:gd name="connsiteY434" fmla="*/ 256458 h 696518"/>
                <a:gd name="connsiteX435" fmla="*/ 185214 w 701643"/>
                <a:gd name="connsiteY435" fmla="*/ 256458 h 696518"/>
                <a:gd name="connsiteX436" fmla="*/ 185214 w 701643"/>
                <a:gd name="connsiteY436" fmla="*/ 233190 h 696518"/>
                <a:gd name="connsiteX437" fmla="*/ 185214 w 701643"/>
                <a:gd name="connsiteY437" fmla="*/ 211854 h 696518"/>
                <a:gd name="connsiteX438" fmla="*/ 177751 w 701643"/>
                <a:gd name="connsiteY438" fmla="*/ 211378 h 696518"/>
                <a:gd name="connsiteX439" fmla="*/ 177751 w 701643"/>
                <a:gd name="connsiteY439" fmla="*/ 205987 h 696518"/>
                <a:gd name="connsiteX440" fmla="*/ 111896 w 701643"/>
                <a:gd name="connsiteY440" fmla="*/ 205948 h 696518"/>
                <a:gd name="connsiteX441" fmla="*/ 125309 w 701643"/>
                <a:gd name="connsiteY441" fmla="*/ 205948 h 696518"/>
                <a:gd name="connsiteX442" fmla="*/ 125309 w 701643"/>
                <a:gd name="connsiteY442" fmla="*/ 227298 h 696518"/>
                <a:gd name="connsiteX443" fmla="*/ 125309 w 701643"/>
                <a:gd name="connsiteY443" fmla="*/ 256415 h 696518"/>
                <a:gd name="connsiteX444" fmla="*/ 118422 w 701643"/>
                <a:gd name="connsiteY444" fmla="*/ 256415 h 696518"/>
                <a:gd name="connsiteX445" fmla="*/ 118422 w 701643"/>
                <a:gd name="connsiteY445" fmla="*/ 211812 h 696518"/>
                <a:gd name="connsiteX446" fmla="*/ 111896 w 701643"/>
                <a:gd name="connsiteY446" fmla="*/ 211389 h 696518"/>
                <a:gd name="connsiteX447" fmla="*/ 111896 w 701643"/>
                <a:gd name="connsiteY447" fmla="*/ 205948 h 696518"/>
                <a:gd name="connsiteX448" fmla="*/ 45146 w 701643"/>
                <a:gd name="connsiteY448" fmla="*/ 205700 h 696518"/>
                <a:gd name="connsiteX449" fmla="*/ 57274 w 701643"/>
                <a:gd name="connsiteY449" fmla="*/ 205717 h 696518"/>
                <a:gd name="connsiteX450" fmla="*/ 59428 w 701643"/>
                <a:gd name="connsiteY450" fmla="*/ 208589 h 696518"/>
                <a:gd name="connsiteX451" fmla="*/ 59504 w 701643"/>
                <a:gd name="connsiteY451" fmla="*/ 256374 h 696518"/>
                <a:gd name="connsiteX452" fmla="*/ 52682 w 701643"/>
                <a:gd name="connsiteY452" fmla="*/ 256374 h 696518"/>
                <a:gd name="connsiteX453" fmla="*/ 52682 w 701643"/>
                <a:gd name="connsiteY453" fmla="*/ 211841 h 696518"/>
                <a:gd name="connsiteX454" fmla="*/ 45146 w 701643"/>
                <a:gd name="connsiteY454" fmla="*/ 211389 h 696518"/>
                <a:gd name="connsiteX455" fmla="*/ 45146 w 701643"/>
                <a:gd name="connsiteY455" fmla="*/ 205700 h 696518"/>
                <a:gd name="connsiteX456" fmla="*/ 223103 w 701643"/>
                <a:gd name="connsiteY456" fmla="*/ 204844 h 696518"/>
                <a:gd name="connsiteX457" fmla="*/ 236548 w 701643"/>
                <a:gd name="connsiteY457" fmla="*/ 215335 h 696518"/>
                <a:gd name="connsiteX458" fmla="*/ 236226 w 701643"/>
                <a:gd name="connsiteY458" fmla="*/ 246884 h 696518"/>
                <a:gd name="connsiteX459" fmla="*/ 204597 w 701643"/>
                <a:gd name="connsiteY459" fmla="*/ 252052 h 696518"/>
                <a:gd name="connsiteX460" fmla="*/ 203258 w 701643"/>
                <a:gd name="connsiteY460" fmla="*/ 212725 h 696518"/>
                <a:gd name="connsiteX461" fmla="*/ 223103 w 701643"/>
                <a:gd name="connsiteY461" fmla="*/ 204844 h 696518"/>
                <a:gd name="connsiteX462" fmla="*/ 156320 w 701643"/>
                <a:gd name="connsiteY462" fmla="*/ 204773 h 696518"/>
                <a:gd name="connsiteX463" fmla="*/ 171342 w 701643"/>
                <a:gd name="connsiteY463" fmla="*/ 217581 h 696518"/>
                <a:gd name="connsiteX464" fmla="*/ 171840 w 701643"/>
                <a:gd name="connsiteY464" fmla="*/ 243310 h 696518"/>
                <a:gd name="connsiteX465" fmla="*/ 144169 w 701643"/>
                <a:gd name="connsiteY465" fmla="*/ 255834 h 696518"/>
                <a:gd name="connsiteX466" fmla="*/ 132977 w 701643"/>
                <a:gd name="connsiteY466" fmla="*/ 238498 h 696518"/>
                <a:gd name="connsiteX467" fmla="*/ 135605 w 701643"/>
                <a:gd name="connsiteY467" fmla="*/ 214850 h 696518"/>
                <a:gd name="connsiteX468" fmla="*/ 156320 w 701643"/>
                <a:gd name="connsiteY468" fmla="*/ 204773 h 696518"/>
                <a:gd name="connsiteX469" fmla="*/ 288579 w 701643"/>
                <a:gd name="connsiteY469" fmla="*/ 204676 h 696518"/>
                <a:gd name="connsiteX470" fmla="*/ 304882 w 701643"/>
                <a:gd name="connsiteY470" fmla="*/ 221971 h 696518"/>
                <a:gd name="connsiteX471" fmla="*/ 305108 w 701643"/>
                <a:gd name="connsiteY471" fmla="*/ 237234 h 696518"/>
                <a:gd name="connsiteX472" fmla="*/ 277676 w 701643"/>
                <a:gd name="connsiteY472" fmla="*/ 256560 h 696518"/>
                <a:gd name="connsiteX473" fmla="*/ 264992 w 701643"/>
                <a:gd name="connsiteY473" fmla="*/ 237399 h 696518"/>
                <a:gd name="connsiteX474" fmla="*/ 266156 w 701643"/>
                <a:gd name="connsiteY474" fmla="*/ 220033 h 696518"/>
                <a:gd name="connsiteX475" fmla="*/ 288579 w 701643"/>
                <a:gd name="connsiteY475" fmla="*/ 204676 h 696518"/>
                <a:gd name="connsiteX476" fmla="*/ 85293 w 701643"/>
                <a:gd name="connsiteY476" fmla="*/ 204602 h 696518"/>
                <a:gd name="connsiteX477" fmla="*/ 106210 w 701643"/>
                <a:gd name="connsiteY477" fmla="*/ 220492 h 696518"/>
                <a:gd name="connsiteX478" fmla="*/ 103501 w 701643"/>
                <a:gd name="connsiteY478" fmla="*/ 248134 h 696518"/>
                <a:gd name="connsiteX479" fmla="*/ 96357 w 701643"/>
                <a:gd name="connsiteY479" fmla="*/ 255561 h 696518"/>
                <a:gd name="connsiteX480" fmla="*/ 66520 w 701643"/>
                <a:gd name="connsiteY480" fmla="*/ 236310 h 696518"/>
                <a:gd name="connsiteX481" fmla="*/ 67519 w 701643"/>
                <a:gd name="connsiteY481" fmla="*/ 220882 h 696518"/>
                <a:gd name="connsiteX482" fmla="*/ 85293 w 701643"/>
                <a:gd name="connsiteY482" fmla="*/ 204602 h 696518"/>
                <a:gd name="connsiteX483" fmla="*/ 37494 w 701643"/>
                <a:gd name="connsiteY483" fmla="*/ 108989 h 696518"/>
                <a:gd name="connsiteX484" fmla="*/ 30551 w 701643"/>
                <a:gd name="connsiteY484" fmla="*/ 115434 h 696518"/>
                <a:gd name="connsiteX485" fmla="*/ 29737 w 701643"/>
                <a:gd name="connsiteY485" fmla="*/ 140914 h 696518"/>
                <a:gd name="connsiteX486" fmla="*/ 41290 w 701643"/>
                <a:gd name="connsiteY486" fmla="*/ 149563 h 696518"/>
                <a:gd name="connsiteX487" fmla="*/ 52826 w 701643"/>
                <a:gd name="connsiteY487" fmla="*/ 141038 h 696518"/>
                <a:gd name="connsiteX488" fmla="*/ 54504 w 701643"/>
                <a:gd name="connsiteY488" fmla="*/ 124313 h 696518"/>
                <a:gd name="connsiteX489" fmla="*/ 47178 w 701643"/>
                <a:gd name="connsiteY489" fmla="*/ 110284 h 696518"/>
                <a:gd name="connsiteX490" fmla="*/ 37494 w 701643"/>
                <a:gd name="connsiteY490" fmla="*/ 108989 h 696518"/>
                <a:gd name="connsiteX491" fmla="*/ 434940 w 701643"/>
                <a:gd name="connsiteY491" fmla="*/ 108753 h 696518"/>
                <a:gd name="connsiteX492" fmla="*/ 427333 w 701643"/>
                <a:gd name="connsiteY492" fmla="*/ 115668 h 696518"/>
                <a:gd name="connsiteX493" fmla="*/ 426602 w 701643"/>
                <a:gd name="connsiteY493" fmla="*/ 141064 h 696518"/>
                <a:gd name="connsiteX494" fmla="*/ 438227 w 701643"/>
                <a:gd name="connsiteY494" fmla="*/ 149564 h 696518"/>
                <a:gd name="connsiteX495" fmla="*/ 449617 w 701643"/>
                <a:gd name="connsiteY495" fmla="*/ 140894 h 696518"/>
                <a:gd name="connsiteX496" fmla="*/ 450171 w 701643"/>
                <a:gd name="connsiteY496" fmla="*/ 118997 h 696518"/>
                <a:gd name="connsiteX497" fmla="*/ 434940 w 701643"/>
                <a:gd name="connsiteY497" fmla="*/ 108753 h 696518"/>
                <a:gd name="connsiteX498" fmla="*/ 638429 w 701643"/>
                <a:gd name="connsiteY498" fmla="*/ 108627 h 696518"/>
                <a:gd name="connsiteX499" fmla="*/ 626029 w 701643"/>
                <a:gd name="connsiteY499" fmla="*/ 114880 h 696518"/>
                <a:gd name="connsiteX500" fmla="*/ 624798 w 701643"/>
                <a:gd name="connsiteY500" fmla="*/ 140766 h 696518"/>
                <a:gd name="connsiteX501" fmla="*/ 636248 w 701643"/>
                <a:gd name="connsiteY501" fmla="*/ 149649 h 696518"/>
                <a:gd name="connsiteX502" fmla="*/ 647949 w 701643"/>
                <a:gd name="connsiteY502" fmla="*/ 141192 h 696518"/>
                <a:gd name="connsiteX503" fmla="*/ 648409 w 701643"/>
                <a:gd name="connsiteY503" fmla="*/ 117924 h 696518"/>
                <a:gd name="connsiteX504" fmla="*/ 638429 w 701643"/>
                <a:gd name="connsiteY504" fmla="*/ 108627 h 696518"/>
                <a:gd name="connsiteX505" fmla="*/ 569238 w 701643"/>
                <a:gd name="connsiteY505" fmla="*/ 108536 h 696518"/>
                <a:gd name="connsiteX506" fmla="*/ 558743 w 701643"/>
                <a:gd name="connsiteY506" fmla="*/ 116772 h 696518"/>
                <a:gd name="connsiteX507" fmla="*/ 556756 w 701643"/>
                <a:gd name="connsiteY507" fmla="*/ 124653 h 696518"/>
                <a:gd name="connsiteX508" fmla="*/ 569047 w 701643"/>
                <a:gd name="connsiteY508" fmla="*/ 149622 h 696518"/>
                <a:gd name="connsiteX509" fmla="*/ 577753 w 701643"/>
                <a:gd name="connsiteY509" fmla="*/ 146401 h 696518"/>
                <a:gd name="connsiteX510" fmla="*/ 580789 w 701643"/>
                <a:gd name="connsiteY510" fmla="*/ 114900 h 696518"/>
                <a:gd name="connsiteX511" fmla="*/ 569238 w 701643"/>
                <a:gd name="connsiteY511" fmla="*/ 108536 h 696518"/>
                <a:gd name="connsiteX512" fmla="*/ 241516 w 701643"/>
                <a:gd name="connsiteY512" fmla="*/ 108495 h 696518"/>
                <a:gd name="connsiteX513" fmla="*/ 228236 w 701643"/>
                <a:gd name="connsiteY513" fmla="*/ 117340 h 696518"/>
                <a:gd name="connsiteX514" fmla="*/ 228137 w 701643"/>
                <a:gd name="connsiteY514" fmla="*/ 140709 h 696518"/>
                <a:gd name="connsiteX515" fmla="*/ 238961 w 701643"/>
                <a:gd name="connsiteY515" fmla="*/ 149399 h 696518"/>
                <a:gd name="connsiteX516" fmla="*/ 249321 w 701643"/>
                <a:gd name="connsiteY516" fmla="*/ 144473 h 696518"/>
                <a:gd name="connsiteX517" fmla="*/ 252977 w 701643"/>
                <a:gd name="connsiteY517" fmla="*/ 132341 h 696518"/>
                <a:gd name="connsiteX518" fmla="*/ 252949 w 701643"/>
                <a:gd name="connsiteY518" fmla="*/ 123017 h 696518"/>
                <a:gd name="connsiteX519" fmla="*/ 241516 w 701643"/>
                <a:gd name="connsiteY519" fmla="*/ 108495 h 696518"/>
                <a:gd name="connsiteX520" fmla="*/ 371287 w 701643"/>
                <a:gd name="connsiteY520" fmla="*/ 108475 h 696518"/>
                <a:gd name="connsiteX521" fmla="*/ 359533 w 701643"/>
                <a:gd name="connsiteY521" fmla="*/ 119554 h 696518"/>
                <a:gd name="connsiteX522" fmla="*/ 359125 w 701643"/>
                <a:gd name="connsiteY522" fmla="*/ 136239 h 696518"/>
                <a:gd name="connsiteX523" fmla="*/ 370034 w 701643"/>
                <a:gd name="connsiteY523" fmla="*/ 149274 h 696518"/>
                <a:gd name="connsiteX524" fmla="*/ 382747 w 701643"/>
                <a:gd name="connsiteY524" fmla="*/ 142309 h 696518"/>
                <a:gd name="connsiteX525" fmla="*/ 383721 w 701643"/>
                <a:gd name="connsiteY525" fmla="*/ 117956 h 696518"/>
                <a:gd name="connsiteX526" fmla="*/ 371287 w 701643"/>
                <a:gd name="connsiteY526" fmla="*/ 108475 h 696518"/>
                <a:gd name="connsiteX527" fmla="*/ 172963 w 701643"/>
                <a:gd name="connsiteY527" fmla="*/ 108474 h 696518"/>
                <a:gd name="connsiteX528" fmla="*/ 161004 w 701643"/>
                <a:gd name="connsiteY528" fmla="*/ 119477 h 696518"/>
                <a:gd name="connsiteX529" fmla="*/ 161725 w 701643"/>
                <a:gd name="connsiteY529" fmla="*/ 140864 h 696518"/>
                <a:gd name="connsiteX530" fmla="*/ 181745 w 701643"/>
                <a:gd name="connsiteY530" fmla="*/ 145811 h 696518"/>
                <a:gd name="connsiteX531" fmla="*/ 185340 w 701643"/>
                <a:gd name="connsiteY531" fmla="*/ 118008 h 696518"/>
                <a:gd name="connsiteX532" fmla="*/ 172963 w 701643"/>
                <a:gd name="connsiteY532" fmla="*/ 108474 h 696518"/>
                <a:gd name="connsiteX533" fmla="*/ 504502 w 701643"/>
                <a:gd name="connsiteY533" fmla="*/ 108473 h 696518"/>
                <a:gd name="connsiteX534" fmla="*/ 492429 w 701643"/>
                <a:gd name="connsiteY534" fmla="*/ 118150 h 696518"/>
                <a:gd name="connsiteX535" fmla="*/ 491871 w 701643"/>
                <a:gd name="connsiteY535" fmla="*/ 138628 h 696518"/>
                <a:gd name="connsiteX536" fmla="*/ 504293 w 701643"/>
                <a:gd name="connsiteY536" fmla="*/ 149688 h 696518"/>
                <a:gd name="connsiteX537" fmla="*/ 516403 w 701643"/>
                <a:gd name="connsiteY537" fmla="*/ 138998 h 696518"/>
                <a:gd name="connsiteX538" fmla="*/ 517136 w 701643"/>
                <a:gd name="connsiteY538" fmla="*/ 121051 h 696518"/>
                <a:gd name="connsiteX539" fmla="*/ 516163 w 701643"/>
                <a:gd name="connsiteY539" fmla="*/ 117839 h 696518"/>
                <a:gd name="connsiteX540" fmla="*/ 504502 w 701643"/>
                <a:gd name="connsiteY540" fmla="*/ 108473 h 696518"/>
                <a:gd name="connsiteX541" fmla="*/ 107410 w 701643"/>
                <a:gd name="connsiteY541" fmla="*/ 108473 h 696518"/>
                <a:gd name="connsiteX542" fmla="*/ 95025 w 701643"/>
                <a:gd name="connsiteY542" fmla="*/ 120297 h 696518"/>
                <a:gd name="connsiteX543" fmla="*/ 95068 w 701643"/>
                <a:gd name="connsiteY543" fmla="*/ 138462 h 696518"/>
                <a:gd name="connsiteX544" fmla="*/ 107366 w 701643"/>
                <a:gd name="connsiteY544" fmla="*/ 149687 h 696518"/>
                <a:gd name="connsiteX545" fmla="*/ 119639 w 701643"/>
                <a:gd name="connsiteY545" fmla="*/ 139157 h 696518"/>
                <a:gd name="connsiteX546" fmla="*/ 121377 w 701643"/>
                <a:gd name="connsiteY546" fmla="*/ 126881 h 696518"/>
                <a:gd name="connsiteX547" fmla="*/ 120123 w 701643"/>
                <a:gd name="connsiteY547" fmla="*/ 119762 h 696518"/>
                <a:gd name="connsiteX548" fmla="*/ 107410 w 701643"/>
                <a:gd name="connsiteY548" fmla="*/ 108473 h 696518"/>
                <a:gd name="connsiteX549" fmla="*/ 305790 w 701643"/>
                <a:gd name="connsiteY549" fmla="*/ 108472 h 696518"/>
                <a:gd name="connsiteX550" fmla="*/ 293925 w 701643"/>
                <a:gd name="connsiteY550" fmla="*/ 117980 h 696518"/>
                <a:gd name="connsiteX551" fmla="*/ 293384 w 701643"/>
                <a:gd name="connsiteY551" fmla="*/ 138954 h 696518"/>
                <a:gd name="connsiteX552" fmla="*/ 305743 w 701643"/>
                <a:gd name="connsiteY552" fmla="*/ 149686 h 696518"/>
                <a:gd name="connsiteX553" fmla="*/ 318071 w 701643"/>
                <a:gd name="connsiteY553" fmla="*/ 139167 h 696518"/>
                <a:gd name="connsiteX554" fmla="*/ 319753 w 701643"/>
                <a:gd name="connsiteY554" fmla="*/ 131295 h 696518"/>
                <a:gd name="connsiteX555" fmla="*/ 317714 w 701643"/>
                <a:gd name="connsiteY555" fmla="*/ 118008 h 696518"/>
                <a:gd name="connsiteX556" fmla="*/ 305790 w 701643"/>
                <a:gd name="connsiteY556" fmla="*/ 108472 h 696518"/>
                <a:gd name="connsiteX557" fmla="*/ 132172 w 701643"/>
                <a:gd name="connsiteY557" fmla="*/ 103889 h 696518"/>
                <a:gd name="connsiteX558" fmla="*/ 145652 w 701643"/>
                <a:gd name="connsiteY558" fmla="*/ 103889 h 696518"/>
                <a:gd name="connsiteX559" fmla="*/ 145652 w 701643"/>
                <a:gd name="connsiteY559" fmla="*/ 154375 h 696518"/>
                <a:gd name="connsiteX560" fmla="*/ 139057 w 701643"/>
                <a:gd name="connsiteY560" fmla="*/ 154375 h 696518"/>
                <a:gd name="connsiteX561" fmla="*/ 139057 w 701643"/>
                <a:gd name="connsiteY561" fmla="*/ 121254 h 696518"/>
                <a:gd name="connsiteX562" fmla="*/ 139057 w 701643"/>
                <a:gd name="connsiteY562" fmla="*/ 109775 h 696518"/>
                <a:gd name="connsiteX563" fmla="*/ 132435 w 701643"/>
                <a:gd name="connsiteY563" fmla="*/ 109215 h 696518"/>
                <a:gd name="connsiteX564" fmla="*/ 132172 w 701643"/>
                <a:gd name="connsiteY564" fmla="*/ 103889 h 696518"/>
                <a:gd name="connsiteX565" fmla="*/ 660927 w 701643"/>
                <a:gd name="connsiteY565" fmla="*/ 103854 h 696518"/>
                <a:gd name="connsiteX566" fmla="*/ 675263 w 701643"/>
                <a:gd name="connsiteY566" fmla="*/ 103854 h 696518"/>
                <a:gd name="connsiteX567" fmla="*/ 675263 w 701643"/>
                <a:gd name="connsiteY567" fmla="*/ 126145 h 696518"/>
                <a:gd name="connsiteX568" fmla="*/ 675263 w 701643"/>
                <a:gd name="connsiteY568" fmla="*/ 154322 h 696518"/>
                <a:gd name="connsiteX569" fmla="*/ 668550 w 701643"/>
                <a:gd name="connsiteY569" fmla="*/ 154322 h 696518"/>
                <a:gd name="connsiteX570" fmla="*/ 668550 w 701643"/>
                <a:gd name="connsiteY570" fmla="*/ 109736 h 696518"/>
                <a:gd name="connsiteX571" fmla="*/ 660927 w 701643"/>
                <a:gd name="connsiteY571" fmla="*/ 109241 h 696518"/>
                <a:gd name="connsiteX572" fmla="*/ 660927 w 701643"/>
                <a:gd name="connsiteY572" fmla="*/ 103854 h 696518"/>
                <a:gd name="connsiteX573" fmla="*/ 264174 w 701643"/>
                <a:gd name="connsiteY573" fmla="*/ 103854 h 696518"/>
                <a:gd name="connsiteX574" fmla="*/ 278510 w 701643"/>
                <a:gd name="connsiteY574" fmla="*/ 103854 h 696518"/>
                <a:gd name="connsiteX575" fmla="*/ 278510 w 701643"/>
                <a:gd name="connsiteY575" fmla="*/ 128109 h 696518"/>
                <a:gd name="connsiteX576" fmla="*/ 278510 w 701643"/>
                <a:gd name="connsiteY576" fmla="*/ 154322 h 696518"/>
                <a:gd name="connsiteX577" fmla="*/ 271796 w 701643"/>
                <a:gd name="connsiteY577" fmla="*/ 154322 h 696518"/>
                <a:gd name="connsiteX578" fmla="*/ 271796 w 701643"/>
                <a:gd name="connsiteY578" fmla="*/ 109736 h 696518"/>
                <a:gd name="connsiteX579" fmla="*/ 264174 w 701643"/>
                <a:gd name="connsiteY579" fmla="*/ 109241 h 696518"/>
                <a:gd name="connsiteX580" fmla="*/ 264174 w 701643"/>
                <a:gd name="connsiteY580" fmla="*/ 103854 h 696518"/>
                <a:gd name="connsiteX581" fmla="*/ 0 w 701643"/>
                <a:gd name="connsiteY581" fmla="*/ 103854 h 696518"/>
                <a:gd name="connsiteX582" fmla="*/ 14336 w 701643"/>
                <a:gd name="connsiteY582" fmla="*/ 103854 h 696518"/>
                <a:gd name="connsiteX583" fmla="*/ 14336 w 701643"/>
                <a:gd name="connsiteY583" fmla="*/ 128109 h 696518"/>
                <a:gd name="connsiteX584" fmla="*/ 14336 w 701643"/>
                <a:gd name="connsiteY584" fmla="*/ 154322 h 696518"/>
                <a:gd name="connsiteX585" fmla="*/ 7622 w 701643"/>
                <a:gd name="connsiteY585" fmla="*/ 154322 h 696518"/>
                <a:gd name="connsiteX586" fmla="*/ 7622 w 701643"/>
                <a:gd name="connsiteY586" fmla="*/ 109736 h 696518"/>
                <a:gd name="connsiteX587" fmla="*/ 0 w 701643"/>
                <a:gd name="connsiteY587" fmla="*/ 109241 h 696518"/>
                <a:gd name="connsiteX588" fmla="*/ 0 w 701643"/>
                <a:gd name="connsiteY588" fmla="*/ 103854 h 696518"/>
                <a:gd name="connsiteX589" fmla="*/ 462549 w 701643"/>
                <a:gd name="connsiteY589" fmla="*/ 103853 h 696518"/>
                <a:gd name="connsiteX590" fmla="*/ 476493 w 701643"/>
                <a:gd name="connsiteY590" fmla="*/ 103853 h 696518"/>
                <a:gd name="connsiteX591" fmla="*/ 476493 w 701643"/>
                <a:gd name="connsiteY591" fmla="*/ 154324 h 696518"/>
                <a:gd name="connsiteX592" fmla="*/ 470012 w 701643"/>
                <a:gd name="connsiteY592" fmla="*/ 154324 h 696518"/>
                <a:gd name="connsiteX593" fmla="*/ 470012 w 701643"/>
                <a:gd name="connsiteY593" fmla="*/ 127129 h 696518"/>
                <a:gd name="connsiteX594" fmla="*/ 470012 w 701643"/>
                <a:gd name="connsiteY594" fmla="*/ 109720 h 696518"/>
                <a:gd name="connsiteX595" fmla="*/ 462549 w 701643"/>
                <a:gd name="connsiteY595" fmla="*/ 109244 h 696518"/>
                <a:gd name="connsiteX596" fmla="*/ 462549 w 701643"/>
                <a:gd name="connsiteY596" fmla="*/ 103853 h 696518"/>
                <a:gd name="connsiteX597" fmla="*/ 330938 w 701643"/>
                <a:gd name="connsiteY597" fmla="*/ 103849 h 696518"/>
                <a:gd name="connsiteX598" fmla="*/ 344309 w 701643"/>
                <a:gd name="connsiteY598" fmla="*/ 103849 h 696518"/>
                <a:gd name="connsiteX599" fmla="*/ 344308 w 701643"/>
                <a:gd name="connsiteY599" fmla="*/ 150482 h 696518"/>
                <a:gd name="connsiteX600" fmla="*/ 337503 w 701643"/>
                <a:gd name="connsiteY600" fmla="*/ 154621 h 696518"/>
                <a:gd name="connsiteX601" fmla="*/ 337503 w 701643"/>
                <a:gd name="connsiteY601" fmla="*/ 109710 h 696518"/>
                <a:gd name="connsiteX602" fmla="*/ 330938 w 701643"/>
                <a:gd name="connsiteY602" fmla="*/ 109257 h 696518"/>
                <a:gd name="connsiteX603" fmla="*/ 330938 w 701643"/>
                <a:gd name="connsiteY603" fmla="*/ 103849 h 696518"/>
                <a:gd name="connsiteX604" fmla="*/ 396737 w 701643"/>
                <a:gd name="connsiteY604" fmla="*/ 103847 h 696518"/>
                <a:gd name="connsiteX605" fmla="*/ 411089 w 701643"/>
                <a:gd name="connsiteY605" fmla="*/ 103847 h 696518"/>
                <a:gd name="connsiteX606" fmla="*/ 411088 w 701643"/>
                <a:gd name="connsiteY606" fmla="*/ 150482 h 696518"/>
                <a:gd name="connsiteX607" fmla="*/ 404282 w 701643"/>
                <a:gd name="connsiteY607" fmla="*/ 154622 h 696518"/>
                <a:gd name="connsiteX608" fmla="*/ 404282 w 701643"/>
                <a:gd name="connsiteY608" fmla="*/ 109715 h 696518"/>
                <a:gd name="connsiteX609" fmla="*/ 396737 w 701643"/>
                <a:gd name="connsiteY609" fmla="*/ 109249 h 696518"/>
                <a:gd name="connsiteX610" fmla="*/ 396737 w 701643"/>
                <a:gd name="connsiteY610" fmla="*/ 103847 h 696518"/>
                <a:gd name="connsiteX611" fmla="*/ 198362 w 701643"/>
                <a:gd name="connsiteY611" fmla="*/ 103842 h 696518"/>
                <a:gd name="connsiteX612" fmla="*/ 212332 w 701643"/>
                <a:gd name="connsiteY612" fmla="*/ 103842 h 696518"/>
                <a:gd name="connsiteX613" fmla="*/ 212332 w 701643"/>
                <a:gd name="connsiteY613" fmla="*/ 154340 h 696518"/>
                <a:gd name="connsiteX614" fmla="*/ 205838 w 701643"/>
                <a:gd name="connsiteY614" fmla="*/ 154340 h 696518"/>
                <a:gd name="connsiteX615" fmla="*/ 205838 w 701643"/>
                <a:gd name="connsiteY615" fmla="*/ 144767 h 696518"/>
                <a:gd name="connsiteX616" fmla="*/ 205838 w 701643"/>
                <a:gd name="connsiteY616" fmla="*/ 109714 h 696518"/>
                <a:gd name="connsiteX617" fmla="*/ 198362 w 701643"/>
                <a:gd name="connsiteY617" fmla="*/ 109245 h 696518"/>
                <a:gd name="connsiteX618" fmla="*/ 198362 w 701643"/>
                <a:gd name="connsiteY618" fmla="*/ 103842 h 696518"/>
                <a:gd name="connsiteX619" fmla="*/ 65726 w 701643"/>
                <a:gd name="connsiteY619" fmla="*/ 103801 h 696518"/>
                <a:gd name="connsiteX620" fmla="*/ 80134 w 701643"/>
                <a:gd name="connsiteY620" fmla="*/ 103801 h 696518"/>
                <a:gd name="connsiteX621" fmla="*/ 80134 w 701643"/>
                <a:gd name="connsiteY621" fmla="*/ 110523 h 696518"/>
                <a:gd name="connsiteX622" fmla="*/ 80134 w 701643"/>
                <a:gd name="connsiteY622" fmla="*/ 154291 h 696518"/>
                <a:gd name="connsiteX623" fmla="*/ 73384 w 701643"/>
                <a:gd name="connsiteY623" fmla="*/ 154291 h 696518"/>
                <a:gd name="connsiteX624" fmla="*/ 73384 w 701643"/>
                <a:gd name="connsiteY624" fmla="*/ 109714 h 696518"/>
                <a:gd name="connsiteX625" fmla="*/ 65726 w 701643"/>
                <a:gd name="connsiteY625" fmla="*/ 109263 h 696518"/>
                <a:gd name="connsiteX626" fmla="*/ 65726 w 701643"/>
                <a:gd name="connsiteY626" fmla="*/ 103801 h 696518"/>
                <a:gd name="connsiteX627" fmla="*/ 609107 w 701643"/>
                <a:gd name="connsiteY627" fmla="*/ 103592 h 696518"/>
                <a:gd name="connsiteX628" fmla="*/ 609107 w 701643"/>
                <a:gd name="connsiteY628" fmla="*/ 154299 h 696518"/>
                <a:gd name="connsiteX629" fmla="*/ 602694 w 701643"/>
                <a:gd name="connsiteY629" fmla="*/ 154299 h 696518"/>
                <a:gd name="connsiteX630" fmla="*/ 602694 w 701643"/>
                <a:gd name="connsiteY630" fmla="*/ 109723 h 696518"/>
                <a:gd name="connsiteX631" fmla="*/ 594478 w 701643"/>
                <a:gd name="connsiteY631" fmla="*/ 109221 h 696518"/>
                <a:gd name="connsiteX632" fmla="*/ 596133 w 701643"/>
                <a:gd name="connsiteY632" fmla="*/ 103656 h 696518"/>
                <a:gd name="connsiteX633" fmla="*/ 609107 w 701643"/>
                <a:gd name="connsiteY633" fmla="*/ 103592 h 696518"/>
                <a:gd name="connsiteX634" fmla="*/ 528878 w 701643"/>
                <a:gd name="connsiteY634" fmla="*/ 103558 h 696518"/>
                <a:gd name="connsiteX635" fmla="*/ 537675 w 701643"/>
                <a:gd name="connsiteY635" fmla="*/ 103558 h 696518"/>
                <a:gd name="connsiteX636" fmla="*/ 542333 w 701643"/>
                <a:gd name="connsiteY636" fmla="*/ 103747 h 696518"/>
                <a:gd name="connsiteX637" fmla="*/ 542333 w 701643"/>
                <a:gd name="connsiteY637" fmla="*/ 154303 h 696518"/>
                <a:gd name="connsiteX638" fmla="*/ 536077 w 701643"/>
                <a:gd name="connsiteY638" fmla="*/ 154303 h 696518"/>
                <a:gd name="connsiteX639" fmla="*/ 536077 w 701643"/>
                <a:gd name="connsiteY639" fmla="*/ 109880 h 696518"/>
                <a:gd name="connsiteX640" fmla="*/ 529198 w 701643"/>
                <a:gd name="connsiteY640" fmla="*/ 109151 h 696518"/>
                <a:gd name="connsiteX641" fmla="*/ 528878 w 701643"/>
                <a:gd name="connsiteY641" fmla="*/ 103558 h 696518"/>
                <a:gd name="connsiteX642" fmla="*/ 169876 w 701643"/>
                <a:gd name="connsiteY642" fmla="*/ 102654 h 696518"/>
                <a:gd name="connsiteX643" fmla="*/ 190146 w 701643"/>
                <a:gd name="connsiteY643" fmla="*/ 111797 h 696518"/>
                <a:gd name="connsiteX644" fmla="*/ 193165 w 701643"/>
                <a:gd name="connsiteY644" fmla="*/ 120302 h 696518"/>
                <a:gd name="connsiteX645" fmla="*/ 189868 w 701643"/>
                <a:gd name="connsiteY645" fmla="*/ 146981 h 696518"/>
                <a:gd name="connsiteX646" fmla="*/ 170528 w 701643"/>
                <a:gd name="connsiteY646" fmla="*/ 155490 h 696518"/>
                <a:gd name="connsiteX647" fmla="*/ 155556 w 701643"/>
                <a:gd name="connsiteY647" fmla="*/ 143480 h 696518"/>
                <a:gd name="connsiteX648" fmla="*/ 155587 w 701643"/>
                <a:gd name="connsiteY648" fmla="*/ 114740 h 696518"/>
                <a:gd name="connsiteX649" fmla="*/ 169876 w 701643"/>
                <a:gd name="connsiteY649" fmla="*/ 102654 h 696518"/>
                <a:gd name="connsiteX650" fmla="*/ 375745 w 701643"/>
                <a:gd name="connsiteY650" fmla="*/ 102636 h 696518"/>
                <a:gd name="connsiteX651" fmla="*/ 390383 w 701643"/>
                <a:gd name="connsiteY651" fmla="*/ 115399 h 696518"/>
                <a:gd name="connsiteX652" fmla="*/ 390763 w 701643"/>
                <a:gd name="connsiteY652" fmla="*/ 141105 h 696518"/>
                <a:gd name="connsiteX653" fmla="*/ 369564 w 701643"/>
                <a:gd name="connsiteY653" fmla="*/ 155603 h 696518"/>
                <a:gd name="connsiteX654" fmla="*/ 352208 w 701643"/>
                <a:gd name="connsiteY654" fmla="*/ 138177 h 696518"/>
                <a:gd name="connsiteX655" fmla="*/ 351183 w 701643"/>
                <a:gd name="connsiteY655" fmla="*/ 129093 h 696518"/>
                <a:gd name="connsiteX656" fmla="*/ 358696 w 701643"/>
                <a:gd name="connsiteY656" fmla="*/ 107354 h 696518"/>
                <a:gd name="connsiteX657" fmla="*/ 375745 w 701643"/>
                <a:gd name="connsiteY657" fmla="*/ 102636 h 696518"/>
                <a:gd name="connsiteX658" fmla="*/ 38176 w 701643"/>
                <a:gd name="connsiteY658" fmla="*/ 102592 h 696518"/>
                <a:gd name="connsiteX659" fmla="*/ 55852 w 701643"/>
                <a:gd name="connsiteY659" fmla="*/ 108247 h 696518"/>
                <a:gd name="connsiteX660" fmla="*/ 56975 w 701643"/>
                <a:gd name="connsiteY660" fmla="*/ 147955 h 696518"/>
                <a:gd name="connsiteX661" fmla="*/ 37858 w 701643"/>
                <a:gd name="connsiteY661" fmla="*/ 155491 h 696518"/>
                <a:gd name="connsiteX662" fmla="*/ 23476 w 701643"/>
                <a:gd name="connsiteY662" fmla="*/ 144050 h 696518"/>
                <a:gd name="connsiteX663" fmla="*/ 23421 w 701643"/>
                <a:gd name="connsiteY663" fmla="*/ 114137 h 696518"/>
                <a:gd name="connsiteX664" fmla="*/ 38176 w 701643"/>
                <a:gd name="connsiteY664" fmla="*/ 102592 h 696518"/>
                <a:gd name="connsiteX665" fmla="*/ 309168 w 701643"/>
                <a:gd name="connsiteY665" fmla="*/ 102579 h 696518"/>
                <a:gd name="connsiteX666" fmla="*/ 325701 w 701643"/>
                <a:gd name="connsiteY666" fmla="*/ 120206 h 696518"/>
                <a:gd name="connsiteX667" fmla="*/ 321033 w 701643"/>
                <a:gd name="connsiteY667" fmla="*/ 148894 h 696518"/>
                <a:gd name="connsiteX668" fmla="*/ 287085 w 701643"/>
                <a:gd name="connsiteY668" fmla="*/ 140740 h 696518"/>
                <a:gd name="connsiteX669" fmla="*/ 287094 w 701643"/>
                <a:gd name="connsiteY669" fmla="*/ 117427 h 696518"/>
                <a:gd name="connsiteX670" fmla="*/ 309168 w 701643"/>
                <a:gd name="connsiteY670" fmla="*/ 102579 h 696518"/>
                <a:gd name="connsiteX671" fmla="*/ 242830 w 701643"/>
                <a:gd name="connsiteY671" fmla="*/ 102518 h 696518"/>
                <a:gd name="connsiteX672" fmla="*/ 258629 w 701643"/>
                <a:gd name="connsiteY672" fmla="*/ 117124 h 696518"/>
                <a:gd name="connsiteX673" fmla="*/ 258302 w 701643"/>
                <a:gd name="connsiteY673" fmla="*/ 142921 h 696518"/>
                <a:gd name="connsiteX674" fmla="*/ 235437 w 701643"/>
                <a:gd name="connsiteY674" fmla="*/ 155351 h 696518"/>
                <a:gd name="connsiteX675" fmla="*/ 219786 w 701643"/>
                <a:gd name="connsiteY675" fmla="*/ 135384 h 696518"/>
                <a:gd name="connsiteX676" fmla="*/ 221593 w 701643"/>
                <a:gd name="connsiteY676" fmla="*/ 115755 h 696518"/>
                <a:gd name="connsiteX677" fmla="*/ 242830 w 701643"/>
                <a:gd name="connsiteY677" fmla="*/ 102518 h 696518"/>
                <a:gd name="connsiteX678" fmla="*/ 505106 w 701643"/>
                <a:gd name="connsiteY678" fmla="*/ 102516 h 696518"/>
                <a:gd name="connsiteX679" fmla="*/ 520122 w 701643"/>
                <a:gd name="connsiteY679" fmla="*/ 110524 h 696518"/>
                <a:gd name="connsiteX680" fmla="*/ 524645 w 701643"/>
                <a:gd name="connsiteY680" fmla="*/ 133562 h 696518"/>
                <a:gd name="connsiteX681" fmla="*/ 522063 w 701643"/>
                <a:gd name="connsiteY681" fmla="*/ 143740 h 696518"/>
                <a:gd name="connsiteX682" fmla="*/ 489111 w 701643"/>
                <a:gd name="connsiteY682" fmla="*/ 148892 h 696518"/>
                <a:gd name="connsiteX683" fmla="*/ 489257 w 701643"/>
                <a:gd name="connsiteY683" fmla="*/ 109101 h 696518"/>
                <a:gd name="connsiteX684" fmla="*/ 505106 w 701643"/>
                <a:gd name="connsiteY684" fmla="*/ 102516 h 696518"/>
                <a:gd name="connsiteX685" fmla="*/ 441146 w 701643"/>
                <a:gd name="connsiteY685" fmla="*/ 102514 h 696518"/>
                <a:gd name="connsiteX686" fmla="*/ 457132 w 701643"/>
                <a:gd name="connsiteY686" fmla="*/ 117033 h 696518"/>
                <a:gd name="connsiteX687" fmla="*/ 458228 w 701643"/>
                <a:gd name="connsiteY687" fmla="*/ 130986 h 696518"/>
                <a:gd name="connsiteX688" fmla="*/ 443876 w 701643"/>
                <a:gd name="connsiteY688" fmla="*/ 154948 h 696518"/>
                <a:gd name="connsiteX689" fmla="*/ 419772 w 701643"/>
                <a:gd name="connsiteY689" fmla="*/ 142347 h 696518"/>
                <a:gd name="connsiteX690" fmla="*/ 419788 w 701643"/>
                <a:gd name="connsiteY690" fmla="*/ 115745 h 696518"/>
                <a:gd name="connsiteX691" fmla="*/ 441146 w 701643"/>
                <a:gd name="connsiteY691" fmla="*/ 102514 h 696518"/>
                <a:gd name="connsiteX692" fmla="*/ 106028 w 701643"/>
                <a:gd name="connsiteY692" fmla="*/ 102463 h 696518"/>
                <a:gd name="connsiteX693" fmla="*/ 126714 w 701643"/>
                <a:gd name="connsiteY693" fmla="*/ 118096 h 696518"/>
                <a:gd name="connsiteX694" fmla="*/ 125352 w 701643"/>
                <a:gd name="connsiteY694" fmla="*/ 143671 h 696518"/>
                <a:gd name="connsiteX695" fmla="*/ 106765 w 701643"/>
                <a:gd name="connsiteY695" fmla="*/ 155608 h 696518"/>
                <a:gd name="connsiteX696" fmla="*/ 102436 w 701643"/>
                <a:gd name="connsiteY696" fmla="*/ 155436 h 696518"/>
                <a:gd name="connsiteX697" fmla="*/ 87185 w 701643"/>
                <a:gd name="connsiteY697" fmla="*/ 134666 h 696518"/>
                <a:gd name="connsiteX698" fmla="*/ 88153 w 701643"/>
                <a:gd name="connsiteY698" fmla="*/ 118710 h 696518"/>
                <a:gd name="connsiteX699" fmla="*/ 106028 w 701643"/>
                <a:gd name="connsiteY699" fmla="*/ 102463 h 696518"/>
                <a:gd name="connsiteX700" fmla="*/ 567845 w 701643"/>
                <a:gd name="connsiteY700" fmla="*/ 102448 h 696518"/>
                <a:gd name="connsiteX701" fmla="*/ 585797 w 701643"/>
                <a:gd name="connsiteY701" fmla="*/ 109787 h 696518"/>
                <a:gd name="connsiteX702" fmla="*/ 583610 w 701643"/>
                <a:gd name="connsiteY702" fmla="*/ 150473 h 696518"/>
                <a:gd name="connsiteX703" fmla="*/ 576689 w 701643"/>
                <a:gd name="connsiteY703" fmla="*/ 154606 h 696518"/>
                <a:gd name="connsiteX704" fmla="*/ 552057 w 701643"/>
                <a:gd name="connsiteY704" fmla="*/ 142967 h 696518"/>
                <a:gd name="connsiteX705" fmla="*/ 552573 w 701643"/>
                <a:gd name="connsiteY705" fmla="*/ 113698 h 696518"/>
                <a:gd name="connsiteX706" fmla="*/ 567845 w 701643"/>
                <a:gd name="connsiteY706" fmla="*/ 102448 h 696518"/>
                <a:gd name="connsiteX707" fmla="*/ 638231 w 701643"/>
                <a:gd name="connsiteY707" fmla="*/ 102419 h 696518"/>
                <a:gd name="connsiteX708" fmla="*/ 654449 w 701643"/>
                <a:gd name="connsiteY708" fmla="*/ 114008 h 696518"/>
                <a:gd name="connsiteX709" fmla="*/ 654584 w 701643"/>
                <a:gd name="connsiteY709" fmla="*/ 143423 h 696518"/>
                <a:gd name="connsiteX710" fmla="*/ 625502 w 701643"/>
                <a:gd name="connsiteY710" fmla="*/ 152482 h 696518"/>
                <a:gd name="connsiteX711" fmla="*/ 616822 w 701643"/>
                <a:gd name="connsiteY711" fmla="*/ 137747 h 696518"/>
                <a:gd name="connsiteX712" fmla="*/ 620897 w 701643"/>
                <a:gd name="connsiteY712" fmla="*/ 110102 h 696518"/>
                <a:gd name="connsiteX713" fmla="*/ 638231 w 701643"/>
                <a:gd name="connsiteY713" fmla="*/ 102419 h 696518"/>
                <a:gd name="connsiteX714" fmla="*/ 345425 w 701643"/>
                <a:gd name="connsiteY714" fmla="*/ 7802 h 696518"/>
                <a:gd name="connsiteX715" fmla="*/ 338385 w 701643"/>
                <a:gd name="connsiteY715" fmla="*/ 20546 h 696518"/>
                <a:gd name="connsiteX716" fmla="*/ 340224 w 701643"/>
                <a:gd name="connsiteY716" fmla="*/ 39348 h 696518"/>
                <a:gd name="connsiteX717" fmla="*/ 351479 w 701643"/>
                <a:gd name="connsiteY717" fmla="*/ 46729 h 696518"/>
                <a:gd name="connsiteX718" fmla="*/ 362732 w 701643"/>
                <a:gd name="connsiteY718" fmla="*/ 39062 h 696518"/>
                <a:gd name="connsiteX719" fmla="*/ 364218 w 701643"/>
                <a:gd name="connsiteY719" fmla="*/ 19593 h 696518"/>
                <a:gd name="connsiteX720" fmla="*/ 358263 w 701643"/>
                <a:gd name="connsiteY720" fmla="*/ 8431 h 696518"/>
                <a:gd name="connsiteX721" fmla="*/ 345425 w 701643"/>
                <a:gd name="connsiteY721" fmla="*/ 7802 h 696518"/>
                <a:gd name="connsiteX722" fmla="*/ 545301 w 701643"/>
                <a:gd name="connsiteY722" fmla="*/ 7102 h 696518"/>
                <a:gd name="connsiteX723" fmla="*/ 538792 w 701643"/>
                <a:gd name="connsiteY723" fmla="*/ 13634 h 696518"/>
                <a:gd name="connsiteX724" fmla="*/ 537253 w 701643"/>
                <a:gd name="connsiteY724" fmla="*/ 36580 h 696518"/>
                <a:gd name="connsiteX725" fmla="*/ 550568 w 701643"/>
                <a:gd name="connsiteY725" fmla="*/ 46598 h 696518"/>
                <a:gd name="connsiteX726" fmla="*/ 561925 w 701643"/>
                <a:gd name="connsiteY726" fmla="*/ 37192 h 696518"/>
                <a:gd name="connsiteX727" fmla="*/ 562161 w 701643"/>
                <a:gd name="connsiteY727" fmla="*/ 18597 h 696518"/>
                <a:gd name="connsiteX728" fmla="*/ 545301 w 701643"/>
                <a:gd name="connsiteY728" fmla="*/ 7102 h 696518"/>
                <a:gd name="connsiteX729" fmla="*/ 413115 w 701643"/>
                <a:gd name="connsiteY729" fmla="*/ 6989 h 696518"/>
                <a:gd name="connsiteX730" fmla="*/ 404299 w 701643"/>
                <a:gd name="connsiteY730" fmla="*/ 19386 h 696518"/>
                <a:gd name="connsiteX731" fmla="*/ 404279 w 701643"/>
                <a:gd name="connsiteY731" fmla="*/ 33600 h 696518"/>
                <a:gd name="connsiteX732" fmla="*/ 414707 w 701643"/>
                <a:gd name="connsiteY732" fmla="*/ 46570 h 696518"/>
                <a:gd name="connsiteX733" fmla="*/ 429460 w 701643"/>
                <a:gd name="connsiteY733" fmla="*/ 36995 h 696518"/>
                <a:gd name="connsiteX734" fmla="*/ 426323 w 701643"/>
                <a:gd name="connsiteY734" fmla="*/ 10274 h 696518"/>
                <a:gd name="connsiteX735" fmla="*/ 413115 w 701643"/>
                <a:gd name="connsiteY735" fmla="*/ 6989 h 696518"/>
                <a:gd name="connsiteX736" fmla="*/ 683776 w 701643"/>
                <a:gd name="connsiteY736" fmla="*/ 6405 h 696518"/>
                <a:gd name="connsiteX737" fmla="*/ 671233 w 701643"/>
                <a:gd name="connsiteY737" fmla="*/ 12617 h 696518"/>
                <a:gd name="connsiteX738" fmla="*/ 670741 w 701643"/>
                <a:gd name="connsiteY738" fmla="*/ 39598 h 696518"/>
                <a:gd name="connsiteX739" fmla="*/ 683845 w 701643"/>
                <a:gd name="connsiteY739" fmla="*/ 46588 h 696518"/>
                <a:gd name="connsiteX740" fmla="*/ 693799 w 701643"/>
                <a:gd name="connsiteY740" fmla="*/ 37370 h 696518"/>
                <a:gd name="connsiteX741" fmla="*/ 693072 w 701643"/>
                <a:gd name="connsiteY741" fmla="*/ 14501 h 696518"/>
                <a:gd name="connsiteX742" fmla="*/ 683776 w 701643"/>
                <a:gd name="connsiteY742" fmla="*/ 6405 h 696518"/>
                <a:gd name="connsiteX743" fmla="*/ 485046 w 701643"/>
                <a:gd name="connsiteY743" fmla="*/ 6376 h 696518"/>
                <a:gd name="connsiteX744" fmla="*/ 472708 w 701643"/>
                <a:gd name="connsiteY744" fmla="*/ 12918 h 696518"/>
                <a:gd name="connsiteX745" fmla="*/ 472747 w 701643"/>
                <a:gd name="connsiteY745" fmla="*/ 39988 h 696518"/>
                <a:gd name="connsiteX746" fmla="*/ 489413 w 701643"/>
                <a:gd name="connsiteY746" fmla="*/ 44967 h 696518"/>
                <a:gd name="connsiteX747" fmla="*/ 496515 w 701643"/>
                <a:gd name="connsiteY747" fmla="*/ 33795 h 696518"/>
                <a:gd name="connsiteX748" fmla="*/ 494560 w 701643"/>
                <a:gd name="connsiteY748" fmla="*/ 14653 h 696518"/>
                <a:gd name="connsiteX749" fmla="*/ 485046 w 701643"/>
                <a:gd name="connsiteY749" fmla="*/ 6376 h 696518"/>
                <a:gd name="connsiteX750" fmla="*/ 18663 w 701643"/>
                <a:gd name="connsiteY750" fmla="*/ 6341 h 696518"/>
                <a:gd name="connsiteX751" fmla="*/ 7481 w 701643"/>
                <a:gd name="connsiteY751" fmla="*/ 20328 h 696518"/>
                <a:gd name="connsiteX752" fmla="*/ 7478 w 701643"/>
                <a:gd name="connsiteY752" fmla="*/ 31110 h 696518"/>
                <a:gd name="connsiteX753" fmla="*/ 18232 w 701643"/>
                <a:gd name="connsiteY753" fmla="*/ 46585 h 696518"/>
                <a:gd name="connsiteX754" fmla="*/ 32826 w 701643"/>
                <a:gd name="connsiteY754" fmla="*/ 35761 h 696518"/>
                <a:gd name="connsiteX755" fmla="*/ 32851 w 701643"/>
                <a:gd name="connsiteY755" fmla="*/ 17626 h 696518"/>
                <a:gd name="connsiteX756" fmla="*/ 18663 w 701643"/>
                <a:gd name="connsiteY756" fmla="*/ 6341 h 696518"/>
                <a:gd name="connsiteX757" fmla="*/ 613841 w 701643"/>
                <a:gd name="connsiteY757" fmla="*/ 6340 h 696518"/>
                <a:gd name="connsiteX758" fmla="*/ 602613 w 701643"/>
                <a:gd name="connsiteY758" fmla="*/ 20265 h 696518"/>
                <a:gd name="connsiteX759" fmla="*/ 602593 w 701643"/>
                <a:gd name="connsiteY759" fmla="*/ 32918 h 696518"/>
                <a:gd name="connsiteX760" fmla="*/ 603788 w 701643"/>
                <a:gd name="connsiteY760" fmla="*/ 38049 h 696518"/>
                <a:gd name="connsiteX761" fmla="*/ 614332 w 701643"/>
                <a:gd name="connsiteY761" fmla="*/ 46602 h 696518"/>
                <a:gd name="connsiteX762" fmla="*/ 627024 w 701643"/>
                <a:gd name="connsiteY762" fmla="*/ 38989 h 696518"/>
                <a:gd name="connsiteX763" fmla="*/ 628127 w 701643"/>
                <a:gd name="connsiteY763" fmla="*/ 17641 h 696518"/>
                <a:gd name="connsiteX764" fmla="*/ 613841 w 701643"/>
                <a:gd name="connsiteY764" fmla="*/ 6340 h 696518"/>
                <a:gd name="connsiteX765" fmla="*/ 217114 w 701643"/>
                <a:gd name="connsiteY765" fmla="*/ 6340 h 696518"/>
                <a:gd name="connsiteX766" fmla="*/ 205861 w 701643"/>
                <a:gd name="connsiteY766" fmla="*/ 20262 h 696518"/>
                <a:gd name="connsiteX767" fmla="*/ 205874 w 701643"/>
                <a:gd name="connsiteY767" fmla="*/ 33010 h 696518"/>
                <a:gd name="connsiteX768" fmla="*/ 225795 w 701643"/>
                <a:gd name="connsiteY768" fmla="*/ 44760 h 696518"/>
                <a:gd name="connsiteX769" fmla="*/ 231342 w 701643"/>
                <a:gd name="connsiteY769" fmla="*/ 17697 h 696518"/>
                <a:gd name="connsiteX770" fmla="*/ 217114 w 701643"/>
                <a:gd name="connsiteY770" fmla="*/ 6340 h 696518"/>
                <a:gd name="connsiteX771" fmla="*/ 284641 w 701643"/>
                <a:gd name="connsiteY771" fmla="*/ 6336 h 696518"/>
                <a:gd name="connsiteX772" fmla="*/ 273592 w 701643"/>
                <a:gd name="connsiteY772" fmla="*/ 14923 h 696518"/>
                <a:gd name="connsiteX773" fmla="*/ 272425 w 701643"/>
                <a:gd name="connsiteY773" fmla="*/ 33458 h 696518"/>
                <a:gd name="connsiteX774" fmla="*/ 290559 w 701643"/>
                <a:gd name="connsiteY774" fmla="*/ 45875 h 696518"/>
                <a:gd name="connsiteX775" fmla="*/ 295509 w 701643"/>
                <a:gd name="connsiteY775" fmla="*/ 40820 h 696518"/>
                <a:gd name="connsiteX776" fmla="*/ 296651 w 701643"/>
                <a:gd name="connsiteY776" fmla="*/ 14261 h 696518"/>
                <a:gd name="connsiteX777" fmla="*/ 284641 w 701643"/>
                <a:gd name="connsiteY777" fmla="*/ 6336 h 696518"/>
                <a:gd name="connsiteX778" fmla="*/ 152599 w 701643"/>
                <a:gd name="connsiteY778" fmla="*/ 6312 h 696518"/>
                <a:gd name="connsiteX779" fmla="*/ 141165 w 701643"/>
                <a:gd name="connsiteY779" fmla="*/ 14969 h 696518"/>
                <a:gd name="connsiteX780" fmla="*/ 141881 w 701643"/>
                <a:gd name="connsiteY780" fmla="*/ 39277 h 696518"/>
                <a:gd name="connsiteX781" fmla="*/ 155436 w 701643"/>
                <a:gd name="connsiteY781" fmla="*/ 46590 h 696518"/>
                <a:gd name="connsiteX782" fmla="*/ 165332 w 701643"/>
                <a:gd name="connsiteY782" fmla="*/ 37056 h 696518"/>
                <a:gd name="connsiteX783" fmla="*/ 164609 w 701643"/>
                <a:gd name="connsiteY783" fmla="*/ 14898 h 696518"/>
                <a:gd name="connsiteX784" fmla="*/ 152599 w 701643"/>
                <a:gd name="connsiteY784" fmla="*/ 6312 h 696518"/>
                <a:gd name="connsiteX785" fmla="*/ 88043 w 701643"/>
                <a:gd name="connsiteY785" fmla="*/ 6160 h 696518"/>
                <a:gd name="connsiteX786" fmla="*/ 77942 w 701643"/>
                <a:gd name="connsiteY786" fmla="*/ 10119 h 696518"/>
                <a:gd name="connsiteX787" fmla="*/ 79815 w 701643"/>
                <a:gd name="connsiteY787" fmla="*/ 44758 h 696518"/>
                <a:gd name="connsiteX788" fmla="*/ 96665 w 701643"/>
                <a:gd name="connsiteY788" fmla="*/ 42009 h 696518"/>
                <a:gd name="connsiteX789" fmla="*/ 97877 w 701643"/>
                <a:gd name="connsiteY789" fmla="*/ 13717 h 696518"/>
                <a:gd name="connsiteX790" fmla="*/ 88043 w 701643"/>
                <a:gd name="connsiteY790" fmla="*/ 6160 h 696518"/>
                <a:gd name="connsiteX791" fmla="*/ 111534 w 701643"/>
                <a:gd name="connsiteY791" fmla="*/ 1807 h 696518"/>
                <a:gd name="connsiteX792" fmla="*/ 124984 w 701643"/>
                <a:gd name="connsiteY792" fmla="*/ 1807 h 696518"/>
                <a:gd name="connsiteX793" fmla="*/ 124984 w 701643"/>
                <a:gd name="connsiteY793" fmla="*/ 52263 h 696518"/>
                <a:gd name="connsiteX794" fmla="*/ 118888 w 701643"/>
                <a:gd name="connsiteY794" fmla="*/ 51909 h 696518"/>
                <a:gd name="connsiteX795" fmla="*/ 118602 w 701643"/>
                <a:gd name="connsiteY795" fmla="*/ 7739 h 696518"/>
                <a:gd name="connsiteX796" fmla="*/ 111805 w 701643"/>
                <a:gd name="connsiteY796" fmla="*/ 7004 h 696518"/>
                <a:gd name="connsiteX797" fmla="*/ 111534 w 701643"/>
                <a:gd name="connsiteY797" fmla="*/ 1807 h 696518"/>
                <a:gd name="connsiteX798" fmla="*/ 441510 w 701643"/>
                <a:gd name="connsiteY798" fmla="*/ 1804 h 696518"/>
                <a:gd name="connsiteX799" fmla="*/ 455940 w 701643"/>
                <a:gd name="connsiteY799" fmla="*/ 1804 h 696518"/>
                <a:gd name="connsiteX800" fmla="*/ 455940 w 701643"/>
                <a:gd name="connsiteY800" fmla="*/ 52264 h 696518"/>
                <a:gd name="connsiteX801" fmla="*/ 449843 w 701643"/>
                <a:gd name="connsiteY801" fmla="*/ 51910 h 696518"/>
                <a:gd name="connsiteX802" fmla="*/ 449557 w 701643"/>
                <a:gd name="connsiteY802" fmla="*/ 7640 h 696518"/>
                <a:gd name="connsiteX803" fmla="*/ 441776 w 701643"/>
                <a:gd name="connsiteY803" fmla="*/ 7075 h 696518"/>
                <a:gd name="connsiteX804" fmla="*/ 441510 w 701643"/>
                <a:gd name="connsiteY804" fmla="*/ 1804 h 696518"/>
                <a:gd name="connsiteX805" fmla="*/ 243410 w 701643"/>
                <a:gd name="connsiteY805" fmla="*/ 1760 h 696518"/>
                <a:gd name="connsiteX806" fmla="*/ 257601 w 701643"/>
                <a:gd name="connsiteY806" fmla="*/ 1760 h 696518"/>
                <a:gd name="connsiteX807" fmla="*/ 257601 w 701643"/>
                <a:gd name="connsiteY807" fmla="*/ 52234 h 696518"/>
                <a:gd name="connsiteX808" fmla="*/ 251013 w 701643"/>
                <a:gd name="connsiteY808" fmla="*/ 52234 h 696518"/>
                <a:gd name="connsiteX809" fmla="*/ 251013 w 701643"/>
                <a:gd name="connsiteY809" fmla="*/ 16207 h 696518"/>
                <a:gd name="connsiteX810" fmla="*/ 251013 w 701643"/>
                <a:gd name="connsiteY810" fmla="*/ 7668 h 696518"/>
                <a:gd name="connsiteX811" fmla="*/ 243410 w 701643"/>
                <a:gd name="connsiteY811" fmla="*/ 7013 h 696518"/>
                <a:gd name="connsiteX812" fmla="*/ 243410 w 701643"/>
                <a:gd name="connsiteY812" fmla="*/ 1760 h 696518"/>
                <a:gd name="connsiteX813" fmla="*/ 308942 w 701643"/>
                <a:gd name="connsiteY813" fmla="*/ 1755 h 696518"/>
                <a:gd name="connsiteX814" fmla="*/ 323404 w 701643"/>
                <a:gd name="connsiteY814" fmla="*/ 1755 h 696518"/>
                <a:gd name="connsiteX815" fmla="*/ 323404 w 701643"/>
                <a:gd name="connsiteY815" fmla="*/ 52240 h 696518"/>
                <a:gd name="connsiteX816" fmla="*/ 316811 w 701643"/>
                <a:gd name="connsiteY816" fmla="*/ 52240 h 696518"/>
                <a:gd name="connsiteX817" fmla="*/ 316811 w 701643"/>
                <a:gd name="connsiteY817" fmla="*/ 44561 h 696518"/>
                <a:gd name="connsiteX818" fmla="*/ 316811 w 701643"/>
                <a:gd name="connsiteY818" fmla="*/ 7634 h 696518"/>
                <a:gd name="connsiteX819" fmla="*/ 309215 w 701643"/>
                <a:gd name="connsiteY819" fmla="*/ 7085 h 696518"/>
                <a:gd name="connsiteX820" fmla="*/ 308942 w 701643"/>
                <a:gd name="connsiteY820" fmla="*/ 1755 h 696518"/>
                <a:gd name="connsiteX821" fmla="*/ 375729 w 701643"/>
                <a:gd name="connsiteY821" fmla="*/ 1749 h 696518"/>
                <a:gd name="connsiteX822" fmla="*/ 390191 w 701643"/>
                <a:gd name="connsiteY822" fmla="*/ 1749 h 696518"/>
                <a:gd name="connsiteX823" fmla="*/ 390191 w 701643"/>
                <a:gd name="connsiteY823" fmla="*/ 52249 h 696518"/>
                <a:gd name="connsiteX824" fmla="*/ 383591 w 701643"/>
                <a:gd name="connsiteY824" fmla="*/ 52249 h 696518"/>
                <a:gd name="connsiteX825" fmla="*/ 383591 w 701643"/>
                <a:gd name="connsiteY825" fmla="*/ 45519 h 696518"/>
                <a:gd name="connsiteX826" fmla="*/ 383591 w 701643"/>
                <a:gd name="connsiteY826" fmla="*/ 7626 h 696518"/>
                <a:gd name="connsiteX827" fmla="*/ 375990 w 701643"/>
                <a:gd name="connsiteY827" fmla="*/ 7089 h 696518"/>
                <a:gd name="connsiteX828" fmla="*/ 375729 w 701643"/>
                <a:gd name="connsiteY828" fmla="*/ 1749 h 696518"/>
                <a:gd name="connsiteX829" fmla="*/ 640307 w 701643"/>
                <a:gd name="connsiteY829" fmla="*/ 1728 h 696518"/>
                <a:gd name="connsiteX830" fmla="*/ 654638 w 701643"/>
                <a:gd name="connsiteY830" fmla="*/ 1728 h 696518"/>
                <a:gd name="connsiteX831" fmla="*/ 654635 w 701643"/>
                <a:gd name="connsiteY831" fmla="*/ 49275 h 696518"/>
                <a:gd name="connsiteX832" fmla="*/ 647867 w 701643"/>
                <a:gd name="connsiteY832" fmla="*/ 52769 h 696518"/>
                <a:gd name="connsiteX833" fmla="*/ 647867 w 701643"/>
                <a:gd name="connsiteY833" fmla="*/ 7592 h 696518"/>
                <a:gd name="connsiteX834" fmla="*/ 640307 w 701643"/>
                <a:gd name="connsiteY834" fmla="*/ 7111 h 696518"/>
                <a:gd name="connsiteX835" fmla="*/ 640307 w 701643"/>
                <a:gd name="connsiteY835" fmla="*/ 1728 h 696518"/>
                <a:gd name="connsiteX836" fmla="*/ 574506 w 701643"/>
                <a:gd name="connsiteY836" fmla="*/ 1720 h 696518"/>
                <a:gd name="connsiteX837" fmla="*/ 588842 w 701643"/>
                <a:gd name="connsiteY837" fmla="*/ 1720 h 696518"/>
                <a:gd name="connsiteX838" fmla="*/ 588842 w 701643"/>
                <a:gd name="connsiteY838" fmla="*/ 22047 h 696518"/>
                <a:gd name="connsiteX839" fmla="*/ 588842 w 701643"/>
                <a:gd name="connsiteY839" fmla="*/ 52188 h 696518"/>
                <a:gd name="connsiteX840" fmla="*/ 582129 w 701643"/>
                <a:gd name="connsiteY840" fmla="*/ 52188 h 696518"/>
                <a:gd name="connsiteX841" fmla="*/ 582129 w 701643"/>
                <a:gd name="connsiteY841" fmla="*/ 7602 h 696518"/>
                <a:gd name="connsiteX842" fmla="*/ 574506 w 701643"/>
                <a:gd name="connsiteY842" fmla="*/ 7107 h 696518"/>
                <a:gd name="connsiteX843" fmla="*/ 574506 w 701643"/>
                <a:gd name="connsiteY843" fmla="*/ 1720 h 696518"/>
                <a:gd name="connsiteX844" fmla="*/ 507725 w 701643"/>
                <a:gd name="connsiteY844" fmla="*/ 1719 h 696518"/>
                <a:gd name="connsiteX845" fmla="*/ 522062 w 701643"/>
                <a:gd name="connsiteY845" fmla="*/ 1719 h 696518"/>
                <a:gd name="connsiteX846" fmla="*/ 522062 w 701643"/>
                <a:gd name="connsiteY846" fmla="*/ 18120 h 696518"/>
                <a:gd name="connsiteX847" fmla="*/ 522062 w 701643"/>
                <a:gd name="connsiteY847" fmla="*/ 52188 h 696518"/>
                <a:gd name="connsiteX848" fmla="*/ 515347 w 701643"/>
                <a:gd name="connsiteY848" fmla="*/ 52188 h 696518"/>
                <a:gd name="connsiteX849" fmla="*/ 515347 w 701643"/>
                <a:gd name="connsiteY849" fmla="*/ 7599 h 696518"/>
                <a:gd name="connsiteX850" fmla="*/ 507725 w 701643"/>
                <a:gd name="connsiteY850" fmla="*/ 7107 h 696518"/>
                <a:gd name="connsiteX851" fmla="*/ 507725 w 701643"/>
                <a:gd name="connsiteY851" fmla="*/ 1719 h 696518"/>
                <a:gd name="connsiteX852" fmla="*/ 177752 w 701643"/>
                <a:gd name="connsiteY852" fmla="*/ 1718 h 696518"/>
                <a:gd name="connsiteX853" fmla="*/ 192090 w 701643"/>
                <a:gd name="connsiteY853" fmla="*/ 1718 h 696518"/>
                <a:gd name="connsiteX854" fmla="*/ 192090 w 701643"/>
                <a:gd name="connsiteY854" fmla="*/ 16158 h 696518"/>
                <a:gd name="connsiteX855" fmla="*/ 192090 w 701643"/>
                <a:gd name="connsiteY855" fmla="*/ 52188 h 696518"/>
                <a:gd name="connsiteX856" fmla="*/ 185373 w 701643"/>
                <a:gd name="connsiteY856" fmla="*/ 52188 h 696518"/>
                <a:gd name="connsiteX857" fmla="*/ 185373 w 701643"/>
                <a:gd name="connsiteY857" fmla="*/ 7595 h 696518"/>
                <a:gd name="connsiteX858" fmla="*/ 177752 w 701643"/>
                <a:gd name="connsiteY858" fmla="*/ 7109 h 696518"/>
                <a:gd name="connsiteX859" fmla="*/ 177752 w 701643"/>
                <a:gd name="connsiteY859" fmla="*/ 1718 h 696518"/>
                <a:gd name="connsiteX860" fmla="*/ 45173 w 701643"/>
                <a:gd name="connsiteY860" fmla="*/ 1718 h 696518"/>
                <a:gd name="connsiteX861" fmla="*/ 59117 w 701643"/>
                <a:gd name="connsiteY861" fmla="*/ 1718 h 696518"/>
                <a:gd name="connsiteX862" fmla="*/ 59117 w 701643"/>
                <a:gd name="connsiteY862" fmla="*/ 52189 h 696518"/>
                <a:gd name="connsiteX863" fmla="*/ 52636 w 701643"/>
                <a:gd name="connsiteY863" fmla="*/ 52189 h 696518"/>
                <a:gd name="connsiteX864" fmla="*/ 52636 w 701643"/>
                <a:gd name="connsiteY864" fmla="*/ 27939 h 696518"/>
                <a:gd name="connsiteX865" fmla="*/ 52636 w 701643"/>
                <a:gd name="connsiteY865" fmla="*/ 7585 h 696518"/>
                <a:gd name="connsiteX866" fmla="*/ 45173 w 701643"/>
                <a:gd name="connsiteY866" fmla="*/ 7109 h 696518"/>
                <a:gd name="connsiteX867" fmla="*/ 45173 w 701643"/>
                <a:gd name="connsiteY867" fmla="*/ 1718 h 696518"/>
                <a:gd name="connsiteX868" fmla="*/ 541112 w 701643"/>
                <a:gd name="connsiteY868" fmla="*/ 1640 h 696518"/>
                <a:gd name="connsiteX869" fmla="*/ 559405 w 701643"/>
                <a:gd name="connsiteY869" fmla="*/ 2006 h 696518"/>
                <a:gd name="connsiteX870" fmla="*/ 569649 w 701643"/>
                <a:gd name="connsiteY870" fmla="*/ 19096 h 696518"/>
                <a:gd name="connsiteX871" fmla="*/ 567090 w 701643"/>
                <a:gd name="connsiteY871" fmla="*/ 42826 h 696518"/>
                <a:gd name="connsiteX872" fmla="*/ 547978 w 701643"/>
                <a:gd name="connsiteY872" fmla="*/ 53386 h 696518"/>
                <a:gd name="connsiteX873" fmla="*/ 531021 w 701643"/>
                <a:gd name="connsiteY873" fmla="*/ 39775 h 696518"/>
                <a:gd name="connsiteX874" fmla="*/ 531135 w 701643"/>
                <a:gd name="connsiteY874" fmla="*/ 13200 h 696518"/>
                <a:gd name="connsiteX875" fmla="*/ 541112 w 701643"/>
                <a:gd name="connsiteY875" fmla="*/ 1640 h 696518"/>
                <a:gd name="connsiteX876" fmla="*/ 345556 w 701643"/>
                <a:gd name="connsiteY876" fmla="*/ 903 h 696518"/>
                <a:gd name="connsiteX877" fmla="*/ 365174 w 701643"/>
                <a:gd name="connsiteY877" fmla="*/ 5103 h 696518"/>
                <a:gd name="connsiteX878" fmla="*/ 366809 w 701643"/>
                <a:gd name="connsiteY878" fmla="*/ 46002 h 696518"/>
                <a:gd name="connsiteX879" fmla="*/ 334521 w 701643"/>
                <a:gd name="connsiteY879" fmla="*/ 43853 h 696518"/>
                <a:gd name="connsiteX880" fmla="*/ 332075 w 701643"/>
                <a:gd name="connsiteY880" fmla="*/ 15118 h 696518"/>
                <a:gd name="connsiteX881" fmla="*/ 345556 w 701643"/>
                <a:gd name="connsiteY881" fmla="*/ 903 h 696518"/>
                <a:gd name="connsiteX882" fmla="*/ 147327 w 701643"/>
                <a:gd name="connsiteY882" fmla="*/ 732 h 696518"/>
                <a:gd name="connsiteX883" fmla="*/ 164836 w 701643"/>
                <a:gd name="connsiteY883" fmla="*/ 3612 h 696518"/>
                <a:gd name="connsiteX884" fmla="*/ 173284 w 701643"/>
                <a:gd name="connsiteY884" fmla="*/ 21382 h 696518"/>
                <a:gd name="connsiteX885" fmla="*/ 172537 w 701643"/>
                <a:gd name="connsiteY885" fmla="*/ 34845 h 696518"/>
                <a:gd name="connsiteX886" fmla="*/ 160872 w 701643"/>
                <a:gd name="connsiteY886" fmla="*/ 51774 h 696518"/>
                <a:gd name="connsiteX887" fmla="*/ 139768 w 701643"/>
                <a:gd name="connsiteY887" fmla="*/ 48450 h 696518"/>
                <a:gd name="connsiteX888" fmla="*/ 133760 w 701643"/>
                <a:gd name="connsiteY888" fmla="*/ 37681 h 696518"/>
                <a:gd name="connsiteX889" fmla="*/ 134133 w 701643"/>
                <a:gd name="connsiteY889" fmla="*/ 13884 h 696518"/>
                <a:gd name="connsiteX890" fmla="*/ 147327 w 701643"/>
                <a:gd name="connsiteY890" fmla="*/ 732 h 696518"/>
                <a:gd name="connsiteX891" fmla="*/ 223021 w 701643"/>
                <a:gd name="connsiteY891" fmla="*/ 507 h 696518"/>
                <a:gd name="connsiteX892" fmla="*/ 237174 w 701643"/>
                <a:gd name="connsiteY892" fmla="*/ 12683 h 696518"/>
                <a:gd name="connsiteX893" fmla="*/ 234623 w 701643"/>
                <a:gd name="connsiteY893" fmla="*/ 45764 h 696518"/>
                <a:gd name="connsiteX894" fmla="*/ 209897 w 701643"/>
                <a:gd name="connsiteY894" fmla="*/ 51311 h 696518"/>
                <a:gd name="connsiteX895" fmla="*/ 198983 w 701643"/>
                <a:gd name="connsiteY895" fmla="*/ 31274 h 696518"/>
                <a:gd name="connsiteX896" fmla="*/ 201735 w 701643"/>
                <a:gd name="connsiteY896" fmla="*/ 10321 h 696518"/>
                <a:gd name="connsiteX897" fmla="*/ 223021 w 701643"/>
                <a:gd name="connsiteY897" fmla="*/ 507 h 696518"/>
                <a:gd name="connsiteX898" fmla="*/ 680124 w 701643"/>
                <a:gd name="connsiteY898" fmla="*/ 499 h 696518"/>
                <a:gd name="connsiteX899" fmla="*/ 696433 w 701643"/>
                <a:gd name="connsiteY899" fmla="*/ 5987 h 696518"/>
                <a:gd name="connsiteX900" fmla="*/ 696514 w 701643"/>
                <a:gd name="connsiteY900" fmla="*/ 46721 h 696518"/>
                <a:gd name="connsiteX901" fmla="*/ 665417 w 701643"/>
                <a:gd name="connsiteY901" fmla="*/ 44510 h 696518"/>
                <a:gd name="connsiteX902" fmla="*/ 665615 w 701643"/>
                <a:gd name="connsiteY902" fmla="*/ 8440 h 696518"/>
                <a:gd name="connsiteX903" fmla="*/ 680124 w 701643"/>
                <a:gd name="connsiteY903" fmla="*/ 499 h 696518"/>
                <a:gd name="connsiteX904" fmla="*/ 417912 w 701643"/>
                <a:gd name="connsiteY904" fmla="*/ 441 h 696518"/>
                <a:gd name="connsiteX905" fmla="*/ 435692 w 701643"/>
                <a:gd name="connsiteY905" fmla="*/ 13015 h 696518"/>
                <a:gd name="connsiteX906" fmla="*/ 435960 w 701643"/>
                <a:gd name="connsiteY906" fmla="*/ 39674 h 696518"/>
                <a:gd name="connsiteX907" fmla="*/ 415058 w 701643"/>
                <a:gd name="connsiteY907" fmla="*/ 53372 h 696518"/>
                <a:gd name="connsiteX908" fmla="*/ 397570 w 701643"/>
                <a:gd name="connsiteY908" fmla="*/ 35148 h 696518"/>
                <a:gd name="connsiteX909" fmla="*/ 399507 w 701643"/>
                <a:gd name="connsiteY909" fmla="*/ 11633 h 696518"/>
                <a:gd name="connsiteX910" fmla="*/ 417912 w 701643"/>
                <a:gd name="connsiteY910" fmla="*/ 441 h 696518"/>
                <a:gd name="connsiteX911" fmla="*/ 618015 w 701643"/>
                <a:gd name="connsiteY911" fmla="*/ 364 h 696518"/>
                <a:gd name="connsiteX912" fmla="*/ 633249 w 701643"/>
                <a:gd name="connsiteY912" fmla="*/ 11092 h 696518"/>
                <a:gd name="connsiteX913" fmla="*/ 632508 w 701643"/>
                <a:gd name="connsiteY913" fmla="*/ 43440 h 696518"/>
                <a:gd name="connsiteX914" fmla="*/ 625327 w 701643"/>
                <a:gd name="connsiteY914" fmla="*/ 50902 h 696518"/>
                <a:gd name="connsiteX915" fmla="*/ 595775 w 701643"/>
                <a:gd name="connsiteY915" fmla="*/ 31562 h 696518"/>
                <a:gd name="connsiteX916" fmla="*/ 598401 w 701643"/>
                <a:gd name="connsiteY916" fmla="*/ 10596 h 696518"/>
                <a:gd name="connsiteX917" fmla="*/ 618015 w 701643"/>
                <a:gd name="connsiteY917" fmla="*/ 364 h 696518"/>
                <a:gd name="connsiteX918" fmla="*/ 22448 w 701643"/>
                <a:gd name="connsiteY918" fmla="*/ 352 h 696518"/>
                <a:gd name="connsiteX919" fmla="*/ 38070 w 701643"/>
                <a:gd name="connsiteY919" fmla="*/ 10833 h 696518"/>
                <a:gd name="connsiteX920" fmla="*/ 37887 w 701643"/>
                <a:gd name="connsiteY920" fmla="*/ 42319 h 696518"/>
                <a:gd name="connsiteX921" fmla="*/ 32136 w 701643"/>
                <a:gd name="connsiteY921" fmla="*/ 49870 h 696518"/>
                <a:gd name="connsiteX922" fmla="*/ 4090 w 701643"/>
                <a:gd name="connsiteY922" fmla="*/ 44728 h 696518"/>
                <a:gd name="connsiteX923" fmla="*/ 5476 w 701643"/>
                <a:gd name="connsiteY923" fmla="*/ 6575 h 696518"/>
                <a:gd name="connsiteX924" fmla="*/ 22448 w 701643"/>
                <a:gd name="connsiteY924" fmla="*/ 352 h 696518"/>
                <a:gd name="connsiteX925" fmla="*/ 88942 w 701643"/>
                <a:gd name="connsiteY925" fmla="*/ 322 h 696518"/>
                <a:gd name="connsiteX926" fmla="*/ 103905 w 701643"/>
                <a:gd name="connsiteY926" fmla="*/ 10151 h 696518"/>
                <a:gd name="connsiteX927" fmla="*/ 101454 w 701643"/>
                <a:gd name="connsiteY927" fmla="*/ 47225 h 696518"/>
                <a:gd name="connsiteX928" fmla="*/ 78548 w 701643"/>
                <a:gd name="connsiteY928" fmla="*/ 51581 h 696518"/>
                <a:gd name="connsiteX929" fmla="*/ 66536 w 701643"/>
                <a:gd name="connsiteY929" fmla="*/ 32070 h 696518"/>
                <a:gd name="connsiteX930" fmla="*/ 69975 w 701643"/>
                <a:gd name="connsiteY930" fmla="*/ 9887 h 696518"/>
                <a:gd name="connsiteX931" fmla="*/ 88942 w 701643"/>
                <a:gd name="connsiteY931" fmla="*/ 322 h 696518"/>
                <a:gd name="connsiteX932" fmla="*/ 480240 w 701643"/>
                <a:gd name="connsiteY932" fmla="*/ 301 h 696518"/>
                <a:gd name="connsiteX933" fmla="*/ 497882 w 701643"/>
                <a:gd name="connsiteY933" fmla="*/ 6463 h 696518"/>
                <a:gd name="connsiteX934" fmla="*/ 503133 w 701643"/>
                <a:gd name="connsiteY934" fmla="*/ 20614 h 696518"/>
                <a:gd name="connsiteX935" fmla="*/ 501624 w 701643"/>
                <a:gd name="connsiteY935" fmla="*/ 39832 h 696518"/>
                <a:gd name="connsiteX936" fmla="*/ 481707 w 701643"/>
                <a:gd name="connsiteY936" fmla="*/ 53469 h 696518"/>
                <a:gd name="connsiteX937" fmla="*/ 464373 w 701643"/>
                <a:gd name="connsiteY937" fmla="*/ 38239 h 696518"/>
                <a:gd name="connsiteX938" fmla="*/ 464343 w 701643"/>
                <a:gd name="connsiteY938" fmla="*/ 14734 h 696518"/>
                <a:gd name="connsiteX939" fmla="*/ 480240 w 701643"/>
                <a:gd name="connsiteY939" fmla="*/ 301 h 696518"/>
                <a:gd name="connsiteX940" fmla="*/ 286790 w 701643"/>
                <a:gd name="connsiteY940" fmla="*/ 300 h 696518"/>
                <a:gd name="connsiteX941" fmla="*/ 302253 w 701643"/>
                <a:gd name="connsiteY941" fmla="*/ 10117 h 696518"/>
                <a:gd name="connsiteX942" fmla="*/ 299622 w 701643"/>
                <a:gd name="connsiteY942" fmla="*/ 47155 h 696518"/>
                <a:gd name="connsiteX943" fmla="*/ 269966 w 701643"/>
                <a:gd name="connsiteY943" fmla="*/ 46195 h 696518"/>
                <a:gd name="connsiteX944" fmla="*/ 266753 w 701643"/>
                <a:gd name="connsiteY944" fmla="*/ 40406 h 696518"/>
                <a:gd name="connsiteX945" fmla="*/ 268410 w 701643"/>
                <a:gd name="connsiteY945" fmla="*/ 9952 h 696518"/>
                <a:gd name="connsiteX946" fmla="*/ 286790 w 701643"/>
                <a:gd name="connsiteY946" fmla="*/ 300 h 69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Lst>
              <a:rect l="l" t="t" r="r" b="b"/>
              <a:pathLst>
                <a:path w="701643" h="696518">
                  <a:moveTo>
                    <a:pt x="625072" y="630052"/>
                  </a:moveTo>
                  <a:lnTo>
                    <a:pt x="691538" y="630052"/>
                  </a:lnTo>
                  <a:lnTo>
                    <a:pt x="691538" y="696518"/>
                  </a:lnTo>
                  <a:lnTo>
                    <a:pt x="625072" y="696518"/>
                  </a:lnTo>
                  <a:close/>
                  <a:moveTo>
                    <a:pt x="82031" y="620530"/>
                  </a:moveTo>
                  <a:cubicBezTo>
                    <a:pt x="78933" y="621804"/>
                    <a:pt x="76503" y="624558"/>
                    <a:pt x="74994" y="628782"/>
                  </a:cubicBezTo>
                  <a:cubicBezTo>
                    <a:pt x="72148" y="636748"/>
                    <a:pt x="72097" y="644918"/>
                    <a:pt x="75887" y="652739"/>
                  </a:cubicBezTo>
                  <a:cubicBezTo>
                    <a:pt x="80577" y="662413"/>
                    <a:pt x="91746" y="663324"/>
                    <a:pt x="97369" y="654234"/>
                  </a:cubicBezTo>
                  <a:cubicBezTo>
                    <a:pt x="102183" y="646452"/>
                    <a:pt x="102582" y="628452"/>
                    <a:pt x="93080" y="621159"/>
                  </a:cubicBezTo>
                  <a:cubicBezTo>
                    <a:pt x="88896" y="619462"/>
                    <a:pt x="85129" y="619256"/>
                    <a:pt x="82031" y="620530"/>
                  </a:cubicBezTo>
                  <a:close/>
                  <a:moveTo>
                    <a:pt x="149948" y="619874"/>
                  </a:moveTo>
                  <a:cubicBezTo>
                    <a:pt x="146358" y="620587"/>
                    <a:pt x="143235" y="623019"/>
                    <a:pt x="141566" y="627011"/>
                  </a:cubicBezTo>
                  <a:cubicBezTo>
                    <a:pt x="138055" y="635410"/>
                    <a:pt x="138136" y="644043"/>
                    <a:pt x="141517" y="652431"/>
                  </a:cubicBezTo>
                  <a:cubicBezTo>
                    <a:pt x="145022" y="661124"/>
                    <a:pt x="156848" y="663169"/>
                    <a:pt x="162225" y="656304"/>
                  </a:cubicBezTo>
                  <a:cubicBezTo>
                    <a:pt x="168143" y="648747"/>
                    <a:pt x="168234" y="629697"/>
                    <a:pt x="161130" y="623051"/>
                  </a:cubicBezTo>
                  <a:cubicBezTo>
                    <a:pt x="157595" y="620167"/>
                    <a:pt x="153538" y="619161"/>
                    <a:pt x="149948" y="619874"/>
                  </a:cubicBezTo>
                  <a:close/>
                  <a:moveTo>
                    <a:pt x="19981" y="619417"/>
                  </a:moveTo>
                  <a:cubicBezTo>
                    <a:pt x="15982" y="619636"/>
                    <a:pt x="12083" y="621775"/>
                    <a:pt x="10213" y="625541"/>
                  </a:cubicBezTo>
                  <a:cubicBezTo>
                    <a:pt x="5974" y="634074"/>
                    <a:pt x="6233" y="642916"/>
                    <a:pt x="9047" y="651444"/>
                  </a:cubicBezTo>
                  <a:cubicBezTo>
                    <a:pt x="12984" y="663380"/>
                    <a:pt x="25797" y="662584"/>
                    <a:pt x="31163" y="653974"/>
                  </a:cubicBezTo>
                  <a:cubicBezTo>
                    <a:pt x="35351" y="644127"/>
                    <a:pt x="35848" y="634280"/>
                    <a:pt x="30350" y="624811"/>
                  </a:cubicBezTo>
                  <a:cubicBezTo>
                    <a:pt x="28079" y="620898"/>
                    <a:pt x="23980" y="619198"/>
                    <a:pt x="19981" y="619417"/>
                  </a:cubicBezTo>
                  <a:close/>
                  <a:moveTo>
                    <a:pt x="218235" y="619416"/>
                  </a:moveTo>
                  <a:cubicBezTo>
                    <a:pt x="214242" y="619642"/>
                    <a:pt x="210388" y="621787"/>
                    <a:pt x="208586" y="625601"/>
                  </a:cubicBezTo>
                  <a:cubicBezTo>
                    <a:pt x="204414" y="634432"/>
                    <a:pt x="204682" y="643403"/>
                    <a:pt x="207815" y="652364"/>
                  </a:cubicBezTo>
                  <a:cubicBezTo>
                    <a:pt x="209484" y="657137"/>
                    <a:pt x="212978" y="660139"/>
                    <a:pt x="218257" y="660356"/>
                  </a:cubicBezTo>
                  <a:cubicBezTo>
                    <a:pt x="223623" y="660578"/>
                    <a:pt x="227530" y="658123"/>
                    <a:pt x="230347" y="652683"/>
                  </a:cubicBezTo>
                  <a:cubicBezTo>
                    <a:pt x="233233" y="643170"/>
                    <a:pt x="234174" y="633714"/>
                    <a:pt x="228714" y="624751"/>
                  </a:cubicBezTo>
                  <a:cubicBezTo>
                    <a:pt x="226359" y="620884"/>
                    <a:pt x="222227" y="619190"/>
                    <a:pt x="218235" y="619416"/>
                  </a:cubicBezTo>
                  <a:close/>
                  <a:moveTo>
                    <a:pt x="45039" y="614569"/>
                  </a:moveTo>
                  <a:cubicBezTo>
                    <a:pt x="49675" y="614569"/>
                    <a:pt x="54303" y="614569"/>
                    <a:pt x="59476" y="614569"/>
                  </a:cubicBezTo>
                  <a:cubicBezTo>
                    <a:pt x="59476" y="630955"/>
                    <a:pt x="59476" y="647212"/>
                    <a:pt x="59409" y="663920"/>
                  </a:cubicBezTo>
                  <a:cubicBezTo>
                    <a:pt x="57380" y="664767"/>
                    <a:pt x="55419" y="665164"/>
                    <a:pt x="52815" y="665691"/>
                  </a:cubicBezTo>
                  <a:cubicBezTo>
                    <a:pt x="52815" y="650301"/>
                    <a:pt x="52815" y="635548"/>
                    <a:pt x="52815" y="620488"/>
                  </a:cubicBezTo>
                  <a:cubicBezTo>
                    <a:pt x="49957" y="620243"/>
                    <a:pt x="47609" y="620041"/>
                    <a:pt x="45039" y="619821"/>
                  </a:cubicBezTo>
                  <a:cubicBezTo>
                    <a:pt x="45039" y="618053"/>
                    <a:pt x="45039" y="616482"/>
                    <a:pt x="45039" y="614569"/>
                  </a:cubicBezTo>
                  <a:close/>
                  <a:moveTo>
                    <a:pt x="111814" y="614567"/>
                  </a:moveTo>
                  <a:cubicBezTo>
                    <a:pt x="116132" y="614567"/>
                    <a:pt x="120430" y="614567"/>
                    <a:pt x="125021" y="614567"/>
                  </a:cubicBezTo>
                  <a:cubicBezTo>
                    <a:pt x="125021" y="631396"/>
                    <a:pt x="125021" y="648089"/>
                    <a:pt x="125021" y="665037"/>
                  </a:cubicBezTo>
                  <a:cubicBezTo>
                    <a:pt x="122914" y="665037"/>
                    <a:pt x="121024" y="665037"/>
                    <a:pt x="118434" y="665037"/>
                  </a:cubicBezTo>
                  <a:cubicBezTo>
                    <a:pt x="118434" y="657753"/>
                    <a:pt x="118434" y="650477"/>
                    <a:pt x="118434" y="642710"/>
                  </a:cubicBezTo>
                  <a:cubicBezTo>
                    <a:pt x="118434" y="635073"/>
                    <a:pt x="118434" y="627926"/>
                    <a:pt x="118434" y="620453"/>
                  </a:cubicBezTo>
                  <a:cubicBezTo>
                    <a:pt x="116071" y="620234"/>
                    <a:pt x="114050" y="620046"/>
                    <a:pt x="111814" y="619839"/>
                  </a:cubicBezTo>
                  <a:cubicBezTo>
                    <a:pt x="111814" y="618048"/>
                    <a:pt x="111814" y="616477"/>
                    <a:pt x="111814" y="614567"/>
                  </a:cubicBezTo>
                  <a:close/>
                  <a:moveTo>
                    <a:pt x="177756" y="614534"/>
                  </a:moveTo>
                  <a:cubicBezTo>
                    <a:pt x="182224" y="614534"/>
                    <a:pt x="186733" y="614534"/>
                    <a:pt x="192088" y="614534"/>
                  </a:cubicBezTo>
                  <a:cubicBezTo>
                    <a:pt x="192088" y="630155"/>
                    <a:pt x="192088" y="645887"/>
                    <a:pt x="192085" y="662082"/>
                  </a:cubicBezTo>
                  <a:cubicBezTo>
                    <a:pt x="191709" y="667741"/>
                    <a:pt x="187983" y="664268"/>
                    <a:pt x="185316" y="665575"/>
                  </a:cubicBezTo>
                  <a:cubicBezTo>
                    <a:pt x="185316" y="650210"/>
                    <a:pt x="185316" y="635457"/>
                    <a:pt x="185316" y="620398"/>
                  </a:cubicBezTo>
                  <a:cubicBezTo>
                    <a:pt x="182578" y="620224"/>
                    <a:pt x="180357" y="620083"/>
                    <a:pt x="177756" y="619917"/>
                  </a:cubicBezTo>
                  <a:cubicBezTo>
                    <a:pt x="177756" y="618201"/>
                    <a:pt x="177756" y="616523"/>
                    <a:pt x="177756" y="614534"/>
                  </a:cubicBezTo>
                  <a:close/>
                  <a:moveTo>
                    <a:pt x="27684" y="614324"/>
                  </a:moveTo>
                  <a:cubicBezTo>
                    <a:pt x="35986" y="617384"/>
                    <a:pt x="39713" y="624619"/>
                    <a:pt x="40629" y="632754"/>
                  </a:cubicBezTo>
                  <a:cubicBezTo>
                    <a:pt x="41309" y="638783"/>
                    <a:pt x="40989" y="645206"/>
                    <a:pt x="39647" y="651120"/>
                  </a:cubicBezTo>
                  <a:cubicBezTo>
                    <a:pt x="37276" y="661567"/>
                    <a:pt x="29880" y="667780"/>
                    <a:pt x="16382" y="666273"/>
                  </a:cubicBezTo>
                  <a:cubicBezTo>
                    <a:pt x="8204" y="665361"/>
                    <a:pt x="666" y="655888"/>
                    <a:pt x="592" y="646313"/>
                  </a:cubicBezTo>
                  <a:cubicBezTo>
                    <a:pt x="565" y="642717"/>
                    <a:pt x="588" y="639121"/>
                    <a:pt x="588" y="635063"/>
                  </a:cubicBezTo>
                  <a:cubicBezTo>
                    <a:pt x="915" y="619075"/>
                    <a:pt x="13845" y="609222"/>
                    <a:pt x="27684" y="614324"/>
                  </a:cubicBezTo>
                  <a:close/>
                  <a:moveTo>
                    <a:pt x="82033" y="613792"/>
                  </a:moveTo>
                  <a:cubicBezTo>
                    <a:pt x="95633" y="611435"/>
                    <a:pt x="104826" y="618428"/>
                    <a:pt x="106779" y="633086"/>
                  </a:cubicBezTo>
                  <a:cubicBezTo>
                    <a:pt x="108228" y="643957"/>
                    <a:pt x="107497" y="654002"/>
                    <a:pt x="99386" y="662173"/>
                  </a:cubicBezTo>
                  <a:cubicBezTo>
                    <a:pt x="92291" y="669320"/>
                    <a:pt x="77656" y="667274"/>
                    <a:pt x="71455" y="659285"/>
                  </a:cubicBezTo>
                  <a:cubicBezTo>
                    <a:pt x="64683" y="650560"/>
                    <a:pt x="64900" y="628726"/>
                    <a:pt x="71162" y="621162"/>
                  </a:cubicBezTo>
                  <a:cubicBezTo>
                    <a:pt x="74096" y="617618"/>
                    <a:pt x="77262" y="615053"/>
                    <a:pt x="82033" y="613792"/>
                  </a:cubicBezTo>
                  <a:close/>
                  <a:moveTo>
                    <a:pt x="224029" y="613586"/>
                  </a:moveTo>
                  <a:cubicBezTo>
                    <a:pt x="231675" y="615084"/>
                    <a:pt x="238621" y="624008"/>
                    <a:pt x="239092" y="632990"/>
                  </a:cubicBezTo>
                  <a:cubicBezTo>
                    <a:pt x="239405" y="638943"/>
                    <a:pt x="239279" y="645110"/>
                    <a:pt x="238063" y="650911"/>
                  </a:cubicBezTo>
                  <a:cubicBezTo>
                    <a:pt x="235945" y="661012"/>
                    <a:pt x="228614" y="667781"/>
                    <a:pt x="214938" y="666295"/>
                  </a:cubicBezTo>
                  <a:cubicBezTo>
                    <a:pt x="206735" y="665403"/>
                    <a:pt x="198873" y="656031"/>
                    <a:pt x="199027" y="646465"/>
                  </a:cubicBezTo>
                  <a:cubicBezTo>
                    <a:pt x="199151" y="638773"/>
                    <a:pt x="197461" y="630798"/>
                    <a:pt x="201874" y="623227"/>
                  </a:cubicBezTo>
                  <a:cubicBezTo>
                    <a:pt x="207099" y="614489"/>
                    <a:pt x="214825" y="611784"/>
                    <a:pt x="224029" y="613586"/>
                  </a:cubicBezTo>
                  <a:close/>
                  <a:moveTo>
                    <a:pt x="155123" y="613330"/>
                  </a:moveTo>
                  <a:cubicBezTo>
                    <a:pt x="162990" y="614143"/>
                    <a:pt x="169140" y="618390"/>
                    <a:pt x="171195" y="626064"/>
                  </a:cubicBezTo>
                  <a:cubicBezTo>
                    <a:pt x="172880" y="632355"/>
                    <a:pt x="172743" y="639133"/>
                    <a:pt x="173385" y="646136"/>
                  </a:cubicBezTo>
                  <a:cubicBezTo>
                    <a:pt x="171594" y="650840"/>
                    <a:pt x="170407" y="655476"/>
                    <a:pt x="167948" y="659291"/>
                  </a:cubicBezTo>
                  <a:cubicBezTo>
                    <a:pt x="163260" y="666565"/>
                    <a:pt x="155527" y="667423"/>
                    <a:pt x="147963" y="666027"/>
                  </a:cubicBezTo>
                  <a:cubicBezTo>
                    <a:pt x="140579" y="664665"/>
                    <a:pt x="136035" y="659424"/>
                    <a:pt x="133993" y="652107"/>
                  </a:cubicBezTo>
                  <a:cubicBezTo>
                    <a:pt x="131305" y="642476"/>
                    <a:pt x="131370" y="633020"/>
                    <a:pt x="135765" y="623880"/>
                  </a:cubicBezTo>
                  <a:cubicBezTo>
                    <a:pt x="139544" y="616021"/>
                    <a:pt x="145909" y="612377"/>
                    <a:pt x="155123" y="613330"/>
                  </a:cubicBezTo>
                  <a:close/>
                  <a:moveTo>
                    <a:pt x="146741" y="519023"/>
                  </a:moveTo>
                  <a:cubicBezTo>
                    <a:pt x="137143" y="524326"/>
                    <a:pt x="137549" y="544561"/>
                    <a:pt x="142592" y="552275"/>
                  </a:cubicBezTo>
                  <a:cubicBezTo>
                    <a:pt x="145381" y="556542"/>
                    <a:pt x="149646" y="559195"/>
                    <a:pt x="155029" y="558156"/>
                  </a:cubicBezTo>
                  <a:cubicBezTo>
                    <a:pt x="160155" y="557167"/>
                    <a:pt x="164102" y="554035"/>
                    <a:pt x="164741" y="548715"/>
                  </a:cubicBezTo>
                  <a:cubicBezTo>
                    <a:pt x="165515" y="542269"/>
                    <a:pt x="165991" y="535649"/>
                    <a:pt x="165416" y="529210"/>
                  </a:cubicBezTo>
                  <a:cubicBezTo>
                    <a:pt x="164592" y="519995"/>
                    <a:pt x="156158" y="515463"/>
                    <a:pt x="146741" y="519023"/>
                  </a:cubicBezTo>
                  <a:close/>
                  <a:moveTo>
                    <a:pt x="213245" y="518484"/>
                  </a:moveTo>
                  <a:cubicBezTo>
                    <a:pt x="210286" y="519904"/>
                    <a:pt x="208200" y="522922"/>
                    <a:pt x="206899" y="527704"/>
                  </a:cubicBezTo>
                  <a:cubicBezTo>
                    <a:pt x="204897" y="535058"/>
                    <a:pt x="204619" y="542728"/>
                    <a:pt x="207730" y="550016"/>
                  </a:cubicBezTo>
                  <a:cubicBezTo>
                    <a:pt x="210368" y="556195"/>
                    <a:pt x="214176" y="558616"/>
                    <a:pt x="219988" y="558246"/>
                  </a:cubicBezTo>
                  <a:cubicBezTo>
                    <a:pt x="224929" y="557933"/>
                    <a:pt x="230015" y="554238"/>
                    <a:pt x="231012" y="548794"/>
                  </a:cubicBezTo>
                  <a:cubicBezTo>
                    <a:pt x="232081" y="542960"/>
                    <a:pt x="232660" y="536824"/>
                    <a:pt x="232046" y="530967"/>
                  </a:cubicBezTo>
                  <a:cubicBezTo>
                    <a:pt x="231590" y="526624"/>
                    <a:pt x="230178" y="521752"/>
                    <a:pt x="224835" y="518858"/>
                  </a:cubicBezTo>
                  <a:cubicBezTo>
                    <a:pt x="220038" y="517244"/>
                    <a:pt x="216204" y="517065"/>
                    <a:pt x="213245" y="518484"/>
                  </a:cubicBezTo>
                  <a:close/>
                  <a:moveTo>
                    <a:pt x="88885" y="517428"/>
                  </a:moveTo>
                  <a:cubicBezTo>
                    <a:pt x="83042" y="516672"/>
                    <a:pt x="78717" y="519272"/>
                    <a:pt x="76209" y="524220"/>
                  </a:cubicBezTo>
                  <a:cubicBezTo>
                    <a:pt x="71804" y="532909"/>
                    <a:pt x="72121" y="541802"/>
                    <a:pt x="75905" y="550774"/>
                  </a:cubicBezTo>
                  <a:cubicBezTo>
                    <a:pt x="77816" y="555306"/>
                    <a:pt x="80973" y="557697"/>
                    <a:pt x="85673" y="558230"/>
                  </a:cubicBezTo>
                  <a:cubicBezTo>
                    <a:pt x="90987" y="558832"/>
                    <a:pt x="95263" y="556172"/>
                    <a:pt x="97359" y="551926"/>
                  </a:cubicBezTo>
                  <a:cubicBezTo>
                    <a:pt x="101894" y="542736"/>
                    <a:pt x="102495" y="532979"/>
                    <a:pt x="97115" y="523849"/>
                  </a:cubicBezTo>
                  <a:cubicBezTo>
                    <a:pt x="95590" y="521261"/>
                    <a:pt x="92112" y="519823"/>
                    <a:pt x="88885" y="517428"/>
                  </a:cubicBezTo>
                  <a:close/>
                  <a:moveTo>
                    <a:pt x="20037" y="517222"/>
                  </a:moveTo>
                  <a:cubicBezTo>
                    <a:pt x="15421" y="517335"/>
                    <a:pt x="11317" y="519740"/>
                    <a:pt x="9566" y="524553"/>
                  </a:cubicBezTo>
                  <a:cubicBezTo>
                    <a:pt x="6303" y="533522"/>
                    <a:pt x="5924" y="542595"/>
                    <a:pt x="9992" y="551362"/>
                  </a:cubicBezTo>
                  <a:cubicBezTo>
                    <a:pt x="13226" y="558335"/>
                    <a:pt x="19579" y="560056"/>
                    <a:pt x="27290" y="556231"/>
                  </a:cubicBezTo>
                  <a:cubicBezTo>
                    <a:pt x="34745" y="549851"/>
                    <a:pt x="36628" y="532843"/>
                    <a:pt x="31164" y="523475"/>
                  </a:cubicBezTo>
                  <a:cubicBezTo>
                    <a:pt x="28594" y="519069"/>
                    <a:pt x="24521" y="517113"/>
                    <a:pt x="20037" y="517222"/>
                  </a:cubicBezTo>
                  <a:close/>
                  <a:moveTo>
                    <a:pt x="285226" y="517031"/>
                  </a:moveTo>
                  <a:cubicBezTo>
                    <a:pt x="279700" y="517177"/>
                    <a:pt x="273587" y="522279"/>
                    <a:pt x="272779" y="528761"/>
                  </a:cubicBezTo>
                  <a:cubicBezTo>
                    <a:pt x="272035" y="534732"/>
                    <a:pt x="271673" y="541069"/>
                    <a:pt x="272864" y="546893"/>
                  </a:cubicBezTo>
                  <a:cubicBezTo>
                    <a:pt x="274882" y="556750"/>
                    <a:pt x="282591" y="561211"/>
                    <a:pt x="292140" y="555934"/>
                  </a:cubicBezTo>
                  <a:cubicBezTo>
                    <a:pt x="294038" y="553010"/>
                    <a:pt x="297149" y="550251"/>
                    <a:pt x="297578" y="547125"/>
                  </a:cubicBezTo>
                  <a:cubicBezTo>
                    <a:pt x="298436" y="540868"/>
                    <a:pt x="298492" y="534319"/>
                    <a:pt x="297636" y="528061"/>
                  </a:cubicBezTo>
                  <a:cubicBezTo>
                    <a:pt x="296791" y="521887"/>
                    <a:pt x="290299" y="516898"/>
                    <a:pt x="285226" y="517031"/>
                  </a:cubicBezTo>
                  <a:close/>
                  <a:moveTo>
                    <a:pt x="160767" y="512676"/>
                  </a:moveTo>
                  <a:cubicBezTo>
                    <a:pt x="169508" y="516154"/>
                    <a:pt x="172428" y="523576"/>
                    <a:pt x="173127" y="531341"/>
                  </a:cubicBezTo>
                  <a:cubicBezTo>
                    <a:pt x="173723" y="537957"/>
                    <a:pt x="172941" y="545021"/>
                    <a:pt x="171173" y="551448"/>
                  </a:cubicBezTo>
                  <a:cubicBezTo>
                    <a:pt x="168547" y="560999"/>
                    <a:pt x="159629" y="565474"/>
                    <a:pt x="148758" y="564123"/>
                  </a:cubicBezTo>
                  <a:cubicBezTo>
                    <a:pt x="141086" y="563170"/>
                    <a:pt x="133742" y="555213"/>
                    <a:pt x="133253" y="546568"/>
                  </a:cubicBezTo>
                  <a:cubicBezTo>
                    <a:pt x="132891" y="540183"/>
                    <a:pt x="132236" y="533506"/>
                    <a:pt x="133624" y="527393"/>
                  </a:cubicBezTo>
                  <a:cubicBezTo>
                    <a:pt x="136701" y="513845"/>
                    <a:pt x="146962" y="508226"/>
                    <a:pt x="160767" y="512676"/>
                  </a:cubicBezTo>
                  <a:close/>
                  <a:moveTo>
                    <a:pt x="28955" y="512670"/>
                  </a:moveTo>
                  <a:cubicBezTo>
                    <a:pt x="36657" y="516443"/>
                    <a:pt x="40334" y="523634"/>
                    <a:pt x="40729" y="532015"/>
                  </a:cubicBezTo>
                  <a:cubicBezTo>
                    <a:pt x="41003" y="537806"/>
                    <a:pt x="40144" y="543650"/>
                    <a:pt x="39647" y="549849"/>
                  </a:cubicBezTo>
                  <a:cubicBezTo>
                    <a:pt x="34648" y="566827"/>
                    <a:pt x="14140" y="568254"/>
                    <a:pt x="6385" y="558324"/>
                  </a:cubicBezTo>
                  <a:cubicBezTo>
                    <a:pt x="3393" y="554493"/>
                    <a:pt x="1473" y="549185"/>
                    <a:pt x="841" y="544319"/>
                  </a:cubicBezTo>
                  <a:cubicBezTo>
                    <a:pt x="84" y="538475"/>
                    <a:pt x="541" y="532251"/>
                    <a:pt x="1680" y="526429"/>
                  </a:cubicBezTo>
                  <a:cubicBezTo>
                    <a:pt x="4131" y="513896"/>
                    <a:pt x="17569" y="507093"/>
                    <a:pt x="28955" y="512670"/>
                  </a:cubicBezTo>
                  <a:close/>
                  <a:moveTo>
                    <a:pt x="44766" y="512427"/>
                  </a:moveTo>
                  <a:cubicBezTo>
                    <a:pt x="49692" y="512427"/>
                    <a:pt x="54317" y="512427"/>
                    <a:pt x="59228" y="512427"/>
                  </a:cubicBezTo>
                  <a:cubicBezTo>
                    <a:pt x="59228" y="529274"/>
                    <a:pt x="59228" y="545967"/>
                    <a:pt x="59228" y="562909"/>
                  </a:cubicBezTo>
                  <a:cubicBezTo>
                    <a:pt x="57104" y="562909"/>
                    <a:pt x="55214" y="562909"/>
                    <a:pt x="52636" y="562909"/>
                  </a:cubicBezTo>
                  <a:cubicBezTo>
                    <a:pt x="52636" y="551359"/>
                    <a:pt x="52636" y="539844"/>
                    <a:pt x="52636" y="527845"/>
                  </a:cubicBezTo>
                  <a:cubicBezTo>
                    <a:pt x="52636" y="524455"/>
                    <a:pt x="52636" y="521548"/>
                    <a:pt x="52636" y="518306"/>
                  </a:cubicBezTo>
                  <a:cubicBezTo>
                    <a:pt x="50063" y="518120"/>
                    <a:pt x="47846" y="517960"/>
                    <a:pt x="45041" y="517757"/>
                  </a:cubicBezTo>
                  <a:cubicBezTo>
                    <a:pt x="44958" y="516146"/>
                    <a:pt x="44871" y="514462"/>
                    <a:pt x="44766" y="512427"/>
                  </a:cubicBezTo>
                  <a:close/>
                  <a:moveTo>
                    <a:pt x="243555" y="512394"/>
                  </a:moveTo>
                  <a:cubicBezTo>
                    <a:pt x="248047" y="512394"/>
                    <a:pt x="252567" y="512394"/>
                    <a:pt x="257887" y="512394"/>
                  </a:cubicBezTo>
                  <a:cubicBezTo>
                    <a:pt x="257887" y="524852"/>
                    <a:pt x="257887" y="537373"/>
                    <a:pt x="257887" y="550383"/>
                  </a:cubicBezTo>
                  <a:cubicBezTo>
                    <a:pt x="257887" y="554769"/>
                    <a:pt x="257887" y="558667"/>
                    <a:pt x="257887" y="562854"/>
                  </a:cubicBezTo>
                  <a:cubicBezTo>
                    <a:pt x="255582" y="562854"/>
                    <a:pt x="253688" y="562854"/>
                    <a:pt x="251183" y="562854"/>
                  </a:cubicBezTo>
                  <a:cubicBezTo>
                    <a:pt x="251183" y="548168"/>
                    <a:pt x="251183" y="533379"/>
                    <a:pt x="251183" y="518287"/>
                  </a:cubicBezTo>
                  <a:cubicBezTo>
                    <a:pt x="248389" y="518098"/>
                    <a:pt x="246163" y="517948"/>
                    <a:pt x="243555" y="517772"/>
                  </a:cubicBezTo>
                  <a:cubicBezTo>
                    <a:pt x="243555" y="516063"/>
                    <a:pt x="243555" y="514381"/>
                    <a:pt x="243555" y="512394"/>
                  </a:cubicBezTo>
                  <a:close/>
                  <a:moveTo>
                    <a:pt x="111881" y="512338"/>
                  </a:moveTo>
                  <a:cubicBezTo>
                    <a:pt x="116250" y="512338"/>
                    <a:pt x="120427" y="512338"/>
                    <a:pt x="125309" y="512338"/>
                  </a:cubicBezTo>
                  <a:cubicBezTo>
                    <a:pt x="125309" y="525891"/>
                    <a:pt x="125309" y="539355"/>
                    <a:pt x="125309" y="553303"/>
                  </a:cubicBezTo>
                  <a:cubicBezTo>
                    <a:pt x="125309" y="556694"/>
                    <a:pt x="125309" y="559601"/>
                    <a:pt x="125309" y="562830"/>
                  </a:cubicBezTo>
                  <a:cubicBezTo>
                    <a:pt x="122932" y="562830"/>
                    <a:pt x="120937" y="562830"/>
                    <a:pt x="118398" y="562830"/>
                  </a:cubicBezTo>
                  <a:cubicBezTo>
                    <a:pt x="118398" y="547903"/>
                    <a:pt x="118398" y="533152"/>
                    <a:pt x="118398" y="518203"/>
                  </a:cubicBezTo>
                  <a:cubicBezTo>
                    <a:pt x="115976" y="518049"/>
                    <a:pt x="114076" y="517927"/>
                    <a:pt x="111881" y="517787"/>
                  </a:cubicBezTo>
                  <a:cubicBezTo>
                    <a:pt x="111881" y="515938"/>
                    <a:pt x="111881" y="514263"/>
                    <a:pt x="111881" y="512338"/>
                  </a:cubicBezTo>
                  <a:close/>
                  <a:moveTo>
                    <a:pt x="191758" y="512255"/>
                  </a:moveTo>
                  <a:cubicBezTo>
                    <a:pt x="191758" y="529179"/>
                    <a:pt x="191758" y="545878"/>
                    <a:pt x="191758" y="562867"/>
                  </a:cubicBezTo>
                  <a:cubicBezTo>
                    <a:pt x="189764" y="562867"/>
                    <a:pt x="187872" y="562867"/>
                    <a:pt x="185419" y="562867"/>
                  </a:cubicBezTo>
                  <a:cubicBezTo>
                    <a:pt x="185419" y="548199"/>
                    <a:pt x="185419" y="533444"/>
                    <a:pt x="185419" y="518337"/>
                  </a:cubicBezTo>
                  <a:cubicBezTo>
                    <a:pt x="182563" y="518108"/>
                    <a:pt x="180216" y="517920"/>
                    <a:pt x="177597" y="517710"/>
                  </a:cubicBezTo>
                  <a:cubicBezTo>
                    <a:pt x="177597" y="515941"/>
                    <a:pt x="177597" y="514367"/>
                    <a:pt x="177954" y="512524"/>
                  </a:cubicBezTo>
                  <a:cubicBezTo>
                    <a:pt x="182685" y="512255"/>
                    <a:pt x="187058" y="512255"/>
                    <a:pt x="191758" y="512255"/>
                  </a:cubicBezTo>
                  <a:close/>
                  <a:moveTo>
                    <a:pt x="92676" y="511728"/>
                  </a:moveTo>
                  <a:cubicBezTo>
                    <a:pt x="98964" y="513701"/>
                    <a:pt x="104238" y="519092"/>
                    <a:pt x="106268" y="527195"/>
                  </a:cubicBezTo>
                  <a:cubicBezTo>
                    <a:pt x="108664" y="536763"/>
                    <a:pt x="108451" y="546454"/>
                    <a:pt x="103236" y="555239"/>
                  </a:cubicBezTo>
                  <a:cubicBezTo>
                    <a:pt x="98563" y="563112"/>
                    <a:pt x="91825" y="565813"/>
                    <a:pt x="82434" y="564066"/>
                  </a:cubicBezTo>
                  <a:cubicBezTo>
                    <a:pt x="74180" y="562531"/>
                    <a:pt x="69513" y="556678"/>
                    <a:pt x="67611" y="549248"/>
                  </a:cubicBezTo>
                  <a:cubicBezTo>
                    <a:pt x="65569" y="541274"/>
                    <a:pt x="65116" y="532902"/>
                    <a:pt x="68333" y="524939"/>
                  </a:cubicBezTo>
                  <a:cubicBezTo>
                    <a:pt x="69456" y="522159"/>
                    <a:pt x="71258" y="519653"/>
                    <a:pt x="73007" y="516766"/>
                  </a:cubicBezTo>
                  <a:cubicBezTo>
                    <a:pt x="79089" y="511198"/>
                    <a:pt x="86389" y="509754"/>
                    <a:pt x="92676" y="511728"/>
                  </a:cubicBezTo>
                  <a:close/>
                  <a:moveTo>
                    <a:pt x="219895" y="510996"/>
                  </a:moveTo>
                  <a:cubicBezTo>
                    <a:pt x="226336" y="511219"/>
                    <a:pt x="232804" y="514465"/>
                    <a:pt x="236235" y="521731"/>
                  </a:cubicBezTo>
                  <a:cubicBezTo>
                    <a:pt x="236440" y="522166"/>
                    <a:pt x="236662" y="522593"/>
                    <a:pt x="237047" y="523369"/>
                  </a:cubicBezTo>
                  <a:cubicBezTo>
                    <a:pt x="240210" y="535404"/>
                    <a:pt x="241319" y="546756"/>
                    <a:pt x="233786" y="557537"/>
                  </a:cubicBezTo>
                  <a:cubicBezTo>
                    <a:pt x="227514" y="566515"/>
                    <a:pt x="210547" y="566610"/>
                    <a:pt x="203679" y="557576"/>
                  </a:cubicBezTo>
                  <a:cubicBezTo>
                    <a:pt x="196938" y="548711"/>
                    <a:pt x="197406" y="527579"/>
                    <a:pt x="203721" y="518401"/>
                  </a:cubicBezTo>
                  <a:cubicBezTo>
                    <a:pt x="207042" y="513575"/>
                    <a:pt x="213455" y="510774"/>
                    <a:pt x="219895" y="510996"/>
                  </a:cubicBezTo>
                  <a:close/>
                  <a:moveTo>
                    <a:pt x="286560" y="510990"/>
                  </a:moveTo>
                  <a:cubicBezTo>
                    <a:pt x="292941" y="511414"/>
                    <a:pt x="299097" y="514802"/>
                    <a:pt x="302027" y="520981"/>
                  </a:cubicBezTo>
                  <a:cubicBezTo>
                    <a:pt x="307931" y="533432"/>
                    <a:pt x="307552" y="545798"/>
                    <a:pt x="299913" y="557953"/>
                  </a:cubicBezTo>
                  <a:cubicBezTo>
                    <a:pt x="293965" y="564976"/>
                    <a:pt x="286626" y="565261"/>
                    <a:pt x="278857" y="563274"/>
                  </a:cubicBezTo>
                  <a:cubicBezTo>
                    <a:pt x="270583" y="561157"/>
                    <a:pt x="267295" y="554749"/>
                    <a:pt x="265740" y="547135"/>
                  </a:cubicBezTo>
                  <a:cubicBezTo>
                    <a:pt x="263716" y="537231"/>
                    <a:pt x="263821" y="527541"/>
                    <a:pt x="269744" y="518773"/>
                  </a:cubicBezTo>
                  <a:cubicBezTo>
                    <a:pt x="273574" y="513103"/>
                    <a:pt x="280180" y="510565"/>
                    <a:pt x="286560" y="510990"/>
                  </a:cubicBezTo>
                  <a:close/>
                  <a:moveTo>
                    <a:pt x="218141" y="414962"/>
                  </a:moveTo>
                  <a:cubicBezTo>
                    <a:pt x="212581" y="415292"/>
                    <a:pt x="208592" y="418752"/>
                    <a:pt x="207348" y="423934"/>
                  </a:cubicBezTo>
                  <a:cubicBezTo>
                    <a:pt x="206122" y="429036"/>
                    <a:pt x="206140" y="434465"/>
                    <a:pt x="205878" y="439763"/>
                  </a:cubicBezTo>
                  <a:cubicBezTo>
                    <a:pt x="205618" y="445021"/>
                    <a:pt x="207642" y="449498"/>
                    <a:pt x="211871" y="453752"/>
                  </a:cubicBezTo>
                  <a:cubicBezTo>
                    <a:pt x="220646" y="458841"/>
                    <a:pt x="227447" y="454582"/>
                    <a:pt x="230061" y="448616"/>
                  </a:cubicBezTo>
                  <a:cubicBezTo>
                    <a:pt x="233813" y="440053"/>
                    <a:pt x="233629" y="430971"/>
                    <a:pt x="230093" y="422296"/>
                  </a:cubicBezTo>
                  <a:cubicBezTo>
                    <a:pt x="228030" y="417234"/>
                    <a:pt x="223601" y="414638"/>
                    <a:pt x="218141" y="414962"/>
                  </a:cubicBezTo>
                  <a:close/>
                  <a:moveTo>
                    <a:pt x="19823" y="414954"/>
                  </a:moveTo>
                  <a:cubicBezTo>
                    <a:pt x="14249" y="415273"/>
                    <a:pt x="10375" y="418717"/>
                    <a:pt x="8944" y="423877"/>
                  </a:cubicBezTo>
                  <a:cubicBezTo>
                    <a:pt x="6394" y="433068"/>
                    <a:pt x="5969" y="442331"/>
                    <a:pt x="11364" y="451649"/>
                  </a:cubicBezTo>
                  <a:cubicBezTo>
                    <a:pt x="18631" y="458395"/>
                    <a:pt x="27461" y="457487"/>
                    <a:pt x="31637" y="448653"/>
                  </a:cubicBezTo>
                  <a:cubicBezTo>
                    <a:pt x="35628" y="440212"/>
                    <a:pt x="35263" y="431022"/>
                    <a:pt x="31737" y="422351"/>
                  </a:cubicBezTo>
                  <a:cubicBezTo>
                    <a:pt x="29695" y="417328"/>
                    <a:pt x="25314" y="414640"/>
                    <a:pt x="19823" y="414954"/>
                  </a:cubicBezTo>
                  <a:close/>
                  <a:moveTo>
                    <a:pt x="87214" y="414876"/>
                  </a:moveTo>
                  <a:cubicBezTo>
                    <a:pt x="81664" y="414762"/>
                    <a:pt x="76111" y="418399"/>
                    <a:pt x="75098" y="424485"/>
                  </a:cubicBezTo>
                  <a:cubicBezTo>
                    <a:pt x="74010" y="431017"/>
                    <a:pt x="74465" y="437806"/>
                    <a:pt x="74309" y="445296"/>
                  </a:cubicBezTo>
                  <a:cubicBezTo>
                    <a:pt x="74711" y="446178"/>
                    <a:pt x="75076" y="447079"/>
                    <a:pt x="75520" y="447939"/>
                  </a:cubicBezTo>
                  <a:cubicBezTo>
                    <a:pt x="78197" y="453129"/>
                    <a:pt x="83375" y="456857"/>
                    <a:pt x="87640" y="455990"/>
                  </a:cubicBezTo>
                  <a:cubicBezTo>
                    <a:pt x="93344" y="454830"/>
                    <a:pt x="97419" y="451772"/>
                    <a:pt x="99158" y="445653"/>
                  </a:cubicBezTo>
                  <a:cubicBezTo>
                    <a:pt x="101218" y="438405"/>
                    <a:pt x="101195" y="431404"/>
                    <a:pt x="98806" y="424329"/>
                  </a:cubicBezTo>
                  <a:cubicBezTo>
                    <a:pt x="96956" y="418850"/>
                    <a:pt x="92234" y="414979"/>
                    <a:pt x="87214" y="414876"/>
                  </a:cubicBezTo>
                  <a:close/>
                  <a:moveTo>
                    <a:pt x="285414" y="414875"/>
                  </a:moveTo>
                  <a:cubicBezTo>
                    <a:pt x="279900" y="414862"/>
                    <a:pt x="275221" y="418298"/>
                    <a:pt x="273530" y="424201"/>
                  </a:cubicBezTo>
                  <a:cubicBezTo>
                    <a:pt x="272526" y="427706"/>
                    <a:pt x="272243" y="431418"/>
                    <a:pt x="271636" y="435950"/>
                  </a:cubicBezTo>
                  <a:cubicBezTo>
                    <a:pt x="271980" y="438983"/>
                    <a:pt x="272039" y="442083"/>
                    <a:pt x="272727" y="445035"/>
                  </a:cubicBezTo>
                  <a:cubicBezTo>
                    <a:pt x="274125" y="451027"/>
                    <a:pt x="279993" y="456009"/>
                    <a:pt x="285279" y="456090"/>
                  </a:cubicBezTo>
                  <a:cubicBezTo>
                    <a:pt x="290591" y="456171"/>
                    <a:pt x="295539" y="451803"/>
                    <a:pt x="297580" y="445460"/>
                  </a:cubicBezTo>
                  <a:cubicBezTo>
                    <a:pt x="299888" y="438282"/>
                    <a:pt x="299502" y="431195"/>
                    <a:pt x="297150" y="424142"/>
                  </a:cubicBezTo>
                  <a:cubicBezTo>
                    <a:pt x="295371" y="418807"/>
                    <a:pt x="290360" y="414888"/>
                    <a:pt x="285414" y="414875"/>
                  </a:cubicBezTo>
                  <a:close/>
                  <a:moveTo>
                    <a:pt x="152988" y="414875"/>
                  </a:moveTo>
                  <a:cubicBezTo>
                    <a:pt x="147421" y="414773"/>
                    <a:pt x="142986" y="418717"/>
                    <a:pt x="140736" y="425335"/>
                  </a:cubicBezTo>
                  <a:cubicBezTo>
                    <a:pt x="138184" y="432840"/>
                    <a:pt x="138736" y="440248"/>
                    <a:pt x="141222" y="447550"/>
                  </a:cubicBezTo>
                  <a:cubicBezTo>
                    <a:pt x="143265" y="453552"/>
                    <a:pt x="149667" y="456556"/>
                    <a:pt x="155915" y="455249"/>
                  </a:cubicBezTo>
                  <a:cubicBezTo>
                    <a:pt x="161520" y="454076"/>
                    <a:pt x="163342" y="449597"/>
                    <a:pt x="165568" y="444484"/>
                  </a:cubicBezTo>
                  <a:cubicBezTo>
                    <a:pt x="165550" y="438258"/>
                    <a:pt x="166189" y="431939"/>
                    <a:pt x="165330" y="425831"/>
                  </a:cubicBezTo>
                  <a:cubicBezTo>
                    <a:pt x="164450" y="419571"/>
                    <a:pt x="158439" y="414976"/>
                    <a:pt x="152988" y="414875"/>
                  </a:cubicBezTo>
                  <a:close/>
                  <a:moveTo>
                    <a:pt x="45175" y="410257"/>
                  </a:moveTo>
                  <a:cubicBezTo>
                    <a:pt x="49677" y="410257"/>
                    <a:pt x="54196" y="410257"/>
                    <a:pt x="59511" y="410257"/>
                  </a:cubicBezTo>
                  <a:cubicBezTo>
                    <a:pt x="59511" y="421741"/>
                    <a:pt x="59511" y="433281"/>
                    <a:pt x="59511" y="445311"/>
                  </a:cubicBezTo>
                  <a:cubicBezTo>
                    <a:pt x="59511" y="450679"/>
                    <a:pt x="59511" y="455557"/>
                    <a:pt x="59511" y="460723"/>
                  </a:cubicBezTo>
                  <a:cubicBezTo>
                    <a:pt x="57189" y="460723"/>
                    <a:pt x="55294" y="460723"/>
                    <a:pt x="52799" y="460723"/>
                  </a:cubicBezTo>
                  <a:cubicBezTo>
                    <a:pt x="52799" y="446031"/>
                    <a:pt x="52799" y="431239"/>
                    <a:pt x="52799" y="416141"/>
                  </a:cubicBezTo>
                  <a:cubicBezTo>
                    <a:pt x="50005" y="415958"/>
                    <a:pt x="47779" y="415813"/>
                    <a:pt x="45175" y="415642"/>
                  </a:cubicBezTo>
                  <a:cubicBezTo>
                    <a:pt x="45175" y="413923"/>
                    <a:pt x="45175" y="412241"/>
                    <a:pt x="45175" y="410257"/>
                  </a:cubicBezTo>
                  <a:close/>
                  <a:moveTo>
                    <a:pt x="243549" y="410255"/>
                  </a:moveTo>
                  <a:cubicBezTo>
                    <a:pt x="248058" y="410255"/>
                    <a:pt x="252577" y="410255"/>
                    <a:pt x="257493" y="410255"/>
                  </a:cubicBezTo>
                  <a:cubicBezTo>
                    <a:pt x="257493" y="426954"/>
                    <a:pt x="257493" y="443691"/>
                    <a:pt x="257493" y="460726"/>
                  </a:cubicBezTo>
                  <a:cubicBezTo>
                    <a:pt x="255559" y="460726"/>
                    <a:pt x="253663" y="460726"/>
                    <a:pt x="251012" y="460726"/>
                  </a:cubicBezTo>
                  <a:cubicBezTo>
                    <a:pt x="251012" y="453855"/>
                    <a:pt x="251012" y="446884"/>
                    <a:pt x="251012" y="439422"/>
                  </a:cubicBezTo>
                  <a:cubicBezTo>
                    <a:pt x="251012" y="431436"/>
                    <a:pt x="251012" y="423941"/>
                    <a:pt x="251012" y="416122"/>
                  </a:cubicBezTo>
                  <a:cubicBezTo>
                    <a:pt x="248377" y="415954"/>
                    <a:pt x="246150" y="415812"/>
                    <a:pt x="243549" y="415646"/>
                  </a:cubicBezTo>
                  <a:cubicBezTo>
                    <a:pt x="243549" y="413919"/>
                    <a:pt x="243549" y="412237"/>
                    <a:pt x="243549" y="410255"/>
                  </a:cubicBezTo>
                  <a:close/>
                  <a:moveTo>
                    <a:pt x="177741" y="410003"/>
                  </a:moveTo>
                  <a:cubicBezTo>
                    <a:pt x="181938" y="410003"/>
                    <a:pt x="186131" y="410003"/>
                    <a:pt x="190780" y="410082"/>
                  </a:cubicBezTo>
                  <a:cubicBezTo>
                    <a:pt x="191508" y="410719"/>
                    <a:pt x="192015" y="411276"/>
                    <a:pt x="192017" y="411834"/>
                  </a:cubicBezTo>
                  <a:cubicBezTo>
                    <a:pt x="192059" y="427966"/>
                    <a:pt x="192051" y="444098"/>
                    <a:pt x="192051" y="460626"/>
                  </a:cubicBezTo>
                  <a:cubicBezTo>
                    <a:pt x="189833" y="460626"/>
                    <a:pt x="187838" y="460626"/>
                    <a:pt x="185289" y="460626"/>
                  </a:cubicBezTo>
                  <a:cubicBezTo>
                    <a:pt x="185289" y="445910"/>
                    <a:pt x="185289" y="431156"/>
                    <a:pt x="185289" y="416120"/>
                  </a:cubicBezTo>
                  <a:cubicBezTo>
                    <a:pt x="182547" y="415949"/>
                    <a:pt x="180326" y="415810"/>
                    <a:pt x="177741" y="415649"/>
                  </a:cubicBezTo>
                  <a:cubicBezTo>
                    <a:pt x="177741" y="413904"/>
                    <a:pt x="177741" y="412227"/>
                    <a:pt x="177741" y="410003"/>
                  </a:cubicBezTo>
                  <a:close/>
                  <a:moveTo>
                    <a:pt x="111903" y="409962"/>
                  </a:moveTo>
                  <a:cubicBezTo>
                    <a:pt x="115239" y="409962"/>
                    <a:pt x="118464" y="409962"/>
                    <a:pt x="122153" y="409966"/>
                  </a:cubicBezTo>
                  <a:cubicBezTo>
                    <a:pt x="123512" y="410952"/>
                    <a:pt x="125177" y="411927"/>
                    <a:pt x="125187" y="412918"/>
                  </a:cubicBezTo>
                  <a:cubicBezTo>
                    <a:pt x="125351" y="428715"/>
                    <a:pt x="125302" y="444514"/>
                    <a:pt x="125302" y="460666"/>
                  </a:cubicBezTo>
                  <a:cubicBezTo>
                    <a:pt x="122988" y="460666"/>
                    <a:pt x="120994" y="460666"/>
                    <a:pt x="118442" y="460666"/>
                  </a:cubicBezTo>
                  <a:cubicBezTo>
                    <a:pt x="118442" y="445823"/>
                    <a:pt x="118442" y="431069"/>
                    <a:pt x="118442" y="416090"/>
                  </a:cubicBezTo>
                  <a:cubicBezTo>
                    <a:pt x="116020" y="415931"/>
                    <a:pt x="114121" y="415805"/>
                    <a:pt x="111903" y="415659"/>
                  </a:cubicBezTo>
                  <a:cubicBezTo>
                    <a:pt x="111903" y="413841"/>
                    <a:pt x="111903" y="412164"/>
                    <a:pt x="111903" y="409962"/>
                  </a:cubicBezTo>
                  <a:close/>
                  <a:moveTo>
                    <a:pt x="214081" y="409375"/>
                  </a:moveTo>
                  <a:cubicBezTo>
                    <a:pt x="218874" y="408250"/>
                    <a:pt x="224101" y="408697"/>
                    <a:pt x="227970" y="410818"/>
                  </a:cubicBezTo>
                  <a:cubicBezTo>
                    <a:pt x="229239" y="411513"/>
                    <a:pt x="230521" y="412185"/>
                    <a:pt x="232061" y="413117"/>
                  </a:cubicBezTo>
                  <a:cubicBezTo>
                    <a:pt x="241995" y="422019"/>
                    <a:pt x="241037" y="448259"/>
                    <a:pt x="233324" y="455802"/>
                  </a:cubicBezTo>
                  <a:cubicBezTo>
                    <a:pt x="223024" y="465875"/>
                    <a:pt x="207227" y="464270"/>
                    <a:pt x="201612" y="451064"/>
                  </a:cubicBezTo>
                  <a:cubicBezTo>
                    <a:pt x="196958" y="440116"/>
                    <a:pt x="197081" y="428495"/>
                    <a:pt x="202792" y="417362"/>
                  </a:cubicBezTo>
                  <a:cubicBezTo>
                    <a:pt x="204929" y="413196"/>
                    <a:pt x="209289" y="410500"/>
                    <a:pt x="214081" y="409375"/>
                  </a:cubicBezTo>
                  <a:close/>
                  <a:moveTo>
                    <a:pt x="147864" y="409264"/>
                  </a:moveTo>
                  <a:cubicBezTo>
                    <a:pt x="155424" y="407794"/>
                    <a:pt x="162558" y="409109"/>
                    <a:pt x="168085" y="415763"/>
                  </a:cubicBezTo>
                  <a:cubicBezTo>
                    <a:pt x="175071" y="424175"/>
                    <a:pt x="175120" y="446824"/>
                    <a:pt x="168077" y="455194"/>
                  </a:cubicBezTo>
                  <a:cubicBezTo>
                    <a:pt x="160904" y="463717"/>
                    <a:pt x="143803" y="466069"/>
                    <a:pt x="135349" y="451642"/>
                  </a:cubicBezTo>
                  <a:cubicBezTo>
                    <a:pt x="131845" y="441924"/>
                    <a:pt x="131026" y="432496"/>
                    <a:pt x="134169" y="422864"/>
                  </a:cubicBezTo>
                  <a:cubicBezTo>
                    <a:pt x="136432" y="415928"/>
                    <a:pt x="140735" y="410652"/>
                    <a:pt x="147864" y="409264"/>
                  </a:cubicBezTo>
                  <a:close/>
                  <a:moveTo>
                    <a:pt x="82777" y="409088"/>
                  </a:moveTo>
                  <a:cubicBezTo>
                    <a:pt x="89054" y="407858"/>
                    <a:pt x="96079" y="409725"/>
                    <a:pt x="101530" y="415163"/>
                  </a:cubicBezTo>
                  <a:cubicBezTo>
                    <a:pt x="109368" y="426917"/>
                    <a:pt x="109205" y="438974"/>
                    <a:pt x="104130" y="451245"/>
                  </a:cubicBezTo>
                  <a:cubicBezTo>
                    <a:pt x="100396" y="460273"/>
                    <a:pt x="92785" y="462611"/>
                    <a:pt x="83900" y="461963"/>
                  </a:cubicBezTo>
                  <a:cubicBezTo>
                    <a:pt x="76053" y="461390"/>
                    <a:pt x="71220" y="456367"/>
                    <a:pt x="68634" y="449557"/>
                  </a:cubicBezTo>
                  <a:cubicBezTo>
                    <a:pt x="65153" y="440387"/>
                    <a:pt x="65224" y="430840"/>
                    <a:pt x="68505" y="421590"/>
                  </a:cubicBezTo>
                  <a:cubicBezTo>
                    <a:pt x="70970" y="414642"/>
                    <a:pt x="76500" y="410317"/>
                    <a:pt x="82777" y="409088"/>
                  </a:cubicBezTo>
                  <a:close/>
                  <a:moveTo>
                    <a:pt x="16868" y="408978"/>
                  </a:moveTo>
                  <a:cubicBezTo>
                    <a:pt x="20407" y="408354"/>
                    <a:pt x="24081" y="408754"/>
                    <a:pt x="27828" y="409949"/>
                  </a:cubicBezTo>
                  <a:cubicBezTo>
                    <a:pt x="37023" y="412883"/>
                    <a:pt x="39947" y="420776"/>
                    <a:pt x="40673" y="429216"/>
                  </a:cubicBezTo>
                  <a:cubicBezTo>
                    <a:pt x="41275" y="436221"/>
                    <a:pt x="41845" y="443490"/>
                    <a:pt x="38421" y="450244"/>
                  </a:cubicBezTo>
                  <a:cubicBezTo>
                    <a:pt x="33697" y="459562"/>
                    <a:pt x="26377" y="463593"/>
                    <a:pt x="16696" y="461962"/>
                  </a:cubicBezTo>
                  <a:cubicBezTo>
                    <a:pt x="8392" y="460562"/>
                    <a:pt x="1175" y="452538"/>
                    <a:pt x="718" y="443149"/>
                  </a:cubicBezTo>
                  <a:cubicBezTo>
                    <a:pt x="412" y="436868"/>
                    <a:pt x="733" y="430452"/>
                    <a:pt x="1737" y="424252"/>
                  </a:cubicBezTo>
                  <a:cubicBezTo>
                    <a:pt x="2295" y="420804"/>
                    <a:pt x="4828" y="417676"/>
                    <a:pt x="6725" y="414145"/>
                  </a:cubicBezTo>
                  <a:cubicBezTo>
                    <a:pt x="9927" y="411248"/>
                    <a:pt x="13330" y="409601"/>
                    <a:pt x="16868" y="408978"/>
                  </a:cubicBezTo>
                  <a:close/>
                  <a:moveTo>
                    <a:pt x="286897" y="408869"/>
                  </a:moveTo>
                  <a:cubicBezTo>
                    <a:pt x="295611" y="409484"/>
                    <a:pt x="301790" y="414545"/>
                    <a:pt x="304489" y="424574"/>
                  </a:cubicBezTo>
                  <a:cubicBezTo>
                    <a:pt x="307058" y="434118"/>
                    <a:pt x="306653" y="443485"/>
                    <a:pt x="301919" y="452185"/>
                  </a:cubicBezTo>
                  <a:cubicBezTo>
                    <a:pt x="300252" y="455248"/>
                    <a:pt x="296950" y="457420"/>
                    <a:pt x="294023" y="460103"/>
                  </a:cubicBezTo>
                  <a:cubicBezTo>
                    <a:pt x="277347" y="466609"/>
                    <a:pt x="266543" y="456572"/>
                    <a:pt x="264917" y="440790"/>
                  </a:cubicBezTo>
                  <a:cubicBezTo>
                    <a:pt x="264364" y="435412"/>
                    <a:pt x="264800" y="429678"/>
                    <a:pt x="266078" y="424421"/>
                  </a:cubicBezTo>
                  <a:cubicBezTo>
                    <a:pt x="268386" y="414933"/>
                    <a:pt x="275406" y="408058"/>
                    <a:pt x="286897" y="408869"/>
                  </a:cubicBezTo>
                  <a:close/>
                  <a:moveTo>
                    <a:pt x="289675" y="313865"/>
                  </a:moveTo>
                  <a:cubicBezTo>
                    <a:pt x="281726" y="310373"/>
                    <a:pt x="274749" y="315202"/>
                    <a:pt x="272463" y="325979"/>
                  </a:cubicBezTo>
                  <a:cubicBezTo>
                    <a:pt x="270795" y="333271"/>
                    <a:pt x="270967" y="340430"/>
                    <a:pt x="274639" y="347111"/>
                  </a:cubicBezTo>
                  <a:cubicBezTo>
                    <a:pt x="276954" y="351323"/>
                    <a:pt x="280785" y="354122"/>
                    <a:pt x="285589" y="353803"/>
                  </a:cubicBezTo>
                  <a:cubicBezTo>
                    <a:pt x="290199" y="353497"/>
                    <a:pt x="294291" y="351195"/>
                    <a:pt x="296311" y="346588"/>
                  </a:cubicBezTo>
                  <a:cubicBezTo>
                    <a:pt x="300197" y="337722"/>
                    <a:pt x="300241" y="328696"/>
                    <a:pt x="296125" y="320000"/>
                  </a:cubicBezTo>
                  <a:cubicBezTo>
                    <a:pt x="294926" y="317466"/>
                    <a:pt x="292264" y="315002"/>
                    <a:pt x="289675" y="313865"/>
                  </a:cubicBezTo>
                  <a:close/>
                  <a:moveTo>
                    <a:pt x="24731" y="313337"/>
                  </a:moveTo>
                  <a:cubicBezTo>
                    <a:pt x="21657" y="312362"/>
                    <a:pt x="17999" y="312844"/>
                    <a:pt x="14142" y="314760"/>
                  </a:cubicBezTo>
                  <a:cubicBezTo>
                    <a:pt x="6447" y="321360"/>
                    <a:pt x="4547" y="337118"/>
                    <a:pt x="10197" y="347479"/>
                  </a:cubicBezTo>
                  <a:cubicBezTo>
                    <a:pt x="14611" y="355576"/>
                    <a:pt x="25224" y="356190"/>
                    <a:pt x="30274" y="348437"/>
                  </a:cubicBezTo>
                  <a:cubicBezTo>
                    <a:pt x="36051" y="339566"/>
                    <a:pt x="35407" y="329845"/>
                    <a:pt x="31823" y="320657"/>
                  </a:cubicBezTo>
                  <a:cubicBezTo>
                    <a:pt x="30298" y="316745"/>
                    <a:pt x="27806" y="314313"/>
                    <a:pt x="24731" y="313337"/>
                  </a:cubicBezTo>
                  <a:close/>
                  <a:moveTo>
                    <a:pt x="155986" y="313195"/>
                  </a:moveTo>
                  <a:cubicBezTo>
                    <a:pt x="152956" y="312510"/>
                    <a:pt x="149449" y="313281"/>
                    <a:pt x="145532" y="315611"/>
                  </a:cubicBezTo>
                  <a:cubicBezTo>
                    <a:pt x="137555" y="321382"/>
                    <a:pt x="137526" y="339578"/>
                    <a:pt x="142332" y="347605"/>
                  </a:cubicBezTo>
                  <a:cubicBezTo>
                    <a:pt x="146056" y="353825"/>
                    <a:pt x="155402" y="356683"/>
                    <a:pt x="161595" y="349709"/>
                  </a:cubicBezTo>
                  <a:cubicBezTo>
                    <a:pt x="167341" y="343239"/>
                    <a:pt x="168561" y="328185"/>
                    <a:pt x="163577" y="319515"/>
                  </a:cubicBezTo>
                  <a:cubicBezTo>
                    <a:pt x="161569" y="316021"/>
                    <a:pt x="159016" y="313880"/>
                    <a:pt x="155986" y="313195"/>
                  </a:cubicBezTo>
                  <a:close/>
                  <a:moveTo>
                    <a:pt x="218172" y="312824"/>
                  </a:moveTo>
                  <a:cubicBezTo>
                    <a:pt x="212605" y="313147"/>
                    <a:pt x="208623" y="316589"/>
                    <a:pt x="207324" y="321767"/>
                  </a:cubicBezTo>
                  <a:cubicBezTo>
                    <a:pt x="204902" y="331419"/>
                    <a:pt x="203772" y="341205"/>
                    <a:pt x="210783" y="350585"/>
                  </a:cubicBezTo>
                  <a:cubicBezTo>
                    <a:pt x="218518" y="355934"/>
                    <a:pt x="226221" y="354726"/>
                    <a:pt x="230032" y="346499"/>
                  </a:cubicBezTo>
                  <a:cubicBezTo>
                    <a:pt x="233957" y="338025"/>
                    <a:pt x="233635" y="328864"/>
                    <a:pt x="230104" y="320190"/>
                  </a:cubicBezTo>
                  <a:cubicBezTo>
                    <a:pt x="228052" y="315148"/>
                    <a:pt x="223646" y="312506"/>
                    <a:pt x="218172" y="312824"/>
                  </a:cubicBezTo>
                  <a:close/>
                  <a:moveTo>
                    <a:pt x="86785" y="312741"/>
                  </a:moveTo>
                  <a:cubicBezTo>
                    <a:pt x="81540" y="312860"/>
                    <a:pt x="77013" y="316427"/>
                    <a:pt x="75108" y="321829"/>
                  </a:cubicBezTo>
                  <a:cubicBezTo>
                    <a:pt x="72436" y="329403"/>
                    <a:pt x="72410" y="336965"/>
                    <a:pt x="75264" y="345288"/>
                  </a:cubicBezTo>
                  <a:cubicBezTo>
                    <a:pt x="77730" y="350503"/>
                    <a:pt x="81628" y="353986"/>
                    <a:pt x="87573" y="353852"/>
                  </a:cubicBezTo>
                  <a:cubicBezTo>
                    <a:pt x="93067" y="353728"/>
                    <a:pt x="97916" y="348893"/>
                    <a:pt x="99510" y="342716"/>
                  </a:cubicBezTo>
                  <a:cubicBezTo>
                    <a:pt x="101327" y="335672"/>
                    <a:pt x="101168" y="328675"/>
                    <a:pt x="98754" y="321775"/>
                  </a:cubicBezTo>
                  <a:cubicBezTo>
                    <a:pt x="96926" y="316552"/>
                    <a:pt x="91719" y="312630"/>
                    <a:pt x="86785" y="312741"/>
                  </a:cubicBezTo>
                  <a:close/>
                  <a:moveTo>
                    <a:pt x="275814" y="308733"/>
                  </a:moveTo>
                  <a:cubicBezTo>
                    <a:pt x="291111" y="302778"/>
                    <a:pt x="302832" y="310362"/>
                    <a:pt x="305164" y="325376"/>
                  </a:cubicBezTo>
                  <a:cubicBezTo>
                    <a:pt x="306472" y="333792"/>
                    <a:pt x="305861" y="341625"/>
                    <a:pt x="302398" y="349359"/>
                  </a:cubicBezTo>
                  <a:cubicBezTo>
                    <a:pt x="298684" y="357652"/>
                    <a:pt x="291865" y="360060"/>
                    <a:pt x="283470" y="359893"/>
                  </a:cubicBezTo>
                  <a:cubicBezTo>
                    <a:pt x="275732" y="359739"/>
                    <a:pt x="270678" y="355482"/>
                    <a:pt x="267763" y="348904"/>
                  </a:cubicBezTo>
                  <a:cubicBezTo>
                    <a:pt x="263248" y="338719"/>
                    <a:pt x="263175" y="328142"/>
                    <a:pt x="267796" y="318007"/>
                  </a:cubicBezTo>
                  <a:cubicBezTo>
                    <a:pt x="269388" y="314516"/>
                    <a:pt x="272843" y="311875"/>
                    <a:pt x="275814" y="308733"/>
                  </a:cubicBezTo>
                  <a:close/>
                  <a:moveTo>
                    <a:pt x="243501" y="308087"/>
                  </a:moveTo>
                  <a:cubicBezTo>
                    <a:pt x="248133" y="308087"/>
                    <a:pt x="252638" y="308087"/>
                    <a:pt x="257516" y="308087"/>
                  </a:cubicBezTo>
                  <a:cubicBezTo>
                    <a:pt x="257516" y="324823"/>
                    <a:pt x="257516" y="341517"/>
                    <a:pt x="257516" y="359522"/>
                  </a:cubicBezTo>
                  <a:cubicBezTo>
                    <a:pt x="255118" y="358610"/>
                    <a:pt x="253083" y="357836"/>
                    <a:pt x="251034" y="356601"/>
                  </a:cubicBezTo>
                  <a:cubicBezTo>
                    <a:pt x="251020" y="342159"/>
                    <a:pt x="251020" y="328178"/>
                    <a:pt x="251020" y="313963"/>
                  </a:cubicBezTo>
                  <a:cubicBezTo>
                    <a:pt x="248270" y="313802"/>
                    <a:pt x="246046" y="313672"/>
                    <a:pt x="243501" y="313523"/>
                  </a:cubicBezTo>
                  <a:cubicBezTo>
                    <a:pt x="243501" y="311702"/>
                    <a:pt x="243501" y="310027"/>
                    <a:pt x="243501" y="308087"/>
                  </a:cubicBezTo>
                  <a:close/>
                  <a:moveTo>
                    <a:pt x="177687" y="308074"/>
                  </a:moveTo>
                  <a:cubicBezTo>
                    <a:pt x="182365" y="308074"/>
                    <a:pt x="186868" y="308074"/>
                    <a:pt x="192089" y="308074"/>
                  </a:cubicBezTo>
                  <a:cubicBezTo>
                    <a:pt x="192089" y="310522"/>
                    <a:pt x="192089" y="312896"/>
                    <a:pt x="192089" y="315751"/>
                  </a:cubicBezTo>
                  <a:cubicBezTo>
                    <a:pt x="192089" y="330228"/>
                    <a:pt x="192089" y="344223"/>
                    <a:pt x="192089" y="358552"/>
                  </a:cubicBezTo>
                  <a:cubicBezTo>
                    <a:pt x="189726" y="358552"/>
                    <a:pt x="187732" y="358552"/>
                    <a:pt x="185350" y="358552"/>
                  </a:cubicBezTo>
                  <a:cubicBezTo>
                    <a:pt x="185350" y="343779"/>
                    <a:pt x="185350" y="329158"/>
                    <a:pt x="185350" y="313975"/>
                  </a:cubicBezTo>
                  <a:cubicBezTo>
                    <a:pt x="182670" y="313821"/>
                    <a:pt x="180330" y="313687"/>
                    <a:pt x="177687" y="313535"/>
                  </a:cubicBezTo>
                  <a:cubicBezTo>
                    <a:pt x="177687" y="311673"/>
                    <a:pt x="177687" y="309999"/>
                    <a:pt x="177687" y="308074"/>
                  </a:cubicBezTo>
                  <a:close/>
                  <a:moveTo>
                    <a:pt x="111877" y="308066"/>
                  </a:moveTo>
                  <a:cubicBezTo>
                    <a:pt x="116260" y="308066"/>
                    <a:pt x="120436" y="308066"/>
                    <a:pt x="125309" y="308066"/>
                  </a:cubicBezTo>
                  <a:cubicBezTo>
                    <a:pt x="125309" y="320979"/>
                    <a:pt x="125309" y="333791"/>
                    <a:pt x="125309" y="347090"/>
                  </a:cubicBezTo>
                  <a:cubicBezTo>
                    <a:pt x="125309" y="351135"/>
                    <a:pt x="125309" y="354693"/>
                    <a:pt x="125309" y="358567"/>
                  </a:cubicBezTo>
                  <a:cubicBezTo>
                    <a:pt x="122921" y="358567"/>
                    <a:pt x="120927" y="358567"/>
                    <a:pt x="118545" y="358567"/>
                  </a:cubicBezTo>
                  <a:cubicBezTo>
                    <a:pt x="118545" y="343750"/>
                    <a:pt x="118545" y="329130"/>
                    <a:pt x="118545" y="314130"/>
                  </a:cubicBezTo>
                  <a:cubicBezTo>
                    <a:pt x="116196" y="313883"/>
                    <a:pt x="114181" y="313672"/>
                    <a:pt x="111877" y="313431"/>
                  </a:cubicBezTo>
                  <a:cubicBezTo>
                    <a:pt x="111877" y="311658"/>
                    <a:pt x="111877" y="309983"/>
                    <a:pt x="111877" y="308066"/>
                  </a:cubicBezTo>
                  <a:close/>
                  <a:moveTo>
                    <a:pt x="59232" y="307826"/>
                  </a:moveTo>
                  <a:cubicBezTo>
                    <a:pt x="59232" y="325022"/>
                    <a:pt x="59232" y="341725"/>
                    <a:pt x="59232" y="358658"/>
                  </a:cubicBezTo>
                  <a:cubicBezTo>
                    <a:pt x="57074" y="358658"/>
                    <a:pt x="55183" y="358658"/>
                    <a:pt x="52739" y="358658"/>
                  </a:cubicBezTo>
                  <a:cubicBezTo>
                    <a:pt x="52739" y="343811"/>
                    <a:pt x="52739" y="329054"/>
                    <a:pt x="52739" y="315161"/>
                  </a:cubicBezTo>
                  <a:cubicBezTo>
                    <a:pt x="50286" y="311931"/>
                    <a:pt x="44476" y="316780"/>
                    <a:pt x="44812" y="309863"/>
                  </a:cubicBezTo>
                  <a:cubicBezTo>
                    <a:pt x="46483" y="308890"/>
                    <a:pt x="48108" y="308035"/>
                    <a:pt x="49793" y="307897"/>
                  </a:cubicBezTo>
                  <a:cubicBezTo>
                    <a:pt x="52830" y="307647"/>
                    <a:pt x="55903" y="307826"/>
                    <a:pt x="59232" y="307826"/>
                  </a:cubicBezTo>
                  <a:close/>
                  <a:moveTo>
                    <a:pt x="157136" y="306997"/>
                  </a:moveTo>
                  <a:cubicBezTo>
                    <a:pt x="165075" y="308313"/>
                    <a:pt x="169555" y="313891"/>
                    <a:pt x="171869" y="321409"/>
                  </a:cubicBezTo>
                  <a:cubicBezTo>
                    <a:pt x="174537" y="330073"/>
                    <a:pt x="174034" y="338716"/>
                    <a:pt x="171321" y="347158"/>
                  </a:cubicBezTo>
                  <a:cubicBezTo>
                    <a:pt x="168536" y="355825"/>
                    <a:pt x="159874" y="360759"/>
                    <a:pt x="150135" y="359866"/>
                  </a:cubicBezTo>
                  <a:cubicBezTo>
                    <a:pt x="141654" y="359087"/>
                    <a:pt x="135137" y="352116"/>
                    <a:pt x="133120" y="342499"/>
                  </a:cubicBezTo>
                  <a:cubicBezTo>
                    <a:pt x="131257" y="333622"/>
                    <a:pt x="132442" y="325191"/>
                    <a:pt x="135756" y="316581"/>
                  </a:cubicBezTo>
                  <a:cubicBezTo>
                    <a:pt x="140732" y="307944"/>
                    <a:pt x="148346" y="305539"/>
                    <a:pt x="157136" y="306997"/>
                  </a:cubicBezTo>
                  <a:close/>
                  <a:moveTo>
                    <a:pt x="214643" y="306875"/>
                  </a:moveTo>
                  <a:cubicBezTo>
                    <a:pt x="219270" y="305674"/>
                    <a:pt x="224277" y="306570"/>
                    <a:pt x="229693" y="309516"/>
                  </a:cubicBezTo>
                  <a:cubicBezTo>
                    <a:pt x="236253" y="313086"/>
                    <a:pt x="238339" y="319635"/>
                    <a:pt x="238969" y="326116"/>
                  </a:cubicBezTo>
                  <a:cubicBezTo>
                    <a:pt x="239678" y="333420"/>
                    <a:pt x="240371" y="341039"/>
                    <a:pt x="236792" y="348112"/>
                  </a:cubicBezTo>
                  <a:cubicBezTo>
                    <a:pt x="232076" y="357434"/>
                    <a:pt x="224752" y="361459"/>
                    <a:pt x="215071" y="359827"/>
                  </a:cubicBezTo>
                  <a:cubicBezTo>
                    <a:pt x="206768" y="358427"/>
                    <a:pt x="199408" y="350405"/>
                    <a:pt x="199123" y="341019"/>
                  </a:cubicBezTo>
                  <a:cubicBezTo>
                    <a:pt x="198880" y="333038"/>
                    <a:pt x="197351" y="324716"/>
                    <a:pt x="201876" y="316816"/>
                  </a:cubicBezTo>
                  <a:cubicBezTo>
                    <a:pt x="205770" y="311375"/>
                    <a:pt x="210016" y="308077"/>
                    <a:pt x="214643" y="306875"/>
                  </a:cubicBezTo>
                  <a:close/>
                  <a:moveTo>
                    <a:pt x="90203" y="306810"/>
                  </a:moveTo>
                  <a:cubicBezTo>
                    <a:pt x="98008" y="307493"/>
                    <a:pt x="105154" y="314497"/>
                    <a:pt x="106506" y="324105"/>
                  </a:cubicBezTo>
                  <a:cubicBezTo>
                    <a:pt x="107190" y="328966"/>
                    <a:pt x="106728" y="333988"/>
                    <a:pt x="106732" y="339368"/>
                  </a:cubicBezTo>
                  <a:cubicBezTo>
                    <a:pt x="105229" y="356877"/>
                    <a:pt x="92334" y="363108"/>
                    <a:pt x="79300" y="358694"/>
                  </a:cubicBezTo>
                  <a:cubicBezTo>
                    <a:pt x="70680" y="355774"/>
                    <a:pt x="67534" y="347770"/>
                    <a:pt x="66616" y="339533"/>
                  </a:cubicBezTo>
                  <a:cubicBezTo>
                    <a:pt x="65980" y="333835"/>
                    <a:pt x="66323" y="327699"/>
                    <a:pt x="67780" y="322167"/>
                  </a:cubicBezTo>
                  <a:cubicBezTo>
                    <a:pt x="70561" y="311612"/>
                    <a:pt x="77316" y="305682"/>
                    <a:pt x="90203" y="306810"/>
                  </a:cubicBezTo>
                  <a:close/>
                  <a:moveTo>
                    <a:pt x="17852" y="306763"/>
                  </a:moveTo>
                  <a:cubicBezTo>
                    <a:pt x="24137" y="306002"/>
                    <a:pt x="30872" y="308007"/>
                    <a:pt x="35225" y="312542"/>
                  </a:cubicBezTo>
                  <a:cubicBezTo>
                    <a:pt x="42577" y="324430"/>
                    <a:pt x="43009" y="336624"/>
                    <a:pt x="37835" y="348915"/>
                  </a:cubicBezTo>
                  <a:cubicBezTo>
                    <a:pt x="35113" y="355381"/>
                    <a:pt x="30084" y="359552"/>
                    <a:pt x="22571" y="359889"/>
                  </a:cubicBezTo>
                  <a:cubicBezTo>
                    <a:pt x="14129" y="360268"/>
                    <a:pt x="7072" y="357886"/>
                    <a:pt x="3482" y="349619"/>
                  </a:cubicBezTo>
                  <a:cubicBezTo>
                    <a:pt x="-1106" y="339055"/>
                    <a:pt x="-968" y="328184"/>
                    <a:pt x="3180" y="317576"/>
                  </a:cubicBezTo>
                  <a:cubicBezTo>
                    <a:pt x="5732" y="311050"/>
                    <a:pt x="11567" y="307523"/>
                    <a:pt x="17852" y="306763"/>
                  </a:cubicBezTo>
                  <a:close/>
                  <a:moveTo>
                    <a:pt x="149247" y="211357"/>
                  </a:moveTo>
                  <a:cubicBezTo>
                    <a:pt x="143923" y="213362"/>
                    <a:pt x="141719" y="217512"/>
                    <a:pt x="140055" y="223192"/>
                  </a:cubicBezTo>
                  <a:cubicBezTo>
                    <a:pt x="140060" y="228612"/>
                    <a:pt x="139585" y="234087"/>
                    <a:pt x="140194" y="239439"/>
                  </a:cubicBezTo>
                  <a:cubicBezTo>
                    <a:pt x="140910" y="245739"/>
                    <a:pt x="144762" y="250076"/>
                    <a:pt x="151112" y="251442"/>
                  </a:cubicBezTo>
                  <a:cubicBezTo>
                    <a:pt x="155805" y="252452"/>
                    <a:pt x="159439" y="250230"/>
                    <a:pt x="162430" y="246661"/>
                  </a:cubicBezTo>
                  <a:cubicBezTo>
                    <a:pt x="168505" y="239413"/>
                    <a:pt x="168091" y="220466"/>
                    <a:pt x="161217" y="214071"/>
                  </a:cubicBezTo>
                  <a:cubicBezTo>
                    <a:pt x="158039" y="211115"/>
                    <a:pt x="154061" y="209545"/>
                    <a:pt x="149247" y="211357"/>
                  </a:cubicBezTo>
                  <a:close/>
                  <a:moveTo>
                    <a:pt x="287114" y="210944"/>
                  </a:moveTo>
                  <a:cubicBezTo>
                    <a:pt x="283324" y="210984"/>
                    <a:pt x="278433" y="212528"/>
                    <a:pt x="276005" y="215199"/>
                  </a:cubicBezTo>
                  <a:cubicBezTo>
                    <a:pt x="269716" y="222120"/>
                    <a:pt x="268485" y="244417"/>
                    <a:pt x="281258" y="250859"/>
                  </a:cubicBezTo>
                  <a:cubicBezTo>
                    <a:pt x="288885" y="252813"/>
                    <a:pt x="294655" y="249446"/>
                    <a:pt x="297301" y="241887"/>
                  </a:cubicBezTo>
                  <a:cubicBezTo>
                    <a:pt x="299985" y="234221"/>
                    <a:pt x="299602" y="226625"/>
                    <a:pt x="296932" y="219189"/>
                  </a:cubicBezTo>
                  <a:cubicBezTo>
                    <a:pt x="295335" y="214741"/>
                    <a:pt x="291865" y="210895"/>
                    <a:pt x="287114" y="210944"/>
                  </a:cubicBezTo>
                  <a:close/>
                  <a:moveTo>
                    <a:pt x="19518" y="210712"/>
                  </a:moveTo>
                  <a:cubicBezTo>
                    <a:pt x="14243" y="211135"/>
                    <a:pt x="9812" y="214378"/>
                    <a:pt x="9184" y="219460"/>
                  </a:cubicBezTo>
                  <a:cubicBezTo>
                    <a:pt x="8235" y="227139"/>
                    <a:pt x="8837" y="235010"/>
                    <a:pt x="9266" y="243425"/>
                  </a:cubicBezTo>
                  <a:cubicBezTo>
                    <a:pt x="11016" y="248927"/>
                    <a:pt x="15279" y="251488"/>
                    <a:pt x="20556" y="251706"/>
                  </a:cubicBezTo>
                  <a:cubicBezTo>
                    <a:pt x="25553" y="251913"/>
                    <a:pt x="29706" y="249035"/>
                    <a:pt x="31610" y="244559"/>
                  </a:cubicBezTo>
                  <a:cubicBezTo>
                    <a:pt x="35349" y="235775"/>
                    <a:pt x="35304" y="226609"/>
                    <a:pt x="31599" y="217801"/>
                  </a:cubicBezTo>
                  <a:cubicBezTo>
                    <a:pt x="29477" y="212755"/>
                    <a:pt x="24932" y="210278"/>
                    <a:pt x="19518" y="210712"/>
                  </a:cubicBezTo>
                  <a:close/>
                  <a:moveTo>
                    <a:pt x="217944" y="210704"/>
                  </a:moveTo>
                  <a:cubicBezTo>
                    <a:pt x="212424" y="211140"/>
                    <a:pt x="208510" y="214667"/>
                    <a:pt x="207223" y="219840"/>
                  </a:cubicBezTo>
                  <a:cubicBezTo>
                    <a:pt x="204895" y="229189"/>
                    <a:pt x="204061" y="238650"/>
                    <a:pt x="210255" y="247917"/>
                  </a:cubicBezTo>
                  <a:cubicBezTo>
                    <a:pt x="217590" y="253930"/>
                    <a:pt x="225867" y="252967"/>
                    <a:pt x="229903" y="244590"/>
                  </a:cubicBezTo>
                  <a:cubicBezTo>
                    <a:pt x="234040" y="236007"/>
                    <a:pt x="233686" y="226671"/>
                    <a:pt x="230000" y="217852"/>
                  </a:cubicBezTo>
                  <a:cubicBezTo>
                    <a:pt x="227892" y="212808"/>
                    <a:pt x="223386" y="210275"/>
                    <a:pt x="217944" y="210704"/>
                  </a:cubicBezTo>
                  <a:close/>
                  <a:moveTo>
                    <a:pt x="86848" y="210607"/>
                  </a:moveTo>
                  <a:cubicBezTo>
                    <a:pt x="80885" y="210706"/>
                    <a:pt x="75650" y="215150"/>
                    <a:pt x="74360" y="221874"/>
                  </a:cubicBezTo>
                  <a:cubicBezTo>
                    <a:pt x="73574" y="225966"/>
                    <a:pt x="73599" y="230214"/>
                    <a:pt x="73263" y="235289"/>
                  </a:cubicBezTo>
                  <a:cubicBezTo>
                    <a:pt x="73718" y="237484"/>
                    <a:pt x="73945" y="239758"/>
                    <a:pt x="74671" y="241860"/>
                  </a:cubicBezTo>
                  <a:cubicBezTo>
                    <a:pt x="76635" y="247547"/>
                    <a:pt x="82197" y="251893"/>
                    <a:pt x="87084" y="251822"/>
                  </a:cubicBezTo>
                  <a:cubicBezTo>
                    <a:pt x="92426" y="251746"/>
                    <a:pt x="97452" y="247354"/>
                    <a:pt x="99282" y="241034"/>
                  </a:cubicBezTo>
                  <a:cubicBezTo>
                    <a:pt x="101208" y="234382"/>
                    <a:pt x="101309" y="227752"/>
                    <a:pt x="99091" y="221094"/>
                  </a:cubicBezTo>
                  <a:cubicBezTo>
                    <a:pt x="96885" y="214469"/>
                    <a:pt x="92408" y="210516"/>
                    <a:pt x="86848" y="210607"/>
                  </a:cubicBezTo>
                  <a:close/>
                  <a:moveTo>
                    <a:pt x="31174" y="207113"/>
                  </a:moveTo>
                  <a:cubicBezTo>
                    <a:pt x="36524" y="210380"/>
                    <a:pt x="39970" y="216653"/>
                    <a:pt x="40702" y="224956"/>
                  </a:cubicBezTo>
                  <a:cubicBezTo>
                    <a:pt x="41319" y="231956"/>
                    <a:pt x="41845" y="239228"/>
                    <a:pt x="38417" y="245981"/>
                  </a:cubicBezTo>
                  <a:cubicBezTo>
                    <a:pt x="33689" y="255297"/>
                    <a:pt x="26373" y="259326"/>
                    <a:pt x="16692" y="257693"/>
                  </a:cubicBezTo>
                  <a:cubicBezTo>
                    <a:pt x="8391" y="256291"/>
                    <a:pt x="1163" y="248269"/>
                    <a:pt x="720" y="238882"/>
                  </a:cubicBezTo>
                  <a:cubicBezTo>
                    <a:pt x="415" y="232438"/>
                    <a:pt x="294" y="225695"/>
                    <a:pt x="1886" y="219550"/>
                  </a:cubicBezTo>
                  <a:cubicBezTo>
                    <a:pt x="3026" y="215146"/>
                    <a:pt x="7136" y="211512"/>
                    <a:pt x="10218" y="207305"/>
                  </a:cubicBezTo>
                  <a:cubicBezTo>
                    <a:pt x="18568" y="203585"/>
                    <a:pt x="25823" y="203846"/>
                    <a:pt x="31174" y="207113"/>
                  </a:cubicBezTo>
                  <a:close/>
                  <a:moveTo>
                    <a:pt x="243551" y="205988"/>
                  </a:moveTo>
                  <a:cubicBezTo>
                    <a:pt x="248055" y="205988"/>
                    <a:pt x="252574" y="205988"/>
                    <a:pt x="257887" y="205988"/>
                  </a:cubicBezTo>
                  <a:cubicBezTo>
                    <a:pt x="257887" y="211903"/>
                    <a:pt x="257887" y="217882"/>
                    <a:pt x="257887" y="224352"/>
                  </a:cubicBezTo>
                  <a:cubicBezTo>
                    <a:pt x="257887" y="235283"/>
                    <a:pt x="257887" y="245724"/>
                    <a:pt x="257887" y="256456"/>
                  </a:cubicBezTo>
                  <a:cubicBezTo>
                    <a:pt x="255563" y="256456"/>
                    <a:pt x="253668" y="256456"/>
                    <a:pt x="251173" y="256456"/>
                  </a:cubicBezTo>
                  <a:cubicBezTo>
                    <a:pt x="251173" y="241762"/>
                    <a:pt x="251173" y="226970"/>
                    <a:pt x="251173" y="211870"/>
                  </a:cubicBezTo>
                  <a:cubicBezTo>
                    <a:pt x="248381" y="211688"/>
                    <a:pt x="246154" y="211544"/>
                    <a:pt x="243551" y="211375"/>
                  </a:cubicBezTo>
                  <a:cubicBezTo>
                    <a:pt x="243551" y="209653"/>
                    <a:pt x="243551" y="207972"/>
                    <a:pt x="243551" y="205988"/>
                  </a:cubicBezTo>
                  <a:close/>
                  <a:moveTo>
                    <a:pt x="177751" y="205987"/>
                  </a:moveTo>
                  <a:cubicBezTo>
                    <a:pt x="182260" y="205987"/>
                    <a:pt x="186779" y="205987"/>
                    <a:pt x="191695" y="205987"/>
                  </a:cubicBezTo>
                  <a:cubicBezTo>
                    <a:pt x="191695" y="222687"/>
                    <a:pt x="191695" y="239423"/>
                    <a:pt x="191695" y="256458"/>
                  </a:cubicBezTo>
                  <a:cubicBezTo>
                    <a:pt x="189761" y="256458"/>
                    <a:pt x="187865" y="256458"/>
                    <a:pt x="185214" y="256458"/>
                  </a:cubicBezTo>
                  <a:cubicBezTo>
                    <a:pt x="185214" y="248933"/>
                    <a:pt x="185214" y="241307"/>
                    <a:pt x="185214" y="233190"/>
                  </a:cubicBezTo>
                  <a:cubicBezTo>
                    <a:pt x="185214" y="225859"/>
                    <a:pt x="185214" y="219020"/>
                    <a:pt x="185214" y="211854"/>
                  </a:cubicBezTo>
                  <a:cubicBezTo>
                    <a:pt x="182582" y="211686"/>
                    <a:pt x="180352" y="211544"/>
                    <a:pt x="177751" y="211378"/>
                  </a:cubicBezTo>
                  <a:cubicBezTo>
                    <a:pt x="177751" y="209658"/>
                    <a:pt x="177751" y="207979"/>
                    <a:pt x="177751" y="205987"/>
                  </a:cubicBezTo>
                  <a:close/>
                  <a:moveTo>
                    <a:pt x="111896" y="205948"/>
                  </a:moveTo>
                  <a:cubicBezTo>
                    <a:pt x="116219" y="205948"/>
                    <a:pt x="120396" y="205948"/>
                    <a:pt x="125309" y="205948"/>
                  </a:cubicBezTo>
                  <a:cubicBezTo>
                    <a:pt x="125309" y="212925"/>
                    <a:pt x="125309" y="219866"/>
                    <a:pt x="125309" y="227298"/>
                  </a:cubicBezTo>
                  <a:cubicBezTo>
                    <a:pt x="125309" y="237219"/>
                    <a:pt x="125309" y="246650"/>
                    <a:pt x="125309" y="256415"/>
                  </a:cubicBezTo>
                  <a:cubicBezTo>
                    <a:pt x="122952" y="256415"/>
                    <a:pt x="120958" y="256415"/>
                    <a:pt x="118422" y="256415"/>
                  </a:cubicBezTo>
                  <a:cubicBezTo>
                    <a:pt x="118422" y="241528"/>
                    <a:pt x="118422" y="226778"/>
                    <a:pt x="118422" y="211812"/>
                  </a:cubicBezTo>
                  <a:cubicBezTo>
                    <a:pt x="116005" y="211655"/>
                    <a:pt x="114105" y="211532"/>
                    <a:pt x="111896" y="211389"/>
                  </a:cubicBezTo>
                  <a:cubicBezTo>
                    <a:pt x="111896" y="209559"/>
                    <a:pt x="111896" y="207883"/>
                    <a:pt x="111896" y="205948"/>
                  </a:cubicBezTo>
                  <a:close/>
                  <a:moveTo>
                    <a:pt x="45146" y="205700"/>
                  </a:moveTo>
                  <a:cubicBezTo>
                    <a:pt x="49066" y="205700"/>
                    <a:pt x="52938" y="205700"/>
                    <a:pt x="57274" y="205717"/>
                  </a:cubicBezTo>
                  <a:cubicBezTo>
                    <a:pt x="58326" y="206685"/>
                    <a:pt x="59422" y="207633"/>
                    <a:pt x="59428" y="208589"/>
                  </a:cubicBezTo>
                  <a:cubicBezTo>
                    <a:pt x="59534" y="224390"/>
                    <a:pt x="59504" y="240193"/>
                    <a:pt x="59504" y="256374"/>
                  </a:cubicBezTo>
                  <a:cubicBezTo>
                    <a:pt x="57225" y="256374"/>
                    <a:pt x="55230" y="256374"/>
                    <a:pt x="52682" y="256374"/>
                  </a:cubicBezTo>
                  <a:cubicBezTo>
                    <a:pt x="52682" y="241606"/>
                    <a:pt x="52682" y="226854"/>
                    <a:pt x="52682" y="211841"/>
                  </a:cubicBezTo>
                  <a:cubicBezTo>
                    <a:pt x="49936" y="211676"/>
                    <a:pt x="47714" y="211543"/>
                    <a:pt x="45146" y="211389"/>
                  </a:cubicBezTo>
                  <a:cubicBezTo>
                    <a:pt x="45146" y="209613"/>
                    <a:pt x="45146" y="207938"/>
                    <a:pt x="45146" y="205700"/>
                  </a:cubicBezTo>
                  <a:close/>
                  <a:moveTo>
                    <a:pt x="223103" y="204844"/>
                  </a:moveTo>
                  <a:cubicBezTo>
                    <a:pt x="229371" y="205593"/>
                    <a:pt x="234316" y="209227"/>
                    <a:pt x="236548" y="215335"/>
                  </a:cubicBezTo>
                  <a:cubicBezTo>
                    <a:pt x="240381" y="225825"/>
                    <a:pt x="241131" y="236537"/>
                    <a:pt x="236226" y="246884"/>
                  </a:cubicBezTo>
                  <a:cubicBezTo>
                    <a:pt x="230359" y="259262"/>
                    <a:pt x="215088" y="261760"/>
                    <a:pt x="204597" y="252052"/>
                  </a:cubicBezTo>
                  <a:cubicBezTo>
                    <a:pt x="196695" y="238970"/>
                    <a:pt x="196307" y="225878"/>
                    <a:pt x="203258" y="212725"/>
                  </a:cubicBezTo>
                  <a:cubicBezTo>
                    <a:pt x="207534" y="204634"/>
                    <a:pt x="215301" y="203913"/>
                    <a:pt x="223103" y="204844"/>
                  </a:cubicBezTo>
                  <a:close/>
                  <a:moveTo>
                    <a:pt x="156320" y="204773"/>
                  </a:moveTo>
                  <a:cubicBezTo>
                    <a:pt x="164090" y="205595"/>
                    <a:pt x="168790" y="210667"/>
                    <a:pt x="171342" y="217581"/>
                  </a:cubicBezTo>
                  <a:cubicBezTo>
                    <a:pt x="174455" y="226015"/>
                    <a:pt x="173889" y="234601"/>
                    <a:pt x="171840" y="243310"/>
                  </a:cubicBezTo>
                  <a:cubicBezTo>
                    <a:pt x="169148" y="254754"/>
                    <a:pt x="155377" y="261362"/>
                    <a:pt x="144169" y="255834"/>
                  </a:cubicBezTo>
                  <a:cubicBezTo>
                    <a:pt x="136681" y="252177"/>
                    <a:pt x="134596" y="245723"/>
                    <a:pt x="132977" y="238498"/>
                  </a:cubicBezTo>
                  <a:cubicBezTo>
                    <a:pt x="131107" y="230146"/>
                    <a:pt x="132481" y="222312"/>
                    <a:pt x="135605" y="214850"/>
                  </a:cubicBezTo>
                  <a:cubicBezTo>
                    <a:pt x="138792" y="207237"/>
                    <a:pt x="146572" y="203742"/>
                    <a:pt x="156320" y="204773"/>
                  </a:cubicBezTo>
                  <a:close/>
                  <a:moveTo>
                    <a:pt x="288579" y="204676"/>
                  </a:moveTo>
                  <a:cubicBezTo>
                    <a:pt x="296384" y="205359"/>
                    <a:pt x="303530" y="212363"/>
                    <a:pt x="304882" y="221971"/>
                  </a:cubicBezTo>
                  <a:cubicBezTo>
                    <a:pt x="305566" y="226832"/>
                    <a:pt x="305104" y="231854"/>
                    <a:pt x="305108" y="237234"/>
                  </a:cubicBezTo>
                  <a:cubicBezTo>
                    <a:pt x="303605" y="254743"/>
                    <a:pt x="290710" y="260974"/>
                    <a:pt x="277676" y="256560"/>
                  </a:cubicBezTo>
                  <a:cubicBezTo>
                    <a:pt x="269056" y="253640"/>
                    <a:pt x="265910" y="245636"/>
                    <a:pt x="264992" y="237399"/>
                  </a:cubicBezTo>
                  <a:cubicBezTo>
                    <a:pt x="264356" y="231701"/>
                    <a:pt x="264699" y="225565"/>
                    <a:pt x="266156" y="220033"/>
                  </a:cubicBezTo>
                  <a:cubicBezTo>
                    <a:pt x="268937" y="209478"/>
                    <a:pt x="275692" y="203548"/>
                    <a:pt x="288579" y="204676"/>
                  </a:cubicBezTo>
                  <a:close/>
                  <a:moveTo>
                    <a:pt x="85293" y="204602"/>
                  </a:moveTo>
                  <a:cubicBezTo>
                    <a:pt x="95798" y="203843"/>
                    <a:pt x="103214" y="209188"/>
                    <a:pt x="106210" y="220492"/>
                  </a:cubicBezTo>
                  <a:cubicBezTo>
                    <a:pt x="108739" y="230035"/>
                    <a:pt x="108180" y="239405"/>
                    <a:pt x="103501" y="248134"/>
                  </a:cubicBezTo>
                  <a:cubicBezTo>
                    <a:pt x="101988" y="250957"/>
                    <a:pt x="99009" y="252995"/>
                    <a:pt x="96357" y="255561"/>
                  </a:cubicBezTo>
                  <a:cubicBezTo>
                    <a:pt x="79463" y="262530"/>
                    <a:pt x="68132" y="252703"/>
                    <a:pt x="66520" y="236310"/>
                  </a:cubicBezTo>
                  <a:cubicBezTo>
                    <a:pt x="66021" y="231238"/>
                    <a:pt x="66525" y="225907"/>
                    <a:pt x="67519" y="220882"/>
                  </a:cubicBezTo>
                  <a:cubicBezTo>
                    <a:pt x="69469" y="211027"/>
                    <a:pt x="76743" y="205220"/>
                    <a:pt x="85293" y="204602"/>
                  </a:cubicBezTo>
                  <a:close/>
                  <a:moveTo>
                    <a:pt x="37494" y="108989"/>
                  </a:moveTo>
                  <a:cubicBezTo>
                    <a:pt x="34576" y="109867"/>
                    <a:pt x="32114" y="112034"/>
                    <a:pt x="30551" y="115434"/>
                  </a:cubicBezTo>
                  <a:cubicBezTo>
                    <a:pt x="26745" y="123715"/>
                    <a:pt x="27040" y="132442"/>
                    <a:pt x="29737" y="140914"/>
                  </a:cubicBezTo>
                  <a:cubicBezTo>
                    <a:pt x="31415" y="146181"/>
                    <a:pt x="35697" y="149563"/>
                    <a:pt x="41290" y="149563"/>
                  </a:cubicBezTo>
                  <a:cubicBezTo>
                    <a:pt x="46831" y="149563"/>
                    <a:pt x="51559" y="146747"/>
                    <a:pt x="52826" y="141038"/>
                  </a:cubicBezTo>
                  <a:cubicBezTo>
                    <a:pt x="54032" y="135600"/>
                    <a:pt x="54393" y="129906"/>
                    <a:pt x="54504" y="124313"/>
                  </a:cubicBezTo>
                  <a:cubicBezTo>
                    <a:pt x="54613" y="118792"/>
                    <a:pt x="52639" y="113887"/>
                    <a:pt x="47178" y="110284"/>
                  </a:cubicBezTo>
                  <a:cubicBezTo>
                    <a:pt x="43788" y="108525"/>
                    <a:pt x="40413" y="108112"/>
                    <a:pt x="37494" y="108989"/>
                  </a:cubicBezTo>
                  <a:close/>
                  <a:moveTo>
                    <a:pt x="434940" y="108753"/>
                  </a:moveTo>
                  <a:cubicBezTo>
                    <a:pt x="432339" y="111027"/>
                    <a:pt x="428709" y="112805"/>
                    <a:pt x="427333" y="115668"/>
                  </a:cubicBezTo>
                  <a:cubicBezTo>
                    <a:pt x="423411" y="123830"/>
                    <a:pt x="423766" y="132618"/>
                    <a:pt x="426602" y="141064"/>
                  </a:cubicBezTo>
                  <a:cubicBezTo>
                    <a:pt x="428359" y="146297"/>
                    <a:pt x="432630" y="149641"/>
                    <a:pt x="438227" y="149564"/>
                  </a:cubicBezTo>
                  <a:cubicBezTo>
                    <a:pt x="443777" y="149488"/>
                    <a:pt x="448770" y="146559"/>
                    <a:pt x="449617" y="140894"/>
                  </a:cubicBezTo>
                  <a:cubicBezTo>
                    <a:pt x="450692" y="133709"/>
                    <a:pt x="450993" y="126200"/>
                    <a:pt x="450171" y="118997"/>
                  </a:cubicBezTo>
                  <a:cubicBezTo>
                    <a:pt x="449330" y="111639"/>
                    <a:pt x="442239" y="107382"/>
                    <a:pt x="434940" y="108753"/>
                  </a:cubicBezTo>
                  <a:close/>
                  <a:moveTo>
                    <a:pt x="638429" y="108627"/>
                  </a:moveTo>
                  <a:cubicBezTo>
                    <a:pt x="634098" y="108004"/>
                    <a:pt x="629363" y="109973"/>
                    <a:pt x="626029" y="114880"/>
                  </a:cubicBezTo>
                  <a:cubicBezTo>
                    <a:pt x="621752" y="123320"/>
                    <a:pt x="622306" y="132154"/>
                    <a:pt x="624798" y="140766"/>
                  </a:cubicBezTo>
                  <a:cubicBezTo>
                    <a:pt x="626306" y="145982"/>
                    <a:pt x="630630" y="149173"/>
                    <a:pt x="636248" y="149649"/>
                  </a:cubicBezTo>
                  <a:cubicBezTo>
                    <a:pt x="641068" y="150058"/>
                    <a:pt x="645782" y="146650"/>
                    <a:pt x="647949" y="141192"/>
                  </a:cubicBezTo>
                  <a:cubicBezTo>
                    <a:pt x="650986" y="133545"/>
                    <a:pt x="650805" y="125525"/>
                    <a:pt x="648409" y="117924"/>
                  </a:cubicBezTo>
                  <a:cubicBezTo>
                    <a:pt x="646689" y="112465"/>
                    <a:pt x="642761" y="109250"/>
                    <a:pt x="638429" y="108627"/>
                  </a:cubicBezTo>
                  <a:close/>
                  <a:moveTo>
                    <a:pt x="569238" y="108536"/>
                  </a:moveTo>
                  <a:cubicBezTo>
                    <a:pt x="564070" y="108961"/>
                    <a:pt x="560761" y="112327"/>
                    <a:pt x="558743" y="116772"/>
                  </a:cubicBezTo>
                  <a:cubicBezTo>
                    <a:pt x="557638" y="119204"/>
                    <a:pt x="557058" y="121976"/>
                    <a:pt x="556756" y="124653"/>
                  </a:cubicBezTo>
                  <a:cubicBezTo>
                    <a:pt x="555728" y="133750"/>
                    <a:pt x="557395" y="147097"/>
                    <a:pt x="569047" y="149622"/>
                  </a:cubicBezTo>
                  <a:cubicBezTo>
                    <a:pt x="571971" y="148581"/>
                    <a:pt x="575253" y="148075"/>
                    <a:pt x="577753" y="146401"/>
                  </a:cubicBezTo>
                  <a:cubicBezTo>
                    <a:pt x="585531" y="141193"/>
                    <a:pt x="585711" y="122889"/>
                    <a:pt x="580789" y="114900"/>
                  </a:cubicBezTo>
                  <a:cubicBezTo>
                    <a:pt x="578149" y="110615"/>
                    <a:pt x="574353" y="108116"/>
                    <a:pt x="569238" y="108536"/>
                  </a:cubicBezTo>
                  <a:close/>
                  <a:moveTo>
                    <a:pt x="241516" y="108495"/>
                  </a:moveTo>
                  <a:cubicBezTo>
                    <a:pt x="235836" y="107634"/>
                    <a:pt x="229240" y="111034"/>
                    <a:pt x="228236" y="117340"/>
                  </a:cubicBezTo>
                  <a:cubicBezTo>
                    <a:pt x="227020" y="124970"/>
                    <a:pt x="227074" y="133044"/>
                    <a:pt x="228137" y="140709"/>
                  </a:cubicBezTo>
                  <a:cubicBezTo>
                    <a:pt x="228836" y="145752"/>
                    <a:pt x="233673" y="149575"/>
                    <a:pt x="238961" y="149399"/>
                  </a:cubicBezTo>
                  <a:cubicBezTo>
                    <a:pt x="242552" y="149280"/>
                    <a:pt x="247026" y="147190"/>
                    <a:pt x="249321" y="144473"/>
                  </a:cubicBezTo>
                  <a:cubicBezTo>
                    <a:pt x="251672" y="141691"/>
                    <a:pt x="251848" y="137072"/>
                    <a:pt x="252977" y="132341"/>
                  </a:cubicBezTo>
                  <a:cubicBezTo>
                    <a:pt x="252975" y="129233"/>
                    <a:pt x="253092" y="126119"/>
                    <a:pt x="252949" y="123017"/>
                  </a:cubicBezTo>
                  <a:cubicBezTo>
                    <a:pt x="252627" y="116085"/>
                    <a:pt x="247273" y="109368"/>
                    <a:pt x="241516" y="108495"/>
                  </a:cubicBezTo>
                  <a:close/>
                  <a:moveTo>
                    <a:pt x="371287" y="108475"/>
                  </a:moveTo>
                  <a:cubicBezTo>
                    <a:pt x="365965" y="108749"/>
                    <a:pt x="360606" y="113132"/>
                    <a:pt x="359533" y="119554"/>
                  </a:cubicBezTo>
                  <a:cubicBezTo>
                    <a:pt x="358625" y="124994"/>
                    <a:pt x="358789" y="130693"/>
                    <a:pt x="359125" y="136239"/>
                  </a:cubicBezTo>
                  <a:cubicBezTo>
                    <a:pt x="359536" y="143034"/>
                    <a:pt x="363230" y="147762"/>
                    <a:pt x="370034" y="149274"/>
                  </a:cubicBezTo>
                  <a:cubicBezTo>
                    <a:pt x="375677" y="150529"/>
                    <a:pt x="379464" y="147302"/>
                    <a:pt x="382747" y="142309"/>
                  </a:cubicBezTo>
                  <a:cubicBezTo>
                    <a:pt x="386750" y="134339"/>
                    <a:pt x="386664" y="126104"/>
                    <a:pt x="383721" y="117956"/>
                  </a:cubicBezTo>
                  <a:cubicBezTo>
                    <a:pt x="381357" y="111409"/>
                    <a:pt x="376696" y="108195"/>
                    <a:pt x="371287" y="108475"/>
                  </a:cubicBezTo>
                  <a:close/>
                  <a:moveTo>
                    <a:pt x="172963" y="108474"/>
                  </a:moveTo>
                  <a:cubicBezTo>
                    <a:pt x="167624" y="108723"/>
                    <a:pt x="162829" y="113162"/>
                    <a:pt x="161004" y="119477"/>
                  </a:cubicBezTo>
                  <a:cubicBezTo>
                    <a:pt x="158920" y="126690"/>
                    <a:pt x="159371" y="133830"/>
                    <a:pt x="161725" y="140864"/>
                  </a:cubicBezTo>
                  <a:cubicBezTo>
                    <a:pt x="163923" y="147430"/>
                    <a:pt x="173697" y="153385"/>
                    <a:pt x="181745" y="145811"/>
                  </a:cubicBezTo>
                  <a:cubicBezTo>
                    <a:pt x="189046" y="137339"/>
                    <a:pt x="188442" y="127673"/>
                    <a:pt x="185340" y="118008"/>
                  </a:cubicBezTo>
                  <a:cubicBezTo>
                    <a:pt x="183233" y="111446"/>
                    <a:pt x="178342" y="108223"/>
                    <a:pt x="172963" y="108474"/>
                  </a:cubicBezTo>
                  <a:close/>
                  <a:moveTo>
                    <a:pt x="504502" y="108473"/>
                  </a:moveTo>
                  <a:cubicBezTo>
                    <a:pt x="498908" y="108407"/>
                    <a:pt x="493407" y="112024"/>
                    <a:pt x="492429" y="118150"/>
                  </a:cubicBezTo>
                  <a:cubicBezTo>
                    <a:pt x="491359" y="124853"/>
                    <a:pt x="491168" y="131877"/>
                    <a:pt x="491871" y="138628"/>
                  </a:cubicBezTo>
                  <a:cubicBezTo>
                    <a:pt x="492501" y="144679"/>
                    <a:pt x="499011" y="149620"/>
                    <a:pt x="504293" y="149688"/>
                  </a:cubicBezTo>
                  <a:cubicBezTo>
                    <a:pt x="509612" y="149756"/>
                    <a:pt x="515197" y="145507"/>
                    <a:pt x="516403" y="138998"/>
                  </a:cubicBezTo>
                  <a:cubicBezTo>
                    <a:pt x="517433" y="133440"/>
                    <a:pt x="516962" y="127603"/>
                    <a:pt x="517136" y="121051"/>
                  </a:cubicBezTo>
                  <a:cubicBezTo>
                    <a:pt x="516813" y="119980"/>
                    <a:pt x="516520" y="118899"/>
                    <a:pt x="516163" y="117839"/>
                  </a:cubicBezTo>
                  <a:cubicBezTo>
                    <a:pt x="514316" y="112363"/>
                    <a:pt x="509535" y="108533"/>
                    <a:pt x="504502" y="108473"/>
                  </a:cubicBezTo>
                  <a:close/>
                  <a:moveTo>
                    <a:pt x="107410" y="108473"/>
                  </a:moveTo>
                  <a:cubicBezTo>
                    <a:pt x="101191" y="108613"/>
                    <a:pt x="95999" y="112939"/>
                    <a:pt x="95025" y="120297"/>
                  </a:cubicBezTo>
                  <a:cubicBezTo>
                    <a:pt x="94235" y="126260"/>
                    <a:pt x="94290" y="132492"/>
                    <a:pt x="95068" y="138462"/>
                  </a:cubicBezTo>
                  <a:cubicBezTo>
                    <a:pt x="95862" y="144546"/>
                    <a:pt x="102007" y="149464"/>
                    <a:pt x="107366" y="149687"/>
                  </a:cubicBezTo>
                  <a:cubicBezTo>
                    <a:pt x="112653" y="149907"/>
                    <a:pt x="117908" y="145658"/>
                    <a:pt x="119639" y="139157"/>
                  </a:cubicBezTo>
                  <a:cubicBezTo>
                    <a:pt x="120622" y="135467"/>
                    <a:pt x="120826" y="131570"/>
                    <a:pt x="121377" y="126881"/>
                  </a:cubicBezTo>
                  <a:cubicBezTo>
                    <a:pt x="120968" y="124506"/>
                    <a:pt x="120711" y="122092"/>
                    <a:pt x="120123" y="119762"/>
                  </a:cubicBezTo>
                  <a:cubicBezTo>
                    <a:pt x="118410" y="112982"/>
                    <a:pt x="113108" y="108346"/>
                    <a:pt x="107410" y="108473"/>
                  </a:cubicBezTo>
                  <a:close/>
                  <a:moveTo>
                    <a:pt x="305790" y="108472"/>
                  </a:moveTo>
                  <a:cubicBezTo>
                    <a:pt x="300394" y="108592"/>
                    <a:pt x="295903" y="112289"/>
                    <a:pt x="293925" y="117980"/>
                  </a:cubicBezTo>
                  <a:cubicBezTo>
                    <a:pt x="291508" y="124935"/>
                    <a:pt x="291663" y="131965"/>
                    <a:pt x="293384" y="138954"/>
                  </a:cubicBezTo>
                  <a:cubicBezTo>
                    <a:pt x="294790" y="144667"/>
                    <a:pt x="300622" y="149473"/>
                    <a:pt x="305743" y="149686"/>
                  </a:cubicBezTo>
                  <a:cubicBezTo>
                    <a:pt x="311031" y="149905"/>
                    <a:pt x="316129" y="145615"/>
                    <a:pt x="318071" y="139167"/>
                  </a:cubicBezTo>
                  <a:cubicBezTo>
                    <a:pt x="318760" y="136877"/>
                    <a:pt x="319190" y="134507"/>
                    <a:pt x="319753" y="131295"/>
                  </a:cubicBezTo>
                  <a:cubicBezTo>
                    <a:pt x="319105" y="126857"/>
                    <a:pt x="318844" y="122319"/>
                    <a:pt x="317714" y="118008"/>
                  </a:cubicBezTo>
                  <a:cubicBezTo>
                    <a:pt x="316183" y="112172"/>
                    <a:pt x="310982" y="108358"/>
                    <a:pt x="305790" y="108472"/>
                  </a:cubicBezTo>
                  <a:close/>
                  <a:moveTo>
                    <a:pt x="132172" y="103889"/>
                  </a:moveTo>
                  <a:cubicBezTo>
                    <a:pt x="136772" y="103889"/>
                    <a:pt x="141070" y="103889"/>
                    <a:pt x="145652" y="103889"/>
                  </a:cubicBezTo>
                  <a:cubicBezTo>
                    <a:pt x="145652" y="120742"/>
                    <a:pt x="145652" y="137436"/>
                    <a:pt x="145652" y="154375"/>
                  </a:cubicBezTo>
                  <a:cubicBezTo>
                    <a:pt x="143520" y="154375"/>
                    <a:pt x="141630" y="154375"/>
                    <a:pt x="139057" y="154375"/>
                  </a:cubicBezTo>
                  <a:cubicBezTo>
                    <a:pt x="139057" y="143468"/>
                    <a:pt x="139057" y="132604"/>
                    <a:pt x="139057" y="121254"/>
                  </a:cubicBezTo>
                  <a:cubicBezTo>
                    <a:pt x="139057" y="117208"/>
                    <a:pt x="139057" y="113650"/>
                    <a:pt x="139057" y="109775"/>
                  </a:cubicBezTo>
                  <a:cubicBezTo>
                    <a:pt x="136806" y="109585"/>
                    <a:pt x="134917" y="109425"/>
                    <a:pt x="132435" y="109215"/>
                  </a:cubicBezTo>
                  <a:cubicBezTo>
                    <a:pt x="132356" y="107613"/>
                    <a:pt x="132273" y="105930"/>
                    <a:pt x="132172" y="103889"/>
                  </a:cubicBezTo>
                  <a:close/>
                  <a:moveTo>
                    <a:pt x="660927" y="103854"/>
                  </a:moveTo>
                  <a:cubicBezTo>
                    <a:pt x="665431" y="103854"/>
                    <a:pt x="669950" y="103854"/>
                    <a:pt x="675263" y="103854"/>
                  </a:cubicBezTo>
                  <a:cubicBezTo>
                    <a:pt x="675263" y="111078"/>
                    <a:pt x="675263" y="118366"/>
                    <a:pt x="675263" y="126145"/>
                  </a:cubicBezTo>
                  <a:cubicBezTo>
                    <a:pt x="675263" y="135768"/>
                    <a:pt x="675263" y="144899"/>
                    <a:pt x="675263" y="154322"/>
                  </a:cubicBezTo>
                  <a:cubicBezTo>
                    <a:pt x="672939" y="154322"/>
                    <a:pt x="671044" y="154322"/>
                    <a:pt x="668550" y="154322"/>
                  </a:cubicBezTo>
                  <a:cubicBezTo>
                    <a:pt x="668550" y="139627"/>
                    <a:pt x="668550" y="124836"/>
                    <a:pt x="668550" y="109736"/>
                  </a:cubicBezTo>
                  <a:cubicBezTo>
                    <a:pt x="665757" y="109554"/>
                    <a:pt x="663531" y="109410"/>
                    <a:pt x="660927" y="109241"/>
                  </a:cubicBezTo>
                  <a:cubicBezTo>
                    <a:pt x="660927" y="107519"/>
                    <a:pt x="660927" y="105838"/>
                    <a:pt x="660927" y="103854"/>
                  </a:cubicBezTo>
                  <a:close/>
                  <a:moveTo>
                    <a:pt x="264174" y="103854"/>
                  </a:moveTo>
                  <a:cubicBezTo>
                    <a:pt x="268677" y="103854"/>
                    <a:pt x="273195" y="103854"/>
                    <a:pt x="278510" y="103854"/>
                  </a:cubicBezTo>
                  <a:cubicBezTo>
                    <a:pt x="278510" y="111734"/>
                    <a:pt x="278510" y="119676"/>
                    <a:pt x="278510" y="128109"/>
                  </a:cubicBezTo>
                  <a:cubicBezTo>
                    <a:pt x="278510" y="137078"/>
                    <a:pt x="278510" y="145555"/>
                    <a:pt x="278510" y="154322"/>
                  </a:cubicBezTo>
                  <a:cubicBezTo>
                    <a:pt x="276186" y="154322"/>
                    <a:pt x="274291" y="154322"/>
                    <a:pt x="271796" y="154322"/>
                  </a:cubicBezTo>
                  <a:cubicBezTo>
                    <a:pt x="271796" y="139627"/>
                    <a:pt x="271796" y="124836"/>
                    <a:pt x="271796" y="109736"/>
                  </a:cubicBezTo>
                  <a:cubicBezTo>
                    <a:pt x="269003" y="109554"/>
                    <a:pt x="266777" y="109410"/>
                    <a:pt x="264174" y="109241"/>
                  </a:cubicBezTo>
                  <a:cubicBezTo>
                    <a:pt x="264174" y="107527"/>
                    <a:pt x="264174" y="105848"/>
                    <a:pt x="264174" y="103854"/>
                  </a:cubicBezTo>
                  <a:close/>
                  <a:moveTo>
                    <a:pt x="0" y="103854"/>
                  </a:moveTo>
                  <a:cubicBezTo>
                    <a:pt x="4504" y="103854"/>
                    <a:pt x="9023" y="103854"/>
                    <a:pt x="14336" y="103854"/>
                  </a:cubicBezTo>
                  <a:cubicBezTo>
                    <a:pt x="14336" y="111734"/>
                    <a:pt x="14336" y="119676"/>
                    <a:pt x="14336" y="128109"/>
                  </a:cubicBezTo>
                  <a:cubicBezTo>
                    <a:pt x="14336" y="137077"/>
                    <a:pt x="14336" y="145554"/>
                    <a:pt x="14336" y="154322"/>
                  </a:cubicBezTo>
                  <a:cubicBezTo>
                    <a:pt x="12012" y="154322"/>
                    <a:pt x="10117" y="154322"/>
                    <a:pt x="7622" y="154322"/>
                  </a:cubicBezTo>
                  <a:cubicBezTo>
                    <a:pt x="7622" y="139627"/>
                    <a:pt x="7622" y="124836"/>
                    <a:pt x="7622" y="109736"/>
                  </a:cubicBezTo>
                  <a:cubicBezTo>
                    <a:pt x="4829" y="109554"/>
                    <a:pt x="2603" y="109410"/>
                    <a:pt x="0" y="109241"/>
                  </a:cubicBezTo>
                  <a:cubicBezTo>
                    <a:pt x="0" y="107519"/>
                    <a:pt x="0" y="105838"/>
                    <a:pt x="0" y="103854"/>
                  </a:cubicBezTo>
                  <a:close/>
                  <a:moveTo>
                    <a:pt x="462549" y="103853"/>
                  </a:moveTo>
                  <a:cubicBezTo>
                    <a:pt x="467057" y="103853"/>
                    <a:pt x="471575" y="103853"/>
                    <a:pt x="476493" y="103853"/>
                  </a:cubicBezTo>
                  <a:cubicBezTo>
                    <a:pt x="476493" y="120552"/>
                    <a:pt x="476493" y="137289"/>
                    <a:pt x="476493" y="154324"/>
                  </a:cubicBezTo>
                  <a:cubicBezTo>
                    <a:pt x="474559" y="154324"/>
                    <a:pt x="472664" y="154324"/>
                    <a:pt x="470012" y="154324"/>
                  </a:cubicBezTo>
                  <a:cubicBezTo>
                    <a:pt x="470012" y="145487"/>
                    <a:pt x="470012" y="136553"/>
                    <a:pt x="470012" y="127129"/>
                  </a:cubicBezTo>
                  <a:cubicBezTo>
                    <a:pt x="470012" y="121107"/>
                    <a:pt x="470012" y="115575"/>
                    <a:pt x="470012" y="109720"/>
                  </a:cubicBezTo>
                  <a:cubicBezTo>
                    <a:pt x="467380" y="109552"/>
                    <a:pt x="465151" y="109410"/>
                    <a:pt x="462549" y="109244"/>
                  </a:cubicBezTo>
                  <a:cubicBezTo>
                    <a:pt x="462549" y="107524"/>
                    <a:pt x="462549" y="105845"/>
                    <a:pt x="462549" y="103853"/>
                  </a:cubicBezTo>
                  <a:close/>
                  <a:moveTo>
                    <a:pt x="330938" y="103849"/>
                  </a:moveTo>
                  <a:cubicBezTo>
                    <a:pt x="335132" y="103849"/>
                    <a:pt x="339314" y="103849"/>
                    <a:pt x="344309" y="103849"/>
                  </a:cubicBezTo>
                  <a:cubicBezTo>
                    <a:pt x="344309" y="119194"/>
                    <a:pt x="344309" y="134605"/>
                    <a:pt x="344308" y="150482"/>
                  </a:cubicBezTo>
                  <a:cubicBezTo>
                    <a:pt x="344696" y="156757"/>
                    <a:pt x="340608" y="154043"/>
                    <a:pt x="337503" y="154621"/>
                  </a:cubicBezTo>
                  <a:cubicBezTo>
                    <a:pt x="337503" y="139496"/>
                    <a:pt x="337503" y="124742"/>
                    <a:pt x="337503" y="109710"/>
                  </a:cubicBezTo>
                  <a:cubicBezTo>
                    <a:pt x="335089" y="109544"/>
                    <a:pt x="333193" y="109413"/>
                    <a:pt x="330938" y="109257"/>
                  </a:cubicBezTo>
                  <a:cubicBezTo>
                    <a:pt x="330938" y="107504"/>
                    <a:pt x="330938" y="105825"/>
                    <a:pt x="330938" y="103849"/>
                  </a:cubicBezTo>
                  <a:close/>
                  <a:moveTo>
                    <a:pt x="396737" y="103847"/>
                  </a:moveTo>
                  <a:cubicBezTo>
                    <a:pt x="401263" y="103847"/>
                    <a:pt x="405770" y="103847"/>
                    <a:pt x="411089" y="103847"/>
                  </a:cubicBezTo>
                  <a:cubicBezTo>
                    <a:pt x="411089" y="119196"/>
                    <a:pt x="411089" y="134606"/>
                    <a:pt x="411088" y="150482"/>
                  </a:cubicBezTo>
                  <a:cubicBezTo>
                    <a:pt x="411477" y="156757"/>
                    <a:pt x="407389" y="154043"/>
                    <a:pt x="404282" y="154622"/>
                  </a:cubicBezTo>
                  <a:cubicBezTo>
                    <a:pt x="404282" y="139498"/>
                    <a:pt x="404282" y="124746"/>
                    <a:pt x="404282" y="109715"/>
                  </a:cubicBezTo>
                  <a:cubicBezTo>
                    <a:pt x="401540" y="109545"/>
                    <a:pt x="399318" y="109408"/>
                    <a:pt x="396737" y="109249"/>
                  </a:cubicBezTo>
                  <a:cubicBezTo>
                    <a:pt x="396737" y="107503"/>
                    <a:pt x="396737" y="105828"/>
                    <a:pt x="396737" y="103847"/>
                  </a:cubicBezTo>
                  <a:close/>
                  <a:moveTo>
                    <a:pt x="198362" y="103842"/>
                  </a:moveTo>
                  <a:cubicBezTo>
                    <a:pt x="202911" y="103842"/>
                    <a:pt x="207430" y="103842"/>
                    <a:pt x="212332" y="103842"/>
                  </a:cubicBezTo>
                  <a:cubicBezTo>
                    <a:pt x="212332" y="120581"/>
                    <a:pt x="212332" y="137319"/>
                    <a:pt x="212332" y="154340"/>
                  </a:cubicBezTo>
                  <a:cubicBezTo>
                    <a:pt x="210356" y="154340"/>
                    <a:pt x="208461" y="154340"/>
                    <a:pt x="205838" y="154340"/>
                  </a:cubicBezTo>
                  <a:cubicBezTo>
                    <a:pt x="205838" y="151340"/>
                    <a:pt x="205838" y="148296"/>
                    <a:pt x="205838" y="144767"/>
                  </a:cubicBezTo>
                  <a:cubicBezTo>
                    <a:pt x="205838" y="132862"/>
                    <a:pt x="205838" y="121441"/>
                    <a:pt x="205838" y="109714"/>
                  </a:cubicBezTo>
                  <a:cubicBezTo>
                    <a:pt x="203178" y="109547"/>
                    <a:pt x="200950" y="109408"/>
                    <a:pt x="198362" y="109245"/>
                  </a:cubicBezTo>
                  <a:cubicBezTo>
                    <a:pt x="198362" y="107493"/>
                    <a:pt x="198362" y="105812"/>
                    <a:pt x="198362" y="103842"/>
                  </a:cubicBezTo>
                  <a:close/>
                  <a:moveTo>
                    <a:pt x="65726" y="103801"/>
                  </a:moveTo>
                  <a:cubicBezTo>
                    <a:pt x="70424" y="103801"/>
                    <a:pt x="74926" y="103801"/>
                    <a:pt x="80134" y="103801"/>
                  </a:cubicBezTo>
                  <a:cubicBezTo>
                    <a:pt x="80134" y="105943"/>
                    <a:pt x="80134" y="107993"/>
                    <a:pt x="80134" y="110523"/>
                  </a:cubicBezTo>
                  <a:cubicBezTo>
                    <a:pt x="80134" y="125324"/>
                    <a:pt x="80134" y="139645"/>
                    <a:pt x="80134" y="154291"/>
                  </a:cubicBezTo>
                  <a:cubicBezTo>
                    <a:pt x="77759" y="154291"/>
                    <a:pt x="75765" y="154291"/>
                    <a:pt x="73384" y="154291"/>
                  </a:cubicBezTo>
                  <a:cubicBezTo>
                    <a:pt x="73384" y="139498"/>
                    <a:pt x="73384" y="124876"/>
                    <a:pt x="73384" y="109714"/>
                  </a:cubicBezTo>
                  <a:cubicBezTo>
                    <a:pt x="70704" y="109556"/>
                    <a:pt x="68363" y="109418"/>
                    <a:pt x="65726" y="109263"/>
                  </a:cubicBezTo>
                  <a:cubicBezTo>
                    <a:pt x="65726" y="107394"/>
                    <a:pt x="65726" y="105720"/>
                    <a:pt x="65726" y="103801"/>
                  </a:cubicBezTo>
                  <a:close/>
                  <a:moveTo>
                    <a:pt x="609107" y="103592"/>
                  </a:moveTo>
                  <a:cubicBezTo>
                    <a:pt x="609107" y="120583"/>
                    <a:pt x="609107" y="137279"/>
                    <a:pt x="609107" y="154299"/>
                  </a:cubicBezTo>
                  <a:cubicBezTo>
                    <a:pt x="607078" y="154299"/>
                    <a:pt x="605083" y="154299"/>
                    <a:pt x="602694" y="154299"/>
                  </a:cubicBezTo>
                  <a:cubicBezTo>
                    <a:pt x="602694" y="139474"/>
                    <a:pt x="602694" y="124848"/>
                    <a:pt x="602694" y="109723"/>
                  </a:cubicBezTo>
                  <a:cubicBezTo>
                    <a:pt x="600003" y="109558"/>
                    <a:pt x="597659" y="109415"/>
                    <a:pt x="594478" y="109221"/>
                  </a:cubicBezTo>
                  <a:cubicBezTo>
                    <a:pt x="594926" y="107176"/>
                    <a:pt x="595304" y="105448"/>
                    <a:pt x="596133" y="103656"/>
                  </a:cubicBezTo>
                  <a:cubicBezTo>
                    <a:pt x="600639" y="103592"/>
                    <a:pt x="604696" y="103592"/>
                    <a:pt x="609107" y="103592"/>
                  </a:cubicBezTo>
                  <a:close/>
                  <a:moveTo>
                    <a:pt x="528878" y="103558"/>
                  </a:moveTo>
                  <a:cubicBezTo>
                    <a:pt x="531828" y="103558"/>
                    <a:pt x="534518" y="103558"/>
                    <a:pt x="537675" y="103558"/>
                  </a:cubicBezTo>
                  <a:cubicBezTo>
                    <a:pt x="539424" y="103616"/>
                    <a:pt x="540707" y="103674"/>
                    <a:pt x="542333" y="103747"/>
                  </a:cubicBezTo>
                  <a:cubicBezTo>
                    <a:pt x="542333" y="120596"/>
                    <a:pt x="542333" y="137290"/>
                    <a:pt x="542333" y="154303"/>
                  </a:cubicBezTo>
                  <a:cubicBezTo>
                    <a:pt x="540406" y="154303"/>
                    <a:pt x="538523" y="154303"/>
                    <a:pt x="536077" y="154303"/>
                  </a:cubicBezTo>
                  <a:cubicBezTo>
                    <a:pt x="536077" y="139696"/>
                    <a:pt x="536077" y="124957"/>
                    <a:pt x="536077" y="109880"/>
                  </a:cubicBezTo>
                  <a:cubicBezTo>
                    <a:pt x="533551" y="109612"/>
                    <a:pt x="531534" y="109398"/>
                    <a:pt x="529198" y="109151"/>
                  </a:cubicBezTo>
                  <a:cubicBezTo>
                    <a:pt x="529103" y="107498"/>
                    <a:pt x="529014" y="105933"/>
                    <a:pt x="528878" y="103558"/>
                  </a:cubicBezTo>
                  <a:close/>
                  <a:moveTo>
                    <a:pt x="169876" y="102654"/>
                  </a:moveTo>
                  <a:cubicBezTo>
                    <a:pt x="178386" y="101495"/>
                    <a:pt x="185740" y="103751"/>
                    <a:pt x="190146" y="111797"/>
                  </a:cubicBezTo>
                  <a:cubicBezTo>
                    <a:pt x="191509" y="114285"/>
                    <a:pt x="192139" y="117175"/>
                    <a:pt x="193165" y="120302"/>
                  </a:cubicBezTo>
                  <a:cubicBezTo>
                    <a:pt x="195198" y="129876"/>
                    <a:pt x="194630" y="138949"/>
                    <a:pt x="189868" y="146981"/>
                  </a:cubicBezTo>
                  <a:cubicBezTo>
                    <a:pt x="185712" y="153990"/>
                    <a:pt x="178514" y="156644"/>
                    <a:pt x="170528" y="155490"/>
                  </a:cubicBezTo>
                  <a:cubicBezTo>
                    <a:pt x="163433" y="154464"/>
                    <a:pt x="158206" y="150676"/>
                    <a:pt x="155556" y="143480"/>
                  </a:cubicBezTo>
                  <a:cubicBezTo>
                    <a:pt x="151994" y="133807"/>
                    <a:pt x="151886" y="124363"/>
                    <a:pt x="155587" y="114740"/>
                  </a:cubicBezTo>
                  <a:cubicBezTo>
                    <a:pt x="158176" y="108006"/>
                    <a:pt x="162736" y="103627"/>
                    <a:pt x="169876" y="102654"/>
                  </a:cubicBezTo>
                  <a:close/>
                  <a:moveTo>
                    <a:pt x="375745" y="102636"/>
                  </a:moveTo>
                  <a:cubicBezTo>
                    <a:pt x="381960" y="103814"/>
                    <a:pt x="387774" y="107905"/>
                    <a:pt x="390383" y="115399"/>
                  </a:cubicBezTo>
                  <a:cubicBezTo>
                    <a:pt x="393338" y="123885"/>
                    <a:pt x="393322" y="132532"/>
                    <a:pt x="390763" y="141105"/>
                  </a:cubicBezTo>
                  <a:cubicBezTo>
                    <a:pt x="387743" y="151225"/>
                    <a:pt x="380227" y="156268"/>
                    <a:pt x="369564" y="155603"/>
                  </a:cubicBezTo>
                  <a:cubicBezTo>
                    <a:pt x="360877" y="155061"/>
                    <a:pt x="353891" y="148100"/>
                    <a:pt x="352208" y="138177"/>
                  </a:cubicBezTo>
                  <a:cubicBezTo>
                    <a:pt x="351724" y="135324"/>
                    <a:pt x="351517" y="132424"/>
                    <a:pt x="351183" y="129093"/>
                  </a:cubicBezTo>
                  <a:cubicBezTo>
                    <a:pt x="351661" y="120829"/>
                    <a:pt x="352753" y="113215"/>
                    <a:pt x="358696" y="107354"/>
                  </a:cubicBezTo>
                  <a:cubicBezTo>
                    <a:pt x="362913" y="103194"/>
                    <a:pt x="369530" y="101459"/>
                    <a:pt x="375745" y="102636"/>
                  </a:cubicBezTo>
                  <a:close/>
                  <a:moveTo>
                    <a:pt x="38176" y="102592"/>
                  </a:moveTo>
                  <a:cubicBezTo>
                    <a:pt x="44575" y="101561"/>
                    <a:pt x="51461" y="103397"/>
                    <a:pt x="55852" y="108247"/>
                  </a:cubicBezTo>
                  <a:cubicBezTo>
                    <a:pt x="63513" y="119158"/>
                    <a:pt x="63861" y="137560"/>
                    <a:pt x="56975" y="147955"/>
                  </a:cubicBezTo>
                  <a:cubicBezTo>
                    <a:pt x="52328" y="154969"/>
                    <a:pt x="45360" y="156335"/>
                    <a:pt x="37858" y="155491"/>
                  </a:cubicBezTo>
                  <a:cubicBezTo>
                    <a:pt x="30924" y="154712"/>
                    <a:pt x="25824" y="150308"/>
                    <a:pt x="23476" y="144050"/>
                  </a:cubicBezTo>
                  <a:cubicBezTo>
                    <a:pt x="19805" y="134263"/>
                    <a:pt x="19800" y="123943"/>
                    <a:pt x="23421" y="114137"/>
                  </a:cubicBezTo>
                  <a:cubicBezTo>
                    <a:pt x="25864" y="107521"/>
                    <a:pt x="31777" y="103623"/>
                    <a:pt x="38176" y="102592"/>
                  </a:cubicBezTo>
                  <a:close/>
                  <a:moveTo>
                    <a:pt x="309168" y="102579"/>
                  </a:moveTo>
                  <a:cubicBezTo>
                    <a:pt x="317155" y="103047"/>
                    <a:pt x="323813" y="110472"/>
                    <a:pt x="325701" y="120206"/>
                  </a:cubicBezTo>
                  <a:cubicBezTo>
                    <a:pt x="327659" y="130298"/>
                    <a:pt x="326304" y="139706"/>
                    <a:pt x="321033" y="148894"/>
                  </a:cubicBezTo>
                  <a:cubicBezTo>
                    <a:pt x="312284" y="159124"/>
                    <a:pt x="291406" y="159365"/>
                    <a:pt x="287085" y="140740"/>
                  </a:cubicBezTo>
                  <a:cubicBezTo>
                    <a:pt x="285365" y="133327"/>
                    <a:pt x="285581" y="124934"/>
                    <a:pt x="287094" y="117427"/>
                  </a:cubicBezTo>
                  <a:cubicBezTo>
                    <a:pt x="289356" y="106199"/>
                    <a:pt x="296977" y="101865"/>
                    <a:pt x="309168" y="102579"/>
                  </a:cubicBezTo>
                  <a:close/>
                  <a:moveTo>
                    <a:pt x="242830" y="102518"/>
                  </a:moveTo>
                  <a:cubicBezTo>
                    <a:pt x="250089" y="103071"/>
                    <a:pt x="257705" y="108858"/>
                    <a:pt x="258629" y="117124"/>
                  </a:cubicBezTo>
                  <a:cubicBezTo>
                    <a:pt x="259567" y="125512"/>
                    <a:pt x="258649" y="134107"/>
                    <a:pt x="258302" y="142921"/>
                  </a:cubicBezTo>
                  <a:cubicBezTo>
                    <a:pt x="253291" y="154825"/>
                    <a:pt x="244146" y="157032"/>
                    <a:pt x="235437" y="155351"/>
                  </a:cubicBezTo>
                  <a:cubicBezTo>
                    <a:pt x="226028" y="153534"/>
                    <a:pt x="220539" y="146455"/>
                    <a:pt x="219786" y="135384"/>
                  </a:cubicBezTo>
                  <a:cubicBezTo>
                    <a:pt x="219344" y="128895"/>
                    <a:pt x="220099" y="122107"/>
                    <a:pt x="221593" y="115755"/>
                  </a:cubicBezTo>
                  <a:cubicBezTo>
                    <a:pt x="223785" y="106442"/>
                    <a:pt x="231829" y="101679"/>
                    <a:pt x="242830" y="102518"/>
                  </a:cubicBezTo>
                  <a:close/>
                  <a:moveTo>
                    <a:pt x="505106" y="102516"/>
                  </a:moveTo>
                  <a:cubicBezTo>
                    <a:pt x="511210" y="102650"/>
                    <a:pt x="517175" y="105215"/>
                    <a:pt x="520122" y="110524"/>
                  </a:cubicBezTo>
                  <a:cubicBezTo>
                    <a:pt x="524878" y="117816"/>
                    <a:pt x="525623" y="125583"/>
                    <a:pt x="524645" y="133562"/>
                  </a:cubicBezTo>
                  <a:cubicBezTo>
                    <a:pt x="524222" y="137009"/>
                    <a:pt x="523053" y="140381"/>
                    <a:pt x="522063" y="143740"/>
                  </a:cubicBezTo>
                  <a:cubicBezTo>
                    <a:pt x="518178" y="156932"/>
                    <a:pt x="497903" y="160018"/>
                    <a:pt x="489111" y="148892"/>
                  </a:cubicBezTo>
                  <a:cubicBezTo>
                    <a:pt x="482195" y="140139"/>
                    <a:pt x="482353" y="117812"/>
                    <a:pt x="489257" y="109101"/>
                  </a:cubicBezTo>
                  <a:cubicBezTo>
                    <a:pt x="492759" y="104682"/>
                    <a:pt x="499002" y="102383"/>
                    <a:pt x="505106" y="102516"/>
                  </a:cubicBezTo>
                  <a:close/>
                  <a:moveTo>
                    <a:pt x="441146" y="102514"/>
                  </a:moveTo>
                  <a:cubicBezTo>
                    <a:pt x="448402" y="103068"/>
                    <a:pt x="455496" y="108882"/>
                    <a:pt x="457132" y="117033"/>
                  </a:cubicBezTo>
                  <a:cubicBezTo>
                    <a:pt x="458013" y="121423"/>
                    <a:pt x="457895" y="126013"/>
                    <a:pt x="458228" y="130986"/>
                  </a:cubicBezTo>
                  <a:cubicBezTo>
                    <a:pt x="459163" y="142918"/>
                    <a:pt x="452601" y="152750"/>
                    <a:pt x="443876" y="154948"/>
                  </a:cubicBezTo>
                  <a:cubicBezTo>
                    <a:pt x="434213" y="157383"/>
                    <a:pt x="423296" y="153690"/>
                    <a:pt x="419772" y="142347"/>
                  </a:cubicBezTo>
                  <a:cubicBezTo>
                    <a:pt x="417015" y="133474"/>
                    <a:pt x="417043" y="124619"/>
                    <a:pt x="419788" y="115745"/>
                  </a:cubicBezTo>
                  <a:cubicBezTo>
                    <a:pt x="422616" y="106601"/>
                    <a:pt x="430232" y="101680"/>
                    <a:pt x="441146" y="102514"/>
                  </a:cubicBezTo>
                  <a:close/>
                  <a:moveTo>
                    <a:pt x="106028" y="102463"/>
                  </a:moveTo>
                  <a:cubicBezTo>
                    <a:pt x="116031" y="101745"/>
                    <a:pt x="123663" y="106805"/>
                    <a:pt x="126714" y="118096"/>
                  </a:cubicBezTo>
                  <a:cubicBezTo>
                    <a:pt x="129070" y="126819"/>
                    <a:pt x="128643" y="135291"/>
                    <a:pt x="125352" y="143671"/>
                  </a:cubicBezTo>
                  <a:cubicBezTo>
                    <a:pt x="122027" y="152139"/>
                    <a:pt x="115620" y="155769"/>
                    <a:pt x="106765" y="155608"/>
                  </a:cubicBezTo>
                  <a:cubicBezTo>
                    <a:pt x="105457" y="155584"/>
                    <a:pt x="104148" y="155566"/>
                    <a:pt x="102436" y="155436"/>
                  </a:cubicBezTo>
                  <a:cubicBezTo>
                    <a:pt x="91966" y="152127"/>
                    <a:pt x="88233" y="144063"/>
                    <a:pt x="87185" y="134666"/>
                  </a:cubicBezTo>
                  <a:cubicBezTo>
                    <a:pt x="86602" y="129436"/>
                    <a:pt x="87128" y="123907"/>
                    <a:pt x="88153" y="118710"/>
                  </a:cubicBezTo>
                  <a:cubicBezTo>
                    <a:pt x="90104" y="108811"/>
                    <a:pt x="97384" y="103082"/>
                    <a:pt x="106028" y="102463"/>
                  </a:cubicBezTo>
                  <a:close/>
                  <a:moveTo>
                    <a:pt x="567845" y="102448"/>
                  </a:moveTo>
                  <a:cubicBezTo>
                    <a:pt x="574376" y="101683"/>
                    <a:pt x="581353" y="104017"/>
                    <a:pt x="585797" y="109787"/>
                  </a:cubicBezTo>
                  <a:cubicBezTo>
                    <a:pt x="593112" y="119287"/>
                    <a:pt x="592598" y="143606"/>
                    <a:pt x="583610" y="150473"/>
                  </a:cubicBezTo>
                  <a:cubicBezTo>
                    <a:pt x="581580" y="152023"/>
                    <a:pt x="579271" y="153207"/>
                    <a:pt x="576689" y="154606"/>
                  </a:cubicBezTo>
                  <a:cubicBezTo>
                    <a:pt x="566059" y="158091"/>
                    <a:pt x="555711" y="153010"/>
                    <a:pt x="552057" y="142967"/>
                  </a:cubicBezTo>
                  <a:cubicBezTo>
                    <a:pt x="548469" y="133104"/>
                    <a:pt x="548712" y="123321"/>
                    <a:pt x="552573" y="113698"/>
                  </a:cubicBezTo>
                  <a:cubicBezTo>
                    <a:pt x="555230" y="107076"/>
                    <a:pt x="561314" y="103213"/>
                    <a:pt x="567845" y="102448"/>
                  </a:cubicBezTo>
                  <a:close/>
                  <a:moveTo>
                    <a:pt x="638231" y="102419"/>
                  </a:moveTo>
                  <a:cubicBezTo>
                    <a:pt x="645091" y="102803"/>
                    <a:pt x="651766" y="106399"/>
                    <a:pt x="654449" y="114008"/>
                  </a:cubicBezTo>
                  <a:cubicBezTo>
                    <a:pt x="657874" y="123726"/>
                    <a:pt x="658222" y="133859"/>
                    <a:pt x="654584" y="143423"/>
                  </a:cubicBezTo>
                  <a:cubicBezTo>
                    <a:pt x="649997" y="155485"/>
                    <a:pt x="637330" y="159193"/>
                    <a:pt x="625502" y="152482"/>
                  </a:cubicBezTo>
                  <a:cubicBezTo>
                    <a:pt x="620172" y="148710"/>
                    <a:pt x="617341" y="143622"/>
                    <a:pt x="616822" y="137747"/>
                  </a:cubicBezTo>
                  <a:cubicBezTo>
                    <a:pt x="615987" y="128306"/>
                    <a:pt x="615150" y="118892"/>
                    <a:pt x="620897" y="110102"/>
                  </a:cubicBezTo>
                  <a:cubicBezTo>
                    <a:pt x="624323" y="104863"/>
                    <a:pt x="631370" y="102035"/>
                    <a:pt x="638231" y="102419"/>
                  </a:cubicBezTo>
                  <a:close/>
                  <a:moveTo>
                    <a:pt x="345425" y="7802"/>
                  </a:moveTo>
                  <a:cubicBezTo>
                    <a:pt x="341690" y="10037"/>
                    <a:pt x="338921" y="14500"/>
                    <a:pt x="338385" y="20546"/>
                  </a:cubicBezTo>
                  <a:cubicBezTo>
                    <a:pt x="336466" y="27062"/>
                    <a:pt x="337561" y="33213"/>
                    <a:pt x="340224" y="39348"/>
                  </a:cubicBezTo>
                  <a:cubicBezTo>
                    <a:pt x="342430" y="44430"/>
                    <a:pt x="345763" y="46751"/>
                    <a:pt x="351479" y="46729"/>
                  </a:cubicBezTo>
                  <a:cubicBezTo>
                    <a:pt x="357289" y="46707"/>
                    <a:pt x="360762" y="43799"/>
                    <a:pt x="362732" y="39062"/>
                  </a:cubicBezTo>
                  <a:cubicBezTo>
                    <a:pt x="365320" y="32840"/>
                    <a:pt x="365610" y="26302"/>
                    <a:pt x="364218" y="19593"/>
                  </a:cubicBezTo>
                  <a:cubicBezTo>
                    <a:pt x="363302" y="15174"/>
                    <a:pt x="362146" y="10963"/>
                    <a:pt x="358263" y="8431"/>
                  </a:cubicBezTo>
                  <a:cubicBezTo>
                    <a:pt x="353861" y="5562"/>
                    <a:pt x="349160" y="5567"/>
                    <a:pt x="345425" y="7802"/>
                  </a:cubicBezTo>
                  <a:close/>
                  <a:moveTo>
                    <a:pt x="545301" y="7102"/>
                  </a:moveTo>
                  <a:cubicBezTo>
                    <a:pt x="543090" y="9256"/>
                    <a:pt x="540227" y="11049"/>
                    <a:pt x="538792" y="13634"/>
                  </a:cubicBezTo>
                  <a:cubicBezTo>
                    <a:pt x="534753" y="20909"/>
                    <a:pt x="534966" y="28865"/>
                    <a:pt x="537253" y="36580"/>
                  </a:cubicBezTo>
                  <a:cubicBezTo>
                    <a:pt x="539545" y="44316"/>
                    <a:pt x="543184" y="46699"/>
                    <a:pt x="550568" y="46598"/>
                  </a:cubicBezTo>
                  <a:cubicBezTo>
                    <a:pt x="555711" y="46528"/>
                    <a:pt x="561099" y="42807"/>
                    <a:pt x="561925" y="37192"/>
                  </a:cubicBezTo>
                  <a:cubicBezTo>
                    <a:pt x="562821" y="31095"/>
                    <a:pt x="563108" y="24654"/>
                    <a:pt x="562161" y="18597"/>
                  </a:cubicBezTo>
                  <a:cubicBezTo>
                    <a:pt x="560616" y="8711"/>
                    <a:pt x="555905" y="5732"/>
                    <a:pt x="545301" y="7102"/>
                  </a:cubicBezTo>
                  <a:close/>
                  <a:moveTo>
                    <a:pt x="413115" y="6989"/>
                  </a:moveTo>
                  <a:cubicBezTo>
                    <a:pt x="407835" y="9061"/>
                    <a:pt x="404750" y="13649"/>
                    <a:pt x="404299" y="19386"/>
                  </a:cubicBezTo>
                  <a:cubicBezTo>
                    <a:pt x="403929" y="24098"/>
                    <a:pt x="404003" y="28875"/>
                    <a:pt x="404279" y="33600"/>
                  </a:cubicBezTo>
                  <a:cubicBezTo>
                    <a:pt x="404642" y="39803"/>
                    <a:pt x="409673" y="45807"/>
                    <a:pt x="414707" y="46570"/>
                  </a:cubicBezTo>
                  <a:cubicBezTo>
                    <a:pt x="421817" y="47647"/>
                    <a:pt x="427371" y="44580"/>
                    <a:pt x="429460" y="36995"/>
                  </a:cubicBezTo>
                  <a:cubicBezTo>
                    <a:pt x="431903" y="28128"/>
                    <a:pt x="432113" y="19095"/>
                    <a:pt x="426323" y="10274"/>
                  </a:cubicBezTo>
                  <a:cubicBezTo>
                    <a:pt x="422688" y="6088"/>
                    <a:pt x="417864" y="5127"/>
                    <a:pt x="413115" y="6989"/>
                  </a:cubicBezTo>
                  <a:close/>
                  <a:moveTo>
                    <a:pt x="683776" y="6405"/>
                  </a:moveTo>
                  <a:cubicBezTo>
                    <a:pt x="678395" y="5763"/>
                    <a:pt x="673891" y="7426"/>
                    <a:pt x="671233" y="12617"/>
                  </a:cubicBezTo>
                  <a:cubicBezTo>
                    <a:pt x="666809" y="21259"/>
                    <a:pt x="667467" y="30043"/>
                    <a:pt x="670741" y="39598"/>
                  </a:cubicBezTo>
                  <a:cubicBezTo>
                    <a:pt x="673454" y="45031"/>
                    <a:pt x="677782" y="47439"/>
                    <a:pt x="683845" y="46588"/>
                  </a:cubicBezTo>
                  <a:cubicBezTo>
                    <a:pt x="689298" y="45824"/>
                    <a:pt x="692587" y="42303"/>
                    <a:pt x="693799" y="37370"/>
                  </a:cubicBezTo>
                  <a:cubicBezTo>
                    <a:pt x="695666" y="29774"/>
                    <a:pt x="695987" y="22052"/>
                    <a:pt x="693072" y="14501"/>
                  </a:cubicBezTo>
                  <a:cubicBezTo>
                    <a:pt x="691382" y="10125"/>
                    <a:pt x="688533" y="6974"/>
                    <a:pt x="683776" y="6405"/>
                  </a:cubicBezTo>
                  <a:close/>
                  <a:moveTo>
                    <a:pt x="485046" y="6376"/>
                  </a:moveTo>
                  <a:cubicBezTo>
                    <a:pt x="479592" y="5860"/>
                    <a:pt x="475134" y="7668"/>
                    <a:pt x="472708" y="12918"/>
                  </a:cubicBezTo>
                  <a:cubicBezTo>
                    <a:pt x="468544" y="21927"/>
                    <a:pt x="468411" y="31066"/>
                    <a:pt x="472747" y="39988"/>
                  </a:cubicBezTo>
                  <a:cubicBezTo>
                    <a:pt x="476057" y="46799"/>
                    <a:pt x="483248" y="49256"/>
                    <a:pt x="489413" y="44967"/>
                  </a:cubicBezTo>
                  <a:cubicBezTo>
                    <a:pt x="492609" y="42744"/>
                    <a:pt x="494169" y="38169"/>
                    <a:pt x="496515" y="33795"/>
                  </a:cubicBezTo>
                  <a:cubicBezTo>
                    <a:pt x="495909" y="27406"/>
                    <a:pt x="495730" y="20937"/>
                    <a:pt x="494560" y="14653"/>
                  </a:cubicBezTo>
                  <a:cubicBezTo>
                    <a:pt x="493669" y="9865"/>
                    <a:pt x="490091" y="6852"/>
                    <a:pt x="485046" y="6376"/>
                  </a:cubicBezTo>
                  <a:close/>
                  <a:moveTo>
                    <a:pt x="18663" y="6341"/>
                  </a:moveTo>
                  <a:cubicBezTo>
                    <a:pt x="13133" y="6799"/>
                    <a:pt x="7665" y="13574"/>
                    <a:pt x="7481" y="20328"/>
                  </a:cubicBezTo>
                  <a:cubicBezTo>
                    <a:pt x="7383" y="23920"/>
                    <a:pt x="7384" y="27519"/>
                    <a:pt x="7478" y="31110"/>
                  </a:cubicBezTo>
                  <a:cubicBezTo>
                    <a:pt x="7665" y="38237"/>
                    <a:pt x="10092" y="43977"/>
                    <a:pt x="18232" y="46585"/>
                  </a:cubicBezTo>
                  <a:cubicBezTo>
                    <a:pt x="27097" y="46618"/>
                    <a:pt x="30975" y="44439"/>
                    <a:pt x="32826" y="35761"/>
                  </a:cubicBezTo>
                  <a:cubicBezTo>
                    <a:pt x="34064" y="29958"/>
                    <a:pt x="33735" y="23567"/>
                    <a:pt x="32851" y="17626"/>
                  </a:cubicBezTo>
                  <a:cubicBezTo>
                    <a:pt x="31623" y="9372"/>
                    <a:pt x="26345" y="5704"/>
                    <a:pt x="18663" y="6341"/>
                  </a:cubicBezTo>
                  <a:close/>
                  <a:moveTo>
                    <a:pt x="613841" y="6340"/>
                  </a:moveTo>
                  <a:cubicBezTo>
                    <a:pt x="608317" y="6778"/>
                    <a:pt x="602801" y="13540"/>
                    <a:pt x="602613" y="20265"/>
                  </a:cubicBezTo>
                  <a:cubicBezTo>
                    <a:pt x="602503" y="24181"/>
                    <a:pt x="602592" y="28102"/>
                    <a:pt x="602593" y="32918"/>
                  </a:cubicBezTo>
                  <a:cubicBezTo>
                    <a:pt x="602976" y="34635"/>
                    <a:pt x="603108" y="36460"/>
                    <a:pt x="603788" y="38049"/>
                  </a:cubicBezTo>
                  <a:cubicBezTo>
                    <a:pt x="605778" y="42696"/>
                    <a:pt x="608693" y="46348"/>
                    <a:pt x="614332" y="46602"/>
                  </a:cubicBezTo>
                  <a:cubicBezTo>
                    <a:pt x="620880" y="46898"/>
                    <a:pt x="624282" y="45001"/>
                    <a:pt x="627024" y="38989"/>
                  </a:cubicBezTo>
                  <a:cubicBezTo>
                    <a:pt x="630185" y="32059"/>
                    <a:pt x="629706" y="24833"/>
                    <a:pt x="628127" y="17641"/>
                  </a:cubicBezTo>
                  <a:cubicBezTo>
                    <a:pt x="626331" y="9462"/>
                    <a:pt x="621506" y="5732"/>
                    <a:pt x="613841" y="6340"/>
                  </a:cubicBezTo>
                  <a:close/>
                  <a:moveTo>
                    <a:pt x="217114" y="6340"/>
                  </a:moveTo>
                  <a:cubicBezTo>
                    <a:pt x="211579" y="6769"/>
                    <a:pt x="206043" y="13531"/>
                    <a:pt x="205861" y="20262"/>
                  </a:cubicBezTo>
                  <a:cubicBezTo>
                    <a:pt x="205747" y="24509"/>
                    <a:pt x="205674" y="28769"/>
                    <a:pt x="205874" y="33010"/>
                  </a:cubicBezTo>
                  <a:cubicBezTo>
                    <a:pt x="206382" y="43775"/>
                    <a:pt x="215380" y="49429"/>
                    <a:pt x="225795" y="44760"/>
                  </a:cubicBezTo>
                  <a:cubicBezTo>
                    <a:pt x="234174" y="37083"/>
                    <a:pt x="233259" y="27404"/>
                    <a:pt x="231342" y="17697"/>
                  </a:cubicBezTo>
                  <a:cubicBezTo>
                    <a:pt x="229707" y="9422"/>
                    <a:pt x="224794" y="5744"/>
                    <a:pt x="217114" y="6340"/>
                  </a:cubicBezTo>
                  <a:close/>
                  <a:moveTo>
                    <a:pt x="284641" y="6336"/>
                  </a:moveTo>
                  <a:cubicBezTo>
                    <a:pt x="279587" y="6497"/>
                    <a:pt x="275445" y="9650"/>
                    <a:pt x="273592" y="14923"/>
                  </a:cubicBezTo>
                  <a:cubicBezTo>
                    <a:pt x="271465" y="20977"/>
                    <a:pt x="270878" y="27086"/>
                    <a:pt x="272425" y="33458"/>
                  </a:cubicBezTo>
                  <a:cubicBezTo>
                    <a:pt x="275258" y="45125"/>
                    <a:pt x="277963" y="47249"/>
                    <a:pt x="290559" y="45875"/>
                  </a:cubicBezTo>
                  <a:cubicBezTo>
                    <a:pt x="292235" y="44205"/>
                    <a:pt x="294363" y="42797"/>
                    <a:pt x="295509" y="40820"/>
                  </a:cubicBezTo>
                  <a:cubicBezTo>
                    <a:pt x="300482" y="32236"/>
                    <a:pt x="299984" y="23203"/>
                    <a:pt x="296651" y="14261"/>
                  </a:cubicBezTo>
                  <a:cubicBezTo>
                    <a:pt x="294600" y="8758"/>
                    <a:pt x="290226" y="6158"/>
                    <a:pt x="284641" y="6336"/>
                  </a:cubicBezTo>
                  <a:close/>
                  <a:moveTo>
                    <a:pt x="152599" y="6312"/>
                  </a:moveTo>
                  <a:cubicBezTo>
                    <a:pt x="146543" y="6319"/>
                    <a:pt x="142925" y="9672"/>
                    <a:pt x="141165" y="14969"/>
                  </a:cubicBezTo>
                  <a:cubicBezTo>
                    <a:pt x="138468" y="23084"/>
                    <a:pt x="137824" y="31271"/>
                    <a:pt x="141881" y="39277"/>
                  </a:cubicBezTo>
                  <a:cubicBezTo>
                    <a:pt x="145290" y="46006"/>
                    <a:pt x="147590" y="47291"/>
                    <a:pt x="155436" y="46590"/>
                  </a:cubicBezTo>
                  <a:cubicBezTo>
                    <a:pt x="159404" y="46236"/>
                    <a:pt x="164332" y="41874"/>
                    <a:pt x="165332" y="37056"/>
                  </a:cubicBezTo>
                  <a:cubicBezTo>
                    <a:pt x="166810" y="29939"/>
                    <a:pt x="167744" y="22726"/>
                    <a:pt x="164609" y="14898"/>
                  </a:cubicBezTo>
                  <a:cubicBezTo>
                    <a:pt x="162485" y="9407"/>
                    <a:pt x="158715" y="6305"/>
                    <a:pt x="152599" y="6312"/>
                  </a:cubicBezTo>
                  <a:close/>
                  <a:moveTo>
                    <a:pt x="88043" y="6160"/>
                  </a:moveTo>
                  <a:cubicBezTo>
                    <a:pt x="84242" y="5840"/>
                    <a:pt x="80397" y="7440"/>
                    <a:pt x="77942" y="10119"/>
                  </a:cubicBezTo>
                  <a:cubicBezTo>
                    <a:pt x="71279" y="17390"/>
                    <a:pt x="71368" y="38706"/>
                    <a:pt x="79815" y="44758"/>
                  </a:cubicBezTo>
                  <a:cubicBezTo>
                    <a:pt x="86330" y="48316"/>
                    <a:pt x="93676" y="47270"/>
                    <a:pt x="96665" y="42009"/>
                  </a:cubicBezTo>
                  <a:cubicBezTo>
                    <a:pt x="101868" y="32849"/>
                    <a:pt x="102208" y="23231"/>
                    <a:pt x="97877" y="13717"/>
                  </a:cubicBezTo>
                  <a:cubicBezTo>
                    <a:pt x="95601" y="8718"/>
                    <a:pt x="91844" y="6479"/>
                    <a:pt x="88043" y="6160"/>
                  </a:cubicBezTo>
                  <a:close/>
                  <a:moveTo>
                    <a:pt x="111534" y="1807"/>
                  </a:moveTo>
                  <a:cubicBezTo>
                    <a:pt x="116067" y="1807"/>
                    <a:pt x="120360" y="1807"/>
                    <a:pt x="124984" y="1807"/>
                  </a:cubicBezTo>
                  <a:cubicBezTo>
                    <a:pt x="124984" y="18519"/>
                    <a:pt x="124984" y="35217"/>
                    <a:pt x="124984" y="52263"/>
                  </a:cubicBezTo>
                  <a:cubicBezTo>
                    <a:pt x="122961" y="52263"/>
                    <a:pt x="121068" y="52263"/>
                    <a:pt x="118888" y="51909"/>
                  </a:cubicBezTo>
                  <a:cubicBezTo>
                    <a:pt x="118602" y="37059"/>
                    <a:pt x="118602" y="22563"/>
                    <a:pt x="118602" y="7739"/>
                  </a:cubicBezTo>
                  <a:cubicBezTo>
                    <a:pt x="116156" y="7474"/>
                    <a:pt x="114138" y="7256"/>
                    <a:pt x="111805" y="7004"/>
                  </a:cubicBezTo>
                  <a:cubicBezTo>
                    <a:pt x="111718" y="5339"/>
                    <a:pt x="111636" y="3771"/>
                    <a:pt x="111534" y="1807"/>
                  </a:cubicBezTo>
                  <a:close/>
                  <a:moveTo>
                    <a:pt x="441510" y="1804"/>
                  </a:moveTo>
                  <a:cubicBezTo>
                    <a:pt x="446368" y="1804"/>
                    <a:pt x="450990" y="1804"/>
                    <a:pt x="455940" y="1804"/>
                  </a:cubicBezTo>
                  <a:cubicBezTo>
                    <a:pt x="455940" y="18523"/>
                    <a:pt x="455940" y="35220"/>
                    <a:pt x="455940" y="52264"/>
                  </a:cubicBezTo>
                  <a:cubicBezTo>
                    <a:pt x="453916" y="52264"/>
                    <a:pt x="452023" y="52264"/>
                    <a:pt x="449843" y="51910"/>
                  </a:cubicBezTo>
                  <a:cubicBezTo>
                    <a:pt x="449557" y="37060"/>
                    <a:pt x="449557" y="22564"/>
                    <a:pt x="449557" y="7640"/>
                  </a:cubicBezTo>
                  <a:cubicBezTo>
                    <a:pt x="446780" y="7438"/>
                    <a:pt x="444433" y="7268"/>
                    <a:pt x="441776" y="7075"/>
                  </a:cubicBezTo>
                  <a:cubicBezTo>
                    <a:pt x="441688" y="5332"/>
                    <a:pt x="441609" y="3764"/>
                    <a:pt x="441510" y="1804"/>
                  </a:cubicBezTo>
                  <a:close/>
                  <a:moveTo>
                    <a:pt x="243410" y="1760"/>
                  </a:moveTo>
                  <a:cubicBezTo>
                    <a:pt x="248060" y="1760"/>
                    <a:pt x="252685" y="1760"/>
                    <a:pt x="257601" y="1760"/>
                  </a:cubicBezTo>
                  <a:cubicBezTo>
                    <a:pt x="257601" y="18594"/>
                    <a:pt x="257601" y="35288"/>
                    <a:pt x="257601" y="52234"/>
                  </a:cubicBezTo>
                  <a:cubicBezTo>
                    <a:pt x="255488" y="52234"/>
                    <a:pt x="253598" y="52234"/>
                    <a:pt x="251013" y="52234"/>
                  </a:cubicBezTo>
                  <a:cubicBezTo>
                    <a:pt x="251013" y="40371"/>
                    <a:pt x="251013" y="28531"/>
                    <a:pt x="251013" y="16207"/>
                  </a:cubicBezTo>
                  <a:cubicBezTo>
                    <a:pt x="251013" y="13142"/>
                    <a:pt x="251013" y="10561"/>
                    <a:pt x="251013" y="7668"/>
                  </a:cubicBezTo>
                  <a:cubicBezTo>
                    <a:pt x="248321" y="7436"/>
                    <a:pt x="245974" y="7234"/>
                    <a:pt x="243410" y="7013"/>
                  </a:cubicBezTo>
                  <a:cubicBezTo>
                    <a:pt x="243410" y="5238"/>
                    <a:pt x="243410" y="3668"/>
                    <a:pt x="243410" y="1760"/>
                  </a:cubicBezTo>
                  <a:close/>
                  <a:moveTo>
                    <a:pt x="308942" y="1755"/>
                  </a:moveTo>
                  <a:cubicBezTo>
                    <a:pt x="313869" y="1755"/>
                    <a:pt x="318494" y="1755"/>
                    <a:pt x="323404" y="1755"/>
                  </a:cubicBezTo>
                  <a:cubicBezTo>
                    <a:pt x="323404" y="18606"/>
                    <a:pt x="323404" y="35300"/>
                    <a:pt x="323404" y="52240"/>
                  </a:cubicBezTo>
                  <a:cubicBezTo>
                    <a:pt x="321274" y="52240"/>
                    <a:pt x="319384" y="52240"/>
                    <a:pt x="316811" y="52240"/>
                  </a:cubicBezTo>
                  <a:cubicBezTo>
                    <a:pt x="316811" y="49809"/>
                    <a:pt x="316811" y="47425"/>
                    <a:pt x="316811" y="44561"/>
                  </a:cubicBezTo>
                  <a:cubicBezTo>
                    <a:pt x="316811" y="32044"/>
                    <a:pt x="316811" y="20006"/>
                    <a:pt x="316811" y="7634"/>
                  </a:cubicBezTo>
                  <a:cubicBezTo>
                    <a:pt x="314236" y="7448"/>
                    <a:pt x="312019" y="7288"/>
                    <a:pt x="309215" y="7085"/>
                  </a:cubicBezTo>
                  <a:cubicBezTo>
                    <a:pt x="309132" y="5473"/>
                    <a:pt x="309046" y="3789"/>
                    <a:pt x="308942" y="1755"/>
                  </a:cubicBezTo>
                  <a:close/>
                  <a:moveTo>
                    <a:pt x="375729" y="1749"/>
                  </a:moveTo>
                  <a:cubicBezTo>
                    <a:pt x="380665" y="1749"/>
                    <a:pt x="385289" y="1749"/>
                    <a:pt x="390191" y="1749"/>
                  </a:cubicBezTo>
                  <a:cubicBezTo>
                    <a:pt x="390191" y="18622"/>
                    <a:pt x="390191" y="35317"/>
                    <a:pt x="390191" y="52249"/>
                  </a:cubicBezTo>
                  <a:cubicBezTo>
                    <a:pt x="388040" y="52249"/>
                    <a:pt x="386150" y="52249"/>
                    <a:pt x="383591" y="52249"/>
                  </a:cubicBezTo>
                  <a:cubicBezTo>
                    <a:pt x="383591" y="50117"/>
                    <a:pt x="383591" y="48058"/>
                    <a:pt x="383591" y="45519"/>
                  </a:cubicBezTo>
                  <a:cubicBezTo>
                    <a:pt x="383591" y="32678"/>
                    <a:pt x="383591" y="20315"/>
                    <a:pt x="383591" y="7626"/>
                  </a:cubicBezTo>
                  <a:cubicBezTo>
                    <a:pt x="381004" y="7443"/>
                    <a:pt x="378784" y="7286"/>
                    <a:pt x="375990" y="7089"/>
                  </a:cubicBezTo>
                  <a:cubicBezTo>
                    <a:pt x="375910" y="5459"/>
                    <a:pt x="375828" y="3775"/>
                    <a:pt x="375729" y="1749"/>
                  </a:cubicBezTo>
                  <a:close/>
                  <a:moveTo>
                    <a:pt x="640307" y="1728"/>
                  </a:moveTo>
                  <a:cubicBezTo>
                    <a:pt x="644775" y="1728"/>
                    <a:pt x="649283" y="1728"/>
                    <a:pt x="654638" y="1728"/>
                  </a:cubicBezTo>
                  <a:cubicBezTo>
                    <a:pt x="654638" y="17349"/>
                    <a:pt x="654638" y="33081"/>
                    <a:pt x="654635" y="49275"/>
                  </a:cubicBezTo>
                  <a:cubicBezTo>
                    <a:pt x="654259" y="54934"/>
                    <a:pt x="650534" y="51462"/>
                    <a:pt x="647867" y="52769"/>
                  </a:cubicBezTo>
                  <a:cubicBezTo>
                    <a:pt x="647867" y="37404"/>
                    <a:pt x="647867" y="22651"/>
                    <a:pt x="647867" y="7592"/>
                  </a:cubicBezTo>
                  <a:cubicBezTo>
                    <a:pt x="645129" y="7418"/>
                    <a:pt x="642908" y="7276"/>
                    <a:pt x="640307" y="7111"/>
                  </a:cubicBezTo>
                  <a:cubicBezTo>
                    <a:pt x="640307" y="5394"/>
                    <a:pt x="640307" y="3716"/>
                    <a:pt x="640307" y="1728"/>
                  </a:cubicBezTo>
                  <a:close/>
                  <a:moveTo>
                    <a:pt x="574506" y="1720"/>
                  </a:moveTo>
                  <a:cubicBezTo>
                    <a:pt x="579010" y="1720"/>
                    <a:pt x="583529" y="1720"/>
                    <a:pt x="588842" y="1720"/>
                  </a:cubicBezTo>
                  <a:cubicBezTo>
                    <a:pt x="588842" y="8290"/>
                    <a:pt x="588842" y="14923"/>
                    <a:pt x="588842" y="22047"/>
                  </a:cubicBezTo>
                  <a:cubicBezTo>
                    <a:pt x="588842" y="32324"/>
                    <a:pt x="588842" y="42111"/>
                    <a:pt x="588842" y="52188"/>
                  </a:cubicBezTo>
                  <a:cubicBezTo>
                    <a:pt x="586521" y="52188"/>
                    <a:pt x="584629" y="52188"/>
                    <a:pt x="582129" y="52188"/>
                  </a:cubicBezTo>
                  <a:cubicBezTo>
                    <a:pt x="582129" y="37493"/>
                    <a:pt x="582129" y="22702"/>
                    <a:pt x="582129" y="7602"/>
                  </a:cubicBezTo>
                  <a:cubicBezTo>
                    <a:pt x="579336" y="7420"/>
                    <a:pt x="577111" y="7276"/>
                    <a:pt x="574506" y="7107"/>
                  </a:cubicBezTo>
                  <a:cubicBezTo>
                    <a:pt x="574506" y="5392"/>
                    <a:pt x="574506" y="3714"/>
                    <a:pt x="574506" y="1720"/>
                  </a:cubicBezTo>
                  <a:close/>
                  <a:moveTo>
                    <a:pt x="507725" y="1719"/>
                  </a:moveTo>
                  <a:cubicBezTo>
                    <a:pt x="512230" y="1719"/>
                    <a:pt x="516749" y="1719"/>
                    <a:pt x="522062" y="1719"/>
                  </a:cubicBezTo>
                  <a:cubicBezTo>
                    <a:pt x="522062" y="6977"/>
                    <a:pt x="522062" y="12303"/>
                    <a:pt x="522062" y="18120"/>
                  </a:cubicBezTo>
                  <a:cubicBezTo>
                    <a:pt x="522062" y="29706"/>
                    <a:pt x="522062" y="40801"/>
                    <a:pt x="522062" y="52188"/>
                  </a:cubicBezTo>
                  <a:cubicBezTo>
                    <a:pt x="519747" y="52188"/>
                    <a:pt x="517851" y="52188"/>
                    <a:pt x="515347" y="52188"/>
                  </a:cubicBezTo>
                  <a:cubicBezTo>
                    <a:pt x="515347" y="37493"/>
                    <a:pt x="515347" y="22700"/>
                    <a:pt x="515347" y="7599"/>
                  </a:cubicBezTo>
                  <a:cubicBezTo>
                    <a:pt x="512554" y="7419"/>
                    <a:pt x="510328" y="7275"/>
                    <a:pt x="507725" y="7107"/>
                  </a:cubicBezTo>
                  <a:cubicBezTo>
                    <a:pt x="507725" y="5384"/>
                    <a:pt x="507725" y="3702"/>
                    <a:pt x="507725" y="1719"/>
                  </a:cubicBezTo>
                  <a:close/>
                  <a:moveTo>
                    <a:pt x="177752" y="1718"/>
                  </a:moveTo>
                  <a:cubicBezTo>
                    <a:pt x="182261" y="1718"/>
                    <a:pt x="186780" y="1718"/>
                    <a:pt x="192090" y="1718"/>
                  </a:cubicBezTo>
                  <a:cubicBezTo>
                    <a:pt x="192090" y="6327"/>
                    <a:pt x="192090" y="10997"/>
                    <a:pt x="192090" y="16158"/>
                  </a:cubicBezTo>
                  <a:cubicBezTo>
                    <a:pt x="192090" y="28398"/>
                    <a:pt x="192090" y="40148"/>
                    <a:pt x="192090" y="52188"/>
                  </a:cubicBezTo>
                  <a:cubicBezTo>
                    <a:pt x="189773" y="52188"/>
                    <a:pt x="187877" y="52188"/>
                    <a:pt x="185373" y="52188"/>
                  </a:cubicBezTo>
                  <a:cubicBezTo>
                    <a:pt x="185373" y="37491"/>
                    <a:pt x="185373" y="22699"/>
                    <a:pt x="185373" y="7595"/>
                  </a:cubicBezTo>
                  <a:cubicBezTo>
                    <a:pt x="182580" y="7417"/>
                    <a:pt x="180354" y="7275"/>
                    <a:pt x="177752" y="7109"/>
                  </a:cubicBezTo>
                  <a:cubicBezTo>
                    <a:pt x="177752" y="5382"/>
                    <a:pt x="177752" y="3700"/>
                    <a:pt x="177752" y="1718"/>
                  </a:cubicBezTo>
                  <a:close/>
                  <a:moveTo>
                    <a:pt x="45173" y="1718"/>
                  </a:moveTo>
                  <a:cubicBezTo>
                    <a:pt x="49682" y="1718"/>
                    <a:pt x="54200" y="1718"/>
                    <a:pt x="59117" y="1718"/>
                  </a:cubicBezTo>
                  <a:cubicBezTo>
                    <a:pt x="59117" y="18417"/>
                    <a:pt x="59117" y="35154"/>
                    <a:pt x="59117" y="52189"/>
                  </a:cubicBezTo>
                  <a:cubicBezTo>
                    <a:pt x="57183" y="52189"/>
                    <a:pt x="55287" y="52189"/>
                    <a:pt x="52636" y="52189"/>
                  </a:cubicBezTo>
                  <a:cubicBezTo>
                    <a:pt x="52636" y="44336"/>
                    <a:pt x="52636" y="36383"/>
                    <a:pt x="52636" y="27939"/>
                  </a:cubicBezTo>
                  <a:cubicBezTo>
                    <a:pt x="52636" y="20935"/>
                    <a:pt x="52636" y="14423"/>
                    <a:pt x="52636" y="7585"/>
                  </a:cubicBezTo>
                  <a:cubicBezTo>
                    <a:pt x="50001" y="7417"/>
                    <a:pt x="47774" y="7275"/>
                    <a:pt x="45173" y="7109"/>
                  </a:cubicBezTo>
                  <a:cubicBezTo>
                    <a:pt x="45173" y="5381"/>
                    <a:pt x="45173" y="3700"/>
                    <a:pt x="45173" y="1718"/>
                  </a:cubicBezTo>
                  <a:close/>
                  <a:moveTo>
                    <a:pt x="541112" y="1640"/>
                  </a:moveTo>
                  <a:cubicBezTo>
                    <a:pt x="545612" y="-225"/>
                    <a:pt x="551498" y="-101"/>
                    <a:pt x="559405" y="2006"/>
                  </a:cubicBezTo>
                  <a:cubicBezTo>
                    <a:pt x="566174" y="6001"/>
                    <a:pt x="568509" y="12289"/>
                    <a:pt x="569649" y="19096"/>
                  </a:cubicBezTo>
                  <a:cubicBezTo>
                    <a:pt x="571007" y="27197"/>
                    <a:pt x="570720" y="35341"/>
                    <a:pt x="567090" y="42826"/>
                  </a:cubicBezTo>
                  <a:cubicBezTo>
                    <a:pt x="563312" y="50617"/>
                    <a:pt x="556439" y="53993"/>
                    <a:pt x="547978" y="53386"/>
                  </a:cubicBezTo>
                  <a:cubicBezTo>
                    <a:pt x="539401" y="52770"/>
                    <a:pt x="533644" y="47902"/>
                    <a:pt x="531021" y="39775"/>
                  </a:cubicBezTo>
                  <a:cubicBezTo>
                    <a:pt x="528176" y="30960"/>
                    <a:pt x="527679" y="21748"/>
                    <a:pt x="531135" y="13200"/>
                  </a:cubicBezTo>
                  <a:cubicBezTo>
                    <a:pt x="533498" y="7356"/>
                    <a:pt x="536612" y="3504"/>
                    <a:pt x="541112" y="1640"/>
                  </a:cubicBezTo>
                  <a:close/>
                  <a:moveTo>
                    <a:pt x="345556" y="903"/>
                  </a:moveTo>
                  <a:cubicBezTo>
                    <a:pt x="351890" y="-912"/>
                    <a:pt x="359247" y="342"/>
                    <a:pt x="365174" y="5103"/>
                  </a:cubicBezTo>
                  <a:cubicBezTo>
                    <a:pt x="374438" y="16255"/>
                    <a:pt x="373233" y="37142"/>
                    <a:pt x="366809" y="46002"/>
                  </a:cubicBezTo>
                  <a:cubicBezTo>
                    <a:pt x="359135" y="56587"/>
                    <a:pt x="340272" y="55720"/>
                    <a:pt x="334521" y="43853"/>
                  </a:cubicBezTo>
                  <a:cubicBezTo>
                    <a:pt x="330018" y="34561"/>
                    <a:pt x="329669" y="24966"/>
                    <a:pt x="332075" y="15118"/>
                  </a:cubicBezTo>
                  <a:cubicBezTo>
                    <a:pt x="333911" y="7602"/>
                    <a:pt x="339222" y="2718"/>
                    <a:pt x="345556" y="903"/>
                  </a:cubicBezTo>
                  <a:close/>
                  <a:moveTo>
                    <a:pt x="147327" y="732"/>
                  </a:moveTo>
                  <a:cubicBezTo>
                    <a:pt x="153163" y="-873"/>
                    <a:pt x="159717" y="193"/>
                    <a:pt x="164836" y="3612"/>
                  </a:cubicBezTo>
                  <a:cubicBezTo>
                    <a:pt x="170853" y="7630"/>
                    <a:pt x="172585" y="14595"/>
                    <a:pt x="173284" y="21382"/>
                  </a:cubicBezTo>
                  <a:cubicBezTo>
                    <a:pt x="173725" y="25658"/>
                    <a:pt x="172868" y="30069"/>
                    <a:pt x="172537" y="34845"/>
                  </a:cubicBezTo>
                  <a:cubicBezTo>
                    <a:pt x="171610" y="42883"/>
                    <a:pt x="168097" y="48743"/>
                    <a:pt x="160872" y="51774"/>
                  </a:cubicBezTo>
                  <a:cubicBezTo>
                    <a:pt x="153238" y="54976"/>
                    <a:pt x="145754" y="54076"/>
                    <a:pt x="139768" y="48450"/>
                  </a:cubicBezTo>
                  <a:cubicBezTo>
                    <a:pt x="136897" y="45752"/>
                    <a:pt x="134994" y="41553"/>
                    <a:pt x="133760" y="37681"/>
                  </a:cubicBezTo>
                  <a:cubicBezTo>
                    <a:pt x="131259" y="29829"/>
                    <a:pt x="131697" y="21780"/>
                    <a:pt x="134133" y="13884"/>
                  </a:cubicBezTo>
                  <a:cubicBezTo>
                    <a:pt x="136376" y="6615"/>
                    <a:pt x="141492" y="2338"/>
                    <a:pt x="147327" y="732"/>
                  </a:cubicBezTo>
                  <a:close/>
                  <a:moveTo>
                    <a:pt x="223021" y="507"/>
                  </a:moveTo>
                  <a:cubicBezTo>
                    <a:pt x="230402" y="1250"/>
                    <a:pt x="235009" y="5971"/>
                    <a:pt x="237174" y="12683"/>
                  </a:cubicBezTo>
                  <a:cubicBezTo>
                    <a:pt x="240771" y="23835"/>
                    <a:pt x="240719" y="34920"/>
                    <a:pt x="234623" y="45764"/>
                  </a:cubicBezTo>
                  <a:cubicBezTo>
                    <a:pt x="228672" y="53257"/>
                    <a:pt x="218750" y="55885"/>
                    <a:pt x="209897" y="51311"/>
                  </a:cubicBezTo>
                  <a:cubicBezTo>
                    <a:pt x="202134" y="47301"/>
                    <a:pt x="198699" y="40056"/>
                    <a:pt x="198983" y="31274"/>
                  </a:cubicBezTo>
                  <a:cubicBezTo>
                    <a:pt x="199211" y="24221"/>
                    <a:pt x="198166" y="17192"/>
                    <a:pt x="201735" y="10321"/>
                  </a:cubicBezTo>
                  <a:cubicBezTo>
                    <a:pt x="206482" y="1183"/>
                    <a:pt x="214133" y="-387"/>
                    <a:pt x="223021" y="507"/>
                  </a:cubicBezTo>
                  <a:close/>
                  <a:moveTo>
                    <a:pt x="680124" y="499"/>
                  </a:moveTo>
                  <a:cubicBezTo>
                    <a:pt x="686400" y="92"/>
                    <a:pt x="692977" y="1923"/>
                    <a:pt x="696433" y="5987"/>
                  </a:cubicBezTo>
                  <a:cubicBezTo>
                    <a:pt x="703268" y="14024"/>
                    <a:pt x="703463" y="39489"/>
                    <a:pt x="696514" y="46721"/>
                  </a:cubicBezTo>
                  <a:cubicBezTo>
                    <a:pt x="688162" y="55414"/>
                    <a:pt x="673785" y="56406"/>
                    <a:pt x="665417" y="44510"/>
                  </a:cubicBezTo>
                  <a:cubicBezTo>
                    <a:pt x="659454" y="32198"/>
                    <a:pt x="660067" y="20463"/>
                    <a:pt x="665615" y="8440"/>
                  </a:cubicBezTo>
                  <a:cubicBezTo>
                    <a:pt x="667871" y="3552"/>
                    <a:pt x="673848" y="907"/>
                    <a:pt x="680124" y="499"/>
                  </a:cubicBezTo>
                  <a:close/>
                  <a:moveTo>
                    <a:pt x="417912" y="441"/>
                  </a:moveTo>
                  <a:cubicBezTo>
                    <a:pt x="427140" y="481"/>
                    <a:pt x="432767" y="4624"/>
                    <a:pt x="435692" y="13015"/>
                  </a:cubicBezTo>
                  <a:cubicBezTo>
                    <a:pt x="438785" y="21889"/>
                    <a:pt x="438822" y="30991"/>
                    <a:pt x="435960" y="39674"/>
                  </a:cubicBezTo>
                  <a:cubicBezTo>
                    <a:pt x="432426" y="50398"/>
                    <a:pt x="424492" y="53979"/>
                    <a:pt x="415058" y="53372"/>
                  </a:cubicBezTo>
                  <a:cubicBezTo>
                    <a:pt x="406127" y="52797"/>
                    <a:pt x="398120" y="44846"/>
                    <a:pt x="397570" y="35148"/>
                  </a:cubicBezTo>
                  <a:cubicBezTo>
                    <a:pt x="397128" y="27349"/>
                    <a:pt x="395861" y="19275"/>
                    <a:pt x="399507" y="11633"/>
                  </a:cubicBezTo>
                  <a:cubicBezTo>
                    <a:pt x="403163" y="3972"/>
                    <a:pt x="408718" y="-256"/>
                    <a:pt x="417912" y="441"/>
                  </a:cubicBezTo>
                  <a:close/>
                  <a:moveTo>
                    <a:pt x="618015" y="364"/>
                  </a:moveTo>
                  <a:cubicBezTo>
                    <a:pt x="625603" y="672"/>
                    <a:pt x="630645" y="4581"/>
                    <a:pt x="633249" y="11092"/>
                  </a:cubicBezTo>
                  <a:cubicBezTo>
                    <a:pt x="637546" y="21833"/>
                    <a:pt x="637829" y="32897"/>
                    <a:pt x="632508" y="43440"/>
                  </a:cubicBezTo>
                  <a:cubicBezTo>
                    <a:pt x="631073" y="46283"/>
                    <a:pt x="627963" y="48281"/>
                    <a:pt x="625327" y="50902"/>
                  </a:cubicBezTo>
                  <a:cubicBezTo>
                    <a:pt x="609634" y="57688"/>
                    <a:pt x="595625" y="48414"/>
                    <a:pt x="595775" y="31562"/>
                  </a:cubicBezTo>
                  <a:cubicBezTo>
                    <a:pt x="595838" y="24526"/>
                    <a:pt x="594823" y="17496"/>
                    <a:pt x="598401" y="10596"/>
                  </a:cubicBezTo>
                  <a:cubicBezTo>
                    <a:pt x="602750" y="2206"/>
                    <a:pt x="609361" y="13"/>
                    <a:pt x="618015" y="364"/>
                  </a:cubicBezTo>
                  <a:close/>
                  <a:moveTo>
                    <a:pt x="22448" y="352"/>
                  </a:moveTo>
                  <a:cubicBezTo>
                    <a:pt x="29068" y="796"/>
                    <a:pt x="35463" y="4023"/>
                    <a:pt x="38070" y="10833"/>
                  </a:cubicBezTo>
                  <a:cubicBezTo>
                    <a:pt x="42097" y="21352"/>
                    <a:pt x="42623" y="31929"/>
                    <a:pt x="37887" y="42319"/>
                  </a:cubicBezTo>
                  <a:cubicBezTo>
                    <a:pt x="36655" y="45023"/>
                    <a:pt x="34261" y="47196"/>
                    <a:pt x="32136" y="49870"/>
                  </a:cubicBezTo>
                  <a:cubicBezTo>
                    <a:pt x="20448" y="56493"/>
                    <a:pt x="10472" y="53116"/>
                    <a:pt x="4090" y="44728"/>
                  </a:cubicBezTo>
                  <a:cubicBezTo>
                    <a:pt x="-587" y="38581"/>
                    <a:pt x="-1045" y="14616"/>
                    <a:pt x="5476" y="6575"/>
                  </a:cubicBezTo>
                  <a:cubicBezTo>
                    <a:pt x="8983" y="2250"/>
                    <a:pt x="15828" y="-91"/>
                    <a:pt x="22448" y="352"/>
                  </a:cubicBezTo>
                  <a:close/>
                  <a:moveTo>
                    <a:pt x="88942" y="322"/>
                  </a:moveTo>
                  <a:cubicBezTo>
                    <a:pt x="96230" y="553"/>
                    <a:pt x="101171" y="4291"/>
                    <a:pt x="103905" y="10151"/>
                  </a:cubicBezTo>
                  <a:cubicBezTo>
                    <a:pt x="109715" y="22599"/>
                    <a:pt x="109155" y="35078"/>
                    <a:pt x="101454" y="47225"/>
                  </a:cubicBezTo>
                  <a:cubicBezTo>
                    <a:pt x="94565" y="53811"/>
                    <a:pt x="86914" y="55139"/>
                    <a:pt x="78548" y="51581"/>
                  </a:cubicBezTo>
                  <a:cubicBezTo>
                    <a:pt x="70031" y="47960"/>
                    <a:pt x="67278" y="40295"/>
                    <a:pt x="66536" y="32070"/>
                  </a:cubicBezTo>
                  <a:cubicBezTo>
                    <a:pt x="65856" y="24548"/>
                    <a:pt x="66008" y="16964"/>
                    <a:pt x="69975" y="9887"/>
                  </a:cubicBezTo>
                  <a:cubicBezTo>
                    <a:pt x="74266" y="2233"/>
                    <a:pt x="80649" y="59"/>
                    <a:pt x="88942" y="322"/>
                  </a:cubicBezTo>
                  <a:close/>
                  <a:moveTo>
                    <a:pt x="480240" y="301"/>
                  </a:moveTo>
                  <a:cubicBezTo>
                    <a:pt x="487257" y="-857"/>
                    <a:pt x="494564" y="1417"/>
                    <a:pt x="497882" y="6463"/>
                  </a:cubicBezTo>
                  <a:cubicBezTo>
                    <a:pt x="500599" y="10595"/>
                    <a:pt x="502693" y="15749"/>
                    <a:pt x="503133" y="20614"/>
                  </a:cubicBezTo>
                  <a:cubicBezTo>
                    <a:pt x="503706" y="26946"/>
                    <a:pt x="503191" y="33666"/>
                    <a:pt x="501624" y="39832"/>
                  </a:cubicBezTo>
                  <a:cubicBezTo>
                    <a:pt x="499350" y="48785"/>
                    <a:pt x="490907" y="53948"/>
                    <a:pt x="481707" y="53469"/>
                  </a:cubicBezTo>
                  <a:cubicBezTo>
                    <a:pt x="473899" y="53063"/>
                    <a:pt x="465491" y="46529"/>
                    <a:pt x="464373" y="38239"/>
                  </a:cubicBezTo>
                  <a:cubicBezTo>
                    <a:pt x="463351" y="30660"/>
                    <a:pt x="464183" y="22832"/>
                    <a:pt x="464343" y="14734"/>
                  </a:cubicBezTo>
                  <a:cubicBezTo>
                    <a:pt x="466498" y="6050"/>
                    <a:pt x="473224" y="1460"/>
                    <a:pt x="480240" y="301"/>
                  </a:cubicBezTo>
                  <a:close/>
                  <a:moveTo>
                    <a:pt x="286790" y="300"/>
                  </a:moveTo>
                  <a:cubicBezTo>
                    <a:pt x="294295" y="410"/>
                    <a:pt x="299417" y="4081"/>
                    <a:pt x="302253" y="10117"/>
                  </a:cubicBezTo>
                  <a:cubicBezTo>
                    <a:pt x="308183" y="22735"/>
                    <a:pt x="308058" y="35755"/>
                    <a:pt x="299622" y="47155"/>
                  </a:cubicBezTo>
                  <a:cubicBezTo>
                    <a:pt x="292782" y="56398"/>
                    <a:pt x="276805" y="55424"/>
                    <a:pt x="269966" y="46195"/>
                  </a:cubicBezTo>
                  <a:cubicBezTo>
                    <a:pt x="268731" y="44529"/>
                    <a:pt x="267845" y="42603"/>
                    <a:pt x="266753" y="40406"/>
                  </a:cubicBezTo>
                  <a:cubicBezTo>
                    <a:pt x="263698" y="29792"/>
                    <a:pt x="263395" y="19729"/>
                    <a:pt x="268410" y="9952"/>
                  </a:cubicBezTo>
                  <a:cubicBezTo>
                    <a:pt x="272283" y="2400"/>
                    <a:pt x="278630" y="181"/>
                    <a:pt x="286790" y="30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87" name="Group 186">
            <a:extLst>
              <a:ext uri="{FF2B5EF4-FFF2-40B4-BE49-F238E27FC236}">
                <a16:creationId xmlns:a16="http://schemas.microsoft.com/office/drawing/2014/main" id="{589EFCE9-8C05-FB64-3699-D762DFD21CAE}"/>
              </a:ext>
              <a:ext uri="{C183D7F6-B498-43B3-948B-1728B52AA6E4}">
                <adec:decorative xmlns:adec="http://schemas.microsoft.com/office/drawing/2017/decorative" val="1"/>
              </a:ext>
            </a:extLst>
          </p:cNvPr>
          <p:cNvGrpSpPr>
            <a:grpSpLocks noChangeAspect="1"/>
          </p:cNvGrpSpPr>
          <p:nvPr/>
        </p:nvGrpSpPr>
        <p:grpSpPr>
          <a:xfrm>
            <a:off x="1203791" y="3636615"/>
            <a:ext cx="457205" cy="457200"/>
            <a:chOff x="1203791" y="3636615"/>
            <a:chExt cx="457205" cy="457200"/>
          </a:xfrm>
          <a:solidFill>
            <a:srgbClr val="FF0000"/>
          </a:solidFill>
        </p:grpSpPr>
        <p:sp>
          <p:nvSpPr>
            <p:cNvPr id="1956" name="Freeform: Shape 1955">
              <a:extLst>
                <a:ext uri="{FF2B5EF4-FFF2-40B4-BE49-F238E27FC236}">
                  <a16:creationId xmlns:a16="http://schemas.microsoft.com/office/drawing/2014/main" id="{552C9178-F1BE-310A-BD86-7D28E6B8384D}"/>
                </a:ext>
                <a:ext uri="{C183D7F6-B498-43B3-948B-1728B52AA6E4}">
                  <adec:decorative xmlns:adec="http://schemas.microsoft.com/office/drawing/2017/decorative" val="1"/>
                </a:ext>
              </a:extLst>
            </p:cNvPr>
            <p:cNvSpPr/>
            <p:nvPr/>
          </p:nvSpPr>
          <p:spPr>
            <a:xfrm>
              <a:off x="1203791" y="3636615"/>
              <a:ext cx="457205" cy="457200"/>
            </a:xfrm>
            <a:custGeom>
              <a:avLst/>
              <a:gdLst>
                <a:gd name="connsiteX0" fmla="*/ 435090 w 872660"/>
                <a:gd name="connsiteY0" fmla="*/ 267225 h 872650"/>
                <a:gd name="connsiteX1" fmla="*/ 368055 w 872660"/>
                <a:gd name="connsiteY1" fmla="*/ 334260 h 872650"/>
                <a:gd name="connsiteX2" fmla="*/ 435090 w 872660"/>
                <a:gd name="connsiteY2" fmla="*/ 401295 h 872650"/>
                <a:gd name="connsiteX3" fmla="*/ 502126 w 872660"/>
                <a:gd name="connsiteY3" fmla="*/ 334260 h 872650"/>
                <a:gd name="connsiteX4" fmla="*/ 435090 w 872660"/>
                <a:gd name="connsiteY4" fmla="*/ 267225 h 872650"/>
                <a:gd name="connsiteX5" fmla="*/ 435318 w 872660"/>
                <a:gd name="connsiteY5" fmla="*/ 220120 h 872650"/>
                <a:gd name="connsiteX6" fmla="*/ 549458 w 872660"/>
                <a:gd name="connsiteY6" fmla="*/ 334260 h 872650"/>
                <a:gd name="connsiteX7" fmla="*/ 476762 w 872660"/>
                <a:gd name="connsiteY7" fmla="*/ 440247 h 872650"/>
                <a:gd name="connsiteX8" fmla="*/ 617172 w 872660"/>
                <a:gd name="connsiteY8" fmla="*/ 607382 h 872650"/>
                <a:gd name="connsiteX9" fmla="*/ 617624 w 872660"/>
                <a:gd name="connsiteY9" fmla="*/ 616666 h 872650"/>
                <a:gd name="connsiteX10" fmla="*/ 617624 w 872660"/>
                <a:gd name="connsiteY10" fmla="*/ 652447 h 872650"/>
                <a:gd name="connsiteX11" fmla="*/ 323215 w 872660"/>
                <a:gd name="connsiteY11" fmla="*/ 652447 h 872650"/>
                <a:gd name="connsiteX12" fmla="*/ 323215 w 872660"/>
                <a:gd name="connsiteY12" fmla="*/ 607608 h 872650"/>
                <a:gd name="connsiteX13" fmla="*/ 572330 w 872660"/>
                <a:gd name="connsiteY13" fmla="*/ 607608 h 872650"/>
                <a:gd name="connsiteX14" fmla="*/ 572330 w 872660"/>
                <a:gd name="connsiteY14" fmla="*/ 607382 h 872650"/>
                <a:gd name="connsiteX15" fmla="*/ 572105 w 872660"/>
                <a:gd name="connsiteY15" fmla="*/ 607382 h 872650"/>
                <a:gd name="connsiteX16" fmla="*/ 435090 w 872660"/>
                <a:gd name="connsiteY16" fmla="*/ 480106 h 872650"/>
                <a:gd name="connsiteX17" fmla="*/ 301249 w 872660"/>
                <a:gd name="connsiteY17" fmla="*/ 586318 h 872650"/>
                <a:gd name="connsiteX18" fmla="*/ 255275 w 872660"/>
                <a:gd name="connsiteY18" fmla="*/ 586318 h 872650"/>
                <a:gd name="connsiteX19" fmla="*/ 393648 w 872660"/>
                <a:gd name="connsiteY19" fmla="*/ 440247 h 872650"/>
                <a:gd name="connsiteX20" fmla="*/ 320952 w 872660"/>
                <a:gd name="connsiteY20" fmla="*/ 334260 h 872650"/>
                <a:gd name="connsiteX21" fmla="*/ 435318 w 872660"/>
                <a:gd name="connsiteY21" fmla="*/ 220120 h 872650"/>
                <a:gd name="connsiteX22" fmla="*/ 437342 w 872660"/>
                <a:gd name="connsiteY22" fmla="*/ 50916 h 872650"/>
                <a:gd name="connsiteX23" fmla="*/ 389132 w 872660"/>
                <a:gd name="connsiteY23" fmla="*/ 104593 h 872650"/>
                <a:gd name="connsiteX24" fmla="*/ 389307 w 872660"/>
                <a:gd name="connsiteY24" fmla="*/ 75509 h 872650"/>
                <a:gd name="connsiteX25" fmla="*/ 72460 w 872660"/>
                <a:gd name="connsiteY25" fmla="*/ 435374 h 872650"/>
                <a:gd name="connsiteX26" fmla="*/ 50927 w 872660"/>
                <a:gd name="connsiteY26" fmla="*/ 435318 h 872650"/>
                <a:gd name="connsiteX27" fmla="*/ 104593 w 872660"/>
                <a:gd name="connsiteY27" fmla="*/ 483519 h 872650"/>
                <a:gd name="connsiteX28" fmla="*/ 75509 w 872660"/>
                <a:gd name="connsiteY28" fmla="*/ 483343 h 872650"/>
                <a:gd name="connsiteX29" fmla="*/ 435374 w 872660"/>
                <a:gd name="connsiteY29" fmla="*/ 800190 h 872650"/>
                <a:gd name="connsiteX30" fmla="*/ 435318 w 872660"/>
                <a:gd name="connsiteY30" fmla="*/ 821722 h 872650"/>
                <a:gd name="connsiteX31" fmla="*/ 483518 w 872660"/>
                <a:gd name="connsiteY31" fmla="*/ 768057 h 872650"/>
                <a:gd name="connsiteX32" fmla="*/ 483342 w 872660"/>
                <a:gd name="connsiteY32" fmla="*/ 797141 h 872650"/>
                <a:gd name="connsiteX33" fmla="*/ 800189 w 872660"/>
                <a:gd name="connsiteY33" fmla="*/ 437276 h 872650"/>
                <a:gd name="connsiteX34" fmla="*/ 821734 w 872660"/>
                <a:gd name="connsiteY34" fmla="*/ 437332 h 872650"/>
                <a:gd name="connsiteX35" fmla="*/ 768067 w 872660"/>
                <a:gd name="connsiteY35" fmla="*/ 389131 h 872650"/>
                <a:gd name="connsiteX36" fmla="*/ 797151 w 872660"/>
                <a:gd name="connsiteY36" fmla="*/ 389306 h 872650"/>
                <a:gd name="connsiteX37" fmla="*/ 437286 w 872660"/>
                <a:gd name="connsiteY37" fmla="*/ 72459 h 872650"/>
                <a:gd name="connsiteX38" fmla="*/ 389763 w 872660"/>
                <a:gd name="connsiteY38" fmla="*/ 0 h 872650"/>
                <a:gd name="connsiteX39" fmla="*/ 437349 w 872660"/>
                <a:gd name="connsiteY39" fmla="*/ 48131 h 872650"/>
                <a:gd name="connsiteX40" fmla="*/ 437406 w 872660"/>
                <a:gd name="connsiteY40" fmla="*/ 26433 h 872650"/>
                <a:gd name="connsiteX41" fmla="*/ 843554 w 872660"/>
                <a:gd name="connsiteY41" fmla="*/ 389585 h 872650"/>
                <a:gd name="connsiteX42" fmla="*/ 872660 w 872660"/>
                <a:gd name="connsiteY42" fmla="*/ 389762 h 872650"/>
                <a:gd name="connsiteX43" fmla="*/ 824538 w 872660"/>
                <a:gd name="connsiteY43" fmla="*/ 437340 h 872650"/>
                <a:gd name="connsiteX44" fmla="*/ 846215 w 872660"/>
                <a:gd name="connsiteY44" fmla="*/ 437396 h 872650"/>
                <a:gd name="connsiteX45" fmla="*/ 483063 w 872660"/>
                <a:gd name="connsiteY45" fmla="*/ 843544 h 872650"/>
                <a:gd name="connsiteX46" fmla="*/ 482886 w 872660"/>
                <a:gd name="connsiteY46" fmla="*/ 872650 h 872650"/>
                <a:gd name="connsiteX47" fmla="*/ 435311 w 872660"/>
                <a:gd name="connsiteY47" fmla="*/ 824530 h 872650"/>
                <a:gd name="connsiteX48" fmla="*/ 435254 w 872660"/>
                <a:gd name="connsiteY48" fmla="*/ 846216 h 872650"/>
                <a:gd name="connsiteX49" fmla="*/ 29107 w 872660"/>
                <a:gd name="connsiteY49" fmla="*/ 483064 h 872650"/>
                <a:gd name="connsiteX50" fmla="*/ 0 w 872660"/>
                <a:gd name="connsiteY50" fmla="*/ 482888 h 872650"/>
                <a:gd name="connsiteX51" fmla="*/ 48121 w 872660"/>
                <a:gd name="connsiteY51" fmla="*/ 435311 h 872650"/>
                <a:gd name="connsiteX52" fmla="*/ 26435 w 872660"/>
                <a:gd name="connsiteY52" fmla="*/ 435254 h 872650"/>
                <a:gd name="connsiteX53" fmla="*/ 389586 w 872660"/>
                <a:gd name="connsiteY53" fmla="*/ 29107 h 87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72660" h="872650">
                  <a:moveTo>
                    <a:pt x="435090" y="267225"/>
                  </a:moveTo>
                  <a:cubicBezTo>
                    <a:pt x="398177" y="267225"/>
                    <a:pt x="368055" y="297345"/>
                    <a:pt x="368055" y="334260"/>
                  </a:cubicBezTo>
                  <a:cubicBezTo>
                    <a:pt x="368055" y="371175"/>
                    <a:pt x="397951" y="401295"/>
                    <a:pt x="435090" y="401295"/>
                  </a:cubicBezTo>
                  <a:cubicBezTo>
                    <a:pt x="472233" y="401295"/>
                    <a:pt x="502126" y="371401"/>
                    <a:pt x="502126" y="334260"/>
                  </a:cubicBezTo>
                  <a:cubicBezTo>
                    <a:pt x="502126" y="297119"/>
                    <a:pt x="472004" y="267225"/>
                    <a:pt x="435090" y="267225"/>
                  </a:cubicBezTo>
                  <a:close/>
                  <a:moveTo>
                    <a:pt x="435318" y="220120"/>
                  </a:moveTo>
                  <a:cubicBezTo>
                    <a:pt x="498275" y="220120"/>
                    <a:pt x="549458" y="271301"/>
                    <a:pt x="549458" y="334260"/>
                  </a:cubicBezTo>
                  <a:cubicBezTo>
                    <a:pt x="549458" y="382497"/>
                    <a:pt x="519110" y="423490"/>
                    <a:pt x="476762" y="440247"/>
                  </a:cubicBezTo>
                  <a:cubicBezTo>
                    <a:pt x="554439" y="458365"/>
                    <a:pt x="613095" y="525853"/>
                    <a:pt x="617172" y="607382"/>
                  </a:cubicBezTo>
                  <a:cubicBezTo>
                    <a:pt x="617398" y="610551"/>
                    <a:pt x="617624" y="613495"/>
                    <a:pt x="617624" y="616666"/>
                  </a:cubicBezTo>
                  <a:lnTo>
                    <a:pt x="617624" y="652447"/>
                  </a:lnTo>
                  <a:lnTo>
                    <a:pt x="323215" y="652447"/>
                  </a:lnTo>
                  <a:lnTo>
                    <a:pt x="323215" y="607608"/>
                  </a:lnTo>
                  <a:lnTo>
                    <a:pt x="572330" y="607608"/>
                  </a:lnTo>
                  <a:cubicBezTo>
                    <a:pt x="572330" y="607608"/>
                    <a:pt x="572330" y="607382"/>
                    <a:pt x="572330" y="607382"/>
                  </a:cubicBezTo>
                  <a:lnTo>
                    <a:pt x="572105" y="607382"/>
                  </a:lnTo>
                  <a:cubicBezTo>
                    <a:pt x="567349" y="536495"/>
                    <a:pt x="507788" y="480106"/>
                    <a:pt x="435090" y="480106"/>
                  </a:cubicBezTo>
                  <a:cubicBezTo>
                    <a:pt x="369869" y="480106"/>
                    <a:pt x="315288" y="525625"/>
                    <a:pt x="301249" y="586318"/>
                  </a:cubicBezTo>
                  <a:lnTo>
                    <a:pt x="255275" y="586318"/>
                  </a:lnTo>
                  <a:cubicBezTo>
                    <a:pt x="267503" y="514303"/>
                    <a:pt x="322764" y="456779"/>
                    <a:pt x="393648" y="440247"/>
                  </a:cubicBezTo>
                  <a:cubicBezTo>
                    <a:pt x="351072" y="423716"/>
                    <a:pt x="320952" y="382497"/>
                    <a:pt x="320952" y="334260"/>
                  </a:cubicBezTo>
                  <a:cubicBezTo>
                    <a:pt x="320952" y="271301"/>
                    <a:pt x="372358" y="220120"/>
                    <a:pt x="435318" y="220120"/>
                  </a:cubicBezTo>
                  <a:close/>
                  <a:moveTo>
                    <a:pt x="437342" y="50916"/>
                  </a:moveTo>
                  <a:lnTo>
                    <a:pt x="389132" y="104593"/>
                  </a:lnTo>
                  <a:lnTo>
                    <a:pt x="389307" y="75509"/>
                  </a:lnTo>
                  <a:cubicBezTo>
                    <a:pt x="208416" y="99082"/>
                    <a:pt x="72937" y="252955"/>
                    <a:pt x="72460" y="435374"/>
                  </a:cubicBezTo>
                  <a:lnTo>
                    <a:pt x="50927" y="435318"/>
                  </a:lnTo>
                  <a:lnTo>
                    <a:pt x="104593" y="483519"/>
                  </a:lnTo>
                  <a:lnTo>
                    <a:pt x="75509" y="483343"/>
                  </a:lnTo>
                  <a:cubicBezTo>
                    <a:pt x="99082" y="664234"/>
                    <a:pt x="252955" y="799714"/>
                    <a:pt x="435374" y="800190"/>
                  </a:cubicBezTo>
                  <a:lnTo>
                    <a:pt x="435318" y="821722"/>
                  </a:lnTo>
                  <a:lnTo>
                    <a:pt x="483518" y="768057"/>
                  </a:lnTo>
                  <a:lnTo>
                    <a:pt x="483342" y="797141"/>
                  </a:lnTo>
                  <a:cubicBezTo>
                    <a:pt x="664233" y="773569"/>
                    <a:pt x="799713" y="619695"/>
                    <a:pt x="800189" y="437276"/>
                  </a:cubicBezTo>
                  <a:lnTo>
                    <a:pt x="821734" y="437332"/>
                  </a:lnTo>
                  <a:lnTo>
                    <a:pt x="768067" y="389131"/>
                  </a:lnTo>
                  <a:lnTo>
                    <a:pt x="797151" y="389306"/>
                  </a:lnTo>
                  <a:cubicBezTo>
                    <a:pt x="773578" y="208415"/>
                    <a:pt x="619705" y="72935"/>
                    <a:pt x="437286" y="72459"/>
                  </a:cubicBezTo>
                  <a:close/>
                  <a:moveTo>
                    <a:pt x="389763" y="0"/>
                  </a:moveTo>
                  <a:lnTo>
                    <a:pt x="437349" y="48131"/>
                  </a:lnTo>
                  <a:lnTo>
                    <a:pt x="437406" y="26433"/>
                  </a:lnTo>
                  <a:cubicBezTo>
                    <a:pt x="645291" y="26976"/>
                    <a:pt x="819850" y="183056"/>
                    <a:pt x="843554" y="389585"/>
                  </a:cubicBezTo>
                  <a:lnTo>
                    <a:pt x="872660" y="389762"/>
                  </a:lnTo>
                  <a:lnTo>
                    <a:pt x="824538" y="437340"/>
                  </a:lnTo>
                  <a:lnTo>
                    <a:pt x="846215" y="437396"/>
                  </a:lnTo>
                  <a:cubicBezTo>
                    <a:pt x="845671" y="645281"/>
                    <a:pt x="689592" y="819840"/>
                    <a:pt x="483063" y="843544"/>
                  </a:cubicBezTo>
                  <a:lnTo>
                    <a:pt x="482886" y="872650"/>
                  </a:lnTo>
                  <a:lnTo>
                    <a:pt x="435311" y="824530"/>
                  </a:lnTo>
                  <a:lnTo>
                    <a:pt x="435254" y="846216"/>
                  </a:lnTo>
                  <a:cubicBezTo>
                    <a:pt x="227369" y="845673"/>
                    <a:pt x="52810" y="689593"/>
                    <a:pt x="29107" y="483064"/>
                  </a:cubicBezTo>
                  <a:lnTo>
                    <a:pt x="0" y="482888"/>
                  </a:lnTo>
                  <a:lnTo>
                    <a:pt x="48121" y="435311"/>
                  </a:lnTo>
                  <a:lnTo>
                    <a:pt x="26435" y="435254"/>
                  </a:lnTo>
                  <a:cubicBezTo>
                    <a:pt x="26978" y="227369"/>
                    <a:pt x="183057" y="52811"/>
                    <a:pt x="389586" y="29107"/>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1957" name="Freeform: Shape 1956">
              <a:extLst>
                <a:ext uri="{FF2B5EF4-FFF2-40B4-BE49-F238E27FC236}">
                  <a16:creationId xmlns:a16="http://schemas.microsoft.com/office/drawing/2014/main" id="{07039F8E-5965-5C3A-9D44-6373AD96C0D9}"/>
                </a:ext>
                <a:ext uri="{C183D7F6-B498-43B3-948B-1728B52AA6E4}">
                  <adec:decorative xmlns:adec="http://schemas.microsoft.com/office/drawing/2017/decorative" val="1"/>
                </a:ext>
              </a:extLst>
            </p:cNvPr>
            <p:cNvSpPr/>
            <p:nvPr/>
          </p:nvSpPr>
          <p:spPr>
            <a:xfrm>
              <a:off x="1337416" y="3954955"/>
              <a:ext cx="23967" cy="23492"/>
            </a:xfrm>
            <a:custGeom>
              <a:avLst/>
              <a:gdLst>
                <a:gd name="connsiteX0" fmla="*/ 0 w 19240"/>
                <a:gd name="connsiteY0" fmla="*/ 0 h 18859"/>
                <a:gd name="connsiteX1" fmla="*/ 19241 w 19240"/>
                <a:gd name="connsiteY1" fmla="*/ 0 h 18859"/>
                <a:gd name="connsiteX2" fmla="*/ 19241 w 19240"/>
                <a:gd name="connsiteY2" fmla="*/ 18859 h 18859"/>
                <a:gd name="connsiteX3" fmla="*/ 0 w 19240"/>
                <a:gd name="connsiteY3" fmla="*/ 18859 h 18859"/>
              </a:gdLst>
              <a:ahLst/>
              <a:cxnLst>
                <a:cxn ang="0">
                  <a:pos x="connsiteX0" y="connsiteY0"/>
                </a:cxn>
                <a:cxn ang="0">
                  <a:pos x="connsiteX1" y="connsiteY1"/>
                </a:cxn>
                <a:cxn ang="0">
                  <a:pos x="connsiteX2" y="connsiteY2"/>
                </a:cxn>
                <a:cxn ang="0">
                  <a:pos x="connsiteX3" y="connsiteY3"/>
                </a:cxn>
              </a:cxnLst>
              <a:rect l="l" t="t" r="r" b="b"/>
              <a:pathLst>
                <a:path w="19240" h="18859">
                  <a:moveTo>
                    <a:pt x="0" y="0"/>
                  </a:moveTo>
                  <a:lnTo>
                    <a:pt x="19241" y="0"/>
                  </a:lnTo>
                  <a:lnTo>
                    <a:pt x="19241" y="18859"/>
                  </a:lnTo>
                  <a:lnTo>
                    <a:pt x="0" y="18859"/>
                  </a:lnTo>
                  <a:close/>
                </a:path>
              </a:pathLst>
            </a:custGeom>
            <a:solidFill>
              <a:schemeClr val="bg1"/>
            </a:solidFill>
            <a:ln w="9525" cap="flat">
              <a:noFill/>
              <a:prstDash val="solid"/>
              <a:miter/>
            </a:ln>
          </p:spPr>
          <p:txBody>
            <a:bodyPr rtlCol="0" anchor="ctr"/>
            <a:lstStyle/>
            <a:p>
              <a:endParaRPr lang="en-US"/>
            </a:p>
          </p:txBody>
        </p:sp>
      </p:grpSp>
      <p:grpSp>
        <p:nvGrpSpPr>
          <p:cNvPr id="172" name="Group 171">
            <a:extLst>
              <a:ext uri="{FF2B5EF4-FFF2-40B4-BE49-F238E27FC236}">
                <a16:creationId xmlns:a16="http://schemas.microsoft.com/office/drawing/2014/main" id="{1FE49495-1212-6576-9204-B733DB02D920}"/>
              </a:ext>
              <a:ext uri="{C183D7F6-B498-43B3-948B-1728B52AA6E4}">
                <adec:decorative xmlns:adec="http://schemas.microsoft.com/office/drawing/2017/decorative" val="1"/>
              </a:ext>
            </a:extLst>
          </p:cNvPr>
          <p:cNvGrpSpPr>
            <a:grpSpLocks noChangeAspect="1"/>
          </p:cNvGrpSpPr>
          <p:nvPr/>
        </p:nvGrpSpPr>
        <p:grpSpPr>
          <a:xfrm>
            <a:off x="2320412" y="3636615"/>
            <a:ext cx="423900" cy="457200"/>
            <a:chOff x="2320412" y="3636615"/>
            <a:chExt cx="423900" cy="457200"/>
          </a:xfrm>
          <a:solidFill>
            <a:srgbClr val="FF0000"/>
          </a:solidFill>
        </p:grpSpPr>
        <p:sp>
          <p:nvSpPr>
            <p:cNvPr id="1961" name="Freeform: Shape 1960">
              <a:extLst>
                <a:ext uri="{FF2B5EF4-FFF2-40B4-BE49-F238E27FC236}">
                  <a16:creationId xmlns:a16="http://schemas.microsoft.com/office/drawing/2014/main" id="{F60304FD-9FDD-36A4-2FEE-ECB9FCE80361}"/>
                </a:ext>
                <a:ext uri="{C183D7F6-B498-43B3-948B-1728B52AA6E4}">
                  <adec:decorative xmlns:adec="http://schemas.microsoft.com/office/drawing/2017/decorative" val="1"/>
                </a:ext>
              </a:extLst>
            </p:cNvPr>
            <p:cNvSpPr/>
            <p:nvPr/>
          </p:nvSpPr>
          <p:spPr>
            <a:xfrm flipV="1">
              <a:off x="2320412" y="3636615"/>
              <a:ext cx="423900" cy="451355"/>
            </a:xfrm>
            <a:custGeom>
              <a:avLst/>
              <a:gdLst>
                <a:gd name="connsiteX0" fmla="*/ 93690 w 685087"/>
                <a:gd name="connsiteY0" fmla="*/ 422026 h 729459"/>
                <a:gd name="connsiteX1" fmla="*/ 82570 w 685087"/>
                <a:gd name="connsiteY1" fmla="*/ 370024 h 729459"/>
                <a:gd name="connsiteX2" fmla="*/ 104809 w 685087"/>
                <a:gd name="connsiteY2" fmla="*/ 370024 h 729459"/>
                <a:gd name="connsiteX3" fmla="*/ 249179 w 685087"/>
                <a:gd name="connsiteY3" fmla="*/ 501002 h 729459"/>
                <a:gd name="connsiteX4" fmla="*/ 228741 w 685087"/>
                <a:gd name="connsiteY4" fmla="*/ 436085 h 729459"/>
                <a:gd name="connsiteX5" fmla="*/ 342537 w 685087"/>
                <a:gd name="connsiteY5" fmla="*/ 322455 h 729459"/>
                <a:gd name="connsiteX6" fmla="*/ 456347 w 685087"/>
                <a:gd name="connsiteY6" fmla="*/ 436085 h 729459"/>
                <a:gd name="connsiteX7" fmla="*/ 435909 w 685087"/>
                <a:gd name="connsiteY7" fmla="*/ 501002 h 729459"/>
                <a:gd name="connsiteX8" fmla="*/ 342537 w 685087"/>
                <a:gd name="connsiteY8" fmla="*/ 486772 h 729459"/>
                <a:gd name="connsiteX9" fmla="*/ 249179 w 685087"/>
                <a:gd name="connsiteY9" fmla="*/ 501002 h 729459"/>
                <a:gd name="connsiteX10" fmla="*/ 228741 w 685087"/>
                <a:gd name="connsiteY10" fmla="*/ 589121 h 729459"/>
                <a:gd name="connsiteX11" fmla="*/ 228741 w 685087"/>
                <a:gd name="connsiteY11" fmla="*/ 564769 h 729459"/>
                <a:gd name="connsiteX12" fmla="*/ 250974 w 685087"/>
                <a:gd name="connsiteY12" fmla="*/ 552666 h 729459"/>
                <a:gd name="connsiteX13" fmla="*/ 342537 w 685087"/>
                <a:gd name="connsiteY13" fmla="*/ 535823 h 729459"/>
                <a:gd name="connsiteX14" fmla="*/ 434274 w 685087"/>
                <a:gd name="connsiteY14" fmla="*/ 552830 h 729459"/>
                <a:gd name="connsiteX15" fmla="*/ 456347 w 685087"/>
                <a:gd name="connsiteY15" fmla="*/ 564769 h 729459"/>
                <a:gd name="connsiteX16" fmla="*/ 456347 w 685087"/>
                <a:gd name="connsiteY16" fmla="*/ 589121 h 729459"/>
                <a:gd name="connsiteX17" fmla="*/ 346798 w 685087"/>
                <a:gd name="connsiteY17" fmla="*/ 570166 h 729459"/>
                <a:gd name="connsiteX18" fmla="*/ 342537 w 685087"/>
                <a:gd name="connsiteY18" fmla="*/ 569834 h 729459"/>
                <a:gd name="connsiteX19" fmla="*/ 338296 w 685087"/>
                <a:gd name="connsiteY19" fmla="*/ 570166 h 729459"/>
                <a:gd name="connsiteX20" fmla="*/ 342537 w 685087"/>
                <a:gd name="connsiteY20" fmla="*/ 680034 h 729459"/>
                <a:gd name="connsiteX21" fmla="*/ 167754 w 685087"/>
                <a:gd name="connsiteY21" fmla="*/ 649624 h 729459"/>
                <a:gd name="connsiteX22" fmla="*/ 342537 w 685087"/>
                <a:gd name="connsiteY22" fmla="*/ 619217 h 729459"/>
                <a:gd name="connsiteX23" fmla="*/ 517494 w 685087"/>
                <a:gd name="connsiteY23" fmla="*/ 649624 h 729459"/>
                <a:gd name="connsiteX24" fmla="*/ 338296 w 685087"/>
                <a:gd name="connsiteY24" fmla="*/ 729085 h 729459"/>
                <a:gd name="connsiteX25" fmla="*/ 346798 w 685087"/>
                <a:gd name="connsiteY25" fmla="*/ 729085 h 729459"/>
                <a:gd name="connsiteX26" fmla="*/ 664816 w 685087"/>
                <a:gd name="connsiteY26" fmla="*/ 673824 h 729459"/>
                <a:gd name="connsiteX27" fmla="*/ 685087 w 685087"/>
                <a:gd name="connsiteY27" fmla="*/ 649624 h 729459"/>
                <a:gd name="connsiteX28" fmla="*/ 664816 w 685087"/>
                <a:gd name="connsiteY28" fmla="*/ 625425 h 729459"/>
                <a:gd name="connsiteX29" fmla="*/ 505399 w 685087"/>
                <a:gd name="connsiteY29" fmla="*/ 597794 h 729459"/>
                <a:gd name="connsiteX30" fmla="*/ 505399 w 685087"/>
                <a:gd name="connsiteY30" fmla="*/ 552830 h 729459"/>
                <a:gd name="connsiteX31" fmla="*/ 498199 w 685087"/>
                <a:gd name="connsiteY31" fmla="*/ 535498 h 729459"/>
                <a:gd name="connsiteX32" fmla="*/ 480873 w 685087"/>
                <a:gd name="connsiteY32" fmla="*/ 522251 h 729459"/>
                <a:gd name="connsiteX33" fmla="*/ 505399 w 685087"/>
                <a:gd name="connsiteY33" fmla="*/ 436085 h 729459"/>
                <a:gd name="connsiteX34" fmla="*/ 405858 w 685087"/>
                <a:gd name="connsiteY34" fmla="*/ 286200 h 729459"/>
                <a:gd name="connsiteX35" fmla="*/ 396538 w 685087"/>
                <a:gd name="connsiteY35" fmla="*/ 284316 h 729459"/>
                <a:gd name="connsiteX36" fmla="*/ 396540 w 685087"/>
                <a:gd name="connsiteY36" fmla="*/ 284316 h 729459"/>
                <a:gd name="connsiteX37" fmla="*/ 608378 w 685087"/>
                <a:gd name="connsiteY37" fmla="*/ 24500 h 729459"/>
                <a:gd name="connsiteX38" fmla="*/ 608378 w 685087"/>
                <a:gd name="connsiteY38" fmla="*/ 0 h 729459"/>
                <a:gd name="connsiteX39" fmla="*/ 293864 w 685087"/>
                <a:gd name="connsiteY39" fmla="*/ 0 h 729459"/>
                <a:gd name="connsiteX40" fmla="*/ 264458 w 685087"/>
                <a:gd name="connsiteY40" fmla="*/ 0 h 729459"/>
                <a:gd name="connsiteX41" fmla="*/ 166400 w 685087"/>
                <a:gd name="connsiteY41" fmla="*/ 0 h 729459"/>
                <a:gd name="connsiteX42" fmla="*/ 166400 w 685087"/>
                <a:gd name="connsiteY42" fmla="*/ 48999 h 729459"/>
                <a:gd name="connsiteX43" fmla="*/ 264458 w 685087"/>
                <a:gd name="connsiteY43" fmla="*/ 48999 h 729459"/>
                <a:gd name="connsiteX44" fmla="*/ 293864 w 685087"/>
                <a:gd name="connsiteY44" fmla="*/ 48999 h 729459"/>
                <a:gd name="connsiteX45" fmla="*/ 558001 w 685087"/>
                <a:gd name="connsiteY45" fmla="*/ 48999 h 729459"/>
                <a:gd name="connsiteX46" fmla="*/ 343157 w 685087"/>
                <a:gd name="connsiteY46" fmla="*/ 240715 h 729459"/>
                <a:gd name="connsiteX47" fmla="*/ 172409 w 685087"/>
                <a:gd name="connsiteY47" fmla="*/ 157001 h 729459"/>
                <a:gd name="connsiteX48" fmla="*/ 172406 w 685087"/>
                <a:gd name="connsiteY48" fmla="*/ 156996 h 729459"/>
                <a:gd name="connsiteX49" fmla="*/ 143176 w 685087"/>
                <a:gd name="connsiteY49" fmla="*/ 106696 h 729459"/>
                <a:gd name="connsiteX50" fmla="*/ 138473 w 685087"/>
                <a:gd name="connsiteY50" fmla="*/ 88423 h 729459"/>
                <a:gd name="connsiteX51" fmla="*/ 86620 w 685087"/>
                <a:gd name="connsiteY51" fmla="*/ 88423 h 729459"/>
                <a:gd name="connsiteX52" fmla="*/ 98818 w 685087"/>
                <a:gd name="connsiteY52" fmla="*/ 127634 h 729459"/>
                <a:gd name="connsiteX53" fmla="*/ 103090 w 685087"/>
                <a:gd name="connsiteY53" fmla="*/ 135494 h 729459"/>
                <a:gd name="connsiteX54" fmla="*/ 123299 w 685087"/>
                <a:gd name="connsiteY54" fmla="*/ 172680 h 729459"/>
                <a:gd name="connsiteX55" fmla="*/ 276955 w 685087"/>
                <a:gd name="connsiteY55" fmla="*/ 281350 h 729459"/>
                <a:gd name="connsiteX56" fmla="*/ 293118 w 685087"/>
                <a:gd name="connsiteY56" fmla="*/ 283392 h 729459"/>
                <a:gd name="connsiteX57" fmla="*/ 279227 w 685087"/>
                <a:gd name="connsiteY57" fmla="*/ 286200 h 729459"/>
                <a:gd name="connsiteX58" fmla="*/ 179690 w 685087"/>
                <a:gd name="connsiteY58" fmla="*/ 436085 h 729459"/>
                <a:gd name="connsiteX59" fmla="*/ 204381 w 685087"/>
                <a:gd name="connsiteY59" fmla="*/ 522090 h 729459"/>
                <a:gd name="connsiteX60" fmla="*/ 186883 w 685087"/>
                <a:gd name="connsiteY60" fmla="*/ 535498 h 729459"/>
                <a:gd name="connsiteX61" fmla="*/ 179690 w 685087"/>
                <a:gd name="connsiteY61" fmla="*/ 552830 h 729459"/>
                <a:gd name="connsiteX62" fmla="*/ 179690 w 685087"/>
                <a:gd name="connsiteY62" fmla="*/ 597794 h 729459"/>
                <a:gd name="connsiteX63" fmla="*/ 118215 w 685087"/>
                <a:gd name="connsiteY63" fmla="*/ 608422 h 729459"/>
                <a:gd name="connsiteX64" fmla="*/ 118215 w 685087"/>
                <a:gd name="connsiteY64" fmla="*/ 541878 h 729459"/>
                <a:gd name="connsiteX65" fmla="*/ 159092 w 685087"/>
                <a:gd name="connsiteY65" fmla="*/ 350570 h 729459"/>
                <a:gd name="connsiteX66" fmla="*/ 154180 w 685087"/>
                <a:gd name="connsiteY66" fmla="*/ 329971 h 729459"/>
                <a:gd name="connsiteX67" fmla="*/ 135224 w 685087"/>
                <a:gd name="connsiteY67" fmla="*/ 320972 h 729459"/>
                <a:gd name="connsiteX68" fmla="*/ 52162 w 685087"/>
                <a:gd name="connsiteY68" fmla="*/ 320972 h 729459"/>
                <a:gd name="connsiteX69" fmla="*/ 33193 w 685087"/>
                <a:gd name="connsiteY69" fmla="*/ 329971 h 729459"/>
                <a:gd name="connsiteX70" fmla="*/ 28288 w 685087"/>
                <a:gd name="connsiteY70" fmla="*/ 350570 h 729459"/>
                <a:gd name="connsiteX71" fmla="*/ 69164 w 685087"/>
                <a:gd name="connsiteY71" fmla="*/ 541878 h 729459"/>
                <a:gd name="connsiteX72" fmla="*/ 69164 w 685087"/>
                <a:gd name="connsiteY72" fmla="*/ 616923 h 729459"/>
                <a:gd name="connsiteX73" fmla="*/ 20272 w 685087"/>
                <a:gd name="connsiteY73" fmla="*/ 625425 h 729459"/>
                <a:gd name="connsiteX74" fmla="*/ 0 w 685087"/>
                <a:gd name="connsiteY74" fmla="*/ 649624 h 729459"/>
                <a:gd name="connsiteX75" fmla="*/ 20272 w 685087"/>
                <a:gd name="connsiteY75" fmla="*/ 673824 h 72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5087" h="729459">
                  <a:moveTo>
                    <a:pt x="93690" y="422026"/>
                  </a:moveTo>
                  <a:lnTo>
                    <a:pt x="82570" y="370024"/>
                  </a:lnTo>
                  <a:lnTo>
                    <a:pt x="104809" y="370024"/>
                  </a:lnTo>
                  <a:close/>
                  <a:moveTo>
                    <a:pt x="249179" y="501002"/>
                  </a:moveTo>
                  <a:cubicBezTo>
                    <a:pt x="235773" y="482031"/>
                    <a:pt x="228741" y="459626"/>
                    <a:pt x="228741" y="436085"/>
                  </a:cubicBezTo>
                  <a:cubicBezTo>
                    <a:pt x="228741" y="373461"/>
                    <a:pt x="279761" y="322455"/>
                    <a:pt x="342537" y="322455"/>
                  </a:cubicBezTo>
                  <a:cubicBezTo>
                    <a:pt x="405333" y="322455"/>
                    <a:pt x="456347" y="373461"/>
                    <a:pt x="456347" y="436085"/>
                  </a:cubicBezTo>
                  <a:cubicBezTo>
                    <a:pt x="456347" y="459626"/>
                    <a:pt x="449315" y="482031"/>
                    <a:pt x="435909" y="501002"/>
                  </a:cubicBezTo>
                  <a:cubicBezTo>
                    <a:pt x="408113" y="491516"/>
                    <a:pt x="376720" y="486772"/>
                    <a:pt x="342537" y="486772"/>
                  </a:cubicBezTo>
                  <a:cubicBezTo>
                    <a:pt x="308375" y="486772"/>
                    <a:pt x="276982" y="491516"/>
                    <a:pt x="249179" y="501002"/>
                  </a:cubicBezTo>
                  <a:close/>
                  <a:moveTo>
                    <a:pt x="228741" y="589121"/>
                  </a:moveTo>
                  <a:lnTo>
                    <a:pt x="228741" y="564769"/>
                  </a:lnTo>
                  <a:cubicBezTo>
                    <a:pt x="233653" y="561492"/>
                    <a:pt x="241004" y="557079"/>
                    <a:pt x="250974" y="552666"/>
                  </a:cubicBezTo>
                  <a:cubicBezTo>
                    <a:pt x="276982" y="541552"/>
                    <a:pt x="307716" y="535823"/>
                    <a:pt x="342537" y="535823"/>
                  </a:cubicBezTo>
                  <a:cubicBezTo>
                    <a:pt x="377373" y="535823"/>
                    <a:pt x="408271" y="541552"/>
                    <a:pt x="434274" y="552830"/>
                  </a:cubicBezTo>
                  <a:cubicBezTo>
                    <a:pt x="444084" y="557079"/>
                    <a:pt x="451442" y="561492"/>
                    <a:pt x="456347" y="564769"/>
                  </a:cubicBezTo>
                  <a:lnTo>
                    <a:pt x="456347" y="589121"/>
                  </a:lnTo>
                  <a:lnTo>
                    <a:pt x="346798" y="570166"/>
                  </a:lnTo>
                  <a:cubicBezTo>
                    <a:pt x="345328" y="569834"/>
                    <a:pt x="344019" y="569834"/>
                    <a:pt x="342537" y="569834"/>
                  </a:cubicBezTo>
                  <a:cubicBezTo>
                    <a:pt x="341076" y="569834"/>
                    <a:pt x="339766" y="569834"/>
                    <a:pt x="338296" y="570166"/>
                  </a:cubicBezTo>
                  <a:close/>
                  <a:moveTo>
                    <a:pt x="342537" y="680034"/>
                  </a:moveTo>
                  <a:lnTo>
                    <a:pt x="167754" y="649624"/>
                  </a:lnTo>
                  <a:lnTo>
                    <a:pt x="342537" y="619217"/>
                  </a:lnTo>
                  <a:lnTo>
                    <a:pt x="517494" y="649624"/>
                  </a:lnTo>
                  <a:close/>
                  <a:moveTo>
                    <a:pt x="338296" y="729085"/>
                  </a:moveTo>
                  <a:cubicBezTo>
                    <a:pt x="341076" y="729584"/>
                    <a:pt x="344019" y="729584"/>
                    <a:pt x="346798" y="729085"/>
                  </a:cubicBezTo>
                  <a:lnTo>
                    <a:pt x="664816" y="673824"/>
                  </a:lnTo>
                  <a:cubicBezTo>
                    <a:pt x="676587" y="671697"/>
                    <a:pt x="685087" y="661561"/>
                    <a:pt x="685087" y="649624"/>
                  </a:cubicBezTo>
                  <a:cubicBezTo>
                    <a:pt x="685087" y="637688"/>
                    <a:pt x="676587" y="627551"/>
                    <a:pt x="664816" y="625425"/>
                  </a:cubicBezTo>
                  <a:lnTo>
                    <a:pt x="505399" y="597794"/>
                  </a:lnTo>
                  <a:lnTo>
                    <a:pt x="505399" y="552830"/>
                  </a:lnTo>
                  <a:cubicBezTo>
                    <a:pt x="505399" y="546290"/>
                    <a:pt x="502779" y="540069"/>
                    <a:pt x="498199" y="535498"/>
                  </a:cubicBezTo>
                  <a:cubicBezTo>
                    <a:pt x="497223" y="534674"/>
                    <a:pt x="491501" y="529116"/>
                    <a:pt x="480873" y="522251"/>
                  </a:cubicBezTo>
                  <a:cubicBezTo>
                    <a:pt x="496732" y="496588"/>
                    <a:pt x="505399" y="466990"/>
                    <a:pt x="505399" y="436085"/>
                  </a:cubicBezTo>
                  <a:cubicBezTo>
                    <a:pt x="505399" y="368763"/>
                    <a:pt x="464287" y="310916"/>
                    <a:pt x="405858" y="286200"/>
                  </a:cubicBezTo>
                  <a:lnTo>
                    <a:pt x="396538" y="284316"/>
                  </a:lnTo>
                  <a:lnTo>
                    <a:pt x="396540" y="284316"/>
                  </a:lnTo>
                  <a:cubicBezTo>
                    <a:pt x="517282" y="259544"/>
                    <a:pt x="608378" y="152458"/>
                    <a:pt x="608378" y="24500"/>
                  </a:cubicBezTo>
                  <a:lnTo>
                    <a:pt x="608378" y="0"/>
                  </a:lnTo>
                  <a:lnTo>
                    <a:pt x="293864" y="0"/>
                  </a:lnTo>
                  <a:lnTo>
                    <a:pt x="264458" y="0"/>
                  </a:lnTo>
                  <a:lnTo>
                    <a:pt x="166400" y="0"/>
                  </a:lnTo>
                  <a:lnTo>
                    <a:pt x="166400" y="48999"/>
                  </a:lnTo>
                  <a:lnTo>
                    <a:pt x="264458" y="48999"/>
                  </a:lnTo>
                  <a:lnTo>
                    <a:pt x="293864" y="48999"/>
                  </a:lnTo>
                  <a:lnTo>
                    <a:pt x="558001" y="48999"/>
                  </a:lnTo>
                  <a:cubicBezTo>
                    <a:pt x="545795" y="156727"/>
                    <a:pt x="454101" y="240715"/>
                    <a:pt x="343157" y="240715"/>
                  </a:cubicBezTo>
                  <a:cubicBezTo>
                    <a:pt x="273818" y="240715"/>
                    <a:pt x="211999" y="207907"/>
                    <a:pt x="172409" y="157001"/>
                  </a:cubicBezTo>
                  <a:lnTo>
                    <a:pt x="172406" y="156996"/>
                  </a:lnTo>
                  <a:lnTo>
                    <a:pt x="143176" y="106696"/>
                  </a:lnTo>
                  <a:lnTo>
                    <a:pt x="138473" y="88423"/>
                  </a:lnTo>
                  <a:lnTo>
                    <a:pt x="86620" y="88423"/>
                  </a:lnTo>
                  <a:lnTo>
                    <a:pt x="98818" y="127634"/>
                  </a:lnTo>
                  <a:lnTo>
                    <a:pt x="103090" y="135494"/>
                  </a:lnTo>
                  <a:lnTo>
                    <a:pt x="123299" y="172680"/>
                  </a:lnTo>
                  <a:cubicBezTo>
                    <a:pt x="159082" y="225599"/>
                    <a:pt x="213449" y="264971"/>
                    <a:pt x="276955" y="281350"/>
                  </a:cubicBezTo>
                  <a:lnTo>
                    <a:pt x="293118" y="283392"/>
                  </a:lnTo>
                  <a:lnTo>
                    <a:pt x="279227" y="286200"/>
                  </a:lnTo>
                  <a:cubicBezTo>
                    <a:pt x="220805" y="310916"/>
                    <a:pt x="179690" y="368763"/>
                    <a:pt x="179690" y="436085"/>
                  </a:cubicBezTo>
                  <a:cubicBezTo>
                    <a:pt x="179690" y="466825"/>
                    <a:pt x="188357" y="496415"/>
                    <a:pt x="204381" y="522090"/>
                  </a:cubicBezTo>
                  <a:cubicBezTo>
                    <a:pt x="193588" y="529116"/>
                    <a:pt x="187865" y="534674"/>
                    <a:pt x="186883" y="535498"/>
                  </a:cubicBezTo>
                  <a:cubicBezTo>
                    <a:pt x="182308" y="540069"/>
                    <a:pt x="179690" y="546290"/>
                    <a:pt x="179690" y="552830"/>
                  </a:cubicBezTo>
                  <a:lnTo>
                    <a:pt x="179690" y="597794"/>
                  </a:lnTo>
                  <a:lnTo>
                    <a:pt x="118215" y="608422"/>
                  </a:lnTo>
                  <a:lnTo>
                    <a:pt x="118215" y="541878"/>
                  </a:lnTo>
                  <a:lnTo>
                    <a:pt x="159092" y="350570"/>
                  </a:lnTo>
                  <a:cubicBezTo>
                    <a:pt x="160727" y="343379"/>
                    <a:pt x="158926" y="335688"/>
                    <a:pt x="154180" y="329971"/>
                  </a:cubicBezTo>
                  <a:cubicBezTo>
                    <a:pt x="149607" y="324249"/>
                    <a:pt x="142575" y="320972"/>
                    <a:pt x="135224" y="320972"/>
                  </a:cubicBezTo>
                  <a:lnTo>
                    <a:pt x="52162" y="320972"/>
                  </a:lnTo>
                  <a:cubicBezTo>
                    <a:pt x="44798" y="320972"/>
                    <a:pt x="37772" y="324249"/>
                    <a:pt x="33193" y="329971"/>
                  </a:cubicBezTo>
                  <a:cubicBezTo>
                    <a:pt x="28447" y="335688"/>
                    <a:pt x="26652" y="343379"/>
                    <a:pt x="28288" y="350570"/>
                  </a:cubicBezTo>
                  <a:lnTo>
                    <a:pt x="69164" y="541878"/>
                  </a:lnTo>
                  <a:lnTo>
                    <a:pt x="69164" y="616923"/>
                  </a:lnTo>
                  <a:lnTo>
                    <a:pt x="20272" y="625425"/>
                  </a:lnTo>
                  <a:cubicBezTo>
                    <a:pt x="8667" y="627551"/>
                    <a:pt x="0" y="637688"/>
                    <a:pt x="0" y="649624"/>
                  </a:cubicBezTo>
                  <a:cubicBezTo>
                    <a:pt x="0" y="661561"/>
                    <a:pt x="8667" y="671697"/>
                    <a:pt x="20272" y="673824"/>
                  </a:cubicBezTo>
                  <a:close/>
                </a:path>
              </a:pathLst>
            </a:custGeom>
            <a:solidFill>
              <a:schemeClr val="accent2"/>
            </a:solidFill>
            <a:ln w="1270" cap="flat">
              <a:noFill/>
              <a:prstDash val="solid"/>
              <a:miter/>
            </a:ln>
          </p:spPr>
          <p:txBody>
            <a:bodyPr wrap="square" rtlCol="0" anchor="ctr">
              <a:noAutofit/>
            </a:bodyPr>
            <a:lstStyle/>
            <a:p>
              <a:endParaRPr lang="en-US" dirty="0"/>
            </a:p>
          </p:txBody>
        </p:sp>
        <p:sp>
          <p:nvSpPr>
            <p:cNvPr id="1962" name="Freeform: Shape 1961">
              <a:extLst>
                <a:ext uri="{FF2B5EF4-FFF2-40B4-BE49-F238E27FC236}">
                  <a16:creationId xmlns:a16="http://schemas.microsoft.com/office/drawing/2014/main" id="{023CAABD-156F-ECD7-8F22-9F41AB3E2F22}"/>
                </a:ext>
                <a:ext uri="{C183D7F6-B498-43B3-948B-1728B52AA6E4}">
                  <adec:decorative xmlns:adec="http://schemas.microsoft.com/office/drawing/2017/decorative" val="1"/>
                </a:ext>
              </a:extLst>
            </p:cNvPr>
            <p:cNvSpPr/>
            <p:nvPr/>
          </p:nvSpPr>
          <p:spPr>
            <a:xfrm>
              <a:off x="2362808" y="4051800"/>
              <a:ext cx="42020" cy="42015"/>
            </a:xfrm>
            <a:custGeom>
              <a:avLst/>
              <a:gdLst>
                <a:gd name="connsiteX0" fmla="*/ -18 w 420640"/>
                <a:gd name="connsiteY0" fmla="*/ 26 h 420600"/>
                <a:gd name="connsiteX1" fmla="*/ 420622 w 420640"/>
                <a:gd name="connsiteY1" fmla="*/ 26 h 420600"/>
                <a:gd name="connsiteX2" fmla="*/ 420622 w 420640"/>
                <a:gd name="connsiteY2" fmla="*/ 420627 h 420600"/>
                <a:gd name="connsiteX3" fmla="*/ -18 w 420640"/>
                <a:gd name="connsiteY3" fmla="*/ 420627 h 420600"/>
                <a:gd name="connsiteX4" fmla="*/ -18 w 420640"/>
                <a:gd name="connsiteY4" fmla="*/ 26 h 42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640" h="420600">
                  <a:moveTo>
                    <a:pt x="-18" y="26"/>
                  </a:moveTo>
                  <a:lnTo>
                    <a:pt x="420622" y="26"/>
                  </a:lnTo>
                  <a:lnTo>
                    <a:pt x="420622" y="420627"/>
                  </a:lnTo>
                  <a:lnTo>
                    <a:pt x="-18" y="420627"/>
                  </a:lnTo>
                  <a:lnTo>
                    <a:pt x="-18" y="26"/>
                  </a:lnTo>
                </a:path>
              </a:pathLst>
            </a:custGeom>
            <a:solidFill>
              <a:schemeClr val="bg1"/>
            </a:solidFill>
            <a:ln w="10102" cap="flat">
              <a:noFill/>
              <a:prstDash val="solid"/>
              <a:miter/>
            </a:ln>
          </p:spPr>
          <p:txBody>
            <a:bodyPr rtlCol="0" anchor="ctr"/>
            <a:lstStyle/>
            <a:p>
              <a:endParaRPr lang="en-US" dirty="0"/>
            </a:p>
          </p:txBody>
        </p:sp>
      </p:grpSp>
      <p:grpSp>
        <p:nvGrpSpPr>
          <p:cNvPr id="186" name="Group 185">
            <a:extLst>
              <a:ext uri="{FF2B5EF4-FFF2-40B4-BE49-F238E27FC236}">
                <a16:creationId xmlns:a16="http://schemas.microsoft.com/office/drawing/2014/main" id="{317364AD-DD8F-D593-8246-67C1CCF27EB0}"/>
              </a:ext>
              <a:ext uri="{C183D7F6-B498-43B3-948B-1728B52AA6E4}">
                <adec:decorative xmlns:adec="http://schemas.microsoft.com/office/drawing/2017/decorative" val="1"/>
              </a:ext>
            </a:extLst>
          </p:cNvPr>
          <p:cNvGrpSpPr>
            <a:grpSpLocks noChangeAspect="1"/>
          </p:cNvGrpSpPr>
          <p:nvPr/>
        </p:nvGrpSpPr>
        <p:grpSpPr>
          <a:xfrm>
            <a:off x="2870938" y="3636615"/>
            <a:ext cx="366808" cy="457200"/>
            <a:chOff x="2870938" y="3636615"/>
            <a:chExt cx="366808" cy="457200"/>
          </a:xfrm>
          <a:solidFill>
            <a:srgbClr val="FF0000"/>
          </a:solidFill>
        </p:grpSpPr>
        <p:sp>
          <p:nvSpPr>
            <p:cNvPr id="1972" name="Freeform: Shape 1971">
              <a:extLst>
                <a:ext uri="{FF2B5EF4-FFF2-40B4-BE49-F238E27FC236}">
                  <a16:creationId xmlns:a16="http://schemas.microsoft.com/office/drawing/2014/main" id="{26372D37-3507-5176-7879-379EB5A76E0B}"/>
                </a:ext>
                <a:ext uri="{C183D7F6-B498-43B3-948B-1728B52AA6E4}">
                  <adec:decorative xmlns:adec="http://schemas.microsoft.com/office/drawing/2017/decorative" val="1"/>
                </a:ext>
              </a:extLst>
            </p:cNvPr>
            <p:cNvSpPr/>
            <p:nvPr/>
          </p:nvSpPr>
          <p:spPr>
            <a:xfrm>
              <a:off x="2882618" y="3794813"/>
              <a:ext cx="355128" cy="293341"/>
            </a:xfrm>
            <a:custGeom>
              <a:avLst/>
              <a:gdLst>
                <a:gd name="connsiteX0" fmla="*/ 42634 w 695236"/>
                <a:gd name="connsiteY0" fmla="*/ 365007 h 574276"/>
                <a:gd name="connsiteX1" fmla="*/ 42634 w 695236"/>
                <a:gd name="connsiteY1" fmla="*/ 410137 h 574276"/>
                <a:gd name="connsiteX2" fmla="*/ 47232 w 695236"/>
                <a:gd name="connsiteY2" fmla="*/ 431590 h 574276"/>
                <a:gd name="connsiteX3" fmla="*/ 53271 w 695236"/>
                <a:gd name="connsiteY3" fmla="*/ 440321 h 574276"/>
                <a:gd name="connsiteX4" fmla="*/ 43977 w 695236"/>
                <a:gd name="connsiteY4" fmla="*/ 489456 h 574276"/>
                <a:gd name="connsiteX5" fmla="*/ 0 w 695236"/>
                <a:gd name="connsiteY5" fmla="*/ 489456 h 574276"/>
                <a:gd name="connsiteX6" fmla="*/ 12572 w 695236"/>
                <a:gd name="connsiteY6" fmla="*/ 422997 h 574276"/>
                <a:gd name="connsiteX7" fmla="*/ 121226 w 695236"/>
                <a:gd name="connsiteY7" fmla="*/ 0 h 574276"/>
                <a:gd name="connsiteX8" fmla="*/ 169692 w 695236"/>
                <a:gd name="connsiteY8" fmla="*/ 0 h 574276"/>
                <a:gd name="connsiteX9" fmla="*/ 172055 w 695236"/>
                <a:gd name="connsiteY9" fmla="*/ 23397 h 574276"/>
                <a:gd name="connsiteX10" fmla="*/ 341641 w 695236"/>
                <a:gd name="connsiteY10" fmla="*/ 161372 h 574276"/>
                <a:gd name="connsiteX11" fmla="*/ 511227 w 695236"/>
                <a:gd name="connsiteY11" fmla="*/ 23397 h 574276"/>
                <a:gd name="connsiteX12" fmla="*/ 513590 w 695236"/>
                <a:gd name="connsiteY12" fmla="*/ 0 h 574276"/>
                <a:gd name="connsiteX13" fmla="*/ 562056 w 695236"/>
                <a:gd name="connsiteY13" fmla="*/ 0 h 574276"/>
                <a:gd name="connsiteX14" fmla="*/ 561493 w 695236"/>
                <a:gd name="connsiteY14" fmla="*/ 11136 h 574276"/>
                <a:gd name="connsiteX15" fmla="*/ 422674 w 695236"/>
                <a:gd name="connsiteY15" fmla="*/ 193954 h 574276"/>
                <a:gd name="connsiteX16" fmla="*/ 388698 w 695236"/>
                <a:gd name="connsiteY16" fmla="*/ 203800 h 574276"/>
                <a:gd name="connsiteX17" fmla="*/ 412903 w 695236"/>
                <a:gd name="connsiteY17" fmla="*/ 206240 h 574276"/>
                <a:gd name="connsiteX18" fmla="*/ 695236 w 695236"/>
                <a:gd name="connsiteY18" fmla="*/ 552651 h 574276"/>
                <a:gd name="connsiteX19" fmla="*/ 695236 w 695236"/>
                <a:gd name="connsiteY19" fmla="*/ 574276 h 574276"/>
                <a:gd name="connsiteX20" fmla="*/ 673128 w 695236"/>
                <a:gd name="connsiteY20" fmla="*/ 574276 h 574276"/>
                <a:gd name="connsiteX21" fmla="*/ 651055 w 695236"/>
                <a:gd name="connsiteY21" fmla="*/ 574276 h 574276"/>
                <a:gd name="connsiteX22" fmla="*/ 73046 w 695236"/>
                <a:gd name="connsiteY22" fmla="*/ 574276 h 574276"/>
                <a:gd name="connsiteX23" fmla="*/ 73046 w 695236"/>
                <a:gd name="connsiteY23" fmla="*/ 530383 h 574276"/>
                <a:gd name="connsiteX24" fmla="*/ 209050 w 695236"/>
                <a:gd name="connsiteY24" fmla="*/ 530383 h 574276"/>
                <a:gd name="connsiteX25" fmla="*/ 209050 w 695236"/>
                <a:gd name="connsiteY25" fmla="*/ 574275 h 574276"/>
                <a:gd name="connsiteX26" fmla="*/ 253251 w 695236"/>
                <a:gd name="connsiteY26" fmla="*/ 574275 h 574276"/>
                <a:gd name="connsiteX27" fmla="*/ 253251 w 695236"/>
                <a:gd name="connsiteY27" fmla="*/ 530383 h 574276"/>
                <a:gd name="connsiteX28" fmla="*/ 646777 w 695236"/>
                <a:gd name="connsiteY28" fmla="*/ 530383 h 574276"/>
                <a:gd name="connsiteX29" fmla="*/ 626740 w 695236"/>
                <a:gd name="connsiteY29" fmla="*/ 431134 h 574276"/>
                <a:gd name="connsiteX30" fmla="*/ 341641 w 695236"/>
                <a:gd name="connsiteY30" fmla="*/ 242158 h 574276"/>
                <a:gd name="connsiteX31" fmla="*/ 341641 w 695236"/>
                <a:gd name="connsiteY31" fmla="*/ 209262 h 574276"/>
                <a:gd name="connsiteX32" fmla="*/ 341640 w 695236"/>
                <a:gd name="connsiteY32" fmla="*/ 209262 h 574276"/>
                <a:gd name="connsiteX33" fmla="*/ 341640 w 695236"/>
                <a:gd name="connsiteY33" fmla="*/ 242158 h 574276"/>
                <a:gd name="connsiteX34" fmla="*/ 310005 w 695236"/>
                <a:gd name="connsiteY34" fmla="*/ 243755 h 574276"/>
                <a:gd name="connsiteX35" fmla="*/ 94814 w 695236"/>
                <a:gd name="connsiteY35" fmla="*/ 364959 h 574276"/>
                <a:gd name="connsiteX36" fmla="*/ 86835 w 695236"/>
                <a:gd name="connsiteY36" fmla="*/ 379153 h 574276"/>
                <a:gd name="connsiteX37" fmla="*/ 86835 w 695236"/>
                <a:gd name="connsiteY37" fmla="*/ 308337 h 574276"/>
                <a:gd name="connsiteX38" fmla="*/ 90863 w 695236"/>
                <a:gd name="connsiteY38" fmla="*/ 303373 h 574276"/>
                <a:gd name="connsiteX39" fmla="*/ 209982 w 695236"/>
                <a:gd name="connsiteY39" fmla="*/ 224380 h 574276"/>
                <a:gd name="connsiteX40" fmla="*/ 294145 w 695236"/>
                <a:gd name="connsiteY40" fmla="*/ 203673 h 574276"/>
                <a:gd name="connsiteX41" fmla="*/ 260609 w 695236"/>
                <a:gd name="connsiteY41" fmla="*/ 193954 h 574276"/>
                <a:gd name="connsiteX42" fmla="*/ 121789 w 695236"/>
                <a:gd name="connsiteY42" fmla="*/ 11136 h 57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95236" h="574276">
                  <a:moveTo>
                    <a:pt x="42634" y="365007"/>
                  </a:moveTo>
                  <a:lnTo>
                    <a:pt x="42634" y="410137"/>
                  </a:lnTo>
                  <a:cubicBezTo>
                    <a:pt x="42725" y="417765"/>
                    <a:pt x="44358" y="425014"/>
                    <a:pt x="47232" y="431590"/>
                  </a:cubicBezTo>
                  <a:lnTo>
                    <a:pt x="53271" y="440321"/>
                  </a:lnTo>
                  <a:lnTo>
                    <a:pt x="43977" y="489456"/>
                  </a:lnTo>
                  <a:lnTo>
                    <a:pt x="0" y="489456"/>
                  </a:lnTo>
                  <a:lnTo>
                    <a:pt x="12572" y="422997"/>
                  </a:lnTo>
                  <a:close/>
                  <a:moveTo>
                    <a:pt x="121226" y="0"/>
                  </a:moveTo>
                  <a:lnTo>
                    <a:pt x="169692" y="0"/>
                  </a:lnTo>
                  <a:lnTo>
                    <a:pt x="172055" y="23397"/>
                  </a:lnTo>
                  <a:cubicBezTo>
                    <a:pt x="188196" y="102139"/>
                    <a:pt x="257989" y="161372"/>
                    <a:pt x="341641" y="161372"/>
                  </a:cubicBezTo>
                  <a:cubicBezTo>
                    <a:pt x="425293" y="161372"/>
                    <a:pt x="495086" y="102139"/>
                    <a:pt x="511227" y="23397"/>
                  </a:cubicBezTo>
                  <a:lnTo>
                    <a:pt x="513590" y="0"/>
                  </a:lnTo>
                  <a:lnTo>
                    <a:pt x="562056" y="0"/>
                  </a:lnTo>
                  <a:lnTo>
                    <a:pt x="561493" y="11136"/>
                  </a:lnTo>
                  <a:cubicBezTo>
                    <a:pt x="553005" y="94599"/>
                    <a:pt x="497945" y="164313"/>
                    <a:pt x="422674" y="193954"/>
                  </a:cubicBezTo>
                  <a:lnTo>
                    <a:pt x="388698" y="203800"/>
                  </a:lnTo>
                  <a:lnTo>
                    <a:pt x="412903" y="206240"/>
                  </a:lnTo>
                  <a:cubicBezTo>
                    <a:pt x="574030" y="239211"/>
                    <a:pt x="695236" y="381777"/>
                    <a:pt x="695236" y="552651"/>
                  </a:cubicBezTo>
                  <a:lnTo>
                    <a:pt x="695236" y="574276"/>
                  </a:lnTo>
                  <a:lnTo>
                    <a:pt x="673128" y="574276"/>
                  </a:lnTo>
                  <a:lnTo>
                    <a:pt x="651055" y="574276"/>
                  </a:lnTo>
                  <a:lnTo>
                    <a:pt x="73046" y="574276"/>
                  </a:lnTo>
                  <a:lnTo>
                    <a:pt x="73046" y="530383"/>
                  </a:lnTo>
                  <a:lnTo>
                    <a:pt x="209050" y="530383"/>
                  </a:lnTo>
                  <a:lnTo>
                    <a:pt x="209050" y="574275"/>
                  </a:lnTo>
                  <a:lnTo>
                    <a:pt x="253251" y="574275"/>
                  </a:lnTo>
                  <a:lnTo>
                    <a:pt x="253251" y="530383"/>
                  </a:lnTo>
                  <a:lnTo>
                    <a:pt x="646777" y="530383"/>
                  </a:lnTo>
                  <a:lnTo>
                    <a:pt x="626740" y="431134"/>
                  </a:lnTo>
                  <a:cubicBezTo>
                    <a:pt x="579768" y="320081"/>
                    <a:pt x="469805" y="242158"/>
                    <a:pt x="341641" y="242158"/>
                  </a:cubicBezTo>
                  <a:lnTo>
                    <a:pt x="341641" y="209262"/>
                  </a:lnTo>
                  <a:lnTo>
                    <a:pt x="341640" y="209262"/>
                  </a:lnTo>
                  <a:lnTo>
                    <a:pt x="341640" y="242158"/>
                  </a:lnTo>
                  <a:lnTo>
                    <a:pt x="310005" y="243755"/>
                  </a:lnTo>
                  <a:cubicBezTo>
                    <a:pt x="222242" y="252668"/>
                    <a:pt x="145321" y="298260"/>
                    <a:pt x="94814" y="364959"/>
                  </a:cubicBezTo>
                  <a:lnTo>
                    <a:pt x="86835" y="379153"/>
                  </a:lnTo>
                  <a:lnTo>
                    <a:pt x="86835" y="308337"/>
                  </a:lnTo>
                  <a:lnTo>
                    <a:pt x="90863" y="303373"/>
                  </a:lnTo>
                  <a:cubicBezTo>
                    <a:pt x="124506" y="269528"/>
                    <a:pt x="164954" y="242456"/>
                    <a:pt x="209982" y="224380"/>
                  </a:cubicBezTo>
                  <a:lnTo>
                    <a:pt x="294145" y="203673"/>
                  </a:lnTo>
                  <a:lnTo>
                    <a:pt x="260609" y="193954"/>
                  </a:lnTo>
                  <a:cubicBezTo>
                    <a:pt x="185337" y="164313"/>
                    <a:pt x="130277" y="94599"/>
                    <a:pt x="121789" y="111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73" name="Freeform: Shape 1972">
              <a:extLst>
                <a:ext uri="{FF2B5EF4-FFF2-40B4-BE49-F238E27FC236}">
                  <a16:creationId xmlns:a16="http://schemas.microsoft.com/office/drawing/2014/main" id="{315A3A64-C949-BF17-E9F5-12BC5C126F8C}"/>
                </a:ext>
                <a:ext uri="{C183D7F6-B498-43B3-948B-1728B52AA6E4}">
                  <adec:decorative xmlns:adec="http://schemas.microsoft.com/office/drawing/2017/decorative" val="1"/>
                </a:ext>
              </a:extLst>
            </p:cNvPr>
            <p:cNvSpPr/>
            <p:nvPr/>
          </p:nvSpPr>
          <p:spPr>
            <a:xfrm>
              <a:off x="2870938" y="3636615"/>
              <a:ext cx="324498" cy="457200"/>
            </a:xfrm>
            <a:custGeom>
              <a:avLst/>
              <a:gdLst>
                <a:gd name="connsiteX0" fmla="*/ 0 w 635272"/>
                <a:gd name="connsiteY0" fmla="*/ 829014 h 895063"/>
                <a:gd name="connsiteX1" fmla="*/ 66055 w 635272"/>
                <a:gd name="connsiteY1" fmla="*/ 829014 h 895063"/>
                <a:gd name="connsiteX2" fmla="*/ 66055 w 635272"/>
                <a:gd name="connsiteY2" fmla="*/ 895063 h 895063"/>
                <a:gd name="connsiteX3" fmla="*/ 0 w 635272"/>
                <a:gd name="connsiteY3" fmla="*/ 895063 h 895063"/>
                <a:gd name="connsiteX4" fmla="*/ 48925 w 635272"/>
                <a:gd name="connsiteY4" fmla="*/ 397171 h 895063"/>
                <a:gd name="connsiteX5" fmla="*/ 65501 w 635272"/>
                <a:gd name="connsiteY5" fmla="*/ 413746 h 895063"/>
                <a:gd name="connsiteX6" fmla="*/ 65501 w 635272"/>
                <a:gd name="connsiteY6" fmla="*/ 468997 h 895063"/>
                <a:gd name="connsiteX7" fmla="*/ 110365 w 635272"/>
                <a:gd name="connsiteY7" fmla="*/ 468997 h 895063"/>
                <a:gd name="connsiteX8" fmla="*/ 110365 w 635272"/>
                <a:gd name="connsiteY8" fmla="*/ 413746 h 895063"/>
                <a:gd name="connsiteX9" fmla="*/ 126940 w 635272"/>
                <a:gd name="connsiteY9" fmla="*/ 397171 h 895063"/>
                <a:gd name="connsiteX10" fmla="*/ 143516 w 635272"/>
                <a:gd name="connsiteY10" fmla="*/ 413746 h 895063"/>
                <a:gd name="connsiteX11" fmla="*/ 143516 w 635272"/>
                <a:gd name="connsiteY11" fmla="*/ 468997 h 895063"/>
                <a:gd name="connsiteX12" fmla="*/ 165616 w 635272"/>
                <a:gd name="connsiteY12" fmla="*/ 468997 h 895063"/>
                <a:gd name="connsiteX13" fmla="*/ 165616 w 635272"/>
                <a:gd name="connsiteY13" fmla="*/ 513198 h 895063"/>
                <a:gd name="connsiteX14" fmla="*/ 109702 w 635272"/>
                <a:gd name="connsiteY14" fmla="*/ 587566 h 895063"/>
                <a:gd name="connsiteX15" fmla="*/ 109702 w 635272"/>
                <a:gd name="connsiteY15" fmla="*/ 708129 h 895063"/>
                <a:gd name="connsiteX16" fmla="*/ 131803 w 635272"/>
                <a:gd name="connsiteY16" fmla="*/ 730229 h 895063"/>
                <a:gd name="connsiteX17" fmla="*/ 220867 w 635272"/>
                <a:gd name="connsiteY17" fmla="*/ 730229 h 895063"/>
                <a:gd name="connsiteX18" fmla="*/ 276118 w 635272"/>
                <a:gd name="connsiteY18" fmla="*/ 785480 h 895063"/>
                <a:gd name="connsiteX19" fmla="*/ 276118 w 635272"/>
                <a:gd name="connsiteY19" fmla="*/ 883980 h 895063"/>
                <a:gd name="connsiteX20" fmla="*/ 231917 w 635272"/>
                <a:gd name="connsiteY20" fmla="*/ 883980 h 895063"/>
                <a:gd name="connsiteX21" fmla="*/ 231917 w 635272"/>
                <a:gd name="connsiteY21" fmla="*/ 796530 h 895063"/>
                <a:gd name="connsiteX22" fmla="*/ 209817 w 635272"/>
                <a:gd name="connsiteY22" fmla="*/ 774430 h 895063"/>
                <a:gd name="connsiteX23" fmla="*/ 121415 w 635272"/>
                <a:gd name="connsiteY23" fmla="*/ 774430 h 895063"/>
                <a:gd name="connsiteX24" fmla="*/ 121407 w 635272"/>
                <a:gd name="connsiteY24" fmla="*/ 774430 h 895063"/>
                <a:gd name="connsiteX25" fmla="*/ 65501 w 635272"/>
                <a:gd name="connsiteY25" fmla="*/ 719842 h 895063"/>
                <a:gd name="connsiteX26" fmla="*/ 65501 w 635272"/>
                <a:gd name="connsiteY26" fmla="*/ 587456 h 895063"/>
                <a:gd name="connsiteX27" fmla="*/ 65501 w 635272"/>
                <a:gd name="connsiteY27" fmla="*/ 587456 h 895063"/>
                <a:gd name="connsiteX28" fmla="*/ 10913 w 635272"/>
                <a:gd name="connsiteY28" fmla="*/ 513198 h 895063"/>
                <a:gd name="connsiteX29" fmla="*/ 10913 w 635272"/>
                <a:gd name="connsiteY29" fmla="*/ 468997 h 895063"/>
                <a:gd name="connsiteX30" fmla="*/ 32350 w 635272"/>
                <a:gd name="connsiteY30" fmla="*/ 468997 h 895063"/>
                <a:gd name="connsiteX31" fmla="*/ 32350 w 635272"/>
                <a:gd name="connsiteY31" fmla="*/ 413746 h 895063"/>
                <a:gd name="connsiteX32" fmla="*/ 48925 w 635272"/>
                <a:gd name="connsiteY32" fmla="*/ 397171 h 895063"/>
                <a:gd name="connsiteX33" fmla="*/ 116309 w 635272"/>
                <a:gd name="connsiteY33" fmla="*/ 243688 h 895063"/>
                <a:gd name="connsiteX34" fmla="*/ 612708 w 635272"/>
                <a:gd name="connsiteY34" fmla="*/ 243688 h 895063"/>
                <a:gd name="connsiteX35" fmla="*/ 635272 w 635272"/>
                <a:gd name="connsiteY35" fmla="*/ 266252 h 895063"/>
                <a:gd name="connsiteX36" fmla="*/ 612708 w 635272"/>
                <a:gd name="connsiteY36" fmla="*/ 288815 h 895063"/>
                <a:gd name="connsiteX37" fmla="*/ 116309 w 635272"/>
                <a:gd name="connsiteY37" fmla="*/ 288815 h 895063"/>
                <a:gd name="connsiteX38" fmla="*/ 93745 w 635272"/>
                <a:gd name="connsiteY38" fmla="*/ 266252 h 895063"/>
                <a:gd name="connsiteX39" fmla="*/ 116309 w 635272"/>
                <a:gd name="connsiteY39" fmla="*/ 243688 h 895063"/>
                <a:gd name="connsiteX40" fmla="*/ 332919 w 635272"/>
                <a:gd name="connsiteY40" fmla="*/ 0 h 895063"/>
                <a:gd name="connsiteX41" fmla="*/ 364508 w 635272"/>
                <a:gd name="connsiteY41" fmla="*/ 0 h 895063"/>
                <a:gd name="connsiteX42" fmla="*/ 391584 w 635272"/>
                <a:gd name="connsiteY42" fmla="*/ 0 h 895063"/>
                <a:gd name="connsiteX43" fmla="*/ 418661 w 635272"/>
                <a:gd name="connsiteY43" fmla="*/ 22564 h 895063"/>
                <a:gd name="connsiteX44" fmla="*/ 590144 w 635272"/>
                <a:gd name="connsiteY44" fmla="*/ 243687 h 895063"/>
                <a:gd name="connsiteX45" fmla="*/ 545017 w 635272"/>
                <a:gd name="connsiteY45" fmla="*/ 243687 h 895063"/>
                <a:gd name="connsiteX46" fmla="*/ 512864 w 635272"/>
                <a:gd name="connsiteY46" fmla="*/ 131998 h 895063"/>
                <a:gd name="connsiteX47" fmla="*/ 481037 w 635272"/>
                <a:gd name="connsiteY47" fmla="*/ 99291 h 895063"/>
                <a:gd name="connsiteX48" fmla="*/ 441225 w 635272"/>
                <a:gd name="connsiteY48" fmla="*/ 166971 h 895063"/>
                <a:gd name="connsiteX49" fmla="*/ 409636 w 635272"/>
                <a:gd name="connsiteY49" fmla="*/ 175997 h 895063"/>
                <a:gd name="connsiteX50" fmla="*/ 400610 w 635272"/>
                <a:gd name="connsiteY50" fmla="*/ 144407 h 895063"/>
                <a:gd name="connsiteX51" fmla="*/ 440725 w 635272"/>
                <a:gd name="connsiteY51" fmla="*/ 76214 h 895063"/>
                <a:gd name="connsiteX52" fmla="*/ 423174 w 635272"/>
                <a:gd name="connsiteY52" fmla="*/ 67691 h 895063"/>
                <a:gd name="connsiteX53" fmla="*/ 391584 w 635272"/>
                <a:gd name="connsiteY53" fmla="*/ 45127 h 895063"/>
                <a:gd name="connsiteX54" fmla="*/ 364508 w 635272"/>
                <a:gd name="connsiteY54" fmla="*/ 45127 h 895063"/>
                <a:gd name="connsiteX55" fmla="*/ 332919 w 635272"/>
                <a:gd name="connsiteY55" fmla="*/ 45127 h 895063"/>
                <a:gd name="connsiteX56" fmla="*/ 301330 w 635272"/>
                <a:gd name="connsiteY56" fmla="*/ 67691 h 895063"/>
                <a:gd name="connsiteX57" fmla="*/ 283834 w 635272"/>
                <a:gd name="connsiteY57" fmla="*/ 76305 h 895063"/>
                <a:gd name="connsiteX58" fmla="*/ 323895 w 635272"/>
                <a:gd name="connsiteY58" fmla="*/ 144407 h 895063"/>
                <a:gd name="connsiteX59" fmla="*/ 314869 w 635272"/>
                <a:gd name="connsiteY59" fmla="*/ 175997 h 895063"/>
                <a:gd name="connsiteX60" fmla="*/ 283280 w 635272"/>
                <a:gd name="connsiteY60" fmla="*/ 166971 h 895063"/>
                <a:gd name="connsiteX61" fmla="*/ 243841 w 635272"/>
                <a:gd name="connsiteY61" fmla="*/ 99925 h 895063"/>
                <a:gd name="connsiteX62" fmla="*/ 213896 w 635272"/>
                <a:gd name="connsiteY62" fmla="*/ 131998 h 895063"/>
                <a:gd name="connsiteX63" fmla="*/ 183999 w 635272"/>
                <a:gd name="connsiteY63" fmla="*/ 243687 h 895063"/>
                <a:gd name="connsiteX64" fmla="*/ 138872 w 635272"/>
                <a:gd name="connsiteY64" fmla="*/ 243687 h 895063"/>
                <a:gd name="connsiteX65" fmla="*/ 301330 w 635272"/>
                <a:gd name="connsiteY65" fmla="*/ 22564 h 895063"/>
                <a:gd name="connsiteX66" fmla="*/ 332919 w 635272"/>
                <a:gd name="connsiteY66" fmla="*/ 0 h 89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35272" h="895063">
                  <a:moveTo>
                    <a:pt x="0" y="829014"/>
                  </a:moveTo>
                  <a:lnTo>
                    <a:pt x="66055" y="829014"/>
                  </a:lnTo>
                  <a:lnTo>
                    <a:pt x="66055" y="895063"/>
                  </a:lnTo>
                  <a:lnTo>
                    <a:pt x="0" y="895063"/>
                  </a:lnTo>
                  <a:close/>
                  <a:moveTo>
                    <a:pt x="48925" y="397171"/>
                  </a:moveTo>
                  <a:cubicBezTo>
                    <a:pt x="58080" y="397171"/>
                    <a:pt x="65501" y="404592"/>
                    <a:pt x="65501" y="413746"/>
                  </a:cubicBezTo>
                  <a:lnTo>
                    <a:pt x="65501" y="468997"/>
                  </a:lnTo>
                  <a:lnTo>
                    <a:pt x="110365" y="468997"/>
                  </a:lnTo>
                  <a:lnTo>
                    <a:pt x="110365" y="413746"/>
                  </a:lnTo>
                  <a:cubicBezTo>
                    <a:pt x="110365" y="404592"/>
                    <a:pt x="117786" y="397171"/>
                    <a:pt x="126940" y="397171"/>
                  </a:cubicBezTo>
                  <a:cubicBezTo>
                    <a:pt x="136094" y="397171"/>
                    <a:pt x="143516" y="404592"/>
                    <a:pt x="143516" y="413746"/>
                  </a:cubicBezTo>
                  <a:lnTo>
                    <a:pt x="143516" y="468997"/>
                  </a:lnTo>
                  <a:lnTo>
                    <a:pt x="165616" y="468997"/>
                  </a:lnTo>
                  <a:lnTo>
                    <a:pt x="165616" y="513198"/>
                  </a:lnTo>
                  <a:cubicBezTo>
                    <a:pt x="165637" y="547679"/>
                    <a:pt x="142833" y="578010"/>
                    <a:pt x="109702" y="587566"/>
                  </a:cubicBezTo>
                  <a:lnTo>
                    <a:pt x="109702" y="708129"/>
                  </a:lnTo>
                  <a:cubicBezTo>
                    <a:pt x="109702" y="720335"/>
                    <a:pt x="119596" y="730229"/>
                    <a:pt x="131803" y="730229"/>
                  </a:cubicBezTo>
                  <a:lnTo>
                    <a:pt x="220867" y="730229"/>
                  </a:lnTo>
                  <a:cubicBezTo>
                    <a:pt x="251381" y="730229"/>
                    <a:pt x="276118" y="754966"/>
                    <a:pt x="276118" y="785480"/>
                  </a:cubicBezTo>
                  <a:lnTo>
                    <a:pt x="276118" y="883980"/>
                  </a:lnTo>
                  <a:lnTo>
                    <a:pt x="231917" y="883980"/>
                  </a:lnTo>
                  <a:lnTo>
                    <a:pt x="231917" y="796530"/>
                  </a:lnTo>
                  <a:cubicBezTo>
                    <a:pt x="231917" y="784324"/>
                    <a:pt x="222023" y="774430"/>
                    <a:pt x="209817" y="774430"/>
                  </a:cubicBezTo>
                  <a:lnTo>
                    <a:pt x="121415" y="774430"/>
                  </a:lnTo>
                  <a:lnTo>
                    <a:pt x="121407" y="774430"/>
                  </a:lnTo>
                  <a:cubicBezTo>
                    <a:pt x="90895" y="774794"/>
                    <a:pt x="65865" y="750354"/>
                    <a:pt x="65501" y="719842"/>
                  </a:cubicBezTo>
                  <a:lnTo>
                    <a:pt x="65501" y="587456"/>
                  </a:lnTo>
                  <a:lnTo>
                    <a:pt x="65501" y="587456"/>
                  </a:lnTo>
                  <a:cubicBezTo>
                    <a:pt x="32935" y="577428"/>
                    <a:pt x="10767" y="547273"/>
                    <a:pt x="10913" y="513198"/>
                  </a:cubicBezTo>
                  <a:lnTo>
                    <a:pt x="10913" y="468997"/>
                  </a:lnTo>
                  <a:lnTo>
                    <a:pt x="32350" y="468997"/>
                  </a:lnTo>
                  <a:lnTo>
                    <a:pt x="32350" y="413746"/>
                  </a:lnTo>
                  <a:cubicBezTo>
                    <a:pt x="32350" y="404592"/>
                    <a:pt x="39771" y="397171"/>
                    <a:pt x="48925" y="397171"/>
                  </a:cubicBezTo>
                  <a:close/>
                  <a:moveTo>
                    <a:pt x="116309" y="243688"/>
                  </a:moveTo>
                  <a:lnTo>
                    <a:pt x="612708" y="243688"/>
                  </a:lnTo>
                  <a:cubicBezTo>
                    <a:pt x="626247" y="243688"/>
                    <a:pt x="635272" y="252714"/>
                    <a:pt x="635272" y="266252"/>
                  </a:cubicBezTo>
                  <a:cubicBezTo>
                    <a:pt x="635272" y="279790"/>
                    <a:pt x="626247" y="288815"/>
                    <a:pt x="612708" y="288815"/>
                  </a:cubicBezTo>
                  <a:lnTo>
                    <a:pt x="116309" y="288815"/>
                  </a:lnTo>
                  <a:cubicBezTo>
                    <a:pt x="102771" y="288815"/>
                    <a:pt x="93745" y="279790"/>
                    <a:pt x="93745" y="266252"/>
                  </a:cubicBezTo>
                  <a:cubicBezTo>
                    <a:pt x="93745" y="252714"/>
                    <a:pt x="102771" y="243688"/>
                    <a:pt x="116309" y="243688"/>
                  </a:cubicBezTo>
                  <a:close/>
                  <a:moveTo>
                    <a:pt x="332919" y="0"/>
                  </a:moveTo>
                  <a:cubicBezTo>
                    <a:pt x="337432" y="0"/>
                    <a:pt x="359996" y="0"/>
                    <a:pt x="364508" y="0"/>
                  </a:cubicBezTo>
                  <a:cubicBezTo>
                    <a:pt x="373533" y="0"/>
                    <a:pt x="391584" y="0"/>
                    <a:pt x="391584" y="0"/>
                  </a:cubicBezTo>
                  <a:cubicBezTo>
                    <a:pt x="400610" y="0"/>
                    <a:pt x="409636" y="22564"/>
                    <a:pt x="418661" y="22564"/>
                  </a:cubicBezTo>
                  <a:cubicBezTo>
                    <a:pt x="522453" y="40614"/>
                    <a:pt x="590144" y="135382"/>
                    <a:pt x="590144" y="243687"/>
                  </a:cubicBezTo>
                  <a:lnTo>
                    <a:pt x="545017" y="243687"/>
                  </a:lnTo>
                  <a:cubicBezTo>
                    <a:pt x="545017" y="200816"/>
                    <a:pt x="533735" y="162458"/>
                    <a:pt x="512864" y="131998"/>
                  </a:cubicBezTo>
                  <a:lnTo>
                    <a:pt x="481037" y="99291"/>
                  </a:lnTo>
                  <a:lnTo>
                    <a:pt x="441225" y="166971"/>
                  </a:lnTo>
                  <a:cubicBezTo>
                    <a:pt x="436713" y="175997"/>
                    <a:pt x="423174" y="180509"/>
                    <a:pt x="409636" y="175997"/>
                  </a:cubicBezTo>
                  <a:cubicBezTo>
                    <a:pt x="400610" y="171484"/>
                    <a:pt x="396098" y="157945"/>
                    <a:pt x="400610" y="144407"/>
                  </a:cubicBezTo>
                  <a:lnTo>
                    <a:pt x="440725" y="76214"/>
                  </a:lnTo>
                  <a:lnTo>
                    <a:pt x="423174" y="67691"/>
                  </a:lnTo>
                  <a:cubicBezTo>
                    <a:pt x="414148" y="63178"/>
                    <a:pt x="400610" y="45127"/>
                    <a:pt x="391584" y="45127"/>
                  </a:cubicBezTo>
                  <a:cubicBezTo>
                    <a:pt x="387072" y="45127"/>
                    <a:pt x="369020" y="45127"/>
                    <a:pt x="364508" y="45127"/>
                  </a:cubicBezTo>
                  <a:cubicBezTo>
                    <a:pt x="359996" y="45127"/>
                    <a:pt x="337432" y="45127"/>
                    <a:pt x="332919" y="45127"/>
                  </a:cubicBezTo>
                  <a:cubicBezTo>
                    <a:pt x="319381" y="45127"/>
                    <a:pt x="310355" y="63178"/>
                    <a:pt x="301330" y="67691"/>
                  </a:cubicBezTo>
                  <a:lnTo>
                    <a:pt x="283834" y="76305"/>
                  </a:lnTo>
                  <a:lnTo>
                    <a:pt x="323895" y="144407"/>
                  </a:lnTo>
                  <a:cubicBezTo>
                    <a:pt x="328408" y="157945"/>
                    <a:pt x="323895" y="171484"/>
                    <a:pt x="314869" y="175997"/>
                  </a:cubicBezTo>
                  <a:cubicBezTo>
                    <a:pt x="301331" y="180509"/>
                    <a:pt x="287792" y="175997"/>
                    <a:pt x="283280" y="166971"/>
                  </a:cubicBezTo>
                  <a:lnTo>
                    <a:pt x="243841" y="99925"/>
                  </a:lnTo>
                  <a:lnTo>
                    <a:pt x="213896" y="131998"/>
                  </a:lnTo>
                  <a:cubicBezTo>
                    <a:pt x="194153" y="162458"/>
                    <a:pt x="183999" y="200816"/>
                    <a:pt x="183999" y="243687"/>
                  </a:cubicBezTo>
                  <a:lnTo>
                    <a:pt x="138872" y="243687"/>
                  </a:lnTo>
                  <a:cubicBezTo>
                    <a:pt x="138872" y="135382"/>
                    <a:pt x="202050" y="45127"/>
                    <a:pt x="301330" y="22564"/>
                  </a:cubicBezTo>
                  <a:cubicBezTo>
                    <a:pt x="310355" y="18051"/>
                    <a:pt x="323894" y="0"/>
                    <a:pt x="332919" y="0"/>
                  </a:cubicBezTo>
                  <a:close/>
                </a:path>
              </a:pathLst>
            </a:custGeom>
            <a:solidFill>
              <a:schemeClr val="bg1"/>
            </a:solidFill>
            <a:ln w="43656" cap="flat">
              <a:noFill/>
              <a:prstDash val="solid"/>
              <a:miter/>
            </a:ln>
          </p:spPr>
          <p:txBody>
            <a:bodyPr wrap="square" rtlCol="0" anchor="ctr">
              <a:noAutofit/>
            </a:bodyPr>
            <a:lstStyle/>
            <a:p>
              <a:endParaRPr lang="en-US" dirty="0"/>
            </a:p>
          </p:txBody>
        </p:sp>
      </p:grpSp>
      <p:grpSp>
        <p:nvGrpSpPr>
          <p:cNvPr id="173" name="Group 172">
            <a:extLst>
              <a:ext uri="{FF2B5EF4-FFF2-40B4-BE49-F238E27FC236}">
                <a16:creationId xmlns:a16="http://schemas.microsoft.com/office/drawing/2014/main" id="{BA6577A3-6085-401F-9E8B-D43F59F3F2EB}"/>
              </a:ext>
              <a:ext uri="{C183D7F6-B498-43B3-948B-1728B52AA6E4}">
                <adec:decorative xmlns:adec="http://schemas.microsoft.com/office/drawing/2017/decorative" val="1"/>
              </a:ext>
            </a:extLst>
          </p:cNvPr>
          <p:cNvGrpSpPr>
            <a:grpSpLocks noChangeAspect="1"/>
          </p:cNvGrpSpPr>
          <p:nvPr/>
        </p:nvGrpSpPr>
        <p:grpSpPr>
          <a:xfrm>
            <a:off x="3853518" y="3636615"/>
            <a:ext cx="375169" cy="457200"/>
            <a:chOff x="3853518" y="3636615"/>
            <a:chExt cx="375169" cy="457200"/>
          </a:xfrm>
          <a:solidFill>
            <a:srgbClr val="FF0000"/>
          </a:solidFill>
        </p:grpSpPr>
        <p:sp>
          <p:nvSpPr>
            <p:cNvPr id="1981" name="Freeform: Shape 1980">
              <a:extLst>
                <a:ext uri="{FF2B5EF4-FFF2-40B4-BE49-F238E27FC236}">
                  <a16:creationId xmlns:a16="http://schemas.microsoft.com/office/drawing/2014/main" id="{DCDC562B-7504-1EBE-AAD4-CE455496EA8D}"/>
                </a:ext>
                <a:ext uri="{C183D7F6-B498-43B3-948B-1728B52AA6E4}">
                  <adec:decorative xmlns:adec="http://schemas.microsoft.com/office/drawing/2017/decorative" val="1"/>
                </a:ext>
              </a:extLst>
            </p:cNvPr>
            <p:cNvSpPr/>
            <p:nvPr/>
          </p:nvSpPr>
          <p:spPr>
            <a:xfrm>
              <a:off x="3858431" y="3655692"/>
              <a:ext cx="370256" cy="438123"/>
            </a:xfrm>
            <a:custGeom>
              <a:avLst/>
              <a:gdLst>
                <a:gd name="connsiteX0" fmla="*/ 143370 w 815085"/>
                <a:gd name="connsiteY0" fmla="*/ 823627 h 964487"/>
                <a:gd name="connsiteX1" fmla="*/ 166659 w 815085"/>
                <a:gd name="connsiteY1" fmla="*/ 823627 h 964487"/>
                <a:gd name="connsiteX2" fmla="*/ 166659 w 815085"/>
                <a:gd name="connsiteY2" fmla="*/ 964431 h 964487"/>
                <a:gd name="connsiteX3" fmla="*/ 143370 w 815085"/>
                <a:gd name="connsiteY3" fmla="*/ 964431 h 964487"/>
                <a:gd name="connsiteX4" fmla="*/ 640569 w 815085"/>
                <a:gd name="connsiteY4" fmla="*/ 823624 h 964487"/>
                <a:gd name="connsiteX5" fmla="*/ 663862 w 815085"/>
                <a:gd name="connsiteY5" fmla="*/ 823624 h 964487"/>
                <a:gd name="connsiteX6" fmla="*/ 663862 w 815085"/>
                <a:gd name="connsiteY6" fmla="*/ 964435 h 964487"/>
                <a:gd name="connsiteX7" fmla="*/ 640569 w 815085"/>
                <a:gd name="connsiteY7" fmla="*/ 964435 h 964487"/>
                <a:gd name="connsiteX8" fmla="*/ 406417 w 815085"/>
                <a:gd name="connsiteY8" fmla="*/ 374698 h 964487"/>
                <a:gd name="connsiteX9" fmla="*/ 371905 w 815085"/>
                <a:gd name="connsiteY9" fmla="*/ 400205 h 964487"/>
                <a:gd name="connsiteX10" fmla="*/ 318262 w 815085"/>
                <a:gd name="connsiteY10" fmla="*/ 406153 h 964487"/>
                <a:gd name="connsiteX11" fmla="*/ 268928 w 815085"/>
                <a:gd name="connsiteY11" fmla="*/ 392125 h 964487"/>
                <a:gd name="connsiteX12" fmla="*/ 256316 w 815085"/>
                <a:gd name="connsiteY12" fmla="*/ 384624 h 964487"/>
                <a:gd name="connsiteX13" fmla="*/ 256352 w 815085"/>
                <a:gd name="connsiteY13" fmla="*/ 388594 h 964487"/>
                <a:gd name="connsiteX14" fmla="*/ 257254 w 815085"/>
                <a:gd name="connsiteY14" fmla="*/ 391800 h 964487"/>
                <a:gd name="connsiteX15" fmla="*/ 289792 w 815085"/>
                <a:gd name="connsiteY15" fmla="*/ 458228 h 964487"/>
                <a:gd name="connsiteX16" fmla="*/ 314833 w 815085"/>
                <a:gd name="connsiteY16" fmla="*/ 478479 h 964487"/>
                <a:gd name="connsiteX17" fmla="*/ 375307 w 815085"/>
                <a:gd name="connsiteY17" fmla="*/ 497205 h 964487"/>
                <a:gd name="connsiteX18" fmla="*/ 442051 w 815085"/>
                <a:gd name="connsiteY18" fmla="*/ 497231 h 964487"/>
                <a:gd name="connsiteX19" fmla="*/ 454577 w 815085"/>
                <a:gd name="connsiteY19" fmla="*/ 496183 h 964487"/>
                <a:gd name="connsiteX20" fmla="*/ 512586 w 815085"/>
                <a:gd name="connsiteY20" fmla="*/ 469447 h 964487"/>
                <a:gd name="connsiteX21" fmla="*/ 551793 w 815085"/>
                <a:gd name="connsiteY21" fmla="*/ 413943 h 964487"/>
                <a:gd name="connsiteX22" fmla="*/ 559339 w 815085"/>
                <a:gd name="connsiteY22" fmla="*/ 384710 h 964487"/>
                <a:gd name="connsiteX23" fmla="*/ 533522 w 815085"/>
                <a:gd name="connsiteY23" fmla="*/ 398030 h 964487"/>
                <a:gd name="connsiteX24" fmla="*/ 483676 w 815085"/>
                <a:gd name="connsiteY24" fmla="*/ 406840 h 964487"/>
                <a:gd name="connsiteX25" fmla="*/ 462514 w 815085"/>
                <a:gd name="connsiteY25" fmla="*/ 404930 h 964487"/>
                <a:gd name="connsiteX26" fmla="*/ 429368 w 815085"/>
                <a:gd name="connsiteY26" fmla="*/ 393716 h 964487"/>
                <a:gd name="connsiteX27" fmla="*/ 406417 w 815085"/>
                <a:gd name="connsiteY27" fmla="*/ 374698 h 964487"/>
                <a:gd name="connsiteX28" fmla="*/ 423289 w 815085"/>
                <a:gd name="connsiteY28" fmla="*/ 226413 h 964487"/>
                <a:gd name="connsiteX29" fmla="*/ 370995 w 815085"/>
                <a:gd name="connsiteY29" fmla="*/ 227246 h 964487"/>
                <a:gd name="connsiteX30" fmla="*/ 357470 w 815085"/>
                <a:gd name="connsiteY30" fmla="*/ 228241 h 964487"/>
                <a:gd name="connsiteX31" fmla="*/ 308976 w 815085"/>
                <a:gd name="connsiteY31" fmla="*/ 235187 h 964487"/>
                <a:gd name="connsiteX32" fmla="*/ 259479 w 815085"/>
                <a:gd name="connsiteY32" fmla="*/ 250659 h 964487"/>
                <a:gd name="connsiteX33" fmla="*/ 255236 w 815085"/>
                <a:gd name="connsiteY33" fmla="*/ 257127 h 964487"/>
                <a:gd name="connsiteX34" fmla="*/ 255412 w 815085"/>
                <a:gd name="connsiteY34" fmla="*/ 290002 h 964487"/>
                <a:gd name="connsiteX35" fmla="*/ 257387 w 815085"/>
                <a:gd name="connsiteY35" fmla="*/ 308179 h 964487"/>
                <a:gd name="connsiteX36" fmla="*/ 324488 w 815085"/>
                <a:gd name="connsiteY36" fmla="*/ 361665 h 964487"/>
                <a:gd name="connsiteX37" fmla="*/ 344384 w 815085"/>
                <a:gd name="connsiteY37" fmla="*/ 360702 h 964487"/>
                <a:gd name="connsiteX38" fmla="*/ 370433 w 815085"/>
                <a:gd name="connsiteY38" fmla="*/ 347179 h 964487"/>
                <a:gd name="connsiteX39" fmla="*/ 388501 w 815085"/>
                <a:gd name="connsiteY39" fmla="*/ 332428 h 964487"/>
                <a:gd name="connsiteX40" fmla="*/ 440919 w 815085"/>
                <a:gd name="connsiteY40" fmla="*/ 343405 h 964487"/>
                <a:gd name="connsiteX41" fmla="*/ 458414 w 815085"/>
                <a:gd name="connsiteY41" fmla="*/ 357914 h 964487"/>
                <a:gd name="connsiteX42" fmla="*/ 496535 w 815085"/>
                <a:gd name="connsiteY42" fmla="*/ 360953 h 964487"/>
                <a:gd name="connsiteX43" fmla="*/ 523766 w 815085"/>
                <a:gd name="connsiteY43" fmla="*/ 352635 h 964487"/>
                <a:gd name="connsiteX44" fmla="*/ 553819 w 815085"/>
                <a:gd name="connsiteY44" fmla="*/ 319742 h 964487"/>
                <a:gd name="connsiteX45" fmla="*/ 558556 w 815085"/>
                <a:gd name="connsiteY45" fmla="*/ 299877 h 964487"/>
                <a:gd name="connsiteX46" fmla="*/ 558685 w 815085"/>
                <a:gd name="connsiteY46" fmla="*/ 254740 h 964487"/>
                <a:gd name="connsiteX47" fmla="*/ 556524 w 815085"/>
                <a:gd name="connsiteY47" fmla="*/ 251180 h 964487"/>
                <a:gd name="connsiteX48" fmla="*/ 529788 w 815085"/>
                <a:gd name="connsiteY48" fmla="*/ 241093 h 964487"/>
                <a:gd name="connsiteX49" fmla="*/ 471030 w 815085"/>
                <a:gd name="connsiteY49" fmla="*/ 230117 h 964487"/>
                <a:gd name="connsiteX50" fmla="*/ 423289 w 815085"/>
                <a:gd name="connsiteY50" fmla="*/ 226413 h 964487"/>
                <a:gd name="connsiteX51" fmla="*/ 415406 w 815085"/>
                <a:gd name="connsiteY51" fmla="*/ 44648 h 964487"/>
                <a:gd name="connsiteX52" fmla="*/ 392060 w 815085"/>
                <a:gd name="connsiteY52" fmla="*/ 45600 h 964487"/>
                <a:gd name="connsiteX53" fmla="*/ 358093 w 815085"/>
                <a:gd name="connsiteY53" fmla="*/ 49523 h 964487"/>
                <a:gd name="connsiteX54" fmla="*/ 272931 w 815085"/>
                <a:gd name="connsiteY54" fmla="*/ 83063 h 964487"/>
                <a:gd name="connsiteX55" fmla="*/ 237045 w 815085"/>
                <a:gd name="connsiteY55" fmla="*/ 112094 h 964487"/>
                <a:gd name="connsiteX56" fmla="*/ 203923 w 815085"/>
                <a:gd name="connsiteY56" fmla="*/ 155593 h 964487"/>
                <a:gd name="connsiteX57" fmla="*/ 180811 w 815085"/>
                <a:gd name="connsiteY57" fmla="*/ 209810 h 964487"/>
                <a:gd name="connsiteX58" fmla="*/ 172001 w 815085"/>
                <a:gd name="connsiteY58" fmla="*/ 251910 h 964487"/>
                <a:gd name="connsiteX59" fmla="*/ 170733 w 815085"/>
                <a:gd name="connsiteY59" fmla="*/ 269116 h 964487"/>
                <a:gd name="connsiteX60" fmla="*/ 210086 w 815085"/>
                <a:gd name="connsiteY60" fmla="*/ 269116 h 964487"/>
                <a:gd name="connsiteX61" fmla="*/ 214907 w 815085"/>
                <a:gd name="connsiteY61" fmla="*/ 231764 h 964487"/>
                <a:gd name="connsiteX62" fmla="*/ 243249 w 815085"/>
                <a:gd name="connsiteY62" fmla="*/ 208237 h 964487"/>
                <a:gd name="connsiteX63" fmla="*/ 229490 w 815085"/>
                <a:gd name="connsiteY63" fmla="*/ 184389 h 964487"/>
                <a:gd name="connsiteX64" fmla="*/ 249780 w 815085"/>
                <a:gd name="connsiteY64" fmla="*/ 172848 h 964487"/>
                <a:gd name="connsiteX65" fmla="*/ 263318 w 815085"/>
                <a:gd name="connsiteY65" fmla="*/ 197158 h 964487"/>
                <a:gd name="connsiteX66" fmla="*/ 268931 w 815085"/>
                <a:gd name="connsiteY66" fmla="*/ 198908 h 964487"/>
                <a:gd name="connsiteX67" fmla="*/ 278927 w 815085"/>
                <a:gd name="connsiteY67" fmla="*/ 195822 h 964487"/>
                <a:gd name="connsiteX68" fmla="*/ 320889 w 815085"/>
                <a:gd name="connsiteY68" fmla="*/ 186856 h 964487"/>
                <a:gd name="connsiteX69" fmla="*/ 311710 w 815085"/>
                <a:gd name="connsiteY69" fmla="*/ 154124 h 964487"/>
                <a:gd name="connsiteX70" fmla="*/ 333779 w 815085"/>
                <a:gd name="connsiteY70" fmla="*/ 147868 h 964487"/>
                <a:gd name="connsiteX71" fmla="*/ 344135 w 815085"/>
                <a:gd name="connsiteY71" fmla="*/ 183992 h 964487"/>
                <a:gd name="connsiteX72" fmla="*/ 394814 w 815085"/>
                <a:gd name="connsiteY72" fmla="*/ 181478 h 964487"/>
                <a:gd name="connsiteX73" fmla="*/ 394814 w 815085"/>
                <a:gd name="connsiteY73" fmla="*/ 140097 h 964487"/>
                <a:gd name="connsiteX74" fmla="*/ 417541 w 815085"/>
                <a:gd name="connsiteY74" fmla="*/ 140097 h 964487"/>
                <a:gd name="connsiteX75" fmla="*/ 417541 w 815085"/>
                <a:gd name="connsiteY75" fmla="*/ 182525 h 964487"/>
                <a:gd name="connsiteX76" fmla="*/ 445685 w 815085"/>
                <a:gd name="connsiteY76" fmla="*/ 182953 h 964487"/>
                <a:gd name="connsiteX77" fmla="*/ 461670 w 815085"/>
                <a:gd name="connsiteY77" fmla="*/ 184018 h 964487"/>
                <a:gd name="connsiteX78" fmla="*/ 475418 w 815085"/>
                <a:gd name="connsiteY78" fmla="*/ 174770 h 964487"/>
                <a:gd name="connsiteX79" fmla="*/ 476287 w 815085"/>
                <a:gd name="connsiteY79" fmla="*/ 172053 h 964487"/>
                <a:gd name="connsiteX80" fmla="*/ 483311 w 815085"/>
                <a:gd name="connsiteY80" fmla="*/ 147866 h 964487"/>
                <a:gd name="connsiteX81" fmla="*/ 505332 w 815085"/>
                <a:gd name="connsiteY81" fmla="*/ 154125 h 964487"/>
                <a:gd name="connsiteX82" fmla="*/ 496177 w 815085"/>
                <a:gd name="connsiteY82" fmla="*/ 186860 h 964487"/>
                <a:gd name="connsiteX83" fmla="*/ 551782 w 815085"/>
                <a:gd name="connsiteY83" fmla="*/ 199912 h 964487"/>
                <a:gd name="connsiteX84" fmla="*/ 567422 w 815085"/>
                <a:gd name="connsiteY84" fmla="*/ 172967 h 964487"/>
                <a:gd name="connsiteX85" fmla="*/ 587458 w 815085"/>
                <a:gd name="connsiteY85" fmla="*/ 184388 h 964487"/>
                <a:gd name="connsiteX86" fmla="*/ 573420 w 815085"/>
                <a:gd name="connsiteY86" fmla="*/ 208961 h 964487"/>
                <a:gd name="connsiteX87" fmla="*/ 578945 w 815085"/>
                <a:gd name="connsiteY87" fmla="*/ 211728 h 964487"/>
                <a:gd name="connsiteX88" fmla="*/ 593237 w 815085"/>
                <a:gd name="connsiteY88" fmla="*/ 222179 h 964487"/>
                <a:gd name="connsiteX89" fmla="*/ 603978 w 815085"/>
                <a:gd name="connsiteY89" fmla="*/ 252586 h 964487"/>
                <a:gd name="connsiteX90" fmla="*/ 603956 w 815085"/>
                <a:gd name="connsiteY90" fmla="*/ 269183 h 964487"/>
                <a:gd name="connsiteX91" fmla="*/ 644263 w 815085"/>
                <a:gd name="connsiteY91" fmla="*/ 269183 h 964487"/>
                <a:gd name="connsiteX92" fmla="*/ 642287 w 815085"/>
                <a:gd name="connsiteY92" fmla="*/ 253686 h 964487"/>
                <a:gd name="connsiteX93" fmla="*/ 630531 w 815085"/>
                <a:gd name="connsiteY93" fmla="*/ 200070 h 964487"/>
                <a:gd name="connsiteX94" fmla="*/ 609756 w 815085"/>
                <a:gd name="connsiteY94" fmla="*/ 154058 h 964487"/>
                <a:gd name="connsiteX95" fmla="*/ 561976 w 815085"/>
                <a:gd name="connsiteY95" fmla="*/ 97436 h 964487"/>
                <a:gd name="connsiteX96" fmla="*/ 505088 w 815085"/>
                <a:gd name="connsiteY96" fmla="*/ 63289 h 964487"/>
                <a:gd name="connsiteX97" fmla="*/ 415406 w 815085"/>
                <a:gd name="connsiteY97" fmla="*/ 44648 h 964487"/>
                <a:gd name="connsiteX98" fmla="*/ 395720 w 815085"/>
                <a:gd name="connsiteY98" fmla="*/ 434 h 964487"/>
                <a:gd name="connsiteX99" fmla="*/ 431129 w 815085"/>
                <a:gd name="connsiteY99" fmla="*/ 520 h 964487"/>
                <a:gd name="connsiteX100" fmla="*/ 492856 w 815085"/>
                <a:gd name="connsiteY100" fmla="*/ 11519 h 964487"/>
                <a:gd name="connsiteX101" fmla="*/ 545511 w 815085"/>
                <a:gd name="connsiteY101" fmla="*/ 32624 h 964487"/>
                <a:gd name="connsiteX102" fmla="*/ 588544 w 815085"/>
                <a:gd name="connsiteY102" fmla="*/ 61159 h 964487"/>
                <a:gd name="connsiteX103" fmla="*/ 618386 w 815085"/>
                <a:gd name="connsiteY103" fmla="*/ 89173 h 964487"/>
                <a:gd name="connsiteX104" fmla="*/ 653278 w 815085"/>
                <a:gd name="connsiteY104" fmla="*/ 138374 h 964487"/>
                <a:gd name="connsiteX105" fmla="*/ 682145 w 815085"/>
                <a:gd name="connsiteY105" fmla="*/ 215925 h 964487"/>
                <a:gd name="connsiteX106" fmla="*/ 687349 w 815085"/>
                <a:gd name="connsiteY106" fmla="*/ 251071 h 964487"/>
                <a:gd name="connsiteX107" fmla="*/ 689128 w 815085"/>
                <a:gd name="connsiteY107" fmla="*/ 384196 h 964487"/>
                <a:gd name="connsiteX108" fmla="*/ 684542 w 815085"/>
                <a:gd name="connsiteY108" fmla="*/ 425831 h 964487"/>
                <a:gd name="connsiteX109" fmla="*/ 669539 w 815085"/>
                <a:gd name="connsiteY109" fmla="*/ 483459 h 964487"/>
                <a:gd name="connsiteX110" fmla="*/ 643655 w 815085"/>
                <a:gd name="connsiteY110" fmla="*/ 530800 h 964487"/>
                <a:gd name="connsiteX111" fmla="*/ 641986 w 815085"/>
                <a:gd name="connsiteY111" fmla="*/ 533261 h 964487"/>
                <a:gd name="connsiteX112" fmla="*/ 618858 w 815085"/>
                <a:gd name="connsiteY112" fmla="*/ 535134 h 964487"/>
                <a:gd name="connsiteX113" fmla="*/ 618889 w 815085"/>
                <a:gd name="connsiteY113" fmla="*/ 578013 h 964487"/>
                <a:gd name="connsiteX114" fmla="*/ 620142 w 815085"/>
                <a:gd name="connsiteY114" fmla="*/ 578651 h 964487"/>
                <a:gd name="connsiteX115" fmla="*/ 705135 w 815085"/>
                <a:gd name="connsiteY115" fmla="*/ 578902 h 964487"/>
                <a:gd name="connsiteX116" fmla="*/ 720188 w 815085"/>
                <a:gd name="connsiteY116" fmla="*/ 589685 h 964487"/>
                <a:gd name="connsiteX117" fmla="*/ 735927 w 815085"/>
                <a:gd name="connsiteY117" fmla="*/ 602400 h 964487"/>
                <a:gd name="connsiteX118" fmla="*/ 783715 w 815085"/>
                <a:gd name="connsiteY118" fmla="*/ 656542 h 964487"/>
                <a:gd name="connsiteX119" fmla="*/ 810050 w 815085"/>
                <a:gd name="connsiteY119" fmla="*/ 720225 h 964487"/>
                <a:gd name="connsiteX120" fmla="*/ 813948 w 815085"/>
                <a:gd name="connsiteY120" fmla="*/ 753178 h 964487"/>
                <a:gd name="connsiteX121" fmla="*/ 815085 w 815085"/>
                <a:gd name="connsiteY121" fmla="*/ 962617 h 964487"/>
                <a:gd name="connsiteX122" fmla="*/ 814912 w 815085"/>
                <a:gd name="connsiteY122" fmla="*/ 964395 h 964487"/>
                <a:gd name="connsiteX123" fmla="*/ 769924 w 815085"/>
                <a:gd name="connsiteY123" fmla="*/ 964395 h 964487"/>
                <a:gd name="connsiteX124" fmla="*/ 769924 w 815085"/>
                <a:gd name="connsiteY124" fmla="*/ 958801 h 964487"/>
                <a:gd name="connsiteX125" fmla="*/ 769788 w 815085"/>
                <a:gd name="connsiteY125" fmla="*/ 760444 h 964487"/>
                <a:gd name="connsiteX126" fmla="*/ 740713 w 815085"/>
                <a:gd name="connsiteY126" fmla="*/ 674198 h 964487"/>
                <a:gd name="connsiteX127" fmla="*/ 708956 w 815085"/>
                <a:gd name="connsiteY127" fmla="*/ 639351 h 964487"/>
                <a:gd name="connsiteX128" fmla="*/ 666691 w 815085"/>
                <a:gd name="connsiteY128" fmla="*/ 609591 h 964487"/>
                <a:gd name="connsiteX129" fmla="*/ 598288 w 815085"/>
                <a:gd name="connsiteY129" fmla="*/ 580396 h 964487"/>
                <a:gd name="connsiteX130" fmla="*/ 581156 w 815085"/>
                <a:gd name="connsiteY130" fmla="*/ 574843 h 964487"/>
                <a:gd name="connsiteX131" fmla="*/ 576790 w 815085"/>
                <a:gd name="connsiteY131" fmla="*/ 538817 h 964487"/>
                <a:gd name="connsiteX132" fmla="*/ 612753 w 815085"/>
                <a:gd name="connsiteY132" fmla="*/ 495834 h 964487"/>
                <a:gd name="connsiteX133" fmla="*/ 637409 w 815085"/>
                <a:gd name="connsiteY133" fmla="*/ 433521 h 964487"/>
                <a:gd name="connsiteX134" fmla="*/ 644264 w 815085"/>
                <a:gd name="connsiteY134" fmla="*/ 365343 h 964487"/>
                <a:gd name="connsiteX135" fmla="*/ 644222 w 815085"/>
                <a:gd name="connsiteY135" fmla="*/ 314858 h 964487"/>
                <a:gd name="connsiteX136" fmla="*/ 603956 w 815085"/>
                <a:gd name="connsiteY136" fmla="*/ 314858 h 964487"/>
                <a:gd name="connsiteX137" fmla="*/ 603956 w 815085"/>
                <a:gd name="connsiteY137" fmla="*/ 319849 h 964487"/>
                <a:gd name="connsiteX138" fmla="*/ 603937 w 815085"/>
                <a:gd name="connsiteY138" fmla="*/ 375330 h 964487"/>
                <a:gd name="connsiteX139" fmla="*/ 588336 w 815085"/>
                <a:gd name="connsiteY139" fmla="*/ 444035 h 964487"/>
                <a:gd name="connsiteX140" fmla="*/ 559192 w 815085"/>
                <a:gd name="connsiteY140" fmla="*/ 487739 h 964487"/>
                <a:gd name="connsiteX141" fmla="*/ 509191 w 815085"/>
                <a:gd name="connsiteY141" fmla="*/ 525403 h 964487"/>
                <a:gd name="connsiteX142" fmla="*/ 460136 w 815085"/>
                <a:gd name="connsiteY142" fmla="*/ 540484 h 964487"/>
                <a:gd name="connsiteX143" fmla="*/ 430419 w 815085"/>
                <a:gd name="connsiteY143" fmla="*/ 543263 h 964487"/>
                <a:gd name="connsiteX144" fmla="*/ 430419 w 815085"/>
                <a:gd name="connsiteY144" fmla="*/ 593422 h 964487"/>
                <a:gd name="connsiteX145" fmla="*/ 496356 w 815085"/>
                <a:gd name="connsiteY145" fmla="*/ 568728 h 964487"/>
                <a:gd name="connsiteX146" fmla="*/ 511934 w 815085"/>
                <a:gd name="connsiteY146" fmla="*/ 585678 h 964487"/>
                <a:gd name="connsiteX147" fmla="*/ 430207 w 815085"/>
                <a:gd name="connsiteY147" fmla="*/ 616538 h 964487"/>
                <a:gd name="connsiteX148" fmla="*/ 430207 w 815085"/>
                <a:gd name="connsiteY148" fmla="*/ 964487 h 964487"/>
                <a:gd name="connsiteX149" fmla="*/ 385093 w 815085"/>
                <a:gd name="connsiteY149" fmla="*/ 964487 h 964487"/>
                <a:gd name="connsiteX150" fmla="*/ 385093 w 815085"/>
                <a:gd name="connsiteY150" fmla="*/ 617868 h 964487"/>
                <a:gd name="connsiteX151" fmla="*/ 340538 w 815085"/>
                <a:gd name="connsiteY151" fmla="*/ 607407 h 964487"/>
                <a:gd name="connsiteX152" fmla="*/ 301606 w 815085"/>
                <a:gd name="connsiteY152" fmla="*/ 585399 h 964487"/>
                <a:gd name="connsiteX153" fmla="*/ 316961 w 815085"/>
                <a:gd name="connsiteY153" fmla="*/ 568639 h 964487"/>
                <a:gd name="connsiteX154" fmla="*/ 349268 w 815085"/>
                <a:gd name="connsiteY154" fmla="*/ 585850 h 964487"/>
                <a:gd name="connsiteX155" fmla="*/ 384763 w 815085"/>
                <a:gd name="connsiteY155" fmla="*/ 594598 h 964487"/>
                <a:gd name="connsiteX156" fmla="*/ 384763 w 815085"/>
                <a:gd name="connsiteY156" fmla="*/ 542452 h 964487"/>
                <a:gd name="connsiteX157" fmla="*/ 373737 w 815085"/>
                <a:gd name="connsiteY157" fmla="*/ 542440 h 964487"/>
                <a:gd name="connsiteX158" fmla="*/ 315043 w 815085"/>
                <a:gd name="connsiteY158" fmla="*/ 529674 h 964487"/>
                <a:gd name="connsiteX159" fmla="*/ 253877 w 815085"/>
                <a:gd name="connsiteY159" fmla="*/ 486194 h 964487"/>
                <a:gd name="connsiteX160" fmla="*/ 232773 w 815085"/>
                <a:gd name="connsiteY160" fmla="*/ 456584 h 964487"/>
                <a:gd name="connsiteX161" fmla="*/ 212310 w 815085"/>
                <a:gd name="connsiteY161" fmla="*/ 399385 h 964487"/>
                <a:gd name="connsiteX162" fmla="*/ 211176 w 815085"/>
                <a:gd name="connsiteY162" fmla="*/ 388339 h 964487"/>
                <a:gd name="connsiteX163" fmla="*/ 210151 w 815085"/>
                <a:gd name="connsiteY163" fmla="*/ 317848 h 964487"/>
                <a:gd name="connsiteX164" fmla="*/ 210149 w 815085"/>
                <a:gd name="connsiteY164" fmla="*/ 314830 h 964487"/>
                <a:gd name="connsiteX165" fmla="*/ 170142 w 815085"/>
                <a:gd name="connsiteY165" fmla="*/ 314830 h 964487"/>
                <a:gd name="connsiteX166" fmla="*/ 169897 w 815085"/>
                <a:gd name="connsiteY166" fmla="*/ 318947 h 964487"/>
                <a:gd name="connsiteX167" fmla="*/ 170046 w 815085"/>
                <a:gd name="connsiteY167" fmla="*/ 376875 h 964487"/>
                <a:gd name="connsiteX168" fmla="*/ 198069 w 815085"/>
                <a:gd name="connsiteY168" fmla="*/ 489331 h 964487"/>
                <a:gd name="connsiteX169" fmla="*/ 222061 w 815085"/>
                <a:gd name="connsiteY169" fmla="*/ 522246 h 964487"/>
                <a:gd name="connsiteX170" fmla="*/ 240022 w 815085"/>
                <a:gd name="connsiteY170" fmla="*/ 541513 h 964487"/>
                <a:gd name="connsiteX171" fmla="*/ 226686 w 815085"/>
                <a:gd name="connsiteY171" fmla="*/ 577680 h 964487"/>
                <a:gd name="connsiteX172" fmla="*/ 173701 w 815085"/>
                <a:gd name="connsiteY172" fmla="*/ 596420 h 964487"/>
                <a:gd name="connsiteX173" fmla="*/ 108767 w 815085"/>
                <a:gd name="connsiteY173" fmla="*/ 636636 h 964487"/>
                <a:gd name="connsiteX174" fmla="*/ 58012 w 815085"/>
                <a:gd name="connsiteY174" fmla="*/ 701484 h 964487"/>
                <a:gd name="connsiteX175" fmla="*/ 46161 w 815085"/>
                <a:gd name="connsiteY175" fmla="*/ 745571 h 964487"/>
                <a:gd name="connsiteX176" fmla="*/ 45207 w 815085"/>
                <a:gd name="connsiteY176" fmla="*/ 764503 h 964487"/>
                <a:gd name="connsiteX177" fmla="*/ 45233 w 815085"/>
                <a:gd name="connsiteY177" fmla="*/ 866202 h 964487"/>
                <a:gd name="connsiteX178" fmla="*/ 0 w 815085"/>
                <a:gd name="connsiteY178" fmla="*/ 866202 h 964487"/>
                <a:gd name="connsiteX179" fmla="*/ 106 w 815085"/>
                <a:gd name="connsiteY179" fmla="*/ 754302 h 964487"/>
                <a:gd name="connsiteX180" fmla="*/ 11315 w 815085"/>
                <a:gd name="connsiteY180" fmla="*/ 697622 h 964487"/>
                <a:gd name="connsiteX181" fmla="*/ 35324 w 815085"/>
                <a:gd name="connsiteY181" fmla="*/ 650992 h 964487"/>
                <a:gd name="connsiteX182" fmla="*/ 57764 w 815085"/>
                <a:gd name="connsiteY182" fmla="*/ 622733 h 964487"/>
                <a:gd name="connsiteX183" fmla="*/ 109317 w 815085"/>
                <a:gd name="connsiteY183" fmla="*/ 579177 h 964487"/>
                <a:gd name="connsiteX184" fmla="*/ 185266 w 815085"/>
                <a:gd name="connsiteY184" fmla="*/ 578833 h 964487"/>
                <a:gd name="connsiteX185" fmla="*/ 191527 w 815085"/>
                <a:gd name="connsiteY185" fmla="*/ 572399 h 964487"/>
                <a:gd name="connsiteX186" fmla="*/ 191412 w 815085"/>
                <a:gd name="connsiteY186" fmla="*/ 540097 h 964487"/>
                <a:gd name="connsiteX187" fmla="*/ 191155 w 815085"/>
                <a:gd name="connsiteY187" fmla="*/ 534596 h 964487"/>
                <a:gd name="connsiteX188" fmla="*/ 184303 w 815085"/>
                <a:gd name="connsiteY188" fmla="*/ 534571 h 964487"/>
                <a:gd name="connsiteX189" fmla="*/ 171825 w 815085"/>
                <a:gd name="connsiteY189" fmla="*/ 533496 h 964487"/>
                <a:gd name="connsiteX190" fmla="*/ 160734 w 815085"/>
                <a:gd name="connsiteY190" fmla="*/ 515219 h 964487"/>
                <a:gd name="connsiteX191" fmla="*/ 134683 w 815085"/>
                <a:gd name="connsiteY191" fmla="*/ 450415 h 964487"/>
                <a:gd name="connsiteX192" fmla="*/ 127756 w 815085"/>
                <a:gd name="connsiteY192" fmla="*/ 408817 h 964487"/>
                <a:gd name="connsiteX193" fmla="*/ 125770 w 815085"/>
                <a:gd name="connsiteY193" fmla="*/ 381761 h 964487"/>
                <a:gd name="connsiteX194" fmla="*/ 124996 w 815085"/>
                <a:gd name="connsiteY194" fmla="*/ 278372 h 964487"/>
                <a:gd name="connsiteX195" fmla="*/ 130585 w 815085"/>
                <a:gd name="connsiteY195" fmla="*/ 231071 h 964487"/>
                <a:gd name="connsiteX196" fmla="*/ 145241 w 815085"/>
                <a:gd name="connsiteY196" fmla="*/ 173299 h 964487"/>
                <a:gd name="connsiteX197" fmla="*/ 177692 w 815085"/>
                <a:gd name="connsiteY197" fmla="*/ 113989 h 964487"/>
                <a:gd name="connsiteX198" fmla="*/ 210028 w 815085"/>
                <a:gd name="connsiteY198" fmla="*/ 75031 h 964487"/>
                <a:gd name="connsiteX199" fmla="*/ 266163 w 815085"/>
                <a:gd name="connsiteY199" fmla="*/ 34123 h 964487"/>
                <a:gd name="connsiteX200" fmla="*/ 313967 w 815085"/>
                <a:gd name="connsiteY200" fmla="*/ 13837 h 964487"/>
                <a:gd name="connsiteX201" fmla="*/ 368162 w 815085"/>
                <a:gd name="connsiteY201" fmla="*/ 2345 h 964487"/>
                <a:gd name="connsiteX202" fmla="*/ 395720 w 815085"/>
                <a:gd name="connsiteY202" fmla="*/ 434 h 96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815085" h="964487">
                  <a:moveTo>
                    <a:pt x="143370" y="823627"/>
                  </a:moveTo>
                  <a:lnTo>
                    <a:pt x="166659" y="823627"/>
                  </a:lnTo>
                  <a:lnTo>
                    <a:pt x="166659" y="964431"/>
                  </a:lnTo>
                  <a:lnTo>
                    <a:pt x="143370" y="964431"/>
                  </a:lnTo>
                  <a:close/>
                  <a:moveTo>
                    <a:pt x="640569" y="823624"/>
                  </a:moveTo>
                  <a:lnTo>
                    <a:pt x="663862" y="823624"/>
                  </a:lnTo>
                  <a:lnTo>
                    <a:pt x="663862" y="964435"/>
                  </a:lnTo>
                  <a:lnTo>
                    <a:pt x="640569" y="964435"/>
                  </a:lnTo>
                  <a:close/>
                  <a:moveTo>
                    <a:pt x="406417" y="374698"/>
                  </a:moveTo>
                  <a:cubicBezTo>
                    <a:pt x="397667" y="384592"/>
                    <a:pt x="387332" y="395391"/>
                    <a:pt x="371905" y="400205"/>
                  </a:cubicBezTo>
                  <a:cubicBezTo>
                    <a:pt x="354349" y="405683"/>
                    <a:pt x="336598" y="407156"/>
                    <a:pt x="318262" y="406153"/>
                  </a:cubicBezTo>
                  <a:cubicBezTo>
                    <a:pt x="300586" y="405186"/>
                    <a:pt x="284441" y="400004"/>
                    <a:pt x="268928" y="392125"/>
                  </a:cubicBezTo>
                  <a:cubicBezTo>
                    <a:pt x="264675" y="389965"/>
                    <a:pt x="260702" y="387253"/>
                    <a:pt x="256316" y="384624"/>
                  </a:cubicBezTo>
                  <a:cubicBezTo>
                    <a:pt x="256316" y="386312"/>
                    <a:pt x="256192" y="387473"/>
                    <a:pt x="256352" y="388594"/>
                  </a:cubicBezTo>
                  <a:cubicBezTo>
                    <a:pt x="256508" y="389683"/>
                    <a:pt x="257103" y="390710"/>
                    <a:pt x="257254" y="391800"/>
                  </a:cubicBezTo>
                  <a:cubicBezTo>
                    <a:pt x="260830" y="417507"/>
                    <a:pt x="272229" y="439573"/>
                    <a:pt x="289792" y="458228"/>
                  </a:cubicBezTo>
                  <a:cubicBezTo>
                    <a:pt x="297093" y="465981"/>
                    <a:pt x="305916" y="472553"/>
                    <a:pt x="314833" y="478479"/>
                  </a:cubicBezTo>
                  <a:cubicBezTo>
                    <a:pt x="333042" y="490580"/>
                    <a:pt x="353398" y="496884"/>
                    <a:pt x="375307" y="497205"/>
                  </a:cubicBezTo>
                  <a:cubicBezTo>
                    <a:pt x="397550" y="497532"/>
                    <a:pt x="419803" y="497329"/>
                    <a:pt x="442051" y="497231"/>
                  </a:cubicBezTo>
                  <a:cubicBezTo>
                    <a:pt x="446232" y="497213"/>
                    <a:pt x="450495" y="497007"/>
                    <a:pt x="454577" y="496183"/>
                  </a:cubicBezTo>
                  <a:cubicBezTo>
                    <a:pt x="476001" y="491859"/>
                    <a:pt x="495469" y="483357"/>
                    <a:pt x="512586" y="469447"/>
                  </a:cubicBezTo>
                  <a:cubicBezTo>
                    <a:pt x="530907" y="454559"/>
                    <a:pt x="544056" y="436088"/>
                    <a:pt x="551793" y="413943"/>
                  </a:cubicBezTo>
                  <a:cubicBezTo>
                    <a:pt x="555069" y="404564"/>
                    <a:pt x="556823" y="394654"/>
                    <a:pt x="559339" y="384710"/>
                  </a:cubicBezTo>
                  <a:cubicBezTo>
                    <a:pt x="550508" y="389250"/>
                    <a:pt x="542350" y="393444"/>
                    <a:pt x="533522" y="398030"/>
                  </a:cubicBezTo>
                  <a:cubicBezTo>
                    <a:pt x="517470" y="404158"/>
                    <a:pt x="500822" y="407139"/>
                    <a:pt x="483676" y="406840"/>
                  </a:cubicBezTo>
                  <a:cubicBezTo>
                    <a:pt x="476612" y="406717"/>
                    <a:pt x="469547" y="405771"/>
                    <a:pt x="462514" y="404930"/>
                  </a:cubicBezTo>
                  <a:cubicBezTo>
                    <a:pt x="450697" y="403517"/>
                    <a:pt x="439119" y="400850"/>
                    <a:pt x="429368" y="393716"/>
                  </a:cubicBezTo>
                  <a:cubicBezTo>
                    <a:pt x="421376" y="387869"/>
                    <a:pt x="414064" y="381091"/>
                    <a:pt x="406417" y="374698"/>
                  </a:cubicBezTo>
                  <a:close/>
                  <a:moveTo>
                    <a:pt x="423289" y="226413"/>
                  </a:moveTo>
                  <a:cubicBezTo>
                    <a:pt x="405878" y="225933"/>
                    <a:pt x="388426" y="226835"/>
                    <a:pt x="370995" y="227246"/>
                  </a:cubicBezTo>
                  <a:cubicBezTo>
                    <a:pt x="366480" y="227352"/>
                    <a:pt x="361943" y="227637"/>
                    <a:pt x="357470" y="228241"/>
                  </a:cubicBezTo>
                  <a:cubicBezTo>
                    <a:pt x="341287" y="230428"/>
                    <a:pt x="325056" y="232382"/>
                    <a:pt x="308976" y="235187"/>
                  </a:cubicBezTo>
                  <a:cubicBezTo>
                    <a:pt x="291857" y="238174"/>
                    <a:pt x="275443" y="243742"/>
                    <a:pt x="259479" y="250659"/>
                  </a:cubicBezTo>
                  <a:cubicBezTo>
                    <a:pt x="256310" y="252032"/>
                    <a:pt x="255159" y="253646"/>
                    <a:pt x="255236" y="257127"/>
                  </a:cubicBezTo>
                  <a:cubicBezTo>
                    <a:pt x="255477" y="268081"/>
                    <a:pt x="255103" y="279051"/>
                    <a:pt x="255412" y="290002"/>
                  </a:cubicBezTo>
                  <a:cubicBezTo>
                    <a:pt x="255584" y="296080"/>
                    <a:pt x="256124" y="302243"/>
                    <a:pt x="257387" y="308179"/>
                  </a:cubicBezTo>
                  <a:cubicBezTo>
                    <a:pt x="264536" y="341772"/>
                    <a:pt x="294224" y="360417"/>
                    <a:pt x="324488" y="361665"/>
                  </a:cubicBezTo>
                  <a:cubicBezTo>
                    <a:pt x="331098" y="361938"/>
                    <a:pt x="337785" y="361383"/>
                    <a:pt x="344384" y="360702"/>
                  </a:cubicBezTo>
                  <a:cubicBezTo>
                    <a:pt x="354769" y="359631"/>
                    <a:pt x="364127" y="355987"/>
                    <a:pt x="370433" y="347179"/>
                  </a:cubicBezTo>
                  <a:cubicBezTo>
                    <a:pt x="375178" y="340551"/>
                    <a:pt x="381272" y="335823"/>
                    <a:pt x="388501" y="332428"/>
                  </a:cubicBezTo>
                  <a:cubicBezTo>
                    <a:pt x="405947" y="324236"/>
                    <a:pt x="428606" y="328836"/>
                    <a:pt x="440919" y="343405"/>
                  </a:cubicBezTo>
                  <a:cubicBezTo>
                    <a:pt x="445817" y="349201"/>
                    <a:pt x="450319" y="355627"/>
                    <a:pt x="458414" y="357914"/>
                  </a:cubicBezTo>
                  <a:cubicBezTo>
                    <a:pt x="470961" y="361459"/>
                    <a:pt x="483527" y="362385"/>
                    <a:pt x="496535" y="360953"/>
                  </a:cubicBezTo>
                  <a:cubicBezTo>
                    <a:pt x="506269" y="359882"/>
                    <a:pt x="515407" y="357185"/>
                    <a:pt x="523766" y="352635"/>
                  </a:cubicBezTo>
                  <a:cubicBezTo>
                    <a:pt x="537155" y="345346"/>
                    <a:pt x="547220" y="334534"/>
                    <a:pt x="553819" y="319742"/>
                  </a:cubicBezTo>
                  <a:cubicBezTo>
                    <a:pt x="555473" y="313124"/>
                    <a:pt x="558236" y="306559"/>
                    <a:pt x="558556" y="299877"/>
                  </a:cubicBezTo>
                  <a:cubicBezTo>
                    <a:pt x="559274" y="284862"/>
                    <a:pt x="558833" y="269788"/>
                    <a:pt x="558685" y="254740"/>
                  </a:cubicBezTo>
                  <a:cubicBezTo>
                    <a:pt x="558673" y="253511"/>
                    <a:pt x="557582" y="251606"/>
                    <a:pt x="556524" y="251180"/>
                  </a:cubicBezTo>
                  <a:cubicBezTo>
                    <a:pt x="547686" y="247623"/>
                    <a:pt x="538906" y="243764"/>
                    <a:pt x="529788" y="241093"/>
                  </a:cubicBezTo>
                  <a:cubicBezTo>
                    <a:pt x="510602" y="235474"/>
                    <a:pt x="491033" y="231594"/>
                    <a:pt x="471030" y="230117"/>
                  </a:cubicBezTo>
                  <a:cubicBezTo>
                    <a:pt x="455109" y="228942"/>
                    <a:pt x="439224" y="226852"/>
                    <a:pt x="423289" y="226413"/>
                  </a:cubicBezTo>
                  <a:close/>
                  <a:moveTo>
                    <a:pt x="415406" y="44648"/>
                  </a:moveTo>
                  <a:cubicBezTo>
                    <a:pt x="407650" y="44306"/>
                    <a:pt x="399812" y="44901"/>
                    <a:pt x="392060" y="45600"/>
                  </a:cubicBezTo>
                  <a:cubicBezTo>
                    <a:pt x="380710" y="46625"/>
                    <a:pt x="369325" y="47660"/>
                    <a:pt x="358093" y="49523"/>
                  </a:cubicBezTo>
                  <a:cubicBezTo>
                    <a:pt x="327357" y="54623"/>
                    <a:pt x="298744" y="65698"/>
                    <a:pt x="272931" y="83063"/>
                  </a:cubicBezTo>
                  <a:cubicBezTo>
                    <a:pt x="260186" y="91637"/>
                    <a:pt x="247460" y="100948"/>
                    <a:pt x="237045" y="112094"/>
                  </a:cubicBezTo>
                  <a:cubicBezTo>
                    <a:pt x="224660" y="125348"/>
                    <a:pt x="214294" y="140603"/>
                    <a:pt x="203923" y="155593"/>
                  </a:cubicBezTo>
                  <a:cubicBezTo>
                    <a:pt x="192581" y="171986"/>
                    <a:pt x="185765" y="190633"/>
                    <a:pt x="180811" y="209810"/>
                  </a:cubicBezTo>
                  <a:cubicBezTo>
                    <a:pt x="177228" y="223679"/>
                    <a:pt x="174607" y="237812"/>
                    <a:pt x="172001" y="251910"/>
                  </a:cubicBezTo>
                  <a:cubicBezTo>
                    <a:pt x="170963" y="257527"/>
                    <a:pt x="171120" y="263365"/>
                    <a:pt x="170733" y="269116"/>
                  </a:cubicBezTo>
                  <a:cubicBezTo>
                    <a:pt x="184275" y="269116"/>
                    <a:pt x="197103" y="269116"/>
                    <a:pt x="210086" y="269116"/>
                  </a:cubicBezTo>
                  <a:cubicBezTo>
                    <a:pt x="210226" y="256265"/>
                    <a:pt x="209604" y="243589"/>
                    <a:pt x="214907" y="231764"/>
                  </a:cubicBezTo>
                  <a:cubicBezTo>
                    <a:pt x="220490" y="219311"/>
                    <a:pt x="231754" y="213499"/>
                    <a:pt x="243249" y="208237"/>
                  </a:cubicBezTo>
                  <a:cubicBezTo>
                    <a:pt x="238627" y="200225"/>
                    <a:pt x="234122" y="192417"/>
                    <a:pt x="229490" y="184389"/>
                  </a:cubicBezTo>
                  <a:cubicBezTo>
                    <a:pt x="236498" y="180403"/>
                    <a:pt x="243078" y="176659"/>
                    <a:pt x="249780" y="172848"/>
                  </a:cubicBezTo>
                  <a:cubicBezTo>
                    <a:pt x="254471" y="181305"/>
                    <a:pt x="258814" y="189278"/>
                    <a:pt x="263318" y="197158"/>
                  </a:cubicBezTo>
                  <a:cubicBezTo>
                    <a:pt x="264512" y="199248"/>
                    <a:pt x="266043" y="200362"/>
                    <a:pt x="268931" y="198908"/>
                  </a:cubicBezTo>
                  <a:cubicBezTo>
                    <a:pt x="272005" y="197360"/>
                    <a:pt x="275522" y="196569"/>
                    <a:pt x="278927" y="195822"/>
                  </a:cubicBezTo>
                  <a:cubicBezTo>
                    <a:pt x="292888" y="192758"/>
                    <a:pt x="306881" y="189836"/>
                    <a:pt x="320889" y="186856"/>
                  </a:cubicBezTo>
                  <a:cubicBezTo>
                    <a:pt x="317926" y="176288"/>
                    <a:pt x="314849" y="165315"/>
                    <a:pt x="311710" y="154124"/>
                  </a:cubicBezTo>
                  <a:cubicBezTo>
                    <a:pt x="319416" y="151940"/>
                    <a:pt x="326401" y="149960"/>
                    <a:pt x="333779" y="147868"/>
                  </a:cubicBezTo>
                  <a:cubicBezTo>
                    <a:pt x="337220" y="159869"/>
                    <a:pt x="340662" y="171875"/>
                    <a:pt x="344135" y="183992"/>
                  </a:cubicBezTo>
                  <a:cubicBezTo>
                    <a:pt x="361028" y="183154"/>
                    <a:pt x="377681" y="182328"/>
                    <a:pt x="394814" y="181478"/>
                  </a:cubicBezTo>
                  <a:cubicBezTo>
                    <a:pt x="394814" y="167792"/>
                    <a:pt x="394814" y="153977"/>
                    <a:pt x="394814" y="140097"/>
                  </a:cubicBezTo>
                  <a:cubicBezTo>
                    <a:pt x="402550" y="140097"/>
                    <a:pt x="409812" y="140097"/>
                    <a:pt x="417541" y="140097"/>
                  </a:cubicBezTo>
                  <a:cubicBezTo>
                    <a:pt x="417541" y="154195"/>
                    <a:pt x="417541" y="168009"/>
                    <a:pt x="417541" y="182525"/>
                  </a:cubicBezTo>
                  <a:cubicBezTo>
                    <a:pt x="426960" y="182525"/>
                    <a:pt x="435910" y="182525"/>
                    <a:pt x="445685" y="182953"/>
                  </a:cubicBezTo>
                  <a:cubicBezTo>
                    <a:pt x="451014" y="183300"/>
                    <a:pt x="456353" y="183537"/>
                    <a:pt x="461670" y="184018"/>
                  </a:cubicBezTo>
                  <a:cubicBezTo>
                    <a:pt x="472129" y="184966"/>
                    <a:pt x="472124" y="185022"/>
                    <a:pt x="475418" y="174770"/>
                  </a:cubicBezTo>
                  <a:cubicBezTo>
                    <a:pt x="475710" y="173865"/>
                    <a:pt x="476022" y="172966"/>
                    <a:pt x="476287" y="172053"/>
                  </a:cubicBezTo>
                  <a:cubicBezTo>
                    <a:pt x="478635" y="163988"/>
                    <a:pt x="480974" y="155921"/>
                    <a:pt x="483311" y="147866"/>
                  </a:cubicBezTo>
                  <a:cubicBezTo>
                    <a:pt x="490664" y="149956"/>
                    <a:pt x="497651" y="151942"/>
                    <a:pt x="505332" y="154125"/>
                  </a:cubicBezTo>
                  <a:cubicBezTo>
                    <a:pt x="502176" y="165409"/>
                    <a:pt x="499083" y="176469"/>
                    <a:pt x="496177" y="186860"/>
                  </a:cubicBezTo>
                  <a:cubicBezTo>
                    <a:pt x="514778" y="191226"/>
                    <a:pt x="533033" y="195511"/>
                    <a:pt x="551782" y="199912"/>
                  </a:cubicBezTo>
                  <a:cubicBezTo>
                    <a:pt x="556624" y="191569"/>
                    <a:pt x="561953" y="182388"/>
                    <a:pt x="567422" y="172967"/>
                  </a:cubicBezTo>
                  <a:cubicBezTo>
                    <a:pt x="574170" y="176814"/>
                    <a:pt x="580775" y="180579"/>
                    <a:pt x="587458" y="184388"/>
                  </a:cubicBezTo>
                  <a:cubicBezTo>
                    <a:pt x="582690" y="192735"/>
                    <a:pt x="578122" y="200731"/>
                    <a:pt x="573420" y="208961"/>
                  </a:cubicBezTo>
                  <a:cubicBezTo>
                    <a:pt x="575317" y="209893"/>
                    <a:pt x="577284" y="210589"/>
                    <a:pt x="578945" y="211728"/>
                  </a:cubicBezTo>
                  <a:cubicBezTo>
                    <a:pt x="583821" y="215073"/>
                    <a:pt x="589243" y="217962"/>
                    <a:pt x="593237" y="222179"/>
                  </a:cubicBezTo>
                  <a:cubicBezTo>
                    <a:pt x="601163" y="230548"/>
                    <a:pt x="604250" y="241063"/>
                    <a:pt x="603978" y="252586"/>
                  </a:cubicBezTo>
                  <a:cubicBezTo>
                    <a:pt x="603849" y="258092"/>
                    <a:pt x="603956" y="263604"/>
                    <a:pt x="603956" y="269183"/>
                  </a:cubicBezTo>
                  <a:cubicBezTo>
                    <a:pt x="617671" y="269183"/>
                    <a:pt x="630852" y="269183"/>
                    <a:pt x="644263" y="269183"/>
                  </a:cubicBezTo>
                  <a:cubicBezTo>
                    <a:pt x="643573" y="263834"/>
                    <a:pt x="642778" y="258775"/>
                    <a:pt x="642287" y="253686"/>
                  </a:cubicBezTo>
                  <a:cubicBezTo>
                    <a:pt x="640517" y="235337"/>
                    <a:pt x="636269" y="217537"/>
                    <a:pt x="630531" y="200070"/>
                  </a:cubicBezTo>
                  <a:cubicBezTo>
                    <a:pt x="625250" y="183998"/>
                    <a:pt x="618346" y="168660"/>
                    <a:pt x="609756" y="154058"/>
                  </a:cubicBezTo>
                  <a:cubicBezTo>
                    <a:pt x="597044" y="132450"/>
                    <a:pt x="581158" y="113513"/>
                    <a:pt x="561976" y="97436"/>
                  </a:cubicBezTo>
                  <a:cubicBezTo>
                    <a:pt x="544845" y="83078"/>
                    <a:pt x="525710" y="71869"/>
                    <a:pt x="505088" y="63289"/>
                  </a:cubicBezTo>
                  <a:cubicBezTo>
                    <a:pt x="476403" y="51356"/>
                    <a:pt x="446280" y="46009"/>
                    <a:pt x="415406" y="44648"/>
                  </a:cubicBezTo>
                  <a:close/>
                  <a:moveTo>
                    <a:pt x="395720" y="434"/>
                  </a:moveTo>
                  <a:cubicBezTo>
                    <a:pt x="407519" y="107"/>
                    <a:pt x="419392" y="-393"/>
                    <a:pt x="431129" y="520"/>
                  </a:cubicBezTo>
                  <a:cubicBezTo>
                    <a:pt x="452019" y="2145"/>
                    <a:pt x="472677" y="5512"/>
                    <a:pt x="492856" y="11519"/>
                  </a:cubicBezTo>
                  <a:cubicBezTo>
                    <a:pt x="511074" y="16942"/>
                    <a:pt x="528718" y="23698"/>
                    <a:pt x="545511" y="32624"/>
                  </a:cubicBezTo>
                  <a:cubicBezTo>
                    <a:pt x="560780" y="40740"/>
                    <a:pt x="575541" y="49693"/>
                    <a:pt x="588544" y="61159"/>
                  </a:cubicBezTo>
                  <a:cubicBezTo>
                    <a:pt x="598776" y="70181"/>
                    <a:pt x="609062" y="79245"/>
                    <a:pt x="618386" y="89173"/>
                  </a:cubicBezTo>
                  <a:cubicBezTo>
                    <a:pt x="632228" y="103912"/>
                    <a:pt x="643442" y="120673"/>
                    <a:pt x="653278" y="138374"/>
                  </a:cubicBezTo>
                  <a:cubicBezTo>
                    <a:pt x="666841" y="162780"/>
                    <a:pt x="676032" y="188823"/>
                    <a:pt x="682145" y="215925"/>
                  </a:cubicBezTo>
                  <a:cubicBezTo>
                    <a:pt x="684744" y="227449"/>
                    <a:pt x="686185" y="239293"/>
                    <a:pt x="687349" y="251071"/>
                  </a:cubicBezTo>
                  <a:cubicBezTo>
                    <a:pt x="691726" y="295376"/>
                    <a:pt x="688835" y="339819"/>
                    <a:pt x="689128" y="384196"/>
                  </a:cubicBezTo>
                  <a:cubicBezTo>
                    <a:pt x="689219" y="398063"/>
                    <a:pt x="686061" y="411941"/>
                    <a:pt x="684542" y="425831"/>
                  </a:cubicBezTo>
                  <a:cubicBezTo>
                    <a:pt x="682359" y="445783"/>
                    <a:pt x="676948" y="464972"/>
                    <a:pt x="669539" y="483459"/>
                  </a:cubicBezTo>
                  <a:cubicBezTo>
                    <a:pt x="662836" y="500183"/>
                    <a:pt x="654886" y="516444"/>
                    <a:pt x="643655" y="530800"/>
                  </a:cubicBezTo>
                  <a:cubicBezTo>
                    <a:pt x="643175" y="531413"/>
                    <a:pt x="642883" y="532173"/>
                    <a:pt x="641986" y="533261"/>
                  </a:cubicBezTo>
                  <a:cubicBezTo>
                    <a:pt x="634067" y="534142"/>
                    <a:pt x="626667" y="534624"/>
                    <a:pt x="618858" y="535134"/>
                  </a:cubicBezTo>
                  <a:cubicBezTo>
                    <a:pt x="618858" y="549438"/>
                    <a:pt x="618858" y="563614"/>
                    <a:pt x="618889" y="578013"/>
                  </a:cubicBezTo>
                  <a:cubicBezTo>
                    <a:pt x="619089" y="578534"/>
                    <a:pt x="619344" y="578661"/>
                    <a:pt x="620142" y="578651"/>
                  </a:cubicBezTo>
                  <a:cubicBezTo>
                    <a:pt x="648778" y="578757"/>
                    <a:pt x="676956" y="578829"/>
                    <a:pt x="705135" y="578902"/>
                  </a:cubicBezTo>
                  <a:cubicBezTo>
                    <a:pt x="710160" y="582486"/>
                    <a:pt x="715277" y="585950"/>
                    <a:pt x="720188" y="589685"/>
                  </a:cubicBezTo>
                  <a:cubicBezTo>
                    <a:pt x="725557" y="593769"/>
                    <a:pt x="731123" y="597707"/>
                    <a:pt x="735927" y="602400"/>
                  </a:cubicBezTo>
                  <a:cubicBezTo>
                    <a:pt x="753183" y="619257"/>
                    <a:pt x="770792" y="635833"/>
                    <a:pt x="783715" y="656542"/>
                  </a:cubicBezTo>
                  <a:cubicBezTo>
                    <a:pt x="796051" y="676311"/>
                    <a:pt x="805564" y="697303"/>
                    <a:pt x="810050" y="720225"/>
                  </a:cubicBezTo>
                  <a:cubicBezTo>
                    <a:pt x="812170" y="731059"/>
                    <a:pt x="813844" y="742174"/>
                    <a:pt x="813948" y="753178"/>
                  </a:cubicBezTo>
                  <a:cubicBezTo>
                    <a:pt x="814605" y="822989"/>
                    <a:pt x="814767" y="892804"/>
                    <a:pt x="815085" y="962617"/>
                  </a:cubicBezTo>
                  <a:cubicBezTo>
                    <a:pt x="815087" y="963097"/>
                    <a:pt x="814995" y="963577"/>
                    <a:pt x="814912" y="964395"/>
                  </a:cubicBezTo>
                  <a:cubicBezTo>
                    <a:pt x="800125" y="964395"/>
                    <a:pt x="785334" y="964395"/>
                    <a:pt x="769924" y="964395"/>
                  </a:cubicBezTo>
                  <a:cubicBezTo>
                    <a:pt x="769924" y="962593"/>
                    <a:pt x="769924" y="960697"/>
                    <a:pt x="769924" y="958801"/>
                  </a:cubicBezTo>
                  <a:cubicBezTo>
                    <a:pt x="769924" y="892682"/>
                    <a:pt x="770238" y="826560"/>
                    <a:pt x="769788" y="760444"/>
                  </a:cubicBezTo>
                  <a:cubicBezTo>
                    <a:pt x="769573" y="728730"/>
                    <a:pt x="759639" y="699591"/>
                    <a:pt x="740713" y="674198"/>
                  </a:cubicBezTo>
                  <a:cubicBezTo>
                    <a:pt x="731361" y="661651"/>
                    <a:pt x="720170" y="650346"/>
                    <a:pt x="708956" y="639351"/>
                  </a:cubicBezTo>
                  <a:cubicBezTo>
                    <a:pt x="696569" y="627205"/>
                    <a:pt x="681811" y="618083"/>
                    <a:pt x="666691" y="609591"/>
                  </a:cubicBezTo>
                  <a:cubicBezTo>
                    <a:pt x="644936" y="597372"/>
                    <a:pt x="622118" y="587717"/>
                    <a:pt x="598288" y="580396"/>
                  </a:cubicBezTo>
                  <a:cubicBezTo>
                    <a:pt x="592538" y="578629"/>
                    <a:pt x="586335" y="577668"/>
                    <a:pt x="581156" y="574843"/>
                  </a:cubicBezTo>
                  <a:cubicBezTo>
                    <a:pt x="567862" y="567592"/>
                    <a:pt x="565710" y="549814"/>
                    <a:pt x="576790" y="538817"/>
                  </a:cubicBezTo>
                  <a:cubicBezTo>
                    <a:pt x="590128" y="525580"/>
                    <a:pt x="602884" y="511932"/>
                    <a:pt x="612753" y="495834"/>
                  </a:cubicBezTo>
                  <a:cubicBezTo>
                    <a:pt x="624604" y="476504"/>
                    <a:pt x="632704" y="455724"/>
                    <a:pt x="637409" y="433521"/>
                  </a:cubicBezTo>
                  <a:cubicBezTo>
                    <a:pt x="642177" y="411019"/>
                    <a:pt x="644559" y="388344"/>
                    <a:pt x="644264" y="365343"/>
                  </a:cubicBezTo>
                  <a:cubicBezTo>
                    <a:pt x="644049" y="348600"/>
                    <a:pt x="644222" y="331853"/>
                    <a:pt x="644222" y="314858"/>
                  </a:cubicBezTo>
                  <a:cubicBezTo>
                    <a:pt x="631454" y="314858"/>
                    <a:pt x="618088" y="314858"/>
                    <a:pt x="603956" y="314858"/>
                  </a:cubicBezTo>
                  <a:cubicBezTo>
                    <a:pt x="603956" y="316426"/>
                    <a:pt x="603956" y="318137"/>
                    <a:pt x="603956" y="319849"/>
                  </a:cubicBezTo>
                  <a:cubicBezTo>
                    <a:pt x="603956" y="338342"/>
                    <a:pt x="604034" y="356837"/>
                    <a:pt x="603937" y="375330"/>
                  </a:cubicBezTo>
                  <a:cubicBezTo>
                    <a:pt x="603810" y="399369"/>
                    <a:pt x="598405" y="422198"/>
                    <a:pt x="588336" y="444035"/>
                  </a:cubicBezTo>
                  <a:cubicBezTo>
                    <a:pt x="580896" y="460169"/>
                    <a:pt x="571032" y="474487"/>
                    <a:pt x="559192" y="487739"/>
                  </a:cubicBezTo>
                  <a:cubicBezTo>
                    <a:pt x="544952" y="503677"/>
                    <a:pt x="528071" y="515958"/>
                    <a:pt x="509191" y="525403"/>
                  </a:cubicBezTo>
                  <a:cubicBezTo>
                    <a:pt x="493780" y="533113"/>
                    <a:pt x="477468" y="538686"/>
                    <a:pt x="460136" y="540484"/>
                  </a:cubicBezTo>
                  <a:cubicBezTo>
                    <a:pt x="450353" y="541498"/>
                    <a:pt x="440550" y="542322"/>
                    <a:pt x="430419" y="543263"/>
                  </a:cubicBezTo>
                  <a:cubicBezTo>
                    <a:pt x="430419" y="559519"/>
                    <a:pt x="430419" y="576290"/>
                    <a:pt x="430419" y="593422"/>
                  </a:cubicBezTo>
                  <a:cubicBezTo>
                    <a:pt x="454034" y="590073"/>
                    <a:pt x="476709" y="584590"/>
                    <a:pt x="496356" y="568728"/>
                  </a:cubicBezTo>
                  <a:cubicBezTo>
                    <a:pt x="501400" y="574216"/>
                    <a:pt x="506600" y="579875"/>
                    <a:pt x="511934" y="585678"/>
                  </a:cubicBezTo>
                  <a:cubicBezTo>
                    <a:pt x="488419" y="606110"/>
                    <a:pt x="460096" y="612729"/>
                    <a:pt x="430207" y="616538"/>
                  </a:cubicBezTo>
                  <a:cubicBezTo>
                    <a:pt x="430207" y="732343"/>
                    <a:pt x="430207" y="848291"/>
                    <a:pt x="430207" y="964487"/>
                  </a:cubicBezTo>
                  <a:cubicBezTo>
                    <a:pt x="414969" y="964487"/>
                    <a:pt x="400178" y="964487"/>
                    <a:pt x="385093" y="964487"/>
                  </a:cubicBezTo>
                  <a:cubicBezTo>
                    <a:pt x="385093" y="848477"/>
                    <a:pt x="385093" y="732659"/>
                    <a:pt x="385093" y="617868"/>
                  </a:cubicBezTo>
                  <a:cubicBezTo>
                    <a:pt x="369884" y="614360"/>
                    <a:pt x="355009" y="611583"/>
                    <a:pt x="340538" y="607407"/>
                  </a:cubicBezTo>
                  <a:cubicBezTo>
                    <a:pt x="326013" y="603216"/>
                    <a:pt x="312636" y="596329"/>
                    <a:pt x="301606" y="585399"/>
                  </a:cubicBezTo>
                  <a:cubicBezTo>
                    <a:pt x="306706" y="579833"/>
                    <a:pt x="311706" y="574375"/>
                    <a:pt x="316961" y="568639"/>
                  </a:cubicBezTo>
                  <a:cubicBezTo>
                    <a:pt x="326478" y="576915"/>
                    <a:pt x="337337" y="582554"/>
                    <a:pt x="349268" y="585850"/>
                  </a:cubicBezTo>
                  <a:cubicBezTo>
                    <a:pt x="360841" y="589047"/>
                    <a:pt x="372585" y="591624"/>
                    <a:pt x="384763" y="594598"/>
                  </a:cubicBezTo>
                  <a:cubicBezTo>
                    <a:pt x="384763" y="576454"/>
                    <a:pt x="384763" y="559802"/>
                    <a:pt x="384763" y="542452"/>
                  </a:cubicBezTo>
                  <a:cubicBezTo>
                    <a:pt x="381111" y="542452"/>
                    <a:pt x="377422" y="542526"/>
                    <a:pt x="373737" y="542440"/>
                  </a:cubicBezTo>
                  <a:cubicBezTo>
                    <a:pt x="353354" y="541963"/>
                    <a:pt x="333867" y="537398"/>
                    <a:pt x="315043" y="529674"/>
                  </a:cubicBezTo>
                  <a:cubicBezTo>
                    <a:pt x="291270" y="519919"/>
                    <a:pt x="270774" y="505370"/>
                    <a:pt x="253877" y="486194"/>
                  </a:cubicBezTo>
                  <a:cubicBezTo>
                    <a:pt x="245903" y="477144"/>
                    <a:pt x="239267" y="466811"/>
                    <a:pt x="232773" y="456584"/>
                  </a:cubicBezTo>
                  <a:cubicBezTo>
                    <a:pt x="221686" y="439123"/>
                    <a:pt x="216262" y="419470"/>
                    <a:pt x="212310" y="399385"/>
                  </a:cubicBezTo>
                  <a:cubicBezTo>
                    <a:pt x="211598" y="395766"/>
                    <a:pt x="211240" y="392029"/>
                    <a:pt x="211176" y="388339"/>
                  </a:cubicBezTo>
                  <a:cubicBezTo>
                    <a:pt x="210762" y="364843"/>
                    <a:pt x="210476" y="341345"/>
                    <a:pt x="210151" y="317848"/>
                  </a:cubicBezTo>
                  <a:cubicBezTo>
                    <a:pt x="210138" y="316912"/>
                    <a:pt x="210149" y="315976"/>
                    <a:pt x="210149" y="314830"/>
                  </a:cubicBezTo>
                  <a:cubicBezTo>
                    <a:pt x="196671" y="314830"/>
                    <a:pt x="183633" y="314830"/>
                    <a:pt x="170142" y="314830"/>
                  </a:cubicBezTo>
                  <a:cubicBezTo>
                    <a:pt x="170060" y="316148"/>
                    <a:pt x="169898" y="317547"/>
                    <a:pt x="169897" y="318947"/>
                  </a:cubicBezTo>
                  <a:cubicBezTo>
                    <a:pt x="169880" y="338259"/>
                    <a:pt x="169118" y="357608"/>
                    <a:pt x="170046" y="376875"/>
                  </a:cubicBezTo>
                  <a:cubicBezTo>
                    <a:pt x="171938" y="416138"/>
                    <a:pt x="177764" y="454718"/>
                    <a:pt x="198069" y="489331"/>
                  </a:cubicBezTo>
                  <a:cubicBezTo>
                    <a:pt x="204908" y="500990"/>
                    <a:pt x="213611" y="511622"/>
                    <a:pt x="222061" y="522246"/>
                  </a:cubicBezTo>
                  <a:cubicBezTo>
                    <a:pt x="227509" y="529096"/>
                    <a:pt x="234377" y="534801"/>
                    <a:pt x="240022" y="541513"/>
                  </a:cubicBezTo>
                  <a:cubicBezTo>
                    <a:pt x="248951" y="552131"/>
                    <a:pt x="245917" y="572858"/>
                    <a:pt x="226686" y="577680"/>
                  </a:cubicBezTo>
                  <a:cubicBezTo>
                    <a:pt x="208398" y="582265"/>
                    <a:pt x="190905" y="588817"/>
                    <a:pt x="173701" y="596420"/>
                  </a:cubicBezTo>
                  <a:cubicBezTo>
                    <a:pt x="150162" y="606821"/>
                    <a:pt x="128545" y="620331"/>
                    <a:pt x="108767" y="636636"/>
                  </a:cubicBezTo>
                  <a:cubicBezTo>
                    <a:pt x="87145" y="654460"/>
                    <a:pt x="69625" y="675778"/>
                    <a:pt x="58012" y="701484"/>
                  </a:cubicBezTo>
                  <a:cubicBezTo>
                    <a:pt x="51687" y="715482"/>
                    <a:pt x="47258" y="730119"/>
                    <a:pt x="46161" y="745571"/>
                  </a:cubicBezTo>
                  <a:cubicBezTo>
                    <a:pt x="45714" y="751874"/>
                    <a:pt x="45222" y="758191"/>
                    <a:pt x="45207" y="764503"/>
                  </a:cubicBezTo>
                  <a:lnTo>
                    <a:pt x="45233" y="866202"/>
                  </a:lnTo>
                  <a:lnTo>
                    <a:pt x="0" y="866202"/>
                  </a:lnTo>
                  <a:lnTo>
                    <a:pt x="106" y="754302"/>
                  </a:lnTo>
                  <a:cubicBezTo>
                    <a:pt x="289" y="734822"/>
                    <a:pt x="4689" y="715922"/>
                    <a:pt x="11315" y="697622"/>
                  </a:cubicBezTo>
                  <a:cubicBezTo>
                    <a:pt x="17308" y="681067"/>
                    <a:pt x="24996" y="665279"/>
                    <a:pt x="35324" y="650992"/>
                  </a:cubicBezTo>
                  <a:cubicBezTo>
                    <a:pt x="42364" y="641252"/>
                    <a:pt x="50029" y="631942"/>
                    <a:pt x="57764" y="622733"/>
                  </a:cubicBezTo>
                  <a:cubicBezTo>
                    <a:pt x="72279" y="605450"/>
                    <a:pt x="90152" y="592050"/>
                    <a:pt x="109317" y="579177"/>
                  </a:cubicBezTo>
                  <a:cubicBezTo>
                    <a:pt x="135015" y="578785"/>
                    <a:pt x="160142" y="578618"/>
                    <a:pt x="185266" y="578833"/>
                  </a:cubicBezTo>
                  <a:cubicBezTo>
                    <a:pt x="190332" y="578877"/>
                    <a:pt x="191678" y="577267"/>
                    <a:pt x="191527" y="572399"/>
                  </a:cubicBezTo>
                  <a:cubicBezTo>
                    <a:pt x="191193" y="561641"/>
                    <a:pt x="191434" y="550865"/>
                    <a:pt x="191412" y="540097"/>
                  </a:cubicBezTo>
                  <a:cubicBezTo>
                    <a:pt x="191408" y="538373"/>
                    <a:pt x="191255" y="536649"/>
                    <a:pt x="191155" y="534596"/>
                  </a:cubicBezTo>
                  <a:cubicBezTo>
                    <a:pt x="188506" y="534596"/>
                    <a:pt x="186396" y="534713"/>
                    <a:pt x="184303" y="534571"/>
                  </a:cubicBezTo>
                  <a:cubicBezTo>
                    <a:pt x="180139" y="534288"/>
                    <a:pt x="175984" y="533862"/>
                    <a:pt x="171825" y="533496"/>
                  </a:cubicBezTo>
                  <a:cubicBezTo>
                    <a:pt x="168128" y="527404"/>
                    <a:pt x="164430" y="521312"/>
                    <a:pt x="160734" y="515219"/>
                  </a:cubicBezTo>
                  <a:cubicBezTo>
                    <a:pt x="148496" y="495046"/>
                    <a:pt x="139859" y="473348"/>
                    <a:pt x="134683" y="450415"/>
                  </a:cubicBezTo>
                  <a:cubicBezTo>
                    <a:pt x="131592" y="436722"/>
                    <a:pt x="129651" y="422744"/>
                    <a:pt x="127756" y="408817"/>
                  </a:cubicBezTo>
                  <a:cubicBezTo>
                    <a:pt x="126538" y="399871"/>
                    <a:pt x="125906" y="390792"/>
                    <a:pt x="125770" y="381761"/>
                  </a:cubicBezTo>
                  <a:cubicBezTo>
                    <a:pt x="125250" y="347299"/>
                    <a:pt x="124400" y="312821"/>
                    <a:pt x="124996" y="278372"/>
                  </a:cubicBezTo>
                  <a:cubicBezTo>
                    <a:pt x="125269" y="262577"/>
                    <a:pt x="128491" y="246818"/>
                    <a:pt x="130585" y="231071"/>
                  </a:cubicBezTo>
                  <a:cubicBezTo>
                    <a:pt x="133221" y="211255"/>
                    <a:pt x="138799" y="192177"/>
                    <a:pt x="145241" y="173299"/>
                  </a:cubicBezTo>
                  <a:cubicBezTo>
                    <a:pt x="152636" y="151626"/>
                    <a:pt x="163844" y="132031"/>
                    <a:pt x="177692" y="113989"/>
                  </a:cubicBezTo>
                  <a:cubicBezTo>
                    <a:pt x="187967" y="100601"/>
                    <a:pt x="198233" y="87024"/>
                    <a:pt x="210028" y="75031"/>
                  </a:cubicBezTo>
                  <a:cubicBezTo>
                    <a:pt x="226371" y="58417"/>
                    <a:pt x="245548" y="45207"/>
                    <a:pt x="266163" y="34123"/>
                  </a:cubicBezTo>
                  <a:cubicBezTo>
                    <a:pt x="281499" y="25877"/>
                    <a:pt x="297401" y="19073"/>
                    <a:pt x="313967" y="13837"/>
                  </a:cubicBezTo>
                  <a:cubicBezTo>
                    <a:pt x="331646" y="8250"/>
                    <a:pt x="349651" y="4024"/>
                    <a:pt x="368162" y="2345"/>
                  </a:cubicBezTo>
                  <a:cubicBezTo>
                    <a:pt x="377332" y="1513"/>
                    <a:pt x="386523" y="690"/>
                    <a:pt x="395720" y="434"/>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982" name="Freeform: Shape 1981">
              <a:extLst>
                <a:ext uri="{FF2B5EF4-FFF2-40B4-BE49-F238E27FC236}">
                  <a16:creationId xmlns:a16="http://schemas.microsoft.com/office/drawing/2014/main" id="{F13DC007-CC71-E5F8-62CC-46347A7C12C2}"/>
                </a:ext>
                <a:ext uri="{C183D7F6-B498-43B3-948B-1728B52AA6E4}">
                  <adec:decorative xmlns:adec="http://schemas.microsoft.com/office/drawing/2017/decorative" val="1"/>
                </a:ext>
              </a:extLst>
            </p:cNvPr>
            <p:cNvSpPr/>
            <p:nvPr/>
          </p:nvSpPr>
          <p:spPr>
            <a:xfrm>
              <a:off x="3853518" y="3636615"/>
              <a:ext cx="354684" cy="457140"/>
            </a:xfrm>
            <a:custGeom>
              <a:avLst/>
              <a:gdLst>
                <a:gd name="connsiteX0" fmla="*/ 0 w 780804"/>
                <a:gd name="connsiteY0" fmla="*/ 939266 h 1006352"/>
                <a:gd name="connsiteX1" fmla="*/ 66466 w 780804"/>
                <a:gd name="connsiteY1" fmla="*/ 939266 h 1006352"/>
                <a:gd name="connsiteX2" fmla="*/ 66466 w 780804"/>
                <a:gd name="connsiteY2" fmla="*/ 1006352 h 1006352"/>
                <a:gd name="connsiteX3" fmla="*/ 0 w 780804"/>
                <a:gd name="connsiteY3" fmla="*/ 1006352 h 1006352"/>
                <a:gd name="connsiteX4" fmla="*/ 51068 w 780804"/>
                <a:gd name="connsiteY4" fmla="*/ 469922 h 1006352"/>
                <a:gd name="connsiteX5" fmla="*/ 96064 w 780804"/>
                <a:gd name="connsiteY5" fmla="*/ 469922 h 1006352"/>
                <a:gd name="connsiteX6" fmla="*/ 96064 w 780804"/>
                <a:gd name="connsiteY6" fmla="*/ 575592 h 1006352"/>
                <a:gd name="connsiteX7" fmla="*/ 182181 w 780804"/>
                <a:gd name="connsiteY7" fmla="*/ 575542 h 1006352"/>
                <a:gd name="connsiteX8" fmla="*/ 195118 w 780804"/>
                <a:gd name="connsiteY8" fmla="*/ 576566 h 1006352"/>
                <a:gd name="connsiteX9" fmla="*/ 201969 w 780804"/>
                <a:gd name="connsiteY9" fmla="*/ 576591 h 1006352"/>
                <a:gd name="connsiteX10" fmla="*/ 202226 w 780804"/>
                <a:gd name="connsiteY10" fmla="*/ 582092 h 1006352"/>
                <a:gd name="connsiteX11" fmla="*/ 202341 w 780804"/>
                <a:gd name="connsiteY11" fmla="*/ 614394 h 1006352"/>
                <a:gd name="connsiteX12" fmla="*/ 196080 w 780804"/>
                <a:gd name="connsiteY12" fmla="*/ 620829 h 1006352"/>
                <a:gd name="connsiteX13" fmla="*/ 120244 w 780804"/>
                <a:gd name="connsiteY13" fmla="*/ 620855 h 1006352"/>
                <a:gd name="connsiteX14" fmla="*/ 94277 w 780804"/>
                <a:gd name="connsiteY14" fmla="*/ 620812 h 1006352"/>
                <a:gd name="connsiteX15" fmla="*/ 52066 w 780804"/>
                <a:gd name="connsiteY15" fmla="*/ 584381 h 1006352"/>
                <a:gd name="connsiteX16" fmla="*/ 51110 w 780804"/>
                <a:gd name="connsiteY16" fmla="*/ 572823 h 1006352"/>
                <a:gd name="connsiteX17" fmla="*/ 51068 w 780804"/>
                <a:gd name="connsiteY17" fmla="*/ 469922 h 1006352"/>
                <a:gd name="connsiteX18" fmla="*/ 735443 w 780804"/>
                <a:gd name="connsiteY18" fmla="*/ 469827 h 1006352"/>
                <a:gd name="connsiteX19" fmla="*/ 780740 w 780804"/>
                <a:gd name="connsiteY19" fmla="*/ 469827 h 1006352"/>
                <a:gd name="connsiteX20" fmla="*/ 780740 w 780804"/>
                <a:gd name="connsiteY20" fmla="*/ 475248 h 1006352"/>
                <a:gd name="connsiteX21" fmla="*/ 780751 w 780804"/>
                <a:gd name="connsiteY21" fmla="*/ 575345 h 1006352"/>
                <a:gd name="connsiteX22" fmla="*/ 743319 w 780804"/>
                <a:gd name="connsiteY22" fmla="*/ 620492 h 1006352"/>
                <a:gd name="connsiteX23" fmla="*/ 716409 w 780804"/>
                <a:gd name="connsiteY23" fmla="*/ 620850 h 1006352"/>
                <a:gd name="connsiteX24" fmla="*/ 630856 w 780804"/>
                <a:gd name="connsiteY24" fmla="*/ 620476 h 1006352"/>
                <a:gd name="connsiteX25" fmla="*/ 629673 w 780804"/>
                <a:gd name="connsiteY25" fmla="*/ 619787 h 1006352"/>
                <a:gd name="connsiteX26" fmla="*/ 629673 w 780804"/>
                <a:gd name="connsiteY26" fmla="*/ 577130 h 1006352"/>
                <a:gd name="connsiteX27" fmla="*/ 652690 w 780804"/>
                <a:gd name="connsiteY27" fmla="*/ 575575 h 1006352"/>
                <a:gd name="connsiteX28" fmla="*/ 735443 w 780804"/>
                <a:gd name="connsiteY28" fmla="*/ 575496 h 1006352"/>
                <a:gd name="connsiteX29" fmla="*/ 735443 w 780804"/>
                <a:gd name="connsiteY29" fmla="*/ 469827 h 1006352"/>
                <a:gd name="connsiteX30" fmla="*/ 199478 w 780804"/>
                <a:gd name="connsiteY30" fmla="*/ 130 h 1006352"/>
                <a:gd name="connsiteX31" fmla="*/ 202055 w 780804"/>
                <a:gd name="connsiteY31" fmla="*/ 286 h 1006352"/>
                <a:gd name="connsiteX32" fmla="*/ 202055 w 780804"/>
                <a:gd name="connsiteY32" fmla="*/ 45041 h 1006352"/>
                <a:gd name="connsiteX33" fmla="*/ 96243 w 780804"/>
                <a:gd name="connsiteY33" fmla="*/ 45041 h 1006352"/>
                <a:gd name="connsiteX34" fmla="*/ 96243 w 780804"/>
                <a:gd name="connsiteY34" fmla="*/ 65920 h 1006352"/>
                <a:gd name="connsiteX35" fmla="*/ 96243 w 780804"/>
                <a:gd name="connsiteY35" fmla="*/ 151054 h 1006352"/>
                <a:gd name="connsiteX36" fmla="*/ 51068 w 780804"/>
                <a:gd name="connsiteY36" fmla="*/ 151054 h 1006352"/>
                <a:gd name="connsiteX37" fmla="*/ 51068 w 780804"/>
                <a:gd name="connsiteY37" fmla="*/ 145719 h 1006352"/>
                <a:gd name="connsiteX38" fmla="*/ 51111 w 780804"/>
                <a:gd name="connsiteY38" fmla="*/ 45595 h 1006352"/>
                <a:gd name="connsiteX39" fmla="*/ 74243 w 780804"/>
                <a:gd name="connsiteY39" fmla="*/ 5435 h 1006352"/>
                <a:gd name="connsiteX40" fmla="*/ 91995 w 780804"/>
                <a:gd name="connsiteY40" fmla="*/ 352 h 1006352"/>
                <a:gd name="connsiteX41" fmla="*/ 199478 w 780804"/>
                <a:gd name="connsiteY41" fmla="*/ 130 h 1006352"/>
                <a:gd name="connsiteX42" fmla="*/ 629504 w 780804"/>
                <a:gd name="connsiteY42" fmla="*/ 122 h 1006352"/>
                <a:gd name="connsiteX43" fmla="*/ 634274 w 780804"/>
                <a:gd name="connsiteY43" fmla="*/ 122 h 1006352"/>
                <a:gd name="connsiteX44" fmla="*/ 738823 w 780804"/>
                <a:gd name="connsiteY44" fmla="*/ 289 h 1006352"/>
                <a:gd name="connsiteX45" fmla="*/ 774325 w 780804"/>
                <a:gd name="connsiteY45" fmla="*/ 21717 h 1006352"/>
                <a:gd name="connsiteX46" fmla="*/ 780804 w 780804"/>
                <a:gd name="connsiteY46" fmla="*/ 47540 h 1006352"/>
                <a:gd name="connsiteX47" fmla="*/ 780739 w 780804"/>
                <a:gd name="connsiteY47" fmla="*/ 150980 h 1006352"/>
                <a:gd name="connsiteX48" fmla="*/ 735725 w 780804"/>
                <a:gd name="connsiteY48" fmla="*/ 150980 h 1006352"/>
                <a:gd name="connsiteX49" fmla="*/ 735725 w 780804"/>
                <a:gd name="connsiteY49" fmla="*/ 45297 h 1006352"/>
                <a:gd name="connsiteX50" fmla="*/ 730014 w 780804"/>
                <a:gd name="connsiteY50" fmla="*/ 45297 h 1006352"/>
                <a:gd name="connsiteX51" fmla="*/ 634298 w 780804"/>
                <a:gd name="connsiteY51" fmla="*/ 45223 h 1006352"/>
                <a:gd name="connsiteX52" fmla="*/ 629512 w 780804"/>
                <a:gd name="connsiteY52" fmla="*/ 43092 h 1006352"/>
                <a:gd name="connsiteX53" fmla="*/ 629504 w 780804"/>
                <a:gd name="connsiteY53" fmla="*/ 122 h 100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0804" h="1006352">
                  <a:moveTo>
                    <a:pt x="0" y="939266"/>
                  </a:moveTo>
                  <a:lnTo>
                    <a:pt x="66466" y="939266"/>
                  </a:lnTo>
                  <a:lnTo>
                    <a:pt x="66466" y="1006352"/>
                  </a:lnTo>
                  <a:lnTo>
                    <a:pt x="0" y="1006352"/>
                  </a:lnTo>
                  <a:close/>
                  <a:moveTo>
                    <a:pt x="51068" y="469922"/>
                  </a:moveTo>
                  <a:cubicBezTo>
                    <a:pt x="66014" y="469922"/>
                    <a:pt x="80793" y="469922"/>
                    <a:pt x="96064" y="469922"/>
                  </a:cubicBezTo>
                  <a:cubicBezTo>
                    <a:pt x="96064" y="504865"/>
                    <a:pt x="96064" y="539931"/>
                    <a:pt x="96064" y="575592"/>
                  </a:cubicBezTo>
                  <a:cubicBezTo>
                    <a:pt x="124940" y="575592"/>
                    <a:pt x="153332" y="575592"/>
                    <a:pt x="182181" y="575542"/>
                  </a:cubicBezTo>
                  <a:cubicBezTo>
                    <a:pt x="186798" y="575858"/>
                    <a:pt x="190953" y="576284"/>
                    <a:pt x="195118" y="576566"/>
                  </a:cubicBezTo>
                  <a:cubicBezTo>
                    <a:pt x="197210" y="576709"/>
                    <a:pt x="199320" y="576591"/>
                    <a:pt x="201969" y="576591"/>
                  </a:cubicBezTo>
                  <a:cubicBezTo>
                    <a:pt x="202069" y="578644"/>
                    <a:pt x="202222" y="580368"/>
                    <a:pt x="202226" y="582092"/>
                  </a:cubicBezTo>
                  <a:cubicBezTo>
                    <a:pt x="202248" y="592861"/>
                    <a:pt x="202007" y="603636"/>
                    <a:pt x="202341" y="614394"/>
                  </a:cubicBezTo>
                  <a:cubicBezTo>
                    <a:pt x="202492" y="619263"/>
                    <a:pt x="201146" y="620872"/>
                    <a:pt x="196080" y="620829"/>
                  </a:cubicBezTo>
                  <a:cubicBezTo>
                    <a:pt x="170956" y="620614"/>
                    <a:pt x="145829" y="620780"/>
                    <a:pt x="120244" y="620855"/>
                  </a:cubicBezTo>
                  <a:cubicBezTo>
                    <a:pt x="111283" y="620860"/>
                    <a:pt x="102777" y="620681"/>
                    <a:pt x="94277" y="620812"/>
                  </a:cubicBezTo>
                  <a:cubicBezTo>
                    <a:pt x="74293" y="621121"/>
                    <a:pt x="54738" y="604504"/>
                    <a:pt x="52066" y="584381"/>
                  </a:cubicBezTo>
                  <a:cubicBezTo>
                    <a:pt x="51558" y="580552"/>
                    <a:pt x="51119" y="576678"/>
                    <a:pt x="51110" y="572823"/>
                  </a:cubicBezTo>
                  <a:cubicBezTo>
                    <a:pt x="51036" y="538648"/>
                    <a:pt x="51068" y="504473"/>
                    <a:pt x="51068" y="469922"/>
                  </a:cubicBezTo>
                  <a:close/>
                  <a:moveTo>
                    <a:pt x="735443" y="469827"/>
                  </a:moveTo>
                  <a:cubicBezTo>
                    <a:pt x="750708" y="469827"/>
                    <a:pt x="765486" y="469827"/>
                    <a:pt x="780740" y="469827"/>
                  </a:cubicBezTo>
                  <a:cubicBezTo>
                    <a:pt x="780740" y="471743"/>
                    <a:pt x="780740" y="473496"/>
                    <a:pt x="780740" y="475248"/>
                  </a:cubicBezTo>
                  <a:cubicBezTo>
                    <a:pt x="780740" y="508614"/>
                    <a:pt x="780707" y="541980"/>
                    <a:pt x="780751" y="575345"/>
                  </a:cubicBezTo>
                  <a:cubicBezTo>
                    <a:pt x="780782" y="598217"/>
                    <a:pt x="766122" y="616446"/>
                    <a:pt x="743319" y="620492"/>
                  </a:cubicBezTo>
                  <a:cubicBezTo>
                    <a:pt x="734753" y="622012"/>
                    <a:pt x="725699" y="620779"/>
                    <a:pt x="716409" y="620850"/>
                  </a:cubicBezTo>
                  <a:cubicBezTo>
                    <a:pt x="687772" y="620826"/>
                    <a:pt x="659594" y="620753"/>
                    <a:pt x="630856" y="620476"/>
                  </a:cubicBezTo>
                  <a:cubicBezTo>
                    <a:pt x="630130" y="620059"/>
                    <a:pt x="629922" y="619896"/>
                    <a:pt x="629673" y="619787"/>
                  </a:cubicBezTo>
                  <a:cubicBezTo>
                    <a:pt x="629673" y="605611"/>
                    <a:pt x="629673" y="591435"/>
                    <a:pt x="629673" y="577130"/>
                  </a:cubicBezTo>
                  <a:cubicBezTo>
                    <a:pt x="637482" y="576621"/>
                    <a:pt x="644883" y="576138"/>
                    <a:pt x="652690" y="575575"/>
                  </a:cubicBezTo>
                  <a:cubicBezTo>
                    <a:pt x="680384" y="575496"/>
                    <a:pt x="707669" y="575496"/>
                    <a:pt x="735443" y="575496"/>
                  </a:cubicBezTo>
                  <a:cubicBezTo>
                    <a:pt x="735443" y="540235"/>
                    <a:pt x="735443" y="505169"/>
                    <a:pt x="735443" y="469827"/>
                  </a:cubicBezTo>
                  <a:close/>
                  <a:moveTo>
                    <a:pt x="199478" y="130"/>
                  </a:moveTo>
                  <a:cubicBezTo>
                    <a:pt x="200260" y="131"/>
                    <a:pt x="201042" y="223"/>
                    <a:pt x="202055" y="286"/>
                  </a:cubicBezTo>
                  <a:cubicBezTo>
                    <a:pt x="202055" y="15210"/>
                    <a:pt x="202055" y="29875"/>
                    <a:pt x="202055" y="45041"/>
                  </a:cubicBezTo>
                  <a:cubicBezTo>
                    <a:pt x="167069" y="45041"/>
                    <a:pt x="131996" y="45041"/>
                    <a:pt x="96243" y="45041"/>
                  </a:cubicBezTo>
                  <a:cubicBezTo>
                    <a:pt x="96243" y="52157"/>
                    <a:pt x="96243" y="58793"/>
                    <a:pt x="96243" y="65920"/>
                  </a:cubicBezTo>
                  <a:cubicBezTo>
                    <a:pt x="96243" y="94524"/>
                    <a:pt x="96243" y="122637"/>
                    <a:pt x="96243" y="151054"/>
                  </a:cubicBezTo>
                  <a:cubicBezTo>
                    <a:pt x="81150" y="151054"/>
                    <a:pt x="66369" y="151054"/>
                    <a:pt x="51068" y="151054"/>
                  </a:cubicBezTo>
                  <a:cubicBezTo>
                    <a:pt x="51068" y="149214"/>
                    <a:pt x="51068" y="147466"/>
                    <a:pt x="51068" y="145719"/>
                  </a:cubicBezTo>
                  <a:cubicBezTo>
                    <a:pt x="51068" y="112344"/>
                    <a:pt x="50961" y="78969"/>
                    <a:pt x="51111" y="45595"/>
                  </a:cubicBezTo>
                  <a:cubicBezTo>
                    <a:pt x="51190" y="27933"/>
                    <a:pt x="58880" y="14122"/>
                    <a:pt x="74243" y="5435"/>
                  </a:cubicBezTo>
                  <a:cubicBezTo>
                    <a:pt x="79485" y="2471"/>
                    <a:pt x="86020" y="429"/>
                    <a:pt x="91995" y="352"/>
                  </a:cubicBezTo>
                  <a:cubicBezTo>
                    <a:pt x="127818" y="-110"/>
                    <a:pt x="163649" y="123"/>
                    <a:pt x="199478" y="130"/>
                  </a:cubicBezTo>
                  <a:close/>
                  <a:moveTo>
                    <a:pt x="629504" y="122"/>
                  </a:moveTo>
                  <a:cubicBezTo>
                    <a:pt x="631181" y="122"/>
                    <a:pt x="632727" y="122"/>
                    <a:pt x="634274" y="122"/>
                  </a:cubicBezTo>
                  <a:cubicBezTo>
                    <a:pt x="669125" y="122"/>
                    <a:pt x="703981" y="-243"/>
                    <a:pt x="738823" y="289"/>
                  </a:cubicBezTo>
                  <a:cubicBezTo>
                    <a:pt x="754305" y="526"/>
                    <a:pt x="766306" y="8314"/>
                    <a:pt x="774325" y="21717"/>
                  </a:cubicBezTo>
                  <a:cubicBezTo>
                    <a:pt x="779068" y="29643"/>
                    <a:pt x="780849" y="38280"/>
                    <a:pt x="780804" y="47540"/>
                  </a:cubicBezTo>
                  <a:cubicBezTo>
                    <a:pt x="780639" y="81893"/>
                    <a:pt x="780739" y="116247"/>
                    <a:pt x="780739" y="150980"/>
                  </a:cubicBezTo>
                  <a:cubicBezTo>
                    <a:pt x="765797" y="150980"/>
                    <a:pt x="751014" y="150980"/>
                    <a:pt x="735725" y="150980"/>
                  </a:cubicBezTo>
                  <a:cubicBezTo>
                    <a:pt x="735725" y="116028"/>
                    <a:pt x="735725" y="80953"/>
                    <a:pt x="735725" y="45297"/>
                  </a:cubicBezTo>
                  <a:cubicBezTo>
                    <a:pt x="733492" y="45297"/>
                    <a:pt x="731753" y="45297"/>
                    <a:pt x="730014" y="45297"/>
                  </a:cubicBezTo>
                  <a:cubicBezTo>
                    <a:pt x="698109" y="45297"/>
                    <a:pt x="666203" y="45322"/>
                    <a:pt x="634298" y="45223"/>
                  </a:cubicBezTo>
                  <a:cubicBezTo>
                    <a:pt x="632704" y="45218"/>
                    <a:pt x="631113" y="44140"/>
                    <a:pt x="629512" y="43092"/>
                  </a:cubicBezTo>
                  <a:cubicBezTo>
                    <a:pt x="629504" y="28718"/>
                    <a:pt x="629504" y="14813"/>
                    <a:pt x="629504" y="12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74" name="Group 173">
            <a:extLst>
              <a:ext uri="{FF2B5EF4-FFF2-40B4-BE49-F238E27FC236}">
                <a16:creationId xmlns:a16="http://schemas.microsoft.com/office/drawing/2014/main" id="{682024FD-33F2-34FA-6C54-21B6A99756BA}"/>
              </a:ext>
              <a:ext uri="{C183D7F6-B498-43B3-948B-1728B52AA6E4}">
                <adec:decorative xmlns:adec="http://schemas.microsoft.com/office/drawing/2017/decorative" val="1"/>
              </a:ext>
            </a:extLst>
          </p:cNvPr>
          <p:cNvGrpSpPr>
            <a:grpSpLocks noChangeAspect="1"/>
          </p:cNvGrpSpPr>
          <p:nvPr/>
        </p:nvGrpSpPr>
        <p:grpSpPr>
          <a:xfrm>
            <a:off x="4355313" y="3636615"/>
            <a:ext cx="391436" cy="457200"/>
            <a:chOff x="4355313" y="3636615"/>
            <a:chExt cx="391436" cy="457200"/>
          </a:xfrm>
          <a:solidFill>
            <a:srgbClr val="FF0000"/>
          </a:solidFill>
        </p:grpSpPr>
        <p:sp>
          <p:nvSpPr>
            <p:cNvPr id="1984" name="Freeform: Shape 1983">
              <a:extLst>
                <a:ext uri="{FF2B5EF4-FFF2-40B4-BE49-F238E27FC236}">
                  <a16:creationId xmlns:a16="http://schemas.microsoft.com/office/drawing/2014/main" id="{CDA39ECE-64E1-8350-78F7-E69CC2886A09}"/>
                </a:ext>
                <a:ext uri="{C183D7F6-B498-43B3-948B-1728B52AA6E4}">
                  <adec:decorative xmlns:adec="http://schemas.microsoft.com/office/drawing/2017/decorative" val="1"/>
                </a:ext>
              </a:extLst>
            </p:cNvPr>
            <p:cNvSpPr/>
            <p:nvPr/>
          </p:nvSpPr>
          <p:spPr>
            <a:xfrm>
              <a:off x="4476748" y="3636615"/>
              <a:ext cx="264801" cy="457200"/>
            </a:xfrm>
            <a:custGeom>
              <a:avLst/>
              <a:gdLst>
                <a:gd name="connsiteX0" fmla="*/ 301632 w 465676"/>
                <a:gd name="connsiteY0" fmla="*/ 607005 h 804026"/>
                <a:gd name="connsiteX1" fmla="*/ 367429 w 465676"/>
                <a:gd name="connsiteY1" fmla="*/ 620682 h 804026"/>
                <a:gd name="connsiteX2" fmla="*/ 422144 w 465676"/>
                <a:gd name="connsiteY2" fmla="*/ 653456 h 804026"/>
                <a:gd name="connsiteX3" fmla="*/ 463513 w 465676"/>
                <a:gd name="connsiteY3" fmla="*/ 702175 h 804026"/>
                <a:gd name="connsiteX4" fmla="*/ 465676 w 465676"/>
                <a:gd name="connsiteY4" fmla="*/ 707821 h 804026"/>
                <a:gd name="connsiteX5" fmla="*/ 408974 w 465676"/>
                <a:gd name="connsiteY5" fmla="*/ 707821 h 804026"/>
                <a:gd name="connsiteX6" fmla="*/ 383548 w 465676"/>
                <a:gd name="connsiteY6" fmla="*/ 681245 h 804026"/>
                <a:gd name="connsiteX7" fmla="*/ 319972 w 465676"/>
                <a:gd name="connsiteY7" fmla="*/ 654296 h 804026"/>
                <a:gd name="connsiteX8" fmla="*/ 281860 w 465676"/>
                <a:gd name="connsiteY8" fmla="*/ 652806 h 804026"/>
                <a:gd name="connsiteX9" fmla="*/ 238749 w 465676"/>
                <a:gd name="connsiteY9" fmla="*/ 662980 h 804026"/>
                <a:gd name="connsiteX10" fmla="*/ 197505 w 465676"/>
                <a:gd name="connsiteY10" fmla="*/ 687743 h 804026"/>
                <a:gd name="connsiteX11" fmla="*/ 165418 w 465676"/>
                <a:gd name="connsiteY11" fmla="*/ 724834 h 804026"/>
                <a:gd name="connsiteX12" fmla="*/ 145384 w 465676"/>
                <a:gd name="connsiteY12" fmla="*/ 777993 h 804026"/>
                <a:gd name="connsiteX13" fmla="*/ 141882 w 465676"/>
                <a:gd name="connsiteY13" fmla="*/ 804026 h 804026"/>
                <a:gd name="connsiteX14" fmla="*/ 97358 w 465676"/>
                <a:gd name="connsiteY14" fmla="*/ 804026 h 804026"/>
                <a:gd name="connsiteX15" fmla="*/ 98363 w 465676"/>
                <a:gd name="connsiteY15" fmla="*/ 784257 h 804026"/>
                <a:gd name="connsiteX16" fmla="*/ 104190 w 465676"/>
                <a:gd name="connsiteY16" fmla="*/ 753746 h 804026"/>
                <a:gd name="connsiteX17" fmla="*/ 135667 w 465676"/>
                <a:gd name="connsiteY17" fmla="*/ 687901 h 804026"/>
                <a:gd name="connsiteX18" fmla="*/ 155848 w 465676"/>
                <a:gd name="connsiteY18" fmla="*/ 663913 h 804026"/>
                <a:gd name="connsiteX19" fmla="*/ 249307 w 465676"/>
                <a:gd name="connsiteY19" fmla="*/ 612033 h 804026"/>
                <a:gd name="connsiteX20" fmla="*/ 279278 w 465676"/>
                <a:gd name="connsiteY20" fmla="*/ 607968 h 804026"/>
                <a:gd name="connsiteX21" fmla="*/ 301632 w 465676"/>
                <a:gd name="connsiteY21" fmla="*/ 607005 h 804026"/>
                <a:gd name="connsiteX22" fmla="*/ 246264 w 465676"/>
                <a:gd name="connsiteY22" fmla="*/ 579386 h 804026"/>
                <a:gd name="connsiteX23" fmla="*/ 253218 w 465676"/>
                <a:gd name="connsiteY23" fmla="*/ 581610 h 804026"/>
                <a:gd name="connsiteX24" fmla="*/ 245981 w 465676"/>
                <a:gd name="connsiteY24" fmla="*/ 579407 h 804026"/>
                <a:gd name="connsiteX25" fmla="*/ 343626 w 465676"/>
                <a:gd name="connsiteY25" fmla="*/ 528049 h 804026"/>
                <a:gd name="connsiteX26" fmla="*/ 342800 w 465676"/>
                <a:gd name="connsiteY26" fmla="*/ 531385 h 804026"/>
                <a:gd name="connsiteX27" fmla="*/ 307726 w 465676"/>
                <a:gd name="connsiteY27" fmla="*/ 544729 h 804026"/>
                <a:gd name="connsiteX28" fmla="*/ 306528 w 465676"/>
                <a:gd name="connsiteY28" fmla="*/ 543556 h 804026"/>
                <a:gd name="connsiteX29" fmla="*/ 334808 w 465676"/>
                <a:gd name="connsiteY29" fmla="*/ 533177 h 804026"/>
                <a:gd name="connsiteX30" fmla="*/ 343626 w 465676"/>
                <a:gd name="connsiteY30" fmla="*/ 528049 h 804026"/>
                <a:gd name="connsiteX31" fmla="*/ 417853 w 465676"/>
                <a:gd name="connsiteY31" fmla="*/ 496931 h 804026"/>
                <a:gd name="connsiteX32" fmla="*/ 405988 w 465676"/>
                <a:gd name="connsiteY32" fmla="*/ 525401 h 804026"/>
                <a:gd name="connsiteX33" fmla="*/ 403055 w 465676"/>
                <a:gd name="connsiteY33" fmla="*/ 527418 h 804026"/>
                <a:gd name="connsiteX34" fmla="*/ 414143 w 465676"/>
                <a:gd name="connsiteY34" fmla="*/ 500513 h 804026"/>
                <a:gd name="connsiteX35" fmla="*/ 417853 w 465676"/>
                <a:gd name="connsiteY35" fmla="*/ 496931 h 804026"/>
                <a:gd name="connsiteX36" fmla="*/ 221685 w 465676"/>
                <a:gd name="connsiteY36" fmla="*/ 418384 h 804026"/>
                <a:gd name="connsiteX37" fmla="*/ 214543 w 465676"/>
                <a:gd name="connsiteY37" fmla="*/ 435892 h 804026"/>
                <a:gd name="connsiteX38" fmla="*/ 221685 w 465676"/>
                <a:gd name="connsiteY38" fmla="*/ 418384 h 804026"/>
                <a:gd name="connsiteX39" fmla="*/ 189387 w 465676"/>
                <a:gd name="connsiteY39" fmla="*/ 385768 h 804026"/>
                <a:gd name="connsiteX40" fmla="*/ 189933 w 465676"/>
                <a:gd name="connsiteY40" fmla="*/ 389067 h 804026"/>
                <a:gd name="connsiteX41" fmla="*/ 170451 w 465676"/>
                <a:gd name="connsiteY41" fmla="*/ 434397 h 804026"/>
                <a:gd name="connsiteX42" fmla="*/ 168415 w 465676"/>
                <a:gd name="connsiteY42" fmla="*/ 435971 h 804026"/>
                <a:gd name="connsiteX43" fmla="*/ 175195 w 465676"/>
                <a:gd name="connsiteY43" fmla="*/ 411168 h 804026"/>
                <a:gd name="connsiteX44" fmla="*/ 189387 w 465676"/>
                <a:gd name="connsiteY44" fmla="*/ 385768 h 804026"/>
                <a:gd name="connsiteX45" fmla="*/ 262020 w 465676"/>
                <a:gd name="connsiteY45" fmla="*/ 381557 h 804026"/>
                <a:gd name="connsiteX46" fmla="*/ 263153 w 465676"/>
                <a:gd name="connsiteY46" fmla="*/ 381790 h 804026"/>
                <a:gd name="connsiteX47" fmla="*/ 250790 w 465676"/>
                <a:gd name="connsiteY47" fmla="*/ 388694 h 804026"/>
                <a:gd name="connsiteX48" fmla="*/ 251645 w 465676"/>
                <a:gd name="connsiteY48" fmla="*/ 385870 h 804026"/>
                <a:gd name="connsiteX49" fmla="*/ 253288 w 465676"/>
                <a:gd name="connsiteY49" fmla="*/ 383883 h 804026"/>
                <a:gd name="connsiteX50" fmla="*/ 253912 w 465676"/>
                <a:gd name="connsiteY50" fmla="*/ 383359 h 804026"/>
                <a:gd name="connsiteX51" fmla="*/ 256807 w 465676"/>
                <a:gd name="connsiteY51" fmla="*/ 382096 h 804026"/>
                <a:gd name="connsiteX52" fmla="*/ 197010 w 465676"/>
                <a:gd name="connsiteY52" fmla="*/ 376191 h 804026"/>
                <a:gd name="connsiteX53" fmla="*/ 198796 w 465676"/>
                <a:gd name="connsiteY53" fmla="*/ 377545 h 804026"/>
                <a:gd name="connsiteX54" fmla="*/ 194722 w 465676"/>
                <a:gd name="connsiteY54" fmla="*/ 379033 h 804026"/>
                <a:gd name="connsiteX55" fmla="*/ 197010 w 465676"/>
                <a:gd name="connsiteY55" fmla="*/ 376191 h 804026"/>
                <a:gd name="connsiteX56" fmla="*/ 293450 w 465676"/>
                <a:gd name="connsiteY56" fmla="*/ 376018 h 804026"/>
                <a:gd name="connsiteX57" fmla="*/ 278867 w 465676"/>
                <a:gd name="connsiteY57" fmla="*/ 378038 h 804026"/>
                <a:gd name="connsiteX58" fmla="*/ 263059 w 465676"/>
                <a:gd name="connsiteY58" fmla="*/ 381450 h 804026"/>
                <a:gd name="connsiteX59" fmla="*/ 262020 w 465676"/>
                <a:gd name="connsiteY59" fmla="*/ 381557 h 804026"/>
                <a:gd name="connsiteX60" fmla="*/ 259315 w 465676"/>
                <a:gd name="connsiteY60" fmla="*/ 381002 h 804026"/>
                <a:gd name="connsiteX61" fmla="*/ 256807 w 465676"/>
                <a:gd name="connsiteY61" fmla="*/ 382096 h 804026"/>
                <a:gd name="connsiteX62" fmla="*/ 255219 w 465676"/>
                <a:gd name="connsiteY62" fmla="*/ 382260 h 804026"/>
                <a:gd name="connsiteX63" fmla="*/ 253912 w 465676"/>
                <a:gd name="connsiteY63" fmla="*/ 383359 h 804026"/>
                <a:gd name="connsiteX64" fmla="*/ 253614 w 465676"/>
                <a:gd name="connsiteY64" fmla="*/ 383489 h 804026"/>
                <a:gd name="connsiteX65" fmla="*/ 253288 w 465676"/>
                <a:gd name="connsiteY65" fmla="*/ 383883 h 804026"/>
                <a:gd name="connsiteX66" fmla="*/ 251793 w 465676"/>
                <a:gd name="connsiteY66" fmla="*/ 385139 h 804026"/>
                <a:gd name="connsiteX67" fmla="*/ 249835 w 465676"/>
                <a:gd name="connsiteY67" fmla="*/ 389001 h 804026"/>
                <a:gd name="connsiteX68" fmla="*/ 243958 w 465676"/>
                <a:gd name="connsiteY68" fmla="*/ 392867 h 804026"/>
                <a:gd name="connsiteX69" fmla="*/ 242352 w 465676"/>
                <a:gd name="connsiteY69" fmla="*/ 394515 h 804026"/>
                <a:gd name="connsiteX70" fmla="*/ 241396 w 465676"/>
                <a:gd name="connsiteY70" fmla="*/ 395496 h 804026"/>
                <a:gd name="connsiteX71" fmla="*/ 231143 w 465676"/>
                <a:gd name="connsiteY71" fmla="*/ 405858 h 804026"/>
                <a:gd name="connsiteX72" fmla="*/ 221296 w 465676"/>
                <a:gd name="connsiteY72" fmla="*/ 418377 h 804026"/>
                <a:gd name="connsiteX73" fmla="*/ 214117 w 465676"/>
                <a:gd name="connsiteY73" fmla="*/ 436714 h 804026"/>
                <a:gd name="connsiteX74" fmla="*/ 213622 w 465676"/>
                <a:gd name="connsiteY74" fmla="*/ 438218 h 804026"/>
                <a:gd name="connsiteX75" fmla="*/ 212546 w 465676"/>
                <a:gd name="connsiteY75" fmla="*/ 439134 h 804026"/>
                <a:gd name="connsiteX76" fmla="*/ 212123 w 465676"/>
                <a:gd name="connsiteY76" fmla="*/ 448684 h 804026"/>
                <a:gd name="connsiteX77" fmla="*/ 212524 w 465676"/>
                <a:gd name="connsiteY77" fmla="*/ 475543 h 804026"/>
                <a:gd name="connsiteX78" fmla="*/ 250568 w 465676"/>
                <a:gd name="connsiteY78" fmla="*/ 531866 h 804026"/>
                <a:gd name="connsiteX79" fmla="*/ 251165 w 465676"/>
                <a:gd name="connsiteY79" fmla="*/ 533171 h 804026"/>
                <a:gd name="connsiteX80" fmla="*/ 250526 w 465676"/>
                <a:gd name="connsiteY80" fmla="*/ 531520 h 804026"/>
                <a:gd name="connsiteX81" fmla="*/ 283431 w 465676"/>
                <a:gd name="connsiteY81" fmla="*/ 543163 h 804026"/>
                <a:gd name="connsiteX82" fmla="*/ 282241 w 465676"/>
                <a:gd name="connsiteY82" fmla="*/ 544717 h 804026"/>
                <a:gd name="connsiteX83" fmla="*/ 284601 w 465676"/>
                <a:gd name="connsiteY83" fmla="*/ 543093 h 804026"/>
                <a:gd name="connsiteX84" fmla="*/ 297285 w 465676"/>
                <a:gd name="connsiteY84" fmla="*/ 544895 h 804026"/>
                <a:gd name="connsiteX85" fmla="*/ 306637 w 465676"/>
                <a:gd name="connsiteY85" fmla="*/ 543877 h 804026"/>
                <a:gd name="connsiteX86" fmla="*/ 307726 w 465676"/>
                <a:gd name="connsiteY86" fmla="*/ 544729 h 804026"/>
                <a:gd name="connsiteX87" fmla="*/ 342800 w 465676"/>
                <a:gd name="connsiteY87" fmla="*/ 531385 h 804026"/>
                <a:gd name="connsiteX88" fmla="*/ 343981 w 465676"/>
                <a:gd name="connsiteY88" fmla="*/ 527588 h 804026"/>
                <a:gd name="connsiteX89" fmla="*/ 344944 w 465676"/>
                <a:gd name="connsiteY89" fmla="*/ 527864 h 804026"/>
                <a:gd name="connsiteX90" fmla="*/ 346779 w 465676"/>
                <a:gd name="connsiteY90" fmla="*/ 527906 h 804026"/>
                <a:gd name="connsiteX91" fmla="*/ 344604 w 465676"/>
                <a:gd name="connsiteY91" fmla="*/ 527687 h 804026"/>
                <a:gd name="connsiteX92" fmla="*/ 347318 w 465676"/>
                <a:gd name="connsiteY92" fmla="*/ 525335 h 804026"/>
                <a:gd name="connsiteX93" fmla="*/ 347763 w 465676"/>
                <a:gd name="connsiteY93" fmla="*/ 526591 h 804026"/>
                <a:gd name="connsiteX94" fmla="*/ 347701 w 465676"/>
                <a:gd name="connsiteY94" fmla="*/ 527701 h 804026"/>
                <a:gd name="connsiteX95" fmla="*/ 347604 w 465676"/>
                <a:gd name="connsiteY95" fmla="*/ 527925 h 804026"/>
                <a:gd name="connsiteX96" fmla="*/ 347689 w 465676"/>
                <a:gd name="connsiteY96" fmla="*/ 527927 h 804026"/>
                <a:gd name="connsiteX97" fmla="*/ 347701 w 465676"/>
                <a:gd name="connsiteY97" fmla="*/ 527701 h 804026"/>
                <a:gd name="connsiteX98" fmla="*/ 347953 w 465676"/>
                <a:gd name="connsiteY98" fmla="*/ 527125 h 804026"/>
                <a:gd name="connsiteX99" fmla="*/ 347763 w 465676"/>
                <a:gd name="connsiteY99" fmla="*/ 526591 h 804026"/>
                <a:gd name="connsiteX100" fmla="*/ 347870 w 465676"/>
                <a:gd name="connsiteY100" fmla="*/ 524682 h 804026"/>
                <a:gd name="connsiteX101" fmla="*/ 361084 w 465676"/>
                <a:gd name="connsiteY101" fmla="*/ 511619 h 804026"/>
                <a:gd name="connsiteX102" fmla="*/ 365995 w 465676"/>
                <a:gd name="connsiteY102" fmla="*/ 508472 h 804026"/>
                <a:gd name="connsiteX103" fmla="*/ 360702 w 465676"/>
                <a:gd name="connsiteY103" fmla="*/ 511612 h 804026"/>
                <a:gd name="connsiteX104" fmla="*/ 376678 w 465676"/>
                <a:gd name="connsiteY104" fmla="*/ 477425 h 804026"/>
                <a:gd name="connsiteX105" fmla="*/ 378165 w 465676"/>
                <a:gd name="connsiteY105" fmla="*/ 479548 h 804026"/>
                <a:gd name="connsiteX106" fmla="*/ 377114 w 465676"/>
                <a:gd name="connsiteY106" fmla="*/ 476393 h 804026"/>
                <a:gd name="connsiteX107" fmla="*/ 377891 w 465676"/>
                <a:gd name="connsiteY107" fmla="*/ 445653 h 804026"/>
                <a:gd name="connsiteX108" fmla="*/ 374077 w 465676"/>
                <a:gd name="connsiteY108" fmla="*/ 432483 h 804026"/>
                <a:gd name="connsiteX109" fmla="*/ 373479 w 465676"/>
                <a:gd name="connsiteY109" fmla="*/ 429844 h 804026"/>
                <a:gd name="connsiteX110" fmla="*/ 372076 w 465676"/>
                <a:gd name="connsiteY110" fmla="*/ 427525 h 804026"/>
                <a:gd name="connsiteX111" fmla="*/ 371267 w 465676"/>
                <a:gd name="connsiteY111" fmla="*/ 426336 h 804026"/>
                <a:gd name="connsiteX112" fmla="*/ 344365 w 465676"/>
                <a:gd name="connsiteY112" fmla="*/ 392931 h 804026"/>
                <a:gd name="connsiteX113" fmla="*/ 308070 w 465676"/>
                <a:gd name="connsiteY113" fmla="*/ 377208 h 804026"/>
                <a:gd name="connsiteX114" fmla="*/ 293450 w 465676"/>
                <a:gd name="connsiteY114" fmla="*/ 376018 h 804026"/>
                <a:gd name="connsiteX115" fmla="*/ 271653 w 465676"/>
                <a:gd name="connsiteY115" fmla="*/ 333011 h 804026"/>
                <a:gd name="connsiteX116" fmla="*/ 269572 w 465676"/>
                <a:gd name="connsiteY116" fmla="*/ 335656 h 804026"/>
                <a:gd name="connsiteX117" fmla="*/ 225452 w 465676"/>
                <a:gd name="connsiteY117" fmla="*/ 354543 h 804026"/>
                <a:gd name="connsiteX118" fmla="*/ 220898 w 465676"/>
                <a:gd name="connsiteY118" fmla="*/ 354858 h 804026"/>
                <a:gd name="connsiteX119" fmla="*/ 248135 w 465676"/>
                <a:gd name="connsiteY119" fmla="*/ 339969 h 804026"/>
                <a:gd name="connsiteX120" fmla="*/ 271653 w 465676"/>
                <a:gd name="connsiteY120" fmla="*/ 333011 h 804026"/>
                <a:gd name="connsiteX121" fmla="*/ 277592 w 465676"/>
                <a:gd name="connsiteY121" fmla="*/ 332024 h 804026"/>
                <a:gd name="connsiteX122" fmla="*/ 276693 w 465676"/>
                <a:gd name="connsiteY122" fmla="*/ 334466 h 804026"/>
                <a:gd name="connsiteX123" fmla="*/ 276692 w 465676"/>
                <a:gd name="connsiteY123" fmla="*/ 334466 h 804026"/>
                <a:gd name="connsiteX124" fmla="*/ 276696 w 465676"/>
                <a:gd name="connsiteY124" fmla="*/ 334466 h 804026"/>
                <a:gd name="connsiteX125" fmla="*/ 277940 w 465676"/>
                <a:gd name="connsiteY125" fmla="*/ 332092 h 804026"/>
                <a:gd name="connsiteX126" fmla="*/ 314185 w 465676"/>
                <a:gd name="connsiteY126" fmla="*/ 332803 h 804026"/>
                <a:gd name="connsiteX127" fmla="*/ 314816 w 465676"/>
                <a:gd name="connsiteY127" fmla="*/ 333219 h 804026"/>
                <a:gd name="connsiteX128" fmla="*/ 326347 w 465676"/>
                <a:gd name="connsiteY128" fmla="*/ 335018 h 804026"/>
                <a:gd name="connsiteX129" fmla="*/ 359736 w 465676"/>
                <a:gd name="connsiteY129" fmla="*/ 348462 h 804026"/>
                <a:gd name="connsiteX130" fmla="*/ 368243 w 465676"/>
                <a:gd name="connsiteY130" fmla="*/ 354141 h 804026"/>
                <a:gd name="connsiteX131" fmla="*/ 354368 w 465676"/>
                <a:gd name="connsiteY131" fmla="*/ 347990 h 804026"/>
                <a:gd name="connsiteX132" fmla="*/ 368381 w 465676"/>
                <a:gd name="connsiteY132" fmla="*/ 354456 h 804026"/>
                <a:gd name="connsiteX133" fmla="*/ 368394 w 465676"/>
                <a:gd name="connsiteY133" fmla="*/ 354793 h 804026"/>
                <a:gd name="connsiteX134" fmla="*/ 371347 w 465676"/>
                <a:gd name="connsiteY134" fmla="*/ 356438 h 804026"/>
                <a:gd name="connsiteX135" fmla="*/ 393344 w 465676"/>
                <a:gd name="connsiteY135" fmla="*/ 377905 h 804026"/>
                <a:gd name="connsiteX136" fmla="*/ 407903 w 465676"/>
                <a:gd name="connsiteY136" fmla="*/ 399810 h 804026"/>
                <a:gd name="connsiteX137" fmla="*/ 417335 w 465676"/>
                <a:gd name="connsiteY137" fmla="*/ 423621 h 804026"/>
                <a:gd name="connsiteX138" fmla="*/ 421455 w 465676"/>
                <a:gd name="connsiteY138" fmla="*/ 438649 h 804026"/>
                <a:gd name="connsiteX139" fmla="*/ 423057 w 465676"/>
                <a:gd name="connsiteY139" fmla="*/ 472537 h 804026"/>
                <a:gd name="connsiteX140" fmla="*/ 419303 w 465676"/>
                <a:gd name="connsiteY140" fmla="*/ 492985 h 804026"/>
                <a:gd name="connsiteX141" fmla="*/ 417921 w 465676"/>
                <a:gd name="connsiteY141" fmla="*/ 496589 h 804026"/>
                <a:gd name="connsiteX142" fmla="*/ 414143 w 465676"/>
                <a:gd name="connsiteY142" fmla="*/ 500513 h 804026"/>
                <a:gd name="connsiteX143" fmla="*/ 402702 w 465676"/>
                <a:gd name="connsiteY143" fmla="*/ 527472 h 804026"/>
                <a:gd name="connsiteX144" fmla="*/ 402942 w 465676"/>
                <a:gd name="connsiteY144" fmla="*/ 530370 h 804026"/>
                <a:gd name="connsiteX145" fmla="*/ 363350 w 465676"/>
                <a:gd name="connsiteY145" fmla="*/ 569027 h 804026"/>
                <a:gd name="connsiteX146" fmla="*/ 360118 w 465676"/>
                <a:gd name="connsiteY146" fmla="*/ 569647 h 804026"/>
                <a:gd name="connsiteX147" fmla="*/ 357117 w 465676"/>
                <a:gd name="connsiteY147" fmla="*/ 571949 h 804026"/>
                <a:gd name="connsiteX148" fmla="*/ 356404 w 465676"/>
                <a:gd name="connsiteY148" fmla="*/ 573025 h 804026"/>
                <a:gd name="connsiteX149" fmla="*/ 348586 w 465676"/>
                <a:gd name="connsiteY149" fmla="*/ 577413 h 804026"/>
                <a:gd name="connsiteX150" fmla="*/ 334376 w 465676"/>
                <a:gd name="connsiteY150" fmla="*/ 582733 h 804026"/>
                <a:gd name="connsiteX151" fmla="*/ 318249 w 465676"/>
                <a:gd name="connsiteY151" fmla="*/ 586650 h 804026"/>
                <a:gd name="connsiteX152" fmla="*/ 286181 w 465676"/>
                <a:gd name="connsiteY152" fmla="*/ 588320 h 804026"/>
                <a:gd name="connsiteX153" fmla="*/ 257594 w 465676"/>
                <a:gd name="connsiteY153" fmla="*/ 583010 h 804026"/>
                <a:gd name="connsiteX154" fmla="*/ 253218 w 465676"/>
                <a:gd name="connsiteY154" fmla="*/ 581610 h 804026"/>
                <a:gd name="connsiteX155" fmla="*/ 257245 w 465676"/>
                <a:gd name="connsiteY155" fmla="*/ 582836 h 804026"/>
                <a:gd name="connsiteX156" fmla="*/ 252035 w 465676"/>
                <a:gd name="connsiteY156" fmla="*/ 578964 h 804026"/>
                <a:gd name="connsiteX157" fmla="*/ 246264 w 465676"/>
                <a:gd name="connsiteY157" fmla="*/ 579386 h 804026"/>
                <a:gd name="connsiteX158" fmla="*/ 245681 w 465676"/>
                <a:gd name="connsiteY158" fmla="*/ 579200 h 804026"/>
                <a:gd name="connsiteX159" fmla="*/ 243753 w 465676"/>
                <a:gd name="connsiteY159" fmla="*/ 578072 h 804026"/>
                <a:gd name="connsiteX160" fmla="*/ 240509 w 465676"/>
                <a:gd name="connsiteY160" fmla="*/ 576503 h 804026"/>
                <a:gd name="connsiteX161" fmla="*/ 239716 w 465676"/>
                <a:gd name="connsiteY161" fmla="*/ 576041 h 804026"/>
                <a:gd name="connsiteX162" fmla="*/ 239142 w 465676"/>
                <a:gd name="connsiteY162" fmla="*/ 575891 h 804026"/>
                <a:gd name="connsiteX163" fmla="*/ 236866 w 465676"/>
                <a:gd name="connsiteY163" fmla="*/ 575297 h 804026"/>
                <a:gd name="connsiteX164" fmla="*/ 212318 w 465676"/>
                <a:gd name="connsiteY164" fmla="*/ 559236 h 804026"/>
                <a:gd name="connsiteX165" fmla="*/ 176927 w 465676"/>
                <a:gd name="connsiteY165" fmla="*/ 511886 h 804026"/>
                <a:gd name="connsiteX166" fmla="*/ 176538 w 465676"/>
                <a:gd name="connsiteY166" fmla="*/ 510992 h 804026"/>
                <a:gd name="connsiteX167" fmla="*/ 175969 w 465676"/>
                <a:gd name="connsiteY167" fmla="*/ 509681 h 804026"/>
                <a:gd name="connsiteX168" fmla="*/ 174989 w 465676"/>
                <a:gd name="connsiteY168" fmla="*/ 506870 h 804026"/>
                <a:gd name="connsiteX169" fmla="*/ 173844 w 465676"/>
                <a:gd name="connsiteY169" fmla="*/ 503404 h 804026"/>
                <a:gd name="connsiteX170" fmla="*/ 170076 w 465676"/>
                <a:gd name="connsiteY170" fmla="*/ 492004 h 804026"/>
                <a:gd name="connsiteX171" fmla="*/ 169313 w 465676"/>
                <a:gd name="connsiteY171" fmla="*/ 489500 h 804026"/>
                <a:gd name="connsiteX172" fmla="*/ 169198 w 465676"/>
                <a:gd name="connsiteY172" fmla="*/ 488242 h 804026"/>
                <a:gd name="connsiteX173" fmla="*/ 169094 w 465676"/>
                <a:gd name="connsiteY173" fmla="*/ 487094 h 804026"/>
                <a:gd name="connsiteX174" fmla="*/ 168331 w 465676"/>
                <a:gd name="connsiteY174" fmla="*/ 484589 h 804026"/>
                <a:gd name="connsiteX175" fmla="*/ 168216 w 465676"/>
                <a:gd name="connsiteY175" fmla="*/ 483332 h 804026"/>
                <a:gd name="connsiteX176" fmla="*/ 168112 w 465676"/>
                <a:gd name="connsiteY176" fmla="*/ 482184 h 804026"/>
                <a:gd name="connsiteX177" fmla="*/ 167309 w 465676"/>
                <a:gd name="connsiteY177" fmla="*/ 476618 h 804026"/>
                <a:gd name="connsiteX178" fmla="*/ 167215 w 465676"/>
                <a:gd name="connsiteY178" fmla="*/ 475418 h 804026"/>
                <a:gd name="connsiteX179" fmla="*/ 167130 w 465676"/>
                <a:gd name="connsiteY179" fmla="*/ 474327 h 804026"/>
                <a:gd name="connsiteX180" fmla="*/ 166037 w 465676"/>
                <a:gd name="connsiteY180" fmla="*/ 466842 h 804026"/>
                <a:gd name="connsiteX181" fmla="*/ 166378 w 465676"/>
                <a:gd name="connsiteY181" fmla="*/ 449192 h 804026"/>
                <a:gd name="connsiteX182" fmla="*/ 166453 w 465676"/>
                <a:gd name="connsiteY182" fmla="*/ 448652 h 804026"/>
                <a:gd name="connsiteX183" fmla="*/ 166850 w 465676"/>
                <a:gd name="connsiteY183" fmla="*/ 445809 h 804026"/>
                <a:gd name="connsiteX184" fmla="*/ 167360 w 465676"/>
                <a:gd name="connsiteY184" fmla="*/ 442247 h 804026"/>
                <a:gd name="connsiteX185" fmla="*/ 167438 w 465676"/>
                <a:gd name="connsiteY185" fmla="*/ 441700 h 804026"/>
                <a:gd name="connsiteX186" fmla="*/ 167832 w 465676"/>
                <a:gd name="connsiteY186" fmla="*/ 438935 h 804026"/>
                <a:gd name="connsiteX187" fmla="*/ 168343 w 465676"/>
                <a:gd name="connsiteY187" fmla="*/ 436330 h 804026"/>
                <a:gd name="connsiteX188" fmla="*/ 170451 w 465676"/>
                <a:gd name="connsiteY188" fmla="*/ 434397 h 804026"/>
                <a:gd name="connsiteX189" fmla="*/ 189933 w 465676"/>
                <a:gd name="connsiteY189" fmla="*/ 389067 h 804026"/>
                <a:gd name="connsiteX190" fmla="*/ 189655 w 465676"/>
                <a:gd name="connsiteY190" fmla="*/ 385608 h 804026"/>
                <a:gd name="connsiteX191" fmla="*/ 190057 w 465676"/>
                <a:gd name="connsiteY191" fmla="*/ 384835 h 804026"/>
                <a:gd name="connsiteX192" fmla="*/ 193856 w 465676"/>
                <a:gd name="connsiteY192" fmla="*/ 383485 h 804026"/>
                <a:gd name="connsiteX193" fmla="*/ 193856 w 465676"/>
                <a:gd name="connsiteY193" fmla="*/ 383485 h 804026"/>
                <a:gd name="connsiteX194" fmla="*/ 190143 w 465676"/>
                <a:gd name="connsiteY194" fmla="*/ 384540 h 804026"/>
                <a:gd name="connsiteX195" fmla="*/ 192100 w 465676"/>
                <a:gd name="connsiteY195" fmla="*/ 382083 h 804026"/>
                <a:gd name="connsiteX196" fmla="*/ 193855 w 465676"/>
                <a:gd name="connsiteY196" fmla="*/ 383484 h 804026"/>
                <a:gd name="connsiteX197" fmla="*/ 192385 w 465676"/>
                <a:gd name="connsiteY197" fmla="*/ 381975 h 804026"/>
                <a:gd name="connsiteX198" fmla="*/ 194426 w 465676"/>
                <a:gd name="connsiteY198" fmla="*/ 379152 h 804026"/>
                <a:gd name="connsiteX199" fmla="*/ 198796 w 465676"/>
                <a:gd name="connsiteY199" fmla="*/ 377545 h 804026"/>
                <a:gd name="connsiteX200" fmla="*/ 197295 w 465676"/>
                <a:gd name="connsiteY200" fmla="*/ 376082 h 804026"/>
                <a:gd name="connsiteX201" fmla="*/ 206245 w 465676"/>
                <a:gd name="connsiteY201" fmla="*/ 366393 h 804026"/>
                <a:gd name="connsiteX202" fmla="*/ 210214 w 465676"/>
                <a:gd name="connsiteY202" fmla="*/ 365638 h 804026"/>
                <a:gd name="connsiteX203" fmla="*/ 206546 w 465676"/>
                <a:gd name="connsiteY203" fmla="*/ 366268 h 804026"/>
                <a:gd name="connsiteX204" fmla="*/ 210812 w 465676"/>
                <a:gd name="connsiteY204" fmla="*/ 362390 h 804026"/>
                <a:gd name="connsiteX205" fmla="*/ 210248 w 465676"/>
                <a:gd name="connsiteY205" fmla="*/ 365631 h 804026"/>
                <a:gd name="connsiteX206" fmla="*/ 210249 w 465676"/>
                <a:gd name="connsiteY206" fmla="*/ 365631 h 804026"/>
                <a:gd name="connsiteX207" fmla="*/ 211117 w 465676"/>
                <a:gd name="connsiteY207" fmla="*/ 362260 h 804026"/>
                <a:gd name="connsiteX208" fmla="*/ 212220 w 465676"/>
                <a:gd name="connsiteY208" fmla="*/ 361420 h 804026"/>
                <a:gd name="connsiteX209" fmla="*/ 214976 w 465676"/>
                <a:gd name="connsiteY209" fmla="*/ 361137 h 804026"/>
                <a:gd name="connsiteX210" fmla="*/ 212448 w 465676"/>
                <a:gd name="connsiteY210" fmla="*/ 361358 h 804026"/>
                <a:gd name="connsiteX211" fmla="*/ 215971 w 465676"/>
                <a:gd name="connsiteY211" fmla="*/ 358148 h 804026"/>
                <a:gd name="connsiteX212" fmla="*/ 216544 w 465676"/>
                <a:gd name="connsiteY212" fmla="*/ 360156 h 804026"/>
                <a:gd name="connsiteX213" fmla="*/ 215950 w 465676"/>
                <a:gd name="connsiteY213" fmla="*/ 360923 h 804026"/>
                <a:gd name="connsiteX214" fmla="*/ 216647 w 465676"/>
                <a:gd name="connsiteY214" fmla="*/ 360085 h 804026"/>
                <a:gd name="connsiteX215" fmla="*/ 216225 w 465676"/>
                <a:gd name="connsiteY215" fmla="*/ 357977 h 804026"/>
                <a:gd name="connsiteX216" fmla="*/ 216841 w 465676"/>
                <a:gd name="connsiteY216" fmla="*/ 357845 h 804026"/>
                <a:gd name="connsiteX217" fmla="*/ 219244 w 465676"/>
                <a:gd name="connsiteY217" fmla="*/ 357837 h 804026"/>
                <a:gd name="connsiteX218" fmla="*/ 216981 w 465676"/>
                <a:gd name="connsiteY218" fmla="*/ 357805 h 804026"/>
                <a:gd name="connsiteX219" fmla="*/ 219915 w 465676"/>
                <a:gd name="connsiteY219" fmla="*/ 355193 h 804026"/>
                <a:gd name="connsiteX220" fmla="*/ 220112 w 465676"/>
                <a:gd name="connsiteY220" fmla="*/ 357834 h 804026"/>
                <a:gd name="connsiteX221" fmla="*/ 220125 w 465676"/>
                <a:gd name="connsiteY221" fmla="*/ 357834 h 804026"/>
                <a:gd name="connsiteX222" fmla="*/ 220153 w 465676"/>
                <a:gd name="connsiteY222" fmla="*/ 355031 h 804026"/>
                <a:gd name="connsiteX223" fmla="*/ 220757 w 465676"/>
                <a:gd name="connsiteY223" fmla="*/ 354898 h 804026"/>
                <a:gd name="connsiteX224" fmla="*/ 225452 w 465676"/>
                <a:gd name="connsiteY224" fmla="*/ 354543 h 804026"/>
                <a:gd name="connsiteX225" fmla="*/ 269572 w 465676"/>
                <a:gd name="connsiteY225" fmla="*/ 335657 h 804026"/>
                <a:gd name="connsiteX226" fmla="*/ 272047 w 465676"/>
                <a:gd name="connsiteY226" fmla="*/ 333074 h 804026"/>
                <a:gd name="connsiteX227" fmla="*/ 273773 w 465676"/>
                <a:gd name="connsiteY227" fmla="*/ 333301 h 804026"/>
                <a:gd name="connsiteX228" fmla="*/ 275551 w 465676"/>
                <a:gd name="connsiteY228" fmla="*/ 334551 h 804026"/>
                <a:gd name="connsiteX229" fmla="*/ 275637 w 465676"/>
                <a:gd name="connsiteY229" fmla="*/ 334545 h 804026"/>
                <a:gd name="connsiteX230" fmla="*/ 274098 w 465676"/>
                <a:gd name="connsiteY230" fmla="*/ 333372 h 804026"/>
                <a:gd name="connsiteX231" fmla="*/ 277592 w 465676"/>
                <a:gd name="connsiteY231" fmla="*/ 332024 h 804026"/>
                <a:gd name="connsiteX232" fmla="*/ 224628 w 465676"/>
                <a:gd name="connsiteY232" fmla="*/ 227098 h 804026"/>
                <a:gd name="connsiteX233" fmla="*/ 224045 w 465676"/>
                <a:gd name="connsiteY233" fmla="*/ 227549 h 804026"/>
                <a:gd name="connsiteX234" fmla="*/ 224027 w 465676"/>
                <a:gd name="connsiteY234" fmla="*/ 227602 h 804026"/>
                <a:gd name="connsiteX235" fmla="*/ 181250 w 465676"/>
                <a:gd name="connsiteY235" fmla="*/ 159234 h 804026"/>
                <a:gd name="connsiteX236" fmla="*/ 182961 w 465676"/>
                <a:gd name="connsiteY236" fmla="*/ 160945 h 804026"/>
                <a:gd name="connsiteX237" fmla="*/ 169568 w 465676"/>
                <a:gd name="connsiteY237" fmla="*/ 189936 h 804026"/>
                <a:gd name="connsiteX238" fmla="*/ 166165 w 465676"/>
                <a:gd name="connsiteY238" fmla="*/ 192333 h 804026"/>
                <a:gd name="connsiteX239" fmla="*/ 166442 w 465676"/>
                <a:gd name="connsiteY239" fmla="*/ 189659 h 804026"/>
                <a:gd name="connsiteX240" fmla="*/ 181250 w 465676"/>
                <a:gd name="connsiteY240" fmla="*/ 159234 h 804026"/>
                <a:gd name="connsiteX241" fmla="*/ 74879 w 465676"/>
                <a:gd name="connsiteY241" fmla="*/ 74358 h 804026"/>
                <a:gd name="connsiteX242" fmla="*/ 74697 w 465676"/>
                <a:gd name="connsiteY242" fmla="*/ 74408 h 804026"/>
                <a:gd name="connsiteX243" fmla="*/ 74695 w 465676"/>
                <a:gd name="connsiteY243" fmla="*/ 74410 h 804026"/>
                <a:gd name="connsiteX244" fmla="*/ 89821 w 465676"/>
                <a:gd name="connsiteY244" fmla="*/ 35 h 804026"/>
                <a:gd name="connsiteX245" fmla="*/ 128294 w 465676"/>
                <a:gd name="connsiteY245" fmla="*/ 47 h 804026"/>
                <a:gd name="connsiteX246" fmla="*/ 129387 w 465676"/>
                <a:gd name="connsiteY246" fmla="*/ 28729 h 804026"/>
                <a:gd name="connsiteX247" fmla="*/ 129772 w 465676"/>
                <a:gd name="connsiteY247" fmla="*/ 28966 h 804026"/>
                <a:gd name="connsiteX248" fmla="*/ 160344 w 465676"/>
                <a:gd name="connsiteY248" fmla="*/ 38346 h 804026"/>
                <a:gd name="connsiteX249" fmla="*/ 165564 w 465676"/>
                <a:gd name="connsiteY249" fmla="*/ 40195 h 804026"/>
                <a:gd name="connsiteX250" fmla="*/ 166189 w 465676"/>
                <a:gd name="connsiteY250" fmla="*/ 42747 h 804026"/>
                <a:gd name="connsiteX251" fmla="*/ 166239 w 465676"/>
                <a:gd name="connsiteY251" fmla="*/ 42752 h 804026"/>
                <a:gd name="connsiteX252" fmla="*/ 165939 w 465676"/>
                <a:gd name="connsiteY252" fmla="*/ 40147 h 804026"/>
                <a:gd name="connsiteX253" fmla="*/ 183795 w 465676"/>
                <a:gd name="connsiteY253" fmla="*/ 18355 h 804026"/>
                <a:gd name="connsiteX254" fmla="*/ 213851 w 465676"/>
                <a:gd name="connsiteY254" fmla="*/ 43622 h 804026"/>
                <a:gd name="connsiteX255" fmla="*/ 214194 w 465676"/>
                <a:gd name="connsiteY255" fmla="*/ 49682 h 804026"/>
                <a:gd name="connsiteX256" fmla="*/ 200451 w 465676"/>
                <a:gd name="connsiteY256" fmla="*/ 66438 h 804026"/>
                <a:gd name="connsiteX257" fmla="*/ 200716 w 465676"/>
                <a:gd name="connsiteY257" fmla="*/ 71413 h 804026"/>
                <a:gd name="connsiteX258" fmla="*/ 214545 w 465676"/>
                <a:gd name="connsiteY258" fmla="*/ 94264 h 804026"/>
                <a:gd name="connsiteX259" fmla="*/ 217216 w 465676"/>
                <a:gd name="connsiteY259" fmla="*/ 100456 h 804026"/>
                <a:gd name="connsiteX260" fmla="*/ 222665 w 465676"/>
                <a:gd name="connsiteY260" fmla="*/ 100574 h 804026"/>
                <a:gd name="connsiteX261" fmla="*/ 223450 w 465676"/>
                <a:gd name="connsiteY261" fmla="*/ 100546 h 804026"/>
                <a:gd name="connsiteX262" fmla="*/ 236298 w 465676"/>
                <a:gd name="connsiteY262" fmla="*/ 97316 h 804026"/>
                <a:gd name="connsiteX263" fmla="*/ 231817 w 465676"/>
                <a:gd name="connsiteY263" fmla="*/ 100244 h 804026"/>
                <a:gd name="connsiteX264" fmla="*/ 231800 w 465676"/>
                <a:gd name="connsiteY264" fmla="*/ 100245 h 804026"/>
                <a:gd name="connsiteX265" fmla="*/ 231817 w 465676"/>
                <a:gd name="connsiteY265" fmla="*/ 100244 h 804026"/>
                <a:gd name="connsiteX266" fmla="*/ 236693 w 465676"/>
                <a:gd name="connsiteY266" fmla="*/ 97379 h 804026"/>
                <a:gd name="connsiteX267" fmla="*/ 238434 w 465676"/>
                <a:gd name="connsiteY267" fmla="*/ 97622 h 804026"/>
                <a:gd name="connsiteX268" fmla="*/ 238789 w 465676"/>
                <a:gd name="connsiteY268" fmla="*/ 97684 h 804026"/>
                <a:gd name="connsiteX269" fmla="*/ 247108 w 465676"/>
                <a:gd name="connsiteY269" fmla="*/ 95270 h 804026"/>
                <a:gd name="connsiteX270" fmla="*/ 247403 w 465676"/>
                <a:gd name="connsiteY270" fmla="*/ 98785 h 804026"/>
                <a:gd name="connsiteX271" fmla="*/ 239042 w 465676"/>
                <a:gd name="connsiteY271" fmla="*/ 97728 h 804026"/>
                <a:gd name="connsiteX272" fmla="*/ 247332 w 465676"/>
                <a:gd name="connsiteY272" fmla="*/ 99180 h 804026"/>
                <a:gd name="connsiteX273" fmla="*/ 254786 w 465676"/>
                <a:gd name="connsiteY273" fmla="*/ 137945 h 804026"/>
                <a:gd name="connsiteX274" fmla="*/ 226577 w 465676"/>
                <a:gd name="connsiteY274" fmla="*/ 142865 h 804026"/>
                <a:gd name="connsiteX275" fmla="*/ 223406 w 465676"/>
                <a:gd name="connsiteY275" fmla="*/ 161329 h 804026"/>
                <a:gd name="connsiteX276" fmla="*/ 221874 w 465676"/>
                <a:gd name="connsiteY276" fmla="*/ 172561 h 804026"/>
                <a:gd name="connsiteX277" fmla="*/ 221619 w 465676"/>
                <a:gd name="connsiteY277" fmla="*/ 174362 h 804026"/>
                <a:gd name="connsiteX278" fmla="*/ 222901 w 465676"/>
                <a:gd name="connsiteY278" fmla="*/ 182555 h 804026"/>
                <a:gd name="connsiteX279" fmla="*/ 223832 w 465676"/>
                <a:gd name="connsiteY279" fmla="*/ 183286 h 804026"/>
                <a:gd name="connsiteX280" fmla="*/ 244096 w 465676"/>
                <a:gd name="connsiteY280" fmla="*/ 193810 h 804026"/>
                <a:gd name="connsiteX281" fmla="*/ 244543 w 465676"/>
                <a:gd name="connsiteY281" fmla="*/ 198038 h 804026"/>
                <a:gd name="connsiteX282" fmla="*/ 243772 w 465676"/>
                <a:gd name="connsiteY282" fmla="*/ 198368 h 804026"/>
                <a:gd name="connsiteX283" fmla="*/ 230134 w 465676"/>
                <a:gd name="connsiteY283" fmla="*/ 188229 h 804026"/>
                <a:gd name="connsiteX284" fmla="*/ 243248 w 465676"/>
                <a:gd name="connsiteY284" fmla="*/ 198513 h 804026"/>
                <a:gd name="connsiteX285" fmla="*/ 238478 w 465676"/>
                <a:gd name="connsiteY285" fmla="*/ 201752 h 804026"/>
                <a:gd name="connsiteX286" fmla="*/ 238051 w 465676"/>
                <a:gd name="connsiteY286" fmla="*/ 207332 h 804026"/>
                <a:gd name="connsiteX287" fmla="*/ 238504 w 465676"/>
                <a:gd name="connsiteY287" fmla="*/ 201752 h 804026"/>
                <a:gd name="connsiteX288" fmla="*/ 243452 w 465676"/>
                <a:gd name="connsiteY288" fmla="*/ 198513 h 804026"/>
                <a:gd name="connsiteX289" fmla="*/ 244385 w 465676"/>
                <a:gd name="connsiteY289" fmla="*/ 198367 h 804026"/>
                <a:gd name="connsiteX290" fmla="*/ 230245 w 465676"/>
                <a:gd name="connsiteY290" fmla="*/ 223784 h 804026"/>
                <a:gd name="connsiteX291" fmla="*/ 229800 w 465676"/>
                <a:gd name="connsiteY291" fmla="*/ 218090 h 804026"/>
                <a:gd name="connsiteX292" fmla="*/ 232397 w 465676"/>
                <a:gd name="connsiteY292" fmla="*/ 216372 h 804026"/>
                <a:gd name="connsiteX293" fmla="*/ 229796 w 465676"/>
                <a:gd name="connsiteY293" fmla="*/ 218092 h 804026"/>
                <a:gd name="connsiteX294" fmla="*/ 229934 w 465676"/>
                <a:gd name="connsiteY294" fmla="*/ 223940 h 804026"/>
                <a:gd name="connsiteX295" fmla="*/ 227956 w 465676"/>
                <a:gd name="connsiteY295" fmla="*/ 226648 h 804026"/>
                <a:gd name="connsiteX296" fmla="*/ 225369 w 465676"/>
                <a:gd name="connsiteY296" fmla="*/ 226524 h 804026"/>
                <a:gd name="connsiteX297" fmla="*/ 225293 w 465676"/>
                <a:gd name="connsiteY297" fmla="*/ 226583 h 804026"/>
                <a:gd name="connsiteX298" fmla="*/ 227660 w 465676"/>
                <a:gd name="connsiteY298" fmla="*/ 226767 h 804026"/>
                <a:gd name="connsiteX299" fmla="*/ 225813 w 465676"/>
                <a:gd name="connsiteY299" fmla="*/ 231517 h 804026"/>
                <a:gd name="connsiteX300" fmla="*/ 223042 w 465676"/>
                <a:gd name="connsiteY300" fmla="*/ 231206 h 804026"/>
                <a:gd name="connsiteX301" fmla="*/ 224019 w 465676"/>
                <a:gd name="connsiteY301" fmla="*/ 227625 h 804026"/>
                <a:gd name="connsiteX302" fmla="*/ 222905 w 465676"/>
                <a:gd name="connsiteY302" fmla="*/ 230892 h 804026"/>
                <a:gd name="connsiteX303" fmla="*/ 205347 w 465676"/>
                <a:gd name="connsiteY303" fmla="*/ 221451 h 804026"/>
                <a:gd name="connsiteX304" fmla="*/ 194205 w 465676"/>
                <a:gd name="connsiteY304" fmla="*/ 222538 h 804026"/>
                <a:gd name="connsiteX305" fmla="*/ 178906 w 465676"/>
                <a:gd name="connsiteY305" fmla="*/ 233978 h 804026"/>
                <a:gd name="connsiteX306" fmla="*/ 173093 w 465676"/>
                <a:gd name="connsiteY306" fmla="*/ 230865 h 804026"/>
                <a:gd name="connsiteX307" fmla="*/ 166187 w 465676"/>
                <a:gd name="connsiteY307" fmla="*/ 192748 h 804026"/>
                <a:gd name="connsiteX308" fmla="*/ 169568 w 465676"/>
                <a:gd name="connsiteY308" fmla="*/ 189936 h 804026"/>
                <a:gd name="connsiteX309" fmla="*/ 182961 w 465676"/>
                <a:gd name="connsiteY309" fmla="*/ 160945 h 804026"/>
                <a:gd name="connsiteX310" fmla="*/ 181581 w 465676"/>
                <a:gd name="connsiteY310" fmla="*/ 159047 h 804026"/>
                <a:gd name="connsiteX311" fmla="*/ 182612 w 465676"/>
                <a:gd name="connsiteY311" fmla="*/ 140394 h 804026"/>
                <a:gd name="connsiteX312" fmla="*/ 182089 w 465676"/>
                <a:gd name="connsiteY312" fmla="*/ 130928 h 804026"/>
                <a:gd name="connsiteX313" fmla="*/ 180431 w 465676"/>
                <a:gd name="connsiteY313" fmla="*/ 124604 h 804026"/>
                <a:gd name="connsiteX314" fmla="*/ 178915 w 465676"/>
                <a:gd name="connsiteY314" fmla="*/ 118821 h 804026"/>
                <a:gd name="connsiteX315" fmla="*/ 177907 w 465676"/>
                <a:gd name="connsiteY315" fmla="*/ 116077 h 804026"/>
                <a:gd name="connsiteX316" fmla="*/ 177550 w 465676"/>
                <a:gd name="connsiteY316" fmla="*/ 115269 h 804026"/>
                <a:gd name="connsiteX317" fmla="*/ 176950 w 465676"/>
                <a:gd name="connsiteY317" fmla="*/ 113911 h 804026"/>
                <a:gd name="connsiteX318" fmla="*/ 161421 w 465676"/>
                <a:gd name="connsiteY318" fmla="*/ 91748 h 804026"/>
                <a:gd name="connsiteX319" fmla="*/ 138868 w 465676"/>
                <a:gd name="connsiteY319" fmla="*/ 75957 h 804026"/>
                <a:gd name="connsiteX320" fmla="*/ 105559 w 465676"/>
                <a:gd name="connsiteY320" fmla="*/ 69904 h 804026"/>
                <a:gd name="connsiteX321" fmla="*/ 81859 w 465676"/>
                <a:gd name="connsiteY321" fmla="*/ 74353 h 804026"/>
                <a:gd name="connsiteX322" fmla="*/ 78152 w 465676"/>
                <a:gd name="connsiteY322" fmla="*/ 73456 h 804026"/>
                <a:gd name="connsiteX323" fmla="*/ 78035 w 465676"/>
                <a:gd name="connsiteY323" fmla="*/ 73488 h 804026"/>
                <a:gd name="connsiteX324" fmla="*/ 81471 w 465676"/>
                <a:gd name="connsiteY324" fmla="*/ 74404 h 804026"/>
                <a:gd name="connsiteX325" fmla="*/ 71071 w 465676"/>
                <a:gd name="connsiteY325" fmla="*/ 80328 h 804026"/>
                <a:gd name="connsiteX326" fmla="*/ 72180 w 465676"/>
                <a:gd name="connsiteY326" fmla="*/ 76822 h 804026"/>
                <a:gd name="connsiteX327" fmla="*/ 74652 w 465676"/>
                <a:gd name="connsiteY327" fmla="*/ 74449 h 804026"/>
                <a:gd name="connsiteX328" fmla="*/ 72040 w 465676"/>
                <a:gd name="connsiteY328" fmla="*/ 76834 h 804026"/>
                <a:gd name="connsiteX329" fmla="*/ 70723 w 465676"/>
                <a:gd name="connsiteY329" fmla="*/ 80357 h 804026"/>
                <a:gd name="connsiteX330" fmla="*/ 46140 w 465676"/>
                <a:gd name="connsiteY330" fmla="*/ 105674 h 804026"/>
                <a:gd name="connsiteX331" fmla="*/ 39816 w 465676"/>
                <a:gd name="connsiteY331" fmla="*/ 107254 h 804026"/>
                <a:gd name="connsiteX332" fmla="*/ 26857 w 465676"/>
                <a:gd name="connsiteY332" fmla="*/ 102825 h 804026"/>
                <a:gd name="connsiteX333" fmla="*/ 24467 w 465676"/>
                <a:gd name="connsiteY333" fmla="*/ 100475 h 804026"/>
                <a:gd name="connsiteX334" fmla="*/ 22884 w 465676"/>
                <a:gd name="connsiteY334" fmla="*/ 99392 h 804026"/>
                <a:gd name="connsiteX335" fmla="*/ 24305 w 465676"/>
                <a:gd name="connsiteY335" fmla="*/ 100385 h 804026"/>
                <a:gd name="connsiteX336" fmla="*/ 26460 w 465676"/>
                <a:gd name="connsiteY336" fmla="*/ 102610 h 804026"/>
                <a:gd name="connsiteX337" fmla="*/ 16889 w 465676"/>
                <a:gd name="connsiteY337" fmla="*/ 100073 h 804026"/>
                <a:gd name="connsiteX338" fmla="*/ 19638 w 465676"/>
                <a:gd name="connsiteY338" fmla="*/ 98520 h 804026"/>
                <a:gd name="connsiteX339" fmla="*/ 20555 w 465676"/>
                <a:gd name="connsiteY339" fmla="*/ 98634 h 804026"/>
                <a:gd name="connsiteX340" fmla="*/ 19504 w 465676"/>
                <a:gd name="connsiteY340" fmla="*/ 98492 h 804026"/>
                <a:gd name="connsiteX341" fmla="*/ 16556 w 465676"/>
                <a:gd name="connsiteY341" fmla="*/ 99998 h 804026"/>
                <a:gd name="connsiteX342" fmla="*/ 14047 w 465676"/>
                <a:gd name="connsiteY342" fmla="*/ 98861 h 804026"/>
                <a:gd name="connsiteX343" fmla="*/ 6020 w 465676"/>
                <a:gd name="connsiteY343" fmla="*/ 93008 h 804026"/>
                <a:gd name="connsiteX344" fmla="*/ 13695 w 465676"/>
                <a:gd name="connsiteY344" fmla="*/ 98685 h 804026"/>
                <a:gd name="connsiteX345" fmla="*/ 8409 w 465676"/>
                <a:gd name="connsiteY345" fmla="*/ 97439 h 804026"/>
                <a:gd name="connsiteX346" fmla="*/ 4961 w 465676"/>
                <a:gd name="connsiteY346" fmla="*/ 89396 h 804026"/>
                <a:gd name="connsiteX347" fmla="*/ 10650 w 465676"/>
                <a:gd name="connsiteY347" fmla="*/ 80349 h 804026"/>
                <a:gd name="connsiteX348" fmla="*/ 11191 w 465676"/>
                <a:gd name="connsiteY348" fmla="*/ 83666 h 804026"/>
                <a:gd name="connsiteX349" fmla="*/ 10919 w 465676"/>
                <a:gd name="connsiteY349" fmla="*/ 80187 h 804026"/>
                <a:gd name="connsiteX350" fmla="*/ 11345 w 465676"/>
                <a:gd name="connsiteY350" fmla="*/ 79411 h 804026"/>
                <a:gd name="connsiteX351" fmla="*/ 14167 w 465676"/>
                <a:gd name="connsiteY351" fmla="*/ 74867 h 804026"/>
                <a:gd name="connsiteX352" fmla="*/ 14425 w 465676"/>
                <a:gd name="connsiteY352" fmla="*/ 65655 h 804026"/>
                <a:gd name="connsiteX353" fmla="*/ 0 w 465676"/>
                <a:gd name="connsiteY353" fmla="*/ 48340 h 804026"/>
                <a:gd name="connsiteX354" fmla="*/ 29037 w 465676"/>
                <a:gd name="connsiteY354" fmla="*/ 23797 h 804026"/>
                <a:gd name="connsiteX355" fmla="*/ 36165 w 465676"/>
                <a:gd name="connsiteY355" fmla="*/ 24825 h 804026"/>
                <a:gd name="connsiteX356" fmla="*/ 46416 w 465676"/>
                <a:gd name="connsiteY356" fmla="*/ 36157 h 804026"/>
                <a:gd name="connsiteX357" fmla="*/ 50871 w 465676"/>
                <a:gd name="connsiteY357" fmla="*/ 42341 h 804026"/>
                <a:gd name="connsiteX358" fmla="*/ 53039 w 465676"/>
                <a:gd name="connsiteY358" fmla="*/ 43219 h 804026"/>
                <a:gd name="connsiteX359" fmla="*/ 53071 w 465676"/>
                <a:gd name="connsiteY359" fmla="*/ 43222 h 804026"/>
                <a:gd name="connsiteX360" fmla="*/ 51207 w 465676"/>
                <a:gd name="connsiteY360" fmla="*/ 42405 h 804026"/>
                <a:gd name="connsiteX361" fmla="*/ 81711 w 465676"/>
                <a:gd name="connsiteY361" fmla="*/ 29865 h 804026"/>
                <a:gd name="connsiteX362" fmla="*/ 84941 w 465676"/>
                <a:gd name="connsiteY362" fmla="*/ 29430 h 804026"/>
                <a:gd name="connsiteX363" fmla="*/ 85606 w 465676"/>
                <a:gd name="connsiteY363" fmla="*/ 31245 h 804026"/>
                <a:gd name="connsiteX364" fmla="*/ 85343 w 465676"/>
                <a:gd name="connsiteY364" fmla="*/ 29411 h 804026"/>
                <a:gd name="connsiteX365" fmla="*/ 84563 w 465676"/>
                <a:gd name="connsiteY365" fmla="*/ 1377 h 804026"/>
                <a:gd name="connsiteX366" fmla="*/ 89821 w 465676"/>
                <a:gd name="connsiteY366" fmla="*/ 35 h 8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Lst>
              <a:rect l="l" t="t" r="r" b="b"/>
              <a:pathLst>
                <a:path w="465676" h="804026">
                  <a:moveTo>
                    <a:pt x="301632" y="607005"/>
                  </a:moveTo>
                  <a:cubicBezTo>
                    <a:pt x="324287" y="607921"/>
                    <a:pt x="346283" y="612365"/>
                    <a:pt x="367429" y="620682"/>
                  </a:cubicBezTo>
                  <a:cubicBezTo>
                    <a:pt x="387481" y="628569"/>
                    <a:pt x="405676" y="639633"/>
                    <a:pt x="422144" y="653456"/>
                  </a:cubicBezTo>
                  <a:cubicBezTo>
                    <a:pt x="438673" y="667330"/>
                    <a:pt x="452512" y="683603"/>
                    <a:pt x="463513" y="702175"/>
                  </a:cubicBezTo>
                  <a:lnTo>
                    <a:pt x="465676" y="707821"/>
                  </a:lnTo>
                  <a:lnTo>
                    <a:pt x="408974" y="707821"/>
                  </a:lnTo>
                  <a:lnTo>
                    <a:pt x="383548" y="681245"/>
                  </a:lnTo>
                  <a:cubicBezTo>
                    <a:pt x="364357" y="667249"/>
                    <a:pt x="343088" y="658377"/>
                    <a:pt x="319972" y="654296"/>
                  </a:cubicBezTo>
                  <a:cubicBezTo>
                    <a:pt x="307495" y="652093"/>
                    <a:pt x="294783" y="651349"/>
                    <a:pt x="281860" y="652806"/>
                  </a:cubicBezTo>
                  <a:cubicBezTo>
                    <a:pt x="266979" y="654484"/>
                    <a:pt x="252572" y="657451"/>
                    <a:pt x="238749" y="662980"/>
                  </a:cubicBezTo>
                  <a:cubicBezTo>
                    <a:pt x="223708" y="668997"/>
                    <a:pt x="210005" y="677336"/>
                    <a:pt x="197505" y="687743"/>
                  </a:cubicBezTo>
                  <a:cubicBezTo>
                    <a:pt x="184741" y="698370"/>
                    <a:pt x="174127" y="710762"/>
                    <a:pt x="165418" y="724834"/>
                  </a:cubicBezTo>
                  <a:cubicBezTo>
                    <a:pt x="155267" y="741236"/>
                    <a:pt x="148337" y="758886"/>
                    <a:pt x="145384" y="777993"/>
                  </a:cubicBezTo>
                  <a:cubicBezTo>
                    <a:pt x="144063" y="786543"/>
                    <a:pt x="143067" y="795143"/>
                    <a:pt x="141882" y="804026"/>
                  </a:cubicBezTo>
                  <a:cubicBezTo>
                    <a:pt x="127364" y="804026"/>
                    <a:pt x="112559" y="804026"/>
                    <a:pt x="97358" y="804026"/>
                  </a:cubicBezTo>
                  <a:cubicBezTo>
                    <a:pt x="97655" y="797379"/>
                    <a:pt x="97417" y="790731"/>
                    <a:pt x="98363" y="784257"/>
                  </a:cubicBezTo>
                  <a:cubicBezTo>
                    <a:pt x="99859" y="774019"/>
                    <a:pt x="101723" y="763791"/>
                    <a:pt x="104190" y="753746"/>
                  </a:cubicBezTo>
                  <a:cubicBezTo>
                    <a:pt x="110105" y="729658"/>
                    <a:pt x="120603" y="707621"/>
                    <a:pt x="135667" y="687901"/>
                  </a:cubicBezTo>
                  <a:cubicBezTo>
                    <a:pt x="142008" y="679600"/>
                    <a:pt x="148424" y="671205"/>
                    <a:pt x="155848" y="663913"/>
                  </a:cubicBezTo>
                  <a:cubicBezTo>
                    <a:pt x="182163" y="638066"/>
                    <a:pt x="213534" y="620837"/>
                    <a:pt x="249307" y="612033"/>
                  </a:cubicBezTo>
                  <a:cubicBezTo>
                    <a:pt x="259045" y="609636"/>
                    <a:pt x="269244" y="608969"/>
                    <a:pt x="279278" y="607968"/>
                  </a:cubicBezTo>
                  <a:cubicBezTo>
                    <a:pt x="286692" y="607228"/>
                    <a:pt x="294202" y="606703"/>
                    <a:pt x="301632" y="607005"/>
                  </a:cubicBezTo>
                  <a:close/>
                  <a:moveTo>
                    <a:pt x="246264" y="579386"/>
                  </a:moveTo>
                  <a:lnTo>
                    <a:pt x="253218" y="581610"/>
                  </a:lnTo>
                  <a:lnTo>
                    <a:pt x="245981" y="579407"/>
                  </a:lnTo>
                  <a:close/>
                  <a:moveTo>
                    <a:pt x="343626" y="528049"/>
                  </a:moveTo>
                  <a:cubicBezTo>
                    <a:pt x="343550" y="529064"/>
                    <a:pt x="343594" y="530741"/>
                    <a:pt x="342800" y="531385"/>
                  </a:cubicBezTo>
                  <a:cubicBezTo>
                    <a:pt x="332596" y="539668"/>
                    <a:pt x="320580" y="543347"/>
                    <a:pt x="307726" y="544729"/>
                  </a:cubicBezTo>
                  <a:cubicBezTo>
                    <a:pt x="307397" y="544765"/>
                    <a:pt x="307001" y="544175"/>
                    <a:pt x="306528" y="543556"/>
                  </a:cubicBezTo>
                  <a:cubicBezTo>
                    <a:pt x="315893" y="539910"/>
                    <a:pt x="325421" y="536729"/>
                    <a:pt x="334808" y="533177"/>
                  </a:cubicBezTo>
                  <a:cubicBezTo>
                    <a:pt x="337847" y="532028"/>
                    <a:pt x="340518" y="529907"/>
                    <a:pt x="343626" y="528049"/>
                  </a:cubicBezTo>
                  <a:close/>
                  <a:moveTo>
                    <a:pt x="417853" y="496931"/>
                  </a:moveTo>
                  <a:cubicBezTo>
                    <a:pt x="414158" y="506420"/>
                    <a:pt x="410146" y="515943"/>
                    <a:pt x="405988" y="525401"/>
                  </a:cubicBezTo>
                  <a:cubicBezTo>
                    <a:pt x="405608" y="526267"/>
                    <a:pt x="404289" y="526720"/>
                    <a:pt x="403055" y="527418"/>
                  </a:cubicBezTo>
                  <a:cubicBezTo>
                    <a:pt x="406492" y="518475"/>
                    <a:pt x="410210" y="509446"/>
                    <a:pt x="414143" y="500513"/>
                  </a:cubicBezTo>
                  <a:cubicBezTo>
                    <a:pt x="414763" y="499105"/>
                    <a:pt x="416353" y="498126"/>
                    <a:pt x="417853" y="496931"/>
                  </a:cubicBezTo>
                  <a:close/>
                  <a:moveTo>
                    <a:pt x="221685" y="418384"/>
                  </a:moveTo>
                  <a:cubicBezTo>
                    <a:pt x="219672" y="424166"/>
                    <a:pt x="217269" y="429941"/>
                    <a:pt x="214543" y="435892"/>
                  </a:cubicBezTo>
                  <a:cubicBezTo>
                    <a:pt x="211934" y="430146"/>
                    <a:pt x="216255" y="419344"/>
                    <a:pt x="221685" y="418384"/>
                  </a:cubicBezTo>
                  <a:close/>
                  <a:moveTo>
                    <a:pt x="189387" y="385768"/>
                  </a:moveTo>
                  <a:cubicBezTo>
                    <a:pt x="189774" y="386778"/>
                    <a:pt x="190430" y="388290"/>
                    <a:pt x="189933" y="389067"/>
                  </a:cubicBezTo>
                  <a:cubicBezTo>
                    <a:pt x="180950" y="403118"/>
                    <a:pt x="174124" y="418067"/>
                    <a:pt x="170451" y="434397"/>
                  </a:cubicBezTo>
                  <a:cubicBezTo>
                    <a:pt x="170315" y="435002"/>
                    <a:pt x="169315" y="435413"/>
                    <a:pt x="168415" y="435971"/>
                  </a:cubicBezTo>
                  <a:cubicBezTo>
                    <a:pt x="170399" y="427709"/>
                    <a:pt x="171847" y="419035"/>
                    <a:pt x="175195" y="411168"/>
                  </a:cubicBezTo>
                  <a:cubicBezTo>
                    <a:pt x="178938" y="402373"/>
                    <a:pt x="184404" y="394310"/>
                    <a:pt x="189387" y="385768"/>
                  </a:cubicBezTo>
                  <a:close/>
                  <a:moveTo>
                    <a:pt x="262020" y="381557"/>
                  </a:moveTo>
                  <a:lnTo>
                    <a:pt x="263153" y="381790"/>
                  </a:lnTo>
                  <a:cubicBezTo>
                    <a:pt x="259211" y="384308"/>
                    <a:pt x="255174" y="386486"/>
                    <a:pt x="250790" y="388694"/>
                  </a:cubicBezTo>
                  <a:cubicBezTo>
                    <a:pt x="250845" y="387705"/>
                    <a:pt x="251152" y="386751"/>
                    <a:pt x="251645" y="385870"/>
                  </a:cubicBezTo>
                  <a:lnTo>
                    <a:pt x="253288" y="383883"/>
                  </a:lnTo>
                  <a:lnTo>
                    <a:pt x="253912" y="383359"/>
                  </a:lnTo>
                  <a:lnTo>
                    <a:pt x="256807" y="382096"/>
                  </a:lnTo>
                  <a:close/>
                  <a:moveTo>
                    <a:pt x="197010" y="376191"/>
                  </a:moveTo>
                  <a:cubicBezTo>
                    <a:pt x="197795" y="376570"/>
                    <a:pt x="198296" y="377057"/>
                    <a:pt x="198796" y="377545"/>
                  </a:cubicBezTo>
                  <a:cubicBezTo>
                    <a:pt x="197561" y="378044"/>
                    <a:pt x="196326" y="378542"/>
                    <a:pt x="194722" y="379033"/>
                  </a:cubicBezTo>
                  <a:cubicBezTo>
                    <a:pt x="195143" y="378117"/>
                    <a:pt x="195935" y="377208"/>
                    <a:pt x="197010" y="376191"/>
                  </a:cubicBezTo>
                  <a:close/>
                  <a:moveTo>
                    <a:pt x="293450" y="376018"/>
                  </a:moveTo>
                  <a:cubicBezTo>
                    <a:pt x="288573" y="376117"/>
                    <a:pt x="283702" y="376752"/>
                    <a:pt x="278867" y="378038"/>
                  </a:cubicBezTo>
                  <a:cubicBezTo>
                    <a:pt x="273665" y="379421"/>
                    <a:pt x="268454" y="380767"/>
                    <a:pt x="263059" y="381450"/>
                  </a:cubicBezTo>
                  <a:lnTo>
                    <a:pt x="262020" y="381557"/>
                  </a:lnTo>
                  <a:lnTo>
                    <a:pt x="259315" y="381002"/>
                  </a:lnTo>
                  <a:lnTo>
                    <a:pt x="256807" y="382096"/>
                  </a:lnTo>
                  <a:lnTo>
                    <a:pt x="255219" y="382260"/>
                  </a:lnTo>
                  <a:lnTo>
                    <a:pt x="253912" y="383359"/>
                  </a:lnTo>
                  <a:lnTo>
                    <a:pt x="253614" y="383489"/>
                  </a:lnTo>
                  <a:lnTo>
                    <a:pt x="253288" y="383883"/>
                  </a:lnTo>
                  <a:lnTo>
                    <a:pt x="251793" y="385139"/>
                  </a:lnTo>
                  <a:cubicBezTo>
                    <a:pt x="250848" y="386290"/>
                    <a:pt x="250148" y="387605"/>
                    <a:pt x="249835" y="389001"/>
                  </a:cubicBezTo>
                  <a:cubicBezTo>
                    <a:pt x="248111" y="390286"/>
                    <a:pt x="246386" y="391572"/>
                    <a:pt x="243958" y="392867"/>
                  </a:cubicBezTo>
                  <a:lnTo>
                    <a:pt x="242352" y="394515"/>
                  </a:lnTo>
                  <a:lnTo>
                    <a:pt x="241396" y="395496"/>
                  </a:lnTo>
                  <a:cubicBezTo>
                    <a:pt x="237955" y="398931"/>
                    <a:pt x="234260" y="402151"/>
                    <a:pt x="231143" y="405858"/>
                  </a:cubicBezTo>
                  <a:cubicBezTo>
                    <a:pt x="227834" y="409795"/>
                    <a:pt x="225074" y="414194"/>
                    <a:pt x="221296" y="418377"/>
                  </a:cubicBezTo>
                  <a:cubicBezTo>
                    <a:pt x="216255" y="419344"/>
                    <a:pt x="211934" y="430146"/>
                    <a:pt x="214117" y="436714"/>
                  </a:cubicBezTo>
                  <a:cubicBezTo>
                    <a:pt x="214058" y="437144"/>
                    <a:pt x="214000" y="437573"/>
                    <a:pt x="213622" y="438218"/>
                  </a:cubicBezTo>
                  <a:cubicBezTo>
                    <a:pt x="213422" y="438384"/>
                    <a:pt x="213260" y="438581"/>
                    <a:pt x="212546" y="439134"/>
                  </a:cubicBezTo>
                  <a:cubicBezTo>
                    <a:pt x="212397" y="442317"/>
                    <a:pt x="212127" y="445500"/>
                    <a:pt x="212123" y="448684"/>
                  </a:cubicBezTo>
                  <a:cubicBezTo>
                    <a:pt x="212111" y="457654"/>
                    <a:pt x="210847" y="466887"/>
                    <a:pt x="212524" y="475543"/>
                  </a:cubicBezTo>
                  <a:cubicBezTo>
                    <a:pt x="217125" y="499292"/>
                    <a:pt x="230375" y="517714"/>
                    <a:pt x="250568" y="531866"/>
                  </a:cubicBezTo>
                  <a:cubicBezTo>
                    <a:pt x="250761" y="532309"/>
                    <a:pt x="250829" y="532918"/>
                    <a:pt x="251165" y="533171"/>
                  </a:cubicBezTo>
                  <a:cubicBezTo>
                    <a:pt x="250829" y="532918"/>
                    <a:pt x="250761" y="532309"/>
                    <a:pt x="250526" y="531520"/>
                  </a:cubicBezTo>
                  <a:cubicBezTo>
                    <a:pt x="260695" y="536885"/>
                    <a:pt x="271408" y="541229"/>
                    <a:pt x="283431" y="543163"/>
                  </a:cubicBezTo>
                  <a:cubicBezTo>
                    <a:pt x="283298" y="543754"/>
                    <a:pt x="282687" y="544784"/>
                    <a:pt x="282241" y="544717"/>
                  </a:cubicBezTo>
                  <a:cubicBezTo>
                    <a:pt x="282687" y="544784"/>
                    <a:pt x="283298" y="543754"/>
                    <a:pt x="284601" y="543093"/>
                  </a:cubicBezTo>
                  <a:cubicBezTo>
                    <a:pt x="288827" y="543738"/>
                    <a:pt x="293043" y="544775"/>
                    <a:pt x="297285" y="544895"/>
                  </a:cubicBezTo>
                  <a:cubicBezTo>
                    <a:pt x="300312" y="544981"/>
                    <a:pt x="303373" y="543833"/>
                    <a:pt x="306637" y="543877"/>
                  </a:cubicBezTo>
                  <a:cubicBezTo>
                    <a:pt x="307001" y="544175"/>
                    <a:pt x="307397" y="544765"/>
                    <a:pt x="307726" y="544729"/>
                  </a:cubicBezTo>
                  <a:cubicBezTo>
                    <a:pt x="320580" y="543347"/>
                    <a:pt x="332596" y="539668"/>
                    <a:pt x="342800" y="531385"/>
                  </a:cubicBezTo>
                  <a:cubicBezTo>
                    <a:pt x="343594" y="530741"/>
                    <a:pt x="343550" y="529064"/>
                    <a:pt x="343981" y="527588"/>
                  </a:cubicBezTo>
                  <a:cubicBezTo>
                    <a:pt x="343981" y="527588"/>
                    <a:pt x="344263" y="527510"/>
                    <a:pt x="344944" y="527864"/>
                  </a:cubicBezTo>
                  <a:lnTo>
                    <a:pt x="346779" y="527906"/>
                  </a:lnTo>
                  <a:lnTo>
                    <a:pt x="344604" y="527687"/>
                  </a:lnTo>
                  <a:cubicBezTo>
                    <a:pt x="345181" y="526802"/>
                    <a:pt x="346098" y="526094"/>
                    <a:pt x="347318" y="525335"/>
                  </a:cubicBezTo>
                  <a:lnTo>
                    <a:pt x="347763" y="526591"/>
                  </a:lnTo>
                  <a:lnTo>
                    <a:pt x="347701" y="527701"/>
                  </a:lnTo>
                  <a:lnTo>
                    <a:pt x="347604" y="527925"/>
                  </a:lnTo>
                  <a:lnTo>
                    <a:pt x="347689" y="527927"/>
                  </a:lnTo>
                  <a:lnTo>
                    <a:pt x="347701" y="527701"/>
                  </a:lnTo>
                  <a:lnTo>
                    <a:pt x="347953" y="527125"/>
                  </a:lnTo>
                  <a:lnTo>
                    <a:pt x="347763" y="526591"/>
                  </a:lnTo>
                  <a:lnTo>
                    <a:pt x="347870" y="524682"/>
                  </a:lnTo>
                  <a:cubicBezTo>
                    <a:pt x="352020" y="520323"/>
                    <a:pt x="356170" y="515963"/>
                    <a:pt x="361084" y="511619"/>
                  </a:cubicBezTo>
                  <a:cubicBezTo>
                    <a:pt x="362751" y="510591"/>
                    <a:pt x="364965" y="509945"/>
                    <a:pt x="365995" y="508472"/>
                  </a:cubicBezTo>
                  <a:cubicBezTo>
                    <a:pt x="364965" y="509945"/>
                    <a:pt x="362751" y="510591"/>
                    <a:pt x="360702" y="511612"/>
                  </a:cubicBezTo>
                  <a:cubicBezTo>
                    <a:pt x="368484" y="501604"/>
                    <a:pt x="373602" y="490168"/>
                    <a:pt x="376678" y="477425"/>
                  </a:cubicBezTo>
                  <a:cubicBezTo>
                    <a:pt x="377417" y="478012"/>
                    <a:pt x="378294" y="478877"/>
                    <a:pt x="378165" y="479548"/>
                  </a:cubicBezTo>
                  <a:cubicBezTo>
                    <a:pt x="378295" y="478877"/>
                    <a:pt x="377417" y="478012"/>
                    <a:pt x="377114" y="476393"/>
                  </a:cubicBezTo>
                  <a:cubicBezTo>
                    <a:pt x="377173" y="466211"/>
                    <a:pt x="377232" y="456029"/>
                    <a:pt x="377891" y="445653"/>
                  </a:cubicBezTo>
                  <a:cubicBezTo>
                    <a:pt x="376709" y="441462"/>
                    <a:pt x="375527" y="437271"/>
                    <a:pt x="374077" y="432483"/>
                  </a:cubicBezTo>
                  <a:cubicBezTo>
                    <a:pt x="373748" y="431714"/>
                    <a:pt x="373418" y="430946"/>
                    <a:pt x="373479" y="429844"/>
                  </a:cubicBezTo>
                  <a:cubicBezTo>
                    <a:pt x="373113" y="429286"/>
                    <a:pt x="372747" y="428728"/>
                    <a:pt x="372076" y="427525"/>
                  </a:cubicBezTo>
                  <a:cubicBezTo>
                    <a:pt x="371803" y="427130"/>
                    <a:pt x="371457" y="426768"/>
                    <a:pt x="371267" y="426336"/>
                  </a:cubicBezTo>
                  <a:cubicBezTo>
                    <a:pt x="365310" y="412775"/>
                    <a:pt x="355924" y="401992"/>
                    <a:pt x="344365" y="392931"/>
                  </a:cubicBezTo>
                  <a:cubicBezTo>
                    <a:pt x="333629" y="384517"/>
                    <a:pt x="321360" y="379546"/>
                    <a:pt x="308070" y="377208"/>
                  </a:cubicBezTo>
                  <a:cubicBezTo>
                    <a:pt x="303210" y="376354"/>
                    <a:pt x="298327" y="375918"/>
                    <a:pt x="293450" y="376018"/>
                  </a:cubicBezTo>
                  <a:close/>
                  <a:moveTo>
                    <a:pt x="271653" y="333011"/>
                  </a:moveTo>
                  <a:cubicBezTo>
                    <a:pt x="271229" y="333962"/>
                    <a:pt x="270554" y="335402"/>
                    <a:pt x="269572" y="335656"/>
                  </a:cubicBezTo>
                  <a:cubicBezTo>
                    <a:pt x="253900" y="339721"/>
                    <a:pt x="239180" y="345933"/>
                    <a:pt x="225452" y="354543"/>
                  </a:cubicBezTo>
                  <a:cubicBezTo>
                    <a:pt x="224378" y="355217"/>
                    <a:pt x="222684" y="354901"/>
                    <a:pt x="220898" y="354858"/>
                  </a:cubicBezTo>
                  <a:cubicBezTo>
                    <a:pt x="229696" y="349707"/>
                    <a:pt x="238618" y="344161"/>
                    <a:pt x="248135" y="339969"/>
                  </a:cubicBezTo>
                  <a:cubicBezTo>
                    <a:pt x="255454" y="336745"/>
                    <a:pt x="263524" y="335225"/>
                    <a:pt x="271653" y="333011"/>
                  </a:cubicBezTo>
                  <a:close/>
                  <a:moveTo>
                    <a:pt x="277592" y="332024"/>
                  </a:moveTo>
                  <a:cubicBezTo>
                    <a:pt x="277441" y="333037"/>
                    <a:pt x="277208" y="334046"/>
                    <a:pt x="276693" y="334466"/>
                  </a:cubicBezTo>
                  <a:lnTo>
                    <a:pt x="276692" y="334466"/>
                  </a:lnTo>
                  <a:lnTo>
                    <a:pt x="276696" y="334466"/>
                  </a:lnTo>
                  <a:cubicBezTo>
                    <a:pt x="277295" y="334063"/>
                    <a:pt x="277615" y="333072"/>
                    <a:pt x="277940" y="332092"/>
                  </a:cubicBezTo>
                  <a:cubicBezTo>
                    <a:pt x="289917" y="332093"/>
                    <a:pt x="301895" y="332093"/>
                    <a:pt x="314185" y="332803"/>
                  </a:cubicBezTo>
                  <a:lnTo>
                    <a:pt x="314816" y="333219"/>
                  </a:lnTo>
                  <a:lnTo>
                    <a:pt x="326347" y="335018"/>
                  </a:lnTo>
                  <a:cubicBezTo>
                    <a:pt x="338059" y="337644"/>
                    <a:pt x="349109" y="342453"/>
                    <a:pt x="359736" y="348462"/>
                  </a:cubicBezTo>
                  <a:cubicBezTo>
                    <a:pt x="362615" y="350090"/>
                    <a:pt x="365319" y="352029"/>
                    <a:pt x="368243" y="354141"/>
                  </a:cubicBezTo>
                  <a:cubicBezTo>
                    <a:pt x="363702" y="352316"/>
                    <a:pt x="358904" y="350399"/>
                    <a:pt x="354368" y="347990"/>
                  </a:cubicBezTo>
                  <a:cubicBezTo>
                    <a:pt x="358904" y="350399"/>
                    <a:pt x="363702" y="352316"/>
                    <a:pt x="368381" y="354456"/>
                  </a:cubicBezTo>
                  <a:cubicBezTo>
                    <a:pt x="368381" y="354456"/>
                    <a:pt x="368308" y="354493"/>
                    <a:pt x="368394" y="354793"/>
                  </a:cubicBezTo>
                  <a:cubicBezTo>
                    <a:pt x="369436" y="355542"/>
                    <a:pt x="370391" y="355990"/>
                    <a:pt x="371347" y="356438"/>
                  </a:cubicBezTo>
                  <a:cubicBezTo>
                    <a:pt x="379047" y="363206"/>
                    <a:pt x="387890" y="368673"/>
                    <a:pt x="393344" y="377905"/>
                  </a:cubicBezTo>
                  <a:cubicBezTo>
                    <a:pt x="397799" y="385446"/>
                    <a:pt x="403813" y="392106"/>
                    <a:pt x="407903" y="399810"/>
                  </a:cubicBezTo>
                  <a:cubicBezTo>
                    <a:pt x="411883" y="407307"/>
                    <a:pt x="414465" y="415575"/>
                    <a:pt x="417335" y="423621"/>
                  </a:cubicBezTo>
                  <a:cubicBezTo>
                    <a:pt x="419080" y="428511"/>
                    <a:pt x="420976" y="433550"/>
                    <a:pt x="421455" y="438649"/>
                  </a:cubicBezTo>
                  <a:cubicBezTo>
                    <a:pt x="422514" y="449904"/>
                    <a:pt x="423299" y="461252"/>
                    <a:pt x="423057" y="472537"/>
                  </a:cubicBezTo>
                  <a:cubicBezTo>
                    <a:pt x="422911" y="479377"/>
                    <a:pt x="420651" y="486175"/>
                    <a:pt x="419303" y="492985"/>
                  </a:cubicBezTo>
                  <a:cubicBezTo>
                    <a:pt x="419085" y="494087"/>
                    <a:pt x="418671" y="495150"/>
                    <a:pt x="417921" y="496589"/>
                  </a:cubicBezTo>
                  <a:cubicBezTo>
                    <a:pt x="416353" y="498126"/>
                    <a:pt x="414763" y="499105"/>
                    <a:pt x="414143" y="500513"/>
                  </a:cubicBezTo>
                  <a:cubicBezTo>
                    <a:pt x="410210" y="509446"/>
                    <a:pt x="406492" y="518475"/>
                    <a:pt x="402702" y="527472"/>
                  </a:cubicBezTo>
                  <a:cubicBezTo>
                    <a:pt x="402804" y="528452"/>
                    <a:pt x="403362" y="529734"/>
                    <a:pt x="402942" y="530370"/>
                  </a:cubicBezTo>
                  <a:cubicBezTo>
                    <a:pt x="392551" y="546115"/>
                    <a:pt x="379423" y="559099"/>
                    <a:pt x="363350" y="569027"/>
                  </a:cubicBezTo>
                  <a:cubicBezTo>
                    <a:pt x="362480" y="569564"/>
                    <a:pt x="361080" y="569191"/>
                    <a:pt x="360118" y="569647"/>
                  </a:cubicBezTo>
                  <a:cubicBezTo>
                    <a:pt x="359003" y="570175"/>
                    <a:pt x="358074" y="571122"/>
                    <a:pt x="357117" y="571949"/>
                  </a:cubicBezTo>
                  <a:cubicBezTo>
                    <a:pt x="356797" y="572225"/>
                    <a:pt x="356685" y="572983"/>
                    <a:pt x="356404" y="573025"/>
                  </a:cubicBezTo>
                  <a:cubicBezTo>
                    <a:pt x="353229" y="573503"/>
                    <a:pt x="349787" y="573430"/>
                    <a:pt x="348586" y="577413"/>
                  </a:cubicBezTo>
                  <a:cubicBezTo>
                    <a:pt x="342962" y="576692"/>
                    <a:pt x="339730" y="582144"/>
                    <a:pt x="334376" y="582733"/>
                  </a:cubicBezTo>
                  <a:cubicBezTo>
                    <a:pt x="328924" y="583332"/>
                    <a:pt x="323700" y="585833"/>
                    <a:pt x="318249" y="586650"/>
                  </a:cubicBezTo>
                  <a:cubicBezTo>
                    <a:pt x="307645" y="588239"/>
                    <a:pt x="297057" y="590484"/>
                    <a:pt x="286181" y="588320"/>
                  </a:cubicBezTo>
                  <a:cubicBezTo>
                    <a:pt x="276843" y="586463"/>
                    <a:pt x="267406" y="585100"/>
                    <a:pt x="257594" y="583010"/>
                  </a:cubicBezTo>
                  <a:lnTo>
                    <a:pt x="253218" y="581610"/>
                  </a:lnTo>
                  <a:lnTo>
                    <a:pt x="257245" y="582836"/>
                  </a:lnTo>
                  <a:cubicBezTo>
                    <a:pt x="255686" y="580752"/>
                    <a:pt x="253931" y="579498"/>
                    <a:pt x="252035" y="578964"/>
                  </a:cubicBezTo>
                  <a:lnTo>
                    <a:pt x="246264" y="579386"/>
                  </a:lnTo>
                  <a:lnTo>
                    <a:pt x="245681" y="579200"/>
                  </a:lnTo>
                  <a:cubicBezTo>
                    <a:pt x="245166" y="578969"/>
                    <a:pt x="244652" y="578738"/>
                    <a:pt x="243753" y="578072"/>
                  </a:cubicBezTo>
                  <a:cubicBezTo>
                    <a:pt x="242416" y="577259"/>
                    <a:pt x="241463" y="576881"/>
                    <a:pt x="240509" y="576503"/>
                  </a:cubicBezTo>
                  <a:cubicBezTo>
                    <a:pt x="240509" y="576503"/>
                    <a:pt x="240063" y="576447"/>
                    <a:pt x="239716" y="576041"/>
                  </a:cubicBezTo>
                  <a:lnTo>
                    <a:pt x="239142" y="575891"/>
                  </a:lnTo>
                  <a:lnTo>
                    <a:pt x="236866" y="575297"/>
                  </a:lnTo>
                  <a:cubicBezTo>
                    <a:pt x="228650" y="569985"/>
                    <a:pt x="219958" y="565276"/>
                    <a:pt x="212318" y="559236"/>
                  </a:cubicBezTo>
                  <a:cubicBezTo>
                    <a:pt x="196531" y="546756"/>
                    <a:pt x="185049" y="530740"/>
                    <a:pt x="176927" y="511886"/>
                  </a:cubicBezTo>
                  <a:lnTo>
                    <a:pt x="176538" y="510992"/>
                  </a:lnTo>
                  <a:lnTo>
                    <a:pt x="175969" y="509681"/>
                  </a:lnTo>
                  <a:cubicBezTo>
                    <a:pt x="175584" y="508931"/>
                    <a:pt x="175200" y="508180"/>
                    <a:pt x="174989" y="506870"/>
                  </a:cubicBezTo>
                  <a:lnTo>
                    <a:pt x="173844" y="503404"/>
                  </a:lnTo>
                  <a:lnTo>
                    <a:pt x="170076" y="492004"/>
                  </a:lnTo>
                  <a:cubicBezTo>
                    <a:pt x="169710" y="491334"/>
                    <a:pt x="169344" y="490663"/>
                    <a:pt x="169313" y="489500"/>
                  </a:cubicBezTo>
                  <a:lnTo>
                    <a:pt x="169198" y="488242"/>
                  </a:lnTo>
                  <a:lnTo>
                    <a:pt x="169094" y="487094"/>
                  </a:lnTo>
                  <a:cubicBezTo>
                    <a:pt x="168728" y="486424"/>
                    <a:pt x="168362" y="485753"/>
                    <a:pt x="168331" y="484589"/>
                  </a:cubicBezTo>
                  <a:lnTo>
                    <a:pt x="168216" y="483332"/>
                  </a:lnTo>
                  <a:lnTo>
                    <a:pt x="168112" y="482184"/>
                  </a:lnTo>
                  <a:cubicBezTo>
                    <a:pt x="167737" y="480477"/>
                    <a:pt x="167362" y="478771"/>
                    <a:pt x="167309" y="476618"/>
                  </a:cubicBezTo>
                  <a:lnTo>
                    <a:pt x="167215" y="475418"/>
                  </a:lnTo>
                  <a:lnTo>
                    <a:pt x="167130" y="474327"/>
                  </a:lnTo>
                  <a:cubicBezTo>
                    <a:pt x="166748" y="471833"/>
                    <a:pt x="166107" y="469345"/>
                    <a:pt x="166037" y="466842"/>
                  </a:cubicBezTo>
                  <a:cubicBezTo>
                    <a:pt x="165877" y="461134"/>
                    <a:pt x="165997" y="455417"/>
                    <a:pt x="166378" y="449192"/>
                  </a:cubicBezTo>
                  <a:lnTo>
                    <a:pt x="166453" y="448652"/>
                  </a:lnTo>
                  <a:lnTo>
                    <a:pt x="166850" y="445809"/>
                  </a:lnTo>
                  <a:cubicBezTo>
                    <a:pt x="166896" y="444769"/>
                    <a:pt x="166941" y="443729"/>
                    <a:pt x="167360" y="442247"/>
                  </a:cubicBezTo>
                  <a:lnTo>
                    <a:pt x="167438" y="441700"/>
                  </a:lnTo>
                  <a:lnTo>
                    <a:pt x="167832" y="438935"/>
                  </a:lnTo>
                  <a:cubicBezTo>
                    <a:pt x="167878" y="438205"/>
                    <a:pt x="167923" y="437475"/>
                    <a:pt x="168343" y="436330"/>
                  </a:cubicBezTo>
                  <a:cubicBezTo>
                    <a:pt x="169315" y="435413"/>
                    <a:pt x="170315" y="435002"/>
                    <a:pt x="170451" y="434397"/>
                  </a:cubicBezTo>
                  <a:cubicBezTo>
                    <a:pt x="174124" y="418067"/>
                    <a:pt x="180950" y="403118"/>
                    <a:pt x="189933" y="389067"/>
                  </a:cubicBezTo>
                  <a:cubicBezTo>
                    <a:pt x="190430" y="388290"/>
                    <a:pt x="189774" y="386778"/>
                    <a:pt x="189655" y="385608"/>
                  </a:cubicBezTo>
                  <a:cubicBezTo>
                    <a:pt x="189634" y="385404"/>
                    <a:pt x="189613" y="385200"/>
                    <a:pt x="190057" y="384835"/>
                  </a:cubicBezTo>
                  <a:cubicBezTo>
                    <a:pt x="191634" y="384277"/>
                    <a:pt x="192745" y="383881"/>
                    <a:pt x="193856" y="383485"/>
                  </a:cubicBezTo>
                  <a:lnTo>
                    <a:pt x="193856" y="383485"/>
                  </a:lnTo>
                  <a:lnTo>
                    <a:pt x="190143" y="384540"/>
                  </a:lnTo>
                  <a:cubicBezTo>
                    <a:pt x="190448" y="383669"/>
                    <a:pt x="191132" y="382930"/>
                    <a:pt x="192100" y="382083"/>
                  </a:cubicBezTo>
                  <a:lnTo>
                    <a:pt x="193855" y="383484"/>
                  </a:lnTo>
                  <a:lnTo>
                    <a:pt x="192385" y="381975"/>
                  </a:lnTo>
                  <a:cubicBezTo>
                    <a:pt x="192843" y="381071"/>
                    <a:pt x="193302" y="380167"/>
                    <a:pt x="194426" y="379152"/>
                  </a:cubicBezTo>
                  <a:cubicBezTo>
                    <a:pt x="196326" y="378542"/>
                    <a:pt x="197561" y="378044"/>
                    <a:pt x="198796" y="377545"/>
                  </a:cubicBezTo>
                  <a:cubicBezTo>
                    <a:pt x="198296" y="377057"/>
                    <a:pt x="197795" y="376570"/>
                    <a:pt x="197295" y="376082"/>
                  </a:cubicBezTo>
                  <a:cubicBezTo>
                    <a:pt x="200041" y="372891"/>
                    <a:pt x="202787" y="369699"/>
                    <a:pt x="206245" y="366393"/>
                  </a:cubicBezTo>
                  <a:lnTo>
                    <a:pt x="210214" y="365638"/>
                  </a:lnTo>
                  <a:lnTo>
                    <a:pt x="206546" y="366268"/>
                  </a:lnTo>
                  <a:cubicBezTo>
                    <a:pt x="207593" y="365013"/>
                    <a:pt x="209050" y="363767"/>
                    <a:pt x="210812" y="362390"/>
                  </a:cubicBezTo>
                  <a:lnTo>
                    <a:pt x="210248" y="365631"/>
                  </a:lnTo>
                  <a:lnTo>
                    <a:pt x="210249" y="365631"/>
                  </a:lnTo>
                  <a:cubicBezTo>
                    <a:pt x="211053" y="364970"/>
                    <a:pt x="211335" y="363874"/>
                    <a:pt x="211117" y="362260"/>
                  </a:cubicBezTo>
                  <a:cubicBezTo>
                    <a:pt x="211130" y="361917"/>
                    <a:pt x="211283" y="361654"/>
                    <a:pt x="212220" y="361420"/>
                  </a:cubicBezTo>
                  <a:lnTo>
                    <a:pt x="214976" y="361137"/>
                  </a:lnTo>
                  <a:lnTo>
                    <a:pt x="212448" y="361358"/>
                  </a:lnTo>
                  <a:cubicBezTo>
                    <a:pt x="213258" y="360339"/>
                    <a:pt x="214487" y="359329"/>
                    <a:pt x="215971" y="358148"/>
                  </a:cubicBezTo>
                  <a:cubicBezTo>
                    <a:pt x="216425" y="359051"/>
                    <a:pt x="216590" y="359696"/>
                    <a:pt x="216544" y="360156"/>
                  </a:cubicBezTo>
                  <a:lnTo>
                    <a:pt x="215950" y="360923"/>
                  </a:lnTo>
                  <a:lnTo>
                    <a:pt x="216647" y="360085"/>
                  </a:lnTo>
                  <a:cubicBezTo>
                    <a:pt x="216733" y="359599"/>
                    <a:pt x="216615" y="358923"/>
                    <a:pt x="216225" y="357977"/>
                  </a:cubicBezTo>
                  <a:cubicBezTo>
                    <a:pt x="216225" y="357977"/>
                    <a:pt x="216308" y="357697"/>
                    <a:pt x="216841" y="357845"/>
                  </a:cubicBezTo>
                  <a:lnTo>
                    <a:pt x="219244" y="357837"/>
                  </a:lnTo>
                  <a:lnTo>
                    <a:pt x="216981" y="357805"/>
                  </a:lnTo>
                  <a:cubicBezTo>
                    <a:pt x="217618" y="356863"/>
                    <a:pt x="218647" y="356109"/>
                    <a:pt x="219915" y="355193"/>
                  </a:cubicBezTo>
                  <a:lnTo>
                    <a:pt x="220112" y="357834"/>
                  </a:lnTo>
                  <a:lnTo>
                    <a:pt x="220125" y="357834"/>
                  </a:lnTo>
                  <a:cubicBezTo>
                    <a:pt x="220707" y="357407"/>
                    <a:pt x="220747" y="356516"/>
                    <a:pt x="220153" y="355031"/>
                  </a:cubicBezTo>
                  <a:cubicBezTo>
                    <a:pt x="220153" y="355031"/>
                    <a:pt x="220236" y="354751"/>
                    <a:pt x="220757" y="354898"/>
                  </a:cubicBezTo>
                  <a:cubicBezTo>
                    <a:pt x="222684" y="354901"/>
                    <a:pt x="224378" y="355217"/>
                    <a:pt x="225452" y="354543"/>
                  </a:cubicBezTo>
                  <a:cubicBezTo>
                    <a:pt x="239180" y="345933"/>
                    <a:pt x="253900" y="339721"/>
                    <a:pt x="269572" y="335657"/>
                  </a:cubicBezTo>
                  <a:cubicBezTo>
                    <a:pt x="270554" y="335402"/>
                    <a:pt x="271229" y="333963"/>
                    <a:pt x="272047" y="333074"/>
                  </a:cubicBezTo>
                  <a:cubicBezTo>
                    <a:pt x="272485" y="333027"/>
                    <a:pt x="272924" y="332980"/>
                    <a:pt x="273773" y="333301"/>
                  </a:cubicBezTo>
                  <a:cubicBezTo>
                    <a:pt x="274495" y="333991"/>
                    <a:pt x="275076" y="334382"/>
                    <a:pt x="275551" y="334551"/>
                  </a:cubicBezTo>
                  <a:lnTo>
                    <a:pt x="275637" y="334545"/>
                  </a:lnTo>
                  <a:lnTo>
                    <a:pt x="274098" y="333372"/>
                  </a:lnTo>
                  <a:cubicBezTo>
                    <a:pt x="275089" y="332702"/>
                    <a:pt x="276167" y="332329"/>
                    <a:pt x="277592" y="332024"/>
                  </a:cubicBezTo>
                  <a:close/>
                  <a:moveTo>
                    <a:pt x="224628" y="227098"/>
                  </a:moveTo>
                  <a:lnTo>
                    <a:pt x="224045" y="227549"/>
                  </a:lnTo>
                  <a:lnTo>
                    <a:pt x="224027" y="227602"/>
                  </a:lnTo>
                  <a:close/>
                  <a:moveTo>
                    <a:pt x="181250" y="159234"/>
                  </a:moveTo>
                  <a:cubicBezTo>
                    <a:pt x="182066" y="159685"/>
                    <a:pt x="183064" y="160423"/>
                    <a:pt x="182961" y="160945"/>
                  </a:cubicBezTo>
                  <a:cubicBezTo>
                    <a:pt x="180853" y="171683"/>
                    <a:pt x="176149" y="181264"/>
                    <a:pt x="169568" y="189936"/>
                  </a:cubicBezTo>
                  <a:cubicBezTo>
                    <a:pt x="168837" y="190900"/>
                    <a:pt x="167469" y="191381"/>
                    <a:pt x="166165" y="192333"/>
                  </a:cubicBezTo>
                  <a:cubicBezTo>
                    <a:pt x="166087" y="191593"/>
                    <a:pt x="165912" y="190360"/>
                    <a:pt x="166442" y="189659"/>
                  </a:cubicBezTo>
                  <a:cubicBezTo>
                    <a:pt x="173322" y="180551"/>
                    <a:pt x="178759" y="170778"/>
                    <a:pt x="181250" y="159234"/>
                  </a:cubicBezTo>
                  <a:close/>
                  <a:moveTo>
                    <a:pt x="74879" y="74358"/>
                  </a:moveTo>
                  <a:lnTo>
                    <a:pt x="74697" y="74408"/>
                  </a:lnTo>
                  <a:lnTo>
                    <a:pt x="74695" y="74410"/>
                  </a:lnTo>
                  <a:close/>
                  <a:moveTo>
                    <a:pt x="89821" y="35"/>
                  </a:moveTo>
                  <a:cubicBezTo>
                    <a:pt x="102490" y="-34"/>
                    <a:pt x="115160" y="13"/>
                    <a:pt x="128294" y="47"/>
                  </a:cubicBezTo>
                  <a:cubicBezTo>
                    <a:pt x="128809" y="9436"/>
                    <a:pt x="128859" y="18803"/>
                    <a:pt x="129387" y="28729"/>
                  </a:cubicBezTo>
                  <a:lnTo>
                    <a:pt x="129772" y="28966"/>
                  </a:lnTo>
                  <a:lnTo>
                    <a:pt x="160344" y="38346"/>
                  </a:lnTo>
                  <a:cubicBezTo>
                    <a:pt x="161993" y="38872"/>
                    <a:pt x="163576" y="39605"/>
                    <a:pt x="165564" y="40195"/>
                  </a:cubicBezTo>
                  <a:lnTo>
                    <a:pt x="166189" y="42747"/>
                  </a:lnTo>
                  <a:lnTo>
                    <a:pt x="166239" y="42752"/>
                  </a:lnTo>
                  <a:cubicBezTo>
                    <a:pt x="166621" y="42350"/>
                    <a:pt x="166526" y="41470"/>
                    <a:pt x="165939" y="40147"/>
                  </a:cubicBezTo>
                  <a:cubicBezTo>
                    <a:pt x="171807" y="32986"/>
                    <a:pt x="177674" y="25826"/>
                    <a:pt x="183795" y="18355"/>
                  </a:cubicBezTo>
                  <a:cubicBezTo>
                    <a:pt x="193868" y="26823"/>
                    <a:pt x="203860" y="35221"/>
                    <a:pt x="213851" y="43622"/>
                  </a:cubicBezTo>
                  <a:cubicBezTo>
                    <a:pt x="216107" y="45519"/>
                    <a:pt x="216701" y="47013"/>
                    <a:pt x="214194" y="49682"/>
                  </a:cubicBezTo>
                  <a:cubicBezTo>
                    <a:pt x="209256" y="54940"/>
                    <a:pt x="204777" y="60655"/>
                    <a:pt x="200451" y="66438"/>
                  </a:cubicBezTo>
                  <a:cubicBezTo>
                    <a:pt x="199668" y="67486"/>
                    <a:pt x="199950" y="70092"/>
                    <a:pt x="200716" y="71413"/>
                  </a:cubicBezTo>
                  <a:cubicBezTo>
                    <a:pt x="205177" y="79116"/>
                    <a:pt x="209984" y="86618"/>
                    <a:pt x="214545" y="94264"/>
                  </a:cubicBezTo>
                  <a:cubicBezTo>
                    <a:pt x="215671" y="96152"/>
                    <a:pt x="216314" y="98328"/>
                    <a:pt x="217216" y="100456"/>
                  </a:cubicBezTo>
                  <a:cubicBezTo>
                    <a:pt x="218812" y="100368"/>
                    <a:pt x="220491" y="100275"/>
                    <a:pt x="222665" y="100574"/>
                  </a:cubicBezTo>
                  <a:lnTo>
                    <a:pt x="223450" y="100546"/>
                  </a:lnTo>
                  <a:lnTo>
                    <a:pt x="236298" y="97316"/>
                  </a:lnTo>
                  <a:cubicBezTo>
                    <a:pt x="235076" y="98372"/>
                    <a:pt x="233568" y="99855"/>
                    <a:pt x="231817" y="100244"/>
                  </a:cubicBezTo>
                  <a:lnTo>
                    <a:pt x="231800" y="100245"/>
                  </a:lnTo>
                  <a:lnTo>
                    <a:pt x="231817" y="100244"/>
                  </a:lnTo>
                  <a:cubicBezTo>
                    <a:pt x="233568" y="99855"/>
                    <a:pt x="235076" y="98372"/>
                    <a:pt x="236693" y="97379"/>
                  </a:cubicBezTo>
                  <a:cubicBezTo>
                    <a:pt x="237131" y="97332"/>
                    <a:pt x="237569" y="97285"/>
                    <a:pt x="238434" y="97622"/>
                  </a:cubicBezTo>
                  <a:lnTo>
                    <a:pt x="238789" y="97684"/>
                  </a:lnTo>
                  <a:lnTo>
                    <a:pt x="247108" y="95270"/>
                  </a:lnTo>
                  <a:cubicBezTo>
                    <a:pt x="247234" y="96339"/>
                    <a:pt x="247354" y="97364"/>
                    <a:pt x="247403" y="98785"/>
                  </a:cubicBezTo>
                  <a:lnTo>
                    <a:pt x="239042" y="97728"/>
                  </a:lnTo>
                  <a:lnTo>
                    <a:pt x="247332" y="99180"/>
                  </a:lnTo>
                  <a:cubicBezTo>
                    <a:pt x="249794" y="111985"/>
                    <a:pt x="252256" y="124789"/>
                    <a:pt x="254786" y="137945"/>
                  </a:cubicBezTo>
                  <a:cubicBezTo>
                    <a:pt x="244784" y="139690"/>
                    <a:pt x="235260" y="141351"/>
                    <a:pt x="226577" y="142865"/>
                  </a:cubicBezTo>
                  <a:cubicBezTo>
                    <a:pt x="225527" y="148947"/>
                    <a:pt x="224409" y="155129"/>
                    <a:pt x="223406" y="161329"/>
                  </a:cubicBezTo>
                  <a:cubicBezTo>
                    <a:pt x="222803" y="165058"/>
                    <a:pt x="222377" y="168816"/>
                    <a:pt x="221874" y="172561"/>
                  </a:cubicBezTo>
                  <a:cubicBezTo>
                    <a:pt x="221791" y="173178"/>
                    <a:pt x="221945" y="174168"/>
                    <a:pt x="221619" y="174362"/>
                  </a:cubicBezTo>
                  <a:cubicBezTo>
                    <a:pt x="215830" y="177796"/>
                    <a:pt x="219817" y="179759"/>
                    <a:pt x="222901" y="182555"/>
                  </a:cubicBezTo>
                  <a:lnTo>
                    <a:pt x="223832" y="183286"/>
                  </a:lnTo>
                  <a:lnTo>
                    <a:pt x="244096" y="193810"/>
                  </a:lnTo>
                  <a:cubicBezTo>
                    <a:pt x="244806" y="194210"/>
                    <a:pt x="244523" y="196367"/>
                    <a:pt x="244543" y="198038"/>
                  </a:cubicBezTo>
                  <a:cubicBezTo>
                    <a:pt x="244385" y="198367"/>
                    <a:pt x="243976" y="198368"/>
                    <a:pt x="243772" y="198368"/>
                  </a:cubicBezTo>
                  <a:cubicBezTo>
                    <a:pt x="239092" y="194985"/>
                    <a:pt x="234632" y="191581"/>
                    <a:pt x="230134" y="188229"/>
                  </a:cubicBezTo>
                  <a:cubicBezTo>
                    <a:pt x="234632" y="191581"/>
                    <a:pt x="239092" y="194985"/>
                    <a:pt x="243248" y="198513"/>
                  </a:cubicBezTo>
                  <a:cubicBezTo>
                    <a:pt x="240786" y="199136"/>
                    <a:pt x="239270" y="200245"/>
                    <a:pt x="238478" y="201752"/>
                  </a:cubicBezTo>
                  <a:lnTo>
                    <a:pt x="238051" y="207332"/>
                  </a:lnTo>
                  <a:lnTo>
                    <a:pt x="238504" y="201752"/>
                  </a:lnTo>
                  <a:cubicBezTo>
                    <a:pt x="239321" y="200245"/>
                    <a:pt x="240888" y="199136"/>
                    <a:pt x="243452" y="198513"/>
                  </a:cubicBezTo>
                  <a:cubicBezTo>
                    <a:pt x="243976" y="198368"/>
                    <a:pt x="244385" y="198367"/>
                    <a:pt x="244385" y="198367"/>
                  </a:cubicBezTo>
                  <a:cubicBezTo>
                    <a:pt x="239775" y="206788"/>
                    <a:pt x="235165" y="215208"/>
                    <a:pt x="230245" y="223784"/>
                  </a:cubicBezTo>
                  <a:cubicBezTo>
                    <a:pt x="227688" y="221644"/>
                    <a:pt x="227430" y="220073"/>
                    <a:pt x="229800" y="218090"/>
                  </a:cubicBezTo>
                  <a:lnTo>
                    <a:pt x="232397" y="216372"/>
                  </a:lnTo>
                  <a:lnTo>
                    <a:pt x="229796" y="218092"/>
                  </a:lnTo>
                  <a:cubicBezTo>
                    <a:pt x="227411" y="220083"/>
                    <a:pt x="227610" y="221683"/>
                    <a:pt x="229934" y="223940"/>
                  </a:cubicBezTo>
                  <a:cubicBezTo>
                    <a:pt x="229473" y="224846"/>
                    <a:pt x="229012" y="225752"/>
                    <a:pt x="227956" y="226648"/>
                  </a:cubicBezTo>
                  <a:cubicBezTo>
                    <a:pt x="226820" y="226355"/>
                    <a:pt x="225990" y="226344"/>
                    <a:pt x="225369" y="226524"/>
                  </a:cubicBezTo>
                  <a:lnTo>
                    <a:pt x="225293" y="226583"/>
                  </a:lnTo>
                  <a:lnTo>
                    <a:pt x="227660" y="226767"/>
                  </a:lnTo>
                  <a:cubicBezTo>
                    <a:pt x="227277" y="228458"/>
                    <a:pt x="226752" y="230127"/>
                    <a:pt x="225813" y="231517"/>
                  </a:cubicBezTo>
                  <a:cubicBezTo>
                    <a:pt x="225538" y="231925"/>
                    <a:pt x="224090" y="231542"/>
                    <a:pt x="223042" y="231206"/>
                  </a:cubicBezTo>
                  <a:lnTo>
                    <a:pt x="224019" y="227625"/>
                  </a:lnTo>
                  <a:lnTo>
                    <a:pt x="222905" y="230892"/>
                  </a:lnTo>
                  <a:cubicBezTo>
                    <a:pt x="217042" y="227762"/>
                    <a:pt x="211072" y="224815"/>
                    <a:pt x="205347" y="221451"/>
                  </a:cubicBezTo>
                  <a:cubicBezTo>
                    <a:pt x="199679" y="218120"/>
                    <a:pt x="199106" y="218301"/>
                    <a:pt x="194205" y="222538"/>
                  </a:cubicBezTo>
                  <a:cubicBezTo>
                    <a:pt x="189399" y="226693"/>
                    <a:pt x="184106" y="230301"/>
                    <a:pt x="178906" y="233978"/>
                  </a:cubicBezTo>
                  <a:cubicBezTo>
                    <a:pt x="175209" y="236591"/>
                    <a:pt x="173531" y="232919"/>
                    <a:pt x="173093" y="230865"/>
                  </a:cubicBezTo>
                  <a:cubicBezTo>
                    <a:pt x="170447" y="218438"/>
                    <a:pt x="168295" y="205906"/>
                    <a:pt x="166187" y="192748"/>
                  </a:cubicBezTo>
                  <a:cubicBezTo>
                    <a:pt x="167469" y="191381"/>
                    <a:pt x="168837" y="190900"/>
                    <a:pt x="169568" y="189936"/>
                  </a:cubicBezTo>
                  <a:cubicBezTo>
                    <a:pt x="176149" y="181264"/>
                    <a:pt x="180853" y="171683"/>
                    <a:pt x="182961" y="160945"/>
                  </a:cubicBezTo>
                  <a:cubicBezTo>
                    <a:pt x="183064" y="160423"/>
                    <a:pt x="182066" y="159685"/>
                    <a:pt x="181581" y="159047"/>
                  </a:cubicBezTo>
                  <a:cubicBezTo>
                    <a:pt x="181947" y="152830"/>
                    <a:pt x="182467" y="146616"/>
                    <a:pt x="182612" y="140394"/>
                  </a:cubicBezTo>
                  <a:cubicBezTo>
                    <a:pt x="182681" y="137418"/>
                    <a:pt x="182039" y="134427"/>
                    <a:pt x="182089" y="130928"/>
                  </a:cubicBezTo>
                  <a:lnTo>
                    <a:pt x="180431" y="124604"/>
                  </a:lnTo>
                  <a:lnTo>
                    <a:pt x="178915" y="118821"/>
                  </a:lnTo>
                  <a:cubicBezTo>
                    <a:pt x="178530" y="118070"/>
                    <a:pt x="178146" y="117319"/>
                    <a:pt x="177907" y="116077"/>
                  </a:cubicBezTo>
                  <a:lnTo>
                    <a:pt x="177550" y="115269"/>
                  </a:lnTo>
                  <a:lnTo>
                    <a:pt x="176950" y="113911"/>
                  </a:lnTo>
                  <a:cubicBezTo>
                    <a:pt x="171860" y="106437"/>
                    <a:pt x="167701" y="98034"/>
                    <a:pt x="161421" y="91748"/>
                  </a:cubicBezTo>
                  <a:cubicBezTo>
                    <a:pt x="155020" y="85342"/>
                    <a:pt x="146912" y="80325"/>
                    <a:pt x="138868" y="75957"/>
                  </a:cubicBezTo>
                  <a:cubicBezTo>
                    <a:pt x="128630" y="70398"/>
                    <a:pt x="117051" y="68923"/>
                    <a:pt x="105559" y="69904"/>
                  </a:cubicBezTo>
                  <a:cubicBezTo>
                    <a:pt x="97742" y="70572"/>
                    <a:pt x="90076" y="73000"/>
                    <a:pt x="81859" y="74353"/>
                  </a:cubicBezTo>
                  <a:cubicBezTo>
                    <a:pt x="80642" y="73704"/>
                    <a:pt x="79376" y="73426"/>
                    <a:pt x="78152" y="73456"/>
                  </a:cubicBezTo>
                  <a:lnTo>
                    <a:pt x="78035" y="73488"/>
                  </a:lnTo>
                  <a:lnTo>
                    <a:pt x="81471" y="74404"/>
                  </a:lnTo>
                  <a:cubicBezTo>
                    <a:pt x="78183" y="76596"/>
                    <a:pt x="74801" y="78447"/>
                    <a:pt x="71071" y="80328"/>
                  </a:cubicBezTo>
                  <a:cubicBezTo>
                    <a:pt x="71139" y="79019"/>
                    <a:pt x="71543" y="77829"/>
                    <a:pt x="72180" y="76822"/>
                  </a:cubicBezTo>
                  <a:lnTo>
                    <a:pt x="74652" y="74449"/>
                  </a:lnTo>
                  <a:lnTo>
                    <a:pt x="72040" y="76834"/>
                  </a:lnTo>
                  <a:cubicBezTo>
                    <a:pt x="71347" y="77846"/>
                    <a:pt x="70878" y="79041"/>
                    <a:pt x="70723" y="80357"/>
                  </a:cubicBezTo>
                  <a:cubicBezTo>
                    <a:pt x="60725" y="87045"/>
                    <a:pt x="52361" y="95338"/>
                    <a:pt x="46140" y="105674"/>
                  </a:cubicBezTo>
                  <a:cubicBezTo>
                    <a:pt x="44450" y="108484"/>
                    <a:pt x="42642" y="108423"/>
                    <a:pt x="39816" y="107254"/>
                  </a:cubicBezTo>
                  <a:cubicBezTo>
                    <a:pt x="35803" y="105595"/>
                    <a:pt x="31502" y="104634"/>
                    <a:pt x="26857" y="102825"/>
                  </a:cubicBezTo>
                  <a:cubicBezTo>
                    <a:pt x="26039" y="101985"/>
                    <a:pt x="25253" y="101170"/>
                    <a:pt x="24467" y="100475"/>
                  </a:cubicBezTo>
                  <a:lnTo>
                    <a:pt x="22884" y="99392"/>
                  </a:lnTo>
                  <a:lnTo>
                    <a:pt x="24305" y="100385"/>
                  </a:lnTo>
                  <a:cubicBezTo>
                    <a:pt x="25030" y="101049"/>
                    <a:pt x="25742" y="101824"/>
                    <a:pt x="26460" y="102610"/>
                  </a:cubicBezTo>
                  <a:cubicBezTo>
                    <a:pt x="23428" y="102012"/>
                    <a:pt x="20325" y="101080"/>
                    <a:pt x="16889" y="100073"/>
                  </a:cubicBezTo>
                  <a:cubicBezTo>
                    <a:pt x="17872" y="99180"/>
                    <a:pt x="18781" y="98695"/>
                    <a:pt x="19638" y="98520"/>
                  </a:cubicBezTo>
                  <a:lnTo>
                    <a:pt x="20555" y="98634"/>
                  </a:lnTo>
                  <a:lnTo>
                    <a:pt x="19504" y="98492"/>
                  </a:lnTo>
                  <a:cubicBezTo>
                    <a:pt x="18594" y="98653"/>
                    <a:pt x="17622" y="99124"/>
                    <a:pt x="16556" y="99998"/>
                  </a:cubicBezTo>
                  <a:cubicBezTo>
                    <a:pt x="15860" y="99788"/>
                    <a:pt x="15163" y="99577"/>
                    <a:pt x="14047" y="98861"/>
                  </a:cubicBezTo>
                  <a:lnTo>
                    <a:pt x="6020" y="93008"/>
                  </a:lnTo>
                  <a:lnTo>
                    <a:pt x="13695" y="98685"/>
                  </a:lnTo>
                  <a:cubicBezTo>
                    <a:pt x="11979" y="98490"/>
                    <a:pt x="10196" y="97959"/>
                    <a:pt x="8409" y="97439"/>
                  </a:cubicBezTo>
                  <a:cubicBezTo>
                    <a:pt x="1860" y="95535"/>
                    <a:pt x="1771" y="95490"/>
                    <a:pt x="4961" y="89396"/>
                  </a:cubicBezTo>
                  <a:cubicBezTo>
                    <a:pt x="6566" y="86329"/>
                    <a:pt x="8561" y="83466"/>
                    <a:pt x="10650" y="80349"/>
                  </a:cubicBezTo>
                  <a:cubicBezTo>
                    <a:pt x="11038" y="81360"/>
                    <a:pt x="11626" y="82758"/>
                    <a:pt x="11191" y="83666"/>
                  </a:cubicBezTo>
                  <a:cubicBezTo>
                    <a:pt x="11626" y="82758"/>
                    <a:pt x="11038" y="81360"/>
                    <a:pt x="10919" y="80187"/>
                  </a:cubicBezTo>
                  <a:cubicBezTo>
                    <a:pt x="10898" y="79981"/>
                    <a:pt x="10877" y="79775"/>
                    <a:pt x="11345" y="79411"/>
                  </a:cubicBezTo>
                  <a:cubicBezTo>
                    <a:pt x="15903" y="79541"/>
                    <a:pt x="15925" y="77677"/>
                    <a:pt x="14167" y="74867"/>
                  </a:cubicBezTo>
                  <a:cubicBezTo>
                    <a:pt x="17918" y="71892"/>
                    <a:pt x="18370" y="69490"/>
                    <a:pt x="14425" y="65655"/>
                  </a:cubicBezTo>
                  <a:cubicBezTo>
                    <a:pt x="9162" y="60539"/>
                    <a:pt x="4927" y="54366"/>
                    <a:pt x="0" y="48340"/>
                  </a:cubicBezTo>
                  <a:cubicBezTo>
                    <a:pt x="9635" y="40164"/>
                    <a:pt x="19247" y="31873"/>
                    <a:pt x="29037" y="23797"/>
                  </a:cubicBezTo>
                  <a:cubicBezTo>
                    <a:pt x="31402" y="21847"/>
                    <a:pt x="33911" y="22072"/>
                    <a:pt x="36165" y="24825"/>
                  </a:cubicBezTo>
                  <a:cubicBezTo>
                    <a:pt x="39388" y="28761"/>
                    <a:pt x="43088" y="32302"/>
                    <a:pt x="46416" y="36157"/>
                  </a:cubicBezTo>
                  <a:cubicBezTo>
                    <a:pt x="47939" y="37921"/>
                    <a:pt x="49061" y="40032"/>
                    <a:pt x="50871" y="42341"/>
                  </a:cubicBezTo>
                  <a:cubicBezTo>
                    <a:pt x="51676" y="42647"/>
                    <a:pt x="52404" y="42992"/>
                    <a:pt x="53039" y="43219"/>
                  </a:cubicBezTo>
                  <a:lnTo>
                    <a:pt x="53071" y="43222"/>
                  </a:lnTo>
                  <a:lnTo>
                    <a:pt x="51207" y="42405"/>
                  </a:lnTo>
                  <a:cubicBezTo>
                    <a:pt x="61258" y="38020"/>
                    <a:pt x="71473" y="33913"/>
                    <a:pt x="81711" y="29865"/>
                  </a:cubicBezTo>
                  <a:cubicBezTo>
                    <a:pt x="82574" y="29524"/>
                    <a:pt x="83593" y="29578"/>
                    <a:pt x="84941" y="29430"/>
                  </a:cubicBezTo>
                  <a:cubicBezTo>
                    <a:pt x="85440" y="30047"/>
                    <a:pt x="85742" y="31191"/>
                    <a:pt x="85606" y="31245"/>
                  </a:cubicBezTo>
                  <a:cubicBezTo>
                    <a:pt x="85742" y="31191"/>
                    <a:pt x="85440" y="30047"/>
                    <a:pt x="85343" y="29411"/>
                  </a:cubicBezTo>
                  <a:cubicBezTo>
                    <a:pt x="85059" y="20210"/>
                    <a:pt x="84776" y="11009"/>
                    <a:pt x="84563" y="1377"/>
                  </a:cubicBezTo>
                  <a:cubicBezTo>
                    <a:pt x="86363" y="628"/>
                    <a:pt x="88090" y="44"/>
                    <a:pt x="89821" y="35"/>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85" name="Freeform: Shape 1984">
              <a:extLst>
                <a:ext uri="{FF2B5EF4-FFF2-40B4-BE49-F238E27FC236}">
                  <a16:creationId xmlns:a16="http://schemas.microsoft.com/office/drawing/2014/main" id="{52BCA7DF-B6C4-0656-C83F-CEF9F24E114E}"/>
                </a:ext>
                <a:ext uri="{C183D7F6-B498-43B3-948B-1728B52AA6E4}">
                  <adec:decorative xmlns:adec="http://schemas.microsoft.com/office/drawing/2017/decorative" val="1"/>
                </a:ext>
              </a:extLst>
            </p:cNvPr>
            <p:cNvSpPr/>
            <p:nvPr/>
          </p:nvSpPr>
          <p:spPr>
            <a:xfrm>
              <a:off x="4355313" y="3674789"/>
              <a:ext cx="391436" cy="419026"/>
            </a:xfrm>
            <a:custGeom>
              <a:avLst/>
              <a:gdLst>
                <a:gd name="connsiteX0" fmla="*/ 621908 w 688374"/>
                <a:gd name="connsiteY0" fmla="*/ 670427 h 736893"/>
                <a:gd name="connsiteX1" fmla="*/ 688374 w 688374"/>
                <a:gd name="connsiteY1" fmla="*/ 670427 h 736893"/>
                <a:gd name="connsiteX2" fmla="*/ 688374 w 688374"/>
                <a:gd name="connsiteY2" fmla="*/ 736893 h 736893"/>
                <a:gd name="connsiteX3" fmla="*/ 621908 w 688374"/>
                <a:gd name="connsiteY3" fmla="*/ 736893 h 736893"/>
                <a:gd name="connsiteX4" fmla="*/ 163486 w 688374"/>
                <a:gd name="connsiteY4" fmla="*/ 164929 h 736893"/>
                <a:gd name="connsiteX5" fmla="*/ 207288 w 688374"/>
                <a:gd name="connsiteY5" fmla="*/ 164929 h 736893"/>
                <a:gd name="connsiteX6" fmla="*/ 207288 w 688374"/>
                <a:gd name="connsiteY6" fmla="*/ 208515 h 736893"/>
                <a:gd name="connsiteX7" fmla="*/ 163486 w 688374"/>
                <a:gd name="connsiteY7" fmla="*/ 208515 h 736893"/>
                <a:gd name="connsiteX8" fmla="*/ 179636 w 688374"/>
                <a:gd name="connsiteY8" fmla="*/ 84295 h 736893"/>
                <a:gd name="connsiteX9" fmla="*/ 162283 w 688374"/>
                <a:gd name="connsiteY9" fmla="*/ 87066 h 736893"/>
                <a:gd name="connsiteX10" fmla="*/ 96576 w 688374"/>
                <a:gd name="connsiteY10" fmla="*/ 138630 h 736893"/>
                <a:gd name="connsiteX11" fmla="*/ 85754 w 688374"/>
                <a:gd name="connsiteY11" fmla="*/ 194741 h 736893"/>
                <a:gd name="connsiteX12" fmla="*/ 95789 w 688374"/>
                <a:gd name="connsiteY12" fmla="*/ 229311 h 736893"/>
                <a:gd name="connsiteX13" fmla="*/ 125647 w 688374"/>
                <a:gd name="connsiteY13" fmla="*/ 264667 h 736893"/>
                <a:gd name="connsiteX14" fmla="*/ 177804 w 688374"/>
                <a:gd name="connsiteY14" fmla="*/ 284362 h 736893"/>
                <a:gd name="connsiteX15" fmla="*/ 234677 w 688374"/>
                <a:gd name="connsiteY15" fmla="*/ 271409 h 736893"/>
                <a:gd name="connsiteX16" fmla="*/ 278535 w 688374"/>
                <a:gd name="connsiteY16" fmla="*/ 220728 h 736893"/>
                <a:gd name="connsiteX17" fmla="*/ 284147 w 688374"/>
                <a:gd name="connsiteY17" fmla="*/ 177737 h 736893"/>
                <a:gd name="connsiteX18" fmla="*/ 280507 w 688374"/>
                <a:gd name="connsiteY18" fmla="*/ 154451 h 736893"/>
                <a:gd name="connsiteX19" fmla="*/ 262222 w 688374"/>
                <a:gd name="connsiteY19" fmla="*/ 120465 h 736893"/>
                <a:gd name="connsiteX20" fmla="*/ 229600 w 688374"/>
                <a:gd name="connsiteY20" fmla="*/ 94679 h 736893"/>
                <a:gd name="connsiteX21" fmla="*/ 179636 w 688374"/>
                <a:gd name="connsiteY21" fmla="*/ 84295 h 736893"/>
                <a:gd name="connsiteX22" fmla="*/ 160539 w 688374"/>
                <a:gd name="connsiteY22" fmla="*/ 0 h 736893"/>
                <a:gd name="connsiteX23" fmla="*/ 205608 w 688374"/>
                <a:gd name="connsiteY23" fmla="*/ 0 h 736893"/>
                <a:gd name="connsiteX24" fmla="*/ 205608 w 688374"/>
                <a:gd name="connsiteY24" fmla="*/ 40442 h 736893"/>
                <a:gd name="connsiteX25" fmla="*/ 255953 w 688374"/>
                <a:gd name="connsiteY25" fmla="*/ 57224 h 736893"/>
                <a:gd name="connsiteX26" fmla="*/ 261076 w 688374"/>
                <a:gd name="connsiteY26" fmla="*/ 56013 h 736893"/>
                <a:gd name="connsiteX27" fmla="*/ 285232 w 688374"/>
                <a:gd name="connsiteY27" fmla="*/ 26878 h 736893"/>
                <a:gd name="connsiteX28" fmla="*/ 301358 w 688374"/>
                <a:gd name="connsiteY28" fmla="*/ 39804 h 736893"/>
                <a:gd name="connsiteX29" fmla="*/ 316407 w 688374"/>
                <a:gd name="connsiteY29" fmla="*/ 51999 h 736893"/>
                <a:gd name="connsiteX30" fmla="*/ 317241 w 688374"/>
                <a:gd name="connsiteY30" fmla="*/ 59753 h 736893"/>
                <a:gd name="connsiteX31" fmla="*/ 296517 w 688374"/>
                <a:gd name="connsiteY31" fmla="*/ 85330 h 736893"/>
                <a:gd name="connsiteX32" fmla="*/ 296824 w 688374"/>
                <a:gd name="connsiteY32" fmla="*/ 91018 h 736893"/>
                <a:gd name="connsiteX33" fmla="*/ 322336 w 688374"/>
                <a:gd name="connsiteY33" fmla="*/ 135317 h 736893"/>
                <a:gd name="connsiteX34" fmla="*/ 341917 w 688374"/>
                <a:gd name="connsiteY34" fmla="*/ 131857 h 736893"/>
                <a:gd name="connsiteX35" fmla="*/ 359408 w 688374"/>
                <a:gd name="connsiteY35" fmla="*/ 128380 h 736893"/>
                <a:gd name="connsiteX36" fmla="*/ 364991 w 688374"/>
                <a:gd name="connsiteY36" fmla="*/ 132336 h 736893"/>
                <a:gd name="connsiteX37" fmla="*/ 372423 w 688374"/>
                <a:gd name="connsiteY37" fmla="*/ 172129 h 736893"/>
                <a:gd name="connsiteX38" fmla="*/ 334360 w 688374"/>
                <a:gd name="connsiteY38" fmla="*/ 179244 h 736893"/>
                <a:gd name="connsiteX39" fmla="*/ 330414 w 688374"/>
                <a:gd name="connsiteY39" fmla="*/ 183434 h 736893"/>
                <a:gd name="connsiteX40" fmla="*/ 323131 w 688374"/>
                <a:gd name="connsiteY40" fmla="*/ 231587 h 736893"/>
                <a:gd name="connsiteX41" fmla="*/ 325001 w 688374"/>
                <a:gd name="connsiteY41" fmla="*/ 235998 h 736893"/>
                <a:gd name="connsiteX42" fmla="*/ 359224 w 688374"/>
                <a:gd name="connsiteY42" fmla="*/ 255403 h 736893"/>
                <a:gd name="connsiteX43" fmla="*/ 350648 w 688374"/>
                <a:gd name="connsiteY43" fmla="*/ 271530 h 736893"/>
                <a:gd name="connsiteX44" fmla="*/ 340158 w 688374"/>
                <a:gd name="connsiteY44" fmla="*/ 290599 h 736893"/>
                <a:gd name="connsiteX45" fmla="*/ 332689 w 688374"/>
                <a:gd name="connsiteY45" fmla="*/ 292595 h 736893"/>
                <a:gd name="connsiteX46" fmla="*/ 305269 w 688374"/>
                <a:gd name="connsiteY46" fmla="*/ 277264 h 736893"/>
                <a:gd name="connsiteX47" fmla="*/ 295591 w 688374"/>
                <a:gd name="connsiteY47" fmla="*/ 279215 h 736893"/>
                <a:gd name="connsiteX48" fmla="*/ 261357 w 688374"/>
                <a:gd name="connsiteY48" fmla="*/ 308615 h 736893"/>
                <a:gd name="connsiteX49" fmla="*/ 259513 w 688374"/>
                <a:gd name="connsiteY49" fmla="*/ 313543 h 736893"/>
                <a:gd name="connsiteX50" fmla="*/ 273627 w 688374"/>
                <a:gd name="connsiteY50" fmla="*/ 350240 h 736893"/>
                <a:gd name="connsiteX51" fmla="*/ 259446 w 688374"/>
                <a:gd name="connsiteY51" fmla="*/ 355816 h 736893"/>
                <a:gd name="connsiteX52" fmla="*/ 236553 w 688374"/>
                <a:gd name="connsiteY52" fmla="*/ 364840 h 736893"/>
                <a:gd name="connsiteX53" fmla="*/ 229119 w 688374"/>
                <a:gd name="connsiteY53" fmla="*/ 361348 h 736893"/>
                <a:gd name="connsiteX54" fmla="*/ 215856 w 688374"/>
                <a:gd name="connsiteY54" fmla="*/ 326729 h 736893"/>
                <a:gd name="connsiteX55" fmla="*/ 160764 w 688374"/>
                <a:gd name="connsiteY55" fmla="*/ 327982 h 736893"/>
                <a:gd name="connsiteX56" fmla="*/ 146840 w 688374"/>
                <a:gd name="connsiteY56" fmla="*/ 367916 h 736893"/>
                <a:gd name="connsiteX57" fmla="*/ 104541 w 688374"/>
                <a:gd name="connsiteY57" fmla="*/ 353590 h 736893"/>
                <a:gd name="connsiteX58" fmla="*/ 105196 w 688374"/>
                <a:gd name="connsiteY58" fmla="*/ 350027 h 736893"/>
                <a:gd name="connsiteX59" fmla="*/ 116293 w 688374"/>
                <a:gd name="connsiteY59" fmla="*/ 318127 h 736893"/>
                <a:gd name="connsiteX60" fmla="*/ 113627 w 688374"/>
                <a:gd name="connsiteY60" fmla="*/ 310890 h 736893"/>
                <a:gd name="connsiteX61" fmla="*/ 77956 w 688374"/>
                <a:gd name="connsiteY61" fmla="*/ 282754 h 736893"/>
                <a:gd name="connsiteX62" fmla="*/ 69012 w 688374"/>
                <a:gd name="connsiteY62" fmla="*/ 281885 h 736893"/>
                <a:gd name="connsiteX63" fmla="*/ 39885 w 688374"/>
                <a:gd name="connsiteY63" fmla="*/ 299165 h 736893"/>
                <a:gd name="connsiteX64" fmla="*/ 37944 w 688374"/>
                <a:gd name="connsiteY64" fmla="*/ 299167 h 736893"/>
                <a:gd name="connsiteX65" fmla="*/ 14824 w 688374"/>
                <a:gd name="connsiteY65" fmla="*/ 261489 h 736893"/>
                <a:gd name="connsiteX66" fmla="*/ 49613 w 688374"/>
                <a:gd name="connsiteY66" fmla="*/ 240259 h 736893"/>
                <a:gd name="connsiteX67" fmla="*/ 41488 w 688374"/>
                <a:gd name="connsiteY67" fmla="*/ 205215 h 736893"/>
                <a:gd name="connsiteX68" fmla="*/ 39797 w 688374"/>
                <a:gd name="connsiteY68" fmla="*/ 188371 h 736893"/>
                <a:gd name="connsiteX69" fmla="*/ 36343 w 688374"/>
                <a:gd name="connsiteY69" fmla="*/ 184189 h 736893"/>
                <a:gd name="connsiteX70" fmla="*/ 5363 w 688374"/>
                <a:gd name="connsiteY70" fmla="*/ 179478 h 736893"/>
                <a:gd name="connsiteX71" fmla="*/ 41 w 688374"/>
                <a:gd name="connsiteY71" fmla="*/ 179393 h 736893"/>
                <a:gd name="connsiteX72" fmla="*/ 431 w 688374"/>
                <a:gd name="connsiteY72" fmla="*/ 167159 h 736893"/>
                <a:gd name="connsiteX73" fmla="*/ 4372 w 688374"/>
                <a:gd name="connsiteY73" fmla="*/ 145117 h 736893"/>
                <a:gd name="connsiteX74" fmla="*/ 17190 w 688374"/>
                <a:gd name="connsiteY74" fmla="*/ 135711 h 736893"/>
                <a:gd name="connsiteX75" fmla="*/ 43882 w 688374"/>
                <a:gd name="connsiteY75" fmla="*/ 139865 h 736893"/>
                <a:gd name="connsiteX76" fmla="*/ 47531 w 688374"/>
                <a:gd name="connsiteY76" fmla="*/ 137267 h 736893"/>
                <a:gd name="connsiteX77" fmla="*/ 71888 w 688374"/>
                <a:gd name="connsiteY77" fmla="*/ 93601 h 736893"/>
                <a:gd name="connsiteX78" fmla="*/ 71116 w 688374"/>
                <a:gd name="connsiteY78" fmla="*/ 85392 h 736893"/>
                <a:gd name="connsiteX79" fmla="*/ 48280 w 688374"/>
                <a:gd name="connsiteY79" fmla="*/ 58849 h 736893"/>
                <a:gd name="connsiteX80" fmla="*/ 79797 w 688374"/>
                <a:gd name="connsiteY80" fmla="*/ 31652 h 736893"/>
                <a:gd name="connsiteX81" fmla="*/ 85446 w 688374"/>
                <a:gd name="connsiteY81" fmla="*/ 32080 h 736893"/>
                <a:gd name="connsiteX82" fmla="*/ 104511 w 688374"/>
                <a:gd name="connsiteY82" fmla="*/ 54727 h 736893"/>
                <a:gd name="connsiteX83" fmla="*/ 114923 w 688374"/>
                <a:gd name="connsiteY83" fmla="*/ 56838 h 736893"/>
                <a:gd name="connsiteX84" fmla="*/ 156099 w 688374"/>
                <a:gd name="connsiteY84" fmla="*/ 41970 h 736893"/>
                <a:gd name="connsiteX85" fmla="*/ 160604 w 688374"/>
                <a:gd name="connsiteY85" fmla="*/ 36630 h 736893"/>
                <a:gd name="connsiteX86" fmla="*/ 160539 w 688374"/>
                <a:gd name="connsiteY86" fmla="*/ 0 h 736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88374" h="736893">
                  <a:moveTo>
                    <a:pt x="621908" y="670427"/>
                  </a:moveTo>
                  <a:lnTo>
                    <a:pt x="688374" y="670427"/>
                  </a:lnTo>
                  <a:lnTo>
                    <a:pt x="688374" y="736893"/>
                  </a:lnTo>
                  <a:lnTo>
                    <a:pt x="621908" y="736893"/>
                  </a:lnTo>
                  <a:close/>
                  <a:moveTo>
                    <a:pt x="163486" y="164929"/>
                  </a:moveTo>
                  <a:lnTo>
                    <a:pt x="207288" y="164929"/>
                  </a:lnTo>
                  <a:lnTo>
                    <a:pt x="207288" y="208515"/>
                  </a:lnTo>
                  <a:lnTo>
                    <a:pt x="163486" y="208515"/>
                  </a:lnTo>
                  <a:close/>
                  <a:moveTo>
                    <a:pt x="179636" y="84295"/>
                  </a:moveTo>
                  <a:cubicBezTo>
                    <a:pt x="173913" y="84654"/>
                    <a:pt x="168130" y="85563"/>
                    <a:pt x="162283" y="87066"/>
                  </a:cubicBezTo>
                  <a:cubicBezTo>
                    <a:pt x="132858" y="94636"/>
                    <a:pt x="110618" y="111532"/>
                    <a:pt x="96576" y="138630"/>
                  </a:cubicBezTo>
                  <a:cubicBezTo>
                    <a:pt x="87469" y="156203"/>
                    <a:pt x="83324" y="174739"/>
                    <a:pt x="85754" y="194741"/>
                  </a:cubicBezTo>
                  <a:cubicBezTo>
                    <a:pt x="87233" y="206916"/>
                    <a:pt x="90500" y="218423"/>
                    <a:pt x="95789" y="229311"/>
                  </a:cubicBezTo>
                  <a:cubicBezTo>
                    <a:pt x="102709" y="243557"/>
                    <a:pt x="113161" y="255094"/>
                    <a:pt x="125647" y="264667"/>
                  </a:cubicBezTo>
                  <a:cubicBezTo>
                    <a:pt x="140999" y="276437"/>
                    <a:pt x="158590" y="282870"/>
                    <a:pt x="177804" y="284362"/>
                  </a:cubicBezTo>
                  <a:cubicBezTo>
                    <a:pt x="198018" y="285932"/>
                    <a:pt x="217105" y="281423"/>
                    <a:pt x="234677" y="271409"/>
                  </a:cubicBezTo>
                  <a:cubicBezTo>
                    <a:pt x="255183" y="259723"/>
                    <a:pt x="269503" y="242588"/>
                    <a:pt x="278535" y="220728"/>
                  </a:cubicBezTo>
                  <a:cubicBezTo>
                    <a:pt x="284295" y="206788"/>
                    <a:pt x="285030" y="192351"/>
                    <a:pt x="284147" y="177737"/>
                  </a:cubicBezTo>
                  <a:cubicBezTo>
                    <a:pt x="283675" y="169923"/>
                    <a:pt x="282364" y="162064"/>
                    <a:pt x="280507" y="154451"/>
                  </a:cubicBezTo>
                  <a:cubicBezTo>
                    <a:pt x="277438" y="141873"/>
                    <a:pt x="270349" y="131230"/>
                    <a:pt x="262222" y="120465"/>
                  </a:cubicBezTo>
                  <a:cubicBezTo>
                    <a:pt x="252683" y="110179"/>
                    <a:pt x="242454" y="100715"/>
                    <a:pt x="229600" y="94679"/>
                  </a:cubicBezTo>
                  <a:cubicBezTo>
                    <a:pt x="213436" y="87088"/>
                    <a:pt x="196806" y="83218"/>
                    <a:pt x="179636" y="84295"/>
                  </a:cubicBezTo>
                  <a:close/>
                  <a:moveTo>
                    <a:pt x="160539" y="0"/>
                  </a:moveTo>
                  <a:cubicBezTo>
                    <a:pt x="175627" y="0"/>
                    <a:pt x="190398" y="0"/>
                    <a:pt x="205608" y="0"/>
                  </a:cubicBezTo>
                  <a:cubicBezTo>
                    <a:pt x="205608" y="13479"/>
                    <a:pt x="205608" y="26831"/>
                    <a:pt x="205608" y="40442"/>
                  </a:cubicBezTo>
                  <a:cubicBezTo>
                    <a:pt x="223700" y="42876"/>
                    <a:pt x="240299" y="48676"/>
                    <a:pt x="255953" y="57224"/>
                  </a:cubicBezTo>
                  <a:cubicBezTo>
                    <a:pt x="258117" y="58406"/>
                    <a:pt x="259380" y="58128"/>
                    <a:pt x="261076" y="56013"/>
                  </a:cubicBezTo>
                  <a:cubicBezTo>
                    <a:pt x="268856" y="46313"/>
                    <a:pt x="276924" y="36843"/>
                    <a:pt x="285232" y="26878"/>
                  </a:cubicBezTo>
                  <a:cubicBezTo>
                    <a:pt x="290599" y="31178"/>
                    <a:pt x="295990" y="35477"/>
                    <a:pt x="301358" y="39804"/>
                  </a:cubicBezTo>
                  <a:cubicBezTo>
                    <a:pt x="306384" y="43857"/>
                    <a:pt x="311362" y="47969"/>
                    <a:pt x="316407" y="51999"/>
                  </a:cubicBezTo>
                  <a:cubicBezTo>
                    <a:pt x="319342" y="54345"/>
                    <a:pt x="320574" y="56069"/>
                    <a:pt x="317241" y="59753"/>
                  </a:cubicBezTo>
                  <a:cubicBezTo>
                    <a:pt x="309887" y="67881"/>
                    <a:pt x="303166" y="76600"/>
                    <a:pt x="296517" y="85330"/>
                  </a:cubicBezTo>
                  <a:cubicBezTo>
                    <a:pt x="295609" y="86521"/>
                    <a:pt x="295811" y="89812"/>
                    <a:pt x="296824" y="91018"/>
                  </a:cubicBezTo>
                  <a:cubicBezTo>
                    <a:pt x="307827" y="104114"/>
                    <a:pt x="316050" y="118755"/>
                    <a:pt x="322336" y="135317"/>
                  </a:cubicBezTo>
                  <a:cubicBezTo>
                    <a:pt x="328717" y="134195"/>
                    <a:pt x="335330" y="133094"/>
                    <a:pt x="341917" y="131857"/>
                  </a:cubicBezTo>
                  <a:cubicBezTo>
                    <a:pt x="347759" y="130760"/>
                    <a:pt x="353552" y="129392"/>
                    <a:pt x="359408" y="128380"/>
                  </a:cubicBezTo>
                  <a:cubicBezTo>
                    <a:pt x="362325" y="127876"/>
                    <a:pt x="364341" y="128179"/>
                    <a:pt x="364991" y="132336"/>
                  </a:cubicBezTo>
                  <a:cubicBezTo>
                    <a:pt x="367047" y="145499"/>
                    <a:pt x="369829" y="158548"/>
                    <a:pt x="372423" y="172129"/>
                  </a:cubicBezTo>
                  <a:cubicBezTo>
                    <a:pt x="359811" y="174525"/>
                    <a:pt x="347120" y="177088"/>
                    <a:pt x="334360" y="179244"/>
                  </a:cubicBezTo>
                  <a:cubicBezTo>
                    <a:pt x="331482" y="179730"/>
                    <a:pt x="330309" y="180530"/>
                    <a:pt x="330414" y="183434"/>
                  </a:cubicBezTo>
                  <a:cubicBezTo>
                    <a:pt x="331008" y="199937"/>
                    <a:pt x="328094" y="215901"/>
                    <a:pt x="323131" y="231587"/>
                  </a:cubicBezTo>
                  <a:cubicBezTo>
                    <a:pt x="322752" y="232785"/>
                    <a:pt x="323856" y="235328"/>
                    <a:pt x="325001" y="235998"/>
                  </a:cubicBezTo>
                  <a:cubicBezTo>
                    <a:pt x="336113" y="242503"/>
                    <a:pt x="347382" y="248742"/>
                    <a:pt x="359224" y="255403"/>
                  </a:cubicBezTo>
                  <a:cubicBezTo>
                    <a:pt x="356319" y="260872"/>
                    <a:pt x="353523" y="266222"/>
                    <a:pt x="350648" y="271530"/>
                  </a:cubicBezTo>
                  <a:cubicBezTo>
                    <a:pt x="347193" y="277909"/>
                    <a:pt x="343718" y="284278"/>
                    <a:pt x="340158" y="290599"/>
                  </a:cubicBezTo>
                  <a:cubicBezTo>
                    <a:pt x="338412" y="293700"/>
                    <a:pt x="336892" y="295285"/>
                    <a:pt x="332689" y="292595"/>
                  </a:cubicBezTo>
                  <a:cubicBezTo>
                    <a:pt x="323886" y="286961"/>
                    <a:pt x="314359" y="282469"/>
                    <a:pt x="305269" y="277264"/>
                  </a:cubicBezTo>
                  <a:cubicBezTo>
                    <a:pt x="301208" y="274939"/>
                    <a:pt x="298905" y="275435"/>
                    <a:pt x="295591" y="279215"/>
                  </a:cubicBezTo>
                  <a:cubicBezTo>
                    <a:pt x="285619" y="290593"/>
                    <a:pt x="274365" y="300696"/>
                    <a:pt x="261357" y="308615"/>
                  </a:cubicBezTo>
                  <a:cubicBezTo>
                    <a:pt x="259179" y="309941"/>
                    <a:pt x="258418" y="310822"/>
                    <a:pt x="259513" y="313543"/>
                  </a:cubicBezTo>
                  <a:cubicBezTo>
                    <a:pt x="264310" y="325462"/>
                    <a:pt x="268771" y="337517"/>
                    <a:pt x="273627" y="350240"/>
                  </a:cubicBezTo>
                  <a:cubicBezTo>
                    <a:pt x="268895" y="352101"/>
                    <a:pt x="264171" y="353961"/>
                    <a:pt x="259446" y="355816"/>
                  </a:cubicBezTo>
                  <a:cubicBezTo>
                    <a:pt x="251811" y="358815"/>
                    <a:pt x="244144" y="361735"/>
                    <a:pt x="236553" y="364840"/>
                  </a:cubicBezTo>
                  <a:cubicBezTo>
                    <a:pt x="232629" y="366445"/>
                    <a:pt x="230665" y="365784"/>
                    <a:pt x="229119" y="361348"/>
                  </a:cubicBezTo>
                  <a:cubicBezTo>
                    <a:pt x="225055" y="349692"/>
                    <a:pt x="220328" y="338268"/>
                    <a:pt x="215856" y="326729"/>
                  </a:cubicBezTo>
                  <a:cubicBezTo>
                    <a:pt x="197587" y="330446"/>
                    <a:pt x="179408" y="330562"/>
                    <a:pt x="160764" y="327982"/>
                  </a:cubicBezTo>
                  <a:cubicBezTo>
                    <a:pt x="156181" y="341126"/>
                    <a:pt x="151545" y="354422"/>
                    <a:pt x="146840" y="367916"/>
                  </a:cubicBezTo>
                  <a:cubicBezTo>
                    <a:pt x="132589" y="363090"/>
                    <a:pt x="118789" y="358416"/>
                    <a:pt x="104541" y="353590"/>
                  </a:cubicBezTo>
                  <a:cubicBezTo>
                    <a:pt x="104747" y="352427"/>
                    <a:pt x="104805" y="351170"/>
                    <a:pt x="105196" y="350027"/>
                  </a:cubicBezTo>
                  <a:cubicBezTo>
                    <a:pt x="108843" y="339375"/>
                    <a:pt x="112448" y="328707"/>
                    <a:pt x="116293" y="318127"/>
                  </a:cubicBezTo>
                  <a:cubicBezTo>
                    <a:pt x="117544" y="314687"/>
                    <a:pt x="117313" y="312773"/>
                    <a:pt x="113627" y="310890"/>
                  </a:cubicBezTo>
                  <a:cubicBezTo>
                    <a:pt x="99917" y="303888"/>
                    <a:pt x="88326" y="294022"/>
                    <a:pt x="77956" y="282754"/>
                  </a:cubicBezTo>
                  <a:cubicBezTo>
                    <a:pt x="74936" y="279472"/>
                    <a:pt x="72802" y="279375"/>
                    <a:pt x="69012" y="281885"/>
                  </a:cubicBezTo>
                  <a:cubicBezTo>
                    <a:pt x="59767" y="288005"/>
                    <a:pt x="50068" y="293437"/>
                    <a:pt x="39885" y="299165"/>
                  </a:cubicBezTo>
                  <a:cubicBezTo>
                    <a:pt x="38794" y="299178"/>
                    <a:pt x="38369" y="299172"/>
                    <a:pt x="37944" y="299167"/>
                  </a:cubicBezTo>
                  <a:cubicBezTo>
                    <a:pt x="30303" y="286714"/>
                    <a:pt x="22661" y="274261"/>
                    <a:pt x="14824" y="261489"/>
                  </a:cubicBezTo>
                  <a:cubicBezTo>
                    <a:pt x="26906" y="254116"/>
                    <a:pt x="38671" y="246937"/>
                    <a:pt x="49613" y="240259"/>
                  </a:cubicBezTo>
                  <a:cubicBezTo>
                    <a:pt x="46795" y="228256"/>
                    <a:pt x="43863" y="216792"/>
                    <a:pt x="41488" y="205215"/>
                  </a:cubicBezTo>
                  <a:cubicBezTo>
                    <a:pt x="40359" y="199714"/>
                    <a:pt x="40177" y="194003"/>
                    <a:pt x="39797" y="188371"/>
                  </a:cubicBezTo>
                  <a:cubicBezTo>
                    <a:pt x="39633" y="185950"/>
                    <a:pt x="39250" y="184580"/>
                    <a:pt x="36343" y="184189"/>
                  </a:cubicBezTo>
                  <a:cubicBezTo>
                    <a:pt x="25992" y="182799"/>
                    <a:pt x="15693" y="181028"/>
                    <a:pt x="5363" y="179478"/>
                  </a:cubicBezTo>
                  <a:cubicBezTo>
                    <a:pt x="3761" y="179238"/>
                    <a:pt x="2100" y="179397"/>
                    <a:pt x="41" y="179393"/>
                  </a:cubicBezTo>
                  <a:cubicBezTo>
                    <a:pt x="-107" y="175472"/>
                    <a:pt x="170" y="171527"/>
                    <a:pt x="431" y="167159"/>
                  </a:cubicBezTo>
                  <a:cubicBezTo>
                    <a:pt x="1738" y="159530"/>
                    <a:pt x="3139" y="152337"/>
                    <a:pt x="4372" y="145117"/>
                  </a:cubicBezTo>
                  <a:cubicBezTo>
                    <a:pt x="6743" y="131229"/>
                    <a:pt x="3649" y="133767"/>
                    <a:pt x="17190" y="135711"/>
                  </a:cubicBezTo>
                  <a:cubicBezTo>
                    <a:pt x="26103" y="136990"/>
                    <a:pt x="34958" y="138679"/>
                    <a:pt x="43882" y="139865"/>
                  </a:cubicBezTo>
                  <a:cubicBezTo>
                    <a:pt x="45002" y="140013"/>
                    <a:pt x="47118" y="138461"/>
                    <a:pt x="47531" y="137267"/>
                  </a:cubicBezTo>
                  <a:cubicBezTo>
                    <a:pt x="53071" y="121254"/>
                    <a:pt x="60955" y="106574"/>
                    <a:pt x="71888" y="93601"/>
                  </a:cubicBezTo>
                  <a:cubicBezTo>
                    <a:pt x="74557" y="90434"/>
                    <a:pt x="73634" y="88212"/>
                    <a:pt x="71116" y="85392"/>
                  </a:cubicBezTo>
                  <a:cubicBezTo>
                    <a:pt x="63374" y="76723"/>
                    <a:pt x="55930" y="67787"/>
                    <a:pt x="48280" y="58849"/>
                  </a:cubicBezTo>
                  <a:cubicBezTo>
                    <a:pt x="59056" y="49587"/>
                    <a:pt x="69526" y="40733"/>
                    <a:pt x="79797" y="31652"/>
                  </a:cubicBezTo>
                  <a:cubicBezTo>
                    <a:pt x="82201" y="29528"/>
                    <a:pt x="83681" y="29989"/>
                    <a:pt x="85446" y="32080"/>
                  </a:cubicBezTo>
                  <a:cubicBezTo>
                    <a:pt x="91810" y="39622"/>
                    <a:pt x="98379" y="47001"/>
                    <a:pt x="104511" y="54727"/>
                  </a:cubicBezTo>
                  <a:cubicBezTo>
                    <a:pt x="108747" y="60064"/>
                    <a:pt x="108788" y="60099"/>
                    <a:pt x="114923" y="56838"/>
                  </a:cubicBezTo>
                  <a:cubicBezTo>
                    <a:pt x="127920" y="49930"/>
                    <a:pt x="141610" y="44728"/>
                    <a:pt x="156099" y="41970"/>
                  </a:cubicBezTo>
                  <a:cubicBezTo>
                    <a:pt x="159543" y="41315"/>
                    <a:pt x="160651" y="40051"/>
                    <a:pt x="160604" y="36630"/>
                  </a:cubicBezTo>
                  <a:cubicBezTo>
                    <a:pt x="160437" y="24541"/>
                    <a:pt x="160539" y="12449"/>
                    <a:pt x="160539"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75" name="Group 174">
            <a:extLst>
              <a:ext uri="{FF2B5EF4-FFF2-40B4-BE49-F238E27FC236}">
                <a16:creationId xmlns:a16="http://schemas.microsoft.com/office/drawing/2014/main" id="{3CA05EFF-5BD1-A5EA-FE98-D3C26346101D}"/>
              </a:ext>
              <a:ext uri="{C183D7F6-B498-43B3-948B-1728B52AA6E4}">
                <adec:decorative xmlns:adec="http://schemas.microsoft.com/office/drawing/2017/decorative" val="1"/>
              </a:ext>
            </a:extLst>
          </p:cNvPr>
          <p:cNvGrpSpPr>
            <a:grpSpLocks noChangeAspect="1"/>
          </p:cNvGrpSpPr>
          <p:nvPr/>
        </p:nvGrpSpPr>
        <p:grpSpPr>
          <a:xfrm>
            <a:off x="4873375" y="3636615"/>
            <a:ext cx="449958" cy="457200"/>
            <a:chOff x="4873375" y="3636615"/>
            <a:chExt cx="449958" cy="457200"/>
          </a:xfrm>
          <a:solidFill>
            <a:srgbClr val="FF0000"/>
          </a:solidFill>
        </p:grpSpPr>
        <p:sp>
          <p:nvSpPr>
            <p:cNvPr id="1988" name="Freeform: Shape 1987">
              <a:extLst>
                <a:ext uri="{FF2B5EF4-FFF2-40B4-BE49-F238E27FC236}">
                  <a16:creationId xmlns:a16="http://schemas.microsoft.com/office/drawing/2014/main" id="{FF7A3FC4-69FF-9DC2-6699-099734CE98FC}"/>
                </a:ext>
                <a:ext uri="{C183D7F6-B498-43B3-948B-1728B52AA6E4}">
                  <adec:decorative xmlns:adec="http://schemas.microsoft.com/office/drawing/2017/decorative" val="1"/>
                </a:ext>
              </a:extLst>
            </p:cNvPr>
            <p:cNvSpPr/>
            <p:nvPr/>
          </p:nvSpPr>
          <p:spPr>
            <a:xfrm>
              <a:off x="4873375" y="3636615"/>
              <a:ext cx="441904" cy="457200"/>
            </a:xfrm>
            <a:custGeom>
              <a:avLst/>
              <a:gdLst>
                <a:gd name="connsiteX0" fmla="*/ 514306 w 681926"/>
                <a:gd name="connsiteY0" fmla="*/ 508431 h 705530"/>
                <a:gd name="connsiteX1" fmla="*/ 583829 w 681926"/>
                <a:gd name="connsiteY1" fmla="*/ 522825 h 705530"/>
                <a:gd name="connsiteX2" fmla="*/ 636603 w 681926"/>
                <a:gd name="connsiteY2" fmla="*/ 554318 h 705530"/>
                <a:gd name="connsiteX3" fmla="*/ 681926 w 681926"/>
                <a:gd name="connsiteY3" fmla="*/ 609828 h 705530"/>
                <a:gd name="connsiteX4" fmla="*/ 623956 w 681926"/>
                <a:gd name="connsiteY4" fmla="*/ 609828 h 705530"/>
                <a:gd name="connsiteX5" fmla="*/ 585853 w 681926"/>
                <a:gd name="connsiteY5" fmla="*/ 574299 h 705530"/>
                <a:gd name="connsiteX6" fmla="*/ 530742 w 681926"/>
                <a:gd name="connsiteY6" fmla="*/ 555332 h 705530"/>
                <a:gd name="connsiteX7" fmla="*/ 453967 w 681926"/>
                <a:gd name="connsiteY7" fmla="*/ 564733 h 705530"/>
                <a:gd name="connsiteX8" fmla="*/ 400834 w 681926"/>
                <a:gd name="connsiteY8" fmla="*/ 600214 h 705530"/>
                <a:gd name="connsiteX9" fmla="*/ 361541 w 681926"/>
                <a:gd name="connsiteY9" fmla="*/ 674970 h 705530"/>
                <a:gd name="connsiteX10" fmla="*/ 358515 w 681926"/>
                <a:gd name="connsiteY10" fmla="*/ 699790 h 705530"/>
                <a:gd name="connsiteX11" fmla="*/ 357381 w 681926"/>
                <a:gd name="connsiteY11" fmla="*/ 705530 h 705530"/>
                <a:gd name="connsiteX12" fmla="*/ 312491 w 681926"/>
                <a:gd name="connsiteY12" fmla="*/ 705530 h 705530"/>
                <a:gd name="connsiteX13" fmla="*/ 314590 w 681926"/>
                <a:gd name="connsiteY13" fmla="*/ 678467 h 705530"/>
                <a:gd name="connsiteX14" fmla="*/ 325277 w 681926"/>
                <a:gd name="connsiteY14" fmla="*/ 636991 h 705530"/>
                <a:gd name="connsiteX15" fmla="*/ 354480 w 681926"/>
                <a:gd name="connsiteY15" fmla="*/ 584726 h 705530"/>
                <a:gd name="connsiteX16" fmla="*/ 378983 w 681926"/>
                <a:gd name="connsiteY16" fmla="*/ 558349 h 705530"/>
                <a:gd name="connsiteX17" fmla="*/ 431232 w 681926"/>
                <a:gd name="connsiteY17" fmla="*/ 525125 h 705530"/>
                <a:gd name="connsiteX18" fmla="*/ 468289 w 681926"/>
                <a:gd name="connsiteY18" fmla="*/ 513127 h 705530"/>
                <a:gd name="connsiteX19" fmla="*/ 494404 w 681926"/>
                <a:gd name="connsiteY19" fmla="*/ 509394 h 705530"/>
                <a:gd name="connsiteX20" fmla="*/ 514306 w 681926"/>
                <a:gd name="connsiteY20" fmla="*/ 508431 h 705530"/>
                <a:gd name="connsiteX21" fmla="*/ 525826 w 681926"/>
                <a:gd name="connsiteY21" fmla="*/ 279200 h 705530"/>
                <a:gd name="connsiteX22" fmla="*/ 489239 w 681926"/>
                <a:gd name="connsiteY22" fmla="*/ 280550 h 705530"/>
                <a:gd name="connsiteX23" fmla="*/ 444681 w 681926"/>
                <a:gd name="connsiteY23" fmla="*/ 309657 h 705530"/>
                <a:gd name="connsiteX24" fmla="*/ 427610 w 681926"/>
                <a:gd name="connsiteY24" fmla="*/ 376845 h 705530"/>
                <a:gd name="connsiteX25" fmla="*/ 458184 w 681926"/>
                <a:gd name="connsiteY25" fmla="*/ 426908 h 705530"/>
                <a:gd name="connsiteX26" fmla="*/ 527088 w 681926"/>
                <a:gd name="connsiteY26" fmla="*/ 443400 h 705530"/>
                <a:gd name="connsiteX27" fmla="*/ 574325 w 681926"/>
                <a:gd name="connsiteY27" fmla="*/ 414741 h 705530"/>
                <a:gd name="connsiteX28" fmla="*/ 593040 w 681926"/>
                <a:gd name="connsiteY28" fmla="*/ 350998 h 705530"/>
                <a:gd name="connsiteX29" fmla="*/ 587356 w 681926"/>
                <a:gd name="connsiteY29" fmla="*/ 330137 h 705530"/>
                <a:gd name="connsiteX30" fmla="*/ 559151 w 681926"/>
                <a:gd name="connsiteY30" fmla="*/ 294218 h 705530"/>
                <a:gd name="connsiteX31" fmla="*/ 525826 w 681926"/>
                <a:gd name="connsiteY31" fmla="*/ 279200 h 705530"/>
                <a:gd name="connsiteX32" fmla="*/ 499357 w 681926"/>
                <a:gd name="connsiteY32" fmla="*/ 233166 h 705530"/>
                <a:gd name="connsiteX33" fmla="*/ 571952 w 681926"/>
                <a:gd name="connsiteY33" fmla="*/ 248318 h 705530"/>
                <a:gd name="connsiteX34" fmla="*/ 620882 w 681926"/>
                <a:gd name="connsiteY34" fmla="*/ 295571 h 705530"/>
                <a:gd name="connsiteX35" fmla="*/ 637154 w 681926"/>
                <a:gd name="connsiteY35" fmla="*/ 339564 h 705530"/>
                <a:gd name="connsiteX36" fmla="*/ 628616 w 681926"/>
                <a:gd name="connsiteY36" fmla="*/ 412407 h 705530"/>
                <a:gd name="connsiteX37" fmla="*/ 597068 w 681926"/>
                <a:gd name="connsiteY37" fmla="*/ 456783 h 705530"/>
                <a:gd name="connsiteX38" fmla="*/ 536023 w 681926"/>
                <a:gd name="connsiteY38" fmla="*/ 487645 h 705530"/>
                <a:gd name="connsiteX39" fmla="*/ 510205 w 681926"/>
                <a:gd name="connsiteY39" fmla="*/ 490515 h 705530"/>
                <a:gd name="connsiteX40" fmla="*/ 458027 w 681926"/>
                <a:gd name="connsiteY40" fmla="*/ 479664 h 705530"/>
                <a:gd name="connsiteX41" fmla="*/ 417218 w 681926"/>
                <a:gd name="connsiteY41" fmla="*/ 451457 h 705530"/>
                <a:gd name="connsiteX42" fmla="*/ 383146 w 681926"/>
                <a:gd name="connsiteY42" fmla="*/ 386204 h 705530"/>
                <a:gd name="connsiteX43" fmla="*/ 381151 w 681926"/>
                <a:gd name="connsiteY43" fmla="*/ 372453 h 705530"/>
                <a:gd name="connsiteX44" fmla="*/ 388990 w 681926"/>
                <a:gd name="connsiteY44" fmla="*/ 316505 h 705530"/>
                <a:gd name="connsiteX45" fmla="*/ 413296 w 681926"/>
                <a:gd name="connsiteY45" fmla="*/ 276138 h 705530"/>
                <a:gd name="connsiteX46" fmla="*/ 450079 w 681926"/>
                <a:gd name="connsiteY46" fmla="*/ 247199 h 705530"/>
                <a:gd name="connsiteX47" fmla="*/ 499357 w 681926"/>
                <a:gd name="connsiteY47" fmla="*/ 233166 h 705530"/>
                <a:gd name="connsiteX48" fmla="*/ 178573 w 681926"/>
                <a:gd name="connsiteY48" fmla="*/ 28133 h 705530"/>
                <a:gd name="connsiteX49" fmla="*/ 132046 w 681926"/>
                <a:gd name="connsiteY49" fmla="*/ 54721 h 705530"/>
                <a:gd name="connsiteX50" fmla="*/ 124800 w 681926"/>
                <a:gd name="connsiteY50" fmla="*/ 58591 h 705530"/>
                <a:gd name="connsiteX51" fmla="*/ 109320 w 681926"/>
                <a:gd name="connsiteY51" fmla="*/ 68390 h 705530"/>
                <a:gd name="connsiteX52" fmla="*/ 106090 w 681926"/>
                <a:gd name="connsiteY52" fmla="*/ 70344 h 705530"/>
                <a:gd name="connsiteX53" fmla="*/ 25840 w 681926"/>
                <a:gd name="connsiteY53" fmla="*/ 116590 h 705530"/>
                <a:gd name="connsiteX54" fmla="*/ 22806 w 681926"/>
                <a:gd name="connsiteY54" fmla="*/ 121821 h 705530"/>
                <a:gd name="connsiteX55" fmla="*/ 22709 w 681926"/>
                <a:gd name="connsiteY55" fmla="*/ 176252 h 705530"/>
                <a:gd name="connsiteX56" fmla="*/ 22683 w 681926"/>
                <a:gd name="connsiteY56" fmla="*/ 207839 h 705530"/>
                <a:gd name="connsiteX57" fmla="*/ 22709 w 681926"/>
                <a:gd name="connsiteY57" fmla="*/ 262673 h 705530"/>
                <a:gd name="connsiteX58" fmla="*/ 22683 w 681926"/>
                <a:gd name="connsiteY58" fmla="*/ 294218 h 705530"/>
                <a:gd name="connsiteX59" fmla="*/ 25852 w 681926"/>
                <a:gd name="connsiteY59" fmla="*/ 303823 h 705530"/>
                <a:gd name="connsiteX60" fmla="*/ 66175 w 681926"/>
                <a:gd name="connsiteY60" fmla="*/ 327201 h 705530"/>
                <a:gd name="connsiteX61" fmla="*/ 88670 w 681926"/>
                <a:gd name="connsiteY61" fmla="*/ 340102 h 705530"/>
                <a:gd name="connsiteX62" fmla="*/ 119477 w 681926"/>
                <a:gd name="connsiteY62" fmla="*/ 357346 h 705530"/>
                <a:gd name="connsiteX63" fmla="*/ 179757 w 681926"/>
                <a:gd name="connsiteY63" fmla="*/ 392345 h 705530"/>
                <a:gd name="connsiteX64" fmla="*/ 184970 w 681926"/>
                <a:gd name="connsiteY64" fmla="*/ 392496 h 705530"/>
                <a:gd name="connsiteX65" fmla="*/ 265853 w 681926"/>
                <a:gd name="connsiteY65" fmla="*/ 346214 h 705530"/>
                <a:gd name="connsiteX66" fmla="*/ 272648 w 681926"/>
                <a:gd name="connsiteY66" fmla="*/ 342544 h 705530"/>
                <a:gd name="connsiteX67" fmla="*/ 288587 w 681926"/>
                <a:gd name="connsiteY67" fmla="*/ 332538 h 705530"/>
                <a:gd name="connsiteX68" fmla="*/ 310051 w 681926"/>
                <a:gd name="connsiteY68" fmla="*/ 320686 h 705530"/>
                <a:gd name="connsiteX69" fmla="*/ 322285 w 681926"/>
                <a:gd name="connsiteY69" fmla="*/ 313850 h 705530"/>
                <a:gd name="connsiteX70" fmla="*/ 332781 w 681926"/>
                <a:gd name="connsiteY70" fmla="*/ 307004 h 705530"/>
                <a:gd name="connsiteX71" fmla="*/ 338896 w 681926"/>
                <a:gd name="connsiteY71" fmla="*/ 303421 h 705530"/>
                <a:gd name="connsiteX72" fmla="*/ 341716 w 681926"/>
                <a:gd name="connsiteY72" fmla="*/ 298695 h 705530"/>
                <a:gd name="connsiteX73" fmla="*/ 341800 w 681926"/>
                <a:gd name="connsiteY73" fmla="*/ 222708 h 705530"/>
                <a:gd name="connsiteX74" fmla="*/ 341827 w 681926"/>
                <a:gd name="connsiteY74" fmla="*/ 199957 h 705530"/>
                <a:gd name="connsiteX75" fmla="*/ 341800 w 681926"/>
                <a:gd name="connsiteY75" fmla="*/ 168695 h 705530"/>
                <a:gd name="connsiteX76" fmla="*/ 341827 w 681926"/>
                <a:gd name="connsiteY76" fmla="*/ 145943 h 705530"/>
                <a:gd name="connsiteX77" fmla="*/ 341950 w 681926"/>
                <a:gd name="connsiteY77" fmla="*/ 121971 h 705530"/>
                <a:gd name="connsiteX78" fmla="*/ 338616 w 681926"/>
                <a:gd name="connsiteY78" fmla="*/ 115840 h 705530"/>
                <a:gd name="connsiteX79" fmla="*/ 329024 w 681926"/>
                <a:gd name="connsiteY79" fmla="*/ 110583 h 705530"/>
                <a:gd name="connsiteX80" fmla="*/ 298190 w 681926"/>
                <a:gd name="connsiteY80" fmla="*/ 92325 h 705530"/>
                <a:gd name="connsiteX81" fmla="*/ 278864 w 681926"/>
                <a:gd name="connsiteY81" fmla="*/ 81090 h 705530"/>
                <a:gd name="connsiteX82" fmla="*/ 258126 w 681926"/>
                <a:gd name="connsiteY82" fmla="*/ 69651 h 705530"/>
                <a:gd name="connsiteX83" fmla="*/ 227579 w 681926"/>
                <a:gd name="connsiteY83" fmla="*/ 51939 h 705530"/>
                <a:gd name="connsiteX84" fmla="*/ 187052 w 681926"/>
                <a:gd name="connsiteY84" fmla="*/ 28620 h 705530"/>
                <a:gd name="connsiteX85" fmla="*/ 178573 w 681926"/>
                <a:gd name="connsiteY85" fmla="*/ 28133 h 705530"/>
                <a:gd name="connsiteX86" fmla="*/ 180830 w 681926"/>
                <a:gd name="connsiteY86" fmla="*/ 249 h 705530"/>
                <a:gd name="connsiteX87" fmla="*/ 185192 w 681926"/>
                <a:gd name="connsiteY87" fmla="*/ 856 h 705530"/>
                <a:gd name="connsiteX88" fmla="*/ 219078 w 681926"/>
                <a:gd name="connsiteY88" fmla="*/ 20257 h 705530"/>
                <a:gd name="connsiteX89" fmla="*/ 297620 w 681926"/>
                <a:gd name="connsiteY89" fmla="*/ 65426 h 705530"/>
                <a:gd name="connsiteX90" fmla="*/ 360929 w 681926"/>
                <a:gd name="connsiteY90" fmla="*/ 101857 h 705530"/>
                <a:gd name="connsiteX91" fmla="*/ 365536 w 681926"/>
                <a:gd name="connsiteY91" fmla="*/ 109884 h 705530"/>
                <a:gd name="connsiteX92" fmla="*/ 365410 w 681926"/>
                <a:gd name="connsiteY92" fmla="*/ 297933 h 705530"/>
                <a:gd name="connsiteX93" fmla="*/ 365410 w 681926"/>
                <a:gd name="connsiteY93" fmla="*/ 315223 h 705530"/>
                <a:gd name="connsiteX94" fmla="*/ 293104 w 681926"/>
                <a:gd name="connsiteY94" fmla="*/ 357057 h 705530"/>
                <a:gd name="connsiteX95" fmla="*/ 227465 w 681926"/>
                <a:gd name="connsiteY95" fmla="*/ 395194 h 705530"/>
                <a:gd name="connsiteX96" fmla="*/ 185567 w 681926"/>
                <a:gd name="connsiteY96" fmla="*/ 419040 h 705530"/>
                <a:gd name="connsiteX97" fmla="*/ 178883 w 681926"/>
                <a:gd name="connsiteY97" fmla="*/ 418754 h 705530"/>
                <a:gd name="connsiteX98" fmla="*/ 138851 w 681926"/>
                <a:gd name="connsiteY98" fmla="*/ 395443 h 705530"/>
                <a:gd name="connsiteX99" fmla="*/ 85580 w 681926"/>
                <a:gd name="connsiteY99" fmla="*/ 364553 h 705530"/>
                <a:gd name="connsiteX100" fmla="*/ 43282 w 681926"/>
                <a:gd name="connsiteY100" fmla="*/ 340402 h 705530"/>
                <a:gd name="connsiteX101" fmla="*/ 3115 w 681926"/>
                <a:gd name="connsiteY101" fmla="*/ 317353 h 705530"/>
                <a:gd name="connsiteX102" fmla="*/ 0 w 681926"/>
                <a:gd name="connsiteY102" fmla="*/ 311593 h 705530"/>
                <a:gd name="connsiteX103" fmla="*/ 26 w 681926"/>
                <a:gd name="connsiteY103" fmla="*/ 108814 h 705530"/>
                <a:gd name="connsiteX104" fmla="*/ 3780 w 681926"/>
                <a:gd name="connsiteY104" fmla="*/ 102311 h 705530"/>
                <a:gd name="connsiteX105" fmla="*/ 53383 w 681926"/>
                <a:gd name="connsiteY105" fmla="*/ 73616 h 705530"/>
                <a:gd name="connsiteX106" fmla="*/ 108100 w 681926"/>
                <a:gd name="connsiteY106" fmla="*/ 42336 h 705530"/>
                <a:gd name="connsiteX107" fmla="*/ 160063 w 681926"/>
                <a:gd name="connsiteY107" fmla="*/ 12023 h 705530"/>
                <a:gd name="connsiteX108" fmla="*/ 180830 w 681926"/>
                <a:gd name="connsiteY108" fmla="*/ 249 h 70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81926" h="705530">
                  <a:moveTo>
                    <a:pt x="514306" y="508431"/>
                  </a:moveTo>
                  <a:cubicBezTo>
                    <a:pt x="538246" y="509391"/>
                    <a:pt x="561538" y="513642"/>
                    <a:pt x="583829" y="522825"/>
                  </a:cubicBezTo>
                  <a:cubicBezTo>
                    <a:pt x="603000" y="530723"/>
                    <a:pt x="620785" y="540997"/>
                    <a:pt x="636603" y="554318"/>
                  </a:cubicBezTo>
                  <a:lnTo>
                    <a:pt x="681926" y="609828"/>
                  </a:lnTo>
                  <a:lnTo>
                    <a:pt x="623956" y="609828"/>
                  </a:lnTo>
                  <a:lnTo>
                    <a:pt x="585853" y="574299"/>
                  </a:lnTo>
                  <a:cubicBezTo>
                    <a:pt x="568785" y="564287"/>
                    <a:pt x="550373" y="558287"/>
                    <a:pt x="530742" y="555332"/>
                  </a:cubicBezTo>
                  <a:cubicBezTo>
                    <a:pt x="504169" y="551330"/>
                    <a:pt x="478718" y="554981"/>
                    <a:pt x="453967" y="564733"/>
                  </a:cubicBezTo>
                  <a:cubicBezTo>
                    <a:pt x="433721" y="572711"/>
                    <a:pt x="415774" y="584381"/>
                    <a:pt x="400834" y="600214"/>
                  </a:cubicBezTo>
                  <a:cubicBezTo>
                    <a:pt x="380826" y="621419"/>
                    <a:pt x="366911" y="646045"/>
                    <a:pt x="361541" y="674970"/>
                  </a:cubicBezTo>
                  <a:cubicBezTo>
                    <a:pt x="360022" y="683149"/>
                    <a:pt x="359537" y="691517"/>
                    <a:pt x="358515" y="699790"/>
                  </a:cubicBezTo>
                  <a:cubicBezTo>
                    <a:pt x="358283" y="701668"/>
                    <a:pt x="357788" y="703513"/>
                    <a:pt x="357381" y="705530"/>
                  </a:cubicBezTo>
                  <a:cubicBezTo>
                    <a:pt x="342417" y="705530"/>
                    <a:pt x="327589" y="705530"/>
                    <a:pt x="312491" y="705530"/>
                  </a:cubicBezTo>
                  <a:cubicBezTo>
                    <a:pt x="313132" y="696350"/>
                    <a:pt x="312842" y="687204"/>
                    <a:pt x="314590" y="678467"/>
                  </a:cubicBezTo>
                  <a:cubicBezTo>
                    <a:pt x="317387" y="664481"/>
                    <a:pt x="320852" y="650543"/>
                    <a:pt x="325277" y="636991"/>
                  </a:cubicBezTo>
                  <a:cubicBezTo>
                    <a:pt x="331556" y="617765"/>
                    <a:pt x="341478" y="600253"/>
                    <a:pt x="354480" y="584726"/>
                  </a:cubicBezTo>
                  <a:cubicBezTo>
                    <a:pt x="362181" y="575533"/>
                    <a:pt x="370199" y="566481"/>
                    <a:pt x="378983" y="558349"/>
                  </a:cubicBezTo>
                  <a:cubicBezTo>
                    <a:pt x="394312" y="544155"/>
                    <a:pt x="411688" y="532704"/>
                    <a:pt x="431232" y="525125"/>
                  </a:cubicBezTo>
                  <a:cubicBezTo>
                    <a:pt x="443325" y="520436"/>
                    <a:pt x="455744" y="516407"/>
                    <a:pt x="468289" y="513127"/>
                  </a:cubicBezTo>
                  <a:cubicBezTo>
                    <a:pt x="476746" y="510916"/>
                    <a:pt x="485655" y="510308"/>
                    <a:pt x="494404" y="509394"/>
                  </a:cubicBezTo>
                  <a:cubicBezTo>
                    <a:pt x="501005" y="508705"/>
                    <a:pt x="507692" y="508166"/>
                    <a:pt x="514306" y="508431"/>
                  </a:cubicBezTo>
                  <a:close/>
                  <a:moveTo>
                    <a:pt x="525826" y="279200"/>
                  </a:moveTo>
                  <a:cubicBezTo>
                    <a:pt x="514164" y="276825"/>
                    <a:pt x="501958" y="277178"/>
                    <a:pt x="489239" y="280550"/>
                  </a:cubicBezTo>
                  <a:cubicBezTo>
                    <a:pt x="471252" y="285321"/>
                    <a:pt x="456325" y="294883"/>
                    <a:pt x="444681" y="309657"/>
                  </a:cubicBezTo>
                  <a:cubicBezTo>
                    <a:pt x="428965" y="329594"/>
                    <a:pt x="422961" y="352236"/>
                    <a:pt x="427610" y="376845"/>
                  </a:cubicBezTo>
                  <a:cubicBezTo>
                    <a:pt x="431410" y="396959"/>
                    <a:pt x="441572" y="414019"/>
                    <a:pt x="458184" y="426908"/>
                  </a:cubicBezTo>
                  <a:cubicBezTo>
                    <a:pt x="478753" y="442864"/>
                    <a:pt x="501685" y="448719"/>
                    <a:pt x="527088" y="443400"/>
                  </a:cubicBezTo>
                  <a:cubicBezTo>
                    <a:pt x="546043" y="439430"/>
                    <a:pt x="561884" y="429603"/>
                    <a:pt x="574325" y="414741"/>
                  </a:cubicBezTo>
                  <a:cubicBezTo>
                    <a:pt x="589784" y="396277"/>
                    <a:pt x="595345" y="374605"/>
                    <a:pt x="593040" y="350998"/>
                  </a:cubicBezTo>
                  <a:cubicBezTo>
                    <a:pt x="592376" y="344185"/>
                    <a:pt x="589357" y="337602"/>
                    <a:pt x="587356" y="330137"/>
                  </a:cubicBezTo>
                  <a:cubicBezTo>
                    <a:pt x="581528" y="315358"/>
                    <a:pt x="571909" y="303339"/>
                    <a:pt x="559151" y="294218"/>
                  </a:cubicBezTo>
                  <a:cubicBezTo>
                    <a:pt x="548607" y="286679"/>
                    <a:pt x="537488" y="281576"/>
                    <a:pt x="525826" y="279200"/>
                  </a:cubicBezTo>
                  <a:close/>
                  <a:moveTo>
                    <a:pt x="499357" y="233166"/>
                  </a:moveTo>
                  <a:cubicBezTo>
                    <a:pt x="525311" y="230698"/>
                    <a:pt x="549398" y="236237"/>
                    <a:pt x="571952" y="248318"/>
                  </a:cubicBezTo>
                  <a:cubicBezTo>
                    <a:pt x="592561" y="259357"/>
                    <a:pt x="608728" y="275402"/>
                    <a:pt x="620882" y="295571"/>
                  </a:cubicBezTo>
                  <a:cubicBezTo>
                    <a:pt x="629139" y="309275"/>
                    <a:pt x="634968" y="323977"/>
                    <a:pt x="637154" y="339564"/>
                  </a:cubicBezTo>
                  <a:cubicBezTo>
                    <a:pt x="640633" y="364387"/>
                    <a:pt x="638995" y="388952"/>
                    <a:pt x="628616" y="412407"/>
                  </a:cubicBezTo>
                  <a:cubicBezTo>
                    <a:pt x="621098" y="429397"/>
                    <a:pt x="610752" y="444335"/>
                    <a:pt x="597068" y="456783"/>
                  </a:cubicBezTo>
                  <a:cubicBezTo>
                    <a:pt x="579625" y="472652"/>
                    <a:pt x="559470" y="483603"/>
                    <a:pt x="536023" y="487645"/>
                  </a:cubicBezTo>
                  <a:cubicBezTo>
                    <a:pt x="527498" y="489115"/>
                    <a:pt x="518826" y="490398"/>
                    <a:pt x="510205" y="490515"/>
                  </a:cubicBezTo>
                  <a:cubicBezTo>
                    <a:pt x="492097" y="490760"/>
                    <a:pt x="474714" y="486898"/>
                    <a:pt x="458027" y="479664"/>
                  </a:cubicBezTo>
                  <a:cubicBezTo>
                    <a:pt x="442516" y="472939"/>
                    <a:pt x="428824" y="463543"/>
                    <a:pt x="417218" y="451457"/>
                  </a:cubicBezTo>
                  <a:cubicBezTo>
                    <a:pt x="399591" y="433105"/>
                    <a:pt x="388212" y="411225"/>
                    <a:pt x="383146" y="386204"/>
                  </a:cubicBezTo>
                  <a:cubicBezTo>
                    <a:pt x="382258" y="381820"/>
                    <a:pt x="381820" y="377346"/>
                    <a:pt x="381151" y="372453"/>
                  </a:cubicBezTo>
                  <a:cubicBezTo>
                    <a:pt x="380323" y="353012"/>
                    <a:pt x="382276" y="334404"/>
                    <a:pt x="388990" y="316505"/>
                  </a:cubicBezTo>
                  <a:cubicBezTo>
                    <a:pt x="394595" y="301565"/>
                    <a:pt x="402768" y="288228"/>
                    <a:pt x="413296" y="276138"/>
                  </a:cubicBezTo>
                  <a:cubicBezTo>
                    <a:pt x="423783" y="264095"/>
                    <a:pt x="436109" y="254523"/>
                    <a:pt x="450079" y="247199"/>
                  </a:cubicBezTo>
                  <a:cubicBezTo>
                    <a:pt x="465445" y="239142"/>
                    <a:pt x="481907" y="234824"/>
                    <a:pt x="499357" y="233166"/>
                  </a:cubicBezTo>
                  <a:close/>
                  <a:moveTo>
                    <a:pt x="178573" y="28133"/>
                  </a:moveTo>
                  <a:cubicBezTo>
                    <a:pt x="163318" y="37030"/>
                    <a:pt x="148030" y="45870"/>
                    <a:pt x="132046" y="54721"/>
                  </a:cubicBezTo>
                  <a:cubicBezTo>
                    <a:pt x="129624" y="56001"/>
                    <a:pt x="127101" y="57122"/>
                    <a:pt x="124800" y="58591"/>
                  </a:cubicBezTo>
                  <a:cubicBezTo>
                    <a:pt x="119819" y="61771"/>
                    <a:pt x="114952" y="65128"/>
                    <a:pt x="109320" y="68390"/>
                  </a:cubicBezTo>
                  <a:cubicBezTo>
                    <a:pt x="108243" y="69042"/>
                    <a:pt x="107181" y="69717"/>
                    <a:pt x="106090" y="70344"/>
                  </a:cubicBezTo>
                  <a:cubicBezTo>
                    <a:pt x="79320" y="85724"/>
                    <a:pt x="52520" y="101055"/>
                    <a:pt x="25840" y="116590"/>
                  </a:cubicBezTo>
                  <a:cubicBezTo>
                    <a:pt x="24292" y="117490"/>
                    <a:pt x="22825" y="120029"/>
                    <a:pt x="22806" y="121821"/>
                  </a:cubicBezTo>
                  <a:cubicBezTo>
                    <a:pt x="22617" y="139653"/>
                    <a:pt x="22741" y="157489"/>
                    <a:pt x="22709" y="176252"/>
                  </a:cubicBezTo>
                  <a:cubicBezTo>
                    <a:pt x="22733" y="186479"/>
                    <a:pt x="22758" y="196706"/>
                    <a:pt x="22683" y="207839"/>
                  </a:cubicBezTo>
                  <a:cubicBezTo>
                    <a:pt x="22715" y="225807"/>
                    <a:pt x="22745" y="243775"/>
                    <a:pt x="22709" y="262673"/>
                  </a:cubicBezTo>
                  <a:cubicBezTo>
                    <a:pt x="22733" y="272900"/>
                    <a:pt x="22758" y="283127"/>
                    <a:pt x="22683" y="294218"/>
                  </a:cubicBezTo>
                  <a:cubicBezTo>
                    <a:pt x="22871" y="297695"/>
                    <a:pt x="21547" y="301430"/>
                    <a:pt x="25852" y="303823"/>
                  </a:cubicBezTo>
                  <a:cubicBezTo>
                    <a:pt x="39260" y="311280"/>
                    <a:pt x="52526" y="318990"/>
                    <a:pt x="66175" y="327201"/>
                  </a:cubicBezTo>
                  <a:cubicBezTo>
                    <a:pt x="73557" y="331296"/>
                    <a:pt x="80939" y="335390"/>
                    <a:pt x="88670" y="340102"/>
                  </a:cubicBezTo>
                  <a:cubicBezTo>
                    <a:pt x="98943" y="345843"/>
                    <a:pt x="109288" y="351461"/>
                    <a:pt x="119477" y="357346"/>
                  </a:cubicBezTo>
                  <a:cubicBezTo>
                    <a:pt x="139598" y="368966"/>
                    <a:pt x="159608" y="380776"/>
                    <a:pt x="179757" y="392345"/>
                  </a:cubicBezTo>
                  <a:cubicBezTo>
                    <a:pt x="181115" y="393126"/>
                    <a:pt x="183656" y="393248"/>
                    <a:pt x="184970" y="392496"/>
                  </a:cubicBezTo>
                  <a:cubicBezTo>
                    <a:pt x="211756" y="377172"/>
                    <a:pt x="238441" y="361676"/>
                    <a:pt x="265853" y="346214"/>
                  </a:cubicBezTo>
                  <a:cubicBezTo>
                    <a:pt x="268124" y="344999"/>
                    <a:pt x="270483" y="343924"/>
                    <a:pt x="272648" y="342544"/>
                  </a:cubicBezTo>
                  <a:cubicBezTo>
                    <a:pt x="277769" y="339278"/>
                    <a:pt x="282797" y="335869"/>
                    <a:pt x="288587" y="332538"/>
                  </a:cubicBezTo>
                  <a:cubicBezTo>
                    <a:pt x="295505" y="328586"/>
                    <a:pt x="302423" y="324633"/>
                    <a:pt x="310051" y="320686"/>
                  </a:cubicBezTo>
                  <a:cubicBezTo>
                    <a:pt x="314138" y="318423"/>
                    <a:pt x="318316" y="316304"/>
                    <a:pt x="322285" y="313850"/>
                  </a:cubicBezTo>
                  <a:cubicBezTo>
                    <a:pt x="325665" y="311761"/>
                    <a:pt x="328807" y="309287"/>
                    <a:pt x="332781" y="307004"/>
                  </a:cubicBezTo>
                  <a:cubicBezTo>
                    <a:pt x="334845" y="305838"/>
                    <a:pt x="337143" y="304944"/>
                    <a:pt x="338896" y="303421"/>
                  </a:cubicBezTo>
                  <a:cubicBezTo>
                    <a:pt x="340235" y="302257"/>
                    <a:pt x="341707" y="300304"/>
                    <a:pt x="341716" y="298695"/>
                  </a:cubicBezTo>
                  <a:cubicBezTo>
                    <a:pt x="341857" y="273676"/>
                    <a:pt x="341767" y="248656"/>
                    <a:pt x="341800" y="222708"/>
                  </a:cubicBezTo>
                  <a:cubicBezTo>
                    <a:pt x="341777" y="215426"/>
                    <a:pt x="341754" y="208143"/>
                    <a:pt x="341827" y="199957"/>
                  </a:cubicBezTo>
                  <a:cubicBezTo>
                    <a:pt x="341795" y="189846"/>
                    <a:pt x="341762" y="179734"/>
                    <a:pt x="341800" y="168695"/>
                  </a:cubicBezTo>
                  <a:cubicBezTo>
                    <a:pt x="341777" y="161413"/>
                    <a:pt x="341754" y="154130"/>
                    <a:pt x="341827" y="145943"/>
                  </a:cubicBezTo>
                  <a:cubicBezTo>
                    <a:pt x="341831" y="137952"/>
                    <a:pt x="341618" y="129950"/>
                    <a:pt x="341950" y="121971"/>
                  </a:cubicBezTo>
                  <a:cubicBezTo>
                    <a:pt x="342078" y="118913"/>
                    <a:pt x="340927" y="117171"/>
                    <a:pt x="338616" y="115840"/>
                  </a:cubicBezTo>
                  <a:cubicBezTo>
                    <a:pt x="335458" y="114021"/>
                    <a:pt x="332176" y="112415"/>
                    <a:pt x="329024" y="110583"/>
                  </a:cubicBezTo>
                  <a:cubicBezTo>
                    <a:pt x="318878" y="104689"/>
                    <a:pt x="308769" y="98733"/>
                    <a:pt x="298190" y="92325"/>
                  </a:cubicBezTo>
                  <a:cubicBezTo>
                    <a:pt x="291755" y="88569"/>
                    <a:pt x="285386" y="84689"/>
                    <a:pt x="278864" y="81090"/>
                  </a:cubicBezTo>
                  <a:cubicBezTo>
                    <a:pt x="272097" y="77356"/>
                    <a:pt x="265180" y="73893"/>
                    <a:pt x="258126" y="69651"/>
                  </a:cubicBezTo>
                  <a:cubicBezTo>
                    <a:pt x="247945" y="63744"/>
                    <a:pt x="237789" y="57794"/>
                    <a:pt x="227579" y="51939"/>
                  </a:cubicBezTo>
                  <a:cubicBezTo>
                    <a:pt x="214057" y="44185"/>
                    <a:pt x="200346" y="36743"/>
                    <a:pt x="187052" y="28620"/>
                  </a:cubicBezTo>
                  <a:cubicBezTo>
                    <a:pt x="183786" y="26624"/>
                    <a:pt x="181592" y="26372"/>
                    <a:pt x="178573" y="28133"/>
                  </a:cubicBezTo>
                  <a:close/>
                  <a:moveTo>
                    <a:pt x="180830" y="249"/>
                  </a:moveTo>
                  <a:cubicBezTo>
                    <a:pt x="181895" y="-319"/>
                    <a:pt x="183974" y="166"/>
                    <a:pt x="185192" y="856"/>
                  </a:cubicBezTo>
                  <a:cubicBezTo>
                    <a:pt x="196415" y="7218"/>
                    <a:pt x="207552" y="13733"/>
                    <a:pt x="219078" y="20257"/>
                  </a:cubicBezTo>
                  <a:cubicBezTo>
                    <a:pt x="245502" y="35350"/>
                    <a:pt x="271554" y="50399"/>
                    <a:pt x="297620" y="65426"/>
                  </a:cubicBezTo>
                  <a:cubicBezTo>
                    <a:pt x="318714" y="77586"/>
                    <a:pt x="339820" y="89725"/>
                    <a:pt x="360929" y="101857"/>
                  </a:cubicBezTo>
                  <a:cubicBezTo>
                    <a:pt x="364050" y="103651"/>
                    <a:pt x="365547" y="105824"/>
                    <a:pt x="365536" y="109884"/>
                  </a:cubicBezTo>
                  <a:cubicBezTo>
                    <a:pt x="365355" y="172567"/>
                    <a:pt x="365410" y="235250"/>
                    <a:pt x="365410" y="297933"/>
                  </a:cubicBezTo>
                  <a:cubicBezTo>
                    <a:pt x="365410" y="303657"/>
                    <a:pt x="365410" y="309382"/>
                    <a:pt x="365410" y="315223"/>
                  </a:cubicBezTo>
                  <a:cubicBezTo>
                    <a:pt x="341278" y="329183"/>
                    <a:pt x="317178" y="343097"/>
                    <a:pt x="293104" y="357057"/>
                  </a:cubicBezTo>
                  <a:cubicBezTo>
                    <a:pt x="271214" y="369750"/>
                    <a:pt x="249383" y="382546"/>
                    <a:pt x="227465" y="395194"/>
                  </a:cubicBezTo>
                  <a:cubicBezTo>
                    <a:pt x="213546" y="403225"/>
                    <a:pt x="199491" y="411019"/>
                    <a:pt x="185567" y="419040"/>
                  </a:cubicBezTo>
                  <a:cubicBezTo>
                    <a:pt x="183086" y="420468"/>
                    <a:pt x="181472" y="420321"/>
                    <a:pt x="178883" y="418754"/>
                  </a:cubicBezTo>
                  <a:cubicBezTo>
                    <a:pt x="165676" y="410758"/>
                    <a:pt x="152212" y="403185"/>
                    <a:pt x="138851" y="395443"/>
                  </a:cubicBezTo>
                  <a:cubicBezTo>
                    <a:pt x="121090" y="385152"/>
                    <a:pt x="103364" y="374803"/>
                    <a:pt x="85580" y="364553"/>
                  </a:cubicBezTo>
                  <a:cubicBezTo>
                    <a:pt x="71513" y="356446"/>
                    <a:pt x="57375" y="348464"/>
                    <a:pt x="43282" y="340402"/>
                  </a:cubicBezTo>
                  <a:cubicBezTo>
                    <a:pt x="29883" y="332737"/>
                    <a:pt x="16499" y="325045"/>
                    <a:pt x="3115" y="317353"/>
                  </a:cubicBezTo>
                  <a:cubicBezTo>
                    <a:pt x="905" y="316083"/>
                    <a:pt x="-5" y="314390"/>
                    <a:pt x="0" y="311593"/>
                  </a:cubicBezTo>
                  <a:cubicBezTo>
                    <a:pt x="106" y="244000"/>
                    <a:pt x="100" y="176407"/>
                    <a:pt x="26" y="108814"/>
                  </a:cubicBezTo>
                  <a:cubicBezTo>
                    <a:pt x="23" y="105690"/>
                    <a:pt x="955" y="103914"/>
                    <a:pt x="3780" y="102311"/>
                  </a:cubicBezTo>
                  <a:cubicBezTo>
                    <a:pt x="20388" y="92878"/>
                    <a:pt x="36826" y="83143"/>
                    <a:pt x="53383" y="73616"/>
                  </a:cubicBezTo>
                  <a:cubicBezTo>
                    <a:pt x="71591" y="63136"/>
                    <a:pt x="89905" y="52838"/>
                    <a:pt x="108100" y="42336"/>
                  </a:cubicBezTo>
                  <a:cubicBezTo>
                    <a:pt x="125468" y="32313"/>
                    <a:pt x="142735" y="22114"/>
                    <a:pt x="160063" y="12023"/>
                  </a:cubicBezTo>
                  <a:cubicBezTo>
                    <a:pt x="166940" y="8018"/>
                    <a:pt x="173812" y="3996"/>
                    <a:pt x="180830" y="249"/>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89" name="Freeform: Shape 1988">
              <a:extLst>
                <a:ext uri="{FF2B5EF4-FFF2-40B4-BE49-F238E27FC236}">
                  <a16:creationId xmlns:a16="http://schemas.microsoft.com/office/drawing/2014/main" id="{B615C82B-F11E-B5D0-DD2C-47212AAFBF35}"/>
                </a:ext>
                <a:ext uri="{C183D7F6-B498-43B3-948B-1728B52AA6E4}">
                  <adec:decorative xmlns:adec="http://schemas.microsoft.com/office/drawing/2017/decorative" val="1"/>
                </a:ext>
              </a:extLst>
            </p:cNvPr>
            <p:cNvSpPr/>
            <p:nvPr/>
          </p:nvSpPr>
          <p:spPr>
            <a:xfrm>
              <a:off x="4888112" y="3672370"/>
              <a:ext cx="435221" cy="421445"/>
            </a:xfrm>
            <a:custGeom>
              <a:avLst/>
              <a:gdLst>
                <a:gd name="connsiteX0" fmla="*/ 605147 w 671613"/>
                <a:gd name="connsiteY0" fmla="*/ 583889 h 650355"/>
                <a:gd name="connsiteX1" fmla="*/ 671613 w 671613"/>
                <a:gd name="connsiteY1" fmla="*/ 583889 h 650355"/>
                <a:gd name="connsiteX2" fmla="*/ 671613 w 671613"/>
                <a:gd name="connsiteY2" fmla="*/ 650355 h 650355"/>
                <a:gd name="connsiteX3" fmla="*/ 605147 w 671613"/>
                <a:gd name="connsiteY3" fmla="*/ 650355 h 650355"/>
                <a:gd name="connsiteX4" fmla="*/ 185479 w 671613"/>
                <a:gd name="connsiteY4" fmla="*/ 259712 h 650355"/>
                <a:gd name="connsiteX5" fmla="*/ 176701 w 671613"/>
                <a:gd name="connsiteY5" fmla="*/ 271387 h 650355"/>
                <a:gd name="connsiteX6" fmla="*/ 186766 w 671613"/>
                <a:gd name="connsiteY6" fmla="*/ 280320 h 650355"/>
                <a:gd name="connsiteX7" fmla="*/ 197320 w 671613"/>
                <a:gd name="connsiteY7" fmla="*/ 269212 h 650355"/>
                <a:gd name="connsiteX8" fmla="*/ 185479 w 671613"/>
                <a:gd name="connsiteY8" fmla="*/ 259712 h 650355"/>
                <a:gd name="connsiteX9" fmla="*/ 242406 w 671613"/>
                <a:gd name="connsiteY9" fmla="*/ 236419 h 650355"/>
                <a:gd name="connsiteX10" fmla="*/ 265092 w 671613"/>
                <a:gd name="connsiteY10" fmla="*/ 236419 h 650355"/>
                <a:gd name="connsiteX11" fmla="*/ 265106 w 671613"/>
                <a:gd name="connsiteY11" fmla="*/ 276884 h 650355"/>
                <a:gd name="connsiteX12" fmla="*/ 249907 w 671613"/>
                <a:gd name="connsiteY12" fmla="*/ 287368 h 650355"/>
                <a:gd name="connsiteX13" fmla="*/ 242759 w 671613"/>
                <a:gd name="connsiteY13" fmla="*/ 291038 h 650355"/>
                <a:gd name="connsiteX14" fmla="*/ 242406 w 671613"/>
                <a:gd name="connsiteY14" fmla="*/ 236419 h 650355"/>
                <a:gd name="connsiteX15" fmla="*/ 107817 w 671613"/>
                <a:gd name="connsiteY15" fmla="*/ 230823 h 650355"/>
                <a:gd name="connsiteX16" fmla="*/ 102523 w 671613"/>
                <a:gd name="connsiteY16" fmla="*/ 247887 h 650355"/>
                <a:gd name="connsiteX17" fmla="*/ 115424 w 671613"/>
                <a:gd name="connsiteY17" fmla="*/ 249973 h 650355"/>
                <a:gd name="connsiteX18" fmla="*/ 119892 w 671613"/>
                <a:gd name="connsiteY18" fmla="*/ 237632 h 650355"/>
                <a:gd name="connsiteX19" fmla="*/ 107817 w 671613"/>
                <a:gd name="connsiteY19" fmla="*/ 230823 h 650355"/>
                <a:gd name="connsiteX20" fmla="*/ 43108 w 671613"/>
                <a:gd name="connsiteY20" fmla="*/ 213889 h 650355"/>
                <a:gd name="connsiteX21" fmla="*/ 65695 w 671613"/>
                <a:gd name="connsiteY21" fmla="*/ 213889 h 650355"/>
                <a:gd name="connsiteX22" fmla="*/ 65637 w 671613"/>
                <a:gd name="connsiteY22" fmla="*/ 283850 h 650355"/>
                <a:gd name="connsiteX23" fmla="*/ 43271 w 671613"/>
                <a:gd name="connsiteY23" fmla="*/ 271727 h 650355"/>
                <a:gd name="connsiteX24" fmla="*/ 43108 w 671613"/>
                <a:gd name="connsiteY24" fmla="*/ 213889 h 650355"/>
                <a:gd name="connsiteX25" fmla="*/ 286599 w 671613"/>
                <a:gd name="connsiteY25" fmla="*/ 198119 h 650355"/>
                <a:gd name="connsiteX26" fmla="*/ 309285 w 671613"/>
                <a:gd name="connsiteY26" fmla="*/ 198119 h 650355"/>
                <a:gd name="connsiteX27" fmla="*/ 309298 w 671613"/>
                <a:gd name="connsiteY27" fmla="*/ 251351 h 650355"/>
                <a:gd name="connsiteX28" fmla="*/ 299544 w 671613"/>
                <a:gd name="connsiteY28" fmla="*/ 258675 h 650355"/>
                <a:gd name="connsiteX29" fmla="*/ 286955 w 671613"/>
                <a:gd name="connsiteY29" fmla="*/ 265508 h 650355"/>
                <a:gd name="connsiteX30" fmla="*/ 286599 w 671613"/>
                <a:gd name="connsiteY30" fmla="*/ 198119 h 650355"/>
                <a:gd name="connsiteX31" fmla="*/ 293547 w 671613"/>
                <a:gd name="connsiteY31" fmla="*/ 145688 h 650355"/>
                <a:gd name="connsiteX32" fmla="*/ 318538 w 671613"/>
                <a:gd name="connsiteY32" fmla="*/ 145722 h 650355"/>
                <a:gd name="connsiteX33" fmla="*/ 319024 w 671613"/>
                <a:gd name="connsiteY33" fmla="*/ 167997 h 650355"/>
                <a:gd name="connsiteX34" fmla="*/ 304767 w 671613"/>
                <a:gd name="connsiteY34" fmla="*/ 168274 h 650355"/>
                <a:gd name="connsiteX35" fmla="*/ 291872 w 671613"/>
                <a:gd name="connsiteY35" fmla="*/ 173472 h 650355"/>
                <a:gd name="connsiteX36" fmla="*/ 259403 w 671613"/>
                <a:gd name="connsiteY36" fmla="*/ 203809 h 650355"/>
                <a:gd name="connsiteX37" fmla="*/ 253744 w 671613"/>
                <a:gd name="connsiteY37" fmla="*/ 205606 h 650355"/>
                <a:gd name="connsiteX38" fmla="*/ 204164 w 671613"/>
                <a:gd name="connsiteY38" fmla="*/ 205685 h 650355"/>
                <a:gd name="connsiteX39" fmla="*/ 198336 w 671613"/>
                <a:gd name="connsiteY39" fmla="*/ 205685 h 650355"/>
                <a:gd name="connsiteX40" fmla="*/ 198455 w 671613"/>
                <a:gd name="connsiteY40" fmla="*/ 236415 h 650355"/>
                <a:gd name="connsiteX41" fmla="*/ 201079 w 671613"/>
                <a:gd name="connsiteY41" fmla="*/ 239363 h 650355"/>
                <a:gd name="connsiteX42" fmla="*/ 220821 w 671613"/>
                <a:gd name="connsiteY42" fmla="*/ 269348 h 650355"/>
                <a:gd name="connsiteX43" fmla="*/ 192609 w 671613"/>
                <a:gd name="connsiteY43" fmla="*/ 302921 h 650355"/>
                <a:gd name="connsiteX44" fmla="*/ 154982 w 671613"/>
                <a:gd name="connsiteY44" fmla="*/ 280044 h 650355"/>
                <a:gd name="connsiteX45" fmla="*/ 171438 w 671613"/>
                <a:gd name="connsiteY45" fmla="*/ 240302 h 650355"/>
                <a:gd name="connsiteX46" fmla="*/ 175801 w 671613"/>
                <a:gd name="connsiteY46" fmla="*/ 233299 h 650355"/>
                <a:gd name="connsiteX47" fmla="*/ 175717 w 671613"/>
                <a:gd name="connsiteY47" fmla="*/ 206033 h 650355"/>
                <a:gd name="connsiteX48" fmla="*/ 120403 w 671613"/>
                <a:gd name="connsiteY48" fmla="*/ 206033 h 650355"/>
                <a:gd name="connsiteX49" fmla="*/ 124777 w 671613"/>
                <a:gd name="connsiteY49" fmla="*/ 210551 h 650355"/>
                <a:gd name="connsiteX50" fmla="*/ 137603 w 671613"/>
                <a:gd name="connsiteY50" fmla="*/ 260196 h 650355"/>
                <a:gd name="connsiteX51" fmla="*/ 105125 w 671613"/>
                <a:gd name="connsiteY51" fmla="*/ 274171 h 650355"/>
                <a:gd name="connsiteX52" fmla="*/ 77625 w 671613"/>
                <a:gd name="connsiteY52" fmla="*/ 249585 h 650355"/>
                <a:gd name="connsiteX53" fmla="*/ 94635 w 671613"/>
                <a:gd name="connsiteY53" fmla="*/ 211096 h 650355"/>
                <a:gd name="connsiteX54" fmla="*/ 98160 w 671613"/>
                <a:gd name="connsiteY54" fmla="*/ 205295 h 650355"/>
                <a:gd name="connsiteX55" fmla="*/ 98134 w 671613"/>
                <a:gd name="connsiteY55" fmla="*/ 182116 h 650355"/>
                <a:gd name="connsiteX56" fmla="*/ 104182 w 671613"/>
                <a:gd name="connsiteY56" fmla="*/ 182116 h 650355"/>
                <a:gd name="connsiteX57" fmla="*/ 239665 w 671613"/>
                <a:gd name="connsiteY57" fmla="*/ 182329 h 650355"/>
                <a:gd name="connsiteX58" fmla="*/ 256726 w 671613"/>
                <a:gd name="connsiteY58" fmla="*/ 175253 h 650355"/>
                <a:gd name="connsiteX59" fmla="*/ 282791 w 671613"/>
                <a:gd name="connsiteY59" fmla="*/ 150125 h 650355"/>
                <a:gd name="connsiteX60" fmla="*/ 293547 w 671613"/>
                <a:gd name="connsiteY60" fmla="*/ 145688 h 650355"/>
                <a:gd name="connsiteX61" fmla="*/ 205285 w 671613"/>
                <a:gd name="connsiteY61" fmla="*/ 131486 h 650355"/>
                <a:gd name="connsiteX62" fmla="*/ 203448 w 671613"/>
                <a:gd name="connsiteY62" fmla="*/ 143830 h 650355"/>
                <a:gd name="connsiteX63" fmla="*/ 212952 w 671613"/>
                <a:gd name="connsiteY63" fmla="*/ 149297 h 650355"/>
                <a:gd name="connsiteX64" fmla="*/ 222444 w 671613"/>
                <a:gd name="connsiteY64" fmla="*/ 141764 h 650355"/>
                <a:gd name="connsiteX65" fmla="*/ 219240 w 671613"/>
                <a:gd name="connsiteY65" fmla="*/ 131824 h 650355"/>
                <a:gd name="connsiteX66" fmla="*/ 205285 w 671613"/>
                <a:gd name="connsiteY66" fmla="*/ 131486 h 650355"/>
                <a:gd name="connsiteX67" fmla="*/ 242539 w 671613"/>
                <a:gd name="connsiteY67" fmla="*/ 91704 h 650355"/>
                <a:gd name="connsiteX68" fmla="*/ 318538 w 671613"/>
                <a:gd name="connsiteY68" fmla="*/ 91709 h 650355"/>
                <a:gd name="connsiteX69" fmla="*/ 319024 w 671613"/>
                <a:gd name="connsiteY69" fmla="*/ 113984 h 650355"/>
                <a:gd name="connsiteX70" fmla="*/ 251783 w 671613"/>
                <a:gd name="connsiteY70" fmla="*/ 114381 h 650355"/>
                <a:gd name="connsiteX71" fmla="*/ 243447 w 671613"/>
                <a:gd name="connsiteY71" fmla="*/ 126385 h 650355"/>
                <a:gd name="connsiteX72" fmla="*/ 235593 w 671613"/>
                <a:gd name="connsiteY72" fmla="*/ 163025 h 650355"/>
                <a:gd name="connsiteX73" fmla="*/ 193577 w 671613"/>
                <a:gd name="connsiteY73" fmla="*/ 166994 h 650355"/>
                <a:gd name="connsiteX74" fmla="*/ 184690 w 671613"/>
                <a:gd name="connsiteY74" fmla="*/ 120178 h 650355"/>
                <a:gd name="connsiteX75" fmla="*/ 210125 w 671613"/>
                <a:gd name="connsiteY75" fmla="*/ 106531 h 650355"/>
                <a:gd name="connsiteX76" fmla="*/ 222184 w 671613"/>
                <a:gd name="connsiteY76" fmla="*/ 107332 h 650355"/>
                <a:gd name="connsiteX77" fmla="*/ 226293 w 671613"/>
                <a:gd name="connsiteY77" fmla="*/ 105384 h 650355"/>
                <a:gd name="connsiteX78" fmla="*/ 234490 w 671613"/>
                <a:gd name="connsiteY78" fmla="*/ 95804 h 650355"/>
                <a:gd name="connsiteX79" fmla="*/ 242539 w 671613"/>
                <a:gd name="connsiteY79" fmla="*/ 91704 h 650355"/>
                <a:gd name="connsiteX80" fmla="*/ 41392 w 671613"/>
                <a:gd name="connsiteY80" fmla="*/ 85226 h 650355"/>
                <a:gd name="connsiteX81" fmla="*/ 35255 w 671613"/>
                <a:gd name="connsiteY81" fmla="*/ 95741 h 650355"/>
                <a:gd name="connsiteX82" fmla="*/ 44787 w 671613"/>
                <a:gd name="connsiteY82" fmla="*/ 105495 h 650355"/>
                <a:gd name="connsiteX83" fmla="*/ 53622 w 671613"/>
                <a:gd name="connsiteY83" fmla="*/ 101172 h 650355"/>
                <a:gd name="connsiteX84" fmla="*/ 54236 w 671613"/>
                <a:gd name="connsiteY84" fmla="*/ 88674 h 650355"/>
                <a:gd name="connsiteX85" fmla="*/ 41392 w 671613"/>
                <a:gd name="connsiteY85" fmla="*/ 85226 h 650355"/>
                <a:gd name="connsiteX86" fmla="*/ 147388 w 671613"/>
                <a:gd name="connsiteY86" fmla="*/ 76096 h 650355"/>
                <a:gd name="connsiteX87" fmla="*/ 136477 w 671613"/>
                <a:gd name="connsiteY87" fmla="*/ 78219 h 650355"/>
                <a:gd name="connsiteX88" fmla="*/ 132860 w 671613"/>
                <a:gd name="connsiteY88" fmla="*/ 87088 h 650355"/>
                <a:gd name="connsiteX89" fmla="*/ 142967 w 671613"/>
                <a:gd name="connsiteY89" fmla="*/ 96651 h 650355"/>
                <a:gd name="connsiteX90" fmla="*/ 153812 w 671613"/>
                <a:gd name="connsiteY90" fmla="*/ 88518 h 650355"/>
                <a:gd name="connsiteX91" fmla="*/ 147388 w 671613"/>
                <a:gd name="connsiteY91" fmla="*/ 76096 h 650355"/>
                <a:gd name="connsiteX92" fmla="*/ 43904 w 671613"/>
                <a:gd name="connsiteY92" fmla="*/ 61147 h 650355"/>
                <a:gd name="connsiteX93" fmla="*/ 67529 w 671613"/>
                <a:gd name="connsiteY93" fmla="*/ 69407 h 650355"/>
                <a:gd name="connsiteX94" fmla="*/ 79218 w 671613"/>
                <a:gd name="connsiteY94" fmla="*/ 94059 h 650355"/>
                <a:gd name="connsiteX95" fmla="*/ 49014 w 671613"/>
                <a:gd name="connsiteY95" fmla="*/ 127917 h 650355"/>
                <a:gd name="connsiteX96" fmla="*/ 32386 w 671613"/>
                <a:gd name="connsiteY96" fmla="*/ 125766 h 650355"/>
                <a:gd name="connsiteX97" fmla="*/ 28596 w 671613"/>
                <a:gd name="connsiteY97" fmla="*/ 126554 h 650355"/>
                <a:gd name="connsiteX98" fmla="*/ 330 w 671613"/>
                <a:gd name="connsiteY98" fmla="*/ 151606 h 650355"/>
                <a:gd name="connsiteX99" fmla="*/ 1 w 671613"/>
                <a:gd name="connsiteY99" fmla="*/ 120612 h 650355"/>
                <a:gd name="connsiteX100" fmla="*/ 13047 w 671613"/>
                <a:gd name="connsiteY100" fmla="*/ 109365 h 650355"/>
                <a:gd name="connsiteX101" fmla="*/ 13434 w 671613"/>
                <a:gd name="connsiteY101" fmla="*/ 105094 h 650355"/>
                <a:gd name="connsiteX102" fmla="*/ 21104 w 671613"/>
                <a:gd name="connsiteY102" fmla="*/ 71471 h 650355"/>
                <a:gd name="connsiteX103" fmla="*/ 43904 w 671613"/>
                <a:gd name="connsiteY103" fmla="*/ 61147 h 650355"/>
                <a:gd name="connsiteX104" fmla="*/ 136114 w 671613"/>
                <a:gd name="connsiteY104" fmla="*/ 52956 h 650355"/>
                <a:gd name="connsiteX105" fmla="*/ 176893 w 671613"/>
                <a:gd name="connsiteY105" fmla="*/ 84260 h 650355"/>
                <a:gd name="connsiteX106" fmla="*/ 149911 w 671613"/>
                <a:gd name="connsiteY106" fmla="*/ 118698 h 650355"/>
                <a:gd name="connsiteX107" fmla="*/ 133216 w 671613"/>
                <a:gd name="connsiteY107" fmla="*/ 117488 h 650355"/>
                <a:gd name="connsiteX108" fmla="*/ 127286 w 671613"/>
                <a:gd name="connsiteY108" fmla="*/ 118936 h 650355"/>
                <a:gd name="connsiteX109" fmla="*/ 86642 w 671613"/>
                <a:gd name="connsiteY109" fmla="*/ 157739 h 650355"/>
                <a:gd name="connsiteX110" fmla="*/ 56357 w 671613"/>
                <a:gd name="connsiteY110" fmla="*/ 186082 h 650355"/>
                <a:gd name="connsiteX111" fmla="*/ 24664 w 671613"/>
                <a:gd name="connsiteY111" fmla="*/ 215791 h 650355"/>
                <a:gd name="connsiteX112" fmla="*/ 330 w 671613"/>
                <a:gd name="connsiteY112" fmla="*/ 238026 h 650355"/>
                <a:gd name="connsiteX113" fmla="*/ 1 w 671613"/>
                <a:gd name="connsiteY113" fmla="*/ 207032 h 650355"/>
                <a:gd name="connsiteX114" fmla="*/ 15870 w 671613"/>
                <a:gd name="connsiteY114" fmla="*/ 192160 h 650355"/>
                <a:gd name="connsiteX115" fmla="*/ 40937 w 671613"/>
                <a:gd name="connsiteY115" fmla="*/ 168138 h 650355"/>
                <a:gd name="connsiteX116" fmla="*/ 89332 w 671613"/>
                <a:gd name="connsiteY116" fmla="*/ 122693 h 650355"/>
                <a:gd name="connsiteX117" fmla="*/ 110275 w 671613"/>
                <a:gd name="connsiteY117" fmla="*/ 103746 h 650355"/>
                <a:gd name="connsiteX118" fmla="*/ 111950 w 671613"/>
                <a:gd name="connsiteY118" fmla="*/ 97017 h 650355"/>
                <a:gd name="connsiteX119" fmla="*/ 136114 w 671613"/>
                <a:gd name="connsiteY119" fmla="*/ 52956 h 650355"/>
                <a:gd name="connsiteX120" fmla="*/ 109623 w 671613"/>
                <a:gd name="connsiteY120" fmla="*/ 0 h 650355"/>
                <a:gd name="connsiteX121" fmla="*/ 109940 w 671613"/>
                <a:gd name="connsiteY121" fmla="*/ 15134 h 650355"/>
                <a:gd name="connsiteX122" fmla="*/ 235587 w 671613"/>
                <a:gd name="connsiteY122" fmla="*/ 15134 h 650355"/>
                <a:gd name="connsiteX123" fmla="*/ 256124 w 671613"/>
                <a:gd name="connsiteY123" fmla="*/ 25914 h 650355"/>
                <a:gd name="connsiteX124" fmla="*/ 275676 w 671613"/>
                <a:gd name="connsiteY124" fmla="*/ 37387 h 650355"/>
                <a:gd name="connsiteX125" fmla="*/ 187124 w 671613"/>
                <a:gd name="connsiteY125" fmla="*/ 37748 h 650355"/>
                <a:gd name="connsiteX126" fmla="*/ 93922 w 671613"/>
                <a:gd name="connsiteY126" fmla="*/ 37753 h 650355"/>
                <a:gd name="connsiteX127" fmla="*/ 87325 w 671613"/>
                <a:gd name="connsiteY127" fmla="*/ 37753 h 650355"/>
                <a:gd name="connsiteX128" fmla="*/ 87311 w 671613"/>
                <a:gd name="connsiteY128" fmla="*/ 13695 h 650355"/>
                <a:gd name="connsiteX129" fmla="*/ 102059 w 671613"/>
                <a:gd name="connsiteY129" fmla="*/ 3415 h 650355"/>
                <a:gd name="connsiteX130" fmla="*/ 109623 w 671613"/>
                <a:gd name="connsiteY130" fmla="*/ 0 h 650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71613" h="650355">
                  <a:moveTo>
                    <a:pt x="605147" y="583889"/>
                  </a:moveTo>
                  <a:lnTo>
                    <a:pt x="671613" y="583889"/>
                  </a:lnTo>
                  <a:lnTo>
                    <a:pt x="671613" y="650355"/>
                  </a:lnTo>
                  <a:lnTo>
                    <a:pt x="605147" y="650355"/>
                  </a:lnTo>
                  <a:close/>
                  <a:moveTo>
                    <a:pt x="185479" y="259712"/>
                  </a:moveTo>
                  <a:cubicBezTo>
                    <a:pt x="179663" y="260429"/>
                    <a:pt x="176403" y="264765"/>
                    <a:pt x="176701" y="271387"/>
                  </a:cubicBezTo>
                  <a:cubicBezTo>
                    <a:pt x="176920" y="276239"/>
                    <a:pt x="181414" y="280229"/>
                    <a:pt x="186766" y="280320"/>
                  </a:cubicBezTo>
                  <a:cubicBezTo>
                    <a:pt x="192474" y="280417"/>
                    <a:pt x="196695" y="276294"/>
                    <a:pt x="197320" y="269212"/>
                  </a:cubicBezTo>
                  <a:cubicBezTo>
                    <a:pt x="195990" y="262754"/>
                    <a:pt x="191305" y="258994"/>
                    <a:pt x="185479" y="259712"/>
                  </a:cubicBezTo>
                  <a:close/>
                  <a:moveTo>
                    <a:pt x="242406" y="236419"/>
                  </a:moveTo>
                  <a:cubicBezTo>
                    <a:pt x="250089" y="236419"/>
                    <a:pt x="257210" y="236419"/>
                    <a:pt x="265092" y="236419"/>
                  </a:cubicBezTo>
                  <a:cubicBezTo>
                    <a:pt x="265092" y="249755"/>
                    <a:pt x="265092" y="263091"/>
                    <a:pt x="265106" y="276884"/>
                  </a:cubicBezTo>
                  <a:cubicBezTo>
                    <a:pt x="260056" y="280693"/>
                    <a:pt x="255027" y="284103"/>
                    <a:pt x="249907" y="287368"/>
                  </a:cubicBezTo>
                  <a:cubicBezTo>
                    <a:pt x="247742" y="288748"/>
                    <a:pt x="245383" y="289823"/>
                    <a:pt x="242759" y="291038"/>
                  </a:cubicBezTo>
                  <a:cubicBezTo>
                    <a:pt x="242406" y="272927"/>
                    <a:pt x="242406" y="254816"/>
                    <a:pt x="242406" y="236419"/>
                  </a:cubicBezTo>
                  <a:close/>
                  <a:moveTo>
                    <a:pt x="107817" y="230823"/>
                  </a:moveTo>
                  <a:cubicBezTo>
                    <a:pt x="99803" y="233319"/>
                    <a:pt x="97612" y="239560"/>
                    <a:pt x="102523" y="247887"/>
                  </a:cubicBezTo>
                  <a:cubicBezTo>
                    <a:pt x="107167" y="252370"/>
                    <a:pt x="109918" y="252815"/>
                    <a:pt x="115424" y="249973"/>
                  </a:cubicBezTo>
                  <a:cubicBezTo>
                    <a:pt x="119985" y="247617"/>
                    <a:pt x="121896" y="242339"/>
                    <a:pt x="119892" y="237632"/>
                  </a:cubicBezTo>
                  <a:cubicBezTo>
                    <a:pt x="117382" y="231734"/>
                    <a:pt x="112936" y="229228"/>
                    <a:pt x="107817" y="230823"/>
                  </a:cubicBezTo>
                  <a:close/>
                  <a:moveTo>
                    <a:pt x="43108" y="213889"/>
                  </a:moveTo>
                  <a:cubicBezTo>
                    <a:pt x="50719" y="213889"/>
                    <a:pt x="57944" y="213889"/>
                    <a:pt x="65695" y="213889"/>
                  </a:cubicBezTo>
                  <a:cubicBezTo>
                    <a:pt x="65695" y="237155"/>
                    <a:pt x="65695" y="260273"/>
                    <a:pt x="65637" y="283850"/>
                  </a:cubicBezTo>
                  <a:cubicBezTo>
                    <a:pt x="58198" y="280216"/>
                    <a:pt x="50816" y="276121"/>
                    <a:pt x="43271" y="271727"/>
                  </a:cubicBezTo>
                  <a:cubicBezTo>
                    <a:pt x="43108" y="252363"/>
                    <a:pt x="43108" y="233298"/>
                    <a:pt x="43108" y="213889"/>
                  </a:cubicBezTo>
                  <a:close/>
                  <a:moveTo>
                    <a:pt x="286599" y="198119"/>
                  </a:moveTo>
                  <a:cubicBezTo>
                    <a:pt x="294282" y="198119"/>
                    <a:pt x="301405" y="198119"/>
                    <a:pt x="309285" y="198119"/>
                  </a:cubicBezTo>
                  <a:cubicBezTo>
                    <a:pt x="309285" y="215714"/>
                    <a:pt x="309285" y="233303"/>
                    <a:pt x="309298" y="251351"/>
                  </a:cubicBezTo>
                  <a:cubicBezTo>
                    <a:pt x="306066" y="254112"/>
                    <a:pt x="302924" y="256586"/>
                    <a:pt x="299544" y="258675"/>
                  </a:cubicBezTo>
                  <a:cubicBezTo>
                    <a:pt x="295574" y="261129"/>
                    <a:pt x="291397" y="263248"/>
                    <a:pt x="286955" y="265508"/>
                  </a:cubicBezTo>
                  <a:cubicBezTo>
                    <a:pt x="286599" y="243139"/>
                    <a:pt x="286599" y="220771"/>
                    <a:pt x="286599" y="198119"/>
                  </a:cubicBezTo>
                  <a:close/>
                  <a:moveTo>
                    <a:pt x="293547" y="145688"/>
                  </a:moveTo>
                  <a:cubicBezTo>
                    <a:pt x="301715" y="146003"/>
                    <a:pt x="309906" y="145765"/>
                    <a:pt x="318538" y="145722"/>
                  </a:cubicBezTo>
                  <a:cubicBezTo>
                    <a:pt x="319012" y="152967"/>
                    <a:pt x="319036" y="160250"/>
                    <a:pt x="319024" y="167997"/>
                  </a:cubicBezTo>
                  <a:cubicBezTo>
                    <a:pt x="314246" y="168430"/>
                    <a:pt x="309465" y="168752"/>
                    <a:pt x="304767" y="168274"/>
                  </a:cubicBezTo>
                  <a:cubicBezTo>
                    <a:pt x="299378" y="167725"/>
                    <a:pt x="295520" y="170023"/>
                    <a:pt x="291872" y="173472"/>
                  </a:cubicBezTo>
                  <a:cubicBezTo>
                    <a:pt x="281109" y="183648"/>
                    <a:pt x="270343" y="193825"/>
                    <a:pt x="259403" y="203809"/>
                  </a:cubicBezTo>
                  <a:cubicBezTo>
                    <a:pt x="258063" y="205033"/>
                    <a:pt x="255661" y="205590"/>
                    <a:pt x="253744" y="205606"/>
                  </a:cubicBezTo>
                  <a:cubicBezTo>
                    <a:pt x="237217" y="205743"/>
                    <a:pt x="220690" y="205685"/>
                    <a:pt x="204164" y="205685"/>
                  </a:cubicBezTo>
                  <a:cubicBezTo>
                    <a:pt x="202399" y="205685"/>
                    <a:pt x="200634" y="205685"/>
                    <a:pt x="198336" y="205685"/>
                  </a:cubicBezTo>
                  <a:cubicBezTo>
                    <a:pt x="198336" y="216234"/>
                    <a:pt x="198259" y="226327"/>
                    <a:pt x="198455" y="236415"/>
                  </a:cubicBezTo>
                  <a:cubicBezTo>
                    <a:pt x="198475" y="237435"/>
                    <a:pt x="199952" y="238839"/>
                    <a:pt x="201079" y="239363"/>
                  </a:cubicBezTo>
                  <a:cubicBezTo>
                    <a:pt x="213869" y="245307"/>
                    <a:pt x="219501" y="256003"/>
                    <a:pt x="220821" y="269348"/>
                  </a:cubicBezTo>
                  <a:cubicBezTo>
                    <a:pt x="222339" y="284674"/>
                    <a:pt x="208356" y="301117"/>
                    <a:pt x="192609" y="302921"/>
                  </a:cubicBezTo>
                  <a:cubicBezTo>
                    <a:pt x="174155" y="305035"/>
                    <a:pt x="160344" y="296639"/>
                    <a:pt x="154982" y="280044"/>
                  </a:cubicBezTo>
                  <a:cubicBezTo>
                    <a:pt x="149978" y="264560"/>
                    <a:pt x="156908" y="247450"/>
                    <a:pt x="171438" y="240302"/>
                  </a:cubicBezTo>
                  <a:cubicBezTo>
                    <a:pt x="174718" y="238688"/>
                    <a:pt x="175903" y="236901"/>
                    <a:pt x="175801" y="233299"/>
                  </a:cubicBezTo>
                  <a:cubicBezTo>
                    <a:pt x="175546" y="224331"/>
                    <a:pt x="175717" y="215351"/>
                    <a:pt x="175717" y="206033"/>
                  </a:cubicBezTo>
                  <a:cubicBezTo>
                    <a:pt x="157622" y="206033"/>
                    <a:pt x="139880" y="206033"/>
                    <a:pt x="120403" y="206033"/>
                  </a:cubicBezTo>
                  <a:cubicBezTo>
                    <a:pt x="122410" y="208154"/>
                    <a:pt x="123351" y="209838"/>
                    <a:pt x="124777" y="210551"/>
                  </a:cubicBezTo>
                  <a:cubicBezTo>
                    <a:pt x="144069" y="220197"/>
                    <a:pt x="148894" y="244070"/>
                    <a:pt x="137603" y="260196"/>
                  </a:cubicBezTo>
                  <a:cubicBezTo>
                    <a:pt x="128897" y="272630"/>
                    <a:pt x="117153" y="276035"/>
                    <a:pt x="105125" y="274171"/>
                  </a:cubicBezTo>
                  <a:cubicBezTo>
                    <a:pt x="91075" y="271993"/>
                    <a:pt x="81371" y="263630"/>
                    <a:pt x="77625" y="249585"/>
                  </a:cubicBezTo>
                  <a:cubicBezTo>
                    <a:pt x="73527" y="234216"/>
                    <a:pt x="80597" y="218005"/>
                    <a:pt x="94635" y="211096"/>
                  </a:cubicBezTo>
                  <a:cubicBezTo>
                    <a:pt x="97753" y="209562"/>
                    <a:pt x="98186" y="208052"/>
                    <a:pt x="98160" y="205295"/>
                  </a:cubicBezTo>
                  <a:cubicBezTo>
                    <a:pt x="98086" y="197795"/>
                    <a:pt x="98134" y="190294"/>
                    <a:pt x="98134" y="182116"/>
                  </a:cubicBezTo>
                  <a:cubicBezTo>
                    <a:pt x="100390" y="182116"/>
                    <a:pt x="102287" y="182116"/>
                    <a:pt x="104182" y="182116"/>
                  </a:cubicBezTo>
                  <a:cubicBezTo>
                    <a:pt x="149344" y="182116"/>
                    <a:pt x="194507" y="181907"/>
                    <a:pt x="239665" y="182329"/>
                  </a:cubicBezTo>
                  <a:cubicBezTo>
                    <a:pt x="246924" y="182396"/>
                    <a:pt x="251960" y="179852"/>
                    <a:pt x="256726" y="175253"/>
                  </a:cubicBezTo>
                  <a:cubicBezTo>
                    <a:pt x="265410" y="166872"/>
                    <a:pt x="274146" y="158545"/>
                    <a:pt x="282791" y="150125"/>
                  </a:cubicBezTo>
                  <a:cubicBezTo>
                    <a:pt x="285825" y="147170"/>
                    <a:pt x="289079" y="145515"/>
                    <a:pt x="293547" y="145688"/>
                  </a:cubicBezTo>
                  <a:close/>
                  <a:moveTo>
                    <a:pt x="205285" y="131486"/>
                  </a:moveTo>
                  <a:cubicBezTo>
                    <a:pt x="201305" y="136122"/>
                    <a:pt x="200214" y="140076"/>
                    <a:pt x="203448" y="143830"/>
                  </a:cubicBezTo>
                  <a:cubicBezTo>
                    <a:pt x="205750" y="146503"/>
                    <a:pt x="209624" y="149082"/>
                    <a:pt x="212952" y="149297"/>
                  </a:cubicBezTo>
                  <a:cubicBezTo>
                    <a:pt x="217321" y="149580"/>
                    <a:pt x="220988" y="146512"/>
                    <a:pt x="222444" y="141764"/>
                  </a:cubicBezTo>
                  <a:cubicBezTo>
                    <a:pt x="223703" y="137659"/>
                    <a:pt x="222245" y="134561"/>
                    <a:pt x="219240" y="131824"/>
                  </a:cubicBezTo>
                  <a:cubicBezTo>
                    <a:pt x="215390" y="128317"/>
                    <a:pt x="212094" y="128085"/>
                    <a:pt x="205285" y="131486"/>
                  </a:cubicBezTo>
                  <a:close/>
                  <a:moveTo>
                    <a:pt x="242539" y="91704"/>
                  </a:moveTo>
                  <a:cubicBezTo>
                    <a:pt x="267721" y="91816"/>
                    <a:pt x="292904" y="91752"/>
                    <a:pt x="318538" y="91709"/>
                  </a:cubicBezTo>
                  <a:cubicBezTo>
                    <a:pt x="319012" y="98955"/>
                    <a:pt x="319036" y="106238"/>
                    <a:pt x="319024" y="113984"/>
                  </a:cubicBezTo>
                  <a:cubicBezTo>
                    <a:pt x="296587" y="114417"/>
                    <a:pt x="274185" y="114355"/>
                    <a:pt x="251783" y="114381"/>
                  </a:cubicBezTo>
                  <a:cubicBezTo>
                    <a:pt x="246938" y="114386"/>
                    <a:pt x="241978" y="121690"/>
                    <a:pt x="243447" y="126385"/>
                  </a:cubicBezTo>
                  <a:cubicBezTo>
                    <a:pt x="247724" y="140074"/>
                    <a:pt x="246262" y="152495"/>
                    <a:pt x="235593" y="163025"/>
                  </a:cubicBezTo>
                  <a:cubicBezTo>
                    <a:pt x="224917" y="173560"/>
                    <a:pt x="205933" y="175414"/>
                    <a:pt x="193577" y="166994"/>
                  </a:cubicBezTo>
                  <a:cubicBezTo>
                    <a:pt x="177952" y="156348"/>
                    <a:pt x="173745" y="135515"/>
                    <a:pt x="184690" y="120178"/>
                  </a:cubicBezTo>
                  <a:cubicBezTo>
                    <a:pt x="190752" y="111683"/>
                    <a:pt x="199099" y="106247"/>
                    <a:pt x="210125" y="106531"/>
                  </a:cubicBezTo>
                  <a:cubicBezTo>
                    <a:pt x="214150" y="106635"/>
                    <a:pt x="218164" y="107319"/>
                    <a:pt x="222184" y="107332"/>
                  </a:cubicBezTo>
                  <a:cubicBezTo>
                    <a:pt x="223572" y="107337"/>
                    <a:pt x="225290" y="106423"/>
                    <a:pt x="226293" y="105384"/>
                  </a:cubicBezTo>
                  <a:cubicBezTo>
                    <a:pt x="229213" y="102361"/>
                    <a:pt x="232203" y="99295"/>
                    <a:pt x="234490" y="95804"/>
                  </a:cubicBezTo>
                  <a:cubicBezTo>
                    <a:pt x="236549" y="92658"/>
                    <a:pt x="238937" y="91687"/>
                    <a:pt x="242539" y="91704"/>
                  </a:cubicBezTo>
                  <a:close/>
                  <a:moveTo>
                    <a:pt x="41392" y="85226"/>
                  </a:moveTo>
                  <a:cubicBezTo>
                    <a:pt x="36990" y="87387"/>
                    <a:pt x="34831" y="90714"/>
                    <a:pt x="35255" y="95741"/>
                  </a:cubicBezTo>
                  <a:cubicBezTo>
                    <a:pt x="35722" y="101276"/>
                    <a:pt x="39285" y="103832"/>
                    <a:pt x="44787" y="105495"/>
                  </a:cubicBezTo>
                  <a:cubicBezTo>
                    <a:pt x="47768" y="104097"/>
                    <a:pt x="51184" y="103218"/>
                    <a:pt x="53622" y="101172"/>
                  </a:cubicBezTo>
                  <a:cubicBezTo>
                    <a:pt x="56933" y="98392"/>
                    <a:pt x="56849" y="92125"/>
                    <a:pt x="54236" y="88674"/>
                  </a:cubicBezTo>
                  <a:cubicBezTo>
                    <a:pt x="51246" y="84722"/>
                    <a:pt x="45485" y="83217"/>
                    <a:pt x="41392" y="85226"/>
                  </a:cubicBezTo>
                  <a:close/>
                  <a:moveTo>
                    <a:pt x="147388" y="76096"/>
                  </a:moveTo>
                  <a:cubicBezTo>
                    <a:pt x="143154" y="73722"/>
                    <a:pt x="139199" y="75116"/>
                    <a:pt x="136477" y="78219"/>
                  </a:cubicBezTo>
                  <a:cubicBezTo>
                    <a:pt x="134454" y="80526"/>
                    <a:pt x="132879" y="84079"/>
                    <a:pt x="132860" y="87088"/>
                  </a:cubicBezTo>
                  <a:cubicBezTo>
                    <a:pt x="132833" y="91467"/>
                    <a:pt x="138835" y="96401"/>
                    <a:pt x="142967" y="96651"/>
                  </a:cubicBezTo>
                  <a:cubicBezTo>
                    <a:pt x="146922" y="96889"/>
                    <a:pt x="152391" y="92788"/>
                    <a:pt x="153812" y="88518"/>
                  </a:cubicBezTo>
                  <a:cubicBezTo>
                    <a:pt x="155180" y="84408"/>
                    <a:pt x="152715" y="79206"/>
                    <a:pt x="147388" y="76096"/>
                  </a:cubicBezTo>
                  <a:close/>
                  <a:moveTo>
                    <a:pt x="43904" y="61147"/>
                  </a:moveTo>
                  <a:cubicBezTo>
                    <a:pt x="52318" y="60783"/>
                    <a:pt x="60870" y="63516"/>
                    <a:pt x="67529" y="69407"/>
                  </a:cubicBezTo>
                  <a:cubicBezTo>
                    <a:pt x="75049" y="76059"/>
                    <a:pt x="79149" y="84492"/>
                    <a:pt x="79218" y="94059"/>
                  </a:cubicBezTo>
                  <a:cubicBezTo>
                    <a:pt x="79343" y="111242"/>
                    <a:pt x="67813" y="126498"/>
                    <a:pt x="49014" y="127917"/>
                  </a:cubicBezTo>
                  <a:cubicBezTo>
                    <a:pt x="43560" y="128328"/>
                    <a:pt x="37948" y="126428"/>
                    <a:pt x="32386" y="125766"/>
                  </a:cubicBezTo>
                  <a:cubicBezTo>
                    <a:pt x="31150" y="125619"/>
                    <a:pt x="29453" y="125803"/>
                    <a:pt x="28596" y="126554"/>
                  </a:cubicBezTo>
                  <a:cubicBezTo>
                    <a:pt x="19198" y="134770"/>
                    <a:pt x="9925" y="143131"/>
                    <a:pt x="330" y="151606"/>
                  </a:cubicBezTo>
                  <a:cubicBezTo>
                    <a:pt x="17" y="141531"/>
                    <a:pt x="-8" y="131304"/>
                    <a:pt x="1" y="120612"/>
                  </a:cubicBezTo>
                  <a:cubicBezTo>
                    <a:pt x="4405" y="116588"/>
                    <a:pt x="8885" y="113152"/>
                    <a:pt x="13047" y="109365"/>
                  </a:cubicBezTo>
                  <a:cubicBezTo>
                    <a:pt x="13842" y="108642"/>
                    <a:pt x="13829" y="106405"/>
                    <a:pt x="13434" y="105094"/>
                  </a:cubicBezTo>
                  <a:cubicBezTo>
                    <a:pt x="9610" y="92393"/>
                    <a:pt x="12352" y="80779"/>
                    <a:pt x="21104" y="71471"/>
                  </a:cubicBezTo>
                  <a:cubicBezTo>
                    <a:pt x="27213" y="64973"/>
                    <a:pt x="35490" y="61511"/>
                    <a:pt x="43904" y="61147"/>
                  </a:cubicBezTo>
                  <a:close/>
                  <a:moveTo>
                    <a:pt x="136114" y="52956"/>
                  </a:moveTo>
                  <a:cubicBezTo>
                    <a:pt x="158198" y="48720"/>
                    <a:pt x="176310" y="65402"/>
                    <a:pt x="176893" y="84260"/>
                  </a:cubicBezTo>
                  <a:cubicBezTo>
                    <a:pt x="177434" y="101762"/>
                    <a:pt x="166146" y="115592"/>
                    <a:pt x="149911" y="118698"/>
                  </a:cubicBezTo>
                  <a:cubicBezTo>
                    <a:pt x="144609" y="119712"/>
                    <a:pt x="138768" y="118188"/>
                    <a:pt x="133216" y="117488"/>
                  </a:cubicBezTo>
                  <a:cubicBezTo>
                    <a:pt x="130897" y="117195"/>
                    <a:pt x="129268" y="117010"/>
                    <a:pt x="127286" y="118936"/>
                  </a:cubicBezTo>
                  <a:cubicBezTo>
                    <a:pt x="113857" y="131992"/>
                    <a:pt x="100252" y="144870"/>
                    <a:pt x="86642" y="157739"/>
                  </a:cubicBezTo>
                  <a:cubicBezTo>
                    <a:pt x="76595" y="167238"/>
                    <a:pt x="66447" y="176630"/>
                    <a:pt x="56357" y="186082"/>
                  </a:cubicBezTo>
                  <a:cubicBezTo>
                    <a:pt x="45789" y="195981"/>
                    <a:pt x="35265" y="205928"/>
                    <a:pt x="24664" y="215791"/>
                  </a:cubicBezTo>
                  <a:cubicBezTo>
                    <a:pt x="16696" y="223204"/>
                    <a:pt x="8636" y="230516"/>
                    <a:pt x="330" y="238026"/>
                  </a:cubicBezTo>
                  <a:cubicBezTo>
                    <a:pt x="17" y="227951"/>
                    <a:pt x="-8" y="217724"/>
                    <a:pt x="1" y="207032"/>
                  </a:cubicBezTo>
                  <a:cubicBezTo>
                    <a:pt x="5320" y="201771"/>
                    <a:pt x="10683" y="197059"/>
                    <a:pt x="15870" y="192160"/>
                  </a:cubicBezTo>
                  <a:cubicBezTo>
                    <a:pt x="24283" y="184213"/>
                    <a:pt x="32524" y="176084"/>
                    <a:pt x="40937" y="168138"/>
                  </a:cubicBezTo>
                  <a:cubicBezTo>
                    <a:pt x="57027" y="152944"/>
                    <a:pt x="73153" y="137790"/>
                    <a:pt x="89332" y="122693"/>
                  </a:cubicBezTo>
                  <a:cubicBezTo>
                    <a:pt x="96215" y="116271"/>
                    <a:pt x="103226" y="109985"/>
                    <a:pt x="110275" y="103746"/>
                  </a:cubicBezTo>
                  <a:cubicBezTo>
                    <a:pt x="112494" y="101781"/>
                    <a:pt x="113110" y="100008"/>
                    <a:pt x="111950" y="97017"/>
                  </a:cubicBezTo>
                  <a:cubicBezTo>
                    <a:pt x="104504" y="77797"/>
                    <a:pt x="117862" y="56458"/>
                    <a:pt x="136114" y="52956"/>
                  </a:cubicBezTo>
                  <a:close/>
                  <a:moveTo>
                    <a:pt x="109623" y="0"/>
                  </a:moveTo>
                  <a:cubicBezTo>
                    <a:pt x="109940" y="5279"/>
                    <a:pt x="109940" y="10103"/>
                    <a:pt x="109940" y="15134"/>
                  </a:cubicBezTo>
                  <a:cubicBezTo>
                    <a:pt x="152331" y="15134"/>
                    <a:pt x="193960" y="15134"/>
                    <a:pt x="235587" y="15134"/>
                  </a:cubicBezTo>
                  <a:cubicBezTo>
                    <a:pt x="242439" y="18717"/>
                    <a:pt x="249356" y="22180"/>
                    <a:pt x="256124" y="25914"/>
                  </a:cubicBezTo>
                  <a:cubicBezTo>
                    <a:pt x="262645" y="29513"/>
                    <a:pt x="269014" y="33393"/>
                    <a:pt x="275676" y="37387"/>
                  </a:cubicBezTo>
                  <a:cubicBezTo>
                    <a:pt x="246311" y="37667"/>
                    <a:pt x="216718" y="37727"/>
                    <a:pt x="187124" y="37748"/>
                  </a:cubicBezTo>
                  <a:cubicBezTo>
                    <a:pt x="156057" y="37770"/>
                    <a:pt x="124989" y="37753"/>
                    <a:pt x="93922" y="37753"/>
                  </a:cubicBezTo>
                  <a:cubicBezTo>
                    <a:pt x="91977" y="37753"/>
                    <a:pt x="90032" y="37753"/>
                    <a:pt x="87325" y="37753"/>
                  </a:cubicBezTo>
                  <a:cubicBezTo>
                    <a:pt x="87325" y="29703"/>
                    <a:pt x="87325" y="21928"/>
                    <a:pt x="87311" y="13695"/>
                  </a:cubicBezTo>
                  <a:cubicBezTo>
                    <a:pt x="92211" y="9952"/>
                    <a:pt x="97078" y="6595"/>
                    <a:pt x="102059" y="3415"/>
                  </a:cubicBezTo>
                  <a:cubicBezTo>
                    <a:pt x="104360" y="1946"/>
                    <a:pt x="106883" y="825"/>
                    <a:pt x="109623"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77" name="Group 176">
            <a:extLst>
              <a:ext uri="{FF2B5EF4-FFF2-40B4-BE49-F238E27FC236}">
                <a16:creationId xmlns:a16="http://schemas.microsoft.com/office/drawing/2014/main" id="{FEAB5096-6859-E76F-B11C-85D3FF0362F3}"/>
              </a:ext>
              <a:ext uri="{C183D7F6-B498-43B3-948B-1728B52AA6E4}">
                <adec:decorative xmlns:adec="http://schemas.microsoft.com/office/drawing/2017/decorative" val="1"/>
              </a:ext>
            </a:extLst>
          </p:cNvPr>
          <p:cNvGrpSpPr>
            <a:grpSpLocks noChangeAspect="1"/>
          </p:cNvGrpSpPr>
          <p:nvPr/>
        </p:nvGrpSpPr>
        <p:grpSpPr>
          <a:xfrm>
            <a:off x="6037149" y="3636615"/>
            <a:ext cx="378343" cy="457200"/>
            <a:chOff x="6037149" y="3636615"/>
            <a:chExt cx="378343" cy="457200"/>
          </a:xfrm>
          <a:solidFill>
            <a:srgbClr val="FF0000"/>
          </a:solidFill>
        </p:grpSpPr>
        <p:sp>
          <p:nvSpPr>
            <p:cNvPr id="1993" name="Freeform: Shape 1992">
              <a:extLst>
                <a:ext uri="{FF2B5EF4-FFF2-40B4-BE49-F238E27FC236}">
                  <a16:creationId xmlns:a16="http://schemas.microsoft.com/office/drawing/2014/main" id="{791EDB19-4CB7-EF99-A1F8-2D5D66057C92}"/>
                </a:ext>
                <a:ext uri="{C183D7F6-B498-43B3-948B-1728B52AA6E4}">
                  <adec:decorative xmlns:adec="http://schemas.microsoft.com/office/drawing/2017/decorative" val="1"/>
                </a:ext>
              </a:extLst>
            </p:cNvPr>
            <p:cNvSpPr/>
            <p:nvPr/>
          </p:nvSpPr>
          <p:spPr>
            <a:xfrm>
              <a:off x="6037149" y="3636615"/>
              <a:ext cx="372850" cy="457200"/>
            </a:xfrm>
            <a:custGeom>
              <a:avLst/>
              <a:gdLst>
                <a:gd name="connsiteX0" fmla="*/ 297119 w 577450"/>
                <a:gd name="connsiteY0" fmla="*/ 613081 h 708088"/>
                <a:gd name="connsiteX1" fmla="*/ 385287 w 577450"/>
                <a:gd name="connsiteY1" fmla="*/ 646982 h 708088"/>
                <a:gd name="connsiteX2" fmla="*/ 412212 w 577450"/>
                <a:gd name="connsiteY2" fmla="*/ 674904 h 708088"/>
                <a:gd name="connsiteX3" fmla="*/ 431002 w 577450"/>
                <a:gd name="connsiteY3" fmla="*/ 708067 h 708088"/>
                <a:gd name="connsiteX4" fmla="*/ 383408 w 577450"/>
                <a:gd name="connsiteY4" fmla="*/ 707931 h 708088"/>
                <a:gd name="connsiteX5" fmla="*/ 378161 w 577450"/>
                <a:gd name="connsiteY5" fmla="*/ 704897 h 708088"/>
                <a:gd name="connsiteX6" fmla="*/ 322310 w 577450"/>
                <a:gd name="connsiteY6" fmla="*/ 663581 h 708088"/>
                <a:gd name="connsiteX7" fmla="*/ 282958 w 577450"/>
                <a:gd name="connsiteY7" fmla="*/ 658079 h 708088"/>
                <a:gd name="connsiteX8" fmla="*/ 219668 w 577450"/>
                <a:gd name="connsiteY8" fmla="*/ 683237 h 708088"/>
                <a:gd name="connsiteX9" fmla="*/ 199175 w 577450"/>
                <a:gd name="connsiteY9" fmla="*/ 705565 h 708088"/>
                <a:gd name="connsiteX10" fmla="*/ 194851 w 577450"/>
                <a:gd name="connsiteY10" fmla="*/ 707960 h 708088"/>
                <a:gd name="connsiteX11" fmla="*/ 145929 w 577450"/>
                <a:gd name="connsiteY11" fmla="*/ 708066 h 708088"/>
                <a:gd name="connsiteX12" fmla="*/ 155235 w 577450"/>
                <a:gd name="connsiteY12" fmla="*/ 689489 h 708088"/>
                <a:gd name="connsiteX13" fmla="*/ 181180 w 577450"/>
                <a:gd name="connsiteY13" fmla="*/ 656170 h 708088"/>
                <a:gd name="connsiteX14" fmla="*/ 260048 w 577450"/>
                <a:gd name="connsiteY14" fmla="*/ 615871 h 708088"/>
                <a:gd name="connsiteX15" fmla="*/ 297119 w 577450"/>
                <a:gd name="connsiteY15" fmla="*/ 613081 h 708088"/>
                <a:gd name="connsiteX16" fmla="*/ 295476 w 577450"/>
                <a:gd name="connsiteY16" fmla="*/ 438166 h 708088"/>
                <a:gd name="connsiteX17" fmla="*/ 268323 w 577450"/>
                <a:gd name="connsiteY17" fmla="*/ 441782 h 708088"/>
                <a:gd name="connsiteX18" fmla="*/ 232089 w 577450"/>
                <a:gd name="connsiteY18" fmla="*/ 508181 h 708088"/>
                <a:gd name="connsiteX19" fmla="*/ 294715 w 577450"/>
                <a:gd name="connsiteY19" fmla="*/ 552964 h 708088"/>
                <a:gd name="connsiteX20" fmla="*/ 339932 w 577450"/>
                <a:gd name="connsiteY20" fmla="*/ 521632 h 708088"/>
                <a:gd name="connsiteX21" fmla="*/ 346665 w 577450"/>
                <a:gd name="connsiteY21" fmla="*/ 500020 h 708088"/>
                <a:gd name="connsiteX22" fmla="*/ 345670 w 577450"/>
                <a:gd name="connsiteY22" fmla="*/ 487500 h 708088"/>
                <a:gd name="connsiteX23" fmla="*/ 320825 w 577450"/>
                <a:gd name="connsiteY23" fmla="*/ 447860 h 708088"/>
                <a:gd name="connsiteX24" fmla="*/ 295476 w 577450"/>
                <a:gd name="connsiteY24" fmla="*/ 438166 h 708088"/>
                <a:gd name="connsiteX25" fmla="*/ 273831 w 577450"/>
                <a:gd name="connsiteY25" fmla="*/ 393738 h 708088"/>
                <a:gd name="connsiteX26" fmla="*/ 320541 w 577450"/>
                <a:gd name="connsiteY26" fmla="*/ 397593 h 708088"/>
                <a:gd name="connsiteX27" fmla="*/ 389908 w 577450"/>
                <a:gd name="connsiteY27" fmla="*/ 476874 h 708088"/>
                <a:gd name="connsiteX28" fmla="*/ 380622 w 577450"/>
                <a:gd name="connsiteY28" fmla="*/ 542664 h 708088"/>
                <a:gd name="connsiteX29" fmla="*/ 309438 w 577450"/>
                <a:gd name="connsiteY29" fmla="*/ 596901 h 708088"/>
                <a:gd name="connsiteX30" fmla="*/ 286871 w 577450"/>
                <a:gd name="connsiteY30" fmla="*/ 599059 h 708088"/>
                <a:gd name="connsiteX31" fmla="*/ 223432 w 577450"/>
                <a:gd name="connsiteY31" fmla="*/ 575624 h 708088"/>
                <a:gd name="connsiteX32" fmla="*/ 186768 w 577450"/>
                <a:gd name="connsiteY32" fmla="*/ 512336 h 708088"/>
                <a:gd name="connsiteX33" fmla="*/ 194416 w 577450"/>
                <a:gd name="connsiteY33" fmla="*/ 453474 h 708088"/>
                <a:gd name="connsiteX34" fmla="*/ 214647 w 577450"/>
                <a:gd name="connsiteY34" fmla="*/ 423464 h 708088"/>
                <a:gd name="connsiteX35" fmla="*/ 273831 w 577450"/>
                <a:gd name="connsiteY35" fmla="*/ 393738 h 708088"/>
                <a:gd name="connsiteX36" fmla="*/ 4373 w 577450"/>
                <a:gd name="connsiteY36" fmla="*/ 13 h 708088"/>
                <a:gd name="connsiteX37" fmla="*/ 554318 w 577450"/>
                <a:gd name="connsiteY37" fmla="*/ 67 h 708088"/>
                <a:gd name="connsiteX38" fmla="*/ 577406 w 577450"/>
                <a:gd name="connsiteY38" fmla="*/ 24592 h 708088"/>
                <a:gd name="connsiteX39" fmla="*/ 577450 w 577450"/>
                <a:gd name="connsiteY39" fmla="*/ 265758 h 708088"/>
                <a:gd name="connsiteX40" fmla="*/ 532260 w 577450"/>
                <a:gd name="connsiteY40" fmla="*/ 265758 h 708088"/>
                <a:gd name="connsiteX41" fmla="*/ 532276 w 577450"/>
                <a:gd name="connsiteY41" fmla="*/ 45468 h 708088"/>
                <a:gd name="connsiteX42" fmla="*/ 45485 w 577450"/>
                <a:gd name="connsiteY42" fmla="*/ 45468 h 708088"/>
                <a:gd name="connsiteX43" fmla="*/ 45485 w 577450"/>
                <a:gd name="connsiteY43" fmla="*/ 309350 h 708088"/>
                <a:gd name="connsiteX44" fmla="*/ 48180 w 577450"/>
                <a:gd name="connsiteY44" fmla="*/ 309350 h 708088"/>
                <a:gd name="connsiteX45" fmla="*/ 486696 w 577450"/>
                <a:gd name="connsiteY45" fmla="*/ 309748 h 708088"/>
                <a:gd name="connsiteX46" fmla="*/ 486696 w 577450"/>
                <a:gd name="connsiteY46" fmla="*/ 354569 h 708088"/>
                <a:gd name="connsiteX47" fmla="*/ 22567 w 577450"/>
                <a:gd name="connsiteY47" fmla="*/ 354665 h 708088"/>
                <a:gd name="connsiteX48" fmla="*/ 40 w 577450"/>
                <a:gd name="connsiteY48" fmla="*/ 332077 h 708088"/>
                <a:gd name="connsiteX49" fmla="*/ 10 w 577450"/>
                <a:gd name="connsiteY49" fmla="*/ 2601 h 708088"/>
                <a:gd name="connsiteX50" fmla="*/ 137 w 577450"/>
                <a:gd name="connsiteY50" fmla="*/ 262 h 708088"/>
                <a:gd name="connsiteX51" fmla="*/ 4373 w 577450"/>
                <a:gd name="connsiteY51" fmla="*/ 13 h 70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77450" h="708088">
                  <a:moveTo>
                    <a:pt x="297119" y="613081"/>
                  </a:moveTo>
                  <a:cubicBezTo>
                    <a:pt x="329913" y="614995"/>
                    <a:pt x="359672" y="625843"/>
                    <a:pt x="385287" y="646982"/>
                  </a:cubicBezTo>
                  <a:cubicBezTo>
                    <a:pt x="395237" y="655193"/>
                    <a:pt x="404428" y="664116"/>
                    <a:pt x="412212" y="674904"/>
                  </a:cubicBezTo>
                  <a:cubicBezTo>
                    <a:pt x="420094" y="685199"/>
                    <a:pt x="426372" y="695983"/>
                    <a:pt x="431002" y="708067"/>
                  </a:cubicBezTo>
                  <a:cubicBezTo>
                    <a:pt x="414806" y="708067"/>
                    <a:pt x="399104" y="708167"/>
                    <a:pt x="383408" y="707931"/>
                  </a:cubicBezTo>
                  <a:cubicBezTo>
                    <a:pt x="381615" y="707904"/>
                    <a:pt x="379262" y="706422"/>
                    <a:pt x="378161" y="704897"/>
                  </a:cubicBezTo>
                  <a:cubicBezTo>
                    <a:pt x="363916" y="685170"/>
                    <a:pt x="345326" y="671317"/>
                    <a:pt x="322310" y="663581"/>
                  </a:cubicBezTo>
                  <a:cubicBezTo>
                    <a:pt x="309589" y="659306"/>
                    <a:pt x="296374" y="657050"/>
                    <a:pt x="282958" y="658079"/>
                  </a:cubicBezTo>
                  <a:cubicBezTo>
                    <a:pt x="259339" y="659891"/>
                    <a:pt x="238008" y="667768"/>
                    <a:pt x="219668" y="683237"/>
                  </a:cubicBezTo>
                  <a:cubicBezTo>
                    <a:pt x="211847" y="689834"/>
                    <a:pt x="204661" y="696852"/>
                    <a:pt x="199175" y="705565"/>
                  </a:cubicBezTo>
                  <a:cubicBezTo>
                    <a:pt x="198390" y="706812"/>
                    <a:pt x="196333" y="707944"/>
                    <a:pt x="194851" y="707960"/>
                  </a:cubicBezTo>
                  <a:cubicBezTo>
                    <a:pt x="178830" y="708130"/>
                    <a:pt x="162806" y="708066"/>
                    <a:pt x="145929" y="708066"/>
                  </a:cubicBezTo>
                  <a:cubicBezTo>
                    <a:pt x="149169" y="701536"/>
                    <a:pt x="151834" y="695298"/>
                    <a:pt x="155235" y="689489"/>
                  </a:cubicBezTo>
                  <a:cubicBezTo>
                    <a:pt x="162395" y="677258"/>
                    <a:pt x="170779" y="665812"/>
                    <a:pt x="181180" y="656170"/>
                  </a:cubicBezTo>
                  <a:cubicBezTo>
                    <a:pt x="203630" y="635359"/>
                    <a:pt x="229429" y="620579"/>
                    <a:pt x="260048" y="615871"/>
                  </a:cubicBezTo>
                  <a:cubicBezTo>
                    <a:pt x="272278" y="613990"/>
                    <a:pt x="284847" y="612364"/>
                    <a:pt x="297119" y="613081"/>
                  </a:cubicBezTo>
                  <a:close/>
                  <a:moveTo>
                    <a:pt x="295476" y="438166"/>
                  </a:moveTo>
                  <a:cubicBezTo>
                    <a:pt x="286730" y="437156"/>
                    <a:pt x="277684" y="438365"/>
                    <a:pt x="268323" y="441782"/>
                  </a:cubicBezTo>
                  <a:cubicBezTo>
                    <a:pt x="240727" y="451856"/>
                    <a:pt x="225857" y="481233"/>
                    <a:pt x="232089" y="508181"/>
                  </a:cubicBezTo>
                  <a:cubicBezTo>
                    <a:pt x="238285" y="534972"/>
                    <a:pt x="263992" y="556680"/>
                    <a:pt x="294715" y="552964"/>
                  </a:cubicBezTo>
                  <a:cubicBezTo>
                    <a:pt x="315437" y="550458"/>
                    <a:pt x="330560" y="539948"/>
                    <a:pt x="339932" y="521632"/>
                  </a:cubicBezTo>
                  <a:cubicBezTo>
                    <a:pt x="343194" y="515256"/>
                    <a:pt x="344450" y="507854"/>
                    <a:pt x="346665" y="500020"/>
                  </a:cubicBezTo>
                  <a:cubicBezTo>
                    <a:pt x="346342" y="495846"/>
                    <a:pt x="346175" y="491653"/>
                    <a:pt x="345670" y="487500"/>
                  </a:cubicBezTo>
                  <a:cubicBezTo>
                    <a:pt x="343594" y="470422"/>
                    <a:pt x="334887" y="457265"/>
                    <a:pt x="320825" y="447860"/>
                  </a:cubicBezTo>
                  <a:cubicBezTo>
                    <a:pt x="312666" y="442403"/>
                    <a:pt x="304221" y="439175"/>
                    <a:pt x="295476" y="438166"/>
                  </a:cubicBezTo>
                  <a:close/>
                  <a:moveTo>
                    <a:pt x="273831" y="393738"/>
                  </a:moveTo>
                  <a:cubicBezTo>
                    <a:pt x="289729" y="391798"/>
                    <a:pt x="305383" y="392254"/>
                    <a:pt x="320541" y="397593"/>
                  </a:cubicBezTo>
                  <a:cubicBezTo>
                    <a:pt x="358490" y="410960"/>
                    <a:pt x="381746" y="437340"/>
                    <a:pt x="389908" y="476874"/>
                  </a:cubicBezTo>
                  <a:cubicBezTo>
                    <a:pt x="394667" y="499926"/>
                    <a:pt x="391168" y="522054"/>
                    <a:pt x="380622" y="542664"/>
                  </a:cubicBezTo>
                  <a:cubicBezTo>
                    <a:pt x="365684" y="571858"/>
                    <a:pt x="341233" y="589572"/>
                    <a:pt x="309438" y="596901"/>
                  </a:cubicBezTo>
                  <a:cubicBezTo>
                    <a:pt x="302285" y="598550"/>
                    <a:pt x="294714" y="598388"/>
                    <a:pt x="286871" y="599059"/>
                  </a:cubicBezTo>
                  <a:cubicBezTo>
                    <a:pt x="263044" y="597621"/>
                    <a:pt x="241840" y="590687"/>
                    <a:pt x="223432" y="575624"/>
                  </a:cubicBezTo>
                  <a:cubicBezTo>
                    <a:pt x="203183" y="559054"/>
                    <a:pt x="191057" y="537821"/>
                    <a:pt x="186768" y="512336"/>
                  </a:cubicBezTo>
                  <a:cubicBezTo>
                    <a:pt x="183367" y="492127"/>
                    <a:pt x="186091" y="472404"/>
                    <a:pt x="194416" y="453474"/>
                  </a:cubicBezTo>
                  <a:cubicBezTo>
                    <a:pt x="199376" y="442196"/>
                    <a:pt x="206019" y="431969"/>
                    <a:pt x="214647" y="423464"/>
                  </a:cubicBezTo>
                  <a:cubicBezTo>
                    <a:pt x="231050" y="407294"/>
                    <a:pt x="250481" y="396588"/>
                    <a:pt x="273831" y="393738"/>
                  </a:cubicBezTo>
                  <a:close/>
                  <a:moveTo>
                    <a:pt x="4373" y="13"/>
                  </a:moveTo>
                  <a:cubicBezTo>
                    <a:pt x="187688" y="2"/>
                    <a:pt x="371003" y="-29"/>
                    <a:pt x="554318" y="67"/>
                  </a:cubicBezTo>
                  <a:cubicBezTo>
                    <a:pt x="567820" y="74"/>
                    <a:pt x="577389" y="9331"/>
                    <a:pt x="577406" y="24592"/>
                  </a:cubicBezTo>
                  <a:lnTo>
                    <a:pt x="577450" y="265758"/>
                  </a:lnTo>
                  <a:lnTo>
                    <a:pt x="532260" y="265758"/>
                  </a:lnTo>
                  <a:lnTo>
                    <a:pt x="532276" y="45468"/>
                  </a:lnTo>
                  <a:cubicBezTo>
                    <a:pt x="369621" y="45468"/>
                    <a:pt x="207541" y="45468"/>
                    <a:pt x="45485" y="45468"/>
                  </a:cubicBezTo>
                  <a:cubicBezTo>
                    <a:pt x="45485" y="133539"/>
                    <a:pt x="45485" y="221320"/>
                    <a:pt x="45485" y="309350"/>
                  </a:cubicBezTo>
                  <a:cubicBezTo>
                    <a:pt x="46587" y="309350"/>
                    <a:pt x="47384" y="309350"/>
                    <a:pt x="48180" y="309350"/>
                  </a:cubicBezTo>
                  <a:lnTo>
                    <a:pt x="486696" y="309748"/>
                  </a:lnTo>
                  <a:lnTo>
                    <a:pt x="486696" y="354569"/>
                  </a:lnTo>
                  <a:lnTo>
                    <a:pt x="22567" y="354665"/>
                  </a:lnTo>
                  <a:cubicBezTo>
                    <a:pt x="11161" y="354678"/>
                    <a:pt x="47" y="345073"/>
                    <a:pt x="40" y="332077"/>
                  </a:cubicBezTo>
                  <a:cubicBezTo>
                    <a:pt x="-24" y="222252"/>
                    <a:pt x="5" y="112426"/>
                    <a:pt x="10" y="2601"/>
                  </a:cubicBezTo>
                  <a:cubicBezTo>
                    <a:pt x="10" y="1958"/>
                    <a:pt x="78" y="1315"/>
                    <a:pt x="137" y="262"/>
                  </a:cubicBezTo>
                  <a:cubicBezTo>
                    <a:pt x="1567" y="174"/>
                    <a:pt x="2970" y="13"/>
                    <a:pt x="4373" y="1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4" name="Freeform: Shape 1993">
              <a:extLst>
                <a:ext uri="{FF2B5EF4-FFF2-40B4-BE49-F238E27FC236}">
                  <a16:creationId xmlns:a16="http://schemas.microsoft.com/office/drawing/2014/main" id="{848C58D7-53C0-09B8-B3CA-5C761B1D6305}"/>
                </a:ext>
                <a:ext uri="{C183D7F6-B498-43B3-948B-1728B52AA6E4}">
                  <adec:decorative xmlns:adec="http://schemas.microsoft.com/office/drawing/2017/decorative" val="1"/>
                </a:ext>
              </a:extLst>
            </p:cNvPr>
            <p:cNvSpPr/>
            <p:nvPr/>
          </p:nvSpPr>
          <p:spPr>
            <a:xfrm>
              <a:off x="6159022" y="3686567"/>
              <a:ext cx="256470" cy="185661"/>
            </a:xfrm>
            <a:custGeom>
              <a:avLst/>
              <a:gdLst>
                <a:gd name="connsiteX0" fmla="*/ 330741 w 397207"/>
                <a:gd name="connsiteY0" fmla="*/ 221153 h 287543"/>
                <a:gd name="connsiteX1" fmla="*/ 397207 w 397207"/>
                <a:gd name="connsiteY1" fmla="*/ 221153 h 287543"/>
                <a:gd name="connsiteX2" fmla="*/ 397207 w 397207"/>
                <a:gd name="connsiteY2" fmla="*/ 287543 h 287543"/>
                <a:gd name="connsiteX3" fmla="*/ 330741 w 397207"/>
                <a:gd name="connsiteY3" fmla="*/ 287543 h 287543"/>
                <a:gd name="connsiteX4" fmla="*/ 88194 w 397207"/>
                <a:gd name="connsiteY4" fmla="*/ 85047 h 287543"/>
                <a:gd name="connsiteX5" fmla="*/ 88194 w 397207"/>
                <a:gd name="connsiteY5" fmla="*/ 101850 h 287543"/>
                <a:gd name="connsiteX6" fmla="*/ 88194 w 397207"/>
                <a:gd name="connsiteY6" fmla="*/ 115188 h 287543"/>
                <a:gd name="connsiteX7" fmla="*/ 114331 w 397207"/>
                <a:gd name="connsiteY7" fmla="*/ 99983 h 287543"/>
                <a:gd name="connsiteX8" fmla="*/ 88194 w 397207"/>
                <a:gd name="connsiteY8" fmla="*/ 85047 h 287543"/>
                <a:gd name="connsiteX9" fmla="*/ 65114 w 397207"/>
                <a:gd name="connsiteY9" fmla="*/ 44545 h 287543"/>
                <a:gd name="connsiteX10" fmla="*/ 161157 w 397207"/>
                <a:gd name="connsiteY10" fmla="*/ 100014 h 287543"/>
                <a:gd name="connsiteX11" fmla="*/ 96052 w 397207"/>
                <a:gd name="connsiteY11" fmla="*/ 137710 h 287543"/>
                <a:gd name="connsiteX12" fmla="*/ 65114 w 397207"/>
                <a:gd name="connsiteY12" fmla="*/ 155614 h 287543"/>
                <a:gd name="connsiteX13" fmla="*/ 65114 w 397207"/>
                <a:gd name="connsiteY13" fmla="*/ 44545 h 287543"/>
                <a:gd name="connsiteX14" fmla="*/ 98147 w 397207"/>
                <a:gd name="connsiteY14" fmla="*/ 23025 h 287543"/>
                <a:gd name="connsiteX15" fmla="*/ 60767 w 397207"/>
                <a:gd name="connsiteY15" fmla="*/ 34075 h 287543"/>
                <a:gd name="connsiteX16" fmla="*/ 44348 w 397207"/>
                <a:gd name="connsiteY16" fmla="*/ 47671 h 287543"/>
                <a:gd name="connsiteX17" fmla="*/ 23678 w 397207"/>
                <a:gd name="connsiteY17" fmla="*/ 109504 h 287543"/>
                <a:gd name="connsiteX18" fmla="*/ 48993 w 397207"/>
                <a:gd name="connsiteY18" fmla="*/ 157002 h 287543"/>
                <a:gd name="connsiteX19" fmla="*/ 130933 w 397207"/>
                <a:gd name="connsiteY19" fmla="*/ 170015 h 287543"/>
                <a:gd name="connsiteX20" fmla="*/ 172719 w 397207"/>
                <a:gd name="connsiteY20" fmla="*/ 75982 h 287543"/>
                <a:gd name="connsiteX21" fmla="*/ 129221 w 397207"/>
                <a:gd name="connsiteY21" fmla="*/ 29100 h 287543"/>
                <a:gd name="connsiteX22" fmla="*/ 98147 w 397207"/>
                <a:gd name="connsiteY22" fmla="*/ 23025 h 287543"/>
                <a:gd name="connsiteX23" fmla="*/ 108788 w 397207"/>
                <a:gd name="connsiteY23" fmla="*/ 386 h 287543"/>
                <a:gd name="connsiteX24" fmla="*/ 162941 w 397207"/>
                <a:gd name="connsiteY24" fmla="*/ 22391 h 287543"/>
                <a:gd name="connsiteX25" fmla="*/ 197572 w 397207"/>
                <a:gd name="connsiteY25" fmla="*/ 78529 h 287543"/>
                <a:gd name="connsiteX26" fmla="*/ 198920 w 397207"/>
                <a:gd name="connsiteY26" fmla="*/ 115582 h 287543"/>
                <a:gd name="connsiteX27" fmla="*/ 166871 w 397207"/>
                <a:gd name="connsiteY27" fmla="*/ 174367 h 287543"/>
                <a:gd name="connsiteX28" fmla="*/ 116206 w 397207"/>
                <a:gd name="connsiteY28" fmla="*/ 198588 h 287543"/>
                <a:gd name="connsiteX29" fmla="*/ 69588 w 397207"/>
                <a:gd name="connsiteY29" fmla="*/ 195500 h 287543"/>
                <a:gd name="connsiteX30" fmla="*/ 34800 w 397207"/>
                <a:gd name="connsiteY30" fmla="*/ 176052 h 287543"/>
                <a:gd name="connsiteX31" fmla="*/ 6087 w 397207"/>
                <a:gd name="connsiteY31" fmla="*/ 134651 h 287543"/>
                <a:gd name="connsiteX32" fmla="*/ 564 w 397207"/>
                <a:gd name="connsiteY32" fmla="*/ 89964 h 287543"/>
                <a:gd name="connsiteX33" fmla="*/ 12701 w 397207"/>
                <a:gd name="connsiteY33" fmla="*/ 51064 h 287543"/>
                <a:gd name="connsiteX34" fmla="*/ 49667 w 397207"/>
                <a:gd name="connsiteY34" fmla="*/ 13541 h 287543"/>
                <a:gd name="connsiteX35" fmla="*/ 108788 w 397207"/>
                <a:gd name="connsiteY35" fmla="*/ 386 h 28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97207" h="287543">
                  <a:moveTo>
                    <a:pt x="330741" y="221153"/>
                  </a:moveTo>
                  <a:lnTo>
                    <a:pt x="397207" y="221153"/>
                  </a:lnTo>
                  <a:lnTo>
                    <a:pt x="397207" y="287543"/>
                  </a:lnTo>
                  <a:lnTo>
                    <a:pt x="330741" y="287543"/>
                  </a:lnTo>
                  <a:close/>
                  <a:moveTo>
                    <a:pt x="88194" y="85047"/>
                  </a:moveTo>
                  <a:cubicBezTo>
                    <a:pt x="88194" y="91099"/>
                    <a:pt x="88194" y="95988"/>
                    <a:pt x="88194" y="101850"/>
                  </a:cubicBezTo>
                  <a:cubicBezTo>
                    <a:pt x="88194" y="106020"/>
                    <a:pt x="88194" y="110191"/>
                    <a:pt x="88194" y="115188"/>
                  </a:cubicBezTo>
                  <a:cubicBezTo>
                    <a:pt x="97181" y="109960"/>
                    <a:pt x="105441" y="105155"/>
                    <a:pt x="114331" y="99983"/>
                  </a:cubicBezTo>
                  <a:cubicBezTo>
                    <a:pt x="105351" y="94852"/>
                    <a:pt x="97115" y="90145"/>
                    <a:pt x="88194" y="85047"/>
                  </a:cubicBezTo>
                  <a:close/>
                  <a:moveTo>
                    <a:pt x="65114" y="44545"/>
                  </a:moveTo>
                  <a:cubicBezTo>
                    <a:pt x="97027" y="62976"/>
                    <a:pt x="128830" y="81344"/>
                    <a:pt x="161157" y="100014"/>
                  </a:cubicBezTo>
                  <a:cubicBezTo>
                    <a:pt x="139235" y="112747"/>
                    <a:pt x="117821" y="125184"/>
                    <a:pt x="96052" y="137710"/>
                  </a:cubicBezTo>
                  <a:cubicBezTo>
                    <a:pt x="85686" y="143630"/>
                    <a:pt x="75675" y="149462"/>
                    <a:pt x="65114" y="155614"/>
                  </a:cubicBezTo>
                  <a:cubicBezTo>
                    <a:pt x="65114" y="118574"/>
                    <a:pt x="65114" y="81950"/>
                    <a:pt x="65114" y="44545"/>
                  </a:cubicBezTo>
                  <a:close/>
                  <a:moveTo>
                    <a:pt x="98147" y="23025"/>
                  </a:moveTo>
                  <a:cubicBezTo>
                    <a:pt x="85156" y="23384"/>
                    <a:pt x="72791" y="27196"/>
                    <a:pt x="60767" y="34075"/>
                  </a:cubicBezTo>
                  <a:cubicBezTo>
                    <a:pt x="55266" y="38580"/>
                    <a:pt x="49308" y="42634"/>
                    <a:pt x="44348" y="47671"/>
                  </a:cubicBezTo>
                  <a:cubicBezTo>
                    <a:pt x="27448" y="64830"/>
                    <a:pt x="20893" y="86081"/>
                    <a:pt x="23678" y="109504"/>
                  </a:cubicBezTo>
                  <a:cubicBezTo>
                    <a:pt x="25898" y="128171"/>
                    <a:pt x="34354" y="144388"/>
                    <a:pt x="48993" y="157002"/>
                  </a:cubicBezTo>
                  <a:cubicBezTo>
                    <a:pt x="73687" y="178280"/>
                    <a:pt x="101366" y="183030"/>
                    <a:pt x="130933" y="170015"/>
                  </a:cubicBezTo>
                  <a:cubicBezTo>
                    <a:pt x="166686" y="154277"/>
                    <a:pt x="185583" y="114436"/>
                    <a:pt x="172719" y="75982"/>
                  </a:cubicBezTo>
                  <a:cubicBezTo>
                    <a:pt x="165310" y="53837"/>
                    <a:pt x="150290" y="38588"/>
                    <a:pt x="129221" y="29100"/>
                  </a:cubicBezTo>
                  <a:cubicBezTo>
                    <a:pt x="119372" y="24665"/>
                    <a:pt x="108765" y="22732"/>
                    <a:pt x="98147" y="23025"/>
                  </a:cubicBezTo>
                  <a:close/>
                  <a:moveTo>
                    <a:pt x="108788" y="386"/>
                  </a:moveTo>
                  <a:cubicBezTo>
                    <a:pt x="128930" y="2067"/>
                    <a:pt x="147119" y="9494"/>
                    <a:pt x="162941" y="22391"/>
                  </a:cubicBezTo>
                  <a:cubicBezTo>
                    <a:pt x="181005" y="37115"/>
                    <a:pt x="192422" y="55860"/>
                    <a:pt x="197572" y="78529"/>
                  </a:cubicBezTo>
                  <a:cubicBezTo>
                    <a:pt x="200328" y="90661"/>
                    <a:pt x="200420" y="102882"/>
                    <a:pt x="198920" y="115582"/>
                  </a:cubicBezTo>
                  <a:cubicBezTo>
                    <a:pt x="194594" y="138980"/>
                    <a:pt x="184362" y="158714"/>
                    <a:pt x="166871" y="174367"/>
                  </a:cubicBezTo>
                  <a:cubicBezTo>
                    <a:pt x="152379" y="187336"/>
                    <a:pt x="135636" y="195869"/>
                    <a:pt x="116206" y="198588"/>
                  </a:cubicBezTo>
                  <a:cubicBezTo>
                    <a:pt x="100464" y="200791"/>
                    <a:pt x="84805" y="200342"/>
                    <a:pt x="69588" y="195500"/>
                  </a:cubicBezTo>
                  <a:cubicBezTo>
                    <a:pt x="56732" y="191409"/>
                    <a:pt x="44937" y="185036"/>
                    <a:pt x="34800" y="176052"/>
                  </a:cubicBezTo>
                  <a:cubicBezTo>
                    <a:pt x="21899" y="164619"/>
                    <a:pt x="11727" y="151209"/>
                    <a:pt x="6087" y="134651"/>
                  </a:cubicBezTo>
                  <a:cubicBezTo>
                    <a:pt x="1137" y="120119"/>
                    <a:pt x="-1149" y="105461"/>
                    <a:pt x="564" y="89964"/>
                  </a:cubicBezTo>
                  <a:cubicBezTo>
                    <a:pt x="2102" y="76064"/>
                    <a:pt x="5976" y="63129"/>
                    <a:pt x="12701" y="51064"/>
                  </a:cubicBezTo>
                  <a:cubicBezTo>
                    <a:pt x="21537" y="35210"/>
                    <a:pt x="33922" y="22786"/>
                    <a:pt x="49667" y="13541"/>
                  </a:cubicBezTo>
                  <a:cubicBezTo>
                    <a:pt x="68032" y="2758"/>
                    <a:pt x="87908" y="-1356"/>
                    <a:pt x="108788" y="386"/>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82" name="Group 181">
            <a:extLst>
              <a:ext uri="{FF2B5EF4-FFF2-40B4-BE49-F238E27FC236}">
                <a16:creationId xmlns:a16="http://schemas.microsoft.com/office/drawing/2014/main" id="{6F4EC6A1-73CD-3301-6CDC-D1C87EB48577}"/>
              </a:ext>
              <a:ext uri="{C183D7F6-B498-43B3-948B-1728B52AA6E4}">
                <adec:decorative xmlns:adec="http://schemas.microsoft.com/office/drawing/2017/decorative" val="1"/>
              </a:ext>
            </a:extLst>
          </p:cNvPr>
          <p:cNvGrpSpPr>
            <a:grpSpLocks noChangeAspect="1"/>
          </p:cNvGrpSpPr>
          <p:nvPr/>
        </p:nvGrpSpPr>
        <p:grpSpPr>
          <a:xfrm>
            <a:off x="7042277" y="3636615"/>
            <a:ext cx="475042" cy="457200"/>
            <a:chOff x="7042277" y="3636615"/>
            <a:chExt cx="475042" cy="457200"/>
          </a:xfrm>
          <a:solidFill>
            <a:srgbClr val="FF0000"/>
          </a:solidFill>
        </p:grpSpPr>
        <p:sp>
          <p:nvSpPr>
            <p:cNvPr id="1800" name="Freeform: Shape 1799">
              <a:extLst>
                <a:ext uri="{FF2B5EF4-FFF2-40B4-BE49-F238E27FC236}">
                  <a16:creationId xmlns:a16="http://schemas.microsoft.com/office/drawing/2014/main" id="{E6EA5EA4-E7FC-4139-C411-2F07E2831543}"/>
                </a:ext>
                <a:ext uri="{C183D7F6-B498-43B3-948B-1728B52AA6E4}">
                  <adec:decorative xmlns:adec="http://schemas.microsoft.com/office/drawing/2017/decorative" val="1"/>
                </a:ext>
              </a:extLst>
            </p:cNvPr>
            <p:cNvSpPr/>
            <p:nvPr/>
          </p:nvSpPr>
          <p:spPr>
            <a:xfrm>
              <a:off x="7104206" y="3636615"/>
              <a:ext cx="354942" cy="354785"/>
            </a:xfrm>
            <a:custGeom>
              <a:avLst/>
              <a:gdLst>
                <a:gd name="connsiteX0" fmla="*/ 142719 w 594357"/>
                <a:gd name="connsiteY0" fmla="*/ 458300 h 594095"/>
                <a:gd name="connsiteX1" fmla="*/ 100701 w 594357"/>
                <a:gd name="connsiteY1" fmla="*/ 468634 h 594095"/>
                <a:gd name="connsiteX2" fmla="*/ 174681 w 594357"/>
                <a:gd name="connsiteY2" fmla="*/ 527379 h 594095"/>
                <a:gd name="connsiteX3" fmla="*/ 153231 w 594357"/>
                <a:gd name="connsiteY3" fmla="*/ 484333 h 594095"/>
                <a:gd name="connsiteX4" fmla="*/ 142719 w 594357"/>
                <a:gd name="connsiteY4" fmla="*/ 458300 h 594095"/>
                <a:gd name="connsiteX5" fmla="*/ 435768 w 594357"/>
                <a:gd name="connsiteY5" fmla="*/ 456385 h 594095"/>
                <a:gd name="connsiteX6" fmla="*/ 429567 w 594357"/>
                <a:gd name="connsiteY6" fmla="*/ 472896 h 594095"/>
                <a:gd name="connsiteX7" fmla="*/ 407818 w 594357"/>
                <a:gd name="connsiteY7" fmla="*/ 518597 h 594095"/>
                <a:gd name="connsiteX8" fmla="*/ 398496 w 594357"/>
                <a:gd name="connsiteY8" fmla="*/ 533526 h 594095"/>
                <a:gd name="connsiteX9" fmla="*/ 486930 w 594357"/>
                <a:gd name="connsiteY9" fmla="*/ 468542 h 594095"/>
                <a:gd name="connsiteX10" fmla="*/ 435768 w 594357"/>
                <a:gd name="connsiteY10" fmla="*/ 456385 h 594095"/>
                <a:gd name="connsiteX11" fmla="*/ 460129 w 594357"/>
                <a:gd name="connsiteY11" fmla="*/ 324019 h 594095"/>
                <a:gd name="connsiteX12" fmla="*/ 448800 w 594357"/>
                <a:gd name="connsiteY12" fmla="*/ 412909 h 594095"/>
                <a:gd name="connsiteX13" fmla="*/ 512167 w 594357"/>
                <a:gd name="connsiteY13" fmla="*/ 429417 h 594095"/>
                <a:gd name="connsiteX14" fmla="*/ 516806 w 594357"/>
                <a:gd name="connsiteY14" fmla="*/ 426548 h 594095"/>
                <a:gd name="connsiteX15" fmla="*/ 536001 w 594357"/>
                <a:gd name="connsiteY15" fmla="*/ 383087 h 594095"/>
                <a:gd name="connsiteX16" fmla="*/ 546807 w 594357"/>
                <a:gd name="connsiteY16" fmla="*/ 340753 h 594095"/>
                <a:gd name="connsiteX17" fmla="*/ 548790 w 594357"/>
                <a:gd name="connsiteY17" fmla="*/ 324019 h 594095"/>
                <a:gd name="connsiteX18" fmla="*/ 460129 w 594357"/>
                <a:gd name="connsiteY18" fmla="*/ 324019 h 594095"/>
                <a:gd name="connsiteX19" fmla="*/ 163956 w 594357"/>
                <a:gd name="connsiteY19" fmla="*/ 323966 h 594095"/>
                <a:gd name="connsiteX20" fmla="*/ 163987 w 594357"/>
                <a:gd name="connsiteY20" fmla="*/ 330375 h 594095"/>
                <a:gd name="connsiteX21" fmla="*/ 167899 w 594357"/>
                <a:gd name="connsiteY21" fmla="*/ 364390 h 594095"/>
                <a:gd name="connsiteX22" fmla="*/ 174523 w 594357"/>
                <a:gd name="connsiteY22" fmla="*/ 403997 h 594095"/>
                <a:gd name="connsiteX23" fmla="*/ 178816 w 594357"/>
                <a:gd name="connsiteY23" fmla="*/ 407084 h 594095"/>
                <a:gd name="connsiteX24" fmla="*/ 193385 w 594357"/>
                <a:gd name="connsiteY24" fmla="*/ 405178 h 594095"/>
                <a:gd name="connsiteX25" fmla="*/ 236408 w 594357"/>
                <a:gd name="connsiteY25" fmla="*/ 400427 h 594095"/>
                <a:gd name="connsiteX26" fmla="*/ 276682 w 594357"/>
                <a:gd name="connsiteY26" fmla="*/ 398496 h 594095"/>
                <a:gd name="connsiteX27" fmla="*/ 316688 w 594357"/>
                <a:gd name="connsiteY27" fmla="*/ 399363 h 594095"/>
                <a:gd name="connsiteX28" fmla="*/ 351319 w 594357"/>
                <a:gd name="connsiteY28" fmla="*/ 400330 h 594095"/>
                <a:gd name="connsiteX29" fmla="*/ 403113 w 594357"/>
                <a:gd name="connsiteY29" fmla="*/ 405738 h 594095"/>
                <a:gd name="connsiteX30" fmla="*/ 414084 w 594357"/>
                <a:gd name="connsiteY30" fmla="*/ 323966 h 594095"/>
                <a:gd name="connsiteX31" fmla="*/ 163956 w 594357"/>
                <a:gd name="connsiteY31" fmla="*/ 323966 h 594095"/>
                <a:gd name="connsiteX32" fmla="*/ 179794 w 594357"/>
                <a:gd name="connsiteY32" fmla="*/ 197157 h 594095"/>
                <a:gd name="connsiteX33" fmla="*/ 173653 w 594357"/>
                <a:gd name="connsiteY33" fmla="*/ 201252 h 594095"/>
                <a:gd name="connsiteX34" fmla="*/ 173610 w 594357"/>
                <a:gd name="connsiteY34" fmla="*/ 203187 h 594095"/>
                <a:gd name="connsiteX35" fmla="*/ 167854 w 594357"/>
                <a:gd name="connsiteY35" fmla="*/ 237209 h 594095"/>
                <a:gd name="connsiteX36" fmla="*/ 165033 w 594357"/>
                <a:gd name="connsiteY36" fmla="*/ 257888 h 594095"/>
                <a:gd name="connsiteX37" fmla="*/ 163929 w 594357"/>
                <a:gd name="connsiteY37" fmla="*/ 278862 h 594095"/>
                <a:gd name="connsiteX38" fmla="*/ 414238 w 594357"/>
                <a:gd name="connsiteY38" fmla="*/ 278862 h 594095"/>
                <a:gd name="connsiteX39" fmla="*/ 403204 w 594357"/>
                <a:gd name="connsiteY39" fmla="*/ 197381 h 594095"/>
                <a:gd name="connsiteX40" fmla="*/ 400853 w 594357"/>
                <a:gd name="connsiteY40" fmla="*/ 198486 h 594095"/>
                <a:gd name="connsiteX41" fmla="*/ 351541 w 594357"/>
                <a:gd name="connsiteY41" fmla="*/ 203438 h 594095"/>
                <a:gd name="connsiteX42" fmla="*/ 316100 w 594357"/>
                <a:gd name="connsiteY42" fmla="*/ 205337 h 594095"/>
                <a:gd name="connsiteX43" fmla="*/ 248939 w 594357"/>
                <a:gd name="connsiteY43" fmla="*/ 204475 h 594095"/>
                <a:gd name="connsiteX44" fmla="*/ 247487 w 594357"/>
                <a:gd name="connsiteY44" fmla="*/ 204430 h 594095"/>
                <a:gd name="connsiteX45" fmla="*/ 206174 w 594357"/>
                <a:gd name="connsiteY45" fmla="*/ 200566 h 594095"/>
                <a:gd name="connsiteX46" fmla="*/ 179794 w 594357"/>
                <a:gd name="connsiteY46" fmla="*/ 197157 h 594095"/>
                <a:gd name="connsiteX47" fmla="*/ 515850 w 594357"/>
                <a:gd name="connsiteY47" fmla="*/ 173975 h 594095"/>
                <a:gd name="connsiteX48" fmla="*/ 448097 w 594357"/>
                <a:gd name="connsiteY48" fmla="*/ 190997 h 594095"/>
                <a:gd name="connsiteX49" fmla="*/ 448056 w 594357"/>
                <a:gd name="connsiteY49" fmla="*/ 192059 h 594095"/>
                <a:gd name="connsiteX50" fmla="*/ 455785 w 594357"/>
                <a:gd name="connsiteY50" fmla="*/ 241574 h 594095"/>
                <a:gd name="connsiteX51" fmla="*/ 457728 w 594357"/>
                <a:gd name="connsiteY51" fmla="*/ 256583 h 594095"/>
                <a:gd name="connsiteX52" fmla="*/ 458887 w 594357"/>
                <a:gd name="connsiteY52" fmla="*/ 278865 h 594095"/>
                <a:gd name="connsiteX53" fmla="*/ 548855 w 594357"/>
                <a:gd name="connsiteY53" fmla="*/ 278865 h 594095"/>
                <a:gd name="connsiteX54" fmla="*/ 515850 w 594357"/>
                <a:gd name="connsiteY54" fmla="*/ 173975 h 594095"/>
                <a:gd name="connsiteX55" fmla="*/ 175081 w 594357"/>
                <a:gd name="connsiteY55" fmla="*/ 74704 h 594095"/>
                <a:gd name="connsiteX56" fmla="*/ 99428 w 594357"/>
                <a:gd name="connsiteY56" fmla="*/ 134820 h 594095"/>
                <a:gd name="connsiteX57" fmla="*/ 118643 w 594357"/>
                <a:gd name="connsiteY57" fmla="*/ 139577 h 594095"/>
                <a:gd name="connsiteX58" fmla="*/ 142360 w 594357"/>
                <a:gd name="connsiteY58" fmla="*/ 145668 h 594095"/>
                <a:gd name="connsiteX59" fmla="*/ 175081 w 594357"/>
                <a:gd name="connsiteY59" fmla="*/ 74704 h 594095"/>
                <a:gd name="connsiteX60" fmla="*/ 398688 w 594357"/>
                <a:gd name="connsiteY60" fmla="*/ 68347 h 594095"/>
                <a:gd name="connsiteX61" fmla="*/ 409596 w 594357"/>
                <a:gd name="connsiteY61" fmla="*/ 86961 h 594095"/>
                <a:gd name="connsiteX62" fmla="*/ 434898 w 594357"/>
                <a:gd name="connsiteY62" fmla="*/ 143352 h 594095"/>
                <a:gd name="connsiteX63" fmla="*/ 439571 w 594357"/>
                <a:gd name="connsiteY63" fmla="*/ 146415 h 594095"/>
                <a:gd name="connsiteX64" fmla="*/ 472563 w 594357"/>
                <a:gd name="connsiteY64" fmla="*/ 138829 h 594095"/>
                <a:gd name="connsiteX65" fmla="*/ 487962 w 594357"/>
                <a:gd name="connsiteY65" fmla="*/ 134814 h 594095"/>
                <a:gd name="connsiteX66" fmla="*/ 398688 w 594357"/>
                <a:gd name="connsiteY66" fmla="*/ 68347 h 594095"/>
                <a:gd name="connsiteX67" fmla="*/ 284126 w 594357"/>
                <a:gd name="connsiteY67" fmla="*/ 45370 h 594095"/>
                <a:gd name="connsiteX68" fmla="*/ 230631 w 594357"/>
                <a:gd name="connsiteY68" fmla="*/ 75700 h 594095"/>
                <a:gd name="connsiteX69" fmla="*/ 206428 w 594357"/>
                <a:gd name="connsiteY69" fmla="*/ 110519 h 594095"/>
                <a:gd name="connsiteX70" fmla="*/ 186458 w 594357"/>
                <a:gd name="connsiteY70" fmla="*/ 153092 h 594095"/>
                <a:gd name="connsiteX71" fmla="*/ 266074 w 594357"/>
                <a:gd name="connsiteY71" fmla="*/ 159877 h 594095"/>
                <a:gd name="connsiteX72" fmla="*/ 273613 w 594357"/>
                <a:gd name="connsiteY72" fmla="*/ 160798 h 594095"/>
                <a:gd name="connsiteX73" fmla="*/ 335888 w 594357"/>
                <a:gd name="connsiteY73" fmla="*/ 159841 h 594095"/>
                <a:gd name="connsiteX74" fmla="*/ 351659 w 594357"/>
                <a:gd name="connsiteY74" fmla="*/ 158844 h 594095"/>
                <a:gd name="connsiteX75" fmla="*/ 386164 w 594357"/>
                <a:gd name="connsiteY75" fmla="*/ 155087 h 594095"/>
                <a:gd name="connsiteX76" fmla="*/ 389677 w 594357"/>
                <a:gd name="connsiteY76" fmla="*/ 149788 h 594095"/>
                <a:gd name="connsiteX77" fmla="*/ 370158 w 594357"/>
                <a:gd name="connsiteY77" fmla="*/ 108039 h 594095"/>
                <a:gd name="connsiteX78" fmla="*/ 329360 w 594357"/>
                <a:gd name="connsiteY78" fmla="*/ 59241 h 594095"/>
                <a:gd name="connsiteX79" fmla="*/ 284126 w 594357"/>
                <a:gd name="connsiteY79" fmla="*/ 45370 h 594095"/>
                <a:gd name="connsiteX80" fmla="*/ 296055 w 594357"/>
                <a:gd name="connsiteY80" fmla="*/ 53 h 594095"/>
                <a:gd name="connsiteX81" fmla="*/ 377426 w 594357"/>
                <a:gd name="connsiteY81" fmla="*/ 12278 h 594095"/>
                <a:gd name="connsiteX82" fmla="*/ 427360 w 594357"/>
                <a:gd name="connsiteY82" fmla="*/ 31510 h 594095"/>
                <a:gd name="connsiteX83" fmla="*/ 483535 w 594357"/>
                <a:gd name="connsiteY83" fmla="*/ 67873 h 594095"/>
                <a:gd name="connsiteX84" fmla="*/ 505793 w 594357"/>
                <a:gd name="connsiteY84" fmla="*/ 87406 h 594095"/>
                <a:gd name="connsiteX85" fmla="*/ 556616 w 594357"/>
                <a:gd name="connsiteY85" fmla="*/ 154637 h 594095"/>
                <a:gd name="connsiteX86" fmla="*/ 587414 w 594357"/>
                <a:gd name="connsiteY86" fmla="*/ 235241 h 594095"/>
                <a:gd name="connsiteX87" fmla="*/ 592352 w 594357"/>
                <a:gd name="connsiteY87" fmla="*/ 267996 h 594095"/>
                <a:gd name="connsiteX88" fmla="*/ 594141 w 594357"/>
                <a:gd name="connsiteY88" fmla="*/ 314066 h 594095"/>
                <a:gd name="connsiteX89" fmla="*/ 587995 w 594357"/>
                <a:gd name="connsiteY89" fmla="*/ 362524 h 594095"/>
                <a:gd name="connsiteX90" fmla="*/ 571098 w 594357"/>
                <a:gd name="connsiteY90" fmla="*/ 417714 h 594095"/>
                <a:gd name="connsiteX91" fmla="*/ 537405 w 594357"/>
                <a:gd name="connsiteY91" fmla="*/ 477061 h 594095"/>
                <a:gd name="connsiteX92" fmla="*/ 508739 w 594357"/>
                <a:gd name="connsiteY92" fmla="*/ 511411 h 594095"/>
                <a:gd name="connsiteX93" fmla="*/ 480996 w 594357"/>
                <a:gd name="connsiteY93" fmla="*/ 536400 h 594095"/>
                <a:gd name="connsiteX94" fmla="*/ 427348 w 594357"/>
                <a:gd name="connsiteY94" fmla="*/ 570582 h 594095"/>
                <a:gd name="connsiteX95" fmla="*/ 363743 w 594357"/>
                <a:gd name="connsiteY95" fmla="*/ 593321 h 594095"/>
                <a:gd name="connsiteX96" fmla="*/ 361245 w 594357"/>
                <a:gd name="connsiteY96" fmla="*/ 593867 h 594095"/>
                <a:gd name="connsiteX97" fmla="*/ 364812 w 594357"/>
                <a:gd name="connsiteY97" fmla="*/ 553358 h 594095"/>
                <a:gd name="connsiteX98" fmla="*/ 351434 w 594357"/>
                <a:gd name="connsiteY98" fmla="*/ 521407 h 594095"/>
                <a:gd name="connsiteX99" fmla="*/ 390246 w 594357"/>
                <a:gd name="connsiteY99" fmla="*/ 449352 h 594095"/>
                <a:gd name="connsiteX100" fmla="*/ 186923 w 594357"/>
                <a:gd name="connsiteY100" fmla="*/ 450895 h 594095"/>
                <a:gd name="connsiteX101" fmla="*/ 209201 w 594357"/>
                <a:gd name="connsiteY101" fmla="*/ 496068 h 594095"/>
                <a:gd name="connsiteX102" fmla="*/ 231743 w 594357"/>
                <a:gd name="connsiteY102" fmla="*/ 527649 h 594095"/>
                <a:gd name="connsiteX103" fmla="*/ 223205 w 594357"/>
                <a:gd name="connsiteY103" fmla="*/ 583951 h 594095"/>
                <a:gd name="connsiteX104" fmla="*/ 225948 w 594357"/>
                <a:gd name="connsiteY104" fmla="*/ 594095 h 594095"/>
                <a:gd name="connsiteX105" fmla="*/ 176089 w 594357"/>
                <a:gd name="connsiteY105" fmla="*/ 577599 h 594095"/>
                <a:gd name="connsiteX106" fmla="*/ 118717 w 594357"/>
                <a:gd name="connsiteY106" fmla="*/ 545334 h 594095"/>
                <a:gd name="connsiteX107" fmla="*/ 79207 w 594357"/>
                <a:gd name="connsiteY107" fmla="*/ 511576 h 594095"/>
                <a:gd name="connsiteX108" fmla="*/ 32150 w 594357"/>
                <a:gd name="connsiteY108" fmla="*/ 449269 h 594095"/>
                <a:gd name="connsiteX109" fmla="*/ 507 w 594357"/>
                <a:gd name="connsiteY109" fmla="*/ 367975 h 594095"/>
                <a:gd name="connsiteX110" fmla="*/ 0 w 594357"/>
                <a:gd name="connsiteY110" fmla="*/ 364503 h 594095"/>
                <a:gd name="connsiteX111" fmla="*/ 46894 w 594357"/>
                <a:gd name="connsiteY111" fmla="*/ 364503 h 594095"/>
                <a:gd name="connsiteX112" fmla="*/ 55559 w 594357"/>
                <a:gd name="connsiteY112" fmla="*/ 393714 h 594095"/>
                <a:gd name="connsiteX113" fmla="*/ 72008 w 594357"/>
                <a:gd name="connsiteY113" fmla="*/ 430047 h 594095"/>
                <a:gd name="connsiteX114" fmla="*/ 130983 w 594357"/>
                <a:gd name="connsiteY114" fmla="*/ 414886 h 594095"/>
                <a:gd name="connsiteX115" fmla="*/ 119097 w 594357"/>
                <a:gd name="connsiteY115" fmla="*/ 322829 h 594095"/>
                <a:gd name="connsiteX116" fmla="*/ 80320 w 594357"/>
                <a:gd name="connsiteY116" fmla="*/ 322574 h 594095"/>
                <a:gd name="connsiteX117" fmla="*/ 80320 w 594357"/>
                <a:gd name="connsiteY117" fmla="*/ 279110 h 594095"/>
                <a:gd name="connsiteX118" fmla="*/ 117783 w 594357"/>
                <a:gd name="connsiteY118" fmla="*/ 279125 h 594095"/>
                <a:gd name="connsiteX119" fmla="*/ 129188 w 594357"/>
                <a:gd name="connsiteY119" fmla="*/ 188703 h 594095"/>
                <a:gd name="connsiteX120" fmla="*/ 72045 w 594357"/>
                <a:gd name="connsiteY120" fmla="*/ 173890 h 594095"/>
                <a:gd name="connsiteX121" fmla="*/ 52074 w 594357"/>
                <a:gd name="connsiteY121" fmla="*/ 216780 h 594095"/>
                <a:gd name="connsiteX122" fmla="*/ 46941 w 594357"/>
                <a:gd name="connsiteY122" fmla="*/ 237403 h 594095"/>
                <a:gd name="connsiteX123" fmla="*/ 899 w 594357"/>
                <a:gd name="connsiteY123" fmla="*/ 237403 h 594095"/>
                <a:gd name="connsiteX124" fmla="*/ 4250 w 594357"/>
                <a:gd name="connsiteY124" fmla="*/ 219711 h 594095"/>
                <a:gd name="connsiteX125" fmla="*/ 30152 w 594357"/>
                <a:gd name="connsiteY125" fmla="*/ 156204 h 594095"/>
                <a:gd name="connsiteX126" fmla="*/ 59708 w 594357"/>
                <a:gd name="connsiteY126" fmla="*/ 112422 h 594095"/>
                <a:gd name="connsiteX127" fmla="*/ 79895 w 594357"/>
                <a:gd name="connsiteY127" fmla="*/ 89449 h 594095"/>
                <a:gd name="connsiteX128" fmla="*/ 149872 w 594357"/>
                <a:gd name="connsiteY128" fmla="*/ 36793 h 594095"/>
                <a:gd name="connsiteX129" fmla="*/ 229807 w 594357"/>
                <a:gd name="connsiteY129" fmla="*/ 6909 h 594095"/>
                <a:gd name="connsiteX130" fmla="*/ 265478 w 594357"/>
                <a:gd name="connsiteY130" fmla="*/ 1922 h 594095"/>
                <a:gd name="connsiteX131" fmla="*/ 296055 w 594357"/>
                <a:gd name="connsiteY131" fmla="*/ 53 h 59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94357" h="594095">
                  <a:moveTo>
                    <a:pt x="142719" y="458300"/>
                  </a:moveTo>
                  <a:cubicBezTo>
                    <a:pt x="128783" y="461727"/>
                    <a:pt x="115062" y="465102"/>
                    <a:pt x="100701" y="468634"/>
                  </a:cubicBezTo>
                  <a:cubicBezTo>
                    <a:pt x="122101" y="493099"/>
                    <a:pt x="146666" y="512550"/>
                    <a:pt x="174681" y="527379"/>
                  </a:cubicBezTo>
                  <a:cubicBezTo>
                    <a:pt x="167542" y="513227"/>
                    <a:pt x="160444" y="499155"/>
                    <a:pt x="153231" y="484333"/>
                  </a:cubicBezTo>
                  <a:cubicBezTo>
                    <a:pt x="149749" y="475708"/>
                    <a:pt x="146267" y="467085"/>
                    <a:pt x="142719" y="458300"/>
                  </a:cubicBezTo>
                  <a:close/>
                  <a:moveTo>
                    <a:pt x="435768" y="456385"/>
                  </a:moveTo>
                  <a:cubicBezTo>
                    <a:pt x="433646" y="462103"/>
                    <a:pt x="431974" y="467668"/>
                    <a:pt x="429567" y="472896"/>
                  </a:cubicBezTo>
                  <a:cubicBezTo>
                    <a:pt x="422613" y="488002"/>
                    <a:pt x="415363" y="502973"/>
                    <a:pt x="407818" y="518597"/>
                  </a:cubicBezTo>
                  <a:cubicBezTo>
                    <a:pt x="404710" y="523574"/>
                    <a:pt x="401603" y="528550"/>
                    <a:pt x="398496" y="533526"/>
                  </a:cubicBezTo>
                  <a:cubicBezTo>
                    <a:pt x="432698" y="518549"/>
                    <a:pt x="461995" y="497331"/>
                    <a:pt x="486930" y="468542"/>
                  </a:cubicBezTo>
                  <a:cubicBezTo>
                    <a:pt x="469176" y="464324"/>
                    <a:pt x="452601" y="460385"/>
                    <a:pt x="435768" y="456385"/>
                  </a:cubicBezTo>
                  <a:close/>
                  <a:moveTo>
                    <a:pt x="460129" y="324019"/>
                  </a:moveTo>
                  <a:cubicBezTo>
                    <a:pt x="456283" y="354203"/>
                    <a:pt x="452491" y="383958"/>
                    <a:pt x="448800" y="412909"/>
                  </a:cubicBezTo>
                  <a:cubicBezTo>
                    <a:pt x="468981" y="418226"/>
                    <a:pt x="490195" y="423816"/>
                    <a:pt x="512167" y="429417"/>
                  </a:cubicBezTo>
                  <a:cubicBezTo>
                    <a:pt x="515090" y="430709"/>
                    <a:pt x="516014" y="428287"/>
                    <a:pt x="516806" y="426548"/>
                  </a:cubicBezTo>
                  <a:cubicBezTo>
                    <a:pt x="523374" y="412129"/>
                    <a:pt x="530738" y="397978"/>
                    <a:pt x="536001" y="383087"/>
                  </a:cubicBezTo>
                  <a:cubicBezTo>
                    <a:pt x="540836" y="369407"/>
                    <a:pt x="543560" y="354957"/>
                    <a:pt x="546807" y="340753"/>
                  </a:cubicBezTo>
                  <a:cubicBezTo>
                    <a:pt x="548048" y="335320"/>
                    <a:pt x="548159" y="329629"/>
                    <a:pt x="548790" y="324019"/>
                  </a:cubicBezTo>
                  <a:cubicBezTo>
                    <a:pt x="518544" y="324019"/>
                    <a:pt x="488752" y="324019"/>
                    <a:pt x="460129" y="324019"/>
                  </a:cubicBezTo>
                  <a:close/>
                  <a:moveTo>
                    <a:pt x="163956" y="323966"/>
                  </a:moveTo>
                  <a:cubicBezTo>
                    <a:pt x="163956" y="326255"/>
                    <a:pt x="163768" y="328338"/>
                    <a:pt x="163987" y="330375"/>
                  </a:cubicBezTo>
                  <a:cubicBezTo>
                    <a:pt x="165211" y="341723"/>
                    <a:pt x="166245" y="353103"/>
                    <a:pt x="167899" y="364390"/>
                  </a:cubicBezTo>
                  <a:cubicBezTo>
                    <a:pt x="169840" y="377631"/>
                    <a:pt x="172469" y="390771"/>
                    <a:pt x="174523" y="403997"/>
                  </a:cubicBezTo>
                  <a:cubicBezTo>
                    <a:pt x="174992" y="407019"/>
                    <a:pt x="176561" y="407349"/>
                    <a:pt x="178816" y="407084"/>
                  </a:cubicBezTo>
                  <a:cubicBezTo>
                    <a:pt x="183680" y="406513"/>
                    <a:pt x="188520" y="405739"/>
                    <a:pt x="193385" y="405178"/>
                  </a:cubicBezTo>
                  <a:cubicBezTo>
                    <a:pt x="207719" y="403528"/>
                    <a:pt x="222034" y="401609"/>
                    <a:pt x="236408" y="400427"/>
                  </a:cubicBezTo>
                  <a:cubicBezTo>
                    <a:pt x="249797" y="399325"/>
                    <a:pt x="263250" y="398660"/>
                    <a:pt x="276682" y="398496"/>
                  </a:cubicBezTo>
                  <a:cubicBezTo>
                    <a:pt x="290013" y="398333"/>
                    <a:pt x="303354" y="399014"/>
                    <a:pt x="316688" y="399363"/>
                  </a:cubicBezTo>
                  <a:cubicBezTo>
                    <a:pt x="327926" y="399657"/>
                    <a:pt x="339161" y="400005"/>
                    <a:pt x="351319" y="400330"/>
                  </a:cubicBezTo>
                  <a:cubicBezTo>
                    <a:pt x="368489" y="402122"/>
                    <a:pt x="385659" y="403915"/>
                    <a:pt x="403113" y="405738"/>
                  </a:cubicBezTo>
                  <a:cubicBezTo>
                    <a:pt x="409111" y="379070"/>
                    <a:pt x="412744" y="351763"/>
                    <a:pt x="414084" y="323966"/>
                  </a:cubicBezTo>
                  <a:cubicBezTo>
                    <a:pt x="330516" y="323966"/>
                    <a:pt x="247416" y="323966"/>
                    <a:pt x="163956" y="323966"/>
                  </a:cubicBezTo>
                  <a:close/>
                  <a:moveTo>
                    <a:pt x="179794" y="197157"/>
                  </a:moveTo>
                  <a:cubicBezTo>
                    <a:pt x="175966" y="196377"/>
                    <a:pt x="174624" y="197223"/>
                    <a:pt x="173653" y="201252"/>
                  </a:cubicBezTo>
                  <a:cubicBezTo>
                    <a:pt x="173643" y="201898"/>
                    <a:pt x="173715" y="202558"/>
                    <a:pt x="173610" y="203187"/>
                  </a:cubicBezTo>
                  <a:cubicBezTo>
                    <a:pt x="171694" y="214529"/>
                    <a:pt x="169682" y="225855"/>
                    <a:pt x="167854" y="237209"/>
                  </a:cubicBezTo>
                  <a:cubicBezTo>
                    <a:pt x="166748" y="244077"/>
                    <a:pt x="165681" y="250967"/>
                    <a:pt x="165033" y="257888"/>
                  </a:cubicBezTo>
                  <a:cubicBezTo>
                    <a:pt x="164383" y="264828"/>
                    <a:pt x="164277" y="271819"/>
                    <a:pt x="163929" y="278862"/>
                  </a:cubicBezTo>
                  <a:cubicBezTo>
                    <a:pt x="247591" y="278862"/>
                    <a:pt x="330705" y="278862"/>
                    <a:pt x="414238" y="278862"/>
                  </a:cubicBezTo>
                  <a:cubicBezTo>
                    <a:pt x="412419" y="251332"/>
                    <a:pt x="409691" y="224258"/>
                    <a:pt x="403204" y="197381"/>
                  </a:cubicBezTo>
                  <a:cubicBezTo>
                    <a:pt x="401963" y="197979"/>
                    <a:pt x="401428" y="198427"/>
                    <a:pt x="400853" y="198486"/>
                  </a:cubicBezTo>
                  <a:cubicBezTo>
                    <a:pt x="384419" y="200184"/>
                    <a:pt x="368000" y="202045"/>
                    <a:pt x="351541" y="203438"/>
                  </a:cubicBezTo>
                  <a:cubicBezTo>
                    <a:pt x="339754" y="204437"/>
                    <a:pt x="327917" y="205308"/>
                    <a:pt x="316100" y="205337"/>
                  </a:cubicBezTo>
                  <a:cubicBezTo>
                    <a:pt x="293714" y="205391"/>
                    <a:pt x="271326" y="204799"/>
                    <a:pt x="248939" y="204475"/>
                  </a:cubicBezTo>
                  <a:cubicBezTo>
                    <a:pt x="248455" y="204467"/>
                    <a:pt x="247969" y="204475"/>
                    <a:pt x="247487" y="204430"/>
                  </a:cubicBezTo>
                  <a:cubicBezTo>
                    <a:pt x="233714" y="203156"/>
                    <a:pt x="219934" y="201968"/>
                    <a:pt x="206174" y="200566"/>
                  </a:cubicBezTo>
                  <a:cubicBezTo>
                    <a:pt x="197350" y="199666"/>
                    <a:pt x="188460" y="198923"/>
                    <a:pt x="179794" y="197157"/>
                  </a:cubicBezTo>
                  <a:close/>
                  <a:moveTo>
                    <a:pt x="515850" y="173975"/>
                  </a:moveTo>
                  <a:cubicBezTo>
                    <a:pt x="493067" y="179699"/>
                    <a:pt x="470644" y="185333"/>
                    <a:pt x="448097" y="190997"/>
                  </a:cubicBezTo>
                  <a:cubicBezTo>
                    <a:pt x="448092" y="191096"/>
                    <a:pt x="447983" y="191592"/>
                    <a:pt x="448056" y="192059"/>
                  </a:cubicBezTo>
                  <a:cubicBezTo>
                    <a:pt x="450626" y="208565"/>
                    <a:pt x="453232" y="225065"/>
                    <a:pt x="455785" y="241574"/>
                  </a:cubicBezTo>
                  <a:cubicBezTo>
                    <a:pt x="456509" y="246260"/>
                    <a:pt x="457080" y="250970"/>
                    <a:pt x="457728" y="256583"/>
                  </a:cubicBezTo>
                  <a:cubicBezTo>
                    <a:pt x="458116" y="264034"/>
                    <a:pt x="458503" y="271484"/>
                    <a:pt x="458887" y="278865"/>
                  </a:cubicBezTo>
                  <a:cubicBezTo>
                    <a:pt x="489115" y="278865"/>
                    <a:pt x="518906" y="278865"/>
                    <a:pt x="548855" y="278865"/>
                  </a:cubicBezTo>
                  <a:cubicBezTo>
                    <a:pt x="545587" y="241069"/>
                    <a:pt x="534302" y="206137"/>
                    <a:pt x="515850" y="173975"/>
                  </a:cubicBezTo>
                  <a:close/>
                  <a:moveTo>
                    <a:pt x="175081" y="74704"/>
                  </a:moveTo>
                  <a:cubicBezTo>
                    <a:pt x="146115" y="89725"/>
                    <a:pt x="121120" y="109488"/>
                    <a:pt x="99428" y="134820"/>
                  </a:cubicBezTo>
                  <a:cubicBezTo>
                    <a:pt x="106075" y="136519"/>
                    <a:pt x="111948" y="138021"/>
                    <a:pt x="118643" y="139577"/>
                  </a:cubicBezTo>
                  <a:cubicBezTo>
                    <a:pt x="126369" y="141561"/>
                    <a:pt x="134095" y="143545"/>
                    <a:pt x="142360" y="145668"/>
                  </a:cubicBezTo>
                  <a:cubicBezTo>
                    <a:pt x="150715" y="120710"/>
                    <a:pt x="161541" y="97105"/>
                    <a:pt x="175081" y="74704"/>
                  </a:cubicBezTo>
                  <a:close/>
                  <a:moveTo>
                    <a:pt x="398688" y="68347"/>
                  </a:moveTo>
                  <a:cubicBezTo>
                    <a:pt x="402324" y="74550"/>
                    <a:pt x="405977" y="80746"/>
                    <a:pt x="409596" y="86961"/>
                  </a:cubicBezTo>
                  <a:cubicBezTo>
                    <a:pt x="419896" y="104646"/>
                    <a:pt x="428114" y="123262"/>
                    <a:pt x="434898" y="143352"/>
                  </a:cubicBezTo>
                  <a:cubicBezTo>
                    <a:pt x="435463" y="145884"/>
                    <a:pt x="436217" y="147269"/>
                    <a:pt x="439571" y="146415"/>
                  </a:cubicBezTo>
                  <a:cubicBezTo>
                    <a:pt x="450504" y="143635"/>
                    <a:pt x="461573" y="141390"/>
                    <a:pt x="472563" y="138829"/>
                  </a:cubicBezTo>
                  <a:cubicBezTo>
                    <a:pt x="477616" y="137652"/>
                    <a:pt x="482609" y="136218"/>
                    <a:pt x="487962" y="134814"/>
                  </a:cubicBezTo>
                  <a:cubicBezTo>
                    <a:pt x="463978" y="106959"/>
                    <a:pt x="413856" y="69775"/>
                    <a:pt x="398688" y="68347"/>
                  </a:cubicBezTo>
                  <a:close/>
                  <a:moveTo>
                    <a:pt x="284126" y="45370"/>
                  </a:moveTo>
                  <a:cubicBezTo>
                    <a:pt x="261542" y="47342"/>
                    <a:pt x="244736" y="59681"/>
                    <a:pt x="230631" y="75700"/>
                  </a:cubicBezTo>
                  <a:cubicBezTo>
                    <a:pt x="221339" y="86254"/>
                    <a:pt x="213345" y="98240"/>
                    <a:pt x="206428" y="110519"/>
                  </a:cubicBezTo>
                  <a:cubicBezTo>
                    <a:pt x="198878" y="123921"/>
                    <a:pt x="193242" y="138402"/>
                    <a:pt x="186458" y="153092"/>
                  </a:cubicBezTo>
                  <a:cubicBezTo>
                    <a:pt x="213430" y="156721"/>
                    <a:pt x="239159" y="159671"/>
                    <a:pt x="266074" y="159877"/>
                  </a:cubicBezTo>
                  <a:cubicBezTo>
                    <a:pt x="268587" y="160200"/>
                    <a:pt x="271103" y="160827"/>
                    <a:pt x="273613" y="160798"/>
                  </a:cubicBezTo>
                  <a:cubicBezTo>
                    <a:pt x="294372" y="160559"/>
                    <a:pt x="315131" y="160248"/>
                    <a:pt x="335888" y="159841"/>
                  </a:cubicBezTo>
                  <a:cubicBezTo>
                    <a:pt x="341151" y="159738"/>
                    <a:pt x="346421" y="159377"/>
                    <a:pt x="351659" y="158844"/>
                  </a:cubicBezTo>
                  <a:cubicBezTo>
                    <a:pt x="363168" y="157671"/>
                    <a:pt x="374647" y="156189"/>
                    <a:pt x="386164" y="155087"/>
                  </a:cubicBezTo>
                  <a:cubicBezTo>
                    <a:pt x="390960" y="154628"/>
                    <a:pt x="391664" y="154164"/>
                    <a:pt x="389677" y="149788"/>
                  </a:cubicBezTo>
                  <a:cubicBezTo>
                    <a:pt x="383324" y="135799"/>
                    <a:pt x="377402" y="121561"/>
                    <a:pt x="370158" y="108039"/>
                  </a:cubicBezTo>
                  <a:cubicBezTo>
                    <a:pt x="359988" y="89054"/>
                    <a:pt x="347104" y="71965"/>
                    <a:pt x="329360" y="59241"/>
                  </a:cubicBezTo>
                  <a:cubicBezTo>
                    <a:pt x="315920" y="49601"/>
                    <a:pt x="301238" y="43877"/>
                    <a:pt x="284126" y="45370"/>
                  </a:cubicBezTo>
                  <a:close/>
                  <a:moveTo>
                    <a:pt x="296055" y="53"/>
                  </a:moveTo>
                  <a:cubicBezTo>
                    <a:pt x="323626" y="891"/>
                    <a:pt x="351102" y="3388"/>
                    <a:pt x="377426" y="12278"/>
                  </a:cubicBezTo>
                  <a:cubicBezTo>
                    <a:pt x="394320" y="17983"/>
                    <a:pt x="411257" y="23938"/>
                    <a:pt x="427360" y="31510"/>
                  </a:cubicBezTo>
                  <a:cubicBezTo>
                    <a:pt x="447612" y="41034"/>
                    <a:pt x="466521" y="53110"/>
                    <a:pt x="483535" y="67873"/>
                  </a:cubicBezTo>
                  <a:cubicBezTo>
                    <a:pt x="490993" y="74345"/>
                    <a:pt x="498893" y="80384"/>
                    <a:pt x="505793" y="87406"/>
                  </a:cubicBezTo>
                  <a:cubicBezTo>
                    <a:pt x="525626" y="107586"/>
                    <a:pt x="542773" y="129852"/>
                    <a:pt x="556616" y="154637"/>
                  </a:cubicBezTo>
                  <a:cubicBezTo>
                    <a:pt x="570803" y="180037"/>
                    <a:pt x="580967" y="206961"/>
                    <a:pt x="587414" y="235241"/>
                  </a:cubicBezTo>
                  <a:cubicBezTo>
                    <a:pt x="589863" y="245984"/>
                    <a:pt x="591465" y="257010"/>
                    <a:pt x="592352" y="267996"/>
                  </a:cubicBezTo>
                  <a:cubicBezTo>
                    <a:pt x="593588" y="283313"/>
                    <a:pt x="594879" y="298767"/>
                    <a:pt x="594141" y="314066"/>
                  </a:cubicBezTo>
                  <a:cubicBezTo>
                    <a:pt x="593358" y="330284"/>
                    <a:pt x="590718" y="346473"/>
                    <a:pt x="587995" y="362524"/>
                  </a:cubicBezTo>
                  <a:cubicBezTo>
                    <a:pt x="584761" y="381592"/>
                    <a:pt x="578618" y="399913"/>
                    <a:pt x="571098" y="417714"/>
                  </a:cubicBezTo>
                  <a:cubicBezTo>
                    <a:pt x="562190" y="438796"/>
                    <a:pt x="551212" y="458803"/>
                    <a:pt x="537405" y="477061"/>
                  </a:cubicBezTo>
                  <a:cubicBezTo>
                    <a:pt x="528415" y="488949"/>
                    <a:pt x="518947" y="500568"/>
                    <a:pt x="508739" y="511411"/>
                  </a:cubicBezTo>
                  <a:cubicBezTo>
                    <a:pt x="500233" y="520445"/>
                    <a:pt x="490639" y="528540"/>
                    <a:pt x="480996" y="536400"/>
                  </a:cubicBezTo>
                  <a:cubicBezTo>
                    <a:pt x="464476" y="549867"/>
                    <a:pt x="446453" y="561198"/>
                    <a:pt x="427348" y="570582"/>
                  </a:cubicBezTo>
                  <a:cubicBezTo>
                    <a:pt x="407051" y="580552"/>
                    <a:pt x="385982" y="588642"/>
                    <a:pt x="363743" y="593321"/>
                  </a:cubicBezTo>
                  <a:cubicBezTo>
                    <a:pt x="362994" y="593479"/>
                    <a:pt x="362301" y="593906"/>
                    <a:pt x="361245" y="593867"/>
                  </a:cubicBezTo>
                  <a:cubicBezTo>
                    <a:pt x="366140" y="580519"/>
                    <a:pt x="366708" y="567069"/>
                    <a:pt x="364812" y="553358"/>
                  </a:cubicBezTo>
                  <a:cubicBezTo>
                    <a:pt x="363166" y="541464"/>
                    <a:pt x="358150" y="531049"/>
                    <a:pt x="351434" y="521407"/>
                  </a:cubicBezTo>
                  <a:cubicBezTo>
                    <a:pt x="369084" y="499733"/>
                    <a:pt x="381264" y="475463"/>
                    <a:pt x="390246" y="449352"/>
                  </a:cubicBezTo>
                  <a:cubicBezTo>
                    <a:pt x="322237" y="440765"/>
                    <a:pt x="255224" y="441052"/>
                    <a:pt x="186923" y="450895"/>
                  </a:cubicBezTo>
                  <a:cubicBezTo>
                    <a:pt x="194575" y="466634"/>
                    <a:pt x="201004" y="481861"/>
                    <a:pt x="209201" y="496068"/>
                  </a:cubicBezTo>
                  <a:cubicBezTo>
                    <a:pt x="215588" y="507140"/>
                    <a:pt x="224177" y="516940"/>
                    <a:pt x="231743" y="527649"/>
                  </a:cubicBezTo>
                  <a:cubicBezTo>
                    <a:pt x="221547" y="545534"/>
                    <a:pt x="218277" y="564126"/>
                    <a:pt x="223205" y="583951"/>
                  </a:cubicBezTo>
                  <a:cubicBezTo>
                    <a:pt x="224049" y="587350"/>
                    <a:pt x="225031" y="590714"/>
                    <a:pt x="225948" y="594095"/>
                  </a:cubicBezTo>
                  <a:cubicBezTo>
                    <a:pt x="209308" y="588648"/>
                    <a:pt x="192434" y="583820"/>
                    <a:pt x="176089" y="577599"/>
                  </a:cubicBezTo>
                  <a:cubicBezTo>
                    <a:pt x="155435" y="569739"/>
                    <a:pt x="136283" y="558667"/>
                    <a:pt x="118717" y="545334"/>
                  </a:cubicBezTo>
                  <a:cubicBezTo>
                    <a:pt x="104934" y="534871"/>
                    <a:pt x="91482" y="523744"/>
                    <a:pt x="79207" y="511576"/>
                  </a:cubicBezTo>
                  <a:cubicBezTo>
                    <a:pt x="60615" y="493145"/>
                    <a:pt x="45070" y="472154"/>
                    <a:pt x="32150" y="449269"/>
                  </a:cubicBezTo>
                  <a:cubicBezTo>
                    <a:pt x="17699" y="423669"/>
                    <a:pt x="7089" y="396572"/>
                    <a:pt x="507" y="367975"/>
                  </a:cubicBezTo>
                  <a:lnTo>
                    <a:pt x="0" y="364503"/>
                  </a:lnTo>
                  <a:lnTo>
                    <a:pt x="46894" y="364503"/>
                  </a:lnTo>
                  <a:lnTo>
                    <a:pt x="55559" y="393714"/>
                  </a:lnTo>
                  <a:cubicBezTo>
                    <a:pt x="60132" y="406314"/>
                    <a:pt x="66578" y="418234"/>
                    <a:pt x="72008" y="430047"/>
                  </a:cubicBezTo>
                  <a:cubicBezTo>
                    <a:pt x="92368" y="424813"/>
                    <a:pt x="111595" y="419870"/>
                    <a:pt x="130983" y="414886"/>
                  </a:cubicBezTo>
                  <a:cubicBezTo>
                    <a:pt x="123988" y="384844"/>
                    <a:pt x="120588" y="354058"/>
                    <a:pt x="119097" y="322829"/>
                  </a:cubicBezTo>
                  <a:lnTo>
                    <a:pt x="80320" y="322574"/>
                  </a:lnTo>
                  <a:lnTo>
                    <a:pt x="80320" y="279110"/>
                  </a:lnTo>
                  <a:lnTo>
                    <a:pt x="117783" y="279125"/>
                  </a:lnTo>
                  <a:cubicBezTo>
                    <a:pt x="121658" y="248411"/>
                    <a:pt x="125438" y="218437"/>
                    <a:pt x="129188" y="188703"/>
                  </a:cubicBezTo>
                  <a:cubicBezTo>
                    <a:pt x="110486" y="183855"/>
                    <a:pt x="91290" y="178878"/>
                    <a:pt x="72045" y="173890"/>
                  </a:cubicBezTo>
                  <a:cubicBezTo>
                    <a:pt x="64790" y="185120"/>
                    <a:pt x="57820" y="200297"/>
                    <a:pt x="52074" y="216780"/>
                  </a:cubicBezTo>
                  <a:lnTo>
                    <a:pt x="46941" y="237403"/>
                  </a:lnTo>
                  <a:lnTo>
                    <a:pt x="899" y="237403"/>
                  </a:lnTo>
                  <a:lnTo>
                    <a:pt x="4250" y="219711"/>
                  </a:lnTo>
                  <a:cubicBezTo>
                    <a:pt x="9921" y="197438"/>
                    <a:pt x="19040" y="176351"/>
                    <a:pt x="30152" y="156204"/>
                  </a:cubicBezTo>
                  <a:cubicBezTo>
                    <a:pt x="38684" y="140735"/>
                    <a:pt x="48237" y="125913"/>
                    <a:pt x="59708" y="112422"/>
                  </a:cubicBezTo>
                  <a:cubicBezTo>
                    <a:pt x="66312" y="104654"/>
                    <a:pt x="72683" y="96622"/>
                    <a:pt x="79895" y="89449"/>
                  </a:cubicBezTo>
                  <a:cubicBezTo>
                    <a:pt x="100765" y="68691"/>
                    <a:pt x="123981" y="50997"/>
                    <a:pt x="149872" y="36793"/>
                  </a:cubicBezTo>
                  <a:cubicBezTo>
                    <a:pt x="175106" y="22947"/>
                    <a:pt x="201890" y="13301"/>
                    <a:pt x="229807" y="6909"/>
                  </a:cubicBezTo>
                  <a:cubicBezTo>
                    <a:pt x="241470" y="4237"/>
                    <a:pt x="253538" y="3181"/>
                    <a:pt x="265478" y="1922"/>
                  </a:cubicBezTo>
                  <a:cubicBezTo>
                    <a:pt x="275630" y="852"/>
                    <a:pt x="285887" y="-257"/>
                    <a:pt x="296055" y="53"/>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1998" name="Freeform: Shape 1997">
              <a:extLst>
                <a:ext uri="{FF2B5EF4-FFF2-40B4-BE49-F238E27FC236}">
                  <a16:creationId xmlns:a16="http://schemas.microsoft.com/office/drawing/2014/main" id="{23F1E62B-DD7D-01D6-90E2-9F097F160F1D}"/>
                </a:ext>
                <a:ext uri="{C183D7F6-B498-43B3-948B-1728B52AA6E4}">
                  <adec:decorative xmlns:adec="http://schemas.microsoft.com/office/drawing/2017/decorative" val="1"/>
                </a:ext>
              </a:extLst>
            </p:cNvPr>
            <p:cNvSpPr/>
            <p:nvPr/>
          </p:nvSpPr>
          <p:spPr>
            <a:xfrm>
              <a:off x="7042277" y="3796350"/>
              <a:ext cx="475042" cy="297465"/>
            </a:xfrm>
            <a:custGeom>
              <a:avLst/>
              <a:gdLst>
                <a:gd name="connsiteX0" fmla="*/ 378267 w 795467"/>
                <a:gd name="connsiteY0" fmla="*/ 387153 h 498112"/>
                <a:gd name="connsiteX1" fmla="*/ 465116 w 795467"/>
                <a:gd name="connsiteY1" fmla="*/ 408168 h 498112"/>
                <a:gd name="connsiteX2" fmla="*/ 502760 w 795467"/>
                <a:gd name="connsiteY2" fmla="*/ 458961 h 498112"/>
                <a:gd name="connsiteX3" fmla="*/ 508821 w 795467"/>
                <a:gd name="connsiteY3" fmla="*/ 498079 h 498112"/>
                <a:gd name="connsiteX4" fmla="*/ 486942 w 795467"/>
                <a:gd name="connsiteY4" fmla="*/ 498079 h 498112"/>
                <a:gd name="connsiteX5" fmla="*/ 455468 w 795467"/>
                <a:gd name="connsiteY5" fmla="*/ 429989 h 498112"/>
                <a:gd name="connsiteX6" fmla="*/ 392871 w 795467"/>
                <a:gd name="connsiteY6" fmla="*/ 408330 h 498112"/>
                <a:gd name="connsiteX7" fmla="*/ 307860 w 795467"/>
                <a:gd name="connsiteY7" fmla="*/ 498112 h 498112"/>
                <a:gd name="connsiteX8" fmla="*/ 286076 w 795467"/>
                <a:gd name="connsiteY8" fmla="*/ 498112 h 498112"/>
                <a:gd name="connsiteX9" fmla="*/ 315875 w 795467"/>
                <a:gd name="connsiteY9" fmla="*/ 420579 h 498112"/>
                <a:gd name="connsiteX10" fmla="*/ 378267 w 795467"/>
                <a:gd name="connsiteY10" fmla="*/ 387153 h 498112"/>
                <a:gd name="connsiteX11" fmla="*/ 674052 w 795467"/>
                <a:gd name="connsiteY11" fmla="*/ 385643 h 498112"/>
                <a:gd name="connsiteX12" fmla="*/ 737755 w 795467"/>
                <a:gd name="connsiteY12" fmla="*/ 399588 h 498112"/>
                <a:gd name="connsiteX13" fmla="*/ 795467 w 795467"/>
                <a:gd name="connsiteY13" fmla="*/ 498028 h 498112"/>
                <a:gd name="connsiteX14" fmla="*/ 772932 w 795467"/>
                <a:gd name="connsiteY14" fmla="*/ 498028 h 498112"/>
                <a:gd name="connsiteX15" fmla="*/ 756085 w 795467"/>
                <a:gd name="connsiteY15" fmla="*/ 446284 h 498112"/>
                <a:gd name="connsiteX16" fmla="*/ 663715 w 795467"/>
                <a:gd name="connsiteY16" fmla="*/ 410436 h 498112"/>
                <a:gd name="connsiteX17" fmla="*/ 593927 w 795467"/>
                <a:gd name="connsiteY17" fmla="*/ 498090 h 498112"/>
                <a:gd name="connsiteX18" fmla="*/ 571325 w 795467"/>
                <a:gd name="connsiteY18" fmla="*/ 498090 h 498112"/>
                <a:gd name="connsiteX19" fmla="*/ 610818 w 795467"/>
                <a:gd name="connsiteY19" fmla="*/ 411966 h 498112"/>
                <a:gd name="connsiteX20" fmla="*/ 674052 w 795467"/>
                <a:gd name="connsiteY20" fmla="*/ 385643 h 498112"/>
                <a:gd name="connsiteX21" fmla="*/ 100313 w 795467"/>
                <a:gd name="connsiteY21" fmla="*/ 385149 h 498112"/>
                <a:gd name="connsiteX22" fmla="*/ 169028 w 795467"/>
                <a:gd name="connsiteY22" fmla="*/ 401621 h 498112"/>
                <a:gd name="connsiteX23" fmla="*/ 223434 w 795467"/>
                <a:gd name="connsiteY23" fmla="*/ 497992 h 498112"/>
                <a:gd name="connsiteX24" fmla="*/ 201031 w 795467"/>
                <a:gd name="connsiteY24" fmla="*/ 497992 h 498112"/>
                <a:gd name="connsiteX25" fmla="*/ 180676 w 795467"/>
                <a:gd name="connsiteY25" fmla="*/ 441808 h 498112"/>
                <a:gd name="connsiteX26" fmla="*/ 145700 w 795467"/>
                <a:gd name="connsiteY26" fmla="*/ 415191 h 498112"/>
                <a:gd name="connsiteX27" fmla="*/ 108413 w 795467"/>
                <a:gd name="connsiteY27" fmla="*/ 408291 h 498112"/>
                <a:gd name="connsiteX28" fmla="*/ 56214 w 795467"/>
                <a:gd name="connsiteY28" fmla="*/ 428034 h 498112"/>
                <a:gd name="connsiteX29" fmla="*/ 24832 w 795467"/>
                <a:gd name="connsiteY29" fmla="*/ 478066 h 498112"/>
                <a:gd name="connsiteX30" fmla="*/ 21757 w 795467"/>
                <a:gd name="connsiteY30" fmla="*/ 498104 h 498112"/>
                <a:gd name="connsiteX31" fmla="*/ 15 w 795467"/>
                <a:gd name="connsiteY31" fmla="*/ 498104 h 498112"/>
                <a:gd name="connsiteX32" fmla="*/ 36101 w 795467"/>
                <a:gd name="connsiteY32" fmla="*/ 414910 h 498112"/>
                <a:gd name="connsiteX33" fmla="*/ 100313 w 795467"/>
                <a:gd name="connsiteY33" fmla="*/ 385149 h 498112"/>
                <a:gd name="connsiteX34" fmla="*/ 677189 w 795467"/>
                <a:gd name="connsiteY34" fmla="*/ 249056 h 498112"/>
                <a:gd name="connsiteX35" fmla="*/ 635205 w 795467"/>
                <a:gd name="connsiteY35" fmla="*/ 284891 h 498112"/>
                <a:gd name="connsiteX36" fmla="*/ 633278 w 795467"/>
                <a:gd name="connsiteY36" fmla="*/ 297100 h 498112"/>
                <a:gd name="connsiteX37" fmla="*/ 649912 w 795467"/>
                <a:gd name="connsiteY37" fmla="*/ 335344 h 498112"/>
                <a:gd name="connsiteX38" fmla="*/ 706113 w 795467"/>
                <a:gd name="connsiteY38" fmla="*/ 343065 h 498112"/>
                <a:gd name="connsiteX39" fmla="*/ 732209 w 795467"/>
                <a:gd name="connsiteY39" fmla="*/ 288426 h 498112"/>
                <a:gd name="connsiteX40" fmla="*/ 677189 w 795467"/>
                <a:gd name="connsiteY40" fmla="*/ 249056 h 498112"/>
                <a:gd name="connsiteX41" fmla="*/ 390876 w 795467"/>
                <a:gd name="connsiteY41" fmla="*/ 248973 h 498112"/>
                <a:gd name="connsiteX42" fmla="*/ 348016 w 795467"/>
                <a:gd name="connsiteY42" fmla="*/ 305058 h 498112"/>
                <a:gd name="connsiteX43" fmla="*/ 376018 w 795467"/>
                <a:gd name="connsiteY43" fmla="*/ 343513 h 498112"/>
                <a:gd name="connsiteX44" fmla="*/ 405502 w 795467"/>
                <a:gd name="connsiteY44" fmla="*/ 348074 h 498112"/>
                <a:gd name="connsiteX45" fmla="*/ 407756 w 795467"/>
                <a:gd name="connsiteY45" fmla="*/ 347332 h 498112"/>
                <a:gd name="connsiteX46" fmla="*/ 446972 w 795467"/>
                <a:gd name="connsiteY46" fmla="*/ 290837 h 498112"/>
                <a:gd name="connsiteX47" fmla="*/ 390876 w 795467"/>
                <a:gd name="connsiteY47" fmla="*/ 248973 h 498112"/>
                <a:gd name="connsiteX48" fmla="*/ 105056 w 795467"/>
                <a:gd name="connsiteY48" fmla="*/ 248904 h 498112"/>
                <a:gd name="connsiteX49" fmla="*/ 61982 w 795467"/>
                <a:gd name="connsiteY49" fmla="*/ 302898 h 498112"/>
                <a:gd name="connsiteX50" fmla="*/ 85891 w 795467"/>
                <a:gd name="connsiteY50" fmla="*/ 341330 h 498112"/>
                <a:gd name="connsiteX51" fmla="*/ 120132 w 795467"/>
                <a:gd name="connsiteY51" fmla="*/ 347906 h 498112"/>
                <a:gd name="connsiteX52" fmla="*/ 161236 w 795467"/>
                <a:gd name="connsiteY52" fmla="*/ 291740 h 498112"/>
                <a:gd name="connsiteX53" fmla="*/ 105056 w 795467"/>
                <a:gd name="connsiteY53" fmla="*/ 248904 h 498112"/>
                <a:gd name="connsiteX54" fmla="*/ 126586 w 795467"/>
                <a:gd name="connsiteY54" fmla="*/ 227018 h 498112"/>
                <a:gd name="connsiteX55" fmla="*/ 155581 w 795467"/>
                <a:gd name="connsiteY55" fmla="*/ 240306 h 498112"/>
                <a:gd name="connsiteX56" fmla="*/ 183959 w 795467"/>
                <a:gd name="connsiteY56" fmla="*/ 288395 h 498112"/>
                <a:gd name="connsiteX57" fmla="*/ 157084 w 795467"/>
                <a:gd name="connsiteY57" fmla="*/ 355461 h 498112"/>
                <a:gd name="connsiteX58" fmla="*/ 154393 w 795467"/>
                <a:gd name="connsiteY58" fmla="*/ 358061 h 498112"/>
                <a:gd name="connsiteX59" fmla="*/ 107496 w 795467"/>
                <a:gd name="connsiteY59" fmla="*/ 371391 h 498112"/>
                <a:gd name="connsiteX60" fmla="*/ 67351 w 795467"/>
                <a:gd name="connsiteY60" fmla="*/ 356644 h 498112"/>
                <a:gd name="connsiteX61" fmla="*/ 40490 w 795467"/>
                <a:gd name="connsiteY61" fmla="*/ 314405 h 498112"/>
                <a:gd name="connsiteX62" fmla="*/ 54288 w 795467"/>
                <a:gd name="connsiteY62" fmla="*/ 253537 h 498112"/>
                <a:gd name="connsiteX63" fmla="*/ 94892 w 795467"/>
                <a:gd name="connsiteY63" fmla="*/ 227623 h 498112"/>
                <a:gd name="connsiteX64" fmla="*/ 126586 w 795467"/>
                <a:gd name="connsiteY64" fmla="*/ 227018 h 498112"/>
                <a:gd name="connsiteX65" fmla="*/ 673441 w 795467"/>
                <a:gd name="connsiteY65" fmla="*/ 226176 h 498112"/>
                <a:gd name="connsiteX66" fmla="*/ 727644 w 795467"/>
                <a:gd name="connsiteY66" fmla="*/ 240479 h 498112"/>
                <a:gd name="connsiteX67" fmla="*/ 756099 w 795467"/>
                <a:gd name="connsiteY67" fmla="*/ 303651 h 498112"/>
                <a:gd name="connsiteX68" fmla="*/ 750793 w 795467"/>
                <a:gd name="connsiteY68" fmla="*/ 326125 h 498112"/>
                <a:gd name="connsiteX69" fmla="*/ 731482 w 795467"/>
                <a:gd name="connsiteY69" fmla="*/ 353349 h 498112"/>
                <a:gd name="connsiteX70" fmla="*/ 699110 w 795467"/>
                <a:gd name="connsiteY70" fmla="*/ 369813 h 498112"/>
                <a:gd name="connsiteX71" fmla="*/ 639795 w 795467"/>
                <a:gd name="connsiteY71" fmla="*/ 357108 h 498112"/>
                <a:gd name="connsiteX72" fmla="*/ 611193 w 795467"/>
                <a:gd name="connsiteY72" fmla="*/ 309161 h 498112"/>
                <a:gd name="connsiteX73" fmla="*/ 629871 w 795467"/>
                <a:gd name="connsiteY73" fmla="*/ 248968 h 498112"/>
                <a:gd name="connsiteX74" fmla="*/ 673441 w 795467"/>
                <a:gd name="connsiteY74" fmla="*/ 226176 h 498112"/>
                <a:gd name="connsiteX75" fmla="*/ 389021 w 795467"/>
                <a:gd name="connsiteY75" fmla="*/ 226090 h 498112"/>
                <a:gd name="connsiteX76" fmla="*/ 436477 w 795467"/>
                <a:gd name="connsiteY76" fmla="*/ 236849 h 498112"/>
                <a:gd name="connsiteX77" fmla="*/ 454812 w 795467"/>
                <a:gd name="connsiteY77" fmla="*/ 254009 h 498112"/>
                <a:gd name="connsiteX78" fmla="*/ 468512 w 795467"/>
                <a:gd name="connsiteY78" fmla="*/ 285879 h 498112"/>
                <a:gd name="connsiteX79" fmla="*/ 464560 w 795467"/>
                <a:gd name="connsiteY79" fmla="*/ 326407 h 498112"/>
                <a:gd name="connsiteX80" fmla="*/ 424169 w 795467"/>
                <a:gd name="connsiteY80" fmla="*/ 366409 h 498112"/>
                <a:gd name="connsiteX81" fmla="*/ 350109 w 795467"/>
                <a:gd name="connsiteY81" fmla="*/ 354231 h 498112"/>
                <a:gd name="connsiteX82" fmla="*/ 329956 w 795467"/>
                <a:gd name="connsiteY82" fmla="*/ 326785 h 498112"/>
                <a:gd name="connsiteX83" fmla="*/ 326906 w 795467"/>
                <a:gd name="connsiteY83" fmla="*/ 316471 h 498112"/>
                <a:gd name="connsiteX84" fmla="*/ 335569 w 795467"/>
                <a:gd name="connsiteY84" fmla="*/ 259862 h 498112"/>
                <a:gd name="connsiteX85" fmla="*/ 337048 w 795467"/>
                <a:gd name="connsiteY85" fmla="*/ 257794 h 498112"/>
                <a:gd name="connsiteX86" fmla="*/ 389021 w 795467"/>
                <a:gd name="connsiteY86" fmla="*/ 226090 h 498112"/>
                <a:gd name="connsiteX87" fmla="*/ 87430 w 795467"/>
                <a:gd name="connsiteY87" fmla="*/ 0 h 498112"/>
                <a:gd name="connsiteX88" fmla="*/ 154078 w 795467"/>
                <a:gd name="connsiteY88" fmla="*/ 0 h 498112"/>
                <a:gd name="connsiteX89" fmla="*/ 154078 w 795467"/>
                <a:gd name="connsiteY89" fmla="*/ 66945 h 498112"/>
                <a:gd name="connsiteX90" fmla="*/ 87430 w 795467"/>
                <a:gd name="connsiteY90" fmla="*/ 66945 h 49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795467" h="498112">
                  <a:moveTo>
                    <a:pt x="378267" y="387153"/>
                  </a:moveTo>
                  <a:cubicBezTo>
                    <a:pt x="409835" y="382220"/>
                    <a:pt x="439038" y="388613"/>
                    <a:pt x="465116" y="408168"/>
                  </a:cubicBezTo>
                  <a:cubicBezTo>
                    <a:pt x="482844" y="421463"/>
                    <a:pt x="495027" y="438645"/>
                    <a:pt x="502760" y="458961"/>
                  </a:cubicBezTo>
                  <a:cubicBezTo>
                    <a:pt x="507459" y="471305"/>
                    <a:pt x="510127" y="484324"/>
                    <a:pt x="508821" y="498079"/>
                  </a:cubicBezTo>
                  <a:cubicBezTo>
                    <a:pt x="501600" y="498079"/>
                    <a:pt x="494567" y="498079"/>
                    <a:pt x="486942" y="498079"/>
                  </a:cubicBezTo>
                  <a:cubicBezTo>
                    <a:pt x="485954" y="471092"/>
                    <a:pt x="476105" y="447819"/>
                    <a:pt x="455468" y="429989"/>
                  </a:cubicBezTo>
                  <a:cubicBezTo>
                    <a:pt x="437620" y="414568"/>
                    <a:pt x="416433" y="407084"/>
                    <a:pt x="392871" y="408330"/>
                  </a:cubicBezTo>
                  <a:cubicBezTo>
                    <a:pt x="354175" y="410379"/>
                    <a:pt x="310090" y="440972"/>
                    <a:pt x="307860" y="498112"/>
                  </a:cubicBezTo>
                  <a:cubicBezTo>
                    <a:pt x="300838" y="498112"/>
                    <a:pt x="293802" y="498112"/>
                    <a:pt x="286076" y="498112"/>
                  </a:cubicBezTo>
                  <a:cubicBezTo>
                    <a:pt x="285217" y="468116"/>
                    <a:pt x="295987" y="442811"/>
                    <a:pt x="315875" y="420579"/>
                  </a:cubicBezTo>
                  <a:cubicBezTo>
                    <a:pt x="333199" y="402458"/>
                    <a:pt x="353996" y="390946"/>
                    <a:pt x="378267" y="387153"/>
                  </a:cubicBezTo>
                  <a:close/>
                  <a:moveTo>
                    <a:pt x="674052" y="385643"/>
                  </a:moveTo>
                  <a:cubicBezTo>
                    <a:pt x="696327" y="383819"/>
                    <a:pt x="718680" y="388706"/>
                    <a:pt x="737755" y="399588"/>
                  </a:cubicBezTo>
                  <a:cubicBezTo>
                    <a:pt x="775461" y="421101"/>
                    <a:pt x="793969" y="454398"/>
                    <a:pt x="795467" y="498028"/>
                  </a:cubicBezTo>
                  <a:cubicBezTo>
                    <a:pt x="787605" y="498028"/>
                    <a:pt x="780449" y="498028"/>
                    <a:pt x="772932" y="498028"/>
                  </a:cubicBezTo>
                  <a:cubicBezTo>
                    <a:pt x="771779" y="479398"/>
                    <a:pt x="767183" y="461935"/>
                    <a:pt x="756085" y="446284"/>
                  </a:cubicBezTo>
                  <a:cubicBezTo>
                    <a:pt x="734474" y="415634"/>
                    <a:pt x="696759" y="402730"/>
                    <a:pt x="663715" y="410436"/>
                  </a:cubicBezTo>
                  <a:cubicBezTo>
                    <a:pt x="630553" y="418169"/>
                    <a:pt x="595344" y="448078"/>
                    <a:pt x="593927" y="498090"/>
                  </a:cubicBezTo>
                  <a:cubicBezTo>
                    <a:pt x="586584" y="498090"/>
                    <a:pt x="579228" y="498090"/>
                    <a:pt x="571325" y="498090"/>
                  </a:cubicBezTo>
                  <a:cubicBezTo>
                    <a:pt x="571691" y="463414"/>
                    <a:pt x="584608" y="434266"/>
                    <a:pt x="610818" y="411966"/>
                  </a:cubicBezTo>
                  <a:cubicBezTo>
                    <a:pt x="629580" y="396002"/>
                    <a:pt x="651777" y="387467"/>
                    <a:pt x="674052" y="385643"/>
                  </a:cubicBezTo>
                  <a:close/>
                  <a:moveTo>
                    <a:pt x="100313" y="385149"/>
                  </a:moveTo>
                  <a:cubicBezTo>
                    <a:pt x="122651" y="382886"/>
                    <a:pt x="145739" y="388329"/>
                    <a:pt x="169028" y="401621"/>
                  </a:cubicBezTo>
                  <a:cubicBezTo>
                    <a:pt x="205254" y="422296"/>
                    <a:pt x="222751" y="455589"/>
                    <a:pt x="223434" y="497992"/>
                  </a:cubicBezTo>
                  <a:cubicBezTo>
                    <a:pt x="215640" y="497992"/>
                    <a:pt x="208489" y="497992"/>
                    <a:pt x="201031" y="497992"/>
                  </a:cubicBezTo>
                  <a:cubicBezTo>
                    <a:pt x="200158" y="477247"/>
                    <a:pt x="194578" y="458183"/>
                    <a:pt x="180676" y="441808"/>
                  </a:cubicBezTo>
                  <a:cubicBezTo>
                    <a:pt x="171281" y="429579"/>
                    <a:pt x="159381" y="421065"/>
                    <a:pt x="145700" y="415191"/>
                  </a:cubicBezTo>
                  <a:cubicBezTo>
                    <a:pt x="133876" y="410114"/>
                    <a:pt x="121321" y="407473"/>
                    <a:pt x="108413" y="408291"/>
                  </a:cubicBezTo>
                  <a:cubicBezTo>
                    <a:pt x="89074" y="409516"/>
                    <a:pt x="71548" y="415697"/>
                    <a:pt x="56214" y="428034"/>
                  </a:cubicBezTo>
                  <a:cubicBezTo>
                    <a:pt x="39897" y="441161"/>
                    <a:pt x="29663" y="457929"/>
                    <a:pt x="24832" y="478066"/>
                  </a:cubicBezTo>
                  <a:cubicBezTo>
                    <a:pt x="23283" y="484521"/>
                    <a:pt x="22781" y="491227"/>
                    <a:pt x="21757" y="498104"/>
                  </a:cubicBezTo>
                  <a:cubicBezTo>
                    <a:pt x="14852" y="498104"/>
                    <a:pt x="7814" y="498104"/>
                    <a:pt x="15" y="498104"/>
                  </a:cubicBezTo>
                  <a:cubicBezTo>
                    <a:pt x="-499" y="464793"/>
                    <a:pt x="11403" y="436251"/>
                    <a:pt x="36101" y="414910"/>
                  </a:cubicBezTo>
                  <a:cubicBezTo>
                    <a:pt x="56389" y="397380"/>
                    <a:pt x="77976" y="387411"/>
                    <a:pt x="100313" y="385149"/>
                  </a:cubicBezTo>
                  <a:close/>
                  <a:moveTo>
                    <a:pt x="677189" y="249056"/>
                  </a:moveTo>
                  <a:cubicBezTo>
                    <a:pt x="656112" y="252596"/>
                    <a:pt x="642581" y="264348"/>
                    <a:pt x="635205" y="284891"/>
                  </a:cubicBezTo>
                  <a:cubicBezTo>
                    <a:pt x="634530" y="288960"/>
                    <a:pt x="633289" y="293028"/>
                    <a:pt x="633278" y="297100"/>
                  </a:cubicBezTo>
                  <a:cubicBezTo>
                    <a:pt x="633237" y="312195"/>
                    <a:pt x="638749" y="324917"/>
                    <a:pt x="649912" y="335344"/>
                  </a:cubicBezTo>
                  <a:cubicBezTo>
                    <a:pt x="665278" y="349697"/>
                    <a:pt x="688042" y="352706"/>
                    <a:pt x="706113" y="343065"/>
                  </a:cubicBezTo>
                  <a:cubicBezTo>
                    <a:pt x="726515" y="332179"/>
                    <a:pt x="736268" y="311630"/>
                    <a:pt x="732209" y="288426"/>
                  </a:cubicBezTo>
                  <a:cubicBezTo>
                    <a:pt x="727980" y="264252"/>
                    <a:pt x="701452" y="244981"/>
                    <a:pt x="677189" y="249056"/>
                  </a:cubicBezTo>
                  <a:close/>
                  <a:moveTo>
                    <a:pt x="390876" y="248973"/>
                  </a:moveTo>
                  <a:cubicBezTo>
                    <a:pt x="365547" y="252462"/>
                    <a:pt x="343803" y="278156"/>
                    <a:pt x="348016" y="305058"/>
                  </a:cubicBezTo>
                  <a:cubicBezTo>
                    <a:pt x="350821" y="322962"/>
                    <a:pt x="360413" y="335348"/>
                    <a:pt x="376018" y="343513"/>
                  </a:cubicBezTo>
                  <a:cubicBezTo>
                    <a:pt x="384974" y="348200"/>
                    <a:pt x="394662" y="349341"/>
                    <a:pt x="405502" y="348074"/>
                  </a:cubicBezTo>
                  <a:cubicBezTo>
                    <a:pt x="406252" y="347821"/>
                    <a:pt x="406985" y="347463"/>
                    <a:pt x="407756" y="347332"/>
                  </a:cubicBezTo>
                  <a:cubicBezTo>
                    <a:pt x="430924" y="343382"/>
                    <a:pt x="451354" y="319252"/>
                    <a:pt x="446972" y="290837"/>
                  </a:cubicBezTo>
                  <a:cubicBezTo>
                    <a:pt x="443197" y="266367"/>
                    <a:pt x="418703" y="245141"/>
                    <a:pt x="390876" y="248973"/>
                  </a:cubicBezTo>
                  <a:close/>
                  <a:moveTo>
                    <a:pt x="105056" y="248904"/>
                  </a:moveTo>
                  <a:cubicBezTo>
                    <a:pt x="80565" y="252411"/>
                    <a:pt x="59030" y="276617"/>
                    <a:pt x="61982" y="302898"/>
                  </a:cubicBezTo>
                  <a:cubicBezTo>
                    <a:pt x="63843" y="319464"/>
                    <a:pt x="71473" y="331954"/>
                    <a:pt x="85891" y="341330"/>
                  </a:cubicBezTo>
                  <a:cubicBezTo>
                    <a:pt x="96468" y="347879"/>
                    <a:pt x="108105" y="350055"/>
                    <a:pt x="120132" y="347906"/>
                  </a:cubicBezTo>
                  <a:cubicBezTo>
                    <a:pt x="145124" y="343443"/>
                    <a:pt x="164894" y="319011"/>
                    <a:pt x="161236" y="291740"/>
                  </a:cubicBezTo>
                  <a:cubicBezTo>
                    <a:pt x="157890" y="266796"/>
                    <a:pt x="131559" y="245109"/>
                    <a:pt x="105056" y="248904"/>
                  </a:cubicBezTo>
                  <a:close/>
                  <a:moveTo>
                    <a:pt x="126586" y="227018"/>
                  </a:moveTo>
                  <a:cubicBezTo>
                    <a:pt x="136735" y="229039"/>
                    <a:pt x="146433" y="233375"/>
                    <a:pt x="155581" y="240306"/>
                  </a:cubicBezTo>
                  <a:cubicBezTo>
                    <a:pt x="171688" y="252508"/>
                    <a:pt x="181796" y="268609"/>
                    <a:pt x="183959" y="288395"/>
                  </a:cubicBezTo>
                  <a:cubicBezTo>
                    <a:pt x="186874" y="315067"/>
                    <a:pt x="179135" y="338350"/>
                    <a:pt x="157084" y="355461"/>
                  </a:cubicBezTo>
                  <a:cubicBezTo>
                    <a:pt x="156197" y="356150"/>
                    <a:pt x="155456" y="357028"/>
                    <a:pt x="154393" y="358061"/>
                  </a:cubicBezTo>
                  <a:cubicBezTo>
                    <a:pt x="139896" y="367313"/>
                    <a:pt x="124578" y="372370"/>
                    <a:pt x="107496" y="371391"/>
                  </a:cubicBezTo>
                  <a:cubicBezTo>
                    <a:pt x="92585" y="370537"/>
                    <a:pt x="79171" y="365614"/>
                    <a:pt x="67351" y="356644"/>
                  </a:cubicBezTo>
                  <a:cubicBezTo>
                    <a:pt x="53230" y="345930"/>
                    <a:pt x="44132" y="331753"/>
                    <a:pt x="40490" y="314405"/>
                  </a:cubicBezTo>
                  <a:cubicBezTo>
                    <a:pt x="35809" y="292102"/>
                    <a:pt x="40323" y="271774"/>
                    <a:pt x="54288" y="253537"/>
                  </a:cubicBezTo>
                  <a:cubicBezTo>
                    <a:pt x="64725" y="239907"/>
                    <a:pt x="78346" y="231147"/>
                    <a:pt x="94892" y="227623"/>
                  </a:cubicBezTo>
                  <a:cubicBezTo>
                    <a:pt x="105840" y="225292"/>
                    <a:pt x="116438" y="224997"/>
                    <a:pt x="126586" y="227018"/>
                  </a:cubicBezTo>
                  <a:close/>
                  <a:moveTo>
                    <a:pt x="673441" y="226176"/>
                  </a:moveTo>
                  <a:cubicBezTo>
                    <a:pt x="693107" y="223809"/>
                    <a:pt x="711663" y="228080"/>
                    <a:pt x="727644" y="240479"/>
                  </a:cubicBezTo>
                  <a:cubicBezTo>
                    <a:pt x="748239" y="256458"/>
                    <a:pt x="757515" y="277889"/>
                    <a:pt x="756099" y="303651"/>
                  </a:cubicBezTo>
                  <a:cubicBezTo>
                    <a:pt x="755688" y="311104"/>
                    <a:pt x="752757" y="318417"/>
                    <a:pt x="750793" y="326125"/>
                  </a:cubicBezTo>
                  <a:cubicBezTo>
                    <a:pt x="746516" y="337046"/>
                    <a:pt x="739941" y="345727"/>
                    <a:pt x="731482" y="353349"/>
                  </a:cubicBezTo>
                  <a:cubicBezTo>
                    <a:pt x="722075" y="361826"/>
                    <a:pt x="711280" y="367326"/>
                    <a:pt x="699110" y="369813"/>
                  </a:cubicBezTo>
                  <a:cubicBezTo>
                    <a:pt x="677608" y="374207"/>
                    <a:pt x="657615" y="370292"/>
                    <a:pt x="639795" y="357108"/>
                  </a:cubicBezTo>
                  <a:cubicBezTo>
                    <a:pt x="623608" y="345132"/>
                    <a:pt x="613545" y="328950"/>
                    <a:pt x="611193" y="309161"/>
                  </a:cubicBezTo>
                  <a:cubicBezTo>
                    <a:pt x="608528" y="286723"/>
                    <a:pt x="613755" y="266112"/>
                    <a:pt x="629871" y="248968"/>
                  </a:cubicBezTo>
                  <a:cubicBezTo>
                    <a:pt x="641860" y="236214"/>
                    <a:pt x="656361" y="228233"/>
                    <a:pt x="673441" y="226176"/>
                  </a:cubicBezTo>
                  <a:close/>
                  <a:moveTo>
                    <a:pt x="389021" y="226090"/>
                  </a:moveTo>
                  <a:cubicBezTo>
                    <a:pt x="405871" y="224184"/>
                    <a:pt x="422292" y="227079"/>
                    <a:pt x="436477" y="236849"/>
                  </a:cubicBezTo>
                  <a:cubicBezTo>
                    <a:pt x="443295" y="241544"/>
                    <a:pt x="448743" y="248227"/>
                    <a:pt x="454812" y="254009"/>
                  </a:cubicBezTo>
                  <a:cubicBezTo>
                    <a:pt x="461851" y="263570"/>
                    <a:pt x="466867" y="273985"/>
                    <a:pt x="468512" y="285879"/>
                  </a:cubicBezTo>
                  <a:cubicBezTo>
                    <a:pt x="470409" y="299589"/>
                    <a:pt x="469841" y="313040"/>
                    <a:pt x="464560" y="326407"/>
                  </a:cubicBezTo>
                  <a:cubicBezTo>
                    <a:pt x="457003" y="346025"/>
                    <a:pt x="443191" y="359160"/>
                    <a:pt x="424169" y="366409"/>
                  </a:cubicBezTo>
                  <a:cubicBezTo>
                    <a:pt x="397322" y="376639"/>
                    <a:pt x="372434" y="371797"/>
                    <a:pt x="350109" y="354231"/>
                  </a:cubicBezTo>
                  <a:cubicBezTo>
                    <a:pt x="341073" y="347122"/>
                    <a:pt x="334773" y="337581"/>
                    <a:pt x="329956" y="326785"/>
                  </a:cubicBezTo>
                  <a:cubicBezTo>
                    <a:pt x="328732" y="323235"/>
                    <a:pt x="327750" y="319871"/>
                    <a:pt x="326906" y="316471"/>
                  </a:cubicBezTo>
                  <a:cubicBezTo>
                    <a:pt x="321978" y="296647"/>
                    <a:pt x="325248" y="278054"/>
                    <a:pt x="335569" y="259862"/>
                  </a:cubicBezTo>
                  <a:cubicBezTo>
                    <a:pt x="336179" y="258742"/>
                    <a:pt x="336691" y="258322"/>
                    <a:pt x="337048" y="257794"/>
                  </a:cubicBezTo>
                  <a:cubicBezTo>
                    <a:pt x="349557" y="239326"/>
                    <a:pt x="367021" y="228579"/>
                    <a:pt x="389021" y="226090"/>
                  </a:cubicBezTo>
                  <a:close/>
                  <a:moveTo>
                    <a:pt x="87430" y="0"/>
                  </a:moveTo>
                  <a:lnTo>
                    <a:pt x="154078" y="0"/>
                  </a:lnTo>
                  <a:lnTo>
                    <a:pt x="154078" y="66945"/>
                  </a:lnTo>
                  <a:lnTo>
                    <a:pt x="87430" y="66945"/>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84" name="Group 183">
            <a:extLst>
              <a:ext uri="{FF2B5EF4-FFF2-40B4-BE49-F238E27FC236}">
                <a16:creationId xmlns:a16="http://schemas.microsoft.com/office/drawing/2014/main" id="{5AE95A94-D6C6-BC10-B30B-28EF2FB21C3F}"/>
              </a:ext>
              <a:ext uri="{C183D7F6-B498-43B3-948B-1728B52AA6E4}">
                <adec:decorative xmlns:adec="http://schemas.microsoft.com/office/drawing/2017/decorative" val="1"/>
              </a:ext>
            </a:extLst>
          </p:cNvPr>
          <p:cNvGrpSpPr>
            <a:grpSpLocks noChangeAspect="1"/>
          </p:cNvGrpSpPr>
          <p:nvPr/>
        </p:nvGrpSpPr>
        <p:grpSpPr>
          <a:xfrm>
            <a:off x="8280612" y="3636615"/>
            <a:ext cx="449438" cy="457200"/>
            <a:chOff x="8280612" y="3636615"/>
            <a:chExt cx="449438" cy="457200"/>
          </a:xfrm>
          <a:solidFill>
            <a:srgbClr val="FF0000"/>
          </a:solidFill>
        </p:grpSpPr>
        <p:sp>
          <p:nvSpPr>
            <p:cNvPr id="2001" name="Freeform: Shape 2000">
              <a:extLst>
                <a:ext uri="{FF2B5EF4-FFF2-40B4-BE49-F238E27FC236}">
                  <a16:creationId xmlns:a16="http://schemas.microsoft.com/office/drawing/2014/main" id="{FB412CEB-E03E-7FBC-4A6D-C970032D9380}"/>
                </a:ext>
                <a:ext uri="{C183D7F6-B498-43B3-948B-1728B52AA6E4}">
                  <adec:decorative xmlns:adec="http://schemas.microsoft.com/office/drawing/2017/decorative" val="1"/>
                </a:ext>
              </a:extLst>
            </p:cNvPr>
            <p:cNvSpPr/>
            <p:nvPr/>
          </p:nvSpPr>
          <p:spPr>
            <a:xfrm>
              <a:off x="8280612" y="3642954"/>
              <a:ext cx="449438" cy="450861"/>
            </a:xfrm>
            <a:custGeom>
              <a:avLst/>
              <a:gdLst>
                <a:gd name="connsiteX0" fmla="*/ 567002 w 836240"/>
                <a:gd name="connsiteY0" fmla="*/ 620812 h 838888"/>
                <a:gd name="connsiteX1" fmla="*/ 534455 w 836240"/>
                <a:gd name="connsiteY1" fmla="*/ 652451 h 838888"/>
                <a:gd name="connsiteX2" fmla="*/ 567002 w 836240"/>
                <a:gd name="connsiteY2" fmla="*/ 684090 h 838888"/>
                <a:gd name="connsiteX3" fmla="*/ 599549 w 836240"/>
                <a:gd name="connsiteY3" fmla="*/ 652451 h 838888"/>
                <a:gd name="connsiteX4" fmla="*/ 567002 w 836240"/>
                <a:gd name="connsiteY4" fmla="*/ 620812 h 838888"/>
                <a:gd name="connsiteX5" fmla="*/ 269238 w 836240"/>
                <a:gd name="connsiteY5" fmla="*/ 620812 h 838888"/>
                <a:gd name="connsiteX6" fmla="*/ 236691 w 836240"/>
                <a:gd name="connsiteY6" fmla="*/ 652451 h 838888"/>
                <a:gd name="connsiteX7" fmla="*/ 269238 w 836240"/>
                <a:gd name="connsiteY7" fmla="*/ 684090 h 838888"/>
                <a:gd name="connsiteX8" fmla="*/ 301785 w 836240"/>
                <a:gd name="connsiteY8" fmla="*/ 652451 h 838888"/>
                <a:gd name="connsiteX9" fmla="*/ 269238 w 836240"/>
                <a:gd name="connsiteY9" fmla="*/ 620812 h 838888"/>
                <a:gd name="connsiteX10" fmla="*/ 567002 w 836240"/>
                <a:gd name="connsiteY10" fmla="*/ 575285 h 838888"/>
                <a:gd name="connsiteX11" fmla="*/ 645075 w 836240"/>
                <a:gd name="connsiteY11" fmla="*/ 652451 h 838888"/>
                <a:gd name="connsiteX12" fmla="*/ 622208 w 836240"/>
                <a:gd name="connsiteY12" fmla="*/ 707016 h 838888"/>
                <a:gd name="connsiteX13" fmla="*/ 597396 w 836240"/>
                <a:gd name="connsiteY13" fmla="*/ 723550 h 838888"/>
                <a:gd name="connsiteX14" fmla="*/ 599307 w 836240"/>
                <a:gd name="connsiteY14" fmla="*/ 723818 h 838888"/>
                <a:gd name="connsiteX15" fmla="*/ 628686 w 836240"/>
                <a:gd name="connsiteY15" fmla="*/ 736338 h 838888"/>
                <a:gd name="connsiteX16" fmla="*/ 684087 w 836240"/>
                <a:gd name="connsiteY16" fmla="*/ 810520 h 838888"/>
                <a:gd name="connsiteX17" fmla="*/ 687357 w 836240"/>
                <a:gd name="connsiteY17" fmla="*/ 838888 h 838888"/>
                <a:gd name="connsiteX18" fmla="*/ 644168 w 836240"/>
                <a:gd name="connsiteY18" fmla="*/ 838888 h 838888"/>
                <a:gd name="connsiteX19" fmla="*/ 634989 w 836240"/>
                <a:gd name="connsiteY19" fmla="*/ 802243 h 838888"/>
                <a:gd name="connsiteX20" fmla="*/ 606776 w 836240"/>
                <a:gd name="connsiteY20" fmla="*/ 773262 h 838888"/>
                <a:gd name="connsiteX21" fmla="*/ 528675 w 836240"/>
                <a:gd name="connsiteY21" fmla="*/ 772564 h 838888"/>
                <a:gd name="connsiteX22" fmla="*/ 499949 w 836240"/>
                <a:gd name="connsiteY22" fmla="*/ 801035 h 838888"/>
                <a:gd name="connsiteX23" fmla="*/ 489745 w 836240"/>
                <a:gd name="connsiteY23" fmla="*/ 838888 h 838888"/>
                <a:gd name="connsiteX24" fmla="*/ 446647 w 836240"/>
                <a:gd name="connsiteY24" fmla="*/ 838888 h 838888"/>
                <a:gd name="connsiteX25" fmla="*/ 450711 w 836240"/>
                <a:gd name="connsiteY25" fmla="*/ 808433 h 838888"/>
                <a:gd name="connsiteX26" fmla="*/ 507430 w 836240"/>
                <a:gd name="connsiteY26" fmla="*/ 735254 h 838888"/>
                <a:gd name="connsiteX27" fmla="*/ 536497 w 836240"/>
                <a:gd name="connsiteY27" fmla="*/ 723476 h 838888"/>
                <a:gd name="connsiteX28" fmla="*/ 511796 w 836240"/>
                <a:gd name="connsiteY28" fmla="*/ 707016 h 838888"/>
                <a:gd name="connsiteX29" fmla="*/ 488929 w 836240"/>
                <a:gd name="connsiteY29" fmla="*/ 652451 h 838888"/>
                <a:gd name="connsiteX30" fmla="*/ 567002 w 836240"/>
                <a:gd name="connsiteY30" fmla="*/ 575285 h 838888"/>
                <a:gd name="connsiteX31" fmla="*/ 269238 w 836240"/>
                <a:gd name="connsiteY31" fmla="*/ 575285 h 838888"/>
                <a:gd name="connsiteX32" fmla="*/ 347311 w 836240"/>
                <a:gd name="connsiteY32" fmla="*/ 652451 h 838888"/>
                <a:gd name="connsiteX33" fmla="*/ 324444 w 836240"/>
                <a:gd name="connsiteY33" fmla="*/ 707016 h 838888"/>
                <a:gd name="connsiteX34" fmla="*/ 299633 w 836240"/>
                <a:gd name="connsiteY34" fmla="*/ 723550 h 838888"/>
                <a:gd name="connsiteX35" fmla="*/ 301543 w 836240"/>
                <a:gd name="connsiteY35" fmla="*/ 723818 h 838888"/>
                <a:gd name="connsiteX36" fmla="*/ 330922 w 836240"/>
                <a:gd name="connsiteY36" fmla="*/ 736338 h 838888"/>
                <a:gd name="connsiteX37" fmla="*/ 386323 w 836240"/>
                <a:gd name="connsiteY37" fmla="*/ 810520 h 838888"/>
                <a:gd name="connsiteX38" fmla="*/ 389593 w 836240"/>
                <a:gd name="connsiteY38" fmla="*/ 838888 h 838888"/>
                <a:gd name="connsiteX39" fmla="*/ 346404 w 836240"/>
                <a:gd name="connsiteY39" fmla="*/ 838888 h 838888"/>
                <a:gd name="connsiteX40" fmla="*/ 337225 w 836240"/>
                <a:gd name="connsiteY40" fmla="*/ 802243 h 838888"/>
                <a:gd name="connsiteX41" fmla="*/ 309012 w 836240"/>
                <a:gd name="connsiteY41" fmla="*/ 773262 h 838888"/>
                <a:gd name="connsiteX42" fmla="*/ 230911 w 836240"/>
                <a:gd name="connsiteY42" fmla="*/ 772564 h 838888"/>
                <a:gd name="connsiteX43" fmla="*/ 202185 w 836240"/>
                <a:gd name="connsiteY43" fmla="*/ 801035 h 838888"/>
                <a:gd name="connsiteX44" fmla="*/ 191981 w 836240"/>
                <a:gd name="connsiteY44" fmla="*/ 838888 h 838888"/>
                <a:gd name="connsiteX45" fmla="*/ 148883 w 836240"/>
                <a:gd name="connsiteY45" fmla="*/ 838888 h 838888"/>
                <a:gd name="connsiteX46" fmla="*/ 152947 w 836240"/>
                <a:gd name="connsiteY46" fmla="*/ 808433 h 838888"/>
                <a:gd name="connsiteX47" fmla="*/ 209666 w 836240"/>
                <a:gd name="connsiteY47" fmla="*/ 735254 h 838888"/>
                <a:gd name="connsiteX48" fmla="*/ 238733 w 836240"/>
                <a:gd name="connsiteY48" fmla="*/ 723476 h 838888"/>
                <a:gd name="connsiteX49" fmla="*/ 214032 w 836240"/>
                <a:gd name="connsiteY49" fmla="*/ 707016 h 838888"/>
                <a:gd name="connsiteX50" fmla="*/ 191165 w 836240"/>
                <a:gd name="connsiteY50" fmla="*/ 652451 h 838888"/>
                <a:gd name="connsiteX51" fmla="*/ 269238 w 836240"/>
                <a:gd name="connsiteY51" fmla="*/ 575285 h 838888"/>
                <a:gd name="connsiteX52" fmla="*/ 715885 w 836240"/>
                <a:gd name="connsiteY52" fmla="*/ 333400 h 838888"/>
                <a:gd name="connsiteX53" fmla="*/ 683338 w 836240"/>
                <a:gd name="connsiteY53" fmla="*/ 365039 h 838888"/>
                <a:gd name="connsiteX54" fmla="*/ 715885 w 836240"/>
                <a:gd name="connsiteY54" fmla="*/ 396678 h 838888"/>
                <a:gd name="connsiteX55" fmla="*/ 748432 w 836240"/>
                <a:gd name="connsiteY55" fmla="*/ 365039 h 838888"/>
                <a:gd name="connsiteX56" fmla="*/ 715885 w 836240"/>
                <a:gd name="connsiteY56" fmla="*/ 333400 h 838888"/>
                <a:gd name="connsiteX57" fmla="*/ 120355 w 836240"/>
                <a:gd name="connsiteY57" fmla="*/ 333400 h 838888"/>
                <a:gd name="connsiteX58" fmla="*/ 87808 w 836240"/>
                <a:gd name="connsiteY58" fmla="*/ 365039 h 838888"/>
                <a:gd name="connsiteX59" fmla="*/ 120355 w 836240"/>
                <a:gd name="connsiteY59" fmla="*/ 396678 h 838888"/>
                <a:gd name="connsiteX60" fmla="*/ 152902 w 836240"/>
                <a:gd name="connsiteY60" fmla="*/ 365039 h 838888"/>
                <a:gd name="connsiteX61" fmla="*/ 120355 w 836240"/>
                <a:gd name="connsiteY61" fmla="*/ 333400 h 838888"/>
                <a:gd name="connsiteX62" fmla="*/ 418120 w 836240"/>
                <a:gd name="connsiteY62" fmla="*/ 333397 h 838888"/>
                <a:gd name="connsiteX63" fmla="*/ 385573 w 836240"/>
                <a:gd name="connsiteY63" fmla="*/ 365036 h 838888"/>
                <a:gd name="connsiteX64" fmla="*/ 418120 w 836240"/>
                <a:gd name="connsiteY64" fmla="*/ 396675 h 838888"/>
                <a:gd name="connsiteX65" fmla="*/ 450667 w 836240"/>
                <a:gd name="connsiteY65" fmla="*/ 365036 h 838888"/>
                <a:gd name="connsiteX66" fmla="*/ 418120 w 836240"/>
                <a:gd name="connsiteY66" fmla="*/ 333397 h 838888"/>
                <a:gd name="connsiteX67" fmla="*/ 715885 w 836240"/>
                <a:gd name="connsiteY67" fmla="*/ 287873 h 838888"/>
                <a:gd name="connsiteX68" fmla="*/ 793958 w 836240"/>
                <a:gd name="connsiteY68" fmla="*/ 365039 h 838888"/>
                <a:gd name="connsiteX69" fmla="*/ 771091 w 836240"/>
                <a:gd name="connsiteY69" fmla="*/ 419604 h 838888"/>
                <a:gd name="connsiteX70" fmla="*/ 746279 w 836240"/>
                <a:gd name="connsiteY70" fmla="*/ 436138 h 838888"/>
                <a:gd name="connsiteX71" fmla="*/ 748190 w 836240"/>
                <a:gd name="connsiteY71" fmla="*/ 436406 h 838888"/>
                <a:gd name="connsiteX72" fmla="*/ 777569 w 836240"/>
                <a:gd name="connsiteY72" fmla="*/ 448926 h 838888"/>
                <a:gd name="connsiteX73" fmla="*/ 832970 w 836240"/>
                <a:gd name="connsiteY73" fmla="*/ 523108 h 838888"/>
                <a:gd name="connsiteX74" fmla="*/ 836240 w 836240"/>
                <a:gd name="connsiteY74" fmla="*/ 551476 h 838888"/>
                <a:gd name="connsiteX75" fmla="*/ 793051 w 836240"/>
                <a:gd name="connsiteY75" fmla="*/ 551476 h 838888"/>
                <a:gd name="connsiteX76" fmla="*/ 783872 w 836240"/>
                <a:gd name="connsiteY76" fmla="*/ 514831 h 838888"/>
                <a:gd name="connsiteX77" fmla="*/ 755659 w 836240"/>
                <a:gd name="connsiteY77" fmla="*/ 485850 h 838888"/>
                <a:gd name="connsiteX78" fmla="*/ 677558 w 836240"/>
                <a:gd name="connsiteY78" fmla="*/ 485152 h 838888"/>
                <a:gd name="connsiteX79" fmla="*/ 648832 w 836240"/>
                <a:gd name="connsiteY79" fmla="*/ 513623 h 838888"/>
                <a:gd name="connsiteX80" fmla="*/ 638628 w 836240"/>
                <a:gd name="connsiteY80" fmla="*/ 551476 h 838888"/>
                <a:gd name="connsiteX81" fmla="*/ 595530 w 836240"/>
                <a:gd name="connsiteY81" fmla="*/ 551476 h 838888"/>
                <a:gd name="connsiteX82" fmla="*/ 599594 w 836240"/>
                <a:gd name="connsiteY82" fmla="*/ 521021 h 838888"/>
                <a:gd name="connsiteX83" fmla="*/ 656313 w 836240"/>
                <a:gd name="connsiteY83" fmla="*/ 447842 h 838888"/>
                <a:gd name="connsiteX84" fmla="*/ 685380 w 836240"/>
                <a:gd name="connsiteY84" fmla="*/ 436064 h 838888"/>
                <a:gd name="connsiteX85" fmla="*/ 660679 w 836240"/>
                <a:gd name="connsiteY85" fmla="*/ 419604 h 838888"/>
                <a:gd name="connsiteX86" fmla="*/ 637812 w 836240"/>
                <a:gd name="connsiteY86" fmla="*/ 365039 h 838888"/>
                <a:gd name="connsiteX87" fmla="*/ 715885 w 836240"/>
                <a:gd name="connsiteY87" fmla="*/ 287873 h 838888"/>
                <a:gd name="connsiteX88" fmla="*/ 120355 w 836240"/>
                <a:gd name="connsiteY88" fmla="*/ 287873 h 838888"/>
                <a:gd name="connsiteX89" fmla="*/ 198428 w 836240"/>
                <a:gd name="connsiteY89" fmla="*/ 365039 h 838888"/>
                <a:gd name="connsiteX90" fmla="*/ 150745 w 836240"/>
                <a:gd name="connsiteY90" fmla="*/ 436141 h 838888"/>
                <a:gd name="connsiteX91" fmla="*/ 142287 w 836240"/>
                <a:gd name="connsiteY91" fmla="*/ 437829 h 838888"/>
                <a:gd name="connsiteX92" fmla="*/ 182039 w 836240"/>
                <a:gd name="connsiteY92" fmla="*/ 448926 h 838888"/>
                <a:gd name="connsiteX93" fmla="*/ 237440 w 836240"/>
                <a:gd name="connsiteY93" fmla="*/ 523108 h 838888"/>
                <a:gd name="connsiteX94" fmla="*/ 240710 w 836240"/>
                <a:gd name="connsiteY94" fmla="*/ 551476 h 838888"/>
                <a:gd name="connsiteX95" fmla="*/ 197521 w 836240"/>
                <a:gd name="connsiteY95" fmla="*/ 551476 h 838888"/>
                <a:gd name="connsiteX96" fmla="*/ 188342 w 836240"/>
                <a:gd name="connsiteY96" fmla="*/ 514831 h 838888"/>
                <a:gd name="connsiteX97" fmla="*/ 160129 w 836240"/>
                <a:gd name="connsiteY97" fmla="*/ 485850 h 838888"/>
                <a:gd name="connsiteX98" fmla="*/ 82028 w 836240"/>
                <a:gd name="connsiteY98" fmla="*/ 485152 h 838888"/>
                <a:gd name="connsiteX99" fmla="*/ 53302 w 836240"/>
                <a:gd name="connsiteY99" fmla="*/ 513623 h 838888"/>
                <a:gd name="connsiteX100" fmla="*/ 43098 w 836240"/>
                <a:gd name="connsiteY100" fmla="*/ 551476 h 838888"/>
                <a:gd name="connsiteX101" fmla="*/ 0 w 836240"/>
                <a:gd name="connsiteY101" fmla="*/ 551476 h 838888"/>
                <a:gd name="connsiteX102" fmla="*/ 4064 w 836240"/>
                <a:gd name="connsiteY102" fmla="*/ 521021 h 838888"/>
                <a:gd name="connsiteX103" fmla="*/ 60783 w 836240"/>
                <a:gd name="connsiteY103" fmla="*/ 447842 h 838888"/>
                <a:gd name="connsiteX104" fmla="*/ 98918 w 836240"/>
                <a:gd name="connsiteY104" fmla="*/ 437927 h 838888"/>
                <a:gd name="connsiteX105" fmla="*/ 89965 w 836240"/>
                <a:gd name="connsiteY105" fmla="*/ 436141 h 838888"/>
                <a:gd name="connsiteX106" fmla="*/ 42282 w 836240"/>
                <a:gd name="connsiteY106" fmla="*/ 365039 h 838888"/>
                <a:gd name="connsiteX107" fmla="*/ 120355 w 836240"/>
                <a:gd name="connsiteY107" fmla="*/ 287873 h 838888"/>
                <a:gd name="connsiteX108" fmla="*/ 418120 w 836240"/>
                <a:gd name="connsiteY108" fmla="*/ 287871 h 838888"/>
                <a:gd name="connsiteX109" fmla="*/ 496193 w 836240"/>
                <a:gd name="connsiteY109" fmla="*/ 365036 h 838888"/>
                <a:gd name="connsiteX110" fmla="*/ 448510 w 836240"/>
                <a:gd name="connsiteY110" fmla="*/ 436137 h 838888"/>
                <a:gd name="connsiteX111" fmla="*/ 440052 w 836240"/>
                <a:gd name="connsiteY111" fmla="*/ 437825 h 838888"/>
                <a:gd name="connsiteX112" fmla="*/ 479804 w 836240"/>
                <a:gd name="connsiteY112" fmla="*/ 448922 h 838888"/>
                <a:gd name="connsiteX113" fmla="*/ 535205 w 836240"/>
                <a:gd name="connsiteY113" fmla="*/ 523104 h 838888"/>
                <a:gd name="connsiteX114" fmla="*/ 538475 w 836240"/>
                <a:gd name="connsiteY114" fmla="*/ 551472 h 838888"/>
                <a:gd name="connsiteX115" fmla="*/ 495286 w 836240"/>
                <a:gd name="connsiteY115" fmla="*/ 551472 h 838888"/>
                <a:gd name="connsiteX116" fmla="*/ 486107 w 836240"/>
                <a:gd name="connsiteY116" fmla="*/ 514827 h 838888"/>
                <a:gd name="connsiteX117" fmla="*/ 457894 w 836240"/>
                <a:gd name="connsiteY117" fmla="*/ 485846 h 838888"/>
                <a:gd name="connsiteX118" fmla="*/ 379793 w 836240"/>
                <a:gd name="connsiteY118" fmla="*/ 485148 h 838888"/>
                <a:gd name="connsiteX119" fmla="*/ 351067 w 836240"/>
                <a:gd name="connsiteY119" fmla="*/ 513619 h 838888"/>
                <a:gd name="connsiteX120" fmla="*/ 340863 w 836240"/>
                <a:gd name="connsiteY120" fmla="*/ 551472 h 838888"/>
                <a:gd name="connsiteX121" fmla="*/ 297765 w 836240"/>
                <a:gd name="connsiteY121" fmla="*/ 551472 h 838888"/>
                <a:gd name="connsiteX122" fmla="*/ 301829 w 836240"/>
                <a:gd name="connsiteY122" fmla="*/ 521017 h 838888"/>
                <a:gd name="connsiteX123" fmla="*/ 358548 w 836240"/>
                <a:gd name="connsiteY123" fmla="*/ 447838 h 838888"/>
                <a:gd name="connsiteX124" fmla="*/ 396683 w 836240"/>
                <a:gd name="connsiteY124" fmla="*/ 437923 h 838888"/>
                <a:gd name="connsiteX125" fmla="*/ 387730 w 836240"/>
                <a:gd name="connsiteY125" fmla="*/ 436137 h 838888"/>
                <a:gd name="connsiteX126" fmla="*/ 340047 w 836240"/>
                <a:gd name="connsiteY126" fmla="*/ 365036 h 838888"/>
                <a:gd name="connsiteX127" fmla="*/ 418120 w 836240"/>
                <a:gd name="connsiteY127" fmla="*/ 287871 h 838888"/>
                <a:gd name="connsiteX128" fmla="*/ 399230 w 836240"/>
                <a:gd name="connsiteY128" fmla="*/ 0 h 838888"/>
                <a:gd name="connsiteX129" fmla="*/ 555041 w 836240"/>
                <a:gd name="connsiteY129" fmla="*/ 0 h 838888"/>
                <a:gd name="connsiteX130" fmla="*/ 594607 w 836240"/>
                <a:gd name="connsiteY130" fmla="*/ 0 h 838888"/>
                <a:gd name="connsiteX131" fmla="*/ 642375 w 836240"/>
                <a:gd name="connsiteY131" fmla="*/ 0 h 838888"/>
                <a:gd name="connsiteX132" fmla="*/ 642375 w 836240"/>
                <a:gd name="connsiteY132" fmla="*/ 45095 h 838888"/>
                <a:gd name="connsiteX133" fmla="*/ 594607 w 836240"/>
                <a:gd name="connsiteY133" fmla="*/ 45095 h 838888"/>
                <a:gd name="connsiteX134" fmla="*/ 594607 w 836240"/>
                <a:gd name="connsiteY134" fmla="*/ 45095 h 838888"/>
                <a:gd name="connsiteX135" fmla="*/ 417631 w 836240"/>
                <a:gd name="connsiteY135" fmla="*/ 45095 h 838888"/>
                <a:gd name="connsiteX136" fmla="*/ 417631 w 836240"/>
                <a:gd name="connsiteY136" fmla="*/ 219372 h 838888"/>
                <a:gd name="connsiteX137" fmla="*/ 682410 w 836240"/>
                <a:gd name="connsiteY137" fmla="*/ 219372 h 838888"/>
                <a:gd name="connsiteX138" fmla="*/ 682410 w 836240"/>
                <a:gd name="connsiteY138" fmla="*/ 166668 h 838888"/>
                <a:gd name="connsiteX139" fmla="*/ 682408 w 836240"/>
                <a:gd name="connsiteY139" fmla="*/ 166668 h 838888"/>
                <a:gd name="connsiteX140" fmla="*/ 682408 w 836240"/>
                <a:gd name="connsiteY140" fmla="*/ 80889 h 838888"/>
                <a:gd name="connsiteX141" fmla="*/ 725562 w 836240"/>
                <a:gd name="connsiteY141" fmla="*/ 80889 h 838888"/>
                <a:gd name="connsiteX142" fmla="*/ 725562 w 836240"/>
                <a:gd name="connsiteY142" fmla="*/ 132212 h 838888"/>
                <a:gd name="connsiteX143" fmla="*/ 725564 w 836240"/>
                <a:gd name="connsiteY143" fmla="*/ 132212 h 838888"/>
                <a:gd name="connsiteX144" fmla="*/ 725564 w 836240"/>
                <a:gd name="connsiteY144" fmla="*/ 239309 h 838888"/>
                <a:gd name="connsiteX145" fmla="*/ 700811 w 836240"/>
                <a:gd name="connsiteY145" fmla="*/ 264062 h 838888"/>
                <a:gd name="connsiteX146" fmla="*/ 374477 w 836240"/>
                <a:gd name="connsiteY146" fmla="*/ 264062 h 838888"/>
                <a:gd name="connsiteX147" fmla="*/ 374477 w 836240"/>
                <a:gd name="connsiteY147" fmla="*/ 24753 h 838888"/>
                <a:gd name="connsiteX148" fmla="*/ 399230 w 836240"/>
                <a:gd name="connsiteY148" fmla="*/ 0 h 83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836240" h="838888">
                  <a:moveTo>
                    <a:pt x="567002" y="620812"/>
                  </a:moveTo>
                  <a:cubicBezTo>
                    <a:pt x="549027" y="620812"/>
                    <a:pt x="534455" y="634977"/>
                    <a:pt x="534455" y="652451"/>
                  </a:cubicBezTo>
                  <a:cubicBezTo>
                    <a:pt x="534455" y="669925"/>
                    <a:pt x="549027" y="684090"/>
                    <a:pt x="567002" y="684090"/>
                  </a:cubicBezTo>
                  <a:cubicBezTo>
                    <a:pt x="584977" y="684090"/>
                    <a:pt x="599549" y="669925"/>
                    <a:pt x="599549" y="652451"/>
                  </a:cubicBezTo>
                  <a:cubicBezTo>
                    <a:pt x="599549" y="634977"/>
                    <a:pt x="584977" y="620812"/>
                    <a:pt x="567002" y="620812"/>
                  </a:cubicBezTo>
                  <a:close/>
                  <a:moveTo>
                    <a:pt x="269238" y="620812"/>
                  </a:moveTo>
                  <a:cubicBezTo>
                    <a:pt x="251263" y="620812"/>
                    <a:pt x="236691" y="634977"/>
                    <a:pt x="236691" y="652451"/>
                  </a:cubicBezTo>
                  <a:cubicBezTo>
                    <a:pt x="236691" y="669925"/>
                    <a:pt x="251263" y="684090"/>
                    <a:pt x="269238" y="684090"/>
                  </a:cubicBezTo>
                  <a:cubicBezTo>
                    <a:pt x="287213" y="684090"/>
                    <a:pt x="301785" y="669925"/>
                    <a:pt x="301785" y="652451"/>
                  </a:cubicBezTo>
                  <a:cubicBezTo>
                    <a:pt x="301785" y="634977"/>
                    <a:pt x="287213" y="620812"/>
                    <a:pt x="269238" y="620812"/>
                  </a:cubicBezTo>
                  <a:close/>
                  <a:moveTo>
                    <a:pt x="567002" y="575285"/>
                  </a:moveTo>
                  <a:cubicBezTo>
                    <a:pt x="610121" y="575285"/>
                    <a:pt x="645075" y="609833"/>
                    <a:pt x="645075" y="652451"/>
                  </a:cubicBezTo>
                  <a:cubicBezTo>
                    <a:pt x="645075" y="673760"/>
                    <a:pt x="636337" y="693051"/>
                    <a:pt x="622208" y="707016"/>
                  </a:cubicBezTo>
                  <a:lnTo>
                    <a:pt x="597396" y="723550"/>
                  </a:lnTo>
                  <a:lnTo>
                    <a:pt x="599307" y="723818"/>
                  </a:lnTo>
                  <a:cubicBezTo>
                    <a:pt x="609479" y="726633"/>
                    <a:pt x="619364" y="730807"/>
                    <a:pt x="628686" y="736338"/>
                  </a:cubicBezTo>
                  <a:cubicBezTo>
                    <a:pt x="656651" y="752932"/>
                    <a:pt x="676325" y="779823"/>
                    <a:pt x="684087" y="810520"/>
                  </a:cubicBezTo>
                  <a:lnTo>
                    <a:pt x="687357" y="838888"/>
                  </a:lnTo>
                  <a:lnTo>
                    <a:pt x="644168" y="838888"/>
                  </a:lnTo>
                  <a:lnTo>
                    <a:pt x="634989" y="802243"/>
                  </a:lnTo>
                  <a:cubicBezTo>
                    <a:pt x="628419" y="790461"/>
                    <a:pt x="618785" y="780388"/>
                    <a:pt x="606776" y="773262"/>
                  </a:cubicBezTo>
                  <a:cubicBezTo>
                    <a:pt x="582759" y="759012"/>
                    <a:pt x="552943" y="758745"/>
                    <a:pt x="528675" y="772564"/>
                  </a:cubicBezTo>
                  <a:cubicBezTo>
                    <a:pt x="516541" y="779473"/>
                    <a:pt x="506728" y="789372"/>
                    <a:pt x="499949" y="801035"/>
                  </a:cubicBezTo>
                  <a:lnTo>
                    <a:pt x="489745" y="838888"/>
                  </a:lnTo>
                  <a:lnTo>
                    <a:pt x="446647" y="838888"/>
                  </a:lnTo>
                  <a:lnTo>
                    <a:pt x="450711" y="808433"/>
                  </a:lnTo>
                  <a:cubicBezTo>
                    <a:pt x="459021" y="777880"/>
                    <a:pt x="479172" y="751345"/>
                    <a:pt x="507430" y="735254"/>
                  </a:cubicBezTo>
                  <a:lnTo>
                    <a:pt x="536497" y="723476"/>
                  </a:lnTo>
                  <a:lnTo>
                    <a:pt x="511796" y="707016"/>
                  </a:lnTo>
                  <a:cubicBezTo>
                    <a:pt x="497667" y="693051"/>
                    <a:pt x="488929" y="673760"/>
                    <a:pt x="488929" y="652451"/>
                  </a:cubicBezTo>
                  <a:cubicBezTo>
                    <a:pt x="488929" y="609833"/>
                    <a:pt x="523883" y="575285"/>
                    <a:pt x="567002" y="575285"/>
                  </a:cubicBezTo>
                  <a:close/>
                  <a:moveTo>
                    <a:pt x="269238" y="575285"/>
                  </a:moveTo>
                  <a:cubicBezTo>
                    <a:pt x="312357" y="575285"/>
                    <a:pt x="347311" y="609833"/>
                    <a:pt x="347311" y="652451"/>
                  </a:cubicBezTo>
                  <a:cubicBezTo>
                    <a:pt x="347311" y="673760"/>
                    <a:pt x="338573" y="693051"/>
                    <a:pt x="324444" y="707016"/>
                  </a:cubicBezTo>
                  <a:lnTo>
                    <a:pt x="299633" y="723550"/>
                  </a:lnTo>
                  <a:lnTo>
                    <a:pt x="301543" y="723818"/>
                  </a:lnTo>
                  <a:cubicBezTo>
                    <a:pt x="311715" y="726633"/>
                    <a:pt x="321600" y="730807"/>
                    <a:pt x="330922" y="736338"/>
                  </a:cubicBezTo>
                  <a:cubicBezTo>
                    <a:pt x="358887" y="752932"/>
                    <a:pt x="378561" y="779823"/>
                    <a:pt x="386323" y="810520"/>
                  </a:cubicBezTo>
                  <a:lnTo>
                    <a:pt x="389593" y="838888"/>
                  </a:lnTo>
                  <a:lnTo>
                    <a:pt x="346404" y="838888"/>
                  </a:lnTo>
                  <a:lnTo>
                    <a:pt x="337225" y="802243"/>
                  </a:lnTo>
                  <a:cubicBezTo>
                    <a:pt x="330655" y="790461"/>
                    <a:pt x="321021" y="780388"/>
                    <a:pt x="309012" y="773262"/>
                  </a:cubicBezTo>
                  <a:cubicBezTo>
                    <a:pt x="284995" y="759012"/>
                    <a:pt x="255179" y="758745"/>
                    <a:pt x="230911" y="772564"/>
                  </a:cubicBezTo>
                  <a:cubicBezTo>
                    <a:pt x="218777" y="779473"/>
                    <a:pt x="208964" y="789372"/>
                    <a:pt x="202185" y="801035"/>
                  </a:cubicBezTo>
                  <a:lnTo>
                    <a:pt x="191981" y="838888"/>
                  </a:lnTo>
                  <a:lnTo>
                    <a:pt x="148883" y="838888"/>
                  </a:lnTo>
                  <a:lnTo>
                    <a:pt x="152947" y="808433"/>
                  </a:lnTo>
                  <a:cubicBezTo>
                    <a:pt x="161257" y="777880"/>
                    <a:pt x="181408" y="751345"/>
                    <a:pt x="209666" y="735254"/>
                  </a:cubicBezTo>
                  <a:lnTo>
                    <a:pt x="238733" y="723476"/>
                  </a:lnTo>
                  <a:lnTo>
                    <a:pt x="214032" y="707016"/>
                  </a:lnTo>
                  <a:cubicBezTo>
                    <a:pt x="199904" y="693051"/>
                    <a:pt x="191165" y="673760"/>
                    <a:pt x="191165" y="652451"/>
                  </a:cubicBezTo>
                  <a:cubicBezTo>
                    <a:pt x="191165" y="609833"/>
                    <a:pt x="226119" y="575285"/>
                    <a:pt x="269238" y="575285"/>
                  </a:cubicBezTo>
                  <a:close/>
                  <a:moveTo>
                    <a:pt x="715885" y="333400"/>
                  </a:moveTo>
                  <a:cubicBezTo>
                    <a:pt x="697910" y="333400"/>
                    <a:pt x="683338" y="347565"/>
                    <a:pt x="683338" y="365039"/>
                  </a:cubicBezTo>
                  <a:cubicBezTo>
                    <a:pt x="683338" y="382513"/>
                    <a:pt x="697910" y="396678"/>
                    <a:pt x="715885" y="396678"/>
                  </a:cubicBezTo>
                  <a:cubicBezTo>
                    <a:pt x="733860" y="396678"/>
                    <a:pt x="748432" y="382513"/>
                    <a:pt x="748432" y="365039"/>
                  </a:cubicBezTo>
                  <a:cubicBezTo>
                    <a:pt x="748432" y="347565"/>
                    <a:pt x="733860" y="333400"/>
                    <a:pt x="715885" y="333400"/>
                  </a:cubicBezTo>
                  <a:close/>
                  <a:moveTo>
                    <a:pt x="120355" y="333400"/>
                  </a:moveTo>
                  <a:cubicBezTo>
                    <a:pt x="102380" y="333400"/>
                    <a:pt x="87808" y="347565"/>
                    <a:pt x="87808" y="365039"/>
                  </a:cubicBezTo>
                  <a:cubicBezTo>
                    <a:pt x="87808" y="382513"/>
                    <a:pt x="102380" y="396678"/>
                    <a:pt x="120355" y="396678"/>
                  </a:cubicBezTo>
                  <a:cubicBezTo>
                    <a:pt x="138330" y="396678"/>
                    <a:pt x="152902" y="382513"/>
                    <a:pt x="152902" y="365039"/>
                  </a:cubicBezTo>
                  <a:cubicBezTo>
                    <a:pt x="152902" y="347565"/>
                    <a:pt x="138330" y="333400"/>
                    <a:pt x="120355" y="333400"/>
                  </a:cubicBezTo>
                  <a:close/>
                  <a:moveTo>
                    <a:pt x="418120" y="333397"/>
                  </a:moveTo>
                  <a:cubicBezTo>
                    <a:pt x="400145" y="333397"/>
                    <a:pt x="385573" y="347562"/>
                    <a:pt x="385573" y="365036"/>
                  </a:cubicBezTo>
                  <a:cubicBezTo>
                    <a:pt x="385573" y="382510"/>
                    <a:pt x="400145" y="396675"/>
                    <a:pt x="418120" y="396675"/>
                  </a:cubicBezTo>
                  <a:cubicBezTo>
                    <a:pt x="436095" y="396675"/>
                    <a:pt x="450667" y="382510"/>
                    <a:pt x="450667" y="365036"/>
                  </a:cubicBezTo>
                  <a:cubicBezTo>
                    <a:pt x="450667" y="347562"/>
                    <a:pt x="436095" y="333397"/>
                    <a:pt x="418120" y="333397"/>
                  </a:cubicBezTo>
                  <a:close/>
                  <a:moveTo>
                    <a:pt x="715885" y="287873"/>
                  </a:moveTo>
                  <a:cubicBezTo>
                    <a:pt x="759004" y="287873"/>
                    <a:pt x="793958" y="322421"/>
                    <a:pt x="793958" y="365039"/>
                  </a:cubicBezTo>
                  <a:cubicBezTo>
                    <a:pt x="793958" y="386348"/>
                    <a:pt x="785219" y="405639"/>
                    <a:pt x="771091" y="419604"/>
                  </a:cubicBezTo>
                  <a:lnTo>
                    <a:pt x="746279" y="436138"/>
                  </a:lnTo>
                  <a:lnTo>
                    <a:pt x="748190" y="436406"/>
                  </a:lnTo>
                  <a:cubicBezTo>
                    <a:pt x="758362" y="439221"/>
                    <a:pt x="768247" y="443395"/>
                    <a:pt x="777569" y="448926"/>
                  </a:cubicBezTo>
                  <a:cubicBezTo>
                    <a:pt x="805534" y="465520"/>
                    <a:pt x="825208" y="492411"/>
                    <a:pt x="832970" y="523108"/>
                  </a:cubicBezTo>
                  <a:lnTo>
                    <a:pt x="836240" y="551476"/>
                  </a:lnTo>
                  <a:lnTo>
                    <a:pt x="793051" y="551476"/>
                  </a:lnTo>
                  <a:lnTo>
                    <a:pt x="783872" y="514831"/>
                  </a:lnTo>
                  <a:cubicBezTo>
                    <a:pt x="777302" y="503049"/>
                    <a:pt x="767668" y="492976"/>
                    <a:pt x="755659" y="485850"/>
                  </a:cubicBezTo>
                  <a:cubicBezTo>
                    <a:pt x="731642" y="471600"/>
                    <a:pt x="701826" y="471333"/>
                    <a:pt x="677558" y="485152"/>
                  </a:cubicBezTo>
                  <a:cubicBezTo>
                    <a:pt x="665424" y="492061"/>
                    <a:pt x="655611" y="501960"/>
                    <a:pt x="648832" y="513623"/>
                  </a:cubicBezTo>
                  <a:lnTo>
                    <a:pt x="638628" y="551476"/>
                  </a:lnTo>
                  <a:lnTo>
                    <a:pt x="595530" y="551476"/>
                  </a:lnTo>
                  <a:lnTo>
                    <a:pt x="599594" y="521021"/>
                  </a:lnTo>
                  <a:cubicBezTo>
                    <a:pt x="607904" y="490468"/>
                    <a:pt x="628055" y="463932"/>
                    <a:pt x="656313" y="447842"/>
                  </a:cubicBezTo>
                  <a:lnTo>
                    <a:pt x="685380" y="436064"/>
                  </a:lnTo>
                  <a:lnTo>
                    <a:pt x="660679" y="419604"/>
                  </a:lnTo>
                  <a:cubicBezTo>
                    <a:pt x="646551" y="405639"/>
                    <a:pt x="637812" y="386348"/>
                    <a:pt x="637812" y="365039"/>
                  </a:cubicBezTo>
                  <a:cubicBezTo>
                    <a:pt x="637812" y="322421"/>
                    <a:pt x="672766" y="287873"/>
                    <a:pt x="715885" y="287873"/>
                  </a:cubicBezTo>
                  <a:close/>
                  <a:moveTo>
                    <a:pt x="120355" y="287873"/>
                  </a:moveTo>
                  <a:cubicBezTo>
                    <a:pt x="163474" y="287873"/>
                    <a:pt x="198428" y="322421"/>
                    <a:pt x="198428" y="365039"/>
                  </a:cubicBezTo>
                  <a:cubicBezTo>
                    <a:pt x="198428" y="397002"/>
                    <a:pt x="178766" y="424427"/>
                    <a:pt x="150745" y="436141"/>
                  </a:cubicBezTo>
                  <a:lnTo>
                    <a:pt x="142287" y="437829"/>
                  </a:lnTo>
                  <a:lnTo>
                    <a:pt x="182039" y="448926"/>
                  </a:lnTo>
                  <a:cubicBezTo>
                    <a:pt x="210004" y="465520"/>
                    <a:pt x="229678" y="492411"/>
                    <a:pt x="237440" y="523108"/>
                  </a:cubicBezTo>
                  <a:lnTo>
                    <a:pt x="240710" y="551476"/>
                  </a:lnTo>
                  <a:lnTo>
                    <a:pt x="197521" y="551476"/>
                  </a:lnTo>
                  <a:lnTo>
                    <a:pt x="188342" y="514831"/>
                  </a:lnTo>
                  <a:cubicBezTo>
                    <a:pt x="181772" y="503049"/>
                    <a:pt x="172138" y="492976"/>
                    <a:pt x="160129" y="485850"/>
                  </a:cubicBezTo>
                  <a:cubicBezTo>
                    <a:pt x="136112" y="471600"/>
                    <a:pt x="106296" y="471333"/>
                    <a:pt x="82028" y="485152"/>
                  </a:cubicBezTo>
                  <a:cubicBezTo>
                    <a:pt x="69894" y="492061"/>
                    <a:pt x="60081" y="501960"/>
                    <a:pt x="53302" y="513623"/>
                  </a:cubicBezTo>
                  <a:lnTo>
                    <a:pt x="43098" y="551476"/>
                  </a:lnTo>
                  <a:lnTo>
                    <a:pt x="0" y="551476"/>
                  </a:lnTo>
                  <a:lnTo>
                    <a:pt x="4064" y="521021"/>
                  </a:lnTo>
                  <a:cubicBezTo>
                    <a:pt x="12374" y="490468"/>
                    <a:pt x="32525" y="463932"/>
                    <a:pt x="60783" y="447842"/>
                  </a:cubicBezTo>
                  <a:lnTo>
                    <a:pt x="98918" y="437927"/>
                  </a:lnTo>
                  <a:lnTo>
                    <a:pt x="89965" y="436141"/>
                  </a:lnTo>
                  <a:cubicBezTo>
                    <a:pt x="61944" y="424427"/>
                    <a:pt x="42282" y="397002"/>
                    <a:pt x="42282" y="365039"/>
                  </a:cubicBezTo>
                  <a:cubicBezTo>
                    <a:pt x="42282" y="322421"/>
                    <a:pt x="77236" y="287873"/>
                    <a:pt x="120355" y="287873"/>
                  </a:cubicBezTo>
                  <a:close/>
                  <a:moveTo>
                    <a:pt x="418120" y="287871"/>
                  </a:moveTo>
                  <a:cubicBezTo>
                    <a:pt x="461239" y="287871"/>
                    <a:pt x="496193" y="322419"/>
                    <a:pt x="496193" y="365036"/>
                  </a:cubicBezTo>
                  <a:cubicBezTo>
                    <a:pt x="496193" y="396999"/>
                    <a:pt x="476531" y="424423"/>
                    <a:pt x="448510" y="436137"/>
                  </a:cubicBezTo>
                  <a:lnTo>
                    <a:pt x="440052" y="437825"/>
                  </a:lnTo>
                  <a:lnTo>
                    <a:pt x="479804" y="448922"/>
                  </a:lnTo>
                  <a:cubicBezTo>
                    <a:pt x="507769" y="465516"/>
                    <a:pt x="527443" y="492407"/>
                    <a:pt x="535205" y="523104"/>
                  </a:cubicBezTo>
                  <a:lnTo>
                    <a:pt x="538475" y="551472"/>
                  </a:lnTo>
                  <a:lnTo>
                    <a:pt x="495286" y="551472"/>
                  </a:lnTo>
                  <a:lnTo>
                    <a:pt x="486107" y="514827"/>
                  </a:lnTo>
                  <a:cubicBezTo>
                    <a:pt x="479537" y="503045"/>
                    <a:pt x="469903" y="492972"/>
                    <a:pt x="457894" y="485846"/>
                  </a:cubicBezTo>
                  <a:cubicBezTo>
                    <a:pt x="433877" y="471596"/>
                    <a:pt x="404061" y="471329"/>
                    <a:pt x="379793" y="485148"/>
                  </a:cubicBezTo>
                  <a:cubicBezTo>
                    <a:pt x="367659" y="492057"/>
                    <a:pt x="357846" y="501956"/>
                    <a:pt x="351067" y="513619"/>
                  </a:cubicBezTo>
                  <a:lnTo>
                    <a:pt x="340863" y="551472"/>
                  </a:lnTo>
                  <a:lnTo>
                    <a:pt x="297765" y="551472"/>
                  </a:lnTo>
                  <a:lnTo>
                    <a:pt x="301829" y="521017"/>
                  </a:lnTo>
                  <a:cubicBezTo>
                    <a:pt x="310139" y="490464"/>
                    <a:pt x="330290" y="463928"/>
                    <a:pt x="358548" y="447838"/>
                  </a:cubicBezTo>
                  <a:lnTo>
                    <a:pt x="396683" y="437923"/>
                  </a:lnTo>
                  <a:lnTo>
                    <a:pt x="387730" y="436137"/>
                  </a:lnTo>
                  <a:cubicBezTo>
                    <a:pt x="359709" y="424423"/>
                    <a:pt x="340047" y="396999"/>
                    <a:pt x="340047" y="365036"/>
                  </a:cubicBezTo>
                  <a:cubicBezTo>
                    <a:pt x="340047" y="322419"/>
                    <a:pt x="375001" y="287871"/>
                    <a:pt x="418120" y="287871"/>
                  </a:cubicBezTo>
                  <a:close/>
                  <a:moveTo>
                    <a:pt x="399230" y="0"/>
                  </a:moveTo>
                  <a:lnTo>
                    <a:pt x="555041" y="0"/>
                  </a:lnTo>
                  <a:lnTo>
                    <a:pt x="594607" y="0"/>
                  </a:lnTo>
                  <a:lnTo>
                    <a:pt x="642375" y="0"/>
                  </a:lnTo>
                  <a:lnTo>
                    <a:pt x="642375" y="45095"/>
                  </a:lnTo>
                  <a:lnTo>
                    <a:pt x="594607" y="45095"/>
                  </a:lnTo>
                  <a:lnTo>
                    <a:pt x="594607" y="45095"/>
                  </a:lnTo>
                  <a:lnTo>
                    <a:pt x="417631" y="45095"/>
                  </a:lnTo>
                  <a:lnTo>
                    <a:pt x="417631" y="219372"/>
                  </a:lnTo>
                  <a:lnTo>
                    <a:pt x="682410" y="219372"/>
                  </a:lnTo>
                  <a:lnTo>
                    <a:pt x="682410" y="166668"/>
                  </a:lnTo>
                  <a:lnTo>
                    <a:pt x="682408" y="166668"/>
                  </a:lnTo>
                  <a:lnTo>
                    <a:pt x="682408" y="80889"/>
                  </a:lnTo>
                  <a:lnTo>
                    <a:pt x="725562" y="80889"/>
                  </a:lnTo>
                  <a:lnTo>
                    <a:pt x="725562" y="132212"/>
                  </a:lnTo>
                  <a:lnTo>
                    <a:pt x="725564" y="132212"/>
                  </a:lnTo>
                  <a:lnTo>
                    <a:pt x="725564" y="239309"/>
                  </a:lnTo>
                  <a:cubicBezTo>
                    <a:pt x="725564" y="252979"/>
                    <a:pt x="714481" y="264062"/>
                    <a:pt x="700811" y="264062"/>
                  </a:cubicBezTo>
                  <a:lnTo>
                    <a:pt x="374477" y="264062"/>
                  </a:lnTo>
                  <a:lnTo>
                    <a:pt x="374477" y="24753"/>
                  </a:lnTo>
                  <a:cubicBezTo>
                    <a:pt x="374477" y="11082"/>
                    <a:pt x="385560" y="0"/>
                    <a:pt x="399230" y="0"/>
                  </a:cubicBez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a:solidFill>
                  <a:schemeClr val="tx1"/>
                </a:solidFill>
              </a:endParaRPr>
            </a:p>
          </p:txBody>
        </p:sp>
        <p:sp>
          <p:nvSpPr>
            <p:cNvPr id="2002" name="Freeform: Shape 2001">
              <a:extLst>
                <a:ext uri="{FF2B5EF4-FFF2-40B4-BE49-F238E27FC236}">
                  <a16:creationId xmlns:a16="http://schemas.microsoft.com/office/drawing/2014/main" id="{138E1B1D-4047-2C8D-8F71-08E2D577B85D}"/>
                </a:ext>
                <a:ext uri="{C183D7F6-B498-43B3-948B-1728B52AA6E4}">
                  <adec:decorative xmlns:adec="http://schemas.microsoft.com/office/drawing/2017/decorative" val="1"/>
                </a:ext>
              </a:extLst>
            </p:cNvPr>
            <p:cNvSpPr/>
            <p:nvPr/>
          </p:nvSpPr>
          <p:spPr>
            <a:xfrm>
              <a:off x="8340076" y="3636615"/>
              <a:ext cx="336474" cy="148260"/>
            </a:xfrm>
            <a:custGeom>
              <a:avLst/>
              <a:gdLst>
                <a:gd name="connsiteX0" fmla="*/ 350771 w 626055"/>
                <a:gd name="connsiteY0" fmla="*/ 148909 h 275857"/>
                <a:gd name="connsiteX1" fmla="*/ 376088 w 626055"/>
                <a:gd name="connsiteY1" fmla="*/ 148909 h 275857"/>
                <a:gd name="connsiteX2" fmla="*/ 376088 w 626055"/>
                <a:gd name="connsiteY2" fmla="*/ 189639 h 275857"/>
                <a:gd name="connsiteX3" fmla="*/ 350771 w 626055"/>
                <a:gd name="connsiteY3" fmla="*/ 189639 h 275857"/>
                <a:gd name="connsiteX4" fmla="*/ 451919 w 626055"/>
                <a:gd name="connsiteY4" fmla="*/ 138744 h 275857"/>
                <a:gd name="connsiteX5" fmla="*/ 477362 w 626055"/>
                <a:gd name="connsiteY5" fmla="*/ 138744 h 275857"/>
                <a:gd name="connsiteX6" fmla="*/ 477362 w 626055"/>
                <a:gd name="connsiteY6" fmla="*/ 189656 h 275857"/>
                <a:gd name="connsiteX7" fmla="*/ 451919 w 626055"/>
                <a:gd name="connsiteY7" fmla="*/ 189656 h 275857"/>
                <a:gd name="connsiteX8" fmla="*/ 401401 w 626055"/>
                <a:gd name="connsiteY8" fmla="*/ 118361 h 275857"/>
                <a:gd name="connsiteX9" fmla="*/ 426718 w 626055"/>
                <a:gd name="connsiteY9" fmla="*/ 118361 h 275857"/>
                <a:gd name="connsiteX10" fmla="*/ 426718 w 626055"/>
                <a:gd name="connsiteY10" fmla="*/ 189638 h 275857"/>
                <a:gd name="connsiteX11" fmla="*/ 401401 w 626055"/>
                <a:gd name="connsiteY11" fmla="*/ 189638 h 275857"/>
                <a:gd name="connsiteX12" fmla="*/ 502669 w 626055"/>
                <a:gd name="connsiteY12" fmla="*/ 97996 h 275857"/>
                <a:gd name="connsiteX13" fmla="*/ 527986 w 626055"/>
                <a:gd name="connsiteY13" fmla="*/ 97996 h 275857"/>
                <a:gd name="connsiteX14" fmla="*/ 527986 w 626055"/>
                <a:gd name="connsiteY14" fmla="*/ 189638 h 275857"/>
                <a:gd name="connsiteX15" fmla="*/ 502669 w 626055"/>
                <a:gd name="connsiteY15" fmla="*/ 189638 h 275857"/>
                <a:gd name="connsiteX16" fmla="*/ 120355 w 626055"/>
                <a:gd name="connsiteY16" fmla="*/ 57321 h 275857"/>
                <a:gd name="connsiteX17" fmla="*/ 87808 w 626055"/>
                <a:gd name="connsiteY17" fmla="*/ 88960 h 275857"/>
                <a:gd name="connsiteX18" fmla="*/ 120355 w 626055"/>
                <a:gd name="connsiteY18" fmla="*/ 120599 h 275857"/>
                <a:gd name="connsiteX19" fmla="*/ 152902 w 626055"/>
                <a:gd name="connsiteY19" fmla="*/ 88960 h 275857"/>
                <a:gd name="connsiteX20" fmla="*/ 120355 w 626055"/>
                <a:gd name="connsiteY20" fmla="*/ 57321 h 275857"/>
                <a:gd name="connsiteX21" fmla="*/ 120355 w 626055"/>
                <a:gd name="connsiteY21" fmla="*/ 11795 h 275857"/>
                <a:gd name="connsiteX22" fmla="*/ 198428 w 626055"/>
                <a:gd name="connsiteY22" fmla="*/ 88960 h 275857"/>
                <a:gd name="connsiteX23" fmla="*/ 150745 w 626055"/>
                <a:gd name="connsiteY23" fmla="*/ 160061 h 275857"/>
                <a:gd name="connsiteX24" fmla="*/ 141324 w 626055"/>
                <a:gd name="connsiteY24" fmla="*/ 161941 h 275857"/>
                <a:gd name="connsiteX25" fmla="*/ 182039 w 626055"/>
                <a:gd name="connsiteY25" fmla="*/ 173307 h 275857"/>
                <a:gd name="connsiteX26" fmla="*/ 237440 w 626055"/>
                <a:gd name="connsiteY26" fmla="*/ 247489 h 275857"/>
                <a:gd name="connsiteX27" fmla="*/ 240710 w 626055"/>
                <a:gd name="connsiteY27" fmla="*/ 275857 h 275857"/>
                <a:gd name="connsiteX28" fmla="*/ 197521 w 626055"/>
                <a:gd name="connsiteY28" fmla="*/ 275857 h 275857"/>
                <a:gd name="connsiteX29" fmla="*/ 188342 w 626055"/>
                <a:gd name="connsiteY29" fmla="*/ 239212 h 275857"/>
                <a:gd name="connsiteX30" fmla="*/ 160129 w 626055"/>
                <a:gd name="connsiteY30" fmla="*/ 210231 h 275857"/>
                <a:gd name="connsiteX31" fmla="*/ 82028 w 626055"/>
                <a:gd name="connsiteY31" fmla="*/ 209533 h 275857"/>
                <a:gd name="connsiteX32" fmla="*/ 53302 w 626055"/>
                <a:gd name="connsiteY32" fmla="*/ 238004 h 275857"/>
                <a:gd name="connsiteX33" fmla="*/ 43098 w 626055"/>
                <a:gd name="connsiteY33" fmla="*/ 275857 h 275857"/>
                <a:gd name="connsiteX34" fmla="*/ 0 w 626055"/>
                <a:gd name="connsiteY34" fmla="*/ 275857 h 275857"/>
                <a:gd name="connsiteX35" fmla="*/ 4064 w 626055"/>
                <a:gd name="connsiteY35" fmla="*/ 245402 h 275857"/>
                <a:gd name="connsiteX36" fmla="*/ 60783 w 626055"/>
                <a:gd name="connsiteY36" fmla="*/ 172223 h 275857"/>
                <a:gd name="connsiteX37" fmla="*/ 99921 w 626055"/>
                <a:gd name="connsiteY37" fmla="*/ 162048 h 275857"/>
                <a:gd name="connsiteX38" fmla="*/ 89965 w 626055"/>
                <a:gd name="connsiteY38" fmla="*/ 160061 h 275857"/>
                <a:gd name="connsiteX39" fmla="*/ 42282 w 626055"/>
                <a:gd name="connsiteY39" fmla="*/ 88960 h 275857"/>
                <a:gd name="connsiteX40" fmla="*/ 120355 w 626055"/>
                <a:gd name="connsiteY40" fmla="*/ 11795 h 275857"/>
                <a:gd name="connsiteX41" fmla="*/ 561954 w 626055"/>
                <a:gd name="connsiteY41" fmla="*/ 0 h 275857"/>
                <a:gd name="connsiteX42" fmla="*/ 626055 w 626055"/>
                <a:gd name="connsiteY42" fmla="*/ 0 h 275857"/>
                <a:gd name="connsiteX43" fmla="*/ 626055 w 626055"/>
                <a:gd name="connsiteY43" fmla="*/ 64101 h 275857"/>
                <a:gd name="connsiteX44" fmla="*/ 561954 w 626055"/>
                <a:gd name="connsiteY44" fmla="*/ 64101 h 27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26055" h="275857">
                  <a:moveTo>
                    <a:pt x="350771" y="148909"/>
                  </a:moveTo>
                  <a:lnTo>
                    <a:pt x="376088" y="148909"/>
                  </a:lnTo>
                  <a:lnTo>
                    <a:pt x="376088" y="189639"/>
                  </a:lnTo>
                  <a:lnTo>
                    <a:pt x="350771" y="189639"/>
                  </a:lnTo>
                  <a:close/>
                  <a:moveTo>
                    <a:pt x="451919" y="138744"/>
                  </a:moveTo>
                  <a:lnTo>
                    <a:pt x="477362" y="138744"/>
                  </a:lnTo>
                  <a:lnTo>
                    <a:pt x="477362" y="189656"/>
                  </a:lnTo>
                  <a:lnTo>
                    <a:pt x="451919" y="189656"/>
                  </a:lnTo>
                  <a:close/>
                  <a:moveTo>
                    <a:pt x="401401" y="118361"/>
                  </a:moveTo>
                  <a:lnTo>
                    <a:pt x="426718" y="118361"/>
                  </a:lnTo>
                  <a:lnTo>
                    <a:pt x="426718" y="189638"/>
                  </a:lnTo>
                  <a:lnTo>
                    <a:pt x="401401" y="189638"/>
                  </a:lnTo>
                  <a:close/>
                  <a:moveTo>
                    <a:pt x="502669" y="97996"/>
                  </a:moveTo>
                  <a:lnTo>
                    <a:pt x="527986" y="97996"/>
                  </a:lnTo>
                  <a:lnTo>
                    <a:pt x="527986" y="189638"/>
                  </a:lnTo>
                  <a:lnTo>
                    <a:pt x="502669" y="189638"/>
                  </a:lnTo>
                  <a:close/>
                  <a:moveTo>
                    <a:pt x="120355" y="57321"/>
                  </a:moveTo>
                  <a:cubicBezTo>
                    <a:pt x="102380" y="57321"/>
                    <a:pt x="87808" y="71486"/>
                    <a:pt x="87808" y="88960"/>
                  </a:cubicBezTo>
                  <a:cubicBezTo>
                    <a:pt x="87808" y="106434"/>
                    <a:pt x="102380" y="120599"/>
                    <a:pt x="120355" y="120599"/>
                  </a:cubicBezTo>
                  <a:cubicBezTo>
                    <a:pt x="138330" y="120599"/>
                    <a:pt x="152902" y="106434"/>
                    <a:pt x="152902" y="88960"/>
                  </a:cubicBezTo>
                  <a:cubicBezTo>
                    <a:pt x="152902" y="71486"/>
                    <a:pt x="138330" y="57321"/>
                    <a:pt x="120355" y="57321"/>
                  </a:cubicBezTo>
                  <a:close/>
                  <a:moveTo>
                    <a:pt x="120355" y="11795"/>
                  </a:moveTo>
                  <a:cubicBezTo>
                    <a:pt x="163474" y="11795"/>
                    <a:pt x="198428" y="46343"/>
                    <a:pt x="198428" y="88960"/>
                  </a:cubicBezTo>
                  <a:cubicBezTo>
                    <a:pt x="198428" y="120923"/>
                    <a:pt x="178766" y="148347"/>
                    <a:pt x="150745" y="160061"/>
                  </a:cubicBezTo>
                  <a:lnTo>
                    <a:pt x="141324" y="161941"/>
                  </a:lnTo>
                  <a:lnTo>
                    <a:pt x="182039" y="173307"/>
                  </a:lnTo>
                  <a:cubicBezTo>
                    <a:pt x="210004" y="189901"/>
                    <a:pt x="229678" y="216792"/>
                    <a:pt x="237440" y="247489"/>
                  </a:cubicBezTo>
                  <a:lnTo>
                    <a:pt x="240710" y="275857"/>
                  </a:lnTo>
                  <a:lnTo>
                    <a:pt x="197521" y="275857"/>
                  </a:lnTo>
                  <a:lnTo>
                    <a:pt x="188342" y="239212"/>
                  </a:lnTo>
                  <a:cubicBezTo>
                    <a:pt x="181772" y="227430"/>
                    <a:pt x="172138" y="217357"/>
                    <a:pt x="160129" y="210231"/>
                  </a:cubicBezTo>
                  <a:cubicBezTo>
                    <a:pt x="136112" y="195981"/>
                    <a:pt x="106296" y="195714"/>
                    <a:pt x="82028" y="209533"/>
                  </a:cubicBezTo>
                  <a:cubicBezTo>
                    <a:pt x="69894" y="216442"/>
                    <a:pt x="60081" y="226341"/>
                    <a:pt x="53302" y="238004"/>
                  </a:cubicBezTo>
                  <a:lnTo>
                    <a:pt x="43098" y="275857"/>
                  </a:lnTo>
                  <a:lnTo>
                    <a:pt x="0" y="275857"/>
                  </a:lnTo>
                  <a:lnTo>
                    <a:pt x="4064" y="245402"/>
                  </a:lnTo>
                  <a:cubicBezTo>
                    <a:pt x="12374" y="214849"/>
                    <a:pt x="32525" y="188314"/>
                    <a:pt x="60783" y="172223"/>
                  </a:cubicBezTo>
                  <a:lnTo>
                    <a:pt x="99921" y="162048"/>
                  </a:lnTo>
                  <a:lnTo>
                    <a:pt x="89965" y="160061"/>
                  </a:lnTo>
                  <a:cubicBezTo>
                    <a:pt x="61944" y="148347"/>
                    <a:pt x="42282" y="120923"/>
                    <a:pt x="42282" y="88960"/>
                  </a:cubicBezTo>
                  <a:cubicBezTo>
                    <a:pt x="42282" y="46343"/>
                    <a:pt x="77236" y="11795"/>
                    <a:pt x="120355" y="11795"/>
                  </a:cubicBezTo>
                  <a:close/>
                  <a:moveTo>
                    <a:pt x="561954" y="0"/>
                  </a:moveTo>
                  <a:lnTo>
                    <a:pt x="626055" y="0"/>
                  </a:lnTo>
                  <a:lnTo>
                    <a:pt x="626055" y="64101"/>
                  </a:lnTo>
                  <a:lnTo>
                    <a:pt x="561954" y="64101"/>
                  </a:lnTo>
                  <a:close/>
                </a:path>
              </a:pathLst>
            </a:custGeom>
            <a:solidFill>
              <a:schemeClr val="bg1"/>
            </a:solidFill>
            <a:ln w="9525" cap="flat">
              <a:noFill/>
              <a:prstDash val="solid"/>
              <a:miter/>
            </a:ln>
          </p:spPr>
          <p:txBody>
            <a:bodyPr wrap="square" rtlCol="0" anchor="ctr">
              <a:noAutofit/>
            </a:bodyPr>
            <a:lstStyle/>
            <a:p>
              <a:endParaRPr lang="en-US"/>
            </a:p>
          </p:txBody>
        </p:sp>
      </p:grpSp>
      <p:grpSp>
        <p:nvGrpSpPr>
          <p:cNvPr id="171" name="Group 170">
            <a:extLst>
              <a:ext uri="{FF2B5EF4-FFF2-40B4-BE49-F238E27FC236}">
                <a16:creationId xmlns:a16="http://schemas.microsoft.com/office/drawing/2014/main" id="{3FD7BA8C-9859-18CA-EA34-8D90232514FC}"/>
              </a:ext>
              <a:ext uri="{C183D7F6-B498-43B3-948B-1728B52AA6E4}">
                <adec:decorative xmlns:adec="http://schemas.microsoft.com/office/drawing/2017/decorative" val="1"/>
              </a:ext>
            </a:extLst>
          </p:cNvPr>
          <p:cNvGrpSpPr>
            <a:grpSpLocks noChangeAspect="1"/>
          </p:cNvGrpSpPr>
          <p:nvPr/>
        </p:nvGrpSpPr>
        <p:grpSpPr>
          <a:xfrm>
            <a:off x="1787622" y="3636615"/>
            <a:ext cx="406164" cy="457200"/>
            <a:chOff x="1787622" y="3636615"/>
            <a:chExt cx="406164" cy="457200"/>
          </a:xfrm>
          <a:solidFill>
            <a:srgbClr val="FF0000"/>
          </a:solidFill>
        </p:grpSpPr>
        <p:sp>
          <p:nvSpPr>
            <p:cNvPr id="1960" name="Freeform: Shape 1959">
              <a:extLst>
                <a:ext uri="{FF2B5EF4-FFF2-40B4-BE49-F238E27FC236}">
                  <a16:creationId xmlns:a16="http://schemas.microsoft.com/office/drawing/2014/main" id="{D0FA66FC-480E-6258-611F-97417F925985}"/>
                </a:ext>
                <a:ext uri="{C183D7F6-B498-43B3-948B-1728B52AA6E4}">
                  <adec:decorative xmlns:adec="http://schemas.microsoft.com/office/drawing/2017/decorative" val="1"/>
                </a:ext>
              </a:extLst>
            </p:cNvPr>
            <p:cNvSpPr/>
            <p:nvPr/>
          </p:nvSpPr>
          <p:spPr>
            <a:xfrm>
              <a:off x="1787622" y="4042728"/>
              <a:ext cx="51092" cy="51087"/>
            </a:xfrm>
            <a:custGeom>
              <a:avLst/>
              <a:gdLst>
                <a:gd name="connsiteX0" fmla="*/ -18 w 420640"/>
                <a:gd name="connsiteY0" fmla="*/ 26 h 420600"/>
                <a:gd name="connsiteX1" fmla="*/ 420622 w 420640"/>
                <a:gd name="connsiteY1" fmla="*/ 26 h 420600"/>
                <a:gd name="connsiteX2" fmla="*/ 420622 w 420640"/>
                <a:gd name="connsiteY2" fmla="*/ 420627 h 420600"/>
                <a:gd name="connsiteX3" fmla="*/ -18 w 420640"/>
                <a:gd name="connsiteY3" fmla="*/ 420627 h 420600"/>
                <a:gd name="connsiteX4" fmla="*/ -18 w 420640"/>
                <a:gd name="connsiteY4" fmla="*/ 26 h 42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640" h="420600">
                  <a:moveTo>
                    <a:pt x="-18" y="26"/>
                  </a:moveTo>
                  <a:lnTo>
                    <a:pt x="420622" y="26"/>
                  </a:lnTo>
                  <a:lnTo>
                    <a:pt x="420622" y="420627"/>
                  </a:lnTo>
                  <a:lnTo>
                    <a:pt x="-18" y="420627"/>
                  </a:lnTo>
                  <a:lnTo>
                    <a:pt x="-18" y="26"/>
                  </a:lnTo>
                </a:path>
              </a:pathLst>
            </a:custGeom>
            <a:solidFill>
              <a:schemeClr val="bg1"/>
            </a:solidFill>
            <a:ln w="10102"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506A651D-6B74-6562-5224-42446CF58D70}"/>
                </a:ext>
                <a:ext uri="{C183D7F6-B498-43B3-948B-1728B52AA6E4}">
                  <adec:decorative xmlns:adec="http://schemas.microsoft.com/office/drawing/2017/decorative" val="1"/>
                </a:ext>
              </a:extLst>
            </p:cNvPr>
            <p:cNvSpPr/>
            <p:nvPr/>
          </p:nvSpPr>
          <p:spPr>
            <a:xfrm>
              <a:off x="1801186" y="3636615"/>
              <a:ext cx="392600" cy="450093"/>
            </a:xfrm>
            <a:custGeom>
              <a:avLst/>
              <a:gdLst>
                <a:gd name="connsiteX0" fmla="*/ 267600 w 521831"/>
                <a:gd name="connsiteY0" fmla="*/ 489443 h 598249"/>
                <a:gd name="connsiteX1" fmla="*/ 346591 w 521831"/>
                <a:gd name="connsiteY1" fmla="*/ 510172 h 598249"/>
                <a:gd name="connsiteX2" fmla="*/ 342444 w 521831"/>
                <a:gd name="connsiteY2" fmla="*/ 525962 h 598249"/>
                <a:gd name="connsiteX3" fmla="*/ 263451 w 521831"/>
                <a:gd name="connsiteY3" fmla="*/ 505233 h 598249"/>
                <a:gd name="connsiteX4" fmla="*/ 247265 w 521831"/>
                <a:gd name="connsiteY4" fmla="*/ 472659 h 598249"/>
                <a:gd name="connsiteX5" fmla="*/ 256338 w 521831"/>
                <a:gd name="connsiteY5" fmla="*/ 486236 h 598249"/>
                <a:gd name="connsiteX6" fmla="*/ 222377 w 521831"/>
                <a:gd name="connsiteY6" fmla="*/ 508956 h 598249"/>
                <a:gd name="connsiteX7" fmla="*/ 207295 w 521831"/>
                <a:gd name="connsiteY7" fmla="*/ 486721 h 598249"/>
                <a:gd name="connsiteX8" fmla="*/ 220807 w 521831"/>
                <a:gd name="connsiteY8" fmla="*/ 477546 h 598249"/>
                <a:gd name="connsiteX9" fmla="*/ 226778 w 521831"/>
                <a:gd name="connsiteY9" fmla="*/ 486351 h 598249"/>
                <a:gd name="connsiteX10" fmla="*/ 199557 w 521831"/>
                <a:gd name="connsiteY10" fmla="*/ 431221 h 598249"/>
                <a:gd name="connsiteX11" fmla="*/ 168593 w 521831"/>
                <a:gd name="connsiteY11" fmla="*/ 549250 h 598249"/>
                <a:gd name="connsiteX12" fmla="*/ 177911 w 521831"/>
                <a:gd name="connsiteY12" fmla="*/ 549250 h 598249"/>
                <a:gd name="connsiteX13" fmla="*/ 207317 w 521831"/>
                <a:gd name="connsiteY13" fmla="*/ 549250 h 598249"/>
                <a:gd name="connsiteX14" fmla="*/ 365274 w 521831"/>
                <a:gd name="connsiteY14" fmla="*/ 549250 h 598249"/>
                <a:gd name="connsiteX15" fmla="*/ 382323 w 521831"/>
                <a:gd name="connsiteY15" fmla="*/ 483978 h 598249"/>
                <a:gd name="connsiteX16" fmla="*/ 381825 w 521831"/>
                <a:gd name="connsiteY16" fmla="*/ 480546 h 598249"/>
                <a:gd name="connsiteX17" fmla="*/ 379050 w 521831"/>
                <a:gd name="connsiteY17" fmla="*/ 478428 h 598249"/>
                <a:gd name="connsiteX18" fmla="*/ 332176 w 521831"/>
                <a:gd name="connsiteY18" fmla="*/ 466178 h 598249"/>
                <a:gd name="connsiteX19" fmla="*/ 329241 w 521831"/>
                <a:gd name="connsiteY19" fmla="*/ 477286 h 598249"/>
                <a:gd name="connsiteX20" fmla="*/ 247900 w 521831"/>
                <a:gd name="connsiteY20" fmla="*/ 455887 h 598249"/>
                <a:gd name="connsiteX21" fmla="*/ 250842 w 521831"/>
                <a:gd name="connsiteY21" fmla="*/ 444779 h 598249"/>
                <a:gd name="connsiteX22" fmla="*/ 256603 w 521831"/>
                <a:gd name="connsiteY22" fmla="*/ 48999 h 598249"/>
                <a:gd name="connsiteX23" fmla="*/ 144097 w 521831"/>
                <a:gd name="connsiteY23" fmla="*/ 146685 h 598249"/>
                <a:gd name="connsiteX24" fmla="*/ 143038 w 521831"/>
                <a:gd name="connsiteY24" fmla="*/ 162233 h 598249"/>
                <a:gd name="connsiteX25" fmla="*/ 256661 w 521831"/>
                <a:gd name="connsiteY25" fmla="*/ 275844 h 598249"/>
                <a:gd name="connsiteX26" fmla="*/ 369416 w 521831"/>
                <a:gd name="connsiteY26" fmla="*/ 176212 h 598249"/>
                <a:gd name="connsiteX27" fmla="*/ 370228 w 521831"/>
                <a:gd name="connsiteY27" fmla="*/ 162623 h 598249"/>
                <a:gd name="connsiteX28" fmla="*/ 256603 w 521831"/>
                <a:gd name="connsiteY28" fmla="*/ 48999 h 598249"/>
                <a:gd name="connsiteX29" fmla="*/ 256603 w 521831"/>
                <a:gd name="connsiteY29" fmla="*/ 0 h 598249"/>
                <a:gd name="connsiteX30" fmla="*/ 375554 w 521831"/>
                <a:gd name="connsiteY30" fmla="*/ 51844 h 598249"/>
                <a:gd name="connsiteX31" fmla="*/ 375828 w 521831"/>
                <a:gd name="connsiteY31" fmla="*/ 51583 h 598249"/>
                <a:gd name="connsiteX32" fmla="*/ 419271 w 521831"/>
                <a:gd name="connsiteY32" fmla="*/ 162233 h 598249"/>
                <a:gd name="connsiteX33" fmla="*/ 418059 w 521831"/>
                <a:gd name="connsiteY33" fmla="*/ 182146 h 598249"/>
                <a:gd name="connsiteX34" fmla="*/ 375784 w 521831"/>
                <a:gd name="connsiteY34" fmla="*/ 273260 h 598249"/>
                <a:gd name="connsiteX35" fmla="*/ 375560 w 521831"/>
                <a:gd name="connsiteY35" fmla="*/ 273056 h 598249"/>
                <a:gd name="connsiteX36" fmla="*/ 322551 w 521831"/>
                <a:gd name="connsiteY36" fmla="*/ 310893 h 598249"/>
                <a:gd name="connsiteX37" fmla="*/ 308774 w 521831"/>
                <a:gd name="connsiteY37" fmla="*/ 313810 h 598249"/>
                <a:gd name="connsiteX38" fmla="*/ 309993 w 521831"/>
                <a:gd name="connsiteY38" fmla="*/ 313933 h 598249"/>
                <a:gd name="connsiteX39" fmla="*/ 521831 w 521831"/>
                <a:gd name="connsiteY39" fmla="*/ 573749 h 598249"/>
                <a:gd name="connsiteX40" fmla="*/ 521831 w 521831"/>
                <a:gd name="connsiteY40" fmla="*/ 598249 h 598249"/>
                <a:gd name="connsiteX41" fmla="*/ 207317 w 521831"/>
                <a:gd name="connsiteY41" fmla="*/ 598249 h 598249"/>
                <a:gd name="connsiteX42" fmla="*/ 177911 w 521831"/>
                <a:gd name="connsiteY42" fmla="*/ 598249 h 598249"/>
                <a:gd name="connsiteX43" fmla="*/ 79618 w 521831"/>
                <a:gd name="connsiteY43" fmla="*/ 598249 h 598249"/>
                <a:gd name="connsiteX44" fmla="*/ 79618 w 521831"/>
                <a:gd name="connsiteY44" fmla="*/ 549250 h 598249"/>
                <a:gd name="connsiteX45" fmla="*/ 151637 w 521831"/>
                <a:gd name="connsiteY45" fmla="*/ 549250 h 598249"/>
                <a:gd name="connsiteX46" fmla="*/ 187959 w 521831"/>
                <a:gd name="connsiteY46" fmla="*/ 411303 h 598249"/>
                <a:gd name="connsiteX47" fmla="*/ 255083 w 521831"/>
                <a:gd name="connsiteY47" fmla="*/ 428944 h 598249"/>
                <a:gd name="connsiteX48" fmla="*/ 260310 w 521831"/>
                <a:gd name="connsiteY48" fmla="*/ 430246 h 598249"/>
                <a:gd name="connsiteX49" fmla="*/ 304574 w 521831"/>
                <a:gd name="connsiteY49" fmla="*/ 405905 h 598249"/>
                <a:gd name="connsiteX50" fmla="*/ 331032 w 521831"/>
                <a:gd name="connsiteY50" fmla="*/ 448862 h 598249"/>
                <a:gd name="connsiteX51" fmla="*/ 336424 w 521831"/>
                <a:gd name="connsiteY51" fmla="*/ 450330 h 598249"/>
                <a:gd name="connsiteX52" fmla="*/ 383133 w 521831"/>
                <a:gd name="connsiteY52" fmla="*/ 462579 h 598249"/>
                <a:gd name="connsiteX53" fmla="*/ 396040 w 521831"/>
                <a:gd name="connsiteY53" fmla="*/ 472220 h 598249"/>
                <a:gd name="connsiteX54" fmla="*/ 398158 w 521831"/>
                <a:gd name="connsiteY54" fmla="*/ 488228 h 598249"/>
                <a:gd name="connsiteX55" fmla="*/ 382076 w 521831"/>
                <a:gd name="connsiteY55" fmla="*/ 549250 h 598249"/>
                <a:gd name="connsiteX56" fmla="*/ 471454 w 521831"/>
                <a:gd name="connsiteY56" fmla="*/ 549250 h 598249"/>
                <a:gd name="connsiteX57" fmla="*/ 256610 w 521831"/>
                <a:gd name="connsiteY57" fmla="*/ 357534 h 598249"/>
                <a:gd name="connsiteX58" fmla="*/ 85862 w 521831"/>
                <a:gd name="connsiteY58" fmla="*/ 441248 h 598249"/>
                <a:gd name="connsiteX59" fmla="*/ 85859 w 521831"/>
                <a:gd name="connsiteY59" fmla="*/ 441253 h 598249"/>
                <a:gd name="connsiteX60" fmla="*/ 56629 w 521831"/>
                <a:gd name="connsiteY60" fmla="*/ 491553 h 598249"/>
                <a:gd name="connsiteX61" fmla="*/ 51866 w 521831"/>
                <a:gd name="connsiteY61" fmla="*/ 510061 h 598249"/>
                <a:gd name="connsiteX62" fmla="*/ 0 w 521831"/>
                <a:gd name="connsiteY62" fmla="*/ 510061 h 598249"/>
                <a:gd name="connsiteX63" fmla="*/ 12271 w 521831"/>
                <a:gd name="connsiteY63" fmla="*/ 470615 h 598249"/>
                <a:gd name="connsiteX64" fmla="*/ 16520 w 521831"/>
                <a:gd name="connsiteY64" fmla="*/ 462798 h 598249"/>
                <a:gd name="connsiteX65" fmla="*/ 36752 w 521831"/>
                <a:gd name="connsiteY65" fmla="*/ 425569 h 598249"/>
                <a:gd name="connsiteX66" fmla="*/ 190408 w 521831"/>
                <a:gd name="connsiteY66" fmla="*/ 316899 h 598249"/>
                <a:gd name="connsiteX67" fmla="*/ 208404 w 521831"/>
                <a:gd name="connsiteY67" fmla="*/ 314625 h 598249"/>
                <a:gd name="connsiteX68" fmla="*/ 190762 w 521831"/>
                <a:gd name="connsiteY68" fmla="*/ 310890 h 598249"/>
                <a:gd name="connsiteX69" fmla="*/ 137749 w 521831"/>
                <a:gd name="connsiteY69" fmla="*/ 273056 h 598249"/>
                <a:gd name="connsiteX70" fmla="*/ 137468 w 521831"/>
                <a:gd name="connsiteY70" fmla="*/ 273310 h 598249"/>
                <a:gd name="connsiteX71" fmla="*/ 93981 w 521831"/>
                <a:gd name="connsiteY71" fmla="*/ 162623 h 598249"/>
                <a:gd name="connsiteX72" fmla="*/ 95551 w 521831"/>
                <a:gd name="connsiteY72" fmla="*/ 140005 h 598249"/>
                <a:gd name="connsiteX73" fmla="*/ 137526 w 521831"/>
                <a:gd name="connsiteY73" fmla="*/ 51538 h 598249"/>
                <a:gd name="connsiteX74" fmla="*/ 137749 w 521831"/>
                <a:gd name="connsiteY74" fmla="*/ 51743 h 598249"/>
                <a:gd name="connsiteX75" fmla="*/ 256603 w 521831"/>
                <a:gd name="connsiteY75" fmla="*/ 0 h 59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21831" h="598249">
                  <a:moveTo>
                    <a:pt x="267600" y="489443"/>
                  </a:moveTo>
                  <a:lnTo>
                    <a:pt x="346591" y="510172"/>
                  </a:lnTo>
                  <a:lnTo>
                    <a:pt x="342444" y="525962"/>
                  </a:lnTo>
                  <a:lnTo>
                    <a:pt x="263451" y="505233"/>
                  </a:lnTo>
                  <a:close/>
                  <a:moveTo>
                    <a:pt x="247265" y="472659"/>
                  </a:moveTo>
                  <a:lnTo>
                    <a:pt x="256338" y="486236"/>
                  </a:lnTo>
                  <a:lnTo>
                    <a:pt x="222377" y="508956"/>
                  </a:lnTo>
                  <a:lnTo>
                    <a:pt x="207295" y="486721"/>
                  </a:lnTo>
                  <a:lnTo>
                    <a:pt x="220807" y="477546"/>
                  </a:lnTo>
                  <a:lnTo>
                    <a:pt x="226778" y="486351"/>
                  </a:lnTo>
                  <a:close/>
                  <a:moveTo>
                    <a:pt x="199557" y="431221"/>
                  </a:moveTo>
                  <a:lnTo>
                    <a:pt x="168593" y="549250"/>
                  </a:lnTo>
                  <a:lnTo>
                    <a:pt x="177911" y="549250"/>
                  </a:lnTo>
                  <a:lnTo>
                    <a:pt x="207317" y="549250"/>
                  </a:lnTo>
                  <a:lnTo>
                    <a:pt x="365274" y="549250"/>
                  </a:lnTo>
                  <a:lnTo>
                    <a:pt x="382323" y="483978"/>
                  </a:lnTo>
                  <a:cubicBezTo>
                    <a:pt x="382648" y="482836"/>
                    <a:pt x="382481" y="481528"/>
                    <a:pt x="381825" y="480546"/>
                  </a:cubicBezTo>
                  <a:cubicBezTo>
                    <a:pt x="381175" y="479404"/>
                    <a:pt x="380198" y="478753"/>
                    <a:pt x="379050" y="478428"/>
                  </a:cubicBezTo>
                  <a:lnTo>
                    <a:pt x="332176" y="466178"/>
                  </a:lnTo>
                  <a:lnTo>
                    <a:pt x="329241" y="477286"/>
                  </a:lnTo>
                  <a:lnTo>
                    <a:pt x="247900" y="455887"/>
                  </a:lnTo>
                  <a:lnTo>
                    <a:pt x="250842" y="444779"/>
                  </a:lnTo>
                  <a:close/>
                  <a:moveTo>
                    <a:pt x="256603" y="48999"/>
                  </a:moveTo>
                  <a:cubicBezTo>
                    <a:pt x="199354" y="48999"/>
                    <a:pt x="151868" y="91555"/>
                    <a:pt x="144097" y="146685"/>
                  </a:cubicBezTo>
                  <a:cubicBezTo>
                    <a:pt x="143395" y="151807"/>
                    <a:pt x="143038" y="156988"/>
                    <a:pt x="143038" y="162233"/>
                  </a:cubicBezTo>
                  <a:cubicBezTo>
                    <a:pt x="143038" y="224880"/>
                    <a:pt x="194009" y="275844"/>
                    <a:pt x="256661" y="275844"/>
                  </a:cubicBezTo>
                  <a:cubicBezTo>
                    <a:pt x="314573" y="275844"/>
                    <a:pt x="362513" y="232287"/>
                    <a:pt x="369416" y="176212"/>
                  </a:cubicBezTo>
                  <a:cubicBezTo>
                    <a:pt x="369953" y="171733"/>
                    <a:pt x="370228" y="167190"/>
                    <a:pt x="370228" y="162623"/>
                  </a:cubicBezTo>
                  <a:cubicBezTo>
                    <a:pt x="370228" y="99969"/>
                    <a:pt x="319257" y="48999"/>
                    <a:pt x="256603" y="48999"/>
                  </a:cubicBezTo>
                  <a:close/>
                  <a:moveTo>
                    <a:pt x="256603" y="0"/>
                  </a:moveTo>
                  <a:cubicBezTo>
                    <a:pt x="303510" y="0"/>
                    <a:pt x="345842" y="19963"/>
                    <a:pt x="375554" y="51844"/>
                  </a:cubicBezTo>
                  <a:lnTo>
                    <a:pt x="375828" y="51583"/>
                  </a:lnTo>
                  <a:cubicBezTo>
                    <a:pt x="403851" y="81748"/>
                    <a:pt x="419271" y="121037"/>
                    <a:pt x="419271" y="162233"/>
                  </a:cubicBezTo>
                  <a:cubicBezTo>
                    <a:pt x="419271" y="168970"/>
                    <a:pt x="418856" y="175613"/>
                    <a:pt x="418059" y="182146"/>
                  </a:cubicBezTo>
                  <a:cubicBezTo>
                    <a:pt x="413982" y="216094"/>
                    <a:pt x="399333" y="247898"/>
                    <a:pt x="375784" y="273260"/>
                  </a:cubicBezTo>
                  <a:lnTo>
                    <a:pt x="375560" y="273056"/>
                  </a:lnTo>
                  <a:cubicBezTo>
                    <a:pt x="360708" y="288980"/>
                    <a:pt x="342703" y="301927"/>
                    <a:pt x="322551" y="310893"/>
                  </a:cubicBezTo>
                  <a:lnTo>
                    <a:pt x="308774" y="313810"/>
                  </a:lnTo>
                  <a:lnTo>
                    <a:pt x="309993" y="313933"/>
                  </a:lnTo>
                  <a:cubicBezTo>
                    <a:pt x="430735" y="338705"/>
                    <a:pt x="521831" y="445791"/>
                    <a:pt x="521831" y="573749"/>
                  </a:cubicBezTo>
                  <a:lnTo>
                    <a:pt x="521831" y="598249"/>
                  </a:lnTo>
                  <a:lnTo>
                    <a:pt x="207317" y="598249"/>
                  </a:lnTo>
                  <a:lnTo>
                    <a:pt x="177911" y="598249"/>
                  </a:lnTo>
                  <a:lnTo>
                    <a:pt x="79618" y="598249"/>
                  </a:lnTo>
                  <a:lnTo>
                    <a:pt x="79618" y="549250"/>
                  </a:lnTo>
                  <a:lnTo>
                    <a:pt x="151637" y="549250"/>
                  </a:lnTo>
                  <a:lnTo>
                    <a:pt x="187959" y="411303"/>
                  </a:lnTo>
                  <a:lnTo>
                    <a:pt x="255083" y="428944"/>
                  </a:lnTo>
                  <a:lnTo>
                    <a:pt x="260310" y="430246"/>
                  </a:lnTo>
                  <a:cubicBezTo>
                    <a:pt x="266358" y="411788"/>
                    <a:pt x="285633" y="401011"/>
                    <a:pt x="304574" y="405905"/>
                  </a:cubicBezTo>
                  <a:cubicBezTo>
                    <a:pt x="323351" y="410971"/>
                    <a:pt x="334957" y="429913"/>
                    <a:pt x="331032" y="448862"/>
                  </a:cubicBezTo>
                  <a:lnTo>
                    <a:pt x="336424" y="450330"/>
                  </a:lnTo>
                  <a:lnTo>
                    <a:pt x="383133" y="462579"/>
                  </a:lnTo>
                  <a:cubicBezTo>
                    <a:pt x="388683" y="464053"/>
                    <a:pt x="393104" y="467486"/>
                    <a:pt x="396040" y="472220"/>
                  </a:cubicBezTo>
                  <a:cubicBezTo>
                    <a:pt x="398814" y="477120"/>
                    <a:pt x="399638" y="482836"/>
                    <a:pt x="398158" y="488228"/>
                  </a:cubicBezTo>
                  <a:lnTo>
                    <a:pt x="382076" y="549250"/>
                  </a:lnTo>
                  <a:lnTo>
                    <a:pt x="471454" y="549250"/>
                  </a:lnTo>
                  <a:cubicBezTo>
                    <a:pt x="459248" y="441522"/>
                    <a:pt x="367554" y="357534"/>
                    <a:pt x="256610" y="357534"/>
                  </a:cubicBezTo>
                  <a:cubicBezTo>
                    <a:pt x="187271" y="357534"/>
                    <a:pt x="125452" y="390342"/>
                    <a:pt x="85862" y="441248"/>
                  </a:cubicBezTo>
                  <a:lnTo>
                    <a:pt x="85859" y="441253"/>
                  </a:lnTo>
                  <a:lnTo>
                    <a:pt x="56629" y="491553"/>
                  </a:lnTo>
                  <a:lnTo>
                    <a:pt x="51866" y="510061"/>
                  </a:lnTo>
                  <a:lnTo>
                    <a:pt x="0" y="510061"/>
                  </a:lnTo>
                  <a:lnTo>
                    <a:pt x="12271" y="470615"/>
                  </a:lnTo>
                  <a:lnTo>
                    <a:pt x="16520" y="462798"/>
                  </a:lnTo>
                  <a:lnTo>
                    <a:pt x="36752" y="425569"/>
                  </a:lnTo>
                  <a:cubicBezTo>
                    <a:pt x="72535" y="372650"/>
                    <a:pt x="126902" y="333278"/>
                    <a:pt x="190408" y="316899"/>
                  </a:cubicBezTo>
                  <a:lnTo>
                    <a:pt x="208404" y="314625"/>
                  </a:lnTo>
                  <a:lnTo>
                    <a:pt x="190762" y="310890"/>
                  </a:lnTo>
                  <a:cubicBezTo>
                    <a:pt x="170608" y="301924"/>
                    <a:pt x="152602" y="288977"/>
                    <a:pt x="137749" y="273056"/>
                  </a:cubicBezTo>
                  <a:lnTo>
                    <a:pt x="137468" y="273310"/>
                  </a:lnTo>
                  <a:cubicBezTo>
                    <a:pt x="109428" y="243138"/>
                    <a:pt x="93981" y="203831"/>
                    <a:pt x="93981" y="162623"/>
                  </a:cubicBezTo>
                  <a:cubicBezTo>
                    <a:pt x="93981" y="154946"/>
                    <a:pt x="94517" y="147399"/>
                    <a:pt x="95551" y="140005"/>
                  </a:cubicBezTo>
                  <a:cubicBezTo>
                    <a:pt x="100068" y="107032"/>
                    <a:pt x="114576" y="76216"/>
                    <a:pt x="137526" y="51538"/>
                  </a:cubicBezTo>
                  <a:lnTo>
                    <a:pt x="137749" y="51743"/>
                  </a:lnTo>
                  <a:cubicBezTo>
                    <a:pt x="167448" y="19924"/>
                    <a:pt x="209742" y="0"/>
                    <a:pt x="256603"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8" name="Group 167">
            <a:extLst>
              <a:ext uri="{FF2B5EF4-FFF2-40B4-BE49-F238E27FC236}">
                <a16:creationId xmlns:a16="http://schemas.microsoft.com/office/drawing/2014/main" id="{A01659F9-9B11-A31C-7010-BF91790FAE97}"/>
              </a:ext>
              <a:ext uri="{C183D7F6-B498-43B3-948B-1728B52AA6E4}">
                <adec:decorative xmlns:adec="http://schemas.microsoft.com/office/drawing/2017/decorative" val="1"/>
              </a:ext>
            </a:extLst>
          </p:cNvPr>
          <p:cNvGrpSpPr>
            <a:grpSpLocks noChangeAspect="1"/>
          </p:cNvGrpSpPr>
          <p:nvPr/>
        </p:nvGrpSpPr>
        <p:grpSpPr>
          <a:xfrm>
            <a:off x="9441368" y="3636615"/>
            <a:ext cx="462916" cy="457200"/>
            <a:chOff x="9441368" y="3636615"/>
            <a:chExt cx="462916" cy="457200"/>
          </a:xfrm>
          <a:solidFill>
            <a:srgbClr val="FF0000"/>
          </a:solidFill>
        </p:grpSpPr>
        <p:sp>
          <p:nvSpPr>
            <p:cNvPr id="2017" name="Freeform: Shape 2016">
              <a:extLst>
                <a:ext uri="{FF2B5EF4-FFF2-40B4-BE49-F238E27FC236}">
                  <a16:creationId xmlns:a16="http://schemas.microsoft.com/office/drawing/2014/main" id="{E25C0DB1-5CA0-003B-4780-EDBFF77945A0}"/>
                </a:ext>
                <a:ext uri="{C183D7F6-B498-43B3-948B-1728B52AA6E4}">
                  <adec:decorative xmlns:adec="http://schemas.microsoft.com/office/drawing/2017/decorative" val="1"/>
                </a:ext>
              </a:extLst>
            </p:cNvPr>
            <p:cNvSpPr/>
            <p:nvPr/>
          </p:nvSpPr>
          <p:spPr>
            <a:xfrm>
              <a:off x="9441368" y="3847181"/>
              <a:ext cx="36097" cy="36097"/>
            </a:xfrm>
            <a:custGeom>
              <a:avLst/>
              <a:gdLst>
                <a:gd name="connsiteX0" fmla="*/ 0 w 114300"/>
                <a:gd name="connsiteY0" fmla="*/ 0 h 114300"/>
                <a:gd name="connsiteX1" fmla="*/ 114300 w 114300"/>
                <a:gd name="connsiteY1" fmla="*/ 0 h 114300"/>
                <a:gd name="connsiteX2" fmla="*/ 114300 w 114300"/>
                <a:gd name="connsiteY2" fmla="*/ 114300 h 114300"/>
                <a:gd name="connsiteX3" fmla="*/ 0 w 1143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14300" h="114300">
                  <a:moveTo>
                    <a:pt x="0" y="0"/>
                  </a:moveTo>
                  <a:lnTo>
                    <a:pt x="114300" y="0"/>
                  </a:lnTo>
                  <a:lnTo>
                    <a:pt x="114300" y="114300"/>
                  </a:lnTo>
                  <a:lnTo>
                    <a:pt x="0" y="114300"/>
                  </a:lnTo>
                  <a:close/>
                </a:path>
              </a:pathLst>
            </a:custGeom>
            <a:solidFill>
              <a:schemeClr val="bg1"/>
            </a:solidFill>
            <a:ln w="952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48369DAC-0C6F-02F4-55C0-8D26C7F0CA27}"/>
                </a:ext>
                <a:ext uri="{C183D7F6-B498-43B3-948B-1728B52AA6E4}">
                  <adec:decorative xmlns:adec="http://schemas.microsoft.com/office/drawing/2017/decorative" val="1"/>
                </a:ext>
              </a:extLst>
            </p:cNvPr>
            <p:cNvSpPr/>
            <p:nvPr/>
          </p:nvSpPr>
          <p:spPr>
            <a:xfrm>
              <a:off x="9449669" y="3636615"/>
              <a:ext cx="454615" cy="457200"/>
            </a:xfrm>
            <a:custGeom>
              <a:avLst/>
              <a:gdLst>
                <a:gd name="connsiteX0" fmla="*/ 633332 w 834921"/>
                <a:gd name="connsiteY0" fmla="*/ 634434 h 839669"/>
                <a:gd name="connsiteX1" fmla="*/ 597698 w 834921"/>
                <a:gd name="connsiteY1" fmla="*/ 712219 h 839669"/>
                <a:gd name="connsiteX2" fmla="*/ 558806 w 834921"/>
                <a:gd name="connsiteY2" fmla="*/ 766856 h 839669"/>
                <a:gd name="connsiteX3" fmla="*/ 710454 w 834921"/>
                <a:gd name="connsiteY3" fmla="*/ 651504 h 839669"/>
                <a:gd name="connsiteX4" fmla="*/ 633332 w 834921"/>
                <a:gd name="connsiteY4" fmla="*/ 634434 h 839669"/>
                <a:gd name="connsiteX5" fmla="*/ 196676 w 834921"/>
                <a:gd name="connsiteY5" fmla="*/ 634434 h 839669"/>
                <a:gd name="connsiteX6" fmla="*/ 119664 w 834921"/>
                <a:gd name="connsiteY6" fmla="*/ 651504 h 839669"/>
                <a:gd name="connsiteX7" fmla="*/ 271146 w 834921"/>
                <a:gd name="connsiteY7" fmla="*/ 766801 h 839669"/>
                <a:gd name="connsiteX8" fmla="*/ 232309 w 834921"/>
                <a:gd name="connsiteY8" fmla="*/ 712219 h 839669"/>
                <a:gd name="connsiteX9" fmla="*/ 196676 w 834921"/>
                <a:gd name="connsiteY9" fmla="*/ 634434 h 839669"/>
                <a:gd name="connsiteX10" fmla="*/ 435831 w 834921"/>
                <a:gd name="connsiteY10" fmla="*/ 615540 h 839669"/>
                <a:gd name="connsiteX11" fmla="*/ 435831 w 834921"/>
                <a:gd name="connsiteY11" fmla="*/ 793594 h 839669"/>
                <a:gd name="connsiteX12" fmla="*/ 559469 w 834921"/>
                <a:gd name="connsiteY12" fmla="*/ 690066 h 839669"/>
                <a:gd name="connsiteX13" fmla="*/ 588914 w 834921"/>
                <a:gd name="connsiteY13" fmla="*/ 627307 h 839669"/>
                <a:gd name="connsiteX14" fmla="*/ 435831 w 834921"/>
                <a:gd name="connsiteY14" fmla="*/ 615540 h 839669"/>
                <a:gd name="connsiteX15" fmla="*/ 394232 w 834921"/>
                <a:gd name="connsiteY15" fmla="*/ 615485 h 839669"/>
                <a:gd name="connsiteX16" fmla="*/ 241148 w 834921"/>
                <a:gd name="connsiteY16" fmla="*/ 627251 h 839669"/>
                <a:gd name="connsiteX17" fmla="*/ 270593 w 834921"/>
                <a:gd name="connsiteY17" fmla="*/ 690010 h 839669"/>
                <a:gd name="connsiteX18" fmla="*/ 394232 w 834921"/>
                <a:gd name="connsiteY18" fmla="*/ 793594 h 839669"/>
                <a:gd name="connsiteX19" fmla="*/ 668136 w 834921"/>
                <a:gd name="connsiteY19" fmla="*/ 440524 h 839669"/>
                <a:gd name="connsiteX20" fmla="*/ 646535 w 834921"/>
                <a:gd name="connsiteY20" fmla="*/ 591895 h 839669"/>
                <a:gd name="connsiteX21" fmla="*/ 737137 w 834921"/>
                <a:gd name="connsiteY21" fmla="*/ 612944 h 839669"/>
                <a:gd name="connsiteX22" fmla="*/ 790117 w 834921"/>
                <a:gd name="connsiteY22" fmla="*/ 440524 h 839669"/>
                <a:gd name="connsiteX23" fmla="*/ 435831 w 834921"/>
                <a:gd name="connsiteY23" fmla="*/ 440524 h 839669"/>
                <a:gd name="connsiteX24" fmla="*/ 435831 w 834921"/>
                <a:gd name="connsiteY24" fmla="*/ 571344 h 839669"/>
                <a:gd name="connsiteX25" fmla="*/ 602781 w 834921"/>
                <a:gd name="connsiteY25" fmla="*/ 584603 h 839669"/>
                <a:gd name="connsiteX26" fmla="*/ 623885 w 834921"/>
                <a:gd name="connsiteY26" fmla="*/ 440524 h 839669"/>
                <a:gd name="connsiteX27" fmla="*/ 206178 w 834921"/>
                <a:gd name="connsiteY27" fmla="*/ 440524 h 839669"/>
                <a:gd name="connsiteX28" fmla="*/ 227281 w 834921"/>
                <a:gd name="connsiteY28" fmla="*/ 584603 h 839669"/>
                <a:gd name="connsiteX29" fmla="*/ 394232 w 834921"/>
                <a:gd name="connsiteY29" fmla="*/ 571344 h 839669"/>
                <a:gd name="connsiteX30" fmla="*/ 394232 w 834921"/>
                <a:gd name="connsiteY30" fmla="*/ 440524 h 839669"/>
                <a:gd name="connsiteX31" fmla="*/ 603002 w 834921"/>
                <a:gd name="connsiteY31" fmla="*/ 255729 h 839669"/>
                <a:gd name="connsiteX32" fmla="*/ 435831 w 834921"/>
                <a:gd name="connsiteY32" fmla="*/ 269043 h 839669"/>
                <a:gd name="connsiteX33" fmla="*/ 435831 w 834921"/>
                <a:gd name="connsiteY33" fmla="*/ 395941 h 839669"/>
                <a:gd name="connsiteX34" fmla="*/ 623774 w 834921"/>
                <a:gd name="connsiteY34" fmla="*/ 395941 h 839669"/>
                <a:gd name="connsiteX35" fmla="*/ 603002 w 834921"/>
                <a:gd name="connsiteY35" fmla="*/ 255729 h 839669"/>
                <a:gd name="connsiteX36" fmla="*/ 227060 w 834921"/>
                <a:gd name="connsiteY36" fmla="*/ 255674 h 839669"/>
                <a:gd name="connsiteX37" fmla="*/ 206288 w 834921"/>
                <a:gd name="connsiteY37" fmla="*/ 395886 h 839669"/>
                <a:gd name="connsiteX38" fmla="*/ 394232 w 834921"/>
                <a:gd name="connsiteY38" fmla="*/ 395886 h 839669"/>
                <a:gd name="connsiteX39" fmla="*/ 394232 w 834921"/>
                <a:gd name="connsiteY39" fmla="*/ 268988 h 839669"/>
                <a:gd name="connsiteX40" fmla="*/ 227060 w 834921"/>
                <a:gd name="connsiteY40" fmla="*/ 255674 h 839669"/>
                <a:gd name="connsiteX41" fmla="*/ 737414 w 834921"/>
                <a:gd name="connsiteY41" fmla="*/ 227333 h 839669"/>
                <a:gd name="connsiteX42" fmla="*/ 646701 w 834921"/>
                <a:gd name="connsiteY42" fmla="*/ 248493 h 839669"/>
                <a:gd name="connsiteX43" fmla="*/ 667970 w 834921"/>
                <a:gd name="connsiteY43" fmla="*/ 395941 h 839669"/>
                <a:gd name="connsiteX44" fmla="*/ 789841 w 834921"/>
                <a:gd name="connsiteY44" fmla="*/ 395941 h 839669"/>
                <a:gd name="connsiteX45" fmla="*/ 737414 w 834921"/>
                <a:gd name="connsiteY45" fmla="*/ 227333 h 839669"/>
                <a:gd name="connsiteX46" fmla="*/ 271256 w 834921"/>
                <a:gd name="connsiteY46" fmla="*/ 72924 h 839669"/>
                <a:gd name="connsiteX47" fmla="*/ 119277 w 834921"/>
                <a:gd name="connsiteY47" fmla="*/ 188772 h 839669"/>
                <a:gd name="connsiteX48" fmla="*/ 196565 w 834921"/>
                <a:gd name="connsiteY48" fmla="*/ 205898 h 839669"/>
                <a:gd name="connsiteX49" fmla="*/ 232419 w 834921"/>
                <a:gd name="connsiteY49" fmla="*/ 127506 h 839669"/>
                <a:gd name="connsiteX50" fmla="*/ 271256 w 834921"/>
                <a:gd name="connsiteY50" fmla="*/ 72924 h 839669"/>
                <a:gd name="connsiteX51" fmla="*/ 558806 w 834921"/>
                <a:gd name="connsiteY51" fmla="*/ 72814 h 839669"/>
                <a:gd name="connsiteX52" fmla="*/ 597698 w 834921"/>
                <a:gd name="connsiteY52" fmla="*/ 127450 h 839669"/>
                <a:gd name="connsiteX53" fmla="*/ 633553 w 834921"/>
                <a:gd name="connsiteY53" fmla="*/ 205843 h 839669"/>
                <a:gd name="connsiteX54" fmla="*/ 710840 w 834921"/>
                <a:gd name="connsiteY54" fmla="*/ 188717 h 839669"/>
                <a:gd name="connsiteX55" fmla="*/ 558806 w 834921"/>
                <a:gd name="connsiteY55" fmla="*/ 72814 h 839669"/>
                <a:gd name="connsiteX56" fmla="*/ 435831 w 834921"/>
                <a:gd name="connsiteY56" fmla="*/ 46130 h 839669"/>
                <a:gd name="connsiteX57" fmla="*/ 435831 w 834921"/>
                <a:gd name="connsiteY57" fmla="*/ 224848 h 839669"/>
                <a:gd name="connsiteX58" fmla="*/ 589136 w 834921"/>
                <a:gd name="connsiteY58" fmla="*/ 213080 h 839669"/>
                <a:gd name="connsiteX59" fmla="*/ 559469 w 834921"/>
                <a:gd name="connsiteY59" fmla="*/ 149714 h 839669"/>
                <a:gd name="connsiteX60" fmla="*/ 435831 w 834921"/>
                <a:gd name="connsiteY60" fmla="*/ 46130 h 839669"/>
                <a:gd name="connsiteX61" fmla="*/ 394232 w 834921"/>
                <a:gd name="connsiteY61" fmla="*/ 46130 h 839669"/>
                <a:gd name="connsiteX62" fmla="*/ 270593 w 834921"/>
                <a:gd name="connsiteY62" fmla="*/ 149714 h 839669"/>
                <a:gd name="connsiteX63" fmla="*/ 240927 w 834921"/>
                <a:gd name="connsiteY63" fmla="*/ 213080 h 839669"/>
                <a:gd name="connsiteX64" fmla="*/ 394232 w 834921"/>
                <a:gd name="connsiteY64" fmla="*/ 224848 h 839669"/>
                <a:gd name="connsiteX65" fmla="*/ 415004 w 834921"/>
                <a:gd name="connsiteY65" fmla="*/ 0 h 839669"/>
                <a:gd name="connsiteX66" fmla="*/ 834147 w 834921"/>
                <a:gd name="connsiteY66" fmla="*/ 395886 h 839669"/>
                <a:gd name="connsiteX67" fmla="*/ 834921 w 834921"/>
                <a:gd name="connsiteY67" fmla="*/ 395886 h 839669"/>
                <a:gd name="connsiteX68" fmla="*/ 834921 w 834921"/>
                <a:gd name="connsiteY68" fmla="*/ 440468 h 839669"/>
                <a:gd name="connsiteX69" fmla="*/ 834424 w 834921"/>
                <a:gd name="connsiteY69" fmla="*/ 440468 h 839669"/>
                <a:gd name="connsiteX70" fmla="*/ 415059 w 834921"/>
                <a:gd name="connsiteY70" fmla="*/ 839669 h 839669"/>
                <a:gd name="connsiteX71" fmla="*/ 38185 w 834921"/>
                <a:gd name="connsiteY71" fmla="*/ 604530 h 839669"/>
                <a:gd name="connsiteX72" fmla="*/ 33624 w 834921"/>
                <a:gd name="connsiteY72" fmla="*/ 592537 h 839669"/>
                <a:gd name="connsiteX73" fmla="*/ 22666 w 834921"/>
                <a:gd name="connsiteY73" fmla="*/ 568874 h 839669"/>
                <a:gd name="connsiteX74" fmla="*/ 5629 w 834921"/>
                <a:gd name="connsiteY74" fmla="*/ 512421 h 839669"/>
                <a:gd name="connsiteX75" fmla="*/ 0 w 834921"/>
                <a:gd name="connsiteY75" fmla="*/ 475208 h 839669"/>
                <a:gd name="connsiteX76" fmla="*/ 45519 w 834921"/>
                <a:gd name="connsiteY76" fmla="*/ 475208 h 839669"/>
                <a:gd name="connsiteX77" fmla="*/ 58211 w 834921"/>
                <a:gd name="connsiteY77" fmla="*/ 536899 h 839669"/>
                <a:gd name="connsiteX78" fmla="*/ 85634 w 834921"/>
                <a:gd name="connsiteY78" fmla="*/ 596642 h 839669"/>
                <a:gd name="connsiteX79" fmla="*/ 84497 w 834921"/>
                <a:gd name="connsiteY79" fmla="*/ 596642 h 839669"/>
                <a:gd name="connsiteX80" fmla="*/ 93091 w 834921"/>
                <a:gd name="connsiteY80" fmla="*/ 612888 h 839669"/>
                <a:gd name="connsiteX81" fmla="*/ 183527 w 834921"/>
                <a:gd name="connsiteY81" fmla="*/ 591840 h 839669"/>
                <a:gd name="connsiteX82" fmla="*/ 161926 w 834921"/>
                <a:gd name="connsiteY82" fmla="*/ 440468 h 839669"/>
                <a:gd name="connsiteX83" fmla="*/ 149289 w 834921"/>
                <a:gd name="connsiteY83" fmla="*/ 440468 h 839669"/>
                <a:gd name="connsiteX84" fmla="*/ 118044 w 834921"/>
                <a:gd name="connsiteY84" fmla="*/ 440468 h 839669"/>
                <a:gd name="connsiteX85" fmla="*/ 73248 w 834921"/>
                <a:gd name="connsiteY85" fmla="*/ 440468 h 839669"/>
                <a:gd name="connsiteX86" fmla="*/ 73248 w 834921"/>
                <a:gd name="connsiteY86" fmla="*/ 395886 h 839669"/>
                <a:gd name="connsiteX87" fmla="*/ 118044 w 834921"/>
                <a:gd name="connsiteY87" fmla="*/ 395886 h 839669"/>
                <a:gd name="connsiteX88" fmla="*/ 149289 w 834921"/>
                <a:gd name="connsiteY88" fmla="*/ 395886 h 839669"/>
                <a:gd name="connsiteX89" fmla="*/ 162037 w 834921"/>
                <a:gd name="connsiteY89" fmla="*/ 395886 h 839669"/>
                <a:gd name="connsiteX90" fmla="*/ 183306 w 834921"/>
                <a:gd name="connsiteY90" fmla="*/ 248437 h 839669"/>
                <a:gd name="connsiteX91" fmla="*/ 92704 w 834921"/>
                <a:gd name="connsiteY91" fmla="*/ 227333 h 839669"/>
                <a:gd name="connsiteX92" fmla="*/ 84414 w 834921"/>
                <a:gd name="connsiteY92" fmla="*/ 243072 h 839669"/>
                <a:gd name="connsiteX93" fmla="*/ 85505 w 834921"/>
                <a:gd name="connsiteY93" fmla="*/ 243072 h 839669"/>
                <a:gd name="connsiteX94" fmla="*/ 58052 w 834921"/>
                <a:gd name="connsiteY94" fmla="*/ 303088 h 839669"/>
                <a:gd name="connsiteX95" fmla="*/ 45442 w 834921"/>
                <a:gd name="connsiteY95" fmla="*/ 364516 h 839669"/>
                <a:gd name="connsiteX96" fmla="*/ 476 w 834921"/>
                <a:gd name="connsiteY96" fmla="*/ 364516 h 839669"/>
                <a:gd name="connsiteX97" fmla="*/ 10388 w 834921"/>
                <a:gd name="connsiteY97" fmla="*/ 308065 h 839669"/>
                <a:gd name="connsiteX98" fmla="*/ 26702 w 834921"/>
                <a:gd name="connsiteY98" fmla="*/ 265170 h 839669"/>
                <a:gd name="connsiteX99" fmla="*/ 26701 w 834921"/>
                <a:gd name="connsiteY99" fmla="*/ 265170 h 839669"/>
                <a:gd name="connsiteX100" fmla="*/ 38122 w 834921"/>
                <a:gd name="connsiteY100" fmla="*/ 235139 h 839669"/>
                <a:gd name="connsiteX101" fmla="*/ 415004 w 834921"/>
                <a:gd name="connsiteY101" fmla="*/ 0 h 83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34921" h="839669">
                  <a:moveTo>
                    <a:pt x="633332" y="634434"/>
                  </a:moveTo>
                  <a:cubicBezTo>
                    <a:pt x="623443" y="662332"/>
                    <a:pt x="611510" y="688463"/>
                    <a:pt x="597698" y="712219"/>
                  </a:cubicBezTo>
                  <a:cubicBezTo>
                    <a:pt x="585766" y="732770"/>
                    <a:pt x="572728" y="751056"/>
                    <a:pt x="558806" y="766856"/>
                  </a:cubicBezTo>
                  <a:cubicBezTo>
                    <a:pt x="618747" y="741941"/>
                    <a:pt x="670843" y="701888"/>
                    <a:pt x="710454" y="651504"/>
                  </a:cubicBezTo>
                  <a:cubicBezTo>
                    <a:pt x="685538" y="644931"/>
                    <a:pt x="659794" y="639240"/>
                    <a:pt x="633332" y="634434"/>
                  </a:cubicBezTo>
                  <a:close/>
                  <a:moveTo>
                    <a:pt x="196676" y="634434"/>
                  </a:moveTo>
                  <a:cubicBezTo>
                    <a:pt x="170269" y="639240"/>
                    <a:pt x="144524" y="644931"/>
                    <a:pt x="119664" y="651504"/>
                  </a:cubicBezTo>
                  <a:cubicBezTo>
                    <a:pt x="159219" y="701833"/>
                    <a:pt x="211315" y="741885"/>
                    <a:pt x="271146" y="766801"/>
                  </a:cubicBezTo>
                  <a:cubicBezTo>
                    <a:pt x="257279" y="751001"/>
                    <a:pt x="244241" y="732770"/>
                    <a:pt x="232309" y="712219"/>
                  </a:cubicBezTo>
                  <a:cubicBezTo>
                    <a:pt x="218497" y="688463"/>
                    <a:pt x="206620" y="662332"/>
                    <a:pt x="196676" y="634434"/>
                  </a:cubicBezTo>
                  <a:close/>
                  <a:moveTo>
                    <a:pt x="435831" y="615540"/>
                  </a:moveTo>
                  <a:lnTo>
                    <a:pt x="435831" y="793594"/>
                  </a:lnTo>
                  <a:cubicBezTo>
                    <a:pt x="481795" y="785197"/>
                    <a:pt x="525052" y="749177"/>
                    <a:pt x="559469" y="690066"/>
                  </a:cubicBezTo>
                  <a:cubicBezTo>
                    <a:pt x="570684" y="670785"/>
                    <a:pt x="580518" y="649737"/>
                    <a:pt x="588914" y="627307"/>
                  </a:cubicBezTo>
                  <a:cubicBezTo>
                    <a:pt x="539526" y="620346"/>
                    <a:pt x="488148" y="616368"/>
                    <a:pt x="435831" y="615540"/>
                  </a:cubicBezTo>
                  <a:close/>
                  <a:moveTo>
                    <a:pt x="394232" y="615485"/>
                  </a:moveTo>
                  <a:cubicBezTo>
                    <a:pt x="341860" y="616313"/>
                    <a:pt x="290536" y="620291"/>
                    <a:pt x="241148" y="627251"/>
                  </a:cubicBezTo>
                  <a:cubicBezTo>
                    <a:pt x="249600" y="649681"/>
                    <a:pt x="259378" y="670730"/>
                    <a:pt x="270593" y="690010"/>
                  </a:cubicBezTo>
                  <a:cubicBezTo>
                    <a:pt x="305011" y="749177"/>
                    <a:pt x="348268" y="785197"/>
                    <a:pt x="394232" y="793594"/>
                  </a:cubicBezTo>
                  <a:close/>
                  <a:moveTo>
                    <a:pt x="668136" y="440524"/>
                  </a:moveTo>
                  <a:cubicBezTo>
                    <a:pt x="666589" y="493449"/>
                    <a:pt x="659187" y="544606"/>
                    <a:pt x="646535" y="591895"/>
                  </a:cubicBezTo>
                  <a:cubicBezTo>
                    <a:pt x="677749" y="597696"/>
                    <a:pt x="708023" y="604767"/>
                    <a:pt x="737137" y="612944"/>
                  </a:cubicBezTo>
                  <a:cubicBezTo>
                    <a:pt x="767743" y="562063"/>
                    <a:pt x="786692" y="503338"/>
                    <a:pt x="790117" y="440524"/>
                  </a:cubicBezTo>
                  <a:close/>
                  <a:moveTo>
                    <a:pt x="435831" y="440524"/>
                  </a:moveTo>
                  <a:lnTo>
                    <a:pt x="435831" y="571344"/>
                  </a:lnTo>
                  <a:cubicBezTo>
                    <a:pt x="492899" y="572228"/>
                    <a:pt x="548973" y="576703"/>
                    <a:pt x="602781" y="584603"/>
                  </a:cubicBezTo>
                  <a:cubicBezTo>
                    <a:pt x="615156" y="539965"/>
                    <a:pt x="622338" y="491183"/>
                    <a:pt x="623885" y="440524"/>
                  </a:cubicBezTo>
                  <a:close/>
                  <a:moveTo>
                    <a:pt x="206178" y="440524"/>
                  </a:moveTo>
                  <a:cubicBezTo>
                    <a:pt x="207725" y="491183"/>
                    <a:pt x="214906" y="539965"/>
                    <a:pt x="227281" y="584603"/>
                  </a:cubicBezTo>
                  <a:cubicBezTo>
                    <a:pt x="281090" y="576703"/>
                    <a:pt x="337108" y="572228"/>
                    <a:pt x="394232" y="571344"/>
                  </a:cubicBezTo>
                  <a:lnTo>
                    <a:pt x="394232" y="440524"/>
                  </a:lnTo>
                  <a:close/>
                  <a:moveTo>
                    <a:pt x="603002" y="255729"/>
                  </a:moveTo>
                  <a:cubicBezTo>
                    <a:pt x="549139" y="263684"/>
                    <a:pt x="493010" y="268160"/>
                    <a:pt x="435831" y="269043"/>
                  </a:cubicBezTo>
                  <a:lnTo>
                    <a:pt x="435831" y="395941"/>
                  </a:lnTo>
                  <a:lnTo>
                    <a:pt x="623774" y="395941"/>
                  </a:lnTo>
                  <a:cubicBezTo>
                    <a:pt x="622062" y="346663"/>
                    <a:pt x="614991" y="299262"/>
                    <a:pt x="603002" y="255729"/>
                  </a:cubicBezTo>
                  <a:close/>
                  <a:moveTo>
                    <a:pt x="227060" y="255674"/>
                  </a:moveTo>
                  <a:cubicBezTo>
                    <a:pt x="215072" y="299207"/>
                    <a:pt x="208056" y="346608"/>
                    <a:pt x="206288" y="395886"/>
                  </a:cubicBezTo>
                  <a:lnTo>
                    <a:pt x="394232" y="395886"/>
                  </a:lnTo>
                  <a:lnTo>
                    <a:pt x="394232" y="268988"/>
                  </a:lnTo>
                  <a:cubicBezTo>
                    <a:pt x="337053" y="268104"/>
                    <a:pt x="280924" y="263629"/>
                    <a:pt x="227060" y="255674"/>
                  </a:cubicBezTo>
                  <a:close/>
                  <a:moveTo>
                    <a:pt x="737414" y="227333"/>
                  </a:moveTo>
                  <a:cubicBezTo>
                    <a:pt x="708244" y="235510"/>
                    <a:pt x="677970" y="242581"/>
                    <a:pt x="646701" y="248493"/>
                  </a:cubicBezTo>
                  <a:cubicBezTo>
                    <a:pt x="658966" y="294567"/>
                    <a:pt x="666258" y="344397"/>
                    <a:pt x="667970" y="395941"/>
                  </a:cubicBezTo>
                  <a:lnTo>
                    <a:pt x="789841" y="395941"/>
                  </a:lnTo>
                  <a:cubicBezTo>
                    <a:pt x="785918" y="334619"/>
                    <a:pt x="767301" y="277220"/>
                    <a:pt x="737414" y="227333"/>
                  </a:cubicBezTo>
                  <a:close/>
                  <a:moveTo>
                    <a:pt x="271256" y="72924"/>
                  </a:moveTo>
                  <a:cubicBezTo>
                    <a:pt x="211094" y="97950"/>
                    <a:pt x="158888" y="138168"/>
                    <a:pt x="119277" y="188772"/>
                  </a:cubicBezTo>
                  <a:cubicBezTo>
                    <a:pt x="144193" y="195346"/>
                    <a:pt x="169992" y="201037"/>
                    <a:pt x="196565" y="205898"/>
                  </a:cubicBezTo>
                  <a:cubicBezTo>
                    <a:pt x="206509" y="177779"/>
                    <a:pt x="218497" y="151427"/>
                    <a:pt x="232419" y="127506"/>
                  </a:cubicBezTo>
                  <a:cubicBezTo>
                    <a:pt x="244352" y="106954"/>
                    <a:pt x="257390" y="88724"/>
                    <a:pt x="271256" y="72924"/>
                  </a:cubicBezTo>
                  <a:close/>
                  <a:moveTo>
                    <a:pt x="558806" y="72814"/>
                  </a:moveTo>
                  <a:cubicBezTo>
                    <a:pt x="572728" y="88613"/>
                    <a:pt x="585711" y="106900"/>
                    <a:pt x="597698" y="127450"/>
                  </a:cubicBezTo>
                  <a:cubicBezTo>
                    <a:pt x="611620" y="151427"/>
                    <a:pt x="623609" y="177723"/>
                    <a:pt x="633553" y="205843"/>
                  </a:cubicBezTo>
                  <a:cubicBezTo>
                    <a:pt x="660071" y="201037"/>
                    <a:pt x="685869" y="195292"/>
                    <a:pt x="710840" y="188717"/>
                  </a:cubicBezTo>
                  <a:cubicBezTo>
                    <a:pt x="671230" y="138113"/>
                    <a:pt x="618968" y="97839"/>
                    <a:pt x="558806" y="72814"/>
                  </a:cubicBezTo>
                  <a:close/>
                  <a:moveTo>
                    <a:pt x="435831" y="46130"/>
                  </a:moveTo>
                  <a:lnTo>
                    <a:pt x="435831" y="224848"/>
                  </a:lnTo>
                  <a:cubicBezTo>
                    <a:pt x="488258" y="224019"/>
                    <a:pt x="539691" y="220041"/>
                    <a:pt x="589136" y="213080"/>
                  </a:cubicBezTo>
                  <a:cubicBezTo>
                    <a:pt x="580683" y="190430"/>
                    <a:pt x="570795" y="169161"/>
                    <a:pt x="559469" y="149714"/>
                  </a:cubicBezTo>
                  <a:cubicBezTo>
                    <a:pt x="525052" y="90547"/>
                    <a:pt x="481795" y="54527"/>
                    <a:pt x="435831" y="46130"/>
                  </a:cubicBezTo>
                  <a:close/>
                  <a:moveTo>
                    <a:pt x="394232" y="46130"/>
                  </a:moveTo>
                  <a:cubicBezTo>
                    <a:pt x="348268" y="54527"/>
                    <a:pt x="305011" y="90547"/>
                    <a:pt x="270593" y="149714"/>
                  </a:cubicBezTo>
                  <a:cubicBezTo>
                    <a:pt x="259268" y="169161"/>
                    <a:pt x="249379" y="190430"/>
                    <a:pt x="240927" y="213080"/>
                  </a:cubicBezTo>
                  <a:cubicBezTo>
                    <a:pt x="290371" y="220041"/>
                    <a:pt x="341804" y="224019"/>
                    <a:pt x="394232" y="224848"/>
                  </a:cubicBezTo>
                  <a:close/>
                  <a:moveTo>
                    <a:pt x="415004" y="0"/>
                  </a:moveTo>
                  <a:cubicBezTo>
                    <a:pt x="638525" y="0"/>
                    <a:pt x="821717" y="175513"/>
                    <a:pt x="834147" y="395886"/>
                  </a:cubicBezTo>
                  <a:lnTo>
                    <a:pt x="834921" y="395886"/>
                  </a:lnTo>
                  <a:lnTo>
                    <a:pt x="834921" y="440468"/>
                  </a:lnTo>
                  <a:lnTo>
                    <a:pt x="834424" y="440468"/>
                  </a:lnTo>
                  <a:cubicBezTo>
                    <a:pt x="823596" y="662443"/>
                    <a:pt x="639630" y="839669"/>
                    <a:pt x="415059" y="839669"/>
                  </a:cubicBezTo>
                  <a:cubicBezTo>
                    <a:pt x="249821" y="839669"/>
                    <a:pt x="106616" y="743677"/>
                    <a:pt x="38185" y="604530"/>
                  </a:cubicBezTo>
                  <a:lnTo>
                    <a:pt x="33624" y="592537"/>
                  </a:lnTo>
                  <a:lnTo>
                    <a:pt x="22666" y="568874"/>
                  </a:lnTo>
                  <a:cubicBezTo>
                    <a:pt x="15716" y="550628"/>
                    <a:pt x="10003" y="531776"/>
                    <a:pt x="5629" y="512421"/>
                  </a:cubicBezTo>
                  <a:lnTo>
                    <a:pt x="0" y="475208"/>
                  </a:lnTo>
                  <a:lnTo>
                    <a:pt x="45519" y="475208"/>
                  </a:lnTo>
                  <a:lnTo>
                    <a:pt x="58211" y="536899"/>
                  </a:lnTo>
                  <a:lnTo>
                    <a:pt x="85634" y="596642"/>
                  </a:lnTo>
                  <a:lnTo>
                    <a:pt x="84497" y="596642"/>
                  </a:lnTo>
                  <a:lnTo>
                    <a:pt x="93091" y="612888"/>
                  </a:lnTo>
                  <a:cubicBezTo>
                    <a:pt x="122150" y="604712"/>
                    <a:pt x="152369" y="597640"/>
                    <a:pt x="183527" y="591840"/>
                  </a:cubicBezTo>
                  <a:cubicBezTo>
                    <a:pt x="170876" y="544606"/>
                    <a:pt x="163473" y="493394"/>
                    <a:pt x="161926" y="440468"/>
                  </a:cubicBezTo>
                  <a:lnTo>
                    <a:pt x="149289" y="440468"/>
                  </a:lnTo>
                  <a:lnTo>
                    <a:pt x="118044" y="440468"/>
                  </a:lnTo>
                  <a:lnTo>
                    <a:pt x="73248" y="440468"/>
                  </a:lnTo>
                  <a:lnTo>
                    <a:pt x="73248" y="395886"/>
                  </a:lnTo>
                  <a:lnTo>
                    <a:pt x="118044" y="395886"/>
                  </a:lnTo>
                  <a:lnTo>
                    <a:pt x="149289" y="395886"/>
                  </a:lnTo>
                  <a:lnTo>
                    <a:pt x="162037" y="395886"/>
                  </a:lnTo>
                  <a:cubicBezTo>
                    <a:pt x="163750" y="344342"/>
                    <a:pt x="170986" y="294567"/>
                    <a:pt x="183306" y="248437"/>
                  </a:cubicBezTo>
                  <a:cubicBezTo>
                    <a:pt x="152093" y="242581"/>
                    <a:pt x="121819" y="235510"/>
                    <a:pt x="92704" y="227333"/>
                  </a:cubicBezTo>
                  <a:lnTo>
                    <a:pt x="84414" y="243072"/>
                  </a:lnTo>
                  <a:lnTo>
                    <a:pt x="85505" y="243072"/>
                  </a:lnTo>
                  <a:lnTo>
                    <a:pt x="58052" y="303088"/>
                  </a:lnTo>
                  <a:lnTo>
                    <a:pt x="45442" y="364516"/>
                  </a:lnTo>
                  <a:lnTo>
                    <a:pt x="476" y="364516"/>
                  </a:lnTo>
                  <a:lnTo>
                    <a:pt x="10388" y="308065"/>
                  </a:lnTo>
                  <a:lnTo>
                    <a:pt x="26702" y="265170"/>
                  </a:lnTo>
                  <a:lnTo>
                    <a:pt x="26701" y="265170"/>
                  </a:lnTo>
                  <a:lnTo>
                    <a:pt x="38122" y="235139"/>
                  </a:lnTo>
                  <a:cubicBezTo>
                    <a:pt x="106540" y="95992"/>
                    <a:pt x="249725" y="0"/>
                    <a:pt x="415004" y="0"/>
                  </a:cubicBezTo>
                  <a:close/>
                </a:path>
              </a:pathLst>
            </a:custGeom>
            <a:solidFill>
              <a:schemeClr val="accent2"/>
            </a:solidFill>
            <a:ln w="9525" cap="flat">
              <a:noFill/>
              <a:prstDash val="solid"/>
              <a:miter/>
            </a:ln>
          </p:spPr>
          <p:txBody>
            <a:bodyPr wrap="square" rtlCol="0" anchor="ctr">
              <a:noAutofit/>
            </a:bodyPr>
            <a:lstStyle/>
            <a:p>
              <a:endParaRPr lang="en-US"/>
            </a:p>
          </p:txBody>
        </p:sp>
      </p:grpSp>
      <p:grpSp>
        <p:nvGrpSpPr>
          <p:cNvPr id="170" name="Group 169">
            <a:extLst>
              <a:ext uri="{FF2B5EF4-FFF2-40B4-BE49-F238E27FC236}">
                <a16:creationId xmlns:a16="http://schemas.microsoft.com/office/drawing/2014/main" id="{DF336D27-38CA-8392-922D-A90F83281868}"/>
              </a:ext>
              <a:ext uri="{C183D7F6-B498-43B3-948B-1728B52AA6E4}">
                <adec:decorative xmlns:adec="http://schemas.microsoft.com/office/drawing/2017/decorative" val="1"/>
              </a:ext>
            </a:extLst>
          </p:cNvPr>
          <p:cNvGrpSpPr>
            <a:grpSpLocks noChangeAspect="1"/>
          </p:cNvGrpSpPr>
          <p:nvPr/>
        </p:nvGrpSpPr>
        <p:grpSpPr>
          <a:xfrm>
            <a:off x="10030910" y="3636615"/>
            <a:ext cx="436059" cy="457200"/>
            <a:chOff x="10030910" y="3636615"/>
            <a:chExt cx="436059" cy="457200"/>
          </a:xfrm>
          <a:solidFill>
            <a:srgbClr val="FF0000"/>
          </a:solidFill>
        </p:grpSpPr>
        <p:sp>
          <p:nvSpPr>
            <p:cNvPr id="2020" name="Freeform: Shape 2019">
              <a:extLst>
                <a:ext uri="{FF2B5EF4-FFF2-40B4-BE49-F238E27FC236}">
                  <a16:creationId xmlns:a16="http://schemas.microsoft.com/office/drawing/2014/main" id="{3C71FDC4-1703-220A-18F2-E09629C7F50B}"/>
                </a:ext>
                <a:ext uri="{C183D7F6-B498-43B3-948B-1728B52AA6E4}">
                  <adec:decorative xmlns:adec="http://schemas.microsoft.com/office/drawing/2017/decorative" val="1"/>
                </a:ext>
              </a:extLst>
            </p:cNvPr>
            <p:cNvSpPr/>
            <p:nvPr/>
          </p:nvSpPr>
          <p:spPr>
            <a:xfrm>
              <a:off x="10030910" y="3638783"/>
              <a:ext cx="406615" cy="455032"/>
            </a:xfrm>
            <a:custGeom>
              <a:avLst/>
              <a:gdLst>
                <a:gd name="connsiteX0" fmla="*/ 304097 w 900912"/>
                <a:gd name="connsiteY0" fmla="*/ 48 h 1008187"/>
                <a:gd name="connsiteX1" fmla="*/ 352440 w 900912"/>
                <a:gd name="connsiteY1" fmla="*/ 18777 h 1008187"/>
                <a:gd name="connsiteX2" fmla="*/ 377156 w 900912"/>
                <a:gd name="connsiteY2" fmla="*/ 48167 h 1008187"/>
                <a:gd name="connsiteX3" fmla="*/ 423424 w 900912"/>
                <a:gd name="connsiteY3" fmla="*/ 110614 h 1008187"/>
                <a:gd name="connsiteX4" fmla="*/ 465702 w 900912"/>
                <a:gd name="connsiteY4" fmla="*/ 168226 h 1008187"/>
                <a:gd name="connsiteX5" fmla="*/ 514565 w 900912"/>
                <a:gd name="connsiteY5" fmla="*/ 234165 h 1008187"/>
                <a:gd name="connsiteX6" fmla="*/ 549986 w 900912"/>
                <a:gd name="connsiteY6" fmla="*/ 282562 h 1008187"/>
                <a:gd name="connsiteX7" fmla="*/ 590981 w 900912"/>
                <a:gd name="connsiteY7" fmla="*/ 340967 h 1008187"/>
                <a:gd name="connsiteX8" fmla="*/ 593362 w 900912"/>
                <a:gd name="connsiteY8" fmla="*/ 343779 h 1008187"/>
                <a:gd name="connsiteX9" fmla="*/ 602175 w 900912"/>
                <a:gd name="connsiteY9" fmla="*/ 331727 h 1008187"/>
                <a:gd name="connsiteX10" fmla="*/ 608103 w 900912"/>
                <a:gd name="connsiteY10" fmla="*/ 287883 h 1008187"/>
                <a:gd name="connsiteX11" fmla="*/ 615754 w 900912"/>
                <a:gd name="connsiteY11" fmla="*/ 239053 h 1008187"/>
                <a:gd name="connsiteX12" fmla="*/ 620927 w 900912"/>
                <a:gd name="connsiteY12" fmla="*/ 201407 h 1008187"/>
                <a:gd name="connsiteX13" fmla="*/ 632575 w 900912"/>
                <a:gd name="connsiteY13" fmla="*/ 152323 h 1008187"/>
                <a:gd name="connsiteX14" fmla="*/ 686701 w 900912"/>
                <a:gd name="connsiteY14" fmla="*/ 113125 h 1008187"/>
                <a:gd name="connsiteX15" fmla="*/ 751331 w 900912"/>
                <a:gd name="connsiteY15" fmla="*/ 129395 h 1008187"/>
                <a:gd name="connsiteX16" fmla="*/ 778886 w 900912"/>
                <a:gd name="connsiteY16" fmla="*/ 178022 h 1008187"/>
                <a:gd name="connsiteX17" fmla="*/ 780876 w 900912"/>
                <a:gd name="connsiteY17" fmla="*/ 206061 h 1008187"/>
                <a:gd name="connsiteX18" fmla="*/ 782875 w 900912"/>
                <a:gd name="connsiteY18" fmla="*/ 247376 h 1008187"/>
                <a:gd name="connsiteX19" fmla="*/ 784819 w 900912"/>
                <a:gd name="connsiteY19" fmla="*/ 286238 h 1008187"/>
                <a:gd name="connsiteX20" fmla="*/ 786817 w 900912"/>
                <a:gd name="connsiteY20" fmla="*/ 331972 h 1008187"/>
                <a:gd name="connsiteX21" fmla="*/ 788741 w 900912"/>
                <a:gd name="connsiteY21" fmla="*/ 367889 h 1008187"/>
                <a:gd name="connsiteX22" fmla="*/ 790743 w 900912"/>
                <a:gd name="connsiteY22" fmla="*/ 414114 h 1008187"/>
                <a:gd name="connsiteX23" fmla="*/ 792685 w 900912"/>
                <a:gd name="connsiteY23" fmla="*/ 450521 h 1008187"/>
                <a:gd name="connsiteX24" fmla="*/ 795546 w 900912"/>
                <a:gd name="connsiteY24" fmla="*/ 506851 h 1008187"/>
                <a:gd name="connsiteX25" fmla="*/ 795385 w 900912"/>
                <a:gd name="connsiteY25" fmla="*/ 550110 h 1008187"/>
                <a:gd name="connsiteX26" fmla="*/ 788720 w 900912"/>
                <a:gd name="connsiteY26" fmla="*/ 595714 h 1008187"/>
                <a:gd name="connsiteX27" fmla="*/ 779738 w 900912"/>
                <a:gd name="connsiteY27" fmla="*/ 643194 h 1008187"/>
                <a:gd name="connsiteX28" fmla="*/ 768255 w 900912"/>
                <a:gd name="connsiteY28" fmla="*/ 680519 h 1008187"/>
                <a:gd name="connsiteX29" fmla="*/ 768798 w 900912"/>
                <a:gd name="connsiteY29" fmla="*/ 685604 h 1008187"/>
                <a:gd name="connsiteX30" fmla="*/ 812314 w 900912"/>
                <a:gd name="connsiteY30" fmla="*/ 746984 h 1008187"/>
                <a:gd name="connsiteX31" fmla="*/ 877401 w 900912"/>
                <a:gd name="connsiteY31" fmla="*/ 839422 h 1008187"/>
                <a:gd name="connsiteX32" fmla="*/ 900912 w 900912"/>
                <a:gd name="connsiteY32" fmla="*/ 872605 h 1008187"/>
                <a:gd name="connsiteX33" fmla="*/ 864035 w 900912"/>
                <a:gd name="connsiteY33" fmla="*/ 900547 h 1008187"/>
                <a:gd name="connsiteX34" fmla="*/ 810562 w 900912"/>
                <a:gd name="connsiteY34" fmla="*/ 824770 h 1008187"/>
                <a:gd name="connsiteX35" fmla="*/ 741685 w 900912"/>
                <a:gd name="connsiteY35" fmla="*/ 727348 h 1008187"/>
                <a:gd name="connsiteX36" fmla="*/ 723651 w 900912"/>
                <a:gd name="connsiteY36" fmla="*/ 700289 h 1008187"/>
                <a:gd name="connsiteX37" fmla="*/ 722590 w 900912"/>
                <a:gd name="connsiteY37" fmla="*/ 670527 h 1008187"/>
                <a:gd name="connsiteX38" fmla="*/ 740332 w 900912"/>
                <a:gd name="connsiteY38" fmla="*/ 610666 h 1008187"/>
                <a:gd name="connsiteX39" fmla="*/ 746640 w 900912"/>
                <a:gd name="connsiteY39" fmla="*/ 567892 h 1008187"/>
                <a:gd name="connsiteX40" fmla="*/ 750346 w 900912"/>
                <a:gd name="connsiteY40" fmla="*/ 507860 h 1008187"/>
                <a:gd name="connsiteX41" fmla="*/ 747509 w 900912"/>
                <a:gd name="connsiteY41" fmla="*/ 453985 h 1008187"/>
                <a:gd name="connsiteX42" fmla="*/ 745558 w 900912"/>
                <a:gd name="connsiteY42" fmla="*/ 417579 h 1008187"/>
                <a:gd name="connsiteX43" fmla="*/ 743582 w 900912"/>
                <a:gd name="connsiteY43" fmla="*/ 375772 h 1008187"/>
                <a:gd name="connsiteX44" fmla="*/ 741623 w 900912"/>
                <a:gd name="connsiteY44" fmla="*/ 333964 h 1008187"/>
                <a:gd name="connsiteX45" fmla="*/ 739646 w 900912"/>
                <a:gd name="connsiteY45" fmla="*/ 290193 h 1008187"/>
                <a:gd name="connsiteX46" fmla="*/ 737691 w 900912"/>
                <a:gd name="connsiteY46" fmla="*/ 250349 h 1008187"/>
                <a:gd name="connsiteX47" fmla="*/ 735660 w 900912"/>
                <a:gd name="connsiteY47" fmla="*/ 210510 h 1008187"/>
                <a:gd name="connsiteX48" fmla="*/ 732639 w 900912"/>
                <a:gd name="connsiteY48" fmla="*/ 181747 h 1008187"/>
                <a:gd name="connsiteX49" fmla="*/ 705109 w 900912"/>
                <a:gd name="connsiteY49" fmla="*/ 158042 h 1008187"/>
                <a:gd name="connsiteX50" fmla="*/ 679948 w 900912"/>
                <a:gd name="connsiteY50" fmla="*/ 165590 h 1008187"/>
                <a:gd name="connsiteX51" fmla="*/ 669961 w 900912"/>
                <a:gd name="connsiteY51" fmla="*/ 184210 h 1008187"/>
                <a:gd name="connsiteX52" fmla="*/ 664106 w 900912"/>
                <a:gd name="connsiteY52" fmla="*/ 222157 h 1008187"/>
                <a:gd name="connsiteX53" fmla="*/ 659102 w 900912"/>
                <a:gd name="connsiteY53" fmla="*/ 258361 h 1008187"/>
                <a:gd name="connsiteX54" fmla="*/ 652341 w 900912"/>
                <a:gd name="connsiteY54" fmla="*/ 302485 h 1008187"/>
                <a:gd name="connsiteX55" fmla="*/ 648235 w 900912"/>
                <a:gd name="connsiteY55" fmla="*/ 333006 h 1008187"/>
                <a:gd name="connsiteX56" fmla="*/ 641811 w 900912"/>
                <a:gd name="connsiteY56" fmla="*/ 362303 h 1008187"/>
                <a:gd name="connsiteX57" fmla="*/ 621672 w 900912"/>
                <a:gd name="connsiteY57" fmla="*/ 381214 h 1008187"/>
                <a:gd name="connsiteX58" fmla="*/ 579041 w 900912"/>
                <a:gd name="connsiteY58" fmla="*/ 417674 h 1008187"/>
                <a:gd name="connsiteX59" fmla="*/ 531437 w 900912"/>
                <a:gd name="connsiteY59" fmla="*/ 501576 h 1008187"/>
                <a:gd name="connsiteX60" fmla="*/ 522773 w 900912"/>
                <a:gd name="connsiteY60" fmla="*/ 543172 h 1008187"/>
                <a:gd name="connsiteX61" fmla="*/ 519653 w 900912"/>
                <a:gd name="connsiteY61" fmla="*/ 576875 h 1008187"/>
                <a:gd name="connsiteX62" fmla="*/ 518199 w 900912"/>
                <a:gd name="connsiteY62" fmla="*/ 588362 h 1008187"/>
                <a:gd name="connsiteX63" fmla="*/ 472861 w 900912"/>
                <a:gd name="connsiteY63" fmla="*/ 584375 h 1008187"/>
                <a:gd name="connsiteX64" fmla="*/ 473625 w 900912"/>
                <a:gd name="connsiteY64" fmla="*/ 568623 h 1008187"/>
                <a:gd name="connsiteX65" fmla="*/ 475423 w 900912"/>
                <a:gd name="connsiteY65" fmla="*/ 553818 h 1008187"/>
                <a:gd name="connsiteX66" fmla="*/ 487285 w 900912"/>
                <a:gd name="connsiteY66" fmla="*/ 487378 h 1008187"/>
                <a:gd name="connsiteX67" fmla="*/ 522268 w 900912"/>
                <a:gd name="connsiteY67" fmla="*/ 415512 h 1008187"/>
                <a:gd name="connsiteX68" fmla="*/ 545327 w 900912"/>
                <a:gd name="connsiteY68" fmla="*/ 386490 h 1008187"/>
                <a:gd name="connsiteX69" fmla="*/ 557113 w 900912"/>
                <a:gd name="connsiteY69" fmla="*/ 373165 h 1008187"/>
                <a:gd name="connsiteX70" fmla="*/ 545122 w 900912"/>
                <a:gd name="connsiteY70" fmla="*/ 356047 h 1008187"/>
                <a:gd name="connsiteX71" fmla="*/ 473172 w 900912"/>
                <a:gd name="connsiteY71" fmla="*/ 256600 h 1008187"/>
                <a:gd name="connsiteX72" fmla="*/ 417383 w 900912"/>
                <a:gd name="connsiteY72" fmla="*/ 180361 h 1008187"/>
                <a:gd name="connsiteX73" fmla="*/ 365559 w 900912"/>
                <a:gd name="connsiteY73" fmla="*/ 110623 h 1008187"/>
                <a:gd name="connsiteX74" fmla="*/ 329017 w 900912"/>
                <a:gd name="connsiteY74" fmla="*/ 60730 h 1008187"/>
                <a:gd name="connsiteX75" fmla="*/ 276945 w 900912"/>
                <a:gd name="connsiteY75" fmla="*/ 55758 h 1008187"/>
                <a:gd name="connsiteX76" fmla="*/ 275194 w 900912"/>
                <a:gd name="connsiteY76" fmla="*/ 106990 h 1008187"/>
                <a:gd name="connsiteX77" fmla="*/ 317370 w 900912"/>
                <a:gd name="connsiteY77" fmla="*/ 164094 h 1008187"/>
                <a:gd name="connsiteX78" fmla="*/ 360057 w 900912"/>
                <a:gd name="connsiteY78" fmla="*/ 222030 h 1008187"/>
                <a:gd name="connsiteX79" fmla="*/ 398728 w 900912"/>
                <a:gd name="connsiteY79" fmla="*/ 274599 h 1008187"/>
                <a:gd name="connsiteX80" fmla="*/ 438692 w 900912"/>
                <a:gd name="connsiteY80" fmla="*/ 329142 h 1008187"/>
                <a:gd name="connsiteX81" fmla="*/ 476494 w 900912"/>
                <a:gd name="connsiteY81" fmla="*/ 380646 h 1008187"/>
                <a:gd name="connsiteX82" fmla="*/ 438732 w 900912"/>
                <a:gd name="connsiteY82" fmla="*/ 407295 h 1008187"/>
                <a:gd name="connsiteX83" fmla="*/ 423478 w 900912"/>
                <a:gd name="connsiteY83" fmla="*/ 386602 h 1008187"/>
                <a:gd name="connsiteX84" fmla="*/ 377188 w 900912"/>
                <a:gd name="connsiteY84" fmla="*/ 323580 h 1008187"/>
                <a:gd name="connsiteX85" fmla="*/ 341782 w 900912"/>
                <a:gd name="connsiteY85" fmla="*/ 274656 h 1008187"/>
                <a:gd name="connsiteX86" fmla="*/ 294556 w 900912"/>
                <a:gd name="connsiteY86" fmla="*/ 210505 h 1008187"/>
                <a:gd name="connsiteX87" fmla="*/ 248603 w 900912"/>
                <a:gd name="connsiteY87" fmla="*/ 147289 h 1008187"/>
                <a:gd name="connsiteX88" fmla="*/ 205577 w 900912"/>
                <a:gd name="connsiteY88" fmla="*/ 88456 h 1008187"/>
                <a:gd name="connsiteX89" fmla="*/ 151831 w 900912"/>
                <a:gd name="connsiteY89" fmla="*/ 84926 h 1008187"/>
                <a:gd name="connsiteX90" fmla="*/ 149423 w 900912"/>
                <a:gd name="connsiteY90" fmla="*/ 131215 h 1008187"/>
                <a:gd name="connsiteX91" fmla="*/ 193629 w 900912"/>
                <a:gd name="connsiteY91" fmla="*/ 191589 h 1008187"/>
                <a:gd name="connsiteX92" fmla="*/ 230233 w 900912"/>
                <a:gd name="connsiteY92" fmla="*/ 241481 h 1008187"/>
                <a:gd name="connsiteX93" fmla="*/ 262213 w 900912"/>
                <a:gd name="connsiteY93" fmla="*/ 285236 h 1008187"/>
                <a:gd name="connsiteX94" fmla="*/ 299917 w 900912"/>
                <a:gd name="connsiteY94" fmla="*/ 336700 h 1008187"/>
                <a:gd name="connsiteX95" fmla="*/ 345874 w 900912"/>
                <a:gd name="connsiteY95" fmla="*/ 399364 h 1008187"/>
                <a:gd name="connsiteX96" fmla="*/ 375383 w 900912"/>
                <a:gd name="connsiteY96" fmla="*/ 439583 h 1008187"/>
                <a:gd name="connsiteX97" fmla="*/ 373973 w 900912"/>
                <a:gd name="connsiteY97" fmla="*/ 443893 h 1008187"/>
                <a:gd name="connsiteX98" fmla="*/ 339107 w 900912"/>
                <a:gd name="connsiteY98" fmla="*/ 468541 h 1008187"/>
                <a:gd name="connsiteX99" fmla="*/ 320908 w 900912"/>
                <a:gd name="connsiteY99" fmla="*/ 444087 h 1008187"/>
                <a:gd name="connsiteX100" fmla="*/ 282837 w 900912"/>
                <a:gd name="connsiteY100" fmla="*/ 392294 h 1008187"/>
                <a:gd name="connsiteX101" fmla="*/ 245635 w 900912"/>
                <a:gd name="connsiteY101" fmla="*/ 341661 h 1008187"/>
                <a:gd name="connsiteX102" fmla="*/ 199623 w 900912"/>
                <a:gd name="connsiteY102" fmla="*/ 279579 h 1008187"/>
                <a:gd name="connsiteX103" fmla="*/ 158194 w 900912"/>
                <a:gd name="connsiteY103" fmla="*/ 223127 h 1008187"/>
                <a:gd name="connsiteX104" fmla="*/ 136993 w 900912"/>
                <a:gd name="connsiteY104" fmla="*/ 199305 h 1008187"/>
                <a:gd name="connsiteX105" fmla="*/ 102663 w 900912"/>
                <a:gd name="connsiteY105" fmla="*/ 198833 h 1008187"/>
                <a:gd name="connsiteX106" fmla="*/ 83997 w 900912"/>
                <a:gd name="connsiteY106" fmla="*/ 229773 h 1008187"/>
                <a:gd name="connsiteX107" fmla="*/ 93858 w 900912"/>
                <a:gd name="connsiteY107" fmla="*/ 254572 h 1008187"/>
                <a:gd name="connsiteX108" fmla="*/ 135513 w 900912"/>
                <a:gd name="connsiteY108" fmla="*/ 310899 h 1008187"/>
                <a:gd name="connsiteX109" fmla="*/ 170432 w 900912"/>
                <a:gd name="connsiteY109" fmla="*/ 358442 h 1008187"/>
                <a:gd name="connsiteX110" fmla="*/ 209116 w 900912"/>
                <a:gd name="connsiteY110" fmla="*/ 410999 h 1008187"/>
                <a:gd name="connsiteX111" fmla="*/ 244026 w 900912"/>
                <a:gd name="connsiteY111" fmla="*/ 458549 h 1008187"/>
                <a:gd name="connsiteX112" fmla="*/ 281014 w 900912"/>
                <a:gd name="connsiteY112" fmla="*/ 508772 h 1008187"/>
                <a:gd name="connsiteX113" fmla="*/ 287241 w 900912"/>
                <a:gd name="connsiteY113" fmla="*/ 517700 h 1008187"/>
                <a:gd name="connsiteX114" fmla="*/ 249781 w 900912"/>
                <a:gd name="connsiteY114" fmla="*/ 544199 h 1008187"/>
                <a:gd name="connsiteX115" fmla="*/ 231992 w 900912"/>
                <a:gd name="connsiteY115" fmla="*/ 520911 h 1008187"/>
                <a:gd name="connsiteX116" fmla="*/ 189192 w 900912"/>
                <a:gd name="connsiteY116" fmla="*/ 463632 h 1008187"/>
                <a:gd name="connsiteX117" fmla="*/ 143501 w 900912"/>
                <a:gd name="connsiteY117" fmla="*/ 402511 h 1008187"/>
                <a:gd name="connsiteX118" fmla="*/ 107016 w 900912"/>
                <a:gd name="connsiteY118" fmla="*/ 354250 h 1008187"/>
                <a:gd name="connsiteX119" fmla="*/ 75183 w 900912"/>
                <a:gd name="connsiteY119" fmla="*/ 343150 h 1008187"/>
                <a:gd name="connsiteX120" fmla="*/ 48176 w 900912"/>
                <a:gd name="connsiteY120" fmla="*/ 365228 h 1008187"/>
                <a:gd name="connsiteX121" fmla="*/ 56925 w 900912"/>
                <a:gd name="connsiteY121" fmla="*/ 405060 h 1008187"/>
                <a:gd name="connsiteX122" fmla="*/ 93487 w 900912"/>
                <a:gd name="connsiteY122" fmla="*/ 454968 h 1008187"/>
                <a:gd name="connsiteX123" fmla="*/ 145639 w 900912"/>
                <a:gd name="connsiteY123" fmla="*/ 526183 h 1008187"/>
                <a:gd name="connsiteX124" fmla="*/ 190801 w 900912"/>
                <a:gd name="connsiteY124" fmla="*/ 588750 h 1008187"/>
                <a:gd name="connsiteX125" fmla="*/ 237997 w 900912"/>
                <a:gd name="connsiteY125" fmla="*/ 652922 h 1008187"/>
                <a:gd name="connsiteX126" fmla="*/ 283139 w 900912"/>
                <a:gd name="connsiteY126" fmla="*/ 715504 h 1008187"/>
                <a:gd name="connsiteX127" fmla="*/ 338243 w 900912"/>
                <a:gd name="connsiteY127" fmla="*/ 791662 h 1008187"/>
                <a:gd name="connsiteX128" fmla="*/ 379769 w 900912"/>
                <a:gd name="connsiteY128" fmla="*/ 840704 h 1008187"/>
                <a:gd name="connsiteX129" fmla="*/ 424796 w 900912"/>
                <a:gd name="connsiteY129" fmla="*/ 873288 h 1008187"/>
                <a:gd name="connsiteX130" fmla="*/ 458120 w 900912"/>
                <a:gd name="connsiteY130" fmla="*/ 896637 h 1008187"/>
                <a:gd name="connsiteX131" fmla="*/ 475270 w 900912"/>
                <a:gd name="connsiteY131" fmla="*/ 919775 h 1008187"/>
                <a:gd name="connsiteX132" fmla="*/ 518869 w 900912"/>
                <a:gd name="connsiteY132" fmla="*/ 981604 h 1008187"/>
                <a:gd name="connsiteX133" fmla="*/ 481122 w 900912"/>
                <a:gd name="connsiteY133" fmla="*/ 1008187 h 1008187"/>
                <a:gd name="connsiteX134" fmla="*/ 462850 w 900912"/>
                <a:gd name="connsiteY134" fmla="*/ 982645 h 1008187"/>
                <a:gd name="connsiteX135" fmla="*/ 422878 w 900912"/>
                <a:gd name="connsiteY135" fmla="*/ 926435 h 1008187"/>
                <a:gd name="connsiteX136" fmla="*/ 413142 w 900912"/>
                <a:gd name="connsiteY136" fmla="*/ 919589 h 1008187"/>
                <a:gd name="connsiteX137" fmla="*/ 358122 w 900912"/>
                <a:gd name="connsiteY137" fmla="*/ 883107 h 1008187"/>
                <a:gd name="connsiteX138" fmla="*/ 301511 w 900912"/>
                <a:gd name="connsiteY138" fmla="*/ 819940 h 1008187"/>
                <a:gd name="connsiteX139" fmla="*/ 246429 w 900912"/>
                <a:gd name="connsiteY139" fmla="*/ 743771 h 1008187"/>
                <a:gd name="connsiteX140" fmla="*/ 204387 w 900912"/>
                <a:gd name="connsiteY140" fmla="*/ 685448 h 1008187"/>
                <a:gd name="connsiteX141" fmla="*/ 165188 w 900912"/>
                <a:gd name="connsiteY141" fmla="*/ 632084 h 1008187"/>
                <a:gd name="connsiteX142" fmla="*/ 127906 w 900912"/>
                <a:gd name="connsiteY142" fmla="*/ 580904 h 1008187"/>
                <a:gd name="connsiteX143" fmla="*/ 89309 w 900912"/>
                <a:gd name="connsiteY143" fmla="*/ 527769 h 1008187"/>
                <a:gd name="connsiteX144" fmla="*/ 51355 w 900912"/>
                <a:gd name="connsiteY144" fmla="*/ 475877 h 1008187"/>
                <a:gd name="connsiteX145" fmla="*/ 15626 w 900912"/>
                <a:gd name="connsiteY145" fmla="*/ 426589 h 1008187"/>
                <a:gd name="connsiteX146" fmla="*/ 82 w 900912"/>
                <a:gd name="connsiteY146" fmla="*/ 382618 h 1008187"/>
                <a:gd name="connsiteX147" fmla="*/ 8168 w 900912"/>
                <a:gd name="connsiteY147" fmla="*/ 341500 h 1008187"/>
                <a:gd name="connsiteX148" fmla="*/ 62466 w 900912"/>
                <a:gd name="connsiteY148" fmla="*/ 298669 h 1008187"/>
                <a:gd name="connsiteX149" fmla="*/ 66907 w 900912"/>
                <a:gd name="connsiteY149" fmla="*/ 297422 h 1008187"/>
                <a:gd name="connsiteX150" fmla="*/ 47683 w 900912"/>
                <a:gd name="connsiteY150" fmla="*/ 267946 h 1008187"/>
                <a:gd name="connsiteX151" fmla="*/ 38471 w 900912"/>
                <a:gd name="connsiteY151" fmla="*/ 236605 h 1008187"/>
                <a:gd name="connsiteX152" fmla="*/ 44530 w 900912"/>
                <a:gd name="connsiteY152" fmla="*/ 197859 h 1008187"/>
                <a:gd name="connsiteX153" fmla="*/ 75589 w 900912"/>
                <a:gd name="connsiteY153" fmla="*/ 161274 h 1008187"/>
                <a:gd name="connsiteX154" fmla="*/ 102879 w 900912"/>
                <a:gd name="connsiteY154" fmla="*/ 150323 h 1008187"/>
                <a:gd name="connsiteX155" fmla="*/ 105949 w 900912"/>
                <a:gd name="connsiteY155" fmla="*/ 149074 h 1008187"/>
                <a:gd name="connsiteX156" fmla="*/ 126600 w 900912"/>
                <a:gd name="connsiteY156" fmla="*/ 45356 h 1008187"/>
                <a:gd name="connsiteX157" fmla="*/ 227582 w 900912"/>
                <a:gd name="connsiteY157" fmla="*/ 45028 h 1008187"/>
                <a:gd name="connsiteX158" fmla="*/ 286255 w 900912"/>
                <a:gd name="connsiteY158" fmla="*/ 1359 h 1008187"/>
                <a:gd name="connsiteX159" fmla="*/ 304097 w 900912"/>
                <a:gd name="connsiteY159" fmla="*/ 48 h 10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00912" h="1008187">
                  <a:moveTo>
                    <a:pt x="304097" y="48"/>
                  </a:moveTo>
                  <a:cubicBezTo>
                    <a:pt x="321534" y="653"/>
                    <a:pt x="337731" y="6979"/>
                    <a:pt x="352440" y="18777"/>
                  </a:cubicBezTo>
                  <a:cubicBezTo>
                    <a:pt x="362717" y="27021"/>
                    <a:pt x="369405" y="38013"/>
                    <a:pt x="377156" y="48167"/>
                  </a:cubicBezTo>
                  <a:cubicBezTo>
                    <a:pt x="392873" y="68758"/>
                    <a:pt x="408064" y="89751"/>
                    <a:pt x="423424" y="110614"/>
                  </a:cubicBezTo>
                  <a:cubicBezTo>
                    <a:pt x="437546" y="129797"/>
                    <a:pt x="451558" y="149060"/>
                    <a:pt x="465702" y="168226"/>
                  </a:cubicBezTo>
                  <a:cubicBezTo>
                    <a:pt x="481946" y="190238"/>
                    <a:pt x="498315" y="212157"/>
                    <a:pt x="514565" y="234165"/>
                  </a:cubicBezTo>
                  <a:cubicBezTo>
                    <a:pt x="526440" y="250247"/>
                    <a:pt x="538369" y="266294"/>
                    <a:pt x="549986" y="282562"/>
                  </a:cubicBezTo>
                  <a:cubicBezTo>
                    <a:pt x="563807" y="301919"/>
                    <a:pt x="577316" y="321499"/>
                    <a:pt x="590981" y="340967"/>
                  </a:cubicBezTo>
                  <a:cubicBezTo>
                    <a:pt x="591730" y="342034"/>
                    <a:pt x="592669" y="342967"/>
                    <a:pt x="593362" y="343779"/>
                  </a:cubicBezTo>
                  <a:cubicBezTo>
                    <a:pt x="600037" y="342082"/>
                    <a:pt x="601468" y="337281"/>
                    <a:pt x="602175" y="331727"/>
                  </a:cubicBezTo>
                  <a:cubicBezTo>
                    <a:pt x="604038" y="317098"/>
                    <a:pt x="605946" y="302471"/>
                    <a:pt x="608103" y="287883"/>
                  </a:cubicBezTo>
                  <a:cubicBezTo>
                    <a:pt x="610513" y="271586"/>
                    <a:pt x="613330" y="255349"/>
                    <a:pt x="615754" y="239053"/>
                  </a:cubicBezTo>
                  <a:cubicBezTo>
                    <a:pt x="617618" y="226524"/>
                    <a:pt x="618741" y="213874"/>
                    <a:pt x="620927" y="201407"/>
                  </a:cubicBezTo>
                  <a:cubicBezTo>
                    <a:pt x="623833" y="184839"/>
                    <a:pt x="623893" y="167589"/>
                    <a:pt x="632575" y="152323"/>
                  </a:cubicBezTo>
                  <a:cubicBezTo>
                    <a:pt x="644703" y="130997"/>
                    <a:pt x="662389" y="117307"/>
                    <a:pt x="686701" y="113125"/>
                  </a:cubicBezTo>
                  <a:cubicBezTo>
                    <a:pt x="710515" y="109028"/>
                    <a:pt x="732590" y="113894"/>
                    <a:pt x="751331" y="129395"/>
                  </a:cubicBezTo>
                  <a:cubicBezTo>
                    <a:pt x="766483" y="141927"/>
                    <a:pt x="776711" y="157915"/>
                    <a:pt x="778886" y="178022"/>
                  </a:cubicBezTo>
                  <a:cubicBezTo>
                    <a:pt x="779893" y="187332"/>
                    <a:pt x="780361" y="196706"/>
                    <a:pt x="780876" y="206061"/>
                  </a:cubicBezTo>
                  <a:cubicBezTo>
                    <a:pt x="781634" y="219828"/>
                    <a:pt x="782201" y="233605"/>
                    <a:pt x="782875" y="247376"/>
                  </a:cubicBezTo>
                  <a:cubicBezTo>
                    <a:pt x="783510" y="260331"/>
                    <a:pt x="784221" y="273282"/>
                    <a:pt x="784819" y="286238"/>
                  </a:cubicBezTo>
                  <a:cubicBezTo>
                    <a:pt x="785524" y="301481"/>
                    <a:pt x="786091" y="316731"/>
                    <a:pt x="786817" y="331972"/>
                  </a:cubicBezTo>
                  <a:cubicBezTo>
                    <a:pt x="787387" y="343948"/>
                    <a:pt x="788176" y="355914"/>
                    <a:pt x="788741" y="367889"/>
                  </a:cubicBezTo>
                  <a:cubicBezTo>
                    <a:pt x="789469" y="383295"/>
                    <a:pt x="790018" y="398709"/>
                    <a:pt x="790743" y="414114"/>
                  </a:cubicBezTo>
                  <a:cubicBezTo>
                    <a:pt x="791314" y="426253"/>
                    <a:pt x="792043" y="438385"/>
                    <a:pt x="792685" y="450521"/>
                  </a:cubicBezTo>
                  <a:cubicBezTo>
                    <a:pt x="793678" y="469297"/>
                    <a:pt x="794942" y="488063"/>
                    <a:pt x="795546" y="506851"/>
                  </a:cubicBezTo>
                  <a:cubicBezTo>
                    <a:pt x="796009" y="521263"/>
                    <a:pt x="796519" y="535772"/>
                    <a:pt x="795385" y="550110"/>
                  </a:cubicBezTo>
                  <a:cubicBezTo>
                    <a:pt x="794177" y="565393"/>
                    <a:pt x="791281" y="580563"/>
                    <a:pt x="788720" y="595714"/>
                  </a:cubicBezTo>
                  <a:cubicBezTo>
                    <a:pt x="786036" y="611598"/>
                    <a:pt x="783462" y="627540"/>
                    <a:pt x="779738" y="643194"/>
                  </a:cubicBezTo>
                  <a:cubicBezTo>
                    <a:pt x="776732" y="655830"/>
                    <a:pt x="772018" y="668054"/>
                    <a:pt x="768255" y="680519"/>
                  </a:cubicBezTo>
                  <a:cubicBezTo>
                    <a:pt x="767793" y="682050"/>
                    <a:pt x="767927" y="684364"/>
                    <a:pt x="768798" y="685604"/>
                  </a:cubicBezTo>
                  <a:cubicBezTo>
                    <a:pt x="783211" y="706128"/>
                    <a:pt x="797845" y="726498"/>
                    <a:pt x="812314" y="746984"/>
                  </a:cubicBezTo>
                  <a:cubicBezTo>
                    <a:pt x="834054" y="777765"/>
                    <a:pt x="855685" y="808624"/>
                    <a:pt x="877401" y="839422"/>
                  </a:cubicBezTo>
                  <a:lnTo>
                    <a:pt x="900912" y="872605"/>
                  </a:lnTo>
                  <a:lnTo>
                    <a:pt x="864035" y="900547"/>
                  </a:lnTo>
                  <a:lnTo>
                    <a:pt x="810562" y="824770"/>
                  </a:lnTo>
                  <a:cubicBezTo>
                    <a:pt x="787621" y="792283"/>
                    <a:pt x="764584" y="759864"/>
                    <a:pt x="741685" y="727348"/>
                  </a:cubicBezTo>
                  <a:cubicBezTo>
                    <a:pt x="735442" y="718484"/>
                    <a:pt x="728949" y="709711"/>
                    <a:pt x="723651" y="700289"/>
                  </a:cubicBezTo>
                  <a:cubicBezTo>
                    <a:pt x="718366" y="690889"/>
                    <a:pt x="719326" y="680764"/>
                    <a:pt x="722590" y="670527"/>
                  </a:cubicBezTo>
                  <a:cubicBezTo>
                    <a:pt x="728913" y="650697"/>
                    <a:pt x="735421" y="630866"/>
                    <a:pt x="740332" y="610666"/>
                  </a:cubicBezTo>
                  <a:cubicBezTo>
                    <a:pt x="743722" y="596723"/>
                    <a:pt x="744121" y="582082"/>
                    <a:pt x="746640" y="567892"/>
                  </a:cubicBezTo>
                  <a:cubicBezTo>
                    <a:pt x="750174" y="547986"/>
                    <a:pt x="750848" y="527940"/>
                    <a:pt x="750346" y="507860"/>
                  </a:cubicBezTo>
                  <a:cubicBezTo>
                    <a:pt x="749897" y="489889"/>
                    <a:pt x="748487" y="471943"/>
                    <a:pt x="747509" y="453985"/>
                  </a:cubicBezTo>
                  <a:cubicBezTo>
                    <a:pt x="746848" y="441850"/>
                    <a:pt x="746165" y="429716"/>
                    <a:pt x="745558" y="417579"/>
                  </a:cubicBezTo>
                  <a:cubicBezTo>
                    <a:pt x="744861" y="403645"/>
                    <a:pt x="744236" y="389707"/>
                    <a:pt x="743582" y="375772"/>
                  </a:cubicBezTo>
                  <a:cubicBezTo>
                    <a:pt x="742927" y="361836"/>
                    <a:pt x="742263" y="347900"/>
                    <a:pt x="741623" y="333964"/>
                  </a:cubicBezTo>
                  <a:cubicBezTo>
                    <a:pt x="740953" y="319374"/>
                    <a:pt x="740330" y="304782"/>
                    <a:pt x="739646" y="290193"/>
                  </a:cubicBezTo>
                  <a:cubicBezTo>
                    <a:pt x="739023" y="276910"/>
                    <a:pt x="738347" y="263630"/>
                    <a:pt x="737691" y="250349"/>
                  </a:cubicBezTo>
                  <a:cubicBezTo>
                    <a:pt x="737037" y="237068"/>
                    <a:pt x="736568" y="223774"/>
                    <a:pt x="735660" y="210510"/>
                  </a:cubicBezTo>
                  <a:cubicBezTo>
                    <a:pt x="735002" y="200893"/>
                    <a:pt x="734334" y="191214"/>
                    <a:pt x="732639" y="181747"/>
                  </a:cubicBezTo>
                  <a:cubicBezTo>
                    <a:pt x="730425" y="169385"/>
                    <a:pt x="717558" y="159564"/>
                    <a:pt x="705109" y="158042"/>
                  </a:cubicBezTo>
                  <a:cubicBezTo>
                    <a:pt x="695280" y="156841"/>
                    <a:pt x="687168" y="159727"/>
                    <a:pt x="679948" y="165590"/>
                  </a:cubicBezTo>
                  <a:cubicBezTo>
                    <a:pt x="674181" y="170273"/>
                    <a:pt x="671150" y="176905"/>
                    <a:pt x="669961" y="184210"/>
                  </a:cubicBezTo>
                  <a:cubicBezTo>
                    <a:pt x="667904" y="196842"/>
                    <a:pt x="665953" y="209493"/>
                    <a:pt x="664106" y="222157"/>
                  </a:cubicBezTo>
                  <a:cubicBezTo>
                    <a:pt x="662347" y="234212"/>
                    <a:pt x="660877" y="246309"/>
                    <a:pt x="659102" y="258361"/>
                  </a:cubicBezTo>
                  <a:cubicBezTo>
                    <a:pt x="656935" y="273082"/>
                    <a:pt x="654495" y="287762"/>
                    <a:pt x="652341" y="302485"/>
                  </a:cubicBezTo>
                  <a:cubicBezTo>
                    <a:pt x="650855" y="312642"/>
                    <a:pt x="649965" y="322894"/>
                    <a:pt x="648235" y="333006"/>
                  </a:cubicBezTo>
                  <a:cubicBezTo>
                    <a:pt x="646548" y="342861"/>
                    <a:pt x="644935" y="352858"/>
                    <a:pt x="641811" y="362303"/>
                  </a:cubicBezTo>
                  <a:cubicBezTo>
                    <a:pt x="638680" y="371769"/>
                    <a:pt x="629565" y="376081"/>
                    <a:pt x="621672" y="381214"/>
                  </a:cubicBezTo>
                  <a:cubicBezTo>
                    <a:pt x="605872" y="391488"/>
                    <a:pt x="591562" y="403647"/>
                    <a:pt x="579041" y="417674"/>
                  </a:cubicBezTo>
                  <a:cubicBezTo>
                    <a:pt x="557176" y="442169"/>
                    <a:pt x="540735" y="470007"/>
                    <a:pt x="531437" y="501576"/>
                  </a:cubicBezTo>
                  <a:cubicBezTo>
                    <a:pt x="527447" y="515124"/>
                    <a:pt x="524994" y="529192"/>
                    <a:pt x="522773" y="543172"/>
                  </a:cubicBezTo>
                  <a:cubicBezTo>
                    <a:pt x="521006" y="554290"/>
                    <a:pt x="520690" y="565637"/>
                    <a:pt x="519653" y="576875"/>
                  </a:cubicBezTo>
                  <a:cubicBezTo>
                    <a:pt x="519314" y="580545"/>
                    <a:pt x="518735" y="584192"/>
                    <a:pt x="518199" y="588362"/>
                  </a:cubicBezTo>
                  <a:cubicBezTo>
                    <a:pt x="503294" y="587051"/>
                    <a:pt x="488273" y="585730"/>
                    <a:pt x="472861" y="584375"/>
                  </a:cubicBezTo>
                  <a:cubicBezTo>
                    <a:pt x="473102" y="579090"/>
                    <a:pt x="473182" y="573841"/>
                    <a:pt x="473625" y="568623"/>
                  </a:cubicBezTo>
                  <a:cubicBezTo>
                    <a:pt x="474046" y="563672"/>
                    <a:pt x="475185" y="558770"/>
                    <a:pt x="475423" y="553818"/>
                  </a:cubicBezTo>
                  <a:cubicBezTo>
                    <a:pt x="476512" y="531148"/>
                    <a:pt x="480490" y="509022"/>
                    <a:pt x="487285" y="487378"/>
                  </a:cubicBezTo>
                  <a:cubicBezTo>
                    <a:pt x="495357" y="461669"/>
                    <a:pt x="506573" y="437450"/>
                    <a:pt x="522268" y="415512"/>
                  </a:cubicBezTo>
                  <a:cubicBezTo>
                    <a:pt x="529449" y="405475"/>
                    <a:pt x="537519" y="396067"/>
                    <a:pt x="545327" y="386490"/>
                  </a:cubicBezTo>
                  <a:cubicBezTo>
                    <a:pt x="548909" y="382096"/>
                    <a:pt x="552834" y="377980"/>
                    <a:pt x="557113" y="373165"/>
                  </a:cubicBezTo>
                  <a:cubicBezTo>
                    <a:pt x="553273" y="367675"/>
                    <a:pt x="549279" y="361802"/>
                    <a:pt x="545122" y="356047"/>
                  </a:cubicBezTo>
                  <a:cubicBezTo>
                    <a:pt x="521166" y="322879"/>
                    <a:pt x="497223" y="289700"/>
                    <a:pt x="473172" y="256600"/>
                  </a:cubicBezTo>
                  <a:cubicBezTo>
                    <a:pt x="454662" y="231125"/>
                    <a:pt x="436072" y="205706"/>
                    <a:pt x="417383" y="180361"/>
                  </a:cubicBezTo>
                  <a:cubicBezTo>
                    <a:pt x="400195" y="157051"/>
                    <a:pt x="382769" y="133916"/>
                    <a:pt x="365559" y="110623"/>
                  </a:cubicBezTo>
                  <a:cubicBezTo>
                    <a:pt x="353309" y="94043"/>
                    <a:pt x="341512" y="77121"/>
                    <a:pt x="329017" y="60730"/>
                  </a:cubicBezTo>
                  <a:cubicBezTo>
                    <a:pt x="316310" y="44059"/>
                    <a:pt x="293391" y="40748"/>
                    <a:pt x="276945" y="55758"/>
                  </a:cubicBezTo>
                  <a:cubicBezTo>
                    <a:pt x="262084" y="69323"/>
                    <a:pt x="261546" y="89749"/>
                    <a:pt x="275194" y="106990"/>
                  </a:cubicBezTo>
                  <a:cubicBezTo>
                    <a:pt x="289873" y="125534"/>
                    <a:pt x="303347" y="145030"/>
                    <a:pt x="317370" y="164094"/>
                  </a:cubicBezTo>
                  <a:cubicBezTo>
                    <a:pt x="331584" y="183417"/>
                    <a:pt x="345833" y="202714"/>
                    <a:pt x="360057" y="222030"/>
                  </a:cubicBezTo>
                  <a:cubicBezTo>
                    <a:pt x="372956" y="239547"/>
                    <a:pt x="385856" y="257063"/>
                    <a:pt x="398728" y="274599"/>
                  </a:cubicBezTo>
                  <a:cubicBezTo>
                    <a:pt x="412065" y="292768"/>
                    <a:pt x="425364" y="310966"/>
                    <a:pt x="438692" y="329142"/>
                  </a:cubicBezTo>
                  <a:cubicBezTo>
                    <a:pt x="451266" y="346291"/>
                    <a:pt x="463856" y="363428"/>
                    <a:pt x="476494" y="380646"/>
                  </a:cubicBezTo>
                  <a:cubicBezTo>
                    <a:pt x="463979" y="389478"/>
                    <a:pt x="451610" y="398206"/>
                    <a:pt x="438732" y="407295"/>
                  </a:cubicBezTo>
                  <a:cubicBezTo>
                    <a:pt x="433502" y="400202"/>
                    <a:pt x="428482" y="393408"/>
                    <a:pt x="423478" y="386602"/>
                  </a:cubicBezTo>
                  <a:cubicBezTo>
                    <a:pt x="408039" y="365601"/>
                    <a:pt x="392558" y="344631"/>
                    <a:pt x="377188" y="323580"/>
                  </a:cubicBezTo>
                  <a:cubicBezTo>
                    <a:pt x="365318" y="307322"/>
                    <a:pt x="353667" y="290903"/>
                    <a:pt x="341782" y="274656"/>
                  </a:cubicBezTo>
                  <a:cubicBezTo>
                    <a:pt x="326104" y="253225"/>
                    <a:pt x="310238" y="231933"/>
                    <a:pt x="294556" y="210505"/>
                  </a:cubicBezTo>
                  <a:cubicBezTo>
                    <a:pt x="279171" y="189482"/>
                    <a:pt x="263920" y="168361"/>
                    <a:pt x="248603" y="147289"/>
                  </a:cubicBezTo>
                  <a:cubicBezTo>
                    <a:pt x="234316" y="127635"/>
                    <a:pt x="220552" y="107571"/>
                    <a:pt x="205577" y="88456"/>
                  </a:cubicBezTo>
                  <a:cubicBezTo>
                    <a:pt x="190912" y="69737"/>
                    <a:pt x="167770" y="68689"/>
                    <a:pt x="151831" y="84926"/>
                  </a:cubicBezTo>
                  <a:cubicBezTo>
                    <a:pt x="138977" y="98021"/>
                    <a:pt x="138163" y="115905"/>
                    <a:pt x="149423" y="131215"/>
                  </a:cubicBezTo>
                  <a:cubicBezTo>
                    <a:pt x="164201" y="151308"/>
                    <a:pt x="178887" y="171469"/>
                    <a:pt x="193629" y="191589"/>
                  </a:cubicBezTo>
                  <a:cubicBezTo>
                    <a:pt x="205819" y="208227"/>
                    <a:pt x="218045" y="224840"/>
                    <a:pt x="230233" y="241481"/>
                  </a:cubicBezTo>
                  <a:cubicBezTo>
                    <a:pt x="240908" y="256055"/>
                    <a:pt x="251544" y="270658"/>
                    <a:pt x="262213" y="285236"/>
                  </a:cubicBezTo>
                  <a:cubicBezTo>
                    <a:pt x="274772" y="302398"/>
                    <a:pt x="287343" y="319550"/>
                    <a:pt x="299917" y="336700"/>
                  </a:cubicBezTo>
                  <a:cubicBezTo>
                    <a:pt x="315232" y="357591"/>
                    <a:pt x="330562" y="378470"/>
                    <a:pt x="345874" y="399364"/>
                  </a:cubicBezTo>
                  <a:cubicBezTo>
                    <a:pt x="355702" y="412776"/>
                    <a:pt x="365437" y="426258"/>
                    <a:pt x="375383" y="439583"/>
                  </a:cubicBezTo>
                  <a:cubicBezTo>
                    <a:pt x="377346" y="442212"/>
                    <a:pt x="375506" y="442809"/>
                    <a:pt x="373973" y="443893"/>
                  </a:cubicBezTo>
                  <a:cubicBezTo>
                    <a:pt x="362490" y="452008"/>
                    <a:pt x="351009" y="460126"/>
                    <a:pt x="339107" y="468541"/>
                  </a:cubicBezTo>
                  <a:cubicBezTo>
                    <a:pt x="333081" y="460448"/>
                    <a:pt x="326957" y="452295"/>
                    <a:pt x="320908" y="444087"/>
                  </a:cubicBezTo>
                  <a:cubicBezTo>
                    <a:pt x="308196" y="426838"/>
                    <a:pt x="295522" y="409562"/>
                    <a:pt x="282837" y="392294"/>
                  </a:cubicBezTo>
                  <a:cubicBezTo>
                    <a:pt x="270437" y="375416"/>
                    <a:pt x="258080" y="358506"/>
                    <a:pt x="245635" y="341661"/>
                  </a:cubicBezTo>
                  <a:cubicBezTo>
                    <a:pt x="230330" y="320943"/>
                    <a:pt x="214903" y="300315"/>
                    <a:pt x="199623" y="279579"/>
                  </a:cubicBezTo>
                  <a:cubicBezTo>
                    <a:pt x="185776" y="260788"/>
                    <a:pt x="172243" y="241764"/>
                    <a:pt x="158194" y="223127"/>
                  </a:cubicBezTo>
                  <a:cubicBezTo>
                    <a:pt x="151803" y="214649"/>
                    <a:pt x="146898" y="204733"/>
                    <a:pt x="136993" y="199305"/>
                  </a:cubicBezTo>
                  <a:cubicBezTo>
                    <a:pt x="125609" y="193067"/>
                    <a:pt x="114043" y="192686"/>
                    <a:pt x="102663" y="198833"/>
                  </a:cubicBezTo>
                  <a:cubicBezTo>
                    <a:pt x="90510" y="205397"/>
                    <a:pt x="84478" y="216483"/>
                    <a:pt x="83997" y="229773"/>
                  </a:cubicBezTo>
                  <a:cubicBezTo>
                    <a:pt x="83666" y="238949"/>
                    <a:pt x="88115" y="247062"/>
                    <a:pt x="93858" y="254572"/>
                  </a:cubicBezTo>
                  <a:cubicBezTo>
                    <a:pt x="108043" y="273118"/>
                    <a:pt x="121675" y="292088"/>
                    <a:pt x="135513" y="310899"/>
                  </a:cubicBezTo>
                  <a:cubicBezTo>
                    <a:pt x="147164" y="326739"/>
                    <a:pt x="158783" y="342601"/>
                    <a:pt x="170432" y="358442"/>
                  </a:cubicBezTo>
                  <a:cubicBezTo>
                    <a:pt x="183319" y="375967"/>
                    <a:pt x="196231" y="393472"/>
                    <a:pt x="209116" y="410999"/>
                  </a:cubicBezTo>
                  <a:cubicBezTo>
                    <a:pt x="220763" y="426841"/>
                    <a:pt x="232376" y="442709"/>
                    <a:pt x="244026" y="458549"/>
                  </a:cubicBezTo>
                  <a:cubicBezTo>
                    <a:pt x="256345" y="475298"/>
                    <a:pt x="268702" y="492018"/>
                    <a:pt x="281014" y="508772"/>
                  </a:cubicBezTo>
                  <a:cubicBezTo>
                    <a:pt x="283166" y="511701"/>
                    <a:pt x="285178" y="514734"/>
                    <a:pt x="287241" y="517700"/>
                  </a:cubicBezTo>
                  <a:cubicBezTo>
                    <a:pt x="274580" y="526656"/>
                    <a:pt x="262336" y="535318"/>
                    <a:pt x="249781" y="544199"/>
                  </a:cubicBezTo>
                  <a:cubicBezTo>
                    <a:pt x="243855" y="536449"/>
                    <a:pt x="237856" y="528731"/>
                    <a:pt x="231992" y="520911"/>
                  </a:cubicBezTo>
                  <a:cubicBezTo>
                    <a:pt x="217692" y="501843"/>
                    <a:pt x="203458" y="482725"/>
                    <a:pt x="189192" y="463632"/>
                  </a:cubicBezTo>
                  <a:cubicBezTo>
                    <a:pt x="173967" y="443254"/>
                    <a:pt x="158748" y="422872"/>
                    <a:pt x="143501" y="402511"/>
                  </a:cubicBezTo>
                  <a:cubicBezTo>
                    <a:pt x="131411" y="386367"/>
                    <a:pt x="119705" y="369910"/>
                    <a:pt x="107016" y="354250"/>
                  </a:cubicBezTo>
                  <a:cubicBezTo>
                    <a:pt x="99061" y="344430"/>
                    <a:pt x="87318" y="340854"/>
                    <a:pt x="75183" y="343150"/>
                  </a:cubicBezTo>
                  <a:cubicBezTo>
                    <a:pt x="62749" y="345502"/>
                    <a:pt x="53176" y="352679"/>
                    <a:pt x="48176" y="365228"/>
                  </a:cubicBezTo>
                  <a:cubicBezTo>
                    <a:pt x="42015" y="380688"/>
                    <a:pt x="47995" y="393039"/>
                    <a:pt x="56925" y="405060"/>
                  </a:cubicBezTo>
                  <a:cubicBezTo>
                    <a:pt x="69223" y="421614"/>
                    <a:pt x="81302" y="438330"/>
                    <a:pt x="93487" y="454968"/>
                  </a:cubicBezTo>
                  <a:cubicBezTo>
                    <a:pt x="110871" y="478706"/>
                    <a:pt x="128330" y="502390"/>
                    <a:pt x="145639" y="526183"/>
                  </a:cubicBezTo>
                  <a:cubicBezTo>
                    <a:pt x="160770" y="546983"/>
                    <a:pt x="175650" y="567965"/>
                    <a:pt x="190801" y="588750"/>
                  </a:cubicBezTo>
                  <a:cubicBezTo>
                    <a:pt x="206441" y="610208"/>
                    <a:pt x="222358" y="631463"/>
                    <a:pt x="237997" y="652922"/>
                  </a:cubicBezTo>
                  <a:cubicBezTo>
                    <a:pt x="253145" y="673709"/>
                    <a:pt x="268055" y="694670"/>
                    <a:pt x="283139" y="715504"/>
                  </a:cubicBezTo>
                  <a:cubicBezTo>
                    <a:pt x="301515" y="740886"/>
                    <a:pt x="320371" y="765932"/>
                    <a:pt x="338243" y="791662"/>
                  </a:cubicBezTo>
                  <a:cubicBezTo>
                    <a:pt x="350559" y="809395"/>
                    <a:pt x="363891" y="826117"/>
                    <a:pt x="379769" y="840704"/>
                  </a:cubicBezTo>
                  <a:cubicBezTo>
                    <a:pt x="393483" y="853302"/>
                    <a:pt x="408475" y="864213"/>
                    <a:pt x="424796" y="873288"/>
                  </a:cubicBezTo>
                  <a:cubicBezTo>
                    <a:pt x="436701" y="879907"/>
                    <a:pt x="449390" y="885554"/>
                    <a:pt x="458120" y="896637"/>
                  </a:cubicBezTo>
                  <a:cubicBezTo>
                    <a:pt x="464059" y="904175"/>
                    <a:pt x="469713" y="911948"/>
                    <a:pt x="475270" y="919775"/>
                  </a:cubicBezTo>
                  <a:cubicBezTo>
                    <a:pt x="489778" y="940209"/>
                    <a:pt x="504163" y="960730"/>
                    <a:pt x="518869" y="981604"/>
                  </a:cubicBezTo>
                  <a:cubicBezTo>
                    <a:pt x="506419" y="990372"/>
                    <a:pt x="493951" y="999152"/>
                    <a:pt x="481122" y="1008187"/>
                  </a:cubicBezTo>
                  <a:cubicBezTo>
                    <a:pt x="474890" y="999480"/>
                    <a:pt x="468834" y="991088"/>
                    <a:pt x="462850" y="982645"/>
                  </a:cubicBezTo>
                  <a:cubicBezTo>
                    <a:pt x="449556" y="963886"/>
                    <a:pt x="436448" y="944992"/>
                    <a:pt x="422878" y="926435"/>
                  </a:cubicBezTo>
                  <a:cubicBezTo>
                    <a:pt x="420653" y="923392"/>
                    <a:pt x="416676" y="921358"/>
                    <a:pt x="413142" y="919589"/>
                  </a:cubicBezTo>
                  <a:cubicBezTo>
                    <a:pt x="393305" y="909660"/>
                    <a:pt x="375234" y="897183"/>
                    <a:pt x="358122" y="883107"/>
                  </a:cubicBezTo>
                  <a:cubicBezTo>
                    <a:pt x="336000" y="864909"/>
                    <a:pt x="317861" y="843336"/>
                    <a:pt x="301511" y="819940"/>
                  </a:cubicBezTo>
                  <a:cubicBezTo>
                    <a:pt x="283565" y="794260"/>
                    <a:pt x="264793" y="769159"/>
                    <a:pt x="246429" y="743771"/>
                  </a:cubicBezTo>
                  <a:cubicBezTo>
                    <a:pt x="232383" y="724353"/>
                    <a:pt x="218481" y="704831"/>
                    <a:pt x="204387" y="685448"/>
                  </a:cubicBezTo>
                  <a:cubicBezTo>
                    <a:pt x="191407" y="667598"/>
                    <a:pt x="178224" y="649894"/>
                    <a:pt x="165188" y="632084"/>
                  </a:cubicBezTo>
                  <a:cubicBezTo>
                    <a:pt x="152721" y="615053"/>
                    <a:pt x="140319" y="597974"/>
                    <a:pt x="127906" y="580904"/>
                  </a:cubicBezTo>
                  <a:cubicBezTo>
                    <a:pt x="115032" y="563198"/>
                    <a:pt x="102204" y="545459"/>
                    <a:pt x="89309" y="527769"/>
                  </a:cubicBezTo>
                  <a:cubicBezTo>
                    <a:pt x="76685" y="510452"/>
                    <a:pt x="63971" y="493200"/>
                    <a:pt x="51355" y="475877"/>
                  </a:cubicBezTo>
                  <a:cubicBezTo>
                    <a:pt x="39408" y="459475"/>
                    <a:pt x="27561" y="443000"/>
                    <a:pt x="15626" y="426589"/>
                  </a:cubicBezTo>
                  <a:cubicBezTo>
                    <a:pt x="6080" y="413463"/>
                    <a:pt x="694" y="398985"/>
                    <a:pt x="82" y="382618"/>
                  </a:cubicBezTo>
                  <a:cubicBezTo>
                    <a:pt x="-456" y="368197"/>
                    <a:pt x="1586" y="354370"/>
                    <a:pt x="8168" y="341500"/>
                  </a:cubicBezTo>
                  <a:cubicBezTo>
                    <a:pt x="19684" y="318981"/>
                    <a:pt x="37923" y="304780"/>
                    <a:pt x="62466" y="298669"/>
                  </a:cubicBezTo>
                  <a:cubicBezTo>
                    <a:pt x="63960" y="298297"/>
                    <a:pt x="65432" y="297838"/>
                    <a:pt x="66907" y="297422"/>
                  </a:cubicBezTo>
                  <a:cubicBezTo>
                    <a:pt x="60329" y="287412"/>
                    <a:pt x="53585" y="277928"/>
                    <a:pt x="47683" y="267946"/>
                  </a:cubicBezTo>
                  <a:cubicBezTo>
                    <a:pt x="42029" y="258385"/>
                    <a:pt x="39043" y="247781"/>
                    <a:pt x="38471" y="236605"/>
                  </a:cubicBezTo>
                  <a:cubicBezTo>
                    <a:pt x="37789" y="223273"/>
                    <a:pt x="39271" y="210338"/>
                    <a:pt x="44530" y="197859"/>
                  </a:cubicBezTo>
                  <a:cubicBezTo>
                    <a:pt x="51072" y="182336"/>
                    <a:pt x="61857" y="170519"/>
                    <a:pt x="75589" y="161274"/>
                  </a:cubicBezTo>
                  <a:cubicBezTo>
                    <a:pt x="83839" y="155718"/>
                    <a:pt x="93005" y="152055"/>
                    <a:pt x="102879" y="150323"/>
                  </a:cubicBezTo>
                  <a:cubicBezTo>
                    <a:pt x="103941" y="150137"/>
                    <a:pt x="104925" y="149502"/>
                    <a:pt x="105949" y="149074"/>
                  </a:cubicBezTo>
                  <a:cubicBezTo>
                    <a:pt x="85156" y="109051"/>
                    <a:pt x="97491" y="68505"/>
                    <a:pt x="126600" y="45356"/>
                  </a:cubicBezTo>
                  <a:cubicBezTo>
                    <a:pt x="154616" y="23075"/>
                    <a:pt x="194108" y="20665"/>
                    <a:pt x="227582" y="45028"/>
                  </a:cubicBezTo>
                  <a:cubicBezTo>
                    <a:pt x="240171" y="21104"/>
                    <a:pt x="259836" y="6046"/>
                    <a:pt x="286255" y="1359"/>
                  </a:cubicBezTo>
                  <a:cubicBezTo>
                    <a:pt x="292334" y="280"/>
                    <a:pt x="298284" y="-154"/>
                    <a:pt x="304097" y="4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038" name="Freeform: Shape 2037">
              <a:extLst>
                <a:ext uri="{FF2B5EF4-FFF2-40B4-BE49-F238E27FC236}">
                  <a16:creationId xmlns:a16="http://schemas.microsoft.com/office/drawing/2014/main" id="{E5CE3927-049D-8E24-7771-6C21680A8A84}"/>
                </a:ext>
                <a:ext uri="{C183D7F6-B498-43B3-948B-1728B52AA6E4}">
                  <adec:decorative xmlns:adec="http://schemas.microsoft.com/office/drawing/2017/decorative" val="1"/>
                </a:ext>
              </a:extLst>
            </p:cNvPr>
            <p:cNvSpPr/>
            <p:nvPr/>
          </p:nvSpPr>
          <p:spPr>
            <a:xfrm>
              <a:off x="10037790" y="3636615"/>
              <a:ext cx="429179" cy="445903"/>
            </a:xfrm>
            <a:custGeom>
              <a:avLst/>
              <a:gdLst>
                <a:gd name="connsiteX0" fmla="*/ 2030066 w 2119536"/>
                <a:gd name="connsiteY0" fmla="*/ 1994573 h 2202126"/>
                <a:gd name="connsiteX1" fmla="*/ 2119536 w 2119536"/>
                <a:gd name="connsiteY1" fmla="*/ 2112655 h 2202126"/>
                <a:gd name="connsiteX2" fmla="*/ 2001454 w 2119536"/>
                <a:gd name="connsiteY2" fmla="*/ 2202126 h 2202126"/>
                <a:gd name="connsiteX3" fmla="*/ 1911984 w 2119536"/>
                <a:gd name="connsiteY3" fmla="*/ 2084043 h 2202126"/>
                <a:gd name="connsiteX4" fmla="*/ 115622 w 2119536"/>
                <a:gd name="connsiteY4" fmla="*/ 1506781 h 2202126"/>
                <a:gd name="connsiteX5" fmla="*/ 175963 w 2119536"/>
                <a:gd name="connsiteY5" fmla="*/ 1506781 h 2202126"/>
                <a:gd name="connsiteX6" fmla="*/ 218407 w 2119536"/>
                <a:gd name="connsiteY6" fmla="*/ 1607635 h 2202126"/>
                <a:gd name="connsiteX7" fmla="*/ 320281 w 2119536"/>
                <a:gd name="connsiteY7" fmla="*/ 1650657 h 2202126"/>
                <a:gd name="connsiteX8" fmla="*/ 320281 w 2119536"/>
                <a:gd name="connsiteY8" fmla="*/ 1709171 h 2202126"/>
                <a:gd name="connsiteX9" fmla="*/ 235481 w 2119536"/>
                <a:gd name="connsiteY9" fmla="*/ 1692194 h 2202126"/>
                <a:gd name="connsiteX10" fmla="*/ 115622 w 2119536"/>
                <a:gd name="connsiteY10" fmla="*/ 1506781 h 2202126"/>
                <a:gd name="connsiteX11" fmla="*/ 48 w 2119536"/>
                <a:gd name="connsiteY11" fmla="*/ 1506636 h 2202126"/>
                <a:gd name="connsiteX12" fmla="*/ 60245 w 2119536"/>
                <a:gd name="connsiteY12" fmla="*/ 1506636 h 2202126"/>
                <a:gd name="connsiteX13" fmla="*/ 80765 w 2119536"/>
                <a:gd name="connsiteY13" fmla="*/ 1608003 h 2202126"/>
                <a:gd name="connsiteX14" fmla="*/ 136486 w 2119536"/>
                <a:gd name="connsiteY14" fmla="*/ 1690106 h 2202126"/>
                <a:gd name="connsiteX15" fmla="*/ 270747 w 2119536"/>
                <a:gd name="connsiteY15" fmla="*/ 1761795 h 2202126"/>
                <a:gd name="connsiteX16" fmla="*/ 320432 w 2119536"/>
                <a:gd name="connsiteY16" fmla="*/ 1767606 h 2202126"/>
                <a:gd name="connsiteX17" fmla="*/ 320432 w 2119536"/>
                <a:gd name="connsiteY17" fmla="*/ 1823949 h 2202126"/>
                <a:gd name="connsiteX18" fmla="*/ 48 w 2119536"/>
                <a:gd name="connsiteY18" fmla="*/ 1506636 h 2202126"/>
                <a:gd name="connsiteX19" fmla="*/ 1617264 w 2119536"/>
                <a:gd name="connsiteY19" fmla="*/ 117490 h 2202126"/>
                <a:gd name="connsiteX20" fmla="*/ 1821900 w 2119536"/>
                <a:gd name="connsiteY20" fmla="*/ 321275 h 2202126"/>
                <a:gd name="connsiteX21" fmla="*/ 1762369 w 2119536"/>
                <a:gd name="connsiteY21" fmla="*/ 321275 h 2202126"/>
                <a:gd name="connsiteX22" fmla="*/ 1636288 w 2119536"/>
                <a:gd name="connsiteY22" fmla="*/ 177332 h 2202126"/>
                <a:gd name="connsiteX23" fmla="*/ 1625685 w 2119536"/>
                <a:gd name="connsiteY23" fmla="*/ 176258 h 2202126"/>
                <a:gd name="connsiteX24" fmla="*/ 1617264 w 2119536"/>
                <a:gd name="connsiteY24" fmla="*/ 174136 h 2202126"/>
                <a:gd name="connsiteX25" fmla="*/ 1617264 w 2119536"/>
                <a:gd name="connsiteY25" fmla="*/ 117490 h 2202126"/>
                <a:gd name="connsiteX26" fmla="*/ 1617373 w 2119536"/>
                <a:gd name="connsiteY26" fmla="*/ 33 h 2202126"/>
                <a:gd name="connsiteX27" fmla="*/ 1809847 w 2119536"/>
                <a:gd name="connsiteY27" fmla="*/ 63339 h 2202126"/>
                <a:gd name="connsiteX28" fmla="*/ 1938261 w 2119536"/>
                <a:gd name="connsiteY28" fmla="*/ 320963 h 2202126"/>
                <a:gd name="connsiteX29" fmla="*/ 1878446 w 2119536"/>
                <a:gd name="connsiteY29" fmla="*/ 320963 h 2202126"/>
                <a:gd name="connsiteX30" fmla="*/ 1732871 w 2119536"/>
                <a:gd name="connsiteY30" fmla="*/ 87577 h 2202126"/>
                <a:gd name="connsiteX31" fmla="*/ 1617373 w 2119536"/>
                <a:gd name="connsiteY31" fmla="*/ 58812 h 2202126"/>
                <a:gd name="connsiteX32" fmla="*/ 1617373 w 2119536"/>
                <a:gd name="connsiteY32" fmla="*/ 33 h 220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19536" h="2202126">
                  <a:moveTo>
                    <a:pt x="2030066" y="1994573"/>
                  </a:moveTo>
                  <a:lnTo>
                    <a:pt x="2119536" y="2112655"/>
                  </a:lnTo>
                  <a:lnTo>
                    <a:pt x="2001454" y="2202126"/>
                  </a:lnTo>
                  <a:lnTo>
                    <a:pt x="1911984" y="2084043"/>
                  </a:lnTo>
                  <a:close/>
                  <a:moveTo>
                    <a:pt x="115622" y="1506781"/>
                  </a:moveTo>
                  <a:cubicBezTo>
                    <a:pt x="135459" y="1506781"/>
                    <a:pt x="155308" y="1506781"/>
                    <a:pt x="175963" y="1506781"/>
                  </a:cubicBezTo>
                  <a:cubicBezTo>
                    <a:pt x="177143" y="1545706"/>
                    <a:pt x="190698" y="1580236"/>
                    <a:pt x="218407" y="1607635"/>
                  </a:cubicBezTo>
                  <a:cubicBezTo>
                    <a:pt x="246072" y="1634991"/>
                    <a:pt x="280218" y="1649641"/>
                    <a:pt x="320281" y="1650657"/>
                  </a:cubicBezTo>
                  <a:cubicBezTo>
                    <a:pt x="320281" y="1670045"/>
                    <a:pt x="320281" y="1689164"/>
                    <a:pt x="320281" y="1709171"/>
                  </a:cubicBezTo>
                  <a:cubicBezTo>
                    <a:pt x="290649" y="1711519"/>
                    <a:pt x="262870" y="1705143"/>
                    <a:pt x="235481" y="1692194"/>
                  </a:cubicBezTo>
                  <a:cubicBezTo>
                    <a:pt x="158413" y="1656683"/>
                    <a:pt x="116362" y="1583329"/>
                    <a:pt x="115622" y="1506781"/>
                  </a:cubicBezTo>
                  <a:close/>
                  <a:moveTo>
                    <a:pt x="48" y="1506636"/>
                  </a:moveTo>
                  <a:cubicBezTo>
                    <a:pt x="19595" y="1506636"/>
                    <a:pt x="39170" y="1506636"/>
                    <a:pt x="60245" y="1506636"/>
                  </a:cubicBezTo>
                  <a:cubicBezTo>
                    <a:pt x="59427" y="1541379"/>
                    <a:pt x="67955" y="1574731"/>
                    <a:pt x="80765" y="1608003"/>
                  </a:cubicBezTo>
                  <a:cubicBezTo>
                    <a:pt x="95017" y="1638993"/>
                    <a:pt x="112725" y="1666812"/>
                    <a:pt x="136486" y="1690106"/>
                  </a:cubicBezTo>
                  <a:cubicBezTo>
                    <a:pt x="174121" y="1727001"/>
                    <a:pt x="219000" y="1751274"/>
                    <a:pt x="270747" y="1761795"/>
                  </a:cubicBezTo>
                  <a:cubicBezTo>
                    <a:pt x="286837" y="1765066"/>
                    <a:pt x="303464" y="1765699"/>
                    <a:pt x="320432" y="1767606"/>
                  </a:cubicBezTo>
                  <a:cubicBezTo>
                    <a:pt x="320432" y="1786244"/>
                    <a:pt x="320432" y="1805086"/>
                    <a:pt x="320432" y="1823949"/>
                  </a:cubicBezTo>
                  <a:cubicBezTo>
                    <a:pt x="165153" y="1836741"/>
                    <a:pt x="-3292" y="1692449"/>
                    <a:pt x="48" y="1506636"/>
                  </a:cubicBezTo>
                  <a:close/>
                  <a:moveTo>
                    <a:pt x="1617264" y="117490"/>
                  </a:moveTo>
                  <a:cubicBezTo>
                    <a:pt x="1712125" y="109547"/>
                    <a:pt x="1821903" y="194529"/>
                    <a:pt x="1821900" y="321275"/>
                  </a:cubicBezTo>
                  <a:cubicBezTo>
                    <a:pt x="1802048" y="321275"/>
                    <a:pt x="1782196" y="321275"/>
                    <a:pt x="1762369" y="321275"/>
                  </a:cubicBezTo>
                  <a:cubicBezTo>
                    <a:pt x="1758165" y="239493"/>
                    <a:pt x="1702379" y="187478"/>
                    <a:pt x="1636288" y="177332"/>
                  </a:cubicBezTo>
                  <a:cubicBezTo>
                    <a:pt x="1632104" y="176989"/>
                    <a:pt x="1628864" y="176802"/>
                    <a:pt x="1625685" y="176258"/>
                  </a:cubicBezTo>
                  <a:cubicBezTo>
                    <a:pt x="1622950" y="175790"/>
                    <a:pt x="1620284" y="174915"/>
                    <a:pt x="1617264" y="174136"/>
                  </a:cubicBezTo>
                  <a:cubicBezTo>
                    <a:pt x="1617264" y="155144"/>
                    <a:pt x="1617264" y="136307"/>
                    <a:pt x="1617264" y="117490"/>
                  </a:cubicBezTo>
                  <a:close/>
                  <a:moveTo>
                    <a:pt x="1617373" y="33"/>
                  </a:moveTo>
                  <a:cubicBezTo>
                    <a:pt x="1688943" y="-971"/>
                    <a:pt x="1753508" y="20346"/>
                    <a:pt x="1809847" y="63339"/>
                  </a:cubicBezTo>
                  <a:cubicBezTo>
                    <a:pt x="1894065" y="127608"/>
                    <a:pt x="1935742" y="214389"/>
                    <a:pt x="1938261" y="320963"/>
                  </a:cubicBezTo>
                  <a:cubicBezTo>
                    <a:pt x="1918525" y="320963"/>
                    <a:pt x="1898703" y="320963"/>
                    <a:pt x="1878446" y="320963"/>
                  </a:cubicBezTo>
                  <a:cubicBezTo>
                    <a:pt x="1873297" y="216780"/>
                    <a:pt x="1826627" y="137873"/>
                    <a:pt x="1732871" y="87577"/>
                  </a:cubicBezTo>
                  <a:cubicBezTo>
                    <a:pt x="1696585" y="67558"/>
                    <a:pt x="1657501" y="61791"/>
                    <a:pt x="1617373" y="58812"/>
                  </a:cubicBezTo>
                  <a:cubicBezTo>
                    <a:pt x="1617373" y="39316"/>
                    <a:pt x="1617373" y="20467"/>
                    <a:pt x="1617373" y="33"/>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69" name="Group 168">
            <a:extLst>
              <a:ext uri="{FF2B5EF4-FFF2-40B4-BE49-F238E27FC236}">
                <a16:creationId xmlns:a16="http://schemas.microsoft.com/office/drawing/2014/main" id="{8322136C-D3AB-C769-70D2-54A1626CA1EF}"/>
              </a:ext>
              <a:ext uri="{C183D7F6-B498-43B3-948B-1728B52AA6E4}">
                <adec:decorative xmlns:adec="http://schemas.microsoft.com/office/drawing/2017/decorative" val="1"/>
              </a:ext>
            </a:extLst>
          </p:cNvPr>
          <p:cNvGrpSpPr>
            <a:grpSpLocks noChangeAspect="1"/>
          </p:cNvGrpSpPr>
          <p:nvPr/>
        </p:nvGrpSpPr>
        <p:grpSpPr>
          <a:xfrm>
            <a:off x="8856676" y="3636615"/>
            <a:ext cx="458066" cy="457200"/>
            <a:chOff x="8856676" y="3636615"/>
            <a:chExt cx="458066" cy="457200"/>
          </a:xfrm>
          <a:solidFill>
            <a:srgbClr val="FF0000"/>
          </a:solidFill>
        </p:grpSpPr>
        <p:sp>
          <p:nvSpPr>
            <p:cNvPr id="2040" name="Freeform: Shape 2039">
              <a:extLst>
                <a:ext uri="{FF2B5EF4-FFF2-40B4-BE49-F238E27FC236}">
                  <a16:creationId xmlns:a16="http://schemas.microsoft.com/office/drawing/2014/main" id="{3824C080-F7E2-8E0B-16F6-F01435405EC4}"/>
                </a:ext>
                <a:ext uri="{C183D7F6-B498-43B3-948B-1728B52AA6E4}">
                  <adec:decorative xmlns:adec="http://schemas.microsoft.com/office/drawing/2017/decorative" val="1"/>
                </a:ext>
              </a:extLst>
            </p:cNvPr>
            <p:cNvSpPr/>
            <p:nvPr/>
          </p:nvSpPr>
          <p:spPr>
            <a:xfrm>
              <a:off x="8856676" y="3636615"/>
              <a:ext cx="458066" cy="457200"/>
            </a:xfrm>
            <a:custGeom>
              <a:avLst/>
              <a:gdLst>
                <a:gd name="connsiteX0" fmla="*/ 9733 w 1874757"/>
                <a:gd name="connsiteY0" fmla="*/ 1771160 h 1871214"/>
                <a:gd name="connsiteX1" fmla="*/ 1862390 w 1874757"/>
                <a:gd name="connsiteY1" fmla="*/ 1771160 h 1871214"/>
                <a:gd name="connsiteX2" fmla="*/ 1862390 w 1874757"/>
                <a:gd name="connsiteY2" fmla="*/ 1871214 h 1871214"/>
                <a:gd name="connsiteX3" fmla="*/ 9733 w 1874757"/>
                <a:gd name="connsiteY3" fmla="*/ 1871214 h 1871214"/>
                <a:gd name="connsiteX4" fmla="*/ 147654 w 1874757"/>
                <a:gd name="connsiteY4" fmla="*/ 1625152 h 1871214"/>
                <a:gd name="connsiteX5" fmla="*/ 1722279 w 1874757"/>
                <a:gd name="connsiteY5" fmla="*/ 1625152 h 1871214"/>
                <a:gd name="connsiteX6" fmla="*/ 1722279 w 1874757"/>
                <a:gd name="connsiteY6" fmla="*/ 1725190 h 1871214"/>
                <a:gd name="connsiteX7" fmla="*/ 147654 w 1874757"/>
                <a:gd name="connsiteY7" fmla="*/ 1725190 h 1871214"/>
                <a:gd name="connsiteX8" fmla="*/ 952659 w 1874757"/>
                <a:gd name="connsiteY8" fmla="*/ 801 h 1871214"/>
                <a:gd name="connsiteX9" fmla="*/ 1000154 w 1874757"/>
                <a:gd name="connsiteY9" fmla="*/ 9829 h 1871214"/>
                <a:gd name="connsiteX10" fmla="*/ 1124029 w 1874757"/>
                <a:gd name="connsiteY10" fmla="*/ 65223 h 1871214"/>
                <a:gd name="connsiteX11" fmla="*/ 1263976 w 1874757"/>
                <a:gd name="connsiteY11" fmla="*/ 146355 h 1871214"/>
                <a:gd name="connsiteX12" fmla="*/ 1410270 w 1874757"/>
                <a:gd name="connsiteY12" fmla="*/ 231354 h 1871214"/>
                <a:gd name="connsiteX13" fmla="*/ 1520378 w 1874757"/>
                <a:gd name="connsiteY13" fmla="*/ 293887 h 1871214"/>
                <a:gd name="connsiteX14" fmla="*/ 1626182 w 1874757"/>
                <a:gd name="connsiteY14" fmla="*/ 355462 h 1871214"/>
                <a:gd name="connsiteX15" fmla="*/ 1715546 w 1874757"/>
                <a:gd name="connsiteY15" fmla="*/ 407217 h 1871214"/>
                <a:gd name="connsiteX16" fmla="*/ 1835304 w 1874757"/>
                <a:gd name="connsiteY16" fmla="*/ 476270 h 1871214"/>
                <a:gd name="connsiteX17" fmla="*/ 1850409 w 1874757"/>
                <a:gd name="connsiteY17" fmla="*/ 611496 h 1871214"/>
                <a:gd name="connsiteX18" fmla="*/ 1778666 w 1874757"/>
                <a:gd name="connsiteY18" fmla="*/ 641641 h 1871214"/>
                <a:gd name="connsiteX19" fmla="*/ 1082028 w 1874757"/>
                <a:gd name="connsiteY19" fmla="*/ 641195 h 1871214"/>
                <a:gd name="connsiteX20" fmla="*/ 1082028 w 1874757"/>
                <a:gd name="connsiteY20" fmla="*/ 540829 h 1871214"/>
                <a:gd name="connsiteX21" fmla="*/ 1741255 w 1874757"/>
                <a:gd name="connsiteY21" fmla="*/ 540928 h 1871214"/>
                <a:gd name="connsiteX22" fmla="*/ 1616001 w 1874757"/>
                <a:gd name="connsiteY22" fmla="*/ 466576 h 1871214"/>
                <a:gd name="connsiteX23" fmla="*/ 1525574 w 1874757"/>
                <a:gd name="connsiteY23" fmla="*/ 414623 h 1871214"/>
                <a:gd name="connsiteX24" fmla="*/ 1419772 w 1874757"/>
                <a:gd name="connsiteY24" fmla="*/ 353051 h 1871214"/>
                <a:gd name="connsiteX25" fmla="*/ 1309665 w 1874757"/>
                <a:gd name="connsiteY25" fmla="*/ 290515 h 1871214"/>
                <a:gd name="connsiteX26" fmla="*/ 1188250 w 1874757"/>
                <a:gd name="connsiteY26" fmla="*/ 219817 h 1871214"/>
                <a:gd name="connsiteX27" fmla="*/ 1078808 w 1874757"/>
                <a:gd name="connsiteY27" fmla="*/ 156129 h 1871214"/>
                <a:gd name="connsiteX28" fmla="*/ 979122 w 1874757"/>
                <a:gd name="connsiteY28" fmla="*/ 109234 h 1871214"/>
                <a:gd name="connsiteX29" fmla="*/ 928707 w 1874757"/>
                <a:gd name="connsiteY29" fmla="*/ 101820 h 1871214"/>
                <a:gd name="connsiteX30" fmla="*/ 827439 w 1874757"/>
                <a:gd name="connsiteY30" fmla="*/ 138206 h 1871214"/>
                <a:gd name="connsiteX31" fmla="*/ 677853 w 1874757"/>
                <a:gd name="connsiteY31" fmla="*/ 223902 h 1871214"/>
                <a:gd name="connsiteX32" fmla="*/ 501105 w 1874757"/>
                <a:gd name="connsiteY32" fmla="*/ 326459 h 1871214"/>
                <a:gd name="connsiteX33" fmla="*/ 336782 w 1874757"/>
                <a:gd name="connsiteY33" fmla="*/ 420693 h 1871214"/>
                <a:gd name="connsiteX34" fmla="*/ 167332 w 1874757"/>
                <a:gd name="connsiteY34" fmla="*/ 518961 h 1871214"/>
                <a:gd name="connsiteX35" fmla="*/ 132228 w 1874757"/>
                <a:gd name="connsiteY35" fmla="*/ 539147 h 1871214"/>
                <a:gd name="connsiteX36" fmla="*/ 133028 w 1874757"/>
                <a:gd name="connsiteY36" fmla="*/ 540876 h 1871214"/>
                <a:gd name="connsiteX37" fmla="*/ 792727 w 1874757"/>
                <a:gd name="connsiteY37" fmla="*/ 541808 h 1871214"/>
                <a:gd name="connsiteX38" fmla="*/ 792727 w 1874757"/>
                <a:gd name="connsiteY38" fmla="*/ 641699 h 1871214"/>
                <a:gd name="connsiteX39" fmla="*/ 91228 w 1874757"/>
                <a:gd name="connsiteY39" fmla="*/ 641389 h 1871214"/>
                <a:gd name="connsiteX40" fmla="*/ 628 w 1874757"/>
                <a:gd name="connsiteY40" fmla="*/ 538195 h 1871214"/>
                <a:gd name="connsiteX41" fmla="*/ 51733 w 1874757"/>
                <a:gd name="connsiteY41" fmla="*/ 468090 h 1871214"/>
                <a:gd name="connsiteX42" fmla="*/ 204665 w 1874757"/>
                <a:gd name="connsiteY42" fmla="*/ 379566 h 1871214"/>
                <a:gd name="connsiteX43" fmla="*/ 326615 w 1874757"/>
                <a:gd name="connsiteY43" fmla="*/ 309838 h 1871214"/>
                <a:gd name="connsiteX44" fmla="*/ 478559 w 1874757"/>
                <a:gd name="connsiteY44" fmla="*/ 221772 h 1871214"/>
                <a:gd name="connsiteX45" fmla="*/ 616173 w 1874757"/>
                <a:gd name="connsiteY45" fmla="*/ 142969 h 1871214"/>
                <a:gd name="connsiteX46" fmla="*/ 749195 w 1874757"/>
                <a:gd name="connsiteY46" fmla="*/ 64817 h 1871214"/>
                <a:gd name="connsiteX47" fmla="*/ 904469 w 1874757"/>
                <a:gd name="connsiteY47" fmla="*/ 2689 h 1871214"/>
                <a:gd name="connsiteX48" fmla="*/ 952659 w 1874757"/>
                <a:gd name="connsiteY48" fmla="*/ 801 h 18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74757" h="1871214">
                  <a:moveTo>
                    <a:pt x="9733" y="1771160"/>
                  </a:moveTo>
                  <a:lnTo>
                    <a:pt x="1862390" y="1771160"/>
                  </a:lnTo>
                  <a:lnTo>
                    <a:pt x="1862390" y="1871214"/>
                  </a:lnTo>
                  <a:lnTo>
                    <a:pt x="9733" y="1871214"/>
                  </a:lnTo>
                  <a:close/>
                  <a:moveTo>
                    <a:pt x="147654" y="1625152"/>
                  </a:moveTo>
                  <a:lnTo>
                    <a:pt x="1722279" y="1625152"/>
                  </a:lnTo>
                  <a:lnTo>
                    <a:pt x="1722279" y="1725190"/>
                  </a:lnTo>
                  <a:lnTo>
                    <a:pt x="147654" y="1725190"/>
                  </a:lnTo>
                  <a:close/>
                  <a:moveTo>
                    <a:pt x="952659" y="801"/>
                  </a:moveTo>
                  <a:cubicBezTo>
                    <a:pt x="968607" y="2229"/>
                    <a:pt x="984440" y="5477"/>
                    <a:pt x="1000154" y="9829"/>
                  </a:cubicBezTo>
                  <a:cubicBezTo>
                    <a:pt x="1044245" y="22041"/>
                    <a:pt x="1084821" y="41921"/>
                    <a:pt x="1124029" y="65223"/>
                  </a:cubicBezTo>
                  <a:cubicBezTo>
                    <a:pt x="1170378" y="92770"/>
                    <a:pt x="1217333" y="119300"/>
                    <a:pt x="1263976" y="146355"/>
                  </a:cubicBezTo>
                  <a:cubicBezTo>
                    <a:pt x="1312762" y="174654"/>
                    <a:pt x="1361400" y="203204"/>
                    <a:pt x="1410270" y="231354"/>
                  </a:cubicBezTo>
                  <a:cubicBezTo>
                    <a:pt x="1446845" y="252422"/>
                    <a:pt x="1483779" y="272864"/>
                    <a:pt x="1520378" y="293887"/>
                  </a:cubicBezTo>
                  <a:cubicBezTo>
                    <a:pt x="1555761" y="314213"/>
                    <a:pt x="1590905" y="334956"/>
                    <a:pt x="1626182" y="355462"/>
                  </a:cubicBezTo>
                  <a:cubicBezTo>
                    <a:pt x="1655944" y="372761"/>
                    <a:pt x="1685680" y="390103"/>
                    <a:pt x="1715546" y="407217"/>
                  </a:cubicBezTo>
                  <a:cubicBezTo>
                    <a:pt x="1755545" y="430135"/>
                    <a:pt x="1797315" y="450416"/>
                    <a:pt x="1835304" y="476270"/>
                  </a:cubicBezTo>
                  <a:cubicBezTo>
                    <a:pt x="1883389" y="508991"/>
                    <a:pt x="1886414" y="570047"/>
                    <a:pt x="1850409" y="611496"/>
                  </a:cubicBezTo>
                  <a:cubicBezTo>
                    <a:pt x="1831621" y="633126"/>
                    <a:pt x="1806780" y="641639"/>
                    <a:pt x="1778666" y="641641"/>
                  </a:cubicBezTo>
                  <a:lnTo>
                    <a:pt x="1082028" y="641195"/>
                  </a:lnTo>
                  <a:lnTo>
                    <a:pt x="1082028" y="540829"/>
                  </a:lnTo>
                  <a:lnTo>
                    <a:pt x="1741255" y="540928"/>
                  </a:lnTo>
                  <a:cubicBezTo>
                    <a:pt x="1699613" y="514760"/>
                    <a:pt x="1657818" y="490644"/>
                    <a:pt x="1616001" y="466576"/>
                  </a:cubicBezTo>
                  <a:cubicBezTo>
                    <a:pt x="1585872" y="449235"/>
                    <a:pt x="1555656" y="432045"/>
                    <a:pt x="1525574" y="414623"/>
                  </a:cubicBezTo>
                  <a:cubicBezTo>
                    <a:pt x="1490263" y="394175"/>
                    <a:pt x="1455152" y="373379"/>
                    <a:pt x="1419772" y="353051"/>
                  </a:cubicBezTo>
                  <a:cubicBezTo>
                    <a:pt x="1383174" y="332023"/>
                    <a:pt x="1346247" y="311570"/>
                    <a:pt x="1309665" y="290515"/>
                  </a:cubicBezTo>
                  <a:cubicBezTo>
                    <a:pt x="1269076" y="267153"/>
                    <a:pt x="1228721" y="243386"/>
                    <a:pt x="1188250" y="219817"/>
                  </a:cubicBezTo>
                  <a:cubicBezTo>
                    <a:pt x="1151775" y="198577"/>
                    <a:pt x="1115258" y="177411"/>
                    <a:pt x="1078808" y="156129"/>
                  </a:cubicBezTo>
                  <a:cubicBezTo>
                    <a:pt x="1046956" y="137535"/>
                    <a:pt x="1014959" y="118976"/>
                    <a:pt x="979122" y="109234"/>
                  </a:cubicBezTo>
                  <a:cubicBezTo>
                    <a:pt x="962757" y="104785"/>
                    <a:pt x="945070" y="99990"/>
                    <a:pt x="928707" y="101820"/>
                  </a:cubicBezTo>
                  <a:cubicBezTo>
                    <a:pt x="892538" y="105861"/>
                    <a:pt x="859063" y="120062"/>
                    <a:pt x="827439" y="138206"/>
                  </a:cubicBezTo>
                  <a:cubicBezTo>
                    <a:pt x="777595" y="166803"/>
                    <a:pt x="727621" y="195173"/>
                    <a:pt x="677853" y="223902"/>
                  </a:cubicBezTo>
                  <a:cubicBezTo>
                    <a:pt x="618861" y="257957"/>
                    <a:pt x="560101" y="292412"/>
                    <a:pt x="501105" y="326459"/>
                  </a:cubicBezTo>
                  <a:cubicBezTo>
                    <a:pt x="446415" y="358019"/>
                    <a:pt x="391480" y="389151"/>
                    <a:pt x="336782" y="420693"/>
                  </a:cubicBezTo>
                  <a:cubicBezTo>
                    <a:pt x="280220" y="453312"/>
                    <a:pt x="223816" y="486204"/>
                    <a:pt x="167332" y="518961"/>
                  </a:cubicBezTo>
                  <a:cubicBezTo>
                    <a:pt x="155656" y="525730"/>
                    <a:pt x="143930" y="532420"/>
                    <a:pt x="132228" y="539147"/>
                  </a:cubicBezTo>
                  <a:cubicBezTo>
                    <a:pt x="132495" y="539724"/>
                    <a:pt x="132760" y="540299"/>
                    <a:pt x="133028" y="540876"/>
                  </a:cubicBezTo>
                  <a:lnTo>
                    <a:pt x="792727" y="541808"/>
                  </a:lnTo>
                  <a:lnTo>
                    <a:pt x="792727" y="641699"/>
                  </a:lnTo>
                  <a:lnTo>
                    <a:pt x="91228" y="641389"/>
                  </a:lnTo>
                  <a:cubicBezTo>
                    <a:pt x="33351" y="641249"/>
                    <a:pt x="-5464" y="593551"/>
                    <a:pt x="628" y="538195"/>
                  </a:cubicBezTo>
                  <a:cubicBezTo>
                    <a:pt x="4172" y="505966"/>
                    <a:pt x="23396" y="483933"/>
                    <a:pt x="51733" y="468090"/>
                  </a:cubicBezTo>
                  <a:cubicBezTo>
                    <a:pt x="103138" y="439347"/>
                    <a:pt x="153648" y="409011"/>
                    <a:pt x="204665" y="379566"/>
                  </a:cubicBezTo>
                  <a:cubicBezTo>
                    <a:pt x="245220" y="356160"/>
                    <a:pt x="286048" y="333224"/>
                    <a:pt x="326615" y="309838"/>
                  </a:cubicBezTo>
                  <a:cubicBezTo>
                    <a:pt x="377331" y="280601"/>
                    <a:pt x="427839" y="251002"/>
                    <a:pt x="478559" y="221772"/>
                  </a:cubicBezTo>
                  <a:cubicBezTo>
                    <a:pt x="524358" y="195376"/>
                    <a:pt x="570455" y="169500"/>
                    <a:pt x="616173" y="142969"/>
                  </a:cubicBezTo>
                  <a:cubicBezTo>
                    <a:pt x="660654" y="117158"/>
                    <a:pt x="704558" y="90348"/>
                    <a:pt x="749195" y="64817"/>
                  </a:cubicBezTo>
                  <a:cubicBezTo>
                    <a:pt x="797996" y="36906"/>
                    <a:pt x="848556" y="12802"/>
                    <a:pt x="904469" y="2689"/>
                  </a:cubicBezTo>
                  <a:cubicBezTo>
                    <a:pt x="920646" y="-236"/>
                    <a:pt x="936710" y="-627"/>
                    <a:pt x="952659" y="80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037" name="Freeform: Shape 2036">
              <a:extLst>
                <a:ext uri="{FF2B5EF4-FFF2-40B4-BE49-F238E27FC236}">
                  <a16:creationId xmlns:a16="http://schemas.microsoft.com/office/drawing/2014/main" id="{10B2888E-1761-4B70-D755-DFC13B4D312D}"/>
                </a:ext>
                <a:ext uri="{C183D7F6-B498-43B3-948B-1728B52AA6E4}">
                  <adec:decorative xmlns:adec="http://schemas.microsoft.com/office/drawing/2017/decorative" val="1"/>
                </a:ext>
              </a:extLst>
            </p:cNvPr>
            <p:cNvSpPr/>
            <p:nvPr/>
          </p:nvSpPr>
          <p:spPr>
            <a:xfrm>
              <a:off x="8871391" y="3762517"/>
              <a:ext cx="428570" cy="247326"/>
            </a:xfrm>
            <a:custGeom>
              <a:avLst/>
              <a:gdLst>
                <a:gd name="connsiteX0" fmla="*/ 116047 w 1754036"/>
                <a:gd name="connsiteY0" fmla="*/ 324034 h 1012248"/>
                <a:gd name="connsiteX1" fmla="*/ 116047 w 1754036"/>
                <a:gd name="connsiteY1" fmla="*/ 339074 h 1012248"/>
                <a:gd name="connsiteX2" fmla="*/ 140564 w 1754036"/>
                <a:gd name="connsiteY2" fmla="*/ 339074 h 1012248"/>
                <a:gd name="connsiteX3" fmla="*/ 140564 w 1754036"/>
                <a:gd name="connsiteY3" fmla="*/ 945422 h 1012248"/>
                <a:gd name="connsiteX4" fmla="*/ 116058 w 1754036"/>
                <a:gd name="connsiteY4" fmla="*/ 945422 h 1012248"/>
                <a:gd name="connsiteX5" fmla="*/ 116058 w 1754036"/>
                <a:gd name="connsiteY5" fmla="*/ 959694 h 1012248"/>
                <a:gd name="connsiteX6" fmla="*/ 311298 w 1754036"/>
                <a:gd name="connsiteY6" fmla="*/ 959694 h 1012248"/>
                <a:gd name="connsiteX7" fmla="*/ 311298 w 1754036"/>
                <a:gd name="connsiteY7" fmla="*/ 944654 h 1012248"/>
                <a:gd name="connsiteX8" fmla="*/ 285909 w 1754036"/>
                <a:gd name="connsiteY8" fmla="*/ 944654 h 1012248"/>
                <a:gd name="connsiteX9" fmla="*/ 285909 w 1754036"/>
                <a:gd name="connsiteY9" fmla="*/ 482069 h 1012248"/>
                <a:gd name="connsiteX10" fmla="*/ 285909 w 1754036"/>
                <a:gd name="connsiteY10" fmla="*/ 338305 h 1012248"/>
                <a:gd name="connsiteX11" fmla="*/ 311287 w 1754036"/>
                <a:gd name="connsiteY11" fmla="*/ 338305 h 1012248"/>
                <a:gd name="connsiteX12" fmla="*/ 311287 w 1754036"/>
                <a:gd name="connsiteY12" fmla="*/ 324034 h 1012248"/>
                <a:gd name="connsiteX13" fmla="*/ 116047 w 1754036"/>
                <a:gd name="connsiteY13" fmla="*/ 324034 h 1012248"/>
                <a:gd name="connsiteX14" fmla="*/ 1442557 w 1754036"/>
                <a:gd name="connsiteY14" fmla="*/ 324028 h 1012248"/>
                <a:gd name="connsiteX15" fmla="*/ 1442557 w 1754036"/>
                <a:gd name="connsiteY15" fmla="*/ 339062 h 1012248"/>
                <a:gd name="connsiteX16" fmla="*/ 1465765 w 1754036"/>
                <a:gd name="connsiteY16" fmla="*/ 339062 h 1012248"/>
                <a:gd name="connsiteX17" fmla="*/ 1465765 w 1754036"/>
                <a:gd name="connsiteY17" fmla="*/ 549926 h 1012248"/>
                <a:gd name="connsiteX18" fmla="*/ 1465765 w 1754036"/>
                <a:gd name="connsiteY18" fmla="*/ 945412 h 1012248"/>
                <a:gd name="connsiteX19" fmla="*/ 1442566 w 1754036"/>
                <a:gd name="connsiteY19" fmla="*/ 945412 h 1012248"/>
                <a:gd name="connsiteX20" fmla="*/ 1442566 w 1754036"/>
                <a:gd name="connsiteY20" fmla="*/ 959701 h 1012248"/>
                <a:gd name="connsiteX21" fmla="*/ 1637824 w 1754036"/>
                <a:gd name="connsiteY21" fmla="*/ 959701 h 1012248"/>
                <a:gd name="connsiteX22" fmla="*/ 1637824 w 1754036"/>
                <a:gd name="connsiteY22" fmla="*/ 944669 h 1012248"/>
                <a:gd name="connsiteX23" fmla="*/ 1613293 w 1754036"/>
                <a:gd name="connsiteY23" fmla="*/ 944669 h 1012248"/>
                <a:gd name="connsiteX24" fmla="*/ 1613293 w 1754036"/>
                <a:gd name="connsiteY24" fmla="*/ 338316 h 1012248"/>
                <a:gd name="connsiteX25" fmla="*/ 1637812 w 1754036"/>
                <a:gd name="connsiteY25" fmla="*/ 338316 h 1012248"/>
                <a:gd name="connsiteX26" fmla="*/ 1637812 w 1754036"/>
                <a:gd name="connsiteY26" fmla="*/ 324028 h 1012248"/>
                <a:gd name="connsiteX27" fmla="*/ 1442557 w 1754036"/>
                <a:gd name="connsiteY27" fmla="*/ 324028 h 1012248"/>
                <a:gd name="connsiteX28" fmla="*/ 779096 w 1754036"/>
                <a:gd name="connsiteY28" fmla="*/ 323368 h 1012248"/>
                <a:gd name="connsiteX29" fmla="*/ 779096 w 1754036"/>
                <a:gd name="connsiteY29" fmla="*/ 339081 h 1012248"/>
                <a:gd name="connsiteX30" fmla="*/ 804020 w 1754036"/>
                <a:gd name="connsiteY30" fmla="*/ 339081 h 1012248"/>
                <a:gd name="connsiteX31" fmla="*/ 804020 w 1754036"/>
                <a:gd name="connsiteY31" fmla="*/ 945395 h 1012248"/>
                <a:gd name="connsiteX32" fmla="*/ 779104 w 1754036"/>
                <a:gd name="connsiteY32" fmla="*/ 945395 h 1012248"/>
                <a:gd name="connsiteX33" fmla="*/ 779104 w 1754036"/>
                <a:gd name="connsiteY33" fmla="*/ 959523 h 1012248"/>
                <a:gd name="connsiteX34" fmla="*/ 974769 w 1754036"/>
                <a:gd name="connsiteY34" fmla="*/ 959523 h 1012248"/>
                <a:gd name="connsiteX35" fmla="*/ 974769 w 1754036"/>
                <a:gd name="connsiteY35" fmla="*/ 944647 h 1012248"/>
                <a:gd name="connsiteX36" fmla="*/ 949847 w 1754036"/>
                <a:gd name="connsiteY36" fmla="*/ 944647 h 1012248"/>
                <a:gd name="connsiteX37" fmla="*/ 949847 w 1754036"/>
                <a:gd name="connsiteY37" fmla="*/ 338333 h 1012248"/>
                <a:gd name="connsiteX38" fmla="*/ 974762 w 1754036"/>
                <a:gd name="connsiteY38" fmla="*/ 338333 h 1012248"/>
                <a:gd name="connsiteX39" fmla="*/ 974762 w 1754036"/>
                <a:gd name="connsiteY39" fmla="*/ 323368 h 1012248"/>
                <a:gd name="connsiteX40" fmla="*/ 891161 w 1754036"/>
                <a:gd name="connsiteY40" fmla="*/ 323368 h 1012248"/>
                <a:gd name="connsiteX41" fmla="*/ 779096 w 1754036"/>
                <a:gd name="connsiteY41" fmla="*/ 323368 h 1012248"/>
                <a:gd name="connsiteX42" fmla="*/ 661114 w 1754036"/>
                <a:gd name="connsiteY42" fmla="*/ 271523 h 1012248"/>
                <a:gd name="connsiteX43" fmla="*/ 1090532 w 1754036"/>
                <a:gd name="connsiteY43" fmla="*/ 271523 h 1012248"/>
                <a:gd name="connsiteX44" fmla="*/ 1090532 w 1754036"/>
                <a:gd name="connsiteY44" fmla="*/ 344812 h 1012248"/>
                <a:gd name="connsiteX45" fmla="*/ 1056879 w 1754036"/>
                <a:gd name="connsiteY45" fmla="*/ 344812 h 1012248"/>
                <a:gd name="connsiteX46" fmla="*/ 1056879 w 1754036"/>
                <a:gd name="connsiteY46" fmla="*/ 366739 h 1012248"/>
                <a:gd name="connsiteX47" fmla="*/ 1026201 w 1754036"/>
                <a:gd name="connsiteY47" fmla="*/ 366739 h 1012248"/>
                <a:gd name="connsiteX48" fmla="*/ 1026201 w 1754036"/>
                <a:gd name="connsiteY48" fmla="*/ 388641 h 1012248"/>
                <a:gd name="connsiteX49" fmla="*/ 1002573 w 1754036"/>
                <a:gd name="connsiteY49" fmla="*/ 388641 h 1012248"/>
                <a:gd name="connsiteX50" fmla="*/ 1002573 w 1754036"/>
                <a:gd name="connsiteY50" fmla="*/ 894210 h 1012248"/>
                <a:gd name="connsiteX51" fmla="*/ 1025312 w 1754036"/>
                <a:gd name="connsiteY51" fmla="*/ 894210 h 1012248"/>
                <a:gd name="connsiteX52" fmla="*/ 1025312 w 1754036"/>
                <a:gd name="connsiteY52" fmla="*/ 916142 h 1012248"/>
                <a:gd name="connsiteX53" fmla="*/ 1055980 w 1754036"/>
                <a:gd name="connsiteY53" fmla="*/ 916142 h 1012248"/>
                <a:gd name="connsiteX54" fmla="*/ 1055980 w 1754036"/>
                <a:gd name="connsiteY54" fmla="*/ 938057 h 1012248"/>
                <a:gd name="connsiteX55" fmla="*/ 1091453 w 1754036"/>
                <a:gd name="connsiteY55" fmla="*/ 938057 h 1012248"/>
                <a:gd name="connsiteX56" fmla="*/ 1091453 w 1754036"/>
                <a:gd name="connsiteY56" fmla="*/ 986589 h 1012248"/>
                <a:gd name="connsiteX57" fmla="*/ 1091453 w 1754036"/>
                <a:gd name="connsiteY57" fmla="*/ 1012200 h 1012248"/>
                <a:gd name="connsiteX58" fmla="*/ 661150 w 1754036"/>
                <a:gd name="connsiteY58" fmla="*/ 1012200 h 1012248"/>
                <a:gd name="connsiteX59" fmla="*/ 661150 w 1754036"/>
                <a:gd name="connsiteY59" fmla="*/ 938926 h 1012248"/>
                <a:gd name="connsiteX60" fmla="*/ 696977 w 1754036"/>
                <a:gd name="connsiteY60" fmla="*/ 938926 h 1012248"/>
                <a:gd name="connsiteX61" fmla="*/ 696977 w 1754036"/>
                <a:gd name="connsiteY61" fmla="*/ 917002 h 1012248"/>
                <a:gd name="connsiteX62" fmla="*/ 725465 w 1754036"/>
                <a:gd name="connsiteY62" fmla="*/ 917002 h 1012248"/>
                <a:gd name="connsiteX63" fmla="*/ 725465 w 1754036"/>
                <a:gd name="connsiteY63" fmla="*/ 895094 h 1012248"/>
                <a:gd name="connsiteX64" fmla="*/ 751287 w 1754036"/>
                <a:gd name="connsiteY64" fmla="*/ 895094 h 1012248"/>
                <a:gd name="connsiteX65" fmla="*/ 751287 w 1754036"/>
                <a:gd name="connsiteY65" fmla="*/ 389519 h 1012248"/>
                <a:gd name="connsiteX66" fmla="*/ 726370 w 1754036"/>
                <a:gd name="connsiteY66" fmla="*/ 389519 h 1012248"/>
                <a:gd name="connsiteX67" fmla="*/ 726370 w 1754036"/>
                <a:gd name="connsiteY67" fmla="*/ 367590 h 1012248"/>
                <a:gd name="connsiteX68" fmla="*/ 697888 w 1754036"/>
                <a:gd name="connsiteY68" fmla="*/ 367590 h 1012248"/>
                <a:gd name="connsiteX69" fmla="*/ 697888 w 1754036"/>
                <a:gd name="connsiteY69" fmla="*/ 345674 h 1012248"/>
                <a:gd name="connsiteX70" fmla="*/ 661114 w 1754036"/>
                <a:gd name="connsiteY70" fmla="*/ 345674 h 1012248"/>
                <a:gd name="connsiteX71" fmla="*/ 661114 w 1754036"/>
                <a:gd name="connsiteY71" fmla="*/ 271523 h 1012248"/>
                <a:gd name="connsiteX72" fmla="*/ 0 w 1754036"/>
                <a:gd name="connsiteY72" fmla="*/ 271481 h 1012248"/>
                <a:gd name="connsiteX73" fmla="*/ 430381 w 1754036"/>
                <a:gd name="connsiteY73" fmla="*/ 271481 h 1012248"/>
                <a:gd name="connsiteX74" fmla="*/ 430381 w 1754036"/>
                <a:gd name="connsiteY74" fmla="*/ 308045 h 1012248"/>
                <a:gd name="connsiteX75" fmla="*/ 430381 w 1754036"/>
                <a:gd name="connsiteY75" fmla="*/ 344891 h 1012248"/>
                <a:gd name="connsiteX76" fmla="*/ 393535 w 1754036"/>
                <a:gd name="connsiteY76" fmla="*/ 344891 h 1012248"/>
                <a:gd name="connsiteX77" fmla="*/ 393535 w 1754036"/>
                <a:gd name="connsiteY77" fmla="*/ 366814 h 1012248"/>
                <a:gd name="connsiteX78" fmla="*/ 365048 w 1754036"/>
                <a:gd name="connsiteY78" fmla="*/ 366814 h 1012248"/>
                <a:gd name="connsiteX79" fmla="*/ 365048 w 1754036"/>
                <a:gd name="connsiteY79" fmla="*/ 388724 h 1012248"/>
                <a:gd name="connsiteX80" fmla="*/ 339274 w 1754036"/>
                <a:gd name="connsiteY80" fmla="*/ 388724 h 1012248"/>
                <a:gd name="connsiteX81" fmla="*/ 339274 w 1754036"/>
                <a:gd name="connsiteY81" fmla="*/ 894296 h 1012248"/>
                <a:gd name="connsiteX82" fmla="*/ 364325 w 1754036"/>
                <a:gd name="connsiteY82" fmla="*/ 894296 h 1012248"/>
                <a:gd name="connsiteX83" fmla="*/ 364325 w 1754036"/>
                <a:gd name="connsiteY83" fmla="*/ 916222 h 1012248"/>
                <a:gd name="connsiteX84" fmla="*/ 392807 w 1754036"/>
                <a:gd name="connsiteY84" fmla="*/ 916222 h 1012248"/>
                <a:gd name="connsiteX85" fmla="*/ 392807 w 1754036"/>
                <a:gd name="connsiteY85" fmla="*/ 938139 h 1012248"/>
                <a:gd name="connsiteX86" fmla="*/ 429535 w 1754036"/>
                <a:gd name="connsiteY86" fmla="*/ 938139 h 1012248"/>
                <a:gd name="connsiteX87" fmla="*/ 429535 w 1754036"/>
                <a:gd name="connsiteY87" fmla="*/ 1012248 h 1012248"/>
                <a:gd name="connsiteX88" fmla="*/ 32 w 1754036"/>
                <a:gd name="connsiteY88" fmla="*/ 1012248 h 1012248"/>
                <a:gd name="connsiteX89" fmla="*/ 32 w 1754036"/>
                <a:gd name="connsiteY89" fmla="*/ 938832 h 1012248"/>
                <a:gd name="connsiteX90" fmla="*/ 33815 w 1754036"/>
                <a:gd name="connsiteY90" fmla="*/ 938832 h 1012248"/>
                <a:gd name="connsiteX91" fmla="*/ 33815 w 1754036"/>
                <a:gd name="connsiteY91" fmla="*/ 916906 h 1012248"/>
                <a:gd name="connsiteX92" fmla="*/ 64492 w 1754036"/>
                <a:gd name="connsiteY92" fmla="*/ 916906 h 1012248"/>
                <a:gd name="connsiteX93" fmla="*/ 64492 w 1754036"/>
                <a:gd name="connsiteY93" fmla="*/ 895002 h 1012248"/>
                <a:gd name="connsiteX94" fmla="*/ 88075 w 1754036"/>
                <a:gd name="connsiteY94" fmla="*/ 895002 h 1012248"/>
                <a:gd name="connsiteX95" fmla="*/ 88075 w 1754036"/>
                <a:gd name="connsiteY95" fmla="*/ 389436 h 1012248"/>
                <a:gd name="connsiteX96" fmla="*/ 65211 w 1754036"/>
                <a:gd name="connsiteY96" fmla="*/ 389436 h 1012248"/>
                <a:gd name="connsiteX97" fmla="*/ 65211 w 1754036"/>
                <a:gd name="connsiteY97" fmla="*/ 367508 h 1012248"/>
                <a:gd name="connsiteX98" fmla="*/ 34542 w 1754036"/>
                <a:gd name="connsiteY98" fmla="*/ 367508 h 1012248"/>
                <a:gd name="connsiteX99" fmla="*/ 34542 w 1754036"/>
                <a:gd name="connsiteY99" fmla="*/ 345591 h 1012248"/>
                <a:gd name="connsiteX100" fmla="*/ 0 w 1754036"/>
                <a:gd name="connsiteY100" fmla="*/ 345591 h 1012248"/>
                <a:gd name="connsiteX101" fmla="*/ 0 w 1754036"/>
                <a:gd name="connsiteY101" fmla="*/ 271481 h 1012248"/>
                <a:gd name="connsiteX102" fmla="*/ 1324154 w 1754036"/>
                <a:gd name="connsiteY102" fmla="*/ 270832 h 1012248"/>
                <a:gd name="connsiteX103" fmla="*/ 1522678 w 1754036"/>
                <a:gd name="connsiteY103" fmla="*/ 270832 h 1012248"/>
                <a:gd name="connsiteX104" fmla="*/ 1754006 w 1754036"/>
                <a:gd name="connsiteY104" fmla="*/ 270832 h 1012248"/>
                <a:gd name="connsiteX105" fmla="*/ 1754006 w 1754036"/>
                <a:gd name="connsiteY105" fmla="*/ 344849 h 1012248"/>
                <a:gd name="connsiteX106" fmla="*/ 1720088 w 1754036"/>
                <a:gd name="connsiteY106" fmla="*/ 344849 h 1012248"/>
                <a:gd name="connsiteX107" fmla="*/ 1720088 w 1754036"/>
                <a:gd name="connsiteY107" fmla="*/ 366783 h 1012248"/>
                <a:gd name="connsiteX108" fmla="*/ 1689408 w 1754036"/>
                <a:gd name="connsiteY108" fmla="*/ 366783 h 1012248"/>
                <a:gd name="connsiteX109" fmla="*/ 1689408 w 1754036"/>
                <a:gd name="connsiteY109" fmla="*/ 388693 h 1012248"/>
                <a:gd name="connsiteX110" fmla="*/ 1665619 w 1754036"/>
                <a:gd name="connsiteY110" fmla="*/ 388693 h 1012248"/>
                <a:gd name="connsiteX111" fmla="*/ 1665619 w 1754036"/>
                <a:gd name="connsiteY111" fmla="*/ 894245 h 1012248"/>
                <a:gd name="connsiteX112" fmla="*/ 1688609 w 1754036"/>
                <a:gd name="connsiteY112" fmla="*/ 894245 h 1012248"/>
                <a:gd name="connsiteX113" fmla="*/ 1688609 w 1754036"/>
                <a:gd name="connsiteY113" fmla="*/ 916182 h 1012248"/>
                <a:gd name="connsiteX114" fmla="*/ 1719280 w 1754036"/>
                <a:gd name="connsiteY114" fmla="*/ 916182 h 1012248"/>
                <a:gd name="connsiteX115" fmla="*/ 1719280 w 1754036"/>
                <a:gd name="connsiteY115" fmla="*/ 938105 h 1012248"/>
                <a:gd name="connsiteX116" fmla="*/ 1754036 w 1754036"/>
                <a:gd name="connsiteY116" fmla="*/ 938105 h 1012248"/>
                <a:gd name="connsiteX117" fmla="*/ 1754036 w 1754036"/>
                <a:gd name="connsiteY117" fmla="*/ 1012034 h 1012248"/>
                <a:gd name="connsiteX118" fmla="*/ 1324188 w 1754036"/>
                <a:gd name="connsiteY118" fmla="*/ 1012034 h 1012248"/>
                <a:gd name="connsiteX119" fmla="*/ 1324188 w 1754036"/>
                <a:gd name="connsiteY119" fmla="*/ 938880 h 1012248"/>
                <a:gd name="connsiteX120" fmla="*/ 1360290 w 1754036"/>
                <a:gd name="connsiteY120" fmla="*/ 938880 h 1012248"/>
                <a:gd name="connsiteX121" fmla="*/ 1360290 w 1754036"/>
                <a:gd name="connsiteY121" fmla="*/ 916950 h 1012248"/>
                <a:gd name="connsiteX122" fmla="*/ 1388777 w 1754036"/>
                <a:gd name="connsiteY122" fmla="*/ 916950 h 1012248"/>
                <a:gd name="connsiteX123" fmla="*/ 1388777 w 1754036"/>
                <a:gd name="connsiteY123" fmla="*/ 895034 h 1012248"/>
                <a:gd name="connsiteX124" fmla="*/ 1414760 w 1754036"/>
                <a:gd name="connsiteY124" fmla="*/ 895034 h 1012248"/>
                <a:gd name="connsiteX125" fmla="*/ 1414760 w 1754036"/>
                <a:gd name="connsiteY125" fmla="*/ 389476 h 1012248"/>
                <a:gd name="connsiteX126" fmla="*/ 1389578 w 1754036"/>
                <a:gd name="connsiteY126" fmla="*/ 389476 h 1012248"/>
                <a:gd name="connsiteX127" fmla="*/ 1389578 w 1754036"/>
                <a:gd name="connsiteY127" fmla="*/ 367542 h 1012248"/>
                <a:gd name="connsiteX128" fmla="*/ 1361096 w 1754036"/>
                <a:gd name="connsiteY128" fmla="*/ 367542 h 1012248"/>
                <a:gd name="connsiteX129" fmla="*/ 1361096 w 1754036"/>
                <a:gd name="connsiteY129" fmla="*/ 345618 h 1012248"/>
                <a:gd name="connsiteX130" fmla="*/ 1324154 w 1754036"/>
                <a:gd name="connsiteY130" fmla="*/ 345618 h 1012248"/>
                <a:gd name="connsiteX131" fmla="*/ 1324154 w 1754036"/>
                <a:gd name="connsiteY131" fmla="*/ 270832 h 1012248"/>
                <a:gd name="connsiteX132" fmla="*/ 803077 w 1754036"/>
                <a:gd name="connsiteY132" fmla="*/ 0 h 1012248"/>
                <a:gd name="connsiteX133" fmla="*/ 951227 w 1754036"/>
                <a:gd name="connsiteY133" fmla="*/ 0 h 1012248"/>
                <a:gd name="connsiteX134" fmla="*/ 951227 w 1754036"/>
                <a:gd name="connsiteY134" fmla="*/ 148150 h 1012248"/>
                <a:gd name="connsiteX135" fmla="*/ 803077 w 1754036"/>
                <a:gd name="connsiteY135" fmla="*/ 148150 h 101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1754036" h="1012248">
                  <a:moveTo>
                    <a:pt x="116047" y="324034"/>
                  </a:moveTo>
                  <a:cubicBezTo>
                    <a:pt x="116047" y="329176"/>
                    <a:pt x="116047" y="333638"/>
                    <a:pt x="116047" y="339074"/>
                  </a:cubicBezTo>
                  <a:cubicBezTo>
                    <a:pt x="124774" y="339074"/>
                    <a:pt x="132656" y="339074"/>
                    <a:pt x="140564" y="339074"/>
                  </a:cubicBezTo>
                  <a:cubicBezTo>
                    <a:pt x="140564" y="541535"/>
                    <a:pt x="140564" y="743002"/>
                    <a:pt x="140564" y="945422"/>
                  </a:cubicBezTo>
                  <a:cubicBezTo>
                    <a:pt x="131806" y="945422"/>
                    <a:pt x="123918" y="945422"/>
                    <a:pt x="116058" y="945422"/>
                  </a:cubicBezTo>
                  <a:cubicBezTo>
                    <a:pt x="116058" y="950851"/>
                    <a:pt x="116058" y="955309"/>
                    <a:pt x="116058" y="959694"/>
                  </a:cubicBezTo>
                  <a:cubicBezTo>
                    <a:pt x="181718" y="959694"/>
                    <a:pt x="246495" y="959694"/>
                    <a:pt x="311298" y="959694"/>
                  </a:cubicBezTo>
                  <a:cubicBezTo>
                    <a:pt x="311298" y="954526"/>
                    <a:pt x="311298" y="950071"/>
                    <a:pt x="311298" y="944654"/>
                  </a:cubicBezTo>
                  <a:cubicBezTo>
                    <a:pt x="302566" y="944654"/>
                    <a:pt x="294696" y="944654"/>
                    <a:pt x="285909" y="944654"/>
                  </a:cubicBezTo>
                  <a:cubicBezTo>
                    <a:pt x="285909" y="790528"/>
                    <a:pt x="285909" y="637393"/>
                    <a:pt x="285909" y="482069"/>
                  </a:cubicBezTo>
                  <a:cubicBezTo>
                    <a:pt x="285909" y="434459"/>
                    <a:pt x="285909" y="386850"/>
                    <a:pt x="285909" y="338305"/>
                  </a:cubicBezTo>
                  <a:cubicBezTo>
                    <a:pt x="295536" y="338305"/>
                    <a:pt x="303431" y="338305"/>
                    <a:pt x="311287" y="338305"/>
                  </a:cubicBezTo>
                  <a:cubicBezTo>
                    <a:pt x="311287" y="332876"/>
                    <a:pt x="311287" y="328420"/>
                    <a:pt x="311287" y="324034"/>
                  </a:cubicBezTo>
                  <a:cubicBezTo>
                    <a:pt x="245627" y="324034"/>
                    <a:pt x="180850" y="324034"/>
                    <a:pt x="116047" y="324034"/>
                  </a:cubicBezTo>
                  <a:close/>
                  <a:moveTo>
                    <a:pt x="1442557" y="324028"/>
                  </a:moveTo>
                  <a:cubicBezTo>
                    <a:pt x="1442557" y="329166"/>
                    <a:pt x="1442557" y="333629"/>
                    <a:pt x="1442557" y="339062"/>
                  </a:cubicBezTo>
                  <a:cubicBezTo>
                    <a:pt x="1450550" y="339062"/>
                    <a:pt x="1457686" y="339062"/>
                    <a:pt x="1465765" y="339062"/>
                  </a:cubicBezTo>
                  <a:cubicBezTo>
                    <a:pt x="1465765" y="409276"/>
                    <a:pt x="1465765" y="478507"/>
                    <a:pt x="1465765" y="549926"/>
                  </a:cubicBezTo>
                  <a:cubicBezTo>
                    <a:pt x="1465765" y="681440"/>
                    <a:pt x="1465765" y="812954"/>
                    <a:pt x="1465765" y="945412"/>
                  </a:cubicBezTo>
                  <a:cubicBezTo>
                    <a:pt x="1456886" y="945412"/>
                    <a:pt x="1449733" y="945412"/>
                    <a:pt x="1442566" y="945412"/>
                  </a:cubicBezTo>
                  <a:cubicBezTo>
                    <a:pt x="1442566" y="950836"/>
                    <a:pt x="1442566" y="955293"/>
                    <a:pt x="1442566" y="959701"/>
                  </a:cubicBezTo>
                  <a:cubicBezTo>
                    <a:pt x="1508217" y="959701"/>
                    <a:pt x="1572995" y="959701"/>
                    <a:pt x="1637824" y="959701"/>
                  </a:cubicBezTo>
                  <a:cubicBezTo>
                    <a:pt x="1637824" y="954567"/>
                    <a:pt x="1637824" y="950105"/>
                    <a:pt x="1637824" y="944669"/>
                  </a:cubicBezTo>
                  <a:cubicBezTo>
                    <a:pt x="1629101" y="944669"/>
                    <a:pt x="1621230" y="944669"/>
                    <a:pt x="1613293" y="944669"/>
                  </a:cubicBezTo>
                  <a:cubicBezTo>
                    <a:pt x="1613293" y="742207"/>
                    <a:pt x="1613293" y="540739"/>
                    <a:pt x="1613293" y="338316"/>
                  </a:cubicBezTo>
                  <a:cubicBezTo>
                    <a:pt x="1622042" y="338316"/>
                    <a:pt x="1629936" y="338316"/>
                    <a:pt x="1637812" y="338316"/>
                  </a:cubicBezTo>
                  <a:cubicBezTo>
                    <a:pt x="1637812" y="332887"/>
                    <a:pt x="1637812" y="328430"/>
                    <a:pt x="1637812" y="324028"/>
                  </a:cubicBezTo>
                  <a:cubicBezTo>
                    <a:pt x="1572158" y="324028"/>
                    <a:pt x="1507380" y="324028"/>
                    <a:pt x="1442557" y="324028"/>
                  </a:cubicBezTo>
                  <a:close/>
                  <a:moveTo>
                    <a:pt x="779096" y="323368"/>
                  </a:moveTo>
                  <a:cubicBezTo>
                    <a:pt x="779096" y="329295"/>
                    <a:pt x="779096" y="333524"/>
                    <a:pt x="779096" y="339081"/>
                  </a:cubicBezTo>
                  <a:cubicBezTo>
                    <a:pt x="787856" y="339081"/>
                    <a:pt x="796008" y="339081"/>
                    <a:pt x="804020" y="339081"/>
                  </a:cubicBezTo>
                  <a:cubicBezTo>
                    <a:pt x="804020" y="541655"/>
                    <a:pt x="804020" y="742860"/>
                    <a:pt x="804020" y="945395"/>
                  </a:cubicBezTo>
                  <a:cubicBezTo>
                    <a:pt x="795203" y="945395"/>
                    <a:pt x="787042" y="945395"/>
                    <a:pt x="779104" y="945395"/>
                  </a:cubicBezTo>
                  <a:cubicBezTo>
                    <a:pt x="779104" y="950977"/>
                    <a:pt x="779104" y="955202"/>
                    <a:pt x="779104" y="959523"/>
                  </a:cubicBezTo>
                  <a:cubicBezTo>
                    <a:pt x="844827" y="959523"/>
                    <a:pt x="909884" y="959523"/>
                    <a:pt x="974769" y="959523"/>
                  </a:cubicBezTo>
                  <a:cubicBezTo>
                    <a:pt x="974769" y="954433"/>
                    <a:pt x="974769" y="950204"/>
                    <a:pt x="974769" y="944647"/>
                  </a:cubicBezTo>
                  <a:cubicBezTo>
                    <a:pt x="965996" y="944647"/>
                    <a:pt x="957851" y="944647"/>
                    <a:pt x="949847" y="944647"/>
                  </a:cubicBezTo>
                  <a:cubicBezTo>
                    <a:pt x="949847" y="742073"/>
                    <a:pt x="949847" y="540868"/>
                    <a:pt x="949847" y="338333"/>
                  </a:cubicBezTo>
                  <a:cubicBezTo>
                    <a:pt x="958664" y="338333"/>
                    <a:pt x="966824" y="338333"/>
                    <a:pt x="974762" y="338333"/>
                  </a:cubicBezTo>
                  <a:cubicBezTo>
                    <a:pt x="974762" y="332771"/>
                    <a:pt x="974762" y="328547"/>
                    <a:pt x="974762" y="323368"/>
                  </a:cubicBezTo>
                  <a:cubicBezTo>
                    <a:pt x="947191" y="323368"/>
                    <a:pt x="920271" y="323368"/>
                    <a:pt x="891161" y="323368"/>
                  </a:cubicBezTo>
                  <a:cubicBezTo>
                    <a:pt x="853744" y="323368"/>
                    <a:pt x="816327" y="323368"/>
                    <a:pt x="779096" y="323368"/>
                  </a:cubicBezTo>
                  <a:close/>
                  <a:moveTo>
                    <a:pt x="661114" y="271523"/>
                  </a:moveTo>
                  <a:cubicBezTo>
                    <a:pt x="803995" y="271523"/>
                    <a:pt x="946803" y="271523"/>
                    <a:pt x="1090532" y="271523"/>
                  </a:cubicBezTo>
                  <a:cubicBezTo>
                    <a:pt x="1090532" y="295478"/>
                    <a:pt x="1090532" y="319642"/>
                    <a:pt x="1090532" y="344812"/>
                  </a:cubicBezTo>
                  <a:cubicBezTo>
                    <a:pt x="1079807" y="344812"/>
                    <a:pt x="1069019" y="344812"/>
                    <a:pt x="1056879" y="344812"/>
                  </a:cubicBezTo>
                  <a:cubicBezTo>
                    <a:pt x="1056879" y="352431"/>
                    <a:pt x="1056879" y="359099"/>
                    <a:pt x="1056879" y="366739"/>
                  </a:cubicBezTo>
                  <a:cubicBezTo>
                    <a:pt x="1046222" y="366739"/>
                    <a:pt x="1036888" y="366739"/>
                    <a:pt x="1026201" y="366739"/>
                  </a:cubicBezTo>
                  <a:cubicBezTo>
                    <a:pt x="1026201" y="374348"/>
                    <a:pt x="1026201" y="381018"/>
                    <a:pt x="1026201" y="388641"/>
                  </a:cubicBezTo>
                  <a:cubicBezTo>
                    <a:pt x="1017731" y="388641"/>
                    <a:pt x="1010585" y="388641"/>
                    <a:pt x="1002573" y="388641"/>
                  </a:cubicBezTo>
                  <a:cubicBezTo>
                    <a:pt x="1002573" y="557478"/>
                    <a:pt x="1002573" y="725353"/>
                    <a:pt x="1002573" y="894210"/>
                  </a:cubicBezTo>
                  <a:cubicBezTo>
                    <a:pt x="1009676" y="894210"/>
                    <a:pt x="1016818" y="894210"/>
                    <a:pt x="1025312" y="894210"/>
                  </a:cubicBezTo>
                  <a:cubicBezTo>
                    <a:pt x="1025312" y="901821"/>
                    <a:pt x="1025312" y="908494"/>
                    <a:pt x="1025312" y="916142"/>
                  </a:cubicBezTo>
                  <a:cubicBezTo>
                    <a:pt x="1035958" y="916142"/>
                    <a:pt x="1045292" y="916142"/>
                    <a:pt x="1055980" y="916142"/>
                  </a:cubicBezTo>
                  <a:cubicBezTo>
                    <a:pt x="1055980" y="923749"/>
                    <a:pt x="1055980" y="930418"/>
                    <a:pt x="1055980" y="938057"/>
                  </a:cubicBezTo>
                  <a:cubicBezTo>
                    <a:pt x="1068096" y="938057"/>
                    <a:pt x="1078892" y="938057"/>
                    <a:pt x="1091453" y="938057"/>
                  </a:cubicBezTo>
                  <a:cubicBezTo>
                    <a:pt x="1091453" y="954487"/>
                    <a:pt x="1091453" y="969995"/>
                    <a:pt x="1091453" y="986589"/>
                  </a:cubicBezTo>
                  <a:cubicBezTo>
                    <a:pt x="1091453" y="995627"/>
                    <a:pt x="1091453" y="1003579"/>
                    <a:pt x="1091453" y="1012200"/>
                  </a:cubicBezTo>
                  <a:cubicBezTo>
                    <a:pt x="947692" y="1012200"/>
                    <a:pt x="804885" y="1012200"/>
                    <a:pt x="661150" y="1012200"/>
                  </a:cubicBezTo>
                  <a:cubicBezTo>
                    <a:pt x="661150" y="988260"/>
                    <a:pt x="661150" y="964096"/>
                    <a:pt x="661150" y="938926"/>
                  </a:cubicBezTo>
                  <a:cubicBezTo>
                    <a:pt x="672593" y="938926"/>
                    <a:pt x="684108" y="938926"/>
                    <a:pt x="696977" y="938926"/>
                  </a:cubicBezTo>
                  <a:cubicBezTo>
                    <a:pt x="696977" y="931312"/>
                    <a:pt x="696977" y="924638"/>
                    <a:pt x="696977" y="917002"/>
                  </a:cubicBezTo>
                  <a:cubicBezTo>
                    <a:pt x="706901" y="917002"/>
                    <a:pt x="715505" y="917002"/>
                    <a:pt x="725465" y="917002"/>
                  </a:cubicBezTo>
                  <a:cubicBezTo>
                    <a:pt x="725465" y="909401"/>
                    <a:pt x="725465" y="902712"/>
                    <a:pt x="725465" y="895094"/>
                  </a:cubicBezTo>
                  <a:cubicBezTo>
                    <a:pt x="734656" y="895094"/>
                    <a:pt x="742541" y="895094"/>
                    <a:pt x="751287" y="895094"/>
                  </a:cubicBezTo>
                  <a:cubicBezTo>
                    <a:pt x="751287" y="726253"/>
                    <a:pt x="751287" y="558380"/>
                    <a:pt x="751287" y="389519"/>
                  </a:cubicBezTo>
                  <a:cubicBezTo>
                    <a:pt x="743473" y="389519"/>
                    <a:pt x="735593" y="389519"/>
                    <a:pt x="726370" y="389519"/>
                  </a:cubicBezTo>
                  <a:cubicBezTo>
                    <a:pt x="726370" y="381905"/>
                    <a:pt x="726370" y="375233"/>
                    <a:pt x="726370" y="367590"/>
                  </a:cubicBezTo>
                  <a:cubicBezTo>
                    <a:pt x="716451" y="367590"/>
                    <a:pt x="707848" y="367590"/>
                    <a:pt x="697888" y="367590"/>
                  </a:cubicBezTo>
                  <a:cubicBezTo>
                    <a:pt x="697888" y="359984"/>
                    <a:pt x="697888" y="353314"/>
                    <a:pt x="697888" y="345674"/>
                  </a:cubicBezTo>
                  <a:cubicBezTo>
                    <a:pt x="685043" y="345674"/>
                    <a:pt x="673519" y="345674"/>
                    <a:pt x="661114" y="345674"/>
                  </a:cubicBezTo>
                  <a:cubicBezTo>
                    <a:pt x="661114" y="320550"/>
                    <a:pt x="661114" y="296386"/>
                    <a:pt x="661114" y="271523"/>
                  </a:cubicBezTo>
                  <a:close/>
                  <a:moveTo>
                    <a:pt x="0" y="271481"/>
                  </a:moveTo>
                  <a:cubicBezTo>
                    <a:pt x="143008" y="271481"/>
                    <a:pt x="285815" y="271481"/>
                    <a:pt x="430381" y="271481"/>
                  </a:cubicBezTo>
                  <a:cubicBezTo>
                    <a:pt x="430381" y="283217"/>
                    <a:pt x="430381" y="295085"/>
                    <a:pt x="430381" y="308045"/>
                  </a:cubicBezTo>
                  <a:cubicBezTo>
                    <a:pt x="430381" y="320731"/>
                    <a:pt x="430381" y="332323"/>
                    <a:pt x="430381" y="344891"/>
                  </a:cubicBezTo>
                  <a:cubicBezTo>
                    <a:pt x="417919" y="344891"/>
                    <a:pt x="406403" y="344891"/>
                    <a:pt x="393535" y="344891"/>
                  </a:cubicBezTo>
                  <a:cubicBezTo>
                    <a:pt x="393535" y="352512"/>
                    <a:pt x="393535" y="359181"/>
                    <a:pt x="393535" y="366814"/>
                  </a:cubicBezTo>
                  <a:cubicBezTo>
                    <a:pt x="383609" y="366814"/>
                    <a:pt x="375002" y="366814"/>
                    <a:pt x="365048" y="366814"/>
                  </a:cubicBezTo>
                  <a:cubicBezTo>
                    <a:pt x="365048" y="374420"/>
                    <a:pt x="365048" y="381113"/>
                    <a:pt x="365048" y="388724"/>
                  </a:cubicBezTo>
                  <a:cubicBezTo>
                    <a:pt x="355853" y="388724"/>
                    <a:pt x="347973" y="388724"/>
                    <a:pt x="339274" y="388724"/>
                  </a:cubicBezTo>
                  <a:cubicBezTo>
                    <a:pt x="339274" y="557566"/>
                    <a:pt x="339274" y="725438"/>
                    <a:pt x="339274" y="894296"/>
                  </a:cubicBezTo>
                  <a:cubicBezTo>
                    <a:pt x="347232" y="894296"/>
                    <a:pt x="355102" y="894296"/>
                    <a:pt x="364325" y="894296"/>
                  </a:cubicBezTo>
                  <a:cubicBezTo>
                    <a:pt x="364325" y="901911"/>
                    <a:pt x="364325" y="908584"/>
                    <a:pt x="364325" y="916222"/>
                  </a:cubicBezTo>
                  <a:cubicBezTo>
                    <a:pt x="374244" y="916222"/>
                    <a:pt x="382854" y="916222"/>
                    <a:pt x="392807" y="916222"/>
                  </a:cubicBezTo>
                  <a:cubicBezTo>
                    <a:pt x="392807" y="923825"/>
                    <a:pt x="392807" y="930517"/>
                    <a:pt x="392807" y="938139"/>
                  </a:cubicBezTo>
                  <a:cubicBezTo>
                    <a:pt x="405648" y="938139"/>
                    <a:pt x="417177" y="938139"/>
                    <a:pt x="429535" y="938139"/>
                  </a:cubicBezTo>
                  <a:cubicBezTo>
                    <a:pt x="429535" y="963268"/>
                    <a:pt x="429535" y="987430"/>
                    <a:pt x="429535" y="1012248"/>
                  </a:cubicBezTo>
                  <a:cubicBezTo>
                    <a:pt x="286524" y="1012248"/>
                    <a:pt x="143717" y="1012248"/>
                    <a:pt x="32" y="1012248"/>
                  </a:cubicBezTo>
                  <a:cubicBezTo>
                    <a:pt x="32" y="988161"/>
                    <a:pt x="32" y="963998"/>
                    <a:pt x="32" y="938832"/>
                  </a:cubicBezTo>
                  <a:cubicBezTo>
                    <a:pt x="10889" y="938832"/>
                    <a:pt x="21677" y="938832"/>
                    <a:pt x="33815" y="938832"/>
                  </a:cubicBezTo>
                  <a:cubicBezTo>
                    <a:pt x="33815" y="931211"/>
                    <a:pt x="33815" y="924542"/>
                    <a:pt x="33815" y="916906"/>
                  </a:cubicBezTo>
                  <a:cubicBezTo>
                    <a:pt x="44469" y="916906"/>
                    <a:pt x="53808" y="916906"/>
                    <a:pt x="64492" y="916906"/>
                  </a:cubicBezTo>
                  <a:cubicBezTo>
                    <a:pt x="64492" y="909294"/>
                    <a:pt x="64492" y="902622"/>
                    <a:pt x="64492" y="895002"/>
                  </a:cubicBezTo>
                  <a:cubicBezTo>
                    <a:pt x="72966" y="895002"/>
                    <a:pt x="80110" y="895002"/>
                    <a:pt x="88075" y="895002"/>
                  </a:cubicBezTo>
                  <a:cubicBezTo>
                    <a:pt x="88075" y="726164"/>
                    <a:pt x="88075" y="558290"/>
                    <a:pt x="88075" y="389436"/>
                  </a:cubicBezTo>
                  <a:cubicBezTo>
                    <a:pt x="80838" y="389436"/>
                    <a:pt x="73701" y="389436"/>
                    <a:pt x="65211" y="389436"/>
                  </a:cubicBezTo>
                  <a:cubicBezTo>
                    <a:pt x="65211" y="381825"/>
                    <a:pt x="65211" y="375150"/>
                    <a:pt x="65211" y="367508"/>
                  </a:cubicBezTo>
                  <a:cubicBezTo>
                    <a:pt x="54564" y="367508"/>
                    <a:pt x="45227" y="367508"/>
                    <a:pt x="34542" y="367508"/>
                  </a:cubicBezTo>
                  <a:cubicBezTo>
                    <a:pt x="34542" y="359897"/>
                    <a:pt x="34542" y="353227"/>
                    <a:pt x="34542" y="345591"/>
                  </a:cubicBezTo>
                  <a:cubicBezTo>
                    <a:pt x="22423" y="345591"/>
                    <a:pt x="11628" y="345591"/>
                    <a:pt x="0" y="345591"/>
                  </a:cubicBezTo>
                  <a:cubicBezTo>
                    <a:pt x="0" y="320462"/>
                    <a:pt x="0" y="296299"/>
                    <a:pt x="0" y="271481"/>
                  </a:cubicBezTo>
                  <a:close/>
                  <a:moveTo>
                    <a:pt x="1324154" y="270832"/>
                  </a:moveTo>
                  <a:cubicBezTo>
                    <a:pt x="1389924" y="270832"/>
                    <a:pt x="1455754" y="270832"/>
                    <a:pt x="1522678" y="270832"/>
                  </a:cubicBezTo>
                  <a:cubicBezTo>
                    <a:pt x="1600284" y="270832"/>
                    <a:pt x="1676795" y="270832"/>
                    <a:pt x="1754006" y="270832"/>
                  </a:cubicBezTo>
                  <a:cubicBezTo>
                    <a:pt x="1754006" y="295660"/>
                    <a:pt x="1754006" y="319564"/>
                    <a:pt x="1754006" y="344849"/>
                  </a:cubicBezTo>
                  <a:cubicBezTo>
                    <a:pt x="1743141" y="344849"/>
                    <a:pt x="1732085" y="344849"/>
                    <a:pt x="1720088" y="344849"/>
                  </a:cubicBezTo>
                  <a:cubicBezTo>
                    <a:pt x="1720088" y="352604"/>
                    <a:pt x="1720088" y="359014"/>
                    <a:pt x="1720088" y="366783"/>
                  </a:cubicBezTo>
                  <a:cubicBezTo>
                    <a:pt x="1709563" y="366783"/>
                    <a:pt x="1699957" y="366783"/>
                    <a:pt x="1689408" y="366783"/>
                  </a:cubicBezTo>
                  <a:cubicBezTo>
                    <a:pt x="1689408" y="374520"/>
                    <a:pt x="1689408" y="380929"/>
                    <a:pt x="1689408" y="388693"/>
                  </a:cubicBezTo>
                  <a:cubicBezTo>
                    <a:pt x="1681083" y="388693"/>
                    <a:pt x="1673666" y="388693"/>
                    <a:pt x="1665619" y="388693"/>
                  </a:cubicBezTo>
                  <a:cubicBezTo>
                    <a:pt x="1665619" y="557656"/>
                    <a:pt x="1665619" y="725265"/>
                    <a:pt x="1665619" y="894245"/>
                  </a:cubicBezTo>
                  <a:cubicBezTo>
                    <a:pt x="1672859" y="894245"/>
                    <a:pt x="1680271" y="894245"/>
                    <a:pt x="1688609" y="894245"/>
                  </a:cubicBezTo>
                  <a:cubicBezTo>
                    <a:pt x="1688609" y="901996"/>
                    <a:pt x="1688609" y="908409"/>
                    <a:pt x="1688609" y="916182"/>
                  </a:cubicBezTo>
                  <a:cubicBezTo>
                    <a:pt x="1699130" y="916182"/>
                    <a:pt x="1708743" y="916182"/>
                    <a:pt x="1719280" y="916182"/>
                  </a:cubicBezTo>
                  <a:cubicBezTo>
                    <a:pt x="1719280" y="923920"/>
                    <a:pt x="1719280" y="930331"/>
                    <a:pt x="1719280" y="938105"/>
                  </a:cubicBezTo>
                  <a:cubicBezTo>
                    <a:pt x="1731259" y="938105"/>
                    <a:pt x="1742325" y="938105"/>
                    <a:pt x="1754036" y="938105"/>
                  </a:cubicBezTo>
                  <a:cubicBezTo>
                    <a:pt x="1754036" y="963358"/>
                    <a:pt x="1754036" y="987262"/>
                    <a:pt x="1754036" y="1012034"/>
                  </a:cubicBezTo>
                  <a:cubicBezTo>
                    <a:pt x="1611024" y="1012034"/>
                    <a:pt x="1467960" y="1012034"/>
                    <a:pt x="1324188" y="1012034"/>
                  </a:cubicBezTo>
                  <a:cubicBezTo>
                    <a:pt x="1324188" y="988070"/>
                    <a:pt x="1324188" y="964166"/>
                    <a:pt x="1324188" y="938880"/>
                  </a:cubicBezTo>
                  <a:cubicBezTo>
                    <a:pt x="1335766" y="938880"/>
                    <a:pt x="1347566" y="938880"/>
                    <a:pt x="1360290" y="938880"/>
                  </a:cubicBezTo>
                  <a:cubicBezTo>
                    <a:pt x="1360290" y="931127"/>
                    <a:pt x="1360290" y="924717"/>
                    <a:pt x="1360290" y="916950"/>
                  </a:cubicBezTo>
                  <a:cubicBezTo>
                    <a:pt x="1370085" y="916950"/>
                    <a:pt x="1378964" y="916950"/>
                    <a:pt x="1388777" y="916950"/>
                  </a:cubicBezTo>
                  <a:cubicBezTo>
                    <a:pt x="1388777" y="909230"/>
                    <a:pt x="1388777" y="902805"/>
                    <a:pt x="1388777" y="895034"/>
                  </a:cubicBezTo>
                  <a:cubicBezTo>
                    <a:pt x="1397834" y="895034"/>
                    <a:pt x="1405982" y="895034"/>
                    <a:pt x="1414760" y="895034"/>
                  </a:cubicBezTo>
                  <a:cubicBezTo>
                    <a:pt x="1414760" y="726068"/>
                    <a:pt x="1414760" y="558458"/>
                    <a:pt x="1414760" y="389476"/>
                  </a:cubicBezTo>
                  <a:cubicBezTo>
                    <a:pt x="1406793" y="389476"/>
                    <a:pt x="1398656" y="389476"/>
                    <a:pt x="1389578" y="389476"/>
                  </a:cubicBezTo>
                  <a:cubicBezTo>
                    <a:pt x="1389578" y="381724"/>
                    <a:pt x="1389578" y="375312"/>
                    <a:pt x="1389578" y="367542"/>
                  </a:cubicBezTo>
                  <a:cubicBezTo>
                    <a:pt x="1379787" y="367542"/>
                    <a:pt x="1370909" y="367542"/>
                    <a:pt x="1361096" y="367542"/>
                  </a:cubicBezTo>
                  <a:cubicBezTo>
                    <a:pt x="1361096" y="359804"/>
                    <a:pt x="1361096" y="353392"/>
                    <a:pt x="1361096" y="345618"/>
                  </a:cubicBezTo>
                  <a:cubicBezTo>
                    <a:pt x="1348401" y="345618"/>
                    <a:pt x="1336593" y="345618"/>
                    <a:pt x="1324154" y="345618"/>
                  </a:cubicBezTo>
                  <a:cubicBezTo>
                    <a:pt x="1324154" y="320365"/>
                    <a:pt x="1324154" y="296461"/>
                    <a:pt x="1324154" y="270832"/>
                  </a:cubicBezTo>
                  <a:close/>
                  <a:moveTo>
                    <a:pt x="803077" y="0"/>
                  </a:moveTo>
                  <a:lnTo>
                    <a:pt x="951227" y="0"/>
                  </a:lnTo>
                  <a:lnTo>
                    <a:pt x="951227" y="148150"/>
                  </a:lnTo>
                  <a:lnTo>
                    <a:pt x="803077" y="148150"/>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56" name="Group 155">
            <a:extLst>
              <a:ext uri="{FF2B5EF4-FFF2-40B4-BE49-F238E27FC236}">
                <a16:creationId xmlns:a16="http://schemas.microsoft.com/office/drawing/2014/main" id="{A13F3D53-5093-A229-977B-DF33F1653168}"/>
              </a:ext>
              <a:ext uri="{C183D7F6-B498-43B3-948B-1728B52AA6E4}">
                <adec:decorative xmlns:adec="http://schemas.microsoft.com/office/drawing/2017/decorative" val="1"/>
              </a:ext>
            </a:extLst>
          </p:cNvPr>
          <p:cNvGrpSpPr>
            <a:grpSpLocks noChangeAspect="1"/>
          </p:cNvGrpSpPr>
          <p:nvPr/>
        </p:nvGrpSpPr>
        <p:grpSpPr>
          <a:xfrm>
            <a:off x="10593595" y="3636615"/>
            <a:ext cx="548855" cy="457200"/>
            <a:chOff x="10593595" y="3636615"/>
            <a:chExt cx="548855" cy="457200"/>
          </a:xfrm>
          <a:solidFill>
            <a:srgbClr val="FF0000"/>
          </a:solidFill>
        </p:grpSpPr>
        <p:sp>
          <p:nvSpPr>
            <p:cNvPr id="2108" name="Freeform: Shape 2107">
              <a:extLst>
                <a:ext uri="{FF2B5EF4-FFF2-40B4-BE49-F238E27FC236}">
                  <a16:creationId xmlns:a16="http://schemas.microsoft.com/office/drawing/2014/main" id="{14851156-CCA3-F92C-F493-EA789C207F8D}"/>
                </a:ext>
                <a:ext uri="{C183D7F6-B498-43B3-948B-1728B52AA6E4}">
                  <adec:decorative xmlns:adec="http://schemas.microsoft.com/office/drawing/2017/decorative" val="1"/>
                </a:ext>
              </a:extLst>
            </p:cNvPr>
            <p:cNvSpPr/>
            <p:nvPr/>
          </p:nvSpPr>
          <p:spPr>
            <a:xfrm>
              <a:off x="10593595" y="3636615"/>
              <a:ext cx="401547" cy="457200"/>
            </a:xfrm>
            <a:custGeom>
              <a:avLst/>
              <a:gdLst>
                <a:gd name="connsiteX0" fmla="*/ 0 w 1140931"/>
                <a:gd name="connsiteY0" fmla="*/ 266924 h 1299059"/>
                <a:gd name="connsiteX1" fmla="*/ 121502 w 1140931"/>
                <a:gd name="connsiteY1" fmla="*/ 266924 h 1299059"/>
                <a:gd name="connsiteX2" fmla="*/ 121502 w 1140931"/>
                <a:gd name="connsiteY2" fmla="*/ 388426 h 1299059"/>
                <a:gd name="connsiteX3" fmla="*/ 0 w 1140931"/>
                <a:gd name="connsiteY3" fmla="*/ 388426 h 1299059"/>
                <a:gd name="connsiteX4" fmla="*/ 776809 w 1140931"/>
                <a:gd name="connsiteY4" fmla="*/ 82014 h 1299059"/>
                <a:gd name="connsiteX5" fmla="*/ 431541 w 1140931"/>
                <a:gd name="connsiteY5" fmla="*/ 716862 h 1299059"/>
                <a:gd name="connsiteX6" fmla="*/ 726183 w 1140931"/>
                <a:gd name="connsiteY6" fmla="*/ 715849 h 1299059"/>
                <a:gd name="connsiteX7" fmla="*/ 473055 w 1140931"/>
                <a:gd name="connsiteY7" fmla="*/ 1211983 h 1299059"/>
                <a:gd name="connsiteX8" fmla="*/ 478117 w 1140931"/>
                <a:gd name="connsiteY8" fmla="*/ 1219070 h 1299059"/>
                <a:gd name="connsiteX9" fmla="*/ 482167 w 1140931"/>
                <a:gd name="connsiteY9" fmla="*/ 1217044 h 1299059"/>
                <a:gd name="connsiteX10" fmla="*/ 1012726 w 1140931"/>
                <a:gd name="connsiteY10" fmla="*/ 549797 h 1299059"/>
                <a:gd name="connsiteX11" fmla="*/ 694796 w 1140931"/>
                <a:gd name="connsiteY11" fmla="*/ 548784 h 1299059"/>
                <a:gd name="connsiteX12" fmla="*/ 983363 w 1140931"/>
                <a:gd name="connsiteY12" fmla="*/ 83026 h 1299059"/>
                <a:gd name="connsiteX13" fmla="*/ 729221 w 1140931"/>
                <a:gd name="connsiteY13" fmla="*/ 0 h 1299059"/>
                <a:gd name="connsiteX14" fmla="*/ 776809 w 1140931"/>
                <a:gd name="connsiteY14" fmla="*/ 1013 h 1299059"/>
                <a:gd name="connsiteX15" fmla="*/ 980326 w 1140931"/>
                <a:gd name="connsiteY15" fmla="*/ 2025 h 1299059"/>
                <a:gd name="connsiteX16" fmla="*/ 1075502 w 1140931"/>
                <a:gd name="connsiteY16" fmla="*/ 2025 h 1299059"/>
                <a:gd name="connsiteX17" fmla="*/ 1105877 w 1140931"/>
                <a:gd name="connsiteY17" fmla="*/ 69863 h 1299059"/>
                <a:gd name="connsiteX18" fmla="*/ 845661 w 1140931"/>
                <a:gd name="connsiteY18" fmla="*/ 468795 h 1299059"/>
                <a:gd name="connsiteX19" fmla="*/ 1012726 w 1140931"/>
                <a:gd name="connsiteY19" fmla="*/ 468795 h 1299059"/>
                <a:gd name="connsiteX20" fmla="*/ 1099802 w 1140931"/>
                <a:gd name="connsiteY20" fmla="*/ 468795 h 1299059"/>
                <a:gd name="connsiteX21" fmla="*/ 1131190 w 1140931"/>
                <a:gd name="connsiteY21" fmla="*/ 536634 h 1299059"/>
                <a:gd name="connsiteX22" fmla="*/ 1074490 w 1140931"/>
                <a:gd name="connsiteY22" fmla="*/ 602447 h 1299059"/>
                <a:gd name="connsiteX23" fmla="*/ 545956 w 1140931"/>
                <a:gd name="connsiteY23" fmla="*/ 1268683 h 1299059"/>
                <a:gd name="connsiteX24" fmla="*/ 480142 w 1140931"/>
                <a:gd name="connsiteY24" fmla="*/ 1299059 h 1299059"/>
                <a:gd name="connsiteX25" fmla="*/ 397116 w 1140931"/>
                <a:gd name="connsiteY25" fmla="*/ 1237295 h 1299059"/>
                <a:gd name="connsiteX26" fmla="*/ 401166 w 1140931"/>
                <a:gd name="connsiteY26" fmla="*/ 1178569 h 1299059"/>
                <a:gd name="connsiteX27" fmla="*/ 401166 w 1140931"/>
                <a:gd name="connsiteY27" fmla="*/ 1177556 h 1299059"/>
                <a:gd name="connsiteX28" fmla="*/ 401166 w 1140931"/>
                <a:gd name="connsiteY28" fmla="*/ 1176544 h 1299059"/>
                <a:gd name="connsiteX29" fmla="*/ 599619 w 1140931"/>
                <a:gd name="connsiteY29" fmla="*/ 795838 h 1299059"/>
                <a:gd name="connsiteX30" fmla="*/ 433566 w 1140931"/>
                <a:gd name="connsiteY30" fmla="*/ 795838 h 1299059"/>
                <a:gd name="connsiteX31" fmla="*/ 364716 w 1140931"/>
                <a:gd name="connsiteY31" fmla="*/ 795838 h 1299059"/>
                <a:gd name="connsiteX32" fmla="*/ 329277 w 1140931"/>
                <a:gd name="connsiteY32" fmla="*/ 736099 h 1299059"/>
                <a:gd name="connsiteX33" fmla="*/ 361678 w 1140931"/>
                <a:gd name="connsiteY33" fmla="*/ 676361 h 1299059"/>
                <a:gd name="connsiteX34" fmla="*/ 705934 w 1140931"/>
                <a:gd name="connsiteY34" fmla="*/ 42526 h 129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0931" h="1299059">
                  <a:moveTo>
                    <a:pt x="0" y="266924"/>
                  </a:moveTo>
                  <a:lnTo>
                    <a:pt x="121502" y="266924"/>
                  </a:lnTo>
                  <a:lnTo>
                    <a:pt x="121502" y="388426"/>
                  </a:lnTo>
                  <a:lnTo>
                    <a:pt x="0" y="388426"/>
                  </a:lnTo>
                  <a:close/>
                  <a:moveTo>
                    <a:pt x="776809" y="82014"/>
                  </a:moveTo>
                  <a:lnTo>
                    <a:pt x="431541" y="716862"/>
                  </a:lnTo>
                  <a:lnTo>
                    <a:pt x="726183" y="715849"/>
                  </a:lnTo>
                  <a:lnTo>
                    <a:pt x="473055" y="1211983"/>
                  </a:lnTo>
                  <a:cubicBezTo>
                    <a:pt x="472042" y="1216033"/>
                    <a:pt x="475080" y="1219070"/>
                    <a:pt x="478117" y="1219070"/>
                  </a:cubicBezTo>
                  <a:cubicBezTo>
                    <a:pt x="480142" y="1219070"/>
                    <a:pt x="481155" y="1218057"/>
                    <a:pt x="482167" y="1217044"/>
                  </a:cubicBezTo>
                  <a:lnTo>
                    <a:pt x="1012726" y="549797"/>
                  </a:lnTo>
                  <a:lnTo>
                    <a:pt x="694796" y="548784"/>
                  </a:lnTo>
                  <a:lnTo>
                    <a:pt x="983363" y="83026"/>
                  </a:lnTo>
                  <a:close/>
                  <a:moveTo>
                    <a:pt x="729221" y="0"/>
                  </a:moveTo>
                  <a:lnTo>
                    <a:pt x="776809" y="1013"/>
                  </a:lnTo>
                  <a:lnTo>
                    <a:pt x="980326" y="2025"/>
                  </a:lnTo>
                  <a:lnTo>
                    <a:pt x="1075502" y="2025"/>
                  </a:lnTo>
                  <a:cubicBezTo>
                    <a:pt x="1110940" y="3038"/>
                    <a:pt x="1129165" y="43538"/>
                    <a:pt x="1105877" y="69863"/>
                  </a:cubicBezTo>
                  <a:lnTo>
                    <a:pt x="845661" y="468795"/>
                  </a:lnTo>
                  <a:lnTo>
                    <a:pt x="1012726" y="468795"/>
                  </a:lnTo>
                  <a:lnTo>
                    <a:pt x="1099802" y="468795"/>
                  </a:lnTo>
                  <a:cubicBezTo>
                    <a:pt x="1135240" y="468795"/>
                    <a:pt x="1153466" y="510308"/>
                    <a:pt x="1131190" y="536634"/>
                  </a:cubicBezTo>
                  <a:lnTo>
                    <a:pt x="1074490" y="602447"/>
                  </a:lnTo>
                  <a:lnTo>
                    <a:pt x="545956" y="1268683"/>
                  </a:lnTo>
                  <a:cubicBezTo>
                    <a:pt x="529756" y="1287921"/>
                    <a:pt x="505455" y="1299059"/>
                    <a:pt x="480142" y="1299059"/>
                  </a:cubicBezTo>
                  <a:cubicBezTo>
                    <a:pt x="442679" y="1299059"/>
                    <a:pt x="408254" y="1275771"/>
                    <a:pt x="397116" y="1237295"/>
                  </a:cubicBezTo>
                  <a:cubicBezTo>
                    <a:pt x="391041" y="1218057"/>
                    <a:pt x="393066" y="1196795"/>
                    <a:pt x="401166" y="1178569"/>
                  </a:cubicBezTo>
                  <a:lnTo>
                    <a:pt x="401166" y="1177556"/>
                  </a:lnTo>
                  <a:lnTo>
                    <a:pt x="401166" y="1176544"/>
                  </a:lnTo>
                  <a:lnTo>
                    <a:pt x="599619" y="795838"/>
                  </a:lnTo>
                  <a:lnTo>
                    <a:pt x="433566" y="795838"/>
                  </a:lnTo>
                  <a:lnTo>
                    <a:pt x="364716" y="795838"/>
                  </a:lnTo>
                  <a:cubicBezTo>
                    <a:pt x="334340" y="795838"/>
                    <a:pt x="315102" y="763438"/>
                    <a:pt x="329277" y="736099"/>
                  </a:cubicBezTo>
                  <a:lnTo>
                    <a:pt x="361678" y="676361"/>
                  </a:lnTo>
                  <a:lnTo>
                    <a:pt x="705934" y="42526"/>
                  </a:lnTo>
                  <a:close/>
                </a:path>
              </a:pathLst>
            </a:custGeom>
            <a:solidFill>
              <a:schemeClr val="bg1"/>
            </a:solidFill>
            <a:ln w="12601" cap="flat">
              <a:noFill/>
              <a:prstDash val="solid"/>
              <a:miter/>
            </a:ln>
          </p:spPr>
          <p:txBody>
            <a:bodyPr wrap="square" rtlCol="0" anchor="ctr">
              <a:noAutofit/>
            </a:bodyPr>
            <a:lstStyle/>
            <a:p>
              <a:endParaRPr lang="en-US" dirty="0"/>
            </a:p>
          </p:txBody>
        </p:sp>
        <p:sp>
          <p:nvSpPr>
            <p:cNvPr id="2109" name="Freeform: Shape 2108">
              <a:extLst>
                <a:ext uri="{FF2B5EF4-FFF2-40B4-BE49-F238E27FC236}">
                  <a16:creationId xmlns:a16="http://schemas.microsoft.com/office/drawing/2014/main" id="{0BD21524-0D0B-995C-2A4E-5F4AACE972CD}"/>
                </a:ext>
                <a:ext uri="{C183D7F6-B498-43B3-948B-1728B52AA6E4}">
                  <adec:decorative xmlns:adec="http://schemas.microsoft.com/office/drawing/2017/decorative" val="1"/>
                </a:ext>
              </a:extLst>
            </p:cNvPr>
            <p:cNvSpPr/>
            <p:nvPr/>
          </p:nvSpPr>
          <p:spPr>
            <a:xfrm>
              <a:off x="10600273" y="3737463"/>
              <a:ext cx="542177" cy="256574"/>
            </a:xfrm>
            <a:custGeom>
              <a:avLst/>
              <a:gdLst>
                <a:gd name="connsiteX0" fmla="*/ 0 w 1540508"/>
                <a:gd name="connsiteY0" fmla="*/ 138167 h 729012"/>
                <a:gd name="connsiteX1" fmla="*/ 80701 w 1540508"/>
                <a:gd name="connsiteY1" fmla="*/ 138167 h 729012"/>
                <a:gd name="connsiteX2" fmla="*/ 80701 w 1540508"/>
                <a:gd name="connsiteY2" fmla="*/ 628169 h 729012"/>
                <a:gd name="connsiteX3" fmla="*/ 81433 w 1540508"/>
                <a:gd name="connsiteY3" fmla="*/ 628169 h 729012"/>
                <a:gd name="connsiteX4" fmla="*/ 81433 w 1540508"/>
                <a:gd name="connsiteY4" fmla="*/ 647948 h 729012"/>
                <a:gd name="connsiteX5" fmla="*/ 447964 w 1540508"/>
                <a:gd name="connsiteY5" fmla="*/ 647948 h 729012"/>
                <a:gd name="connsiteX6" fmla="*/ 404427 w 1540508"/>
                <a:gd name="connsiteY6" fmla="*/ 728949 h 729012"/>
                <a:gd name="connsiteX7" fmla="*/ 81433 w 1540508"/>
                <a:gd name="connsiteY7" fmla="*/ 728949 h 729012"/>
                <a:gd name="connsiteX8" fmla="*/ 433 w 1540508"/>
                <a:gd name="connsiteY8" fmla="*/ 647948 h 729012"/>
                <a:gd name="connsiteX9" fmla="*/ 433 w 1540508"/>
                <a:gd name="connsiteY9" fmla="*/ 635293 h 729012"/>
                <a:gd name="connsiteX10" fmla="*/ 0 w 1540508"/>
                <a:gd name="connsiteY10" fmla="*/ 635293 h 729012"/>
                <a:gd name="connsiteX11" fmla="*/ 1003874 w 1540508"/>
                <a:gd name="connsiteY11" fmla="*/ 0 h 729012"/>
                <a:gd name="connsiteX12" fmla="*/ 1379518 w 1540508"/>
                <a:gd name="connsiteY12" fmla="*/ 0 h 729012"/>
                <a:gd name="connsiteX13" fmla="*/ 1460519 w 1540508"/>
                <a:gd name="connsiteY13" fmla="*/ 81001 h 729012"/>
                <a:gd name="connsiteX14" fmla="*/ 1460519 w 1540508"/>
                <a:gd name="connsiteY14" fmla="*/ 244016 h 729012"/>
                <a:gd name="connsiteX15" fmla="*/ 1500007 w 1540508"/>
                <a:gd name="connsiteY15" fmla="*/ 244016 h 729012"/>
                <a:gd name="connsiteX16" fmla="*/ 1540508 w 1540508"/>
                <a:gd name="connsiteY16" fmla="*/ 284517 h 729012"/>
                <a:gd name="connsiteX17" fmla="*/ 1540508 w 1540508"/>
                <a:gd name="connsiteY17" fmla="*/ 446520 h 729012"/>
                <a:gd name="connsiteX18" fmla="*/ 1500007 w 1540508"/>
                <a:gd name="connsiteY18" fmla="*/ 487020 h 729012"/>
                <a:gd name="connsiteX19" fmla="*/ 1460519 w 1540508"/>
                <a:gd name="connsiteY19" fmla="*/ 487020 h 729012"/>
                <a:gd name="connsiteX20" fmla="*/ 1460519 w 1540508"/>
                <a:gd name="connsiteY20" fmla="*/ 648010 h 729012"/>
                <a:gd name="connsiteX21" fmla="*/ 1460519 w 1540508"/>
                <a:gd name="connsiteY21" fmla="*/ 729012 h 729012"/>
                <a:gd name="connsiteX22" fmla="*/ 1379518 w 1540508"/>
                <a:gd name="connsiteY22" fmla="*/ 729012 h 729012"/>
                <a:gd name="connsiteX23" fmla="*/ 787196 w 1540508"/>
                <a:gd name="connsiteY23" fmla="*/ 729012 h 729012"/>
                <a:gd name="connsiteX24" fmla="*/ 851997 w 1540508"/>
                <a:gd name="connsiteY24" fmla="*/ 648010 h 729012"/>
                <a:gd name="connsiteX25" fmla="*/ 1379518 w 1540508"/>
                <a:gd name="connsiteY25" fmla="*/ 648010 h 729012"/>
                <a:gd name="connsiteX26" fmla="*/ 1379518 w 1540508"/>
                <a:gd name="connsiteY26" fmla="*/ 81001 h 729012"/>
                <a:gd name="connsiteX27" fmla="*/ 952236 w 1540508"/>
                <a:gd name="connsiteY27" fmla="*/ 81001 h 729012"/>
                <a:gd name="connsiteX28" fmla="*/ 142704 w 1540508"/>
                <a:gd name="connsiteY28" fmla="*/ 0 h 729012"/>
                <a:gd name="connsiteX29" fmla="*/ 501514 w 1540508"/>
                <a:gd name="connsiteY29" fmla="*/ 0 h 729012"/>
                <a:gd name="connsiteX30" fmla="*/ 456963 w 1540508"/>
                <a:gd name="connsiteY30" fmla="*/ 81001 h 729012"/>
                <a:gd name="connsiteX31" fmla="*/ 142704 w 1540508"/>
                <a:gd name="connsiteY31" fmla="*/ 81001 h 72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0508" h="729012">
                  <a:moveTo>
                    <a:pt x="0" y="138167"/>
                  </a:moveTo>
                  <a:lnTo>
                    <a:pt x="80701" y="138167"/>
                  </a:lnTo>
                  <a:lnTo>
                    <a:pt x="80701" y="628169"/>
                  </a:lnTo>
                  <a:lnTo>
                    <a:pt x="81433" y="628169"/>
                  </a:lnTo>
                  <a:lnTo>
                    <a:pt x="81433" y="647948"/>
                  </a:lnTo>
                  <a:lnTo>
                    <a:pt x="447964" y="647948"/>
                  </a:lnTo>
                  <a:lnTo>
                    <a:pt x="404427" y="728949"/>
                  </a:lnTo>
                  <a:lnTo>
                    <a:pt x="81433" y="728949"/>
                  </a:lnTo>
                  <a:cubicBezTo>
                    <a:pt x="36884" y="728949"/>
                    <a:pt x="433" y="692500"/>
                    <a:pt x="433" y="647948"/>
                  </a:cubicBezTo>
                  <a:lnTo>
                    <a:pt x="433" y="635293"/>
                  </a:lnTo>
                  <a:lnTo>
                    <a:pt x="0" y="635293"/>
                  </a:lnTo>
                  <a:close/>
                  <a:moveTo>
                    <a:pt x="1003874" y="0"/>
                  </a:moveTo>
                  <a:lnTo>
                    <a:pt x="1379518" y="0"/>
                  </a:lnTo>
                  <a:cubicBezTo>
                    <a:pt x="1424069" y="0"/>
                    <a:pt x="1460519" y="36450"/>
                    <a:pt x="1460519" y="81001"/>
                  </a:cubicBezTo>
                  <a:lnTo>
                    <a:pt x="1460519" y="244016"/>
                  </a:lnTo>
                  <a:lnTo>
                    <a:pt x="1500007" y="244016"/>
                  </a:lnTo>
                  <a:cubicBezTo>
                    <a:pt x="1522282" y="244016"/>
                    <a:pt x="1540508" y="262242"/>
                    <a:pt x="1540508" y="284517"/>
                  </a:cubicBezTo>
                  <a:lnTo>
                    <a:pt x="1540508" y="446520"/>
                  </a:lnTo>
                  <a:cubicBezTo>
                    <a:pt x="1540508" y="468795"/>
                    <a:pt x="1522282" y="487020"/>
                    <a:pt x="1500007" y="487020"/>
                  </a:cubicBezTo>
                  <a:lnTo>
                    <a:pt x="1460519" y="487020"/>
                  </a:lnTo>
                  <a:lnTo>
                    <a:pt x="1460519" y="648010"/>
                  </a:lnTo>
                  <a:lnTo>
                    <a:pt x="1460519" y="729012"/>
                  </a:lnTo>
                  <a:lnTo>
                    <a:pt x="1379518" y="729012"/>
                  </a:lnTo>
                  <a:lnTo>
                    <a:pt x="787196" y="729012"/>
                  </a:lnTo>
                  <a:lnTo>
                    <a:pt x="851997" y="648010"/>
                  </a:lnTo>
                  <a:lnTo>
                    <a:pt x="1379518" y="648010"/>
                  </a:lnTo>
                  <a:lnTo>
                    <a:pt x="1379518" y="81001"/>
                  </a:lnTo>
                  <a:lnTo>
                    <a:pt x="952236" y="81001"/>
                  </a:lnTo>
                  <a:close/>
                  <a:moveTo>
                    <a:pt x="142704" y="0"/>
                  </a:moveTo>
                  <a:lnTo>
                    <a:pt x="501514" y="0"/>
                  </a:lnTo>
                  <a:lnTo>
                    <a:pt x="456963" y="81001"/>
                  </a:lnTo>
                  <a:lnTo>
                    <a:pt x="142704" y="81001"/>
                  </a:lnTo>
                  <a:close/>
                </a:path>
              </a:pathLst>
            </a:custGeom>
            <a:solidFill>
              <a:schemeClr val="accent2"/>
            </a:solidFill>
            <a:ln w="12601" cap="flat">
              <a:noFill/>
              <a:prstDash val="solid"/>
              <a:miter/>
            </a:ln>
          </p:spPr>
          <p:txBody>
            <a:bodyPr wrap="square" rtlCol="0" anchor="ctr">
              <a:noAutofit/>
            </a:bodyPr>
            <a:lstStyle/>
            <a:p>
              <a:endParaRPr lang="en-US"/>
            </a:p>
          </p:txBody>
        </p:sp>
      </p:grpSp>
      <p:grpSp>
        <p:nvGrpSpPr>
          <p:cNvPr id="157" name="Group 156">
            <a:extLst>
              <a:ext uri="{FF2B5EF4-FFF2-40B4-BE49-F238E27FC236}">
                <a16:creationId xmlns:a16="http://schemas.microsoft.com/office/drawing/2014/main" id="{AC61319F-AE4D-3C0D-C55B-79AFA79A6690}"/>
              </a:ext>
              <a:ext uri="{C183D7F6-B498-43B3-948B-1728B52AA6E4}">
                <adec:decorative xmlns:adec="http://schemas.microsoft.com/office/drawing/2017/decorative" val="1"/>
              </a:ext>
            </a:extLst>
          </p:cNvPr>
          <p:cNvGrpSpPr>
            <a:grpSpLocks noChangeAspect="1"/>
          </p:cNvGrpSpPr>
          <p:nvPr/>
        </p:nvGrpSpPr>
        <p:grpSpPr>
          <a:xfrm>
            <a:off x="11269080" y="3636615"/>
            <a:ext cx="283158" cy="457200"/>
            <a:chOff x="11269080" y="3636615"/>
            <a:chExt cx="283158" cy="457200"/>
          </a:xfrm>
          <a:solidFill>
            <a:srgbClr val="FF0000"/>
          </a:solidFill>
        </p:grpSpPr>
        <p:sp>
          <p:nvSpPr>
            <p:cNvPr id="2098" name="Freeform: Shape 2097">
              <a:extLst>
                <a:ext uri="{FF2B5EF4-FFF2-40B4-BE49-F238E27FC236}">
                  <a16:creationId xmlns:a16="http://schemas.microsoft.com/office/drawing/2014/main" id="{4F0EFF66-2796-53AB-F6D9-1467D834740A}"/>
                </a:ext>
                <a:ext uri="{C183D7F6-B498-43B3-948B-1728B52AA6E4}">
                  <adec:decorative xmlns:adec="http://schemas.microsoft.com/office/drawing/2017/decorative" val="1"/>
                </a:ext>
              </a:extLst>
            </p:cNvPr>
            <p:cNvSpPr/>
            <p:nvPr/>
          </p:nvSpPr>
          <p:spPr>
            <a:xfrm>
              <a:off x="11269080" y="3643732"/>
              <a:ext cx="283158" cy="450083"/>
            </a:xfrm>
            <a:custGeom>
              <a:avLst/>
              <a:gdLst>
                <a:gd name="connsiteX0" fmla="*/ 288897 w 445442"/>
                <a:gd name="connsiteY0" fmla="*/ 0 h 708034"/>
                <a:gd name="connsiteX1" fmla="*/ 359395 w 445442"/>
                <a:gd name="connsiteY1" fmla="*/ 327 h 708034"/>
                <a:gd name="connsiteX2" fmla="*/ 359395 w 445442"/>
                <a:gd name="connsiteY2" fmla="*/ 353 h 708034"/>
                <a:gd name="connsiteX3" fmla="*/ 409743 w 445442"/>
                <a:gd name="connsiteY3" fmla="*/ 353 h 708034"/>
                <a:gd name="connsiteX4" fmla="*/ 426316 w 445442"/>
                <a:gd name="connsiteY4" fmla="*/ 37367 h 708034"/>
                <a:gd name="connsiteX5" fmla="*/ 284338 w 445442"/>
                <a:gd name="connsiteY5" fmla="*/ 255030 h 708034"/>
                <a:gd name="connsiteX6" fmla="*/ 375491 w 445442"/>
                <a:gd name="connsiteY6" fmla="*/ 255030 h 708034"/>
                <a:gd name="connsiteX7" fmla="*/ 423001 w 445442"/>
                <a:gd name="connsiteY7" fmla="*/ 255030 h 708034"/>
                <a:gd name="connsiteX8" fmla="*/ 440127 w 445442"/>
                <a:gd name="connsiteY8" fmla="*/ 292044 h 708034"/>
                <a:gd name="connsiteX9" fmla="*/ 409190 w 445442"/>
                <a:gd name="connsiteY9" fmla="*/ 327952 h 708034"/>
                <a:gd name="connsiteX10" fmla="*/ 120815 w 445442"/>
                <a:gd name="connsiteY10" fmla="*/ 691461 h 708034"/>
                <a:gd name="connsiteX11" fmla="*/ 84905 w 445442"/>
                <a:gd name="connsiteY11" fmla="*/ 708034 h 708034"/>
                <a:gd name="connsiteX12" fmla="*/ 39605 w 445442"/>
                <a:gd name="connsiteY12" fmla="*/ 674335 h 708034"/>
                <a:gd name="connsiteX13" fmla="*/ 41815 w 445442"/>
                <a:gd name="connsiteY13" fmla="*/ 642293 h 708034"/>
                <a:gd name="connsiteX14" fmla="*/ 41815 w 445442"/>
                <a:gd name="connsiteY14" fmla="*/ 641741 h 708034"/>
                <a:gd name="connsiteX15" fmla="*/ 41815 w 445442"/>
                <a:gd name="connsiteY15" fmla="*/ 641188 h 708034"/>
                <a:gd name="connsiteX16" fmla="*/ 150094 w 445442"/>
                <a:gd name="connsiteY16" fmla="*/ 433469 h 708034"/>
                <a:gd name="connsiteX17" fmla="*/ 59493 w 445442"/>
                <a:gd name="connsiteY17" fmla="*/ 433469 h 708034"/>
                <a:gd name="connsiteX18" fmla="*/ 21927 w 445442"/>
                <a:gd name="connsiteY18" fmla="*/ 433469 h 708034"/>
                <a:gd name="connsiteX19" fmla="*/ 2591 w 445442"/>
                <a:gd name="connsiteY19" fmla="*/ 400875 h 708034"/>
                <a:gd name="connsiteX20" fmla="*/ 20270 w 445442"/>
                <a:gd name="connsiteY20" fmla="*/ 368281 h 708034"/>
                <a:gd name="connsiteX21" fmla="*/ 145856 w 445442"/>
                <a:gd name="connsiteY21" fmla="*/ 137055 h 708034"/>
                <a:gd name="connsiteX22" fmla="*/ 174649 w 445442"/>
                <a:gd name="connsiteY22" fmla="*/ 84043 h 708034"/>
                <a:gd name="connsiteX23" fmla="*/ 224992 w 445442"/>
                <a:gd name="connsiteY23" fmla="*/ 84043 h 708034"/>
                <a:gd name="connsiteX24" fmla="*/ 181224 w 445442"/>
                <a:gd name="connsiteY24" fmla="*/ 164520 h 708034"/>
                <a:gd name="connsiteX25" fmla="*/ 58388 w 445442"/>
                <a:gd name="connsiteY25" fmla="*/ 390379 h 708034"/>
                <a:gd name="connsiteX26" fmla="*/ 219149 w 445442"/>
                <a:gd name="connsiteY26" fmla="*/ 389826 h 708034"/>
                <a:gd name="connsiteX27" fmla="*/ 81038 w 445442"/>
                <a:gd name="connsiteY27" fmla="*/ 660524 h 708034"/>
                <a:gd name="connsiteX28" fmla="*/ 83801 w 445442"/>
                <a:gd name="connsiteY28" fmla="*/ 664391 h 708034"/>
                <a:gd name="connsiteX29" fmla="*/ 86010 w 445442"/>
                <a:gd name="connsiteY29" fmla="*/ 663286 h 708034"/>
                <a:gd name="connsiteX30" fmla="*/ 375491 w 445442"/>
                <a:gd name="connsiteY30" fmla="*/ 299226 h 708034"/>
                <a:gd name="connsiteX31" fmla="*/ 202024 w 445442"/>
                <a:gd name="connsiteY31" fmla="*/ 298673 h 708034"/>
                <a:gd name="connsiteX32" fmla="*/ 359470 w 445442"/>
                <a:gd name="connsiteY32" fmla="*/ 44549 h 708034"/>
                <a:gd name="connsiteX33" fmla="*/ 352518 w 445442"/>
                <a:gd name="connsiteY33" fmla="*/ 44515 h 708034"/>
                <a:gd name="connsiteX34" fmla="*/ 352518 w 445442"/>
                <a:gd name="connsiteY34" fmla="*/ 44483 h 708034"/>
                <a:gd name="connsiteX35" fmla="*/ 288897 w 445442"/>
                <a:gd name="connsiteY35" fmla="*/ 44192 h 70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5442" h="708034">
                  <a:moveTo>
                    <a:pt x="288897" y="0"/>
                  </a:moveTo>
                  <a:lnTo>
                    <a:pt x="359395" y="327"/>
                  </a:lnTo>
                  <a:lnTo>
                    <a:pt x="359395" y="353"/>
                  </a:lnTo>
                  <a:lnTo>
                    <a:pt x="409743" y="353"/>
                  </a:lnTo>
                  <a:cubicBezTo>
                    <a:pt x="429078" y="906"/>
                    <a:pt x="439022" y="23003"/>
                    <a:pt x="426316" y="37367"/>
                  </a:cubicBezTo>
                  <a:lnTo>
                    <a:pt x="284338" y="255030"/>
                  </a:lnTo>
                  <a:lnTo>
                    <a:pt x="375491" y="255030"/>
                  </a:lnTo>
                  <a:lnTo>
                    <a:pt x="423001" y="255030"/>
                  </a:lnTo>
                  <a:cubicBezTo>
                    <a:pt x="442337" y="255030"/>
                    <a:pt x="452281" y="277680"/>
                    <a:pt x="440127" y="292044"/>
                  </a:cubicBezTo>
                  <a:lnTo>
                    <a:pt x="409190" y="327952"/>
                  </a:lnTo>
                  <a:lnTo>
                    <a:pt x="120815" y="691461"/>
                  </a:lnTo>
                  <a:cubicBezTo>
                    <a:pt x="111975" y="701957"/>
                    <a:pt x="98716" y="708034"/>
                    <a:pt x="84905" y="708034"/>
                  </a:cubicBezTo>
                  <a:cubicBezTo>
                    <a:pt x="64465" y="708034"/>
                    <a:pt x="45682" y="695328"/>
                    <a:pt x="39605" y="674335"/>
                  </a:cubicBezTo>
                  <a:cubicBezTo>
                    <a:pt x="36290" y="663838"/>
                    <a:pt x="37395" y="652237"/>
                    <a:pt x="41815" y="642293"/>
                  </a:cubicBezTo>
                  <a:lnTo>
                    <a:pt x="41815" y="641741"/>
                  </a:lnTo>
                  <a:lnTo>
                    <a:pt x="41815" y="641188"/>
                  </a:lnTo>
                  <a:lnTo>
                    <a:pt x="150094" y="433469"/>
                  </a:lnTo>
                  <a:lnTo>
                    <a:pt x="59493" y="433469"/>
                  </a:lnTo>
                  <a:lnTo>
                    <a:pt x="21927" y="433469"/>
                  </a:lnTo>
                  <a:cubicBezTo>
                    <a:pt x="5353" y="433469"/>
                    <a:pt x="-5143" y="415791"/>
                    <a:pt x="2591" y="400875"/>
                  </a:cubicBezTo>
                  <a:lnTo>
                    <a:pt x="20270" y="368281"/>
                  </a:lnTo>
                  <a:lnTo>
                    <a:pt x="145856" y="137055"/>
                  </a:lnTo>
                  <a:lnTo>
                    <a:pt x="174649" y="84043"/>
                  </a:lnTo>
                  <a:lnTo>
                    <a:pt x="224992" y="84043"/>
                  </a:lnTo>
                  <a:lnTo>
                    <a:pt x="181224" y="164520"/>
                  </a:lnTo>
                  <a:lnTo>
                    <a:pt x="58388" y="390379"/>
                  </a:lnTo>
                  <a:lnTo>
                    <a:pt x="219149" y="389826"/>
                  </a:lnTo>
                  <a:lnTo>
                    <a:pt x="81038" y="660524"/>
                  </a:lnTo>
                  <a:cubicBezTo>
                    <a:pt x="80486" y="662734"/>
                    <a:pt x="82143" y="664391"/>
                    <a:pt x="83801" y="664391"/>
                  </a:cubicBezTo>
                  <a:cubicBezTo>
                    <a:pt x="84905" y="664391"/>
                    <a:pt x="85458" y="663838"/>
                    <a:pt x="86010" y="663286"/>
                  </a:cubicBezTo>
                  <a:lnTo>
                    <a:pt x="375491" y="299226"/>
                  </a:lnTo>
                  <a:lnTo>
                    <a:pt x="202024" y="298673"/>
                  </a:lnTo>
                  <a:lnTo>
                    <a:pt x="359470" y="44549"/>
                  </a:lnTo>
                  <a:lnTo>
                    <a:pt x="352518" y="44515"/>
                  </a:lnTo>
                  <a:lnTo>
                    <a:pt x="352518" y="44483"/>
                  </a:lnTo>
                  <a:lnTo>
                    <a:pt x="288897" y="44192"/>
                  </a:lnTo>
                  <a:close/>
                </a:path>
              </a:pathLst>
            </a:custGeom>
            <a:solidFill>
              <a:schemeClr val="accent2"/>
            </a:solidFill>
            <a:ln w="12601" cap="flat">
              <a:noFill/>
              <a:prstDash val="solid"/>
              <a:miter/>
            </a:ln>
          </p:spPr>
          <p:txBody>
            <a:bodyPr wrap="square" rtlCol="0" anchor="ctr">
              <a:noAutofit/>
            </a:bodyPr>
            <a:lstStyle/>
            <a:p>
              <a:endParaRPr lang="en-US"/>
            </a:p>
          </p:txBody>
        </p:sp>
        <p:sp>
          <p:nvSpPr>
            <p:cNvPr id="2099" name="Freeform: Shape 2098">
              <a:extLst>
                <a:ext uri="{FF2B5EF4-FFF2-40B4-BE49-F238E27FC236}">
                  <a16:creationId xmlns:a16="http://schemas.microsoft.com/office/drawing/2014/main" id="{66FC9683-0898-8CE9-2CC7-4C5B9ECEAA5C}"/>
                </a:ext>
                <a:ext uri="{C183D7F6-B498-43B3-948B-1728B52AA6E4}">
                  <adec:decorative xmlns:adec="http://schemas.microsoft.com/office/drawing/2017/decorative" val="1"/>
                </a:ext>
              </a:extLst>
            </p:cNvPr>
            <p:cNvSpPr/>
            <p:nvPr/>
          </p:nvSpPr>
          <p:spPr>
            <a:xfrm>
              <a:off x="11392184" y="3636615"/>
              <a:ext cx="42141" cy="42141"/>
            </a:xfrm>
            <a:custGeom>
              <a:avLst/>
              <a:gdLst>
                <a:gd name="connsiteX0" fmla="*/ 0 w 151437"/>
                <a:gd name="connsiteY0" fmla="*/ 0 h 151437"/>
                <a:gd name="connsiteX1" fmla="*/ 151437 w 151437"/>
                <a:gd name="connsiteY1" fmla="*/ 0 h 151437"/>
                <a:gd name="connsiteX2" fmla="*/ 151437 w 151437"/>
                <a:gd name="connsiteY2" fmla="*/ 151437 h 151437"/>
                <a:gd name="connsiteX3" fmla="*/ 0 w 151437"/>
                <a:gd name="connsiteY3" fmla="*/ 151437 h 151437"/>
              </a:gdLst>
              <a:ahLst/>
              <a:cxnLst>
                <a:cxn ang="0">
                  <a:pos x="connsiteX0" y="connsiteY0"/>
                </a:cxn>
                <a:cxn ang="0">
                  <a:pos x="connsiteX1" y="connsiteY1"/>
                </a:cxn>
                <a:cxn ang="0">
                  <a:pos x="connsiteX2" y="connsiteY2"/>
                </a:cxn>
                <a:cxn ang="0">
                  <a:pos x="connsiteX3" y="connsiteY3"/>
                </a:cxn>
              </a:cxnLst>
              <a:rect l="l" t="t" r="r" b="b"/>
              <a:pathLst>
                <a:path w="151437" h="151437">
                  <a:moveTo>
                    <a:pt x="0" y="0"/>
                  </a:moveTo>
                  <a:lnTo>
                    <a:pt x="151437" y="0"/>
                  </a:lnTo>
                  <a:lnTo>
                    <a:pt x="151437" y="151437"/>
                  </a:lnTo>
                  <a:lnTo>
                    <a:pt x="0" y="151437"/>
                  </a:lnTo>
                  <a:close/>
                </a:path>
              </a:pathLst>
            </a:custGeom>
            <a:solidFill>
              <a:schemeClr val="bg1"/>
            </a:solidFill>
            <a:ln w="12601" cap="flat">
              <a:noFill/>
              <a:prstDash val="solid"/>
              <a:miter/>
            </a:ln>
          </p:spPr>
          <p:txBody>
            <a:bodyPr rtlCol="0" anchor="ctr"/>
            <a:lstStyle/>
            <a:p>
              <a:endParaRPr lang="en-US"/>
            </a:p>
          </p:txBody>
        </p:sp>
      </p:grpSp>
      <p:grpSp>
        <p:nvGrpSpPr>
          <p:cNvPr id="166" name="Group 165">
            <a:extLst>
              <a:ext uri="{FF2B5EF4-FFF2-40B4-BE49-F238E27FC236}">
                <a16:creationId xmlns:a16="http://schemas.microsoft.com/office/drawing/2014/main" id="{FEC842C0-9855-ED6B-7E2D-48914E12E449}"/>
              </a:ext>
              <a:ext uri="{C183D7F6-B498-43B3-948B-1728B52AA6E4}">
                <adec:decorative xmlns:adec="http://schemas.microsoft.com/office/drawing/2017/decorative" val="1"/>
              </a:ext>
            </a:extLst>
          </p:cNvPr>
          <p:cNvGrpSpPr>
            <a:grpSpLocks noChangeAspect="1"/>
          </p:cNvGrpSpPr>
          <p:nvPr/>
        </p:nvGrpSpPr>
        <p:grpSpPr>
          <a:xfrm>
            <a:off x="2056382" y="4343071"/>
            <a:ext cx="628715" cy="457200"/>
            <a:chOff x="2056382" y="4343071"/>
            <a:chExt cx="628715" cy="457200"/>
          </a:xfrm>
          <a:solidFill>
            <a:srgbClr val="FF0000"/>
          </a:solidFill>
        </p:grpSpPr>
        <p:sp>
          <p:nvSpPr>
            <p:cNvPr id="2121" name="Freeform: Shape 2120">
              <a:extLst>
                <a:ext uri="{FF2B5EF4-FFF2-40B4-BE49-F238E27FC236}">
                  <a16:creationId xmlns:a16="http://schemas.microsoft.com/office/drawing/2014/main" id="{D9486371-F5F9-3C16-9788-545824076879}"/>
                </a:ext>
                <a:ext uri="{C183D7F6-B498-43B3-948B-1728B52AA6E4}">
                  <adec:decorative xmlns:adec="http://schemas.microsoft.com/office/drawing/2017/decorative" val="1"/>
                </a:ext>
              </a:extLst>
            </p:cNvPr>
            <p:cNvSpPr/>
            <p:nvPr/>
          </p:nvSpPr>
          <p:spPr>
            <a:xfrm>
              <a:off x="2056382" y="4343071"/>
              <a:ext cx="628715" cy="293005"/>
            </a:xfrm>
            <a:custGeom>
              <a:avLst/>
              <a:gdLst>
                <a:gd name="connsiteX0" fmla="*/ 0 w 1791812"/>
                <a:gd name="connsiteY0" fmla="*/ 287795 h 835053"/>
                <a:gd name="connsiteX1" fmla="*/ 121402 w 1791812"/>
                <a:gd name="connsiteY1" fmla="*/ 287795 h 835053"/>
                <a:gd name="connsiteX2" fmla="*/ 121402 w 1791812"/>
                <a:gd name="connsiteY2" fmla="*/ 409197 h 835053"/>
                <a:gd name="connsiteX3" fmla="*/ 0 w 1791812"/>
                <a:gd name="connsiteY3" fmla="*/ 409197 h 835053"/>
                <a:gd name="connsiteX4" fmla="*/ 1703220 w 1791812"/>
                <a:gd name="connsiteY4" fmla="*/ 270901 h 835053"/>
                <a:gd name="connsiteX5" fmla="*/ 1697848 w 1791812"/>
                <a:gd name="connsiteY5" fmla="*/ 270961 h 835053"/>
                <a:gd name="connsiteX6" fmla="*/ 1695151 w 1791812"/>
                <a:gd name="connsiteY6" fmla="*/ 271073 h 835053"/>
                <a:gd name="connsiteX7" fmla="*/ 1694611 w 1791812"/>
                <a:gd name="connsiteY7" fmla="*/ 270935 h 835053"/>
                <a:gd name="connsiteX8" fmla="*/ 1688190 w 1791812"/>
                <a:gd name="connsiteY8" fmla="*/ 271070 h 835053"/>
                <a:gd name="connsiteX9" fmla="*/ 1683837 w 1791812"/>
                <a:gd name="connsiteY9" fmla="*/ 271734 h 835053"/>
                <a:gd name="connsiteX10" fmla="*/ 1678351 w 1791812"/>
                <a:gd name="connsiteY10" fmla="*/ 272151 h 835053"/>
                <a:gd name="connsiteX11" fmla="*/ 1533521 w 1791812"/>
                <a:gd name="connsiteY11" fmla="*/ 332436 h 835053"/>
                <a:gd name="connsiteX12" fmla="*/ 1473917 w 1791812"/>
                <a:gd name="connsiteY12" fmla="*/ 466327 h 835053"/>
                <a:gd name="connsiteX13" fmla="*/ 1473712 w 1791812"/>
                <a:gd name="connsiteY13" fmla="*/ 468294 h 835053"/>
                <a:gd name="connsiteX14" fmla="*/ 1473651 w 1791812"/>
                <a:gd name="connsiteY14" fmla="*/ 468691 h 835053"/>
                <a:gd name="connsiteX15" fmla="*/ 1472420 w 1791812"/>
                <a:gd name="connsiteY15" fmla="*/ 479161 h 835053"/>
                <a:gd name="connsiteX16" fmla="*/ 1471877 w 1791812"/>
                <a:gd name="connsiteY16" fmla="*/ 485437 h 835053"/>
                <a:gd name="connsiteX17" fmla="*/ 1471336 w 1791812"/>
                <a:gd name="connsiteY17" fmla="*/ 490190 h 835053"/>
                <a:gd name="connsiteX18" fmla="*/ 1471418 w 1791812"/>
                <a:gd name="connsiteY18" fmla="*/ 491945 h 835053"/>
                <a:gd name="connsiteX19" fmla="*/ 1471200 w 1791812"/>
                <a:gd name="connsiteY19" fmla="*/ 495643 h 835053"/>
                <a:gd name="connsiteX20" fmla="*/ 1470981 w 1791812"/>
                <a:gd name="connsiteY20" fmla="*/ 505939 h 835053"/>
                <a:gd name="connsiteX21" fmla="*/ 1478238 w 1791812"/>
                <a:gd name="connsiteY21" fmla="*/ 505904 h 835053"/>
                <a:gd name="connsiteX22" fmla="*/ 1480936 w 1791812"/>
                <a:gd name="connsiteY22" fmla="*/ 505793 h 835053"/>
                <a:gd name="connsiteX23" fmla="*/ 1481476 w 1791812"/>
                <a:gd name="connsiteY23" fmla="*/ 505930 h 835053"/>
                <a:gd name="connsiteX24" fmla="*/ 1487896 w 1791812"/>
                <a:gd name="connsiteY24" fmla="*/ 505795 h 835053"/>
                <a:gd name="connsiteX25" fmla="*/ 1492250 w 1791812"/>
                <a:gd name="connsiteY25" fmla="*/ 505131 h 835053"/>
                <a:gd name="connsiteX26" fmla="*/ 1497736 w 1791812"/>
                <a:gd name="connsiteY26" fmla="*/ 504714 h 835053"/>
                <a:gd name="connsiteX27" fmla="*/ 1642565 w 1791812"/>
                <a:gd name="connsiteY27" fmla="*/ 444430 h 835053"/>
                <a:gd name="connsiteX28" fmla="*/ 1702169 w 1791812"/>
                <a:gd name="connsiteY28" fmla="*/ 310539 h 835053"/>
                <a:gd name="connsiteX29" fmla="*/ 1702375 w 1791812"/>
                <a:gd name="connsiteY29" fmla="*/ 308572 h 835053"/>
                <a:gd name="connsiteX30" fmla="*/ 1702435 w 1791812"/>
                <a:gd name="connsiteY30" fmla="*/ 308175 h 835053"/>
                <a:gd name="connsiteX31" fmla="*/ 1703666 w 1791812"/>
                <a:gd name="connsiteY31" fmla="*/ 297705 h 835053"/>
                <a:gd name="connsiteX32" fmla="*/ 1704210 w 1791812"/>
                <a:gd name="connsiteY32" fmla="*/ 291429 h 835053"/>
                <a:gd name="connsiteX33" fmla="*/ 1704750 w 1791812"/>
                <a:gd name="connsiteY33" fmla="*/ 286676 h 835053"/>
                <a:gd name="connsiteX34" fmla="*/ 1704669 w 1791812"/>
                <a:gd name="connsiteY34" fmla="*/ 284920 h 835053"/>
                <a:gd name="connsiteX35" fmla="*/ 1704886 w 1791812"/>
                <a:gd name="connsiteY35" fmla="*/ 281223 h 835053"/>
                <a:gd name="connsiteX36" fmla="*/ 1705106 w 1791812"/>
                <a:gd name="connsiteY36" fmla="*/ 270927 h 835053"/>
                <a:gd name="connsiteX37" fmla="*/ 1703220 w 1791812"/>
                <a:gd name="connsiteY37" fmla="*/ 270901 h 835053"/>
                <a:gd name="connsiteX38" fmla="*/ 863011 w 1791812"/>
                <a:gd name="connsiteY38" fmla="*/ 88275 h 835053"/>
                <a:gd name="connsiteX39" fmla="*/ 852631 w 1791812"/>
                <a:gd name="connsiteY39" fmla="*/ 88496 h 835053"/>
                <a:gd name="connsiteX40" fmla="*/ 853360 w 1791812"/>
                <a:gd name="connsiteY40" fmla="*/ 126767 h 835053"/>
                <a:gd name="connsiteX41" fmla="*/ 854276 w 1791812"/>
                <a:gd name="connsiteY41" fmla="*/ 137735 h 835053"/>
                <a:gd name="connsiteX42" fmla="*/ 854671 w 1791812"/>
                <a:gd name="connsiteY42" fmla="*/ 143163 h 835053"/>
                <a:gd name="connsiteX43" fmla="*/ 893921 w 1791812"/>
                <a:gd name="connsiteY43" fmla="*/ 279907 h 835053"/>
                <a:gd name="connsiteX44" fmla="*/ 901384 w 1791812"/>
                <a:gd name="connsiteY44" fmla="*/ 291665 h 835053"/>
                <a:gd name="connsiteX45" fmla="*/ 903793 w 1791812"/>
                <a:gd name="connsiteY45" fmla="*/ 295822 h 835053"/>
                <a:gd name="connsiteX46" fmla="*/ 905983 w 1791812"/>
                <a:gd name="connsiteY46" fmla="*/ 298911 h 835053"/>
                <a:gd name="connsiteX47" fmla="*/ 911400 w 1791812"/>
                <a:gd name="connsiteY47" fmla="*/ 307446 h 835053"/>
                <a:gd name="connsiteX48" fmla="*/ 915099 w 1791812"/>
                <a:gd name="connsiteY48" fmla="*/ 311766 h 835053"/>
                <a:gd name="connsiteX49" fmla="*/ 917160 w 1791812"/>
                <a:gd name="connsiteY49" fmla="*/ 314672 h 835053"/>
                <a:gd name="connsiteX50" fmla="*/ 932646 w 1791812"/>
                <a:gd name="connsiteY50" fmla="*/ 332379 h 835053"/>
                <a:gd name="connsiteX51" fmla="*/ 933021 w 1791812"/>
                <a:gd name="connsiteY51" fmla="*/ 332701 h 835053"/>
                <a:gd name="connsiteX52" fmla="*/ 933183 w 1791812"/>
                <a:gd name="connsiteY52" fmla="*/ 332891 h 835053"/>
                <a:gd name="connsiteX53" fmla="*/ 1010679 w 1791812"/>
                <a:gd name="connsiteY53" fmla="*/ 383708 h 835053"/>
                <a:gd name="connsiteX54" fmla="*/ 1010860 w 1791812"/>
                <a:gd name="connsiteY54" fmla="*/ 383775 h 835053"/>
                <a:gd name="connsiteX55" fmla="*/ 1011255 w 1791812"/>
                <a:gd name="connsiteY55" fmla="*/ 383968 h 835053"/>
                <a:gd name="connsiteX56" fmla="*/ 1117136 w 1791812"/>
                <a:gd name="connsiteY56" fmla="*/ 410402 h 835053"/>
                <a:gd name="connsiteX57" fmla="*/ 1128290 w 1791812"/>
                <a:gd name="connsiteY57" fmla="*/ 411268 h 835053"/>
                <a:gd name="connsiteX58" fmla="*/ 1136380 w 1791812"/>
                <a:gd name="connsiteY58" fmla="*/ 411998 h 835053"/>
                <a:gd name="connsiteX59" fmla="*/ 1174574 w 1791812"/>
                <a:gd name="connsiteY59" fmla="*/ 412722 h 835053"/>
                <a:gd name="connsiteX60" fmla="*/ 1173845 w 1791812"/>
                <a:gd name="connsiteY60" fmla="*/ 374451 h 835053"/>
                <a:gd name="connsiteX61" fmla="*/ 1172929 w 1791812"/>
                <a:gd name="connsiteY61" fmla="*/ 363482 h 835053"/>
                <a:gd name="connsiteX62" fmla="*/ 1172535 w 1791812"/>
                <a:gd name="connsiteY62" fmla="*/ 358054 h 835053"/>
                <a:gd name="connsiteX63" fmla="*/ 1133284 w 1791812"/>
                <a:gd name="connsiteY63" fmla="*/ 221310 h 835053"/>
                <a:gd name="connsiteX64" fmla="*/ 1125821 w 1791812"/>
                <a:gd name="connsiteY64" fmla="*/ 209552 h 835053"/>
                <a:gd name="connsiteX65" fmla="*/ 1123412 w 1791812"/>
                <a:gd name="connsiteY65" fmla="*/ 205395 h 835053"/>
                <a:gd name="connsiteX66" fmla="*/ 1121222 w 1791812"/>
                <a:gd name="connsiteY66" fmla="*/ 202306 h 835053"/>
                <a:gd name="connsiteX67" fmla="*/ 1115805 w 1791812"/>
                <a:gd name="connsiteY67" fmla="*/ 193772 h 835053"/>
                <a:gd name="connsiteX68" fmla="*/ 1112106 w 1791812"/>
                <a:gd name="connsiteY68" fmla="*/ 189451 h 835053"/>
                <a:gd name="connsiteX69" fmla="*/ 1110046 w 1791812"/>
                <a:gd name="connsiteY69" fmla="*/ 186545 h 835053"/>
                <a:gd name="connsiteX70" fmla="*/ 1094560 w 1791812"/>
                <a:gd name="connsiteY70" fmla="*/ 168838 h 835053"/>
                <a:gd name="connsiteX71" fmla="*/ 1094184 w 1791812"/>
                <a:gd name="connsiteY71" fmla="*/ 168516 h 835053"/>
                <a:gd name="connsiteX72" fmla="*/ 1094022 w 1791812"/>
                <a:gd name="connsiteY72" fmla="*/ 168326 h 835053"/>
                <a:gd name="connsiteX73" fmla="*/ 1016526 w 1791812"/>
                <a:gd name="connsiteY73" fmla="*/ 117509 h 835053"/>
                <a:gd name="connsiteX74" fmla="*/ 1016345 w 1791812"/>
                <a:gd name="connsiteY74" fmla="*/ 117442 h 835053"/>
                <a:gd name="connsiteX75" fmla="*/ 1015951 w 1791812"/>
                <a:gd name="connsiteY75" fmla="*/ 117250 h 835053"/>
                <a:gd name="connsiteX76" fmla="*/ 910070 w 1791812"/>
                <a:gd name="connsiteY76" fmla="*/ 90815 h 835053"/>
                <a:gd name="connsiteX77" fmla="*/ 898915 w 1791812"/>
                <a:gd name="connsiteY77" fmla="*/ 89949 h 835053"/>
                <a:gd name="connsiteX78" fmla="*/ 890826 w 1791812"/>
                <a:gd name="connsiteY78" fmla="*/ 89219 h 835053"/>
                <a:gd name="connsiteX79" fmla="*/ 863011 w 1791812"/>
                <a:gd name="connsiteY79" fmla="*/ 88275 h 835053"/>
                <a:gd name="connsiteX80" fmla="*/ 831869 w 1791812"/>
                <a:gd name="connsiteY80" fmla="*/ 18 h 835053"/>
                <a:gd name="connsiteX81" fmla="*/ 1155975 w 1791812"/>
                <a:gd name="connsiteY81" fmla="*/ 105248 h 835053"/>
                <a:gd name="connsiteX82" fmla="*/ 1261821 w 1791812"/>
                <a:gd name="connsiteY82" fmla="*/ 441107 h 835053"/>
                <a:gd name="connsiteX83" fmla="*/ 1365632 w 1791812"/>
                <a:gd name="connsiteY83" fmla="*/ 569343 h 835053"/>
                <a:gd name="connsiteX84" fmla="*/ 1381916 w 1791812"/>
                <a:gd name="connsiteY84" fmla="*/ 544918 h 835053"/>
                <a:gd name="connsiteX85" fmla="*/ 1469442 w 1791812"/>
                <a:gd name="connsiteY85" fmla="*/ 270124 h 835053"/>
                <a:gd name="connsiteX86" fmla="*/ 1789017 w 1791812"/>
                <a:gd name="connsiteY86" fmla="*/ 186668 h 835053"/>
                <a:gd name="connsiteX87" fmla="*/ 1705561 w 1791812"/>
                <a:gd name="connsiteY87" fmla="*/ 506243 h 835053"/>
                <a:gd name="connsiteX88" fmla="*/ 1451123 w 1791812"/>
                <a:gd name="connsiteY88" fmla="*/ 593770 h 835053"/>
                <a:gd name="connsiteX89" fmla="*/ 1406342 w 1791812"/>
                <a:gd name="connsiteY89" fmla="*/ 677226 h 835053"/>
                <a:gd name="connsiteX90" fmla="*/ 1402271 w 1791812"/>
                <a:gd name="connsiteY90" fmla="*/ 715900 h 835053"/>
                <a:gd name="connsiteX91" fmla="*/ 1401975 w 1791812"/>
                <a:gd name="connsiteY91" fmla="*/ 715900 h 835053"/>
                <a:gd name="connsiteX92" fmla="*/ 1401975 w 1791812"/>
                <a:gd name="connsiteY92" fmla="*/ 835053 h 835053"/>
                <a:gd name="connsiteX93" fmla="*/ 1320127 w 1791812"/>
                <a:gd name="connsiteY93" fmla="*/ 835053 h 835053"/>
                <a:gd name="connsiteX94" fmla="*/ 1320127 w 1791812"/>
                <a:gd name="connsiteY94" fmla="*/ 715900 h 835053"/>
                <a:gd name="connsiteX95" fmla="*/ 1318815 w 1791812"/>
                <a:gd name="connsiteY95" fmla="*/ 715900 h 835053"/>
                <a:gd name="connsiteX96" fmla="*/ 1294389 w 1791812"/>
                <a:gd name="connsiteY96" fmla="*/ 614125 h 835053"/>
                <a:gd name="connsiteX97" fmla="*/ 1198720 w 1791812"/>
                <a:gd name="connsiteY97" fmla="*/ 500136 h 835053"/>
                <a:gd name="connsiteX98" fmla="*/ 871004 w 1791812"/>
                <a:gd name="connsiteY98" fmla="*/ 394290 h 835053"/>
                <a:gd name="connsiteX99" fmla="*/ 769228 w 1791812"/>
                <a:gd name="connsiteY99" fmla="*/ 3472 h 835053"/>
                <a:gd name="connsiteX100" fmla="*/ 831869 w 1791812"/>
                <a:gd name="connsiteY100" fmla="*/ 18 h 835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91812" h="835053">
                  <a:moveTo>
                    <a:pt x="0" y="287795"/>
                  </a:moveTo>
                  <a:lnTo>
                    <a:pt x="121402" y="287795"/>
                  </a:lnTo>
                  <a:lnTo>
                    <a:pt x="121402" y="409197"/>
                  </a:lnTo>
                  <a:lnTo>
                    <a:pt x="0" y="409197"/>
                  </a:lnTo>
                  <a:close/>
                  <a:moveTo>
                    <a:pt x="1703220" y="270901"/>
                  </a:moveTo>
                  <a:cubicBezTo>
                    <a:pt x="1701987" y="270896"/>
                    <a:pt x="1700173" y="270905"/>
                    <a:pt x="1697848" y="270961"/>
                  </a:cubicBezTo>
                  <a:lnTo>
                    <a:pt x="1695151" y="271073"/>
                  </a:lnTo>
                  <a:lnTo>
                    <a:pt x="1694611" y="270935"/>
                  </a:lnTo>
                  <a:cubicBezTo>
                    <a:pt x="1692743" y="270767"/>
                    <a:pt x="1690606" y="270827"/>
                    <a:pt x="1688190" y="271070"/>
                  </a:cubicBezTo>
                  <a:lnTo>
                    <a:pt x="1683837" y="271734"/>
                  </a:lnTo>
                  <a:lnTo>
                    <a:pt x="1678351" y="272151"/>
                  </a:lnTo>
                  <a:cubicBezTo>
                    <a:pt x="1642443" y="275542"/>
                    <a:pt x="1578036" y="287922"/>
                    <a:pt x="1533521" y="332436"/>
                  </a:cubicBezTo>
                  <a:cubicBezTo>
                    <a:pt x="1493348" y="372609"/>
                    <a:pt x="1478751" y="429345"/>
                    <a:pt x="1473917" y="466327"/>
                  </a:cubicBezTo>
                  <a:lnTo>
                    <a:pt x="1473712" y="468294"/>
                  </a:lnTo>
                  <a:lnTo>
                    <a:pt x="1473651" y="468691"/>
                  </a:lnTo>
                  <a:cubicBezTo>
                    <a:pt x="1473155" y="472392"/>
                    <a:pt x="1472750" y="475894"/>
                    <a:pt x="1472420" y="479161"/>
                  </a:cubicBezTo>
                  <a:lnTo>
                    <a:pt x="1471877" y="485437"/>
                  </a:lnTo>
                  <a:lnTo>
                    <a:pt x="1471336" y="490190"/>
                  </a:lnTo>
                  <a:lnTo>
                    <a:pt x="1471418" y="491945"/>
                  </a:lnTo>
                  <a:lnTo>
                    <a:pt x="1471200" y="495643"/>
                  </a:lnTo>
                  <a:cubicBezTo>
                    <a:pt x="1470905" y="502179"/>
                    <a:pt x="1470981" y="505939"/>
                    <a:pt x="1470981" y="505939"/>
                  </a:cubicBezTo>
                  <a:cubicBezTo>
                    <a:pt x="1470981" y="505939"/>
                    <a:pt x="1473590" y="506018"/>
                    <a:pt x="1478238" y="505904"/>
                  </a:cubicBezTo>
                  <a:lnTo>
                    <a:pt x="1480936" y="505793"/>
                  </a:lnTo>
                  <a:lnTo>
                    <a:pt x="1481476" y="505930"/>
                  </a:lnTo>
                  <a:cubicBezTo>
                    <a:pt x="1483344" y="506098"/>
                    <a:pt x="1485481" y="506038"/>
                    <a:pt x="1487896" y="505795"/>
                  </a:cubicBezTo>
                  <a:lnTo>
                    <a:pt x="1492250" y="505131"/>
                  </a:lnTo>
                  <a:lnTo>
                    <a:pt x="1497736" y="504714"/>
                  </a:lnTo>
                  <a:cubicBezTo>
                    <a:pt x="1533644" y="501323"/>
                    <a:pt x="1598051" y="488944"/>
                    <a:pt x="1642565" y="444430"/>
                  </a:cubicBezTo>
                  <a:cubicBezTo>
                    <a:pt x="1682738" y="404256"/>
                    <a:pt x="1697336" y="347521"/>
                    <a:pt x="1702169" y="310539"/>
                  </a:cubicBezTo>
                  <a:lnTo>
                    <a:pt x="1702375" y="308572"/>
                  </a:lnTo>
                  <a:lnTo>
                    <a:pt x="1702435" y="308175"/>
                  </a:lnTo>
                  <a:cubicBezTo>
                    <a:pt x="1702931" y="304474"/>
                    <a:pt x="1703336" y="300971"/>
                    <a:pt x="1703666" y="297705"/>
                  </a:cubicBezTo>
                  <a:lnTo>
                    <a:pt x="1704210" y="291429"/>
                  </a:lnTo>
                  <a:lnTo>
                    <a:pt x="1704750" y="286676"/>
                  </a:lnTo>
                  <a:lnTo>
                    <a:pt x="1704669" y="284920"/>
                  </a:lnTo>
                  <a:lnTo>
                    <a:pt x="1704886" y="281223"/>
                  </a:lnTo>
                  <a:cubicBezTo>
                    <a:pt x="1705182" y="274687"/>
                    <a:pt x="1705106" y="270927"/>
                    <a:pt x="1705106" y="270927"/>
                  </a:cubicBezTo>
                  <a:cubicBezTo>
                    <a:pt x="1705106" y="270927"/>
                    <a:pt x="1704453" y="270907"/>
                    <a:pt x="1703220" y="270901"/>
                  </a:cubicBezTo>
                  <a:close/>
                  <a:moveTo>
                    <a:pt x="863011" y="88275"/>
                  </a:moveTo>
                  <a:cubicBezTo>
                    <a:pt x="856368" y="88288"/>
                    <a:pt x="852631" y="88496"/>
                    <a:pt x="852631" y="88496"/>
                  </a:cubicBezTo>
                  <a:cubicBezTo>
                    <a:pt x="852631" y="88496"/>
                    <a:pt x="851801" y="103443"/>
                    <a:pt x="853360" y="126767"/>
                  </a:cubicBezTo>
                  <a:lnTo>
                    <a:pt x="854276" y="137735"/>
                  </a:lnTo>
                  <a:lnTo>
                    <a:pt x="854671" y="143163"/>
                  </a:lnTo>
                  <a:cubicBezTo>
                    <a:pt x="858289" y="180782"/>
                    <a:pt x="868116" y="232779"/>
                    <a:pt x="893921" y="279907"/>
                  </a:cubicBezTo>
                  <a:lnTo>
                    <a:pt x="901384" y="291665"/>
                  </a:lnTo>
                  <a:lnTo>
                    <a:pt x="903793" y="295822"/>
                  </a:lnTo>
                  <a:lnTo>
                    <a:pt x="905983" y="298911"/>
                  </a:lnTo>
                  <a:lnTo>
                    <a:pt x="911400" y="307446"/>
                  </a:lnTo>
                  <a:lnTo>
                    <a:pt x="915099" y="311766"/>
                  </a:lnTo>
                  <a:lnTo>
                    <a:pt x="917160" y="314672"/>
                  </a:lnTo>
                  <a:cubicBezTo>
                    <a:pt x="921960" y="320783"/>
                    <a:pt x="927114" y="326703"/>
                    <a:pt x="932646" y="332379"/>
                  </a:cubicBezTo>
                  <a:lnTo>
                    <a:pt x="933021" y="332701"/>
                  </a:lnTo>
                  <a:lnTo>
                    <a:pt x="933183" y="332891"/>
                  </a:lnTo>
                  <a:cubicBezTo>
                    <a:pt x="955957" y="355665"/>
                    <a:pt x="983034" y="372003"/>
                    <a:pt x="1010679" y="383708"/>
                  </a:cubicBezTo>
                  <a:lnTo>
                    <a:pt x="1010860" y="383775"/>
                  </a:lnTo>
                  <a:lnTo>
                    <a:pt x="1011255" y="383968"/>
                  </a:lnTo>
                  <a:cubicBezTo>
                    <a:pt x="1048631" y="399815"/>
                    <a:pt x="1086973" y="407251"/>
                    <a:pt x="1117136" y="410402"/>
                  </a:cubicBezTo>
                  <a:lnTo>
                    <a:pt x="1128290" y="411268"/>
                  </a:lnTo>
                  <a:lnTo>
                    <a:pt x="1136380" y="411998"/>
                  </a:lnTo>
                  <a:cubicBezTo>
                    <a:pt x="1159627" y="413552"/>
                    <a:pt x="1174574" y="412722"/>
                    <a:pt x="1174574" y="412722"/>
                  </a:cubicBezTo>
                  <a:cubicBezTo>
                    <a:pt x="1174574" y="412722"/>
                    <a:pt x="1175404" y="397775"/>
                    <a:pt x="1173845" y="374451"/>
                  </a:cubicBezTo>
                  <a:lnTo>
                    <a:pt x="1172929" y="363482"/>
                  </a:lnTo>
                  <a:lnTo>
                    <a:pt x="1172535" y="358054"/>
                  </a:lnTo>
                  <a:cubicBezTo>
                    <a:pt x="1168916" y="320435"/>
                    <a:pt x="1159090" y="268438"/>
                    <a:pt x="1133284" y="221310"/>
                  </a:cubicBezTo>
                  <a:lnTo>
                    <a:pt x="1125821" y="209552"/>
                  </a:lnTo>
                  <a:lnTo>
                    <a:pt x="1123412" y="205395"/>
                  </a:lnTo>
                  <a:lnTo>
                    <a:pt x="1121222" y="202306"/>
                  </a:lnTo>
                  <a:lnTo>
                    <a:pt x="1115805" y="193772"/>
                  </a:lnTo>
                  <a:lnTo>
                    <a:pt x="1112106" y="189451"/>
                  </a:lnTo>
                  <a:lnTo>
                    <a:pt x="1110046" y="186545"/>
                  </a:lnTo>
                  <a:cubicBezTo>
                    <a:pt x="1105245" y="180435"/>
                    <a:pt x="1100092" y="174515"/>
                    <a:pt x="1094560" y="168838"/>
                  </a:cubicBezTo>
                  <a:lnTo>
                    <a:pt x="1094184" y="168516"/>
                  </a:lnTo>
                  <a:lnTo>
                    <a:pt x="1094022" y="168326"/>
                  </a:lnTo>
                  <a:cubicBezTo>
                    <a:pt x="1071248" y="145552"/>
                    <a:pt x="1044172" y="129215"/>
                    <a:pt x="1016526" y="117509"/>
                  </a:cubicBezTo>
                  <a:lnTo>
                    <a:pt x="1016345" y="117442"/>
                  </a:lnTo>
                  <a:lnTo>
                    <a:pt x="1015951" y="117250"/>
                  </a:lnTo>
                  <a:cubicBezTo>
                    <a:pt x="978574" y="101403"/>
                    <a:pt x="940232" y="93966"/>
                    <a:pt x="910070" y="90815"/>
                  </a:cubicBezTo>
                  <a:lnTo>
                    <a:pt x="898915" y="89949"/>
                  </a:lnTo>
                  <a:lnTo>
                    <a:pt x="890826" y="89219"/>
                  </a:lnTo>
                  <a:cubicBezTo>
                    <a:pt x="879202" y="88442"/>
                    <a:pt x="869653" y="88261"/>
                    <a:pt x="863011" y="88275"/>
                  </a:cubicBezTo>
                  <a:close/>
                  <a:moveTo>
                    <a:pt x="831869" y="18"/>
                  </a:moveTo>
                  <a:cubicBezTo>
                    <a:pt x="915451" y="-583"/>
                    <a:pt x="1063614" y="12887"/>
                    <a:pt x="1155975" y="105248"/>
                  </a:cubicBezTo>
                  <a:cubicBezTo>
                    <a:pt x="1253679" y="202952"/>
                    <a:pt x="1263856" y="359686"/>
                    <a:pt x="1261821" y="441107"/>
                  </a:cubicBezTo>
                  <a:cubicBezTo>
                    <a:pt x="1304567" y="471639"/>
                    <a:pt x="1341206" y="516421"/>
                    <a:pt x="1365632" y="569343"/>
                  </a:cubicBezTo>
                  <a:cubicBezTo>
                    <a:pt x="1371738" y="561202"/>
                    <a:pt x="1375809" y="553060"/>
                    <a:pt x="1381916" y="544918"/>
                  </a:cubicBezTo>
                  <a:cubicBezTo>
                    <a:pt x="1379880" y="477745"/>
                    <a:pt x="1390058" y="349509"/>
                    <a:pt x="1469442" y="270124"/>
                  </a:cubicBezTo>
                  <a:cubicBezTo>
                    <a:pt x="1581396" y="158171"/>
                    <a:pt x="1789017" y="186668"/>
                    <a:pt x="1789017" y="186668"/>
                  </a:cubicBezTo>
                  <a:cubicBezTo>
                    <a:pt x="1789017" y="186668"/>
                    <a:pt x="1815479" y="394290"/>
                    <a:pt x="1705561" y="506243"/>
                  </a:cubicBezTo>
                  <a:cubicBezTo>
                    <a:pt x="1634318" y="577486"/>
                    <a:pt x="1520330" y="591734"/>
                    <a:pt x="1451123" y="593770"/>
                  </a:cubicBezTo>
                  <a:cubicBezTo>
                    <a:pt x="1430768" y="616160"/>
                    <a:pt x="1416519" y="648729"/>
                    <a:pt x="1406342" y="677226"/>
                  </a:cubicBezTo>
                  <a:cubicBezTo>
                    <a:pt x="1404306" y="683332"/>
                    <a:pt x="1402271" y="697580"/>
                    <a:pt x="1402271" y="715900"/>
                  </a:cubicBezTo>
                  <a:lnTo>
                    <a:pt x="1401975" y="715900"/>
                  </a:lnTo>
                  <a:lnTo>
                    <a:pt x="1401975" y="835053"/>
                  </a:lnTo>
                  <a:lnTo>
                    <a:pt x="1320127" y="835053"/>
                  </a:lnTo>
                  <a:lnTo>
                    <a:pt x="1320127" y="715900"/>
                  </a:lnTo>
                  <a:lnTo>
                    <a:pt x="1318815" y="715900"/>
                  </a:lnTo>
                  <a:cubicBezTo>
                    <a:pt x="1316780" y="673154"/>
                    <a:pt x="1310673" y="648729"/>
                    <a:pt x="1294389" y="614125"/>
                  </a:cubicBezTo>
                  <a:cubicBezTo>
                    <a:pt x="1274034" y="565272"/>
                    <a:pt x="1239431" y="524562"/>
                    <a:pt x="1198720" y="500136"/>
                  </a:cubicBezTo>
                  <a:cubicBezTo>
                    <a:pt x="1115264" y="502172"/>
                    <a:pt x="964637" y="487923"/>
                    <a:pt x="871004" y="394290"/>
                  </a:cubicBezTo>
                  <a:cubicBezTo>
                    <a:pt x="736661" y="255876"/>
                    <a:pt x="769228" y="3472"/>
                    <a:pt x="769228" y="3472"/>
                  </a:cubicBezTo>
                  <a:cubicBezTo>
                    <a:pt x="769228" y="3472"/>
                    <a:pt x="793877" y="292"/>
                    <a:pt x="831869" y="18"/>
                  </a:cubicBezTo>
                  <a:close/>
                </a:path>
              </a:pathLst>
            </a:custGeom>
            <a:solidFill>
              <a:schemeClr val="bg1"/>
            </a:solidFill>
            <a:ln w="43656" cap="flat">
              <a:noFill/>
              <a:prstDash val="solid"/>
              <a:miter/>
            </a:ln>
          </p:spPr>
          <p:txBody>
            <a:bodyPr wrap="square" rtlCol="0" anchor="ctr">
              <a:noAutofit/>
            </a:bodyPr>
            <a:lstStyle/>
            <a:p>
              <a:endParaRPr lang="en-US"/>
            </a:p>
          </p:txBody>
        </p:sp>
        <p:sp>
          <p:nvSpPr>
            <p:cNvPr id="2062" name="Freeform: Shape 2061">
              <a:extLst>
                <a:ext uri="{FF2B5EF4-FFF2-40B4-BE49-F238E27FC236}">
                  <a16:creationId xmlns:a16="http://schemas.microsoft.com/office/drawing/2014/main" id="{10A5F9CF-68A4-A68D-1E9E-9504EDF25449}"/>
                </a:ext>
                <a:ext uri="{C183D7F6-B498-43B3-948B-1728B52AA6E4}">
                  <adec:decorative xmlns:adec="http://schemas.microsoft.com/office/drawing/2017/decorative" val="1"/>
                </a:ext>
              </a:extLst>
            </p:cNvPr>
            <p:cNvSpPr/>
            <p:nvPr/>
          </p:nvSpPr>
          <p:spPr>
            <a:xfrm>
              <a:off x="2056382" y="4449904"/>
              <a:ext cx="583603" cy="350367"/>
            </a:xfrm>
            <a:custGeom>
              <a:avLst/>
              <a:gdLst>
                <a:gd name="connsiteX0" fmla="*/ 309869 w 903463"/>
                <a:gd name="connsiteY0" fmla="*/ 0 h 542395"/>
                <a:gd name="connsiteX1" fmla="*/ 326778 w 903463"/>
                <a:gd name="connsiteY1" fmla="*/ 7005 h 542395"/>
                <a:gd name="connsiteX2" fmla="*/ 327128 w 903463"/>
                <a:gd name="connsiteY2" fmla="*/ 7524 h 542395"/>
                <a:gd name="connsiteX3" fmla="*/ 327206 w 903463"/>
                <a:gd name="connsiteY3" fmla="*/ 7436 h 542395"/>
                <a:gd name="connsiteX4" fmla="*/ 562574 w 903463"/>
                <a:gd name="connsiteY4" fmla="*/ 215944 h 542395"/>
                <a:gd name="connsiteX5" fmla="*/ 562410 w 903463"/>
                <a:gd name="connsiteY5" fmla="*/ 216129 h 542395"/>
                <a:gd name="connsiteX6" fmla="*/ 564026 w 903463"/>
                <a:gd name="connsiteY6" fmla="*/ 217462 h 542395"/>
                <a:gd name="connsiteX7" fmla="*/ 589428 w 903463"/>
                <a:gd name="connsiteY7" fmla="*/ 278788 h 542395"/>
                <a:gd name="connsiteX8" fmla="*/ 574616 w 903463"/>
                <a:gd name="connsiteY8" fmla="*/ 327278 h 542395"/>
                <a:gd name="connsiteX9" fmla="*/ 570587 w 903463"/>
                <a:gd name="connsiteY9" fmla="*/ 332162 h 542395"/>
                <a:gd name="connsiteX10" fmla="*/ 828234 w 903463"/>
                <a:gd name="connsiteY10" fmla="*/ 371364 h 542395"/>
                <a:gd name="connsiteX11" fmla="*/ 828174 w 903463"/>
                <a:gd name="connsiteY11" fmla="*/ 371757 h 542395"/>
                <a:gd name="connsiteX12" fmla="*/ 834913 w 903463"/>
                <a:gd name="connsiteY12" fmla="*/ 372437 h 542395"/>
                <a:gd name="connsiteX13" fmla="*/ 903463 w 903463"/>
                <a:gd name="connsiteY13" fmla="*/ 456544 h 542395"/>
                <a:gd name="connsiteX14" fmla="*/ 834913 w 903463"/>
                <a:gd name="connsiteY14" fmla="*/ 540651 h 542395"/>
                <a:gd name="connsiteX15" fmla="*/ 818136 w 903463"/>
                <a:gd name="connsiteY15" fmla="*/ 542343 h 542395"/>
                <a:gd name="connsiteX16" fmla="*/ 818136 w 903463"/>
                <a:gd name="connsiteY16" fmla="*/ 542395 h 542395"/>
                <a:gd name="connsiteX17" fmla="*/ 817611 w 903463"/>
                <a:gd name="connsiteY17" fmla="*/ 542395 h 542395"/>
                <a:gd name="connsiteX18" fmla="*/ 376160 w 903463"/>
                <a:gd name="connsiteY18" fmla="*/ 542395 h 542395"/>
                <a:gd name="connsiteX19" fmla="*/ 376160 w 903463"/>
                <a:gd name="connsiteY19" fmla="*/ 541791 h 542395"/>
                <a:gd name="connsiteX20" fmla="*/ 115954 w 903463"/>
                <a:gd name="connsiteY20" fmla="*/ 343623 h 542395"/>
                <a:gd name="connsiteX21" fmla="*/ 0 w 903463"/>
                <a:gd name="connsiteY21" fmla="*/ 343623 h 542395"/>
                <a:gd name="connsiteX22" fmla="*/ 0 w 903463"/>
                <a:gd name="connsiteY22" fmla="*/ 299309 h 542395"/>
                <a:gd name="connsiteX23" fmla="*/ 137010 w 903463"/>
                <a:gd name="connsiteY23" fmla="*/ 299309 h 542395"/>
                <a:gd name="connsiteX24" fmla="*/ 137010 w 903463"/>
                <a:gd name="connsiteY24" fmla="*/ 299931 h 542395"/>
                <a:gd name="connsiteX25" fmla="*/ 137199 w 903463"/>
                <a:gd name="connsiteY25" fmla="*/ 299683 h 542395"/>
                <a:gd name="connsiteX26" fmla="*/ 397977 w 903463"/>
                <a:gd name="connsiteY26" fmla="*/ 498287 h 542395"/>
                <a:gd name="connsiteX27" fmla="*/ 818136 w 903463"/>
                <a:gd name="connsiteY27" fmla="*/ 498287 h 542395"/>
                <a:gd name="connsiteX28" fmla="*/ 818136 w 903463"/>
                <a:gd name="connsiteY28" fmla="*/ 497722 h 542395"/>
                <a:gd name="connsiteX29" fmla="*/ 825921 w 903463"/>
                <a:gd name="connsiteY29" fmla="*/ 496937 h 542395"/>
                <a:gd name="connsiteX30" fmla="*/ 858842 w 903463"/>
                <a:gd name="connsiteY30" fmla="*/ 456544 h 542395"/>
                <a:gd name="connsiteX31" fmla="*/ 825921 w 903463"/>
                <a:gd name="connsiteY31" fmla="*/ 416151 h 542395"/>
                <a:gd name="connsiteX32" fmla="*/ 821488 w 903463"/>
                <a:gd name="connsiteY32" fmla="*/ 415704 h 542395"/>
                <a:gd name="connsiteX33" fmla="*/ 821561 w 903463"/>
                <a:gd name="connsiteY33" fmla="*/ 415226 h 542395"/>
                <a:gd name="connsiteX34" fmla="*/ 488963 w 903463"/>
                <a:gd name="connsiteY34" fmla="*/ 364620 h 542395"/>
                <a:gd name="connsiteX35" fmla="*/ 489037 w 903463"/>
                <a:gd name="connsiteY35" fmla="*/ 364138 h 542395"/>
                <a:gd name="connsiteX36" fmla="*/ 485221 w 903463"/>
                <a:gd name="connsiteY36" fmla="*/ 363754 h 542395"/>
                <a:gd name="connsiteX37" fmla="*/ 470899 w 903463"/>
                <a:gd name="connsiteY37" fmla="*/ 359500 h 542395"/>
                <a:gd name="connsiteX38" fmla="*/ 460283 w 903463"/>
                <a:gd name="connsiteY38" fmla="*/ 354229 h 542395"/>
                <a:gd name="connsiteX39" fmla="*/ 460064 w 903463"/>
                <a:gd name="connsiteY39" fmla="*/ 354556 h 542395"/>
                <a:gd name="connsiteX40" fmla="*/ 284340 w 903463"/>
                <a:gd name="connsiteY40" fmla="*/ 236729 h 542395"/>
                <a:gd name="connsiteX41" fmla="*/ 310976 w 903463"/>
                <a:gd name="connsiteY41" fmla="*/ 197004 h 542395"/>
                <a:gd name="connsiteX42" fmla="*/ 417047 w 903463"/>
                <a:gd name="connsiteY42" fmla="*/ 268127 h 542395"/>
                <a:gd name="connsiteX43" fmla="*/ 480208 w 903463"/>
                <a:gd name="connsiteY43" fmla="*/ 310478 h 542395"/>
                <a:gd name="connsiteX44" fmla="*/ 481804 w 903463"/>
                <a:gd name="connsiteY44" fmla="*/ 311548 h 542395"/>
                <a:gd name="connsiteX45" fmla="*/ 486701 w 903463"/>
                <a:gd name="connsiteY45" fmla="*/ 314831 h 542395"/>
                <a:gd name="connsiteX46" fmla="*/ 487008 w 903463"/>
                <a:gd name="connsiteY46" fmla="*/ 314372 h 542395"/>
                <a:gd name="connsiteX47" fmla="*/ 487544 w 903463"/>
                <a:gd name="connsiteY47" fmla="*/ 314664 h 542395"/>
                <a:gd name="connsiteX48" fmla="*/ 502700 w 903463"/>
                <a:gd name="connsiteY48" fmla="*/ 317723 h 542395"/>
                <a:gd name="connsiteX49" fmla="*/ 541635 w 903463"/>
                <a:gd name="connsiteY49" fmla="*/ 278788 h 542395"/>
                <a:gd name="connsiteX50" fmla="*/ 530232 w 903463"/>
                <a:gd name="connsiteY50" fmla="*/ 251256 h 542395"/>
                <a:gd name="connsiteX51" fmla="*/ 526088 w 903463"/>
                <a:gd name="connsiteY51" fmla="*/ 247837 h 542395"/>
                <a:gd name="connsiteX52" fmla="*/ 526246 w 903463"/>
                <a:gd name="connsiteY52" fmla="*/ 247659 h 542395"/>
                <a:gd name="connsiteX53" fmla="*/ 300674 w 903463"/>
                <a:gd name="connsiteY53" fmla="*/ 47829 h 542395"/>
                <a:gd name="connsiteX54" fmla="*/ 94779 w 903463"/>
                <a:gd name="connsiteY54" fmla="*/ 47829 h 542395"/>
                <a:gd name="connsiteX55" fmla="*/ 94779 w 903463"/>
                <a:gd name="connsiteY55" fmla="*/ 1 h 542395"/>
                <a:gd name="connsiteX56" fmla="*/ 309864 w 903463"/>
                <a:gd name="connsiteY56" fmla="*/ 1 h 542395"/>
                <a:gd name="connsiteX57" fmla="*/ 309864 w 903463"/>
                <a:gd name="connsiteY57" fmla="*/ 2 h 54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03463" h="542395">
                  <a:moveTo>
                    <a:pt x="309869" y="0"/>
                  </a:moveTo>
                  <a:cubicBezTo>
                    <a:pt x="316472" y="1"/>
                    <a:pt x="322451" y="2677"/>
                    <a:pt x="326778" y="7005"/>
                  </a:cubicBezTo>
                  <a:lnTo>
                    <a:pt x="327128" y="7524"/>
                  </a:lnTo>
                  <a:lnTo>
                    <a:pt x="327206" y="7436"/>
                  </a:lnTo>
                  <a:lnTo>
                    <a:pt x="562574" y="215944"/>
                  </a:lnTo>
                  <a:lnTo>
                    <a:pt x="562410" y="216129"/>
                  </a:lnTo>
                  <a:lnTo>
                    <a:pt x="564026" y="217462"/>
                  </a:lnTo>
                  <a:cubicBezTo>
                    <a:pt x="579720" y="233156"/>
                    <a:pt x="589428" y="254839"/>
                    <a:pt x="589428" y="278788"/>
                  </a:cubicBezTo>
                  <a:cubicBezTo>
                    <a:pt x="589428" y="296750"/>
                    <a:pt x="583967" y="313436"/>
                    <a:pt x="574616" y="327278"/>
                  </a:cubicBezTo>
                  <a:lnTo>
                    <a:pt x="570587" y="332162"/>
                  </a:lnTo>
                  <a:lnTo>
                    <a:pt x="828234" y="371364"/>
                  </a:lnTo>
                  <a:lnTo>
                    <a:pt x="828174" y="371757"/>
                  </a:lnTo>
                  <a:lnTo>
                    <a:pt x="834913" y="372437"/>
                  </a:lnTo>
                  <a:cubicBezTo>
                    <a:pt x="874035" y="380442"/>
                    <a:pt x="903463" y="415056"/>
                    <a:pt x="903463" y="456544"/>
                  </a:cubicBezTo>
                  <a:cubicBezTo>
                    <a:pt x="903463" y="498032"/>
                    <a:pt x="874035" y="532646"/>
                    <a:pt x="834913" y="540651"/>
                  </a:cubicBezTo>
                  <a:lnTo>
                    <a:pt x="818136" y="542343"/>
                  </a:lnTo>
                  <a:lnTo>
                    <a:pt x="818136" y="542395"/>
                  </a:lnTo>
                  <a:lnTo>
                    <a:pt x="817611" y="542395"/>
                  </a:lnTo>
                  <a:lnTo>
                    <a:pt x="376160" y="542395"/>
                  </a:lnTo>
                  <a:lnTo>
                    <a:pt x="376160" y="541791"/>
                  </a:lnTo>
                  <a:lnTo>
                    <a:pt x="115954" y="343623"/>
                  </a:lnTo>
                  <a:lnTo>
                    <a:pt x="0" y="343623"/>
                  </a:lnTo>
                  <a:lnTo>
                    <a:pt x="0" y="299309"/>
                  </a:lnTo>
                  <a:lnTo>
                    <a:pt x="137010" y="299309"/>
                  </a:lnTo>
                  <a:lnTo>
                    <a:pt x="137010" y="299931"/>
                  </a:lnTo>
                  <a:lnTo>
                    <a:pt x="137199" y="299683"/>
                  </a:lnTo>
                  <a:lnTo>
                    <a:pt x="397977" y="498287"/>
                  </a:lnTo>
                  <a:lnTo>
                    <a:pt x="818136" y="498287"/>
                  </a:lnTo>
                  <a:lnTo>
                    <a:pt x="818136" y="497722"/>
                  </a:lnTo>
                  <a:lnTo>
                    <a:pt x="825921" y="496937"/>
                  </a:lnTo>
                  <a:cubicBezTo>
                    <a:pt x="844709" y="493093"/>
                    <a:pt x="858842" y="476469"/>
                    <a:pt x="858842" y="456544"/>
                  </a:cubicBezTo>
                  <a:cubicBezTo>
                    <a:pt x="858842" y="436619"/>
                    <a:pt x="844709" y="419995"/>
                    <a:pt x="825921" y="416151"/>
                  </a:cubicBezTo>
                  <a:lnTo>
                    <a:pt x="821488" y="415704"/>
                  </a:lnTo>
                  <a:lnTo>
                    <a:pt x="821561" y="415226"/>
                  </a:lnTo>
                  <a:lnTo>
                    <a:pt x="488963" y="364620"/>
                  </a:lnTo>
                  <a:lnTo>
                    <a:pt x="489037" y="364138"/>
                  </a:lnTo>
                  <a:lnTo>
                    <a:pt x="485221" y="363754"/>
                  </a:lnTo>
                  <a:cubicBezTo>
                    <a:pt x="480281" y="362743"/>
                    <a:pt x="475494" y="361312"/>
                    <a:pt x="470899" y="359500"/>
                  </a:cubicBezTo>
                  <a:lnTo>
                    <a:pt x="460283" y="354229"/>
                  </a:lnTo>
                  <a:lnTo>
                    <a:pt x="460064" y="354556"/>
                  </a:lnTo>
                  <a:lnTo>
                    <a:pt x="284340" y="236729"/>
                  </a:lnTo>
                  <a:lnTo>
                    <a:pt x="310976" y="197004"/>
                  </a:lnTo>
                  <a:lnTo>
                    <a:pt x="417047" y="268127"/>
                  </a:lnTo>
                  <a:lnTo>
                    <a:pt x="480208" y="310478"/>
                  </a:lnTo>
                  <a:lnTo>
                    <a:pt x="481804" y="311548"/>
                  </a:lnTo>
                  <a:lnTo>
                    <a:pt x="486701" y="314831"/>
                  </a:lnTo>
                  <a:lnTo>
                    <a:pt x="487008" y="314372"/>
                  </a:lnTo>
                  <a:lnTo>
                    <a:pt x="487544" y="314664"/>
                  </a:lnTo>
                  <a:cubicBezTo>
                    <a:pt x="492203" y="316634"/>
                    <a:pt x="497324" y="317723"/>
                    <a:pt x="502700" y="317723"/>
                  </a:cubicBezTo>
                  <a:cubicBezTo>
                    <a:pt x="524203" y="317723"/>
                    <a:pt x="541635" y="300291"/>
                    <a:pt x="541635" y="278788"/>
                  </a:cubicBezTo>
                  <a:cubicBezTo>
                    <a:pt x="541636" y="268036"/>
                    <a:pt x="537278" y="258302"/>
                    <a:pt x="530232" y="251256"/>
                  </a:cubicBezTo>
                  <a:lnTo>
                    <a:pt x="526088" y="247837"/>
                  </a:lnTo>
                  <a:lnTo>
                    <a:pt x="526246" y="247659"/>
                  </a:lnTo>
                  <a:lnTo>
                    <a:pt x="300674" y="47829"/>
                  </a:lnTo>
                  <a:lnTo>
                    <a:pt x="94779" y="47829"/>
                  </a:lnTo>
                  <a:lnTo>
                    <a:pt x="94779" y="1"/>
                  </a:lnTo>
                  <a:lnTo>
                    <a:pt x="309864" y="1"/>
                  </a:lnTo>
                  <a:lnTo>
                    <a:pt x="309864" y="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7" name="Group 166">
            <a:extLst>
              <a:ext uri="{FF2B5EF4-FFF2-40B4-BE49-F238E27FC236}">
                <a16:creationId xmlns:a16="http://schemas.microsoft.com/office/drawing/2014/main" id="{7AA9238A-41FB-F15A-BEB4-DD31D4A9300A}"/>
              </a:ext>
              <a:ext uri="{C183D7F6-B498-43B3-948B-1728B52AA6E4}">
                <adec:decorative xmlns:adec="http://schemas.microsoft.com/office/drawing/2017/decorative" val="1"/>
              </a:ext>
            </a:extLst>
          </p:cNvPr>
          <p:cNvGrpSpPr>
            <a:grpSpLocks noChangeAspect="1"/>
          </p:cNvGrpSpPr>
          <p:nvPr/>
        </p:nvGrpSpPr>
        <p:grpSpPr>
          <a:xfrm>
            <a:off x="639763" y="4343071"/>
            <a:ext cx="333578" cy="457200"/>
            <a:chOff x="639763" y="4343071"/>
            <a:chExt cx="333578" cy="457200"/>
          </a:xfrm>
          <a:solidFill>
            <a:srgbClr val="FF0000"/>
          </a:solidFill>
        </p:grpSpPr>
        <p:sp>
          <p:nvSpPr>
            <p:cNvPr id="2112" name="Freeform: Shape 2111">
              <a:extLst>
                <a:ext uri="{FF2B5EF4-FFF2-40B4-BE49-F238E27FC236}">
                  <a16:creationId xmlns:a16="http://schemas.microsoft.com/office/drawing/2014/main" id="{0D658EEA-CF69-20D7-2F8B-D785D20B4E69}"/>
                </a:ext>
                <a:ext uri="{C183D7F6-B498-43B3-948B-1728B52AA6E4}">
                  <adec:decorative xmlns:adec="http://schemas.microsoft.com/office/drawing/2017/decorative" val="1"/>
                </a:ext>
              </a:extLst>
            </p:cNvPr>
            <p:cNvSpPr/>
            <p:nvPr/>
          </p:nvSpPr>
          <p:spPr>
            <a:xfrm>
              <a:off x="639763" y="4378455"/>
              <a:ext cx="333578" cy="421816"/>
            </a:xfrm>
            <a:custGeom>
              <a:avLst/>
              <a:gdLst>
                <a:gd name="connsiteX0" fmla="*/ 985625 w 1304412"/>
                <a:gd name="connsiteY0" fmla="*/ 1301364 h 1649454"/>
                <a:gd name="connsiteX1" fmla="*/ 703842 w 1304412"/>
                <a:gd name="connsiteY1" fmla="*/ 1420556 h 1649454"/>
                <a:gd name="connsiteX2" fmla="*/ 1101655 w 1304412"/>
                <a:gd name="connsiteY2" fmla="*/ 1588828 h 1649454"/>
                <a:gd name="connsiteX3" fmla="*/ 323444 w 1304412"/>
                <a:gd name="connsiteY3" fmla="*/ 1301011 h 1649454"/>
                <a:gd name="connsiteX4" fmla="*/ 207711 w 1304412"/>
                <a:gd name="connsiteY4" fmla="*/ 1587741 h 1649454"/>
                <a:gd name="connsiteX5" fmla="*/ 604509 w 1304412"/>
                <a:gd name="connsiteY5" fmla="*/ 1419899 h 1649454"/>
                <a:gd name="connsiteX6" fmla="*/ 653362 w 1304412"/>
                <a:gd name="connsiteY6" fmla="*/ 1120939 h 1649454"/>
                <a:gd name="connsiteX7" fmla="*/ 339012 w 1304412"/>
                <a:gd name="connsiteY7" fmla="*/ 1262441 h 1649454"/>
                <a:gd name="connsiteX8" fmla="*/ 337704 w 1304412"/>
                <a:gd name="connsiteY8" fmla="*/ 1265683 h 1649454"/>
                <a:gd name="connsiteX9" fmla="*/ 653398 w 1304412"/>
                <a:gd name="connsiteY9" fmla="*/ 1399219 h 1649454"/>
                <a:gd name="connsiteX10" fmla="*/ 970912 w 1304412"/>
                <a:gd name="connsiteY10" fmla="*/ 1264913 h 1649454"/>
                <a:gd name="connsiteX11" fmla="*/ 970404 w 1304412"/>
                <a:gd name="connsiteY11" fmla="*/ 1263653 h 1649454"/>
                <a:gd name="connsiteX12" fmla="*/ 435679 w 1304412"/>
                <a:gd name="connsiteY12" fmla="*/ 1022950 h 1649454"/>
                <a:gd name="connsiteX13" fmla="*/ 359433 w 1304412"/>
                <a:gd name="connsiteY13" fmla="*/ 1211850 h 1649454"/>
                <a:gd name="connsiteX14" fmla="*/ 607378 w 1304412"/>
                <a:gd name="connsiteY14" fmla="*/ 1100239 h 1649454"/>
                <a:gd name="connsiteX15" fmla="*/ 872909 w 1304412"/>
                <a:gd name="connsiteY15" fmla="*/ 1022111 h 1649454"/>
                <a:gd name="connsiteX16" fmla="*/ 701285 w 1304412"/>
                <a:gd name="connsiteY16" fmla="*/ 1099367 h 1649454"/>
                <a:gd name="connsiteX17" fmla="*/ 949123 w 1304412"/>
                <a:gd name="connsiteY17" fmla="*/ 1210929 h 1649454"/>
                <a:gd name="connsiteX18" fmla="*/ 470493 w 1304412"/>
                <a:gd name="connsiteY18" fmla="*/ 855372 h 1649454"/>
                <a:gd name="connsiteX19" fmla="*/ 457882 w 1304412"/>
                <a:gd name="connsiteY19" fmla="*/ 964335 h 1649454"/>
                <a:gd name="connsiteX20" fmla="*/ 459134 w 1304412"/>
                <a:gd name="connsiteY20" fmla="*/ 964840 h 1649454"/>
                <a:gd name="connsiteX21" fmla="*/ 450415 w 1304412"/>
                <a:gd name="connsiteY21" fmla="*/ 986440 h 1649454"/>
                <a:gd name="connsiteX22" fmla="*/ 655300 w 1304412"/>
                <a:gd name="connsiteY22" fmla="*/ 1078667 h 1649454"/>
                <a:gd name="connsiteX23" fmla="*/ 858769 w 1304412"/>
                <a:gd name="connsiteY23" fmla="*/ 987077 h 1649454"/>
                <a:gd name="connsiteX24" fmla="*/ 849792 w 1304412"/>
                <a:gd name="connsiteY24" fmla="*/ 964838 h 1649454"/>
                <a:gd name="connsiteX25" fmla="*/ 851044 w 1304412"/>
                <a:gd name="connsiteY25" fmla="*/ 964333 h 1649454"/>
                <a:gd name="connsiteX26" fmla="*/ 838433 w 1304412"/>
                <a:gd name="connsiteY26" fmla="*/ 855372 h 1649454"/>
                <a:gd name="connsiteX27" fmla="*/ 901899 w 1304412"/>
                <a:gd name="connsiteY27" fmla="*/ 696681 h 1649454"/>
                <a:gd name="connsiteX28" fmla="*/ 915586 w 1304412"/>
                <a:gd name="connsiteY28" fmla="*/ 814942 h 1649454"/>
                <a:gd name="connsiteX29" fmla="*/ 1164618 w 1304412"/>
                <a:gd name="connsiteY29" fmla="*/ 814942 h 1649454"/>
                <a:gd name="connsiteX30" fmla="*/ 407147 w 1304412"/>
                <a:gd name="connsiteY30" fmla="*/ 695644 h 1649454"/>
                <a:gd name="connsiteX31" fmla="*/ 142126 w 1304412"/>
                <a:gd name="connsiteY31" fmla="*/ 814942 h 1649454"/>
                <a:gd name="connsiteX32" fmla="*/ 393340 w 1304412"/>
                <a:gd name="connsiteY32" fmla="*/ 814942 h 1649454"/>
                <a:gd name="connsiteX33" fmla="*/ 494035 w 1304412"/>
                <a:gd name="connsiteY33" fmla="*/ 651969 h 1649454"/>
                <a:gd name="connsiteX34" fmla="*/ 475173 w 1304412"/>
                <a:gd name="connsiteY34" fmla="*/ 814942 h 1649454"/>
                <a:gd name="connsiteX35" fmla="*/ 833753 w 1304412"/>
                <a:gd name="connsiteY35" fmla="*/ 814942 h 1649454"/>
                <a:gd name="connsiteX36" fmla="*/ 815568 w 1304412"/>
                <a:gd name="connsiteY36" fmla="*/ 657820 h 1649454"/>
                <a:gd name="connsiteX37" fmla="*/ 802571 w 1304412"/>
                <a:gd name="connsiteY37" fmla="*/ 651969 h 1649454"/>
                <a:gd name="connsiteX38" fmla="*/ 519749 w 1304412"/>
                <a:gd name="connsiteY38" fmla="*/ 429795 h 1649454"/>
                <a:gd name="connsiteX39" fmla="*/ 503444 w 1304412"/>
                <a:gd name="connsiteY39" fmla="*/ 570679 h 1649454"/>
                <a:gd name="connsiteX40" fmla="*/ 805483 w 1304412"/>
                <a:gd name="connsiteY40" fmla="*/ 570679 h 1649454"/>
                <a:gd name="connsiteX41" fmla="*/ 789177 w 1304412"/>
                <a:gd name="connsiteY41" fmla="*/ 429795 h 1649454"/>
                <a:gd name="connsiteX42" fmla="*/ 849936 w 1304412"/>
                <a:gd name="connsiteY42" fmla="*/ 247711 h 1649454"/>
                <a:gd name="connsiteX43" fmla="*/ 866331 w 1304412"/>
                <a:gd name="connsiteY43" fmla="*/ 389365 h 1649454"/>
                <a:gd name="connsiteX44" fmla="*/ 1164621 w 1304412"/>
                <a:gd name="connsiteY44" fmla="*/ 389365 h 1649454"/>
                <a:gd name="connsiteX45" fmla="*/ 459110 w 1304412"/>
                <a:gd name="connsiteY45" fmla="*/ 246675 h 1649454"/>
                <a:gd name="connsiteX46" fmla="*/ 142124 w 1304412"/>
                <a:gd name="connsiteY46" fmla="*/ 389365 h 1649454"/>
                <a:gd name="connsiteX47" fmla="*/ 442596 w 1304412"/>
                <a:gd name="connsiteY47" fmla="*/ 389365 h 1649454"/>
                <a:gd name="connsiteX48" fmla="*/ 543291 w 1304412"/>
                <a:gd name="connsiteY48" fmla="*/ 226392 h 1649454"/>
                <a:gd name="connsiteX49" fmla="*/ 524429 w 1304412"/>
                <a:gd name="connsiteY49" fmla="*/ 389365 h 1649454"/>
                <a:gd name="connsiteX50" fmla="*/ 784498 w 1304412"/>
                <a:gd name="connsiteY50" fmla="*/ 389365 h 1649454"/>
                <a:gd name="connsiteX51" fmla="*/ 765636 w 1304412"/>
                <a:gd name="connsiteY51" fmla="*/ 226392 h 1649454"/>
                <a:gd name="connsiteX52" fmla="*/ 767763 w 1304412"/>
                <a:gd name="connsiteY52" fmla="*/ 0 h 1649454"/>
                <a:gd name="connsiteX53" fmla="*/ 827948 w 1304412"/>
                <a:gd name="connsiteY53" fmla="*/ 60185 h 1649454"/>
                <a:gd name="connsiteX54" fmla="*/ 828228 w 1304412"/>
                <a:gd name="connsiteY54" fmla="*/ 60153 h 1649454"/>
                <a:gd name="connsiteX55" fmla="*/ 828269 w 1304412"/>
                <a:gd name="connsiteY55" fmla="*/ 60506 h 1649454"/>
                <a:gd name="connsiteX56" fmla="*/ 828502 w 1304412"/>
                <a:gd name="connsiteY56" fmla="*/ 60739 h 1649454"/>
                <a:gd name="connsiteX57" fmla="*/ 828317 w 1304412"/>
                <a:gd name="connsiteY57" fmla="*/ 60924 h 1649454"/>
                <a:gd name="connsiteX58" fmla="*/ 839051 w 1304412"/>
                <a:gd name="connsiteY58" fmla="*/ 153667 h 1649454"/>
                <a:gd name="connsiteX59" fmla="*/ 1278055 w 1304412"/>
                <a:gd name="connsiteY59" fmla="*/ 351281 h 1649454"/>
                <a:gd name="connsiteX60" fmla="*/ 1276834 w 1304412"/>
                <a:gd name="connsiteY60" fmla="*/ 353993 h 1649454"/>
                <a:gd name="connsiteX61" fmla="*/ 1292347 w 1304412"/>
                <a:gd name="connsiteY61" fmla="*/ 360418 h 1649454"/>
                <a:gd name="connsiteX62" fmla="*/ 1302382 w 1304412"/>
                <a:gd name="connsiteY62" fmla="*/ 384645 h 1649454"/>
                <a:gd name="connsiteX63" fmla="*/ 1304412 w 1304412"/>
                <a:gd name="connsiteY63" fmla="*/ 384645 h 1649454"/>
                <a:gd name="connsiteX64" fmla="*/ 1304412 w 1304412"/>
                <a:gd name="connsiteY64" fmla="*/ 511985 h 1649454"/>
                <a:gd name="connsiteX65" fmla="*/ 1224186 w 1304412"/>
                <a:gd name="connsiteY65" fmla="*/ 511985 h 1649454"/>
                <a:gd name="connsiteX66" fmla="*/ 1224186 w 1304412"/>
                <a:gd name="connsiteY66" fmla="*/ 429795 h 1649454"/>
                <a:gd name="connsiteX67" fmla="*/ 871010 w 1304412"/>
                <a:gd name="connsiteY67" fmla="*/ 429795 h 1649454"/>
                <a:gd name="connsiteX68" fmla="*/ 891014 w 1304412"/>
                <a:gd name="connsiteY68" fmla="*/ 602635 h 1649454"/>
                <a:gd name="connsiteX69" fmla="*/ 1278055 w 1304412"/>
                <a:gd name="connsiteY69" fmla="*/ 776859 h 1649454"/>
                <a:gd name="connsiteX70" fmla="*/ 1276834 w 1304412"/>
                <a:gd name="connsiteY70" fmla="*/ 779572 h 1649454"/>
                <a:gd name="connsiteX71" fmla="*/ 1292348 w 1304412"/>
                <a:gd name="connsiteY71" fmla="*/ 785998 h 1649454"/>
                <a:gd name="connsiteX72" fmla="*/ 1302382 w 1304412"/>
                <a:gd name="connsiteY72" fmla="*/ 810222 h 1649454"/>
                <a:gd name="connsiteX73" fmla="*/ 1304412 w 1304412"/>
                <a:gd name="connsiteY73" fmla="*/ 810222 h 1649454"/>
                <a:gd name="connsiteX74" fmla="*/ 1304412 w 1304412"/>
                <a:gd name="connsiteY74" fmla="*/ 937562 h 1649454"/>
                <a:gd name="connsiteX75" fmla="*/ 1224186 w 1304412"/>
                <a:gd name="connsiteY75" fmla="*/ 937562 h 1649454"/>
                <a:gd name="connsiteX76" fmla="*/ 1224186 w 1304412"/>
                <a:gd name="connsiteY76" fmla="*/ 855372 h 1649454"/>
                <a:gd name="connsiteX77" fmla="*/ 920265 w 1304412"/>
                <a:gd name="connsiteY77" fmla="*/ 855372 h 1649454"/>
                <a:gd name="connsiteX78" fmla="*/ 931118 w 1304412"/>
                <a:gd name="connsiteY78" fmla="*/ 949140 h 1649454"/>
                <a:gd name="connsiteX79" fmla="*/ 1189282 w 1304412"/>
                <a:gd name="connsiteY79" fmla="*/ 1588742 h 1649454"/>
                <a:gd name="connsiteX80" fmla="*/ 1186744 w 1304412"/>
                <a:gd name="connsiteY80" fmla="*/ 1589767 h 1649454"/>
                <a:gd name="connsiteX81" fmla="*/ 1194617 w 1304412"/>
                <a:gd name="connsiteY81" fmla="*/ 1608773 h 1649454"/>
                <a:gd name="connsiteX82" fmla="*/ 1153936 w 1304412"/>
                <a:gd name="connsiteY82" fmla="*/ 1649454 h 1649454"/>
                <a:gd name="connsiteX83" fmla="*/ 1145844 w 1304412"/>
                <a:gd name="connsiteY83" fmla="*/ 1646102 h 1649454"/>
                <a:gd name="connsiteX84" fmla="*/ 1144848 w 1304412"/>
                <a:gd name="connsiteY84" fmla="*/ 1648458 h 1649454"/>
                <a:gd name="connsiteX85" fmla="*/ 654952 w 1304412"/>
                <a:gd name="connsiteY85" fmla="*/ 1441236 h 1649454"/>
                <a:gd name="connsiteX86" fmla="*/ 165058 w 1304412"/>
                <a:gd name="connsiteY86" fmla="*/ 1648457 h 1649454"/>
                <a:gd name="connsiteX87" fmla="*/ 163973 w 1304412"/>
                <a:gd name="connsiteY87" fmla="*/ 1645890 h 1649454"/>
                <a:gd name="connsiteX88" fmla="*/ 155368 w 1304412"/>
                <a:gd name="connsiteY88" fmla="*/ 1649454 h 1649454"/>
                <a:gd name="connsiteX89" fmla="*/ 114687 w 1304412"/>
                <a:gd name="connsiteY89" fmla="*/ 1608773 h 1649454"/>
                <a:gd name="connsiteX90" fmla="*/ 122505 w 1304412"/>
                <a:gd name="connsiteY90" fmla="*/ 1589899 h 1649454"/>
                <a:gd name="connsiteX91" fmla="*/ 119644 w 1304412"/>
                <a:gd name="connsiteY91" fmla="*/ 1588744 h 1649454"/>
                <a:gd name="connsiteX92" fmla="*/ 377808 w 1304412"/>
                <a:gd name="connsiteY92" fmla="*/ 949142 h 1649454"/>
                <a:gd name="connsiteX93" fmla="*/ 388661 w 1304412"/>
                <a:gd name="connsiteY93" fmla="*/ 855372 h 1649454"/>
                <a:gd name="connsiteX94" fmla="*/ 80226 w 1304412"/>
                <a:gd name="connsiteY94" fmla="*/ 855372 h 1649454"/>
                <a:gd name="connsiteX95" fmla="*/ 80226 w 1304412"/>
                <a:gd name="connsiteY95" fmla="*/ 937562 h 1649454"/>
                <a:gd name="connsiteX96" fmla="*/ 0 w 1304412"/>
                <a:gd name="connsiteY96" fmla="*/ 937562 h 1649454"/>
                <a:gd name="connsiteX97" fmla="*/ 0 w 1304412"/>
                <a:gd name="connsiteY97" fmla="*/ 810222 h 1649454"/>
                <a:gd name="connsiteX98" fmla="*/ 4361 w 1304412"/>
                <a:gd name="connsiteY98" fmla="*/ 810222 h 1649454"/>
                <a:gd name="connsiteX99" fmla="*/ 14395 w 1304412"/>
                <a:gd name="connsiteY99" fmla="*/ 785998 h 1649454"/>
                <a:gd name="connsiteX100" fmla="*/ 29909 w 1304412"/>
                <a:gd name="connsiteY100" fmla="*/ 779571 h 1649454"/>
                <a:gd name="connsiteX101" fmla="*/ 28688 w 1304412"/>
                <a:gd name="connsiteY101" fmla="*/ 776859 h 1649454"/>
                <a:gd name="connsiteX102" fmla="*/ 418032 w 1304412"/>
                <a:gd name="connsiteY102" fmla="*/ 601598 h 1649454"/>
                <a:gd name="connsiteX103" fmla="*/ 437916 w 1304412"/>
                <a:gd name="connsiteY103" fmla="*/ 429795 h 1649454"/>
                <a:gd name="connsiteX104" fmla="*/ 80226 w 1304412"/>
                <a:gd name="connsiteY104" fmla="*/ 429795 h 1649454"/>
                <a:gd name="connsiteX105" fmla="*/ 80226 w 1304412"/>
                <a:gd name="connsiteY105" fmla="*/ 511985 h 1649454"/>
                <a:gd name="connsiteX106" fmla="*/ 0 w 1304412"/>
                <a:gd name="connsiteY106" fmla="*/ 511985 h 1649454"/>
                <a:gd name="connsiteX107" fmla="*/ 0 w 1304412"/>
                <a:gd name="connsiteY107" fmla="*/ 384645 h 1649454"/>
                <a:gd name="connsiteX108" fmla="*/ 4361 w 1304412"/>
                <a:gd name="connsiteY108" fmla="*/ 384645 h 1649454"/>
                <a:gd name="connsiteX109" fmla="*/ 14395 w 1304412"/>
                <a:gd name="connsiteY109" fmla="*/ 360420 h 1649454"/>
                <a:gd name="connsiteX110" fmla="*/ 29909 w 1304412"/>
                <a:gd name="connsiteY110" fmla="*/ 353994 h 1649454"/>
                <a:gd name="connsiteX111" fmla="*/ 28688 w 1304412"/>
                <a:gd name="connsiteY111" fmla="*/ 351281 h 1649454"/>
                <a:gd name="connsiteX112" fmla="*/ 469995 w 1304412"/>
                <a:gd name="connsiteY112" fmla="*/ 152630 h 1649454"/>
                <a:gd name="connsiteX113" fmla="*/ 480609 w 1304412"/>
                <a:gd name="connsiteY113" fmla="*/ 60922 h 1649454"/>
                <a:gd name="connsiteX114" fmla="*/ 480425 w 1304412"/>
                <a:gd name="connsiteY114" fmla="*/ 60738 h 1649454"/>
                <a:gd name="connsiteX115" fmla="*/ 480657 w 1304412"/>
                <a:gd name="connsiteY115" fmla="*/ 60506 h 1649454"/>
                <a:gd name="connsiteX116" fmla="*/ 480698 w 1304412"/>
                <a:gd name="connsiteY116" fmla="*/ 60154 h 1649454"/>
                <a:gd name="connsiteX117" fmla="*/ 480976 w 1304412"/>
                <a:gd name="connsiteY117" fmla="*/ 60186 h 1649454"/>
                <a:gd name="connsiteX118" fmla="*/ 540064 w 1304412"/>
                <a:gd name="connsiteY118" fmla="*/ 1099 h 1649454"/>
                <a:gd name="connsiteX119" fmla="*/ 597545 w 1304412"/>
                <a:gd name="connsiteY119" fmla="*/ 58580 h 1649454"/>
                <a:gd name="connsiteX120" fmla="*/ 558154 w 1304412"/>
                <a:gd name="connsiteY120" fmla="*/ 97971 h 1649454"/>
                <a:gd name="connsiteX121" fmla="*/ 552699 w 1304412"/>
                <a:gd name="connsiteY121" fmla="*/ 145102 h 1649454"/>
                <a:gd name="connsiteX122" fmla="*/ 756227 w 1304412"/>
                <a:gd name="connsiteY122" fmla="*/ 145102 h 1649454"/>
                <a:gd name="connsiteX123" fmla="*/ 750772 w 1304412"/>
                <a:gd name="connsiteY123" fmla="*/ 97971 h 1649454"/>
                <a:gd name="connsiteX124" fmla="*/ 710282 w 1304412"/>
                <a:gd name="connsiteY124" fmla="*/ 57481 h 164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304412" h="1649454">
                  <a:moveTo>
                    <a:pt x="985625" y="1301364"/>
                  </a:moveTo>
                  <a:lnTo>
                    <a:pt x="703842" y="1420556"/>
                  </a:lnTo>
                  <a:lnTo>
                    <a:pt x="1101655" y="1588828"/>
                  </a:lnTo>
                  <a:close/>
                  <a:moveTo>
                    <a:pt x="323444" y="1301011"/>
                  </a:moveTo>
                  <a:lnTo>
                    <a:pt x="207711" y="1587741"/>
                  </a:lnTo>
                  <a:lnTo>
                    <a:pt x="604509" y="1419899"/>
                  </a:lnTo>
                  <a:close/>
                  <a:moveTo>
                    <a:pt x="653362" y="1120939"/>
                  </a:moveTo>
                  <a:lnTo>
                    <a:pt x="339012" y="1262441"/>
                  </a:lnTo>
                  <a:lnTo>
                    <a:pt x="337704" y="1265683"/>
                  </a:lnTo>
                  <a:lnTo>
                    <a:pt x="653398" y="1399219"/>
                  </a:lnTo>
                  <a:lnTo>
                    <a:pt x="970912" y="1264913"/>
                  </a:lnTo>
                  <a:lnTo>
                    <a:pt x="970404" y="1263653"/>
                  </a:lnTo>
                  <a:close/>
                  <a:moveTo>
                    <a:pt x="435679" y="1022950"/>
                  </a:moveTo>
                  <a:lnTo>
                    <a:pt x="359433" y="1211850"/>
                  </a:lnTo>
                  <a:lnTo>
                    <a:pt x="607378" y="1100239"/>
                  </a:lnTo>
                  <a:close/>
                  <a:moveTo>
                    <a:pt x="872909" y="1022111"/>
                  </a:moveTo>
                  <a:lnTo>
                    <a:pt x="701285" y="1099367"/>
                  </a:lnTo>
                  <a:lnTo>
                    <a:pt x="949123" y="1210929"/>
                  </a:lnTo>
                  <a:close/>
                  <a:moveTo>
                    <a:pt x="470493" y="855372"/>
                  </a:moveTo>
                  <a:lnTo>
                    <a:pt x="457882" y="964335"/>
                  </a:lnTo>
                  <a:lnTo>
                    <a:pt x="459134" y="964840"/>
                  </a:lnTo>
                  <a:lnTo>
                    <a:pt x="450415" y="986440"/>
                  </a:lnTo>
                  <a:lnTo>
                    <a:pt x="655300" y="1078667"/>
                  </a:lnTo>
                  <a:lnTo>
                    <a:pt x="858769" y="987077"/>
                  </a:lnTo>
                  <a:lnTo>
                    <a:pt x="849792" y="964838"/>
                  </a:lnTo>
                  <a:lnTo>
                    <a:pt x="851044" y="964333"/>
                  </a:lnTo>
                  <a:lnTo>
                    <a:pt x="838433" y="855372"/>
                  </a:lnTo>
                  <a:close/>
                  <a:moveTo>
                    <a:pt x="901899" y="696681"/>
                  </a:moveTo>
                  <a:lnTo>
                    <a:pt x="915586" y="814942"/>
                  </a:lnTo>
                  <a:lnTo>
                    <a:pt x="1164618" y="814942"/>
                  </a:lnTo>
                  <a:close/>
                  <a:moveTo>
                    <a:pt x="407147" y="695644"/>
                  </a:moveTo>
                  <a:lnTo>
                    <a:pt x="142126" y="814942"/>
                  </a:lnTo>
                  <a:lnTo>
                    <a:pt x="393340" y="814942"/>
                  </a:lnTo>
                  <a:close/>
                  <a:moveTo>
                    <a:pt x="494035" y="651969"/>
                  </a:moveTo>
                  <a:lnTo>
                    <a:pt x="475173" y="814942"/>
                  </a:lnTo>
                  <a:lnTo>
                    <a:pt x="833753" y="814942"/>
                  </a:lnTo>
                  <a:lnTo>
                    <a:pt x="815568" y="657820"/>
                  </a:lnTo>
                  <a:lnTo>
                    <a:pt x="802571" y="651969"/>
                  </a:lnTo>
                  <a:close/>
                  <a:moveTo>
                    <a:pt x="519749" y="429795"/>
                  </a:moveTo>
                  <a:lnTo>
                    <a:pt x="503444" y="570679"/>
                  </a:lnTo>
                  <a:lnTo>
                    <a:pt x="805483" y="570679"/>
                  </a:lnTo>
                  <a:lnTo>
                    <a:pt x="789177" y="429795"/>
                  </a:lnTo>
                  <a:close/>
                  <a:moveTo>
                    <a:pt x="849936" y="247711"/>
                  </a:moveTo>
                  <a:lnTo>
                    <a:pt x="866331" y="389365"/>
                  </a:lnTo>
                  <a:lnTo>
                    <a:pt x="1164621" y="389365"/>
                  </a:lnTo>
                  <a:close/>
                  <a:moveTo>
                    <a:pt x="459110" y="246675"/>
                  </a:moveTo>
                  <a:lnTo>
                    <a:pt x="142124" y="389365"/>
                  </a:lnTo>
                  <a:lnTo>
                    <a:pt x="442596" y="389365"/>
                  </a:lnTo>
                  <a:close/>
                  <a:moveTo>
                    <a:pt x="543291" y="226392"/>
                  </a:moveTo>
                  <a:lnTo>
                    <a:pt x="524429" y="389365"/>
                  </a:lnTo>
                  <a:lnTo>
                    <a:pt x="784498" y="389365"/>
                  </a:lnTo>
                  <a:lnTo>
                    <a:pt x="765636" y="226392"/>
                  </a:lnTo>
                  <a:close/>
                  <a:moveTo>
                    <a:pt x="767763" y="0"/>
                  </a:moveTo>
                  <a:lnTo>
                    <a:pt x="827948" y="60185"/>
                  </a:lnTo>
                  <a:lnTo>
                    <a:pt x="828228" y="60153"/>
                  </a:lnTo>
                  <a:lnTo>
                    <a:pt x="828269" y="60506"/>
                  </a:lnTo>
                  <a:lnTo>
                    <a:pt x="828502" y="60739"/>
                  </a:lnTo>
                  <a:lnTo>
                    <a:pt x="828317" y="60924"/>
                  </a:lnTo>
                  <a:lnTo>
                    <a:pt x="839051" y="153667"/>
                  </a:lnTo>
                  <a:lnTo>
                    <a:pt x="1278055" y="351281"/>
                  </a:lnTo>
                  <a:lnTo>
                    <a:pt x="1276834" y="353993"/>
                  </a:lnTo>
                  <a:lnTo>
                    <a:pt x="1292347" y="360418"/>
                  </a:lnTo>
                  <a:lnTo>
                    <a:pt x="1302382" y="384645"/>
                  </a:lnTo>
                  <a:lnTo>
                    <a:pt x="1304412" y="384645"/>
                  </a:lnTo>
                  <a:lnTo>
                    <a:pt x="1304412" y="511985"/>
                  </a:lnTo>
                  <a:lnTo>
                    <a:pt x="1224186" y="511985"/>
                  </a:lnTo>
                  <a:lnTo>
                    <a:pt x="1224186" y="429795"/>
                  </a:lnTo>
                  <a:lnTo>
                    <a:pt x="871010" y="429795"/>
                  </a:lnTo>
                  <a:lnTo>
                    <a:pt x="891014" y="602635"/>
                  </a:lnTo>
                  <a:lnTo>
                    <a:pt x="1278055" y="776859"/>
                  </a:lnTo>
                  <a:lnTo>
                    <a:pt x="1276834" y="779572"/>
                  </a:lnTo>
                  <a:lnTo>
                    <a:pt x="1292348" y="785998"/>
                  </a:lnTo>
                  <a:lnTo>
                    <a:pt x="1302382" y="810222"/>
                  </a:lnTo>
                  <a:lnTo>
                    <a:pt x="1304412" y="810222"/>
                  </a:lnTo>
                  <a:lnTo>
                    <a:pt x="1304412" y="937562"/>
                  </a:lnTo>
                  <a:lnTo>
                    <a:pt x="1224186" y="937562"/>
                  </a:lnTo>
                  <a:lnTo>
                    <a:pt x="1224186" y="855372"/>
                  </a:lnTo>
                  <a:lnTo>
                    <a:pt x="920265" y="855372"/>
                  </a:lnTo>
                  <a:lnTo>
                    <a:pt x="931118" y="949140"/>
                  </a:lnTo>
                  <a:lnTo>
                    <a:pt x="1189282" y="1588742"/>
                  </a:lnTo>
                  <a:lnTo>
                    <a:pt x="1186744" y="1589767"/>
                  </a:lnTo>
                  <a:lnTo>
                    <a:pt x="1194617" y="1608773"/>
                  </a:lnTo>
                  <a:cubicBezTo>
                    <a:pt x="1194617" y="1631240"/>
                    <a:pt x="1176403" y="1649454"/>
                    <a:pt x="1153936" y="1649454"/>
                  </a:cubicBezTo>
                  <a:lnTo>
                    <a:pt x="1145844" y="1646102"/>
                  </a:lnTo>
                  <a:lnTo>
                    <a:pt x="1144848" y="1648458"/>
                  </a:lnTo>
                  <a:lnTo>
                    <a:pt x="654952" y="1441236"/>
                  </a:lnTo>
                  <a:lnTo>
                    <a:pt x="165058" y="1648457"/>
                  </a:lnTo>
                  <a:lnTo>
                    <a:pt x="163973" y="1645890"/>
                  </a:lnTo>
                  <a:lnTo>
                    <a:pt x="155368" y="1649454"/>
                  </a:lnTo>
                  <a:cubicBezTo>
                    <a:pt x="132901" y="1649454"/>
                    <a:pt x="114687" y="1631240"/>
                    <a:pt x="114687" y="1608773"/>
                  </a:cubicBezTo>
                  <a:lnTo>
                    <a:pt x="122505" y="1589899"/>
                  </a:lnTo>
                  <a:lnTo>
                    <a:pt x="119644" y="1588744"/>
                  </a:lnTo>
                  <a:lnTo>
                    <a:pt x="377808" y="949142"/>
                  </a:lnTo>
                  <a:lnTo>
                    <a:pt x="388661" y="855372"/>
                  </a:lnTo>
                  <a:lnTo>
                    <a:pt x="80226" y="855372"/>
                  </a:lnTo>
                  <a:lnTo>
                    <a:pt x="80226" y="937562"/>
                  </a:lnTo>
                  <a:lnTo>
                    <a:pt x="0" y="937562"/>
                  </a:lnTo>
                  <a:lnTo>
                    <a:pt x="0" y="810222"/>
                  </a:lnTo>
                  <a:lnTo>
                    <a:pt x="4361" y="810222"/>
                  </a:lnTo>
                  <a:lnTo>
                    <a:pt x="14395" y="785998"/>
                  </a:lnTo>
                  <a:lnTo>
                    <a:pt x="29909" y="779571"/>
                  </a:lnTo>
                  <a:lnTo>
                    <a:pt x="28688" y="776859"/>
                  </a:lnTo>
                  <a:lnTo>
                    <a:pt x="418032" y="601598"/>
                  </a:lnTo>
                  <a:lnTo>
                    <a:pt x="437916" y="429795"/>
                  </a:lnTo>
                  <a:lnTo>
                    <a:pt x="80226" y="429795"/>
                  </a:lnTo>
                  <a:lnTo>
                    <a:pt x="80226" y="511985"/>
                  </a:lnTo>
                  <a:lnTo>
                    <a:pt x="0" y="511985"/>
                  </a:lnTo>
                  <a:lnTo>
                    <a:pt x="0" y="384645"/>
                  </a:lnTo>
                  <a:lnTo>
                    <a:pt x="4361" y="384645"/>
                  </a:lnTo>
                  <a:lnTo>
                    <a:pt x="14395" y="360420"/>
                  </a:lnTo>
                  <a:lnTo>
                    <a:pt x="29909" y="353994"/>
                  </a:lnTo>
                  <a:lnTo>
                    <a:pt x="28688" y="351281"/>
                  </a:lnTo>
                  <a:lnTo>
                    <a:pt x="469995" y="152630"/>
                  </a:lnTo>
                  <a:lnTo>
                    <a:pt x="480609" y="60922"/>
                  </a:lnTo>
                  <a:lnTo>
                    <a:pt x="480425" y="60738"/>
                  </a:lnTo>
                  <a:lnTo>
                    <a:pt x="480657" y="60506"/>
                  </a:lnTo>
                  <a:lnTo>
                    <a:pt x="480698" y="60154"/>
                  </a:lnTo>
                  <a:lnTo>
                    <a:pt x="480976" y="60186"/>
                  </a:lnTo>
                  <a:lnTo>
                    <a:pt x="540064" y="1099"/>
                  </a:lnTo>
                  <a:lnTo>
                    <a:pt x="597545" y="58580"/>
                  </a:lnTo>
                  <a:lnTo>
                    <a:pt x="558154" y="97971"/>
                  </a:lnTo>
                  <a:lnTo>
                    <a:pt x="552699" y="145102"/>
                  </a:lnTo>
                  <a:lnTo>
                    <a:pt x="756227" y="145102"/>
                  </a:lnTo>
                  <a:lnTo>
                    <a:pt x="750772" y="97971"/>
                  </a:lnTo>
                  <a:lnTo>
                    <a:pt x="710282" y="5748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113" name="Freeform: Shape 2112">
              <a:extLst>
                <a:ext uri="{FF2B5EF4-FFF2-40B4-BE49-F238E27FC236}">
                  <a16:creationId xmlns:a16="http://schemas.microsoft.com/office/drawing/2014/main" id="{42F62EE9-FB38-FD23-9262-78836A71EE77}"/>
                </a:ext>
                <a:ext uri="{C183D7F6-B498-43B3-948B-1728B52AA6E4}">
                  <adec:decorative xmlns:adec="http://schemas.microsoft.com/office/drawing/2017/decorative" val="1"/>
                </a:ext>
              </a:extLst>
            </p:cNvPr>
            <p:cNvSpPr/>
            <p:nvPr/>
          </p:nvSpPr>
          <p:spPr>
            <a:xfrm>
              <a:off x="784779" y="4343071"/>
              <a:ext cx="44138" cy="44137"/>
            </a:xfrm>
            <a:custGeom>
              <a:avLst/>
              <a:gdLst>
                <a:gd name="connsiteX0" fmla="*/ 303096 w 606191"/>
                <a:gd name="connsiteY0" fmla="*/ 0 h 606189"/>
                <a:gd name="connsiteX1" fmla="*/ 606191 w 606191"/>
                <a:gd name="connsiteY1" fmla="*/ 303095 h 606189"/>
                <a:gd name="connsiteX2" fmla="*/ 303096 w 606191"/>
                <a:gd name="connsiteY2" fmla="*/ 606189 h 606189"/>
                <a:gd name="connsiteX3" fmla="*/ 0 w 606191"/>
                <a:gd name="connsiteY3" fmla="*/ 303095 h 606189"/>
              </a:gdLst>
              <a:ahLst/>
              <a:cxnLst>
                <a:cxn ang="0">
                  <a:pos x="connsiteX0" y="connsiteY0"/>
                </a:cxn>
                <a:cxn ang="0">
                  <a:pos x="connsiteX1" y="connsiteY1"/>
                </a:cxn>
                <a:cxn ang="0">
                  <a:pos x="connsiteX2" y="connsiteY2"/>
                </a:cxn>
                <a:cxn ang="0">
                  <a:pos x="connsiteX3" y="connsiteY3"/>
                </a:cxn>
              </a:cxnLst>
              <a:rect l="l" t="t" r="r" b="b"/>
              <a:pathLst>
                <a:path w="606191" h="606189">
                  <a:moveTo>
                    <a:pt x="303096" y="0"/>
                  </a:moveTo>
                  <a:lnTo>
                    <a:pt x="606191" y="303095"/>
                  </a:lnTo>
                  <a:lnTo>
                    <a:pt x="303096" y="606189"/>
                  </a:lnTo>
                  <a:lnTo>
                    <a:pt x="0" y="3030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58" name="Group 157">
            <a:extLst>
              <a:ext uri="{FF2B5EF4-FFF2-40B4-BE49-F238E27FC236}">
                <a16:creationId xmlns:a16="http://schemas.microsoft.com/office/drawing/2014/main" id="{8582B272-CC3A-5D90-5EAA-537BF0CCCF7B}"/>
              </a:ext>
              <a:ext uri="{C183D7F6-B498-43B3-948B-1728B52AA6E4}">
                <adec:decorative xmlns:adec="http://schemas.microsoft.com/office/drawing/2017/decorative" val="1"/>
              </a:ext>
            </a:extLst>
          </p:cNvPr>
          <p:cNvGrpSpPr>
            <a:grpSpLocks noChangeAspect="1"/>
          </p:cNvGrpSpPr>
          <p:nvPr/>
        </p:nvGrpSpPr>
        <p:grpSpPr>
          <a:xfrm>
            <a:off x="1040221" y="4343071"/>
            <a:ext cx="439874" cy="457200"/>
            <a:chOff x="1040221" y="4343071"/>
            <a:chExt cx="439874" cy="457200"/>
          </a:xfrm>
          <a:solidFill>
            <a:srgbClr val="FF0000"/>
          </a:solidFill>
        </p:grpSpPr>
        <p:sp>
          <p:nvSpPr>
            <p:cNvPr id="2116" name="Freeform: Shape 2115">
              <a:extLst>
                <a:ext uri="{FF2B5EF4-FFF2-40B4-BE49-F238E27FC236}">
                  <a16:creationId xmlns:a16="http://schemas.microsoft.com/office/drawing/2014/main" id="{D2DB9A2B-1BE3-3F97-FD54-F7039D98F600}"/>
                </a:ext>
                <a:ext uri="{C183D7F6-B498-43B3-948B-1728B52AA6E4}">
                  <adec:decorative xmlns:adec="http://schemas.microsoft.com/office/drawing/2017/decorative" val="1"/>
                </a:ext>
              </a:extLst>
            </p:cNvPr>
            <p:cNvSpPr/>
            <p:nvPr/>
          </p:nvSpPr>
          <p:spPr>
            <a:xfrm flipH="1">
              <a:off x="1040221" y="4343071"/>
              <a:ext cx="435621" cy="412221"/>
            </a:xfrm>
            <a:custGeom>
              <a:avLst/>
              <a:gdLst>
                <a:gd name="connsiteX0" fmla="*/ 487469 w 1627308"/>
                <a:gd name="connsiteY0" fmla="*/ 668925 h 1539894"/>
                <a:gd name="connsiteX1" fmla="*/ 492577 w 1627308"/>
                <a:gd name="connsiteY1" fmla="*/ 668982 h 1539894"/>
                <a:gd name="connsiteX2" fmla="*/ 495144 w 1627308"/>
                <a:gd name="connsiteY2" fmla="*/ 669089 h 1539894"/>
                <a:gd name="connsiteX3" fmla="*/ 495657 w 1627308"/>
                <a:gd name="connsiteY3" fmla="*/ 668956 h 1539894"/>
                <a:gd name="connsiteX4" fmla="*/ 501766 w 1627308"/>
                <a:gd name="connsiteY4" fmla="*/ 669085 h 1539894"/>
                <a:gd name="connsiteX5" fmla="*/ 505906 w 1627308"/>
                <a:gd name="connsiteY5" fmla="*/ 669717 h 1539894"/>
                <a:gd name="connsiteX6" fmla="*/ 511125 w 1627308"/>
                <a:gd name="connsiteY6" fmla="*/ 670114 h 1539894"/>
                <a:gd name="connsiteX7" fmla="*/ 648885 w 1627308"/>
                <a:gd name="connsiteY7" fmla="*/ 727457 h 1539894"/>
                <a:gd name="connsiteX8" fmla="*/ 705581 w 1627308"/>
                <a:gd name="connsiteY8" fmla="*/ 854814 h 1539894"/>
                <a:gd name="connsiteX9" fmla="*/ 705776 w 1627308"/>
                <a:gd name="connsiteY9" fmla="*/ 856684 h 1539894"/>
                <a:gd name="connsiteX10" fmla="*/ 705834 w 1627308"/>
                <a:gd name="connsiteY10" fmla="*/ 857061 h 1539894"/>
                <a:gd name="connsiteX11" fmla="*/ 707004 w 1627308"/>
                <a:gd name="connsiteY11" fmla="*/ 867021 h 1539894"/>
                <a:gd name="connsiteX12" fmla="*/ 707522 w 1627308"/>
                <a:gd name="connsiteY12" fmla="*/ 872991 h 1539894"/>
                <a:gd name="connsiteX13" fmla="*/ 708035 w 1627308"/>
                <a:gd name="connsiteY13" fmla="*/ 877511 h 1539894"/>
                <a:gd name="connsiteX14" fmla="*/ 707958 w 1627308"/>
                <a:gd name="connsiteY14" fmla="*/ 879181 h 1539894"/>
                <a:gd name="connsiteX15" fmla="*/ 708164 w 1627308"/>
                <a:gd name="connsiteY15" fmla="*/ 882699 h 1539894"/>
                <a:gd name="connsiteX16" fmla="*/ 708372 w 1627308"/>
                <a:gd name="connsiteY16" fmla="*/ 892491 h 1539894"/>
                <a:gd name="connsiteX17" fmla="*/ 701470 w 1627308"/>
                <a:gd name="connsiteY17" fmla="*/ 892460 h 1539894"/>
                <a:gd name="connsiteX18" fmla="*/ 698904 w 1627308"/>
                <a:gd name="connsiteY18" fmla="*/ 892353 h 1539894"/>
                <a:gd name="connsiteX19" fmla="*/ 698391 w 1627308"/>
                <a:gd name="connsiteY19" fmla="*/ 892484 h 1539894"/>
                <a:gd name="connsiteX20" fmla="*/ 692284 w 1627308"/>
                <a:gd name="connsiteY20" fmla="*/ 892355 h 1539894"/>
                <a:gd name="connsiteX21" fmla="*/ 688142 w 1627308"/>
                <a:gd name="connsiteY21" fmla="*/ 891723 h 1539894"/>
                <a:gd name="connsiteX22" fmla="*/ 682925 w 1627308"/>
                <a:gd name="connsiteY22" fmla="*/ 891328 h 1539894"/>
                <a:gd name="connsiteX23" fmla="*/ 545163 w 1627308"/>
                <a:gd name="connsiteY23" fmla="*/ 833985 h 1539894"/>
                <a:gd name="connsiteX24" fmla="*/ 488468 w 1627308"/>
                <a:gd name="connsiteY24" fmla="*/ 706628 h 1539894"/>
                <a:gd name="connsiteX25" fmla="*/ 488273 w 1627308"/>
                <a:gd name="connsiteY25" fmla="*/ 704758 h 1539894"/>
                <a:gd name="connsiteX26" fmla="*/ 488216 w 1627308"/>
                <a:gd name="connsiteY26" fmla="*/ 704380 h 1539894"/>
                <a:gd name="connsiteX27" fmla="*/ 487044 w 1627308"/>
                <a:gd name="connsiteY27" fmla="*/ 694421 h 1539894"/>
                <a:gd name="connsiteX28" fmla="*/ 486528 w 1627308"/>
                <a:gd name="connsiteY28" fmla="*/ 688450 h 1539894"/>
                <a:gd name="connsiteX29" fmla="*/ 486013 w 1627308"/>
                <a:gd name="connsiteY29" fmla="*/ 683929 h 1539894"/>
                <a:gd name="connsiteX30" fmla="*/ 486090 w 1627308"/>
                <a:gd name="connsiteY30" fmla="*/ 682259 h 1539894"/>
                <a:gd name="connsiteX31" fmla="*/ 485884 w 1627308"/>
                <a:gd name="connsiteY31" fmla="*/ 678743 h 1539894"/>
                <a:gd name="connsiteX32" fmla="*/ 485676 w 1627308"/>
                <a:gd name="connsiteY32" fmla="*/ 668949 h 1539894"/>
                <a:gd name="connsiteX33" fmla="*/ 487469 w 1627308"/>
                <a:gd name="connsiteY33" fmla="*/ 668925 h 1539894"/>
                <a:gd name="connsiteX34" fmla="*/ 1286672 w 1627308"/>
                <a:gd name="connsiteY34" fmla="*/ 495211 h 1539894"/>
                <a:gd name="connsiteX35" fmla="*/ 1296545 w 1627308"/>
                <a:gd name="connsiteY35" fmla="*/ 495421 h 1539894"/>
                <a:gd name="connsiteX36" fmla="*/ 1295851 w 1627308"/>
                <a:gd name="connsiteY36" fmla="*/ 531824 h 1539894"/>
                <a:gd name="connsiteX37" fmla="*/ 1294979 w 1627308"/>
                <a:gd name="connsiteY37" fmla="*/ 542257 h 1539894"/>
                <a:gd name="connsiteX38" fmla="*/ 1294605 w 1627308"/>
                <a:gd name="connsiteY38" fmla="*/ 547421 h 1539894"/>
                <a:gd name="connsiteX39" fmla="*/ 1257270 w 1627308"/>
                <a:gd name="connsiteY39" fmla="*/ 677491 h 1539894"/>
                <a:gd name="connsiteX40" fmla="*/ 1250171 w 1627308"/>
                <a:gd name="connsiteY40" fmla="*/ 688675 h 1539894"/>
                <a:gd name="connsiteX41" fmla="*/ 1247879 w 1627308"/>
                <a:gd name="connsiteY41" fmla="*/ 692629 h 1539894"/>
                <a:gd name="connsiteX42" fmla="*/ 1245795 w 1627308"/>
                <a:gd name="connsiteY42" fmla="*/ 695568 h 1539894"/>
                <a:gd name="connsiteX43" fmla="*/ 1240644 w 1627308"/>
                <a:gd name="connsiteY43" fmla="*/ 703686 h 1539894"/>
                <a:gd name="connsiteX44" fmla="*/ 1237124 w 1627308"/>
                <a:gd name="connsiteY44" fmla="*/ 707795 h 1539894"/>
                <a:gd name="connsiteX45" fmla="*/ 1235166 w 1627308"/>
                <a:gd name="connsiteY45" fmla="*/ 710560 h 1539894"/>
                <a:gd name="connsiteX46" fmla="*/ 1220434 w 1627308"/>
                <a:gd name="connsiteY46" fmla="*/ 727402 h 1539894"/>
                <a:gd name="connsiteX47" fmla="*/ 1220079 w 1627308"/>
                <a:gd name="connsiteY47" fmla="*/ 727709 h 1539894"/>
                <a:gd name="connsiteX48" fmla="*/ 1219924 w 1627308"/>
                <a:gd name="connsiteY48" fmla="*/ 727890 h 1539894"/>
                <a:gd name="connsiteX49" fmla="*/ 1146210 w 1627308"/>
                <a:gd name="connsiteY49" fmla="*/ 776226 h 1539894"/>
                <a:gd name="connsiteX50" fmla="*/ 1146037 w 1627308"/>
                <a:gd name="connsiteY50" fmla="*/ 776291 h 1539894"/>
                <a:gd name="connsiteX51" fmla="*/ 1145663 w 1627308"/>
                <a:gd name="connsiteY51" fmla="*/ 776473 h 1539894"/>
                <a:gd name="connsiteX52" fmla="*/ 1044949 w 1627308"/>
                <a:gd name="connsiteY52" fmla="*/ 801619 h 1539894"/>
                <a:gd name="connsiteX53" fmla="*/ 1034340 w 1627308"/>
                <a:gd name="connsiteY53" fmla="*/ 802442 h 1539894"/>
                <a:gd name="connsiteX54" fmla="*/ 1026645 w 1627308"/>
                <a:gd name="connsiteY54" fmla="*/ 803136 h 1539894"/>
                <a:gd name="connsiteX55" fmla="*/ 990313 w 1627308"/>
                <a:gd name="connsiteY55" fmla="*/ 803824 h 1539894"/>
                <a:gd name="connsiteX56" fmla="*/ 991007 w 1627308"/>
                <a:gd name="connsiteY56" fmla="*/ 767421 h 1539894"/>
                <a:gd name="connsiteX57" fmla="*/ 991878 w 1627308"/>
                <a:gd name="connsiteY57" fmla="*/ 756988 h 1539894"/>
                <a:gd name="connsiteX58" fmla="*/ 992253 w 1627308"/>
                <a:gd name="connsiteY58" fmla="*/ 751824 h 1539894"/>
                <a:gd name="connsiteX59" fmla="*/ 1029588 w 1627308"/>
                <a:gd name="connsiteY59" fmla="*/ 621754 h 1539894"/>
                <a:gd name="connsiteX60" fmla="*/ 1036687 w 1627308"/>
                <a:gd name="connsiteY60" fmla="*/ 610570 h 1539894"/>
                <a:gd name="connsiteX61" fmla="*/ 1038979 w 1627308"/>
                <a:gd name="connsiteY61" fmla="*/ 606615 h 1539894"/>
                <a:gd name="connsiteX62" fmla="*/ 1041063 w 1627308"/>
                <a:gd name="connsiteY62" fmla="*/ 603677 h 1539894"/>
                <a:gd name="connsiteX63" fmla="*/ 1046214 w 1627308"/>
                <a:gd name="connsiteY63" fmla="*/ 595560 h 1539894"/>
                <a:gd name="connsiteX64" fmla="*/ 1049734 w 1627308"/>
                <a:gd name="connsiteY64" fmla="*/ 591450 h 1539894"/>
                <a:gd name="connsiteX65" fmla="*/ 1051693 w 1627308"/>
                <a:gd name="connsiteY65" fmla="*/ 588686 h 1539894"/>
                <a:gd name="connsiteX66" fmla="*/ 1066424 w 1627308"/>
                <a:gd name="connsiteY66" fmla="*/ 571843 h 1539894"/>
                <a:gd name="connsiteX67" fmla="*/ 1066780 w 1627308"/>
                <a:gd name="connsiteY67" fmla="*/ 571536 h 1539894"/>
                <a:gd name="connsiteX68" fmla="*/ 1066934 w 1627308"/>
                <a:gd name="connsiteY68" fmla="*/ 571355 h 1539894"/>
                <a:gd name="connsiteX69" fmla="*/ 1140648 w 1627308"/>
                <a:gd name="connsiteY69" fmla="*/ 523019 h 1539894"/>
                <a:gd name="connsiteX70" fmla="*/ 1140822 w 1627308"/>
                <a:gd name="connsiteY70" fmla="*/ 522954 h 1539894"/>
                <a:gd name="connsiteX71" fmla="*/ 1141195 w 1627308"/>
                <a:gd name="connsiteY71" fmla="*/ 522772 h 1539894"/>
                <a:gd name="connsiteX72" fmla="*/ 1241909 w 1627308"/>
                <a:gd name="connsiteY72" fmla="*/ 497628 h 1539894"/>
                <a:gd name="connsiteX73" fmla="*/ 1252519 w 1627308"/>
                <a:gd name="connsiteY73" fmla="*/ 496803 h 1539894"/>
                <a:gd name="connsiteX74" fmla="*/ 1260214 w 1627308"/>
                <a:gd name="connsiteY74" fmla="*/ 496109 h 1539894"/>
                <a:gd name="connsiteX75" fmla="*/ 1286672 w 1627308"/>
                <a:gd name="connsiteY75" fmla="*/ 495211 h 1539894"/>
                <a:gd name="connsiteX76" fmla="*/ 1316294 w 1627308"/>
                <a:gd name="connsiteY76" fmla="*/ 411262 h 1539894"/>
                <a:gd name="connsiteX77" fmla="*/ 1008005 w 1627308"/>
                <a:gd name="connsiteY77" fmla="*/ 511356 h 1539894"/>
                <a:gd name="connsiteX78" fmla="*/ 907326 w 1627308"/>
                <a:gd name="connsiteY78" fmla="*/ 830824 h 1539894"/>
                <a:gd name="connsiteX79" fmla="*/ 808582 w 1627308"/>
                <a:gd name="connsiteY79" fmla="*/ 952803 h 1539894"/>
                <a:gd name="connsiteX80" fmla="*/ 793092 w 1627308"/>
                <a:gd name="connsiteY80" fmla="*/ 929568 h 1539894"/>
                <a:gd name="connsiteX81" fmla="*/ 709838 w 1627308"/>
                <a:gd name="connsiteY81" fmla="*/ 668185 h 1539894"/>
                <a:gd name="connsiteX82" fmla="*/ 405859 w 1627308"/>
                <a:gd name="connsiteY82" fmla="*/ 588802 h 1539894"/>
                <a:gd name="connsiteX83" fmla="*/ 485241 w 1627308"/>
                <a:gd name="connsiteY83" fmla="*/ 892782 h 1539894"/>
                <a:gd name="connsiteX84" fmla="*/ 727262 w 1627308"/>
                <a:gd name="connsiteY84" fmla="*/ 976036 h 1539894"/>
                <a:gd name="connsiteX85" fmla="*/ 752191 w 1627308"/>
                <a:gd name="connsiteY85" fmla="*/ 1013550 h 1539894"/>
                <a:gd name="connsiteX86" fmla="*/ 766182 w 1627308"/>
                <a:gd name="connsiteY86" fmla="*/ 1046711 h 1539894"/>
                <a:gd name="connsiteX87" fmla="*/ 858906 w 1627308"/>
                <a:gd name="connsiteY87" fmla="*/ 1046711 h 1539894"/>
                <a:gd name="connsiteX88" fmla="*/ 859647 w 1627308"/>
                <a:gd name="connsiteY88" fmla="*/ 1040897 h 1539894"/>
                <a:gd name="connsiteX89" fmla="*/ 876346 w 1627308"/>
                <a:gd name="connsiteY89" fmla="*/ 995398 h 1539894"/>
                <a:gd name="connsiteX90" fmla="*/ 967347 w 1627308"/>
                <a:gd name="connsiteY90" fmla="*/ 886974 h 1539894"/>
                <a:gd name="connsiteX91" fmla="*/ 1279069 w 1627308"/>
                <a:gd name="connsiteY91" fmla="*/ 786293 h 1539894"/>
                <a:gd name="connsiteX92" fmla="*/ 1375877 w 1627308"/>
                <a:gd name="connsiteY92" fmla="*/ 414547 h 1539894"/>
                <a:gd name="connsiteX93" fmla="*/ 1316294 w 1627308"/>
                <a:gd name="connsiteY93" fmla="*/ 411262 h 1539894"/>
                <a:gd name="connsiteX94" fmla="*/ 813653 w 1627308"/>
                <a:gd name="connsiteY94" fmla="*/ 0 h 1539894"/>
                <a:gd name="connsiteX95" fmla="*/ 0 w 1627308"/>
                <a:gd name="connsiteY95" fmla="*/ 813656 h 1539894"/>
                <a:gd name="connsiteX96" fmla="*/ 70861 w 1627308"/>
                <a:gd name="connsiteY96" fmla="*/ 1146250 h 1539894"/>
                <a:gd name="connsiteX97" fmla="*/ 83311 w 1627308"/>
                <a:gd name="connsiteY97" fmla="*/ 1171648 h 1539894"/>
                <a:gd name="connsiteX98" fmla="*/ 91387 w 1627308"/>
                <a:gd name="connsiteY98" fmla="*/ 1154249 h 1539894"/>
                <a:gd name="connsiteX99" fmla="*/ 121837 w 1627308"/>
                <a:gd name="connsiteY99" fmla="*/ 1108195 h 1539894"/>
                <a:gd name="connsiteX100" fmla="*/ 132134 w 1627308"/>
                <a:gd name="connsiteY100" fmla="*/ 1096805 h 1539894"/>
                <a:gd name="connsiteX101" fmla="*/ 130000 w 1627308"/>
                <a:gd name="connsiteY101" fmla="*/ 1092089 h 1539894"/>
                <a:gd name="connsiteX102" fmla="*/ 75669 w 1627308"/>
                <a:gd name="connsiteY102" fmla="*/ 813656 h 1539894"/>
                <a:gd name="connsiteX103" fmla="*/ 813653 w 1627308"/>
                <a:gd name="connsiteY103" fmla="*/ 75669 h 1539894"/>
                <a:gd name="connsiteX104" fmla="*/ 1551637 w 1627308"/>
                <a:gd name="connsiteY104" fmla="*/ 813656 h 1539894"/>
                <a:gd name="connsiteX105" fmla="*/ 1207669 w 1627308"/>
                <a:gd name="connsiteY105" fmla="*/ 1437766 h 1539894"/>
                <a:gd name="connsiteX106" fmla="*/ 1184920 w 1627308"/>
                <a:gd name="connsiteY106" fmla="*/ 1451123 h 1539894"/>
                <a:gd name="connsiteX107" fmla="*/ 1170877 w 1627308"/>
                <a:gd name="connsiteY107" fmla="*/ 1456263 h 1539894"/>
                <a:gd name="connsiteX108" fmla="*/ 1097135 w 1627308"/>
                <a:gd name="connsiteY108" fmla="*/ 1467411 h 1539894"/>
                <a:gd name="connsiteX109" fmla="*/ 876281 w 1627308"/>
                <a:gd name="connsiteY109" fmla="*/ 1332323 h 1539894"/>
                <a:gd name="connsiteX110" fmla="*/ 862128 w 1627308"/>
                <a:gd name="connsiteY110" fmla="*/ 1284388 h 1539894"/>
                <a:gd name="connsiteX111" fmla="*/ 787830 w 1627308"/>
                <a:gd name="connsiteY111" fmla="*/ 1284388 h 1539894"/>
                <a:gd name="connsiteX112" fmla="*/ 811728 w 1627308"/>
                <a:gd name="connsiteY112" fmla="*/ 1365320 h 1539894"/>
                <a:gd name="connsiteX113" fmla="*/ 1097135 w 1627308"/>
                <a:gd name="connsiteY113" fmla="*/ 1539894 h 1539894"/>
                <a:gd name="connsiteX114" fmla="*/ 1249887 w 1627308"/>
                <a:gd name="connsiteY114" fmla="*/ 1501215 h 1539894"/>
                <a:gd name="connsiteX115" fmla="*/ 1269137 w 1627308"/>
                <a:gd name="connsiteY115" fmla="*/ 1489522 h 1539894"/>
                <a:gd name="connsiteX116" fmla="*/ 1266650 w 1627308"/>
                <a:gd name="connsiteY116" fmla="*/ 1489522 h 1539894"/>
                <a:gd name="connsiteX117" fmla="*/ 1268575 w 1627308"/>
                <a:gd name="connsiteY117" fmla="*/ 1488352 h 1539894"/>
                <a:gd name="connsiteX118" fmla="*/ 1627308 w 1627308"/>
                <a:gd name="connsiteY118" fmla="*/ 813656 h 1539894"/>
                <a:gd name="connsiteX119" fmla="*/ 813653 w 1627308"/>
                <a:gd name="connsiteY119" fmla="*/ 0 h 153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627308" h="1539894">
                  <a:moveTo>
                    <a:pt x="487469" y="668925"/>
                  </a:moveTo>
                  <a:cubicBezTo>
                    <a:pt x="488641" y="668920"/>
                    <a:pt x="490368" y="668929"/>
                    <a:pt x="492577" y="668982"/>
                  </a:cubicBezTo>
                  <a:lnTo>
                    <a:pt x="495144" y="669089"/>
                  </a:lnTo>
                  <a:lnTo>
                    <a:pt x="495657" y="668956"/>
                  </a:lnTo>
                  <a:cubicBezTo>
                    <a:pt x="497436" y="668798"/>
                    <a:pt x="499468" y="668855"/>
                    <a:pt x="501766" y="669085"/>
                  </a:cubicBezTo>
                  <a:lnTo>
                    <a:pt x="505906" y="669717"/>
                  </a:lnTo>
                  <a:lnTo>
                    <a:pt x="511125" y="670114"/>
                  </a:lnTo>
                  <a:cubicBezTo>
                    <a:pt x="545279" y="673340"/>
                    <a:pt x="606545" y="685115"/>
                    <a:pt x="648885" y="727457"/>
                  </a:cubicBezTo>
                  <a:cubicBezTo>
                    <a:pt x="687098" y="765670"/>
                    <a:pt x="700983" y="819636"/>
                    <a:pt x="705581" y="854814"/>
                  </a:cubicBezTo>
                  <a:lnTo>
                    <a:pt x="705776" y="856684"/>
                  </a:lnTo>
                  <a:lnTo>
                    <a:pt x="705834" y="857061"/>
                  </a:lnTo>
                  <a:cubicBezTo>
                    <a:pt x="706305" y="860581"/>
                    <a:pt x="706690" y="863914"/>
                    <a:pt x="707004" y="867021"/>
                  </a:cubicBezTo>
                  <a:lnTo>
                    <a:pt x="707522" y="872991"/>
                  </a:lnTo>
                  <a:lnTo>
                    <a:pt x="708035" y="877511"/>
                  </a:lnTo>
                  <a:lnTo>
                    <a:pt x="707958" y="879181"/>
                  </a:lnTo>
                  <a:lnTo>
                    <a:pt x="708164" y="882699"/>
                  </a:lnTo>
                  <a:cubicBezTo>
                    <a:pt x="708446" y="888916"/>
                    <a:pt x="708372" y="892491"/>
                    <a:pt x="708372" y="892491"/>
                  </a:cubicBezTo>
                  <a:cubicBezTo>
                    <a:pt x="708372" y="892491"/>
                    <a:pt x="705892" y="892566"/>
                    <a:pt x="701470" y="892460"/>
                  </a:cubicBezTo>
                  <a:lnTo>
                    <a:pt x="698904" y="892353"/>
                  </a:lnTo>
                  <a:lnTo>
                    <a:pt x="698391" y="892484"/>
                  </a:lnTo>
                  <a:cubicBezTo>
                    <a:pt x="696614" y="892644"/>
                    <a:pt x="694582" y="892587"/>
                    <a:pt x="692284" y="892355"/>
                  </a:cubicBezTo>
                  <a:lnTo>
                    <a:pt x="688142" y="891723"/>
                  </a:lnTo>
                  <a:lnTo>
                    <a:pt x="682925" y="891328"/>
                  </a:lnTo>
                  <a:cubicBezTo>
                    <a:pt x="648769" y="888102"/>
                    <a:pt x="587505" y="876327"/>
                    <a:pt x="545163" y="833985"/>
                  </a:cubicBezTo>
                  <a:cubicBezTo>
                    <a:pt x="506952" y="795772"/>
                    <a:pt x="493065" y="741805"/>
                    <a:pt x="488468" y="706628"/>
                  </a:cubicBezTo>
                  <a:lnTo>
                    <a:pt x="488273" y="704758"/>
                  </a:lnTo>
                  <a:lnTo>
                    <a:pt x="488216" y="704380"/>
                  </a:lnTo>
                  <a:cubicBezTo>
                    <a:pt x="487743" y="700859"/>
                    <a:pt x="487358" y="697528"/>
                    <a:pt x="487044" y="694421"/>
                  </a:cubicBezTo>
                  <a:lnTo>
                    <a:pt x="486528" y="688450"/>
                  </a:lnTo>
                  <a:lnTo>
                    <a:pt x="486013" y="683929"/>
                  </a:lnTo>
                  <a:lnTo>
                    <a:pt x="486090" y="682259"/>
                  </a:lnTo>
                  <a:lnTo>
                    <a:pt x="485884" y="678743"/>
                  </a:lnTo>
                  <a:cubicBezTo>
                    <a:pt x="485602" y="672526"/>
                    <a:pt x="485676" y="668949"/>
                    <a:pt x="485676" y="668949"/>
                  </a:cubicBezTo>
                  <a:cubicBezTo>
                    <a:pt x="485676" y="668949"/>
                    <a:pt x="486296" y="668931"/>
                    <a:pt x="487469" y="668925"/>
                  </a:cubicBezTo>
                  <a:close/>
                  <a:moveTo>
                    <a:pt x="1286672" y="495211"/>
                  </a:moveTo>
                  <a:cubicBezTo>
                    <a:pt x="1292991" y="495224"/>
                    <a:pt x="1296545" y="495421"/>
                    <a:pt x="1296545" y="495421"/>
                  </a:cubicBezTo>
                  <a:cubicBezTo>
                    <a:pt x="1296545" y="495421"/>
                    <a:pt x="1297335" y="509639"/>
                    <a:pt x="1295851" y="531824"/>
                  </a:cubicBezTo>
                  <a:lnTo>
                    <a:pt x="1294979" y="542257"/>
                  </a:lnTo>
                  <a:lnTo>
                    <a:pt x="1294605" y="547421"/>
                  </a:lnTo>
                  <a:cubicBezTo>
                    <a:pt x="1291162" y="583204"/>
                    <a:pt x="1281816" y="632663"/>
                    <a:pt x="1257270" y="677491"/>
                  </a:cubicBezTo>
                  <a:lnTo>
                    <a:pt x="1250171" y="688675"/>
                  </a:lnTo>
                  <a:lnTo>
                    <a:pt x="1247879" y="692629"/>
                  </a:lnTo>
                  <a:lnTo>
                    <a:pt x="1245795" y="695568"/>
                  </a:lnTo>
                  <a:lnTo>
                    <a:pt x="1240644" y="703686"/>
                  </a:lnTo>
                  <a:lnTo>
                    <a:pt x="1237124" y="707795"/>
                  </a:lnTo>
                  <a:lnTo>
                    <a:pt x="1235166" y="710560"/>
                  </a:lnTo>
                  <a:cubicBezTo>
                    <a:pt x="1230598" y="716372"/>
                    <a:pt x="1225698" y="722002"/>
                    <a:pt x="1220434" y="727402"/>
                  </a:cubicBezTo>
                  <a:lnTo>
                    <a:pt x="1220079" y="727709"/>
                  </a:lnTo>
                  <a:lnTo>
                    <a:pt x="1219924" y="727890"/>
                  </a:lnTo>
                  <a:cubicBezTo>
                    <a:pt x="1198262" y="749552"/>
                    <a:pt x="1172506" y="765092"/>
                    <a:pt x="1146210" y="776226"/>
                  </a:cubicBezTo>
                  <a:lnTo>
                    <a:pt x="1146037" y="776291"/>
                  </a:lnTo>
                  <a:lnTo>
                    <a:pt x="1145663" y="776473"/>
                  </a:lnTo>
                  <a:cubicBezTo>
                    <a:pt x="1110110" y="791547"/>
                    <a:pt x="1073641" y="798620"/>
                    <a:pt x="1044949" y="801619"/>
                  </a:cubicBezTo>
                  <a:lnTo>
                    <a:pt x="1034340" y="802442"/>
                  </a:lnTo>
                  <a:lnTo>
                    <a:pt x="1026645" y="803136"/>
                  </a:lnTo>
                  <a:cubicBezTo>
                    <a:pt x="1004531" y="804614"/>
                    <a:pt x="990313" y="803824"/>
                    <a:pt x="990313" y="803824"/>
                  </a:cubicBezTo>
                  <a:cubicBezTo>
                    <a:pt x="990313" y="803824"/>
                    <a:pt x="989525" y="789606"/>
                    <a:pt x="991007" y="767421"/>
                  </a:cubicBezTo>
                  <a:lnTo>
                    <a:pt x="991878" y="756988"/>
                  </a:lnTo>
                  <a:lnTo>
                    <a:pt x="992253" y="751824"/>
                  </a:lnTo>
                  <a:cubicBezTo>
                    <a:pt x="995696" y="716041"/>
                    <a:pt x="1005043" y="666581"/>
                    <a:pt x="1029588" y="621754"/>
                  </a:cubicBezTo>
                  <a:lnTo>
                    <a:pt x="1036687" y="610570"/>
                  </a:lnTo>
                  <a:lnTo>
                    <a:pt x="1038979" y="606615"/>
                  </a:lnTo>
                  <a:lnTo>
                    <a:pt x="1041063" y="603677"/>
                  </a:lnTo>
                  <a:lnTo>
                    <a:pt x="1046214" y="595560"/>
                  </a:lnTo>
                  <a:lnTo>
                    <a:pt x="1049734" y="591450"/>
                  </a:lnTo>
                  <a:lnTo>
                    <a:pt x="1051693" y="588686"/>
                  </a:lnTo>
                  <a:cubicBezTo>
                    <a:pt x="1056258" y="582874"/>
                    <a:pt x="1061161" y="577243"/>
                    <a:pt x="1066424" y="571843"/>
                  </a:cubicBezTo>
                  <a:lnTo>
                    <a:pt x="1066780" y="571536"/>
                  </a:lnTo>
                  <a:lnTo>
                    <a:pt x="1066934" y="571355"/>
                  </a:lnTo>
                  <a:cubicBezTo>
                    <a:pt x="1088597" y="549693"/>
                    <a:pt x="1114352" y="534153"/>
                    <a:pt x="1140648" y="523019"/>
                  </a:cubicBezTo>
                  <a:lnTo>
                    <a:pt x="1140822" y="522954"/>
                  </a:lnTo>
                  <a:lnTo>
                    <a:pt x="1141195" y="522772"/>
                  </a:lnTo>
                  <a:cubicBezTo>
                    <a:pt x="1176748" y="507698"/>
                    <a:pt x="1213218" y="500625"/>
                    <a:pt x="1241909" y="497628"/>
                  </a:cubicBezTo>
                  <a:lnTo>
                    <a:pt x="1252519" y="496803"/>
                  </a:lnTo>
                  <a:lnTo>
                    <a:pt x="1260214" y="496109"/>
                  </a:lnTo>
                  <a:cubicBezTo>
                    <a:pt x="1271271" y="495371"/>
                    <a:pt x="1280354" y="495198"/>
                    <a:pt x="1286672" y="495211"/>
                  </a:cubicBezTo>
                  <a:close/>
                  <a:moveTo>
                    <a:pt x="1316294" y="411262"/>
                  </a:moveTo>
                  <a:cubicBezTo>
                    <a:pt x="1236791" y="410690"/>
                    <a:pt x="1095860" y="423501"/>
                    <a:pt x="1008005" y="511356"/>
                  </a:cubicBezTo>
                  <a:cubicBezTo>
                    <a:pt x="915071" y="604292"/>
                    <a:pt x="905389" y="753378"/>
                    <a:pt x="907326" y="830824"/>
                  </a:cubicBezTo>
                  <a:cubicBezTo>
                    <a:pt x="866666" y="859867"/>
                    <a:pt x="831815" y="902462"/>
                    <a:pt x="808582" y="952803"/>
                  </a:cubicBezTo>
                  <a:cubicBezTo>
                    <a:pt x="802773" y="945058"/>
                    <a:pt x="798900" y="937313"/>
                    <a:pt x="793092" y="929568"/>
                  </a:cubicBezTo>
                  <a:cubicBezTo>
                    <a:pt x="795029" y="865675"/>
                    <a:pt x="785347" y="743696"/>
                    <a:pt x="709838" y="668185"/>
                  </a:cubicBezTo>
                  <a:cubicBezTo>
                    <a:pt x="603347" y="561696"/>
                    <a:pt x="405859" y="588802"/>
                    <a:pt x="405859" y="588802"/>
                  </a:cubicBezTo>
                  <a:cubicBezTo>
                    <a:pt x="405859" y="588802"/>
                    <a:pt x="380688" y="786293"/>
                    <a:pt x="485241" y="892782"/>
                  </a:cubicBezTo>
                  <a:cubicBezTo>
                    <a:pt x="553007" y="960548"/>
                    <a:pt x="661433" y="974100"/>
                    <a:pt x="727262" y="976036"/>
                  </a:cubicBezTo>
                  <a:cubicBezTo>
                    <a:pt x="736942" y="986686"/>
                    <a:pt x="745171" y="999755"/>
                    <a:pt x="752191" y="1013550"/>
                  </a:cubicBezTo>
                  <a:lnTo>
                    <a:pt x="766182" y="1046711"/>
                  </a:lnTo>
                  <a:lnTo>
                    <a:pt x="858906" y="1046711"/>
                  </a:lnTo>
                  <a:lnTo>
                    <a:pt x="859647" y="1040897"/>
                  </a:lnTo>
                  <a:cubicBezTo>
                    <a:pt x="863277" y="1025893"/>
                    <a:pt x="868603" y="1011856"/>
                    <a:pt x="876346" y="995398"/>
                  </a:cubicBezTo>
                  <a:cubicBezTo>
                    <a:pt x="895707" y="948930"/>
                    <a:pt x="928622" y="910207"/>
                    <a:pt x="967347" y="886974"/>
                  </a:cubicBezTo>
                  <a:cubicBezTo>
                    <a:pt x="1046730" y="888908"/>
                    <a:pt x="1190005" y="875355"/>
                    <a:pt x="1279069" y="786293"/>
                  </a:cubicBezTo>
                  <a:cubicBezTo>
                    <a:pt x="1406855" y="654632"/>
                    <a:pt x="1375877" y="414547"/>
                    <a:pt x="1375877" y="414547"/>
                  </a:cubicBezTo>
                  <a:cubicBezTo>
                    <a:pt x="1375877" y="414547"/>
                    <a:pt x="1352432" y="411522"/>
                    <a:pt x="1316294" y="411262"/>
                  </a:cubicBezTo>
                  <a:close/>
                  <a:moveTo>
                    <a:pt x="813653" y="0"/>
                  </a:moveTo>
                  <a:cubicBezTo>
                    <a:pt x="364285" y="0"/>
                    <a:pt x="0" y="364286"/>
                    <a:pt x="0" y="813656"/>
                  </a:cubicBezTo>
                  <a:cubicBezTo>
                    <a:pt x="0" y="932141"/>
                    <a:pt x="25326" y="1044713"/>
                    <a:pt x="70861" y="1146250"/>
                  </a:cubicBezTo>
                  <a:lnTo>
                    <a:pt x="83311" y="1171648"/>
                  </a:lnTo>
                  <a:lnTo>
                    <a:pt x="91387" y="1154249"/>
                  </a:lnTo>
                  <a:cubicBezTo>
                    <a:pt x="99845" y="1138154"/>
                    <a:pt x="109996" y="1122715"/>
                    <a:pt x="121837" y="1108195"/>
                  </a:cubicBezTo>
                  <a:lnTo>
                    <a:pt x="132134" y="1096805"/>
                  </a:lnTo>
                  <a:lnTo>
                    <a:pt x="130000" y="1092089"/>
                  </a:lnTo>
                  <a:cubicBezTo>
                    <a:pt x="94972" y="1006171"/>
                    <a:pt x="75669" y="912167"/>
                    <a:pt x="75669" y="813656"/>
                  </a:cubicBezTo>
                  <a:cubicBezTo>
                    <a:pt x="75669" y="406078"/>
                    <a:pt x="406077" y="75669"/>
                    <a:pt x="813653" y="75669"/>
                  </a:cubicBezTo>
                  <a:cubicBezTo>
                    <a:pt x="1221231" y="75669"/>
                    <a:pt x="1551637" y="406078"/>
                    <a:pt x="1551637" y="813656"/>
                  </a:cubicBezTo>
                  <a:cubicBezTo>
                    <a:pt x="1551637" y="1076352"/>
                    <a:pt x="1414380" y="1306991"/>
                    <a:pt x="1207669" y="1437766"/>
                  </a:cubicBezTo>
                  <a:lnTo>
                    <a:pt x="1184920" y="1451123"/>
                  </a:lnTo>
                  <a:lnTo>
                    <a:pt x="1170877" y="1456263"/>
                  </a:lnTo>
                  <a:cubicBezTo>
                    <a:pt x="1147583" y="1463509"/>
                    <a:pt x="1122815" y="1467411"/>
                    <a:pt x="1097135" y="1467411"/>
                  </a:cubicBezTo>
                  <a:cubicBezTo>
                    <a:pt x="1000838" y="1467411"/>
                    <a:pt x="917359" y="1412521"/>
                    <a:pt x="876281" y="1332323"/>
                  </a:cubicBezTo>
                  <a:lnTo>
                    <a:pt x="862128" y="1284388"/>
                  </a:lnTo>
                  <a:lnTo>
                    <a:pt x="787830" y="1284388"/>
                  </a:lnTo>
                  <a:lnTo>
                    <a:pt x="811728" y="1365320"/>
                  </a:lnTo>
                  <a:cubicBezTo>
                    <a:pt x="864812" y="1468962"/>
                    <a:pt x="972689" y="1539894"/>
                    <a:pt x="1097135" y="1539894"/>
                  </a:cubicBezTo>
                  <a:cubicBezTo>
                    <a:pt x="1152443" y="1539894"/>
                    <a:pt x="1204480" y="1525883"/>
                    <a:pt x="1249887" y="1501215"/>
                  </a:cubicBezTo>
                  <a:lnTo>
                    <a:pt x="1269137" y="1489522"/>
                  </a:lnTo>
                  <a:lnTo>
                    <a:pt x="1266650" y="1489522"/>
                  </a:lnTo>
                  <a:lnTo>
                    <a:pt x="1268575" y="1488352"/>
                  </a:lnTo>
                  <a:cubicBezTo>
                    <a:pt x="1485009" y="1342131"/>
                    <a:pt x="1627308" y="1094511"/>
                    <a:pt x="1627308" y="813656"/>
                  </a:cubicBezTo>
                  <a:cubicBezTo>
                    <a:pt x="1627308" y="364286"/>
                    <a:pt x="1263023" y="0"/>
                    <a:pt x="813653" y="0"/>
                  </a:cubicBezTo>
                  <a:close/>
                </a:path>
              </a:pathLst>
            </a:custGeom>
            <a:solidFill>
              <a:schemeClr val="accent2"/>
            </a:solidFill>
            <a:ln w="49017" cap="flat">
              <a:noFill/>
              <a:prstDash val="solid"/>
              <a:miter/>
            </a:ln>
          </p:spPr>
          <p:txBody>
            <a:bodyPr wrap="square" rtlCol="0" anchor="ctr">
              <a:noAutofit/>
            </a:bodyPr>
            <a:lstStyle/>
            <a:p>
              <a:endParaRPr lang="en-US" dirty="0"/>
            </a:p>
          </p:txBody>
        </p:sp>
        <p:sp>
          <p:nvSpPr>
            <p:cNvPr id="2117" name="Freeform: Shape 2116">
              <a:extLst>
                <a:ext uri="{FF2B5EF4-FFF2-40B4-BE49-F238E27FC236}">
                  <a16:creationId xmlns:a16="http://schemas.microsoft.com/office/drawing/2014/main" id="{83556085-F8B6-E7AA-222C-EACAD92B9AE6}"/>
                </a:ext>
                <a:ext uri="{C183D7F6-B498-43B3-948B-1728B52AA6E4}">
                  <adec:decorative xmlns:adec="http://schemas.microsoft.com/office/drawing/2017/decorative" val="1"/>
                </a:ext>
              </a:extLst>
            </p:cNvPr>
            <p:cNvSpPr/>
            <p:nvPr/>
          </p:nvSpPr>
          <p:spPr>
            <a:xfrm>
              <a:off x="1241696" y="4618699"/>
              <a:ext cx="238399" cy="181572"/>
            </a:xfrm>
            <a:custGeom>
              <a:avLst/>
              <a:gdLst>
                <a:gd name="connsiteX0" fmla="*/ 587809 w 890565"/>
                <a:gd name="connsiteY0" fmla="*/ 82077 h 678283"/>
                <a:gd name="connsiteX1" fmla="*/ 431765 w 890565"/>
                <a:gd name="connsiteY1" fmla="*/ 146713 h 678283"/>
                <a:gd name="connsiteX2" fmla="*/ 386323 w 890565"/>
                <a:gd name="connsiteY2" fmla="*/ 192155 h 678283"/>
                <a:gd name="connsiteX3" fmla="*/ 698411 w 890565"/>
                <a:gd name="connsiteY3" fmla="*/ 504243 h 678283"/>
                <a:gd name="connsiteX4" fmla="*/ 743853 w 890565"/>
                <a:gd name="connsiteY4" fmla="*/ 458801 h 678283"/>
                <a:gd name="connsiteX5" fmla="*/ 743853 w 890565"/>
                <a:gd name="connsiteY5" fmla="*/ 146713 h 678283"/>
                <a:gd name="connsiteX6" fmla="*/ 587809 w 890565"/>
                <a:gd name="connsiteY6" fmla="*/ 82077 h 678283"/>
                <a:gd name="connsiteX7" fmla="*/ 0 w 890565"/>
                <a:gd name="connsiteY7" fmla="*/ 74889 h 678283"/>
                <a:gd name="connsiteX8" fmla="*/ 122049 w 890565"/>
                <a:gd name="connsiteY8" fmla="*/ 74889 h 678283"/>
                <a:gd name="connsiteX9" fmla="*/ 122049 w 890565"/>
                <a:gd name="connsiteY9" fmla="*/ 196938 h 678283"/>
                <a:gd name="connsiteX10" fmla="*/ 0 w 890565"/>
                <a:gd name="connsiteY10" fmla="*/ 196938 h 678283"/>
                <a:gd name="connsiteX11" fmla="*/ 585534 w 890565"/>
                <a:gd name="connsiteY11" fmla="*/ 0 h 678283"/>
                <a:gd name="connsiteX12" fmla="*/ 801224 w 890565"/>
                <a:gd name="connsiteY12" fmla="*/ 89342 h 678283"/>
                <a:gd name="connsiteX13" fmla="*/ 801225 w 890565"/>
                <a:gd name="connsiteY13" fmla="*/ 520720 h 678283"/>
                <a:gd name="connsiteX14" fmla="*/ 758056 w 890565"/>
                <a:gd name="connsiteY14" fmla="*/ 563889 h 678283"/>
                <a:gd name="connsiteX15" fmla="*/ 758188 w 890565"/>
                <a:gd name="connsiteY15" fmla="*/ 564020 h 678283"/>
                <a:gd name="connsiteX16" fmla="*/ 699993 w 890565"/>
                <a:gd name="connsiteY16" fmla="*/ 622215 h 678283"/>
                <a:gd name="connsiteX17" fmla="*/ 699862 w 890565"/>
                <a:gd name="connsiteY17" fmla="*/ 622083 h 678283"/>
                <a:gd name="connsiteX18" fmla="*/ 640216 w 890565"/>
                <a:gd name="connsiteY18" fmla="*/ 562438 h 678283"/>
                <a:gd name="connsiteX19" fmla="*/ 613547 w 890565"/>
                <a:gd name="connsiteY19" fmla="*/ 535768 h 678283"/>
                <a:gd name="connsiteX20" fmla="*/ 471032 w 890565"/>
                <a:gd name="connsiteY20" fmla="*/ 678283 h 678283"/>
                <a:gd name="connsiteX21" fmla="*/ 413497 w 890565"/>
                <a:gd name="connsiteY21" fmla="*/ 620748 h 678283"/>
                <a:gd name="connsiteX22" fmla="*/ 556012 w 890565"/>
                <a:gd name="connsiteY22" fmla="*/ 478233 h 678283"/>
                <a:gd name="connsiteX23" fmla="*/ 414276 w 890565"/>
                <a:gd name="connsiteY23" fmla="*/ 336497 h 678283"/>
                <a:gd name="connsiteX24" fmla="*/ 271760 w 890565"/>
                <a:gd name="connsiteY24" fmla="*/ 479013 h 678283"/>
                <a:gd name="connsiteX25" fmla="*/ 214225 w 890565"/>
                <a:gd name="connsiteY25" fmla="*/ 421478 h 678283"/>
                <a:gd name="connsiteX26" fmla="*/ 356741 w 890565"/>
                <a:gd name="connsiteY26" fmla="*/ 278962 h 678283"/>
                <a:gd name="connsiteX27" fmla="*/ 328128 w 890565"/>
                <a:gd name="connsiteY27" fmla="*/ 250350 h 678283"/>
                <a:gd name="connsiteX28" fmla="*/ 268482 w 890565"/>
                <a:gd name="connsiteY28" fmla="*/ 190704 h 678283"/>
                <a:gd name="connsiteX29" fmla="*/ 326677 w 890565"/>
                <a:gd name="connsiteY29" fmla="*/ 132509 h 678283"/>
                <a:gd name="connsiteX30" fmla="*/ 369845 w 890565"/>
                <a:gd name="connsiteY30" fmla="*/ 89341 h 678283"/>
                <a:gd name="connsiteX31" fmla="*/ 585534 w 890565"/>
                <a:gd name="connsiteY31" fmla="*/ 0 h 67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0565" h="678283">
                  <a:moveTo>
                    <a:pt x="587809" y="82077"/>
                  </a:moveTo>
                  <a:cubicBezTo>
                    <a:pt x="531332" y="82077"/>
                    <a:pt x="474856" y="103622"/>
                    <a:pt x="431765" y="146713"/>
                  </a:cubicBezTo>
                  <a:lnTo>
                    <a:pt x="386323" y="192155"/>
                  </a:lnTo>
                  <a:lnTo>
                    <a:pt x="698411" y="504243"/>
                  </a:lnTo>
                  <a:lnTo>
                    <a:pt x="743853" y="458801"/>
                  </a:lnTo>
                  <a:cubicBezTo>
                    <a:pt x="830034" y="372620"/>
                    <a:pt x="830033" y="232894"/>
                    <a:pt x="743853" y="146713"/>
                  </a:cubicBezTo>
                  <a:cubicBezTo>
                    <a:pt x="700762" y="103623"/>
                    <a:pt x="644285" y="82078"/>
                    <a:pt x="587809" y="82077"/>
                  </a:cubicBezTo>
                  <a:close/>
                  <a:moveTo>
                    <a:pt x="0" y="74889"/>
                  </a:moveTo>
                  <a:lnTo>
                    <a:pt x="122049" y="74889"/>
                  </a:lnTo>
                  <a:lnTo>
                    <a:pt x="122049" y="196938"/>
                  </a:lnTo>
                  <a:lnTo>
                    <a:pt x="0" y="196938"/>
                  </a:lnTo>
                  <a:close/>
                  <a:moveTo>
                    <a:pt x="585534" y="0"/>
                  </a:moveTo>
                  <a:cubicBezTo>
                    <a:pt x="663599" y="0"/>
                    <a:pt x="741663" y="29781"/>
                    <a:pt x="801224" y="89342"/>
                  </a:cubicBezTo>
                  <a:cubicBezTo>
                    <a:pt x="920346" y="208464"/>
                    <a:pt x="920346" y="401599"/>
                    <a:pt x="801225" y="520720"/>
                  </a:cubicBezTo>
                  <a:lnTo>
                    <a:pt x="758056" y="563889"/>
                  </a:lnTo>
                  <a:lnTo>
                    <a:pt x="758188" y="564020"/>
                  </a:lnTo>
                  <a:lnTo>
                    <a:pt x="699993" y="622215"/>
                  </a:lnTo>
                  <a:lnTo>
                    <a:pt x="699862" y="622083"/>
                  </a:lnTo>
                  <a:lnTo>
                    <a:pt x="640216" y="562438"/>
                  </a:lnTo>
                  <a:lnTo>
                    <a:pt x="613547" y="535768"/>
                  </a:lnTo>
                  <a:lnTo>
                    <a:pt x="471032" y="678283"/>
                  </a:lnTo>
                  <a:lnTo>
                    <a:pt x="413497" y="620748"/>
                  </a:lnTo>
                  <a:lnTo>
                    <a:pt x="556012" y="478233"/>
                  </a:lnTo>
                  <a:lnTo>
                    <a:pt x="414276" y="336497"/>
                  </a:lnTo>
                  <a:lnTo>
                    <a:pt x="271760" y="479013"/>
                  </a:lnTo>
                  <a:lnTo>
                    <a:pt x="214225" y="421478"/>
                  </a:lnTo>
                  <a:lnTo>
                    <a:pt x="356741" y="278962"/>
                  </a:lnTo>
                  <a:lnTo>
                    <a:pt x="328128" y="250350"/>
                  </a:lnTo>
                  <a:lnTo>
                    <a:pt x="268482" y="190704"/>
                  </a:lnTo>
                  <a:lnTo>
                    <a:pt x="326677" y="132509"/>
                  </a:lnTo>
                  <a:lnTo>
                    <a:pt x="369845" y="89341"/>
                  </a:lnTo>
                  <a:cubicBezTo>
                    <a:pt x="429406" y="29780"/>
                    <a:pt x="507470" y="-1"/>
                    <a:pt x="58553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62" name="Group 161">
            <a:extLst>
              <a:ext uri="{FF2B5EF4-FFF2-40B4-BE49-F238E27FC236}">
                <a16:creationId xmlns:a16="http://schemas.microsoft.com/office/drawing/2014/main" id="{9BE88A5C-CE89-7E67-F8C6-8AB52717BEBA}"/>
              </a:ext>
              <a:ext uri="{C183D7F6-B498-43B3-948B-1728B52AA6E4}">
                <adec:decorative xmlns:adec="http://schemas.microsoft.com/office/drawing/2017/decorative" val="1"/>
              </a:ext>
            </a:extLst>
          </p:cNvPr>
          <p:cNvGrpSpPr>
            <a:grpSpLocks noChangeAspect="1"/>
          </p:cNvGrpSpPr>
          <p:nvPr/>
        </p:nvGrpSpPr>
        <p:grpSpPr>
          <a:xfrm>
            <a:off x="1546975" y="4343071"/>
            <a:ext cx="442527" cy="457200"/>
            <a:chOff x="1546975" y="4343071"/>
            <a:chExt cx="442527" cy="457200"/>
          </a:xfrm>
          <a:solidFill>
            <a:srgbClr val="FF0000"/>
          </a:solidFill>
        </p:grpSpPr>
        <p:sp>
          <p:nvSpPr>
            <p:cNvPr id="2119" name="Freeform: Shape 2118">
              <a:extLst>
                <a:ext uri="{FF2B5EF4-FFF2-40B4-BE49-F238E27FC236}">
                  <a16:creationId xmlns:a16="http://schemas.microsoft.com/office/drawing/2014/main" id="{09670F12-1ED6-C070-F6AD-5AF6B6FBF0CA}"/>
                </a:ext>
                <a:ext uri="{C183D7F6-B498-43B3-948B-1728B52AA6E4}">
                  <adec:decorative xmlns:adec="http://schemas.microsoft.com/office/drawing/2017/decorative" val="1"/>
                </a:ext>
              </a:extLst>
            </p:cNvPr>
            <p:cNvSpPr/>
            <p:nvPr/>
          </p:nvSpPr>
          <p:spPr>
            <a:xfrm>
              <a:off x="1546975" y="4343071"/>
              <a:ext cx="442527" cy="237130"/>
            </a:xfrm>
            <a:custGeom>
              <a:avLst/>
              <a:gdLst>
                <a:gd name="connsiteX0" fmla="*/ 840065 w 1497430"/>
                <a:gd name="connsiteY0" fmla="*/ 408836 h 802405"/>
                <a:gd name="connsiteX1" fmla="*/ 840065 w 1497430"/>
                <a:gd name="connsiteY1" fmla="*/ 628833 h 802405"/>
                <a:gd name="connsiteX2" fmla="*/ 1008535 w 1497430"/>
                <a:gd name="connsiteY2" fmla="*/ 628833 h 802405"/>
                <a:gd name="connsiteX3" fmla="*/ 1061297 w 1497430"/>
                <a:gd name="connsiteY3" fmla="*/ 628833 h 802405"/>
                <a:gd name="connsiteX4" fmla="*/ 1061297 w 1497430"/>
                <a:gd name="connsiteY4" fmla="*/ 408836 h 802405"/>
                <a:gd name="connsiteX5" fmla="*/ 840065 w 1497430"/>
                <a:gd name="connsiteY5" fmla="*/ 408836 h 802405"/>
                <a:gd name="connsiteX6" fmla="*/ 1032745 w 1497430"/>
                <a:gd name="connsiteY6" fmla="*/ 325566 h 802405"/>
                <a:gd name="connsiteX7" fmla="*/ 1074235 w 1497430"/>
                <a:gd name="connsiteY7" fmla="*/ 325566 h 802405"/>
                <a:gd name="connsiteX8" fmla="*/ 1074235 w 1497430"/>
                <a:gd name="connsiteY8" fmla="*/ 364376 h 802405"/>
                <a:gd name="connsiteX9" fmla="*/ 1103070 w 1497430"/>
                <a:gd name="connsiteY9" fmla="*/ 364376 h 802405"/>
                <a:gd name="connsiteX10" fmla="*/ 1103070 w 1497430"/>
                <a:gd name="connsiteY10" fmla="*/ 393533 h 802405"/>
                <a:gd name="connsiteX11" fmla="*/ 1144532 w 1497430"/>
                <a:gd name="connsiteY11" fmla="*/ 393533 h 802405"/>
                <a:gd name="connsiteX12" fmla="*/ 1144532 w 1497430"/>
                <a:gd name="connsiteY12" fmla="*/ 437149 h 802405"/>
                <a:gd name="connsiteX13" fmla="*/ 1103840 w 1497430"/>
                <a:gd name="connsiteY13" fmla="*/ 437149 h 802405"/>
                <a:gd name="connsiteX14" fmla="*/ 1103840 w 1497430"/>
                <a:gd name="connsiteY14" fmla="*/ 462051 h 802405"/>
                <a:gd name="connsiteX15" fmla="*/ 1144439 w 1497430"/>
                <a:gd name="connsiteY15" fmla="*/ 462051 h 802405"/>
                <a:gd name="connsiteX16" fmla="*/ 1144439 w 1497430"/>
                <a:gd name="connsiteY16" fmla="*/ 505666 h 802405"/>
                <a:gd name="connsiteX17" fmla="*/ 1103471 w 1497430"/>
                <a:gd name="connsiteY17" fmla="*/ 505666 h 802405"/>
                <a:gd name="connsiteX18" fmla="*/ 1103612 w 1497430"/>
                <a:gd name="connsiteY18" fmla="*/ 527872 h 802405"/>
                <a:gd name="connsiteX19" fmla="*/ 1107485 w 1497430"/>
                <a:gd name="connsiteY19" fmla="*/ 531192 h 802405"/>
                <a:gd name="connsiteX20" fmla="*/ 1144639 w 1497430"/>
                <a:gd name="connsiteY20" fmla="*/ 531202 h 802405"/>
                <a:gd name="connsiteX21" fmla="*/ 1144639 w 1497430"/>
                <a:gd name="connsiteY21" fmla="*/ 574131 h 802405"/>
                <a:gd name="connsiteX22" fmla="*/ 1104053 w 1497430"/>
                <a:gd name="connsiteY22" fmla="*/ 574131 h 802405"/>
                <a:gd name="connsiteX23" fmla="*/ 1104053 w 1497430"/>
                <a:gd name="connsiteY23" fmla="*/ 599669 h 802405"/>
                <a:gd name="connsiteX24" fmla="*/ 1144546 w 1497430"/>
                <a:gd name="connsiteY24" fmla="*/ 599669 h 802405"/>
                <a:gd name="connsiteX25" fmla="*/ 1144546 w 1497430"/>
                <a:gd name="connsiteY25" fmla="*/ 642966 h 802405"/>
                <a:gd name="connsiteX26" fmla="*/ 1103990 w 1497430"/>
                <a:gd name="connsiteY26" fmla="*/ 642966 h 802405"/>
                <a:gd name="connsiteX27" fmla="*/ 1103990 w 1497430"/>
                <a:gd name="connsiteY27" fmla="*/ 671801 h 802405"/>
                <a:gd name="connsiteX28" fmla="*/ 1074833 w 1497430"/>
                <a:gd name="connsiteY28" fmla="*/ 671801 h 802405"/>
                <a:gd name="connsiteX29" fmla="*/ 1074833 w 1497430"/>
                <a:gd name="connsiteY29" fmla="*/ 711476 h 802405"/>
                <a:gd name="connsiteX30" fmla="*/ 1033025 w 1497430"/>
                <a:gd name="connsiteY30" fmla="*/ 711476 h 802405"/>
                <a:gd name="connsiteX31" fmla="*/ 1033025 w 1497430"/>
                <a:gd name="connsiteY31" fmla="*/ 672633 h 802405"/>
                <a:gd name="connsiteX32" fmla="*/ 1006315 w 1497430"/>
                <a:gd name="connsiteY32" fmla="*/ 672633 h 802405"/>
                <a:gd name="connsiteX33" fmla="*/ 1006315 w 1497430"/>
                <a:gd name="connsiteY33" fmla="*/ 711383 h 802405"/>
                <a:gd name="connsiteX34" fmla="*/ 964507 w 1497430"/>
                <a:gd name="connsiteY34" fmla="*/ 711383 h 802405"/>
                <a:gd name="connsiteX35" fmla="*/ 964507 w 1497430"/>
                <a:gd name="connsiteY35" fmla="*/ 672726 h 802405"/>
                <a:gd name="connsiteX36" fmla="*/ 937161 w 1497430"/>
                <a:gd name="connsiteY36" fmla="*/ 672726 h 802405"/>
                <a:gd name="connsiteX37" fmla="*/ 937161 w 1497430"/>
                <a:gd name="connsiteY37" fmla="*/ 711610 h 802405"/>
                <a:gd name="connsiteX38" fmla="*/ 895990 w 1497430"/>
                <a:gd name="connsiteY38" fmla="*/ 711610 h 802405"/>
                <a:gd name="connsiteX39" fmla="*/ 895990 w 1497430"/>
                <a:gd name="connsiteY39" fmla="*/ 672819 h 802405"/>
                <a:gd name="connsiteX40" fmla="*/ 868643 w 1497430"/>
                <a:gd name="connsiteY40" fmla="*/ 672819 h 802405"/>
                <a:gd name="connsiteX41" fmla="*/ 868643 w 1497430"/>
                <a:gd name="connsiteY41" fmla="*/ 711518 h 802405"/>
                <a:gd name="connsiteX42" fmla="*/ 827154 w 1497430"/>
                <a:gd name="connsiteY42" fmla="*/ 711518 h 802405"/>
                <a:gd name="connsiteX43" fmla="*/ 827154 w 1497430"/>
                <a:gd name="connsiteY43" fmla="*/ 672747 h 802405"/>
                <a:gd name="connsiteX44" fmla="*/ 796511 w 1497430"/>
                <a:gd name="connsiteY44" fmla="*/ 672747 h 802405"/>
                <a:gd name="connsiteX45" fmla="*/ 796511 w 1497430"/>
                <a:gd name="connsiteY45" fmla="*/ 641783 h 802405"/>
                <a:gd name="connsiteX46" fmla="*/ 756844 w 1497430"/>
                <a:gd name="connsiteY46" fmla="*/ 641783 h 802405"/>
                <a:gd name="connsiteX47" fmla="*/ 756844 w 1497430"/>
                <a:gd name="connsiteY47" fmla="*/ 598167 h 802405"/>
                <a:gd name="connsiteX48" fmla="*/ 795701 w 1497430"/>
                <a:gd name="connsiteY48" fmla="*/ 598167 h 802405"/>
                <a:gd name="connsiteX49" fmla="*/ 795701 w 1497430"/>
                <a:gd name="connsiteY49" fmla="*/ 573264 h 802405"/>
                <a:gd name="connsiteX50" fmla="*/ 756936 w 1497430"/>
                <a:gd name="connsiteY50" fmla="*/ 573264 h 802405"/>
                <a:gd name="connsiteX51" fmla="*/ 756936 w 1497430"/>
                <a:gd name="connsiteY51" fmla="*/ 529650 h 802405"/>
                <a:gd name="connsiteX52" fmla="*/ 795607 w 1497430"/>
                <a:gd name="connsiteY52" fmla="*/ 529650 h 802405"/>
                <a:gd name="connsiteX53" fmla="*/ 795607 w 1497430"/>
                <a:gd name="connsiteY53" fmla="*/ 502620 h 802405"/>
                <a:gd name="connsiteX54" fmla="*/ 757030 w 1497430"/>
                <a:gd name="connsiteY54" fmla="*/ 502620 h 802405"/>
                <a:gd name="connsiteX55" fmla="*/ 757030 w 1497430"/>
                <a:gd name="connsiteY55" fmla="*/ 461132 h 802405"/>
                <a:gd name="connsiteX56" fmla="*/ 795514 w 1497430"/>
                <a:gd name="connsiteY56" fmla="*/ 461132 h 802405"/>
                <a:gd name="connsiteX57" fmla="*/ 795514 w 1497430"/>
                <a:gd name="connsiteY57" fmla="*/ 433785 h 802405"/>
                <a:gd name="connsiteX58" fmla="*/ 756802 w 1497430"/>
                <a:gd name="connsiteY58" fmla="*/ 433785 h 802405"/>
                <a:gd name="connsiteX59" fmla="*/ 756802 w 1497430"/>
                <a:gd name="connsiteY59" fmla="*/ 392295 h 802405"/>
                <a:gd name="connsiteX60" fmla="*/ 795590 w 1497430"/>
                <a:gd name="connsiteY60" fmla="*/ 392295 h 802405"/>
                <a:gd name="connsiteX61" fmla="*/ 795590 w 1497430"/>
                <a:gd name="connsiteY61" fmla="*/ 365269 h 802405"/>
                <a:gd name="connsiteX62" fmla="*/ 826555 w 1497430"/>
                <a:gd name="connsiteY62" fmla="*/ 365269 h 802405"/>
                <a:gd name="connsiteX63" fmla="*/ 826555 w 1497430"/>
                <a:gd name="connsiteY63" fmla="*/ 325608 h 802405"/>
                <a:gd name="connsiteX64" fmla="*/ 868364 w 1497430"/>
                <a:gd name="connsiteY64" fmla="*/ 325608 h 802405"/>
                <a:gd name="connsiteX65" fmla="*/ 868364 w 1497430"/>
                <a:gd name="connsiteY65" fmla="*/ 364478 h 802405"/>
                <a:gd name="connsiteX66" fmla="*/ 895073 w 1497430"/>
                <a:gd name="connsiteY66" fmla="*/ 364478 h 802405"/>
                <a:gd name="connsiteX67" fmla="*/ 895073 w 1497430"/>
                <a:gd name="connsiteY67" fmla="*/ 325701 h 802405"/>
                <a:gd name="connsiteX68" fmla="*/ 936882 w 1497430"/>
                <a:gd name="connsiteY68" fmla="*/ 325701 h 802405"/>
                <a:gd name="connsiteX69" fmla="*/ 936882 w 1497430"/>
                <a:gd name="connsiteY69" fmla="*/ 364385 h 802405"/>
                <a:gd name="connsiteX70" fmla="*/ 963909 w 1497430"/>
                <a:gd name="connsiteY70" fmla="*/ 364385 h 802405"/>
                <a:gd name="connsiteX71" fmla="*/ 963909 w 1497430"/>
                <a:gd name="connsiteY71" fmla="*/ 325793 h 802405"/>
                <a:gd name="connsiteX72" fmla="*/ 1005399 w 1497430"/>
                <a:gd name="connsiteY72" fmla="*/ 325793 h 802405"/>
                <a:gd name="connsiteX73" fmla="*/ 1005399 w 1497430"/>
                <a:gd name="connsiteY73" fmla="*/ 364292 h 802405"/>
                <a:gd name="connsiteX74" fmla="*/ 1032745 w 1497430"/>
                <a:gd name="connsiteY74" fmla="*/ 364292 h 802405"/>
                <a:gd name="connsiteX75" fmla="*/ 1032745 w 1497430"/>
                <a:gd name="connsiteY75" fmla="*/ 325566 h 802405"/>
                <a:gd name="connsiteX76" fmla="*/ 210960 w 1497430"/>
                <a:gd name="connsiteY76" fmla="*/ 182493 h 802405"/>
                <a:gd name="connsiteX77" fmla="*/ 178399 w 1497430"/>
                <a:gd name="connsiteY77" fmla="*/ 193961 h 802405"/>
                <a:gd name="connsiteX78" fmla="*/ 121588 w 1497430"/>
                <a:gd name="connsiteY78" fmla="*/ 259770 h 802405"/>
                <a:gd name="connsiteX79" fmla="*/ 98193 w 1497430"/>
                <a:gd name="connsiteY79" fmla="*/ 331214 h 802405"/>
                <a:gd name="connsiteX80" fmla="*/ 83847 w 1497430"/>
                <a:gd name="connsiteY80" fmla="*/ 448050 h 802405"/>
                <a:gd name="connsiteX81" fmla="*/ 83775 w 1497430"/>
                <a:gd name="connsiteY81" fmla="*/ 504982 h 802405"/>
                <a:gd name="connsiteX82" fmla="*/ 87050 w 1497430"/>
                <a:gd name="connsiteY82" fmla="*/ 537595 h 802405"/>
                <a:gd name="connsiteX83" fmla="*/ 103499 w 1497430"/>
                <a:gd name="connsiteY83" fmla="*/ 517493 h 802405"/>
                <a:gd name="connsiteX84" fmla="*/ 183239 w 1497430"/>
                <a:gd name="connsiteY84" fmla="*/ 458959 h 802405"/>
                <a:gd name="connsiteX85" fmla="*/ 252866 w 1497430"/>
                <a:gd name="connsiteY85" fmla="*/ 435192 h 802405"/>
                <a:gd name="connsiteX86" fmla="*/ 315844 w 1497430"/>
                <a:gd name="connsiteY86" fmla="*/ 392011 h 802405"/>
                <a:gd name="connsiteX87" fmla="*/ 349351 w 1497430"/>
                <a:gd name="connsiteY87" fmla="*/ 291805 h 802405"/>
                <a:gd name="connsiteX88" fmla="*/ 347435 w 1497430"/>
                <a:gd name="connsiteY88" fmla="*/ 251598 h 802405"/>
                <a:gd name="connsiteX89" fmla="*/ 338764 w 1497430"/>
                <a:gd name="connsiteY89" fmla="*/ 219309 h 802405"/>
                <a:gd name="connsiteX90" fmla="*/ 330632 w 1497430"/>
                <a:gd name="connsiteY90" fmla="*/ 222430 h 802405"/>
                <a:gd name="connsiteX91" fmla="*/ 268676 w 1497430"/>
                <a:gd name="connsiteY91" fmla="*/ 267738 h 802405"/>
                <a:gd name="connsiteX92" fmla="*/ 225787 w 1497430"/>
                <a:gd name="connsiteY92" fmla="*/ 287791 h 802405"/>
                <a:gd name="connsiteX93" fmla="*/ 188036 w 1497430"/>
                <a:gd name="connsiteY93" fmla="*/ 225386 h 802405"/>
                <a:gd name="connsiteX94" fmla="*/ 211658 w 1497430"/>
                <a:gd name="connsiteY94" fmla="*/ 184684 h 802405"/>
                <a:gd name="connsiteX95" fmla="*/ 210960 w 1497430"/>
                <a:gd name="connsiteY95" fmla="*/ 182493 h 802405"/>
                <a:gd name="connsiteX96" fmla="*/ 760175 w 1497430"/>
                <a:gd name="connsiteY96" fmla="*/ 75 h 802405"/>
                <a:gd name="connsiteX97" fmla="*/ 838107 w 1497430"/>
                <a:gd name="connsiteY97" fmla="*/ 6852 h 802405"/>
                <a:gd name="connsiteX98" fmla="*/ 970896 w 1497430"/>
                <a:gd name="connsiteY98" fmla="*/ 36630 h 802405"/>
                <a:gd name="connsiteX99" fmla="*/ 1090127 w 1497430"/>
                <a:gd name="connsiteY99" fmla="*/ 88059 h 802405"/>
                <a:gd name="connsiteX100" fmla="*/ 1205263 w 1497430"/>
                <a:gd name="connsiteY100" fmla="*/ 164194 h 802405"/>
                <a:gd name="connsiteX101" fmla="*/ 1287011 w 1497430"/>
                <a:gd name="connsiteY101" fmla="*/ 239169 h 802405"/>
                <a:gd name="connsiteX102" fmla="*/ 1355521 w 1497430"/>
                <a:gd name="connsiteY102" fmla="*/ 321831 h 802405"/>
                <a:gd name="connsiteX103" fmla="*/ 1425997 w 1497430"/>
                <a:gd name="connsiteY103" fmla="*/ 442477 h 802405"/>
                <a:gd name="connsiteX104" fmla="*/ 1477577 w 1497430"/>
                <a:gd name="connsiteY104" fmla="*/ 595922 h 802405"/>
                <a:gd name="connsiteX105" fmla="*/ 1491780 w 1497430"/>
                <a:gd name="connsiteY105" fmla="*/ 687446 h 802405"/>
                <a:gd name="connsiteX106" fmla="*/ 1497430 w 1497430"/>
                <a:gd name="connsiteY106" fmla="*/ 802405 h 802405"/>
                <a:gd name="connsiteX107" fmla="*/ 1315207 w 1497430"/>
                <a:gd name="connsiteY107" fmla="*/ 801781 h 802405"/>
                <a:gd name="connsiteX108" fmla="*/ 1315207 w 1497430"/>
                <a:gd name="connsiteY108" fmla="*/ 719164 h 802405"/>
                <a:gd name="connsiteX109" fmla="*/ 1412302 w 1497430"/>
                <a:gd name="connsiteY109" fmla="*/ 719164 h 802405"/>
                <a:gd name="connsiteX110" fmla="*/ 1129472 w 1497430"/>
                <a:gd name="connsiteY110" fmla="*/ 209545 h 802405"/>
                <a:gd name="connsiteX111" fmla="*/ 404192 w 1497430"/>
                <a:gd name="connsiteY111" fmla="*/ 165787 h 802405"/>
                <a:gd name="connsiteX112" fmla="*/ 430059 w 1497430"/>
                <a:gd name="connsiteY112" fmla="*/ 239381 h 802405"/>
                <a:gd name="connsiteX113" fmla="*/ 430943 w 1497430"/>
                <a:gd name="connsiteY113" fmla="*/ 308977 h 802405"/>
                <a:gd name="connsiteX114" fmla="*/ 418358 w 1497430"/>
                <a:gd name="connsiteY114" fmla="*/ 375466 h 802405"/>
                <a:gd name="connsiteX115" fmla="*/ 358913 w 1497430"/>
                <a:gd name="connsiteY115" fmla="*/ 468267 h 802405"/>
                <a:gd name="connsiteX116" fmla="*/ 275580 w 1497430"/>
                <a:gd name="connsiteY116" fmla="*/ 516556 h 802405"/>
                <a:gd name="connsiteX117" fmla="*/ 207052 w 1497430"/>
                <a:gd name="connsiteY117" fmla="*/ 540553 h 802405"/>
                <a:gd name="connsiteX118" fmla="*/ 148796 w 1497430"/>
                <a:gd name="connsiteY118" fmla="*/ 598266 h 802405"/>
                <a:gd name="connsiteX119" fmla="*/ 119863 w 1497430"/>
                <a:gd name="connsiteY119" fmla="*/ 688101 h 802405"/>
                <a:gd name="connsiteX120" fmla="*/ 61015 w 1497430"/>
                <a:gd name="connsiteY120" fmla="*/ 722481 h 802405"/>
                <a:gd name="connsiteX121" fmla="*/ 26379 w 1497430"/>
                <a:gd name="connsiteY121" fmla="*/ 684351 h 802405"/>
                <a:gd name="connsiteX122" fmla="*/ 9746 w 1497430"/>
                <a:gd name="connsiteY122" fmla="*/ 610762 h 802405"/>
                <a:gd name="connsiteX123" fmla="*/ 1106 w 1497430"/>
                <a:gd name="connsiteY123" fmla="*/ 425717 h 802405"/>
                <a:gd name="connsiteX124" fmla="*/ 14713 w 1497430"/>
                <a:gd name="connsiteY124" fmla="*/ 319590 h 802405"/>
                <a:gd name="connsiteX125" fmla="*/ 53003 w 1497430"/>
                <a:gd name="connsiteY125" fmla="*/ 209710 h 802405"/>
                <a:gd name="connsiteX126" fmla="*/ 153730 w 1497430"/>
                <a:gd name="connsiteY126" fmla="*/ 113269 h 802405"/>
                <a:gd name="connsiteX127" fmla="*/ 256338 w 1497430"/>
                <a:gd name="connsiteY127" fmla="*/ 101062 h 802405"/>
                <a:gd name="connsiteX128" fmla="*/ 320816 w 1497430"/>
                <a:gd name="connsiteY128" fmla="*/ 114306 h 802405"/>
                <a:gd name="connsiteX129" fmla="*/ 336424 w 1497430"/>
                <a:gd name="connsiteY129" fmla="*/ 110900 h 802405"/>
                <a:gd name="connsiteX130" fmla="*/ 474027 w 1497430"/>
                <a:gd name="connsiteY130" fmla="*/ 45124 h 802405"/>
                <a:gd name="connsiteX131" fmla="*/ 587829 w 1497430"/>
                <a:gd name="connsiteY131" fmla="*/ 12931 h 802405"/>
                <a:gd name="connsiteX132" fmla="*/ 657951 w 1497430"/>
                <a:gd name="connsiteY132" fmla="*/ 3564 h 802405"/>
                <a:gd name="connsiteX133" fmla="*/ 760175 w 1497430"/>
                <a:gd name="connsiteY133" fmla="*/ 75 h 80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497430" h="802405">
                  <a:moveTo>
                    <a:pt x="840065" y="408836"/>
                  </a:moveTo>
                  <a:cubicBezTo>
                    <a:pt x="840065" y="482404"/>
                    <a:pt x="840065" y="555398"/>
                    <a:pt x="840065" y="628833"/>
                  </a:cubicBezTo>
                  <a:cubicBezTo>
                    <a:pt x="896000" y="628833"/>
                    <a:pt x="951363" y="628833"/>
                    <a:pt x="1008535" y="628833"/>
                  </a:cubicBezTo>
                  <a:cubicBezTo>
                    <a:pt x="1026173" y="628833"/>
                    <a:pt x="1043811" y="628833"/>
                    <a:pt x="1061297" y="628833"/>
                  </a:cubicBezTo>
                  <a:cubicBezTo>
                    <a:pt x="1061297" y="554693"/>
                    <a:pt x="1061297" y="481699"/>
                    <a:pt x="1061297" y="408836"/>
                  </a:cubicBezTo>
                  <a:cubicBezTo>
                    <a:pt x="987126" y="408836"/>
                    <a:pt x="913530" y="408836"/>
                    <a:pt x="840065" y="408836"/>
                  </a:cubicBezTo>
                  <a:close/>
                  <a:moveTo>
                    <a:pt x="1032745" y="325566"/>
                  </a:moveTo>
                  <a:cubicBezTo>
                    <a:pt x="1046962" y="325566"/>
                    <a:pt x="1060331" y="325566"/>
                    <a:pt x="1074235" y="325566"/>
                  </a:cubicBezTo>
                  <a:cubicBezTo>
                    <a:pt x="1074235" y="338407"/>
                    <a:pt x="1074235" y="350969"/>
                    <a:pt x="1074235" y="364376"/>
                  </a:cubicBezTo>
                  <a:cubicBezTo>
                    <a:pt x="1083891" y="364376"/>
                    <a:pt x="1093059" y="364376"/>
                    <a:pt x="1103070" y="364376"/>
                  </a:cubicBezTo>
                  <a:cubicBezTo>
                    <a:pt x="1103070" y="374361"/>
                    <a:pt x="1103070" y="383528"/>
                    <a:pt x="1103070" y="393533"/>
                  </a:cubicBezTo>
                  <a:cubicBezTo>
                    <a:pt x="1117271" y="393533"/>
                    <a:pt x="1130659" y="393533"/>
                    <a:pt x="1144532" y="393533"/>
                  </a:cubicBezTo>
                  <a:cubicBezTo>
                    <a:pt x="1144532" y="408349"/>
                    <a:pt x="1144532" y="422322"/>
                    <a:pt x="1144532" y="437149"/>
                  </a:cubicBezTo>
                  <a:cubicBezTo>
                    <a:pt x="1130980" y="437149"/>
                    <a:pt x="1117589" y="437149"/>
                    <a:pt x="1103840" y="437149"/>
                  </a:cubicBezTo>
                  <a:cubicBezTo>
                    <a:pt x="1103840" y="445722"/>
                    <a:pt x="1103840" y="453460"/>
                    <a:pt x="1103840" y="462051"/>
                  </a:cubicBezTo>
                  <a:cubicBezTo>
                    <a:pt x="1117072" y="462051"/>
                    <a:pt x="1130465" y="462051"/>
                    <a:pt x="1144439" y="462051"/>
                  </a:cubicBezTo>
                  <a:cubicBezTo>
                    <a:pt x="1144439" y="476856"/>
                    <a:pt x="1144439" y="490832"/>
                    <a:pt x="1144439" y="505666"/>
                  </a:cubicBezTo>
                  <a:cubicBezTo>
                    <a:pt x="1131166" y="505666"/>
                    <a:pt x="1117782" y="505666"/>
                    <a:pt x="1103471" y="505666"/>
                  </a:cubicBezTo>
                  <a:cubicBezTo>
                    <a:pt x="1103471" y="513614"/>
                    <a:pt x="1103333" y="520751"/>
                    <a:pt x="1103612" y="527872"/>
                  </a:cubicBezTo>
                  <a:cubicBezTo>
                    <a:pt x="1103657" y="529013"/>
                    <a:pt x="1105568" y="530081"/>
                    <a:pt x="1107485" y="531192"/>
                  </a:cubicBezTo>
                  <a:cubicBezTo>
                    <a:pt x="1120322" y="531202"/>
                    <a:pt x="1132291" y="531202"/>
                    <a:pt x="1144639" y="531202"/>
                  </a:cubicBezTo>
                  <a:cubicBezTo>
                    <a:pt x="1144639" y="545754"/>
                    <a:pt x="1144639" y="559515"/>
                    <a:pt x="1144639" y="574131"/>
                  </a:cubicBezTo>
                  <a:cubicBezTo>
                    <a:pt x="1131421" y="574131"/>
                    <a:pt x="1118031" y="574131"/>
                    <a:pt x="1104053" y="574131"/>
                  </a:cubicBezTo>
                  <a:cubicBezTo>
                    <a:pt x="1104053" y="582915"/>
                    <a:pt x="1104053" y="590862"/>
                    <a:pt x="1104053" y="599669"/>
                  </a:cubicBezTo>
                  <a:cubicBezTo>
                    <a:pt x="1117305" y="599669"/>
                    <a:pt x="1130690" y="599669"/>
                    <a:pt x="1144546" y="599669"/>
                  </a:cubicBezTo>
                  <a:cubicBezTo>
                    <a:pt x="1144546" y="614486"/>
                    <a:pt x="1144546" y="628458"/>
                    <a:pt x="1144546" y="642966"/>
                  </a:cubicBezTo>
                  <a:cubicBezTo>
                    <a:pt x="1131163" y="642966"/>
                    <a:pt x="1118001" y="642966"/>
                    <a:pt x="1103990" y="642966"/>
                  </a:cubicBezTo>
                  <a:cubicBezTo>
                    <a:pt x="1103990" y="652622"/>
                    <a:pt x="1103990" y="661787"/>
                    <a:pt x="1103990" y="671801"/>
                  </a:cubicBezTo>
                  <a:cubicBezTo>
                    <a:pt x="1094007" y="671801"/>
                    <a:pt x="1084842" y="671801"/>
                    <a:pt x="1074833" y="671801"/>
                  </a:cubicBezTo>
                  <a:cubicBezTo>
                    <a:pt x="1074833" y="685395"/>
                    <a:pt x="1074833" y="698183"/>
                    <a:pt x="1074833" y="711476"/>
                  </a:cubicBezTo>
                  <a:cubicBezTo>
                    <a:pt x="1060621" y="711476"/>
                    <a:pt x="1047251" y="711476"/>
                    <a:pt x="1033025" y="711476"/>
                  </a:cubicBezTo>
                  <a:cubicBezTo>
                    <a:pt x="1033025" y="698590"/>
                    <a:pt x="1033025" y="685802"/>
                    <a:pt x="1033025" y="672633"/>
                  </a:cubicBezTo>
                  <a:cubicBezTo>
                    <a:pt x="1023850" y="672633"/>
                    <a:pt x="1015510" y="672633"/>
                    <a:pt x="1006315" y="672633"/>
                  </a:cubicBezTo>
                  <a:cubicBezTo>
                    <a:pt x="1006315" y="685202"/>
                    <a:pt x="1006315" y="697990"/>
                    <a:pt x="1006315" y="711383"/>
                  </a:cubicBezTo>
                  <a:cubicBezTo>
                    <a:pt x="992114" y="711383"/>
                    <a:pt x="978740" y="711383"/>
                    <a:pt x="964507" y="711383"/>
                  </a:cubicBezTo>
                  <a:cubicBezTo>
                    <a:pt x="964507" y="698780"/>
                    <a:pt x="964507" y="685995"/>
                    <a:pt x="964507" y="672726"/>
                  </a:cubicBezTo>
                  <a:cubicBezTo>
                    <a:pt x="955116" y="672726"/>
                    <a:pt x="946567" y="672726"/>
                    <a:pt x="937161" y="672726"/>
                  </a:cubicBezTo>
                  <a:cubicBezTo>
                    <a:pt x="937161" y="685674"/>
                    <a:pt x="937161" y="698464"/>
                    <a:pt x="937161" y="711610"/>
                  </a:cubicBezTo>
                  <a:cubicBezTo>
                    <a:pt x="923161" y="711610"/>
                    <a:pt x="910003" y="711610"/>
                    <a:pt x="895990" y="711610"/>
                  </a:cubicBezTo>
                  <a:cubicBezTo>
                    <a:pt x="895990" y="698975"/>
                    <a:pt x="895990" y="686188"/>
                    <a:pt x="895990" y="672819"/>
                  </a:cubicBezTo>
                  <a:cubicBezTo>
                    <a:pt x="886605" y="672819"/>
                    <a:pt x="878058" y="672819"/>
                    <a:pt x="868643" y="672819"/>
                  </a:cubicBezTo>
                  <a:cubicBezTo>
                    <a:pt x="868643" y="685490"/>
                    <a:pt x="868643" y="698271"/>
                    <a:pt x="868643" y="711518"/>
                  </a:cubicBezTo>
                  <a:cubicBezTo>
                    <a:pt x="854428" y="711518"/>
                    <a:pt x="841059" y="711518"/>
                    <a:pt x="827154" y="711518"/>
                  </a:cubicBezTo>
                  <a:cubicBezTo>
                    <a:pt x="827154" y="698718"/>
                    <a:pt x="827154" y="686156"/>
                    <a:pt x="827154" y="672747"/>
                  </a:cubicBezTo>
                  <a:cubicBezTo>
                    <a:pt x="816898" y="672747"/>
                    <a:pt x="807126" y="672747"/>
                    <a:pt x="796511" y="672747"/>
                  </a:cubicBezTo>
                  <a:cubicBezTo>
                    <a:pt x="796511" y="662165"/>
                    <a:pt x="796511" y="652392"/>
                    <a:pt x="796511" y="641783"/>
                  </a:cubicBezTo>
                  <a:cubicBezTo>
                    <a:pt x="782915" y="641783"/>
                    <a:pt x="770128" y="641783"/>
                    <a:pt x="756844" y="641783"/>
                  </a:cubicBezTo>
                  <a:cubicBezTo>
                    <a:pt x="756844" y="626967"/>
                    <a:pt x="756844" y="612994"/>
                    <a:pt x="756844" y="598167"/>
                  </a:cubicBezTo>
                  <a:cubicBezTo>
                    <a:pt x="769754" y="598167"/>
                    <a:pt x="782541" y="598167"/>
                    <a:pt x="795701" y="598167"/>
                  </a:cubicBezTo>
                  <a:cubicBezTo>
                    <a:pt x="795701" y="589595"/>
                    <a:pt x="795701" y="581856"/>
                    <a:pt x="795701" y="573264"/>
                  </a:cubicBezTo>
                  <a:cubicBezTo>
                    <a:pt x="783112" y="573264"/>
                    <a:pt x="770323" y="573264"/>
                    <a:pt x="756936" y="573264"/>
                  </a:cubicBezTo>
                  <a:cubicBezTo>
                    <a:pt x="756936" y="558460"/>
                    <a:pt x="756936" y="544484"/>
                    <a:pt x="756936" y="529650"/>
                  </a:cubicBezTo>
                  <a:cubicBezTo>
                    <a:pt x="769563" y="529650"/>
                    <a:pt x="782345" y="529650"/>
                    <a:pt x="795607" y="529650"/>
                  </a:cubicBezTo>
                  <a:cubicBezTo>
                    <a:pt x="795607" y="520259"/>
                    <a:pt x="795607" y="511710"/>
                    <a:pt x="795607" y="502620"/>
                  </a:cubicBezTo>
                  <a:cubicBezTo>
                    <a:pt x="782852" y="502620"/>
                    <a:pt x="770291" y="502620"/>
                    <a:pt x="757030" y="502620"/>
                  </a:cubicBezTo>
                  <a:cubicBezTo>
                    <a:pt x="757030" y="488745"/>
                    <a:pt x="757030" y="475369"/>
                    <a:pt x="757030" y="461132"/>
                  </a:cubicBezTo>
                  <a:cubicBezTo>
                    <a:pt x="769366" y="461132"/>
                    <a:pt x="782153" y="461132"/>
                    <a:pt x="795514" y="461132"/>
                  </a:cubicBezTo>
                  <a:cubicBezTo>
                    <a:pt x="795514" y="451745"/>
                    <a:pt x="795514" y="443195"/>
                    <a:pt x="795514" y="433785"/>
                  </a:cubicBezTo>
                  <a:cubicBezTo>
                    <a:pt x="782823" y="433785"/>
                    <a:pt x="770042" y="433785"/>
                    <a:pt x="756802" y="433785"/>
                  </a:cubicBezTo>
                  <a:cubicBezTo>
                    <a:pt x="756802" y="419570"/>
                    <a:pt x="756802" y="406200"/>
                    <a:pt x="756802" y="392295"/>
                  </a:cubicBezTo>
                  <a:cubicBezTo>
                    <a:pt x="769623" y="392295"/>
                    <a:pt x="782183" y="392295"/>
                    <a:pt x="795590" y="392295"/>
                  </a:cubicBezTo>
                  <a:cubicBezTo>
                    <a:pt x="795590" y="383245"/>
                    <a:pt x="795590" y="374677"/>
                    <a:pt x="795590" y="365269"/>
                  </a:cubicBezTo>
                  <a:cubicBezTo>
                    <a:pt x="806175" y="365269"/>
                    <a:pt x="815945" y="365269"/>
                    <a:pt x="826555" y="365269"/>
                  </a:cubicBezTo>
                  <a:cubicBezTo>
                    <a:pt x="826555" y="351673"/>
                    <a:pt x="826555" y="338886"/>
                    <a:pt x="826555" y="325608"/>
                  </a:cubicBezTo>
                  <a:cubicBezTo>
                    <a:pt x="840769" y="325608"/>
                    <a:pt x="854138" y="325608"/>
                    <a:pt x="868364" y="325608"/>
                  </a:cubicBezTo>
                  <a:cubicBezTo>
                    <a:pt x="868364" y="338537"/>
                    <a:pt x="868364" y="351324"/>
                    <a:pt x="868364" y="364478"/>
                  </a:cubicBezTo>
                  <a:cubicBezTo>
                    <a:pt x="877539" y="364478"/>
                    <a:pt x="885880" y="364478"/>
                    <a:pt x="895073" y="364478"/>
                  </a:cubicBezTo>
                  <a:cubicBezTo>
                    <a:pt x="895073" y="351869"/>
                    <a:pt x="895073" y="339078"/>
                    <a:pt x="895073" y="325701"/>
                  </a:cubicBezTo>
                  <a:cubicBezTo>
                    <a:pt x="909276" y="325701"/>
                    <a:pt x="922649" y="325701"/>
                    <a:pt x="936882" y="325701"/>
                  </a:cubicBezTo>
                  <a:cubicBezTo>
                    <a:pt x="936882" y="338350"/>
                    <a:pt x="936882" y="351130"/>
                    <a:pt x="936882" y="364385"/>
                  </a:cubicBezTo>
                  <a:cubicBezTo>
                    <a:pt x="946274" y="364385"/>
                    <a:pt x="954823" y="364385"/>
                    <a:pt x="963909" y="364385"/>
                  </a:cubicBezTo>
                  <a:cubicBezTo>
                    <a:pt x="963909" y="351607"/>
                    <a:pt x="963909" y="339046"/>
                    <a:pt x="963909" y="325793"/>
                  </a:cubicBezTo>
                  <a:cubicBezTo>
                    <a:pt x="977783" y="325793"/>
                    <a:pt x="991161" y="325793"/>
                    <a:pt x="1005399" y="325793"/>
                  </a:cubicBezTo>
                  <a:cubicBezTo>
                    <a:pt x="1005399" y="338149"/>
                    <a:pt x="1005399" y="350938"/>
                    <a:pt x="1005399" y="364292"/>
                  </a:cubicBezTo>
                  <a:cubicBezTo>
                    <a:pt x="1014784" y="364292"/>
                    <a:pt x="1023332" y="364292"/>
                    <a:pt x="1032745" y="364292"/>
                  </a:cubicBezTo>
                  <a:cubicBezTo>
                    <a:pt x="1032745" y="351580"/>
                    <a:pt x="1032745" y="338798"/>
                    <a:pt x="1032745" y="325566"/>
                  </a:cubicBezTo>
                  <a:close/>
                  <a:moveTo>
                    <a:pt x="210960" y="182493"/>
                  </a:moveTo>
                  <a:cubicBezTo>
                    <a:pt x="200060" y="186227"/>
                    <a:pt x="188419" y="188585"/>
                    <a:pt x="178399" y="193961"/>
                  </a:cubicBezTo>
                  <a:cubicBezTo>
                    <a:pt x="151283" y="208506"/>
                    <a:pt x="133290" y="232240"/>
                    <a:pt x="121588" y="259770"/>
                  </a:cubicBezTo>
                  <a:cubicBezTo>
                    <a:pt x="111820" y="282756"/>
                    <a:pt x="104902" y="307075"/>
                    <a:pt x="98193" y="331214"/>
                  </a:cubicBezTo>
                  <a:cubicBezTo>
                    <a:pt x="87595" y="369352"/>
                    <a:pt x="84751" y="408644"/>
                    <a:pt x="83847" y="448050"/>
                  </a:cubicBezTo>
                  <a:cubicBezTo>
                    <a:pt x="83425" y="466417"/>
                    <a:pt x="83775" y="484801"/>
                    <a:pt x="83775" y="504982"/>
                  </a:cubicBezTo>
                  <a:cubicBezTo>
                    <a:pt x="84856" y="515512"/>
                    <a:pt x="81192" y="526637"/>
                    <a:pt x="87050" y="537595"/>
                  </a:cubicBezTo>
                  <a:cubicBezTo>
                    <a:pt x="93079" y="530232"/>
                    <a:pt x="98343" y="523905"/>
                    <a:pt x="103499" y="517493"/>
                  </a:cubicBezTo>
                  <a:cubicBezTo>
                    <a:pt x="124884" y="490893"/>
                    <a:pt x="151221" y="470835"/>
                    <a:pt x="183239" y="458959"/>
                  </a:cubicBezTo>
                  <a:cubicBezTo>
                    <a:pt x="206225" y="450434"/>
                    <a:pt x="229939" y="443858"/>
                    <a:pt x="252866" y="435192"/>
                  </a:cubicBezTo>
                  <a:cubicBezTo>
                    <a:pt x="277211" y="425991"/>
                    <a:pt x="299395" y="412661"/>
                    <a:pt x="315844" y="392011"/>
                  </a:cubicBezTo>
                  <a:cubicBezTo>
                    <a:pt x="339082" y="362837"/>
                    <a:pt x="347788" y="328298"/>
                    <a:pt x="349351" y="291805"/>
                  </a:cubicBezTo>
                  <a:cubicBezTo>
                    <a:pt x="349926" y="278437"/>
                    <a:pt x="349269" y="264847"/>
                    <a:pt x="347435" y="251598"/>
                  </a:cubicBezTo>
                  <a:cubicBezTo>
                    <a:pt x="345946" y="240837"/>
                    <a:pt x="341857" y="230436"/>
                    <a:pt x="338764" y="219309"/>
                  </a:cubicBezTo>
                  <a:cubicBezTo>
                    <a:pt x="334898" y="220752"/>
                    <a:pt x="332429" y="221128"/>
                    <a:pt x="330632" y="222430"/>
                  </a:cubicBezTo>
                  <a:cubicBezTo>
                    <a:pt x="309910" y="237437"/>
                    <a:pt x="289203" y="252467"/>
                    <a:pt x="268676" y="267738"/>
                  </a:cubicBezTo>
                  <a:cubicBezTo>
                    <a:pt x="255740" y="277360"/>
                    <a:pt x="244120" y="287051"/>
                    <a:pt x="225787" y="287791"/>
                  </a:cubicBezTo>
                  <a:cubicBezTo>
                    <a:pt x="197957" y="288914"/>
                    <a:pt x="172025" y="254809"/>
                    <a:pt x="188036" y="225386"/>
                  </a:cubicBezTo>
                  <a:cubicBezTo>
                    <a:pt x="195531" y="211612"/>
                    <a:pt x="203762" y="198239"/>
                    <a:pt x="211658" y="184684"/>
                  </a:cubicBezTo>
                  <a:cubicBezTo>
                    <a:pt x="211426" y="183953"/>
                    <a:pt x="211192" y="183222"/>
                    <a:pt x="210960" y="182493"/>
                  </a:cubicBezTo>
                  <a:close/>
                  <a:moveTo>
                    <a:pt x="760175" y="75"/>
                  </a:moveTo>
                  <a:cubicBezTo>
                    <a:pt x="786179" y="422"/>
                    <a:pt x="812140" y="4376"/>
                    <a:pt x="838107" y="6852"/>
                  </a:cubicBezTo>
                  <a:cubicBezTo>
                    <a:pt x="883616" y="11191"/>
                    <a:pt x="927608" y="22738"/>
                    <a:pt x="970896" y="36630"/>
                  </a:cubicBezTo>
                  <a:cubicBezTo>
                    <a:pt x="1012215" y="49890"/>
                    <a:pt x="1051774" y="67611"/>
                    <a:pt x="1090127" y="88059"/>
                  </a:cubicBezTo>
                  <a:cubicBezTo>
                    <a:pt x="1130939" y="109819"/>
                    <a:pt x="1170060" y="134210"/>
                    <a:pt x="1205263" y="164194"/>
                  </a:cubicBezTo>
                  <a:cubicBezTo>
                    <a:pt x="1233407" y="188165"/>
                    <a:pt x="1261519" y="212488"/>
                    <a:pt x="1287011" y="239169"/>
                  </a:cubicBezTo>
                  <a:cubicBezTo>
                    <a:pt x="1311680" y="264989"/>
                    <a:pt x="1333994" y="293263"/>
                    <a:pt x="1355521" y="321831"/>
                  </a:cubicBezTo>
                  <a:cubicBezTo>
                    <a:pt x="1383664" y="359181"/>
                    <a:pt x="1406307" y="400067"/>
                    <a:pt x="1425997" y="442477"/>
                  </a:cubicBezTo>
                  <a:cubicBezTo>
                    <a:pt x="1448851" y="491697"/>
                    <a:pt x="1467361" y="542504"/>
                    <a:pt x="1477577" y="595922"/>
                  </a:cubicBezTo>
                  <a:cubicBezTo>
                    <a:pt x="1483376" y="626241"/>
                    <a:pt x="1488984" y="656755"/>
                    <a:pt x="1491780" y="687446"/>
                  </a:cubicBezTo>
                  <a:cubicBezTo>
                    <a:pt x="1495221" y="725219"/>
                    <a:pt x="1495646" y="763268"/>
                    <a:pt x="1497430" y="802405"/>
                  </a:cubicBezTo>
                  <a:lnTo>
                    <a:pt x="1315207" y="801781"/>
                  </a:lnTo>
                  <a:lnTo>
                    <a:pt x="1315207" y="719164"/>
                  </a:lnTo>
                  <a:lnTo>
                    <a:pt x="1412302" y="719164"/>
                  </a:lnTo>
                  <a:cubicBezTo>
                    <a:pt x="1393975" y="506215"/>
                    <a:pt x="1299183" y="337255"/>
                    <a:pt x="1129472" y="209545"/>
                  </a:cubicBezTo>
                  <a:cubicBezTo>
                    <a:pt x="896504" y="53197"/>
                    <a:pt x="655065" y="42600"/>
                    <a:pt x="404192" y="165787"/>
                  </a:cubicBezTo>
                  <a:cubicBezTo>
                    <a:pt x="418277" y="189955"/>
                    <a:pt x="427410" y="213992"/>
                    <a:pt x="430059" y="239381"/>
                  </a:cubicBezTo>
                  <a:cubicBezTo>
                    <a:pt x="432458" y="262362"/>
                    <a:pt x="430993" y="285763"/>
                    <a:pt x="430943" y="308977"/>
                  </a:cubicBezTo>
                  <a:cubicBezTo>
                    <a:pt x="430893" y="331894"/>
                    <a:pt x="425475" y="353840"/>
                    <a:pt x="418358" y="375466"/>
                  </a:cubicBezTo>
                  <a:cubicBezTo>
                    <a:pt x="406497" y="411518"/>
                    <a:pt x="386926" y="442768"/>
                    <a:pt x="358913" y="468267"/>
                  </a:cubicBezTo>
                  <a:cubicBezTo>
                    <a:pt x="334732" y="490278"/>
                    <a:pt x="306094" y="505302"/>
                    <a:pt x="275580" y="516556"/>
                  </a:cubicBezTo>
                  <a:cubicBezTo>
                    <a:pt x="252870" y="524930"/>
                    <a:pt x="229252" y="531059"/>
                    <a:pt x="207052" y="540553"/>
                  </a:cubicBezTo>
                  <a:cubicBezTo>
                    <a:pt x="180505" y="551904"/>
                    <a:pt x="163088" y="573768"/>
                    <a:pt x="148796" y="598266"/>
                  </a:cubicBezTo>
                  <a:cubicBezTo>
                    <a:pt x="132544" y="626121"/>
                    <a:pt x="126476" y="657151"/>
                    <a:pt x="119863" y="688101"/>
                  </a:cubicBezTo>
                  <a:cubicBezTo>
                    <a:pt x="114066" y="715239"/>
                    <a:pt x="87155" y="730467"/>
                    <a:pt x="61015" y="722481"/>
                  </a:cubicBezTo>
                  <a:cubicBezTo>
                    <a:pt x="41707" y="716581"/>
                    <a:pt x="31508" y="701706"/>
                    <a:pt x="26379" y="684351"/>
                  </a:cubicBezTo>
                  <a:cubicBezTo>
                    <a:pt x="19265" y="660282"/>
                    <a:pt x="14542" y="635451"/>
                    <a:pt x="9746" y="610762"/>
                  </a:cubicBezTo>
                  <a:cubicBezTo>
                    <a:pt x="-2151" y="549550"/>
                    <a:pt x="-470" y="487500"/>
                    <a:pt x="1106" y="425717"/>
                  </a:cubicBezTo>
                  <a:cubicBezTo>
                    <a:pt x="2014" y="390142"/>
                    <a:pt x="6898" y="354644"/>
                    <a:pt x="14713" y="319590"/>
                  </a:cubicBezTo>
                  <a:cubicBezTo>
                    <a:pt x="23235" y="281359"/>
                    <a:pt x="34450" y="244315"/>
                    <a:pt x="53003" y="209710"/>
                  </a:cubicBezTo>
                  <a:cubicBezTo>
                    <a:pt x="76102" y="166635"/>
                    <a:pt x="107704" y="132205"/>
                    <a:pt x="153730" y="113269"/>
                  </a:cubicBezTo>
                  <a:cubicBezTo>
                    <a:pt x="186663" y="99722"/>
                    <a:pt x="221128" y="95272"/>
                    <a:pt x="256338" y="101062"/>
                  </a:cubicBezTo>
                  <a:cubicBezTo>
                    <a:pt x="277971" y="104619"/>
                    <a:pt x="299227" y="110425"/>
                    <a:pt x="320816" y="114306"/>
                  </a:cubicBezTo>
                  <a:cubicBezTo>
                    <a:pt x="325713" y="115186"/>
                    <a:pt x="332129" y="113606"/>
                    <a:pt x="336424" y="110900"/>
                  </a:cubicBezTo>
                  <a:cubicBezTo>
                    <a:pt x="379757" y="83606"/>
                    <a:pt x="425446" y="61045"/>
                    <a:pt x="474027" y="45124"/>
                  </a:cubicBezTo>
                  <a:cubicBezTo>
                    <a:pt x="511469" y="32854"/>
                    <a:pt x="549513" y="22104"/>
                    <a:pt x="587829" y="12931"/>
                  </a:cubicBezTo>
                  <a:cubicBezTo>
                    <a:pt x="610659" y="7465"/>
                    <a:pt x="634448" y="5160"/>
                    <a:pt x="657951" y="3564"/>
                  </a:cubicBezTo>
                  <a:cubicBezTo>
                    <a:pt x="691960" y="1254"/>
                    <a:pt x="726115" y="-377"/>
                    <a:pt x="760175" y="75"/>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120" name="Freeform: Shape 2119">
              <a:extLst>
                <a:ext uri="{FF2B5EF4-FFF2-40B4-BE49-F238E27FC236}">
                  <a16:creationId xmlns:a16="http://schemas.microsoft.com/office/drawing/2014/main" id="{07221B30-6875-C6FD-6341-0A8688A655D0}"/>
                </a:ext>
                <a:ext uri="{C183D7F6-B498-43B3-948B-1728B52AA6E4}">
                  <adec:decorative xmlns:adec="http://schemas.microsoft.com/office/drawing/2017/decorative" val="1"/>
                </a:ext>
              </a:extLst>
            </p:cNvPr>
            <p:cNvSpPr/>
            <p:nvPr/>
          </p:nvSpPr>
          <p:spPr>
            <a:xfrm>
              <a:off x="1547292" y="4550435"/>
              <a:ext cx="441863" cy="249836"/>
            </a:xfrm>
            <a:custGeom>
              <a:avLst/>
              <a:gdLst>
                <a:gd name="connsiteX0" fmla="*/ 1408846 w 1495182"/>
                <a:gd name="connsiteY0" fmla="*/ 307718 h 845397"/>
                <a:gd name="connsiteX1" fmla="*/ 1404582 w 1495182"/>
                <a:gd name="connsiteY1" fmla="*/ 310014 h 845397"/>
                <a:gd name="connsiteX2" fmla="*/ 1368797 w 1495182"/>
                <a:gd name="connsiteY2" fmla="*/ 350059 h 845397"/>
                <a:gd name="connsiteX3" fmla="*/ 1318222 w 1495182"/>
                <a:gd name="connsiteY3" fmla="*/ 382660 h 845397"/>
                <a:gd name="connsiteX4" fmla="*/ 1237158 w 1495182"/>
                <a:gd name="connsiteY4" fmla="*/ 411411 h 845397"/>
                <a:gd name="connsiteX5" fmla="*/ 1161130 w 1495182"/>
                <a:gd name="connsiteY5" fmla="*/ 482199 h 845397"/>
                <a:gd name="connsiteX6" fmla="*/ 1156486 w 1495182"/>
                <a:gd name="connsiteY6" fmla="*/ 624894 h 845397"/>
                <a:gd name="connsiteX7" fmla="*/ 1164879 w 1495182"/>
                <a:gd name="connsiteY7" fmla="*/ 621184 h 845397"/>
                <a:gd name="connsiteX8" fmla="*/ 1207096 w 1495182"/>
                <a:gd name="connsiteY8" fmla="*/ 591570 h 845397"/>
                <a:gd name="connsiteX9" fmla="*/ 1245120 w 1495182"/>
                <a:gd name="connsiteY9" fmla="*/ 562129 h 845397"/>
                <a:gd name="connsiteX10" fmla="*/ 1288498 w 1495182"/>
                <a:gd name="connsiteY10" fmla="*/ 561129 h 845397"/>
                <a:gd name="connsiteX11" fmla="*/ 1309988 w 1495182"/>
                <a:gd name="connsiteY11" fmla="*/ 606213 h 845397"/>
                <a:gd name="connsiteX12" fmla="*/ 1290386 w 1495182"/>
                <a:gd name="connsiteY12" fmla="*/ 647502 h 845397"/>
                <a:gd name="connsiteX13" fmla="*/ 1282623 w 1495182"/>
                <a:gd name="connsiteY13" fmla="*/ 658873 h 845397"/>
                <a:gd name="connsiteX14" fmla="*/ 1283988 w 1495182"/>
                <a:gd name="connsiteY14" fmla="*/ 661085 h 845397"/>
                <a:gd name="connsiteX15" fmla="*/ 1310479 w 1495182"/>
                <a:gd name="connsiteY15" fmla="*/ 652732 h 845397"/>
                <a:gd name="connsiteX16" fmla="*/ 1371551 w 1495182"/>
                <a:gd name="connsiteY16" fmla="*/ 588819 h 845397"/>
                <a:gd name="connsiteX17" fmla="*/ 1400606 w 1495182"/>
                <a:gd name="connsiteY17" fmla="*/ 495990 h 845397"/>
                <a:gd name="connsiteX18" fmla="*/ 1411156 w 1495182"/>
                <a:gd name="connsiteY18" fmla="*/ 407596 h 845397"/>
                <a:gd name="connsiteX19" fmla="*/ 1411425 w 1495182"/>
                <a:gd name="connsiteY19" fmla="*/ 323582 h 845397"/>
                <a:gd name="connsiteX20" fmla="*/ 1408846 w 1495182"/>
                <a:gd name="connsiteY20" fmla="*/ 307718 h 845397"/>
                <a:gd name="connsiteX21" fmla="*/ 434005 w 1495182"/>
                <a:gd name="connsiteY21" fmla="*/ 212803 h 845397"/>
                <a:gd name="connsiteX22" fmla="*/ 434005 w 1495182"/>
                <a:gd name="connsiteY22" fmla="*/ 434458 h 845397"/>
                <a:gd name="connsiteX23" fmla="*/ 655260 w 1495182"/>
                <a:gd name="connsiteY23" fmla="*/ 434458 h 845397"/>
                <a:gd name="connsiteX24" fmla="*/ 655260 w 1495182"/>
                <a:gd name="connsiteY24" fmla="*/ 212803 h 845397"/>
                <a:gd name="connsiteX25" fmla="*/ 598871 w 1495182"/>
                <a:gd name="connsiteY25" fmla="*/ 212803 h 845397"/>
                <a:gd name="connsiteX26" fmla="*/ 434005 w 1495182"/>
                <a:gd name="connsiteY26" fmla="*/ 212803 h 845397"/>
                <a:gd name="connsiteX27" fmla="*/ 530836 w 1495182"/>
                <a:gd name="connsiteY27" fmla="*/ 129667 h 845397"/>
                <a:gd name="connsiteX28" fmla="*/ 530836 w 1495182"/>
                <a:gd name="connsiteY28" fmla="*/ 170542 h 845397"/>
                <a:gd name="connsiteX29" fmla="*/ 557995 w 1495182"/>
                <a:gd name="connsiteY29" fmla="*/ 170542 h 845397"/>
                <a:gd name="connsiteX30" fmla="*/ 557995 w 1495182"/>
                <a:gd name="connsiteY30" fmla="*/ 130296 h 845397"/>
                <a:gd name="connsiteX31" fmla="*/ 599616 w 1495182"/>
                <a:gd name="connsiteY31" fmla="*/ 130296 h 845397"/>
                <a:gd name="connsiteX32" fmla="*/ 599616 w 1495182"/>
                <a:gd name="connsiteY32" fmla="*/ 170582 h 845397"/>
                <a:gd name="connsiteX33" fmla="*/ 626453 w 1495182"/>
                <a:gd name="connsiteY33" fmla="*/ 170582 h 845397"/>
                <a:gd name="connsiteX34" fmla="*/ 626453 w 1495182"/>
                <a:gd name="connsiteY34" fmla="*/ 130257 h 845397"/>
                <a:gd name="connsiteX35" fmla="*/ 668077 w 1495182"/>
                <a:gd name="connsiteY35" fmla="*/ 130257 h 845397"/>
                <a:gd name="connsiteX36" fmla="*/ 668077 w 1495182"/>
                <a:gd name="connsiteY36" fmla="*/ 170840 h 845397"/>
                <a:gd name="connsiteX37" fmla="*/ 697044 w 1495182"/>
                <a:gd name="connsiteY37" fmla="*/ 170840 h 845397"/>
                <a:gd name="connsiteX38" fmla="*/ 697044 w 1495182"/>
                <a:gd name="connsiteY38" fmla="*/ 199809 h 845397"/>
                <a:gd name="connsiteX39" fmla="*/ 738257 w 1495182"/>
                <a:gd name="connsiteY39" fmla="*/ 199809 h 845397"/>
                <a:gd name="connsiteX40" fmla="*/ 738257 w 1495182"/>
                <a:gd name="connsiteY40" fmla="*/ 241431 h 845397"/>
                <a:gd name="connsiteX41" fmla="*/ 698114 w 1495182"/>
                <a:gd name="connsiteY41" fmla="*/ 241431 h 845397"/>
                <a:gd name="connsiteX42" fmla="*/ 698114 w 1495182"/>
                <a:gd name="connsiteY42" fmla="*/ 268589 h 845397"/>
                <a:gd name="connsiteX43" fmla="*/ 738296 w 1495182"/>
                <a:gd name="connsiteY43" fmla="*/ 268589 h 845397"/>
                <a:gd name="connsiteX44" fmla="*/ 738296 w 1495182"/>
                <a:gd name="connsiteY44" fmla="*/ 310210 h 845397"/>
                <a:gd name="connsiteX45" fmla="*/ 698074 w 1495182"/>
                <a:gd name="connsiteY45" fmla="*/ 310210 h 845397"/>
                <a:gd name="connsiteX46" fmla="*/ 698074 w 1495182"/>
                <a:gd name="connsiteY46" fmla="*/ 337369 h 845397"/>
                <a:gd name="connsiteX47" fmla="*/ 738335 w 1495182"/>
                <a:gd name="connsiteY47" fmla="*/ 337369 h 845397"/>
                <a:gd name="connsiteX48" fmla="*/ 738335 w 1495182"/>
                <a:gd name="connsiteY48" fmla="*/ 378990 h 845397"/>
                <a:gd name="connsiteX49" fmla="*/ 698035 w 1495182"/>
                <a:gd name="connsiteY49" fmla="*/ 378990 h 845397"/>
                <a:gd name="connsiteX50" fmla="*/ 698035 w 1495182"/>
                <a:gd name="connsiteY50" fmla="*/ 405829 h 845397"/>
                <a:gd name="connsiteX51" fmla="*/ 738374 w 1495182"/>
                <a:gd name="connsiteY51" fmla="*/ 405829 h 845397"/>
                <a:gd name="connsiteX52" fmla="*/ 738374 w 1495182"/>
                <a:gd name="connsiteY52" fmla="*/ 447450 h 845397"/>
                <a:gd name="connsiteX53" fmla="*/ 697768 w 1495182"/>
                <a:gd name="connsiteY53" fmla="*/ 447450 h 845397"/>
                <a:gd name="connsiteX54" fmla="*/ 697768 w 1495182"/>
                <a:gd name="connsiteY54" fmla="*/ 478225 h 845397"/>
                <a:gd name="connsiteX55" fmla="*/ 668800 w 1495182"/>
                <a:gd name="connsiteY55" fmla="*/ 478225 h 845397"/>
                <a:gd name="connsiteX56" fmla="*/ 668800 w 1495182"/>
                <a:gd name="connsiteY56" fmla="*/ 517623 h 845397"/>
                <a:gd name="connsiteX57" fmla="*/ 627178 w 1495182"/>
                <a:gd name="connsiteY57" fmla="*/ 517623 h 845397"/>
                <a:gd name="connsiteX58" fmla="*/ 627178 w 1495182"/>
                <a:gd name="connsiteY58" fmla="*/ 479272 h 845397"/>
                <a:gd name="connsiteX59" fmla="*/ 600019 w 1495182"/>
                <a:gd name="connsiteY59" fmla="*/ 479272 h 845397"/>
                <a:gd name="connsiteX60" fmla="*/ 600019 w 1495182"/>
                <a:gd name="connsiteY60" fmla="*/ 517662 h 845397"/>
                <a:gd name="connsiteX61" fmla="*/ 558397 w 1495182"/>
                <a:gd name="connsiteY61" fmla="*/ 517662 h 845397"/>
                <a:gd name="connsiteX62" fmla="*/ 558397 w 1495182"/>
                <a:gd name="connsiteY62" fmla="*/ 479233 h 845397"/>
                <a:gd name="connsiteX63" fmla="*/ 531238 w 1495182"/>
                <a:gd name="connsiteY63" fmla="*/ 479233 h 845397"/>
                <a:gd name="connsiteX64" fmla="*/ 531238 w 1495182"/>
                <a:gd name="connsiteY64" fmla="*/ 517702 h 845397"/>
                <a:gd name="connsiteX65" fmla="*/ 489616 w 1495182"/>
                <a:gd name="connsiteY65" fmla="*/ 517702 h 845397"/>
                <a:gd name="connsiteX66" fmla="*/ 489616 w 1495182"/>
                <a:gd name="connsiteY66" fmla="*/ 479193 h 845397"/>
                <a:gd name="connsiteX67" fmla="*/ 462776 w 1495182"/>
                <a:gd name="connsiteY67" fmla="*/ 479193 h 845397"/>
                <a:gd name="connsiteX68" fmla="*/ 462776 w 1495182"/>
                <a:gd name="connsiteY68" fmla="*/ 517741 h 845397"/>
                <a:gd name="connsiteX69" fmla="*/ 421155 w 1495182"/>
                <a:gd name="connsiteY69" fmla="*/ 517741 h 845397"/>
                <a:gd name="connsiteX70" fmla="*/ 421155 w 1495182"/>
                <a:gd name="connsiteY70" fmla="*/ 478918 h 845397"/>
                <a:gd name="connsiteX71" fmla="*/ 392187 w 1495182"/>
                <a:gd name="connsiteY71" fmla="*/ 478918 h 845397"/>
                <a:gd name="connsiteX72" fmla="*/ 392187 w 1495182"/>
                <a:gd name="connsiteY72" fmla="*/ 446334 h 845397"/>
                <a:gd name="connsiteX73" fmla="*/ 350991 w 1495182"/>
                <a:gd name="connsiteY73" fmla="*/ 446334 h 845397"/>
                <a:gd name="connsiteX74" fmla="*/ 350991 w 1495182"/>
                <a:gd name="connsiteY74" fmla="*/ 404712 h 845397"/>
                <a:gd name="connsiteX75" fmla="*/ 391167 w 1495182"/>
                <a:gd name="connsiteY75" fmla="*/ 404712 h 845397"/>
                <a:gd name="connsiteX76" fmla="*/ 391167 w 1495182"/>
                <a:gd name="connsiteY76" fmla="*/ 377553 h 845397"/>
                <a:gd name="connsiteX77" fmla="*/ 350952 w 1495182"/>
                <a:gd name="connsiteY77" fmla="*/ 377553 h 845397"/>
                <a:gd name="connsiteX78" fmla="*/ 350952 w 1495182"/>
                <a:gd name="connsiteY78" fmla="*/ 335932 h 845397"/>
                <a:gd name="connsiteX79" fmla="*/ 391206 w 1495182"/>
                <a:gd name="connsiteY79" fmla="*/ 335932 h 845397"/>
                <a:gd name="connsiteX80" fmla="*/ 391206 w 1495182"/>
                <a:gd name="connsiteY80" fmla="*/ 308774 h 845397"/>
                <a:gd name="connsiteX81" fmla="*/ 350913 w 1495182"/>
                <a:gd name="connsiteY81" fmla="*/ 308774 h 845397"/>
                <a:gd name="connsiteX82" fmla="*/ 350913 w 1495182"/>
                <a:gd name="connsiteY82" fmla="*/ 267474 h 845397"/>
                <a:gd name="connsiteX83" fmla="*/ 391245 w 1495182"/>
                <a:gd name="connsiteY83" fmla="*/ 267474 h 845397"/>
                <a:gd name="connsiteX84" fmla="*/ 391245 w 1495182"/>
                <a:gd name="connsiteY84" fmla="*/ 240312 h 845397"/>
                <a:gd name="connsiteX85" fmla="*/ 350874 w 1495182"/>
                <a:gd name="connsiteY85" fmla="*/ 240312 h 845397"/>
                <a:gd name="connsiteX86" fmla="*/ 350874 w 1495182"/>
                <a:gd name="connsiteY86" fmla="*/ 198693 h 845397"/>
                <a:gd name="connsiteX87" fmla="*/ 391526 w 1495182"/>
                <a:gd name="connsiteY87" fmla="*/ 198693 h 845397"/>
                <a:gd name="connsiteX88" fmla="*/ 391526 w 1495182"/>
                <a:gd name="connsiteY88" fmla="*/ 171533 h 845397"/>
                <a:gd name="connsiteX89" fmla="*/ 420495 w 1495182"/>
                <a:gd name="connsiteY89" fmla="*/ 171533 h 845397"/>
                <a:gd name="connsiteX90" fmla="*/ 420495 w 1495182"/>
                <a:gd name="connsiteY90" fmla="*/ 130344 h 845397"/>
                <a:gd name="connsiteX91" fmla="*/ 462117 w 1495182"/>
                <a:gd name="connsiteY91" fmla="*/ 130344 h 845397"/>
                <a:gd name="connsiteX92" fmla="*/ 462117 w 1495182"/>
                <a:gd name="connsiteY92" fmla="*/ 170534 h 845397"/>
                <a:gd name="connsiteX93" fmla="*/ 489490 w 1495182"/>
                <a:gd name="connsiteY93" fmla="*/ 170534 h 845397"/>
                <a:gd name="connsiteX94" fmla="*/ 489491 w 1495182"/>
                <a:gd name="connsiteY94" fmla="*/ 137223 h 845397"/>
                <a:gd name="connsiteX95" fmla="*/ 494117 w 1495182"/>
                <a:gd name="connsiteY95" fmla="*/ 129964 h 845397"/>
                <a:gd name="connsiteX96" fmla="*/ 530836 w 1495182"/>
                <a:gd name="connsiteY96" fmla="*/ 129667 h 845397"/>
                <a:gd name="connsiteX97" fmla="*/ 97796 w 1495182"/>
                <a:gd name="connsiteY97" fmla="*/ 41065 h 845397"/>
                <a:gd name="connsiteX98" fmla="*/ 302684 w 1495182"/>
                <a:gd name="connsiteY98" fmla="*/ 41512 h 845397"/>
                <a:gd name="connsiteX99" fmla="*/ 304779 w 1495182"/>
                <a:gd name="connsiteY99" fmla="*/ 42818 h 845397"/>
                <a:gd name="connsiteX100" fmla="*/ 304617 w 1495182"/>
                <a:gd name="connsiteY100" fmla="*/ 121819 h 845397"/>
                <a:gd name="connsiteX101" fmla="*/ 303312 w 1495182"/>
                <a:gd name="connsiteY101" fmla="*/ 123914 h 845397"/>
                <a:gd name="connsiteX102" fmla="*/ 94517 w 1495182"/>
                <a:gd name="connsiteY102" fmla="*/ 124214 h 845397"/>
                <a:gd name="connsiteX103" fmla="*/ 82043 w 1495182"/>
                <a:gd name="connsiteY103" fmla="*/ 124215 h 845397"/>
                <a:gd name="connsiteX104" fmla="*/ 435793 w 1495182"/>
                <a:gd name="connsiteY104" fmla="*/ 677117 h 845397"/>
                <a:gd name="connsiteX105" fmla="*/ 1090318 w 1495182"/>
                <a:gd name="connsiteY105" fmla="*/ 677871 h 845397"/>
                <a:gd name="connsiteX106" fmla="*/ 1064181 w 1495182"/>
                <a:gd name="connsiteY106" fmla="*/ 595549 h 845397"/>
                <a:gd name="connsiteX107" fmla="*/ 1091644 w 1495182"/>
                <a:gd name="connsiteY107" fmla="*/ 433335 h 845397"/>
                <a:gd name="connsiteX108" fmla="*/ 1177752 w 1495182"/>
                <a:gd name="connsiteY108" fmla="*/ 346705 h 845397"/>
                <a:gd name="connsiteX109" fmla="*/ 1269592 w 1495182"/>
                <a:gd name="connsiteY109" fmla="*/ 311608 h 845397"/>
                <a:gd name="connsiteX110" fmla="*/ 1334914 w 1495182"/>
                <a:gd name="connsiteY110" fmla="*/ 263319 h 845397"/>
                <a:gd name="connsiteX111" fmla="*/ 1372027 w 1495182"/>
                <a:gd name="connsiteY111" fmla="*/ 169053 h 845397"/>
                <a:gd name="connsiteX112" fmla="*/ 1403109 w 1495182"/>
                <a:gd name="connsiteY112" fmla="*/ 122750 h 845397"/>
                <a:gd name="connsiteX113" fmla="*/ 1467250 w 1495182"/>
                <a:gd name="connsiteY113" fmla="*/ 154927 h 845397"/>
                <a:gd name="connsiteX114" fmla="*/ 1485731 w 1495182"/>
                <a:gd name="connsiteY114" fmla="*/ 233346 h 845397"/>
                <a:gd name="connsiteX115" fmla="*/ 1494304 w 1495182"/>
                <a:gd name="connsiteY115" fmla="*/ 398044 h 845397"/>
                <a:gd name="connsiteX116" fmla="*/ 1483736 w 1495182"/>
                <a:gd name="connsiteY116" fmla="*/ 504545 h 845397"/>
                <a:gd name="connsiteX117" fmla="*/ 1440093 w 1495182"/>
                <a:gd name="connsiteY117" fmla="*/ 638186 h 845397"/>
                <a:gd name="connsiteX118" fmla="*/ 1314171 w 1495182"/>
                <a:gd name="connsiteY118" fmla="*/ 739678 h 845397"/>
                <a:gd name="connsiteX119" fmla="*/ 1232256 w 1495182"/>
                <a:gd name="connsiteY119" fmla="*/ 742383 h 845397"/>
                <a:gd name="connsiteX120" fmla="*/ 1173395 w 1495182"/>
                <a:gd name="connsiteY120" fmla="*/ 729465 h 845397"/>
                <a:gd name="connsiteX121" fmla="*/ 1161932 w 1495182"/>
                <a:gd name="connsiteY121" fmla="*/ 731234 h 845397"/>
                <a:gd name="connsiteX122" fmla="*/ 995951 w 1495182"/>
                <a:gd name="connsiteY122" fmla="*/ 807989 h 845397"/>
                <a:gd name="connsiteX123" fmla="*/ 890097 w 1495182"/>
                <a:gd name="connsiteY123" fmla="*/ 834247 h 845397"/>
                <a:gd name="connsiteX124" fmla="*/ 822786 w 1495182"/>
                <a:gd name="connsiteY124" fmla="*/ 841866 h 845397"/>
                <a:gd name="connsiteX125" fmla="*/ 759266 w 1495182"/>
                <a:gd name="connsiteY125" fmla="*/ 845197 h 845397"/>
                <a:gd name="connsiteX126" fmla="*/ 651501 w 1495182"/>
                <a:gd name="connsiteY126" fmla="*/ 836469 h 845397"/>
                <a:gd name="connsiteX127" fmla="*/ 514392 w 1495182"/>
                <a:gd name="connsiteY127" fmla="*/ 803988 h 845397"/>
                <a:gd name="connsiteX128" fmla="*/ 351018 w 1495182"/>
                <a:gd name="connsiteY128" fmla="*/ 723894 h 845397"/>
                <a:gd name="connsiteX129" fmla="*/ 262871 w 1495182"/>
                <a:gd name="connsiteY129" fmla="*/ 657535 h 845397"/>
                <a:gd name="connsiteX130" fmla="*/ 160959 w 1495182"/>
                <a:gd name="connsiteY130" fmla="*/ 550825 h 845397"/>
                <a:gd name="connsiteX131" fmla="*/ 68524 w 1495182"/>
                <a:gd name="connsiteY131" fmla="*/ 401098 h 845397"/>
                <a:gd name="connsiteX132" fmla="*/ 16069 w 1495182"/>
                <a:gd name="connsiteY132" fmla="*/ 243912 h 845397"/>
                <a:gd name="connsiteX133" fmla="*/ 3555 w 1495182"/>
                <a:gd name="connsiteY133" fmla="*/ 159522 h 845397"/>
                <a:gd name="connsiteX134" fmla="*/ 0 w 1495182"/>
                <a:gd name="connsiteY134" fmla="*/ 43446 h 845397"/>
                <a:gd name="connsiteX135" fmla="*/ 1305 w 1495182"/>
                <a:gd name="connsiteY135" fmla="*/ 41351 h 845397"/>
                <a:gd name="connsiteX136" fmla="*/ 97796 w 1495182"/>
                <a:gd name="connsiteY136" fmla="*/ 41065 h 845397"/>
                <a:gd name="connsiteX137" fmla="*/ 1135300 w 1495182"/>
                <a:gd name="connsiteY137" fmla="*/ 0 h 845397"/>
                <a:gd name="connsiteX138" fmla="*/ 1257603 w 1495182"/>
                <a:gd name="connsiteY138" fmla="*/ 0 h 845397"/>
                <a:gd name="connsiteX139" fmla="*/ 1257603 w 1495182"/>
                <a:gd name="connsiteY139" fmla="*/ 121874 h 845397"/>
                <a:gd name="connsiteX140" fmla="*/ 1135300 w 1495182"/>
                <a:gd name="connsiteY140" fmla="*/ 121874 h 845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495182" h="845397">
                  <a:moveTo>
                    <a:pt x="1408846" y="307718"/>
                  </a:moveTo>
                  <a:cubicBezTo>
                    <a:pt x="1406482" y="308962"/>
                    <a:pt x="1405262" y="309248"/>
                    <a:pt x="1404582" y="310014"/>
                  </a:cubicBezTo>
                  <a:cubicBezTo>
                    <a:pt x="1392680" y="323395"/>
                    <a:pt x="1381589" y="337599"/>
                    <a:pt x="1368797" y="350059"/>
                  </a:cubicBezTo>
                  <a:cubicBezTo>
                    <a:pt x="1354289" y="364188"/>
                    <a:pt x="1337383" y="375579"/>
                    <a:pt x="1318222" y="382660"/>
                  </a:cubicBezTo>
                  <a:cubicBezTo>
                    <a:pt x="1291330" y="392598"/>
                    <a:pt x="1263923" y="401158"/>
                    <a:pt x="1237158" y="411411"/>
                  </a:cubicBezTo>
                  <a:cubicBezTo>
                    <a:pt x="1203000" y="424498"/>
                    <a:pt x="1176399" y="446382"/>
                    <a:pt x="1161130" y="482199"/>
                  </a:cubicBezTo>
                  <a:cubicBezTo>
                    <a:pt x="1142140" y="529127"/>
                    <a:pt x="1139550" y="576461"/>
                    <a:pt x="1156486" y="624894"/>
                  </a:cubicBezTo>
                  <a:cubicBezTo>
                    <a:pt x="1160076" y="623339"/>
                    <a:pt x="1162746" y="622652"/>
                    <a:pt x="1164879" y="621184"/>
                  </a:cubicBezTo>
                  <a:cubicBezTo>
                    <a:pt x="1179036" y="611434"/>
                    <a:pt x="1193292" y="601805"/>
                    <a:pt x="1207096" y="591570"/>
                  </a:cubicBezTo>
                  <a:cubicBezTo>
                    <a:pt x="1219977" y="582019"/>
                    <a:pt x="1231647" y="570679"/>
                    <a:pt x="1245120" y="562129"/>
                  </a:cubicBezTo>
                  <a:cubicBezTo>
                    <a:pt x="1258659" y="553536"/>
                    <a:pt x="1274342" y="553237"/>
                    <a:pt x="1288498" y="561129"/>
                  </a:cubicBezTo>
                  <a:cubicBezTo>
                    <a:pt x="1305856" y="570805"/>
                    <a:pt x="1315004" y="586851"/>
                    <a:pt x="1309988" y="606213"/>
                  </a:cubicBezTo>
                  <a:cubicBezTo>
                    <a:pt x="1306235" y="620704"/>
                    <a:pt x="1297310" y="633889"/>
                    <a:pt x="1290386" y="647502"/>
                  </a:cubicBezTo>
                  <a:cubicBezTo>
                    <a:pt x="1288322" y="651559"/>
                    <a:pt x="1285239" y="655097"/>
                    <a:pt x="1282623" y="658873"/>
                  </a:cubicBezTo>
                  <a:cubicBezTo>
                    <a:pt x="1283078" y="659610"/>
                    <a:pt x="1283533" y="660348"/>
                    <a:pt x="1283988" y="661085"/>
                  </a:cubicBezTo>
                  <a:cubicBezTo>
                    <a:pt x="1292840" y="658350"/>
                    <a:pt x="1302046" y="656424"/>
                    <a:pt x="1310479" y="652732"/>
                  </a:cubicBezTo>
                  <a:cubicBezTo>
                    <a:pt x="1339604" y="639981"/>
                    <a:pt x="1357690" y="615985"/>
                    <a:pt x="1371551" y="588819"/>
                  </a:cubicBezTo>
                  <a:cubicBezTo>
                    <a:pt x="1386433" y="559651"/>
                    <a:pt x="1395918" y="528413"/>
                    <a:pt x="1400606" y="495990"/>
                  </a:cubicBezTo>
                  <a:cubicBezTo>
                    <a:pt x="1404851" y="466620"/>
                    <a:pt x="1409264" y="437168"/>
                    <a:pt x="1411156" y="407596"/>
                  </a:cubicBezTo>
                  <a:cubicBezTo>
                    <a:pt x="1412942" y="379697"/>
                    <a:pt x="1411664" y="351593"/>
                    <a:pt x="1411425" y="323582"/>
                  </a:cubicBezTo>
                  <a:cubicBezTo>
                    <a:pt x="1411382" y="318558"/>
                    <a:pt x="1409836" y="313547"/>
                    <a:pt x="1408846" y="307718"/>
                  </a:cubicBezTo>
                  <a:close/>
                  <a:moveTo>
                    <a:pt x="434005" y="212803"/>
                  </a:moveTo>
                  <a:cubicBezTo>
                    <a:pt x="434005" y="287620"/>
                    <a:pt x="434005" y="360993"/>
                    <a:pt x="434005" y="434458"/>
                  </a:cubicBezTo>
                  <a:cubicBezTo>
                    <a:pt x="508155" y="434458"/>
                    <a:pt x="581742" y="434458"/>
                    <a:pt x="655260" y="434458"/>
                  </a:cubicBezTo>
                  <a:cubicBezTo>
                    <a:pt x="655260" y="360363"/>
                    <a:pt x="655260" y="286989"/>
                    <a:pt x="655260" y="212803"/>
                  </a:cubicBezTo>
                  <a:cubicBezTo>
                    <a:pt x="636700" y="212803"/>
                    <a:pt x="618689" y="212803"/>
                    <a:pt x="598871" y="212803"/>
                  </a:cubicBezTo>
                  <a:cubicBezTo>
                    <a:pt x="543889" y="212803"/>
                    <a:pt x="488908" y="212803"/>
                    <a:pt x="434005" y="212803"/>
                  </a:cubicBezTo>
                  <a:close/>
                  <a:moveTo>
                    <a:pt x="530836" y="129667"/>
                  </a:moveTo>
                  <a:cubicBezTo>
                    <a:pt x="530836" y="143620"/>
                    <a:pt x="530836" y="156749"/>
                    <a:pt x="530836" y="170542"/>
                  </a:cubicBezTo>
                  <a:cubicBezTo>
                    <a:pt x="540151" y="170542"/>
                    <a:pt x="548656" y="170542"/>
                    <a:pt x="557995" y="170542"/>
                  </a:cubicBezTo>
                  <a:cubicBezTo>
                    <a:pt x="557995" y="157200"/>
                    <a:pt x="557995" y="144069"/>
                    <a:pt x="557995" y="130296"/>
                  </a:cubicBezTo>
                  <a:cubicBezTo>
                    <a:pt x="572133" y="130296"/>
                    <a:pt x="585462" y="130296"/>
                    <a:pt x="599616" y="130296"/>
                  </a:cubicBezTo>
                  <a:cubicBezTo>
                    <a:pt x="599616" y="143700"/>
                    <a:pt x="599616" y="156831"/>
                    <a:pt x="599616" y="170582"/>
                  </a:cubicBezTo>
                  <a:cubicBezTo>
                    <a:pt x="608711" y="170582"/>
                    <a:pt x="617006" y="170582"/>
                    <a:pt x="626453" y="170582"/>
                  </a:cubicBezTo>
                  <a:cubicBezTo>
                    <a:pt x="626453" y="157558"/>
                    <a:pt x="626453" y="144204"/>
                    <a:pt x="626453" y="130257"/>
                  </a:cubicBezTo>
                  <a:cubicBezTo>
                    <a:pt x="640691" y="130257"/>
                    <a:pt x="653811" y="130257"/>
                    <a:pt x="668077" y="130257"/>
                  </a:cubicBezTo>
                  <a:cubicBezTo>
                    <a:pt x="668077" y="143334"/>
                    <a:pt x="668077" y="156692"/>
                    <a:pt x="668077" y="170840"/>
                  </a:cubicBezTo>
                  <a:cubicBezTo>
                    <a:pt x="678090" y="170840"/>
                    <a:pt x="687001" y="170840"/>
                    <a:pt x="697044" y="170840"/>
                  </a:cubicBezTo>
                  <a:cubicBezTo>
                    <a:pt x="697044" y="180739"/>
                    <a:pt x="697044" y="189878"/>
                    <a:pt x="697044" y="199809"/>
                  </a:cubicBezTo>
                  <a:cubicBezTo>
                    <a:pt x="711282" y="199809"/>
                    <a:pt x="724409" y="199809"/>
                    <a:pt x="738257" y="199809"/>
                  </a:cubicBezTo>
                  <a:cubicBezTo>
                    <a:pt x="738257" y="213938"/>
                    <a:pt x="738257" y="227269"/>
                    <a:pt x="738257" y="241431"/>
                  </a:cubicBezTo>
                  <a:cubicBezTo>
                    <a:pt x="725065" y="241431"/>
                    <a:pt x="711940" y="241431"/>
                    <a:pt x="698114" y="241431"/>
                  </a:cubicBezTo>
                  <a:cubicBezTo>
                    <a:pt x="698114" y="250740"/>
                    <a:pt x="698114" y="259250"/>
                    <a:pt x="698114" y="268589"/>
                  </a:cubicBezTo>
                  <a:cubicBezTo>
                    <a:pt x="711362" y="268589"/>
                    <a:pt x="724489" y="268589"/>
                    <a:pt x="738296" y="268589"/>
                  </a:cubicBezTo>
                  <a:cubicBezTo>
                    <a:pt x="738296" y="282723"/>
                    <a:pt x="738296" y="296053"/>
                    <a:pt x="738296" y="310210"/>
                  </a:cubicBezTo>
                  <a:cubicBezTo>
                    <a:pt x="724990" y="310210"/>
                    <a:pt x="711860" y="310210"/>
                    <a:pt x="698074" y="310210"/>
                  </a:cubicBezTo>
                  <a:cubicBezTo>
                    <a:pt x="698074" y="319526"/>
                    <a:pt x="698074" y="328034"/>
                    <a:pt x="698074" y="337369"/>
                  </a:cubicBezTo>
                  <a:cubicBezTo>
                    <a:pt x="711439" y="337369"/>
                    <a:pt x="724570" y="337369"/>
                    <a:pt x="738335" y="337369"/>
                  </a:cubicBezTo>
                  <a:cubicBezTo>
                    <a:pt x="738335" y="351507"/>
                    <a:pt x="738335" y="364836"/>
                    <a:pt x="738335" y="378990"/>
                  </a:cubicBezTo>
                  <a:cubicBezTo>
                    <a:pt x="724909" y="378990"/>
                    <a:pt x="711778" y="378990"/>
                    <a:pt x="698035" y="378990"/>
                  </a:cubicBezTo>
                  <a:cubicBezTo>
                    <a:pt x="698035" y="388087"/>
                    <a:pt x="698035" y="396384"/>
                    <a:pt x="698035" y="405829"/>
                  </a:cubicBezTo>
                  <a:cubicBezTo>
                    <a:pt x="711075" y="405829"/>
                    <a:pt x="724432" y="405829"/>
                    <a:pt x="738374" y="405829"/>
                  </a:cubicBezTo>
                  <a:cubicBezTo>
                    <a:pt x="738374" y="420065"/>
                    <a:pt x="738374" y="433184"/>
                    <a:pt x="738374" y="447450"/>
                  </a:cubicBezTo>
                  <a:cubicBezTo>
                    <a:pt x="725277" y="447450"/>
                    <a:pt x="711917" y="447450"/>
                    <a:pt x="697768" y="447450"/>
                  </a:cubicBezTo>
                  <a:cubicBezTo>
                    <a:pt x="697768" y="458069"/>
                    <a:pt x="697768" y="467582"/>
                    <a:pt x="697768" y="478225"/>
                  </a:cubicBezTo>
                  <a:cubicBezTo>
                    <a:pt x="687862" y="478225"/>
                    <a:pt x="678730" y="478225"/>
                    <a:pt x="668800" y="478225"/>
                  </a:cubicBezTo>
                  <a:cubicBezTo>
                    <a:pt x="668800" y="491862"/>
                    <a:pt x="668800" y="504385"/>
                    <a:pt x="668800" y="517623"/>
                  </a:cubicBezTo>
                  <a:cubicBezTo>
                    <a:pt x="654670" y="517623"/>
                    <a:pt x="641340" y="517623"/>
                    <a:pt x="627178" y="517623"/>
                  </a:cubicBezTo>
                  <a:cubicBezTo>
                    <a:pt x="627178" y="505013"/>
                    <a:pt x="627178" y="492489"/>
                    <a:pt x="627178" y="479272"/>
                  </a:cubicBezTo>
                  <a:cubicBezTo>
                    <a:pt x="617866" y="479272"/>
                    <a:pt x="609361" y="479272"/>
                    <a:pt x="600019" y="479272"/>
                  </a:cubicBezTo>
                  <a:cubicBezTo>
                    <a:pt x="600019" y="491939"/>
                    <a:pt x="600019" y="504467"/>
                    <a:pt x="600019" y="517662"/>
                  </a:cubicBezTo>
                  <a:cubicBezTo>
                    <a:pt x="585884" y="517662"/>
                    <a:pt x="572554" y="517662"/>
                    <a:pt x="558397" y="517662"/>
                  </a:cubicBezTo>
                  <a:cubicBezTo>
                    <a:pt x="558397" y="504935"/>
                    <a:pt x="558397" y="492406"/>
                    <a:pt x="558397" y="479233"/>
                  </a:cubicBezTo>
                  <a:cubicBezTo>
                    <a:pt x="549080" y="479233"/>
                    <a:pt x="540573" y="479233"/>
                    <a:pt x="531238" y="479233"/>
                  </a:cubicBezTo>
                  <a:cubicBezTo>
                    <a:pt x="531238" y="492021"/>
                    <a:pt x="531238" y="504550"/>
                    <a:pt x="531238" y="517702"/>
                  </a:cubicBezTo>
                  <a:cubicBezTo>
                    <a:pt x="517099" y="517702"/>
                    <a:pt x="503770" y="517702"/>
                    <a:pt x="489616" y="517702"/>
                  </a:cubicBezTo>
                  <a:cubicBezTo>
                    <a:pt x="489616" y="504852"/>
                    <a:pt x="489616" y="492323"/>
                    <a:pt x="489616" y="479193"/>
                  </a:cubicBezTo>
                  <a:cubicBezTo>
                    <a:pt x="480520" y="479193"/>
                    <a:pt x="472223" y="479193"/>
                    <a:pt x="462776" y="479193"/>
                  </a:cubicBezTo>
                  <a:cubicBezTo>
                    <a:pt x="462776" y="491652"/>
                    <a:pt x="462776" y="504409"/>
                    <a:pt x="462776" y="517741"/>
                  </a:cubicBezTo>
                  <a:cubicBezTo>
                    <a:pt x="448539" y="517741"/>
                    <a:pt x="435421" y="517741"/>
                    <a:pt x="421155" y="517741"/>
                  </a:cubicBezTo>
                  <a:cubicBezTo>
                    <a:pt x="421155" y="505219"/>
                    <a:pt x="421155" y="492463"/>
                    <a:pt x="421155" y="478918"/>
                  </a:cubicBezTo>
                  <a:cubicBezTo>
                    <a:pt x="411142" y="478918"/>
                    <a:pt x="402229" y="478918"/>
                    <a:pt x="392187" y="478918"/>
                  </a:cubicBezTo>
                  <a:cubicBezTo>
                    <a:pt x="392187" y="467816"/>
                    <a:pt x="392187" y="457468"/>
                    <a:pt x="392187" y="446334"/>
                  </a:cubicBezTo>
                  <a:cubicBezTo>
                    <a:pt x="377947" y="446334"/>
                    <a:pt x="364821" y="446334"/>
                    <a:pt x="350991" y="446334"/>
                  </a:cubicBezTo>
                  <a:cubicBezTo>
                    <a:pt x="350991" y="432202"/>
                    <a:pt x="350991" y="418871"/>
                    <a:pt x="350991" y="404712"/>
                  </a:cubicBezTo>
                  <a:cubicBezTo>
                    <a:pt x="364231" y="404712"/>
                    <a:pt x="377357" y="404712"/>
                    <a:pt x="391167" y="404712"/>
                  </a:cubicBezTo>
                  <a:cubicBezTo>
                    <a:pt x="391167" y="395399"/>
                    <a:pt x="391167" y="386891"/>
                    <a:pt x="391167" y="377553"/>
                  </a:cubicBezTo>
                  <a:cubicBezTo>
                    <a:pt x="377872" y="377553"/>
                    <a:pt x="364742" y="377553"/>
                    <a:pt x="350952" y="377553"/>
                  </a:cubicBezTo>
                  <a:cubicBezTo>
                    <a:pt x="350952" y="363418"/>
                    <a:pt x="350952" y="350088"/>
                    <a:pt x="350952" y="335932"/>
                  </a:cubicBezTo>
                  <a:cubicBezTo>
                    <a:pt x="364307" y="335932"/>
                    <a:pt x="377438" y="335932"/>
                    <a:pt x="391206" y="335932"/>
                  </a:cubicBezTo>
                  <a:cubicBezTo>
                    <a:pt x="391206" y="326614"/>
                    <a:pt x="391206" y="318107"/>
                    <a:pt x="391206" y="308774"/>
                  </a:cubicBezTo>
                  <a:cubicBezTo>
                    <a:pt x="377791" y="308774"/>
                    <a:pt x="364660" y="308774"/>
                    <a:pt x="350913" y="308774"/>
                  </a:cubicBezTo>
                  <a:cubicBezTo>
                    <a:pt x="350913" y="294861"/>
                    <a:pt x="350913" y="281741"/>
                    <a:pt x="350913" y="267474"/>
                  </a:cubicBezTo>
                  <a:cubicBezTo>
                    <a:pt x="363944" y="267474"/>
                    <a:pt x="377300" y="267474"/>
                    <a:pt x="391245" y="267474"/>
                  </a:cubicBezTo>
                  <a:cubicBezTo>
                    <a:pt x="391245" y="258055"/>
                    <a:pt x="391245" y="249758"/>
                    <a:pt x="391245" y="240312"/>
                  </a:cubicBezTo>
                  <a:cubicBezTo>
                    <a:pt x="378159" y="240312"/>
                    <a:pt x="364800" y="240312"/>
                    <a:pt x="350874" y="240312"/>
                  </a:cubicBezTo>
                  <a:cubicBezTo>
                    <a:pt x="350874" y="226075"/>
                    <a:pt x="350874" y="212957"/>
                    <a:pt x="350874" y="198693"/>
                  </a:cubicBezTo>
                  <a:cubicBezTo>
                    <a:pt x="364023" y="198693"/>
                    <a:pt x="377381" y="198693"/>
                    <a:pt x="391526" y="198693"/>
                  </a:cubicBezTo>
                  <a:cubicBezTo>
                    <a:pt x="391526" y="189285"/>
                    <a:pt x="391526" y="180973"/>
                    <a:pt x="391526" y="171533"/>
                  </a:cubicBezTo>
                  <a:cubicBezTo>
                    <a:pt x="401431" y="171533"/>
                    <a:pt x="410570" y="171533"/>
                    <a:pt x="420495" y="171533"/>
                  </a:cubicBezTo>
                  <a:cubicBezTo>
                    <a:pt x="420495" y="157294"/>
                    <a:pt x="420495" y="144168"/>
                    <a:pt x="420495" y="130344"/>
                  </a:cubicBezTo>
                  <a:cubicBezTo>
                    <a:pt x="434627" y="130344"/>
                    <a:pt x="447957" y="130344"/>
                    <a:pt x="462117" y="130344"/>
                  </a:cubicBezTo>
                  <a:cubicBezTo>
                    <a:pt x="462117" y="143603"/>
                    <a:pt x="462117" y="156731"/>
                    <a:pt x="462117" y="170534"/>
                  </a:cubicBezTo>
                  <a:cubicBezTo>
                    <a:pt x="471430" y="170534"/>
                    <a:pt x="479939" y="170534"/>
                    <a:pt x="489490" y="170534"/>
                  </a:cubicBezTo>
                  <a:cubicBezTo>
                    <a:pt x="489490" y="159591"/>
                    <a:pt x="489490" y="148839"/>
                    <a:pt x="489491" y="137223"/>
                  </a:cubicBezTo>
                  <a:cubicBezTo>
                    <a:pt x="491029" y="134128"/>
                    <a:pt x="492481" y="130039"/>
                    <a:pt x="494117" y="129964"/>
                  </a:cubicBezTo>
                  <a:cubicBezTo>
                    <a:pt x="506067" y="129412"/>
                    <a:pt x="518054" y="129667"/>
                    <a:pt x="530836" y="129667"/>
                  </a:cubicBezTo>
                  <a:close/>
                  <a:moveTo>
                    <a:pt x="97796" y="41065"/>
                  </a:moveTo>
                  <a:cubicBezTo>
                    <a:pt x="165742" y="41038"/>
                    <a:pt x="233688" y="41094"/>
                    <a:pt x="302684" y="41512"/>
                  </a:cubicBezTo>
                  <a:cubicBezTo>
                    <a:pt x="304040" y="42260"/>
                    <a:pt x="304388" y="42564"/>
                    <a:pt x="304779" y="42818"/>
                  </a:cubicBezTo>
                  <a:cubicBezTo>
                    <a:pt x="304857" y="68801"/>
                    <a:pt x="304935" y="94785"/>
                    <a:pt x="304617" y="121819"/>
                  </a:cubicBezTo>
                  <a:cubicBezTo>
                    <a:pt x="303869" y="123175"/>
                    <a:pt x="303566" y="123523"/>
                    <a:pt x="303312" y="123914"/>
                  </a:cubicBezTo>
                  <a:cubicBezTo>
                    <a:pt x="233714" y="124014"/>
                    <a:pt x="164115" y="124115"/>
                    <a:pt x="94517" y="124214"/>
                  </a:cubicBezTo>
                  <a:cubicBezTo>
                    <a:pt x="90935" y="124220"/>
                    <a:pt x="87353" y="124215"/>
                    <a:pt x="82043" y="124215"/>
                  </a:cubicBezTo>
                  <a:cubicBezTo>
                    <a:pt x="106406" y="369358"/>
                    <a:pt x="220171" y="558483"/>
                    <a:pt x="435793" y="677117"/>
                  </a:cubicBezTo>
                  <a:cubicBezTo>
                    <a:pt x="651438" y="795765"/>
                    <a:pt x="871642" y="788744"/>
                    <a:pt x="1090318" y="677871"/>
                  </a:cubicBezTo>
                  <a:cubicBezTo>
                    <a:pt x="1075971" y="650912"/>
                    <a:pt x="1066870" y="624432"/>
                    <a:pt x="1064181" y="595549"/>
                  </a:cubicBezTo>
                  <a:cubicBezTo>
                    <a:pt x="1058907" y="538901"/>
                    <a:pt x="1065080" y="484359"/>
                    <a:pt x="1091644" y="433335"/>
                  </a:cubicBezTo>
                  <a:cubicBezTo>
                    <a:pt x="1111275" y="395624"/>
                    <a:pt x="1140382" y="367003"/>
                    <a:pt x="1177752" y="346705"/>
                  </a:cubicBezTo>
                  <a:cubicBezTo>
                    <a:pt x="1206822" y="330916"/>
                    <a:pt x="1237868" y="320571"/>
                    <a:pt x="1269592" y="311608"/>
                  </a:cubicBezTo>
                  <a:cubicBezTo>
                    <a:pt x="1297159" y="303820"/>
                    <a:pt x="1318461" y="286680"/>
                    <a:pt x="1334914" y="263319"/>
                  </a:cubicBezTo>
                  <a:cubicBezTo>
                    <a:pt x="1354939" y="234884"/>
                    <a:pt x="1366730" y="203417"/>
                    <a:pt x="1372027" y="169053"/>
                  </a:cubicBezTo>
                  <a:cubicBezTo>
                    <a:pt x="1375080" y="149245"/>
                    <a:pt x="1381716" y="129760"/>
                    <a:pt x="1403109" y="122750"/>
                  </a:cubicBezTo>
                  <a:cubicBezTo>
                    <a:pt x="1431966" y="113295"/>
                    <a:pt x="1454251" y="125381"/>
                    <a:pt x="1467250" y="154927"/>
                  </a:cubicBezTo>
                  <a:cubicBezTo>
                    <a:pt x="1478179" y="179766"/>
                    <a:pt x="1481318" y="206767"/>
                    <a:pt x="1485731" y="233346"/>
                  </a:cubicBezTo>
                  <a:cubicBezTo>
                    <a:pt x="1494795" y="287937"/>
                    <a:pt x="1496539" y="343001"/>
                    <a:pt x="1494304" y="398044"/>
                  </a:cubicBezTo>
                  <a:cubicBezTo>
                    <a:pt x="1492859" y="433636"/>
                    <a:pt x="1488436" y="469189"/>
                    <a:pt x="1483736" y="504545"/>
                  </a:cubicBezTo>
                  <a:cubicBezTo>
                    <a:pt x="1477475" y="551654"/>
                    <a:pt x="1463273" y="596663"/>
                    <a:pt x="1440093" y="638186"/>
                  </a:cubicBezTo>
                  <a:cubicBezTo>
                    <a:pt x="1411925" y="688641"/>
                    <a:pt x="1372214" y="725819"/>
                    <a:pt x="1314171" y="739678"/>
                  </a:cubicBezTo>
                  <a:cubicBezTo>
                    <a:pt x="1287066" y="746149"/>
                    <a:pt x="1259544" y="746476"/>
                    <a:pt x="1232256" y="742383"/>
                  </a:cubicBezTo>
                  <a:cubicBezTo>
                    <a:pt x="1212439" y="739410"/>
                    <a:pt x="1193070" y="733531"/>
                    <a:pt x="1173395" y="729465"/>
                  </a:cubicBezTo>
                  <a:cubicBezTo>
                    <a:pt x="1169802" y="728723"/>
                    <a:pt x="1164993" y="729335"/>
                    <a:pt x="1161932" y="731234"/>
                  </a:cubicBezTo>
                  <a:cubicBezTo>
                    <a:pt x="1109723" y="763607"/>
                    <a:pt x="1054624" y="789990"/>
                    <a:pt x="995951" y="807989"/>
                  </a:cubicBezTo>
                  <a:cubicBezTo>
                    <a:pt x="961235" y="818639"/>
                    <a:pt x="925686" y="826918"/>
                    <a:pt x="890097" y="834247"/>
                  </a:cubicBezTo>
                  <a:cubicBezTo>
                    <a:pt x="868066" y="838784"/>
                    <a:pt x="845293" y="839970"/>
                    <a:pt x="822786" y="841866"/>
                  </a:cubicBezTo>
                  <a:cubicBezTo>
                    <a:pt x="801652" y="843648"/>
                    <a:pt x="780355" y="846121"/>
                    <a:pt x="759266" y="845197"/>
                  </a:cubicBezTo>
                  <a:cubicBezTo>
                    <a:pt x="723282" y="843621"/>
                    <a:pt x="687328" y="840333"/>
                    <a:pt x="651501" y="836469"/>
                  </a:cubicBezTo>
                  <a:cubicBezTo>
                    <a:pt x="604512" y="831402"/>
                    <a:pt x="558971" y="819420"/>
                    <a:pt x="514392" y="803988"/>
                  </a:cubicBezTo>
                  <a:cubicBezTo>
                    <a:pt x="456674" y="784009"/>
                    <a:pt x="401463" y="758474"/>
                    <a:pt x="351018" y="723894"/>
                  </a:cubicBezTo>
                  <a:cubicBezTo>
                    <a:pt x="320708" y="703117"/>
                    <a:pt x="291508" y="680593"/>
                    <a:pt x="262871" y="657535"/>
                  </a:cubicBezTo>
                  <a:cubicBezTo>
                    <a:pt x="224310" y="626488"/>
                    <a:pt x="191727" y="589553"/>
                    <a:pt x="160959" y="550825"/>
                  </a:cubicBezTo>
                  <a:cubicBezTo>
                    <a:pt x="124168" y="504517"/>
                    <a:pt x="93470" y="454518"/>
                    <a:pt x="68524" y="401098"/>
                  </a:cubicBezTo>
                  <a:cubicBezTo>
                    <a:pt x="45037" y="350805"/>
                    <a:pt x="27013" y="298402"/>
                    <a:pt x="16069" y="243912"/>
                  </a:cubicBezTo>
                  <a:cubicBezTo>
                    <a:pt x="10473" y="216051"/>
                    <a:pt x="5667" y="187816"/>
                    <a:pt x="3555" y="159522"/>
                  </a:cubicBezTo>
                  <a:cubicBezTo>
                    <a:pt x="701" y="121295"/>
                    <a:pt x="782" y="82848"/>
                    <a:pt x="0" y="43446"/>
                  </a:cubicBezTo>
                  <a:cubicBezTo>
                    <a:pt x="748" y="42090"/>
                    <a:pt x="1051" y="41742"/>
                    <a:pt x="1305" y="41351"/>
                  </a:cubicBezTo>
                  <a:cubicBezTo>
                    <a:pt x="33469" y="41250"/>
                    <a:pt x="65632" y="41078"/>
                    <a:pt x="97796" y="41065"/>
                  </a:cubicBezTo>
                  <a:close/>
                  <a:moveTo>
                    <a:pt x="1135300" y="0"/>
                  </a:moveTo>
                  <a:lnTo>
                    <a:pt x="1257603" y="0"/>
                  </a:lnTo>
                  <a:lnTo>
                    <a:pt x="1257603" y="121874"/>
                  </a:lnTo>
                  <a:lnTo>
                    <a:pt x="1135300" y="121874"/>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54" name="Group 153">
            <a:extLst>
              <a:ext uri="{FF2B5EF4-FFF2-40B4-BE49-F238E27FC236}">
                <a16:creationId xmlns:a16="http://schemas.microsoft.com/office/drawing/2014/main" id="{04737D8E-1659-AEC2-1EF4-362D1817D431}"/>
              </a:ext>
              <a:ext uri="{C183D7F6-B498-43B3-948B-1728B52AA6E4}">
                <adec:decorative xmlns:adec="http://schemas.microsoft.com/office/drawing/2017/decorative" val="1"/>
              </a:ext>
            </a:extLst>
          </p:cNvPr>
          <p:cNvGrpSpPr>
            <a:grpSpLocks noChangeAspect="1"/>
          </p:cNvGrpSpPr>
          <p:nvPr/>
        </p:nvGrpSpPr>
        <p:grpSpPr>
          <a:xfrm>
            <a:off x="6610770" y="4343071"/>
            <a:ext cx="503491" cy="457200"/>
            <a:chOff x="6610770" y="4343071"/>
            <a:chExt cx="503491" cy="457200"/>
          </a:xfrm>
          <a:solidFill>
            <a:srgbClr val="FF0000"/>
          </a:solidFill>
        </p:grpSpPr>
        <p:sp>
          <p:nvSpPr>
            <p:cNvPr id="2249" name="Freeform: Shape 2248">
              <a:extLst>
                <a:ext uri="{FF2B5EF4-FFF2-40B4-BE49-F238E27FC236}">
                  <a16:creationId xmlns:a16="http://schemas.microsoft.com/office/drawing/2014/main" id="{FB6A47D4-EFBA-3AD3-5CF9-7BF4A7B8DE00}"/>
                </a:ext>
                <a:ext uri="{C183D7F6-B498-43B3-948B-1728B52AA6E4}">
                  <adec:decorative xmlns:adec="http://schemas.microsoft.com/office/drawing/2017/decorative" val="1"/>
                </a:ext>
              </a:extLst>
            </p:cNvPr>
            <p:cNvSpPr/>
            <p:nvPr/>
          </p:nvSpPr>
          <p:spPr>
            <a:xfrm>
              <a:off x="6619514" y="4357246"/>
              <a:ext cx="494747" cy="443025"/>
            </a:xfrm>
            <a:custGeom>
              <a:avLst/>
              <a:gdLst>
                <a:gd name="connsiteX0" fmla="*/ 108917 w 839093"/>
                <a:gd name="connsiteY0" fmla="*/ 110494 h 751372"/>
                <a:gd name="connsiteX1" fmla="*/ 208414 w 839093"/>
                <a:gd name="connsiteY1" fmla="*/ 707162 h 751372"/>
                <a:gd name="connsiteX2" fmla="*/ 630031 w 839093"/>
                <a:gd name="connsiteY2" fmla="*/ 707162 h 751372"/>
                <a:gd name="connsiteX3" fmla="*/ 729528 w 839093"/>
                <a:gd name="connsiteY3" fmla="*/ 110494 h 751372"/>
                <a:gd name="connsiteX4" fmla="*/ 77693 w 839093"/>
                <a:gd name="connsiteY4" fmla="*/ 0 h 751372"/>
                <a:gd name="connsiteX5" fmla="*/ 793260 w 839093"/>
                <a:gd name="connsiteY5" fmla="*/ 0 h 751372"/>
                <a:gd name="connsiteX6" fmla="*/ 839093 w 839093"/>
                <a:gd name="connsiteY6" fmla="*/ 45833 h 751372"/>
                <a:gd name="connsiteX7" fmla="*/ 839093 w 839093"/>
                <a:gd name="connsiteY7" fmla="*/ 110494 h 751372"/>
                <a:gd name="connsiteX8" fmla="*/ 774764 w 839093"/>
                <a:gd name="connsiteY8" fmla="*/ 110494 h 751372"/>
                <a:gd name="connsiteX9" fmla="*/ 667698 w 839093"/>
                <a:gd name="connsiteY9" fmla="*/ 751372 h 751372"/>
                <a:gd name="connsiteX10" fmla="*/ 208065 w 839093"/>
                <a:gd name="connsiteY10" fmla="*/ 751372 h 751372"/>
                <a:gd name="connsiteX11" fmla="*/ 206813 w 839093"/>
                <a:gd name="connsiteY11" fmla="*/ 751372 h 751372"/>
                <a:gd name="connsiteX12" fmla="*/ 206696 w 839093"/>
                <a:gd name="connsiteY12" fmla="*/ 751234 h 751372"/>
                <a:gd name="connsiteX13" fmla="*/ 199158 w 839093"/>
                <a:gd name="connsiteY13" fmla="*/ 750474 h 751372"/>
                <a:gd name="connsiteX14" fmla="*/ 167341 w 839093"/>
                <a:gd name="connsiteY14" fmla="*/ 724378 h 751372"/>
                <a:gd name="connsiteX15" fmla="*/ 165581 w 839093"/>
                <a:gd name="connsiteY15" fmla="*/ 718709 h 751372"/>
                <a:gd name="connsiteX16" fmla="*/ 164635 w 839093"/>
                <a:gd name="connsiteY16" fmla="*/ 714787 h 751372"/>
                <a:gd name="connsiteX17" fmla="*/ 63681 w 839093"/>
                <a:gd name="connsiteY17" fmla="*/ 110494 h 751372"/>
                <a:gd name="connsiteX18" fmla="*/ 45185 w 839093"/>
                <a:gd name="connsiteY18" fmla="*/ 110494 h 751372"/>
                <a:gd name="connsiteX19" fmla="*/ 12776 w 839093"/>
                <a:gd name="connsiteY19" fmla="*/ 97070 h 751372"/>
                <a:gd name="connsiteX20" fmla="*/ 0 w 839093"/>
                <a:gd name="connsiteY20" fmla="*/ 66225 h 751372"/>
                <a:gd name="connsiteX21" fmla="*/ 43539 w 839093"/>
                <a:gd name="connsiteY21" fmla="*/ 66225 h 751372"/>
                <a:gd name="connsiteX22" fmla="*/ 43539 w 839093"/>
                <a:gd name="connsiteY22" fmla="*/ 66296 h 751372"/>
                <a:gd name="connsiteX23" fmla="*/ 794907 w 839093"/>
                <a:gd name="connsiteY23" fmla="*/ 66296 h 751372"/>
                <a:gd name="connsiteX24" fmla="*/ 794907 w 839093"/>
                <a:gd name="connsiteY24" fmla="*/ 44198 h 751372"/>
                <a:gd name="connsiteX25" fmla="*/ 77693 w 839093"/>
                <a:gd name="connsiteY25" fmla="*/ 44198 h 75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9093" h="751372">
                  <a:moveTo>
                    <a:pt x="108917" y="110494"/>
                  </a:moveTo>
                  <a:lnTo>
                    <a:pt x="208414" y="707162"/>
                  </a:lnTo>
                  <a:lnTo>
                    <a:pt x="630031" y="707162"/>
                  </a:lnTo>
                  <a:lnTo>
                    <a:pt x="729528" y="110494"/>
                  </a:lnTo>
                  <a:close/>
                  <a:moveTo>
                    <a:pt x="77693" y="0"/>
                  </a:moveTo>
                  <a:lnTo>
                    <a:pt x="793260" y="0"/>
                  </a:lnTo>
                  <a:cubicBezTo>
                    <a:pt x="818573" y="0"/>
                    <a:pt x="839093" y="20520"/>
                    <a:pt x="839093" y="45833"/>
                  </a:cubicBezTo>
                  <a:lnTo>
                    <a:pt x="839093" y="110494"/>
                  </a:lnTo>
                  <a:lnTo>
                    <a:pt x="774764" y="110494"/>
                  </a:lnTo>
                  <a:lnTo>
                    <a:pt x="667698" y="751372"/>
                  </a:lnTo>
                  <a:lnTo>
                    <a:pt x="208065" y="751372"/>
                  </a:lnTo>
                  <a:lnTo>
                    <a:pt x="206813" y="751372"/>
                  </a:lnTo>
                  <a:lnTo>
                    <a:pt x="206696" y="751234"/>
                  </a:lnTo>
                  <a:lnTo>
                    <a:pt x="199158" y="750474"/>
                  </a:lnTo>
                  <a:cubicBezTo>
                    <a:pt x="184772" y="747530"/>
                    <a:pt x="172932" y="737598"/>
                    <a:pt x="167341" y="724378"/>
                  </a:cubicBezTo>
                  <a:lnTo>
                    <a:pt x="165581" y="718709"/>
                  </a:lnTo>
                  <a:lnTo>
                    <a:pt x="164635" y="714787"/>
                  </a:lnTo>
                  <a:lnTo>
                    <a:pt x="63681" y="110494"/>
                  </a:lnTo>
                  <a:lnTo>
                    <a:pt x="45185" y="110494"/>
                  </a:lnTo>
                  <a:cubicBezTo>
                    <a:pt x="32529" y="110494"/>
                    <a:pt x="21071" y="105364"/>
                    <a:pt x="12776" y="97070"/>
                  </a:cubicBezTo>
                  <a:lnTo>
                    <a:pt x="0" y="66225"/>
                  </a:lnTo>
                  <a:lnTo>
                    <a:pt x="43539" y="66225"/>
                  </a:lnTo>
                  <a:lnTo>
                    <a:pt x="43539" y="66296"/>
                  </a:lnTo>
                  <a:lnTo>
                    <a:pt x="794907" y="66296"/>
                  </a:lnTo>
                  <a:lnTo>
                    <a:pt x="794907" y="44198"/>
                  </a:lnTo>
                  <a:lnTo>
                    <a:pt x="77693" y="4419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50" name="Freeform: Shape 2249">
              <a:extLst>
                <a:ext uri="{FF2B5EF4-FFF2-40B4-BE49-F238E27FC236}">
                  <a16:creationId xmlns:a16="http://schemas.microsoft.com/office/drawing/2014/main" id="{330F48D4-E4CD-84AA-D164-18EA730D5409}"/>
                </a:ext>
                <a:ext uri="{C183D7F6-B498-43B3-948B-1728B52AA6E4}">
                  <adec:decorative xmlns:adec="http://schemas.microsoft.com/office/drawing/2017/decorative" val="1"/>
                </a:ext>
              </a:extLst>
            </p:cNvPr>
            <p:cNvSpPr/>
            <p:nvPr/>
          </p:nvSpPr>
          <p:spPr>
            <a:xfrm>
              <a:off x="6610770" y="4343071"/>
              <a:ext cx="386723" cy="365239"/>
            </a:xfrm>
            <a:custGeom>
              <a:avLst/>
              <a:gdLst>
                <a:gd name="connsiteX0" fmla="*/ 613389 w 655884"/>
                <a:gd name="connsiteY0" fmla="*/ 423308 h 619446"/>
                <a:gd name="connsiteX1" fmla="*/ 646078 w 655884"/>
                <a:gd name="connsiteY1" fmla="*/ 479970 h 619446"/>
                <a:gd name="connsiteX2" fmla="*/ 652616 w 655884"/>
                <a:gd name="connsiteY2" fmla="*/ 495225 h 619446"/>
                <a:gd name="connsiteX3" fmla="*/ 653706 w 655884"/>
                <a:gd name="connsiteY3" fmla="*/ 498494 h 619446"/>
                <a:gd name="connsiteX4" fmla="*/ 647168 w 655884"/>
                <a:gd name="connsiteY4" fmla="*/ 546439 h 619446"/>
                <a:gd name="connsiteX5" fmla="*/ 591595 w 655884"/>
                <a:gd name="connsiteY5" fmla="*/ 576950 h 619446"/>
                <a:gd name="connsiteX6" fmla="*/ 589416 w 655884"/>
                <a:gd name="connsiteY6" fmla="*/ 576950 h 619446"/>
                <a:gd name="connsiteX7" fmla="*/ 478270 w 655884"/>
                <a:gd name="connsiteY7" fmla="*/ 576950 h 619446"/>
                <a:gd name="connsiteX8" fmla="*/ 478270 w 655884"/>
                <a:gd name="connsiteY8" fmla="*/ 619446 h 619446"/>
                <a:gd name="connsiteX9" fmla="*/ 412891 w 655884"/>
                <a:gd name="connsiteY9" fmla="*/ 554067 h 619446"/>
                <a:gd name="connsiteX10" fmla="*/ 478270 w 655884"/>
                <a:gd name="connsiteY10" fmla="*/ 488687 h 619446"/>
                <a:gd name="connsiteX11" fmla="*/ 478270 w 655884"/>
                <a:gd name="connsiteY11" fmla="*/ 533363 h 619446"/>
                <a:gd name="connsiteX12" fmla="*/ 589416 w 655884"/>
                <a:gd name="connsiteY12" fmla="*/ 533363 h 619446"/>
                <a:gd name="connsiteX13" fmla="*/ 609030 w 655884"/>
                <a:gd name="connsiteY13" fmla="*/ 524646 h 619446"/>
                <a:gd name="connsiteX14" fmla="*/ 607940 w 655884"/>
                <a:gd name="connsiteY14" fmla="*/ 501763 h 619446"/>
                <a:gd name="connsiteX15" fmla="*/ 575250 w 655884"/>
                <a:gd name="connsiteY15" fmla="*/ 445101 h 619446"/>
                <a:gd name="connsiteX16" fmla="*/ 332703 w 655884"/>
                <a:gd name="connsiteY16" fmla="*/ 333471 h 619446"/>
                <a:gd name="connsiteX17" fmla="*/ 357012 w 655884"/>
                <a:gd name="connsiteY17" fmla="*/ 424076 h 619446"/>
                <a:gd name="connsiteX18" fmla="*/ 317234 w 655884"/>
                <a:gd name="connsiteY18" fmla="*/ 400873 h 619446"/>
                <a:gd name="connsiteX19" fmla="*/ 261987 w 655884"/>
                <a:gd name="connsiteY19" fmla="*/ 499212 h 619446"/>
                <a:gd name="connsiteX20" fmla="*/ 259777 w 655884"/>
                <a:gd name="connsiteY20" fmla="*/ 521311 h 619446"/>
                <a:gd name="connsiteX21" fmla="*/ 280771 w 655884"/>
                <a:gd name="connsiteY21" fmla="*/ 532361 h 619446"/>
                <a:gd name="connsiteX22" fmla="*/ 347068 w 655884"/>
                <a:gd name="connsiteY22" fmla="*/ 532361 h 619446"/>
                <a:gd name="connsiteX23" fmla="*/ 347068 w 655884"/>
                <a:gd name="connsiteY23" fmla="*/ 576558 h 619446"/>
                <a:gd name="connsiteX24" fmla="*/ 280771 w 655884"/>
                <a:gd name="connsiteY24" fmla="*/ 576558 h 619446"/>
                <a:gd name="connsiteX25" fmla="*/ 221104 w 655884"/>
                <a:gd name="connsiteY25" fmla="*/ 542305 h 619446"/>
                <a:gd name="connsiteX26" fmla="*/ 223314 w 655884"/>
                <a:gd name="connsiteY26" fmla="*/ 476008 h 619446"/>
                <a:gd name="connsiteX27" fmla="*/ 279666 w 655884"/>
                <a:gd name="connsiteY27" fmla="*/ 378774 h 619446"/>
                <a:gd name="connsiteX28" fmla="*/ 242098 w 655884"/>
                <a:gd name="connsiteY28" fmla="*/ 357780 h 619446"/>
                <a:gd name="connsiteX29" fmla="*/ 434954 w 655884"/>
                <a:gd name="connsiteY29" fmla="*/ 178779 h 619446"/>
                <a:gd name="connsiteX30" fmla="*/ 491306 w 655884"/>
                <a:gd name="connsiteY30" fmla="*/ 214137 h 619446"/>
                <a:gd name="connsiteX31" fmla="*/ 547658 w 655884"/>
                <a:gd name="connsiteY31" fmla="*/ 311372 h 619446"/>
                <a:gd name="connsiteX32" fmla="*/ 585226 w 655884"/>
                <a:gd name="connsiteY32" fmla="*/ 290378 h 619446"/>
                <a:gd name="connsiteX33" fmla="*/ 560918 w 655884"/>
                <a:gd name="connsiteY33" fmla="*/ 380983 h 619446"/>
                <a:gd name="connsiteX34" fmla="*/ 470312 w 655884"/>
                <a:gd name="connsiteY34" fmla="*/ 356674 h 619446"/>
                <a:gd name="connsiteX35" fmla="*/ 508985 w 655884"/>
                <a:gd name="connsiteY35" fmla="*/ 333471 h 619446"/>
                <a:gd name="connsiteX36" fmla="*/ 452633 w 655884"/>
                <a:gd name="connsiteY36" fmla="*/ 235131 h 619446"/>
                <a:gd name="connsiteX37" fmla="*/ 434954 w 655884"/>
                <a:gd name="connsiteY37" fmla="*/ 221872 h 619446"/>
                <a:gd name="connsiteX38" fmla="*/ 415065 w 655884"/>
                <a:gd name="connsiteY38" fmla="*/ 234026 h 619446"/>
                <a:gd name="connsiteX39" fmla="*/ 381917 w 655884"/>
                <a:gd name="connsiteY39" fmla="*/ 291483 h 619446"/>
                <a:gd name="connsiteX40" fmla="*/ 343244 w 655884"/>
                <a:gd name="connsiteY40" fmla="*/ 270489 h 619446"/>
                <a:gd name="connsiteX41" fmla="*/ 376392 w 655884"/>
                <a:gd name="connsiteY41" fmla="*/ 213032 h 619446"/>
                <a:gd name="connsiteX42" fmla="*/ 434954 w 655884"/>
                <a:gd name="connsiteY42" fmla="*/ 178779 h 619446"/>
                <a:gd name="connsiteX43" fmla="*/ 0 w 655884"/>
                <a:gd name="connsiteY43" fmla="*/ 0 h 619446"/>
                <a:gd name="connsiteX44" fmla="*/ 66259 w 655884"/>
                <a:gd name="connsiteY44" fmla="*/ 0 h 619446"/>
                <a:gd name="connsiteX45" fmla="*/ 66259 w 655884"/>
                <a:gd name="connsiteY45" fmla="*/ 66259 h 619446"/>
                <a:gd name="connsiteX46" fmla="*/ 0 w 655884"/>
                <a:gd name="connsiteY46" fmla="*/ 66259 h 61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55884" h="619446">
                  <a:moveTo>
                    <a:pt x="613389" y="423308"/>
                  </a:moveTo>
                  <a:lnTo>
                    <a:pt x="646078" y="479970"/>
                  </a:lnTo>
                  <a:cubicBezTo>
                    <a:pt x="649347" y="485419"/>
                    <a:pt x="651526" y="489777"/>
                    <a:pt x="652616" y="495225"/>
                  </a:cubicBezTo>
                  <a:lnTo>
                    <a:pt x="653706" y="498494"/>
                  </a:lnTo>
                  <a:cubicBezTo>
                    <a:pt x="658064" y="514839"/>
                    <a:pt x="655885" y="532274"/>
                    <a:pt x="647168" y="546439"/>
                  </a:cubicBezTo>
                  <a:cubicBezTo>
                    <a:pt x="635181" y="566053"/>
                    <a:pt x="615568" y="576950"/>
                    <a:pt x="591595" y="576950"/>
                  </a:cubicBezTo>
                  <a:lnTo>
                    <a:pt x="589416" y="576950"/>
                  </a:lnTo>
                  <a:lnTo>
                    <a:pt x="478270" y="576950"/>
                  </a:lnTo>
                  <a:lnTo>
                    <a:pt x="478270" y="619446"/>
                  </a:lnTo>
                  <a:lnTo>
                    <a:pt x="412891" y="554067"/>
                  </a:lnTo>
                  <a:lnTo>
                    <a:pt x="478270" y="488687"/>
                  </a:lnTo>
                  <a:lnTo>
                    <a:pt x="478270" y="533363"/>
                  </a:lnTo>
                  <a:lnTo>
                    <a:pt x="589416" y="533363"/>
                  </a:lnTo>
                  <a:cubicBezTo>
                    <a:pt x="599223" y="533363"/>
                    <a:pt x="605761" y="530094"/>
                    <a:pt x="609030" y="524646"/>
                  </a:cubicBezTo>
                  <a:cubicBezTo>
                    <a:pt x="613389" y="518108"/>
                    <a:pt x="612299" y="509391"/>
                    <a:pt x="607940" y="501763"/>
                  </a:cubicBezTo>
                  <a:lnTo>
                    <a:pt x="575250" y="445101"/>
                  </a:lnTo>
                  <a:close/>
                  <a:moveTo>
                    <a:pt x="332703" y="333471"/>
                  </a:moveTo>
                  <a:lnTo>
                    <a:pt x="357012" y="424076"/>
                  </a:lnTo>
                  <a:lnTo>
                    <a:pt x="317234" y="400873"/>
                  </a:lnTo>
                  <a:lnTo>
                    <a:pt x="261987" y="499212"/>
                  </a:lnTo>
                  <a:cubicBezTo>
                    <a:pt x="256462" y="506947"/>
                    <a:pt x="255357" y="514681"/>
                    <a:pt x="259777" y="521311"/>
                  </a:cubicBezTo>
                  <a:cubicBezTo>
                    <a:pt x="264197" y="527941"/>
                    <a:pt x="271932" y="532361"/>
                    <a:pt x="280771" y="532361"/>
                  </a:cubicBezTo>
                  <a:lnTo>
                    <a:pt x="347068" y="532361"/>
                  </a:lnTo>
                  <a:lnTo>
                    <a:pt x="347068" y="576558"/>
                  </a:lnTo>
                  <a:lnTo>
                    <a:pt x="280771" y="576558"/>
                  </a:lnTo>
                  <a:cubicBezTo>
                    <a:pt x="256462" y="576558"/>
                    <a:pt x="233259" y="563299"/>
                    <a:pt x="221104" y="542305"/>
                  </a:cubicBezTo>
                  <a:cubicBezTo>
                    <a:pt x="210055" y="521311"/>
                    <a:pt x="210055" y="498107"/>
                    <a:pt x="223314" y="476008"/>
                  </a:cubicBezTo>
                  <a:lnTo>
                    <a:pt x="279666" y="378774"/>
                  </a:lnTo>
                  <a:lnTo>
                    <a:pt x="242098" y="357780"/>
                  </a:lnTo>
                  <a:close/>
                  <a:moveTo>
                    <a:pt x="434954" y="178779"/>
                  </a:moveTo>
                  <a:cubicBezTo>
                    <a:pt x="458158" y="178779"/>
                    <a:pt x="479152" y="192038"/>
                    <a:pt x="491306" y="214137"/>
                  </a:cubicBezTo>
                  <a:lnTo>
                    <a:pt x="547658" y="311372"/>
                  </a:lnTo>
                  <a:lnTo>
                    <a:pt x="585226" y="290378"/>
                  </a:lnTo>
                  <a:lnTo>
                    <a:pt x="560918" y="380983"/>
                  </a:lnTo>
                  <a:lnTo>
                    <a:pt x="470312" y="356674"/>
                  </a:lnTo>
                  <a:lnTo>
                    <a:pt x="508985" y="333471"/>
                  </a:lnTo>
                  <a:lnTo>
                    <a:pt x="452633" y="235131"/>
                  </a:lnTo>
                  <a:cubicBezTo>
                    <a:pt x="448213" y="226291"/>
                    <a:pt x="441584" y="222976"/>
                    <a:pt x="434954" y="221872"/>
                  </a:cubicBezTo>
                  <a:cubicBezTo>
                    <a:pt x="427220" y="221872"/>
                    <a:pt x="419485" y="226291"/>
                    <a:pt x="415065" y="234026"/>
                  </a:cubicBezTo>
                  <a:lnTo>
                    <a:pt x="381917" y="291483"/>
                  </a:lnTo>
                  <a:lnTo>
                    <a:pt x="343244" y="270489"/>
                  </a:lnTo>
                  <a:lnTo>
                    <a:pt x="376392" y="213032"/>
                  </a:lnTo>
                  <a:cubicBezTo>
                    <a:pt x="388547" y="192038"/>
                    <a:pt x="410645" y="177674"/>
                    <a:pt x="434954" y="178779"/>
                  </a:cubicBezTo>
                  <a:close/>
                  <a:moveTo>
                    <a:pt x="0" y="0"/>
                  </a:moveTo>
                  <a:lnTo>
                    <a:pt x="66259" y="0"/>
                  </a:lnTo>
                  <a:lnTo>
                    <a:pt x="66259" y="66259"/>
                  </a:lnTo>
                  <a:lnTo>
                    <a:pt x="0" y="6625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50" name="Group 149">
            <a:extLst>
              <a:ext uri="{FF2B5EF4-FFF2-40B4-BE49-F238E27FC236}">
                <a16:creationId xmlns:a16="http://schemas.microsoft.com/office/drawing/2014/main" id="{366B1C94-9A01-7824-8337-ADE4593479D0}"/>
              </a:ext>
              <a:ext uri="{C183D7F6-B498-43B3-948B-1728B52AA6E4}">
                <adec:decorative xmlns:adec="http://schemas.microsoft.com/office/drawing/2017/decorative" val="1"/>
              </a:ext>
            </a:extLst>
          </p:cNvPr>
          <p:cNvGrpSpPr>
            <a:grpSpLocks noChangeAspect="1"/>
          </p:cNvGrpSpPr>
          <p:nvPr/>
        </p:nvGrpSpPr>
        <p:grpSpPr>
          <a:xfrm>
            <a:off x="4363496" y="4343071"/>
            <a:ext cx="450510" cy="457200"/>
            <a:chOff x="4363496" y="4343071"/>
            <a:chExt cx="450510" cy="457200"/>
          </a:xfrm>
          <a:solidFill>
            <a:srgbClr val="FF0000"/>
          </a:solidFill>
        </p:grpSpPr>
        <p:sp>
          <p:nvSpPr>
            <p:cNvPr id="2261" name="Freeform: Shape 2260">
              <a:extLst>
                <a:ext uri="{FF2B5EF4-FFF2-40B4-BE49-F238E27FC236}">
                  <a16:creationId xmlns:a16="http://schemas.microsoft.com/office/drawing/2014/main" id="{49B049E1-2FA6-D138-C114-0FB65061AEAC}"/>
                </a:ext>
                <a:ext uri="{C183D7F6-B498-43B3-948B-1728B52AA6E4}">
                  <adec:decorative xmlns:adec="http://schemas.microsoft.com/office/drawing/2017/decorative" val="1"/>
                </a:ext>
              </a:extLst>
            </p:cNvPr>
            <p:cNvSpPr/>
            <p:nvPr/>
          </p:nvSpPr>
          <p:spPr>
            <a:xfrm>
              <a:off x="4363496" y="4413193"/>
              <a:ext cx="280873" cy="377744"/>
            </a:xfrm>
            <a:custGeom>
              <a:avLst/>
              <a:gdLst>
                <a:gd name="connsiteX0" fmla="*/ 126848 w 522418"/>
                <a:gd name="connsiteY0" fmla="*/ 416531 h 702596"/>
                <a:gd name="connsiteX1" fmla="*/ 143135 w 522418"/>
                <a:gd name="connsiteY1" fmla="*/ 432471 h 702596"/>
                <a:gd name="connsiteX2" fmla="*/ 143459 w 522418"/>
                <a:gd name="connsiteY2" fmla="*/ 445631 h 702596"/>
                <a:gd name="connsiteX3" fmla="*/ 156972 w 522418"/>
                <a:gd name="connsiteY3" fmla="*/ 509169 h 702596"/>
                <a:gd name="connsiteX4" fmla="*/ 200441 w 522418"/>
                <a:gd name="connsiteY4" fmla="*/ 549385 h 702596"/>
                <a:gd name="connsiteX5" fmla="*/ 235203 w 522418"/>
                <a:gd name="connsiteY5" fmla="*/ 558899 h 702596"/>
                <a:gd name="connsiteX6" fmla="*/ 253406 w 522418"/>
                <a:gd name="connsiteY6" fmla="*/ 558906 h 702596"/>
                <a:gd name="connsiteX7" fmla="*/ 276948 w 522418"/>
                <a:gd name="connsiteY7" fmla="*/ 583518 h 702596"/>
                <a:gd name="connsiteX8" fmla="*/ 251252 w 522418"/>
                <a:gd name="connsiteY8" fmla="*/ 604861 h 702596"/>
                <a:gd name="connsiteX9" fmla="*/ 161118 w 522418"/>
                <a:gd name="connsiteY9" fmla="*/ 578967 h 702596"/>
                <a:gd name="connsiteX10" fmla="*/ 130814 w 522418"/>
                <a:gd name="connsiteY10" fmla="*/ 551061 h 702596"/>
                <a:gd name="connsiteX11" fmla="*/ 115999 w 522418"/>
                <a:gd name="connsiteY11" fmla="*/ 528966 h 702596"/>
                <a:gd name="connsiteX12" fmla="*/ 99688 w 522418"/>
                <a:gd name="connsiteY12" fmla="*/ 484492 h 702596"/>
                <a:gd name="connsiteX13" fmla="*/ 98416 w 522418"/>
                <a:gd name="connsiteY13" fmla="*/ 442508 h 702596"/>
                <a:gd name="connsiteX14" fmla="*/ 101458 w 522418"/>
                <a:gd name="connsiteY14" fmla="*/ 428659 h 702596"/>
                <a:gd name="connsiteX15" fmla="*/ 126848 w 522418"/>
                <a:gd name="connsiteY15" fmla="*/ 416531 h 702596"/>
                <a:gd name="connsiteX16" fmla="*/ 254556 w 522418"/>
                <a:gd name="connsiteY16" fmla="*/ 299 h 702596"/>
                <a:gd name="connsiteX17" fmla="*/ 280132 w 522418"/>
                <a:gd name="connsiteY17" fmla="*/ 5038 h 702596"/>
                <a:gd name="connsiteX18" fmla="*/ 295732 w 522418"/>
                <a:gd name="connsiteY18" fmla="*/ 23524 h 702596"/>
                <a:gd name="connsiteX19" fmla="*/ 343343 w 522418"/>
                <a:gd name="connsiteY19" fmla="*/ 96303 h 702596"/>
                <a:gd name="connsiteX20" fmla="*/ 400204 w 522418"/>
                <a:gd name="connsiteY20" fmla="*/ 183595 h 702596"/>
                <a:gd name="connsiteX21" fmla="*/ 457386 w 522418"/>
                <a:gd name="connsiteY21" fmla="*/ 271252 h 702596"/>
                <a:gd name="connsiteX22" fmla="*/ 489504 w 522418"/>
                <a:gd name="connsiteY22" fmla="*/ 321039 h 702596"/>
                <a:gd name="connsiteX23" fmla="*/ 491926 w 522418"/>
                <a:gd name="connsiteY23" fmla="*/ 326297 h 702596"/>
                <a:gd name="connsiteX24" fmla="*/ 492448 w 522418"/>
                <a:gd name="connsiteY24" fmla="*/ 327632 h 702596"/>
                <a:gd name="connsiteX25" fmla="*/ 493032 w 522418"/>
                <a:gd name="connsiteY25" fmla="*/ 329126 h 702596"/>
                <a:gd name="connsiteX26" fmla="*/ 496838 w 522418"/>
                <a:gd name="connsiteY26" fmla="*/ 337102 h 702596"/>
                <a:gd name="connsiteX27" fmla="*/ 497359 w 522418"/>
                <a:gd name="connsiteY27" fmla="*/ 338436 h 702596"/>
                <a:gd name="connsiteX28" fmla="*/ 497942 w 522418"/>
                <a:gd name="connsiteY28" fmla="*/ 339928 h 702596"/>
                <a:gd name="connsiteX29" fmla="*/ 500770 w 522418"/>
                <a:gd name="connsiteY29" fmla="*/ 345946 h 702596"/>
                <a:gd name="connsiteX30" fmla="*/ 501291 w 522418"/>
                <a:gd name="connsiteY30" fmla="*/ 347282 h 702596"/>
                <a:gd name="connsiteX31" fmla="*/ 501871 w 522418"/>
                <a:gd name="connsiteY31" fmla="*/ 348767 h 702596"/>
                <a:gd name="connsiteX32" fmla="*/ 502756 w 522418"/>
                <a:gd name="connsiteY32" fmla="*/ 350896 h 702596"/>
                <a:gd name="connsiteX33" fmla="*/ 503266 w 522418"/>
                <a:gd name="connsiteY33" fmla="*/ 352211 h 702596"/>
                <a:gd name="connsiteX34" fmla="*/ 503835 w 522418"/>
                <a:gd name="connsiteY34" fmla="*/ 353677 h 702596"/>
                <a:gd name="connsiteX35" fmla="*/ 504702 w 522418"/>
                <a:gd name="connsiteY35" fmla="*/ 355855 h 702596"/>
                <a:gd name="connsiteX36" fmla="*/ 507367 w 522418"/>
                <a:gd name="connsiteY36" fmla="*/ 363601 h 702596"/>
                <a:gd name="connsiteX37" fmla="*/ 510709 w 522418"/>
                <a:gd name="connsiteY37" fmla="*/ 373318 h 702596"/>
                <a:gd name="connsiteX38" fmla="*/ 511623 w 522418"/>
                <a:gd name="connsiteY38" fmla="*/ 377358 h 702596"/>
                <a:gd name="connsiteX39" fmla="*/ 512182 w 522418"/>
                <a:gd name="connsiteY39" fmla="*/ 378867 h 702596"/>
                <a:gd name="connsiteX40" fmla="*/ 512673 w 522418"/>
                <a:gd name="connsiteY40" fmla="*/ 380193 h 702596"/>
                <a:gd name="connsiteX41" fmla="*/ 518532 w 522418"/>
                <a:gd name="connsiteY41" fmla="*/ 405057 h 702596"/>
                <a:gd name="connsiteX42" fmla="*/ 522412 w 522418"/>
                <a:gd name="connsiteY42" fmla="*/ 450266 h 702596"/>
                <a:gd name="connsiteX43" fmla="*/ 502592 w 522418"/>
                <a:gd name="connsiteY43" fmla="*/ 549233 h 702596"/>
                <a:gd name="connsiteX44" fmla="*/ 464814 w 522418"/>
                <a:gd name="connsiteY44" fmla="*/ 613088 h 702596"/>
                <a:gd name="connsiteX45" fmla="*/ 440198 w 522418"/>
                <a:gd name="connsiteY45" fmla="*/ 639372 h 702596"/>
                <a:gd name="connsiteX46" fmla="*/ 438218 w 522418"/>
                <a:gd name="connsiteY46" fmla="*/ 640959 h 702596"/>
                <a:gd name="connsiteX47" fmla="*/ 436278 w 522418"/>
                <a:gd name="connsiteY47" fmla="*/ 642515 h 702596"/>
                <a:gd name="connsiteX48" fmla="*/ 431351 w 522418"/>
                <a:gd name="connsiteY48" fmla="*/ 647235 h 702596"/>
                <a:gd name="connsiteX49" fmla="*/ 429374 w 522418"/>
                <a:gd name="connsiteY49" fmla="*/ 648820 h 702596"/>
                <a:gd name="connsiteX50" fmla="*/ 427439 w 522418"/>
                <a:gd name="connsiteY50" fmla="*/ 650371 h 702596"/>
                <a:gd name="connsiteX51" fmla="*/ 426375 w 522418"/>
                <a:gd name="connsiteY51" fmla="*/ 651219 h 702596"/>
                <a:gd name="connsiteX52" fmla="*/ 424449 w 522418"/>
                <a:gd name="connsiteY52" fmla="*/ 652761 h 702596"/>
                <a:gd name="connsiteX53" fmla="*/ 422529 w 522418"/>
                <a:gd name="connsiteY53" fmla="*/ 654299 h 702596"/>
                <a:gd name="connsiteX54" fmla="*/ 421465 w 522418"/>
                <a:gd name="connsiteY54" fmla="*/ 655147 h 702596"/>
                <a:gd name="connsiteX55" fmla="*/ 419563 w 522418"/>
                <a:gd name="connsiteY55" fmla="*/ 656668 h 702596"/>
                <a:gd name="connsiteX56" fmla="*/ 417636 w 522418"/>
                <a:gd name="connsiteY56" fmla="*/ 658208 h 702596"/>
                <a:gd name="connsiteX57" fmla="*/ 417256 w 522418"/>
                <a:gd name="connsiteY57" fmla="*/ 658150 h 702596"/>
                <a:gd name="connsiteX58" fmla="*/ 413708 w 522418"/>
                <a:gd name="connsiteY58" fmla="*/ 661155 h 702596"/>
                <a:gd name="connsiteX59" fmla="*/ 413330 w 522418"/>
                <a:gd name="connsiteY59" fmla="*/ 661097 h 702596"/>
                <a:gd name="connsiteX60" fmla="*/ 410549 w 522418"/>
                <a:gd name="connsiteY60" fmla="*/ 663488 h 702596"/>
                <a:gd name="connsiteX61" fmla="*/ 409975 w 522418"/>
                <a:gd name="connsiteY61" fmla="*/ 663677 h 702596"/>
                <a:gd name="connsiteX62" fmla="*/ 408190 w 522418"/>
                <a:gd name="connsiteY62" fmla="*/ 665012 h 702596"/>
                <a:gd name="connsiteX63" fmla="*/ 407603 w 522418"/>
                <a:gd name="connsiteY63" fmla="*/ 665451 h 702596"/>
                <a:gd name="connsiteX64" fmla="*/ 407029 w 522418"/>
                <a:gd name="connsiteY64" fmla="*/ 665641 h 702596"/>
                <a:gd name="connsiteX65" fmla="*/ 405245 w 522418"/>
                <a:gd name="connsiteY65" fmla="*/ 666975 h 702596"/>
                <a:gd name="connsiteX66" fmla="*/ 404657 w 522418"/>
                <a:gd name="connsiteY66" fmla="*/ 667415 h 702596"/>
                <a:gd name="connsiteX67" fmla="*/ 404082 w 522418"/>
                <a:gd name="connsiteY67" fmla="*/ 667605 h 702596"/>
                <a:gd name="connsiteX68" fmla="*/ 402295 w 522418"/>
                <a:gd name="connsiteY68" fmla="*/ 668942 h 702596"/>
                <a:gd name="connsiteX69" fmla="*/ 401710 w 522418"/>
                <a:gd name="connsiteY69" fmla="*/ 669379 h 702596"/>
                <a:gd name="connsiteX70" fmla="*/ 401109 w 522418"/>
                <a:gd name="connsiteY70" fmla="*/ 669554 h 702596"/>
                <a:gd name="connsiteX71" fmla="*/ 398666 w 522418"/>
                <a:gd name="connsiteY71" fmla="*/ 669563 h 702596"/>
                <a:gd name="connsiteX72" fmla="*/ 400963 w 522418"/>
                <a:gd name="connsiteY72" fmla="*/ 669595 h 702596"/>
                <a:gd name="connsiteX73" fmla="*/ 397055 w 522418"/>
                <a:gd name="connsiteY73" fmla="*/ 672153 h 702596"/>
                <a:gd name="connsiteX74" fmla="*/ 397764 w 522418"/>
                <a:gd name="connsiteY74" fmla="*/ 669566 h 702596"/>
                <a:gd name="connsiteX75" fmla="*/ 397755 w 522418"/>
                <a:gd name="connsiteY75" fmla="*/ 669567 h 702596"/>
                <a:gd name="connsiteX76" fmla="*/ 396802 w 522418"/>
                <a:gd name="connsiteY76" fmla="*/ 672320 h 702596"/>
                <a:gd name="connsiteX77" fmla="*/ 396200 w 522418"/>
                <a:gd name="connsiteY77" fmla="*/ 672499 h 702596"/>
                <a:gd name="connsiteX78" fmla="*/ 393731 w 522418"/>
                <a:gd name="connsiteY78" fmla="*/ 672509 h 702596"/>
                <a:gd name="connsiteX79" fmla="*/ 396052 w 522418"/>
                <a:gd name="connsiteY79" fmla="*/ 672541 h 702596"/>
                <a:gd name="connsiteX80" fmla="*/ 392145 w 522418"/>
                <a:gd name="connsiteY80" fmla="*/ 675099 h 702596"/>
                <a:gd name="connsiteX81" fmla="*/ 392853 w 522418"/>
                <a:gd name="connsiteY81" fmla="*/ 672512 h 702596"/>
                <a:gd name="connsiteX82" fmla="*/ 392845 w 522418"/>
                <a:gd name="connsiteY82" fmla="*/ 672512 h 702596"/>
                <a:gd name="connsiteX83" fmla="*/ 391892 w 522418"/>
                <a:gd name="connsiteY83" fmla="*/ 675266 h 702596"/>
                <a:gd name="connsiteX84" fmla="*/ 391290 w 522418"/>
                <a:gd name="connsiteY84" fmla="*/ 675444 h 702596"/>
                <a:gd name="connsiteX85" fmla="*/ 387893 w 522418"/>
                <a:gd name="connsiteY85" fmla="*/ 676035 h 702596"/>
                <a:gd name="connsiteX86" fmla="*/ 391143 w 522418"/>
                <a:gd name="connsiteY86" fmla="*/ 675486 h 702596"/>
                <a:gd name="connsiteX87" fmla="*/ 381369 w 522418"/>
                <a:gd name="connsiteY87" fmla="*/ 680977 h 702596"/>
                <a:gd name="connsiteX88" fmla="*/ 382702 w 522418"/>
                <a:gd name="connsiteY88" fmla="*/ 678076 h 702596"/>
                <a:gd name="connsiteX89" fmla="*/ 383316 w 522418"/>
                <a:gd name="connsiteY89" fmla="*/ 677659 h 702596"/>
                <a:gd name="connsiteX90" fmla="*/ 382586 w 522418"/>
                <a:gd name="connsiteY90" fmla="*/ 678152 h 702596"/>
                <a:gd name="connsiteX91" fmla="*/ 381090 w 522418"/>
                <a:gd name="connsiteY91" fmla="*/ 681157 h 702596"/>
                <a:gd name="connsiteX92" fmla="*/ 380497 w 522418"/>
                <a:gd name="connsiteY92" fmla="*/ 681338 h 702596"/>
                <a:gd name="connsiteX93" fmla="*/ 379408 w 522418"/>
                <a:gd name="connsiteY93" fmla="*/ 682000 h 702596"/>
                <a:gd name="connsiteX94" fmla="*/ 375348 w 522418"/>
                <a:gd name="connsiteY94" fmla="*/ 684467 h 702596"/>
                <a:gd name="connsiteX95" fmla="*/ 373501 w 522418"/>
                <a:gd name="connsiteY95" fmla="*/ 684472 h 702596"/>
                <a:gd name="connsiteX96" fmla="*/ 369519 w 522418"/>
                <a:gd name="connsiteY96" fmla="*/ 686653 h 702596"/>
                <a:gd name="connsiteX97" fmla="*/ 364545 w 522418"/>
                <a:gd name="connsiteY97" fmla="*/ 689378 h 702596"/>
                <a:gd name="connsiteX98" fmla="*/ 362722 w 522418"/>
                <a:gd name="connsiteY98" fmla="*/ 689395 h 702596"/>
                <a:gd name="connsiteX99" fmla="*/ 361325 w 522418"/>
                <a:gd name="connsiteY99" fmla="*/ 690276 h 702596"/>
                <a:gd name="connsiteX100" fmla="*/ 359635 w 522418"/>
                <a:gd name="connsiteY100" fmla="*/ 691342 h 702596"/>
                <a:gd name="connsiteX101" fmla="*/ 357812 w 522418"/>
                <a:gd name="connsiteY101" fmla="*/ 691359 h 702596"/>
                <a:gd name="connsiteX102" fmla="*/ 356415 w 522418"/>
                <a:gd name="connsiteY102" fmla="*/ 692240 h 702596"/>
                <a:gd name="connsiteX103" fmla="*/ 354724 w 522418"/>
                <a:gd name="connsiteY103" fmla="*/ 693306 h 702596"/>
                <a:gd name="connsiteX104" fmla="*/ 352901 w 522418"/>
                <a:gd name="connsiteY104" fmla="*/ 693323 h 702596"/>
                <a:gd name="connsiteX105" fmla="*/ 351505 w 522418"/>
                <a:gd name="connsiteY105" fmla="*/ 694204 h 702596"/>
                <a:gd name="connsiteX106" fmla="*/ 349814 w 522418"/>
                <a:gd name="connsiteY106" fmla="*/ 695270 h 702596"/>
                <a:gd name="connsiteX107" fmla="*/ 327548 w 522418"/>
                <a:gd name="connsiteY107" fmla="*/ 701104 h 702596"/>
                <a:gd name="connsiteX108" fmla="*/ 327548 w 522418"/>
                <a:gd name="connsiteY108" fmla="*/ 651319 h 702596"/>
                <a:gd name="connsiteX109" fmla="*/ 373466 w 522418"/>
                <a:gd name="connsiteY109" fmla="*/ 633576 h 702596"/>
                <a:gd name="connsiteX110" fmla="*/ 428308 w 522418"/>
                <a:gd name="connsiteY110" fmla="*/ 585792 h 702596"/>
                <a:gd name="connsiteX111" fmla="*/ 459621 w 522418"/>
                <a:gd name="connsiteY111" fmla="*/ 533987 h 702596"/>
                <a:gd name="connsiteX112" fmla="*/ 476420 w 522418"/>
                <a:gd name="connsiteY112" fmla="*/ 441509 h 702596"/>
                <a:gd name="connsiteX113" fmla="*/ 472482 w 522418"/>
                <a:gd name="connsiteY113" fmla="*/ 407079 h 702596"/>
                <a:gd name="connsiteX114" fmla="*/ 444412 w 522418"/>
                <a:gd name="connsiteY114" fmla="*/ 335107 h 702596"/>
                <a:gd name="connsiteX115" fmla="*/ 387375 w 522418"/>
                <a:gd name="connsiteY115" fmla="*/ 247372 h 702596"/>
                <a:gd name="connsiteX116" fmla="*/ 341934 w 522418"/>
                <a:gd name="connsiteY116" fmla="*/ 177749 h 702596"/>
                <a:gd name="connsiteX117" fmla="*/ 270516 w 522418"/>
                <a:gd name="connsiteY117" fmla="*/ 68556 h 702596"/>
                <a:gd name="connsiteX118" fmla="*/ 251626 w 522418"/>
                <a:gd name="connsiteY118" fmla="*/ 68890 h 702596"/>
                <a:gd name="connsiteX119" fmla="*/ 200158 w 522418"/>
                <a:gd name="connsiteY119" fmla="*/ 148260 h 702596"/>
                <a:gd name="connsiteX120" fmla="*/ 156049 w 522418"/>
                <a:gd name="connsiteY120" fmla="*/ 215902 h 702596"/>
                <a:gd name="connsiteX121" fmla="*/ 98218 w 522418"/>
                <a:gd name="connsiteY121" fmla="*/ 304279 h 702596"/>
                <a:gd name="connsiteX122" fmla="*/ 60043 w 522418"/>
                <a:gd name="connsiteY122" fmla="*/ 371298 h 702596"/>
                <a:gd name="connsiteX123" fmla="*/ 45484 w 522418"/>
                <a:gd name="connsiteY123" fmla="*/ 438865 h 702596"/>
                <a:gd name="connsiteX124" fmla="*/ 48297 w 522418"/>
                <a:gd name="connsiteY124" fmla="*/ 484838 h 702596"/>
                <a:gd name="connsiteX125" fmla="*/ 65301 w 522418"/>
                <a:gd name="connsiteY125" fmla="*/ 539774 h 702596"/>
                <a:gd name="connsiteX126" fmla="*/ 124362 w 522418"/>
                <a:gd name="connsiteY126" fmla="*/ 615970 h 702596"/>
                <a:gd name="connsiteX127" fmla="*/ 188922 w 522418"/>
                <a:gd name="connsiteY127" fmla="*/ 652559 h 702596"/>
                <a:gd name="connsiteX128" fmla="*/ 200762 w 522418"/>
                <a:gd name="connsiteY128" fmla="*/ 655627 h 702596"/>
                <a:gd name="connsiteX129" fmla="*/ 200762 w 522418"/>
                <a:gd name="connsiteY129" fmla="*/ 702596 h 702596"/>
                <a:gd name="connsiteX130" fmla="*/ 192886 w 522418"/>
                <a:gd name="connsiteY130" fmla="*/ 701038 h 702596"/>
                <a:gd name="connsiteX131" fmla="*/ 191414 w 522418"/>
                <a:gd name="connsiteY131" fmla="*/ 700613 h 702596"/>
                <a:gd name="connsiteX132" fmla="*/ 189888 w 522418"/>
                <a:gd name="connsiteY132" fmla="*/ 700172 h 702596"/>
                <a:gd name="connsiteX133" fmla="*/ 186019 w 522418"/>
                <a:gd name="connsiteY133" fmla="*/ 699049 h 702596"/>
                <a:gd name="connsiteX134" fmla="*/ 179481 w 522418"/>
                <a:gd name="connsiteY134" fmla="*/ 696929 h 702596"/>
                <a:gd name="connsiteX135" fmla="*/ 168247 w 522418"/>
                <a:gd name="connsiteY135" fmla="*/ 693285 h 702596"/>
                <a:gd name="connsiteX136" fmla="*/ 166292 w 522418"/>
                <a:gd name="connsiteY136" fmla="*/ 692137 h 702596"/>
                <a:gd name="connsiteX137" fmla="*/ 165261 w 522418"/>
                <a:gd name="connsiteY137" fmla="*/ 691853 h 702596"/>
                <a:gd name="connsiteX138" fmla="*/ 163373 w 522418"/>
                <a:gd name="connsiteY138" fmla="*/ 691333 h 702596"/>
                <a:gd name="connsiteX139" fmla="*/ 161385 w 522418"/>
                <a:gd name="connsiteY139" fmla="*/ 690175 h 702596"/>
                <a:gd name="connsiteX140" fmla="*/ 160333 w 522418"/>
                <a:gd name="connsiteY140" fmla="*/ 689885 h 702596"/>
                <a:gd name="connsiteX141" fmla="*/ 158462 w 522418"/>
                <a:gd name="connsiteY141" fmla="*/ 689369 h 702596"/>
                <a:gd name="connsiteX142" fmla="*/ 154533 w 522418"/>
                <a:gd name="connsiteY142" fmla="*/ 687246 h 702596"/>
                <a:gd name="connsiteX143" fmla="*/ 153345 w 522418"/>
                <a:gd name="connsiteY143" fmla="*/ 686914 h 702596"/>
                <a:gd name="connsiteX144" fmla="*/ 151588 w 522418"/>
                <a:gd name="connsiteY144" fmla="*/ 686423 h 702596"/>
                <a:gd name="connsiteX145" fmla="*/ 97136 w 522418"/>
                <a:gd name="connsiteY145" fmla="*/ 652289 h 702596"/>
                <a:gd name="connsiteX146" fmla="*/ 67325 w 522418"/>
                <a:gd name="connsiteY146" fmla="*/ 624325 h 702596"/>
                <a:gd name="connsiteX147" fmla="*/ 32625 w 522418"/>
                <a:gd name="connsiteY147" fmla="*/ 575698 h 702596"/>
                <a:gd name="connsiteX148" fmla="*/ 25849 w 522418"/>
                <a:gd name="connsiteY148" fmla="*/ 562105 h 702596"/>
                <a:gd name="connsiteX149" fmla="*/ 25474 w 522418"/>
                <a:gd name="connsiteY149" fmla="*/ 561222 h 702596"/>
                <a:gd name="connsiteX150" fmla="*/ 24917 w 522418"/>
                <a:gd name="connsiteY150" fmla="*/ 559909 h 702596"/>
                <a:gd name="connsiteX151" fmla="*/ 21920 w 522418"/>
                <a:gd name="connsiteY151" fmla="*/ 553258 h 702596"/>
                <a:gd name="connsiteX152" fmla="*/ 21551 w 522418"/>
                <a:gd name="connsiteY152" fmla="*/ 552392 h 702596"/>
                <a:gd name="connsiteX153" fmla="*/ 20988 w 522418"/>
                <a:gd name="connsiteY153" fmla="*/ 551071 h 702596"/>
                <a:gd name="connsiteX154" fmla="*/ 19955 w 522418"/>
                <a:gd name="connsiteY154" fmla="*/ 548319 h 702596"/>
                <a:gd name="connsiteX155" fmla="*/ 19610 w 522418"/>
                <a:gd name="connsiteY155" fmla="*/ 547519 h 702596"/>
                <a:gd name="connsiteX156" fmla="*/ 19024 w 522418"/>
                <a:gd name="connsiteY156" fmla="*/ 546160 h 702596"/>
                <a:gd name="connsiteX157" fmla="*/ 17991 w 522418"/>
                <a:gd name="connsiteY157" fmla="*/ 543409 h 702596"/>
                <a:gd name="connsiteX158" fmla="*/ 17646 w 522418"/>
                <a:gd name="connsiteY158" fmla="*/ 542608 h 702596"/>
                <a:gd name="connsiteX159" fmla="*/ 17060 w 522418"/>
                <a:gd name="connsiteY159" fmla="*/ 541250 h 702596"/>
                <a:gd name="connsiteX160" fmla="*/ 16053 w 522418"/>
                <a:gd name="connsiteY160" fmla="*/ 538422 h 702596"/>
                <a:gd name="connsiteX161" fmla="*/ 15034 w 522418"/>
                <a:gd name="connsiteY161" fmla="*/ 535570 h 702596"/>
                <a:gd name="connsiteX162" fmla="*/ 12150 w 522418"/>
                <a:gd name="connsiteY162" fmla="*/ 527501 h 702596"/>
                <a:gd name="connsiteX163" fmla="*/ 11113 w 522418"/>
                <a:gd name="connsiteY163" fmla="*/ 522831 h 702596"/>
                <a:gd name="connsiteX164" fmla="*/ 10728 w 522418"/>
                <a:gd name="connsiteY164" fmla="*/ 521916 h 702596"/>
                <a:gd name="connsiteX165" fmla="*/ 10186 w 522418"/>
                <a:gd name="connsiteY165" fmla="*/ 520627 h 702596"/>
                <a:gd name="connsiteX166" fmla="*/ 4222 w 522418"/>
                <a:gd name="connsiteY166" fmla="*/ 496210 h 702596"/>
                <a:gd name="connsiteX167" fmla="*/ 278 w 522418"/>
                <a:gd name="connsiteY167" fmla="*/ 438692 h 702596"/>
                <a:gd name="connsiteX168" fmla="*/ 9290 w 522418"/>
                <a:gd name="connsiteY168" fmla="*/ 380443 h 702596"/>
                <a:gd name="connsiteX169" fmla="*/ 30790 w 522418"/>
                <a:gd name="connsiteY169" fmla="*/ 325601 h 702596"/>
                <a:gd name="connsiteX170" fmla="*/ 53783 w 522418"/>
                <a:gd name="connsiteY170" fmla="*/ 288855 h 702596"/>
                <a:gd name="connsiteX171" fmla="*/ 115699 w 522418"/>
                <a:gd name="connsiteY171" fmla="*/ 194407 h 702596"/>
                <a:gd name="connsiteX172" fmla="*/ 157496 w 522418"/>
                <a:gd name="connsiteY172" fmla="*/ 130101 h 702596"/>
                <a:gd name="connsiteX173" fmla="*/ 214758 w 522418"/>
                <a:gd name="connsiteY173" fmla="*/ 42311 h 702596"/>
                <a:gd name="connsiteX174" fmla="*/ 231840 w 522418"/>
                <a:gd name="connsiteY174" fmla="*/ 15966 h 702596"/>
                <a:gd name="connsiteX175" fmla="*/ 232818 w 522418"/>
                <a:gd name="connsiteY175" fmla="*/ 14916 h 702596"/>
                <a:gd name="connsiteX176" fmla="*/ 233821 w 522418"/>
                <a:gd name="connsiteY176" fmla="*/ 13841 h 702596"/>
                <a:gd name="connsiteX177" fmla="*/ 237823 w 522418"/>
                <a:gd name="connsiteY177" fmla="*/ 9057 h 702596"/>
                <a:gd name="connsiteX178" fmla="*/ 240142 w 522418"/>
                <a:gd name="connsiteY178" fmla="*/ 7202 h 702596"/>
                <a:gd name="connsiteX179" fmla="*/ 240960 w 522418"/>
                <a:gd name="connsiteY179" fmla="*/ 6547 h 702596"/>
                <a:gd name="connsiteX180" fmla="*/ 241534 w 522418"/>
                <a:gd name="connsiteY180" fmla="*/ 6358 h 702596"/>
                <a:gd name="connsiteX181" fmla="*/ 243317 w 522418"/>
                <a:gd name="connsiteY181" fmla="*/ 5025 h 702596"/>
                <a:gd name="connsiteX182" fmla="*/ 243906 w 522418"/>
                <a:gd name="connsiteY182" fmla="*/ 4585 h 702596"/>
                <a:gd name="connsiteX183" fmla="*/ 244507 w 522418"/>
                <a:gd name="connsiteY183" fmla="*/ 4410 h 702596"/>
                <a:gd name="connsiteX184" fmla="*/ 245695 w 522418"/>
                <a:gd name="connsiteY184" fmla="*/ 3803 h 702596"/>
                <a:gd name="connsiteX185" fmla="*/ 250627 w 522418"/>
                <a:gd name="connsiteY185" fmla="*/ 1281 h 702596"/>
                <a:gd name="connsiteX186" fmla="*/ 252349 w 522418"/>
                <a:gd name="connsiteY186" fmla="*/ 1453 h 702596"/>
                <a:gd name="connsiteX187" fmla="*/ 253608 w 522418"/>
                <a:gd name="connsiteY187" fmla="*/ 795 h 70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22418" h="702596">
                  <a:moveTo>
                    <a:pt x="126848" y="416531"/>
                  </a:moveTo>
                  <a:cubicBezTo>
                    <a:pt x="133325" y="417226"/>
                    <a:pt x="141451" y="424661"/>
                    <a:pt x="143135" y="432471"/>
                  </a:cubicBezTo>
                  <a:cubicBezTo>
                    <a:pt x="144045" y="436695"/>
                    <a:pt x="144011" y="441312"/>
                    <a:pt x="143459" y="445631"/>
                  </a:cubicBezTo>
                  <a:cubicBezTo>
                    <a:pt x="140542" y="468435"/>
                    <a:pt x="145495" y="489382"/>
                    <a:pt x="156972" y="509169"/>
                  </a:cubicBezTo>
                  <a:cubicBezTo>
                    <a:pt x="167382" y="527117"/>
                    <a:pt x="182136" y="540249"/>
                    <a:pt x="200441" y="549385"/>
                  </a:cubicBezTo>
                  <a:cubicBezTo>
                    <a:pt x="211300" y="554804"/>
                    <a:pt x="222866" y="558545"/>
                    <a:pt x="235203" y="558899"/>
                  </a:cubicBezTo>
                  <a:cubicBezTo>
                    <a:pt x="241266" y="559072"/>
                    <a:pt x="247342" y="559070"/>
                    <a:pt x="253406" y="558906"/>
                  </a:cubicBezTo>
                  <a:cubicBezTo>
                    <a:pt x="266604" y="558549"/>
                    <a:pt x="279396" y="570236"/>
                    <a:pt x="276948" y="583518"/>
                  </a:cubicBezTo>
                  <a:cubicBezTo>
                    <a:pt x="273891" y="600103"/>
                    <a:pt x="266398" y="604208"/>
                    <a:pt x="251252" y="604861"/>
                  </a:cubicBezTo>
                  <a:cubicBezTo>
                    <a:pt x="218514" y="606273"/>
                    <a:pt x="188292" y="597602"/>
                    <a:pt x="161118" y="578967"/>
                  </a:cubicBezTo>
                  <a:cubicBezTo>
                    <a:pt x="149760" y="571178"/>
                    <a:pt x="139695" y="561974"/>
                    <a:pt x="130814" y="551061"/>
                  </a:cubicBezTo>
                  <a:cubicBezTo>
                    <a:pt x="125833" y="543469"/>
                    <a:pt x="120765" y="536315"/>
                    <a:pt x="115999" y="528966"/>
                  </a:cubicBezTo>
                  <a:cubicBezTo>
                    <a:pt x="107201" y="515401"/>
                    <a:pt x="102632" y="500093"/>
                    <a:pt x="99688" y="484492"/>
                  </a:cubicBezTo>
                  <a:cubicBezTo>
                    <a:pt x="97085" y="470702"/>
                    <a:pt x="95954" y="456577"/>
                    <a:pt x="98416" y="442508"/>
                  </a:cubicBezTo>
                  <a:cubicBezTo>
                    <a:pt x="99232" y="437844"/>
                    <a:pt x="99586" y="432899"/>
                    <a:pt x="101458" y="428659"/>
                  </a:cubicBezTo>
                  <a:cubicBezTo>
                    <a:pt x="105781" y="418865"/>
                    <a:pt x="114218" y="415177"/>
                    <a:pt x="126848" y="416531"/>
                  </a:cubicBezTo>
                  <a:close/>
                  <a:moveTo>
                    <a:pt x="254556" y="299"/>
                  </a:moveTo>
                  <a:cubicBezTo>
                    <a:pt x="263517" y="-480"/>
                    <a:pt x="272223" y="-10"/>
                    <a:pt x="280132" y="5038"/>
                  </a:cubicBezTo>
                  <a:cubicBezTo>
                    <a:pt x="287267" y="9592"/>
                    <a:pt x="291281" y="16774"/>
                    <a:pt x="295732" y="23524"/>
                  </a:cubicBezTo>
                  <a:cubicBezTo>
                    <a:pt x="311690" y="47726"/>
                    <a:pt x="327507" y="72021"/>
                    <a:pt x="343343" y="96303"/>
                  </a:cubicBezTo>
                  <a:cubicBezTo>
                    <a:pt x="362314" y="125390"/>
                    <a:pt x="381240" y="154505"/>
                    <a:pt x="400204" y="183595"/>
                  </a:cubicBezTo>
                  <a:cubicBezTo>
                    <a:pt x="419256" y="212820"/>
                    <a:pt x="438362" y="242009"/>
                    <a:pt x="457386" y="271252"/>
                  </a:cubicBezTo>
                  <a:cubicBezTo>
                    <a:pt x="468156" y="287806"/>
                    <a:pt x="478817" y="304431"/>
                    <a:pt x="489504" y="321039"/>
                  </a:cubicBezTo>
                  <a:cubicBezTo>
                    <a:pt x="490449" y="322509"/>
                    <a:pt x="491226" y="324088"/>
                    <a:pt x="491926" y="326297"/>
                  </a:cubicBezTo>
                  <a:lnTo>
                    <a:pt x="492448" y="327632"/>
                  </a:lnTo>
                  <a:lnTo>
                    <a:pt x="493032" y="329126"/>
                  </a:lnTo>
                  <a:cubicBezTo>
                    <a:pt x="494352" y="331558"/>
                    <a:pt x="495673" y="333990"/>
                    <a:pt x="496838" y="337102"/>
                  </a:cubicBezTo>
                  <a:lnTo>
                    <a:pt x="497359" y="338436"/>
                  </a:lnTo>
                  <a:lnTo>
                    <a:pt x="497942" y="339928"/>
                  </a:lnTo>
                  <a:cubicBezTo>
                    <a:pt x="498938" y="341709"/>
                    <a:pt x="499934" y="343491"/>
                    <a:pt x="500770" y="345946"/>
                  </a:cubicBezTo>
                  <a:lnTo>
                    <a:pt x="501291" y="347282"/>
                  </a:lnTo>
                  <a:lnTo>
                    <a:pt x="501871" y="348767"/>
                  </a:lnTo>
                  <a:cubicBezTo>
                    <a:pt x="502226" y="349265"/>
                    <a:pt x="502582" y="349764"/>
                    <a:pt x="502756" y="350896"/>
                  </a:cubicBezTo>
                  <a:lnTo>
                    <a:pt x="503266" y="352211"/>
                  </a:lnTo>
                  <a:lnTo>
                    <a:pt x="503835" y="353677"/>
                  </a:lnTo>
                  <a:cubicBezTo>
                    <a:pt x="504188" y="354166"/>
                    <a:pt x="504542" y="354655"/>
                    <a:pt x="504702" y="355855"/>
                  </a:cubicBezTo>
                  <a:lnTo>
                    <a:pt x="507367" y="363601"/>
                  </a:lnTo>
                  <a:lnTo>
                    <a:pt x="510709" y="373318"/>
                  </a:lnTo>
                  <a:cubicBezTo>
                    <a:pt x="511084" y="374436"/>
                    <a:pt x="511458" y="375553"/>
                    <a:pt x="511623" y="377358"/>
                  </a:cubicBezTo>
                  <a:lnTo>
                    <a:pt x="512182" y="378867"/>
                  </a:lnTo>
                  <a:lnTo>
                    <a:pt x="512673" y="380193"/>
                  </a:lnTo>
                  <a:cubicBezTo>
                    <a:pt x="514682" y="388474"/>
                    <a:pt x="517458" y="396657"/>
                    <a:pt x="518532" y="405057"/>
                  </a:cubicBezTo>
                  <a:cubicBezTo>
                    <a:pt x="520448" y="420058"/>
                    <a:pt x="522550" y="435202"/>
                    <a:pt x="522412" y="450266"/>
                  </a:cubicBezTo>
                  <a:cubicBezTo>
                    <a:pt x="522100" y="484395"/>
                    <a:pt x="515733" y="517473"/>
                    <a:pt x="502592" y="549233"/>
                  </a:cubicBezTo>
                  <a:cubicBezTo>
                    <a:pt x="493011" y="572387"/>
                    <a:pt x="480251" y="593551"/>
                    <a:pt x="464814" y="613088"/>
                  </a:cubicBezTo>
                  <a:cubicBezTo>
                    <a:pt x="457506" y="622338"/>
                    <a:pt x="448898" y="630561"/>
                    <a:pt x="440198" y="639372"/>
                  </a:cubicBezTo>
                  <a:lnTo>
                    <a:pt x="438218" y="640959"/>
                  </a:lnTo>
                  <a:lnTo>
                    <a:pt x="436278" y="642515"/>
                  </a:lnTo>
                  <a:cubicBezTo>
                    <a:pt x="434860" y="644050"/>
                    <a:pt x="433443" y="645585"/>
                    <a:pt x="431351" y="647235"/>
                  </a:cubicBezTo>
                  <a:lnTo>
                    <a:pt x="429374" y="648820"/>
                  </a:lnTo>
                  <a:lnTo>
                    <a:pt x="427439" y="650371"/>
                  </a:lnTo>
                  <a:cubicBezTo>
                    <a:pt x="427426" y="650715"/>
                    <a:pt x="427274" y="650977"/>
                    <a:pt x="426375" y="651219"/>
                  </a:cubicBezTo>
                  <a:lnTo>
                    <a:pt x="424449" y="652761"/>
                  </a:lnTo>
                  <a:lnTo>
                    <a:pt x="422529" y="654299"/>
                  </a:lnTo>
                  <a:cubicBezTo>
                    <a:pt x="422516" y="654643"/>
                    <a:pt x="422364" y="654905"/>
                    <a:pt x="421465" y="655147"/>
                  </a:cubicBezTo>
                  <a:lnTo>
                    <a:pt x="419563" y="656668"/>
                  </a:lnTo>
                  <a:lnTo>
                    <a:pt x="417636" y="658208"/>
                  </a:lnTo>
                  <a:cubicBezTo>
                    <a:pt x="417636" y="658208"/>
                    <a:pt x="417599" y="658137"/>
                    <a:pt x="417256" y="658150"/>
                  </a:cubicBezTo>
                  <a:cubicBezTo>
                    <a:pt x="415845" y="659160"/>
                    <a:pt x="414777" y="660157"/>
                    <a:pt x="413708" y="661155"/>
                  </a:cubicBezTo>
                  <a:cubicBezTo>
                    <a:pt x="413708" y="661155"/>
                    <a:pt x="413671" y="661083"/>
                    <a:pt x="413330" y="661097"/>
                  </a:cubicBezTo>
                  <a:cubicBezTo>
                    <a:pt x="412177" y="661904"/>
                    <a:pt x="411363" y="662696"/>
                    <a:pt x="410549" y="663488"/>
                  </a:cubicBezTo>
                  <a:cubicBezTo>
                    <a:pt x="410549" y="663488"/>
                    <a:pt x="410463" y="663777"/>
                    <a:pt x="409975" y="663677"/>
                  </a:cubicBezTo>
                  <a:lnTo>
                    <a:pt x="408190" y="665012"/>
                  </a:lnTo>
                  <a:lnTo>
                    <a:pt x="407603" y="665451"/>
                  </a:lnTo>
                  <a:cubicBezTo>
                    <a:pt x="407603" y="665451"/>
                    <a:pt x="407517" y="665740"/>
                    <a:pt x="407029" y="665641"/>
                  </a:cubicBezTo>
                  <a:lnTo>
                    <a:pt x="405245" y="666975"/>
                  </a:lnTo>
                  <a:lnTo>
                    <a:pt x="404657" y="667415"/>
                  </a:lnTo>
                  <a:cubicBezTo>
                    <a:pt x="404657" y="667415"/>
                    <a:pt x="404571" y="667704"/>
                    <a:pt x="404082" y="667605"/>
                  </a:cubicBezTo>
                  <a:lnTo>
                    <a:pt x="402295" y="668942"/>
                  </a:lnTo>
                  <a:lnTo>
                    <a:pt x="401710" y="669379"/>
                  </a:lnTo>
                  <a:cubicBezTo>
                    <a:pt x="401710" y="669379"/>
                    <a:pt x="401623" y="669670"/>
                    <a:pt x="401109" y="669554"/>
                  </a:cubicBezTo>
                  <a:lnTo>
                    <a:pt x="398666" y="669563"/>
                  </a:lnTo>
                  <a:lnTo>
                    <a:pt x="400963" y="669595"/>
                  </a:lnTo>
                  <a:cubicBezTo>
                    <a:pt x="399990" y="670496"/>
                    <a:pt x="398649" y="671241"/>
                    <a:pt x="397055" y="672153"/>
                  </a:cubicBezTo>
                  <a:lnTo>
                    <a:pt x="397764" y="669566"/>
                  </a:lnTo>
                  <a:lnTo>
                    <a:pt x="397755" y="669567"/>
                  </a:lnTo>
                  <a:cubicBezTo>
                    <a:pt x="396956" y="669898"/>
                    <a:pt x="396558" y="670686"/>
                    <a:pt x="396802" y="672320"/>
                  </a:cubicBezTo>
                  <a:cubicBezTo>
                    <a:pt x="396802" y="672320"/>
                    <a:pt x="396715" y="672613"/>
                    <a:pt x="396200" y="672499"/>
                  </a:cubicBezTo>
                  <a:lnTo>
                    <a:pt x="393731" y="672509"/>
                  </a:lnTo>
                  <a:lnTo>
                    <a:pt x="396052" y="672541"/>
                  </a:lnTo>
                  <a:cubicBezTo>
                    <a:pt x="395079" y="673442"/>
                    <a:pt x="393738" y="674187"/>
                    <a:pt x="392145" y="675099"/>
                  </a:cubicBezTo>
                  <a:lnTo>
                    <a:pt x="392853" y="672512"/>
                  </a:lnTo>
                  <a:lnTo>
                    <a:pt x="392845" y="672512"/>
                  </a:lnTo>
                  <a:cubicBezTo>
                    <a:pt x="392046" y="672844"/>
                    <a:pt x="391648" y="673632"/>
                    <a:pt x="391892" y="675266"/>
                  </a:cubicBezTo>
                  <a:cubicBezTo>
                    <a:pt x="391892" y="675266"/>
                    <a:pt x="391805" y="675559"/>
                    <a:pt x="391290" y="675444"/>
                  </a:cubicBezTo>
                  <a:lnTo>
                    <a:pt x="387893" y="676035"/>
                  </a:lnTo>
                  <a:lnTo>
                    <a:pt x="391143" y="675486"/>
                  </a:lnTo>
                  <a:cubicBezTo>
                    <a:pt x="388223" y="677361"/>
                    <a:pt x="384936" y="679078"/>
                    <a:pt x="381369" y="680977"/>
                  </a:cubicBezTo>
                  <a:cubicBezTo>
                    <a:pt x="381620" y="679729"/>
                    <a:pt x="382082" y="678790"/>
                    <a:pt x="382702" y="678076"/>
                  </a:cubicBezTo>
                  <a:lnTo>
                    <a:pt x="383316" y="677659"/>
                  </a:lnTo>
                  <a:lnTo>
                    <a:pt x="382586" y="678152"/>
                  </a:lnTo>
                  <a:cubicBezTo>
                    <a:pt x="381925" y="678891"/>
                    <a:pt x="381411" y="679864"/>
                    <a:pt x="381090" y="681157"/>
                  </a:cubicBezTo>
                  <a:cubicBezTo>
                    <a:pt x="381090" y="681157"/>
                    <a:pt x="381003" y="681451"/>
                    <a:pt x="380497" y="681338"/>
                  </a:cubicBezTo>
                  <a:lnTo>
                    <a:pt x="379408" y="682000"/>
                  </a:lnTo>
                  <a:lnTo>
                    <a:pt x="375348" y="684467"/>
                  </a:lnTo>
                  <a:cubicBezTo>
                    <a:pt x="374922" y="684526"/>
                    <a:pt x="374497" y="684584"/>
                    <a:pt x="373501" y="684472"/>
                  </a:cubicBezTo>
                  <a:lnTo>
                    <a:pt x="369519" y="686653"/>
                  </a:lnTo>
                  <a:lnTo>
                    <a:pt x="364545" y="689378"/>
                  </a:lnTo>
                  <a:cubicBezTo>
                    <a:pt x="364119" y="689436"/>
                    <a:pt x="363694" y="689494"/>
                    <a:pt x="362722" y="689395"/>
                  </a:cubicBezTo>
                  <a:lnTo>
                    <a:pt x="361325" y="690276"/>
                  </a:lnTo>
                  <a:lnTo>
                    <a:pt x="359635" y="691342"/>
                  </a:lnTo>
                  <a:cubicBezTo>
                    <a:pt x="359209" y="691400"/>
                    <a:pt x="358784" y="691458"/>
                    <a:pt x="357812" y="691359"/>
                  </a:cubicBezTo>
                  <a:lnTo>
                    <a:pt x="356415" y="692240"/>
                  </a:lnTo>
                  <a:lnTo>
                    <a:pt x="354724" y="693306"/>
                  </a:lnTo>
                  <a:cubicBezTo>
                    <a:pt x="354299" y="693364"/>
                    <a:pt x="353873" y="693422"/>
                    <a:pt x="352901" y="693323"/>
                  </a:cubicBezTo>
                  <a:lnTo>
                    <a:pt x="351505" y="694204"/>
                  </a:lnTo>
                  <a:lnTo>
                    <a:pt x="349814" y="695270"/>
                  </a:lnTo>
                  <a:lnTo>
                    <a:pt x="327548" y="701104"/>
                  </a:lnTo>
                  <a:lnTo>
                    <a:pt x="327548" y="651319"/>
                  </a:lnTo>
                  <a:lnTo>
                    <a:pt x="373466" y="633576"/>
                  </a:lnTo>
                  <a:cubicBezTo>
                    <a:pt x="394550" y="620840"/>
                    <a:pt x="412689" y="604652"/>
                    <a:pt x="428308" y="585792"/>
                  </a:cubicBezTo>
                  <a:cubicBezTo>
                    <a:pt x="441264" y="570148"/>
                    <a:pt x="451714" y="552797"/>
                    <a:pt x="459621" y="533987"/>
                  </a:cubicBezTo>
                  <a:cubicBezTo>
                    <a:pt x="472061" y="504392"/>
                    <a:pt x="478636" y="473709"/>
                    <a:pt x="476420" y="441509"/>
                  </a:cubicBezTo>
                  <a:cubicBezTo>
                    <a:pt x="475627" y="429993"/>
                    <a:pt x="474370" y="418462"/>
                    <a:pt x="472482" y="407079"/>
                  </a:cubicBezTo>
                  <a:cubicBezTo>
                    <a:pt x="468184" y="381171"/>
                    <a:pt x="458178" y="357217"/>
                    <a:pt x="444412" y="335107"/>
                  </a:cubicBezTo>
                  <a:cubicBezTo>
                    <a:pt x="425980" y="305501"/>
                    <a:pt x="406440" y="276584"/>
                    <a:pt x="387375" y="247372"/>
                  </a:cubicBezTo>
                  <a:cubicBezTo>
                    <a:pt x="372229" y="224164"/>
                    <a:pt x="357096" y="200947"/>
                    <a:pt x="341934" y="177749"/>
                  </a:cubicBezTo>
                  <a:cubicBezTo>
                    <a:pt x="318142" y="141343"/>
                    <a:pt x="294344" y="104939"/>
                    <a:pt x="270516" y="68556"/>
                  </a:cubicBezTo>
                  <a:cubicBezTo>
                    <a:pt x="265118" y="60314"/>
                    <a:pt x="257123" y="60437"/>
                    <a:pt x="251626" y="68890"/>
                  </a:cubicBezTo>
                  <a:cubicBezTo>
                    <a:pt x="234435" y="95324"/>
                    <a:pt x="217339" y="121819"/>
                    <a:pt x="200158" y="148260"/>
                  </a:cubicBezTo>
                  <a:cubicBezTo>
                    <a:pt x="185491" y="170831"/>
                    <a:pt x="170776" y="193370"/>
                    <a:pt x="156049" y="215902"/>
                  </a:cubicBezTo>
                  <a:cubicBezTo>
                    <a:pt x="136788" y="245371"/>
                    <a:pt x="117484" y="274813"/>
                    <a:pt x="98218" y="304279"/>
                  </a:cubicBezTo>
                  <a:cubicBezTo>
                    <a:pt x="84125" y="325835"/>
                    <a:pt x="69197" y="346875"/>
                    <a:pt x="60043" y="371298"/>
                  </a:cubicBezTo>
                  <a:cubicBezTo>
                    <a:pt x="51853" y="393146"/>
                    <a:pt x="46906" y="415657"/>
                    <a:pt x="45484" y="438865"/>
                  </a:cubicBezTo>
                  <a:cubicBezTo>
                    <a:pt x="44542" y="454242"/>
                    <a:pt x="45694" y="469603"/>
                    <a:pt x="48297" y="484838"/>
                  </a:cubicBezTo>
                  <a:cubicBezTo>
                    <a:pt x="51556" y="503908"/>
                    <a:pt x="57061" y="522332"/>
                    <a:pt x="65301" y="539774"/>
                  </a:cubicBezTo>
                  <a:cubicBezTo>
                    <a:pt x="79331" y="569472"/>
                    <a:pt x="98793" y="595033"/>
                    <a:pt x="124362" y="615970"/>
                  </a:cubicBezTo>
                  <a:cubicBezTo>
                    <a:pt x="143841" y="631920"/>
                    <a:pt x="165201" y="644512"/>
                    <a:pt x="188922" y="652559"/>
                  </a:cubicBezTo>
                  <a:lnTo>
                    <a:pt x="200762" y="655627"/>
                  </a:lnTo>
                  <a:lnTo>
                    <a:pt x="200762" y="702596"/>
                  </a:lnTo>
                  <a:lnTo>
                    <a:pt x="192886" y="701038"/>
                  </a:lnTo>
                  <a:lnTo>
                    <a:pt x="191414" y="700613"/>
                  </a:lnTo>
                  <a:lnTo>
                    <a:pt x="189888" y="700172"/>
                  </a:lnTo>
                  <a:cubicBezTo>
                    <a:pt x="188752" y="699955"/>
                    <a:pt x="187616" y="699739"/>
                    <a:pt x="186019" y="699049"/>
                  </a:cubicBezTo>
                  <a:lnTo>
                    <a:pt x="179481" y="696929"/>
                  </a:lnTo>
                  <a:lnTo>
                    <a:pt x="168247" y="693285"/>
                  </a:lnTo>
                  <a:cubicBezTo>
                    <a:pt x="167742" y="693045"/>
                    <a:pt x="167238" y="692805"/>
                    <a:pt x="166292" y="692137"/>
                  </a:cubicBezTo>
                  <a:lnTo>
                    <a:pt x="165261" y="691853"/>
                  </a:lnTo>
                  <a:lnTo>
                    <a:pt x="163373" y="691333"/>
                  </a:lnTo>
                  <a:cubicBezTo>
                    <a:pt x="162858" y="691091"/>
                    <a:pt x="162344" y="690849"/>
                    <a:pt x="161385" y="690175"/>
                  </a:cubicBezTo>
                  <a:lnTo>
                    <a:pt x="160333" y="689885"/>
                  </a:lnTo>
                  <a:lnTo>
                    <a:pt x="158462" y="689369"/>
                  </a:lnTo>
                  <a:cubicBezTo>
                    <a:pt x="157308" y="688811"/>
                    <a:pt x="156154" y="688253"/>
                    <a:pt x="154533" y="687246"/>
                  </a:cubicBezTo>
                  <a:lnTo>
                    <a:pt x="153345" y="686914"/>
                  </a:lnTo>
                  <a:lnTo>
                    <a:pt x="151588" y="686423"/>
                  </a:lnTo>
                  <a:cubicBezTo>
                    <a:pt x="131951" y="677415"/>
                    <a:pt x="113508" y="666415"/>
                    <a:pt x="97136" y="652289"/>
                  </a:cubicBezTo>
                  <a:cubicBezTo>
                    <a:pt x="86824" y="643392"/>
                    <a:pt x="76603" y="634266"/>
                    <a:pt x="67325" y="624325"/>
                  </a:cubicBezTo>
                  <a:cubicBezTo>
                    <a:pt x="53673" y="609698"/>
                    <a:pt x="42119" y="593385"/>
                    <a:pt x="32625" y="575698"/>
                  </a:cubicBezTo>
                  <a:cubicBezTo>
                    <a:pt x="30298" y="571362"/>
                    <a:pt x="28028" y="566995"/>
                    <a:pt x="25849" y="562105"/>
                  </a:cubicBezTo>
                  <a:lnTo>
                    <a:pt x="25474" y="561222"/>
                  </a:lnTo>
                  <a:lnTo>
                    <a:pt x="24917" y="559909"/>
                  </a:lnTo>
                  <a:cubicBezTo>
                    <a:pt x="23878" y="557869"/>
                    <a:pt x="22840" y="555828"/>
                    <a:pt x="21920" y="553258"/>
                  </a:cubicBezTo>
                  <a:lnTo>
                    <a:pt x="21551" y="552392"/>
                  </a:lnTo>
                  <a:lnTo>
                    <a:pt x="20988" y="551071"/>
                  </a:lnTo>
                  <a:cubicBezTo>
                    <a:pt x="20604" y="550320"/>
                    <a:pt x="20220" y="549569"/>
                    <a:pt x="19955" y="548319"/>
                  </a:cubicBezTo>
                  <a:lnTo>
                    <a:pt x="19610" y="547519"/>
                  </a:lnTo>
                  <a:lnTo>
                    <a:pt x="19024" y="546160"/>
                  </a:lnTo>
                  <a:cubicBezTo>
                    <a:pt x="18640" y="545410"/>
                    <a:pt x="18256" y="544659"/>
                    <a:pt x="17991" y="543409"/>
                  </a:cubicBezTo>
                  <a:lnTo>
                    <a:pt x="17646" y="542608"/>
                  </a:lnTo>
                  <a:lnTo>
                    <a:pt x="17060" y="541250"/>
                  </a:lnTo>
                  <a:cubicBezTo>
                    <a:pt x="16676" y="540499"/>
                    <a:pt x="16292" y="539749"/>
                    <a:pt x="16053" y="538422"/>
                  </a:cubicBezTo>
                  <a:lnTo>
                    <a:pt x="15034" y="535570"/>
                  </a:lnTo>
                  <a:lnTo>
                    <a:pt x="12150" y="527501"/>
                  </a:lnTo>
                  <a:cubicBezTo>
                    <a:pt x="11764" y="526126"/>
                    <a:pt x="11377" y="524751"/>
                    <a:pt x="11113" y="522831"/>
                  </a:cubicBezTo>
                  <a:lnTo>
                    <a:pt x="10728" y="521916"/>
                  </a:lnTo>
                  <a:lnTo>
                    <a:pt x="10186" y="520627"/>
                  </a:lnTo>
                  <a:cubicBezTo>
                    <a:pt x="8169" y="512493"/>
                    <a:pt x="5724" y="504438"/>
                    <a:pt x="4222" y="496210"/>
                  </a:cubicBezTo>
                  <a:cubicBezTo>
                    <a:pt x="751" y="477210"/>
                    <a:pt x="-647" y="457983"/>
                    <a:pt x="278" y="438692"/>
                  </a:cubicBezTo>
                  <a:cubicBezTo>
                    <a:pt x="1224" y="418990"/>
                    <a:pt x="4110" y="399555"/>
                    <a:pt x="9290" y="380443"/>
                  </a:cubicBezTo>
                  <a:cubicBezTo>
                    <a:pt x="14465" y="361348"/>
                    <a:pt x="21807" y="343072"/>
                    <a:pt x="30790" y="325601"/>
                  </a:cubicBezTo>
                  <a:cubicBezTo>
                    <a:pt x="37374" y="312795"/>
                    <a:pt x="45884" y="300961"/>
                    <a:pt x="53783" y="288855"/>
                  </a:cubicBezTo>
                  <a:cubicBezTo>
                    <a:pt x="74354" y="257328"/>
                    <a:pt x="95096" y="225913"/>
                    <a:pt x="115699" y="194407"/>
                  </a:cubicBezTo>
                  <a:cubicBezTo>
                    <a:pt x="129692" y="173011"/>
                    <a:pt x="143540" y="151521"/>
                    <a:pt x="157496" y="130101"/>
                  </a:cubicBezTo>
                  <a:cubicBezTo>
                    <a:pt x="176568" y="100828"/>
                    <a:pt x="195716" y="71604"/>
                    <a:pt x="214758" y="42311"/>
                  </a:cubicBezTo>
                  <a:cubicBezTo>
                    <a:pt x="220375" y="33670"/>
                    <a:pt x="225740" y="24865"/>
                    <a:pt x="231840" y="15966"/>
                  </a:cubicBezTo>
                  <a:lnTo>
                    <a:pt x="232818" y="14916"/>
                  </a:lnTo>
                  <a:lnTo>
                    <a:pt x="233821" y="13841"/>
                  </a:lnTo>
                  <a:cubicBezTo>
                    <a:pt x="234928" y="12288"/>
                    <a:pt x="236036" y="10735"/>
                    <a:pt x="237823" y="9057"/>
                  </a:cubicBezTo>
                  <a:lnTo>
                    <a:pt x="240142" y="7202"/>
                  </a:lnTo>
                  <a:lnTo>
                    <a:pt x="240960" y="6547"/>
                  </a:lnTo>
                  <a:cubicBezTo>
                    <a:pt x="240960" y="6547"/>
                    <a:pt x="241046" y="6259"/>
                    <a:pt x="241534" y="6358"/>
                  </a:cubicBezTo>
                  <a:lnTo>
                    <a:pt x="243317" y="5025"/>
                  </a:lnTo>
                  <a:lnTo>
                    <a:pt x="243906" y="4585"/>
                  </a:lnTo>
                  <a:cubicBezTo>
                    <a:pt x="243906" y="4585"/>
                    <a:pt x="243992" y="4295"/>
                    <a:pt x="244507" y="4410"/>
                  </a:cubicBezTo>
                  <a:lnTo>
                    <a:pt x="245695" y="3803"/>
                  </a:lnTo>
                  <a:lnTo>
                    <a:pt x="250627" y="1281"/>
                  </a:lnTo>
                  <a:cubicBezTo>
                    <a:pt x="251065" y="1234"/>
                    <a:pt x="251504" y="1187"/>
                    <a:pt x="252349" y="1453"/>
                  </a:cubicBezTo>
                  <a:lnTo>
                    <a:pt x="253608" y="795"/>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60" name="Freeform: Shape 2259">
              <a:extLst>
                <a:ext uri="{FF2B5EF4-FFF2-40B4-BE49-F238E27FC236}">
                  <a16:creationId xmlns:a16="http://schemas.microsoft.com/office/drawing/2014/main" id="{5C3845CD-B1A6-4939-61D1-A5990928285D}"/>
                </a:ext>
                <a:ext uri="{C183D7F6-B498-43B3-948B-1728B52AA6E4}">
                  <adec:decorative xmlns:adec="http://schemas.microsoft.com/office/drawing/2017/decorative" val="1"/>
                </a:ext>
              </a:extLst>
            </p:cNvPr>
            <p:cNvSpPr/>
            <p:nvPr/>
          </p:nvSpPr>
          <p:spPr>
            <a:xfrm>
              <a:off x="4487649" y="4343071"/>
              <a:ext cx="326357" cy="457200"/>
            </a:xfrm>
            <a:custGeom>
              <a:avLst/>
              <a:gdLst>
                <a:gd name="connsiteX0" fmla="*/ 0 w 607017"/>
                <a:gd name="connsiteY0" fmla="*/ 783917 h 850383"/>
                <a:gd name="connsiteX1" fmla="*/ 66466 w 607017"/>
                <a:gd name="connsiteY1" fmla="*/ 783917 h 850383"/>
                <a:gd name="connsiteX2" fmla="*/ 66466 w 607017"/>
                <a:gd name="connsiteY2" fmla="*/ 850383 h 850383"/>
                <a:gd name="connsiteX3" fmla="*/ 0 w 607017"/>
                <a:gd name="connsiteY3" fmla="*/ 850383 h 850383"/>
                <a:gd name="connsiteX4" fmla="*/ 327461 w 607017"/>
                <a:gd name="connsiteY4" fmla="*/ 279154 h 850383"/>
                <a:gd name="connsiteX5" fmla="*/ 341918 w 607017"/>
                <a:gd name="connsiteY5" fmla="*/ 281283 h 850383"/>
                <a:gd name="connsiteX6" fmla="*/ 353494 w 607017"/>
                <a:gd name="connsiteY6" fmla="*/ 307379 h 850383"/>
                <a:gd name="connsiteX7" fmla="*/ 360261 w 607017"/>
                <a:gd name="connsiteY7" fmla="*/ 342730 h 850383"/>
                <a:gd name="connsiteX8" fmla="*/ 384144 w 607017"/>
                <a:gd name="connsiteY8" fmla="*/ 366968 h 850383"/>
                <a:gd name="connsiteX9" fmla="*/ 411656 w 607017"/>
                <a:gd name="connsiteY9" fmla="*/ 375046 h 850383"/>
                <a:gd name="connsiteX10" fmla="*/ 420968 w 607017"/>
                <a:gd name="connsiteY10" fmla="*/ 375047 h 850383"/>
                <a:gd name="connsiteX11" fmla="*/ 442742 w 607017"/>
                <a:gd name="connsiteY11" fmla="*/ 391947 h 850383"/>
                <a:gd name="connsiteX12" fmla="*/ 427974 w 607017"/>
                <a:gd name="connsiteY12" fmla="*/ 418599 h 850383"/>
                <a:gd name="connsiteX13" fmla="*/ 406779 w 607017"/>
                <a:gd name="connsiteY13" fmla="*/ 419984 h 850383"/>
                <a:gd name="connsiteX14" fmla="*/ 373635 w 607017"/>
                <a:gd name="connsiteY14" fmla="*/ 412149 h 850383"/>
                <a:gd name="connsiteX15" fmla="*/ 331684 w 607017"/>
                <a:gd name="connsiteY15" fmla="*/ 381110 h 850383"/>
                <a:gd name="connsiteX16" fmla="*/ 315880 w 607017"/>
                <a:gd name="connsiteY16" fmla="*/ 356570 h 850383"/>
                <a:gd name="connsiteX17" fmla="*/ 308666 w 607017"/>
                <a:gd name="connsiteY17" fmla="*/ 326279 h 850383"/>
                <a:gd name="connsiteX18" fmla="*/ 308694 w 607017"/>
                <a:gd name="connsiteY18" fmla="*/ 299702 h 850383"/>
                <a:gd name="connsiteX19" fmla="*/ 314545 w 607017"/>
                <a:gd name="connsiteY19" fmla="*/ 285998 h 850383"/>
                <a:gd name="connsiteX20" fmla="*/ 327461 w 607017"/>
                <a:gd name="connsiteY20" fmla="*/ 279154 h 850383"/>
                <a:gd name="connsiteX21" fmla="*/ 424554 w 607017"/>
                <a:gd name="connsiteY21" fmla="*/ 66515 h 850383"/>
                <a:gd name="connsiteX22" fmla="*/ 414846 w 607017"/>
                <a:gd name="connsiteY22" fmla="*/ 72778 h 850383"/>
                <a:gd name="connsiteX23" fmla="*/ 400260 w 607017"/>
                <a:gd name="connsiteY23" fmla="*/ 95242 h 850383"/>
                <a:gd name="connsiteX24" fmla="*/ 332929 w 607017"/>
                <a:gd name="connsiteY24" fmla="*/ 198938 h 850383"/>
                <a:gd name="connsiteX25" fmla="*/ 300888 w 607017"/>
                <a:gd name="connsiteY25" fmla="*/ 250567 h 850383"/>
                <a:gd name="connsiteX26" fmla="*/ 289008 w 607017"/>
                <a:gd name="connsiteY26" fmla="*/ 327517 h 850383"/>
                <a:gd name="connsiteX27" fmla="*/ 306447 w 607017"/>
                <a:gd name="connsiteY27" fmla="*/ 377310 h 850383"/>
                <a:gd name="connsiteX28" fmla="*/ 364507 w 607017"/>
                <a:gd name="connsiteY28" fmla="*/ 431445 h 850383"/>
                <a:gd name="connsiteX29" fmla="*/ 435284 w 607017"/>
                <a:gd name="connsiteY29" fmla="*/ 444988 h 850383"/>
                <a:gd name="connsiteX30" fmla="*/ 490302 w 607017"/>
                <a:gd name="connsiteY30" fmla="*/ 428530 h 850383"/>
                <a:gd name="connsiteX31" fmla="*/ 547051 w 607017"/>
                <a:gd name="connsiteY31" fmla="*/ 369867 h 850383"/>
                <a:gd name="connsiteX32" fmla="*/ 561071 w 607017"/>
                <a:gd name="connsiteY32" fmla="*/ 320495 h 850383"/>
                <a:gd name="connsiteX33" fmla="*/ 558223 w 607017"/>
                <a:gd name="connsiteY33" fmla="*/ 278609 h 850383"/>
                <a:gd name="connsiteX34" fmla="*/ 535649 w 607017"/>
                <a:gd name="connsiteY34" fmla="*/ 227691 h 850383"/>
                <a:gd name="connsiteX35" fmla="*/ 477456 w 607017"/>
                <a:gd name="connsiteY35" fmla="*/ 138773 h 850383"/>
                <a:gd name="connsiteX36" fmla="*/ 434953 w 607017"/>
                <a:gd name="connsiteY36" fmla="*/ 73109 h 850383"/>
                <a:gd name="connsiteX37" fmla="*/ 424554 w 607017"/>
                <a:gd name="connsiteY37" fmla="*/ 66515 h 850383"/>
                <a:gd name="connsiteX38" fmla="*/ 424495 w 607017"/>
                <a:gd name="connsiteY38" fmla="*/ 0 h 850383"/>
                <a:gd name="connsiteX39" fmla="*/ 449627 w 607017"/>
                <a:gd name="connsiteY39" fmla="*/ 13047 h 850383"/>
                <a:gd name="connsiteX40" fmla="*/ 519098 w 607017"/>
                <a:gd name="connsiteY40" fmla="*/ 118862 h 850383"/>
                <a:gd name="connsiteX41" fmla="*/ 562822 w 607017"/>
                <a:gd name="connsiteY41" fmla="*/ 186089 h 850383"/>
                <a:gd name="connsiteX42" fmla="*/ 584705 w 607017"/>
                <a:gd name="connsiteY42" fmla="*/ 220230 h 850383"/>
                <a:gd name="connsiteX43" fmla="*/ 599829 w 607017"/>
                <a:gd name="connsiteY43" fmla="*/ 258300 h 850383"/>
                <a:gd name="connsiteX44" fmla="*/ 606963 w 607017"/>
                <a:gd name="connsiteY44" fmla="*/ 311910 h 850383"/>
                <a:gd name="connsiteX45" fmla="*/ 593301 w 607017"/>
                <a:gd name="connsiteY45" fmla="*/ 377802 h 850383"/>
                <a:gd name="connsiteX46" fmla="*/ 559878 w 607017"/>
                <a:gd name="connsiteY46" fmla="*/ 430755 h 850383"/>
                <a:gd name="connsiteX47" fmla="*/ 478076 w 607017"/>
                <a:gd name="connsiteY47" fmla="*/ 483049 h 850383"/>
                <a:gd name="connsiteX48" fmla="*/ 475764 w 607017"/>
                <a:gd name="connsiteY48" fmla="*/ 483411 h 850383"/>
                <a:gd name="connsiteX49" fmla="*/ 439326 w 607017"/>
                <a:gd name="connsiteY49" fmla="*/ 489908 h 850383"/>
                <a:gd name="connsiteX50" fmla="*/ 422328 w 607017"/>
                <a:gd name="connsiteY50" fmla="*/ 490907 h 850383"/>
                <a:gd name="connsiteX51" fmla="*/ 356353 w 607017"/>
                <a:gd name="connsiteY51" fmla="*/ 477581 h 850383"/>
                <a:gd name="connsiteX52" fmla="*/ 305047 w 607017"/>
                <a:gd name="connsiteY52" fmla="*/ 446039 h 850383"/>
                <a:gd name="connsiteX53" fmla="*/ 260694 w 607017"/>
                <a:gd name="connsiteY53" fmla="*/ 388385 h 850383"/>
                <a:gd name="connsiteX54" fmla="*/ 244652 w 607017"/>
                <a:gd name="connsiteY54" fmla="*/ 334559 h 850383"/>
                <a:gd name="connsiteX55" fmla="*/ 242880 w 607017"/>
                <a:gd name="connsiteY55" fmla="*/ 296633 h 850383"/>
                <a:gd name="connsiteX56" fmla="*/ 259765 w 607017"/>
                <a:gd name="connsiteY56" fmla="*/ 230589 h 850383"/>
                <a:gd name="connsiteX57" fmla="*/ 290285 w 607017"/>
                <a:gd name="connsiteY57" fmla="*/ 180840 h 850383"/>
                <a:gd name="connsiteX58" fmla="*/ 362942 w 607017"/>
                <a:gd name="connsiteY58" fmla="*/ 69606 h 850383"/>
                <a:gd name="connsiteX59" fmla="*/ 399532 w 607017"/>
                <a:gd name="connsiteY59" fmla="*/ 13293 h 850383"/>
                <a:gd name="connsiteX60" fmla="*/ 424495 w 607017"/>
                <a:gd name="connsiteY60" fmla="*/ 0 h 85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7017" h="850383">
                  <a:moveTo>
                    <a:pt x="0" y="783917"/>
                  </a:moveTo>
                  <a:lnTo>
                    <a:pt x="66466" y="783917"/>
                  </a:lnTo>
                  <a:lnTo>
                    <a:pt x="66466" y="850383"/>
                  </a:lnTo>
                  <a:lnTo>
                    <a:pt x="0" y="850383"/>
                  </a:lnTo>
                  <a:close/>
                  <a:moveTo>
                    <a:pt x="327461" y="279154"/>
                  </a:moveTo>
                  <a:cubicBezTo>
                    <a:pt x="332669" y="278395"/>
                    <a:pt x="338135" y="279133"/>
                    <a:pt x="341918" y="281283"/>
                  </a:cubicBezTo>
                  <a:cubicBezTo>
                    <a:pt x="350701" y="286274"/>
                    <a:pt x="355619" y="296727"/>
                    <a:pt x="353494" y="307379"/>
                  </a:cubicBezTo>
                  <a:cubicBezTo>
                    <a:pt x="350959" y="320087"/>
                    <a:pt x="354509" y="331781"/>
                    <a:pt x="360261" y="342730"/>
                  </a:cubicBezTo>
                  <a:cubicBezTo>
                    <a:pt x="365689" y="353063"/>
                    <a:pt x="373899" y="361044"/>
                    <a:pt x="384144" y="366968"/>
                  </a:cubicBezTo>
                  <a:cubicBezTo>
                    <a:pt x="392720" y="371927"/>
                    <a:pt x="401999" y="374079"/>
                    <a:pt x="411656" y="375046"/>
                  </a:cubicBezTo>
                  <a:cubicBezTo>
                    <a:pt x="414732" y="375354"/>
                    <a:pt x="417892" y="375355"/>
                    <a:pt x="420968" y="375047"/>
                  </a:cubicBezTo>
                  <a:cubicBezTo>
                    <a:pt x="431326" y="374007"/>
                    <a:pt x="441217" y="382390"/>
                    <a:pt x="442742" y="391947"/>
                  </a:cubicBezTo>
                  <a:cubicBezTo>
                    <a:pt x="444773" y="404677"/>
                    <a:pt x="440584" y="414341"/>
                    <a:pt x="427974" y="418599"/>
                  </a:cubicBezTo>
                  <a:cubicBezTo>
                    <a:pt x="421454" y="420801"/>
                    <a:pt x="413681" y="420985"/>
                    <a:pt x="406779" y="419984"/>
                  </a:cubicBezTo>
                  <a:cubicBezTo>
                    <a:pt x="395570" y="418358"/>
                    <a:pt x="384230" y="416046"/>
                    <a:pt x="373635" y="412149"/>
                  </a:cubicBezTo>
                  <a:cubicBezTo>
                    <a:pt x="356842" y="405972"/>
                    <a:pt x="342467" y="395648"/>
                    <a:pt x="331684" y="381110"/>
                  </a:cubicBezTo>
                  <a:cubicBezTo>
                    <a:pt x="325882" y="373287"/>
                    <a:pt x="319568" y="365417"/>
                    <a:pt x="315880" y="356570"/>
                  </a:cubicBezTo>
                  <a:cubicBezTo>
                    <a:pt x="311929" y="347095"/>
                    <a:pt x="310017" y="336548"/>
                    <a:pt x="308666" y="326279"/>
                  </a:cubicBezTo>
                  <a:cubicBezTo>
                    <a:pt x="307517" y="317552"/>
                    <a:pt x="307790" y="308487"/>
                    <a:pt x="308694" y="299702"/>
                  </a:cubicBezTo>
                  <a:cubicBezTo>
                    <a:pt x="309170" y="295076"/>
                    <a:pt x="312342" y="290727"/>
                    <a:pt x="314545" y="285998"/>
                  </a:cubicBezTo>
                  <a:cubicBezTo>
                    <a:pt x="317300" y="282165"/>
                    <a:pt x="322252" y="279912"/>
                    <a:pt x="327461" y="279154"/>
                  </a:cubicBezTo>
                  <a:close/>
                  <a:moveTo>
                    <a:pt x="424554" y="66515"/>
                  </a:moveTo>
                  <a:cubicBezTo>
                    <a:pt x="420867" y="66555"/>
                    <a:pt x="417296" y="68738"/>
                    <a:pt x="414846" y="72778"/>
                  </a:cubicBezTo>
                  <a:cubicBezTo>
                    <a:pt x="410341" y="80207"/>
                    <a:pt x="405462" y="87409"/>
                    <a:pt x="400260" y="95242"/>
                  </a:cubicBezTo>
                  <a:cubicBezTo>
                    <a:pt x="377803" y="129799"/>
                    <a:pt x="355253" y="164295"/>
                    <a:pt x="332929" y="198938"/>
                  </a:cubicBezTo>
                  <a:cubicBezTo>
                    <a:pt x="321960" y="215962"/>
                    <a:pt x="309685" y="232166"/>
                    <a:pt x="300888" y="250567"/>
                  </a:cubicBezTo>
                  <a:cubicBezTo>
                    <a:pt x="289177" y="275064"/>
                    <a:pt x="285295" y="300838"/>
                    <a:pt x="289008" y="327517"/>
                  </a:cubicBezTo>
                  <a:cubicBezTo>
                    <a:pt x="291458" y="345127"/>
                    <a:pt x="297300" y="361806"/>
                    <a:pt x="306447" y="377310"/>
                  </a:cubicBezTo>
                  <a:cubicBezTo>
                    <a:pt x="320504" y="401136"/>
                    <a:pt x="339865" y="419327"/>
                    <a:pt x="364507" y="431445"/>
                  </a:cubicBezTo>
                  <a:cubicBezTo>
                    <a:pt x="386695" y="442357"/>
                    <a:pt x="410240" y="447305"/>
                    <a:pt x="435284" y="444988"/>
                  </a:cubicBezTo>
                  <a:cubicBezTo>
                    <a:pt x="454856" y="443177"/>
                    <a:pt x="473097" y="437914"/>
                    <a:pt x="490302" y="428530"/>
                  </a:cubicBezTo>
                  <a:cubicBezTo>
                    <a:pt x="515352" y="414868"/>
                    <a:pt x="534198" y="395165"/>
                    <a:pt x="547051" y="369867"/>
                  </a:cubicBezTo>
                  <a:cubicBezTo>
                    <a:pt x="554904" y="354408"/>
                    <a:pt x="559434" y="337969"/>
                    <a:pt x="561071" y="320495"/>
                  </a:cubicBezTo>
                  <a:cubicBezTo>
                    <a:pt x="562407" y="306221"/>
                    <a:pt x="561072" y="292430"/>
                    <a:pt x="558223" y="278609"/>
                  </a:cubicBezTo>
                  <a:cubicBezTo>
                    <a:pt x="554390" y="260013"/>
                    <a:pt x="545947" y="243432"/>
                    <a:pt x="535649" y="227691"/>
                  </a:cubicBezTo>
                  <a:cubicBezTo>
                    <a:pt x="516255" y="198049"/>
                    <a:pt x="496804" y="168444"/>
                    <a:pt x="477456" y="138773"/>
                  </a:cubicBezTo>
                  <a:cubicBezTo>
                    <a:pt x="463214" y="116933"/>
                    <a:pt x="449043" y="95046"/>
                    <a:pt x="434953" y="73109"/>
                  </a:cubicBezTo>
                  <a:cubicBezTo>
                    <a:pt x="432043" y="68578"/>
                    <a:pt x="428241" y="66475"/>
                    <a:pt x="424554" y="66515"/>
                  </a:cubicBezTo>
                  <a:close/>
                  <a:moveTo>
                    <a:pt x="424495" y="0"/>
                  </a:moveTo>
                  <a:cubicBezTo>
                    <a:pt x="434135" y="-68"/>
                    <a:pt x="443803" y="4255"/>
                    <a:pt x="449627" y="13047"/>
                  </a:cubicBezTo>
                  <a:cubicBezTo>
                    <a:pt x="472928" y="48223"/>
                    <a:pt x="495997" y="83553"/>
                    <a:pt x="519098" y="118862"/>
                  </a:cubicBezTo>
                  <a:cubicBezTo>
                    <a:pt x="533733" y="141232"/>
                    <a:pt x="548247" y="163680"/>
                    <a:pt x="562822" y="186089"/>
                  </a:cubicBezTo>
                  <a:cubicBezTo>
                    <a:pt x="570198" y="197429"/>
                    <a:pt x="578543" y="208267"/>
                    <a:pt x="584705" y="220230"/>
                  </a:cubicBezTo>
                  <a:cubicBezTo>
                    <a:pt x="590933" y="232322"/>
                    <a:pt x="595796" y="245280"/>
                    <a:pt x="599829" y="258300"/>
                  </a:cubicBezTo>
                  <a:cubicBezTo>
                    <a:pt x="605204" y="275652"/>
                    <a:pt x="607401" y="293674"/>
                    <a:pt x="606963" y="311910"/>
                  </a:cubicBezTo>
                  <a:cubicBezTo>
                    <a:pt x="606416" y="334696"/>
                    <a:pt x="602109" y="356712"/>
                    <a:pt x="593301" y="377802"/>
                  </a:cubicBezTo>
                  <a:cubicBezTo>
                    <a:pt x="585140" y="397343"/>
                    <a:pt x="574087" y="414915"/>
                    <a:pt x="559878" y="430755"/>
                  </a:cubicBezTo>
                  <a:cubicBezTo>
                    <a:pt x="537373" y="455844"/>
                    <a:pt x="509865" y="472697"/>
                    <a:pt x="478076" y="483049"/>
                  </a:cubicBezTo>
                  <a:cubicBezTo>
                    <a:pt x="477470" y="483246"/>
                    <a:pt x="476777" y="483175"/>
                    <a:pt x="475764" y="483411"/>
                  </a:cubicBezTo>
                  <a:cubicBezTo>
                    <a:pt x="463382" y="485728"/>
                    <a:pt x="451391" y="488065"/>
                    <a:pt x="439326" y="489908"/>
                  </a:cubicBezTo>
                  <a:cubicBezTo>
                    <a:pt x="433735" y="490761"/>
                    <a:pt x="427987" y="491051"/>
                    <a:pt x="422328" y="490907"/>
                  </a:cubicBezTo>
                  <a:cubicBezTo>
                    <a:pt x="399578" y="490325"/>
                    <a:pt x="377463" y="486362"/>
                    <a:pt x="356353" y="477581"/>
                  </a:cubicBezTo>
                  <a:cubicBezTo>
                    <a:pt x="337591" y="469776"/>
                    <a:pt x="320544" y="459316"/>
                    <a:pt x="305047" y="446039"/>
                  </a:cubicBezTo>
                  <a:cubicBezTo>
                    <a:pt x="286166" y="429863"/>
                    <a:pt x="271558" y="410489"/>
                    <a:pt x="260694" y="388385"/>
                  </a:cubicBezTo>
                  <a:cubicBezTo>
                    <a:pt x="252366" y="371445"/>
                    <a:pt x="246265" y="353558"/>
                    <a:pt x="244652" y="334559"/>
                  </a:cubicBezTo>
                  <a:cubicBezTo>
                    <a:pt x="243580" y="321946"/>
                    <a:pt x="242153" y="309203"/>
                    <a:pt x="242880" y="296633"/>
                  </a:cubicBezTo>
                  <a:cubicBezTo>
                    <a:pt x="244211" y="273661"/>
                    <a:pt x="250168" y="251668"/>
                    <a:pt x="259765" y="230589"/>
                  </a:cubicBezTo>
                  <a:cubicBezTo>
                    <a:pt x="267912" y="212696"/>
                    <a:pt x="279758" y="197185"/>
                    <a:pt x="290285" y="180840"/>
                  </a:cubicBezTo>
                  <a:cubicBezTo>
                    <a:pt x="314265" y="143608"/>
                    <a:pt x="338722" y="106683"/>
                    <a:pt x="362942" y="69606"/>
                  </a:cubicBezTo>
                  <a:cubicBezTo>
                    <a:pt x="375185" y="50865"/>
                    <a:pt x="387315" y="32050"/>
                    <a:pt x="399532" y="13293"/>
                  </a:cubicBezTo>
                  <a:cubicBezTo>
                    <a:pt x="405244" y="4524"/>
                    <a:pt x="414855" y="67"/>
                    <a:pt x="424495"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4" name="Group 3">
            <a:extLst>
              <a:ext uri="{FF2B5EF4-FFF2-40B4-BE49-F238E27FC236}">
                <a16:creationId xmlns:a16="http://schemas.microsoft.com/office/drawing/2014/main" id="{4A857A0C-7561-8E0F-671D-BA92A71DCD9F}"/>
              </a:ext>
              <a:ext uri="{C183D7F6-B498-43B3-948B-1728B52AA6E4}">
                <adec:decorative xmlns:adec="http://schemas.microsoft.com/office/drawing/2017/decorative" val="1"/>
              </a:ext>
            </a:extLst>
          </p:cNvPr>
          <p:cNvGrpSpPr>
            <a:grpSpLocks noChangeAspect="1"/>
          </p:cNvGrpSpPr>
          <p:nvPr/>
        </p:nvGrpSpPr>
        <p:grpSpPr>
          <a:xfrm>
            <a:off x="4880886" y="4343066"/>
            <a:ext cx="462703" cy="457205"/>
            <a:chOff x="4880886" y="4343066"/>
            <a:chExt cx="462703" cy="457205"/>
          </a:xfrm>
        </p:grpSpPr>
        <p:sp>
          <p:nvSpPr>
            <p:cNvPr id="2182" name="Freeform: Shape 2181">
              <a:extLst>
                <a:ext uri="{FF2B5EF4-FFF2-40B4-BE49-F238E27FC236}">
                  <a16:creationId xmlns:a16="http://schemas.microsoft.com/office/drawing/2014/main" id="{AB79F5CA-7523-9252-FA80-A47BE00C9D96}"/>
                </a:ext>
                <a:ext uri="{C183D7F6-B498-43B3-948B-1728B52AA6E4}">
                  <adec:decorative xmlns:adec="http://schemas.microsoft.com/office/drawing/2017/decorative" val="1"/>
                </a:ext>
              </a:extLst>
            </p:cNvPr>
            <p:cNvSpPr/>
            <p:nvPr/>
          </p:nvSpPr>
          <p:spPr>
            <a:xfrm>
              <a:off x="4887668" y="4475162"/>
              <a:ext cx="455921" cy="325109"/>
            </a:xfrm>
            <a:custGeom>
              <a:avLst/>
              <a:gdLst>
                <a:gd name="connsiteX0" fmla="*/ 82663 w 837768"/>
                <a:gd name="connsiteY0" fmla="*/ 0 h 597398"/>
                <a:gd name="connsiteX1" fmla="*/ 813194 w 837768"/>
                <a:gd name="connsiteY1" fmla="*/ 16 h 597398"/>
                <a:gd name="connsiteX2" fmla="*/ 837549 w 837768"/>
                <a:gd name="connsiteY2" fmla="*/ 23730 h 597398"/>
                <a:gd name="connsiteX3" fmla="*/ 837679 w 837768"/>
                <a:gd name="connsiteY3" fmla="*/ 175940 h 597398"/>
                <a:gd name="connsiteX4" fmla="*/ 837358 w 837768"/>
                <a:gd name="connsiteY4" fmla="*/ 177595 h 597398"/>
                <a:gd name="connsiteX5" fmla="*/ 756609 w 837768"/>
                <a:gd name="connsiteY5" fmla="*/ 177595 h 597398"/>
                <a:gd name="connsiteX6" fmla="*/ 731649 w 837768"/>
                <a:gd name="connsiteY6" fmla="*/ 309131 h 597398"/>
                <a:gd name="connsiteX7" fmla="*/ 794158 w 837768"/>
                <a:gd name="connsiteY7" fmla="*/ 309131 h 597398"/>
                <a:gd name="connsiteX8" fmla="*/ 794158 w 837768"/>
                <a:gd name="connsiteY8" fmla="*/ 442771 h 597398"/>
                <a:gd name="connsiteX9" fmla="*/ 701197 w 837768"/>
                <a:gd name="connsiteY9" fmla="*/ 442771 h 597398"/>
                <a:gd name="connsiteX10" fmla="*/ 701190 w 837768"/>
                <a:gd name="connsiteY10" fmla="*/ 470545 h 597398"/>
                <a:gd name="connsiteX11" fmla="*/ 677340 w 837768"/>
                <a:gd name="connsiteY11" fmla="*/ 546441 h 597398"/>
                <a:gd name="connsiteX12" fmla="*/ 611731 w 837768"/>
                <a:gd name="connsiteY12" fmla="*/ 592464 h 597398"/>
                <a:gd name="connsiteX13" fmla="*/ 563294 w 837768"/>
                <a:gd name="connsiteY13" fmla="*/ 596820 h 597398"/>
                <a:gd name="connsiteX14" fmla="*/ 501031 w 837768"/>
                <a:gd name="connsiteY14" fmla="*/ 572249 h 597398"/>
                <a:gd name="connsiteX15" fmla="*/ 461686 w 837768"/>
                <a:gd name="connsiteY15" fmla="*/ 521537 h 597398"/>
                <a:gd name="connsiteX16" fmla="*/ 452822 w 837768"/>
                <a:gd name="connsiteY16" fmla="*/ 486038 h 597398"/>
                <a:gd name="connsiteX17" fmla="*/ 452732 w 837768"/>
                <a:gd name="connsiteY17" fmla="*/ 443249 h 597398"/>
                <a:gd name="connsiteX18" fmla="*/ 385955 w 837768"/>
                <a:gd name="connsiteY18" fmla="*/ 443249 h 597398"/>
                <a:gd name="connsiteX19" fmla="*/ 386003 w 837768"/>
                <a:gd name="connsiteY19" fmla="*/ 469962 h 597398"/>
                <a:gd name="connsiteX20" fmla="*/ 369644 w 837768"/>
                <a:gd name="connsiteY20" fmla="*/ 535252 h 597398"/>
                <a:gd name="connsiteX21" fmla="*/ 322151 w 837768"/>
                <a:gd name="connsiteY21" fmla="*/ 581903 h 597398"/>
                <a:gd name="connsiteX22" fmla="*/ 282862 w 837768"/>
                <a:gd name="connsiteY22" fmla="*/ 595860 h 597398"/>
                <a:gd name="connsiteX23" fmla="*/ 212415 w 837768"/>
                <a:gd name="connsiteY23" fmla="*/ 587462 h 597398"/>
                <a:gd name="connsiteX24" fmla="*/ 168267 w 837768"/>
                <a:gd name="connsiteY24" fmla="*/ 555574 h 597398"/>
                <a:gd name="connsiteX25" fmla="*/ 139592 w 837768"/>
                <a:gd name="connsiteY25" fmla="*/ 497158 h 597398"/>
                <a:gd name="connsiteX26" fmla="*/ 137563 w 837768"/>
                <a:gd name="connsiteY26" fmla="*/ 470633 h 597398"/>
                <a:gd name="connsiteX27" fmla="*/ 137491 w 837768"/>
                <a:gd name="connsiteY27" fmla="*/ 442911 h 597398"/>
                <a:gd name="connsiteX28" fmla="*/ 132225 w 837768"/>
                <a:gd name="connsiteY28" fmla="*/ 442911 h 597398"/>
                <a:gd name="connsiteX29" fmla="*/ 64958 w 837768"/>
                <a:gd name="connsiteY29" fmla="*/ 442954 h 597398"/>
                <a:gd name="connsiteX30" fmla="*/ 43041 w 837768"/>
                <a:gd name="connsiteY30" fmla="*/ 421100 h 597398"/>
                <a:gd name="connsiteX31" fmla="*/ 43215 w 837768"/>
                <a:gd name="connsiteY31" fmla="*/ 315046 h 597398"/>
                <a:gd name="connsiteX32" fmla="*/ 43215 w 837768"/>
                <a:gd name="connsiteY32" fmla="*/ 309392 h 597398"/>
                <a:gd name="connsiteX33" fmla="*/ 105979 w 837768"/>
                <a:gd name="connsiteY33" fmla="*/ 309392 h 597398"/>
                <a:gd name="connsiteX34" fmla="*/ 81066 w 837768"/>
                <a:gd name="connsiteY34" fmla="*/ 177919 h 597398"/>
                <a:gd name="connsiteX35" fmla="*/ 0 w 837768"/>
                <a:gd name="connsiteY35" fmla="*/ 177919 h 597398"/>
                <a:gd name="connsiteX36" fmla="*/ 342 w 837768"/>
                <a:gd name="connsiteY36" fmla="*/ 84712 h 597398"/>
                <a:gd name="connsiteX37" fmla="*/ 45192 w 837768"/>
                <a:gd name="connsiteY37" fmla="*/ 84712 h 597398"/>
                <a:gd name="connsiteX38" fmla="*/ 45182 w 837768"/>
                <a:gd name="connsiteY38" fmla="*/ 132591 h 597398"/>
                <a:gd name="connsiteX39" fmla="*/ 118617 w 837768"/>
                <a:gd name="connsiteY39" fmla="*/ 132591 h 597398"/>
                <a:gd name="connsiteX40" fmla="*/ 160733 w 837768"/>
                <a:gd name="connsiteY40" fmla="*/ 354774 h 597398"/>
                <a:gd name="connsiteX41" fmla="*/ 89585 w 837768"/>
                <a:gd name="connsiteY41" fmla="*/ 354774 h 597398"/>
                <a:gd name="connsiteX42" fmla="*/ 89585 w 837768"/>
                <a:gd name="connsiteY42" fmla="*/ 397759 h 597398"/>
                <a:gd name="connsiteX43" fmla="*/ 182668 w 837768"/>
                <a:gd name="connsiteY43" fmla="*/ 397759 h 597398"/>
                <a:gd name="connsiteX44" fmla="*/ 182668 w 837768"/>
                <a:gd name="connsiteY44" fmla="*/ 403497 h 597398"/>
                <a:gd name="connsiteX45" fmla="*/ 182733 w 837768"/>
                <a:gd name="connsiteY45" fmla="*/ 479103 h 597398"/>
                <a:gd name="connsiteX46" fmla="*/ 184175 w 837768"/>
                <a:gd name="connsiteY46" fmla="*/ 490051 h 597398"/>
                <a:gd name="connsiteX47" fmla="*/ 221883 w 837768"/>
                <a:gd name="connsiteY47" fmla="*/ 541519 h 597398"/>
                <a:gd name="connsiteX48" fmla="*/ 272006 w 837768"/>
                <a:gd name="connsiteY48" fmla="*/ 551584 h 597398"/>
                <a:gd name="connsiteX49" fmla="*/ 321664 w 837768"/>
                <a:gd name="connsiteY49" fmla="*/ 523499 h 597398"/>
                <a:gd name="connsiteX50" fmla="*/ 340706 w 837768"/>
                <a:gd name="connsiteY50" fmla="*/ 473477 h 597398"/>
                <a:gd name="connsiteX51" fmla="*/ 340777 w 837768"/>
                <a:gd name="connsiteY51" fmla="*/ 403272 h 597398"/>
                <a:gd name="connsiteX52" fmla="*/ 340777 w 837768"/>
                <a:gd name="connsiteY52" fmla="*/ 398029 h 597398"/>
                <a:gd name="connsiteX53" fmla="*/ 496928 w 837768"/>
                <a:gd name="connsiteY53" fmla="*/ 398029 h 597398"/>
                <a:gd name="connsiteX54" fmla="*/ 496931 w 837768"/>
                <a:gd name="connsiteY54" fmla="*/ 403647 h 597398"/>
                <a:gd name="connsiteX55" fmla="*/ 498136 w 837768"/>
                <a:gd name="connsiteY55" fmla="*/ 482455 h 597398"/>
                <a:gd name="connsiteX56" fmla="*/ 517517 w 837768"/>
                <a:gd name="connsiteY56" fmla="*/ 525699 h 597398"/>
                <a:gd name="connsiteX57" fmla="*/ 590281 w 837768"/>
                <a:gd name="connsiteY57" fmla="*/ 550915 h 597398"/>
                <a:gd name="connsiteX58" fmla="*/ 637813 w 837768"/>
                <a:gd name="connsiteY58" fmla="*/ 522157 h 597398"/>
                <a:gd name="connsiteX59" fmla="*/ 656068 w 837768"/>
                <a:gd name="connsiteY59" fmla="*/ 466892 h 597398"/>
                <a:gd name="connsiteX60" fmla="*/ 656019 w 837768"/>
                <a:gd name="connsiteY60" fmla="*/ 403069 h 597398"/>
                <a:gd name="connsiteX61" fmla="*/ 656019 w 837768"/>
                <a:gd name="connsiteY61" fmla="*/ 397456 h 597398"/>
                <a:gd name="connsiteX62" fmla="*/ 748109 w 837768"/>
                <a:gd name="connsiteY62" fmla="*/ 397456 h 597398"/>
                <a:gd name="connsiteX63" fmla="*/ 748109 w 837768"/>
                <a:gd name="connsiteY63" fmla="*/ 354512 h 597398"/>
                <a:gd name="connsiteX64" fmla="*/ 676887 w 837768"/>
                <a:gd name="connsiteY64" fmla="*/ 354512 h 597398"/>
                <a:gd name="connsiteX65" fmla="*/ 719015 w 837768"/>
                <a:gd name="connsiteY65" fmla="*/ 132465 h 597398"/>
                <a:gd name="connsiteX66" fmla="*/ 792228 w 837768"/>
                <a:gd name="connsiteY66" fmla="*/ 132465 h 597398"/>
                <a:gd name="connsiteX67" fmla="*/ 792228 w 837768"/>
                <a:gd name="connsiteY67" fmla="*/ 45177 h 597398"/>
                <a:gd name="connsiteX68" fmla="*/ 786109 w 837768"/>
                <a:gd name="connsiteY68" fmla="*/ 45177 h 597398"/>
                <a:gd name="connsiteX69" fmla="*/ 82663 w 837768"/>
                <a:gd name="connsiteY69" fmla="*/ 45182 h 597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37768" h="597398">
                  <a:moveTo>
                    <a:pt x="82663" y="0"/>
                  </a:moveTo>
                  <a:lnTo>
                    <a:pt x="813194" y="16"/>
                  </a:lnTo>
                  <a:cubicBezTo>
                    <a:pt x="828608" y="17"/>
                    <a:pt x="837438" y="9260"/>
                    <a:pt x="837549" y="23730"/>
                  </a:cubicBezTo>
                  <a:cubicBezTo>
                    <a:pt x="837937" y="74464"/>
                    <a:pt x="837695" y="125203"/>
                    <a:pt x="837679" y="175940"/>
                  </a:cubicBezTo>
                  <a:cubicBezTo>
                    <a:pt x="837679" y="176396"/>
                    <a:pt x="837507" y="176853"/>
                    <a:pt x="837358" y="177595"/>
                  </a:cubicBezTo>
                  <a:cubicBezTo>
                    <a:pt x="810525" y="177595"/>
                    <a:pt x="783741" y="177595"/>
                    <a:pt x="756609" y="177595"/>
                  </a:cubicBezTo>
                  <a:cubicBezTo>
                    <a:pt x="748287" y="221452"/>
                    <a:pt x="740009" y="265076"/>
                    <a:pt x="731649" y="309131"/>
                  </a:cubicBezTo>
                  <a:cubicBezTo>
                    <a:pt x="752455" y="309131"/>
                    <a:pt x="773141" y="309131"/>
                    <a:pt x="794158" y="309131"/>
                  </a:cubicBezTo>
                  <a:cubicBezTo>
                    <a:pt x="794158" y="353802"/>
                    <a:pt x="794158" y="398054"/>
                    <a:pt x="794158" y="442771"/>
                  </a:cubicBezTo>
                  <a:cubicBezTo>
                    <a:pt x="763402" y="442771"/>
                    <a:pt x="732568" y="442771"/>
                    <a:pt x="701197" y="442771"/>
                  </a:cubicBezTo>
                  <a:cubicBezTo>
                    <a:pt x="701197" y="452332"/>
                    <a:pt x="701233" y="461439"/>
                    <a:pt x="701190" y="470545"/>
                  </a:cubicBezTo>
                  <a:cubicBezTo>
                    <a:pt x="701057" y="498298"/>
                    <a:pt x="693915" y="524057"/>
                    <a:pt x="677340" y="546441"/>
                  </a:cubicBezTo>
                  <a:cubicBezTo>
                    <a:pt x="660702" y="568909"/>
                    <a:pt x="638937" y="584354"/>
                    <a:pt x="611731" y="592464"/>
                  </a:cubicBezTo>
                  <a:cubicBezTo>
                    <a:pt x="595676" y="597250"/>
                    <a:pt x="579462" y="598199"/>
                    <a:pt x="563294" y="596820"/>
                  </a:cubicBezTo>
                  <a:cubicBezTo>
                    <a:pt x="540362" y="594864"/>
                    <a:pt x="519512" y="586245"/>
                    <a:pt x="501031" y="572249"/>
                  </a:cubicBezTo>
                  <a:cubicBezTo>
                    <a:pt x="483357" y="558864"/>
                    <a:pt x="470408" y="541752"/>
                    <a:pt x="461686" y="521537"/>
                  </a:cubicBezTo>
                  <a:cubicBezTo>
                    <a:pt x="456824" y="510265"/>
                    <a:pt x="453164" y="498439"/>
                    <a:pt x="452822" y="486038"/>
                  </a:cubicBezTo>
                  <a:cubicBezTo>
                    <a:pt x="452432" y="471897"/>
                    <a:pt x="452732" y="457737"/>
                    <a:pt x="452732" y="443249"/>
                  </a:cubicBezTo>
                  <a:cubicBezTo>
                    <a:pt x="429896" y="443249"/>
                    <a:pt x="408229" y="443249"/>
                    <a:pt x="385955" y="443249"/>
                  </a:cubicBezTo>
                  <a:cubicBezTo>
                    <a:pt x="385955" y="452093"/>
                    <a:pt x="385708" y="461036"/>
                    <a:pt x="386003" y="469962"/>
                  </a:cubicBezTo>
                  <a:cubicBezTo>
                    <a:pt x="386774" y="493315"/>
                    <a:pt x="381174" y="515094"/>
                    <a:pt x="369644" y="535252"/>
                  </a:cubicBezTo>
                  <a:cubicBezTo>
                    <a:pt x="358239" y="555192"/>
                    <a:pt x="342272" y="570676"/>
                    <a:pt x="322151" y="581903"/>
                  </a:cubicBezTo>
                  <a:cubicBezTo>
                    <a:pt x="309814" y="588787"/>
                    <a:pt x="296714" y="593969"/>
                    <a:pt x="282862" y="595860"/>
                  </a:cubicBezTo>
                  <a:cubicBezTo>
                    <a:pt x="258814" y="599143"/>
                    <a:pt x="235186" y="597370"/>
                    <a:pt x="212415" y="587462"/>
                  </a:cubicBezTo>
                  <a:cubicBezTo>
                    <a:pt x="195252" y="579995"/>
                    <a:pt x="180617" y="569349"/>
                    <a:pt x="168267" y="555574"/>
                  </a:cubicBezTo>
                  <a:cubicBezTo>
                    <a:pt x="153277" y="538856"/>
                    <a:pt x="143433" y="519332"/>
                    <a:pt x="139592" y="497158"/>
                  </a:cubicBezTo>
                  <a:cubicBezTo>
                    <a:pt x="138086" y="488457"/>
                    <a:pt x="137886" y="479494"/>
                    <a:pt x="137563" y="470633"/>
                  </a:cubicBezTo>
                  <a:cubicBezTo>
                    <a:pt x="137236" y="461648"/>
                    <a:pt x="137491" y="452642"/>
                    <a:pt x="137491" y="442911"/>
                  </a:cubicBezTo>
                  <a:cubicBezTo>
                    <a:pt x="135656" y="442911"/>
                    <a:pt x="133940" y="442911"/>
                    <a:pt x="132225" y="442911"/>
                  </a:cubicBezTo>
                  <a:cubicBezTo>
                    <a:pt x="109803" y="442911"/>
                    <a:pt x="87380" y="442809"/>
                    <a:pt x="64958" y="442954"/>
                  </a:cubicBezTo>
                  <a:cubicBezTo>
                    <a:pt x="53559" y="443028"/>
                    <a:pt x="42875" y="433194"/>
                    <a:pt x="43041" y="421100"/>
                  </a:cubicBezTo>
                  <a:cubicBezTo>
                    <a:pt x="43529" y="385754"/>
                    <a:pt x="43215" y="350398"/>
                    <a:pt x="43215" y="315046"/>
                  </a:cubicBezTo>
                  <a:cubicBezTo>
                    <a:pt x="43215" y="313284"/>
                    <a:pt x="43215" y="311522"/>
                    <a:pt x="43215" y="309392"/>
                  </a:cubicBezTo>
                  <a:cubicBezTo>
                    <a:pt x="64364" y="309392"/>
                    <a:pt x="85087" y="309392"/>
                    <a:pt x="105979" y="309392"/>
                  </a:cubicBezTo>
                  <a:cubicBezTo>
                    <a:pt x="97652" y="265449"/>
                    <a:pt x="89403" y="221917"/>
                    <a:pt x="81066" y="177919"/>
                  </a:cubicBezTo>
                  <a:cubicBezTo>
                    <a:pt x="54464" y="177919"/>
                    <a:pt x="27535" y="177919"/>
                    <a:pt x="0" y="177919"/>
                  </a:cubicBezTo>
                  <a:lnTo>
                    <a:pt x="342" y="84712"/>
                  </a:lnTo>
                  <a:lnTo>
                    <a:pt x="45192" y="84712"/>
                  </a:lnTo>
                  <a:lnTo>
                    <a:pt x="45182" y="132591"/>
                  </a:lnTo>
                  <a:cubicBezTo>
                    <a:pt x="69957" y="132591"/>
                    <a:pt x="94137" y="132591"/>
                    <a:pt x="118617" y="132591"/>
                  </a:cubicBezTo>
                  <a:cubicBezTo>
                    <a:pt x="132639" y="206561"/>
                    <a:pt x="146621" y="280324"/>
                    <a:pt x="160733" y="354774"/>
                  </a:cubicBezTo>
                  <a:cubicBezTo>
                    <a:pt x="136118" y="354774"/>
                    <a:pt x="112814" y="354774"/>
                    <a:pt x="89585" y="354774"/>
                  </a:cubicBezTo>
                  <a:cubicBezTo>
                    <a:pt x="89585" y="369263"/>
                    <a:pt x="89585" y="383284"/>
                    <a:pt x="89585" y="397759"/>
                  </a:cubicBezTo>
                  <a:cubicBezTo>
                    <a:pt x="120627" y="397759"/>
                    <a:pt x="151458" y="397759"/>
                    <a:pt x="182668" y="397759"/>
                  </a:cubicBezTo>
                  <a:cubicBezTo>
                    <a:pt x="182668" y="399973"/>
                    <a:pt x="182668" y="401735"/>
                    <a:pt x="182668" y="403497"/>
                  </a:cubicBezTo>
                  <a:cubicBezTo>
                    <a:pt x="182668" y="428699"/>
                    <a:pt x="182610" y="453902"/>
                    <a:pt x="182733" y="479103"/>
                  </a:cubicBezTo>
                  <a:cubicBezTo>
                    <a:pt x="182751" y="482759"/>
                    <a:pt x="183318" y="486487"/>
                    <a:pt x="184175" y="490051"/>
                  </a:cubicBezTo>
                  <a:cubicBezTo>
                    <a:pt x="189560" y="512437"/>
                    <a:pt x="202270" y="529541"/>
                    <a:pt x="221883" y="541519"/>
                  </a:cubicBezTo>
                  <a:cubicBezTo>
                    <a:pt x="237351" y="550966"/>
                    <a:pt x="254546" y="554055"/>
                    <a:pt x="272006" y="551584"/>
                  </a:cubicBezTo>
                  <a:cubicBezTo>
                    <a:pt x="291806" y="548781"/>
                    <a:pt x="308760" y="539505"/>
                    <a:pt x="321664" y="523499"/>
                  </a:cubicBezTo>
                  <a:cubicBezTo>
                    <a:pt x="333498" y="508820"/>
                    <a:pt x="340465" y="492364"/>
                    <a:pt x="340706" y="473477"/>
                  </a:cubicBezTo>
                  <a:cubicBezTo>
                    <a:pt x="341004" y="450079"/>
                    <a:pt x="340777" y="426674"/>
                    <a:pt x="340777" y="403272"/>
                  </a:cubicBezTo>
                  <a:cubicBezTo>
                    <a:pt x="340777" y="401531"/>
                    <a:pt x="340777" y="399790"/>
                    <a:pt x="340777" y="398029"/>
                  </a:cubicBezTo>
                  <a:cubicBezTo>
                    <a:pt x="393097" y="398029"/>
                    <a:pt x="444875" y="398029"/>
                    <a:pt x="496928" y="398029"/>
                  </a:cubicBezTo>
                  <a:cubicBezTo>
                    <a:pt x="496928" y="400096"/>
                    <a:pt x="496909" y="401871"/>
                    <a:pt x="496931" y="403647"/>
                  </a:cubicBezTo>
                  <a:cubicBezTo>
                    <a:pt x="497254" y="429920"/>
                    <a:pt x="496961" y="456220"/>
                    <a:pt x="498136" y="482455"/>
                  </a:cubicBezTo>
                  <a:cubicBezTo>
                    <a:pt x="498876" y="499001"/>
                    <a:pt x="506226" y="513633"/>
                    <a:pt x="517517" y="525699"/>
                  </a:cubicBezTo>
                  <a:cubicBezTo>
                    <a:pt x="537227" y="546762"/>
                    <a:pt x="561565" y="555509"/>
                    <a:pt x="590281" y="550915"/>
                  </a:cubicBezTo>
                  <a:cubicBezTo>
                    <a:pt x="609963" y="547766"/>
                    <a:pt x="625649" y="537257"/>
                    <a:pt x="637813" y="522157"/>
                  </a:cubicBezTo>
                  <a:cubicBezTo>
                    <a:pt x="650619" y="506260"/>
                    <a:pt x="656280" y="487460"/>
                    <a:pt x="656068" y="466892"/>
                  </a:cubicBezTo>
                  <a:cubicBezTo>
                    <a:pt x="655849" y="445620"/>
                    <a:pt x="656019" y="424344"/>
                    <a:pt x="656019" y="403069"/>
                  </a:cubicBezTo>
                  <a:cubicBezTo>
                    <a:pt x="656019" y="401347"/>
                    <a:pt x="656019" y="399626"/>
                    <a:pt x="656019" y="397456"/>
                  </a:cubicBezTo>
                  <a:cubicBezTo>
                    <a:pt x="687207" y="397456"/>
                    <a:pt x="717712" y="397456"/>
                    <a:pt x="748109" y="397456"/>
                  </a:cubicBezTo>
                  <a:cubicBezTo>
                    <a:pt x="748109" y="382977"/>
                    <a:pt x="748109" y="368956"/>
                    <a:pt x="748109" y="354512"/>
                  </a:cubicBezTo>
                  <a:cubicBezTo>
                    <a:pt x="724282" y="354512"/>
                    <a:pt x="700676" y="354512"/>
                    <a:pt x="676887" y="354512"/>
                  </a:cubicBezTo>
                  <a:cubicBezTo>
                    <a:pt x="690963" y="280318"/>
                    <a:pt x="704955" y="206572"/>
                    <a:pt x="719015" y="132465"/>
                  </a:cubicBezTo>
                  <a:cubicBezTo>
                    <a:pt x="743605" y="132465"/>
                    <a:pt x="767909" y="132465"/>
                    <a:pt x="792228" y="132465"/>
                  </a:cubicBezTo>
                  <a:cubicBezTo>
                    <a:pt x="792228" y="103171"/>
                    <a:pt x="792228" y="74306"/>
                    <a:pt x="792228" y="45177"/>
                  </a:cubicBezTo>
                  <a:cubicBezTo>
                    <a:pt x="789990" y="45177"/>
                    <a:pt x="788049" y="45177"/>
                    <a:pt x="786109" y="45177"/>
                  </a:cubicBezTo>
                  <a:lnTo>
                    <a:pt x="82663" y="45182"/>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3" name="Freeform: Shape 2">
              <a:extLst>
                <a:ext uri="{FF2B5EF4-FFF2-40B4-BE49-F238E27FC236}">
                  <a16:creationId xmlns:a16="http://schemas.microsoft.com/office/drawing/2014/main" id="{7564E365-528C-6DF8-CD66-F14779208B3B}"/>
                </a:ext>
                <a:ext uri="{C183D7F6-B498-43B3-948B-1728B52AA6E4}">
                  <adec:decorative xmlns:adec="http://schemas.microsoft.com/office/drawing/2017/decorative" val="1"/>
                </a:ext>
              </a:extLst>
            </p:cNvPr>
            <p:cNvSpPr/>
            <p:nvPr/>
          </p:nvSpPr>
          <p:spPr>
            <a:xfrm>
              <a:off x="4880886" y="4343066"/>
              <a:ext cx="390968" cy="413019"/>
            </a:xfrm>
            <a:custGeom>
              <a:avLst/>
              <a:gdLst>
                <a:gd name="connsiteX0" fmla="*/ 143510 w 390968"/>
                <a:gd name="connsiteY0" fmla="*/ 367155 h 413019"/>
                <a:gd name="connsiteX1" fmla="*/ 131903 w 390968"/>
                <a:gd name="connsiteY1" fmla="*/ 382686 h 413019"/>
                <a:gd name="connsiteX2" fmla="*/ 145029 w 390968"/>
                <a:gd name="connsiteY2" fmla="*/ 399873 h 413019"/>
                <a:gd name="connsiteX3" fmla="*/ 152356 w 390968"/>
                <a:gd name="connsiteY3" fmla="*/ 400166 h 413019"/>
                <a:gd name="connsiteX4" fmla="*/ 165780 w 390968"/>
                <a:gd name="connsiteY4" fmla="*/ 387527 h 413019"/>
                <a:gd name="connsiteX5" fmla="*/ 160801 w 390968"/>
                <a:gd name="connsiteY5" fmla="*/ 370841 h 413019"/>
                <a:gd name="connsiteX6" fmla="*/ 143510 w 390968"/>
                <a:gd name="connsiteY6" fmla="*/ 367155 h 413019"/>
                <a:gd name="connsiteX7" fmla="*/ 320587 w 390968"/>
                <a:gd name="connsiteY7" fmla="*/ 366112 h 413019"/>
                <a:gd name="connsiteX8" fmla="*/ 303512 w 390968"/>
                <a:gd name="connsiteY8" fmla="*/ 386203 h 413019"/>
                <a:gd name="connsiteX9" fmla="*/ 326133 w 390968"/>
                <a:gd name="connsiteY9" fmla="*/ 399394 h 413019"/>
                <a:gd name="connsiteX10" fmla="*/ 326922 w 390968"/>
                <a:gd name="connsiteY10" fmla="*/ 399273 h 413019"/>
                <a:gd name="connsiteX11" fmla="*/ 337469 w 390968"/>
                <a:gd name="connsiteY11" fmla="*/ 380281 h 413019"/>
                <a:gd name="connsiteX12" fmla="*/ 320587 w 390968"/>
                <a:gd name="connsiteY12" fmla="*/ 366112 h 413019"/>
                <a:gd name="connsiteX13" fmla="*/ 312799 w 390968"/>
                <a:gd name="connsiteY13" fmla="*/ 354595 h 413019"/>
                <a:gd name="connsiteX14" fmla="*/ 346574 w 390968"/>
                <a:gd name="connsiteY14" fmla="*/ 368794 h 413019"/>
                <a:gd name="connsiteX15" fmla="*/ 342193 w 390968"/>
                <a:gd name="connsiteY15" fmla="*/ 403624 h 413019"/>
                <a:gd name="connsiteX16" fmla="*/ 322961 w 390968"/>
                <a:gd name="connsiteY16" fmla="*/ 412787 h 413019"/>
                <a:gd name="connsiteX17" fmla="*/ 292204 w 390968"/>
                <a:gd name="connsiteY17" fmla="*/ 392704 h 413019"/>
                <a:gd name="connsiteX18" fmla="*/ 291986 w 390968"/>
                <a:gd name="connsiteY18" fmla="*/ 391452 h 413019"/>
                <a:gd name="connsiteX19" fmla="*/ 293013 w 390968"/>
                <a:gd name="connsiteY19" fmla="*/ 372001 h 413019"/>
                <a:gd name="connsiteX20" fmla="*/ 312799 w 390968"/>
                <a:gd name="connsiteY20" fmla="*/ 354595 h 413019"/>
                <a:gd name="connsiteX21" fmla="*/ 141925 w 390968"/>
                <a:gd name="connsiteY21" fmla="*/ 354492 h 413019"/>
                <a:gd name="connsiteX22" fmla="*/ 169671 w 390968"/>
                <a:gd name="connsiteY22" fmla="*/ 361636 h 413019"/>
                <a:gd name="connsiteX23" fmla="*/ 176227 w 390968"/>
                <a:gd name="connsiteY23" fmla="*/ 395541 h 413019"/>
                <a:gd name="connsiteX24" fmla="*/ 155849 w 390968"/>
                <a:gd name="connsiteY24" fmla="*/ 412199 h 413019"/>
                <a:gd name="connsiteX25" fmla="*/ 130883 w 390968"/>
                <a:gd name="connsiteY25" fmla="*/ 406669 h 413019"/>
                <a:gd name="connsiteX26" fmla="*/ 129605 w 390968"/>
                <a:gd name="connsiteY26" fmla="*/ 405883 h 413019"/>
                <a:gd name="connsiteX27" fmla="*/ 119666 w 390968"/>
                <a:gd name="connsiteY27" fmla="*/ 379604 h 413019"/>
                <a:gd name="connsiteX28" fmla="*/ 141925 w 390968"/>
                <a:gd name="connsiteY28" fmla="*/ 354492 h 413019"/>
                <a:gd name="connsiteX29" fmla="*/ 0 w 390968"/>
                <a:gd name="connsiteY29" fmla="*/ 126360 h 413019"/>
                <a:gd name="connsiteX30" fmla="*/ 36171 w 390968"/>
                <a:gd name="connsiteY30" fmla="*/ 126360 h 413019"/>
                <a:gd name="connsiteX31" fmla="*/ 36171 w 390968"/>
                <a:gd name="connsiteY31" fmla="*/ 162579 h 413019"/>
                <a:gd name="connsiteX32" fmla="*/ 0 w 390968"/>
                <a:gd name="connsiteY32" fmla="*/ 162579 h 413019"/>
                <a:gd name="connsiteX33" fmla="*/ 293004 w 390968"/>
                <a:gd name="connsiteY33" fmla="*/ 24629 h 413019"/>
                <a:gd name="connsiteX34" fmla="*/ 220343 w 390968"/>
                <a:gd name="connsiteY34" fmla="*/ 24632 h 413019"/>
                <a:gd name="connsiteX35" fmla="*/ 217150 w 390968"/>
                <a:gd name="connsiteY35" fmla="*/ 26594 h 413019"/>
                <a:gd name="connsiteX36" fmla="*/ 203938 w 390968"/>
                <a:gd name="connsiteY36" fmla="*/ 53191 h 413019"/>
                <a:gd name="connsiteX37" fmla="*/ 193210 w 390968"/>
                <a:gd name="connsiteY37" fmla="*/ 74686 h 413019"/>
                <a:gd name="connsiteX38" fmla="*/ 189733 w 390968"/>
                <a:gd name="connsiteY38" fmla="*/ 75867 h 413019"/>
                <a:gd name="connsiteX39" fmla="*/ 165919 w 390968"/>
                <a:gd name="connsiteY39" fmla="*/ 63875 h 413019"/>
                <a:gd name="connsiteX40" fmla="*/ 140143 w 390968"/>
                <a:gd name="connsiteY40" fmla="*/ 51019 h 413019"/>
                <a:gd name="connsiteX41" fmla="*/ 135510 w 390968"/>
                <a:gd name="connsiteY41" fmla="*/ 54933 h 413019"/>
                <a:gd name="connsiteX42" fmla="*/ 120778 w 390968"/>
                <a:gd name="connsiteY42" fmla="*/ 67375 h 413019"/>
                <a:gd name="connsiteX43" fmla="*/ 102958 w 390968"/>
                <a:gd name="connsiteY43" fmla="*/ 82242 h 413019"/>
                <a:gd name="connsiteX44" fmla="*/ 102534 w 390968"/>
                <a:gd name="connsiteY44" fmla="*/ 84629 h 413019"/>
                <a:gd name="connsiteX45" fmla="*/ 106820 w 390968"/>
                <a:gd name="connsiteY45" fmla="*/ 93957 h 413019"/>
                <a:gd name="connsiteX46" fmla="*/ 110581 w 390968"/>
                <a:gd name="connsiteY46" fmla="*/ 96341 h 413019"/>
                <a:gd name="connsiteX47" fmla="*/ 363562 w 390968"/>
                <a:gd name="connsiteY47" fmla="*/ 96285 h 413019"/>
                <a:gd name="connsiteX48" fmla="*/ 366459 w 390968"/>
                <a:gd name="connsiteY48" fmla="*/ 96285 h 413019"/>
                <a:gd name="connsiteX49" fmla="*/ 366498 w 390968"/>
                <a:gd name="connsiteY49" fmla="*/ 91564 h 413019"/>
                <a:gd name="connsiteX50" fmla="*/ 363757 w 390968"/>
                <a:gd name="connsiteY50" fmla="*/ 87940 h 413019"/>
                <a:gd name="connsiteX51" fmla="*/ 346237 w 390968"/>
                <a:gd name="connsiteY51" fmla="*/ 82435 h 413019"/>
                <a:gd name="connsiteX52" fmla="*/ 322219 w 390968"/>
                <a:gd name="connsiteY52" fmla="*/ 74814 h 413019"/>
                <a:gd name="connsiteX53" fmla="*/ 317610 w 390968"/>
                <a:gd name="connsiteY53" fmla="*/ 70773 h 413019"/>
                <a:gd name="connsiteX54" fmla="*/ 312910 w 390968"/>
                <a:gd name="connsiteY54" fmla="*/ 60761 h 413019"/>
                <a:gd name="connsiteX55" fmla="*/ 296144 w 390968"/>
                <a:gd name="connsiteY55" fmla="*/ 26675 h 413019"/>
                <a:gd name="connsiteX56" fmla="*/ 293004 w 390968"/>
                <a:gd name="connsiteY56" fmla="*/ 24629 h 413019"/>
                <a:gd name="connsiteX57" fmla="*/ 307600 w 390968"/>
                <a:gd name="connsiteY57" fmla="*/ 29 h 413019"/>
                <a:gd name="connsiteX58" fmla="*/ 311987 w 390968"/>
                <a:gd name="connsiteY58" fmla="*/ 2696 h 413019"/>
                <a:gd name="connsiteX59" fmla="*/ 335313 w 390968"/>
                <a:gd name="connsiteY59" fmla="*/ 50600 h 413019"/>
                <a:gd name="connsiteX60" fmla="*/ 339759 w 390968"/>
                <a:gd name="connsiteY60" fmla="*/ 54431 h 413019"/>
                <a:gd name="connsiteX61" fmla="*/ 379482 w 390968"/>
                <a:gd name="connsiteY61" fmla="*/ 67255 h 413019"/>
                <a:gd name="connsiteX62" fmla="*/ 390968 w 390968"/>
                <a:gd name="connsiteY62" fmla="*/ 70792 h 413019"/>
                <a:gd name="connsiteX63" fmla="*/ 390968 w 390968"/>
                <a:gd name="connsiteY63" fmla="*/ 120870 h 413019"/>
                <a:gd name="connsiteX64" fmla="*/ 388148 w 390968"/>
                <a:gd name="connsiteY64" fmla="*/ 120870 h 413019"/>
                <a:gd name="connsiteX65" fmla="*/ 95042 w 390968"/>
                <a:gd name="connsiteY65" fmla="*/ 120927 h 413019"/>
                <a:gd name="connsiteX66" fmla="*/ 91298 w 390968"/>
                <a:gd name="connsiteY66" fmla="*/ 118510 h 413019"/>
                <a:gd name="connsiteX67" fmla="*/ 72057 w 390968"/>
                <a:gd name="connsiteY67" fmla="*/ 78894 h 413019"/>
                <a:gd name="connsiteX68" fmla="*/ 73061 w 390968"/>
                <a:gd name="connsiteY68" fmla="*/ 74998 h 413019"/>
                <a:gd name="connsiteX69" fmla="*/ 94861 w 390968"/>
                <a:gd name="connsiteY69" fmla="*/ 56589 h 413019"/>
                <a:gd name="connsiteX70" fmla="*/ 116184 w 390968"/>
                <a:gd name="connsiteY70" fmla="*/ 38911 h 413019"/>
                <a:gd name="connsiteX71" fmla="*/ 130693 w 390968"/>
                <a:gd name="connsiteY71" fmla="*/ 26607 h 413019"/>
                <a:gd name="connsiteX72" fmla="*/ 135248 w 390968"/>
                <a:gd name="connsiteY72" fmla="*/ 22568 h 413019"/>
                <a:gd name="connsiteX73" fmla="*/ 138759 w 390968"/>
                <a:gd name="connsiteY73" fmla="*/ 22502 h 413019"/>
                <a:gd name="connsiteX74" fmla="*/ 177945 w 390968"/>
                <a:gd name="connsiteY74" fmla="*/ 42126 h 413019"/>
                <a:gd name="connsiteX75" fmla="*/ 181134 w 390968"/>
                <a:gd name="connsiteY75" fmla="*/ 43608 h 413019"/>
                <a:gd name="connsiteX76" fmla="*/ 202264 w 390968"/>
                <a:gd name="connsiteY76" fmla="*/ 1437 h 413019"/>
                <a:gd name="connsiteX77" fmla="*/ 205538 w 390968"/>
                <a:gd name="connsiteY77" fmla="*/ 133 h 413019"/>
                <a:gd name="connsiteX78" fmla="*/ 299322 w 390968"/>
                <a:gd name="connsiteY78" fmla="*/ 84 h 413019"/>
                <a:gd name="connsiteX79" fmla="*/ 307600 w 390968"/>
                <a:gd name="connsiteY79" fmla="*/ 29 h 413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90968" h="413019">
                  <a:moveTo>
                    <a:pt x="143510" y="367155"/>
                  </a:moveTo>
                  <a:cubicBezTo>
                    <a:pt x="136504" y="369796"/>
                    <a:pt x="132397" y="375138"/>
                    <a:pt x="131903" y="382686"/>
                  </a:cubicBezTo>
                  <a:cubicBezTo>
                    <a:pt x="131431" y="389903"/>
                    <a:pt x="136402" y="397256"/>
                    <a:pt x="145029" y="399873"/>
                  </a:cubicBezTo>
                  <a:cubicBezTo>
                    <a:pt x="147479" y="400005"/>
                    <a:pt x="150048" y="400676"/>
                    <a:pt x="152356" y="400166"/>
                  </a:cubicBezTo>
                  <a:cubicBezTo>
                    <a:pt x="159214" y="398651"/>
                    <a:pt x="163929" y="394446"/>
                    <a:pt x="165780" y="387527"/>
                  </a:cubicBezTo>
                  <a:cubicBezTo>
                    <a:pt x="167523" y="381010"/>
                    <a:pt x="165674" y="375419"/>
                    <a:pt x="160801" y="370841"/>
                  </a:cubicBezTo>
                  <a:cubicBezTo>
                    <a:pt x="155801" y="366143"/>
                    <a:pt x="149873" y="364757"/>
                    <a:pt x="143510" y="367155"/>
                  </a:cubicBezTo>
                  <a:close/>
                  <a:moveTo>
                    <a:pt x="320587" y="366112"/>
                  </a:moveTo>
                  <a:cubicBezTo>
                    <a:pt x="310459" y="366039"/>
                    <a:pt x="301603" y="375165"/>
                    <a:pt x="303512" y="386203"/>
                  </a:cubicBezTo>
                  <a:cubicBezTo>
                    <a:pt x="305212" y="396033"/>
                    <a:pt x="314912" y="402926"/>
                    <a:pt x="326133" y="399394"/>
                  </a:cubicBezTo>
                  <a:cubicBezTo>
                    <a:pt x="326398" y="399356"/>
                    <a:pt x="326686" y="399375"/>
                    <a:pt x="326922" y="399273"/>
                  </a:cubicBezTo>
                  <a:cubicBezTo>
                    <a:pt x="334861" y="395857"/>
                    <a:pt x="338820" y="388614"/>
                    <a:pt x="337469" y="380281"/>
                  </a:cubicBezTo>
                  <a:cubicBezTo>
                    <a:pt x="336174" y="372298"/>
                    <a:pt x="328919" y="366171"/>
                    <a:pt x="320587" y="366112"/>
                  </a:cubicBezTo>
                  <a:close/>
                  <a:moveTo>
                    <a:pt x="312799" y="354595"/>
                  </a:moveTo>
                  <a:cubicBezTo>
                    <a:pt x="326436" y="351114"/>
                    <a:pt x="339410" y="356386"/>
                    <a:pt x="346574" y="368794"/>
                  </a:cubicBezTo>
                  <a:cubicBezTo>
                    <a:pt x="352701" y="379405"/>
                    <a:pt x="351218" y="394587"/>
                    <a:pt x="342193" y="403624"/>
                  </a:cubicBezTo>
                  <a:cubicBezTo>
                    <a:pt x="336799" y="409026"/>
                    <a:pt x="330656" y="412076"/>
                    <a:pt x="322961" y="412787"/>
                  </a:cubicBezTo>
                  <a:cubicBezTo>
                    <a:pt x="308831" y="414094"/>
                    <a:pt x="296500" y="405246"/>
                    <a:pt x="292204" y="392704"/>
                  </a:cubicBezTo>
                  <a:cubicBezTo>
                    <a:pt x="292092" y="392377"/>
                    <a:pt x="292132" y="391999"/>
                    <a:pt x="291986" y="391452"/>
                  </a:cubicBezTo>
                  <a:cubicBezTo>
                    <a:pt x="290274" y="384722"/>
                    <a:pt x="290403" y="378273"/>
                    <a:pt x="293013" y="372001"/>
                  </a:cubicBezTo>
                  <a:cubicBezTo>
                    <a:pt x="296765" y="362989"/>
                    <a:pt x="303369" y="357002"/>
                    <a:pt x="312799" y="354595"/>
                  </a:cubicBezTo>
                  <a:close/>
                  <a:moveTo>
                    <a:pt x="141925" y="354492"/>
                  </a:moveTo>
                  <a:cubicBezTo>
                    <a:pt x="152312" y="351943"/>
                    <a:pt x="161879" y="354244"/>
                    <a:pt x="169671" y="361636"/>
                  </a:cubicBezTo>
                  <a:cubicBezTo>
                    <a:pt x="178719" y="370219"/>
                    <a:pt x="181684" y="383756"/>
                    <a:pt x="176227" y="395541"/>
                  </a:cubicBezTo>
                  <a:cubicBezTo>
                    <a:pt x="172117" y="404419"/>
                    <a:pt x="165427" y="410057"/>
                    <a:pt x="155849" y="412199"/>
                  </a:cubicBezTo>
                  <a:cubicBezTo>
                    <a:pt x="146666" y="414253"/>
                    <a:pt x="138332" y="412465"/>
                    <a:pt x="130883" y="406669"/>
                  </a:cubicBezTo>
                  <a:cubicBezTo>
                    <a:pt x="130541" y="406403"/>
                    <a:pt x="130125" y="406232"/>
                    <a:pt x="129605" y="405883"/>
                  </a:cubicBezTo>
                  <a:cubicBezTo>
                    <a:pt x="121702" y="398720"/>
                    <a:pt x="118427" y="389783"/>
                    <a:pt x="119666" y="379604"/>
                  </a:cubicBezTo>
                  <a:cubicBezTo>
                    <a:pt x="121188" y="367102"/>
                    <a:pt x="129290" y="357592"/>
                    <a:pt x="141925" y="354492"/>
                  </a:cubicBezTo>
                  <a:close/>
                  <a:moveTo>
                    <a:pt x="0" y="126360"/>
                  </a:moveTo>
                  <a:lnTo>
                    <a:pt x="36171" y="126360"/>
                  </a:lnTo>
                  <a:lnTo>
                    <a:pt x="36171" y="162579"/>
                  </a:lnTo>
                  <a:lnTo>
                    <a:pt x="0" y="162579"/>
                  </a:lnTo>
                  <a:close/>
                  <a:moveTo>
                    <a:pt x="293004" y="24629"/>
                  </a:moveTo>
                  <a:cubicBezTo>
                    <a:pt x="268784" y="24688"/>
                    <a:pt x="244563" y="24686"/>
                    <a:pt x="220343" y="24632"/>
                  </a:cubicBezTo>
                  <a:cubicBezTo>
                    <a:pt x="218713" y="24628"/>
                    <a:pt x="217890" y="25081"/>
                    <a:pt x="217150" y="26594"/>
                  </a:cubicBezTo>
                  <a:cubicBezTo>
                    <a:pt x="212857" y="35368"/>
                    <a:pt x="208422" y="44072"/>
                    <a:pt x="203938" y="53191"/>
                  </a:cubicBezTo>
                  <a:cubicBezTo>
                    <a:pt x="200353" y="60352"/>
                    <a:pt x="196730" y="67493"/>
                    <a:pt x="193210" y="74686"/>
                  </a:cubicBezTo>
                  <a:cubicBezTo>
                    <a:pt x="192364" y="76415"/>
                    <a:pt x="191533" y="76795"/>
                    <a:pt x="189733" y="75867"/>
                  </a:cubicBezTo>
                  <a:cubicBezTo>
                    <a:pt x="181833" y="71796"/>
                    <a:pt x="173868" y="67850"/>
                    <a:pt x="165919" y="63875"/>
                  </a:cubicBezTo>
                  <a:cubicBezTo>
                    <a:pt x="157293" y="59561"/>
                    <a:pt x="148658" y="55265"/>
                    <a:pt x="140143" y="51019"/>
                  </a:cubicBezTo>
                  <a:cubicBezTo>
                    <a:pt x="138472" y="52430"/>
                    <a:pt x="136991" y="53682"/>
                    <a:pt x="135510" y="54933"/>
                  </a:cubicBezTo>
                  <a:cubicBezTo>
                    <a:pt x="130601" y="59083"/>
                    <a:pt x="125710" y="63254"/>
                    <a:pt x="120778" y="67375"/>
                  </a:cubicBezTo>
                  <a:cubicBezTo>
                    <a:pt x="114841" y="72335"/>
                    <a:pt x="108844" y="77224"/>
                    <a:pt x="102958" y="82242"/>
                  </a:cubicBezTo>
                  <a:cubicBezTo>
                    <a:pt x="102467" y="82660"/>
                    <a:pt x="102262" y="83983"/>
                    <a:pt x="102534" y="84629"/>
                  </a:cubicBezTo>
                  <a:cubicBezTo>
                    <a:pt x="103859" y="87782"/>
                    <a:pt x="105468" y="90814"/>
                    <a:pt x="106820" y="93957"/>
                  </a:cubicBezTo>
                  <a:cubicBezTo>
                    <a:pt x="107575" y="95712"/>
                    <a:pt x="108570" y="96342"/>
                    <a:pt x="110581" y="96341"/>
                  </a:cubicBezTo>
                  <a:cubicBezTo>
                    <a:pt x="194908" y="96276"/>
                    <a:pt x="279235" y="96285"/>
                    <a:pt x="363562" y="96285"/>
                  </a:cubicBezTo>
                  <a:cubicBezTo>
                    <a:pt x="364492" y="96285"/>
                    <a:pt x="365421" y="96285"/>
                    <a:pt x="366459" y="96285"/>
                  </a:cubicBezTo>
                  <a:cubicBezTo>
                    <a:pt x="366459" y="94403"/>
                    <a:pt x="366288" y="92955"/>
                    <a:pt x="366498" y="91564"/>
                  </a:cubicBezTo>
                  <a:cubicBezTo>
                    <a:pt x="366840" y="89296"/>
                    <a:pt x="365703" y="88520"/>
                    <a:pt x="363757" y="87940"/>
                  </a:cubicBezTo>
                  <a:cubicBezTo>
                    <a:pt x="357891" y="86193"/>
                    <a:pt x="352068" y="84299"/>
                    <a:pt x="346237" y="82435"/>
                  </a:cubicBezTo>
                  <a:cubicBezTo>
                    <a:pt x="338236" y="79877"/>
                    <a:pt x="330286" y="77142"/>
                    <a:pt x="322219" y="74814"/>
                  </a:cubicBezTo>
                  <a:cubicBezTo>
                    <a:pt x="319804" y="74118"/>
                    <a:pt x="318537" y="72915"/>
                    <a:pt x="317610" y="70773"/>
                  </a:cubicBezTo>
                  <a:cubicBezTo>
                    <a:pt x="316146" y="67391"/>
                    <a:pt x="314536" y="64070"/>
                    <a:pt x="312910" y="60761"/>
                  </a:cubicBezTo>
                  <a:cubicBezTo>
                    <a:pt x="307327" y="49397"/>
                    <a:pt x="301679" y="38063"/>
                    <a:pt x="296144" y="26675"/>
                  </a:cubicBezTo>
                  <a:cubicBezTo>
                    <a:pt x="295434" y="25215"/>
                    <a:pt x="294684" y="24625"/>
                    <a:pt x="293004" y="24629"/>
                  </a:cubicBezTo>
                  <a:close/>
                  <a:moveTo>
                    <a:pt x="307600" y="29"/>
                  </a:moveTo>
                  <a:cubicBezTo>
                    <a:pt x="309886" y="-168"/>
                    <a:pt x="310995" y="639"/>
                    <a:pt x="311987" y="2696"/>
                  </a:cubicBezTo>
                  <a:cubicBezTo>
                    <a:pt x="319701" y="18693"/>
                    <a:pt x="327586" y="34608"/>
                    <a:pt x="335313" y="50600"/>
                  </a:cubicBezTo>
                  <a:cubicBezTo>
                    <a:pt x="336304" y="52651"/>
                    <a:pt x="337517" y="53731"/>
                    <a:pt x="339759" y="54431"/>
                  </a:cubicBezTo>
                  <a:cubicBezTo>
                    <a:pt x="353039" y="58580"/>
                    <a:pt x="366243" y="62974"/>
                    <a:pt x="379482" y="67255"/>
                  </a:cubicBezTo>
                  <a:cubicBezTo>
                    <a:pt x="383291" y="68486"/>
                    <a:pt x="387135" y="69614"/>
                    <a:pt x="390968" y="70792"/>
                  </a:cubicBezTo>
                  <a:cubicBezTo>
                    <a:pt x="390968" y="87473"/>
                    <a:pt x="390968" y="103940"/>
                    <a:pt x="390968" y="120870"/>
                  </a:cubicBezTo>
                  <a:cubicBezTo>
                    <a:pt x="390007" y="120870"/>
                    <a:pt x="389077" y="120870"/>
                    <a:pt x="388148" y="120870"/>
                  </a:cubicBezTo>
                  <a:cubicBezTo>
                    <a:pt x="290446" y="120870"/>
                    <a:pt x="192744" y="120862"/>
                    <a:pt x="95042" y="120927"/>
                  </a:cubicBezTo>
                  <a:cubicBezTo>
                    <a:pt x="93005" y="120929"/>
                    <a:pt x="92105" y="120185"/>
                    <a:pt x="91298" y="118510"/>
                  </a:cubicBezTo>
                  <a:cubicBezTo>
                    <a:pt x="84927" y="105284"/>
                    <a:pt x="78500" y="92085"/>
                    <a:pt x="72057" y="78894"/>
                  </a:cubicBezTo>
                  <a:cubicBezTo>
                    <a:pt x="71240" y="77222"/>
                    <a:pt x="71424" y="76325"/>
                    <a:pt x="73061" y="74998"/>
                  </a:cubicBezTo>
                  <a:cubicBezTo>
                    <a:pt x="80448" y="69010"/>
                    <a:pt x="87577" y="62705"/>
                    <a:pt x="94861" y="56589"/>
                  </a:cubicBezTo>
                  <a:cubicBezTo>
                    <a:pt x="101931" y="50652"/>
                    <a:pt x="109096" y="44826"/>
                    <a:pt x="116184" y="38911"/>
                  </a:cubicBezTo>
                  <a:cubicBezTo>
                    <a:pt x="121052" y="34848"/>
                    <a:pt x="125867" y="30720"/>
                    <a:pt x="130693" y="26607"/>
                  </a:cubicBezTo>
                  <a:cubicBezTo>
                    <a:pt x="132237" y="25291"/>
                    <a:pt x="133790" y="23977"/>
                    <a:pt x="135248" y="22568"/>
                  </a:cubicBezTo>
                  <a:cubicBezTo>
                    <a:pt x="136462" y="21396"/>
                    <a:pt x="137508" y="21873"/>
                    <a:pt x="138759" y="22502"/>
                  </a:cubicBezTo>
                  <a:cubicBezTo>
                    <a:pt x="151807" y="29070"/>
                    <a:pt x="164878" y="35596"/>
                    <a:pt x="177945" y="42126"/>
                  </a:cubicBezTo>
                  <a:cubicBezTo>
                    <a:pt x="178880" y="42594"/>
                    <a:pt x="179842" y="43009"/>
                    <a:pt x="181134" y="43608"/>
                  </a:cubicBezTo>
                  <a:cubicBezTo>
                    <a:pt x="188179" y="29547"/>
                    <a:pt x="195172" y="15588"/>
                    <a:pt x="202264" y="1437"/>
                  </a:cubicBezTo>
                  <a:cubicBezTo>
                    <a:pt x="203420" y="859"/>
                    <a:pt x="204479" y="135"/>
                    <a:pt x="205538" y="133"/>
                  </a:cubicBezTo>
                  <a:cubicBezTo>
                    <a:pt x="236799" y="73"/>
                    <a:pt x="268060" y="84"/>
                    <a:pt x="299322" y="84"/>
                  </a:cubicBezTo>
                  <a:cubicBezTo>
                    <a:pt x="302082" y="84"/>
                    <a:pt x="304859" y="264"/>
                    <a:pt x="307600" y="29"/>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46" name="Group 145">
            <a:extLst>
              <a:ext uri="{FF2B5EF4-FFF2-40B4-BE49-F238E27FC236}">
                <a16:creationId xmlns:a16="http://schemas.microsoft.com/office/drawing/2014/main" id="{60AC3F10-96F0-7522-59B4-F2081C11264E}"/>
              </a:ext>
              <a:ext uri="{C183D7F6-B498-43B3-948B-1728B52AA6E4}">
                <adec:decorative xmlns:adec="http://schemas.microsoft.com/office/drawing/2017/decorative" val="1"/>
              </a:ext>
            </a:extLst>
          </p:cNvPr>
          <p:cNvGrpSpPr>
            <a:grpSpLocks noChangeAspect="1"/>
          </p:cNvGrpSpPr>
          <p:nvPr/>
        </p:nvGrpSpPr>
        <p:grpSpPr>
          <a:xfrm>
            <a:off x="3271735" y="4343071"/>
            <a:ext cx="495499" cy="457200"/>
            <a:chOff x="3271735" y="4343071"/>
            <a:chExt cx="495499" cy="457200"/>
          </a:xfrm>
          <a:solidFill>
            <a:srgbClr val="FF0000"/>
          </a:solidFill>
        </p:grpSpPr>
        <p:sp>
          <p:nvSpPr>
            <p:cNvPr id="2190" name="Freeform: Shape 2189">
              <a:extLst>
                <a:ext uri="{FF2B5EF4-FFF2-40B4-BE49-F238E27FC236}">
                  <a16:creationId xmlns:a16="http://schemas.microsoft.com/office/drawing/2014/main" id="{A06BB373-7B19-81A7-BB6E-CC8A0AFB3FA4}"/>
                </a:ext>
                <a:ext uri="{C183D7F6-B498-43B3-948B-1728B52AA6E4}">
                  <adec:decorative xmlns:adec="http://schemas.microsoft.com/office/drawing/2017/decorative" val="1"/>
                </a:ext>
              </a:extLst>
            </p:cNvPr>
            <p:cNvSpPr/>
            <p:nvPr/>
          </p:nvSpPr>
          <p:spPr>
            <a:xfrm>
              <a:off x="3271735" y="4392297"/>
              <a:ext cx="495499" cy="407974"/>
            </a:xfrm>
            <a:custGeom>
              <a:avLst/>
              <a:gdLst>
                <a:gd name="connsiteX0" fmla="*/ 183347 w 840757"/>
                <a:gd name="connsiteY0" fmla="*/ 336142 h 692246"/>
                <a:gd name="connsiteX1" fmla="*/ 171548 w 840757"/>
                <a:gd name="connsiteY1" fmla="*/ 342623 h 692246"/>
                <a:gd name="connsiteX2" fmla="*/ 115180 w 840757"/>
                <a:gd name="connsiteY2" fmla="*/ 372064 h 692246"/>
                <a:gd name="connsiteX3" fmla="*/ 111601 w 840757"/>
                <a:gd name="connsiteY3" fmla="*/ 378555 h 692246"/>
                <a:gd name="connsiteX4" fmla="*/ 111656 w 840757"/>
                <a:gd name="connsiteY4" fmla="*/ 642215 h 692246"/>
                <a:gd name="connsiteX5" fmla="*/ 111656 w 840757"/>
                <a:gd name="connsiteY5" fmla="*/ 646711 h 692246"/>
                <a:gd name="connsiteX6" fmla="*/ 419669 w 840757"/>
                <a:gd name="connsiteY6" fmla="*/ 646711 h 692246"/>
                <a:gd name="connsiteX7" fmla="*/ 419669 w 840757"/>
                <a:gd name="connsiteY7" fmla="*/ 337593 h 692246"/>
                <a:gd name="connsiteX8" fmla="*/ 301180 w 840757"/>
                <a:gd name="connsiteY8" fmla="*/ 402792 h 692246"/>
                <a:gd name="connsiteX9" fmla="*/ 301180 w 840757"/>
                <a:gd name="connsiteY9" fmla="*/ 337513 h 692246"/>
                <a:gd name="connsiteX10" fmla="*/ 183347 w 840757"/>
                <a:gd name="connsiteY10" fmla="*/ 402660 h 692246"/>
                <a:gd name="connsiteX11" fmla="*/ 183347 w 840757"/>
                <a:gd name="connsiteY11" fmla="*/ 343286 h 692246"/>
                <a:gd name="connsiteX12" fmla="*/ 183347 w 840757"/>
                <a:gd name="connsiteY12" fmla="*/ 336142 h 692246"/>
                <a:gd name="connsiteX13" fmla="*/ 465070 w 840757"/>
                <a:gd name="connsiteY13" fmla="*/ 260610 h 692246"/>
                <a:gd name="connsiteX14" fmla="*/ 465070 w 840757"/>
                <a:gd name="connsiteY14" fmla="*/ 647091 h 692246"/>
                <a:gd name="connsiteX15" fmla="*/ 481438 w 840757"/>
                <a:gd name="connsiteY15" fmla="*/ 647580 h 692246"/>
                <a:gd name="connsiteX16" fmla="*/ 480334 w 840757"/>
                <a:gd name="connsiteY16" fmla="*/ 660067 h 692246"/>
                <a:gd name="connsiteX17" fmla="*/ 475019 w 840757"/>
                <a:gd name="connsiteY17" fmla="*/ 692082 h 692246"/>
                <a:gd name="connsiteX18" fmla="*/ 470120 w 840757"/>
                <a:gd name="connsiteY18" fmla="*/ 692239 h 692246"/>
                <a:gd name="connsiteX19" fmla="*/ 5137 w 840757"/>
                <a:gd name="connsiteY19" fmla="*/ 692246 h 692246"/>
                <a:gd name="connsiteX20" fmla="*/ 0 w 840757"/>
                <a:gd name="connsiteY20" fmla="*/ 692246 h 692246"/>
                <a:gd name="connsiteX21" fmla="*/ 0 w 840757"/>
                <a:gd name="connsiteY21" fmla="*/ 647142 h 692246"/>
                <a:gd name="connsiteX22" fmla="*/ 66482 w 840757"/>
                <a:gd name="connsiteY22" fmla="*/ 647142 h 692246"/>
                <a:gd name="connsiteX23" fmla="*/ 66482 w 840757"/>
                <a:gd name="connsiteY23" fmla="*/ 640944 h 692246"/>
                <a:gd name="connsiteX24" fmla="*/ 66469 w 840757"/>
                <a:gd name="connsiteY24" fmla="*/ 360088 h 692246"/>
                <a:gd name="connsiteX25" fmla="*/ 79017 w 840757"/>
                <a:gd name="connsiteY25" fmla="*/ 339717 h 692246"/>
                <a:gd name="connsiteX26" fmla="*/ 140442 w 840757"/>
                <a:gd name="connsiteY26" fmla="*/ 307544 h 692246"/>
                <a:gd name="connsiteX27" fmla="*/ 199760 w 840757"/>
                <a:gd name="connsiteY27" fmla="*/ 276522 h 692246"/>
                <a:gd name="connsiteX28" fmla="*/ 222901 w 840757"/>
                <a:gd name="connsiteY28" fmla="*/ 264047 h 692246"/>
                <a:gd name="connsiteX29" fmla="*/ 228480 w 840757"/>
                <a:gd name="connsiteY29" fmla="*/ 261597 h 692246"/>
                <a:gd name="connsiteX30" fmla="*/ 228480 w 840757"/>
                <a:gd name="connsiteY30" fmla="*/ 325635 h 692246"/>
                <a:gd name="connsiteX31" fmla="*/ 346072 w 840757"/>
                <a:gd name="connsiteY31" fmla="*/ 260640 h 692246"/>
                <a:gd name="connsiteX32" fmla="*/ 346072 w 840757"/>
                <a:gd name="connsiteY32" fmla="*/ 326108 h 692246"/>
                <a:gd name="connsiteX33" fmla="*/ 465070 w 840757"/>
                <a:gd name="connsiteY33" fmla="*/ 260610 h 692246"/>
                <a:gd name="connsiteX34" fmla="*/ 417367 w 840757"/>
                <a:gd name="connsiteY34" fmla="*/ 157 h 692246"/>
                <a:gd name="connsiteX35" fmla="*/ 433493 w 840757"/>
                <a:gd name="connsiteY35" fmla="*/ 3201 h 692246"/>
                <a:gd name="connsiteX36" fmla="*/ 492305 w 840757"/>
                <a:gd name="connsiteY36" fmla="*/ 35615 h 692246"/>
                <a:gd name="connsiteX37" fmla="*/ 533970 w 840757"/>
                <a:gd name="connsiteY37" fmla="*/ 74892 h 692246"/>
                <a:gd name="connsiteX38" fmla="*/ 573531 w 840757"/>
                <a:gd name="connsiteY38" fmla="*/ 135185 h 692246"/>
                <a:gd name="connsiteX39" fmla="*/ 591891 w 840757"/>
                <a:gd name="connsiteY39" fmla="*/ 192120 h 692246"/>
                <a:gd name="connsiteX40" fmla="*/ 596810 w 840757"/>
                <a:gd name="connsiteY40" fmla="*/ 226749 h 692246"/>
                <a:gd name="connsiteX41" fmla="*/ 605695 w 840757"/>
                <a:gd name="connsiteY41" fmla="*/ 226764 h 692246"/>
                <a:gd name="connsiteX42" fmla="*/ 605695 w 840757"/>
                <a:gd name="connsiteY42" fmla="*/ 272915 h 692246"/>
                <a:gd name="connsiteX43" fmla="*/ 592287 w 840757"/>
                <a:gd name="connsiteY43" fmla="*/ 272910 h 692246"/>
                <a:gd name="connsiteX44" fmla="*/ 532259 w 840757"/>
                <a:gd name="connsiteY44" fmla="*/ 646855 h 692246"/>
                <a:gd name="connsiteX45" fmla="*/ 710787 w 840757"/>
                <a:gd name="connsiteY45" fmla="*/ 646855 h 692246"/>
                <a:gd name="connsiteX46" fmla="*/ 706787 w 840757"/>
                <a:gd name="connsiteY46" fmla="*/ 621619 h 692246"/>
                <a:gd name="connsiteX47" fmla="*/ 701555 w 840757"/>
                <a:gd name="connsiteY47" fmla="*/ 588471 h 692246"/>
                <a:gd name="connsiteX48" fmla="*/ 695983 w 840757"/>
                <a:gd name="connsiteY48" fmla="*/ 554926 h 692246"/>
                <a:gd name="connsiteX49" fmla="*/ 690327 w 840757"/>
                <a:gd name="connsiteY49" fmla="*/ 520909 h 692246"/>
                <a:gd name="connsiteX50" fmla="*/ 685189 w 840757"/>
                <a:gd name="connsiteY50" fmla="*/ 489214 h 692246"/>
                <a:gd name="connsiteX51" fmla="*/ 679795 w 840757"/>
                <a:gd name="connsiteY51" fmla="*/ 454631 h 692246"/>
                <a:gd name="connsiteX52" fmla="*/ 674402 w 840757"/>
                <a:gd name="connsiteY52" fmla="*/ 422518 h 692246"/>
                <a:gd name="connsiteX53" fmla="*/ 669256 w 840757"/>
                <a:gd name="connsiteY53" fmla="*/ 388362 h 692246"/>
                <a:gd name="connsiteX54" fmla="*/ 662589 w 840757"/>
                <a:gd name="connsiteY54" fmla="*/ 348204 h 692246"/>
                <a:gd name="connsiteX55" fmla="*/ 656966 w 840757"/>
                <a:gd name="connsiteY55" fmla="*/ 314673 h 692246"/>
                <a:gd name="connsiteX56" fmla="*/ 656762 w 840757"/>
                <a:gd name="connsiteY56" fmla="*/ 313055 h 692246"/>
                <a:gd name="connsiteX57" fmla="*/ 702780 w 840757"/>
                <a:gd name="connsiteY57" fmla="*/ 313055 h 692246"/>
                <a:gd name="connsiteX58" fmla="*/ 702851 w 840757"/>
                <a:gd name="connsiteY58" fmla="*/ 313475 h 692246"/>
                <a:gd name="connsiteX59" fmla="*/ 709600 w 840757"/>
                <a:gd name="connsiteY59" fmla="*/ 354106 h 692246"/>
                <a:gd name="connsiteX60" fmla="*/ 715645 w 840757"/>
                <a:gd name="connsiteY60" fmla="*/ 392962 h 692246"/>
                <a:gd name="connsiteX61" fmla="*/ 722335 w 840757"/>
                <a:gd name="connsiteY61" fmla="*/ 432624 h 692246"/>
                <a:gd name="connsiteX62" fmla="*/ 728406 w 840757"/>
                <a:gd name="connsiteY62" fmla="*/ 471473 h 692246"/>
                <a:gd name="connsiteX63" fmla="*/ 733976 w 840757"/>
                <a:gd name="connsiteY63" fmla="*/ 505018 h 692246"/>
                <a:gd name="connsiteX64" fmla="*/ 739202 w 840757"/>
                <a:gd name="connsiteY64" fmla="*/ 537679 h 692246"/>
                <a:gd name="connsiteX65" fmla="*/ 744963 w 840757"/>
                <a:gd name="connsiteY65" fmla="*/ 572159 h 692246"/>
                <a:gd name="connsiteX66" fmla="*/ 750008 w 840757"/>
                <a:gd name="connsiteY66" fmla="*/ 604375 h 692246"/>
                <a:gd name="connsiteX67" fmla="*/ 755807 w 840757"/>
                <a:gd name="connsiteY67" fmla="*/ 638849 h 692246"/>
                <a:gd name="connsiteX68" fmla="*/ 766057 w 840757"/>
                <a:gd name="connsiteY68" fmla="*/ 647069 h 692246"/>
                <a:gd name="connsiteX69" fmla="*/ 840757 w 840757"/>
                <a:gd name="connsiteY69" fmla="*/ 647069 h 692246"/>
                <a:gd name="connsiteX70" fmla="*/ 839116 w 840757"/>
                <a:gd name="connsiteY70" fmla="*/ 677591 h 692246"/>
                <a:gd name="connsiteX71" fmla="*/ 819497 w 840757"/>
                <a:gd name="connsiteY71" fmla="*/ 692240 h 692246"/>
                <a:gd name="connsiteX72" fmla="*/ 479410 w 840757"/>
                <a:gd name="connsiteY72" fmla="*/ 691755 h 692246"/>
                <a:gd name="connsiteX73" fmla="*/ 480603 w 840757"/>
                <a:gd name="connsiteY73" fmla="*/ 681726 h 692246"/>
                <a:gd name="connsiteX74" fmla="*/ 478955 w 840757"/>
                <a:gd name="connsiteY74" fmla="*/ 691683 h 692246"/>
                <a:gd name="connsiteX75" fmla="*/ 475407 w 840757"/>
                <a:gd name="connsiteY75" fmla="*/ 692154 h 692246"/>
                <a:gd name="connsiteX76" fmla="*/ 480334 w 840757"/>
                <a:gd name="connsiteY76" fmla="*/ 660067 h 692246"/>
                <a:gd name="connsiteX77" fmla="*/ 481893 w 840757"/>
                <a:gd name="connsiteY77" fmla="*/ 647652 h 692246"/>
                <a:gd name="connsiteX78" fmla="*/ 485432 w 840757"/>
                <a:gd name="connsiteY78" fmla="*/ 647163 h 692246"/>
                <a:gd name="connsiteX79" fmla="*/ 480604 w 840757"/>
                <a:gd name="connsiteY79" fmla="*/ 681724 h 692246"/>
                <a:gd name="connsiteX80" fmla="*/ 485821 w 840757"/>
                <a:gd name="connsiteY80" fmla="*/ 647235 h 692246"/>
                <a:gd name="connsiteX81" fmla="*/ 488731 w 840757"/>
                <a:gd name="connsiteY81" fmla="*/ 632918 h 692246"/>
                <a:gd name="connsiteX82" fmla="*/ 494878 w 840757"/>
                <a:gd name="connsiteY82" fmla="*/ 592610 h 692246"/>
                <a:gd name="connsiteX83" fmla="*/ 500549 w 840757"/>
                <a:gd name="connsiteY83" fmla="*/ 559088 h 692246"/>
                <a:gd name="connsiteX84" fmla="*/ 506306 w 840757"/>
                <a:gd name="connsiteY84" fmla="*/ 524606 h 692246"/>
                <a:gd name="connsiteX85" fmla="*/ 511378 w 840757"/>
                <a:gd name="connsiteY85" fmla="*/ 490918 h 692246"/>
                <a:gd name="connsiteX86" fmla="*/ 517957 w 840757"/>
                <a:gd name="connsiteY86" fmla="*/ 451226 h 692246"/>
                <a:gd name="connsiteX87" fmla="*/ 523152 w 840757"/>
                <a:gd name="connsiteY87" fmla="*/ 418065 h 692246"/>
                <a:gd name="connsiteX88" fmla="*/ 529833 w 840757"/>
                <a:gd name="connsiteY88" fmla="*/ 377414 h 692246"/>
                <a:gd name="connsiteX89" fmla="*/ 534937 w 840757"/>
                <a:gd name="connsiteY89" fmla="*/ 344720 h 692246"/>
                <a:gd name="connsiteX90" fmla="*/ 541459 w 840757"/>
                <a:gd name="connsiteY90" fmla="*/ 305014 h 692246"/>
                <a:gd name="connsiteX91" fmla="*/ 545728 w 840757"/>
                <a:gd name="connsiteY91" fmla="*/ 276545 h 692246"/>
                <a:gd name="connsiteX92" fmla="*/ 548710 w 840757"/>
                <a:gd name="connsiteY92" fmla="*/ 256615 h 692246"/>
                <a:gd name="connsiteX93" fmla="*/ 549823 w 840757"/>
                <a:gd name="connsiteY93" fmla="*/ 217006 h 692246"/>
                <a:gd name="connsiteX94" fmla="*/ 540026 w 840757"/>
                <a:gd name="connsiteY94" fmla="*/ 172295 h 692246"/>
                <a:gd name="connsiteX95" fmla="*/ 506282 w 840757"/>
                <a:gd name="connsiteY95" fmla="*/ 110005 h 692246"/>
                <a:gd name="connsiteX96" fmla="*/ 457163 w 840757"/>
                <a:gd name="connsiteY96" fmla="*/ 64031 h 692246"/>
                <a:gd name="connsiteX97" fmla="*/ 412384 w 840757"/>
                <a:gd name="connsiteY97" fmla="*/ 43139 h 692246"/>
                <a:gd name="connsiteX98" fmla="*/ 398334 w 840757"/>
                <a:gd name="connsiteY98" fmla="*/ 23753 h 692246"/>
                <a:gd name="connsiteX99" fmla="*/ 411765 w 840757"/>
                <a:gd name="connsiteY99" fmla="*/ 1686 h 692246"/>
                <a:gd name="connsiteX100" fmla="*/ 417367 w 840757"/>
                <a:gd name="connsiteY100" fmla="*/ 157 h 69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0757" h="692246">
                  <a:moveTo>
                    <a:pt x="183347" y="336142"/>
                  </a:moveTo>
                  <a:cubicBezTo>
                    <a:pt x="178975" y="338548"/>
                    <a:pt x="175297" y="340653"/>
                    <a:pt x="171548" y="342623"/>
                  </a:cubicBezTo>
                  <a:cubicBezTo>
                    <a:pt x="152784" y="352485"/>
                    <a:pt x="134045" y="362396"/>
                    <a:pt x="115180" y="372064"/>
                  </a:cubicBezTo>
                  <a:cubicBezTo>
                    <a:pt x="112153" y="373615"/>
                    <a:pt x="111598" y="375512"/>
                    <a:pt x="111601" y="378555"/>
                  </a:cubicBezTo>
                  <a:cubicBezTo>
                    <a:pt x="111670" y="466442"/>
                    <a:pt x="111656" y="554328"/>
                    <a:pt x="111656" y="642215"/>
                  </a:cubicBezTo>
                  <a:cubicBezTo>
                    <a:pt x="111656" y="643774"/>
                    <a:pt x="111656" y="645333"/>
                    <a:pt x="111656" y="646711"/>
                  </a:cubicBezTo>
                  <a:cubicBezTo>
                    <a:pt x="214849" y="646711"/>
                    <a:pt x="317366" y="646711"/>
                    <a:pt x="419669" y="646711"/>
                  </a:cubicBezTo>
                  <a:cubicBezTo>
                    <a:pt x="419669" y="543536"/>
                    <a:pt x="419669" y="440722"/>
                    <a:pt x="419669" y="337593"/>
                  </a:cubicBezTo>
                  <a:cubicBezTo>
                    <a:pt x="380082" y="359376"/>
                    <a:pt x="340899" y="380936"/>
                    <a:pt x="301180" y="402792"/>
                  </a:cubicBezTo>
                  <a:cubicBezTo>
                    <a:pt x="301180" y="380576"/>
                    <a:pt x="301180" y="359467"/>
                    <a:pt x="301180" y="337513"/>
                  </a:cubicBezTo>
                  <a:cubicBezTo>
                    <a:pt x="261807" y="359281"/>
                    <a:pt x="222862" y="380813"/>
                    <a:pt x="183347" y="402660"/>
                  </a:cubicBezTo>
                  <a:cubicBezTo>
                    <a:pt x="183347" y="382714"/>
                    <a:pt x="183347" y="363473"/>
                    <a:pt x="183347" y="343286"/>
                  </a:cubicBezTo>
                  <a:cubicBezTo>
                    <a:pt x="183347" y="341203"/>
                    <a:pt x="183347" y="339120"/>
                    <a:pt x="183347" y="336142"/>
                  </a:cubicBezTo>
                  <a:close/>
                  <a:moveTo>
                    <a:pt x="465070" y="260610"/>
                  </a:moveTo>
                  <a:cubicBezTo>
                    <a:pt x="465070" y="389743"/>
                    <a:pt x="465070" y="518115"/>
                    <a:pt x="465070" y="647091"/>
                  </a:cubicBezTo>
                  <a:cubicBezTo>
                    <a:pt x="470637" y="647091"/>
                    <a:pt x="475810" y="647091"/>
                    <a:pt x="481438" y="647580"/>
                  </a:cubicBezTo>
                  <a:cubicBezTo>
                    <a:pt x="481380" y="652069"/>
                    <a:pt x="480974" y="656087"/>
                    <a:pt x="480334" y="660067"/>
                  </a:cubicBezTo>
                  <a:cubicBezTo>
                    <a:pt x="478616" y="670748"/>
                    <a:pt x="476797" y="681412"/>
                    <a:pt x="475019" y="692082"/>
                  </a:cubicBezTo>
                  <a:cubicBezTo>
                    <a:pt x="473386" y="692137"/>
                    <a:pt x="471753" y="692239"/>
                    <a:pt x="470120" y="692239"/>
                  </a:cubicBezTo>
                  <a:cubicBezTo>
                    <a:pt x="315126" y="692247"/>
                    <a:pt x="160131" y="692246"/>
                    <a:pt x="5137" y="692246"/>
                  </a:cubicBezTo>
                  <a:cubicBezTo>
                    <a:pt x="3524" y="692246"/>
                    <a:pt x="1910" y="692246"/>
                    <a:pt x="0" y="692246"/>
                  </a:cubicBezTo>
                  <a:cubicBezTo>
                    <a:pt x="0" y="677191"/>
                    <a:pt x="0" y="662399"/>
                    <a:pt x="0" y="647142"/>
                  </a:cubicBezTo>
                  <a:cubicBezTo>
                    <a:pt x="22021" y="647142"/>
                    <a:pt x="44019" y="647142"/>
                    <a:pt x="66482" y="647142"/>
                  </a:cubicBezTo>
                  <a:cubicBezTo>
                    <a:pt x="66482" y="644773"/>
                    <a:pt x="66482" y="642858"/>
                    <a:pt x="66482" y="640944"/>
                  </a:cubicBezTo>
                  <a:cubicBezTo>
                    <a:pt x="66482" y="547325"/>
                    <a:pt x="66490" y="453707"/>
                    <a:pt x="66469" y="360088"/>
                  </a:cubicBezTo>
                  <a:cubicBezTo>
                    <a:pt x="66467" y="350667"/>
                    <a:pt x="70784" y="344024"/>
                    <a:pt x="79017" y="339717"/>
                  </a:cubicBezTo>
                  <a:cubicBezTo>
                    <a:pt x="99496" y="329001"/>
                    <a:pt x="119963" y="318260"/>
                    <a:pt x="140442" y="307544"/>
                  </a:cubicBezTo>
                  <a:cubicBezTo>
                    <a:pt x="160213" y="297199"/>
                    <a:pt x="180009" y="286903"/>
                    <a:pt x="199760" y="276522"/>
                  </a:cubicBezTo>
                  <a:cubicBezTo>
                    <a:pt x="207517" y="272446"/>
                    <a:pt x="215171" y="268175"/>
                    <a:pt x="222901" y="264047"/>
                  </a:cubicBezTo>
                  <a:cubicBezTo>
                    <a:pt x="224518" y="263183"/>
                    <a:pt x="226265" y="262560"/>
                    <a:pt x="228480" y="261597"/>
                  </a:cubicBezTo>
                  <a:cubicBezTo>
                    <a:pt x="228480" y="283110"/>
                    <a:pt x="228480" y="303861"/>
                    <a:pt x="228480" y="325635"/>
                  </a:cubicBezTo>
                  <a:cubicBezTo>
                    <a:pt x="267917" y="303838"/>
                    <a:pt x="306699" y="282402"/>
                    <a:pt x="346072" y="260640"/>
                  </a:cubicBezTo>
                  <a:cubicBezTo>
                    <a:pt x="346072" y="282625"/>
                    <a:pt x="346072" y="303946"/>
                    <a:pt x="346072" y="326108"/>
                  </a:cubicBezTo>
                  <a:cubicBezTo>
                    <a:pt x="385969" y="304148"/>
                    <a:pt x="425204" y="282553"/>
                    <a:pt x="465070" y="260610"/>
                  </a:cubicBezTo>
                  <a:close/>
                  <a:moveTo>
                    <a:pt x="417367" y="157"/>
                  </a:moveTo>
                  <a:cubicBezTo>
                    <a:pt x="422901" y="-526"/>
                    <a:pt x="428241" y="1122"/>
                    <a:pt x="433493" y="3201"/>
                  </a:cubicBezTo>
                  <a:cubicBezTo>
                    <a:pt x="454464" y="11501"/>
                    <a:pt x="474320" y="22007"/>
                    <a:pt x="492305" y="35615"/>
                  </a:cubicBezTo>
                  <a:cubicBezTo>
                    <a:pt x="507569" y="47165"/>
                    <a:pt x="521295" y="60455"/>
                    <a:pt x="533970" y="74892"/>
                  </a:cubicBezTo>
                  <a:cubicBezTo>
                    <a:pt x="550017" y="93170"/>
                    <a:pt x="563178" y="113237"/>
                    <a:pt x="573531" y="135185"/>
                  </a:cubicBezTo>
                  <a:cubicBezTo>
                    <a:pt x="582105" y="153363"/>
                    <a:pt x="588825" y="172169"/>
                    <a:pt x="591891" y="192120"/>
                  </a:cubicBezTo>
                  <a:cubicBezTo>
                    <a:pt x="593621" y="203376"/>
                    <a:pt x="595103" y="214669"/>
                    <a:pt x="596810" y="226749"/>
                  </a:cubicBezTo>
                  <a:lnTo>
                    <a:pt x="605695" y="226764"/>
                  </a:lnTo>
                  <a:lnTo>
                    <a:pt x="605695" y="272915"/>
                  </a:lnTo>
                  <a:lnTo>
                    <a:pt x="592287" y="272910"/>
                  </a:lnTo>
                  <a:cubicBezTo>
                    <a:pt x="572306" y="397384"/>
                    <a:pt x="552290" y="522073"/>
                    <a:pt x="532259" y="646855"/>
                  </a:cubicBezTo>
                  <a:cubicBezTo>
                    <a:pt x="591776" y="646855"/>
                    <a:pt x="651113" y="646855"/>
                    <a:pt x="710787" y="646855"/>
                  </a:cubicBezTo>
                  <a:cubicBezTo>
                    <a:pt x="709426" y="638272"/>
                    <a:pt x="708101" y="629947"/>
                    <a:pt x="706787" y="621619"/>
                  </a:cubicBezTo>
                  <a:cubicBezTo>
                    <a:pt x="705042" y="610570"/>
                    <a:pt x="703343" y="599513"/>
                    <a:pt x="701555" y="588471"/>
                  </a:cubicBezTo>
                  <a:cubicBezTo>
                    <a:pt x="699742" y="577282"/>
                    <a:pt x="697844" y="566107"/>
                    <a:pt x="695983" y="554926"/>
                  </a:cubicBezTo>
                  <a:cubicBezTo>
                    <a:pt x="694096" y="543587"/>
                    <a:pt x="692192" y="532252"/>
                    <a:pt x="690327" y="520909"/>
                  </a:cubicBezTo>
                  <a:cubicBezTo>
                    <a:pt x="688590" y="510348"/>
                    <a:pt x="686864" y="499785"/>
                    <a:pt x="685189" y="489214"/>
                  </a:cubicBezTo>
                  <a:cubicBezTo>
                    <a:pt x="683363" y="477691"/>
                    <a:pt x="681658" y="466148"/>
                    <a:pt x="679795" y="454631"/>
                  </a:cubicBezTo>
                  <a:cubicBezTo>
                    <a:pt x="678062" y="443916"/>
                    <a:pt x="676103" y="433237"/>
                    <a:pt x="674402" y="422518"/>
                  </a:cubicBezTo>
                  <a:cubicBezTo>
                    <a:pt x="672597" y="411147"/>
                    <a:pt x="671065" y="399732"/>
                    <a:pt x="669256" y="388362"/>
                  </a:cubicBezTo>
                  <a:cubicBezTo>
                    <a:pt x="667124" y="374962"/>
                    <a:pt x="664830" y="361587"/>
                    <a:pt x="662589" y="348204"/>
                  </a:cubicBezTo>
                  <a:cubicBezTo>
                    <a:pt x="660717" y="337026"/>
                    <a:pt x="658714" y="325870"/>
                    <a:pt x="656966" y="314673"/>
                  </a:cubicBezTo>
                  <a:lnTo>
                    <a:pt x="656762" y="313055"/>
                  </a:lnTo>
                  <a:lnTo>
                    <a:pt x="702780" y="313055"/>
                  </a:lnTo>
                  <a:lnTo>
                    <a:pt x="702851" y="313475"/>
                  </a:lnTo>
                  <a:cubicBezTo>
                    <a:pt x="705119" y="327016"/>
                    <a:pt x="707421" y="340551"/>
                    <a:pt x="709600" y="354106"/>
                  </a:cubicBezTo>
                  <a:cubicBezTo>
                    <a:pt x="711680" y="367048"/>
                    <a:pt x="713546" y="380024"/>
                    <a:pt x="715645" y="392962"/>
                  </a:cubicBezTo>
                  <a:cubicBezTo>
                    <a:pt x="717793" y="406196"/>
                    <a:pt x="720182" y="419391"/>
                    <a:pt x="722335" y="432624"/>
                  </a:cubicBezTo>
                  <a:cubicBezTo>
                    <a:pt x="724439" y="445560"/>
                    <a:pt x="726331" y="458532"/>
                    <a:pt x="728406" y="471473"/>
                  </a:cubicBezTo>
                  <a:cubicBezTo>
                    <a:pt x="730200" y="482665"/>
                    <a:pt x="732151" y="493831"/>
                    <a:pt x="733976" y="505018"/>
                  </a:cubicBezTo>
                  <a:cubicBezTo>
                    <a:pt x="735752" y="515900"/>
                    <a:pt x="737420" y="526799"/>
                    <a:pt x="739202" y="537679"/>
                  </a:cubicBezTo>
                  <a:cubicBezTo>
                    <a:pt x="741086" y="549178"/>
                    <a:pt x="743099" y="560657"/>
                    <a:pt x="744963" y="572159"/>
                  </a:cubicBezTo>
                  <a:cubicBezTo>
                    <a:pt x="746703" y="582888"/>
                    <a:pt x="748274" y="593645"/>
                    <a:pt x="750008" y="604375"/>
                  </a:cubicBezTo>
                  <a:cubicBezTo>
                    <a:pt x="751867" y="615879"/>
                    <a:pt x="753648" y="627400"/>
                    <a:pt x="755807" y="638849"/>
                  </a:cubicBezTo>
                  <a:cubicBezTo>
                    <a:pt x="757366" y="647117"/>
                    <a:pt x="757616" y="647069"/>
                    <a:pt x="766057" y="647069"/>
                  </a:cubicBezTo>
                  <a:cubicBezTo>
                    <a:pt x="790588" y="647069"/>
                    <a:pt x="815119" y="647069"/>
                    <a:pt x="840757" y="647069"/>
                  </a:cubicBezTo>
                  <a:cubicBezTo>
                    <a:pt x="840297" y="657386"/>
                    <a:pt x="840766" y="667664"/>
                    <a:pt x="839116" y="677591"/>
                  </a:cubicBezTo>
                  <a:cubicBezTo>
                    <a:pt x="837677" y="686257"/>
                    <a:pt x="828311" y="692239"/>
                    <a:pt x="819497" y="692240"/>
                  </a:cubicBezTo>
                  <a:cubicBezTo>
                    <a:pt x="706284" y="692245"/>
                    <a:pt x="593071" y="692234"/>
                    <a:pt x="479410" y="691755"/>
                  </a:cubicBezTo>
                  <a:lnTo>
                    <a:pt x="480603" y="681726"/>
                  </a:lnTo>
                  <a:lnTo>
                    <a:pt x="478955" y="691683"/>
                  </a:lnTo>
                  <a:cubicBezTo>
                    <a:pt x="477897" y="692130"/>
                    <a:pt x="476846" y="692178"/>
                    <a:pt x="475407" y="692154"/>
                  </a:cubicBezTo>
                  <a:cubicBezTo>
                    <a:pt x="476797" y="681412"/>
                    <a:pt x="478616" y="670748"/>
                    <a:pt x="480334" y="660067"/>
                  </a:cubicBezTo>
                  <a:cubicBezTo>
                    <a:pt x="480974" y="656087"/>
                    <a:pt x="481380" y="652069"/>
                    <a:pt x="481893" y="647652"/>
                  </a:cubicBezTo>
                  <a:cubicBezTo>
                    <a:pt x="482943" y="647187"/>
                    <a:pt x="483993" y="647139"/>
                    <a:pt x="485432" y="647163"/>
                  </a:cubicBezTo>
                  <a:lnTo>
                    <a:pt x="480604" y="681724"/>
                  </a:lnTo>
                  <a:lnTo>
                    <a:pt x="485821" y="647235"/>
                  </a:lnTo>
                  <a:cubicBezTo>
                    <a:pt x="486803" y="642464"/>
                    <a:pt x="487968" y="637723"/>
                    <a:pt x="488731" y="632918"/>
                  </a:cubicBezTo>
                  <a:cubicBezTo>
                    <a:pt x="490861" y="619495"/>
                    <a:pt x="492744" y="606032"/>
                    <a:pt x="494878" y="592610"/>
                  </a:cubicBezTo>
                  <a:cubicBezTo>
                    <a:pt x="496657" y="581418"/>
                    <a:pt x="498663" y="570263"/>
                    <a:pt x="500549" y="559088"/>
                  </a:cubicBezTo>
                  <a:cubicBezTo>
                    <a:pt x="502488" y="547597"/>
                    <a:pt x="504481" y="536115"/>
                    <a:pt x="506306" y="524606"/>
                  </a:cubicBezTo>
                  <a:cubicBezTo>
                    <a:pt x="508084" y="513390"/>
                    <a:pt x="509593" y="502132"/>
                    <a:pt x="511378" y="490918"/>
                  </a:cubicBezTo>
                  <a:cubicBezTo>
                    <a:pt x="513487" y="477674"/>
                    <a:pt x="515810" y="464464"/>
                    <a:pt x="517957" y="451226"/>
                  </a:cubicBezTo>
                  <a:cubicBezTo>
                    <a:pt x="519748" y="440182"/>
                    <a:pt x="521371" y="429110"/>
                    <a:pt x="523152" y="418065"/>
                  </a:cubicBezTo>
                  <a:cubicBezTo>
                    <a:pt x="525338" y="404508"/>
                    <a:pt x="527649" y="390971"/>
                    <a:pt x="529833" y="377414"/>
                  </a:cubicBezTo>
                  <a:cubicBezTo>
                    <a:pt x="531587" y="366524"/>
                    <a:pt x="533184" y="355609"/>
                    <a:pt x="534937" y="344720"/>
                  </a:cubicBezTo>
                  <a:cubicBezTo>
                    <a:pt x="537069" y="331478"/>
                    <a:pt x="539347" y="318259"/>
                    <a:pt x="541459" y="305014"/>
                  </a:cubicBezTo>
                  <a:cubicBezTo>
                    <a:pt x="542969" y="295538"/>
                    <a:pt x="544312" y="286036"/>
                    <a:pt x="545728" y="276545"/>
                  </a:cubicBezTo>
                  <a:cubicBezTo>
                    <a:pt x="546719" y="269901"/>
                    <a:pt x="547650" y="263248"/>
                    <a:pt x="548710" y="256615"/>
                  </a:cubicBezTo>
                  <a:cubicBezTo>
                    <a:pt x="550814" y="243455"/>
                    <a:pt x="551085" y="230334"/>
                    <a:pt x="549823" y="217006"/>
                  </a:cubicBezTo>
                  <a:cubicBezTo>
                    <a:pt x="548368" y="201635"/>
                    <a:pt x="545091" y="186801"/>
                    <a:pt x="540026" y="172295"/>
                  </a:cubicBezTo>
                  <a:cubicBezTo>
                    <a:pt x="532140" y="149712"/>
                    <a:pt x="520900" y="129038"/>
                    <a:pt x="506282" y="110005"/>
                  </a:cubicBezTo>
                  <a:cubicBezTo>
                    <a:pt x="492382" y="91905"/>
                    <a:pt x="476018" y="76704"/>
                    <a:pt x="457163" y="64031"/>
                  </a:cubicBezTo>
                  <a:cubicBezTo>
                    <a:pt x="443325" y="54732"/>
                    <a:pt x="428189" y="48238"/>
                    <a:pt x="412384" y="43139"/>
                  </a:cubicBezTo>
                  <a:cubicBezTo>
                    <a:pt x="403671" y="40328"/>
                    <a:pt x="398741" y="32881"/>
                    <a:pt x="398334" y="23753"/>
                  </a:cubicBezTo>
                  <a:cubicBezTo>
                    <a:pt x="397863" y="13188"/>
                    <a:pt x="402000" y="5898"/>
                    <a:pt x="411765" y="1686"/>
                  </a:cubicBezTo>
                  <a:cubicBezTo>
                    <a:pt x="413657" y="870"/>
                    <a:pt x="415523" y="384"/>
                    <a:pt x="417367" y="157"/>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68" name="Freeform: Shape 2267">
              <a:extLst>
                <a:ext uri="{FF2B5EF4-FFF2-40B4-BE49-F238E27FC236}">
                  <a16:creationId xmlns:a16="http://schemas.microsoft.com/office/drawing/2014/main" id="{6246EAAC-1D6D-F0C2-9C1C-8A08CAF2F874}"/>
                </a:ext>
                <a:ext uri="{C183D7F6-B498-43B3-948B-1728B52AA6E4}">
                  <adec:decorative xmlns:adec="http://schemas.microsoft.com/office/drawing/2017/decorative" val="1"/>
                </a:ext>
              </a:extLst>
            </p:cNvPr>
            <p:cNvSpPr/>
            <p:nvPr/>
          </p:nvSpPr>
          <p:spPr>
            <a:xfrm>
              <a:off x="3363195" y="4343071"/>
              <a:ext cx="321405" cy="392433"/>
            </a:xfrm>
            <a:custGeom>
              <a:avLst/>
              <a:gdLst>
                <a:gd name="connsiteX0" fmla="*/ 88388 w 545357"/>
                <a:gd name="connsiteY0" fmla="*/ 621015 h 665876"/>
                <a:gd name="connsiteX1" fmla="*/ 132916 w 545357"/>
                <a:gd name="connsiteY1" fmla="*/ 621015 h 665876"/>
                <a:gd name="connsiteX2" fmla="*/ 132916 w 545357"/>
                <a:gd name="connsiteY2" fmla="*/ 665780 h 665876"/>
                <a:gd name="connsiteX3" fmla="*/ 88388 w 545357"/>
                <a:gd name="connsiteY3" fmla="*/ 665780 h 665876"/>
                <a:gd name="connsiteX4" fmla="*/ 176868 w 545357"/>
                <a:gd name="connsiteY4" fmla="*/ 620934 h 665876"/>
                <a:gd name="connsiteX5" fmla="*/ 221672 w 545357"/>
                <a:gd name="connsiteY5" fmla="*/ 620934 h 665876"/>
                <a:gd name="connsiteX6" fmla="*/ 221672 w 545357"/>
                <a:gd name="connsiteY6" fmla="*/ 665876 h 665876"/>
                <a:gd name="connsiteX7" fmla="*/ 176868 w 545357"/>
                <a:gd name="connsiteY7" fmla="*/ 665876 h 665876"/>
                <a:gd name="connsiteX8" fmla="*/ 14 w 545357"/>
                <a:gd name="connsiteY8" fmla="*/ 620605 h 665876"/>
                <a:gd name="connsiteX9" fmla="*/ 44512 w 545357"/>
                <a:gd name="connsiteY9" fmla="*/ 620605 h 665876"/>
                <a:gd name="connsiteX10" fmla="*/ 44512 w 545357"/>
                <a:gd name="connsiteY10" fmla="*/ 665354 h 665876"/>
                <a:gd name="connsiteX11" fmla="*/ 14 w 545357"/>
                <a:gd name="connsiteY11" fmla="*/ 665354 h 665876"/>
                <a:gd name="connsiteX12" fmla="*/ 88373 w 545357"/>
                <a:gd name="connsiteY12" fmla="*/ 532616 h 665876"/>
                <a:gd name="connsiteX13" fmla="*/ 132929 w 545357"/>
                <a:gd name="connsiteY13" fmla="*/ 532616 h 665876"/>
                <a:gd name="connsiteX14" fmla="*/ 132929 w 545357"/>
                <a:gd name="connsiteY14" fmla="*/ 577395 h 665876"/>
                <a:gd name="connsiteX15" fmla="*/ 88373 w 545357"/>
                <a:gd name="connsiteY15" fmla="*/ 577395 h 665876"/>
                <a:gd name="connsiteX16" fmla="*/ 176449 w 545357"/>
                <a:gd name="connsiteY16" fmla="*/ 532479 h 665876"/>
                <a:gd name="connsiteX17" fmla="*/ 221281 w 545357"/>
                <a:gd name="connsiteY17" fmla="*/ 532479 h 665876"/>
                <a:gd name="connsiteX18" fmla="*/ 221281 w 545357"/>
                <a:gd name="connsiteY18" fmla="*/ 576967 h 665876"/>
                <a:gd name="connsiteX19" fmla="*/ 176449 w 545357"/>
                <a:gd name="connsiteY19" fmla="*/ 576967 h 665876"/>
                <a:gd name="connsiteX20" fmla="*/ 0 w 545357"/>
                <a:gd name="connsiteY20" fmla="*/ 532220 h 665876"/>
                <a:gd name="connsiteX21" fmla="*/ 44528 w 545357"/>
                <a:gd name="connsiteY21" fmla="*/ 532220 h 665876"/>
                <a:gd name="connsiteX22" fmla="*/ 44528 w 545357"/>
                <a:gd name="connsiteY22" fmla="*/ 576985 h 665876"/>
                <a:gd name="connsiteX23" fmla="*/ 0 w 545357"/>
                <a:gd name="connsiteY23" fmla="*/ 576985 h 665876"/>
                <a:gd name="connsiteX24" fmla="*/ 478891 w 545357"/>
                <a:gd name="connsiteY24" fmla="*/ 301729 h 665876"/>
                <a:gd name="connsiteX25" fmla="*/ 545357 w 545357"/>
                <a:gd name="connsiteY25" fmla="*/ 301729 h 665876"/>
                <a:gd name="connsiteX26" fmla="*/ 545357 w 545357"/>
                <a:gd name="connsiteY26" fmla="*/ 368195 h 665876"/>
                <a:gd name="connsiteX27" fmla="*/ 478891 w 545357"/>
                <a:gd name="connsiteY27" fmla="*/ 368195 h 665876"/>
                <a:gd name="connsiteX28" fmla="*/ 299892 w 545357"/>
                <a:gd name="connsiteY28" fmla="*/ 318 h 665876"/>
                <a:gd name="connsiteX29" fmla="*/ 344012 w 545357"/>
                <a:gd name="connsiteY29" fmla="*/ 8010 h 665876"/>
                <a:gd name="connsiteX30" fmla="*/ 407436 w 545357"/>
                <a:gd name="connsiteY30" fmla="*/ 43646 h 665876"/>
                <a:gd name="connsiteX31" fmla="*/ 452310 w 545357"/>
                <a:gd name="connsiteY31" fmla="*/ 124986 h 665876"/>
                <a:gd name="connsiteX32" fmla="*/ 458222 w 545357"/>
                <a:gd name="connsiteY32" fmla="*/ 169545 h 665876"/>
                <a:gd name="connsiteX33" fmla="*/ 460206 w 545357"/>
                <a:gd name="connsiteY33" fmla="*/ 201106 h 665876"/>
                <a:gd name="connsiteX34" fmla="*/ 450290 w 545357"/>
                <a:gd name="connsiteY34" fmla="*/ 212135 h 665876"/>
                <a:gd name="connsiteX35" fmla="*/ 437693 w 545357"/>
                <a:gd name="connsiteY35" fmla="*/ 201720 h 665876"/>
                <a:gd name="connsiteX36" fmla="*/ 435627 w 545357"/>
                <a:gd name="connsiteY36" fmla="*/ 168688 h 665876"/>
                <a:gd name="connsiteX37" fmla="*/ 421876 w 545357"/>
                <a:gd name="connsiteY37" fmla="*/ 102257 h 665876"/>
                <a:gd name="connsiteX38" fmla="*/ 388957 w 545357"/>
                <a:gd name="connsiteY38" fmla="*/ 58459 h 665876"/>
                <a:gd name="connsiteX39" fmla="*/ 358089 w 545357"/>
                <a:gd name="connsiteY39" fmla="*/ 37777 h 665876"/>
                <a:gd name="connsiteX40" fmla="*/ 311425 w 545357"/>
                <a:gd name="connsiteY40" fmla="*/ 24546 h 665876"/>
                <a:gd name="connsiteX41" fmla="*/ 276432 w 545357"/>
                <a:gd name="connsiteY41" fmla="*/ 22649 h 665876"/>
                <a:gd name="connsiteX42" fmla="*/ 216903 w 545357"/>
                <a:gd name="connsiteY42" fmla="*/ 29875 h 665876"/>
                <a:gd name="connsiteX43" fmla="*/ 167529 w 545357"/>
                <a:gd name="connsiteY43" fmla="*/ 40876 h 665876"/>
                <a:gd name="connsiteX44" fmla="*/ 134536 w 545357"/>
                <a:gd name="connsiteY44" fmla="*/ 43135 h 665876"/>
                <a:gd name="connsiteX45" fmla="*/ 126769 w 545357"/>
                <a:gd name="connsiteY45" fmla="*/ 43154 h 665876"/>
                <a:gd name="connsiteX46" fmla="*/ 131781 w 545357"/>
                <a:gd name="connsiteY46" fmla="*/ 65757 h 665876"/>
                <a:gd name="connsiteX47" fmla="*/ 155169 w 545357"/>
                <a:gd name="connsiteY47" fmla="*/ 125876 h 665876"/>
                <a:gd name="connsiteX48" fmla="*/ 184973 w 545357"/>
                <a:gd name="connsiteY48" fmla="*/ 169801 h 665876"/>
                <a:gd name="connsiteX49" fmla="*/ 241654 w 545357"/>
                <a:gd name="connsiteY49" fmla="*/ 218482 h 665876"/>
                <a:gd name="connsiteX50" fmla="*/ 271732 w 545357"/>
                <a:gd name="connsiteY50" fmla="*/ 232697 h 665876"/>
                <a:gd name="connsiteX51" fmla="*/ 326433 w 545357"/>
                <a:gd name="connsiteY51" fmla="*/ 245458 h 665876"/>
                <a:gd name="connsiteX52" fmla="*/ 345406 w 545357"/>
                <a:gd name="connsiteY52" fmla="*/ 246412 h 665876"/>
                <a:gd name="connsiteX53" fmla="*/ 358090 w 545357"/>
                <a:gd name="connsiteY53" fmla="*/ 261727 h 665876"/>
                <a:gd name="connsiteX54" fmla="*/ 342329 w 545357"/>
                <a:gd name="connsiteY54" fmla="*/ 270006 h 665876"/>
                <a:gd name="connsiteX55" fmla="*/ 322072 w 545357"/>
                <a:gd name="connsiteY55" fmla="*/ 267973 h 665876"/>
                <a:gd name="connsiteX56" fmla="*/ 282746 w 545357"/>
                <a:gd name="connsiteY56" fmla="*/ 260637 h 665876"/>
                <a:gd name="connsiteX57" fmla="*/ 218335 w 545357"/>
                <a:gd name="connsiteY57" fmla="*/ 231421 h 665876"/>
                <a:gd name="connsiteX58" fmla="*/ 172451 w 545357"/>
                <a:gd name="connsiteY58" fmla="*/ 191119 h 665876"/>
                <a:gd name="connsiteX59" fmla="*/ 128050 w 545357"/>
                <a:gd name="connsiteY59" fmla="*/ 123909 h 665876"/>
                <a:gd name="connsiteX60" fmla="*/ 105793 w 545357"/>
                <a:gd name="connsiteY60" fmla="*/ 53801 h 665876"/>
                <a:gd name="connsiteX61" fmla="*/ 101758 w 545357"/>
                <a:gd name="connsiteY61" fmla="*/ 20166 h 665876"/>
                <a:gd name="connsiteX62" fmla="*/ 100857 w 545357"/>
                <a:gd name="connsiteY62" fmla="*/ 16698 h 665876"/>
                <a:gd name="connsiteX63" fmla="*/ 111886 w 545357"/>
                <a:gd name="connsiteY63" fmla="*/ 17808 h 665876"/>
                <a:gd name="connsiteX64" fmla="*/ 159126 w 545357"/>
                <a:gd name="connsiteY64" fmla="*/ 18583 h 665876"/>
                <a:gd name="connsiteX65" fmla="*/ 212462 w 545357"/>
                <a:gd name="connsiteY65" fmla="*/ 7552 h 665876"/>
                <a:gd name="connsiteX66" fmla="*/ 247741 w 545357"/>
                <a:gd name="connsiteY66" fmla="*/ 2077 h 665876"/>
                <a:gd name="connsiteX67" fmla="*/ 299892 w 545357"/>
                <a:gd name="connsiteY67" fmla="*/ 318 h 66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5357" h="665876">
                  <a:moveTo>
                    <a:pt x="88388" y="621015"/>
                  </a:moveTo>
                  <a:lnTo>
                    <a:pt x="132916" y="621015"/>
                  </a:lnTo>
                  <a:lnTo>
                    <a:pt x="132916" y="665780"/>
                  </a:lnTo>
                  <a:lnTo>
                    <a:pt x="88388" y="665780"/>
                  </a:lnTo>
                  <a:close/>
                  <a:moveTo>
                    <a:pt x="176868" y="620934"/>
                  </a:moveTo>
                  <a:lnTo>
                    <a:pt x="221672" y="620934"/>
                  </a:lnTo>
                  <a:lnTo>
                    <a:pt x="221672" y="665876"/>
                  </a:lnTo>
                  <a:lnTo>
                    <a:pt x="176868" y="665876"/>
                  </a:lnTo>
                  <a:close/>
                  <a:moveTo>
                    <a:pt x="14" y="620605"/>
                  </a:moveTo>
                  <a:lnTo>
                    <a:pt x="44512" y="620605"/>
                  </a:lnTo>
                  <a:lnTo>
                    <a:pt x="44512" y="665354"/>
                  </a:lnTo>
                  <a:lnTo>
                    <a:pt x="14" y="665354"/>
                  </a:lnTo>
                  <a:close/>
                  <a:moveTo>
                    <a:pt x="88373" y="532616"/>
                  </a:moveTo>
                  <a:lnTo>
                    <a:pt x="132929" y="532616"/>
                  </a:lnTo>
                  <a:lnTo>
                    <a:pt x="132929" y="577395"/>
                  </a:lnTo>
                  <a:lnTo>
                    <a:pt x="88373" y="577395"/>
                  </a:lnTo>
                  <a:close/>
                  <a:moveTo>
                    <a:pt x="176449" y="532479"/>
                  </a:moveTo>
                  <a:lnTo>
                    <a:pt x="221281" y="532479"/>
                  </a:lnTo>
                  <a:lnTo>
                    <a:pt x="221281" y="576967"/>
                  </a:lnTo>
                  <a:lnTo>
                    <a:pt x="176449" y="576967"/>
                  </a:lnTo>
                  <a:close/>
                  <a:moveTo>
                    <a:pt x="0" y="532220"/>
                  </a:moveTo>
                  <a:lnTo>
                    <a:pt x="44528" y="532220"/>
                  </a:lnTo>
                  <a:lnTo>
                    <a:pt x="44528" y="576985"/>
                  </a:lnTo>
                  <a:lnTo>
                    <a:pt x="0" y="576985"/>
                  </a:lnTo>
                  <a:close/>
                  <a:moveTo>
                    <a:pt x="478891" y="301729"/>
                  </a:moveTo>
                  <a:lnTo>
                    <a:pt x="545357" y="301729"/>
                  </a:lnTo>
                  <a:lnTo>
                    <a:pt x="545357" y="368195"/>
                  </a:lnTo>
                  <a:lnTo>
                    <a:pt x="478891" y="368195"/>
                  </a:lnTo>
                  <a:close/>
                  <a:moveTo>
                    <a:pt x="299892" y="318"/>
                  </a:moveTo>
                  <a:cubicBezTo>
                    <a:pt x="314707" y="1134"/>
                    <a:pt x="329552" y="4368"/>
                    <a:pt x="344012" y="8010"/>
                  </a:cubicBezTo>
                  <a:cubicBezTo>
                    <a:pt x="368229" y="14108"/>
                    <a:pt x="388663" y="27289"/>
                    <a:pt x="407436" y="43646"/>
                  </a:cubicBezTo>
                  <a:cubicBezTo>
                    <a:pt x="432419" y="65414"/>
                    <a:pt x="446505" y="92940"/>
                    <a:pt x="452310" y="124986"/>
                  </a:cubicBezTo>
                  <a:cubicBezTo>
                    <a:pt x="454979" y="139715"/>
                    <a:pt x="456622" y="154649"/>
                    <a:pt x="458222" y="169545"/>
                  </a:cubicBezTo>
                  <a:cubicBezTo>
                    <a:pt x="459347" y="180017"/>
                    <a:pt x="459768" y="190575"/>
                    <a:pt x="460206" y="201106"/>
                  </a:cubicBezTo>
                  <a:cubicBezTo>
                    <a:pt x="460461" y="207253"/>
                    <a:pt x="455999" y="211565"/>
                    <a:pt x="450290" y="212135"/>
                  </a:cubicBezTo>
                  <a:cubicBezTo>
                    <a:pt x="442528" y="212911"/>
                    <a:pt x="438049" y="207424"/>
                    <a:pt x="437693" y="201720"/>
                  </a:cubicBezTo>
                  <a:cubicBezTo>
                    <a:pt x="437005" y="190708"/>
                    <a:pt x="436759" y="179653"/>
                    <a:pt x="435627" y="168688"/>
                  </a:cubicBezTo>
                  <a:cubicBezTo>
                    <a:pt x="433293" y="146100"/>
                    <a:pt x="430582" y="123513"/>
                    <a:pt x="421876" y="102257"/>
                  </a:cubicBezTo>
                  <a:cubicBezTo>
                    <a:pt x="414740" y="84838"/>
                    <a:pt x="403465" y="70514"/>
                    <a:pt x="388957" y="58459"/>
                  </a:cubicBezTo>
                  <a:cubicBezTo>
                    <a:pt x="379336" y="50465"/>
                    <a:pt x="369439" y="43030"/>
                    <a:pt x="358089" y="37777"/>
                  </a:cubicBezTo>
                  <a:cubicBezTo>
                    <a:pt x="343257" y="30912"/>
                    <a:pt x="327806" y="25899"/>
                    <a:pt x="311425" y="24546"/>
                  </a:cubicBezTo>
                  <a:cubicBezTo>
                    <a:pt x="299785" y="23585"/>
                    <a:pt x="288098" y="22650"/>
                    <a:pt x="276432" y="22649"/>
                  </a:cubicBezTo>
                  <a:cubicBezTo>
                    <a:pt x="256340" y="22648"/>
                    <a:pt x="236523" y="25792"/>
                    <a:pt x="216903" y="29875"/>
                  </a:cubicBezTo>
                  <a:cubicBezTo>
                    <a:pt x="200394" y="33311"/>
                    <a:pt x="184120" y="37974"/>
                    <a:pt x="167529" y="40876"/>
                  </a:cubicBezTo>
                  <a:cubicBezTo>
                    <a:pt x="156729" y="42765"/>
                    <a:pt x="145549" y="42493"/>
                    <a:pt x="134536" y="43135"/>
                  </a:cubicBezTo>
                  <a:cubicBezTo>
                    <a:pt x="132290" y="43266"/>
                    <a:pt x="130030" y="43154"/>
                    <a:pt x="126769" y="43154"/>
                  </a:cubicBezTo>
                  <a:cubicBezTo>
                    <a:pt x="128538" y="51146"/>
                    <a:pt x="130111" y="58463"/>
                    <a:pt x="131781" y="65757"/>
                  </a:cubicBezTo>
                  <a:cubicBezTo>
                    <a:pt x="136633" y="86940"/>
                    <a:pt x="144322" y="107179"/>
                    <a:pt x="155169" y="125876"/>
                  </a:cubicBezTo>
                  <a:cubicBezTo>
                    <a:pt x="164028" y="141148"/>
                    <a:pt x="174362" y="155654"/>
                    <a:pt x="184973" y="169801"/>
                  </a:cubicBezTo>
                  <a:cubicBezTo>
                    <a:pt x="200209" y="190116"/>
                    <a:pt x="219848" y="205756"/>
                    <a:pt x="241654" y="218482"/>
                  </a:cubicBezTo>
                  <a:cubicBezTo>
                    <a:pt x="251088" y="223988"/>
                    <a:pt x="261428" y="227943"/>
                    <a:pt x="271732" y="232697"/>
                  </a:cubicBezTo>
                  <a:cubicBezTo>
                    <a:pt x="289662" y="239388"/>
                    <a:pt x="307633" y="244222"/>
                    <a:pt x="326433" y="245458"/>
                  </a:cubicBezTo>
                  <a:cubicBezTo>
                    <a:pt x="332751" y="245873"/>
                    <a:pt x="339077" y="246241"/>
                    <a:pt x="345406" y="246412"/>
                  </a:cubicBezTo>
                  <a:cubicBezTo>
                    <a:pt x="354888" y="246669"/>
                    <a:pt x="359770" y="252467"/>
                    <a:pt x="358090" y="261727"/>
                  </a:cubicBezTo>
                  <a:cubicBezTo>
                    <a:pt x="357098" y="267189"/>
                    <a:pt x="350033" y="270839"/>
                    <a:pt x="342329" y="270006"/>
                  </a:cubicBezTo>
                  <a:cubicBezTo>
                    <a:pt x="335581" y="269276"/>
                    <a:pt x="328756" y="269067"/>
                    <a:pt x="322072" y="267973"/>
                  </a:cubicBezTo>
                  <a:cubicBezTo>
                    <a:pt x="308911" y="265818"/>
                    <a:pt x="295648" y="263905"/>
                    <a:pt x="282746" y="260637"/>
                  </a:cubicBezTo>
                  <a:cubicBezTo>
                    <a:pt x="259606" y="254774"/>
                    <a:pt x="238197" y="244497"/>
                    <a:pt x="218335" y="231421"/>
                  </a:cubicBezTo>
                  <a:cubicBezTo>
                    <a:pt x="201245" y="220169"/>
                    <a:pt x="186013" y="206654"/>
                    <a:pt x="172451" y="191119"/>
                  </a:cubicBezTo>
                  <a:cubicBezTo>
                    <a:pt x="154588" y="170657"/>
                    <a:pt x="139641" y="148397"/>
                    <a:pt x="128050" y="123909"/>
                  </a:cubicBezTo>
                  <a:cubicBezTo>
                    <a:pt x="117477" y="101572"/>
                    <a:pt x="109633" y="78276"/>
                    <a:pt x="105793" y="53801"/>
                  </a:cubicBezTo>
                  <a:cubicBezTo>
                    <a:pt x="104045" y="42653"/>
                    <a:pt x="103100" y="31379"/>
                    <a:pt x="101758" y="20166"/>
                  </a:cubicBezTo>
                  <a:cubicBezTo>
                    <a:pt x="101646" y="19231"/>
                    <a:pt x="101288" y="18324"/>
                    <a:pt x="100857" y="16698"/>
                  </a:cubicBezTo>
                  <a:cubicBezTo>
                    <a:pt x="104717" y="17071"/>
                    <a:pt x="108352" y="17163"/>
                    <a:pt x="111886" y="17808"/>
                  </a:cubicBezTo>
                  <a:cubicBezTo>
                    <a:pt x="127602" y="20677"/>
                    <a:pt x="143391" y="21577"/>
                    <a:pt x="159126" y="18583"/>
                  </a:cubicBezTo>
                  <a:cubicBezTo>
                    <a:pt x="176958" y="15189"/>
                    <a:pt x="194638" y="10994"/>
                    <a:pt x="212462" y="7552"/>
                  </a:cubicBezTo>
                  <a:cubicBezTo>
                    <a:pt x="224145" y="5295"/>
                    <a:pt x="235908" y="2997"/>
                    <a:pt x="247741" y="2077"/>
                  </a:cubicBezTo>
                  <a:cubicBezTo>
                    <a:pt x="265082" y="727"/>
                    <a:pt x="282585" y="-635"/>
                    <a:pt x="299892" y="318"/>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55" name="Group 154">
            <a:extLst>
              <a:ext uri="{FF2B5EF4-FFF2-40B4-BE49-F238E27FC236}">
                <a16:creationId xmlns:a16="http://schemas.microsoft.com/office/drawing/2014/main" id="{7BBB24E8-56A8-3AF1-656D-8AD63F55CDAD}"/>
              </a:ext>
              <a:ext uri="{C183D7F6-B498-43B3-948B-1728B52AA6E4}">
                <adec:decorative xmlns:adec="http://schemas.microsoft.com/office/drawing/2017/decorative" val="1"/>
              </a:ext>
            </a:extLst>
          </p:cNvPr>
          <p:cNvGrpSpPr>
            <a:grpSpLocks noChangeAspect="1"/>
          </p:cNvGrpSpPr>
          <p:nvPr/>
        </p:nvGrpSpPr>
        <p:grpSpPr>
          <a:xfrm>
            <a:off x="6010840" y="4343071"/>
            <a:ext cx="533050" cy="457200"/>
            <a:chOff x="6010840" y="4343071"/>
            <a:chExt cx="533050" cy="457200"/>
          </a:xfrm>
          <a:solidFill>
            <a:srgbClr val="FF0000"/>
          </a:solidFill>
        </p:grpSpPr>
        <p:sp>
          <p:nvSpPr>
            <p:cNvPr id="2227" name="Rectangle 2226">
              <a:extLst>
                <a:ext uri="{FF2B5EF4-FFF2-40B4-BE49-F238E27FC236}">
                  <a16:creationId xmlns:a16="http://schemas.microsoft.com/office/drawing/2014/main" id="{559CA8DA-C703-8EAC-F30D-6EB9470EB3EF}"/>
                </a:ext>
                <a:ext uri="{C183D7F6-B498-43B3-948B-1728B52AA6E4}">
                  <adec:decorative xmlns:adec="http://schemas.microsoft.com/office/drawing/2017/decorative" val="1"/>
                </a:ext>
              </a:extLst>
            </p:cNvPr>
            <p:cNvSpPr/>
            <p:nvPr/>
          </p:nvSpPr>
          <p:spPr>
            <a:xfrm>
              <a:off x="6010840" y="4510355"/>
              <a:ext cx="46169" cy="45796"/>
            </a:xfrm>
            <a:prstGeom prst="rect">
              <a:avLst/>
            </a:prstGeom>
            <a:solidFill>
              <a:schemeClr val="bg1"/>
            </a:solidFill>
            <a:ln w="6350" cap="flat">
              <a:noFill/>
              <a:prstDash val="solid"/>
              <a:miter/>
            </a:ln>
          </p:spPr>
          <p:txBody>
            <a:bodyPr rtlCol="0" anchor="ctr"/>
            <a:lstStyle/>
            <a:p>
              <a:endParaRPr lang="en-US" dirty="0"/>
            </a:p>
          </p:txBody>
        </p:sp>
        <p:sp>
          <p:nvSpPr>
            <p:cNvPr id="2251" name="Freeform: Shape 2250">
              <a:extLst>
                <a:ext uri="{FF2B5EF4-FFF2-40B4-BE49-F238E27FC236}">
                  <a16:creationId xmlns:a16="http://schemas.microsoft.com/office/drawing/2014/main" id="{194519CB-9D1D-39BC-685B-221A43C60BE8}"/>
                </a:ext>
                <a:ext uri="{C183D7F6-B498-43B3-948B-1728B52AA6E4}">
                  <adec:decorative xmlns:adec="http://schemas.microsoft.com/office/drawing/2017/decorative" val="1"/>
                </a:ext>
              </a:extLst>
            </p:cNvPr>
            <p:cNvSpPr/>
            <p:nvPr/>
          </p:nvSpPr>
          <p:spPr>
            <a:xfrm>
              <a:off x="6048990" y="4343071"/>
              <a:ext cx="494900" cy="457200"/>
            </a:xfrm>
            <a:custGeom>
              <a:avLst/>
              <a:gdLst>
                <a:gd name="connsiteX0" fmla="*/ 42384 w 718279"/>
                <a:gd name="connsiteY0" fmla="*/ 251998 h 663562"/>
                <a:gd name="connsiteX1" fmla="*/ 194187 w 718279"/>
                <a:gd name="connsiteY1" fmla="*/ 252128 h 663562"/>
                <a:gd name="connsiteX2" fmla="*/ 245745 w 718279"/>
                <a:gd name="connsiteY2" fmla="*/ 270393 h 663562"/>
                <a:gd name="connsiteX3" fmla="*/ 272110 w 718279"/>
                <a:gd name="connsiteY3" fmla="*/ 293231 h 663562"/>
                <a:gd name="connsiteX4" fmla="*/ 307759 w 718279"/>
                <a:gd name="connsiteY4" fmla="*/ 323974 h 663562"/>
                <a:gd name="connsiteX5" fmla="*/ 331875 w 718279"/>
                <a:gd name="connsiteY5" fmla="*/ 345206 h 663562"/>
                <a:gd name="connsiteX6" fmla="*/ 361985 w 718279"/>
                <a:gd name="connsiteY6" fmla="*/ 371151 h 663562"/>
                <a:gd name="connsiteX7" fmla="*/ 382075 w 718279"/>
                <a:gd name="connsiteY7" fmla="*/ 389065 h 663562"/>
                <a:gd name="connsiteX8" fmla="*/ 408575 w 718279"/>
                <a:gd name="connsiteY8" fmla="*/ 412908 h 663562"/>
                <a:gd name="connsiteX9" fmla="*/ 427514 w 718279"/>
                <a:gd name="connsiteY9" fmla="*/ 450001 h 663562"/>
                <a:gd name="connsiteX10" fmla="*/ 422348 w 718279"/>
                <a:gd name="connsiteY10" fmla="*/ 496669 h 663562"/>
                <a:gd name="connsiteX11" fmla="*/ 421707 w 718279"/>
                <a:gd name="connsiteY11" fmla="*/ 498917 h 663562"/>
                <a:gd name="connsiteX12" fmla="*/ 448309 w 718279"/>
                <a:gd name="connsiteY12" fmla="*/ 502615 h 663562"/>
                <a:gd name="connsiteX13" fmla="*/ 476060 w 718279"/>
                <a:gd name="connsiteY13" fmla="*/ 506752 h 663562"/>
                <a:gd name="connsiteX14" fmla="*/ 503229 w 718279"/>
                <a:gd name="connsiteY14" fmla="*/ 510386 h 663562"/>
                <a:gd name="connsiteX15" fmla="*/ 530288 w 718279"/>
                <a:gd name="connsiteY15" fmla="*/ 514459 h 663562"/>
                <a:gd name="connsiteX16" fmla="*/ 552291 w 718279"/>
                <a:gd name="connsiteY16" fmla="*/ 517442 h 663562"/>
                <a:gd name="connsiteX17" fmla="*/ 574894 w 718279"/>
                <a:gd name="connsiteY17" fmla="*/ 520811 h 663562"/>
                <a:gd name="connsiteX18" fmla="*/ 597697 w 718279"/>
                <a:gd name="connsiteY18" fmla="*/ 527350 h 663562"/>
                <a:gd name="connsiteX19" fmla="*/ 612655 w 718279"/>
                <a:gd name="connsiteY19" fmla="*/ 536558 h 663562"/>
                <a:gd name="connsiteX20" fmla="*/ 638467 w 718279"/>
                <a:gd name="connsiteY20" fmla="*/ 581343 h 663562"/>
                <a:gd name="connsiteX21" fmla="*/ 632963 w 718279"/>
                <a:gd name="connsiteY21" fmla="*/ 620351 h 663562"/>
                <a:gd name="connsiteX22" fmla="*/ 580822 w 718279"/>
                <a:gd name="connsiteY22" fmla="*/ 662043 h 663562"/>
                <a:gd name="connsiteX23" fmla="*/ 573797 w 718279"/>
                <a:gd name="connsiteY23" fmla="*/ 663231 h 663562"/>
                <a:gd name="connsiteX24" fmla="*/ 571536 w 718279"/>
                <a:gd name="connsiteY24" fmla="*/ 663562 h 663562"/>
                <a:gd name="connsiteX25" fmla="*/ 279503 w 718279"/>
                <a:gd name="connsiteY25" fmla="*/ 663507 h 663562"/>
                <a:gd name="connsiteX26" fmla="*/ 260279 w 718279"/>
                <a:gd name="connsiteY26" fmla="*/ 658552 h 663562"/>
                <a:gd name="connsiteX27" fmla="*/ 231971 w 718279"/>
                <a:gd name="connsiteY27" fmla="*/ 642131 h 663562"/>
                <a:gd name="connsiteX28" fmla="*/ 201560 w 718279"/>
                <a:gd name="connsiteY28" fmla="*/ 619084 h 663562"/>
                <a:gd name="connsiteX29" fmla="*/ 161027 w 718279"/>
                <a:gd name="connsiteY29" fmla="*/ 588116 h 663562"/>
                <a:gd name="connsiteX30" fmla="*/ 122851 w 718279"/>
                <a:gd name="connsiteY30" fmla="*/ 559217 h 663562"/>
                <a:gd name="connsiteX31" fmla="*/ 85780 w 718279"/>
                <a:gd name="connsiteY31" fmla="*/ 531192 h 663562"/>
                <a:gd name="connsiteX32" fmla="*/ 72826 w 718279"/>
                <a:gd name="connsiteY32" fmla="*/ 521271 h 663562"/>
                <a:gd name="connsiteX33" fmla="*/ 67400 w 718279"/>
                <a:gd name="connsiteY33" fmla="*/ 519617 h 663562"/>
                <a:gd name="connsiteX34" fmla="*/ 20454 w 718279"/>
                <a:gd name="connsiteY34" fmla="*/ 519544 h 663562"/>
                <a:gd name="connsiteX35" fmla="*/ 343 w 718279"/>
                <a:gd name="connsiteY35" fmla="*/ 519544 h 663562"/>
                <a:gd name="connsiteX36" fmla="*/ 343 w 718279"/>
                <a:gd name="connsiteY36" fmla="*/ 514948 h 663562"/>
                <a:gd name="connsiteX37" fmla="*/ 334 w 718279"/>
                <a:gd name="connsiteY37" fmla="*/ 479649 h 663562"/>
                <a:gd name="connsiteX38" fmla="*/ 256 w 718279"/>
                <a:gd name="connsiteY38" fmla="*/ 475185 h 663562"/>
                <a:gd name="connsiteX39" fmla="*/ 5594 w 718279"/>
                <a:gd name="connsiteY39" fmla="*/ 474388 h 663562"/>
                <a:gd name="connsiteX40" fmla="*/ 54303 w 718279"/>
                <a:gd name="connsiteY40" fmla="*/ 474443 h 663562"/>
                <a:gd name="connsiteX41" fmla="*/ 88404 w 718279"/>
                <a:gd name="connsiteY41" fmla="*/ 480062 h 663562"/>
                <a:gd name="connsiteX42" fmla="*/ 121860 w 718279"/>
                <a:gd name="connsiteY42" fmla="*/ 498718 h 663562"/>
                <a:gd name="connsiteX43" fmla="*/ 164441 w 718279"/>
                <a:gd name="connsiteY43" fmla="*/ 530952 h 663562"/>
                <a:gd name="connsiteX44" fmla="*/ 204144 w 718279"/>
                <a:gd name="connsiteY44" fmla="*/ 561308 h 663562"/>
                <a:gd name="connsiteX45" fmla="*/ 250127 w 718279"/>
                <a:gd name="connsiteY45" fmla="*/ 595956 h 663562"/>
                <a:gd name="connsiteX46" fmla="*/ 272248 w 718279"/>
                <a:gd name="connsiteY46" fmla="*/ 610140 h 663562"/>
                <a:gd name="connsiteX47" fmla="*/ 299777 w 718279"/>
                <a:gd name="connsiteY47" fmla="*/ 617639 h 663562"/>
                <a:gd name="connsiteX48" fmla="*/ 324700 w 718279"/>
                <a:gd name="connsiteY48" fmla="*/ 618352 h 663562"/>
                <a:gd name="connsiteX49" fmla="*/ 566846 w 718279"/>
                <a:gd name="connsiteY49" fmla="*/ 618326 h 663562"/>
                <a:gd name="connsiteX50" fmla="*/ 589747 w 718279"/>
                <a:gd name="connsiteY50" fmla="*/ 604777 h 663562"/>
                <a:gd name="connsiteX51" fmla="*/ 588515 w 718279"/>
                <a:gd name="connsiteY51" fmla="*/ 577701 h 663562"/>
                <a:gd name="connsiteX52" fmla="*/ 570770 w 718279"/>
                <a:gd name="connsiteY52" fmla="*/ 567519 h 663562"/>
                <a:gd name="connsiteX53" fmla="*/ 550940 w 718279"/>
                <a:gd name="connsiteY53" fmla="*/ 564341 h 663562"/>
                <a:gd name="connsiteX54" fmla="*/ 525586 w 718279"/>
                <a:gd name="connsiteY54" fmla="*/ 560490 h 663562"/>
                <a:gd name="connsiteX55" fmla="*/ 501258 w 718279"/>
                <a:gd name="connsiteY55" fmla="*/ 556785 h 663562"/>
                <a:gd name="connsiteX56" fmla="*/ 476312 w 718279"/>
                <a:gd name="connsiteY56" fmla="*/ 552727 h 663562"/>
                <a:gd name="connsiteX57" fmla="*/ 451020 w 718279"/>
                <a:gd name="connsiteY57" fmla="*/ 548636 h 663562"/>
                <a:gd name="connsiteX58" fmla="*/ 425629 w 718279"/>
                <a:gd name="connsiteY58" fmla="*/ 544938 h 663562"/>
                <a:gd name="connsiteX59" fmla="*/ 396917 w 718279"/>
                <a:gd name="connsiteY59" fmla="*/ 540286 h 663562"/>
                <a:gd name="connsiteX60" fmla="*/ 371552 w 718279"/>
                <a:gd name="connsiteY60" fmla="*/ 536481 h 663562"/>
                <a:gd name="connsiteX61" fmla="*/ 348963 w 718279"/>
                <a:gd name="connsiteY61" fmla="*/ 532927 h 663562"/>
                <a:gd name="connsiteX62" fmla="*/ 326664 w 718279"/>
                <a:gd name="connsiteY62" fmla="*/ 528305 h 663562"/>
                <a:gd name="connsiteX63" fmla="*/ 300482 w 718279"/>
                <a:gd name="connsiteY63" fmla="*/ 513567 h 663562"/>
                <a:gd name="connsiteX64" fmla="*/ 203257 w 718279"/>
                <a:gd name="connsiteY64" fmla="*/ 448316 h 663562"/>
                <a:gd name="connsiteX65" fmla="*/ 200569 w 718279"/>
                <a:gd name="connsiteY65" fmla="*/ 446376 h 663562"/>
                <a:gd name="connsiteX66" fmla="*/ 231051 w 718279"/>
                <a:gd name="connsiteY66" fmla="*/ 425542 h 663562"/>
                <a:gd name="connsiteX67" fmla="*/ 266578 w 718279"/>
                <a:gd name="connsiteY67" fmla="*/ 438087 h 663562"/>
                <a:gd name="connsiteX68" fmla="*/ 289446 w 718279"/>
                <a:gd name="connsiteY68" fmla="*/ 453760 h 663562"/>
                <a:gd name="connsiteX69" fmla="*/ 337884 w 718279"/>
                <a:gd name="connsiteY69" fmla="*/ 486612 h 663562"/>
                <a:gd name="connsiteX70" fmla="*/ 375946 w 718279"/>
                <a:gd name="connsiteY70" fmla="*/ 483718 h 663562"/>
                <a:gd name="connsiteX71" fmla="*/ 382764 w 718279"/>
                <a:gd name="connsiteY71" fmla="*/ 459842 h 663562"/>
                <a:gd name="connsiteX72" fmla="*/ 368124 w 718279"/>
                <a:gd name="connsiteY72" fmla="*/ 437087 h 663562"/>
                <a:gd name="connsiteX73" fmla="*/ 345940 w 718279"/>
                <a:gd name="connsiteY73" fmla="*/ 417919 h 663562"/>
                <a:gd name="connsiteX74" fmla="*/ 318065 w 718279"/>
                <a:gd name="connsiteY74" fmla="*/ 394214 h 663562"/>
                <a:gd name="connsiteX75" fmla="*/ 300712 w 718279"/>
                <a:gd name="connsiteY75" fmla="*/ 379044 h 663562"/>
                <a:gd name="connsiteX76" fmla="*/ 277863 w 718279"/>
                <a:gd name="connsiteY76" fmla="*/ 359658 h 663562"/>
                <a:gd name="connsiteX77" fmla="*/ 261263 w 718279"/>
                <a:gd name="connsiteY77" fmla="*/ 345232 h 663562"/>
                <a:gd name="connsiteX78" fmla="*/ 237668 w 718279"/>
                <a:gd name="connsiteY78" fmla="*/ 325095 h 663562"/>
                <a:gd name="connsiteX79" fmla="*/ 220271 w 718279"/>
                <a:gd name="connsiteY79" fmla="*/ 309979 h 663562"/>
                <a:gd name="connsiteX80" fmla="*/ 204527 w 718279"/>
                <a:gd name="connsiteY80" fmla="*/ 298822 h 663562"/>
                <a:gd name="connsiteX81" fmla="*/ 193826 w 718279"/>
                <a:gd name="connsiteY81" fmla="*/ 296544 h 663562"/>
                <a:gd name="connsiteX82" fmla="*/ 42384 w 718279"/>
                <a:gd name="connsiteY82" fmla="*/ 296269 h 663562"/>
                <a:gd name="connsiteX83" fmla="*/ 433535 w 718279"/>
                <a:gd name="connsiteY83" fmla="*/ 150351 h 663562"/>
                <a:gd name="connsiteX84" fmla="*/ 455525 w 718279"/>
                <a:gd name="connsiteY84" fmla="*/ 207615 h 663562"/>
                <a:gd name="connsiteX85" fmla="*/ 454536 w 718279"/>
                <a:gd name="connsiteY85" fmla="*/ 208236 h 663562"/>
                <a:gd name="connsiteX86" fmla="*/ 429968 w 718279"/>
                <a:gd name="connsiteY86" fmla="*/ 193318 h 663562"/>
                <a:gd name="connsiteX87" fmla="*/ 417955 w 718279"/>
                <a:gd name="connsiteY87" fmla="*/ 213873 h 663562"/>
                <a:gd name="connsiteX88" fmla="*/ 397137 w 718279"/>
                <a:gd name="connsiteY88" fmla="*/ 250647 h 663562"/>
                <a:gd name="connsiteX89" fmla="*/ 399392 w 718279"/>
                <a:gd name="connsiteY89" fmla="*/ 283180 h 663562"/>
                <a:gd name="connsiteX90" fmla="*/ 419440 w 718279"/>
                <a:gd name="connsiteY90" fmla="*/ 295015 h 663562"/>
                <a:gd name="connsiteX91" fmla="*/ 431999 w 718279"/>
                <a:gd name="connsiteY91" fmla="*/ 295713 h 663562"/>
                <a:gd name="connsiteX92" fmla="*/ 533979 w 718279"/>
                <a:gd name="connsiteY92" fmla="*/ 295744 h 663562"/>
                <a:gd name="connsiteX93" fmla="*/ 538063 w 718279"/>
                <a:gd name="connsiteY93" fmla="*/ 295744 h 663562"/>
                <a:gd name="connsiteX94" fmla="*/ 538063 w 718279"/>
                <a:gd name="connsiteY94" fmla="*/ 331044 h 663562"/>
                <a:gd name="connsiteX95" fmla="*/ 534264 w 718279"/>
                <a:gd name="connsiteY95" fmla="*/ 331044 h 663562"/>
                <a:gd name="connsiteX96" fmla="*/ 423112 w 718279"/>
                <a:gd name="connsiteY96" fmla="*/ 330883 h 663562"/>
                <a:gd name="connsiteX97" fmla="*/ 365494 w 718279"/>
                <a:gd name="connsiteY97" fmla="*/ 295390 h 663562"/>
                <a:gd name="connsiteX98" fmla="*/ 362290 w 718279"/>
                <a:gd name="connsiteY98" fmla="*/ 288185 h 663562"/>
                <a:gd name="connsiteX99" fmla="*/ 358374 w 718279"/>
                <a:gd name="connsiteY99" fmla="*/ 258094 h 663562"/>
                <a:gd name="connsiteX100" fmla="*/ 367839 w 718279"/>
                <a:gd name="connsiteY100" fmla="*/ 230102 h 663562"/>
                <a:gd name="connsiteX101" fmla="*/ 383234 w 718279"/>
                <a:gd name="connsiteY101" fmla="*/ 203408 h 663562"/>
                <a:gd name="connsiteX102" fmla="*/ 398222 w 718279"/>
                <a:gd name="connsiteY102" fmla="*/ 177265 h 663562"/>
                <a:gd name="connsiteX103" fmla="*/ 397256 w 718279"/>
                <a:gd name="connsiteY103" fmla="*/ 173287 h 663562"/>
                <a:gd name="connsiteX104" fmla="*/ 373322 w 718279"/>
                <a:gd name="connsiteY104" fmla="*/ 158810 h 663562"/>
                <a:gd name="connsiteX105" fmla="*/ 373368 w 718279"/>
                <a:gd name="connsiteY105" fmla="*/ 157776 h 663562"/>
                <a:gd name="connsiteX106" fmla="*/ 433535 w 718279"/>
                <a:gd name="connsiteY106" fmla="*/ 150351 h 663562"/>
                <a:gd name="connsiteX107" fmla="*/ 654322 w 718279"/>
                <a:gd name="connsiteY107" fmla="*/ 135417 h 663562"/>
                <a:gd name="connsiteX108" fmla="*/ 680062 w 718279"/>
                <a:gd name="connsiteY108" fmla="*/ 180246 h 663562"/>
                <a:gd name="connsiteX109" fmla="*/ 708910 w 718279"/>
                <a:gd name="connsiteY109" fmla="*/ 230373 h 663562"/>
                <a:gd name="connsiteX110" fmla="*/ 717127 w 718279"/>
                <a:gd name="connsiteY110" fmla="*/ 251589 h 663562"/>
                <a:gd name="connsiteX111" fmla="*/ 717957 w 718279"/>
                <a:gd name="connsiteY111" fmla="*/ 251932 h 663562"/>
                <a:gd name="connsiteX112" fmla="*/ 718277 w 718279"/>
                <a:gd name="connsiteY112" fmla="*/ 277093 h 663562"/>
                <a:gd name="connsiteX113" fmla="*/ 715500 w 718279"/>
                <a:gd name="connsiteY113" fmla="*/ 284975 h 663562"/>
                <a:gd name="connsiteX114" fmla="*/ 673437 w 718279"/>
                <a:gd name="connsiteY114" fmla="*/ 327495 h 663562"/>
                <a:gd name="connsiteX115" fmla="*/ 652677 w 718279"/>
                <a:gd name="connsiteY115" fmla="*/ 330888 h 663562"/>
                <a:gd name="connsiteX116" fmla="*/ 591274 w 718279"/>
                <a:gd name="connsiteY116" fmla="*/ 331044 h 663562"/>
                <a:gd name="connsiteX117" fmla="*/ 587086 w 718279"/>
                <a:gd name="connsiteY117" fmla="*/ 331044 h 663562"/>
                <a:gd name="connsiteX118" fmla="*/ 586846 w 718279"/>
                <a:gd name="connsiteY118" fmla="*/ 362459 h 663562"/>
                <a:gd name="connsiteX119" fmla="*/ 585790 w 718279"/>
                <a:gd name="connsiteY119" fmla="*/ 362468 h 663562"/>
                <a:gd name="connsiteX120" fmla="*/ 551443 w 718279"/>
                <a:gd name="connsiteY120" fmla="*/ 316803 h 663562"/>
                <a:gd name="connsiteX121" fmla="*/ 551396 w 718279"/>
                <a:gd name="connsiteY121" fmla="*/ 312165 h 663562"/>
                <a:gd name="connsiteX122" fmla="*/ 581360 w 718279"/>
                <a:gd name="connsiteY122" fmla="*/ 269301 h 663562"/>
                <a:gd name="connsiteX123" fmla="*/ 587513 w 718279"/>
                <a:gd name="connsiteY123" fmla="*/ 261947 h 663562"/>
                <a:gd name="connsiteX124" fmla="*/ 587513 w 718279"/>
                <a:gd name="connsiteY124" fmla="*/ 295568 h 663562"/>
                <a:gd name="connsiteX125" fmla="*/ 591089 w 718279"/>
                <a:gd name="connsiteY125" fmla="*/ 295737 h 663562"/>
                <a:gd name="connsiteX126" fmla="*/ 652141 w 718279"/>
                <a:gd name="connsiteY126" fmla="*/ 295672 h 663562"/>
                <a:gd name="connsiteX127" fmla="*/ 677439 w 718279"/>
                <a:gd name="connsiteY127" fmla="*/ 282798 h 663562"/>
                <a:gd name="connsiteX128" fmla="*/ 677585 w 718279"/>
                <a:gd name="connsiteY128" fmla="*/ 246802 h 663562"/>
                <a:gd name="connsiteX129" fmla="*/ 659730 w 718279"/>
                <a:gd name="connsiteY129" fmla="*/ 215922 h 663562"/>
                <a:gd name="connsiteX130" fmla="*/ 639167 w 718279"/>
                <a:gd name="connsiteY130" fmla="*/ 180202 h 663562"/>
                <a:gd name="connsiteX131" fmla="*/ 623020 w 718279"/>
                <a:gd name="connsiteY131" fmla="*/ 151931 h 663562"/>
                <a:gd name="connsiteX132" fmla="*/ 638544 w 718279"/>
                <a:gd name="connsiteY132" fmla="*/ 143621 h 663562"/>
                <a:gd name="connsiteX133" fmla="*/ 654322 w 718279"/>
                <a:gd name="connsiteY133" fmla="*/ 135417 h 663562"/>
                <a:gd name="connsiteX134" fmla="*/ 550788 w 718279"/>
                <a:gd name="connsiteY134" fmla="*/ 0 h 663562"/>
                <a:gd name="connsiteX135" fmla="*/ 556427 w 718279"/>
                <a:gd name="connsiteY135" fmla="*/ 2017 h 663562"/>
                <a:gd name="connsiteX136" fmla="*/ 579615 w 718279"/>
                <a:gd name="connsiteY136" fmla="*/ 13967 h 663562"/>
                <a:gd name="connsiteX137" fmla="*/ 600411 w 718279"/>
                <a:gd name="connsiteY137" fmla="*/ 41475 h 663562"/>
                <a:gd name="connsiteX138" fmla="*/ 621138 w 718279"/>
                <a:gd name="connsiteY138" fmla="*/ 77489 h 663562"/>
                <a:gd name="connsiteX139" fmla="*/ 628585 w 718279"/>
                <a:gd name="connsiteY139" fmla="*/ 90708 h 663562"/>
                <a:gd name="connsiteX140" fmla="*/ 655915 w 718279"/>
                <a:gd name="connsiteY140" fmla="*/ 75544 h 663562"/>
                <a:gd name="connsiteX141" fmla="*/ 656848 w 718279"/>
                <a:gd name="connsiteY141" fmla="*/ 76053 h 663562"/>
                <a:gd name="connsiteX142" fmla="*/ 654098 w 718279"/>
                <a:gd name="connsiteY142" fmla="*/ 84481 h 663562"/>
                <a:gd name="connsiteX143" fmla="*/ 638589 w 718279"/>
                <a:gd name="connsiteY143" fmla="*/ 122213 h 663562"/>
                <a:gd name="connsiteX144" fmla="*/ 634931 w 718279"/>
                <a:gd name="connsiteY144" fmla="*/ 131166 h 663562"/>
                <a:gd name="connsiteX145" fmla="*/ 632904 w 718279"/>
                <a:gd name="connsiteY145" fmla="*/ 132528 h 663562"/>
                <a:gd name="connsiteX146" fmla="*/ 609608 w 718279"/>
                <a:gd name="connsiteY146" fmla="*/ 129210 h 663562"/>
                <a:gd name="connsiteX147" fmla="*/ 585116 w 718279"/>
                <a:gd name="connsiteY147" fmla="*/ 126289 h 663562"/>
                <a:gd name="connsiteX148" fmla="*/ 569276 w 718279"/>
                <a:gd name="connsiteY148" fmla="*/ 124046 h 663562"/>
                <a:gd name="connsiteX149" fmla="*/ 597749 w 718279"/>
                <a:gd name="connsiteY149" fmla="*/ 108028 h 663562"/>
                <a:gd name="connsiteX150" fmla="*/ 585060 w 718279"/>
                <a:gd name="connsiteY150" fmla="*/ 85879 h 663562"/>
                <a:gd name="connsiteX151" fmla="*/ 567301 w 718279"/>
                <a:gd name="connsiteY151" fmla="*/ 54948 h 663562"/>
                <a:gd name="connsiteX152" fmla="*/ 545423 w 718279"/>
                <a:gd name="connsiteY152" fmla="*/ 35798 h 663562"/>
                <a:gd name="connsiteX153" fmla="*/ 511920 w 718279"/>
                <a:gd name="connsiteY153" fmla="*/ 50500 h 663562"/>
                <a:gd name="connsiteX154" fmla="*/ 474882 w 718279"/>
                <a:gd name="connsiteY154" fmla="*/ 114700 h 663562"/>
                <a:gd name="connsiteX155" fmla="*/ 455771 w 718279"/>
                <a:gd name="connsiteY155" fmla="*/ 148047 h 663562"/>
                <a:gd name="connsiteX156" fmla="*/ 452382 w 718279"/>
                <a:gd name="connsiteY156" fmla="*/ 149390 h 663562"/>
                <a:gd name="connsiteX157" fmla="*/ 424935 w 718279"/>
                <a:gd name="connsiteY157" fmla="*/ 131218 h 663562"/>
                <a:gd name="connsiteX158" fmla="*/ 433532 w 718279"/>
                <a:gd name="connsiteY158" fmla="*/ 115691 h 663562"/>
                <a:gd name="connsiteX159" fmla="*/ 451673 w 718279"/>
                <a:gd name="connsiteY159" fmla="*/ 84183 h 663562"/>
                <a:gd name="connsiteX160" fmla="*/ 472366 w 718279"/>
                <a:gd name="connsiteY160" fmla="*/ 48542 h 663562"/>
                <a:gd name="connsiteX161" fmla="*/ 485660 w 718279"/>
                <a:gd name="connsiteY161" fmla="*/ 26250 h 663562"/>
                <a:gd name="connsiteX162" fmla="*/ 523484 w 718279"/>
                <a:gd name="connsiteY162" fmla="*/ 1289 h 663562"/>
                <a:gd name="connsiteX163" fmla="*/ 524644 w 718279"/>
                <a:gd name="connsiteY163" fmla="*/ 688 h 663562"/>
                <a:gd name="connsiteX164" fmla="*/ 548567 w 718279"/>
                <a:gd name="connsiteY164" fmla="*/ 50 h 663562"/>
                <a:gd name="connsiteX165" fmla="*/ 550788 w 718279"/>
                <a:gd name="connsiteY165" fmla="*/ 0 h 66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718279" h="663562">
                  <a:moveTo>
                    <a:pt x="42384" y="251998"/>
                  </a:moveTo>
                  <a:lnTo>
                    <a:pt x="194187" y="252128"/>
                  </a:lnTo>
                  <a:cubicBezTo>
                    <a:pt x="213168" y="252259"/>
                    <a:pt x="230938" y="257608"/>
                    <a:pt x="245745" y="270393"/>
                  </a:cubicBezTo>
                  <a:lnTo>
                    <a:pt x="272110" y="293231"/>
                  </a:lnTo>
                  <a:lnTo>
                    <a:pt x="307759" y="323974"/>
                  </a:lnTo>
                  <a:cubicBezTo>
                    <a:pt x="315845" y="330997"/>
                    <a:pt x="323791" y="338181"/>
                    <a:pt x="331875" y="345206"/>
                  </a:cubicBezTo>
                  <a:lnTo>
                    <a:pt x="361985" y="371151"/>
                  </a:lnTo>
                  <a:cubicBezTo>
                    <a:pt x="368750" y="377043"/>
                    <a:pt x="375385" y="383086"/>
                    <a:pt x="382075" y="389065"/>
                  </a:cubicBezTo>
                  <a:cubicBezTo>
                    <a:pt x="390936" y="396984"/>
                    <a:pt x="400090" y="404604"/>
                    <a:pt x="408575" y="412908"/>
                  </a:cubicBezTo>
                  <a:cubicBezTo>
                    <a:pt x="418949" y="423061"/>
                    <a:pt x="424539" y="435874"/>
                    <a:pt x="427514" y="450001"/>
                  </a:cubicBezTo>
                  <a:cubicBezTo>
                    <a:pt x="430922" y="466179"/>
                    <a:pt x="427479" y="481491"/>
                    <a:pt x="422348" y="496669"/>
                  </a:cubicBezTo>
                  <a:cubicBezTo>
                    <a:pt x="422133" y="497305"/>
                    <a:pt x="421978" y="497961"/>
                    <a:pt x="421707" y="498917"/>
                  </a:cubicBezTo>
                  <a:lnTo>
                    <a:pt x="448309" y="502615"/>
                  </a:lnTo>
                  <a:lnTo>
                    <a:pt x="476060" y="506752"/>
                  </a:lnTo>
                  <a:lnTo>
                    <a:pt x="503229" y="510386"/>
                  </a:lnTo>
                  <a:lnTo>
                    <a:pt x="530288" y="514459"/>
                  </a:lnTo>
                  <a:lnTo>
                    <a:pt x="552291" y="517442"/>
                  </a:lnTo>
                  <a:cubicBezTo>
                    <a:pt x="559832" y="518527"/>
                    <a:pt x="567325" y="520015"/>
                    <a:pt x="574894" y="520811"/>
                  </a:cubicBezTo>
                  <a:cubicBezTo>
                    <a:pt x="582929" y="521655"/>
                    <a:pt x="590592" y="523627"/>
                    <a:pt x="597697" y="527350"/>
                  </a:cubicBezTo>
                  <a:cubicBezTo>
                    <a:pt x="602879" y="530066"/>
                    <a:pt x="608213" y="532832"/>
                    <a:pt x="612655" y="536558"/>
                  </a:cubicBezTo>
                  <a:cubicBezTo>
                    <a:pt x="626627" y="548281"/>
                    <a:pt x="635748" y="563123"/>
                    <a:pt x="638467" y="581343"/>
                  </a:cubicBezTo>
                  <a:cubicBezTo>
                    <a:pt x="640475" y="594799"/>
                    <a:pt x="638589" y="607863"/>
                    <a:pt x="632963" y="620351"/>
                  </a:cubicBezTo>
                  <a:cubicBezTo>
                    <a:pt x="622686" y="643162"/>
                    <a:pt x="604766" y="656375"/>
                    <a:pt x="580822" y="662043"/>
                  </a:cubicBezTo>
                  <a:cubicBezTo>
                    <a:pt x="578581" y="662573"/>
                    <a:pt x="576241" y="662688"/>
                    <a:pt x="573797" y="663231"/>
                  </a:cubicBezTo>
                  <a:cubicBezTo>
                    <a:pt x="572944" y="663499"/>
                    <a:pt x="572240" y="663562"/>
                    <a:pt x="571536" y="663562"/>
                  </a:cubicBezTo>
                  <a:lnTo>
                    <a:pt x="279503" y="663507"/>
                  </a:lnTo>
                  <a:cubicBezTo>
                    <a:pt x="272871" y="661842"/>
                    <a:pt x="266507" y="660423"/>
                    <a:pt x="260279" y="658552"/>
                  </a:cubicBezTo>
                  <a:cubicBezTo>
                    <a:pt x="249569" y="655337"/>
                    <a:pt x="240700" y="648855"/>
                    <a:pt x="231971" y="642131"/>
                  </a:cubicBezTo>
                  <a:cubicBezTo>
                    <a:pt x="221895" y="634370"/>
                    <a:pt x="211679" y="626790"/>
                    <a:pt x="201560" y="619084"/>
                  </a:cubicBezTo>
                  <a:lnTo>
                    <a:pt x="161027" y="588116"/>
                  </a:lnTo>
                  <a:lnTo>
                    <a:pt x="122851" y="559217"/>
                  </a:lnTo>
                  <a:lnTo>
                    <a:pt x="85780" y="531192"/>
                  </a:lnTo>
                  <a:cubicBezTo>
                    <a:pt x="81446" y="527905"/>
                    <a:pt x="77275" y="524391"/>
                    <a:pt x="72826" y="521271"/>
                  </a:cubicBezTo>
                  <a:cubicBezTo>
                    <a:pt x="71344" y="520231"/>
                    <a:pt x="69231" y="519631"/>
                    <a:pt x="67400" y="519617"/>
                  </a:cubicBezTo>
                  <a:lnTo>
                    <a:pt x="20454" y="519544"/>
                  </a:lnTo>
                  <a:lnTo>
                    <a:pt x="343" y="519544"/>
                  </a:lnTo>
                  <a:lnTo>
                    <a:pt x="343" y="514948"/>
                  </a:lnTo>
                  <a:cubicBezTo>
                    <a:pt x="343" y="503182"/>
                    <a:pt x="350" y="491415"/>
                    <a:pt x="334" y="479649"/>
                  </a:cubicBezTo>
                  <a:cubicBezTo>
                    <a:pt x="332" y="478094"/>
                    <a:pt x="-362" y="475537"/>
                    <a:pt x="256" y="475185"/>
                  </a:cubicBezTo>
                  <a:cubicBezTo>
                    <a:pt x="1718" y="474352"/>
                    <a:pt x="3776" y="474393"/>
                    <a:pt x="5594" y="474388"/>
                  </a:cubicBezTo>
                  <a:lnTo>
                    <a:pt x="54303" y="474443"/>
                  </a:lnTo>
                  <a:cubicBezTo>
                    <a:pt x="65886" y="474678"/>
                    <a:pt x="77400" y="476145"/>
                    <a:pt x="88404" y="480062"/>
                  </a:cubicBezTo>
                  <a:cubicBezTo>
                    <a:pt x="100582" y="484397"/>
                    <a:pt x="111624" y="490774"/>
                    <a:pt x="121860" y="498718"/>
                  </a:cubicBezTo>
                  <a:cubicBezTo>
                    <a:pt x="135921" y="509633"/>
                    <a:pt x="150266" y="520183"/>
                    <a:pt x="164441" y="530952"/>
                  </a:cubicBezTo>
                  <a:lnTo>
                    <a:pt x="204144" y="561308"/>
                  </a:lnTo>
                  <a:cubicBezTo>
                    <a:pt x="219426" y="572920"/>
                    <a:pt x="234646" y="584616"/>
                    <a:pt x="250127" y="595956"/>
                  </a:cubicBezTo>
                  <a:cubicBezTo>
                    <a:pt x="257186" y="601127"/>
                    <a:pt x="264522" y="606072"/>
                    <a:pt x="272248" y="610140"/>
                  </a:cubicBezTo>
                  <a:cubicBezTo>
                    <a:pt x="280746" y="614616"/>
                    <a:pt x="290085" y="617143"/>
                    <a:pt x="299777" y="617639"/>
                  </a:cubicBezTo>
                  <a:cubicBezTo>
                    <a:pt x="308075" y="618064"/>
                    <a:pt x="316391" y="618347"/>
                    <a:pt x="324700" y="618352"/>
                  </a:cubicBezTo>
                  <a:lnTo>
                    <a:pt x="566846" y="618326"/>
                  </a:lnTo>
                  <a:cubicBezTo>
                    <a:pt x="576926" y="618314"/>
                    <a:pt x="585270" y="614021"/>
                    <a:pt x="589747" y="604777"/>
                  </a:cubicBezTo>
                  <a:cubicBezTo>
                    <a:pt x="594088" y="595811"/>
                    <a:pt x="594468" y="586502"/>
                    <a:pt x="588515" y="577701"/>
                  </a:cubicBezTo>
                  <a:cubicBezTo>
                    <a:pt x="584238" y="571377"/>
                    <a:pt x="578098" y="568538"/>
                    <a:pt x="570770" y="567519"/>
                  </a:cubicBezTo>
                  <a:cubicBezTo>
                    <a:pt x="564141" y="566596"/>
                    <a:pt x="557555" y="565371"/>
                    <a:pt x="550940" y="564341"/>
                  </a:cubicBezTo>
                  <a:lnTo>
                    <a:pt x="525586" y="560490"/>
                  </a:lnTo>
                  <a:lnTo>
                    <a:pt x="501258" y="556785"/>
                  </a:lnTo>
                  <a:lnTo>
                    <a:pt x="476312" y="552727"/>
                  </a:lnTo>
                  <a:lnTo>
                    <a:pt x="451020" y="548636"/>
                  </a:lnTo>
                  <a:lnTo>
                    <a:pt x="425629" y="544938"/>
                  </a:lnTo>
                  <a:lnTo>
                    <a:pt x="396917" y="540286"/>
                  </a:lnTo>
                  <a:lnTo>
                    <a:pt x="371552" y="536481"/>
                  </a:lnTo>
                  <a:cubicBezTo>
                    <a:pt x="364016" y="535334"/>
                    <a:pt x="356464" y="534271"/>
                    <a:pt x="348963" y="532927"/>
                  </a:cubicBezTo>
                  <a:cubicBezTo>
                    <a:pt x="341489" y="531589"/>
                    <a:pt x="333904" y="530492"/>
                    <a:pt x="326664" y="528305"/>
                  </a:cubicBezTo>
                  <a:cubicBezTo>
                    <a:pt x="316945" y="525370"/>
                    <a:pt x="308827" y="519154"/>
                    <a:pt x="300482" y="513567"/>
                  </a:cubicBezTo>
                  <a:lnTo>
                    <a:pt x="203257" y="448316"/>
                  </a:lnTo>
                  <a:cubicBezTo>
                    <a:pt x="202408" y="447747"/>
                    <a:pt x="201597" y="447120"/>
                    <a:pt x="200569" y="446376"/>
                  </a:cubicBezTo>
                  <a:cubicBezTo>
                    <a:pt x="207038" y="433690"/>
                    <a:pt x="217242" y="427334"/>
                    <a:pt x="231051" y="425542"/>
                  </a:cubicBezTo>
                  <a:cubicBezTo>
                    <a:pt x="245213" y="423703"/>
                    <a:pt x="255870" y="430700"/>
                    <a:pt x="266578" y="438087"/>
                  </a:cubicBezTo>
                  <a:lnTo>
                    <a:pt x="289446" y="453760"/>
                  </a:lnTo>
                  <a:cubicBezTo>
                    <a:pt x="305566" y="464752"/>
                    <a:pt x="321508" y="476017"/>
                    <a:pt x="337884" y="486612"/>
                  </a:cubicBezTo>
                  <a:cubicBezTo>
                    <a:pt x="349765" y="494298"/>
                    <a:pt x="365129" y="494180"/>
                    <a:pt x="375946" y="483718"/>
                  </a:cubicBezTo>
                  <a:cubicBezTo>
                    <a:pt x="382595" y="477287"/>
                    <a:pt x="384046" y="468771"/>
                    <a:pt x="382764" y="459842"/>
                  </a:cubicBezTo>
                  <a:cubicBezTo>
                    <a:pt x="381362" y="450068"/>
                    <a:pt x="375733" y="443077"/>
                    <a:pt x="368124" y="437087"/>
                  </a:cubicBezTo>
                  <a:cubicBezTo>
                    <a:pt x="360453" y="431048"/>
                    <a:pt x="353358" y="424283"/>
                    <a:pt x="345940" y="417919"/>
                  </a:cubicBezTo>
                  <a:lnTo>
                    <a:pt x="318065" y="394214"/>
                  </a:lnTo>
                  <a:cubicBezTo>
                    <a:pt x="312233" y="389213"/>
                    <a:pt x="306542" y="384048"/>
                    <a:pt x="300712" y="379044"/>
                  </a:cubicBezTo>
                  <a:lnTo>
                    <a:pt x="277863" y="359658"/>
                  </a:lnTo>
                  <a:cubicBezTo>
                    <a:pt x="272293" y="354892"/>
                    <a:pt x="266825" y="350008"/>
                    <a:pt x="261263" y="345232"/>
                  </a:cubicBezTo>
                  <a:lnTo>
                    <a:pt x="237668" y="325095"/>
                  </a:lnTo>
                  <a:cubicBezTo>
                    <a:pt x="231845" y="320083"/>
                    <a:pt x="226247" y="314798"/>
                    <a:pt x="220271" y="309979"/>
                  </a:cubicBezTo>
                  <a:cubicBezTo>
                    <a:pt x="215265" y="305943"/>
                    <a:pt x="210105" y="301964"/>
                    <a:pt x="204527" y="298822"/>
                  </a:cubicBezTo>
                  <a:cubicBezTo>
                    <a:pt x="201481" y="297106"/>
                    <a:pt x="197428" y="296552"/>
                    <a:pt x="193826" y="296544"/>
                  </a:cubicBezTo>
                  <a:lnTo>
                    <a:pt x="42384" y="296269"/>
                  </a:lnTo>
                  <a:close/>
                  <a:moveTo>
                    <a:pt x="433535" y="150351"/>
                  </a:moveTo>
                  <a:cubicBezTo>
                    <a:pt x="440889" y="169502"/>
                    <a:pt x="448207" y="188559"/>
                    <a:pt x="455525" y="207615"/>
                  </a:cubicBezTo>
                  <a:cubicBezTo>
                    <a:pt x="455195" y="207822"/>
                    <a:pt x="454866" y="208029"/>
                    <a:pt x="454536" y="208236"/>
                  </a:cubicBezTo>
                  <a:cubicBezTo>
                    <a:pt x="446430" y="203314"/>
                    <a:pt x="438325" y="198393"/>
                    <a:pt x="429968" y="193318"/>
                  </a:cubicBezTo>
                  <a:cubicBezTo>
                    <a:pt x="425955" y="200175"/>
                    <a:pt x="421892" y="206988"/>
                    <a:pt x="417955" y="213873"/>
                  </a:cubicBezTo>
                  <a:cubicBezTo>
                    <a:pt x="410961" y="226100"/>
                    <a:pt x="403903" y="238294"/>
                    <a:pt x="397137" y="250647"/>
                  </a:cubicBezTo>
                  <a:cubicBezTo>
                    <a:pt x="390993" y="261864"/>
                    <a:pt x="392144" y="273008"/>
                    <a:pt x="399392" y="283180"/>
                  </a:cubicBezTo>
                  <a:cubicBezTo>
                    <a:pt x="404159" y="289870"/>
                    <a:pt x="410932" y="294223"/>
                    <a:pt x="419440" y="295015"/>
                  </a:cubicBezTo>
                  <a:cubicBezTo>
                    <a:pt x="423613" y="295404"/>
                    <a:pt x="427812" y="295706"/>
                    <a:pt x="431999" y="295713"/>
                  </a:cubicBezTo>
                  <a:cubicBezTo>
                    <a:pt x="465992" y="295768"/>
                    <a:pt x="499986" y="295744"/>
                    <a:pt x="533979" y="295744"/>
                  </a:cubicBezTo>
                  <a:cubicBezTo>
                    <a:pt x="535259" y="295744"/>
                    <a:pt x="536539" y="295744"/>
                    <a:pt x="538063" y="295744"/>
                  </a:cubicBezTo>
                  <a:cubicBezTo>
                    <a:pt x="538063" y="307509"/>
                    <a:pt x="538063" y="319073"/>
                    <a:pt x="538063" y="331044"/>
                  </a:cubicBezTo>
                  <a:cubicBezTo>
                    <a:pt x="536772" y="331044"/>
                    <a:pt x="535518" y="331044"/>
                    <a:pt x="534264" y="331044"/>
                  </a:cubicBezTo>
                  <a:cubicBezTo>
                    <a:pt x="497213" y="331044"/>
                    <a:pt x="460153" y="331514"/>
                    <a:pt x="423112" y="330883"/>
                  </a:cubicBezTo>
                  <a:cubicBezTo>
                    <a:pt x="397327" y="330444"/>
                    <a:pt x="377813" y="318376"/>
                    <a:pt x="365494" y="295390"/>
                  </a:cubicBezTo>
                  <a:cubicBezTo>
                    <a:pt x="364300" y="293161"/>
                    <a:pt x="363451" y="290748"/>
                    <a:pt x="362290" y="288185"/>
                  </a:cubicBezTo>
                  <a:cubicBezTo>
                    <a:pt x="358215" y="278336"/>
                    <a:pt x="357648" y="268224"/>
                    <a:pt x="358374" y="258094"/>
                  </a:cubicBezTo>
                  <a:cubicBezTo>
                    <a:pt x="359095" y="248036"/>
                    <a:pt x="362883" y="238814"/>
                    <a:pt x="367839" y="230102"/>
                  </a:cubicBezTo>
                  <a:cubicBezTo>
                    <a:pt x="372917" y="221173"/>
                    <a:pt x="378125" y="212319"/>
                    <a:pt x="383234" y="203408"/>
                  </a:cubicBezTo>
                  <a:cubicBezTo>
                    <a:pt x="388230" y="194693"/>
                    <a:pt x="393052" y="185875"/>
                    <a:pt x="398222" y="177265"/>
                  </a:cubicBezTo>
                  <a:cubicBezTo>
                    <a:pt x="399506" y="175127"/>
                    <a:pt x="399247" y="174458"/>
                    <a:pt x="397256" y="173287"/>
                  </a:cubicBezTo>
                  <a:cubicBezTo>
                    <a:pt x="389220" y="168560"/>
                    <a:pt x="381291" y="163652"/>
                    <a:pt x="373322" y="158810"/>
                  </a:cubicBezTo>
                  <a:cubicBezTo>
                    <a:pt x="373337" y="158465"/>
                    <a:pt x="373352" y="158120"/>
                    <a:pt x="373368" y="157776"/>
                  </a:cubicBezTo>
                  <a:cubicBezTo>
                    <a:pt x="393371" y="155307"/>
                    <a:pt x="413373" y="152839"/>
                    <a:pt x="433535" y="150351"/>
                  </a:cubicBezTo>
                  <a:close/>
                  <a:moveTo>
                    <a:pt x="654322" y="135417"/>
                  </a:moveTo>
                  <a:cubicBezTo>
                    <a:pt x="662942" y="150433"/>
                    <a:pt x="671485" y="165349"/>
                    <a:pt x="680062" y="180246"/>
                  </a:cubicBezTo>
                  <a:cubicBezTo>
                    <a:pt x="689680" y="196954"/>
                    <a:pt x="699432" y="213586"/>
                    <a:pt x="708910" y="230373"/>
                  </a:cubicBezTo>
                  <a:cubicBezTo>
                    <a:pt x="712654" y="237004"/>
                    <a:pt x="715942" y="243915"/>
                    <a:pt x="717127" y="251589"/>
                  </a:cubicBezTo>
                  <a:cubicBezTo>
                    <a:pt x="717148" y="251726"/>
                    <a:pt x="717489" y="251813"/>
                    <a:pt x="717957" y="251932"/>
                  </a:cubicBezTo>
                  <a:cubicBezTo>
                    <a:pt x="718261" y="260216"/>
                    <a:pt x="718290" y="268490"/>
                    <a:pt x="718277" y="277093"/>
                  </a:cubicBezTo>
                  <a:cubicBezTo>
                    <a:pt x="717320" y="279939"/>
                    <a:pt x="716363" y="282441"/>
                    <a:pt x="715500" y="284975"/>
                  </a:cubicBezTo>
                  <a:cubicBezTo>
                    <a:pt x="708350" y="305953"/>
                    <a:pt x="694666" y="320667"/>
                    <a:pt x="673437" y="327495"/>
                  </a:cubicBezTo>
                  <a:cubicBezTo>
                    <a:pt x="666822" y="329622"/>
                    <a:pt x="659633" y="330739"/>
                    <a:pt x="652677" y="330888"/>
                  </a:cubicBezTo>
                  <a:cubicBezTo>
                    <a:pt x="632218" y="331325"/>
                    <a:pt x="611743" y="331044"/>
                    <a:pt x="591274" y="331044"/>
                  </a:cubicBezTo>
                  <a:cubicBezTo>
                    <a:pt x="590001" y="331044"/>
                    <a:pt x="588729" y="331044"/>
                    <a:pt x="587086" y="331044"/>
                  </a:cubicBezTo>
                  <a:cubicBezTo>
                    <a:pt x="586851" y="341668"/>
                    <a:pt x="587263" y="352085"/>
                    <a:pt x="586846" y="362459"/>
                  </a:cubicBezTo>
                  <a:cubicBezTo>
                    <a:pt x="586494" y="362462"/>
                    <a:pt x="586142" y="362465"/>
                    <a:pt x="585790" y="362468"/>
                  </a:cubicBezTo>
                  <a:cubicBezTo>
                    <a:pt x="574308" y="347271"/>
                    <a:pt x="562782" y="332106"/>
                    <a:pt x="551443" y="316803"/>
                  </a:cubicBezTo>
                  <a:cubicBezTo>
                    <a:pt x="550675" y="315768"/>
                    <a:pt x="550657" y="313240"/>
                    <a:pt x="551396" y="312165"/>
                  </a:cubicBezTo>
                  <a:cubicBezTo>
                    <a:pt x="561267" y="297797"/>
                    <a:pt x="571330" y="283561"/>
                    <a:pt x="581360" y="269301"/>
                  </a:cubicBezTo>
                  <a:cubicBezTo>
                    <a:pt x="583133" y="266780"/>
                    <a:pt x="584967" y="264302"/>
                    <a:pt x="587513" y="261947"/>
                  </a:cubicBezTo>
                  <a:cubicBezTo>
                    <a:pt x="587513" y="273085"/>
                    <a:pt x="587513" y="284224"/>
                    <a:pt x="587513" y="295568"/>
                  </a:cubicBezTo>
                  <a:cubicBezTo>
                    <a:pt x="589042" y="295643"/>
                    <a:pt x="590065" y="295737"/>
                    <a:pt x="591089" y="295737"/>
                  </a:cubicBezTo>
                  <a:cubicBezTo>
                    <a:pt x="611440" y="295746"/>
                    <a:pt x="631793" y="295916"/>
                    <a:pt x="652141" y="295672"/>
                  </a:cubicBezTo>
                  <a:cubicBezTo>
                    <a:pt x="662514" y="295548"/>
                    <a:pt x="671251" y="291468"/>
                    <a:pt x="677439" y="282798"/>
                  </a:cubicBezTo>
                  <a:cubicBezTo>
                    <a:pt x="685485" y="271524"/>
                    <a:pt x="684760" y="258604"/>
                    <a:pt x="677585" y="246802"/>
                  </a:cubicBezTo>
                  <a:cubicBezTo>
                    <a:pt x="671410" y="236644"/>
                    <a:pt x="665664" y="226226"/>
                    <a:pt x="659730" y="215922"/>
                  </a:cubicBezTo>
                  <a:cubicBezTo>
                    <a:pt x="652874" y="204017"/>
                    <a:pt x="646006" y="192118"/>
                    <a:pt x="639167" y="180202"/>
                  </a:cubicBezTo>
                  <a:cubicBezTo>
                    <a:pt x="633822" y="170888"/>
                    <a:pt x="628514" y="161553"/>
                    <a:pt x="623020" y="151931"/>
                  </a:cubicBezTo>
                  <a:cubicBezTo>
                    <a:pt x="628249" y="149129"/>
                    <a:pt x="633381" y="146345"/>
                    <a:pt x="638544" y="143621"/>
                  </a:cubicBezTo>
                  <a:cubicBezTo>
                    <a:pt x="643750" y="140874"/>
                    <a:pt x="648988" y="138187"/>
                    <a:pt x="654322" y="135417"/>
                  </a:cubicBezTo>
                  <a:close/>
                  <a:moveTo>
                    <a:pt x="550788" y="0"/>
                  </a:moveTo>
                  <a:cubicBezTo>
                    <a:pt x="552842" y="705"/>
                    <a:pt x="554590" y="1530"/>
                    <a:pt x="556427" y="2017"/>
                  </a:cubicBezTo>
                  <a:cubicBezTo>
                    <a:pt x="565043" y="4301"/>
                    <a:pt x="572583" y="8518"/>
                    <a:pt x="579615" y="13967"/>
                  </a:cubicBezTo>
                  <a:cubicBezTo>
                    <a:pt x="589073" y="21296"/>
                    <a:pt x="594627" y="31442"/>
                    <a:pt x="600411" y="41475"/>
                  </a:cubicBezTo>
                  <a:cubicBezTo>
                    <a:pt x="607329" y="53474"/>
                    <a:pt x="614243" y="65476"/>
                    <a:pt x="621138" y="77489"/>
                  </a:cubicBezTo>
                  <a:cubicBezTo>
                    <a:pt x="623548" y="81689"/>
                    <a:pt x="625894" y="85927"/>
                    <a:pt x="628585" y="90708"/>
                  </a:cubicBezTo>
                  <a:cubicBezTo>
                    <a:pt x="637733" y="85632"/>
                    <a:pt x="646824" y="80588"/>
                    <a:pt x="655915" y="75544"/>
                  </a:cubicBezTo>
                  <a:cubicBezTo>
                    <a:pt x="656226" y="75714"/>
                    <a:pt x="656537" y="75883"/>
                    <a:pt x="656848" y="76053"/>
                  </a:cubicBezTo>
                  <a:cubicBezTo>
                    <a:pt x="655942" y="78866"/>
                    <a:pt x="655207" y="81750"/>
                    <a:pt x="654098" y="84481"/>
                  </a:cubicBezTo>
                  <a:cubicBezTo>
                    <a:pt x="648984" y="97081"/>
                    <a:pt x="643760" y="109636"/>
                    <a:pt x="638589" y="122213"/>
                  </a:cubicBezTo>
                  <a:cubicBezTo>
                    <a:pt x="637363" y="125195"/>
                    <a:pt x="636264" y="128233"/>
                    <a:pt x="634931" y="131166"/>
                  </a:cubicBezTo>
                  <a:cubicBezTo>
                    <a:pt x="634634" y="131818"/>
                    <a:pt x="633530" y="132610"/>
                    <a:pt x="632904" y="132528"/>
                  </a:cubicBezTo>
                  <a:cubicBezTo>
                    <a:pt x="625128" y="131501"/>
                    <a:pt x="617384" y="130233"/>
                    <a:pt x="609608" y="129210"/>
                  </a:cubicBezTo>
                  <a:cubicBezTo>
                    <a:pt x="601457" y="128138"/>
                    <a:pt x="593274" y="127307"/>
                    <a:pt x="585116" y="126289"/>
                  </a:cubicBezTo>
                  <a:cubicBezTo>
                    <a:pt x="580201" y="125675"/>
                    <a:pt x="575305" y="124906"/>
                    <a:pt x="569276" y="124046"/>
                  </a:cubicBezTo>
                  <a:cubicBezTo>
                    <a:pt x="579272" y="118423"/>
                    <a:pt x="588374" y="113302"/>
                    <a:pt x="597749" y="108028"/>
                  </a:cubicBezTo>
                  <a:cubicBezTo>
                    <a:pt x="593534" y="100668"/>
                    <a:pt x="589309" y="93267"/>
                    <a:pt x="585060" y="85879"/>
                  </a:cubicBezTo>
                  <a:cubicBezTo>
                    <a:pt x="579133" y="75572"/>
                    <a:pt x="573021" y="65368"/>
                    <a:pt x="567301" y="54948"/>
                  </a:cubicBezTo>
                  <a:cubicBezTo>
                    <a:pt x="562297" y="45832"/>
                    <a:pt x="556209" y="38471"/>
                    <a:pt x="545423" y="35798"/>
                  </a:cubicBezTo>
                  <a:cubicBezTo>
                    <a:pt x="531878" y="32441"/>
                    <a:pt x="518154" y="39447"/>
                    <a:pt x="511920" y="50500"/>
                  </a:cubicBezTo>
                  <a:cubicBezTo>
                    <a:pt x="499786" y="72019"/>
                    <a:pt x="487235" y="93304"/>
                    <a:pt x="474882" y="114700"/>
                  </a:cubicBezTo>
                  <a:cubicBezTo>
                    <a:pt x="468476" y="125795"/>
                    <a:pt x="462103" y="136909"/>
                    <a:pt x="455771" y="148047"/>
                  </a:cubicBezTo>
                  <a:cubicBezTo>
                    <a:pt x="454927" y="149531"/>
                    <a:pt x="454162" y="150568"/>
                    <a:pt x="452382" y="149390"/>
                  </a:cubicBezTo>
                  <a:cubicBezTo>
                    <a:pt x="443356" y="143414"/>
                    <a:pt x="434330" y="137438"/>
                    <a:pt x="424935" y="131218"/>
                  </a:cubicBezTo>
                  <a:cubicBezTo>
                    <a:pt x="427849" y="125945"/>
                    <a:pt x="430626" y="120781"/>
                    <a:pt x="433532" y="115691"/>
                  </a:cubicBezTo>
                  <a:cubicBezTo>
                    <a:pt x="439541" y="105167"/>
                    <a:pt x="445604" y="94673"/>
                    <a:pt x="451673" y="84183"/>
                  </a:cubicBezTo>
                  <a:cubicBezTo>
                    <a:pt x="458553" y="72292"/>
                    <a:pt x="465441" y="60407"/>
                    <a:pt x="472366" y="48542"/>
                  </a:cubicBezTo>
                  <a:cubicBezTo>
                    <a:pt x="476729" y="41068"/>
                    <a:pt x="480741" y="33343"/>
                    <a:pt x="485660" y="26250"/>
                  </a:cubicBezTo>
                  <a:cubicBezTo>
                    <a:pt x="494861" y="12980"/>
                    <a:pt x="507599" y="4648"/>
                    <a:pt x="523484" y="1289"/>
                  </a:cubicBezTo>
                  <a:cubicBezTo>
                    <a:pt x="523807" y="1220"/>
                    <a:pt x="524090" y="967"/>
                    <a:pt x="524644" y="688"/>
                  </a:cubicBezTo>
                  <a:cubicBezTo>
                    <a:pt x="532787" y="402"/>
                    <a:pt x="540677" y="228"/>
                    <a:pt x="548567" y="50"/>
                  </a:cubicBezTo>
                  <a:cubicBezTo>
                    <a:pt x="549219" y="35"/>
                    <a:pt x="549870" y="-7"/>
                    <a:pt x="550788" y="0"/>
                  </a:cubicBez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151" name="Group 150">
            <a:extLst>
              <a:ext uri="{FF2B5EF4-FFF2-40B4-BE49-F238E27FC236}">
                <a16:creationId xmlns:a16="http://schemas.microsoft.com/office/drawing/2014/main" id="{F7B0CA0D-34A7-9ABE-F168-19019C3A028D}"/>
              </a:ext>
              <a:ext uri="{C183D7F6-B498-43B3-948B-1728B52AA6E4}">
                <adec:decorative xmlns:adec="http://schemas.microsoft.com/office/drawing/2017/decorative" val="1"/>
              </a:ext>
            </a:extLst>
          </p:cNvPr>
          <p:cNvGrpSpPr>
            <a:grpSpLocks noChangeAspect="1"/>
          </p:cNvGrpSpPr>
          <p:nvPr/>
        </p:nvGrpSpPr>
        <p:grpSpPr>
          <a:xfrm>
            <a:off x="8102973" y="4343071"/>
            <a:ext cx="455867" cy="457200"/>
            <a:chOff x="8102973" y="4343071"/>
            <a:chExt cx="455867" cy="457200"/>
          </a:xfrm>
          <a:solidFill>
            <a:srgbClr val="FF0000"/>
          </a:solidFill>
        </p:grpSpPr>
        <p:sp>
          <p:nvSpPr>
            <p:cNvPr id="2240" name="Rectangle 2239">
              <a:extLst>
                <a:ext uri="{FF2B5EF4-FFF2-40B4-BE49-F238E27FC236}">
                  <a16:creationId xmlns:a16="http://schemas.microsoft.com/office/drawing/2014/main" id="{1DFBC2C3-4F33-0CFA-5C36-EA2C3163E0F6}"/>
                </a:ext>
                <a:ext uri="{C183D7F6-B498-43B3-948B-1728B52AA6E4}">
                  <adec:decorative xmlns:adec="http://schemas.microsoft.com/office/drawing/2017/decorative" val="1"/>
                </a:ext>
              </a:extLst>
            </p:cNvPr>
            <p:cNvSpPr/>
            <p:nvPr/>
          </p:nvSpPr>
          <p:spPr>
            <a:xfrm>
              <a:off x="8336101" y="4661510"/>
              <a:ext cx="38390" cy="383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1" name="Freeform: Shape 2240">
              <a:extLst>
                <a:ext uri="{FF2B5EF4-FFF2-40B4-BE49-F238E27FC236}">
                  <a16:creationId xmlns:a16="http://schemas.microsoft.com/office/drawing/2014/main" id="{9067F5BA-3AD0-D425-238D-295B8AFCC8C5}"/>
                </a:ext>
                <a:ext uri="{C183D7F6-B498-43B3-948B-1728B52AA6E4}">
                  <adec:decorative xmlns:adec="http://schemas.microsoft.com/office/drawing/2017/decorative" val="1"/>
                </a:ext>
              </a:extLst>
            </p:cNvPr>
            <p:cNvSpPr/>
            <p:nvPr/>
          </p:nvSpPr>
          <p:spPr>
            <a:xfrm>
              <a:off x="8102973" y="4343071"/>
              <a:ext cx="455867" cy="457200"/>
            </a:xfrm>
            <a:custGeom>
              <a:avLst/>
              <a:gdLst>
                <a:gd name="connsiteX0" fmla="*/ 723144 w 784708"/>
                <a:gd name="connsiteY0" fmla="*/ 449291 h 787002"/>
                <a:gd name="connsiteX1" fmla="*/ 767269 w 784708"/>
                <a:gd name="connsiteY1" fmla="*/ 449291 h 787002"/>
                <a:gd name="connsiteX2" fmla="*/ 767269 w 784708"/>
                <a:gd name="connsiteY2" fmla="*/ 692575 h 787002"/>
                <a:gd name="connsiteX3" fmla="*/ 693537 w 784708"/>
                <a:gd name="connsiteY3" fmla="*/ 766307 h 787002"/>
                <a:gd name="connsiteX4" fmla="*/ 429594 w 784708"/>
                <a:gd name="connsiteY4" fmla="*/ 766307 h 787002"/>
                <a:gd name="connsiteX5" fmla="*/ 429594 w 784708"/>
                <a:gd name="connsiteY5" fmla="*/ 787002 h 787002"/>
                <a:gd name="connsiteX6" fmla="*/ 361822 w 784708"/>
                <a:gd name="connsiteY6" fmla="*/ 744244 h 787002"/>
                <a:gd name="connsiteX7" fmla="*/ 429594 w 784708"/>
                <a:gd name="connsiteY7" fmla="*/ 701487 h 787002"/>
                <a:gd name="connsiteX8" fmla="*/ 429594 w 784708"/>
                <a:gd name="connsiteY8" fmla="*/ 722182 h 787002"/>
                <a:gd name="connsiteX9" fmla="*/ 693537 w 784708"/>
                <a:gd name="connsiteY9" fmla="*/ 722182 h 787002"/>
                <a:gd name="connsiteX10" fmla="*/ 723144 w 784708"/>
                <a:gd name="connsiteY10" fmla="*/ 692575 h 787002"/>
                <a:gd name="connsiteX11" fmla="*/ 42758 w 784708"/>
                <a:gd name="connsiteY11" fmla="*/ 360501 h 787002"/>
                <a:gd name="connsiteX12" fmla="*/ 85515 w 784708"/>
                <a:gd name="connsiteY12" fmla="*/ 428273 h 787002"/>
                <a:gd name="connsiteX13" fmla="*/ 64820 w 784708"/>
                <a:gd name="connsiteY13" fmla="*/ 428273 h 787002"/>
                <a:gd name="connsiteX14" fmla="*/ 64820 w 784708"/>
                <a:gd name="connsiteY14" fmla="*/ 692216 h 787002"/>
                <a:gd name="connsiteX15" fmla="*/ 94427 w 784708"/>
                <a:gd name="connsiteY15" fmla="*/ 721823 h 787002"/>
                <a:gd name="connsiteX16" fmla="*/ 337711 w 784708"/>
                <a:gd name="connsiteY16" fmla="*/ 721823 h 787002"/>
                <a:gd name="connsiteX17" fmla="*/ 337711 w 784708"/>
                <a:gd name="connsiteY17" fmla="*/ 765948 h 787002"/>
                <a:gd name="connsiteX18" fmla="*/ 94427 w 784708"/>
                <a:gd name="connsiteY18" fmla="*/ 765948 h 787002"/>
                <a:gd name="connsiteX19" fmla="*/ 20695 w 784708"/>
                <a:gd name="connsiteY19" fmla="*/ 692216 h 787002"/>
                <a:gd name="connsiteX20" fmla="*/ 20695 w 784708"/>
                <a:gd name="connsiteY20" fmla="*/ 428273 h 787002"/>
                <a:gd name="connsiteX21" fmla="*/ 0 w 784708"/>
                <a:gd name="connsiteY21" fmla="*/ 428273 h 787002"/>
                <a:gd name="connsiteX22" fmla="*/ 610944 w 784708"/>
                <a:gd name="connsiteY22" fmla="*/ 312295 h 787002"/>
                <a:gd name="connsiteX23" fmla="*/ 608178 w 784708"/>
                <a:gd name="connsiteY23" fmla="*/ 312326 h 787002"/>
                <a:gd name="connsiteX24" fmla="*/ 606788 w 784708"/>
                <a:gd name="connsiteY24" fmla="*/ 312384 h 787002"/>
                <a:gd name="connsiteX25" fmla="*/ 606510 w 784708"/>
                <a:gd name="connsiteY25" fmla="*/ 312312 h 787002"/>
                <a:gd name="connsiteX26" fmla="*/ 603203 w 784708"/>
                <a:gd name="connsiteY26" fmla="*/ 312382 h 787002"/>
                <a:gd name="connsiteX27" fmla="*/ 600961 w 784708"/>
                <a:gd name="connsiteY27" fmla="*/ 312724 h 787002"/>
                <a:gd name="connsiteX28" fmla="*/ 598135 w 784708"/>
                <a:gd name="connsiteY28" fmla="*/ 312939 h 787002"/>
                <a:gd name="connsiteX29" fmla="*/ 523547 w 784708"/>
                <a:gd name="connsiteY29" fmla="*/ 343986 h 787002"/>
                <a:gd name="connsiteX30" fmla="*/ 492850 w 784708"/>
                <a:gd name="connsiteY30" fmla="*/ 412942 h 787002"/>
                <a:gd name="connsiteX31" fmla="*/ 492744 w 784708"/>
                <a:gd name="connsiteY31" fmla="*/ 413955 h 787002"/>
                <a:gd name="connsiteX32" fmla="*/ 492713 w 784708"/>
                <a:gd name="connsiteY32" fmla="*/ 414159 h 787002"/>
                <a:gd name="connsiteX33" fmla="*/ 492079 w 784708"/>
                <a:gd name="connsiteY33" fmla="*/ 419551 h 787002"/>
                <a:gd name="connsiteX34" fmla="*/ 491799 w 784708"/>
                <a:gd name="connsiteY34" fmla="*/ 422784 h 787002"/>
                <a:gd name="connsiteX35" fmla="*/ 491521 w 784708"/>
                <a:gd name="connsiteY35" fmla="*/ 425231 h 787002"/>
                <a:gd name="connsiteX36" fmla="*/ 491563 w 784708"/>
                <a:gd name="connsiteY36" fmla="*/ 426135 h 787002"/>
                <a:gd name="connsiteX37" fmla="*/ 491451 w 784708"/>
                <a:gd name="connsiteY37" fmla="*/ 428040 h 787002"/>
                <a:gd name="connsiteX38" fmla="*/ 491339 w 784708"/>
                <a:gd name="connsiteY38" fmla="*/ 433342 h 787002"/>
                <a:gd name="connsiteX39" fmla="*/ 495076 w 784708"/>
                <a:gd name="connsiteY39" fmla="*/ 433325 h 787002"/>
                <a:gd name="connsiteX40" fmla="*/ 496465 w 784708"/>
                <a:gd name="connsiteY40" fmla="*/ 433267 h 787002"/>
                <a:gd name="connsiteX41" fmla="*/ 496743 w 784708"/>
                <a:gd name="connsiteY41" fmla="*/ 433338 h 787002"/>
                <a:gd name="connsiteX42" fmla="*/ 500049 w 784708"/>
                <a:gd name="connsiteY42" fmla="*/ 433268 h 787002"/>
                <a:gd name="connsiteX43" fmla="*/ 502292 w 784708"/>
                <a:gd name="connsiteY43" fmla="*/ 432926 h 787002"/>
                <a:gd name="connsiteX44" fmla="*/ 505117 w 784708"/>
                <a:gd name="connsiteY44" fmla="*/ 432712 h 787002"/>
                <a:gd name="connsiteX45" fmla="*/ 579706 w 784708"/>
                <a:gd name="connsiteY45" fmla="*/ 401664 h 787002"/>
                <a:gd name="connsiteX46" fmla="*/ 610403 w 784708"/>
                <a:gd name="connsiteY46" fmla="*/ 332709 h 787002"/>
                <a:gd name="connsiteX47" fmla="*/ 610508 w 784708"/>
                <a:gd name="connsiteY47" fmla="*/ 331696 h 787002"/>
                <a:gd name="connsiteX48" fmla="*/ 610539 w 784708"/>
                <a:gd name="connsiteY48" fmla="*/ 331492 h 787002"/>
                <a:gd name="connsiteX49" fmla="*/ 611174 w 784708"/>
                <a:gd name="connsiteY49" fmla="*/ 326099 h 787002"/>
                <a:gd name="connsiteX50" fmla="*/ 611453 w 784708"/>
                <a:gd name="connsiteY50" fmla="*/ 322867 h 787002"/>
                <a:gd name="connsiteX51" fmla="*/ 611732 w 784708"/>
                <a:gd name="connsiteY51" fmla="*/ 320419 h 787002"/>
                <a:gd name="connsiteX52" fmla="*/ 611690 w 784708"/>
                <a:gd name="connsiteY52" fmla="*/ 319515 h 787002"/>
                <a:gd name="connsiteX53" fmla="*/ 611802 w 784708"/>
                <a:gd name="connsiteY53" fmla="*/ 317611 h 787002"/>
                <a:gd name="connsiteX54" fmla="*/ 611915 w 784708"/>
                <a:gd name="connsiteY54" fmla="*/ 312308 h 787002"/>
                <a:gd name="connsiteX55" fmla="*/ 610944 w 784708"/>
                <a:gd name="connsiteY55" fmla="*/ 312295 h 787002"/>
                <a:gd name="connsiteX56" fmla="*/ 178226 w 784708"/>
                <a:gd name="connsiteY56" fmla="*/ 218240 h 787002"/>
                <a:gd name="connsiteX57" fmla="*/ 172880 w 784708"/>
                <a:gd name="connsiteY57" fmla="*/ 218353 h 787002"/>
                <a:gd name="connsiteX58" fmla="*/ 173256 w 784708"/>
                <a:gd name="connsiteY58" fmla="*/ 238064 h 787002"/>
                <a:gd name="connsiteX59" fmla="*/ 173728 w 784708"/>
                <a:gd name="connsiteY59" fmla="*/ 243712 h 787002"/>
                <a:gd name="connsiteX60" fmla="*/ 173931 w 784708"/>
                <a:gd name="connsiteY60" fmla="*/ 246508 h 787002"/>
                <a:gd name="connsiteX61" fmla="*/ 194145 w 784708"/>
                <a:gd name="connsiteY61" fmla="*/ 316933 h 787002"/>
                <a:gd name="connsiteX62" fmla="*/ 197989 w 784708"/>
                <a:gd name="connsiteY62" fmla="*/ 322988 h 787002"/>
                <a:gd name="connsiteX63" fmla="*/ 199230 w 784708"/>
                <a:gd name="connsiteY63" fmla="*/ 325129 h 787002"/>
                <a:gd name="connsiteX64" fmla="*/ 200358 w 784708"/>
                <a:gd name="connsiteY64" fmla="*/ 326720 h 787002"/>
                <a:gd name="connsiteX65" fmla="*/ 203147 w 784708"/>
                <a:gd name="connsiteY65" fmla="*/ 331116 h 787002"/>
                <a:gd name="connsiteX66" fmla="*/ 205053 w 784708"/>
                <a:gd name="connsiteY66" fmla="*/ 333341 h 787002"/>
                <a:gd name="connsiteX67" fmla="*/ 206113 w 784708"/>
                <a:gd name="connsiteY67" fmla="*/ 334838 h 787002"/>
                <a:gd name="connsiteX68" fmla="*/ 214089 w 784708"/>
                <a:gd name="connsiteY68" fmla="*/ 343956 h 787002"/>
                <a:gd name="connsiteX69" fmla="*/ 214282 w 784708"/>
                <a:gd name="connsiteY69" fmla="*/ 344123 h 787002"/>
                <a:gd name="connsiteX70" fmla="*/ 214365 w 784708"/>
                <a:gd name="connsiteY70" fmla="*/ 344221 h 787002"/>
                <a:gd name="connsiteX71" fmla="*/ 254277 w 784708"/>
                <a:gd name="connsiteY71" fmla="*/ 370392 h 787002"/>
                <a:gd name="connsiteX72" fmla="*/ 254371 w 784708"/>
                <a:gd name="connsiteY72" fmla="*/ 370427 h 787002"/>
                <a:gd name="connsiteX73" fmla="*/ 254573 w 784708"/>
                <a:gd name="connsiteY73" fmla="*/ 370525 h 787002"/>
                <a:gd name="connsiteX74" fmla="*/ 309103 w 784708"/>
                <a:gd name="connsiteY74" fmla="*/ 384140 h 787002"/>
                <a:gd name="connsiteX75" fmla="*/ 314848 w 784708"/>
                <a:gd name="connsiteY75" fmla="*/ 384586 h 787002"/>
                <a:gd name="connsiteX76" fmla="*/ 319014 w 784708"/>
                <a:gd name="connsiteY76" fmla="*/ 384962 h 787002"/>
                <a:gd name="connsiteX77" fmla="*/ 338685 w 784708"/>
                <a:gd name="connsiteY77" fmla="*/ 385334 h 787002"/>
                <a:gd name="connsiteX78" fmla="*/ 338310 w 784708"/>
                <a:gd name="connsiteY78" fmla="*/ 365624 h 787002"/>
                <a:gd name="connsiteX79" fmla="*/ 337838 w 784708"/>
                <a:gd name="connsiteY79" fmla="*/ 359975 h 787002"/>
                <a:gd name="connsiteX80" fmla="*/ 337635 w 784708"/>
                <a:gd name="connsiteY80" fmla="*/ 357180 h 787002"/>
                <a:gd name="connsiteX81" fmla="*/ 317420 w 784708"/>
                <a:gd name="connsiteY81" fmla="*/ 286755 h 787002"/>
                <a:gd name="connsiteX82" fmla="*/ 313577 w 784708"/>
                <a:gd name="connsiteY82" fmla="*/ 280699 h 787002"/>
                <a:gd name="connsiteX83" fmla="*/ 312336 w 784708"/>
                <a:gd name="connsiteY83" fmla="*/ 278558 h 787002"/>
                <a:gd name="connsiteX84" fmla="*/ 311208 w 784708"/>
                <a:gd name="connsiteY84" fmla="*/ 276967 h 787002"/>
                <a:gd name="connsiteX85" fmla="*/ 308419 w 784708"/>
                <a:gd name="connsiteY85" fmla="*/ 272573 h 787002"/>
                <a:gd name="connsiteX86" fmla="*/ 306513 w 784708"/>
                <a:gd name="connsiteY86" fmla="*/ 270347 h 787002"/>
                <a:gd name="connsiteX87" fmla="*/ 305452 w 784708"/>
                <a:gd name="connsiteY87" fmla="*/ 268851 h 787002"/>
                <a:gd name="connsiteX88" fmla="*/ 297476 w 784708"/>
                <a:gd name="connsiteY88" fmla="*/ 259731 h 787002"/>
                <a:gd name="connsiteX89" fmla="*/ 297284 w 784708"/>
                <a:gd name="connsiteY89" fmla="*/ 259565 h 787002"/>
                <a:gd name="connsiteX90" fmla="*/ 297200 w 784708"/>
                <a:gd name="connsiteY90" fmla="*/ 259467 h 787002"/>
                <a:gd name="connsiteX91" fmla="*/ 257288 w 784708"/>
                <a:gd name="connsiteY91" fmla="*/ 233296 h 787002"/>
                <a:gd name="connsiteX92" fmla="*/ 257195 w 784708"/>
                <a:gd name="connsiteY92" fmla="*/ 233261 h 787002"/>
                <a:gd name="connsiteX93" fmla="*/ 256992 w 784708"/>
                <a:gd name="connsiteY93" fmla="*/ 233162 h 787002"/>
                <a:gd name="connsiteX94" fmla="*/ 202462 w 784708"/>
                <a:gd name="connsiteY94" fmla="*/ 219549 h 787002"/>
                <a:gd name="connsiteX95" fmla="*/ 196718 w 784708"/>
                <a:gd name="connsiteY95" fmla="*/ 219102 h 787002"/>
                <a:gd name="connsiteX96" fmla="*/ 192551 w 784708"/>
                <a:gd name="connsiteY96" fmla="*/ 218726 h 787002"/>
                <a:gd name="connsiteX97" fmla="*/ 178226 w 784708"/>
                <a:gd name="connsiteY97" fmla="*/ 218240 h 787002"/>
                <a:gd name="connsiteX98" fmla="*/ 162188 w 784708"/>
                <a:gd name="connsiteY98" fmla="*/ 172787 h 787002"/>
                <a:gd name="connsiteX99" fmla="*/ 329107 w 784708"/>
                <a:gd name="connsiteY99" fmla="*/ 226981 h 787002"/>
                <a:gd name="connsiteX100" fmla="*/ 383618 w 784708"/>
                <a:gd name="connsiteY100" fmla="*/ 399953 h 787002"/>
                <a:gd name="connsiteX101" fmla="*/ 437082 w 784708"/>
                <a:gd name="connsiteY101" fmla="*/ 465997 h 787002"/>
                <a:gd name="connsiteX102" fmla="*/ 445468 w 784708"/>
                <a:gd name="connsiteY102" fmla="*/ 453417 h 787002"/>
                <a:gd name="connsiteX103" fmla="*/ 490545 w 784708"/>
                <a:gd name="connsiteY103" fmla="*/ 311894 h 787002"/>
                <a:gd name="connsiteX104" fmla="*/ 655131 w 784708"/>
                <a:gd name="connsiteY104" fmla="*/ 268914 h 787002"/>
                <a:gd name="connsiteX105" fmla="*/ 612150 w 784708"/>
                <a:gd name="connsiteY105" fmla="*/ 433499 h 787002"/>
                <a:gd name="connsiteX106" fmla="*/ 481111 w 784708"/>
                <a:gd name="connsiteY106" fmla="*/ 478576 h 787002"/>
                <a:gd name="connsiteX107" fmla="*/ 467614 w 784708"/>
                <a:gd name="connsiteY107" fmla="*/ 498887 h 787002"/>
                <a:gd name="connsiteX108" fmla="*/ 460038 w 784708"/>
                <a:gd name="connsiteY108" fmla="*/ 516842 h 787002"/>
                <a:gd name="connsiteX109" fmla="*/ 409834 w 784708"/>
                <a:gd name="connsiteY109" fmla="*/ 516842 h 787002"/>
                <a:gd name="connsiteX110" fmla="*/ 409433 w 784708"/>
                <a:gd name="connsiteY110" fmla="*/ 513694 h 787002"/>
                <a:gd name="connsiteX111" fmla="*/ 400391 w 784708"/>
                <a:gd name="connsiteY111" fmla="*/ 489059 h 787002"/>
                <a:gd name="connsiteX112" fmla="*/ 351120 w 784708"/>
                <a:gd name="connsiteY112" fmla="*/ 430354 h 787002"/>
                <a:gd name="connsiteX113" fmla="*/ 182342 w 784708"/>
                <a:gd name="connsiteY113" fmla="*/ 375842 h 787002"/>
                <a:gd name="connsiteX114" fmla="*/ 129927 w 784708"/>
                <a:gd name="connsiteY114" fmla="*/ 174565 h 787002"/>
                <a:gd name="connsiteX115" fmla="*/ 162188 w 784708"/>
                <a:gd name="connsiteY115" fmla="*/ 172787 h 787002"/>
                <a:gd name="connsiteX116" fmla="*/ 446997 w 784708"/>
                <a:gd name="connsiteY116" fmla="*/ 21160 h 787002"/>
                <a:gd name="connsiteX117" fmla="*/ 690281 w 784708"/>
                <a:gd name="connsiteY117" fmla="*/ 21160 h 787002"/>
                <a:gd name="connsiteX118" fmla="*/ 764013 w 784708"/>
                <a:gd name="connsiteY118" fmla="*/ 94892 h 787002"/>
                <a:gd name="connsiteX119" fmla="*/ 764013 w 784708"/>
                <a:gd name="connsiteY119" fmla="*/ 358835 h 787002"/>
                <a:gd name="connsiteX120" fmla="*/ 784708 w 784708"/>
                <a:gd name="connsiteY120" fmla="*/ 358835 h 787002"/>
                <a:gd name="connsiteX121" fmla="*/ 741950 w 784708"/>
                <a:gd name="connsiteY121" fmla="*/ 426607 h 787002"/>
                <a:gd name="connsiteX122" fmla="*/ 699193 w 784708"/>
                <a:gd name="connsiteY122" fmla="*/ 358835 h 787002"/>
                <a:gd name="connsiteX123" fmla="*/ 719888 w 784708"/>
                <a:gd name="connsiteY123" fmla="*/ 358835 h 787002"/>
                <a:gd name="connsiteX124" fmla="*/ 719888 w 784708"/>
                <a:gd name="connsiteY124" fmla="*/ 94892 h 787002"/>
                <a:gd name="connsiteX125" fmla="*/ 690281 w 784708"/>
                <a:gd name="connsiteY125" fmla="*/ 65285 h 787002"/>
                <a:gd name="connsiteX126" fmla="*/ 446997 w 784708"/>
                <a:gd name="connsiteY126" fmla="*/ 65285 h 787002"/>
                <a:gd name="connsiteX127" fmla="*/ 357898 w 784708"/>
                <a:gd name="connsiteY127" fmla="*/ 0 h 787002"/>
                <a:gd name="connsiteX128" fmla="*/ 425670 w 784708"/>
                <a:gd name="connsiteY128" fmla="*/ 42758 h 787002"/>
                <a:gd name="connsiteX129" fmla="*/ 357898 w 784708"/>
                <a:gd name="connsiteY129" fmla="*/ 85515 h 787002"/>
                <a:gd name="connsiteX130" fmla="*/ 357898 w 784708"/>
                <a:gd name="connsiteY130" fmla="*/ 64820 h 787002"/>
                <a:gd name="connsiteX131" fmla="*/ 93955 w 784708"/>
                <a:gd name="connsiteY131" fmla="*/ 64820 h 787002"/>
                <a:gd name="connsiteX132" fmla="*/ 64348 w 784708"/>
                <a:gd name="connsiteY132" fmla="*/ 94427 h 787002"/>
                <a:gd name="connsiteX133" fmla="*/ 64348 w 784708"/>
                <a:gd name="connsiteY133" fmla="*/ 337711 h 787002"/>
                <a:gd name="connsiteX134" fmla="*/ 20223 w 784708"/>
                <a:gd name="connsiteY134" fmla="*/ 337711 h 787002"/>
                <a:gd name="connsiteX135" fmla="*/ 20223 w 784708"/>
                <a:gd name="connsiteY135" fmla="*/ 94427 h 787002"/>
                <a:gd name="connsiteX136" fmla="*/ 93955 w 784708"/>
                <a:gd name="connsiteY136" fmla="*/ 20695 h 787002"/>
                <a:gd name="connsiteX137" fmla="*/ 357898 w 784708"/>
                <a:gd name="connsiteY137" fmla="*/ 20695 h 78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84708" h="787002">
                  <a:moveTo>
                    <a:pt x="723144" y="449291"/>
                  </a:moveTo>
                  <a:lnTo>
                    <a:pt x="767269" y="449291"/>
                  </a:lnTo>
                  <a:lnTo>
                    <a:pt x="767269" y="692575"/>
                  </a:lnTo>
                  <a:cubicBezTo>
                    <a:pt x="767269" y="733296"/>
                    <a:pt x="734258" y="766307"/>
                    <a:pt x="693537" y="766307"/>
                  </a:cubicBezTo>
                  <a:lnTo>
                    <a:pt x="429594" y="766307"/>
                  </a:lnTo>
                  <a:lnTo>
                    <a:pt x="429594" y="787002"/>
                  </a:lnTo>
                  <a:lnTo>
                    <a:pt x="361822" y="744244"/>
                  </a:lnTo>
                  <a:lnTo>
                    <a:pt x="429594" y="701487"/>
                  </a:lnTo>
                  <a:lnTo>
                    <a:pt x="429594" y="722182"/>
                  </a:lnTo>
                  <a:lnTo>
                    <a:pt x="693537" y="722182"/>
                  </a:lnTo>
                  <a:cubicBezTo>
                    <a:pt x="709888" y="722182"/>
                    <a:pt x="723144" y="708926"/>
                    <a:pt x="723144" y="692575"/>
                  </a:cubicBezTo>
                  <a:close/>
                  <a:moveTo>
                    <a:pt x="42758" y="360501"/>
                  </a:moveTo>
                  <a:lnTo>
                    <a:pt x="85515" y="428273"/>
                  </a:lnTo>
                  <a:lnTo>
                    <a:pt x="64820" y="428273"/>
                  </a:lnTo>
                  <a:lnTo>
                    <a:pt x="64820" y="692216"/>
                  </a:lnTo>
                  <a:cubicBezTo>
                    <a:pt x="64820" y="708567"/>
                    <a:pt x="78076" y="721823"/>
                    <a:pt x="94427" y="721823"/>
                  </a:cubicBezTo>
                  <a:lnTo>
                    <a:pt x="337711" y="721823"/>
                  </a:lnTo>
                  <a:lnTo>
                    <a:pt x="337711" y="765948"/>
                  </a:lnTo>
                  <a:lnTo>
                    <a:pt x="94427" y="765948"/>
                  </a:lnTo>
                  <a:cubicBezTo>
                    <a:pt x="53706" y="765948"/>
                    <a:pt x="20695" y="732937"/>
                    <a:pt x="20695" y="692216"/>
                  </a:cubicBezTo>
                  <a:lnTo>
                    <a:pt x="20695" y="428273"/>
                  </a:lnTo>
                  <a:lnTo>
                    <a:pt x="0" y="428273"/>
                  </a:lnTo>
                  <a:close/>
                  <a:moveTo>
                    <a:pt x="610944" y="312295"/>
                  </a:moveTo>
                  <a:cubicBezTo>
                    <a:pt x="610309" y="312292"/>
                    <a:pt x="609374" y="312297"/>
                    <a:pt x="608178" y="312326"/>
                  </a:cubicBezTo>
                  <a:lnTo>
                    <a:pt x="606788" y="312384"/>
                  </a:lnTo>
                  <a:lnTo>
                    <a:pt x="606510" y="312312"/>
                  </a:lnTo>
                  <a:cubicBezTo>
                    <a:pt x="605547" y="312226"/>
                    <a:pt x="604447" y="312257"/>
                    <a:pt x="603203" y="312382"/>
                  </a:cubicBezTo>
                  <a:lnTo>
                    <a:pt x="600961" y="312724"/>
                  </a:lnTo>
                  <a:lnTo>
                    <a:pt x="598135" y="312939"/>
                  </a:lnTo>
                  <a:cubicBezTo>
                    <a:pt x="579643" y="314685"/>
                    <a:pt x="546472" y="321061"/>
                    <a:pt x="523547" y="343986"/>
                  </a:cubicBezTo>
                  <a:cubicBezTo>
                    <a:pt x="502857" y="364676"/>
                    <a:pt x="495340" y="393896"/>
                    <a:pt x="492850" y="412942"/>
                  </a:cubicBezTo>
                  <a:lnTo>
                    <a:pt x="492744" y="413955"/>
                  </a:lnTo>
                  <a:lnTo>
                    <a:pt x="492713" y="414159"/>
                  </a:lnTo>
                  <a:cubicBezTo>
                    <a:pt x="492458" y="416065"/>
                    <a:pt x="492250" y="417869"/>
                    <a:pt x="492079" y="419551"/>
                  </a:cubicBezTo>
                  <a:lnTo>
                    <a:pt x="491799" y="422784"/>
                  </a:lnTo>
                  <a:lnTo>
                    <a:pt x="491521" y="425231"/>
                  </a:lnTo>
                  <a:lnTo>
                    <a:pt x="491563" y="426135"/>
                  </a:lnTo>
                  <a:lnTo>
                    <a:pt x="491451" y="428040"/>
                  </a:lnTo>
                  <a:cubicBezTo>
                    <a:pt x="491299" y="431406"/>
                    <a:pt x="491339" y="433342"/>
                    <a:pt x="491339" y="433342"/>
                  </a:cubicBezTo>
                  <a:cubicBezTo>
                    <a:pt x="491339" y="433342"/>
                    <a:pt x="492681" y="433383"/>
                    <a:pt x="495076" y="433325"/>
                  </a:cubicBezTo>
                  <a:lnTo>
                    <a:pt x="496465" y="433267"/>
                  </a:lnTo>
                  <a:lnTo>
                    <a:pt x="496743" y="433338"/>
                  </a:lnTo>
                  <a:cubicBezTo>
                    <a:pt x="497705" y="433424"/>
                    <a:pt x="498805" y="433394"/>
                    <a:pt x="500049" y="433268"/>
                  </a:cubicBezTo>
                  <a:lnTo>
                    <a:pt x="502292" y="432926"/>
                  </a:lnTo>
                  <a:lnTo>
                    <a:pt x="505117" y="432712"/>
                  </a:lnTo>
                  <a:cubicBezTo>
                    <a:pt x="523610" y="430965"/>
                    <a:pt x="556780" y="424590"/>
                    <a:pt x="579706" y="401664"/>
                  </a:cubicBezTo>
                  <a:cubicBezTo>
                    <a:pt x="600395" y="380974"/>
                    <a:pt x="607914" y="351755"/>
                    <a:pt x="610403" y="332709"/>
                  </a:cubicBezTo>
                  <a:lnTo>
                    <a:pt x="610508" y="331696"/>
                  </a:lnTo>
                  <a:lnTo>
                    <a:pt x="610539" y="331492"/>
                  </a:lnTo>
                  <a:cubicBezTo>
                    <a:pt x="610795" y="329585"/>
                    <a:pt x="611004" y="327782"/>
                    <a:pt x="611174" y="326099"/>
                  </a:cubicBezTo>
                  <a:lnTo>
                    <a:pt x="611453" y="322867"/>
                  </a:lnTo>
                  <a:lnTo>
                    <a:pt x="611732" y="320419"/>
                  </a:lnTo>
                  <a:lnTo>
                    <a:pt x="611690" y="319515"/>
                  </a:lnTo>
                  <a:lnTo>
                    <a:pt x="611802" y="317611"/>
                  </a:lnTo>
                  <a:cubicBezTo>
                    <a:pt x="611955" y="314245"/>
                    <a:pt x="611915" y="312308"/>
                    <a:pt x="611915" y="312308"/>
                  </a:cubicBezTo>
                  <a:cubicBezTo>
                    <a:pt x="611915" y="312308"/>
                    <a:pt x="611579" y="312298"/>
                    <a:pt x="610944" y="312295"/>
                  </a:cubicBezTo>
                  <a:close/>
                  <a:moveTo>
                    <a:pt x="178226" y="218240"/>
                  </a:moveTo>
                  <a:cubicBezTo>
                    <a:pt x="174805" y="218247"/>
                    <a:pt x="172880" y="218353"/>
                    <a:pt x="172880" y="218353"/>
                  </a:cubicBezTo>
                  <a:cubicBezTo>
                    <a:pt x="172880" y="218353"/>
                    <a:pt x="172452" y="226051"/>
                    <a:pt x="173256" y="238064"/>
                  </a:cubicBezTo>
                  <a:lnTo>
                    <a:pt x="173728" y="243712"/>
                  </a:lnTo>
                  <a:lnTo>
                    <a:pt x="173931" y="246508"/>
                  </a:lnTo>
                  <a:cubicBezTo>
                    <a:pt x="175795" y="265882"/>
                    <a:pt x="180855" y="292662"/>
                    <a:pt x="194145" y="316933"/>
                  </a:cubicBezTo>
                  <a:lnTo>
                    <a:pt x="197989" y="322988"/>
                  </a:lnTo>
                  <a:lnTo>
                    <a:pt x="199230" y="325129"/>
                  </a:lnTo>
                  <a:lnTo>
                    <a:pt x="200358" y="326720"/>
                  </a:lnTo>
                  <a:lnTo>
                    <a:pt x="203147" y="331116"/>
                  </a:lnTo>
                  <a:lnTo>
                    <a:pt x="205053" y="333341"/>
                  </a:lnTo>
                  <a:lnTo>
                    <a:pt x="206113" y="334838"/>
                  </a:lnTo>
                  <a:cubicBezTo>
                    <a:pt x="208586" y="337985"/>
                    <a:pt x="211240" y="341033"/>
                    <a:pt x="214089" y="343956"/>
                  </a:cubicBezTo>
                  <a:lnTo>
                    <a:pt x="214282" y="344123"/>
                  </a:lnTo>
                  <a:lnTo>
                    <a:pt x="214365" y="344221"/>
                  </a:lnTo>
                  <a:cubicBezTo>
                    <a:pt x="226094" y="355950"/>
                    <a:pt x="240039" y="364363"/>
                    <a:pt x="254277" y="370392"/>
                  </a:cubicBezTo>
                  <a:lnTo>
                    <a:pt x="254371" y="370427"/>
                  </a:lnTo>
                  <a:lnTo>
                    <a:pt x="254573" y="370525"/>
                  </a:lnTo>
                  <a:cubicBezTo>
                    <a:pt x="273823" y="378687"/>
                    <a:pt x="293569" y="382516"/>
                    <a:pt x="309103" y="384140"/>
                  </a:cubicBezTo>
                  <a:lnTo>
                    <a:pt x="314848" y="384586"/>
                  </a:lnTo>
                  <a:lnTo>
                    <a:pt x="319014" y="384962"/>
                  </a:lnTo>
                  <a:cubicBezTo>
                    <a:pt x="330987" y="385762"/>
                    <a:pt x="338685" y="385334"/>
                    <a:pt x="338685" y="385334"/>
                  </a:cubicBezTo>
                  <a:cubicBezTo>
                    <a:pt x="338685" y="385334"/>
                    <a:pt x="339112" y="377636"/>
                    <a:pt x="338310" y="365624"/>
                  </a:cubicBezTo>
                  <a:lnTo>
                    <a:pt x="337838" y="359975"/>
                  </a:lnTo>
                  <a:lnTo>
                    <a:pt x="337635" y="357180"/>
                  </a:lnTo>
                  <a:cubicBezTo>
                    <a:pt x="335771" y="337805"/>
                    <a:pt x="330710" y="311026"/>
                    <a:pt x="317420" y="286755"/>
                  </a:cubicBezTo>
                  <a:lnTo>
                    <a:pt x="313577" y="280699"/>
                  </a:lnTo>
                  <a:lnTo>
                    <a:pt x="312336" y="278558"/>
                  </a:lnTo>
                  <a:lnTo>
                    <a:pt x="311208" y="276967"/>
                  </a:lnTo>
                  <a:lnTo>
                    <a:pt x="308419" y="272573"/>
                  </a:lnTo>
                  <a:lnTo>
                    <a:pt x="306513" y="270347"/>
                  </a:lnTo>
                  <a:lnTo>
                    <a:pt x="305452" y="268851"/>
                  </a:lnTo>
                  <a:cubicBezTo>
                    <a:pt x="302980" y="265704"/>
                    <a:pt x="300326" y="262655"/>
                    <a:pt x="297476" y="259731"/>
                  </a:cubicBezTo>
                  <a:lnTo>
                    <a:pt x="297284" y="259565"/>
                  </a:lnTo>
                  <a:lnTo>
                    <a:pt x="297200" y="259467"/>
                  </a:lnTo>
                  <a:cubicBezTo>
                    <a:pt x="285471" y="247738"/>
                    <a:pt x="271526" y="239324"/>
                    <a:pt x="257288" y="233296"/>
                  </a:cubicBezTo>
                  <a:lnTo>
                    <a:pt x="257195" y="233261"/>
                  </a:lnTo>
                  <a:lnTo>
                    <a:pt x="256992" y="233162"/>
                  </a:lnTo>
                  <a:cubicBezTo>
                    <a:pt x="237743" y="225001"/>
                    <a:pt x="217997" y="221171"/>
                    <a:pt x="202462" y="219549"/>
                  </a:cubicBezTo>
                  <a:lnTo>
                    <a:pt x="196718" y="219102"/>
                  </a:lnTo>
                  <a:lnTo>
                    <a:pt x="192551" y="218726"/>
                  </a:lnTo>
                  <a:cubicBezTo>
                    <a:pt x="186565" y="218327"/>
                    <a:pt x="181647" y="218233"/>
                    <a:pt x="178226" y="218240"/>
                  </a:cubicBezTo>
                  <a:close/>
                  <a:moveTo>
                    <a:pt x="162188" y="172787"/>
                  </a:moveTo>
                  <a:cubicBezTo>
                    <a:pt x="205233" y="172477"/>
                    <a:pt x="281539" y="179414"/>
                    <a:pt x="329107" y="226981"/>
                  </a:cubicBezTo>
                  <a:cubicBezTo>
                    <a:pt x="379424" y="277300"/>
                    <a:pt x="384666" y="358021"/>
                    <a:pt x="383618" y="399953"/>
                  </a:cubicBezTo>
                  <a:cubicBezTo>
                    <a:pt x="405632" y="415678"/>
                    <a:pt x="424502" y="438740"/>
                    <a:pt x="437082" y="465997"/>
                  </a:cubicBezTo>
                  <a:cubicBezTo>
                    <a:pt x="440226" y="461804"/>
                    <a:pt x="442324" y="457610"/>
                    <a:pt x="445468" y="453417"/>
                  </a:cubicBezTo>
                  <a:cubicBezTo>
                    <a:pt x="444420" y="418823"/>
                    <a:pt x="449662" y="352779"/>
                    <a:pt x="490545" y="311894"/>
                  </a:cubicBezTo>
                  <a:cubicBezTo>
                    <a:pt x="548203" y="254237"/>
                    <a:pt x="655131" y="268914"/>
                    <a:pt x="655131" y="268914"/>
                  </a:cubicBezTo>
                  <a:cubicBezTo>
                    <a:pt x="655131" y="268914"/>
                    <a:pt x="668758" y="375842"/>
                    <a:pt x="612150" y="433499"/>
                  </a:cubicBezTo>
                  <a:cubicBezTo>
                    <a:pt x="575459" y="470190"/>
                    <a:pt x="516753" y="477528"/>
                    <a:pt x="481111" y="478576"/>
                  </a:cubicBezTo>
                  <a:cubicBezTo>
                    <a:pt x="475870" y="484342"/>
                    <a:pt x="471414" y="491419"/>
                    <a:pt x="467614" y="498887"/>
                  </a:cubicBezTo>
                  <a:lnTo>
                    <a:pt x="460038" y="516842"/>
                  </a:lnTo>
                  <a:lnTo>
                    <a:pt x="409834" y="516842"/>
                  </a:lnTo>
                  <a:lnTo>
                    <a:pt x="409433" y="513694"/>
                  </a:lnTo>
                  <a:cubicBezTo>
                    <a:pt x="407468" y="505571"/>
                    <a:pt x="404584" y="497970"/>
                    <a:pt x="400391" y="489059"/>
                  </a:cubicBezTo>
                  <a:cubicBezTo>
                    <a:pt x="389908" y="463900"/>
                    <a:pt x="372087" y="442934"/>
                    <a:pt x="351120" y="430354"/>
                  </a:cubicBezTo>
                  <a:cubicBezTo>
                    <a:pt x="308139" y="431402"/>
                    <a:pt x="230565" y="424064"/>
                    <a:pt x="182342" y="375842"/>
                  </a:cubicBezTo>
                  <a:cubicBezTo>
                    <a:pt x="113155" y="304556"/>
                    <a:pt x="129927" y="174565"/>
                    <a:pt x="129927" y="174565"/>
                  </a:cubicBezTo>
                  <a:cubicBezTo>
                    <a:pt x="129927" y="174565"/>
                    <a:pt x="142621" y="172928"/>
                    <a:pt x="162188" y="172787"/>
                  </a:cubicBezTo>
                  <a:close/>
                  <a:moveTo>
                    <a:pt x="446997" y="21160"/>
                  </a:moveTo>
                  <a:lnTo>
                    <a:pt x="690281" y="21160"/>
                  </a:lnTo>
                  <a:cubicBezTo>
                    <a:pt x="731002" y="21160"/>
                    <a:pt x="764013" y="54171"/>
                    <a:pt x="764013" y="94892"/>
                  </a:cubicBezTo>
                  <a:lnTo>
                    <a:pt x="764013" y="358835"/>
                  </a:lnTo>
                  <a:lnTo>
                    <a:pt x="784708" y="358835"/>
                  </a:lnTo>
                  <a:lnTo>
                    <a:pt x="741950" y="426607"/>
                  </a:lnTo>
                  <a:lnTo>
                    <a:pt x="699193" y="358835"/>
                  </a:lnTo>
                  <a:lnTo>
                    <a:pt x="719888" y="358835"/>
                  </a:lnTo>
                  <a:lnTo>
                    <a:pt x="719888" y="94892"/>
                  </a:lnTo>
                  <a:cubicBezTo>
                    <a:pt x="719888" y="78541"/>
                    <a:pt x="706632" y="65285"/>
                    <a:pt x="690281" y="65285"/>
                  </a:cubicBezTo>
                  <a:lnTo>
                    <a:pt x="446997" y="65285"/>
                  </a:lnTo>
                  <a:close/>
                  <a:moveTo>
                    <a:pt x="357898" y="0"/>
                  </a:moveTo>
                  <a:lnTo>
                    <a:pt x="425670" y="42758"/>
                  </a:lnTo>
                  <a:lnTo>
                    <a:pt x="357898" y="85515"/>
                  </a:lnTo>
                  <a:lnTo>
                    <a:pt x="357898" y="64820"/>
                  </a:lnTo>
                  <a:lnTo>
                    <a:pt x="93955" y="64820"/>
                  </a:lnTo>
                  <a:cubicBezTo>
                    <a:pt x="77604" y="64820"/>
                    <a:pt x="64348" y="78076"/>
                    <a:pt x="64348" y="94427"/>
                  </a:cubicBezTo>
                  <a:lnTo>
                    <a:pt x="64348" y="337711"/>
                  </a:lnTo>
                  <a:lnTo>
                    <a:pt x="20223" y="337711"/>
                  </a:lnTo>
                  <a:lnTo>
                    <a:pt x="20223" y="94427"/>
                  </a:lnTo>
                  <a:cubicBezTo>
                    <a:pt x="20223" y="53706"/>
                    <a:pt x="53234" y="20695"/>
                    <a:pt x="93955" y="20695"/>
                  </a:cubicBezTo>
                  <a:lnTo>
                    <a:pt x="357898" y="206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solidFill>
              </a:endParaRPr>
            </a:p>
          </p:txBody>
        </p:sp>
      </p:grpSp>
      <p:grpSp>
        <p:nvGrpSpPr>
          <p:cNvPr id="152" name="Group 151">
            <a:extLst>
              <a:ext uri="{FF2B5EF4-FFF2-40B4-BE49-F238E27FC236}">
                <a16:creationId xmlns:a16="http://schemas.microsoft.com/office/drawing/2014/main" id="{B02E0B07-F299-9B5B-3A18-BFE40EE287C6}"/>
              </a:ext>
              <a:ext uri="{C183D7F6-B498-43B3-948B-1728B52AA6E4}">
                <adec:decorative xmlns:adec="http://schemas.microsoft.com/office/drawing/2017/decorative" val="1"/>
              </a:ext>
            </a:extLst>
          </p:cNvPr>
          <p:cNvGrpSpPr>
            <a:grpSpLocks noChangeAspect="1"/>
          </p:cNvGrpSpPr>
          <p:nvPr/>
        </p:nvGrpSpPr>
        <p:grpSpPr>
          <a:xfrm>
            <a:off x="7579563" y="4343071"/>
            <a:ext cx="456530" cy="457200"/>
            <a:chOff x="7579563" y="4343071"/>
            <a:chExt cx="456530" cy="457200"/>
          </a:xfrm>
          <a:solidFill>
            <a:srgbClr val="FF0000"/>
          </a:solidFill>
        </p:grpSpPr>
        <p:sp>
          <p:nvSpPr>
            <p:cNvPr id="2244" name="Freeform: Shape 2243">
              <a:extLst>
                <a:ext uri="{FF2B5EF4-FFF2-40B4-BE49-F238E27FC236}">
                  <a16:creationId xmlns:a16="http://schemas.microsoft.com/office/drawing/2014/main" id="{12E341E2-4A31-DF49-DB14-1CAE4327B482}"/>
                </a:ext>
                <a:ext uri="{C183D7F6-B498-43B3-948B-1728B52AA6E4}">
                  <adec:decorative xmlns:adec="http://schemas.microsoft.com/office/drawing/2017/decorative" val="1"/>
                </a:ext>
              </a:extLst>
            </p:cNvPr>
            <p:cNvSpPr/>
            <p:nvPr/>
          </p:nvSpPr>
          <p:spPr>
            <a:xfrm>
              <a:off x="7579563" y="4386361"/>
              <a:ext cx="456530" cy="234012"/>
            </a:xfrm>
            <a:custGeom>
              <a:avLst/>
              <a:gdLst>
                <a:gd name="connsiteX0" fmla="*/ 386438 w 839342"/>
                <a:gd name="connsiteY0" fmla="*/ 363770 h 430236"/>
                <a:gd name="connsiteX1" fmla="*/ 452904 w 839342"/>
                <a:gd name="connsiteY1" fmla="*/ 363770 h 430236"/>
                <a:gd name="connsiteX2" fmla="*/ 452904 w 839342"/>
                <a:gd name="connsiteY2" fmla="*/ 430236 h 430236"/>
                <a:gd name="connsiteX3" fmla="*/ 386438 w 839342"/>
                <a:gd name="connsiteY3" fmla="*/ 430236 h 430236"/>
                <a:gd name="connsiteX4" fmla="*/ 117613 w 839342"/>
                <a:gd name="connsiteY4" fmla="*/ 293975 h 430236"/>
                <a:gd name="connsiteX5" fmla="*/ 122619 w 839342"/>
                <a:gd name="connsiteY5" fmla="*/ 294671 h 430236"/>
                <a:gd name="connsiteX6" fmla="*/ 142042 w 839342"/>
                <a:gd name="connsiteY6" fmla="*/ 328103 h 430236"/>
                <a:gd name="connsiteX7" fmla="*/ 143474 w 839342"/>
                <a:gd name="connsiteY7" fmla="*/ 331452 h 430236"/>
                <a:gd name="connsiteX8" fmla="*/ 76648 w 839342"/>
                <a:gd name="connsiteY8" fmla="*/ 369741 h 430236"/>
                <a:gd name="connsiteX9" fmla="*/ 47008 w 839342"/>
                <a:gd name="connsiteY9" fmla="*/ 387194 h 430236"/>
                <a:gd name="connsiteX10" fmla="*/ 24463 w 839342"/>
                <a:gd name="connsiteY10" fmla="*/ 347947 h 430236"/>
                <a:gd name="connsiteX11" fmla="*/ 44837 w 839342"/>
                <a:gd name="connsiteY11" fmla="*/ 336075 h 430236"/>
                <a:gd name="connsiteX12" fmla="*/ 97504 w 839342"/>
                <a:gd name="connsiteY12" fmla="*/ 305528 h 430236"/>
                <a:gd name="connsiteX13" fmla="*/ 117613 w 839342"/>
                <a:gd name="connsiteY13" fmla="*/ 293975 h 430236"/>
                <a:gd name="connsiteX14" fmla="*/ 720986 w 839342"/>
                <a:gd name="connsiteY14" fmla="*/ 293749 h 430236"/>
                <a:gd name="connsiteX15" fmla="*/ 810821 w 839342"/>
                <a:gd name="connsiteY15" fmla="*/ 345925 h 430236"/>
                <a:gd name="connsiteX16" fmla="*/ 813530 w 839342"/>
                <a:gd name="connsiteY16" fmla="*/ 349439 h 430236"/>
                <a:gd name="connsiteX17" fmla="*/ 792095 w 839342"/>
                <a:gd name="connsiteY17" fmla="*/ 387183 h 430236"/>
                <a:gd name="connsiteX18" fmla="*/ 695419 w 839342"/>
                <a:gd name="connsiteY18" fmla="*/ 331267 h 430236"/>
                <a:gd name="connsiteX19" fmla="*/ 706231 w 839342"/>
                <a:gd name="connsiteY19" fmla="*/ 311666 h 430236"/>
                <a:gd name="connsiteX20" fmla="*/ 715683 w 839342"/>
                <a:gd name="connsiteY20" fmla="*/ 295379 h 430236"/>
                <a:gd name="connsiteX21" fmla="*/ 720986 w 839342"/>
                <a:gd name="connsiteY21" fmla="*/ 293749 h 430236"/>
                <a:gd name="connsiteX22" fmla="*/ 728700 w 839342"/>
                <a:gd name="connsiteY22" fmla="*/ 170502 h 430236"/>
                <a:gd name="connsiteX23" fmla="*/ 839342 w 839342"/>
                <a:gd name="connsiteY23" fmla="*/ 170502 h 430236"/>
                <a:gd name="connsiteX24" fmla="*/ 839342 w 839342"/>
                <a:gd name="connsiteY24" fmla="*/ 215250 h 430236"/>
                <a:gd name="connsiteX25" fmla="*/ 728700 w 839342"/>
                <a:gd name="connsiteY25" fmla="*/ 215250 h 430236"/>
                <a:gd name="connsiteX26" fmla="*/ 0 w 839342"/>
                <a:gd name="connsiteY26" fmla="*/ 170098 h 430236"/>
                <a:gd name="connsiteX27" fmla="*/ 110351 w 839342"/>
                <a:gd name="connsiteY27" fmla="*/ 170098 h 430236"/>
                <a:gd name="connsiteX28" fmla="*/ 110351 w 839342"/>
                <a:gd name="connsiteY28" fmla="*/ 214878 h 430236"/>
                <a:gd name="connsiteX29" fmla="*/ 0 w 839342"/>
                <a:gd name="connsiteY29" fmla="*/ 214878 h 430236"/>
                <a:gd name="connsiteX30" fmla="*/ 421397 w 839342"/>
                <a:gd name="connsiteY30" fmla="*/ 83195 h 430236"/>
                <a:gd name="connsiteX31" fmla="*/ 399196 w 839342"/>
                <a:gd name="connsiteY31" fmla="*/ 86146 h 430236"/>
                <a:gd name="connsiteX32" fmla="*/ 341122 w 839342"/>
                <a:gd name="connsiteY32" fmla="*/ 139258 h 430236"/>
                <a:gd name="connsiteX33" fmla="*/ 336812 w 839342"/>
                <a:gd name="connsiteY33" fmla="*/ 177550 h 430236"/>
                <a:gd name="connsiteX34" fmla="*/ 362291 w 839342"/>
                <a:gd name="connsiteY34" fmla="*/ 227864 h 430236"/>
                <a:gd name="connsiteX35" fmla="*/ 438916 w 839342"/>
                <a:gd name="connsiteY35" fmla="*/ 249626 h 430236"/>
                <a:gd name="connsiteX36" fmla="*/ 473227 w 839342"/>
                <a:gd name="connsiteY36" fmla="*/ 232525 h 430236"/>
                <a:gd name="connsiteX37" fmla="*/ 504232 w 839342"/>
                <a:gd name="connsiteY37" fmla="*/ 174416 h 430236"/>
                <a:gd name="connsiteX38" fmla="*/ 479778 w 839342"/>
                <a:gd name="connsiteY38" fmla="*/ 108482 h 430236"/>
                <a:gd name="connsiteX39" fmla="*/ 421397 w 839342"/>
                <a:gd name="connsiteY39" fmla="*/ 83195 h 430236"/>
                <a:gd name="connsiteX40" fmla="*/ 395458 w 839342"/>
                <a:gd name="connsiteY40" fmla="*/ 7474 h 430236"/>
                <a:gd name="connsiteX41" fmla="*/ 440461 w 839342"/>
                <a:gd name="connsiteY41" fmla="*/ 7474 h 430236"/>
                <a:gd name="connsiteX42" fmla="*/ 440461 w 839342"/>
                <a:gd name="connsiteY42" fmla="*/ 38903 h 430236"/>
                <a:gd name="connsiteX43" fmla="*/ 461127 w 839342"/>
                <a:gd name="connsiteY43" fmla="*/ 44542 h 430236"/>
                <a:gd name="connsiteX44" fmla="*/ 479382 w 839342"/>
                <a:gd name="connsiteY44" fmla="*/ 52155 h 430236"/>
                <a:gd name="connsiteX45" fmla="*/ 487320 w 839342"/>
                <a:gd name="connsiteY45" fmla="*/ 50194 h 430236"/>
                <a:gd name="connsiteX46" fmla="*/ 502757 w 839342"/>
                <a:gd name="connsiteY46" fmla="*/ 30924 h 430236"/>
                <a:gd name="connsiteX47" fmla="*/ 505348 w 839342"/>
                <a:gd name="connsiteY47" fmla="*/ 28528 h 430236"/>
                <a:gd name="connsiteX48" fmla="*/ 540177 w 839342"/>
                <a:gd name="connsiteY48" fmla="*/ 57073 h 430236"/>
                <a:gd name="connsiteX49" fmla="*/ 519825 w 839342"/>
                <a:gd name="connsiteY49" fmla="*/ 82379 h 430236"/>
                <a:gd name="connsiteX50" fmla="*/ 542706 w 839342"/>
                <a:gd name="connsiteY50" fmla="*/ 120997 h 430236"/>
                <a:gd name="connsiteX51" fmla="*/ 573486 w 839342"/>
                <a:gd name="connsiteY51" fmla="*/ 115961 h 430236"/>
                <a:gd name="connsiteX52" fmla="*/ 575012 w 839342"/>
                <a:gd name="connsiteY52" fmla="*/ 116081 h 430236"/>
                <a:gd name="connsiteX53" fmla="*/ 580049 w 839342"/>
                <a:gd name="connsiteY53" fmla="*/ 139898 h 430236"/>
                <a:gd name="connsiteX54" fmla="*/ 583051 w 839342"/>
                <a:gd name="connsiteY54" fmla="*/ 158088 h 430236"/>
                <a:gd name="connsiteX55" fmla="*/ 583074 w 839342"/>
                <a:gd name="connsiteY55" fmla="*/ 159406 h 430236"/>
                <a:gd name="connsiteX56" fmla="*/ 554398 w 839342"/>
                <a:gd name="connsiteY56" fmla="*/ 165090 h 430236"/>
                <a:gd name="connsiteX57" fmla="*/ 549579 w 839342"/>
                <a:gd name="connsiteY57" fmla="*/ 170120 h 430236"/>
                <a:gd name="connsiteX58" fmla="*/ 543935 w 839342"/>
                <a:gd name="connsiteY58" fmla="*/ 205794 h 430236"/>
                <a:gd name="connsiteX59" fmla="*/ 546549 w 839342"/>
                <a:gd name="connsiteY59" fmla="*/ 211844 h 430236"/>
                <a:gd name="connsiteX60" fmla="*/ 569765 w 839342"/>
                <a:gd name="connsiteY60" fmla="*/ 224821 h 430236"/>
                <a:gd name="connsiteX61" fmla="*/ 571167 w 839342"/>
                <a:gd name="connsiteY61" fmla="*/ 230662 h 430236"/>
                <a:gd name="connsiteX62" fmla="*/ 553663 w 839342"/>
                <a:gd name="connsiteY62" fmla="*/ 262443 h 430236"/>
                <a:gd name="connsiteX63" fmla="*/ 547625 w 839342"/>
                <a:gd name="connsiteY63" fmla="*/ 264373 h 430236"/>
                <a:gd name="connsiteX64" fmla="*/ 524784 w 839342"/>
                <a:gd name="connsiteY64" fmla="*/ 251690 h 430236"/>
                <a:gd name="connsiteX65" fmla="*/ 517569 w 839342"/>
                <a:gd name="connsiteY65" fmla="*/ 252809 h 430236"/>
                <a:gd name="connsiteX66" fmla="*/ 491364 w 839342"/>
                <a:gd name="connsiteY66" fmla="*/ 275666 h 430236"/>
                <a:gd name="connsiteX67" fmla="*/ 489213 w 839342"/>
                <a:gd name="connsiteY67" fmla="*/ 283061 h 430236"/>
                <a:gd name="connsiteX68" fmla="*/ 499307 w 839342"/>
                <a:gd name="connsiteY68" fmla="*/ 308131 h 430236"/>
                <a:gd name="connsiteX69" fmla="*/ 499577 w 839342"/>
                <a:gd name="connsiteY69" fmla="*/ 310914 h 430236"/>
                <a:gd name="connsiteX70" fmla="*/ 457687 w 839342"/>
                <a:gd name="connsiteY70" fmla="*/ 327102 h 430236"/>
                <a:gd name="connsiteX71" fmla="*/ 446581 w 839342"/>
                <a:gd name="connsiteY71" fmla="*/ 298065 h 430236"/>
                <a:gd name="connsiteX72" fmla="*/ 441136 w 839342"/>
                <a:gd name="connsiteY72" fmla="*/ 294995 h 430236"/>
                <a:gd name="connsiteX73" fmla="*/ 406789 w 839342"/>
                <a:gd name="connsiteY73" fmla="*/ 295893 h 430236"/>
                <a:gd name="connsiteX74" fmla="*/ 400967 w 839342"/>
                <a:gd name="connsiteY74" fmla="*/ 295851 h 430236"/>
                <a:gd name="connsiteX75" fmla="*/ 389845 w 839342"/>
                <a:gd name="connsiteY75" fmla="*/ 327664 h 430236"/>
                <a:gd name="connsiteX76" fmla="*/ 382083 w 839342"/>
                <a:gd name="connsiteY76" fmla="*/ 325386 h 430236"/>
                <a:gd name="connsiteX77" fmla="*/ 350572 w 839342"/>
                <a:gd name="connsiteY77" fmla="*/ 314642 h 430236"/>
                <a:gd name="connsiteX78" fmla="*/ 347880 w 839342"/>
                <a:gd name="connsiteY78" fmla="*/ 310342 h 430236"/>
                <a:gd name="connsiteX79" fmla="*/ 357492 w 839342"/>
                <a:gd name="connsiteY79" fmla="*/ 281635 h 430236"/>
                <a:gd name="connsiteX80" fmla="*/ 335683 w 839342"/>
                <a:gd name="connsiteY80" fmla="*/ 265326 h 430236"/>
                <a:gd name="connsiteX81" fmla="*/ 326061 w 839342"/>
                <a:gd name="connsiteY81" fmla="*/ 256321 h 430236"/>
                <a:gd name="connsiteX82" fmla="*/ 319153 w 839342"/>
                <a:gd name="connsiteY82" fmla="*/ 255664 h 430236"/>
                <a:gd name="connsiteX83" fmla="*/ 294316 w 839342"/>
                <a:gd name="connsiteY83" fmla="*/ 270747 h 430236"/>
                <a:gd name="connsiteX84" fmla="*/ 282852 w 839342"/>
                <a:gd name="connsiteY84" fmla="*/ 252299 h 430236"/>
                <a:gd name="connsiteX85" fmla="*/ 271982 w 839342"/>
                <a:gd name="connsiteY85" fmla="*/ 234603 h 430236"/>
                <a:gd name="connsiteX86" fmla="*/ 273523 w 839342"/>
                <a:gd name="connsiteY86" fmla="*/ 230026 h 430236"/>
                <a:gd name="connsiteX87" fmla="*/ 296174 w 839342"/>
                <a:gd name="connsiteY87" fmla="*/ 216164 h 430236"/>
                <a:gd name="connsiteX88" fmla="*/ 298326 w 839342"/>
                <a:gd name="connsiteY88" fmla="*/ 211895 h 430236"/>
                <a:gd name="connsiteX89" fmla="*/ 291337 w 839342"/>
                <a:gd name="connsiteY89" fmla="*/ 170556 h 430236"/>
                <a:gd name="connsiteX90" fmla="*/ 257937 w 839342"/>
                <a:gd name="connsiteY90" fmla="*/ 165204 h 430236"/>
                <a:gd name="connsiteX91" fmla="*/ 264887 w 839342"/>
                <a:gd name="connsiteY91" fmla="*/ 120660 h 430236"/>
                <a:gd name="connsiteX92" fmla="*/ 297804 w 839342"/>
                <a:gd name="connsiteY92" fmla="*/ 125555 h 430236"/>
                <a:gd name="connsiteX93" fmla="*/ 318703 w 839342"/>
                <a:gd name="connsiteY93" fmla="*/ 87349 h 430236"/>
                <a:gd name="connsiteX94" fmla="*/ 317759 w 839342"/>
                <a:gd name="connsiteY94" fmla="*/ 82047 h 430236"/>
                <a:gd name="connsiteX95" fmla="*/ 298829 w 839342"/>
                <a:gd name="connsiteY95" fmla="*/ 59997 h 430236"/>
                <a:gd name="connsiteX96" fmla="*/ 333496 w 839342"/>
                <a:gd name="connsiteY96" fmla="*/ 30524 h 430236"/>
                <a:gd name="connsiteX97" fmla="*/ 354104 w 839342"/>
                <a:gd name="connsiteY97" fmla="*/ 54584 h 430236"/>
                <a:gd name="connsiteX98" fmla="*/ 395458 w 839342"/>
                <a:gd name="connsiteY98" fmla="*/ 39093 h 430236"/>
                <a:gd name="connsiteX99" fmla="*/ 395458 w 839342"/>
                <a:gd name="connsiteY99" fmla="*/ 7474 h 430236"/>
                <a:gd name="connsiteX100" fmla="*/ 787879 w 839342"/>
                <a:gd name="connsiteY100" fmla="*/ 19 h 430236"/>
                <a:gd name="connsiteX101" fmla="*/ 810439 w 839342"/>
                <a:gd name="connsiteY101" fmla="*/ 39175 h 430236"/>
                <a:gd name="connsiteX102" fmla="*/ 713703 w 839342"/>
                <a:gd name="connsiteY102" fmla="*/ 95143 h 430236"/>
                <a:gd name="connsiteX103" fmla="*/ 690998 w 839342"/>
                <a:gd name="connsiteY103" fmla="*/ 55933 h 430236"/>
                <a:gd name="connsiteX104" fmla="*/ 746283 w 839342"/>
                <a:gd name="connsiteY104" fmla="*/ 24014 h 430236"/>
                <a:gd name="connsiteX105" fmla="*/ 787879 w 839342"/>
                <a:gd name="connsiteY105" fmla="*/ 19 h 430236"/>
                <a:gd name="connsiteX106" fmla="*/ 51194 w 839342"/>
                <a:gd name="connsiteY106" fmla="*/ 0 h 430236"/>
                <a:gd name="connsiteX107" fmla="*/ 147975 w 839342"/>
                <a:gd name="connsiteY107" fmla="*/ 55919 h 430236"/>
                <a:gd name="connsiteX108" fmla="*/ 125356 w 839342"/>
                <a:gd name="connsiteY108" fmla="*/ 95157 h 430236"/>
                <a:gd name="connsiteX109" fmla="*/ 52742 w 839342"/>
                <a:gd name="connsiteY109" fmla="*/ 53233 h 430236"/>
                <a:gd name="connsiteX110" fmla="*/ 32298 w 839342"/>
                <a:gd name="connsiteY110" fmla="*/ 41533 h 430236"/>
                <a:gd name="connsiteX111" fmla="*/ 30169 w 839342"/>
                <a:gd name="connsiteY111" fmla="*/ 36316 h 430236"/>
                <a:gd name="connsiteX112" fmla="*/ 51194 w 839342"/>
                <a:gd name="connsiteY112" fmla="*/ 0 h 43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839342" h="430236">
                  <a:moveTo>
                    <a:pt x="386438" y="363770"/>
                  </a:moveTo>
                  <a:lnTo>
                    <a:pt x="452904" y="363770"/>
                  </a:lnTo>
                  <a:lnTo>
                    <a:pt x="452904" y="430236"/>
                  </a:lnTo>
                  <a:lnTo>
                    <a:pt x="386438" y="430236"/>
                  </a:lnTo>
                  <a:close/>
                  <a:moveTo>
                    <a:pt x="117613" y="293975"/>
                  </a:moveTo>
                  <a:cubicBezTo>
                    <a:pt x="118873" y="293307"/>
                    <a:pt x="122044" y="293720"/>
                    <a:pt x="122619" y="294671"/>
                  </a:cubicBezTo>
                  <a:cubicBezTo>
                    <a:pt x="129289" y="305697"/>
                    <a:pt x="135635" y="316920"/>
                    <a:pt x="142042" y="328103"/>
                  </a:cubicBezTo>
                  <a:cubicBezTo>
                    <a:pt x="142513" y="328924"/>
                    <a:pt x="142797" y="329852"/>
                    <a:pt x="143474" y="331452"/>
                  </a:cubicBezTo>
                  <a:cubicBezTo>
                    <a:pt x="121251" y="344178"/>
                    <a:pt x="99103" y="356860"/>
                    <a:pt x="76648" y="369741"/>
                  </a:cubicBezTo>
                  <a:cubicBezTo>
                    <a:pt x="66663" y="375632"/>
                    <a:pt x="56985" y="381325"/>
                    <a:pt x="47008" y="387194"/>
                  </a:cubicBezTo>
                  <a:cubicBezTo>
                    <a:pt x="39469" y="374070"/>
                    <a:pt x="32112" y="361263"/>
                    <a:pt x="24463" y="347947"/>
                  </a:cubicBezTo>
                  <a:cubicBezTo>
                    <a:pt x="31610" y="343781"/>
                    <a:pt x="38217" y="339917"/>
                    <a:pt x="44837" y="336075"/>
                  </a:cubicBezTo>
                  <a:cubicBezTo>
                    <a:pt x="62390" y="325888"/>
                    <a:pt x="79951" y="315715"/>
                    <a:pt x="97504" y="305528"/>
                  </a:cubicBezTo>
                  <a:cubicBezTo>
                    <a:pt x="104191" y="301646"/>
                    <a:pt x="110788" y="297595"/>
                    <a:pt x="117613" y="293975"/>
                  </a:cubicBezTo>
                  <a:close/>
                  <a:moveTo>
                    <a:pt x="720986" y="293749"/>
                  </a:moveTo>
                  <a:cubicBezTo>
                    <a:pt x="750900" y="311193"/>
                    <a:pt x="780892" y="328504"/>
                    <a:pt x="810821" y="345925"/>
                  </a:cubicBezTo>
                  <a:cubicBezTo>
                    <a:pt x="812000" y="346611"/>
                    <a:pt x="812753" y="348031"/>
                    <a:pt x="813530" y="349439"/>
                  </a:cubicBezTo>
                  <a:cubicBezTo>
                    <a:pt x="806359" y="362080"/>
                    <a:pt x="799363" y="374392"/>
                    <a:pt x="792095" y="387183"/>
                  </a:cubicBezTo>
                  <a:cubicBezTo>
                    <a:pt x="759878" y="368550"/>
                    <a:pt x="727911" y="350060"/>
                    <a:pt x="695419" y="331267"/>
                  </a:cubicBezTo>
                  <a:cubicBezTo>
                    <a:pt x="699112" y="324558"/>
                    <a:pt x="702610" y="318077"/>
                    <a:pt x="706231" y="311666"/>
                  </a:cubicBezTo>
                  <a:cubicBezTo>
                    <a:pt x="709317" y="306201"/>
                    <a:pt x="712602" y="300847"/>
                    <a:pt x="715683" y="295379"/>
                  </a:cubicBezTo>
                  <a:cubicBezTo>
                    <a:pt x="717010" y="293025"/>
                    <a:pt x="718226" y="292140"/>
                    <a:pt x="720986" y="293749"/>
                  </a:cubicBezTo>
                  <a:close/>
                  <a:moveTo>
                    <a:pt x="728700" y="170502"/>
                  </a:moveTo>
                  <a:lnTo>
                    <a:pt x="839342" y="170502"/>
                  </a:lnTo>
                  <a:lnTo>
                    <a:pt x="839342" y="215250"/>
                  </a:lnTo>
                  <a:lnTo>
                    <a:pt x="728700" y="215250"/>
                  </a:lnTo>
                  <a:close/>
                  <a:moveTo>
                    <a:pt x="0" y="170098"/>
                  </a:moveTo>
                  <a:lnTo>
                    <a:pt x="110351" y="170098"/>
                  </a:lnTo>
                  <a:lnTo>
                    <a:pt x="110351" y="214878"/>
                  </a:lnTo>
                  <a:lnTo>
                    <a:pt x="0" y="214878"/>
                  </a:lnTo>
                  <a:close/>
                  <a:moveTo>
                    <a:pt x="421397" y="83195"/>
                  </a:moveTo>
                  <a:cubicBezTo>
                    <a:pt x="414196" y="83238"/>
                    <a:pt x="406786" y="84224"/>
                    <a:pt x="399196" y="86146"/>
                  </a:cubicBezTo>
                  <a:cubicBezTo>
                    <a:pt x="371084" y="93264"/>
                    <a:pt x="351525" y="111680"/>
                    <a:pt x="341122" y="139258"/>
                  </a:cubicBezTo>
                  <a:cubicBezTo>
                    <a:pt x="336425" y="151712"/>
                    <a:pt x="335190" y="164690"/>
                    <a:pt x="336812" y="177550"/>
                  </a:cubicBezTo>
                  <a:cubicBezTo>
                    <a:pt x="339279" y="197107"/>
                    <a:pt x="347669" y="214083"/>
                    <a:pt x="362291" y="227864"/>
                  </a:cubicBezTo>
                  <a:cubicBezTo>
                    <a:pt x="383892" y="248222"/>
                    <a:pt x="409114" y="255271"/>
                    <a:pt x="438916" y="249626"/>
                  </a:cubicBezTo>
                  <a:cubicBezTo>
                    <a:pt x="451361" y="245953"/>
                    <a:pt x="462974" y="240933"/>
                    <a:pt x="473227" y="232525"/>
                  </a:cubicBezTo>
                  <a:cubicBezTo>
                    <a:pt x="491738" y="217347"/>
                    <a:pt x="502269" y="197834"/>
                    <a:pt x="504232" y="174416"/>
                  </a:cubicBezTo>
                  <a:cubicBezTo>
                    <a:pt x="506360" y="149017"/>
                    <a:pt x="498113" y="126815"/>
                    <a:pt x="479778" y="108482"/>
                  </a:cubicBezTo>
                  <a:cubicBezTo>
                    <a:pt x="462719" y="91425"/>
                    <a:pt x="443000" y="83065"/>
                    <a:pt x="421397" y="83195"/>
                  </a:cubicBezTo>
                  <a:close/>
                  <a:moveTo>
                    <a:pt x="395458" y="7474"/>
                  </a:moveTo>
                  <a:cubicBezTo>
                    <a:pt x="410481" y="7474"/>
                    <a:pt x="425251" y="7474"/>
                    <a:pt x="440461" y="7474"/>
                  </a:cubicBezTo>
                  <a:cubicBezTo>
                    <a:pt x="440461" y="17913"/>
                    <a:pt x="440461" y="28322"/>
                    <a:pt x="440461" y="38903"/>
                  </a:cubicBezTo>
                  <a:cubicBezTo>
                    <a:pt x="447599" y="40815"/>
                    <a:pt x="454487" y="42308"/>
                    <a:pt x="461127" y="44542"/>
                  </a:cubicBezTo>
                  <a:cubicBezTo>
                    <a:pt x="467365" y="46640"/>
                    <a:pt x="473467" y="49261"/>
                    <a:pt x="479382" y="52155"/>
                  </a:cubicBezTo>
                  <a:cubicBezTo>
                    <a:pt x="482956" y="53903"/>
                    <a:pt x="485145" y="52941"/>
                    <a:pt x="487320" y="50194"/>
                  </a:cubicBezTo>
                  <a:cubicBezTo>
                    <a:pt x="492429" y="43742"/>
                    <a:pt x="497580" y="37322"/>
                    <a:pt x="502757" y="30924"/>
                  </a:cubicBezTo>
                  <a:cubicBezTo>
                    <a:pt x="503451" y="30065"/>
                    <a:pt x="504389" y="29403"/>
                    <a:pt x="505348" y="28528"/>
                  </a:cubicBezTo>
                  <a:cubicBezTo>
                    <a:pt x="516856" y="37960"/>
                    <a:pt x="528202" y="47258"/>
                    <a:pt x="540177" y="57073"/>
                  </a:cubicBezTo>
                  <a:cubicBezTo>
                    <a:pt x="533080" y="65898"/>
                    <a:pt x="525982" y="74723"/>
                    <a:pt x="519825" y="82379"/>
                  </a:cubicBezTo>
                  <a:cubicBezTo>
                    <a:pt x="527641" y="95570"/>
                    <a:pt x="534921" y="107857"/>
                    <a:pt x="542706" y="120997"/>
                  </a:cubicBezTo>
                  <a:cubicBezTo>
                    <a:pt x="551860" y="119472"/>
                    <a:pt x="562299" y="117733"/>
                    <a:pt x="573486" y="115961"/>
                  </a:cubicBezTo>
                  <a:cubicBezTo>
                    <a:pt x="574494" y="115979"/>
                    <a:pt x="574753" y="116030"/>
                    <a:pt x="575012" y="116081"/>
                  </a:cubicBezTo>
                  <a:cubicBezTo>
                    <a:pt x="576701" y="124018"/>
                    <a:pt x="578481" y="131937"/>
                    <a:pt x="580049" y="139898"/>
                  </a:cubicBezTo>
                  <a:cubicBezTo>
                    <a:pt x="581191" y="145694"/>
                    <a:pt x="582054" y="151546"/>
                    <a:pt x="583051" y="158088"/>
                  </a:cubicBezTo>
                  <a:cubicBezTo>
                    <a:pt x="583065" y="159005"/>
                    <a:pt x="583070" y="159205"/>
                    <a:pt x="583074" y="159406"/>
                  </a:cubicBezTo>
                  <a:cubicBezTo>
                    <a:pt x="573521" y="161333"/>
                    <a:pt x="563998" y="163437"/>
                    <a:pt x="554398" y="165090"/>
                  </a:cubicBezTo>
                  <a:cubicBezTo>
                    <a:pt x="551154" y="165649"/>
                    <a:pt x="549457" y="166408"/>
                    <a:pt x="549579" y="170120"/>
                  </a:cubicBezTo>
                  <a:cubicBezTo>
                    <a:pt x="549983" y="182348"/>
                    <a:pt x="547462" y="194172"/>
                    <a:pt x="543935" y="205794"/>
                  </a:cubicBezTo>
                  <a:cubicBezTo>
                    <a:pt x="543041" y="208742"/>
                    <a:pt x="543698" y="210341"/>
                    <a:pt x="546549" y="211844"/>
                  </a:cubicBezTo>
                  <a:cubicBezTo>
                    <a:pt x="554389" y="215977"/>
                    <a:pt x="561978" y="220582"/>
                    <a:pt x="569765" y="224821"/>
                  </a:cubicBezTo>
                  <a:cubicBezTo>
                    <a:pt x="572662" y="226398"/>
                    <a:pt x="572689" y="227984"/>
                    <a:pt x="571167" y="230662"/>
                  </a:cubicBezTo>
                  <a:cubicBezTo>
                    <a:pt x="565191" y="241177"/>
                    <a:pt x="559281" y="251735"/>
                    <a:pt x="553663" y="262443"/>
                  </a:cubicBezTo>
                  <a:cubicBezTo>
                    <a:pt x="552025" y="265566"/>
                    <a:pt x="550418" y="265932"/>
                    <a:pt x="547625" y="264373"/>
                  </a:cubicBezTo>
                  <a:cubicBezTo>
                    <a:pt x="540021" y="260127"/>
                    <a:pt x="532305" y="256077"/>
                    <a:pt x="524784" y="251690"/>
                  </a:cubicBezTo>
                  <a:cubicBezTo>
                    <a:pt x="521811" y="249956"/>
                    <a:pt x="519469" y="250231"/>
                    <a:pt x="517569" y="252809"/>
                  </a:cubicBezTo>
                  <a:cubicBezTo>
                    <a:pt x="510518" y="262374"/>
                    <a:pt x="500978" y="269126"/>
                    <a:pt x="491364" y="275666"/>
                  </a:cubicBezTo>
                  <a:cubicBezTo>
                    <a:pt x="487989" y="277962"/>
                    <a:pt x="487849" y="279815"/>
                    <a:pt x="489213" y="283061"/>
                  </a:cubicBezTo>
                  <a:cubicBezTo>
                    <a:pt x="492704" y="291364"/>
                    <a:pt x="495992" y="299754"/>
                    <a:pt x="499307" y="308131"/>
                  </a:cubicBezTo>
                  <a:cubicBezTo>
                    <a:pt x="499591" y="308849"/>
                    <a:pt x="499474" y="309725"/>
                    <a:pt x="499577" y="310914"/>
                  </a:cubicBezTo>
                  <a:cubicBezTo>
                    <a:pt x="485698" y="316277"/>
                    <a:pt x="471821" y="321640"/>
                    <a:pt x="457687" y="327102"/>
                  </a:cubicBezTo>
                  <a:cubicBezTo>
                    <a:pt x="453896" y="317267"/>
                    <a:pt x="450072" y="307726"/>
                    <a:pt x="446581" y="298065"/>
                  </a:cubicBezTo>
                  <a:cubicBezTo>
                    <a:pt x="445511" y="295103"/>
                    <a:pt x="443956" y="294462"/>
                    <a:pt x="441136" y="294995"/>
                  </a:cubicBezTo>
                  <a:cubicBezTo>
                    <a:pt x="429743" y="297147"/>
                    <a:pt x="418302" y="297684"/>
                    <a:pt x="406789" y="295893"/>
                  </a:cubicBezTo>
                  <a:cubicBezTo>
                    <a:pt x="404889" y="295597"/>
                    <a:pt x="402903" y="295851"/>
                    <a:pt x="400967" y="295851"/>
                  </a:cubicBezTo>
                  <a:cubicBezTo>
                    <a:pt x="397286" y="306381"/>
                    <a:pt x="393691" y="316662"/>
                    <a:pt x="389845" y="327664"/>
                  </a:cubicBezTo>
                  <a:cubicBezTo>
                    <a:pt x="387188" y="326891"/>
                    <a:pt x="384600" y="326241"/>
                    <a:pt x="382083" y="325386"/>
                  </a:cubicBezTo>
                  <a:cubicBezTo>
                    <a:pt x="371576" y="321814"/>
                    <a:pt x="361121" y="318084"/>
                    <a:pt x="350572" y="314642"/>
                  </a:cubicBezTo>
                  <a:cubicBezTo>
                    <a:pt x="348119" y="313842"/>
                    <a:pt x="346857" y="313275"/>
                    <a:pt x="347880" y="310342"/>
                  </a:cubicBezTo>
                  <a:cubicBezTo>
                    <a:pt x="351214" y="300781"/>
                    <a:pt x="354327" y="291143"/>
                    <a:pt x="357492" y="281635"/>
                  </a:cubicBezTo>
                  <a:cubicBezTo>
                    <a:pt x="350323" y="276302"/>
                    <a:pt x="342885" y="270965"/>
                    <a:pt x="335683" y="265326"/>
                  </a:cubicBezTo>
                  <a:cubicBezTo>
                    <a:pt x="332236" y="262628"/>
                    <a:pt x="329154" y="259440"/>
                    <a:pt x="326061" y="256321"/>
                  </a:cubicBezTo>
                  <a:cubicBezTo>
                    <a:pt x="323838" y="254078"/>
                    <a:pt x="321779" y="254030"/>
                    <a:pt x="319153" y="255664"/>
                  </a:cubicBezTo>
                  <a:cubicBezTo>
                    <a:pt x="311107" y="260672"/>
                    <a:pt x="302960" y="265515"/>
                    <a:pt x="294316" y="270747"/>
                  </a:cubicBezTo>
                  <a:cubicBezTo>
                    <a:pt x="290410" y="264465"/>
                    <a:pt x="286615" y="258392"/>
                    <a:pt x="282852" y="252299"/>
                  </a:cubicBezTo>
                  <a:cubicBezTo>
                    <a:pt x="279214" y="246409"/>
                    <a:pt x="275631" y="240485"/>
                    <a:pt x="271982" y="234603"/>
                  </a:cubicBezTo>
                  <a:cubicBezTo>
                    <a:pt x="270606" y="232384"/>
                    <a:pt x="271620" y="231166"/>
                    <a:pt x="273523" y="230026"/>
                  </a:cubicBezTo>
                  <a:cubicBezTo>
                    <a:pt x="281116" y="225474"/>
                    <a:pt x="288732" y="220952"/>
                    <a:pt x="296174" y="216164"/>
                  </a:cubicBezTo>
                  <a:cubicBezTo>
                    <a:pt x="297369" y="215395"/>
                    <a:pt x="298657" y="213059"/>
                    <a:pt x="298326" y="211895"/>
                  </a:cubicBezTo>
                  <a:cubicBezTo>
                    <a:pt x="294482" y="198383"/>
                    <a:pt x="290802" y="184872"/>
                    <a:pt x="291337" y="170556"/>
                  </a:cubicBezTo>
                  <a:cubicBezTo>
                    <a:pt x="279943" y="168730"/>
                    <a:pt x="268948" y="166968"/>
                    <a:pt x="257937" y="165204"/>
                  </a:cubicBezTo>
                  <a:cubicBezTo>
                    <a:pt x="260312" y="149982"/>
                    <a:pt x="262540" y="135705"/>
                    <a:pt x="264887" y="120660"/>
                  </a:cubicBezTo>
                  <a:cubicBezTo>
                    <a:pt x="276089" y="122326"/>
                    <a:pt x="286832" y="123923"/>
                    <a:pt x="297804" y="125555"/>
                  </a:cubicBezTo>
                  <a:cubicBezTo>
                    <a:pt x="302405" y="111645"/>
                    <a:pt x="309330" y="98800"/>
                    <a:pt x="318703" y="87349"/>
                  </a:cubicBezTo>
                  <a:cubicBezTo>
                    <a:pt x="320743" y="84856"/>
                    <a:pt x="319203" y="83706"/>
                    <a:pt x="317759" y="82047"/>
                  </a:cubicBezTo>
                  <a:cubicBezTo>
                    <a:pt x="311504" y="74857"/>
                    <a:pt x="305335" y="67591"/>
                    <a:pt x="298829" y="59997"/>
                  </a:cubicBezTo>
                  <a:cubicBezTo>
                    <a:pt x="310472" y="50099"/>
                    <a:pt x="321886" y="40395"/>
                    <a:pt x="333496" y="30524"/>
                  </a:cubicBezTo>
                  <a:cubicBezTo>
                    <a:pt x="340604" y="38823"/>
                    <a:pt x="347614" y="47007"/>
                    <a:pt x="354104" y="54584"/>
                  </a:cubicBezTo>
                  <a:cubicBezTo>
                    <a:pt x="368074" y="49351"/>
                    <a:pt x="381551" y="44302"/>
                    <a:pt x="395458" y="39093"/>
                  </a:cubicBezTo>
                  <a:cubicBezTo>
                    <a:pt x="395458" y="29102"/>
                    <a:pt x="395458" y="18486"/>
                    <a:pt x="395458" y="7474"/>
                  </a:cubicBezTo>
                  <a:close/>
                  <a:moveTo>
                    <a:pt x="787879" y="19"/>
                  </a:moveTo>
                  <a:cubicBezTo>
                    <a:pt x="795332" y="12955"/>
                    <a:pt x="802702" y="25746"/>
                    <a:pt x="810439" y="39175"/>
                  </a:cubicBezTo>
                  <a:cubicBezTo>
                    <a:pt x="778122" y="57873"/>
                    <a:pt x="746135" y="76379"/>
                    <a:pt x="713703" y="95143"/>
                  </a:cubicBezTo>
                  <a:cubicBezTo>
                    <a:pt x="706031" y="81894"/>
                    <a:pt x="698643" y="69135"/>
                    <a:pt x="690998" y="55933"/>
                  </a:cubicBezTo>
                  <a:cubicBezTo>
                    <a:pt x="709318" y="45387"/>
                    <a:pt x="727666" y="34823"/>
                    <a:pt x="746283" y="24014"/>
                  </a:cubicBezTo>
                  <a:cubicBezTo>
                    <a:pt x="760214" y="15917"/>
                    <a:pt x="773877" y="8066"/>
                    <a:pt x="787879" y="19"/>
                  </a:cubicBezTo>
                  <a:close/>
                  <a:moveTo>
                    <a:pt x="51194" y="0"/>
                  </a:moveTo>
                  <a:cubicBezTo>
                    <a:pt x="83517" y="18676"/>
                    <a:pt x="115658" y="37247"/>
                    <a:pt x="147975" y="55919"/>
                  </a:cubicBezTo>
                  <a:cubicBezTo>
                    <a:pt x="140577" y="68753"/>
                    <a:pt x="133199" y="81552"/>
                    <a:pt x="125356" y="95157"/>
                  </a:cubicBezTo>
                  <a:cubicBezTo>
                    <a:pt x="101190" y="81166"/>
                    <a:pt x="77142" y="67245"/>
                    <a:pt x="52742" y="53233"/>
                  </a:cubicBezTo>
                  <a:cubicBezTo>
                    <a:pt x="45699" y="49262"/>
                    <a:pt x="39041" y="45321"/>
                    <a:pt x="32298" y="41533"/>
                  </a:cubicBezTo>
                  <a:cubicBezTo>
                    <a:pt x="30057" y="40274"/>
                    <a:pt x="28541" y="39111"/>
                    <a:pt x="30169" y="36316"/>
                  </a:cubicBezTo>
                  <a:cubicBezTo>
                    <a:pt x="37134" y="24360"/>
                    <a:pt x="44039" y="12371"/>
                    <a:pt x="51194" y="0"/>
                  </a:cubicBezTo>
                  <a:close/>
                </a:path>
              </a:pathLst>
            </a:custGeom>
            <a:solidFill>
              <a:schemeClr val="bg1"/>
            </a:solidFill>
            <a:ln w="6350" cap="flat">
              <a:noFill/>
              <a:prstDash val="solid"/>
              <a:miter/>
            </a:ln>
          </p:spPr>
          <p:txBody>
            <a:bodyPr wrap="square" rtlCol="0" anchor="ctr">
              <a:noAutofit/>
            </a:bodyPr>
            <a:lstStyle/>
            <a:p>
              <a:endParaRPr lang="en-US"/>
            </a:p>
          </p:txBody>
        </p:sp>
        <p:sp>
          <p:nvSpPr>
            <p:cNvPr id="2245" name="Freeform: Shape 2244">
              <a:extLst>
                <a:ext uri="{FF2B5EF4-FFF2-40B4-BE49-F238E27FC236}">
                  <a16:creationId xmlns:a16="http://schemas.microsoft.com/office/drawing/2014/main" id="{9BDCB2C4-4D40-3C13-A5F7-CD6144A781F8}"/>
                </a:ext>
                <a:ext uri="{C183D7F6-B498-43B3-948B-1728B52AA6E4}">
                  <adec:decorative xmlns:adec="http://schemas.microsoft.com/office/drawing/2017/decorative" val="1"/>
                </a:ext>
              </a:extLst>
            </p:cNvPr>
            <p:cNvSpPr/>
            <p:nvPr/>
          </p:nvSpPr>
          <p:spPr>
            <a:xfrm>
              <a:off x="7660615" y="4343071"/>
              <a:ext cx="295304" cy="457200"/>
            </a:xfrm>
            <a:custGeom>
              <a:avLst/>
              <a:gdLst>
                <a:gd name="connsiteX0" fmla="*/ 171174 w 542923"/>
                <a:gd name="connsiteY0" fmla="*/ 750452 h 840573"/>
                <a:gd name="connsiteX1" fmla="*/ 372460 w 542923"/>
                <a:gd name="connsiteY1" fmla="*/ 750452 h 840573"/>
                <a:gd name="connsiteX2" fmla="*/ 394690 w 542923"/>
                <a:gd name="connsiteY2" fmla="*/ 771918 h 840573"/>
                <a:gd name="connsiteX3" fmla="*/ 377352 w 542923"/>
                <a:gd name="connsiteY3" fmla="*/ 794572 h 840573"/>
                <a:gd name="connsiteX4" fmla="*/ 356534 w 542923"/>
                <a:gd name="connsiteY4" fmla="*/ 795578 h 840573"/>
                <a:gd name="connsiteX5" fmla="*/ 339242 w 542923"/>
                <a:gd name="connsiteY5" fmla="*/ 802658 h 840573"/>
                <a:gd name="connsiteX6" fmla="*/ 320108 w 542923"/>
                <a:gd name="connsiteY6" fmla="*/ 827299 h 840573"/>
                <a:gd name="connsiteX7" fmla="*/ 292544 w 542923"/>
                <a:gd name="connsiteY7" fmla="*/ 840112 h 840573"/>
                <a:gd name="connsiteX8" fmla="*/ 275882 w 542923"/>
                <a:gd name="connsiteY8" fmla="*/ 839908 h 840573"/>
                <a:gd name="connsiteX9" fmla="*/ 247407 w 542923"/>
                <a:gd name="connsiteY9" fmla="*/ 839906 h 840573"/>
                <a:gd name="connsiteX10" fmla="*/ 234675 w 542923"/>
                <a:gd name="connsiteY10" fmla="*/ 839911 h 840573"/>
                <a:gd name="connsiteX11" fmla="*/ 219419 w 542923"/>
                <a:gd name="connsiteY11" fmla="*/ 830940 h 840573"/>
                <a:gd name="connsiteX12" fmla="*/ 199770 w 542923"/>
                <a:gd name="connsiteY12" fmla="*/ 806618 h 840573"/>
                <a:gd name="connsiteX13" fmla="*/ 175302 w 542923"/>
                <a:gd name="connsiteY13" fmla="*/ 795611 h 840573"/>
                <a:gd name="connsiteX14" fmla="*/ 156187 w 542923"/>
                <a:gd name="connsiteY14" fmla="*/ 790836 h 840573"/>
                <a:gd name="connsiteX15" fmla="*/ 152777 w 542923"/>
                <a:gd name="connsiteY15" fmla="*/ 758210 h 840573"/>
                <a:gd name="connsiteX16" fmla="*/ 171174 w 542923"/>
                <a:gd name="connsiteY16" fmla="*/ 750452 h 840573"/>
                <a:gd name="connsiteX17" fmla="*/ 372494 w 542923"/>
                <a:gd name="connsiteY17" fmla="*/ 684829 h 840573"/>
                <a:gd name="connsiteX18" fmla="*/ 394825 w 542923"/>
                <a:gd name="connsiteY18" fmla="*/ 708078 h 840573"/>
                <a:gd name="connsiteX19" fmla="*/ 372093 w 542923"/>
                <a:gd name="connsiteY19" fmla="*/ 729997 h 840573"/>
                <a:gd name="connsiteX20" fmla="*/ 173859 w 542923"/>
                <a:gd name="connsiteY20" fmla="*/ 729915 h 840573"/>
                <a:gd name="connsiteX21" fmla="*/ 149371 w 542923"/>
                <a:gd name="connsiteY21" fmla="*/ 715180 h 840573"/>
                <a:gd name="connsiteX22" fmla="*/ 170321 w 542923"/>
                <a:gd name="connsiteY22" fmla="*/ 684837 h 840573"/>
                <a:gd name="connsiteX23" fmla="*/ 372494 w 542923"/>
                <a:gd name="connsiteY23" fmla="*/ 684829 h 840573"/>
                <a:gd name="connsiteX24" fmla="*/ 248408 w 542923"/>
                <a:gd name="connsiteY24" fmla="*/ 221538 h 840573"/>
                <a:gd name="connsiteX25" fmla="*/ 292274 w 542923"/>
                <a:gd name="connsiteY25" fmla="*/ 221538 h 840573"/>
                <a:gd name="connsiteX26" fmla="*/ 292274 w 542923"/>
                <a:gd name="connsiteY26" fmla="*/ 266057 h 840573"/>
                <a:gd name="connsiteX27" fmla="*/ 248408 w 542923"/>
                <a:gd name="connsiteY27" fmla="*/ 266057 h 840573"/>
                <a:gd name="connsiteX28" fmla="*/ 286080 w 542923"/>
                <a:gd name="connsiteY28" fmla="*/ 434 h 840573"/>
                <a:gd name="connsiteX29" fmla="*/ 349775 w 542923"/>
                <a:gd name="connsiteY29" fmla="*/ 11156 h 840573"/>
                <a:gd name="connsiteX30" fmla="*/ 394174 w 542923"/>
                <a:gd name="connsiteY30" fmla="*/ 28165 h 840573"/>
                <a:gd name="connsiteX31" fmla="*/ 442408 w 542923"/>
                <a:gd name="connsiteY31" fmla="*/ 60040 h 840573"/>
                <a:gd name="connsiteX32" fmla="*/ 507687 w 542923"/>
                <a:gd name="connsiteY32" fmla="*/ 138612 h 840573"/>
                <a:gd name="connsiteX33" fmla="*/ 536767 w 542923"/>
                <a:gd name="connsiteY33" fmla="*/ 211841 h 840573"/>
                <a:gd name="connsiteX34" fmla="*/ 540980 w 542923"/>
                <a:gd name="connsiteY34" fmla="*/ 240318 h 840573"/>
                <a:gd name="connsiteX35" fmla="*/ 542892 w 542923"/>
                <a:gd name="connsiteY35" fmla="*/ 269827 h 840573"/>
                <a:gd name="connsiteX36" fmla="*/ 521861 w 542923"/>
                <a:gd name="connsiteY36" fmla="*/ 375504 h 840573"/>
                <a:gd name="connsiteX37" fmla="*/ 483926 w 542923"/>
                <a:gd name="connsiteY37" fmla="*/ 438823 h 840573"/>
                <a:gd name="connsiteX38" fmla="*/ 458681 w 542923"/>
                <a:gd name="connsiteY38" fmla="*/ 467027 h 840573"/>
                <a:gd name="connsiteX39" fmla="*/ 415269 w 542923"/>
                <a:gd name="connsiteY39" fmla="*/ 512704 h 840573"/>
                <a:gd name="connsiteX40" fmla="*/ 395815 w 542923"/>
                <a:gd name="connsiteY40" fmla="*/ 554981 h 840573"/>
                <a:gd name="connsiteX41" fmla="*/ 393835 w 542923"/>
                <a:gd name="connsiteY41" fmla="*/ 589388 h 840573"/>
                <a:gd name="connsiteX42" fmla="*/ 393666 w 542923"/>
                <a:gd name="connsiteY42" fmla="*/ 637996 h 840573"/>
                <a:gd name="connsiteX43" fmla="*/ 391818 w 542923"/>
                <a:gd name="connsiteY43" fmla="*/ 649264 h 840573"/>
                <a:gd name="connsiteX44" fmla="*/ 377817 w 542923"/>
                <a:gd name="connsiteY44" fmla="*/ 662028 h 840573"/>
                <a:gd name="connsiteX45" fmla="*/ 366300 w 542923"/>
                <a:gd name="connsiteY45" fmla="*/ 663091 h 840573"/>
                <a:gd name="connsiteX46" fmla="*/ 254348 w 542923"/>
                <a:gd name="connsiteY46" fmla="*/ 663136 h 840573"/>
                <a:gd name="connsiteX47" fmla="*/ 248404 w 542923"/>
                <a:gd name="connsiteY47" fmla="*/ 663136 h 840573"/>
                <a:gd name="connsiteX48" fmla="*/ 248767 w 542923"/>
                <a:gd name="connsiteY48" fmla="*/ 538715 h 840573"/>
                <a:gd name="connsiteX49" fmla="*/ 293619 w 542923"/>
                <a:gd name="connsiteY49" fmla="*/ 538715 h 840573"/>
                <a:gd name="connsiteX50" fmla="*/ 293619 w 542923"/>
                <a:gd name="connsiteY50" fmla="*/ 617961 h 840573"/>
                <a:gd name="connsiteX51" fmla="*/ 314328 w 542923"/>
                <a:gd name="connsiteY51" fmla="*/ 617961 h 840573"/>
                <a:gd name="connsiteX52" fmla="*/ 342807 w 542923"/>
                <a:gd name="connsiteY52" fmla="*/ 617953 h 840573"/>
                <a:gd name="connsiteX53" fmla="*/ 350534 w 542923"/>
                <a:gd name="connsiteY53" fmla="*/ 610209 h 840573"/>
                <a:gd name="connsiteX54" fmla="*/ 350590 w 542923"/>
                <a:gd name="connsiteY54" fmla="*/ 570929 h 840573"/>
                <a:gd name="connsiteX55" fmla="*/ 365645 w 542923"/>
                <a:gd name="connsiteY55" fmla="*/ 508656 h 840573"/>
                <a:gd name="connsiteX56" fmla="*/ 386982 w 542923"/>
                <a:gd name="connsiteY56" fmla="*/ 479218 h 840573"/>
                <a:gd name="connsiteX57" fmla="*/ 418007 w 542923"/>
                <a:gd name="connsiteY57" fmla="*/ 447770 h 840573"/>
                <a:gd name="connsiteX58" fmla="*/ 465786 w 542923"/>
                <a:gd name="connsiteY58" fmla="*/ 389137 h 840573"/>
                <a:gd name="connsiteX59" fmla="*/ 494112 w 542923"/>
                <a:gd name="connsiteY59" fmla="*/ 318707 h 840573"/>
                <a:gd name="connsiteX60" fmla="*/ 498538 w 542923"/>
                <a:gd name="connsiteY60" fmla="*/ 259434 h 840573"/>
                <a:gd name="connsiteX61" fmla="*/ 490332 w 542923"/>
                <a:gd name="connsiteY61" fmla="*/ 211836 h 840573"/>
                <a:gd name="connsiteX62" fmla="*/ 471719 w 542923"/>
                <a:gd name="connsiteY62" fmla="*/ 164485 h 840573"/>
                <a:gd name="connsiteX63" fmla="*/ 440660 w 542923"/>
                <a:gd name="connsiteY63" fmla="*/ 119105 h 840573"/>
                <a:gd name="connsiteX64" fmla="*/ 394978 w 542923"/>
                <a:gd name="connsiteY64" fmla="*/ 79902 h 840573"/>
                <a:gd name="connsiteX65" fmla="*/ 335555 w 542923"/>
                <a:gd name="connsiteY65" fmla="*/ 53435 h 840573"/>
                <a:gd name="connsiteX66" fmla="*/ 291559 w 542923"/>
                <a:gd name="connsiteY66" fmla="*/ 44590 h 840573"/>
                <a:gd name="connsiteX67" fmla="*/ 263051 w 542923"/>
                <a:gd name="connsiteY67" fmla="*/ 42610 h 840573"/>
                <a:gd name="connsiteX68" fmla="*/ 188901 w 542923"/>
                <a:gd name="connsiteY68" fmla="*/ 58058 h 840573"/>
                <a:gd name="connsiteX69" fmla="*/ 128371 w 542923"/>
                <a:gd name="connsiteY69" fmla="*/ 94312 h 840573"/>
                <a:gd name="connsiteX70" fmla="*/ 62763 w 542923"/>
                <a:gd name="connsiteY70" fmla="*/ 179306 h 840573"/>
                <a:gd name="connsiteX71" fmla="*/ 46927 w 542923"/>
                <a:gd name="connsiteY71" fmla="*/ 234124 h 840573"/>
                <a:gd name="connsiteX72" fmla="*/ 44331 w 542923"/>
                <a:gd name="connsiteY72" fmla="*/ 285523 h 840573"/>
                <a:gd name="connsiteX73" fmla="*/ 52931 w 542923"/>
                <a:gd name="connsiteY73" fmla="*/ 334504 h 840573"/>
                <a:gd name="connsiteX74" fmla="*/ 86001 w 542923"/>
                <a:gd name="connsiteY74" fmla="*/ 402908 h 840573"/>
                <a:gd name="connsiteX75" fmla="*/ 107648 w 542923"/>
                <a:gd name="connsiteY75" fmla="*/ 429377 h 840573"/>
                <a:gd name="connsiteX76" fmla="*/ 153788 w 542923"/>
                <a:gd name="connsiteY76" fmla="*/ 476737 h 840573"/>
                <a:gd name="connsiteX77" fmla="*/ 184660 w 542923"/>
                <a:gd name="connsiteY77" fmla="*/ 526291 h 840573"/>
                <a:gd name="connsiteX78" fmla="*/ 191192 w 542923"/>
                <a:gd name="connsiteY78" fmla="*/ 559981 h 840573"/>
                <a:gd name="connsiteX79" fmla="*/ 194305 w 542923"/>
                <a:gd name="connsiteY79" fmla="*/ 662852 h 840573"/>
                <a:gd name="connsiteX80" fmla="*/ 148238 w 542923"/>
                <a:gd name="connsiteY80" fmla="*/ 662852 h 840573"/>
                <a:gd name="connsiteX81" fmla="*/ 148238 w 542923"/>
                <a:gd name="connsiteY81" fmla="*/ 657545 h 840573"/>
                <a:gd name="connsiteX82" fmla="*/ 148151 w 542923"/>
                <a:gd name="connsiteY82" fmla="*/ 568671 h 840573"/>
                <a:gd name="connsiteX83" fmla="*/ 124667 w 542923"/>
                <a:gd name="connsiteY83" fmla="*/ 510516 h 840573"/>
                <a:gd name="connsiteX84" fmla="*/ 89274 w 542923"/>
                <a:gd name="connsiteY84" fmla="*/ 473935 h 840573"/>
                <a:gd name="connsiteX85" fmla="*/ 42476 w 542923"/>
                <a:gd name="connsiteY85" fmla="*/ 417509 h 840573"/>
                <a:gd name="connsiteX86" fmla="*/ 7842 w 542923"/>
                <a:gd name="connsiteY86" fmla="*/ 336312 h 840573"/>
                <a:gd name="connsiteX87" fmla="*/ 882 w 542923"/>
                <a:gd name="connsiteY87" fmla="*/ 285883 h 840573"/>
                <a:gd name="connsiteX88" fmla="*/ 6 w 542923"/>
                <a:gd name="connsiteY88" fmla="*/ 270876 h 840573"/>
                <a:gd name="connsiteX89" fmla="*/ 12784 w 542923"/>
                <a:gd name="connsiteY89" fmla="*/ 188505 h 840573"/>
                <a:gd name="connsiteX90" fmla="*/ 47147 w 542923"/>
                <a:gd name="connsiteY90" fmla="*/ 118035 h 840573"/>
                <a:gd name="connsiteX91" fmla="*/ 96570 w 542923"/>
                <a:gd name="connsiteY91" fmla="*/ 64112 h 840573"/>
                <a:gd name="connsiteX92" fmla="*/ 160287 w 542923"/>
                <a:gd name="connsiteY92" fmla="*/ 22802 h 840573"/>
                <a:gd name="connsiteX93" fmla="*/ 215994 w 542923"/>
                <a:gd name="connsiteY93" fmla="*/ 5049 h 840573"/>
                <a:gd name="connsiteX94" fmla="*/ 286080 w 542923"/>
                <a:gd name="connsiteY94" fmla="*/ 434 h 84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42923" h="840573">
                  <a:moveTo>
                    <a:pt x="171174" y="750452"/>
                  </a:moveTo>
                  <a:cubicBezTo>
                    <a:pt x="238269" y="750600"/>
                    <a:pt x="305365" y="750628"/>
                    <a:pt x="372460" y="750452"/>
                  </a:cubicBezTo>
                  <a:cubicBezTo>
                    <a:pt x="383865" y="750422"/>
                    <a:pt x="393193" y="758961"/>
                    <a:pt x="394690" y="771918"/>
                  </a:cubicBezTo>
                  <a:cubicBezTo>
                    <a:pt x="395804" y="781564"/>
                    <a:pt x="387442" y="792903"/>
                    <a:pt x="377352" y="794572"/>
                  </a:cubicBezTo>
                  <a:cubicBezTo>
                    <a:pt x="370535" y="795700"/>
                    <a:pt x="363458" y="795870"/>
                    <a:pt x="356534" y="795578"/>
                  </a:cubicBezTo>
                  <a:cubicBezTo>
                    <a:pt x="349453" y="795279"/>
                    <a:pt x="344166" y="798412"/>
                    <a:pt x="339242" y="802658"/>
                  </a:cubicBezTo>
                  <a:cubicBezTo>
                    <a:pt x="331225" y="809570"/>
                    <a:pt x="325149" y="818071"/>
                    <a:pt x="320108" y="827299"/>
                  </a:cubicBezTo>
                  <a:cubicBezTo>
                    <a:pt x="315479" y="835770"/>
                    <a:pt x="305303" y="842416"/>
                    <a:pt x="292544" y="840112"/>
                  </a:cubicBezTo>
                  <a:cubicBezTo>
                    <a:pt x="287153" y="839138"/>
                    <a:pt x="281445" y="839912"/>
                    <a:pt x="275882" y="839908"/>
                  </a:cubicBezTo>
                  <a:cubicBezTo>
                    <a:pt x="266390" y="839901"/>
                    <a:pt x="256898" y="839905"/>
                    <a:pt x="247407" y="839906"/>
                  </a:cubicBezTo>
                  <a:cubicBezTo>
                    <a:pt x="243305" y="839907"/>
                    <a:pt x="239202" y="839912"/>
                    <a:pt x="234675" y="839911"/>
                  </a:cubicBezTo>
                  <a:cubicBezTo>
                    <a:pt x="227689" y="839601"/>
                    <a:pt x="223267" y="835534"/>
                    <a:pt x="219419" y="830940"/>
                  </a:cubicBezTo>
                  <a:cubicBezTo>
                    <a:pt x="212726" y="822952"/>
                    <a:pt x="206606" y="814476"/>
                    <a:pt x="199770" y="806618"/>
                  </a:cubicBezTo>
                  <a:cubicBezTo>
                    <a:pt x="193430" y="799332"/>
                    <a:pt x="185834" y="794386"/>
                    <a:pt x="175302" y="795611"/>
                  </a:cubicBezTo>
                  <a:cubicBezTo>
                    <a:pt x="168514" y="796400"/>
                    <a:pt x="161948" y="795024"/>
                    <a:pt x="156187" y="790836"/>
                  </a:cubicBezTo>
                  <a:cubicBezTo>
                    <a:pt x="145980" y="783417"/>
                    <a:pt x="144360" y="767580"/>
                    <a:pt x="152777" y="758210"/>
                  </a:cubicBezTo>
                  <a:cubicBezTo>
                    <a:pt x="157757" y="752665"/>
                    <a:pt x="163700" y="750436"/>
                    <a:pt x="171174" y="750452"/>
                  </a:cubicBezTo>
                  <a:close/>
                  <a:moveTo>
                    <a:pt x="372494" y="684829"/>
                  </a:moveTo>
                  <a:cubicBezTo>
                    <a:pt x="384376" y="684861"/>
                    <a:pt x="395089" y="694298"/>
                    <a:pt x="394825" y="708078"/>
                  </a:cubicBezTo>
                  <a:cubicBezTo>
                    <a:pt x="394603" y="719688"/>
                    <a:pt x="384362" y="730029"/>
                    <a:pt x="372093" y="729997"/>
                  </a:cubicBezTo>
                  <a:cubicBezTo>
                    <a:pt x="306175" y="729823"/>
                    <a:pt x="240256" y="729915"/>
                    <a:pt x="173859" y="729915"/>
                  </a:cubicBezTo>
                  <a:cubicBezTo>
                    <a:pt x="160097" y="731062"/>
                    <a:pt x="152051" y="723072"/>
                    <a:pt x="149371" y="715180"/>
                  </a:cubicBezTo>
                  <a:cubicBezTo>
                    <a:pt x="144177" y="699888"/>
                    <a:pt x="154339" y="684892"/>
                    <a:pt x="170321" y="684837"/>
                  </a:cubicBezTo>
                  <a:cubicBezTo>
                    <a:pt x="237711" y="684608"/>
                    <a:pt x="305103" y="684645"/>
                    <a:pt x="372494" y="684829"/>
                  </a:cubicBezTo>
                  <a:close/>
                  <a:moveTo>
                    <a:pt x="248408" y="221538"/>
                  </a:moveTo>
                  <a:lnTo>
                    <a:pt x="292274" y="221538"/>
                  </a:lnTo>
                  <a:lnTo>
                    <a:pt x="292274" y="266057"/>
                  </a:lnTo>
                  <a:lnTo>
                    <a:pt x="248408" y="266057"/>
                  </a:lnTo>
                  <a:close/>
                  <a:moveTo>
                    <a:pt x="286080" y="434"/>
                  </a:moveTo>
                  <a:cubicBezTo>
                    <a:pt x="307644" y="1496"/>
                    <a:pt x="329163" y="4323"/>
                    <a:pt x="349775" y="11156"/>
                  </a:cubicBezTo>
                  <a:cubicBezTo>
                    <a:pt x="364813" y="16140"/>
                    <a:pt x="379900" y="21377"/>
                    <a:pt x="394174" y="28165"/>
                  </a:cubicBezTo>
                  <a:cubicBezTo>
                    <a:pt x="411629" y="36465"/>
                    <a:pt x="427460" y="47608"/>
                    <a:pt x="442408" y="60040"/>
                  </a:cubicBezTo>
                  <a:cubicBezTo>
                    <a:pt x="469077" y="82221"/>
                    <a:pt x="489904" y="109098"/>
                    <a:pt x="507687" y="138612"/>
                  </a:cubicBezTo>
                  <a:cubicBezTo>
                    <a:pt x="521438" y="161433"/>
                    <a:pt x="530823" y="185988"/>
                    <a:pt x="536767" y="211841"/>
                  </a:cubicBezTo>
                  <a:cubicBezTo>
                    <a:pt x="538912" y="221167"/>
                    <a:pt x="539975" y="230778"/>
                    <a:pt x="540980" y="240318"/>
                  </a:cubicBezTo>
                  <a:cubicBezTo>
                    <a:pt x="542012" y="250118"/>
                    <a:pt x="543125" y="260008"/>
                    <a:pt x="542892" y="269827"/>
                  </a:cubicBezTo>
                  <a:cubicBezTo>
                    <a:pt x="542026" y="306231"/>
                    <a:pt x="536174" y="341717"/>
                    <a:pt x="521861" y="375504"/>
                  </a:cubicBezTo>
                  <a:cubicBezTo>
                    <a:pt x="512164" y="398395"/>
                    <a:pt x="499933" y="419766"/>
                    <a:pt x="483926" y="438823"/>
                  </a:cubicBezTo>
                  <a:cubicBezTo>
                    <a:pt x="475814" y="448480"/>
                    <a:pt x="467315" y="457830"/>
                    <a:pt x="458681" y="467027"/>
                  </a:cubicBezTo>
                  <a:cubicBezTo>
                    <a:pt x="444303" y="482341"/>
                    <a:pt x="429314" y="497096"/>
                    <a:pt x="415269" y="512704"/>
                  </a:cubicBezTo>
                  <a:cubicBezTo>
                    <a:pt x="404546" y="524621"/>
                    <a:pt x="397484" y="538793"/>
                    <a:pt x="395815" y="554981"/>
                  </a:cubicBezTo>
                  <a:cubicBezTo>
                    <a:pt x="394637" y="566399"/>
                    <a:pt x="394065" y="577908"/>
                    <a:pt x="393835" y="589388"/>
                  </a:cubicBezTo>
                  <a:cubicBezTo>
                    <a:pt x="393511" y="605585"/>
                    <a:pt x="393870" y="621795"/>
                    <a:pt x="393666" y="637996"/>
                  </a:cubicBezTo>
                  <a:cubicBezTo>
                    <a:pt x="393618" y="641761"/>
                    <a:pt x="392579" y="645532"/>
                    <a:pt x="391818" y="649264"/>
                  </a:cubicBezTo>
                  <a:cubicBezTo>
                    <a:pt x="390265" y="656878"/>
                    <a:pt x="384703" y="660409"/>
                    <a:pt x="377817" y="662028"/>
                  </a:cubicBezTo>
                  <a:cubicBezTo>
                    <a:pt x="374097" y="662903"/>
                    <a:pt x="370147" y="663084"/>
                    <a:pt x="366300" y="663091"/>
                  </a:cubicBezTo>
                  <a:cubicBezTo>
                    <a:pt x="328983" y="663165"/>
                    <a:pt x="291665" y="663136"/>
                    <a:pt x="254348" y="663136"/>
                  </a:cubicBezTo>
                  <a:cubicBezTo>
                    <a:pt x="252569" y="663136"/>
                    <a:pt x="250791" y="663136"/>
                    <a:pt x="248404" y="663136"/>
                  </a:cubicBezTo>
                  <a:lnTo>
                    <a:pt x="248767" y="538715"/>
                  </a:lnTo>
                  <a:lnTo>
                    <a:pt x="293619" y="538715"/>
                  </a:lnTo>
                  <a:lnTo>
                    <a:pt x="293619" y="617961"/>
                  </a:lnTo>
                  <a:cubicBezTo>
                    <a:pt x="300700" y="617961"/>
                    <a:pt x="307514" y="617961"/>
                    <a:pt x="314328" y="617961"/>
                  </a:cubicBezTo>
                  <a:cubicBezTo>
                    <a:pt x="323821" y="617961"/>
                    <a:pt x="333314" y="617980"/>
                    <a:pt x="342807" y="617953"/>
                  </a:cubicBezTo>
                  <a:cubicBezTo>
                    <a:pt x="347641" y="617939"/>
                    <a:pt x="350526" y="615052"/>
                    <a:pt x="350534" y="610209"/>
                  </a:cubicBezTo>
                  <a:cubicBezTo>
                    <a:pt x="350557" y="597116"/>
                    <a:pt x="350332" y="584017"/>
                    <a:pt x="350590" y="570929"/>
                  </a:cubicBezTo>
                  <a:cubicBezTo>
                    <a:pt x="351019" y="549088"/>
                    <a:pt x="355188" y="527880"/>
                    <a:pt x="365645" y="508656"/>
                  </a:cubicBezTo>
                  <a:cubicBezTo>
                    <a:pt x="371396" y="498084"/>
                    <a:pt x="379007" y="488301"/>
                    <a:pt x="386982" y="479218"/>
                  </a:cubicBezTo>
                  <a:cubicBezTo>
                    <a:pt x="396679" y="468171"/>
                    <a:pt x="407871" y="458452"/>
                    <a:pt x="418007" y="447770"/>
                  </a:cubicBezTo>
                  <a:cubicBezTo>
                    <a:pt x="435401" y="429439"/>
                    <a:pt x="452500" y="410760"/>
                    <a:pt x="465786" y="389137"/>
                  </a:cubicBezTo>
                  <a:cubicBezTo>
                    <a:pt x="479186" y="367328"/>
                    <a:pt x="488769" y="343933"/>
                    <a:pt x="494112" y="318707"/>
                  </a:cubicBezTo>
                  <a:cubicBezTo>
                    <a:pt x="498273" y="299059"/>
                    <a:pt x="500098" y="279252"/>
                    <a:pt x="498538" y="259434"/>
                  </a:cubicBezTo>
                  <a:cubicBezTo>
                    <a:pt x="497278" y="243427"/>
                    <a:pt x="494731" y="227247"/>
                    <a:pt x="490332" y="211836"/>
                  </a:cubicBezTo>
                  <a:cubicBezTo>
                    <a:pt x="485695" y="195592"/>
                    <a:pt x="478951" y="179806"/>
                    <a:pt x="471719" y="164485"/>
                  </a:cubicBezTo>
                  <a:cubicBezTo>
                    <a:pt x="463854" y="147824"/>
                    <a:pt x="452808" y="133094"/>
                    <a:pt x="440660" y="119105"/>
                  </a:cubicBezTo>
                  <a:cubicBezTo>
                    <a:pt x="427303" y="103726"/>
                    <a:pt x="411858" y="90976"/>
                    <a:pt x="394978" y="79902"/>
                  </a:cubicBezTo>
                  <a:cubicBezTo>
                    <a:pt x="376649" y="67878"/>
                    <a:pt x="356801" y="58833"/>
                    <a:pt x="335555" y="53435"/>
                  </a:cubicBezTo>
                  <a:cubicBezTo>
                    <a:pt x="321070" y="49755"/>
                    <a:pt x="306323" y="46949"/>
                    <a:pt x="291559" y="44590"/>
                  </a:cubicBezTo>
                  <a:cubicBezTo>
                    <a:pt x="282182" y="43091"/>
                    <a:pt x="272546" y="42418"/>
                    <a:pt x="263051" y="42610"/>
                  </a:cubicBezTo>
                  <a:cubicBezTo>
                    <a:pt x="237429" y="43129"/>
                    <a:pt x="212669" y="48172"/>
                    <a:pt x="188901" y="58058"/>
                  </a:cubicBezTo>
                  <a:cubicBezTo>
                    <a:pt x="166924" y="67198"/>
                    <a:pt x="146859" y="79448"/>
                    <a:pt x="128371" y="94312"/>
                  </a:cubicBezTo>
                  <a:cubicBezTo>
                    <a:pt x="99699" y="117364"/>
                    <a:pt x="77446" y="145438"/>
                    <a:pt x="62763" y="179306"/>
                  </a:cubicBezTo>
                  <a:cubicBezTo>
                    <a:pt x="55138" y="196894"/>
                    <a:pt x="50217" y="215213"/>
                    <a:pt x="46927" y="234124"/>
                  </a:cubicBezTo>
                  <a:cubicBezTo>
                    <a:pt x="43952" y="251221"/>
                    <a:pt x="43511" y="268383"/>
                    <a:pt x="44331" y="285523"/>
                  </a:cubicBezTo>
                  <a:cubicBezTo>
                    <a:pt x="45124" y="302114"/>
                    <a:pt x="48314" y="318464"/>
                    <a:pt x="52931" y="334504"/>
                  </a:cubicBezTo>
                  <a:cubicBezTo>
                    <a:pt x="60044" y="359218"/>
                    <a:pt x="70741" y="382204"/>
                    <a:pt x="86001" y="402908"/>
                  </a:cubicBezTo>
                  <a:cubicBezTo>
                    <a:pt x="92758" y="412076"/>
                    <a:pt x="99866" y="421080"/>
                    <a:pt x="107648" y="429377"/>
                  </a:cubicBezTo>
                  <a:cubicBezTo>
                    <a:pt x="122724" y="445449"/>
                    <a:pt x="138470" y="460889"/>
                    <a:pt x="153788" y="476737"/>
                  </a:cubicBezTo>
                  <a:cubicBezTo>
                    <a:pt x="167604" y="491031"/>
                    <a:pt x="179376" y="506798"/>
                    <a:pt x="184660" y="526291"/>
                  </a:cubicBezTo>
                  <a:cubicBezTo>
                    <a:pt x="187650" y="537320"/>
                    <a:pt x="190637" y="548661"/>
                    <a:pt x="191192" y="559981"/>
                  </a:cubicBezTo>
                  <a:cubicBezTo>
                    <a:pt x="192866" y="594136"/>
                    <a:pt x="193349" y="628349"/>
                    <a:pt x="194305" y="662852"/>
                  </a:cubicBezTo>
                  <a:cubicBezTo>
                    <a:pt x="178329" y="662852"/>
                    <a:pt x="163536" y="662852"/>
                    <a:pt x="148238" y="662852"/>
                  </a:cubicBezTo>
                  <a:cubicBezTo>
                    <a:pt x="148238" y="661038"/>
                    <a:pt x="148238" y="659291"/>
                    <a:pt x="148238" y="657545"/>
                  </a:cubicBezTo>
                  <a:cubicBezTo>
                    <a:pt x="148238" y="627920"/>
                    <a:pt x="148502" y="598292"/>
                    <a:pt x="148151" y="568671"/>
                  </a:cubicBezTo>
                  <a:cubicBezTo>
                    <a:pt x="147888" y="546381"/>
                    <a:pt x="139889" y="526824"/>
                    <a:pt x="124667" y="510516"/>
                  </a:cubicBezTo>
                  <a:cubicBezTo>
                    <a:pt x="113091" y="498116"/>
                    <a:pt x="100815" y="486367"/>
                    <a:pt x="89274" y="473935"/>
                  </a:cubicBezTo>
                  <a:cubicBezTo>
                    <a:pt x="72632" y="456011"/>
                    <a:pt x="55777" y="438256"/>
                    <a:pt x="42476" y="417509"/>
                  </a:cubicBezTo>
                  <a:cubicBezTo>
                    <a:pt x="26354" y="392363"/>
                    <a:pt x="14718" y="365350"/>
                    <a:pt x="7842" y="336312"/>
                  </a:cubicBezTo>
                  <a:cubicBezTo>
                    <a:pt x="3919" y="319742"/>
                    <a:pt x="979" y="303011"/>
                    <a:pt x="882" y="285883"/>
                  </a:cubicBezTo>
                  <a:cubicBezTo>
                    <a:pt x="854" y="280879"/>
                    <a:pt x="-87" y="275871"/>
                    <a:pt x="6" y="270876"/>
                  </a:cubicBezTo>
                  <a:cubicBezTo>
                    <a:pt x="532" y="242852"/>
                    <a:pt x="4281" y="215299"/>
                    <a:pt x="12784" y="188505"/>
                  </a:cubicBezTo>
                  <a:cubicBezTo>
                    <a:pt x="20773" y="163331"/>
                    <a:pt x="32036" y="139704"/>
                    <a:pt x="47147" y="118035"/>
                  </a:cubicBezTo>
                  <a:cubicBezTo>
                    <a:pt x="61201" y="97884"/>
                    <a:pt x="78205" y="80378"/>
                    <a:pt x="96570" y="64112"/>
                  </a:cubicBezTo>
                  <a:cubicBezTo>
                    <a:pt x="115752" y="47122"/>
                    <a:pt x="137061" y="33497"/>
                    <a:pt x="160287" y="22802"/>
                  </a:cubicBezTo>
                  <a:cubicBezTo>
                    <a:pt x="178121" y="14590"/>
                    <a:pt x="196746" y="8985"/>
                    <a:pt x="215994" y="5049"/>
                  </a:cubicBezTo>
                  <a:cubicBezTo>
                    <a:pt x="239192" y="305"/>
                    <a:pt x="262626" y="-722"/>
                    <a:pt x="286080" y="434"/>
                  </a:cubicBezTo>
                  <a:close/>
                </a:path>
              </a:pathLst>
            </a:custGeom>
            <a:solidFill>
              <a:schemeClr val="accent2"/>
            </a:solidFill>
            <a:ln w="6350" cap="flat">
              <a:noFill/>
              <a:prstDash val="solid"/>
              <a:miter/>
            </a:ln>
          </p:spPr>
          <p:txBody>
            <a:bodyPr wrap="square" rtlCol="0" anchor="ctr">
              <a:noAutofit/>
            </a:bodyPr>
            <a:lstStyle/>
            <a:p>
              <a:endParaRPr lang="en-US"/>
            </a:p>
          </p:txBody>
        </p:sp>
      </p:grpSp>
      <p:grpSp>
        <p:nvGrpSpPr>
          <p:cNvPr id="153" name="Group 152">
            <a:extLst>
              <a:ext uri="{FF2B5EF4-FFF2-40B4-BE49-F238E27FC236}">
                <a16:creationId xmlns:a16="http://schemas.microsoft.com/office/drawing/2014/main" id="{7180B022-D1D4-8671-5572-55A8D01C095D}"/>
              </a:ext>
              <a:ext uri="{C183D7F6-B498-43B3-948B-1728B52AA6E4}">
                <adec:decorative xmlns:adec="http://schemas.microsoft.com/office/drawing/2017/decorative" val="1"/>
              </a:ext>
            </a:extLst>
          </p:cNvPr>
          <p:cNvGrpSpPr>
            <a:grpSpLocks noChangeAspect="1"/>
          </p:cNvGrpSpPr>
          <p:nvPr/>
        </p:nvGrpSpPr>
        <p:grpSpPr>
          <a:xfrm>
            <a:off x="7181141" y="4343071"/>
            <a:ext cx="331542" cy="457200"/>
            <a:chOff x="7181141" y="4343071"/>
            <a:chExt cx="331542" cy="457200"/>
          </a:xfrm>
          <a:solidFill>
            <a:srgbClr val="FF0000"/>
          </a:solidFill>
        </p:grpSpPr>
        <p:sp>
          <p:nvSpPr>
            <p:cNvPr id="2247" name="Freeform: Shape 2246">
              <a:extLst>
                <a:ext uri="{FF2B5EF4-FFF2-40B4-BE49-F238E27FC236}">
                  <a16:creationId xmlns:a16="http://schemas.microsoft.com/office/drawing/2014/main" id="{004B3B7E-C3A3-6B1E-4AFE-35D106CA9B00}"/>
                </a:ext>
                <a:ext uri="{C183D7F6-B498-43B3-948B-1728B52AA6E4}">
                  <adec:decorative xmlns:adec="http://schemas.microsoft.com/office/drawing/2017/decorative" val="1"/>
                </a:ext>
              </a:extLst>
            </p:cNvPr>
            <p:cNvSpPr/>
            <p:nvPr/>
          </p:nvSpPr>
          <p:spPr>
            <a:xfrm>
              <a:off x="7181141" y="4343071"/>
              <a:ext cx="331542" cy="457200"/>
            </a:xfrm>
            <a:custGeom>
              <a:avLst/>
              <a:gdLst>
                <a:gd name="connsiteX0" fmla="*/ 29819 w 572232"/>
                <a:gd name="connsiteY0" fmla="*/ 192161 h 789114"/>
                <a:gd name="connsiteX1" fmla="*/ 542407 w 572232"/>
                <a:gd name="connsiteY1" fmla="*/ 192207 h 789114"/>
                <a:gd name="connsiteX2" fmla="*/ 563893 w 572232"/>
                <a:gd name="connsiteY2" fmla="*/ 217203 h 789114"/>
                <a:gd name="connsiteX3" fmla="*/ 561396 w 572232"/>
                <a:gd name="connsiteY3" fmla="*/ 245816 h 789114"/>
                <a:gd name="connsiteX4" fmla="*/ 559632 w 572232"/>
                <a:gd name="connsiteY4" fmla="*/ 269526 h 789114"/>
                <a:gd name="connsiteX5" fmla="*/ 556344 w 572232"/>
                <a:gd name="connsiteY5" fmla="*/ 307683 h 789114"/>
                <a:gd name="connsiteX6" fmla="*/ 554584 w 572232"/>
                <a:gd name="connsiteY6" fmla="*/ 332657 h 789114"/>
                <a:gd name="connsiteX7" fmla="*/ 553494 w 572232"/>
                <a:gd name="connsiteY7" fmla="*/ 345279 h 789114"/>
                <a:gd name="connsiteX8" fmla="*/ 509436 w 572232"/>
                <a:gd name="connsiteY8" fmla="*/ 345279 h 789114"/>
                <a:gd name="connsiteX9" fmla="*/ 509981 w 572232"/>
                <a:gd name="connsiteY9" fmla="*/ 337811 h 789114"/>
                <a:gd name="connsiteX10" fmla="*/ 510853 w 572232"/>
                <a:gd name="connsiteY10" fmla="*/ 326589 h 789114"/>
                <a:gd name="connsiteX11" fmla="*/ 514140 w 572232"/>
                <a:gd name="connsiteY11" fmla="*/ 290966 h 789114"/>
                <a:gd name="connsiteX12" fmla="*/ 515902 w 572232"/>
                <a:gd name="connsiteY12" fmla="*/ 264732 h 789114"/>
                <a:gd name="connsiteX13" fmla="*/ 517500 w 572232"/>
                <a:gd name="connsiteY13" fmla="*/ 250289 h 789114"/>
                <a:gd name="connsiteX14" fmla="*/ 518275 w 572232"/>
                <a:gd name="connsiteY14" fmla="*/ 236392 h 789114"/>
                <a:gd name="connsiteX15" fmla="*/ 53592 w 572232"/>
                <a:gd name="connsiteY15" fmla="*/ 236392 h 789114"/>
                <a:gd name="connsiteX16" fmla="*/ 55592 w 572232"/>
                <a:gd name="connsiteY16" fmla="*/ 265860 h 789114"/>
                <a:gd name="connsiteX17" fmla="*/ 57425 w 572232"/>
                <a:gd name="connsiteY17" fmla="*/ 288748 h 789114"/>
                <a:gd name="connsiteX18" fmla="*/ 59712 w 572232"/>
                <a:gd name="connsiteY18" fmla="*/ 310958 h 789114"/>
                <a:gd name="connsiteX19" fmla="*/ 63125 w 572232"/>
                <a:gd name="connsiteY19" fmla="*/ 354159 h 789114"/>
                <a:gd name="connsiteX20" fmla="*/ 65632 w 572232"/>
                <a:gd name="connsiteY20" fmla="*/ 384455 h 789114"/>
                <a:gd name="connsiteX21" fmla="*/ 69021 w 572232"/>
                <a:gd name="connsiteY21" fmla="*/ 427237 h 789114"/>
                <a:gd name="connsiteX22" fmla="*/ 71543 w 572232"/>
                <a:gd name="connsiteY22" fmla="*/ 458797 h 789114"/>
                <a:gd name="connsiteX23" fmla="*/ 74914 w 572232"/>
                <a:gd name="connsiteY23" fmla="*/ 500314 h 789114"/>
                <a:gd name="connsiteX24" fmla="*/ 77432 w 572232"/>
                <a:gd name="connsiteY24" fmla="*/ 532296 h 789114"/>
                <a:gd name="connsiteX25" fmla="*/ 79989 w 572232"/>
                <a:gd name="connsiteY25" fmla="*/ 569334 h 789114"/>
                <a:gd name="connsiteX26" fmla="*/ 80878 w 572232"/>
                <a:gd name="connsiteY26" fmla="*/ 581397 h 789114"/>
                <a:gd name="connsiteX27" fmla="*/ 84184 w 572232"/>
                <a:gd name="connsiteY27" fmla="*/ 619967 h 789114"/>
                <a:gd name="connsiteX28" fmla="*/ 85938 w 572232"/>
                <a:gd name="connsiteY28" fmla="*/ 643673 h 789114"/>
                <a:gd name="connsiteX29" fmla="*/ 89258 w 572232"/>
                <a:gd name="connsiteY29" fmla="*/ 680557 h 789114"/>
                <a:gd name="connsiteX30" fmla="*/ 91867 w 572232"/>
                <a:gd name="connsiteY30" fmla="*/ 707868 h 789114"/>
                <a:gd name="connsiteX31" fmla="*/ 136036 w 572232"/>
                <a:gd name="connsiteY31" fmla="*/ 745272 h 789114"/>
                <a:gd name="connsiteX32" fmla="*/ 431901 w 572232"/>
                <a:gd name="connsiteY32" fmla="*/ 745245 h 789114"/>
                <a:gd name="connsiteX33" fmla="*/ 442263 w 572232"/>
                <a:gd name="connsiteY33" fmla="*/ 744418 h 789114"/>
                <a:gd name="connsiteX34" fmla="*/ 475556 w 572232"/>
                <a:gd name="connsiteY34" fmla="*/ 720653 h 789114"/>
                <a:gd name="connsiteX35" fmla="*/ 481246 w 572232"/>
                <a:gd name="connsiteY35" fmla="*/ 696761 h 789114"/>
                <a:gd name="connsiteX36" fmla="*/ 482110 w 572232"/>
                <a:gd name="connsiteY36" fmla="*/ 690249 h 789114"/>
                <a:gd name="connsiteX37" fmla="*/ 485480 w 572232"/>
                <a:gd name="connsiteY37" fmla="*/ 648744 h 789114"/>
                <a:gd name="connsiteX38" fmla="*/ 488044 w 572232"/>
                <a:gd name="connsiteY38" fmla="*/ 610876 h 789114"/>
                <a:gd name="connsiteX39" fmla="*/ 488940 w 572232"/>
                <a:gd name="connsiteY39" fmla="*/ 598817 h 789114"/>
                <a:gd name="connsiteX40" fmla="*/ 492230 w 572232"/>
                <a:gd name="connsiteY40" fmla="*/ 561522 h 789114"/>
                <a:gd name="connsiteX41" fmla="*/ 493995 w 572232"/>
                <a:gd name="connsiteY41" fmla="*/ 536560 h 789114"/>
                <a:gd name="connsiteX42" fmla="*/ 497300 w 572232"/>
                <a:gd name="connsiteY42" fmla="*/ 497160 h 789114"/>
                <a:gd name="connsiteX43" fmla="*/ 498203 w 572232"/>
                <a:gd name="connsiteY43" fmla="*/ 484258 h 789114"/>
                <a:gd name="connsiteX44" fmla="*/ 499264 w 572232"/>
                <a:gd name="connsiteY44" fmla="*/ 471515 h 789114"/>
                <a:gd name="connsiteX45" fmla="*/ 542904 w 572232"/>
                <a:gd name="connsiteY45" fmla="*/ 471515 h 789114"/>
                <a:gd name="connsiteX46" fmla="*/ 541161 w 572232"/>
                <a:gd name="connsiteY46" fmla="*/ 493261 h 789114"/>
                <a:gd name="connsiteX47" fmla="*/ 537781 w 572232"/>
                <a:gd name="connsiteY47" fmla="*/ 535192 h 789114"/>
                <a:gd name="connsiteX48" fmla="*/ 535256 w 572232"/>
                <a:gd name="connsiteY48" fmla="*/ 566746 h 789114"/>
                <a:gd name="connsiteX49" fmla="*/ 531885 w 572232"/>
                <a:gd name="connsiteY49" fmla="*/ 608256 h 789114"/>
                <a:gd name="connsiteX50" fmla="*/ 529351 w 572232"/>
                <a:gd name="connsiteY50" fmla="*/ 640230 h 789114"/>
                <a:gd name="connsiteX51" fmla="*/ 525980 w 572232"/>
                <a:gd name="connsiteY51" fmla="*/ 681740 h 789114"/>
                <a:gd name="connsiteX52" fmla="*/ 523353 w 572232"/>
                <a:gd name="connsiteY52" fmla="*/ 713273 h 789114"/>
                <a:gd name="connsiteX53" fmla="*/ 513009 w 572232"/>
                <a:gd name="connsiteY53" fmla="*/ 743520 h 789114"/>
                <a:gd name="connsiteX54" fmla="*/ 493089 w 572232"/>
                <a:gd name="connsiteY54" fmla="*/ 767738 h 789114"/>
                <a:gd name="connsiteX55" fmla="*/ 455367 w 572232"/>
                <a:gd name="connsiteY55" fmla="*/ 786554 h 789114"/>
                <a:gd name="connsiteX56" fmla="*/ 440833 w 572232"/>
                <a:gd name="connsiteY56" fmla="*/ 788985 h 789114"/>
                <a:gd name="connsiteX57" fmla="*/ 438315 w 572232"/>
                <a:gd name="connsiteY57" fmla="*/ 789114 h 789114"/>
                <a:gd name="connsiteX58" fmla="*/ 131572 w 572232"/>
                <a:gd name="connsiteY58" fmla="*/ 788762 h 789114"/>
                <a:gd name="connsiteX59" fmla="*/ 124243 w 572232"/>
                <a:gd name="connsiteY59" fmla="*/ 788204 h 789114"/>
                <a:gd name="connsiteX60" fmla="*/ 83026 w 572232"/>
                <a:gd name="connsiteY60" fmla="*/ 771270 h 789114"/>
                <a:gd name="connsiteX61" fmla="*/ 50747 w 572232"/>
                <a:gd name="connsiteY61" fmla="*/ 722902 h 789114"/>
                <a:gd name="connsiteX62" fmla="*/ 44606 w 572232"/>
                <a:gd name="connsiteY62" fmla="*/ 670573 h 789114"/>
                <a:gd name="connsiteX63" fmla="*/ 42077 w 572232"/>
                <a:gd name="connsiteY63" fmla="*/ 641538 h 789114"/>
                <a:gd name="connsiteX64" fmla="*/ 38670 w 572232"/>
                <a:gd name="connsiteY64" fmla="*/ 593692 h 789114"/>
                <a:gd name="connsiteX65" fmla="*/ 37775 w 572232"/>
                <a:gd name="connsiteY65" fmla="*/ 581205 h 789114"/>
                <a:gd name="connsiteX66" fmla="*/ 34467 w 572232"/>
                <a:gd name="connsiteY66" fmla="*/ 542206 h 789114"/>
                <a:gd name="connsiteX67" fmla="*/ 33551 w 572232"/>
                <a:gd name="connsiteY67" fmla="*/ 528877 h 789114"/>
                <a:gd name="connsiteX68" fmla="*/ 30260 w 572232"/>
                <a:gd name="connsiteY68" fmla="*/ 490721 h 789114"/>
                <a:gd name="connsiteX69" fmla="*/ 28487 w 572232"/>
                <a:gd name="connsiteY69" fmla="*/ 465748 h 789114"/>
                <a:gd name="connsiteX70" fmla="*/ 25196 w 572232"/>
                <a:gd name="connsiteY70" fmla="*/ 430541 h 789114"/>
                <a:gd name="connsiteX71" fmla="*/ 22680 w 572232"/>
                <a:gd name="connsiteY71" fmla="*/ 400662 h 789114"/>
                <a:gd name="connsiteX72" fmla="*/ 19297 w 572232"/>
                <a:gd name="connsiteY72" fmla="*/ 357029 h 789114"/>
                <a:gd name="connsiteX73" fmla="*/ 17581 w 572232"/>
                <a:gd name="connsiteY73" fmla="*/ 330788 h 789114"/>
                <a:gd name="connsiteX74" fmla="*/ 16709 w 572232"/>
                <a:gd name="connsiteY74" fmla="*/ 319143 h 789114"/>
                <a:gd name="connsiteX75" fmla="*/ 13406 w 572232"/>
                <a:gd name="connsiteY75" fmla="*/ 282673 h 789114"/>
                <a:gd name="connsiteX76" fmla="*/ 11656 w 572232"/>
                <a:gd name="connsiteY76" fmla="*/ 256855 h 789114"/>
                <a:gd name="connsiteX77" fmla="*/ 8344 w 572232"/>
                <a:gd name="connsiteY77" fmla="*/ 213640 h 789114"/>
                <a:gd name="connsiteX78" fmla="*/ 29819 w 572232"/>
                <a:gd name="connsiteY78" fmla="*/ 192161 h 789114"/>
                <a:gd name="connsiteX79" fmla="*/ 471658 w 572232"/>
                <a:gd name="connsiteY79" fmla="*/ 97810 h 789114"/>
                <a:gd name="connsiteX80" fmla="*/ 210834 w 572232"/>
                <a:gd name="connsiteY80" fmla="*/ 97830 h 789114"/>
                <a:gd name="connsiteX81" fmla="*/ 91751 w 572232"/>
                <a:gd name="connsiteY81" fmla="*/ 98851 h 789114"/>
                <a:gd name="connsiteX82" fmla="*/ 72952 w 572232"/>
                <a:gd name="connsiteY82" fmla="*/ 103758 h 789114"/>
                <a:gd name="connsiteX83" fmla="*/ 48255 w 572232"/>
                <a:gd name="connsiteY83" fmla="*/ 129465 h 789114"/>
                <a:gd name="connsiteX84" fmla="*/ 524383 w 572232"/>
                <a:gd name="connsiteY84" fmla="*/ 129465 h 789114"/>
                <a:gd name="connsiteX85" fmla="*/ 515893 w 572232"/>
                <a:gd name="connsiteY85" fmla="*/ 116918 h 789114"/>
                <a:gd name="connsiteX86" fmla="*/ 471658 w 572232"/>
                <a:gd name="connsiteY86" fmla="*/ 97810 h 789114"/>
                <a:gd name="connsiteX87" fmla="*/ 193775 w 572232"/>
                <a:gd name="connsiteY87" fmla="*/ 0 h 789114"/>
                <a:gd name="connsiteX88" fmla="*/ 380760 w 572232"/>
                <a:gd name="connsiteY88" fmla="*/ 339 h 789114"/>
                <a:gd name="connsiteX89" fmla="*/ 390723 w 572232"/>
                <a:gd name="connsiteY89" fmla="*/ 3653 h 789114"/>
                <a:gd name="connsiteX90" fmla="*/ 416344 w 572232"/>
                <a:gd name="connsiteY90" fmla="*/ 44218 h 789114"/>
                <a:gd name="connsiteX91" fmla="*/ 416372 w 572232"/>
                <a:gd name="connsiteY91" fmla="*/ 55637 h 789114"/>
                <a:gd name="connsiteX92" fmla="*/ 421570 w 572232"/>
                <a:gd name="connsiteY92" fmla="*/ 55637 h 789114"/>
                <a:gd name="connsiteX93" fmla="*/ 484330 w 572232"/>
                <a:gd name="connsiteY93" fmla="*/ 55639 h 789114"/>
                <a:gd name="connsiteX94" fmla="*/ 487696 w 572232"/>
                <a:gd name="connsiteY94" fmla="*/ 55700 h 789114"/>
                <a:gd name="connsiteX95" fmla="*/ 533564 w 572232"/>
                <a:gd name="connsiteY95" fmla="*/ 74157 h 789114"/>
                <a:gd name="connsiteX96" fmla="*/ 565807 w 572232"/>
                <a:gd name="connsiteY96" fmla="*/ 117076 h 789114"/>
                <a:gd name="connsiteX97" fmla="*/ 572207 w 572232"/>
                <a:gd name="connsiteY97" fmla="*/ 141622 h 789114"/>
                <a:gd name="connsiteX98" fmla="*/ 571999 w 572232"/>
                <a:gd name="connsiteY98" fmla="*/ 154918 h 789114"/>
                <a:gd name="connsiteX99" fmla="*/ 550603 w 572232"/>
                <a:gd name="connsiteY99" fmla="*/ 173846 h 789114"/>
                <a:gd name="connsiteX100" fmla="*/ 21326 w 572232"/>
                <a:gd name="connsiteY100" fmla="*/ 173642 h 789114"/>
                <a:gd name="connsiteX101" fmla="*/ 15607 w 572232"/>
                <a:gd name="connsiteY101" fmla="*/ 172975 h 789114"/>
                <a:gd name="connsiteX102" fmla="*/ 25 w 572232"/>
                <a:gd name="connsiteY102" fmla="*/ 156818 h 789114"/>
                <a:gd name="connsiteX103" fmla="*/ 237 w 572232"/>
                <a:gd name="connsiteY103" fmla="*/ 138458 h 789114"/>
                <a:gd name="connsiteX104" fmla="*/ 1839 w 572232"/>
                <a:gd name="connsiteY104" fmla="*/ 130991 h 789114"/>
                <a:gd name="connsiteX105" fmla="*/ 38124 w 572232"/>
                <a:gd name="connsiteY105" fmla="*/ 74422 h 789114"/>
                <a:gd name="connsiteX106" fmla="*/ 91457 w 572232"/>
                <a:gd name="connsiteY106" fmla="*/ 55673 h 789114"/>
                <a:gd name="connsiteX107" fmla="*/ 150386 w 572232"/>
                <a:gd name="connsiteY107" fmla="*/ 55637 h 789114"/>
                <a:gd name="connsiteX108" fmla="*/ 154582 w 572232"/>
                <a:gd name="connsiteY108" fmla="*/ 55637 h 789114"/>
                <a:gd name="connsiteX109" fmla="*/ 155915 w 572232"/>
                <a:gd name="connsiteY109" fmla="*/ 37516 h 789114"/>
                <a:gd name="connsiteX110" fmla="*/ 171308 w 572232"/>
                <a:gd name="connsiteY110" fmla="*/ 10254 h 789114"/>
                <a:gd name="connsiteX111" fmla="*/ 191259 w 572232"/>
                <a:gd name="connsiteY111" fmla="*/ 130 h 789114"/>
                <a:gd name="connsiteX112" fmla="*/ 193775 w 572232"/>
                <a:gd name="connsiteY112" fmla="*/ 0 h 78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572232" h="789114">
                  <a:moveTo>
                    <a:pt x="29819" y="192161"/>
                  </a:moveTo>
                  <a:cubicBezTo>
                    <a:pt x="200682" y="192243"/>
                    <a:pt x="371544" y="192222"/>
                    <a:pt x="542407" y="192207"/>
                  </a:cubicBezTo>
                  <a:cubicBezTo>
                    <a:pt x="556236" y="192205"/>
                    <a:pt x="565156" y="204663"/>
                    <a:pt x="563893" y="217203"/>
                  </a:cubicBezTo>
                  <a:cubicBezTo>
                    <a:pt x="562934" y="226728"/>
                    <a:pt x="562171" y="236274"/>
                    <a:pt x="561396" y="245816"/>
                  </a:cubicBezTo>
                  <a:cubicBezTo>
                    <a:pt x="560755" y="253715"/>
                    <a:pt x="560287" y="261628"/>
                    <a:pt x="559632" y="269526"/>
                  </a:cubicBezTo>
                  <a:cubicBezTo>
                    <a:pt x="558577" y="282248"/>
                    <a:pt x="557379" y="294959"/>
                    <a:pt x="556344" y="307683"/>
                  </a:cubicBezTo>
                  <a:cubicBezTo>
                    <a:pt x="555668" y="316000"/>
                    <a:pt x="555225" y="324337"/>
                    <a:pt x="554584" y="332657"/>
                  </a:cubicBezTo>
                  <a:lnTo>
                    <a:pt x="553494" y="345279"/>
                  </a:lnTo>
                  <a:lnTo>
                    <a:pt x="509436" y="345279"/>
                  </a:lnTo>
                  <a:lnTo>
                    <a:pt x="509981" y="337811"/>
                  </a:lnTo>
                  <a:cubicBezTo>
                    <a:pt x="510253" y="334069"/>
                    <a:pt x="510511" y="330325"/>
                    <a:pt x="510853" y="326589"/>
                  </a:cubicBezTo>
                  <a:cubicBezTo>
                    <a:pt x="511939" y="314714"/>
                    <a:pt x="513155" y="302850"/>
                    <a:pt x="514140" y="290966"/>
                  </a:cubicBezTo>
                  <a:cubicBezTo>
                    <a:pt x="514864" y="282233"/>
                    <a:pt x="515223" y="273470"/>
                    <a:pt x="515902" y="264732"/>
                  </a:cubicBezTo>
                  <a:cubicBezTo>
                    <a:pt x="516278" y="259906"/>
                    <a:pt x="517088" y="255114"/>
                    <a:pt x="517500" y="250289"/>
                  </a:cubicBezTo>
                  <a:cubicBezTo>
                    <a:pt x="517895" y="245654"/>
                    <a:pt x="518029" y="240996"/>
                    <a:pt x="518275" y="236392"/>
                  </a:cubicBezTo>
                  <a:cubicBezTo>
                    <a:pt x="363210" y="236392"/>
                    <a:pt x="208621" y="236392"/>
                    <a:pt x="53592" y="236392"/>
                  </a:cubicBezTo>
                  <a:cubicBezTo>
                    <a:pt x="54281" y="246324"/>
                    <a:pt x="54945" y="255896"/>
                    <a:pt x="55592" y="265860"/>
                  </a:cubicBezTo>
                  <a:cubicBezTo>
                    <a:pt x="56148" y="273644"/>
                    <a:pt x="56722" y="281035"/>
                    <a:pt x="57425" y="288748"/>
                  </a:cubicBezTo>
                  <a:cubicBezTo>
                    <a:pt x="58281" y="296365"/>
                    <a:pt x="59104" y="303653"/>
                    <a:pt x="59712" y="310958"/>
                  </a:cubicBezTo>
                  <a:cubicBezTo>
                    <a:pt x="60911" y="325353"/>
                    <a:pt x="61973" y="339760"/>
                    <a:pt x="63125" y="354159"/>
                  </a:cubicBezTo>
                  <a:cubicBezTo>
                    <a:pt x="63933" y="364260"/>
                    <a:pt x="64819" y="374355"/>
                    <a:pt x="65632" y="384455"/>
                  </a:cubicBezTo>
                  <a:cubicBezTo>
                    <a:pt x="66780" y="398714"/>
                    <a:pt x="67889" y="412977"/>
                    <a:pt x="69021" y="427237"/>
                  </a:cubicBezTo>
                  <a:cubicBezTo>
                    <a:pt x="69856" y="437757"/>
                    <a:pt x="70693" y="448277"/>
                    <a:pt x="71543" y="458797"/>
                  </a:cubicBezTo>
                  <a:cubicBezTo>
                    <a:pt x="72661" y="472636"/>
                    <a:pt x="73801" y="486474"/>
                    <a:pt x="74914" y="500314"/>
                  </a:cubicBezTo>
                  <a:cubicBezTo>
                    <a:pt x="75772" y="510974"/>
                    <a:pt x="76652" y="521631"/>
                    <a:pt x="77432" y="532296"/>
                  </a:cubicBezTo>
                  <a:cubicBezTo>
                    <a:pt x="78335" y="544638"/>
                    <a:pt x="79135" y="556988"/>
                    <a:pt x="79989" y="569334"/>
                  </a:cubicBezTo>
                  <a:cubicBezTo>
                    <a:pt x="80267" y="573356"/>
                    <a:pt x="80538" y="577380"/>
                    <a:pt x="80878" y="581397"/>
                  </a:cubicBezTo>
                  <a:cubicBezTo>
                    <a:pt x="81968" y="594255"/>
                    <a:pt x="83127" y="607107"/>
                    <a:pt x="84184" y="619967"/>
                  </a:cubicBezTo>
                  <a:cubicBezTo>
                    <a:pt x="84834" y="627864"/>
                    <a:pt x="85268" y="635778"/>
                    <a:pt x="85938" y="643673"/>
                  </a:cubicBezTo>
                  <a:cubicBezTo>
                    <a:pt x="86982" y="655973"/>
                    <a:pt x="88139" y="668263"/>
                    <a:pt x="89258" y="680557"/>
                  </a:cubicBezTo>
                  <a:cubicBezTo>
                    <a:pt x="90087" y="689666"/>
                    <a:pt x="90445" y="698851"/>
                    <a:pt x="91867" y="707868"/>
                  </a:cubicBezTo>
                  <a:cubicBezTo>
                    <a:pt x="95109" y="728435"/>
                    <a:pt x="114866" y="745269"/>
                    <a:pt x="136036" y="745272"/>
                  </a:cubicBezTo>
                  <a:cubicBezTo>
                    <a:pt x="234658" y="745290"/>
                    <a:pt x="333279" y="745288"/>
                    <a:pt x="431901" y="745245"/>
                  </a:cubicBezTo>
                  <a:cubicBezTo>
                    <a:pt x="435357" y="745244"/>
                    <a:pt x="438844" y="744937"/>
                    <a:pt x="442263" y="744418"/>
                  </a:cubicBezTo>
                  <a:cubicBezTo>
                    <a:pt x="457236" y="742149"/>
                    <a:pt x="468153" y="734094"/>
                    <a:pt x="475556" y="720653"/>
                  </a:cubicBezTo>
                  <a:cubicBezTo>
                    <a:pt x="480307" y="713313"/>
                    <a:pt x="481127" y="705305"/>
                    <a:pt x="481246" y="696761"/>
                  </a:cubicBezTo>
                  <a:cubicBezTo>
                    <a:pt x="481559" y="694348"/>
                    <a:pt x="481938" y="692307"/>
                    <a:pt x="482110" y="690249"/>
                  </a:cubicBezTo>
                  <a:cubicBezTo>
                    <a:pt x="483264" y="676416"/>
                    <a:pt x="484445" y="662586"/>
                    <a:pt x="485480" y="648744"/>
                  </a:cubicBezTo>
                  <a:cubicBezTo>
                    <a:pt x="486423" y="636128"/>
                    <a:pt x="487187" y="623499"/>
                    <a:pt x="488044" y="610876"/>
                  </a:cubicBezTo>
                  <a:cubicBezTo>
                    <a:pt x="488317" y="606855"/>
                    <a:pt x="488590" y="602832"/>
                    <a:pt x="488940" y="598817"/>
                  </a:cubicBezTo>
                  <a:cubicBezTo>
                    <a:pt x="490024" y="586384"/>
                    <a:pt x="491204" y="573959"/>
                    <a:pt x="492230" y="561522"/>
                  </a:cubicBezTo>
                  <a:cubicBezTo>
                    <a:pt x="492916" y="553209"/>
                    <a:pt x="493332" y="544875"/>
                    <a:pt x="493995" y="536560"/>
                  </a:cubicBezTo>
                  <a:cubicBezTo>
                    <a:pt x="495044" y="523423"/>
                    <a:pt x="496215" y="510295"/>
                    <a:pt x="497300" y="497160"/>
                  </a:cubicBezTo>
                  <a:cubicBezTo>
                    <a:pt x="497655" y="492863"/>
                    <a:pt x="497870" y="488556"/>
                    <a:pt x="498203" y="484258"/>
                  </a:cubicBezTo>
                  <a:lnTo>
                    <a:pt x="499264" y="471515"/>
                  </a:lnTo>
                  <a:lnTo>
                    <a:pt x="542904" y="471515"/>
                  </a:lnTo>
                  <a:lnTo>
                    <a:pt x="541161" y="493261"/>
                  </a:lnTo>
                  <a:cubicBezTo>
                    <a:pt x="540038" y="507239"/>
                    <a:pt x="538905" y="521215"/>
                    <a:pt x="537781" y="535192"/>
                  </a:cubicBezTo>
                  <a:cubicBezTo>
                    <a:pt x="536936" y="545710"/>
                    <a:pt x="536106" y="556229"/>
                    <a:pt x="535256" y="566746"/>
                  </a:cubicBezTo>
                  <a:cubicBezTo>
                    <a:pt x="534138" y="580583"/>
                    <a:pt x="532999" y="594418"/>
                    <a:pt x="531885" y="608256"/>
                  </a:cubicBezTo>
                  <a:cubicBezTo>
                    <a:pt x="531028" y="618913"/>
                    <a:pt x="530209" y="629573"/>
                    <a:pt x="529351" y="640230"/>
                  </a:cubicBezTo>
                  <a:cubicBezTo>
                    <a:pt x="528238" y="654068"/>
                    <a:pt x="527100" y="667903"/>
                    <a:pt x="525980" y="681740"/>
                  </a:cubicBezTo>
                  <a:cubicBezTo>
                    <a:pt x="525129" y="692254"/>
                    <a:pt x="524622" y="702810"/>
                    <a:pt x="523353" y="713273"/>
                  </a:cubicBezTo>
                  <a:cubicBezTo>
                    <a:pt x="522050" y="724009"/>
                    <a:pt x="518466" y="734121"/>
                    <a:pt x="513009" y="743520"/>
                  </a:cubicBezTo>
                  <a:cubicBezTo>
                    <a:pt x="507690" y="752682"/>
                    <a:pt x="501304" y="760877"/>
                    <a:pt x="493089" y="767738"/>
                  </a:cubicBezTo>
                  <a:cubicBezTo>
                    <a:pt x="481956" y="777036"/>
                    <a:pt x="469490" y="783437"/>
                    <a:pt x="455367" y="786554"/>
                  </a:cubicBezTo>
                  <a:cubicBezTo>
                    <a:pt x="450577" y="787611"/>
                    <a:pt x="445681" y="788188"/>
                    <a:pt x="440833" y="788985"/>
                  </a:cubicBezTo>
                  <a:cubicBezTo>
                    <a:pt x="439994" y="789030"/>
                    <a:pt x="439154" y="789114"/>
                    <a:pt x="438315" y="789114"/>
                  </a:cubicBezTo>
                  <a:cubicBezTo>
                    <a:pt x="336269" y="789112"/>
                    <a:pt x="234224" y="789103"/>
                    <a:pt x="131572" y="788762"/>
                  </a:cubicBezTo>
                  <a:cubicBezTo>
                    <a:pt x="128723" y="788367"/>
                    <a:pt x="126439" y="788556"/>
                    <a:pt x="124243" y="788204"/>
                  </a:cubicBezTo>
                  <a:cubicBezTo>
                    <a:pt x="109189" y="785789"/>
                    <a:pt x="95192" y="780603"/>
                    <a:pt x="83026" y="771270"/>
                  </a:cubicBezTo>
                  <a:cubicBezTo>
                    <a:pt x="66816" y="758835"/>
                    <a:pt x="54682" y="743083"/>
                    <a:pt x="50747" y="722902"/>
                  </a:cubicBezTo>
                  <a:cubicBezTo>
                    <a:pt x="47395" y="705712"/>
                    <a:pt x="46453" y="688045"/>
                    <a:pt x="44606" y="670573"/>
                  </a:cubicBezTo>
                  <a:cubicBezTo>
                    <a:pt x="43585" y="660913"/>
                    <a:pt x="42807" y="651225"/>
                    <a:pt x="42077" y="641538"/>
                  </a:cubicBezTo>
                  <a:cubicBezTo>
                    <a:pt x="40874" y="625595"/>
                    <a:pt x="39799" y="609641"/>
                    <a:pt x="38670" y="593692"/>
                  </a:cubicBezTo>
                  <a:cubicBezTo>
                    <a:pt x="38375" y="589529"/>
                    <a:pt x="38123" y="585363"/>
                    <a:pt x="37775" y="581205"/>
                  </a:cubicBezTo>
                  <a:cubicBezTo>
                    <a:pt x="36688" y="568204"/>
                    <a:pt x="35545" y="555208"/>
                    <a:pt x="34467" y="542206"/>
                  </a:cubicBezTo>
                  <a:cubicBezTo>
                    <a:pt x="34100" y="537768"/>
                    <a:pt x="33925" y="533314"/>
                    <a:pt x="33551" y="528877"/>
                  </a:cubicBezTo>
                  <a:cubicBezTo>
                    <a:pt x="32478" y="516156"/>
                    <a:pt x="31295" y="503444"/>
                    <a:pt x="30260" y="490721"/>
                  </a:cubicBezTo>
                  <a:cubicBezTo>
                    <a:pt x="29583" y="482403"/>
                    <a:pt x="29199" y="474061"/>
                    <a:pt x="28487" y="465748"/>
                  </a:cubicBezTo>
                  <a:cubicBezTo>
                    <a:pt x="27481" y="454004"/>
                    <a:pt x="26254" y="442280"/>
                    <a:pt x="25196" y="430541"/>
                  </a:cubicBezTo>
                  <a:cubicBezTo>
                    <a:pt x="24299" y="420586"/>
                    <a:pt x="23475" y="410625"/>
                    <a:pt x="22680" y="400662"/>
                  </a:cubicBezTo>
                  <a:cubicBezTo>
                    <a:pt x="21519" y="386120"/>
                    <a:pt x="20372" y="371577"/>
                    <a:pt x="19297" y="357029"/>
                  </a:cubicBezTo>
                  <a:cubicBezTo>
                    <a:pt x="18650" y="348288"/>
                    <a:pt x="18163" y="339534"/>
                    <a:pt x="17581" y="330788"/>
                  </a:cubicBezTo>
                  <a:cubicBezTo>
                    <a:pt x="17323" y="326904"/>
                    <a:pt x="17056" y="323020"/>
                    <a:pt x="16709" y="319143"/>
                  </a:cubicBezTo>
                  <a:cubicBezTo>
                    <a:pt x="15620" y="306985"/>
                    <a:pt x="14412" y="294837"/>
                    <a:pt x="13406" y="282673"/>
                  </a:cubicBezTo>
                  <a:cubicBezTo>
                    <a:pt x="12696" y="274077"/>
                    <a:pt x="12294" y="265457"/>
                    <a:pt x="11656" y="256855"/>
                  </a:cubicBezTo>
                  <a:cubicBezTo>
                    <a:pt x="10586" y="242448"/>
                    <a:pt x="9364" y="228051"/>
                    <a:pt x="8344" y="213640"/>
                  </a:cubicBezTo>
                  <a:cubicBezTo>
                    <a:pt x="7537" y="202250"/>
                    <a:pt x="17518" y="192155"/>
                    <a:pt x="29819" y="192161"/>
                  </a:cubicBezTo>
                  <a:close/>
                  <a:moveTo>
                    <a:pt x="471658" y="97810"/>
                  </a:moveTo>
                  <a:cubicBezTo>
                    <a:pt x="384717" y="97770"/>
                    <a:pt x="297776" y="97707"/>
                    <a:pt x="210834" y="97830"/>
                  </a:cubicBezTo>
                  <a:cubicBezTo>
                    <a:pt x="171138" y="97886"/>
                    <a:pt x="131439" y="98149"/>
                    <a:pt x="91751" y="98851"/>
                  </a:cubicBezTo>
                  <a:cubicBezTo>
                    <a:pt x="85667" y="98959"/>
                    <a:pt x="79634" y="101956"/>
                    <a:pt x="72952" y="103758"/>
                  </a:cubicBezTo>
                  <a:cubicBezTo>
                    <a:pt x="61898" y="109605"/>
                    <a:pt x="53448" y="117881"/>
                    <a:pt x="48255" y="129465"/>
                  </a:cubicBezTo>
                  <a:cubicBezTo>
                    <a:pt x="206951" y="129465"/>
                    <a:pt x="365121" y="129465"/>
                    <a:pt x="524383" y="129465"/>
                  </a:cubicBezTo>
                  <a:cubicBezTo>
                    <a:pt x="521242" y="124770"/>
                    <a:pt x="518947" y="120523"/>
                    <a:pt x="515893" y="116918"/>
                  </a:cubicBezTo>
                  <a:cubicBezTo>
                    <a:pt x="504355" y="103292"/>
                    <a:pt x="489103" y="97818"/>
                    <a:pt x="471658" y="97810"/>
                  </a:cubicBezTo>
                  <a:close/>
                  <a:moveTo>
                    <a:pt x="193775" y="0"/>
                  </a:moveTo>
                  <a:cubicBezTo>
                    <a:pt x="255913" y="2"/>
                    <a:pt x="318051" y="11"/>
                    <a:pt x="380760" y="339"/>
                  </a:cubicBezTo>
                  <a:cubicBezTo>
                    <a:pt x="384473" y="1634"/>
                    <a:pt x="387814" y="2209"/>
                    <a:pt x="390723" y="3653"/>
                  </a:cubicBezTo>
                  <a:cubicBezTo>
                    <a:pt x="407436" y="11949"/>
                    <a:pt x="415365" y="25945"/>
                    <a:pt x="416344" y="44218"/>
                  </a:cubicBezTo>
                  <a:cubicBezTo>
                    <a:pt x="416543" y="47935"/>
                    <a:pt x="416372" y="51673"/>
                    <a:pt x="416372" y="55637"/>
                  </a:cubicBezTo>
                  <a:cubicBezTo>
                    <a:pt x="418514" y="55637"/>
                    <a:pt x="420042" y="55637"/>
                    <a:pt x="421570" y="55637"/>
                  </a:cubicBezTo>
                  <a:cubicBezTo>
                    <a:pt x="442490" y="55637"/>
                    <a:pt x="463410" y="55637"/>
                    <a:pt x="484330" y="55639"/>
                  </a:cubicBezTo>
                  <a:cubicBezTo>
                    <a:pt x="485453" y="55639"/>
                    <a:pt x="486596" y="55532"/>
                    <a:pt x="487696" y="55700"/>
                  </a:cubicBezTo>
                  <a:cubicBezTo>
                    <a:pt x="504432" y="58246"/>
                    <a:pt x="519929" y="63804"/>
                    <a:pt x="533564" y="74157"/>
                  </a:cubicBezTo>
                  <a:cubicBezTo>
                    <a:pt x="548407" y="85428"/>
                    <a:pt x="559555" y="99519"/>
                    <a:pt x="565807" y="117076"/>
                  </a:cubicBezTo>
                  <a:cubicBezTo>
                    <a:pt x="568633" y="125012"/>
                    <a:pt x="570115" y="133425"/>
                    <a:pt x="572207" y="141622"/>
                  </a:cubicBezTo>
                  <a:cubicBezTo>
                    <a:pt x="572244" y="145865"/>
                    <a:pt x="572281" y="150108"/>
                    <a:pt x="571999" y="154918"/>
                  </a:cubicBezTo>
                  <a:cubicBezTo>
                    <a:pt x="570866" y="165167"/>
                    <a:pt x="560391" y="173860"/>
                    <a:pt x="550603" y="173846"/>
                  </a:cubicBezTo>
                  <a:cubicBezTo>
                    <a:pt x="374177" y="173603"/>
                    <a:pt x="197751" y="173672"/>
                    <a:pt x="21326" y="173642"/>
                  </a:cubicBezTo>
                  <a:cubicBezTo>
                    <a:pt x="19417" y="173642"/>
                    <a:pt x="17471" y="173394"/>
                    <a:pt x="15607" y="172975"/>
                  </a:cubicBezTo>
                  <a:cubicBezTo>
                    <a:pt x="6896" y="171017"/>
                    <a:pt x="3084" y="164265"/>
                    <a:pt x="25" y="156818"/>
                  </a:cubicBezTo>
                  <a:cubicBezTo>
                    <a:pt x="-12" y="150889"/>
                    <a:pt x="-49" y="144961"/>
                    <a:pt x="237" y="138458"/>
                  </a:cubicBezTo>
                  <a:cubicBezTo>
                    <a:pt x="981" y="135585"/>
                    <a:pt x="1324" y="133269"/>
                    <a:pt x="1839" y="130991"/>
                  </a:cubicBezTo>
                  <a:cubicBezTo>
                    <a:pt x="7091" y="107750"/>
                    <a:pt x="19054" y="88692"/>
                    <a:pt x="38124" y="74422"/>
                  </a:cubicBezTo>
                  <a:cubicBezTo>
                    <a:pt x="53859" y="62648"/>
                    <a:pt x="71590" y="55840"/>
                    <a:pt x="91457" y="55673"/>
                  </a:cubicBezTo>
                  <a:cubicBezTo>
                    <a:pt x="111099" y="55508"/>
                    <a:pt x="130743" y="55637"/>
                    <a:pt x="150386" y="55637"/>
                  </a:cubicBezTo>
                  <a:cubicBezTo>
                    <a:pt x="151861" y="55637"/>
                    <a:pt x="153335" y="55637"/>
                    <a:pt x="154582" y="55637"/>
                  </a:cubicBezTo>
                  <a:cubicBezTo>
                    <a:pt x="155039" y="49153"/>
                    <a:pt x="155186" y="43298"/>
                    <a:pt x="155915" y="37516"/>
                  </a:cubicBezTo>
                  <a:cubicBezTo>
                    <a:pt x="157320" y="26386"/>
                    <a:pt x="162135" y="16717"/>
                    <a:pt x="171308" y="10254"/>
                  </a:cubicBezTo>
                  <a:cubicBezTo>
                    <a:pt x="177341" y="6002"/>
                    <a:pt x="184567" y="3445"/>
                    <a:pt x="191259" y="130"/>
                  </a:cubicBezTo>
                  <a:cubicBezTo>
                    <a:pt x="192098" y="85"/>
                    <a:pt x="192937" y="0"/>
                    <a:pt x="193775"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248" name="Freeform: Shape 2247">
              <a:extLst>
                <a:ext uri="{FF2B5EF4-FFF2-40B4-BE49-F238E27FC236}">
                  <a16:creationId xmlns:a16="http://schemas.microsoft.com/office/drawing/2014/main" id="{56AE5F98-0081-057C-0019-C070464B1CE8}"/>
                </a:ext>
                <a:ext uri="{C183D7F6-B498-43B3-948B-1728B52AA6E4}">
                  <adec:decorative xmlns:adec="http://schemas.microsoft.com/office/drawing/2017/decorative" val="1"/>
                </a:ext>
              </a:extLst>
            </p:cNvPr>
            <p:cNvSpPr/>
            <p:nvPr/>
          </p:nvSpPr>
          <p:spPr>
            <a:xfrm>
              <a:off x="7213350" y="4496924"/>
              <a:ext cx="292888" cy="263785"/>
            </a:xfrm>
            <a:custGeom>
              <a:avLst/>
              <a:gdLst>
                <a:gd name="connsiteX0" fmla="*/ 425234 w 505517"/>
                <a:gd name="connsiteY0" fmla="*/ 431615 h 455286"/>
                <a:gd name="connsiteX1" fmla="*/ 419964 w 505517"/>
                <a:gd name="connsiteY1" fmla="*/ 455107 h 455286"/>
                <a:gd name="connsiteX2" fmla="*/ 237720 w 505517"/>
                <a:gd name="connsiteY2" fmla="*/ 455280 h 455286"/>
                <a:gd name="connsiteX3" fmla="*/ 224596 w 505517"/>
                <a:gd name="connsiteY3" fmla="*/ 445122 h 455286"/>
                <a:gd name="connsiteX4" fmla="*/ 232438 w 505517"/>
                <a:gd name="connsiteY4" fmla="*/ 432599 h 455286"/>
                <a:gd name="connsiteX5" fmla="*/ 241133 w 505517"/>
                <a:gd name="connsiteY5" fmla="*/ 431716 h 455286"/>
                <a:gd name="connsiteX6" fmla="*/ 425234 w 505517"/>
                <a:gd name="connsiteY6" fmla="*/ 431615 h 455286"/>
                <a:gd name="connsiteX7" fmla="*/ 116697 w 505517"/>
                <a:gd name="connsiteY7" fmla="*/ 274041 h 455286"/>
                <a:gd name="connsiteX8" fmla="*/ 150097 w 505517"/>
                <a:gd name="connsiteY8" fmla="*/ 278112 h 455286"/>
                <a:gd name="connsiteX9" fmla="*/ 176237 w 505517"/>
                <a:gd name="connsiteY9" fmla="*/ 280775 h 455286"/>
                <a:gd name="connsiteX10" fmla="*/ 180035 w 505517"/>
                <a:gd name="connsiteY10" fmla="*/ 281280 h 455286"/>
                <a:gd name="connsiteX11" fmla="*/ 165841 w 505517"/>
                <a:gd name="connsiteY11" fmla="*/ 301013 h 455286"/>
                <a:gd name="connsiteX12" fmla="*/ 301991 w 505517"/>
                <a:gd name="connsiteY12" fmla="*/ 282889 h 455286"/>
                <a:gd name="connsiteX13" fmla="*/ 317837 w 505517"/>
                <a:gd name="connsiteY13" fmla="*/ 301700 h 455286"/>
                <a:gd name="connsiteX14" fmla="*/ 317149 w 505517"/>
                <a:gd name="connsiteY14" fmla="*/ 305044 h 455286"/>
                <a:gd name="connsiteX15" fmla="*/ 249652 w 505517"/>
                <a:gd name="connsiteY15" fmla="*/ 337879 h 455286"/>
                <a:gd name="connsiteX16" fmla="*/ 198166 w 505517"/>
                <a:gd name="connsiteY16" fmla="*/ 336864 h 455286"/>
                <a:gd name="connsiteX17" fmla="*/ 152929 w 505517"/>
                <a:gd name="connsiteY17" fmla="*/ 318487 h 455286"/>
                <a:gd name="connsiteX18" fmla="*/ 140666 w 505517"/>
                <a:gd name="connsiteY18" fmla="*/ 334568 h 455286"/>
                <a:gd name="connsiteX19" fmla="*/ 131161 w 505517"/>
                <a:gd name="connsiteY19" fmla="*/ 312969 h 455286"/>
                <a:gd name="connsiteX20" fmla="*/ 115711 w 505517"/>
                <a:gd name="connsiteY20" fmla="*/ 276978 h 455286"/>
                <a:gd name="connsiteX21" fmla="*/ 116697 w 505517"/>
                <a:gd name="connsiteY21" fmla="*/ 274041 h 455286"/>
                <a:gd name="connsiteX22" fmla="*/ 438605 w 505517"/>
                <a:gd name="connsiteY22" fmla="*/ 109619 h 455286"/>
                <a:gd name="connsiteX23" fmla="*/ 505517 w 505517"/>
                <a:gd name="connsiteY23" fmla="*/ 109619 h 455286"/>
                <a:gd name="connsiteX24" fmla="*/ 505517 w 505517"/>
                <a:gd name="connsiteY24" fmla="*/ 176085 h 455286"/>
                <a:gd name="connsiteX25" fmla="*/ 438605 w 505517"/>
                <a:gd name="connsiteY25" fmla="*/ 176085 h 455286"/>
                <a:gd name="connsiteX26" fmla="*/ 271576 w 505517"/>
                <a:gd name="connsiteY26" fmla="*/ 67588 h 455286"/>
                <a:gd name="connsiteX27" fmla="*/ 304874 w 505517"/>
                <a:gd name="connsiteY27" fmla="*/ 85730 h 455286"/>
                <a:gd name="connsiteX28" fmla="*/ 341231 w 505517"/>
                <a:gd name="connsiteY28" fmla="*/ 123388 h 455286"/>
                <a:gd name="connsiteX29" fmla="*/ 359876 w 505517"/>
                <a:gd name="connsiteY29" fmla="*/ 174250 h 455286"/>
                <a:gd name="connsiteX30" fmla="*/ 362373 w 505517"/>
                <a:gd name="connsiteY30" fmla="*/ 202864 h 455286"/>
                <a:gd name="connsiteX31" fmla="*/ 384537 w 505517"/>
                <a:gd name="connsiteY31" fmla="*/ 205342 h 455286"/>
                <a:gd name="connsiteX32" fmla="*/ 371780 w 505517"/>
                <a:gd name="connsiteY32" fmla="*/ 222942 h 455286"/>
                <a:gd name="connsiteX33" fmla="*/ 348681 w 505517"/>
                <a:gd name="connsiteY33" fmla="*/ 254053 h 455286"/>
                <a:gd name="connsiteX34" fmla="*/ 343889 w 505517"/>
                <a:gd name="connsiteY34" fmla="*/ 256166 h 455286"/>
                <a:gd name="connsiteX35" fmla="*/ 319618 w 505517"/>
                <a:gd name="connsiteY35" fmla="*/ 199565 h 455286"/>
                <a:gd name="connsiteX36" fmla="*/ 319868 w 505517"/>
                <a:gd name="connsiteY36" fmla="*/ 198082 h 455286"/>
                <a:gd name="connsiteX37" fmla="*/ 339028 w 505517"/>
                <a:gd name="connsiteY37" fmla="*/ 199962 h 455286"/>
                <a:gd name="connsiteX38" fmla="*/ 258147 w 505517"/>
                <a:gd name="connsiteY38" fmla="*/ 91237 h 455286"/>
                <a:gd name="connsiteX39" fmla="*/ 265762 w 505517"/>
                <a:gd name="connsiteY39" fmla="*/ 70119 h 455286"/>
                <a:gd name="connsiteX40" fmla="*/ 271576 w 505517"/>
                <a:gd name="connsiteY40" fmla="*/ 67588 h 455286"/>
                <a:gd name="connsiteX41" fmla="*/ 149843 w 505517"/>
                <a:gd name="connsiteY41" fmla="*/ 59107 h 455286"/>
                <a:gd name="connsiteX42" fmla="*/ 185453 w 505517"/>
                <a:gd name="connsiteY42" fmla="*/ 63250 h 455286"/>
                <a:gd name="connsiteX43" fmla="*/ 215562 w 505517"/>
                <a:gd name="connsiteY43" fmla="*/ 66753 h 455286"/>
                <a:gd name="connsiteX44" fmla="*/ 176240 w 505517"/>
                <a:gd name="connsiteY44" fmla="*/ 119976 h 455286"/>
                <a:gd name="connsiteX45" fmla="*/ 166778 w 505517"/>
                <a:gd name="connsiteY45" fmla="*/ 98939 h 455286"/>
                <a:gd name="connsiteX46" fmla="*/ 153230 w 505517"/>
                <a:gd name="connsiteY46" fmla="*/ 109459 h 455286"/>
                <a:gd name="connsiteX47" fmla="*/ 121253 w 505517"/>
                <a:gd name="connsiteY47" fmla="*/ 151961 h 455286"/>
                <a:gd name="connsiteX48" fmla="*/ 111997 w 505517"/>
                <a:gd name="connsiteY48" fmla="*/ 185957 h 455286"/>
                <a:gd name="connsiteX49" fmla="*/ 113650 w 505517"/>
                <a:gd name="connsiteY49" fmla="*/ 223363 h 455286"/>
                <a:gd name="connsiteX50" fmla="*/ 109946 w 505517"/>
                <a:gd name="connsiteY50" fmla="*/ 227581 h 455286"/>
                <a:gd name="connsiteX51" fmla="*/ 88287 w 505517"/>
                <a:gd name="connsiteY51" fmla="*/ 231540 h 455286"/>
                <a:gd name="connsiteX52" fmla="*/ 158040 w 505517"/>
                <a:gd name="connsiteY52" fmla="*/ 78678 h 455286"/>
                <a:gd name="connsiteX53" fmla="*/ 149843 w 505517"/>
                <a:gd name="connsiteY53" fmla="*/ 59107 h 455286"/>
                <a:gd name="connsiteX54" fmla="*/ 85507 w 505517"/>
                <a:gd name="connsiteY54" fmla="*/ 27 h 455286"/>
                <a:gd name="connsiteX55" fmla="*/ 96861 w 505517"/>
                <a:gd name="connsiteY55" fmla="*/ 9116 h 455286"/>
                <a:gd name="connsiteX56" fmla="*/ 89158 w 505517"/>
                <a:gd name="connsiteY56" fmla="*/ 22367 h 455286"/>
                <a:gd name="connsiteX57" fmla="*/ 84604 w 505517"/>
                <a:gd name="connsiteY57" fmla="*/ 22767 h 455286"/>
                <a:gd name="connsiteX58" fmla="*/ 2092 w 505517"/>
                <a:gd name="connsiteY58" fmla="*/ 22846 h 455286"/>
                <a:gd name="connsiteX59" fmla="*/ 0 w 505517"/>
                <a:gd name="connsiteY59" fmla="*/ 315 h 455286"/>
                <a:gd name="connsiteX60" fmla="*/ 85507 w 505517"/>
                <a:gd name="connsiteY60" fmla="*/ 27 h 45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5517" h="455286">
                  <a:moveTo>
                    <a:pt x="425234" y="431615"/>
                  </a:moveTo>
                  <a:cubicBezTo>
                    <a:pt x="425535" y="439759"/>
                    <a:pt x="424715" y="447767"/>
                    <a:pt x="419964" y="455107"/>
                  </a:cubicBezTo>
                  <a:cubicBezTo>
                    <a:pt x="359071" y="455298"/>
                    <a:pt x="298396" y="455295"/>
                    <a:pt x="237720" y="455280"/>
                  </a:cubicBezTo>
                  <a:cubicBezTo>
                    <a:pt x="230208" y="455278"/>
                    <a:pt x="226257" y="452190"/>
                    <a:pt x="224596" y="445122"/>
                  </a:cubicBezTo>
                  <a:cubicBezTo>
                    <a:pt x="223443" y="440213"/>
                    <a:pt x="227515" y="433527"/>
                    <a:pt x="232438" y="432599"/>
                  </a:cubicBezTo>
                  <a:cubicBezTo>
                    <a:pt x="235292" y="432061"/>
                    <a:pt x="238231" y="431719"/>
                    <a:pt x="241133" y="431716"/>
                  </a:cubicBezTo>
                  <a:cubicBezTo>
                    <a:pt x="302370" y="431657"/>
                    <a:pt x="363608" y="431659"/>
                    <a:pt x="425234" y="431615"/>
                  </a:cubicBezTo>
                  <a:close/>
                  <a:moveTo>
                    <a:pt x="116697" y="274041"/>
                  </a:moveTo>
                  <a:cubicBezTo>
                    <a:pt x="128061" y="275400"/>
                    <a:pt x="139069" y="276845"/>
                    <a:pt x="150097" y="278112"/>
                  </a:cubicBezTo>
                  <a:cubicBezTo>
                    <a:pt x="158797" y="279112"/>
                    <a:pt x="167523" y="279891"/>
                    <a:pt x="176237" y="280775"/>
                  </a:cubicBezTo>
                  <a:cubicBezTo>
                    <a:pt x="177044" y="280857"/>
                    <a:pt x="177846" y="280987"/>
                    <a:pt x="180035" y="281280"/>
                  </a:cubicBezTo>
                  <a:cubicBezTo>
                    <a:pt x="175089" y="288156"/>
                    <a:pt x="170613" y="294379"/>
                    <a:pt x="165841" y="301013"/>
                  </a:cubicBezTo>
                  <a:cubicBezTo>
                    <a:pt x="215302" y="323192"/>
                    <a:pt x="260573" y="318391"/>
                    <a:pt x="301991" y="282889"/>
                  </a:cubicBezTo>
                  <a:cubicBezTo>
                    <a:pt x="307490" y="289352"/>
                    <a:pt x="312769" y="295440"/>
                    <a:pt x="317837" y="301700"/>
                  </a:cubicBezTo>
                  <a:cubicBezTo>
                    <a:pt x="318311" y="302287"/>
                    <a:pt x="317865" y="304470"/>
                    <a:pt x="317149" y="305044"/>
                  </a:cubicBezTo>
                  <a:cubicBezTo>
                    <a:pt x="297142" y="321086"/>
                    <a:pt x="275095" y="333143"/>
                    <a:pt x="249652" y="337879"/>
                  </a:cubicBezTo>
                  <a:cubicBezTo>
                    <a:pt x="232494" y="341073"/>
                    <a:pt x="215248" y="340687"/>
                    <a:pt x="198166" y="336864"/>
                  </a:cubicBezTo>
                  <a:cubicBezTo>
                    <a:pt x="182331" y="333320"/>
                    <a:pt x="167319" y="327681"/>
                    <a:pt x="152929" y="318487"/>
                  </a:cubicBezTo>
                  <a:cubicBezTo>
                    <a:pt x="149031" y="323599"/>
                    <a:pt x="145073" y="328789"/>
                    <a:pt x="140666" y="334568"/>
                  </a:cubicBezTo>
                  <a:cubicBezTo>
                    <a:pt x="137269" y="326855"/>
                    <a:pt x="134181" y="319928"/>
                    <a:pt x="131161" y="312969"/>
                  </a:cubicBezTo>
                  <a:cubicBezTo>
                    <a:pt x="125964" y="300993"/>
                    <a:pt x="120780" y="289009"/>
                    <a:pt x="115711" y="276978"/>
                  </a:cubicBezTo>
                  <a:cubicBezTo>
                    <a:pt x="115394" y="276226"/>
                    <a:pt x="116113" y="275037"/>
                    <a:pt x="116697" y="274041"/>
                  </a:cubicBezTo>
                  <a:close/>
                  <a:moveTo>
                    <a:pt x="438605" y="109619"/>
                  </a:moveTo>
                  <a:lnTo>
                    <a:pt x="505517" y="109619"/>
                  </a:lnTo>
                  <a:lnTo>
                    <a:pt x="505517" y="176085"/>
                  </a:lnTo>
                  <a:lnTo>
                    <a:pt x="438605" y="176085"/>
                  </a:lnTo>
                  <a:close/>
                  <a:moveTo>
                    <a:pt x="271576" y="67588"/>
                  </a:moveTo>
                  <a:cubicBezTo>
                    <a:pt x="282737" y="73534"/>
                    <a:pt x="294374" y="78776"/>
                    <a:pt x="304874" y="85730"/>
                  </a:cubicBezTo>
                  <a:cubicBezTo>
                    <a:pt x="319635" y="95506"/>
                    <a:pt x="331763" y="108301"/>
                    <a:pt x="341231" y="123388"/>
                  </a:cubicBezTo>
                  <a:cubicBezTo>
                    <a:pt x="351034" y="139007"/>
                    <a:pt x="357461" y="155953"/>
                    <a:pt x="359876" y="174250"/>
                  </a:cubicBezTo>
                  <a:cubicBezTo>
                    <a:pt x="361112" y="183621"/>
                    <a:pt x="361547" y="193097"/>
                    <a:pt x="362373" y="202864"/>
                  </a:cubicBezTo>
                  <a:cubicBezTo>
                    <a:pt x="369230" y="203630"/>
                    <a:pt x="376473" y="204440"/>
                    <a:pt x="384537" y="205342"/>
                  </a:cubicBezTo>
                  <a:cubicBezTo>
                    <a:pt x="379991" y="211619"/>
                    <a:pt x="375914" y="217302"/>
                    <a:pt x="371780" y="222942"/>
                  </a:cubicBezTo>
                  <a:cubicBezTo>
                    <a:pt x="364145" y="233362"/>
                    <a:pt x="356569" y="243828"/>
                    <a:pt x="348681" y="254053"/>
                  </a:cubicBezTo>
                  <a:cubicBezTo>
                    <a:pt x="347866" y="255109"/>
                    <a:pt x="347494" y="259677"/>
                    <a:pt x="343889" y="256166"/>
                  </a:cubicBezTo>
                  <a:cubicBezTo>
                    <a:pt x="335728" y="237103"/>
                    <a:pt x="327663" y="218338"/>
                    <a:pt x="319618" y="199565"/>
                  </a:cubicBezTo>
                  <a:cubicBezTo>
                    <a:pt x="319526" y="199352"/>
                    <a:pt x="319698" y="199026"/>
                    <a:pt x="319868" y="198082"/>
                  </a:cubicBezTo>
                  <a:cubicBezTo>
                    <a:pt x="326198" y="198703"/>
                    <a:pt x="332601" y="199331"/>
                    <a:pt x="339028" y="199962"/>
                  </a:cubicBezTo>
                  <a:cubicBezTo>
                    <a:pt x="339759" y="162949"/>
                    <a:pt x="315127" y="110144"/>
                    <a:pt x="258147" y="91237"/>
                  </a:cubicBezTo>
                  <a:cubicBezTo>
                    <a:pt x="260716" y="84206"/>
                    <a:pt x="263506" y="77247"/>
                    <a:pt x="265762" y="70119"/>
                  </a:cubicBezTo>
                  <a:cubicBezTo>
                    <a:pt x="266898" y="66529"/>
                    <a:pt x="268711" y="66061"/>
                    <a:pt x="271576" y="67588"/>
                  </a:cubicBezTo>
                  <a:close/>
                  <a:moveTo>
                    <a:pt x="149843" y="59107"/>
                  </a:moveTo>
                  <a:cubicBezTo>
                    <a:pt x="161979" y="60534"/>
                    <a:pt x="173523" y="61891"/>
                    <a:pt x="185453" y="63250"/>
                  </a:cubicBezTo>
                  <a:cubicBezTo>
                    <a:pt x="195443" y="64383"/>
                    <a:pt x="205048" y="65514"/>
                    <a:pt x="215562" y="66753"/>
                  </a:cubicBezTo>
                  <a:cubicBezTo>
                    <a:pt x="202258" y="84760"/>
                    <a:pt x="189499" y="102029"/>
                    <a:pt x="176240" y="119976"/>
                  </a:cubicBezTo>
                  <a:cubicBezTo>
                    <a:pt x="173030" y="112840"/>
                    <a:pt x="170060" y="106237"/>
                    <a:pt x="166778" y="98939"/>
                  </a:cubicBezTo>
                  <a:cubicBezTo>
                    <a:pt x="162081" y="102554"/>
                    <a:pt x="157360" y="105683"/>
                    <a:pt x="153230" y="109459"/>
                  </a:cubicBezTo>
                  <a:cubicBezTo>
                    <a:pt x="139939" y="121611"/>
                    <a:pt x="128589" y="135264"/>
                    <a:pt x="121253" y="151961"/>
                  </a:cubicBezTo>
                  <a:cubicBezTo>
                    <a:pt x="116467" y="162854"/>
                    <a:pt x="113249" y="174087"/>
                    <a:pt x="111997" y="185957"/>
                  </a:cubicBezTo>
                  <a:cubicBezTo>
                    <a:pt x="110669" y="198541"/>
                    <a:pt x="110668" y="211003"/>
                    <a:pt x="113650" y="223363"/>
                  </a:cubicBezTo>
                  <a:cubicBezTo>
                    <a:pt x="114426" y="226577"/>
                    <a:pt x="112174" y="227157"/>
                    <a:pt x="109946" y="227581"/>
                  </a:cubicBezTo>
                  <a:cubicBezTo>
                    <a:pt x="102736" y="228953"/>
                    <a:pt x="95508" y="230228"/>
                    <a:pt x="88287" y="231540"/>
                  </a:cubicBezTo>
                  <a:cubicBezTo>
                    <a:pt x="77696" y="180092"/>
                    <a:pt x="90863" y="116318"/>
                    <a:pt x="158040" y="78678"/>
                  </a:cubicBezTo>
                  <a:cubicBezTo>
                    <a:pt x="155384" y="72336"/>
                    <a:pt x="152721" y="65977"/>
                    <a:pt x="149843" y="59107"/>
                  </a:cubicBezTo>
                  <a:close/>
                  <a:moveTo>
                    <a:pt x="85507" y="27"/>
                  </a:moveTo>
                  <a:cubicBezTo>
                    <a:pt x="91357" y="37"/>
                    <a:pt x="96102" y="3876"/>
                    <a:pt x="96861" y="9116"/>
                  </a:cubicBezTo>
                  <a:cubicBezTo>
                    <a:pt x="97759" y="15307"/>
                    <a:pt x="94810" y="20522"/>
                    <a:pt x="89158" y="22367"/>
                  </a:cubicBezTo>
                  <a:cubicBezTo>
                    <a:pt x="87745" y="22828"/>
                    <a:pt x="86128" y="22765"/>
                    <a:pt x="84604" y="22767"/>
                  </a:cubicBezTo>
                  <a:cubicBezTo>
                    <a:pt x="57229" y="22798"/>
                    <a:pt x="29855" y="22802"/>
                    <a:pt x="2092" y="22846"/>
                  </a:cubicBezTo>
                  <a:cubicBezTo>
                    <a:pt x="1130" y="15490"/>
                    <a:pt x="556" y="8099"/>
                    <a:pt x="0" y="315"/>
                  </a:cubicBezTo>
                  <a:cubicBezTo>
                    <a:pt x="28514" y="-46"/>
                    <a:pt x="57010" y="-21"/>
                    <a:pt x="85507" y="27"/>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48" name="Group 147">
            <a:extLst>
              <a:ext uri="{FF2B5EF4-FFF2-40B4-BE49-F238E27FC236}">
                <a16:creationId xmlns:a16="http://schemas.microsoft.com/office/drawing/2014/main" id="{0B1B860F-7349-E749-1F2A-73E3886DE373}"/>
              </a:ext>
              <a:ext uri="{C183D7F6-B498-43B3-948B-1728B52AA6E4}">
                <adec:decorative xmlns:adec="http://schemas.microsoft.com/office/drawing/2017/decorative" val="1"/>
              </a:ext>
            </a:extLst>
          </p:cNvPr>
          <p:cNvGrpSpPr>
            <a:grpSpLocks noChangeAspect="1"/>
          </p:cNvGrpSpPr>
          <p:nvPr/>
        </p:nvGrpSpPr>
        <p:grpSpPr>
          <a:xfrm>
            <a:off x="5410469" y="4343071"/>
            <a:ext cx="533491" cy="457200"/>
            <a:chOff x="5410469" y="4343071"/>
            <a:chExt cx="533491" cy="457200"/>
          </a:xfrm>
          <a:solidFill>
            <a:srgbClr val="FF0000"/>
          </a:solidFill>
        </p:grpSpPr>
        <p:sp>
          <p:nvSpPr>
            <p:cNvPr id="2152" name="Freeform: Shape 2151">
              <a:extLst>
                <a:ext uri="{FF2B5EF4-FFF2-40B4-BE49-F238E27FC236}">
                  <a16:creationId xmlns:a16="http://schemas.microsoft.com/office/drawing/2014/main" id="{5EBF94BC-75F6-7EE2-EE57-571A378F595F}"/>
                </a:ext>
                <a:ext uri="{C183D7F6-B498-43B3-948B-1728B52AA6E4}">
                  <adec:decorative xmlns:adec="http://schemas.microsoft.com/office/drawing/2017/decorative" val="1"/>
                </a:ext>
              </a:extLst>
            </p:cNvPr>
            <p:cNvSpPr/>
            <p:nvPr/>
          </p:nvSpPr>
          <p:spPr>
            <a:xfrm>
              <a:off x="5410469" y="4343071"/>
              <a:ext cx="533491" cy="457200"/>
            </a:xfrm>
            <a:custGeom>
              <a:avLst/>
              <a:gdLst>
                <a:gd name="connsiteX0" fmla="*/ 892402 w 1013204"/>
                <a:gd name="connsiteY0" fmla="*/ 670851 h 868312"/>
                <a:gd name="connsiteX1" fmla="*/ 858522 w 1013204"/>
                <a:gd name="connsiteY1" fmla="*/ 670861 h 868312"/>
                <a:gd name="connsiteX2" fmla="*/ 651172 w 1013204"/>
                <a:gd name="connsiteY2" fmla="*/ 670861 h 868312"/>
                <a:gd name="connsiteX3" fmla="*/ 651172 w 1013204"/>
                <a:gd name="connsiteY3" fmla="*/ 823080 h 868312"/>
                <a:gd name="connsiteX4" fmla="*/ 654449 w 1013204"/>
                <a:gd name="connsiteY4" fmla="*/ 823080 h 868312"/>
                <a:gd name="connsiteX5" fmla="*/ 897013 w 1013204"/>
                <a:gd name="connsiteY5" fmla="*/ 823031 h 868312"/>
                <a:gd name="connsiteX6" fmla="*/ 906567 w 1013204"/>
                <a:gd name="connsiteY6" fmla="*/ 821865 h 868312"/>
                <a:gd name="connsiteX7" fmla="*/ 952999 w 1013204"/>
                <a:gd name="connsiteY7" fmla="*/ 792394 h 868312"/>
                <a:gd name="connsiteX8" fmla="*/ 966325 w 1013204"/>
                <a:gd name="connsiteY8" fmla="*/ 729516 h 868312"/>
                <a:gd name="connsiteX9" fmla="*/ 945173 w 1013204"/>
                <a:gd name="connsiteY9" fmla="*/ 692611 h 868312"/>
                <a:gd name="connsiteX10" fmla="*/ 892402 w 1013204"/>
                <a:gd name="connsiteY10" fmla="*/ 670851 h 868312"/>
                <a:gd name="connsiteX11" fmla="*/ 101844 w 1013204"/>
                <a:gd name="connsiteY11" fmla="*/ 44307 h 868312"/>
                <a:gd name="connsiteX12" fmla="*/ 101844 w 1013204"/>
                <a:gd name="connsiteY12" fmla="*/ 50142 h 868312"/>
                <a:gd name="connsiteX13" fmla="*/ 101844 w 1013204"/>
                <a:gd name="connsiteY13" fmla="*/ 245519 h 868312"/>
                <a:gd name="connsiteX14" fmla="*/ 109717 w 1013204"/>
                <a:gd name="connsiteY14" fmla="*/ 255960 h 868312"/>
                <a:gd name="connsiteX15" fmla="*/ 111086 w 1013204"/>
                <a:gd name="connsiteY15" fmla="*/ 256397 h 868312"/>
                <a:gd name="connsiteX16" fmla="*/ 176855 w 1013204"/>
                <a:gd name="connsiteY16" fmla="*/ 267207 h 868312"/>
                <a:gd name="connsiteX17" fmla="*/ 242628 w 1013204"/>
                <a:gd name="connsiteY17" fmla="*/ 277991 h 868312"/>
                <a:gd name="connsiteX18" fmla="*/ 271531 w 1013204"/>
                <a:gd name="connsiteY18" fmla="*/ 282516 h 868312"/>
                <a:gd name="connsiteX19" fmla="*/ 271531 w 1013204"/>
                <a:gd name="connsiteY19" fmla="*/ 328576 h 868312"/>
                <a:gd name="connsiteX20" fmla="*/ 245889 w 1013204"/>
                <a:gd name="connsiteY20" fmla="*/ 324212 h 868312"/>
                <a:gd name="connsiteX21" fmla="*/ 207519 w 1013204"/>
                <a:gd name="connsiteY21" fmla="*/ 318127 h 868312"/>
                <a:gd name="connsiteX22" fmla="*/ 167350 w 1013204"/>
                <a:gd name="connsiteY22" fmla="*/ 311432 h 868312"/>
                <a:gd name="connsiteX23" fmla="*/ 135650 w 1013204"/>
                <a:gd name="connsiteY23" fmla="*/ 306253 h 868312"/>
                <a:gd name="connsiteX24" fmla="*/ 95949 w 1013204"/>
                <a:gd name="connsiteY24" fmla="*/ 299639 h 868312"/>
                <a:gd name="connsiteX25" fmla="*/ 63352 w 1013204"/>
                <a:gd name="connsiteY25" fmla="*/ 294154 h 868312"/>
                <a:gd name="connsiteX26" fmla="*/ 45222 w 1013204"/>
                <a:gd name="connsiteY26" fmla="*/ 291577 h 868312"/>
                <a:gd name="connsiteX27" fmla="*/ 45222 w 1013204"/>
                <a:gd name="connsiteY27" fmla="*/ 383851 h 868312"/>
                <a:gd name="connsiteX28" fmla="*/ 65489 w 1013204"/>
                <a:gd name="connsiteY28" fmla="*/ 381137 h 868312"/>
                <a:gd name="connsiteX29" fmla="*/ 87818 w 1013204"/>
                <a:gd name="connsiteY29" fmla="*/ 377864 h 868312"/>
                <a:gd name="connsiteX30" fmla="*/ 118185 w 1013204"/>
                <a:gd name="connsiteY30" fmla="*/ 373299 h 868312"/>
                <a:gd name="connsiteX31" fmla="*/ 142398 w 1013204"/>
                <a:gd name="connsiteY31" fmla="*/ 369707 h 868312"/>
                <a:gd name="connsiteX32" fmla="*/ 179001 w 1013204"/>
                <a:gd name="connsiteY32" fmla="*/ 364459 h 868312"/>
                <a:gd name="connsiteX33" fmla="*/ 208482 w 1013204"/>
                <a:gd name="connsiteY33" fmla="*/ 360255 h 868312"/>
                <a:gd name="connsiteX34" fmla="*/ 239818 w 1013204"/>
                <a:gd name="connsiteY34" fmla="*/ 355627 h 868312"/>
                <a:gd name="connsiteX35" fmla="*/ 269305 w 1013204"/>
                <a:gd name="connsiteY35" fmla="*/ 351444 h 868312"/>
                <a:gd name="connsiteX36" fmla="*/ 271531 w 1013204"/>
                <a:gd name="connsiteY36" fmla="*/ 351173 h 868312"/>
                <a:gd name="connsiteX37" fmla="*/ 271531 w 1013204"/>
                <a:gd name="connsiteY37" fmla="*/ 396726 h 868312"/>
                <a:gd name="connsiteX38" fmla="*/ 102209 w 1013204"/>
                <a:gd name="connsiteY38" fmla="*/ 421414 h 868312"/>
                <a:gd name="connsiteX39" fmla="*/ 102209 w 1013204"/>
                <a:gd name="connsiteY39" fmla="*/ 625686 h 868312"/>
                <a:gd name="connsiteX40" fmla="*/ 108448 w 1013204"/>
                <a:gd name="connsiteY40" fmla="*/ 625686 h 868312"/>
                <a:gd name="connsiteX41" fmla="*/ 884238 w 1013204"/>
                <a:gd name="connsiteY41" fmla="*/ 625727 h 868312"/>
                <a:gd name="connsiteX42" fmla="*/ 907585 w 1013204"/>
                <a:gd name="connsiteY42" fmla="*/ 626706 h 868312"/>
                <a:gd name="connsiteX43" fmla="*/ 941480 w 1013204"/>
                <a:gd name="connsiteY43" fmla="*/ 636102 h 868312"/>
                <a:gd name="connsiteX44" fmla="*/ 968021 w 1013204"/>
                <a:gd name="connsiteY44" fmla="*/ 650794 h 868312"/>
                <a:gd name="connsiteX45" fmla="*/ 968021 w 1013204"/>
                <a:gd name="connsiteY45" fmla="*/ 645828 h 868312"/>
                <a:gd name="connsiteX46" fmla="*/ 968016 w 1013204"/>
                <a:gd name="connsiteY46" fmla="*/ 354662 h 868312"/>
                <a:gd name="connsiteX47" fmla="*/ 967985 w 1013204"/>
                <a:gd name="connsiteY47" fmla="*/ 348844 h 868312"/>
                <a:gd name="connsiteX48" fmla="*/ 968005 w 1013204"/>
                <a:gd name="connsiteY48" fmla="*/ 317351 h 868312"/>
                <a:gd name="connsiteX49" fmla="*/ 968021 w 1013204"/>
                <a:gd name="connsiteY49" fmla="*/ 113628 h 868312"/>
                <a:gd name="connsiteX50" fmla="*/ 967980 w 1013204"/>
                <a:gd name="connsiteY50" fmla="*/ 110687 h 868312"/>
                <a:gd name="connsiteX51" fmla="*/ 941820 w 1013204"/>
                <a:gd name="connsiteY51" fmla="*/ 63593 h 868312"/>
                <a:gd name="connsiteX52" fmla="*/ 890384 w 1013204"/>
                <a:gd name="connsiteY52" fmla="*/ 44430 h 868312"/>
                <a:gd name="connsiteX53" fmla="*/ 107893 w 1013204"/>
                <a:gd name="connsiteY53" fmla="*/ 44307 h 868312"/>
                <a:gd name="connsiteX54" fmla="*/ 101844 w 1013204"/>
                <a:gd name="connsiteY54" fmla="*/ 44307 h 868312"/>
                <a:gd name="connsiteX55" fmla="*/ 56699 w 1013204"/>
                <a:gd name="connsiteY55" fmla="*/ 114 h 868312"/>
                <a:gd name="connsiteX56" fmla="*/ 849192 w 1013204"/>
                <a:gd name="connsiteY56" fmla="*/ 114 h 868312"/>
                <a:gd name="connsiteX57" fmla="*/ 899269 w 1013204"/>
                <a:gd name="connsiteY57" fmla="*/ 185 h 868312"/>
                <a:gd name="connsiteX58" fmla="*/ 963760 w 1013204"/>
                <a:gd name="connsiteY58" fmla="*/ 22939 h 868312"/>
                <a:gd name="connsiteX59" fmla="*/ 1001831 w 1013204"/>
                <a:gd name="connsiteY59" fmla="*/ 68849 h 868312"/>
                <a:gd name="connsiteX60" fmla="*/ 1012183 w 1013204"/>
                <a:gd name="connsiteY60" fmla="*/ 104930 h 868312"/>
                <a:gd name="connsiteX61" fmla="*/ 1013155 w 1013204"/>
                <a:gd name="connsiteY61" fmla="*/ 125329 h 868312"/>
                <a:gd name="connsiteX62" fmla="*/ 1013204 w 1013204"/>
                <a:gd name="connsiteY62" fmla="*/ 750819 h 868312"/>
                <a:gd name="connsiteX63" fmla="*/ 997115 w 1013204"/>
                <a:gd name="connsiteY63" fmla="*/ 807869 h 868312"/>
                <a:gd name="connsiteX64" fmla="*/ 945603 w 1013204"/>
                <a:gd name="connsiteY64" fmla="*/ 855807 h 868312"/>
                <a:gd name="connsiteX65" fmla="*/ 903909 w 1013204"/>
                <a:gd name="connsiteY65" fmla="*/ 867254 h 868312"/>
                <a:gd name="connsiteX66" fmla="*/ 871229 w 1013204"/>
                <a:gd name="connsiteY66" fmla="*/ 868211 h 868312"/>
                <a:gd name="connsiteX67" fmla="*/ 644894 w 1013204"/>
                <a:gd name="connsiteY67" fmla="*/ 868142 h 868312"/>
                <a:gd name="connsiteX68" fmla="*/ 606698 w 1013204"/>
                <a:gd name="connsiteY68" fmla="*/ 836691 h 868312"/>
                <a:gd name="connsiteX69" fmla="*/ 606625 w 1013204"/>
                <a:gd name="connsiteY69" fmla="*/ 832281 h 868312"/>
                <a:gd name="connsiteX70" fmla="*/ 606623 w 1013204"/>
                <a:gd name="connsiteY70" fmla="*/ 676645 h 868312"/>
                <a:gd name="connsiteX71" fmla="*/ 606623 w 1013204"/>
                <a:gd name="connsiteY71" fmla="*/ 670912 h 868312"/>
                <a:gd name="connsiteX72" fmla="*/ 56702 w 1013204"/>
                <a:gd name="connsiteY72" fmla="*/ 670912 h 868312"/>
                <a:gd name="connsiteX73" fmla="*/ 56702 w 1013204"/>
                <a:gd name="connsiteY73" fmla="*/ 428049 h 868312"/>
                <a:gd name="connsiteX74" fmla="*/ 0 w 1013204"/>
                <a:gd name="connsiteY74" fmla="*/ 436623 h 868312"/>
                <a:gd name="connsiteX75" fmla="*/ 0 w 1013204"/>
                <a:gd name="connsiteY75" fmla="*/ 237524 h 868312"/>
                <a:gd name="connsiteX76" fmla="*/ 56699 w 1013204"/>
                <a:gd name="connsiteY76" fmla="*/ 247253 h 868312"/>
                <a:gd name="connsiteX77" fmla="*/ 56699 w 1013204"/>
                <a:gd name="connsiteY77" fmla="*/ 114 h 86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13204" h="868312">
                  <a:moveTo>
                    <a:pt x="892402" y="670851"/>
                  </a:moveTo>
                  <a:cubicBezTo>
                    <a:pt x="881436" y="670907"/>
                    <a:pt x="870470" y="670861"/>
                    <a:pt x="858522" y="670861"/>
                  </a:cubicBezTo>
                  <a:cubicBezTo>
                    <a:pt x="789362" y="670861"/>
                    <a:pt x="720203" y="670861"/>
                    <a:pt x="651172" y="670861"/>
                  </a:cubicBezTo>
                  <a:cubicBezTo>
                    <a:pt x="651172" y="721977"/>
                    <a:pt x="651172" y="772450"/>
                    <a:pt x="651172" y="823080"/>
                  </a:cubicBezTo>
                  <a:cubicBezTo>
                    <a:pt x="652503" y="823080"/>
                    <a:pt x="653476" y="823080"/>
                    <a:pt x="654449" y="823080"/>
                  </a:cubicBezTo>
                  <a:cubicBezTo>
                    <a:pt x="735304" y="823080"/>
                    <a:pt x="816158" y="823094"/>
                    <a:pt x="897013" y="823031"/>
                  </a:cubicBezTo>
                  <a:cubicBezTo>
                    <a:pt x="900201" y="823028"/>
                    <a:pt x="903447" y="822559"/>
                    <a:pt x="906567" y="821865"/>
                  </a:cubicBezTo>
                  <a:cubicBezTo>
                    <a:pt x="925573" y="817637"/>
                    <a:pt x="941312" y="808109"/>
                    <a:pt x="952999" y="792394"/>
                  </a:cubicBezTo>
                  <a:cubicBezTo>
                    <a:pt x="967042" y="773513"/>
                    <a:pt x="971267" y="752397"/>
                    <a:pt x="966325" y="729516"/>
                  </a:cubicBezTo>
                  <a:cubicBezTo>
                    <a:pt x="963200" y="715050"/>
                    <a:pt x="955819" y="702938"/>
                    <a:pt x="945173" y="692611"/>
                  </a:cubicBezTo>
                  <a:cubicBezTo>
                    <a:pt x="930415" y="678295"/>
                    <a:pt x="913039" y="670746"/>
                    <a:pt x="892402" y="670851"/>
                  </a:cubicBezTo>
                  <a:close/>
                  <a:moveTo>
                    <a:pt x="101844" y="44307"/>
                  </a:moveTo>
                  <a:cubicBezTo>
                    <a:pt x="101844" y="46606"/>
                    <a:pt x="101844" y="48374"/>
                    <a:pt x="101844" y="50142"/>
                  </a:cubicBezTo>
                  <a:cubicBezTo>
                    <a:pt x="101844" y="115268"/>
                    <a:pt x="101844" y="180394"/>
                    <a:pt x="101844" y="245519"/>
                  </a:cubicBezTo>
                  <a:cubicBezTo>
                    <a:pt x="101844" y="253942"/>
                    <a:pt x="101844" y="253940"/>
                    <a:pt x="109717" y="255960"/>
                  </a:cubicBezTo>
                  <a:cubicBezTo>
                    <a:pt x="110180" y="256079"/>
                    <a:pt x="110619" y="256320"/>
                    <a:pt x="111086" y="256397"/>
                  </a:cubicBezTo>
                  <a:cubicBezTo>
                    <a:pt x="133008" y="260008"/>
                    <a:pt x="154932" y="263607"/>
                    <a:pt x="176855" y="267207"/>
                  </a:cubicBezTo>
                  <a:cubicBezTo>
                    <a:pt x="198778" y="270808"/>
                    <a:pt x="220692" y="274469"/>
                    <a:pt x="242628" y="277991"/>
                  </a:cubicBezTo>
                  <a:lnTo>
                    <a:pt x="271531" y="282516"/>
                  </a:lnTo>
                  <a:lnTo>
                    <a:pt x="271531" y="328576"/>
                  </a:lnTo>
                  <a:lnTo>
                    <a:pt x="245889" y="324212"/>
                  </a:lnTo>
                  <a:cubicBezTo>
                    <a:pt x="233111" y="322110"/>
                    <a:pt x="220301" y="320206"/>
                    <a:pt x="207519" y="318127"/>
                  </a:cubicBezTo>
                  <a:cubicBezTo>
                    <a:pt x="194121" y="315948"/>
                    <a:pt x="180742" y="313649"/>
                    <a:pt x="167350" y="311432"/>
                  </a:cubicBezTo>
                  <a:cubicBezTo>
                    <a:pt x="156787" y="309683"/>
                    <a:pt x="146214" y="307998"/>
                    <a:pt x="135650" y="306253"/>
                  </a:cubicBezTo>
                  <a:cubicBezTo>
                    <a:pt x="122413" y="304066"/>
                    <a:pt x="109180" y="301857"/>
                    <a:pt x="95949" y="299639"/>
                  </a:cubicBezTo>
                  <a:cubicBezTo>
                    <a:pt x="85082" y="297818"/>
                    <a:pt x="74229" y="295914"/>
                    <a:pt x="63352" y="294154"/>
                  </a:cubicBezTo>
                  <a:cubicBezTo>
                    <a:pt x="57391" y="293190"/>
                    <a:pt x="51393" y="292447"/>
                    <a:pt x="45222" y="291577"/>
                  </a:cubicBezTo>
                  <a:cubicBezTo>
                    <a:pt x="45222" y="322741"/>
                    <a:pt x="45222" y="353353"/>
                    <a:pt x="45222" y="383851"/>
                  </a:cubicBezTo>
                  <a:cubicBezTo>
                    <a:pt x="52189" y="382922"/>
                    <a:pt x="58845" y="382073"/>
                    <a:pt x="65489" y="381137"/>
                  </a:cubicBezTo>
                  <a:cubicBezTo>
                    <a:pt x="72938" y="380088"/>
                    <a:pt x="80377" y="378974"/>
                    <a:pt x="87818" y="377864"/>
                  </a:cubicBezTo>
                  <a:cubicBezTo>
                    <a:pt x="97942" y="376354"/>
                    <a:pt x="108062" y="374814"/>
                    <a:pt x="118185" y="373299"/>
                  </a:cubicBezTo>
                  <a:cubicBezTo>
                    <a:pt x="126255" y="372091"/>
                    <a:pt x="134323" y="370877"/>
                    <a:pt x="142398" y="369707"/>
                  </a:cubicBezTo>
                  <a:cubicBezTo>
                    <a:pt x="154597" y="367939"/>
                    <a:pt x="166799" y="366203"/>
                    <a:pt x="179001" y="364459"/>
                  </a:cubicBezTo>
                  <a:cubicBezTo>
                    <a:pt x="188828" y="363055"/>
                    <a:pt x="198659" y="361683"/>
                    <a:pt x="208482" y="360255"/>
                  </a:cubicBezTo>
                  <a:cubicBezTo>
                    <a:pt x="218931" y="358736"/>
                    <a:pt x="229368" y="357141"/>
                    <a:pt x="239818" y="355627"/>
                  </a:cubicBezTo>
                  <a:cubicBezTo>
                    <a:pt x="249643" y="354204"/>
                    <a:pt x="259484" y="352889"/>
                    <a:pt x="269305" y="351444"/>
                  </a:cubicBezTo>
                  <a:lnTo>
                    <a:pt x="271531" y="351173"/>
                  </a:lnTo>
                  <a:lnTo>
                    <a:pt x="271531" y="396726"/>
                  </a:lnTo>
                  <a:lnTo>
                    <a:pt x="102209" y="421414"/>
                  </a:lnTo>
                  <a:cubicBezTo>
                    <a:pt x="102209" y="489903"/>
                    <a:pt x="102209" y="557724"/>
                    <a:pt x="102209" y="625686"/>
                  </a:cubicBezTo>
                  <a:cubicBezTo>
                    <a:pt x="104532" y="625686"/>
                    <a:pt x="106490" y="625686"/>
                    <a:pt x="108448" y="625686"/>
                  </a:cubicBezTo>
                  <a:cubicBezTo>
                    <a:pt x="367045" y="625686"/>
                    <a:pt x="625641" y="625678"/>
                    <a:pt x="884238" y="625727"/>
                  </a:cubicBezTo>
                  <a:cubicBezTo>
                    <a:pt x="892021" y="625729"/>
                    <a:pt x="899816" y="626167"/>
                    <a:pt x="907585" y="626706"/>
                  </a:cubicBezTo>
                  <a:cubicBezTo>
                    <a:pt x="919496" y="627532"/>
                    <a:pt x="930835" y="630884"/>
                    <a:pt x="941480" y="636102"/>
                  </a:cubicBezTo>
                  <a:cubicBezTo>
                    <a:pt x="950425" y="640487"/>
                    <a:pt x="958950" y="645730"/>
                    <a:pt x="968021" y="650794"/>
                  </a:cubicBezTo>
                  <a:cubicBezTo>
                    <a:pt x="968021" y="649278"/>
                    <a:pt x="968021" y="647553"/>
                    <a:pt x="968021" y="645828"/>
                  </a:cubicBezTo>
                  <a:cubicBezTo>
                    <a:pt x="968021" y="548773"/>
                    <a:pt x="968022" y="451717"/>
                    <a:pt x="968016" y="354662"/>
                  </a:cubicBezTo>
                  <a:cubicBezTo>
                    <a:pt x="968016" y="353027"/>
                    <a:pt x="967932" y="351393"/>
                    <a:pt x="967985" y="348844"/>
                  </a:cubicBezTo>
                  <a:cubicBezTo>
                    <a:pt x="967955" y="338649"/>
                    <a:pt x="967924" y="328455"/>
                    <a:pt x="968005" y="317351"/>
                  </a:cubicBezTo>
                  <a:cubicBezTo>
                    <a:pt x="968011" y="249443"/>
                    <a:pt x="968016" y="181536"/>
                    <a:pt x="968021" y="113628"/>
                  </a:cubicBezTo>
                  <a:cubicBezTo>
                    <a:pt x="968021" y="112647"/>
                    <a:pt x="968160" y="111636"/>
                    <a:pt x="967980" y="110687"/>
                  </a:cubicBezTo>
                  <a:cubicBezTo>
                    <a:pt x="964458" y="92109"/>
                    <a:pt x="956345" y="76256"/>
                    <a:pt x="941820" y="63593"/>
                  </a:cubicBezTo>
                  <a:cubicBezTo>
                    <a:pt x="926947" y="50626"/>
                    <a:pt x="909581" y="44443"/>
                    <a:pt x="890384" y="44430"/>
                  </a:cubicBezTo>
                  <a:cubicBezTo>
                    <a:pt x="629554" y="44247"/>
                    <a:pt x="368723" y="44307"/>
                    <a:pt x="107893" y="44307"/>
                  </a:cubicBezTo>
                  <a:cubicBezTo>
                    <a:pt x="105986" y="44307"/>
                    <a:pt x="104080" y="44307"/>
                    <a:pt x="101844" y="44307"/>
                  </a:cubicBezTo>
                  <a:close/>
                  <a:moveTo>
                    <a:pt x="56699" y="114"/>
                  </a:moveTo>
                  <a:cubicBezTo>
                    <a:pt x="320878" y="114"/>
                    <a:pt x="584789" y="114"/>
                    <a:pt x="849192" y="114"/>
                  </a:cubicBezTo>
                  <a:cubicBezTo>
                    <a:pt x="866212" y="114"/>
                    <a:pt x="882748" y="-185"/>
                    <a:pt x="899269" y="185"/>
                  </a:cubicBezTo>
                  <a:cubicBezTo>
                    <a:pt x="923176" y="720"/>
                    <a:pt x="944524" y="9103"/>
                    <a:pt x="963760" y="22939"/>
                  </a:cubicBezTo>
                  <a:cubicBezTo>
                    <a:pt x="980392" y="34902"/>
                    <a:pt x="993000" y="50405"/>
                    <a:pt x="1001831" y="68849"/>
                  </a:cubicBezTo>
                  <a:cubicBezTo>
                    <a:pt x="1007289" y="80250"/>
                    <a:pt x="1011204" y="92215"/>
                    <a:pt x="1012183" y="104930"/>
                  </a:cubicBezTo>
                  <a:cubicBezTo>
                    <a:pt x="1012706" y="111716"/>
                    <a:pt x="1013153" y="118528"/>
                    <a:pt x="1013155" y="125329"/>
                  </a:cubicBezTo>
                  <a:cubicBezTo>
                    <a:pt x="1013205" y="333826"/>
                    <a:pt x="1013191" y="542323"/>
                    <a:pt x="1013204" y="750819"/>
                  </a:cubicBezTo>
                  <a:cubicBezTo>
                    <a:pt x="1013205" y="771362"/>
                    <a:pt x="1007384" y="790420"/>
                    <a:pt x="997115" y="807869"/>
                  </a:cubicBezTo>
                  <a:cubicBezTo>
                    <a:pt x="984791" y="828810"/>
                    <a:pt x="967655" y="845128"/>
                    <a:pt x="945603" y="855807"/>
                  </a:cubicBezTo>
                  <a:cubicBezTo>
                    <a:pt x="932446" y="862178"/>
                    <a:pt x="918678" y="866670"/>
                    <a:pt x="903909" y="867254"/>
                  </a:cubicBezTo>
                  <a:cubicBezTo>
                    <a:pt x="893019" y="867684"/>
                    <a:pt x="882123" y="868199"/>
                    <a:pt x="871229" y="868211"/>
                  </a:cubicBezTo>
                  <a:cubicBezTo>
                    <a:pt x="795784" y="868294"/>
                    <a:pt x="720338" y="868419"/>
                    <a:pt x="644894" y="868142"/>
                  </a:cubicBezTo>
                  <a:cubicBezTo>
                    <a:pt x="625603" y="868072"/>
                    <a:pt x="610971" y="855890"/>
                    <a:pt x="606698" y="836691"/>
                  </a:cubicBezTo>
                  <a:cubicBezTo>
                    <a:pt x="606385" y="835285"/>
                    <a:pt x="606625" y="833754"/>
                    <a:pt x="606625" y="832281"/>
                  </a:cubicBezTo>
                  <a:cubicBezTo>
                    <a:pt x="606623" y="780402"/>
                    <a:pt x="606623" y="728524"/>
                    <a:pt x="606623" y="676645"/>
                  </a:cubicBezTo>
                  <a:cubicBezTo>
                    <a:pt x="606623" y="674881"/>
                    <a:pt x="606623" y="673118"/>
                    <a:pt x="606623" y="670912"/>
                  </a:cubicBezTo>
                  <a:cubicBezTo>
                    <a:pt x="423214" y="670912"/>
                    <a:pt x="240180" y="670912"/>
                    <a:pt x="56702" y="670912"/>
                  </a:cubicBezTo>
                  <a:cubicBezTo>
                    <a:pt x="56702" y="589869"/>
                    <a:pt x="56702" y="509273"/>
                    <a:pt x="56702" y="428049"/>
                  </a:cubicBezTo>
                  <a:cubicBezTo>
                    <a:pt x="37582" y="430940"/>
                    <a:pt x="18979" y="433753"/>
                    <a:pt x="0" y="436623"/>
                  </a:cubicBezTo>
                  <a:cubicBezTo>
                    <a:pt x="0" y="370059"/>
                    <a:pt x="0" y="304188"/>
                    <a:pt x="0" y="237524"/>
                  </a:cubicBezTo>
                  <a:cubicBezTo>
                    <a:pt x="18891" y="240765"/>
                    <a:pt x="37648" y="243984"/>
                    <a:pt x="56699" y="247253"/>
                  </a:cubicBezTo>
                  <a:cubicBezTo>
                    <a:pt x="56699" y="164924"/>
                    <a:pt x="56699" y="82807"/>
                    <a:pt x="56699" y="114"/>
                  </a:cubicBezTo>
                  <a:close/>
                </a:path>
              </a:pathLst>
            </a:custGeom>
            <a:solidFill>
              <a:schemeClr val="accent2"/>
            </a:solidFill>
            <a:ln w="6350" cap="flat">
              <a:noFill/>
              <a:prstDash val="solid"/>
              <a:miter/>
            </a:ln>
          </p:spPr>
          <p:txBody>
            <a:bodyPr wrap="square" rtlCol="0" anchor="ctr">
              <a:noAutofit/>
            </a:bodyPr>
            <a:lstStyle/>
            <a:p>
              <a:endParaRPr lang="en-US"/>
            </a:p>
          </p:txBody>
        </p:sp>
        <p:sp>
          <p:nvSpPr>
            <p:cNvPr id="2258" name="Freeform: Shape 2257">
              <a:extLst>
                <a:ext uri="{FF2B5EF4-FFF2-40B4-BE49-F238E27FC236}">
                  <a16:creationId xmlns:a16="http://schemas.microsoft.com/office/drawing/2014/main" id="{45963EF8-188E-EBB6-7668-031553E75CC0}"/>
                </a:ext>
                <a:ext uri="{C183D7F6-B498-43B3-948B-1728B52AA6E4}">
                  <adec:decorative xmlns:adec="http://schemas.microsoft.com/office/drawing/2017/decorative" val="1"/>
                </a:ext>
              </a:extLst>
            </p:cNvPr>
            <p:cNvSpPr/>
            <p:nvPr/>
          </p:nvSpPr>
          <p:spPr>
            <a:xfrm>
              <a:off x="5569321" y="4418073"/>
              <a:ext cx="350805" cy="197053"/>
            </a:xfrm>
            <a:custGeom>
              <a:avLst/>
              <a:gdLst>
                <a:gd name="connsiteX0" fmla="*/ 0 w 666247"/>
                <a:gd name="connsiteY0" fmla="*/ 165289 h 374243"/>
                <a:gd name="connsiteX1" fmla="*/ 65419 w 666247"/>
                <a:gd name="connsiteY1" fmla="*/ 165289 h 374243"/>
                <a:gd name="connsiteX2" fmla="*/ 65419 w 666247"/>
                <a:gd name="connsiteY2" fmla="*/ 230708 h 374243"/>
                <a:gd name="connsiteX3" fmla="*/ 0 w 666247"/>
                <a:gd name="connsiteY3" fmla="*/ 230708 h 374243"/>
                <a:gd name="connsiteX4" fmla="*/ 269548 w 666247"/>
                <a:gd name="connsiteY4" fmla="*/ 1155 h 374243"/>
                <a:gd name="connsiteX5" fmla="*/ 275455 w 666247"/>
                <a:gd name="connsiteY5" fmla="*/ 9943 h 374243"/>
                <a:gd name="connsiteX6" fmla="*/ 281387 w 666247"/>
                <a:gd name="connsiteY6" fmla="*/ 53865 h 374243"/>
                <a:gd name="connsiteX7" fmla="*/ 287153 w 666247"/>
                <a:gd name="connsiteY7" fmla="*/ 93400 h 374243"/>
                <a:gd name="connsiteX8" fmla="*/ 291218 w 666247"/>
                <a:gd name="connsiteY8" fmla="*/ 126941 h 374243"/>
                <a:gd name="connsiteX9" fmla="*/ 295910 w 666247"/>
                <a:gd name="connsiteY9" fmla="*/ 158844 h 374243"/>
                <a:gd name="connsiteX10" fmla="*/ 299057 w 666247"/>
                <a:gd name="connsiteY10" fmla="*/ 184227 h 374243"/>
                <a:gd name="connsiteX11" fmla="*/ 303707 w 666247"/>
                <a:gd name="connsiteY11" fmla="*/ 217616 h 374243"/>
                <a:gd name="connsiteX12" fmla="*/ 306901 w 666247"/>
                <a:gd name="connsiteY12" fmla="*/ 242985 h 374243"/>
                <a:gd name="connsiteX13" fmla="*/ 310173 w 666247"/>
                <a:gd name="connsiteY13" fmla="*/ 267841 h 374243"/>
                <a:gd name="connsiteX14" fmla="*/ 313917 w 666247"/>
                <a:gd name="connsiteY14" fmla="*/ 285540 h 374243"/>
                <a:gd name="connsiteX15" fmla="*/ 315722 w 666247"/>
                <a:gd name="connsiteY15" fmla="*/ 276846 h 374243"/>
                <a:gd name="connsiteX16" fmla="*/ 326423 w 666247"/>
                <a:gd name="connsiteY16" fmla="*/ 220250 h 374243"/>
                <a:gd name="connsiteX17" fmla="*/ 336414 w 666247"/>
                <a:gd name="connsiteY17" fmla="*/ 163464 h 374243"/>
                <a:gd name="connsiteX18" fmla="*/ 347215 w 666247"/>
                <a:gd name="connsiteY18" fmla="*/ 105409 h 374243"/>
                <a:gd name="connsiteX19" fmla="*/ 356652 w 666247"/>
                <a:gd name="connsiteY19" fmla="*/ 96328 h 374243"/>
                <a:gd name="connsiteX20" fmla="*/ 368884 w 666247"/>
                <a:gd name="connsiteY20" fmla="*/ 102871 h 374243"/>
                <a:gd name="connsiteX21" fmla="*/ 380550 w 666247"/>
                <a:gd name="connsiteY21" fmla="*/ 132234 h 374243"/>
                <a:gd name="connsiteX22" fmla="*/ 401719 w 666247"/>
                <a:gd name="connsiteY22" fmla="*/ 186713 h 374243"/>
                <a:gd name="connsiteX23" fmla="*/ 403457 w 666247"/>
                <a:gd name="connsiteY23" fmla="*/ 189417 h 374243"/>
                <a:gd name="connsiteX24" fmla="*/ 411928 w 666247"/>
                <a:gd name="connsiteY24" fmla="*/ 154972 h 374243"/>
                <a:gd name="connsiteX25" fmla="*/ 425805 w 666247"/>
                <a:gd name="connsiteY25" fmla="*/ 97185 h 374243"/>
                <a:gd name="connsiteX26" fmla="*/ 441441 w 666247"/>
                <a:gd name="connsiteY26" fmla="*/ 32950 h 374243"/>
                <a:gd name="connsiteX27" fmla="*/ 451517 w 666247"/>
                <a:gd name="connsiteY27" fmla="*/ 23245 h 374243"/>
                <a:gd name="connsiteX28" fmla="*/ 461986 w 666247"/>
                <a:gd name="connsiteY28" fmla="*/ 27492 h 374243"/>
                <a:gd name="connsiteX29" fmla="*/ 464940 w 666247"/>
                <a:gd name="connsiteY29" fmla="*/ 36321 h 374243"/>
                <a:gd name="connsiteX30" fmla="*/ 474757 w 666247"/>
                <a:gd name="connsiteY30" fmla="*/ 97576 h 374243"/>
                <a:gd name="connsiteX31" fmla="*/ 482732 w 666247"/>
                <a:gd name="connsiteY31" fmla="*/ 151385 h 374243"/>
                <a:gd name="connsiteX32" fmla="*/ 490437 w 666247"/>
                <a:gd name="connsiteY32" fmla="*/ 197362 h 374243"/>
                <a:gd name="connsiteX33" fmla="*/ 496429 w 666247"/>
                <a:gd name="connsiteY33" fmla="*/ 237353 h 374243"/>
                <a:gd name="connsiteX34" fmla="*/ 501460 w 666247"/>
                <a:gd name="connsiteY34" fmla="*/ 271159 h 374243"/>
                <a:gd name="connsiteX35" fmla="*/ 502812 w 666247"/>
                <a:gd name="connsiteY35" fmla="*/ 273740 h 374243"/>
                <a:gd name="connsiteX36" fmla="*/ 520647 w 666247"/>
                <a:gd name="connsiteY36" fmla="*/ 200078 h 374243"/>
                <a:gd name="connsiteX37" fmla="*/ 535805 w 666247"/>
                <a:gd name="connsiteY37" fmla="*/ 134718 h 374243"/>
                <a:gd name="connsiteX38" fmla="*/ 544998 w 666247"/>
                <a:gd name="connsiteY38" fmla="*/ 125877 h 374243"/>
                <a:gd name="connsiteX39" fmla="*/ 557113 w 666247"/>
                <a:gd name="connsiteY39" fmla="*/ 131223 h 374243"/>
                <a:gd name="connsiteX40" fmla="*/ 567997 w 666247"/>
                <a:gd name="connsiteY40" fmla="*/ 149896 h 374243"/>
                <a:gd name="connsiteX41" fmla="*/ 596628 w 666247"/>
                <a:gd name="connsiteY41" fmla="*/ 200287 h 374243"/>
                <a:gd name="connsiteX42" fmla="*/ 608986 w 666247"/>
                <a:gd name="connsiteY42" fmla="*/ 186587 h 374243"/>
                <a:gd name="connsiteX43" fmla="*/ 633671 w 666247"/>
                <a:gd name="connsiteY43" fmla="*/ 160797 h 374243"/>
                <a:gd name="connsiteX44" fmla="*/ 649568 w 666247"/>
                <a:gd name="connsiteY44" fmla="*/ 160621 h 374243"/>
                <a:gd name="connsiteX45" fmla="*/ 665899 w 666247"/>
                <a:gd name="connsiteY45" fmla="*/ 175711 h 374243"/>
                <a:gd name="connsiteX46" fmla="*/ 666244 w 666247"/>
                <a:gd name="connsiteY46" fmla="*/ 206858 h 374243"/>
                <a:gd name="connsiteX47" fmla="*/ 642021 w 666247"/>
                <a:gd name="connsiteY47" fmla="*/ 185411 h 374243"/>
                <a:gd name="connsiteX48" fmla="*/ 603310 w 666247"/>
                <a:gd name="connsiteY48" fmla="*/ 227473 h 374243"/>
                <a:gd name="connsiteX49" fmla="*/ 584770 w 666247"/>
                <a:gd name="connsiteY49" fmla="*/ 225961 h 374243"/>
                <a:gd name="connsiteX50" fmla="*/ 570129 w 666247"/>
                <a:gd name="connsiteY50" fmla="*/ 200579 h 374243"/>
                <a:gd name="connsiteX51" fmla="*/ 551825 w 666247"/>
                <a:gd name="connsiteY51" fmla="*/ 168377 h 374243"/>
                <a:gd name="connsiteX52" fmla="*/ 542599 w 666247"/>
                <a:gd name="connsiteY52" fmla="*/ 206176 h 374243"/>
                <a:gd name="connsiteX53" fmla="*/ 527185 w 666247"/>
                <a:gd name="connsiteY53" fmla="*/ 270467 h 374243"/>
                <a:gd name="connsiteX54" fmla="*/ 511179 w 666247"/>
                <a:gd name="connsiteY54" fmla="*/ 337577 h 374243"/>
                <a:gd name="connsiteX55" fmla="*/ 499804 w 666247"/>
                <a:gd name="connsiteY55" fmla="*/ 346734 h 374243"/>
                <a:gd name="connsiteX56" fmla="*/ 488524 w 666247"/>
                <a:gd name="connsiteY56" fmla="*/ 336308 h 374243"/>
                <a:gd name="connsiteX57" fmla="*/ 482781 w 666247"/>
                <a:gd name="connsiteY57" fmla="*/ 300723 h 374243"/>
                <a:gd name="connsiteX58" fmla="*/ 476767 w 666247"/>
                <a:gd name="connsiteY58" fmla="*/ 260247 h 374243"/>
                <a:gd name="connsiteX59" fmla="*/ 470111 w 666247"/>
                <a:gd name="connsiteY59" fmla="*/ 219446 h 374243"/>
                <a:gd name="connsiteX60" fmla="*/ 464996 w 666247"/>
                <a:gd name="connsiteY60" fmla="*/ 186149 h 374243"/>
                <a:gd name="connsiteX61" fmla="*/ 459248 w 666247"/>
                <a:gd name="connsiteY61" fmla="*/ 150558 h 374243"/>
                <a:gd name="connsiteX62" fmla="*/ 454173 w 666247"/>
                <a:gd name="connsiteY62" fmla="*/ 115283 h 374243"/>
                <a:gd name="connsiteX63" fmla="*/ 450597 w 666247"/>
                <a:gd name="connsiteY63" fmla="*/ 94446 h 374243"/>
                <a:gd name="connsiteX64" fmla="*/ 447547 w 666247"/>
                <a:gd name="connsiteY64" fmla="*/ 104727 h 374243"/>
                <a:gd name="connsiteX65" fmla="*/ 432503 w 666247"/>
                <a:gd name="connsiteY65" fmla="*/ 168146 h 374243"/>
                <a:gd name="connsiteX66" fmla="*/ 416894 w 666247"/>
                <a:gd name="connsiteY66" fmla="*/ 231882 h 374243"/>
                <a:gd name="connsiteX67" fmla="*/ 407231 w 666247"/>
                <a:gd name="connsiteY67" fmla="*/ 240667 h 374243"/>
                <a:gd name="connsiteX68" fmla="*/ 395432 w 666247"/>
                <a:gd name="connsiteY68" fmla="*/ 234127 h 374243"/>
                <a:gd name="connsiteX69" fmla="*/ 380577 w 666247"/>
                <a:gd name="connsiteY69" fmla="*/ 196221 h 374243"/>
                <a:gd name="connsiteX70" fmla="*/ 362619 w 666247"/>
                <a:gd name="connsiteY70" fmla="*/ 149840 h 374243"/>
                <a:gd name="connsiteX71" fmla="*/ 356998 w 666247"/>
                <a:gd name="connsiteY71" fmla="*/ 179075 h 374243"/>
                <a:gd name="connsiteX72" fmla="*/ 350656 w 666247"/>
                <a:gd name="connsiteY72" fmla="*/ 214038 h 374243"/>
                <a:gd name="connsiteX73" fmla="*/ 343216 w 666247"/>
                <a:gd name="connsiteY73" fmla="*/ 255149 h 374243"/>
                <a:gd name="connsiteX74" fmla="*/ 336932 w 666247"/>
                <a:gd name="connsiteY74" fmla="*/ 288649 h 374243"/>
                <a:gd name="connsiteX75" fmla="*/ 329465 w 666247"/>
                <a:gd name="connsiteY75" fmla="*/ 329755 h 374243"/>
                <a:gd name="connsiteX76" fmla="*/ 322523 w 666247"/>
                <a:gd name="connsiteY76" fmla="*/ 366048 h 374243"/>
                <a:gd name="connsiteX77" fmla="*/ 310202 w 666247"/>
                <a:gd name="connsiteY77" fmla="*/ 374234 h 374243"/>
                <a:gd name="connsiteX78" fmla="*/ 300150 w 666247"/>
                <a:gd name="connsiteY78" fmla="*/ 365461 h 374243"/>
                <a:gd name="connsiteX79" fmla="*/ 297059 w 666247"/>
                <a:gd name="connsiteY79" fmla="*/ 342040 h 374243"/>
                <a:gd name="connsiteX80" fmla="*/ 292298 w 666247"/>
                <a:gd name="connsiteY80" fmla="*/ 308679 h 374243"/>
                <a:gd name="connsiteX81" fmla="*/ 288222 w 666247"/>
                <a:gd name="connsiteY81" fmla="*/ 277110 h 374243"/>
                <a:gd name="connsiteX82" fmla="*/ 283429 w 666247"/>
                <a:gd name="connsiteY82" fmla="*/ 242775 h 374243"/>
                <a:gd name="connsiteX83" fmla="*/ 279364 w 666247"/>
                <a:gd name="connsiteY83" fmla="*/ 209235 h 374243"/>
                <a:gd name="connsiteX84" fmla="*/ 274741 w 666247"/>
                <a:gd name="connsiteY84" fmla="*/ 177317 h 374243"/>
                <a:gd name="connsiteX85" fmla="*/ 271523 w 666247"/>
                <a:gd name="connsiteY85" fmla="*/ 151953 h 374243"/>
                <a:gd name="connsiteX86" fmla="*/ 266739 w 666247"/>
                <a:gd name="connsiteY86" fmla="*/ 118109 h 374243"/>
                <a:gd name="connsiteX87" fmla="*/ 263669 w 666247"/>
                <a:gd name="connsiteY87" fmla="*/ 92221 h 374243"/>
                <a:gd name="connsiteX88" fmla="*/ 262936 w 666247"/>
                <a:gd name="connsiteY88" fmla="*/ 88684 h 374243"/>
                <a:gd name="connsiteX89" fmla="*/ 261593 w 666247"/>
                <a:gd name="connsiteY89" fmla="*/ 88605 h 374243"/>
                <a:gd name="connsiteX90" fmla="*/ 258852 w 666247"/>
                <a:gd name="connsiteY90" fmla="*/ 101243 h 374243"/>
                <a:gd name="connsiteX91" fmla="*/ 246060 w 666247"/>
                <a:gd name="connsiteY91" fmla="*/ 168194 h 374243"/>
                <a:gd name="connsiteX92" fmla="*/ 232321 w 666247"/>
                <a:gd name="connsiteY92" fmla="*/ 240828 h 374243"/>
                <a:gd name="connsiteX93" fmla="*/ 228304 w 666247"/>
                <a:gd name="connsiteY93" fmla="*/ 263024 h 374243"/>
                <a:gd name="connsiteX94" fmla="*/ 217504 w 666247"/>
                <a:gd name="connsiteY94" fmla="*/ 272100 h 374243"/>
                <a:gd name="connsiteX95" fmla="*/ 205780 w 666247"/>
                <a:gd name="connsiteY95" fmla="*/ 262927 h 374243"/>
                <a:gd name="connsiteX96" fmla="*/ 189921 w 666247"/>
                <a:gd name="connsiteY96" fmla="*/ 194290 h 374243"/>
                <a:gd name="connsiteX97" fmla="*/ 182017 w 666247"/>
                <a:gd name="connsiteY97" fmla="*/ 161693 h 374243"/>
                <a:gd name="connsiteX98" fmla="*/ 167761 w 666247"/>
                <a:gd name="connsiteY98" fmla="*/ 102228 h 374243"/>
                <a:gd name="connsiteX99" fmla="*/ 160049 w 666247"/>
                <a:gd name="connsiteY99" fmla="*/ 123867 h 374243"/>
                <a:gd name="connsiteX100" fmla="*/ 134004 w 666247"/>
                <a:gd name="connsiteY100" fmla="*/ 197456 h 374243"/>
                <a:gd name="connsiteX101" fmla="*/ 122514 w 666247"/>
                <a:gd name="connsiteY101" fmla="*/ 205318 h 374243"/>
                <a:gd name="connsiteX102" fmla="*/ 95581 w 666247"/>
                <a:gd name="connsiteY102" fmla="*/ 205319 h 374243"/>
                <a:gd name="connsiteX103" fmla="*/ 95581 w 666247"/>
                <a:gd name="connsiteY103" fmla="*/ 182650 h 374243"/>
                <a:gd name="connsiteX104" fmla="*/ 112275 w 666247"/>
                <a:gd name="connsiteY104" fmla="*/ 182606 h 374243"/>
                <a:gd name="connsiteX105" fmla="*/ 115346 w 666247"/>
                <a:gd name="connsiteY105" fmla="*/ 179860 h 374243"/>
                <a:gd name="connsiteX106" fmla="*/ 132106 w 666247"/>
                <a:gd name="connsiteY106" fmla="*/ 132943 h 374243"/>
                <a:gd name="connsiteX107" fmla="*/ 158747 w 666247"/>
                <a:gd name="connsiteY107" fmla="*/ 58033 h 374243"/>
                <a:gd name="connsiteX108" fmla="*/ 172621 w 666247"/>
                <a:gd name="connsiteY108" fmla="*/ 50137 h 374243"/>
                <a:gd name="connsiteX109" fmla="*/ 181201 w 666247"/>
                <a:gd name="connsiteY109" fmla="*/ 59084 h 374243"/>
                <a:gd name="connsiteX110" fmla="*/ 197551 w 666247"/>
                <a:gd name="connsiteY110" fmla="*/ 127091 h 374243"/>
                <a:gd name="connsiteX111" fmla="*/ 214654 w 666247"/>
                <a:gd name="connsiteY111" fmla="*/ 201349 h 374243"/>
                <a:gd name="connsiteX112" fmla="*/ 216019 w 666247"/>
                <a:gd name="connsiteY112" fmla="*/ 203942 h 374243"/>
                <a:gd name="connsiteX113" fmla="*/ 225275 w 666247"/>
                <a:gd name="connsiteY113" fmla="*/ 157381 h 374243"/>
                <a:gd name="connsiteX114" fmla="*/ 234251 w 666247"/>
                <a:gd name="connsiteY114" fmla="*/ 108243 h 374243"/>
                <a:gd name="connsiteX115" fmla="*/ 242788 w 666247"/>
                <a:gd name="connsiteY115" fmla="*/ 64441 h 374243"/>
                <a:gd name="connsiteX116" fmla="*/ 251935 w 666247"/>
                <a:gd name="connsiteY116" fmla="*/ 15346 h 374243"/>
                <a:gd name="connsiteX117" fmla="*/ 258870 w 666247"/>
                <a:gd name="connsiteY117" fmla="*/ 1406 h 374243"/>
                <a:gd name="connsiteX118" fmla="*/ 269548 w 666247"/>
                <a:gd name="connsiteY118" fmla="*/ 1155 h 37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66247" h="374243">
                  <a:moveTo>
                    <a:pt x="0" y="165289"/>
                  </a:moveTo>
                  <a:lnTo>
                    <a:pt x="65419" y="165289"/>
                  </a:lnTo>
                  <a:lnTo>
                    <a:pt x="65419" y="230708"/>
                  </a:lnTo>
                  <a:lnTo>
                    <a:pt x="0" y="230708"/>
                  </a:lnTo>
                  <a:close/>
                  <a:moveTo>
                    <a:pt x="269548" y="1155"/>
                  </a:moveTo>
                  <a:cubicBezTo>
                    <a:pt x="272607" y="2710"/>
                    <a:pt x="274872" y="5772"/>
                    <a:pt x="275455" y="9943"/>
                  </a:cubicBezTo>
                  <a:cubicBezTo>
                    <a:pt x="277500" y="24574"/>
                    <a:pt x="279338" y="39234"/>
                    <a:pt x="281387" y="53865"/>
                  </a:cubicBezTo>
                  <a:cubicBezTo>
                    <a:pt x="283235" y="67054"/>
                    <a:pt x="285368" y="80203"/>
                    <a:pt x="287153" y="93400"/>
                  </a:cubicBezTo>
                  <a:cubicBezTo>
                    <a:pt x="288662" y="104560"/>
                    <a:pt x="289730" y="115779"/>
                    <a:pt x="291218" y="126941"/>
                  </a:cubicBezTo>
                  <a:cubicBezTo>
                    <a:pt x="292640" y="137594"/>
                    <a:pt x="294438" y="148197"/>
                    <a:pt x="295910" y="158844"/>
                  </a:cubicBezTo>
                  <a:cubicBezTo>
                    <a:pt x="297078" y="167288"/>
                    <a:pt x="297929" y="175776"/>
                    <a:pt x="299057" y="184227"/>
                  </a:cubicBezTo>
                  <a:cubicBezTo>
                    <a:pt x="300543" y="195365"/>
                    <a:pt x="302209" y="206479"/>
                    <a:pt x="303707" y="217616"/>
                  </a:cubicBezTo>
                  <a:cubicBezTo>
                    <a:pt x="304843" y="226063"/>
                    <a:pt x="305817" y="234531"/>
                    <a:pt x="306901" y="242985"/>
                  </a:cubicBezTo>
                  <a:cubicBezTo>
                    <a:pt x="307963" y="251274"/>
                    <a:pt x="309039" y="259562"/>
                    <a:pt x="310173" y="267841"/>
                  </a:cubicBezTo>
                  <a:cubicBezTo>
                    <a:pt x="310976" y="273699"/>
                    <a:pt x="311886" y="279542"/>
                    <a:pt x="313917" y="285540"/>
                  </a:cubicBezTo>
                  <a:cubicBezTo>
                    <a:pt x="314521" y="282642"/>
                    <a:pt x="315169" y="279753"/>
                    <a:pt x="315722" y="276846"/>
                  </a:cubicBezTo>
                  <a:cubicBezTo>
                    <a:pt x="319310" y="257984"/>
                    <a:pt x="322981" y="239138"/>
                    <a:pt x="326423" y="220250"/>
                  </a:cubicBezTo>
                  <a:cubicBezTo>
                    <a:pt x="329869" y="201342"/>
                    <a:pt x="332998" y="182377"/>
                    <a:pt x="336414" y="163464"/>
                  </a:cubicBezTo>
                  <a:cubicBezTo>
                    <a:pt x="339914" y="144094"/>
                    <a:pt x="343561" y="124751"/>
                    <a:pt x="347215" y="105409"/>
                  </a:cubicBezTo>
                  <a:cubicBezTo>
                    <a:pt x="348142" y="100508"/>
                    <a:pt x="351970" y="96978"/>
                    <a:pt x="356652" y="96328"/>
                  </a:cubicBezTo>
                  <a:cubicBezTo>
                    <a:pt x="362262" y="95548"/>
                    <a:pt x="366530" y="97420"/>
                    <a:pt x="368884" y="102871"/>
                  </a:cubicBezTo>
                  <a:cubicBezTo>
                    <a:pt x="373058" y="112535"/>
                    <a:pt x="376727" y="122420"/>
                    <a:pt x="380550" y="132234"/>
                  </a:cubicBezTo>
                  <a:cubicBezTo>
                    <a:pt x="387622" y="150388"/>
                    <a:pt x="394648" y="168559"/>
                    <a:pt x="401719" y="186713"/>
                  </a:cubicBezTo>
                  <a:cubicBezTo>
                    <a:pt x="401983" y="187393"/>
                    <a:pt x="402513" y="187968"/>
                    <a:pt x="403457" y="189417"/>
                  </a:cubicBezTo>
                  <a:cubicBezTo>
                    <a:pt x="406419" y="177386"/>
                    <a:pt x="409218" y="166190"/>
                    <a:pt x="411928" y="154972"/>
                  </a:cubicBezTo>
                  <a:cubicBezTo>
                    <a:pt x="416580" y="135716"/>
                    <a:pt x="421145" y="116439"/>
                    <a:pt x="425805" y="97185"/>
                  </a:cubicBezTo>
                  <a:cubicBezTo>
                    <a:pt x="430988" y="75766"/>
                    <a:pt x="436259" y="54369"/>
                    <a:pt x="441441" y="32950"/>
                  </a:cubicBezTo>
                  <a:cubicBezTo>
                    <a:pt x="442761" y="27493"/>
                    <a:pt x="445745" y="23164"/>
                    <a:pt x="451517" y="23245"/>
                  </a:cubicBezTo>
                  <a:cubicBezTo>
                    <a:pt x="455097" y="23296"/>
                    <a:pt x="459296" y="25095"/>
                    <a:pt x="461986" y="27492"/>
                  </a:cubicBezTo>
                  <a:cubicBezTo>
                    <a:pt x="464006" y="29291"/>
                    <a:pt x="464428" y="33231"/>
                    <a:pt x="464940" y="36321"/>
                  </a:cubicBezTo>
                  <a:cubicBezTo>
                    <a:pt x="468315" y="56722"/>
                    <a:pt x="471608" y="77138"/>
                    <a:pt x="474757" y="97576"/>
                  </a:cubicBezTo>
                  <a:cubicBezTo>
                    <a:pt x="477519" y="115496"/>
                    <a:pt x="479929" y="133471"/>
                    <a:pt x="482732" y="151385"/>
                  </a:cubicBezTo>
                  <a:cubicBezTo>
                    <a:pt x="485135" y="166736"/>
                    <a:pt x="487977" y="182019"/>
                    <a:pt x="490437" y="197362"/>
                  </a:cubicBezTo>
                  <a:cubicBezTo>
                    <a:pt x="492571" y="210670"/>
                    <a:pt x="494450" y="224020"/>
                    <a:pt x="496429" y="237353"/>
                  </a:cubicBezTo>
                  <a:cubicBezTo>
                    <a:pt x="498102" y="248622"/>
                    <a:pt x="499734" y="259898"/>
                    <a:pt x="501460" y="271159"/>
                  </a:cubicBezTo>
                  <a:cubicBezTo>
                    <a:pt x="501596" y="272048"/>
                    <a:pt x="502327" y="272845"/>
                    <a:pt x="502812" y="273740"/>
                  </a:cubicBezTo>
                  <a:cubicBezTo>
                    <a:pt x="508784" y="249114"/>
                    <a:pt x="514824" y="224622"/>
                    <a:pt x="520647" y="200078"/>
                  </a:cubicBezTo>
                  <a:cubicBezTo>
                    <a:pt x="525809" y="178317"/>
                    <a:pt x="530670" y="156485"/>
                    <a:pt x="535805" y="134718"/>
                  </a:cubicBezTo>
                  <a:cubicBezTo>
                    <a:pt x="536923" y="129980"/>
                    <a:pt x="540171" y="126736"/>
                    <a:pt x="544998" y="125877"/>
                  </a:cubicBezTo>
                  <a:cubicBezTo>
                    <a:pt x="550033" y="124982"/>
                    <a:pt x="554381" y="126823"/>
                    <a:pt x="557113" y="131223"/>
                  </a:cubicBezTo>
                  <a:cubicBezTo>
                    <a:pt x="560913" y="137341"/>
                    <a:pt x="564430" y="143636"/>
                    <a:pt x="567997" y="149896"/>
                  </a:cubicBezTo>
                  <a:cubicBezTo>
                    <a:pt x="577407" y="166410"/>
                    <a:pt x="586778" y="182946"/>
                    <a:pt x="596628" y="200287"/>
                  </a:cubicBezTo>
                  <a:cubicBezTo>
                    <a:pt x="601012" y="195413"/>
                    <a:pt x="604896" y="190903"/>
                    <a:pt x="608986" y="186587"/>
                  </a:cubicBezTo>
                  <a:cubicBezTo>
                    <a:pt x="617170" y="177949"/>
                    <a:pt x="625592" y="169532"/>
                    <a:pt x="633671" y="160797"/>
                  </a:cubicBezTo>
                  <a:cubicBezTo>
                    <a:pt x="638610" y="155457"/>
                    <a:pt x="645443" y="156950"/>
                    <a:pt x="649568" y="160621"/>
                  </a:cubicBezTo>
                  <a:cubicBezTo>
                    <a:pt x="655031" y="165481"/>
                    <a:pt x="660265" y="170598"/>
                    <a:pt x="665899" y="175711"/>
                  </a:cubicBezTo>
                  <a:cubicBezTo>
                    <a:pt x="666231" y="186012"/>
                    <a:pt x="666262" y="196206"/>
                    <a:pt x="666244" y="206858"/>
                  </a:cubicBezTo>
                  <a:cubicBezTo>
                    <a:pt x="658268" y="200133"/>
                    <a:pt x="650341" y="192951"/>
                    <a:pt x="642021" y="185411"/>
                  </a:cubicBezTo>
                  <a:cubicBezTo>
                    <a:pt x="629046" y="199511"/>
                    <a:pt x="616185" y="213498"/>
                    <a:pt x="603310" y="227473"/>
                  </a:cubicBezTo>
                  <a:cubicBezTo>
                    <a:pt x="599515" y="231591"/>
                    <a:pt x="588747" y="233220"/>
                    <a:pt x="584770" y="225961"/>
                  </a:cubicBezTo>
                  <a:cubicBezTo>
                    <a:pt x="580078" y="217398"/>
                    <a:pt x="574984" y="209054"/>
                    <a:pt x="570129" y="200579"/>
                  </a:cubicBezTo>
                  <a:cubicBezTo>
                    <a:pt x="564177" y="190189"/>
                    <a:pt x="558292" y="179761"/>
                    <a:pt x="551825" y="168377"/>
                  </a:cubicBezTo>
                  <a:cubicBezTo>
                    <a:pt x="548587" y="181635"/>
                    <a:pt x="545558" y="193897"/>
                    <a:pt x="542599" y="206176"/>
                  </a:cubicBezTo>
                  <a:cubicBezTo>
                    <a:pt x="537438" y="227600"/>
                    <a:pt x="532310" y="249033"/>
                    <a:pt x="527185" y="270467"/>
                  </a:cubicBezTo>
                  <a:cubicBezTo>
                    <a:pt x="521838" y="292834"/>
                    <a:pt x="516501" y="315204"/>
                    <a:pt x="511179" y="337577"/>
                  </a:cubicBezTo>
                  <a:cubicBezTo>
                    <a:pt x="509827" y="343262"/>
                    <a:pt x="505194" y="347030"/>
                    <a:pt x="499804" y="346734"/>
                  </a:cubicBezTo>
                  <a:cubicBezTo>
                    <a:pt x="493629" y="346396"/>
                    <a:pt x="489394" y="342186"/>
                    <a:pt x="488524" y="336308"/>
                  </a:cubicBezTo>
                  <a:cubicBezTo>
                    <a:pt x="486764" y="324423"/>
                    <a:pt x="484617" y="312597"/>
                    <a:pt x="482781" y="300723"/>
                  </a:cubicBezTo>
                  <a:cubicBezTo>
                    <a:pt x="480698" y="287243"/>
                    <a:pt x="478867" y="273724"/>
                    <a:pt x="476767" y="260247"/>
                  </a:cubicBezTo>
                  <a:cubicBezTo>
                    <a:pt x="474645" y="246632"/>
                    <a:pt x="472281" y="233054"/>
                    <a:pt x="470111" y="219446"/>
                  </a:cubicBezTo>
                  <a:cubicBezTo>
                    <a:pt x="468343" y="208357"/>
                    <a:pt x="466749" y="197241"/>
                    <a:pt x="464996" y="186149"/>
                  </a:cubicBezTo>
                  <a:cubicBezTo>
                    <a:pt x="463121" y="174279"/>
                    <a:pt x="461061" y="162438"/>
                    <a:pt x="459248" y="150558"/>
                  </a:cubicBezTo>
                  <a:cubicBezTo>
                    <a:pt x="457456" y="138815"/>
                    <a:pt x="455938" y="127030"/>
                    <a:pt x="454173" y="115283"/>
                  </a:cubicBezTo>
                  <a:cubicBezTo>
                    <a:pt x="453197" y="108784"/>
                    <a:pt x="451959" y="102324"/>
                    <a:pt x="450597" y="94446"/>
                  </a:cubicBezTo>
                  <a:cubicBezTo>
                    <a:pt x="449346" y="98626"/>
                    <a:pt x="448285" y="101638"/>
                    <a:pt x="447547" y="104727"/>
                  </a:cubicBezTo>
                  <a:cubicBezTo>
                    <a:pt x="442501" y="125859"/>
                    <a:pt x="437593" y="147025"/>
                    <a:pt x="432503" y="168146"/>
                  </a:cubicBezTo>
                  <a:cubicBezTo>
                    <a:pt x="427380" y="189411"/>
                    <a:pt x="422088" y="210635"/>
                    <a:pt x="416894" y="231882"/>
                  </a:cubicBezTo>
                  <a:cubicBezTo>
                    <a:pt x="415732" y="236637"/>
                    <a:pt x="412011" y="240074"/>
                    <a:pt x="407231" y="240667"/>
                  </a:cubicBezTo>
                  <a:cubicBezTo>
                    <a:pt x="402401" y="241266"/>
                    <a:pt x="397283" y="238707"/>
                    <a:pt x="395432" y="234127"/>
                  </a:cubicBezTo>
                  <a:cubicBezTo>
                    <a:pt x="390347" y="221545"/>
                    <a:pt x="385491" y="208871"/>
                    <a:pt x="380577" y="196221"/>
                  </a:cubicBezTo>
                  <a:cubicBezTo>
                    <a:pt x="374698" y="181089"/>
                    <a:pt x="368852" y="165944"/>
                    <a:pt x="362619" y="149840"/>
                  </a:cubicBezTo>
                  <a:cubicBezTo>
                    <a:pt x="360609" y="160268"/>
                    <a:pt x="358747" y="169661"/>
                    <a:pt x="356998" y="179075"/>
                  </a:cubicBezTo>
                  <a:cubicBezTo>
                    <a:pt x="354835" y="190720"/>
                    <a:pt x="352764" y="202382"/>
                    <a:pt x="350656" y="214038"/>
                  </a:cubicBezTo>
                  <a:cubicBezTo>
                    <a:pt x="348178" y="227742"/>
                    <a:pt x="345733" y="241452"/>
                    <a:pt x="343216" y="255149"/>
                  </a:cubicBezTo>
                  <a:cubicBezTo>
                    <a:pt x="341162" y="266323"/>
                    <a:pt x="338988" y="277475"/>
                    <a:pt x="336932" y="288649"/>
                  </a:cubicBezTo>
                  <a:cubicBezTo>
                    <a:pt x="334412" y="302345"/>
                    <a:pt x="332000" y="316061"/>
                    <a:pt x="329465" y="329755"/>
                  </a:cubicBezTo>
                  <a:cubicBezTo>
                    <a:pt x="327224" y="341866"/>
                    <a:pt x="325003" y="353984"/>
                    <a:pt x="322523" y="366048"/>
                  </a:cubicBezTo>
                  <a:cubicBezTo>
                    <a:pt x="321320" y="371900"/>
                    <a:pt x="317161" y="374423"/>
                    <a:pt x="310202" y="374234"/>
                  </a:cubicBezTo>
                  <a:cubicBezTo>
                    <a:pt x="305316" y="374102"/>
                    <a:pt x="300953" y="370568"/>
                    <a:pt x="300150" y="365461"/>
                  </a:cubicBezTo>
                  <a:cubicBezTo>
                    <a:pt x="298928" y="357684"/>
                    <a:pt x="298140" y="349840"/>
                    <a:pt x="297059" y="342040"/>
                  </a:cubicBezTo>
                  <a:cubicBezTo>
                    <a:pt x="295518" y="330913"/>
                    <a:pt x="293814" y="319809"/>
                    <a:pt x="292298" y="308679"/>
                  </a:cubicBezTo>
                  <a:cubicBezTo>
                    <a:pt x="290865" y="298166"/>
                    <a:pt x="289640" y="287625"/>
                    <a:pt x="288222" y="277110"/>
                  </a:cubicBezTo>
                  <a:cubicBezTo>
                    <a:pt x="286677" y="265658"/>
                    <a:pt x="284923" y="254233"/>
                    <a:pt x="283429" y="242775"/>
                  </a:cubicBezTo>
                  <a:cubicBezTo>
                    <a:pt x="281973" y="231608"/>
                    <a:pt x="280842" y="220398"/>
                    <a:pt x="279364" y="209235"/>
                  </a:cubicBezTo>
                  <a:cubicBezTo>
                    <a:pt x="277953" y="198578"/>
                    <a:pt x="276211" y="187966"/>
                    <a:pt x="274741" y="177317"/>
                  </a:cubicBezTo>
                  <a:cubicBezTo>
                    <a:pt x="273576" y="168876"/>
                    <a:pt x="272673" y="160398"/>
                    <a:pt x="271523" y="151953"/>
                  </a:cubicBezTo>
                  <a:cubicBezTo>
                    <a:pt x="269986" y="140664"/>
                    <a:pt x="268240" y="129403"/>
                    <a:pt x="266739" y="118109"/>
                  </a:cubicBezTo>
                  <a:cubicBezTo>
                    <a:pt x="265595" y="109496"/>
                    <a:pt x="264706" y="100849"/>
                    <a:pt x="263669" y="92221"/>
                  </a:cubicBezTo>
                  <a:cubicBezTo>
                    <a:pt x="263526" y="91030"/>
                    <a:pt x="263185" y="89862"/>
                    <a:pt x="262936" y="88684"/>
                  </a:cubicBezTo>
                  <a:cubicBezTo>
                    <a:pt x="262488" y="88658"/>
                    <a:pt x="262041" y="88631"/>
                    <a:pt x="261593" y="88605"/>
                  </a:cubicBezTo>
                  <a:cubicBezTo>
                    <a:pt x="260674" y="92817"/>
                    <a:pt x="259666" y="97011"/>
                    <a:pt x="258852" y="101243"/>
                  </a:cubicBezTo>
                  <a:cubicBezTo>
                    <a:pt x="254559" y="123555"/>
                    <a:pt x="250302" y="145873"/>
                    <a:pt x="246060" y="168194"/>
                  </a:cubicBezTo>
                  <a:cubicBezTo>
                    <a:pt x="241461" y="192401"/>
                    <a:pt x="236875" y="216612"/>
                    <a:pt x="232321" y="240828"/>
                  </a:cubicBezTo>
                  <a:cubicBezTo>
                    <a:pt x="230931" y="248217"/>
                    <a:pt x="229770" y="255651"/>
                    <a:pt x="228304" y="263024"/>
                  </a:cubicBezTo>
                  <a:cubicBezTo>
                    <a:pt x="227145" y="268855"/>
                    <a:pt x="223093" y="272107"/>
                    <a:pt x="217504" y="272100"/>
                  </a:cubicBezTo>
                  <a:cubicBezTo>
                    <a:pt x="211099" y="272093"/>
                    <a:pt x="207210" y="269099"/>
                    <a:pt x="205780" y="262927"/>
                  </a:cubicBezTo>
                  <a:cubicBezTo>
                    <a:pt x="200482" y="240051"/>
                    <a:pt x="195256" y="217157"/>
                    <a:pt x="189921" y="194290"/>
                  </a:cubicBezTo>
                  <a:cubicBezTo>
                    <a:pt x="187380" y="183402"/>
                    <a:pt x="184633" y="172563"/>
                    <a:pt x="182017" y="161693"/>
                  </a:cubicBezTo>
                  <a:cubicBezTo>
                    <a:pt x="177358" y="142328"/>
                    <a:pt x="172728" y="122956"/>
                    <a:pt x="167761" y="102228"/>
                  </a:cubicBezTo>
                  <a:cubicBezTo>
                    <a:pt x="164920" y="110197"/>
                    <a:pt x="162471" y="117027"/>
                    <a:pt x="160049" y="123867"/>
                  </a:cubicBezTo>
                  <a:cubicBezTo>
                    <a:pt x="151364" y="148395"/>
                    <a:pt x="142695" y="172929"/>
                    <a:pt x="134004" y="197456"/>
                  </a:cubicBezTo>
                  <a:cubicBezTo>
                    <a:pt x="132171" y="202629"/>
                    <a:pt x="128213" y="205316"/>
                    <a:pt x="122514" y="205318"/>
                  </a:cubicBezTo>
                  <a:lnTo>
                    <a:pt x="95581" y="205319"/>
                  </a:lnTo>
                  <a:lnTo>
                    <a:pt x="95581" y="182650"/>
                  </a:lnTo>
                  <a:lnTo>
                    <a:pt x="112275" y="182606"/>
                  </a:lnTo>
                  <a:cubicBezTo>
                    <a:pt x="113336" y="182594"/>
                    <a:pt x="114919" y="181033"/>
                    <a:pt x="115346" y="179860"/>
                  </a:cubicBezTo>
                  <a:cubicBezTo>
                    <a:pt x="121029" y="164256"/>
                    <a:pt x="126558" y="148596"/>
                    <a:pt x="132106" y="132943"/>
                  </a:cubicBezTo>
                  <a:cubicBezTo>
                    <a:pt x="140961" y="107963"/>
                    <a:pt x="149663" y="82928"/>
                    <a:pt x="158747" y="58033"/>
                  </a:cubicBezTo>
                  <a:cubicBezTo>
                    <a:pt x="160946" y="52008"/>
                    <a:pt x="164432" y="49421"/>
                    <a:pt x="172621" y="50137"/>
                  </a:cubicBezTo>
                  <a:cubicBezTo>
                    <a:pt x="176885" y="50510"/>
                    <a:pt x="179879" y="53581"/>
                    <a:pt x="181201" y="59084"/>
                  </a:cubicBezTo>
                  <a:cubicBezTo>
                    <a:pt x="186647" y="81754"/>
                    <a:pt x="192222" y="104394"/>
                    <a:pt x="197551" y="127091"/>
                  </a:cubicBezTo>
                  <a:cubicBezTo>
                    <a:pt x="203356" y="151819"/>
                    <a:pt x="208934" y="176601"/>
                    <a:pt x="214654" y="201349"/>
                  </a:cubicBezTo>
                  <a:cubicBezTo>
                    <a:pt x="214860" y="202239"/>
                    <a:pt x="215524" y="203025"/>
                    <a:pt x="216019" y="203942"/>
                  </a:cubicBezTo>
                  <a:cubicBezTo>
                    <a:pt x="219137" y="188308"/>
                    <a:pt x="222332" y="172869"/>
                    <a:pt x="225275" y="157381"/>
                  </a:cubicBezTo>
                  <a:cubicBezTo>
                    <a:pt x="228384" y="141024"/>
                    <a:pt x="231175" y="124607"/>
                    <a:pt x="234251" y="108243"/>
                  </a:cubicBezTo>
                  <a:cubicBezTo>
                    <a:pt x="236999" y="93624"/>
                    <a:pt x="240011" y="79055"/>
                    <a:pt x="242788" y="64441"/>
                  </a:cubicBezTo>
                  <a:cubicBezTo>
                    <a:pt x="245895" y="48087"/>
                    <a:pt x="248806" y="31696"/>
                    <a:pt x="251935" y="15346"/>
                  </a:cubicBezTo>
                  <a:cubicBezTo>
                    <a:pt x="252935" y="10116"/>
                    <a:pt x="252922" y="4337"/>
                    <a:pt x="258870" y="1406"/>
                  </a:cubicBezTo>
                  <a:cubicBezTo>
                    <a:pt x="262633" y="-449"/>
                    <a:pt x="266488" y="-401"/>
                    <a:pt x="269548" y="1155"/>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45" name="Group 144">
            <a:extLst>
              <a:ext uri="{FF2B5EF4-FFF2-40B4-BE49-F238E27FC236}">
                <a16:creationId xmlns:a16="http://schemas.microsoft.com/office/drawing/2014/main" id="{44D3F7A7-F279-97BC-ED45-E0D60F276E52}"/>
              </a:ext>
              <a:ext uri="{C183D7F6-B498-43B3-948B-1728B52AA6E4}">
                <adec:decorative xmlns:adec="http://schemas.microsoft.com/office/drawing/2017/decorative" val="1"/>
              </a:ext>
            </a:extLst>
          </p:cNvPr>
          <p:cNvGrpSpPr>
            <a:grpSpLocks noChangeAspect="1"/>
          </p:cNvGrpSpPr>
          <p:nvPr/>
        </p:nvGrpSpPr>
        <p:grpSpPr>
          <a:xfrm>
            <a:off x="3834114" y="4343071"/>
            <a:ext cx="462502" cy="457200"/>
            <a:chOff x="3834114" y="4343071"/>
            <a:chExt cx="462502" cy="457200"/>
          </a:xfrm>
          <a:solidFill>
            <a:srgbClr val="FF0000"/>
          </a:solidFill>
        </p:grpSpPr>
        <p:sp>
          <p:nvSpPr>
            <p:cNvPr id="2266" name="Freeform: Shape 2265">
              <a:extLst>
                <a:ext uri="{FF2B5EF4-FFF2-40B4-BE49-F238E27FC236}">
                  <a16:creationId xmlns:a16="http://schemas.microsoft.com/office/drawing/2014/main" id="{106405B3-F0DB-516A-5E6E-664F1AED3774}"/>
                </a:ext>
                <a:ext uri="{C183D7F6-B498-43B3-948B-1728B52AA6E4}">
                  <adec:decorative xmlns:adec="http://schemas.microsoft.com/office/drawing/2017/decorative" val="1"/>
                </a:ext>
              </a:extLst>
            </p:cNvPr>
            <p:cNvSpPr/>
            <p:nvPr/>
          </p:nvSpPr>
          <p:spPr>
            <a:xfrm>
              <a:off x="3887542" y="4372056"/>
              <a:ext cx="409074" cy="284349"/>
            </a:xfrm>
            <a:custGeom>
              <a:avLst/>
              <a:gdLst>
                <a:gd name="connsiteX0" fmla="*/ 243069 w 751348"/>
                <a:gd name="connsiteY0" fmla="*/ 46905 h 522264"/>
                <a:gd name="connsiteX1" fmla="*/ 243069 w 751348"/>
                <a:gd name="connsiteY1" fmla="*/ 132847 h 522264"/>
                <a:gd name="connsiteX2" fmla="*/ 221401 w 751348"/>
                <a:gd name="connsiteY2" fmla="*/ 167997 h 522264"/>
                <a:gd name="connsiteX3" fmla="*/ 308936 w 751348"/>
                <a:gd name="connsiteY3" fmla="*/ 167997 h 522264"/>
                <a:gd name="connsiteX4" fmla="*/ 287267 w 751348"/>
                <a:gd name="connsiteY4" fmla="*/ 132847 h 522264"/>
                <a:gd name="connsiteX5" fmla="*/ 287267 w 751348"/>
                <a:gd name="connsiteY5" fmla="*/ 46905 h 522264"/>
                <a:gd name="connsiteX6" fmla="*/ 88359 w 751348"/>
                <a:gd name="connsiteY6" fmla="*/ 0 h 522264"/>
                <a:gd name="connsiteX7" fmla="*/ 441976 w 751348"/>
                <a:gd name="connsiteY7" fmla="*/ 0 h 522264"/>
                <a:gd name="connsiteX8" fmla="*/ 441976 w 751348"/>
                <a:gd name="connsiteY8" fmla="*/ 46905 h 522264"/>
                <a:gd name="connsiteX9" fmla="*/ 332097 w 751348"/>
                <a:gd name="connsiteY9" fmla="*/ 46905 h 522264"/>
                <a:gd name="connsiteX10" fmla="*/ 332097 w 751348"/>
                <a:gd name="connsiteY10" fmla="*/ 123629 h 522264"/>
                <a:gd name="connsiteX11" fmla="*/ 360908 w 751348"/>
                <a:gd name="connsiteY11" fmla="*/ 167997 h 522264"/>
                <a:gd name="connsiteX12" fmla="*/ 423324 w 751348"/>
                <a:gd name="connsiteY12" fmla="*/ 167997 h 522264"/>
                <a:gd name="connsiteX13" fmla="*/ 751348 w 751348"/>
                <a:gd name="connsiteY13" fmla="*/ 496021 h 522264"/>
                <a:gd name="connsiteX14" fmla="*/ 751348 w 751348"/>
                <a:gd name="connsiteY14" fmla="*/ 522263 h 522264"/>
                <a:gd name="connsiteX15" fmla="*/ 740372 w 751348"/>
                <a:gd name="connsiteY15" fmla="*/ 522263 h 522264"/>
                <a:gd name="connsiteX16" fmla="*/ 740372 w 751348"/>
                <a:gd name="connsiteY16" fmla="*/ 522264 h 522264"/>
                <a:gd name="connsiteX17" fmla="*/ 554180 w 751348"/>
                <a:gd name="connsiteY17" fmla="*/ 522264 h 522264"/>
                <a:gd name="connsiteX18" fmla="*/ 554180 w 751348"/>
                <a:gd name="connsiteY18" fmla="*/ 522263 h 522264"/>
                <a:gd name="connsiteX19" fmla="*/ 541413 w 751348"/>
                <a:gd name="connsiteY19" fmla="*/ 522263 h 522264"/>
                <a:gd name="connsiteX20" fmla="*/ 541413 w 751348"/>
                <a:gd name="connsiteY20" fmla="*/ 496021 h 522264"/>
                <a:gd name="connsiteX21" fmla="*/ 423324 w 751348"/>
                <a:gd name="connsiteY21" fmla="*/ 377932 h 522264"/>
                <a:gd name="connsiteX22" fmla="*/ 55185 w 751348"/>
                <a:gd name="connsiteY22" fmla="*/ 377932 h 522264"/>
                <a:gd name="connsiteX23" fmla="*/ 0 w 751348"/>
                <a:gd name="connsiteY23" fmla="*/ 377932 h 522264"/>
                <a:gd name="connsiteX24" fmla="*/ 0 w 751348"/>
                <a:gd name="connsiteY24" fmla="*/ 330760 h 522264"/>
                <a:gd name="connsiteX25" fmla="*/ 55185 w 751348"/>
                <a:gd name="connsiteY25" fmla="*/ 330760 h 522264"/>
                <a:gd name="connsiteX26" fmla="*/ 420045 w 751348"/>
                <a:gd name="connsiteY26" fmla="*/ 330760 h 522264"/>
                <a:gd name="connsiteX27" fmla="*/ 420045 w 751348"/>
                <a:gd name="connsiteY27" fmla="*/ 311107 h 522264"/>
                <a:gd name="connsiteX28" fmla="*/ 420045 w 751348"/>
                <a:gd name="connsiteY28" fmla="*/ 311107 h 522264"/>
                <a:gd name="connsiteX29" fmla="*/ 420045 w 751348"/>
                <a:gd name="connsiteY29" fmla="*/ 330401 h 522264"/>
                <a:gd name="connsiteX30" fmla="*/ 420630 w 751348"/>
                <a:gd name="connsiteY30" fmla="*/ 330371 h 522264"/>
                <a:gd name="connsiteX31" fmla="*/ 575745 w 751348"/>
                <a:gd name="connsiteY31" fmla="*/ 433189 h 522264"/>
                <a:gd name="connsiteX32" fmla="*/ 584806 w 751348"/>
                <a:gd name="connsiteY32" fmla="*/ 478066 h 522264"/>
                <a:gd name="connsiteX33" fmla="*/ 706092 w 751348"/>
                <a:gd name="connsiteY33" fmla="*/ 478066 h 522264"/>
                <a:gd name="connsiteX34" fmla="*/ 705655 w 751348"/>
                <a:gd name="connsiteY34" fmla="*/ 469422 h 522264"/>
                <a:gd name="connsiteX35" fmla="*/ 420630 w 751348"/>
                <a:gd name="connsiteY35" fmla="*/ 212211 h 522264"/>
                <a:gd name="connsiteX36" fmla="*/ 420045 w 751348"/>
                <a:gd name="connsiteY36" fmla="*/ 212241 h 522264"/>
                <a:gd name="connsiteX37" fmla="*/ 420045 w 751348"/>
                <a:gd name="connsiteY37" fmla="*/ 212211 h 522264"/>
                <a:gd name="connsiteX38" fmla="*/ 34 w 751348"/>
                <a:gd name="connsiteY38" fmla="*/ 212211 h 522264"/>
                <a:gd name="connsiteX39" fmla="*/ 34 w 751348"/>
                <a:gd name="connsiteY39" fmla="*/ 167997 h 522264"/>
                <a:gd name="connsiteX40" fmla="*/ 169428 w 751348"/>
                <a:gd name="connsiteY40" fmla="*/ 167997 h 522264"/>
                <a:gd name="connsiteX41" fmla="*/ 198239 w 751348"/>
                <a:gd name="connsiteY41" fmla="*/ 123629 h 522264"/>
                <a:gd name="connsiteX42" fmla="*/ 198239 w 751348"/>
                <a:gd name="connsiteY42" fmla="*/ 46905 h 522264"/>
                <a:gd name="connsiteX43" fmla="*/ 88359 w 751348"/>
                <a:gd name="connsiteY43" fmla="*/ 46905 h 52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51348" h="522264">
                  <a:moveTo>
                    <a:pt x="243069" y="46905"/>
                  </a:moveTo>
                  <a:lnTo>
                    <a:pt x="243069" y="132847"/>
                  </a:lnTo>
                  <a:lnTo>
                    <a:pt x="221401" y="167997"/>
                  </a:lnTo>
                  <a:lnTo>
                    <a:pt x="308936" y="167997"/>
                  </a:lnTo>
                  <a:lnTo>
                    <a:pt x="287267" y="132847"/>
                  </a:lnTo>
                  <a:lnTo>
                    <a:pt x="287267" y="46905"/>
                  </a:lnTo>
                  <a:close/>
                  <a:moveTo>
                    <a:pt x="88359" y="0"/>
                  </a:moveTo>
                  <a:lnTo>
                    <a:pt x="441976" y="0"/>
                  </a:lnTo>
                  <a:lnTo>
                    <a:pt x="441976" y="46905"/>
                  </a:lnTo>
                  <a:lnTo>
                    <a:pt x="332097" y="46905"/>
                  </a:lnTo>
                  <a:lnTo>
                    <a:pt x="332097" y="123629"/>
                  </a:lnTo>
                  <a:lnTo>
                    <a:pt x="360908" y="167997"/>
                  </a:lnTo>
                  <a:lnTo>
                    <a:pt x="423324" y="167997"/>
                  </a:lnTo>
                  <a:cubicBezTo>
                    <a:pt x="604402" y="168199"/>
                    <a:pt x="751146" y="314943"/>
                    <a:pt x="751348" y="496021"/>
                  </a:cubicBezTo>
                  <a:lnTo>
                    <a:pt x="751348" y="522263"/>
                  </a:lnTo>
                  <a:lnTo>
                    <a:pt x="740372" y="522263"/>
                  </a:lnTo>
                  <a:lnTo>
                    <a:pt x="740372" y="522264"/>
                  </a:lnTo>
                  <a:lnTo>
                    <a:pt x="554180" y="522264"/>
                  </a:lnTo>
                  <a:lnTo>
                    <a:pt x="554180" y="522263"/>
                  </a:lnTo>
                  <a:lnTo>
                    <a:pt x="541413" y="522263"/>
                  </a:lnTo>
                  <a:lnTo>
                    <a:pt x="541413" y="496021"/>
                  </a:lnTo>
                  <a:cubicBezTo>
                    <a:pt x="541341" y="430832"/>
                    <a:pt x="488513" y="378005"/>
                    <a:pt x="423324" y="377932"/>
                  </a:cubicBezTo>
                  <a:lnTo>
                    <a:pt x="55185" y="377932"/>
                  </a:lnTo>
                  <a:lnTo>
                    <a:pt x="0" y="377932"/>
                  </a:lnTo>
                  <a:lnTo>
                    <a:pt x="0" y="330760"/>
                  </a:lnTo>
                  <a:lnTo>
                    <a:pt x="55185" y="330760"/>
                  </a:lnTo>
                  <a:lnTo>
                    <a:pt x="420045" y="330760"/>
                  </a:lnTo>
                  <a:lnTo>
                    <a:pt x="420045" y="311107"/>
                  </a:lnTo>
                  <a:lnTo>
                    <a:pt x="420045" y="311107"/>
                  </a:lnTo>
                  <a:lnTo>
                    <a:pt x="420045" y="330401"/>
                  </a:lnTo>
                  <a:lnTo>
                    <a:pt x="420630" y="330371"/>
                  </a:lnTo>
                  <a:cubicBezTo>
                    <a:pt x="490361" y="330371"/>
                    <a:pt x="550189" y="372767"/>
                    <a:pt x="575745" y="433189"/>
                  </a:cubicBezTo>
                  <a:lnTo>
                    <a:pt x="584806" y="478066"/>
                  </a:lnTo>
                  <a:lnTo>
                    <a:pt x="706092" y="478066"/>
                  </a:lnTo>
                  <a:lnTo>
                    <a:pt x="705655" y="469422"/>
                  </a:lnTo>
                  <a:cubicBezTo>
                    <a:pt x="690984" y="324950"/>
                    <a:pt x="568972" y="212211"/>
                    <a:pt x="420630" y="212211"/>
                  </a:cubicBezTo>
                  <a:lnTo>
                    <a:pt x="420045" y="212241"/>
                  </a:lnTo>
                  <a:lnTo>
                    <a:pt x="420045" y="212211"/>
                  </a:lnTo>
                  <a:lnTo>
                    <a:pt x="34" y="212211"/>
                  </a:lnTo>
                  <a:lnTo>
                    <a:pt x="34" y="167997"/>
                  </a:lnTo>
                  <a:lnTo>
                    <a:pt x="169428" y="167997"/>
                  </a:lnTo>
                  <a:lnTo>
                    <a:pt x="198239" y="123629"/>
                  </a:lnTo>
                  <a:lnTo>
                    <a:pt x="198239" y="46905"/>
                  </a:lnTo>
                  <a:lnTo>
                    <a:pt x="88359" y="46905"/>
                  </a:lnTo>
                  <a:close/>
                </a:path>
              </a:pathLst>
            </a:custGeom>
            <a:solidFill>
              <a:schemeClr val="accent2"/>
            </a:solidFill>
            <a:ln w="52685" cap="flat">
              <a:noFill/>
              <a:prstDash val="solid"/>
              <a:miter/>
            </a:ln>
          </p:spPr>
          <p:txBody>
            <a:bodyPr wrap="square" rtlCol="0" anchor="ctr">
              <a:noAutofit/>
            </a:bodyPr>
            <a:lstStyle/>
            <a:p>
              <a:endParaRPr lang="en-US" dirty="0"/>
            </a:p>
          </p:txBody>
        </p:sp>
        <p:sp>
          <p:nvSpPr>
            <p:cNvPr id="2267" name="Freeform: Shape 2266">
              <a:extLst>
                <a:ext uri="{FF2B5EF4-FFF2-40B4-BE49-F238E27FC236}">
                  <a16:creationId xmlns:a16="http://schemas.microsoft.com/office/drawing/2014/main" id="{CCAD8710-30FE-A263-DBAD-DF29B0C25975}"/>
                </a:ext>
                <a:ext uri="{C183D7F6-B498-43B3-948B-1728B52AA6E4}">
                  <adec:decorative xmlns:adec="http://schemas.microsoft.com/office/drawing/2017/decorative" val="1"/>
                </a:ext>
              </a:extLst>
            </p:cNvPr>
            <p:cNvSpPr/>
            <p:nvPr/>
          </p:nvSpPr>
          <p:spPr>
            <a:xfrm>
              <a:off x="3834114" y="4343071"/>
              <a:ext cx="445653" cy="457200"/>
            </a:xfrm>
            <a:custGeom>
              <a:avLst/>
              <a:gdLst>
                <a:gd name="connsiteX0" fmla="*/ 746595 w 818534"/>
                <a:gd name="connsiteY0" fmla="*/ 618715 h 839741"/>
                <a:gd name="connsiteX1" fmla="*/ 818529 w 818534"/>
                <a:gd name="connsiteY1" fmla="*/ 767030 h 839741"/>
                <a:gd name="connsiteX2" fmla="*/ 818529 w 818534"/>
                <a:gd name="connsiteY2" fmla="*/ 768770 h 839741"/>
                <a:gd name="connsiteX3" fmla="*/ 745719 w 818534"/>
                <a:gd name="connsiteY3" fmla="*/ 839736 h 839741"/>
                <a:gd name="connsiteX4" fmla="*/ 674652 w 818534"/>
                <a:gd name="connsiteY4" fmla="*/ 767030 h 839741"/>
                <a:gd name="connsiteX5" fmla="*/ 746595 w 818534"/>
                <a:gd name="connsiteY5" fmla="*/ 618715 h 839741"/>
                <a:gd name="connsiteX6" fmla="*/ 0 w 818534"/>
                <a:gd name="connsiteY6" fmla="*/ 209770 h 839741"/>
                <a:gd name="connsiteX7" fmla="*/ 66259 w 818534"/>
                <a:gd name="connsiteY7" fmla="*/ 209770 h 839741"/>
                <a:gd name="connsiteX8" fmla="*/ 66259 w 818534"/>
                <a:gd name="connsiteY8" fmla="*/ 276029 h 839741"/>
                <a:gd name="connsiteX9" fmla="*/ 0 w 818534"/>
                <a:gd name="connsiteY9" fmla="*/ 276029 h 839741"/>
                <a:gd name="connsiteX10" fmla="*/ 316151 w 818534"/>
                <a:gd name="connsiteY10" fmla="*/ 0 h 839741"/>
                <a:gd name="connsiteX11" fmla="*/ 410449 w 818534"/>
                <a:gd name="connsiteY11" fmla="*/ 0 h 839741"/>
                <a:gd name="connsiteX12" fmla="*/ 448168 w 818534"/>
                <a:gd name="connsiteY12" fmla="*/ 53237 h 839741"/>
                <a:gd name="connsiteX13" fmla="*/ 278432 w 818534"/>
                <a:gd name="connsiteY13" fmla="*/ 53237 h 83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8534" h="839741">
                  <a:moveTo>
                    <a:pt x="746595" y="618715"/>
                  </a:moveTo>
                  <a:cubicBezTo>
                    <a:pt x="746595" y="618715"/>
                    <a:pt x="818539" y="720790"/>
                    <a:pt x="818529" y="767030"/>
                  </a:cubicBezTo>
                  <a:cubicBezTo>
                    <a:pt x="818536" y="767611"/>
                    <a:pt x="818536" y="768190"/>
                    <a:pt x="818529" y="768770"/>
                  </a:cubicBezTo>
                  <a:cubicBezTo>
                    <a:pt x="818048" y="808444"/>
                    <a:pt x="785449" y="840216"/>
                    <a:pt x="745719" y="839736"/>
                  </a:cubicBezTo>
                  <a:cubicBezTo>
                    <a:pt x="705989" y="839256"/>
                    <a:pt x="674171" y="806704"/>
                    <a:pt x="674652" y="767030"/>
                  </a:cubicBezTo>
                  <a:cubicBezTo>
                    <a:pt x="674652" y="721085"/>
                    <a:pt x="746595" y="618715"/>
                    <a:pt x="746595" y="618715"/>
                  </a:cubicBezTo>
                  <a:close/>
                  <a:moveTo>
                    <a:pt x="0" y="209770"/>
                  </a:moveTo>
                  <a:lnTo>
                    <a:pt x="66259" y="209770"/>
                  </a:lnTo>
                  <a:lnTo>
                    <a:pt x="66259" y="276029"/>
                  </a:lnTo>
                  <a:lnTo>
                    <a:pt x="0" y="276029"/>
                  </a:lnTo>
                  <a:close/>
                  <a:moveTo>
                    <a:pt x="316151" y="0"/>
                  </a:moveTo>
                  <a:lnTo>
                    <a:pt x="410449" y="0"/>
                  </a:lnTo>
                  <a:lnTo>
                    <a:pt x="448168" y="53237"/>
                  </a:lnTo>
                  <a:lnTo>
                    <a:pt x="278432" y="53237"/>
                  </a:lnTo>
                  <a:close/>
                </a:path>
              </a:pathLst>
            </a:custGeom>
            <a:solidFill>
              <a:schemeClr val="bg1"/>
            </a:solidFill>
            <a:ln w="52685" cap="flat">
              <a:noFill/>
              <a:prstDash val="solid"/>
              <a:miter/>
            </a:ln>
          </p:spPr>
          <p:txBody>
            <a:bodyPr wrap="square" rtlCol="0" anchor="ctr">
              <a:noAutofit/>
            </a:bodyPr>
            <a:lstStyle/>
            <a:p>
              <a:endParaRPr lang="en-US" dirty="0"/>
            </a:p>
          </p:txBody>
        </p:sp>
      </p:grpSp>
      <p:grpSp>
        <p:nvGrpSpPr>
          <p:cNvPr id="147" name="Group 146">
            <a:extLst>
              <a:ext uri="{FF2B5EF4-FFF2-40B4-BE49-F238E27FC236}">
                <a16:creationId xmlns:a16="http://schemas.microsoft.com/office/drawing/2014/main" id="{E31BB2AC-F06F-78B2-40BC-60B3FBC2FD48}"/>
              </a:ext>
              <a:ext uri="{C183D7F6-B498-43B3-948B-1728B52AA6E4}">
                <adec:decorative xmlns:adec="http://schemas.microsoft.com/office/drawing/2017/decorative" val="1"/>
              </a:ext>
            </a:extLst>
          </p:cNvPr>
          <p:cNvGrpSpPr>
            <a:grpSpLocks noChangeAspect="1"/>
          </p:cNvGrpSpPr>
          <p:nvPr/>
        </p:nvGrpSpPr>
        <p:grpSpPr>
          <a:xfrm>
            <a:off x="2751977" y="4343071"/>
            <a:ext cx="452878" cy="457200"/>
            <a:chOff x="2751977" y="4343071"/>
            <a:chExt cx="452878" cy="457200"/>
          </a:xfrm>
          <a:solidFill>
            <a:srgbClr val="FF0000"/>
          </a:solidFill>
        </p:grpSpPr>
        <p:sp>
          <p:nvSpPr>
            <p:cNvPr id="2270" name="Freeform: Shape 2269">
              <a:extLst>
                <a:ext uri="{FF2B5EF4-FFF2-40B4-BE49-F238E27FC236}">
                  <a16:creationId xmlns:a16="http://schemas.microsoft.com/office/drawing/2014/main" id="{CC186A11-D640-980A-B7CF-429EE8E1A648}"/>
                </a:ext>
                <a:ext uri="{C183D7F6-B498-43B3-948B-1728B52AA6E4}">
                  <adec:decorative xmlns:adec="http://schemas.microsoft.com/office/drawing/2017/decorative" val="1"/>
                </a:ext>
              </a:extLst>
            </p:cNvPr>
            <p:cNvSpPr/>
            <p:nvPr/>
          </p:nvSpPr>
          <p:spPr>
            <a:xfrm>
              <a:off x="2751977" y="4347418"/>
              <a:ext cx="452878" cy="452853"/>
            </a:xfrm>
            <a:custGeom>
              <a:avLst/>
              <a:gdLst>
                <a:gd name="connsiteX0" fmla="*/ 643163 w 775441"/>
                <a:gd name="connsiteY0" fmla="*/ 395132 h 775398"/>
                <a:gd name="connsiteX1" fmla="*/ 618695 w 775441"/>
                <a:gd name="connsiteY1" fmla="*/ 396779 h 775398"/>
                <a:gd name="connsiteX2" fmla="*/ 578033 w 775441"/>
                <a:gd name="connsiteY2" fmla="*/ 405598 h 775398"/>
                <a:gd name="connsiteX3" fmla="*/ 515555 w 775441"/>
                <a:gd name="connsiteY3" fmla="*/ 440078 h 775398"/>
                <a:gd name="connsiteX4" fmla="*/ 488441 w 775441"/>
                <a:gd name="connsiteY4" fmla="*/ 466210 h 775398"/>
                <a:gd name="connsiteX5" fmla="*/ 466822 w 775441"/>
                <a:gd name="connsiteY5" fmla="*/ 497292 h 775398"/>
                <a:gd name="connsiteX6" fmla="*/ 445724 w 775441"/>
                <a:gd name="connsiteY6" fmla="*/ 552650 h 775398"/>
                <a:gd name="connsiteX7" fmla="*/ 441732 w 775441"/>
                <a:gd name="connsiteY7" fmla="*/ 579098 h 775398"/>
                <a:gd name="connsiteX8" fmla="*/ 440938 w 775441"/>
                <a:gd name="connsiteY8" fmla="*/ 587199 h 775398"/>
                <a:gd name="connsiteX9" fmla="*/ 442115 w 775441"/>
                <a:gd name="connsiteY9" fmla="*/ 625283 h 775398"/>
                <a:gd name="connsiteX10" fmla="*/ 459826 w 775441"/>
                <a:gd name="connsiteY10" fmla="*/ 624175 h 775398"/>
                <a:gd name="connsiteX11" fmla="*/ 477263 w 775441"/>
                <a:gd name="connsiteY11" fmla="*/ 622463 h 775398"/>
                <a:gd name="connsiteX12" fmla="*/ 521339 w 775441"/>
                <a:gd name="connsiteY12" fmla="*/ 610825 h 775398"/>
                <a:gd name="connsiteX13" fmla="*/ 566056 w 775441"/>
                <a:gd name="connsiteY13" fmla="*/ 586315 h 775398"/>
                <a:gd name="connsiteX14" fmla="*/ 600186 w 775441"/>
                <a:gd name="connsiteY14" fmla="*/ 554642 h 775398"/>
                <a:gd name="connsiteX15" fmla="*/ 625573 w 775441"/>
                <a:gd name="connsiteY15" fmla="*/ 516573 h 775398"/>
                <a:gd name="connsiteX16" fmla="*/ 642487 w 775441"/>
                <a:gd name="connsiteY16" fmla="*/ 469483 h 775398"/>
                <a:gd name="connsiteX17" fmla="*/ 647623 w 775441"/>
                <a:gd name="connsiteY17" fmla="*/ 433752 h 775398"/>
                <a:gd name="connsiteX18" fmla="*/ 646766 w 775441"/>
                <a:gd name="connsiteY18" fmla="*/ 397863 h 775398"/>
                <a:gd name="connsiteX19" fmla="*/ 643163 w 775441"/>
                <a:gd name="connsiteY19" fmla="*/ 395132 h 775398"/>
                <a:gd name="connsiteX20" fmla="*/ 132278 w 775441"/>
                <a:gd name="connsiteY20" fmla="*/ 395132 h 775398"/>
                <a:gd name="connsiteX21" fmla="*/ 128675 w 775441"/>
                <a:gd name="connsiteY21" fmla="*/ 397863 h 775398"/>
                <a:gd name="connsiteX22" fmla="*/ 127818 w 775441"/>
                <a:gd name="connsiteY22" fmla="*/ 433752 h 775398"/>
                <a:gd name="connsiteX23" fmla="*/ 132954 w 775441"/>
                <a:gd name="connsiteY23" fmla="*/ 469483 h 775398"/>
                <a:gd name="connsiteX24" fmla="*/ 149868 w 775441"/>
                <a:gd name="connsiteY24" fmla="*/ 516573 h 775398"/>
                <a:gd name="connsiteX25" fmla="*/ 175255 w 775441"/>
                <a:gd name="connsiteY25" fmla="*/ 554642 h 775398"/>
                <a:gd name="connsiteX26" fmla="*/ 209385 w 775441"/>
                <a:gd name="connsiteY26" fmla="*/ 586315 h 775398"/>
                <a:gd name="connsiteX27" fmla="*/ 254102 w 775441"/>
                <a:gd name="connsiteY27" fmla="*/ 610825 h 775398"/>
                <a:gd name="connsiteX28" fmla="*/ 298178 w 775441"/>
                <a:gd name="connsiteY28" fmla="*/ 622463 h 775398"/>
                <a:gd name="connsiteX29" fmla="*/ 315615 w 775441"/>
                <a:gd name="connsiteY29" fmla="*/ 624175 h 775398"/>
                <a:gd name="connsiteX30" fmla="*/ 333326 w 775441"/>
                <a:gd name="connsiteY30" fmla="*/ 625283 h 775398"/>
                <a:gd name="connsiteX31" fmla="*/ 334503 w 775441"/>
                <a:gd name="connsiteY31" fmla="*/ 587199 h 775398"/>
                <a:gd name="connsiteX32" fmla="*/ 333709 w 775441"/>
                <a:gd name="connsiteY32" fmla="*/ 579098 h 775398"/>
                <a:gd name="connsiteX33" fmla="*/ 329717 w 775441"/>
                <a:gd name="connsiteY33" fmla="*/ 552650 h 775398"/>
                <a:gd name="connsiteX34" fmla="*/ 308619 w 775441"/>
                <a:gd name="connsiteY34" fmla="*/ 497292 h 775398"/>
                <a:gd name="connsiteX35" fmla="*/ 287001 w 775441"/>
                <a:gd name="connsiteY35" fmla="*/ 466210 h 775398"/>
                <a:gd name="connsiteX36" fmla="*/ 259886 w 775441"/>
                <a:gd name="connsiteY36" fmla="*/ 440078 h 775398"/>
                <a:gd name="connsiteX37" fmla="*/ 197408 w 775441"/>
                <a:gd name="connsiteY37" fmla="*/ 405598 h 775398"/>
                <a:gd name="connsiteX38" fmla="*/ 156746 w 775441"/>
                <a:gd name="connsiteY38" fmla="*/ 396779 h 775398"/>
                <a:gd name="connsiteX39" fmla="*/ 132278 w 775441"/>
                <a:gd name="connsiteY39" fmla="*/ 395132 h 775398"/>
                <a:gd name="connsiteX40" fmla="*/ 633268 w 775441"/>
                <a:gd name="connsiteY40" fmla="*/ 360523 h 775398"/>
                <a:gd name="connsiteX41" fmla="*/ 661616 w 775441"/>
                <a:gd name="connsiteY41" fmla="*/ 361248 h 775398"/>
                <a:gd name="connsiteX42" fmla="*/ 677845 w 775441"/>
                <a:gd name="connsiteY42" fmla="*/ 374119 h 775398"/>
                <a:gd name="connsiteX43" fmla="*/ 682848 w 775441"/>
                <a:gd name="connsiteY43" fmla="*/ 417724 h 775398"/>
                <a:gd name="connsiteX44" fmla="*/ 680620 w 775441"/>
                <a:gd name="connsiteY44" fmla="*/ 452768 h 775398"/>
                <a:gd name="connsiteX45" fmla="*/ 671171 w 775441"/>
                <a:gd name="connsiteY45" fmla="*/ 496614 h 775398"/>
                <a:gd name="connsiteX46" fmla="*/ 651146 w 775441"/>
                <a:gd name="connsiteY46" fmla="*/ 542615 h 775398"/>
                <a:gd name="connsiteX47" fmla="*/ 623370 w 775441"/>
                <a:gd name="connsiteY47" fmla="*/ 581519 h 775398"/>
                <a:gd name="connsiteX48" fmla="*/ 596394 w 775441"/>
                <a:gd name="connsiteY48" fmla="*/ 606751 h 775398"/>
                <a:gd name="connsiteX49" fmla="*/ 558350 w 775441"/>
                <a:gd name="connsiteY49" fmla="*/ 632171 h 775398"/>
                <a:gd name="connsiteX50" fmla="*/ 511089 w 775441"/>
                <a:gd name="connsiteY50" fmla="*/ 651102 h 775398"/>
                <a:gd name="connsiteX51" fmla="*/ 454992 w 775441"/>
                <a:gd name="connsiteY51" fmla="*/ 659565 h 775398"/>
                <a:gd name="connsiteX52" fmla="*/ 427473 w 775441"/>
                <a:gd name="connsiteY52" fmla="*/ 658787 h 775398"/>
                <a:gd name="connsiteX53" fmla="*/ 411520 w 775441"/>
                <a:gd name="connsiteY53" fmla="*/ 646122 h 775398"/>
                <a:gd name="connsiteX54" fmla="*/ 406360 w 775441"/>
                <a:gd name="connsiteY54" fmla="*/ 606667 h 775398"/>
                <a:gd name="connsiteX55" fmla="*/ 407127 w 775441"/>
                <a:gd name="connsiteY55" fmla="*/ 577101 h 775398"/>
                <a:gd name="connsiteX56" fmla="*/ 412067 w 775441"/>
                <a:gd name="connsiteY56" fmla="*/ 542993 h 775398"/>
                <a:gd name="connsiteX57" fmla="*/ 438601 w 775441"/>
                <a:gd name="connsiteY57" fmla="*/ 475817 h 775398"/>
                <a:gd name="connsiteX58" fmla="*/ 483677 w 775441"/>
                <a:gd name="connsiteY58" fmla="*/ 420647 h 775398"/>
                <a:gd name="connsiteX59" fmla="*/ 499765 w 775441"/>
                <a:gd name="connsiteY59" fmla="*/ 407744 h 775398"/>
                <a:gd name="connsiteX60" fmla="*/ 529666 w 775441"/>
                <a:gd name="connsiteY60" fmla="*/ 388563 h 775398"/>
                <a:gd name="connsiteX61" fmla="*/ 578393 w 775441"/>
                <a:gd name="connsiteY61" fmla="*/ 368909 h 775398"/>
                <a:gd name="connsiteX62" fmla="*/ 633268 w 775441"/>
                <a:gd name="connsiteY62" fmla="*/ 360523 h 775398"/>
                <a:gd name="connsiteX63" fmla="*/ 142173 w 775441"/>
                <a:gd name="connsiteY63" fmla="*/ 360523 h 775398"/>
                <a:gd name="connsiteX64" fmla="*/ 197048 w 775441"/>
                <a:gd name="connsiteY64" fmla="*/ 368909 h 775398"/>
                <a:gd name="connsiteX65" fmla="*/ 245775 w 775441"/>
                <a:gd name="connsiteY65" fmla="*/ 388563 h 775398"/>
                <a:gd name="connsiteX66" fmla="*/ 275676 w 775441"/>
                <a:gd name="connsiteY66" fmla="*/ 407744 h 775398"/>
                <a:gd name="connsiteX67" fmla="*/ 291764 w 775441"/>
                <a:gd name="connsiteY67" fmla="*/ 420647 h 775398"/>
                <a:gd name="connsiteX68" fmla="*/ 336840 w 775441"/>
                <a:gd name="connsiteY68" fmla="*/ 475817 h 775398"/>
                <a:gd name="connsiteX69" fmla="*/ 363374 w 775441"/>
                <a:gd name="connsiteY69" fmla="*/ 542993 h 775398"/>
                <a:gd name="connsiteX70" fmla="*/ 368314 w 775441"/>
                <a:gd name="connsiteY70" fmla="*/ 577101 h 775398"/>
                <a:gd name="connsiteX71" fmla="*/ 369081 w 775441"/>
                <a:gd name="connsiteY71" fmla="*/ 606667 h 775398"/>
                <a:gd name="connsiteX72" fmla="*/ 363921 w 775441"/>
                <a:gd name="connsiteY72" fmla="*/ 646122 h 775398"/>
                <a:gd name="connsiteX73" fmla="*/ 347968 w 775441"/>
                <a:gd name="connsiteY73" fmla="*/ 658787 h 775398"/>
                <a:gd name="connsiteX74" fmla="*/ 320449 w 775441"/>
                <a:gd name="connsiteY74" fmla="*/ 659565 h 775398"/>
                <a:gd name="connsiteX75" fmla="*/ 264352 w 775441"/>
                <a:gd name="connsiteY75" fmla="*/ 651102 h 775398"/>
                <a:gd name="connsiteX76" fmla="*/ 217091 w 775441"/>
                <a:gd name="connsiteY76" fmla="*/ 632171 h 775398"/>
                <a:gd name="connsiteX77" fmla="*/ 179047 w 775441"/>
                <a:gd name="connsiteY77" fmla="*/ 606751 h 775398"/>
                <a:gd name="connsiteX78" fmla="*/ 152071 w 775441"/>
                <a:gd name="connsiteY78" fmla="*/ 581519 h 775398"/>
                <a:gd name="connsiteX79" fmla="*/ 124295 w 775441"/>
                <a:gd name="connsiteY79" fmla="*/ 542615 h 775398"/>
                <a:gd name="connsiteX80" fmla="*/ 104270 w 775441"/>
                <a:gd name="connsiteY80" fmla="*/ 496614 h 775398"/>
                <a:gd name="connsiteX81" fmla="*/ 94821 w 775441"/>
                <a:gd name="connsiteY81" fmla="*/ 452768 h 775398"/>
                <a:gd name="connsiteX82" fmla="*/ 92593 w 775441"/>
                <a:gd name="connsiteY82" fmla="*/ 417724 h 775398"/>
                <a:gd name="connsiteX83" fmla="*/ 97596 w 775441"/>
                <a:gd name="connsiteY83" fmla="*/ 374119 h 775398"/>
                <a:gd name="connsiteX84" fmla="*/ 113825 w 775441"/>
                <a:gd name="connsiteY84" fmla="*/ 361248 h 775398"/>
                <a:gd name="connsiteX85" fmla="*/ 142173 w 775441"/>
                <a:gd name="connsiteY85" fmla="*/ 360523 h 775398"/>
                <a:gd name="connsiteX86" fmla="*/ 387312 w 775441"/>
                <a:gd name="connsiteY86" fmla="*/ 134609 h 775398"/>
                <a:gd name="connsiteX87" fmla="*/ 385221 w 775441"/>
                <a:gd name="connsiteY87" fmla="*/ 136001 h 775398"/>
                <a:gd name="connsiteX88" fmla="*/ 368003 w 775441"/>
                <a:gd name="connsiteY88" fmla="*/ 153463 h 775398"/>
                <a:gd name="connsiteX89" fmla="*/ 343423 w 775441"/>
                <a:gd name="connsiteY89" fmla="*/ 187033 h 775398"/>
                <a:gd name="connsiteX90" fmla="*/ 319539 w 775441"/>
                <a:gd name="connsiteY90" fmla="*/ 254279 h 775398"/>
                <a:gd name="connsiteX91" fmla="*/ 316581 w 775441"/>
                <a:gd name="connsiteY91" fmla="*/ 291820 h 775398"/>
                <a:gd name="connsiteX92" fmla="*/ 321020 w 775441"/>
                <a:gd name="connsiteY92" fmla="*/ 329420 h 775398"/>
                <a:gd name="connsiteX93" fmla="*/ 341950 w 775441"/>
                <a:gd name="connsiteY93" fmla="*/ 384841 h 775398"/>
                <a:gd name="connsiteX94" fmla="*/ 356506 w 775441"/>
                <a:gd name="connsiteY94" fmla="*/ 407282 h 775398"/>
                <a:gd name="connsiteX95" fmla="*/ 361285 w 775441"/>
                <a:gd name="connsiteY95" fmla="*/ 413871 h 775398"/>
                <a:gd name="connsiteX96" fmla="*/ 387428 w 775441"/>
                <a:gd name="connsiteY96" fmla="*/ 441590 h 775398"/>
                <a:gd name="connsiteX97" fmla="*/ 399946 w 775441"/>
                <a:gd name="connsiteY97" fmla="*/ 429013 h 775398"/>
                <a:gd name="connsiteX98" fmla="*/ 411860 w 775441"/>
                <a:gd name="connsiteY98" fmla="*/ 416166 h 775398"/>
                <a:gd name="connsiteX99" fmla="*/ 437124 w 775441"/>
                <a:gd name="connsiteY99" fmla="*/ 378221 h 775398"/>
                <a:gd name="connsiteX100" fmla="*/ 454330 w 775441"/>
                <a:gd name="connsiteY100" fmla="*/ 330218 h 775398"/>
                <a:gd name="connsiteX101" fmla="*/ 458863 w 775441"/>
                <a:gd name="connsiteY101" fmla="*/ 283877 h 775398"/>
                <a:gd name="connsiteX102" fmla="*/ 452610 w 775441"/>
                <a:gd name="connsiteY102" fmla="*/ 238548 h 775398"/>
                <a:gd name="connsiteX103" fmla="*/ 434032 w 775441"/>
                <a:gd name="connsiteY103" fmla="*/ 192089 h 775398"/>
                <a:gd name="connsiteX104" fmla="*/ 414175 w 775441"/>
                <a:gd name="connsiteY104" fmla="*/ 161944 h 775398"/>
                <a:gd name="connsiteX105" fmla="*/ 389728 w 775441"/>
                <a:gd name="connsiteY105" fmla="*/ 135654 h 775398"/>
                <a:gd name="connsiteX106" fmla="*/ 387312 w 775441"/>
                <a:gd name="connsiteY106" fmla="*/ 134609 h 775398"/>
                <a:gd name="connsiteX107" fmla="*/ 387008 w 775441"/>
                <a:gd name="connsiteY107" fmla="*/ 94289 h 775398"/>
                <a:gd name="connsiteX108" fmla="*/ 397237 w 775441"/>
                <a:gd name="connsiteY108" fmla="*/ 97270 h 775398"/>
                <a:gd name="connsiteX109" fmla="*/ 429905 w 775441"/>
                <a:gd name="connsiteY109" fmla="*/ 126584 h 775398"/>
                <a:gd name="connsiteX110" fmla="*/ 451482 w 775441"/>
                <a:gd name="connsiteY110" fmla="*/ 154288 h 775398"/>
                <a:gd name="connsiteX111" fmla="*/ 473494 w 775441"/>
                <a:gd name="connsiteY111" fmla="*/ 193367 h 775398"/>
                <a:gd name="connsiteX112" fmla="*/ 489021 w 775441"/>
                <a:gd name="connsiteY112" fmla="*/ 241074 h 775398"/>
                <a:gd name="connsiteX113" fmla="*/ 494041 w 775441"/>
                <a:gd name="connsiteY113" fmla="*/ 288612 h 775398"/>
                <a:gd name="connsiteX114" fmla="*/ 490589 w 775441"/>
                <a:gd name="connsiteY114" fmla="*/ 325388 h 775398"/>
                <a:gd name="connsiteX115" fmla="*/ 478980 w 775441"/>
                <a:gd name="connsiteY115" fmla="*/ 369646 h 775398"/>
                <a:gd name="connsiteX116" fmla="*/ 456170 w 775441"/>
                <a:gd name="connsiteY116" fmla="*/ 415161 h 775398"/>
                <a:gd name="connsiteX117" fmla="*/ 419804 w 775441"/>
                <a:gd name="connsiteY117" fmla="*/ 458704 h 775398"/>
                <a:gd name="connsiteX118" fmla="*/ 403472 w 775441"/>
                <a:gd name="connsiteY118" fmla="*/ 472375 h 775398"/>
                <a:gd name="connsiteX119" fmla="*/ 403472 w 775441"/>
                <a:gd name="connsiteY119" fmla="*/ 728913 h 775398"/>
                <a:gd name="connsiteX120" fmla="*/ 371970 w 775441"/>
                <a:gd name="connsiteY120" fmla="*/ 728913 h 775398"/>
                <a:gd name="connsiteX121" fmla="*/ 371970 w 775441"/>
                <a:gd name="connsiteY121" fmla="*/ 471929 h 775398"/>
                <a:gd name="connsiteX122" fmla="*/ 348322 w 775441"/>
                <a:gd name="connsiteY122" fmla="*/ 451375 h 775398"/>
                <a:gd name="connsiteX123" fmla="*/ 329285 w 775441"/>
                <a:gd name="connsiteY123" fmla="*/ 428741 h 775398"/>
                <a:gd name="connsiteX124" fmla="*/ 310358 w 775441"/>
                <a:gd name="connsiteY124" fmla="*/ 399940 h 775398"/>
                <a:gd name="connsiteX125" fmla="*/ 285656 w 775441"/>
                <a:gd name="connsiteY125" fmla="*/ 332068 h 775398"/>
                <a:gd name="connsiteX126" fmla="*/ 282794 w 775441"/>
                <a:gd name="connsiteY126" fmla="*/ 260882 h 775398"/>
                <a:gd name="connsiteX127" fmla="*/ 286275 w 775441"/>
                <a:gd name="connsiteY127" fmla="*/ 240555 h 775398"/>
                <a:gd name="connsiteX128" fmla="*/ 295928 w 775441"/>
                <a:gd name="connsiteY128" fmla="*/ 206368 h 775398"/>
                <a:gd name="connsiteX129" fmla="*/ 319356 w 775441"/>
                <a:gd name="connsiteY129" fmla="*/ 159339 h 775398"/>
                <a:gd name="connsiteX130" fmla="*/ 354860 w 775441"/>
                <a:gd name="connsiteY130" fmla="*/ 116664 h 775398"/>
                <a:gd name="connsiteX131" fmla="*/ 376555 w 775441"/>
                <a:gd name="connsiteY131" fmla="*/ 98403 h 775398"/>
                <a:gd name="connsiteX132" fmla="*/ 387008 w 775441"/>
                <a:gd name="connsiteY132" fmla="*/ 94289 h 775398"/>
                <a:gd name="connsiteX133" fmla="*/ 724826 w 775441"/>
                <a:gd name="connsiteY133" fmla="*/ 0 h 775398"/>
                <a:gd name="connsiteX134" fmla="*/ 737047 w 775441"/>
                <a:gd name="connsiteY134" fmla="*/ 905 h 775398"/>
                <a:gd name="connsiteX135" fmla="*/ 773814 w 775441"/>
                <a:gd name="connsiteY135" fmla="*/ 35337 h 775398"/>
                <a:gd name="connsiteX136" fmla="*/ 775322 w 775441"/>
                <a:gd name="connsiteY136" fmla="*/ 37949 h 775398"/>
                <a:gd name="connsiteX137" fmla="*/ 775436 w 775441"/>
                <a:gd name="connsiteY137" fmla="*/ 42903 h 775398"/>
                <a:gd name="connsiteX138" fmla="*/ 775441 w 775441"/>
                <a:gd name="connsiteY138" fmla="*/ 769985 h 775398"/>
                <a:gd name="connsiteX139" fmla="*/ 775441 w 775441"/>
                <a:gd name="connsiteY139" fmla="*/ 775126 h 775398"/>
                <a:gd name="connsiteX140" fmla="*/ 772033 w 775441"/>
                <a:gd name="connsiteY140" fmla="*/ 775398 h 775398"/>
                <a:gd name="connsiteX141" fmla="*/ 42315 w 775441"/>
                <a:gd name="connsiteY141" fmla="*/ 775062 h 775398"/>
                <a:gd name="connsiteX142" fmla="*/ 5665 w 775441"/>
                <a:gd name="connsiteY142" fmla="*/ 750746 h 775398"/>
                <a:gd name="connsiteX143" fmla="*/ 113 w 775441"/>
                <a:gd name="connsiteY143" fmla="*/ 733293 h 775398"/>
                <a:gd name="connsiteX144" fmla="*/ 0 w 775441"/>
                <a:gd name="connsiteY144" fmla="*/ 730823 h 775398"/>
                <a:gd name="connsiteX145" fmla="*/ 67 w 775441"/>
                <a:gd name="connsiteY145" fmla="*/ 531055 h 775398"/>
                <a:gd name="connsiteX146" fmla="*/ 46186 w 775441"/>
                <a:gd name="connsiteY146" fmla="*/ 530671 h 775398"/>
                <a:gd name="connsiteX147" fmla="*/ 46186 w 775441"/>
                <a:gd name="connsiteY147" fmla="*/ 729108 h 775398"/>
                <a:gd name="connsiteX148" fmla="*/ 371102 w 775441"/>
                <a:gd name="connsiteY148" fmla="*/ 729104 h 775398"/>
                <a:gd name="connsiteX149" fmla="*/ 406001 w 775441"/>
                <a:gd name="connsiteY149" fmla="*/ 729080 h 775398"/>
                <a:gd name="connsiteX150" fmla="*/ 725058 w 775441"/>
                <a:gd name="connsiteY150" fmla="*/ 729114 h 775398"/>
                <a:gd name="connsiteX151" fmla="*/ 728087 w 775441"/>
                <a:gd name="connsiteY151" fmla="*/ 729114 h 775398"/>
                <a:gd name="connsiteX152" fmla="*/ 728087 w 775441"/>
                <a:gd name="connsiteY152" fmla="*/ 46727 h 775398"/>
                <a:gd name="connsiteX153" fmla="*/ 462310 w 775441"/>
                <a:gd name="connsiteY153" fmla="*/ 46727 h 775398"/>
                <a:gd name="connsiteX154" fmla="*/ 263278 w 775441"/>
                <a:gd name="connsiteY154" fmla="*/ 46727 h 775398"/>
                <a:gd name="connsiteX155" fmla="*/ 263278 w 775441"/>
                <a:gd name="connsiteY155" fmla="*/ 1 h 775398"/>
                <a:gd name="connsiteX156" fmla="*/ 448756 w 775441"/>
                <a:gd name="connsiteY156" fmla="*/ 1 h 77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775441" h="775398">
                  <a:moveTo>
                    <a:pt x="643163" y="395132"/>
                  </a:moveTo>
                  <a:cubicBezTo>
                    <a:pt x="635006" y="395668"/>
                    <a:pt x="626847" y="396176"/>
                    <a:pt x="618695" y="396779"/>
                  </a:cubicBezTo>
                  <a:cubicBezTo>
                    <a:pt x="604733" y="397812"/>
                    <a:pt x="591220" y="401165"/>
                    <a:pt x="578033" y="405598"/>
                  </a:cubicBezTo>
                  <a:cubicBezTo>
                    <a:pt x="555154" y="413289"/>
                    <a:pt x="533884" y="424210"/>
                    <a:pt x="515555" y="440078"/>
                  </a:cubicBezTo>
                  <a:cubicBezTo>
                    <a:pt x="506078" y="448283"/>
                    <a:pt x="497451" y="457468"/>
                    <a:pt x="488441" y="466210"/>
                  </a:cubicBezTo>
                  <a:cubicBezTo>
                    <a:pt x="480902" y="476821"/>
                    <a:pt x="473133" y="486625"/>
                    <a:pt x="466822" y="497292"/>
                  </a:cubicBezTo>
                  <a:cubicBezTo>
                    <a:pt x="456667" y="514457"/>
                    <a:pt x="449602" y="533026"/>
                    <a:pt x="445724" y="552650"/>
                  </a:cubicBezTo>
                  <a:cubicBezTo>
                    <a:pt x="443998" y="561388"/>
                    <a:pt x="443000" y="570272"/>
                    <a:pt x="441732" y="579098"/>
                  </a:cubicBezTo>
                  <a:cubicBezTo>
                    <a:pt x="441346" y="581784"/>
                    <a:pt x="440875" y="584506"/>
                    <a:pt x="440938" y="587199"/>
                  </a:cubicBezTo>
                  <a:cubicBezTo>
                    <a:pt x="441226" y="599616"/>
                    <a:pt x="441688" y="612028"/>
                    <a:pt x="442115" y="625283"/>
                  </a:cubicBezTo>
                  <a:cubicBezTo>
                    <a:pt x="448486" y="624893"/>
                    <a:pt x="454164" y="624630"/>
                    <a:pt x="459826" y="624175"/>
                  </a:cubicBezTo>
                  <a:cubicBezTo>
                    <a:pt x="465647" y="623707"/>
                    <a:pt x="471463" y="623140"/>
                    <a:pt x="477263" y="622463"/>
                  </a:cubicBezTo>
                  <a:cubicBezTo>
                    <a:pt x="492504" y="620684"/>
                    <a:pt x="507120" y="616473"/>
                    <a:pt x="521339" y="610825"/>
                  </a:cubicBezTo>
                  <a:cubicBezTo>
                    <a:pt x="537251" y="604503"/>
                    <a:pt x="552162" y="596350"/>
                    <a:pt x="566056" y="586315"/>
                  </a:cubicBezTo>
                  <a:cubicBezTo>
                    <a:pt x="578742" y="577152"/>
                    <a:pt x="589820" y="566327"/>
                    <a:pt x="600186" y="554642"/>
                  </a:cubicBezTo>
                  <a:cubicBezTo>
                    <a:pt x="610429" y="543097"/>
                    <a:pt x="618639" y="530208"/>
                    <a:pt x="625573" y="516573"/>
                  </a:cubicBezTo>
                  <a:cubicBezTo>
                    <a:pt x="633168" y="501638"/>
                    <a:pt x="639321" y="486000"/>
                    <a:pt x="642487" y="469483"/>
                  </a:cubicBezTo>
                  <a:cubicBezTo>
                    <a:pt x="644750" y="457679"/>
                    <a:pt x="645710" y="445631"/>
                    <a:pt x="647623" y="433752"/>
                  </a:cubicBezTo>
                  <a:cubicBezTo>
                    <a:pt x="649564" y="421694"/>
                    <a:pt x="647363" y="409817"/>
                    <a:pt x="646766" y="397863"/>
                  </a:cubicBezTo>
                  <a:cubicBezTo>
                    <a:pt x="646636" y="395272"/>
                    <a:pt x="645125" y="395004"/>
                    <a:pt x="643163" y="395132"/>
                  </a:cubicBezTo>
                  <a:close/>
                  <a:moveTo>
                    <a:pt x="132278" y="395132"/>
                  </a:moveTo>
                  <a:cubicBezTo>
                    <a:pt x="130316" y="395004"/>
                    <a:pt x="128805" y="395272"/>
                    <a:pt x="128675" y="397863"/>
                  </a:cubicBezTo>
                  <a:cubicBezTo>
                    <a:pt x="128078" y="409817"/>
                    <a:pt x="125877" y="421694"/>
                    <a:pt x="127818" y="433752"/>
                  </a:cubicBezTo>
                  <a:cubicBezTo>
                    <a:pt x="129731" y="445631"/>
                    <a:pt x="130691" y="457679"/>
                    <a:pt x="132954" y="469483"/>
                  </a:cubicBezTo>
                  <a:cubicBezTo>
                    <a:pt x="136120" y="486000"/>
                    <a:pt x="142273" y="501638"/>
                    <a:pt x="149868" y="516573"/>
                  </a:cubicBezTo>
                  <a:cubicBezTo>
                    <a:pt x="156802" y="530208"/>
                    <a:pt x="165012" y="543097"/>
                    <a:pt x="175255" y="554642"/>
                  </a:cubicBezTo>
                  <a:cubicBezTo>
                    <a:pt x="185621" y="566327"/>
                    <a:pt x="196699" y="577152"/>
                    <a:pt x="209385" y="586315"/>
                  </a:cubicBezTo>
                  <a:cubicBezTo>
                    <a:pt x="223279" y="596350"/>
                    <a:pt x="238190" y="604503"/>
                    <a:pt x="254102" y="610825"/>
                  </a:cubicBezTo>
                  <a:cubicBezTo>
                    <a:pt x="268321" y="616473"/>
                    <a:pt x="282937" y="620684"/>
                    <a:pt x="298178" y="622463"/>
                  </a:cubicBezTo>
                  <a:cubicBezTo>
                    <a:pt x="303978" y="623140"/>
                    <a:pt x="309794" y="623707"/>
                    <a:pt x="315615" y="624175"/>
                  </a:cubicBezTo>
                  <a:cubicBezTo>
                    <a:pt x="321277" y="624630"/>
                    <a:pt x="326955" y="624893"/>
                    <a:pt x="333326" y="625283"/>
                  </a:cubicBezTo>
                  <a:cubicBezTo>
                    <a:pt x="333753" y="612028"/>
                    <a:pt x="334215" y="599616"/>
                    <a:pt x="334503" y="587199"/>
                  </a:cubicBezTo>
                  <a:cubicBezTo>
                    <a:pt x="334566" y="584506"/>
                    <a:pt x="334095" y="581784"/>
                    <a:pt x="333709" y="579098"/>
                  </a:cubicBezTo>
                  <a:cubicBezTo>
                    <a:pt x="332441" y="570272"/>
                    <a:pt x="331443" y="561388"/>
                    <a:pt x="329717" y="552650"/>
                  </a:cubicBezTo>
                  <a:cubicBezTo>
                    <a:pt x="325839" y="533026"/>
                    <a:pt x="318774" y="514457"/>
                    <a:pt x="308619" y="497292"/>
                  </a:cubicBezTo>
                  <a:cubicBezTo>
                    <a:pt x="302308" y="486625"/>
                    <a:pt x="294539" y="476821"/>
                    <a:pt x="287001" y="466210"/>
                  </a:cubicBezTo>
                  <a:cubicBezTo>
                    <a:pt x="277990" y="457468"/>
                    <a:pt x="269363" y="448283"/>
                    <a:pt x="259886" y="440078"/>
                  </a:cubicBezTo>
                  <a:cubicBezTo>
                    <a:pt x="241557" y="424210"/>
                    <a:pt x="220287" y="413289"/>
                    <a:pt x="197408" y="405598"/>
                  </a:cubicBezTo>
                  <a:cubicBezTo>
                    <a:pt x="184221" y="401165"/>
                    <a:pt x="170708" y="397812"/>
                    <a:pt x="156746" y="396779"/>
                  </a:cubicBezTo>
                  <a:cubicBezTo>
                    <a:pt x="148594" y="396176"/>
                    <a:pt x="140435" y="395668"/>
                    <a:pt x="132278" y="395132"/>
                  </a:cubicBezTo>
                  <a:close/>
                  <a:moveTo>
                    <a:pt x="633268" y="360523"/>
                  </a:moveTo>
                  <a:cubicBezTo>
                    <a:pt x="642691" y="360128"/>
                    <a:pt x="652167" y="360911"/>
                    <a:pt x="661616" y="361248"/>
                  </a:cubicBezTo>
                  <a:cubicBezTo>
                    <a:pt x="669180" y="361518"/>
                    <a:pt x="676781" y="366968"/>
                    <a:pt x="677845" y="374119"/>
                  </a:cubicBezTo>
                  <a:cubicBezTo>
                    <a:pt x="679999" y="388591"/>
                    <a:pt x="682235" y="403140"/>
                    <a:pt x="682848" y="417724"/>
                  </a:cubicBezTo>
                  <a:cubicBezTo>
                    <a:pt x="683337" y="429355"/>
                    <a:pt x="681574" y="441093"/>
                    <a:pt x="680620" y="452768"/>
                  </a:cubicBezTo>
                  <a:cubicBezTo>
                    <a:pt x="679392" y="467785"/>
                    <a:pt x="675648" y="482308"/>
                    <a:pt x="671171" y="496614"/>
                  </a:cubicBezTo>
                  <a:cubicBezTo>
                    <a:pt x="666156" y="512644"/>
                    <a:pt x="659466" y="527967"/>
                    <a:pt x="651146" y="542615"/>
                  </a:cubicBezTo>
                  <a:cubicBezTo>
                    <a:pt x="643220" y="556570"/>
                    <a:pt x="634223" y="569784"/>
                    <a:pt x="623370" y="581519"/>
                  </a:cubicBezTo>
                  <a:cubicBezTo>
                    <a:pt x="615024" y="590546"/>
                    <a:pt x="606117" y="599276"/>
                    <a:pt x="596394" y="606751"/>
                  </a:cubicBezTo>
                  <a:cubicBezTo>
                    <a:pt x="584321" y="616032"/>
                    <a:pt x="571541" y="624561"/>
                    <a:pt x="558350" y="632171"/>
                  </a:cubicBezTo>
                  <a:cubicBezTo>
                    <a:pt x="543599" y="640681"/>
                    <a:pt x="527581" y="646549"/>
                    <a:pt x="511089" y="651102"/>
                  </a:cubicBezTo>
                  <a:cubicBezTo>
                    <a:pt x="492701" y="656179"/>
                    <a:pt x="473978" y="658864"/>
                    <a:pt x="454992" y="659565"/>
                  </a:cubicBezTo>
                  <a:cubicBezTo>
                    <a:pt x="445839" y="659903"/>
                    <a:pt x="436635" y="659300"/>
                    <a:pt x="427473" y="658787"/>
                  </a:cubicBezTo>
                  <a:cubicBezTo>
                    <a:pt x="419893" y="658362"/>
                    <a:pt x="412794" y="653447"/>
                    <a:pt x="411520" y="646122"/>
                  </a:cubicBezTo>
                  <a:cubicBezTo>
                    <a:pt x="409249" y="633060"/>
                    <a:pt x="407316" y="619879"/>
                    <a:pt x="406360" y="606667"/>
                  </a:cubicBezTo>
                  <a:cubicBezTo>
                    <a:pt x="405652" y="596874"/>
                    <a:pt x="406202" y="586904"/>
                    <a:pt x="407127" y="577101"/>
                  </a:cubicBezTo>
                  <a:cubicBezTo>
                    <a:pt x="408205" y="565674"/>
                    <a:pt x="409776" y="554236"/>
                    <a:pt x="412067" y="542993"/>
                  </a:cubicBezTo>
                  <a:cubicBezTo>
                    <a:pt x="416937" y="519087"/>
                    <a:pt x="426369" y="496824"/>
                    <a:pt x="438601" y="475817"/>
                  </a:cubicBezTo>
                  <a:cubicBezTo>
                    <a:pt x="450676" y="455078"/>
                    <a:pt x="465999" y="436844"/>
                    <a:pt x="483677" y="420647"/>
                  </a:cubicBezTo>
                  <a:cubicBezTo>
                    <a:pt x="488661" y="416080"/>
                    <a:pt x="494242" y="412165"/>
                    <a:pt x="499765" y="407744"/>
                  </a:cubicBezTo>
                  <a:cubicBezTo>
                    <a:pt x="509855" y="401176"/>
                    <a:pt x="519471" y="394361"/>
                    <a:pt x="529666" y="388563"/>
                  </a:cubicBezTo>
                  <a:cubicBezTo>
                    <a:pt x="544980" y="379853"/>
                    <a:pt x="561424" y="373686"/>
                    <a:pt x="578393" y="368909"/>
                  </a:cubicBezTo>
                  <a:cubicBezTo>
                    <a:pt x="596348" y="363853"/>
                    <a:pt x="614705" y="361302"/>
                    <a:pt x="633268" y="360523"/>
                  </a:cubicBezTo>
                  <a:close/>
                  <a:moveTo>
                    <a:pt x="142173" y="360523"/>
                  </a:moveTo>
                  <a:cubicBezTo>
                    <a:pt x="160736" y="361302"/>
                    <a:pt x="179093" y="363853"/>
                    <a:pt x="197048" y="368909"/>
                  </a:cubicBezTo>
                  <a:cubicBezTo>
                    <a:pt x="214017" y="373686"/>
                    <a:pt x="230461" y="379853"/>
                    <a:pt x="245775" y="388563"/>
                  </a:cubicBezTo>
                  <a:cubicBezTo>
                    <a:pt x="255970" y="394361"/>
                    <a:pt x="265586" y="401176"/>
                    <a:pt x="275676" y="407744"/>
                  </a:cubicBezTo>
                  <a:cubicBezTo>
                    <a:pt x="281199" y="412165"/>
                    <a:pt x="286780" y="416080"/>
                    <a:pt x="291764" y="420647"/>
                  </a:cubicBezTo>
                  <a:cubicBezTo>
                    <a:pt x="309442" y="436844"/>
                    <a:pt x="324765" y="455078"/>
                    <a:pt x="336840" y="475817"/>
                  </a:cubicBezTo>
                  <a:cubicBezTo>
                    <a:pt x="349072" y="496824"/>
                    <a:pt x="358504" y="519087"/>
                    <a:pt x="363374" y="542993"/>
                  </a:cubicBezTo>
                  <a:cubicBezTo>
                    <a:pt x="365665" y="554236"/>
                    <a:pt x="367236" y="565674"/>
                    <a:pt x="368314" y="577101"/>
                  </a:cubicBezTo>
                  <a:cubicBezTo>
                    <a:pt x="369240" y="586904"/>
                    <a:pt x="369789" y="596874"/>
                    <a:pt x="369081" y="606667"/>
                  </a:cubicBezTo>
                  <a:cubicBezTo>
                    <a:pt x="368125" y="619879"/>
                    <a:pt x="366192" y="633060"/>
                    <a:pt x="363921" y="646122"/>
                  </a:cubicBezTo>
                  <a:cubicBezTo>
                    <a:pt x="362647" y="653447"/>
                    <a:pt x="355548" y="658362"/>
                    <a:pt x="347968" y="658787"/>
                  </a:cubicBezTo>
                  <a:cubicBezTo>
                    <a:pt x="338806" y="659300"/>
                    <a:pt x="329602" y="659903"/>
                    <a:pt x="320449" y="659565"/>
                  </a:cubicBezTo>
                  <a:cubicBezTo>
                    <a:pt x="301463" y="658864"/>
                    <a:pt x="282741" y="656179"/>
                    <a:pt x="264352" y="651102"/>
                  </a:cubicBezTo>
                  <a:cubicBezTo>
                    <a:pt x="247860" y="646549"/>
                    <a:pt x="231842" y="640681"/>
                    <a:pt x="217091" y="632171"/>
                  </a:cubicBezTo>
                  <a:cubicBezTo>
                    <a:pt x="203900" y="624561"/>
                    <a:pt x="191120" y="616032"/>
                    <a:pt x="179047" y="606751"/>
                  </a:cubicBezTo>
                  <a:cubicBezTo>
                    <a:pt x="169324" y="599276"/>
                    <a:pt x="160418" y="590546"/>
                    <a:pt x="152071" y="581519"/>
                  </a:cubicBezTo>
                  <a:cubicBezTo>
                    <a:pt x="141218" y="569784"/>
                    <a:pt x="132221" y="556570"/>
                    <a:pt x="124295" y="542615"/>
                  </a:cubicBezTo>
                  <a:cubicBezTo>
                    <a:pt x="115975" y="527967"/>
                    <a:pt x="109285" y="512644"/>
                    <a:pt x="104270" y="496614"/>
                  </a:cubicBezTo>
                  <a:cubicBezTo>
                    <a:pt x="99793" y="482308"/>
                    <a:pt x="96049" y="467785"/>
                    <a:pt x="94821" y="452768"/>
                  </a:cubicBezTo>
                  <a:cubicBezTo>
                    <a:pt x="93867" y="441093"/>
                    <a:pt x="92104" y="429355"/>
                    <a:pt x="92593" y="417724"/>
                  </a:cubicBezTo>
                  <a:cubicBezTo>
                    <a:pt x="93206" y="403140"/>
                    <a:pt x="95442" y="388591"/>
                    <a:pt x="97596" y="374119"/>
                  </a:cubicBezTo>
                  <a:cubicBezTo>
                    <a:pt x="98660" y="366968"/>
                    <a:pt x="106261" y="361518"/>
                    <a:pt x="113825" y="361248"/>
                  </a:cubicBezTo>
                  <a:cubicBezTo>
                    <a:pt x="123274" y="360911"/>
                    <a:pt x="132750" y="360128"/>
                    <a:pt x="142173" y="360523"/>
                  </a:cubicBezTo>
                  <a:close/>
                  <a:moveTo>
                    <a:pt x="387312" y="134609"/>
                  </a:moveTo>
                  <a:cubicBezTo>
                    <a:pt x="386585" y="134752"/>
                    <a:pt x="385913" y="135302"/>
                    <a:pt x="385221" y="136001"/>
                  </a:cubicBezTo>
                  <a:cubicBezTo>
                    <a:pt x="379472" y="141812"/>
                    <a:pt x="373703" y="147604"/>
                    <a:pt x="368003" y="153463"/>
                  </a:cubicBezTo>
                  <a:cubicBezTo>
                    <a:pt x="358239" y="163497"/>
                    <a:pt x="350351" y="174969"/>
                    <a:pt x="343423" y="187033"/>
                  </a:cubicBezTo>
                  <a:cubicBezTo>
                    <a:pt x="331403" y="207965"/>
                    <a:pt x="322729" y="230247"/>
                    <a:pt x="319539" y="254279"/>
                  </a:cubicBezTo>
                  <a:cubicBezTo>
                    <a:pt x="317889" y="266705"/>
                    <a:pt x="317526" y="279301"/>
                    <a:pt x="316581" y="291820"/>
                  </a:cubicBezTo>
                  <a:cubicBezTo>
                    <a:pt x="317978" y="304761"/>
                    <a:pt x="318667" y="317251"/>
                    <a:pt x="321020" y="329420"/>
                  </a:cubicBezTo>
                  <a:cubicBezTo>
                    <a:pt x="324806" y="349001"/>
                    <a:pt x="331836" y="367584"/>
                    <a:pt x="341950" y="384841"/>
                  </a:cubicBezTo>
                  <a:cubicBezTo>
                    <a:pt x="346455" y="392525"/>
                    <a:pt x="351600" y="399836"/>
                    <a:pt x="356506" y="407282"/>
                  </a:cubicBezTo>
                  <a:cubicBezTo>
                    <a:pt x="357999" y="409548"/>
                    <a:pt x="359452" y="411896"/>
                    <a:pt x="361285" y="413871"/>
                  </a:cubicBezTo>
                  <a:cubicBezTo>
                    <a:pt x="369737" y="422972"/>
                    <a:pt x="378316" y="431954"/>
                    <a:pt x="387428" y="441590"/>
                  </a:cubicBezTo>
                  <a:cubicBezTo>
                    <a:pt x="391936" y="437072"/>
                    <a:pt x="396011" y="433109"/>
                    <a:pt x="399946" y="429013"/>
                  </a:cubicBezTo>
                  <a:cubicBezTo>
                    <a:pt x="403992" y="424802"/>
                    <a:pt x="407968" y="420519"/>
                    <a:pt x="411860" y="416166"/>
                  </a:cubicBezTo>
                  <a:cubicBezTo>
                    <a:pt x="422086" y="404725"/>
                    <a:pt x="430230" y="391879"/>
                    <a:pt x="437124" y="378221"/>
                  </a:cubicBezTo>
                  <a:cubicBezTo>
                    <a:pt x="444839" y="362935"/>
                    <a:pt x="450589" y="346943"/>
                    <a:pt x="454330" y="330218"/>
                  </a:cubicBezTo>
                  <a:cubicBezTo>
                    <a:pt x="457746" y="314946"/>
                    <a:pt x="458856" y="299497"/>
                    <a:pt x="458863" y="283877"/>
                  </a:cubicBezTo>
                  <a:cubicBezTo>
                    <a:pt x="458870" y="268443"/>
                    <a:pt x="456465" y="253352"/>
                    <a:pt x="452610" y="238548"/>
                  </a:cubicBezTo>
                  <a:cubicBezTo>
                    <a:pt x="448387" y="222334"/>
                    <a:pt x="442619" y="206551"/>
                    <a:pt x="434032" y="192089"/>
                  </a:cubicBezTo>
                  <a:cubicBezTo>
                    <a:pt x="427896" y="181755"/>
                    <a:pt x="420623" y="172102"/>
                    <a:pt x="414175" y="161944"/>
                  </a:cubicBezTo>
                  <a:cubicBezTo>
                    <a:pt x="407630" y="151632"/>
                    <a:pt x="398105" y="144204"/>
                    <a:pt x="389728" y="135654"/>
                  </a:cubicBezTo>
                  <a:cubicBezTo>
                    <a:pt x="388820" y="134728"/>
                    <a:pt x="388039" y="134465"/>
                    <a:pt x="387312" y="134609"/>
                  </a:cubicBezTo>
                  <a:close/>
                  <a:moveTo>
                    <a:pt x="387008" y="94289"/>
                  </a:moveTo>
                  <a:cubicBezTo>
                    <a:pt x="390757" y="94027"/>
                    <a:pt x="394467" y="94948"/>
                    <a:pt x="397237" y="97270"/>
                  </a:cubicBezTo>
                  <a:cubicBezTo>
                    <a:pt x="408448" y="106672"/>
                    <a:pt x="419772" y="116077"/>
                    <a:pt x="429905" y="126584"/>
                  </a:cubicBezTo>
                  <a:cubicBezTo>
                    <a:pt x="437985" y="134964"/>
                    <a:pt x="444452" y="144917"/>
                    <a:pt x="451482" y="154288"/>
                  </a:cubicBezTo>
                  <a:cubicBezTo>
                    <a:pt x="460524" y="166340"/>
                    <a:pt x="467355" y="179691"/>
                    <a:pt x="473494" y="193367"/>
                  </a:cubicBezTo>
                  <a:cubicBezTo>
                    <a:pt x="480373" y="208689"/>
                    <a:pt x="485531" y="224594"/>
                    <a:pt x="489021" y="241074"/>
                  </a:cubicBezTo>
                  <a:cubicBezTo>
                    <a:pt x="492346" y="256775"/>
                    <a:pt x="494378" y="272632"/>
                    <a:pt x="494041" y="288612"/>
                  </a:cubicBezTo>
                  <a:cubicBezTo>
                    <a:pt x="493782" y="300903"/>
                    <a:pt x="492908" y="313345"/>
                    <a:pt x="490589" y="325388"/>
                  </a:cubicBezTo>
                  <a:cubicBezTo>
                    <a:pt x="487711" y="340341"/>
                    <a:pt x="483804" y="355201"/>
                    <a:pt x="478980" y="369646"/>
                  </a:cubicBezTo>
                  <a:cubicBezTo>
                    <a:pt x="473586" y="385799"/>
                    <a:pt x="465491" y="400815"/>
                    <a:pt x="456170" y="415161"/>
                  </a:cubicBezTo>
                  <a:cubicBezTo>
                    <a:pt x="445776" y="431157"/>
                    <a:pt x="433547" y="445586"/>
                    <a:pt x="419804" y="458704"/>
                  </a:cubicBezTo>
                  <a:lnTo>
                    <a:pt x="403472" y="472375"/>
                  </a:lnTo>
                  <a:lnTo>
                    <a:pt x="403472" y="728913"/>
                  </a:lnTo>
                  <a:lnTo>
                    <a:pt x="371970" y="728913"/>
                  </a:lnTo>
                  <a:lnTo>
                    <a:pt x="371970" y="471929"/>
                  </a:lnTo>
                  <a:lnTo>
                    <a:pt x="348322" y="451375"/>
                  </a:lnTo>
                  <a:cubicBezTo>
                    <a:pt x="341297" y="444516"/>
                    <a:pt x="335095" y="436691"/>
                    <a:pt x="329285" y="428741"/>
                  </a:cubicBezTo>
                  <a:cubicBezTo>
                    <a:pt x="322512" y="419475"/>
                    <a:pt x="316101" y="409873"/>
                    <a:pt x="310358" y="399940"/>
                  </a:cubicBezTo>
                  <a:cubicBezTo>
                    <a:pt x="298145" y="378818"/>
                    <a:pt x="290437" y="355902"/>
                    <a:pt x="285656" y="332068"/>
                  </a:cubicBezTo>
                  <a:cubicBezTo>
                    <a:pt x="280936" y="308539"/>
                    <a:pt x="280309" y="284730"/>
                    <a:pt x="282794" y="260882"/>
                  </a:cubicBezTo>
                  <a:cubicBezTo>
                    <a:pt x="283495" y="254159"/>
                    <a:pt x="285075" y="247527"/>
                    <a:pt x="286275" y="240555"/>
                  </a:cubicBezTo>
                  <a:cubicBezTo>
                    <a:pt x="289469" y="228947"/>
                    <a:pt x="292145" y="217469"/>
                    <a:pt x="295928" y="206368"/>
                  </a:cubicBezTo>
                  <a:cubicBezTo>
                    <a:pt x="301611" y="189692"/>
                    <a:pt x="309826" y="174169"/>
                    <a:pt x="319356" y="159339"/>
                  </a:cubicBezTo>
                  <a:cubicBezTo>
                    <a:pt x="329440" y="143646"/>
                    <a:pt x="341485" y="129561"/>
                    <a:pt x="354860" y="116664"/>
                  </a:cubicBezTo>
                  <a:cubicBezTo>
                    <a:pt x="361649" y="110118"/>
                    <a:pt x="369260" y="104419"/>
                    <a:pt x="376555" y="98403"/>
                  </a:cubicBezTo>
                  <a:cubicBezTo>
                    <a:pt x="379474" y="95996"/>
                    <a:pt x="383260" y="94551"/>
                    <a:pt x="387008" y="94289"/>
                  </a:cubicBezTo>
                  <a:close/>
                  <a:moveTo>
                    <a:pt x="724826" y="0"/>
                  </a:moveTo>
                  <a:cubicBezTo>
                    <a:pt x="728905" y="2"/>
                    <a:pt x="733086" y="63"/>
                    <a:pt x="737047" y="905"/>
                  </a:cubicBezTo>
                  <a:cubicBezTo>
                    <a:pt x="755404" y="4807"/>
                    <a:pt x="768688" y="16337"/>
                    <a:pt x="773814" y="35337"/>
                  </a:cubicBezTo>
                  <a:cubicBezTo>
                    <a:pt x="774067" y="36275"/>
                    <a:pt x="774808" y="37082"/>
                    <a:pt x="775322" y="37949"/>
                  </a:cubicBezTo>
                  <a:cubicBezTo>
                    <a:pt x="775361" y="39601"/>
                    <a:pt x="775436" y="41252"/>
                    <a:pt x="775436" y="42903"/>
                  </a:cubicBezTo>
                  <a:cubicBezTo>
                    <a:pt x="775441" y="285264"/>
                    <a:pt x="775441" y="527624"/>
                    <a:pt x="775441" y="769985"/>
                  </a:cubicBezTo>
                  <a:lnTo>
                    <a:pt x="775441" y="775126"/>
                  </a:lnTo>
                  <a:cubicBezTo>
                    <a:pt x="774138" y="775234"/>
                    <a:pt x="773085" y="775398"/>
                    <a:pt x="772033" y="775398"/>
                  </a:cubicBezTo>
                  <a:lnTo>
                    <a:pt x="42315" y="775062"/>
                  </a:lnTo>
                  <a:cubicBezTo>
                    <a:pt x="25344" y="773317"/>
                    <a:pt x="13089" y="765325"/>
                    <a:pt x="5665" y="750746"/>
                  </a:cubicBezTo>
                  <a:cubicBezTo>
                    <a:pt x="2932" y="745378"/>
                    <a:pt x="1914" y="739136"/>
                    <a:pt x="113" y="733293"/>
                  </a:cubicBezTo>
                  <a:cubicBezTo>
                    <a:pt x="74" y="732470"/>
                    <a:pt x="0" y="731646"/>
                    <a:pt x="0" y="730823"/>
                  </a:cubicBezTo>
                  <a:cubicBezTo>
                    <a:pt x="2" y="664362"/>
                    <a:pt x="9" y="597901"/>
                    <a:pt x="67" y="531055"/>
                  </a:cubicBezTo>
                  <a:cubicBezTo>
                    <a:pt x="15372" y="530671"/>
                    <a:pt x="30625" y="530671"/>
                    <a:pt x="46186" y="530671"/>
                  </a:cubicBezTo>
                  <a:lnTo>
                    <a:pt x="46186" y="729108"/>
                  </a:lnTo>
                  <a:lnTo>
                    <a:pt x="371102" y="729104"/>
                  </a:lnTo>
                  <a:lnTo>
                    <a:pt x="406001" y="729080"/>
                  </a:lnTo>
                  <a:lnTo>
                    <a:pt x="725058" y="729114"/>
                  </a:lnTo>
                  <a:lnTo>
                    <a:pt x="728087" y="729114"/>
                  </a:lnTo>
                  <a:lnTo>
                    <a:pt x="728087" y="46727"/>
                  </a:lnTo>
                  <a:lnTo>
                    <a:pt x="462310" y="46727"/>
                  </a:lnTo>
                  <a:lnTo>
                    <a:pt x="263278" y="46727"/>
                  </a:lnTo>
                  <a:lnTo>
                    <a:pt x="263278" y="1"/>
                  </a:lnTo>
                  <a:lnTo>
                    <a:pt x="448756" y="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71" name="Freeform: Shape 2270">
              <a:extLst>
                <a:ext uri="{FF2B5EF4-FFF2-40B4-BE49-F238E27FC236}">
                  <a16:creationId xmlns:a16="http://schemas.microsoft.com/office/drawing/2014/main" id="{B80423A0-4372-BE2E-63DA-9011CCA60B5E}"/>
                </a:ext>
                <a:ext uri="{C183D7F6-B498-43B3-948B-1728B52AA6E4}">
                  <adec:decorative xmlns:adec="http://schemas.microsoft.com/office/drawing/2017/decorative" val="1"/>
                </a:ext>
              </a:extLst>
            </p:cNvPr>
            <p:cNvSpPr/>
            <p:nvPr/>
          </p:nvSpPr>
          <p:spPr>
            <a:xfrm>
              <a:off x="2845296" y="4343071"/>
              <a:ext cx="266241" cy="347724"/>
            </a:xfrm>
            <a:custGeom>
              <a:avLst/>
              <a:gdLst>
                <a:gd name="connsiteX0" fmla="*/ 452689 w 455872"/>
                <a:gd name="connsiteY0" fmla="*/ 456289 h 595391"/>
                <a:gd name="connsiteX1" fmla="*/ 451534 w 455872"/>
                <a:gd name="connsiteY1" fmla="*/ 474272 h 595391"/>
                <a:gd name="connsiteX2" fmla="*/ 405972 w 455872"/>
                <a:gd name="connsiteY2" fmla="*/ 519693 h 595391"/>
                <a:gd name="connsiteX3" fmla="*/ 334472 w 455872"/>
                <a:gd name="connsiteY3" fmla="*/ 591180 h 595391"/>
                <a:gd name="connsiteX4" fmla="*/ 314292 w 455872"/>
                <a:gd name="connsiteY4" fmla="*/ 587949 h 595391"/>
                <a:gd name="connsiteX5" fmla="*/ 317602 w 455872"/>
                <a:gd name="connsiteY5" fmla="*/ 574116 h 595391"/>
                <a:gd name="connsiteX6" fmla="*/ 390083 w 455872"/>
                <a:gd name="connsiteY6" fmla="*/ 501687 h 595391"/>
                <a:gd name="connsiteX7" fmla="*/ 434415 w 455872"/>
                <a:gd name="connsiteY7" fmla="*/ 457206 h 595391"/>
                <a:gd name="connsiteX8" fmla="*/ 452689 w 455872"/>
                <a:gd name="connsiteY8" fmla="*/ 456289 h 595391"/>
                <a:gd name="connsiteX9" fmla="*/ 7208 w 455872"/>
                <a:gd name="connsiteY9" fmla="*/ 453840 h 595391"/>
                <a:gd name="connsiteX10" fmla="*/ 20443 w 455872"/>
                <a:gd name="connsiteY10" fmla="*/ 456375 h 595391"/>
                <a:gd name="connsiteX11" fmla="*/ 53383 w 455872"/>
                <a:gd name="connsiteY11" fmla="*/ 489304 h 595391"/>
                <a:gd name="connsiteX12" fmla="*/ 138615 w 455872"/>
                <a:gd name="connsiteY12" fmla="*/ 574544 h 595391"/>
                <a:gd name="connsiteX13" fmla="*/ 140481 w 455872"/>
                <a:gd name="connsiteY13" fmla="*/ 590200 h 595391"/>
                <a:gd name="connsiteX14" fmla="*/ 126302 w 455872"/>
                <a:gd name="connsiteY14" fmla="*/ 594427 h 595391"/>
                <a:gd name="connsiteX15" fmla="*/ 120991 w 455872"/>
                <a:gd name="connsiteY15" fmla="*/ 590743 h 595391"/>
                <a:gd name="connsiteX16" fmla="*/ 4087 w 455872"/>
                <a:gd name="connsiteY16" fmla="*/ 473889 h 595391"/>
                <a:gd name="connsiteX17" fmla="*/ 7208 w 455872"/>
                <a:gd name="connsiteY17" fmla="*/ 453840 h 595391"/>
                <a:gd name="connsiteX18" fmla="*/ 228132 w 455872"/>
                <a:gd name="connsiteY18" fmla="*/ 198376 h 595391"/>
                <a:gd name="connsiteX19" fmla="*/ 239509 w 455872"/>
                <a:gd name="connsiteY19" fmla="*/ 209960 h 595391"/>
                <a:gd name="connsiteX20" fmla="*/ 239509 w 455872"/>
                <a:gd name="connsiteY20" fmla="*/ 377697 h 595391"/>
                <a:gd name="connsiteX21" fmla="*/ 230481 w 455872"/>
                <a:gd name="connsiteY21" fmla="*/ 389716 h 595391"/>
                <a:gd name="connsiteX22" fmla="*/ 217519 w 455872"/>
                <a:gd name="connsiteY22" fmla="*/ 384045 h 595391"/>
                <a:gd name="connsiteX23" fmla="*/ 216409 w 455872"/>
                <a:gd name="connsiteY23" fmla="*/ 378547 h 595391"/>
                <a:gd name="connsiteX24" fmla="*/ 216363 w 455872"/>
                <a:gd name="connsiteY24" fmla="*/ 277740 h 595391"/>
                <a:gd name="connsiteX25" fmla="*/ 216366 w 455872"/>
                <a:gd name="connsiteY25" fmla="*/ 209984 h 595391"/>
                <a:gd name="connsiteX26" fmla="*/ 228132 w 455872"/>
                <a:gd name="connsiteY26" fmla="*/ 198376 h 595391"/>
                <a:gd name="connsiteX27" fmla="*/ 6013 w 455872"/>
                <a:gd name="connsiteY27" fmla="*/ 0 h 595391"/>
                <a:gd name="connsiteX28" fmla="*/ 72479 w 455872"/>
                <a:gd name="connsiteY28" fmla="*/ 0 h 595391"/>
                <a:gd name="connsiteX29" fmla="*/ 72479 w 455872"/>
                <a:gd name="connsiteY29" fmla="*/ 66466 h 595391"/>
                <a:gd name="connsiteX30" fmla="*/ 6013 w 455872"/>
                <a:gd name="connsiteY30" fmla="*/ 66466 h 59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55872" h="595391">
                  <a:moveTo>
                    <a:pt x="452689" y="456289"/>
                  </a:moveTo>
                  <a:cubicBezTo>
                    <a:pt x="457085" y="460913"/>
                    <a:pt x="457136" y="468821"/>
                    <a:pt x="451534" y="474272"/>
                  </a:cubicBezTo>
                  <a:cubicBezTo>
                    <a:pt x="436236" y="489158"/>
                    <a:pt x="421274" y="504391"/>
                    <a:pt x="405972" y="519693"/>
                  </a:cubicBezTo>
                  <a:cubicBezTo>
                    <a:pt x="382003" y="543662"/>
                    <a:pt x="358250" y="567433"/>
                    <a:pt x="334472" y="591180"/>
                  </a:cubicBezTo>
                  <a:cubicBezTo>
                    <a:pt x="327722" y="597922"/>
                    <a:pt x="317431" y="596370"/>
                    <a:pt x="314292" y="587949"/>
                  </a:cubicBezTo>
                  <a:cubicBezTo>
                    <a:pt x="312386" y="582836"/>
                    <a:pt x="313546" y="578154"/>
                    <a:pt x="317602" y="574116"/>
                  </a:cubicBezTo>
                  <a:cubicBezTo>
                    <a:pt x="341808" y="550019"/>
                    <a:pt x="365932" y="525839"/>
                    <a:pt x="390083" y="501687"/>
                  </a:cubicBezTo>
                  <a:cubicBezTo>
                    <a:pt x="404885" y="486884"/>
                    <a:pt x="419839" y="472229"/>
                    <a:pt x="434415" y="457206"/>
                  </a:cubicBezTo>
                  <a:cubicBezTo>
                    <a:pt x="440126" y="451320"/>
                    <a:pt x="448427" y="451805"/>
                    <a:pt x="452689" y="456289"/>
                  </a:cubicBezTo>
                  <a:close/>
                  <a:moveTo>
                    <a:pt x="7208" y="453840"/>
                  </a:moveTo>
                  <a:cubicBezTo>
                    <a:pt x="11519" y="451983"/>
                    <a:pt x="17095" y="453033"/>
                    <a:pt x="20443" y="456375"/>
                  </a:cubicBezTo>
                  <a:cubicBezTo>
                    <a:pt x="31360" y="467276"/>
                    <a:pt x="42266" y="478189"/>
                    <a:pt x="53383" y="489304"/>
                  </a:cubicBezTo>
                  <a:cubicBezTo>
                    <a:pt x="81933" y="517853"/>
                    <a:pt x="110282" y="546191"/>
                    <a:pt x="138615" y="574544"/>
                  </a:cubicBezTo>
                  <a:cubicBezTo>
                    <a:pt x="143231" y="579164"/>
                    <a:pt x="143915" y="585224"/>
                    <a:pt x="140481" y="590200"/>
                  </a:cubicBezTo>
                  <a:cubicBezTo>
                    <a:pt x="137413" y="594647"/>
                    <a:pt x="131306" y="596603"/>
                    <a:pt x="126302" y="594427"/>
                  </a:cubicBezTo>
                  <a:cubicBezTo>
                    <a:pt x="124359" y="593582"/>
                    <a:pt x="122498" y="592247"/>
                    <a:pt x="120991" y="590743"/>
                  </a:cubicBezTo>
                  <a:cubicBezTo>
                    <a:pt x="81989" y="551825"/>
                    <a:pt x="43030" y="512865"/>
                    <a:pt x="4087" y="473889"/>
                  </a:cubicBezTo>
                  <a:cubicBezTo>
                    <a:pt x="-2493" y="467304"/>
                    <a:pt x="-896" y="457333"/>
                    <a:pt x="7208" y="453840"/>
                  </a:cubicBezTo>
                  <a:close/>
                  <a:moveTo>
                    <a:pt x="228132" y="198376"/>
                  </a:moveTo>
                  <a:cubicBezTo>
                    <a:pt x="235178" y="198394"/>
                    <a:pt x="239508" y="202785"/>
                    <a:pt x="239509" y="209960"/>
                  </a:cubicBezTo>
                  <a:cubicBezTo>
                    <a:pt x="239514" y="265873"/>
                    <a:pt x="239513" y="321785"/>
                    <a:pt x="239509" y="377697"/>
                  </a:cubicBezTo>
                  <a:cubicBezTo>
                    <a:pt x="239509" y="383930"/>
                    <a:pt x="236494" y="387926"/>
                    <a:pt x="230481" y="389716"/>
                  </a:cubicBezTo>
                  <a:cubicBezTo>
                    <a:pt x="226007" y="391047"/>
                    <a:pt x="220220" y="388704"/>
                    <a:pt x="217519" y="384045"/>
                  </a:cubicBezTo>
                  <a:cubicBezTo>
                    <a:pt x="216626" y="382507"/>
                    <a:pt x="216412" y="380397"/>
                    <a:pt x="216409" y="378547"/>
                  </a:cubicBezTo>
                  <a:cubicBezTo>
                    <a:pt x="216346" y="345082"/>
                    <a:pt x="216363" y="311618"/>
                    <a:pt x="216363" y="277740"/>
                  </a:cubicBezTo>
                  <a:cubicBezTo>
                    <a:pt x="216363" y="254879"/>
                    <a:pt x="216358" y="232431"/>
                    <a:pt x="216366" y="209984"/>
                  </a:cubicBezTo>
                  <a:cubicBezTo>
                    <a:pt x="216368" y="202616"/>
                    <a:pt x="220701" y="198357"/>
                    <a:pt x="228132" y="198376"/>
                  </a:cubicBezTo>
                  <a:close/>
                  <a:moveTo>
                    <a:pt x="6013" y="0"/>
                  </a:moveTo>
                  <a:lnTo>
                    <a:pt x="72479" y="0"/>
                  </a:lnTo>
                  <a:lnTo>
                    <a:pt x="72479" y="66466"/>
                  </a:lnTo>
                  <a:lnTo>
                    <a:pt x="6013" y="66466"/>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21" name="Group 120">
            <a:extLst>
              <a:ext uri="{FF2B5EF4-FFF2-40B4-BE49-F238E27FC236}">
                <a16:creationId xmlns:a16="http://schemas.microsoft.com/office/drawing/2014/main" id="{07C52129-373B-E6EB-ADAE-0683C6529D17}"/>
              </a:ext>
              <a:ext uri="{C183D7F6-B498-43B3-948B-1728B52AA6E4}">
                <adec:decorative xmlns:adec="http://schemas.microsoft.com/office/drawing/2017/decorative" val="1"/>
              </a:ext>
            </a:extLst>
          </p:cNvPr>
          <p:cNvGrpSpPr>
            <a:grpSpLocks noChangeAspect="1"/>
          </p:cNvGrpSpPr>
          <p:nvPr/>
        </p:nvGrpSpPr>
        <p:grpSpPr>
          <a:xfrm>
            <a:off x="10831889" y="4343071"/>
            <a:ext cx="720349" cy="457200"/>
            <a:chOff x="10831889" y="4343071"/>
            <a:chExt cx="720349" cy="457200"/>
          </a:xfrm>
          <a:solidFill>
            <a:srgbClr val="FF0000"/>
          </a:solidFill>
        </p:grpSpPr>
        <p:sp>
          <p:nvSpPr>
            <p:cNvPr id="2487" name="Freeform: Shape 2486">
              <a:extLst>
                <a:ext uri="{FF2B5EF4-FFF2-40B4-BE49-F238E27FC236}">
                  <a16:creationId xmlns:a16="http://schemas.microsoft.com/office/drawing/2014/main" id="{3F593337-F7F5-2BB6-8393-2ED021D2139A}"/>
                </a:ext>
                <a:ext uri="{C183D7F6-B498-43B3-948B-1728B52AA6E4}">
                  <adec:decorative xmlns:adec="http://schemas.microsoft.com/office/drawing/2017/decorative" val="1"/>
                </a:ext>
              </a:extLst>
            </p:cNvPr>
            <p:cNvSpPr/>
            <p:nvPr/>
          </p:nvSpPr>
          <p:spPr>
            <a:xfrm>
              <a:off x="10831889" y="4343071"/>
              <a:ext cx="720349" cy="449668"/>
            </a:xfrm>
            <a:custGeom>
              <a:avLst/>
              <a:gdLst>
                <a:gd name="connsiteX0" fmla="*/ 520025 w 976522"/>
                <a:gd name="connsiteY0" fmla="*/ 0 h 609580"/>
                <a:gd name="connsiteX1" fmla="*/ 761582 w 976522"/>
                <a:gd name="connsiteY1" fmla="*/ 241557 h 609580"/>
                <a:gd name="connsiteX2" fmla="*/ 760805 w 976522"/>
                <a:gd name="connsiteY2" fmla="*/ 272855 h 609580"/>
                <a:gd name="connsiteX3" fmla="*/ 804587 w 976522"/>
                <a:gd name="connsiteY3" fmla="*/ 272855 h 609580"/>
                <a:gd name="connsiteX4" fmla="*/ 976447 w 976522"/>
                <a:gd name="connsiteY4" fmla="*/ 436112 h 609580"/>
                <a:gd name="connsiteX5" fmla="*/ 808139 w 976522"/>
                <a:gd name="connsiteY5" fmla="*/ 609580 h 609580"/>
                <a:gd name="connsiteX6" fmla="*/ 678457 w 976522"/>
                <a:gd name="connsiteY6" fmla="*/ 609580 h 609580"/>
                <a:gd name="connsiteX7" fmla="*/ 554768 w 976522"/>
                <a:gd name="connsiteY7" fmla="*/ 609580 h 609580"/>
                <a:gd name="connsiteX8" fmla="*/ 483247 w 976522"/>
                <a:gd name="connsiteY8" fmla="*/ 609580 h 609580"/>
                <a:gd name="connsiteX9" fmla="*/ 483247 w 976522"/>
                <a:gd name="connsiteY9" fmla="*/ 564854 h 609580"/>
                <a:gd name="connsiteX10" fmla="*/ 554768 w 976522"/>
                <a:gd name="connsiteY10" fmla="*/ 564854 h 609580"/>
                <a:gd name="connsiteX11" fmla="*/ 678457 w 976522"/>
                <a:gd name="connsiteY11" fmla="*/ 564854 h 609580"/>
                <a:gd name="connsiteX12" fmla="*/ 806585 w 976522"/>
                <a:gd name="connsiteY12" fmla="*/ 564854 h 609580"/>
                <a:gd name="connsiteX13" fmla="*/ 930943 w 976522"/>
                <a:gd name="connsiteY13" fmla="*/ 435669 h 609580"/>
                <a:gd name="connsiteX14" fmla="*/ 803644 w 976522"/>
                <a:gd name="connsiteY14" fmla="*/ 316138 h 609580"/>
                <a:gd name="connsiteX15" fmla="*/ 731838 w 976522"/>
                <a:gd name="connsiteY15" fmla="*/ 316138 h 609580"/>
                <a:gd name="connsiteX16" fmla="*/ 715635 w 976522"/>
                <a:gd name="connsiteY16" fmla="*/ 299547 h 609580"/>
                <a:gd name="connsiteX17" fmla="*/ 717022 w 976522"/>
                <a:gd name="connsiteY17" fmla="*/ 241224 h 609580"/>
                <a:gd name="connsiteX18" fmla="*/ 519859 w 976522"/>
                <a:gd name="connsiteY18" fmla="*/ 44616 h 609580"/>
                <a:gd name="connsiteX19" fmla="*/ 340675 w 976522"/>
                <a:gd name="connsiteY19" fmla="*/ 171915 h 609580"/>
                <a:gd name="connsiteX20" fmla="*/ 338622 w 976522"/>
                <a:gd name="connsiteY20" fmla="*/ 176632 h 609580"/>
                <a:gd name="connsiteX21" fmla="*/ 317979 w 976522"/>
                <a:gd name="connsiteY21" fmla="*/ 185233 h 609580"/>
                <a:gd name="connsiteX22" fmla="*/ 313151 w 976522"/>
                <a:gd name="connsiteY22" fmla="*/ 183401 h 609580"/>
                <a:gd name="connsiteX23" fmla="*/ 243009 w 976522"/>
                <a:gd name="connsiteY23" fmla="*/ 170417 h 609580"/>
                <a:gd name="connsiteX24" fmla="*/ 46179 w 976522"/>
                <a:gd name="connsiteY24" fmla="*/ 352208 h 609580"/>
                <a:gd name="connsiteX25" fmla="*/ 242732 w 976522"/>
                <a:gd name="connsiteY25" fmla="*/ 564687 h 609580"/>
                <a:gd name="connsiteX26" fmla="*/ 242732 w 976522"/>
                <a:gd name="connsiteY26" fmla="*/ 564854 h 609580"/>
                <a:gd name="connsiteX27" fmla="*/ 287861 w 976522"/>
                <a:gd name="connsiteY27" fmla="*/ 564854 h 609580"/>
                <a:gd name="connsiteX28" fmla="*/ 363690 w 976522"/>
                <a:gd name="connsiteY28" fmla="*/ 564854 h 609580"/>
                <a:gd name="connsiteX29" fmla="*/ 363690 w 976522"/>
                <a:gd name="connsiteY29" fmla="*/ 609580 h 609580"/>
                <a:gd name="connsiteX30" fmla="*/ 287861 w 976522"/>
                <a:gd name="connsiteY30" fmla="*/ 609580 h 609580"/>
                <a:gd name="connsiteX31" fmla="*/ 241511 w 976522"/>
                <a:gd name="connsiteY31" fmla="*/ 609580 h 609580"/>
                <a:gd name="connsiteX32" fmla="*/ 216272 w 976522"/>
                <a:gd name="connsiteY32" fmla="*/ 609580 h 609580"/>
                <a:gd name="connsiteX33" fmla="*/ 216272 w 976522"/>
                <a:gd name="connsiteY33" fmla="*/ 606738 h 609580"/>
                <a:gd name="connsiteX34" fmla="*/ 190602 w 976522"/>
                <a:gd name="connsiteY34" fmla="*/ 604015 h 609580"/>
                <a:gd name="connsiteX35" fmla="*/ 787 w 976522"/>
                <a:gd name="connsiteY35" fmla="*/ 348158 h 609580"/>
                <a:gd name="connsiteX36" fmla="*/ 218593 w 976522"/>
                <a:gd name="connsiteY36" fmla="*/ 127410 h 609580"/>
                <a:gd name="connsiteX37" fmla="*/ 308934 w 976522"/>
                <a:gd name="connsiteY37" fmla="*/ 135900 h 609580"/>
                <a:gd name="connsiteX38" fmla="*/ 520025 w 976522"/>
                <a:gd name="connsiteY38" fmla="*/ 0 h 6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6522" h="609580">
                  <a:moveTo>
                    <a:pt x="520025" y="0"/>
                  </a:moveTo>
                  <a:cubicBezTo>
                    <a:pt x="653206" y="0"/>
                    <a:pt x="761582" y="108376"/>
                    <a:pt x="761582" y="241557"/>
                  </a:cubicBezTo>
                  <a:lnTo>
                    <a:pt x="760805" y="272855"/>
                  </a:lnTo>
                  <a:lnTo>
                    <a:pt x="804587" y="272855"/>
                  </a:lnTo>
                  <a:cubicBezTo>
                    <a:pt x="896205" y="272855"/>
                    <a:pt x="973727" y="344550"/>
                    <a:pt x="976447" y="436112"/>
                  </a:cubicBezTo>
                  <a:cubicBezTo>
                    <a:pt x="979276" y="531281"/>
                    <a:pt x="902642" y="609580"/>
                    <a:pt x="808139" y="609580"/>
                  </a:cubicBezTo>
                  <a:lnTo>
                    <a:pt x="678457" y="609580"/>
                  </a:lnTo>
                  <a:lnTo>
                    <a:pt x="554768" y="609580"/>
                  </a:lnTo>
                  <a:lnTo>
                    <a:pt x="483247" y="609580"/>
                  </a:lnTo>
                  <a:lnTo>
                    <a:pt x="483247" y="564854"/>
                  </a:lnTo>
                  <a:lnTo>
                    <a:pt x="554768" y="564854"/>
                  </a:lnTo>
                  <a:lnTo>
                    <a:pt x="678457" y="564854"/>
                  </a:lnTo>
                  <a:lnTo>
                    <a:pt x="806585" y="564854"/>
                  </a:lnTo>
                  <a:cubicBezTo>
                    <a:pt x="876727" y="564854"/>
                    <a:pt x="933496" y="506476"/>
                    <a:pt x="930943" y="435669"/>
                  </a:cubicBezTo>
                  <a:cubicBezTo>
                    <a:pt x="928390" y="368412"/>
                    <a:pt x="870956" y="316138"/>
                    <a:pt x="803644" y="316138"/>
                  </a:cubicBezTo>
                  <a:lnTo>
                    <a:pt x="731838" y="316138"/>
                  </a:lnTo>
                  <a:cubicBezTo>
                    <a:pt x="722737" y="316138"/>
                    <a:pt x="715413" y="308647"/>
                    <a:pt x="715635" y="299547"/>
                  </a:cubicBezTo>
                  <a:lnTo>
                    <a:pt x="717022" y="241224"/>
                  </a:lnTo>
                  <a:cubicBezTo>
                    <a:pt x="717022" y="133070"/>
                    <a:pt x="628567" y="44616"/>
                    <a:pt x="519859" y="44616"/>
                  </a:cubicBezTo>
                  <a:cubicBezTo>
                    <a:pt x="434845" y="44616"/>
                    <a:pt x="368587" y="108542"/>
                    <a:pt x="340675" y="171915"/>
                  </a:cubicBezTo>
                  <a:lnTo>
                    <a:pt x="338622" y="176632"/>
                  </a:lnTo>
                  <a:cubicBezTo>
                    <a:pt x="335126" y="184511"/>
                    <a:pt x="326025" y="188341"/>
                    <a:pt x="317979" y="185233"/>
                  </a:cubicBezTo>
                  <a:lnTo>
                    <a:pt x="313151" y="183401"/>
                  </a:lnTo>
                  <a:cubicBezTo>
                    <a:pt x="290677" y="174800"/>
                    <a:pt x="267093" y="170472"/>
                    <a:pt x="243009" y="170417"/>
                  </a:cubicBezTo>
                  <a:cubicBezTo>
                    <a:pt x="140682" y="170305"/>
                    <a:pt x="53892" y="250214"/>
                    <a:pt x="46179" y="352208"/>
                  </a:cubicBezTo>
                  <a:cubicBezTo>
                    <a:pt x="37356" y="467798"/>
                    <a:pt x="128974" y="564687"/>
                    <a:pt x="242732" y="564687"/>
                  </a:cubicBezTo>
                  <a:lnTo>
                    <a:pt x="242732" y="564854"/>
                  </a:lnTo>
                  <a:lnTo>
                    <a:pt x="287861" y="564854"/>
                  </a:lnTo>
                  <a:lnTo>
                    <a:pt x="363690" y="564854"/>
                  </a:lnTo>
                  <a:lnTo>
                    <a:pt x="363690" y="609580"/>
                  </a:lnTo>
                  <a:lnTo>
                    <a:pt x="287861" y="609580"/>
                  </a:lnTo>
                  <a:lnTo>
                    <a:pt x="241511" y="609580"/>
                  </a:lnTo>
                  <a:lnTo>
                    <a:pt x="216272" y="609580"/>
                  </a:lnTo>
                  <a:lnTo>
                    <a:pt x="216272" y="606738"/>
                  </a:lnTo>
                  <a:lnTo>
                    <a:pt x="190602" y="604015"/>
                  </a:lnTo>
                  <a:cubicBezTo>
                    <a:pt x="75677" y="579258"/>
                    <a:pt x="-9119" y="472460"/>
                    <a:pt x="787" y="348158"/>
                  </a:cubicBezTo>
                  <a:cubicBezTo>
                    <a:pt x="10054" y="232179"/>
                    <a:pt x="102726" y="138175"/>
                    <a:pt x="218593" y="127410"/>
                  </a:cubicBezTo>
                  <a:cubicBezTo>
                    <a:pt x="249446" y="124580"/>
                    <a:pt x="279856" y="127465"/>
                    <a:pt x="308934" y="135900"/>
                  </a:cubicBezTo>
                  <a:cubicBezTo>
                    <a:pt x="352495" y="53883"/>
                    <a:pt x="435123" y="0"/>
                    <a:pt x="520025" y="0"/>
                  </a:cubicBezTo>
                  <a:close/>
                </a:path>
              </a:pathLst>
            </a:custGeom>
            <a:solidFill>
              <a:schemeClr val="accent2"/>
            </a:solidFill>
            <a:ln w="9525" cap="flat">
              <a:noFill/>
              <a:prstDash val="solid"/>
              <a:miter/>
            </a:ln>
          </p:spPr>
          <p:txBody>
            <a:bodyPr wrap="square" rtlCol="0" anchor="ctr">
              <a:noAutofit/>
            </a:bodyPr>
            <a:lstStyle/>
            <a:p>
              <a:endParaRPr lang="en-US"/>
            </a:p>
          </p:txBody>
        </p:sp>
        <p:sp>
          <p:nvSpPr>
            <p:cNvPr id="2486" name="TextBox 2485">
              <a:extLst>
                <a:ext uri="{FF2B5EF4-FFF2-40B4-BE49-F238E27FC236}">
                  <a16:creationId xmlns:a16="http://schemas.microsoft.com/office/drawing/2014/main" id="{65DCFC3B-0E68-B0D2-7A4B-0BC72FA899F4}"/>
                </a:ext>
                <a:ext uri="{C183D7F6-B498-43B3-948B-1728B52AA6E4}">
                  <adec:decorative xmlns:adec="http://schemas.microsoft.com/office/drawing/2017/decorative" val="1"/>
                </a:ext>
              </a:extLst>
            </p:cNvPr>
            <p:cNvSpPr txBox="1"/>
            <p:nvPr/>
          </p:nvSpPr>
          <p:spPr>
            <a:xfrm>
              <a:off x="10910952" y="4501760"/>
              <a:ext cx="514687" cy="298511"/>
            </a:xfrm>
            <a:custGeom>
              <a:avLst/>
              <a:gdLst>
                <a:gd name="connsiteX0" fmla="*/ 283714 w 697722"/>
                <a:gd name="connsiteY0" fmla="*/ 339520 h 404668"/>
                <a:gd name="connsiteX1" fmla="*/ 348861 w 697722"/>
                <a:gd name="connsiteY1" fmla="*/ 339520 h 404668"/>
                <a:gd name="connsiteX2" fmla="*/ 348861 w 697722"/>
                <a:gd name="connsiteY2" fmla="*/ 404668 h 404668"/>
                <a:gd name="connsiteX3" fmla="*/ 283714 w 697722"/>
                <a:gd name="connsiteY3" fmla="*/ 404668 h 404668"/>
                <a:gd name="connsiteX4" fmla="*/ 644238 w 697722"/>
                <a:gd name="connsiteY4" fmla="*/ 163959 h 404668"/>
                <a:gd name="connsiteX5" fmla="*/ 681130 w 697722"/>
                <a:gd name="connsiteY5" fmla="*/ 176062 h 404668"/>
                <a:gd name="connsiteX6" fmla="*/ 694990 w 697722"/>
                <a:gd name="connsiteY6" fmla="*/ 208074 h 404668"/>
                <a:gd name="connsiteX7" fmla="*/ 686010 w 697722"/>
                <a:gd name="connsiteY7" fmla="*/ 232669 h 404668"/>
                <a:gd name="connsiteX8" fmla="*/ 655950 w 697722"/>
                <a:gd name="connsiteY8" fmla="*/ 260388 h 404668"/>
                <a:gd name="connsiteX9" fmla="*/ 633697 w 697722"/>
                <a:gd name="connsiteY9" fmla="*/ 277565 h 404668"/>
                <a:gd name="connsiteX10" fmla="*/ 697722 w 697722"/>
                <a:gd name="connsiteY10" fmla="*/ 276784 h 404668"/>
                <a:gd name="connsiteX11" fmla="*/ 697722 w 697722"/>
                <a:gd name="connsiteY11" fmla="*/ 306064 h 404668"/>
                <a:gd name="connsiteX12" fmla="*/ 587240 w 697722"/>
                <a:gd name="connsiteY12" fmla="*/ 306064 h 404668"/>
                <a:gd name="connsiteX13" fmla="*/ 587240 w 697722"/>
                <a:gd name="connsiteY13" fmla="*/ 278736 h 404668"/>
                <a:gd name="connsiteX14" fmla="*/ 627841 w 697722"/>
                <a:gd name="connsiteY14" fmla="*/ 246333 h 404668"/>
                <a:gd name="connsiteX15" fmla="*/ 654583 w 697722"/>
                <a:gd name="connsiteY15" fmla="*/ 224080 h 404668"/>
                <a:gd name="connsiteX16" fmla="*/ 661025 w 697722"/>
                <a:gd name="connsiteY16" fmla="*/ 210026 h 404668"/>
                <a:gd name="connsiteX17" fmla="*/ 655754 w 697722"/>
                <a:gd name="connsiteY17" fmla="*/ 198509 h 404668"/>
                <a:gd name="connsiteX18" fmla="*/ 642286 w 697722"/>
                <a:gd name="connsiteY18" fmla="*/ 194020 h 404668"/>
                <a:gd name="connsiteX19" fmla="*/ 625694 w 697722"/>
                <a:gd name="connsiteY19" fmla="*/ 200657 h 404668"/>
                <a:gd name="connsiteX20" fmla="*/ 619252 w 697722"/>
                <a:gd name="connsiteY20" fmla="*/ 219786 h 404668"/>
                <a:gd name="connsiteX21" fmla="*/ 585678 w 697722"/>
                <a:gd name="connsiteY21" fmla="*/ 219786 h 404668"/>
                <a:gd name="connsiteX22" fmla="*/ 602075 w 697722"/>
                <a:gd name="connsiteY22" fmla="*/ 178989 h 404668"/>
                <a:gd name="connsiteX23" fmla="*/ 644238 w 697722"/>
                <a:gd name="connsiteY23" fmla="*/ 163959 h 404668"/>
                <a:gd name="connsiteX24" fmla="*/ 424569 w 697722"/>
                <a:gd name="connsiteY24" fmla="*/ 43725 h 404668"/>
                <a:gd name="connsiteX25" fmla="*/ 359177 w 697722"/>
                <a:gd name="connsiteY25" fmla="*/ 71834 h 404668"/>
                <a:gd name="connsiteX26" fmla="*/ 333216 w 697722"/>
                <a:gd name="connsiteY26" fmla="*/ 142496 h 404668"/>
                <a:gd name="connsiteX27" fmla="*/ 359372 w 697722"/>
                <a:gd name="connsiteY27" fmla="*/ 213548 h 404668"/>
                <a:gd name="connsiteX28" fmla="*/ 424959 w 697722"/>
                <a:gd name="connsiteY28" fmla="*/ 242047 h 404668"/>
                <a:gd name="connsiteX29" fmla="*/ 489765 w 697722"/>
                <a:gd name="connsiteY29" fmla="*/ 213939 h 404668"/>
                <a:gd name="connsiteX30" fmla="*/ 515532 w 697722"/>
                <a:gd name="connsiteY30" fmla="*/ 143277 h 404668"/>
                <a:gd name="connsiteX31" fmla="*/ 489375 w 697722"/>
                <a:gd name="connsiteY31" fmla="*/ 72419 h 404668"/>
                <a:gd name="connsiteX32" fmla="*/ 424569 w 697722"/>
                <a:gd name="connsiteY32" fmla="*/ 43725 h 404668"/>
                <a:gd name="connsiteX33" fmla="*/ 424959 w 697722"/>
                <a:gd name="connsiteY33" fmla="*/ 0 h 404668"/>
                <a:gd name="connsiteX34" fmla="*/ 526072 w 697722"/>
                <a:gd name="connsiteY34" fmla="*/ 40797 h 404668"/>
                <a:gd name="connsiteX35" fmla="*/ 566283 w 697722"/>
                <a:gd name="connsiteY35" fmla="*/ 142496 h 404668"/>
                <a:gd name="connsiteX36" fmla="*/ 525682 w 697722"/>
                <a:gd name="connsiteY36" fmla="*/ 244585 h 404668"/>
                <a:gd name="connsiteX37" fmla="*/ 424569 w 697722"/>
                <a:gd name="connsiteY37" fmla="*/ 285772 h 404668"/>
                <a:gd name="connsiteX38" fmla="*/ 323261 w 697722"/>
                <a:gd name="connsiteY38" fmla="*/ 244975 h 404668"/>
                <a:gd name="connsiteX39" fmla="*/ 282854 w 697722"/>
                <a:gd name="connsiteY39" fmla="*/ 143277 h 404668"/>
                <a:gd name="connsiteX40" fmla="*/ 323456 w 697722"/>
                <a:gd name="connsiteY40" fmla="*/ 41187 h 404668"/>
                <a:gd name="connsiteX41" fmla="*/ 424959 w 697722"/>
                <a:gd name="connsiteY41" fmla="*/ 0 h 404668"/>
                <a:gd name="connsiteX42" fmla="*/ 143276 w 697722"/>
                <a:gd name="connsiteY42" fmla="*/ 0 h 404668"/>
                <a:gd name="connsiteX43" fmla="*/ 212181 w 697722"/>
                <a:gd name="connsiteY43" fmla="*/ 17763 h 404668"/>
                <a:gd name="connsiteX44" fmla="*/ 258444 w 697722"/>
                <a:gd name="connsiteY44" fmla="*/ 68710 h 404668"/>
                <a:gd name="connsiteX45" fmla="*/ 219794 w 697722"/>
                <a:gd name="connsiteY45" fmla="*/ 92915 h 404668"/>
                <a:gd name="connsiteX46" fmla="*/ 186806 w 697722"/>
                <a:gd name="connsiteY46" fmla="*/ 55632 h 404668"/>
                <a:gd name="connsiteX47" fmla="*/ 142105 w 697722"/>
                <a:gd name="connsiteY47" fmla="*/ 43725 h 404668"/>
                <a:gd name="connsiteX48" fmla="*/ 76323 w 697722"/>
                <a:gd name="connsiteY48" fmla="*/ 71834 h 404668"/>
                <a:gd name="connsiteX49" fmla="*/ 50362 w 697722"/>
                <a:gd name="connsiteY49" fmla="*/ 142496 h 404668"/>
                <a:gd name="connsiteX50" fmla="*/ 76323 w 697722"/>
                <a:gd name="connsiteY50" fmla="*/ 213548 h 404668"/>
                <a:gd name="connsiteX51" fmla="*/ 141324 w 697722"/>
                <a:gd name="connsiteY51" fmla="*/ 242047 h 404668"/>
                <a:gd name="connsiteX52" fmla="*/ 187391 w 697722"/>
                <a:gd name="connsiteY52" fmla="*/ 229750 h 404668"/>
                <a:gd name="connsiteX53" fmla="*/ 222137 w 697722"/>
                <a:gd name="connsiteY53" fmla="*/ 193248 h 404668"/>
                <a:gd name="connsiteX54" fmla="*/ 259224 w 697722"/>
                <a:gd name="connsiteY54" fmla="*/ 215500 h 404668"/>
                <a:gd name="connsiteX55" fmla="*/ 210620 w 697722"/>
                <a:gd name="connsiteY55" fmla="*/ 267033 h 404668"/>
                <a:gd name="connsiteX56" fmla="*/ 139763 w 697722"/>
                <a:gd name="connsiteY56" fmla="*/ 285772 h 404668"/>
                <a:gd name="connsiteX57" fmla="*/ 39235 w 697722"/>
                <a:gd name="connsiteY57" fmla="*/ 245561 h 404668"/>
                <a:gd name="connsiteX58" fmla="*/ 0 w 697722"/>
                <a:gd name="connsiteY58" fmla="*/ 143277 h 404668"/>
                <a:gd name="connsiteX59" fmla="*/ 40992 w 697722"/>
                <a:gd name="connsiteY59" fmla="*/ 41187 h 404668"/>
                <a:gd name="connsiteX60" fmla="*/ 143276 w 697722"/>
                <a:gd name="connsiteY60" fmla="*/ 0 h 40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97722" h="404668">
                  <a:moveTo>
                    <a:pt x="283714" y="339520"/>
                  </a:moveTo>
                  <a:lnTo>
                    <a:pt x="348861" y="339520"/>
                  </a:lnTo>
                  <a:lnTo>
                    <a:pt x="348861" y="404668"/>
                  </a:lnTo>
                  <a:lnTo>
                    <a:pt x="283714" y="404668"/>
                  </a:lnTo>
                  <a:close/>
                  <a:moveTo>
                    <a:pt x="644238" y="163959"/>
                  </a:moveTo>
                  <a:cubicBezTo>
                    <a:pt x="659594" y="163959"/>
                    <a:pt x="671891" y="167993"/>
                    <a:pt x="681130" y="176062"/>
                  </a:cubicBezTo>
                  <a:cubicBezTo>
                    <a:pt x="690370" y="184130"/>
                    <a:pt x="694990" y="194801"/>
                    <a:pt x="694990" y="208074"/>
                  </a:cubicBezTo>
                  <a:cubicBezTo>
                    <a:pt x="694990" y="216403"/>
                    <a:pt x="691996" y="224601"/>
                    <a:pt x="686010" y="232669"/>
                  </a:cubicBezTo>
                  <a:cubicBezTo>
                    <a:pt x="680024" y="240737"/>
                    <a:pt x="670004" y="249977"/>
                    <a:pt x="655950" y="260388"/>
                  </a:cubicBezTo>
                  <a:lnTo>
                    <a:pt x="633697" y="277565"/>
                  </a:lnTo>
                  <a:lnTo>
                    <a:pt x="697722" y="276784"/>
                  </a:lnTo>
                  <a:lnTo>
                    <a:pt x="697722" y="306064"/>
                  </a:lnTo>
                  <a:lnTo>
                    <a:pt x="587240" y="306064"/>
                  </a:lnTo>
                  <a:lnTo>
                    <a:pt x="587240" y="278736"/>
                  </a:lnTo>
                  <a:lnTo>
                    <a:pt x="627841" y="246333"/>
                  </a:lnTo>
                  <a:cubicBezTo>
                    <a:pt x="641375" y="236183"/>
                    <a:pt x="650289" y="228765"/>
                    <a:pt x="654583" y="224080"/>
                  </a:cubicBezTo>
                  <a:cubicBezTo>
                    <a:pt x="658878" y="219396"/>
                    <a:pt x="661025" y="214711"/>
                    <a:pt x="661025" y="210026"/>
                  </a:cubicBezTo>
                  <a:cubicBezTo>
                    <a:pt x="661025" y="205341"/>
                    <a:pt x="659268" y="201503"/>
                    <a:pt x="655754" y="198509"/>
                  </a:cubicBezTo>
                  <a:cubicBezTo>
                    <a:pt x="652241" y="195516"/>
                    <a:pt x="647751" y="194020"/>
                    <a:pt x="642286" y="194020"/>
                  </a:cubicBezTo>
                  <a:cubicBezTo>
                    <a:pt x="635259" y="194020"/>
                    <a:pt x="629728" y="196232"/>
                    <a:pt x="625694" y="200657"/>
                  </a:cubicBezTo>
                  <a:cubicBezTo>
                    <a:pt x="621660" y="205081"/>
                    <a:pt x="619513" y="211458"/>
                    <a:pt x="619252" y="219786"/>
                  </a:cubicBezTo>
                  <a:lnTo>
                    <a:pt x="585678" y="219786"/>
                  </a:lnTo>
                  <a:cubicBezTo>
                    <a:pt x="586199" y="202609"/>
                    <a:pt x="591664" y="189010"/>
                    <a:pt x="602075" y="178989"/>
                  </a:cubicBezTo>
                  <a:cubicBezTo>
                    <a:pt x="612485" y="168969"/>
                    <a:pt x="626540" y="163959"/>
                    <a:pt x="644238" y="163959"/>
                  </a:cubicBezTo>
                  <a:close/>
                  <a:moveTo>
                    <a:pt x="424569" y="43725"/>
                  </a:moveTo>
                  <a:cubicBezTo>
                    <a:pt x="398282" y="43725"/>
                    <a:pt x="376485" y="53094"/>
                    <a:pt x="359177" y="71834"/>
                  </a:cubicBezTo>
                  <a:cubicBezTo>
                    <a:pt x="341870" y="90573"/>
                    <a:pt x="333216" y="114127"/>
                    <a:pt x="333216" y="142496"/>
                  </a:cubicBezTo>
                  <a:cubicBezTo>
                    <a:pt x="333216" y="170865"/>
                    <a:pt x="341935" y="194549"/>
                    <a:pt x="359372" y="213548"/>
                  </a:cubicBezTo>
                  <a:cubicBezTo>
                    <a:pt x="376810" y="232548"/>
                    <a:pt x="398672" y="242047"/>
                    <a:pt x="424959" y="242047"/>
                  </a:cubicBezTo>
                  <a:cubicBezTo>
                    <a:pt x="450986" y="242047"/>
                    <a:pt x="472588" y="232678"/>
                    <a:pt x="489765" y="213939"/>
                  </a:cubicBezTo>
                  <a:cubicBezTo>
                    <a:pt x="506943" y="195200"/>
                    <a:pt x="515532" y="171645"/>
                    <a:pt x="515532" y="143277"/>
                  </a:cubicBezTo>
                  <a:cubicBezTo>
                    <a:pt x="515532" y="115168"/>
                    <a:pt x="506813" y="91549"/>
                    <a:pt x="489375" y="72419"/>
                  </a:cubicBezTo>
                  <a:cubicBezTo>
                    <a:pt x="471937" y="53290"/>
                    <a:pt x="450335" y="43725"/>
                    <a:pt x="424569" y="43725"/>
                  </a:cubicBezTo>
                  <a:close/>
                  <a:moveTo>
                    <a:pt x="424959" y="0"/>
                  </a:moveTo>
                  <a:cubicBezTo>
                    <a:pt x="465561" y="0"/>
                    <a:pt x="499265" y="13599"/>
                    <a:pt x="526072" y="40797"/>
                  </a:cubicBezTo>
                  <a:cubicBezTo>
                    <a:pt x="552880" y="67995"/>
                    <a:pt x="566283" y="101894"/>
                    <a:pt x="566283" y="142496"/>
                  </a:cubicBezTo>
                  <a:cubicBezTo>
                    <a:pt x="566283" y="183097"/>
                    <a:pt x="552749" y="217127"/>
                    <a:pt x="525682" y="244585"/>
                  </a:cubicBezTo>
                  <a:cubicBezTo>
                    <a:pt x="498614" y="272043"/>
                    <a:pt x="464910" y="285772"/>
                    <a:pt x="424569" y="285772"/>
                  </a:cubicBezTo>
                  <a:cubicBezTo>
                    <a:pt x="383967" y="285772"/>
                    <a:pt x="350198" y="272173"/>
                    <a:pt x="323261" y="244975"/>
                  </a:cubicBezTo>
                  <a:cubicBezTo>
                    <a:pt x="296323" y="217778"/>
                    <a:pt x="282854" y="183878"/>
                    <a:pt x="282854" y="143277"/>
                  </a:cubicBezTo>
                  <a:cubicBezTo>
                    <a:pt x="282854" y="102675"/>
                    <a:pt x="296388" y="68645"/>
                    <a:pt x="323456" y="41187"/>
                  </a:cubicBezTo>
                  <a:cubicBezTo>
                    <a:pt x="350523" y="13729"/>
                    <a:pt x="384358" y="0"/>
                    <a:pt x="424959" y="0"/>
                  </a:cubicBezTo>
                  <a:close/>
                  <a:moveTo>
                    <a:pt x="143276" y="0"/>
                  </a:moveTo>
                  <a:cubicBezTo>
                    <a:pt x="169563" y="0"/>
                    <a:pt x="192531" y="5921"/>
                    <a:pt x="212181" y="17763"/>
                  </a:cubicBezTo>
                  <a:cubicBezTo>
                    <a:pt x="231831" y="29605"/>
                    <a:pt x="247252" y="46588"/>
                    <a:pt x="258444" y="68710"/>
                  </a:cubicBezTo>
                  <a:lnTo>
                    <a:pt x="219794" y="92915"/>
                  </a:lnTo>
                  <a:cubicBezTo>
                    <a:pt x="210164" y="75998"/>
                    <a:pt x="199168" y="63570"/>
                    <a:pt x="186806" y="55632"/>
                  </a:cubicBezTo>
                  <a:cubicBezTo>
                    <a:pt x="174443" y="47694"/>
                    <a:pt x="159543" y="43725"/>
                    <a:pt x="142105" y="43725"/>
                  </a:cubicBezTo>
                  <a:cubicBezTo>
                    <a:pt x="115558" y="43725"/>
                    <a:pt x="93631" y="53094"/>
                    <a:pt x="76323" y="71834"/>
                  </a:cubicBezTo>
                  <a:cubicBezTo>
                    <a:pt x="59015" y="90573"/>
                    <a:pt x="50362" y="114127"/>
                    <a:pt x="50362" y="142496"/>
                  </a:cubicBezTo>
                  <a:cubicBezTo>
                    <a:pt x="50362" y="170865"/>
                    <a:pt x="59015" y="194549"/>
                    <a:pt x="76323" y="213548"/>
                  </a:cubicBezTo>
                  <a:cubicBezTo>
                    <a:pt x="93631" y="232548"/>
                    <a:pt x="115298" y="242047"/>
                    <a:pt x="141324" y="242047"/>
                  </a:cubicBezTo>
                  <a:cubicBezTo>
                    <a:pt x="158502" y="242047"/>
                    <a:pt x="173857" y="237948"/>
                    <a:pt x="187391" y="229750"/>
                  </a:cubicBezTo>
                  <a:cubicBezTo>
                    <a:pt x="200925" y="221552"/>
                    <a:pt x="212507" y="209384"/>
                    <a:pt x="222137" y="193248"/>
                  </a:cubicBezTo>
                  <a:lnTo>
                    <a:pt x="259224" y="215500"/>
                  </a:lnTo>
                  <a:cubicBezTo>
                    <a:pt x="247773" y="237363"/>
                    <a:pt x="231571" y="254540"/>
                    <a:pt x="210620" y="267033"/>
                  </a:cubicBezTo>
                  <a:cubicBezTo>
                    <a:pt x="189668" y="279526"/>
                    <a:pt x="166049" y="285772"/>
                    <a:pt x="139763" y="285772"/>
                  </a:cubicBezTo>
                  <a:cubicBezTo>
                    <a:pt x="98901" y="285772"/>
                    <a:pt x="65392" y="272369"/>
                    <a:pt x="39235" y="245561"/>
                  </a:cubicBezTo>
                  <a:cubicBezTo>
                    <a:pt x="13079" y="218754"/>
                    <a:pt x="0" y="184659"/>
                    <a:pt x="0" y="143277"/>
                  </a:cubicBezTo>
                  <a:cubicBezTo>
                    <a:pt x="0" y="102675"/>
                    <a:pt x="13664" y="68645"/>
                    <a:pt x="40992" y="41187"/>
                  </a:cubicBezTo>
                  <a:cubicBezTo>
                    <a:pt x="68320" y="13729"/>
                    <a:pt x="102415" y="0"/>
                    <a:pt x="143276"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sz="19900" dirty="0">
                <a:latin typeface="IntelOne Display Medium" panose="020B0703020203020204" pitchFamily="34" charset="0"/>
              </a:endParaRPr>
            </a:p>
          </p:txBody>
        </p:sp>
      </p:grpSp>
      <p:grpSp>
        <p:nvGrpSpPr>
          <p:cNvPr id="133" name="Group 132">
            <a:extLst>
              <a:ext uri="{FF2B5EF4-FFF2-40B4-BE49-F238E27FC236}">
                <a16:creationId xmlns:a16="http://schemas.microsoft.com/office/drawing/2014/main" id="{E85B2F6F-122C-84B4-1EDE-9ED20A32519C}"/>
              </a:ext>
              <a:ext uri="{C183D7F6-B498-43B3-948B-1728B52AA6E4}">
                <adec:decorative xmlns:adec="http://schemas.microsoft.com/office/drawing/2017/decorative" val="1"/>
              </a:ext>
            </a:extLst>
          </p:cNvPr>
          <p:cNvGrpSpPr>
            <a:grpSpLocks noChangeAspect="1"/>
          </p:cNvGrpSpPr>
          <p:nvPr/>
        </p:nvGrpSpPr>
        <p:grpSpPr>
          <a:xfrm>
            <a:off x="8625720" y="4343071"/>
            <a:ext cx="455847" cy="457200"/>
            <a:chOff x="8625720" y="4343071"/>
            <a:chExt cx="455847" cy="457200"/>
          </a:xfrm>
          <a:solidFill>
            <a:srgbClr val="FF0000"/>
          </a:solidFill>
        </p:grpSpPr>
        <p:sp>
          <p:nvSpPr>
            <p:cNvPr id="2477" name="Freeform: Shape 2476">
              <a:extLst>
                <a:ext uri="{FF2B5EF4-FFF2-40B4-BE49-F238E27FC236}">
                  <a16:creationId xmlns:a16="http://schemas.microsoft.com/office/drawing/2014/main" id="{BAF75A11-72B8-FD70-0E24-5A4D549B0B91}"/>
                </a:ext>
                <a:ext uri="{C183D7F6-B498-43B3-948B-1728B52AA6E4}">
                  <adec:decorative xmlns:adec="http://schemas.microsoft.com/office/drawing/2017/decorative" val="1"/>
                </a:ext>
              </a:extLst>
            </p:cNvPr>
            <p:cNvSpPr/>
            <p:nvPr/>
          </p:nvSpPr>
          <p:spPr>
            <a:xfrm>
              <a:off x="8625720" y="4497086"/>
              <a:ext cx="455847" cy="303185"/>
            </a:xfrm>
            <a:custGeom>
              <a:avLst/>
              <a:gdLst>
                <a:gd name="connsiteX0" fmla="*/ 462654 w 969469"/>
                <a:gd name="connsiteY0" fmla="*/ 197950 h 644796"/>
                <a:gd name="connsiteX1" fmla="*/ 454545 w 969469"/>
                <a:gd name="connsiteY1" fmla="*/ 207566 h 644796"/>
                <a:gd name="connsiteX2" fmla="*/ 454433 w 969469"/>
                <a:gd name="connsiteY2" fmla="*/ 207526 h 644796"/>
                <a:gd name="connsiteX3" fmla="*/ 397429 w 969469"/>
                <a:gd name="connsiteY3" fmla="*/ 275122 h 644796"/>
                <a:gd name="connsiteX4" fmla="*/ 397541 w 969469"/>
                <a:gd name="connsiteY4" fmla="*/ 275162 h 644796"/>
                <a:gd name="connsiteX5" fmla="*/ 367211 w 969469"/>
                <a:gd name="connsiteY5" fmla="*/ 311128 h 644796"/>
                <a:gd name="connsiteX6" fmla="*/ 367099 w 969469"/>
                <a:gd name="connsiteY6" fmla="*/ 311087 h 644796"/>
                <a:gd name="connsiteX7" fmla="*/ 367057 w 969469"/>
                <a:gd name="connsiteY7" fmla="*/ 311137 h 644796"/>
                <a:gd name="connsiteX8" fmla="*/ 366921 w 969469"/>
                <a:gd name="connsiteY8" fmla="*/ 311023 h 644796"/>
                <a:gd name="connsiteX9" fmla="*/ 153854 w 969469"/>
                <a:gd name="connsiteY9" fmla="*/ 233617 h 644796"/>
                <a:gd name="connsiteX10" fmla="*/ 153854 w 969469"/>
                <a:gd name="connsiteY10" fmla="*/ 477183 h 644796"/>
                <a:gd name="connsiteX11" fmla="*/ 462654 w 969469"/>
                <a:gd name="connsiteY11" fmla="*/ 589368 h 644796"/>
                <a:gd name="connsiteX12" fmla="*/ 484735 w 969469"/>
                <a:gd name="connsiteY12" fmla="*/ 171767 h 644796"/>
                <a:gd name="connsiteX13" fmla="*/ 484712 w 969469"/>
                <a:gd name="connsiteY13" fmla="*/ 171793 h 644796"/>
                <a:gd name="connsiteX14" fmla="*/ 484757 w 969469"/>
                <a:gd name="connsiteY14" fmla="*/ 171793 h 644796"/>
                <a:gd name="connsiteX15" fmla="*/ 838484 w 969469"/>
                <a:gd name="connsiteY15" fmla="*/ 90019 h 644796"/>
                <a:gd name="connsiteX16" fmla="*/ 559256 w 969469"/>
                <a:gd name="connsiteY16" fmla="*/ 191461 h 644796"/>
                <a:gd name="connsiteX17" fmla="*/ 616260 w 969469"/>
                <a:gd name="connsiteY17" fmla="*/ 259057 h 644796"/>
                <a:gd name="connsiteX18" fmla="*/ 895488 w 969469"/>
                <a:gd name="connsiteY18" fmla="*/ 157615 h 644796"/>
                <a:gd name="connsiteX19" fmla="*/ 130984 w 969469"/>
                <a:gd name="connsiteY19" fmla="*/ 90019 h 644796"/>
                <a:gd name="connsiteX20" fmla="*/ 73980 w 969469"/>
                <a:gd name="connsiteY20" fmla="*/ 157615 h 644796"/>
                <a:gd name="connsiteX21" fmla="*/ 353209 w 969469"/>
                <a:gd name="connsiteY21" fmla="*/ 259057 h 644796"/>
                <a:gd name="connsiteX22" fmla="*/ 410213 w 969469"/>
                <a:gd name="connsiteY22" fmla="*/ 191461 h 644796"/>
                <a:gd name="connsiteX23" fmla="*/ 220205 w 969469"/>
                <a:gd name="connsiteY23" fmla="*/ 0 h 644796"/>
                <a:gd name="connsiteX24" fmla="*/ 284340 w 969469"/>
                <a:gd name="connsiteY24" fmla="*/ 23300 h 644796"/>
                <a:gd name="connsiteX25" fmla="*/ 181617 w 969469"/>
                <a:gd name="connsiteY25" fmla="*/ 61428 h 644796"/>
                <a:gd name="connsiteX26" fmla="*/ 484735 w 969469"/>
                <a:gd name="connsiteY26" fmla="*/ 171549 h 644796"/>
                <a:gd name="connsiteX27" fmla="*/ 787852 w 969469"/>
                <a:gd name="connsiteY27" fmla="*/ 61428 h 644796"/>
                <a:gd name="connsiteX28" fmla="*/ 685129 w 969469"/>
                <a:gd name="connsiteY28" fmla="*/ 23300 h 644796"/>
                <a:gd name="connsiteX29" fmla="*/ 749264 w 969469"/>
                <a:gd name="connsiteY29" fmla="*/ 0 h 644796"/>
                <a:gd name="connsiteX30" fmla="*/ 851730 w 969469"/>
                <a:gd name="connsiteY30" fmla="*/ 38034 h 644796"/>
                <a:gd name="connsiteX31" fmla="*/ 851650 w 969469"/>
                <a:gd name="connsiteY31" fmla="*/ 38251 h 644796"/>
                <a:gd name="connsiteX32" fmla="*/ 852022 w 969469"/>
                <a:gd name="connsiteY32" fmla="*/ 38116 h 644796"/>
                <a:gd name="connsiteX33" fmla="*/ 852173 w 969469"/>
                <a:gd name="connsiteY33" fmla="*/ 38529 h 644796"/>
                <a:gd name="connsiteX34" fmla="*/ 852557 w 969469"/>
                <a:gd name="connsiteY34" fmla="*/ 38205 h 644796"/>
                <a:gd name="connsiteX35" fmla="*/ 939708 w 969469"/>
                <a:gd name="connsiteY35" fmla="*/ 141550 h 644796"/>
                <a:gd name="connsiteX36" fmla="*/ 940321 w 969469"/>
                <a:gd name="connsiteY36" fmla="*/ 141327 h 644796"/>
                <a:gd name="connsiteX37" fmla="*/ 969115 w 969469"/>
                <a:gd name="connsiteY37" fmla="*/ 176749 h 644796"/>
                <a:gd name="connsiteX38" fmla="*/ 969469 w 969469"/>
                <a:gd name="connsiteY38" fmla="*/ 177723 h 644796"/>
                <a:gd name="connsiteX39" fmla="*/ 860947 w 969469"/>
                <a:gd name="connsiteY39" fmla="*/ 217148 h 644796"/>
                <a:gd name="connsiteX40" fmla="*/ 860947 w 969469"/>
                <a:gd name="connsiteY40" fmla="*/ 420598 h 644796"/>
                <a:gd name="connsiteX41" fmla="*/ 816786 w 969469"/>
                <a:gd name="connsiteY41" fmla="*/ 420598 h 644796"/>
                <a:gd name="connsiteX42" fmla="*/ 816786 w 969469"/>
                <a:gd name="connsiteY42" fmla="*/ 233192 h 644796"/>
                <a:gd name="connsiteX43" fmla="*/ 602548 w 969469"/>
                <a:gd name="connsiteY43" fmla="*/ 311023 h 644796"/>
                <a:gd name="connsiteX44" fmla="*/ 602412 w 969469"/>
                <a:gd name="connsiteY44" fmla="*/ 311137 h 644796"/>
                <a:gd name="connsiteX45" fmla="*/ 602370 w 969469"/>
                <a:gd name="connsiteY45" fmla="*/ 311087 h 644796"/>
                <a:gd name="connsiteX46" fmla="*/ 602258 w 969469"/>
                <a:gd name="connsiteY46" fmla="*/ 311128 h 644796"/>
                <a:gd name="connsiteX47" fmla="*/ 571928 w 969469"/>
                <a:gd name="connsiteY47" fmla="*/ 275162 h 644796"/>
                <a:gd name="connsiteX48" fmla="*/ 572040 w 969469"/>
                <a:gd name="connsiteY48" fmla="*/ 275122 h 644796"/>
                <a:gd name="connsiteX49" fmla="*/ 515036 w 969469"/>
                <a:gd name="connsiteY49" fmla="*/ 207526 h 644796"/>
                <a:gd name="connsiteX50" fmla="*/ 514924 w 969469"/>
                <a:gd name="connsiteY50" fmla="*/ 207566 h 644796"/>
                <a:gd name="connsiteX51" fmla="*/ 506815 w 969469"/>
                <a:gd name="connsiteY51" fmla="*/ 197950 h 644796"/>
                <a:gd name="connsiteX52" fmla="*/ 506815 w 969469"/>
                <a:gd name="connsiteY52" fmla="*/ 589793 h 644796"/>
                <a:gd name="connsiteX53" fmla="*/ 772928 w 969469"/>
                <a:gd name="connsiteY53" fmla="*/ 493116 h 644796"/>
                <a:gd name="connsiteX54" fmla="*/ 772928 w 969469"/>
                <a:gd name="connsiteY54" fmla="*/ 540101 h 644796"/>
                <a:gd name="connsiteX55" fmla="*/ 486068 w 969469"/>
                <a:gd name="connsiteY55" fmla="*/ 644315 h 644796"/>
                <a:gd name="connsiteX56" fmla="*/ 485894 w 969469"/>
                <a:gd name="connsiteY56" fmla="*/ 644796 h 644796"/>
                <a:gd name="connsiteX57" fmla="*/ 485319 w 969469"/>
                <a:gd name="connsiteY57" fmla="*/ 644587 h 644796"/>
                <a:gd name="connsiteX58" fmla="*/ 484747 w 969469"/>
                <a:gd name="connsiteY58" fmla="*/ 644795 h 644796"/>
                <a:gd name="connsiteX59" fmla="*/ 484573 w 969469"/>
                <a:gd name="connsiteY59" fmla="*/ 644316 h 644796"/>
                <a:gd name="connsiteX60" fmla="*/ 109394 w 969469"/>
                <a:gd name="connsiteY60" fmla="*/ 508016 h 644796"/>
                <a:gd name="connsiteX61" fmla="*/ 109693 w 969469"/>
                <a:gd name="connsiteY61" fmla="*/ 507194 h 644796"/>
                <a:gd name="connsiteX62" fmla="*/ 109693 w 969469"/>
                <a:gd name="connsiteY62" fmla="*/ 217574 h 644796"/>
                <a:gd name="connsiteX63" fmla="*/ 0 w 969469"/>
                <a:gd name="connsiteY63" fmla="*/ 177723 h 644796"/>
                <a:gd name="connsiteX64" fmla="*/ 354 w 969469"/>
                <a:gd name="connsiteY64" fmla="*/ 176749 h 644796"/>
                <a:gd name="connsiteX65" fmla="*/ 29148 w 969469"/>
                <a:gd name="connsiteY65" fmla="*/ 141327 h 644796"/>
                <a:gd name="connsiteX66" fmla="*/ 29760 w 969469"/>
                <a:gd name="connsiteY66" fmla="*/ 141550 h 644796"/>
                <a:gd name="connsiteX67" fmla="*/ 116911 w 969469"/>
                <a:gd name="connsiteY67" fmla="*/ 38205 h 644796"/>
                <a:gd name="connsiteX68" fmla="*/ 117296 w 969469"/>
                <a:gd name="connsiteY68" fmla="*/ 38530 h 644796"/>
                <a:gd name="connsiteX69" fmla="*/ 117447 w 969469"/>
                <a:gd name="connsiteY69" fmla="*/ 38116 h 644796"/>
                <a:gd name="connsiteX70" fmla="*/ 117820 w 969469"/>
                <a:gd name="connsiteY70" fmla="*/ 38251 h 644796"/>
                <a:gd name="connsiteX71" fmla="*/ 117739 w 969469"/>
                <a:gd name="connsiteY71" fmla="*/ 38033 h 644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69469" h="644796">
                  <a:moveTo>
                    <a:pt x="462654" y="197950"/>
                  </a:moveTo>
                  <a:lnTo>
                    <a:pt x="454545" y="207566"/>
                  </a:lnTo>
                  <a:lnTo>
                    <a:pt x="454433" y="207526"/>
                  </a:lnTo>
                  <a:lnTo>
                    <a:pt x="397429" y="275122"/>
                  </a:lnTo>
                  <a:lnTo>
                    <a:pt x="397541" y="275162"/>
                  </a:lnTo>
                  <a:lnTo>
                    <a:pt x="367211" y="311128"/>
                  </a:lnTo>
                  <a:lnTo>
                    <a:pt x="367099" y="311087"/>
                  </a:lnTo>
                  <a:lnTo>
                    <a:pt x="367057" y="311137"/>
                  </a:lnTo>
                  <a:lnTo>
                    <a:pt x="366921" y="311023"/>
                  </a:lnTo>
                  <a:lnTo>
                    <a:pt x="153854" y="233617"/>
                  </a:lnTo>
                  <a:lnTo>
                    <a:pt x="153854" y="477183"/>
                  </a:lnTo>
                  <a:lnTo>
                    <a:pt x="462654" y="589368"/>
                  </a:lnTo>
                  <a:close/>
                  <a:moveTo>
                    <a:pt x="484735" y="171767"/>
                  </a:moveTo>
                  <a:lnTo>
                    <a:pt x="484712" y="171793"/>
                  </a:lnTo>
                  <a:lnTo>
                    <a:pt x="484757" y="171793"/>
                  </a:lnTo>
                  <a:close/>
                  <a:moveTo>
                    <a:pt x="838484" y="90019"/>
                  </a:moveTo>
                  <a:lnTo>
                    <a:pt x="559256" y="191461"/>
                  </a:lnTo>
                  <a:lnTo>
                    <a:pt x="616260" y="259057"/>
                  </a:lnTo>
                  <a:lnTo>
                    <a:pt x="895488" y="157615"/>
                  </a:lnTo>
                  <a:close/>
                  <a:moveTo>
                    <a:pt x="130984" y="90019"/>
                  </a:moveTo>
                  <a:lnTo>
                    <a:pt x="73980" y="157615"/>
                  </a:lnTo>
                  <a:lnTo>
                    <a:pt x="353209" y="259057"/>
                  </a:lnTo>
                  <a:lnTo>
                    <a:pt x="410213" y="191461"/>
                  </a:lnTo>
                  <a:close/>
                  <a:moveTo>
                    <a:pt x="220205" y="0"/>
                  </a:moveTo>
                  <a:lnTo>
                    <a:pt x="284340" y="23300"/>
                  </a:lnTo>
                  <a:lnTo>
                    <a:pt x="181617" y="61428"/>
                  </a:lnTo>
                  <a:lnTo>
                    <a:pt x="484735" y="171549"/>
                  </a:lnTo>
                  <a:lnTo>
                    <a:pt x="787852" y="61428"/>
                  </a:lnTo>
                  <a:lnTo>
                    <a:pt x="685129" y="23300"/>
                  </a:lnTo>
                  <a:lnTo>
                    <a:pt x="749264" y="0"/>
                  </a:lnTo>
                  <a:lnTo>
                    <a:pt x="851730" y="38034"/>
                  </a:lnTo>
                  <a:lnTo>
                    <a:pt x="851650" y="38251"/>
                  </a:lnTo>
                  <a:lnTo>
                    <a:pt x="852022" y="38116"/>
                  </a:lnTo>
                  <a:lnTo>
                    <a:pt x="852173" y="38529"/>
                  </a:lnTo>
                  <a:lnTo>
                    <a:pt x="852557" y="38205"/>
                  </a:lnTo>
                  <a:lnTo>
                    <a:pt x="939708" y="141550"/>
                  </a:lnTo>
                  <a:lnTo>
                    <a:pt x="940321" y="141327"/>
                  </a:lnTo>
                  <a:lnTo>
                    <a:pt x="969115" y="176749"/>
                  </a:lnTo>
                  <a:lnTo>
                    <a:pt x="969469" y="177723"/>
                  </a:lnTo>
                  <a:lnTo>
                    <a:pt x="860947" y="217148"/>
                  </a:lnTo>
                  <a:lnTo>
                    <a:pt x="860947" y="420598"/>
                  </a:lnTo>
                  <a:lnTo>
                    <a:pt x="816786" y="420598"/>
                  </a:lnTo>
                  <a:lnTo>
                    <a:pt x="816786" y="233192"/>
                  </a:lnTo>
                  <a:lnTo>
                    <a:pt x="602548" y="311023"/>
                  </a:lnTo>
                  <a:lnTo>
                    <a:pt x="602412" y="311137"/>
                  </a:lnTo>
                  <a:lnTo>
                    <a:pt x="602370" y="311087"/>
                  </a:lnTo>
                  <a:lnTo>
                    <a:pt x="602258" y="311128"/>
                  </a:lnTo>
                  <a:lnTo>
                    <a:pt x="571928" y="275162"/>
                  </a:lnTo>
                  <a:lnTo>
                    <a:pt x="572040" y="275122"/>
                  </a:lnTo>
                  <a:lnTo>
                    <a:pt x="515036" y="207526"/>
                  </a:lnTo>
                  <a:lnTo>
                    <a:pt x="514924" y="207566"/>
                  </a:lnTo>
                  <a:lnTo>
                    <a:pt x="506815" y="197950"/>
                  </a:lnTo>
                  <a:lnTo>
                    <a:pt x="506815" y="589793"/>
                  </a:lnTo>
                  <a:lnTo>
                    <a:pt x="772928" y="493116"/>
                  </a:lnTo>
                  <a:lnTo>
                    <a:pt x="772928" y="540101"/>
                  </a:lnTo>
                  <a:lnTo>
                    <a:pt x="486068" y="644315"/>
                  </a:lnTo>
                  <a:lnTo>
                    <a:pt x="485894" y="644796"/>
                  </a:lnTo>
                  <a:lnTo>
                    <a:pt x="485319" y="644587"/>
                  </a:lnTo>
                  <a:lnTo>
                    <a:pt x="484747" y="644795"/>
                  </a:lnTo>
                  <a:lnTo>
                    <a:pt x="484573" y="644316"/>
                  </a:lnTo>
                  <a:lnTo>
                    <a:pt x="109394" y="508016"/>
                  </a:lnTo>
                  <a:lnTo>
                    <a:pt x="109693" y="507194"/>
                  </a:lnTo>
                  <a:lnTo>
                    <a:pt x="109693" y="217574"/>
                  </a:lnTo>
                  <a:lnTo>
                    <a:pt x="0" y="177723"/>
                  </a:lnTo>
                  <a:lnTo>
                    <a:pt x="354" y="176749"/>
                  </a:lnTo>
                  <a:lnTo>
                    <a:pt x="29148" y="141327"/>
                  </a:lnTo>
                  <a:lnTo>
                    <a:pt x="29760" y="141550"/>
                  </a:lnTo>
                  <a:lnTo>
                    <a:pt x="116911" y="38205"/>
                  </a:lnTo>
                  <a:lnTo>
                    <a:pt x="117296" y="38530"/>
                  </a:lnTo>
                  <a:lnTo>
                    <a:pt x="117447" y="38116"/>
                  </a:lnTo>
                  <a:lnTo>
                    <a:pt x="117820" y="38251"/>
                  </a:lnTo>
                  <a:lnTo>
                    <a:pt x="117739" y="3803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69" name="Freeform: Shape 2468">
              <a:extLst>
                <a:ext uri="{FF2B5EF4-FFF2-40B4-BE49-F238E27FC236}">
                  <a16:creationId xmlns:a16="http://schemas.microsoft.com/office/drawing/2014/main" id="{9CBF044A-F6F1-87ED-42FB-BD604CA5485F}"/>
                </a:ext>
                <a:ext uri="{C183D7F6-B498-43B3-948B-1728B52AA6E4}">
                  <adec:decorative xmlns:adec="http://schemas.microsoft.com/office/drawing/2017/decorative" val="1"/>
                </a:ext>
              </a:extLst>
            </p:cNvPr>
            <p:cNvSpPr/>
            <p:nvPr/>
          </p:nvSpPr>
          <p:spPr>
            <a:xfrm>
              <a:off x="8731849" y="4343071"/>
              <a:ext cx="304151" cy="398628"/>
            </a:xfrm>
            <a:custGeom>
              <a:avLst/>
              <a:gdLst>
                <a:gd name="connsiteX0" fmla="*/ 580087 w 646850"/>
                <a:gd name="connsiteY0" fmla="*/ 781017 h 847780"/>
                <a:gd name="connsiteX1" fmla="*/ 646850 w 646850"/>
                <a:gd name="connsiteY1" fmla="*/ 781017 h 847780"/>
                <a:gd name="connsiteX2" fmla="*/ 646850 w 646850"/>
                <a:gd name="connsiteY2" fmla="*/ 847780 h 847780"/>
                <a:gd name="connsiteX3" fmla="*/ 580087 w 646850"/>
                <a:gd name="connsiteY3" fmla="*/ 847780 h 847780"/>
                <a:gd name="connsiteX4" fmla="*/ 404615 w 646850"/>
                <a:gd name="connsiteY4" fmla="*/ 207242 h 847780"/>
                <a:gd name="connsiteX5" fmla="*/ 379582 w 646850"/>
                <a:gd name="connsiteY5" fmla="*/ 215586 h 847780"/>
                <a:gd name="connsiteX6" fmla="*/ 370182 w 646850"/>
                <a:gd name="connsiteY6" fmla="*/ 237872 h 847780"/>
                <a:gd name="connsiteX7" fmla="*/ 394897 w 646850"/>
                <a:gd name="connsiteY7" fmla="*/ 237872 h 847780"/>
                <a:gd name="connsiteX8" fmla="*/ 397221 w 646850"/>
                <a:gd name="connsiteY8" fmla="*/ 231324 h 847780"/>
                <a:gd name="connsiteX9" fmla="*/ 403136 w 646850"/>
                <a:gd name="connsiteY9" fmla="*/ 229212 h 847780"/>
                <a:gd name="connsiteX10" fmla="*/ 407255 w 646850"/>
                <a:gd name="connsiteY10" fmla="*/ 230479 h 847780"/>
                <a:gd name="connsiteX11" fmla="*/ 408839 w 646850"/>
                <a:gd name="connsiteY11" fmla="*/ 233648 h 847780"/>
                <a:gd name="connsiteX12" fmla="*/ 405460 w 646850"/>
                <a:gd name="connsiteY12" fmla="*/ 239246 h 847780"/>
                <a:gd name="connsiteX13" fmla="*/ 390672 w 646850"/>
                <a:gd name="connsiteY13" fmla="*/ 250336 h 847780"/>
                <a:gd name="connsiteX14" fmla="*/ 370393 w 646850"/>
                <a:gd name="connsiteY14" fmla="*/ 264912 h 847780"/>
                <a:gd name="connsiteX15" fmla="*/ 370393 w 646850"/>
                <a:gd name="connsiteY15" fmla="*/ 284134 h 847780"/>
                <a:gd name="connsiteX16" fmla="*/ 435667 w 646850"/>
                <a:gd name="connsiteY16" fmla="*/ 284134 h 847780"/>
                <a:gd name="connsiteX17" fmla="*/ 435667 w 646850"/>
                <a:gd name="connsiteY17" fmla="*/ 262799 h 847780"/>
                <a:gd name="connsiteX18" fmla="*/ 406516 w 646850"/>
                <a:gd name="connsiteY18" fmla="*/ 263433 h 847780"/>
                <a:gd name="connsiteX19" fmla="*/ 411797 w 646850"/>
                <a:gd name="connsiteY19" fmla="*/ 259842 h 847780"/>
                <a:gd name="connsiteX20" fmla="*/ 428485 w 646850"/>
                <a:gd name="connsiteY20" fmla="*/ 245372 h 847780"/>
                <a:gd name="connsiteX21" fmla="*/ 433977 w 646850"/>
                <a:gd name="connsiteY21" fmla="*/ 231958 h 847780"/>
                <a:gd name="connsiteX22" fmla="*/ 426372 w 646850"/>
                <a:gd name="connsiteY22" fmla="*/ 213791 h 847780"/>
                <a:gd name="connsiteX23" fmla="*/ 404615 w 646850"/>
                <a:gd name="connsiteY23" fmla="*/ 207242 h 847780"/>
                <a:gd name="connsiteX24" fmla="*/ 275819 w 646850"/>
                <a:gd name="connsiteY24" fmla="*/ 151795 h 847780"/>
                <a:gd name="connsiteX25" fmla="*/ 303808 w 646850"/>
                <a:gd name="connsiteY25" fmla="*/ 164152 h 847780"/>
                <a:gd name="connsiteX26" fmla="*/ 314898 w 646850"/>
                <a:gd name="connsiteY26" fmla="*/ 195311 h 847780"/>
                <a:gd name="connsiteX27" fmla="*/ 304019 w 646850"/>
                <a:gd name="connsiteY27" fmla="*/ 226258 h 847780"/>
                <a:gd name="connsiteX28" fmla="*/ 276241 w 646850"/>
                <a:gd name="connsiteY28" fmla="*/ 238404 h 847780"/>
                <a:gd name="connsiteX29" fmla="*/ 248252 w 646850"/>
                <a:gd name="connsiteY29" fmla="*/ 226046 h 847780"/>
                <a:gd name="connsiteX30" fmla="*/ 237162 w 646850"/>
                <a:gd name="connsiteY30" fmla="*/ 194888 h 847780"/>
                <a:gd name="connsiteX31" fmla="*/ 248040 w 646850"/>
                <a:gd name="connsiteY31" fmla="*/ 163941 h 847780"/>
                <a:gd name="connsiteX32" fmla="*/ 275819 w 646850"/>
                <a:gd name="connsiteY32" fmla="*/ 151795 h 847780"/>
                <a:gd name="connsiteX33" fmla="*/ 276241 w 646850"/>
                <a:gd name="connsiteY33" fmla="*/ 117785 h 847780"/>
                <a:gd name="connsiteX34" fmla="*/ 219523 w 646850"/>
                <a:gd name="connsiteY34" fmla="*/ 139860 h 847780"/>
                <a:gd name="connsiteX35" fmla="*/ 197026 w 646850"/>
                <a:gd name="connsiteY35" fmla="*/ 195311 h 847780"/>
                <a:gd name="connsiteX36" fmla="*/ 219312 w 646850"/>
                <a:gd name="connsiteY36" fmla="*/ 250445 h 847780"/>
                <a:gd name="connsiteX37" fmla="*/ 275819 w 646850"/>
                <a:gd name="connsiteY37" fmla="*/ 272414 h 847780"/>
                <a:gd name="connsiteX38" fmla="*/ 332537 w 646850"/>
                <a:gd name="connsiteY38" fmla="*/ 250339 h 847780"/>
                <a:gd name="connsiteX39" fmla="*/ 355034 w 646850"/>
                <a:gd name="connsiteY39" fmla="*/ 194888 h 847780"/>
                <a:gd name="connsiteX40" fmla="*/ 332748 w 646850"/>
                <a:gd name="connsiteY40" fmla="*/ 139754 h 847780"/>
                <a:gd name="connsiteX41" fmla="*/ 276241 w 646850"/>
                <a:gd name="connsiteY41" fmla="*/ 117785 h 847780"/>
                <a:gd name="connsiteX42" fmla="*/ 124255 w 646850"/>
                <a:gd name="connsiteY42" fmla="*/ 117785 h 847780"/>
                <a:gd name="connsiteX43" fmla="*/ 66692 w 646850"/>
                <a:gd name="connsiteY43" fmla="*/ 139965 h 847780"/>
                <a:gd name="connsiteX44" fmla="*/ 43772 w 646850"/>
                <a:gd name="connsiteY44" fmla="*/ 195311 h 847780"/>
                <a:gd name="connsiteX45" fmla="*/ 65741 w 646850"/>
                <a:gd name="connsiteY45" fmla="*/ 250762 h 847780"/>
                <a:gd name="connsiteX46" fmla="*/ 122565 w 646850"/>
                <a:gd name="connsiteY46" fmla="*/ 272414 h 847780"/>
                <a:gd name="connsiteX47" fmla="*/ 161962 w 646850"/>
                <a:gd name="connsiteY47" fmla="*/ 261958 h 847780"/>
                <a:gd name="connsiteX48" fmla="*/ 188895 w 646850"/>
                <a:gd name="connsiteY48" fmla="*/ 234179 h 847780"/>
                <a:gd name="connsiteX49" fmla="*/ 159955 w 646850"/>
                <a:gd name="connsiteY49" fmla="*/ 216013 h 847780"/>
                <a:gd name="connsiteX50" fmla="*/ 144006 w 646850"/>
                <a:gd name="connsiteY50" fmla="*/ 232595 h 847780"/>
                <a:gd name="connsiteX51" fmla="*/ 123622 w 646850"/>
                <a:gd name="connsiteY51" fmla="*/ 238404 h 847780"/>
                <a:gd name="connsiteX52" fmla="*/ 95210 w 646850"/>
                <a:gd name="connsiteY52" fmla="*/ 225941 h 847780"/>
                <a:gd name="connsiteX53" fmla="*/ 83908 w 646850"/>
                <a:gd name="connsiteY53" fmla="*/ 194888 h 847780"/>
                <a:gd name="connsiteX54" fmla="*/ 94893 w 646850"/>
                <a:gd name="connsiteY54" fmla="*/ 163836 h 847780"/>
                <a:gd name="connsiteX55" fmla="*/ 123622 w 646850"/>
                <a:gd name="connsiteY55" fmla="*/ 151795 h 847780"/>
                <a:gd name="connsiteX56" fmla="*/ 143267 w 646850"/>
                <a:gd name="connsiteY56" fmla="*/ 157076 h 847780"/>
                <a:gd name="connsiteX57" fmla="*/ 158476 w 646850"/>
                <a:gd name="connsiteY57" fmla="*/ 174398 h 847780"/>
                <a:gd name="connsiteX58" fmla="*/ 188895 w 646850"/>
                <a:gd name="connsiteY58" fmla="*/ 155386 h 847780"/>
                <a:gd name="connsiteX59" fmla="*/ 162912 w 646850"/>
                <a:gd name="connsiteY59" fmla="*/ 127291 h 847780"/>
                <a:gd name="connsiteX60" fmla="*/ 124255 w 646850"/>
                <a:gd name="connsiteY60" fmla="*/ 117785 h 847780"/>
                <a:gd name="connsiteX61" fmla="*/ 266536 w 646850"/>
                <a:gd name="connsiteY61" fmla="*/ 0 h 847780"/>
                <a:gd name="connsiteX62" fmla="*/ 396312 w 646850"/>
                <a:gd name="connsiteY62" fmla="*/ 120136 h 847780"/>
                <a:gd name="connsiteX63" fmla="*/ 490514 w 646850"/>
                <a:gd name="connsiteY63" fmla="*/ 226417 h 847780"/>
                <a:gd name="connsiteX64" fmla="*/ 383124 w 646850"/>
                <a:gd name="connsiteY64" fmla="*/ 333475 h 847780"/>
                <a:gd name="connsiteX65" fmla="*/ 134321 w 646850"/>
                <a:gd name="connsiteY65" fmla="*/ 333475 h 847780"/>
                <a:gd name="connsiteX66" fmla="*/ 0 w 646850"/>
                <a:gd name="connsiteY66" fmla="*/ 199486 h 847780"/>
                <a:gd name="connsiteX67" fmla="*/ 134321 w 646850"/>
                <a:gd name="connsiteY67" fmla="*/ 65387 h 847780"/>
                <a:gd name="connsiteX68" fmla="*/ 152828 w 646850"/>
                <a:gd name="connsiteY68" fmla="*/ 66606 h 847780"/>
                <a:gd name="connsiteX69" fmla="*/ 266536 w 646850"/>
                <a:gd name="connsiteY69" fmla="*/ 0 h 84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6850" h="847780">
                  <a:moveTo>
                    <a:pt x="580087" y="781017"/>
                  </a:moveTo>
                  <a:lnTo>
                    <a:pt x="646850" y="781017"/>
                  </a:lnTo>
                  <a:lnTo>
                    <a:pt x="646850" y="847780"/>
                  </a:lnTo>
                  <a:lnTo>
                    <a:pt x="580087" y="847780"/>
                  </a:lnTo>
                  <a:close/>
                  <a:moveTo>
                    <a:pt x="404615" y="207242"/>
                  </a:moveTo>
                  <a:cubicBezTo>
                    <a:pt x="394052" y="207242"/>
                    <a:pt x="385708" y="210024"/>
                    <a:pt x="379582" y="215586"/>
                  </a:cubicBezTo>
                  <a:cubicBezTo>
                    <a:pt x="373456" y="221149"/>
                    <a:pt x="370323" y="228578"/>
                    <a:pt x="370182" y="237872"/>
                  </a:cubicBezTo>
                  <a:lnTo>
                    <a:pt x="394897" y="237872"/>
                  </a:lnTo>
                  <a:cubicBezTo>
                    <a:pt x="395038" y="234915"/>
                    <a:pt x="395813" y="232732"/>
                    <a:pt x="397221" y="231324"/>
                  </a:cubicBezTo>
                  <a:cubicBezTo>
                    <a:pt x="398629" y="229916"/>
                    <a:pt x="400601" y="229212"/>
                    <a:pt x="403136" y="229212"/>
                  </a:cubicBezTo>
                  <a:cubicBezTo>
                    <a:pt x="404826" y="229212"/>
                    <a:pt x="406199" y="229634"/>
                    <a:pt x="407255" y="230479"/>
                  </a:cubicBezTo>
                  <a:cubicBezTo>
                    <a:pt x="408311" y="231324"/>
                    <a:pt x="408839" y="232380"/>
                    <a:pt x="408839" y="233648"/>
                  </a:cubicBezTo>
                  <a:cubicBezTo>
                    <a:pt x="408839" y="235338"/>
                    <a:pt x="407713" y="237204"/>
                    <a:pt x="405460" y="239246"/>
                  </a:cubicBezTo>
                  <a:cubicBezTo>
                    <a:pt x="403206" y="241288"/>
                    <a:pt x="398277" y="244984"/>
                    <a:pt x="390672" y="250336"/>
                  </a:cubicBezTo>
                  <a:lnTo>
                    <a:pt x="370393" y="264912"/>
                  </a:lnTo>
                  <a:lnTo>
                    <a:pt x="370393" y="284134"/>
                  </a:lnTo>
                  <a:lnTo>
                    <a:pt x="435667" y="284134"/>
                  </a:lnTo>
                  <a:lnTo>
                    <a:pt x="435667" y="262799"/>
                  </a:lnTo>
                  <a:lnTo>
                    <a:pt x="406516" y="263433"/>
                  </a:lnTo>
                  <a:lnTo>
                    <a:pt x="411797" y="259842"/>
                  </a:lnTo>
                  <a:cubicBezTo>
                    <a:pt x="419261" y="254772"/>
                    <a:pt x="424823" y="249949"/>
                    <a:pt x="428485" y="245372"/>
                  </a:cubicBezTo>
                  <a:cubicBezTo>
                    <a:pt x="432146" y="240795"/>
                    <a:pt x="433977" y="236323"/>
                    <a:pt x="433977" y="231958"/>
                  </a:cubicBezTo>
                  <a:cubicBezTo>
                    <a:pt x="433977" y="224212"/>
                    <a:pt x="431442" y="218157"/>
                    <a:pt x="426372" y="213791"/>
                  </a:cubicBezTo>
                  <a:cubicBezTo>
                    <a:pt x="421303" y="209425"/>
                    <a:pt x="414050" y="207242"/>
                    <a:pt x="404615" y="207242"/>
                  </a:cubicBezTo>
                  <a:close/>
                  <a:moveTo>
                    <a:pt x="275819" y="151795"/>
                  </a:moveTo>
                  <a:cubicBezTo>
                    <a:pt x="287085" y="151795"/>
                    <a:pt x="296415" y="155914"/>
                    <a:pt x="303808" y="164152"/>
                  </a:cubicBezTo>
                  <a:cubicBezTo>
                    <a:pt x="311202" y="172391"/>
                    <a:pt x="314898" y="182777"/>
                    <a:pt x="314898" y="195311"/>
                  </a:cubicBezTo>
                  <a:cubicBezTo>
                    <a:pt x="314898" y="207845"/>
                    <a:pt x="311272" y="218160"/>
                    <a:pt x="304019" y="226258"/>
                  </a:cubicBezTo>
                  <a:cubicBezTo>
                    <a:pt x="296767" y="234355"/>
                    <a:pt x="287507" y="238404"/>
                    <a:pt x="276241" y="238404"/>
                  </a:cubicBezTo>
                  <a:cubicBezTo>
                    <a:pt x="264975" y="238404"/>
                    <a:pt x="255645" y="234285"/>
                    <a:pt x="248252" y="226046"/>
                  </a:cubicBezTo>
                  <a:cubicBezTo>
                    <a:pt x="240858" y="217808"/>
                    <a:pt x="237162" y="207422"/>
                    <a:pt x="237162" y="194888"/>
                  </a:cubicBezTo>
                  <a:cubicBezTo>
                    <a:pt x="237162" y="182355"/>
                    <a:pt x="240788" y="172039"/>
                    <a:pt x="248040" y="163941"/>
                  </a:cubicBezTo>
                  <a:cubicBezTo>
                    <a:pt x="255293" y="155844"/>
                    <a:pt x="264553" y="151795"/>
                    <a:pt x="275819" y="151795"/>
                  </a:cubicBezTo>
                  <a:close/>
                  <a:moveTo>
                    <a:pt x="276241" y="117785"/>
                  </a:moveTo>
                  <a:cubicBezTo>
                    <a:pt x="253427" y="117785"/>
                    <a:pt x="234521" y="125143"/>
                    <a:pt x="219523" y="139860"/>
                  </a:cubicBezTo>
                  <a:cubicBezTo>
                    <a:pt x="204525" y="154576"/>
                    <a:pt x="197026" y="173060"/>
                    <a:pt x="197026" y="195311"/>
                  </a:cubicBezTo>
                  <a:cubicBezTo>
                    <a:pt x="197026" y="217421"/>
                    <a:pt x="204454" y="235799"/>
                    <a:pt x="219312" y="250445"/>
                  </a:cubicBezTo>
                  <a:cubicBezTo>
                    <a:pt x="234169" y="265091"/>
                    <a:pt x="253005" y="272414"/>
                    <a:pt x="275819" y="272414"/>
                  </a:cubicBezTo>
                  <a:cubicBezTo>
                    <a:pt x="298633" y="272414"/>
                    <a:pt x="317539" y="265056"/>
                    <a:pt x="332537" y="250339"/>
                  </a:cubicBezTo>
                  <a:cubicBezTo>
                    <a:pt x="347535" y="235623"/>
                    <a:pt x="355034" y="217139"/>
                    <a:pt x="355034" y="194888"/>
                  </a:cubicBezTo>
                  <a:cubicBezTo>
                    <a:pt x="355034" y="172778"/>
                    <a:pt x="347606" y="154400"/>
                    <a:pt x="332748" y="139754"/>
                  </a:cubicBezTo>
                  <a:cubicBezTo>
                    <a:pt x="317891" y="125108"/>
                    <a:pt x="299055" y="117785"/>
                    <a:pt x="276241" y="117785"/>
                  </a:cubicBezTo>
                  <a:close/>
                  <a:moveTo>
                    <a:pt x="124255" y="117785"/>
                  </a:moveTo>
                  <a:cubicBezTo>
                    <a:pt x="101160" y="117785"/>
                    <a:pt x="81972" y="125178"/>
                    <a:pt x="66692" y="139965"/>
                  </a:cubicBezTo>
                  <a:cubicBezTo>
                    <a:pt x="51412" y="154752"/>
                    <a:pt x="43772" y="173201"/>
                    <a:pt x="43772" y="195311"/>
                  </a:cubicBezTo>
                  <a:cubicBezTo>
                    <a:pt x="43772" y="217843"/>
                    <a:pt x="51096" y="236327"/>
                    <a:pt x="65741" y="250762"/>
                  </a:cubicBezTo>
                  <a:cubicBezTo>
                    <a:pt x="80387" y="265197"/>
                    <a:pt x="99329" y="272414"/>
                    <a:pt x="122565" y="272414"/>
                  </a:cubicBezTo>
                  <a:cubicBezTo>
                    <a:pt x="136930" y="272414"/>
                    <a:pt x="150062" y="268929"/>
                    <a:pt x="161962" y="261958"/>
                  </a:cubicBezTo>
                  <a:cubicBezTo>
                    <a:pt x="173862" y="254987"/>
                    <a:pt x="182840" y="245727"/>
                    <a:pt x="188895" y="234179"/>
                  </a:cubicBezTo>
                  <a:lnTo>
                    <a:pt x="159955" y="216013"/>
                  </a:lnTo>
                  <a:cubicBezTo>
                    <a:pt x="155589" y="223195"/>
                    <a:pt x="150273" y="228722"/>
                    <a:pt x="144006" y="232595"/>
                  </a:cubicBezTo>
                  <a:cubicBezTo>
                    <a:pt x="137740" y="236468"/>
                    <a:pt x="130944" y="238404"/>
                    <a:pt x="123622" y="238404"/>
                  </a:cubicBezTo>
                  <a:cubicBezTo>
                    <a:pt x="112214" y="238404"/>
                    <a:pt x="102744" y="234250"/>
                    <a:pt x="95210" y="225941"/>
                  </a:cubicBezTo>
                  <a:cubicBezTo>
                    <a:pt x="87675" y="217632"/>
                    <a:pt x="83908" y="207281"/>
                    <a:pt x="83908" y="194888"/>
                  </a:cubicBezTo>
                  <a:cubicBezTo>
                    <a:pt x="83908" y="182214"/>
                    <a:pt x="87570" y="171863"/>
                    <a:pt x="94893" y="163836"/>
                  </a:cubicBezTo>
                  <a:cubicBezTo>
                    <a:pt x="102216" y="155808"/>
                    <a:pt x="111792" y="151795"/>
                    <a:pt x="123622" y="151795"/>
                  </a:cubicBezTo>
                  <a:cubicBezTo>
                    <a:pt x="131367" y="151795"/>
                    <a:pt x="137916" y="153555"/>
                    <a:pt x="143267" y="157076"/>
                  </a:cubicBezTo>
                  <a:cubicBezTo>
                    <a:pt x="148618" y="160597"/>
                    <a:pt x="153688" y="166370"/>
                    <a:pt x="158476" y="174398"/>
                  </a:cubicBezTo>
                  <a:lnTo>
                    <a:pt x="188895" y="155386"/>
                  </a:lnTo>
                  <a:cubicBezTo>
                    <a:pt x="182558" y="142993"/>
                    <a:pt x="173897" y="133628"/>
                    <a:pt x="162912" y="127291"/>
                  </a:cubicBezTo>
                  <a:cubicBezTo>
                    <a:pt x="151928" y="120953"/>
                    <a:pt x="139042" y="117785"/>
                    <a:pt x="124255" y="117785"/>
                  </a:cubicBezTo>
                  <a:close/>
                  <a:moveTo>
                    <a:pt x="266536" y="0"/>
                  </a:moveTo>
                  <a:cubicBezTo>
                    <a:pt x="335026" y="0"/>
                    <a:pt x="391214" y="53086"/>
                    <a:pt x="396312" y="120136"/>
                  </a:cubicBezTo>
                  <a:cubicBezTo>
                    <a:pt x="449287" y="126564"/>
                    <a:pt x="490514" y="171780"/>
                    <a:pt x="490514" y="226417"/>
                  </a:cubicBezTo>
                  <a:cubicBezTo>
                    <a:pt x="490403" y="285487"/>
                    <a:pt x="442305" y="333475"/>
                    <a:pt x="383124" y="333475"/>
                  </a:cubicBezTo>
                  <a:lnTo>
                    <a:pt x="134321" y="333475"/>
                  </a:lnTo>
                  <a:cubicBezTo>
                    <a:pt x="60289" y="333475"/>
                    <a:pt x="0" y="273407"/>
                    <a:pt x="0" y="199486"/>
                  </a:cubicBezTo>
                  <a:cubicBezTo>
                    <a:pt x="0" y="125566"/>
                    <a:pt x="60289" y="65387"/>
                    <a:pt x="134321" y="65387"/>
                  </a:cubicBezTo>
                  <a:cubicBezTo>
                    <a:pt x="140527" y="65387"/>
                    <a:pt x="146733" y="65830"/>
                    <a:pt x="152828" y="66606"/>
                  </a:cubicBezTo>
                  <a:cubicBezTo>
                    <a:pt x="175548" y="25822"/>
                    <a:pt x="218880" y="0"/>
                    <a:pt x="266536"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4" name="Group 143">
            <a:extLst>
              <a:ext uri="{FF2B5EF4-FFF2-40B4-BE49-F238E27FC236}">
                <a16:creationId xmlns:a16="http://schemas.microsoft.com/office/drawing/2014/main" id="{B7CC618A-DF85-D6B9-CA13-C8D27533D11A}"/>
              </a:ext>
              <a:ext uri="{C183D7F6-B498-43B3-948B-1728B52AA6E4}">
                <adec:decorative xmlns:adec="http://schemas.microsoft.com/office/drawing/2017/decorative" val="1"/>
              </a:ext>
            </a:extLst>
          </p:cNvPr>
          <p:cNvGrpSpPr>
            <a:grpSpLocks noChangeAspect="1"/>
          </p:cNvGrpSpPr>
          <p:nvPr/>
        </p:nvGrpSpPr>
        <p:grpSpPr>
          <a:xfrm>
            <a:off x="9148447" y="4343071"/>
            <a:ext cx="457199" cy="457200"/>
            <a:chOff x="9148447" y="4343071"/>
            <a:chExt cx="457199" cy="457200"/>
          </a:xfrm>
          <a:solidFill>
            <a:srgbClr val="FF0000"/>
          </a:solidFill>
        </p:grpSpPr>
        <p:sp>
          <p:nvSpPr>
            <p:cNvPr id="2473" name="Freeform: Shape 2472">
              <a:extLst>
                <a:ext uri="{FF2B5EF4-FFF2-40B4-BE49-F238E27FC236}">
                  <a16:creationId xmlns:a16="http://schemas.microsoft.com/office/drawing/2014/main" id="{2835548A-2BCB-1C41-847D-4DA818AD08E2}"/>
                </a:ext>
                <a:ext uri="{C183D7F6-B498-43B3-948B-1728B52AA6E4}">
                  <adec:decorative xmlns:adec="http://schemas.microsoft.com/office/drawing/2017/decorative" val="1"/>
                </a:ext>
              </a:extLst>
            </p:cNvPr>
            <p:cNvSpPr/>
            <p:nvPr/>
          </p:nvSpPr>
          <p:spPr>
            <a:xfrm>
              <a:off x="9148447" y="4343071"/>
              <a:ext cx="457199" cy="457200"/>
            </a:xfrm>
            <a:custGeom>
              <a:avLst/>
              <a:gdLst>
                <a:gd name="connsiteX0" fmla="*/ 221342 w 971172"/>
                <a:gd name="connsiteY0" fmla="*/ 568338 h 971174"/>
                <a:gd name="connsiteX1" fmla="*/ 221484 w 971172"/>
                <a:gd name="connsiteY1" fmla="*/ 656329 h 971174"/>
                <a:gd name="connsiteX2" fmla="*/ 224734 w 971172"/>
                <a:gd name="connsiteY2" fmla="*/ 660439 h 971174"/>
                <a:gd name="connsiteX3" fmla="*/ 253597 w 971172"/>
                <a:gd name="connsiteY3" fmla="*/ 670976 h 971174"/>
                <a:gd name="connsiteX4" fmla="*/ 302729 w 971172"/>
                <a:gd name="connsiteY4" fmla="*/ 688473 h 971174"/>
                <a:gd name="connsiteX5" fmla="*/ 353573 w 971172"/>
                <a:gd name="connsiteY5" fmla="*/ 707264 h 971174"/>
                <a:gd name="connsiteX6" fmla="*/ 405913 w 971172"/>
                <a:gd name="connsiteY6" fmla="*/ 725928 h 971174"/>
                <a:gd name="connsiteX7" fmla="*/ 461293 w 971172"/>
                <a:gd name="connsiteY7" fmla="*/ 746724 h 971174"/>
                <a:gd name="connsiteX8" fmla="*/ 461293 w 971172"/>
                <a:gd name="connsiteY8" fmla="*/ 649267 h 971174"/>
                <a:gd name="connsiteX9" fmla="*/ 461293 w 971172"/>
                <a:gd name="connsiteY9" fmla="*/ 593513 h 971174"/>
                <a:gd name="connsiteX10" fmla="*/ 445409 w 971172"/>
                <a:gd name="connsiteY10" fmla="*/ 611857 h 971174"/>
                <a:gd name="connsiteX11" fmla="*/ 423670 w 971172"/>
                <a:gd name="connsiteY11" fmla="*/ 637500 h 971174"/>
                <a:gd name="connsiteX12" fmla="*/ 417161 w 971172"/>
                <a:gd name="connsiteY12" fmla="*/ 638853 h 971174"/>
                <a:gd name="connsiteX13" fmla="*/ 374400 w 971172"/>
                <a:gd name="connsiteY13" fmla="*/ 623487 h 971174"/>
                <a:gd name="connsiteX14" fmla="*/ 322607 w 971172"/>
                <a:gd name="connsiteY14" fmla="*/ 604546 h 971174"/>
                <a:gd name="connsiteX15" fmla="*/ 288212 w 971172"/>
                <a:gd name="connsiteY15" fmla="*/ 592020 h 971174"/>
                <a:gd name="connsiteX16" fmla="*/ 236881 w 971172"/>
                <a:gd name="connsiteY16" fmla="*/ 573308 h 971174"/>
                <a:gd name="connsiteX17" fmla="*/ 221342 w 971172"/>
                <a:gd name="connsiteY17" fmla="*/ 568338 h 971174"/>
                <a:gd name="connsiteX18" fmla="*/ 207573 w 971172"/>
                <a:gd name="connsiteY18" fmla="*/ 452019 h 971174"/>
                <a:gd name="connsiteX19" fmla="*/ 203915 w 971172"/>
                <a:gd name="connsiteY19" fmla="*/ 453023 h 971174"/>
                <a:gd name="connsiteX20" fmla="*/ 179335 w 971172"/>
                <a:gd name="connsiteY20" fmla="*/ 481591 h 971174"/>
                <a:gd name="connsiteX21" fmla="*/ 166506 w 971172"/>
                <a:gd name="connsiteY21" fmla="*/ 497041 h 971174"/>
                <a:gd name="connsiteX22" fmla="*/ 200018 w 971172"/>
                <a:gd name="connsiteY22" fmla="*/ 508678 h 971174"/>
                <a:gd name="connsiteX23" fmla="*/ 232535 w 971172"/>
                <a:gd name="connsiteY23" fmla="*/ 520760 h 971174"/>
                <a:gd name="connsiteX24" fmla="*/ 284250 w 971172"/>
                <a:gd name="connsiteY24" fmla="*/ 539613 h 971174"/>
                <a:gd name="connsiteX25" fmla="*/ 328164 w 971172"/>
                <a:gd name="connsiteY25" fmla="*/ 555458 h 971174"/>
                <a:gd name="connsiteX26" fmla="*/ 344776 w 971172"/>
                <a:gd name="connsiteY26" fmla="*/ 561212 h 971174"/>
                <a:gd name="connsiteX27" fmla="*/ 399573 w 971172"/>
                <a:gd name="connsiteY27" fmla="*/ 581776 h 971174"/>
                <a:gd name="connsiteX28" fmla="*/ 411350 w 971172"/>
                <a:gd name="connsiteY28" fmla="*/ 578234 h 971174"/>
                <a:gd name="connsiteX29" fmla="*/ 427619 w 971172"/>
                <a:gd name="connsiteY29" fmla="*/ 558928 h 971174"/>
                <a:gd name="connsiteX30" fmla="*/ 444890 w 971172"/>
                <a:gd name="connsiteY30" fmla="*/ 538353 h 971174"/>
                <a:gd name="connsiteX31" fmla="*/ 415899 w 971172"/>
                <a:gd name="connsiteY31" fmla="*/ 527751 h 971174"/>
                <a:gd name="connsiteX32" fmla="*/ 380522 w 971172"/>
                <a:gd name="connsiteY32" fmla="*/ 515111 h 971174"/>
                <a:gd name="connsiteX33" fmla="*/ 326045 w 971172"/>
                <a:gd name="connsiteY33" fmla="*/ 494975 h 971174"/>
                <a:gd name="connsiteX34" fmla="*/ 277793 w 971172"/>
                <a:gd name="connsiteY34" fmla="*/ 477837 h 971174"/>
                <a:gd name="connsiteX35" fmla="*/ 249457 w 971172"/>
                <a:gd name="connsiteY35" fmla="*/ 467250 h 971174"/>
                <a:gd name="connsiteX36" fmla="*/ 207573 w 971172"/>
                <a:gd name="connsiteY36" fmla="*/ 452019 h 971174"/>
                <a:gd name="connsiteX37" fmla="*/ 765739 w 971172"/>
                <a:gd name="connsiteY37" fmla="*/ 451201 h 971174"/>
                <a:gd name="connsiteX38" fmla="*/ 725696 w 971172"/>
                <a:gd name="connsiteY38" fmla="*/ 465607 h 971174"/>
                <a:gd name="connsiteX39" fmla="*/ 683172 w 971172"/>
                <a:gd name="connsiteY39" fmla="*/ 480815 h 971174"/>
                <a:gd name="connsiteX40" fmla="*/ 652077 w 971172"/>
                <a:gd name="connsiteY40" fmla="*/ 492491 h 971174"/>
                <a:gd name="connsiteX41" fmla="*/ 583212 w 971172"/>
                <a:gd name="connsiteY41" fmla="*/ 517246 h 971174"/>
                <a:gd name="connsiteX42" fmla="*/ 540646 w 971172"/>
                <a:gd name="connsiteY42" fmla="*/ 532828 h 971174"/>
                <a:gd name="connsiteX43" fmla="*/ 526216 w 971172"/>
                <a:gd name="connsiteY43" fmla="*/ 538531 h 971174"/>
                <a:gd name="connsiteX44" fmla="*/ 538704 w 971172"/>
                <a:gd name="connsiteY44" fmla="*/ 553282 h 971174"/>
                <a:gd name="connsiteX45" fmla="*/ 559724 w 971172"/>
                <a:gd name="connsiteY45" fmla="*/ 578305 h 971174"/>
                <a:gd name="connsiteX46" fmla="*/ 571068 w 971172"/>
                <a:gd name="connsiteY46" fmla="*/ 581959 h 971174"/>
                <a:gd name="connsiteX47" fmla="*/ 593400 w 971172"/>
                <a:gd name="connsiteY47" fmla="*/ 573631 h 971174"/>
                <a:gd name="connsiteX48" fmla="*/ 645101 w 971172"/>
                <a:gd name="connsiteY48" fmla="*/ 554286 h 971174"/>
                <a:gd name="connsiteX49" fmla="*/ 676943 w 971172"/>
                <a:gd name="connsiteY49" fmla="*/ 543450 h 971174"/>
                <a:gd name="connsiteX50" fmla="*/ 715813 w 971172"/>
                <a:gd name="connsiteY50" fmla="*/ 528976 h 971174"/>
                <a:gd name="connsiteX51" fmla="*/ 749712 w 971172"/>
                <a:gd name="connsiteY51" fmla="*/ 516647 h 971174"/>
                <a:gd name="connsiteX52" fmla="*/ 804354 w 971172"/>
                <a:gd name="connsiteY52" fmla="*/ 496862 h 971174"/>
                <a:gd name="connsiteX53" fmla="*/ 765739 w 971172"/>
                <a:gd name="connsiteY53" fmla="*/ 451201 h 971174"/>
                <a:gd name="connsiteX54" fmla="*/ 276533 w 971172"/>
                <a:gd name="connsiteY54" fmla="*/ 368624 h 971174"/>
                <a:gd name="connsiteX55" fmla="*/ 347361 w 971172"/>
                <a:gd name="connsiteY55" fmla="*/ 394405 h 971174"/>
                <a:gd name="connsiteX56" fmla="*/ 342151 w 971172"/>
                <a:gd name="connsiteY56" fmla="*/ 396367 h 971174"/>
                <a:gd name="connsiteX57" fmla="*/ 300288 w 971172"/>
                <a:gd name="connsiteY57" fmla="*/ 411159 h 971174"/>
                <a:gd name="connsiteX58" fmla="*/ 269553 w 971172"/>
                <a:gd name="connsiteY58" fmla="*/ 423498 h 971174"/>
                <a:gd name="connsiteX59" fmla="*/ 277921 w 971172"/>
                <a:gd name="connsiteY59" fmla="*/ 425979 h 971174"/>
                <a:gd name="connsiteX60" fmla="*/ 332659 w 971172"/>
                <a:gd name="connsiteY60" fmla="*/ 446818 h 971174"/>
                <a:gd name="connsiteX61" fmla="*/ 396560 w 971172"/>
                <a:gd name="connsiteY61" fmla="*/ 469664 h 971174"/>
                <a:gd name="connsiteX62" fmla="*/ 434741 w 971172"/>
                <a:gd name="connsiteY62" fmla="*/ 483647 h 971174"/>
                <a:gd name="connsiteX63" fmla="*/ 483061 w 971172"/>
                <a:gd name="connsiteY63" fmla="*/ 500620 h 971174"/>
                <a:gd name="connsiteX64" fmla="*/ 491027 w 971172"/>
                <a:gd name="connsiteY64" fmla="*/ 500224 h 971174"/>
                <a:gd name="connsiteX65" fmla="*/ 525731 w 971172"/>
                <a:gd name="connsiteY65" fmla="*/ 487006 h 971174"/>
                <a:gd name="connsiteX66" fmla="*/ 573692 w 971172"/>
                <a:gd name="connsiteY66" fmla="*/ 470077 h 971174"/>
                <a:gd name="connsiteX67" fmla="*/ 609355 w 971172"/>
                <a:gd name="connsiteY67" fmla="*/ 456816 h 971174"/>
                <a:gd name="connsiteX68" fmla="*/ 651948 w 971172"/>
                <a:gd name="connsiteY68" fmla="*/ 441131 h 971174"/>
                <a:gd name="connsiteX69" fmla="*/ 699254 w 971172"/>
                <a:gd name="connsiteY69" fmla="*/ 424408 h 971174"/>
                <a:gd name="connsiteX70" fmla="*/ 702267 w 971172"/>
                <a:gd name="connsiteY70" fmla="*/ 422698 h 971174"/>
                <a:gd name="connsiteX71" fmla="*/ 684810 w 971172"/>
                <a:gd name="connsiteY71" fmla="*/ 416194 h 971174"/>
                <a:gd name="connsiteX72" fmla="*/ 634357 w 971172"/>
                <a:gd name="connsiteY72" fmla="*/ 397736 h 971174"/>
                <a:gd name="connsiteX73" fmla="*/ 624508 w 971172"/>
                <a:gd name="connsiteY73" fmla="*/ 394152 h 971174"/>
                <a:gd name="connsiteX74" fmla="*/ 693959 w 971172"/>
                <a:gd name="connsiteY74" fmla="*/ 368872 h 971174"/>
                <a:gd name="connsiteX75" fmla="*/ 700869 w 971172"/>
                <a:gd name="connsiteY75" fmla="*/ 371382 h 971174"/>
                <a:gd name="connsiteX76" fmla="*/ 764162 w 971172"/>
                <a:gd name="connsiteY76" fmla="*/ 394422 h 971174"/>
                <a:gd name="connsiteX77" fmla="*/ 782965 w 971172"/>
                <a:gd name="connsiteY77" fmla="*/ 401029 h 971174"/>
                <a:gd name="connsiteX78" fmla="*/ 796485 w 971172"/>
                <a:gd name="connsiteY78" fmla="*/ 412901 h 971174"/>
                <a:gd name="connsiteX79" fmla="*/ 817856 w 971172"/>
                <a:gd name="connsiteY79" fmla="*/ 438222 h 971174"/>
                <a:gd name="connsiteX80" fmla="*/ 848012 w 971172"/>
                <a:gd name="connsiteY80" fmla="*/ 474390 h 971174"/>
                <a:gd name="connsiteX81" fmla="*/ 866419 w 971172"/>
                <a:gd name="connsiteY81" fmla="*/ 495873 h 971174"/>
                <a:gd name="connsiteX82" fmla="*/ 882685 w 971172"/>
                <a:gd name="connsiteY82" fmla="*/ 515163 h 971174"/>
                <a:gd name="connsiteX83" fmla="*/ 880269 w 971172"/>
                <a:gd name="connsiteY83" fmla="*/ 520414 h 971174"/>
                <a:gd name="connsiteX84" fmla="*/ 856843 w 971172"/>
                <a:gd name="connsiteY84" fmla="*/ 528819 h 971174"/>
                <a:gd name="connsiteX85" fmla="*/ 811474 w 971172"/>
                <a:gd name="connsiteY85" fmla="*/ 545634 h 971174"/>
                <a:gd name="connsiteX86" fmla="*/ 797052 w 971172"/>
                <a:gd name="connsiteY86" fmla="*/ 550248 h 971174"/>
                <a:gd name="connsiteX87" fmla="*/ 796887 w 971172"/>
                <a:gd name="connsiteY87" fmla="*/ 597323 h 971174"/>
                <a:gd name="connsiteX88" fmla="*/ 749626 w 971172"/>
                <a:gd name="connsiteY88" fmla="*/ 597323 h 971174"/>
                <a:gd name="connsiteX89" fmla="*/ 749633 w 971172"/>
                <a:gd name="connsiteY89" fmla="*/ 568081 h 971174"/>
                <a:gd name="connsiteX90" fmla="*/ 735113 w 971172"/>
                <a:gd name="connsiteY90" fmla="*/ 573150 h 971174"/>
                <a:gd name="connsiteX91" fmla="*/ 680857 w 971172"/>
                <a:gd name="connsiteY91" fmla="*/ 592390 h 971174"/>
                <a:gd name="connsiteX92" fmla="*/ 641491 w 971172"/>
                <a:gd name="connsiteY92" fmla="*/ 607095 h 971174"/>
                <a:gd name="connsiteX93" fmla="*/ 597483 w 971172"/>
                <a:gd name="connsiteY93" fmla="*/ 622988 h 971174"/>
                <a:gd name="connsiteX94" fmla="*/ 553358 w 971172"/>
                <a:gd name="connsiteY94" fmla="*/ 638828 h 971174"/>
                <a:gd name="connsiteX95" fmla="*/ 547846 w 971172"/>
                <a:gd name="connsiteY95" fmla="*/ 637783 h 971174"/>
                <a:gd name="connsiteX96" fmla="*/ 525762 w 971172"/>
                <a:gd name="connsiteY96" fmla="*/ 612262 h 971174"/>
                <a:gd name="connsiteX97" fmla="*/ 509947 w 971172"/>
                <a:gd name="connsiteY97" fmla="*/ 593764 h 971174"/>
                <a:gd name="connsiteX98" fmla="*/ 509947 w 971172"/>
                <a:gd name="connsiteY98" fmla="*/ 746391 h 971174"/>
                <a:gd name="connsiteX99" fmla="*/ 532576 w 971172"/>
                <a:gd name="connsiteY99" fmla="*/ 738162 h 971174"/>
                <a:gd name="connsiteX100" fmla="*/ 565960 w 971172"/>
                <a:gd name="connsiteY100" fmla="*/ 725450 h 971174"/>
                <a:gd name="connsiteX101" fmla="*/ 613381 w 971172"/>
                <a:gd name="connsiteY101" fmla="*/ 708793 h 971174"/>
                <a:gd name="connsiteX102" fmla="*/ 649059 w 971172"/>
                <a:gd name="connsiteY102" fmla="*/ 695484 h 971174"/>
                <a:gd name="connsiteX103" fmla="*/ 695639 w 971172"/>
                <a:gd name="connsiteY103" fmla="*/ 678817 h 971174"/>
                <a:gd name="connsiteX104" fmla="*/ 695639 w 971172"/>
                <a:gd name="connsiteY104" fmla="*/ 730120 h 971174"/>
                <a:gd name="connsiteX105" fmla="*/ 686840 w 971172"/>
                <a:gd name="connsiteY105" fmla="*/ 733389 h 971174"/>
                <a:gd name="connsiteX106" fmla="*/ 633156 w 971172"/>
                <a:gd name="connsiteY106" fmla="*/ 752636 h 971174"/>
                <a:gd name="connsiteX107" fmla="*/ 583321 w 971172"/>
                <a:gd name="connsiteY107" fmla="*/ 771266 h 971174"/>
                <a:gd name="connsiteX108" fmla="*/ 521351 w 971172"/>
                <a:gd name="connsiteY108" fmla="*/ 793684 h 971174"/>
                <a:gd name="connsiteX109" fmla="*/ 488184 w 971172"/>
                <a:gd name="connsiteY109" fmla="*/ 805037 h 971174"/>
                <a:gd name="connsiteX110" fmla="*/ 483143 w 971172"/>
                <a:gd name="connsiteY110" fmla="*/ 805217 h 971174"/>
                <a:gd name="connsiteX111" fmla="*/ 434517 w 971172"/>
                <a:gd name="connsiteY111" fmla="*/ 787721 h 971174"/>
                <a:gd name="connsiteX112" fmla="*/ 392393 w 971172"/>
                <a:gd name="connsiteY112" fmla="*/ 772078 h 971174"/>
                <a:gd name="connsiteX113" fmla="*/ 350972 w 971172"/>
                <a:gd name="connsiteY113" fmla="*/ 757481 h 971174"/>
                <a:gd name="connsiteX114" fmla="*/ 309673 w 971172"/>
                <a:gd name="connsiteY114" fmla="*/ 742444 h 971174"/>
                <a:gd name="connsiteX115" fmla="*/ 271186 w 971172"/>
                <a:gd name="connsiteY115" fmla="*/ 728273 h 971174"/>
                <a:gd name="connsiteX116" fmla="*/ 203198 w 971172"/>
                <a:gd name="connsiteY116" fmla="*/ 704154 h 971174"/>
                <a:gd name="connsiteX117" fmla="*/ 177601 w 971172"/>
                <a:gd name="connsiteY117" fmla="*/ 694453 h 971174"/>
                <a:gd name="connsiteX118" fmla="*/ 173883 w 971172"/>
                <a:gd name="connsiteY118" fmla="*/ 688587 h 971174"/>
                <a:gd name="connsiteX119" fmla="*/ 173957 w 971172"/>
                <a:gd name="connsiteY119" fmla="*/ 555018 h 971174"/>
                <a:gd name="connsiteX120" fmla="*/ 173957 w 971172"/>
                <a:gd name="connsiteY120" fmla="*/ 550694 h 971174"/>
                <a:gd name="connsiteX121" fmla="*/ 124403 w 971172"/>
                <a:gd name="connsiteY121" fmla="*/ 532228 h 971174"/>
                <a:gd name="connsiteX122" fmla="*/ 91666 w 971172"/>
                <a:gd name="connsiteY122" fmla="*/ 520715 h 971174"/>
                <a:gd name="connsiteX123" fmla="*/ 89637 w 971172"/>
                <a:gd name="connsiteY123" fmla="*/ 513750 h 971174"/>
                <a:gd name="connsiteX124" fmla="*/ 124145 w 971172"/>
                <a:gd name="connsiteY124" fmla="*/ 472270 h 971174"/>
                <a:gd name="connsiteX125" fmla="*/ 148653 w 971172"/>
                <a:gd name="connsiteY125" fmla="*/ 443661 h 971174"/>
                <a:gd name="connsiteX126" fmla="*/ 179434 w 971172"/>
                <a:gd name="connsiteY126" fmla="*/ 406901 h 971174"/>
                <a:gd name="connsiteX127" fmla="*/ 184788 w 971172"/>
                <a:gd name="connsiteY127" fmla="*/ 402602 h 971174"/>
                <a:gd name="connsiteX128" fmla="*/ 224957 w 971172"/>
                <a:gd name="connsiteY128" fmla="*/ 387627 h 971174"/>
                <a:gd name="connsiteX129" fmla="*/ 258378 w 971172"/>
                <a:gd name="connsiteY129" fmla="*/ 375224 h 971174"/>
                <a:gd name="connsiteX130" fmla="*/ 485586 w 971172"/>
                <a:gd name="connsiteY130" fmla="*/ 44626 h 971174"/>
                <a:gd name="connsiteX131" fmla="*/ 44625 w 971172"/>
                <a:gd name="connsiteY131" fmla="*/ 485587 h 971174"/>
                <a:gd name="connsiteX132" fmla="*/ 119934 w 971172"/>
                <a:gd name="connsiteY132" fmla="*/ 732133 h 971174"/>
                <a:gd name="connsiteX133" fmla="*/ 160635 w 971172"/>
                <a:gd name="connsiteY133" fmla="*/ 781462 h 971174"/>
                <a:gd name="connsiteX134" fmla="*/ 172783 w 971172"/>
                <a:gd name="connsiteY134" fmla="*/ 781462 h 971174"/>
                <a:gd name="connsiteX135" fmla="*/ 271279 w 971172"/>
                <a:gd name="connsiteY135" fmla="*/ 781462 h 971174"/>
                <a:gd name="connsiteX136" fmla="*/ 271279 w 971172"/>
                <a:gd name="connsiteY136" fmla="*/ 825696 h 971174"/>
                <a:gd name="connsiteX137" fmla="*/ 208082 w 971172"/>
                <a:gd name="connsiteY137" fmla="*/ 825696 h 971174"/>
                <a:gd name="connsiteX138" fmla="*/ 239040 w 971172"/>
                <a:gd name="connsiteY138" fmla="*/ 851239 h 971174"/>
                <a:gd name="connsiteX139" fmla="*/ 485586 w 971172"/>
                <a:gd name="connsiteY139" fmla="*/ 926548 h 971174"/>
                <a:gd name="connsiteX140" fmla="*/ 926547 w 971172"/>
                <a:gd name="connsiteY140" fmla="*/ 485587 h 971174"/>
                <a:gd name="connsiteX141" fmla="*/ 851238 w 971172"/>
                <a:gd name="connsiteY141" fmla="*/ 239042 h 971174"/>
                <a:gd name="connsiteX142" fmla="*/ 820680 w 971172"/>
                <a:gd name="connsiteY142" fmla="*/ 202005 h 971174"/>
                <a:gd name="connsiteX143" fmla="*/ 810362 w 971172"/>
                <a:gd name="connsiteY143" fmla="*/ 202005 h 971174"/>
                <a:gd name="connsiteX144" fmla="*/ 711866 w 971172"/>
                <a:gd name="connsiteY144" fmla="*/ 202005 h 971174"/>
                <a:gd name="connsiteX145" fmla="*/ 711866 w 971172"/>
                <a:gd name="connsiteY145" fmla="*/ 157771 h 971174"/>
                <a:gd name="connsiteX146" fmla="*/ 777989 w 971172"/>
                <a:gd name="connsiteY146" fmla="*/ 157771 h 971174"/>
                <a:gd name="connsiteX147" fmla="*/ 732131 w 971172"/>
                <a:gd name="connsiteY147" fmla="*/ 119935 h 971174"/>
                <a:gd name="connsiteX148" fmla="*/ 485586 w 971172"/>
                <a:gd name="connsiteY148" fmla="*/ 44626 h 971174"/>
                <a:gd name="connsiteX149" fmla="*/ 485586 w 971172"/>
                <a:gd name="connsiteY149" fmla="*/ 0 h 971174"/>
                <a:gd name="connsiteX150" fmla="*/ 757082 w 971172"/>
                <a:gd name="connsiteY150" fmla="*/ 82931 h 971174"/>
                <a:gd name="connsiteX151" fmla="*/ 810362 w 971172"/>
                <a:gd name="connsiteY151" fmla="*/ 126891 h 971174"/>
                <a:gd name="connsiteX152" fmla="*/ 810362 w 971172"/>
                <a:gd name="connsiteY152" fmla="*/ 58792 h 971174"/>
                <a:gd name="connsiteX153" fmla="*/ 854596 w 971172"/>
                <a:gd name="connsiteY153" fmla="*/ 58792 h 971174"/>
                <a:gd name="connsiteX154" fmla="*/ 854596 w 971172"/>
                <a:gd name="connsiteY154" fmla="*/ 157771 h 971174"/>
                <a:gd name="connsiteX155" fmla="*/ 854596 w 971172"/>
                <a:gd name="connsiteY155" fmla="*/ 173312 h 971174"/>
                <a:gd name="connsiteX156" fmla="*/ 888242 w 971172"/>
                <a:gd name="connsiteY156" fmla="*/ 214091 h 971174"/>
                <a:gd name="connsiteX157" fmla="*/ 971172 w 971172"/>
                <a:gd name="connsiteY157" fmla="*/ 485587 h 971174"/>
                <a:gd name="connsiteX158" fmla="*/ 485586 w 971172"/>
                <a:gd name="connsiteY158" fmla="*/ 971174 h 971174"/>
                <a:gd name="connsiteX159" fmla="*/ 214090 w 971172"/>
                <a:gd name="connsiteY159" fmla="*/ 888243 h 971174"/>
                <a:gd name="connsiteX160" fmla="*/ 172783 w 971172"/>
                <a:gd name="connsiteY160" fmla="*/ 854162 h 971174"/>
                <a:gd name="connsiteX161" fmla="*/ 172783 w 971172"/>
                <a:gd name="connsiteY161" fmla="*/ 924675 h 971174"/>
                <a:gd name="connsiteX162" fmla="*/ 128549 w 971172"/>
                <a:gd name="connsiteY162" fmla="*/ 924675 h 971174"/>
                <a:gd name="connsiteX163" fmla="*/ 128549 w 971172"/>
                <a:gd name="connsiteY163" fmla="*/ 825696 h 971174"/>
                <a:gd name="connsiteX164" fmla="*/ 128549 w 971172"/>
                <a:gd name="connsiteY164" fmla="*/ 812374 h 971174"/>
                <a:gd name="connsiteX165" fmla="*/ 82930 w 971172"/>
                <a:gd name="connsiteY165" fmla="*/ 757083 h 971174"/>
                <a:gd name="connsiteX166" fmla="*/ 0 w 971172"/>
                <a:gd name="connsiteY166" fmla="*/ 485587 h 971174"/>
                <a:gd name="connsiteX167" fmla="*/ 485586 w 971172"/>
                <a:gd name="connsiteY167" fmla="*/ 0 h 971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971172" h="971174">
                  <a:moveTo>
                    <a:pt x="221342" y="568338"/>
                  </a:moveTo>
                  <a:cubicBezTo>
                    <a:pt x="221342" y="598571"/>
                    <a:pt x="221294" y="627450"/>
                    <a:pt x="221484" y="656329"/>
                  </a:cubicBezTo>
                  <a:cubicBezTo>
                    <a:pt x="221494" y="657745"/>
                    <a:pt x="223288" y="659879"/>
                    <a:pt x="224734" y="660439"/>
                  </a:cubicBezTo>
                  <a:cubicBezTo>
                    <a:pt x="234280" y="664143"/>
                    <a:pt x="243950" y="667534"/>
                    <a:pt x="253597" y="670976"/>
                  </a:cubicBezTo>
                  <a:cubicBezTo>
                    <a:pt x="269971" y="676820"/>
                    <a:pt x="286389" y="682537"/>
                    <a:pt x="302729" y="688473"/>
                  </a:cubicBezTo>
                  <a:cubicBezTo>
                    <a:pt x="319712" y="694643"/>
                    <a:pt x="336589" y="701102"/>
                    <a:pt x="353573" y="707264"/>
                  </a:cubicBezTo>
                  <a:cubicBezTo>
                    <a:pt x="370985" y="713581"/>
                    <a:pt x="388521" y="719560"/>
                    <a:pt x="405913" y="725928"/>
                  </a:cubicBezTo>
                  <a:cubicBezTo>
                    <a:pt x="424224" y="732633"/>
                    <a:pt x="442430" y="739626"/>
                    <a:pt x="461293" y="746724"/>
                  </a:cubicBezTo>
                  <a:cubicBezTo>
                    <a:pt x="461293" y="714294"/>
                    <a:pt x="461293" y="682285"/>
                    <a:pt x="461293" y="649267"/>
                  </a:cubicBezTo>
                  <a:cubicBezTo>
                    <a:pt x="461293" y="631100"/>
                    <a:pt x="461293" y="612933"/>
                    <a:pt x="461293" y="593513"/>
                  </a:cubicBezTo>
                  <a:cubicBezTo>
                    <a:pt x="455356" y="600363"/>
                    <a:pt x="450345" y="606078"/>
                    <a:pt x="445409" y="611857"/>
                  </a:cubicBezTo>
                  <a:cubicBezTo>
                    <a:pt x="438133" y="620378"/>
                    <a:pt x="430898" y="628937"/>
                    <a:pt x="423670" y="637500"/>
                  </a:cubicBezTo>
                  <a:cubicBezTo>
                    <a:pt x="421818" y="639695"/>
                    <a:pt x="420058" y="639943"/>
                    <a:pt x="417161" y="638853"/>
                  </a:cubicBezTo>
                  <a:cubicBezTo>
                    <a:pt x="402987" y="633519"/>
                    <a:pt x="388642" y="628639"/>
                    <a:pt x="374400" y="623487"/>
                  </a:cubicBezTo>
                  <a:cubicBezTo>
                    <a:pt x="357114" y="617232"/>
                    <a:pt x="339873" y="610855"/>
                    <a:pt x="322607" y="604546"/>
                  </a:cubicBezTo>
                  <a:cubicBezTo>
                    <a:pt x="311147" y="600357"/>
                    <a:pt x="299674" y="596201"/>
                    <a:pt x="288212" y="592020"/>
                  </a:cubicBezTo>
                  <a:cubicBezTo>
                    <a:pt x="271102" y="585778"/>
                    <a:pt x="254014" y="579481"/>
                    <a:pt x="236881" y="573308"/>
                  </a:cubicBezTo>
                  <a:cubicBezTo>
                    <a:pt x="231962" y="571536"/>
                    <a:pt x="226918" y="570110"/>
                    <a:pt x="221342" y="568338"/>
                  </a:cubicBezTo>
                  <a:close/>
                  <a:moveTo>
                    <a:pt x="207573" y="452019"/>
                  </a:moveTo>
                  <a:cubicBezTo>
                    <a:pt x="206568" y="451662"/>
                    <a:pt x="204631" y="452206"/>
                    <a:pt x="203915" y="453023"/>
                  </a:cubicBezTo>
                  <a:cubicBezTo>
                    <a:pt x="195631" y="462466"/>
                    <a:pt x="187472" y="472019"/>
                    <a:pt x="179335" y="481591"/>
                  </a:cubicBezTo>
                  <a:cubicBezTo>
                    <a:pt x="175093" y="486581"/>
                    <a:pt x="170962" y="491667"/>
                    <a:pt x="166506" y="497041"/>
                  </a:cubicBezTo>
                  <a:cubicBezTo>
                    <a:pt x="177976" y="501013"/>
                    <a:pt x="189038" y="504731"/>
                    <a:pt x="200018" y="508678"/>
                  </a:cubicBezTo>
                  <a:cubicBezTo>
                    <a:pt x="210899" y="512589"/>
                    <a:pt x="221680" y="516775"/>
                    <a:pt x="232535" y="520760"/>
                  </a:cubicBezTo>
                  <a:cubicBezTo>
                    <a:pt x="249759" y="527084"/>
                    <a:pt x="266995" y="533377"/>
                    <a:pt x="284250" y="539613"/>
                  </a:cubicBezTo>
                  <a:cubicBezTo>
                    <a:pt x="298636" y="544813"/>
                    <a:pt x="313058" y="549915"/>
                    <a:pt x="328164" y="555458"/>
                  </a:cubicBezTo>
                  <a:cubicBezTo>
                    <a:pt x="333703" y="557369"/>
                    <a:pt x="339280" y="559183"/>
                    <a:pt x="344776" y="561212"/>
                  </a:cubicBezTo>
                  <a:cubicBezTo>
                    <a:pt x="363080" y="567968"/>
                    <a:pt x="381469" y="574518"/>
                    <a:pt x="399573" y="581776"/>
                  </a:cubicBezTo>
                  <a:cubicBezTo>
                    <a:pt x="405200" y="584032"/>
                    <a:pt x="408176" y="582052"/>
                    <a:pt x="411350" y="578234"/>
                  </a:cubicBezTo>
                  <a:cubicBezTo>
                    <a:pt x="416731" y="571764"/>
                    <a:pt x="422200" y="565367"/>
                    <a:pt x="427619" y="558928"/>
                  </a:cubicBezTo>
                  <a:cubicBezTo>
                    <a:pt x="433234" y="552255"/>
                    <a:pt x="438834" y="545569"/>
                    <a:pt x="444890" y="538353"/>
                  </a:cubicBezTo>
                  <a:cubicBezTo>
                    <a:pt x="434770" y="534648"/>
                    <a:pt x="425350" y="531155"/>
                    <a:pt x="415899" y="527751"/>
                  </a:cubicBezTo>
                  <a:cubicBezTo>
                    <a:pt x="404118" y="523506"/>
                    <a:pt x="392281" y="519416"/>
                    <a:pt x="380522" y="515111"/>
                  </a:cubicBezTo>
                  <a:cubicBezTo>
                    <a:pt x="362342" y="508455"/>
                    <a:pt x="344241" y="501583"/>
                    <a:pt x="326045" y="494975"/>
                  </a:cubicBezTo>
                  <a:cubicBezTo>
                    <a:pt x="310002" y="489148"/>
                    <a:pt x="293852" y="483616"/>
                    <a:pt x="277793" y="477837"/>
                  </a:cubicBezTo>
                  <a:cubicBezTo>
                    <a:pt x="268306" y="474423"/>
                    <a:pt x="258916" y="470739"/>
                    <a:pt x="249457" y="467250"/>
                  </a:cubicBezTo>
                  <a:cubicBezTo>
                    <a:pt x="235519" y="462108"/>
                    <a:pt x="221572" y="456988"/>
                    <a:pt x="207573" y="452019"/>
                  </a:cubicBezTo>
                  <a:close/>
                  <a:moveTo>
                    <a:pt x="765739" y="451201"/>
                  </a:moveTo>
                  <a:cubicBezTo>
                    <a:pt x="752360" y="456016"/>
                    <a:pt x="739038" y="460840"/>
                    <a:pt x="725696" y="465607"/>
                  </a:cubicBezTo>
                  <a:cubicBezTo>
                    <a:pt x="711774" y="470581"/>
                    <a:pt x="697832" y="475503"/>
                    <a:pt x="683172" y="480815"/>
                  </a:cubicBezTo>
                  <a:cubicBezTo>
                    <a:pt x="672809" y="484715"/>
                    <a:pt x="662485" y="488721"/>
                    <a:pt x="652077" y="492491"/>
                  </a:cubicBezTo>
                  <a:cubicBezTo>
                    <a:pt x="629143" y="500803"/>
                    <a:pt x="606156" y="508963"/>
                    <a:pt x="583212" y="517246"/>
                  </a:cubicBezTo>
                  <a:cubicBezTo>
                    <a:pt x="569000" y="522376"/>
                    <a:pt x="554818" y="527588"/>
                    <a:pt x="540646" y="532828"/>
                  </a:cubicBezTo>
                  <a:cubicBezTo>
                    <a:pt x="535974" y="534555"/>
                    <a:pt x="531377" y="536484"/>
                    <a:pt x="526216" y="538531"/>
                  </a:cubicBezTo>
                  <a:cubicBezTo>
                    <a:pt x="530640" y="543754"/>
                    <a:pt x="534686" y="548506"/>
                    <a:pt x="538704" y="553282"/>
                  </a:cubicBezTo>
                  <a:cubicBezTo>
                    <a:pt x="545718" y="561617"/>
                    <a:pt x="552707" y="569973"/>
                    <a:pt x="559724" y="578305"/>
                  </a:cubicBezTo>
                  <a:cubicBezTo>
                    <a:pt x="562723" y="581867"/>
                    <a:pt x="565543" y="584544"/>
                    <a:pt x="571068" y="581959"/>
                  </a:cubicBezTo>
                  <a:cubicBezTo>
                    <a:pt x="578241" y="578604"/>
                    <a:pt x="585952" y="576412"/>
                    <a:pt x="593400" y="573631"/>
                  </a:cubicBezTo>
                  <a:cubicBezTo>
                    <a:pt x="610638" y="567195"/>
                    <a:pt x="627812" y="560581"/>
                    <a:pt x="645101" y="554286"/>
                  </a:cubicBezTo>
                  <a:cubicBezTo>
                    <a:pt x="655634" y="550451"/>
                    <a:pt x="666392" y="547236"/>
                    <a:pt x="676943" y="543450"/>
                  </a:cubicBezTo>
                  <a:cubicBezTo>
                    <a:pt x="689955" y="538779"/>
                    <a:pt x="702843" y="533766"/>
                    <a:pt x="715813" y="528976"/>
                  </a:cubicBezTo>
                  <a:cubicBezTo>
                    <a:pt x="727092" y="524812"/>
                    <a:pt x="738408" y="520744"/>
                    <a:pt x="749712" y="516647"/>
                  </a:cubicBezTo>
                  <a:cubicBezTo>
                    <a:pt x="767833" y="510079"/>
                    <a:pt x="785958" y="503522"/>
                    <a:pt x="804354" y="496862"/>
                  </a:cubicBezTo>
                  <a:cubicBezTo>
                    <a:pt x="791294" y="481420"/>
                    <a:pt x="778506" y="466299"/>
                    <a:pt x="765739" y="451201"/>
                  </a:cubicBezTo>
                  <a:close/>
                  <a:moveTo>
                    <a:pt x="276533" y="368624"/>
                  </a:moveTo>
                  <a:lnTo>
                    <a:pt x="347361" y="394405"/>
                  </a:lnTo>
                  <a:lnTo>
                    <a:pt x="342151" y="396367"/>
                  </a:lnTo>
                  <a:cubicBezTo>
                    <a:pt x="328256" y="401461"/>
                    <a:pt x="314235" y="406208"/>
                    <a:pt x="300288" y="411159"/>
                  </a:cubicBezTo>
                  <a:cubicBezTo>
                    <a:pt x="290064" y="414789"/>
                    <a:pt x="279867" y="418502"/>
                    <a:pt x="269553" y="423498"/>
                  </a:cubicBezTo>
                  <a:cubicBezTo>
                    <a:pt x="272347" y="424315"/>
                    <a:pt x="275208" y="424951"/>
                    <a:pt x="277921" y="425979"/>
                  </a:cubicBezTo>
                  <a:cubicBezTo>
                    <a:pt x="296179" y="432895"/>
                    <a:pt x="314336" y="440082"/>
                    <a:pt x="332659" y="446818"/>
                  </a:cubicBezTo>
                  <a:cubicBezTo>
                    <a:pt x="353890" y="454622"/>
                    <a:pt x="375273" y="462011"/>
                    <a:pt x="396560" y="469664"/>
                  </a:cubicBezTo>
                  <a:cubicBezTo>
                    <a:pt x="409315" y="474248"/>
                    <a:pt x="421985" y="479066"/>
                    <a:pt x="434741" y="483647"/>
                  </a:cubicBezTo>
                  <a:cubicBezTo>
                    <a:pt x="450808" y="489417"/>
                    <a:pt x="466884" y="495173"/>
                    <a:pt x="483061" y="500620"/>
                  </a:cubicBezTo>
                  <a:cubicBezTo>
                    <a:pt x="485428" y="501417"/>
                    <a:pt x="488612" y="501100"/>
                    <a:pt x="491027" y="500224"/>
                  </a:cubicBezTo>
                  <a:cubicBezTo>
                    <a:pt x="502663" y="496004"/>
                    <a:pt x="514100" y="491236"/>
                    <a:pt x="525731" y="487006"/>
                  </a:cubicBezTo>
                  <a:cubicBezTo>
                    <a:pt x="541662" y="481210"/>
                    <a:pt x="557737" y="475809"/>
                    <a:pt x="573692" y="470077"/>
                  </a:cubicBezTo>
                  <a:cubicBezTo>
                    <a:pt x="585628" y="465788"/>
                    <a:pt x="597463" y="461221"/>
                    <a:pt x="609355" y="456816"/>
                  </a:cubicBezTo>
                  <a:cubicBezTo>
                    <a:pt x="623543" y="451559"/>
                    <a:pt x="637712" y="446254"/>
                    <a:pt x="651948" y="441131"/>
                  </a:cubicBezTo>
                  <a:cubicBezTo>
                    <a:pt x="667684" y="435468"/>
                    <a:pt x="683488" y="429991"/>
                    <a:pt x="699254" y="424408"/>
                  </a:cubicBezTo>
                  <a:cubicBezTo>
                    <a:pt x="699961" y="424158"/>
                    <a:pt x="700584" y="423665"/>
                    <a:pt x="702267" y="422698"/>
                  </a:cubicBezTo>
                  <a:cubicBezTo>
                    <a:pt x="695866" y="420311"/>
                    <a:pt x="690348" y="418225"/>
                    <a:pt x="684810" y="416194"/>
                  </a:cubicBezTo>
                  <a:cubicBezTo>
                    <a:pt x="667998" y="410027"/>
                    <a:pt x="651188" y="403853"/>
                    <a:pt x="634357" y="397736"/>
                  </a:cubicBezTo>
                  <a:lnTo>
                    <a:pt x="624508" y="394152"/>
                  </a:lnTo>
                  <a:lnTo>
                    <a:pt x="693959" y="368872"/>
                  </a:lnTo>
                  <a:lnTo>
                    <a:pt x="700869" y="371382"/>
                  </a:lnTo>
                  <a:cubicBezTo>
                    <a:pt x="721969" y="379056"/>
                    <a:pt x="743046" y="386794"/>
                    <a:pt x="764162" y="394422"/>
                  </a:cubicBezTo>
                  <a:cubicBezTo>
                    <a:pt x="770425" y="396683"/>
                    <a:pt x="777242" y="397849"/>
                    <a:pt x="782965" y="401029"/>
                  </a:cubicBezTo>
                  <a:cubicBezTo>
                    <a:pt x="788100" y="403881"/>
                    <a:pt x="792474" y="408456"/>
                    <a:pt x="796485" y="412901"/>
                  </a:cubicBezTo>
                  <a:cubicBezTo>
                    <a:pt x="803881" y="421097"/>
                    <a:pt x="810777" y="429742"/>
                    <a:pt x="817856" y="438222"/>
                  </a:cubicBezTo>
                  <a:cubicBezTo>
                    <a:pt x="827915" y="450272"/>
                    <a:pt x="837915" y="462373"/>
                    <a:pt x="848012" y="474390"/>
                  </a:cubicBezTo>
                  <a:cubicBezTo>
                    <a:pt x="854078" y="481610"/>
                    <a:pt x="860307" y="488692"/>
                    <a:pt x="866419" y="495873"/>
                  </a:cubicBezTo>
                  <a:cubicBezTo>
                    <a:pt x="871871" y="502278"/>
                    <a:pt x="877262" y="508733"/>
                    <a:pt x="882685" y="515163"/>
                  </a:cubicBezTo>
                  <a:cubicBezTo>
                    <a:pt x="885583" y="518599"/>
                    <a:pt x="882373" y="519614"/>
                    <a:pt x="880269" y="520414"/>
                  </a:cubicBezTo>
                  <a:cubicBezTo>
                    <a:pt x="872518" y="523365"/>
                    <a:pt x="864629" y="525955"/>
                    <a:pt x="856843" y="528819"/>
                  </a:cubicBezTo>
                  <a:cubicBezTo>
                    <a:pt x="841706" y="534385"/>
                    <a:pt x="826623" y="540099"/>
                    <a:pt x="811474" y="545634"/>
                  </a:cubicBezTo>
                  <a:cubicBezTo>
                    <a:pt x="806770" y="547354"/>
                    <a:pt x="801929" y="548700"/>
                    <a:pt x="797052" y="550248"/>
                  </a:cubicBezTo>
                  <a:lnTo>
                    <a:pt x="796887" y="597323"/>
                  </a:lnTo>
                  <a:lnTo>
                    <a:pt x="749626" y="597323"/>
                  </a:lnTo>
                  <a:lnTo>
                    <a:pt x="749633" y="568081"/>
                  </a:lnTo>
                  <a:cubicBezTo>
                    <a:pt x="744235" y="569964"/>
                    <a:pt x="739668" y="571540"/>
                    <a:pt x="735113" y="573150"/>
                  </a:cubicBezTo>
                  <a:cubicBezTo>
                    <a:pt x="717022" y="579546"/>
                    <a:pt x="698901" y="585864"/>
                    <a:pt x="680857" y="592390"/>
                  </a:cubicBezTo>
                  <a:cubicBezTo>
                    <a:pt x="667684" y="597152"/>
                    <a:pt x="654640" y="602268"/>
                    <a:pt x="641491" y="607095"/>
                  </a:cubicBezTo>
                  <a:cubicBezTo>
                    <a:pt x="626850" y="612469"/>
                    <a:pt x="612151" y="617688"/>
                    <a:pt x="597483" y="622988"/>
                  </a:cubicBezTo>
                  <a:cubicBezTo>
                    <a:pt x="582785" y="628299"/>
                    <a:pt x="568122" y="633711"/>
                    <a:pt x="553358" y="638828"/>
                  </a:cubicBezTo>
                  <a:cubicBezTo>
                    <a:pt x="551779" y="639374"/>
                    <a:pt x="548872" y="638917"/>
                    <a:pt x="547846" y="637783"/>
                  </a:cubicBezTo>
                  <a:cubicBezTo>
                    <a:pt x="540303" y="629440"/>
                    <a:pt x="533080" y="620808"/>
                    <a:pt x="525762" y="612262"/>
                  </a:cubicBezTo>
                  <a:cubicBezTo>
                    <a:pt x="520678" y="606326"/>
                    <a:pt x="515603" y="600381"/>
                    <a:pt x="509947" y="593764"/>
                  </a:cubicBezTo>
                  <a:cubicBezTo>
                    <a:pt x="509947" y="645404"/>
                    <a:pt x="509947" y="695851"/>
                    <a:pt x="509947" y="746391"/>
                  </a:cubicBezTo>
                  <a:cubicBezTo>
                    <a:pt x="517670" y="743589"/>
                    <a:pt x="525153" y="740955"/>
                    <a:pt x="532576" y="738162"/>
                  </a:cubicBezTo>
                  <a:cubicBezTo>
                    <a:pt x="543722" y="733969"/>
                    <a:pt x="554762" y="729494"/>
                    <a:pt x="565960" y="725450"/>
                  </a:cubicBezTo>
                  <a:cubicBezTo>
                    <a:pt x="581717" y="719759"/>
                    <a:pt x="597613" y="714455"/>
                    <a:pt x="613381" y="708793"/>
                  </a:cubicBezTo>
                  <a:cubicBezTo>
                    <a:pt x="625326" y="704504"/>
                    <a:pt x="637131" y="699823"/>
                    <a:pt x="649059" y="695484"/>
                  </a:cubicBezTo>
                  <a:lnTo>
                    <a:pt x="695639" y="678817"/>
                  </a:lnTo>
                  <a:lnTo>
                    <a:pt x="695639" y="730120"/>
                  </a:lnTo>
                  <a:lnTo>
                    <a:pt x="686840" y="733389"/>
                  </a:lnTo>
                  <a:cubicBezTo>
                    <a:pt x="668972" y="739878"/>
                    <a:pt x="651010" y="746108"/>
                    <a:pt x="633156" y="752636"/>
                  </a:cubicBezTo>
                  <a:cubicBezTo>
                    <a:pt x="616502" y="758727"/>
                    <a:pt x="599970" y="765155"/>
                    <a:pt x="583321" y="771266"/>
                  </a:cubicBezTo>
                  <a:cubicBezTo>
                    <a:pt x="562701" y="778837"/>
                    <a:pt x="542038" y="786293"/>
                    <a:pt x="521351" y="793684"/>
                  </a:cubicBezTo>
                  <a:cubicBezTo>
                    <a:pt x="510348" y="797615"/>
                    <a:pt x="499274" y="801356"/>
                    <a:pt x="488184" y="805037"/>
                  </a:cubicBezTo>
                  <a:cubicBezTo>
                    <a:pt x="486636" y="805552"/>
                    <a:pt x="484631" y="805742"/>
                    <a:pt x="483143" y="805217"/>
                  </a:cubicBezTo>
                  <a:cubicBezTo>
                    <a:pt x="466898" y="799491"/>
                    <a:pt x="450693" y="793645"/>
                    <a:pt x="434517" y="787721"/>
                  </a:cubicBezTo>
                  <a:cubicBezTo>
                    <a:pt x="420452" y="782571"/>
                    <a:pt x="406476" y="777176"/>
                    <a:pt x="392393" y="772078"/>
                  </a:cubicBezTo>
                  <a:cubicBezTo>
                    <a:pt x="378629" y="767095"/>
                    <a:pt x="364756" y="762413"/>
                    <a:pt x="350972" y="757481"/>
                  </a:cubicBezTo>
                  <a:cubicBezTo>
                    <a:pt x="337178" y="752547"/>
                    <a:pt x="323428" y="747487"/>
                    <a:pt x="309673" y="742444"/>
                  </a:cubicBezTo>
                  <a:cubicBezTo>
                    <a:pt x="296837" y="737739"/>
                    <a:pt x="284057" y="732880"/>
                    <a:pt x="271186" y="728273"/>
                  </a:cubicBezTo>
                  <a:cubicBezTo>
                    <a:pt x="248546" y="720169"/>
                    <a:pt x="225835" y="712265"/>
                    <a:pt x="203198" y="704154"/>
                  </a:cubicBezTo>
                  <a:cubicBezTo>
                    <a:pt x="194610" y="701077"/>
                    <a:pt x="186184" y="697545"/>
                    <a:pt x="177601" y="694453"/>
                  </a:cubicBezTo>
                  <a:cubicBezTo>
                    <a:pt x="174580" y="693363"/>
                    <a:pt x="173876" y="691653"/>
                    <a:pt x="173883" y="688587"/>
                  </a:cubicBezTo>
                  <a:cubicBezTo>
                    <a:pt x="173989" y="644065"/>
                    <a:pt x="173956" y="599541"/>
                    <a:pt x="173957" y="555018"/>
                  </a:cubicBezTo>
                  <a:cubicBezTo>
                    <a:pt x="173957" y="553518"/>
                    <a:pt x="173957" y="552017"/>
                    <a:pt x="173957" y="550694"/>
                  </a:cubicBezTo>
                  <a:cubicBezTo>
                    <a:pt x="157265" y="544464"/>
                    <a:pt x="140868" y="538253"/>
                    <a:pt x="124403" y="532228"/>
                  </a:cubicBezTo>
                  <a:cubicBezTo>
                    <a:pt x="113542" y="528253"/>
                    <a:pt x="102582" y="524545"/>
                    <a:pt x="91666" y="520715"/>
                  </a:cubicBezTo>
                  <a:cubicBezTo>
                    <a:pt x="86392" y="518864"/>
                    <a:pt x="86199" y="517854"/>
                    <a:pt x="89637" y="513750"/>
                  </a:cubicBezTo>
                  <a:cubicBezTo>
                    <a:pt x="101187" y="499961"/>
                    <a:pt x="112578" y="486042"/>
                    <a:pt x="124145" y="472270"/>
                  </a:cubicBezTo>
                  <a:cubicBezTo>
                    <a:pt x="132222" y="462656"/>
                    <a:pt x="140554" y="453256"/>
                    <a:pt x="148653" y="443661"/>
                  </a:cubicBezTo>
                  <a:cubicBezTo>
                    <a:pt x="158962" y="431448"/>
                    <a:pt x="169110" y="419099"/>
                    <a:pt x="179434" y="406901"/>
                  </a:cubicBezTo>
                  <a:cubicBezTo>
                    <a:pt x="180896" y="405174"/>
                    <a:pt x="182744" y="403390"/>
                    <a:pt x="184788" y="402602"/>
                  </a:cubicBezTo>
                  <a:cubicBezTo>
                    <a:pt x="198121" y="397462"/>
                    <a:pt x="211557" y="392593"/>
                    <a:pt x="224957" y="387627"/>
                  </a:cubicBezTo>
                  <a:cubicBezTo>
                    <a:pt x="236099" y="383495"/>
                    <a:pt x="247223" y="379318"/>
                    <a:pt x="258378" y="375224"/>
                  </a:cubicBezTo>
                  <a:close/>
                  <a:moveTo>
                    <a:pt x="485586" y="44626"/>
                  </a:moveTo>
                  <a:cubicBezTo>
                    <a:pt x="242050" y="44626"/>
                    <a:pt x="44625" y="242051"/>
                    <a:pt x="44625" y="485587"/>
                  </a:cubicBezTo>
                  <a:cubicBezTo>
                    <a:pt x="44625" y="576913"/>
                    <a:pt x="72388" y="661755"/>
                    <a:pt x="119934" y="732133"/>
                  </a:cubicBezTo>
                  <a:lnTo>
                    <a:pt x="160635" y="781462"/>
                  </a:lnTo>
                  <a:lnTo>
                    <a:pt x="172783" y="781462"/>
                  </a:lnTo>
                  <a:lnTo>
                    <a:pt x="271279" y="781462"/>
                  </a:lnTo>
                  <a:lnTo>
                    <a:pt x="271279" y="825696"/>
                  </a:lnTo>
                  <a:lnTo>
                    <a:pt x="208082" y="825696"/>
                  </a:lnTo>
                  <a:lnTo>
                    <a:pt x="239040" y="851239"/>
                  </a:lnTo>
                  <a:cubicBezTo>
                    <a:pt x="309418" y="898785"/>
                    <a:pt x="394260" y="926548"/>
                    <a:pt x="485586" y="926548"/>
                  </a:cubicBezTo>
                  <a:cubicBezTo>
                    <a:pt x="729122" y="926548"/>
                    <a:pt x="926547" y="729123"/>
                    <a:pt x="926547" y="485587"/>
                  </a:cubicBezTo>
                  <a:cubicBezTo>
                    <a:pt x="926547" y="394261"/>
                    <a:pt x="898784" y="309419"/>
                    <a:pt x="851238" y="239042"/>
                  </a:cubicBezTo>
                  <a:lnTo>
                    <a:pt x="820680" y="202005"/>
                  </a:lnTo>
                  <a:lnTo>
                    <a:pt x="810362" y="202005"/>
                  </a:lnTo>
                  <a:lnTo>
                    <a:pt x="711866" y="202005"/>
                  </a:lnTo>
                  <a:lnTo>
                    <a:pt x="711866" y="157771"/>
                  </a:lnTo>
                  <a:lnTo>
                    <a:pt x="777989" y="157771"/>
                  </a:lnTo>
                  <a:lnTo>
                    <a:pt x="732131" y="119935"/>
                  </a:lnTo>
                  <a:cubicBezTo>
                    <a:pt x="661754" y="72389"/>
                    <a:pt x="576912" y="44626"/>
                    <a:pt x="485586" y="44626"/>
                  </a:cubicBezTo>
                  <a:close/>
                  <a:moveTo>
                    <a:pt x="485586" y="0"/>
                  </a:moveTo>
                  <a:cubicBezTo>
                    <a:pt x="586154" y="0"/>
                    <a:pt x="679582" y="30572"/>
                    <a:pt x="757082" y="82931"/>
                  </a:cubicBezTo>
                  <a:lnTo>
                    <a:pt x="810362" y="126891"/>
                  </a:lnTo>
                  <a:lnTo>
                    <a:pt x="810362" y="58792"/>
                  </a:lnTo>
                  <a:lnTo>
                    <a:pt x="854596" y="58792"/>
                  </a:lnTo>
                  <a:lnTo>
                    <a:pt x="854596" y="157771"/>
                  </a:lnTo>
                  <a:lnTo>
                    <a:pt x="854596" y="173312"/>
                  </a:lnTo>
                  <a:lnTo>
                    <a:pt x="888242" y="214091"/>
                  </a:lnTo>
                  <a:cubicBezTo>
                    <a:pt x="940600" y="291591"/>
                    <a:pt x="971172" y="385019"/>
                    <a:pt x="971172" y="485587"/>
                  </a:cubicBezTo>
                  <a:cubicBezTo>
                    <a:pt x="971172" y="753769"/>
                    <a:pt x="753768" y="971174"/>
                    <a:pt x="485586" y="971174"/>
                  </a:cubicBezTo>
                  <a:cubicBezTo>
                    <a:pt x="385018" y="971174"/>
                    <a:pt x="291590" y="940602"/>
                    <a:pt x="214090" y="888243"/>
                  </a:cubicBezTo>
                  <a:lnTo>
                    <a:pt x="172783" y="854162"/>
                  </a:lnTo>
                  <a:lnTo>
                    <a:pt x="172783" y="924675"/>
                  </a:lnTo>
                  <a:lnTo>
                    <a:pt x="128549" y="924675"/>
                  </a:lnTo>
                  <a:lnTo>
                    <a:pt x="128549" y="825696"/>
                  </a:lnTo>
                  <a:lnTo>
                    <a:pt x="128549" y="812374"/>
                  </a:lnTo>
                  <a:lnTo>
                    <a:pt x="82930" y="757083"/>
                  </a:lnTo>
                  <a:cubicBezTo>
                    <a:pt x="30572" y="679583"/>
                    <a:pt x="0" y="586155"/>
                    <a:pt x="0" y="485587"/>
                  </a:cubicBezTo>
                  <a:cubicBezTo>
                    <a:pt x="0" y="217405"/>
                    <a:pt x="217404" y="0"/>
                    <a:pt x="4855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74" name="Freeform: Shape 2473">
              <a:extLst>
                <a:ext uri="{FF2B5EF4-FFF2-40B4-BE49-F238E27FC236}">
                  <a16:creationId xmlns:a16="http://schemas.microsoft.com/office/drawing/2014/main" id="{B9BA07E1-8D02-B08C-716E-596C8678367F}"/>
                </a:ext>
                <a:ext uri="{C183D7F6-B498-43B3-948B-1728B52AA6E4}">
                  <adec:decorative xmlns:adec="http://schemas.microsoft.com/office/drawing/2017/decorative" val="1"/>
                </a:ext>
              </a:extLst>
            </p:cNvPr>
            <p:cNvSpPr/>
            <p:nvPr/>
          </p:nvSpPr>
          <p:spPr>
            <a:xfrm>
              <a:off x="9290314" y="4405851"/>
              <a:ext cx="237924" cy="270607"/>
            </a:xfrm>
            <a:custGeom>
              <a:avLst/>
              <a:gdLst>
                <a:gd name="connsiteX0" fmla="*/ 438579 w 505392"/>
                <a:gd name="connsiteY0" fmla="*/ 508004 h 574818"/>
                <a:gd name="connsiteX1" fmla="*/ 505392 w 505392"/>
                <a:gd name="connsiteY1" fmla="*/ 508004 h 574818"/>
                <a:gd name="connsiteX2" fmla="*/ 505392 w 505392"/>
                <a:gd name="connsiteY2" fmla="*/ 574818 h 574818"/>
                <a:gd name="connsiteX3" fmla="*/ 438579 w 505392"/>
                <a:gd name="connsiteY3" fmla="*/ 574818 h 574818"/>
                <a:gd name="connsiteX4" fmla="*/ 294265 w 505392"/>
                <a:gd name="connsiteY4" fmla="*/ 150722 h 574818"/>
                <a:gd name="connsiteX5" fmla="*/ 276060 w 505392"/>
                <a:gd name="connsiteY5" fmla="*/ 156790 h 574818"/>
                <a:gd name="connsiteX6" fmla="*/ 269223 w 505392"/>
                <a:gd name="connsiteY6" fmla="*/ 172998 h 574818"/>
                <a:gd name="connsiteX7" fmla="*/ 287198 w 505392"/>
                <a:gd name="connsiteY7" fmla="*/ 172998 h 574818"/>
                <a:gd name="connsiteX8" fmla="*/ 288888 w 505392"/>
                <a:gd name="connsiteY8" fmla="*/ 168235 h 574818"/>
                <a:gd name="connsiteX9" fmla="*/ 293189 w 505392"/>
                <a:gd name="connsiteY9" fmla="*/ 166699 h 574818"/>
                <a:gd name="connsiteX10" fmla="*/ 296185 w 505392"/>
                <a:gd name="connsiteY10" fmla="*/ 167621 h 574818"/>
                <a:gd name="connsiteX11" fmla="*/ 297337 w 505392"/>
                <a:gd name="connsiteY11" fmla="*/ 169925 h 574818"/>
                <a:gd name="connsiteX12" fmla="*/ 294879 w 505392"/>
                <a:gd name="connsiteY12" fmla="*/ 173997 h 574818"/>
                <a:gd name="connsiteX13" fmla="*/ 284125 w 505392"/>
                <a:gd name="connsiteY13" fmla="*/ 182062 h 574818"/>
                <a:gd name="connsiteX14" fmla="*/ 269377 w 505392"/>
                <a:gd name="connsiteY14" fmla="*/ 192663 h 574818"/>
                <a:gd name="connsiteX15" fmla="*/ 269377 w 505392"/>
                <a:gd name="connsiteY15" fmla="*/ 206643 h 574818"/>
                <a:gd name="connsiteX16" fmla="*/ 316848 w 505392"/>
                <a:gd name="connsiteY16" fmla="*/ 206643 h 574818"/>
                <a:gd name="connsiteX17" fmla="*/ 316848 w 505392"/>
                <a:gd name="connsiteY17" fmla="*/ 191126 h 574818"/>
                <a:gd name="connsiteX18" fmla="*/ 295647 w 505392"/>
                <a:gd name="connsiteY18" fmla="*/ 191587 h 574818"/>
                <a:gd name="connsiteX19" fmla="*/ 299488 w 505392"/>
                <a:gd name="connsiteY19" fmla="*/ 188976 h 574818"/>
                <a:gd name="connsiteX20" fmla="*/ 311625 w 505392"/>
                <a:gd name="connsiteY20" fmla="*/ 178452 h 574818"/>
                <a:gd name="connsiteX21" fmla="*/ 315619 w 505392"/>
                <a:gd name="connsiteY21" fmla="*/ 168696 h 574818"/>
                <a:gd name="connsiteX22" fmla="*/ 310089 w 505392"/>
                <a:gd name="connsiteY22" fmla="*/ 155484 h 574818"/>
                <a:gd name="connsiteX23" fmla="*/ 294265 w 505392"/>
                <a:gd name="connsiteY23" fmla="*/ 150722 h 574818"/>
                <a:gd name="connsiteX24" fmla="*/ 200595 w 505392"/>
                <a:gd name="connsiteY24" fmla="*/ 110396 h 574818"/>
                <a:gd name="connsiteX25" fmla="*/ 220951 w 505392"/>
                <a:gd name="connsiteY25" fmla="*/ 119384 h 574818"/>
                <a:gd name="connsiteX26" fmla="*/ 229017 w 505392"/>
                <a:gd name="connsiteY26" fmla="*/ 142044 h 574818"/>
                <a:gd name="connsiteX27" fmla="*/ 221105 w 505392"/>
                <a:gd name="connsiteY27" fmla="*/ 164551 h 574818"/>
                <a:gd name="connsiteX28" fmla="*/ 200903 w 505392"/>
                <a:gd name="connsiteY28" fmla="*/ 173385 h 574818"/>
                <a:gd name="connsiteX29" fmla="*/ 180547 w 505392"/>
                <a:gd name="connsiteY29" fmla="*/ 164397 h 574818"/>
                <a:gd name="connsiteX30" fmla="*/ 172481 w 505392"/>
                <a:gd name="connsiteY30" fmla="*/ 141737 h 574818"/>
                <a:gd name="connsiteX31" fmla="*/ 180393 w 505392"/>
                <a:gd name="connsiteY31" fmla="*/ 119230 h 574818"/>
                <a:gd name="connsiteX32" fmla="*/ 200595 w 505392"/>
                <a:gd name="connsiteY32" fmla="*/ 110396 h 574818"/>
                <a:gd name="connsiteX33" fmla="*/ 200903 w 505392"/>
                <a:gd name="connsiteY33" fmla="*/ 85662 h 574818"/>
                <a:gd name="connsiteX34" fmla="*/ 159653 w 505392"/>
                <a:gd name="connsiteY34" fmla="*/ 101716 h 574818"/>
                <a:gd name="connsiteX35" fmla="*/ 143291 w 505392"/>
                <a:gd name="connsiteY35" fmla="*/ 142044 h 574818"/>
                <a:gd name="connsiteX36" fmla="*/ 159499 w 505392"/>
                <a:gd name="connsiteY36" fmla="*/ 182141 h 574818"/>
                <a:gd name="connsiteX37" fmla="*/ 200595 w 505392"/>
                <a:gd name="connsiteY37" fmla="*/ 198119 h 574818"/>
                <a:gd name="connsiteX38" fmla="*/ 241845 w 505392"/>
                <a:gd name="connsiteY38" fmla="*/ 182065 h 574818"/>
                <a:gd name="connsiteX39" fmla="*/ 258206 w 505392"/>
                <a:gd name="connsiteY39" fmla="*/ 141737 h 574818"/>
                <a:gd name="connsiteX40" fmla="*/ 241998 w 505392"/>
                <a:gd name="connsiteY40" fmla="*/ 101639 h 574818"/>
                <a:gd name="connsiteX41" fmla="*/ 200903 w 505392"/>
                <a:gd name="connsiteY41" fmla="*/ 85662 h 574818"/>
                <a:gd name="connsiteX42" fmla="*/ 90367 w 505392"/>
                <a:gd name="connsiteY42" fmla="*/ 85662 h 574818"/>
                <a:gd name="connsiteX43" fmla="*/ 48503 w 505392"/>
                <a:gd name="connsiteY43" fmla="*/ 101793 h 574818"/>
                <a:gd name="connsiteX44" fmla="*/ 31834 w 505392"/>
                <a:gd name="connsiteY44" fmla="*/ 142044 h 574818"/>
                <a:gd name="connsiteX45" fmla="*/ 47812 w 505392"/>
                <a:gd name="connsiteY45" fmla="*/ 182372 h 574818"/>
                <a:gd name="connsiteX46" fmla="*/ 89138 w 505392"/>
                <a:gd name="connsiteY46" fmla="*/ 198119 h 574818"/>
                <a:gd name="connsiteX47" fmla="*/ 117790 w 505392"/>
                <a:gd name="connsiteY47" fmla="*/ 190515 h 574818"/>
                <a:gd name="connsiteX48" fmla="*/ 137378 w 505392"/>
                <a:gd name="connsiteY48" fmla="*/ 170312 h 574818"/>
                <a:gd name="connsiteX49" fmla="*/ 116331 w 505392"/>
                <a:gd name="connsiteY49" fmla="*/ 157100 h 574818"/>
                <a:gd name="connsiteX50" fmla="*/ 104732 w 505392"/>
                <a:gd name="connsiteY50" fmla="*/ 169160 h 574818"/>
                <a:gd name="connsiteX51" fmla="*/ 89907 w 505392"/>
                <a:gd name="connsiteY51" fmla="*/ 173385 h 574818"/>
                <a:gd name="connsiteX52" fmla="*/ 69243 w 505392"/>
                <a:gd name="connsiteY52" fmla="*/ 164320 h 574818"/>
                <a:gd name="connsiteX53" fmla="*/ 61024 w 505392"/>
                <a:gd name="connsiteY53" fmla="*/ 141737 h 574818"/>
                <a:gd name="connsiteX54" fmla="*/ 69013 w 505392"/>
                <a:gd name="connsiteY54" fmla="*/ 119153 h 574818"/>
                <a:gd name="connsiteX55" fmla="*/ 89907 w 505392"/>
                <a:gd name="connsiteY55" fmla="*/ 110396 h 574818"/>
                <a:gd name="connsiteX56" fmla="*/ 104194 w 505392"/>
                <a:gd name="connsiteY56" fmla="*/ 114237 h 574818"/>
                <a:gd name="connsiteX57" fmla="*/ 115256 w 505392"/>
                <a:gd name="connsiteY57" fmla="*/ 126835 h 574818"/>
                <a:gd name="connsiteX58" fmla="*/ 137378 w 505392"/>
                <a:gd name="connsiteY58" fmla="*/ 113008 h 574818"/>
                <a:gd name="connsiteX59" fmla="*/ 118482 w 505392"/>
                <a:gd name="connsiteY59" fmla="*/ 92575 h 574818"/>
                <a:gd name="connsiteX60" fmla="*/ 90367 w 505392"/>
                <a:gd name="connsiteY60" fmla="*/ 85662 h 574818"/>
                <a:gd name="connsiteX61" fmla="*/ 193844 w 505392"/>
                <a:gd name="connsiteY61" fmla="*/ 0 h 574818"/>
                <a:gd name="connsiteX62" fmla="*/ 288227 w 505392"/>
                <a:gd name="connsiteY62" fmla="*/ 87371 h 574818"/>
                <a:gd name="connsiteX63" fmla="*/ 356737 w 505392"/>
                <a:gd name="connsiteY63" fmla="*/ 164667 h 574818"/>
                <a:gd name="connsiteX64" fmla="*/ 278635 w 505392"/>
                <a:gd name="connsiteY64" fmla="*/ 242527 h 574818"/>
                <a:gd name="connsiteX65" fmla="*/ 97688 w 505392"/>
                <a:gd name="connsiteY65" fmla="*/ 242527 h 574818"/>
                <a:gd name="connsiteX66" fmla="*/ 0 w 505392"/>
                <a:gd name="connsiteY66" fmla="*/ 145081 h 574818"/>
                <a:gd name="connsiteX67" fmla="*/ 97688 w 505392"/>
                <a:gd name="connsiteY67" fmla="*/ 47555 h 574818"/>
                <a:gd name="connsiteX68" fmla="*/ 111148 w 505392"/>
                <a:gd name="connsiteY68" fmla="*/ 48441 h 574818"/>
                <a:gd name="connsiteX69" fmla="*/ 193844 w 505392"/>
                <a:gd name="connsiteY69" fmla="*/ 0 h 57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05392" h="574818">
                  <a:moveTo>
                    <a:pt x="438579" y="508004"/>
                  </a:moveTo>
                  <a:lnTo>
                    <a:pt x="505392" y="508004"/>
                  </a:lnTo>
                  <a:lnTo>
                    <a:pt x="505392" y="574818"/>
                  </a:lnTo>
                  <a:lnTo>
                    <a:pt x="438579" y="574818"/>
                  </a:lnTo>
                  <a:close/>
                  <a:moveTo>
                    <a:pt x="294265" y="150722"/>
                  </a:moveTo>
                  <a:cubicBezTo>
                    <a:pt x="286583" y="150722"/>
                    <a:pt x="280515" y="152744"/>
                    <a:pt x="276060" y="156790"/>
                  </a:cubicBezTo>
                  <a:cubicBezTo>
                    <a:pt x="271604" y="160836"/>
                    <a:pt x="269326" y="166238"/>
                    <a:pt x="269223" y="172998"/>
                  </a:cubicBezTo>
                  <a:lnTo>
                    <a:pt x="287198" y="172998"/>
                  </a:lnTo>
                  <a:cubicBezTo>
                    <a:pt x="287300" y="170847"/>
                    <a:pt x="287864" y="169260"/>
                    <a:pt x="288888" y="168235"/>
                  </a:cubicBezTo>
                  <a:cubicBezTo>
                    <a:pt x="289912" y="167211"/>
                    <a:pt x="291346" y="166699"/>
                    <a:pt x="293189" y="166699"/>
                  </a:cubicBezTo>
                  <a:cubicBezTo>
                    <a:pt x="294418" y="166699"/>
                    <a:pt x="295417" y="167006"/>
                    <a:pt x="296185" y="167621"/>
                  </a:cubicBezTo>
                  <a:cubicBezTo>
                    <a:pt x="296953" y="168235"/>
                    <a:pt x="297337" y="169004"/>
                    <a:pt x="297337" y="169925"/>
                  </a:cubicBezTo>
                  <a:cubicBezTo>
                    <a:pt x="297337" y="171154"/>
                    <a:pt x="296518" y="172512"/>
                    <a:pt x="294879" y="173997"/>
                  </a:cubicBezTo>
                  <a:cubicBezTo>
                    <a:pt x="293241" y="175482"/>
                    <a:pt x="289656" y="178170"/>
                    <a:pt x="284125" y="182062"/>
                  </a:cubicBezTo>
                  <a:lnTo>
                    <a:pt x="269377" y="192663"/>
                  </a:lnTo>
                  <a:lnTo>
                    <a:pt x="269377" y="206643"/>
                  </a:lnTo>
                  <a:lnTo>
                    <a:pt x="316848" y="206643"/>
                  </a:lnTo>
                  <a:lnTo>
                    <a:pt x="316848" y="191126"/>
                  </a:lnTo>
                  <a:lnTo>
                    <a:pt x="295647" y="191587"/>
                  </a:lnTo>
                  <a:lnTo>
                    <a:pt x="299488" y="188976"/>
                  </a:lnTo>
                  <a:cubicBezTo>
                    <a:pt x="304916" y="185288"/>
                    <a:pt x="308962" y="181781"/>
                    <a:pt x="311625" y="178452"/>
                  </a:cubicBezTo>
                  <a:cubicBezTo>
                    <a:pt x="314288" y="175123"/>
                    <a:pt x="315619" y="171871"/>
                    <a:pt x="315619" y="168696"/>
                  </a:cubicBezTo>
                  <a:cubicBezTo>
                    <a:pt x="315619" y="163063"/>
                    <a:pt x="313776" y="158659"/>
                    <a:pt x="310089" y="155484"/>
                  </a:cubicBezTo>
                  <a:cubicBezTo>
                    <a:pt x="306402" y="152309"/>
                    <a:pt x="301127" y="150722"/>
                    <a:pt x="294265" y="150722"/>
                  </a:cubicBezTo>
                  <a:close/>
                  <a:moveTo>
                    <a:pt x="200595" y="110396"/>
                  </a:moveTo>
                  <a:cubicBezTo>
                    <a:pt x="208789" y="110396"/>
                    <a:pt x="215574" y="113392"/>
                    <a:pt x="220951" y="119384"/>
                  </a:cubicBezTo>
                  <a:cubicBezTo>
                    <a:pt x="226328" y="125375"/>
                    <a:pt x="229017" y="132929"/>
                    <a:pt x="229017" y="142044"/>
                  </a:cubicBezTo>
                  <a:cubicBezTo>
                    <a:pt x="229017" y="151160"/>
                    <a:pt x="226380" y="158662"/>
                    <a:pt x="221105" y="164551"/>
                  </a:cubicBezTo>
                  <a:cubicBezTo>
                    <a:pt x="215830" y="170440"/>
                    <a:pt x="209096" y="173385"/>
                    <a:pt x="200903" y="173385"/>
                  </a:cubicBezTo>
                  <a:cubicBezTo>
                    <a:pt x="192709" y="173385"/>
                    <a:pt x="185924" y="170389"/>
                    <a:pt x="180547" y="164397"/>
                  </a:cubicBezTo>
                  <a:cubicBezTo>
                    <a:pt x="175170" y="158406"/>
                    <a:pt x="172481" y="150852"/>
                    <a:pt x="172481" y="141737"/>
                  </a:cubicBezTo>
                  <a:cubicBezTo>
                    <a:pt x="172481" y="132621"/>
                    <a:pt x="175118" y="125119"/>
                    <a:pt x="180393" y="119230"/>
                  </a:cubicBezTo>
                  <a:cubicBezTo>
                    <a:pt x="185668" y="113341"/>
                    <a:pt x="192402" y="110396"/>
                    <a:pt x="200595" y="110396"/>
                  </a:cubicBezTo>
                  <a:close/>
                  <a:moveTo>
                    <a:pt x="200903" y="85662"/>
                  </a:moveTo>
                  <a:cubicBezTo>
                    <a:pt x="184311" y="85662"/>
                    <a:pt x="170561" y="91013"/>
                    <a:pt x="159653" y="101716"/>
                  </a:cubicBezTo>
                  <a:cubicBezTo>
                    <a:pt x="148745" y="112419"/>
                    <a:pt x="143291" y="125862"/>
                    <a:pt x="143291" y="142044"/>
                  </a:cubicBezTo>
                  <a:cubicBezTo>
                    <a:pt x="143291" y="158124"/>
                    <a:pt x="148694" y="171490"/>
                    <a:pt x="159499" y="182141"/>
                  </a:cubicBezTo>
                  <a:cubicBezTo>
                    <a:pt x="170305" y="192793"/>
                    <a:pt x="184003" y="198119"/>
                    <a:pt x="200595" y="198119"/>
                  </a:cubicBezTo>
                  <a:cubicBezTo>
                    <a:pt x="217187" y="198119"/>
                    <a:pt x="230937" y="192768"/>
                    <a:pt x="241845" y="182065"/>
                  </a:cubicBezTo>
                  <a:cubicBezTo>
                    <a:pt x="252753" y="171362"/>
                    <a:pt x="258206" y="157919"/>
                    <a:pt x="258206" y="141737"/>
                  </a:cubicBezTo>
                  <a:cubicBezTo>
                    <a:pt x="258206" y="125657"/>
                    <a:pt x="252804" y="112291"/>
                    <a:pt x="241998" y="101639"/>
                  </a:cubicBezTo>
                  <a:cubicBezTo>
                    <a:pt x="231193" y="90988"/>
                    <a:pt x="217495" y="85662"/>
                    <a:pt x="200903" y="85662"/>
                  </a:cubicBezTo>
                  <a:close/>
                  <a:moveTo>
                    <a:pt x="90367" y="85662"/>
                  </a:moveTo>
                  <a:cubicBezTo>
                    <a:pt x="73571" y="85662"/>
                    <a:pt x="59616" y="91039"/>
                    <a:pt x="48503" y="101793"/>
                  </a:cubicBezTo>
                  <a:cubicBezTo>
                    <a:pt x="37391" y="112547"/>
                    <a:pt x="31834" y="125964"/>
                    <a:pt x="31834" y="142044"/>
                  </a:cubicBezTo>
                  <a:cubicBezTo>
                    <a:pt x="31834" y="158431"/>
                    <a:pt x="37160" y="171874"/>
                    <a:pt x="47812" y="182372"/>
                  </a:cubicBezTo>
                  <a:cubicBezTo>
                    <a:pt x="58464" y="192870"/>
                    <a:pt x="72239" y="198119"/>
                    <a:pt x="89138" y="198119"/>
                  </a:cubicBezTo>
                  <a:cubicBezTo>
                    <a:pt x="99585" y="198119"/>
                    <a:pt x="109136" y="195584"/>
                    <a:pt x="117790" y="190515"/>
                  </a:cubicBezTo>
                  <a:cubicBezTo>
                    <a:pt x="126445" y="185445"/>
                    <a:pt x="132974" y="178711"/>
                    <a:pt x="137378" y="170312"/>
                  </a:cubicBezTo>
                  <a:lnTo>
                    <a:pt x="116331" y="157100"/>
                  </a:lnTo>
                  <a:cubicBezTo>
                    <a:pt x="113156" y="162323"/>
                    <a:pt x="109290" y="166343"/>
                    <a:pt x="104732" y="169160"/>
                  </a:cubicBezTo>
                  <a:cubicBezTo>
                    <a:pt x="100174" y="171976"/>
                    <a:pt x="95232" y="173385"/>
                    <a:pt x="89907" y="173385"/>
                  </a:cubicBezTo>
                  <a:cubicBezTo>
                    <a:pt x="81610" y="173385"/>
                    <a:pt x="74723" y="170363"/>
                    <a:pt x="69243" y="164320"/>
                  </a:cubicBezTo>
                  <a:cubicBezTo>
                    <a:pt x="63764" y="158278"/>
                    <a:pt x="61024" y="150750"/>
                    <a:pt x="61024" y="141737"/>
                  </a:cubicBezTo>
                  <a:cubicBezTo>
                    <a:pt x="61024" y="132519"/>
                    <a:pt x="63687" y="124991"/>
                    <a:pt x="69013" y="119153"/>
                  </a:cubicBezTo>
                  <a:cubicBezTo>
                    <a:pt x="74339" y="113315"/>
                    <a:pt x="81303" y="110396"/>
                    <a:pt x="89907" y="110396"/>
                  </a:cubicBezTo>
                  <a:cubicBezTo>
                    <a:pt x="95540" y="110396"/>
                    <a:pt x="100302" y="111676"/>
                    <a:pt x="104194" y="114237"/>
                  </a:cubicBezTo>
                  <a:cubicBezTo>
                    <a:pt x="108086" y="116797"/>
                    <a:pt x="111773" y="120997"/>
                    <a:pt x="115256" y="126835"/>
                  </a:cubicBezTo>
                  <a:lnTo>
                    <a:pt x="137378" y="113008"/>
                  </a:lnTo>
                  <a:cubicBezTo>
                    <a:pt x="132769" y="103995"/>
                    <a:pt x="126470" y="97184"/>
                    <a:pt x="118482" y="92575"/>
                  </a:cubicBezTo>
                  <a:cubicBezTo>
                    <a:pt x="110493" y="87966"/>
                    <a:pt x="101122" y="85662"/>
                    <a:pt x="90367" y="85662"/>
                  </a:cubicBezTo>
                  <a:close/>
                  <a:moveTo>
                    <a:pt x="193844" y="0"/>
                  </a:moveTo>
                  <a:cubicBezTo>
                    <a:pt x="243655" y="0"/>
                    <a:pt x="284519" y="38608"/>
                    <a:pt x="288227" y="87371"/>
                  </a:cubicBezTo>
                  <a:cubicBezTo>
                    <a:pt x="326754" y="92046"/>
                    <a:pt x="356737" y="124931"/>
                    <a:pt x="356737" y="164667"/>
                  </a:cubicBezTo>
                  <a:cubicBezTo>
                    <a:pt x="356656" y="207627"/>
                    <a:pt x="321676" y="242527"/>
                    <a:pt x="278635" y="242527"/>
                  </a:cubicBezTo>
                  <a:lnTo>
                    <a:pt x="97688" y="242527"/>
                  </a:lnTo>
                  <a:cubicBezTo>
                    <a:pt x="43847" y="242527"/>
                    <a:pt x="0" y="198841"/>
                    <a:pt x="0" y="145081"/>
                  </a:cubicBezTo>
                  <a:cubicBezTo>
                    <a:pt x="0" y="91320"/>
                    <a:pt x="43847" y="47555"/>
                    <a:pt x="97688" y="47555"/>
                  </a:cubicBezTo>
                  <a:cubicBezTo>
                    <a:pt x="102201" y="47555"/>
                    <a:pt x="106715" y="47877"/>
                    <a:pt x="111148" y="48441"/>
                  </a:cubicBezTo>
                  <a:cubicBezTo>
                    <a:pt x="127671" y="18780"/>
                    <a:pt x="159186" y="0"/>
                    <a:pt x="19384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3" name="Group 142">
            <a:extLst>
              <a:ext uri="{FF2B5EF4-FFF2-40B4-BE49-F238E27FC236}">
                <a16:creationId xmlns:a16="http://schemas.microsoft.com/office/drawing/2014/main" id="{6308B1F3-3070-C7AB-762B-98C08C711151}"/>
              </a:ext>
              <a:ext uri="{C183D7F6-B498-43B3-948B-1728B52AA6E4}">
                <adec:decorative xmlns:adec="http://schemas.microsoft.com/office/drawing/2017/decorative" val="1"/>
              </a:ext>
            </a:extLst>
          </p:cNvPr>
          <p:cNvGrpSpPr>
            <a:grpSpLocks noChangeAspect="1"/>
          </p:cNvGrpSpPr>
          <p:nvPr/>
        </p:nvGrpSpPr>
        <p:grpSpPr>
          <a:xfrm>
            <a:off x="9672526" y="4343071"/>
            <a:ext cx="512806" cy="457200"/>
            <a:chOff x="9672526" y="4343071"/>
            <a:chExt cx="512806" cy="457200"/>
          </a:xfrm>
          <a:solidFill>
            <a:srgbClr val="FF0000"/>
          </a:solidFill>
        </p:grpSpPr>
        <p:sp>
          <p:nvSpPr>
            <p:cNvPr id="2479" name="TextBox 2478">
              <a:extLst>
                <a:ext uri="{FF2B5EF4-FFF2-40B4-BE49-F238E27FC236}">
                  <a16:creationId xmlns:a16="http://schemas.microsoft.com/office/drawing/2014/main" id="{E5E76FF7-4061-040E-1C1E-F162194A6CAA}"/>
                </a:ext>
                <a:ext uri="{C183D7F6-B498-43B3-948B-1728B52AA6E4}">
                  <adec:decorative xmlns:adec="http://schemas.microsoft.com/office/drawing/2017/decorative" val="1"/>
                </a:ext>
              </a:extLst>
            </p:cNvPr>
            <p:cNvSpPr txBox="1"/>
            <p:nvPr/>
          </p:nvSpPr>
          <p:spPr>
            <a:xfrm>
              <a:off x="9678705" y="4343071"/>
              <a:ext cx="506627" cy="451022"/>
            </a:xfrm>
            <a:custGeom>
              <a:avLst/>
              <a:gdLst>
                <a:gd name="connsiteX0" fmla="*/ 462419 w 906457"/>
                <a:gd name="connsiteY0" fmla="*/ 515862 h 806969"/>
                <a:gd name="connsiteX1" fmla="*/ 478822 w 906457"/>
                <a:gd name="connsiteY1" fmla="*/ 520799 h 806969"/>
                <a:gd name="connsiteX2" fmla="*/ 484555 w 906457"/>
                <a:gd name="connsiteY2" fmla="*/ 534495 h 806969"/>
                <a:gd name="connsiteX3" fmla="*/ 480415 w 906457"/>
                <a:gd name="connsiteY3" fmla="*/ 544608 h 806969"/>
                <a:gd name="connsiteX4" fmla="*/ 467833 w 906457"/>
                <a:gd name="connsiteY4" fmla="*/ 555517 h 806969"/>
                <a:gd name="connsiteX5" fmla="*/ 463852 w 906457"/>
                <a:gd name="connsiteY5" fmla="*/ 558224 h 806969"/>
                <a:gd name="connsiteX6" fmla="*/ 485829 w 906457"/>
                <a:gd name="connsiteY6" fmla="*/ 557746 h 806969"/>
                <a:gd name="connsiteX7" fmla="*/ 485829 w 906457"/>
                <a:gd name="connsiteY7" fmla="*/ 573831 h 806969"/>
                <a:gd name="connsiteX8" fmla="*/ 436619 w 906457"/>
                <a:gd name="connsiteY8" fmla="*/ 573831 h 806969"/>
                <a:gd name="connsiteX9" fmla="*/ 436619 w 906457"/>
                <a:gd name="connsiteY9" fmla="*/ 559339 h 806969"/>
                <a:gd name="connsiteX10" fmla="*/ 451908 w 906457"/>
                <a:gd name="connsiteY10" fmla="*/ 548350 h 806969"/>
                <a:gd name="connsiteX11" fmla="*/ 463056 w 906457"/>
                <a:gd name="connsiteY11" fmla="*/ 539989 h 806969"/>
                <a:gd name="connsiteX12" fmla="*/ 465604 w 906457"/>
                <a:gd name="connsiteY12" fmla="*/ 535769 h 806969"/>
                <a:gd name="connsiteX13" fmla="*/ 464409 w 906457"/>
                <a:gd name="connsiteY13" fmla="*/ 533380 h 806969"/>
                <a:gd name="connsiteX14" fmla="*/ 461304 w 906457"/>
                <a:gd name="connsiteY14" fmla="*/ 532425 h 806969"/>
                <a:gd name="connsiteX15" fmla="*/ 456845 w 906457"/>
                <a:gd name="connsiteY15" fmla="*/ 534017 h 806969"/>
                <a:gd name="connsiteX16" fmla="*/ 455093 w 906457"/>
                <a:gd name="connsiteY16" fmla="*/ 538954 h 806969"/>
                <a:gd name="connsiteX17" fmla="*/ 436460 w 906457"/>
                <a:gd name="connsiteY17" fmla="*/ 538954 h 806969"/>
                <a:gd name="connsiteX18" fmla="*/ 443547 w 906457"/>
                <a:gd name="connsiteY18" fmla="*/ 522153 h 806969"/>
                <a:gd name="connsiteX19" fmla="*/ 462419 w 906457"/>
                <a:gd name="connsiteY19" fmla="*/ 515862 h 806969"/>
                <a:gd name="connsiteX20" fmla="*/ 370552 w 906457"/>
                <a:gd name="connsiteY20" fmla="*/ 458371 h 806969"/>
                <a:gd name="connsiteX21" fmla="*/ 349610 w 906457"/>
                <a:gd name="connsiteY21" fmla="*/ 467528 h 806969"/>
                <a:gd name="connsiteX22" fmla="*/ 341409 w 906457"/>
                <a:gd name="connsiteY22" fmla="*/ 490859 h 806969"/>
                <a:gd name="connsiteX23" fmla="*/ 349770 w 906457"/>
                <a:gd name="connsiteY23" fmla="*/ 514349 h 806969"/>
                <a:gd name="connsiteX24" fmla="*/ 370871 w 906457"/>
                <a:gd name="connsiteY24" fmla="*/ 523666 h 806969"/>
                <a:gd name="connsiteX25" fmla="*/ 391813 w 906457"/>
                <a:gd name="connsiteY25" fmla="*/ 514509 h 806969"/>
                <a:gd name="connsiteX26" fmla="*/ 400014 w 906457"/>
                <a:gd name="connsiteY26" fmla="*/ 491178 h 806969"/>
                <a:gd name="connsiteX27" fmla="*/ 391654 w 906457"/>
                <a:gd name="connsiteY27" fmla="*/ 467687 h 806969"/>
                <a:gd name="connsiteX28" fmla="*/ 370552 w 906457"/>
                <a:gd name="connsiteY28" fmla="*/ 458371 h 806969"/>
                <a:gd name="connsiteX29" fmla="*/ 370871 w 906457"/>
                <a:gd name="connsiteY29" fmla="*/ 432731 h 806969"/>
                <a:gd name="connsiteX30" fmla="*/ 413471 w 906457"/>
                <a:gd name="connsiteY30" fmla="*/ 449293 h 806969"/>
                <a:gd name="connsiteX31" fmla="*/ 430273 w 906457"/>
                <a:gd name="connsiteY31" fmla="*/ 490859 h 806969"/>
                <a:gd name="connsiteX32" fmla="*/ 413312 w 906457"/>
                <a:gd name="connsiteY32" fmla="*/ 532664 h 806969"/>
                <a:gd name="connsiteX33" fmla="*/ 370552 w 906457"/>
                <a:gd name="connsiteY33" fmla="*/ 549306 h 806969"/>
                <a:gd name="connsiteX34" fmla="*/ 327952 w 906457"/>
                <a:gd name="connsiteY34" fmla="*/ 532744 h 806969"/>
                <a:gd name="connsiteX35" fmla="*/ 311150 w 906457"/>
                <a:gd name="connsiteY35" fmla="*/ 491178 h 806969"/>
                <a:gd name="connsiteX36" fmla="*/ 328111 w 906457"/>
                <a:gd name="connsiteY36" fmla="*/ 449373 h 806969"/>
                <a:gd name="connsiteX37" fmla="*/ 370871 w 906457"/>
                <a:gd name="connsiteY37" fmla="*/ 432731 h 806969"/>
                <a:gd name="connsiteX38" fmla="*/ 256289 w 906457"/>
                <a:gd name="connsiteY38" fmla="*/ 432731 h 806969"/>
                <a:gd name="connsiteX39" fmla="*/ 285432 w 906457"/>
                <a:gd name="connsiteY39" fmla="*/ 439897 h 806969"/>
                <a:gd name="connsiteX40" fmla="*/ 305021 w 906457"/>
                <a:gd name="connsiteY40" fmla="*/ 461078 h 806969"/>
                <a:gd name="connsiteX41" fmla="*/ 282088 w 906457"/>
                <a:gd name="connsiteY41" fmla="*/ 475411 h 806969"/>
                <a:gd name="connsiteX42" fmla="*/ 270622 w 906457"/>
                <a:gd name="connsiteY42" fmla="*/ 462352 h 806969"/>
                <a:gd name="connsiteX43" fmla="*/ 255811 w 906457"/>
                <a:gd name="connsiteY43" fmla="*/ 458371 h 806969"/>
                <a:gd name="connsiteX44" fmla="*/ 234153 w 906457"/>
                <a:gd name="connsiteY44" fmla="*/ 467449 h 806969"/>
                <a:gd name="connsiteX45" fmla="*/ 225871 w 906457"/>
                <a:gd name="connsiteY45" fmla="*/ 490859 h 806969"/>
                <a:gd name="connsiteX46" fmla="*/ 234391 w 906457"/>
                <a:gd name="connsiteY46" fmla="*/ 514270 h 806969"/>
                <a:gd name="connsiteX47" fmla="*/ 255811 w 906457"/>
                <a:gd name="connsiteY47" fmla="*/ 523666 h 806969"/>
                <a:gd name="connsiteX48" fmla="*/ 271179 w 906457"/>
                <a:gd name="connsiteY48" fmla="*/ 519287 h 806969"/>
                <a:gd name="connsiteX49" fmla="*/ 283203 w 906457"/>
                <a:gd name="connsiteY49" fmla="*/ 506785 h 806969"/>
                <a:gd name="connsiteX50" fmla="*/ 305021 w 906457"/>
                <a:gd name="connsiteY50" fmla="*/ 520481 h 806969"/>
                <a:gd name="connsiteX51" fmla="*/ 284716 w 906457"/>
                <a:gd name="connsiteY51" fmla="*/ 541423 h 806969"/>
                <a:gd name="connsiteX52" fmla="*/ 255015 w 906457"/>
                <a:gd name="connsiteY52" fmla="*/ 549306 h 806969"/>
                <a:gd name="connsiteX53" fmla="*/ 212175 w 906457"/>
                <a:gd name="connsiteY53" fmla="*/ 532983 h 806969"/>
                <a:gd name="connsiteX54" fmla="*/ 195613 w 906457"/>
                <a:gd name="connsiteY54" fmla="*/ 491178 h 806969"/>
                <a:gd name="connsiteX55" fmla="*/ 212892 w 906457"/>
                <a:gd name="connsiteY55" fmla="*/ 449453 h 806969"/>
                <a:gd name="connsiteX56" fmla="*/ 256289 w 906457"/>
                <a:gd name="connsiteY56" fmla="*/ 432731 h 806969"/>
                <a:gd name="connsiteX57" fmla="*/ 358815 w 906457"/>
                <a:gd name="connsiteY57" fmla="*/ 340311 h 806969"/>
                <a:gd name="connsiteX58" fmla="*/ 294929 w 906457"/>
                <a:gd name="connsiteY58" fmla="*/ 384097 h 806969"/>
                <a:gd name="connsiteX59" fmla="*/ 278872 w 906457"/>
                <a:gd name="connsiteY59" fmla="*/ 412028 h 806969"/>
                <a:gd name="connsiteX60" fmla="*/ 267301 w 906457"/>
                <a:gd name="connsiteY60" fmla="*/ 408806 h 806969"/>
                <a:gd name="connsiteX61" fmla="*/ 219874 w 906457"/>
                <a:gd name="connsiteY61" fmla="*/ 403914 h 806969"/>
                <a:gd name="connsiteX62" fmla="*/ 153351 w 906457"/>
                <a:gd name="connsiteY62" fmla="*/ 443260 h 806969"/>
                <a:gd name="connsiteX63" fmla="*/ 138689 w 906457"/>
                <a:gd name="connsiteY63" fmla="*/ 532812 h 806969"/>
                <a:gd name="connsiteX64" fmla="*/ 169397 w 906457"/>
                <a:gd name="connsiteY64" fmla="*/ 578507 h 806969"/>
                <a:gd name="connsiteX65" fmla="*/ 232704 w 906457"/>
                <a:gd name="connsiteY65" fmla="*/ 602094 h 806969"/>
                <a:gd name="connsiteX66" fmla="*/ 519439 w 906457"/>
                <a:gd name="connsiteY66" fmla="*/ 602193 h 806969"/>
                <a:gd name="connsiteX67" fmla="*/ 568294 w 906457"/>
                <a:gd name="connsiteY67" fmla="*/ 579498 h 806969"/>
                <a:gd name="connsiteX68" fmla="*/ 582209 w 906457"/>
                <a:gd name="connsiteY68" fmla="*/ 529790 h 806969"/>
                <a:gd name="connsiteX69" fmla="*/ 518851 w 906457"/>
                <a:gd name="connsiteY69" fmla="*/ 477088 h 806969"/>
                <a:gd name="connsiteX70" fmla="*/ 477314 w 906457"/>
                <a:gd name="connsiteY70" fmla="*/ 477066 h 806969"/>
                <a:gd name="connsiteX71" fmla="*/ 473026 w 906457"/>
                <a:gd name="connsiteY71" fmla="*/ 476808 h 806969"/>
                <a:gd name="connsiteX72" fmla="*/ 473070 w 906457"/>
                <a:gd name="connsiteY72" fmla="*/ 466299 h 806969"/>
                <a:gd name="connsiteX73" fmla="*/ 472062 w 906457"/>
                <a:gd name="connsiteY73" fmla="*/ 419916 h 806969"/>
                <a:gd name="connsiteX74" fmla="*/ 430983 w 906457"/>
                <a:gd name="connsiteY74" fmla="*/ 356668 h 806969"/>
                <a:gd name="connsiteX75" fmla="*/ 358815 w 906457"/>
                <a:gd name="connsiteY75" fmla="*/ 340311 h 806969"/>
                <a:gd name="connsiteX76" fmla="*/ 361404 w 906457"/>
                <a:gd name="connsiteY76" fmla="*/ 293764 h 806969"/>
                <a:gd name="connsiteX77" fmla="*/ 445872 w 906457"/>
                <a:gd name="connsiteY77" fmla="*/ 311460 h 806969"/>
                <a:gd name="connsiteX78" fmla="*/ 487294 w 906457"/>
                <a:gd name="connsiteY78" fmla="*/ 346691 h 806969"/>
                <a:gd name="connsiteX79" fmla="*/ 494777 w 906457"/>
                <a:gd name="connsiteY79" fmla="*/ 356246 h 806969"/>
                <a:gd name="connsiteX80" fmla="*/ 519762 w 906457"/>
                <a:gd name="connsiteY80" fmla="*/ 429617 h 806969"/>
                <a:gd name="connsiteX81" fmla="*/ 556838 w 906457"/>
                <a:gd name="connsiteY81" fmla="*/ 438162 h 806969"/>
                <a:gd name="connsiteX82" fmla="*/ 605695 w 906457"/>
                <a:gd name="connsiteY82" fmla="*/ 472992 h 806969"/>
                <a:gd name="connsiteX83" fmla="*/ 626649 w 906457"/>
                <a:gd name="connsiteY83" fmla="*/ 516453 h 806969"/>
                <a:gd name="connsiteX84" fmla="*/ 627410 w 906457"/>
                <a:gd name="connsiteY84" fmla="*/ 558032 h 806969"/>
                <a:gd name="connsiteX85" fmla="*/ 594293 w 906457"/>
                <a:gd name="connsiteY85" fmla="*/ 619308 h 806969"/>
                <a:gd name="connsiteX86" fmla="*/ 538975 w 906457"/>
                <a:gd name="connsiteY86" fmla="*/ 646132 h 806969"/>
                <a:gd name="connsiteX87" fmla="*/ 508407 w 906457"/>
                <a:gd name="connsiteY87" fmla="*/ 648148 h 806969"/>
                <a:gd name="connsiteX88" fmla="*/ 232168 w 906457"/>
                <a:gd name="connsiteY88" fmla="*/ 648060 h 806969"/>
                <a:gd name="connsiteX89" fmla="*/ 144947 w 906457"/>
                <a:gd name="connsiteY89" fmla="*/ 618134 h 806969"/>
                <a:gd name="connsiteX90" fmla="*/ 103180 w 906457"/>
                <a:gd name="connsiteY90" fmla="*/ 567938 h 806969"/>
                <a:gd name="connsiteX91" fmla="*/ 89647 w 906457"/>
                <a:gd name="connsiteY91" fmla="*/ 523958 h 806969"/>
                <a:gd name="connsiteX92" fmla="*/ 87800 w 906457"/>
                <a:gd name="connsiteY92" fmla="*/ 497888 h 806969"/>
                <a:gd name="connsiteX93" fmla="*/ 99467 w 906457"/>
                <a:gd name="connsiteY93" fmla="*/ 445268 h 806969"/>
                <a:gd name="connsiteX94" fmla="*/ 138299 w 906457"/>
                <a:gd name="connsiteY94" fmla="*/ 392123 h 806969"/>
                <a:gd name="connsiteX95" fmla="*/ 192301 w 906457"/>
                <a:gd name="connsiteY95" fmla="*/ 362842 h 806969"/>
                <a:gd name="connsiteX96" fmla="*/ 240957 w 906457"/>
                <a:gd name="connsiteY96" fmla="*/ 357021 h 806969"/>
                <a:gd name="connsiteX97" fmla="*/ 256424 w 906457"/>
                <a:gd name="connsiteY97" fmla="*/ 358605 h 806969"/>
                <a:gd name="connsiteX98" fmla="*/ 321947 w 906457"/>
                <a:gd name="connsiteY98" fmla="*/ 303955 h 806969"/>
                <a:gd name="connsiteX99" fmla="*/ 361404 w 906457"/>
                <a:gd name="connsiteY99" fmla="*/ 293764 h 806969"/>
                <a:gd name="connsiteX100" fmla="*/ 68261 w 906457"/>
                <a:gd name="connsiteY100" fmla="*/ 44217 h 806969"/>
                <a:gd name="connsiteX101" fmla="*/ 44272 w 906457"/>
                <a:gd name="connsiteY101" fmla="*/ 68205 h 806969"/>
                <a:gd name="connsiteX102" fmla="*/ 44272 w 906457"/>
                <a:gd name="connsiteY102" fmla="*/ 187924 h 806969"/>
                <a:gd name="connsiteX103" fmla="*/ 862240 w 906457"/>
                <a:gd name="connsiteY103" fmla="*/ 187924 h 806969"/>
                <a:gd name="connsiteX104" fmla="*/ 862240 w 906457"/>
                <a:gd name="connsiteY104" fmla="*/ 44217 h 806969"/>
                <a:gd name="connsiteX105" fmla="*/ 68205 w 906457"/>
                <a:gd name="connsiteY105" fmla="*/ 0 h 806969"/>
                <a:gd name="connsiteX106" fmla="*/ 906457 w 906457"/>
                <a:gd name="connsiteY106" fmla="*/ 0 h 806969"/>
                <a:gd name="connsiteX107" fmla="*/ 906457 w 906457"/>
                <a:gd name="connsiteY107" fmla="*/ 738764 h 806969"/>
                <a:gd name="connsiteX108" fmla="*/ 838252 w 906457"/>
                <a:gd name="connsiteY108" fmla="*/ 806969 h 806969"/>
                <a:gd name="connsiteX109" fmla="*/ 88435 w 906457"/>
                <a:gd name="connsiteY109" fmla="*/ 806969 h 806969"/>
                <a:gd name="connsiteX110" fmla="*/ 88435 w 906457"/>
                <a:gd name="connsiteY110" fmla="*/ 762752 h 806969"/>
                <a:gd name="connsiteX111" fmla="*/ 838252 w 906457"/>
                <a:gd name="connsiteY111" fmla="*/ 762752 h 806969"/>
                <a:gd name="connsiteX112" fmla="*/ 862240 w 906457"/>
                <a:gd name="connsiteY112" fmla="*/ 738764 h 806969"/>
                <a:gd name="connsiteX113" fmla="*/ 862240 w 906457"/>
                <a:gd name="connsiteY113" fmla="*/ 232141 h 806969"/>
                <a:gd name="connsiteX114" fmla="*/ 44272 w 906457"/>
                <a:gd name="connsiteY114" fmla="*/ 232141 h 806969"/>
                <a:gd name="connsiteX115" fmla="*/ 44272 w 906457"/>
                <a:gd name="connsiteY115" fmla="*/ 718534 h 806969"/>
                <a:gd name="connsiteX116" fmla="*/ 0 w 906457"/>
                <a:gd name="connsiteY116" fmla="*/ 718534 h 806969"/>
                <a:gd name="connsiteX117" fmla="*/ 0 w 906457"/>
                <a:gd name="connsiteY117" fmla="*/ 68205 h 806969"/>
                <a:gd name="connsiteX118" fmla="*/ 68205 w 906457"/>
                <a:gd name="connsiteY118" fmla="*/ 0 h 80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06457" h="806969">
                  <a:moveTo>
                    <a:pt x="462419" y="515862"/>
                  </a:moveTo>
                  <a:cubicBezTo>
                    <a:pt x="469532" y="515862"/>
                    <a:pt x="475000" y="517508"/>
                    <a:pt x="478822" y="520799"/>
                  </a:cubicBezTo>
                  <a:cubicBezTo>
                    <a:pt x="482644" y="524090"/>
                    <a:pt x="484555" y="528656"/>
                    <a:pt x="484555" y="534495"/>
                  </a:cubicBezTo>
                  <a:cubicBezTo>
                    <a:pt x="484555" y="537786"/>
                    <a:pt x="483175" y="541157"/>
                    <a:pt x="480415" y="544608"/>
                  </a:cubicBezTo>
                  <a:cubicBezTo>
                    <a:pt x="477654" y="548058"/>
                    <a:pt x="473460" y="551695"/>
                    <a:pt x="467833" y="555517"/>
                  </a:cubicBezTo>
                  <a:lnTo>
                    <a:pt x="463852" y="558224"/>
                  </a:lnTo>
                  <a:lnTo>
                    <a:pt x="485829" y="557746"/>
                  </a:lnTo>
                  <a:lnTo>
                    <a:pt x="485829" y="573831"/>
                  </a:lnTo>
                  <a:lnTo>
                    <a:pt x="436619" y="573831"/>
                  </a:lnTo>
                  <a:lnTo>
                    <a:pt x="436619" y="559339"/>
                  </a:lnTo>
                  <a:lnTo>
                    <a:pt x="451908" y="548350"/>
                  </a:lnTo>
                  <a:cubicBezTo>
                    <a:pt x="457641" y="544316"/>
                    <a:pt x="461357" y="541529"/>
                    <a:pt x="463056" y="539989"/>
                  </a:cubicBezTo>
                  <a:cubicBezTo>
                    <a:pt x="464754" y="538450"/>
                    <a:pt x="465604" y="537043"/>
                    <a:pt x="465604" y="535769"/>
                  </a:cubicBezTo>
                  <a:cubicBezTo>
                    <a:pt x="465604" y="534814"/>
                    <a:pt x="465206" y="534017"/>
                    <a:pt x="464409" y="533380"/>
                  </a:cubicBezTo>
                  <a:cubicBezTo>
                    <a:pt x="463613" y="532743"/>
                    <a:pt x="462578" y="532425"/>
                    <a:pt x="461304" y="532425"/>
                  </a:cubicBezTo>
                  <a:cubicBezTo>
                    <a:pt x="459393" y="532425"/>
                    <a:pt x="457906" y="532956"/>
                    <a:pt x="456845" y="534017"/>
                  </a:cubicBezTo>
                  <a:cubicBezTo>
                    <a:pt x="455783" y="535079"/>
                    <a:pt x="455199" y="536725"/>
                    <a:pt x="455093" y="538954"/>
                  </a:cubicBezTo>
                  <a:lnTo>
                    <a:pt x="436460" y="538954"/>
                  </a:lnTo>
                  <a:cubicBezTo>
                    <a:pt x="436566" y="531947"/>
                    <a:pt x="438929" y="526346"/>
                    <a:pt x="443547" y="522153"/>
                  </a:cubicBezTo>
                  <a:cubicBezTo>
                    <a:pt x="448165" y="517959"/>
                    <a:pt x="454456" y="515862"/>
                    <a:pt x="462419" y="515862"/>
                  </a:cubicBezTo>
                  <a:close/>
                  <a:moveTo>
                    <a:pt x="370552" y="458371"/>
                  </a:moveTo>
                  <a:cubicBezTo>
                    <a:pt x="362059" y="458371"/>
                    <a:pt x="355078" y="461423"/>
                    <a:pt x="349610" y="467528"/>
                  </a:cubicBezTo>
                  <a:cubicBezTo>
                    <a:pt x="344143" y="473633"/>
                    <a:pt x="341409" y="481410"/>
                    <a:pt x="341409" y="490859"/>
                  </a:cubicBezTo>
                  <a:cubicBezTo>
                    <a:pt x="341409" y="500308"/>
                    <a:pt x="344196" y="508138"/>
                    <a:pt x="349770" y="514349"/>
                  </a:cubicBezTo>
                  <a:cubicBezTo>
                    <a:pt x="355344" y="520561"/>
                    <a:pt x="362377" y="523666"/>
                    <a:pt x="370871" y="523666"/>
                  </a:cubicBezTo>
                  <a:cubicBezTo>
                    <a:pt x="379365" y="523666"/>
                    <a:pt x="386345" y="520614"/>
                    <a:pt x="391813" y="514509"/>
                  </a:cubicBezTo>
                  <a:cubicBezTo>
                    <a:pt x="397281" y="508404"/>
                    <a:pt x="400014" y="500627"/>
                    <a:pt x="400014" y="491178"/>
                  </a:cubicBezTo>
                  <a:cubicBezTo>
                    <a:pt x="400014" y="481729"/>
                    <a:pt x="397228" y="473898"/>
                    <a:pt x="391654" y="467687"/>
                  </a:cubicBezTo>
                  <a:cubicBezTo>
                    <a:pt x="386080" y="461476"/>
                    <a:pt x="379046" y="458371"/>
                    <a:pt x="370552" y="458371"/>
                  </a:cubicBezTo>
                  <a:close/>
                  <a:moveTo>
                    <a:pt x="370871" y="432731"/>
                  </a:moveTo>
                  <a:cubicBezTo>
                    <a:pt x="388070" y="432731"/>
                    <a:pt x="402271" y="438252"/>
                    <a:pt x="413471" y="449293"/>
                  </a:cubicBezTo>
                  <a:cubicBezTo>
                    <a:pt x="424672" y="460335"/>
                    <a:pt x="430273" y="474190"/>
                    <a:pt x="430273" y="490859"/>
                  </a:cubicBezTo>
                  <a:cubicBezTo>
                    <a:pt x="430273" y="507634"/>
                    <a:pt x="424619" y="521569"/>
                    <a:pt x="413312" y="532664"/>
                  </a:cubicBezTo>
                  <a:cubicBezTo>
                    <a:pt x="402005" y="543759"/>
                    <a:pt x="387752" y="549306"/>
                    <a:pt x="370552" y="549306"/>
                  </a:cubicBezTo>
                  <a:cubicBezTo>
                    <a:pt x="353353" y="549306"/>
                    <a:pt x="339153" y="543785"/>
                    <a:pt x="327952" y="532744"/>
                  </a:cubicBezTo>
                  <a:cubicBezTo>
                    <a:pt x="316751" y="521702"/>
                    <a:pt x="311150" y="507846"/>
                    <a:pt x="311150" y="491178"/>
                  </a:cubicBezTo>
                  <a:cubicBezTo>
                    <a:pt x="311150" y="474403"/>
                    <a:pt x="316804" y="460468"/>
                    <a:pt x="328111" y="449373"/>
                  </a:cubicBezTo>
                  <a:cubicBezTo>
                    <a:pt x="339418" y="438278"/>
                    <a:pt x="353671" y="432731"/>
                    <a:pt x="370871" y="432731"/>
                  </a:cubicBezTo>
                  <a:close/>
                  <a:moveTo>
                    <a:pt x="256289" y="432731"/>
                  </a:moveTo>
                  <a:cubicBezTo>
                    <a:pt x="267437" y="432731"/>
                    <a:pt x="277151" y="435120"/>
                    <a:pt x="285432" y="439897"/>
                  </a:cubicBezTo>
                  <a:cubicBezTo>
                    <a:pt x="293714" y="444675"/>
                    <a:pt x="300243" y="451735"/>
                    <a:pt x="305021" y="461078"/>
                  </a:cubicBezTo>
                  <a:lnTo>
                    <a:pt x="282088" y="475411"/>
                  </a:lnTo>
                  <a:cubicBezTo>
                    <a:pt x="278478" y="469360"/>
                    <a:pt x="274656" y="465007"/>
                    <a:pt x="270622" y="462352"/>
                  </a:cubicBezTo>
                  <a:cubicBezTo>
                    <a:pt x="266587" y="459698"/>
                    <a:pt x="261650" y="458371"/>
                    <a:pt x="255811" y="458371"/>
                  </a:cubicBezTo>
                  <a:cubicBezTo>
                    <a:pt x="246893" y="458371"/>
                    <a:pt x="239673" y="461397"/>
                    <a:pt x="234153" y="467449"/>
                  </a:cubicBezTo>
                  <a:cubicBezTo>
                    <a:pt x="228632" y="473500"/>
                    <a:pt x="225871" y="481304"/>
                    <a:pt x="225871" y="490859"/>
                  </a:cubicBezTo>
                  <a:cubicBezTo>
                    <a:pt x="225871" y="500202"/>
                    <a:pt x="228711" y="508006"/>
                    <a:pt x="234391" y="514270"/>
                  </a:cubicBezTo>
                  <a:cubicBezTo>
                    <a:pt x="240071" y="520534"/>
                    <a:pt x="247211" y="523666"/>
                    <a:pt x="255811" y="523666"/>
                  </a:cubicBezTo>
                  <a:cubicBezTo>
                    <a:pt x="261332" y="523666"/>
                    <a:pt x="266455" y="522206"/>
                    <a:pt x="271179" y="519287"/>
                  </a:cubicBezTo>
                  <a:cubicBezTo>
                    <a:pt x="275904" y="516367"/>
                    <a:pt x="279912" y="512199"/>
                    <a:pt x="283203" y="506785"/>
                  </a:cubicBezTo>
                  <a:lnTo>
                    <a:pt x="305021" y="520481"/>
                  </a:lnTo>
                  <a:cubicBezTo>
                    <a:pt x="300455" y="529187"/>
                    <a:pt x="293687" y="536168"/>
                    <a:pt x="284716" y="541423"/>
                  </a:cubicBezTo>
                  <a:cubicBezTo>
                    <a:pt x="275744" y="546678"/>
                    <a:pt x="265844" y="549306"/>
                    <a:pt x="255015" y="549306"/>
                  </a:cubicBezTo>
                  <a:cubicBezTo>
                    <a:pt x="237497" y="549306"/>
                    <a:pt x="223217" y="543865"/>
                    <a:pt x="212175" y="532983"/>
                  </a:cubicBezTo>
                  <a:cubicBezTo>
                    <a:pt x="201134" y="522100"/>
                    <a:pt x="195613" y="508165"/>
                    <a:pt x="195613" y="491178"/>
                  </a:cubicBezTo>
                  <a:cubicBezTo>
                    <a:pt x="195613" y="474509"/>
                    <a:pt x="201373" y="460601"/>
                    <a:pt x="212892" y="449453"/>
                  </a:cubicBezTo>
                  <a:cubicBezTo>
                    <a:pt x="224411" y="438305"/>
                    <a:pt x="238877" y="432731"/>
                    <a:pt x="256289" y="432731"/>
                  </a:cubicBezTo>
                  <a:close/>
                  <a:moveTo>
                    <a:pt x="358815" y="340311"/>
                  </a:moveTo>
                  <a:cubicBezTo>
                    <a:pt x="331820" y="345763"/>
                    <a:pt x="310445" y="361269"/>
                    <a:pt x="294929" y="384097"/>
                  </a:cubicBezTo>
                  <a:cubicBezTo>
                    <a:pt x="288934" y="392917"/>
                    <a:pt x="284230" y="402614"/>
                    <a:pt x="278872" y="412028"/>
                  </a:cubicBezTo>
                  <a:cubicBezTo>
                    <a:pt x="275084" y="410982"/>
                    <a:pt x="271139" y="410058"/>
                    <a:pt x="267301" y="408806"/>
                  </a:cubicBezTo>
                  <a:cubicBezTo>
                    <a:pt x="251835" y="403760"/>
                    <a:pt x="236198" y="401566"/>
                    <a:pt x="219874" y="403914"/>
                  </a:cubicBezTo>
                  <a:cubicBezTo>
                    <a:pt x="192181" y="407897"/>
                    <a:pt x="169598" y="421003"/>
                    <a:pt x="153351" y="443260"/>
                  </a:cubicBezTo>
                  <a:cubicBezTo>
                    <a:pt x="133647" y="470253"/>
                    <a:pt x="128170" y="500558"/>
                    <a:pt x="138689" y="532812"/>
                  </a:cubicBezTo>
                  <a:cubicBezTo>
                    <a:pt x="144564" y="550828"/>
                    <a:pt x="154500" y="566263"/>
                    <a:pt x="169397" y="578507"/>
                  </a:cubicBezTo>
                  <a:cubicBezTo>
                    <a:pt x="187887" y="593704"/>
                    <a:pt x="208915" y="602034"/>
                    <a:pt x="232704" y="602094"/>
                  </a:cubicBezTo>
                  <a:cubicBezTo>
                    <a:pt x="327955" y="602333"/>
                    <a:pt x="423207" y="602193"/>
                    <a:pt x="519439" y="602193"/>
                  </a:cubicBezTo>
                  <a:cubicBezTo>
                    <a:pt x="538963" y="601601"/>
                    <a:pt x="555618" y="594953"/>
                    <a:pt x="568294" y="579498"/>
                  </a:cubicBezTo>
                  <a:cubicBezTo>
                    <a:pt x="580247" y="564925"/>
                    <a:pt x="585011" y="548638"/>
                    <a:pt x="582209" y="529790"/>
                  </a:cubicBezTo>
                  <a:cubicBezTo>
                    <a:pt x="577680" y="499313"/>
                    <a:pt x="548891" y="477222"/>
                    <a:pt x="518851" y="477088"/>
                  </a:cubicBezTo>
                  <a:cubicBezTo>
                    <a:pt x="505006" y="477026"/>
                    <a:pt x="491160" y="477085"/>
                    <a:pt x="477314" y="477066"/>
                  </a:cubicBezTo>
                  <a:cubicBezTo>
                    <a:pt x="475897" y="477064"/>
                    <a:pt x="474479" y="476899"/>
                    <a:pt x="473026" y="476808"/>
                  </a:cubicBezTo>
                  <a:cubicBezTo>
                    <a:pt x="473026" y="472963"/>
                    <a:pt x="472767" y="469605"/>
                    <a:pt x="473070" y="466299"/>
                  </a:cubicBezTo>
                  <a:cubicBezTo>
                    <a:pt x="474493" y="450792"/>
                    <a:pt x="474915" y="435349"/>
                    <a:pt x="472062" y="419916"/>
                  </a:cubicBezTo>
                  <a:cubicBezTo>
                    <a:pt x="467108" y="393113"/>
                    <a:pt x="452994" y="372158"/>
                    <a:pt x="430983" y="356668"/>
                  </a:cubicBezTo>
                  <a:cubicBezTo>
                    <a:pt x="409311" y="341417"/>
                    <a:pt x="384773" y="335070"/>
                    <a:pt x="358815" y="340311"/>
                  </a:cubicBezTo>
                  <a:close/>
                  <a:moveTo>
                    <a:pt x="361404" y="293764"/>
                  </a:moveTo>
                  <a:cubicBezTo>
                    <a:pt x="391597" y="290484"/>
                    <a:pt x="419561" y="297135"/>
                    <a:pt x="445872" y="311460"/>
                  </a:cubicBezTo>
                  <a:cubicBezTo>
                    <a:pt x="462060" y="320273"/>
                    <a:pt x="475712" y="332334"/>
                    <a:pt x="487294" y="346691"/>
                  </a:cubicBezTo>
                  <a:cubicBezTo>
                    <a:pt x="489757" y="349743"/>
                    <a:pt x="492115" y="352880"/>
                    <a:pt x="494777" y="356246"/>
                  </a:cubicBezTo>
                  <a:cubicBezTo>
                    <a:pt x="509845" y="378976"/>
                    <a:pt x="518213" y="403636"/>
                    <a:pt x="519762" y="429617"/>
                  </a:cubicBezTo>
                  <a:cubicBezTo>
                    <a:pt x="532574" y="432504"/>
                    <a:pt x="544982" y="434453"/>
                    <a:pt x="556838" y="438162"/>
                  </a:cubicBezTo>
                  <a:cubicBezTo>
                    <a:pt x="576747" y="444391"/>
                    <a:pt x="592430" y="456965"/>
                    <a:pt x="605695" y="472992"/>
                  </a:cubicBezTo>
                  <a:cubicBezTo>
                    <a:pt x="616333" y="485844"/>
                    <a:pt x="623095" y="500467"/>
                    <a:pt x="626649" y="516453"/>
                  </a:cubicBezTo>
                  <a:cubicBezTo>
                    <a:pt x="629688" y="530120"/>
                    <a:pt x="629792" y="543936"/>
                    <a:pt x="627410" y="558032"/>
                  </a:cubicBezTo>
                  <a:cubicBezTo>
                    <a:pt x="623288" y="582429"/>
                    <a:pt x="612097" y="602730"/>
                    <a:pt x="594293" y="619308"/>
                  </a:cubicBezTo>
                  <a:cubicBezTo>
                    <a:pt x="578734" y="633795"/>
                    <a:pt x="560321" y="643396"/>
                    <a:pt x="538975" y="646132"/>
                  </a:cubicBezTo>
                  <a:cubicBezTo>
                    <a:pt x="528862" y="647428"/>
                    <a:pt x="518602" y="648131"/>
                    <a:pt x="508407" y="648148"/>
                  </a:cubicBezTo>
                  <a:cubicBezTo>
                    <a:pt x="416327" y="648297"/>
                    <a:pt x="324245" y="648556"/>
                    <a:pt x="232168" y="648060"/>
                  </a:cubicBezTo>
                  <a:cubicBezTo>
                    <a:pt x="200065" y="647888"/>
                    <a:pt x="170819" y="637780"/>
                    <a:pt x="144947" y="618134"/>
                  </a:cubicBezTo>
                  <a:cubicBezTo>
                    <a:pt x="127064" y="604555"/>
                    <a:pt x="113224" y="587732"/>
                    <a:pt x="103180" y="567938"/>
                  </a:cubicBezTo>
                  <a:cubicBezTo>
                    <a:pt x="96199" y="554179"/>
                    <a:pt x="91095" y="539543"/>
                    <a:pt x="89647" y="523958"/>
                  </a:cubicBezTo>
                  <a:cubicBezTo>
                    <a:pt x="88840" y="515278"/>
                    <a:pt x="87464" y="506542"/>
                    <a:pt x="87800" y="497888"/>
                  </a:cubicBezTo>
                  <a:cubicBezTo>
                    <a:pt x="88505" y="479727"/>
                    <a:pt x="92437" y="462212"/>
                    <a:pt x="99467" y="445268"/>
                  </a:cubicBezTo>
                  <a:cubicBezTo>
                    <a:pt x="108161" y="424313"/>
                    <a:pt x="121479" y="406829"/>
                    <a:pt x="138299" y="392123"/>
                  </a:cubicBezTo>
                  <a:cubicBezTo>
                    <a:pt x="153984" y="378410"/>
                    <a:pt x="172085" y="368694"/>
                    <a:pt x="192301" y="362842"/>
                  </a:cubicBezTo>
                  <a:cubicBezTo>
                    <a:pt x="208277" y="358217"/>
                    <a:pt x="224450" y="356412"/>
                    <a:pt x="240957" y="357021"/>
                  </a:cubicBezTo>
                  <a:cubicBezTo>
                    <a:pt x="245990" y="357206"/>
                    <a:pt x="251001" y="358031"/>
                    <a:pt x="256424" y="358605"/>
                  </a:cubicBezTo>
                  <a:cubicBezTo>
                    <a:pt x="272868" y="334409"/>
                    <a:pt x="294682" y="315846"/>
                    <a:pt x="321947" y="303955"/>
                  </a:cubicBezTo>
                  <a:cubicBezTo>
                    <a:pt x="334515" y="298474"/>
                    <a:pt x="347652" y="295257"/>
                    <a:pt x="361404" y="293764"/>
                  </a:cubicBezTo>
                  <a:close/>
                  <a:moveTo>
                    <a:pt x="68261" y="44217"/>
                  </a:moveTo>
                  <a:cubicBezTo>
                    <a:pt x="55051" y="44217"/>
                    <a:pt x="44272" y="54996"/>
                    <a:pt x="44272" y="68205"/>
                  </a:cubicBezTo>
                  <a:lnTo>
                    <a:pt x="44272" y="187924"/>
                  </a:lnTo>
                  <a:lnTo>
                    <a:pt x="862240" y="187924"/>
                  </a:lnTo>
                  <a:lnTo>
                    <a:pt x="862240" y="44217"/>
                  </a:lnTo>
                  <a:close/>
                  <a:moveTo>
                    <a:pt x="68205" y="0"/>
                  </a:moveTo>
                  <a:lnTo>
                    <a:pt x="906457" y="0"/>
                  </a:lnTo>
                  <a:lnTo>
                    <a:pt x="906457" y="738764"/>
                  </a:lnTo>
                  <a:cubicBezTo>
                    <a:pt x="906457" y="776404"/>
                    <a:pt x="875836" y="806969"/>
                    <a:pt x="838252" y="806969"/>
                  </a:cubicBezTo>
                  <a:lnTo>
                    <a:pt x="88435" y="806969"/>
                  </a:lnTo>
                  <a:lnTo>
                    <a:pt x="88435" y="762752"/>
                  </a:lnTo>
                  <a:lnTo>
                    <a:pt x="838252" y="762752"/>
                  </a:lnTo>
                  <a:cubicBezTo>
                    <a:pt x="851462" y="762752"/>
                    <a:pt x="862240" y="751973"/>
                    <a:pt x="862240" y="738764"/>
                  </a:cubicBezTo>
                  <a:lnTo>
                    <a:pt x="862240" y="232141"/>
                  </a:lnTo>
                  <a:lnTo>
                    <a:pt x="44272" y="232141"/>
                  </a:lnTo>
                  <a:lnTo>
                    <a:pt x="44272" y="718534"/>
                  </a:lnTo>
                  <a:lnTo>
                    <a:pt x="0" y="718534"/>
                  </a:lnTo>
                  <a:lnTo>
                    <a:pt x="0" y="68205"/>
                  </a:lnTo>
                  <a:cubicBezTo>
                    <a:pt x="0" y="30565"/>
                    <a:pt x="30621" y="0"/>
                    <a:pt x="68205"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sz="11500" dirty="0">
                <a:latin typeface="IntelOne Display Bold" panose="020B0803020203020204" pitchFamily="34" charset="0"/>
              </a:endParaRPr>
            </a:p>
          </p:txBody>
        </p:sp>
        <p:sp>
          <p:nvSpPr>
            <p:cNvPr id="2480" name="Freeform: Shape 2479">
              <a:extLst>
                <a:ext uri="{FF2B5EF4-FFF2-40B4-BE49-F238E27FC236}">
                  <a16:creationId xmlns:a16="http://schemas.microsoft.com/office/drawing/2014/main" id="{D31EDAE8-B955-507B-DDE6-4178EC72EEC9}"/>
                </a:ext>
                <a:ext uri="{C183D7F6-B498-43B3-948B-1728B52AA6E4}">
                  <adec:decorative xmlns:adec="http://schemas.microsoft.com/office/drawing/2017/decorative" val="1"/>
                </a:ext>
              </a:extLst>
            </p:cNvPr>
            <p:cNvSpPr/>
            <p:nvPr/>
          </p:nvSpPr>
          <p:spPr>
            <a:xfrm>
              <a:off x="9672526" y="4395402"/>
              <a:ext cx="457200" cy="404869"/>
            </a:xfrm>
            <a:custGeom>
              <a:avLst/>
              <a:gdLst>
                <a:gd name="connsiteX0" fmla="*/ 0 w 818022"/>
                <a:gd name="connsiteY0" fmla="*/ 658066 h 724392"/>
                <a:gd name="connsiteX1" fmla="*/ 66326 w 818022"/>
                <a:gd name="connsiteY1" fmla="*/ 658066 h 724392"/>
                <a:gd name="connsiteX2" fmla="*/ 66326 w 818022"/>
                <a:gd name="connsiteY2" fmla="*/ 724392 h 724392"/>
                <a:gd name="connsiteX3" fmla="*/ 0 w 818022"/>
                <a:gd name="connsiteY3" fmla="*/ 724392 h 724392"/>
                <a:gd name="connsiteX4" fmla="*/ 707172 w 818022"/>
                <a:gd name="connsiteY4" fmla="*/ 508833 h 724392"/>
                <a:gd name="connsiteX5" fmla="*/ 795607 w 818022"/>
                <a:gd name="connsiteY5" fmla="*/ 508833 h 724392"/>
                <a:gd name="connsiteX6" fmla="*/ 806661 w 818022"/>
                <a:gd name="connsiteY6" fmla="*/ 519888 h 724392"/>
                <a:gd name="connsiteX7" fmla="*/ 806661 w 818022"/>
                <a:gd name="connsiteY7" fmla="*/ 608323 h 724392"/>
                <a:gd name="connsiteX8" fmla="*/ 795607 w 818022"/>
                <a:gd name="connsiteY8" fmla="*/ 619377 h 724392"/>
                <a:gd name="connsiteX9" fmla="*/ 707172 w 818022"/>
                <a:gd name="connsiteY9" fmla="*/ 619377 h 724392"/>
                <a:gd name="connsiteX10" fmla="*/ 696117 w 818022"/>
                <a:gd name="connsiteY10" fmla="*/ 608323 h 724392"/>
                <a:gd name="connsiteX11" fmla="*/ 696117 w 818022"/>
                <a:gd name="connsiteY11" fmla="*/ 519888 h 724392"/>
                <a:gd name="connsiteX12" fmla="*/ 707172 w 818022"/>
                <a:gd name="connsiteY12" fmla="*/ 508833 h 724392"/>
                <a:gd name="connsiteX13" fmla="*/ 707172 w 818022"/>
                <a:gd name="connsiteY13" fmla="*/ 354071 h 724392"/>
                <a:gd name="connsiteX14" fmla="*/ 795607 w 818022"/>
                <a:gd name="connsiteY14" fmla="*/ 354071 h 724392"/>
                <a:gd name="connsiteX15" fmla="*/ 806661 w 818022"/>
                <a:gd name="connsiteY15" fmla="*/ 365126 h 724392"/>
                <a:gd name="connsiteX16" fmla="*/ 806661 w 818022"/>
                <a:gd name="connsiteY16" fmla="*/ 453561 h 724392"/>
                <a:gd name="connsiteX17" fmla="*/ 795607 w 818022"/>
                <a:gd name="connsiteY17" fmla="*/ 464615 h 724392"/>
                <a:gd name="connsiteX18" fmla="*/ 707172 w 818022"/>
                <a:gd name="connsiteY18" fmla="*/ 464615 h 724392"/>
                <a:gd name="connsiteX19" fmla="*/ 696117 w 818022"/>
                <a:gd name="connsiteY19" fmla="*/ 453561 h 724392"/>
                <a:gd name="connsiteX20" fmla="*/ 696117 w 818022"/>
                <a:gd name="connsiteY20" fmla="*/ 365126 h 724392"/>
                <a:gd name="connsiteX21" fmla="*/ 707172 w 818022"/>
                <a:gd name="connsiteY21" fmla="*/ 354071 h 724392"/>
                <a:gd name="connsiteX22" fmla="*/ 707172 w 818022"/>
                <a:gd name="connsiteY22" fmla="*/ 199310 h 724392"/>
                <a:gd name="connsiteX23" fmla="*/ 795607 w 818022"/>
                <a:gd name="connsiteY23" fmla="*/ 199310 h 724392"/>
                <a:gd name="connsiteX24" fmla="*/ 806661 w 818022"/>
                <a:gd name="connsiteY24" fmla="*/ 210365 h 724392"/>
                <a:gd name="connsiteX25" fmla="*/ 806661 w 818022"/>
                <a:gd name="connsiteY25" fmla="*/ 298800 h 724392"/>
                <a:gd name="connsiteX26" fmla="*/ 795607 w 818022"/>
                <a:gd name="connsiteY26" fmla="*/ 309854 h 724392"/>
                <a:gd name="connsiteX27" fmla="*/ 707172 w 818022"/>
                <a:gd name="connsiteY27" fmla="*/ 309854 h 724392"/>
                <a:gd name="connsiteX28" fmla="*/ 696117 w 818022"/>
                <a:gd name="connsiteY28" fmla="*/ 298800 h 724392"/>
                <a:gd name="connsiteX29" fmla="*/ 696117 w 818022"/>
                <a:gd name="connsiteY29" fmla="*/ 210365 h 724392"/>
                <a:gd name="connsiteX30" fmla="*/ 707172 w 818022"/>
                <a:gd name="connsiteY30" fmla="*/ 199310 h 724392"/>
                <a:gd name="connsiteX31" fmla="*/ 320577 w 818022"/>
                <a:gd name="connsiteY31" fmla="*/ 332 h 724392"/>
                <a:gd name="connsiteX32" fmla="*/ 795913 w 818022"/>
                <a:gd name="connsiteY32" fmla="*/ 332 h 724392"/>
                <a:gd name="connsiteX33" fmla="*/ 818022 w 818022"/>
                <a:gd name="connsiteY33" fmla="*/ 22441 h 724392"/>
                <a:gd name="connsiteX34" fmla="*/ 795913 w 818022"/>
                <a:gd name="connsiteY34" fmla="*/ 44549 h 724392"/>
                <a:gd name="connsiteX35" fmla="*/ 320577 w 818022"/>
                <a:gd name="connsiteY35" fmla="*/ 44549 h 724392"/>
                <a:gd name="connsiteX36" fmla="*/ 298468 w 818022"/>
                <a:gd name="connsiteY36" fmla="*/ 22441 h 724392"/>
                <a:gd name="connsiteX37" fmla="*/ 320577 w 818022"/>
                <a:gd name="connsiteY37" fmla="*/ 332 h 724392"/>
                <a:gd name="connsiteX38" fmla="*/ 254250 w 818022"/>
                <a:gd name="connsiteY38" fmla="*/ 332 h 724392"/>
                <a:gd name="connsiteX39" fmla="*/ 276358 w 818022"/>
                <a:gd name="connsiteY39" fmla="*/ 22441 h 724392"/>
                <a:gd name="connsiteX40" fmla="*/ 254250 w 818022"/>
                <a:gd name="connsiteY40" fmla="*/ 44549 h 724392"/>
                <a:gd name="connsiteX41" fmla="*/ 232141 w 818022"/>
                <a:gd name="connsiteY41" fmla="*/ 22441 h 724392"/>
                <a:gd name="connsiteX42" fmla="*/ 254250 w 818022"/>
                <a:gd name="connsiteY42" fmla="*/ 332 h 724392"/>
                <a:gd name="connsiteX43" fmla="*/ 132653 w 818022"/>
                <a:gd name="connsiteY43" fmla="*/ 332 h 724392"/>
                <a:gd name="connsiteX44" fmla="*/ 154761 w 818022"/>
                <a:gd name="connsiteY44" fmla="*/ 22441 h 724392"/>
                <a:gd name="connsiteX45" fmla="*/ 132653 w 818022"/>
                <a:gd name="connsiteY45" fmla="*/ 44549 h 724392"/>
                <a:gd name="connsiteX46" fmla="*/ 110544 w 818022"/>
                <a:gd name="connsiteY46" fmla="*/ 22441 h 724392"/>
                <a:gd name="connsiteX47" fmla="*/ 132653 w 818022"/>
                <a:gd name="connsiteY47" fmla="*/ 332 h 724392"/>
                <a:gd name="connsiteX48" fmla="*/ 193783 w 818022"/>
                <a:gd name="connsiteY48" fmla="*/ 0 h 724392"/>
                <a:gd name="connsiteX49" fmla="*/ 215891 w 818022"/>
                <a:gd name="connsiteY49" fmla="*/ 22109 h 724392"/>
                <a:gd name="connsiteX50" fmla="*/ 193783 w 818022"/>
                <a:gd name="connsiteY50" fmla="*/ 44217 h 724392"/>
                <a:gd name="connsiteX51" fmla="*/ 171674 w 818022"/>
                <a:gd name="connsiteY51" fmla="*/ 22109 h 724392"/>
                <a:gd name="connsiteX52" fmla="*/ 193783 w 818022"/>
                <a:gd name="connsiteY52" fmla="*/ 0 h 7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18022" h="724392">
                  <a:moveTo>
                    <a:pt x="0" y="658066"/>
                  </a:moveTo>
                  <a:lnTo>
                    <a:pt x="66326" y="658066"/>
                  </a:lnTo>
                  <a:lnTo>
                    <a:pt x="66326" y="724392"/>
                  </a:lnTo>
                  <a:lnTo>
                    <a:pt x="0" y="724392"/>
                  </a:lnTo>
                  <a:close/>
                  <a:moveTo>
                    <a:pt x="707172" y="508833"/>
                  </a:moveTo>
                  <a:lnTo>
                    <a:pt x="795607" y="508833"/>
                  </a:lnTo>
                  <a:cubicBezTo>
                    <a:pt x="801712" y="508833"/>
                    <a:pt x="806661" y="513783"/>
                    <a:pt x="806661" y="519888"/>
                  </a:cubicBezTo>
                  <a:lnTo>
                    <a:pt x="806661" y="608323"/>
                  </a:lnTo>
                  <a:cubicBezTo>
                    <a:pt x="806661" y="614428"/>
                    <a:pt x="801712" y="619377"/>
                    <a:pt x="795607" y="619377"/>
                  </a:cubicBezTo>
                  <a:lnTo>
                    <a:pt x="707172" y="619377"/>
                  </a:lnTo>
                  <a:cubicBezTo>
                    <a:pt x="701067" y="619377"/>
                    <a:pt x="696117" y="614428"/>
                    <a:pt x="696117" y="608323"/>
                  </a:cubicBezTo>
                  <a:lnTo>
                    <a:pt x="696117" y="519888"/>
                  </a:lnTo>
                  <a:cubicBezTo>
                    <a:pt x="696117" y="513783"/>
                    <a:pt x="701067" y="508833"/>
                    <a:pt x="707172" y="508833"/>
                  </a:cubicBezTo>
                  <a:close/>
                  <a:moveTo>
                    <a:pt x="707172" y="354071"/>
                  </a:moveTo>
                  <a:lnTo>
                    <a:pt x="795607" y="354071"/>
                  </a:lnTo>
                  <a:cubicBezTo>
                    <a:pt x="801712" y="354071"/>
                    <a:pt x="806661" y="359021"/>
                    <a:pt x="806661" y="365126"/>
                  </a:cubicBezTo>
                  <a:lnTo>
                    <a:pt x="806661" y="453561"/>
                  </a:lnTo>
                  <a:cubicBezTo>
                    <a:pt x="806661" y="459666"/>
                    <a:pt x="801712" y="464615"/>
                    <a:pt x="795607" y="464615"/>
                  </a:cubicBezTo>
                  <a:lnTo>
                    <a:pt x="707172" y="464615"/>
                  </a:lnTo>
                  <a:cubicBezTo>
                    <a:pt x="701067" y="464615"/>
                    <a:pt x="696117" y="459666"/>
                    <a:pt x="696117" y="453561"/>
                  </a:cubicBezTo>
                  <a:lnTo>
                    <a:pt x="696117" y="365126"/>
                  </a:lnTo>
                  <a:cubicBezTo>
                    <a:pt x="696117" y="359021"/>
                    <a:pt x="701067" y="354071"/>
                    <a:pt x="707172" y="354071"/>
                  </a:cubicBezTo>
                  <a:close/>
                  <a:moveTo>
                    <a:pt x="707172" y="199310"/>
                  </a:moveTo>
                  <a:lnTo>
                    <a:pt x="795607" y="199310"/>
                  </a:lnTo>
                  <a:cubicBezTo>
                    <a:pt x="801712" y="199310"/>
                    <a:pt x="806661" y="204260"/>
                    <a:pt x="806661" y="210365"/>
                  </a:cubicBezTo>
                  <a:lnTo>
                    <a:pt x="806661" y="298800"/>
                  </a:lnTo>
                  <a:cubicBezTo>
                    <a:pt x="806661" y="304905"/>
                    <a:pt x="801712" y="309854"/>
                    <a:pt x="795607" y="309854"/>
                  </a:cubicBezTo>
                  <a:lnTo>
                    <a:pt x="707172" y="309854"/>
                  </a:lnTo>
                  <a:cubicBezTo>
                    <a:pt x="701067" y="309854"/>
                    <a:pt x="696117" y="304905"/>
                    <a:pt x="696117" y="298800"/>
                  </a:cubicBezTo>
                  <a:lnTo>
                    <a:pt x="696117" y="210365"/>
                  </a:lnTo>
                  <a:cubicBezTo>
                    <a:pt x="696117" y="204260"/>
                    <a:pt x="701067" y="199310"/>
                    <a:pt x="707172" y="199310"/>
                  </a:cubicBezTo>
                  <a:close/>
                  <a:moveTo>
                    <a:pt x="320577" y="332"/>
                  </a:moveTo>
                  <a:lnTo>
                    <a:pt x="795913" y="332"/>
                  </a:lnTo>
                  <a:cubicBezTo>
                    <a:pt x="808128" y="332"/>
                    <a:pt x="818022" y="10226"/>
                    <a:pt x="818022" y="22441"/>
                  </a:cubicBezTo>
                  <a:cubicBezTo>
                    <a:pt x="818022" y="34655"/>
                    <a:pt x="808128" y="44549"/>
                    <a:pt x="795913" y="44549"/>
                  </a:cubicBezTo>
                  <a:lnTo>
                    <a:pt x="320577" y="44549"/>
                  </a:lnTo>
                  <a:cubicBezTo>
                    <a:pt x="308362" y="44549"/>
                    <a:pt x="298468" y="34655"/>
                    <a:pt x="298468" y="22441"/>
                  </a:cubicBezTo>
                  <a:cubicBezTo>
                    <a:pt x="298468" y="10226"/>
                    <a:pt x="308362" y="332"/>
                    <a:pt x="320577" y="332"/>
                  </a:cubicBezTo>
                  <a:close/>
                  <a:moveTo>
                    <a:pt x="254250" y="332"/>
                  </a:moveTo>
                  <a:cubicBezTo>
                    <a:pt x="266459" y="332"/>
                    <a:pt x="276358" y="10231"/>
                    <a:pt x="276358" y="22441"/>
                  </a:cubicBezTo>
                  <a:cubicBezTo>
                    <a:pt x="276358" y="34650"/>
                    <a:pt x="266459" y="44549"/>
                    <a:pt x="254250" y="44549"/>
                  </a:cubicBezTo>
                  <a:cubicBezTo>
                    <a:pt x="242040" y="44549"/>
                    <a:pt x="232141" y="34650"/>
                    <a:pt x="232141" y="22441"/>
                  </a:cubicBezTo>
                  <a:cubicBezTo>
                    <a:pt x="232141" y="10231"/>
                    <a:pt x="242040" y="332"/>
                    <a:pt x="254250" y="332"/>
                  </a:cubicBezTo>
                  <a:close/>
                  <a:moveTo>
                    <a:pt x="132653" y="332"/>
                  </a:moveTo>
                  <a:cubicBezTo>
                    <a:pt x="144862" y="332"/>
                    <a:pt x="154761" y="10231"/>
                    <a:pt x="154761" y="22441"/>
                  </a:cubicBezTo>
                  <a:cubicBezTo>
                    <a:pt x="154761" y="34650"/>
                    <a:pt x="144862" y="44549"/>
                    <a:pt x="132653" y="44549"/>
                  </a:cubicBezTo>
                  <a:cubicBezTo>
                    <a:pt x="120443" y="44549"/>
                    <a:pt x="110544" y="34650"/>
                    <a:pt x="110544" y="22441"/>
                  </a:cubicBezTo>
                  <a:cubicBezTo>
                    <a:pt x="110544" y="10231"/>
                    <a:pt x="120443" y="332"/>
                    <a:pt x="132653" y="332"/>
                  </a:cubicBezTo>
                  <a:close/>
                  <a:moveTo>
                    <a:pt x="193783" y="0"/>
                  </a:moveTo>
                  <a:cubicBezTo>
                    <a:pt x="205992" y="0"/>
                    <a:pt x="215891" y="9899"/>
                    <a:pt x="215891" y="22109"/>
                  </a:cubicBezTo>
                  <a:cubicBezTo>
                    <a:pt x="215891" y="34318"/>
                    <a:pt x="205992" y="44217"/>
                    <a:pt x="193783" y="44217"/>
                  </a:cubicBezTo>
                  <a:cubicBezTo>
                    <a:pt x="181573" y="44217"/>
                    <a:pt x="171674" y="34318"/>
                    <a:pt x="171674" y="22109"/>
                  </a:cubicBezTo>
                  <a:cubicBezTo>
                    <a:pt x="171674" y="9899"/>
                    <a:pt x="181573" y="0"/>
                    <a:pt x="193783" y="0"/>
                  </a:cubicBezTo>
                  <a:close/>
                </a:path>
              </a:pathLst>
            </a:custGeom>
            <a:solidFill>
              <a:schemeClr val="bg1"/>
            </a:solidFill>
            <a:ln w="5507" cap="flat">
              <a:noFill/>
              <a:prstDash val="solid"/>
              <a:miter/>
            </a:ln>
          </p:spPr>
          <p:txBody>
            <a:bodyPr wrap="square" rtlCol="0" anchor="ctr">
              <a:noAutofit/>
            </a:bodyPr>
            <a:lstStyle/>
            <a:p>
              <a:endParaRPr lang="en-US"/>
            </a:p>
          </p:txBody>
        </p:sp>
      </p:grpSp>
      <p:grpSp>
        <p:nvGrpSpPr>
          <p:cNvPr id="132" name="Group 131">
            <a:extLst>
              <a:ext uri="{FF2B5EF4-FFF2-40B4-BE49-F238E27FC236}">
                <a16:creationId xmlns:a16="http://schemas.microsoft.com/office/drawing/2014/main" id="{25440581-43CF-E983-3BD7-7FD21C146D11}"/>
              </a:ext>
              <a:ext uri="{C183D7F6-B498-43B3-948B-1728B52AA6E4}">
                <adec:decorative xmlns:adec="http://schemas.microsoft.com/office/drawing/2017/decorative" val="1"/>
              </a:ext>
            </a:extLst>
          </p:cNvPr>
          <p:cNvGrpSpPr>
            <a:grpSpLocks noChangeAspect="1"/>
          </p:cNvGrpSpPr>
          <p:nvPr/>
        </p:nvGrpSpPr>
        <p:grpSpPr>
          <a:xfrm>
            <a:off x="10252212" y="4343071"/>
            <a:ext cx="512806" cy="457200"/>
            <a:chOff x="10252212" y="4343071"/>
            <a:chExt cx="512806" cy="457200"/>
          </a:xfrm>
          <a:solidFill>
            <a:srgbClr val="FF0000"/>
          </a:solidFill>
        </p:grpSpPr>
        <p:sp>
          <p:nvSpPr>
            <p:cNvPr id="2483" name="Freeform: Shape 2482">
              <a:extLst>
                <a:ext uri="{FF2B5EF4-FFF2-40B4-BE49-F238E27FC236}">
                  <a16:creationId xmlns:a16="http://schemas.microsoft.com/office/drawing/2014/main" id="{F9991D3C-B07D-71E1-3967-315A08CE945E}"/>
                </a:ext>
                <a:ext uri="{C183D7F6-B498-43B3-948B-1728B52AA6E4}">
                  <adec:decorative xmlns:adec="http://schemas.microsoft.com/office/drawing/2017/decorative" val="1"/>
                </a:ext>
              </a:extLst>
            </p:cNvPr>
            <p:cNvSpPr/>
            <p:nvPr/>
          </p:nvSpPr>
          <p:spPr>
            <a:xfrm>
              <a:off x="10258391" y="4343071"/>
              <a:ext cx="506627" cy="451022"/>
            </a:xfrm>
            <a:custGeom>
              <a:avLst/>
              <a:gdLst>
                <a:gd name="connsiteX0" fmla="*/ 363444 w 906457"/>
                <a:gd name="connsiteY0" fmla="*/ 564665 h 806969"/>
                <a:gd name="connsiteX1" fmla="*/ 342145 w 906457"/>
                <a:gd name="connsiteY1" fmla="*/ 585964 h 806969"/>
                <a:gd name="connsiteX2" fmla="*/ 363444 w 906457"/>
                <a:gd name="connsiteY2" fmla="*/ 607263 h 806969"/>
                <a:gd name="connsiteX3" fmla="*/ 384743 w 906457"/>
                <a:gd name="connsiteY3" fmla="*/ 585964 h 806969"/>
                <a:gd name="connsiteX4" fmla="*/ 363444 w 906457"/>
                <a:gd name="connsiteY4" fmla="*/ 564665 h 806969"/>
                <a:gd name="connsiteX5" fmla="*/ 343285 w 906457"/>
                <a:gd name="connsiteY5" fmla="*/ 430245 h 806969"/>
                <a:gd name="connsiteX6" fmla="*/ 387067 w 906457"/>
                <a:gd name="connsiteY6" fmla="*/ 430245 h 806969"/>
                <a:gd name="connsiteX7" fmla="*/ 387067 w 906457"/>
                <a:gd name="connsiteY7" fmla="*/ 551315 h 806969"/>
                <a:gd name="connsiteX8" fmla="*/ 394864 w 906457"/>
                <a:gd name="connsiteY8" fmla="*/ 554545 h 806969"/>
                <a:gd name="connsiteX9" fmla="*/ 407878 w 906457"/>
                <a:gd name="connsiteY9" fmla="*/ 585964 h 806969"/>
                <a:gd name="connsiteX10" fmla="*/ 363444 w 906457"/>
                <a:gd name="connsiteY10" fmla="*/ 630398 h 806969"/>
                <a:gd name="connsiteX11" fmla="*/ 319010 w 906457"/>
                <a:gd name="connsiteY11" fmla="*/ 585964 h 806969"/>
                <a:gd name="connsiteX12" fmla="*/ 332025 w 906457"/>
                <a:gd name="connsiteY12" fmla="*/ 554545 h 806969"/>
                <a:gd name="connsiteX13" fmla="*/ 343285 w 906457"/>
                <a:gd name="connsiteY13" fmla="*/ 549880 h 806969"/>
                <a:gd name="connsiteX14" fmla="*/ 364131 w 906457"/>
                <a:gd name="connsiteY14" fmla="*/ 342363 h 806969"/>
                <a:gd name="connsiteX15" fmla="*/ 462975 w 906457"/>
                <a:gd name="connsiteY15" fmla="*/ 377847 h 806969"/>
                <a:gd name="connsiteX16" fmla="*/ 477667 w 906457"/>
                <a:gd name="connsiteY16" fmla="*/ 394817 h 806969"/>
                <a:gd name="connsiteX17" fmla="*/ 480111 w 906457"/>
                <a:gd name="connsiteY17" fmla="*/ 397261 h 806969"/>
                <a:gd name="connsiteX18" fmla="*/ 479935 w 906457"/>
                <a:gd name="connsiteY18" fmla="*/ 397437 h 806969"/>
                <a:gd name="connsiteX19" fmla="*/ 497026 w 906457"/>
                <a:gd name="connsiteY19" fmla="*/ 417178 h 806969"/>
                <a:gd name="connsiteX20" fmla="*/ 516366 w 906457"/>
                <a:gd name="connsiteY20" fmla="*/ 466438 h 806969"/>
                <a:gd name="connsiteX21" fmla="*/ 519519 w 906457"/>
                <a:gd name="connsiteY21" fmla="*/ 497719 h 806969"/>
                <a:gd name="connsiteX22" fmla="*/ 515796 w 906457"/>
                <a:gd name="connsiteY22" fmla="*/ 497719 h 806969"/>
                <a:gd name="connsiteX23" fmla="*/ 515796 w 906457"/>
                <a:gd name="connsiteY23" fmla="*/ 497875 h 806969"/>
                <a:gd name="connsiteX24" fmla="*/ 475729 w 906457"/>
                <a:gd name="connsiteY24" fmla="*/ 497875 h 806969"/>
                <a:gd name="connsiteX25" fmla="*/ 475729 w 906457"/>
                <a:gd name="connsiteY25" fmla="*/ 475438 h 806969"/>
                <a:gd name="connsiteX26" fmla="*/ 495078 w 906457"/>
                <a:gd name="connsiteY26" fmla="*/ 475438 h 806969"/>
                <a:gd name="connsiteX27" fmla="*/ 494622 w 906457"/>
                <a:gd name="connsiteY27" fmla="*/ 470910 h 806969"/>
                <a:gd name="connsiteX28" fmla="*/ 483483 w 906457"/>
                <a:gd name="connsiteY28" fmla="*/ 438557 h 806969"/>
                <a:gd name="connsiteX29" fmla="*/ 465623 w 906457"/>
                <a:gd name="connsiteY29" fmla="*/ 411750 h 806969"/>
                <a:gd name="connsiteX30" fmla="*/ 448728 w 906457"/>
                <a:gd name="connsiteY30" fmla="*/ 428645 h 806969"/>
                <a:gd name="connsiteX31" fmla="*/ 432862 w 906457"/>
                <a:gd name="connsiteY31" fmla="*/ 412779 h 806969"/>
                <a:gd name="connsiteX32" fmla="*/ 449149 w 906457"/>
                <a:gd name="connsiteY32" fmla="*/ 396492 h 806969"/>
                <a:gd name="connsiteX33" fmla="*/ 439926 w 906457"/>
                <a:gd name="connsiteY33" fmla="*/ 388211 h 806969"/>
                <a:gd name="connsiteX34" fmla="*/ 409929 w 906457"/>
                <a:gd name="connsiteY34" fmla="*/ 372640 h 806969"/>
                <a:gd name="connsiteX35" fmla="*/ 375350 w 906457"/>
                <a:gd name="connsiteY35" fmla="*/ 366538 h 806969"/>
                <a:gd name="connsiteX36" fmla="*/ 375350 w 906457"/>
                <a:gd name="connsiteY36" fmla="*/ 386855 h 806969"/>
                <a:gd name="connsiteX37" fmla="*/ 352913 w 906457"/>
                <a:gd name="connsiteY37" fmla="*/ 386855 h 806969"/>
                <a:gd name="connsiteX38" fmla="*/ 352913 w 906457"/>
                <a:gd name="connsiteY38" fmla="*/ 366537 h 806969"/>
                <a:gd name="connsiteX39" fmla="*/ 318333 w 906457"/>
                <a:gd name="connsiteY39" fmla="*/ 372640 h 806969"/>
                <a:gd name="connsiteX40" fmla="*/ 288336 w 906457"/>
                <a:gd name="connsiteY40" fmla="*/ 388211 h 806969"/>
                <a:gd name="connsiteX41" fmla="*/ 279034 w 906457"/>
                <a:gd name="connsiteY41" fmla="*/ 396563 h 806969"/>
                <a:gd name="connsiteX42" fmla="*/ 295840 w 906457"/>
                <a:gd name="connsiteY42" fmla="*/ 413370 h 806969"/>
                <a:gd name="connsiteX43" fmla="*/ 279975 w 906457"/>
                <a:gd name="connsiteY43" fmla="*/ 429235 h 806969"/>
                <a:gd name="connsiteX44" fmla="*/ 262580 w 906457"/>
                <a:gd name="connsiteY44" fmla="*/ 411840 h 806969"/>
                <a:gd name="connsiteX45" fmla="*/ 244779 w 906457"/>
                <a:gd name="connsiteY45" fmla="*/ 438557 h 806969"/>
                <a:gd name="connsiteX46" fmla="*/ 233640 w 906457"/>
                <a:gd name="connsiteY46" fmla="*/ 470910 h 806969"/>
                <a:gd name="connsiteX47" fmla="*/ 233184 w 906457"/>
                <a:gd name="connsiteY47" fmla="*/ 475437 h 806969"/>
                <a:gd name="connsiteX48" fmla="*/ 253172 w 906457"/>
                <a:gd name="connsiteY48" fmla="*/ 475437 h 806969"/>
                <a:gd name="connsiteX49" fmla="*/ 253172 w 906457"/>
                <a:gd name="connsiteY49" fmla="*/ 497874 h 806969"/>
                <a:gd name="connsiteX50" fmla="*/ 219860 w 906457"/>
                <a:gd name="connsiteY50" fmla="*/ 497874 h 806969"/>
                <a:gd name="connsiteX51" fmla="*/ 219860 w 906457"/>
                <a:gd name="connsiteY51" fmla="*/ 497719 h 806969"/>
                <a:gd name="connsiteX52" fmla="*/ 208743 w 906457"/>
                <a:gd name="connsiteY52" fmla="*/ 497719 h 806969"/>
                <a:gd name="connsiteX53" fmla="*/ 211896 w 906457"/>
                <a:gd name="connsiteY53" fmla="*/ 466438 h 806969"/>
                <a:gd name="connsiteX54" fmla="*/ 364131 w 906457"/>
                <a:gd name="connsiteY54" fmla="*/ 342363 h 806969"/>
                <a:gd name="connsiteX55" fmla="*/ 364131 w 906457"/>
                <a:gd name="connsiteY55" fmla="*/ 320331 h 806969"/>
                <a:gd name="connsiteX56" fmla="*/ 186707 w 906457"/>
                <a:gd name="connsiteY56" fmla="*/ 497899 h 806969"/>
                <a:gd name="connsiteX57" fmla="*/ 364131 w 906457"/>
                <a:gd name="connsiteY57" fmla="*/ 675467 h 806969"/>
                <a:gd name="connsiteX58" fmla="*/ 541555 w 906457"/>
                <a:gd name="connsiteY58" fmla="*/ 497899 h 806969"/>
                <a:gd name="connsiteX59" fmla="*/ 364131 w 906457"/>
                <a:gd name="connsiteY59" fmla="*/ 320331 h 806969"/>
                <a:gd name="connsiteX60" fmla="*/ 364132 w 906457"/>
                <a:gd name="connsiteY60" fmla="*/ 275858 h 806969"/>
                <a:gd name="connsiteX61" fmla="*/ 586029 w 906457"/>
                <a:gd name="connsiteY61" fmla="*/ 497899 h 806969"/>
                <a:gd name="connsiteX62" fmla="*/ 364132 w 906457"/>
                <a:gd name="connsiteY62" fmla="*/ 719940 h 806969"/>
                <a:gd name="connsiteX63" fmla="*/ 142235 w 906457"/>
                <a:gd name="connsiteY63" fmla="*/ 497899 h 806969"/>
                <a:gd name="connsiteX64" fmla="*/ 364132 w 906457"/>
                <a:gd name="connsiteY64" fmla="*/ 275858 h 806969"/>
                <a:gd name="connsiteX65" fmla="*/ 68261 w 906457"/>
                <a:gd name="connsiteY65" fmla="*/ 44217 h 806969"/>
                <a:gd name="connsiteX66" fmla="*/ 44272 w 906457"/>
                <a:gd name="connsiteY66" fmla="*/ 68205 h 806969"/>
                <a:gd name="connsiteX67" fmla="*/ 44272 w 906457"/>
                <a:gd name="connsiteY67" fmla="*/ 187924 h 806969"/>
                <a:gd name="connsiteX68" fmla="*/ 862240 w 906457"/>
                <a:gd name="connsiteY68" fmla="*/ 187924 h 806969"/>
                <a:gd name="connsiteX69" fmla="*/ 862240 w 906457"/>
                <a:gd name="connsiteY69" fmla="*/ 44217 h 806969"/>
                <a:gd name="connsiteX70" fmla="*/ 68205 w 906457"/>
                <a:gd name="connsiteY70" fmla="*/ 0 h 806969"/>
                <a:gd name="connsiteX71" fmla="*/ 906457 w 906457"/>
                <a:gd name="connsiteY71" fmla="*/ 0 h 806969"/>
                <a:gd name="connsiteX72" fmla="*/ 906457 w 906457"/>
                <a:gd name="connsiteY72" fmla="*/ 738764 h 806969"/>
                <a:gd name="connsiteX73" fmla="*/ 838252 w 906457"/>
                <a:gd name="connsiteY73" fmla="*/ 806969 h 806969"/>
                <a:gd name="connsiteX74" fmla="*/ 88435 w 906457"/>
                <a:gd name="connsiteY74" fmla="*/ 806969 h 806969"/>
                <a:gd name="connsiteX75" fmla="*/ 88435 w 906457"/>
                <a:gd name="connsiteY75" fmla="*/ 762752 h 806969"/>
                <a:gd name="connsiteX76" fmla="*/ 838252 w 906457"/>
                <a:gd name="connsiteY76" fmla="*/ 762752 h 806969"/>
                <a:gd name="connsiteX77" fmla="*/ 862240 w 906457"/>
                <a:gd name="connsiteY77" fmla="*/ 738764 h 806969"/>
                <a:gd name="connsiteX78" fmla="*/ 862240 w 906457"/>
                <a:gd name="connsiteY78" fmla="*/ 232141 h 806969"/>
                <a:gd name="connsiteX79" fmla="*/ 44272 w 906457"/>
                <a:gd name="connsiteY79" fmla="*/ 232141 h 806969"/>
                <a:gd name="connsiteX80" fmla="*/ 44272 w 906457"/>
                <a:gd name="connsiteY80" fmla="*/ 718534 h 806969"/>
                <a:gd name="connsiteX81" fmla="*/ 0 w 906457"/>
                <a:gd name="connsiteY81" fmla="*/ 718534 h 806969"/>
                <a:gd name="connsiteX82" fmla="*/ 0 w 906457"/>
                <a:gd name="connsiteY82" fmla="*/ 68205 h 806969"/>
                <a:gd name="connsiteX83" fmla="*/ 68205 w 906457"/>
                <a:gd name="connsiteY83" fmla="*/ 0 h 80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06457" h="806969">
                  <a:moveTo>
                    <a:pt x="363444" y="564665"/>
                  </a:moveTo>
                  <a:cubicBezTo>
                    <a:pt x="351681" y="564665"/>
                    <a:pt x="342145" y="574201"/>
                    <a:pt x="342145" y="585964"/>
                  </a:cubicBezTo>
                  <a:cubicBezTo>
                    <a:pt x="342145" y="597727"/>
                    <a:pt x="351681" y="607263"/>
                    <a:pt x="363444" y="607263"/>
                  </a:cubicBezTo>
                  <a:cubicBezTo>
                    <a:pt x="375207" y="607263"/>
                    <a:pt x="384743" y="597727"/>
                    <a:pt x="384743" y="585964"/>
                  </a:cubicBezTo>
                  <a:cubicBezTo>
                    <a:pt x="384743" y="574201"/>
                    <a:pt x="375207" y="564665"/>
                    <a:pt x="363444" y="564665"/>
                  </a:cubicBezTo>
                  <a:close/>
                  <a:moveTo>
                    <a:pt x="343285" y="430245"/>
                  </a:moveTo>
                  <a:lnTo>
                    <a:pt x="387067" y="430245"/>
                  </a:lnTo>
                  <a:lnTo>
                    <a:pt x="387067" y="551315"/>
                  </a:lnTo>
                  <a:lnTo>
                    <a:pt x="394864" y="554545"/>
                  </a:lnTo>
                  <a:cubicBezTo>
                    <a:pt x="402905" y="562586"/>
                    <a:pt x="407878" y="573694"/>
                    <a:pt x="407878" y="585964"/>
                  </a:cubicBezTo>
                  <a:cubicBezTo>
                    <a:pt x="407878" y="610504"/>
                    <a:pt x="387984" y="630398"/>
                    <a:pt x="363444" y="630398"/>
                  </a:cubicBezTo>
                  <a:cubicBezTo>
                    <a:pt x="338904" y="630398"/>
                    <a:pt x="319010" y="610504"/>
                    <a:pt x="319010" y="585964"/>
                  </a:cubicBezTo>
                  <a:cubicBezTo>
                    <a:pt x="319010" y="573694"/>
                    <a:pt x="323984" y="562586"/>
                    <a:pt x="332025" y="554545"/>
                  </a:cubicBezTo>
                  <a:lnTo>
                    <a:pt x="343285" y="549880"/>
                  </a:lnTo>
                  <a:close/>
                  <a:moveTo>
                    <a:pt x="364131" y="342363"/>
                  </a:moveTo>
                  <a:cubicBezTo>
                    <a:pt x="401678" y="342363"/>
                    <a:pt x="436114" y="355679"/>
                    <a:pt x="462975" y="377847"/>
                  </a:cubicBezTo>
                  <a:lnTo>
                    <a:pt x="477667" y="394817"/>
                  </a:lnTo>
                  <a:lnTo>
                    <a:pt x="480111" y="397261"/>
                  </a:lnTo>
                  <a:lnTo>
                    <a:pt x="479935" y="397437"/>
                  </a:lnTo>
                  <a:lnTo>
                    <a:pt x="497026" y="417178"/>
                  </a:lnTo>
                  <a:cubicBezTo>
                    <a:pt x="506111" y="432129"/>
                    <a:pt x="512743" y="448735"/>
                    <a:pt x="516366" y="466438"/>
                  </a:cubicBezTo>
                  <a:lnTo>
                    <a:pt x="519519" y="497719"/>
                  </a:lnTo>
                  <a:lnTo>
                    <a:pt x="515796" y="497719"/>
                  </a:lnTo>
                  <a:lnTo>
                    <a:pt x="515796" y="497875"/>
                  </a:lnTo>
                  <a:lnTo>
                    <a:pt x="475729" y="497875"/>
                  </a:lnTo>
                  <a:lnTo>
                    <a:pt x="475729" y="475438"/>
                  </a:lnTo>
                  <a:lnTo>
                    <a:pt x="495078" y="475438"/>
                  </a:lnTo>
                  <a:lnTo>
                    <a:pt x="494622" y="470910"/>
                  </a:lnTo>
                  <a:cubicBezTo>
                    <a:pt x="492293" y="459530"/>
                    <a:pt x="488513" y="448678"/>
                    <a:pt x="483483" y="438557"/>
                  </a:cubicBezTo>
                  <a:lnTo>
                    <a:pt x="465623" y="411750"/>
                  </a:lnTo>
                  <a:lnTo>
                    <a:pt x="448728" y="428645"/>
                  </a:lnTo>
                  <a:lnTo>
                    <a:pt x="432862" y="412779"/>
                  </a:lnTo>
                  <a:lnTo>
                    <a:pt x="449149" y="396492"/>
                  </a:lnTo>
                  <a:lnTo>
                    <a:pt x="439926" y="388211"/>
                  </a:lnTo>
                  <a:cubicBezTo>
                    <a:pt x="430705" y="381819"/>
                    <a:pt x="420639" y="376561"/>
                    <a:pt x="409929" y="372640"/>
                  </a:cubicBezTo>
                  <a:lnTo>
                    <a:pt x="375350" y="366538"/>
                  </a:lnTo>
                  <a:lnTo>
                    <a:pt x="375350" y="386855"/>
                  </a:lnTo>
                  <a:lnTo>
                    <a:pt x="352913" y="386855"/>
                  </a:lnTo>
                  <a:lnTo>
                    <a:pt x="352913" y="366537"/>
                  </a:lnTo>
                  <a:lnTo>
                    <a:pt x="318333" y="372640"/>
                  </a:lnTo>
                  <a:cubicBezTo>
                    <a:pt x="307623" y="376561"/>
                    <a:pt x="297557" y="381819"/>
                    <a:pt x="288336" y="388211"/>
                  </a:cubicBezTo>
                  <a:lnTo>
                    <a:pt x="279034" y="396563"/>
                  </a:lnTo>
                  <a:lnTo>
                    <a:pt x="295840" y="413370"/>
                  </a:lnTo>
                  <a:lnTo>
                    <a:pt x="279975" y="429235"/>
                  </a:lnTo>
                  <a:lnTo>
                    <a:pt x="262580" y="411840"/>
                  </a:lnTo>
                  <a:lnTo>
                    <a:pt x="244779" y="438557"/>
                  </a:lnTo>
                  <a:cubicBezTo>
                    <a:pt x="239749" y="448678"/>
                    <a:pt x="235969" y="459530"/>
                    <a:pt x="233640" y="470910"/>
                  </a:cubicBezTo>
                  <a:lnTo>
                    <a:pt x="233184" y="475437"/>
                  </a:lnTo>
                  <a:lnTo>
                    <a:pt x="253172" y="475437"/>
                  </a:lnTo>
                  <a:lnTo>
                    <a:pt x="253172" y="497874"/>
                  </a:lnTo>
                  <a:lnTo>
                    <a:pt x="219860" y="497874"/>
                  </a:lnTo>
                  <a:lnTo>
                    <a:pt x="219860" y="497719"/>
                  </a:lnTo>
                  <a:lnTo>
                    <a:pt x="208743" y="497719"/>
                  </a:lnTo>
                  <a:lnTo>
                    <a:pt x="211896" y="466438"/>
                  </a:lnTo>
                  <a:cubicBezTo>
                    <a:pt x="226386" y="395628"/>
                    <a:pt x="289038" y="342363"/>
                    <a:pt x="364131" y="342363"/>
                  </a:cubicBezTo>
                  <a:close/>
                  <a:moveTo>
                    <a:pt x="364131" y="320331"/>
                  </a:moveTo>
                  <a:cubicBezTo>
                    <a:pt x="266142" y="320331"/>
                    <a:pt x="186707" y="399831"/>
                    <a:pt x="186707" y="497899"/>
                  </a:cubicBezTo>
                  <a:cubicBezTo>
                    <a:pt x="186707" y="595967"/>
                    <a:pt x="266142" y="675467"/>
                    <a:pt x="364131" y="675467"/>
                  </a:cubicBezTo>
                  <a:cubicBezTo>
                    <a:pt x="462120" y="675467"/>
                    <a:pt x="541555" y="595967"/>
                    <a:pt x="541555" y="497899"/>
                  </a:cubicBezTo>
                  <a:cubicBezTo>
                    <a:pt x="541555" y="399831"/>
                    <a:pt x="462120" y="320331"/>
                    <a:pt x="364131" y="320331"/>
                  </a:cubicBezTo>
                  <a:close/>
                  <a:moveTo>
                    <a:pt x="364132" y="275858"/>
                  </a:moveTo>
                  <a:cubicBezTo>
                    <a:pt x="486682" y="275858"/>
                    <a:pt x="586029" y="375269"/>
                    <a:pt x="586029" y="497899"/>
                  </a:cubicBezTo>
                  <a:cubicBezTo>
                    <a:pt x="586029" y="620529"/>
                    <a:pt x="486682" y="719940"/>
                    <a:pt x="364132" y="719940"/>
                  </a:cubicBezTo>
                  <a:cubicBezTo>
                    <a:pt x="241582" y="719940"/>
                    <a:pt x="142235" y="620529"/>
                    <a:pt x="142235" y="497899"/>
                  </a:cubicBezTo>
                  <a:cubicBezTo>
                    <a:pt x="142235" y="375269"/>
                    <a:pt x="241582" y="275858"/>
                    <a:pt x="364132" y="275858"/>
                  </a:cubicBezTo>
                  <a:close/>
                  <a:moveTo>
                    <a:pt x="68261" y="44217"/>
                  </a:moveTo>
                  <a:cubicBezTo>
                    <a:pt x="55050" y="44217"/>
                    <a:pt x="44272" y="54996"/>
                    <a:pt x="44272" y="68205"/>
                  </a:cubicBezTo>
                  <a:lnTo>
                    <a:pt x="44272" y="187924"/>
                  </a:lnTo>
                  <a:lnTo>
                    <a:pt x="862240" y="187924"/>
                  </a:lnTo>
                  <a:lnTo>
                    <a:pt x="862240" y="44217"/>
                  </a:lnTo>
                  <a:close/>
                  <a:moveTo>
                    <a:pt x="68205" y="0"/>
                  </a:moveTo>
                  <a:lnTo>
                    <a:pt x="906457" y="0"/>
                  </a:lnTo>
                  <a:lnTo>
                    <a:pt x="906457" y="738764"/>
                  </a:lnTo>
                  <a:cubicBezTo>
                    <a:pt x="906457" y="776404"/>
                    <a:pt x="875836" y="806969"/>
                    <a:pt x="838252" y="806969"/>
                  </a:cubicBezTo>
                  <a:lnTo>
                    <a:pt x="88435" y="806969"/>
                  </a:lnTo>
                  <a:lnTo>
                    <a:pt x="88435" y="762752"/>
                  </a:lnTo>
                  <a:lnTo>
                    <a:pt x="838252" y="762752"/>
                  </a:lnTo>
                  <a:cubicBezTo>
                    <a:pt x="851462" y="762752"/>
                    <a:pt x="862240" y="751973"/>
                    <a:pt x="862240" y="738764"/>
                  </a:cubicBezTo>
                  <a:lnTo>
                    <a:pt x="862240" y="232141"/>
                  </a:lnTo>
                  <a:lnTo>
                    <a:pt x="44272" y="232141"/>
                  </a:lnTo>
                  <a:lnTo>
                    <a:pt x="44272" y="718534"/>
                  </a:lnTo>
                  <a:lnTo>
                    <a:pt x="0" y="718534"/>
                  </a:lnTo>
                  <a:lnTo>
                    <a:pt x="0" y="68205"/>
                  </a:lnTo>
                  <a:cubicBezTo>
                    <a:pt x="0" y="30565"/>
                    <a:pt x="30621" y="0"/>
                    <a:pt x="68205" y="0"/>
                  </a:cubicBez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sz="800">
                <a:latin typeface="IntelOne Display Regular" panose="020B0503020203020204" pitchFamily="34" charset="0"/>
              </a:endParaRPr>
            </a:p>
          </p:txBody>
        </p:sp>
        <p:sp>
          <p:nvSpPr>
            <p:cNvPr id="2484" name="Freeform: Shape 2483">
              <a:extLst>
                <a:ext uri="{FF2B5EF4-FFF2-40B4-BE49-F238E27FC236}">
                  <a16:creationId xmlns:a16="http://schemas.microsoft.com/office/drawing/2014/main" id="{E751995F-1095-1D63-2677-582EFCC3C802}"/>
                </a:ext>
                <a:ext uri="{C183D7F6-B498-43B3-948B-1728B52AA6E4}">
                  <adec:decorative xmlns:adec="http://schemas.microsoft.com/office/drawing/2017/decorative" val="1"/>
                </a:ext>
              </a:extLst>
            </p:cNvPr>
            <p:cNvSpPr/>
            <p:nvPr/>
          </p:nvSpPr>
          <p:spPr>
            <a:xfrm>
              <a:off x="10252212" y="4395402"/>
              <a:ext cx="457200" cy="404869"/>
            </a:xfrm>
            <a:custGeom>
              <a:avLst/>
              <a:gdLst>
                <a:gd name="connsiteX0" fmla="*/ 0 w 818022"/>
                <a:gd name="connsiteY0" fmla="*/ 658066 h 724392"/>
                <a:gd name="connsiteX1" fmla="*/ 66326 w 818022"/>
                <a:gd name="connsiteY1" fmla="*/ 658066 h 724392"/>
                <a:gd name="connsiteX2" fmla="*/ 66326 w 818022"/>
                <a:gd name="connsiteY2" fmla="*/ 724392 h 724392"/>
                <a:gd name="connsiteX3" fmla="*/ 0 w 818022"/>
                <a:gd name="connsiteY3" fmla="*/ 724392 h 724392"/>
                <a:gd name="connsiteX4" fmla="*/ 707172 w 818022"/>
                <a:gd name="connsiteY4" fmla="*/ 508833 h 724392"/>
                <a:gd name="connsiteX5" fmla="*/ 795607 w 818022"/>
                <a:gd name="connsiteY5" fmla="*/ 508833 h 724392"/>
                <a:gd name="connsiteX6" fmla="*/ 806661 w 818022"/>
                <a:gd name="connsiteY6" fmla="*/ 519888 h 724392"/>
                <a:gd name="connsiteX7" fmla="*/ 806661 w 818022"/>
                <a:gd name="connsiteY7" fmla="*/ 608323 h 724392"/>
                <a:gd name="connsiteX8" fmla="*/ 795607 w 818022"/>
                <a:gd name="connsiteY8" fmla="*/ 619377 h 724392"/>
                <a:gd name="connsiteX9" fmla="*/ 707172 w 818022"/>
                <a:gd name="connsiteY9" fmla="*/ 619377 h 724392"/>
                <a:gd name="connsiteX10" fmla="*/ 696117 w 818022"/>
                <a:gd name="connsiteY10" fmla="*/ 608323 h 724392"/>
                <a:gd name="connsiteX11" fmla="*/ 696117 w 818022"/>
                <a:gd name="connsiteY11" fmla="*/ 519888 h 724392"/>
                <a:gd name="connsiteX12" fmla="*/ 707172 w 818022"/>
                <a:gd name="connsiteY12" fmla="*/ 508833 h 724392"/>
                <a:gd name="connsiteX13" fmla="*/ 707172 w 818022"/>
                <a:gd name="connsiteY13" fmla="*/ 354071 h 724392"/>
                <a:gd name="connsiteX14" fmla="*/ 795607 w 818022"/>
                <a:gd name="connsiteY14" fmla="*/ 354071 h 724392"/>
                <a:gd name="connsiteX15" fmla="*/ 806661 w 818022"/>
                <a:gd name="connsiteY15" fmla="*/ 365126 h 724392"/>
                <a:gd name="connsiteX16" fmla="*/ 806661 w 818022"/>
                <a:gd name="connsiteY16" fmla="*/ 453561 h 724392"/>
                <a:gd name="connsiteX17" fmla="*/ 795607 w 818022"/>
                <a:gd name="connsiteY17" fmla="*/ 464615 h 724392"/>
                <a:gd name="connsiteX18" fmla="*/ 707172 w 818022"/>
                <a:gd name="connsiteY18" fmla="*/ 464615 h 724392"/>
                <a:gd name="connsiteX19" fmla="*/ 696117 w 818022"/>
                <a:gd name="connsiteY19" fmla="*/ 453561 h 724392"/>
                <a:gd name="connsiteX20" fmla="*/ 696117 w 818022"/>
                <a:gd name="connsiteY20" fmla="*/ 365126 h 724392"/>
                <a:gd name="connsiteX21" fmla="*/ 707172 w 818022"/>
                <a:gd name="connsiteY21" fmla="*/ 354071 h 724392"/>
                <a:gd name="connsiteX22" fmla="*/ 707172 w 818022"/>
                <a:gd name="connsiteY22" fmla="*/ 199310 h 724392"/>
                <a:gd name="connsiteX23" fmla="*/ 795607 w 818022"/>
                <a:gd name="connsiteY23" fmla="*/ 199310 h 724392"/>
                <a:gd name="connsiteX24" fmla="*/ 806661 w 818022"/>
                <a:gd name="connsiteY24" fmla="*/ 210365 h 724392"/>
                <a:gd name="connsiteX25" fmla="*/ 806661 w 818022"/>
                <a:gd name="connsiteY25" fmla="*/ 298800 h 724392"/>
                <a:gd name="connsiteX26" fmla="*/ 795607 w 818022"/>
                <a:gd name="connsiteY26" fmla="*/ 309854 h 724392"/>
                <a:gd name="connsiteX27" fmla="*/ 707172 w 818022"/>
                <a:gd name="connsiteY27" fmla="*/ 309854 h 724392"/>
                <a:gd name="connsiteX28" fmla="*/ 696117 w 818022"/>
                <a:gd name="connsiteY28" fmla="*/ 298800 h 724392"/>
                <a:gd name="connsiteX29" fmla="*/ 696117 w 818022"/>
                <a:gd name="connsiteY29" fmla="*/ 210365 h 724392"/>
                <a:gd name="connsiteX30" fmla="*/ 707172 w 818022"/>
                <a:gd name="connsiteY30" fmla="*/ 199310 h 724392"/>
                <a:gd name="connsiteX31" fmla="*/ 320577 w 818022"/>
                <a:gd name="connsiteY31" fmla="*/ 332 h 724392"/>
                <a:gd name="connsiteX32" fmla="*/ 795914 w 818022"/>
                <a:gd name="connsiteY32" fmla="*/ 332 h 724392"/>
                <a:gd name="connsiteX33" fmla="*/ 818022 w 818022"/>
                <a:gd name="connsiteY33" fmla="*/ 22441 h 724392"/>
                <a:gd name="connsiteX34" fmla="*/ 795914 w 818022"/>
                <a:gd name="connsiteY34" fmla="*/ 44549 h 724392"/>
                <a:gd name="connsiteX35" fmla="*/ 320577 w 818022"/>
                <a:gd name="connsiteY35" fmla="*/ 44549 h 724392"/>
                <a:gd name="connsiteX36" fmla="*/ 298468 w 818022"/>
                <a:gd name="connsiteY36" fmla="*/ 22441 h 724392"/>
                <a:gd name="connsiteX37" fmla="*/ 320577 w 818022"/>
                <a:gd name="connsiteY37" fmla="*/ 332 h 724392"/>
                <a:gd name="connsiteX38" fmla="*/ 254250 w 818022"/>
                <a:gd name="connsiteY38" fmla="*/ 332 h 724392"/>
                <a:gd name="connsiteX39" fmla="*/ 276358 w 818022"/>
                <a:gd name="connsiteY39" fmla="*/ 22441 h 724392"/>
                <a:gd name="connsiteX40" fmla="*/ 254250 w 818022"/>
                <a:gd name="connsiteY40" fmla="*/ 44549 h 724392"/>
                <a:gd name="connsiteX41" fmla="*/ 232141 w 818022"/>
                <a:gd name="connsiteY41" fmla="*/ 22441 h 724392"/>
                <a:gd name="connsiteX42" fmla="*/ 254250 w 818022"/>
                <a:gd name="connsiteY42" fmla="*/ 332 h 724392"/>
                <a:gd name="connsiteX43" fmla="*/ 132653 w 818022"/>
                <a:gd name="connsiteY43" fmla="*/ 332 h 724392"/>
                <a:gd name="connsiteX44" fmla="*/ 154761 w 818022"/>
                <a:gd name="connsiteY44" fmla="*/ 22441 h 724392"/>
                <a:gd name="connsiteX45" fmla="*/ 132653 w 818022"/>
                <a:gd name="connsiteY45" fmla="*/ 44549 h 724392"/>
                <a:gd name="connsiteX46" fmla="*/ 110544 w 818022"/>
                <a:gd name="connsiteY46" fmla="*/ 22441 h 724392"/>
                <a:gd name="connsiteX47" fmla="*/ 132653 w 818022"/>
                <a:gd name="connsiteY47" fmla="*/ 332 h 724392"/>
                <a:gd name="connsiteX48" fmla="*/ 193783 w 818022"/>
                <a:gd name="connsiteY48" fmla="*/ 0 h 724392"/>
                <a:gd name="connsiteX49" fmla="*/ 215891 w 818022"/>
                <a:gd name="connsiteY49" fmla="*/ 22109 h 724392"/>
                <a:gd name="connsiteX50" fmla="*/ 193783 w 818022"/>
                <a:gd name="connsiteY50" fmla="*/ 44217 h 724392"/>
                <a:gd name="connsiteX51" fmla="*/ 171674 w 818022"/>
                <a:gd name="connsiteY51" fmla="*/ 22109 h 724392"/>
                <a:gd name="connsiteX52" fmla="*/ 193783 w 818022"/>
                <a:gd name="connsiteY52" fmla="*/ 0 h 7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18022" h="724392">
                  <a:moveTo>
                    <a:pt x="0" y="658066"/>
                  </a:moveTo>
                  <a:lnTo>
                    <a:pt x="66326" y="658066"/>
                  </a:lnTo>
                  <a:lnTo>
                    <a:pt x="66326" y="724392"/>
                  </a:lnTo>
                  <a:lnTo>
                    <a:pt x="0" y="724392"/>
                  </a:lnTo>
                  <a:close/>
                  <a:moveTo>
                    <a:pt x="707172" y="508833"/>
                  </a:moveTo>
                  <a:lnTo>
                    <a:pt x="795607" y="508833"/>
                  </a:lnTo>
                  <a:cubicBezTo>
                    <a:pt x="801712" y="508833"/>
                    <a:pt x="806661" y="513783"/>
                    <a:pt x="806661" y="519888"/>
                  </a:cubicBezTo>
                  <a:lnTo>
                    <a:pt x="806661" y="608323"/>
                  </a:lnTo>
                  <a:cubicBezTo>
                    <a:pt x="806661" y="614428"/>
                    <a:pt x="801712" y="619377"/>
                    <a:pt x="795607" y="619377"/>
                  </a:cubicBezTo>
                  <a:lnTo>
                    <a:pt x="707172" y="619377"/>
                  </a:lnTo>
                  <a:cubicBezTo>
                    <a:pt x="701067" y="619377"/>
                    <a:pt x="696117" y="614428"/>
                    <a:pt x="696117" y="608323"/>
                  </a:cubicBezTo>
                  <a:lnTo>
                    <a:pt x="696117" y="519888"/>
                  </a:lnTo>
                  <a:cubicBezTo>
                    <a:pt x="696117" y="513783"/>
                    <a:pt x="701067" y="508833"/>
                    <a:pt x="707172" y="508833"/>
                  </a:cubicBezTo>
                  <a:close/>
                  <a:moveTo>
                    <a:pt x="707172" y="354071"/>
                  </a:moveTo>
                  <a:lnTo>
                    <a:pt x="795607" y="354071"/>
                  </a:lnTo>
                  <a:cubicBezTo>
                    <a:pt x="801712" y="354071"/>
                    <a:pt x="806661" y="359021"/>
                    <a:pt x="806661" y="365126"/>
                  </a:cubicBezTo>
                  <a:lnTo>
                    <a:pt x="806661" y="453561"/>
                  </a:lnTo>
                  <a:cubicBezTo>
                    <a:pt x="806661" y="459666"/>
                    <a:pt x="801712" y="464615"/>
                    <a:pt x="795607" y="464615"/>
                  </a:cubicBezTo>
                  <a:lnTo>
                    <a:pt x="707172" y="464615"/>
                  </a:lnTo>
                  <a:cubicBezTo>
                    <a:pt x="701067" y="464615"/>
                    <a:pt x="696117" y="459666"/>
                    <a:pt x="696117" y="453561"/>
                  </a:cubicBezTo>
                  <a:lnTo>
                    <a:pt x="696117" y="365126"/>
                  </a:lnTo>
                  <a:cubicBezTo>
                    <a:pt x="696117" y="359021"/>
                    <a:pt x="701067" y="354071"/>
                    <a:pt x="707172" y="354071"/>
                  </a:cubicBezTo>
                  <a:close/>
                  <a:moveTo>
                    <a:pt x="707172" y="199310"/>
                  </a:moveTo>
                  <a:lnTo>
                    <a:pt x="795607" y="199310"/>
                  </a:lnTo>
                  <a:cubicBezTo>
                    <a:pt x="801712" y="199310"/>
                    <a:pt x="806661" y="204260"/>
                    <a:pt x="806661" y="210365"/>
                  </a:cubicBezTo>
                  <a:lnTo>
                    <a:pt x="806661" y="298800"/>
                  </a:lnTo>
                  <a:cubicBezTo>
                    <a:pt x="806661" y="304905"/>
                    <a:pt x="801712" y="309854"/>
                    <a:pt x="795607" y="309854"/>
                  </a:cubicBezTo>
                  <a:lnTo>
                    <a:pt x="707172" y="309854"/>
                  </a:lnTo>
                  <a:cubicBezTo>
                    <a:pt x="701067" y="309854"/>
                    <a:pt x="696117" y="304905"/>
                    <a:pt x="696117" y="298800"/>
                  </a:cubicBezTo>
                  <a:lnTo>
                    <a:pt x="696117" y="210365"/>
                  </a:lnTo>
                  <a:cubicBezTo>
                    <a:pt x="696117" y="204260"/>
                    <a:pt x="701067" y="199310"/>
                    <a:pt x="707172" y="199310"/>
                  </a:cubicBezTo>
                  <a:close/>
                  <a:moveTo>
                    <a:pt x="320577" y="332"/>
                  </a:moveTo>
                  <a:lnTo>
                    <a:pt x="795914" y="332"/>
                  </a:lnTo>
                  <a:cubicBezTo>
                    <a:pt x="808128" y="332"/>
                    <a:pt x="818022" y="10226"/>
                    <a:pt x="818022" y="22441"/>
                  </a:cubicBezTo>
                  <a:cubicBezTo>
                    <a:pt x="818022" y="34655"/>
                    <a:pt x="808128" y="44549"/>
                    <a:pt x="795914" y="44549"/>
                  </a:cubicBezTo>
                  <a:lnTo>
                    <a:pt x="320577" y="44549"/>
                  </a:lnTo>
                  <a:cubicBezTo>
                    <a:pt x="308362" y="44549"/>
                    <a:pt x="298468" y="34655"/>
                    <a:pt x="298468" y="22441"/>
                  </a:cubicBezTo>
                  <a:cubicBezTo>
                    <a:pt x="298468" y="10226"/>
                    <a:pt x="308362" y="332"/>
                    <a:pt x="320577" y="332"/>
                  </a:cubicBezTo>
                  <a:close/>
                  <a:moveTo>
                    <a:pt x="254250" y="332"/>
                  </a:moveTo>
                  <a:cubicBezTo>
                    <a:pt x="266460" y="332"/>
                    <a:pt x="276358" y="10231"/>
                    <a:pt x="276358" y="22441"/>
                  </a:cubicBezTo>
                  <a:cubicBezTo>
                    <a:pt x="276358" y="34650"/>
                    <a:pt x="266460" y="44549"/>
                    <a:pt x="254250" y="44549"/>
                  </a:cubicBezTo>
                  <a:cubicBezTo>
                    <a:pt x="242040" y="44549"/>
                    <a:pt x="232141" y="34650"/>
                    <a:pt x="232141" y="22441"/>
                  </a:cubicBezTo>
                  <a:cubicBezTo>
                    <a:pt x="232141" y="10231"/>
                    <a:pt x="242040" y="332"/>
                    <a:pt x="254250" y="332"/>
                  </a:cubicBezTo>
                  <a:close/>
                  <a:moveTo>
                    <a:pt x="132653" y="332"/>
                  </a:moveTo>
                  <a:cubicBezTo>
                    <a:pt x="144863" y="332"/>
                    <a:pt x="154761" y="10231"/>
                    <a:pt x="154761" y="22441"/>
                  </a:cubicBezTo>
                  <a:cubicBezTo>
                    <a:pt x="154761" y="34650"/>
                    <a:pt x="144863" y="44549"/>
                    <a:pt x="132653" y="44549"/>
                  </a:cubicBezTo>
                  <a:cubicBezTo>
                    <a:pt x="120443" y="44549"/>
                    <a:pt x="110544" y="34650"/>
                    <a:pt x="110544" y="22441"/>
                  </a:cubicBezTo>
                  <a:cubicBezTo>
                    <a:pt x="110544" y="10231"/>
                    <a:pt x="120443" y="332"/>
                    <a:pt x="132653" y="332"/>
                  </a:cubicBezTo>
                  <a:close/>
                  <a:moveTo>
                    <a:pt x="193783" y="0"/>
                  </a:moveTo>
                  <a:cubicBezTo>
                    <a:pt x="205993" y="0"/>
                    <a:pt x="215891" y="9899"/>
                    <a:pt x="215891" y="22109"/>
                  </a:cubicBezTo>
                  <a:cubicBezTo>
                    <a:pt x="215891" y="34318"/>
                    <a:pt x="205993" y="44217"/>
                    <a:pt x="193783" y="44217"/>
                  </a:cubicBezTo>
                  <a:cubicBezTo>
                    <a:pt x="181573" y="44217"/>
                    <a:pt x="171674" y="34318"/>
                    <a:pt x="171674" y="22109"/>
                  </a:cubicBezTo>
                  <a:cubicBezTo>
                    <a:pt x="171674" y="9899"/>
                    <a:pt x="181573" y="0"/>
                    <a:pt x="193783" y="0"/>
                  </a:cubicBezTo>
                  <a:close/>
                </a:path>
              </a:pathLst>
            </a:custGeom>
            <a:solidFill>
              <a:schemeClr val="bg1"/>
            </a:solidFill>
            <a:ln w="5507" cap="flat">
              <a:noFill/>
              <a:prstDash val="solid"/>
              <a:miter/>
            </a:ln>
          </p:spPr>
          <p:txBody>
            <a:bodyPr wrap="square" rtlCol="0" anchor="ctr">
              <a:noAutofit/>
            </a:bodyPr>
            <a:lstStyle/>
            <a:p>
              <a:endParaRPr lang="en-US"/>
            </a:p>
          </p:txBody>
        </p:sp>
      </p:grpSp>
      <p:grpSp>
        <p:nvGrpSpPr>
          <p:cNvPr id="116" name="Group 115">
            <a:extLst>
              <a:ext uri="{FF2B5EF4-FFF2-40B4-BE49-F238E27FC236}">
                <a16:creationId xmlns:a16="http://schemas.microsoft.com/office/drawing/2014/main" id="{6B853FAC-5A8F-2B70-7205-2B8CD6E25F03}"/>
              </a:ext>
              <a:ext uri="{C183D7F6-B498-43B3-948B-1728B52AA6E4}">
                <adec:decorative xmlns:adec="http://schemas.microsoft.com/office/drawing/2017/decorative" val="1"/>
              </a:ext>
            </a:extLst>
          </p:cNvPr>
          <p:cNvGrpSpPr>
            <a:grpSpLocks noChangeAspect="1"/>
          </p:cNvGrpSpPr>
          <p:nvPr/>
        </p:nvGrpSpPr>
        <p:grpSpPr>
          <a:xfrm>
            <a:off x="1988304" y="5049527"/>
            <a:ext cx="486653" cy="457200"/>
            <a:chOff x="1915870" y="5049527"/>
            <a:chExt cx="486653" cy="457200"/>
          </a:xfrm>
          <a:solidFill>
            <a:srgbClr val="FF0000"/>
          </a:solidFill>
        </p:grpSpPr>
        <p:sp>
          <p:nvSpPr>
            <p:cNvPr id="2285" name="Freeform: Shape 2284">
              <a:extLst>
                <a:ext uri="{FF2B5EF4-FFF2-40B4-BE49-F238E27FC236}">
                  <a16:creationId xmlns:a16="http://schemas.microsoft.com/office/drawing/2014/main" id="{B45AD9F6-A6AF-3A2D-7107-DC3820DA20BC}"/>
                </a:ext>
                <a:ext uri="{C183D7F6-B498-43B3-948B-1728B52AA6E4}">
                  <adec:decorative xmlns:adec="http://schemas.microsoft.com/office/drawing/2017/decorative" val="1"/>
                </a:ext>
              </a:extLst>
            </p:cNvPr>
            <p:cNvSpPr/>
            <p:nvPr/>
          </p:nvSpPr>
          <p:spPr>
            <a:xfrm>
              <a:off x="2027659" y="5049527"/>
              <a:ext cx="263077" cy="406629"/>
            </a:xfrm>
            <a:custGeom>
              <a:avLst/>
              <a:gdLst>
                <a:gd name="connsiteX0" fmla="*/ 251390 w 502749"/>
                <a:gd name="connsiteY0" fmla="*/ 68580 h 777083"/>
                <a:gd name="connsiteX1" fmla="*/ 173681 w 502749"/>
                <a:gd name="connsiteY1" fmla="*/ 202896 h 777083"/>
                <a:gd name="connsiteX2" fmla="*/ 194930 w 502749"/>
                <a:gd name="connsiteY2" fmla="*/ 202922 h 777083"/>
                <a:gd name="connsiteX3" fmla="*/ 199459 w 502749"/>
                <a:gd name="connsiteY3" fmla="*/ 203505 h 777083"/>
                <a:gd name="connsiteX4" fmla="*/ 211991 w 502749"/>
                <a:gd name="connsiteY4" fmla="*/ 238397 h 777083"/>
                <a:gd name="connsiteX5" fmla="*/ 206803 w 502749"/>
                <a:gd name="connsiteY5" fmla="*/ 247049 h 777083"/>
                <a:gd name="connsiteX6" fmla="*/ 180879 w 502749"/>
                <a:gd name="connsiteY6" fmla="*/ 291992 h 777083"/>
                <a:gd name="connsiteX7" fmla="*/ 154421 w 502749"/>
                <a:gd name="connsiteY7" fmla="*/ 337674 h 777083"/>
                <a:gd name="connsiteX8" fmla="*/ 127946 w 502749"/>
                <a:gd name="connsiteY8" fmla="*/ 383346 h 777083"/>
                <a:gd name="connsiteX9" fmla="*/ 118333 w 502749"/>
                <a:gd name="connsiteY9" fmla="*/ 400347 h 777083"/>
                <a:gd name="connsiteX10" fmla="*/ 140466 w 502749"/>
                <a:gd name="connsiteY10" fmla="*/ 400343 h 777083"/>
                <a:gd name="connsiteX11" fmla="*/ 160449 w 502749"/>
                <a:gd name="connsiteY11" fmla="*/ 433809 h 777083"/>
                <a:gd name="connsiteX12" fmla="*/ 139872 w 502749"/>
                <a:gd name="connsiteY12" fmla="*/ 469623 h 777083"/>
                <a:gd name="connsiteX13" fmla="*/ 113196 w 502749"/>
                <a:gd name="connsiteY13" fmla="*/ 515698 h 777083"/>
                <a:gd name="connsiteX14" fmla="*/ 86927 w 502749"/>
                <a:gd name="connsiteY14" fmla="*/ 560969 h 777083"/>
                <a:gd name="connsiteX15" fmla="*/ 63049 w 502749"/>
                <a:gd name="connsiteY15" fmla="*/ 602253 h 777083"/>
                <a:gd name="connsiteX16" fmla="*/ 63885 w 502749"/>
                <a:gd name="connsiteY16" fmla="*/ 602419 h 777083"/>
                <a:gd name="connsiteX17" fmla="*/ 241180 w 502749"/>
                <a:gd name="connsiteY17" fmla="*/ 602434 h 777083"/>
                <a:gd name="connsiteX18" fmla="*/ 245766 w 502749"/>
                <a:gd name="connsiteY18" fmla="*/ 601823 h 777083"/>
                <a:gd name="connsiteX19" fmla="*/ 263007 w 502749"/>
                <a:gd name="connsiteY19" fmla="*/ 602461 h 777083"/>
                <a:gd name="connsiteX20" fmla="*/ 439535 w 502749"/>
                <a:gd name="connsiteY20" fmla="*/ 602461 h 777083"/>
                <a:gd name="connsiteX21" fmla="*/ 428474 w 502749"/>
                <a:gd name="connsiteY21" fmla="*/ 582458 h 777083"/>
                <a:gd name="connsiteX22" fmla="*/ 387615 w 502749"/>
                <a:gd name="connsiteY22" fmla="*/ 512207 h 777083"/>
                <a:gd name="connsiteX23" fmla="*/ 364348 w 502749"/>
                <a:gd name="connsiteY23" fmla="*/ 472110 h 777083"/>
                <a:gd name="connsiteX24" fmla="*/ 341937 w 502749"/>
                <a:gd name="connsiteY24" fmla="*/ 432574 h 777083"/>
                <a:gd name="connsiteX25" fmla="*/ 361989 w 502749"/>
                <a:gd name="connsiteY25" fmla="*/ 400330 h 777083"/>
                <a:gd name="connsiteX26" fmla="*/ 383511 w 502749"/>
                <a:gd name="connsiteY26" fmla="*/ 400347 h 777083"/>
                <a:gd name="connsiteX27" fmla="*/ 383477 w 502749"/>
                <a:gd name="connsiteY27" fmla="*/ 398144 h 777083"/>
                <a:gd name="connsiteX28" fmla="*/ 362279 w 502749"/>
                <a:gd name="connsiteY28" fmla="*/ 361622 h 777083"/>
                <a:gd name="connsiteX29" fmla="*/ 336020 w 502749"/>
                <a:gd name="connsiteY29" fmla="*/ 316346 h 777083"/>
                <a:gd name="connsiteX30" fmla="*/ 313266 w 502749"/>
                <a:gd name="connsiteY30" fmla="*/ 277016 h 777083"/>
                <a:gd name="connsiteX31" fmla="*/ 289451 w 502749"/>
                <a:gd name="connsiteY31" fmla="*/ 235092 h 777083"/>
                <a:gd name="connsiteX32" fmla="*/ 309481 w 502749"/>
                <a:gd name="connsiteY32" fmla="*/ 202850 h 777083"/>
                <a:gd name="connsiteX33" fmla="*/ 328966 w 502749"/>
                <a:gd name="connsiteY33" fmla="*/ 202896 h 777083"/>
                <a:gd name="connsiteX34" fmla="*/ 257072 w 502749"/>
                <a:gd name="connsiteY34" fmla="*/ 0 h 777083"/>
                <a:gd name="connsiteX35" fmla="*/ 279677 w 502749"/>
                <a:gd name="connsiteY35" fmla="*/ 25659 h 777083"/>
                <a:gd name="connsiteX36" fmla="*/ 309168 w 502749"/>
                <a:gd name="connsiteY36" fmla="*/ 76464 h 777083"/>
                <a:gd name="connsiteX37" fmla="*/ 335031 w 502749"/>
                <a:gd name="connsiteY37" fmla="*/ 121436 h 777083"/>
                <a:gd name="connsiteX38" fmla="*/ 361465 w 502749"/>
                <a:gd name="connsiteY38" fmla="*/ 167128 h 777083"/>
                <a:gd name="connsiteX39" fmla="*/ 388694 w 502749"/>
                <a:gd name="connsiteY39" fmla="*/ 215019 h 777083"/>
                <a:gd name="connsiteX40" fmla="*/ 374820 w 502749"/>
                <a:gd name="connsiteY40" fmla="*/ 247568 h 777083"/>
                <a:gd name="connsiteX41" fmla="*/ 371111 w 502749"/>
                <a:gd name="connsiteY41" fmla="*/ 247804 h 777083"/>
                <a:gd name="connsiteX42" fmla="*/ 349595 w 502749"/>
                <a:gd name="connsiteY42" fmla="*/ 247813 h 777083"/>
                <a:gd name="connsiteX43" fmla="*/ 358336 w 502749"/>
                <a:gd name="connsiteY43" fmla="*/ 263147 h 777083"/>
                <a:gd name="connsiteX44" fmla="*/ 380885 w 502749"/>
                <a:gd name="connsiteY44" fmla="*/ 302073 h 777083"/>
                <a:gd name="connsiteX45" fmla="*/ 407345 w 502749"/>
                <a:gd name="connsiteY45" fmla="*/ 347751 h 777083"/>
                <a:gd name="connsiteX46" fmla="*/ 433261 w 502749"/>
                <a:gd name="connsiteY46" fmla="*/ 392695 h 777083"/>
                <a:gd name="connsiteX47" fmla="*/ 442098 w 502749"/>
                <a:gd name="connsiteY47" fmla="*/ 407723 h 777083"/>
                <a:gd name="connsiteX48" fmla="*/ 430741 w 502749"/>
                <a:gd name="connsiteY48" fmla="*/ 444558 h 777083"/>
                <a:gd name="connsiteX49" fmla="*/ 426244 w 502749"/>
                <a:gd name="connsiteY49" fmla="*/ 445234 h 777083"/>
                <a:gd name="connsiteX50" fmla="*/ 402114 w 502749"/>
                <a:gd name="connsiteY50" fmla="*/ 445264 h 777083"/>
                <a:gd name="connsiteX51" fmla="*/ 413325 w 502749"/>
                <a:gd name="connsiteY51" fmla="*/ 465033 h 777083"/>
                <a:gd name="connsiteX52" fmla="*/ 439822 w 502749"/>
                <a:gd name="connsiteY52" fmla="*/ 510692 h 777083"/>
                <a:gd name="connsiteX53" fmla="*/ 466252 w 502749"/>
                <a:gd name="connsiteY53" fmla="*/ 556386 h 777083"/>
                <a:gd name="connsiteX54" fmla="*/ 492271 w 502749"/>
                <a:gd name="connsiteY54" fmla="*/ 601787 h 777083"/>
                <a:gd name="connsiteX55" fmla="*/ 501543 w 502749"/>
                <a:gd name="connsiteY55" fmla="*/ 619560 h 777083"/>
                <a:gd name="connsiteX56" fmla="*/ 480721 w 502749"/>
                <a:gd name="connsiteY56" fmla="*/ 648313 h 777083"/>
                <a:gd name="connsiteX57" fmla="*/ 335239 w 502749"/>
                <a:gd name="connsiteY57" fmla="*/ 648330 h 777083"/>
                <a:gd name="connsiteX58" fmla="*/ 276079 w 502749"/>
                <a:gd name="connsiteY58" fmla="*/ 648330 h 777083"/>
                <a:gd name="connsiteX59" fmla="*/ 275860 w 502749"/>
                <a:gd name="connsiteY59" fmla="*/ 756182 h 777083"/>
                <a:gd name="connsiteX60" fmla="*/ 275807 w 502749"/>
                <a:gd name="connsiteY60" fmla="*/ 777083 h 777083"/>
                <a:gd name="connsiteX61" fmla="*/ 229287 w 502749"/>
                <a:gd name="connsiteY61" fmla="*/ 777083 h 777083"/>
                <a:gd name="connsiteX62" fmla="*/ 229287 w 502749"/>
                <a:gd name="connsiteY62" fmla="*/ 648330 h 777083"/>
                <a:gd name="connsiteX63" fmla="*/ 222639 w 502749"/>
                <a:gd name="connsiteY63" fmla="*/ 648330 h 777083"/>
                <a:gd name="connsiteX64" fmla="*/ 24298 w 502749"/>
                <a:gd name="connsiteY64" fmla="*/ 648386 h 777083"/>
                <a:gd name="connsiteX65" fmla="*/ 3702 w 502749"/>
                <a:gd name="connsiteY65" fmla="*/ 637667 h 777083"/>
                <a:gd name="connsiteX66" fmla="*/ 4125 w 502749"/>
                <a:gd name="connsiteY66" fmla="*/ 612061 h 777083"/>
                <a:gd name="connsiteX67" fmla="*/ 30476 w 502749"/>
                <a:gd name="connsiteY67" fmla="*/ 566850 h 777083"/>
                <a:gd name="connsiteX68" fmla="*/ 70825 w 502749"/>
                <a:gd name="connsiteY68" fmla="*/ 497386 h 777083"/>
                <a:gd name="connsiteX69" fmla="*/ 99331 w 502749"/>
                <a:gd name="connsiteY69" fmla="*/ 447591 h 777083"/>
                <a:gd name="connsiteX70" fmla="*/ 100501 w 502749"/>
                <a:gd name="connsiteY70" fmla="*/ 445264 h 777083"/>
                <a:gd name="connsiteX71" fmla="*/ 77312 w 502749"/>
                <a:gd name="connsiteY71" fmla="*/ 445379 h 777083"/>
                <a:gd name="connsiteX72" fmla="*/ 55897 w 502749"/>
                <a:gd name="connsiteY72" fmla="*/ 424265 h 777083"/>
                <a:gd name="connsiteX73" fmla="*/ 62096 w 502749"/>
                <a:gd name="connsiteY73" fmla="*/ 405363 h 777083"/>
                <a:gd name="connsiteX74" fmla="*/ 93386 w 502749"/>
                <a:gd name="connsiteY74" fmla="*/ 351327 h 777083"/>
                <a:gd name="connsiteX75" fmla="*/ 125945 w 502749"/>
                <a:gd name="connsiteY75" fmla="*/ 295401 h 777083"/>
                <a:gd name="connsiteX76" fmla="*/ 151096 w 502749"/>
                <a:gd name="connsiteY76" fmla="*/ 251616 h 777083"/>
                <a:gd name="connsiteX77" fmla="*/ 152784 w 502749"/>
                <a:gd name="connsiteY77" fmla="*/ 247813 h 777083"/>
                <a:gd name="connsiteX78" fmla="*/ 133671 w 502749"/>
                <a:gd name="connsiteY78" fmla="*/ 247828 h 777083"/>
                <a:gd name="connsiteX79" fmla="*/ 113591 w 502749"/>
                <a:gd name="connsiteY79" fmla="*/ 215612 h 777083"/>
                <a:gd name="connsiteX80" fmla="*/ 136590 w 502749"/>
                <a:gd name="connsiteY80" fmla="*/ 175355 h 777083"/>
                <a:gd name="connsiteX81" fmla="*/ 159117 w 502749"/>
                <a:gd name="connsiteY81" fmla="*/ 136417 h 777083"/>
                <a:gd name="connsiteX82" fmla="*/ 185600 w 502749"/>
                <a:gd name="connsiteY82" fmla="*/ 90752 h 777083"/>
                <a:gd name="connsiteX83" fmla="*/ 211051 w 502749"/>
                <a:gd name="connsiteY83" fmla="*/ 46606 h 777083"/>
                <a:gd name="connsiteX84" fmla="*/ 232183 w 502749"/>
                <a:gd name="connsiteY84" fmla="*/ 10049 h 777083"/>
                <a:gd name="connsiteX85" fmla="*/ 244857 w 502749"/>
                <a:gd name="connsiteY85" fmla="*/ 732 h 777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02749" h="777083">
                  <a:moveTo>
                    <a:pt x="251390" y="68580"/>
                  </a:moveTo>
                  <a:lnTo>
                    <a:pt x="173681" y="202896"/>
                  </a:lnTo>
                  <a:lnTo>
                    <a:pt x="194930" y="202922"/>
                  </a:lnTo>
                  <a:cubicBezTo>
                    <a:pt x="196445" y="202935"/>
                    <a:pt x="198028" y="203053"/>
                    <a:pt x="199459" y="203505"/>
                  </a:cubicBezTo>
                  <a:cubicBezTo>
                    <a:pt x="215434" y="208557"/>
                    <a:pt x="219254" y="225646"/>
                    <a:pt x="211991" y="238397"/>
                  </a:cubicBezTo>
                  <a:cubicBezTo>
                    <a:pt x="210326" y="241318"/>
                    <a:pt x="208485" y="244138"/>
                    <a:pt x="206803" y="247049"/>
                  </a:cubicBezTo>
                  <a:lnTo>
                    <a:pt x="180879" y="291992"/>
                  </a:lnTo>
                  <a:lnTo>
                    <a:pt x="154421" y="337674"/>
                  </a:lnTo>
                  <a:lnTo>
                    <a:pt x="127946" y="383346"/>
                  </a:lnTo>
                  <a:cubicBezTo>
                    <a:pt x="124804" y="388783"/>
                    <a:pt x="121761" y="394277"/>
                    <a:pt x="118333" y="400347"/>
                  </a:cubicBezTo>
                  <a:lnTo>
                    <a:pt x="140466" y="400343"/>
                  </a:lnTo>
                  <a:cubicBezTo>
                    <a:pt x="158720" y="400293"/>
                    <a:pt x="168058" y="418469"/>
                    <a:pt x="160449" y="433809"/>
                  </a:cubicBezTo>
                  <a:cubicBezTo>
                    <a:pt x="154342" y="446120"/>
                    <a:pt x="146777" y="457707"/>
                    <a:pt x="139872" y="469623"/>
                  </a:cubicBezTo>
                  <a:lnTo>
                    <a:pt x="113196" y="515698"/>
                  </a:lnTo>
                  <a:lnTo>
                    <a:pt x="86927" y="560969"/>
                  </a:lnTo>
                  <a:lnTo>
                    <a:pt x="63049" y="602253"/>
                  </a:lnTo>
                  <a:cubicBezTo>
                    <a:pt x="63589" y="602363"/>
                    <a:pt x="63737" y="602419"/>
                    <a:pt x="63885" y="602419"/>
                  </a:cubicBezTo>
                  <a:lnTo>
                    <a:pt x="241180" y="602434"/>
                  </a:lnTo>
                  <a:cubicBezTo>
                    <a:pt x="242490" y="602434"/>
                    <a:pt x="243801" y="601810"/>
                    <a:pt x="245766" y="601823"/>
                  </a:cubicBezTo>
                  <a:cubicBezTo>
                    <a:pt x="251134" y="604694"/>
                    <a:pt x="256631" y="603784"/>
                    <a:pt x="263007" y="602461"/>
                  </a:cubicBezTo>
                  <a:lnTo>
                    <a:pt x="439535" y="602461"/>
                  </a:lnTo>
                  <a:cubicBezTo>
                    <a:pt x="435703" y="595514"/>
                    <a:pt x="432212" y="588914"/>
                    <a:pt x="428474" y="582458"/>
                  </a:cubicBezTo>
                  <a:lnTo>
                    <a:pt x="387615" y="512207"/>
                  </a:lnTo>
                  <a:lnTo>
                    <a:pt x="364348" y="472110"/>
                  </a:lnTo>
                  <a:cubicBezTo>
                    <a:pt x="356785" y="458981"/>
                    <a:pt x="348735" y="446091"/>
                    <a:pt x="341937" y="432574"/>
                  </a:cubicBezTo>
                  <a:cubicBezTo>
                    <a:pt x="334443" y="417673"/>
                    <a:pt x="345247" y="400105"/>
                    <a:pt x="361989" y="400330"/>
                  </a:cubicBezTo>
                  <a:cubicBezTo>
                    <a:pt x="369125" y="400427"/>
                    <a:pt x="376264" y="400347"/>
                    <a:pt x="383511" y="400347"/>
                  </a:cubicBezTo>
                  <a:cubicBezTo>
                    <a:pt x="383511" y="399333"/>
                    <a:pt x="383739" y="398597"/>
                    <a:pt x="383477" y="398144"/>
                  </a:cubicBezTo>
                  <a:lnTo>
                    <a:pt x="362279" y="361622"/>
                  </a:lnTo>
                  <a:lnTo>
                    <a:pt x="336020" y="316346"/>
                  </a:lnTo>
                  <a:lnTo>
                    <a:pt x="313266" y="277016"/>
                  </a:lnTo>
                  <a:cubicBezTo>
                    <a:pt x="305258" y="263080"/>
                    <a:pt x="296960" y="249294"/>
                    <a:pt x="289451" y="235092"/>
                  </a:cubicBezTo>
                  <a:cubicBezTo>
                    <a:pt x="282035" y="221068"/>
                    <a:pt x="292622" y="202024"/>
                    <a:pt x="309481" y="202850"/>
                  </a:cubicBezTo>
                  <a:cubicBezTo>
                    <a:pt x="315373" y="203138"/>
                    <a:pt x="321291" y="202896"/>
                    <a:pt x="328966" y="202896"/>
                  </a:cubicBezTo>
                  <a:close/>
                  <a:moveTo>
                    <a:pt x="257072" y="0"/>
                  </a:moveTo>
                  <a:cubicBezTo>
                    <a:pt x="269549" y="4436"/>
                    <a:pt x="273841" y="15769"/>
                    <a:pt x="279677" y="25659"/>
                  </a:cubicBezTo>
                  <a:cubicBezTo>
                    <a:pt x="289628" y="42523"/>
                    <a:pt x="299375" y="59507"/>
                    <a:pt x="309168" y="76464"/>
                  </a:cubicBezTo>
                  <a:lnTo>
                    <a:pt x="335031" y="121436"/>
                  </a:lnTo>
                  <a:lnTo>
                    <a:pt x="361465" y="167128"/>
                  </a:lnTo>
                  <a:cubicBezTo>
                    <a:pt x="370616" y="183050"/>
                    <a:pt x="379967" y="198867"/>
                    <a:pt x="388694" y="215019"/>
                  </a:cubicBezTo>
                  <a:cubicBezTo>
                    <a:pt x="395626" y="227848"/>
                    <a:pt x="388745" y="243332"/>
                    <a:pt x="374820" y="247568"/>
                  </a:cubicBezTo>
                  <a:cubicBezTo>
                    <a:pt x="373665" y="247919"/>
                    <a:pt x="372351" y="247801"/>
                    <a:pt x="371111" y="247804"/>
                  </a:cubicBezTo>
                  <a:lnTo>
                    <a:pt x="349595" y="247813"/>
                  </a:lnTo>
                  <a:cubicBezTo>
                    <a:pt x="352713" y="253288"/>
                    <a:pt x="355496" y="258233"/>
                    <a:pt x="358336" y="263147"/>
                  </a:cubicBezTo>
                  <a:lnTo>
                    <a:pt x="380885" y="302073"/>
                  </a:lnTo>
                  <a:lnTo>
                    <a:pt x="407345" y="347751"/>
                  </a:lnTo>
                  <a:lnTo>
                    <a:pt x="433261" y="392695"/>
                  </a:lnTo>
                  <a:cubicBezTo>
                    <a:pt x="436168" y="397727"/>
                    <a:pt x="438967" y="402832"/>
                    <a:pt x="442098" y="407723"/>
                  </a:cubicBezTo>
                  <a:cubicBezTo>
                    <a:pt x="452441" y="423881"/>
                    <a:pt x="445152" y="440467"/>
                    <a:pt x="430741" y="444558"/>
                  </a:cubicBezTo>
                  <a:cubicBezTo>
                    <a:pt x="429292" y="444969"/>
                    <a:pt x="427747" y="445221"/>
                    <a:pt x="426244" y="445234"/>
                  </a:cubicBezTo>
                  <a:lnTo>
                    <a:pt x="402114" y="445264"/>
                  </a:lnTo>
                  <a:cubicBezTo>
                    <a:pt x="406030" y="452177"/>
                    <a:pt x="409626" y="458635"/>
                    <a:pt x="413325" y="465033"/>
                  </a:cubicBezTo>
                  <a:lnTo>
                    <a:pt x="439822" y="510692"/>
                  </a:lnTo>
                  <a:lnTo>
                    <a:pt x="466252" y="556386"/>
                  </a:lnTo>
                  <a:lnTo>
                    <a:pt x="492271" y="601787"/>
                  </a:lnTo>
                  <a:cubicBezTo>
                    <a:pt x="495568" y="607605"/>
                    <a:pt x="499322" y="613324"/>
                    <a:pt x="501543" y="619560"/>
                  </a:cubicBezTo>
                  <a:cubicBezTo>
                    <a:pt x="506500" y="633474"/>
                    <a:pt x="495525" y="648300"/>
                    <a:pt x="480721" y="648313"/>
                  </a:cubicBezTo>
                  <a:lnTo>
                    <a:pt x="335239" y="648330"/>
                  </a:lnTo>
                  <a:lnTo>
                    <a:pt x="276079" y="648330"/>
                  </a:lnTo>
                  <a:cubicBezTo>
                    <a:pt x="276079" y="687949"/>
                    <a:pt x="275982" y="712772"/>
                    <a:pt x="275860" y="756182"/>
                  </a:cubicBezTo>
                  <a:lnTo>
                    <a:pt x="275807" y="777083"/>
                  </a:lnTo>
                  <a:lnTo>
                    <a:pt x="229287" y="777083"/>
                  </a:lnTo>
                  <a:lnTo>
                    <a:pt x="229287" y="648330"/>
                  </a:lnTo>
                  <a:lnTo>
                    <a:pt x="222639" y="648330"/>
                  </a:lnTo>
                  <a:lnTo>
                    <a:pt x="24298" y="648386"/>
                  </a:lnTo>
                  <a:cubicBezTo>
                    <a:pt x="15373" y="648400"/>
                    <a:pt x="8498" y="645127"/>
                    <a:pt x="3702" y="637667"/>
                  </a:cubicBezTo>
                  <a:cubicBezTo>
                    <a:pt x="-1818" y="629080"/>
                    <a:pt x="-737" y="620471"/>
                    <a:pt x="4125" y="612061"/>
                  </a:cubicBezTo>
                  <a:cubicBezTo>
                    <a:pt x="12854" y="596959"/>
                    <a:pt x="21704" y="581927"/>
                    <a:pt x="30476" y="566850"/>
                  </a:cubicBezTo>
                  <a:lnTo>
                    <a:pt x="70825" y="497386"/>
                  </a:lnTo>
                  <a:cubicBezTo>
                    <a:pt x="80395" y="480827"/>
                    <a:pt x="89836" y="464194"/>
                    <a:pt x="99331" y="447591"/>
                  </a:cubicBezTo>
                  <a:cubicBezTo>
                    <a:pt x="99618" y="447089"/>
                    <a:pt x="99853" y="446558"/>
                    <a:pt x="100501" y="445264"/>
                  </a:cubicBezTo>
                  <a:cubicBezTo>
                    <a:pt x="92381" y="445264"/>
                    <a:pt x="84805" y="444792"/>
                    <a:pt x="77312" y="445379"/>
                  </a:cubicBezTo>
                  <a:cubicBezTo>
                    <a:pt x="66936" y="446192"/>
                    <a:pt x="55775" y="434481"/>
                    <a:pt x="55897" y="424265"/>
                  </a:cubicBezTo>
                  <a:cubicBezTo>
                    <a:pt x="55983" y="416951"/>
                    <a:pt x="58762" y="411186"/>
                    <a:pt x="62096" y="405363"/>
                  </a:cubicBezTo>
                  <a:cubicBezTo>
                    <a:pt x="72439" y="387302"/>
                    <a:pt x="82926" y="369322"/>
                    <a:pt x="93386" y="351327"/>
                  </a:cubicBezTo>
                  <a:lnTo>
                    <a:pt x="125945" y="295401"/>
                  </a:lnTo>
                  <a:cubicBezTo>
                    <a:pt x="134384" y="280838"/>
                    <a:pt x="142732" y="266222"/>
                    <a:pt x="151096" y="251616"/>
                  </a:cubicBezTo>
                  <a:cubicBezTo>
                    <a:pt x="151678" y="250599"/>
                    <a:pt x="152058" y="249466"/>
                    <a:pt x="152784" y="247813"/>
                  </a:cubicBezTo>
                  <a:lnTo>
                    <a:pt x="133671" y="247828"/>
                  </a:lnTo>
                  <a:cubicBezTo>
                    <a:pt x="116180" y="248091"/>
                    <a:pt x="106351" y="229792"/>
                    <a:pt x="113591" y="215612"/>
                  </a:cubicBezTo>
                  <a:cubicBezTo>
                    <a:pt x="120610" y="201862"/>
                    <a:pt x="128862" y="188742"/>
                    <a:pt x="136590" y="175355"/>
                  </a:cubicBezTo>
                  <a:lnTo>
                    <a:pt x="159117" y="136417"/>
                  </a:lnTo>
                  <a:lnTo>
                    <a:pt x="185600" y="90752"/>
                  </a:lnTo>
                  <a:lnTo>
                    <a:pt x="211051" y="46606"/>
                  </a:lnTo>
                  <a:cubicBezTo>
                    <a:pt x="218078" y="34410"/>
                    <a:pt x="224986" y="22144"/>
                    <a:pt x="232183" y="10049"/>
                  </a:cubicBezTo>
                  <a:cubicBezTo>
                    <a:pt x="234947" y="5404"/>
                    <a:pt x="239443" y="2592"/>
                    <a:pt x="244857" y="732"/>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491" name="Freeform: Shape 2490">
              <a:extLst>
                <a:ext uri="{FF2B5EF4-FFF2-40B4-BE49-F238E27FC236}">
                  <a16:creationId xmlns:a16="http://schemas.microsoft.com/office/drawing/2014/main" id="{B21BA52E-08C7-57B4-BE65-7F06174F5BA3}"/>
                </a:ext>
                <a:ext uri="{C183D7F6-B498-43B3-948B-1728B52AA6E4}">
                  <adec:decorative xmlns:adec="http://schemas.microsoft.com/office/drawing/2017/decorative" val="1"/>
                </a:ext>
              </a:extLst>
            </p:cNvPr>
            <p:cNvSpPr/>
            <p:nvPr/>
          </p:nvSpPr>
          <p:spPr>
            <a:xfrm>
              <a:off x="1915870" y="5070574"/>
              <a:ext cx="486653" cy="436153"/>
            </a:xfrm>
            <a:custGeom>
              <a:avLst/>
              <a:gdLst>
                <a:gd name="connsiteX0" fmla="*/ 431773 w 930011"/>
                <a:gd name="connsiteY0" fmla="*/ 767038 h 833504"/>
                <a:gd name="connsiteX1" fmla="*/ 498239 w 930011"/>
                <a:gd name="connsiteY1" fmla="*/ 767038 h 833504"/>
                <a:gd name="connsiteX2" fmla="*/ 498239 w 930011"/>
                <a:gd name="connsiteY2" fmla="*/ 833504 h 833504"/>
                <a:gd name="connsiteX3" fmla="*/ 431773 w 930011"/>
                <a:gd name="connsiteY3" fmla="*/ 833504 h 833504"/>
                <a:gd name="connsiteX4" fmla="*/ 465041 w 930011"/>
                <a:gd name="connsiteY4" fmla="*/ 236627 h 833504"/>
                <a:gd name="connsiteX5" fmla="*/ 474533 w 930011"/>
                <a:gd name="connsiteY5" fmla="*/ 247184 h 833504"/>
                <a:gd name="connsiteX6" fmla="*/ 474473 w 930011"/>
                <a:gd name="connsiteY6" fmla="*/ 262615 h 833504"/>
                <a:gd name="connsiteX7" fmla="*/ 478516 w 930011"/>
                <a:gd name="connsiteY7" fmla="*/ 269473 h 833504"/>
                <a:gd name="connsiteX8" fmla="*/ 514692 w 930011"/>
                <a:gd name="connsiteY8" fmla="*/ 290083 h 833504"/>
                <a:gd name="connsiteX9" fmla="*/ 520087 w 930011"/>
                <a:gd name="connsiteY9" fmla="*/ 297393 h 833504"/>
                <a:gd name="connsiteX10" fmla="*/ 517407 w 930011"/>
                <a:gd name="connsiteY10" fmla="*/ 306064 h 833504"/>
                <a:gd name="connsiteX11" fmla="*/ 506702 w 930011"/>
                <a:gd name="connsiteY11" fmla="*/ 306846 h 833504"/>
                <a:gd name="connsiteX12" fmla="*/ 481676 w 930011"/>
                <a:gd name="connsiteY12" fmla="*/ 292842 h 833504"/>
                <a:gd name="connsiteX13" fmla="*/ 474554 w 930011"/>
                <a:gd name="connsiteY13" fmla="*/ 288924 h 833504"/>
                <a:gd name="connsiteX14" fmla="*/ 474554 w 930011"/>
                <a:gd name="connsiteY14" fmla="*/ 314670 h 833504"/>
                <a:gd name="connsiteX15" fmla="*/ 474475 w 930011"/>
                <a:gd name="connsiteY15" fmla="*/ 337121 h 833504"/>
                <a:gd name="connsiteX16" fmla="*/ 478495 w 930011"/>
                <a:gd name="connsiteY16" fmla="*/ 343455 h 833504"/>
                <a:gd name="connsiteX17" fmla="*/ 514956 w 930011"/>
                <a:gd name="connsiteY17" fmla="*/ 364471 h 833504"/>
                <a:gd name="connsiteX18" fmla="*/ 519321 w 930011"/>
                <a:gd name="connsiteY18" fmla="*/ 378230 h 833504"/>
                <a:gd name="connsiteX19" fmla="*/ 504902 w 930011"/>
                <a:gd name="connsiteY19" fmla="*/ 380460 h 833504"/>
                <a:gd name="connsiteX20" fmla="*/ 476087 w 930011"/>
                <a:gd name="connsiteY20" fmla="*/ 363805 h 833504"/>
                <a:gd name="connsiteX21" fmla="*/ 474752 w 930011"/>
                <a:gd name="connsiteY21" fmla="*/ 363468 h 833504"/>
                <a:gd name="connsiteX22" fmla="*/ 474563 w 930011"/>
                <a:gd name="connsiteY22" fmla="*/ 367404 h 833504"/>
                <a:gd name="connsiteX23" fmla="*/ 474441 w 930011"/>
                <a:gd name="connsiteY23" fmla="*/ 410439 h 833504"/>
                <a:gd name="connsiteX24" fmla="*/ 478593 w 930011"/>
                <a:gd name="connsiteY24" fmla="*/ 417841 h 833504"/>
                <a:gd name="connsiteX25" fmla="*/ 514056 w 930011"/>
                <a:gd name="connsiteY25" fmla="*/ 437813 h 833504"/>
                <a:gd name="connsiteX26" fmla="*/ 519556 w 930011"/>
                <a:gd name="connsiteY26" fmla="*/ 451597 h 833504"/>
                <a:gd name="connsiteX27" fmla="*/ 505659 w 930011"/>
                <a:gd name="connsiteY27" fmla="*/ 454657 h 833504"/>
                <a:gd name="connsiteX28" fmla="*/ 480298 w 930011"/>
                <a:gd name="connsiteY28" fmla="*/ 440314 h 833504"/>
                <a:gd name="connsiteX29" fmla="*/ 474931 w 930011"/>
                <a:gd name="connsiteY29" fmla="*/ 437575 h 833504"/>
                <a:gd name="connsiteX30" fmla="*/ 474569 w 930011"/>
                <a:gd name="connsiteY30" fmla="*/ 441503 h 833504"/>
                <a:gd name="connsiteX31" fmla="*/ 474471 w 930011"/>
                <a:gd name="connsiteY31" fmla="*/ 485006 h 833504"/>
                <a:gd name="connsiteX32" fmla="*/ 478674 w 930011"/>
                <a:gd name="connsiteY32" fmla="*/ 491916 h 833504"/>
                <a:gd name="connsiteX33" fmla="*/ 515977 w 930011"/>
                <a:gd name="connsiteY33" fmla="*/ 513311 h 833504"/>
                <a:gd name="connsiteX34" fmla="*/ 519097 w 930011"/>
                <a:gd name="connsiteY34" fmla="*/ 526518 h 833504"/>
                <a:gd name="connsiteX35" fmla="*/ 505391 w 930011"/>
                <a:gd name="connsiteY35" fmla="*/ 528966 h 833504"/>
                <a:gd name="connsiteX36" fmla="*/ 476558 w 930011"/>
                <a:gd name="connsiteY36" fmla="*/ 512324 h 833504"/>
                <a:gd name="connsiteX37" fmla="*/ 474580 w 930011"/>
                <a:gd name="connsiteY37" fmla="*/ 511725 h 833504"/>
                <a:gd name="connsiteX38" fmla="*/ 474618 w 930011"/>
                <a:gd name="connsiteY38" fmla="*/ 561734 h 833504"/>
                <a:gd name="connsiteX39" fmla="*/ 457950 w 930011"/>
                <a:gd name="connsiteY39" fmla="*/ 561426 h 833504"/>
                <a:gd name="connsiteX40" fmla="*/ 455918 w 930011"/>
                <a:gd name="connsiteY40" fmla="*/ 555247 h 833504"/>
                <a:gd name="connsiteX41" fmla="*/ 455839 w 930011"/>
                <a:gd name="connsiteY41" fmla="*/ 511204 h 833504"/>
                <a:gd name="connsiteX42" fmla="*/ 436899 w 930011"/>
                <a:gd name="connsiteY42" fmla="*/ 521796 h 833504"/>
                <a:gd name="connsiteX43" fmla="*/ 423145 w 930011"/>
                <a:gd name="connsiteY43" fmla="*/ 529436 h 833504"/>
                <a:gd name="connsiteX44" fmla="*/ 410896 w 930011"/>
                <a:gd name="connsiteY44" fmla="*/ 526579 h 833504"/>
                <a:gd name="connsiteX45" fmla="*/ 414188 w 930011"/>
                <a:gd name="connsiteY45" fmla="*/ 512929 h 833504"/>
                <a:gd name="connsiteX46" fmla="*/ 449647 w 930011"/>
                <a:gd name="connsiteY46" fmla="*/ 492957 h 833504"/>
                <a:gd name="connsiteX47" fmla="*/ 456022 w 930011"/>
                <a:gd name="connsiteY47" fmla="*/ 482629 h 833504"/>
                <a:gd name="connsiteX48" fmla="*/ 455839 w 930011"/>
                <a:gd name="connsiteY48" fmla="*/ 437012 h 833504"/>
                <a:gd name="connsiteX49" fmla="*/ 439923 w 930011"/>
                <a:gd name="connsiteY49" fmla="*/ 445826 h 833504"/>
                <a:gd name="connsiteX50" fmla="*/ 423939 w 930011"/>
                <a:gd name="connsiteY50" fmla="*/ 455122 h 833504"/>
                <a:gd name="connsiteX51" fmla="*/ 410618 w 930011"/>
                <a:gd name="connsiteY51" fmla="*/ 451776 h 833504"/>
                <a:gd name="connsiteX52" fmla="*/ 414188 w 930011"/>
                <a:gd name="connsiteY52" fmla="*/ 439041 h 833504"/>
                <a:gd name="connsiteX53" fmla="*/ 440646 w 930011"/>
                <a:gd name="connsiteY53" fmla="*/ 423822 h 833504"/>
                <a:gd name="connsiteX54" fmla="*/ 453853 w 930011"/>
                <a:gd name="connsiteY54" fmla="*/ 416180 h 833504"/>
                <a:gd name="connsiteX55" fmla="*/ 455755 w 930011"/>
                <a:gd name="connsiteY55" fmla="*/ 412474 h 833504"/>
                <a:gd name="connsiteX56" fmla="*/ 455838 w 930011"/>
                <a:gd name="connsiteY56" fmla="*/ 362892 h 833504"/>
                <a:gd name="connsiteX57" fmla="*/ 437548 w 930011"/>
                <a:gd name="connsiteY57" fmla="*/ 373271 h 833504"/>
                <a:gd name="connsiteX58" fmla="*/ 423528 w 930011"/>
                <a:gd name="connsiteY58" fmla="*/ 381355 h 833504"/>
                <a:gd name="connsiteX59" fmla="*/ 410538 w 930011"/>
                <a:gd name="connsiteY59" fmla="*/ 377818 h 833504"/>
                <a:gd name="connsiteX60" fmla="*/ 413885 w 930011"/>
                <a:gd name="connsiteY60" fmla="*/ 365040 h 833504"/>
                <a:gd name="connsiteX61" fmla="*/ 450453 w 930011"/>
                <a:gd name="connsiteY61" fmla="*/ 344220 h 833504"/>
                <a:gd name="connsiteX62" fmla="*/ 455979 w 930011"/>
                <a:gd name="connsiteY62" fmla="*/ 335387 h 833504"/>
                <a:gd name="connsiteX63" fmla="*/ 455839 w 930011"/>
                <a:gd name="connsiteY63" fmla="*/ 288703 h 833504"/>
                <a:gd name="connsiteX64" fmla="*/ 440317 w 930011"/>
                <a:gd name="connsiteY64" fmla="*/ 297501 h 833504"/>
                <a:gd name="connsiteX65" fmla="*/ 424230 w 930011"/>
                <a:gd name="connsiteY65" fmla="*/ 306639 h 833504"/>
                <a:gd name="connsiteX66" fmla="*/ 409727 w 930011"/>
                <a:gd name="connsiteY66" fmla="*/ 300547 h 833504"/>
                <a:gd name="connsiteX67" fmla="*/ 413539 w 930011"/>
                <a:gd name="connsiteY67" fmla="*/ 291026 h 833504"/>
                <a:gd name="connsiteX68" fmla="*/ 452896 w 930011"/>
                <a:gd name="connsiteY68" fmla="*/ 268547 h 833504"/>
                <a:gd name="connsiteX69" fmla="*/ 455897 w 930011"/>
                <a:gd name="connsiteY69" fmla="*/ 263582 h 833504"/>
                <a:gd name="connsiteX70" fmla="*/ 455845 w 930011"/>
                <a:gd name="connsiteY70" fmla="*/ 247212 h 833504"/>
                <a:gd name="connsiteX71" fmla="*/ 465041 w 930011"/>
                <a:gd name="connsiteY71" fmla="*/ 236627 h 833504"/>
                <a:gd name="connsiteX72" fmla="*/ 737986 w 930011"/>
                <a:gd name="connsiteY72" fmla="*/ 140 h 833504"/>
                <a:gd name="connsiteX73" fmla="*/ 746457 w 930011"/>
                <a:gd name="connsiteY73" fmla="*/ 5655 h 833504"/>
                <a:gd name="connsiteX74" fmla="*/ 776064 w 930011"/>
                <a:gd name="connsiteY74" fmla="*/ 56899 h 833504"/>
                <a:gd name="connsiteX75" fmla="*/ 805728 w 930011"/>
                <a:gd name="connsiteY75" fmla="*/ 108660 h 833504"/>
                <a:gd name="connsiteX76" fmla="*/ 834777 w 930011"/>
                <a:gd name="connsiteY76" fmla="*/ 158636 h 833504"/>
                <a:gd name="connsiteX77" fmla="*/ 840182 w 930011"/>
                <a:gd name="connsiteY77" fmla="*/ 168814 h 833504"/>
                <a:gd name="connsiteX78" fmla="*/ 831407 w 930011"/>
                <a:gd name="connsiteY78" fmla="*/ 181360 h 833504"/>
                <a:gd name="connsiteX79" fmla="*/ 801113 w 930011"/>
                <a:gd name="connsiteY79" fmla="*/ 181387 h 833504"/>
                <a:gd name="connsiteX80" fmla="*/ 806746 w 930011"/>
                <a:gd name="connsiteY80" fmla="*/ 192065 h 833504"/>
                <a:gd name="connsiteX81" fmla="*/ 851295 w 930011"/>
                <a:gd name="connsiteY81" fmla="*/ 268877 h 833504"/>
                <a:gd name="connsiteX82" fmla="*/ 883794 w 930011"/>
                <a:gd name="connsiteY82" fmla="*/ 325406 h 833504"/>
                <a:gd name="connsiteX83" fmla="*/ 875595 w 930011"/>
                <a:gd name="connsiteY83" fmla="*/ 340430 h 833504"/>
                <a:gd name="connsiteX84" fmla="*/ 843132 w 930011"/>
                <a:gd name="connsiteY84" fmla="*/ 340470 h 833504"/>
                <a:gd name="connsiteX85" fmla="*/ 868368 w 930011"/>
                <a:gd name="connsiteY85" fmla="*/ 384031 h 833504"/>
                <a:gd name="connsiteX86" fmla="*/ 894508 w 930011"/>
                <a:gd name="connsiteY86" fmla="*/ 429283 h 833504"/>
                <a:gd name="connsiteX87" fmla="*/ 920888 w 930011"/>
                <a:gd name="connsiteY87" fmla="*/ 474924 h 833504"/>
                <a:gd name="connsiteX88" fmla="*/ 928871 w 930011"/>
                <a:gd name="connsiteY88" fmla="*/ 488171 h 833504"/>
                <a:gd name="connsiteX89" fmla="*/ 930011 w 930011"/>
                <a:gd name="connsiteY89" fmla="*/ 500100 h 833504"/>
                <a:gd name="connsiteX90" fmla="*/ 911896 w 930011"/>
                <a:gd name="connsiteY90" fmla="*/ 503324 h 833504"/>
                <a:gd name="connsiteX91" fmla="*/ 759385 w 930011"/>
                <a:gd name="connsiteY91" fmla="*/ 503298 h 833504"/>
                <a:gd name="connsiteX92" fmla="*/ 753423 w 930011"/>
                <a:gd name="connsiteY92" fmla="*/ 503298 h 833504"/>
                <a:gd name="connsiteX93" fmla="*/ 753423 w 930011"/>
                <a:gd name="connsiteY93" fmla="*/ 601165 h 833504"/>
                <a:gd name="connsiteX94" fmla="*/ 729047 w 930011"/>
                <a:gd name="connsiteY94" fmla="*/ 601165 h 833504"/>
                <a:gd name="connsiteX95" fmla="*/ 729047 w 930011"/>
                <a:gd name="connsiteY95" fmla="*/ 503298 h 833504"/>
                <a:gd name="connsiteX96" fmla="*/ 714805 w 930011"/>
                <a:gd name="connsiteY96" fmla="*/ 503298 h 833504"/>
                <a:gd name="connsiteX97" fmla="*/ 694222 w 930011"/>
                <a:gd name="connsiteY97" fmla="*/ 503229 h 833504"/>
                <a:gd name="connsiteX98" fmla="*/ 690398 w 930011"/>
                <a:gd name="connsiteY98" fmla="*/ 501712 h 833504"/>
                <a:gd name="connsiteX99" fmla="*/ 681563 w 930011"/>
                <a:gd name="connsiteY99" fmla="*/ 485683 h 833504"/>
                <a:gd name="connsiteX100" fmla="*/ 905612 w 930011"/>
                <a:gd name="connsiteY100" fmla="*/ 485683 h 833504"/>
                <a:gd name="connsiteX101" fmla="*/ 894702 w 930011"/>
                <a:gd name="connsiteY101" fmla="*/ 466532 h 833504"/>
                <a:gd name="connsiteX102" fmla="*/ 868317 w 930011"/>
                <a:gd name="connsiteY102" fmla="*/ 420894 h 833504"/>
                <a:gd name="connsiteX103" fmla="*/ 842194 w 930011"/>
                <a:gd name="connsiteY103" fmla="*/ 375632 h 833504"/>
                <a:gd name="connsiteX104" fmla="*/ 819554 w 930011"/>
                <a:gd name="connsiteY104" fmla="*/ 336377 h 833504"/>
                <a:gd name="connsiteX105" fmla="*/ 828512 w 930011"/>
                <a:gd name="connsiteY105" fmla="*/ 321711 h 833504"/>
                <a:gd name="connsiteX106" fmla="*/ 860487 w 930011"/>
                <a:gd name="connsiteY106" fmla="*/ 321756 h 833504"/>
                <a:gd name="connsiteX107" fmla="*/ 850628 w 930011"/>
                <a:gd name="connsiteY107" fmla="*/ 304533 h 833504"/>
                <a:gd name="connsiteX108" fmla="*/ 824291 w 930011"/>
                <a:gd name="connsiteY108" fmla="*/ 258868 h 833504"/>
                <a:gd name="connsiteX109" fmla="*/ 798111 w 930011"/>
                <a:gd name="connsiteY109" fmla="*/ 213639 h 833504"/>
                <a:gd name="connsiteX110" fmla="*/ 776981 w 930011"/>
                <a:gd name="connsiteY110" fmla="*/ 177251 h 833504"/>
                <a:gd name="connsiteX111" fmla="*/ 785295 w 930011"/>
                <a:gd name="connsiteY111" fmla="*/ 163609 h 833504"/>
                <a:gd name="connsiteX112" fmla="*/ 816319 w 930011"/>
                <a:gd name="connsiteY112" fmla="*/ 163608 h 833504"/>
                <a:gd name="connsiteX113" fmla="*/ 737710 w 930011"/>
                <a:gd name="connsiteY113" fmla="*/ 27607 h 833504"/>
                <a:gd name="connsiteX114" fmla="*/ 659019 w 930011"/>
                <a:gd name="connsiteY114" fmla="*/ 163608 h 833504"/>
                <a:gd name="connsiteX115" fmla="*/ 688806 w 930011"/>
                <a:gd name="connsiteY115" fmla="*/ 163608 h 833504"/>
                <a:gd name="connsiteX116" fmla="*/ 697734 w 930011"/>
                <a:gd name="connsiteY116" fmla="*/ 178093 h 833504"/>
                <a:gd name="connsiteX117" fmla="*/ 675520 w 930011"/>
                <a:gd name="connsiteY117" fmla="*/ 216530 h 833504"/>
                <a:gd name="connsiteX118" fmla="*/ 649391 w 930011"/>
                <a:gd name="connsiteY118" fmla="*/ 261788 h 833504"/>
                <a:gd name="connsiteX119" fmla="*/ 630389 w 930011"/>
                <a:gd name="connsiteY119" fmla="*/ 295142 h 833504"/>
                <a:gd name="connsiteX120" fmla="*/ 628243 w 930011"/>
                <a:gd name="connsiteY120" fmla="*/ 298481 h 833504"/>
                <a:gd name="connsiteX121" fmla="*/ 618507 w 930011"/>
                <a:gd name="connsiteY121" fmla="*/ 282142 h 833504"/>
                <a:gd name="connsiteX122" fmla="*/ 618885 w 930011"/>
                <a:gd name="connsiteY122" fmla="*/ 278015 h 833504"/>
                <a:gd name="connsiteX123" fmla="*/ 644802 w 930011"/>
                <a:gd name="connsiteY123" fmla="*/ 233173 h 833504"/>
                <a:gd name="connsiteX124" fmla="*/ 671270 w 930011"/>
                <a:gd name="connsiteY124" fmla="*/ 187043 h 833504"/>
                <a:gd name="connsiteX125" fmla="*/ 673202 w 930011"/>
                <a:gd name="connsiteY125" fmla="*/ 181387 h 833504"/>
                <a:gd name="connsiteX126" fmla="*/ 645808 w 930011"/>
                <a:gd name="connsiteY126" fmla="*/ 181481 h 833504"/>
                <a:gd name="connsiteX127" fmla="*/ 636262 w 930011"/>
                <a:gd name="connsiteY127" fmla="*/ 166239 h 833504"/>
                <a:gd name="connsiteX128" fmla="*/ 662465 w 930011"/>
                <a:gd name="connsiteY128" fmla="*/ 121021 h 833504"/>
                <a:gd name="connsiteX129" fmla="*/ 688620 w 930011"/>
                <a:gd name="connsiteY129" fmla="*/ 75778 h 833504"/>
                <a:gd name="connsiteX130" fmla="*/ 717540 w 930011"/>
                <a:gd name="connsiteY130" fmla="*/ 25731 h 833504"/>
                <a:gd name="connsiteX131" fmla="*/ 729346 w 930011"/>
                <a:gd name="connsiteY131" fmla="*/ 5321 h 833504"/>
                <a:gd name="connsiteX132" fmla="*/ 737986 w 930011"/>
                <a:gd name="connsiteY132" fmla="*/ 140 h 833504"/>
                <a:gd name="connsiteX133" fmla="*/ 192260 w 930011"/>
                <a:gd name="connsiteY133" fmla="*/ 2 h 833504"/>
                <a:gd name="connsiteX134" fmla="*/ 199812 w 930011"/>
                <a:gd name="connsiteY134" fmla="*/ 4077 h 833504"/>
                <a:gd name="connsiteX135" fmla="*/ 224452 w 930011"/>
                <a:gd name="connsiteY135" fmla="*/ 46440 h 833504"/>
                <a:gd name="connsiteX136" fmla="*/ 253342 w 930011"/>
                <a:gd name="connsiteY136" fmla="*/ 96492 h 833504"/>
                <a:gd name="connsiteX137" fmla="*/ 279569 w 930011"/>
                <a:gd name="connsiteY137" fmla="*/ 141682 h 833504"/>
                <a:gd name="connsiteX138" fmla="*/ 294192 w 930011"/>
                <a:gd name="connsiteY138" fmla="*/ 167402 h 833504"/>
                <a:gd name="connsiteX139" fmla="*/ 285776 w 930011"/>
                <a:gd name="connsiteY139" fmla="*/ 181360 h 833504"/>
                <a:gd name="connsiteX140" fmla="*/ 255555 w 930011"/>
                <a:gd name="connsiteY140" fmla="*/ 181387 h 833504"/>
                <a:gd name="connsiteX141" fmla="*/ 264330 w 930011"/>
                <a:gd name="connsiteY141" fmla="*/ 197267 h 833504"/>
                <a:gd name="connsiteX142" fmla="*/ 294279 w 930011"/>
                <a:gd name="connsiteY142" fmla="*/ 248841 h 833504"/>
                <a:gd name="connsiteX143" fmla="*/ 310119 w 930011"/>
                <a:gd name="connsiteY143" fmla="*/ 275990 h 833504"/>
                <a:gd name="connsiteX144" fmla="*/ 311263 w 930011"/>
                <a:gd name="connsiteY144" fmla="*/ 280240 h 833504"/>
                <a:gd name="connsiteX145" fmla="*/ 301075 w 930011"/>
                <a:gd name="connsiteY145" fmla="*/ 296152 h 833504"/>
                <a:gd name="connsiteX146" fmla="*/ 291873 w 930011"/>
                <a:gd name="connsiteY146" fmla="*/ 281370 h 833504"/>
                <a:gd name="connsiteX147" fmla="*/ 244252 w 930011"/>
                <a:gd name="connsiteY147" fmla="*/ 199400 h 833504"/>
                <a:gd name="connsiteX148" fmla="*/ 232913 w 930011"/>
                <a:gd name="connsiteY148" fmla="*/ 179252 h 833504"/>
                <a:gd name="connsiteX149" fmla="*/ 230897 w 930011"/>
                <a:gd name="connsiteY149" fmla="*/ 169295 h 833504"/>
                <a:gd name="connsiteX150" fmla="*/ 238799 w 930011"/>
                <a:gd name="connsiteY150" fmla="*/ 163555 h 833504"/>
                <a:gd name="connsiteX151" fmla="*/ 270948 w 930011"/>
                <a:gd name="connsiteY151" fmla="*/ 163607 h 833504"/>
                <a:gd name="connsiteX152" fmla="*/ 192264 w 930011"/>
                <a:gd name="connsiteY152" fmla="*/ 27594 h 833504"/>
                <a:gd name="connsiteX153" fmla="*/ 113865 w 930011"/>
                <a:gd name="connsiteY153" fmla="*/ 163249 h 833504"/>
                <a:gd name="connsiteX154" fmla="*/ 118278 w 930011"/>
                <a:gd name="connsiteY154" fmla="*/ 163593 h 833504"/>
                <a:gd name="connsiteX155" fmla="*/ 145411 w 930011"/>
                <a:gd name="connsiteY155" fmla="*/ 163613 h 833504"/>
                <a:gd name="connsiteX156" fmla="*/ 153188 w 930011"/>
                <a:gd name="connsiteY156" fmla="*/ 176067 h 833504"/>
                <a:gd name="connsiteX157" fmla="*/ 129131 w 930011"/>
                <a:gd name="connsiteY157" fmla="*/ 218257 h 833504"/>
                <a:gd name="connsiteX158" fmla="*/ 102937 w 930011"/>
                <a:gd name="connsiteY158" fmla="*/ 263477 h 833504"/>
                <a:gd name="connsiteX159" fmla="*/ 76324 w 930011"/>
                <a:gd name="connsiteY159" fmla="*/ 309508 h 833504"/>
                <a:gd name="connsiteX160" fmla="*/ 69470 w 930011"/>
                <a:gd name="connsiteY160" fmla="*/ 321755 h 833504"/>
                <a:gd name="connsiteX161" fmla="*/ 100886 w 930011"/>
                <a:gd name="connsiteY161" fmla="*/ 321765 h 833504"/>
                <a:gd name="connsiteX162" fmla="*/ 111568 w 930011"/>
                <a:gd name="connsiteY162" fmla="*/ 329240 h 833504"/>
                <a:gd name="connsiteX163" fmla="*/ 110080 w 930011"/>
                <a:gd name="connsiteY163" fmla="*/ 337046 h 833504"/>
                <a:gd name="connsiteX164" fmla="*/ 59937 w 930011"/>
                <a:gd name="connsiteY164" fmla="*/ 423433 h 833504"/>
                <a:gd name="connsiteX165" fmla="*/ 25269 w 930011"/>
                <a:gd name="connsiteY165" fmla="*/ 483507 h 833504"/>
                <a:gd name="connsiteX166" fmla="*/ 24750 w 930011"/>
                <a:gd name="connsiteY166" fmla="*/ 485629 h 833504"/>
                <a:gd name="connsiteX167" fmla="*/ 248391 w 930011"/>
                <a:gd name="connsiteY167" fmla="*/ 485629 h 833504"/>
                <a:gd name="connsiteX168" fmla="*/ 239267 w 930011"/>
                <a:gd name="connsiteY168" fmla="*/ 502354 h 833504"/>
                <a:gd name="connsiteX169" fmla="*/ 235532 w 930011"/>
                <a:gd name="connsiteY169" fmla="*/ 503259 h 833504"/>
                <a:gd name="connsiteX170" fmla="*/ 199409 w 930011"/>
                <a:gd name="connsiteY170" fmla="*/ 503298 h 833504"/>
                <a:gd name="connsiteX171" fmla="*/ 199409 w 930011"/>
                <a:gd name="connsiteY171" fmla="*/ 601261 h 833504"/>
                <a:gd name="connsiteX172" fmla="*/ 175036 w 930011"/>
                <a:gd name="connsiteY172" fmla="*/ 601261 h 833504"/>
                <a:gd name="connsiteX173" fmla="*/ 175036 w 930011"/>
                <a:gd name="connsiteY173" fmla="*/ 503298 h 833504"/>
                <a:gd name="connsiteX174" fmla="*/ 168973 w 930011"/>
                <a:gd name="connsiteY174" fmla="*/ 503298 h 833504"/>
                <a:gd name="connsiteX175" fmla="*/ 13660 w 930011"/>
                <a:gd name="connsiteY175" fmla="*/ 503179 h 833504"/>
                <a:gd name="connsiteX176" fmla="*/ 411 w 930011"/>
                <a:gd name="connsiteY176" fmla="*/ 500540 h 833504"/>
                <a:gd name="connsiteX177" fmla="*/ 4 w 930011"/>
                <a:gd name="connsiteY177" fmla="*/ 488718 h 833504"/>
                <a:gd name="connsiteX178" fmla="*/ 6461 w 930011"/>
                <a:gd name="connsiteY178" fmla="*/ 479726 h 833504"/>
                <a:gd name="connsiteX179" fmla="*/ 50482 w 930011"/>
                <a:gd name="connsiteY179" fmla="*/ 403155 h 833504"/>
                <a:gd name="connsiteX180" fmla="*/ 86926 w 930011"/>
                <a:gd name="connsiteY180" fmla="*/ 340471 h 833504"/>
                <a:gd name="connsiteX181" fmla="*/ 60003 w 930011"/>
                <a:gd name="connsiteY181" fmla="*/ 340471 h 833504"/>
                <a:gd name="connsiteX182" fmla="*/ 54391 w 930011"/>
                <a:gd name="connsiteY182" fmla="*/ 340460 h 833504"/>
                <a:gd name="connsiteX183" fmla="*/ 45777 w 930011"/>
                <a:gd name="connsiteY183" fmla="*/ 325668 h 833504"/>
                <a:gd name="connsiteX184" fmla="*/ 63390 w 930011"/>
                <a:gd name="connsiteY184" fmla="*/ 295265 h 833504"/>
                <a:gd name="connsiteX185" fmla="*/ 89777 w 930011"/>
                <a:gd name="connsiteY185" fmla="*/ 249640 h 833504"/>
                <a:gd name="connsiteX186" fmla="*/ 116200 w 930011"/>
                <a:gd name="connsiteY186" fmla="*/ 204035 h 833504"/>
                <a:gd name="connsiteX187" fmla="*/ 129150 w 930011"/>
                <a:gd name="connsiteY187" fmla="*/ 181387 h 833504"/>
                <a:gd name="connsiteX188" fmla="*/ 100049 w 930011"/>
                <a:gd name="connsiteY188" fmla="*/ 181402 h 833504"/>
                <a:gd name="connsiteX189" fmla="*/ 90190 w 930011"/>
                <a:gd name="connsiteY189" fmla="*/ 176760 h 833504"/>
                <a:gd name="connsiteX190" fmla="*/ 91200 w 930011"/>
                <a:gd name="connsiteY190" fmla="*/ 165477 h 833504"/>
                <a:gd name="connsiteX191" fmla="*/ 121742 w 930011"/>
                <a:gd name="connsiteY191" fmla="*/ 112646 h 833504"/>
                <a:gd name="connsiteX192" fmla="*/ 150834 w 930011"/>
                <a:gd name="connsiteY192" fmla="*/ 62709 h 833504"/>
                <a:gd name="connsiteX193" fmla="*/ 176850 w 930011"/>
                <a:gd name="connsiteY193" fmla="*/ 17400 h 833504"/>
                <a:gd name="connsiteX194" fmla="*/ 184492 w 930011"/>
                <a:gd name="connsiteY194" fmla="*/ 4199 h 833504"/>
                <a:gd name="connsiteX195" fmla="*/ 192260 w 930011"/>
                <a:gd name="connsiteY195" fmla="*/ 2 h 83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930011" h="833504">
                  <a:moveTo>
                    <a:pt x="431773" y="767038"/>
                  </a:moveTo>
                  <a:lnTo>
                    <a:pt x="498239" y="767038"/>
                  </a:lnTo>
                  <a:lnTo>
                    <a:pt x="498239" y="833504"/>
                  </a:lnTo>
                  <a:lnTo>
                    <a:pt x="431773" y="833504"/>
                  </a:lnTo>
                  <a:close/>
                  <a:moveTo>
                    <a:pt x="465041" y="236627"/>
                  </a:moveTo>
                  <a:cubicBezTo>
                    <a:pt x="470002" y="236494"/>
                    <a:pt x="474417" y="241314"/>
                    <a:pt x="474533" y="247184"/>
                  </a:cubicBezTo>
                  <a:cubicBezTo>
                    <a:pt x="474634" y="252328"/>
                    <a:pt x="474787" y="257489"/>
                    <a:pt x="474473" y="262615"/>
                  </a:cubicBezTo>
                  <a:cubicBezTo>
                    <a:pt x="474261" y="266064"/>
                    <a:pt x="475622" y="267875"/>
                    <a:pt x="478516" y="269473"/>
                  </a:cubicBezTo>
                  <a:cubicBezTo>
                    <a:pt x="490665" y="276184"/>
                    <a:pt x="502805" y="282925"/>
                    <a:pt x="514692" y="290083"/>
                  </a:cubicBezTo>
                  <a:cubicBezTo>
                    <a:pt x="517156" y="291566"/>
                    <a:pt x="519623" y="294685"/>
                    <a:pt x="520087" y="297393"/>
                  </a:cubicBezTo>
                  <a:cubicBezTo>
                    <a:pt x="520555" y="300125"/>
                    <a:pt x="519348" y="304079"/>
                    <a:pt x="517407" y="306064"/>
                  </a:cubicBezTo>
                  <a:cubicBezTo>
                    <a:pt x="514642" y="308892"/>
                    <a:pt x="510361" y="308847"/>
                    <a:pt x="506702" y="306846"/>
                  </a:cubicBezTo>
                  <a:cubicBezTo>
                    <a:pt x="498315" y="302260"/>
                    <a:pt x="490016" y="297514"/>
                    <a:pt x="481676" y="292842"/>
                  </a:cubicBezTo>
                  <a:cubicBezTo>
                    <a:pt x="479548" y="291650"/>
                    <a:pt x="477403" y="290490"/>
                    <a:pt x="474554" y="288924"/>
                  </a:cubicBezTo>
                  <a:cubicBezTo>
                    <a:pt x="474554" y="298012"/>
                    <a:pt x="474554" y="306341"/>
                    <a:pt x="474554" y="314670"/>
                  </a:cubicBezTo>
                  <a:cubicBezTo>
                    <a:pt x="474554" y="322154"/>
                    <a:pt x="474729" y="329645"/>
                    <a:pt x="474475" y="337121"/>
                  </a:cubicBezTo>
                  <a:cubicBezTo>
                    <a:pt x="474362" y="340444"/>
                    <a:pt x="475664" y="341891"/>
                    <a:pt x="478495" y="343455"/>
                  </a:cubicBezTo>
                  <a:cubicBezTo>
                    <a:pt x="490772" y="350238"/>
                    <a:pt x="502911" y="357282"/>
                    <a:pt x="514956" y="364471"/>
                  </a:cubicBezTo>
                  <a:cubicBezTo>
                    <a:pt x="520574" y="367824"/>
                    <a:pt x="522162" y="373601"/>
                    <a:pt x="519321" y="378230"/>
                  </a:cubicBezTo>
                  <a:cubicBezTo>
                    <a:pt x="516687" y="382521"/>
                    <a:pt x="510148" y="383508"/>
                    <a:pt x="504902" y="380460"/>
                  </a:cubicBezTo>
                  <a:cubicBezTo>
                    <a:pt x="495309" y="374888"/>
                    <a:pt x="485697" y="369347"/>
                    <a:pt x="476087" y="363805"/>
                  </a:cubicBezTo>
                  <a:cubicBezTo>
                    <a:pt x="475836" y="363660"/>
                    <a:pt x="475506" y="363653"/>
                    <a:pt x="474752" y="363468"/>
                  </a:cubicBezTo>
                  <a:cubicBezTo>
                    <a:pt x="474684" y="364825"/>
                    <a:pt x="474564" y="366114"/>
                    <a:pt x="474563" y="367404"/>
                  </a:cubicBezTo>
                  <a:cubicBezTo>
                    <a:pt x="474550" y="381750"/>
                    <a:pt x="474718" y="396098"/>
                    <a:pt x="474441" y="410439"/>
                  </a:cubicBezTo>
                  <a:cubicBezTo>
                    <a:pt x="474371" y="414106"/>
                    <a:pt x="475653" y="416190"/>
                    <a:pt x="478593" y="417841"/>
                  </a:cubicBezTo>
                  <a:cubicBezTo>
                    <a:pt x="490423" y="424482"/>
                    <a:pt x="502183" y="431251"/>
                    <a:pt x="514056" y="437813"/>
                  </a:cubicBezTo>
                  <a:cubicBezTo>
                    <a:pt x="520044" y="441123"/>
                    <a:pt x="522266" y="446292"/>
                    <a:pt x="519556" y="451597"/>
                  </a:cubicBezTo>
                  <a:cubicBezTo>
                    <a:pt x="516879" y="456837"/>
                    <a:pt x="511996" y="458086"/>
                    <a:pt x="505659" y="454657"/>
                  </a:cubicBezTo>
                  <a:cubicBezTo>
                    <a:pt x="497118" y="450036"/>
                    <a:pt x="488753" y="445092"/>
                    <a:pt x="480298" y="440314"/>
                  </a:cubicBezTo>
                  <a:cubicBezTo>
                    <a:pt x="478711" y="439417"/>
                    <a:pt x="477050" y="438651"/>
                    <a:pt x="474931" y="437575"/>
                  </a:cubicBezTo>
                  <a:cubicBezTo>
                    <a:pt x="474775" y="439203"/>
                    <a:pt x="474570" y="440353"/>
                    <a:pt x="474569" y="441503"/>
                  </a:cubicBezTo>
                  <a:cubicBezTo>
                    <a:pt x="474547" y="456005"/>
                    <a:pt x="474670" y="470508"/>
                    <a:pt x="474471" y="485006"/>
                  </a:cubicBezTo>
                  <a:cubicBezTo>
                    <a:pt x="474423" y="488505"/>
                    <a:pt x="475768" y="490290"/>
                    <a:pt x="478674" y="491916"/>
                  </a:cubicBezTo>
                  <a:cubicBezTo>
                    <a:pt x="491184" y="498913"/>
                    <a:pt x="503627" y="506035"/>
                    <a:pt x="515977" y="513311"/>
                  </a:cubicBezTo>
                  <a:cubicBezTo>
                    <a:pt x="520761" y="516130"/>
                    <a:pt x="521994" y="522270"/>
                    <a:pt x="519097" y="526518"/>
                  </a:cubicBezTo>
                  <a:cubicBezTo>
                    <a:pt x="516210" y="530751"/>
                    <a:pt x="510099" y="531733"/>
                    <a:pt x="505391" y="528966"/>
                  </a:cubicBezTo>
                  <a:cubicBezTo>
                    <a:pt x="495824" y="523344"/>
                    <a:pt x="486180" y="517853"/>
                    <a:pt x="476558" y="512324"/>
                  </a:cubicBezTo>
                  <a:cubicBezTo>
                    <a:pt x="476188" y="512111"/>
                    <a:pt x="475723" y="512063"/>
                    <a:pt x="474580" y="511725"/>
                  </a:cubicBezTo>
                  <a:cubicBezTo>
                    <a:pt x="474580" y="528454"/>
                    <a:pt x="474580" y="544879"/>
                    <a:pt x="474618" y="561734"/>
                  </a:cubicBezTo>
                  <a:cubicBezTo>
                    <a:pt x="469143" y="563560"/>
                    <a:pt x="463645" y="564470"/>
                    <a:pt x="457950" y="561426"/>
                  </a:cubicBezTo>
                  <a:cubicBezTo>
                    <a:pt x="457028" y="559251"/>
                    <a:pt x="455939" y="557255"/>
                    <a:pt x="455918" y="555247"/>
                  </a:cubicBezTo>
                  <a:cubicBezTo>
                    <a:pt x="455770" y="540915"/>
                    <a:pt x="455839" y="526580"/>
                    <a:pt x="455839" y="511204"/>
                  </a:cubicBezTo>
                  <a:cubicBezTo>
                    <a:pt x="449100" y="514973"/>
                    <a:pt x="442999" y="518384"/>
                    <a:pt x="436899" y="521796"/>
                  </a:cubicBezTo>
                  <a:cubicBezTo>
                    <a:pt x="432321" y="524357"/>
                    <a:pt x="427822" y="527071"/>
                    <a:pt x="423145" y="529436"/>
                  </a:cubicBezTo>
                  <a:cubicBezTo>
                    <a:pt x="418311" y="531881"/>
                    <a:pt x="413009" y="530497"/>
                    <a:pt x="410896" y="526579"/>
                  </a:cubicBezTo>
                  <a:cubicBezTo>
                    <a:pt x="408186" y="521554"/>
                    <a:pt x="409401" y="515700"/>
                    <a:pt x="414188" y="512929"/>
                  </a:cubicBezTo>
                  <a:cubicBezTo>
                    <a:pt x="425929" y="506134"/>
                    <a:pt x="437746" y="499467"/>
                    <a:pt x="449647" y="492957"/>
                  </a:cubicBezTo>
                  <a:cubicBezTo>
                    <a:pt x="453895" y="490633"/>
                    <a:pt x="456221" y="488157"/>
                    <a:pt x="456022" y="482629"/>
                  </a:cubicBezTo>
                  <a:cubicBezTo>
                    <a:pt x="455486" y="467684"/>
                    <a:pt x="455839" y="452706"/>
                    <a:pt x="455839" y="437012"/>
                  </a:cubicBezTo>
                  <a:cubicBezTo>
                    <a:pt x="450254" y="440098"/>
                    <a:pt x="445055" y="442903"/>
                    <a:pt x="439923" y="445826"/>
                  </a:cubicBezTo>
                  <a:cubicBezTo>
                    <a:pt x="434567" y="448876"/>
                    <a:pt x="429336" y="452149"/>
                    <a:pt x="423939" y="455122"/>
                  </a:cubicBezTo>
                  <a:cubicBezTo>
                    <a:pt x="418827" y="457937"/>
                    <a:pt x="412990" y="456619"/>
                    <a:pt x="410618" y="451776"/>
                  </a:cubicBezTo>
                  <a:cubicBezTo>
                    <a:pt x="408495" y="447441"/>
                    <a:pt x="408479" y="442560"/>
                    <a:pt x="414188" y="439041"/>
                  </a:cubicBezTo>
                  <a:cubicBezTo>
                    <a:pt x="422845" y="433705"/>
                    <a:pt x="431810" y="428867"/>
                    <a:pt x="440646" y="423822"/>
                  </a:cubicBezTo>
                  <a:cubicBezTo>
                    <a:pt x="445065" y="421300"/>
                    <a:pt x="449569" y="418912"/>
                    <a:pt x="453853" y="416180"/>
                  </a:cubicBezTo>
                  <a:cubicBezTo>
                    <a:pt x="454884" y="415523"/>
                    <a:pt x="455745" y="413744"/>
                    <a:pt x="455755" y="412474"/>
                  </a:cubicBezTo>
                  <a:cubicBezTo>
                    <a:pt x="455881" y="396263"/>
                    <a:pt x="455838" y="380050"/>
                    <a:pt x="455838" y="362892"/>
                  </a:cubicBezTo>
                  <a:cubicBezTo>
                    <a:pt x="449406" y="366539"/>
                    <a:pt x="443465" y="369883"/>
                    <a:pt x="437548" y="373271"/>
                  </a:cubicBezTo>
                  <a:cubicBezTo>
                    <a:pt x="432866" y="375951"/>
                    <a:pt x="428288" y="378822"/>
                    <a:pt x="423528" y="381355"/>
                  </a:cubicBezTo>
                  <a:cubicBezTo>
                    <a:pt x="418887" y="383825"/>
                    <a:pt x="412782" y="382189"/>
                    <a:pt x="410538" y="377818"/>
                  </a:cubicBezTo>
                  <a:cubicBezTo>
                    <a:pt x="408499" y="373847"/>
                    <a:pt x="408780" y="367920"/>
                    <a:pt x="413885" y="365040"/>
                  </a:cubicBezTo>
                  <a:cubicBezTo>
                    <a:pt x="426102" y="358148"/>
                    <a:pt x="438184" y="351016"/>
                    <a:pt x="450453" y="344220"/>
                  </a:cubicBezTo>
                  <a:cubicBezTo>
                    <a:pt x="454137" y="342180"/>
                    <a:pt x="456094" y="340078"/>
                    <a:pt x="455979" y="335387"/>
                  </a:cubicBezTo>
                  <a:cubicBezTo>
                    <a:pt x="455605" y="320125"/>
                    <a:pt x="455839" y="304848"/>
                    <a:pt x="455839" y="288703"/>
                  </a:cubicBezTo>
                  <a:cubicBezTo>
                    <a:pt x="450297" y="291843"/>
                    <a:pt x="445301" y="294662"/>
                    <a:pt x="440317" y="297501"/>
                  </a:cubicBezTo>
                  <a:cubicBezTo>
                    <a:pt x="434958" y="300554"/>
                    <a:pt x="429713" y="303828"/>
                    <a:pt x="424230" y="306639"/>
                  </a:cubicBezTo>
                  <a:cubicBezTo>
                    <a:pt x="417493" y="310094"/>
                    <a:pt x="411619" y="307546"/>
                    <a:pt x="409727" y="300547"/>
                  </a:cubicBezTo>
                  <a:cubicBezTo>
                    <a:pt x="408641" y="296530"/>
                    <a:pt x="410154" y="293022"/>
                    <a:pt x="413539" y="291026"/>
                  </a:cubicBezTo>
                  <a:cubicBezTo>
                    <a:pt x="426552" y="283353"/>
                    <a:pt x="439687" y="275879"/>
                    <a:pt x="452896" y="268547"/>
                  </a:cubicBezTo>
                  <a:cubicBezTo>
                    <a:pt x="455136" y="267303"/>
                    <a:pt x="455984" y="266093"/>
                    <a:pt x="455897" y="263582"/>
                  </a:cubicBezTo>
                  <a:cubicBezTo>
                    <a:pt x="455708" y="258131"/>
                    <a:pt x="455817" y="252669"/>
                    <a:pt x="455845" y="247212"/>
                  </a:cubicBezTo>
                  <a:cubicBezTo>
                    <a:pt x="455877" y="240884"/>
                    <a:pt x="459467" y="236776"/>
                    <a:pt x="465041" y="236627"/>
                  </a:cubicBezTo>
                  <a:close/>
                  <a:moveTo>
                    <a:pt x="737986" y="140"/>
                  </a:moveTo>
                  <a:cubicBezTo>
                    <a:pt x="741389" y="207"/>
                    <a:pt x="744427" y="2060"/>
                    <a:pt x="746457" y="5655"/>
                  </a:cubicBezTo>
                  <a:cubicBezTo>
                    <a:pt x="756153" y="22834"/>
                    <a:pt x="766212" y="39808"/>
                    <a:pt x="776064" y="56899"/>
                  </a:cubicBezTo>
                  <a:cubicBezTo>
                    <a:pt x="785995" y="74128"/>
                    <a:pt x="795788" y="91436"/>
                    <a:pt x="805728" y="108660"/>
                  </a:cubicBezTo>
                  <a:cubicBezTo>
                    <a:pt x="815359" y="125349"/>
                    <a:pt x="825117" y="141964"/>
                    <a:pt x="834777" y="158636"/>
                  </a:cubicBezTo>
                  <a:cubicBezTo>
                    <a:pt x="836704" y="161962"/>
                    <a:pt x="838804" y="165256"/>
                    <a:pt x="840182" y="168814"/>
                  </a:cubicBezTo>
                  <a:cubicBezTo>
                    <a:pt x="842769" y="175493"/>
                    <a:pt x="838642" y="181280"/>
                    <a:pt x="831407" y="181360"/>
                  </a:cubicBezTo>
                  <a:cubicBezTo>
                    <a:pt x="821588" y="181469"/>
                    <a:pt x="811766" y="181387"/>
                    <a:pt x="801113" y="181387"/>
                  </a:cubicBezTo>
                  <a:cubicBezTo>
                    <a:pt x="803135" y="185236"/>
                    <a:pt x="804813" y="188724"/>
                    <a:pt x="806746" y="192065"/>
                  </a:cubicBezTo>
                  <a:cubicBezTo>
                    <a:pt x="821572" y="217683"/>
                    <a:pt x="836480" y="243253"/>
                    <a:pt x="851295" y="268877"/>
                  </a:cubicBezTo>
                  <a:cubicBezTo>
                    <a:pt x="862175" y="287693"/>
                    <a:pt x="872914" y="306590"/>
                    <a:pt x="883794" y="325406"/>
                  </a:cubicBezTo>
                  <a:cubicBezTo>
                    <a:pt x="888162" y="332959"/>
                    <a:pt x="884330" y="340292"/>
                    <a:pt x="875595" y="340430"/>
                  </a:cubicBezTo>
                  <a:cubicBezTo>
                    <a:pt x="865017" y="340598"/>
                    <a:pt x="854434" y="340470"/>
                    <a:pt x="843132" y="340470"/>
                  </a:cubicBezTo>
                  <a:cubicBezTo>
                    <a:pt x="851732" y="355312"/>
                    <a:pt x="860059" y="369666"/>
                    <a:pt x="868368" y="384031"/>
                  </a:cubicBezTo>
                  <a:cubicBezTo>
                    <a:pt x="877090" y="399110"/>
                    <a:pt x="885794" y="414199"/>
                    <a:pt x="894508" y="429283"/>
                  </a:cubicBezTo>
                  <a:cubicBezTo>
                    <a:pt x="903299" y="444498"/>
                    <a:pt x="912089" y="459713"/>
                    <a:pt x="920888" y="474924"/>
                  </a:cubicBezTo>
                  <a:cubicBezTo>
                    <a:pt x="923430" y="479319"/>
                    <a:pt x="926002" y="483698"/>
                    <a:pt x="928871" y="488171"/>
                  </a:cubicBezTo>
                  <a:cubicBezTo>
                    <a:pt x="929480" y="492062"/>
                    <a:pt x="929777" y="495867"/>
                    <a:pt x="930011" y="500100"/>
                  </a:cubicBezTo>
                  <a:cubicBezTo>
                    <a:pt x="924276" y="503707"/>
                    <a:pt x="918085" y="503330"/>
                    <a:pt x="911896" y="503324"/>
                  </a:cubicBezTo>
                  <a:cubicBezTo>
                    <a:pt x="861059" y="503278"/>
                    <a:pt x="810222" y="503298"/>
                    <a:pt x="759385" y="503298"/>
                  </a:cubicBezTo>
                  <a:cubicBezTo>
                    <a:pt x="757544" y="503298"/>
                    <a:pt x="755702" y="503298"/>
                    <a:pt x="753423" y="503298"/>
                  </a:cubicBezTo>
                  <a:cubicBezTo>
                    <a:pt x="753423" y="536050"/>
                    <a:pt x="753423" y="568414"/>
                    <a:pt x="753423" y="601165"/>
                  </a:cubicBezTo>
                  <a:cubicBezTo>
                    <a:pt x="745160" y="601165"/>
                    <a:pt x="737327" y="601165"/>
                    <a:pt x="729047" y="601165"/>
                  </a:cubicBezTo>
                  <a:cubicBezTo>
                    <a:pt x="729047" y="568757"/>
                    <a:pt x="729047" y="536394"/>
                    <a:pt x="729047" y="503298"/>
                  </a:cubicBezTo>
                  <a:cubicBezTo>
                    <a:pt x="724022" y="503298"/>
                    <a:pt x="719414" y="503298"/>
                    <a:pt x="714805" y="503298"/>
                  </a:cubicBezTo>
                  <a:cubicBezTo>
                    <a:pt x="707944" y="503298"/>
                    <a:pt x="701080" y="503377"/>
                    <a:pt x="694222" y="503229"/>
                  </a:cubicBezTo>
                  <a:cubicBezTo>
                    <a:pt x="692902" y="503201"/>
                    <a:pt x="690971" y="502663"/>
                    <a:pt x="690398" y="501712"/>
                  </a:cubicBezTo>
                  <a:cubicBezTo>
                    <a:pt x="687396" y="496731"/>
                    <a:pt x="684741" y="491541"/>
                    <a:pt x="681563" y="485683"/>
                  </a:cubicBezTo>
                  <a:cubicBezTo>
                    <a:pt x="756420" y="485683"/>
                    <a:pt x="830384" y="485683"/>
                    <a:pt x="905612" y="485683"/>
                  </a:cubicBezTo>
                  <a:cubicBezTo>
                    <a:pt x="901639" y="478703"/>
                    <a:pt x="898202" y="472599"/>
                    <a:pt x="894702" y="466532"/>
                  </a:cubicBezTo>
                  <a:cubicBezTo>
                    <a:pt x="885922" y="451310"/>
                    <a:pt x="877108" y="436109"/>
                    <a:pt x="868317" y="420894"/>
                  </a:cubicBezTo>
                  <a:cubicBezTo>
                    <a:pt x="859603" y="405810"/>
                    <a:pt x="850897" y="390722"/>
                    <a:pt x="842194" y="375632"/>
                  </a:cubicBezTo>
                  <a:cubicBezTo>
                    <a:pt x="834647" y="362548"/>
                    <a:pt x="827139" y="349440"/>
                    <a:pt x="819554" y="336377"/>
                  </a:cubicBezTo>
                  <a:cubicBezTo>
                    <a:pt x="814798" y="328187"/>
                    <a:pt x="821887" y="321599"/>
                    <a:pt x="828512" y="321711"/>
                  </a:cubicBezTo>
                  <a:cubicBezTo>
                    <a:pt x="838790" y="321883"/>
                    <a:pt x="849074" y="321756"/>
                    <a:pt x="860487" y="321756"/>
                  </a:cubicBezTo>
                  <a:cubicBezTo>
                    <a:pt x="856946" y="315568"/>
                    <a:pt x="853802" y="310042"/>
                    <a:pt x="850628" y="304533"/>
                  </a:cubicBezTo>
                  <a:cubicBezTo>
                    <a:pt x="841857" y="289307"/>
                    <a:pt x="833081" y="274083"/>
                    <a:pt x="824291" y="258868"/>
                  </a:cubicBezTo>
                  <a:cubicBezTo>
                    <a:pt x="815576" y="243785"/>
                    <a:pt x="806856" y="228705"/>
                    <a:pt x="798111" y="213639"/>
                  </a:cubicBezTo>
                  <a:cubicBezTo>
                    <a:pt x="791070" y="201508"/>
                    <a:pt x="783837" y="189485"/>
                    <a:pt x="776981" y="177251"/>
                  </a:cubicBezTo>
                  <a:cubicBezTo>
                    <a:pt x="773151" y="170415"/>
                    <a:pt x="777487" y="163614"/>
                    <a:pt x="785295" y="163609"/>
                  </a:cubicBezTo>
                  <a:cubicBezTo>
                    <a:pt x="795371" y="163603"/>
                    <a:pt x="805447" y="163608"/>
                    <a:pt x="816319" y="163608"/>
                  </a:cubicBezTo>
                  <a:cubicBezTo>
                    <a:pt x="789939" y="117969"/>
                    <a:pt x="763983" y="73061"/>
                    <a:pt x="737710" y="27607"/>
                  </a:cubicBezTo>
                  <a:cubicBezTo>
                    <a:pt x="711454" y="72986"/>
                    <a:pt x="685487" y="117863"/>
                    <a:pt x="659019" y="163608"/>
                  </a:cubicBezTo>
                  <a:cubicBezTo>
                    <a:pt x="669614" y="163608"/>
                    <a:pt x="679210" y="163605"/>
                    <a:pt x="688806" y="163608"/>
                  </a:cubicBezTo>
                  <a:cubicBezTo>
                    <a:pt x="698559" y="163611"/>
                    <a:pt x="702447" y="169551"/>
                    <a:pt x="697734" y="178093"/>
                  </a:cubicBezTo>
                  <a:cubicBezTo>
                    <a:pt x="690586" y="191047"/>
                    <a:pt x="682934" y="203722"/>
                    <a:pt x="675520" y="216530"/>
                  </a:cubicBezTo>
                  <a:cubicBezTo>
                    <a:pt x="666794" y="231606"/>
                    <a:pt x="658067" y="246683"/>
                    <a:pt x="649391" y="261788"/>
                  </a:cubicBezTo>
                  <a:cubicBezTo>
                    <a:pt x="643017" y="272883"/>
                    <a:pt x="636728" y="284027"/>
                    <a:pt x="630389" y="295142"/>
                  </a:cubicBezTo>
                  <a:cubicBezTo>
                    <a:pt x="629854" y="296081"/>
                    <a:pt x="629222" y="296965"/>
                    <a:pt x="628243" y="298481"/>
                  </a:cubicBezTo>
                  <a:cubicBezTo>
                    <a:pt x="624548" y="292363"/>
                    <a:pt x="621359" y="287344"/>
                    <a:pt x="618507" y="282142"/>
                  </a:cubicBezTo>
                  <a:cubicBezTo>
                    <a:pt x="617946" y="281118"/>
                    <a:pt x="618245" y="279134"/>
                    <a:pt x="618885" y="278015"/>
                  </a:cubicBezTo>
                  <a:cubicBezTo>
                    <a:pt x="627450" y="263025"/>
                    <a:pt x="636170" y="248124"/>
                    <a:pt x="644802" y="233173"/>
                  </a:cubicBezTo>
                  <a:cubicBezTo>
                    <a:pt x="653666" y="217820"/>
                    <a:pt x="662501" y="202450"/>
                    <a:pt x="671270" y="187043"/>
                  </a:cubicBezTo>
                  <a:cubicBezTo>
                    <a:pt x="672125" y="185541"/>
                    <a:pt x="672424" y="183722"/>
                    <a:pt x="673202" y="181387"/>
                  </a:cubicBezTo>
                  <a:cubicBezTo>
                    <a:pt x="663525" y="181387"/>
                    <a:pt x="654647" y="181041"/>
                    <a:pt x="645808" y="181481"/>
                  </a:cubicBezTo>
                  <a:cubicBezTo>
                    <a:pt x="636233" y="181958"/>
                    <a:pt x="631410" y="174458"/>
                    <a:pt x="636262" y="166239"/>
                  </a:cubicBezTo>
                  <a:cubicBezTo>
                    <a:pt x="645118" y="151238"/>
                    <a:pt x="653745" y="136102"/>
                    <a:pt x="662465" y="121021"/>
                  </a:cubicBezTo>
                  <a:cubicBezTo>
                    <a:pt x="671185" y="105941"/>
                    <a:pt x="679904" y="90861"/>
                    <a:pt x="688620" y="75778"/>
                  </a:cubicBezTo>
                  <a:cubicBezTo>
                    <a:pt x="698261" y="59096"/>
                    <a:pt x="707889" y="42407"/>
                    <a:pt x="717540" y="25731"/>
                  </a:cubicBezTo>
                  <a:cubicBezTo>
                    <a:pt x="721478" y="18928"/>
                    <a:pt x="725663" y="12259"/>
                    <a:pt x="729346" y="5321"/>
                  </a:cubicBezTo>
                  <a:cubicBezTo>
                    <a:pt x="731307" y="1626"/>
                    <a:pt x="734595" y="74"/>
                    <a:pt x="737986" y="140"/>
                  </a:cubicBezTo>
                  <a:close/>
                  <a:moveTo>
                    <a:pt x="192260" y="2"/>
                  </a:moveTo>
                  <a:cubicBezTo>
                    <a:pt x="195187" y="-59"/>
                    <a:pt x="198078" y="1260"/>
                    <a:pt x="199812" y="4077"/>
                  </a:cubicBezTo>
                  <a:cubicBezTo>
                    <a:pt x="208371" y="17985"/>
                    <a:pt x="216284" y="32291"/>
                    <a:pt x="224452" y="46440"/>
                  </a:cubicBezTo>
                  <a:cubicBezTo>
                    <a:pt x="234083" y="63123"/>
                    <a:pt x="243693" y="79819"/>
                    <a:pt x="253342" y="96492"/>
                  </a:cubicBezTo>
                  <a:cubicBezTo>
                    <a:pt x="262066" y="111566"/>
                    <a:pt x="270853" y="126604"/>
                    <a:pt x="279569" y="141682"/>
                  </a:cubicBezTo>
                  <a:cubicBezTo>
                    <a:pt x="284505" y="150221"/>
                    <a:pt x="289534" y="158713"/>
                    <a:pt x="294192" y="167402"/>
                  </a:cubicBezTo>
                  <a:cubicBezTo>
                    <a:pt x="298137" y="174762"/>
                    <a:pt x="294133" y="181260"/>
                    <a:pt x="285776" y="181360"/>
                  </a:cubicBezTo>
                  <a:cubicBezTo>
                    <a:pt x="275959" y="181476"/>
                    <a:pt x="266140" y="181387"/>
                    <a:pt x="255555" y="181387"/>
                  </a:cubicBezTo>
                  <a:cubicBezTo>
                    <a:pt x="258629" y="186964"/>
                    <a:pt x="261385" y="192170"/>
                    <a:pt x="264330" y="197267"/>
                  </a:cubicBezTo>
                  <a:cubicBezTo>
                    <a:pt x="274276" y="214480"/>
                    <a:pt x="284279" y="231659"/>
                    <a:pt x="294279" y="248841"/>
                  </a:cubicBezTo>
                  <a:cubicBezTo>
                    <a:pt x="299549" y="257896"/>
                    <a:pt x="304880" y="266917"/>
                    <a:pt x="310119" y="275990"/>
                  </a:cubicBezTo>
                  <a:cubicBezTo>
                    <a:pt x="310797" y="277163"/>
                    <a:pt x="311091" y="278558"/>
                    <a:pt x="311263" y="280240"/>
                  </a:cubicBezTo>
                  <a:cubicBezTo>
                    <a:pt x="307667" y="285804"/>
                    <a:pt x="304371" y="290978"/>
                    <a:pt x="301075" y="296152"/>
                  </a:cubicBezTo>
                  <a:cubicBezTo>
                    <a:pt x="298000" y="291229"/>
                    <a:pt x="294796" y="286382"/>
                    <a:pt x="291873" y="281370"/>
                  </a:cubicBezTo>
                  <a:cubicBezTo>
                    <a:pt x="275958" y="254071"/>
                    <a:pt x="260097" y="226740"/>
                    <a:pt x="244252" y="199400"/>
                  </a:cubicBezTo>
                  <a:cubicBezTo>
                    <a:pt x="240388" y="192732"/>
                    <a:pt x="236546" y="186047"/>
                    <a:pt x="232913" y="179252"/>
                  </a:cubicBezTo>
                  <a:cubicBezTo>
                    <a:pt x="231295" y="176224"/>
                    <a:pt x="229146" y="173258"/>
                    <a:pt x="230897" y="169295"/>
                  </a:cubicBezTo>
                  <a:cubicBezTo>
                    <a:pt x="232489" y="165691"/>
                    <a:pt x="234514" y="163489"/>
                    <a:pt x="238799" y="163555"/>
                  </a:cubicBezTo>
                  <a:cubicBezTo>
                    <a:pt x="249185" y="163716"/>
                    <a:pt x="259576" y="163607"/>
                    <a:pt x="270948" y="163607"/>
                  </a:cubicBezTo>
                  <a:cubicBezTo>
                    <a:pt x="244519" y="117922"/>
                    <a:pt x="218557" y="73044"/>
                    <a:pt x="192264" y="27594"/>
                  </a:cubicBezTo>
                  <a:cubicBezTo>
                    <a:pt x="166034" y="72980"/>
                    <a:pt x="140098" y="117857"/>
                    <a:pt x="113865" y="163249"/>
                  </a:cubicBezTo>
                  <a:cubicBezTo>
                    <a:pt x="115665" y="163395"/>
                    <a:pt x="116971" y="163589"/>
                    <a:pt x="118278" y="163593"/>
                  </a:cubicBezTo>
                  <a:cubicBezTo>
                    <a:pt x="127322" y="163620"/>
                    <a:pt x="136367" y="163590"/>
                    <a:pt x="145411" y="163613"/>
                  </a:cubicBezTo>
                  <a:cubicBezTo>
                    <a:pt x="152375" y="163631"/>
                    <a:pt x="156558" y="169965"/>
                    <a:pt x="153188" y="176067"/>
                  </a:cubicBezTo>
                  <a:cubicBezTo>
                    <a:pt x="145363" y="190238"/>
                    <a:pt x="137212" y="204229"/>
                    <a:pt x="129131" y="218257"/>
                  </a:cubicBezTo>
                  <a:cubicBezTo>
                    <a:pt x="120436" y="233351"/>
                    <a:pt x="111665" y="248402"/>
                    <a:pt x="102937" y="263477"/>
                  </a:cubicBezTo>
                  <a:cubicBezTo>
                    <a:pt x="94057" y="278815"/>
                    <a:pt x="85178" y="294154"/>
                    <a:pt x="76324" y="309508"/>
                  </a:cubicBezTo>
                  <a:cubicBezTo>
                    <a:pt x="74101" y="313362"/>
                    <a:pt x="71975" y="317272"/>
                    <a:pt x="69470" y="321755"/>
                  </a:cubicBezTo>
                  <a:cubicBezTo>
                    <a:pt x="80202" y="321755"/>
                    <a:pt x="90544" y="321730"/>
                    <a:pt x="100886" y="321765"/>
                  </a:cubicBezTo>
                  <a:cubicBezTo>
                    <a:pt x="106764" y="321786"/>
                    <a:pt x="110670" y="324183"/>
                    <a:pt x="111568" y="329240"/>
                  </a:cubicBezTo>
                  <a:cubicBezTo>
                    <a:pt x="112006" y="331701"/>
                    <a:pt x="111346" y="334846"/>
                    <a:pt x="110080" y="337046"/>
                  </a:cubicBezTo>
                  <a:cubicBezTo>
                    <a:pt x="93478" y="365906"/>
                    <a:pt x="76651" y="394637"/>
                    <a:pt x="59937" y="423433"/>
                  </a:cubicBezTo>
                  <a:cubicBezTo>
                    <a:pt x="48330" y="443428"/>
                    <a:pt x="36806" y="463472"/>
                    <a:pt x="25269" y="483507"/>
                  </a:cubicBezTo>
                  <a:cubicBezTo>
                    <a:pt x="24984" y="484002"/>
                    <a:pt x="24978" y="484657"/>
                    <a:pt x="24750" y="485629"/>
                  </a:cubicBezTo>
                  <a:cubicBezTo>
                    <a:pt x="99170" y="485629"/>
                    <a:pt x="173325" y="485629"/>
                    <a:pt x="248391" y="485629"/>
                  </a:cubicBezTo>
                  <a:cubicBezTo>
                    <a:pt x="245159" y="491653"/>
                    <a:pt x="242375" y="497099"/>
                    <a:pt x="239267" y="502354"/>
                  </a:cubicBezTo>
                  <a:cubicBezTo>
                    <a:pt x="238806" y="503133"/>
                    <a:pt x="236816" y="503252"/>
                    <a:pt x="235532" y="503259"/>
                  </a:cubicBezTo>
                  <a:cubicBezTo>
                    <a:pt x="223692" y="503325"/>
                    <a:pt x="211853" y="503298"/>
                    <a:pt x="199409" y="503298"/>
                  </a:cubicBezTo>
                  <a:cubicBezTo>
                    <a:pt x="199409" y="536022"/>
                    <a:pt x="199409" y="568497"/>
                    <a:pt x="199409" y="601261"/>
                  </a:cubicBezTo>
                  <a:cubicBezTo>
                    <a:pt x="191089" y="601261"/>
                    <a:pt x="183367" y="601261"/>
                    <a:pt x="175036" y="601261"/>
                  </a:cubicBezTo>
                  <a:cubicBezTo>
                    <a:pt x="175036" y="568788"/>
                    <a:pt x="175036" y="536313"/>
                    <a:pt x="175036" y="503298"/>
                  </a:cubicBezTo>
                  <a:cubicBezTo>
                    <a:pt x="172617" y="503298"/>
                    <a:pt x="170795" y="503298"/>
                    <a:pt x="168973" y="503298"/>
                  </a:cubicBezTo>
                  <a:cubicBezTo>
                    <a:pt x="117202" y="503298"/>
                    <a:pt x="65430" y="503363"/>
                    <a:pt x="13660" y="503179"/>
                  </a:cubicBezTo>
                  <a:cubicBezTo>
                    <a:pt x="9355" y="503163"/>
                    <a:pt x="5056" y="501466"/>
                    <a:pt x="411" y="500540"/>
                  </a:cubicBezTo>
                  <a:cubicBezTo>
                    <a:pt x="25" y="496736"/>
                    <a:pt x="-17" y="492943"/>
                    <a:pt x="4" y="488718"/>
                  </a:cubicBezTo>
                  <a:cubicBezTo>
                    <a:pt x="2216" y="485443"/>
                    <a:pt x="4690" y="482788"/>
                    <a:pt x="6461" y="479726"/>
                  </a:cubicBezTo>
                  <a:cubicBezTo>
                    <a:pt x="21203" y="454242"/>
                    <a:pt x="35768" y="428656"/>
                    <a:pt x="50482" y="403155"/>
                  </a:cubicBezTo>
                  <a:cubicBezTo>
                    <a:pt x="62412" y="382478"/>
                    <a:pt x="74475" y="361876"/>
                    <a:pt x="86926" y="340471"/>
                  </a:cubicBezTo>
                  <a:cubicBezTo>
                    <a:pt x="77524" y="340471"/>
                    <a:pt x="68764" y="340471"/>
                    <a:pt x="60003" y="340471"/>
                  </a:cubicBezTo>
                  <a:cubicBezTo>
                    <a:pt x="58132" y="340471"/>
                    <a:pt x="56259" y="340529"/>
                    <a:pt x="54391" y="340460"/>
                  </a:cubicBezTo>
                  <a:cubicBezTo>
                    <a:pt x="45939" y="340149"/>
                    <a:pt x="41665" y="333014"/>
                    <a:pt x="45777" y="325668"/>
                  </a:cubicBezTo>
                  <a:cubicBezTo>
                    <a:pt x="51497" y="315449"/>
                    <a:pt x="57519" y="305400"/>
                    <a:pt x="63390" y="295265"/>
                  </a:cubicBezTo>
                  <a:cubicBezTo>
                    <a:pt x="72195" y="280063"/>
                    <a:pt x="80975" y="264845"/>
                    <a:pt x="89777" y="249640"/>
                  </a:cubicBezTo>
                  <a:cubicBezTo>
                    <a:pt x="98579" y="234435"/>
                    <a:pt x="107410" y="219246"/>
                    <a:pt x="116200" y="204035"/>
                  </a:cubicBezTo>
                  <a:cubicBezTo>
                    <a:pt x="120422" y="196727"/>
                    <a:pt x="124580" y="189383"/>
                    <a:pt x="129150" y="181387"/>
                  </a:cubicBezTo>
                  <a:cubicBezTo>
                    <a:pt x="118924" y="181387"/>
                    <a:pt x="109486" y="181357"/>
                    <a:pt x="100049" y="181402"/>
                  </a:cubicBezTo>
                  <a:cubicBezTo>
                    <a:pt x="95992" y="181421"/>
                    <a:pt x="92520" y="180621"/>
                    <a:pt x="90190" y="176760"/>
                  </a:cubicBezTo>
                  <a:cubicBezTo>
                    <a:pt x="87694" y="172624"/>
                    <a:pt x="89096" y="169109"/>
                    <a:pt x="91200" y="165477"/>
                  </a:cubicBezTo>
                  <a:cubicBezTo>
                    <a:pt x="101398" y="147877"/>
                    <a:pt x="111534" y="130240"/>
                    <a:pt x="121742" y="112646"/>
                  </a:cubicBezTo>
                  <a:cubicBezTo>
                    <a:pt x="131411" y="95984"/>
                    <a:pt x="141183" y="79381"/>
                    <a:pt x="150834" y="62709"/>
                  </a:cubicBezTo>
                  <a:cubicBezTo>
                    <a:pt x="159559" y="47637"/>
                    <a:pt x="168185" y="32507"/>
                    <a:pt x="176850" y="17400"/>
                  </a:cubicBezTo>
                  <a:cubicBezTo>
                    <a:pt x="179381" y="12987"/>
                    <a:pt x="181597" y="8357"/>
                    <a:pt x="184492" y="4199"/>
                  </a:cubicBezTo>
                  <a:cubicBezTo>
                    <a:pt x="186370" y="1502"/>
                    <a:pt x="189333" y="63"/>
                    <a:pt x="192260" y="2"/>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22" name="Group 121">
            <a:extLst>
              <a:ext uri="{FF2B5EF4-FFF2-40B4-BE49-F238E27FC236}">
                <a16:creationId xmlns:a16="http://schemas.microsoft.com/office/drawing/2014/main" id="{9AD66935-0B17-0CEC-C68D-4CB34D856C8E}"/>
              </a:ext>
              <a:ext uri="{C183D7F6-B498-43B3-948B-1728B52AA6E4}">
                <adec:decorative xmlns:adec="http://schemas.microsoft.com/office/drawing/2017/decorative" val="1"/>
              </a:ext>
            </a:extLst>
          </p:cNvPr>
          <p:cNvGrpSpPr>
            <a:grpSpLocks noChangeAspect="1"/>
          </p:cNvGrpSpPr>
          <p:nvPr/>
        </p:nvGrpSpPr>
        <p:grpSpPr>
          <a:xfrm>
            <a:off x="639763" y="5049527"/>
            <a:ext cx="498296" cy="457200"/>
            <a:chOff x="639763" y="5049527"/>
            <a:chExt cx="498296" cy="457200"/>
          </a:xfrm>
          <a:solidFill>
            <a:srgbClr val="FF0000"/>
          </a:solidFill>
        </p:grpSpPr>
        <p:sp>
          <p:nvSpPr>
            <p:cNvPr id="2485" name="Freeform: Shape 2484">
              <a:extLst>
                <a:ext uri="{FF2B5EF4-FFF2-40B4-BE49-F238E27FC236}">
                  <a16:creationId xmlns:a16="http://schemas.microsoft.com/office/drawing/2014/main" id="{0186B8CA-E60B-EC9A-8DC8-C64819C8FFE6}"/>
                </a:ext>
                <a:ext uri="{C183D7F6-B498-43B3-948B-1728B52AA6E4}">
                  <adec:decorative xmlns:adec="http://schemas.microsoft.com/office/drawing/2017/decorative" val="1"/>
                </a:ext>
              </a:extLst>
            </p:cNvPr>
            <p:cNvSpPr/>
            <p:nvPr/>
          </p:nvSpPr>
          <p:spPr>
            <a:xfrm>
              <a:off x="639763" y="5049527"/>
              <a:ext cx="398940" cy="457200"/>
            </a:xfrm>
            <a:custGeom>
              <a:avLst/>
              <a:gdLst>
                <a:gd name="connsiteX0" fmla="*/ 0 w 728746"/>
                <a:gd name="connsiteY0" fmla="*/ 768408 h 835171"/>
                <a:gd name="connsiteX1" fmla="*/ 66763 w 728746"/>
                <a:gd name="connsiteY1" fmla="*/ 768408 h 835171"/>
                <a:gd name="connsiteX2" fmla="*/ 66763 w 728746"/>
                <a:gd name="connsiteY2" fmla="*/ 835171 h 835171"/>
                <a:gd name="connsiteX3" fmla="*/ 0 w 728746"/>
                <a:gd name="connsiteY3" fmla="*/ 835171 h 835171"/>
                <a:gd name="connsiteX4" fmla="*/ 310391 w 728746"/>
                <a:gd name="connsiteY4" fmla="*/ 669516 h 835171"/>
                <a:gd name="connsiteX5" fmla="*/ 355118 w 728746"/>
                <a:gd name="connsiteY5" fmla="*/ 669516 h 835171"/>
                <a:gd name="connsiteX6" fmla="*/ 355118 w 728746"/>
                <a:gd name="connsiteY6" fmla="*/ 714481 h 835171"/>
                <a:gd name="connsiteX7" fmla="*/ 310391 w 728746"/>
                <a:gd name="connsiteY7" fmla="*/ 714481 h 835171"/>
                <a:gd name="connsiteX8" fmla="*/ 399267 w 728746"/>
                <a:gd name="connsiteY8" fmla="*/ 669435 h 835171"/>
                <a:gd name="connsiteX9" fmla="*/ 444271 w 728746"/>
                <a:gd name="connsiteY9" fmla="*/ 669435 h 835171"/>
                <a:gd name="connsiteX10" fmla="*/ 444271 w 728746"/>
                <a:gd name="connsiteY10" fmla="*/ 714578 h 835171"/>
                <a:gd name="connsiteX11" fmla="*/ 399267 w 728746"/>
                <a:gd name="connsiteY11" fmla="*/ 714578 h 835171"/>
                <a:gd name="connsiteX12" fmla="*/ 221622 w 728746"/>
                <a:gd name="connsiteY12" fmla="*/ 669104 h 835171"/>
                <a:gd name="connsiteX13" fmla="*/ 266319 w 728746"/>
                <a:gd name="connsiteY13" fmla="*/ 669104 h 835171"/>
                <a:gd name="connsiteX14" fmla="*/ 266319 w 728746"/>
                <a:gd name="connsiteY14" fmla="*/ 714053 h 835171"/>
                <a:gd name="connsiteX15" fmla="*/ 221622 w 728746"/>
                <a:gd name="connsiteY15" fmla="*/ 714053 h 835171"/>
                <a:gd name="connsiteX16" fmla="*/ 310376 w 728746"/>
                <a:gd name="connsiteY16" fmla="*/ 580722 h 835171"/>
                <a:gd name="connsiteX17" fmla="*/ 355131 w 728746"/>
                <a:gd name="connsiteY17" fmla="*/ 580722 h 835171"/>
                <a:gd name="connsiteX18" fmla="*/ 355131 w 728746"/>
                <a:gd name="connsiteY18" fmla="*/ 625701 h 835171"/>
                <a:gd name="connsiteX19" fmla="*/ 310376 w 728746"/>
                <a:gd name="connsiteY19" fmla="*/ 625701 h 835171"/>
                <a:gd name="connsiteX20" fmla="*/ 398846 w 728746"/>
                <a:gd name="connsiteY20" fmla="*/ 580584 h 835171"/>
                <a:gd name="connsiteX21" fmla="*/ 443878 w 728746"/>
                <a:gd name="connsiteY21" fmla="*/ 580584 h 835171"/>
                <a:gd name="connsiteX22" fmla="*/ 443878 w 728746"/>
                <a:gd name="connsiteY22" fmla="*/ 625271 h 835171"/>
                <a:gd name="connsiteX23" fmla="*/ 398846 w 728746"/>
                <a:gd name="connsiteY23" fmla="*/ 625271 h 835171"/>
                <a:gd name="connsiteX24" fmla="*/ 221608 w 728746"/>
                <a:gd name="connsiteY24" fmla="*/ 580324 h 835171"/>
                <a:gd name="connsiteX25" fmla="*/ 266335 w 728746"/>
                <a:gd name="connsiteY25" fmla="*/ 580324 h 835171"/>
                <a:gd name="connsiteX26" fmla="*/ 266335 w 728746"/>
                <a:gd name="connsiteY26" fmla="*/ 625289 h 835171"/>
                <a:gd name="connsiteX27" fmla="*/ 221608 w 728746"/>
                <a:gd name="connsiteY27" fmla="*/ 625289 h 835171"/>
                <a:gd name="connsiteX28" fmla="*/ 361792 w 728746"/>
                <a:gd name="connsiteY28" fmla="*/ 46015 h 835171"/>
                <a:gd name="connsiteX29" fmla="*/ 256261 w 728746"/>
                <a:gd name="connsiteY29" fmla="*/ 151545 h 835171"/>
                <a:gd name="connsiteX30" fmla="*/ 361792 w 728746"/>
                <a:gd name="connsiteY30" fmla="*/ 257075 h 835171"/>
                <a:gd name="connsiteX31" fmla="*/ 436413 w 728746"/>
                <a:gd name="connsiteY31" fmla="*/ 226166 h 835171"/>
                <a:gd name="connsiteX32" fmla="*/ 445126 w 728746"/>
                <a:gd name="connsiteY32" fmla="*/ 215606 h 835171"/>
                <a:gd name="connsiteX33" fmla="*/ 445073 w 728746"/>
                <a:gd name="connsiteY33" fmla="*/ 215437 h 835171"/>
                <a:gd name="connsiteX34" fmla="*/ 446001 w 728746"/>
                <a:gd name="connsiteY34" fmla="*/ 215992 h 835171"/>
                <a:gd name="connsiteX35" fmla="*/ 458209 w 728746"/>
                <a:gd name="connsiteY35" fmla="*/ 220898 h 835171"/>
                <a:gd name="connsiteX36" fmla="*/ 483558 w 728746"/>
                <a:gd name="connsiteY36" fmla="*/ 224745 h 835171"/>
                <a:gd name="connsiteX37" fmla="*/ 495231 w 728746"/>
                <a:gd name="connsiteY37" fmla="*/ 223683 h 835171"/>
                <a:gd name="connsiteX38" fmla="*/ 501839 w 728746"/>
                <a:gd name="connsiteY38" fmla="*/ 231692 h 835171"/>
                <a:gd name="connsiteX39" fmla="*/ 544686 w 728746"/>
                <a:gd name="connsiteY39" fmla="*/ 249440 h 835171"/>
                <a:gd name="connsiteX40" fmla="*/ 568272 w 728746"/>
                <a:gd name="connsiteY40" fmla="*/ 244678 h 835171"/>
                <a:gd name="connsiteX41" fmla="*/ 578019 w 728746"/>
                <a:gd name="connsiteY41" fmla="*/ 239388 h 835171"/>
                <a:gd name="connsiteX42" fmla="*/ 578551 w 728746"/>
                <a:gd name="connsiteY42" fmla="*/ 242957 h 835171"/>
                <a:gd name="connsiteX43" fmla="*/ 596566 w 728746"/>
                <a:gd name="connsiteY43" fmla="*/ 263337 h 835171"/>
                <a:gd name="connsiteX44" fmla="*/ 623602 w 728746"/>
                <a:gd name="connsiteY44" fmla="*/ 266340 h 835171"/>
                <a:gd name="connsiteX45" fmla="*/ 625902 w 728746"/>
                <a:gd name="connsiteY45" fmla="*/ 265456 h 835171"/>
                <a:gd name="connsiteX46" fmla="*/ 627953 w 728746"/>
                <a:gd name="connsiteY46" fmla="*/ 275612 h 835171"/>
                <a:gd name="connsiteX47" fmla="*/ 654630 w 728746"/>
                <a:gd name="connsiteY47" fmla="*/ 293295 h 835171"/>
                <a:gd name="connsiteX48" fmla="*/ 683583 w 728746"/>
                <a:gd name="connsiteY48" fmla="*/ 264342 h 835171"/>
                <a:gd name="connsiteX49" fmla="*/ 654630 w 728746"/>
                <a:gd name="connsiteY49" fmla="*/ 235389 h 835171"/>
                <a:gd name="connsiteX50" fmla="*/ 648795 w 728746"/>
                <a:gd name="connsiteY50" fmla="*/ 235977 h 835171"/>
                <a:gd name="connsiteX51" fmla="*/ 647178 w 728746"/>
                <a:gd name="connsiteY51" fmla="*/ 236479 h 835171"/>
                <a:gd name="connsiteX52" fmla="*/ 645377 w 728746"/>
                <a:gd name="connsiteY52" fmla="*/ 224389 h 835171"/>
                <a:gd name="connsiteX53" fmla="*/ 627361 w 728746"/>
                <a:gd name="connsiteY53" fmla="*/ 204009 h 835171"/>
                <a:gd name="connsiteX54" fmla="*/ 606920 w 728746"/>
                <a:gd name="connsiteY54" fmla="*/ 199830 h 835171"/>
                <a:gd name="connsiteX55" fmla="*/ 604123 w 728746"/>
                <a:gd name="connsiteY55" fmla="*/ 200328 h 835171"/>
                <a:gd name="connsiteX56" fmla="*/ 605281 w 728746"/>
                <a:gd name="connsiteY56" fmla="*/ 188845 h 835171"/>
                <a:gd name="connsiteX57" fmla="*/ 544686 w 728746"/>
                <a:gd name="connsiteY57" fmla="*/ 128251 h 835171"/>
                <a:gd name="connsiteX58" fmla="*/ 521100 w 728746"/>
                <a:gd name="connsiteY58" fmla="*/ 133013 h 835171"/>
                <a:gd name="connsiteX59" fmla="*/ 512405 w 728746"/>
                <a:gd name="connsiteY59" fmla="*/ 137732 h 835171"/>
                <a:gd name="connsiteX60" fmla="*/ 511233 w 728746"/>
                <a:gd name="connsiteY60" fmla="*/ 136745 h 835171"/>
                <a:gd name="connsiteX61" fmla="*/ 488245 w 728746"/>
                <a:gd name="connsiteY61" fmla="*/ 125392 h 835171"/>
                <a:gd name="connsiteX62" fmla="*/ 462896 w 728746"/>
                <a:gd name="connsiteY62" fmla="*/ 121544 h 835171"/>
                <a:gd name="connsiteX63" fmla="*/ 462479 w 728746"/>
                <a:gd name="connsiteY63" fmla="*/ 121582 h 835171"/>
                <a:gd name="connsiteX64" fmla="*/ 459029 w 728746"/>
                <a:gd name="connsiteY64" fmla="*/ 110468 h 835171"/>
                <a:gd name="connsiteX65" fmla="*/ 361792 w 728746"/>
                <a:gd name="connsiteY65" fmla="*/ 46015 h 835171"/>
                <a:gd name="connsiteX66" fmla="*/ 361792 w 728746"/>
                <a:gd name="connsiteY66" fmla="*/ 0 h 835171"/>
                <a:gd name="connsiteX67" fmla="*/ 501428 w 728746"/>
                <a:gd name="connsiteY67" fmla="*/ 92557 h 835171"/>
                <a:gd name="connsiteX68" fmla="*/ 502103 w 728746"/>
                <a:gd name="connsiteY68" fmla="*/ 94731 h 835171"/>
                <a:gd name="connsiteX69" fmla="*/ 504401 w 728746"/>
                <a:gd name="connsiteY69" fmla="*/ 93483 h 835171"/>
                <a:gd name="connsiteX70" fmla="*/ 544686 w 728746"/>
                <a:gd name="connsiteY70" fmla="*/ 85350 h 835171"/>
                <a:gd name="connsiteX71" fmla="*/ 648182 w 728746"/>
                <a:gd name="connsiteY71" fmla="*/ 188845 h 835171"/>
                <a:gd name="connsiteX72" fmla="*/ 647975 w 728746"/>
                <a:gd name="connsiteY72" fmla="*/ 190897 h 835171"/>
                <a:gd name="connsiteX73" fmla="*/ 654630 w 728746"/>
                <a:gd name="connsiteY73" fmla="*/ 190226 h 835171"/>
                <a:gd name="connsiteX74" fmla="*/ 728746 w 728746"/>
                <a:gd name="connsiteY74" fmla="*/ 264342 h 835171"/>
                <a:gd name="connsiteX75" fmla="*/ 654630 w 728746"/>
                <a:gd name="connsiteY75" fmla="*/ 338458 h 835171"/>
                <a:gd name="connsiteX76" fmla="*/ 586338 w 728746"/>
                <a:gd name="connsiteY76" fmla="*/ 293191 h 835171"/>
                <a:gd name="connsiteX77" fmla="*/ 583675 w 728746"/>
                <a:gd name="connsiteY77" fmla="*/ 284610 h 835171"/>
                <a:gd name="connsiteX78" fmla="*/ 565544 w 728746"/>
                <a:gd name="connsiteY78" fmla="*/ 290238 h 835171"/>
                <a:gd name="connsiteX79" fmla="*/ 544686 w 728746"/>
                <a:gd name="connsiteY79" fmla="*/ 292341 h 835171"/>
                <a:gd name="connsiteX80" fmla="*/ 471504 w 728746"/>
                <a:gd name="connsiteY80" fmla="*/ 262028 h 835171"/>
                <a:gd name="connsiteX81" fmla="*/ 468838 w 728746"/>
                <a:gd name="connsiteY81" fmla="*/ 258796 h 835171"/>
                <a:gd name="connsiteX82" fmla="*/ 446522 w 728746"/>
                <a:gd name="connsiteY82" fmla="*/ 277208 h 835171"/>
                <a:gd name="connsiteX83" fmla="*/ 361792 w 728746"/>
                <a:gd name="connsiteY83" fmla="*/ 303090 h 835171"/>
                <a:gd name="connsiteX84" fmla="*/ 210246 w 728746"/>
                <a:gd name="connsiteY84" fmla="*/ 151545 h 835171"/>
                <a:gd name="connsiteX85" fmla="*/ 361792 w 728746"/>
                <a:gd name="connsiteY85" fmla="*/ 0 h 83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728746" h="835171">
                  <a:moveTo>
                    <a:pt x="0" y="768408"/>
                  </a:moveTo>
                  <a:lnTo>
                    <a:pt x="66763" y="768408"/>
                  </a:lnTo>
                  <a:lnTo>
                    <a:pt x="66763" y="835171"/>
                  </a:lnTo>
                  <a:lnTo>
                    <a:pt x="0" y="835171"/>
                  </a:lnTo>
                  <a:close/>
                  <a:moveTo>
                    <a:pt x="310391" y="669516"/>
                  </a:moveTo>
                  <a:lnTo>
                    <a:pt x="355118" y="669516"/>
                  </a:lnTo>
                  <a:lnTo>
                    <a:pt x="355118" y="714481"/>
                  </a:lnTo>
                  <a:lnTo>
                    <a:pt x="310391" y="714481"/>
                  </a:lnTo>
                  <a:close/>
                  <a:moveTo>
                    <a:pt x="399267" y="669435"/>
                  </a:moveTo>
                  <a:lnTo>
                    <a:pt x="444271" y="669435"/>
                  </a:lnTo>
                  <a:lnTo>
                    <a:pt x="444271" y="714578"/>
                  </a:lnTo>
                  <a:lnTo>
                    <a:pt x="399267" y="714578"/>
                  </a:lnTo>
                  <a:close/>
                  <a:moveTo>
                    <a:pt x="221622" y="669104"/>
                  </a:moveTo>
                  <a:lnTo>
                    <a:pt x="266319" y="669104"/>
                  </a:lnTo>
                  <a:lnTo>
                    <a:pt x="266319" y="714053"/>
                  </a:lnTo>
                  <a:lnTo>
                    <a:pt x="221622" y="714053"/>
                  </a:lnTo>
                  <a:close/>
                  <a:moveTo>
                    <a:pt x="310376" y="580722"/>
                  </a:moveTo>
                  <a:lnTo>
                    <a:pt x="355131" y="580722"/>
                  </a:lnTo>
                  <a:lnTo>
                    <a:pt x="355131" y="625701"/>
                  </a:lnTo>
                  <a:lnTo>
                    <a:pt x="310376" y="625701"/>
                  </a:lnTo>
                  <a:close/>
                  <a:moveTo>
                    <a:pt x="398846" y="580584"/>
                  </a:moveTo>
                  <a:lnTo>
                    <a:pt x="443878" y="580584"/>
                  </a:lnTo>
                  <a:lnTo>
                    <a:pt x="443878" y="625271"/>
                  </a:lnTo>
                  <a:lnTo>
                    <a:pt x="398846" y="625271"/>
                  </a:lnTo>
                  <a:close/>
                  <a:moveTo>
                    <a:pt x="221608" y="580324"/>
                  </a:moveTo>
                  <a:lnTo>
                    <a:pt x="266335" y="580324"/>
                  </a:lnTo>
                  <a:lnTo>
                    <a:pt x="266335" y="625289"/>
                  </a:lnTo>
                  <a:lnTo>
                    <a:pt x="221608" y="625289"/>
                  </a:lnTo>
                  <a:close/>
                  <a:moveTo>
                    <a:pt x="361792" y="46015"/>
                  </a:moveTo>
                  <a:cubicBezTo>
                    <a:pt x="303509" y="46015"/>
                    <a:pt x="256261" y="93262"/>
                    <a:pt x="256261" y="151545"/>
                  </a:cubicBezTo>
                  <a:cubicBezTo>
                    <a:pt x="256261" y="209827"/>
                    <a:pt x="303509" y="257075"/>
                    <a:pt x="361792" y="257075"/>
                  </a:cubicBezTo>
                  <a:cubicBezTo>
                    <a:pt x="390933" y="257075"/>
                    <a:pt x="417315" y="245263"/>
                    <a:pt x="436413" y="226166"/>
                  </a:cubicBezTo>
                  <a:lnTo>
                    <a:pt x="445126" y="215606"/>
                  </a:lnTo>
                  <a:lnTo>
                    <a:pt x="445073" y="215437"/>
                  </a:lnTo>
                  <a:lnTo>
                    <a:pt x="446001" y="215992"/>
                  </a:lnTo>
                  <a:cubicBezTo>
                    <a:pt x="449843" y="217899"/>
                    <a:pt x="453923" y="219550"/>
                    <a:pt x="458209" y="220898"/>
                  </a:cubicBezTo>
                  <a:cubicBezTo>
                    <a:pt x="466782" y="223594"/>
                    <a:pt x="475370" y="224826"/>
                    <a:pt x="483558" y="224745"/>
                  </a:cubicBezTo>
                  <a:lnTo>
                    <a:pt x="495231" y="223683"/>
                  </a:lnTo>
                  <a:lnTo>
                    <a:pt x="501839" y="231692"/>
                  </a:lnTo>
                  <a:cubicBezTo>
                    <a:pt x="512805" y="242658"/>
                    <a:pt x="527954" y="249440"/>
                    <a:pt x="544686" y="249440"/>
                  </a:cubicBezTo>
                  <a:cubicBezTo>
                    <a:pt x="553053" y="249440"/>
                    <a:pt x="561023" y="247744"/>
                    <a:pt x="568272" y="244678"/>
                  </a:cubicBezTo>
                  <a:lnTo>
                    <a:pt x="578019" y="239388"/>
                  </a:lnTo>
                  <a:lnTo>
                    <a:pt x="578551" y="242957"/>
                  </a:lnTo>
                  <a:cubicBezTo>
                    <a:pt x="581529" y="251317"/>
                    <a:pt x="587770" y="258771"/>
                    <a:pt x="596566" y="263337"/>
                  </a:cubicBezTo>
                  <a:cubicBezTo>
                    <a:pt x="605363" y="267903"/>
                    <a:pt x="615051" y="268716"/>
                    <a:pt x="623602" y="266340"/>
                  </a:cubicBezTo>
                  <a:lnTo>
                    <a:pt x="625902" y="265456"/>
                  </a:lnTo>
                  <a:lnTo>
                    <a:pt x="627953" y="275612"/>
                  </a:lnTo>
                  <a:cubicBezTo>
                    <a:pt x="632348" y="286003"/>
                    <a:pt x="642638" y="293295"/>
                    <a:pt x="654630" y="293295"/>
                  </a:cubicBezTo>
                  <a:cubicBezTo>
                    <a:pt x="670620" y="293295"/>
                    <a:pt x="683583" y="280332"/>
                    <a:pt x="683583" y="264342"/>
                  </a:cubicBezTo>
                  <a:cubicBezTo>
                    <a:pt x="683583" y="248352"/>
                    <a:pt x="670620" y="235389"/>
                    <a:pt x="654630" y="235389"/>
                  </a:cubicBezTo>
                  <a:cubicBezTo>
                    <a:pt x="652631" y="235389"/>
                    <a:pt x="650680" y="235592"/>
                    <a:pt x="648795" y="235977"/>
                  </a:cubicBezTo>
                  <a:lnTo>
                    <a:pt x="647178" y="236479"/>
                  </a:lnTo>
                  <a:lnTo>
                    <a:pt x="645377" y="224389"/>
                  </a:lnTo>
                  <a:cubicBezTo>
                    <a:pt x="642398" y="216029"/>
                    <a:pt x="636158" y="208575"/>
                    <a:pt x="627361" y="204009"/>
                  </a:cubicBezTo>
                  <a:cubicBezTo>
                    <a:pt x="620763" y="200584"/>
                    <a:pt x="613665" y="199270"/>
                    <a:pt x="606920" y="199830"/>
                  </a:cubicBezTo>
                  <a:lnTo>
                    <a:pt x="604123" y="200328"/>
                  </a:lnTo>
                  <a:lnTo>
                    <a:pt x="605281" y="188845"/>
                  </a:lnTo>
                  <a:cubicBezTo>
                    <a:pt x="605281" y="155380"/>
                    <a:pt x="578152" y="128251"/>
                    <a:pt x="544686" y="128251"/>
                  </a:cubicBezTo>
                  <a:cubicBezTo>
                    <a:pt x="536320" y="128251"/>
                    <a:pt x="528350" y="129946"/>
                    <a:pt x="521100" y="133013"/>
                  </a:cubicBezTo>
                  <a:lnTo>
                    <a:pt x="512405" y="137732"/>
                  </a:lnTo>
                  <a:lnTo>
                    <a:pt x="511233" y="136745"/>
                  </a:lnTo>
                  <a:cubicBezTo>
                    <a:pt x="504564" y="131992"/>
                    <a:pt x="496818" y="128088"/>
                    <a:pt x="488245" y="125392"/>
                  </a:cubicBezTo>
                  <a:cubicBezTo>
                    <a:pt x="479672" y="122696"/>
                    <a:pt x="471084" y="121463"/>
                    <a:pt x="462896" y="121544"/>
                  </a:cubicBezTo>
                  <a:lnTo>
                    <a:pt x="462479" y="121582"/>
                  </a:lnTo>
                  <a:lnTo>
                    <a:pt x="459029" y="110468"/>
                  </a:lnTo>
                  <a:cubicBezTo>
                    <a:pt x="443008" y="72592"/>
                    <a:pt x="405504" y="46015"/>
                    <a:pt x="361792" y="46015"/>
                  </a:cubicBezTo>
                  <a:close/>
                  <a:moveTo>
                    <a:pt x="361792" y="0"/>
                  </a:moveTo>
                  <a:cubicBezTo>
                    <a:pt x="424564" y="0"/>
                    <a:pt x="478422" y="38165"/>
                    <a:pt x="501428" y="92557"/>
                  </a:cubicBezTo>
                  <a:lnTo>
                    <a:pt x="502103" y="94731"/>
                  </a:lnTo>
                  <a:lnTo>
                    <a:pt x="504401" y="93483"/>
                  </a:lnTo>
                  <a:cubicBezTo>
                    <a:pt x="516783" y="88246"/>
                    <a:pt x="530396" y="85350"/>
                    <a:pt x="544686" y="85350"/>
                  </a:cubicBezTo>
                  <a:cubicBezTo>
                    <a:pt x="601845" y="85350"/>
                    <a:pt x="648182" y="131686"/>
                    <a:pt x="648182" y="188845"/>
                  </a:cubicBezTo>
                  <a:lnTo>
                    <a:pt x="647975" y="190897"/>
                  </a:lnTo>
                  <a:lnTo>
                    <a:pt x="654630" y="190226"/>
                  </a:lnTo>
                  <a:cubicBezTo>
                    <a:pt x="695563" y="190226"/>
                    <a:pt x="728746" y="223409"/>
                    <a:pt x="728746" y="264342"/>
                  </a:cubicBezTo>
                  <a:cubicBezTo>
                    <a:pt x="728746" y="305275"/>
                    <a:pt x="695563" y="338458"/>
                    <a:pt x="654630" y="338458"/>
                  </a:cubicBezTo>
                  <a:cubicBezTo>
                    <a:pt x="623930" y="338458"/>
                    <a:pt x="597590" y="319793"/>
                    <a:pt x="586338" y="293191"/>
                  </a:cubicBezTo>
                  <a:lnTo>
                    <a:pt x="583675" y="284610"/>
                  </a:lnTo>
                  <a:lnTo>
                    <a:pt x="565544" y="290238"/>
                  </a:lnTo>
                  <a:cubicBezTo>
                    <a:pt x="558807" y="291617"/>
                    <a:pt x="551831" y="292341"/>
                    <a:pt x="544686" y="292341"/>
                  </a:cubicBezTo>
                  <a:cubicBezTo>
                    <a:pt x="516107" y="292341"/>
                    <a:pt x="490233" y="280757"/>
                    <a:pt x="471504" y="262028"/>
                  </a:cubicBezTo>
                  <a:lnTo>
                    <a:pt x="468838" y="258796"/>
                  </a:lnTo>
                  <a:lnTo>
                    <a:pt x="446522" y="277208"/>
                  </a:lnTo>
                  <a:cubicBezTo>
                    <a:pt x="422335" y="293549"/>
                    <a:pt x="393178" y="303090"/>
                    <a:pt x="361792" y="303090"/>
                  </a:cubicBezTo>
                  <a:cubicBezTo>
                    <a:pt x="278095" y="303090"/>
                    <a:pt x="210246" y="235241"/>
                    <a:pt x="210246" y="151545"/>
                  </a:cubicBezTo>
                  <a:cubicBezTo>
                    <a:pt x="210246" y="67849"/>
                    <a:pt x="278095" y="0"/>
                    <a:pt x="361792" y="0"/>
                  </a:cubicBezTo>
                  <a:close/>
                </a:path>
              </a:pathLst>
            </a:custGeom>
            <a:solidFill>
              <a:schemeClr val="bg1"/>
            </a:solidFill>
            <a:ln w="6350" cap="flat">
              <a:noFill/>
              <a:prstDash val="solid"/>
              <a:miter/>
            </a:ln>
          </p:spPr>
          <p:txBody>
            <a:bodyPr wrap="square" rtlCol="0" anchor="ctr">
              <a:noAutofit/>
            </a:bodyPr>
            <a:lstStyle/>
            <a:p>
              <a:endParaRPr lang="en-US" dirty="0"/>
            </a:p>
          </p:txBody>
        </p:sp>
        <p:sp>
          <p:nvSpPr>
            <p:cNvPr id="2308" name="Freeform: Shape 2307">
              <a:extLst>
                <a:ext uri="{FF2B5EF4-FFF2-40B4-BE49-F238E27FC236}">
                  <a16:creationId xmlns:a16="http://schemas.microsoft.com/office/drawing/2014/main" id="{3C5A3A4B-6F00-BFF0-C5C4-04BB95E5AE20}"/>
                </a:ext>
                <a:ext uri="{C183D7F6-B498-43B3-948B-1728B52AA6E4}">
                  <adec:decorative xmlns:adec="http://schemas.microsoft.com/office/drawing/2017/decorative" val="1"/>
                </a:ext>
              </a:extLst>
            </p:cNvPr>
            <p:cNvSpPr/>
            <p:nvPr/>
          </p:nvSpPr>
          <p:spPr>
            <a:xfrm>
              <a:off x="694459" y="5246154"/>
              <a:ext cx="443600" cy="254985"/>
            </a:xfrm>
            <a:custGeom>
              <a:avLst/>
              <a:gdLst>
                <a:gd name="connsiteX0" fmla="*/ 969642 w 5238921"/>
                <a:gd name="connsiteY0" fmla="*/ 698803 h 3011375"/>
                <a:gd name="connsiteX1" fmla="*/ 893018 w 5238921"/>
                <a:gd name="connsiteY1" fmla="*/ 740891 h 3011375"/>
                <a:gd name="connsiteX2" fmla="*/ 526959 w 5238921"/>
                <a:gd name="connsiteY2" fmla="*/ 932084 h 3011375"/>
                <a:gd name="connsiteX3" fmla="*/ 503717 w 5238921"/>
                <a:gd name="connsiteY3" fmla="*/ 974237 h 3011375"/>
                <a:gd name="connsiteX4" fmla="*/ 504074 w 5238921"/>
                <a:gd name="connsiteY4" fmla="*/ 2686472 h 3011375"/>
                <a:gd name="connsiteX5" fmla="*/ 504074 w 5238921"/>
                <a:gd name="connsiteY5" fmla="*/ 2715669 h 3011375"/>
                <a:gd name="connsiteX6" fmla="*/ 2246222 w 5238921"/>
                <a:gd name="connsiteY6" fmla="*/ 2715669 h 3011375"/>
                <a:gd name="connsiteX7" fmla="*/ 2246222 w 5238921"/>
                <a:gd name="connsiteY7" fmla="*/ 2714720 h 3011375"/>
                <a:gd name="connsiteX8" fmla="*/ 2504338 w 5238921"/>
                <a:gd name="connsiteY8" fmla="*/ 2714720 h 3011375"/>
                <a:gd name="connsiteX9" fmla="*/ 2504338 w 5238921"/>
                <a:gd name="connsiteY9" fmla="*/ 708226 h 3011375"/>
                <a:gd name="connsiteX10" fmla="*/ 1734860 w 5238921"/>
                <a:gd name="connsiteY10" fmla="*/ 1131635 h 3011375"/>
                <a:gd name="connsiteX11" fmla="*/ 1734860 w 5238921"/>
                <a:gd name="connsiteY11" fmla="*/ 707706 h 3011375"/>
                <a:gd name="connsiteX12" fmla="*/ 969642 w 5238921"/>
                <a:gd name="connsiteY12" fmla="*/ 1130778 h 3011375"/>
                <a:gd name="connsiteX13" fmla="*/ 969642 w 5238921"/>
                <a:gd name="connsiteY13" fmla="*/ 745197 h 3011375"/>
                <a:gd name="connsiteX14" fmla="*/ 3712408 w 5238921"/>
                <a:gd name="connsiteY14" fmla="*/ 285760 h 3011375"/>
                <a:gd name="connsiteX15" fmla="*/ 3712408 w 5238921"/>
                <a:gd name="connsiteY15" fmla="*/ 288201 h 3011375"/>
                <a:gd name="connsiteX16" fmla="*/ 3625335 w 5238921"/>
                <a:gd name="connsiteY16" fmla="*/ 288168 h 3011375"/>
                <a:gd name="connsiteX17" fmla="*/ 3235811 w 5238921"/>
                <a:gd name="connsiteY17" fmla="*/ 2714720 h 3011375"/>
                <a:gd name="connsiteX18" fmla="*/ 3524353 w 5238921"/>
                <a:gd name="connsiteY18" fmla="*/ 2714720 h 3011375"/>
                <a:gd name="connsiteX19" fmla="*/ 3524353 w 5238921"/>
                <a:gd name="connsiteY19" fmla="*/ 2716605 h 3011375"/>
                <a:gd name="connsiteX20" fmla="*/ 4394884 w 5238921"/>
                <a:gd name="connsiteY20" fmla="*/ 2716605 h 3011375"/>
                <a:gd name="connsiteX21" fmla="*/ 4368908 w 5238921"/>
                <a:gd name="connsiteY21" fmla="*/ 2552719 h 3011375"/>
                <a:gd name="connsiteX22" fmla="*/ 4334931 w 5238921"/>
                <a:gd name="connsiteY22" fmla="*/ 2337453 h 3011375"/>
                <a:gd name="connsiteX23" fmla="*/ 4298746 w 5238921"/>
                <a:gd name="connsiteY23" fmla="*/ 2119608 h 3011375"/>
                <a:gd name="connsiteX24" fmla="*/ 4277247 w 5238921"/>
                <a:gd name="connsiteY24" fmla="*/ 1990308 h 3011375"/>
                <a:gd name="connsiteX25" fmla="*/ 4270492 w 5238921"/>
                <a:gd name="connsiteY25" fmla="*/ 1990308 h 3011375"/>
                <a:gd name="connsiteX26" fmla="*/ 4239187 w 5238921"/>
                <a:gd name="connsiteY26" fmla="*/ 1791972 h 3011375"/>
                <a:gd name="connsiteX27" fmla="*/ 4203002 w 5238921"/>
                <a:gd name="connsiteY27" fmla="*/ 1574127 h 3011375"/>
                <a:gd name="connsiteX28" fmla="*/ 4166271 w 5238921"/>
                <a:gd name="connsiteY28" fmla="*/ 1353217 h 3011375"/>
                <a:gd name="connsiteX29" fmla="*/ 4132905 w 5238921"/>
                <a:gd name="connsiteY29" fmla="*/ 1147387 h 3011375"/>
                <a:gd name="connsiteX30" fmla="*/ 4097876 w 5238921"/>
                <a:gd name="connsiteY30" fmla="*/ 922801 h 3011375"/>
                <a:gd name="connsiteX31" fmla="*/ 4062853 w 5238921"/>
                <a:gd name="connsiteY31" fmla="*/ 714256 h 3011375"/>
                <a:gd name="connsiteX32" fmla="*/ 4029434 w 5238921"/>
                <a:gd name="connsiteY32" fmla="*/ 492444 h 3011375"/>
                <a:gd name="connsiteX33" fmla="*/ 3995121 w 5238921"/>
                <a:gd name="connsiteY33" fmla="*/ 285760 h 3011375"/>
                <a:gd name="connsiteX34" fmla="*/ 3353239 w 5238921"/>
                <a:gd name="connsiteY34" fmla="*/ 0 h 3011375"/>
                <a:gd name="connsiteX35" fmla="*/ 4271872 w 5238921"/>
                <a:gd name="connsiteY35" fmla="*/ 0 h 3011375"/>
                <a:gd name="connsiteX36" fmla="*/ 4271872 w 5238921"/>
                <a:gd name="connsiteY36" fmla="*/ 152226 h 3011375"/>
                <a:gd name="connsiteX37" fmla="*/ 4342886 w 5238921"/>
                <a:gd name="connsiteY37" fmla="*/ 548874 h 3011375"/>
                <a:gd name="connsiteX38" fmla="*/ 4387176 w 5238921"/>
                <a:gd name="connsiteY38" fmla="*/ 815463 h 3011375"/>
                <a:gd name="connsiteX39" fmla="*/ 4426433 w 5238921"/>
                <a:gd name="connsiteY39" fmla="*/ 1067798 h 3011375"/>
                <a:gd name="connsiteX40" fmla="*/ 4469878 w 5238921"/>
                <a:gd name="connsiteY40" fmla="*/ 1325367 h 3011375"/>
                <a:gd name="connsiteX41" fmla="*/ 4509304 w 5238921"/>
                <a:gd name="connsiteY41" fmla="*/ 1577656 h 3011375"/>
                <a:gd name="connsiteX42" fmla="*/ 4545476 w 5238921"/>
                <a:gd name="connsiteY42" fmla="*/ 1795501 h 3011375"/>
                <a:gd name="connsiteX43" fmla="*/ 4579414 w 5238921"/>
                <a:gd name="connsiteY43" fmla="*/ 2007605 h 3011375"/>
                <a:gd name="connsiteX44" fmla="*/ 4616826 w 5238921"/>
                <a:gd name="connsiteY44" fmla="*/ 2231521 h 3011375"/>
                <a:gd name="connsiteX45" fmla="*/ 4649589 w 5238921"/>
                <a:gd name="connsiteY45" fmla="*/ 2440735 h 3011375"/>
                <a:gd name="connsiteX46" fmla="*/ 4687248 w 5238921"/>
                <a:gd name="connsiteY46" fmla="*/ 2664613 h 3011375"/>
                <a:gd name="connsiteX47" fmla="*/ 4753813 w 5238921"/>
                <a:gd name="connsiteY47" fmla="*/ 2717994 h 3011375"/>
                <a:gd name="connsiteX48" fmla="*/ 5238921 w 5238921"/>
                <a:gd name="connsiteY48" fmla="*/ 2717994 h 3011375"/>
                <a:gd name="connsiteX49" fmla="*/ 5228264 w 5238921"/>
                <a:gd name="connsiteY49" fmla="*/ 2916207 h 3011375"/>
                <a:gd name="connsiteX50" fmla="*/ 5100856 w 5238921"/>
                <a:gd name="connsiteY50" fmla="*/ 3011339 h 3011375"/>
                <a:gd name="connsiteX51" fmla="*/ 3524353 w 5238921"/>
                <a:gd name="connsiteY51" fmla="*/ 3009091 h 3011375"/>
                <a:gd name="connsiteX52" fmla="*/ 3524353 w 5238921"/>
                <a:gd name="connsiteY52" fmla="*/ 3011372 h 3011375"/>
                <a:gd name="connsiteX53" fmla="*/ 2246222 w 5238921"/>
                <a:gd name="connsiteY53" fmla="*/ 3011372 h 3011375"/>
                <a:gd name="connsiteX54" fmla="*/ 2246222 w 5238921"/>
                <a:gd name="connsiteY54" fmla="*/ 3011342 h 3011375"/>
                <a:gd name="connsiteX55" fmla="*/ 0 w 5238921"/>
                <a:gd name="connsiteY55" fmla="*/ 3011375 h 3011375"/>
                <a:gd name="connsiteX56" fmla="*/ 0 w 5238921"/>
                <a:gd name="connsiteY56" fmla="*/ 2718468 h 3011375"/>
                <a:gd name="connsiteX57" fmla="*/ 210710 w 5238921"/>
                <a:gd name="connsiteY57" fmla="*/ 2718468 h 3011375"/>
                <a:gd name="connsiteX58" fmla="*/ 210710 w 5238921"/>
                <a:gd name="connsiteY58" fmla="*/ 2678218 h 3011375"/>
                <a:gd name="connsiteX59" fmla="*/ 210626 w 5238921"/>
                <a:gd name="connsiteY59" fmla="*/ 854311 h 3011375"/>
                <a:gd name="connsiteX60" fmla="*/ 292114 w 5238921"/>
                <a:gd name="connsiteY60" fmla="*/ 722019 h 3011375"/>
                <a:gd name="connsiteX61" fmla="*/ 691013 w 5238921"/>
                <a:gd name="connsiteY61" fmla="*/ 513085 h 3011375"/>
                <a:gd name="connsiteX62" fmla="*/ 1076229 w 5238921"/>
                <a:gd name="connsiteY62" fmla="*/ 311625 h 3011375"/>
                <a:gd name="connsiteX63" fmla="*/ 1226509 w 5238921"/>
                <a:gd name="connsiteY63" fmla="*/ 230611 h 3011375"/>
                <a:gd name="connsiteX64" fmla="*/ 1262740 w 5238921"/>
                <a:gd name="connsiteY64" fmla="*/ 214700 h 3011375"/>
                <a:gd name="connsiteX65" fmla="*/ 1262740 w 5238921"/>
                <a:gd name="connsiteY65" fmla="*/ 630569 h 3011375"/>
                <a:gd name="connsiteX66" fmla="*/ 2026393 w 5238921"/>
                <a:gd name="connsiteY66" fmla="*/ 208486 h 3011375"/>
                <a:gd name="connsiteX67" fmla="*/ 2026393 w 5238921"/>
                <a:gd name="connsiteY67" fmla="*/ 633641 h 3011375"/>
                <a:gd name="connsiteX68" fmla="*/ 2799176 w 5238921"/>
                <a:gd name="connsiteY68" fmla="*/ 208291 h 3011375"/>
                <a:gd name="connsiteX69" fmla="*/ 2799176 w 5238921"/>
                <a:gd name="connsiteY69" fmla="*/ 2714720 h 3011375"/>
                <a:gd name="connsiteX70" fmla="*/ 2934820 w 5238921"/>
                <a:gd name="connsiteY70" fmla="*/ 2714720 h 3011375"/>
                <a:gd name="connsiteX71" fmla="*/ 2952833 w 5238921"/>
                <a:gd name="connsiteY71" fmla="*/ 2626096 h 3011375"/>
                <a:gd name="connsiteX72" fmla="*/ 2992752 w 5238921"/>
                <a:gd name="connsiteY72" fmla="*/ 2364332 h 3011375"/>
                <a:gd name="connsiteX73" fmla="*/ 3029580 w 5238921"/>
                <a:gd name="connsiteY73" fmla="*/ 2146637 h 3011375"/>
                <a:gd name="connsiteX74" fmla="*/ 3066966 w 5238921"/>
                <a:gd name="connsiteY74" fmla="*/ 1922707 h 3011375"/>
                <a:gd name="connsiteX75" fmla="*/ 3099905 w 5238921"/>
                <a:gd name="connsiteY75" fmla="*/ 1703934 h 3011375"/>
                <a:gd name="connsiteX76" fmla="*/ 3142629 w 5238921"/>
                <a:gd name="connsiteY76" fmla="*/ 1446170 h 3011375"/>
                <a:gd name="connsiteX77" fmla="*/ 3176366 w 5238921"/>
                <a:gd name="connsiteY77" fmla="*/ 1230819 h 3011375"/>
                <a:gd name="connsiteX78" fmla="*/ 3219753 w 5238921"/>
                <a:gd name="connsiteY78" fmla="*/ 966828 h 3011375"/>
                <a:gd name="connsiteX79" fmla="*/ 3252899 w 5238921"/>
                <a:gd name="connsiteY79" fmla="*/ 754509 h 3011375"/>
                <a:gd name="connsiteX80" fmla="*/ 3295253 w 5238921"/>
                <a:gd name="connsiteY80" fmla="*/ 496655 h 3011375"/>
                <a:gd name="connsiteX81" fmla="*/ 3322976 w 5238921"/>
                <a:gd name="connsiteY81" fmla="*/ 311774 h 3011375"/>
                <a:gd name="connsiteX82" fmla="*/ 3345517 w 5238921"/>
                <a:gd name="connsiteY82" fmla="*/ 134722 h 3011375"/>
                <a:gd name="connsiteX83" fmla="*/ 3352350 w 5238921"/>
                <a:gd name="connsiteY83" fmla="*/ 3393 h 3011375"/>
                <a:gd name="connsiteX84" fmla="*/ 3353239 w 5238921"/>
                <a:gd name="connsiteY84" fmla="*/ 3393 h 3011375"/>
                <a:gd name="connsiteX0" fmla="*/ 969642 w 5238921"/>
                <a:gd name="connsiteY0" fmla="*/ 698803 h 3011375"/>
                <a:gd name="connsiteX1" fmla="*/ 893018 w 5238921"/>
                <a:gd name="connsiteY1" fmla="*/ 740891 h 3011375"/>
                <a:gd name="connsiteX2" fmla="*/ 526959 w 5238921"/>
                <a:gd name="connsiteY2" fmla="*/ 932084 h 3011375"/>
                <a:gd name="connsiteX3" fmla="*/ 503717 w 5238921"/>
                <a:gd name="connsiteY3" fmla="*/ 974237 h 3011375"/>
                <a:gd name="connsiteX4" fmla="*/ 504074 w 5238921"/>
                <a:gd name="connsiteY4" fmla="*/ 2686472 h 3011375"/>
                <a:gd name="connsiteX5" fmla="*/ 504074 w 5238921"/>
                <a:gd name="connsiteY5" fmla="*/ 2715669 h 3011375"/>
                <a:gd name="connsiteX6" fmla="*/ 2246222 w 5238921"/>
                <a:gd name="connsiteY6" fmla="*/ 2715669 h 3011375"/>
                <a:gd name="connsiteX7" fmla="*/ 2246222 w 5238921"/>
                <a:gd name="connsiteY7" fmla="*/ 2714720 h 3011375"/>
                <a:gd name="connsiteX8" fmla="*/ 2504338 w 5238921"/>
                <a:gd name="connsiteY8" fmla="*/ 2714720 h 3011375"/>
                <a:gd name="connsiteX9" fmla="*/ 2504338 w 5238921"/>
                <a:gd name="connsiteY9" fmla="*/ 708226 h 3011375"/>
                <a:gd name="connsiteX10" fmla="*/ 1734860 w 5238921"/>
                <a:gd name="connsiteY10" fmla="*/ 1131635 h 3011375"/>
                <a:gd name="connsiteX11" fmla="*/ 1734860 w 5238921"/>
                <a:gd name="connsiteY11" fmla="*/ 707706 h 3011375"/>
                <a:gd name="connsiteX12" fmla="*/ 969642 w 5238921"/>
                <a:gd name="connsiteY12" fmla="*/ 1130778 h 3011375"/>
                <a:gd name="connsiteX13" fmla="*/ 969642 w 5238921"/>
                <a:gd name="connsiteY13" fmla="*/ 745197 h 3011375"/>
                <a:gd name="connsiteX14" fmla="*/ 969642 w 5238921"/>
                <a:gd name="connsiteY14" fmla="*/ 698803 h 3011375"/>
                <a:gd name="connsiteX15" fmla="*/ 3712408 w 5238921"/>
                <a:gd name="connsiteY15" fmla="*/ 285760 h 3011375"/>
                <a:gd name="connsiteX16" fmla="*/ 3712408 w 5238921"/>
                <a:gd name="connsiteY16" fmla="*/ 288201 h 3011375"/>
                <a:gd name="connsiteX17" fmla="*/ 3625335 w 5238921"/>
                <a:gd name="connsiteY17" fmla="*/ 288168 h 3011375"/>
                <a:gd name="connsiteX18" fmla="*/ 3235811 w 5238921"/>
                <a:gd name="connsiteY18" fmla="*/ 2714720 h 3011375"/>
                <a:gd name="connsiteX19" fmla="*/ 3524353 w 5238921"/>
                <a:gd name="connsiteY19" fmla="*/ 2714720 h 3011375"/>
                <a:gd name="connsiteX20" fmla="*/ 3524353 w 5238921"/>
                <a:gd name="connsiteY20" fmla="*/ 2716605 h 3011375"/>
                <a:gd name="connsiteX21" fmla="*/ 4394884 w 5238921"/>
                <a:gd name="connsiteY21" fmla="*/ 2716605 h 3011375"/>
                <a:gd name="connsiteX22" fmla="*/ 4368908 w 5238921"/>
                <a:gd name="connsiteY22" fmla="*/ 2552719 h 3011375"/>
                <a:gd name="connsiteX23" fmla="*/ 4334931 w 5238921"/>
                <a:gd name="connsiteY23" fmla="*/ 2337453 h 3011375"/>
                <a:gd name="connsiteX24" fmla="*/ 4298746 w 5238921"/>
                <a:gd name="connsiteY24" fmla="*/ 2119608 h 3011375"/>
                <a:gd name="connsiteX25" fmla="*/ 4277247 w 5238921"/>
                <a:gd name="connsiteY25" fmla="*/ 1990308 h 3011375"/>
                <a:gd name="connsiteX26" fmla="*/ 4270492 w 5238921"/>
                <a:gd name="connsiteY26" fmla="*/ 1990308 h 3011375"/>
                <a:gd name="connsiteX27" fmla="*/ 4239187 w 5238921"/>
                <a:gd name="connsiteY27" fmla="*/ 1791972 h 3011375"/>
                <a:gd name="connsiteX28" fmla="*/ 4203002 w 5238921"/>
                <a:gd name="connsiteY28" fmla="*/ 1574127 h 3011375"/>
                <a:gd name="connsiteX29" fmla="*/ 4166271 w 5238921"/>
                <a:gd name="connsiteY29" fmla="*/ 1353217 h 3011375"/>
                <a:gd name="connsiteX30" fmla="*/ 4132905 w 5238921"/>
                <a:gd name="connsiteY30" fmla="*/ 1147387 h 3011375"/>
                <a:gd name="connsiteX31" fmla="*/ 4097876 w 5238921"/>
                <a:gd name="connsiteY31" fmla="*/ 922801 h 3011375"/>
                <a:gd name="connsiteX32" fmla="*/ 4062853 w 5238921"/>
                <a:gd name="connsiteY32" fmla="*/ 714256 h 3011375"/>
                <a:gd name="connsiteX33" fmla="*/ 4029434 w 5238921"/>
                <a:gd name="connsiteY33" fmla="*/ 492444 h 3011375"/>
                <a:gd name="connsiteX34" fmla="*/ 3995121 w 5238921"/>
                <a:gd name="connsiteY34" fmla="*/ 285760 h 3011375"/>
                <a:gd name="connsiteX35" fmla="*/ 3712408 w 5238921"/>
                <a:gd name="connsiteY35" fmla="*/ 285760 h 3011375"/>
                <a:gd name="connsiteX36" fmla="*/ 3353239 w 5238921"/>
                <a:gd name="connsiteY36" fmla="*/ 0 h 3011375"/>
                <a:gd name="connsiteX37" fmla="*/ 4255997 w 5238921"/>
                <a:gd name="connsiteY37" fmla="*/ 0 h 3011375"/>
                <a:gd name="connsiteX38" fmla="*/ 4271872 w 5238921"/>
                <a:gd name="connsiteY38" fmla="*/ 152226 h 3011375"/>
                <a:gd name="connsiteX39" fmla="*/ 4342886 w 5238921"/>
                <a:gd name="connsiteY39" fmla="*/ 548874 h 3011375"/>
                <a:gd name="connsiteX40" fmla="*/ 4387176 w 5238921"/>
                <a:gd name="connsiteY40" fmla="*/ 815463 h 3011375"/>
                <a:gd name="connsiteX41" fmla="*/ 4426433 w 5238921"/>
                <a:gd name="connsiteY41" fmla="*/ 1067798 h 3011375"/>
                <a:gd name="connsiteX42" fmla="*/ 4469878 w 5238921"/>
                <a:gd name="connsiteY42" fmla="*/ 1325367 h 3011375"/>
                <a:gd name="connsiteX43" fmla="*/ 4509304 w 5238921"/>
                <a:gd name="connsiteY43" fmla="*/ 1577656 h 3011375"/>
                <a:gd name="connsiteX44" fmla="*/ 4545476 w 5238921"/>
                <a:gd name="connsiteY44" fmla="*/ 1795501 h 3011375"/>
                <a:gd name="connsiteX45" fmla="*/ 4579414 w 5238921"/>
                <a:gd name="connsiteY45" fmla="*/ 2007605 h 3011375"/>
                <a:gd name="connsiteX46" fmla="*/ 4616826 w 5238921"/>
                <a:gd name="connsiteY46" fmla="*/ 2231521 h 3011375"/>
                <a:gd name="connsiteX47" fmla="*/ 4649589 w 5238921"/>
                <a:gd name="connsiteY47" fmla="*/ 2440735 h 3011375"/>
                <a:gd name="connsiteX48" fmla="*/ 4687248 w 5238921"/>
                <a:gd name="connsiteY48" fmla="*/ 2664613 h 3011375"/>
                <a:gd name="connsiteX49" fmla="*/ 4753813 w 5238921"/>
                <a:gd name="connsiteY49" fmla="*/ 2717994 h 3011375"/>
                <a:gd name="connsiteX50" fmla="*/ 5238921 w 5238921"/>
                <a:gd name="connsiteY50" fmla="*/ 2717994 h 3011375"/>
                <a:gd name="connsiteX51" fmla="*/ 5228264 w 5238921"/>
                <a:gd name="connsiteY51" fmla="*/ 2916207 h 3011375"/>
                <a:gd name="connsiteX52" fmla="*/ 5100856 w 5238921"/>
                <a:gd name="connsiteY52" fmla="*/ 3011339 h 3011375"/>
                <a:gd name="connsiteX53" fmla="*/ 3524353 w 5238921"/>
                <a:gd name="connsiteY53" fmla="*/ 3009091 h 3011375"/>
                <a:gd name="connsiteX54" fmla="*/ 3524353 w 5238921"/>
                <a:gd name="connsiteY54" fmla="*/ 3011372 h 3011375"/>
                <a:gd name="connsiteX55" fmla="*/ 2246222 w 5238921"/>
                <a:gd name="connsiteY55" fmla="*/ 3011372 h 3011375"/>
                <a:gd name="connsiteX56" fmla="*/ 2246222 w 5238921"/>
                <a:gd name="connsiteY56" fmla="*/ 3011342 h 3011375"/>
                <a:gd name="connsiteX57" fmla="*/ 0 w 5238921"/>
                <a:gd name="connsiteY57" fmla="*/ 3011375 h 3011375"/>
                <a:gd name="connsiteX58" fmla="*/ 0 w 5238921"/>
                <a:gd name="connsiteY58" fmla="*/ 2718468 h 3011375"/>
                <a:gd name="connsiteX59" fmla="*/ 210710 w 5238921"/>
                <a:gd name="connsiteY59" fmla="*/ 2718468 h 3011375"/>
                <a:gd name="connsiteX60" fmla="*/ 210710 w 5238921"/>
                <a:gd name="connsiteY60" fmla="*/ 2678218 h 3011375"/>
                <a:gd name="connsiteX61" fmla="*/ 210626 w 5238921"/>
                <a:gd name="connsiteY61" fmla="*/ 854311 h 3011375"/>
                <a:gd name="connsiteX62" fmla="*/ 292114 w 5238921"/>
                <a:gd name="connsiteY62" fmla="*/ 722019 h 3011375"/>
                <a:gd name="connsiteX63" fmla="*/ 691013 w 5238921"/>
                <a:gd name="connsiteY63" fmla="*/ 513085 h 3011375"/>
                <a:gd name="connsiteX64" fmla="*/ 1076229 w 5238921"/>
                <a:gd name="connsiteY64" fmla="*/ 311625 h 3011375"/>
                <a:gd name="connsiteX65" fmla="*/ 1226509 w 5238921"/>
                <a:gd name="connsiteY65" fmla="*/ 230611 h 3011375"/>
                <a:gd name="connsiteX66" fmla="*/ 1262740 w 5238921"/>
                <a:gd name="connsiteY66" fmla="*/ 214700 h 3011375"/>
                <a:gd name="connsiteX67" fmla="*/ 1262740 w 5238921"/>
                <a:gd name="connsiteY67" fmla="*/ 630569 h 3011375"/>
                <a:gd name="connsiteX68" fmla="*/ 2026393 w 5238921"/>
                <a:gd name="connsiteY68" fmla="*/ 208486 h 3011375"/>
                <a:gd name="connsiteX69" fmla="*/ 2026393 w 5238921"/>
                <a:gd name="connsiteY69" fmla="*/ 633641 h 3011375"/>
                <a:gd name="connsiteX70" fmla="*/ 2799176 w 5238921"/>
                <a:gd name="connsiteY70" fmla="*/ 208291 h 3011375"/>
                <a:gd name="connsiteX71" fmla="*/ 2799176 w 5238921"/>
                <a:gd name="connsiteY71" fmla="*/ 2714720 h 3011375"/>
                <a:gd name="connsiteX72" fmla="*/ 2934820 w 5238921"/>
                <a:gd name="connsiteY72" fmla="*/ 2714720 h 3011375"/>
                <a:gd name="connsiteX73" fmla="*/ 2952833 w 5238921"/>
                <a:gd name="connsiteY73" fmla="*/ 2626096 h 3011375"/>
                <a:gd name="connsiteX74" fmla="*/ 2992752 w 5238921"/>
                <a:gd name="connsiteY74" fmla="*/ 2364332 h 3011375"/>
                <a:gd name="connsiteX75" fmla="*/ 3029580 w 5238921"/>
                <a:gd name="connsiteY75" fmla="*/ 2146637 h 3011375"/>
                <a:gd name="connsiteX76" fmla="*/ 3066966 w 5238921"/>
                <a:gd name="connsiteY76" fmla="*/ 1922707 h 3011375"/>
                <a:gd name="connsiteX77" fmla="*/ 3099905 w 5238921"/>
                <a:gd name="connsiteY77" fmla="*/ 1703934 h 3011375"/>
                <a:gd name="connsiteX78" fmla="*/ 3142629 w 5238921"/>
                <a:gd name="connsiteY78" fmla="*/ 1446170 h 3011375"/>
                <a:gd name="connsiteX79" fmla="*/ 3176366 w 5238921"/>
                <a:gd name="connsiteY79" fmla="*/ 1230819 h 3011375"/>
                <a:gd name="connsiteX80" fmla="*/ 3219753 w 5238921"/>
                <a:gd name="connsiteY80" fmla="*/ 966828 h 3011375"/>
                <a:gd name="connsiteX81" fmla="*/ 3252899 w 5238921"/>
                <a:gd name="connsiteY81" fmla="*/ 754509 h 3011375"/>
                <a:gd name="connsiteX82" fmla="*/ 3295253 w 5238921"/>
                <a:gd name="connsiteY82" fmla="*/ 496655 h 3011375"/>
                <a:gd name="connsiteX83" fmla="*/ 3322976 w 5238921"/>
                <a:gd name="connsiteY83" fmla="*/ 311774 h 3011375"/>
                <a:gd name="connsiteX84" fmla="*/ 3345517 w 5238921"/>
                <a:gd name="connsiteY84" fmla="*/ 134722 h 3011375"/>
                <a:gd name="connsiteX85" fmla="*/ 3352350 w 5238921"/>
                <a:gd name="connsiteY85" fmla="*/ 3393 h 3011375"/>
                <a:gd name="connsiteX86" fmla="*/ 3353239 w 5238921"/>
                <a:gd name="connsiteY86" fmla="*/ 3393 h 3011375"/>
                <a:gd name="connsiteX87" fmla="*/ 3353239 w 5238921"/>
                <a:gd name="connsiteY87" fmla="*/ 0 h 301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38921" h="3011375">
                  <a:moveTo>
                    <a:pt x="969642" y="698803"/>
                  </a:moveTo>
                  <a:lnTo>
                    <a:pt x="893018" y="740891"/>
                  </a:lnTo>
                  <a:lnTo>
                    <a:pt x="526959" y="932084"/>
                  </a:lnTo>
                  <a:cubicBezTo>
                    <a:pt x="507302" y="942156"/>
                    <a:pt x="503698" y="954476"/>
                    <a:pt x="503717" y="974237"/>
                  </a:cubicBezTo>
                  <a:cubicBezTo>
                    <a:pt x="504165" y="1544984"/>
                    <a:pt x="504074" y="2115725"/>
                    <a:pt x="504074" y="2686472"/>
                  </a:cubicBezTo>
                  <a:lnTo>
                    <a:pt x="504074" y="2715669"/>
                  </a:lnTo>
                  <a:lnTo>
                    <a:pt x="2246222" y="2715669"/>
                  </a:lnTo>
                  <a:lnTo>
                    <a:pt x="2246222" y="2714720"/>
                  </a:lnTo>
                  <a:lnTo>
                    <a:pt x="2504338" y="2714720"/>
                  </a:lnTo>
                  <a:lnTo>
                    <a:pt x="2504338" y="708226"/>
                  </a:lnTo>
                  <a:lnTo>
                    <a:pt x="1734860" y="1131635"/>
                  </a:lnTo>
                  <a:lnTo>
                    <a:pt x="1734860" y="707706"/>
                  </a:lnTo>
                  <a:lnTo>
                    <a:pt x="969642" y="1130778"/>
                  </a:lnTo>
                  <a:lnTo>
                    <a:pt x="969642" y="745197"/>
                  </a:lnTo>
                  <a:lnTo>
                    <a:pt x="969642" y="698803"/>
                  </a:lnTo>
                  <a:close/>
                  <a:moveTo>
                    <a:pt x="3712408" y="285760"/>
                  </a:moveTo>
                  <a:lnTo>
                    <a:pt x="3712408" y="288201"/>
                  </a:lnTo>
                  <a:lnTo>
                    <a:pt x="3625335" y="288168"/>
                  </a:lnTo>
                  <a:lnTo>
                    <a:pt x="3235811" y="2714720"/>
                  </a:lnTo>
                  <a:lnTo>
                    <a:pt x="3524353" y="2714720"/>
                  </a:lnTo>
                  <a:lnTo>
                    <a:pt x="3524353" y="2716605"/>
                  </a:lnTo>
                  <a:lnTo>
                    <a:pt x="4394884" y="2716605"/>
                  </a:lnTo>
                  <a:cubicBezTo>
                    <a:pt x="4386046" y="2660866"/>
                    <a:pt x="4377441" y="2606802"/>
                    <a:pt x="4368908" y="2552719"/>
                  </a:cubicBezTo>
                  <a:cubicBezTo>
                    <a:pt x="4357576" y="2480966"/>
                    <a:pt x="4346542" y="2409161"/>
                    <a:pt x="4334931" y="2337453"/>
                  </a:cubicBezTo>
                  <a:cubicBezTo>
                    <a:pt x="4323157" y="2264790"/>
                    <a:pt x="4310831" y="2192219"/>
                    <a:pt x="4298746" y="2119608"/>
                  </a:cubicBezTo>
                  <a:lnTo>
                    <a:pt x="4277247" y="1990308"/>
                  </a:lnTo>
                  <a:lnTo>
                    <a:pt x="4270492" y="1990308"/>
                  </a:lnTo>
                  <a:lnTo>
                    <a:pt x="4239187" y="1791972"/>
                  </a:lnTo>
                  <a:cubicBezTo>
                    <a:pt x="4227413" y="1719309"/>
                    <a:pt x="4215087" y="1646738"/>
                    <a:pt x="4203002" y="1574127"/>
                  </a:cubicBezTo>
                  <a:cubicBezTo>
                    <a:pt x="4190748" y="1500491"/>
                    <a:pt x="4178383" y="1426880"/>
                    <a:pt x="4166271" y="1353217"/>
                  </a:cubicBezTo>
                  <a:cubicBezTo>
                    <a:pt x="4154991" y="1284633"/>
                    <a:pt x="4143782" y="1216036"/>
                    <a:pt x="4132905" y="1147387"/>
                  </a:cubicBezTo>
                  <a:cubicBezTo>
                    <a:pt x="4121047" y="1072555"/>
                    <a:pt x="4109974" y="997594"/>
                    <a:pt x="4097876" y="922801"/>
                  </a:cubicBezTo>
                  <a:cubicBezTo>
                    <a:pt x="4086621" y="853217"/>
                    <a:pt x="4073899" y="783867"/>
                    <a:pt x="4062853" y="714256"/>
                  </a:cubicBezTo>
                  <a:cubicBezTo>
                    <a:pt x="4051131" y="640412"/>
                    <a:pt x="4041182" y="566282"/>
                    <a:pt x="4029434" y="492444"/>
                  </a:cubicBezTo>
                  <a:lnTo>
                    <a:pt x="3995121" y="285760"/>
                  </a:lnTo>
                  <a:lnTo>
                    <a:pt x="3712408" y="285760"/>
                  </a:lnTo>
                  <a:close/>
                  <a:moveTo>
                    <a:pt x="3353239" y="0"/>
                  </a:moveTo>
                  <a:lnTo>
                    <a:pt x="4255997" y="0"/>
                  </a:lnTo>
                  <a:lnTo>
                    <a:pt x="4271872" y="152226"/>
                  </a:lnTo>
                  <a:lnTo>
                    <a:pt x="4342886" y="548874"/>
                  </a:lnTo>
                  <a:cubicBezTo>
                    <a:pt x="4358843" y="639787"/>
                    <a:pt x="4373252" y="728976"/>
                    <a:pt x="4387176" y="815463"/>
                  </a:cubicBezTo>
                  <a:cubicBezTo>
                    <a:pt x="4401100" y="901950"/>
                    <a:pt x="4412802" y="983777"/>
                    <a:pt x="4426433" y="1067798"/>
                  </a:cubicBezTo>
                  <a:cubicBezTo>
                    <a:pt x="4440382" y="1153741"/>
                    <a:pt x="4455896" y="1239430"/>
                    <a:pt x="4469878" y="1325367"/>
                  </a:cubicBezTo>
                  <a:cubicBezTo>
                    <a:pt x="4483542" y="1409374"/>
                    <a:pt x="4495829" y="1493616"/>
                    <a:pt x="4509304" y="1577656"/>
                  </a:cubicBezTo>
                  <a:cubicBezTo>
                    <a:pt x="4520954" y="1650338"/>
                    <a:pt x="4533624" y="1722851"/>
                    <a:pt x="4545476" y="1795501"/>
                  </a:cubicBezTo>
                  <a:cubicBezTo>
                    <a:pt x="4557009" y="1866170"/>
                    <a:pt x="4567842" y="1936949"/>
                    <a:pt x="4579414" y="2007605"/>
                  </a:cubicBezTo>
                  <a:cubicBezTo>
                    <a:pt x="4591649" y="2082280"/>
                    <a:pt x="4604721" y="2156826"/>
                    <a:pt x="4616826" y="2231521"/>
                  </a:cubicBezTo>
                  <a:cubicBezTo>
                    <a:pt x="4628126" y="2301196"/>
                    <a:pt x="4638328" y="2371053"/>
                    <a:pt x="4649589" y="2440735"/>
                  </a:cubicBezTo>
                  <a:cubicBezTo>
                    <a:pt x="4661662" y="2515443"/>
                    <a:pt x="4673228" y="2590262"/>
                    <a:pt x="4687248" y="2664613"/>
                  </a:cubicBezTo>
                  <a:cubicBezTo>
                    <a:pt x="4697373" y="2718306"/>
                    <a:pt x="4698996" y="2717994"/>
                    <a:pt x="4753813" y="2717994"/>
                  </a:cubicBezTo>
                  <a:lnTo>
                    <a:pt x="5238921" y="2717994"/>
                  </a:lnTo>
                  <a:cubicBezTo>
                    <a:pt x="5235934" y="2784994"/>
                    <a:pt x="5238980" y="2851740"/>
                    <a:pt x="5228264" y="2916207"/>
                  </a:cubicBezTo>
                  <a:cubicBezTo>
                    <a:pt x="5218919" y="2972485"/>
                    <a:pt x="5158096" y="3011333"/>
                    <a:pt x="5100856" y="3011339"/>
                  </a:cubicBezTo>
                  <a:lnTo>
                    <a:pt x="3524353" y="3009091"/>
                  </a:lnTo>
                  <a:lnTo>
                    <a:pt x="3524353" y="3011372"/>
                  </a:lnTo>
                  <a:lnTo>
                    <a:pt x="2246222" y="3011372"/>
                  </a:lnTo>
                  <a:lnTo>
                    <a:pt x="2246222" y="3011342"/>
                  </a:lnTo>
                  <a:lnTo>
                    <a:pt x="0" y="3011375"/>
                  </a:lnTo>
                  <a:lnTo>
                    <a:pt x="0" y="2718468"/>
                  </a:lnTo>
                  <a:lnTo>
                    <a:pt x="210710" y="2718468"/>
                  </a:lnTo>
                  <a:lnTo>
                    <a:pt x="210710" y="2678218"/>
                  </a:lnTo>
                  <a:cubicBezTo>
                    <a:pt x="210710" y="2070247"/>
                    <a:pt x="210762" y="1462282"/>
                    <a:pt x="210626" y="854311"/>
                  </a:cubicBezTo>
                  <a:cubicBezTo>
                    <a:pt x="210613" y="793130"/>
                    <a:pt x="238648" y="749990"/>
                    <a:pt x="292114" y="722019"/>
                  </a:cubicBezTo>
                  <a:lnTo>
                    <a:pt x="691013" y="513085"/>
                  </a:lnTo>
                  <a:lnTo>
                    <a:pt x="1076229" y="311625"/>
                  </a:lnTo>
                  <a:cubicBezTo>
                    <a:pt x="1126604" y="285155"/>
                    <a:pt x="1176310" y="257419"/>
                    <a:pt x="1226509" y="230611"/>
                  </a:cubicBezTo>
                  <a:cubicBezTo>
                    <a:pt x="1237010" y="225000"/>
                    <a:pt x="1248355" y="220954"/>
                    <a:pt x="1262740" y="214700"/>
                  </a:cubicBezTo>
                  <a:lnTo>
                    <a:pt x="1262740" y="630569"/>
                  </a:lnTo>
                  <a:lnTo>
                    <a:pt x="2026393" y="208486"/>
                  </a:lnTo>
                  <a:lnTo>
                    <a:pt x="2026393" y="633641"/>
                  </a:lnTo>
                  <a:lnTo>
                    <a:pt x="2799176" y="208291"/>
                  </a:lnTo>
                  <a:lnTo>
                    <a:pt x="2799176" y="2714720"/>
                  </a:lnTo>
                  <a:lnTo>
                    <a:pt x="2934820" y="2714720"/>
                  </a:lnTo>
                  <a:lnTo>
                    <a:pt x="2952833" y="2626096"/>
                  </a:lnTo>
                  <a:cubicBezTo>
                    <a:pt x="2966665" y="2538926"/>
                    <a:pt x="2978894" y="2451496"/>
                    <a:pt x="2992752" y="2364332"/>
                  </a:cubicBezTo>
                  <a:cubicBezTo>
                    <a:pt x="3004305" y="2291650"/>
                    <a:pt x="3017332" y="2219208"/>
                    <a:pt x="3029580" y="2146637"/>
                  </a:cubicBezTo>
                  <a:cubicBezTo>
                    <a:pt x="3042172" y="2072013"/>
                    <a:pt x="3055115" y="1997448"/>
                    <a:pt x="3066966" y="1922707"/>
                  </a:cubicBezTo>
                  <a:cubicBezTo>
                    <a:pt x="3078513" y="1849869"/>
                    <a:pt x="3088313" y="1776759"/>
                    <a:pt x="3099905" y="1703934"/>
                  </a:cubicBezTo>
                  <a:cubicBezTo>
                    <a:pt x="3113601" y="1617926"/>
                    <a:pt x="3128686" y="1532139"/>
                    <a:pt x="3142629" y="1446170"/>
                  </a:cubicBezTo>
                  <a:cubicBezTo>
                    <a:pt x="3154260" y="1374449"/>
                    <a:pt x="3164800" y="1302547"/>
                    <a:pt x="3176366" y="1230819"/>
                  </a:cubicBezTo>
                  <a:cubicBezTo>
                    <a:pt x="3190562" y="1142779"/>
                    <a:pt x="3205570" y="1054868"/>
                    <a:pt x="3219753" y="966828"/>
                  </a:cubicBezTo>
                  <a:cubicBezTo>
                    <a:pt x="3231144" y="896107"/>
                    <a:pt x="3241515" y="825224"/>
                    <a:pt x="3252899" y="754509"/>
                  </a:cubicBezTo>
                  <a:cubicBezTo>
                    <a:pt x="3266744" y="668515"/>
                    <a:pt x="3281538" y="582669"/>
                    <a:pt x="3295253" y="496655"/>
                  </a:cubicBezTo>
                  <a:cubicBezTo>
                    <a:pt x="3305059" y="435117"/>
                    <a:pt x="3314599" y="372096"/>
                    <a:pt x="3322976" y="311774"/>
                  </a:cubicBezTo>
                  <a:cubicBezTo>
                    <a:pt x="3331353" y="251452"/>
                    <a:pt x="3338633" y="177797"/>
                    <a:pt x="3345517" y="134722"/>
                  </a:cubicBezTo>
                  <a:lnTo>
                    <a:pt x="3352350" y="3393"/>
                  </a:lnTo>
                  <a:lnTo>
                    <a:pt x="3353239" y="3393"/>
                  </a:lnTo>
                  <a:lnTo>
                    <a:pt x="3353239" y="0"/>
                  </a:ln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17" name="Group 116">
            <a:extLst>
              <a:ext uri="{FF2B5EF4-FFF2-40B4-BE49-F238E27FC236}">
                <a16:creationId xmlns:a16="http://schemas.microsoft.com/office/drawing/2014/main" id="{EED7DE84-6C0B-E296-6ADA-6CAA8689DED7}"/>
              </a:ext>
              <a:ext uri="{C183D7F6-B498-43B3-948B-1728B52AA6E4}">
                <adec:decorative xmlns:adec="http://schemas.microsoft.com/office/drawing/2017/decorative" val="1"/>
              </a:ext>
            </a:extLst>
          </p:cNvPr>
          <p:cNvGrpSpPr>
            <a:grpSpLocks noChangeAspect="1"/>
          </p:cNvGrpSpPr>
          <p:nvPr/>
        </p:nvGrpSpPr>
        <p:grpSpPr>
          <a:xfrm>
            <a:off x="1345757" y="5049527"/>
            <a:ext cx="434849" cy="457200"/>
            <a:chOff x="1309540" y="5049527"/>
            <a:chExt cx="434849" cy="457200"/>
          </a:xfrm>
          <a:solidFill>
            <a:srgbClr val="FF0000"/>
          </a:solidFill>
        </p:grpSpPr>
        <p:sp>
          <p:nvSpPr>
            <p:cNvPr id="2489" name="Freeform: Shape 2488">
              <a:extLst>
                <a:ext uri="{FF2B5EF4-FFF2-40B4-BE49-F238E27FC236}">
                  <a16:creationId xmlns:a16="http://schemas.microsoft.com/office/drawing/2014/main" id="{7FAA884C-A05F-89B0-E7AC-D434F8457DD8}"/>
                </a:ext>
                <a:ext uri="{C183D7F6-B498-43B3-948B-1728B52AA6E4}">
                  <adec:decorative xmlns:adec="http://schemas.microsoft.com/office/drawing/2017/decorative" val="1"/>
                </a:ext>
              </a:extLst>
            </p:cNvPr>
            <p:cNvSpPr/>
            <p:nvPr/>
          </p:nvSpPr>
          <p:spPr>
            <a:xfrm>
              <a:off x="1336145" y="5049527"/>
              <a:ext cx="408244" cy="457200"/>
            </a:xfrm>
            <a:custGeom>
              <a:avLst/>
              <a:gdLst>
                <a:gd name="connsiteX0" fmla="*/ 260590 w 749354"/>
                <a:gd name="connsiteY0" fmla="*/ 42599 h 839215"/>
                <a:gd name="connsiteX1" fmla="*/ 260590 w 749354"/>
                <a:gd name="connsiteY1" fmla="*/ 86247 h 839215"/>
                <a:gd name="connsiteX2" fmla="*/ 438042 w 749354"/>
                <a:gd name="connsiteY2" fmla="*/ 86247 h 839215"/>
                <a:gd name="connsiteX3" fmla="*/ 438042 w 749354"/>
                <a:gd name="connsiteY3" fmla="*/ 42599 h 839215"/>
                <a:gd name="connsiteX4" fmla="*/ 261998 w 749354"/>
                <a:gd name="connsiteY4" fmla="*/ 0 h 839215"/>
                <a:gd name="connsiteX5" fmla="*/ 436634 w 749354"/>
                <a:gd name="connsiteY5" fmla="*/ 0 h 839215"/>
                <a:gd name="connsiteX6" fmla="*/ 481904 w 749354"/>
                <a:gd name="connsiteY6" fmla="*/ 45270 h 839215"/>
                <a:gd name="connsiteX7" fmla="*/ 481904 w 749354"/>
                <a:gd name="connsiteY7" fmla="*/ 86247 h 839215"/>
                <a:gd name="connsiteX8" fmla="*/ 749354 w 749354"/>
                <a:gd name="connsiteY8" fmla="*/ 86247 h 839215"/>
                <a:gd name="connsiteX9" fmla="*/ 749354 w 749354"/>
                <a:gd name="connsiteY9" fmla="*/ 132768 h 839215"/>
                <a:gd name="connsiteX10" fmla="*/ 703989 w 749354"/>
                <a:gd name="connsiteY10" fmla="*/ 132768 h 839215"/>
                <a:gd name="connsiteX11" fmla="*/ 642473 w 749354"/>
                <a:gd name="connsiteY11" fmla="*/ 838618 h 839215"/>
                <a:gd name="connsiteX12" fmla="*/ 642473 w 749354"/>
                <a:gd name="connsiteY12" fmla="*/ 838967 h 839215"/>
                <a:gd name="connsiteX13" fmla="*/ 642443 w 749354"/>
                <a:gd name="connsiteY13" fmla="*/ 838967 h 839215"/>
                <a:gd name="connsiteX14" fmla="*/ 642421 w 749354"/>
                <a:gd name="connsiteY14" fmla="*/ 839215 h 839215"/>
                <a:gd name="connsiteX15" fmla="*/ 639575 w 749354"/>
                <a:gd name="connsiteY15" fmla="*/ 838967 h 839215"/>
                <a:gd name="connsiteX16" fmla="*/ 78485 w 749354"/>
                <a:gd name="connsiteY16" fmla="*/ 838967 h 839215"/>
                <a:gd name="connsiteX17" fmla="*/ 62699 w 749354"/>
                <a:gd name="connsiteY17" fmla="*/ 832428 h 839215"/>
                <a:gd name="connsiteX18" fmla="*/ 56974 w 749354"/>
                <a:gd name="connsiteY18" fmla="*/ 818607 h 839215"/>
                <a:gd name="connsiteX19" fmla="*/ 56043 w 749354"/>
                <a:gd name="connsiteY19" fmla="*/ 818689 h 839215"/>
                <a:gd name="connsiteX20" fmla="*/ 0 w 749354"/>
                <a:gd name="connsiteY20" fmla="*/ 175633 h 839215"/>
                <a:gd name="connsiteX21" fmla="*/ 46845 w 749354"/>
                <a:gd name="connsiteY21" fmla="*/ 175634 h 839215"/>
                <a:gd name="connsiteX22" fmla="*/ 46844 w 749354"/>
                <a:gd name="connsiteY22" fmla="*/ 169935 h 839215"/>
                <a:gd name="connsiteX23" fmla="*/ 46902 w 749354"/>
                <a:gd name="connsiteY23" fmla="*/ 169930 h 839215"/>
                <a:gd name="connsiteX24" fmla="*/ 101318 w 749354"/>
                <a:gd name="connsiteY24" fmla="*/ 794317 h 839215"/>
                <a:gd name="connsiteX25" fmla="*/ 600134 w 749354"/>
                <a:gd name="connsiteY25" fmla="*/ 794317 h 839215"/>
                <a:gd name="connsiteX26" fmla="*/ 657788 w 749354"/>
                <a:gd name="connsiteY26" fmla="*/ 132768 h 839215"/>
                <a:gd name="connsiteX27" fmla="*/ 52711 w 749354"/>
                <a:gd name="connsiteY27" fmla="*/ 132768 h 839215"/>
                <a:gd name="connsiteX28" fmla="*/ 52711 w 749354"/>
                <a:gd name="connsiteY28" fmla="*/ 86247 h 839215"/>
                <a:gd name="connsiteX29" fmla="*/ 216728 w 749354"/>
                <a:gd name="connsiteY29" fmla="*/ 86247 h 839215"/>
                <a:gd name="connsiteX30" fmla="*/ 216728 w 749354"/>
                <a:gd name="connsiteY30" fmla="*/ 45270 h 839215"/>
                <a:gd name="connsiteX31" fmla="*/ 261998 w 749354"/>
                <a:gd name="connsiteY31" fmla="*/ 0 h 839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9354" h="839215">
                  <a:moveTo>
                    <a:pt x="260590" y="42599"/>
                  </a:moveTo>
                  <a:lnTo>
                    <a:pt x="260590" y="86247"/>
                  </a:lnTo>
                  <a:lnTo>
                    <a:pt x="438042" y="86247"/>
                  </a:lnTo>
                  <a:lnTo>
                    <a:pt x="438042" y="42599"/>
                  </a:lnTo>
                  <a:close/>
                  <a:moveTo>
                    <a:pt x="261998" y="0"/>
                  </a:moveTo>
                  <a:lnTo>
                    <a:pt x="436634" y="0"/>
                  </a:lnTo>
                  <a:cubicBezTo>
                    <a:pt x="461636" y="0"/>
                    <a:pt x="481904" y="20268"/>
                    <a:pt x="481904" y="45270"/>
                  </a:cubicBezTo>
                  <a:lnTo>
                    <a:pt x="481904" y="86247"/>
                  </a:lnTo>
                  <a:lnTo>
                    <a:pt x="749354" y="86247"/>
                  </a:lnTo>
                  <a:lnTo>
                    <a:pt x="749354" y="132768"/>
                  </a:lnTo>
                  <a:lnTo>
                    <a:pt x="703989" y="132768"/>
                  </a:lnTo>
                  <a:lnTo>
                    <a:pt x="642473" y="838618"/>
                  </a:lnTo>
                  <a:lnTo>
                    <a:pt x="642473" y="838967"/>
                  </a:lnTo>
                  <a:lnTo>
                    <a:pt x="642443" y="838967"/>
                  </a:lnTo>
                  <a:lnTo>
                    <a:pt x="642421" y="839215"/>
                  </a:lnTo>
                  <a:lnTo>
                    <a:pt x="639575" y="838967"/>
                  </a:lnTo>
                  <a:lnTo>
                    <a:pt x="78485" y="838967"/>
                  </a:lnTo>
                  <a:cubicBezTo>
                    <a:pt x="72320" y="838967"/>
                    <a:pt x="66739" y="836468"/>
                    <a:pt x="62699" y="832428"/>
                  </a:cubicBezTo>
                  <a:lnTo>
                    <a:pt x="56974" y="818607"/>
                  </a:lnTo>
                  <a:lnTo>
                    <a:pt x="56043" y="818689"/>
                  </a:lnTo>
                  <a:lnTo>
                    <a:pt x="0" y="175633"/>
                  </a:lnTo>
                  <a:lnTo>
                    <a:pt x="46845" y="175634"/>
                  </a:lnTo>
                  <a:lnTo>
                    <a:pt x="46844" y="169935"/>
                  </a:lnTo>
                  <a:lnTo>
                    <a:pt x="46902" y="169930"/>
                  </a:lnTo>
                  <a:lnTo>
                    <a:pt x="101318" y="794317"/>
                  </a:lnTo>
                  <a:lnTo>
                    <a:pt x="600134" y="794317"/>
                  </a:lnTo>
                  <a:lnTo>
                    <a:pt x="657788" y="132768"/>
                  </a:lnTo>
                  <a:lnTo>
                    <a:pt x="52711" y="132768"/>
                  </a:lnTo>
                  <a:lnTo>
                    <a:pt x="52711" y="86247"/>
                  </a:lnTo>
                  <a:lnTo>
                    <a:pt x="216728" y="86247"/>
                  </a:lnTo>
                  <a:lnTo>
                    <a:pt x="216728" y="45270"/>
                  </a:lnTo>
                  <a:cubicBezTo>
                    <a:pt x="216728" y="20268"/>
                    <a:pt x="236996" y="0"/>
                    <a:pt x="26199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90" name="Freeform: Shape 2489">
              <a:extLst>
                <a:ext uri="{FF2B5EF4-FFF2-40B4-BE49-F238E27FC236}">
                  <a16:creationId xmlns:a16="http://schemas.microsoft.com/office/drawing/2014/main" id="{8D5B2E66-CE2D-C727-612C-206AA079D801}"/>
                </a:ext>
                <a:ext uri="{C183D7F6-B498-43B3-948B-1728B52AA6E4}">
                  <adec:decorative xmlns:adec="http://schemas.microsoft.com/office/drawing/2017/decorative" val="1"/>
                </a:ext>
              </a:extLst>
            </p:cNvPr>
            <p:cNvSpPr/>
            <p:nvPr/>
          </p:nvSpPr>
          <p:spPr>
            <a:xfrm>
              <a:off x="1309540" y="5090854"/>
              <a:ext cx="325025" cy="319220"/>
            </a:xfrm>
            <a:custGeom>
              <a:avLst/>
              <a:gdLst>
                <a:gd name="connsiteX0" fmla="*/ 454952 w 596601"/>
                <a:gd name="connsiteY0" fmla="*/ 188356 h 585946"/>
                <a:gd name="connsiteX1" fmla="*/ 479445 w 596601"/>
                <a:gd name="connsiteY1" fmla="*/ 188356 h 585946"/>
                <a:gd name="connsiteX2" fmla="*/ 460930 w 596601"/>
                <a:gd name="connsiteY2" fmla="*/ 585946 h 585946"/>
                <a:gd name="connsiteX3" fmla="*/ 436436 w 596601"/>
                <a:gd name="connsiteY3" fmla="*/ 585946 h 585946"/>
                <a:gd name="connsiteX4" fmla="*/ 316856 w 596601"/>
                <a:gd name="connsiteY4" fmla="*/ 188356 h 585946"/>
                <a:gd name="connsiteX5" fmla="*/ 341350 w 596601"/>
                <a:gd name="connsiteY5" fmla="*/ 188356 h 585946"/>
                <a:gd name="connsiteX6" fmla="*/ 359865 w 596601"/>
                <a:gd name="connsiteY6" fmla="*/ 585946 h 585946"/>
                <a:gd name="connsiteX7" fmla="*/ 335372 w 596601"/>
                <a:gd name="connsiteY7" fmla="*/ 585946 h 585946"/>
                <a:gd name="connsiteX8" fmla="*/ 596601 w 596601"/>
                <a:gd name="connsiteY8" fmla="*/ 188356 h 585946"/>
                <a:gd name="connsiteX9" fmla="*/ 562626 w 596601"/>
                <a:gd name="connsiteY9" fmla="*/ 585946 h 585946"/>
                <a:gd name="connsiteX10" fmla="*/ 538070 w 596601"/>
                <a:gd name="connsiteY10" fmla="*/ 585946 h 585946"/>
                <a:gd name="connsiteX11" fmla="*/ 572045 w 596601"/>
                <a:gd name="connsiteY11" fmla="*/ 188356 h 585946"/>
                <a:gd name="connsiteX12" fmla="*/ 199701 w 596601"/>
                <a:gd name="connsiteY12" fmla="*/ 188356 h 585946"/>
                <a:gd name="connsiteX13" fmla="*/ 224257 w 596601"/>
                <a:gd name="connsiteY13" fmla="*/ 188356 h 585946"/>
                <a:gd name="connsiteX14" fmla="*/ 258231 w 596601"/>
                <a:gd name="connsiteY14" fmla="*/ 585946 h 585946"/>
                <a:gd name="connsiteX15" fmla="*/ 233675 w 596601"/>
                <a:gd name="connsiteY15" fmla="*/ 585946 h 585946"/>
                <a:gd name="connsiteX16" fmla="*/ 0 w 596601"/>
                <a:gd name="connsiteY16" fmla="*/ 0 h 585946"/>
                <a:gd name="connsiteX17" fmla="*/ 66674 w 596601"/>
                <a:gd name="connsiteY17" fmla="*/ 0 h 585946"/>
                <a:gd name="connsiteX18" fmla="*/ 66674 w 596601"/>
                <a:gd name="connsiteY18" fmla="*/ 67020 h 585946"/>
                <a:gd name="connsiteX19" fmla="*/ 0 w 596601"/>
                <a:gd name="connsiteY19" fmla="*/ 67020 h 58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6601" h="585946">
                  <a:moveTo>
                    <a:pt x="454952" y="188356"/>
                  </a:moveTo>
                  <a:lnTo>
                    <a:pt x="479445" y="188356"/>
                  </a:lnTo>
                  <a:lnTo>
                    <a:pt x="460930" y="585946"/>
                  </a:lnTo>
                  <a:lnTo>
                    <a:pt x="436436" y="585946"/>
                  </a:lnTo>
                  <a:close/>
                  <a:moveTo>
                    <a:pt x="316856" y="188356"/>
                  </a:moveTo>
                  <a:lnTo>
                    <a:pt x="341350" y="188356"/>
                  </a:lnTo>
                  <a:lnTo>
                    <a:pt x="359865" y="585946"/>
                  </a:lnTo>
                  <a:lnTo>
                    <a:pt x="335372" y="585946"/>
                  </a:lnTo>
                  <a:close/>
                  <a:moveTo>
                    <a:pt x="596601" y="188356"/>
                  </a:moveTo>
                  <a:lnTo>
                    <a:pt x="562626" y="585946"/>
                  </a:lnTo>
                  <a:lnTo>
                    <a:pt x="538070" y="585946"/>
                  </a:lnTo>
                  <a:lnTo>
                    <a:pt x="572045" y="188356"/>
                  </a:lnTo>
                  <a:close/>
                  <a:moveTo>
                    <a:pt x="199701" y="188356"/>
                  </a:moveTo>
                  <a:lnTo>
                    <a:pt x="224257" y="188356"/>
                  </a:lnTo>
                  <a:lnTo>
                    <a:pt x="258231" y="585946"/>
                  </a:lnTo>
                  <a:lnTo>
                    <a:pt x="233675" y="585946"/>
                  </a:lnTo>
                  <a:close/>
                  <a:moveTo>
                    <a:pt x="0" y="0"/>
                  </a:moveTo>
                  <a:lnTo>
                    <a:pt x="66674" y="0"/>
                  </a:lnTo>
                  <a:lnTo>
                    <a:pt x="66674" y="67020"/>
                  </a:lnTo>
                  <a:lnTo>
                    <a:pt x="0" y="6702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2" name="Group 141">
            <a:extLst>
              <a:ext uri="{FF2B5EF4-FFF2-40B4-BE49-F238E27FC236}">
                <a16:creationId xmlns:a16="http://schemas.microsoft.com/office/drawing/2014/main" id="{DAB5EC4E-7BB9-0486-910D-1131B1B163C7}"/>
              </a:ext>
              <a:ext uri="{C183D7F6-B498-43B3-948B-1728B52AA6E4}">
                <adec:decorative xmlns:adec="http://schemas.microsoft.com/office/drawing/2017/decorative" val="1"/>
              </a:ext>
            </a:extLst>
          </p:cNvPr>
          <p:cNvGrpSpPr>
            <a:grpSpLocks noChangeAspect="1"/>
          </p:cNvGrpSpPr>
          <p:nvPr/>
        </p:nvGrpSpPr>
        <p:grpSpPr>
          <a:xfrm>
            <a:off x="2682655" y="5049527"/>
            <a:ext cx="388866" cy="457200"/>
            <a:chOff x="2574004" y="5049527"/>
            <a:chExt cx="388866" cy="457200"/>
          </a:xfrm>
          <a:solidFill>
            <a:srgbClr val="FF0000"/>
          </a:solidFill>
        </p:grpSpPr>
        <p:sp>
          <p:nvSpPr>
            <p:cNvPr id="2493" name="Freeform: Shape 2492">
              <a:extLst>
                <a:ext uri="{FF2B5EF4-FFF2-40B4-BE49-F238E27FC236}">
                  <a16:creationId xmlns:a16="http://schemas.microsoft.com/office/drawing/2014/main" id="{1E371D48-367A-4A6F-7559-CA3D22D0B9E7}"/>
                </a:ext>
                <a:ext uri="{C183D7F6-B498-43B3-948B-1728B52AA6E4}">
                  <adec:decorative xmlns:adec="http://schemas.microsoft.com/office/drawing/2017/decorative" val="1"/>
                </a:ext>
              </a:extLst>
            </p:cNvPr>
            <p:cNvSpPr/>
            <p:nvPr/>
          </p:nvSpPr>
          <p:spPr>
            <a:xfrm>
              <a:off x="2574004" y="5049527"/>
              <a:ext cx="377312" cy="457200"/>
            </a:xfrm>
            <a:custGeom>
              <a:avLst/>
              <a:gdLst>
                <a:gd name="connsiteX0" fmla="*/ 329770 w 802833"/>
                <a:gd name="connsiteY0" fmla="*/ 677808 h 972817"/>
                <a:gd name="connsiteX1" fmla="*/ 253863 w 802833"/>
                <a:gd name="connsiteY1" fmla="*/ 753715 h 972817"/>
                <a:gd name="connsiteX2" fmla="*/ 259835 w 802833"/>
                <a:gd name="connsiteY2" fmla="*/ 783241 h 972817"/>
                <a:gd name="connsiteX3" fmla="*/ 272865 w 802833"/>
                <a:gd name="connsiteY3" fmla="*/ 802557 h 972817"/>
                <a:gd name="connsiteX4" fmla="*/ 277007 w 802833"/>
                <a:gd name="connsiteY4" fmla="*/ 807974 h 972817"/>
                <a:gd name="connsiteX5" fmla="*/ 295943 w 802833"/>
                <a:gd name="connsiteY5" fmla="*/ 820748 h 972817"/>
                <a:gd name="connsiteX6" fmla="*/ 301370 w 802833"/>
                <a:gd name="connsiteY6" fmla="*/ 823877 h 972817"/>
                <a:gd name="connsiteX7" fmla="*/ 327459 w 802833"/>
                <a:gd name="connsiteY7" fmla="*/ 829154 h 972817"/>
                <a:gd name="connsiteX8" fmla="*/ 330223 w 802833"/>
                <a:gd name="connsiteY8" fmla="*/ 829529 h 972817"/>
                <a:gd name="connsiteX9" fmla="*/ 358980 w 802833"/>
                <a:gd name="connsiteY9" fmla="*/ 823713 h 972817"/>
                <a:gd name="connsiteX10" fmla="*/ 359346 w 802833"/>
                <a:gd name="connsiteY10" fmla="*/ 823616 h 972817"/>
                <a:gd name="connsiteX11" fmla="*/ 381757 w 802833"/>
                <a:gd name="connsiteY11" fmla="*/ 808498 h 972817"/>
                <a:gd name="connsiteX12" fmla="*/ 383634 w 802833"/>
                <a:gd name="connsiteY12" fmla="*/ 807064 h 972817"/>
                <a:gd name="connsiteX13" fmla="*/ 396272 w 802833"/>
                <a:gd name="connsiteY13" fmla="*/ 788330 h 972817"/>
                <a:gd name="connsiteX14" fmla="*/ 399969 w 802833"/>
                <a:gd name="connsiteY14" fmla="*/ 781938 h 972817"/>
                <a:gd name="connsiteX15" fmla="*/ 404133 w 802833"/>
                <a:gd name="connsiteY15" fmla="*/ 761347 h 972817"/>
                <a:gd name="connsiteX16" fmla="*/ 405374 w 802833"/>
                <a:gd name="connsiteY16" fmla="*/ 752219 h 972817"/>
                <a:gd name="connsiteX17" fmla="*/ 401724 w 802833"/>
                <a:gd name="connsiteY17" fmla="*/ 734192 h 972817"/>
                <a:gd name="connsiteX18" fmla="*/ 398656 w 802833"/>
                <a:gd name="connsiteY18" fmla="*/ 722645 h 972817"/>
                <a:gd name="connsiteX19" fmla="*/ 383406 w 802833"/>
                <a:gd name="connsiteY19" fmla="*/ 700058 h 972817"/>
                <a:gd name="connsiteX20" fmla="*/ 329770 w 802833"/>
                <a:gd name="connsiteY20" fmla="*/ 677808 h 972817"/>
                <a:gd name="connsiteX21" fmla="*/ 166654 w 802833"/>
                <a:gd name="connsiteY21" fmla="*/ 595929 h 972817"/>
                <a:gd name="connsiteX22" fmla="*/ 227643 w 802833"/>
                <a:gd name="connsiteY22" fmla="*/ 719219 h 972817"/>
                <a:gd name="connsiteX23" fmla="*/ 229249 w 802833"/>
                <a:gd name="connsiteY23" fmla="*/ 711286 h 972817"/>
                <a:gd name="connsiteX24" fmla="*/ 329770 w 802833"/>
                <a:gd name="connsiteY24" fmla="*/ 644606 h 972817"/>
                <a:gd name="connsiteX25" fmla="*/ 363884 w 802833"/>
                <a:gd name="connsiteY25" fmla="*/ 651511 h 972817"/>
                <a:gd name="connsiteX26" fmla="*/ 336382 w 802833"/>
                <a:gd name="connsiteY26" fmla="*/ 595929 h 972817"/>
                <a:gd name="connsiteX27" fmla="*/ 217349 w 802833"/>
                <a:gd name="connsiteY27" fmla="*/ 355362 h 972817"/>
                <a:gd name="connsiteX28" fmla="*/ 167957 w 802833"/>
                <a:gd name="connsiteY28" fmla="*/ 388435 h 972817"/>
                <a:gd name="connsiteX29" fmla="*/ 107574 w 802833"/>
                <a:gd name="connsiteY29" fmla="*/ 406832 h 972817"/>
                <a:gd name="connsiteX30" fmla="*/ 86029 w 802833"/>
                <a:gd name="connsiteY30" fmla="*/ 404733 h 972817"/>
                <a:gd name="connsiteX31" fmla="*/ 68516 w 802833"/>
                <a:gd name="connsiteY31" fmla="*/ 397543 h 972817"/>
                <a:gd name="connsiteX32" fmla="*/ 145012 w 802833"/>
                <a:gd name="connsiteY32" fmla="*/ 552181 h 972817"/>
                <a:gd name="connsiteX33" fmla="*/ 162703 w 802833"/>
                <a:gd name="connsiteY33" fmla="*/ 552181 h 972817"/>
                <a:gd name="connsiteX34" fmla="*/ 314735 w 802833"/>
                <a:gd name="connsiteY34" fmla="*/ 552181 h 972817"/>
                <a:gd name="connsiteX35" fmla="*/ 108679 w 802833"/>
                <a:gd name="connsiteY35" fmla="*/ 231760 h 972817"/>
                <a:gd name="connsiteX36" fmla="*/ 75477 w 802833"/>
                <a:gd name="connsiteY36" fmla="*/ 239494 h 972817"/>
                <a:gd name="connsiteX37" fmla="*/ 37082 w 802833"/>
                <a:gd name="connsiteY37" fmla="*/ 283193 h 972817"/>
                <a:gd name="connsiteX38" fmla="*/ 33076 w 802833"/>
                <a:gd name="connsiteY38" fmla="*/ 312660 h 972817"/>
                <a:gd name="connsiteX39" fmla="*/ 33705 w 802833"/>
                <a:gd name="connsiteY39" fmla="*/ 315025 h 972817"/>
                <a:gd name="connsiteX40" fmla="*/ 43987 w 802833"/>
                <a:gd name="connsiteY40" fmla="*/ 340041 h 972817"/>
                <a:gd name="connsiteX41" fmla="*/ 149505 w 802833"/>
                <a:gd name="connsiteY41" fmla="*/ 360924 h 972817"/>
                <a:gd name="connsiteX42" fmla="*/ 202531 w 802833"/>
                <a:gd name="connsiteY42" fmla="*/ 325417 h 972817"/>
                <a:gd name="connsiteX43" fmla="*/ 177238 w 802833"/>
                <a:gd name="connsiteY43" fmla="*/ 274299 h 972817"/>
                <a:gd name="connsiteX44" fmla="*/ 133484 w 802833"/>
                <a:gd name="connsiteY44" fmla="*/ 235904 h 972817"/>
                <a:gd name="connsiteX45" fmla="*/ 108679 w 802833"/>
                <a:gd name="connsiteY45" fmla="*/ 231760 h 972817"/>
                <a:gd name="connsiteX46" fmla="*/ 286900 w 802833"/>
                <a:gd name="connsiteY46" fmla="*/ 85850 h 972817"/>
                <a:gd name="connsiteX47" fmla="*/ 115511 w 802833"/>
                <a:gd name="connsiteY47" fmla="*/ 200614 h 972817"/>
                <a:gd name="connsiteX48" fmla="*/ 144257 w 802833"/>
                <a:gd name="connsiteY48" fmla="*/ 204524 h 972817"/>
                <a:gd name="connsiteX49" fmla="*/ 207015 w 802833"/>
                <a:gd name="connsiteY49" fmla="*/ 259659 h 972817"/>
                <a:gd name="connsiteX50" fmla="*/ 230334 w 802833"/>
                <a:gd name="connsiteY50" fmla="*/ 306799 h 972817"/>
                <a:gd name="connsiteX51" fmla="*/ 370002 w 802833"/>
                <a:gd name="connsiteY51" fmla="*/ 213277 h 972817"/>
                <a:gd name="connsiteX52" fmla="*/ 363104 w 802833"/>
                <a:gd name="connsiteY52" fmla="*/ 208982 h 972817"/>
                <a:gd name="connsiteX53" fmla="*/ 294412 w 802833"/>
                <a:gd name="connsiteY53" fmla="*/ 136242 h 972817"/>
                <a:gd name="connsiteX54" fmla="*/ 285081 w 802833"/>
                <a:gd name="connsiteY54" fmla="*/ 101625 h 972817"/>
                <a:gd name="connsiteX55" fmla="*/ 373951 w 802833"/>
                <a:gd name="connsiteY55" fmla="*/ 34481 h 972817"/>
                <a:gd name="connsiteX56" fmla="*/ 349122 w 802833"/>
                <a:gd name="connsiteY56" fmla="*/ 44819 h 972817"/>
                <a:gd name="connsiteX57" fmla="*/ 332003 w 802833"/>
                <a:gd name="connsiteY57" fmla="*/ 59304 h 972817"/>
                <a:gd name="connsiteX58" fmla="*/ 324576 w 802833"/>
                <a:gd name="connsiteY58" fmla="*/ 122596 h 972817"/>
                <a:gd name="connsiteX59" fmla="*/ 392969 w 802833"/>
                <a:gd name="connsiteY59" fmla="*/ 188614 h 972817"/>
                <a:gd name="connsiteX60" fmla="*/ 394350 w 802833"/>
                <a:gd name="connsiteY60" fmla="*/ 189498 h 972817"/>
                <a:gd name="connsiteX61" fmla="*/ 399844 w 802833"/>
                <a:gd name="connsiteY61" fmla="*/ 193294 h 972817"/>
                <a:gd name="connsiteX62" fmla="*/ 431254 w 802833"/>
                <a:gd name="connsiteY62" fmla="*/ 172262 h 972817"/>
                <a:gd name="connsiteX63" fmla="*/ 452137 w 802833"/>
                <a:gd name="connsiteY63" fmla="*/ 66743 h 972817"/>
                <a:gd name="connsiteX64" fmla="*/ 403687 w 802833"/>
                <a:gd name="connsiteY64" fmla="*/ 34536 h 972817"/>
                <a:gd name="connsiteX65" fmla="*/ 373951 w 802833"/>
                <a:gd name="connsiteY65" fmla="*/ 34481 h 972817"/>
                <a:gd name="connsiteX66" fmla="*/ 367488 w 802833"/>
                <a:gd name="connsiteY66" fmla="*/ 2072 h 972817"/>
                <a:gd name="connsiteX67" fmla="*/ 410151 w 802833"/>
                <a:gd name="connsiteY67" fmla="*/ 2107 h 972817"/>
                <a:gd name="connsiteX68" fmla="*/ 449609 w 802833"/>
                <a:gd name="connsiteY68" fmla="*/ 18308 h 972817"/>
                <a:gd name="connsiteX69" fmla="*/ 470125 w 802833"/>
                <a:gd name="connsiteY69" fmla="*/ 38785 h 972817"/>
                <a:gd name="connsiteX70" fmla="*/ 471459 w 802833"/>
                <a:gd name="connsiteY70" fmla="*/ 37505 h 972817"/>
                <a:gd name="connsiteX71" fmla="*/ 802833 w 802833"/>
                <a:gd name="connsiteY71" fmla="*/ 382806 h 972817"/>
                <a:gd name="connsiteX72" fmla="*/ 778957 w 802833"/>
                <a:gd name="connsiteY72" fmla="*/ 405719 h 972817"/>
                <a:gd name="connsiteX73" fmla="*/ 496098 w 802833"/>
                <a:gd name="connsiteY73" fmla="*/ 110972 h 972817"/>
                <a:gd name="connsiteX74" fmla="*/ 496029 w 802833"/>
                <a:gd name="connsiteY74" fmla="*/ 130255 h 972817"/>
                <a:gd name="connsiteX75" fmla="*/ 449706 w 802833"/>
                <a:gd name="connsiteY75" fmla="*/ 199773 h 972817"/>
                <a:gd name="connsiteX76" fmla="*/ 429145 w 802833"/>
                <a:gd name="connsiteY76" fmla="*/ 213541 h 972817"/>
                <a:gd name="connsiteX77" fmla="*/ 683448 w 802833"/>
                <a:gd name="connsiteY77" fmla="*/ 389264 h 972817"/>
                <a:gd name="connsiteX78" fmla="*/ 664664 w 802833"/>
                <a:gd name="connsiteY78" fmla="*/ 416500 h 972817"/>
                <a:gd name="connsiteX79" fmla="*/ 399611 w 802833"/>
                <a:gd name="connsiteY79" fmla="*/ 233318 h 972817"/>
                <a:gd name="connsiteX80" fmla="*/ 245149 w 802833"/>
                <a:gd name="connsiteY80" fmla="*/ 336747 h 972817"/>
                <a:gd name="connsiteX81" fmla="*/ 351720 w 802833"/>
                <a:gd name="connsiteY81" fmla="*/ 552181 h 972817"/>
                <a:gd name="connsiteX82" fmla="*/ 438995 w 802833"/>
                <a:gd name="connsiteY82" fmla="*/ 552181 h 972817"/>
                <a:gd name="connsiteX83" fmla="*/ 438995 w 802833"/>
                <a:gd name="connsiteY83" fmla="*/ 595929 h 972817"/>
                <a:gd name="connsiteX84" fmla="*/ 373361 w 802833"/>
                <a:gd name="connsiteY84" fmla="*/ 595929 h 972817"/>
                <a:gd name="connsiteX85" fmla="*/ 427885 w 802833"/>
                <a:gd name="connsiteY85" fmla="*/ 706149 h 972817"/>
                <a:gd name="connsiteX86" fmla="*/ 428575 w 802833"/>
                <a:gd name="connsiteY86" fmla="*/ 708743 h 972817"/>
                <a:gd name="connsiteX87" fmla="*/ 430291 w 802833"/>
                <a:gd name="connsiteY87" fmla="*/ 711286 h 972817"/>
                <a:gd name="connsiteX88" fmla="*/ 433592 w 802833"/>
                <a:gd name="connsiteY88" fmla="*/ 727594 h 972817"/>
                <a:gd name="connsiteX89" fmla="*/ 438831 w 802833"/>
                <a:gd name="connsiteY89" fmla="*/ 747279 h 972817"/>
                <a:gd name="connsiteX90" fmla="*/ 438326 w 802833"/>
                <a:gd name="connsiteY90" fmla="*/ 750985 h 972817"/>
                <a:gd name="connsiteX91" fmla="*/ 438879 w 802833"/>
                <a:gd name="connsiteY91" fmla="*/ 753715 h 972817"/>
                <a:gd name="connsiteX92" fmla="*/ 436062 w 802833"/>
                <a:gd name="connsiteY92" fmla="*/ 767632 h 972817"/>
                <a:gd name="connsiteX93" fmla="*/ 433078 w 802833"/>
                <a:gd name="connsiteY93" fmla="*/ 789569 h 972817"/>
                <a:gd name="connsiteX94" fmla="*/ 430834 w 802833"/>
                <a:gd name="connsiteY94" fmla="*/ 793460 h 972817"/>
                <a:gd name="connsiteX95" fmla="*/ 430291 w 802833"/>
                <a:gd name="connsiteY95" fmla="*/ 796143 h 972817"/>
                <a:gd name="connsiteX96" fmla="*/ 423380 w 802833"/>
                <a:gd name="connsiteY96" fmla="*/ 806385 h 972817"/>
                <a:gd name="connsiteX97" fmla="*/ 411767 w 802833"/>
                <a:gd name="connsiteY97" fmla="*/ 826521 h 972817"/>
                <a:gd name="connsiteX98" fmla="*/ 407697 w 802833"/>
                <a:gd name="connsiteY98" fmla="*/ 829627 h 972817"/>
                <a:gd name="connsiteX99" fmla="*/ 406885 w 802833"/>
                <a:gd name="connsiteY99" fmla="*/ 830829 h 972817"/>
                <a:gd name="connsiteX100" fmla="*/ 400267 w 802833"/>
                <a:gd name="connsiteY100" fmla="*/ 835295 h 972817"/>
                <a:gd name="connsiteX101" fmla="*/ 377943 w 802833"/>
                <a:gd name="connsiteY101" fmla="*/ 852327 h 972817"/>
                <a:gd name="connsiteX102" fmla="*/ 373497 w 802833"/>
                <a:gd name="connsiteY102" fmla="*/ 853359 h 972817"/>
                <a:gd name="connsiteX103" fmla="*/ 372199 w 802833"/>
                <a:gd name="connsiteY103" fmla="*/ 854235 h 972817"/>
                <a:gd name="connsiteX104" fmla="*/ 352852 w 802833"/>
                <a:gd name="connsiteY104" fmla="*/ 858151 h 972817"/>
                <a:gd name="connsiteX105" fmla="*/ 330101 w 802833"/>
                <a:gd name="connsiteY105" fmla="*/ 863431 h 972817"/>
                <a:gd name="connsiteX106" fmla="*/ 294524 w 802833"/>
                <a:gd name="connsiteY106" fmla="*/ 857465 h 972817"/>
                <a:gd name="connsiteX107" fmla="*/ 289779 w 802833"/>
                <a:gd name="connsiteY107" fmla="*/ 854728 h 972817"/>
                <a:gd name="connsiteX108" fmla="*/ 287341 w 802833"/>
                <a:gd name="connsiteY108" fmla="*/ 854235 h 972817"/>
                <a:gd name="connsiteX109" fmla="*/ 278035 w 802833"/>
                <a:gd name="connsiteY109" fmla="*/ 847956 h 972817"/>
                <a:gd name="connsiteX110" fmla="*/ 257572 w 802833"/>
                <a:gd name="connsiteY110" fmla="*/ 836154 h 972817"/>
                <a:gd name="connsiteX111" fmla="*/ 254415 w 802833"/>
                <a:gd name="connsiteY111" fmla="*/ 832017 h 972817"/>
                <a:gd name="connsiteX112" fmla="*/ 252655 w 802833"/>
                <a:gd name="connsiteY112" fmla="*/ 830829 h 972817"/>
                <a:gd name="connsiteX113" fmla="*/ 246118 w 802833"/>
                <a:gd name="connsiteY113" fmla="*/ 821142 h 972817"/>
                <a:gd name="connsiteX114" fmla="*/ 231765 w 802833"/>
                <a:gd name="connsiteY114" fmla="*/ 802330 h 972817"/>
                <a:gd name="connsiteX115" fmla="*/ 162703 w 802833"/>
                <a:gd name="connsiteY115" fmla="*/ 662703 h 972817"/>
                <a:gd name="connsiteX116" fmla="*/ 162703 w 802833"/>
                <a:gd name="connsiteY116" fmla="*/ 929068 h 972817"/>
                <a:gd name="connsiteX117" fmla="*/ 495844 w 802833"/>
                <a:gd name="connsiteY117" fmla="*/ 929068 h 972817"/>
                <a:gd name="connsiteX118" fmla="*/ 495844 w 802833"/>
                <a:gd name="connsiteY118" fmla="*/ 652776 h 972817"/>
                <a:gd name="connsiteX119" fmla="*/ 539592 w 802833"/>
                <a:gd name="connsiteY119" fmla="*/ 652776 h 972817"/>
                <a:gd name="connsiteX120" fmla="*/ 539592 w 802833"/>
                <a:gd name="connsiteY120" fmla="*/ 929068 h 972817"/>
                <a:gd name="connsiteX121" fmla="*/ 539592 w 802833"/>
                <a:gd name="connsiteY121" fmla="*/ 972816 h 972817"/>
                <a:gd name="connsiteX122" fmla="*/ 495844 w 802833"/>
                <a:gd name="connsiteY122" fmla="*/ 972816 h 972817"/>
                <a:gd name="connsiteX123" fmla="*/ 162703 w 802833"/>
                <a:gd name="connsiteY123" fmla="*/ 972816 h 972817"/>
                <a:gd name="connsiteX124" fmla="*/ 162703 w 802833"/>
                <a:gd name="connsiteY124" fmla="*/ 972817 h 972817"/>
                <a:gd name="connsiteX125" fmla="*/ 118955 w 802833"/>
                <a:gd name="connsiteY125" fmla="*/ 972817 h 972817"/>
                <a:gd name="connsiteX126" fmla="*/ 118955 w 802833"/>
                <a:gd name="connsiteY126" fmla="*/ 972816 h 972817"/>
                <a:gd name="connsiteX127" fmla="*/ 118955 w 802833"/>
                <a:gd name="connsiteY127" fmla="*/ 929068 h 972817"/>
                <a:gd name="connsiteX128" fmla="*/ 118955 w 802833"/>
                <a:gd name="connsiteY128" fmla="*/ 595929 h 972817"/>
                <a:gd name="connsiteX129" fmla="*/ 118955 w 802833"/>
                <a:gd name="connsiteY129" fmla="*/ 574255 h 972817"/>
                <a:gd name="connsiteX130" fmla="*/ 10951 w 802833"/>
                <a:gd name="connsiteY130" fmla="*/ 355896 h 972817"/>
                <a:gd name="connsiteX131" fmla="*/ 2789 w 802833"/>
                <a:gd name="connsiteY131" fmla="*/ 325227 h 972817"/>
                <a:gd name="connsiteX132" fmla="*/ 0 w 802833"/>
                <a:gd name="connsiteY132" fmla="*/ 318448 h 972817"/>
                <a:gd name="connsiteX133" fmla="*/ 13 w 802833"/>
                <a:gd name="connsiteY133" fmla="*/ 314796 h 972817"/>
                <a:gd name="connsiteX134" fmla="*/ 5 w 802833"/>
                <a:gd name="connsiteY134" fmla="*/ 314766 h 972817"/>
                <a:gd name="connsiteX135" fmla="*/ 14 w 802833"/>
                <a:gd name="connsiteY135" fmla="*/ 314704 h 972817"/>
                <a:gd name="connsiteX136" fmla="*/ 150 w 802833"/>
                <a:gd name="connsiteY136" fmla="*/ 276585 h 972817"/>
                <a:gd name="connsiteX137" fmla="*/ 46473 w 802833"/>
                <a:gd name="connsiteY137" fmla="*/ 207066 h 972817"/>
                <a:gd name="connsiteX138" fmla="*/ 328223 w 802833"/>
                <a:gd name="connsiteY138" fmla="*/ 18404 h 972817"/>
                <a:gd name="connsiteX139" fmla="*/ 330939 w 802833"/>
                <a:gd name="connsiteY139" fmla="*/ 17275 h 972817"/>
                <a:gd name="connsiteX140" fmla="*/ 334134 w 802833"/>
                <a:gd name="connsiteY140" fmla="*/ 14482 h 972817"/>
                <a:gd name="connsiteX141" fmla="*/ 334884 w 802833"/>
                <a:gd name="connsiteY141" fmla="*/ 15634 h 97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02833" h="972817">
                  <a:moveTo>
                    <a:pt x="329770" y="677808"/>
                  </a:moveTo>
                  <a:cubicBezTo>
                    <a:pt x="287894" y="677808"/>
                    <a:pt x="253863" y="711839"/>
                    <a:pt x="253863" y="753715"/>
                  </a:cubicBezTo>
                  <a:cubicBezTo>
                    <a:pt x="253863" y="764183"/>
                    <a:pt x="255990" y="774162"/>
                    <a:pt x="259835" y="783241"/>
                  </a:cubicBezTo>
                  <a:lnTo>
                    <a:pt x="272865" y="802557"/>
                  </a:lnTo>
                  <a:lnTo>
                    <a:pt x="277007" y="807974"/>
                  </a:lnTo>
                  <a:lnTo>
                    <a:pt x="295943" y="820748"/>
                  </a:lnTo>
                  <a:lnTo>
                    <a:pt x="301370" y="823877"/>
                  </a:lnTo>
                  <a:lnTo>
                    <a:pt x="327459" y="829154"/>
                  </a:lnTo>
                  <a:lnTo>
                    <a:pt x="330223" y="829529"/>
                  </a:lnTo>
                  <a:lnTo>
                    <a:pt x="358980" y="823713"/>
                  </a:lnTo>
                  <a:lnTo>
                    <a:pt x="359346" y="823616"/>
                  </a:lnTo>
                  <a:lnTo>
                    <a:pt x="381757" y="808498"/>
                  </a:lnTo>
                  <a:lnTo>
                    <a:pt x="383634" y="807064"/>
                  </a:lnTo>
                  <a:lnTo>
                    <a:pt x="396272" y="788330"/>
                  </a:lnTo>
                  <a:lnTo>
                    <a:pt x="399969" y="781938"/>
                  </a:lnTo>
                  <a:lnTo>
                    <a:pt x="404133" y="761347"/>
                  </a:lnTo>
                  <a:lnTo>
                    <a:pt x="405374" y="752219"/>
                  </a:lnTo>
                  <a:lnTo>
                    <a:pt x="401724" y="734192"/>
                  </a:lnTo>
                  <a:lnTo>
                    <a:pt x="398656" y="722645"/>
                  </a:lnTo>
                  <a:lnTo>
                    <a:pt x="383406" y="700058"/>
                  </a:lnTo>
                  <a:cubicBezTo>
                    <a:pt x="369657" y="686316"/>
                    <a:pt x="350681" y="677808"/>
                    <a:pt x="329770" y="677808"/>
                  </a:cubicBezTo>
                  <a:close/>
                  <a:moveTo>
                    <a:pt x="166654" y="595929"/>
                  </a:moveTo>
                  <a:lnTo>
                    <a:pt x="227643" y="719219"/>
                  </a:lnTo>
                  <a:lnTo>
                    <a:pt x="229249" y="711286"/>
                  </a:lnTo>
                  <a:cubicBezTo>
                    <a:pt x="245835" y="672138"/>
                    <a:pt x="284649" y="644606"/>
                    <a:pt x="329770" y="644606"/>
                  </a:cubicBezTo>
                  <a:lnTo>
                    <a:pt x="363884" y="651511"/>
                  </a:lnTo>
                  <a:lnTo>
                    <a:pt x="336382" y="595929"/>
                  </a:lnTo>
                  <a:close/>
                  <a:moveTo>
                    <a:pt x="217349" y="355362"/>
                  </a:moveTo>
                  <a:lnTo>
                    <a:pt x="167957" y="388435"/>
                  </a:lnTo>
                  <a:cubicBezTo>
                    <a:pt x="149837" y="400534"/>
                    <a:pt x="128954" y="406832"/>
                    <a:pt x="107574" y="406832"/>
                  </a:cubicBezTo>
                  <a:cubicBezTo>
                    <a:pt x="100392" y="406832"/>
                    <a:pt x="93210" y="406114"/>
                    <a:pt x="86029" y="404733"/>
                  </a:cubicBezTo>
                  <a:lnTo>
                    <a:pt x="68516" y="397543"/>
                  </a:lnTo>
                  <a:lnTo>
                    <a:pt x="145012" y="552181"/>
                  </a:lnTo>
                  <a:lnTo>
                    <a:pt x="162703" y="552181"/>
                  </a:lnTo>
                  <a:lnTo>
                    <a:pt x="314735" y="552181"/>
                  </a:lnTo>
                  <a:close/>
                  <a:moveTo>
                    <a:pt x="108679" y="231760"/>
                  </a:moveTo>
                  <a:cubicBezTo>
                    <a:pt x="97243" y="231760"/>
                    <a:pt x="85973" y="234357"/>
                    <a:pt x="75477" y="239494"/>
                  </a:cubicBezTo>
                  <a:cubicBezTo>
                    <a:pt x="57301" y="248389"/>
                    <a:pt x="43711" y="263913"/>
                    <a:pt x="37082" y="283193"/>
                  </a:cubicBezTo>
                  <a:cubicBezTo>
                    <a:pt x="33795" y="292833"/>
                    <a:pt x="32469" y="302819"/>
                    <a:pt x="33076" y="312660"/>
                  </a:cubicBezTo>
                  <a:lnTo>
                    <a:pt x="33705" y="315025"/>
                  </a:lnTo>
                  <a:lnTo>
                    <a:pt x="43987" y="340041"/>
                  </a:lnTo>
                  <a:cubicBezTo>
                    <a:pt x="67300" y="374901"/>
                    <a:pt x="114645" y="384237"/>
                    <a:pt x="149505" y="360924"/>
                  </a:cubicBezTo>
                  <a:lnTo>
                    <a:pt x="202531" y="325417"/>
                  </a:lnTo>
                  <a:lnTo>
                    <a:pt x="177238" y="274299"/>
                  </a:lnTo>
                  <a:cubicBezTo>
                    <a:pt x="168289" y="256123"/>
                    <a:pt x="152764" y="242478"/>
                    <a:pt x="133484" y="235904"/>
                  </a:cubicBezTo>
                  <a:cubicBezTo>
                    <a:pt x="125363" y="233142"/>
                    <a:pt x="116966" y="231760"/>
                    <a:pt x="108679" y="231760"/>
                  </a:cubicBezTo>
                  <a:close/>
                  <a:moveTo>
                    <a:pt x="286900" y="85850"/>
                  </a:moveTo>
                  <a:lnTo>
                    <a:pt x="115511" y="200614"/>
                  </a:lnTo>
                  <a:lnTo>
                    <a:pt x="144257" y="204524"/>
                  </a:lnTo>
                  <a:cubicBezTo>
                    <a:pt x="171935" y="213971"/>
                    <a:pt x="194198" y="233528"/>
                    <a:pt x="207015" y="259659"/>
                  </a:cubicBezTo>
                  <a:lnTo>
                    <a:pt x="230334" y="306799"/>
                  </a:lnTo>
                  <a:lnTo>
                    <a:pt x="370002" y="213277"/>
                  </a:lnTo>
                  <a:lnTo>
                    <a:pt x="363104" y="208982"/>
                  </a:lnTo>
                  <a:cubicBezTo>
                    <a:pt x="343812" y="196124"/>
                    <a:pt x="309618" y="169803"/>
                    <a:pt x="294412" y="136242"/>
                  </a:cubicBezTo>
                  <a:cubicBezTo>
                    <a:pt x="289081" y="124475"/>
                    <a:pt x="285991" y="112877"/>
                    <a:pt x="285081" y="101625"/>
                  </a:cubicBezTo>
                  <a:close/>
                  <a:moveTo>
                    <a:pt x="373951" y="34481"/>
                  </a:moveTo>
                  <a:lnTo>
                    <a:pt x="349122" y="44819"/>
                  </a:lnTo>
                  <a:lnTo>
                    <a:pt x="332003" y="59304"/>
                  </a:lnTo>
                  <a:cubicBezTo>
                    <a:pt x="316227" y="77434"/>
                    <a:pt x="313721" y="98648"/>
                    <a:pt x="324576" y="122596"/>
                  </a:cubicBezTo>
                  <a:cubicBezTo>
                    <a:pt x="341371" y="159666"/>
                    <a:pt x="392472" y="188338"/>
                    <a:pt x="392969" y="188614"/>
                  </a:cubicBezTo>
                  <a:lnTo>
                    <a:pt x="394350" y="189498"/>
                  </a:lnTo>
                  <a:lnTo>
                    <a:pt x="399844" y="193294"/>
                  </a:lnTo>
                  <a:lnTo>
                    <a:pt x="431254" y="172262"/>
                  </a:lnTo>
                  <a:cubicBezTo>
                    <a:pt x="466114" y="148948"/>
                    <a:pt x="475450" y="101603"/>
                    <a:pt x="452137" y="66743"/>
                  </a:cubicBezTo>
                  <a:cubicBezTo>
                    <a:pt x="440867" y="49949"/>
                    <a:pt x="423686" y="38514"/>
                    <a:pt x="403687" y="34536"/>
                  </a:cubicBezTo>
                  <a:cubicBezTo>
                    <a:pt x="393688" y="32547"/>
                    <a:pt x="383619" y="32561"/>
                    <a:pt x="373951" y="34481"/>
                  </a:cubicBezTo>
                  <a:close/>
                  <a:moveTo>
                    <a:pt x="367488" y="2072"/>
                  </a:moveTo>
                  <a:cubicBezTo>
                    <a:pt x="381368" y="-683"/>
                    <a:pt x="395815" y="-711"/>
                    <a:pt x="410151" y="2107"/>
                  </a:cubicBezTo>
                  <a:cubicBezTo>
                    <a:pt x="424487" y="4952"/>
                    <a:pt x="437828" y="10477"/>
                    <a:pt x="449609" y="18308"/>
                  </a:cubicBezTo>
                  <a:lnTo>
                    <a:pt x="470125" y="38785"/>
                  </a:lnTo>
                  <a:lnTo>
                    <a:pt x="471459" y="37505"/>
                  </a:lnTo>
                  <a:lnTo>
                    <a:pt x="802833" y="382806"/>
                  </a:lnTo>
                  <a:lnTo>
                    <a:pt x="778957" y="405719"/>
                  </a:lnTo>
                  <a:lnTo>
                    <a:pt x="496098" y="110972"/>
                  </a:lnTo>
                  <a:lnTo>
                    <a:pt x="496029" y="130255"/>
                  </a:lnTo>
                  <a:cubicBezTo>
                    <a:pt x="490601" y="157677"/>
                    <a:pt x="474732" y="183034"/>
                    <a:pt x="449706" y="199773"/>
                  </a:cubicBezTo>
                  <a:lnTo>
                    <a:pt x="429145" y="213541"/>
                  </a:lnTo>
                  <a:lnTo>
                    <a:pt x="683448" y="389264"/>
                  </a:lnTo>
                  <a:lnTo>
                    <a:pt x="664664" y="416500"/>
                  </a:lnTo>
                  <a:lnTo>
                    <a:pt x="399611" y="233318"/>
                  </a:lnTo>
                  <a:lnTo>
                    <a:pt x="245149" y="336747"/>
                  </a:lnTo>
                  <a:lnTo>
                    <a:pt x="351720" y="552181"/>
                  </a:lnTo>
                  <a:lnTo>
                    <a:pt x="438995" y="552181"/>
                  </a:lnTo>
                  <a:lnTo>
                    <a:pt x="438995" y="595929"/>
                  </a:lnTo>
                  <a:lnTo>
                    <a:pt x="373361" y="595929"/>
                  </a:lnTo>
                  <a:lnTo>
                    <a:pt x="427885" y="706149"/>
                  </a:lnTo>
                  <a:lnTo>
                    <a:pt x="428575" y="708743"/>
                  </a:lnTo>
                  <a:lnTo>
                    <a:pt x="430291" y="711286"/>
                  </a:lnTo>
                  <a:lnTo>
                    <a:pt x="433592" y="727594"/>
                  </a:lnTo>
                  <a:lnTo>
                    <a:pt x="438831" y="747279"/>
                  </a:lnTo>
                  <a:lnTo>
                    <a:pt x="438326" y="750985"/>
                  </a:lnTo>
                  <a:lnTo>
                    <a:pt x="438879" y="753715"/>
                  </a:lnTo>
                  <a:lnTo>
                    <a:pt x="436062" y="767632"/>
                  </a:lnTo>
                  <a:lnTo>
                    <a:pt x="433078" y="789569"/>
                  </a:lnTo>
                  <a:lnTo>
                    <a:pt x="430834" y="793460"/>
                  </a:lnTo>
                  <a:lnTo>
                    <a:pt x="430291" y="796143"/>
                  </a:lnTo>
                  <a:lnTo>
                    <a:pt x="423380" y="806385"/>
                  </a:lnTo>
                  <a:lnTo>
                    <a:pt x="411767" y="826521"/>
                  </a:lnTo>
                  <a:lnTo>
                    <a:pt x="407697" y="829627"/>
                  </a:lnTo>
                  <a:lnTo>
                    <a:pt x="406885" y="830829"/>
                  </a:lnTo>
                  <a:lnTo>
                    <a:pt x="400267" y="835295"/>
                  </a:lnTo>
                  <a:lnTo>
                    <a:pt x="377943" y="852327"/>
                  </a:lnTo>
                  <a:lnTo>
                    <a:pt x="373497" y="853359"/>
                  </a:lnTo>
                  <a:lnTo>
                    <a:pt x="372199" y="854235"/>
                  </a:lnTo>
                  <a:lnTo>
                    <a:pt x="352852" y="858151"/>
                  </a:lnTo>
                  <a:lnTo>
                    <a:pt x="330101" y="863431"/>
                  </a:lnTo>
                  <a:cubicBezTo>
                    <a:pt x="318168" y="863431"/>
                    <a:pt x="306180" y="861443"/>
                    <a:pt x="294524" y="857465"/>
                  </a:cubicBezTo>
                  <a:lnTo>
                    <a:pt x="289779" y="854728"/>
                  </a:lnTo>
                  <a:lnTo>
                    <a:pt x="287341" y="854235"/>
                  </a:lnTo>
                  <a:lnTo>
                    <a:pt x="278035" y="847956"/>
                  </a:lnTo>
                  <a:lnTo>
                    <a:pt x="257572" y="836154"/>
                  </a:lnTo>
                  <a:lnTo>
                    <a:pt x="254415" y="832017"/>
                  </a:lnTo>
                  <a:lnTo>
                    <a:pt x="252655" y="830829"/>
                  </a:lnTo>
                  <a:lnTo>
                    <a:pt x="246118" y="821142"/>
                  </a:lnTo>
                  <a:lnTo>
                    <a:pt x="231765" y="802330"/>
                  </a:lnTo>
                  <a:lnTo>
                    <a:pt x="162703" y="662703"/>
                  </a:lnTo>
                  <a:lnTo>
                    <a:pt x="162703" y="929068"/>
                  </a:lnTo>
                  <a:lnTo>
                    <a:pt x="495844" y="929068"/>
                  </a:lnTo>
                  <a:lnTo>
                    <a:pt x="495844" y="652776"/>
                  </a:lnTo>
                  <a:lnTo>
                    <a:pt x="539592" y="652776"/>
                  </a:lnTo>
                  <a:lnTo>
                    <a:pt x="539592" y="929068"/>
                  </a:lnTo>
                  <a:lnTo>
                    <a:pt x="539592" y="972816"/>
                  </a:lnTo>
                  <a:lnTo>
                    <a:pt x="495844" y="972816"/>
                  </a:lnTo>
                  <a:lnTo>
                    <a:pt x="162703" y="972816"/>
                  </a:lnTo>
                  <a:lnTo>
                    <a:pt x="162703" y="972817"/>
                  </a:lnTo>
                  <a:lnTo>
                    <a:pt x="118955" y="972817"/>
                  </a:lnTo>
                  <a:lnTo>
                    <a:pt x="118955" y="972816"/>
                  </a:lnTo>
                  <a:lnTo>
                    <a:pt x="118955" y="929068"/>
                  </a:lnTo>
                  <a:lnTo>
                    <a:pt x="118955" y="595929"/>
                  </a:lnTo>
                  <a:lnTo>
                    <a:pt x="118955" y="574255"/>
                  </a:lnTo>
                  <a:lnTo>
                    <a:pt x="10951" y="355896"/>
                  </a:lnTo>
                  <a:lnTo>
                    <a:pt x="2789" y="325227"/>
                  </a:lnTo>
                  <a:lnTo>
                    <a:pt x="0" y="318448"/>
                  </a:lnTo>
                  <a:lnTo>
                    <a:pt x="13" y="314796"/>
                  </a:lnTo>
                  <a:lnTo>
                    <a:pt x="5" y="314766"/>
                  </a:lnTo>
                  <a:lnTo>
                    <a:pt x="14" y="314704"/>
                  </a:lnTo>
                  <a:lnTo>
                    <a:pt x="150" y="276585"/>
                  </a:lnTo>
                  <a:cubicBezTo>
                    <a:pt x="5578" y="249163"/>
                    <a:pt x="21447" y="223805"/>
                    <a:pt x="46473" y="207066"/>
                  </a:cubicBezTo>
                  <a:lnTo>
                    <a:pt x="328223" y="18404"/>
                  </a:lnTo>
                  <a:lnTo>
                    <a:pt x="330939" y="17275"/>
                  </a:lnTo>
                  <a:lnTo>
                    <a:pt x="334134" y="14482"/>
                  </a:lnTo>
                  <a:lnTo>
                    <a:pt x="334884" y="15634"/>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494" name="Freeform: Shape 2493">
              <a:extLst>
                <a:ext uri="{FF2B5EF4-FFF2-40B4-BE49-F238E27FC236}">
                  <a16:creationId xmlns:a16="http://schemas.microsoft.com/office/drawing/2014/main" id="{92E64588-C2C9-8355-556E-F63FA5C2389A}"/>
                </a:ext>
                <a:ext uri="{C183D7F6-B498-43B3-948B-1728B52AA6E4}">
                  <adec:decorative xmlns:adec="http://schemas.microsoft.com/office/drawing/2017/decorative" val="1"/>
                </a:ext>
              </a:extLst>
            </p:cNvPr>
            <p:cNvSpPr/>
            <p:nvPr/>
          </p:nvSpPr>
          <p:spPr>
            <a:xfrm>
              <a:off x="2799791" y="5215024"/>
              <a:ext cx="163079" cy="122835"/>
            </a:xfrm>
            <a:custGeom>
              <a:avLst/>
              <a:gdLst>
                <a:gd name="connsiteX0" fmla="*/ 0 w 346994"/>
                <a:gd name="connsiteY0" fmla="*/ 185899 h 261364"/>
                <a:gd name="connsiteX1" fmla="*/ 75465 w 346994"/>
                <a:gd name="connsiteY1" fmla="*/ 185899 h 261364"/>
                <a:gd name="connsiteX2" fmla="*/ 75465 w 346994"/>
                <a:gd name="connsiteY2" fmla="*/ 261364 h 261364"/>
                <a:gd name="connsiteX3" fmla="*/ 0 w 346994"/>
                <a:gd name="connsiteY3" fmla="*/ 261364 h 261364"/>
                <a:gd name="connsiteX4" fmla="*/ 253519 w 346994"/>
                <a:gd name="connsiteY4" fmla="*/ 33092 h 261364"/>
                <a:gd name="connsiteX5" fmla="*/ 193137 w 346994"/>
                <a:gd name="connsiteY5" fmla="*/ 93474 h 261364"/>
                <a:gd name="connsiteX6" fmla="*/ 193137 w 346994"/>
                <a:gd name="connsiteY6" fmla="*/ 156730 h 261364"/>
                <a:gd name="connsiteX7" fmla="*/ 313902 w 346994"/>
                <a:gd name="connsiteY7" fmla="*/ 156730 h 261364"/>
                <a:gd name="connsiteX8" fmla="*/ 313902 w 346994"/>
                <a:gd name="connsiteY8" fmla="*/ 93474 h 261364"/>
                <a:gd name="connsiteX9" fmla="*/ 253519 w 346994"/>
                <a:gd name="connsiteY9" fmla="*/ 33092 h 261364"/>
                <a:gd name="connsiteX10" fmla="*/ 253519 w 346994"/>
                <a:gd name="connsiteY10" fmla="*/ 0 h 261364"/>
                <a:gd name="connsiteX11" fmla="*/ 346994 w 346994"/>
                <a:gd name="connsiteY11" fmla="*/ 93474 h 261364"/>
                <a:gd name="connsiteX12" fmla="*/ 346994 w 346994"/>
                <a:gd name="connsiteY12" fmla="*/ 189822 h 261364"/>
                <a:gd name="connsiteX13" fmla="*/ 279484 w 346994"/>
                <a:gd name="connsiteY13" fmla="*/ 189822 h 261364"/>
                <a:gd name="connsiteX14" fmla="*/ 279484 w 346994"/>
                <a:gd name="connsiteY14" fmla="*/ 243687 h 261364"/>
                <a:gd name="connsiteX15" fmla="*/ 238106 w 346994"/>
                <a:gd name="connsiteY15" fmla="*/ 243687 h 261364"/>
                <a:gd name="connsiteX16" fmla="*/ 238106 w 346994"/>
                <a:gd name="connsiteY16" fmla="*/ 189822 h 261364"/>
                <a:gd name="connsiteX17" fmla="*/ 160045 w 346994"/>
                <a:gd name="connsiteY17" fmla="*/ 189822 h 261364"/>
                <a:gd name="connsiteX18" fmla="*/ 160045 w 346994"/>
                <a:gd name="connsiteY18" fmla="*/ 93474 h 261364"/>
                <a:gd name="connsiteX19" fmla="*/ 253519 w 346994"/>
                <a:gd name="connsiteY19" fmla="*/ 0 h 26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994" h="261364">
                  <a:moveTo>
                    <a:pt x="0" y="185899"/>
                  </a:moveTo>
                  <a:lnTo>
                    <a:pt x="75465" y="185899"/>
                  </a:lnTo>
                  <a:lnTo>
                    <a:pt x="75465" y="261364"/>
                  </a:lnTo>
                  <a:lnTo>
                    <a:pt x="0" y="261364"/>
                  </a:lnTo>
                  <a:close/>
                  <a:moveTo>
                    <a:pt x="253519" y="33092"/>
                  </a:moveTo>
                  <a:cubicBezTo>
                    <a:pt x="220207" y="33092"/>
                    <a:pt x="193137" y="60162"/>
                    <a:pt x="193137" y="93474"/>
                  </a:cubicBezTo>
                  <a:lnTo>
                    <a:pt x="193137" y="156730"/>
                  </a:lnTo>
                  <a:lnTo>
                    <a:pt x="313902" y="156730"/>
                  </a:lnTo>
                  <a:lnTo>
                    <a:pt x="313902" y="93474"/>
                  </a:lnTo>
                  <a:cubicBezTo>
                    <a:pt x="313902" y="60162"/>
                    <a:pt x="286832" y="33092"/>
                    <a:pt x="253519" y="33092"/>
                  </a:cubicBezTo>
                  <a:close/>
                  <a:moveTo>
                    <a:pt x="253519" y="0"/>
                  </a:moveTo>
                  <a:cubicBezTo>
                    <a:pt x="305063" y="0"/>
                    <a:pt x="346994" y="41931"/>
                    <a:pt x="346994" y="93474"/>
                  </a:cubicBezTo>
                  <a:lnTo>
                    <a:pt x="346994" y="189822"/>
                  </a:lnTo>
                  <a:lnTo>
                    <a:pt x="279484" y="189822"/>
                  </a:lnTo>
                  <a:lnTo>
                    <a:pt x="279484" y="243687"/>
                  </a:lnTo>
                  <a:lnTo>
                    <a:pt x="238106" y="243687"/>
                  </a:lnTo>
                  <a:lnTo>
                    <a:pt x="238106" y="189822"/>
                  </a:lnTo>
                  <a:lnTo>
                    <a:pt x="160045" y="189822"/>
                  </a:lnTo>
                  <a:lnTo>
                    <a:pt x="160045" y="93474"/>
                  </a:lnTo>
                  <a:cubicBezTo>
                    <a:pt x="160045" y="41931"/>
                    <a:pt x="201976" y="0"/>
                    <a:pt x="253519" y="0"/>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141" name="Group 140">
            <a:extLst>
              <a:ext uri="{FF2B5EF4-FFF2-40B4-BE49-F238E27FC236}">
                <a16:creationId xmlns:a16="http://schemas.microsoft.com/office/drawing/2014/main" id="{76A06F44-106C-8B44-7B31-1CA9A1ED91A5}"/>
              </a:ext>
              <a:ext uri="{C183D7F6-B498-43B3-948B-1728B52AA6E4}">
                <adec:decorative xmlns:adec="http://schemas.microsoft.com/office/drawing/2017/decorative" val="1"/>
              </a:ext>
            </a:extLst>
          </p:cNvPr>
          <p:cNvGrpSpPr>
            <a:grpSpLocks noChangeAspect="1"/>
          </p:cNvGrpSpPr>
          <p:nvPr/>
        </p:nvGrpSpPr>
        <p:grpSpPr>
          <a:xfrm>
            <a:off x="3873338" y="5118107"/>
            <a:ext cx="413556" cy="320040"/>
            <a:chOff x="3692253" y="5118107"/>
            <a:chExt cx="413556" cy="320040"/>
          </a:xfrm>
          <a:solidFill>
            <a:srgbClr val="FF0000"/>
          </a:solidFill>
        </p:grpSpPr>
        <p:sp>
          <p:nvSpPr>
            <p:cNvPr id="2499" name="Freeform: Shape 2498">
              <a:extLst>
                <a:ext uri="{FF2B5EF4-FFF2-40B4-BE49-F238E27FC236}">
                  <a16:creationId xmlns:a16="http://schemas.microsoft.com/office/drawing/2014/main" id="{1A83FE28-6242-F5AF-18CE-296FD411AD90}"/>
                </a:ext>
                <a:ext uri="{C183D7F6-B498-43B3-948B-1728B52AA6E4}">
                  <adec:decorative xmlns:adec="http://schemas.microsoft.com/office/drawing/2017/decorative" val="1"/>
                </a:ext>
              </a:extLst>
            </p:cNvPr>
            <p:cNvSpPr/>
            <p:nvPr/>
          </p:nvSpPr>
          <p:spPr>
            <a:xfrm>
              <a:off x="3692253" y="5118107"/>
              <a:ext cx="413556" cy="320040"/>
            </a:xfrm>
            <a:custGeom>
              <a:avLst/>
              <a:gdLst>
                <a:gd name="connsiteX0" fmla="*/ 169243 w 886048"/>
                <a:gd name="connsiteY0" fmla="*/ 421368 h 685689"/>
                <a:gd name="connsiteX1" fmla="*/ 169243 w 886048"/>
                <a:gd name="connsiteY1" fmla="*/ 465336 h 685689"/>
                <a:gd name="connsiteX2" fmla="*/ 716793 w 886048"/>
                <a:gd name="connsiteY2" fmla="*/ 465336 h 685689"/>
                <a:gd name="connsiteX3" fmla="*/ 716793 w 886048"/>
                <a:gd name="connsiteY3" fmla="*/ 421368 h 685689"/>
                <a:gd name="connsiteX4" fmla="*/ 147074 w 886048"/>
                <a:gd name="connsiteY4" fmla="*/ 399199 h 685689"/>
                <a:gd name="connsiteX5" fmla="*/ 738962 w 886048"/>
                <a:gd name="connsiteY5" fmla="*/ 399199 h 685689"/>
                <a:gd name="connsiteX6" fmla="*/ 738962 w 886048"/>
                <a:gd name="connsiteY6" fmla="*/ 487505 h 685689"/>
                <a:gd name="connsiteX7" fmla="*/ 147074 w 886048"/>
                <a:gd name="connsiteY7" fmla="*/ 487505 h 685689"/>
                <a:gd name="connsiteX8" fmla="*/ 169243 w 886048"/>
                <a:gd name="connsiteY8" fmla="*/ 299113 h 685689"/>
                <a:gd name="connsiteX9" fmla="*/ 169243 w 886048"/>
                <a:gd name="connsiteY9" fmla="*/ 343081 h 685689"/>
                <a:gd name="connsiteX10" fmla="*/ 716793 w 886048"/>
                <a:gd name="connsiteY10" fmla="*/ 343081 h 685689"/>
                <a:gd name="connsiteX11" fmla="*/ 716793 w 886048"/>
                <a:gd name="connsiteY11" fmla="*/ 299113 h 685689"/>
                <a:gd name="connsiteX12" fmla="*/ 147074 w 886048"/>
                <a:gd name="connsiteY12" fmla="*/ 276944 h 685689"/>
                <a:gd name="connsiteX13" fmla="*/ 738962 w 886048"/>
                <a:gd name="connsiteY13" fmla="*/ 276944 h 685689"/>
                <a:gd name="connsiteX14" fmla="*/ 738962 w 886048"/>
                <a:gd name="connsiteY14" fmla="*/ 365250 h 685689"/>
                <a:gd name="connsiteX15" fmla="*/ 147074 w 886048"/>
                <a:gd name="connsiteY15" fmla="*/ 365250 h 685689"/>
                <a:gd name="connsiteX16" fmla="*/ 55650 w 886048"/>
                <a:gd name="connsiteY16" fmla="*/ 273958 h 685689"/>
                <a:gd name="connsiteX17" fmla="*/ 24085 w 886048"/>
                <a:gd name="connsiteY17" fmla="*/ 291407 h 685689"/>
                <a:gd name="connsiteX18" fmla="*/ 24085 w 886048"/>
                <a:gd name="connsiteY18" fmla="*/ 382899 h 685689"/>
                <a:gd name="connsiteX19" fmla="*/ 55650 w 886048"/>
                <a:gd name="connsiteY19" fmla="*/ 400349 h 685689"/>
                <a:gd name="connsiteX20" fmla="*/ 830397 w 886048"/>
                <a:gd name="connsiteY20" fmla="*/ 273957 h 685689"/>
                <a:gd name="connsiteX21" fmla="*/ 830397 w 886048"/>
                <a:gd name="connsiteY21" fmla="*/ 400349 h 685689"/>
                <a:gd name="connsiteX22" fmla="*/ 861963 w 886048"/>
                <a:gd name="connsiteY22" fmla="*/ 382899 h 685689"/>
                <a:gd name="connsiteX23" fmla="*/ 861963 w 886048"/>
                <a:gd name="connsiteY23" fmla="*/ 291407 h 685689"/>
                <a:gd name="connsiteX24" fmla="*/ 67093 w 886048"/>
                <a:gd name="connsiteY24" fmla="*/ 155077 h 685689"/>
                <a:gd name="connsiteX25" fmla="*/ 67093 w 886048"/>
                <a:gd name="connsiteY25" fmla="*/ 177708 h 685689"/>
                <a:gd name="connsiteX26" fmla="*/ 376741 w 886048"/>
                <a:gd name="connsiteY26" fmla="*/ 177708 h 685689"/>
                <a:gd name="connsiteX27" fmla="*/ 376741 w 886048"/>
                <a:gd name="connsiteY27" fmla="*/ 221639 h 685689"/>
                <a:gd name="connsiteX28" fmla="*/ 99475 w 886048"/>
                <a:gd name="connsiteY28" fmla="*/ 221639 h 685689"/>
                <a:gd name="connsiteX29" fmla="*/ 99475 w 886048"/>
                <a:gd name="connsiteY29" fmla="*/ 553210 h 685689"/>
                <a:gd name="connsiteX30" fmla="*/ 786572 w 886048"/>
                <a:gd name="connsiteY30" fmla="*/ 553210 h 685689"/>
                <a:gd name="connsiteX31" fmla="*/ 786572 w 886048"/>
                <a:gd name="connsiteY31" fmla="*/ 221639 h 685689"/>
                <a:gd name="connsiteX32" fmla="*/ 509306 w 886048"/>
                <a:gd name="connsiteY32" fmla="*/ 221639 h 685689"/>
                <a:gd name="connsiteX33" fmla="*/ 509306 w 886048"/>
                <a:gd name="connsiteY33" fmla="*/ 177708 h 685689"/>
                <a:gd name="connsiteX34" fmla="*/ 818956 w 886048"/>
                <a:gd name="connsiteY34" fmla="*/ 177708 h 685689"/>
                <a:gd name="connsiteX35" fmla="*/ 818956 w 886048"/>
                <a:gd name="connsiteY35" fmla="*/ 155077 h 685689"/>
                <a:gd name="connsiteX36" fmla="*/ 738314 w 886048"/>
                <a:gd name="connsiteY36" fmla="*/ 44850 h 685689"/>
                <a:gd name="connsiteX37" fmla="*/ 705421 w 886048"/>
                <a:gd name="connsiteY37" fmla="*/ 111146 h 685689"/>
                <a:gd name="connsiteX38" fmla="*/ 779981 w 886048"/>
                <a:gd name="connsiteY38" fmla="*/ 111146 h 685689"/>
                <a:gd name="connsiteX39" fmla="*/ 747088 w 886048"/>
                <a:gd name="connsiteY39" fmla="*/ 44850 h 685689"/>
                <a:gd name="connsiteX40" fmla="*/ 678650 w 886048"/>
                <a:gd name="connsiteY40" fmla="*/ 44850 h 685689"/>
                <a:gd name="connsiteX41" fmla="*/ 645757 w 886048"/>
                <a:gd name="connsiteY41" fmla="*/ 111146 h 685689"/>
                <a:gd name="connsiteX42" fmla="*/ 680161 w 886048"/>
                <a:gd name="connsiteY42" fmla="*/ 111146 h 685689"/>
                <a:gd name="connsiteX43" fmla="*/ 713054 w 886048"/>
                <a:gd name="connsiteY43" fmla="*/ 44850 h 685689"/>
                <a:gd name="connsiteX44" fmla="*/ 618985 w 886048"/>
                <a:gd name="connsiteY44" fmla="*/ 44850 h 685689"/>
                <a:gd name="connsiteX45" fmla="*/ 586092 w 886048"/>
                <a:gd name="connsiteY45" fmla="*/ 111146 h 685689"/>
                <a:gd name="connsiteX46" fmla="*/ 620497 w 886048"/>
                <a:gd name="connsiteY46" fmla="*/ 111146 h 685689"/>
                <a:gd name="connsiteX47" fmla="*/ 653390 w 886048"/>
                <a:gd name="connsiteY47" fmla="*/ 44850 h 685689"/>
                <a:gd name="connsiteX48" fmla="*/ 559320 w 886048"/>
                <a:gd name="connsiteY48" fmla="*/ 44850 h 685689"/>
                <a:gd name="connsiteX49" fmla="*/ 526428 w 886048"/>
                <a:gd name="connsiteY49" fmla="*/ 111146 h 685689"/>
                <a:gd name="connsiteX50" fmla="*/ 560832 w 886048"/>
                <a:gd name="connsiteY50" fmla="*/ 111146 h 685689"/>
                <a:gd name="connsiteX51" fmla="*/ 593725 w 886048"/>
                <a:gd name="connsiteY51" fmla="*/ 44850 h 685689"/>
                <a:gd name="connsiteX52" fmla="*/ 499657 w 886048"/>
                <a:gd name="connsiteY52" fmla="*/ 44850 h 685689"/>
                <a:gd name="connsiteX53" fmla="*/ 466763 w 886048"/>
                <a:gd name="connsiteY53" fmla="*/ 111146 h 685689"/>
                <a:gd name="connsiteX54" fmla="*/ 501168 w 886048"/>
                <a:gd name="connsiteY54" fmla="*/ 111146 h 685689"/>
                <a:gd name="connsiteX55" fmla="*/ 534060 w 886048"/>
                <a:gd name="connsiteY55" fmla="*/ 44850 h 685689"/>
                <a:gd name="connsiteX56" fmla="*/ 439992 w 886048"/>
                <a:gd name="connsiteY56" fmla="*/ 44850 h 685689"/>
                <a:gd name="connsiteX57" fmla="*/ 407099 w 886048"/>
                <a:gd name="connsiteY57" fmla="*/ 111146 h 685689"/>
                <a:gd name="connsiteX58" fmla="*/ 441503 w 886048"/>
                <a:gd name="connsiteY58" fmla="*/ 111146 h 685689"/>
                <a:gd name="connsiteX59" fmla="*/ 474397 w 886048"/>
                <a:gd name="connsiteY59" fmla="*/ 44850 h 685689"/>
                <a:gd name="connsiteX60" fmla="*/ 380328 w 886048"/>
                <a:gd name="connsiteY60" fmla="*/ 44850 h 685689"/>
                <a:gd name="connsiteX61" fmla="*/ 347435 w 886048"/>
                <a:gd name="connsiteY61" fmla="*/ 111146 h 685689"/>
                <a:gd name="connsiteX62" fmla="*/ 381839 w 886048"/>
                <a:gd name="connsiteY62" fmla="*/ 111146 h 685689"/>
                <a:gd name="connsiteX63" fmla="*/ 414732 w 886048"/>
                <a:gd name="connsiteY63" fmla="*/ 44850 h 685689"/>
                <a:gd name="connsiteX64" fmla="*/ 320662 w 886048"/>
                <a:gd name="connsiteY64" fmla="*/ 44850 h 685689"/>
                <a:gd name="connsiteX65" fmla="*/ 287770 w 886048"/>
                <a:gd name="connsiteY65" fmla="*/ 111146 h 685689"/>
                <a:gd name="connsiteX66" fmla="*/ 322175 w 886048"/>
                <a:gd name="connsiteY66" fmla="*/ 111146 h 685689"/>
                <a:gd name="connsiteX67" fmla="*/ 355068 w 886048"/>
                <a:gd name="connsiteY67" fmla="*/ 44850 h 685689"/>
                <a:gd name="connsiteX68" fmla="*/ 260999 w 886048"/>
                <a:gd name="connsiteY68" fmla="*/ 44850 h 685689"/>
                <a:gd name="connsiteX69" fmla="*/ 228105 w 886048"/>
                <a:gd name="connsiteY69" fmla="*/ 111146 h 685689"/>
                <a:gd name="connsiteX70" fmla="*/ 262510 w 886048"/>
                <a:gd name="connsiteY70" fmla="*/ 111146 h 685689"/>
                <a:gd name="connsiteX71" fmla="*/ 295402 w 886048"/>
                <a:gd name="connsiteY71" fmla="*/ 44850 h 685689"/>
                <a:gd name="connsiteX72" fmla="*/ 201335 w 886048"/>
                <a:gd name="connsiteY72" fmla="*/ 44850 h 685689"/>
                <a:gd name="connsiteX73" fmla="*/ 168442 w 886048"/>
                <a:gd name="connsiteY73" fmla="*/ 111146 h 685689"/>
                <a:gd name="connsiteX74" fmla="*/ 202845 w 886048"/>
                <a:gd name="connsiteY74" fmla="*/ 111146 h 685689"/>
                <a:gd name="connsiteX75" fmla="*/ 235739 w 886048"/>
                <a:gd name="connsiteY75" fmla="*/ 44850 h 685689"/>
                <a:gd name="connsiteX76" fmla="*/ 138520 w 886048"/>
                <a:gd name="connsiteY76" fmla="*/ 44850 h 685689"/>
                <a:gd name="connsiteX77" fmla="*/ 105626 w 886048"/>
                <a:gd name="connsiteY77" fmla="*/ 111146 h 685689"/>
                <a:gd name="connsiteX78" fmla="*/ 143182 w 886048"/>
                <a:gd name="connsiteY78" fmla="*/ 111146 h 685689"/>
                <a:gd name="connsiteX79" fmla="*/ 176075 w 886048"/>
                <a:gd name="connsiteY79" fmla="*/ 44850 h 685689"/>
                <a:gd name="connsiteX80" fmla="*/ 111533 w 886048"/>
                <a:gd name="connsiteY80" fmla="*/ 0 h 685689"/>
                <a:gd name="connsiteX81" fmla="*/ 113026 w 886048"/>
                <a:gd name="connsiteY81" fmla="*/ 741 h 685689"/>
                <a:gd name="connsiteX82" fmla="*/ 772581 w 886048"/>
                <a:gd name="connsiteY82" fmla="*/ 741 h 685689"/>
                <a:gd name="connsiteX83" fmla="*/ 774074 w 886048"/>
                <a:gd name="connsiteY83" fmla="*/ 0 h 685689"/>
                <a:gd name="connsiteX84" fmla="*/ 774442 w 886048"/>
                <a:gd name="connsiteY84" fmla="*/ 741 h 685689"/>
                <a:gd name="connsiteX85" fmla="*/ 774489 w 886048"/>
                <a:gd name="connsiteY85" fmla="*/ 741 h 685689"/>
                <a:gd name="connsiteX86" fmla="*/ 774489 w 886048"/>
                <a:gd name="connsiteY86" fmla="*/ 837 h 685689"/>
                <a:gd name="connsiteX87" fmla="*/ 829098 w 886048"/>
                <a:gd name="connsiteY87" fmla="*/ 110897 h 685689"/>
                <a:gd name="connsiteX88" fmla="*/ 828596 w 886048"/>
                <a:gd name="connsiteY88" fmla="*/ 111146 h 685689"/>
                <a:gd name="connsiteX89" fmla="*/ 862887 w 886048"/>
                <a:gd name="connsiteY89" fmla="*/ 111146 h 685689"/>
                <a:gd name="connsiteX90" fmla="*/ 862887 w 886048"/>
                <a:gd name="connsiteY90" fmla="*/ 221639 h 685689"/>
                <a:gd name="connsiteX91" fmla="*/ 830397 w 886048"/>
                <a:gd name="connsiteY91" fmla="*/ 221639 h 685689"/>
                <a:gd name="connsiteX92" fmla="*/ 830397 w 886048"/>
                <a:gd name="connsiteY92" fmla="*/ 241716 h 685689"/>
                <a:gd name="connsiteX93" fmla="*/ 886048 w 886048"/>
                <a:gd name="connsiteY93" fmla="*/ 272481 h 685689"/>
                <a:gd name="connsiteX94" fmla="*/ 886048 w 886048"/>
                <a:gd name="connsiteY94" fmla="*/ 401825 h 685689"/>
                <a:gd name="connsiteX95" fmla="*/ 830397 w 886048"/>
                <a:gd name="connsiteY95" fmla="*/ 432590 h 685689"/>
                <a:gd name="connsiteX96" fmla="*/ 830397 w 886048"/>
                <a:gd name="connsiteY96" fmla="*/ 597319 h 685689"/>
                <a:gd name="connsiteX97" fmla="*/ 808298 w 886048"/>
                <a:gd name="connsiteY97" fmla="*/ 597319 h 685689"/>
                <a:gd name="connsiteX98" fmla="*/ 786572 w 886048"/>
                <a:gd name="connsiteY98" fmla="*/ 597319 h 685689"/>
                <a:gd name="connsiteX99" fmla="*/ 775011 w 886048"/>
                <a:gd name="connsiteY99" fmla="*/ 597319 h 685689"/>
                <a:gd name="connsiteX100" fmla="*/ 775011 w 886048"/>
                <a:gd name="connsiteY100" fmla="*/ 612529 h 685689"/>
                <a:gd name="connsiteX101" fmla="*/ 784923 w 886048"/>
                <a:gd name="connsiteY101" fmla="*/ 616635 h 685689"/>
                <a:gd name="connsiteX102" fmla="*/ 796771 w 886048"/>
                <a:gd name="connsiteY102" fmla="*/ 645238 h 685689"/>
                <a:gd name="connsiteX103" fmla="*/ 756320 w 886048"/>
                <a:gd name="connsiteY103" fmla="*/ 685689 h 685689"/>
                <a:gd name="connsiteX104" fmla="*/ 715869 w 886048"/>
                <a:gd name="connsiteY104" fmla="*/ 645238 h 685689"/>
                <a:gd name="connsiteX105" fmla="*/ 721100 w 886048"/>
                <a:gd name="connsiteY105" fmla="*/ 632611 h 685689"/>
                <a:gd name="connsiteX106" fmla="*/ 685808 w 886048"/>
                <a:gd name="connsiteY106" fmla="*/ 597319 h 685689"/>
                <a:gd name="connsiteX107" fmla="*/ 200238 w 886048"/>
                <a:gd name="connsiteY107" fmla="*/ 597319 h 685689"/>
                <a:gd name="connsiteX108" fmla="*/ 165222 w 886048"/>
                <a:gd name="connsiteY108" fmla="*/ 632335 h 685689"/>
                <a:gd name="connsiteX109" fmla="*/ 170567 w 886048"/>
                <a:gd name="connsiteY109" fmla="*/ 645238 h 685689"/>
                <a:gd name="connsiteX110" fmla="*/ 130116 w 886048"/>
                <a:gd name="connsiteY110" fmla="*/ 685689 h 685689"/>
                <a:gd name="connsiteX111" fmla="*/ 89665 w 886048"/>
                <a:gd name="connsiteY111" fmla="*/ 645238 h 685689"/>
                <a:gd name="connsiteX112" fmla="*/ 101513 w 886048"/>
                <a:gd name="connsiteY112" fmla="*/ 616635 h 685689"/>
                <a:gd name="connsiteX113" fmla="*/ 111035 w 886048"/>
                <a:gd name="connsiteY113" fmla="*/ 612691 h 685689"/>
                <a:gd name="connsiteX114" fmla="*/ 111035 w 886048"/>
                <a:gd name="connsiteY114" fmla="*/ 597319 h 685689"/>
                <a:gd name="connsiteX115" fmla="*/ 99475 w 886048"/>
                <a:gd name="connsiteY115" fmla="*/ 597319 h 685689"/>
                <a:gd name="connsiteX116" fmla="*/ 77737 w 886048"/>
                <a:gd name="connsiteY116" fmla="*/ 597319 h 685689"/>
                <a:gd name="connsiteX117" fmla="*/ 55650 w 886048"/>
                <a:gd name="connsiteY117" fmla="*/ 597319 h 685689"/>
                <a:gd name="connsiteX118" fmla="*/ 55650 w 886048"/>
                <a:gd name="connsiteY118" fmla="*/ 432589 h 685689"/>
                <a:gd name="connsiteX119" fmla="*/ 0 w 886048"/>
                <a:gd name="connsiteY119" fmla="*/ 401825 h 685689"/>
                <a:gd name="connsiteX120" fmla="*/ 0 w 886048"/>
                <a:gd name="connsiteY120" fmla="*/ 272481 h 685689"/>
                <a:gd name="connsiteX121" fmla="*/ 55650 w 886048"/>
                <a:gd name="connsiteY121" fmla="*/ 241717 h 685689"/>
                <a:gd name="connsiteX122" fmla="*/ 55650 w 886048"/>
                <a:gd name="connsiteY122" fmla="*/ 221639 h 685689"/>
                <a:gd name="connsiteX123" fmla="*/ 23162 w 886048"/>
                <a:gd name="connsiteY123" fmla="*/ 221639 h 685689"/>
                <a:gd name="connsiteX124" fmla="*/ 23162 w 886048"/>
                <a:gd name="connsiteY124" fmla="*/ 111146 h 685689"/>
                <a:gd name="connsiteX125" fmla="*/ 57011 w 886048"/>
                <a:gd name="connsiteY125" fmla="*/ 111146 h 685689"/>
                <a:gd name="connsiteX126" fmla="*/ 56509 w 886048"/>
                <a:gd name="connsiteY126" fmla="*/ 110897 h 68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86048" h="685689">
                  <a:moveTo>
                    <a:pt x="169243" y="421368"/>
                  </a:moveTo>
                  <a:lnTo>
                    <a:pt x="169243" y="465336"/>
                  </a:lnTo>
                  <a:lnTo>
                    <a:pt x="716793" y="465336"/>
                  </a:lnTo>
                  <a:lnTo>
                    <a:pt x="716793" y="421368"/>
                  </a:lnTo>
                  <a:close/>
                  <a:moveTo>
                    <a:pt x="147074" y="399199"/>
                  </a:moveTo>
                  <a:lnTo>
                    <a:pt x="738962" y="399199"/>
                  </a:lnTo>
                  <a:lnTo>
                    <a:pt x="738962" y="487505"/>
                  </a:lnTo>
                  <a:lnTo>
                    <a:pt x="147074" y="487505"/>
                  </a:lnTo>
                  <a:close/>
                  <a:moveTo>
                    <a:pt x="169243" y="299113"/>
                  </a:moveTo>
                  <a:lnTo>
                    <a:pt x="169243" y="343081"/>
                  </a:lnTo>
                  <a:lnTo>
                    <a:pt x="716793" y="343081"/>
                  </a:lnTo>
                  <a:lnTo>
                    <a:pt x="716793" y="299113"/>
                  </a:lnTo>
                  <a:close/>
                  <a:moveTo>
                    <a:pt x="147074" y="276944"/>
                  </a:moveTo>
                  <a:lnTo>
                    <a:pt x="738962" y="276944"/>
                  </a:lnTo>
                  <a:lnTo>
                    <a:pt x="738962" y="365250"/>
                  </a:lnTo>
                  <a:lnTo>
                    <a:pt x="147074" y="365250"/>
                  </a:lnTo>
                  <a:close/>
                  <a:moveTo>
                    <a:pt x="55650" y="273958"/>
                  </a:moveTo>
                  <a:lnTo>
                    <a:pt x="24085" y="291407"/>
                  </a:lnTo>
                  <a:lnTo>
                    <a:pt x="24085" y="382899"/>
                  </a:lnTo>
                  <a:lnTo>
                    <a:pt x="55650" y="400349"/>
                  </a:lnTo>
                  <a:close/>
                  <a:moveTo>
                    <a:pt x="830397" y="273957"/>
                  </a:moveTo>
                  <a:lnTo>
                    <a:pt x="830397" y="400349"/>
                  </a:lnTo>
                  <a:lnTo>
                    <a:pt x="861963" y="382899"/>
                  </a:lnTo>
                  <a:lnTo>
                    <a:pt x="861963" y="291407"/>
                  </a:lnTo>
                  <a:close/>
                  <a:moveTo>
                    <a:pt x="67093" y="155077"/>
                  </a:moveTo>
                  <a:lnTo>
                    <a:pt x="67093" y="177708"/>
                  </a:lnTo>
                  <a:lnTo>
                    <a:pt x="376741" y="177708"/>
                  </a:lnTo>
                  <a:lnTo>
                    <a:pt x="376741" y="221639"/>
                  </a:lnTo>
                  <a:lnTo>
                    <a:pt x="99475" y="221639"/>
                  </a:lnTo>
                  <a:lnTo>
                    <a:pt x="99475" y="553210"/>
                  </a:lnTo>
                  <a:lnTo>
                    <a:pt x="786572" y="553210"/>
                  </a:lnTo>
                  <a:lnTo>
                    <a:pt x="786572" y="221639"/>
                  </a:lnTo>
                  <a:lnTo>
                    <a:pt x="509306" y="221639"/>
                  </a:lnTo>
                  <a:lnTo>
                    <a:pt x="509306" y="177708"/>
                  </a:lnTo>
                  <a:lnTo>
                    <a:pt x="818956" y="177708"/>
                  </a:lnTo>
                  <a:lnTo>
                    <a:pt x="818956" y="155077"/>
                  </a:lnTo>
                  <a:close/>
                  <a:moveTo>
                    <a:pt x="738314" y="44850"/>
                  </a:moveTo>
                  <a:lnTo>
                    <a:pt x="705421" y="111146"/>
                  </a:lnTo>
                  <a:lnTo>
                    <a:pt x="779981" y="111146"/>
                  </a:lnTo>
                  <a:lnTo>
                    <a:pt x="747088" y="44850"/>
                  </a:lnTo>
                  <a:close/>
                  <a:moveTo>
                    <a:pt x="678650" y="44850"/>
                  </a:moveTo>
                  <a:lnTo>
                    <a:pt x="645757" y="111146"/>
                  </a:lnTo>
                  <a:lnTo>
                    <a:pt x="680161" y="111146"/>
                  </a:lnTo>
                  <a:lnTo>
                    <a:pt x="713054" y="44850"/>
                  </a:lnTo>
                  <a:close/>
                  <a:moveTo>
                    <a:pt x="618985" y="44850"/>
                  </a:moveTo>
                  <a:lnTo>
                    <a:pt x="586092" y="111146"/>
                  </a:lnTo>
                  <a:lnTo>
                    <a:pt x="620497" y="111146"/>
                  </a:lnTo>
                  <a:lnTo>
                    <a:pt x="653390" y="44850"/>
                  </a:lnTo>
                  <a:close/>
                  <a:moveTo>
                    <a:pt x="559320" y="44850"/>
                  </a:moveTo>
                  <a:lnTo>
                    <a:pt x="526428" y="111146"/>
                  </a:lnTo>
                  <a:lnTo>
                    <a:pt x="560832" y="111146"/>
                  </a:lnTo>
                  <a:lnTo>
                    <a:pt x="593725" y="44850"/>
                  </a:lnTo>
                  <a:close/>
                  <a:moveTo>
                    <a:pt x="499657" y="44850"/>
                  </a:moveTo>
                  <a:lnTo>
                    <a:pt x="466763" y="111146"/>
                  </a:lnTo>
                  <a:lnTo>
                    <a:pt x="501168" y="111146"/>
                  </a:lnTo>
                  <a:lnTo>
                    <a:pt x="534060" y="44850"/>
                  </a:lnTo>
                  <a:close/>
                  <a:moveTo>
                    <a:pt x="439992" y="44850"/>
                  </a:moveTo>
                  <a:lnTo>
                    <a:pt x="407099" y="111146"/>
                  </a:lnTo>
                  <a:lnTo>
                    <a:pt x="441503" y="111146"/>
                  </a:lnTo>
                  <a:lnTo>
                    <a:pt x="474397" y="44850"/>
                  </a:lnTo>
                  <a:close/>
                  <a:moveTo>
                    <a:pt x="380328" y="44850"/>
                  </a:moveTo>
                  <a:lnTo>
                    <a:pt x="347435" y="111146"/>
                  </a:lnTo>
                  <a:lnTo>
                    <a:pt x="381839" y="111146"/>
                  </a:lnTo>
                  <a:lnTo>
                    <a:pt x="414732" y="44850"/>
                  </a:lnTo>
                  <a:close/>
                  <a:moveTo>
                    <a:pt x="320662" y="44850"/>
                  </a:moveTo>
                  <a:lnTo>
                    <a:pt x="287770" y="111146"/>
                  </a:lnTo>
                  <a:lnTo>
                    <a:pt x="322175" y="111146"/>
                  </a:lnTo>
                  <a:lnTo>
                    <a:pt x="355068" y="44850"/>
                  </a:lnTo>
                  <a:close/>
                  <a:moveTo>
                    <a:pt x="260999" y="44850"/>
                  </a:moveTo>
                  <a:lnTo>
                    <a:pt x="228105" y="111146"/>
                  </a:lnTo>
                  <a:lnTo>
                    <a:pt x="262510" y="111146"/>
                  </a:lnTo>
                  <a:lnTo>
                    <a:pt x="295402" y="44850"/>
                  </a:lnTo>
                  <a:close/>
                  <a:moveTo>
                    <a:pt x="201335" y="44850"/>
                  </a:moveTo>
                  <a:lnTo>
                    <a:pt x="168442" y="111146"/>
                  </a:lnTo>
                  <a:lnTo>
                    <a:pt x="202845" y="111146"/>
                  </a:lnTo>
                  <a:lnTo>
                    <a:pt x="235739" y="44850"/>
                  </a:lnTo>
                  <a:close/>
                  <a:moveTo>
                    <a:pt x="138520" y="44850"/>
                  </a:moveTo>
                  <a:lnTo>
                    <a:pt x="105626" y="111146"/>
                  </a:lnTo>
                  <a:lnTo>
                    <a:pt x="143182" y="111146"/>
                  </a:lnTo>
                  <a:lnTo>
                    <a:pt x="176075" y="44850"/>
                  </a:lnTo>
                  <a:close/>
                  <a:moveTo>
                    <a:pt x="111533" y="0"/>
                  </a:moveTo>
                  <a:lnTo>
                    <a:pt x="113026" y="741"/>
                  </a:lnTo>
                  <a:lnTo>
                    <a:pt x="772581" y="741"/>
                  </a:lnTo>
                  <a:lnTo>
                    <a:pt x="774074" y="0"/>
                  </a:lnTo>
                  <a:lnTo>
                    <a:pt x="774442" y="741"/>
                  </a:lnTo>
                  <a:lnTo>
                    <a:pt x="774489" y="741"/>
                  </a:lnTo>
                  <a:lnTo>
                    <a:pt x="774489" y="837"/>
                  </a:lnTo>
                  <a:lnTo>
                    <a:pt x="829098" y="110897"/>
                  </a:lnTo>
                  <a:lnTo>
                    <a:pt x="828596" y="111146"/>
                  </a:lnTo>
                  <a:lnTo>
                    <a:pt x="862887" y="111146"/>
                  </a:lnTo>
                  <a:lnTo>
                    <a:pt x="862887" y="221639"/>
                  </a:lnTo>
                  <a:lnTo>
                    <a:pt x="830397" y="221639"/>
                  </a:lnTo>
                  <a:lnTo>
                    <a:pt x="830397" y="241716"/>
                  </a:lnTo>
                  <a:lnTo>
                    <a:pt x="886048" y="272481"/>
                  </a:lnTo>
                  <a:lnTo>
                    <a:pt x="886048" y="401825"/>
                  </a:lnTo>
                  <a:lnTo>
                    <a:pt x="830397" y="432590"/>
                  </a:lnTo>
                  <a:lnTo>
                    <a:pt x="830397" y="597319"/>
                  </a:lnTo>
                  <a:lnTo>
                    <a:pt x="808298" y="597319"/>
                  </a:lnTo>
                  <a:lnTo>
                    <a:pt x="786572" y="597319"/>
                  </a:lnTo>
                  <a:lnTo>
                    <a:pt x="775011" y="597319"/>
                  </a:lnTo>
                  <a:lnTo>
                    <a:pt x="775011" y="612529"/>
                  </a:lnTo>
                  <a:lnTo>
                    <a:pt x="784923" y="616635"/>
                  </a:lnTo>
                  <a:cubicBezTo>
                    <a:pt x="792243" y="623955"/>
                    <a:pt x="796771" y="634068"/>
                    <a:pt x="796771" y="645238"/>
                  </a:cubicBezTo>
                  <a:cubicBezTo>
                    <a:pt x="796771" y="667578"/>
                    <a:pt x="778660" y="685689"/>
                    <a:pt x="756320" y="685689"/>
                  </a:cubicBezTo>
                  <a:cubicBezTo>
                    <a:pt x="733980" y="685689"/>
                    <a:pt x="715869" y="667578"/>
                    <a:pt x="715869" y="645238"/>
                  </a:cubicBezTo>
                  <a:lnTo>
                    <a:pt x="721100" y="632611"/>
                  </a:lnTo>
                  <a:lnTo>
                    <a:pt x="685808" y="597319"/>
                  </a:lnTo>
                  <a:lnTo>
                    <a:pt x="200238" y="597319"/>
                  </a:lnTo>
                  <a:lnTo>
                    <a:pt x="165222" y="632335"/>
                  </a:lnTo>
                  <a:lnTo>
                    <a:pt x="170567" y="645238"/>
                  </a:lnTo>
                  <a:cubicBezTo>
                    <a:pt x="170567" y="667578"/>
                    <a:pt x="152456" y="685689"/>
                    <a:pt x="130116" y="685689"/>
                  </a:cubicBezTo>
                  <a:cubicBezTo>
                    <a:pt x="107776" y="685689"/>
                    <a:pt x="89665" y="667578"/>
                    <a:pt x="89665" y="645238"/>
                  </a:cubicBezTo>
                  <a:cubicBezTo>
                    <a:pt x="89665" y="634068"/>
                    <a:pt x="94193" y="623955"/>
                    <a:pt x="101513" y="616635"/>
                  </a:cubicBezTo>
                  <a:lnTo>
                    <a:pt x="111035" y="612691"/>
                  </a:lnTo>
                  <a:lnTo>
                    <a:pt x="111035" y="597319"/>
                  </a:lnTo>
                  <a:lnTo>
                    <a:pt x="99475" y="597319"/>
                  </a:lnTo>
                  <a:lnTo>
                    <a:pt x="77737" y="597319"/>
                  </a:lnTo>
                  <a:lnTo>
                    <a:pt x="55650" y="597319"/>
                  </a:lnTo>
                  <a:lnTo>
                    <a:pt x="55650" y="432589"/>
                  </a:lnTo>
                  <a:lnTo>
                    <a:pt x="0" y="401825"/>
                  </a:lnTo>
                  <a:lnTo>
                    <a:pt x="0" y="272481"/>
                  </a:lnTo>
                  <a:lnTo>
                    <a:pt x="55650" y="241717"/>
                  </a:lnTo>
                  <a:lnTo>
                    <a:pt x="55650" y="221639"/>
                  </a:lnTo>
                  <a:lnTo>
                    <a:pt x="23162" y="221639"/>
                  </a:lnTo>
                  <a:lnTo>
                    <a:pt x="23162" y="111146"/>
                  </a:lnTo>
                  <a:lnTo>
                    <a:pt x="57011" y="111146"/>
                  </a:lnTo>
                  <a:lnTo>
                    <a:pt x="56509" y="1108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00" name="Rectangle 2499">
              <a:extLst>
                <a:ext uri="{FF2B5EF4-FFF2-40B4-BE49-F238E27FC236}">
                  <a16:creationId xmlns:a16="http://schemas.microsoft.com/office/drawing/2014/main" id="{1EC2F558-4011-3797-109B-A2971B772B3F}"/>
                </a:ext>
                <a:ext uri="{C183D7F6-B498-43B3-948B-1728B52AA6E4}">
                  <adec:decorative xmlns:adec="http://schemas.microsoft.com/office/drawing/2017/decorative" val="1"/>
                </a:ext>
              </a:extLst>
            </p:cNvPr>
            <p:cNvSpPr/>
            <p:nvPr/>
          </p:nvSpPr>
          <p:spPr>
            <a:xfrm>
              <a:off x="3883564" y="5195003"/>
              <a:ext cx="30934" cy="309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4" name="Group 133">
            <a:extLst>
              <a:ext uri="{FF2B5EF4-FFF2-40B4-BE49-F238E27FC236}">
                <a16:creationId xmlns:a16="http://schemas.microsoft.com/office/drawing/2014/main" id="{EFB0AB30-A8E8-CF84-45FA-385E9113D4AF}"/>
              </a:ext>
              <a:ext uri="{C183D7F6-B498-43B3-948B-1728B52AA6E4}">
                <adec:decorative xmlns:adec="http://schemas.microsoft.com/office/drawing/2017/decorative" val="1"/>
              </a:ext>
            </a:extLst>
          </p:cNvPr>
          <p:cNvGrpSpPr>
            <a:grpSpLocks noChangeAspect="1"/>
          </p:cNvGrpSpPr>
          <p:nvPr/>
        </p:nvGrpSpPr>
        <p:grpSpPr>
          <a:xfrm>
            <a:off x="4494592" y="5049527"/>
            <a:ext cx="457248" cy="457200"/>
            <a:chOff x="4277290" y="5049527"/>
            <a:chExt cx="457248" cy="457200"/>
          </a:xfrm>
          <a:solidFill>
            <a:srgbClr val="FF0000"/>
          </a:solidFill>
        </p:grpSpPr>
        <p:sp>
          <p:nvSpPr>
            <p:cNvPr id="2504" name="Freeform: Shape 2503">
              <a:extLst>
                <a:ext uri="{FF2B5EF4-FFF2-40B4-BE49-F238E27FC236}">
                  <a16:creationId xmlns:a16="http://schemas.microsoft.com/office/drawing/2014/main" id="{4988085A-8402-0CF0-26C9-9061CD4AEFC5}"/>
                </a:ext>
                <a:ext uri="{C183D7F6-B498-43B3-948B-1728B52AA6E4}">
                  <adec:decorative xmlns:adec="http://schemas.microsoft.com/office/drawing/2017/decorative" val="1"/>
                </a:ext>
              </a:extLst>
            </p:cNvPr>
            <p:cNvSpPr/>
            <p:nvPr/>
          </p:nvSpPr>
          <p:spPr>
            <a:xfrm>
              <a:off x="4277290" y="5049527"/>
              <a:ext cx="457248" cy="457200"/>
            </a:xfrm>
            <a:custGeom>
              <a:avLst/>
              <a:gdLst>
                <a:gd name="connsiteX0" fmla="*/ 508240 w 972408"/>
                <a:gd name="connsiteY0" fmla="*/ 707041 h 972306"/>
                <a:gd name="connsiteX1" fmla="*/ 508240 w 972408"/>
                <a:gd name="connsiteY1" fmla="*/ 764795 h 972306"/>
                <a:gd name="connsiteX2" fmla="*/ 420928 w 972408"/>
                <a:gd name="connsiteY2" fmla="*/ 839673 h 972306"/>
                <a:gd name="connsiteX3" fmla="*/ 508240 w 972408"/>
                <a:gd name="connsiteY3" fmla="*/ 914551 h 972306"/>
                <a:gd name="connsiteX4" fmla="*/ 508240 w 972408"/>
                <a:gd name="connsiteY4" fmla="*/ 972306 h 972306"/>
                <a:gd name="connsiteX5" fmla="*/ 353584 w 972408"/>
                <a:gd name="connsiteY5" fmla="*/ 839673 h 972306"/>
                <a:gd name="connsiteX6" fmla="*/ 861871 w 972408"/>
                <a:gd name="connsiteY6" fmla="*/ 685070 h 972306"/>
                <a:gd name="connsiteX7" fmla="*/ 906086 w 972408"/>
                <a:gd name="connsiteY7" fmla="*/ 685070 h 972306"/>
                <a:gd name="connsiteX8" fmla="*/ 906086 w 972408"/>
                <a:gd name="connsiteY8" fmla="*/ 861903 h 972306"/>
                <a:gd name="connsiteX9" fmla="*/ 906086 w 972408"/>
                <a:gd name="connsiteY9" fmla="*/ 861905 h 972306"/>
                <a:gd name="connsiteX10" fmla="*/ 861933 w 972408"/>
                <a:gd name="connsiteY10" fmla="*/ 906057 h 972306"/>
                <a:gd name="connsiteX11" fmla="*/ 861932 w 972408"/>
                <a:gd name="connsiteY11" fmla="*/ 906057 h 972306"/>
                <a:gd name="connsiteX12" fmla="*/ 552451 w 972408"/>
                <a:gd name="connsiteY12" fmla="*/ 906057 h 972306"/>
                <a:gd name="connsiteX13" fmla="*/ 552451 w 972408"/>
                <a:gd name="connsiteY13" fmla="*/ 972305 h 972306"/>
                <a:gd name="connsiteX14" fmla="*/ 508272 w 972408"/>
                <a:gd name="connsiteY14" fmla="*/ 972305 h 972306"/>
                <a:gd name="connsiteX15" fmla="*/ 508272 w 972408"/>
                <a:gd name="connsiteY15" fmla="*/ 861860 h 972306"/>
                <a:gd name="connsiteX16" fmla="*/ 525452 w 972408"/>
                <a:gd name="connsiteY16" fmla="*/ 861860 h 972306"/>
                <a:gd name="connsiteX17" fmla="*/ 861871 w 972408"/>
                <a:gd name="connsiteY17" fmla="*/ 861860 h 972306"/>
                <a:gd name="connsiteX18" fmla="*/ 773494 w 972408"/>
                <a:gd name="connsiteY18" fmla="*/ 685070 h 972306"/>
                <a:gd name="connsiteX19" fmla="*/ 817655 w 972408"/>
                <a:gd name="connsiteY19" fmla="*/ 685070 h 972306"/>
                <a:gd name="connsiteX20" fmla="*/ 817655 w 972408"/>
                <a:gd name="connsiteY20" fmla="*/ 773465 h 972306"/>
                <a:gd name="connsiteX21" fmla="*/ 817691 w 972408"/>
                <a:gd name="connsiteY21" fmla="*/ 773465 h 972306"/>
                <a:gd name="connsiteX22" fmla="*/ 817691 w 972408"/>
                <a:gd name="connsiteY22" fmla="*/ 817662 h 972306"/>
                <a:gd name="connsiteX23" fmla="*/ 817655 w 972408"/>
                <a:gd name="connsiteY23" fmla="*/ 817662 h 972306"/>
                <a:gd name="connsiteX24" fmla="*/ 773494 w 972408"/>
                <a:gd name="connsiteY24" fmla="*/ 817662 h 972306"/>
                <a:gd name="connsiteX25" fmla="*/ 525452 w 972408"/>
                <a:gd name="connsiteY25" fmla="*/ 817662 h 972306"/>
                <a:gd name="connsiteX26" fmla="*/ 525452 w 972408"/>
                <a:gd name="connsiteY26" fmla="*/ 817485 h 972306"/>
                <a:gd name="connsiteX27" fmla="*/ 508272 w 972408"/>
                <a:gd name="connsiteY27" fmla="*/ 817485 h 972306"/>
                <a:gd name="connsiteX28" fmla="*/ 508272 w 972408"/>
                <a:gd name="connsiteY28" fmla="*/ 707040 h 972306"/>
                <a:gd name="connsiteX29" fmla="*/ 552451 w 972408"/>
                <a:gd name="connsiteY29" fmla="*/ 707040 h 972306"/>
                <a:gd name="connsiteX30" fmla="*/ 552451 w 972408"/>
                <a:gd name="connsiteY30" fmla="*/ 773465 h 972306"/>
                <a:gd name="connsiteX31" fmla="*/ 773494 w 972408"/>
                <a:gd name="connsiteY31" fmla="*/ 773465 h 972306"/>
                <a:gd name="connsiteX32" fmla="*/ 773495 w 972408"/>
                <a:gd name="connsiteY32" fmla="*/ 640783 h 972306"/>
                <a:gd name="connsiteX33" fmla="*/ 906086 w 972408"/>
                <a:gd name="connsiteY33" fmla="*/ 640783 h 972306"/>
                <a:gd name="connsiteX34" fmla="*/ 906086 w 972408"/>
                <a:gd name="connsiteY34" fmla="*/ 685069 h 972306"/>
                <a:gd name="connsiteX35" fmla="*/ 773495 w 972408"/>
                <a:gd name="connsiteY35" fmla="*/ 685069 h 972306"/>
                <a:gd name="connsiteX36" fmla="*/ 0 w 972408"/>
                <a:gd name="connsiteY36" fmla="*/ 508212 h 972306"/>
                <a:gd name="connsiteX37" fmla="*/ 110445 w 972408"/>
                <a:gd name="connsiteY37" fmla="*/ 508212 h 972306"/>
                <a:gd name="connsiteX38" fmla="*/ 110445 w 972408"/>
                <a:gd name="connsiteY38" fmla="*/ 525392 h 972306"/>
                <a:gd name="connsiteX39" fmla="*/ 110446 w 972408"/>
                <a:gd name="connsiteY39" fmla="*/ 525392 h 972306"/>
                <a:gd name="connsiteX40" fmla="*/ 110446 w 972408"/>
                <a:gd name="connsiteY40" fmla="*/ 861811 h 972306"/>
                <a:gd name="connsiteX41" fmla="*/ 287236 w 972408"/>
                <a:gd name="connsiteY41" fmla="*/ 861811 h 972306"/>
                <a:gd name="connsiteX42" fmla="*/ 287236 w 972408"/>
                <a:gd name="connsiteY42" fmla="*/ 817595 h 972306"/>
                <a:gd name="connsiteX43" fmla="*/ 198840 w 972408"/>
                <a:gd name="connsiteY43" fmla="*/ 817595 h 972306"/>
                <a:gd name="connsiteX44" fmla="*/ 198840 w 972408"/>
                <a:gd name="connsiteY44" fmla="*/ 817631 h 972306"/>
                <a:gd name="connsiteX45" fmla="*/ 154643 w 972408"/>
                <a:gd name="connsiteY45" fmla="*/ 817631 h 972306"/>
                <a:gd name="connsiteX46" fmla="*/ 154643 w 972408"/>
                <a:gd name="connsiteY46" fmla="*/ 525392 h 972306"/>
                <a:gd name="connsiteX47" fmla="*/ 154820 w 972408"/>
                <a:gd name="connsiteY47" fmla="*/ 525392 h 972306"/>
                <a:gd name="connsiteX48" fmla="*/ 154820 w 972408"/>
                <a:gd name="connsiteY48" fmla="*/ 508212 h 972306"/>
                <a:gd name="connsiteX49" fmla="*/ 265265 w 972408"/>
                <a:gd name="connsiteY49" fmla="*/ 508212 h 972306"/>
                <a:gd name="connsiteX50" fmla="*/ 265265 w 972408"/>
                <a:gd name="connsiteY50" fmla="*/ 552391 h 972306"/>
                <a:gd name="connsiteX51" fmla="*/ 198840 w 972408"/>
                <a:gd name="connsiteY51" fmla="*/ 552391 h 972306"/>
                <a:gd name="connsiteX52" fmla="*/ 198840 w 972408"/>
                <a:gd name="connsiteY52" fmla="*/ 773434 h 972306"/>
                <a:gd name="connsiteX53" fmla="*/ 287236 w 972408"/>
                <a:gd name="connsiteY53" fmla="*/ 773434 h 972306"/>
                <a:gd name="connsiteX54" fmla="*/ 287236 w 972408"/>
                <a:gd name="connsiteY54" fmla="*/ 773435 h 972306"/>
                <a:gd name="connsiteX55" fmla="*/ 331522 w 972408"/>
                <a:gd name="connsiteY55" fmla="*/ 773435 h 972306"/>
                <a:gd name="connsiteX56" fmla="*/ 331522 w 972408"/>
                <a:gd name="connsiteY56" fmla="*/ 906026 h 972306"/>
                <a:gd name="connsiteX57" fmla="*/ 287236 w 972408"/>
                <a:gd name="connsiteY57" fmla="*/ 906026 h 972306"/>
                <a:gd name="connsiteX58" fmla="*/ 287236 w 972408"/>
                <a:gd name="connsiteY58" fmla="*/ 906025 h 972306"/>
                <a:gd name="connsiteX59" fmla="*/ 110403 w 972408"/>
                <a:gd name="connsiteY59" fmla="*/ 906025 h 972306"/>
                <a:gd name="connsiteX60" fmla="*/ 110401 w 972408"/>
                <a:gd name="connsiteY60" fmla="*/ 906026 h 972306"/>
                <a:gd name="connsiteX61" fmla="*/ 66248 w 972408"/>
                <a:gd name="connsiteY61" fmla="*/ 861873 h 972306"/>
                <a:gd name="connsiteX62" fmla="*/ 66249 w 972408"/>
                <a:gd name="connsiteY62" fmla="*/ 861871 h 972306"/>
                <a:gd name="connsiteX63" fmla="*/ 66249 w 972408"/>
                <a:gd name="connsiteY63" fmla="*/ 552391 h 972306"/>
                <a:gd name="connsiteX64" fmla="*/ 0 w 972408"/>
                <a:gd name="connsiteY64" fmla="*/ 552391 h 972306"/>
                <a:gd name="connsiteX65" fmla="*/ 707143 w 972408"/>
                <a:gd name="connsiteY65" fmla="*/ 464126 h 972306"/>
                <a:gd name="connsiteX66" fmla="*/ 764897 w 972408"/>
                <a:gd name="connsiteY66" fmla="*/ 464126 h 972306"/>
                <a:gd name="connsiteX67" fmla="*/ 839776 w 972408"/>
                <a:gd name="connsiteY67" fmla="*/ 551438 h 972306"/>
                <a:gd name="connsiteX68" fmla="*/ 914654 w 972408"/>
                <a:gd name="connsiteY68" fmla="*/ 464126 h 972306"/>
                <a:gd name="connsiteX69" fmla="*/ 972408 w 972408"/>
                <a:gd name="connsiteY69" fmla="*/ 464126 h 972306"/>
                <a:gd name="connsiteX70" fmla="*/ 839776 w 972408"/>
                <a:gd name="connsiteY70" fmla="*/ 618782 h 972306"/>
                <a:gd name="connsiteX71" fmla="*/ 132632 w 972408"/>
                <a:gd name="connsiteY71" fmla="*/ 353524 h 972306"/>
                <a:gd name="connsiteX72" fmla="*/ 265265 w 972408"/>
                <a:gd name="connsiteY72" fmla="*/ 508180 h 972306"/>
                <a:gd name="connsiteX73" fmla="*/ 207511 w 972408"/>
                <a:gd name="connsiteY73" fmla="*/ 508180 h 972306"/>
                <a:gd name="connsiteX74" fmla="*/ 132632 w 972408"/>
                <a:gd name="connsiteY74" fmla="*/ 420869 h 972306"/>
                <a:gd name="connsiteX75" fmla="*/ 57754 w 972408"/>
                <a:gd name="connsiteY75" fmla="*/ 508180 h 972306"/>
                <a:gd name="connsiteX76" fmla="*/ 0 w 972408"/>
                <a:gd name="connsiteY76" fmla="*/ 508180 h 972306"/>
                <a:gd name="connsiteX77" fmla="*/ 154753 w 972408"/>
                <a:gd name="connsiteY77" fmla="*/ 154643 h 972306"/>
                <a:gd name="connsiteX78" fmla="*/ 198914 w 972408"/>
                <a:gd name="connsiteY78" fmla="*/ 154643 h 972306"/>
                <a:gd name="connsiteX79" fmla="*/ 198914 w 972408"/>
                <a:gd name="connsiteY79" fmla="*/ 154645 h 972306"/>
                <a:gd name="connsiteX80" fmla="*/ 446956 w 972408"/>
                <a:gd name="connsiteY80" fmla="*/ 154645 h 972306"/>
                <a:gd name="connsiteX81" fmla="*/ 446956 w 972408"/>
                <a:gd name="connsiteY81" fmla="*/ 154820 h 972306"/>
                <a:gd name="connsiteX82" fmla="*/ 464136 w 972408"/>
                <a:gd name="connsiteY82" fmla="*/ 154820 h 972306"/>
                <a:gd name="connsiteX83" fmla="*/ 464136 w 972408"/>
                <a:gd name="connsiteY83" fmla="*/ 265265 h 972306"/>
                <a:gd name="connsiteX84" fmla="*/ 419957 w 972408"/>
                <a:gd name="connsiteY84" fmla="*/ 265265 h 972306"/>
                <a:gd name="connsiteX85" fmla="*/ 419957 w 972408"/>
                <a:gd name="connsiteY85" fmla="*/ 198842 h 972306"/>
                <a:gd name="connsiteX86" fmla="*/ 198914 w 972408"/>
                <a:gd name="connsiteY86" fmla="*/ 198842 h 972306"/>
                <a:gd name="connsiteX87" fmla="*/ 198914 w 972408"/>
                <a:gd name="connsiteY87" fmla="*/ 331389 h 972306"/>
                <a:gd name="connsiteX88" fmla="*/ 154753 w 972408"/>
                <a:gd name="connsiteY88" fmla="*/ 331389 h 972306"/>
                <a:gd name="connsiteX89" fmla="*/ 154753 w 972408"/>
                <a:gd name="connsiteY89" fmla="*/ 198842 h 972306"/>
                <a:gd name="connsiteX90" fmla="*/ 154717 w 972408"/>
                <a:gd name="connsiteY90" fmla="*/ 198842 h 972306"/>
                <a:gd name="connsiteX91" fmla="*/ 154717 w 972408"/>
                <a:gd name="connsiteY91" fmla="*/ 154645 h 972306"/>
                <a:gd name="connsiteX92" fmla="*/ 154753 w 972408"/>
                <a:gd name="connsiteY92" fmla="*/ 154645 h 972306"/>
                <a:gd name="connsiteX93" fmla="*/ 640886 w 972408"/>
                <a:gd name="connsiteY93" fmla="*/ 66280 h 972306"/>
                <a:gd name="connsiteX94" fmla="*/ 685172 w 972408"/>
                <a:gd name="connsiteY94" fmla="*/ 66280 h 972306"/>
                <a:gd name="connsiteX95" fmla="*/ 862005 w 972408"/>
                <a:gd name="connsiteY95" fmla="*/ 66280 h 972306"/>
                <a:gd name="connsiteX96" fmla="*/ 862007 w 972408"/>
                <a:gd name="connsiteY96" fmla="*/ 66280 h 972306"/>
                <a:gd name="connsiteX97" fmla="*/ 906160 w 972408"/>
                <a:gd name="connsiteY97" fmla="*/ 110432 h 972306"/>
                <a:gd name="connsiteX98" fmla="*/ 906159 w 972408"/>
                <a:gd name="connsiteY98" fmla="*/ 110434 h 972306"/>
                <a:gd name="connsiteX99" fmla="*/ 906159 w 972408"/>
                <a:gd name="connsiteY99" fmla="*/ 419914 h 972306"/>
                <a:gd name="connsiteX100" fmla="*/ 972408 w 972408"/>
                <a:gd name="connsiteY100" fmla="*/ 419914 h 972306"/>
                <a:gd name="connsiteX101" fmla="*/ 972408 w 972408"/>
                <a:gd name="connsiteY101" fmla="*/ 464093 h 972306"/>
                <a:gd name="connsiteX102" fmla="*/ 861963 w 972408"/>
                <a:gd name="connsiteY102" fmla="*/ 464093 h 972306"/>
                <a:gd name="connsiteX103" fmla="*/ 861963 w 972408"/>
                <a:gd name="connsiteY103" fmla="*/ 446914 h 972306"/>
                <a:gd name="connsiteX104" fmla="*/ 861962 w 972408"/>
                <a:gd name="connsiteY104" fmla="*/ 446914 h 972306"/>
                <a:gd name="connsiteX105" fmla="*/ 861962 w 972408"/>
                <a:gd name="connsiteY105" fmla="*/ 110495 h 972306"/>
                <a:gd name="connsiteX106" fmla="*/ 685172 w 972408"/>
                <a:gd name="connsiteY106" fmla="*/ 110495 h 972306"/>
                <a:gd name="connsiteX107" fmla="*/ 685172 w 972408"/>
                <a:gd name="connsiteY107" fmla="*/ 154711 h 972306"/>
                <a:gd name="connsiteX108" fmla="*/ 773568 w 972408"/>
                <a:gd name="connsiteY108" fmla="*/ 154711 h 972306"/>
                <a:gd name="connsiteX109" fmla="*/ 773568 w 972408"/>
                <a:gd name="connsiteY109" fmla="*/ 154675 h 972306"/>
                <a:gd name="connsiteX110" fmla="*/ 817765 w 972408"/>
                <a:gd name="connsiteY110" fmla="*/ 154675 h 972306"/>
                <a:gd name="connsiteX111" fmla="*/ 817765 w 972408"/>
                <a:gd name="connsiteY111" fmla="*/ 446914 h 972306"/>
                <a:gd name="connsiteX112" fmla="*/ 817588 w 972408"/>
                <a:gd name="connsiteY112" fmla="*/ 446914 h 972306"/>
                <a:gd name="connsiteX113" fmla="*/ 817588 w 972408"/>
                <a:gd name="connsiteY113" fmla="*/ 464093 h 972306"/>
                <a:gd name="connsiteX114" fmla="*/ 707143 w 972408"/>
                <a:gd name="connsiteY114" fmla="*/ 464093 h 972306"/>
                <a:gd name="connsiteX115" fmla="*/ 707143 w 972408"/>
                <a:gd name="connsiteY115" fmla="*/ 419914 h 972306"/>
                <a:gd name="connsiteX116" fmla="*/ 773568 w 972408"/>
                <a:gd name="connsiteY116" fmla="*/ 419914 h 972306"/>
                <a:gd name="connsiteX117" fmla="*/ 773568 w 972408"/>
                <a:gd name="connsiteY117" fmla="*/ 198872 h 972306"/>
                <a:gd name="connsiteX118" fmla="*/ 685172 w 972408"/>
                <a:gd name="connsiteY118" fmla="*/ 198872 h 972306"/>
                <a:gd name="connsiteX119" fmla="*/ 685172 w 972408"/>
                <a:gd name="connsiteY119" fmla="*/ 198871 h 972306"/>
                <a:gd name="connsiteX120" fmla="*/ 640886 w 972408"/>
                <a:gd name="connsiteY120" fmla="*/ 198871 h 972306"/>
                <a:gd name="connsiteX121" fmla="*/ 464168 w 972408"/>
                <a:gd name="connsiteY121" fmla="*/ 0 h 972306"/>
                <a:gd name="connsiteX122" fmla="*/ 618824 w 972408"/>
                <a:gd name="connsiteY122" fmla="*/ 132633 h 972306"/>
                <a:gd name="connsiteX123" fmla="*/ 464168 w 972408"/>
                <a:gd name="connsiteY123" fmla="*/ 265266 h 972306"/>
                <a:gd name="connsiteX124" fmla="*/ 464168 w 972408"/>
                <a:gd name="connsiteY124" fmla="*/ 207511 h 972306"/>
                <a:gd name="connsiteX125" fmla="*/ 551479 w 972408"/>
                <a:gd name="connsiteY125" fmla="*/ 132633 h 972306"/>
                <a:gd name="connsiteX126" fmla="*/ 464168 w 972408"/>
                <a:gd name="connsiteY126" fmla="*/ 57755 h 972306"/>
                <a:gd name="connsiteX127" fmla="*/ 419957 w 972408"/>
                <a:gd name="connsiteY127" fmla="*/ 0 h 972306"/>
                <a:gd name="connsiteX128" fmla="*/ 464136 w 972408"/>
                <a:gd name="connsiteY128" fmla="*/ 0 h 972306"/>
                <a:gd name="connsiteX129" fmla="*/ 464136 w 972408"/>
                <a:gd name="connsiteY129" fmla="*/ 110445 h 972306"/>
                <a:gd name="connsiteX130" fmla="*/ 446956 w 972408"/>
                <a:gd name="connsiteY130" fmla="*/ 110445 h 972306"/>
                <a:gd name="connsiteX131" fmla="*/ 446956 w 972408"/>
                <a:gd name="connsiteY131" fmla="*/ 110446 h 972306"/>
                <a:gd name="connsiteX132" fmla="*/ 110537 w 972408"/>
                <a:gd name="connsiteY132" fmla="*/ 110446 h 972306"/>
                <a:gd name="connsiteX133" fmla="*/ 110537 w 972408"/>
                <a:gd name="connsiteY133" fmla="*/ 243037 h 972306"/>
                <a:gd name="connsiteX134" fmla="*/ 66322 w 972408"/>
                <a:gd name="connsiteY134" fmla="*/ 243037 h 972306"/>
                <a:gd name="connsiteX135" fmla="*/ 66322 w 972408"/>
                <a:gd name="connsiteY135" fmla="*/ 110402 h 972306"/>
                <a:gd name="connsiteX136" fmla="*/ 66322 w 972408"/>
                <a:gd name="connsiteY136" fmla="*/ 110401 h 972306"/>
                <a:gd name="connsiteX137" fmla="*/ 110475 w 972408"/>
                <a:gd name="connsiteY137" fmla="*/ 66248 h 972306"/>
                <a:gd name="connsiteX138" fmla="*/ 110476 w 972408"/>
                <a:gd name="connsiteY138" fmla="*/ 66248 h 972306"/>
                <a:gd name="connsiteX139" fmla="*/ 419957 w 972408"/>
                <a:gd name="connsiteY139" fmla="*/ 66248 h 97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972408" h="972306">
                  <a:moveTo>
                    <a:pt x="508240" y="707041"/>
                  </a:moveTo>
                  <a:lnTo>
                    <a:pt x="508240" y="764795"/>
                  </a:lnTo>
                  <a:lnTo>
                    <a:pt x="420928" y="839673"/>
                  </a:lnTo>
                  <a:lnTo>
                    <a:pt x="508240" y="914551"/>
                  </a:lnTo>
                  <a:lnTo>
                    <a:pt x="508240" y="972306"/>
                  </a:lnTo>
                  <a:lnTo>
                    <a:pt x="353584" y="839673"/>
                  </a:lnTo>
                  <a:close/>
                  <a:moveTo>
                    <a:pt x="861871" y="685070"/>
                  </a:moveTo>
                  <a:lnTo>
                    <a:pt x="906086" y="685070"/>
                  </a:lnTo>
                  <a:lnTo>
                    <a:pt x="906086" y="861903"/>
                  </a:lnTo>
                  <a:lnTo>
                    <a:pt x="906086" y="861905"/>
                  </a:lnTo>
                  <a:cubicBezTo>
                    <a:pt x="906086" y="886289"/>
                    <a:pt x="886318" y="906057"/>
                    <a:pt x="861933" y="906057"/>
                  </a:cubicBezTo>
                  <a:lnTo>
                    <a:pt x="861932" y="906057"/>
                  </a:lnTo>
                  <a:lnTo>
                    <a:pt x="552451" y="906057"/>
                  </a:lnTo>
                  <a:lnTo>
                    <a:pt x="552451" y="972305"/>
                  </a:lnTo>
                  <a:lnTo>
                    <a:pt x="508272" y="972305"/>
                  </a:lnTo>
                  <a:lnTo>
                    <a:pt x="508272" y="861860"/>
                  </a:lnTo>
                  <a:lnTo>
                    <a:pt x="525452" y="861860"/>
                  </a:lnTo>
                  <a:lnTo>
                    <a:pt x="861871" y="861860"/>
                  </a:lnTo>
                  <a:close/>
                  <a:moveTo>
                    <a:pt x="773494" y="685070"/>
                  </a:moveTo>
                  <a:lnTo>
                    <a:pt x="817655" y="685070"/>
                  </a:lnTo>
                  <a:lnTo>
                    <a:pt x="817655" y="773465"/>
                  </a:lnTo>
                  <a:lnTo>
                    <a:pt x="817691" y="773465"/>
                  </a:lnTo>
                  <a:lnTo>
                    <a:pt x="817691" y="817662"/>
                  </a:lnTo>
                  <a:lnTo>
                    <a:pt x="817655" y="817662"/>
                  </a:lnTo>
                  <a:lnTo>
                    <a:pt x="773494" y="817662"/>
                  </a:lnTo>
                  <a:lnTo>
                    <a:pt x="525452" y="817662"/>
                  </a:lnTo>
                  <a:lnTo>
                    <a:pt x="525452" y="817485"/>
                  </a:lnTo>
                  <a:lnTo>
                    <a:pt x="508272" y="817485"/>
                  </a:lnTo>
                  <a:lnTo>
                    <a:pt x="508272" y="707040"/>
                  </a:lnTo>
                  <a:lnTo>
                    <a:pt x="552451" y="707040"/>
                  </a:lnTo>
                  <a:lnTo>
                    <a:pt x="552451" y="773465"/>
                  </a:lnTo>
                  <a:lnTo>
                    <a:pt x="773494" y="773465"/>
                  </a:lnTo>
                  <a:close/>
                  <a:moveTo>
                    <a:pt x="773495" y="640783"/>
                  </a:moveTo>
                  <a:lnTo>
                    <a:pt x="906086" y="640783"/>
                  </a:lnTo>
                  <a:lnTo>
                    <a:pt x="906086" y="685069"/>
                  </a:lnTo>
                  <a:lnTo>
                    <a:pt x="773495" y="685069"/>
                  </a:lnTo>
                  <a:close/>
                  <a:moveTo>
                    <a:pt x="0" y="508212"/>
                  </a:moveTo>
                  <a:lnTo>
                    <a:pt x="110445" y="508212"/>
                  </a:lnTo>
                  <a:lnTo>
                    <a:pt x="110445" y="525392"/>
                  </a:lnTo>
                  <a:lnTo>
                    <a:pt x="110446" y="525392"/>
                  </a:lnTo>
                  <a:lnTo>
                    <a:pt x="110446" y="861811"/>
                  </a:lnTo>
                  <a:lnTo>
                    <a:pt x="287236" y="861811"/>
                  </a:lnTo>
                  <a:lnTo>
                    <a:pt x="287236" y="817595"/>
                  </a:lnTo>
                  <a:lnTo>
                    <a:pt x="198840" y="817595"/>
                  </a:lnTo>
                  <a:lnTo>
                    <a:pt x="198840" y="817631"/>
                  </a:lnTo>
                  <a:lnTo>
                    <a:pt x="154643" y="817631"/>
                  </a:lnTo>
                  <a:lnTo>
                    <a:pt x="154643" y="525392"/>
                  </a:lnTo>
                  <a:lnTo>
                    <a:pt x="154820" y="525392"/>
                  </a:lnTo>
                  <a:lnTo>
                    <a:pt x="154820" y="508212"/>
                  </a:lnTo>
                  <a:lnTo>
                    <a:pt x="265265" y="508212"/>
                  </a:lnTo>
                  <a:lnTo>
                    <a:pt x="265265" y="552391"/>
                  </a:lnTo>
                  <a:lnTo>
                    <a:pt x="198840" y="552391"/>
                  </a:lnTo>
                  <a:lnTo>
                    <a:pt x="198840" y="773434"/>
                  </a:lnTo>
                  <a:lnTo>
                    <a:pt x="287236" y="773434"/>
                  </a:lnTo>
                  <a:lnTo>
                    <a:pt x="287236" y="773435"/>
                  </a:lnTo>
                  <a:lnTo>
                    <a:pt x="331522" y="773435"/>
                  </a:lnTo>
                  <a:lnTo>
                    <a:pt x="331522" y="906026"/>
                  </a:lnTo>
                  <a:lnTo>
                    <a:pt x="287236" y="906026"/>
                  </a:lnTo>
                  <a:lnTo>
                    <a:pt x="287236" y="906025"/>
                  </a:lnTo>
                  <a:lnTo>
                    <a:pt x="110403" y="906025"/>
                  </a:lnTo>
                  <a:lnTo>
                    <a:pt x="110401" y="906026"/>
                  </a:lnTo>
                  <a:cubicBezTo>
                    <a:pt x="86016" y="906026"/>
                    <a:pt x="66248" y="886258"/>
                    <a:pt x="66248" y="861873"/>
                  </a:cubicBezTo>
                  <a:lnTo>
                    <a:pt x="66249" y="861871"/>
                  </a:lnTo>
                  <a:lnTo>
                    <a:pt x="66249" y="552391"/>
                  </a:lnTo>
                  <a:lnTo>
                    <a:pt x="0" y="552391"/>
                  </a:lnTo>
                  <a:close/>
                  <a:moveTo>
                    <a:pt x="707143" y="464126"/>
                  </a:moveTo>
                  <a:lnTo>
                    <a:pt x="764897" y="464126"/>
                  </a:lnTo>
                  <a:lnTo>
                    <a:pt x="839776" y="551438"/>
                  </a:lnTo>
                  <a:lnTo>
                    <a:pt x="914654" y="464126"/>
                  </a:lnTo>
                  <a:lnTo>
                    <a:pt x="972408" y="464126"/>
                  </a:lnTo>
                  <a:lnTo>
                    <a:pt x="839776" y="618782"/>
                  </a:lnTo>
                  <a:close/>
                  <a:moveTo>
                    <a:pt x="132632" y="353524"/>
                  </a:moveTo>
                  <a:lnTo>
                    <a:pt x="265265" y="508180"/>
                  </a:lnTo>
                  <a:lnTo>
                    <a:pt x="207511" y="508180"/>
                  </a:lnTo>
                  <a:lnTo>
                    <a:pt x="132632" y="420869"/>
                  </a:lnTo>
                  <a:lnTo>
                    <a:pt x="57754" y="508180"/>
                  </a:lnTo>
                  <a:lnTo>
                    <a:pt x="0" y="508180"/>
                  </a:lnTo>
                  <a:close/>
                  <a:moveTo>
                    <a:pt x="154753" y="154643"/>
                  </a:moveTo>
                  <a:lnTo>
                    <a:pt x="198914" y="154643"/>
                  </a:lnTo>
                  <a:lnTo>
                    <a:pt x="198914" y="154645"/>
                  </a:lnTo>
                  <a:lnTo>
                    <a:pt x="446956" y="154645"/>
                  </a:lnTo>
                  <a:lnTo>
                    <a:pt x="446956" y="154820"/>
                  </a:lnTo>
                  <a:lnTo>
                    <a:pt x="464136" y="154820"/>
                  </a:lnTo>
                  <a:lnTo>
                    <a:pt x="464136" y="265265"/>
                  </a:lnTo>
                  <a:lnTo>
                    <a:pt x="419957" y="265265"/>
                  </a:lnTo>
                  <a:lnTo>
                    <a:pt x="419957" y="198842"/>
                  </a:lnTo>
                  <a:lnTo>
                    <a:pt x="198914" y="198842"/>
                  </a:lnTo>
                  <a:lnTo>
                    <a:pt x="198914" y="331389"/>
                  </a:lnTo>
                  <a:lnTo>
                    <a:pt x="154753" y="331389"/>
                  </a:lnTo>
                  <a:lnTo>
                    <a:pt x="154753" y="198842"/>
                  </a:lnTo>
                  <a:lnTo>
                    <a:pt x="154717" y="198842"/>
                  </a:lnTo>
                  <a:lnTo>
                    <a:pt x="154717" y="154645"/>
                  </a:lnTo>
                  <a:lnTo>
                    <a:pt x="154753" y="154645"/>
                  </a:lnTo>
                  <a:close/>
                  <a:moveTo>
                    <a:pt x="640886" y="66280"/>
                  </a:moveTo>
                  <a:lnTo>
                    <a:pt x="685172" y="66280"/>
                  </a:lnTo>
                  <a:lnTo>
                    <a:pt x="862005" y="66280"/>
                  </a:lnTo>
                  <a:lnTo>
                    <a:pt x="862007" y="66280"/>
                  </a:lnTo>
                  <a:cubicBezTo>
                    <a:pt x="886392" y="66280"/>
                    <a:pt x="906160" y="86047"/>
                    <a:pt x="906160" y="110432"/>
                  </a:cubicBezTo>
                  <a:lnTo>
                    <a:pt x="906159" y="110434"/>
                  </a:lnTo>
                  <a:lnTo>
                    <a:pt x="906159" y="419914"/>
                  </a:lnTo>
                  <a:lnTo>
                    <a:pt x="972408" y="419914"/>
                  </a:lnTo>
                  <a:lnTo>
                    <a:pt x="972408" y="464093"/>
                  </a:lnTo>
                  <a:lnTo>
                    <a:pt x="861963" y="464093"/>
                  </a:lnTo>
                  <a:lnTo>
                    <a:pt x="861963" y="446914"/>
                  </a:lnTo>
                  <a:lnTo>
                    <a:pt x="861962" y="446914"/>
                  </a:lnTo>
                  <a:lnTo>
                    <a:pt x="861962" y="110495"/>
                  </a:lnTo>
                  <a:lnTo>
                    <a:pt x="685172" y="110495"/>
                  </a:lnTo>
                  <a:lnTo>
                    <a:pt x="685172" y="154711"/>
                  </a:lnTo>
                  <a:lnTo>
                    <a:pt x="773568" y="154711"/>
                  </a:lnTo>
                  <a:lnTo>
                    <a:pt x="773568" y="154675"/>
                  </a:lnTo>
                  <a:lnTo>
                    <a:pt x="817765" y="154675"/>
                  </a:lnTo>
                  <a:lnTo>
                    <a:pt x="817765" y="446914"/>
                  </a:lnTo>
                  <a:lnTo>
                    <a:pt x="817588" y="446914"/>
                  </a:lnTo>
                  <a:lnTo>
                    <a:pt x="817588" y="464093"/>
                  </a:lnTo>
                  <a:lnTo>
                    <a:pt x="707143" y="464093"/>
                  </a:lnTo>
                  <a:lnTo>
                    <a:pt x="707143" y="419914"/>
                  </a:lnTo>
                  <a:lnTo>
                    <a:pt x="773568" y="419914"/>
                  </a:lnTo>
                  <a:lnTo>
                    <a:pt x="773568" y="198872"/>
                  </a:lnTo>
                  <a:lnTo>
                    <a:pt x="685172" y="198872"/>
                  </a:lnTo>
                  <a:lnTo>
                    <a:pt x="685172" y="198871"/>
                  </a:lnTo>
                  <a:lnTo>
                    <a:pt x="640886" y="198871"/>
                  </a:lnTo>
                  <a:close/>
                  <a:moveTo>
                    <a:pt x="464168" y="0"/>
                  </a:moveTo>
                  <a:lnTo>
                    <a:pt x="618824" y="132633"/>
                  </a:lnTo>
                  <a:lnTo>
                    <a:pt x="464168" y="265266"/>
                  </a:lnTo>
                  <a:lnTo>
                    <a:pt x="464168" y="207511"/>
                  </a:lnTo>
                  <a:lnTo>
                    <a:pt x="551479" y="132633"/>
                  </a:lnTo>
                  <a:lnTo>
                    <a:pt x="464168" y="57755"/>
                  </a:lnTo>
                  <a:close/>
                  <a:moveTo>
                    <a:pt x="419957" y="0"/>
                  </a:moveTo>
                  <a:lnTo>
                    <a:pt x="464136" y="0"/>
                  </a:lnTo>
                  <a:lnTo>
                    <a:pt x="464136" y="110445"/>
                  </a:lnTo>
                  <a:lnTo>
                    <a:pt x="446956" y="110445"/>
                  </a:lnTo>
                  <a:lnTo>
                    <a:pt x="446956" y="110446"/>
                  </a:lnTo>
                  <a:lnTo>
                    <a:pt x="110537" y="110446"/>
                  </a:lnTo>
                  <a:lnTo>
                    <a:pt x="110537" y="243037"/>
                  </a:lnTo>
                  <a:lnTo>
                    <a:pt x="66322" y="243037"/>
                  </a:lnTo>
                  <a:lnTo>
                    <a:pt x="66322" y="110402"/>
                  </a:lnTo>
                  <a:lnTo>
                    <a:pt x="66322" y="110401"/>
                  </a:lnTo>
                  <a:cubicBezTo>
                    <a:pt x="66322" y="86016"/>
                    <a:pt x="86090" y="66248"/>
                    <a:pt x="110475" y="66248"/>
                  </a:cubicBezTo>
                  <a:lnTo>
                    <a:pt x="110476" y="66248"/>
                  </a:lnTo>
                  <a:lnTo>
                    <a:pt x="419957" y="6624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05" name="Rectangle 2504">
              <a:extLst>
                <a:ext uri="{FF2B5EF4-FFF2-40B4-BE49-F238E27FC236}">
                  <a16:creationId xmlns:a16="http://schemas.microsoft.com/office/drawing/2014/main" id="{0B3E24A3-322F-EB8F-AEF9-EA4E48D93BCE}"/>
                </a:ext>
                <a:ext uri="{C183D7F6-B498-43B3-948B-1728B52AA6E4}">
                  <adec:decorative xmlns:adec="http://schemas.microsoft.com/office/drawing/2017/decorative" val="1"/>
                </a:ext>
              </a:extLst>
            </p:cNvPr>
            <p:cNvSpPr/>
            <p:nvPr/>
          </p:nvSpPr>
          <p:spPr>
            <a:xfrm>
              <a:off x="4303295" y="5179425"/>
              <a:ext cx="31107" cy="311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5" name="Group 114">
            <a:extLst>
              <a:ext uri="{FF2B5EF4-FFF2-40B4-BE49-F238E27FC236}">
                <a16:creationId xmlns:a16="http://schemas.microsoft.com/office/drawing/2014/main" id="{94ABBDD9-8441-A94B-72A9-DA4FABC7AD3B}"/>
              </a:ext>
              <a:ext uri="{C183D7F6-B498-43B3-948B-1728B52AA6E4}">
                <adec:decorative xmlns:adec="http://schemas.microsoft.com/office/drawing/2017/decorative" val="1"/>
              </a:ext>
            </a:extLst>
          </p:cNvPr>
          <p:cNvGrpSpPr>
            <a:grpSpLocks noChangeAspect="1"/>
          </p:cNvGrpSpPr>
          <p:nvPr/>
        </p:nvGrpSpPr>
        <p:grpSpPr>
          <a:xfrm>
            <a:off x="8389300" y="5118107"/>
            <a:ext cx="462792" cy="320040"/>
            <a:chOff x="8153349" y="5049527"/>
            <a:chExt cx="661132" cy="457200"/>
          </a:xfrm>
          <a:solidFill>
            <a:srgbClr val="FF0000"/>
          </a:solidFill>
        </p:grpSpPr>
        <p:sp>
          <p:nvSpPr>
            <p:cNvPr id="2670" name="Freeform: Shape 2669">
              <a:extLst>
                <a:ext uri="{FF2B5EF4-FFF2-40B4-BE49-F238E27FC236}">
                  <a16:creationId xmlns:a16="http://schemas.microsoft.com/office/drawing/2014/main" id="{F88C0FC6-3289-E612-A552-679EB4A1309F}"/>
                </a:ext>
                <a:ext uri="{C183D7F6-B498-43B3-948B-1728B52AA6E4}">
                  <adec:decorative xmlns:adec="http://schemas.microsoft.com/office/drawing/2017/decorative" val="1"/>
                </a:ext>
              </a:extLst>
            </p:cNvPr>
            <p:cNvSpPr/>
            <p:nvPr/>
          </p:nvSpPr>
          <p:spPr>
            <a:xfrm>
              <a:off x="8207366" y="5049527"/>
              <a:ext cx="607115" cy="457200"/>
            </a:xfrm>
            <a:custGeom>
              <a:avLst/>
              <a:gdLst>
                <a:gd name="connsiteX0" fmla="*/ 166676 w 649327"/>
                <a:gd name="connsiteY0" fmla="*/ 124292 h 488989"/>
                <a:gd name="connsiteX1" fmla="*/ 228628 w 649327"/>
                <a:gd name="connsiteY1" fmla="*/ 148305 h 488989"/>
                <a:gd name="connsiteX2" fmla="*/ 280331 w 649327"/>
                <a:gd name="connsiteY2" fmla="*/ 192832 h 488989"/>
                <a:gd name="connsiteX3" fmla="*/ 328636 w 649327"/>
                <a:gd name="connsiteY3" fmla="*/ 235361 h 488989"/>
                <a:gd name="connsiteX4" fmla="*/ 350511 w 649327"/>
                <a:gd name="connsiteY4" fmla="*/ 254199 h 488989"/>
                <a:gd name="connsiteX5" fmla="*/ 366998 w 649327"/>
                <a:gd name="connsiteY5" fmla="*/ 270890 h 488989"/>
                <a:gd name="connsiteX6" fmla="*/ 380140 w 649327"/>
                <a:gd name="connsiteY6" fmla="*/ 323946 h 488989"/>
                <a:gd name="connsiteX7" fmla="*/ 377302 w 649327"/>
                <a:gd name="connsiteY7" fmla="*/ 338730 h 488989"/>
                <a:gd name="connsiteX8" fmla="*/ 417820 w 649327"/>
                <a:gd name="connsiteY8" fmla="*/ 344802 h 488989"/>
                <a:gd name="connsiteX9" fmla="*/ 485474 w 649327"/>
                <a:gd name="connsiteY9" fmla="*/ 354236 h 488989"/>
                <a:gd name="connsiteX10" fmla="*/ 511437 w 649327"/>
                <a:gd name="connsiteY10" fmla="*/ 358253 h 488989"/>
                <a:gd name="connsiteX11" fmla="*/ 560902 w 649327"/>
                <a:gd name="connsiteY11" fmla="*/ 442764 h 488989"/>
                <a:gd name="connsiteX12" fmla="*/ 497258 w 649327"/>
                <a:gd name="connsiteY12" fmla="*/ 488988 h 488989"/>
                <a:gd name="connsiteX13" fmla="*/ 411749 w 649327"/>
                <a:gd name="connsiteY13" fmla="*/ 488934 h 488989"/>
                <a:gd name="connsiteX14" fmla="*/ 255200 w 649327"/>
                <a:gd name="connsiteY14" fmla="*/ 488921 h 488989"/>
                <a:gd name="connsiteX15" fmla="*/ 199353 w 649327"/>
                <a:gd name="connsiteY15" fmla="*/ 468183 h 488989"/>
                <a:gd name="connsiteX16" fmla="*/ 172678 w 649327"/>
                <a:gd name="connsiteY16" fmla="*/ 448804 h 488989"/>
                <a:gd name="connsiteX17" fmla="*/ 157821 w 649327"/>
                <a:gd name="connsiteY17" fmla="*/ 436866 h 488989"/>
                <a:gd name="connsiteX18" fmla="*/ 141319 w 649327"/>
                <a:gd name="connsiteY18" fmla="*/ 425291 h 488989"/>
                <a:gd name="connsiteX19" fmla="*/ 113225 w 649327"/>
                <a:gd name="connsiteY19" fmla="*/ 403042 h 488989"/>
                <a:gd name="connsiteX20" fmla="*/ 100024 w 649327"/>
                <a:gd name="connsiteY20" fmla="*/ 393019 h 488989"/>
                <a:gd name="connsiteX21" fmla="*/ 72939 w 649327"/>
                <a:gd name="connsiteY21" fmla="*/ 372164 h 488989"/>
                <a:gd name="connsiteX22" fmla="*/ 52905 w 649327"/>
                <a:gd name="connsiteY22" fmla="*/ 364460 h 488989"/>
                <a:gd name="connsiteX23" fmla="*/ 13444 w 649327"/>
                <a:gd name="connsiteY23" fmla="*/ 364571 h 488989"/>
                <a:gd name="connsiteX24" fmla="*/ 1955 w 649327"/>
                <a:gd name="connsiteY24" fmla="*/ 364084 h 488989"/>
                <a:gd name="connsiteX25" fmla="*/ 1582 w 649327"/>
                <a:gd name="connsiteY25" fmla="*/ 317791 h 488989"/>
                <a:gd name="connsiteX26" fmla="*/ 10352 w 649327"/>
                <a:gd name="connsiteY26" fmla="*/ 317008 h 488989"/>
                <a:gd name="connsiteX27" fmla="*/ 45868 w 649327"/>
                <a:gd name="connsiteY27" fmla="*/ 316886 h 488989"/>
                <a:gd name="connsiteX28" fmla="*/ 115154 w 649327"/>
                <a:gd name="connsiteY28" fmla="*/ 340458 h 488989"/>
                <a:gd name="connsiteX29" fmla="*/ 226752 w 649327"/>
                <a:gd name="connsiteY29" fmla="*/ 425415 h 488989"/>
                <a:gd name="connsiteX30" fmla="*/ 275680 w 649327"/>
                <a:gd name="connsiteY30" fmla="*/ 441669 h 488989"/>
                <a:gd name="connsiteX31" fmla="*/ 490111 w 649327"/>
                <a:gd name="connsiteY31" fmla="*/ 441782 h 488989"/>
                <a:gd name="connsiteX32" fmla="*/ 506125 w 649327"/>
                <a:gd name="connsiteY32" fmla="*/ 437673 h 488989"/>
                <a:gd name="connsiteX33" fmla="*/ 514444 w 649327"/>
                <a:gd name="connsiteY33" fmla="*/ 421344 h 488989"/>
                <a:gd name="connsiteX34" fmla="*/ 503965 w 649327"/>
                <a:gd name="connsiteY34" fmla="*/ 407548 h 488989"/>
                <a:gd name="connsiteX35" fmla="*/ 497672 w 649327"/>
                <a:gd name="connsiteY35" fmla="*/ 405848 h 488989"/>
                <a:gd name="connsiteX36" fmla="*/ 409346 w 649327"/>
                <a:gd name="connsiteY36" fmla="*/ 392347 h 488989"/>
                <a:gd name="connsiteX37" fmla="*/ 313278 w 649327"/>
                <a:gd name="connsiteY37" fmla="*/ 377474 h 488989"/>
                <a:gd name="connsiteX38" fmla="*/ 308072 w 649327"/>
                <a:gd name="connsiteY38" fmla="*/ 376770 h 488989"/>
                <a:gd name="connsiteX39" fmla="*/ 262347 w 649327"/>
                <a:gd name="connsiteY39" fmla="*/ 359620 h 488989"/>
                <a:gd name="connsiteX40" fmla="*/ 227340 w 649327"/>
                <a:gd name="connsiteY40" fmla="*/ 336470 h 488989"/>
                <a:gd name="connsiteX41" fmla="*/ 184315 w 649327"/>
                <a:gd name="connsiteY41" fmla="*/ 307316 h 488989"/>
                <a:gd name="connsiteX42" fmla="*/ 178636 w 649327"/>
                <a:gd name="connsiteY42" fmla="*/ 304626 h 488989"/>
                <a:gd name="connsiteX43" fmla="*/ 175166 w 649327"/>
                <a:gd name="connsiteY43" fmla="*/ 293781 h 488989"/>
                <a:gd name="connsiteX44" fmla="*/ 216491 w 649327"/>
                <a:gd name="connsiteY44" fmla="*/ 275254 h 488989"/>
                <a:gd name="connsiteX45" fmla="*/ 235220 w 649327"/>
                <a:gd name="connsiteY45" fmla="*/ 284425 h 488989"/>
                <a:gd name="connsiteX46" fmla="*/ 291780 w 649327"/>
                <a:gd name="connsiteY46" fmla="*/ 322471 h 488989"/>
                <a:gd name="connsiteX47" fmla="*/ 300515 w 649327"/>
                <a:gd name="connsiteY47" fmla="*/ 328295 h 488989"/>
                <a:gd name="connsiteX48" fmla="*/ 314333 w 649327"/>
                <a:gd name="connsiteY48" fmla="*/ 331673 h 488989"/>
                <a:gd name="connsiteX49" fmla="*/ 330244 w 649327"/>
                <a:gd name="connsiteY49" fmla="*/ 304202 h 488989"/>
                <a:gd name="connsiteX50" fmla="*/ 321002 w 649327"/>
                <a:gd name="connsiteY50" fmla="*/ 293749 h 488989"/>
                <a:gd name="connsiteX51" fmla="*/ 314134 w 649327"/>
                <a:gd name="connsiteY51" fmla="*/ 287890 h 488989"/>
                <a:gd name="connsiteX52" fmla="*/ 311963 w 649327"/>
                <a:gd name="connsiteY52" fmla="*/ 284718 h 488989"/>
                <a:gd name="connsiteX53" fmla="*/ 297187 w 649327"/>
                <a:gd name="connsiteY53" fmla="*/ 274104 h 488989"/>
                <a:gd name="connsiteX54" fmla="*/ 283599 w 649327"/>
                <a:gd name="connsiteY54" fmla="*/ 262301 h 488989"/>
                <a:gd name="connsiteX55" fmla="*/ 281519 w 649327"/>
                <a:gd name="connsiteY55" fmla="*/ 260762 h 488989"/>
                <a:gd name="connsiteX56" fmla="*/ 258989 w 649327"/>
                <a:gd name="connsiteY56" fmla="*/ 241209 h 488989"/>
                <a:gd name="connsiteX57" fmla="*/ 236080 w 649327"/>
                <a:gd name="connsiteY57" fmla="*/ 220134 h 488989"/>
                <a:gd name="connsiteX58" fmla="*/ 226563 w 649327"/>
                <a:gd name="connsiteY58" fmla="*/ 213572 h 488989"/>
                <a:gd name="connsiteX59" fmla="*/ 200243 w 649327"/>
                <a:gd name="connsiteY59" fmla="*/ 190464 h 488989"/>
                <a:gd name="connsiteX60" fmla="*/ 181665 w 649327"/>
                <a:gd name="connsiteY60" fmla="*/ 174480 h 488989"/>
                <a:gd name="connsiteX61" fmla="*/ 166391 w 649327"/>
                <a:gd name="connsiteY61" fmla="*/ 171658 h 488989"/>
                <a:gd name="connsiteX62" fmla="*/ 94038 w 649327"/>
                <a:gd name="connsiteY62" fmla="*/ 171647 h 488989"/>
                <a:gd name="connsiteX63" fmla="*/ 69787 w 649327"/>
                <a:gd name="connsiteY63" fmla="*/ 170132 h 488989"/>
                <a:gd name="connsiteX64" fmla="*/ 38750 w 649327"/>
                <a:gd name="connsiteY64" fmla="*/ 170132 h 488989"/>
                <a:gd name="connsiteX65" fmla="*/ 38750 w 649327"/>
                <a:gd name="connsiteY65" fmla="*/ 124649 h 488989"/>
                <a:gd name="connsiteX66" fmla="*/ 65157 w 649327"/>
                <a:gd name="connsiteY66" fmla="*/ 124649 h 488989"/>
                <a:gd name="connsiteX67" fmla="*/ 70643 w 649327"/>
                <a:gd name="connsiteY67" fmla="*/ 124372 h 488989"/>
                <a:gd name="connsiteX68" fmla="*/ 166676 w 649327"/>
                <a:gd name="connsiteY68" fmla="*/ 124292 h 488989"/>
                <a:gd name="connsiteX69" fmla="*/ 558688 w 649327"/>
                <a:gd name="connsiteY69" fmla="*/ 39728 h 488989"/>
                <a:gd name="connsiteX70" fmla="*/ 524414 w 649327"/>
                <a:gd name="connsiteY70" fmla="*/ 44620 h 488989"/>
                <a:gd name="connsiteX71" fmla="*/ 491634 w 649327"/>
                <a:gd name="connsiteY71" fmla="*/ 68253 h 488989"/>
                <a:gd name="connsiteX72" fmla="*/ 472472 w 649327"/>
                <a:gd name="connsiteY72" fmla="*/ 93296 h 488989"/>
                <a:gd name="connsiteX73" fmla="*/ 464847 w 649327"/>
                <a:gd name="connsiteY73" fmla="*/ 103179 h 488989"/>
                <a:gd name="connsiteX74" fmla="*/ 456425 w 649327"/>
                <a:gd name="connsiteY74" fmla="*/ 91998 h 488989"/>
                <a:gd name="connsiteX75" fmla="*/ 438022 w 649327"/>
                <a:gd name="connsiteY75" fmla="*/ 68029 h 488989"/>
                <a:gd name="connsiteX76" fmla="*/ 395245 w 649327"/>
                <a:gd name="connsiteY76" fmla="*/ 41220 h 488989"/>
                <a:gd name="connsiteX77" fmla="*/ 320924 w 649327"/>
                <a:gd name="connsiteY77" fmla="*/ 103166 h 488989"/>
                <a:gd name="connsiteX78" fmla="*/ 331195 w 649327"/>
                <a:gd name="connsiteY78" fmla="*/ 136865 h 488989"/>
                <a:gd name="connsiteX79" fmla="*/ 356348 w 649327"/>
                <a:gd name="connsiteY79" fmla="*/ 170414 h 488989"/>
                <a:gd name="connsiteX80" fmla="*/ 429426 w 649327"/>
                <a:gd name="connsiteY80" fmla="*/ 242407 h 488989"/>
                <a:gd name="connsiteX81" fmla="*/ 457782 w 649327"/>
                <a:gd name="connsiteY81" fmla="*/ 269823 h 488989"/>
                <a:gd name="connsiteX82" fmla="*/ 465410 w 649327"/>
                <a:gd name="connsiteY82" fmla="*/ 276457 h 488989"/>
                <a:gd name="connsiteX83" fmla="*/ 547366 w 649327"/>
                <a:gd name="connsiteY83" fmla="*/ 195719 h 488989"/>
                <a:gd name="connsiteX84" fmla="*/ 577434 w 649327"/>
                <a:gd name="connsiteY84" fmla="*/ 166329 h 488989"/>
                <a:gd name="connsiteX85" fmla="*/ 596771 w 649327"/>
                <a:gd name="connsiteY85" fmla="*/ 139874 h 488989"/>
                <a:gd name="connsiteX86" fmla="*/ 606820 w 649327"/>
                <a:gd name="connsiteY86" fmla="*/ 115748 h 488989"/>
                <a:gd name="connsiteX87" fmla="*/ 589545 w 649327"/>
                <a:gd name="connsiteY87" fmla="*/ 54675 h 488989"/>
                <a:gd name="connsiteX88" fmla="*/ 558688 w 649327"/>
                <a:gd name="connsiteY88" fmla="*/ 39728 h 488989"/>
                <a:gd name="connsiteX89" fmla="*/ 374442 w 649327"/>
                <a:gd name="connsiteY89" fmla="*/ 165 h 488989"/>
                <a:gd name="connsiteX90" fmla="*/ 459209 w 649327"/>
                <a:gd name="connsiteY90" fmla="*/ 32426 h 488989"/>
                <a:gd name="connsiteX91" fmla="*/ 463103 w 649327"/>
                <a:gd name="connsiteY91" fmla="*/ 35953 h 488989"/>
                <a:gd name="connsiteX92" fmla="*/ 465151 w 649327"/>
                <a:gd name="connsiteY92" fmla="*/ 36900 h 488989"/>
                <a:gd name="connsiteX93" fmla="*/ 471481 w 649327"/>
                <a:gd name="connsiteY93" fmla="*/ 31626 h 488989"/>
                <a:gd name="connsiteX94" fmla="*/ 501997 w 649327"/>
                <a:gd name="connsiteY94" fmla="*/ 10851 h 488989"/>
                <a:gd name="connsiteX95" fmla="*/ 538458 w 649327"/>
                <a:gd name="connsiteY95" fmla="*/ 449 h 488989"/>
                <a:gd name="connsiteX96" fmla="*/ 603646 w 649327"/>
                <a:gd name="connsiteY96" fmla="*/ 15721 h 488989"/>
                <a:gd name="connsiteX97" fmla="*/ 649162 w 649327"/>
                <a:gd name="connsiteY97" fmla="*/ 92915 h 488989"/>
                <a:gd name="connsiteX98" fmla="*/ 625172 w 649327"/>
                <a:gd name="connsiteY98" fmla="*/ 170476 h 488989"/>
                <a:gd name="connsiteX99" fmla="*/ 587358 w 649327"/>
                <a:gd name="connsiteY99" fmla="*/ 211994 h 488989"/>
                <a:gd name="connsiteX100" fmla="*/ 582677 w 649327"/>
                <a:gd name="connsiteY100" fmla="*/ 216602 h 488989"/>
                <a:gd name="connsiteX101" fmla="*/ 500939 w 649327"/>
                <a:gd name="connsiteY101" fmla="*/ 297967 h 488989"/>
                <a:gd name="connsiteX102" fmla="*/ 466715 w 649327"/>
                <a:gd name="connsiteY102" fmla="*/ 331164 h 488989"/>
                <a:gd name="connsiteX103" fmla="*/ 456930 w 649327"/>
                <a:gd name="connsiteY103" fmla="*/ 327398 h 488989"/>
                <a:gd name="connsiteX104" fmla="*/ 430456 w 649327"/>
                <a:gd name="connsiteY104" fmla="*/ 301845 h 488989"/>
                <a:gd name="connsiteX105" fmla="*/ 348369 w 649327"/>
                <a:gd name="connsiteY105" fmla="*/ 220286 h 488989"/>
                <a:gd name="connsiteX106" fmla="*/ 340477 w 649327"/>
                <a:gd name="connsiteY106" fmla="*/ 213669 h 488989"/>
                <a:gd name="connsiteX107" fmla="*/ 311065 w 649327"/>
                <a:gd name="connsiteY107" fmla="*/ 180614 h 488989"/>
                <a:gd name="connsiteX108" fmla="*/ 290854 w 649327"/>
                <a:gd name="connsiteY108" fmla="*/ 145994 h 488989"/>
                <a:gd name="connsiteX109" fmla="*/ 293877 w 649327"/>
                <a:gd name="connsiteY109" fmla="*/ 47407 h 488989"/>
                <a:gd name="connsiteX110" fmla="*/ 305513 w 649327"/>
                <a:gd name="connsiteY110" fmla="*/ 32047 h 488989"/>
                <a:gd name="connsiteX111" fmla="*/ 322826 w 649327"/>
                <a:gd name="connsiteY111" fmla="*/ 16716 h 488989"/>
                <a:gd name="connsiteX112" fmla="*/ 374442 w 649327"/>
                <a:gd name="connsiteY112" fmla="*/ 165 h 48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9327" h="488989">
                  <a:moveTo>
                    <a:pt x="166676" y="124292"/>
                  </a:moveTo>
                  <a:cubicBezTo>
                    <a:pt x="190563" y="124154"/>
                    <a:pt x="210940" y="131909"/>
                    <a:pt x="228628" y="148305"/>
                  </a:cubicBezTo>
                  <a:cubicBezTo>
                    <a:pt x="245297" y="163757"/>
                    <a:pt x="263151" y="177925"/>
                    <a:pt x="280331" y="192832"/>
                  </a:cubicBezTo>
                  <a:cubicBezTo>
                    <a:pt x="296534" y="206892"/>
                    <a:pt x="312527" y="221192"/>
                    <a:pt x="328636" y="235361"/>
                  </a:cubicBezTo>
                  <a:cubicBezTo>
                    <a:pt x="335865" y="241719"/>
                    <a:pt x="342811" y="248468"/>
                    <a:pt x="350511" y="254199"/>
                  </a:cubicBezTo>
                  <a:cubicBezTo>
                    <a:pt x="356943" y="258986"/>
                    <a:pt x="362168" y="264664"/>
                    <a:pt x="366998" y="270890"/>
                  </a:cubicBezTo>
                  <a:cubicBezTo>
                    <a:pt x="379219" y="286640"/>
                    <a:pt x="383672" y="304307"/>
                    <a:pt x="380140" y="323946"/>
                  </a:cubicBezTo>
                  <a:cubicBezTo>
                    <a:pt x="379295" y="328644"/>
                    <a:pt x="378343" y="333322"/>
                    <a:pt x="377302" y="338730"/>
                  </a:cubicBezTo>
                  <a:cubicBezTo>
                    <a:pt x="391093" y="340803"/>
                    <a:pt x="404442" y="342900"/>
                    <a:pt x="417820" y="344802"/>
                  </a:cubicBezTo>
                  <a:cubicBezTo>
                    <a:pt x="440363" y="348007"/>
                    <a:pt x="462928" y="351059"/>
                    <a:pt x="485474" y="354236"/>
                  </a:cubicBezTo>
                  <a:cubicBezTo>
                    <a:pt x="494148" y="355459"/>
                    <a:pt x="502914" y="356330"/>
                    <a:pt x="511437" y="358253"/>
                  </a:cubicBezTo>
                  <a:cubicBezTo>
                    <a:pt x="550024" y="366957"/>
                    <a:pt x="573037" y="405519"/>
                    <a:pt x="560902" y="442764"/>
                  </a:cubicBezTo>
                  <a:cubicBezTo>
                    <a:pt x="550150" y="475764"/>
                    <a:pt x="520181" y="489169"/>
                    <a:pt x="497258" y="488988"/>
                  </a:cubicBezTo>
                  <a:cubicBezTo>
                    <a:pt x="468756" y="488762"/>
                    <a:pt x="440252" y="488933"/>
                    <a:pt x="411749" y="488934"/>
                  </a:cubicBezTo>
                  <a:cubicBezTo>
                    <a:pt x="359566" y="488934"/>
                    <a:pt x="307384" y="488958"/>
                    <a:pt x="255200" y="488921"/>
                  </a:cubicBezTo>
                  <a:cubicBezTo>
                    <a:pt x="234041" y="488907"/>
                    <a:pt x="215977" y="481450"/>
                    <a:pt x="199353" y="468183"/>
                  </a:cubicBezTo>
                  <a:cubicBezTo>
                    <a:pt x="190864" y="461408"/>
                    <a:pt x="182341" y="454285"/>
                    <a:pt x="172678" y="448804"/>
                  </a:cubicBezTo>
                  <a:cubicBezTo>
                    <a:pt x="167223" y="445711"/>
                    <a:pt x="163281" y="439946"/>
                    <a:pt x="157821" y="436866"/>
                  </a:cubicBezTo>
                  <a:cubicBezTo>
                    <a:pt x="151871" y="433510"/>
                    <a:pt x="147972" y="427448"/>
                    <a:pt x="141319" y="425291"/>
                  </a:cubicBezTo>
                  <a:cubicBezTo>
                    <a:pt x="133105" y="416434"/>
                    <a:pt x="121165" y="412309"/>
                    <a:pt x="113225" y="403042"/>
                  </a:cubicBezTo>
                  <a:cubicBezTo>
                    <a:pt x="109607" y="398821"/>
                    <a:pt x="104419" y="396241"/>
                    <a:pt x="100024" y="393019"/>
                  </a:cubicBezTo>
                  <a:cubicBezTo>
                    <a:pt x="90821" y="386272"/>
                    <a:pt x="81675" y="379525"/>
                    <a:pt x="72939" y="372164"/>
                  </a:cubicBezTo>
                  <a:cubicBezTo>
                    <a:pt x="67260" y="367378"/>
                    <a:pt x="60952" y="364152"/>
                    <a:pt x="52905" y="364460"/>
                  </a:cubicBezTo>
                  <a:cubicBezTo>
                    <a:pt x="39768" y="364965"/>
                    <a:pt x="26599" y="364634"/>
                    <a:pt x="13444" y="364571"/>
                  </a:cubicBezTo>
                  <a:cubicBezTo>
                    <a:pt x="9554" y="364553"/>
                    <a:pt x="5665" y="364249"/>
                    <a:pt x="1955" y="364084"/>
                  </a:cubicBezTo>
                  <a:cubicBezTo>
                    <a:pt x="-487" y="354508"/>
                    <a:pt x="-675" y="329545"/>
                    <a:pt x="1582" y="317791"/>
                  </a:cubicBezTo>
                  <a:cubicBezTo>
                    <a:pt x="4389" y="317527"/>
                    <a:pt x="7368" y="317032"/>
                    <a:pt x="10352" y="317008"/>
                  </a:cubicBezTo>
                  <a:cubicBezTo>
                    <a:pt x="22191" y="316914"/>
                    <a:pt x="34046" y="317358"/>
                    <a:pt x="45868" y="316886"/>
                  </a:cubicBezTo>
                  <a:cubicBezTo>
                    <a:pt x="72071" y="315840"/>
                    <a:pt x="94621" y="324618"/>
                    <a:pt x="115154" y="340458"/>
                  </a:cubicBezTo>
                  <a:cubicBezTo>
                    <a:pt x="152170" y="369015"/>
                    <a:pt x="189517" y="397143"/>
                    <a:pt x="226752" y="425415"/>
                  </a:cubicBezTo>
                  <a:cubicBezTo>
                    <a:pt x="241198" y="436384"/>
                    <a:pt x="257626" y="441654"/>
                    <a:pt x="275680" y="441669"/>
                  </a:cubicBezTo>
                  <a:cubicBezTo>
                    <a:pt x="347157" y="441732"/>
                    <a:pt x="418634" y="441648"/>
                    <a:pt x="490111" y="441782"/>
                  </a:cubicBezTo>
                  <a:cubicBezTo>
                    <a:pt x="495964" y="441793"/>
                    <a:pt x="500928" y="440446"/>
                    <a:pt x="506125" y="437673"/>
                  </a:cubicBezTo>
                  <a:cubicBezTo>
                    <a:pt x="513121" y="433942"/>
                    <a:pt x="514639" y="428179"/>
                    <a:pt x="514444" y="421344"/>
                  </a:cubicBezTo>
                  <a:cubicBezTo>
                    <a:pt x="514246" y="414403"/>
                    <a:pt x="509014" y="410869"/>
                    <a:pt x="503965" y="407548"/>
                  </a:cubicBezTo>
                  <a:cubicBezTo>
                    <a:pt x="502238" y="406411"/>
                    <a:pt x="499822" y="406178"/>
                    <a:pt x="497672" y="405848"/>
                  </a:cubicBezTo>
                  <a:cubicBezTo>
                    <a:pt x="468235" y="401317"/>
                    <a:pt x="438784" y="396874"/>
                    <a:pt x="409346" y="392347"/>
                  </a:cubicBezTo>
                  <a:cubicBezTo>
                    <a:pt x="377319" y="387421"/>
                    <a:pt x="345301" y="382430"/>
                    <a:pt x="313278" y="377474"/>
                  </a:cubicBezTo>
                  <a:cubicBezTo>
                    <a:pt x="311548" y="377206"/>
                    <a:pt x="309816" y="376876"/>
                    <a:pt x="308072" y="376770"/>
                  </a:cubicBezTo>
                  <a:cubicBezTo>
                    <a:pt x="291071" y="375739"/>
                    <a:pt x="275892" y="369232"/>
                    <a:pt x="262347" y="359620"/>
                  </a:cubicBezTo>
                  <a:cubicBezTo>
                    <a:pt x="250907" y="351500"/>
                    <a:pt x="238840" y="344421"/>
                    <a:pt x="227340" y="336470"/>
                  </a:cubicBezTo>
                  <a:cubicBezTo>
                    <a:pt x="213090" y="326618"/>
                    <a:pt x="197655" y="318519"/>
                    <a:pt x="184315" y="307316"/>
                  </a:cubicBezTo>
                  <a:cubicBezTo>
                    <a:pt x="182765" y="306014"/>
                    <a:pt x="180493" y="305603"/>
                    <a:pt x="178636" y="304626"/>
                  </a:cubicBezTo>
                  <a:cubicBezTo>
                    <a:pt x="173751" y="302056"/>
                    <a:pt x="172744" y="298806"/>
                    <a:pt x="175166" y="293781"/>
                  </a:cubicBezTo>
                  <a:cubicBezTo>
                    <a:pt x="181963" y="279676"/>
                    <a:pt x="199797" y="271830"/>
                    <a:pt x="216491" y="275254"/>
                  </a:cubicBezTo>
                  <a:cubicBezTo>
                    <a:pt x="223608" y="276715"/>
                    <a:pt x="229417" y="280561"/>
                    <a:pt x="235220" y="284425"/>
                  </a:cubicBezTo>
                  <a:cubicBezTo>
                    <a:pt x="254133" y="297018"/>
                    <a:pt x="272934" y="309778"/>
                    <a:pt x="291780" y="322471"/>
                  </a:cubicBezTo>
                  <a:cubicBezTo>
                    <a:pt x="294682" y="324427"/>
                    <a:pt x="297521" y="326491"/>
                    <a:pt x="300515" y="328295"/>
                  </a:cubicBezTo>
                  <a:cubicBezTo>
                    <a:pt x="304740" y="330841"/>
                    <a:pt x="309343" y="331988"/>
                    <a:pt x="314333" y="331673"/>
                  </a:cubicBezTo>
                  <a:cubicBezTo>
                    <a:pt x="328630" y="330771"/>
                    <a:pt x="337001" y="316788"/>
                    <a:pt x="330244" y="304202"/>
                  </a:cubicBezTo>
                  <a:cubicBezTo>
                    <a:pt x="328126" y="300258"/>
                    <a:pt x="326524" y="295423"/>
                    <a:pt x="321002" y="293749"/>
                  </a:cubicBezTo>
                  <a:cubicBezTo>
                    <a:pt x="318356" y="292947"/>
                    <a:pt x="316309" y="290007"/>
                    <a:pt x="314134" y="287890"/>
                  </a:cubicBezTo>
                  <a:cubicBezTo>
                    <a:pt x="313231" y="287012"/>
                    <a:pt x="312932" y="285443"/>
                    <a:pt x="311963" y="284718"/>
                  </a:cubicBezTo>
                  <a:cubicBezTo>
                    <a:pt x="307108" y="281085"/>
                    <a:pt x="302110" y="277645"/>
                    <a:pt x="297187" y="274104"/>
                  </a:cubicBezTo>
                  <a:cubicBezTo>
                    <a:pt x="292305" y="270594"/>
                    <a:pt x="290389" y="263675"/>
                    <a:pt x="283599" y="262301"/>
                  </a:cubicBezTo>
                  <a:cubicBezTo>
                    <a:pt x="282828" y="262145"/>
                    <a:pt x="282072" y="261409"/>
                    <a:pt x="281519" y="260762"/>
                  </a:cubicBezTo>
                  <a:cubicBezTo>
                    <a:pt x="274981" y="253115"/>
                    <a:pt x="265935" y="248354"/>
                    <a:pt x="258989" y="241209"/>
                  </a:cubicBezTo>
                  <a:cubicBezTo>
                    <a:pt x="251750" y="233765"/>
                    <a:pt x="242504" y="228584"/>
                    <a:pt x="236080" y="220134"/>
                  </a:cubicBezTo>
                  <a:cubicBezTo>
                    <a:pt x="233867" y="217222"/>
                    <a:pt x="229001" y="216398"/>
                    <a:pt x="226563" y="213572"/>
                  </a:cubicBezTo>
                  <a:cubicBezTo>
                    <a:pt x="218848" y="204630"/>
                    <a:pt x="207982" y="199469"/>
                    <a:pt x="200243" y="190464"/>
                  </a:cubicBezTo>
                  <a:cubicBezTo>
                    <a:pt x="194971" y="184328"/>
                    <a:pt x="188256" y="179294"/>
                    <a:pt x="181665" y="174480"/>
                  </a:cubicBezTo>
                  <a:cubicBezTo>
                    <a:pt x="177327" y="171311"/>
                    <a:pt x="171711" y="171641"/>
                    <a:pt x="166391" y="171658"/>
                  </a:cubicBezTo>
                  <a:cubicBezTo>
                    <a:pt x="142274" y="171733"/>
                    <a:pt x="118155" y="171792"/>
                    <a:pt x="94038" y="171647"/>
                  </a:cubicBezTo>
                  <a:lnTo>
                    <a:pt x="69787" y="170132"/>
                  </a:lnTo>
                  <a:lnTo>
                    <a:pt x="38750" y="170132"/>
                  </a:lnTo>
                  <a:lnTo>
                    <a:pt x="38750" y="124649"/>
                  </a:lnTo>
                  <a:lnTo>
                    <a:pt x="65157" y="124649"/>
                  </a:lnTo>
                  <a:lnTo>
                    <a:pt x="70643" y="124372"/>
                  </a:lnTo>
                  <a:cubicBezTo>
                    <a:pt x="102654" y="124307"/>
                    <a:pt x="134666" y="124477"/>
                    <a:pt x="166676" y="124292"/>
                  </a:cubicBezTo>
                  <a:close/>
                  <a:moveTo>
                    <a:pt x="558688" y="39728"/>
                  </a:moveTo>
                  <a:cubicBezTo>
                    <a:pt x="547746" y="38119"/>
                    <a:pt x="536236" y="39815"/>
                    <a:pt x="524414" y="44620"/>
                  </a:cubicBezTo>
                  <a:cubicBezTo>
                    <a:pt x="511624" y="49817"/>
                    <a:pt x="500578" y="57796"/>
                    <a:pt x="491634" y="68253"/>
                  </a:cubicBezTo>
                  <a:cubicBezTo>
                    <a:pt x="484812" y="76228"/>
                    <a:pt x="478838" y="84928"/>
                    <a:pt x="472472" y="93296"/>
                  </a:cubicBezTo>
                  <a:cubicBezTo>
                    <a:pt x="470146" y="96353"/>
                    <a:pt x="467780" y="99380"/>
                    <a:pt x="464847" y="103179"/>
                  </a:cubicBezTo>
                  <a:cubicBezTo>
                    <a:pt x="461647" y="98928"/>
                    <a:pt x="459051" y="95452"/>
                    <a:pt x="456425" y="91998"/>
                  </a:cubicBezTo>
                  <a:cubicBezTo>
                    <a:pt x="450329" y="83976"/>
                    <a:pt x="444641" y="75595"/>
                    <a:pt x="438022" y="68029"/>
                  </a:cubicBezTo>
                  <a:cubicBezTo>
                    <a:pt x="426525" y="54886"/>
                    <a:pt x="412393" y="45535"/>
                    <a:pt x="395245" y="41220"/>
                  </a:cubicBezTo>
                  <a:cubicBezTo>
                    <a:pt x="358294" y="31922"/>
                    <a:pt x="318136" y="58935"/>
                    <a:pt x="320924" y="103166"/>
                  </a:cubicBezTo>
                  <a:cubicBezTo>
                    <a:pt x="321679" y="115160"/>
                    <a:pt x="325524" y="126329"/>
                    <a:pt x="331195" y="136865"/>
                  </a:cubicBezTo>
                  <a:cubicBezTo>
                    <a:pt x="337890" y="149305"/>
                    <a:pt x="346315" y="160490"/>
                    <a:pt x="356348" y="170414"/>
                  </a:cubicBezTo>
                  <a:cubicBezTo>
                    <a:pt x="380658" y="194462"/>
                    <a:pt x="405030" y="218446"/>
                    <a:pt x="429426" y="242407"/>
                  </a:cubicBezTo>
                  <a:cubicBezTo>
                    <a:pt x="438805" y="251619"/>
                    <a:pt x="448294" y="260721"/>
                    <a:pt x="457782" y="269823"/>
                  </a:cubicBezTo>
                  <a:cubicBezTo>
                    <a:pt x="459973" y="271925"/>
                    <a:pt x="462364" y="273820"/>
                    <a:pt x="465410" y="276457"/>
                  </a:cubicBezTo>
                  <a:cubicBezTo>
                    <a:pt x="492365" y="249779"/>
                    <a:pt x="519658" y="223865"/>
                    <a:pt x="547366" y="195719"/>
                  </a:cubicBezTo>
                  <a:cubicBezTo>
                    <a:pt x="557445" y="185973"/>
                    <a:pt x="568046" y="176700"/>
                    <a:pt x="577434" y="166329"/>
                  </a:cubicBezTo>
                  <a:cubicBezTo>
                    <a:pt x="584736" y="158263"/>
                    <a:pt x="591209" y="149234"/>
                    <a:pt x="596771" y="139874"/>
                  </a:cubicBezTo>
                  <a:cubicBezTo>
                    <a:pt x="601185" y="132445"/>
                    <a:pt x="604588" y="124112"/>
                    <a:pt x="606820" y="115748"/>
                  </a:cubicBezTo>
                  <a:cubicBezTo>
                    <a:pt x="613106" y="92193"/>
                    <a:pt x="607921" y="70888"/>
                    <a:pt x="589545" y="54675"/>
                  </a:cubicBezTo>
                  <a:cubicBezTo>
                    <a:pt x="580001" y="46254"/>
                    <a:pt x="569629" y="41338"/>
                    <a:pt x="558688" y="39728"/>
                  </a:cubicBezTo>
                  <a:close/>
                  <a:moveTo>
                    <a:pt x="374442" y="165"/>
                  </a:moveTo>
                  <a:cubicBezTo>
                    <a:pt x="407561" y="-1597"/>
                    <a:pt x="435078" y="10841"/>
                    <a:pt x="459209" y="32426"/>
                  </a:cubicBezTo>
                  <a:cubicBezTo>
                    <a:pt x="460514" y="33593"/>
                    <a:pt x="461781" y="34805"/>
                    <a:pt x="463103" y="35953"/>
                  </a:cubicBezTo>
                  <a:cubicBezTo>
                    <a:pt x="463418" y="36226"/>
                    <a:pt x="463884" y="36327"/>
                    <a:pt x="465151" y="36900"/>
                  </a:cubicBezTo>
                  <a:cubicBezTo>
                    <a:pt x="467064" y="35344"/>
                    <a:pt x="469790" y="33874"/>
                    <a:pt x="471481" y="31626"/>
                  </a:cubicBezTo>
                  <a:cubicBezTo>
                    <a:pt x="479322" y="21197"/>
                    <a:pt x="490885" y="16292"/>
                    <a:pt x="501997" y="10851"/>
                  </a:cubicBezTo>
                  <a:cubicBezTo>
                    <a:pt x="513474" y="5232"/>
                    <a:pt x="525669" y="1470"/>
                    <a:pt x="538458" y="449"/>
                  </a:cubicBezTo>
                  <a:cubicBezTo>
                    <a:pt x="561762" y="-1412"/>
                    <a:pt x="583936" y="2495"/>
                    <a:pt x="603646" y="15721"/>
                  </a:cubicBezTo>
                  <a:cubicBezTo>
                    <a:pt x="631061" y="34117"/>
                    <a:pt x="647385" y="59238"/>
                    <a:pt x="649162" y="92915"/>
                  </a:cubicBezTo>
                  <a:cubicBezTo>
                    <a:pt x="650682" y="121748"/>
                    <a:pt x="641625" y="147417"/>
                    <a:pt x="625172" y="170476"/>
                  </a:cubicBezTo>
                  <a:cubicBezTo>
                    <a:pt x="614279" y="185743"/>
                    <a:pt x="602785" y="200719"/>
                    <a:pt x="587358" y="211994"/>
                  </a:cubicBezTo>
                  <a:cubicBezTo>
                    <a:pt x="585609" y="213272"/>
                    <a:pt x="584230" y="215056"/>
                    <a:pt x="582677" y="216602"/>
                  </a:cubicBezTo>
                  <a:cubicBezTo>
                    <a:pt x="555651" y="243505"/>
                    <a:pt x="528624" y="270407"/>
                    <a:pt x="500939" y="297967"/>
                  </a:cubicBezTo>
                  <a:cubicBezTo>
                    <a:pt x="488972" y="309588"/>
                    <a:pt x="477663" y="320551"/>
                    <a:pt x="466715" y="331164"/>
                  </a:cubicBezTo>
                  <a:cubicBezTo>
                    <a:pt x="462221" y="331962"/>
                    <a:pt x="459514" y="329900"/>
                    <a:pt x="456930" y="327398"/>
                  </a:cubicBezTo>
                  <a:cubicBezTo>
                    <a:pt x="448120" y="318865"/>
                    <a:pt x="439167" y="310478"/>
                    <a:pt x="430456" y="301845"/>
                  </a:cubicBezTo>
                  <a:cubicBezTo>
                    <a:pt x="403057" y="274696"/>
                    <a:pt x="375761" y="247442"/>
                    <a:pt x="348369" y="220286"/>
                  </a:cubicBezTo>
                  <a:cubicBezTo>
                    <a:pt x="345939" y="217877"/>
                    <a:pt x="342956" y="216033"/>
                    <a:pt x="340477" y="213669"/>
                  </a:cubicBezTo>
                  <a:cubicBezTo>
                    <a:pt x="329768" y="203459"/>
                    <a:pt x="320210" y="192320"/>
                    <a:pt x="311065" y="180614"/>
                  </a:cubicBezTo>
                  <a:cubicBezTo>
                    <a:pt x="302651" y="169844"/>
                    <a:pt x="296336" y="158178"/>
                    <a:pt x="290854" y="145994"/>
                  </a:cubicBezTo>
                  <a:cubicBezTo>
                    <a:pt x="275897" y="112753"/>
                    <a:pt x="276819" y="79621"/>
                    <a:pt x="293877" y="47407"/>
                  </a:cubicBezTo>
                  <a:cubicBezTo>
                    <a:pt x="296767" y="41949"/>
                    <a:pt x="299737" y="36115"/>
                    <a:pt x="305513" y="32047"/>
                  </a:cubicBezTo>
                  <a:cubicBezTo>
                    <a:pt x="311730" y="27668"/>
                    <a:pt x="315623" y="20683"/>
                    <a:pt x="322826" y="16716"/>
                  </a:cubicBezTo>
                  <a:cubicBezTo>
                    <a:pt x="336157" y="9373"/>
                    <a:pt x="355092" y="1195"/>
                    <a:pt x="374442" y="16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671" name="Rectangle 2670">
              <a:extLst>
                <a:ext uri="{FF2B5EF4-FFF2-40B4-BE49-F238E27FC236}">
                  <a16:creationId xmlns:a16="http://schemas.microsoft.com/office/drawing/2014/main" id="{E10F5AFB-C294-3B36-DECC-71B883980517}"/>
                </a:ext>
                <a:ext uri="{C183D7F6-B498-43B3-948B-1728B52AA6E4}">
                  <adec:decorative xmlns:adec="http://schemas.microsoft.com/office/drawing/2017/decorative" val="1"/>
                </a:ext>
              </a:extLst>
            </p:cNvPr>
            <p:cNvSpPr/>
            <p:nvPr/>
          </p:nvSpPr>
          <p:spPr>
            <a:xfrm>
              <a:off x="8153349" y="5155017"/>
              <a:ext cx="62145" cy="62145"/>
            </a:xfrm>
            <a:prstGeom prst="rect">
              <a:avLst/>
            </a:prstGeom>
            <a:solidFill>
              <a:schemeClr val="bg1"/>
            </a:solidFill>
            <a:ln w="1155" cap="flat">
              <a:noFill/>
              <a:prstDash val="solid"/>
              <a:miter/>
            </a:ln>
          </p:spPr>
          <p:txBody>
            <a:bodyPr rtlCol="0" anchor="ctr"/>
            <a:lstStyle/>
            <a:p>
              <a:endParaRPr lang="en-US"/>
            </a:p>
          </p:txBody>
        </p:sp>
      </p:grpSp>
      <p:grpSp>
        <p:nvGrpSpPr>
          <p:cNvPr id="114" name="Group 113">
            <a:extLst>
              <a:ext uri="{FF2B5EF4-FFF2-40B4-BE49-F238E27FC236}">
                <a16:creationId xmlns:a16="http://schemas.microsoft.com/office/drawing/2014/main" id="{B6D4E723-CA90-B1EA-7BF2-721E714471E0}"/>
              </a:ext>
              <a:ext uri="{C183D7F6-B498-43B3-948B-1728B52AA6E4}">
                <adec:decorative xmlns:adec="http://schemas.microsoft.com/office/drawing/2017/decorative" val="1"/>
              </a:ext>
            </a:extLst>
          </p:cNvPr>
          <p:cNvGrpSpPr>
            <a:grpSpLocks noChangeAspect="1"/>
          </p:cNvGrpSpPr>
          <p:nvPr/>
        </p:nvGrpSpPr>
        <p:grpSpPr>
          <a:xfrm>
            <a:off x="9059790" y="5118107"/>
            <a:ext cx="425787" cy="320040"/>
            <a:chOff x="8985962" y="5049527"/>
            <a:chExt cx="608267" cy="457200"/>
          </a:xfrm>
          <a:solidFill>
            <a:srgbClr val="FF0000"/>
          </a:solidFill>
        </p:grpSpPr>
        <p:sp>
          <p:nvSpPr>
            <p:cNvPr id="2673" name="Freeform: Shape 2672">
              <a:extLst>
                <a:ext uri="{FF2B5EF4-FFF2-40B4-BE49-F238E27FC236}">
                  <a16:creationId xmlns:a16="http://schemas.microsoft.com/office/drawing/2014/main" id="{F768A7D9-69C9-9D90-7C70-BCA8D72D6F56}"/>
                </a:ext>
                <a:ext uri="{C183D7F6-B498-43B3-948B-1728B52AA6E4}">
                  <adec:decorative xmlns:adec="http://schemas.microsoft.com/office/drawing/2017/decorative" val="1"/>
                </a:ext>
              </a:extLst>
            </p:cNvPr>
            <p:cNvSpPr/>
            <p:nvPr/>
          </p:nvSpPr>
          <p:spPr>
            <a:xfrm>
              <a:off x="8985962" y="5049527"/>
              <a:ext cx="608267" cy="457200"/>
            </a:xfrm>
            <a:custGeom>
              <a:avLst/>
              <a:gdLst>
                <a:gd name="connsiteX0" fmla="*/ 764732 w 839664"/>
                <a:gd name="connsiteY0" fmla="*/ 97005 h 631128"/>
                <a:gd name="connsiteX1" fmla="*/ 838246 w 839664"/>
                <a:gd name="connsiteY1" fmla="*/ 151262 h 631128"/>
                <a:gd name="connsiteX2" fmla="*/ 839595 w 839664"/>
                <a:gd name="connsiteY2" fmla="*/ 168744 h 631128"/>
                <a:gd name="connsiteX3" fmla="*/ 839664 w 839664"/>
                <a:gd name="connsiteY3" fmla="*/ 381280 h 631128"/>
                <a:gd name="connsiteX4" fmla="*/ 826790 w 839664"/>
                <a:gd name="connsiteY4" fmla="*/ 429673 h 631128"/>
                <a:gd name="connsiteX5" fmla="*/ 804555 w 839664"/>
                <a:gd name="connsiteY5" fmla="*/ 459011 h 631128"/>
                <a:gd name="connsiteX6" fmla="*/ 737040 w 839664"/>
                <a:gd name="connsiteY6" fmla="*/ 546184 h 631128"/>
                <a:gd name="connsiteX7" fmla="*/ 733993 w 839664"/>
                <a:gd name="connsiteY7" fmla="*/ 550463 h 631128"/>
                <a:gd name="connsiteX8" fmla="*/ 718953 w 839664"/>
                <a:gd name="connsiteY8" fmla="*/ 594936 h 631128"/>
                <a:gd name="connsiteX9" fmla="*/ 718912 w 839664"/>
                <a:gd name="connsiteY9" fmla="*/ 621267 h 631128"/>
                <a:gd name="connsiteX10" fmla="*/ 716854 w 839664"/>
                <a:gd name="connsiteY10" fmla="*/ 630141 h 631128"/>
                <a:gd name="connsiteX11" fmla="*/ 675242 w 839664"/>
                <a:gd name="connsiteY11" fmla="*/ 630141 h 631128"/>
                <a:gd name="connsiteX12" fmla="*/ 673759 w 839664"/>
                <a:gd name="connsiteY12" fmla="*/ 628031 h 631128"/>
                <a:gd name="connsiteX13" fmla="*/ 677940 w 839664"/>
                <a:gd name="connsiteY13" fmla="*/ 548161 h 631128"/>
                <a:gd name="connsiteX14" fmla="*/ 691819 w 839664"/>
                <a:gd name="connsiteY14" fmla="*/ 522326 h 631128"/>
                <a:gd name="connsiteX15" fmla="*/ 721813 w 839664"/>
                <a:gd name="connsiteY15" fmla="*/ 484506 h 631128"/>
                <a:gd name="connsiteX16" fmla="*/ 751006 w 839664"/>
                <a:gd name="connsiteY16" fmla="*/ 446040 h 631128"/>
                <a:gd name="connsiteX17" fmla="*/ 778160 w 839664"/>
                <a:gd name="connsiteY17" fmla="*/ 410268 h 631128"/>
                <a:gd name="connsiteX18" fmla="*/ 791693 w 839664"/>
                <a:gd name="connsiteY18" fmla="*/ 376993 h 631128"/>
                <a:gd name="connsiteX19" fmla="*/ 792015 w 839664"/>
                <a:gd name="connsiteY19" fmla="*/ 362955 h 631128"/>
                <a:gd name="connsiteX20" fmla="*/ 792021 w 839664"/>
                <a:gd name="connsiteY20" fmla="*/ 173254 h 631128"/>
                <a:gd name="connsiteX21" fmla="*/ 791774 w 839664"/>
                <a:gd name="connsiteY21" fmla="*/ 160971 h 631128"/>
                <a:gd name="connsiteX22" fmla="*/ 775219 w 839664"/>
                <a:gd name="connsiteY22" fmla="*/ 143858 h 631128"/>
                <a:gd name="connsiteX23" fmla="*/ 759131 w 839664"/>
                <a:gd name="connsiteY23" fmla="*/ 159193 h 631128"/>
                <a:gd name="connsiteX24" fmla="*/ 748972 w 839664"/>
                <a:gd name="connsiteY24" fmla="*/ 221520 h 631128"/>
                <a:gd name="connsiteX25" fmla="*/ 732894 w 839664"/>
                <a:gd name="connsiteY25" fmla="*/ 327293 h 631128"/>
                <a:gd name="connsiteX26" fmla="*/ 704993 w 839664"/>
                <a:gd name="connsiteY26" fmla="*/ 394213 h 631128"/>
                <a:gd name="connsiteX27" fmla="*/ 663487 w 839664"/>
                <a:gd name="connsiteY27" fmla="*/ 454960 h 631128"/>
                <a:gd name="connsiteX28" fmla="*/ 656352 w 839664"/>
                <a:gd name="connsiteY28" fmla="*/ 464697 h 631128"/>
                <a:gd name="connsiteX29" fmla="*/ 636768 w 839664"/>
                <a:gd name="connsiteY29" fmla="*/ 454211 h 631128"/>
                <a:gd name="connsiteX30" fmla="*/ 640073 w 839664"/>
                <a:gd name="connsiteY30" fmla="*/ 406439 h 631128"/>
                <a:gd name="connsiteX31" fmla="*/ 680663 w 839664"/>
                <a:gd name="connsiteY31" fmla="*/ 346755 h 631128"/>
                <a:gd name="connsiteX32" fmla="*/ 685583 w 839664"/>
                <a:gd name="connsiteY32" fmla="*/ 337844 h 631128"/>
                <a:gd name="connsiteX33" fmla="*/ 678733 w 839664"/>
                <a:gd name="connsiteY33" fmla="*/ 319260 h 631128"/>
                <a:gd name="connsiteX34" fmla="*/ 655721 w 839664"/>
                <a:gd name="connsiteY34" fmla="*/ 320545 h 631128"/>
                <a:gd name="connsiteX35" fmla="*/ 636274 w 839664"/>
                <a:gd name="connsiteY35" fmla="*/ 340771 h 631128"/>
                <a:gd name="connsiteX36" fmla="*/ 593697 w 839664"/>
                <a:gd name="connsiteY36" fmla="*/ 389709 h 631128"/>
                <a:gd name="connsiteX37" fmla="*/ 540588 w 839664"/>
                <a:gd name="connsiteY37" fmla="*/ 450343 h 631128"/>
                <a:gd name="connsiteX38" fmla="*/ 532887 w 839664"/>
                <a:gd name="connsiteY38" fmla="*/ 473033 h 631128"/>
                <a:gd name="connsiteX39" fmla="*/ 532722 w 839664"/>
                <a:gd name="connsiteY39" fmla="*/ 515186 h 631128"/>
                <a:gd name="connsiteX40" fmla="*/ 530927 w 839664"/>
                <a:gd name="connsiteY40" fmla="*/ 533615 h 631128"/>
                <a:gd name="connsiteX41" fmla="*/ 486555 w 839664"/>
                <a:gd name="connsiteY41" fmla="*/ 533615 h 631128"/>
                <a:gd name="connsiteX42" fmla="*/ 485441 w 839664"/>
                <a:gd name="connsiteY42" fmla="*/ 522886 h 631128"/>
                <a:gd name="connsiteX43" fmla="*/ 486294 w 839664"/>
                <a:gd name="connsiteY43" fmla="*/ 466724 h 631128"/>
                <a:gd name="connsiteX44" fmla="*/ 488015 w 839664"/>
                <a:gd name="connsiteY44" fmla="*/ 454840 h 631128"/>
                <a:gd name="connsiteX45" fmla="*/ 493894 w 839664"/>
                <a:gd name="connsiteY45" fmla="*/ 433146 h 631128"/>
                <a:gd name="connsiteX46" fmla="*/ 503111 w 839664"/>
                <a:gd name="connsiteY46" fmla="*/ 418554 h 631128"/>
                <a:gd name="connsiteX47" fmla="*/ 517614 w 839664"/>
                <a:gd name="connsiteY47" fmla="*/ 401536 h 631128"/>
                <a:gd name="connsiteX48" fmla="*/ 556409 w 839664"/>
                <a:gd name="connsiteY48" fmla="*/ 359524 h 631128"/>
                <a:gd name="connsiteX49" fmla="*/ 564631 w 839664"/>
                <a:gd name="connsiteY49" fmla="*/ 350498 h 631128"/>
                <a:gd name="connsiteX50" fmla="*/ 587562 w 839664"/>
                <a:gd name="connsiteY50" fmla="*/ 324504 h 631128"/>
                <a:gd name="connsiteX51" fmla="*/ 591158 w 839664"/>
                <a:gd name="connsiteY51" fmla="*/ 320697 h 631128"/>
                <a:gd name="connsiteX52" fmla="*/ 616338 w 839664"/>
                <a:gd name="connsiteY52" fmla="*/ 292273 h 631128"/>
                <a:gd name="connsiteX53" fmla="*/ 686497 w 839664"/>
                <a:gd name="connsiteY53" fmla="*/ 271315 h 631128"/>
                <a:gd name="connsiteX54" fmla="*/ 691260 w 839664"/>
                <a:gd name="connsiteY54" fmla="*/ 271827 h 631128"/>
                <a:gd name="connsiteX55" fmla="*/ 695062 w 839664"/>
                <a:gd name="connsiteY55" fmla="*/ 261305 h 631128"/>
                <a:gd name="connsiteX56" fmla="*/ 706955 w 839664"/>
                <a:gd name="connsiteY56" fmla="*/ 177906 h 631128"/>
                <a:gd name="connsiteX57" fmla="*/ 714986 w 839664"/>
                <a:gd name="connsiteY57" fmla="*/ 136687 h 631128"/>
                <a:gd name="connsiteX58" fmla="*/ 764732 w 839664"/>
                <a:gd name="connsiteY58" fmla="*/ 97005 h 631128"/>
                <a:gd name="connsiteX59" fmla="*/ 65426 w 839664"/>
                <a:gd name="connsiteY59" fmla="*/ 95987 h 631128"/>
                <a:gd name="connsiteX60" fmla="*/ 110439 w 839664"/>
                <a:gd name="connsiteY60" fmla="*/ 115486 h 631128"/>
                <a:gd name="connsiteX61" fmla="*/ 127483 w 839664"/>
                <a:gd name="connsiteY61" fmla="*/ 147432 h 631128"/>
                <a:gd name="connsiteX62" fmla="*/ 137331 w 839664"/>
                <a:gd name="connsiteY62" fmla="*/ 213336 h 631128"/>
                <a:gd name="connsiteX63" fmla="*/ 145837 w 839664"/>
                <a:gd name="connsiteY63" fmla="*/ 271574 h 631128"/>
                <a:gd name="connsiteX64" fmla="*/ 156205 w 839664"/>
                <a:gd name="connsiteY64" fmla="*/ 270285 h 631128"/>
                <a:gd name="connsiteX65" fmla="*/ 218795 w 839664"/>
                <a:gd name="connsiteY65" fmla="*/ 289260 h 631128"/>
                <a:gd name="connsiteX66" fmla="*/ 270184 w 839664"/>
                <a:gd name="connsiteY66" fmla="*/ 346703 h 631128"/>
                <a:gd name="connsiteX67" fmla="*/ 302572 w 839664"/>
                <a:gd name="connsiteY67" fmla="*/ 383489 h 631128"/>
                <a:gd name="connsiteX68" fmla="*/ 336387 w 839664"/>
                <a:gd name="connsiteY68" fmla="*/ 421419 h 631128"/>
                <a:gd name="connsiteX69" fmla="*/ 351736 w 839664"/>
                <a:gd name="connsiteY69" fmla="*/ 459752 h 631128"/>
                <a:gd name="connsiteX70" fmla="*/ 351675 w 839664"/>
                <a:gd name="connsiteY70" fmla="*/ 624828 h 631128"/>
                <a:gd name="connsiteX71" fmla="*/ 350578 w 839664"/>
                <a:gd name="connsiteY71" fmla="*/ 629227 h 631128"/>
                <a:gd name="connsiteX72" fmla="*/ 307040 w 839664"/>
                <a:gd name="connsiteY72" fmla="*/ 630089 h 631128"/>
                <a:gd name="connsiteX73" fmla="*/ 306023 w 839664"/>
                <a:gd name="connsiteY73" fmla="*/ 614161 h 631128"/>
                <a:gd name="connsiteX74" fmla="*/ 306205 w 839664"/>
                <a:gd name="connsiteY74" fmla="*/ 475422 h 631128"/>
                <a:gd name="connsiteX75" fmla="*/ 293220 w 839664"/>
                <a:gd name="connsiteY75" fmla="*/ 446863 h 631128"/>
                <a:gd name="connsiteX76" fmla="*/ 275045 w 839664"/>
                <a:gd name="connsiteY76" fmla="*/ 425753 h 631128"/>
                <a:gd name="connsiteX77" fmla="*/ 269230 w 839664"/>
                <a:gd name="connsiteY77" fmla="*/ 419535 h 631128"/>
                <a:gd name="connsiteX78" fmla="*/ 250373 w 839664"/>
                <a:gd name="connsiteY78" fmla="*/ 396782 h 631128"/>
                <a:gd name="connsiteX79" fmla="*/ 247241 w 839664"/>
                <a:gd name="connsiteY79" fmla="*/ 392615 h 631128"/>
                <a:gd name="connsiteX80" fmla="*/ 217617 w 839664"/>
                <a:gd name="connsiteY80" fmla="*/ 360806 h 631128"/>
                <a:gd name="connsiteX81" fmla="*/ 203706 w 839664"/>
                <a:gd name="connsiteY81" fmla="*/ 343074 h 631128"/>
                <a:gd name="connsiteX82" fmla="*/ 184399 w 839664"/>
                <a:gd name="connsiteY82" fmla="*/ 323093 h 631128"/>
                <a:gd name="connsiteX83" fmla="*/ 167593 w 839664"/>
                <a:gd name="connsiteY83" fmla="*/ 316606 h 631128"/>
                <a:gd name="connsiteX84" fmla="*/ 153781 w 839664"/>
                <a:gd name="connsiteY84" fmla="*/ 330288 h 631128"/>
                <a:gd name="connsiteX85" fmla="*/ 158180 w 839664"/>
                <a:gd name="connsiteY85" fmla="*/ 348593 h 631128"/>
                <a:gd name="connsiteX86" fmla="*/ 182994 w 839664"/>
                <a:gd name="connsiteY86" fmla="*/ 384612 h 631128"/>
                <a:gd name="connsiteX87" fmla="*/ 202552 w 839664"/>
                <a:gd name="connsiteY87" fmla="*/ 413634 h 631128"/>
                <a:gd name="connsiteX88" fmla="*/ 206539 w 839664"/>
                <a:gd name="connsiteY88" fmla="*/ 443978 h 631128"/>
                <a:gd name="connsiteX89" fmla="*/ 184797 w 839664"/>
                <a:gd name="connsiteY89" fmla="*/ 465862 h 631128"/>
                <a:gd name="connsiteX90" fmla="*/ 177208 w 839664"/>
                <a:gd name="connsiteY90" fmla="*/ 459424 h 631128"/>
                <a:gd name="connsiteX91" fmla="*/ 150087 w 839664"/>
                <a:gd name="connsiteY91" fmla="*/ 419663 h 631128"/>
                <a:gd name="connsiteX92" fmla="*/ 118652 w 839664"/>
                <a:gd name="connsiteY92" fmla="*/ 372498 h 631128"/>
                <a:gd name="connsiteX93" fmla="*/ 109635 w 839664"/>
                <a:gd name="connsiteY93" fmla="*/ 346250 h 631128"/>
                <a:gd name="connsiteX94" fmla="*/ 81402 w 839664"/>
                <a:gd name="connsiteY94" fmla="*/ 164216 h 631128"/>
                <a:gd name="connsiteX95" fmla="*/ 68007 w 839664"/>
                <a:gd name="connsiteY95" fmla="*/ 144902 h 631128"/>
                <a:gd name="connsiteX96" fmla="*/ 49435 w 839664"/>
                <a:gd name="connsiteY96" fmla="*/ 152735 h 631128"/>
                <a:gd name="connsiteX97" fmla="*/ 47733 w 839664"/>
                <a:gd name="connsiteY97" fmla="*/ 170077 h 631128"/>
                <a:gd name="connsiteX98" fmla="*/ 47661 w 839664"/>
                <a:gd name="connsiteY98" fmla="*/ 294769 h 631128"/>
                <a:gd name="connsiteX99" fmla="*/ 47541 w 839664"/>
                <a:gd name="connsiteY99" fmla="*/ 366771 h 631128"/>
                <a:gd name="connsiteX100" fmla="*/ 61859 w 839664"/>
                <a:gd name="connsiteY100" fmla="*/ 414033 h 631128"/>
                <a:gd name="connsiteX101" fmla="*/ 145139 w 839664"/>
                <a:gd name="connsiteY101" fmla="*/ 521791 h 631128"/>
                <a:gd name="connsiteX102" fmla="*/ 167278 w 839664"/>
                <a:gd name="connsiteY102" fmla="*/ 584985 h 631128"/>
                <a:gd name="connsiteX103" fmla="*/ 166672 w 839664"/>
                <a:gd name="connsiteY103" fmla="*/ 629477 h 631128"/>
                <a:gd name="connsiteX104" fmla="*/ 122044 w 839664"/>
                <a:gd name="connsiteY104" fmla="*/ 629894 h 631128"/>
                <a:gd name="connsiteX105" fmla="*/ 119192 w 839664"/>
                <a:gd name="connsiteY105" fmla="*/ 570525 h 631128"/>
                <a:gd name="connsiteX106" fmla="*/ 77467 w 839664"/>
                <a:gd name="connsiteY106" fmla="*/ 515491 h 631128"/>
                <a:gd name="connsiteX107" fmla="*/ 36897 w 839664"/>
                <a:gd name="connsiteY107" fmla="*/ 464282 h 631128"/>
                <a:gd name="connsiteX108" fmla="*/ 12289 w 839664"/>
                <a:gd name="connsiteY108" fmla="*/ 431099 h 631128"/>
                <a:gd name="connsiteX109" fmla="*/ 116 w 839664"/>
                <a:gd name="connsiteY109" fmla="*/ 387808 h 631128"/>
                <a:gd name="connsiteX110" fmla="*/ 259 w 839664"/>
                <a:gd name="connsiteY110" fmla="*/ 243800 h 631128"/>
                <a:gd name="connsiteX111" fmla="*/ 33 w 839664"/>
                <a:gd name="connsiteY111" fmla="*/ 164777 h 631128"/>
                <a:gd name="connsiteX112" fmla="*/ 13593 w 839664"/>
                <a:gd name="connsiteY112" fmla="*/ 118320 h 631128"/>
                <a:gd name="connsiteX113" fmla="*/ 20649 w 839664"/>
                <a:gd name="connsiteY113" fmla="*/ 110625 h 631128"/>
                <a:gd name="connsiteX114" fmla="*/ 65426 w 839664"/>
                <a:gd name="connsiteY114" fmla="*/ 95987 h 631128"/>
                <a:gd name="connsiteX115" fmla="*/ 529792 w 839664"/>
                <a:gd name="connsiteY115" fmla="*/ 46982 h 631128"/>
                <a:gd name="connsiteX116" fmla="*/ 493030 w 839664"/>
                <a:gd name="connsiteY116" fmla="*/ 54264 h 631128"/>
                <a:gd name="connsiteX117" fmla="*/ 451359 w 839664"/>
                <a:gd name="connsiteY117" fmla="*/ 85632 h 631128"/>
                <a:gd name="connsiteX118" fmla="*/ 430304 w 839664"/>
                <a:gd name="connsiteY118" fmla="*/ 113650 h 631128"/>
                <a:gd name="connsiteX119" fmla="*/ 419905 w 839664"/>
                <a:gd name="connsiteY119" fmla="*/ 126821 h 631128"/>
                <a:gd name="connsiteX120" fmla="*/ 408612 w 839664"/>
                <a:gd name="connsiteY120" fmla="*/ 112258 h 631128"/>
                <a:gd name="connsiteX121" fmla="*/ 389700 w 839664"/>
                <a:gd name="connsiteY121" fmla="*/ 87003 h 631128"/>
                <a:gd name="connsiteX122" fmla="*/ 332079 w 839664"/>
                <a:gd name="connsiteY122" fmla="*/ 49138 h 631128"/>
                <a:gd name="connsiteX123" fmla="*/ 236315 w 839664"/>
                <a:gd name="connsiteY123" fmla="*/ 113029 h 631128"/>
                <a:gd name="connsiteX124" fmla="*/ 249509 w 839664"/>
                <a:gd name="connsiteY124" fmla="*/ 177085 h 631128"/>
                <a:gd name="connsiteX125" fmla="*/ 282968 w 839664"/>
                <a:gd name="connsiteY125" fmla="*/ 221900 h 631128"/>
                <a:gd name="connsiteX126" fmla="*/ 411986 w 839664"/>
                <a:gd name="connsiteY126" fmla="*/ 350917 h 631128"/>
                <a:gd name="connsiteX127" fmla="*/ 420298 w 839664"/>
                <a:gd name="connsiteY127" fmla="*/ 357793 h 631128"/>
                <a:gd name="connsiteX128" fmla="*/ 433547 w 839664"/>
                <a:gd name="connsiteY128" fmla="*/ 345236 h 631128"/>
                <a:gd name="connsiteX129" fmla="*/ 537736 w 839664"/>
                <a:gd name="connsiteY129" fmla="*/ 241013 h 631128"/>
                <a:gd name="connsiteX130" fmla="*/ 571926 w 839664"/>
                <a:gd name="connsiteY130" fmla="*/ 204787 h 631128"/>
                <a:gd name="connsiteX131" fmla="*/ 593382 w 839664"/>
                <a:gd name="connsiteY131" fmla="*/ 170758 h 631128"/>
                <a:gd name="connsiteX132" fmla="*/ 604855 w 839664"/>
                <a:gd name="connsiteY132" fmla="*/ 121791 h 631128"/>
                <a:gd name="connsiteX133" fmla="*/ 529792 w 839664"/>
                <a:gd name="connsiteY133" fmla="*/ 46982 h 631128"/>
                <a:gd name="connsiteX134" fmla="*/ 324543 w 839664"/>
                <a:gd name="connsiteY134" fmla="*/ 405 h 631128"/>
                <a:gd name="connsiteX135" fmla="*/ 405304 w 839664"/>
                <a:gd name="connsiteY135" fmla="*/ 36239 h 631128"/>
                <a:gd name="connsiteX136" fmla="*/ 419424 w 839664"/>
                <a:gd name="connsiteY136" fmla="*/ 48469 h 631128"/>
                <a:gd name="connsiteX137" fmla="*/ 442227 w 839664"/>
                <a:gd name="connsiteY137" fmla="*/ 27923 h 631128"/>
                <a:gd name="connsiteX138" fmla="*/ 501317 w 839664"/>
                <a:gd name="connsiteY138" fmla="*/ 2353 h 631128"/>
                <a:gd name="connsiteX139" fmla="*/ 595209 w 839664"/>
                <a:gd name="connsiteY139" fmla="*/ 20378 h 631128"/>
                <a:gd name="connsiteX140" fmla="*/ 651242 w 839664"/>
                <a:gd name="connsiteY140" fmla="*/ 120189 h 631128"/>
                <a:gd name="connsiteX141" fmla="*/ 633390 w 839664"/>
                <a:gd name="connsiteY141" fmla="*/ 196098 h 631128"/>
                <a:gd name="connsiteX142" fmla="*/ 596985 w 839664"/>
                <a:gd name="connsiteY142" fmla="*/ 247281 h 631128"/>
                <a:gd name="connsiteX143" fmla="*/ 541710 w 839664"/>
                <a:gd name="connsiteY143" fmla="*/ 302967 h 631128"/>
                <a:gd name="connsiteX144" fmla="*/ 421097 w 839664"/>
                <a:gd name="connsiteY144" fmla="*/ 423584 h 631128"/>
                <a:gd name="connsiteX145" fmla="*/ 412037 w 839664"/>
                <a:gd name="connsiteY145" fmla="*/ 419655 h 631128"/>
                <a:gd name="connsiteX146" fmla="*/ 405709 w 839664"/>
                <a:gd name="connsiteY146" fmla="*/ 413615 h 631128"/>
                <a:gd name="connsiteX147" fmla="*/ 256400 w 839664"/>
                <a:gd name="connsiteY147" fmla="*/ 265083 h 631128"/>
                <a:gd name="connsiteX148" fmla="*/ 210970 w 839664"/>
                <a:gd name="connsiteY148" fmla="*/ 206248 h 631128"/>
                <a:gd name="connsiteX149" fmla="*/ 188667 w 839664"/>
                <a:gd name="connsiteY149" fmla="*/ 115740 h 631128"/>
                <a:gd name="connsiteX150" fmla="*/ 209841 w 839664"/>
                <a:gd name="connsiteY150" fmla="*/ 53585 h 631128"/>
                <a:gd name="connsiteX151" fmla="*/ 220785 w 839664"/>
                <a:gd name="connsiteY151" fmla="*/ 38008 h 631128"/>
                <a:gd name="connsiteX152" fmla="*/ 293611 w 839664"/>
                <a:gd name="connsiteY152" fmla="*/ 1788 h 631128"/>
                <a:gd name="connsiteX153" fmla="*/ 324543 w 839664"/>
                <a:gd name="connsiteY153" fmla="*/ 405 h 631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39664" h="631128">
                  <a:moveTo>
                    <a:pt x="764732" y="97005"/>
                  </a:moveTo>
                  <a:cubicBezTo>
                    <a:pt x="803418" y="91367"/>
                    <a:pt x="833915" y="118407"/>
                    <a:pt x="838246" y="151262"/>
                  </a:cubicBezTo>
                  <a:cubicBezTo>
                    <a:pt x="839009" y="157050"/>
                    <a:pt x="839587" y="162914"/>
                    <a:pt x="839595" y="168744"/>
                  </a:cubicBezTo>
                  <a:cubicBezTo>
                    <a:pt x="839685" y="239590"/>
                    <a:pt x="839633" y="310434"/>
                    <a:pt x="839664" y="381280"/>
                  </a:cubicBezTo>
                  <a:cubicBezTo>
                    <a:pt x="839672" y="398579"/>
                    <a:pt x="836887" y="415200"/>
                    <a:pt x="826790" y="429673"/>
                  </a:cubicBezTo>
                  <a:cubicBezTo>
                    <a:pt x="819774" y="439729"/>
                    <a:pt x="812061" y="449302"/>
                    <a:pt x="804555" y="459011"/>
                  </a:cubicBezTo>
                  <a:cubicBezTo>
                    <a:pt x="782074" y="488087"/>
                    <a:pt x="759539" y="517121"/>
                    <a:pt x="737040" y="546184"/>
                  </a:cubicBezTo>
                  <a:cubicBezTo>
                    <a:pt x="735966" y="547570"/>
                    <a:pt x="735278" y="549348"/>
                    <a:pt x="733993" y="550463"/>
                  </a:cubicBezTo>
                  <a:cubicBezTo>
                    <a:pt x="720262" y="562375"/>
                    <a:pt x="717430" y="577742"/>
                    <a:pt x="718953" y="594936"/>
                  </a:cubicBezTo>
                  <a:cubicBezTo>
                    <a:pt x="719725" y="603647"/>
                    <a:pt x="719189" y="612493"/>
                    <a:pt x="718912" y="621267"/>
                  </a:cubicBezTo>
                  <a:cubicBezTo>
                    <a:pt x="718824" y="624050"/>
                    <a:pt x="717664" y="626799"/>
                    <a:pt x="716854" y="630141"/>
                  </a:cubicBezTo>
                  <a:cubicBezTo>
                    <a:pt x="702522" y="630141"/>
                    <a:pt x="688635" y="630141"/>
                    <a:pt x="675242" y="630141"/>
                  </a:cubicBezTo>
                  <a:cubicBezTo>
                    <a:pt x="674405" y="628983"/>
                    <a:pt x="673784" y="628522"/>
                    <a:pt x="673759" y="628031"/>
                  </a:cubicBezTo>
                  <a:cubicBezTo>
                    <a:pt x="672407" y="601282"/>
                    <a:pt x="669578" y="574593"/>
                    <a:pt x="677940" y="548161"/>
                  </a:cubicBezTo>
                  <a:cubicBezTo>
                    <a:pt x="681025" y="538412"/>
                    <a:pt x="686449" y="530250"/>
                    <a:pt x="691819" y="522326"/>
                  </a:cubicBezTo>
                  <a:cubicBezTo>
                    <a:pt x="700822" y="509042"/>
                    <a:pt x="713146" y="497967"/>
                    <a:pt x="721813" y="484506"/>
                  </a:cubicBezTo>
                  <a:cubicBezTo>
                    <a:pt x="730598" y="470863"/>
                    <a:pt x="741379" y="458905"/>
                    <a:pt x="751006" y="446040"/>
                  </a:cubicBezTo>
                  <a:cubicBezTo>
                    <a:pt x="759956" y="434080"/>
                    <a:pt x="768084" y="421419"/>
                    <a:pt x="778160" y="410268"/>
                  </a:cubicBezTo>
                  <a:cubicBezTo>
                    <a:pt x="786651" y="400872"/>
                    <a:pt x="791140" y="389682"/>
                    <a:pt x="791693" y="376993"/>
                  </a:cubicBezTo>
                  <a:cubicBezTo>
                    <a:pt x="791896" y="372317"/>
                    <a:pt x="792013" y="367635"/>
                    <a:pt x="792015" y="362955"/>
                  </a:cubicBezTo>
                  <a:cubicBezTo>
                    <a:pt x="792036" y="299722"/>
                    <a:pt x="792033" y="236488"/>
                    <a:pt x="792021" y="173254"/>
                  </a:cubicBezTo>
                  <a:cubicBezTo>
                    <a:pt x="792020" y="169158"/>
                    <a:pt x="792191" y="165031"/>
                    <a:pt x="791774" y="160971"/>
                  </a:cubicBezTo>
                  <a:cubicBezTo>
                    <a:pt x="790675" y="150281"/>
                    <a:pt x="784678" y="144230"/>
                    <a:pt x="775219" y="143858"/>
                  </a:cubicBezTo>
                  <a:cubicBezTo>
                    <a:pt x="767136" y="143538"/>
                    <a:pt x="760883" y="149098"/>
                    <a:pt x="759131" y="159193"/>
                  </a:cubicBezTo>
                  <a:cubicBezTo>
                    <a:pt x="755532" y="179932"/>
                    <a:pt x="752248" y="200727"/>
                    <a:pt x="748972" y="221520"/>
                  </a:cubicBezTo>
                  <a:cubicBezTo>
                    <a:pt x="743419" y="256754"/>
                    <a:pt x="736742" y="291871"/>
                    <a:pt x="732894" y="327293"/>
                  </a:cubicBezTo>
                  <a:cubicBezTo>
                    <a:pt x="730113" y="352880"/>
                    <a:pt x="719596" y="373979"/>
                    <a:pt x="704993" y="394213"/>
                  </a:cubicBezTo>
                  <a:cubicBezTo>
                    <a:pt x="690646" y="414092"/>
                    <a:pt x="677310" y="434700"/>
                    <a:pt x="663487" y="454960"/>
                  </a:cubicBezTo>
                  <a:cubicBezTo>
                    <a:pt x="661203" y="458308"/>
                    <a:pt x="658700" y="461505"/>
                    <a:pt x="656352" y="464697"/>
                  </a:cubicBezTo>
                  <a:cubicBezTo>
                    <a:pt x="646506" y="466684"/>
                    <a:pt x="640770" y="462884"/>
                    <a:pt x="636768" y="454211"/>
                  </a:cubicBezTo>
                  <a:cubicBezTo>
                    <a:pt x="629060" y="437507"/>
                    <a:pt x="629245" y="421887"/>
                    <a:pt x="640073" y="406439"/>
                  </a:cubicBezTo>
                  <a:cubicBezTo>
                    <a:pt x="653883" y="386740"/>
                    <a:pt x="667203" y="366698"/>
                    <a:pt x="680663" y="346755"/>
                  </a:cubicBezTo>
                  <a:cubicBezTo>
                    <a:pt x="682567" y="343935"/>
                    <a:pt x="684948" y="341020"/>
                    <a:pt x="685583" y="337844"/>
                  </a:cubicBezTo>
                  <a:cubicBezTo>
                    <a:pt x="687047" y="330520"/>
                    <a:pt x="685302" y="323777"/>
                    <a:pt x="678733" y="319260"/>
                  </a:cubicBezTo>
                  <a:cubicBezTo>
                    <a:pt x="672466" y="314950"/>
                    <a:pt x="661711" y="315142"/>
                    <a:pt x="655721" y="320545"/>
                  </a:cubicBezTo>
                  <a:cubicBezTo>
                    <a:pt x="648793" y="326796"/>
                    <a:pt x="642465" y="333764"/>
                    <a:pt x="636274" y="340771"/>
                  </a:cubicBezTo>
                  <a:cubicBezTo>
                    <a:pt x="621957" y="356974"/>
                    <a:pt x="607913" y="373417"/>
                    <a:pt x="593697" y="389709"/>
                  </a:cubicBezTo>
                  <a:cubicBezTo>
                    <a:pt x="576031" y="409953"/>
                    <a:pt x="558329" y="430166"/>
                    <a:pt x="540588" y="450343"/>
                  </a:cubicBezTo>
                  <a:cubicBezTo>
                    <a:pt x="534847" y="456874"/>
                    <a:pt x="532920" y="464630"/>
                    <a:pt x="532887" y="473033"/>
                  </a:cubicBezTo>
                  <a:cubicBezTo>
                    <a:pt x="532832" y="487086"/>
                    <a:pt x="533190" y="501149"/>
                    <a:pt x="532722" y="515186"/>
                  </a:cubicBezTo>
                  <a:lnTo>
                    <a:pt x="530927" y="533615"/>
                  </a:lnTo>
                  <a:lnTo>
                    <a:pt x="486555" y="533615"/>
                  </a:lnTo>
                  <a:lnTo>
                    <a:pt x="485441" y="522886"/>
                  </a:lnTo>
                  <a:cubicBezTo>
                    <a:pt x="485529" y="504165"/>
                    <a:pt x="485870" y="485442"/>
                    <a:pt x="486294" y="466724"/>
                  </a:cubicBezTo>
                  <a:cubicBezTo>
                    <a:pt x="486374" y="463251"/>
                    <a:pt x="487286" y="459796"/>
                    <a:pt x="488015" y="454840"/>
                  </a:cubicBezTo>
                  <a:cubicBezTo>
                    <a:pt x="490046" y="446588"/>
                    <a:pt x="491277" y="439585"/>
                    <a:pt x="493894" y="433146"/>
                  </a:cubicBezTo>
                  <a:cubicBezTo>
                    <a:pt x="496043" y="427859"/>
                    <a:pt x="498988" y="422308"/>
                    <a:pt x="503111" y="418554"/>
                  </a:cubicBezTo>
                  <a:cubicBezTo>
                    <a:pt x="508798" y="413373"/>
                    <a:pt x="512405" y="406420"/>
                    <a:pt x="517614" y="401536"/>
                  </a:cubicBezTo>
                  <a:cubicBezTo>
                    <a:pt x="531602" y="388421"/>
                    <a:pt x="541782" y="371937"/>
                    <a:pt x="556409" y="359524"/>
                  </a:cubicBezTo>
                  <a:cubicBezTo>
                    <a:pt x="559502" y="356898"/>
                    <a:pt x="562790" y="353991"/>
                    <a:pt x="564631" y="350498"/>
                  </a:cubicBezTo>
                  <a:cubicBezTo>
                    <a:pt x="570215" y="339909"/>
                    <a:pt x="578540" y="331954"/>
                    <a:pt x="587562" y="324504"/>
                  </a:cubicBezTo>
                  <a:cubicBezTo>
                    <a:pt x="588908" y="323394"/>
                    <a:pt x="590508" y="322207"/>
                    <a:pt x="591158" y="320697"/>
                  </a:cubicBezTo>
                  <a:cubicBezTo>
                    <a:pt x="596439" y="308428"/>
                    <a:pt x="607627" y="301455"/>
                    <a:pt x="616338" y="292273"/>
                  </a:cubicBezTo>
                  <a:cubicBezTo>
                    <a:pt x="635705" y="271862"/>
                    <a:pt x="658934" y="264342"/>
                    <a:pt x="686497" y="271315"/>
                  </a:cubicBezTo>
                  <a:cubicBezTo>
                    <a:pt x="687618" y="271599"/>
                    <a:pt x="688816" y="271575"/>
                    <a:pt x="691260" y="271827"/>
                  </a:cubicBezTo>
                  <a:cubicBezTo>
                    <a:pt x="692490" y="268522"/>
                    <a:pt x="694513" y="265022"/>
                    <a:pt x="695062" y="261305"/>
                  </a:cubicBezTo>
                  <a:cubicBezTo>
                    <a:pt x="699159" y="233525"/>
                    <a:pt x="702742" y="205668"/>
                    <a:pt x="706955" y="177906"/>
                  </a:cubicBezTo>
                  <a:cubicBezTo>
                    <a:pt x="709056" y="164071"/>
                    <a:pt x="711211" y="150122"/>
                    <a:pt x="714986" y="136687"/>
                  </a:cubicBezTo>
                  <a:cubicBezTo>
                    <a:pt x="721936" y="111952"/>
                    <a:pt x="740754" y="100498"/>
                    <a:pt x="764732" y="97005"/>
                  </a:cubicBezTo>
                  <a:close/>
                  <a:moveTo>
                    <a:pt x="65426" y="95987"/>
                  </a:moveTo>
                  <a:cubicBezTo>
                    <a:pt x="80476" y="95959"/>
                    <a:pt x="95565" y="101621"/>
                    <a:pt x="110439" y="115486"/>
                  </a:cubicBezTo>
                  <a:cubicBezTo>
                    <a:pt x="119370" y="123812"/>
                    <a:pt x="125635" y="134682"/>
                    <a:pt x="127483" y="147432"/>
                  </a:cubicBezTo>
                  <a:cubicBezTo>
                    <a:pt x="130668" y="169413"/>
                    <a:pt x="134073" y="191364"/>
                    <a:pt x="137331" y="213336"/>
                  </a:cubicBezTo>
                  <a:cubicBezTo>
                    <a:pt x="140152" y="232369"/>
                    <a:pt x="142896" y="251414"/>
                    <a:pt x="145837" y="271574"/>
                  </a:cubicBezTo>
                  <a:cubicBezTo>
                    <a:pt x="149778" y="271095"/>
                    <a:pt x="153026" y="270875"/>
                    <a:pt x="156205" y="270285"/>
                  </a:cubicBezTo>
                  <a:cubicBezTo>
                    <a:pt x="180363" y="265800"/>
                    <a:pt x="201807" y="271219"/>
                    <a:pt x="218795" y="289260"/>
                  </a:cubicBezTo>
                  <a:cubicBezTo>
                    <a:pt x="236402" y="307958"/>
                    <a:pt x="253129" y="327487"/>
                    <a:pt x="270184" y="346703"/>
                  </a:cubicBezTo>
                  <a:cubicBezTo>
                    <a:pt x="281029" y="358921"/>
                    <a:pt x="291733" y="371265"/>
                    <a:pt x="302572" y="383489"/>
                  </a:cubicBezTo>
                  <a:cubicBezTo>
                    <a:pt x="313810" y="396163"/>
                    <a:pt x="325240" y="408667"/>
                    <a:pt x="336387" y="421419"/>
                  </a:cubicBezTo>
                  <a:cubicBezTo>
                    <a:pt x="345948" y="432356"/>
                    <a:pt x="351667" y="445251"/>
                    <a:pt x="351736" y="459752"/>
                  </a:cubicBezTo>
                  <a:cubicBezTo>
                    <a:pt x="351996" y="514776"/>
                    <a:pt x="351766" y="569802"/>
                    <a:pt x="351675" y="624828"/>
                  </a:cubicBezTo>
                  <a:cubicBezTo>
                    <a:pt x="351673" y="625939"/>
                    <a:pt x="351139" y="627050"/>
                    <a:pt x="350578" y="629227"/>
                  </a:cubicBezTo>
                  <a:cubicBezTo>
                    <a:pt x="336730" y="632449"/>
                    <a:pt x="322463" y="630746"/>
                    <a:pt x="307040" y="630089"/>
                  </a:cubicBezTo>
                  <a:cubicBezTo>
                    <a:pt x="306656" y="624318"/>
                    <a:pt x="306032" y="619240"/>
                    <a:pt x="306023" y="614161"/>
                  </a:cubicBezTo>
                  <a:cubicBezTo>
                    <a:pt x="305947" y="567913"/>
                    <a:pt x="305638" y="521662"/>
                    <a:pt x="306205" y="475422"/>
                  </a:cubicBezTo>
                  <a:cubicBezTo>
                    <a:pt x="306355" y="463225"/>
                    <a:pt x="301702" y="454805"/>
                    <a:pt x="293220" y="446863"/>
                  </a:cubicBezTo>
                  <a:cubicBezTo>
                    <a:pt x="286482" y="440554"/>
                    <a:pt x="281090" y="432812"/>
                    <a:pt x="275045" y="425753"/>
                  </a:cubicBezTo>
                  <a:cubicBezTo>
                    <a:pt x="273201" y="423600"/>
                    <a:pt x="271157" y="421619"/>
                    <a:pt x="269230" y="419535"/>
                  </a:cubicBezTo>
                  <a:cubicBezTo>
                    <a:pt x="262536" y="412294"/>
                    <a:pt x="254565" y="406126"/>
                    <a:pt x="250373" y="396782"/>
                  </a:cubicBezTo>
                  <a:cubicBezTo>
                    <a:pt x="249674" y="395223"/>
                    <a:pt x="248611" y="393537"/>
                    <a:pt x="247241" y="392615"/>
                  </a:cubicBezTo>
                  <a:cubicBezTo>
                    <a:pt x="234901" y="384301"/>
                    <a:pt x="227747" y="371173"/>
                    <a:pt x="217617" y="360806"/>
                  </a:cubicBezTo>
                  <a:cubicBezTo>
                    <a:pt x="212399" y="355465"/>
                    <a:pt x="208711" y="348657"/>
                    <a:pt x="203706" y="343074"/>
                  </a:cubicBezTo>
                  <a:cubicBezTo>
                    <a:pt x="197519" y="336174"/>
                    <a:pt x="189785" y="330511"/>
                    <a:pt x="184399" y="323093"/>
                  </a:cubicBezTo>
                  <a:cubicBezTo>
                    <a:pt x="179700" y="316622"/>
                    <a:pt x="173963" y="316120"/>
                    <a:pt x="167593" y="316606"/>
                  </a:cubicBezTo>
                  <a:cubicBezTo>
                    <a:pt x="160079" y="317180"/>
                    <a:pt x="154673" y="322830"/>
                    <a:pt x="153781" y="330288"/>
                  </a:cubicBezTo>
                  <a:cubicBezTo>
                    <a:pt x="152994" y="336872"/>
                    <a:pt x="154229" y="342988"/>
                    <a:pt x="158180" y="348593"/>
                  </a:cubicBezTo>
                  <a:cubicBezTo>
                    <a:pt x="166579" y="360509"/>
                    <a:pt x="174779" y="372568"/>
                    <a:pt x="182994" y="384612"/>
                  </a:cubicBezTo>
                  <a:cubicBezTo>
                    <a:pt x="189567" y="394249"/>
                    <a:pt x="196087" y="403924"/>
                    <a:pt x="202552" y="413634"/>
                  </a:cubicBezTo>
                  <a:cubicBezTo>
                    <a:pt x="208833" y="423070"/>
                    <a:pt x="209414" y="433422"/>
                    <a:pt x="206539" y="443978"/>
                  </a:cubicBezTo>
                  <a:cubicBezTo>
                    <a:pt x="203899" y="453675"/>
                    <a:pt x="197467" y="459870"/>
                    <a:pt x="184797" y="465862"/>
                  </a:cubicBezTo>
                  <a:cubicBezTo>
                    <a:pt x="182383" y="463867"/>
                    <a:pt x="179113" y="462126"/>
                    <a:pt x="177208" y="459424"/>
                  </a:cubicBezTo>
                  <a:cubicBezTo>
                    <a:pt x="167966" y="446312"/>
                    <a:pt x="159075" y="432952"/>
                    <a:pt x="150087" y="419663"/>
                  </a:cubicBezTo>
                  <a:cubicBezTo>
                    <a:pt x="139499" y="404007"/>
                    <a:pt x="128280" y="388725"/>
                    <a:pt x="118652" y="372498"/>
                  </a:cubicBezTo>
                  <a:cubicBezTo>
                    <a:pt x="114017" y="364686"/>
                    <a:pt x="111103" y="355290"/>
                    <a:pt x="109635" y="346250"/>
                  </a:cubicBezTo>
                  <a:cubicBezTo>
                    <a:pt x="99796" y="285640"/>
                    <a:pt x="90283" y="224973"/>
                    <a:pt x="81402" y="164216"/>
                  </a:cubicBezTo>
                  <a:cubicBezTo>
                    <a:pt x="80012" y="154706"/>
                    <a:pt x="74162" y="149899"/>
                    <a:pt x="68007" y="144902"/>
                  </a:cubicBezTo>
                  <a:cubicBezTo>
                    <a:pt x="62916" y="140769"/>
                    <a:pt x="51252" y="145672"/>
                    <a:pt x="49435" y="152735"/>
                  </a:cubicBezTo>
                  <a:cubicBezTo>
                    <a:pt x="48004" y="158300"/>
                    <a:pt x="47752" y="164279"/>
                    <a:pt x="47733" y="170077"/>
                  </a:cubicBezTo>
                  <a:cubicBezTo>
                    <a:pt x="47601" y="211641"/>
                    <a:pt x="47662" y="253205"/>
                    <a:pt x="47661" y="294769"/>
                  </a:cubicBezTo>
                  <a:cubicBezTo>
                    <a:pt x="47661" y="318771"/>
                    <a:pt x="48021" y="342779"/>
                    <a:pt x="47541" y="366771"/>
                  </a:cubicBezTo>
                  <a:cubicBezTo>
                    <a:pt x="47201" y="383771"/>
                    <a:pt x="51059" y="399213"/>
                    <a:pt x="61859" y="414033"/>
                  </a:cubicBezTo>
                  <a:cubicBezTo>
                    <a:pt x="90164" y="450625"/>
                    <a:pt x="117378" y="486423"/>
                    <a:pt x="145139" y="521791"/>
                  </a:cubicBezTo>
                  <a:cubicBezTo>
                    <a:pt x="159821" y="540496"/>
                    <a:pt x="167639" y="561198"/>
                    <a:pt x="167278" y="584985"/>
                  </a:cubicBezTo>
                  <a:cubicBezTo>
                    <a:pt x="167058" y="599530"/>
                    <a:pt x="167732" y="614104"/>
                    <a:pt x="166672" y="629477"/>
                  </a:cubicBezTo>
                  <a:cubicBezTo>
                    <a:pt x="151495" y="631879"/>
                    <a:pt x="137217" y="631113"/>
                    <a:pt x="122044" y="629894"/>
                  </a:cubicBezTo>
                  <a:cubicBezTo>
                    <a:pt x="117183" y="609894"/>
                    <a:pt x="121523" y="589875"/>
                    <a:pt x="119192" y="570525"/>
                  </a:cubicBezTo>
                  <a:cubicBezTo>
                    <a:pt x="105406" y="551873"/>
                    <a:pt x="90776" y="534216"/>
                    <a:pt x="77467" y="515491"/>
                  </a:cubicBezTo>
                  <a:cubicBezTo>
                    <a:pt x="64869" y="497765"/>
                    <a:pt x="50344" y="481417"/>
                    <a:pt x="36897" y="464282"/>
                  </a:cubicBezTo>
                  <a:cubicBezTo>
                    <a:pt x="28390" y="453444"/>
                    <a:pt x="19332" y="442858"/>
                    <a:pt x="12289" y="431099"/>
                  </a:cubicBezTo>
                  <a:cubicBezTo>
                    <a:pt x="4471" y="418045"/>
                    <a:pt x="-19" y="403653"/>
                    <a:pt x="116" y="387808"/>
                  </a:cubicBezTo>
                  <a:cubicBezTo>
                    <a:pt x="527" y="339808"/>
                    <a:pt x="261" y="291803"/>
                    <a:pt x="259" y="243800"/>
                  </a:cubicBezTo>
                  <a:cubicBezTo>
                    <a:pt x="258" y="217457"/>
                    <a:pt x="896" y="191092"/>
                    <a:pt x="33" y="164777"/>
                  </a:cubicBezTo>
                  <a:cubicBezTo>
                    <a:pt x="-533" y="147483"/>
                    <a:pt x="6119" y="132891"/>
                    <a:pt x="13593" y="118320"/>
                  </a:cubicBezTo>
                  <a:cubicBezTo>
                    <a:pt x="15136" y="115315"/>
                    <a:pt x="17771" y="112364"/>
                    <a:pt x="20649" y="110625"/>
                  </a:cubicBezTo>
                  <a:cubicBezTo>
                    <a:pt x="35367" y="101733"/>
                    <a:pt x="50377" y="96015"/>
                    <a:pt x="65426" y="95987"/>
                  </a:cubicBezTo>
                  <a:close/>
                  <a:moveTo>
                    <a:pt x="529792" y="46982"/>
                  </a:moveTo>
                  <a:cubicBezTo>
                    <a:pt x="517493" y="46570"/>
                    <a:pt x="504898" y="48946"/>
                    <a:pt x="493030" y="54264"/>
                  </a:cubicBezTo>
                  <a:cubicBezTo>
                    <a:pt x="476741" y="61564"/>
                    <a:pt x="462724" y="71964"/>
                    <a:pt x="451359" y="85632"/>
                  </a:cubicBezTo>
                  <a:cubicBezTo>
                    <a:pt x="443899" y="94605"/>
                    <a:pt x="437337" y="104319"/>
                    <a:pt x="430304" y="113650"/>
                  </a:cubicBezTo>
                  <a:cubicBezTo>
                    <a:pt x="427249" y="117702"/>
                    <a:pt x="424020" y="121622"/>
                    <a:pt x="419905" y="126821"/>
                  </a:cubicBezTo>
                  <a:cubicBezTo>
                    <a:pt x="415552" y="121217"/>
                    <a:pt x="412014" y="116788"/>
                    <a:pt x="408612" y="112258"/>
                  </a:cubicBezTo>
                  <a:cubicBezTo>
                    <a:pt x="402295" y="103847"/>
                    <a:pt x="396476" y="95022"/>
                    <a:pt x="389700" y="87003"/>
                  </a:cubicBezTo>
                  <a:cubicBezTo>
                    <a:pt x="374283" y="68754"/>
                    <a:pt x="355749" y="54622"/>
                    <a:pt x="332079" y="49138"/>
                  </a:cubicBezTo>
                  <a:cubicBezTo>
                    <a:pt x="283246" y="37825"/>
                    <a:pt x="241953" y="71185"/>
                    <a:pt x="236315" y="113029"/>
                  </a:cubicBezTo>
                  <a:cubicBezTo>
                    <a:pt x="233197" y="136169"/>
                    <a:pt x="239064" y="157059"/>
                    <a:pt x="249509" y="177085"/>
                  </a:cubicBezTo>
                  <a:cubicBezTo>
                    <a:pt x="258219" y="193783"/>
                    <a:pt x="269694" y="208581"/>
                    <a:pt x="282968" y="221900"/>
                  </a:cubicBezTo>
                  <a:cubicBezTo>
                    <a:pt x="325903" y="264977"/>
                    <a:pt x="368940" y="307951"/>
                    <a:pt x="411986" y="350917"/>
                  </a:cubicBezTo>
                  <a:cubicBezTo>
                    <a:pt x="414354" y="353282"/>
                    <a:pt x="417153" y="355212"/>
                    <a:pt x="420298" y="357793"/>
                  </a:cubicBezTo>
                  <a:cubicBezTo>
                    <a:pt x="425193" y="353164"/>
                    <a:pt x="429474" y="349304"/>
                    <a:pt x="433547" y="345236"/>
                  </a:cubicBezTo>
                  <a:cubicBezTo>
                    <a:pt x="468310" y="310528"/>
                    <a:pt x="503095" y="275842"/>
                    <a:pt x="537736" y="241013"/>
                  </a:cubicBezTo>
                  <a:cubicBezTo>
                    <a:pt x="548860" y="229827"/>
                    <a:pt x="559572" y="218231"/>
                    <a:pt x="571926" y="204787"/>
                  </a:cubicBezTo>
                  <a:cubicBezTo>
                    <a:pt x="579139" y="193476"/>
                    <a:pt x="587083" y="182556"/>
                    <a:pt x="593382" y="170758"/>
                  </a:cubicBezTo>
                  <a:cubicBezTo>
                    <a:pt x="601466" y="155615"/>
                    <a:pt x="606271" y="138782"/>
                    <a:pt x="604855" y="121791"/>
                  </a:cubicBezTo>
                  <a:cubicBezTo>
                    <a:pt x="600919" y="74547"/>
                    <a:pt x="566689" y="48219"/>
                    <a:pt x="529792" y="46982"/>
                  </a:cubicBezTo>
                  <a:close/>
                  <a:moveTo>
                    <a:pt x="324543" y="405"/>
                  </a:moveTo>
                  <a:cubicBezTo>
                    <a:pt x="354382" y="2729"/>
                    <a:pt x="381031" y="15802"/>
                    <a:pt x="405304" y="36239"/>
                  </a:cubicBezTo>
                  <a:cubicBezTo>
                    <a:pt x="409744" y="39977"/>
                    <a:pt x="414082" y="43836"/>
                    <a:pt x="419424" y="48469"/>
                  </a:cubicBezTo>
                  <a:cubicBezTo>
                    <a:pt x="426403" y="40464"/>
                    <a:pt x="436685" y="37070"/>
                    <a:pt x="442227" y="27923"/>
                  </a:cubicBezTo>
                  <a:cubicBezTo>
                    <a:pt x="461121" y="17539"/>
                    <a:pt x="479617" y="6109"/>
                    <a:pt x="501317" y="2353"/>
                  </a:cubicBezTo>
                  <a:cubicBezTo>
                    <a:pt x="534828" y="-3448"/>
                    <a:pt x="566796" y="1080"/>
                    <a:pt x="595209" y="20378"/>
                  </a:cubicBezTo>
                  <a:cubicBezTo>
                    <a:pt x="630197" y="44143"/>
                    <a:pt x="649459" y="77395"/>
                    <a:pt x="651242" y="120189"/>
                  </a:cubicBezTo>
                  <a:cubicBezTo>
                    <a:pt x="652366" y="147189"/>
                    <a:pt x="645994" y="172413"/>
                    <a:pt x="633390" y="196098"/>
                  </a:cubicBezTo>
                  <a:cubicBezTo>
                    <a:pt x="623488" y="214707"/>
                    <a:pt x="611996" y="232250"/>
                    <a:pt x="596985" y="247281"/>
                  </a:cubicBezTo>
                  <a:cubicBezTo>
                    <a:pt x="578796" y="265494"/>
                    <a:pt x="560716" y="283815"/>
                    <a:pt x="541710" y="302967"/>
                  </a:cubicBezTo>
                  <a:cubicBezTo>
                    <a:pt x="501131" y="343547"/>
                    <a:pt x="461429" y="383250"/>
                    <a:pt x="421097" y="423584"/>
                  </a:cubicBezTo>
                  <a:cubicBezTo>
                    <a:pt x="418014" y="422294"/>
                    <a:pt x="414762" y="421388"/>
                    <a:pt x="412037" y="419655"/>
                  </a:cubicBezTo>
                  <a:cubicBezTo>
                    <a:pt x="409622" y="418120"/>
                    <a:pt x="407781" y="415678"/>
                    <a:pt x="405709" y="413615"/>
                  </a:cubicBezTo>
                  <a:cubicBezTo>
                    <a:pt x="355956" y="364087"/>
                    <a:pt x="306311" y="314451"/>
                    <a:pt x="256400" y="265083"/>
                  </a:cubicBezTo>
                  <a:cubicBezTo>
                    <a:pt x="238585" y="247461"/>
                    <a:pt x="223345" y="227675"/>
                    <a:pt x="210970" y="206248"/>
                  </a:cubicBezTo>
                  <a:cubicBezTo>
                    <a:pt x="195000" y="178597"/>
                    <a:pt x="186351" y="148179"/>
                    <a:pt x="188667" y="115740"/>
                  </a:cubicBezTo>
                  <a:cubicBezTo>
                    <a:pt x="190269" y="93317"/>
                    <a:pt x="197269" y="72414"/>
                    <a:pt x="209841" y="53585"/>
                  </a:cubicBezTo>
                  <a:cubicBezTo>
                    <a:pt x="213367" y="48305"/>
                    <a:pt x="216606" y="42731"/>
                    <a:pt x="220785" y="38008"/>
                  </a:cubicBezTo>
                  <a:cubicBezTo>
                    <a:pt x="240122" y="16158"/>
                    <a:pt x="265768" y="6318"/>
                    <a:pt x="293611" y="1788"/>
                  </a:cubicBezTo>
                  <a:cubicBezTo>
                    <a:pt x="304296" y="49"/>
                    <a:pt x="314597" y="-370"/>
                    <a:pt x="324543" y="40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674" name="Rectangle 2673">
              <a:extLst>
                <a:ext uri="{FF2B5EF4-FFF2-40B4-BE49-F238E27FC236}">
                  <a16:creationId xmlns:a16="http://schemas.microsoft.com/office/drawing/2014/main" id="{799DB4C6-B45F-BB18-FA92-41053B25A619}"/>
                </a:ext>
                <a:ext uri="{C183D7F6-B498-43B3-948B-1728B52AA6E4}">
                  <adec:decorative xmlns:adec="http://schemas.microsoft.com/office/drawing/2017/decorative" val="1"/>
                </a:ext>
              </a:extLst>
            </p:cNvPr>
            <p:cNvSpPr/>
            <p:nvPr/>
          </p:nvSpPr>
          <p:spPr>
            <a:xfrm>
              <a:off x="9330850" y="5457863"/>
              <a:ext cx="48148" cy="48149"/>
            </a:xfrm>
            <a:prstGeom prst="rect">
              <a:avLst/>
            </a:prstGeom>
            <a:solidFill>
              <a:schemeClr val="bg1"/>
            </a:solidFill>
            <a:ln w="1155" cap="flat">
              <a:noFill/>
              <a:prstDash val="solid"/>
              <a:miter/>
            </a:ln>
          </p:spPr>
          <p:txBody>
            <a:bodyPr rtlCol="0" anchor="ctr"/>
            <a:lstStyle/>
            <a:p>
              <a:endParaRPr lang="en-US" dirty="0"/>
            </a:p>
          </p:txBody>
        </p:sp>
      </p:grpSp>
      <p:grpSp>
        <p:nvGrpSpPr>
          <p:cNvPr id="113" name="Group 112">
            <a:extLst>
              <a:ext uri="{FF2B5EF4-FFF2-40B4-BE49-F238E27FC236}">
                <a16:creationId xmlns:a16="http://schemas.microsoft.com/office/drawing/2014/main" id="{8E391A50-1728-CD38-A665-A585A3A6AAEB}"/>
              </a:ext>
              <a:ext uri="{C183D7F6-B498-43B3-948B-1728B52AA6E4}">
                <adec:decorative xmlns:adec="http://schemas.microsoft.com/office/drawing/2017/decorative" val="1"/>
              </a:ext>
            </a:extLst>
          </p:cNvPr>
          <p:cNvGrpSpPr>
            <a:grpSpLocks noChangeAspect="1"/>
          </p:cNvGrpSpPr>
          <p:nvPr/>
        </p:nvGrpSpPr>
        <p:grpSpPr>
          <a:xfrm>
            <a:off x="5159538" y="5049527"/>
            <a:ext cx="456834" cy="457200"/>
            <a:chOff x="4906019" y="5049527"/>
            <a:chExt cx="456834" cy="457200"/>
          </a:xfrm>
          <a:solidFill>
            <a:srgbClr val="FF0000"/>
          </a:solidFill>
        </p:grpSpPr>
        <p:sp>
          <p:nvSpPr>
            <p:cNvPr id="2676" name="Freeform: Shape 2675">
              <a:extLst>
                <a:ext uri="{FF2B5EF4-FFF2-40B4-BE49-F238E27FC236}">
                  <a16:creationId xmlns:a16="http://schemas.microsoft.com/office/drawing/2014/main" id="{8388F92D-3115-20AF-2A42-822B3B6A04A4}"/>
                </a:ext>
                <a:ext uri="{C183D7F6-B498-43B3-948B-1728B52AA6E4}">
                  <adec:decorative xmlns:adec="http://schemas.microsoft.com/office/drawing/2017/decorative" val="1"/>
                </a:ext>
              </a:extLst>
            </p:cNvPr>
            <p:cNvSpPr/>
            <p:nvPr/>
          </p:nvSpPr>
          <p:spPr>
            <a:xfrm>
              <a:off x="4906019" y="5049527"/>
              <a:ext cx="456834" cy="457200"/>
            </a:xfrm>
            <a:custGeom>
              <a:avLst/>
              <a:gdLst>
                <a:gd name="connsiteX0" fmla="*/ 116364 w 838845"/>
                <a:gd name="connsiteY0" fmla="*/ 479562 h 839517"/>
                <a:gd name="connsiteX1" fmla="*/ 95747 w 838845"/>
                <a:gd name="connsiteY1" fmla="*/ 493463 h 839517"/>
                <a:gd name="connsiteX2" fmla="*/ 78682 w 838845"/>
                <a:gd name="connsiteY2" fmla="*/ 518773 h 839517"/>
                <a:gd name="connsiteX3" fmla="*/ 320744 w 838845"/>
                <a:gd name="connsiteY3" fmla="*/ 760835 h 839517"/>
                <a:gd name="connsiteX4" fmla="*/ 346055 w 838845"/>
                <a:gd name="connsiteY4" fmla="*/ 743770 h 839517"/>
                <a:gd name="connsiteX5" fmla="*/ 359955 w 838845"/>
                <a:gd name="connsiteY5" fmla="*/ 723153 h 839517"/>
                <a:gd name="connsiteX6" fmla="*/ 215123 w 838845"/>
                <a:gd name="connsiteY6" fmla="*/ 442789 h 839517"/>
                <a:gd name="connsiteX7" fmla="*/ 152007 w 838845"/>
                <a:gd name="connsiteY7" fmla="*/ 455531 h 839517"/>
                <a:gd name="connsiteX8" fmla="*/ 151385 w 838845"/>
                <a:gd name="connsiteY8" fmla="*/ 455951 h 839517"/>
                <a:gd name="connsiteX9" fmla="*/ 383567 w 838845"/>
                <a:gd name="connsiteY9" fmla="*/ 688133 h 839517"/>
                <a:gd name="connsiteX10" fmla="*/ 383986 w 838845"/>
                <a:gd name="connsiteY10" fmla="*/ 687511 h 839517"/>
                <a:gd name="connsiteX11" fmla="*/ 396728 w 838845"/>
                <a:gd name="connsiteY11" fmla="*/ 624395 h 839517"/>
                <a:gd name="connsiteX12" fmla="*/ 285330 w 838845"/>
                <a:gd name="connsiteY12" fmla="*/ 397715 h 839517"/>
                <a:gd name="connsiteX13" fmla="*/ 357350 w 838845"/>
                <a:gd name="connsiteY13" fmla="*/ 397715 h 839517"/>
                <a:gd name="connsiteX14" fmla="*/ 357350 w 838845"/>
                <a:gd name="connsiteY14" fmla="*/ 441622 h 839517"/>
                <a:gd name="connsiteX15" fmla="*/ 287054 w 838845"/>
                <a:gd name="connsiteY15" fmla="*/ 441622 h 839517"/>
                <a:gd name="connsiteX16" fmla="*/ 272588 w 838845"/>
                <a:gd name="connsiteY16" fmla="*/ 441622 h 839517"/>
                <a:gd name="connsiteX17" fmla="*/ 397895 w 838845"/>
                <a:gd name="connsiteY17" fmla="*/ 566929 h 839517"/>
                <a:gd name="connsiteX18" fmla="*/ 397895 w 838845"/>
                <a:gd name="connsiteY18" fmla="*/ 553850 h 839517"/>
                <a:gd name="connsiteX19" fmla="*/ 397895 w 838845"/>
                <a:gd name="connsiteY19" fmla="*/ 552126 h 839517"/>
                <a:gd name="connsiteX20" fmla="*/ 397895 w 838845"/>
                <a:gd name="connsiteY20" fmla="*/ 481833 h 839517"/>
                <a:gd name="connsiteX21" fmla="*/ 441801 w 838845"/>
                <a:gd name="connsiteY21" fmla="*/ 481833 h 839517"/>
                <a:gd name="connsiteX22" fmla="*/ 441801 w 838845"/>
                <a:gd name="connsiteY22" fmla="*/ 552126 h 839517"/>
                <a:gd name="connsiteX23" fmla="*/ 441801 w 838845"/>
                <a:gd name="connsiteY23" fmla="*/ 553850 h 839517"/>
                <a:gd name="connsiteX24" fmla="*/ 441801 w 838845"/>
                <a:gd name="connsiteY24" fmla="*/ 618616 h 839517"/>
                <a:gd name="connsiteX25" fmla="*/ 220901 w 838845"/>
                <a:gd name="connsiteY25" fmla="*/ 839517 h 839517"/>
                <a:gd name="connsiteX26" fmla="*/ 220814 w 838845"/>
                <a:gd name="connsiteY26" fmla="*/ 839508 h 839517"/>
                <a:gd name="connsiteX27" fmla="*/ 220814 w 838845"/>
                <a:gd name="connsiteY27" fmla="*/ 795602 h 839517"/>
                <a:gd name="connsiteX28" fmla="*/ 220901 w 838845"/>
                <a:gd name="connsiteY28" fmla="*/ 795610 h 839517"/>
                <a:gd name="connsiteX29" fmla="*/ 284123 w 838845"/>
                <a:gd name="connsiteY29" fmla="*/ 782846 h 839517"/>
                <a:gd name="connsiteX30" fmla="*/ 56671 w 838845"/>
                <a:gd name="connsiteY30" fmla="*/ 555394 h 839517"/>
                <a:gd name="connsiteX31" fmla="*/ 43907 w 838845"/>
                <a:gd name="connsiteY31" fmla="*/ 618616 h 839517"/>
                <a:gd name="connsiteX32" fmla="*/ 43913 w 838845"/>
                <a:gd name="connsiteY32" fmla="*/ 618676 h 839517"/>
                <a:gd name="connsiteX33" fmla="*/ 6 w 838845"/>
                <a:gd name="connsiteY33" fmla="*/ 618676 h 839517"/>
                <a:gd name="connsiteX34" fmla="*/ 0 w 838845"/>
                <a:gd name="connsiteY34" fmla="*/ 618616 h 839517"/>
                <a:gd name="connsiteX35" fmla="*/ 220901 w 838845"/>
                <a:gd name="connsiteY35" fmla="*/ 397716 h 839517"/>
                <a:gd name="connsiteX36" fmla="*/ 285330 w 838845"/>
                <a:gd name="connsiteY36" fmla="*/ 397716 h 839517"/>
                <a:gd name="connsiteX37" fmla="*/ 455278 w 838845"/>
                <a:gd name="connsiteY37" fmla="*/ 151386 h 839517"/>
                <a:gd name="connsiteX38" fmla="*/ 454859 w 838845"/>
                <a:gd name="connsiteY38" fmla="*/ 152007 h 839517"/>
                <a:gd name="connsiteX39" fmla="*/ 442117 w 838845"/>
                <a:gd name="connsiteY39" fmla="*/ 215123 h 839517"/>
                <a:gd name="connsiteX40" fmla="*/ 623722 w 838845"/>
                <a:gd name="connsiteY40" fmla="*/ 396729 h 839517"/>
                <a:gd name="connsiteX41" fmla="*/ 686838 w 838845"/>
                <a:gd name="connsiteY41" fmla="*/ 383986 h 839517"/>
                <a:gd name="connsiteX42" fmla="*/ 687460 w 838845"/>
                <a:gd name="connsiteY42" fmla="*/ 383567 h 839517"/>
                <a:gd name="connsiteX43" fmla="*/ 518100 w 838845"/>
                <a:gd name="connsiteY43" fmla="*/ 78683 h 839517"/>
                <a:gd name="connsiteX44" fmla="*/ 492790 w 838845"/>
                <a:gd name="connsiteY44" fmla="*/ 95748 h 839517"/>
                <a:gd name="connsiteX45" fmla="*/ 478890 w 838845"/>
                <a:gd name="connsiteY45" fmla="*/ 116365 h 839517"/>
                <a:gd name="connsiteX46" fmla="*/ 722480 w 838845"/>
                <a:gd name="connsiteY46" fmla="*/ 359956 h 839517"/>
                <a:gd name="connsiteX47" fmla="*/ 743098 w 838845"/>
                <a:gd name="connsiteY47" fmla="*/ 346055 h 839517"/>
                <a:gd name="connsiteX48" fmla="*/ 760162 w 838845"/>
                <a:gd name="connsiteY48" fmla="*/ 320745 h 839517"/>
                <a:gd name="connsiteX49" fmla="*/ 617944 w 838845"/>
                <a:gd name="connsiteY49" fmla="*/ 0 h 839517"/>
                <a:gd name="connsiteX50" fmla="*/ 618031 w 838845"/>
                <a:gd name="connsiteY50" fmla="*/ 9 h 839517"/>
                <a:gd name="connsiteX51" fmla="*/ 618031 w 838845"/>
                <a:gd name="connsiteY51" fmla="*/ 43916 h 839517"/>
                <a:gd name="connsiteX52" fmla="*/ 617944 w 838845"/>
                <a:gd name="connsiteY52" fmla="*/ 43907 h 839517"/>
                <a:gd name="connsiteX53" fmla="*/ 554721 w 838845"/>
                <a:gd name="connsiteY53" fmla="*/ 56671 h 839517"/>
                <a:gd name="connsiteX54" fmla="*/ 782174 w 838845"/>
                <a:gd name="connsiteY54" fmla="*/ 284125 h 839517"/>
                <a:gd name="connsiteX55" fmla="*/ 794938 w 838845"/>
                <a:gd name="connsiteY55" fmla="*/ 220901 h 839517"/>
                <a:gd name="connsiteX56" fmla="*/ 794932 w 838845"/>
                <a:gd name="connsiteY56" fmla="*/ 220841 h 839517"/>
                <a:gd name="connsiteX57" fmla="*/ 838839 w 838845"/>
                <a:gd name="connsiteY57" fmla="*/ 220841 h 839517"/>
                <a:gd name="connsiteX58" fmla="*/ 838845 w 838845"/>
                <a:gd name="connsiteY58" fmla="*/ 220901 h 839517"/>
                <a:gd name="connsiteX59" fmla="*/ 617944 w 838845"/>
                <a:gd name="connsiteY59" fmla="*/ 441802 h 839517"/>
                <a:gd name="connsiteX60" fmla="*/ 551790 w 838845"/>
                <a:gd name="connsiteY60" fmla="*/ 441802 h 839517"/>
                <a:gd name="connsiteX61" fmla="*/ 551790 w 838845"/>
                <a:gd name="connsiteY61" fmla="*/ 441801 h 839517"/>
                <a:gd name="connsiteX62" fmla="*/ 481494 w 838845"/>
                <a:gd name="connsiteY62" fmla="*/ 441801 h 839517"/>
                <a:gd name="connsiteX63" fmla="*/ 481494 w 838845"/>
                <a:gd name="connsiteY63" fmla="*/ 397894 h 839517"/>
                <a:gd name="connsiteX64" fmla="*/ 553514 w 838845"/>
                <a:gd name="connsiteY64" fmla="*/ 397894 h 839517"/>
                <a:gd name="connsiteX65" fmla="*/ 553514 w 838845"/>
                <a:gd name="connsiteY65" fmla="*/ 397895 h 839517"/>
                <a:gd name="connsiteX66" fmla="*/ 566257 w 838845"/>
                <a:gd name="connsiteY66" fmla="*/ 397895 h 839517"/>
                <a:gd name="connsiteX67" fmla="*/ 440950 w 838845"/>
                <a:gd name="connsiteY67" fmla="*/ 272589 h 839517"/>
                <a:gd name="connsiteX68" fmla="*/ 440950 w 838845"/>
                <a:gd name="connsiteY68" fmla="*/ 285666 h 839517"/>
                <a:gd name="connsiteX69" fmla="*/ 440950 w 838845"/>
                <a:gd name="connsiteY69" fmla="*/ 287390 h 839517"/>
                <a:gd name="connsiteX70" fmla="*/ 440950 w 838845"/>
                <a:gd name="connsiteY70" fmla="*/ 357685 h 839517"/>
                <a:gd name="connsiteX71" fmla="*/ 397044 w 838845"/>
                <a:gd name="connsiteY71" fmla="*/ 357685 h 839517"/>
                <a:gd name="connsiteX72" fmla="*/ 397044 w 838845"/>
                <a:gd name="connsiteY72" fmla="*/ 287390 h 839517"/>
                <a:gd name="connsiteX73" fmla="*/ 397044 w 838845"/>
                <a:gd name="connsiteY73" fmla="*/ 285666 h 839517"/>
                <a:gd name="connsiteX74" fmla="*/ 397044 w 838845"/>
                <a:gd name="connsiteY74" fmla="*/ 220901 h 839517"/>
                <a:gd name="connsiteX75" fmla="*/ 617944 w 838845"/>
                <a:gd name="connsiteY75" fmla="*/ 0 h 83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38845" h="839517">
                  <a:moveTo>
                    <a:pt x="116364" y="479562"/>
                  </a:moveTo>
                  <a:lnTo>
                    <a:pt x="95747" y="493463"/>
                  </a:lnTo>
                  <a:lnTo>
                    <a:pt x="78682" y="518773"/>
                  </a:lnTo>
                  <a:lnTo>
                    <a:pt x="320744" y="760835"/>
                  </a:lnTo>
                  <a:lnTo>
                    <a:pt x="346055" y="743770"/>
                  </a:lnTo>
                  <a:lnTo>
                    <a:pt x="359955" y="723153"/>
                  </a:lnTo>
                  <a:close/>
                  <a:moveTo>
                    <a:pt x="215123" y="442789"/>
                  </a:moveTo>
                  <a:lnTo>
                    <a:pt x="152007" y="455531"/>
                  </a:lnTo>
                  <a:lnTo>
                    <a:pt x="151385" y="455951"/>
                  </a:lnTo>
                  <a:lnTo>
                    <a:pt x="383567" y="688133"/>
                  </a:lnTo>
                  <a:lnTo>
                    <a:pt x="383986" y="687511"/>
                  </a:lnTo>
                  <a:lnTo>
                    <a:pt x="396728" y="624395"/>
                  </a:lnTo>
                  <a:close/>
                  <a:moveTo>
                    <a:pt x="285330" y="397715"/>
                  </a:moveTo>
                  <a:lnTo>
                    <a:pt x="357350" y="397715"/>
                  </a:lnTo>
                  <a:lnTo>
                    <a:pt x="357350" y="441622"/>
                  </a:lnTo>
                  <a:lnTo>
                    <a:pt x="287054" y="441622"/>
                  </a:lnTo>
                  <a:lnTo>
                    <a:pt x="272588" y="441622"/>
                  </a:lnTo>
                  <a:lnTo>
                    <a:pt x="397895" y="566929"/>
                  </a:lnTo>
                  <a:lnTo>
                    <a:pt x="397895" y="553850"/>
                  </a:lnTo>
                  <a:lnTo>
                    <a:pt x="397895" y="552126"/>
                  </a:lnTo>
                  <a:lnTo>
                    <a:pt x="397895" y="481833"/>
                  </a:lnTo>
                  <a:lnTo>
                    <a:pt x="441801" y="481833"/>
                  </a:lnTo>
                  <a:lnTo>
                    <a:pt x="441801" y="552126"/>
                  </a:lnTo>
                  <a:lnTo>
                    <a:pt x="441801" y="553850"/>
                  </a:lnTo>
                  <a:lnTo>
                    <a:pt x="441801" y="618616"/>
                  </a:lnTo>
                  <a:cubicBezTo>
                    <a:pt x="441801" y="740617"/>
                    <a:pt x="342901" y="839517"/>
                    <a:pt x="220901" y="839517"/>
                  </a:cubicBezTo>
                  <a:lnTo>
                    <a:pt x="220814" y="839508"/>
                  </a:lnTo>
                  <a:lnTo>
                    <a:pt x="220814" y="795602"/>
                  </a:lnTo>
                  <a:lnTo>
                    <a:pt x="220901" y="795610"/>
                  </a:lnTo>
                  <a:lnTo>
                    <a:pt x="284123" y="782846"/>
                  </a:lnTo>
                  <a:lnTo>
                    <a:pt x="56671" y="555394"/>
                  </a:lnTo>
                  <a:lnTo>
                    <a:pt x="43907" y="618616"/>
                  </a:lnTo>
                  <a:lnTo>
                    <a:pt x="43913" y="618676"/>
                  </a:lnTo>
                  <a:lnTo>
                    <a:pt x="6" y="618676"/>
                  </a:lnTo>
                  <a:lnTo>
                    <a:pt x="0" y="618616"/>
                  </a:lnTo>
                  <a:cubicBezTo>
                    <a:pt x="0" y="496616"/>
                    <a:pt x="98901" y="397716"/>
                    <a:pt x="220901" y="397716"/>
                  </a:cubicBezTo>
                  <a:lnTo>
                    <a:pt x="285330" y="397716"/>
                  </a:lnTo>
                  <a:close/>
                  <a:moveTo>
                    <a:pt x="455278" y="151386"/>
                  </a:moveTo>
                  <a:lnTo>
                    <a:pt x="454859" y="152007"/>
                  </a:lnTo>
                  <a:lnTo>
                    <a:pt x="442117" y="215123"/>
                  </a:lnTo>
                  <a:lnTo>
                    <a:pt x="623722" y="396729"/>
                  </a:lnTo>
                  <a:lnTo>
                    <a:pt x="686838" y="383986"/>
                  </a:lnTo>
                  <a:lnTo>
                    <a:pt x="687460" y="383567"/>
                  </a:lnTo>
                  <a:close/>
                  <a:moveTo>
                    <a:pt x="518100" y="78683"/>
                  </a:moveTo>
                  <a:lnTo>
                    <a:pt x="492790" y="95748"/>
                  </a:lnTo>
                  <a:lnTo>
                    <a:pt x="478890" y="116365"/>
                  </a:lnTo>
                  <a:lnTo>
                    <a:pt x="722480" y="359956"/>
                  </a:lnTo>
                  <a:lnTo>
                    <a:pt x="743098" y="346055"/>
                  </a:lnTo>
                  <a:lnTo>
                    <a:pt x="760162" y="320745"/>
                  </a:lnTo>
                  <a:close/>
                  <a:moveTo>
                    <a:pt x="617944" y="0"/>
                  </a:moveTo>
                  <a:lnTo>
                    <a:pt x="618031" y="9"/>
                  </a:lnTo>
                  <a:lnTo>
                    <a:pt x="618031" y="43916"/>
                  </a:lnTo>
                  <a:lnTo>
                    <a:pt x="617944" y="43907"/>
                  </a:lnTo>
                  <a:lnTo>
                    <a:pt x="554721" y="56671"/>
                  </a:lnTo>
                  <a:lnTo>
                    <a:pt x="782174" y="284125"/>
                  </a:lnTo>
                  <a:lnTo>
                    <a:pt x="794938" y="220901"/>
                  </a:lnTo>
                  <a:lnTo>
                    <a:pt x="794932" y="220841"/>
                  </a:lnTo>
                  <a:lnTo>
                    <a:pt x="838839" y="220841"/>
                  </a:lnTo>
                  <a:lnTo>
                    <a:pt x="838845" y="220901"/>
                  </a:lnTo>
                  <a:cubicBezTo>
                    <a:pt x="838845" y="342901"/>
                    <a:pt x="739944" y="441802"/>
                    <a:pt x="617944" y="441802"/>
                  </a:cubicBezTo>
                  <a:lnTo>
                    <a:pt x="551790" y="441802"/>
                  </a:lnTo>
                  <a:lnTo>
                    <a:pt x="551790" y="441801"/>
                  </a:lnTo>
                  <a:lnTo>
                    <a:pt x="481494" y="441801"/>
                  </a:lnTo>
                  <a:lnTo>
                    <a:pt x="481494" y="397894"/>
                  </a:lnTo>
                  <a:lnTo>
                    <a:pt x="553514" y="397894"/>
                  </a:lnTo>
                  <a:lnTo>
                    <a:pt x="553514" y="397895"/>
                  </a:lnTo>
                  <a:lnTo>
                    <a:pt x="566257" y="397895"/>
                  </a:lnTo>
                  <a:lnTo>
                    <a:pt x="440950" y="272589"/>
                  </a:lnTo>
                  <a:lnTo>
                    <a:pt x="440950" y="285666"/>
                  </a:lnTo>
                  <a:lnTo>
                    <a:pt x="440950" y="287390"/>
                  </a:lnTo>
                  <a:lnTo>
                    <a:pt x="440950" y="357685"/>
                  </a:lnTo>
                  <a:lnTo>
                    <a:pt x="397044" y="357685"/>
                  </a:lnTo>
                  <a:lnTo>
                    <a:pt x="397044" y="287390"/>
                  </a:lnTo>
                  <a:lnTo>
                    <a:pt x="397044" y="285666"/>
                  </a:lnTo>
                  <a:lnTo>
                    <a:pt x="397044" y="220901"/>
                  </a:lnTo>
                  <a:cubicBezTo>
                    <a:pt x="397044" y="98901"/>
                    <a:pt x="495944" y="0"/>
                    <a:pt x="617944" y="0"/>
                  </a:cubicBezTo>
                  <a:close/>
                </a:path>
              </a:pathLst>
            </a:custGeom>
            <a:solidFill>
              <a:schemeClr val="accent2"/>
            </a:solidFill>
            <a:ln w="12700">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77" name="Rectangle 2676">
              <a:extLst>
                <a:ext uri="{FF2B5EF4-FFF2-40B4-BE49-F238E27FC236}">
                  <a16:creationId xmlns:a16="http://schemas.microsoft.com/office/drawing/2014/main" id="{EC56CAC2-E4C1-4758-7F63-0FD6E365BF0C}"/>
                </a:ext>
                <a:ext uri="{C183D7F6-B498-43B3-948B-1728B52AA6E4}">
                  <adec:decorative xmlns:adec="http://schemas.microsoft.com/office/drawing/2017/decorative" val="1"/>
                </a:ext>
              </a:extLst>
            </p:cNvPr>
            <p:cNvSpPr/>
            <p:nvPr/>
          </p:nvSpPr>
          <p:spPr>
            <a:xfrm>
              <a:off x="5116348" y="5260039"/>
              <a:ext cx="36176" cy="36176"/>
            </a:xfrm>
            <a:prstGeom prst="rect">
              <a:avLst/>
            </a:pr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35365815-21A4-A4EE-0FA9-4EE3823FA8C6}"/>
              </a:ext>
              <a:ext uri="{C183D7F6-B498-43B3-948B-1728B52AA6E4}">
                <adec:decorative xmlns:adec="http://schemas.microsoft.com/office/drawing/2017/decorative" val="1"/>
              </a:ext>
            </a:extLst>
          </p:cNvPr>
          <p:cNvGrpSpPr>
            <a:grpSpLocks noChangeAspect="1"/>
          </p:cNvGrpSpPr>
          <p:nvPr/>
        </p:nvGrpSpPr>
        <p:grpSpPr>
          <a:xfrm>
            <a:off x="5824070" y="5163827"/>
            <a:ext cx="496633" cy="228600"/>
            <a:chOff x="5534334" y="5118107"/>
            <a:chExt cx="695286" cy="320040"/>
          </a:xfrm>
          <a:solidFill>
            <a:srgbClr val="FF0000"/>
          </a:solidFill>
        </p:grpSpPr>
        <p:sp>
          <p:nvSpPr>
            <p:cNvPr id="2679" name="Freeform: Shape 2678">
              <a:extLst>
                <a:ext uri="{FF2B5EF4-FFF2-40B4-BE49-F238E27FC236}">
                  <a16:creationId xmlns:a16="http://schemas.microsoft.com/office/drawing/2014/main" id="{BB0CA644-33B1-0368-8E6F-AF47379EAB29}"/>
                </a:ext>
                <a:ext uri="{C183D7F6-B498-43B3-948B-1728B52AA6E4}">
                  <adec:decorative xmlns:adec="http://schemas.microsoft.com/office/drawing/2017/decorative" val="1"/>
                </a:ext>
              </a:extLst>
            </p:cNvPr>
            <p:cNvSpPr/>
            <p:nvPr/>
          </p:nvSpPr>
          <p:spPr>
            <a:xfrm>
              <a:off x="5534334" y="5118107"/>
              <a:ext cx="695286" cy="314441"/>
            </a:xfrm>
            <a:custGeom>
              <a:avLst/>
              <a:gdLst>
                <a:gd name="connsiteX0" fmla="*/ 96235 w 942710"/>
                <a:gd name="connsiteY0" fmla="*/ 386579 h 426337"/>
                <a:gd name="connsiteX1" fmla="*/ 110297 w 942710"/>
                <a:gd name="connsiteY1" fmla="*/ 408745 h 426337"/>
                <a:gd name="connsiteX2" fmla="*/ 99804 w 942710"/>
                <a:gd name="connsiteY2" fmla="*/ 413676 h 426337"/>
                <a:gd name="connsiteX3" fmla="*/ 98176 w 942710"/>
                <a:gd name="connsiteY3" fmla="*/ 409951 h 426337"/>
                <a:gd name="connsiteX4" fmla="*/ 99429 w 942710"/>
                <a:gd name="connsiteY4" fmla="*/ 413723 h 426337"/>
                <a:gd name="connsiteX5" fmla="*/ 96235 w 942710"/>
                <a:gd name="connsiteY5" fmla="*/ 414927 h 426337"/>
                <a:gd name="connsiteX6" fmla="*/ 96235 w 942710"/>
                <a:gd name="connsiteY6" fmla="*/ 372392 h 426337"/>
                <a:gd name="connsiteX7" fmla="*/ 113572 w 942710"/>
                <a:gd name="connsiteY7" fmla="*/ 399980 h 426337"/>
                <a:gd name="connsiteX8" fmla="*/ 116112 w 942710"/>
                <a:gd name="connsiteY8" fmla="*/ 405497 h 426337"/>
                <a:gd name="connsiteX9" fmla="*/ 110644 w 942710"/>
                <a:gd name="connsiteY9" fmla="*/ 408726 h 426337"/>
                <a:gd name="connsiteX10" fmla="*/ 96235 w 942710"/>
                <a:gd name="connsiteY10" fmla="*/ 386001 h 426337"/>
                <a:gd name="connsiteX11" fmla="*/ 101135 w 942710"/>
                <a:gd name="connsiteY11" fmla="*/ 362884 h 426337"/>
                <a:gd name="connsiteX12" fmla="*/ 110059 w 942710"/>
                <a:gd name="connsiteY12" fmla="*/ 376634 h 426337"/>
                <a:gd name="connsiteX13" fmla="*/ 124961 w 942710"/>
                <a:gd name="connsiteY13" fmla="*/ 400955 h 426337"/>
                <a:gd name="connsiteX14" fmla="*/ 116468 w 942710"/>
                <a:gd name="connsiteY14" fmla="*/ 405449 h 426337"/>
                <a:gd name="connsiteX15" fmla="*/ 113572 w 942710"/>
                <a:gd name="connsiteY15" fmla="*/ 399980 h 426337"/>
                <a:gd name="connsiteX16" fmla="*/ 96235 w 942710"/>
                <a:gd name="connsiteY16" fmla="*/ 371857 h 426337"/>
                <a:gd name="connsiteX17" fmla="*/ 96235 w 942710"/>
                <a:gd name="connsiteY17" fmla="*/ 365724 h 426337"/>
                <a:gd name="connsiteX18" fmla="*/ 108076 w 942710"/>
                <a:gd name="connsiteY18" fmla="*/ 358748 h 426337"/>
                <a:gd name="connsiteX19" fmla="*/ 132821 w 942710"/>
                <a:gd name="connsiteY19" fmla="*/ 396041 h 426337"/>
                <a:gd name="connsiteX20" fmla="*/ 125280 w 942710"/>
                <a:gd name="connsiteY20" fmla="*/ 400821 h 426337"/>
                <a:gd name="connsiteX21" fmla="*/ 110059 w 942710"/>
                <a:gd name="connsiteY21" fmla="*/ 376634 h 426337"/>
                <a:gd name="connsiteX22" fmla="*/ 101454 w 942710"/>
                <a:gd name="connsiteY22" fmla="*/ 362745 h 426337"/>
                <a:gd name="connsiteX23" fmla="*/ 108076 w 942710"/>
                <a:gd name="connsiteY23" fmla="*/ 358748 h 426337"/>
                <a:gd name="connsiteX24" fmla="*/ 114708 w 942710"/>
                <a:gd name="connsiteY24" fmla="*/ 353651 h 426337"/>
                <a:gd name="connsiteX25" fmla="*/ 127150 w 942710"/>
                <a:gd name="connsiteY25" fmla="*/ 374150 h 426337"/>
                <a:gd name="connsiteX26" fmla="*/ 137890 w 942710"/>
                <a:gd name="connsiteY26" fmla="*/ 391526 h 426337"/>
                <a:gd name="connsiteX27" fmla="*/ 133120 w 942710"/>
                <a:gd name="connsiteY27" fmla="*/ 395922 h 426337"/>
                <a:gd name="connsiteX28" fmla="*/ 108423 w 942710"/>
                <a:gd name="connsiteY28" fmla="*/ 358718 h 426337"/>
                <a:gd name="connsiteX29" fmla="*/ 114708 w 942710"/>
                <a:gd name="connsiteY29" fmla="*/ 353651 h 426337"/>
                <a:gd name="connsiteX30" fmla="*/ 140887 w 942710"/>
                <a:gd name="connsiteY30" fmla="*/ 348671 h 426337"/>
                <a:gd name="connsiteX31" fmla="*/ 140887 w 942710"/>
                <a:gd name="connsiteY31" fmla="*/ 348672 h 426337"/>
                <a:gd name="connsiteX32" fmla="*/ 142833 w 942710"/>
                <a:gd name="connsiteY32" fmla="*/ 353021 h 426337"/>
                <a:gd name="connsiteX33" fmla="*/ 132403 w 942710"/>
                <a:gd name="connsiteY33" fmla="*/ 339371 h 426337"/>
                <a:gd name="connsiteX34" fmla="*/ 134015 w 942710"/>
                <a:gd name="connsiteY34" fmla="*/ 350168 h 426337"/>
                <a:gd name="connsiteX35" fmla="*/ 152826 w 942710"/>
                <a:gd name="connsiteY35" fmla="*/ 373424 h 426337"/>
                <a:gd name="connsiteX36" fmla="*/ 156389 w 942710"/>
                <a:gd name="connsiteY36" fmla="*/ 377382 h 426337"/>
                <a:gd name="connsiteX37" fmla="*/ 145689 w 942710"/>
                <a:gd name="connsiteY37" fmla="*/ 385990 h 426337"/>
                <a:gd name="connsiteX38" fmla="*/ 134366 w 942710"/>
                <a:gd name="connsiteY38" fmla="*/ 371517 h 426337"/>
                <a:gd name="connsiteX39" fmla="*/ 145344 w 942710"/>
                <a:gd name="connsiteY39" fmla="*/ 386012 h 426337"/>
                <a:gd name="connsiteX40" fmla="*/ 138261 w 942710"/>
                <a:gd name="connsiteY40" fmla="*/ 391556 h 426337"/>
                <a:gd name="connsiteX41" fmla="*/ 127150 w 942710"/>
                <a:gd name="connsiteY41" fmla="*/ 374150 h 426337"/>
                <a:gd name="connsiteX42" fmla="*/ 115054 w 942710"/>
                <a:gd name="connsiteY42" fmla="*/ 353598 h 426337"/>
                <a:gd name="connsiteX43" fmla="*/ 119599 w 942710"/>
                <a:gd name="connsiteY43" fmla="*/ 349855 h 426337"/>
                <a:gd name="connsiteX44" fmla="*/ 134359 w 942710"/>
                <a:gd name="connsiteY44" fmla="*/ 371506 h 426337"/>
                <a:gd name="connsiteX45" fmla="*/ 119898 w 942710"/>
                <a:gd name="connsiteY45" fmla="*/ 349732 h 426337"/>
                <a:gd name="connsiteX46" fmla="*/ 132403 w 942710"/>
                <a:gd name="connsiteY46" fmla="*/ 339371 h 426337"/>
                <a:gd name="connsiteX47" fmla="*/ 913383 w 942710"/>
                <a:gd name="connsiteY47" fmla="*/ 80422 h 426337"/>
                <a:gd name="connsiteX48" fmla="*/ 934148 w 942710"/>
                <a:gd name="connsiteY48" fmla="*/ 103000 h 426337"/>
                <a:gd name="connsiteX49" fmla="*/ 934107 w 942710"/>
                <a:gd name="connsiteY49" fmla="*/ 323400 h 426337"/>
                <a:gd name="connsiteX50" fmla="*/ 919008 w 942710"/>
                <a:gd name="connsiteY50" fmla="*/ 344889 h 426337"/>
                <a:gd name="connsiteX51" fmla="*/ 896058 w 942710"/>
                <a:gd name="connsiteY51" fmla="*/ 340374 h 426337"/>
                <a:gd name="connsiteX52" fmla="*/ 888912 w 942710"/>
                <a:gd name="connsiteY52" fmla="*/ 323200 h 426337"/>
                <a:gd name="connsiteX53" fmla="*/ 888959 w 942710"/>
                <a:gd name="connsiteY53" fmla="*/ 130779 h 426337"/>
                <a:gd name="connsiteX54" fmla="*/ 888945 w 942710"/>
                <a:gd name="connsiteY54" fmla="*/ 102799 h 426337"/>
                <a:gd name="connsiteX55" fmla="*/ 913383 w 942710"/>
                <a:gd name="connsiteY55" fmla="*/ 80422 h 426337"/>
                <a:gd name="connsiteX56" fmla="*/ 467986 w 942710"/>
                <a:gd name="connsiteY56" fmla="*/ 80395 h 426337"/>
                <a:gd name="connsiteX57" fmla="*/ 492354 w 942710"/>
                <a:gd name="connsiteY57" fmla="*/ 104971 h 426337"/>
                <a:gd name="connsiteX58" fmla="*/ 492228 w 942710"/>
                <a:gd name="connsiteY58" fmla="*/ 322425 h 426337"/>
                <a:gd name="connsiteX59" fmla="*/ 477542 w 942710"/>
                <a:gd name="connsiteY59" fmla="*/ 344751 h 426337"/>
                <a:gd name="connsiteX60" fmla="*/ 453751 w 942710"/>
                <a:gd name="connsiteY60" fmla="*/ 340061 h 426337"/>
                <a:gd name="connsiteX61" fmla="*/ 447003 w 942710"/>
                <a:gd name="connsiteY61" fmla="*/ 323198 h 426337"/>
                <a:gd name="connsiteX62" fmla="*/ 447032 w 942710"/>
                <a:gd name="connsiteY62" fmla="*/ 123905 h 426337"/>
                <a:gd name="connsiteX63" fmla="*/ 448145 w 942710"/>
                <a:gd name="connsiteY63" fmla="*/ 96695 h 426337"/>
                <a:gd name="connsiteX64" fmla="*/ 467986 w 942710"/>
                <a:gd name="connsiteY64" fmla="*/ 80395 h 426337"/>
                <a:gd name="connsiteX65" fmla="*/ 30223 w 942710"/>
                <a:gd name="connsiteY65" fmla="*/ 80231 h 426337"/>
                <a:gd name="connsiteX66" fmla="*/ 42340 w 942710"/>
                <a:gd name="connsiteY66" fmla="*/ 85220 h 426337"/>
                <a:gd name="connsiteX67" fmla="*/ 50229 w 942710"/>
                <a:gd name="connsiteY67" fmla="*/ 102072 h 426337"/>
                <a:gd name="connsiteX68" fmla="*/ 50250 w 942710"/>
                <a:gd name="connsiteY68" fmla="*/ 324447 h 426337"/>
                <a:gd name="connsiteX69" fmla="*/ 29013 w 942710"/>
                <a:gd name="connsiteY69" fmla="*/ 346058 h 426337"/>
                <a:gd name="connsiteX70" fmla="*/ 5105 w 942710"/>
                <a:gd name="connsiteY70" fmla="*/ 321182 h 426337"/>
                <a:gd name="connsiteX71" fmla="*/ 5101 w 942710"/>
                <a:gd name="connsiteY71" fmla="*/ 103731 h 426337"/>
                <a:gd name="connsiteX72" fmla="*/ 17401 w 942710"/>
                <a:gd name="connsiteY72" fmla="*/ 82684 h 426337"/>
                <a:gd name="connsiteX73" fmla="*/ 30223 w 942710"/>
                <a:gd name="connsiteY73" fmla="*/ 80231 h 426337"/>
                <a:gd name="connsiteX74" fmla="*/ 469959 w 942710"/>
                <a:gd name="connsiteY74" fmla="*/ 48011 h 426337"/>
                <a:gd name="connsiteX75" fmla="*/ 455214 w 942710"/>
                <a:gd name="connsiteY75" fmla="*/ 49391 h 426337"/>
                <a:gd name="connsiteX76" fmla="*/ 393460 w 942710"/>
                <a:gd name="connsiteY76" fmla="*/ 74946 h 426337"/>
                <a:gd name="connsiteX77" fmla="*/ 344581 w 942710"/>
                <a:gd name="connsiteY77" fmla="*/ 117894 h 426337"/>
                <a:gd name="connsiteX78" fmla="*/ 322233 w 942710"/>
                <a:gd name="connsiteY78" fmla="*/ 146180 h 426337"/>
                <a:gd name="connsiteX79" fmla="*/ 278010 w 942710"/>
                <a:gd name="connsiteY79" fmla="*/ 213324 h 426337"/>
                <a:gd name="connsiteX80" fmla="*/ 311476 w 942710"/>
                <a:gd name="connsiteY80" fmla="*/ 264536 h 426337"/>
                <a:gd name="connsiteX81" fmla="*/ 366800 w 942710"/>
                <a:gd name="connsiteY81" fmla="*/ 331097 h 426337"/>
                <a:gd name="connsiteX82" fmla="*/ 421155 w 942710"/>
                <a:gd name="connsiteY82" fmla="*/ 366654 h 426337"/>
                <a:gd name="connsiteX83" fmla="*/ 461345 w 942710"/>
                <a:gd name="connsiteY83" fmla="*/ 378122 h 426337"/>
                <a:gd name="connsiteX84" fmla="*/ 507427 w 942710"/>
                <a:gd name="connsiteY84" fmla="*/ 372056 h 426337"/>
                <a:gd name="connsiteX85" fmla="*/ 580900 w 942710"/>
                <a:gd name="connsiteY85" fmla="*/ 326261 h 426337"/>
                <a:gd name="connsiteX86" fmla="*/ 602731 w 942710"/>
                <a:gd name="connsiteY86" fmla="*/ 303593 h 426337"/>
                <a:gd name="connsiteX87" fmla="*/ 664151 w 942710"/>
                <a:gd name="connsiteY87" fmla="*/ 213554 h 426337"/>
                <a:gd name="connsiteX88" fmla="*/ 632613 w 942710"/>
                <a:gd name="connsiteY88" fmla="*/ 164950 h 426337"/>
                <a:gd name="connsiteX89" fmla="*/ 593024 w 942710"/>
                <a:gd name="connsiteY89" fmla="*/ 112514 h 426337"/>
                <a:gd name="connsiteX90" fmla="*/ 564201 w 942710"/>
                <a:gd name="connsiteY90" fmla="*/ 86520 h 426337"/>
                <a:gd name="connsiteX91" fmla="*/ 512782 w 942710"/>
                <a:gd name="connsiteY91" fmla="*/ 56619 h 426337"/>
                <a:gd name="connsiteX92" fmla="*/ 469959 w 942710"/>
                <a:gd name="connsiteY92" fmla="*/ 48011 h 426337"/>
                <a:gd name="connsiteX93" fmla="*/ 35944 w 942710"/>
                <a:gd name="connsiteY93" fmla="*/ 34 h 426337"/>
                <a:gd name="connsiteX94" fmla="*/ 56076 w 942710"/>
                <a:gd name="connsiteY94" fmla="*/ 969 h 426337"/>
                <a:gd name="connsiteX95" fmla="*/ 100186 w 942710"/>
                <a:gd name="connsiteY95" fmla="*/ 12788 h 426337"/>
                <a:gd name="connsiteX96" fmla="*/ 140328 w 942710"/>
                <a:gd name="connsiteY96" fmla="*/ 35739 h 426337"/>
                <a:gd name="connsiteX97" fmla="*/ 182370 w 942710"/>
                <a:gd name="connsiteY97" fmla="*/ 73988 h 426337"/>
                <a:gd name="connsiteX98" fmla="*/ 218292 w 942710"/>
                <a:gd name="connsiteY98" fmla="*/ 121953 h 426337"/>
                <a:gd name="connsiteX99" fmla="*/ 250818 w 942710"/>
                <a:gd name="connsiteY99" fmla="*/ 171708 h 426337"/>
                <a:gd name="connsiteX100" fmla="*/ 263335 w 942710"/>
                <a:gd name="connsiteY100" fmla="*/ 152765 h 426337"/>
                <a:gd name="connsiteX101" fmla="*/ 293873 w 942710"/>
                <a:gd name="connsiteY101" fmla="*/ 107626 h 426337"/>
                <a:gd name="connsiteX102" fmla="*/ 311313 w 942710"/>
                <a:gd name="connsiteY102" fmla="*/ 86431 h 426337"/>
                <a:gd name="connsiteX103" fmla="*/ 333612 w 942710"/>
                <a:gd name="connsiteY103" fmla="*/ 64081 h 426337"/>
                <a:gd name="connsiteX104" fmla="*/ 381083 w 942710"/>
                <a:gd name="connsiteY104" fmla="*/ 29171 h 426337"/>
                <a:gd name="connsiteX105" fmla="*/ 434325 w 942710"/>
                <a:gd name="connsiteY105" fmla="*/ 7453 h 426337"/>
                <a:gd name="connsiteX106" fmla="*/ 484351 w 942710"/>
                <a:gd name="connsiteY106" fmla="*/ 3342 h 426337"/>
                <a:gd name="connsiteX107" fmla="*/ 540701 w 942710"/>
                <a:gd name="connsiteY107" fmla="*/ 18846 h 426337"/>
                <a:gd name="connsiteX108" fmla="*/ 602324 w 942710"/>
                <a:gd name="connsiteY108" fmla="*/ 58831 h 426337"/>
                <a:gd name="connsiteX109" fmla="*/ 633293 w 942710"/>
                <a:gd name="connsiteY109" fmla="*/ 88935 h 426337"/>
                <a:gd name="connsiteX110" fmla="*/ 669007 w 942710"/>
                <a:gd name="connsiteY110" fmla="*/ 137586 h 426337"/>
                <a:gd name="connsiteX111" fmla="*/ 691281 w 942710"/>
                <a:gd name="connsiteY111" fmla="*/ 171683 h 426337"/>
                <a:gd name="connsiteX112" fmla="*/ 707261 w 942710"/>
                <a:gd name="connsiteY112" fmla="*/ 147556 h 426337"/>
                <a:gd name="connsiteX113" fmla="*/ 738580 w 942710"/>
                <a:gd name="connsiteY113" fmla="*/ 100084 h 426337"/>
                <a:gd name="connsiteX114" fmla="*/ 759513 w 942710"/>
                <a:gd name="connsiteY114" fmla="*/ 74306 h 426337"/>
                <a:gd name="connsiteX115" fmla="*/ 816595 w 942710"/>
                <a:gd name="connsiteY115" fmla="*/ 25867 h 426337"/>
                <a:gd name="connsiteX116" fmla="*/ 877102 w 942710"/>
                <a:gd name="connsiteY116" fmla="*/ 2299 h 426337"/>
                <a:gd name="connsiteX117" fmla="*/ 912459 w 942710"/>
                <a:gd name="connsiteY117" fmla="*/ 427 h 426337"/>
                <a:gd name="connsiteX118" fmla="*/ 936662 w 942710"/>
                <a:gd name="connsiteY118" fmla="*/ 8961 h 426337"/>
                <a:gd name="connsiteX119" fmla="*/ 941444 w 942710"/>
                <a:gd name="connsiteY119" fmla="*/ 31175 h 426337"/>
                <a:gd name="connsiteX120" fmla="*/ 923451 w 942710"/>
                <a:gd name="connsiteY120" fmla="*/ 46212 h 426337"/>
                <a:gd name="connsiteX121" fmla="*/ 906010 w 942710"/>
                <a:gd name="connsiteY121" fmla="*/ 45442 h 426337"/>
                <a:gd name="connsiteX122" fmla="*/ 879547 w 942710"/>
                <a:gd name="connsiteY122" fmla="*/ 47770 h 426337"/>
                <a:gd name="connsiteX123" fmla="*/ 820920 w 942710"/>
                <a:gd name="connsiteY123" fmla="*/ 78626 h 426337"/>
                <a:gd name="connsiteX124" fmla="*/ 793841 w 942710"/>
                <a:gd name="connsiteY124" fmla="*/ 103833 h 426337"/>
                <a:gd name="connsiteX125" fmla="*/ 760386 w 942710"/>
                <a:gd name="connsiteY125" fmla="*/ 148824 h 426337"/>
                <a:gd name="connsiteX126" fmla="*/ 720549 w 942710"/>
                <a:gd name="connsiteY126" fmla="*/ 210112 h 426337"/>
                <a:gd name="connsiteX127" fmla="*/ 720583 w 942710"/>
                <a:gd name="connsiteY127" fmla="*/ 216462 h 426337"/>
                <a:gd name="connsiteX128" fmla="*/ 763508 w 942710"/>
                <a:gd name="connsiteY128" fmla="*/ 282022 h 426337"/>
                <a:gd name="connsiteX129" fmla="*/ 808087 w 942710"/>
                <a:gd name="connsiteY129" fmla="*/ 336990 h 426337"/>
                <a:gd name="connsiteX130" fmla="*/ 874997 w 942710"/>
                <a:gd name="connsiteY130" fmla="*/ 377656 h 426337"/>
                <a:gd name="connsiteX131" fmla="*/ 916942 w 942710"/>
                <a:gd name="connsiteY131" fmla="*/ 379560 h 426337"/>
                <a:gd name="connsiteX132" fmla="*/ 942094 w 942710"/>
                <a:gd name="connsiteY132" fmla="*/ 396688 h 426337"/>
                <a:gd name="connsiteX133" fmla="*/ 918194 w 942710"/>
                <a:gd name="connsiteY133" fmla="*/ 425421 h 426337"/>
                <a:gd name="connsiteX134" fmla="*/ 896813 w 942710"/>
                <a:gd name="connsiteY134" fmla="*/ 426334 h 426337"/>
                <a:gd name="connsiteX135" fmla="*/ 845132 w 942710"/>
                <a:gd name="connsiteY135" fmla="*/ 415230 h 426337"/>
                <a:gd name="connsiteX136" fmla="*/ 786899 w 942710"/>
                <a:gd name="connsiteY136" fmla="*/ 378859 h 426337"/>
                <a:gd name="connsiteX137" fmla="*/ 721964 w 942710"/>
                <a:gd name="connsiteY137" fmla="*/ 301960 h 426337"/>
                <a:gd name="connsiteX138" fmla="*/ 691204 w 942710"/>
                <a:gd name="connsiteY138" fmla="*/ 254844 h 426337"/>
                <a:gd name="connsiteX139" fmla="*/ 653200 w 942710"/>
                <a:gd name="connsiteY139" fmla="*/ 312213 h 426337"/>
                <a:gd name="connsiteX140" fmla="*/ 605052 w 942710"/>
                <a:gd name="connsiteY140" fmla="*/ 365235 h 426337"/>
                <a:gd name="connsiteX141" fmla="*/ 561224 w 942710"/>
                <a:gd name="connsiteY141" fmla="*/ 397024 h 426337"/>
                <a:gd name="connsiteX142" fmla="*/ 503724 w 942710"/>
                <a:gd name="connsiteY142" fmla="*/ 419645 h 426337"/>
                <a:gd name="connsiteX143" fmla="*/ 467795 w 942710"/>
                <a:gd name="connsiteY143" fmla="*/ 423487 h 426337"/>
                <a:gd name="connsiteX144" fmla="*/ 412282 w 942710"/>
                <a:gd name="connsiteY144" fmla="*/ 411815 h 426337"/>
                <a:gd name="connsiteX145" fmla="*/ 348023 w 942710"/>
                <a:gd name="connsiteY145" fmla="*/ 374598 h 426337"/>
                <a:gd name="connsiteX146" fmla="*/ 308902 w 942710"/>
                <a:gd name="connsiteY146" fmla="*/ 336699 h 426337"/>
                <a:gd name="connsiteX147" fmla="*/ 253231 w 942710"/>
                <a:gd name="connsiteY147" fmla="*/ 257697 h 426337"/>
                <a:gd name="connsiteX148" fmla="*/ 251012 w 942710"/>
                <a:gd name="connsiteY148" fmla="*/ 254815 h 426337"/>
                <a:gd name="connsiteX149" fmla="*/ 203420 w 942710"/>
                <a:gd name="connsiteY149" fmla="*/ 326424 h 426337"/>
                <a:gd name="connsiteX150" fmla="*/ 168206 w 942710"/>
                <a:gd name="connsiteY150" fmla="*/ 366254 h 426337"/>
                <a:gd name="connsiteX151" fmla="*/ 152222 w 942710"/>
                <a:gd name="connsiteY151" fmla="*/ 356156 h 426337"/>
                <a:gd name="connsiteX152" fmla="*/ 167904 w 942710"/>
                <a:gd name="connsiteY152" fmla="*/ 366378 h 426337"/>
                <a:gd name="connsiteX153" fmla="*/ 162582 w 942710"/>
                <a:gd name="connsiteY153" fmla="*/ 372345 h 426337"/>
                <a:gd name="connsiteX154" fmla="*/ 153431 w 942710"/>
                <a:gd name="connsiteY154" fmla="*/ 364938 h 426337"/>
                <a:gd name="connsiteX155" fmla="*/ 162281 w 942710"/>
                <a:gd name="connsiteY155" fmla="*/ 372472 h 426337"/>
                <a:gd name="connsiteX156" fmla="*/ 156724 w 942710"/>
                <a:gd name="connsiteY156" fmla="*/ 377333 h 426337"/>
                <a:gd name="connsiteX157" fmla="*/ 152826 w 942710"/>
                <a:gd name="connsiteY157" fmla="*/ 373424 h 426337"/>
                <a:gd name="connsiteX158" fmla="*/ 134016 w 942710"/>
                <a:gd name="connsiteY158" fmla="*/ 350168 h 426337"/>
                <a:gd name="connsiteX159" fmla="*/ 132745 w 942710"/>
                <a:gd name="connsiteY159" fmla="*/ 339314 h 426337"/>
                <a:gd name="connsiteX160" fmla="*/ 141320 w 942710"/>
                <a:gd name="connsiteY160" fmla="*/ 330529 h 426337"/>
                <a:gd name="connsiteX161" fmla="*/ 141813 w 942710"/>
                <a:gd name="connsiteY161" fmla="*/ 335029 h 426337"/>
                <a:gd name="connsiteX162" fmla="*/ 141813 w 942710"/>
                <a:gd name="connsiteY162" fmla="*/ 335028 h 426337"/>
                <a:gd name="connsiteX163" fmla="*/ 141624 w 942710"/>
                <a:gd name="connsiteY163" fmla="*/ 330397 h 426337"/>
                <a:gd name="connsiteX164" fmla="*/ 148075 w 942710"/>
                <a:gd name="connsiteY164" fmla="*/ 322382 h 426337"/>
                <a:gd name="connsiteX165" fmla="*/ 149342 w 942710"/>
                <a:gd name="connsiteY165" fmla="*/ 331675 h 426337"/>
                <a:gd name="connsiteX166" fmla="*/ 148376 w 942710"/>
                <a:gd name="connsiteY166" fmla="*/ 322239 h 426337"/>
                <a:gd name="connsiteX167" fmla="*/ 196626 w 942710"/>
                <a:gd name="connsiteY167" fmla="*/ 254353 h 426337"/>
                <a:gd name="connsiteX168" fmla="*/ 221614 w 942710"/>
                <a:gd name="connsiteY168" fmla="*/ 216451 h 426337"/>
                <a:gd name="connsiteX169" fmla="*/ 221621 w 942710"/>
                <a:gd name="connsiteY169" fmla="*/ 210102 h 426337"/>
                <a:gd name="connsiteX170" fmla="*/ 167243 w 942710"/>
                <a:gd name="connsiteY170" fmla="*/ 127458 h 426337"/>
                <a:gd name="connsiteX171" fmla="*/ 128345 w 942710"/>
                <a:gd name="connsiteY171" fmla="*/ 84451 h 426337"/>
                <a:gd name="connsiteX172" fmla="*/ 87223 w 942710"/>
                <a:gd name="connsiteY172" fmla="*/ 56485 h 426337"/>
                <a:gd name="connsiteX173" fmla="*/ 45979 w 942710"/>
                <a:gd name="connsiteY173" fmla="*/ 45438 h 426337"/>
                <a:gd name="connsiteX174" fmla="*/ 23321 w 942710"/>
                <a:gd name="connsiteY174" fmla="*/ 47213 h 426337"/>
                <a:gd name="connsiteX175" fmla="*/ 96 w 942710"/>
                <a:gd name="connsiteY175" fmla="*/ 27807 h 426337"/>
                <a:gd name="connsiteX176" fmla="*/ 16098 w 942710"/>
                <a:gd name="connsiteY176" fmla="*/ 2642 h 426337"/>
                <a:gd name="connsiteX177" fmla="*/ 35944 w 942710"/>
                <a:gd name="connsiteY177" fmla="*/ 34 h 426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42710" h="426337">
                  <a:moveTo>
                    <a:pt x="96235" y="386579"/>
                  </a:moveTo>
                  <a:lnTo>
                    <a:pt x="110297" y="408745"/>
                  </a:lnTo>
                  <a:cubicBezTo>
                    <a:pt x="106925" y="410373"/>
                    <a:pt x="103552" y="412001"/>
                    <a:pt x="99804" y="413676"/>
                  </a:cubicBezTo>
                  <a:lnTo>
                    <a:pt x="98176" y="409951"/>
                  </a:lnTo>
                  <a:lnTo>
                    <a:pt x="99429" y="413723"/>
                  </a:lnTo>
                  <a:lnTo>
                    <a:pt x="96235" y="414927"/>
                  </a:lnTo>
                  <a:close/>
                  <a:moveTo>
                    <a:pt x="96235" y="372392"/>
                  </a:moveTo>
                  <a:lnTo>
                    <a:pt x="113572" y="399980"/>
                  </a:lnTo>
                  <a:cubicBezTo>
                    <a:pt x="114565" y="401603"/>
                    <a:pt x="115261" y="403408"/>
                    <a:pt x="116112" y="405497"/>
                  </a:cubicBezTo>
                  <a:cubicBezTo>
                    <a:pt x="114417" y="406813"/>
                    <a:pt x="112704" y="407760"/>
                    <a:pt x="110644" y="408726"/>
                  </a:cubicBezTo>
                  <a:lnTo>
                    <a:pt x="96235" y="386001"/>
                  </a:lnTo>
                  <a:close/>
                  <a:moveTo>
                    <a:pt x="101135" y="362884"/>
                  </a:moveTo>
                  <a:cubicBezTo>
                    <a:pt x="104425" y="367578"/>
                    <a:pt x="107265" y="372092"/>
                    <a:pt x="110059" y="376634"/>
                  </a:cubicBezTo>
                  <a:cubicBezTo>
                    <a:pt x="115041" y="384732"/>
                    <a:pt x="119995" y="392847"/>
                    <a:pt x="124961" y="400955"/>
                  </a:cubicBezTo>
                  <a:cubicBezTo>
                    <a:pt x="122255" y="402560"/>
                    <a:pt x="119549" y="404165"/>
                    <a:pt x="116468" y="405449"/>
                  </a:cubicBezTo>
                  <a:cubicBezTo>
                    <a:pt x="115261" y="403408"/>
                    <a:pt x="114565" y="401603"/>
                    <a:pt x="113572" y="399980"/>
                  </a:cubicBezTo>
                  <a:lnTo>
                    <a:pt x="96235" y="371857"/>
                  </a:lnTo>
                  <a:lnTo>
                    <a:pt x="96235" y="365724"/>
                  </a:lnTo>
                  <a:close/>
                  <a:moveTo>
                    <a:pt x="108076" y="358748"/>
                  </a:moveTo>
                  <a:cubicBezTo>
                    <a:pt x="116759" y="371262"/>
                    <a:pt x="124790" y="383651"/>
                    <a:pt x="132821" y="396041"/>
                  </a:cubicBezTo>
                  <a:cubicBezTo>
                    <a:pt x="130414" y="397590"/>
                    <a:pt x="128006" y="399139"/>
                    <a:pt x="125280" y="400821"/>
                  </a:cubicBezTo>
                  <a:cubicBezTo>
                    <a:pt x="119995" y="392847"/>
                    <a:pt x="115041" y="384732"/>
                    <a:pt x="110059" y="376634"/>
                  </a:cubicBezTo>
                  <a:cubicBezTo>
                    <a:pt x="107265" y="372092"/>
                    <a:pt x="104425" y="367578"/>
                    <a:pt x="101454" y="362745"/>
                  </a:cubicBezTo>
                  <a:cubicBezTo>
                    <a:pt x="103343" y="361167"/>
                    <a:pt x="105384" y="359895"/>
                    <a:pt x="108076" y="358748"/>
                  </a:cubicBezTo>
                  <a:close/>
                  <a:moveTo>
                    <a:pt x="114708" y="353651"/>
                  </a:moveTo>
                  <a:cubicBezTo>
                    <a:pt x="119080" y="360452"/>
                    <a:pt x="123044" y="367343"/>
                    <a:pt x="127150" y="374150"/>
                  </a:cubicBezTo>
                  <a:cubicBezTo>
                    <a:pt x="130599" y="379868"/>
                    <a:pt x="134212" y="385488"/>
                    <a:pt x="137890" y="391526"/>
                  </a:cubicBezTo>
                  <a:cubicBezTo>
                    <a:pt x="136491" y="393202"/>
                    <a:pt x="134955" y="394503"/>
                    <a:pt x="133120" y="395922"/>
                  </a:cubicBezTo>
                  <a:cubicBezTo>
                    <a:pt x="124790" y="383651"/>
                    <a:pt x="116758" y="371262"/>
                    <a:pt x="108423" y="358718"/>
                  </a:cubicBezTo>
                  <a:cubicBezTo>
                    <a:pt x="110200" y="356944"/>
                    <a:pt x="112281" y="355324"/>
                    <a:pt x="114708" y="353651"/>
                  </a:cubicBezTo>
                  <a:close/>
                  <a:moveTo>
                    <a:pt x="140887" y="348671"/>
                  </a:moveTo>
                  <a:lnTo>
                    <a:pt x="140887" y="348672"/>
                  </a:lnTo>
                  <a:cubicBezTo>
                    <a:pt x="141138" y="350155"/>
                    <a:pt x="141717" y="351610"/>
                    <a:pt x="142833" y="353021"/>
                  </a:cubicBezTo>
                  <a:close/>
                  <a:moveTo>
                    <a:pt x="132403" y="339371"/>
                  </a:moveTo>
                  <a:cubicBezTo>
                    <a:pt x="133105" y="343281"/>
                    <a:pt x="132318" y="347521"/>
                    <a:pt x="134015" y="350168"/>
                  </a:cubicBezTo>
                  <a:cubicBezTo>
                    <a:pt x="139393" y="358553"/>
                    <a:pt x="143510" y="368117"/>
                    <a:pt x="152826" y="373424"/>
                  </a:cubicBezTo>
                  <a:cubicBezTo>
                    <a:pt x="154290" y="374258"/>
                    <a:pt x="155215" y="376039"/>
                    <a:pt x="156389" y="377382"/>
                  </a:cubicBezTo>
                  <a:cubicBezTo>
                    <a:pt x="153038" y="380294"/>
                    <a:pt x="149687" y="383205"/>
                    <a:pt x="145689" y="385990"/>
                  </a:cubicBezTo>
                  <a:lnTo>
                    <a:pt x="134366" y="371517"/>
                  </a:lnTo>
                  <a:lnTo>
                    <a:pt x="145344" y="386012"/>
                  </a:lnTo>
                  <a:cubicBezTo>
                    <a:pt x="143354" y="388094"/>
                    <a:pt x="141062" y="390028"/>
                    <a:pt x="138261" y="391556"/>
                  </a:cubicBezTo>
                  <a:cubicBezTo>
                    <a:pt x="134212" y="385487"/>
                    <a:pt x="130599" y="379868"/>
                    <a:pt x="127150" y="374150"/>
                  </a:cubicBezTo>
                  <a:cubicBezTo>
                    <a:pt x="123044" y="367343"/>
                    <a:pt x="119080" y="360452"/>
                    <a:pt x="115054" y="353598"/>
                  </a:cubicBezTo>
                  <a:cubicBezTo>
                    <a:pt x="116469" y="352391"/>
                    <a:pt x="117885" y="351184"/>
                    <a:pt x="119599" y="349855"/>
                  </a:cubicBezTo>
                  <a:lnTo>
                    <a:pt x="134359" y="371506"/>
                  </a:lnTo>
                  <a:lnTo>
                    <a:pt x="119898" y="349732"/>
                  </a:lnTo>
                  <a:cubicBezTo>
                    <a:pt x="123949" y="346145"/>
                    <a:pt x="127999" y="342559"/>
                    <a:pt x="132403" y="339371"/>
                  </a:cubicBezTo>
                  <a:close/>
                  <a:moveTo>
                    <a:pt x="913383" y="80422"/>
                  </a:moveTo>
                  <a:cubicBezTo>
                    <a:pt x="924406" y="81085"/>
                    <a:pt x="934153" y="90776"/>
                    <a:pt x="934148" y="103000"/>
                  </a:cubicBezTo>
                  <a:cubicBezTo>
                    <a:pt x="934119" y="176467"/>
                    <a:pt x="934158" y="249934"/>
                    <a:pt x="934107" y="323400"/>
                  </a:cubicBezTo>
                  <a:cubicBezTo>
                    <a:pt x="934100" y="333974"/>
                    <a:pt x="928969" y="341434"/>
                    <a:pt x="919008" y="344889"/>
                  </a:cubicBezTo>
                  <a:cubicBezTo>
                    <a:pt x="910699" y="347770"/>
                    <a:pt x="902526" y="346187"/>
                    <a:pt x="896058" y="340374"/>
                  </a:cubicBezTo>
                  <a:cubicBezTo>
                    <a:pt x="891254" y="336056"/>
                    <a:pt x="888904" y="330052"/>
                    <a:pt x="888912" y="323200"/>
                  </a:cubicBezTo>
                  <a:cubicBezTo>
                    <a:pt x="888991" y="259223"/>
                    <a:pt x="888959" y="195246"/>
                    <a:pt x="888959" y="130779"/>
                  </a:cubicBezTo>
                  <a:cubicBezTo>
                    <a:pt x="888959" y="121125"/>
                    <a:pt x="889016" y="111961"/>
                    <a:pt x="888945" y="102799"/>
                  </a:cubicBezTo>
                  <a:cubicBezTo>
                    <a:pt x="888860" y="91920"/>
                    <a:pt x="897714" y="79478"/>
                    <a:pt x="913383" y="80422"/>
                  </a:cubicBezTo>
                  <a:close/>
                  <a:moveTo>
                    <a:pt x="467986" y="80395"/>
                  </a:moveTo>
                  <a:cubicBezTo>
                    <a:pt x="483134" y="79393"/>
                    <a:pt x="492409" y="92014"/>
                    <a:pt x="492354" y="104971"/>
                  </a:cubicBezTo>
                  <a:cubicBezTo>
                    <a:pt x="492047" y="177454"/>
                    <a:pt x="492187" y="249940"/>
                    <a:pt x="492228" y="322425"/>
                  </a:cubicBezTo>
                  <a:cubicBezTo>
                    <a:pt x="492234" y="333186"/>
                    <a:pt x="487632" y="341009"/>
                    <a:pt x="477542" y="344751"/>
                  </a:cubicBezTo>
                  <a:cubicBezTo>
                    <a:pt x="468915" y="347949"/>
                    <a:pt x="460511" y="346174"/>
                    <a:pt x="453751" y="340061"/>
                  </a:cubicBezTo>
                  <a:cubicBezTo>
                    <a:pt x="449018" y="335781"/>
                    <a:pt x="446998" y="329801"/>
                    <a:pt x="447003" y="323198"/>
                  </a:cubicBezTo>
                  <a:cubicBezTo>
                    <a:pt x="447050" y="256931"/>
                    <a:pt x="447032" y="190663"/>
                    <a:pt x="447032" y="123905"/>
                  </a:cubicBezTo>
                  <a:cubicBezTo>
                    <a:pt x="447357" y="114502"/>
                    <a:pt x="447203" y="105540"/>
                    <a:pt x="448145" y="96695"/>
                  </a:cubicBezTo>
                  <a:cubicBezTo>
                    <a:pt x="449047" y="88235"/>
                    <a:pt x="459363" y="80965"/>
                    <a:pt x="467986" y="80395"/>
                  </a:cubicBezTo>
                  <a:close/>
                  <a:moveTo>
                    <a:pt x="30223" y="80231"/>
                  </a:moveTo>
                  <a:cubicBezTo>
                    <a:pt x="34450" y="80614"/>
                    <a:pt x="38558" y="82238"/>
                    <a:pt x="42340" y="85220"/>
                  </a:cubicBezTo>
                  <a:cubicBezTo>
                    <a:pt x="47553" y="89331"/>
                    <a:pt x="50222" y="95385"/>
                    <a:pt x="50229" y="102072"/>
                  </a:cubicBezTo>
                  <a:cubicBezTo>
                    <a:pt x="50310" y="176197"/>
                    <a:pt x="50309" y="250322"/>
                    <a:pt x="50250" y="324447"/>
                  </a:cubicBezTo>
                  <a:cubicBezTo>
                    <a:pt x="50241" y="336049"/>
                    <a:pt x="40461" y="345316"/>
                    <a:pt x="29013" y="346058"/>
                  </a:cubicBezTo>
                  <a:cubicBezTo>
                    <a:pt x="14834" y="346978"/>
                    <a:pt x="3785" y="334517"/>
                    <a:pt x="5105" y="321182"/>
                  </a:cubicBezTo>
                  <a:cubicBezTo>
                    <a:pt x="5105" y="248382"/>
                    <a:pt x="5109" y="176056"/>
                    <a:pt x="5101" y="103731"/>
                  </a:cubicBezTo>
                  <a:cubicBezTo>
                    <a:pt x="5100" y="94297"/>
                    <a:pt x="8799" y="86687"/>
                    <a:pt x="17401" y="82684"/>
                  </a:cubicBezTo>
                  <a:cubicBezTo>
                    <a:pt x="21653" y="80706"/>
                    <a:pt x="25997" y="79848"/>
                    <a:pt x="30223" y="80231"/>
                  </a:cubicBezTo>
                  <a:close/>
                  <a:moveTo>
                    <a:pt x="469959" y="48011"/>
                  </a:moveTo>
                  <a:cubicBezTo>
                    <a:pt x="465085" y="48050"/>
                    <a:pt x="460171" y="48488"/>
                    <a:pt x="455214" y="49391"/>
                  </a:cubicBezTo>
                  <a:cubicBezTo>
                    <a:pt x="432869" y="53464"/>
                    <a:pt x="412324" y="62392"/>
                    <a:pt x="393460" y="74946"/>
                  </a:cubicBezTo>
                  <a:cubicBezTo>
                    <a:pt x="375269" y="87052"/>
                    <a:pt x="358516" y="100918"/>
                    <a:pt x="344581" y="117894"/>
                  </a:cubicBezTo>
                  <a:cubicBezTo>
                    <a:pt x="336956" y="127184"/>
                    <a:pt x="328986" y="136275"/>
                    <a:pt x="322233" y="146180"/>
                  </a:cubicBezTo>
                  <a:cubicBezTo>
                    <a:pt x="307164" y="168281"/>
                    <a:pt x="292762" y="190836"/>
                    <a:pt x="278010" y="213324"/>
                  </a:cubicBezTo>
                  <a:cubicBezTo>
                    <a:pt x="289203" y="230412"/>
                    <a:pt x="300598" y="247311"/>
                    <a:pt x="311476" y="264536"/>
                  </a:cubicBezTo>
                  <a:cubicBezTo>
                    <a:pt x="327027" y="289160"/>
                    <a:pt x="344777" y="311806"/>
                    <a:pt x="366800" y="331097"/>
                  </a:cubicBezTo>
                  <a:cubicBezTo>
                    <a:pt x="383301" y="345550"/>
                    <a:pt x="401145" y="357722"/>
                    <a:pt x="421155" y="366654"/>
                  </a:cubicBezTo>
                  <a:cubicBezTo>
                    <a:pt x="433987" y="372382"/>
                    <a:pt x="447405" y="376545"/>
                    <a:pt x="461345" y="378122"/>
                  </a:cubicBezTo>
                  <a:cubicBezTo>
                    <a:pt x="477082" y="379902"/>
                    <a:pt x="492573" y="377190"/>
                    <a:pt x="507427" y="372056"/>
                  </a:cubicBezTo>
                  <a:cubicBezTo>
                    <a:pt x="535344" y="362406"/>
                    <a:pt x="559456" y="346344"/>
                    <a:pt x="580900" y="326261"/>
                  </a:cubicBezTo>
                  <a:cubicBezTo>
                    <a:pt x="588374" y="319261"/>
                    <a:pt x="595133" y="311497"/>
                    <a:pt x="602731" y="303593"/>
                  </a:cubicBezTo>
                  <a:cubicBezTo>
                    <a:pt x="625901" y="275233"/>
                    <a:pt x="643500" y="243108"/>
                    <a:pt x="664151" y="213554"/>
                  </a:cubicBezTo>
                  <a:cubicBezTo>
                    <a:pt x="653422" y="197020"/>
                    <a:pt x="643009" y="180990"/>
                    <a:pt x="632613" y="164950"/>
                  </a:cubicBezTo>
                  <a:cubicBezTo>
                    <a:pt x="620670" y="146521"/>
                    <a:pt x="608322" y="128329"/>
                    <a:pt x="593024" y="112514"/>
                  </a:cubicBezTo>
                  <a:cubicBezTo>
                    <a:pt x="584047" y="103235"/>
                    <a:pt x="574134" y="94803"/>
                    <a:pt x="564201" y="86520"/>
                  </a:cubicBezTo>
                  <a:cubicBezTo>
                    <a:pt x="548791" y="73672"/>
                    <a:pt x="531584" y="63699"/>
                    <a:pt x="512782" y="56619"/>
                  </a:cubicBezTo>
                  <a:cubicBezTo>
                    <a:pt x="498836" y="51366"/>
                    <a:pt x="484580" y="47894"/>
                    <a:pt x="469959" y="48011"/>
                  </a:cubicBezTo>
                  <a:close/>
                  <a:moveTo>
                    <a:pt x="35944" y="34"/>
                  </a:moveTo>
                  <a:cubicBezTo>
                    <a:pt x="42617" y="-129"/>
                    <a:pt x="49338" y="298"/>
                    <a:pt x="56076" y="969"/>
                  </a:cubicBezTo>
                  <a:cubicBezTo>
                    <a:pt x="71497" y="2505"/>
                    <a:pt x="85960" y="6871"/>
                    <a:pt x="100186" y="12788"/>
                  </a:cubicBezTo>
                  <a:cubicBezTo>
                    <a:pt x="114573" y="18771"/>
                    <a:pt x="127643" y="26886"/>
                    <a:pt x="140328" y="35739"/>
                  </a:cubicBezTo>
                  <a:cubicBezTo>
                    <a:pt x="155986" y="46667"/>
                    <a:pt x="169396" y="60153"/>
                    <a:pt x="182370" y="73988"/>
                  </a:cubicBezTo>
                  <a:cubicBezTo>
                    <a:pt x="196083" y="88610"/>
                    <a:pt x="207628" y="104949"/>
                    <a:pt x="218292" y="121953"/>
                  </a:cubicBezTo>
                  <a:cubicBezTo>
                    <a:pt x="228678" y="138511"/>
                    <a:pt x="239661" y="154695"/>
                    <a:pt x="250818" y="171708"/>
                  </a:cubicBezTo>
                  <a:cubicBezTo>
                    <a:pt x="255154" y="165139"/>
                    <a:pt x="259201" y="158923"/>
                    <a:pt x="263335" y="152765"/>
                  </a:cubicBezTo>
                  <a:cubicBezTo>
                    <a:pt x="273460" y="137681"/>
                    <a:pt x="283396" y="122462"/>
                    <a:pt x="293873" y="107626"/>
                  </a:cubicBezTo>
                  <a:cubicBezTo>
                    <a:pt x="299138" y="100169"/>
                    <a:pt x="305128" y="93161"/>
                    <a:pt x="311313" y="86431"/>
                  </a:cubicBezTo>
                  <a:cubicBezTo>
                    <a:pt x="318429" y="78687"/>
                    <a:pt x="325912" y="71249"/>
                    <a:pt x="333612" y="64081"/>
                  </a:cubicBezTo>
                  <a:cubicBezTo>
                    <a:pt x="348069" y="50623"/>
                    <a:pt x="363898" y="38999"/>
                    <a:pt x="381083" y="29171"/>
                  </a:cubicBezTo>
                  <a:cubicBezTo>
                    <a:pt x="397894" y="19558"/>
                    <a:pt x="415643" y="12419"/>
                    <a:pt x="434325" y="7453"/>
                  </a:cubicBezTo>
                  <a:cubicBezTo>
                    <a:pt x="450765" y="3084"/>
                    <a:pt x="467607" y="1787"/>
                    <a:pt x="484351" y="3342"/>
                  </a:cubicBezTo>
                  <a:cubicBezTo>
                    <a:pt x="503902" y="5158"/>
                    <a:pt x="522706" y="10726"/>
                    <a:pt x="540701" y="18846"/>
                  </a:cubicBezTo>
                  <a:cubicBezTo>
                    <a:pt x="563295" y="29041"/>
                    <a:pt x="584029" y="42109"/>
                    <a:pt x="602324" y="58831"/>
                  </a:cubicBezTo>
                  <a:cubicBezTo>
                    <a:pt x="612949" y="68543"/>
                    <a:pt x="623548" y="78365"/>
                    <a:pt x="633293" y="88935"/>
                  </a:cubicBezTo>
                  <a:cubicBezTo>
                    <a:pt x="646974" y="103774"/>
                    <a:pt x="658234" y="120525"/>
                    <a:pt x="669007" y="137586"/>
                  </a:cubicBezTo>
                  <a:cubicBezTo>
                    <a:pt x="676142" y="148887"/>
                    <a:pt x="683614" y="159973"/>
                    <a:pt x="691281" y="171683"/>
                  </a:cubicBezTo>
                  <a:cubicBezTo>
                    <a:pt x="696816" y="163330"/>
                    <a:pt x="702065" y="155461"/>
                    <a:pt x="707261" y="147556"/>
                  </a:cubicBezTo>
                  <a:cubicBezTo>
                    <a:pt x="717675" y="131714"/>
                    <a:pt x="727740" y="115629"/>
                    <a:pt x="738580" y="100084"/>
                  </a:cubicBezTo>
                  <a:cubicBezTo>
                    <a:pt x="744897" y="91024"/>
                    <a:pt x="751990" y="82402"/>
                    <a:pt x="759513" y="74306"/>
                  </a:cubicBezTo>
                  <a:cubicBezTo>
                    <a:pt x="776595" y="55924"/>
                    <a:pt x="794944" y="38928"/>
                    <a:pt x="816595" y="25867"/>
                  </a:cubicBezTo>
                  <a:cubicBezTo>
                    <a:pt x="835414" y="14515"/>
                    <a:pt x="855187" y="5357"/>
                    <a:pt x="877102" y="2299"/>
                  </a:cubicBezTo>
                  <a:cubicBezTo>
                    <a:pt x="888763" y="672"/>
                    <a:pt x="900697" y="38"/>
                    <a:pt x="912459" y="427"/>
                  </a:cubicBezTo>
                  <a:cubicBezTo>
                    <a:pt x="921038" y="711"/>
                    <a:pt x="929982" y="1838"/>
                    <a:pt x="936662" y="8961"/>
                  </a:cubicBezTo>
                  <a:cubicBezTo>
                    <a:pt x="942827" y="15534"/>
                    <a:pt x="943514" y="23696"/>
                    <a:pt x="941444" y="31175"/>
                  </a:cubicBezTo>
                  <a:cubicBezTo>
                    <a:pt x="939155" y="39440"/>
                    <a:pt x="932982" y="45750"/>
                    <a:pt x="923451" y="46212"/>
                  </a:cubicBezTo>
                  <a:cubicBezTo>
                    <a:pt x="917664" y="46493"/>
                    <a:pt x="911805" y="45215"/>
                    <a:pt x="906010" y="45442"/>
                  </a:cubicBezTo>
                  <a:cubicBezTo>
                    <a:pt x="897160" y="45788"/>
                    <a:pt x="888116" y="45844"/>
                    <a:pt x="879547" y="47770"/>
                  </a:cubicBezTo>
                  <a:cubicBezTo>
                    <a:pt x="857354" y="52759"/>
                    <a:pt x="838060" y="63883"/>
                    <a:pt x="820920" y="78626"/>
                  </a:cubicBezTo>
                  <a:cubicBezTo>
                    <a:pt x="811575" y="86665"/>
                    <a:pt x="802369" y="94949"/>
                    <a:pt x="793841" y="103833"/>
                  </a:cubicBezTo>
                  <a:cubicBezTo>
                    <a:pt x="780833" y="117384"/>
                    <a:pt x="770503" y="133043"/>
                    <a:pt x="760386" y="148824"/>
                  </a:cubicBezTo>
                  <a:cubicBezTo>
                    <a:pt x="747235" y="169336"/>
                    <a:pt x="733957" y="189767"/>
                    <a:pt x="720549" y="210112"/>
                  </a:cubicBezTo>
                  <a:cubicBezTo>
                    <a:pt x="718906" y="212605"/>
                    <a:pt x="718941" y="213994"/>
                    <a:pt x="720583" y="216462"/>
                  </a:cubicBezTo>
                  <a:cubicBezTo>
                    <a:pt x="735054" y="238210"/>
                    <a:pt x="749824" y="259783"/>
                    <a:pt x="763508" y="282022"/>
                  </a:cubicBezTo>
                  <a:cubicBezTo>
                    <a:pt x="776022" y="302360"/>
                    <a:pt x="790819" y="320704"/>
                    <a:pt x="808087" y="336990"/>
                  </a:cubicBezTo>
                  <a:cubicBezTo>
                    <a:pt x="827433" y="355236"/>
                    <a:pt x="848954" y="370231"/>
                    <a:pt x="874997" y="377656"/>
                  </a:cubicBezTo>
                  <a:cubicBezTo>
                    <a:pt x="888849" y="381605"/>
                    <a:pt x="902724" y="382580"/>
                    <a:pt x="916942" y="379560"/>
                  </a:cubicBezTo>
                  <a:cubicBezTo>
                    <a:pt x="926856" y="377454"/>
                    <a:pt x="939441" y="384636"/>
                    <a:pt x="942094" y="396688"/>
                  </a:cubicBezTo>
                  <a:cubicBezTo>
                    <a:pt x="945693" y="413030"/>
                    <a:pt x="933001" y="425047"/>
                    <a:pt x="918194" y="425421"/>
                  </a:cubicBezTo>
                  <a:cubicBezTo>
                    <a:pt x="911063" y="425601"/>
                    <a:pt x="903941" y="426278"/>
                    <a:pt x="896813" y="426334"/>
                  </a:cubicBezTo>
                  <a:cubicBezTo>
                    <a:pt x="878784" y="426476"/>
                    <a:pt x="861659" y="421914"/>
                    <a:pt x="845132" y="415230"/>
                  </a:cubicBezTo>
                  <a:cubicBezTo>
                    <a:pt x="823634" y="406535"/>
                    <a:pt x="804412" y="394062"/>
                    <a:pt x="786899" y="378859"/>
                  </a:cubicBezTo>
                  <a:cubicBezTo>
                    <a:pt x="761248" y="356590"/>
                    <a:pt x="739750" y="330906"/>
                    <a:pt x="721964" y="301960"/>
                  </a:cubicBezTo>
                  <a:cubicBezTo>
                    <a:pt x="712130" y="285957"/>
                    <a:pt x="701448" y="270476"/>
                    <a:pt x="691204" y="254844"/>
                  </a:cubicBezTo>
                  <a:cubicBezTo>
                    <a:pt x="678556" y="274004"/>
                    <a:pt x="666255" y="293370"/>
                    <a:pt x="653200" y="312213"/>
                  </a:cubicBezTo>
                  <a:cubicBezTo>
                    <a:pt x="639517" y="331961"/>
                    <a:pt x="623040" y="349275"/>
                    <a:pt x="605052" y="365235"/>
                  </a:cubicBezTo>
                  <a:cubicBezTo>
                    <a:pt x="591456" y="377297"/>
                    <a:pt x="577023" y="388130"/>
                    <a:pt x="561224" y="397024"/>
                  </a:cubicBezTo>
                  <a:cubicBezTo>
                    <a:pt x="543140" y="407205"/>
                    <a:pt x="524184" y="415219"/>
                    <a:pt x="503724" y="419645"/>
                  </a:cubicBezTo>
                  <a:cubicBezTo>
                    <a:pt x="491817" y="422220"/>
                    <a:pt x="479958" y="423650"/>
                    <a:pt x="467795" y="423487"/>
                  </a:cubicBezTo>
                  <a:cubicBezTo>
                    <a:pt x="448495" y="423228"/>
                    <a:pt x="430190" y="418424"/>
                    <a:pt x="412282" y="411815"/>
                  </a:cubicBezTo>
                  <a:cubicBezTo>
                    <a:pt x="388734" y="403126"/>
                    <a:pt x="367212" y="390536"/>
                    <a:pt x="348023" y="374598"/>
                  </a:cubicBezTo>
                  <a:cubicBezTo>
                    <a:pt x="334093" y="363029"/>
                    <a:pt x="321419" y="349845"/>
                    <a:pt x="308902" y="336699"/>
                  </a:cubicBezTo>
                  <a:cubicBezTo>
                    <a:pt x="286482" y="313151"/>
                    <a:pt x="270937" y="284637"/>
                    <a:pt x="253231" y="257697"/>
                  </a:cubicBezTo>
                  <a:cubicBezTo>
                    <a:pt x="252562" y="256679"/>
                    <a:pt x="251743" y="255759"/>
                    <a:pt x="251012" y="254815"/>
                  </a:cubicBezTo>
                  <a:cubicBezTo>
                    <a:pt x="235237" y="278741"/>
                    <a:pt x="220147" y="303172"/>
                    <a:pt x="203420" y="326424"/>
                  </a:cubicBezTo>
                  <a:cubicBezTo>
                    <a:pt x="193192" y="340643"/>
                    <a:pt x="180448" y="353052"/>
                    <a:pt x="168206" y="366254"/>
                  </a:cubicBezTo>
                  <a:lnTo>
                    <a:pt x="152222" y="356156"/>
                  </a:lnTo>
                  <a:lnTo>
                    <a:pt x="167904" y="366378"/>
                  </a:lnTo>
                  <a:cubicBezTo>
                    <a:pt x="166448" y="368420"/>
                    <a:pt x="164666" y="370319"/>
                    <a:pt x="162582" y="372345"/>
                  </a:cubicBezTo>
                  <a:cubicBezTo>
                    <a:pt x="159314" y="369977"/>
                    <a:pt x="156143" y="367685"/>
                    <a:pt x="153431" y="364938"/>
                  </a:cubicBezTo>
                  <a:cubicBezTo>
                    <a:pt x="156143" y="367685"/>
                    <a:pt x="159314" y="369977"/>
                    <a:pt x="162281" y="372472"/>
                  </a:cubicBezTo>
                  <a:cubicBezTo>
                    <a:pt x="160541" y="374076"/>
                    <a:pt x="158800" y="375680"/>
                    <a:pt x="156724" y="377333"/>
                  </a:cubicBezTo>
                  <a:cubicBezTo>
                    <a:pt x="155215" y="376039"/>
                    <a:pt x="154290" y="374258"/>
                    <a:pt x="152826" y="373424"/>
                  </a:cubicBezTo>
                  <a:cubicBezTo>
                    <a:pt x="143510" y="368117"/>
                    <a:pt x="139393" y="358553"/>
                    <a:pt x="134016" y="350168"/>
                  </a:cubicBezTo>
                  <a:cubicBezTo>
                    <a:pt x="132318" y="347521"/>
                    <a:pt x="133106" y="343281"/>
                    <a:pt x="132745" y="339314"/>
                  </a:cubicBezTo>
                  <a:cubicBezTo>
                    <a:pt x="135478" y="336001"/>
                    <a:pt x="138221" y="333143"/>
                    <a:pt x="141320" y="330529"/>
                  </a:cubicBezTo>
                  <a:lnTo>
                    <a:pt x="141813" y="335029"/>
                  </a:lnTo>
                  <a:lnTo>
                    <a:pt x="141813" y="335028"/>
                  </a:lnTo>
                  <a:cubicBezTo>
                    <a:pt x="141651" y="333624"/>
                    <a:pt x="141715" y="332193"/>
                    <a:pt x="141624" y="330397"/>
                  </a:cubicBezTo>
                  <a:cubicBezTo>
                    <a:pt x="143640" y="327522"/>
                    <a:pt x="145707" y="325023"/>
                    <a:pt x="148075" y="322382"/>
                  </a:cubicBezTo>
                  <a:lnTo>
                    <a:pt x="149342" y="331675"/>
                  </a:lnTo>
                  <a:lnTo>
                    <a:pt x="148376" y="322239"/>
                  </a:lnTo>
                  <a:cubicBezTo>
                    <a:pt x="167659" y="301885"/>
                    <a:pt x="181345" y="277552"/>
                    <a:pt x="196626" y="254353"/>
                  </a:cubicBezTo>
                  <a:cubicBezTo>
                    <a:pt x="204950" y="241715"/>
                    <a:pt x="213133" y="228982"/>
                    <a:pt x="221614" y="216451"/>
                  </a:cubicBezTo>
                  <a:cubicBezTo>
                    <a:pt x="223284" y="213983"/>
                    <a:pt x="223264" y="212585"/>
                    <a:pt x="221621" y="210102"/>
                  </a:cubicBezTo>
                  <a:cubicBezTo>
                    <a:pt x="203422" y="182602"/>
                    <a:pt x="185619" y="154838"/>
                    <a:pt x="167243" y="127458"/>
                  </a:cubicBezTo>
                  <a:cubicBezTo>
                    <a:pt x="156397" y="111299"/>
                    <a:pt x="142967" y="97348"/>
                    <a:pt x="128345" y="84451"/>
                  </a:cubicBezTo>
                  <a:cubicBezTo>
                    <a:pt x="115773" y="73363"/>
                    <a:pt x="102367" y="63600"/>
                    <a:pt x="87223" y="56485"/>
                  </a:cubicBezTo>
                  <a:cubicBezTo>
                    <a:pt x="74196" y="50364"/>
                    <a:pt x="60650" y="45388"/>
                    <a:pt x="45979" y="45438"/>
                  </a:cubicBezTo>
                  <a:cubicBezTo>
                    <a:pt x="38420" y="45464"/>
                    <a:pt x="30811" y="46149"/>
                    <a:pt x="23321" y="47213"/>
                  </a:cubicBezTo>
                  <a:cubicBezTo>
                    <a:pt x="13584" y="48597"/>
                    <a:pt x="760" y="37737"/>
                    <a:pt x="96" y="27807"/>
                  </a:cubicBezTo>
                  <a:cubicBezTo>
                    <a:pt x="-1009" y="11263"/>
                    <a:pt x="7584" y="4840"/>
                    <a:pt x="16098" y="2642"/>
                  </a:cubicBezTo>
                  <a:cubicBezTo>
                    <a:pt x="22645" y="951"/>
                    <a:pt x="29270" y="197"/>
                    <a:pt x="35944" y="34"/>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80" name="Freeform: Shape 2679">
              <a:extLst>
                <a:ext uri="{FF2B5EF4-FFF2-40B4-BE49-F238E27FC236}">
                  <a16:creationId xmlns:a16="http://schemas.microsoft.com/office/drawing/2014/main" id="{FE3C0269-1B07-14BB-434B-C6EC8C0CC9C4}"/>
                </a:ext>
                <a:ext uri="{C183D7F6-B498-43B3-948B-1728B52AA6E4}">
                  <adec:decorative xmlns:adec="http://schemas.microsoft.com/office/drawing/2017/decorative" val="1"/>
                </a:ext>
              </a:extLst>
            </p:cNvPr>
            <p:cNvSpPr/>
            <p:nvPr/>
          </p:nvSpPr>
          <p:spPr>
            <a:xfrm>
              <a:off x="5534335" y="5209807"/>
              <a:ext cx="623795" cy="228340"/>
            </a:xfrm>
            <a:custGeom>
              <a:avLst/>
              <a:gdLst>
                <a:gd name="connsiteX0" fmla="*/ 0 w 845778"/>
                <a:gd name="connsiteY0" fmla="*/ 243514 h 309597"/>
                <a:gd name="connsiteX1" fmla="*/ 66466 w 845778"/>
                <a:gd name="connsiteY1" fmla="*/ 243514 h 309597"/>
                <a:gd name="connsiteX2" fmla="*/ 66466 w 845778"/>
                <a:gd name="connsiteY2" fmla="*/ 309597 h 309597"/>
                <a:gd name="connsiteX3" fmla="*/ 0 w 845778"/>
                <a:gd name="connsiteY3" fmla="*/ 309597 h 309597"/>
                <a:gd name="connsiteX4" fmla="*/ 374618 w 845778"/>
                <a:gd name="connsiteY4" fmla="*/ 1012 h 309597"/>
                <a:gd name="connsiteX5" fmla="*/ 403687 w 845778"/>
                <a:gd name="connsiteY5" fmla="*/ 23037 h 309597"/>
                <a:gd name="connsiteX6" fmla="*/ 403782 w 845778"/>
                <a:gd name="connsiteY6" fmla="*/ 158022 h 309597"/>
                <a:gd name="connsiteX7" fmla="*/ 388683 w 845778"/>
                <a:gd name="connsiteY7" fmla="*/ 179323 h 309597"/>
                <a:gd name="connsiteX8" fmla="*/ 365573 w 845778"/>
                <a:gd name="connsiteY8" fmla="*/ 174596 h 309597"/>
                <a:gd name="connsiteX9" fmla="*/ 358617 w 845778"/>
                <a:gd name="connsiteY9" fmla="*/ 158149 h 309597"/>
                <a:gd name="connsiteX10" fmla="*/ 358646 w 845778"/>
                <a:gd name="connsiteY10" fmla="*/ 84029 h 309597"/>
                <a:gd name="connsiteX11" fmla="*/ 358655 w 845778"/>
                <a:gd name="connsiteY11" fmla="*/ 22672 h 309597"/>
                <a:gd name="connsiteX12" fmla="*/ 374618 w 845778"/>
                <a:gd name="connsiteY12" fmla="*/ 1012 h 309597"/>
                <a:gd name="connsiteX13" fmla="*/ 825851 w 845778"/>
                <a:gd name="connsiteY13" fmla="*/ 104 h 309597"/>
                <a:gd name="connsiteX14" fmla="*/ 837844 w 845778"/>
                <a:gd name="connsiteY14" fmla="*/ 5133 h 309597"/>
                <a:gd name="connsiteX15" fmla="*/ 845696 w 845778"/>
                <a:gd name="connsiteY15" fmla="*/ 21696 h 309597"/>
                <a:gd name="connsiteX16" fmla="*/ 845698 w 845778"/>
                <a:gd name="connsiteY16" fmla="*/ 159149 h 309597"/>
                <a:gd name="connsiteX17" fmla="*/ 821372 w 845778"/>
                <a:gd name="connsiteY17" fmla="*/ 180389 h 309597"/>
                <a:gd name="connsiteX18" fmla="*/ 800574 w 845778"/>
                <a:gd name="connsiteY18" fmla="*/ 156542 h 309597"/>
                <a:gd name="connsiteX19" fmla="*/ 800575 w 845778"/>
                <a:gd name="connsiteY19" fmla="*/ 23527 h 309597"/>
                <a:gd name="connsiteX20" fmla="*/ 813140 w 845778"/>
                <a:gd name="connsiteY20" fmla="*/ 2400 h 309597"/>
                <a:gd name="connsiteX21" fmla="*/ 825851 w 845778"/>
                <a:gd name="connsiteY21" fmla="*/ 104 h 309597"/>
                <a:gd name="connsiteX22" fmla="*/ 117844 w 845778"/>
                <a:gd name="connsiteY22" fmla="*/ 55 h 309597"/>
                <a:gd name="connsiteX23" fmla="*/ 129861 w 845778"/>
                <a:gd name="connsiteY23" fmla="*/ 4531 h 309597"/>
                <a:gd name="connsiteX24" fmla="*/ 138599 w 845778"/>
                <a:gd name="connsiteY24" fmla="*/ 22059 h 309597"/>
                <a:gd name="connsiteX25" fmla="*/ 138673 w 845778"/>
                <a:gd name="connsiteY25" fmla="*/ 158517 h 309597"/>
                <a:gd name="connsiteX26" fmla="*/ 114924 w 845778"/>
                <a:gd name="connsiteY26" fmla="*/ 180396 h 309597"/>
                <a:gd name="connsiteX27" fmla="*/ 93501 w 845778"/>
                <a:gd name="connsiteY27" fmla="*/ 158143 h 309597"/>
                <a:gd name="connsiteX28" fmla="*/ 93490 w 845778"/>
                <a:gd name="connsiteY28" fmla="*/ 69298 h 309597"/>
                <a:gd name="connsiteX29" fmla="*/ 93476 w 845778"/>
                <a:gd name="connsiteY29" fmla="*/ 23648 h 309597"/>
                <a:gd name="connsiteX30" fmla="*/ 105508 w 845778"/>
                <a:gd name="connsiteY30" fmla="*/ 2644 h 309597"/>
                <a:gd name="connsiteX31" fmla="*/ 117844 w 845778"/>
                <a:gd name="connsiteY31" fmla="*/ 55 h 309597"/>
                <a:gd name="connsiteX32" fmla="*/ 559954 w 845778"/>
                <a:gd name="connsiteY32" fmla="*/ 51 h 309597"/>
                <a:gd name="connsiteX33" fmla="*/ 571910 w 845778"/>
                <a:gd name="connsiteY33" fmla="*/ 4593 h 309597"/>
                <a:gd name="connsiteX34" fmla="*/ 580525 w 845778"/>
                <a:gd name="connsiteY34" fmla="*/ 21702 h 309597"/>
                <a:gd name="connsiteX35" fmla="*/ 580562 w 845778"/>
                <a:gd name="connsiteY35" fmla="*/ 159060 h 309597"/>
                <a:gd name="connsiteX36" fmla="*/ 564627 w 845778"/>
                <a:gd name="connsiteY36" fmla="*/ 179947 h 309597"/>
                <a:gd name="connsiteX37" fmla="*/ 540308 w 845778"/>
                <a:gd name="connsiteY37" fmla="*/ 171923 h 309597"/>
                <a:gd name="connsiteX38" fmla="*/ 539037 w 845778"/>
                <a:gd name="connsiteY38" fmla="*/ 170595 h 309597"/>
                <a:gd name="connsiteX39" fmla="*/ 535566 w 845778"/>
                <a:gd name="connsiteY39" fmla="*/ 155434 h 309597"/>
                <a:gd name="connsiteX40" fmla="*/ 535395 w 845778"/>
                <a:gd name="connsiteY40" fmla="*/ 23963 h 309597"/>
                <a:gd name="connsiteX41" fmla="*/ 547582 w 845778"/>
                <a:gd name="connsiteY41" fmla="*/ 2587 h 309597"/>
                <a:gd name="connsiteX42" fmla="*/ 559954 w 845778"/>
                <a:gd name="connsiteY42" fmla="*/ 51 h 30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45778" h="309597">
                  <a:moveTo>
                    <a:pt x="0" y="243514"/>
                  </a:moveTo>
                  <a:lnTo>
                    <a:pt x="66466" y="243514"/>
                  </a:lnTo>
                  <a:lnTo>
                    <a:pt x="66466" y="309597"/>
                  </a:lnTo>
                  <a:lnTo>
                    <a:pt x="0" y="309597"/>
                  </a:lnTo>
                  <a:close/>
                  <a:moveTo>
                    <a:pt x="374618" y="1012"/>
                  </a:moveTo>
                  <a:cubicBezTo>
                    <a:pt x="390654" y="-2190"/>
                    <a:pt x="403528" y="5320"/>
                    <a:pt x="403687" y="23037"/>
                  </a:cubicBezTo>
                  <a:cubicBezTo>
                    <a:pt x="404090" y="68029"/>
                    <a:pt x="403872" y="113027"/>
                    <a:pt x="403782" y="158022"/>
                  </a:cubicBezTo>
                  <a:cubicBezTo>
                    <a:pt x="403761" y="168511"/>
                    <a:pt x="398589" y="175941"/>
                    <a:pt x="388683" y="179323"/>
                  </a:cubicBezTo>
                  <a:cubicBezTo>
                    <a:pt x="380290" y="182188"/>
                    <a:pt x="372084" y="180424"/>
                    <a:pt x="365573" y="174596"/>
                  </a:cubicBezTo>
                  <a:cubicBezTo>
                    <a:pt x="360979" y="170484"/>
                    <a:pt x="358598" y="164695"/>
                    <a:pt x="358617" y="158149"/>
                  </a:cubicBezTo>
                  <a:cubicBezTo>
                    <a:pt x="358690" y="133606"/>
                    <a:pt x="358646" y="109063"/>
                    <a:pt x="358646" y="84029"/>
                  </a:cubicBezTo>
                  <a:cubicBezTo>
                    <a:pt x="358646" y="63249"/>
                    <a:pt x="358625" y="42961"/>
                    <a:pt x="358655" y="22672"/>
                  </a:cubicBezTo>
                  <a:cubicBezTo>
                    <a:pt x="358671" y="12417"/>
                    <a:pt x="365144" y="2904"/>
                    <a:pt x="374618" y="1012"/>
                  </a:cubicBezTo>
                  <a:close/>
                  <a:moveTo>
                    <a:pt x="825851" y="104"/>
                  </a:moveTo>
                  <a:cubicBezTo>
                    <a:pt x="830042" y="505"/>
                    <a:pt x="834114" y="2127"/>
                    <a:pt x="837844" y="5133"/>
                  </a:cubicBezTo>
                  <a:cubicBezTo>
                    <a:pt x="842918" y="9223"/>
                    <a:pt x="845682" y="15100"/>
                    <a:pt x="845696" y="21696"/>
                  </a:cubicBezTo>
                  <a:cubicBezTo>
                    <a:pt x="845795" y="67514"/>
                    <a:pt x="845815" y="113332"/>
                    <a:pt x="845698" y="159149"/>
                  </a:cubicBezTo>
                  <a:cubicBezTo>
                    <a:pt x="845671" y="169732"/>
                    <a:pt x="836793" y="181336"/>
                    <a:pt x="821372" y="180389"/>
                  </a:cubicBezTo>
                  <a:cubicBezTo>
                    <a:pt x="809663" y="179669"/>
                    <a:pt x="800623" y="170073"/>
                    <a:pt x="800574" y="156542"/>
                  </a:cubicBezTo>
                  <a:cubicBezTo>
                    <a:pt x="800574" y="111890"/>
                    <a:pt x="800574" y="67709"/>
                    <a:pt x="800575" y="23527"/>
                  </a:cubicBezTo>
                  <a:cubicBezTo>
                    <a:pt x="800575" y="13990"/>
                    <a:pt x="804396" y="6301"/>
                    <a:pt x="813140" y="2400"/>
                  </a:cubicBezTo>
                  <a:cubicBezTo>
                    <a:pt x="817348" y="524"/>
                    <a:pt x="821659" y="-297"/>
                    <a:pt x="825851" y="104"/>
                  </a:cubicBezTo>
                  <a:close/>
                  <a:moveTo>
                    <a:pt x="117844" y="55"/>
                  </a:moveTo>
                  <a:cubicBezTo>
                    <a:pt x="121964" y="314"/>
                    <a:pt x="126031" y="1751"/>
                    <a:pt x="129861" y="4531"/>
                  </a:cubicBezTo>
                  <a:cubicBezTo>
                    <a:pt x="135740" y="8798"/>
                    <a:pt x="138579" y="14987"/>
                    <a:pt x="138599" y="22059"/>
                  </a:cubicBezTo>
                  <a:cubicBezTo>
                    <a:pt x="138728" y="67545"/>
                    <a:pt x="138654" y="113031"/>
                    <a:pt x="138673" y="158517"/>
                  </a:cubicBezTo>
                  <a:cubicBezTo>
                    <a:pt x="138677" y="169502"/>
                    <a:pt x="129525" y="181216"/>
                    <a:pt x="114924" y="180396"/>
                  </a:cubicBezTo>
                  <a:cubicBezTo>
                    <a:pt x="103064" y="179731"/>
                    <a:pt x="93514" y="170455"/>
                    <a:pt x="93501" y="158143"/>
                  </a:cubicBezTo>
                  <a:cubicBezTo>
                    <a:pt x="93468" y="128691"/>
                    <a:pt x="93490" y="99240"/>
                    <a:pt x="93490" y="69298"/>
                  </a:cubicBezTo>
                  <a:cubicBezTo>
                    <a:pt x="93490" y="53754"/>
                    <a:pt x="93527" y="38701"/>
                    <a:pt x="93476" y="23648"/>
                  </a:cubicBezTo>
                  <a:cubicBezTo>
                    <a:pt x="93445" y="14287"/>
                    <a:pt x="97117" y="6652"/>
                    <a:pt x="105508" y="2644"/>
                  </a:cubicBezTo>
                  <a:cubicBezTo>
                    <a:pt x="109549" y="714"/>
                    <a:pt x="113723" y="-204"/>
                    <a:pt x="117844" y="55"/>
                  </a:cubicBezTo>
                  <a:close/>
                  <a:moveTo>
                    <a:pt x="559954" y="51"/>
                  </a:moveTo>
                  <a:cubicBezTo>
                    <a:pt x="564073" y="336"/>
                    <a:pt x="568123" y="1801"/>
                    <a:pt x="571910" y="4593"/>
                  </a:cubicBezTo>
                  <a:cubicBezTo>
                    <a:pt x="577539" y="8744"/>
                    <a:pt x="580505" y="14781"/>
                    <a:pt x="580525" y="21702"/>
                  </a:cubicBezTo>
                  <a:cubicBezTo>
                    <a:pt x="580654" y="67488"/>
                    <a:pt x="580629" y="113274"/>
                    <a:pt x="580562" y="159060"/>
                  </a:cubicBezTo>
                  <a:cubicBezTo>
                    <a:pt x="580548" y="168399"/>
                    <a:pt x="573964" y="176777"/>
                    <a:pt x="564627" y="179947"/>
                  </a:cubicBezTo>
                  <a:cubicBezTo>
                    <a:pt x="556717" y="182632"/>
                    <a:pt x="545506" y="178927"/>
                    <a:pt x="540308" y="171923"/>
                  </a:cubicBezTo>
                  <a:cubicBezTo>
                    <a:pt x="540018" y="171533"/>
                    <a:pt x="539633" y="171213"/>
                    <a:pt x="539037" y="170595"/>
                  </a:cubicBezTo>
                  <a:cubicBezTo>
                    <a:pt x="537660" y="165364"/>
                    <a:pt x="535595" y="160405"/>
                    <a:pt x="535566" y="155434"/>
                  </a:cubicBezTo>
                  <a:cubicBezTo>
                    <a:pt x="535311" y="111612"/>
                    <a:pt x="535447" y="67787"/>
                    <a:pt x="535395" y="23963"/>
                  </a:cubicBezTo>
                  <a:cubicBezTo>
                    <a:pt x="535384" y="14429"/>
                    <a:pt x="538967" y="6672"/>
                    <a:pt x="547582" y="2587"/>
                  </a:cubicBezTo>
                  <a:cubicBezTo>
                    <a:pt x="551646" y="660"/>
                    <a:pt x="555834" y="-234"/>
                    <a:pt x="559954" y="51"/>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111" name="Group 110">
            <a:extLst>
              <a:ext uri="{FF2B5EF4-FFF2-40B4-BE49-F238E27FC236}">
                <a16:creationId xmlns:a16="http://schemas.microsoft.com/office/drawing/2014/main" id="{29E17B06-E747-BD7E-95DA-3D2FF964DCDB}"/>
              </a:ext>
              <a:ext uri="{C183D7F6-B498-43B3-948B-1728B52AA6E4}">
                <adec:decorative xmlns:adec="http://schemas.microsoft.com/office/drawing/2017/decorative" val="1"/>
              </a:ext>
            </a:extLst>
          </p:cNvPr>
          <p:cNvGrpSpPr>
            <a:grpSpLocks noChangeAspect="1"/>
          </p:cNvGrpSpPr>
          <p:nvPr/>
        </p:nvGrpSpPr>
        <p:grpSpPr>
          <a:xfrm>
            <a:off x="6528401" y="5049527"/>
            <a:ext cx="423526" cy="457200"/>
            <a:chOff x="6401101" y="5049527"/>
            <a:chExt cx="423526" cy="457200"/>
          </a:xfrm>
          <a:solidFill>
            <a:srgbClr val="FF0000"/>
          </a:solidFill>
        </p:grpSpPr>
        <p:sp>
          <p:nvSpPr>
            <p:cNvPr id="2682" name="Freeform: Shape 2681">
              <a:extLst>
                <a:ext uri="{FF2B5EF4-FFF2-40B4-BE49-F238E27FC236}">
                  <a16:creationId xmlns:a16="http://schemas.microsoft.com/office/drawing/2014/main" id="{9285DB2D-7C9D-A9C5-0753-38171D477388}"/>
                </a:ext>
                <a:ext uri="{C183D7F6-B498-43B3-948B-1728B52AA6E4}">
                  <adec:decorative xmlns:adec="http://schemas.microsoft.com/office/drawing/2017/decorative" val="1"/>
                </a:ext>
              </a:extLst>
            </p:cNvPr>
            <p:cNvSpPr/>
            <p:nvPr/>
          </p:nvSpPr>
          <p:spPr>
            <a:xfrm>
              <a:off x="6401101" y="5049527"/>
              <a:ext cx="423526" cy="457200"/>
            </a:xfrm>
            <a:custGeom>
              <a:avLst/>
              <a:gdLst>
                <a:gd name="connsiteX0" fmla="*/ 428530 w 901394"/>
                <a:gd name="connsiteY0" fmla="*/ 549324 h 973063"/>
                <a:gd name="connsiteX1" fmla="*/ 472864 w 901394"/>
                <a:gd name="connsiteY1" fmla="*/ 549324 h 973063"/>
                <a:gd name="connsiteX2" fmla="*/ 472864 w 901394"/>
                <a:gd name="connsiteY2" fmla="*/ 617529 h 973063"/>
                <a:gd name="connsiteX3" fmla="*/ 472864 w 901394"/>
                <a:gd name="connsiteY3" fmla="*/ 686292 h 973063"/>
                <a:gd name="connsiteX4" fmla="*/ 560699 w 901394"/>
                <a:gd name="connsiteY4" fmla="*/ 737004 h 973063"/>
                <a:gd name="connsiteX5" fmla="*/ 538532 w 901394"/>
                <a:gd name="connsiteY5" fmla="*/ 775398 h 973063"/>
                <a:gd name="connsiteX6" fmla="*/ 472864 w 901394"/>
                <a:gd name="connsiteY6" fmla="*/ 737485 h 973063"/>
                <a:gd name="connsiteX7" fmla="*/ 472864 w 901394"/>
                <a:gd name="connsiteY7" fmla="*/ 813855 h 973063"/>
                <a:gd name="connsiteX8" fmla="*/ 605568 w 901394"/>
                <a:gd name="connsiteY8" fmla="*/ 890471 h 973063"/>
                <a:gd name="connsiteX9" fmla="*/ 583401 w 901394"/>
                <a:gd name="connsiteY9" fmla="*/ 928866 h 973063"/>
                <a:gd name="connsiteX10" fmla="*/ 472864 w 901394"/>
                <a:gd name="connsiteY10" fmla="*/ 865048 h 973063"/>
                <a:gd name="connsiteX11" fmla="*/ 472864 w 901394"/>
                <a:gd name="connsiteY11" fmla="*/ 973063 h 973063"/>
                <a:gd name="connsiteX12" fmla="*/ 428530 w 901394"/>
                <a:gd name="connsiteY12" fmla="*/ 973063 h 973063"/>
                <a:gd name="connsiteX13" fmla="*/ 428530 w 901394"/>
                <a:gd name="connsiteY13" fmla="*/ 865048 h 973063"/>
                <a:gd name="connsiteX14" fmla="*/ 317993 w 901394"/>
                <a:gd name="connsiteY14" fmla="*/ 928866 h 973063"/>
                <a:gd name="connsiteX15" fmla="*/ 295826 w 901394"/>
                <a:gd name="connsiteY15" fmla="*/ 890472 h 973063"/>
                <a:gd name="connsiteX16" fmla="*/ 428530 w 901394"/>
                <a:gd name="connsiteY16" fmla="*/ 813855 h 973063"/>
                <a:gd name="connsiteX17" fmla="*/ 428530 w 901394"/>
                <a:gd name="connsiteY17" fmla="*/ 737485 h 973063"/>
                <a:gd name="connsiteX18" fmla="*/ 362863 w 901394"/>
                <a:gd name="connsiteY18" fmla="*/ 775399 h 973063"/>
                <a:gd name="connsiteX19" fmla="*/ 340696 w 901394"/>
                <a:gd name="connsiteY19" fmla="*/ 737004 h 973063"/>
                <a:gd name="connsiteX20" fmla="*/ 428530 w 901394"/>
                <a:gd name="connsiteY20" fmla="*/ 686293 h 973063"/>
                <a:gd name="connsiteX21" fmla="*/ 428530 w 901394"/>
                <a:gd name="connsiteY21" fmla="*/ 617529 h 973063"/>
                <a:gd name="connsiteX22" fmla="*/ 387740 w 901394"/>
                <a:gd name="connsiteY22" fmla="*/ 496831 h 973063"/>
                <a:gd name="connsiteX23" fmla="*/ 407954 w 901394"/>
                <a:gd name="connsiteY23" fmla="*/ 537260 h 973063"/>
                <a:gd name="connsiteX24" fmla="*/ 287509 w 901394"/>
                <a:gd name="connsiteY24" fmla="*/ 606799 h 973063"/>
                <a:gd name="connsiteX25" fmla="*/ 287509 w 901394"/>
                <a:gd name="connsiteY25" fmla="*/ 708222 h 973063"/>
                <a:gd name="connsiteX26" fmla="*/ 243175 w 901394"/>
                <a:gd name="connsiteY26" fmla="*/ 708222 h 973063"/>
                <a:gd name="connsiteX27" fmla="*/ 243175 w 901394"/>
                <a:gd name="connsiteY27" fmla="*/ 632395 h 973063"/>
                <a:gd name="connsiteX28" fmla="*/ 177037 w 901394"/>
                <a:gd name="connsiteY28" fmla="*/ 670580 h 973063"/>
                <a:gd name="connsiteX29" fmla="*/ 177037 w 901394"/>
                <a:gd name="connsiteY29" fmla="*/ 823813 h 973063"/>
                <a:gd name="connsiteX30" fmla="*/ 132704 w 901394"/>
                <a:gd name="connsiteY30" fmla="*/ 823813 h 973063"/>
                <a:gd name="connsiteX31" fmla="*/ 132704 w 901394"/>
                <a:gd name="connsiteY31" fmla="*/ 696176 h 973063"/>
                <a:gd name="connsiteX32" fmla="*/ 39159 w 901394"/>
                <a:gd name="connsiteY32" fmla="*/ 750184 h 973063"/>
                <a:gd name="connsiteX33" fmla="*/ 16992 w 901394"/>
                <a:gd name="connsiteY33" fmla="*/ 711789 h 973063"/>
                <a:gd name="connsiteX34" fmla="*/ 110536 w 901394"/>
                <a:gd name="connsiteY34" fmla="*/ 657782 h 973063"/>
                <a:gd name="connsiteX35" fmla="*/ 0 w 901394"/>
                <a:gd name="connsiteY35" fmla="*/ 593963 h 973063"/>
                <a:gd name="connsiteX36" fmla="*/ 22167 w 901394"/>
                <a:gd name="connsiteY36" fmla="*/ 555569 h 973063"/>
                <a:gd name="connsiteX37" fmla="*/ 154870 w 901394"/>
                <a:gd name="connsiteY37" fmla="*/ 632185 h 973063"/>
                <a:gd name="connsiteX38" fmla="*/ 221008 w 901394"/>
                <a:gd name="connsiteY38" fmla="*/ 594001 h 973063"/>
                <a:gd name="connsiteX39" fmla="*/ 155341 w 901394"/>
                <a:gd name="connsiteY39" fmla="*/ 556087 h 973063"/>
                <a:gd name="connsiteX40" fmla="*/ 177508 w 901394"/>
                <a:gd name="connsiteY40" fmla="*/ 517693 h 973063"/>
                <a:gd name="connsiteX41" fmla="*/ 265342 w 901394"/>
                <a:gd name="connsiteY41" fmla="*/ 568404 h 973063"/>
                <a:gd name="connsiteX42" fmla="*/ 371381 w 901394"/>
                <a:gd name="connsiteY42" fmla="*/ 507183 h 973063"/>
                <a:gd name="connsiteX43" fmla="*/ 370988 w 901394"/>
                <a:gd name="connsiteY43" fmla="*/ 506503 h 973063"/>
                <a:gd name="connsiteX44" fmla="*/ 513655 w 901394"/>
                <a:gd name="connsiteY44" fmla="*/ 496831 h 973063"/>
                <a:gd name="connsiteX45" fmla="*/ 534679 w 901394"/>
                <a:gd name="connsiteY45" fmla="*/ 508969 h 973063"/>
                <a:gd name="connsiteX46" fmla="*/ 534286 w 901394"/>
                <a:gd name="connsiteY46" fmla="*/ 509649 h 973063"/>
                <a:gd name="connsiteX47" fmla="*/ 636052 w 901394"/>
                <a:gd name="connsiteY47" fmla="*/ 568403 h 973063"/>
                <a:gd name="connsiteX48" fmla="*/ 723886 w 901394"/>
                <a:gd name="connsiteY48" fmla="*/ 517693 h 973063"/>
                <a:gd name="connsiteX49" fmla="*/ 746053 w 901394"/>
                <a:gd name="connsiteY49" fmla="*/ 556087 h 973063"/>
                <a:gd name="connsiteX50" fmla="*/ 680386 w 901394"/>
                <a:gd name="connsiteY50" fmla="*/ 594000 h 973063"/>
                <a:gd name="connsiteX51" fmla="*/ 746525 w 901394"/>
                <a:gd name="connsiteY51" fmla="*/ 632185 h 973063"/>
                <a:gd name="connsiteX52" fmla="*/ 879227 w 901394"/>
                <a:gd name="connsiteY52" fmla="*/ 555569 h 973063"/>
                <a:gd name="connsiteX53" fmla="*/ 901394 w 901394"/>
                <a:gd name="connsiteY53" fmla="*/ 593963 h 973063"/>
                <a:gd name="connsiteX54" fmla="*/ 790859 w 901394"/>
                <a:gd name="connsiteY54" fmla="*/ 657781 h 973063"/>
                <a:gd name="connsiteX55" fmla="*/ 884403 w 901394"/>
                <a:gd name="connsiteY55" fmla="*/ 711789 h 973063"/>
                <a:gd name="connsiteX56" fmla="*/ 862236 w 901394"/>
                <a:gd name="connsiteY56" fmla="*/ 750183 h 973063"/>
                <a:gd name="connsiteX57" fmla="*/ 768691 w 901394"/>
                <a:gd name="connsiteY57" fmla="*/ 696175 h 973063"/>
                <a:gd name="connsiteX58" fmla="*/ 768691 w 901394"/>
                <a:gd name="connsiteY58" fmla="*/ 823813 h 973063"/>
                <a:gd name="connsiteX59" fmla="*/ 724357 w 901394"/>
                <a:gd name="connsiteY59" fmla="*/ 823813 h 973063"/>
                <a:gd name="connsiteX60" fmla="*/ 724357 w 901394"/>
                <a:gd name="connsiteY60" fmla="*/ 670579 h 973063"/>
                <a:gd name="connsiteX61" fmla="*/ 658219 w 901394"/>
                <a:gd name="connsiteY61" fmla="*/ 632394 h 973063"/>
                <a:gd name="connsiteX62" fmla="*/ 658219 w 901394"/>
                <a:gd name="connsiteY62" fmla="*/ 708221 h 973063"/>
                <a:gd name="connsiteX63" fmla="*/ 613885 w 901394"/>
                <a:gd name="connsiteY63" fmla="*/ 708221 h 973063"/>
                <a:gd name="connsiteX64" fmla="*/ 613885 w 901394"/>
                <a:gd name="connsiteY64" fmla="*/ 606798 h 973063"/>
                <a:gd name="connsiteX65" fmla="*/ 493441 w 901394"/>
                <a:gd name="connsiteY65" fmla="*/ 537259 h 973063"/>
                <a:gd name="connsiteX66" fmla="*/ 724357 w 901394"/>
                <a:gd name="connsiteY66" fmla="*/ 149251 h 973063"/>
                <a:gd name="connsiteX67" fmla="*/ 768691 w 901394"/>
                <a:gd name="connsiteY67" fmla="*/ 149251 h 973063"/>
                <a:gd name="connsiteX68" fmla="*/ 768691 w 901394"/>
                <a:gd name="connsiteY68" fmla="*/ 276889 h 973063"/>
                <a:gd name="connsiteX69" fmla="*/ 862236 w 901394"/>
                <a:gd name="connsiteY69" fmla="*/ 222881 h 973063"/>
                <a:gd name="connsiteX70" fmla="*/ 884403 w 901394"/>
                <a:gd name="connsiteY70" fmla="*/ 261275 h 973063"/>
                <a:gd name="connsiteX71" fmla="*/ 790858 w 901394"/>
                <a:gd name="connsiteY71" fmla="*/ 315283 h 973063"/>
                <a:gd name="connsiteX72" fmla="*/ 901394 w 901394"/>
                <a:gd name="connsiteY72" fmla="*/ 379101 h 973063"/>
                <a:gd name="connsiteX73" fmla="*/ 879227 w 901394"/>
                <a:gd name="connsiteY73" fmla="*/ 417495 h 973063"/>
                <a:gd name="connsiteX74" fmla="*/ 746525 w 901394"/>
                <a:gd name="connsiteY74" fmla="*/ 340879 h 973063"/>
                <a:gd name="connsiteX75" fmla="*/ 680386 w 901394"/>
                <a:gd name="connsiteY75" fmla="*/ 379064 h 973063"/>
                <a:gd name="connsiteX76" fmla="*/ 746053 w 901394"/>
                <a:gd name="connsiteY76" fmla="*/ 416977 h 973063"/>
                <a:gd name="connsiteX77" fmla="*/ 723886 w 901394"/>
                <a:gd name="connsiteY77" fmla="*/ 455372 h 973063"/>
                <a:gd name="connsiteX78" fmla="*/ 636052 w 901394"/>
                <a:gd name="connsiteY78" fmla="*/ 404660 h 973063"/>
                <a:gd name="connsiteX79" fmla="*/ 513303 w 901394"/>
                <a:gd name="connsiteY79" fmla="*/ 475530 h 973063"/>
                <a:gd name="connsiteX80" fmla="*/ 493440 w 901394"/>
                <a:gd name="connsiteY80" fmla="*/ 435805 h 973063"/>
                <a:gd name="connsiteX81" fmla="*/ 613885 w 901394"/>
                <a:gd name="connsiteY81" fmla="*/ 366266 h 973063"/>
                <a:gd name="connsiteX82" fmla="*/ 613885 w 901394"/>
                <a:gd name="connsiteY82" fmla="*/ 264843 h 973063"/>
                <a:gd name="connsiteX83" fmla="*/ 658219 w 901394"/>
                <a:gd name="connsiteY83" fmla="*/ 264843 h 973063"/>
                <a:gd name="connsiteX84" fmla="*/ 658219 w 901394"/>
                <a:gd name="connsiteY84" fmla="*/ 340670 h 973063"/>
                <a:gd name="connsiteX85" fmla="*/ 724357 w 901394"/>
                <a:gd name="connsiteY85" fmla="*/ 302485 h 973063"/>
                <a:gd name="connsiteX86" fmla="*/ 132704 w 901394"/>
                <a:gd name="connsiteY86" fmla="*/ 149251 h 973063"/>
                <a:gd name="connsiteX87" fmla="*/ 177037 w 901394"/>
                <a:gd name="connsiteY87" fmla="*/ 149251 h 973063"/>
                <a:gd name="connsiteX88" fmla="*/ 177037 w 901394"/>
                <a:gd name="connsiteY88" fmla="*/ 302484 h 973063"/>
                <a:gd name="connsiteX89" fmla="*/ 243175 w 901394"/>
                <a:gd name="connsiteY89" fmla="*/ 340669 h 973063"/>
                <a:gd name="connsiteX90" fmla="*/ 243175 w 901394"/>
                <a:gd name="connsiteY90" fmla="*/ 264842 h 973063"/>
                <a:gd name="connsiteX91" fmla="*/ 287509 w 901394"/>
                <a:gd name="connsiteY91" fmla="*/ 264842 h 973063"/>
                <a:gd name="connsiteX92" fmla="*/ 287509 w 901394"/>
                <a:gd name="connsiteY92" fmla="*/ 366265 h 973063"/>
                <a:gd name="connsiteX93" fmla="*/ 407954 w 901394"/>
                <a:gd name="connsiteY93" fmla="*/ 435804 h 973063"/>
                <a:gd name="connsiteX94" fmla="*/ 388092 w 901394"/>
                <a:gd name="connsiteY94" fmla="*/ 475529 h 973063"/>
                <a:gd name="connsiteX95" fmla="*/ 265342 w 901394"/>
                <a:gd name="connsiteY95" fmla="*/ 404660 h 973063"/>
                <a:gd name="connsiteX96" fmla="*/ 177508 w 901394"/>
                <a:gd name="connsiteY96" fmla="*/ 455371 h 973063"/>
                <a:gd name="connsiteX97" fmla="*/ 155341 w 901394"/>
                <a:gd name="connsiteY97" fmla="*/ 416977 h 973063"/>
                <a:gd name="connsiteX98" fmla="*/ 221008 w 901394"/>
                <a:gd name="connsiteY98" fmla="*/ 379064 h 973063"/>
                <a:gd name="connsiteX99" fmla="*/ 154870 w 901394"/>
                <a:gd name="connsiteY99" fmla="*/ 340879 h 973063"/>
                <a:gd name="connsiteX100" fmla="*/ 22167 w 901394"/>
                <a:gd name="connsiteY100" fmla="*/ 417495 h 973063"/>
                <a:gd name="connsiteX101" fmla="*/ 0 w 901394"/>
                <a:gd name="connsiteY101" fmla="*/ 379100 h 973063"/>
                <a:gd name="connsiteX102" fmla="*/ 110536 w 901394"/>
                <a:gd name="connsiteY102" fmla="*/ 315283 h 973063"/>
                <a:gd name="connsiteX103" fmla="*/ 16992 w 901394"/>
                <a:gd name="connsiteY103" fmla="*/ 261275 h 973063"/>
                <a:gd name="connsiteX104" fmla="*/ 39159 w 901394"/>
                <a:gd name="connsiteY104" fmla="*/ 222880 h 973063"/>
                <a:gd name="connsiteX105" fmla="*/ 132704 w 901394"/>
                <a:gd name="connsiteY105" fmla="*/ 276888 h 973063"/>
                <a:gd name="connsiteX106" fmla="*/ 428530 w 901394"/>
                <a:gd name="connsiteY106" fmla="*/ 0 h 973063"/>
                <a:gd name="connsiteX107" fmla="*/ 472864 w 901394"/>
                <a:gd name="connsiteY107" fmla="*/ 0 h 973063"/>
                <a:gd name="connsiteX108" fmla="*/ 472864 w 901394"/>
                <a:gd name="connsiteY108" fmla="*/ 108016 h 973063"/>
                <a:gd name="connsiteX109" fmla="*/ 583401 w 901394"/>
                <a:gd name="connsiteY109" fmla="*/ 44198 h 973063"/>
                <a:gd name="connsiteX110" fmla="*/ 605568 w 901394"/>
                <a:gd name="connsiteY110" fmla="*/ 82592 h 973063"/>
                <a:gd name="connsiteX111" fmla="*/ 472864 w 901394"/>
                <a:gd name="connsiteY111" fmla="*/ 159208 h 973063"/>
                <a:gd name="connsiteX112" fmla="*/ 472864 w 901394"/>
                <a:gd name="connsiteY112" fmla="*/ 235579 h 973063"/>
                <a:gd name="connsiteX113" fmla="*/ 538532 w 901394"/>
                <a:gd name="connsiteY113" fmla="*/ 197665 h 973063"/>
                <a:gd name="connsiteX114" fmla="*/ 560699 w 901394"/>
                <a:gd name="connsiteY114" fmla="*/ 236060 h 973063"/>
                <a:gd name="connsiteX115" fmla="*/ 472864 w 901394"/>
                <a:gd name="connsiteY115" fmla="*/ 286771 h 973063"/>
                <a:gd name="connsiteX116" fmla="*/ 472864 w 901394"/>
                <a:gd name="connsiteY116" fmla="*/ 423740 h 973063"/>
                <a:gd name="connsiteX117" fmla="*/ 428530 w 901394"/>
                <a:gd name="connsiteY117" fmla="*/ 423740 h 973063"/>
                <a:gd name="connsiteX118" fmla="*/ 428530 w 901394"/>
                <a:gd name="connsiteY118" fmla="*/ 286771 h 973063"/>
                <a:gd name="connsiteX119" fmla="*/ 340696 w 901394"/>
                <a:gd name="connsiteY119" fmla="*/ 236059 h 973063"/>
                <a:gd name="connsiteX120" fmla="*/ 362863 w 901394"/>
                <a:gd name="connsiteY120" fmla="*/ 197665 h 973063"/>
                <a:gd name="connsiteX121" fmla="*/ 428530 w 901394"/>
                <a:gd name="connsiteY121" fmla="*/ 235578 h 973063"/>
                <a:gd name="connsiteX122" fmla="*/ 428530 w 901394"/>
                <a:gd name="connsiteY122" fmla="*/ 159208 h 973063"/>
                <a:gd name="connsiteX123" fmla="*/ 295826 w 901394"/>
                <a:gd name="connsiteY123" fmla="*/ 82592 h 973063"/>
                <a:gd name="connsiteX124" fmla="*/ 317993 w 901394"/>
                <a:gd name="connsiteY124" fmla="*/ 44198 h 973063"/>
                <a:gd name="connsiteX125" fmla="*/ 428530 w 901394"/>
                <a:gd name="connsiteY125" fmla="*/ 108016 h 973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901394" h="973063">
                  <a:moveTo>
                    <a:pt x="428530" y="549324"/>
                  </a:moveTo>
                  <a:lnTo>
                    <a:pt x="472864" y="549324"/>
                  </a:lnTo>
                  <a:lnTo>
                    <a:pt x="472864" y="617529"/>
                  </a:lnTo>
                  <a:lnTo>
                    <a:pt x="472864" y="686292"/>
                  </a:lnTo>
                  <a:lnTo>
                    <a:pt x="560699" y="737004"/>
                  </a:lnTo>
                  <a:lnTo>
                    <a:pt x="538532" y="775398"/>
                  </a:lnTo>
                  <a:lnTo>
                    <a:pt x="472864" y="737485"/>
                  </a:lnTo>
                  <a:lnTo>
                    <a:pt x="472864" y="813855"/>
                  </a:lnTo>
                  <a:lnTo>
                    <a:pt x="605568" y="890471"/>
                  </a:lnTo>
                  <a:lnTo>
                    <a:pt x="583401" y="928866"/>
                  </a:lnTo>
                  <a:lnTo>
                    <a:pt x="472864" y="865048"/>
                  </a:lnTo>
                  <a:lnTo>
                    <a:pt x="472864" y="973063"/>
                  </a:lnTo>
                  <a:lnTo>
                    <a:pt x="428530" y="973063"/>
                  </a:lnTo>
                  <a:lnTo>
                    <a:pt x="428530" y="865048"/>
                  </a:lnTo>
                  <a:lnTo>
                    <a:pt x="317993" y="928866"/>
                  </a:lnTo>
                  <a:lnTo>
                    <a:pt x="295826" y="890472"/>
                  </a:lnTo>
                  <a:lnTo>
                    <a:pt x="428530" y="813855"/>
                  </a:lnTo>
                  <a:lnTo>
                    <a:pt x="428530" y="737485"/>
                  </a:lnTo>
                  <a:lnTo>
                    <a:pt x="362863" y="775399"/>
                  </a:lnTo>
                  <a:lnTo>
                    <a:pt x="340696" y="737004"/>
                  </a:lnTo>
                  <a:lnTo>
                    <a:pt x="428530" y="686293"/>
                  </a:lnTo>
                  <a:lnTo>
                    <a:pt x="428530" y="617529"/>
                  </a:lnTo>
                  <a:close/>
                  <a:moveTo>
                    <a:pt x="387740" y="496831"/>
                  </a:moveTo>
                  <a:lnTo>
                    <a:pt x="407954" y="537260"/>
                  </a:lnTo>
                  <a:lnTo>
                    <a:pt x="287509" y="606799"/>
                  </a:lnTo>
                  <a:lnTo>
                    <a:pt x="287509" y="708222"/>
                  </a:lnTo>
                  <a:lnTo>
                    <a:pt x="243175" y="708222"/>
                  </a:lnTo>
                  <a:lnTo>
                    <a:pt x="243175" y="632395"/>
                  </a:lnTo>
                  <a:lnTo>
                    <a:pt x="177037" y="670580"/>
                  </a:lnTo>
                  <a:lnTo>
                    <a:pt x="177037" y="823813"/>
                  </a:lnTo>
                  <a:lnTo>
                    <a:pt x="132704" y="823813"/>
                  </a:lnTo>
                  <a:lnTo>
                    <a:pt x="132704" y="696176"/>
                  </a:lnTo>
                  <a:lnTo>
                    <a:pt x="39159" y="750184"/>
                  </a:lnTo>
                  <a:lnTo>
                    <a:pt x="16992" y="711789"/>
                  </a:lnTo>
                  <a:lnTo>
                    <a:pt x="110536" y="657782"/>
                  </a:lnTo>
                  <a:lnTo>
                    <a:pt x="0" y="593963"/>
                  </a:lnTo>
                  <a:lnTo>
                    <a:pt x="22167" y="555569"/>
                  </a:lnTo>
                  <a:lnTo>
                    <a:pt x="154870" y="632185"/>
                  </a:lnTo>
                  <a:lnTo>
                    <a:pt x="221008" y="594001"/>
                  </a:lnTo>
                  <a:lnTo>
                    <a:pt x="155341" y="556087"/>
                  </a:lnTo>
                  <a:lnTo>
                    <a:pt x="177508" y="517693"/>
                  </a:lnTo>
                  <a:lnTo>
                    <a:pt x="265342" y="568404"/>
                  </a:lnTo>
                  <a:lnTo>
                    <a:pt x="371381" y="507183"/>
                  </a:lnTo>
                  <a:lnTo>
                    <a:pt x="370988" y="506503"/>
                  </a:lnTo>
                  <a:close/>
                  <a:moveTo>
                    <a:pt x="513655" y="496831"/>
                  </a:moveTo>
                  <a:lnTo>
                    <a:pt x="534679" y="508969"/>
                  </a:lnTo>
                  <a:lnTo>
                    <a:pt x="534286" y="509649"/>
                  </a:lnTo>
                  <a:lnTo>
                    <a:pt x="636052" y="568403"/>
                  </a:lnTo>
                  <a:lnTo>
                    <a:pt x="723886" y="517693"/>
                  </a:lnTo>
                  <a:lnTo>
                    <a:pt x="746053" y="556087"/>
                  </a:lnTo>
                  <a:lnTo>
                    <a:pt x="680386" y="594000"/>
                  </a:lnTo>
                  <a:lnTo>
                    <a:pt x="746525" y="632185"/>
                  </a:lnTo>
                  <a:lnTo>
                    <a:pt x="879227" y="555569"/>
                  </a:lnTo>
                  <a:lnTo>
                    <a:pt x="901394" y="593963"/>
                  </a:lnTo>
                  <a:lnTo>
                    <a:pt x="790859" y="657781"/>
                  </a:lnTo>
                  <a:lnTo>
                    <a:pt x="884403" y="711789"/>
                  </a:lnTo>
                  <a:lnTo>
                    <a:pt x="862236" y="750183"/>
                  </a:lnTo>
                  <a:lnTo>
                    <a:pt x="768691" y="696175"/>
                  </a:lnTo>
                  <a:lnTo>
                    <a:pt x="768691" y="823813"/>
                  </a:lnTo>
                  <a:lnTo>
                    <a:pt x="724357" y="823813"/>
                  </a:lnTo>
                  <a:lnTo>
                    <a:pt x="724357" y="670579"/>
                  </a:lnTo>
                  <a:lnTo>
                    <a:pt x="658219" y="632394"/>
                  </a:lnTo>
                  <a:lnTo>
                    <a:pt x="658219" y="708221"/>
                  </a:lnTo>
                  <a:lnTo>
                    <a:pt x="613885" y="708221"/>
                  </a:lnTo>
                  <a:lnTo>
                    <a:pt x="613885" y="606798"/>
                  </a:lnTo>
                  <a:lnTo>
                    <a:pt x="493441" y="537259"/>
                  </a:lnTo>
                  <a:close/>
                  <a:moveTo>
                    <a:pt x="724357" y="149251"/>
                  </a:moveTo>
                  <a:lnTo>
                    <a:pt x="768691" y="149251"/>
                  </a:lnTo>
                  <a:lnTo>
                    <a:pt x="768691" y="276889"/>
                  </a:lnTo>
                  <a:lnTo>
                    <a:pt x="862236" y="222881"/>
                  </a:lnTo>
                  <a:lnTo>
                    <a:pt x="884403" y="261275"/>
                  </a:lnTo>
                  <a:lnTo>
                    <a:pt x="790858" y="315283"/>
                  </a:lnTo>
                  <a:lnTo>
                    <a:pt x="901394" y="379101"/>
                  </a:lnTo>
                  <a:lnTo>
                    <a:pt x="879227" y="417495"/>
                  </a:lnTo>
                  <a:lnTo>
                    <a:pt x="746525" y="340879"/>
                  </a:lnTo>
                  <a:lnTo>
                    <a:pt x="680386" y="379064"/>
                  </a:lnTo>
                  <a:lnTo>
                    <a:pt x="746053" y="416977"/>
                  </a:lnTo>
                  <a:lnTo>
                    <a:pt x="723886" y="455372"/>
                  </a:lnTo>
                  <a:lnTo>
                    <a:pt x="636052" y="404660"/>
                  </a:lnTo>
                  <a:lnTo>
                    <a:pt x="513303" y="475530"/>
                  </a:lnTo>
                  <a:lnTo>
                    <a:pt x="493440" y="435805"/>
                  </a:lnTo>
                  <a:lnTo>
                    <a:pt x="613885" y="366266"/>
                  </a:lnTo>
                  <a:lnTo>
                    <a:pt x="613885" y="264843"/>
                  </a:lnTo>
                  <a:lnTo>
                    <a:pt x="658219" y="264843"/>
                  </a:lnTo>
                  <a:lnTo>
                    <a:pt x="658219" y="340670"/>
                  </a:lnTo>
                  <a:lnTo>
                    <a:pt x="724357" y="302485"/>
                  </a:lnTo>
                  <a:close/>
                  <a:moveTo>
                    <a:pt x="132704" y="149251"/>
                  </a:moveTo>
                  <a:lnTo>
                    <a:pt x="177037" y="149251"/>
                  </a:lnTo>
                  <a:lnTo>
                    <a:pt x="177037" y="302484"/>
                  </a:lnTo>
                  <a:lnTo>
                    <a:pt x="243175" y="340669"/>
                  </a:lnTo>
                  <a:lnTo>
                    <a:pt x="243175" y="264842"/>
                  </a:lnTo>
                  <a:lnTo>
                    <a:pt x="287509" y="264842"/>
                  </a:lnTo>
                  <a:lnTo>
                    <a:pt x="287509" y="366265"/>
                  </a:lnTo>
                  <a:lnTo>
                    <a:pt x="407954" y="435804"/>
                  </a:lnTo>
                  <a:lnTo>
                    <a:pt x="388092" y="475529"/>
                  </a:lnTo>
                  <a:lnTo>
                    <a:pt x="265342" y="404660"/>
                  </a:lnTo>
                  <a:lnTo>
                    <a:pt x="177508" y="455371"/>
                  </a:lnTo>
                  <a:lnTo>
                    <a:pt x="155341" y="416977"/>
                  </a:lnTo>
                  <a:lnTo>
                    <a:pt x="221008" y="379064"/>
                  </a:lnTo>
                  <a:lnTo>
                    <a:pt x="154870" y="340879"/>
                  </a:lnTo>
                  <a:lnTo>
                    <a:pt x="22167" y="417495"/>
                  </a:lnTo>
                  <a:lnTo>
                    <a:pt x="0" y="379100"/>
                  </a:lnTo>
                  <a:lnTo>
                    <a:pt x="110536" y="315283"/>
                  </a:lnTo>
                  <a:lnTo>
                    <a:pt x="16992" y="261275"/>
                  </a:lnTo>
                  <a:lnTo>
                    <a:pt x="39159" y="222880"/>
                  </a:lnTo>
                  <a:lnTo>
                    <a:pt x="132704" y="276888"/>
                  </a:lnTo>
                  <a:close/>
                  <a:moveTo>
                    <a:pt x="428530" y="0"/>
                  </a:moveTo>
                  <a:lnTo>
                    <a:pt x="472864" y="0"/>
                  </a:lnTo>
                  <a:lnTo>
                    <a:pt x="472864" y="108016"/>
                  </a:lnTo>
                  <a:lnTo>
                    <a:pt x="583401" y="44198"/>
                  </a:lnTo>
                  <a:lnTo>
                    <a:pt x="605568" y="82592"/>
                  </a:lnTo>
                  <a:lnTo>
                    <a:pt x="472864" y="159208"/>
                  </a:lnTo>
                  <a:lnTo>
                    <a:pt x="472864" y="235579"/>
                  </a:lnTo>
                  <a:lnTo>
                    <a:pt x="538532" y="197665"/>
                  </a:lnTo>
                  <a:lnTo>
                    <a:pt x="560699" y="236060"/>
                  </a:lnTo>
                  <a:lnTo>
                    <a:pt x="472864" y="286771"/>
                  </a:lnTo>
                  <a:lnTo>
                    <a:pt x="472864" y="423740"/>
                  </a:lnTo>
                  <a:lnTo>
                    <a:pt x="428530" y="423740"/>
                  </a:lnTo>
                  <a:lnTo>
                    <a:pt x="428530" y="286771"/>
                  </a:lnTo>
                  <a:lnTo>
                    <a:pt x="340696" y="236059"/>
                  </a:lnTo>
                  <a:lnTo>
                    <a:pt x="362863" y="197665"/>
                  </a:lnTo>
                  <a:lnTo>
                    <a:pt x="428530" y="235578"/>
                  </a:lnTo>
                  <a:lnTo>
                    <a:pt x="428530" y="159208"/>
                  </a:lnTo>
                  <a:lnTo>
                    <a:pt x="295826" y="82592"/>
                  </a:lnTo>
                  <a:lnTo>
                    <a:pt x="317993" y="44198"/>
                  </a:lnTo>
                  <a:lnTo>
                    <a:pt x="428530" y="108016"/>
                  </a:lnTo>
                  <a:close/>
                </a:path>
              </a:pathLst>
            </a:custGeom>
            <a:solidFill>
              <a:schemeClr val="accent2"/>
            </a:solidFill>
            <a:ln w="666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83" name="Rectangle 2682">
              <a:extLst>
                <a:ext uri="{FF2B5EF4-FFF2-40B4-BE49-F238E27FC236}">
                  <a16:creationId xmlns:a16="http://schemas.microsoft.com/office/drawing/2014/main" id="{D1C83A24-8745-0DB1-0315-C9FBC24579C7}"/>
                </a:ext>
                <a:ext uri="{C183D7F6-B498-43B3-948B-1728B52AA6E4}">
                  <adec:decorative xmlns:adec="http://schemas.microsoft.com/office/drawing/2017/decorative" val="1"/>
                </a:ext>
              </a:extLst>
            </p:cNvPr>
            <p:cNvSpPr/>
            <p:nvPr/>
          </p:nvSpPr>
          <p:spPr>
            <a:xfrm>
              <a:off x="6597304" y="5262567"/>
              <a:ext cx="31120" cy="31120"/>
            </a:xfrm>
            <a:prstGeom prst="rect">
              <a:avLst/>
            </a:prstGeom>
            <a:solidFill>
              <a:schemeClr val="bg1"/>
            </a:solidFill>
            <a:ln w="666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0" name="Group 109">
            <a:extLst>
              <a:ext uri="{FF2B5EF4-FFF2-40B4-BE49-F238E27FC236}">
                <a16:creationId xmlns:a16="http://schemas.microsoft.com/office/drawing/2014/main" id="{52DA59D2-13FA-29BB-020B-94C78F30A638}"/>
              </a:ext>
              <a:ext uri="{C183D7F6-B498-43B3-948B-1728B52AA6E4}">
                <adec:decorative xmlns:adec="http://schemas.microsoft.com/office/drawing/2017/decorative" val="1"/>
              </a:ext>
            </a:extLst>
          </p:cNvPr>
          <p:cNvGrpSpPr>
            <a:grpSpLocks noChangeAspect="1"/>
          </p:cNvGrpSpPr>
          <p:nvPr/>
        </p:nvGrpSpPr>
        <p:grpSpPr>
          <a:xfrm>
            <a:off x="7159625" y="5049527"/>
            <a:ext cx="404660" cy="457200"/>
            <a:chOff x="6996108" y="5049527"/>
            <a:chExt cx="404660" cy="457200"/>
          </a:xfrm>
          <a:solidFill>
            <a:srgbClr val="FF0000"/>
          </a:solidFill>
        </p:grpSpPr>
        <p:sp>
          <p:nvSpPr>
            <p:cNvPr id="2685" name="Freeform: Shape 2684">
              <a:extLst>
                <a:ext uri="{FF2B5EF4-FFF2-40B4-BE49-F238E27FC236}">
                  <a16:creationId xmlns:a16="http://schemas.microsoft.com/office/drawing/2014/main" id="{A2543E2E-A8DC-A524-5606-3C5CDCF4894A}"/>
                </a:ext>
                <a:ext uri="{C183D7F6-B498-43B3-948B-1728B52AA6E4}">
                  <adec:decorative xmlns:adec="http://schemas.microsoft.com/office/drawing/2017/decorative" val="1"/>
                </a:ext>
              </a:extLst>
            </p:cNvPr>
            <p:cNvSpPr/>
            <p:nvPr/>
          </p:nvSpPr>
          <p:spPr>
            <a:xfrm>
              <a:off x="6996108" y="5049527"/>
              <a:ext cx="404660" cy="457200"/>
            </a:xfrm>
            <a:custGeom>
              <a:avLst/>
              <a:gdLst>
                <a:gd name="connsiteX0" fmla="*/ 432281 w 860605"/>
                <a:gd name="connsiteY0" fmla="*/ 685025 h 972344"/>
                <a:gd name="connsiteX1" fmla="*/ 432044 w 860605"/>
                <a:gd name="connsiteY1" fmla="*/ 685150 h 972344"/>
                <a:gd name="connsiteX2" fmla="*/ 319823 w 860605"/>
                <a:gd name="connsiteY2" fmla="*/ 730207 h 972344"/>
                <a:gd name="connsiteX3" fmla="*/ 320329 w 860605"/>
                <a:gd name="connsiteY3" fmla="*/ 733313 h 972344"/>
                <a:gd name="connsiteX4" fmla="*/ 430304 w 860605"/>
                <a:gd name="connsiteY4" fmla="*/ 928198 h 972344"/>
                <a:gd name="connsiteX5" fmla="*/ 532645 w 860605"/>
                <a:gd name="connsiteY5" fmla="*/ 767341 h 972344"/>
                <a:gd name="connsiteX6" fmla="*/ 539499 w 860605"/>
                <a:gd name="connsiteY6" fmla="*/ 729688 h 972344"/>
                <a:gd name="connsiteX7" fmla="*/ 471089 w 860605"/>
                <a:gd name="connsiteY7" fmla="*/ 704674 h 972344"/>
                <a:gd name="connsiteX8" fmla="*/ 305571 w 860605"/>
                <a:gd name="connsiteY8" fmla="*/ 616475 h 972344"/>
                <a:gd name="connsiteX9" fmla="*/ 308101 w 860605"/>
                <a:gd name="connsiteY9" fmla="*/ 658228 h 972344"/>
                <a:gd name="connsiteX10" fmla="*/ 313036 w 860605"/>
                <a:gd name="connsiteY10" fmla="*/ 688536 h 972344"/>
                <a:gd name="connsiteX11" fmla="*/ 342399 w 860605"/>
                <a:gd name="connsiteY11" fmla="*/ 678032 h 972344"/>
                <a:gd name="connsiteX12" fmla="*/ 380699 w 860605"/>
                <a:gd name="connsiteY12" fmla="*/ 658908 h 972344"/>
                <a:gd name="connsiteX13" fmla="*/ 341911 w 860605"/>
                <a:gd name="connsiteY13" fmla="*/ 639270 h 972344"/>
                <a:gd name="connsiteX14" fmla="*/ 555037 w 860605"/>
                <a:gd name="connsiteY14" fmla="*/ 616472 h 972344"/>
                <a:gd name="connsiteX15" fmla="*/ 518694 w 860605"/>
                <a:gd name="connsiteY15" fmla="*/ 639270 h 972344"/>
                <a:gd name="connsiteX16" fmla="*/ 478652 w 860605"/>
                <a:gd name="connsiteY16" fmla="*/ 660472 h 972344"/>
                <a:gd name="connsiteX17" fmla="*/ 480806 w 860605"/>
                <a:gd name="connsiteY17" fmla="*/ 661589 h 972344"/>
                <a:gd name="connsiteX18" fmla="*/ 547073 w 860605"/>
                <a:gd name="connsiteY18" fmla="*/ 688083 h 972344"/>
                <a:gd name="connsiteX19" fmla="*/ 552508 w 860605"/>
                <a:gd name="connsiteY19" fmla="*/ 658228 h 972344"/>
                <a:gd name="connsiteX20" fmla="*/ 26369 w 860605"/>
                <a:gd name="connsiteY20" fmla="*/ 613091 h 972344"/>
                <a:gd name="connsiteX21" fmla="*/ 56052 w 860605"/>
                <a:gd name="connsiteY21" fmla="*/ 637998 h 972344"/>
                <a:gd name="connsiteX22" fmla="*/ 51768 w 860605"/>
                <a:gd name="connsiteY22" fmla="*/ 645109 h 972344"/>
                <a:gd name="connsiteX23" fmla="*/ 47497 w 860605"/>
                <a:gd name="connsiteY23" fmla="*/ 707184 h 972344"/>
                <a:gd name="connsiteX24" fmla="*/ 9265 w 860605"/>
                <a:gd name="connsiteY24" fmla="*/ 729258 h 972344"/>
                <a:gd name="connsiteX25" fmla="*/ 7947 w 860605"/>
                <a:gd name="connsiteY25" fmla="*/ 650563 h 972344"/>
                <a:gd name="connsiteX26" fmla="*/ 605452 w 860605"/>
                <a:gd name="connsiteY26" fmla="*/ 441598 h 972344"/>
                <a:gd name="connsiteX27" fmla="*/ 607086 w 860605"/>
                <a:gd name="connsiteY27" fmla="*/ 486172 h 972344"/>
                <a:gd name="connsiteX28" fmla="*/ 605452 w 860605"/>
                <a:gd name="connsiteY28" fmla="*/ 530746 h 972344"/>
                <a:gd name="connsiteX29" fmla="*/ 640410 w 860605"/>
                <a:gd name="connsiteY29" fmla="*/ 505975 h 972344"/>
                <a:gd name="connsiteX30" fmla="*/ 664189 w 860605"/>
                <a:gd name="connsiteY30" fmla="*/ 485797 h 972344"/>
                <a:gd name="connsiteX31" fmla="*/ 640410 w 860605"/>
                <a:gd name="connsiteY31" fmla="*/ 466369 h 972344"/>
                <a:gd name="connsiteX32" fmla="*/ 255156 w 860605"/>
                <a:gd name="connsiteY32" fmla="*/ 441595 h 972344"/>
                <a:gd name="connsiteX33" fmla="*/ 220195 w 860605"/>
                <a:gd name="connsiteY33" fmla="*/ 466368 h 972344"/>
                <a:gd name="connsiteX34" fmla="*/ 196894 w 860605"/>
                <a:gd name="connsiteY34" fmla="*/ 486937 h 972344"/>
                <a:gd name="connsiteX35" fmla="*/ 220195 w 860605"/>
                <a:gd name="connsiteY35" fmla="*/ 505976 h 972344"/>
                <a:gd name="connsiteX36" fmla="*/ 255156 w 860605"/>
                <a:gd name="connsiteY36" fmla="*/ 530749 h 972344"/>
                <a:gd name="connsiteX37" fmla="*/ 253522 w 860605"/>
                <a:gd name="connsiteY37" fmla="*/ 486172 h 972344"/>
                <a:gd name="connsiteX38" fmla="*/ 430302 w 860605"/>
                <a:gd name="connsiteY38" fmla="*/ 338204 h 972344"/>
                <a:gd name="connsiteX39" fmla="*/ 363989 w 860605"/>
                <a:gd name="connsiteY39" fmla="*/ 371314 h 972344"/>
                <a:gd name="connsiteX40" fmla="*/ 302326 w 860605"/>
                <a:gd name="connsiteY40" fmla="*/ 409447 h 972344"/>
                <a:gd name="connsiteX41" fmla="*/ 297678 w 860605"/>
                <a:gd name="connsiteY41" fmla="*/ 486172 h 972344"/>
                <a:gd name="connsiteX42" fmla="*/ 302326 w 860605"/>
                <a:gd name="connsiteY42" fmla="*/ 562897 h 972344"/>
                <a:gd name="connsiteX43" fmla="*/ 363989 w 860605"/>
                <a:gd name="connsiteY43" fmla="*/ 601030 h 972344"/>
                <a:gd name="connsiteX44" fmla="*/ 429058 w 860605"/>
                <a:gd name="connsiteY44" fmla="*/ 634762 h 972344"/>
                <a:gd name="connsiteX45" fmla="*/ 496616 w 860605"/>
                <a:gd name="connsiteY45" fmla="*/ 601030 h 972344"/>
                <a:gd name="connsiteX46" fmla="*/ 558283 w 860605"/>
                <a:gd name="connsiteY46" fmla="*/ 562895 h 972344"/>
                <a:gd name="connsiteX47" fmla="*/ 562930 w 860605"/>
                <a:gd name="connsiteY47" fmla="*/ 486172 h 972344"/>
                <a:gd name="connsiteX48" fmla="*/ 558283 w 860605"/>
                <a:gd name="connsiteY48" fmla="*/ 409449 h 972344"/>
                <a:gd name="connsiteX49" fmla="*/ 496616 w 860605"/>
                <a:gd name="connsiteY49" fmla="*/ 371315 h 972344"/>
                <a:gd name="connsiteX50" fmla="*/ 314151 w 860605"/>
                <a:gd name="connsiteY50" fmla="*/ 284208 h 972344"/>
                <a:gd name="connsiteX51" fmla="*/ 308101 w 860605"/>
                <a:gd name="connsiteY51" fmla="*/ 314116 h 972344"/>
                <a:gd name="connsiteX52" fmla="*/ 305513 w 860605"/>
                <a:gd name="connsiteY52" fmla="*/ 356844 h 972344"/>
                <a:gd name="connsiteX53" fmla="*/ 341911 w 860605"/>
                <a:gd name="connsiteY53" fmla="*/ 333074 h 972344"/>
                <a:gd name="connsiteX54" fmla="*/ 380259 w 860605"/>
                <a:gd name="connsiteY54" fmla="*/ 313216 h 972344"/>
                <a:gd name="connsiteX55" fmla="*/ 342399 w 860605"/>
                <a:gd name="connsiteY55" fmla="*/ 294313 h 972344"/>
                <a:gd name="connsiteX56" fmla="*/ 547477 w 860605"/>
                <a:gd name="connsiteY56" fmla="*/ 283223 h 972344"/>
                <a:gd name="connsiteX57" fmla="*/ 518206 w 860605"/>
                <a:gd name="connsiteY57" fmla="*/ 294312 h 972344"/>
                <a:gd name="connsiteX58" fmla="*/ 480780 w 860605"/>
                <a:gd name="connsiteY58" fmla="*/ 313000 h 972344"/>
                <a:gd name="connsiteX59" fmla="*/ 518694 w 860605"/>
                <a:gd name="connsiteY59" fmla="*/ 333074 h 972344"/>
                <a:gd name="connsiteX60" fmla="*/ 555037 w 860605"/>
                <a:gd name="connsiteY60" fmla="*/ 355872 h 972344"/>
                <a:gd name="connsiteX61" fmla="*/ 552508 w 860605"/>
                <a:gd name="connsiteY61" fmla="*/ 314116 h 972344"/>
                <a:gd name="connsiteX62" fmla="*/ 430304 w 860605"/>
                <a:gd name="connsiteY62" fmla="*/ 0 h 972344"/>
                <a:gd name="connsiteX63" fmla="*/ 576895 w 860605"/>
                <a:gd name="connsiteY63" fmla="*/ 214349 h 972344"/>
                <a:gd name="connsiteX64" fmla="*/ 579660 w 860605"/>
                <a:gd name="connsiteY64" fmla="*/ 228359 h 972344"/>
                <a:gd name="connsiteX65" fmla="*/ 647970 w 860605"/>
                <a:gd name="connsiteY65" fmla="*/ 209401 h 972344"/>
                <a:gd name="connsiteX66" fmla="*/ 730013 w 860605"/>
                <a:gd name="connsiteY66" fmla="*/ 199004 h 972344"/>
                <a:gd name="connsiteX67" fmla="*/ 851340 w 860605"/>
                <a:gd name="connsiteY67" fmla="*/ 243086 h 972344"/>
                <a:gd name="connsiteX68" fmla="*/ 813108 w 860605"/>
                <a:gd name="connsiteY68" fmla="*/ 265159 h 972344"/>
                <a:gd name="connsiteX69" fmla="*/ 589345 w 860605"/>
                <a:gd name="connsiteY69" fmla="*/ 267360 h 972344"/>
                <a:gd name="connsiteX70" fmla="*/ 587496 w 860605"/>
                <a:gd name="connsiteY70" fmla="*/ 268061 h 972344"/>
                <a:gd name="connsiteX71" fmla="*/ 593194 w 860605"/>
                <a:gd name="connsiteY71" fmla="*/ 296932 h 972344"/>
                <a:gd name="connsiteX72" fmla="*/ 603282 w 860605"/>
                <a:gd name="connsiteY72" fmla="*/ 386305 h 972344"/>
                <a:gd name="connsiteX73" fmla="*/ 675634 w 860605"/>
                <a:gd name="connsiteY73" fmla="*/ 439725 h 972344"/>
                <a:gd name="connsiteX74" fmla="*/ 696737 w 860605"/>
                <a:gd name="connsiteY74" fmla="*/ 458177 h 972344"/>
                <a:gd name="connsiteX75" fmla="*/ 724973 w 860605"/>
                <a:gd name="connsiteY75" fmla="*/ 434217 h 972344"/>
                <a:gd name="connsiteX76" fmla="*/ 813108 w 860605"/>
                <a:gd name="connsiteY76" fmla="*/ 265160 h 972344"/>
                <a:gd name="connsiteX77" fmla="*/ 851340 w 860605"/>
                <a:gd name="connsiteY77" fmla="*/ 243086 h 972344"/>
                <a:gd name="connsiteX78" fmla="*/ 766329 w 860605"/>
                <a:gd name="connsiteY78" fmla="*/ 449685 h 972344"/>
                <a:gd name="connsiteX79" fmla="*/ 727565 w 860605"/>
                <a:gd name="connsiteY79" fmla="*/ 485131 h 972344"/>
                <a:gd name="connsiteX80" fmla="*/ 739004 w 860605"/>
                <a:gd name="connsiteY80" fmla="*/ 495133 h 972344"/>
                <a:gd name="connsiteX81" fmla="*/ 851340 w 860605"/>
                <a:gd name="connsiteY81" fmla="*/ 729258 h 972344"/>
                <a:gd name="connsiteX82" fmla="*/ 783847 w 860605"/>
                <a:gd name="connsiteY82" fmla="*/ 769747 h 972344"/>
                <a:gd name="connsiteX83" fmla="*/ 742186 w 860605"/>
                <a:gd name="connsiteY83" fmla="*/ 772528 h 972344"/>
                <a:gd name="connsiteX84" fmla="*/ 748915 w 860605"/>
                <a:gd name="connsiteY84" fmla="*/ 734370 h 972344"/>
                <a:gd name="connsiteX85" fmla="*/ 757213 w 860605"/>
                <a:gd name="connsiteY85" fmla="*/ 734524 h 972344"/>
                <a:gd name="connsiteX86" fmla="*/ 813108 w 860605"/>
                <a:gd name="connsiteY86" fmla="*/ 707185 h 972344"/>
                <a:gd name="connsiteX87" fmla="*/ 699321 w 860605"/>
                <a:gd name="connsiteY87" fmla="*/ 514501 h 972344"/>
                <a:gd name="connsiteX88" fmla="*/ 697275 w 860605"/>
                <a:gd name="connsiteY88" fmla="*/ 512830 h 972344"/>
                <a:gd name="connsiteX89" fmla="*/ 675634 w 860605"/>
                <a:gd name="connsiteY89" fmla="*/ 532619 h 972344"/>
                <a:gd name="connsiteX90" fmla="*/ 603282 w 860605"/>
                <a:gd name="connsiteY90" fmla="*/ 586040 h 972344"/>
                <a:gd name="connsiteX91" fmla="*/ 593194 w 860605"/>
                <a:gd name="connsiteY91" fmla="*/ 675412 h 972344"/>
                <a:gd name="connsiteX92" fmla="*/ 586887 w 860605"/>
                <a:gd name="connsiteY92" fmla="*/ 704001 h 972344"/>
                <a:gd name="connsiteX93" fmla="*/ 589346 w 860605"/>
                <a:gd name="connsiteY93" fmla="*/ 704984 h 972344"/>
                <a:gd name="connsiteX94" fmla="*/ 625959 w 860605"/>
                <a:gd name="connsiteY94" fmla="*/ 715549 h 972344"/>
                <a:gd name="connsiteX95" fmla="*/ 618949 w 860605"/>
                <a:gd name="connsiteY95" fmla="*/ 755308 h 972344"/>
                <a:gd name="connsiteX96" fmla="*/ 592413 w 860605"/>
                <a:gd name="connsiteY96" fmla="*/ 749035 h 972344"/>
                <a:gd name="connsiteX97" fmla="*/ 578106 w 860605"/>
                <a:gd name="connsiteY97" fmla="*/ 743804 h 972344"/>
                <a:gd name="connsiteX98" fmla="*/ 566718 w 860605"/>
                <a:gd name="connsiteY98" fmla="*/ 795423 h 972344"/>
                <a:gd name="connsiteX99" fmla="*/ 430304 w 860605"/>
                <a:gd name="connsiteY99" fmla="*/ 972344 h 972344"/>
                <a:gd name="connsiteX100" fmla="*/ 283714 w 860605"/>
                <a:gd name="connsiteY100" fmla="*/ 757996 h 972344"/>
                <a:gd name="connsiteX101" fmla="*/ 281070 w 860605"/>
                <a:gd name="connsiteY101" fmla="*/ 744599 h 972344"/>
                <a:gd name="connsiteX102" fmla="*/ 161635 w 860605"/>
                <a:gd name="connsiteY102" fmla="*/ 771134 h 972344"/>
                <a:gd name="connsiteX103" fmla="*/ 9265 w 860605"/>
                <a:gd name="connsiteY103" fmla="*/ 729258 h 972344"/>
                <a:gd name="connsiteX104" fmla="*/ 47497 w 860605"/>
                <a:gd name="connsiteY104" fmla="*/ 707185 h 972344"/>
                <a:gd name="connsiteX105" fmla="*/ 237973 w 860605"/>
                <a:gd name="connsiteY105" fmla="*/ 715387 h 972344"/>
                <a:gd name="connsiteX106" fmla="*/ 272842 w 860605"/>
                <a:gd name="connsiteY106" fmla="*/ 702913 h 972344"/>
                <a:gd name="connsiteX107" fmla="*/ 267415 w 860605"/>
                <a:gd name="connsiteY107" fmla="*/ 675412 h 972344"/>
                <a:gd name="connsiteX108" fmla="*/ 257327 w 860605"/>
                <a:gd name="connsiteY108" fmla="*/ 586042 h 972344"/>
                <a:gd name="connsiteX109" fmla="*/ 184971 w 860605"/>
                <a:gd name="connsiteY109" fmla="*/ 532619 h 972344"/>
                <a:gd name="connsiteX110" fmla="*/ 164963 w 860605"/>
                <a:gd name="connsiteY110" fmla="*/ 515125 h 972344"/>
                <a:gd name="connsiteX111" fmla="*/ 134804 w 860605"/>
                <a:gd name="connsiteY111" fmla="*/ 541747 h 972344"/>
                <a:gd name="connsiteX112" fmla="*/ 102901 w 860605"/>
                <a:gd name="connsiteY112" fmla="*/ 514977 h 972344"/>
                <a:gd name="connsiteX113" fmla="*/ 121602 w 860605"/>
                <a:gd name="connsiteY113" fmla="*/ 495133 h 972344"/>
                <a:gd name="connsiteX114" fmla="*/ 132076 w 860605"/>
                <a:gd name="connsiteY114" fmla="*/ 486370 h 972344"/>
                <a:gd name="connsiteX115" fmla="*/ 121601 w 860605"/>
                <a:gd name="connsiteY115" fmla="*/ 477212 h 972344"/>
                <a:gd name="connsiteX116" fmla="*/ 9265 w 860605"/>
                <a:gd name="connsiteY116" fmla="*/ 243086 h 972344"/>
                <a:gd name="connsiteX117" fmla="*/ 47497 w 860605"/>
                <a:gd name="connsiteY117" fmla="*/ 265160 h 972344"/>
                <a:gd name="connsiteX118" fmla="*/ 161285 w 860605"/>
                <a:gd name="connsiteY118" fmla="*/ 457844 h 972344"/>
                <a:gd name="connsiteX119" fmla="*/ 163759 w 860605"/>
                <a:gd name="connsiteY119" fmla="*/ 459865 h 972344"/>
                <a:gd name="connsiteX120" fmla="*/ 220681 w 860605"/>
                <a:gd name="connsiteY120" fmla="*/ 412244 h 972344"/>
                <a:gd name="connsiteX121" fmla="*/ 257104 w 860605"/>
                <a:gd name="connsiteY121" fmla="*/ 388458 h 972344"/>
                <a:gd name="connsiteX122" fmla="*/ 257114 w 860605"/>
                <a:gd name="connsiteY122" fmla="*/ 388192 h 972344"/>
                <a:gd name="connsiteX123" fmla="*/ 267414 w 860605"/>
                <a:gd name="connsiteY123" fmla="*/ 296932 h 972344"/>
                <a:gd name="connsiteX124" fmla="*/ 274051 w 860605"/>
                <a:gd name="connsiteY124" fmla="*/ 269864 h 972344"/>
                <a:gd name="connsiteX125" fmla="*/ 237973 w 860605"/>
                <a:gd name="connsiteY125" fmla="*/ 256958 h 972344"/>
                <a:gd name="connsiteX126" fmla="*/ 47497 w 860605"/>
                <a:gd name="connsiteY126" fmla="*/ 265159 h 972344"/>
                <a:gd name="connsiteX127" fmla="*/ 9265 w 860605"/>
                <a:gd name="connsiteY127" fmla="*/ 243086 h 972344"/>
                <a:gd name="connsiteX128" fmla="*/ 230690 w 860605"/>
                <a:gd name="connsiteY128" fmla="*/ 213409 h 972344"/>
                <a:gd name="connsiteX129" fmla="*/ 283773 w 860605"/>
                <a:gd name="connsiteY129" fmla="*/ 230206 h 972344"/>
                <a:gd name="connsiteX130" fmla="*/ 293857 w 860605"/>
                <a:gd name="connsiteY130" fmla="*/ 189074 h 972344"/>
                <a:gd name="connsiteX131" fmla="*/ 330684 w 860605"/>
                <a:gd name="connsiteY131" fmla="*/ 202478 h 972344"/>
                <a:gd name="connsiteX132" fmla="*/ 322591 w 860605"/>
                <a:gd name="connsiteY132" fmla="*/ 242489 h 972344"/>
                <a:gd name="connsiteX133" fmla="*/ 347860 w 860605"/>
                <a:gd name="connsiteY133" fmla="*/ 250485 h 972344"/>
                <a:gd name="connsiteX134" fmla="*/ 431211 w 860605"/>
                <a:gd name="connsiteY134" fmla="*/ 286831 h 972344"/>
                <a:gd name="connsiteX135" fmla="*/ 449918 w 860605"/>
                <a:gd name="connsiteY135" fmla="*/ 277143 h 972344"/>
                <a:gd name="connsiteX136" fmla="*/ 540565 w 860605"/>
                <a:gd name="connsiteY136" fmla="*/ 240781 h 972344"/>
                <a:gd name="connsiteX137" fmla="*/ 540280 w 860605"/>
                <a:gd name="connsiteY137" fmla="*/ 239031 h 972344"/>
                <a:gd name="connsiteX138" fmla="*/ 430304 w 860605"/>
                <a:gd name="connsiteY138" fmla="*/ 44147 h 972344"/>
                <a:gd name="connsiteX139" fmla="*/ 378680 w 860605"/>
                <a:gd name="connsiteY139" fmla="*/ 78883 h 972344"/>
                <a:gd name="connsiteX140" fmla="*/ 375338 w 860605"/>
                <a:gd name="connsiteY140" fmla="*/ 86393 h 972344"/>
                <a:gd name="connsiteX141" fmla="*/ 342041 w 860605"/>
                <a:gd name="connsiteY141" fmla="*/ 74273 h 972344"/>
                <a:gd name="connsiteX142" fmla="*/ 361493 w 860605"/>
                <a:gd name="connsiteY142" fmla="*/ 38206 h 972344"/>
                <a:gd name="connsiteX143" fmla="*/ 430304 w 860605"/>
                <a:gd name="connsiteY143" fmla="*/ 0 h 97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860605" h="972344">
                  <a:moveTo>
                    <a:pt x="432281" y="685025"/>
                  </a:moveTo>
                  <a:lnTo>
                    <a:pt x="432044" y="685150"/>
                  </a:lnTo>
                  <a:lnTo>
                    <a:pt x="319823" y="730207"/>
                  </a:lnTo>
                  <a:lnTo>
                    <a:pt x="320329" y="733313"/>
                  </a:lnTo>
                  <a:cubicBezTo>
                    <a:pt x="344163" y="850893"/>
                    <a:pt x="384525" y="928198"/>
                    <a:pt x="430304" y="928198"/>
                  </a:cubicBezTo>
                  <a:cubicBezTo>
                    <a:pt x="471505" y="928198"/>
                    <a:pt x="508319" y="865580"/>
                    <a:pt x="532645" y="767341"/>
                  </a:cubicBezTo>
                  <a:lnTo>
                    <a:pt x="539499" y="729688"/>
                  </a:lnTo>
                  <a:lnTo>
                    <a:pt x="471089" y="704674"/>
                  </a:lnTo>
                  <a:close/>
                  <a:moveTo>
                    <a:pt x="305571" y="616475"/>
                  </a:moveTo>
                  <a:lnTo>
                    <a:pt x="308101" y="658228"/>
                  </a:lnTo>
                  <a:lnTo>
                    <a:pt x="313036" y="688536"/>
                  </a:lnTo>
                  <a:lnTo>
                    <a:pt x="342399" y="678032"/>
                  </a:lnTo>
                  <a:lnTo>
                    <a:pt x="380699" y="658908"/>
                  </a:lnTo>
                  <a:lnTo>
                    <a:pt x="341911" y="639270"/>
                  </a:lnTo>
                  <a:close/>
                  <a:moveTo>
                    <a:pt x="555037" y="616472"/>
                  </a:moveTo>
                  <a:lnTo>
                    <a:pt x="518694" y="639270"/>
                  </a:lnTo>
                  <a:lnTo>
                    <a:pt x="478652" y="660472"/>
                  </a:lnTo>
                  <a:lnTo>
                    <a:pt x="480806" y="661589"/>
                  </a:lnTo>
                  <a:lnTo>
                    <a:pt x="547073" y="688083"/>
                  </a:lnTo>
                  <a:lnTo>
                    <a:pt x="552508" y="658228"/>
                  </a:lnTo>
                  <a:close/>
                  <a:moveTo>
                    <a:pt x="26369" y="613091"/>
                  </a:moveTo>
                  <a:lnTo>
                    <a:pt x="56052" y="637998"/>
                  </a:lnTo>
                  <a:lnTo>
                    <a:pt x="51768" y="645109"/>
                  </a:lnTo>
                  <a:cubicBezTo>
                    <a:pt x="40331" y="670034"/>
                    <a:pt x="38341" y="691326"/>
                    <a:pt x="47497" y="707184"/>
                  </a:cubicBezTo>
                  <a:lnTo>
                    <a:pt x="9265" y="729258"/>
                  </a:lnTo>
                  <a:cubicBezTo>
                    <a:pt x="-2939" y="708120"/>
                    <a:pt x="-2785" y="681179"/>
                    <a:pt x="7947" y="650563"/>
                  </a:cubicBezTo>
                  <a:close/>
                  <a:moveTo>
                    <a:pt x="605452" y="441598"/>
                  </a:moveTo>
                  <a:lnTo>
                    <a:pt x="607086" y="486172"/>
                  </a:lnTo>
                  <a:lnTo>
                    <a:pt x="605452" y="530746"/>
                  </a:lnTo>
                  <a:lnTo>
                    <a:pt x="640410" y="505975"/>
                  </a:lnTo>
                  <a:lnTo>
                    <a:pt x="664189" y="485797"/>
                  </a:lnTo>
                  <a:lnTo>
                    <a:pt x="640410" y="466369"/>
                  </a:lnTo>
                  <a:close/>
                  <a:moveTo>
                    <a:pt x="255156" y="441595"/>
                  </a:moveTo>
                  <a:lnTo>
                    <a:pt x="220195" y="466368"/>
                  </a:lnTo>
                  <a:lnTo>
                    <a:pt x="196894" y="486937"/>
                  </a:lnTo>
                  <a:lnTo>
                    <a:pt x="220195" y="505976"/>
                  </a:lnTo>
                  <a:lnTo>
                    <a:pt x="255156" y="530749"/>
                  </a:lnTo>
                  <a:lnTo>
                    <a:pt x="253522" y="486172"/>
                  </a:lnTo>
                  <a:close/>
                  <a:moveTo>
                    <a:pt x="430302" y="338204"/>
                  </a:moveTo>
                  <a:lnTo>
                    <a:pt x="363989" y="371314"/>
                  </a:lnTo>
                  <a:lnTo>
                    <a:pt x="302326" y="409447"/>
                  </a:lnTo>
                  <a:lnTo>
                    <a:pt x="297678" y="486172"/>
                  </a:lnTo>
                  <a:lnTo>
                    <a:pt x="302326" y="562897"/>
                  </a:lnTo>
                  <a:lnTo>
                    <a:pt x="363989" y="601030"/>
                  </a:lnTo>
                  <a:lnTo>
                    <a:pt x="429058" y="634762"/>
                  </a:lnTo>
                  <a:lnTo>
                    <a:pt x="496616" y="601030"/>
                  </a:lnTo>
                  <a:lnTo>
                    <a:pt x="558283" y="562895"/>
                  </a:lnTo>
                  <a:lnTo>
                    <a:pt x="562930" y="486172"/>
                  </a:lnTo>
                  <a:lnTo>
                    <a:pt x="558283" y="409449"/>
                  </a:lnTo>
                  <a:lnTo>
                    <a:pt x="496616" y="371315"/>
                  </a:lnTo>
                  <a:close/>
                  <a:moveTo>
                    <a:pt x="314151" y="284208"/>
                  </a:moveTo>
                  <a:lnTo>
                    <a:pt x="308101" y="314116"/>
                  </a:lnTo>
                  <a:lnTo>
                    <a:pt x="305513" y="356844"/>
                  </a:lnTo>
                  <a:lnTo>
                    <a:pt x="341911" y="333074"/>
                  </a:lnTo>
                  <a:lnTo>
                    <a:pt x="380259" y="313216"/>
                  </a:lnTo>
                  <a:lnTo>
                    <a:pt x="342399" y="294313"/>
                  </a:lnTo>
                  <a:close/>
                  <a:moveTo>
                    <a:pt x="547477" y="283223"/>
                  </a:moveTo>
                  <a:lnTo>
                    <a:pt x="518206" y="294312"/>
                  </a:lnTo>
                  <a:lnTo>
                    <a:pt x="480780" y="313000"/>
                  </a:lnTo>
                  <a:lnTo>
                    <a:pt x="518694" y="333074"/>
                  </a:lnTo>
                  <a:lnTo>
                    <a:pt x="555037" y="355872"/>
                  </a:lnTo>
                  <a:lnTo>
                    <a:pt x="552508" y="314116"/>
                  </a:lnTo>
                  <a:close/>
                  <a:moveTo>
                    <a:pt x="430304" y="0"/>
                  </a:moveTo>
                  <a:cubicBezTo>
                    <a:pt x="491326" y="0"/>
                    <a:pt x="545126" y="85026"/>
                    <a:pt x="576895" y="214349"/>
                  </a:cubicBezTo>
                  <a:lnTo>
                    <a:pt x="579660" y="228359"/>
                  </a:lnTo>
                  <a:lnTo>
                    <a:pt x="647970" y="209401"/>
                  </a:lnTo>
                  <a:cubicBezTo>
                    <a:pt x="677649" y="203248"/>
                    <a:pt x="705219" y="199743"/>
                    <a:pt x="730013" y="199004"/>
                  </a:cubicBezTo>
                  <a:cubicBezTo>
                    <a:pt x="789518" y="197227"/>
                    <a:pt x="833034" y="211378"/>
                    <a:pt x="851340" y="243086"/>
                  </a:cubicBezTo>
                  <a:lnTo>
                    <a:pt x="813108" y="265159"/>
                  </a:lnTo>
                  <a:cubicBezTo>
                    <a:pt x="790218" y="225513"/>
                    <a:pt x="703089" y="229211"/>
                    <a:pt x="589345" y="267360"/>
                  </a:cubicBezTo>
                  <a:lnTo>
                    <a:pt x="587496" y="268061"/>
                  </a:lnTo>
                  <a:lnTo>
                    <a:pt x="593194" y="296932"/>
                  </a:lnTo>
                  <a:lnTo>
                    <a:pt x="603282" y="386305"/>
                  </a:lnTo>
                  <a:lnTo>
                    <a:pt x="675634" y="439725"/>
                  </a:lnTo>
                  <a:lnTo>
                    <a:pt x="696737" y="458177"/>
                  </a:lnTo>
                  <a:lnTo>
                    <a:pt x="724973" y="434217"/>
                  </a:lnTo>
                  <a:cubicBezTo>
                    <a:pt x="797887" y="364031"/>
                    <a:pt x="833709" y="300841"/>
                    <a:pt x="813108" y="265160"/>
                  </a:cubicBezTo>
                  <a:lnTo>
                    <a:pt x="851340" y="243086"/>
                  </a:lnTo>
                  <a:cubicBezTo>
                    <a:pt x="878800" y="290648"/>
                    <a:pt x="843691" y="367579"/>
                    <a:pt x="766329" y="449685"/>
                  </a:cubicBezTo>
                  <a:lnTo>
                    <a:pt x="727565" y="485131"/>
                  </a:lnTo>
                  <a:lnTo>
                    <a:pt x="739004" y="495133"/>
                  </a:lnTo>
                  <a:cubicBezTo>
                    <a:pt x="835116" y="587307"/>
                    <a:pt x="881851" y="676412"/>
                    <a:pt x="851340" y="729258"/>
                  </a:cubicBezTo>
                  <a:cubicBezTo>
                    <a:pt x="839136" y="750397"/>
                    <a:pt x="815728" y="763732"/>
                    <a:pt x="783847" y="769747"/>
                  </a:cubicBezTo>
                  <a:lnTo>
                    <a:pt x="742186" y="772528"/>
                  </a:lnTo>
                  <a:lnTo>
                    <a:pt x="748915" y="734370"/>
                  </a:lnTo>
                  <a:lnTo>
                    <a:pt x="757213" y="734524"/>
                  </a:lnTo>
                  <a:cubicBezTo>
                    <a:pt x="784518" y="731967"/>
                    <a:pt x="803952" y="723043"/>
                    <a:pt x="813108" y="707185"/>
                  </a:cubicBezTo>
                  <a:cubicBezTo>
                    <a:pt x="835998" y="667539"/>
                    <a:pt x="789231" y="593931"/>
                    <a:pt x="699321" y="514501"/>
                  </a:cubicBezTo>
                  <a:lnTo>
                    <a:pt x="697275" y="512830"/>
                  </a:lnTo>
                  <a:lnTo>
                    <a:pt x="675634" y="532619"/>
                  </a:lnTo>
                  <a:lnTo>
                    <a:pt x="603282" y="586040"/>
                  </a:lnTo>
                  <a:lnTo>
                    <a:pt x="593194" y="675412"/>
                  </a:lnTo>
                  <a:lnTo>
                    <a:pt x="586887" y="704001"/>
                  </a:lnTo>
                  <a:lnTo>
                    <a:pt x="589346" y="704984"/>
                  </a:lnTo>
                  <a:lnTo>
                    <a:pt x="625959" y="715549"/>
                  </a:lnTo>
                  <a:lnTo>
                    <a:pt x="618949" y="755308"/>
                  </a:lnTo>
                  <a:lnTo>
                    <a:pt x="592413" y="749035"/>
                  </a:lnTo>
                  <a:lnTo>
                    <a:pt x="578106" y="743804"/>
                  </a:lnTo>
                  <a:lnTo>
                    <a:pt x="566718" y="795423"/>
                  </a:lnTo>
                  <a:cubicBezTo>
                    <a:pt x="534293" y="903473"/>
                    <a:pt x="485223" y="972344"/>
                    <a:pt x="430304" y="972344"/>
                  </a:cubicBezTo>
                  <a:cubicBezTo>
                    <a:pt x="369283" y="972344"/>
                    <a:pt x="315483" y="887318"/>
                    <a:pt x="283714" y="757996"/>
                  </a:cubicBezTo>
                  <a:lnTo>
                    <a:pt x="281070" y="744599"/>
                  </a:lnTo>
                  <a:lnTo>
                    <a:pt x="161635" y="771134"/>
                  </a:lnTo>
                  <a:cubicBezTo>
                    <a:pt x="86292" y="779347"/>
                    <a:pt x="30623" y="766251"/>
                    <a:pt x="9265" y="729258"/>
                  </a:cubicBezTo>
                  <a:lnTo>
                    <a:pt x="47497" y="707185"/>
                  </a:lnTo>
                  <a:cubicBezTo>
                    <a:pt x="68098" y="742866"/>
                    <a:pt x="140733" y="743439"/>
                    <a:pt x="237973" y="715387"/>
                  </a:cubicBezTo>
                  <a:lnTo>
                    <a:pt x="272842" y="702913"/>
                  </a:lnTo>
                  <a:lnTo>
                    <a:pt x="267415" y="675412"/>
                  </a:lnTo>
                  <a:lnTo>
                    <a:pt x="257327" y="586042"/>
                  </a:lnTo>
                  <a:lnTo>
                    <a:pt x="184971" y="532619"/>
                  </a:lnTo>
                  <a:lnTo>
                    <a:pt x="164963" y="515125"/>
                  </a:lnTo>
                  <a:lnTo>
                    <a:pt x="134804" y="541747"/>
                  </a:lnTo>
                  <a:lnTo>
                    <a:pt x="102901" y="514977"/>
                  </a:lnTo>
                  <a:lnTo>
                    <a:pt x="121602" y="495133"/>
                  </a:lnTo>
                  <a:lnTo>
                    <a:pt x="132076" y="486370"/>
                  </a:lnTo>
                  <a:lnTo>
                    <a:pt x="121601" y="477212"/>
                  </a:lnTo>
                  <a:cubicBezTo>
                    <a:pt x="25489" y="385038"/>
                    <a:pt x="-21245" y="295932"/>
                    <a:pt x="9265" y="243086"/>
                  </a:cubicBezTo>
                  <a:lnTo>
                    <a:pt x="47497" y="265160"/>
                  </a:lnTo>
                  <a:cubicBezTo>
                    <a:pt x="24608" y="304806"/>
                    <a:pt x="71375" y="378413"/>
                    <a:pt x="161285" y="457844"/>
                  </a:cubicBezTo>
                  <a:lnTo>
                    <a:pt x="163759" y="459865"/>
                  </a:lnTo>
                  <a:lnTo>
                    <a:pt x="220681" y="412244"/>
                  </a:lnTo>
                  <a:lnTo>
                    <a:pt x="257104" y="388458"/>
                  </a:lnTo>
                  <a:lnTo>
                    <a:pt x="257114" y="388192"/>
                  </a:lnTo>
                  <a:cubicBezTo>
                    <a:pt x="259469" y="356543"/>
                    <a:pt x="262942" y="326015"/>
                    <a:pt x="267414" y="296932"/>
                  </a:cubicBezTo>
                  <a:lnTo>
                    <a:pt x="274051" y="269864"/>
                  </a:lnTo>
                  <a:lnTo>
                    <a:pt x="237973" y="256958"/>
                  </a:lnTo>
                  <a:cubicBezTo>
                    <a:pt x="140733" y="228905"/>
                    <a:pt x="68098" y="229478"/>
                    <a:pt x="47497" y="265159"/>
                  </a:cubicBezTo>
                  <a:lnTo>
                    <a:pt x="9265" y="243086"/>
                  </a:lnTo>
                  <a:cubicBezTo>
                    <a:pt x="36725" y="195525"/>
                    <a:pt x="120904" y="187465"/>
                    <a:pt x="230690" y="213409"/>
                  </a:cubicBezTo>
                  <a:lnTo>
                    <a:pt x="283773" y="230206"/>
                  </a:lnTo>
                  <a:lnTo>
                    <a:pt x="293857" y="189074"/>
                  </a:lnTo>
                  <a:lnTo>
                    <a:pt x="330684" y="202478"/>
                  </a:lnTo>
                  <a:lnTo>
                    <a:pt x="322591" y="242489"/>
                  </a:lnTo>
                  <a:lnTo>
                    <a:pt x="347860" y="250485"/>
                  </a:lnTo>
                  <a:lnTo>
                    <a:pt x="431211" y="286831"/>
                  </a:lnTo>
                  <a:lnTo>
                    <a:pt x="449918" y="277143"/>
                  </a:lnTo>
                  <a:lnTo>
                    <a:pt x="540565" y="240781"/>
                  </a:lnTo>
                  <a:lnTo>
                    <a:pt x="540280" y="239031"/>
                  </a:lnTo>
                  <a:cubicBezTo>
                    <a:pt x="516446" y="121452"/>
                    <a:pt x="476084" y="44147"/>
                    <a:pt x="430304" y="44147"/>
                  </a:cubicBezTo>
                  <a:cubicBezTo>
                    <a:pt x="411992" y="44147"/>
                    <a:pt x="394547" y="56516"/>
                    <a:pt x="378680" y="78883"/>
                  </a:cubicBezTo>
                  <a:lnTo>
                    <a:pt x="375338" y="86393"/>
                  </a:lnTo>
                  <a:lnTo>
                    <a:pt x="342041" y="74273"/>
                  </a:lnTo>
                  <a:lnTo>
                    <a:pt x="361493" y="38206"/>
                  </a:lnTo>
                  <a:cubicBezTo>
                    <a:pt x="382643" y="13604"/>
                    <a:pt x="405896" y="0"/>
                    <a:pt x="430304" y="0"/>
                  </a:cubicBezTo>
                  <a:close/>
                </a:path>
              </a:pathLst>
            </a:custGeom>
            <a:solidFill>
              <a:schemeClr val="accent2"/>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sp>
          <p:nvSpPr>
            <p:cNvPr id="2686" name="Freeform: Shape 2685">
              <a:extLst>
                <a:ext uri="{FF2B5EF4-FFF2-40B4-BE49-F238E27FC236}">
                  <a16:creationId xmlns:a16="http://schemas.microsoft.com/office/drawing/2014/main" id="{4E7BDD58-93BD-AD9B-45E1-7C7A170188F9}"/>
                </a:ext>
                <a:ext uri="{C183D7F6-B498-43B3-948B-1728B52AA6E4}">
                  <adec:decorative xmlns:adec="http://schemas.microsoft.com/office/drawing/2017/decorative" val="1"/>
                </a:ext>
              </a:extLst>
            </p:cNvPr>
            <p:cNvSpPr/>
            <p:nvPr/>
          </p:nvSpPr>
          <p:spPr>
            <a:xfrm rot="1200000">
              <a:off x="7043014" y="5126900"/>
              <a:ext cx="333592" cy="269978"/>
            </a:xfrm>
            <a:custGeom>
              <a:avLst/>
              <a:gdLst>
                <a:gd name="connsiteX0" fmla="*/ 632732 w 709463"/>
                <a:gd name="connsiteY0" fmla="*/ 459981 h 574173"/>
                <a:gd name="connsiteX1" fmla="*/ 697961 w 709463"/>
                <a:gd name="connsiteY1" fmla="*/ 448480 h 574173"/>
                <a:gd name="connsiteX2" fmla="*/ 709463 w 709463"/>
                <a:gd name="connsiteY2" fmla="*/ 513708 h 574173"/>
                <a:gd name="connsiteX3" fmla="*/ 644234 w 709463"/>
                <a:gd name="connsiteY3" fmla="*/ 525210 h 574173"/>
                <a:gd name="connsiteX4" fmla="*/ 22654 w 709463"/>
                <a:gd name="connsiteY4" fmla="*/ 489279 h 574173"/>
                <a:gd name="connsiteX5" fmla="*/ 84895 w 709463"/>
                <a:gd name="connsiteY5" fmla="*/ 511933 h 574173"/>
                <a:gd name="connsiteX6" fmla="*/ 62241 w 709463"/>
                <a:gd name="connsiteY6" fmla="*/ 574173 h 574173"/>
                <a:gd name="connsiteX7" fmla="*/ 0 w 709463"/>
                <a:gd name="connsiteY7" fmla="*/ 551520 h 574173"/>
                <a:gd name="connsiteX8" fmla="*/ 301370 w 709463"/>
                <a:gd name="connsiteY8" fmla="*/ 308017 h 574173"/>
                <a:gd name="connsiteX9" fmla="*/ 363610 w 709463"/>
                <a:gd name="connsiteY9" fmla="*/ 285363 h 574173"/>
                <a:gd name="connsiteX10" fmla="*/ 386264 w 709463"/>
                <a:gd name="connsiteY10" fmla="*/ 347604 h 574173"/>
                <a:gd name="connsiteX11" fmla="*/ 324024 w 709463"/>
                <a:gd name="connsiteY11" fmla="*/ 370257 h 574173"/>
                <a:gd name="connsiteX12" fmla="*/ 97249 w 709463"/>
                <a:gd name="connsiteY12" fmla="*/ 0 h 574173"/>
                <a:gd name="connsiteX13" fmla="*/ 163484 w 709463"/>
                <a:gd name="connsiteY13" fmla="*/ 0 h 574173"/>
                <a:gd name="connsiteX14" fmla="*/ 163484 w 709463"/>
                <a:gd name="connsiteY14" fmla="*/ 66235 h 574173"/>
                <a:gd name="connsiteX15" fmla="*/ 97249 w 709463"/>
                <a:gd name="connsiteY15" fmla="*/ 66235 h 57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9463" h="574173">
                  <a:moveTo>
                    <a:pt x="632732" y="459981"/>
                  </a:moveTo>
                  <a:lnTo>
                    <a:pt x="697961" y="448480"/>
                  </a:lnTo>
                  <a:lnTo>
                    <a:pt x="709463" y="513708"/>
                  </a:lnTo>
                  <a:lnTo>
                    <a:pt x="644234" y="525210"/>
                  </a:lnTo>
                  <a:close/>
                  <a:moveTo>
                    <a:pt x="22654" y="489279"/>
                  </a:moveTo>
                  <a:lnTo>
                    <a:pt x="84895" y="511933"/>
                  </a:lnTo>
                  <a:lnTo>
                    <a:pt x="62241" y="574173"/>
                  </a:lnTo>
                  <a:lnTo>
                    <a:pt x="0" y="551520"/>
                  </a:lnTo>
                  <a:close/>
                  <a:moveTo>
                    <a:pt x="301370" y="308017"/>
                  </a:moveTo>
                  <a:lnTo>
                    <a:pt x="363610" y="285363"/>
                  </a:lnTo>
                  <a:lnTo>
                    <a:pt x="386264" y="347604"/>
                  </a:lnTo>
                  <a:lnTo>
                    <a:pt x="324024" y="370257"/>
                  </a:lnTo>
                  <a:close/>
                  <a:moveTo>
                    <a:pt x="97249" y="0"/>
                  </a:moveTo>
                  <a:lnTo>
                    <a:pt x="163484" y="0"/>
                  </a:lnTo>
                  <a:lnTo>
                    <a:pt x="163484" y="66235"/>
                  </a:lnTo>
                  <a:lnTo>
                    <a:pt x="97249" y="66235"/>
                  </a:lnTo>
                  <a:close/>
                </a:path>
              </a:pathLst>
            </a:custGeom>
            <a:solidFill>
              <a:schemeClr val="bg1"/>
            </a:solidFill>
            <a:ln w="3175">
              <a:no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lang="en-US" dirty="0"/>
            </a:p>
          </p:txBody>
        </p:sp>
      </p:grpSp>
      <p:grpSp>
        <p:nvGrpSpPr>
          <p:cNvPr id="109" name="Group 108">
            <a:extLst>
              <a:ext uri="{FF2B5EF4-FFF2-40B4-BE49-F238E27FC236}">
                <a16:creationId xmlns:a16="http://schemas.microsoft.com/office/drawing/2014/main" id="{F1A50CBD-405A-67D3-52A2-AD8CAD570B53}"/>
              </a:ext>
              <a:ext uri="{C183D7F6-B498-43B3-948B-1728B52AA6E4}">
                <adec:decorative xmlns:adec="http://schemas.microsoft.com/office/drawing/2017/decorative" val="1"/>
              </a:ext>
            </a:extLst>
          </p:cNvPr>
          <p:cNvGrpSpPr>
            <a:grpSpLocks noChangeAspect="1"/>
          </p:cNvGrpSpPr>
          <p:nvPr/>
        </p:nvGrpSpPr>
        <p:grpSpPr>
          <a:xfrm>
            <a:off x="7771983" y="5049527"/>
            <a:ext cx="409619" cy="457200"/>
            <a:chOff x="7572249" y="5049527"/>
            <a:chExt cx="409619" cy="457200"/>
          </a:xfrm>
          <a:solidFill>
            <a:srgbClr val="FF0000"/>
          </a:solidFill>
        </p:grpSpPr>
        <p:sp>
          <p:nvSpPr>
            <p:cNvPr id="2688" name="Freeform: Shape 2687">
              <a:extLst>
                <a:ext uri="{FF2B5EF4-FFF2-40B4-BE49-F238E27FC236}">
                  <a16:creationId xmlns:a16="http://schemas.microsoft.com/office/drawing/2014/main" id="{93FAAE34-37CE-6B3F-EC79-635ECA6DEDE3}"/>
                </a:ext>
                <a:ext uri="{C183D7F6-B498-43B3-948B-1728B52AA6E4}">
                  <adec:decorative xmlns:adec="http://schemas.microsoft.com/office/drawing/2017/decorative" val="1"/>
                </a:ext>
              </a:extLst>
            </p:cNvPr>
            <p:cNvSpPr/>
            <p:nvPr/>
          </p:nvSpPr>
          <p:spPr>
            <a:xfrm>
              <a:off x="7702101" y="5134455"/>
              <a:ext cx="237271" cy="371638"/>
            </a:xfrm>
            <a:custGeom>
              <a:avLst/>
              <a:gdLst>
                <a:gd name="connsiteX0" fmla="*/ 454713 w 521179"/>
                <a:gd name="connsiteY0" fmla="*/ 749859 h 816325"/>
                <a:gd name="connsiteX1" fmla="*/ 521179 w 521179"/>
                <a:gd name="connsiteY1" fmla="*/ 749859 h 816325"/>
                <a:gd name="connsiteX2" fmla="*/ 521179 w 521179"/>
                <a:gd name="connsiteY2" fmla="*/ 816325 h 816325"/>
                <a:gd name="connsiteX3" fmla="*/ 454713 w 521179"/>
                <a:gd name="connsiteY3" fmla="*/ 816325 h 816325"/>
                <a:gd name="connsiteX4" fmla="*/ 179082 w 521179"/>
                <a:gd name="connsiteY4" fmla="*/ 234993 h 816325"/>
                <a:gd name="connsiteX5" fmla="*/ 224003 w 521179"/>
                <a:gd name="connsiteY5" fmla="*/ 234993 h 816325"/>
                <a:gd name="connsiteX6" fmla="*/ 224003 w 521179"/>
                <a:gd name="connsiteY6" fmla="*/ 279487 h 816325"/>
                <a:gd name="connsiteX7" fmla="*/ 179082 w 521179"/>
                <a:gd name="connsiteY7" fmla="*/ 279487 h 816325"/>
                <a:gd name="connsiteX8" fmla="*/ 179329 w 521179"/>
                <a:gd name="connsiteY8" fmla="*/ 104464 h 816325"/>
                <a:gd name="connsiteX9" fmla="*/ 224256 w 521179"/>
                <a:gd name="connsiteY9" fmla="*/ 104464 h 816325"/>
                <a:gd name="connsiteX10" fmla="*/ 224256 w 521179"/>
                <a:gd name="connsiteY10" fmla="*/ 210831 h 816325"/>
                <a:gd name="connsiteX11" fmla="*/ 179329 w 521179"/>
                <a:gd name="connsiteY11" fmla="*/ 210831 h 816325"/>
                <a:gd name="connsiteX12" fmla="*/ 201017 w 521179"/>
                <a:gd name="connsiteY12" fmla="*/ 43866 h 816325"/>
                <a:gd name="connsiteX13" fmla="*/ 193007 w 521179"/>
                <a:gd name="connsiteY13" fmla="*/ 48698 h 816325"/>
                <a:gd name="connsiteX14" fmla="*/ 171912 w 521179"/>
                <a:gd name="connsiteY14" fmla="*/ 84165 h 816325"/>
                <a:gd name="connsiteX15" fmla="*/ 136194 w 521179"/>
                <a:gd name="connsiteY15" fmla="*/ 144482 h 816325"/>
                <a:gd name="connsiteX16" fmla="*/ 103895 w 521179"/>
                <a:gd name="connsiteY16" fmla="*/ 198442 h 816325"/>
                <a:gd name="connsiteX17" fmla="*/ 71573 w 521179"/>
                <a:gd name="connsiteY17" fmla="*/ 252384 h 816325"/>
                <a:gd name="connsiteX18" fmla="*/ 45746 w 521179"/>
                <a:gd name="connsiteY18" fmla="*/ 296235 h 816325"/>
                <a:gd name="connsiteX19" fmla="*/ 54357 w 521179"/>
                <a:gd name="connsiteY19" fmla="*/ 310303 h 816325"/>
                <a:gd name="connsiteX20" fmla="*/ 347901 w 521179"/>
                <a:gd name="connsiteY20" fmla="*/ 310304 h 816325"/>
                <a:gd name="connsiteX21" fmla="*/ 356772 w 521179"/>
                <a:gd name="connsiteY21" fmla="*/ 295433 h 816325"/>
                <a:gd name="connsiteX22" fmla="*/ 343286 w 521179"/>
                <a:gd name="connsiteY22" fmla="*/ 272718 h 816325"/>
                <a:gd name="connsiteX23" fmla="*/ 313959 w 521179"/>
                <a:gd name="connsiteY23" fmla="*/ 223687 h 816325"/>
                <a:gd name="connsiteX24" fmla="*/ 293911 w 521179"/>
                <a:gd name="connsiteY24" fmla="*/ 190119 h 816325"/>
                <a:gd name="connsiteX25" fmla="*/ 257653 w 521179"/>
                <a:gd name="connsiteY25" fmla="*/ 129560 h 816325"/>
                <a:gd name="connsiteX26" fmla="*/ 210430 w 521179"/>
                <a:gd name="connsiteY26" fmla="*/ 49857 h 816325"/>
                <a:gd name="connsiteX27" fmla="*/ 201017 w 521179"/>
                <a:gd name="connsiteY27" fmla="*/ 43866 h 816325"/>
                <a:gd name="connsiteX28" fmla="*/ 193220 w 521179"/>
                <a:gd name="connsiteY28" fmla="*/ 662 h 816325"/>
                <a:gd name="connsiteX29" fmla="*/ 237032 w 521179"/>
                <a:gd name="connsiteY29" fmla="*/ 13325 h 816325"/>
                <a:gd name="connsiteX30" fmla="*/ 259933 w 521179"/>
                <a:gd name="connsiteY30" fmla="*/ 47042 h 816325"/>
                <a:gd name="connsiteX31" fmla="*/ 298371 w 521179"/>
                <a:gd name="connsiteY31" fmla="*/ 111840 h 816325"/>
                <a:gd name="connsiteX32" fmla="*/ 345775 w 521179"/>
                <a:gd name="connsiteY32" fmla="*/ 190845 h 816325"/>
                <a:gd name="connsiteX33" fmla="*/ 380716 w 521179"/>
                <a:gd name="connsiteY33" fmla="*/ 249331 h 816325"/>
                <a:gd name="connsiteX34" fmla="*/ 388465 w 521179"/>
                <a:gd name="connsiteY34" fmla="*/ 264452 h 816325"/>
                <a:gd name="connsiteX35" fmla="*/ 402121 w 521179"/>
                <a:gd name="connsiteY35" fmla="*/ 294633 h 816325"/>
                <a:gd name="connsiteX36" fmla="*/ 395976 w 521179"/>
                <a:gd name="connsiteY36" fmla="*/ 326474 h 816325"/>
                <a:gd name="connsiteX37" fmla="*/ 356228 w 521179"/>
                <a:gd name="connsiteY37" fmla="*/ 353473 h 816325"/>
                <a:gd name="connsiteX38" fmla="*/ 334843 w 521179"/>
                <a:gd name="connsiteY38" fmla="*/ 354465 h 816325"/>
                <a:gd name="connsiteX39" fmla="*/ 54118 w 521179"/>
                <a:gd name="connsiteY39" fmla="*/ 354384 h 816325"/>
                <a:gd name="connsiteX40" fmla="*/ 1711 w 521179"/>
                <a:gd name="connsiteY40" fmla="*/ 313590 h 816325"/>
                <a:gd name="connsiteX41" fmla="*/ 10594 w 521179"/>
                <a:gd name="connsiteY41" fmla="*/ 268066 h 816325"/>
                <a:gd name="connsiteX42" fmla="*/ 43276 w 521179"/>
                <a:gd name="connsiteY42" fmla="*/ 213786 h 816325"/>
                <a:gd name="connsiteX43" fmla="*/ 66126 w 521179"/>
                <a:gd name="connsiteY43" fmla="*/ 175827 h 816325"/>
                <a:gd name="connsiteX44" fmla="*/ 78938 w 521179"/>
                <a:gd name="connsiteY44" fmla="*/ 153824 h 816325"/>
                <a:gd name="connsiteX45" fmla="*/ 101839 w 521179"/>
                <a:gd name="connsiteY45" fmla="*/ 115146 h 816325"/>
                <a:gd name="connsiteX46" fmla="*/ 152576 w 521179"/>
                <a:gd name="connsiteY46" fmla="*/ 30855 h 816325"/>
                <a:gd name="connsiteX47" fmla="*/ 165788 w 521179"/>
                <a:gd name="connsiteY47" fmla="*/ 13236 h 816325"/>
                <a:gd name="connsiteX48" fmla="*/ 193220 w 521179"/>
                <a:gd name="connsiteY48" fmla="*/ 662 h 81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21179" h="816325">
                  <a:moveTo>
                    <a:pt x="454713" y="749859"/>
                  </a:moveTo>
                  <a:lnTo>
                    <a:pt x="521179" y="749859"/>
                  </a:lnTo>
                  <a:lnTo>
                    <a:pt x="521179" y="816325"/>
                  </a:lnTo>
                  <a:lnTo>
                    <a:pt x="454713" y="816325"/>
                  </a:lnTo>
                  <a:close/>
                  <a:moveTo>
                    <a:pt x="179082" y="234993"/>
                  </a:moveTo>
                  <a:lnTo>
                    <a:pt x="224003" y="234993"/>
                  </a:lnTo>
                  <a:lnTo>
                    <a:pt x="224003" y="279487"/>
                  </a:lnTo>
                  <a:lnTo>
                    <a:pt x="179082" y="279487"/>
                  </a:lnTo>
                  <a:close/>
                  <a:moveTo>
                    <a:pt x="179329" y="104464"/>
                  </a:moveTo>
                  <a:lnTo>
                    <a:pt x="224256" y="104464"/>
                  </a:lnTo>
                  <a:lnTo>
                    <a:pt x="224256" y="210831"/>
                  </a:lnTo>
                  <a:lnTo>
                    <a:pt x="179329" y="210831"/>
                  </a:lnTo>
                  <a:close/>
                  <a:moveTo>
                    <a:pt x="201017" y="43866"/>
                  </a:moveTo>
                  <a:cubicBezTo>
                    <a:pt x="197747" y="43987"/>
                    <a:pt x="194711" y="45912"/>
                    <a:pt x="193007" y="48698"/>
                  </a:cubicBezTo>
                  <a:cubicBezTo>
                    <a:pt x="185831" y="60432"/>
                    <a:pt x="178922" y="72329"/>
                    <a:pt x="171912" y="84165"/>
                  </a:cubicBezTo>
                  <a:cubicBezTo>
                    <a:pt x="160006" y="104270"/>
                    <a:pt x="148143" y="124401"/>
                    <a:pt x="136194" y="144482"/>
                  </a:cubicBezTo>
                  <a:cubicBezTo>
                    <a:pt x="125475" y="162497"/>
                    <a:pt x="114669" y="180460"/>
                    <a:pt x="103895" y="198442"/>
                  </a:cubicBezTo>
                  <a:cubicBezTo>
                    <a:pt x="93122" y="216423"/>
                    <a:pt x="82306" y="234379"/>
                    <a:pt x="71573" y="252384"/>
                  </a:cubicBezTo>
                  <a:cubicBezTo>
                    <a:pt x="62887" y="266955"/>
                    <a:pt x="54103" y="281475"/>
                    <a:pt x="45746" y="296235"/>
                  </a:cubicBezTo>
                  <a:cubicBezTo>
                    <a:pt x="41817" y="303174"/>
                    <a:pt x="46423" y="310302"/>
                    <a:pt x="54357" y="310303"/>
                  </a:cubicBezTo>
                  <a:cubicBezTo>
                    <a:pt x="152205" y="310321"/>
                    <a:pt x="250053" y="310321"/>
                    <a:pt x="347901" y="310304"/>
                  </a:cubicBezTo>
                  <a:cubicBezTo>
                    <a:pt x="356448" y="310302"/>
                    <a:pt x="360978" y="302753"/>
                    <a:pt x="356772" y="295433"/>
                  </a:cubicBezTo>
                  <a:cubicBezTo>
                    <a:pt x="352386" y="287798"/>
                    <a:pt x="347802" y="280277"/>
                    <a:pt x="343286" y="272718"/>
                  </a:cubicBezTo>
                  <a:cubicBezTo>
                    <a:pt x="333519" y="256369"/>
                    <a:pt x="323766" y="240012"/>
                    <a:pt x="313959" y="223687"/>
                  </a:cubicBezTo>
                  <a:cubicBezTo>
                    <a:pt x="307365" y="212712"/>
                    <a:pt x="300690" y="201785"/>
                    <a:pt x="293911" y="190119"/>
                  </a:cubicBezTo>
                  <a:cubicBezTo>
                    <a:pt x="281821" y="169936"/>
                    <a:pt x="269677" y="149784"/>
                    <a:pt x="257653" y="129560"/>
                  </a:cubicBezTo>
                  <a:cubicBezTo>
                    <a:pt x="241872" y="103016"/>
                    <a:pt x="226238" y="76384"/>
                    <a:pt x="210430" y="49857"/>
                  </a:cubicBezTo>
                  <a:cubicBezTo>
                    <a:pt x="207790" y="45427"/>
                    <a:pt x="204287" y="43744"/>
                    <a:pt x="201017" y="43866"/>
                  </a:cubicBezTo>
                  <a:close/>
                  <a:moveTo>
                    <a:pt x="193220" y="662"/>
                  </a:moveTo>
                  <a:cubicBezTo>
                    <a:pt x="209938" y="-1749"/>
                    <a:pt x="224452" y="2415"/>
                    <a:pt x="237032" y="13325"/>
                  </a:cubicBezTo>
                  <a:cubicBezTo>
                    <a:pt x="247599" y="22490"/>
                    <a:pt x="252871" y="35438"/>
                    <a:pt x="259933" y="47042"/>
                  </a:cubicBezTo>
                  <a:cubicBezTo>
                    <a:pt x="272989" y="68493"/>
                    <a:pt x="285504" y="90272"/>
                    <a:pt x="298371" y="111840"/>
                  </a:cubicBezTo>
                  <a:cubicBezTo>
                    <a:pt x="314105" y="138215"/>
                    <a:pt x="329981" y="164505"/>
                    <a:pt x="345775" y="190845"/>
                  </a:cubicBezTo>
                  <a:cubicBezTo>
                    <a:pt x="357453" y="210321"/>
                    <a:pt x="369157" y="229783"/>
                    <a:pt x="380716" y="249331"/>
                  </a:cubicBezTo>
                  <a:cubicBezTo>
                    <a:pt x="383539" y="254105"/>
                    <a:pt x="385836" y="259189"/>
                    <a:pt x="388465" y="264452"/>
                  </a:cubicBezTo>
                  <a:cubicBezTo>
                    <a:pt x="395352" y="273692"/>
                    <a:pt x="399316" y="283900"/>
                    <a:pt x="402121" y="294633"/>
                  </a:cubicBezTo>
                  <a:cubicBezTo>
                    <a:pt x="402463" y="305708"/>
                    <a:pt x="401729" y="316575"/>
                    <a:pt x="395976" y="326474"/>
                  </a:cubicBezTo>
                  <a:cubicBezTo>
                    <a:pt x="387048" y="341840"/>
                    <a:pt x="374350" y="351761"/>
                    <a:pt x="356228" y="353473"/>
                  </a:cubicBezTo>
                  <a:cubicBezTo>
                    <a:pt x="349131" y="354144"/>
                    <a:pt x="341974" y="354460"/>
                    <a:pt x="334843" y="354465"/>
                  </a:cubicBezTo>
                  <a:cubicBezTo>
                    <a:pt x="241268" y="354529"/>
                    <a:pt x="147692" y="354699"/>
                    <a:pt x="54118" y="354384"/>
                  </a:cubicBezTo>
                  <a:cubicBezTo>
                    <a:pt x="27897" y="354296"/>
                    <a:pt x="8700" y="339259"/>
                    <a:pt x="1711" y="313590"/>
                  </a:cubicBezTo>
                  <a:cubicBezTo>
                    <a:pt x="-2692" y="297416"/>
                    <a:pt x="1802" y="282228"/>
                    <a:pt x="10594" y="268066"/>
                  </a:cubicBezTo>
                  <a:cubicBezTo>
                    <a:pt x="21733" y="250125"/>
                    <a:pt x="32378" y="231878"/>
                    <a:pt x="43276" y="213786"/>
                  </a:cubicBezTo>
                  <a:cubicBezTo>
                    <a:pt x="50784" y="201324"/>
                    <a:pt x="58359" y="188902"/>
                    <a:pt x="66126" y="175827"/>
                  </a:cubicBezTo>
                  <a:cubicBezTo>
                    <a:pt x="70496" y="168176"/>
                    <a:pt x="74643" y="161159"/>
                    <a:pt x="78938" y="153824"/>
                  </a:cubicBezTo>
                  <a:cubicBezTo>
                    <a:pt x="86666" y="140718"/>
                    <a:pt x="94197" y="127899"/>
                    <a:pt x="101839" y="115146"/>
                  </a:cubicBezTo>
                  <a:cubicBezTo>
                    <a:pt x="118695" y="87015"/>
                    <a:pt x="135500" y="58852"/>
                    <a:pt x="152576" y="30855"/>
                  </a:cubicBezTo>
                  <a:cubicBezTo>
                    <a:pt x="156393" y="24598"/>
                    <a:pt x="160522" y="18209"/>
                    <a:pt x="165788" y="13236"/>
                  </a:cubicBezTo>
                  <a:cubicBezTo>
                    <a:pt x="173301" y="6139"/>
                    <a:pt x="182642" y="2188"/>
                    <a:pt x="193220" y="662"/>
                  </a:cubicBezTo>
                  <a:close/>
                </a:path>
              </a:pathLst>
            </a:custGeom>
            <a:solidFill>
              <a:schemeClr val="bg1"/>
            </a:solidFill>
            <a:ln w="6350" cap="flat">
              <a:noFill/>
              <a:prstDash val="solid"/>
              <a:miter/>
            </a:ln>
          </p:spPr>
          <p:txBody>
            <a:bodyPr wrap="square" rtlCol="0" anchor="ctr">
              <a:noAutofit/>
            </a:bodyPr>
            <a:lstStyle/>
            <a:p>
              <a:endParaRPr lang="en-US"/>
            </a:p>
          </p:txBody>
        </p:sp>
        <p:sp>
          <p:nvSpPr>
            <p:cNvPr id="2689" name="Freeform: Shape 2688">
              <a:extLst>
                <a:ext uri="{FF2B5EF4-FFF2-40B4-BE49-F238E27FC236}">
                  <a16:creationId xmlns:a16="http://schemas.microsoft.com/office/drawing/2014/main" id="{7FA0CE79-1F9C-DF98-E94B-D0908160D5B6}"/>
                </a:ext>
                <a:ext uri="{C183D7F6-B498-43B3-948B-1728B52AA6E4}">
                  <adec:decorative xmlns:adec="http://schemas.microsoft.com/office/drawing/2017/decorative" val="1"/>
                </a:ext>
              </a:extLst>
            </p:cNvPr>
            <p:cNvSpPr/>
            <p:nvPr/>
          </p:nvSpPr>
          <p:spPr>
            <a:xfrm>
              <a:off x="7572249" y="5049527"/>
              <a:ext cx="409619" cy="457200"/>
            </a:xfrm>
            <a:custGeom>
              <a:avLst/>
              <a:gdLst>
                <a:gd name="connsiteX0" fmla="*/ 542878 w 899752"/>
                <a:gd name="connsiteY0" fmla="*/ 81792 h 1004267"/>
                <a:gd name="connsiteX1" fmla="*/ 601287 w 899752"/>
                <a:gd name="connsiteY1" fmla="*/ 90220 h 1004267"/>
                <a:gd name="connsiteX2" fmla="*/ 673437 w 899752"/>
                <a:gd name="connsiteY2" fmla="*/ 115899 h 1004267"/>
                <a:gd name="connsiteX3" fmla="*/ 733586 w 899752"/>
                <a:gd name="connsiteY3" fmla="*/ 155836 h 1004267"/>
                <a:gd name="connsiteX4" fmla="*/ 756838 w 899752"/>
                <a:gd name="connsiteY4" fmla="*/ 177242 h 1004267"/>
                <a:gd name="connsiteX5" fmla="*/ 795400 w 899752"/>
                <a:gd name="connsiteY5" fmla="*/ 228094 h 1004267"/>
                <a:gd name="connsiteX6" fmla="*/ 821387 w 899752"/>
                <a:gd name="connsiteY6" fmla="*/ 293027 h 1004267"/>
                <a:gd name="connsiteX7" fmla="*/ 825584 w 899752"/>
                <a:gd name="connsiteY7" fmla="*/ 321505 h 1004267"/>
                <a:gd name="connsiteX8" fmla="*/ 826531 w 899752"/>
                <a:gd name="connsiteY8" fmla="*/ 352200 h 1004267"/>
                <a:gd name="connsiteX9" fmla="*/ 813078 w 899752"/>
                <a:gd name="connsiteY9" fmla="*/ 411183 h 1004267"/>
                <a:gd name="connsiteX10" fmla="*/ 780684 w 899752"/>
                <a:gd name="connsiteY10" fmla="*/ 460679 h 1004267"/>
                <a:gd name="connsiteX11" fmla="*/ 733851 w 899752"/>
                <a:gd name="connsiteY11" fmla="*/ 484989 h 1004267"/>
                <a:gd name="connsiteX12" fmla="*/ 687740 w 899752"/>
                <a:gd name="connsiteY12" fmla="*/ 481170 h 1004267"/>
                <a:gd name="connsiteX13" fmla="*/ 674069 w 899752"/>
                <a:gd name="connsiteY13" fmla="*/ 451013 h 1004267"/>
                <a:gd name="connsiteX14" fmla="*/ 711568 w 899752"/>
                <a:gd name="connsiteY14" fmla="*/ 460727 h 1004267"/>
                <a:gd name="connsiteX15" fmla="*/ 747369 w 899752"/>
                <a:gd name="connsiteY15" fmla="*/ 454791 h 1004267"/>
                <a:gd name="connsiteX16" fmla="*/ 785543 w 899752"/>
                <a:gd name="connsiteY16" fmla="*/ 411977 h 1004267"/>
                <a:gd name="connsiteX17" fmla="*/ 801898 w 899752"/>
                <a:gd name="connsiteY17" fmla="*/ 355413 h 1004267"/>
                <a:gd name="connsiteX18" fmla="*/ 797582 w 899752"/>
                <a:gd name="connsiteY18" fmla="*/ 299049 h 1004267"/>
                <a:gd name="connsiteX19" fmla="*/ 775436 w 899752"/>
                <a:gd name="connsiteY19" fmla="*/ 242848 h 1004267"/>
                <a:gd name="connsiteX20" fmla="*/ 745071 w 899752"/>
                <a:gd name="connsiteY20" fmla="*/ 200975 h 1004267"/>
                <a:gd name="connsiteX21" fmla="*/ 708935 w 899752"/>
                <a:gd name="connsiteY21" fmla="*/ 167720 h 1004267"/>
                <a:gd name="connsiteX22" fmla="*/ 643699 w 899752"/>
                <a:gd name="connsiteY22" fmla="*/ 129009 h 1004267"/>
                <a:gd name="connsiteX23" fmla="*/ 545313 w 899752"/>
                <a:gd name="connsiteY23" fmla="*/ 106172 h 1004267"/>
                <a:gd name="connsiteX24" fmla="*/ 505015 w 899752"/>
                <a:gd name="connsiteY24" fmla="*/ 106157 h 1004267"/>
                <a:gd name="connsiteX25" fmla="*/ 453617 w 899752"/>
                <a:gd name="connsiteY25" fmla="*/ 111160 h 1004267"/>
                <a:gd name="connsiteX26" fmla="*/ 399207 w 899752"/>
                <a:gd name="connsiteY26" fmla="*/ 123569 h 1004267"/>
                <a:gd name="connsiteX27" fmla="*/ 326993 w 899752"/>
                <a:gd name="connsiteY27" fmla="*/ 154467 h 1004267"/>
                <a:gd name="connsiteX28" fmla="*/ 268731 w 899752"/>
                <a:gd name="connsiteY28" fmla="*/ 206844 h 1004267"/>
                <a:gd name="connsiteX29" fmla="*/ 259080 w 899752"/>
                <a:gd name="connsiteY29" fmla="*/ 267298 h 1004267"/>
                <a:gd name="connsiteX30" fmla="*/ 292594 w 899752"/>
                <a:gd name="connsiteY30" fmla="*/ 308291 h 1004267"/>
                <a:gd name="connsiteX31" fmla="*/ 364018 w 899752"/>
                <a:gd name="connsiteY31" fmla="*/ 340692 h 1004267"/>
                <a:gd name="connsiteX32" fmla="*/ 351413 w 899752"/>
                <a:gd name="connsiteY32" fmla="*/ 362044 h 1004267"/>
                <a:gd name="connsiteX33" fmla="*/ 275265 w 899752"/>
                <a:gd name="connsiteY33" fmla="*/ 326153 h 1004267"/>
                <a:gd name="connsiteX34" fmla="*/ 234062 w 899752"/>
                <a:gd name="connsiteY34" fmla="*/ 269031 h 1004267"/>
                <a:gd name="connsiteX35" fmla="*/ 238342 w 899752"/>
                <a:gd name="connsiteY35" fmla="*/ 212372 h 1004267"/>
                <a:gd name="connsiteX36" fmla="*/ 272497 w 899752"/>
                <a:gd name="connsiteY36" fmla="*/ 163991 h 1004267"/>
                <a:gd name="connsiteX37" fmla="*/ 321268 w 899752"/>
                <a:gd name="connsiteY37" fmla="*/ 129340 h 1004267"/>
                <a:gd name="connsiteX38" fmla="*/ 394902 w 899752"/>
                <a:gd name="connsiteY38" fmla="*/ 99206 h 1004267"/>
                <a:gd name="connsiteX39" fmla="*/ 445083 w 899752"/>
                <a:gd name="connsiteY39" fmla="*/ 87544 h 1004267"/>
                <a:gd name="connsiteX40" fmla="*/ 488632 w 899752"/>
                <a:gd name="connsiteY40" fmla="*/ 82595 h 1004267"/>
                <a:gd name="connsiteX41" fmla="*/ 542878 w 899752"/>
                <a:gd name="connsiteY41" fmla="*/ 81792 h 1004267"/>
                <a:gd name="connsiteX42" fmla="*/ 517452 w 899752"/>
                <a:gd name="connsiteY42" fmla="*/ 28 h 1004267"/>
                <a:gd name="connsiteX43" fmla="*/ 563168 w 899752"/>
                <a:gd name="connsiteY43" fmla="*/ 2100 h 1004267"/>
                <a:gd name="connsiteX44" fmla="*/ 623531 w 899752"/>
                <a:gd name="connsiteY44" fmla="*/ 14553 h 1004267"/>
                <a:gd name="connsiteX45" fmla="*/ 706100 w 899752"/>
                <a:gd name="connsiteY45" fmla="*/ 48200 h 1004267"/>
                <a:gd name="connsiteX46" fmla="*/ 770413 w 899752"/>
                <a:gd name="connsiteY46" fmla="*/ 90559 h 1004267"/>
                <a:gd name="connsiteX47" fmla="*/ 805498 w 899752"/>
                <a:gd name="connsiteY47" fmla="*/ 121903 h 1004267"/>
                <a:gd name="connsiteX48" fmla="*/ 856161 w 899752"/>
                <a:gd name="connsiteY48" fmla="*/ 188340 h 1004267"/>
                <a:gd name="connsiteX49" fmla="*/ 884812 w 899752"/>
                <a:gd name="connsiteY49" fmla="*/ 253808 h 1004267"/>
                <a:gd name="connsiteX50" fmla="*/ 896387 w 899752"/>
                <a:gd name="connsiteY50" fmla="*/ 307482 h 1004267"/>
                <a:gd name="connsiteX51" fmla="*/ 899250 w 899752"/>
                <a:gd name="connsiteY51" fmla="*/ 344153 h 1004267"/>
                <a:gd name="connsiteX52" fmla="*/ 899161 w 899752"/>
                <a:gd name="connsiteY52" fmla="*/ 383488 h 1004267"/>
                <a:gd name="connsiteX53" fmla="*/ 893540 w 899752"/>
                <a:gd name="connsiteY53" fmla="*/ 426876 h 1004267"/>
                <a:gd name="connsiteX54" fmla="*/ 876722 w 899752"/>
                <a:gd name="connsiteY54" fmla="*/ 489977 h 1004267"/>
                <a:gd name="connsiteX55" fmla="*/ 860901 w 899752"/>
                <a:gd name="connsiteY55" fmla="*/ 528326 h 1004267"/>
                <a:gd name="connsiteX56" fmla="*/ 828933 w 899752"/>
                <a:gd name="connsiteY56" fmla="*/ 590464 h 1004267"/>
                <a:gd name="connsiteX57" fmla="*/ 806445 w 899752"/>
                <a:gd name="connsiteY57" fmla="*/ 634852 h 1004267"/>
                <a:gd name="connsiteX58" fmla="*/ 796173 w 899752"/>
                <a:gd name="connsiteY58" fmla="*/ 675425 h 1004267"/>
                <a:gd name="connsiteX59" fmla="*/ 795282 w 899752"/>
                <a:gd name="connsiteY59" fmla="*/ 718424 h 1004267"/>
                <a:gd name="connsiteX60" fmla="*/ 794352 w 899752"/>
                <a:gd name="connsiteY60" fmla="*/ 795305 h 1004267"/>
                <a:gd name="connsiteX61" fmla="*/ 795289 w 899752"/>
                <a:gd name="connsiteY61" fmla="*/ 894282 h 1004267"/>
                <a:gd name="connsiteX62" fmla="*/ 795453 w 899752"/>
                <a:gd name="connsiteY62" fmla="*/ 907753 h 1004267"/>
                <a:gd name="connsiteX63" fmla="*/ 751051 w 899752"/>
                <a:gd name="connsiteY63" fmla="*/ 907753 h 1004267"/>
                <a:gd name="connsiteX64" fmla="*/ 751057 w 899752"/>
                <a:gd name="connsiteY64" fmla="*/ 883682 h 1004267"/>
                <a:gd name="connsiteX65" fmla="*/ 750213 w 899752"/>
                <a:gd name="connsiteY65" fmla="*/ 686990 h 1004267"/>
                <a:gd name="connsiteX66" fmla="*/ 766743 w 899752"/>
                <a:gd name="connsiteY66" fmla="*/ 613182 h 1004267"/>
                <a:gd name="connsiteX67" fmla="*/ 808877 w 899752"/>
                <a:gd name="connsiteY67" fmla="*/ 532083 h 1004267"/>
                <a:gd name="connsiteX68" fmla="*/ 833415 w 899752"/>
                <a:gd name="connsiteY68" fmla="*/ 477136 h 1004267"/>
                <a:gd name="connsiteX69" fmla="*/ 850069 w 899752"/>
                <a:gd name="connsiteY69" fmla="*/ 416482 h 1004267"/>
                <a:gd name="connsiteX70" fmla="*/ 853135 w 899752"/>
                <a:gd name="connsiteY70" fmla="*/ 389175 h 1004267"/>
                <a:gd name="connsiteX71" fmla="*/ 854987 w 899752"/>
                <a:gd name="connsiteY71" fmla="*/ 347872 h 1004267"/>
                <a:gd name="connsiteX72" fmla="*/ 832495 w 899752"/>
                <a:gd name="connsiteY72" fmla="*/ 241988 h 1004267"/>
                <a:gd name="connsiteX73" fmla="*/ 793574 w 899752"/>
                <a:gd name="connsiteY73" fmla="*/ 176934 h 1004267"/>
                <a:gd name="connsiteX74" fmla="*/ 753603 w 899752"/>
                <a:gd name="connsiteY74" fmla="*/ 135697 h 1004267"/>
                <a:gd name="connsiteX75" fmla="*/ 702177 w 899752"/>
                <a:gd name="connsiteY75" fmla="*/ 97982 h 1004267"/>
                <a:gd name="connsiteX76" fmla="*/ 640322 w 899752"/>
                <a:gd name="connsiteY76" fmla="*/ 67900 h 1004267"/>
                <a:gd name="connsiteX77" fmla="*/ 594863 w 899752"/>
                <a:gd name="connsiteY77" fmla="*/ 53648 h 1004267"/>
                <a:gd name="connsiteX78" fmla="*/ 557085 w 899752"/>
                <a:gd name="connsiteY78" fmla="*/ 47282 h 1004267"/>
                <a:gd name="connsiteX79" fmla="*/ 504990 w 899752"/>
                <a:gd name="connsiteY79" fmla="*/ 45334 h 1004267"/>
                <a:gd name="connsiteX80" fmla="*/ 459190 w 899752"/>
                <a:gd name="connsiteY80" fmla="*/ 48998 h 1004267"/>
                <a:gd name="connsiteX81" fmla="*/ 395713 w 899752"/>
                <a:gd name="connsiteY81" fmla="*/ 60987 h 1004267"/>
                <a:gd name="connsiteX82" fmla="*/ 345276 w 899752"/>
                <a:gd name="connsiteY82" fmla="*/ 78392 h 1004267"/>
                <a:gd name="connsiteX83" fmla="*/ 281925 w 899752"/>
                <a:gd name="connsiteY83" fmla="*/ 112916 h 1004267"/>
                <a:gd name="connsiteX84" fmla="*/ 248476 w 899752"/>
                <a:gd name="connsiteY84" fmla="*/ 138795 h 1004267"/>
                <a:gd name="connsiteX85" fmla="*/ 229717 w 899752"/>
                <a:gd name="connsiteY85" fmla="*/ 155666 h 1004267"/>
                <a:gd name="connsiteX86" fmla="*/ 198305 w 899752"/>
                <a:gd name="connsiteY86" fmla="*/ 191856 h 1004267"/>
                <a:gd name="connsiteX87" fmla="*/ 166205 w 899752"/>
                <a:gd name="connsiteY87" fmla="*/ 238901 h 1004267"/>
                <a:gd name="connsiteX88" fmla="*/ 134929 w 899752"/>
                <a:gd name="connsiteY88" fmla="*/ 308280 h 1004267"/>
                <a:gd name="connsiteX89" fmla="*/ 130447 w 899752"/>
                <a:gd name="connsiteY89" fmla="*/ 338202 h 1004267"/>
                <a:gd name="connsiteX90" fmla="*/ 126556 w 899752"/>
                <a:gd name="connsiteY90" fmla="*/ 372206 h 1004267"/>
                <a:gd name="connsiteX91" fmla="*/ 125523 w 899752"/>
                <a:gd name="connsiteY91" fmla="*/ 386231 h 1004267"/>
                <a:gd name="connsiteX92" fmla="*/ 124524 w 899752"/>
                <a:gd name="connsiteY92" fmla="*/ 411554 h 1004267"/>
                <a:gd name="connsiteX93" fmla="*/ 123557 w 899752"/>
                <a:gd name="connsiteY93" fmla="*/ 443752 h 1004267"/>
                <a:gd name="connsiteX94" fmla="*/ 123588 w 899752"/>
                <a:gd name="connsiteY94" fmla="*/ 460983 h 1004267"/>
                <a:gd name="connsiteX95" fmla="*/ 113562 w 899752"/>
                <a:gd name="connsiteY95" fmla="*/ 505051 h 1004267"/>
                <a:gd name="connsiteX96" fmla="*/ 72152 w 899752"/>
                <a:gd name="connsiteY96" fmla="*/ 579372 h 1004267"/>
                <a:gd name="connsiteX97" fmla="*/ 46705 w 899752"/>
                <a:gd name="connsiteY97" fmla="*/ 630666 h 1004267"/>
                <a:gd name="connsiteX98" fmla="*/ 49854 w 899752"/>
                <a:gd name="connsiteY98" fmla="*/ 636776 h 1004267"/>
                <a:gd name="connsiteX99" fmla="*/ 78293 w 899752"/>
                <a:gd name="connsiteY99" fmla="*/ 641047 h 1004267"/>
                <a:gd name="connsiteX100" fmla="*/ 140435 w 899752"/>
                <a:gd name="connsiteY100" fmla="*/ 642155 h 1004267"/>
                <a:gd name="connsiteX101" fmla="*/ 153478 w 899752"/>
                <a:gd name="connsiteY101" fmla="*/ 641303 h 1004267"/>
                <a:gd name="connsiteX102" fmla="*/ 174661 w 899752"/>
                <a:gd name="connsiteY102" fmla="*/ 662740 h 1004267"/>
                <a:gd name="connsiteX103" fmla="*/ 174596 w 899752"/>
                <a:gd name="connsiteY103" fmla="*/ 679922 h 1004267"/>
                <a:gd name="connsiteX104" fmla="*/ 173703 w 899752"/>
                <a:gd name="connsiteY104" fmla="*/ 836350 h 1004267"/>
                <a:gd name="connsiteX105" fmla="*/ 202339 w 899752"/>
                <a:gd name="connsiteY105" fmla="*/ 876844 h 1004267"/>
                <a:gd name="connsiteX106" fmla="*/ 246043 w 899752"/>
                <a:gd name="connsiteY106" fmla="*/ 884789 h 1004267"/>
                <a:gd name="connsiteX107" fmla="*/ 282442 w 899752"/>
                <a:gd name="connsiteY107" fmla="*/ 884653 h 1004267"/>
                <a:gd name="connsiteX108" fmla="*/ 328259 w 899752"/>
                <a:gd name="connsiteY108" fmla="*/ 881043 h 1004267"/>
                <a:gd name="connsiteX109" fmla="*/ 380977 w 899752"/>
                <a:gd name="connsiteY109" fmla="*/ 887694 h 1004267"/>
                <a:gd name="connsiteX110" fmla="*/ 415146 w 899752"/>
                <a:gd name="connsiteY110" fmla="*/ 921919 h 1004267"/>
                <a:gd name="connsiteX111" fmla="*/ 431910 w 899752"/>
                <a:gd name="connsiteY111" fmla="*/ 978406 h 1004267"/>
                <a:gd name="connsiteX112" fmla="*/ 434541 w 899752"/>
                <a:gd name="connsiteY112" fmla="*/ 1004267 h 1004267"/>
                <a:gd name="connsiteX113" fmla="*/ 389143 w 899752"/>
                <a:gd name="connsiteY113" fmla="*/ 1004267 h 1004267"/>
                <a:gd name="connsiteX114" fmla="*/ 387670 w 899752"/>
                <a:gd name="connsiteY114" fmla="*/ 986046 h 1004267"/>
                <a:gd name="connsiteX115" fmla="*/ 370375 w 899752"/>
                <a:gd name="connsiteY115" fmla="*/ 936024 h 1004267"/>
                <a:gd name="connsiteX116" fmla="*/ 342045 w 899752"/>
                <a:gd name="connsiteY116" fmla="*/ 925755 h 1004267"/>
                <a:gd name="connsiteX117" fmla="*/ 337182 w 899752"/>
                <a:gd name="connsiteY117" fmla="*/ 926026 h 1004267"/>
                <a:gd name="connsiteX118" fmla="*/ 286255 w 899752"/>
                <a:gd name="connsiteY118" fmla="*/ 928912 h 1004267"/>
                <a:gd name="connsiteX119" fmla="*/ 236396 w 899752"/>
                <a:gd name="connsiteY119" fmla="*/ 929693 h 1004267"/>
                <a:gd name="connsiteX120" fmla="*/ 183795 w 899752"/>
                <a:gd name="connsiteY120" fmla="*/ 918145 h 1004267"/>
                <a:gd name="connsiteX121" fmla="*/ 141412 w 899752"/>
                <a:gd name="connsiteY121" fmla="*/ 882334 h 1004267"/>
                <a:gd name="connsiteX122" fmla="*/ 129353 w 899752"/>
                <a:gd name="connsiteY122" fmla="*/ 842992 h 1004267"/>
                <a:gd name="connsiteX123" fmla="*/ 128512 w 899752"/>
                <a:gd name="connsiteY123" fmla="*/ 746961 h 1004267"/>
                <a:gd name="connsiteX124" fmla="*/ 129418 w 899752"/>
                <a:gd name="connsiteY124" fmla="*/ 690212 h 1004267"/>
                <a:gd name="connsiteX125" fmla="*/ 129287 w 899752"/>
                <a:gd name="connsiteY125" fmla="*/ 687383 h 1004267"/>
                <a:gd name="connsiteX126" fmla="*/ 90423 w 899752"/>
                <a:gd name="connsiteY126" fmla="*/ 687244 h 1004267"/>
                <a:gd name="connsiteX127" fmla="*/ 28920 w 899752"/>
                <a:gd name="connsiteY127" fmla="*/ 677526 h 1004267"/>
                <a:gd name="connsiteX128" fmla="*/ 1439 w 899752"/>
                <a:gd name="connsiteY128" fmla="*/ 650354 h 1004267"/>
                <a:gd name="connsiteX129" fmla="*/ 2427 w 899752"/>
                <a:gd name="connsiteY129" fmla="*/ 621413 h 1004267"/>
                <a:gd name="connsiteX130" fmla="*/ 32004 w 899752"/>
                <a:gd name="connsiteY130" fmla="*/ 558474 h 1004267"/>
                <a:gd name="connsiteX131" fmla="*/ 60971 w 899752"/>
                <a:gd name="connsiteY131" fmla="*/ 508949 h 1004267"/>
                <a:gd name="connsiteX132" fmla="*/ 77705 w 899752"/>
                <a:gd name="connsiteY132" fmla="*/ 470545 h 1004267"/>
                <a:gd name="connsiteX133" fmla="*/ 78330 w 899752"/>
                <a:gd name="connsiteY133" fmla="*/ 465795 h 1004267"/>
                <a:gd name="connsiteX134" fmla="*/ 78393 w 899752"/>
                <a:gd name="connsiteY134" fmla="*/ 436334 h 1004267"/>
                <a:gd name="connsiteX135" fmla="*/ 79398 w 899752"/>
                <a:gd name="connsiteY135" fmla="*/ 403157 h 1004267"/>
                <a:gd name="connsiteX136" fmla="*/ 82390 w 899752"/>
                <a:gd name="connsiteY136" fmla="*/ 361569 h 1004267"/>
                <a:gd name="connsiteX137" fmla="*/ 94170 w 899752"/>
                <a:gd name="connsiteY137" fmla="*/ 284734 h 1004267"/>
                <a:gd name="connsiteX138" fmla="*/ 101788 w 899752"/>
                <a:gd name="connsiteY138" fmla="*/ 264715 h 1004267"/>
                <a:gd name="connsiteX139" fmla="*/ 146428 w 899752"/>
                <a:gd name="connsiteY139" fmla="*/ 185139 h 1004267"/>
                <a:gd name="connsiteX140" fmla="*/ 176534 w 899752"/>
                <a:gd name="connsiteY140" fmla="*/ 146976 h 1004267"/>
                <a:gd name="connsiteX141" fmla="*/ 205186 w 899752"/>
                <a:gd name="connsiteY141" fmla="*/ 116394 h 1004267"/>
                <a:gd name="connsiteX142" fmla="*/ 272731 w 899752"/>
                <a:gd name="connsiteY142" fmla="*/ 64764 h 1004267"/>
                <a:gd name="connsiteX143" fmla="*/ 345850 w 899752"/>
                <a:gd name="connsiteY143" fmla="*/ 29534 h 1004267"/>
                <a:gd name="connsiteX144" fmla="*/ 395530 w 899752"/>
                <a:gd name="connsiteY144" fmla="*/ 14415 h 1004267"/>
                <a:gd name="connsiteX145" fmla="*/ 440687 w 899752"/>
                <a:gd name="connsiteY145" fmla="*/ 5957 h 1004267"/>
                <a:gd name="connsiteX146" fmla="*/ 480068 w 899752"/>
                <a:gd name="connsiteY146" fmla="*/ 1924 h 1004267"/>
                <a:gd name="connsiteX147" fmla="*/ 495568 w 899752"/>
                <a:gd name="connsiteY147" fmla="*/ 935 h 1004267"/>
                <a:gd name="connsiteX148" fmla="*/ 517452 w 899752"/>
                <a:gd name="connsiteY148" fmla="*/ 28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899752" h="1004267">
                  <a:moveTo>
                    <a:pt x="542878" y="81792"/>
                  </a:moveTo>
                  <a:cubicBezTo>
                    <a:pt x="562454" y="83175"/>
                    <a:pt x="581944" y="86655"/>
                    <a:pt x="601287" y="90220"/>
                  </a:cubicBezTo>
                  <a:cubicBezTo>
                    <a:pt x="626640" y="94893"/>
                    <a:pt x="650615" y="104018"/>
                    <a:pt x="673437" y="115899"/>
                  </a:cubicBezTo>
                  <a:cubicBezTo>
                    <a:pt x="694872" y="127059"/>
                    <a:pt x="715378" y="139771"/>
                    <a:pt x="733586" y="155836"/>
                  </a:cubicBezTo>
                  <a:cubicBezTo>
                    <a:pt x="741486" y="162807"/>
                    <a:pt x="749541" y="169669"/>
                    <a:pt x="756838" y="177242"/>
                  </a:cubicBezTo>
                  <a:cubicBezTo>
                    <a:pt x="771677" y="192641"/>
                    <a:pt x="784629" y="209507"/>
                    <a:pt x="795400" y="228094"/>
                  </a:cubicBezTo>
                  <a:cubicBezTo>
                    <a:pt x="807237" y="248521"/>
                    <a:pt x="816014" y="270119"/>
                    <a:pt x="821387" y="293027"/>
                  </a:cubicBezTo>
                  <a:cubicBezTo>
                    <a:pt x="823572" y="302342"/>
                    <a:pt x="824765" y="311956"/>
                    <a:pt x="825584" y="321505"/>
                  </a:cubicBezTo>
                  <a:cubicBezTo>
                    <a:pt x="826460" y="331696"/>
                    <a:pt x="827106" y="342013"/>
                    <a:pt x="826531" y="352200"/>
                  </a:cubicBezTo>
                  <a:cubicBezTo>
                    <a:pt x="825385" y="372548"/>
                    <a:pt x="821011" y="392244"/>
                    <a:pt x="813078" y="411183"/>
                  </a:cubicBezTo>
                  <a:cubicBezTo>
                    <a:pt x="805303" y="429744"/>
                    <a:pt x="794790" y="446466"/>
                    <a:pt x="780684" y="460679"/>
                  </a:cubicBezTo>
                  <a:cubicBezTo>
                    <a:pt x="767794" y="473668"/>
                    <a:pt x="752128" y="482200"/>
                    <a:pt x="733851" y="484989"/>
                  </a:cubicBezTo>
                  <a:cubicBezTo>
                    <a:pt x="718376" y="487350"/>
                    <a:pt x="703132" y="485312"/>
                    <a:pt x="687740" y="481170"/>
                  </a:cubicBezTo>
                  <a:cubicBezTo>
                    <a:pt x="684542" y="470449"/>
                    <a:pt x="680578" y="460242"/>
                    <a:pt x="674069" y="451013"/>
                  </a:cubicBezTo>
                  <a:cubicBezTo>
                    <a:pt x="686751" y="454097"/>
                    <a:pt x="699025" y="458040"/>
                    <a:pt x="711568" y="460727"/>
                  </a:cubicBezTo>
                  <a:cubicBezTo>
                    <a:pt x="724039" y="463398"/>
                    <a:pt x="736221" y="460866"/>
                    <a:pt x="747369" y="454791"/>
                  </a:cubicBezTo>
                  <a:cubicBezTo>
                    <a:pt x="765133" y="445111"/>
                    <a:pt x="776279" y="429352"/>
                    <a:pt x="785543" y="411977"/>
                  </a:cubicBezTo>
                  <a:cubicBezTo>
                    <a:pt x="794985" y="394266"/>
                    <a:pt x="800497" y="375241"/>
                    <a:pt x="801898" y="355413"/>
                  </a:cubicBezTo>
                  <a:cubicBezTo>
                    <a:pt x="803231" y="336557"/>
                    <a:pt x="802202" y="317661"/>
                    <a:pt x="797582" y="299049"/>
                  </a:cubicBezTo>
                  <a:cubicBezTo>
                    <a:pt x="792676" y="279283"/>
                    <a:pt x="785399" y="260590"/>
                    <a:pt x="775436" y="242848"/>
                  </a:cubicBezTo>
                  <a:cubicBezTo>
                    <a:pt x="766925" y="227693"/>
                    <a:pt x="757080" y="213422"/>
                    <a:pt x="745071" y="200975"/>
                  </a:cubicBezTo>
                  <a:cubicBezTo>
                    <a:pt x="733721" y="189210"/>
                    <a:pt x="721588" y="178075"/>
                    <a:pt x="708935" y="167720"/>
                  </a:cubicBezTo>
                  <a:cubicBezTo>
                    <a:pt x="689209" y="151576"/>
                    <a:pt x="667057" y="139063"/>
                    <a:pt x="643699" y="129009"/>
                  </a:cubicBezTo>
                  <a:cubicBezTo>
                    <a:pt x="612345" y="115515"/>
                    <a:pt x="579220" y="108738"/>
                    <a:pt x="545313" y="106172"/>
                  </a:cubicBezTo>
                  <a:cubicBezTo>
                    <a:pt x="531950" y="105160"/>
                    <a:pt x="518410" y="105381"/>
                    <a:pt x="505015" y="106157"/>
                  </a:cubicBezTo>
                  <a:cubicBezTo>
                    <a:pt x="487834" y="107152"/>
                    <a:pt x="470563" y="108339"/>
                    <a:pt x="453617" y="111160"/>
                  </a:cubicBezTo>
                  <a:cubicBezTo>
                    <a:pt x="435293" y="114210"/>
                    <a:pt x="417105" y="118548"/>
                    <a:pt x="399207" y="123569"/>
                  </a:cubicBezTo>
                  <a:cubicBezTo>
                    <a:pt x="373854" y="130682"/>
                    <a:pt x="349693" y="140937"/>
                    <a:pt x="326993" y="154467"/>
                  </a:cubicBezTo>
                  <a:cubicBezTo>
                    <a:pt x="304114" y="168102"/>
                    <a:pt x="283317" y="184035"/>
                    <a:pt x="268731" y="206844"/>
                  </a:cubicBezTo>
                  <a:cubicBezTo>
                    <a:pt x="256758" y="225566"/>
                    <a:pt x="252263" y="245612"/>
                    <a:pt x="259080" y="267298"/>
                  </a:cubicBezTo>
                  <a:cubicBezTo>
                    <a:pt x="264759" y="285367"/>
                    <a:pt x="277586" y="297833"/>
                    <a:pt x="292594" y="308291"/>
                  </a:cubicBezTo>
                  <a:cubicBezTo>
                    <a:pt x="314384" y="323476"/>
                    <a:pt x="338850" y="332887"/>
                    <a:pt x="364018" y="340692"/>
                  </a:cubicBezTo>
                  <a:cubicBezTo>
                    <a:pt x="359870" y="347708"/>
                    <a:pt x="355723" y="354725"/>
                    <a:pt x="351413" y="362044"/>
                  </a:cubicBezTo>
                  <a:cubicBezTo>
                    <a:pt x="324256" y="353781"/>
                    <a:pt x="298354" y="342955"/>
                    <a:pt x="275265" y="326153"/>
                  </a:cubicBezTo>
                  <a:cubicBezTo>
                    <a:pt x="255260" y="311595"/>
                    <a:pt x="239995" y="293608"/>
                    <a:pt x="234062" y="269031"/>
                  </a:cubicBezTo>
                  <a:cubicBezTo>
                    <a:pt x="229410" y="249761"/>
                    <a:pt x="231101" y="230867"/>
                    <a:pt x="238342" y="212372"/>
                  </a:cubicBezTo>
                  <a:cubicBezTo>
                    <a:pt x="245767" y="193405"/>
                    <a:pt x="257768" y="177601"/>
                    <a:pt x="272497" y="163991"/>
                  </a:cubicBezTo>
                  <a:cubicBezTo>
                    <a:pt x="287206" y="150399"/>
                    <a:pt x="303640" y="139087"/>
                    <a:pt x="321268" y="129340"/>
                  </a:cubicBezTo>
                  <a:cubicBezTo>
                    <a:pt x="344687" y="116391"/>
                    <a:pt x="369273" y="106456"/>
                    <a:pt x="394902" y="99206"/>
                  </a:cubicBezTo>
                  <a:cubicBezTo>
                    <a:pt x="411414" y="94534"/>
                    <a:pt x="428201" y="90603"/>
                    <a:pt x="445083" y="87544"/>
                  </a:cubicBezTo>
                  <a:cubicBezTo>
                    <a:pt x="459434" y="84944"/>
                    <a:pt x="474061" y="83416"/>
                    <a:pt x="488632" y="82595"/>
                  </a:cubicBezTo>
                  <a:cubicBezTo>
                    <a:pt x="506686" y="81578"/>
                    <a:pt x="524897" y="80521"/>
                    <a:pt x="542878" y="81792"/>
                  </a:cubicBezTo>
                  <a:close/>
                  <a:moveTo>
                    <a:pt x="517452" y="28"/>
                  </a:moveTo>
                  <a:cubicBezTo>
                    <a:pt x="532704" y="398"/>
                    <a:pt x="548028" y="472"/>
                    <a:pt x="563168" y="2100"/>
                  </a:cubicBezTo>
                  <a:cubicBezTo>
                    <a:pt x="583626" y="4300"/>
                    <a:pt x="603719" y="8742"/>
                    <a:pt x="623531" y="14553"/>
                  </a:cubicBezTo>
                  <a:cubicBezTo>
                    <a:pt x="652226" y="22968"/>
                    <a:pt x="679753" y="34207"/>
                    <a:pt x="706100" y="48200"/>
                  </a:cubicBezTo>
                  <a:cubicBezTo>
                    <a:pt x="728834" y="60274"/>
                    <a:pt x="750735" y="73811"/>
                    <a:pt x="770413" y="90559"/>
                  </a:cubicBezTo>
                  <a:cubicBezTo>
                    <a:pt x="782356" y="100725"/>
                    <a:pt x="794513" y="110753"/>
                    <a:pt x="805498" y="121903"/>
                  </a:cubicBezTo>
                  <a:cubicBezTo>
                    <a:pt x="825151" y="141852"/>
                    <a:pt x="842140" y="163989"/>
                    <a:pt x="856161" y="188340"/>
                  </a:cubicBezTo>
                  <a:cubicBezTo>
                    <a:pt x="868127" y="209123"/>
                    <a:pt x="877800" y="230869"/>
                    <a:pt x="884812" y="253808"/>
                  </a:cubicBezTo>
                  <a:cubicBezTo>
                    <a:pt x="890183" y="271378"/>
                    <a:pt x="894631" y="289151"/>
                    <a:pt x="896387" y="307482"/>
                  </a:cubicBezTo>
                  <a:cubicBezTo>
                    <a:pt x="897556" y="319687"/>
                    <a:pt x="898790" y="331910"/>
                    <a:pt x="899250" y="344153"/>
                  </a:cubicBezTo>
                  <a:cubicBezTo>
                    <a:pt x="899743" y="357253"/>
                    <a:pt x="900113" y="370439"/>
                    <a:pt x="899161" y="383488"/>
                  </a:cubicBezTo>
                  <a:cubicBezTo>
                    <a:pt x="898101" y="398010"/>
                    <a:pt x="895554" y="412428"/>
                    <a:pt x="893540" y="426876"/>
                  </a:cubicBezTo>
                  <a:cubicBezTo>
                    <a:pt x="890512" y="448590"/>
                    <a:pt x="884252" y="469485"/>
                    <a:pt x="876722" y="489977"/>
                  </a:cubicBezTo>
                  <a:cubicBezTo>
                    <a:pt x="871954" y="502952"/>
                    <a:pt x="866939" y="515911"/>
                    <a:pt x="860901" y="528326"/>
                  </a:cubicBezTo>
                  <a:cubicBezTo>
                    <a:pt x="850716" y="549268"/>
                    <a:pt x="839602" y="569757"/>
                    <a:pt x="828933" y="590464"/>
                  </a:cubicBezTo>
                  <a:cubicBezTo>
                    <a:pt x="821335" y="605211"/>
                    <a:pt x="813280" y="619757"/>
                    <a:pt x="806445" y="634852"/>
                  </a:cubicBezTo>
                  <a:cubicBezTo>
                    <a:pt x="800658" y="647631"/>
                    <a:pt x="796171" y="660969"/>
                    <a:pt x="796173" y="675425"/>
                  </a:cubicBezTo>
                  <a:cubicBezTo>
                    <a:pt x="796174" y="689758"/>
                    <a:pt x="795503" y="704089"/>
                    <a:pt x="795282" y="718424"/>
                  </a:cubicBezTo>
                  <a:cubicBezTo>
                    <a:pt x="794886" y="744050"/>
                    <a:pt x="794324" y="769678"/>
                    <a:pt x="794352" y="795305"/>
                  </a:cubicBezTo>
                  <a:cubicBezTo>
                    <a:pt x="794388" y="828298"/>
                    <a:pt x="794881" y="861291"/>
                    <a:pt x="795289" y="894282"/>
                  </a:cubicBezTo>
                  <a:lnTo>
                    <a:pt x="795453" y="907753"/>
                  </a:lnTo>
                  <a:lnTo>
                    <a:pt x="751051" y="907753"/>
                  </a:lnTo>
                  <a:lnTo>
                    <a:pt x="751057" y="883682"/>
                  </a:lnTo>
                  <a:cubicBezTo>
                    <a:pt x="750763" y="818118"/>
                    <a:pt x="750166" y="752554"/>
                    <a:pt x="750213" y="686990"/>
                  </a:cubicBezTo>
                  <a:cubicBezTo>
                    <a:pt x="750232" y="661309"/>
                    <a:pt x="754924" y="636302"/>
                    <a:pt x="766743" y="613182"/>
                  </a:cubicBezTo>
                  <a:cubicBezTo>
                    <a:pt x="780609" y="586057"/>
                    <a:pt x="795313" y="559355"/>
                    <a:pt x="808877" y="532083"/>
                  </a:cubicBezTo>
                  <a:cubicBezTo>
                    <a:pt x="817803" y="514136"/>
                    <a:pt x="825767" y="495675"/>
                    <a:pt x="833415" y="477136"/>
                  </a:cubicBezTo>
                  <a:cubicBezTo>
                    <a:pt x="841449" y="457661"/>
                    <a:pt x="846004" y="437086"/>
                    <a:pt x="850069" y="416482"/>
                  </a:cubicBezTo>
                  <a:cubicBezTo>
                    <a:pt x="851836" y="407524"/>
                    <a:pt x="852516" y="398311"/>
                    <a:pt x="853135" y="389175"/>
                  </a:cubicBezTo>
                  <a:cubicBezTo>
                    <a:pt x="854068" y="375423"/>
                    <a:pt x="855456" y="361605"/>
                    <a:pt x="854987" y="347872"/>
                  </a:cubicBezTo>
                  <a:cubicBezTo>
                    <a:pt x="853736" y="311326"/>
                    <a:pt x="846881" y="275852"/>
                    <a:pt x="832495" y="241988"/>
                  </a:cubicBezTo>
                  <a:cubicBezTo>
                    <a:pt x="822506" y="218478"/>
                    <a:pt x="809787" y="196491"/>
                    <a:pt x="793574" y="176934"/>
                  </a:cubicBezTo>
                  <a:cubicBezTo>
                    <a:pt x="781390" y="162238"/>
                    <a:pt x="767369" y="149001"/>
                    <a:pt x="753603" y="135697"/>
                  </a:cubicBezTo>
                  <a:cubicBezTo>
                    <a:pt x="738220" y="120830"/>
                    <a:pt x="720378" y="109067"/>
                    <a:pt x="702177" y="97982"/>
                  </a:cubicBezTo>
                  <a:cubicBezTo>
                    <a:pt x="682532" y="86016"/>
                    <a:pt x="661906" y="75835"/>
                    <a:pt x="640322" y="67900"/>
                  </a:cubicBezTo>
                  <a:cubicBezTo>
                    <a:pt x="625428" y="62424"/>
                    <a:pt x="610234" y="57561"/>
                    <a:pt x="594863" y="53648"/>
                  </a:cubicBezTo>
                  <a:cubicBezTo>
                    <a:pt x="582519" y="50505"/>
                    <a:pt x="569778" y="48362"/>
                    <a:pt x="557085" y="47282"/>
                  </a:cubicBezTo>
                  <a:cubicBezTo>
                    <a:pt x="539783" y="45810"/>
                    <a:pt x="522346" y="45045"/>
                    <a:pt x="504990" y="45334"/>
                  </a:cubicBezTo>
                  <a:cubicBezTo>
                    <a:pt x="489708" y="45588"/>
                    <a:pt x="474458" y="47728"/>
                    <a:pt x="459190" y="48998"/>
                  </a:cubicBezTo>
                  <a:cubicBezTo>
                    <a:pt x="437614" y="50794"/>
                    <a:pt x="416416" y="54900"/>
                    <a:pt x="395713" y="60987"/>
                  </a:cubicBezTo>
                  <a:cubicBezTo>
                    <a:pt x="378662" y="66000"/>
                    <a:pt x="361731" y="71697"/>
                    <a:pt x="345276" y="78392"/>
                  </a:cubicBezTo>
                  <a:cubicBezTo>
                    <a:pt x="322926" y="87486"/>
                    <a:pt x="301575" y="98786"/>
                    <a:pt x="281925" y="112916"/>
                  </a:cubicBezTo>
                  <a:cubicBezTo>
                    <a:pt x="270485" y="121142"/>
                    <a:pt x="259444" y="129941"/>
                    <a:pt x="248476" y="138795"/>
                  </a:cubicBezTo>
                  <a:cubicBezTo>
                    <a:pt x="241936" y="144075"/>
                    <a:pt x="235408" y="149517"/>
                    <a:pt x="229717" y="155666"/>
                  </a:cubicBezTo>
                  <a:cubicBezTo>
                    <a:pt x="218868" y="167389"/>
                    <a:pt x="207933" y="179149"/>
                    <a:pt x="198305" y="191856"/>
                  </a:cubicBezTo>
                  <a:cubicBezTo>
                    <a:pt x="186849" y="206974"/>
                    <a:pt x="176030" y="222680"/>
                    <a:pt x="166205" y="238901"/>
                  </a:cubicBezTo>
                  <a:cubicBezTo>
                    <a:pt x="153007" y="260689"/>
                    <a:pt x="140195" y="282887"/>
                    <a:pt x="134929" y="308280"/>
                  </a:cubicBezTo>
                  <a:cubicBezTo>
                    <a:pt x="132884" y="318140"/>
                    <a:pt x="131738" y="328199"/>
                    <a:pt x="130447" y="338202"/>
                  </a:cubicBezTo>
                  <a:cubicBezTo>
                    <a:pt x="128986" y="349516"/>
                    <a:pt x="127769" y="360862"/>
                    <a:pt x="126556" y="372206"/>
                  </a:cubicBezTo>
                  <a:cubicBezTo>
                    <a:pt x="126057" y="376865"/>
                    <a:pt x="125747" y="381550"/>
                    <a:pt x="125523" y="386231"/>
                  </a:cubicBezTo>
                  <a:cubicBezTo>
                    <a:pt x="125119" y="394669"/>
                    <a:pt x="124810" y="403111"/>
                    <a:pt x="124524" y="411554"/>
                  </a:cubicBezTo>
                  <a:cubicBezTo>
                    <a:pt x="124161" y="422285"/>
                    <a:pt x="123803" y="433017"/>
                    <a:pt x="123557" y="443752"/>
                  </a:cubicBezTo>
                  <a:cubicBezTo>
                    <a:pt x="123425" y="449493"/>
                    <a:pt x="123247" y="455258"/>
                    <a:pt x="123588" y="460983"/>
                  </a:cubicBezTo>
                  <a:cubicBezTo>
                    <a:pt x="124523" y="476677"/>
                    <a:pt x="119634" y="491064"/>
                    <a:pt x="113562" y="505051"/>
                  </a:cubicBezTo>
                  <a:cubicBezTo>
                    <a:pt x="102222" y="531174"/>
                    <a:pt x="86417" y="554845"/>
                    <a:pt x="72152" y="579372"/>
                  </a:cubicBezTo>
                  <a:cubicBezTo>
                    <a:pt x="62560" y="595864"/>
                    <a:pt x="52232" y="612058"/>
                    <a:pt x="46705" y="630666"/>
                  </a:cubicBezTo>
                  <a:cubicBezTo>
                    <a:pt x="45524" y="634640"/>
                    <a:pt x="46265" y="636184"/>
                    <a:pt x="49854" y="636776"/>
                  </a:cubicBezTo>
                  <a:cubicBezTo>
                    <a:pt x="59318" y="638338"/>
                    <a:pt x="68768" y="640628"/>
                    <a:pt x="78293" y="641047"/>
                  </a:cubicBezTo>
                  <a:cubicBezTo>
                    <a:pt x="98984" y="641957"/>
                    <a:pt x="119717" y="641948"/>
                    <a:pt x="140435" y="642155"/>
                  </a:cubicBezTo>
                  <a:cubicBezTo>
                    <a:pt x="144780" y="642198"/>
                    <a:pt x="149144" y="641162"/>
                    <a:pt x="153478" y="641303"/>
                  </a:cubicBezTo>
                  <a:cubicBezTo>
                    <a:pt x="164753" y="641670"/>
                    <a:pt x="175402" y="650657"/>
                    <a:pt x="174661" y="662740"/>
                  </a:cubicBezTo>
                  <a:cubicBezTo>
                    <a:pt x="174310" y="668447"/>
                    <a:pt x="174631" y="674194"/>
                    <a:pt x="174596" y="679922"/>
                  </a:cubicBezTo>
                  <a:cubicBezTo>
                    <a:pt x="174277" y="732065"/>
                    <a:pt x="173786" y="784207"/>
                    <a:pt x="173703" y="836350"/>
                  </a:cubicBezTo>
                  <a:cubicBezTo>
                    <a:pt x="173672" y="855473"/>
                    <a:pt x="184647" y="869736"/>
                    <a:pt x="202339" y="876844"/>
                  </a:cubicBezTo>
                  <a:cubicBezTo>
                    <a:pt x="216314" y="882460"/>
                    <a:pt x="230972" y="884863"/>
                    <a:pt x="246043" y="884789"/>
                  </a:cubicBezTo>
                  <a:cubicBezTo>
                    <a:pt x="258178" y="884730"/>
                    <a:pt x="270339" y="885273"/>
                    <a:pt x="282442" y="884653"/>
                  </a:cubicBezTo>
                  <a:cubicBezTo>
                    <a:pt x="297737" y="883869"/>
                    <a:pt x="312964" y="881540"/>
                    <a:pt x="328259" y="881043"/>
                  </a:cubicBezTo>
                  <a:cubicBezTo>
                    <a:pt x="346082" y="880465"/>
                    <a:pt x="364166" y="878986"/>
                    <a:pt x="380977" y="887694"/>
                  </a:cubicBezTo>
                  <a:cubicBezTo>
                    <a:pt x="396061" y="895508"/>
                    <a:pt x="407173" y="907157"/>
                    <a:pt x="415146" y="921919"/>
                  </a:cubicBezTo>
                  <a:cubicBezTo>
                    <a:pt x="424670" y="939555"/>
                    <a:pt x="429891" y="958518"/>
                    <a:pt x="431910" y="978406"/>
                  </a:cubicBezTo>
                  <a:cubicBezTo>
                    <a:pt x="432772" y="986892"/>
                    <a:pt x="433637" y="995377"/>
                    <a:pt x="434541" y="1004267"/>
                  </a:cubicBezTo>
                  <a:cubicBezTo>
                    <a:pt x="418849" y="1004267"/>
                    <a:pt x="404057" y="1004267"/>
                    <a:pt x="389143" y="1004267"/>
                  </a:cubicBezTo>
                  <a:cubicBezTo>
                    <a:pt x="388666" y="998213"/>
                    <a:pt x="388387" y="992104"/>
                    <a:pt x="387670" y="986046"/>
                  </a:cubicBezTo>
                  <a:cubicBezTo>
                    <a:pt x="385548" y="968121"/>
                    <a:pt x="381548" y="950594"/>
                    <a:pt x="370375" y="936024"/>
                  </a:cubicBezTo>
                  <a:cubicBezTo>
                    <a:pt x="363547" y="927120"/>
                    <a:pt x="353501" y="923689"/>
                    <a:pt x="342045" y="925755"/>
                  </a:cubicBezTo>
                  <a:cubicBezTo>
                    <a:pt x="340459" y="926041"/>
                    <a:pt x="338804" y="925932"/>
                    <a:pt x="337182" y="926026"/>
                  </a:cubicBezTo>
                  <a:cubicBezTo>
                    <a:pt x="320207" y="927009"/>
                    <a:pt x="303242" y="928248"/>
                    <a:pt x="286255" y="928912"/>
                  </a:cubicBezTo>
                  <a:cubicBezTo>
                    <a:pt x="269643" y="929561"/>
                    <a:pt x="252959" y="930562"/>
                    <a:pt x="236396" y="929693"/>
                  </a:cubicBezTo>
                  <a:cubicBezTo>
                    <a:pt x="218388" y="928748"/>
                    <a:pt x="200555" y="925463"/>
                    <a:pt x="183795" y="918145"/>
                  </a:cubicBezTo>
                  <a:cubicBezTo>
                    <a:pt x="166120" y="910427"/>
                    <a:pt x="151506" y="898974"/>
                    <a:pt x="141412" y="882334"/>
                  </a:cubicBezTo>
                  <a:cubicBezTo>
                    <a:pt x="134100" y="870281"/>
                    <a:pt x="129395" y="857439"/>
                    <a:pt x="129353" y="842992"/>
                  </a:cubicBezTo>
                  <a:cubicBezTo>
                    <a:pt x="129260" y="810981"/>
                    <a:pt x="128591" y="778972"/>
                    <a:pt x="128512" y="746961"/>
                  </a:cubicBezTo>
                  <a:cubicBezTo>
                    <a:pt x="128466" y="728045"/>
                    <a:pt x="129100" y="709128"/>
                    <a:pt x="129418" y="690212"/>
                  </a:cubicBezTo>
                  <a:cubicBezTo>
                    <a:pt x="129431" y="689427"/>
                    <a:pt x="129348" y="688640"/>
                    <a:pt x="129287" y="687383"/>
                  </a:cubicBezTo>
                  <a:cubicBezTo>
                    <a:pt x="116171" y="687383"/>
                    <a:pt x="103257" y="687994"/>
                    <a:pt x="90423" y="687244"/>
                  </a:cubicBezTo>
                  <a:cubicBezTo>
                    <a:pt x="69643" y="686030"/>
                    <a:pt x="48701" y="685086"/>
                    <a:pt x="28920" y="677526"/>
                  </a:cubicBezTo>
                  <a:cubicBezTo>
                    <a:pt x="15867" y="672537"/>
                    <a:pt x="5216" y="664963"/>
                    <a:pt x="1439" y="650354"/>
                  </a:cubicBezTo>
                  <a:cubicBezTo>
                    <a:pt x="-1095" y="640549"/>
                    <a:pt x="24" y="630913"/>
                    <a:pt x="2427" y="621413"/>
                  </a:cubicBezTo>
                  <a:cubicBezTo>
                    <a:pt x="8208" y="598550"/>
                    <a:pt x="20366" y="578613"/>
                    <a:pt x="32004" y="558474"/>
                  </a:cubicBezTo>
                  <a:cubicBezTo>
                    <a:pt x="41573" y="541915"/>
                    <a:pt x="51283" y="525439"/>
                    <a:pt x="60971" y="508949"/>
                  </a:cubicBezTo>
                  <a:cubicBezTo>
                    <a:pt x="68098" y="496818"/>
                    <a:pt x="74263" y="484273"/>
                    <a:pt x="77705" y="470545"/>
                  </a:cubicBezTo>
                  <a:cubicBezTo>
                    <a:pt x="78091" y="469004"/>
                    <a:pt x="78321" y="467382"/>
                    <a:pt x="78330" y="465795"/>
                  </a:cubicBezTo>
                  <a:cubicBezTo>
                    <a:pt x="78387" y="455975"/>
                    <a:pt x="78232" y="446152"/>
                    <a:pt x="78393" y="436334"/>
                  </a:cubicBezTo>
                  <a:cubicBezTo>
                    <a:pt x="78574" y="425272"/>
                    <a:pt x="78797" y="414202"/>
                    <a:pt x="79398" y="403157"/>
                  </a:cubicBezTo>
                  <a:cubicBezTo>
                    <a:pt x="80153" y="389279"/>
                    <a:pt x="80851" y="375372"/>
                    <a:pt x="82390" y="361569"/>
                  </a:cubicBezTo>
                  <a:cubicBezTo>
                    <a:pt x="85263" y="335805"/>
                    <a:pt x="87179" y="309851"/>
                    <a:pt x="94170" y="284734"/>
                  </a:cubicBezTo>
                  <a:cubicBezTo>
                    <a:pt x="96078" y="277883"/>
                    <a:pt x="98943" y="271260"/>
                    <a:pt x="101788" y="264715"/>
                  </a:cubicBezTo>
                  <a:cubicBezTo>
                    <a:pt x="113972" y="236686"/>
                    <a:pt x="128960" y="210158"/>
                    <a:pt x="146428" y="185139"/>
                  </a:cubicBezTo>
                  <a:cubicBezTo>
                    <a:pt x="155691" y="171873"/>
                    <a:pt x="166039" y="159313"/>
                    <a:pt x="176534" y="146976"/>
                  </a:cubicBezTo>
                  <a:cubicBezTo>
                    <a:pt x="185579" y="136343"/>
                    <a:pt x="194993" y="125907"/>
                    <a:pt x="205186" y="116394"/>
                  </a:cubicBezTo>
                  <a:cubicBezTo>
                    <a:pt x="225972" y="96994"/>
                    <a:pt x="248327" y="79505"/>
                    <a:pt x="272731" y="64764"/>
                  </a:cubicBezTo>
                  <a:cubicBezTo>
                    <a:pt x="295995" y="50712"/>
                    <a:pt x="320183" y="38489"/>
                    <a:pt x="345850" y="29534"/>
                  </a:cubicBezTo>
                  <a:cubicBezTo>
                    <a:pt x="362186" y="23834"/>
                    <a:pt x="378759" y="18633"/>
                    <a:pt x="395530" y="14415"/>
                  </a:cubicBezTo>
                  <a:cubicBezTo>
                    <a:pt x="410358" y="10686"/>
                    <a:pt x="425542" y="8201"/>
                    <a:pt x="440687" y="5957"/>
                  </a:cubicBezTo>
                  <a:cubicBezTo>
                    <a:pt x="453727" y="4025"/>
                    <a:pt x="466928" y="3156"/>
                    <a:pt x="480068" y="1924"/>
                  </a:cubicBezTo>
                  <a:cubicBezTo>
                    <a:pt x="485221" y="1441"/>
                    <a:pt x="490398" y="1200"/>
                    <a:pt x="495568" y="935"/>
                  </a:cubicBezTo>
                  <a:cubicBezTo>
                    <a:pt x="502862" y="561"/>
                    <a:pt x="510169" y="-149"/>
                    <a:pt x="517452" y="28"/>
                  </a:cubicBezTo>
                  <a:close/>
                </a:path>
              </a:pathLst>
            </a:custGeom>
            <a:solidFill>
              <a:schemeClr val="accent2"/>
            </a:solidFill>
            <a:ln w="6350" cap="flat">
              <a:noFill/>
              <a:prstDash val="solid"/>
              <a:miter/>
            </a:ln>
          </p:spPr>
          <p:txBody>
            <a:bodyPr wrap="square" rtlCol="0" anchor="ctr">
              <a:noAutofit/>
            </a:bodyPr>
            <a:lstStyle/>
            <a:p>
              <a:endParaRPr lang="en-US" dirty="0"/>
            </a:p>
          </p:txBody>
        </p:sp>
      </p:grpSp>
      <p:grpSp>
        <p:nvGrpSpPr>
          <p:cNvPr id="108" name="Group 107">
            <a:extLst>
              <a:ext uri="{FF2B5EF4-FFF2-40B4-BE49-F238E27FC236}">
                <a16:creationId xmlns:a16="http://schemas.microsoft.com/office/drawing/2014/main" id="{84F5C4AE-4B2E-BCD7-1C4D-643EDC8DBCF0}"/>
              </a:ext>
              <a:ext uri="{C183D7F6-B498-43B3-948B-1728B52AA6E4}">
                <adec:decorative xmlns:adec="http://schemas.microsoft.com/office/drawing/2017/decorative" val="1"/>
              </a:ext>
            </a:extLst>
          </p:cNvPr>
          <p:cNvGrpSpPr>
            <a:grpSpLocks noChangeAspect="1"/>
          </p:cNvGrpSpPr>
          <p:nvPr/>
        </p:nvGrpSpPr>
        <p:grpSpPr>
          <a:xfrm>
            <a:off x="9693275" y="5049527"/>
            <a:ext cx="476100" cy="457200"/>
            <a:chOff x="9765710" y="5049527"/>
            <a:chExt cx="476100" cy="457200"/>
          </a:xfrm>
          <a:solidFill>
            <a:srgbClr val="FF0000"/>
          </a:solidFill>
        </p:grpSpPr>
        <p:sp>
          <p:nvSpPr>
            <p:cNvPr id="2691" name="Freeform: Shape 2690">
              <a:extLst>
                <a:ext uri="{FF2B5EF4-FFF2-40B4-BE49-F238E27FC236}">
                  <a16:creationId xmlns:a16="http://schemas.microsoft.com/office/drawing/2014/main" id="{6A8480F5-AB51-193B-9424-0E4D77D37DCB}"/>
                </a:ext>
                <a:ext uri="{C183D7F6-B498-43B3-948B-1728B52AA6E4}">
                  <adec:decorative xmlns:adec="http://schemas.microsoft.com/office/drawing/2017/decorative" val="1"/>
                </a:ext>
              </a:extLst>
            </p:cNvPr>
            <p:cNvSpPr/>
            <p:nvPr/>
          </p:nvSpPr>
          <p:spPr>
            <a:xfrm>
              <a:off x="9771507" y="5049527"/>
              <a:ext cx="470303" cy="457200"/>
            </a:xfrm>
            <a:custGeom>
              <a:avLst/>
              <a:gdLst>
                <a:gd name="connsiteX0" fmla="*/ 418464 w 836353"/>
                <a:gd name="connsiteY0" fmla="*/ 352254 h 813052"/>
                <a:gd name="connsiteX1" fmla="*/ 264049 w 836353"/>
                <a:gd name="connsiteY1" fmla="*/ 506394 h 813052"/>
                <a:gd name="connsiteX2" fmla="*/ 418464 w 836353"/>
                <a:gd name="connsiteY2" fmla="*/ 660535 h 813052"/>
                <a:gd name="connsiteX3" fmla="*/ 572879 w 836353"/>
                <a:gd name="connsiteY3" fmla="*/ 506394 h 813052"/>
                <a:gd name="connsiteX4" fmla="*/ 418464 w 836353"/>
                <a:gd name="connsiteY4" fmla="*/ 352254 h 813052"/>
                <a:gd name="connsiteX5" fmla="*/ 418464 w 836353"/>
                <a:gd name="connsiteY5" fmla="*/ 330696 h 813052"/>
                <a:gd name="connsiteX6" fmla="*/ 593935 w 836353"/>
                <a:gd name="connsiteY6" fmla="*/ 505856 h 813052"/>
                <a:gd name="connsiteX7" fmla="*/ 418464 w 836353"/>
                <a:gd name="connsiteY7" fmla="*/ 681016 h 813052"/>
                <a:gd name="connsiteX8" fmla="*/ 242992 w 836353"/>
                <a:gd name="connsiteY8" fmla="*/ 505856 h 813052"/>
                <a:gd name="connsiteX9" fmla="*/ 418464 w 836353"/>
                <a:gd name="connsiteY9" fmla="*/ 330696 h 813052"/>
                <a:gd name="connsiteX10" fmla="*/ 337251 w 836353"/>
                <a:gd name="connsiteY10" fmla="*/ 43592 h 813052"/>
                <a:gd name="connsiteX11" fmla="*/ 305676 w 836353"/>
                <a:gd name="connsiteY11" fmla="*/ 76148 h 813052"/>
                <a:gd name="connsiteX12" fmla="*/ 305676 w 836353"/>
                <a:gd name="connsiteY12" fmla="*/ 173817 h 813052"/>
                <a:gd name="connsiteX13" fmla="*/ 532054 w 836353"/>
                <a:gd name="connsiteY13" fmla="*/ 173817 h 813052"/>
                <a:gd name="connsiteX14" fmla="*/ 532054 w 836353"/>
                <a:gd name="connsiteY14" fmla="*/ 76148 h 813052"/>
                <a:gd name="connsiteX15" fmla="*/ 500479 w 836353"/>
                <a:gd name="connsiteY15" fmla="*/ 43592 h 813052"/>
                <a:gd name="connsiteX16" fmla="*/ 337251 w 836353"/>
                <a:gd name="connsiteY16" fmla="*/ 0 h 813052"/>
                <a:gd name="connsiteX17" fmla="*/ 500479 w 836353"/>
                <a:gd name="connsiteY17" fmla="*/ 0 h 813052"/>
                <a:gd name="connsiteX18" fmla="*/ 574333 w 836353"/>
                <a:gd name="connsiteY18" fmla="*/ 76148 h 813052"/>
                <a:gd name="connsiteX19" fmla="*/ 574333 w 836353"/>
                <a:gd name="connsiteY19" fmla="*/ 176776 h 813052"/>
                <a:gd name="connsiteX20" fmla="*/ 792835 w 836353"/>
                <a:gd name="connsiteY20" fmla="*/ 176776 h 813052"/>
                <a:gd name="connsiteX21" fmla="*/ 836353 w 836353"/>
                <a:gd name="connsiteY21" fmla="*/ 220034 h 813052"/>
                <a:gd name="connsiteX22" fmla="*/ 836353 w 836353"/>
                <a:gd name="connsiteY22" fmla="*/ 813052 h 813052"/>
                <a:gd name="connsiteX23" fmla="*/ 835802 w 836353"/>
                <a:gd name="connsiteY23" fmla="*/ 813052 h 813052"/>
                <a:gd name="connsiteX24" fmla="*/ 43660 w 836353"/>
                <a:gd name="connsiteY24" fmla="*/ 813052 h 813052"/>
                <a:gd name="connsiteX25" fmla="*/ 142 w 836353"/>
                <a:gd name="connsiteY25" fmla="*/ 769793 h 813052"/>
                <a:gd name="connsiteX26" fmla="*/ 142 w 836353"/>
                <a:gd name="connsiteY26" fmla="*/ 457873 h 813052"/>
                <a:gd name="connsiteX27" fmla="*/ 0 w 836353"/>
                <a:gd name="connsiteY27" fmla="*/ 457873 h 813052"/>
                <a:gd name="connsiteX28" fmla="*/ 0 w 836353"/>
                <a:gd name="connsiteY28" fmla="*/ 257675 h 813052"/>
                <a:gd name="connsiteX29" fmla="*/ 43449 w 836353"/>
                <a:gd name="connsiteY29" fmla="*/ 257675 h 813052"/>
                <a:gd name="connsiteX30" fmla="*/ 43449 w 836353"/>
                <a:gd name="connsiteY30" fmla="*/ 430301 h 813052"/>
                <a:gd name="connsiteX31" fmla="*/ 43660 w 836353"/>
                <a:gd name="connsiteY31" fmla="*/ 430301 h 813052"/>
                <a:gd name="connsiteX32" fmla="*/ 43660 w 836353"/>
                <a:gd name="connsiteY32" fmla="*/ 769793 h 813052"/>
                <a:gd name="connsiteX33" fmla="*/ 792284 w 836353"/>
                <a:gd name="connsiteY33" fmla="*/ 769793 h 813052"/>
                <a:gd name="connsiteX34" fmla="*/ 792284 w 836353"/>
                <a:gd name="connsiteY34" fmla="*/ 220034 h 813052"/>
                <a:gd name="connsiteX35" fmla="*/ 288684 w 836353"/>
                <a:gd name="connsiteY35" fmla="*/ 220034 h 813052"/>
                <a:gd name="connsiteX36" fmla="*/ 288684 w 836353"/>
                <a:gd name="connsiteY36" fmla="*/ 220179 h 813052"/>
                <a:gd name="connsiteX37" fmla="*/ 88487 w 836353"/>
                <a:gd name="connsiteY37" fmla="*/ 220179 h 813052"/>
                <a:gd name="connsiteX38" fmla="*/ 88487 w 836353"/>
                <a:gd name="connsiteY38" fmla="*/ 176730 h 813052"/>
                <a:gd name="connsiteX39" fmla="*/ 263397 w 836353"/>
                <a:gd name="connsiteY39" fmla="*/ 176730 h 813052"/>
                <a:gd name="connsiteX40" fmla="*/ 263397 w 836353"/>
                <a:gd name="connsiteY40" fmla="*/ 76148 h 813052"/>
                <a:gd name="connsiteX41" fmla="*/ 337251 w 836353"/>
                <a:gd name="connsiteY41" fmla="*/ 0 h 813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36353" h="813052">
                  <a:moveTo>
                    <a:pt x="418464" y="352254"/>
                  </a:moveTo>
                  <a:cubicBezTo>
                    <a:pt x="333697" y="352254"/>
                    <a:pt x="264049" y="421240"/>
                    <a:pt x="264049" y="506394"/>
                  </a:cubicBezTo>
                  <a:cubicBezTo>
                    <a:pt x="264049" y="591549"/>
                    <a:pt x="333157" y="660535"/>
                    <a:pt x="418464" y="660535"/>
                  </a:cubicBezTo>
                  <a:cubicBezTo>
                    <a:pt x="503770" y="660535"/>
                    <a:pt x="572879" y="591549"/>
                    <a:pt x="572879" y="506394"/>
                  </a:cubicBezTo>
                  <a:cubicBezTo>
                    <a:pt x="572879" y="421240"/>
                    <a:pt x="503230" y="352254"/>
                    <a:pt x="418464" y="352254"/>
                  </a:cubicBezTo>
                  <a:close/>
                  <a:moveTo>
                    <a:pt x="418464" y="330696"/>
                  </a:moveTo>
                  <a:cubicBezTo>
                    <a:pt x="515108" y="330696"/>
                    <a:pt x="593935" y="409383"/>
                    <a:pt x="593935" y="505856"/>
                  </a:cubicBezTo>
                  <a:cubicBezTo>
                    <a:pt x="593935" y="602328"/>
                    <a:pt x="515108" y="681016"/>
                    <a:pt x="418464" y="681016"/>
                  </a:cubicBezTo>
                  <a:cubicBezTo>
                    <a:pt x="321819" y="681016"/>
                    <a:pt x="242992" y="602328"/>
                    <a:pt x="242992" y="505856"/>
                  </a:cubicBezTo>
                  <a:cubicBezTo>
                    <a:pt x="242992" y="409383"/>
                    <a:pt x="321819" y="330696"/>
                    <a:pt x="418464" y="330696"/>
                  </a:cubicBezTo>
                  <a:close/>
                  <a:moveTo>
                    <a:pt x="337251" y="43592"/>
                  </a:moveTo>
                  <a:cubicBezTo>
                    <a:pt x="319590" y="43592"/>
                    <a:pt x="305676" y="58491"/>
                    <a:pt x="305676" y="76148"/>
                  </a:cubicBezTo>
                  <a:lnTo>
                    <a:pt x="305676" y="173817"/>
                  </a:lnTo>
                  <a:lnTo>
                    <a:pt x="532054" y="173817"/>
                  </a:lnTo>
                  <a:lnTo>
                    <a:pt x="532054" y="76148"/>
                  </a:lnTo>
                  <a:cubicBezTo>
                    <a:pt x="532054" y="57939"/>
                    <a:pt x="517605" y="43592"/>
                    <a:pt x="500479" y="43592"/>
                  </a:cubicBezTo>
                  <a:close/>
                  <a:moveTo>
                    <a:pt x="337251" y="0"/>
                  </a:moveTo>
                  <a:lnTo>
                    <a:pt x="500479" y="0"/>
                  </a:lnTo>
                  <a:cubicBezTo>
                    <a:pt x="541152" y="0"/>
                    <a:pt x="574333" y="34211"/>
                    <a:pt x="574333" y="76148"/>
                  </a:cubicBezTo>
                  <a:lnTo>
                    <a:pt x="574333" y="176776"/>
                  </a:lnTo>
                  <a:lnTo>
                    <a:pt x="792835" y="176776"/>
                  </a:lnTo>
                  <a:cubicBezTo>
                    <a:pt x="816522" y="176776"/>
                    <a:pt x="836353" y="195941"/>
                    <a:pt x="836353" y="220034"/>
                  </a:cubicBezTo>
                  <a:lnTo>
                    <a:pt x="836353" y="813052"/>
                  </a:lnTo>
                  <a:lnTo>
                    <a:pt x="835802" y="813052"/>
                  </a:lnTo>
                  <a:lnTo>
                    <a:pt x="43660" y="813052"/>
                  </a:lnTo>
                  <a:cubicBezTo>
                    <a:pt x="19973" y="813052"/>
                    <a:pt x="142" y="793887"/>
                    <a:pt x="142" y="769793"/>
                  </a:cubicBezTo>
                  <a:lnTo>
                    <a:pt x="142" y="457873"/>
                  </a:lnTo>
                  <a:lnTo>
                    <a:pt x="0" y="457873"/>
                  </a:lnTo>
                  <a:lnTo>
                    <a:pt x="0" y="257675"/>
                  </a:lnTo>
                  <a:lnTo>
                    <a:pt x="43449" y="257675"/>
                  </a:lnTo>
                  <a:lnTo>
                    <a:pt x="43449" y="430301"/>
                  </a:lnTo>
                  <a:lnTo>
                    <a:pt x="43660" y="430301"/>
                  </a:lnTo>
                  <a:lnTo>
                    <a:pt x="43660" y="769793"/>
                  </a:lnTo>
                  <a:lnTo>
                    <a:pt x="792284" y="769793"/>
                  </a:lnTo>
                  <a:lnTo>
                    <a:pt x="792284" y="220034"/>
                  </a:lnTo>
                  <a:lnTo>
                    <a:pt x="288684" y="220034"/>
                  </a:lnTo>
                  <a:lnTo>
                    <a:pt x="288684" y="220179"/>
                  </a:lnTo>
                  <a:lnTo>
                    <a:pt x="88487" y="220179"/>
                  </a:lnTo>
                  <a:lnTo>
                    <a:pt x="88487" y="176730"/>
                  </a:lnTo>
                  <a:lnTo>
                    <a:pt x="263397" y="176730"/>
                  </a:lnTo>
                  <a:lnTo>
                    <a:pt x="263397" y="76148"/>
                  </a:lnTo>
                  <a:cubicBezTo>
                    <a:pt x="263397" y="34211"/>
                    <a:pt x="296578" y="0"/>
                    <a:pt x="337251"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2692" name="Freeform: Shape 2691">
              <a:extLst>
                <a:ext uri="{FF2B5EF4-FFF2-40B4-BE49-F238E27FC236}">
                  <a16:creationId xmlns:a16="http://schemas.microsoft.com/office/drawing/2014/main" id="{89D3DC96-6618-3233-2D30-70D5B9131ADA}"/>
                </a:ext>
                <a:ext uri="{C183D7F6-B498-43B3-948B-1728B52AA6E4}">
                  <adec:decorative xmlns:adec="http://schemas.microsoft.com/office/drawing/2017/decorative" val="1"/>
                </a:ext>
              </a:extLst>
            </p:cNvPr>
            <p:cNvSpPr/>
            <p:nvPr/>
          </p:nvSpPr>
          <p:spPr>
            <a:xfrm>
              <a:off x="9765710" y="5141474"/>
              <a:ext cx="291213" cy="240889"/>
            </a:xfrm>
            <a:custGeom>
              <a:avLst/>
              <a:gdLst>
                <a:gd name="connsiteX0" fmla="*/ 407136 w 517872"/>
                <a:gd name="connsiteY0" fmla="*/ 255105 h 428379"/>
                <a:gd name="connsiteX1" fmla="*/ 450585 w 517872"/>
                <a:gd name="connsiteY1" fmla="*/ 255105 h 428379"/>
                <a:gd name="connsiteX2" fmla="*/ 450585 w 517872"/>
                <a:gd name="connsiteY2" fmla="*/ 321300 h 428379"/>
                <a:gd name="connsiteX3" fmla="*/ 517872 w 517872"/>
                <a:gd name="connsiteY3" fmla="*/ 321300 h 428379"/>
                <a:gd name="connsiteX4" fmla="*/ 517872 w 517872"/>
                <a:gd name="connsiteY4" fmla="*/ 364749 h 428379"/>
                <a:gd name="connsiteX5" fmla="*/ 450585 w 517872"/>
                <a:gd name="connsiteY5" fmla="*/ 364749 h 428379"/>
                <a:gd name="connsiteX6" fmla="*/ 450585 w 517872"/>
                <a:gd name="connsiteY6" fmla="*/ 428379 h 428379"/>
                <a:gd name="connsiteX7" fmla="*/ 407136 w 517872"/>
                <a:gd name="connsiteY7" fmla="*/ 428379 h 428379"/>
                <a:gd name="connsiteX8" fmla="*/ 407136 w 517872"/>
                <a:gd name="connsiteY8" fmla="*/ 364749 h 428379"/>
                <a:gd name="connsiteX9" fmla="*/ 341829 w 517872"/>
                <a:gd name="connsiteY9" fmla="*/ 364749 h 428379"/>
                <a:gd name="connsiteX10" fmla="*/ 341829 w 517872"/>
                <a:gd name="connsiteY10" fmla="*/ 321300 h 428379"/>
                <a:gd name="connsiteX11" fmla="*/ 407136 w 517872"/>
                <a:gd name="connsiteY11" fmla="*/ 321300 h 428379"/>
                <a:gd name="connsiteX12" fmla="*/ 0 w 517872"/>
                <a:gd name="connsiteY12" fmla="*/ 0 h 428379"/>
                <a:gd name="connsiteX13" fmla="*/ 64899 w 517872"/>
                <a:gd name="connsiteY13" fmla="*/ 0 h 428379"/>
                <a:gd name="connsiteX14" fmla="*/ 64899 w 517872"/>
                <a:gd name="connsiteY14" fmla="*/ 64899 h 428379"/>
                <a:gd name="connsiteX15" fmla="*/ 0 w 517872"/>
                <a:gd name="connsiteY15" fmla="*/ 64899 h 42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872" h="428379">
                  <a:moveTo>
                    <a:pt x="407136" y="255105"/>
                  </a:moveTo>
                  <a:lnTo>
                    <a:pt x="450585" y="255105"/>
                  </a:lnTo>
                  <a:lnTo>
                    <a:pt x="450585" y="321300"/>
                  </a:lnTo>
                  <a:lnTo>
                    <a:pt x="517872" y="321300"/>
                  </a:lnTo>
                  <a:lnTo>
                    <a:pt x="517872" y="364749"/>
                  </a:lnTo>
                  <a:lnTo>
                    <a:pt x="450585" y="364749"/>
                  </a:lnTo>
                  <a:lnTo>
                    <a:pt x="450585" y="428379"/>
                  </a:lnTo>
                  <a:lnTo>
                    <a:pt x="407136" y="428379"/>
                  </a:lnTo>
                  <a:lnTo>
                    <a:pt x="407136" y="364749"/>
                  </a:lnTo>
                  <a:lnTo>
                    <a:pt x="341829" y="364749"/>
                  </a:lnTo>
                  <a:lnTo>
                    <a:pt x="341829" y="321300"/>
                  </a:lnTo>
                  <a:lnTo>
                    <a:pt x="407136" y="321300"/>
                  </a:lnTo>
                  <a:close/>
                  <a:moveTo>
                    <a:pt x="0" y="0"/>
                  </a:moveTo>
                  <a:lnTo>
                    <a:pt x="64899" y="0"/>
                  </a:lnTo>
                  <a:lnTo>
                    <a:pt x="64899" y="64899"/>
                  </a:lnTo>
                  <a:lnTo>
                    <a:pt x="0" y="64899"/>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107" name="Group 106">
            <a:extLst>
              <a:ext uri="{FF2B5EF4-FFF2-40B4-BE49-F238E27FC236}">
                <a16:creationId xmlns:a16="http://schemas.microsoft.com/office/drawing/2014/main" id="{EE00D12F-15CE-500D-221A-EBA63B86087C}"/>
              </a:ext>
              <a:ext uri="{C183D7F6-B498-43B3-948B-1728B52AA6E4}">
                <adec:decorative xmlns:adec="http://schemas.microsoft.com/office/drawing/2017/decorative" val="1"/>
              </a:ext>
            </a:extLst>
          </p:cNvPr>
          <p:cNvGrpSpPr>
            <a:grpSpLocks noChangeAspect="1"/>
          </p:cNvGrpSpPr>
          <p:nvPr/>
        </p:nvGrpSpPr>
        <p:grpSpPr>
          <a:xfrm>
            <a:off x="10377073" y="5049527"/>
            <a:ext cx="464539" cy="457200"/>
            <a:chOff x="10413291" y="5049527"/>
            <a:chExt cx="464539" cy="457200"/>
          </a:xfrm>
          <a:solidFill>
            <a:srgbClr val="FF0000"/>
          </a:solidFill>
        </p:grpSpPr>
        <p:sp>
          <p:nvSpPr>
            <p:cNvPr id="2694" name="Freeform: Shape 2693">
              <a:extLst>
                <a:ext uri="{FF2B5EF4-FFF2-40B4-BE49-F238E27FC236}">
                  <a16:creationId xmlns:a16="http://schemas.microsoft.com/office/drawing/2014/main" id="{B2218EDE-0D00-38AD-1C49-19C1F672349F}"/>
                </a:ext>
                <a:ext uri="{C183D7F6-B498-43B3-948B-1728B52AA6E4}">
                  <adec:decorative xmlns:adec="http://schemas.microsoft.com/office/drawing/2017/decorative" val="1"/>
                </a:ext>
              </a:extLst>
            </p:cNvPr>
            <p:cNvSpPr/>
            <p:nvPr/>
          </p:nvSpPr>
          <p:spPr>
            <a:xfrm>
              <a:off x="10417558" y="5049527"/>
              <a:ext cx="375836" cy="365974"/>
            </a:xfrm>
            <a:custGeom>
              <a:avLst/>
              <a:gdLst>
                <a:gd name="connsiteX0" fmla="*/ 387723 w 821001"/>
                <a:gd name="connsiteY0" fmla="*/ 402064 h 799459"/>
                <a:gd name="connsiteX1" fmla="*/ 432846 w 821001"/>
                <a:gd name="connsiteY1" fmla="*/ 402064 h 799459"/>
                <a:gd name="connsiteX2" fmla="*/ 432846 w 821001"/>
                <a:gd name="connsiteY2" fmla="*/ 463426 h 799459"/>
                <a:gd name="connsiteX3" fmla="*/ 494642 w 821001"/>
                <a:gd name="connsiteY3" fmla="*/ 463426 h 799459"/>
                <a:gd name="connsiteX4" fmla="*/ 494642 w 821001"/>
                <a:gd name="connsiteY4" fmla="*/ 508723 h 799459"/>
                <a:gd name="connsiteX5" fmla="*/ 433183 w 821001"/>
                <a:gd name="connsiteY5" fmla="*/ 508723 h 799459"/>
                <a:gd name="connsiteX6" fmla="*/ 433183 w 821001"/>
                <a:gd name="connsiteY6" fmla="*/ 569273 h 799459"/>
                <a:gd name="connsiteX7" fmla="*/ 388060 w 821001"/>
                <a:gd name="connsiteY7" fmla="*/ 569273 h 799459"/>
                <a:gd name="connsiteX8" fmla="*/ 388060 w 821001"/>
                <a:gd name="connsiteY8" fmla="*/ 508872 h 799459"/>
                <a:gd name="connsiteX9" fmla="*/ 327036 w 821001"/>
                <a:gd name="connsiteY9" fmla="*/ 508872 h 799459"/>
                <a:gd name="connsiteX10" fmla="*/ 327106 w 821001"/>
                <a:gd name="connsiteY10" fmla="*/ 464901 h 799459"/>
                <a:gd name="connsiteX11" fmla="*/ 329174 w 821001"/>
                <a:gd name="connsiteY11" fmla="*/ 463576 h 799459"/>
                <a:gd name="connsiteX12" fmla="*/ 387723 w 821001"/>
                <a:gd name="connsiteY12" fmla="*/ 463570 h 799459"/>
                <a:gd name="connsiteX13" fmla="*/ 387723 w 821001"/>
                <a:gd name="connsiteY13" fmla="*/ 402064 h 799459"/>
                <a:gd name="connsiteX14" fmla="*/ 409632 w 821001"/>
                <a:gd name="connsiteY14" fmla="*/ 325198 h 799459"/>
                <a:gd name="connsiteX15" fmla="*/ 388957 w 821001"/>
                <a:gd name="connsiteY15" fmla="*/ 327056 h 799459"/>
                <a:gd name="connsiteX16" fmla="*/ 340678 w 821001"/>
                <a:gd name="connsiteY16" fmla="*/ 341449 h 799459"/>
                <a:gd name="connsiteX17" fmla="*/ 294261 w 821001"/>
                <a:gd name="connsiteY17" fmla="*/ 375777 h 799459"/>
                <a:gd name="connsiteX18" fmla="*/ 258348 w 821001"/>
                <a:gd name="connsiteY18" fmla="*/ 434765 h 799459"/>
                <a:gd name="connsiteX19" fmla="*/ 249786 w 821001"/>
                <a:gd name="connsiteY19" fmla="*/ 486127 h 799459"/>
                <a:gd name="connsiteX20" fmla="*/ 254234 w 821001"/>
                <a:gd name="connsiteY20" fmla="*/ 522149 h 799459"/>
                <a:gd name="connsiteX21" fmla="*/ 271970 w 821001"/>
                <a:gd name="connsiteY21" fmla="*/ 566775 h 799459"/>
                <a:gd name="connsiteX22" fmla="*/ 331194 w 821001"/>
                <a:gd name="connsiteY22" fmla="*/ 625529 h 799459"/>
                <a:gd name="connsiteX23" fmla="*/ 420960 w 821001"/>
                <a:gd name="connsiteY23" fmla="*/ 646362 h 799459"/>
                <a:gd name="connsiteX24" fmla="*/ 454437 w 821001"/>
                <a:gd name="connsiteY24" fmla="*/ 640527 h 799459"/>
                <a:gd name="connsiteX25" fmla="*/ 522281 w 821001"/>
                <a:gd name="connsiteY25" fmla="*/ 601571 h 799459"/>
                <a:gd name="connsiteX26" fmla="*/ 560073 w 821001"/>
                <a:gd name="connsiteY26" fmla="*/ 545302 h 799459"/>
                <a:gd name="connsiteX27" fmla="*/ 571447 w 821001"/>
                <a:gd name="connsiteY27" fmla="*/ 489710 h 799459"/>
                <a:gd name="connsiteX28" fmla="*/ 570530 w 821001"/>
                <a:gd name="connsiteY28" fmla="*/ 470781 h 799459"/>
                <a:gd name="connsiteX29" fmla="*/ 559003 w 821001"/>
                <a:gd name="connsiteY29" fmla="*/ 424108 h 799459"/>
                <a:gd name="connsiteX30" fmla="*/ 501225 w 821001"/>
                <a:gd name="connsiteY30" fmla="*/ 353486 h 799459"/>
                <a:gd name="connsiteX31" fmla="*/ 409632 w 821001"/>
                <a:gd name="connsiteY31" fmla="*/ 325198 h 799459"/>
                <a:gd name="connsiteX32" fmla="*/ 427568 w 821001"/>
                <a:gd name="connsiteY32" fmla="*/ 302735 h 799459"/>
                <a:gd name="connsiteX33" fmla="*/ 484281 w 821001"/>
                <a:gd name="connsiteY33" fmla="*/ 317199 h 799459"/>
                <a:gd name="connsiteX34" fmla="*/ 546906 w 821001"/>
                <a:gd name="connsiteY34" fmla="*/ 362001 h 799459"/>
                <a:gd name="connsiteX35" fmla="*/ 584149 w 821001"/>
                <a:gd name="connsiteY35" fmla="*/ 424022 h 799459"/>
                <a:gd name="connsiteX36" fmla="*/ 594328 w 821001"/>
                <a:gd name="connsiteY36" fmla="*/ 474593 h 799459"/>
                <a:gd name="connsiteX37" fmla="*/ 584566 w 821001"/>
                <a:gd name="connsiteY37" fmla="*/ 546392 h 799459"/>
                <a:gd name="connsiteX38" fmla="*/ 561492 w 821001"/>
                <a:gd name="connsiteY38" fmla="*/ 591667 h 799459"/>
                <a:gd name="connsiteX39" fmla="*/ 536501 w 821001"/>
                <a:gd name="connsiteY39" fmla="*/ 620560 h 799459"/>
                <a:gd name="connsiteX40" fmla="*/ 499725 w 821001"/>
                <a:gd name="connsiteY40" fmla="*/ 647310 h 799459"/>
                <a:gd name="connsiteX41" fmla="*/ 448538 w 821001"/>
                <a:gd name="connsiteY41" fmla="*/ 666370 h 799459"/>
                <a:gd name="connsiteX42" fmla="*/ 422295 w 821001"/>
                <a:gd name="connsiteY42" fmla="*/ 669678 h 799459"/>
                <a:gd name="connsiteX43" fmla="*/ 366482 w 821001"/>
                <a:gd name="connsiteY43" fmla="*/ 664934 h 799459"/>
                <a:gd name="connsiteX44" fmla="*/ 297827 w 821001"/>
                <a:gd name="connsiteY44" fmla="*/ 631456 h 799459"/>
                <a:gd name="connsiteX45" fmla="*/ 252899 w 821001"/>
                <a:gd name="connsiteY45" fmla="*/ 581280 h 799459"/>
                <a:gd name="connsiteX46" fmla="*/ 229655 w 821001"/>
                <a:gd name="connsiteY46" fmla="*/ 519504 h 799459"/>
                <a:gd name="connsiteX47" fmla="*/ 226984 w 821001"/>
                <a:gd name="connsiteY47" fmla="*/ 473525 h 799459"/>
                <a:gd name="connsiteX48" fmla="*/ 241501 w 821001"/>
                <a:gd name="connsiteY48" fmla="*/ 413367 h 799459"/>
                <a:gd name="connsiteX49" fmla="*/ 276408 w 821001"/>
                <a:gd name="connsiteY49" fmla="*/ 360307 h 799459"/>
                <a:gd name="connsiteX50" fmla="*/ 347234 w 821001"/>
                <a:gd name="connsiteY50" fmla="*/ 313195 h 799459"/>
                <a:gd name="connsiteX51" fmla="*/ 427568 w 821001"/>
                <a:gd name="connsiteY51" fmla="*/ 302735 h 799459"/>
                <a:gd name="connsiteX52" fmla="*/ 196 w 821001"/>
                <a:gd name="connsiteY52" fmla="*/ 264443 h 799459"/>
                <a:gd name="connsiteX53" fmla="*/ 45128 w 821001"/>
                <a:gd name="connsiteY53" fmla="*/ 264443 h 799459"/>
                <a:gd name="connsiteX54" fmla="*/ 45133 w 821001"/>
                <a:gd name="connsiteY54" fmla="*/ 754258 h 799459"/>
                <a:gd name="connsiteX55" fmla="*/ 49063 w 821001"/>
                <a:gd name="connsiteY55" fmla="*/ 754258 h 799459"/>
                <a:gd name="connsiteX56" fmla="*/ 648994 w 821001"/>
                <a:gd name="connsiteY56" fmla="*/ 754609 h 799459"/>
                <a:gd name="connsiteX57" fmla="*/ 639166 w 821001"/>
                <a:gd name="connsiteY57" fmla="*/ 799459 h 799459"/>
                <a:gd name="connsiteX58" fmla="*/ 43548 w 821001"/>
                <a:gd name="connsiteY58" fmla="*/ 799376 h 799459"/>
                <a:gd name="connsiteX59" fmla="*/ 969 w 821001"/>
                <a:gd name="connsiteY59" fmla="*/ 762877 h 799459"/>
                <a:gd name="connsiteX60" fmla="*/ 0 w 821001"/>
                <a:gd name="connsiteY60" fmla="*/ 751824 h 799459"/>
                <a:gd name="connsiteX61" fmla="*/ 326931 w 821001"/>
                <a:gd name="connsiteY61" fmla="*/ 45204 h 799459"/>
                <a:gd name="connsiteX62" fmla="*/ 295507 w 821001"/>
                <a:gd name="connsiteY62" fmla="*/ 58548 h 799459"/>
                <a:gd name="connsiteX63" fmla="*/ 288606 w 821001"/>
                <a:gd name="connsiteY63" fmla="*/ 81982 h 799459"/>
                <a:gd name="connsiteX64" fmla="*/ 288685 w 821001"/>
                <a:gd name="connsiteY64" fmla="*/ 172301 h 799459"/>
                <a:gd name="connsiteX65" fmla="*/ 288685 w 821001"/>
                <a:gd name="connsiteY65" fmla="*/ 177490 h 799459"/>
                <a:gd name="connsiteX66" fmla="*/ 526092 w 821001"/>
                <a:gd name="connsiteY66" fmla="*/ 177490 h 799459"/>
                <a:gd name="connsiteX67" fmla="*/ 526326 w 821001"/>
                <a:gd name="connsiteY67" fmla="*/ 175791 h 799459"/>
                <a:gd name="connsiteX68" fmla="*/ 526274 w 821001"/>
                <a:gd name="connsiteY68" fmla="*/ 74182 h 799459"/>
                <a:gd name="connsiteX69" fmla="*/ 516333 w 821001"/>
                <a:gd name="connsiteY69" fmla="*/ 54586 h 799459"/>
                <a:gd name="connsiteX70" fmla="*/ 488917 w 821001"/>
                <a:gd name="connsiteY70" fmla="*/ 45216 h 799459"/>
                <a:gd name="connsiteX71" fmla="*/ 326931 w 821001"/>
                <a:gd name="connsiteY71" fmla="*/ 45204 h 799459"/>
                <a:gd name="connsiteX72" fmla="*/ 323806 w 821001"/>
                <a:gd name="connsiteY72" fmla="*/ 0 h 799459"/>
                <a:gd name="connsiteX73" fmla="*/ 494181 w 821001"/>
                <a:gd name="connsiteY73" fmla="*/ 94 h 799459"/>
                <a:gd name="connsiteX74" fmla="*/ 550211 w 821001"/>
                <a:gd name="connsiteY74" fmla="*/ 23643 h 799459"/>
                <a:gd name="connsiteX75" fmla="*/ 571497 w 821001"/>
                <a:gd name="connsiteY75" fmla="*/ 68667 h 799459"/>
                <a:gd name="connsiteX76" fmla="*/ 572456 w 821001"/>
                <a:gd name="connsiteY76" fmla="*/ 86613 h 799459"/>
                <a:gd name="connsiteX77" fmla="*/ 572500 w 821001"/>
                <a:gd name="connsiteY77" fmla="*/ 172046 h 799459"/>
                <a:gd name="connsiteX78" fmla="*/ 572500 w 821001"/>
                <a:gd name="connsiteY78" fmla="*/ 177790 h 799459"/>
                <a:gd name="connsiteX79" fmla="*/ 578152 w 821001"/>
                <a:gd name="connsiteY79" fmla="*/ 177790 h 799459"/>
                <a:gd name="connsiteX80" fmla="*/ 772586 w 821001"/>
                <a:gd name="connsiteY80" fmla="*/ 177841 h 799459"/>
                <a:gd name="connsiteX81" fmla="*/ 809783 w 821001"/>
                <a:gd name="connsiteY81" fmla="*/ 192729 h 799459"/>
                <a:gd name="connsiteX82" fmla="*/ 821001 w 821001"/>
                <a:gd name="connsiteY82" fmla="*/ 220005 h 799459"/>
                <a:gd name="connsiteX83" fmla="*/ 820605 w 821001"/>
                <a:gd name="connsiteY83" fmla="*/ 632103 h 799459"/>
                <a:gd name="connsiteX84" fmla="*/ 815030 w 821001"/>
                <a:gd name="connsiteY84" fmla="*/ 633443 h 799459"/>
                <a:gd name="connsiteX85" fmla="*/ 801956 w 821001"/>
                <a:gd name="connsiteY85" fmla="*/ 634167 h 799459"/>
                <a:gd name="connsiteX86" fmla="*/ 775771 w 821001"/>
                <a:gd name="connsiteY86" fmla="*/ 637811 h 799459"/>
                <a:gd name="connsiteX87" fmla="*/ 775783 w 821001"/>
                <a:gd name="connsiteY87" fmla="*/ 223947 h 799459"/>
                <a:gd name="connsiteX88" fmla="*/ 772306 w 821001"/>
                <a:gd name="connsiteY88" fmla="*/ 223947 h 799459"/>
                <a:gd name="connsiteX89" fmla="*/ 86640 w 821001"/>
                <a:gd name="connsiteY89" fmla="*/ 223712 h 799459"/>
                <a:gd name="connsiteX90" fmla="*/ 86640 w 821001"/>
                <a:gd name="connsiteY90" fmla="*/ 177835 h 799459"/>
                <a:gd name="connsiteX91" fmla="*/ 237665 w 821001"/>
                <a:gd name="connsiteY91" fmla="*/ 177790 h 799459"/>
                <a:gd name="connsiteX92" fmla="*/ 243510 w 821001"/>
                <a:gd name="connsiteY92" fmla="*/ 177790 h 799459"/>
                <a:gd name="connsiteX93" fmla="*/ 243510 w 821001"/>
                <a:gd name="connsiteY93" fmla="*/ 172240 h 799459"/>
                <a:gd name="connsiteX94" fmla="*/ 243599 w 821001"/>
                <a:gd name="connsiteY94" fmla="*/ 76006 h 799459"/>
                <a:gd name="connsiteX95" fmla="*/ 282935 w 821001"/>
                <a:gd name="connsiteY95" fmla="*/ 10304 h 799459"/>
                <a:gd name="connsiteX96" fmla="*/ 323806 w 821001"/>
                <a:gd name="connsiteY96" fmla="*/ 0 h 79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821001" h="799459">
                  <a:moveTo>
                    <a:pt x="387723" y="402064"/>
                  </a:moveTo>
                  <a:cubicBezTo>
                    <a:pt x="402798" y="402064"/>
                    <a:pt x="417587" y="402064"/>
                    <a:pt x="432846" y="402064"/>
                  </a:cubicBezTo>
                  <a:cubicBezTo>
                    <a:pt x="432846" y="422251"/>
                    <a:pt x="432846" y="442608"/>
                    <a:pt x="432846" y="463426"/>
                  </a:cubicBezTo>
                  <a:cubicBezTo>
                    <a:pt x="453659" y="463426"/>
                    <a:pt x="474016" y="463426"/>
                    <a:pt x="494642" y="463426"/>
                  </a:cubicBezTo>
                  <a:cubicBezTo>
                    <a:pt x="494642" y="478679"/>
                    <a:pt x="494642" y="493467"/>
                    <a:pt x="494642" y="508723"/>
                  </a:cubicBezTo>
                  <a:cubicBezTo>
                    <a:pt x="474182" y="508723"/>
                    <a:pt x="453825" y="508723"/>
                    <a:pt x="433183" y="508723"/>
                  </a:cubicBezTo>
                  <a:cubicBezTo>
                    <a:pt x="433183" y="529095"/>
                    <a:pt x="433183" y="549006"/>
                    <a:pt x="433183" y="569273"/>
                  </a:cubicBezTo>
                  <a:cubicBezTo>
                    <a:pt x="418108" y="569273"/>
                    <a:pt x="403319" y="569273"/>
                    <a:pt x="388060" y="569273"/>
                  </a:cubicBezTo>
                  <a:cubicBezTo>
                    <a:pt x="388060" y="549392"/>
                    <a:pt x="388060" y="529363"/>
                    <a:pt x="388060" y="508872"/>
                  </a:cubicBezTo>
                  <a:cubicBezTo>
                    <a:pt x="367574" y="508872"/>
                    <a:pt x="347544" y="508872"/>
                    <a:pt x="327036" y="508872"/>
                  </a:cubicBezTo>
                  <a:cubicBezTo>
                    <a:pt x="327036" y="493908"/>
                    <a:pt x="327021" y="479404"/>
                    <a:pt x="327106" y="464901"/>
                  </a:cubicBezTo>
                  <a:cubicBezTo>
                    <a:pt x="327109" y="464458"/>
                    <a:pt x="328147" y="464021"/>
                    <a:pt x="329174" y="463576"/>
                  </a:cubicBezTo>
                  <a:cubicBezTo>
                    <a:pt x="348908" y="463570"/>
                    <a:pt x="368171" y="463570"/>
                    <a:pt x="387723" y="463570"/>
                  </a:cubicBezTo>
                  <a:cubicBezTo>
                    <a:pt x="387723" y="442903"/>
                    <a:pt x="387723" y="422666"/>
                    <a:pt x="387723" y="402064"/>
                  </a:cubicBezTo>
                  <a:close/>
                  <a:moveTo>
                    <a:pt x="409632" y="325198"/>
                  </a:moveTo>
                  <a:cubicBezTo>
                    <a:pt x="402744" y="325163"/>
                    <a:pt x="395848" y="326398"/>
                    <a:pt x="388957" y="327056"/>
                  </a:cubicBezTo>
                  <a:cubicBezTo>
                    <a:pt x="371921" y="328684"/>
                    <a:pt x="355917" y="334008"/>
                    <a:pt x="340678" y="341449"/>
                  </a:cubicBezTo>
                  <a:cubicBezTo>
                    <a:pt x="323150" y="350007"/>
                    <a:pt x="307893" y="361674"/>
                    <a:pt x="294261" y="375777"/>
                  </a:cubicBezTo>
                  <a:cubicBezTo>
                    <a:pt x="277780" y="392828"/>
                    <a:pt x="266386" y="412727"/>
                    <a:pt x="258348" y="434765"/>
                  </a:cubicBezTo>
                  <a:cubicBezTo>
                    <a:pt x="252304" y="451335"/>
                    <a:pt x="249879" y="468697"/>
                    <a:pt x="249786" y="486127"/>
                  </a:cubicBezTo>
                  <a:cubicBezTo>
                    <a:pt x="249723" y="497895"/>
                    <a:pt x="252342" y="509677"/>
                    <a:pt x="254234" y="522149"/>
                  </a:cubicBezTo>
                  <a:cubicBezTo>
                    <a:pt x="257639" y="538021"/>
                    <a:pt x="263814" y="552765"/>
                    <a:pt x="271970" y="566775"/>
                  </a:cubicBezTo>
                  <a:cubicBezTo>
                    <a:pt x="286468" y="591681"/>
                    <a:pt x="306206" y="611434"/>
                    <a:pt x="331194" y="625529"/>
                  </a:cubicBezTo>
                  <a:cubicBezTo>
                    <a:pt x="358952" y="641186"/>
                    <a:pt x="388739" y="648953"/>
                    <a:pt x="420960" y="646362"/>
                  </a:cubicBezTo>
                  <a:cubicBezTo>
                    <a:pt x="432366" y="645445"/>
                    <a:pt x="443397" y="643509"/>
                    <a:pt x="454437" y="640527"/>
                  </a:cubicBezTo>
                  <a:cubicBezTo>
                    <a:pt x="480548" y="633474"/>
                    <a:pt x="502913" y="620069"/>
                    <a:pt x="522281" y="601571"/>
                  </a:cubicBezTo>
                  <a:cubicBezTo>
                    <a:pt x="538960" y="585643"/>
                    <a:pt x="551438" y="566723"/>
                    <a:pt x="560073" y="545302"/>
                  </a:cubicBezTo>
                  <a:cubicBezTo>
                    <a:pt x="567263" y="527465"/>
                    <a:pt x="571082" y="508915"/>
                    <a:pt x="571447" y="489710"/>
                  </a:cubicBezTo>
                  <a:cubicBezTo>
                    <a:pt x="571567" y="483409"/>
                    <a:pt x="570900" y="477089"/>
                    <a:pt x="570530" y="470781"/>
                  </a:cubicBezTo>
                  <a:cubicBezTo>
                    <a:pt x="569574" y="454514"/>
                    <a:pt x="565410" y="438962"/>
                    <a:pt x="559003" y="424108"/>
                  </a:cubicBezTo>
                  <a:cubicBezTo>
                    <a:pt x="546501" y="395119"/>
                    <a:pt x="527455" y="371345"/>
                    <a:pt x="501225" y="353486"/>
                  </a:cubicBezTo>
                  <a:cubicBezTo>
                    <a:pt x="473579" y="334662"/>
                    <a:pt x="442977" y="325365"/>
                    <a:pt x="409632" y="325198"/>
                  </a:cubicBezTo>
                  <a:close/>
                  <a:moveTo>
                    <a:pt x="427568" y="302735"/>
                  </a:moveTo>
                  <a:cubicBezTo>
                    <a:pt x="447177" y="304042"/>
                    <a:pt x="466110" y="309304"/>
                    <a:pt x="484281" y="317199"/>
                  </a:cubicBezTo>
                  <a:cubicBezTo>
                    <a:pt x="508402" y="327679"/>
                    <a:pt x="529222" y="342727"/>
                    <a:pt x="546906" y="362001"/>
                  </a:cubicBezTo>
                  <a:cubicBezTo>
                    <a:pt x="563496" y="380084"/>
                    <a:pt x="576095" y="400789"/>
                    <a:pt x="584149" y="424022"/>
                  </a:cubicBezTo>
                  <a:cubicBezTo>
                    <a:pt x="589818" y="440373"/>
                    <a:pt x="593069" y="457183"/>
                    <a:pt x="594328" y="474593"/>
                  </a:cubicBezTo>
                  <a:cubicBezTo>
                    <a:pt x="596109" y="499225"/>
                    <a:pt x="592397" y="522829"/>
                    <a:pt x="584566" y="546392"/>
                  </a:cubicBezTo>
                  <a:cubicBezTo>
                    <a:pt x="579460" y="563095"/>
                    <a:pt x="571604" y="578075"/>
                    <a:pt x="561492" y="591667"/>
                  </a:cubicBezTo>
                  <a:cubicBezTo>
                    <a:pt x="553906" y="601864"/>
                    <a:pt x="545527" y="611617"/>
                    <a:pt x="536501" y="620560"/>
                  </a:cubicBezTo>
                  <a:cubicBezTo>
                    <a:pt x="525689" y="631273"/>
                    <a:pt x="513091" y="639845"/>
                    <a:pt x="499725" y="647310"/>
                  </a:cubicBezTo>
                  <a:cubicBezTo>
                    <a:pt x="483603" y="656314"/>
                    <a:pt x="466489" y="662550"/>
                    <a:pt x="448538" y="666370"/>
                  </a:cubicBezTo>
                  <a:cubicBezTo>
                    <a:pt x="439938" y="668199"/>
                    <a:pt x="431081" y="669296"/>
                    <a:pt x="422295" y="669678"/>
                  </a:cubicBezTo>
                  <a:cubicBezTo>
                    <a:pt x="403530" y="670495"/>
                    <a:pt x="384845" y="669682"/>
                    <a:pt x="366482" y="664934"/>
                  </a:cubicBezTo>
                  <a:cubicBezTo>
                    <a:pt x="341302" y="658423"/>
                    <a:pt x="318405" y="647507"/>
                    <a:pt x="297827" y="631456"/>
                  </a:cubicBezTo>
                  <a:cubicBezTo>
                    <a:pt x="279787" y="617385"/>
                    <a:pt x="264774" y="600658"/>
                    <a:pt x="252899" y="581280"/>
                  </a:cubicBezTo>
                  <a:cubicBezTo>
                    <a:pt x="241246" y="562264"/>
                    <a:pt x="233733" y="541538"/>
                    <a:pt x="229655" y="519504"/>
                  </a:cubicBezTo>
                  <a:cubicBezTo>
                    <a:pt x="226829" y="504235"/>
                    <a:pt x="226000" y="488864"/>
                    <a:pt x="226984" y="473525"/>
                  </a:cubicBezTo>
                  <a:cubicBezTo>
                    <a:pt x="228317" y="452729"/>
                    <a:pt x="233067" y="432596"/>
                    <a:pt x="241501" y="413367"/>
                  </a:cubicBezTo>
                  <a:cubicBezTo>
                    <a:pt x="250143" y="393662"/>
                    <a:pt x="261681" y="376058"/>
                    <a:pt x="276408" y="360307"/>
                  </a:cubicBezTo>
                  <a:cubicBezTo>
                    <a:pt x="296366" y="338960"/>
                    <a:pt x="320022" y="323650"/>
                    <a:pt x="347234" y="313195"/>
                  </a:cubicBezTo>
                  <a:cubicBezTo>
                    <a:pt x="373265" y="303194"/>
                    <a:pt x="400249" y="300915"/>
                    <a:pt x="427568" y="302735"/>
                  </a:cubicBezTo>
                  <a:close/>
                  <a:moveTo>
                    <a:pt x="196" y="264443"/>
                  </a:moveTo>
                  <a:lnTo>
                    <a:pt x="45128" y="264443"/>
                  </a:lnTo>
                  <a:lnTo>
                    <a:pt x="45133" y="754258"/>
                  </a:lnTo>
                  <a:cubicBezTo>
                    <a:pt x="46826" y="754258"/>
                    <a:pt x="47944" y="754258"/>
                    <a:pt x="49063" y="754258"/>
                  </a:cubicBezTo>
                  <a:cubicBezTo>
                    <a:pt x="249035" y="754250"/>
                    <a:pt x="449008" y="754242"/>
                    <a:pt x="648994" y="754609"/>
                  </a:cubicBezTo>
                  <a:cubicBezTo>
                    <a:pt x="645727" y="769809"/>
                    <a:pt x="642447" y="784634"/>
                    <a:pt x="639166" y="799459"/>
                  </a:cubicBezTo>
                  <a:cubicBezTo>
                    <a:pt x="440627" y="799451"/>
                    <a:pt x="242087" y="799480"/>
                    <a:pt x="43548" y="799376"/>
                  </a:cubicBezTo>
                  <a:cubicBezTo>
                    <a:pt x="22925" y="799365"/>
                    <a:pt x="4376" y="784164"/>
                    <a:pt x="969" y="762877"/>
                  </a:cubicBezTo>
                  <a:cubicBezTo>
                    <a:pt x="386" y="759232"/>
                    <a:pt x="1" y="755511"/>
                    <a:pt x="0" y="751824"/>
                  </a:cubicBezTo>
                  <a:close/>
                  <a:moveTo>
                    <a:pt x="326931" y="45204"/>
                  </a:moveTo>
                  <a:cubicBezTo>
                    <a:pt x="314825" y="45200"/>
                    <a:pt x="304105" y="48445"/>
                    <a:pt x="295507" y="58548"/>
                  </a:cubicBezTo>
                  <a:cubicBezTo>
                    <a:pt x="290194" y="65475"/>
                    <a:pt x="288548" y="73338"/>
                    <a:pt x="288606" y="81982"/>
                  </a:cubicBezTo>
                  <a:cubicBezTo>
                    <a:pt x="288811" y="112087"/>
                    <a:pt x="288685" y="142194"/>
                    <a:pt x="288685" y="172301"/>
                  </a:cubicBezTo>
                  <a:cubicBezTo>
                    <a:pt x="288685" y="174036"/>
                    <a:pt x="288685" y="175772"/>
                    <a:pt x="288685" y="177490"/>
                  </a:cubicBezTo>
                  <a:cubicBezTo>
                    <a:pt x="368203" y="177490"/>
                    <a:pt x="447136" y="177490"/>
                    <a:pt x="526092" y="177490"/>
                  </a:cubicBezTo>
                  <a:cubicBezTo>
                    <a:pt x="526200" y="176730"/>
                    <a:pt x="526326" y="176260"/>
                    <a:pt x="526326" y="175791"/>
                  </a:cubicBezTo>
                  <a:cubicBezTo>
                    <a:pt x="526338" y="141921"/>
                    <a:pt x="526435" y="108051"/>
                    <a:pt x="526274" y="74182"/>
                  </a:cubicBezTo>
                  <a:cubicBezTo>
                    <a:pt x="526235" y="66208"/>
                    <a:pt x="521769" y="59799"/>
                    <a:pt x="516333" y="54586"/>
                  </a:cubicBezTo>
                  <a:cubicBezTo>
                    <a:pt x="508812" y="47374"/>
                    <a:pt x="499120" y="45217"/>
                    <a:pt x="488917" y="45216"/>
                  </a:cubicBezTo>
                  <a:cubicBezTo>
                    <a:pt x="434922" y="45207"/>
                    <a:pt x="380927" y="45222"/>
                    <a:pt x="326931" y="45204"/>
                  </a:cubicBezTo>
                  <a:close/>
                  <a:moveTo>
                    <a:pt x="323806" y="0"/>
                  </a:moveTo>
                  <a:cubicBezTo>
                    <a:pt x="380597" y="90"/>
                    <a:pt x="437390" y="-75"/>
                    <a:pt x="494181" y="94"/>
                  </a:cubicBezTo>
                  <a:cubicBezTo>
                    <a:pt x="516002" y="158"/>
                    <a:pt x="535047" y="8019"/>
                    <a:pt x="550211" y="23643"/>
                  </a:cubicBezTo>
                  <a:cubicBezTo>
                    <a:pt x="562258" y="36055"/>
                    <a:pt x="570046" y="51015"/>
                    <a:pt x="571497" y="68667"/>
                  </a:cubicBezTo>
                  <a:cubicBezTo>
                    <a:pt x="571988" y="74636"/>
                    <a:pt x="572435" y="80629"/>
                    <a:pt x="572456" y="86613"/>
                  </a:cubicBezTo>
                  <a:cubicBezTo>
                    <a:pt x="572555" y="115090"/>
                    <a:pt x="572500" y="143568"/>
                    <a:pt x="572500" y="172046"/>
                  </a:cubicBezTo>
                  <a:cubicBezTo>
                    <a:pt x="572500" y="173806"/>
                    <a:pt x="572500" y="175566"/>
                    <a:pt x="572500" y="177790"/>
                  </a:cubicBezTo>
                  <a:cubicBezTo>
                    <a:pt x="574648" y="177790"/>
                    <a:pt x="576400" y="177790"/>
                    <a:pt x="578152" y="177790"/>
                  </a:cubicBezTo>
                  <a:cubicBezTo>
                    <a:pt x="642963" y="177790"/>
                    <a:pt x="707775" y="177724"/>
                    <a:pt x="772586" y="177841"/>
                  </a:cubicBezTo>
                  <a:cubicBezTo>
                    <a:pt x="786837" y="177867"/>
                    <a:pt x="799977" y="181563"/>
                    <a:pt x="809783" y="192729"/>
                  </a:cubicBezTo>
                  <a:cubicBezTo>
                    <a:pt x="816568" y="200457"/>
                    <a:pt x="821006" y="209262"/>
                    <a:pt x="821001" y="220005"/>
                  </a:cubicBezTo>
                  <a:cubicBezTo>
                    <a:pt x="820942" y="357156"/>
                    <a:pt x="820963" y="494307"/>
                    <a:pt x="820605" y="632103"/>
                  </a:cubicBezTo>
                  <a:cubicBezTo>
                    <a:pt x="818507" y="632986"/>
                    <a:pt x="816776" y="633332"/>
                    <a:pt x="815030" y="633443"/>
                  </a:cubicBezTo>
                  <a:cubicBezTo>
                    <a:pt x="810673" y="633721"/>
                    <a:pt x="806269" y="633589"/>
                    <a:pt x="801956" y="634167"/>
                  </a:cubicBezTo>
                  <a:cubicBezTo>
                    <a:pt x="793199" y="635341"/>
                    <a:pt x="784489" y="636875"/>
                    <a:pt x="775771" y="637811"/>
                  </a:cubicBezTo>
                  <a:cubicBezTo>
                    <a:pt x="775783" y="499646"/>
                    <a:pt x="775783" y="361930"/>
                    <a:pt x="775783" y="223947"/>
                  </a:cubicBezTo>
                  <a:cubicBezTo>
                    <a:pt x="774224" y="223947"/>
                    <a:pt x="773265" y="223947"/>
                    <a:pt x="772306" y="223947"/>
                  </a:cubicBezTo>
                  <a:lnTo>
                    <a:pt x="86640" y="223712"/>
                  </a:lnTo>
                  <a:lnTo>
                    <a:pt x="86640" y="177835"/>
                  </a:lnTo>
                  <a:lnTo>
                    <a:pt x="237665" y="177790"/>
                  </a:lnTo>
                  <a:cubicBezTo>
                    <a:pt x="239435" y="177790"/>
                    <a:pt x="241204" y="177790"/>
                    <a:pt x="243510" y="177790"/>
                  </a:cubicBezTo>
                  <a:cubicBezTo>
                    <a:pt x="243510" y="175724"/>
                    <a:pt x="243510" y="173982"/>
                    <a:pt x="243510" y="172240"/>
                  </a:cubicBezTo>
                  <a:cubicBezTo>
                    <a:pt x="243510" y="140161"/>
                    <a:pt x="243209" y="108079"/>
                    <a:pt x="243599" y="76006"/>
                  </a:cubicBezTo>
                  <a:cubicBezTo>
                    <a:pt x="243956" y="46680"/>
                    <a:pt x="258063" y="25093"/>
                    <a:pt x="282935" y="10304"/>
                  </a:cubicBezTo>
                  <a:cubicBezTo>
                    <a:pt x="295474" y="2848"/>
                    <a:pt x="309254" y="-23"/>
                    <a:pt x="323806" y="0"/>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695" name="Freeform: Shape 2694">
              <a:extLst>
                <a:ext uri="{FF2B5EF4-FFF2-40B4-BE49-F238E27FC236}">
                  <a16:creationId xmlns:a16="http://schemas.microsoft.com/office/drawing/2014/main" id="{FA297BFE-537B-DBD3-D5A7-371B167CF1B7}"/>
                </a:ext>
                <a:ext uri="{C183D7F6-B498-43B3-948B-1728B52AA6E4}">
                  <adec:decorative xmlns:adec="http://schemas.microsoft.com/office/drawing/2017/decorative" val="1"/>
                </a:ext>
              </a:extLst>
            </p:cNvPr>
            <p:cNvSpPr/>
            <p:nvPr/>
          </p:nvSpPr>
          <p:spPr>
            <a:xfrm>
              <a:off x="10413291" y="5126654"/>
              <a:ext cx="464539" cy="380073"/>
            </a:xfrm>
            <a:custGeom>
              <a:avLst/>
              <a:gdLst>
                <a:gd name="connsiteX0" fmla="*/ 793948 w 1014771"/>
                <a:gd name="connsiteY0" fmla="*/ 582639 h 830258"/>
                <a:gd name="connsiteX1" fmla="*/ 805579 w 1014771"/>
                <a:gd name="connsiteY1" fmla="*/ 585367 h 830258"/>
                <a:gd name="connsiteX2" fmla="*/ 853150 w 1014771"/>
                <a:gd name="connsiteY2" fmla="*/ 612377 h 830258"/>
                <a:gd name="connsiteX3" fmla="*/ 897781 w 1014771"/>
                <a:gd name="connsiteY3" fmla="*/ 638747 h 830258"/>
                <a:gd name="connsiteX4" fmla="*/ 896983 w 1014771"/>
                <a:gd name="connsiteY4" fmla="*/ 656098 h 830258"/>
                <a:gd name="connsiteX5" fmla="*/ 830601 w 1014771"/>
                <a:gd name="connsiteY5" fmla="*/ 694707 h 830258"/>
                <a:gd name="connsiteX6" fmla="*/ 807683 w 1014771"/>
                <a:gd name="connsiteY6" fmla="*/ 707557 h 830258"/>
                <a:gd name="connsiteX7" fmla="*/ 795513 w 1014771"/>
                <a:gd name="connsiteY7" fmla="*/ 712020 h 830258"/>
                <a:gd name="connsiteX8" fmla="*/ 787086 w 1014771"/>
                <a:gd name="connsiteY8" fmla="*/ 699750 h 830258"/>
                <a:gd name="connsiteX9" fmla="*/ 787073 w 1014771"/>
                <a:gd name="connsiteY9" fmla="*/ 654616 h 830258"/>
                <a:gd name="connsiteX10" fmla="*/ 787136 w 1014771"/>
                <a:gd name="connsiteY10" fmla="*/ 594763 h 830258"/>
                <a:gd name="connsiteX11" fmla="*/ 793948 w 1014771"/>
                <a:gd name="connsiteY11" fmla="*/ 582639 h 830258"/>
                <a:gd name="connsiteX12" fmla="*/ 837403 w 1014771"/>
                <a:gd name="connsiteY12" fmla="*/ 486768 h 830258"/>
                <a:gd name="connsiteX13" fmla="*/ 808850 w 1014771"/>
                <a:gd name="connsiteY13" fmla="*/ 488596 h 830258"/>
                <a:gd name="connsiteX14" fmla="*/ 763087 w 1014771"/>
                <a:gd name="connsiteY14" fmla="*/ 502161 h 830258"/>
                <a:gd name="connsiteX15" fmla="*/ 706413 w 1014771"/>
                <a:gd name="connsiteY15" fmla="*/ 546950 h 830258"/>
                <a:gd name="connsiteX16" fmla="*/ 671396 w 1014771"/>
                <a:gd name="connsiteY16" fmla="*/ 634406 h 830258"/>
                <a:gd name="connsiteX17" fmla="*/ 675083 w 1014771"/>
                <a:gd name="connsiteY17" fmla="*/ 683148 h 830258"/>
                <a:gd name="connsiteX18" fmla="*/ 723012 w 1014771"/>
                <a:gd name="connsiteY18" fmla="*/ 764869 h 830258"/>
                <a:gd name="connsiteX19" fmla="*/ 767910 w 1014771"/>
                <a:gd name="connsiteY19" fmla="*/ 794254 h 830258"/>
                <a:gd name="connsiteX20" fmla="*/ 827119 w 1014771"/>
                <a:gd name="connsiteY20" fmla="*/ 807552 h 830258"/>
                <a:gd name="connsiteX21" fmla="*/ 852730 w 1014771"/>
                <a:gd name="connsiteY21" fmla="*/ 805747 h 830258"/>
                <a:gd name="connsiteX22" fmla="*/ 901218 w 1014771"/>
                <a:gd name="connsiteY22" fmla="*/ 791320 h 830258"/>
                <a:gd name="connsiteX23" fmla="*/ 951539 w 1014771"/>
                <a:gd name="connsiteY23" fmla="*/ 752948 h 830258"/>
                <a:gd name="connsiteX24" fmla="*/ 974557 w 1014771"/>
                <a:gd name="connsiteY24" fmla="*/ 719237 h 830258"/>
                <a:gd name="connsiteX25" fmla="*/ 990411 w 1014771"/>
                <a:gd name="connsiteY25" fmla="*/ 666225 h 830258"/>
                <a:gd name="connsiteX26" fmla="*/ 987324 w 1014771"/>
                <a:gd name="connsiteY26" fmla="*/ 610830 h 830258"/>
                <a:gd name="connsiteX27" fmla="*/ 976697 w 1014771"/>
                <a:gd name="connsiteY27" fmla="*/ 579348 h 830258"/>
                <a:gd name="connsiteX28" fmla="*/ 946077 w 1014771"/>
                <a:gd name="connsiteY28" fmla="*/ 535166 h 830258"/>
                <a:gd name="connsiteX29" fmla="*/ 911808 w 1014771"/>
                <a:gd name="connsiteY29" fmla="*/ 508594 h 830258"/>
                <a:gd name="connsiteX30" fmla="*/ 837403 w 1014771"/>
                <a:gd name="connsiteY30" fmla="*/ 486768 h 830258"/>
                <a:gd name="connsiteX31" fmla="*/ 829937 w 1014771"/>
                <a:gd name="connsiteY31" fmla="*/ 464076 h 830258"/>
                <a:gd name="connsiteX32" fmla="*/ 894156 w 1014771"/>
                <a:gd name="connsiteY32" fmla="*/ 474758 h 830258"/>
                <a:gd name="connsiteX33" fmla="*/ 948081 w 1014771"/>
                <a:gd name="connsiteY33" fmla="*/ 505682 h 830258"/>
                <a:gd name="connsiteX34" fmla="*/ 989745 w 1014771"/>
                <a:gd name="connsiteY34" fmla="*/ 554434 h 830258"/>
                <a:gd name="connsiteX35" fmla="*/ 1010937 w 1014771"/>
                <a:gd name="connsiteY35" fmla="*/ 610771 h 830258"/>
                <a:gd name="connsiteX36" fmla="*/ 1014737 w 1014771"/>
                <a:gd name="connsiteY36" fmla="*/ 642841 h 830258"/>
                <a:gd name="connsiteX37" fmla="*/ 991947 w 1014771"/>
                <a:gd name="connsiteY37" fmla="*/ 735815 h 830258"/>
                <a:gd name="connsiteX38" fmla="*/ 949749 w 1014771"/>
                <a:gd name="connsiteY38" fmla="*/ 787117 h 830258"/>
                <a:gd name="connsiteX39" fmla="*/ 912034 w 1014771"/>
                <a:gd name="connsiteY39" fmla="*/ 811874 h 830258"/>
                <a:gd name="connsiteX40" fmla="*/ 857677 w 1014771"/>
                <a:gd name="connsiteY40" fmla="*/ 828260 h 830258"/>
                <a:gd name="connsiteX41" fmla="*/ 819808 w 1014771"/>
                <a:gd name="connsiteY41" fmla="*/ 830069 h 830258"/>
                <a:gd name="connsiteX42" fmla="*/ 754997 w 1014771"/>
                <a:gd name="connsiteY42" fmla="*/ 813778 h 830258"/>
                <a:gd name="connsiteX43" fmla="*/ 702479 w 1014771"/>
                <a:gd name="connsiteY43" fmla="*/ 777638 h 830258"/>
                <a:gd name="connsiteX44" fmla="*/ 656505 w 1014771"/>
                <a:gd name="connsiteY44" fmla="*/ 702318 h 830258"/>
                <a:gd name="connsiteX45" fmla="*/ 648582 w 1014771"/>
                <a:gd name="connsiteY45" fmla="*/ 652516 h 830258"/>
                <a:gd name="connsiteX46" fmla="*/ 648537 w 1014771"/>
                <a:gd name="connsiteY46" fmla="*/ 631437 h 830258"/>
                <a:gd name="connsiteX47" fmla="*/ 658478 w 1014771"/>
                <a:gd name="connsiteY47" fmla="*/ 585793 h 830258"/>
                <a:gd name="connsiteX48" fmla="*/ 663266 w 1014771"/>
                <a:gd name="connsiteY48" fmla="*/ 574090 h 830258"/>
                <a:gd name="connsiteX49" fmla="*/ 695915 w 1014771"/>
                <a:gd name="connsiteY49" fmla="*/ 523364 h 830258"/>
                <a:gd name="connsiteX50" fmla="*/ 737834 w 1014771"/>
                <a:gd name="connsiteY50" fmla="*/ 489234 h 830258"/>
                <a:gd name="connsiteX51" fmla="*/ 785082 w 1014771"/>
                <a:gd name="connsiteY51" fmla="*/ 469781 h 830258"/>
                <a:gd name="connsiteX52" fmla="*/ 811279 w 1014771"/>
                <a:gd name="connsiteY52" fmla="*/ 465687 h 830258"/>
                <a:gd name="connsiteX53" fmla="*/ 824353 w 1014771"/>
                <a:gd name="connsiteY53" fmla="*/ 464963 h 830258"/>
                <a:gd name="connsiteX54" fmla="*/ 829937 w 1014771"/>
                <a:gd name="connsiteY54" fmla="*/ 464076 h 830258"/>
                <a:gd name="connsiteX55" fmla="*/ 0 w 1014771"/>
                <a:gd name="connsiteY55" fmla="*/ 0 h 830258"/>
                <a:gd name="connsiteX56" fmla="*/ 66466 w 1014771"/>
                <a:gd name="connsiteY56" fmla="*/ 0 h 830258"/>
                <a:gd name="connsiteX57" fmla="*/ 66466 w 1014771"/>
                <a:gd name="connsiteY57" fmla="*/ 66466 h 830258"/>
                <a:gd name="connsiteX58" fmla="*/ 0 w 1014771"/>
                <a:gd name="connsiteY58" fmla="*/ 66466 h 830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14771" h="830258">
                  <a:moveTo>
                    <a:pt x="793948" y="582639"/>
                  </a:moveTo>
                  <a:cubicBezTo>
                    <a:pt x="797645" y="582102"/>
                    <a:pt x="802162" y="583501"/>
                    <a:pt x="805579" y="585367"/>
                  </a:cubicBezTo>
                  <a:cubicBezTo>
                    <a:pt x="821580" y="594107"/>
                    <a:pt x="837381" y="603219"/>
                    <a:pt x="853150" y="612377"/>
                  </a:cubicBezTo>
                  <a:cubicBezTo>
                    <a:pt x="868092" y="621054"/>
                    <a:pt x="882893" y="629976"/>
                    <a:pt x="897781" y="638747"/>
                  </a:cubicBezTo>
                  <a:cubicBezTo>
                    <a:pt x="907117" y="644248"/>
                    <a:pt x="904567" y="651721"/>
                    <a:pt x="896983" y="656098"/>
                  </a:cubicBezTo>
                  <a:cubicBezTo>
                    <a:pt x="874814" y="668895"/>
                    <a:pt x="852741" y="681859"/>
                    <a:pt x="830601" y="694707"/>
                  </a:cubicBezTo>
                  <a:cubicBezTo>
                    <a:pt x="823127" y="699044"/>
                    <a:pt x="815567" y="703231"/>
                    <a:pt x="807683" y="707557"/>
                  </a:cubicBezTo>
                  <a:cubicBezTo>
                    <a:pt x="803386" y="709187"/>
                    <a:pt x="799471" y="711956"/>
                    <a:pt x="795513" y="712020"/>
                  </a:cubicBezTo>
                  <a:cubicBezTo>
                    <a:pt x="789775" y="712113"/>
                    <a:pt x="787110" y="707432"/>
                    <a:pt x="787086" y="699750"/>
                  </a:cubicBezTo>
                  <a:cubicBezTo>
                    <a:pt x="787040" y="684706"/>
                    <a:pt x="787073" y="669661"/>
                    <a:pt x="787073" y="654616"/>
                  </a:cubicBezTo>
                  <a:cubicBezTo>
                    <a:pt x="787073" y="634665"/>
                    <a:pt x="786981" y="614713"/>
                    <a:pt x="787136" y="594763"/>
                  </a:cubicBezTo>
                  <a:cubicBezTo>
                    <a:pt x="787176" y="589625"/>
                    <a:pt x="787496" y="583576"/>
                    <a:pt x="793948" y="582639"/>
                  </a:cubicBezTo>
                  <a:close/>
                  <a:moveTo>
                    <a:pt x="837403" y="486768"/>
                  </a:moveTo>
                  <a:cubicBezTo>
                    <a:pt x="827935" y="486307"/>
                    <a:pt x="818343" y="487650"/>
                    <a:pt x="808850" y="488596"/>
                  </a:cubicBezTo>
                  <a:cubicBezTo>
                    <a:pt x="792763" y="490200"/>
                    <a:pt x="777591" y="495223"/>
                    <a:pt x="763087" y="502161"/>
                  </a:cubicBezTo>
                  <a:cubicBezTo>
                    <a:pt x="740845" y="512800"/>
                    <a:pt x="721947" y="527596"/>
                    <a:pt x="706413" y="546950"/>
                  </a:cubicBezTo>
                  <a:cubicBezTo>
                    <a:pt x="685795" y="572638"/>
                    <a:pt x="674284" y="601910"/>
                    <a:pt x="671396" y="634406"/>
                  </a:cubicBezTo>
                  <a:cubicBezTo>
                    <a:pt x="669949" y="650681"/>
                    <a:pt x="671082" y="667078"/>
                    <a:pt x="675083" y="683148"/>
                  </a:cubicBezTo>
                  <a:cubicBezTo>
                    <a:pt x="683045" y="715123"/>
                    <a:pt x="698459" y="742593"/>
                    <a:pt x="723012" y="764869"/>
                  </a:cubicBezTo>
                  <a:cubicBezTo>
                    <a:pt x="736463" y="777073"/>
                    <a:pt x="751301" y="786847"/>
                    <a:pt x="767910" y="794254"/>
                  </a:cubicBezTo>
                  <a:cubicBezTo>
                    <a:pt x="786821" y="802688"/>
                    <a:pt x="806670" y="806639"/>
                    <a:pt x="827119" y="807552"/>
                  </a:cubicBezTo>
                  <a:cubicBezTo>
                    <a:pt x="835613" y="807932"/>
                    <a:pt x="844202" y="806535"/>
                    <a:pt x="852730" y="805747"/>
                  </a:cubicBezTo>
                  <a:cubicBezTo>
                    <a:pt x="869839" y="804164"/>
                    <a:pt x="885881" y="798812"/>
                    <a:pt x="901218" y="791320"/>
                  </a:cubicBezTo>
                  <a:cubicBezTo>
                    <a:pt x="920522" y="781890"/>
                    <a:pt x="937309" y="769212"/>
                    <a:pt x="951539" y="752948"/>
                  </a:cubicBezTo>
                  <a:cubicBezTo>
                    <a:pt x="960612" y="742579"/>
                    <a:pt x="968384" y="731418"/>
                    <a:pt x="974557" y="719237"/>
                  </a:cubicBezTo>
                  <a:cubicBezTo>
                    <a:pt x="982999" y="702581"/>
                    <a:pt x="988533" y="684944"/>
                    <a:pt x="990411" y="666225"/>
                  </a:cubicBezTo>
                  <a:cubicBezTo>
                    <a:pt x="992282" y="647572"/>
                    <a:pt x="992290" y="629010"/>
                    <a:pt x="987324" y="610830"/>
                  </a:cubicBezTo>
                  <a:cubicBezTo>
                    <a:pt x="984473" y="600390"/>
                    <a:pt x="980584" y="590234"/>
                    <a:pt x="976697" y="579348"/>
                  </a:cubicBezTo>
                  <a:cubicBezTo>
                    <a:pt x="968932" y="562929"/>
                    <a:pt x="958743" y="548163"/>
                    <a:pt x="946077" y="535166"/>
                  </a:cubicBezTo>
                  <a:cubicBezTo>
                    <a:pt x="935907" y="524730"/>
                    <a:pt x="924372" y="516041"/>
                    <a:pt x="911808" y="508594"/>
                  </a:cubicBezTo>
                  <a:cubicBezTo>
                    <a:pt x="888825" y="494970"/>
                    <a:pt x="863863" y="488055"/>
                    <a:pt x="837403" y="486768"/>
                  </a:cubicBezTo>
                  <a:close/>
                  <a:moveTo>
                    <a:pt x="829937" y="464076"/>
                  </a:moveTo>
                  <a:cubicBezTo>
                    <a:pt x="852236" y="463716"/>
                    <a:pt x="873520" y="467332"/>
                    <a:pt x="894156" y="474758"/>
                  </a:cubicBezTo>
                  <a:cubicBezTo>
                    <a:pt x="913957" y="481883"/>
                    <a:pt x="931884" y="492263"/>
                    <a:pt x="948081" y="505682"/>
                  </a:cubicBezTo>
                  <a:cubicBezTo>
                    <a:pt x="964793" y="519527"/>
                    <a:pt x="979059" y="535576"/>
                    <a:pt x="989745" y="554434"/>
                  </a:cubicBezTo>
                  <a:cubicBezTo>
                    <a:pt x="999716" y="572030"/>
                    <a:pt x="1007788" y="590560"/>
                    <a:pt x="1010937" y="610771"/>
                  </a:cubicBezTo>
                  <a:cubicBezTo>
                    <a:pt x="1012594" y="621408"/>
                    <a:pt x="1014541" y="632129"/>
                    <a:pt x="1014737" y="642841"/>
                  </a:cubicBezTo>
                  <a:cubicBezTo>
                    <a:pt x="1015341" y="675747"/>
                    <a:pt x="1007949" y="706910"/>
                    <a:pt x="991947" y="735815"/>
                  </a:cubicBezTo>
                  <a:cubicBezTo>
                    <a:pt x="981053" y="755493"/>
                    <a:pt x="966945" y="772515"/>
                    <a:pt x="949749" y="787117"/>
                  </a:cubicBezTo>
                  <a:cubicBezTo>
                    <a:pt x="938155" y="796963"/>
                    <a:pt x="925607" y="805230"/>
                    <a:pt x="912034" y="811874"/>
                  </a:cubicBezTo>
                  <a:cubicBezTo>
                    <a:pt x="894852" y="820286"/>
                    <a:pt x="876844" y="826489"/>
                    <a:pt x="857677" y="828260"/>
                  </a:cubicBezTo>
                  <a:cubicBezTo>
                    <a:pt x="845094" y="829423"/>
                    <a:pt x="832364" y="830760"/>
                    <a:pt x="819808" y="830069"/>
                  </a:cubicBezTo>
                  <a:cubicBezTo>
                    <a:pt x="797291" y="828830"/>
                    <a:pt x="775618" y="823384"/>
                    <a:pt x="754997" y="813778"/>
                  </a:cubicBezTo>
                  <a:cubicBezTo>
                    <a:pt x="735407" y="804653"/>
                    <a:pt x="717806" y="792857"/>
                    <a:pt x="702479" y="777638"/>
                  </a:cubicBezTo>
                  <a:cubicBezTo>
                    <a:pt x="680985" y="756294"/>
                    <a:pt x="665483" y="731275"/>
                    <a:pt x="656505" y="702318"/>
                  </a:cubicBezTo>
                  <a:cubicBezTo>
                    <a:pt x="651481" y="686117"/>
                    <a:pt x="648294" y="669591"/>
                    <a:pt x="648582" y="652516"/>
                  </a:cubicBezTo>
                  <a:cubicBezTo>
                    <a:pt x="648698" y="645644"/>
                    <a:pt x="648591" y="638769"/>
                    <a:pt x="648537" y="631437"/>
                  </a:cubicBezTo>
                  <a:cubicBezTo>
                    <a:pt x="651769" y="616154"/>
                    <a:pt x="655050" y="601329"/>
                    <a:pt x="658478" y="585793"/>
                  </a:cubicBezTo>
                  <a:cubicBezTo>
                    <a:pt x="660175" y="581419"/>
                    <a:pt x="661782" y="577779"/>
                    <a:pt x="663266" y="574090"/>
                  </a:cubicBezTo>
                  <a:cubicBezTo>
                    <a:pt x="670907" y="555092"/>
                    <a:pt x="682276" y="538439"/>
                    <a:pt x="695915" y="523364"/>
                  </a:cubicBezTo>
                  <a:cubicBezTo>
                    <a:pt x="708109" y="509885"/>
                    <a:pt x="722122" y="498449"/>
                    <a:pt x="737834" y="489234"/>
                  </a:cubicBezTo>
                  <a:cubicBezTo>
                    <a:pt x="752657" y="480541"/>
                    <a:pt x="768305" y="473769"/>
                    <a:pt x="785082" y="469781"/>
                  </a:cubicBezTo>
                  <a:cubicBezTo>
                    <a:pt x="793811" y="468395"/>
                    <a:pt x="802521" y="466861"/>
                    <a:pt x="811279" y="465687"/>
                  </a:cubicBezTo>
                  <a:cubicBezTo>
                    <a:pt x="815591" y="465109"/>
                    <a:pt x="819995" y="465241"/>
                    <a:pt x="824353" y="464963"/>
                  </a:cubicBezTo>
                  <a:cubicBezTo>
                    <a:pt x="826099" y="464852"/>
                    <a:pt x="827830" y="464506"/>
                    <a:pt x="829937" y="464076"/>
                  </a:cubicBezTo>
                  <a:close/>
                  <a:moveTo>
                    <a:pt x="0" y="0"/>
                  </a:moveTo>
                  <a:lnTo>
                    <a:pt x="66466" y="0"/>
                  </a:lnTo>
                  <a:lnTo>
                    <a:pt x="66466" y="66466"/>
                  </a:lnTo>
                  <a:lnTo>
                    <a:pt x="0" y="66466"/>
                  </a:ln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03" name="Group 102">
            <a:extLst>
              <a:ext uri="{FF2B5EF4-FFF2-40B4-BE49-F238E27FC236}">
                <a16:creationId xmlns:a16="http://schemas.microsoft.com/office/drawing/2014/main" id="{AF82B2E3-ACFD-BBCB-9215-521DBA5D9EE6}"/>
              </a:ext>
              <a:ext uri="{C183D7F6-B498-43B3-948B-1728B52AA6E4}">
                <adec:decorative xmlns:adec="http://schemas.microsoft.com/office/drawing/2017/decorative" val="1"/>
              </a:ext>
            </a:extLst>
          </p:cNvPr>
          <p:cNvGrpSpPr>
            <a:grpSpLocks noChangeAspect="1"/>
          </p:cNvGrpSpPr>
          <p:nvPr/>
        </p:nvGrpSpPr>
        <p:grpSpPr>
          <a:xfrm>
            <a:off x="11049308" y="5049527"/>
            <a:ext cx="502930" cy="457200"/>
            <a:chOff x="11049308" y="5049527"/>
            <a:chExt cx="502930" cy="457200"/>
          </a:xfrm>
          <a:solidFill>
            <a:srgbClr val="FF0000"/>
          </a:solidFill>
        </p:grpSpPr>
        <p:sp>
          <p:nvSpPr>
            <p:cNvPr id="2697" name="Freeform: Shape 2696">
              <a:extLst>
                <a:ext uri="{FF2B5EF4-FFF2-40B4-BE49-F238E27FC236}">
                  <a16:creationId xmlns:a16="http://schemas.microsoft.com/office/drawing/2014/main" id="{AAC84E38-B695-1355-29E6-FD9C7D3733E5}"/>
                </a:ext>
                <a:ext uri="{C183D7F6-B498-43B3-948B-1728B52AA6E4}">
                  <adec:decorative xmlns:adec="http://schemas.microsoft.com/office/drawing/2017/decorative" val="1"/>
                </a:ext>
              </a:extLst>
            </p:cNvPr>
            <p:cNvSpPr/>
            <p:nvPr/>
          </p:nvSpPr>
          <p:spPr>
            <a:xfrm>
              <a:off x="11049308" y="5056386"/>
              <a:ext cx="502930" cy="450341"/>
            </a:xfrm>
            <a:custGeom>
              <a:avLst/>
              <a:gdLst>
                <a:gd name="connsiteX0" fmla="*/ 223362 w 847277"/>
                <a:gd name="connsiteY0" fmla="*/ 247947 h 758681"/>
                <a:gd name="connsiteX1" fmla="*/ 223362 w 847277"/>
                <a:gd name="connsiteY1" fmla="*/ 711941 h 758681"/>
                <a:gd name="connsiteX2" fmla="*/ 624217 w 847277"/>
                <a:gd name="connsiteY2" fmla="*/ 711941 h 758681"/>
                <a:gd name="connsiteX3" fmla="*/ 624217 w 847277"/>
                <a:gd name="connsiteY3" fmla="*/ 645585 h 758681"/>
                <a:gd name="connsiteX4" fmla="*/ 668835 w 847277"/>
                <a:gd name="connsiteY4" fmla="*/ 645585 h 758681"/>
                <a:gd name="connsiteX5" fmla="*/ 668835 w 847277"/>
                <a:gd name="connsiteY5" fmla="*/ 711941 h 758681"/>
                <a:gd name="connsiteX6" fmla="*/ 711369 w 847277"/>
                <a:gd name="connsiteY6" fmla="*/ 711941 h 758681"/>
                <a:gd name="connsiteX7" fmla="*/ 711369 w 847277"/>
                <a:gd name="connsiteY7" fmla="*/ 247947 h 758681"/>
                <a:gd name="connsiteX8" fmla="*/ 661924 w 847277"/>
                <a:gd name="connsiteY8" fmla="*/ 247947 h 758681"/>
                <a:gd name="connsiteX9" fmla="*/ 646347 w 847277"/>
                <a:gd name="connsiteY9" fmla="*/ 258449 h 758681"/>
                <a:gd name="connsiteX10" fmla="*/ 602975 w 847277"/>
                <a:gd name="connsiteY10" fmla="*/ 267205 h 758681"/>
                <a:gd name="connsiteX11" fmla="*/ 559603 w 847277"/>
                <a:gd name="connsiteY11" fmla="*/ 258449 h 758681"/>
                <a:gd name="connsiteX12" fmla="*/ 544026 w 847277"/>
                <a:gd name="connsiteY12" fmla="*/ 247947 h 758681"/>
                <a:gd name="connsiteX13" fmla="*/ 602975 w 847277"/>
                <a:gd name="connsiteY13" fmla="*/ 87112 h 758681"/>
                <a:gd name="connsiteX14" fmla="*/ 534308 w 847277"/>
                <a:gd name="connsiteY14" fmla="*/ 155779 h 758681"/>
                <a:gd name="connsiteX15" fmla="*/ 602975 w 847277"/>
                <a:gd name="connsiteY15" fmla="*/ 224446 h 758681"/>
                <a:gd name="connsiteX16" fmla="*/ 671642 w 847277"/>
                <a:gd name="connsiteY16" fmla="*/ 155779 h 758681"/>
                <a:gd name="connsiteX17" fmla="*/ 602975 w 847277"/>
                <a:gd name="connsiteY17" fmla="*/ 87112 h 758681"/>
                <a:gd name="connsiteX18" fmla="*/ 88865 w 847277"/>
                <a:gd name="connsiteY18" fmla="*/ 0 h 758681"/>
                <a:gd name="connsiteX19" fmla="*/ 130415 w 847277"/>
                <a:gd name="connsiteY19" fmla="*/ 0 h 758681"/>
                <a:gd name="connsiteX20" fmla="*/ 133483 w 847277"/>
                <a:gd name="connsiteY20" fmla="*/ 0 h 758681"/>
                <a:gd name="connsiteX21" fmla="*/ 247434 w 847277"/>
                <a:gd name="connsiteY21" fmla="*/ 0 h 758681"/>
                <a:gd name="connsiteX22" fmla="*/ 247434 w 847277"/>
                <a:gd name="connsiteY22" fmla="*/ 44618 h 758681"/>
                <a:gd name="connsiteX23" fmla="*/ 133483 w 847277"/>
                <a:gd name="connsiteY23" fmla="*/ 44618 h 758681"/>
                <a:gd name="connsiteX24" fmla="*/ 133483 w 847277"/>
                <a:gd name="connsiteY24" fmla="*/ 714062 h 758681"/>
                <a:gd name="connsiteX25" fmla="*/ 176624 w 847277"/>
                <a:gd name="connsiteY25" fmla="*/ 714062 h 758681"/>
                <a:gd name="connsiteX26" fmla="*/ 176624 w 847277"/>
                <a:gd name="connsiteY26" fmla="*/ 201208 h 758681"/>
                <a:gd name="connsiteX27" fmla="*/ 290385 w 847277"/>
                <a:gd name="connsiteY27" fmla="*/ 201208 h 758681"/>
                <a:gd name="connsiteX28" fmla="*/ 290385 w 847277"/>
                <a:gd name="connsiteY28" fmla="*/ 86757 h 758681"/>
                <a:gd name="connsiteX29" fmla="*/ 335004 w 847277"/>
                <a:gd name="connsiteY29" fmla="*/ 86757 h 758681"/>
                <a:gd name="connsiteX30" fmla="*/ 335004 w 847277"/>
                <a:gd name="connsiteY30" fmla="*/ 201208 h 758681"/>
                <a:gd name="connsiteX31" fmla="*/ 501421 w 847277"/>
                <a:gd name="connsiteY31" fmla="*/ 201208 h 758681"/>
                <a:gd name="connsiteX32" fmla="*/ 510578 w 847277"/>
                <a:gd name="connsiteY32" fmla="*/ 218078 h 758681"/>
                <a:gd name="connsiteX33" fmla="*/ 524184 w 847277"/>
                <a:gd name="connsiteY33" fmla="*/ 234569 h 758681"/>
                <a:gd name="connsiteX34" fmla="*/ 524185 w 847277"/>
                <a:gd name="connsiteY34" fmla="*/ 234569 h 758681"/>
                <a:gd name="connsiteX35" fmla="*/ 500305 w 847277"/>
                <a:gd name="connsiteY35" fmla="*/ 199151 h 758681"/>
                <a:gd name="connsiteX36" fmla="*/ 491549 w 847277"/>
                <a:gd name="connsiteY36" fmla="*/ 155779 h 758681"/>
                <a:gd name="connsiteX37" fmla="*/ 602975 w 847277"/>
                <a:gd name="connsiteY37" fmla="*/ 44353 h 758681"/>
                <a:gd name="connsiteX38" fmla="*/ 714401 w 847277"/>
                <a:gd name="connsiteY38" fmla="*/ 155779 h 758681"/>
                <a:gd name="connsiteX39" fmla="*/ 705645 w 847277"/>
                <a:gd name="connsiteY39" fmla="*/ 199151 h 758681"/>
                <a:gd name="connsiteX40" fmla="*/ 681772 w 847277"/>
                <a:gd name="connsiteY40" fmla="*/ 234558 h 758681"/>
                <a:gd name="connsiteX41" fmla="*/ 695370 w 847277"/>
                <a:gd name="connsiteY41" fmla="*/ 218078 h 758681"/>
                <a:gd name="connsiteX42" fmla="*/ 704527 w 847277"/>
                <a:gd name="connsiteY42" fmla="*/ 201208 h 758681"/>
                <a:gd name="connsiteX43" fmla="*/ 758107 w 847277"/>
                <a:gd name="connsiteY43" fmla="*/ 201208 h 758681"/>
                <a:gd name="connsiteX44" fmla="*/ 758107 w 847277"/>
                <a:gd name="connsiteY44" fmla="*/ 714062 h 758681"/>
                <a:gd name="connsiteX45" fmla="*/ 847277 w 847277"/>
                <a:gd name="connsiteY45" fmla="*/ 714062 h 758681"/>
                <a:gd name="connsiteX46" fmla="*/ 847277 w 847277"/>
                <a:gd name="connsiteY46" fmla="*/ 758681 h 758681"/>
                <a:gd name="connsiteX47" fmla="*/ 344054 w 847277"/>
                <a:gd name="connsiteY47" fmla="*/ 758681 h 758681"/>
                <a:gd name="connsiteX48" fmla="*/ 243662 w 847277"/>
                <a:gd name="connsiteY48" fmla="*/ 758681 h 758681"/>
                <a:gd name="connsiteX49" fmla="*/ 0 w 847277"/>
                <a:gd name="connsiteY49" fmla="*/ 758681 h 758681"/>
                <a:gd name="connsiteX50" fmla="*/ 0 w 847277"/>
                <a:gd name="connsiteY50" fmla="*/ 714062 h 758681"/>
                <a:gd name="connsiteX51" fmla="*/ 88865 w 847277"/>
                <a:gd name="connsiteY51" fmla="*/ 714062 h 75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47277" h="758681">
                  <a:moveTo>
                    <a:pt x="223362" y="247947"/>
                  </a:moveTo>
                  <a:lnTo>
                    <a:pt x="223362" y="711941"/>
                  </a:lnTo>
                  <a:lnTo>
                    <a:pt x="624217" y="711941"/>
                  </a:lnTo>
                  <a:lnTo>
                    <a:pt x="624217" y="645585"/>
                  </a:lnTo>
                  <a:lnTo>
                    <a:pt x="668835" y="645585"/>
                  </a:lnTo>
                  <a:lnTo>
                    <a:pt x="668835" y="711941"/>
                  </a:lnTo>
                  <a:lnTo>
                    <a:pt x="711369" y="711941"/>
                  </a:lnTo>
                  <a:lnTo>
                    <a:pt x="711369" y="247947"/>
                  </a:lnTo>
                  <a:lnTo>
                    <a:pt x="661924" y="247947"/>
                  </a:lnTo>
                  <a:lnTo>
                    <a:pt x="646347" y="258449"/>
                  </a:lnTo>
                  <a:cubicBezTo>
                    <a:pt x="633016" y="264087"/>
                    <a:pt x="618360" y="267205"/>
                    <a:pt x="602975" y="267205"/>
                  </a:cubicBezTo>
                  <a:cubicBezTo>
                    <a:pt x="587590" y="267205"/>
                    <a:pt x="572934" y="264087"/>
                    <a:pt x="559603" y="258449"/>
                  </a:cubicBezTo>
                  <a:lnTo>
                    <a:pt x="544026" y="247947"/>
                  </a:lnTo>
                  <a:close/>
                  <a:moveTo>
                    <a:pt x="602975" y="87112"/>
                  </a:moveTo>
                  <a:cubicBezTo>
                    <a:pt x="565051" y="87112"/>
                    <a:pt x="534308" y="117855"/>
                    <a:pt x="534308" y="155779"/>
                  </a:cubicBezTo>
                  <a:cubicBezTo>
                    <a:pt x="534308" y="193703"/>
                    <a:pt x="565051" y="224446"/>
                    <a:pt x="602975" y="224446"/>
                  </a:cubicBezTo>
                  <a:cubicBezTo>
                    <a:pt x="640899" y="224446"/>
                    <a:pt x="671642" y="193703"/>
                    <a:pt x="671642" y="155779"/>
                  </a:cubicBezTo>
                  <a:cubicBezTo>
                    <a:pt x="671642" y="117855"/>
                    <a:pt x="640899" y="87112"/>
                    <a:pt x="602975" y="87112"/>
                  </a:cubicBezTo>
                  <a:close/>
                  <a:moveTo>
                    <a:pt x="88865" y="0"/>
                  </a:moveTo>
                  <a:lnTo>
                    <a:pt x="130415" y="0"/>
                  </a:lnTo>
                  <a:lnTo>
                    <a:pt x="133483" y="0"/>
                  </a:lnTo>
                  <a:lnTo>
                    <a:pt x="247434" y="0"/>
                  </a:lnTo>
                  <a:lnTo>
                    <a:pt x="247434" y="44618"/>
                  </a:lnTo>
                  <a:lnTo>
                    <a:pt x="133483" y="44618"/>
                  </a:lnTo>
                  <a:lnTo>
                    <a:pt x="133483" y="714062"/>
                  </a:lnTo>
                  <a:lnTo>
                    <a:pt x="176624" y="714062"/>
                  </a:lnTo>
                  <a:lnTo>
                    <a:pt x="176624" y="201208"/>
                  </a:lnTo>
                  <a:lnTo>
                    <a:pt x="290385" y="201208"/>
                  </a:lnTo>
                  <a:lnTo>
                    <a:pt x="290385" y="86757"/>
                  </a:lnTo>
                  <a:lnTo>
                    <a:pt x="335004" y="86757"/>
                  </a:lnTo>
                  <a:lnTo>
                    <a:pt x="335004" y="201208"/>
                  </a:lnTo>
                  <a:lnTo>
                    <a:pt x="501421" y="201208"/>
                  </a:lnTo>
                  <a:lnTo>
                    <a:pt x="510578" y="218078"/>
                  </a:lnTo>
                  <a:cubicBezTo>
                    <a:pt x="514583" y="224005"/>
                    <a:pt x="519143" y="229527"/>
                    <a:pt x="524184" y="234569"/>
                  </a:cubicBezTo>
                  <a:lnTo>
                    <a:pt x="524185" y="234569"/>
                  </a:lnTo>
                  <a:lnTo>
                    <a:pt x="500305" y="199151"/>
                  </a:lnTo>
                  <a:cubicBezTo>
                    <a:pt x="494667" y="185820"/>
                    <a:pt x="491549" y="171164"/>
                    <a:pt x="491549" y="155779"/>
                  </a:cubicBezTo>
                  <a:cubicBezTo>
                    <a:pt x="491549" y="94240"/>
                    <a:pt x="541436" y="44353"/>
                    <a:pt x="602975" y="44353"/>
                  </a:cubicBezTo>
                  <a:cubicBezTo>
                    <a:pt x="664514" y="44353"/>
                    <a:pt x="714401" y="94240"/>
                    <a:pt x="714401" y="155779"/>
                  </a:cubicBezTo>
                  <a:cubicBezTo>
                    <a:pt x="714401" y="171164"/>
                    <a:pt x="711283" y="185820"/>
                    <a:pt x="705645" y="199151"/>
                  </a:cubicBezTo>
                  <a:lnTo>
                    <a:pt x="681772" y="234558"/>
                  </a:lnTo>
                  <a:lnTo>
                    <a:pt x="695370" y="218078"/>
                  </a:lnTo>
                  <a:lnTo>
                    <a:pt x="704527" y="201208"/>
                  </a:lnTo>
                  <a:lnTo>
                    <a:pt x="758107" y="201208"/>
                  </a:lnTo>
                  <a:lnTo>
                    <a:pt x="758107" y="714062"/>
                  </a:lnTo>
                  <a:lnTo>
                    <a:pt x="847277" y="714062"/>
                  </a:lnTo>
                  <a:lnTo>
                    <a:pt x="847277" y="758681"/>
                  </a:lnTo>
                  <a:lnTo>
                    <a:pt x="344054" y="758681"/>
                  </a:lnTo>
                  <a:lnTo>
                    <a:pt x="243662" y="758681"/>
                  </a:lnTo>
                  <a:lnTo>
                    <a:pt x="0" y="758681"/>
                  </a:lnTo>
                  <a:lnTo>
                    <a:pt x="0" y="714062"/>
                  </a:lnTo>
                  <a:lnTo>
                    <a:pt x="88865" y="7140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2698" name="Freeform: Shape 2697">
              <a:extLst>
                <a:ext uri="{FF2B5EF4-FFF2-40B4-BE49-F238E27FC236}">
                  <a16:creationId xmlns:a16="http://schemas.microsoft.com/office/drawing/2014/main" id="{8AE23EC2-5140-FFDD-139E-CFC33E635D58}"/>
                </a:ext>
                <a:ext uri="{C183D7F6-B498-43B3-948B-1728B52AA6E4}">
                  <adec:decorative xmlns:adec="http://schemas.microsoft.com/office/drawing/2017/decorative" val="1"/>
                </a:ext>
              </a:extLst>
            </p:cNvPr>
            <p:cNvSpPr/>
            <p:nvPr/>
          </p:nvSpPr>
          <p:spPr>
            <a:xfrm>
              <a:off x="11208391" y="5049527"/>
              <a:ext cx="238011" cy="364482"/>
            </a:xfrm>
            <a:custGeom>
              <a:avLst/>
              <a:gdLst>
                <a:gd name="connsiteX0" fmla="*/ 356353 w 400972"/>
                <a:gd name="connsiteY0" fmla="*/ 569417 h 614036"/>
                <a:gd name="connsiteX1" fmla="*/ 400972 w 400972"/>
                <a:gd name="connsiteY1" fmla="*/ 569417 h 614036"/>
                <a:gd name="connsiteX2" fmla="*/ 400972 w 400972"/>
                <a:gd name="connsiteY2" fmla="*/ 614036 h 614036"/>
                <a:gd name="connsiteX3" fmla="*/ 356353 w 400972"/>
                <a:gd name="connsiteY3" fmla="*/ 614036 h 614036"/>
                <a:gd name="connsiteX4" fmla="*/ 267116 w 400972"/>
                <a:gd name="connsiteY4" fmla="*/ 569417 h 614036"/>
                <a:gd name="connsiteX5" fmla="*/ 311735 w 400972"/>
                <a:gd name="connsiteY5" fmla="*/ 569417 h 614036"/>
                <a:gd name="connsiteX6" fmla="*/ 311735 w 400972"/>
                <a:gd name="connsiteY6" fmla="*/ 614036 h 614036"/>
                <a:gd name="connsiteX7" fmla="*/ 267116 w 400972"/>
                <a:gd name="connsiteY7" fmla="*/ 614036 h 614036"/>
                <a:gd name="connsiteX8" fmla="*/ 178475 w 400972"/>
                <a:gd name="connsiteY8" fmla="*/ 569417 h 614036"/>
                <a:gd name="connsiteX9" fmla="*/ 223093 w 400972"/>
                <a:gd name="connsiteY9" fmla="*/ 569417 h 614036"/>
                <a:gd name="connsiteX10" fmla="*/ 223093 w 400972"/>
                <a:gd name="connsiteY10" fmla="*/ 614036 h 614036"/>
                <a:gd name="connsiteX11" fmla="*/ 178475 w 400972"/>
                <a:gd name="connsiteY11" fmla="*/ 614036 h 614036"/>
                <a:gd name="connsiteX12" fmla="*/ 89237 w 400972"/>
                <a:gd name="connsiteY12" fmla="*/ 569417 h 614036"/>
                <a:gd name="connsiteX13" fmla="*/ 133855 w 400972"/>
                <a:gd name="connsiteY13" fmla="*/ 569417 h 614036"/>
                <a:gd name="connsiteX14" fmla="*/ 133855 w 400972"/>
                <a:gd name="connsiteY14" fmla="*/ 614036 h 614036"/>
                <a:gd name="connsiteX15" fmla="*/ 89237 w 400972"/>
                <a:gd name="connsiteY15" fmla="*/ 614036 h 614036"/>
                <a:gd name="connsiteX16" fmla="*/ 0 w 400972"/>
                <a:gd name="connsiteY16" fmla="*/ 569417 h 614036"/>
                <a:gd name="connsiteX17" fmla="*/ 44618 w 400972"/>
                <a:gd name="connsiteY17" fmla="*/ 569417 h 614036"/>
                <a:gd name="connsiteX18" fmla="*/ 44618 w 400972"/>
                <a:gd name="connsiteY18" fmla="*/ 614036 h 614036"/>
                <a:gd name="connsiteX19" fmla="*/ 0 w 400972"/>
                <a:gd name="connsiteY19" fmla="*/ 614036 h 614036"/>
                <a:gd name="connsiteX20" fmla="*/ 356353 w 400972"/>
                <a:gd name="connsiteY20" fmla="*/ 480512 h 614036"/>
                <a:gd name="connsiteX21" fmla="*/ 400972 w 400972"/>
                <a:gd name="connsiteY21" fmla="*/ 480512 h 614036"/>
                <a:gd name="connsiteX22" fmla="*/ 400972 w 400972"/>
                <a:gd name="connsiteY22" fmla="*/ 525130 h 614036"/>
                <a:gd name="connsiteX23" fmla="*/ 356353 w 400972"/>
                <a:gd name="connsiteY23" fmla="*/ 525130 h 614036"/>
                <a:gd name="connsiteX24" fmla="*/ 267116 w 400972"/>
                <a:gd name="connsiteY24" fmla="*/ 480512 h 614036"/>
                <a:gd name="connsiteX25" fmla="*/ 311735 w 400972"/>
                <a:gd name="connsiteY25" fmla="*/ 480512 h 614036"/>
                <a:gd name="connsiteX26" fmla="*/ 311735 w 400972"/>
                <a:gd name="connsiteY26" fmla="*/ 525130 h 614036"/>
                <a:gd name="connsiteX27" fmla="*/ 267116 w 400972"/>
                <a:gd name="connsiteY27" fmla="*/ 525130 h 614036"/>
                <a:gd name="connsiteX28" fmla="*/ 178475 w 400972"/>
                <a:gd name="connsiteY28" fmla="*/ 480180 h 614036"/>
                <a:gd name="connsiteX29" fmla="*/ 223093 w 400972"/>
                <a:gd name="connsiteY29" fmla="*/ 480180 h 614036"/>
                <a:gd name="connsiteX30" fmla="*/ 223093 w 400972"/>
                <a:gd name="connsiteY30" fmla="*/ 524798 h 614036"/>
                <a:gd name="connsiteX31" fmla="*/ 178475 w 400972"/>
                <a:gd name="connsiteY31" fmla="*/ 524798 h 614036"/>
                <a:gd name="connsiteX32" fmla="*/ 89237 w 400972"/>
                <a:gd name="connsiteY32" fmla="*/ 480180 h 614036"/>
                <a:gd name="connsiteX33" fmla="*/ 133855 w 400972"/>
                <a:gd name="connsiteY33" fmla="*/ 480180 h 614036"/>
                <a:gd name="connsiteX34" fmla="*/ 133855 w 400972"/>
                <a:gd name="connsiteY34" fmla="*/ 524798 h 614036"/>
                <a:gd name="connsiteX35" fmla="*/ 89237 w 400972"/>
                <a:gd name="connsiteY35" fmla="*/ 524798 h 614036"/>
                <a:gd name="connsiteX36" fmla="*/ 0 w 400972"/>
                <a:gd name="connsiteY36" fmla="*/ 480180 h 614036"/>
                <a:gd name="connsiteX37" fmla="*/ 44618 w 400972"/>
                <a:gd name="connsiteY37" fmla="*/ 480180 h 614036"/>
                <a:gd name="connsiteX38" fmla="*/ 44618 w 400972"/>
                <a:gd name="connsiteY38" fmla="*/ 524798 h 614036"/>
                <a:gd name="connsiteX39" fmla="*/ 0 w 400972"/>
                <a:gd name="connsiteY39" fmla="*/ 524798 h 614036"/>
                <a:gd name="connsiteX40" fmla="*/ 356353 w 400972"/>
                <a:gd name="connsiteY40" fmla="*/ 391608 h 614036"/>
                <a:gd name="connsiteX41" fmla="*/ 400972 w 400972"/>
                <a:gd name="connsiteY41" fmla="*/ 391608 h 614036"/>
                <a:gd name="connsiteX42" fmla="*/ 400972 w 400972"/>
                <a:gd name="connsiteY42" fmla="*/ 436226 h 614036"/>
                <a:gd name="connsiteX43" fmla="*/ 356353 w 400972"/>
                <a:gd name="connsiteY43" fmla="*/ 436226 h 614036"/>
                <a:gd name="connsiteX44" fmla="*/ 267116 w 400972"/>
                <a:gd name="connsiteY44" fmla="*/ 391608 h 614036"/>
                <a:gd name="connsiteX45" fmla="*/ 311735 w 400972"/>
                <a:gd name="connsiteY45" fmla="*/ 391608 h 614036"/>
                <a:gd name="connsiteX46" fmla="*/ 311735 w 400972"/>
                <a:gd name="connsiteY46" fmla="*/ 436226 h 614036"/>
                <a:gd name="connsiteX47" fmla="*/ 267116 w 400972"/>
                <a:gd name="connsiteY47" fmla="*/ 436226 h 614036"/>
                <a:gd name="connsiteX48" fmla="*/ 178475 w 400972"/>
                <a:gd name="connsiteY48" fmla="*/ 391142 h 614036"/>
                <a:gd name="connsiteX49" fmla="*/ 223093 w 400972"/>
                <a:gd name="connsiteY49" fmla="*/ 391142 h 614036"/>
                <a:gd name="connsiteX50" fmla="*/ 223093 w 400972"/>
                <a:gd name="connsiteY50" fmla="*/ 435760 h 614036"/>
                <a:gd name="connsiteX51" fmla="*/ 178475 w 400972"/>
                <a:gd name="connsiteY51" fmla="*/ 435760 h 614036"/>
                <a:gd name="connsiteX52" fmla="*/ 89237 w 400972"/>
                <a:gd name="connsiteY52" fmla="*/ 391142 h 614036"/>
                <a:gd name="connsiteX53" fmla="*/ 133855 w 400972"/>
                <a:gd name="connsiteY53" fmla="*/ 391142 h 614036"/>
                <a:gd name="connsiteX54" fmla="*/ 133855 w 400972"/>
                <a:gd name="connsiteY54" fmla="*/ 435760 h 614036"/>
                <a:gd name="connsiteX55" fmla="*/ 89237 w 400972"/>
                <a:gd name="connsiteY55" fmla="*/ 435760 h 614036"/>
                <a:gd name="connsiteX56" fmla="*/ 0 w 400972"/>
                <a:gd name="connsiteY56" fmla="*/ 391142 h 614036"/>
                <a:gd name="connsiteX57" fmla="*/ 44618 w 400972"/>
                <a:gd name="connsiteY57" fmla="*/ 391142 h 614036"/>
                <a:gd name="connsiteX58" fmla="*/ 44618 w 400972"/>
                <a:gd name="connsiteY58" fmla="*/ 435760 h 614036"/>
                <a:gd name="connsiteX59" fmla="*/ 0 w 400972"/>
                <a:gd name="connsiteY59" fmla="*/ 435760 h 614036"/>
                <a:gd name="connsiteX60" fmla="*/ 356353 w 400972"/>
                <a:gd name="connsiteY60" fmla="*/ 302703 h 614036"/>
                <a:gd name="connsiteX61" fmla="*/ 400972 w 400972"/>
                <a:gd name="connsiteY61" fmla="*/ 302703 h 614036"/>
                <a:gd name="connsiteX62" fmla="*/ 400972 w 400972"/>
                <a:gd name="connsiteY62" fmla="*/ 347321 h 614036"/>
                <a:gd name="connsiteX63" fmla="*/ 356353 w 400972"/>
                <a:gd name="connsiteY63" fmla="*/ 347321 h 614036"/>
                <a:gd name="connsiteX64" fmla="*/ 267116 w 400972"/>
                <a:gd name="connsiteY64" fmla="*/ 302703 h 614036"/>
                <a:gd name="connsiteX65" fmla="*/ 311735 w 400972"/>
                <a:gd name="connsiteY65" fmla="*/ 302703 h 614036"/>
                <a:gd name="connsiteX66" fmla="*/ 311735 w 400972"/>
                <a:gd name="connsiteY66" fmla="*/ 347321 h 614036"/>
                <a:gd name="connsiteX67" fmla="*/ 267116 w 400972"/>
                <a:gd name="connsiteY67" fmla="*/ 347321 h 614036"/>
                <a:gd name="connsiteX68" fmla="*/ 178475 w 400972"/>
                <a:gd name="connsiteY68" fmla="*/ 302703 h 614036"/>
                <a:gd name="connsiteX69" fmla="*/ 223093 w 400972"/>
                <a:gd name="connsiteY69" fmla="*/ 302703 h 614036"/>
                <a:gd name="connsiteX70" fmla="*/ 223093 w 400972"/>
                <a:gd name="connsiteY70" fmla="*/ 347321 h 614036"/>
                <a:gd name="connsiteX71" fmla="*/ 178475 w 400972"/>
                <a:gd name="connsiteY71" fmla="*/ 347321 h 614036"/>
                <a:gd name="connsiteX72" fmla="*/ 89237 w 400972"/>
                <a:gd name="connsiteY72" fmla="*/ 302703 h 614036"/>
                <a:gd name="connsiteX73" fmla="*/ 133855 w 400972"/>
                <a:gd name="connsiteY73" fmla="*/ 302703 h 614036"/>
                <a:gd name="connsiteX74" fmla="*/ 133855 w 400972"/>
                <a:gd name="connsiteY74" fmla="*/ 347321 h 614036"/>
                <a:gd name="connsiteX75" fmla="*/ 89237 w 400972"/>
                <a:gd name="connsiteY75" fmla="*/ 347321 h 614036"/>
                <a:gd name="connsiteX76" fmla="*/ 0 w 400972"/>
                <a:gd name="connsiteY76" fmla="*/ 302703 h 614036"/>
                <a:gd name="connsiteX77" fmla="*/ 44618 w 400972"/>
                <a:gd name="connsiteY77" fmla="*/ 302703 h 614036"/>
                <a:gd name="connsiteX78" fmla="*/ 44618 w 400972"/>
                <a:gd name="connsiteY78" fmla="*/ 347321 h 614036"/>
                <a:gd name="connsiteX79" fmla="*/ 0 w 400972"/>
                <a:gd name="connsiteY79" fmla="*/ 347321 h 614036"/>
                <a:gd name="connsiteX80" fmla="*/ 297928 w 400972"/>
                <a:gd name="connsiteY80" fmla="*/ 120353 h 614036"/>
                <a:gd name="connsiteX81" fmla="*/ 318818 w 400972"/>
                <a:gd name="connsiteY81" fmla="*/ 120353 h 614036"/>
                <a:gd name="connsiteX82" fmla="*/ 318818 w 400972"/>
                <a:gd name="connsiteY82" fmla="*/ 156890 h 614036"/>
                <a:gd name="connsiteX83" fmla="*/ 351119 w 400972"/>
                <a:gd name="connsiteY83" fmla="*/ 156890 h 614036"/>
                <a:gd name="connsiteX84" fmla="*/ 351119 w 400972"/>
                <a:gd name="connsiteY84" fmla="*/ 120353 h 614036"/>
                <a:gd name="connsiteX85" fmla="*/ 372009 w 400972"/>
                <a:gd name="connsiteY85" fmla="*/ 120353 h 614036"/>
                <a:gd name="connsiteX86" fmla="*/ 372009 w 400972"/>
                <a:gd name="connsiteY86" fmla="*/ 214317 h 614036"/>
                <a:gd name="connsiteX87" fmla="*/ 351119 w 400972"/>
                <a:gd name="connsiteY87" fmla="*/ 214317 h 614036"/>
                <a:gd name="connsiteX88" fmla="*/ 351119 w 400972"/>
                <a:gd name="connsiteY88" fmla="*/ 177780 h 614036"/>
                <a:gd name="connsiteX89" fmla="*/ 318818 w 400972"/>
                <a:gd name="connsiteY89" fmla="*/ 177780 h 614036"/>
                <a:gd name="connsiteX90" fmla="*/ 318818 w 400972"/>
                <a:gd name="connsiteY90" fmla="*/ 214317 h 614036"/>
                <a:gd name="connsiteX91" fmla="*/ 297928 w 400972"/>
                <a:gd name="connsiteY91" fmla="*/ 214317 h 614036"/>
                <a:gd name="connsiteX92" fmla="*/ 10811 w 400972"/>
                <a:gd name="connsiteY92" fmla="*/ 0 h 614036"/>
                <a:gd name="connsiteX93" fmla="*/ 77739 w 400972"/>
                <a:gd name="connsiteY93" fmla="*/ 0 h 614036"/>
                <a:gd name="connsiteX94" fmla="*/ 77739 w 400972"/>
                <a:gd name="connsiteY94" fmla="*/ 66928 h 614036"/>
                <a:gd name="connsiteX95" fmla="*/ 10811 w 400972"/>
                <a:gd name="connsiteY95" fmla="*/ 66928 h 614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400972" h="614036">
                  <a:moveTo>
                    <a:pt x="356353" y="569417"/>
                  </a:moveTo>
                  <a:lnTo>
                    <a:pt x="400972" y="569417"/>
                  </a:lnTo>
                  <a:lnTo>
                    <a:pt x="400972" y="614036"/>
                  </a:lnTo>
                  <a:lnTo>
                    <a:pt x="356353" y="614036"/>
                  </a:lnTo>
                  <a:close/>
                  <a:moveTo>
                    <a:pt x="267116" y="569417"/>
                  </a:moveTo>
                  <a:lnTo>
                    <a:pt x="311735" y="569417"/>
                  </a:lnTo>
                  <a:lnTo>
                    <a:pt x="311735" y="614036"/>
                  </a:lnTo>
                  <a:lnTo>
                    <a:pt x="267116" y="614036"/>
                  </a:lnTo>
                  <a:close/>
                  <a:moveTo>
                    <a:pt x="178475" y="569417"/>
                  </a:moveTo>
                  <a:lnTo>
                    <a:pt x="223093" y="569417"/>
                  </a:lnTo>
                  <a:lnTo>
                    <a:pt x="223093" y="614036"/>
                  </a:lnTo>
                  <a:lnTo>
                    <a:pt x="178475" y="614036"/>
                  </a:lnTo>
                  <a:close/>
                  <a:moveTo>
                    <a:pt x="89237" y="569417"/>
                  </a:moveTo>
                  <a:lnTo>
                    <a:pt x="133855" y="569417"/>
                  </a:lnTo>
                  <a:lnTo>
                    <a:pt x="133855" y="614036"/>
                  </a:lnTo>
                  <a:lnTo>
                    <a:pt x="89237" y="614036"/>
                  </a:lnTo>
                  <a:close/>
                  <a:moveTo>
                    <a:pt x="0" y="569417"/>
                  </a:moveTo>
                  <a:lnTo>
                    <a:pt x="44618" y="569417"/>
                  </a:lnTo>
                  <a:lnTo>
                    <a:pt x="44618" y="614036"/>
                  </a:lnTo>
                  <a:lnTo>
                    <a:pt x="0" y="614036"/>
                  </a:lnTo>
                  <a:close/>
                  <a:moveTo>
                    <a:pt x="356353" y="480512"/>
                  </a:moveTo>
                  <a:lnTo>
                    <a:pt x="400972" y="480512"/>
                  </a:lnTo>
                  <a:lnTo>
                    <a:pt x="400972" y="525130"/>
                  </a:lnTo>
                  <a:lnTo>
                    <a:pt x="356353" y="525130"/>
                  </a:lnTo>
                  <a:close/>
                  <a:moveTo>
                    <a:pt x="267116" y="480512"/>
                  </a:moveTo>
                  <a:lnTo>
                    <a:pt x="311735" y="480512"/>
                  </a:lnTo>
                  <a:lnTo>
                    <a:pt x="311735" y="525130"/>
                  </a:lnTo>
                  <a:lnTo>
                    <a:pt x="267116" y="525130"/>
                  </a:lnTo>
                  <a:close/>
                  <a:moveTo>
                    <a:pt x="178475" y="480180"/>
                  </a:moveTo>
                  <a:lnTo>
                    <a:pt x="223093" y="480180"/>
                  </a:lnTo>
                  <a:lnTo>
                    <a:pt x="223093" y="524798"/>
                  </a:lnTo>
                  <a:lnTo>
                    <a:pt x="178475" y="524798"/>
                  </a:lnTo>
                  <a:close/>
                  <a:moveTo>
                    <a:pt x="89237" y="480180"/>
                  </a:moveTo>
                  <a:lnTo>
                    <a:pt x="133855" y="480180"/>
                  </a:lnTo>
                  <a:lnTo>
                    <a:pt x="133855" y="524798"/>
                  </a:lnTo>
                  <a:lnTo>
                    <a:pt x="89237" y="524798"/>
                  </a:lnTo>
                  <a:close/>
                  <a:moveTo>
                    <a:pt x="0" y="480180"/>
                  </a:moveTo>
                  <a:lnTo>
                    <a:pt x="44618" y="480180"/>
                  </a:lnTo>
                  <a:lnTo>
                    <a:pt x="44618" y="524798"/>
                  </a:lnTo>
                  <a:lnTo>
                    <a:pt x="0" y="524798"/>
                  </a:lnTo>
                  <a:close/>
                  <a:moveTo>
                    <a:pt x="356353" y="391608"/>
                  </a:moveTo>
                  <a:lnTo>
                    <a:pt x="400972" y="391608"/>
                  </a:lnTo>
                  <a:lnTo>
                    <a:pt x="400972" y="436226"/>
                  </a:lnTo>
                  <a:lnTo>
                    <a:pt x="356353" y="436226"/>
                  </a:lnTo>
                  <a:close/>
                  <a:moveTo>
                    <a:pt x="267116" y="391608"/>
                  </a:moveTo>
                  <a:lnTo>
                    <a:pt x="311735" y="391608"/>
                  </a:lnTo>
                  <a:lnTo>
                    <a:pt x="311735" y="436226"/>
                  </a:lnTo>
                  <a:lnTo>
                    <a:pt x="267116" y="436226"/>
                  </a:lnTo>
                  <a:close/>
                  <a:moveTo>
                    <a:pt x="178475" y="391142"/>
                  </a:moveTo>
                  <a:lnTo>
                    <a:pt x="223093" y="391142"/>
                  </a:lnTo>
                  <a:lnTo>
                    <a:pt x="223093" y="435760"/>
                  </a:lnTo>
                  <a:lnTo>
                    <a:pt x="178475" y="435760"/>
                  </a:lnTo>
                  <a:close/>
                  <a:moveTo>
                    <a:pt x="89237" y="391142"/>
                  </a:moveTo>
                  <a:lnTo>
                    <a:pt x="133855" y="391142"/>
                  </a:lnTo>
                  <a:lnTo>
                    <a:pt x="133855" y="435760"/>
                  </a:lnTo>
                  <a:lnTo>
                    <a:pt x="89237" y="435760"/>
                  </a:lnTo>
                  <a:close/>
                  <a:moveTo>
                    <a:pt x="0" y="391142"/>
                  </a:moveTo>
                  <a:lnTo>
                    <a:pt x="44618" y="391142"/>
                  </a:lnTo>
                  <a:lnTo>
                    <a:pt x="44618" y="435760"/>
                  </a:lnTo>
                  <a:lnTo>
                    <a:pt x="0" y="435760"/>
                  </a:lnTo>
                  <a:close/>
                  <a:moveTo>
                    <a:pt x="356353" y="302703"/>
                  </a:moveTo>
                  <a:lnTo>
                    <a:pt x="400972" y="302703"/>
                  </a:lnTo>
                  <a:lnTo>
                    <a:pt x="400972" y="347321"/>
                  </a:lnTo>
                  <a:lnTo>
                    <a:pt x="356353" y="347321"/>
                  </a:lnTo>
                  <a:close/>
                  <a:moveTo>
                    <a:pt x="267116" y="302703"/>
                  </a:moveTo>
                  <a:lnTo>
                    <a:pt x="311735" y="302703"/>
                  </a:lnTo>
                  <a:lnTo>
                    <a:pt x="311735" y="347321"/>
                  </a:lnTo>
                  <a:lnTo>
                    <a:pt x="267116" y="347321"/>
                  </a:lnTo>
                  <a:close/>
                  <a:moveTo>
                    <a:pt x="178475" y="302703"/>
                  </a:moveTo>
                  <a:lnTo>
                    <a:pt x="223093" y="302703"/>
                  </a:lnTo>
                  <a:lnTo>
                    <a:pt x="223093" y="347321"/>
                  </a:lnTo>
                  <a:lnTo>
                    <a:pt x="178475" y="347321"/>
                  </a:lnTo>
                  <a:close/>
                  <a:moveTo>
                    <a:pt x="89237" y="302703"/>
                  </a:moveTo>
                  <a:lnTo>
                    <a:pt x="133855" y="302703"/>
                  </a:lnTo>
                  <a:lnTo>
                    <a:pt x="133855" y="347321"/>
                  </a:lnTo>
                  <a:lnTo>
                    <a:pt x="89237" y="347321"/>
                  </a:lnTo>
                  <a:close/>
                  <a:moveTo>
                    <a:pt x="0" y="302703"/>
                  </a:moveTo>
                  <a:lnTo>
                    <a:pt x="44618" y="302703"/>
                  </a:lnTo>
                  <a:lnTo>
                    <a:pt x="44618" y="347321"/>
                  </a:lnTo>
                  <a:lnTo>
                    <a:pt x="0" y="347321"/>
                  </a:lnTo>
                  <a:close/>
                  <a:moveTo>
                    <a:pt x="297928" y="120353"/>
                  </a:moveTo>
                  <a:lnTo>
                    <a:pt x="318818" y="120353"/>
                  </a:lnTo>
                  <a:lnTo>
                    <a:pt x="318818" y="156890"/>
                  </a:lnTo>
                  <a:lnTo>
                    <a:pt x="351119" y="156890"/>
                  </a:lnTo>
                  <a:lnTo>
                    <a:pt x="351119" y="120353"/>
                  </a:lnTo>
                  <a:lnTo>
                    <a:pt x="372009" y="120353"/>
                  </a:lnTo>
                  <a:lnTo>
                    <a:pt x="372009" y="214317"/>
                  </a:lnTo>
                  <a:lnTo>
                    <a:pt x="351119" y="214317"/>
                  </a:lnTo>
                  <a:lnTo>
                    <a:pt x="351119" y="177780"/>
                  </a:lnTo>
                  <a:lnTo>
                    <a:pt x="318818" y="177780"/>
                  </a:lnTo>
                  <a:lnTo>
                    <a:pt x="318818" y="214317"/>
                  </a:lnTo>
                  <a:lnTo>
                    <a:pt x="297928" y="214317"/>
                  </a:lnTo>
                  <a:close/>
                  <a:moveTo>
                    <a:pt x="10811" y="0"/>
                  </a:moveTo>
                  <a:lnTo>
                    <a:pt x="77739" y="0"/>
                  </a:lnTo>
                  <a:lnTo>
                    <a:pt x="77739" y="66928"/>
                  </a:lnTo>
                  <a:lnTo>
                    <a:pt x="10811" y="669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00" name="Group 99">
            <a:extLst>
              <a:ext uri="{FF2B5EF4-FFF2-40B4-BE49-F238E27FC236}">
                <a16:creationId xmlns:a16="http://schemas.microsoft.com/office/drawing/2014/main" id="{8038BC7B-C8FC-5366-44EE-A386820F9004}"/>
              </a:ext>
              <a:ext uri="{C183D7F6-B498-43B3-948B-1728B52AA6E4}">
                <adec:decorative xmlns:adec="http://schemas.microsoft.com/office/drawing/2017/decorative" val="1"/>
              </a:ext>
            </a:extLst>
          </p:cNvPr>
          <p:cNvGrpSpPr>
            <a:grpSpLocks noChangeAspect="1"/>
          </p:cNvGrpSpPr>
          <p:nvPr/>
        </p:nvGrpSpPr>
        <p:grpSpPr>
          <a:xfrm>
            <a:off x="3279219" y="5049527"/>
            <a:ext cx="386421" cy="457200"/>
            <a:chOff x="3134351" y="5049527"/>
            <a:chExt cx="386421" cy="457200"/>
          </a:xfrm>
          <a:solidFill>
            <a:srgbClr val="FF0000"/>
          </a:solidFill>
        </p:grpSpPr>
        <p:sp>
          <p:nvSpPr>
            <p:cNvPr id="2875" name="Freeform: Shape 2874">
              <a:extLst>
                <a:ext uri="{FF2B5EF4-FFF2-40B4-BE49-F238E27FC236}">
                  <a16:creationId xmlns:a16="http://schemas.microsoft.com/office/drawing/2014/main" id="{5801A22F-FB0E-235E-2B0B-35B48FA407ED}"/>
                </a:ext>
                <a:ext uri="{C183D7F6-B498-43B3-948B-1728B52AA6E4}">
                  <adec:decorative xmlns:adec="http://schemas.microsoft.com/office/drawing/2017/decorative" val="1"/>
                </a:ext>
              </a:extLst>
            </p:cNvPr>
            <p:cNvSpPr/>
            <p:nvPr/>
          </p:nvSpPr>
          <p:spPr>
            <a:xfrm>
              <a:off x="3134351" y="5049527"/>
              <a:ext cx="355621" cy="457200"/>
            </a:xfrm>
            <a:custGeom>
              <a:avLst/>
              <a:gdLst>
                <a:gd name="connsiteX0" fmla="*/ 343344 w 788233"/>
                <a:gd name="connsiteY0" fmla="*/ 776212 h 1013383"/>
                <a:gd name="connsiteX1" fmla="*/ 339096 w 788233"/>
                <a:gd name="connsiteY1" fmla="*/ 782270 h 1013383"/>
                <a:gd name="connsiteX2" fmla="*/ 343982 w 788233"/>
                <a:gd name="connsiteY2" fmla="*/ 789023 h 1013383"/>
                <a:gd name="connsiteX3" fmla="*/ 351824 w 788233"/>
                <a:gd name="connsiteY3" fmla="*/ 779216 h 1013383"/>
                <a:gd name="connsiteX4" fmla="*/ 343344 w 788233"/>
                <a:gd name="connsiteY4" fmla="*/ 776212 h 1013383"/>
                <a:gd name="connsiteX5" fmla="*/ 348161 w 788233"/>
                <a:gd name="connsiteY5" fmla="*/ 752238 h 1013383"/>
                <a:gd name="connsiteX6" fmla="*/ 373507 w 788233"/>
                <a:gd name="connsiteY6" fmla="*/ 771288 h 1013383"/>
                <a:gd name="connsiteX7" fmla="*/ 367055 w 788233"/>
                <a:gd name="connsiteY7" fmla="*/ 803849 h 1013383"/>
                <a:gd name="connsiteX8" fmla="*/ 328941 w 788233"/>
                <a:gd name="connsiteY8" fmla="*/ 807452 h 1013383"/>
                <a:gd name="connsiteX9" fmla="*/ 318977 w 788233"/>
                <a:gd name="connsiteY9" fmla="*/ 768649 h 1013383"/>
                <a:gd name="connsiteX10" fmla="*/ 348161 w 788233"/>
                <a:gd name="connsiteY10" fmla="*/ 752238 h 1013383"/>
                <a:gd name="connsiteX11" fmla="*/ 331399 w 788233"/>
                <a:gd name="connsiteY11" fmla="*/ 698074 h 1013383"/>
                <a:gd name="connsiteX12" fmla="*/ 276021 w 788233"/>
                <a:gd name="connsiteY12" fmla="*/ 732955 h 1013383"/>
                <a:gd name="connsiteX13" fmla="*/ 261404 w 788233"/>
                <a:gd name="connsiteY13" fmla="*/ 796890 h 1013383"/>
                <a:gd name="connsiteX14" fmla="*/ 279456 w 788233"/>
                <a:gd name="connsiteY14" fmla="*/ 836395 h 1013383"/>
                <a:gd name="connsiteX15" fmla="*/ 329697 w 788233"/>
                <a:gd name="connsiteY15" fmla="*/ 866438 h 1013383"/>
                <a:gd name="connsiteX16" fmla="*/ 379997 w 788233"/>
                <a:gd name="connsiteY16" fmla="*/ 860760 h 1013383"/>
                <a:gd name="connsiteX17" fmla="*/ 417577 w 788233"/>
                <a:gd name="connsiteY17" fmla="*/ 828367 h 1013383"/>
                <a:gd name="connsiteX18" fmla="*/ 430395 w 788233"/>
                <a:gd name="connsiteY18" fmla="*/ 770593 h 1013383"/>
                <a:gd name="connsiteX19" fmla="*/ 391423 w 788233"/>
                <a:gd name="connsiteY19" fmla="*/ 710062 h 1013383"/>
                <a:gd name="connsiteX20" fmla="*/ 331399 w 788233"/>
                <a:gd name="connsiteY20" fmla="*/ 698074 h 1013383"/>
                <a:gd name="connsiteX21" fmla="*/ 229820 w 788233"/>
                <a:gd name="connsiteY21" fmla="*/ 354518 h 1013383"/>
                <a:gd name="connsiteX22" fmla="*/ 226812 w 788233"/>
                <a:gd name="connsiteY22" fmla="*/ 356106 h 1013383"/>
                <a:gd name="connsiteX23" fmla="*/ 184400 w 788233"/>
                <a:gd name="connsiteY23" fmla="*/ 384807 h 1013383"/>
                <a:gd name="connsiteX24" fmla="*/ 122899 w 788233"/>
                <a:gd name="connsiteY24" fmla="*/ 411607 h 1013383"/>
                <a:gd name="connsiteX25" fmla="*/ 70508 w 788233"/>
                <a:gd name="connsiteY25" fmla="*/ 405433 h 1013383"/>
                <a:gd name="connsiteX26" fmla="*/ 61682 w 788233"/>
                <a:gd name="connsiteY26" fmla="*/ 401595 h 1013383"/>
                <a:gd name="connsiteX27" fmla="*/ 237422 w 788233"/>
                <a:gd name="connsiteY27" fmla="*/ 756760 h 1013383"/>
                <a:gd name="connsiteX28" fmla="*/ 390960 w 788233"/>
                <a:gd name="connsiteY28" fmla="*/ 680337 h 1013383"/>
                <a:gd name="connsiteX29" fmla="*/ 229820 w 788233"/>
                <a:gd name="connsiteY29" fmla="*/ 354518 h 1013383"/>
                <a:gd name="connsiteX30" fmla="*/ 107010 w 788233"/>
                <a:gd name="connsiteY30" fmla="*/ 301439 h 1013383"/>
                <a:gd name="connsiteX31" fmla="*/ 104523 w 788233"/>
                <a:gd name="connsiteY31" fmla="*/ 302758 h 1013383"/>
                <a:gd name="connsiteX32" fmla="*/ 101638 w 788233"/>
                <a:gd name="connsiteY32" fmla="*/ 309750 h 1013383"/>
                <a:gd name="connsiteX33" fmla="*/ 108025 w 788233"/>
                <a:gd name="connsiteY33" fmla="*/ 315764 h 1013383"/>
                <a:gd name="connsiteX34" fmla="*/ 113906 w 788233"/>
                <a:gd name="connsiteY34" fmla="*/ 312644 h 1013383"/>
                <a:gd name="connsiteX35" fmla="*/ 107010 w 788233"/>
                <a:gd name="connsiteY35" fmla="*/ 301439 h 1013383"/>
                <a:gd name="connsiteX36" fmla="*/ 106767 w 788233"/>
                <a:gd name="connsiteY36" fmla="*/ 278754 h 1013383"/>
                <a:gd name="connsiteX37" fmla="*/ 136812 w 788233"/>
                <a:gd name="connsiteY37" fmla="*/ 299227 h 1013383"/>
                <a:gd name="connsiteX38" fmla="*/ 137678 w 788233"/>
                <a:gd name="connsiteY38" fmla="*/ 314188 h 1013383"/>
                <a:gd name="connsiteX39" fmla="*/ 116766 w 788233"/>
                <a:gd name="connsiteY39" fmla="*/ 337740 h 1013383"/>
                <a:gd name="connsiteX40" fmla="*/ 79362 w 788233"/>
                <a:gd name="connsiteY40" fmla="*/ 316348 h 1013383"/>
                <a:gd name="connsiteX41" fmla="*/ 106767 w 788233"/>
                <a:gd name="connsiteY41" fmla="*/ 278754 h 1013383"/>
                <a:gd name="connsiteX42" fmla="*/ 97030 w 788233"/>
                <a:gd name="connsiteY42" fmla="*/ 222819 h 1013383"/>
                <a:gd name="connsiteX43" fmla="*/ 43432 w 788233"/>
                <a:gd name="connsiteY43" fmla="*/ 254688 h 1013383"/>
                <a:gd name="connsiteX44" fmla="*/ 26583 w 788233"/>
                <a:gd name="connsiteY44" fmla="*/ 315796 h 1013383"/>
                <a:gd name="connsiteX45" fmla="*/ 63227 w 788233"/>
                <a:gd name="connsiteY45" fmla="*/ 374039 h 1013383"/>
                <a:gd name="connsiteX46" fmla="*/ 111351 w 788233"/>
                <a:gd name="connsiteY46" fmla="*/ 387969 h 1013383"/>
                <a:gd name="connsiteX47" fmla="*/ 152361 w 788233"/>
                <a:gd name="connsiteY47" fmla="*/ 376285 h 1013383"/>
                <a:gd name="connsiteX48" fmla="*/ 215719 w 788233"/>
                <a:gd name="connsiteY48" fmla="*/ 334117 h 1013383"/>
                <a:gd name="connsiteX49" fmla="*/ 217169 w 788233"/>
                <a:gd name="connsiteY49" fmla="*/ 328749 h 1013383"/>
                <a:gd name="connsiteX50" fmla="*/ 203919 w 788233"/>
                <a:gd name="connsiteY50" fmla="*/ 302373 h 1013383"/>
                <a:gd name="connsiteX51" fmla="*/ 190648 w 788233"/>
                <a:gd name="connsiteY51" fmla="*/ 274760 h 1013383"/>
                <a:gd name="connsiteX52" fmla="*/ 171570 w 788233"/>
                <a:gd name="connsiteY52" fmla="*/ 246704 h 1013383"/>
                <a:gd name="connsiteX53" fmla="*/ 144659 w 788233"/>
                <a:gd name="connsiteY53" fmla="*/ 228657 h 1013383"/>
                <a:gd name="connsiteX54" fmla="*/ 97030 w 788233"/>
                <a:gd name="connsiteY54" fmla="*/ 222819 h 1013383"/>
                <a:gd name="connsiteX55" fmla="*/ 403140 w 788233"/>
                <a:gd name="connsiteY55" fmla="*/ 98393 h 1013383"/>
                <a:gd name="connsiteX56" fmla="*/ 401789 w 788233"/>
                <a:gd name="connsiteY56" fmla="*/ 108393 h 1013383"/>
                <a:gd name="connsiteX57" fmla="*/ 411959 w 788233"/>
                <a:gd name="connsiteY57" fmla="*/ 109060 h 1013383"/>
                <a:gd name="connsiteX58" fmla="*/ 412221 w 788233"/>
                <a:gd name="connsiteY58" fmla="*/ 99354 h 1013383"/>
                <a:gd name="connsiteX59" fmla="*/ 403140 w 788233"/>
                <a:gd name="connsiteY59" fmla="*/ 98393 h 1013383"/>
                <a:gd name="connsiteX60" fmla="*/ 300460 w 788233"/>
                <a:gd name="connsiteY60" fmla="*/ 75993 h 1013383"/>
                <a:gd name="connsiteX61" fmla="*/ 298519 w 788233"/>
                <a:gd name="connsiteY61" fmla="*/ 77188 h 1013383"/>
                <a:gd name="connsiteX62" fmla="*/ 238122 w 788233"/>
                <a:gd name="connsiteY62" fmla="*/ 117678 h 1013383"/>
                <a:gd name="connsiteX63" fmla="*/ 143313 w 788233"/>
                <a:gd name="connsiteY63" fmla="*/ 180647 h 1013383"/>
                <a:gd name="connsiteX64" fmla="*/ 120168 w 788233"/>
                <a:gd name="connsiteY64" fmla="*/ 196526 h 1013383"/>
                <a:gd name="connsiteX65" fmla="*/ 122352 w 788233"/>
                <a:gd name="connsiteY65" fmla="*/ 197251 h 1013383"/>
                <a:gd name="connsiteX66" fmla="*/ 162861 w 788233"/>
                <a:gd name="connsiteY66" fmla="*/ 209130 h 1013383"/>
                <a:gd name="connsiteX67" fmla="*/ 211405 w 788233"/>
                <a:gd name="connsiteY67" fmla="*/ 259647 h 1013383"/>
                <a:gd name="connsiteX68" fmla="*/ 239970 w 788233"/>
                <a:gd name="connsiteY68" fmla="*/ 317846 h 1013383"/>
                <a:gd name="connsiteX69" fmla="*/ 391073 w 788233"/>
                <a:gd name="connsiteY69" fmla="*/ 216644 h 1013383"/>
                <a:gd name="connsiteX70" fmla="*/ 386827 w 788233"/>
                <a:gd name="connsiteY70" fmla="*/ 213953 h 1013383"/>
                <a:gd name="connsiteX71" fmla="*/ 340767 w 788233"/>
                <a:gd name="connsiteY71" fmla="*/ 178606 h 1013383"/>
                <a:gd name="connsiteX72" fmla="*/ 315272 w 788233"/>
                <a:gd name="connsiteY72" fmla="*/ 147248 h 1013383"/>
                <a:gd name="connsiteX73" fmla="*/ 298738 w 788233"/>
                <a:gd name="connsiteY73" fmla="*/ 92536 h 1013383"/>
                <a:gd name="connsiteX74" fmla="*/ 300287 w 788233"/>
                <a:gd name="connsiteY74" fmla="*/ 77332 h 1013383"/>
                <a:gd name="connsiteX75" fmla="*/ 300460 w 788233"/>
                <a:gd name="connsiteY75" fmla="*/ 75993 h 1013383"/>
                <a:gd name="connsiteX76" fmla="*/ 405229 w 788233"/>
                <a:gd name="connsiteY76" fmla="*/ 74526 h 1013383"/>
                <a:gd name="connsiteX77" fmla="*/ 435690 w 788233"/>
                <a:gd name="connsiteY77" fmla="*/ 95115 h 1013383"/>
                <a:gd name="connsiteX78" fmla="*/ 420663 w 788233"/>
                <a:gd name="connsiteY78" fmla="*/ 130841 h 1013383"/>
                <a:gd name="connsiteX79" fmla="*/ 378063 w 788233"/>
                <a:gd name="connsiteY79" fmla="*/ 112190 h 1013383"/>
                <a:gd name="connsiteX80" fmla="*/ 405229 w 788233"/>
                <a:gd name="connsiteY80" fmla="*/ 74526 h 1013383"/>
                <a:gd name="connsiteX81" fmla="*/ 411046 w 788233"/>
                <a:gd name="connsiteY81" fmla="*/ 25206 h 1013383"/>
                <a:gd name="connsiteX82" fmla="*/ 373747 w 788233"/>
                <a:gd name="connsiteY82" fmla="*/ 29635 h 1013383"/>
                <a:gd name="connsiteX83" fmla="*/ 337307 w 788233"/>
                <a:gd name="connsiteY83" fmla="*/ 56057 h 1013383"/>
                <a:gd name="connsiteX84" fmla="*/ 323288 w 788233"/>
                <a:gd name="connsiteY84" fmla="*/ 93420 h 1013383"/>
                <a:gd name="connsiteX85" fmla="*/ 331656 w 788233"/>
                <a:gd name="connsiteY85" fmla="*/ 126577 h 1013383"/>
                <a:gd name="connsiteX86" fmla="*/ 370675 w 788233"/>
                <a:gd name="connsiteY86" fmla="*/ 172187 h 1013383"/>
                <a:gd name="connsiteX87" fmla="*/ 410518 w 788233"/>
                <a:gd name="connsiteY87" fmla="*/ 199501 h 1013383"/>
                <a:gd name="connsiteX88" fmla="*/ 416299 w 788233"/>
                <a:gd name="connsiteY88" fmla="*/ 199720 h 1013383"/>
                <a:gd name="connsiteX89" fmla="*/ 427459 w 788233"/>
                <a:gd name="connsiteY89" fmla="*/ 192342 h 1013383"/>
                <a:gd name="connsiteX90" fmla="*/ 461708 w 788233"/>
                <a:gd name="connsiteY90" fmla="*/ 167337 h 1013383"/>
                <a:gd name="connsiteX91" fmla="*/ 484413 w 788233"/>
                <a:gd name="connsiteY91" fmla="*/ 93751 h 1013383"/>
                <a:gd name="connsiteX92" fmla="*/ 462485 w 788233"/>
                <a:gd name="connsiteY92" fmla="*/ 50460 h 1013383"/>
                <a:gd name="connsiteX93" fmla="*/ 411046 w 788233"/>
                <a:gd name="connsiteY93" fmla="*/ 25206 h 1013383"/>
                <a:gd name="connsiteX94" fmla="*/ 403157 w 788233"/>
                <a:gd name="connsiteY94" fmla="*/ 38 h 1013383"/>
                <a:gd name="connsiteX95" fmla="*/ 469076 w 788233"/>
                <a:gd name="connsiteY95" fmla="*/ 23693 h 1013383"/>
                <a:gd name="connsiteX96" fmla="*/ 498934 w 788233"/>
                <a:gd name="connsiteY96" fmla="*/ 53351 h 1013383"/>
                <a:gd name="connsiteX97" fmla="*/ 541374 w 788233"/>
                <a:gd name="connsiteY97" fmla="*/ 96785 h 1013383"/>
                <a:gd name="connsiteX98" fmla="*/ 587054 w 788233"/>
                <a:gd name="connsiteY98" fmla="*/ 144386 h 1013383"/>
                <a:gd name="connsiteX99" fmla="*/ 634791 w 788233"/>
                <a:gd name="connsiteY99" fmla="*/ 194097 h 1013383"/>
                <a:gd name="connsiteX100" fmla="*/ 657450 w 788233"/>
                <a:gd name="connsiteY100" fmla="*/ 217732 h 1013383"/>
                <a:gd name="connsiteX101" fmla="*/ 704495 w 788233"/>
                <a:gd name="connsiteY101" fmla="*/ 266746 h 1013383"/>
                <a:gd name="connsiteX102" fmla="*/ 751188 w 788233"/>
                <a:gd name="connsiteY102" fmla="*/ 315417 h 1013383"/>
                <a:gd name="connsiteX103" fmla="*/ 788233 w 788233"/>
                <a:gd name="connsiteY103" fmla="*/ 355028 h 1013383"/>
                <a:gd name="connsiteX104" fmla="*/ 750303 w 788233"/>
                <a:gd name="connsiteY104" fmla="*/ 351056 h 1013383"/>
                <a:gd name="connsiteX105" fmla="*/ 743859 w 788233"/>
                <a:gd name="connsiteY105" fmla="*/ 343456 h 1013383"/>
                <a:gd name="connsiteX106" fmla="*/ 696836 w 788233"/>
                <a:gd name="connsiteY106" fmla="*/ 294433 h 1013383"/>
                <a:gd name="connsiteX107" fmla="*/ 650484 w 788233"/>
                <a:gd name="connsiteY107" fmla="*/ 246127 h 1013383"/>
                <a:gd name="connsiteX108" fmla="*/ 602754 w 788233"/>
                <a:gd name="connsiteY108" fmla="*/ 196421 h 1013383"/>
                <a:gd name="connsiteX109" fmla="*/ 557088 w 788233"/>
                <a:gd name="connsiteY109" fmla="*/ 148816 h 1013383"/>
                <a:gd name="connsiteX110" fmla="*/ 527808 w 788233"/>
                <a:gd name="connsiteY110" fmla="*/ 118617 h 1013383"/>
                <a:gd name="connsiteX111" fmla="*/ 509828 w 788233"/>
                <a:gd name="connsiteY111" fmla="*/ 101768 h 1013383"/>
                <a:gd name="connsiteX112" fmla="*/ 509837 w 788233"/>
                <a:gd name="connsiteY112" fmla="*/ 112193 h 1013383"/>
                <a:gd name="connsiteX113" fmla="*/ 499407 w 788233"/>
                <a:gd name="connsiteY113" fmla="*/ 156135 h 1013383"/>
                <a:gd name="connsiteX114" fmla="*/ 457077 w 788233"/>
                <a:gd name="connsiteY114" fmla="*/ 202191 h 1013383"/>
                <a:gd name="connsiteX115" fmla="*/ 435788 w 788233"/>
                <a:gd name="connsiteY115" fmla="*/ 216566 h 1013383"/>
                <a:gd name="connsiteX116" fmla="*/ 437054 w 788233"/>
                <a:gd name="connsiteY116" fmla="*/ 218252 h 1013383"/>
                <a:gd name="connsiteX117" fmla="*/ 485823 w 788233"/>
                <a:gd name="connsiteY117" fmla="*/ 252159 h 1013383"/>
                <a:gd name="connsiteX118" fmla="*/ 552388 w 788233"/>
                <a:gd name="connsiteY118" fmla="*/ 298167 h 1013383"/>
                <a:gd name="connsiteX119" fmla="*/ 649042 w 788233"/>
                <a:gd name="connsiteY119" fmla="*/ 364599 h 1013383"/>
                <a:gd name="connsiteX120" fmla="*/ 681753 w 788233"/>
                <a:gd name="connsiteY120" fmla="*/ 388117 h 1013383"/>
                <a:gd name="connsiteX121" fmla="*/ 669084 w 788233"/>
                <a:gd name="connsiteY121" fmla="*/ 409396 h 1013383"/>
                <a:gd name="connsiteX122" fmla="*/ 644741 w 788233"/>
                <a:gd name="connsiteY122" fmla="*/ 391670 h 1013383"/>
                <a:gd name="connsiteX123" fmla="*/ 552578 w 788233"/>
                <a:gd name="connsiteY123" fmla="*/ 327952 h 1013383"/>
                <a:gd name="connsiteX124" fmla="*/ 478010 w 788233"/>
                <a:gd name="connsiteY124" fmla="*/ 276726 h 1013383"/>
                <a:gd name="connsiteX125" fmla="*/ 416288 w 788233"/>
                <a:gd name="connsiteY125" fmla="*/ 233766 h 1013383"/>
                <a:gd name="connsiteX126" fmla="*/ 410103 w 788233"/>
                <a:gd name="connsiteY126" fmla="*/ 233556 h 1013383"/>
                <a:gd name="connsiteX127" fmla="*/ 335348 w 788233"/>
                <a:gd name="connsiteY127" fmla="*/ 283655 h 1013383"/>
                <a:gd name="connsiteX128" fmla="*/ 254146 w 788233"/>
                <a:gd name="connsiteY128" fmla="*/ 337788 h 1013383"/>
                <a:gd name="connsiteX129" fmla="*/ 250941 w 788233"/>
                <a:gd name="connsiteY129" fmla="*/ 340082 h 1013383"/>
                <a:gd name="connsiteX130" fmla="*/ 303268 w 788233"/>
                <a:gd name="connsiteY130" fmla="*/ 445038 h 1013383"/>
                <a:gd name="connsiteX131" fmla="*/ 347825 w 788233"/>
                <a:gd name="connsiteY131" fmla="*/ 535302 h 1013383"/>
                <a:gd name="connsiteX132" fmla="*/ 393598 w 788233"/>
                <a:gd name="connsiteY132" fmla="*/ 627647 h 1013383"/>
                <a:gd name="connsiteX133" fmla="*/ 438521 w 788233"/>
                <a:gd name="connsiteY133" fmla="*/ 718798 h 1013383"/>
                <a:gd name="connsiteX134" fmla="*/ 452928 w 788233"/>
                <a:gd name="connsiteY134" fmla="*/ 753573 h 1013383"/>
                <a:gd name="connsiteX135" fmla="*/ 455239 w 788233"/>
                <a:gd name="connsiteY135" fmla="*/ 761972 h 1013383"/>
                <a:gd name="connsiteX136" fmla="*/ 479627 w 788233"/>
                <a:gd name="connsiteY136" fmla="*/ 762163 h 1013383"/>
                <a:gd name="connsiteX137" fmla="*/ 479627 w 788233"/>
                <a:gd name="connsiteY137" fmla="*/ 806176 h 1013383"/>
                <a:gd name="connsiteX138" fmla="*/ 455098 w 788233"/>
                <a:gd name="connsiteY138" fmla="*/ 806172 h 1013383"/>
                <a:gd name="connsiteX139" fmla="*/ 447030 w 788233"/>
                <a:gd name="connsiteY139" fmla="*/ 827491 h 1013383"/>
                <a:gd name="connsiteX140" fmla="*/ 416344 w 788233"/>
                <a:gd name="connsiteY140" fmla="*/ 868434 h 1013383"/>
                <a:gd name="connsiteX141" fmla="*/ 368065 w 788233"/>
                <a:gd name="connsiteY141" fmla="*/ 891322 h 1013383"/>
                <a:gd name="connsiteX142" fmla="*/ 329036 w 788233"/>
                <a:gd name="connsiteY142" fmla="*/ 892394 h 1013383"/>
                <a:gd name="connsiteX143" fmla="*/ 289723 w 788233"/>
                <a:gd name="connsiteY143" fmla="*/ 878353 h 1013383"/>
                <a:gd name="connsiteX144" fmla="*/ 255615 w 788233"/>
                <a:gd name="connsiteY144" fmla="*/ 847141 h 1013383"/>
                <a:gd name="connsiteX145" fmla="*/ 234147 w 788233"/>
                <a:gd name="connsiteY145" fmla="*/ 807597 h 1013383"/>
                <a:gd name="connsiteX146" fmla="*/ 228808 w 788233"/>
                <a:gd name="connsiteY146" fmla="*/ 804130 h 1013383"/>
                <a:gd name="connsiteX147" fmla="*/ 167927 w 788233"/>
                <a:gd name="connsiteY147" fmla="*/ 804219 h 1013383"/>
                <a:gd name="connsiteX148" fmla="*/ 164373 w 788233"/>
                <a:gd name="connsiteY148" fmla="*/ 804533 h 1013383"/>
                <a:gd name="connsiteX149" fmla="*/ 164373 w 788233"/>
                <a:gd name="connsiteY149" fmla="*/ 967955 h 1013383"/>
                <a:gd name="connsiteX150" fmla="*/ 523550 w 788233"/>
                <a:gd name="connsiteY150" fmla="*/ 967955 h 1013383"/>
                <a:gd name="connsiteX151" fmla="*/ 523911 w 788233"/>
                <a:gd name="connsiteY151" fmla="*/ 851881 h 1013383"/>
                <a:gd name="connsiteX152" fmla="*/ 567779 w 788233"/>
                <a:gd name="connsiteY152" fmla="*/ 851881 h 1013383"/>
                <a:gd name="connsiteX153" fmla="*/ 567709 w 788233"/>
                <a:gd name="connsiteY153" fmla="*/ 970772 h 1013383"/>
                <a:gd name="connsiteX154" fmla="*/ 531818 w 788233"/>
                <a:gd name="connsiteY154" fmla="*/ 1012336 h 1013383"/>
                <a:gd name="connsiteX155" fmla="*/ 518313 w 788233"/>
                <a:gd name="connsiteY155" fmla="*/ 1013341 h 1013383"/>
                <a:gd name="connsiteX156" fmla="*/ 126482 w 788233"/>
                <a:gd name="connsiteY156" fmla="*/ 1013383 h 1013383"/>
                <a:gd name="connsiteX157" fmla="*/ 120222 w 788233"/>
                <a:gd name="connsiteY157" fmla="*/ 1013383 h 1013383"/>
                <a:gd name="connsiteX158" fmla="*/ 119961 w 788233"/>
                <a:gd name="connsiteY158" fmla="*/ 1009010 h 1013383"/>
                <a:gd name="connsiteX159" fmla="*/ 120004 w 788233"/>
                <a:gd name="connsiteY159" fmla="*/ 798855 h 1013383"/>
                <a:gd name="connsiteX160" fmla="*/ 129338 w 788233"/>
                <a:gd name="connsiteY160" fmla="*/ 775745 h 1013383"/>
                <a:gd name="connsiteX161" fmla="*/ 167134 w 788233"/>
                <a:gd name="connsiteY161" fmla="*/ 758989 h 1013383"/>
                <a:gd name="connsiteX162" fmla="*/ 210300 w 788233"/>
                <a:gd name="connsiteY162" fmla="*/ 759029 h 1013383"/>
                <a:gd name="connsiteX163" fmla="*/ 189070 w 788233"/>
                <a:gd name="connsiteY163" fmla="*/ 716624 h 1013383"/>
                <a:gd name="connsiteX164" fmla="*/ 125109 w 788233"/>
                <a:gd name="connsiteY164" fmla="*/ 587771 h 1013383"/>
                <a:gd name="connsiteX165" fmla="*/ 80343 w 788233"/>
                <a:gd name="connsiteY165" fmla="*/ 497065 h 1013383"/>
                <a:gd name="connsiteX166" fmla="*/ 34776 w 788233"/>
                <a:gd name="connsiteY166" fmla="*/ 405128 h 1013383"/>
                <a:gd name="connsiteX167" fmla="*/ 9571 w 788233"/>
                <a:gd name="connsiteY167" fmla="*/ 353445 h 1013383"/>
                <a:gd name="connsiteX168" fmla="*/ 78 w 788233"/>
                <a:gd name="connsiteY168" fmla="*/ 313639 h 1013383"/>
                <a:gd name="connsiteX169" fmla="*/ 6723 w 788233"/>
                <a:gd name="connsiteY169" fmla="*/ 268599 h 1013383"/>
                <a:gd name="connsiteX170" fmla="*/ 47778 w 788233"/>
                <a:gd name="connsiteY170" fmla="*/ 215253 h 1013383"/>
                <a:gd name="connsiteX171" fmla="*/ 161580 w 788233"/>
                <a:gd name="connsiteY171" fmla="*/ 139238 h 1013383"/>
                <a:gd name="connsiteX172" fmla="*/ 273632 w 788233"/>
                <a:gd name="connsiteY172" fmla="*/ 63897 h 1013383"/>
                <a:gd name="connsiteX173" fmla="*/ 344116 w 788233"/>
                <a:gd name="connsiteY173" fmla="*/ 16923 h 1013383"/>
                <a:gd name="connsiteX174" fmla="*/ 384451 w 788233"/>
                <a:gd name="connsiteY174" fmla="*/ 1859 h 1013383"/>
                <a:gd name="connsiteX175" fmla="*/ 403157 w 788233"/>
                <a:gd name="connsiteY175" fmla="*/ 38 h 101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88233" h="1013383">
                  <a:moveTo>
                    <a:pt x="343344" y="776212"/>
                  </a:moveTo>
                  <a:cubicBezTo>
                    <a:pt x="341382" y="777045"/>
                    <a:pt x="339742" y="779966"/>
                    <a:pt x="339096" y="782270"/>
                  </a:cubicBezTo>
                  <a:cubicBezTo>
                    <a:pt x="338053" y="785987"/>
                    <a:pt x="341170" y="787807"/>
                    <a:pt x="343982" y="789023"/>
                  </a:cubicBezTo>
                  <a:cubicBezTo>
                    <a:pt x="348706" y="791066"/>
                    <a:pt x="353046" y="786189"/>
                    <a:pt x="351824" y="779216"/>
                  </a:cubicBezTo>
                  <a:cubicBezTo>
                    <a:pt x="350116" y="775085"/>
                    <a:pt x="346384" y="774922"/>
                    <a:pt x="343344" y="776212"/>
                  </a:cubicBezTo>
                  <a:close/>
                  <a:moveTo>
                    <a:pt x="348161" y="752238"/>
                  </a:moveTo>
                  <a:cubicBezTo>
                    <a:pt x="358501" y="753134"/>
                    <a:pt x="369787" y="759973"/>
                    <a:pt x="373507" y="771288"/>
                  </a:cubicBezTo>
                  <a:cubicBezTo>
                    <a:pt x="377524" y="783506"/>
                    <a:pt x="376006" y="794721"/>
                    <a:pt x="367055" y="803849"/>
                  </a:cubicBezTo>
                  <a:cubicBezTo>
                    <a:pt x="356951" y="814152"/>
                    <a:pt x="340685" y="814851"/>
                    <a:pt x="328941" y="807452"/>
                  </a:cubicBezTo>
                  <a:cubicBezTo>
                    <a:pt x="317875" y="800481"/>
                    <a:pt x="311556" y="783629"/>
                    <a:pt x="318977" y="768649"/>
                  </a:cubicBezTo>
                  <a:cubicBezTo>
                    <a:pt x="324136" y="757786"/>
                    <a:pt x="336489" y="751227"/>
                    <a:pt x="348161" y="752238"/>
                  </a:cubicBezTo>
                  <a:close/>
                  <a:moveTo>
                    <a:pt x="331399" y="698074"/>
                  </a:moveTo>
                  <a:cubicBezTo>
                    <a:pt x="308173" y="702286"/>
                    <a:pt x="289727" y="713827"/>
                    <a:pt x="276021" y="732955"/>
                  </a:cubicBezTo>
                  <a:cubicBezTo>
                    <a:pt x="262230" y="752203"/>
                    <a:pt x="257714" y="773665"/>
                    <a:pt x="261404" y="796890"/>
                  </a:cubicBezTo>
                  <a:cubicBezTo>
                    <a:pt x="263755" y="811684"/>
                    <a:pt x="269735" y="825058"/>
                    <a:pt x="279456" y="836395"/>
                  </a:cubicBezTo>
                  <a:cubicBezTo>
                    <a:pt x="292775" y="851930"/>
                    <a:pt x="309260" y="862339"/>
                    <a:pt x="329697" y="866438"/>
                  </a:cubicBezTo>
                  <a:cubicBezTo>
                    <a:pt x="347213" y="869951"/>
                    <a:pt x="363854" y="867709"/>
                    <a:pt x="379997" y="860760"/>
                  </a:cubicBezTo>
                  <a:cubicBezTo>
                    <a:pt x="395647" y="854023"/>
                    <a:pt x="407835" y="843028"/>
                    <a:pt x="417577" y="828367"/>
                  </a:cubicBezTo>
                  <a:cubicBezTo>
                    <a:pt x="429121" y="810722"/>
                    <a:pt x="433376" y="791574"/>
                    <a:pt x="430395" y="770593"/>
                  </a:cubicBezTo>
                  <a:cubicBezTo>
                    <a:pt x="426663" y="744328"/>
                    <a:pt x="413372" y="724225"/>
                    <a:pt x="391423" y="710062"/>
                  </a:cubicBezTo>
                  <a:cubicBezTo>
                    <a:pt x="373190" y="698296"/>
                    <a:pt x="353077" y="694144"/>
                    <a:pt x="331399" y="698074"/>
                  </a:cubicBezTo>
                  <a:close/>
                  <a:moveTo>
                    <a:pt x="229820" y="354518"/>
                  </a:moveTo>
                  <a:cubicBezTo>
                    <a:pt x="228685" y="355111"/>
                    <a:pt x="227687" y="355517"/>
                    <a:pt x="226812" y="356106"/>
                  </a:cubicBezTo>
                  <a:cubicBezTo>
                    <a:pt x="212657" y="365646"/>
                    <a:pt x="198408" y="375054"/>
                    <a:pt x="184400" y="384807"/>
                  </a:cubicBezTo>
                  <a:cubicBezTo>
                    <a:pt x="165664" y="397851"/>
                    <a:pt x="146482" y="409300"/>
                    <a:pt x="122899" y="411607"/>
                  </a:cubicBezTo>
                  <a:cubicBezTo>
                    <a:pt x="105095" y="413349"/>
                    <a:pt x="87984" y="411879"/>
                    <a:pt x="70508" y="405433"/>
                  </a:cubicBezTo>
                  <a:cubicBezTo>
                    <a:pt x="67802" y="404256"/>
                    <a:pt x="65095" y="403079"/>
                    <a:pt x="61682" y="401595"/>
                  </a:cubicBezTo>
                  <a:cubicBezTo>
                    <a:pt x="120447" y="520357"/>
                    <a:pt x="178923" y="638533"/>
                    <a:pt x="237422" y="756760"/>
                  </a:cubicBezTo>
                  <a:cubicBezTo>
                    <a:pt x="253118" y="692448"/>
                    <a:pt x="320904" y="652621"/>
                    <a:pt x="390960" y="680337"/>
                  </a:cubicBezTo>
                  <a:cubicBezTo>
                    <a:pt x="337173" y="571582"/>
                    <a:pt x="283537" y="463132"/>
                    <a:pt x="229820" y="354518"/>
                  </a:cubicBezTo>
                  <a:close/>
                  <a:moveTo>
                    <a:pt x="107010" y="301439"/>
                  </a:moveTo>
                  <a:cubicBezTo>
                    <a:pt x="106157" y="301865"/>
                    <a:pt x="104898" y="302070"/>
                    <a:pt x="104523" y="302758"/>
                  </a:cubicBezTo>
                  <a:cubicBezTo>
                    <a:pt x="103281" y="305034"/>
                    <a:pt x="100995" y="307979"/>
                    <a:pt x="101638" y="309750"/>
                  </a:cubicBezTo>
                  <a:cubicBezTo>
                    <a:pt x="102555" y="312278"/>
                    <a:pt x="105419" y="314706"/>
                    <a:pt x="108025" y="315764"/>
                  </a:cubicBezTo>
                  <a:cubicBezTo>
                    <a:pt x="109380" y="316315"/>
                    <a:pt x="112435" y="314262"/>
                    <a:pt x="113906" y="312644"/>
                  </a:cubicBezTo>
                  <a:cubicBezTo>
                    <a:pt x="117789" y="308372"/>
                    <a:pt x="114820" y="303129"/>
                    <a:pt x="107010" y="301439"/>
                  </a:cubicBezTo>
                  <a:close/>
                  <a:moveTo>
                    <a:pt x="106767" y="278754"/>
                  </a:moveTo>
                  <a:cubicBezTo>
                    <a:pt x="121322" y="277895"/>
                    <a:pt x="134003" y="287409"/>
                    <a:pt x="136812" y="299227"/>
                  </a:cubicBezTo>
                  <a:cubicBezTo>
                    <a:pt x="137918" y="303881"/>
                    <a:pt x="137461" y="308907"/>
                    <a:pt x="137678" y="314188"/>
                  </a:cubicBezTo>
                  <a:cubicBezTo>
                    <a:pt x="136704" y="324676"/>
                    <a:pt x="127179" y="334964"/>
                    <a:pt x="116766" y="337740"/>
                  </a:cubicBezTo>
                  <a:cubicBezTo>
                    <a:pt x="100352" y="342116"/>
                    <a:pt x="83074" y="332531"/>
                    <a:pt x="79362" y="316348"/>
                  </a:cubicBezTo>
                  <a:cubicBezTo>
                    <a:pt x="74913" y="296950"/>
                    <a:pt x="87710" y="279878"/>
                    <a:pt x="106767" y="278754"/>
                  </a:cubicBezTo>
                  <a:close/>
                  <a:moveTo>
                    <a:pt x="97030" y="222819"/>
                  </a:moveTo>
                  <a:cubicBezTo>
                    <a:pt x="75018" y="226415"/>
                    <a:pt x="57071" y="237027"/>
                    <a:pt x="43432" y="254688"/>
                  </a:cubicBezTo>
                  <a:cubicBezTo>
                    <a:pt x="29503" y="272726"/>
                    <a:pt x="23102" y="292813"/>
                    <a:pt x="26583" y="315796"/>
                  </a:cubicBezTo>
                  <a:cubicBezTo>
                    <a:pt x="30345" y="340638"/>
                    <a:pt x="42475" y="360099"/>
                    <a:pt x="63227" y="374039"/>
                  </a:cubicBezTo>
                  <a:cubicBezTo>
                    <a:pt x="77702" y="383762"/>
                    <a:pt x="93694" y="388310"/>
                    <a:pt x="111351" y="387969"/>
                  </a:cubicBezTo>
                  <a:cubicBezTo>
                    <a:pt x="126223" y="387682"/>
                    <a:pt x="140056" y="384144"/>
                    <a:pt x="152361" y="376285"/>
                  </a:cubicBezTo>
                  <a:cubicBezTo>
                    <a:pt x="173737" y="362631"/>
                    <a:pt x="194519" y="348052"/>
                    <a:pt x="215719" y="334117"/>
                  </a:cubicBezTo>
                  <a:cubicBezTo>
                    <a:pt x="218432" y="332334"/>
                    <a:pt x="218339" y="331071"/>
                    <a:pt x="217169" y="328749"/>
                  </a:cubicBezTo>
                  <a:cubicBezTo>
                    <a:pt x="212857" y="320181"/>
                    <a:pt x="208616" y="311577"/>
                    <a:pt x="203919" y="302373"/>
                  </a:cubicBezTo>
                  <a:cubicBezTo>
                    <a:pt x="199493" y="293170"/>
                    <a:pt x="195035" y="283982"/>
                    <a:pt x="190648" y="274760"/>
                  </a:cubicBezTo>
                  <a:cubicBezTo>
                    <a:pt x="185728" y="264420"/>
                    <a:pt x="179729" y="254671"/>
                    <a:pt x="171570" y="246704"/>
                  </a:cubicBezTo>
                  <a:cubicBezTo>
                    <a:pt x="163806" y="239123"/>
                    <a:pt x="154857" y="232967"/>
                    <a:pt x="144659" y="228657"/>
                  </a:cubicBezTo>
                  <a:cubicBezTo>
                    <a:pt x="129269" y="222153"/>
                    <a:pt x="113446" y="220137"/>
                    <a:pt x="97030" y="222819"/>
                  </a:cubicBezTo>
                  <a:close/>
                  <a:moveTo>
                    <a:pt x="403140" y="98393"/>
                  </a:moveTo>
                  <a:cubicBezTo>
                    <a:pt x="399785" y="100504"/>
                    <a:pt x="399118" y="104130"/>
                    <a:pt x="401789" y="108393"/>
                  </a:cubicBezTo>
                  <a:cubicBezTo>
                    <a:pt x="405144" y="111496"/>
                    <a:pt x="408874" y="111741"/>
                    <a:pt x="411959" y="109060"/>
                  </a:cubicBezTo>
                  <a:cubicBezTo>
                    <a:pt x="414087" y="107211"/>
                    <a:pt x="414401" y="101719"/>
                    <a:pt x="412221" y="99354"/>
                  </a:cubicBezTo>
                  <a:cubicBezTo>
                    <a:pt x="409587" y="96496"/>
                    <a:pt x="406354" y="96371"/>
                    <a:pt x="403140" y="98393"/>
                  </a:cubicBezTo>
                  <a:close/>
                  <a:moveTo>
                    <a:pt x="300460" y="75993"/>
                  </a:moveTo>
                  <a:cubicBezTo>
                    <a:pt x="299992" y="76247"/>
                    <a:pt x="299524" y="76501"/>
                    <a:pt x="298519" y="77188"/>
                  </a:cubicBezTo>
                  <a:cubicBezTo>
                    <a:pt x="278390" y="90689"/>
                    <a:pt x="258296" y="104244"/>
                    <a:pt x="238122" y="117678"/>
                  </a:cubicBezTo>
                  <a:cubicBezTo>
                    <a:pt x="206544" y="138705"/>
                    <a:pt x="174896" y="159627"/>
                    <a:pt x="143313" y="180647"/>
                  </a:cubicBezTo>
                  <a:cubicBezTo>
                    <a:pt x="135725" y="185697"/>
                    <a:pt x="128274" y="190956"/>
                    <a:pt x="120168" y="196526"/>
                  </a:cubicBezTo>
                  <a:cubicBezTo>
                    <a:pt x="121527" y="196987"/>
                    <a:pt x="121934" y="197232"/>
                    <a:pt x="122352" y="197251"/>
                  </a:cubicBezTo>
                  <a:cubicBezTo>
                    <a:pt x="136824" y="197908"/>
                    <a:pt x="150256" y="202474"/>
                    <a:pt x="162861" y="209130"/>
                  </a:cubicBezTo>
                  <a:cubicBezTo>
                    <a:pt x="184522" y="220567"/>
                    <a:pt x="200601" y="237642"/>
                    <a:pt x="211405" y="259647"/>
                  </a:cubicBezTo>
                  <a:cubicBezTo>
                    <a:pt x="220940" y="279065"/>
                    <a:pt x="230469" y="298487"/>
                    <a:pt x="239970" y="317846"/>
                  </a:cubicBezTo>
                  <a:cubicBezTo>
                    <a:pt x="290505" y="284000"/>
                    <a:pt x="340716" y="250371"/>
                    <a:pt x="391073" y="216644"/>
                  </a:cubicBezTo>
                  <a:cubicBezTo>
                    <a:pt x="389460" y="215619"/>
                    <a:pt x="388162" y="214755"/>
                    <a:pt x="386827" y="213953"/>
                  </a:cubicBezTo>
                  <a:cubicBezTo>
                    <a:pt x="370130" y="203918"/>
                    <a:pt x="354453" y="192369"/>
                    <a:pt x="340767" y="178606"/>
                  </a:cubicBezTo>
                  <a:cubicBezTo>
                    <a:pt x="331305" y="169090"/>
                    <a:pt x="322735" y="158413"/>
                    <a:pt x="315272" y="147248"/>
                  </a:cubicBezTo>
                  <a:cubicBezTo>
                    <a:pt x="304336" y="130888"/>
                    <a:pt x="298722" y="112416"/>
                    <a:pt x="298738" y="92536"/>
                  </a:cubicBezTo>
                  <a:cubicBezTo>
                    <a:pt x="298742" y="87540"/>
                    <a:pt x="299394" y="82545"/>
                    <a:pt x="300287" y="77332"/>
                  </a:cubicBezTo>
                  <a:cubicBezTo>
                    <a:pt x="300344" y="76885"/>
                    <a:pt x="300402" y="76439"/>
                    <a:pt x="300460" y="75993"/>
                  </a:cubicBezTo>
                  <a:close/>
                  <a:moveTo>
                    <a:pt x="405229" y="74526"/>
                  </a:moveTo>
                  <a:cubicBezTo>
                    <a:pt x="421122" y="74558"/>
                    <a:pt x="431428" y="81583"/>
                    <a:pt x="435690" y="95115"/>
                  </a:cubicBezTo>
                  <a:cubicBezTo>
                    <a:pt x="440299" y="109753"/>
                    <a:pt x="432725" y="125025"/>
                    <a:pt x="420663" y="130841"/>
                  </a:cubicBezTo>
                  <a:cubicBezTo>
                    <a:pt x="402250" y="139669"/>
                    <a:pt x="382745" y="130222"/>
                    <a:pt x="378063" y="112190"/>
                  </a:cubicBezTo>
                  <a:cubicBezTo>
                    <a:pt x="373079" y="92992"/>
                    <a:pt x="386227" y="74488"/>
                    <a:pt x="405229" y="74526"/>
                  </a:cubicBezTo>
                  <a:close/>
                  <a:moveTo>
                    <a:pt x="411046" y="25206"/>
                  </a:moveTo>
                  <a:cubicBezTo>
                    <a:pt x="398034" y="23611"/>
                    <a:pt x="385802" y="25422"/>
                    <a:pt x="373747" y="29635"/>
                  </a:cubicBezTo>
                  <a:cubicBezTo>
                    <a:pt x="359015" y="34782"/>
                    <a:pt x="347041" y="43935"/>
                    <a:pt x="337307" y="56057"/>
                  </a:cubicBezTo>
                  <a:cubicBezTo>
                    <a:pt x="328546" y="66966"/>
                    <a:pt x="323337" y="79299"/>
                    <a:pt x="323288" y="93420"/>
                  </a:cubicBezTo>
                  <a:cubicBezTo>
                    <a:pt x="323248" y="105129"/>
                    <a:pt x="326510" y="116195"/>
                    <a:pt x="331656" y="126577"/>
                  </a:cubicBezTo>
                  <a:cubicBezTo>
                    <a:pt x="340796" y="145017"/>
                    <a:pt x="354800" y="159639"/>
                    <a:pt x="370675" y="172187"/>
                  </a:cubicBezTo>
                  <a:cubicBezTo>
                    <a:pt x="383281" y="182151"/>
                    <a:pt x="397088" y="190609"/>
                    <a:pt x="410518" y="199501"/>
                  </a:cubicBezTo>
                  <a:cubicBezTo>
                    <a:pt x="411931" y="200436"/>
                    <a:pt x="414787" y="200519"/>
                    <a:pt x="416299" y="199720"/>
                  </a:cubicBezTo>
                  <a:cubicBezTo>
                    <a:pt x="420224" y="197647"/>
                    <a:pt x="423838" y="194951"/>
                    <a:pt x="427459" y="192342"/>
                  </a:cubicBezTo>
                  <a:cubicBezTo>
                    <a:pt x="438740" y="184212"/>
                    <a:pt x="449967" y="176006"/>
                    <a:pt x="461708" y="167337"/>
                  </a:cubicBezTo>
                  <a:cubicBezTo>
                    <a:pt x="480992" y="146424"/>
                    <a:pt x="489375" y="122284"/>
                    <a:pt x="484413" y="93751"/>
                  </a:cubicBezTo>
                  <a:cubicBezTo>
                    <a:pt x="481491" y="76945"/>
                    <a:pt x="474119" y="62512"/>
                    <a:pt x="462485" y="50460"/>
                  </a:cubicBezTo>
                  <a:cubicBezTo>
                    <a:pt x="448500" y="35972"/>
                    <a:pt x="431326" y="27692"/>
                    <a:pt x="411046" y="25206"/>
                  </a:cubicBezTo>
                  <a:close/>
                  <a:moveTo>
                    <a:pt x="403157" y="38"/>
                  </a:moveTo>
                  <a:cubicBezTo>
                    <a:pt x="427478" y="1174"/>
                    <a:pt x="450356" y="7276"/>
                    <a:pt x="469076" y="23693"/>
                  </a:cubicBezTo>
                  <a:cubicBezTo>
                    <a:pt x="479603" y="32925"/>
                    <a:pt x="489088" y="43354"/>
                    <a:pt x="498934" y="53351"/>
                  </a:cubicBezTo>
                  <a:cubicBezTo>
                    <a:pt x="513138" y="67773"/>
                    <a:pt x="527300" y="82236"/>
                    <a:pt x="541374" y="96785"/>
                  </a:cubicBezTo>
                  <a:cubicBezTo>
                    <a:pt x="556663" y="112591"/>
                    <a:pt x="571827" y="128519"/>
                    <a:pt x="587054" y="144386"/>
                  </a:cubicBezTo>
                  <a:cubicBezTo>
                    <a:pt x="602961" y="160961"/>
                    <a:pt x="618881" y="177524"/>
                    <a:pt x="634791" y="194097"/>
                  </a:cubicBezTo>
                  <a:cubicBezTo>
                    <a:pt x="642349" y="201970"/>
                    <a:pt x="649893" y="209857"/>
                    <a:pt x="657450" y="217732"/>
                  </a:cubicBezTo>
                  <a:cubicBezTo>
                    <a:pt x="673129" y="234072"/>
                    <a:pt x="688813" y="250408"/>
                    <a:pt x="704495" y="266746"/>
                  </a:cubicBezTo>
                  <a:cubicBezTo>
                    <a:pt x="720062" y="282967"/>
                    <a:pt x="735653" y="299165"/>
                    <a:pt x="751188" y="315417"/>
                  </a:cubicBezTo>
                  <a:cubicBezTo>
                    <a:pt x="763667" y="328472"/>
                    <a:pt x="776077" y="341592"/>
                    <a:pt x="788233" y="355028"/>
                  </a:cubicBezTo>
                  <a:cubicBezTo>
                    <a:pt x="775433" y="354036"/>
                    <a:pt x="762918" y="352700"/>
                    <a:pt x="750303" y="351056"/>
                  </a:cubicBezTo>
                  <a:cubicBezTo>
                    <a:pt x="748094" y="348313"/>
                    <a:pt x="746084" y="345782"/>
                    <a:pt x="743859" y="343456"/>
                  </a:cubicBezTo>
                  <a:cubicBezTo>
                    <a:pt x="728209" y="327092"/>
                    <a:pt x="712514" y="310770"/>
                    <a:pt x="696836" y="294433"/>
                  </a:cubicBezTo>
                  <a:cubicBezTo>
                    <a:pt x="681384" y="278332"/>
                    <a:pt x="665938" y="262226"/>
                    <a:pt x="650484" y="246127"/>
                  </a:cubicBezTo>
                  <a:cubicBezTo>
                    <a:pt x="634577" y="229555"/>
                    <a:pt x="618659" y="212995"/>
                    <a:pt x="602754" y="196421"/>
                  </a:cubicBezTo>
                  <a:cubicBezTo>
                    <a:pt x="587528" y="180556"/>
                    <a:pt x="572329" y="164667"/>
                    <a:pt x="557088" y="148816"/>
                  </a:cubicBezTo>
                  <a:cubicBezTo>
                    <a:pt x="547370" y="138710"/>
                    <a:pt x="537703" y="128549"/>
                    <a:pt x="527808" y="118617"/>
                  </a:cubicBezTo>
                  <a:cubicBezTo>
                    <a:pt x="521896" y="112682"/>
                    <a:pt x="515589" y="107141"/>
                    <a:pt x="509828" y="101768"/>
                  </a:cubicBezTo>
                  <a:cubicBezTo>
                    <a:pt x="509828" y="104485"/>
                    <a:pt x="509781" y="108340"/>
                    <a:pt x="509837" y="112193"/>
                  </a:cubicBezTo>
                  <a:cubicBezTo>
                    <a:pt x="510059" y="127721"/>
                    <a:pt x="505979" y="142262"/>
                    <a:pt x="499407" y="156135"/>
                  </a:cubicBezTo>
                  <a:cubicBezTo>
                    <a:pt x="490078" y="175827"/>
                    <a:pt x="475265" y="190556"/>
                    <a:pt x="457077" y="202191"/>
                  </a:cubicBezTo>
                  <a:cubicBezTo>
                    <a:pt x="449891" y="206787"/>
                    <a:pt x="442927" y="211731"/>
                    <a:pt x="435788" y="216566"/>
                  </a:cubicBezTo>
                  <a:cubicBezTo>
                    <a:pt x="436481" y="217506"/>
                    <a:pt x="436686" y="217995"/>
                    <a:pt x="437054" y="218252"/>
                  </a:cubicBezTo>
                  <a:cubicBezTo>
                    <a:pt x="453300" y="229569"/>
                    <a:pt x="469546" y="240886"/>
                    <a:pt x="485823" y="252159"/>
                  </a:cubicBezTo>
                  <a:cubicBezTo>
                    <a:pt x="507996" y="267516"/>
                    <a:pt x="530170" y="282873"/>
                    <a:pt x="552388" y="298167"/>
                  </a:cubicBezTo>
                  <a:cubicBezTo>
                    <a:pt x="584590" y="320333"/>
                    <a:pt x="616859" y="342404"/>
                    <a:pt x="649042" y="364599"/>
                  </a:cubicBezTo>
                  <a:cubicBezTo>
                    <a:pt x="660056" y="372194"/>
                    <a:pt x="670898" y="380039"/>
                    <a:pt x="681753" y="388117"/>
                  </a:cubicBezTo>
                  <a:cubicBezTo>
                    <a:pt x="677486" y="395441"/>
                    <a:pt x="673285" y="402418"/>
                    <a:pt x="669084" y="409396"/>
                  </a:cubicBezTo>
                  <a:cubicBezTo>
                    <a:pt x="660976" y="403477"/>
                    <a:pt x="652983" y="397395"/>
                    <a:pt x="644741" y="391670"/>
                  </a:cubicBezTo>
                  <a:cubicBezTo>
                    <a:pt x="614066" y="370364"/>
                    <a:pt x="583330" y="349146"/>
                    <a:pt x="552578" y="327952"/>
                  </a:cubicBezTo>
                  <a:cubicBezTo>
                    <a:pt x="527748" y="310839"/>
                    <a:pt x="502830" y="293853"/>
                    <a:pt x="478010" y="276726"/>
                  </a:cubicBezTo>
                  <a:cubicBezTo>
                    <a:pt x="457378" y="262489"/>
                    <a:pt x="436803" y="248171"/>
                    <a:pt x="416288" y="233766"/>
                  </a:cubicBezTo>
                  <a:cubicBezTo>
                    <a:pt x="414017" y="232171"/>
                    <a:pt x="412539" y="231911"/>
                    <a:pt x="410103" y="233556"/>
                  </a:cubicBezTo>
                  <a:cubicBezTo>
                    <a:pt x="385243" y="250342"/>
                    <a:pt x="360296" y="266999"/>
                    <a:pt x="335348" y="283655"/>
                  </a:cubicBezTo>
                  <a:cubicBezTo>
                    <a:pt x="308293" y="301718"/>
                    <a:pt x="281212" y="319741"/>
                    <a:pt x="254146" y="337788"/>
                  </a:cubicBezTo>
                  <a:cubicBezTo>
                    <a:pt x="253077" y="338502"/>
                    <a:pt x="252053" y="339284"/>
                    <a:pt x="250941" y="340082"/>
                  </a:cubicBezTo>
                  <a:cubicBezTo>
                    <a:pt x="268630" y="375549"/>
                    <a:pt x="286008" y="410264"/>
                    <a:pt x="303268" y="445038"/>
                  </a:cubicBezTo>
                  <a:cubicBezTo>
                    <a:pt x="318187" y="475093"/>
                    <a:pt x="332949" y="505226"/>
                    <a:pt x="347825" y="535302"/>
                  </a:cubicBezTo>
                  <a:cubicBezTo>
                    <a:pt x="363056" y="566097"/>
                    <a:pt x="378357" y="596857"/>
                    <a:pt x="393598" y="627647"/>
                  </a:cubicBezTo>
                  <a:cubicBezTo>
                    <a:pt x="408626" y="658005"/>
                    <a:pt x="423821" y="688282"/>
                    <a:pt x="438521" y="718798"/>
                  </a:cubicBezTo>
                  <a:cubicBezTo>
                    <a:pt x="443957" y="730085"/>
                    <a:pt x="448250" y="741928"/>
                    <a:pt x="452928" y="753573"/>
                  </a:cubicBezTo>
                  <a:cubicBezTo>
                    <a:pt x="453974" y="756178"/>
                    <a:pt x="454443" y="759015"/>
                    <a:pt x="455239" y="761972"/>
                  </a:cubicBezTo>
                  <a:lnTo>
                    <a:pt x="479627" y="762163"/>
                  </a:lnTo>
                  <a:lnTo>
                    <a:pt x="479627" y="806176"/>
                  </a:lnTo>
                  <a:lnTo>
                    <a:pt x="455098" y="806172"/>
                  </a:lnTo>
                  <a:cubicBezTo>
                    <a:pt x="452288" y="813604"/>
                    <a:pt x="449701" y="820563"/>
                    <a:pt x="447030" y="827491"/>
                  </a:cubicBezTo>
                  <a:cubicBezTo>
                    <a:pt x="440659" y="844019"/>
                    <a:pt x="429565" y="857252"/>
                    <a:pt x="416344" y="868434"/>
                  </a:cubicBezTo>
                  <a:cubicBezTo>
                    <a:pt x="402429" y="880203"/>
                    <a:pt x="386045" y="887656"/>
                    <a:pt x="368065" y="891322"/>
                  </a:cubicBezTo>
                  <a:cubicBezTo>
                    <a:pt x="355110" y="893964"/>
                    <a:pt x="342006" y="894655"/>
                    <a:pt x="329036" y="892394"/>
                  </a:cubicBezTo>
                  <a:cubicBezTo>
                    <a:pt x="315218" y="889984"/>
                    <a:pt x="301943" y="885685"/>
                    <a:pt x="289723" y="878353"/>
                  </a:cubicBezTo>
                  <a:cubicBezTo>
                    <a:pt x="276184" y="870231"/>
                    <a:pt x="263953" y="860555"/>
                    <a:pt x="255615" y="847141"/>
                  </a:cubicBezTo>
                  <a:cubicBezTo>
                    <a:pt x="247708" y="834423"/>
                    <a:pt x="241087" y="820896"/>
                    <a:pt x="234147" y="807597"/>
                  </a:cubicBezTo>
                  <a:cubicBezTo>
                    <a:pt x="232855" y="805121"/>
                    <a:pt x="231673" y="804111"/>
                    <a:pt x="228808" y="804130"/>
                  </a:cubicBezTo>
                  <a:cubicBezTo>
                    <a:pt x="208515" y="804268"/>
                    <a:pt x="188221" y="804198"/>
                    <a:pt x="167927" y="804219"/>
                  </a:cubicBezTo>
                  <a:cubicBezTo>
                    <a:pt x="166695" y="804220"/>
                    <a:pt x="165462" y="804432"/>
                    <a:pt x="164373" y="804533"/>
                  </a:cubicBezTo>
                  <a:cubicBezTo>
                    <a:pt x="164373" y="859233"/>
                    <a:pt x="164373" y="913514"/>
                    <a:pt x="164373" y="967955"/>
                  </a:cubicBezTo>
                  <a:cubicBezTo>
                    <a:pt x="284139" y="967955"/>
                    <a:pt x="403674" y="967955"/>
                    <a:pt x="523550" y="967955"/>
                  </a:cubicBezTo>
                  <a:lnTo>
                    <a:pt x="523911" y="851881"/>
                  </a:lnTo>
                  <a:lnTo>
                    <a:pt x="567779" y="851881"/>
                  </a:lnTo>
                  <a:lnTo>
                    <a:pt x="567709" y="970772"/>
                  </a:lnTo>
                  <a:cubicBezTo>
                    <a:pt x="567628" y="991455"/>
                    <a:pt x="551773" y="1008865"/>
                    <a:pt x="531818" y="1012336"/>
                  </a:cubicBezTo>
                  <a:cubicBezTo>
                    <a:pt x="527390" y="1013106"/>
                    <a:pt x="522819" y="1013339"/>
                    <a:pt x="518313" y="1013341"/>
                  </a:cubicBezTo>
                  <a:cubicBezTo>
                    <a:pt x="387703" y="1013392"/>
                    <a:pt x="257092" y="1013383"/>
                    <a:pt x="126482" y="1013383"/>
                  </a:cubicBezTo>
                  <a:cubicBezTo>
                    <a:pt x="124531" y="1013383"/>
                    <a:pt x="122580" y="1013383"/>
                    <a:pt x="120222" y="1013383"/>
                  </a:cubicBezTo>
                  <a:cubicBezTo>
                    <a:pt x="120124" y="1011815"/>
                    <a:pt x="119961" y="1010412"/>
                    <a:pt x="119961" y="1009010"/>
                  </a:cubicBezTo>
                  <a:cubicBezTo>
                    <a:pt x="119949" y="938958"/>
                    <a:pt x="119908" y="868906"/>
                    <a:pt x="120004" y="798855"/>
                  </a:cubicBezTo>
                  <a:cubicBezTo>
                    <a:pt x="120016" y="790044"/>
                    <a:pt x="123947" y="782430"/>
                    <a:pt x="129338" y="775745"/>
                  </a:cubicBezTo>
                  <a:cubicBezTo>
                    <a:pt x="139005" y="763756"/>
                    <a:pt x="151902" y="758789"/>
                    <a:pt x="167134" y="758989"/>
                  </a:cubicBezTo>
                  <a:cubicBezTo>
                    <a:pt x="181324" y="759175"/>
                    <a:pt x="195518" y="759029"/>
                    <a:pt x="210300" y="759029"/>
                  </a:cubicBezTo>
                  <a:cubicBezTo>
                    <a:pt x="203072" y="744599"/>
                    <a:pt x="196031" y="730631"/>
                    <a:pt x="189070" y="716624"/>
                  </a:cubicBezTo>
                  <a:cubicBezTo>
                    <a:pt x="167730" y="673683"/>
                    <a:pt x="146393" y="630740"/>
                    <a:pt x="125109" y="587771"/>
                  </a:cubicBezTo>
                  <a:cubicBezTo>
                    <a:pt x="110143" y="557557"/>
                    <a:pt x="95291" y="527287"/>
                    <a:pt x="80343" y="497065"/>
                  </a:cubicBezTo>
                  <a:cubicBezTo>
                    <a:pt x="65179" y="466407"/>
                    <a:pt x="49928" y="435791"/>
                    <a:pt x="34776" y="405128"/>
                  </a:cubicBezTo>
                  <a:cubicBezTo>
                    <a:pt x="26284" y="387944"/>
                    <a:pt x="17673" y="370813"/>
                    <a:pt x="9571" y="353445"/>
                  </a:cubicBezTo>
                  <a:cubicBezTo>
                    <a:pt x="3720" y="340901"/>
                    <a:pt x="515" y="327608"/>
                    <a:pt x="78" y="313639"/>
                  </a:cubicBezTo>
                  <a:cubicBezTo>
                    <a:pt x="-406" y="298188"/>
                    <a:pt x="1287" y="283183"/>
                    <a:pt x="6723" y="268599"/>
                  </a:cubicBezTo>
                  <a:cubicBezTo>
                    <a:pt x="14940" y="246554"/>
                    <a:pt x="28403" y="228418"/>
                    <a:pt x="47778" y="215253"/>
                  </a:cubicBezTo>
                  <a:cubicBezTo>
                    <a:pt x="85509" y="189616"/>
                    <a:pt x="123674" y="164619"/>
                    <a:pt x="161580" y="139238"/>
                  </a:cubicBezTo>
                  <a:cubicBezTo>
                    <a:pt x="198979" y="114197"/>
                    <a:pt x="236260" y="88979"/>
                    <a:pt x="273632" y="63897"/>
                  </a:cubicBezTo>
                  <a:cubicBezTo>
                    <a:pt x="297076" y="48162"/>
                    <a:pt x="320493" y="32385"/>
                    <a:pt x="344116" y="16923"/>
                  </a:cubicBezTo>
                  <a:cubicBezTo>
                    <a:pt x="356356" y="8912"/>
                    <a:pt x="369754" y="3511"/>
                    <a:pt x="384451" y="1859"/>
                  </a:cubicBezTo>
                  <a:cubicBezTo>
                    <a:pt x="390683" y="1159"/>
                    <a:pt x="396963" y="-252"/>
                    <a:pt x="403157" y="38"/>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76" name="Freeform: Shape 2875">
              <a:extLst>
                <a:ext uri="{FF2B5EF4-FFF2-40B4-BE49-F238E27FC236}">
                  <a16:creationId xmlns:a16="http://schemas.microsoft.com/office/drawing/2014/main" id="{48DEEAB3-25F3-9B7B-D526-8AAFFA3A3D44}"/>
                </a:ext>
                <a:ext uri="{C183D7F6-B498-43B3-948B-1728B52AA6E4}">
                  <adec:decorative xmlns:adec="http://schemas.microsoft.com/office/drawing/2017/decorative" val="1"/>
                </a:ext>
              </a:extLst>
            </p:cNvPr>
            <p:cNvSpPr/>
            <p:nvPr/>
          </p:nvSpPr>
          <p:spPr>
            <a:xfrm>
              <a:off x="3365200" y="5208049"/>
              <a:ext cx="155572" cy="211382"/>
            </a:xfrm>
            <a:custGeom>
              <a:avLst/>
              <a:gdLst>
                <a:gd name="connsiteX0" fmla="*/ 0 w 344825"/>
                <a:gd name="connsiteY0" fmla="*/ 402062 h 468528"/>
                <a:gd name="connsiteX1" fmla="*/ 66589 w 344825"/>
                <a:gd name="connsiteY1" fmla="*/ 402062 h 468528"/>
                <a:gd name="connsiteX2" fmla="*/ 66589 w 344825"/>
                <a:gd name="connsiteY2" fmla="*/ 468528 h 468528"/>
                <a:gd name="connsiteX3" fmla="*/ 0 w 344825"/>
                <a:gd name="connsiteY3" fmla="*/ 468528 h 468528"/>
                <a:gd name="connsiteX4" fmla="*/ 242934 w 344825"/>
                <a:gd name="connsiteY4" fmla="*/ 331448 h 468528"/>
                <a:gd name="connsiteX5" fmla="*/ 265272 w 344825"/>
                <a:gd name="connsiteY5" fmla="*/ 331448 h 468528"/>
                <a:gd name="connsiteX6" fmla="*/ 265272 w 344825"/>
                <a:gd name="connsiteY6" fmla="*/ 364453 h 468528"/>
                <a:gd name="connsiteX7" fmla="*/ 265272 w 344825"/>
                <a:gd name="connsiteY7" fmla="*/ 380853 h 468528"/>
                <a:gd name="connsiteX8" fmla="*/ 242934 w 344825"/>
                <a:gd name="connsiteY8" fmla="*/ 380853 h 468528"/>
                <a:gd name="connsiteX9" fmla="*/ 242934 w 344825"/>
                <a:gd name="connsiteY9" fmla="*/ 331448 h 468528"/>
                <a:gd name="connsiteX10" fmla="*/ 216006 w 344825"/>
                <a:gd name="connsiteY10" fmla="*/ 309020 h 468528"/>
                <a:gd name="connsiteX11" fmla="*/ 229545 w 344825"/>
                <a:gd name="connsiteY11" fmla="*/ 325249 h 468528"/>
                <a:gd name="connsiteX12" fmla="*/ 212778 w 344825"/>
                <a:gd name="connsiteY12" fmla="*/ 339692 h 468528"/>
                <a:gd name="connsiteX13" fmla="*/ 196142 w 344825"/>
                <a:gd name="connsiteY13" fmla="*/ 353624 h 468528"/>
                <a:gd name="connsiteX14" fmla="*/ 187869 w 344825"/>
                <a:gd name="connsiteY14" fmla="*/ 353518 h 468528"/>
                <a:gd name="connsiteX15" fmla="*/ 176340 w 344825"/>
                <a:gd name="connsiteY15" fmla="*/ 339902 h 468528"/>
                <a:gd name="connsiteX16" fmla="*/ 191393 w 344825"/>
                <a:gd name="connsiteY16" fmla="*/ 326869 h 468528"/>
                <a:gd name="connsiteX17" fmla="*/ 212325 w 344825"/>
                <a:gd name="connsiteY17" fmla="*/ 309426 h 468528"/>
                <a:gd name="connsiteX18" fmla="*/ 216006 w 344825"/>
                <a:gd name="connsiteY18" fmla="*/ 309020 h 468528"/>
                <a:gd name="connsiteX19" fmla="*/ 292901 w 344825"/>
                <a:gd name="connsiteY19" fmla="*/ 307538 h 468528"/>
                <a:gd name="connsiteX20" fmla="*/ 331363 w 344825"/>
                <a:gd name="connsiteY20" fmla="*/ 339758 h 468528"/>
                <a:gd name="connsiteX21" fmla="*/ 317927 w 344825"/>
                <a:gd name="connsiteY21" fmla="*/ 355307 h 468528"/>
                <a:gd name="connsiteX22" fmla="*/ 313954 w 344825"/>
                <a:gd name="connsiteY22" fmla="*/ 355480 h 468528"/>
                <a:gd name="connsiteX23" fmla="*/ 305264 w 344825"/>
                <a:gd name="connsiteY23" fmla="*/ 347983 h 468528"/>
                <a:gd name="connsiteX24" fmla="*/ 282359 w 344825"/>
                <a:gd name="connsiteY24" fmla="*/ 328986 h 468528"/>
                <a:gd name="connsiteX25" fmla="*/ 277993 w 344825"/>
                <a:gd name="connsiteY25" fmla="*/ 325071 h 468528"/>
                <a:gd name="connsiteX26" fmla="*/ 292901 w 344825"/>
                <a:gd name="connsiteY26" fmla="*/ 307538 h 468528"/>
                <a:gd name="connsiteX27" fmla="*/ 162551 w 344825"/>
                <a:gd name="connsiteY27" fmla="*/ 278380 h 468528"/>
                <a:gd name="connsiteX28" fmla="*/ 212179 w 344825"/>
                <a:gd name="connsiteY28" fmla="*/ 278380 h 468528"/>
                <a:gd name="connsiteX29" fmla="*/ 212179 w 344825"/>
                <a:gd name="connsiteY29" fmla="*/ 301601 h 468528"/>
                <a:gd name="connsiteX30" fmla="*/ 162551 w 344825"/>
                <a:gd name="connsiteY30" fmla="*/ 301601 h 468528"/>
                <a:gd name="connsiteX31" fmla="*/ 295719 w 344825"/>
                <a:gd name="connsiteY31" fmla="*/ 278034 h 468528"/>
                <a:gd name="connsiteX32" fmla="*/ 344582 w 344825"/>
                <a:gd name="connsiteY32" fmla="*/ 278034 h 468528"/>
                <a:gd name="connsiteX33" fmla="*/ 344582 w 344825"/>
                <a:gd name="connsiteY33" fmla="*/ 301242 h 468528"/>
                <a:gd name="connsiteX34" fmla="*/ 295719 w 344825"/>
                <a:gd name="connsiteY34" fmla="*/ 301242 h 468528"/>
                <a:gd name="connsiteX35" fmla="*/ 255763 w 344825"/>
                <a:gd name="connsiteY35" fmla="*/ 45356 h 468528"/>
                <a:gd name="connsiteX36" fmla="*/ 232302 w 344825"/>
                <a:gd name="connsiteY36" fmla="*/ 47144 h 468528"/>
                <a:gd name="connsiteX37" fmla="*/ 194669 w 344825"/>
                <a:gd name="connsiteY37" fmla="*/ 96608 h 468528"/>
                <a:gd name="connsiteX38" fmla="*/ 194563 w 344825"/>
                <a:gd name="connsiteY38" fmla="*/ 151560 h 468528"/>
                <a:gd name="connsiteX39" fmla="*/ 194563 w 344825"/>
                <a:gd name="connsiteY39" fmla="*/ 166791 h 468528"/>
                <a:gd name="connsiteX40" fmla="*/ 299644 w 344825"/>
                <a:gd name="connsiteY40" fmla="*/ 166791 h 468528"/>
                <a:gd name="connsiteX41" fmla="*/ 299644 w 344825"/>
                <a:gd name="connsiteY41" fmla="*/ 161237 h 468528"/>
                <a:gd name="connsiteX42" fmla="*/ 299588 w 344825"/>
                <a:gd name="connsiteY42" fmla="*/ 96469 h 468528"/>
                <a:gd name="connsiteX43" fmla="*/ 276855 w 344825"/>
                <a:gd name="connsiteY43" fmla="*/ 54169 h 468528"/>
                <a:gd name="connsiteX44" fmla="*/ 255763 w 344825"/>
                <a:gd name="connsiteY44" fmla="*/ 45356 h 468528"/>
                <a:gd name="connsiteX45" fmla="*/ 238726 w 344825"/>
                <a:gd name="connsiteY45" fmla="*/ 0 h 468528"/>
                <a:gd name="connsiteX46" fmla="*/ 276677 w 344825"/>
                <a:gd name="connsiteY46" fmla="*/ 3966 h 468528"/>
                <a:gd name="connsiteX47" fmla="*/ 320540 w 344825"/>
                <a:gd name="connsiteY47" fmla="*/ 32420 h 468528"/>
                <a:gd name="connsiteX48" fmla="*/ 343818 w 344825"/>
                <a:gd name="connsiteY48" fmla="*/ 83654 h 468528"/>
                <a:gd name="connsiteX49" fmla="*/ 344775 w 344825"/>
                <a:gd name="connsiteY49" fmla="*/ 97680 h 468528"/>
                <a:gd name="connsiteX50" fmla="*/ 344818 w 344825"/>
                <a:gd name="connsiteY50" fmla="*/ 206173 h 468528"/>
                <a:gd name="connsiteX51" fmla="*/ 344818 w 344825"/>
                <a:gd name="connsiteY51" fmla="*/ 212041 h 468528"/>
                <a:gd name="connsiteX52" fmla="*/ 270281 w 344825"/>
                <a:gd name="connsiteY52" fmla="*/ 212041 h 468528"/>
                <a:gd name="connsiteX53" fmla="*/ 270281 w 344825"/>
                <a:gd name="connsiteY53" fmla="*/ 290542 h 468528"/>
                <a:gd name="connsiteX54" fmla="*/ 238025 w 344825"/>
                <a:gd name="connsiteY54" fmla="*/ 290542 h 468528"/>
                <a:gd name="connsiteX55" fmla="*/ 238025 w 344825"/>
                <a:gd name="connsiteY55" fmla="*/ 212393 h 468528"/>
                <a:gd name="connsiteX56" fmla="*/ 149389 w 344825"/>
                <a:gd name="connsiteY56" fmla="*/ 212393 h 468528"/>
                <a:gd name="connsiteX57" fmla="*/ 149389 w 344825"/>
                <a:gd name="connsiteY57" fmla="*/ 206671 h 468528"/>
                <a:gd name="connsiteX58" fmla="*/ 149343 w 344825"/>
                <a:gd name="connsiteY58" fmla="*/ 100634 h 468528"/>
                <a:gd name="connsiteX59" fmla="*/ 157330 w 344825"/>
                <a:gd name="connsiteY59" fmla="*/ 58406 h 468528"/>
                <a:gd name="connsiteX60" fmla="*/ 170381 w 344825"/>
                <a:gd name="connsiteY60" fmla="*/ 36642 h 468528"/>
                <a:gd name="connsiteX61" fmla="*/ 185127 w 344825"/>
                <a:gd name="connsiteY61" fmla="*/ 21954 h 468528"/>
                <a:gd name="connsiteX62" fmla="*/ 238726 w 344825"/>
                <a:gd name="connsiteY62" fmla="*/ 0 h 4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44825" h="468528">
                  <a:moveTo>
                    <a:pt x="0" y="402062"/>
                  </a:moveTo>
                  <a:lnTo>
                    <a:pt x="66589" y="402062"/>
                  </a:lnTo>
                  <a:lnTo>
                    <a:pt x="66589" y="468528"/>
                  </a:lnTo>
                  <a:lnTo>
                    <a:pt x="0" y="468528"/>
                  </a:lnTo>
                  <a:close/>
                  <a:moveTo>
                    <a:pt x="242934" y="331448"/>
                  </a:moveTo>
                  <a:cubicBezTo>
                    <a:pt x="250083" y="331448"/>
                    <a:pt x="257338" y="331448"/>
                    <a:pt x="265272" y="331448"/>
                  </a:cubicBezTo>
                  <a:cubicBezTo>
                    <a:pt x="265272" y="342190"/>
                    <a:pt x="265272" y="353076"/>
                    <a:pt x="265272" y="364453"/>
                  </a:cubicBezTo>
                  <a:cubicBezTo>
                    <a:pt x="265272" y="370150"/>
                    <a:pt x="265272" y="375356"/>
                    <a:pt x="265272" y="380853"/>
                  </a:cubicBezTo>
                  <a:cubicBezTo>
                    <a:pt x="257691" y="380853"/>
                    <a:pt x="250438" y="380853"/>
                    <a:pt x="242934" y="380853"/>
                  </a:cubicBezTo>
                  <a:cubicBezTo>
                    <a:pt x="242934" y="364428"/>
                    <a:pt x="242934" y="348130"/>
                    <a:pt x="242934" y="331448"/>
                  </a:cubicBezTo>
                  <a:close/>
                  <a:moveTo>
                    <a:pt x="216006" y="309020"/>
                  </a:moveTo>
                  <a:cubicBezTo>
                    <a:pt x="220558" y="314173"/>
                    <a:pt x="224856" y="319550"/>
                    <a:pt x="229545" y="325249"/>
                  </a:cubicBezTo>
                  <a:cubicBezTo>
                    <a:pt x="223719" y="330274"/>
                    <a:pt x="218286" y="335027"/>
                    <a:pt x="212778" y="339692"/>
                  </a:cubicBezTo>
                  <a:cubicBezTo>
                    <a:pt x="207258" y="344367"/>
                    <a:pt x="201561" y="348837"/>
                    <a:pt x="196142" y="353624"/>
                  </a:cubicBezTo>
                  <a:cubicBezTo>
                    <a:pt x="193157" y="356261"/>
                    <a:pt x="190984" y="357957"/>
                    <a:pt x="187869" y="353518"/>
                  </a:cubicBezTo>
                  <a:cubicBezTo>
                    <a:pt x="184564" y="348810"/>
                    <a:pt x="180441" y="344676"/>
                    <a:pt x="176340" y="339902"/>
                  </a:cubicBezTo>
                  <a:cubicBezTo>
                    <a:pt x="181474" y="335470"/>
                    <a:pt x="186311" y="331296"/>
                    <a:pt x="191393" y="326869"/>
                  </a:cubicBezTo>
                  <a:cubicBezTo>
                    <a:pt x="198514" y="320861"/>
                    <a:pt x="205344" y="315050"/>
                    <a:pt x="212325" y="309426"/>
                  </a:cubicBezTo>
                  <a:cubicBezTo>
                    <a:pt x="213172" y="308744"/>
                    <a:pt x="215514" y="308464"/>
                    <a:pt x="216006" y="309020"/>
                  </a:cubicBezTo>
                  <a:close/>
                  <a:moveTo>
                    <a:pt x="292901" y="307538"/>
                  </a:moveTo>
                  <a:cubicBezTo>
                    <a:pt x="305757" y="318308"/>
                    <a:pt x="318331" y="328841"/>
                    <a:pt x="331363" y="339758"/>
                  </a:cubicBezTo>
                  <a:cubicBezTo>
                    <a:pt x="326908" y="344983"/>
                    <a:pt x="322556" y="350272"/>
                    <a:pt x="317927" y="355307"/>
                  </a:cubicBezTo>
                  <a:cubicBezTo>
                    <a:pt x="317262" y="356030"/>
                    <a:pt x="314829" y="356116"/>
                    <a:pt x="313954" y="355480"/>
                  </a:cubicBezTo>
                  <a:cubicBezTo>
                    <a:pt x="310964" y="353308"/>
                    <a:pt x="308305" y="350682"/>
                    <a:pt x="305264" y="347983"/>
                  </a:cubicBezTo>
                  <a:cubicBezTo>
                    <a:pt x="297456" y="341490"/>
                    <a:pt x="289896" y="335251"/>
                    <a:pt x="282359" y="328986"/>
                  </a:cubicBezTo>
                  <a:cubicBezTo>
                    <a:pt x="280910" y="327781"/>
                    <a:pt x="279547" y="326470"/>
                    <a:pt x="277993" y="325071"/>
                  </a:cubicBezTo>
                  <a:cubicBezTo>
                    <a:pt x="282992" y="319192"/>
                    <a:pt x="287984" y="313321"/>
                    <a:pt x="292901" y="307538"/>
                  </a:cubicBezTo>
                  <a:close/>
                  <a:moveTo>
                    <a:pt x="162551" y="278380"/>
                  </a:moveTo>
                  <a:lnTo>
                    <a:pt x="212179" y="278380"/>
                  </a:lnTo>
                  <a:lnTo>
                    <a:pt x="212179" y="301601"/>
                  </a:lnTo>
                  <a:lnTo>
                    <a:pt x="162551" y="301601"/>
                  </a:lnTo>
                  <a:close/>
                  <a:moveTo>
                    <a:pt x="295719" y="278034"/>
                  </a:moveTo>
                  <a:lnTo>
                    <a:pt x="344582" y="278034"/>
                  </a:lnTo>
                  <a:lnTo>
                    <a:pt x="344582" y="301242"/>
                  </a:lnTo>
                  <a:lnTo>
                    <a:pt x="295719" y="301242"/>
                  </a:lnTo>
                  <a:close/>
                  <a:moveTo>
                    <a:pt x="255763" y="45356"/>
                  </a:moveTo>
                  <a:cubicBezTo>
                    <a:pt x="248348" y="44145"/>
                    <a:pt x="240539" y="44702"/>
                    <a:pt x="232302" y="47144"/>
                  </a:cubicBezTo>
                  <a:cubicBezTo>
                    <a:pt x="210815" y="53129"/>
                    <a:pt x="195333" y="73379"/>
                    <a:pt x="194669" y="96608"/>
                  </a:cubicBezTo>
                  <a:cubicBezTo>
                    <a:pt x="194145" y="114911"/>
                    <a:pt x="194563" y="133242"/>
                    <a:pt x="194563" y="151560"/>
                  </a:cubicBezTo>
                  <a:cubicBezTo>
                    <a:pt x="194563" y="156585"/>
                    <a:pt x="194563" y="161610"/>
                    <a:pt x="194563" y="166791"/>
                  </a:cubicBezTo>
                  <a:cubicBezTo>
                    <a:pt x="229785" y="166791"/>
                    <a:pt x="264520" y="166791"/>
                    <a:pt x="299644" y="166791"/>
                  </a:cubicBezTo>
                  <a:cubicBezTo>
                    <a:pt x="299644" y="164764"/>
                    <a:pt x="299644" y="163000"/>
                    <a:pt x="299644" y="161237"/>
                  </a:cubicBezTo>
                  <a:cubicBezTo>
                    <a:pt x="299644" y="139647"/>
                    <a:pt x="299825" y="118056"/>
                    <a:pt x="299588" y="96469"/>
                  </a:cubicBezTo>
                  <a:cubicBezTo>
                    <a:pt x="299390" y="78528"/>
                    <a:pt x="291460" y="64316"/>
                    <a:pt x="276855" y="54169"/>
                  </a:cubicBezTo>
                  <a:cubicBezTo>
                    <a:pt x="270198" y="49544"/>
                    <a:pt x="263178" y="46566"/>
                    <a:pt x="255763" y="45356"/>
                  </a:cubicBezTo>
                  <a:close/>
                  <a:moveTo>
                    <a:pt x="238726" y="0"/>
                  </a:moveTo>
                  <a:cubicBezTo>
                    <a:pt x="251241" y="1336"/>
                    <a:pt x="263756" y="2672"/>
                    <a:pt x="276677" y="3966"/>
                  </a:cubicBezTo>
                  <a:cubicBezTo>
                    <a:pt x="294163" y="9465"/>
                    <a:pt x="308764" y="18960"/>
                    <a:pt x="320540" y="32420"/>
                  </a:cubicBezTo>
                  <a:cubicBezTo>
                    <a:pt x="333375" y="47090"/>
                    <a:pt x="341633" y="64061"/>
                    <a:pt x="343818" y="83654"/>
                  </a:cubicBezTo>
                  <a:cubicBezTo>
                    <a:pt x="344337" y="88309"/>
                    <a:pt x="344765" y="93003"/>
                    <a:pt x="344775" y="97680"/>
                  </a:cubicBezTo>
                  <a:cubicBezTo>
                    <a:pt x="344853" y="133845"/>
                    <a:pt x="344818" y="170009"/>
                    <a:pt x="344818" y="206173"/>
                  </a:cubicBezTo>
                  <a:cubicBezTo>
                    <a:pt x="344818" y="207959"/>
                    <a:pt x="344818" y="209746"/>
                    <a:pt x="344818" y="212041"/>
                  </a:cubicBezTo>
                  <a:cubicBezTo>
                    <a:pt x="319999" y="212041"/>
                    <a:pt x="295393" y="212041"/>
                    <a:pt x="270281" y="212041"/>
                  </a:cubicBezTo>
                  <a:cubicBezTo>
                    <a:pt x="270281" y="238459"/>
                    <a:pt x="270281" y="264374"/>
                    <a:pt x="270281" y="290542"/>
                  </a:cubicBezTo>
                  <a:cubicBezTo>
                    <a:pt x="259364" y="290542"/>
                    <a:pt x="248950" y="290542"/>
                    <a:pt x="238025" y="290542"/>
                  </a:cubicBezTo>
                  <a:cubicBezTo>
                    <a:pt x="238025" y="264729"/>
                    <a:pt x="238025" y="238814"/>
                    <a:pt x="238025" y="212393"/>
                  </a:cubicBezTo>
                  <a:cubicBezTo>
                    <a:pt x="208335" y="212393"/>
                    <a:pt x="179147" y="212393"/>
                    <a:pt x="149389" y="212393"/>
                  </a:cubicBezTo>
                  <a:cubicBezTo>
                    <a:pt x="149389" y="210152"/>
                    <a:pt x="149389" y="208412"/>
                    <a:pt x="149389" y="206671"/>
                  </a:cubicBezTo>
                  <a:cubicBezTo>
                    <a:pt x="149389" y="171325"/>
                    <a:pt x="149483" y="135979"/>
                    <a:pt x="149343" y="100634"/>
                  </a:cubicBezTo>
                  <a:cubicBezTo>
                    <a:pt x="149285" y="86126"/>
                    <a:pt x="151889" y="72216"/>
                    <a:pt x="157330" y="58406"/>
                  </a:cubicBezTo>
                  <a:cubicBezTo>
                    <a:pt x="161608" y="51055"/>
                    <a:pt x="165809" y="44077"/>
                    <a:pt x="170381" y="36642"/>
                  </a:cubicBezTo>
                  <a:cubicBezTo>
                    <a:pt x="175524" y="31418"/>
                    <a:pt x="179980" y="26274"/>
                    <a:pt x="185127" y="21954"/>
                  </a:cubicBezTo>
                  <a:cubicBezTo>
                    <a:pt x="200605" y="8963"/>
                    <a:pt x="218428" y="1381"/>
                    <a:pt x="238726" y="0"/>
                  </a:cubicBezTo>
                  <a:close/>
                </a:path>
              </a:pathLst>
            </a:custGeom>
            <a:solidFill>
              <a:schemeClr val="bg1"/>
            </a:solidFill>
            <a:ln w="6350" cap="flat">
              <a:noFill/>
              <a:prstDash val="solid"/>
              <a:miter/>
            </a:ln>
          </p:spPr>
          <p:txBody>
            <a:bodyPr wrap="square" rtlCol="0" anchor="ctr">
              <a:noAutofit/>
            </a:bodyPr>
            <a:lstStyle/>
            <a:p>
              <a:endParaRPr lang="en-US"/>
            </a:p>
          </p:txBody>
        </p:sp>
      </p:grpSp>
      <p:grpSp>
        <p:nvGrpSpPr>
          <p:cNvPr id="102" name="Group 101">
            <a:extLst>
              <a:ext uri="{FF2B5EF4-FFF2-40B4-BE49-F238E27FC236}">
                <a16:creationId xmlns:a16="http://schemas.microsoft.com/office/drawing/2014/main" id="{AA8ADE92-531F-6F07-8B2E-57F5D07FC540}"/>
              </a:ext>
              <a:ext uri="{C183D7F6-B498-43B3-948B-1728B52AA6E4}">
                <adec:decorative xmlns:adec="http://schemas.microsoft.com/office/drawing/2017/decorative" val="1"/>
              </a:ext>
            </a:extLst>
          </p:cNvPr>
          <p:cNvGrpSpPr>
            <a:grpSpLocks noChangeAspect="1"/>
          </p:cNvGrpSpPr>
          <p:nvPr/>
        </p:nvGrpSpPr>
        <p:grpSpPr>
          <a:xfrm>
            <a:off x="1258237" y="5755986"/>
            <a:ext cx="589470" cy="457200"/>
            <a:chOff x="1779167" y="5755986"/>
            <a:chExt cx="589470" cy="457200"/>
          </a:xfrm>
          <a:solidFill>
            <a:srgbClr val="FF0000"/>
          </a:solidFill>
        </p:grpSpPr>
        <p:sp>
          <p:nvSpPr>
            <p:cNvPr id="2744" name="Rectangle 2743">
              <a:extLst>
                <a:ext uri="{FF2B5EF4-FFF2-40B4-BE49-F238E27FC236}">
                  <a16:creationId xmlns:a16="http://schemas.microsoft.com/office/drawing/2014/main" id="{2B863722-E85F-B12E-70CC-9E1E46DE9A4C}"/>
                </a:ext>
                <a:ext uri="{C183D7F6-B498-43B3-948B-1728B52AA6E4}">
                  <adec:decorative xmlns:adec="http://schemas.microsoft.com/office/drawing/2017/decorative" val="1"/>
                </a:ext>
              </a:extLst>
            </p:cNvPr>
            <p:cNvSpPr/>
            <p:nvPr/>
          </p:nvSpPr>
          <p:spPr>
            <a:xfrm>
              <a:off x="2019231" y="5755986"/>
              <a:ext cx="37701" cy="38046"/>
            </a:xfrm>
            <a:prstGeom prst="rect">
              <a:avLst/>
            </a:prstGeom>
            <a:solidFill>
              <a:schemeClr val="bg1"/>
            </a:solidFill>
            <a:ln w="6350" cap="flat">
              <a:noFill/>
              <a:prstDash val="solid"/>
              <a:miter/>
            </a:ln>
          </p:spPr>
          <p:txBody>
            <a:bodyPr rtlCol="0" anchor="ctr"/>
            <a:lstStyle/>
            <a:p>
              <a:endParaRPr lang="en-US" dirty="0">
                <a:solidFill>
                  <a:srgbClr val="AEAEAE"/>
                </a:solidFill>
              </a:endParaRPr>
            </a:p>
          </p:txBody>
        </p:sp>
        <p:sp>
          <p:nvSpPr>
            <p:cNvPr id="2879" name="Freeform: Shape 2878">
              <a:extLst>
                <a:ext uri="{FF2B5EF4-FFF2-40B4-BE49-F238E27FC236}">
                  <a16:creationId xmlns:a16="http://schemas.microsoft.com/office/drawing/2014/main" id="{DB7AD280-EDD9-6411-38BA-76EF10C00FAD}"/>
                </a:ext>
                <a:ext uri="{C183D7F6-B498-43B3-948B-1728B52AA6E4}">
                  <adec:decorative xmlns:adec="http://schemas.microsoft.com/office/drawing/2017/decorative" val="1"/>
                </a:ext>
              </a:extLst>
            </p:cNvPr>
            <p:cNvSpPr/>
            <p:nvPr/>
          </p:nvSpPr>
          <p:spPr>
            <a:xfrm>
              <a:off x="1779167" y="5811918"/>
              <a:ext cx="589470" cy="401268"/>
            </a:xfrm>
            <a:custGeom>
              <a:avLst/>
              <a:gdLst>
                <a:gd name="connsiteX0" fmla="*/ 503782 w 1039223"/>
                <a:gd name="connsiteY0" fmla="*/ 476586 h 707427"/>
                <a:gd name="connsiteX1" fmla="*/ 497849 w 1039223"/>
                <a:gd name="connsiteY1" fmla="*/ 478345 h 707427"/>
                <a:gd name="connsiteX2" fmla="*/ 460357 w 1039223"/>
                <a:gd name="connsiteY2" fmla="*/ 504005 h 707427"/>
                <a:gd name="connsiteX3" fmla="*/ 442417 w 1039223"/>
                <a:gd name="connsiteY3" fmla="*/ 547058 h 707427"/>
                <a:gd name="connsiteX4" fmla="*/ 451164 w 1039223"/>
                <a:gd name="connsiteY4" fmla="*/ 590862 h 707427"/>
                <a:gd name="connsiteX5" fmla="*/ 534137 w 1039223"/>
                <a:gd name="connsiteY5" fmla="*/ 633464 h 707427"/>
                <a:gd name="connsiteX6" fmla="*/ 583654 w 1039223"/>
                <a:gd name="connsiteY6" fmla="*/ 604836 h 707427"/>
                <a:gd name="connsiteX7" fmla="*/ 600410 w 1039223"/>
                <a:gd name="connsiteY7" fmla="*/ 539862 h 707427"/>
                <a:gd name="connsiteX8" fmla="*/ 547360 w 1039223"/>
                <a:gd name="connsiteY8" fmla="*/ 478671 h 707427"/>
                <a:gd name="connsiteX9" fmla="*/ 503782 w 1039223"/>
                <a:gd name="connsiteY9" fmla="*/ 476586 h 707427"/>
                <a:gd name="connsiteX10" fmla="*/ 303494 w 1039223"/>
                <a:gd name="connsiteY10" fmla="*/ 475968 h 707427"/>
                <a:gd name="connsiteX11" fmla="*/ 266987 w 1039223"/>
                <a:gd name="connsiteY11" fmla="*/ 477062 h 707427"/>
                <a:gd name="connsiteX12" fmla="*/ 215385 w 1039223"/>
                <a:gd name="connsiteY12" fmla="*/ 519241 h 707427"/>
                <a:gd name="connsiteX13" fmla="*/ 207639 w 1039223"/>
                <a:gd name="connsiteY13" fmla="*/ 559415 h 707427"/>
                <a:gd name="connsiteX14" fmla="*/ 212456 w 1039223"/>
                <a:gd name="connsiteY14" fmla="*/ 583047 h 707427"/>
                <a:gd name="connsiteX15" fmla="*/ 236144 w 1039223"/>
                <a:gd name="connsiteY15" fmla="*/ 615732 h 707427"/>
                <a:gd name="connsiteX16" fmla="*/ 304450 w 1039223"/>
                <a:gd name="connsiteY16" fmla="*/ 632269 h 707427"/>
                <a:gd name="connsiteX17" fmla="*/ 360983 w 1039223"/>
                <a:gd name="connsiteY17" fmla="*/ 584000 h 707427"/>
                <a:gd name="connsiteX18" fmla="*/ 365278 w 1039223"/>
                <a:gd name="connsiteY18" fmla="*/ 538100 h 707427"/>
                <a:gd name="connsiteX19" fmla="*/ 336674 w 1039223"/>
                <a:gd name="connsiteY19" fmla="*/ 492164 h 707427"/>
                <a:gd name="connsiteX20" fmla="*/ 303494 w 1039223"/>
                <a:gd name="connsiteY20" fmla="*/ 475968 h 707427"/>
                <a:gd name="connsiteX21" fmla="*/ 764869 w 1039223"/>
                <a:gd name="connsiteY21" fmla="*/ 474735 h 707427"/>
                <a:gd name="connsiteX22" fmla="*/ 718569 w 1039223"/>
                <a:gd name="connsiteY22" fmla="*/ 484633 h 707427"/>
                <a:gd name="connsiteX23" fmla="*/ 686885 w 1039223"/>
                <a:gd name="connsiteY23" fmla="*/ 516874 h 707427"/>
                <a:gd name="connsiteX24" fmla="*/ 677792 w 1039223"/>
                <a:gd name="connsiteY24" fmla="*/ 562631 h 707427"/>
                <a:gd name="connsiteX25" fmla="*/ 686886 w 1039223"/>
                <a:gd name="connsiteY25" fmla="*/ 592048 h 707427"/>
                <a:gd name="connsiteX26" fmla="*/ 716691 w 1039223"/>
                <a:gd name="connsiteY26" fmla="*/ 622974 h 707427"/>
                <a:gd name="connsiteX27" fmla="*/ 768730 w 1039223"/>
                <a:gd name="connsiteY27" fmla="*/ 633590 h 707427"/>
                <a:gd name="connsiteX28" fmla="*/ 824195 w 1039223"/>
                <a:gd name="connsiteY28" fmla="*/ 597496 h 707427"/>
                <a:gd name="connsiteX29" fmla="*/ 835088 w 1039223"/>
                <a:gd name="connsiteY29" fmla="*/ 536829 h 707427"/>
                <a:gd name="connsiteX30" fmla="*/ 805633 w 1039223"/>
                <a:gd name="connsiteY30" fmla="*/ 490910 h 707427"/>
                <a:gd name="connsiteX31" fmla="*/ 764869 w 1039223"/>
                <a:gd name="connsiteY31" fmla="*/ 474735 h 707427"/>
                <a:gd name="connsiteX32" fmla="*/ 925155 w 1039223"/>
                <a:gd name="connsiteY32" fmla="*/ 466806 h 707427"/>
                <a:gd name="connsiteX33" fmla="*/ 907824 w 1039223"/>
                <a:gd name="connsiteY33" fmla="*/ 470110 h 707427"/>
                <a:gd name="connsiteX34" fmla="*/ 907884 w 1039223"/>
                <a:gd name="connsiteY34" fmla="*/ 500839 h 707427"/>
                <a:gd name="connsiteX35" fmla="*/ 931835 w 1039223"/>
                <a:gd name="connsiteY35" fmla="*/ 501122 h 707427"/>
                <a:gd name="connsiteX36" fmla="*/ 937532 w 1039223"/>
                <a:gd name="connsiteY36" fmla="*/ 477190 h 707427"/>
                <a:gd name="connsiteX37" fmla="*/ 925155 w 1039223"/>
                <a:gd name="connsiteY37" fmla="*/ 466806 h 707427"/>
                <a:gd name="connsiteX38" fmla="*/ 120275 w 1039223"/>
                <a:gd name="connsiteY38" fmla="*/ 465863 h 707427"/>
                <a:gd name="connsiteX39" fmla="*/ 103559 w 1039223"/>
                <a:gd name="connsiteY39" fmla="*/ 477706 h 707427"/>
                <a:gd name="connsiteX40" fmla="*/ 107877 w 1039223"/>
                <a:gd name="connsiteY40" fmla="*/ 499171 h 707427"/>
                <a:gd name="connsiteX41" fmla="*/ 117654 w 1039223"/>
                <a:gd name="connsiteY41" fmla="*/ 504821 h 707427"/>
                <a:gd name="connsiteX42" fmla="*/ 137255 w 1039223"/>
                <a:gd name="connsiteY42" fmla="*/ 497162 h 707427"/>
                <a:gd name="connsiteX43" fmla="*/ 138720 w 1039223"/>
                <a:gd name="connsiteY43" fmla="*/ 476390 h 707427"/>
                <a:gd name="connsiteX44" fmla="*/ 120275 w 1039223"/>
                <a:gd name="connsiteY44" fmla="*/ 465863 h 707427"/>
                <a:gd name="connsiteX45" fmla="*/ 542023 w 1039223"/>
                <a:gd name="connsiteY45" fmla="*/ 455225 h 707427"/>
                <a:gd name="connsiteX46" fmla="*/ 582791 w 1039223"/>
                <a:gd name="connsiteY46" fmla="*/ 473457 h 707427"/>
                <a:gd name="connsiteX47" fmla="*/ 621709 w 1039223"/>
                <a:gd name="connsiteY47" fmla="*/ 537644 h 707427"/>
                <a:gd name="connsiteX48" fmla="*/ 602333 w 1039223"/>
                <a:gd name="connsiteY48" fmla="*/ 615625 h 707427"/>
                <a:gd name="connsiteX49" fmla="*/ 538270 w 1039223"/>
                <a:gd name="connsiteY49" fmla="*/ 654092 h 707427"/>
                <a:gd name="connsiteX50" fmla="*/ 458471 w 1039223"/>
                <a:gd name="connsiteY50" fmla="*/ 632843 h 707427"/>
                <a:gd name="connsiteX51" fmla="*/ 430465 w 1039223"/>
                <a:gd name="connsiteY51" fmla="*/ 597283 h 707427"/>
                <a:gd name="connsiteX52" fmla="*/ 421866 w 1039223"/>
                <a:gd name="connsiteY52" fmla="*/ 542753 h 707427"/>
                <a:gd name="connsiteX53" fmla="*/ 446950 w 1039223"/>
                <a:gd name="connsiteY53" fmla="*/ 486951 h 707427"/>
                <a:gd name="connsiteX54" fmla="*/ 497377 w 1039223"/>
                <a:gd name="connsiteY54" fmla="*/ 456546 h 707427"/>
                <a:gd name="connsiteX55" fmla="*/ 542023 w 1039223"/>
                <a:gd name="connsiteY55" fmla="*/ 455225 h 707427"/>
                <a:gd name="connsiteX56" fmla="*/ 297440 w 1039223"/>
                <a:gd name="connsiteY56" fmla="*/ 453953 h 707427"/>
                <a:gd name="connsiteX57" fmla="*/ 327344 w 1039223"/>
                <a:gd name="connsiteY57" fmla="*/ 461770 h 707427"/>
                <a:gd name="connsiteX58" fmla="*/ 358189 w 1039223"/>
                <a:gd name="connsiteY58" fmla="*/ 482561 h 707427"/>
                <a:gd name="connsiteX59" fmla="*/ 386340 w 1039223"/>
                <a:gd name="connsiteY59" fmla="*/ 537953 h 707427"/>
                <a:gd name="connsiteX60" fmla="*/ 368260 w 1039223"/>
                <a:gd name="connsiteY60" fmla="*/ 614589 h 707427"/>
                <a:gd name="connsiteX61" fmla="*/ 306071 w 1039223"/>
                <a:gd name="connsiteY61" fmla="*/ 653436 h 707427"/>
                <a:gd name="connsiteX62" fmla="*/ 241106 w 1039223"/>
                <a:gd name="connsiteY62" fmla="*/ 644434 h 707427"/>
                <a:gd name="connsiteX63" fmla="*/ 198970 w 1039223"/>
                <a:gd name="connsiteY63" fmla="*/ 603898 h 707427"/>
                <a:gd name="connsiteX64" fmla="*/ 186819 w 1039223"/>
                <a:gd name="connsiteY64" fmla="*/ 564996 h 707427"/>
                <a:gd name="connsiteX65" fmla="*/ 209398 w 1039223"/>
                <a:gd name="connsiteY65" fmla="*/ 489931 h 707427"/>
                <a:gd name="connsiteX66" fmla="*/ 212178 w 1039223"/>
                <a:gd name="connsiteY66" fmla="*/ 486191 h 707427"/>
                <a:gd name="connsiteX67" fmla="*/ 266789 w 1039223"/>
                <a:gd name="connsiteY67" fmla="*/ 455495 h 707427"/>
                <a:gd name="connsiteX68" fmla="*/ 297440 w 1039223"/>
                <a:gd name="connsiteY68" fmla="*/ 453953 h 707427"/>
                <a:gd name="connsiteX69" fmla="*/ 752605 w 1039223"/>
                <a:gd name="connsiteY69" fmla="*/ 453865 h 707427"/>
                <a:gd name="connsiteX70" fmla="*/ 804614 w 1039223"/>
                <a:gd name="connsiteY70" fmla="*/ 465199 h 707427"/>
                <a:gd name="connsiteX71" fmla="*/ 845289 w 1039223"/>
                <a:gd name="connsiteY71" fmla="*/ 504843 h 707427"/>
                <a:gd name="connsiteX72" fmla="*/ 857468 w 1039223"/>
                <a:gd name="connsiteY72" fmla="*/ 565800 h 707427"/>
                <a:gd name="connsiteX73" fmla="*/ 835410 w 1039223"/>
                <a:gd name="connsiteY73" fmla="*/ 618357 h 707427"/>
                <a:gd name="connsiteX74" fmla="*/ 786173 w 1039223"/>
                <a:gd name="connsiteY74" fmla="*/ 651150 h 707427"/>
                <a:gd name="connsiteX75" fmla="*/ 746129 w 1039223"/>
                <a:gd name="connsiteY75" fmla="*/ 654600 h 707427"/>
                <a:gd name="connsiteX76" fmla="*/ 693816 w 1039223"/>
                <a:gd name="connsiteY76" fmla="*/ 633111 h 707427"/>
                <a:gd name="connsiteX77" fmla="*/ 659235 w 1039223"/>
                <a:gd name="connsiteY77" fmla="*/ 578661 h 707427"/>
                <a:gd name="connsiteX78" fmla="*/ 656466 w 1039223"/>
                <a:gd name="connsiteY78" fmla="*/ 546463 h 707427"/>
                <a:gd name="connsiteX79" fmla="*/ 678402 w 1039223"/>
                <a:gd name="connsiteY79" fmla="*/ 491267 h 707427"/>
                <a:gd name="connsiteX80" fmla="*/ 710407 w 1039223"/>
                <a:gd name="connsiteY80" fmla="*/ 464788 h 707427"/>
                <a:gd name="connsiteX81" fmla="*/ 752605 w 1039223"/>
                <a:gd name="connsiteY81" fmla="*/ 453865 h 707427"/>
                <a:gd name="connsiteX82" fmla="*/ 128406 w 1039223"/>
                <a:gd name="connsiteY82" fmla="*/ 450756 h 707427"/>
                <a:gd name="connsiteX83" fmla="*/ 146155 w 1039223"/>
                <a:gd name="connsiteY83" fmla="*/ 459779 h 707427"/>
                <a:gd name="connsiteX84" fmla="*/ 155953 w 1039223"/>
                <a:gd name="connsiteY84" fmla="*/ 493963 h 707427"/>
                <a:gd name="connsiteX85" fmla="*/ 128160 w 1039223"/>
                <a:gd name="connsiteY85" fmla="*/ 520456 h 707427"/>
                <a:gd name="connsiteX86" fmla="*/ 106535 w 1039223"/>
                <a:gd name="connsiteY86" fmla="*/ 517852 h 707427"/>
                <a:gd name="connsiteX87" fmla="*/ 85924 w 1039223"/>
                <a:gd name="connsiteY87" fmla="*/ 484576 h 707427"/>
                <a:gd name="connsiteX88" fmla="*/ 108638 w 1039223"/>
                <a:gd name="connsiteY88" fmla="*/ 452356 h 707427"/>
                <a:gd name="connsiteX89" fmla="*/ 128406 w 1039223"/>
                <a:gd name="connsiteY89" fmla="*/ 450756 h 707427"/>
                <a:gd name="connsiteX90" fmla="*/ 925754 w 1039223"/>
                <a:gd name="connsiteY90" fmla="*/ 450163 h 707427"/>
                <a:gd name="connsiteX91" fmla="*/ 944289 w 1039223"/>
                <a:gd name="connsiteY91" fmla="*/ 459831 h 707427"/>
                <a:gd name="connsiteX92" fmla="*/ 952985 w 1039223"/>
                <a:gd name="connsiteY92" fmla="*/ 472723 h 707427"/>
                <a:gd name="connsiteX93" fmla="*/ 920585 w 1039223"/>
                <a:gd name="connsiteY93" fmla="*/ 520984 h 707427"/>
                <a:gd name="connsiteX94" fmla="*/ 884294 w 1039223"/>
                <a:gd name="connsiteY94" fmla="*/ 484195 h 707427"/>
                <a:gd name="connsiteX95" fmla="*/ 905162 w 1039223"/>
                <a:gd name="connsiteY95" fmla="*/ 453178 h 707427"/>
                <a:gd name="connsiteX96" fmla="*/ 925754 w 1039223"/>
                <a:gd name="connsiteY96" fmla="*/ 450163 h 707427"/>
                <a:gd name="connsiteX97" fmla="*/ 976594 w 1039223"/>
                <a:gd name="connsiteY97" fmla="*/ 445063 h 707427"/>
                <a:gd name="connsiteX98" fmla="*/ 63366 w 1039223"/>
                <a:gd name="connsiteY98" fmla="*/ 445155 h 707427"/>
                <a:gd name="connsiteX99" fmla="*/ 59932 w 1039223"/>
                <a:gd name="connsiteY99" fmla="*/ 445176 h 707427"/>
                <a:gd name="connsiteX100" fmla="*/ 45787 w 1039223"/>
                <a:gd name="connsiteY100" fmla="*/ 461832 h 707427"/>
                <a:gd name="connsiteX101" fmla="*/ 51974 w 1039223"/>
                <a:gd name="connsiteY101" fmla="*/ 474497 h 707427"/>
                <a:gd name="connsiteX102" fmla="*/ 87693 w 1039223"/>
                <a:gd name="connsiteY102" fmla="*/ 518167 h 707427"/>
                <a:gd name="connsiteX103" fmla="*/ 133415 w 1039223"/>
                <a:gd name="connsiteY103" fmla="*/ 570816 h 707427"/>
                <a:gd name="connsiteX104" fmla="*/ 170526 w 1039223"/>
                <a:gd name="connsiteY104" fmla="*/ 611932 h 707427"/>
                <a:gd name="connsiteX105" fmla="*/ 182278 w 1039223"/>
                <a:gd name="connsiteY105" fmla="*/ 625424 h 707427"/>
                <a:gd name="connsiteX106" fmla="*/ 204439 w 1039223"/>
                <a:gd name="connsiteY106" fmla="*/ 647128 h 707427"/>
                <a:gd name="connsiteX107" fmla="*/ 256209 w 1039223"/>
                <a:gd name="connsiteY107" fmla="*/ 662016 h 707427"/>
                <a:gd name="connsiteX108" fmla="*/ 732462 w 1039223"/>
                <a:gd name="connsiteY108" fmla="*/ 662190 h 707427"/>
                <a:gd name="connsiteX109" fmla="*/ 770760 w 1039223"/>
                <a:gd name="connsiteY109" fmla="*/ 662269 h 707427"/>
                <a:gd name="connsiteX110" fmla="*/ 823079 w 1039223"/>
                <a:gd name="connsiteY110" fmla="*/ 653200 h 707427"/>
                <a:gd name="connsiteX111" fmla="*/ 846093 w 1039223"/>
                <a:gd name="connsiteY111" fmla="*/ 638905 h 707427"/>
                <a:gd name="connsiteX112" fmla="*/ 871450 w 1039223"/>
                <a:gd name="connsiteY112" fmla="*/ 609636 h 707427"/>
                <a:gd name="connsiteX113" fmla="*/ 892517 w 1039223"/>
                <a:gd name="connsiteY113" fmla="*/ 585569 h 707427"/>
                <a:gd name="connsiteX114" fmla="*/ 925378 w 1039223"/>
                <a:gd name="connsiteY114" fmla="*/ 546898 h 707427"/>
                <a:gd name="connsiteX115" fmla="*/ 953132 w 1039223"/>
                <a:gd name="connsiteY115" fmla="*/ 515166 h 707427"/>
                <a:gd name="connsiteX116" fmla="*/ 989039 w 1039223"/>
                <a:gd name="connsiteY116" fmla="*/ 474453 h 707427"/>
                <a:gd name="connsiteX117" fmla="*/ 992738 w 1039223"/>
                <a:gd name="connsiteY117" fmla="*/ 456972 h 707427"/>
                <a:gd name="connsiteX118" fmla="*/ 976594 w 1039223"/>
                <a:gd name="connsiteY118" fmla="*/ 445063 h 707427"/>
                <a:gd name="connsiteX119" fmla="*/ 797681 w 1039223"/>
                <a:gd name="connsiteY119" fmla="*/ 304647 h 707427"/>
                <a:gd name="connsiteX120" fmla="*/ 240045 w 1039223"/>
                <a:gd name="connsiteY120" fmla="*/ 304720 h 707427"/>
                <a:gd name="connsiteX121" fmla="*/ 236627 w 1039223"/>
                <a:gd name="connsiteY121" fmla="*/ 304785 h 707427"/>
                <a:gd name="connsiteX122" fmla="*/ 233180 w 1039223"/>
                <a:gd name="connsiteY122" fmla="*/ 306659 h 707427"/>
                <a:gd name="connsiteX123" fmla="*/ 207378 w 1039223"/>
                <a:gd name="connsiteY123" fmla="*/ 343535 h 707427"/>
                <a:gd name="connsiteX124" fmla="*/ 178643 w 1039223"/>
                <a:gd name="connsiteY124" fmla="*/ 384251 h 707427"/>
                <a:gd name="connsiteX125" fmla="*/ 168238 w 1039223"/>
                <a:gd name="connsiteY125" fmla="*/ 399980 h 707427"/>
                <a:gd name="connsiteX126" fmla="*/ 755049 w 1039223"/>
                <a:gd name="connsiteY126" fmla="*/ 399980 h 707427"/>
                <a:gd name="connsiteX127" fmla="*/ 873826 w 1039223"/>
                <a:gd name="connsiteY127" fmla="*/ 399980 h 707427"/>
                <a:gd name="connsiteX128" fmla="*/ 871465 w 1039223"/>
                <a:gd name="connsiteY128" fmla="*/ 395670 h 707427"/>
                <a:gd name="connsiteX129" fmla="*/ 807205 w 1039223"/>
                <a:gd name="connsiteY129" fmla="*/ 309484 h 707427"/>
                <a:gd name="connsiteX130" fmla="*/ 797681 w 1039223"/>
                <a:gd name="connsiteY130" fmla="*/ 304647 h 707427"/>
                <a:gd name="connsiteX131" fmla="*/ 634070 w 1039223"/>
                <a:gd name="connsiteY131" fmla="*/ 169196 h 707427"/>
                <a:gd name="connsiteX132" fmla="*/ 634070 w 1039223"/>
                <a:gd name="connsiteY132" fmla="*/ 208203 h 707427"/>
                <a:gd name="connsiteX133" fmla="*/ 1004678 w 1039223"/>
                <a:gd name="connsiteY133" fmla="*/ 208203 h 707427"/>
                <a:gd name="connsiteX134" fmla="*/ 1004678 w 1039223"/>
                <a:gd name="connsiteY134" fmla="*/ 169196 h 707427"/>
                <a:gd name="connsiteX135" fmla="*/ 902358 w 1039223"/>
                <a:gd name="connsiteY135" fmla="*/ 169196 h 707427"/>
                <a:gd name="connsiteX136" fmla="*/ 634070 w 1039223"/>
                <a:gd name="connsiteY136" fmla="*/ 169196 h 707427"/>
                <a:gd name="connsiteX137" fmla="*/ 253019 w 1039223"/>
                <a:gd name="connsiteY137" fmla="*/ 156704 h 707427"/>
                <a:gd name="connsiteX138" fmla="*/ 253019 w 1039223"/>
                <a:gd name="connsiteY138" fmla="*/ 259545 h 707427"/>
                <a:gd name="connsiteX139" fmla="*/ 293481 w 1039223"/>
                <a:gd name="connsiteY139" fmla="*/ 259545 h 707427"/>
                <a:gd name="connsiteX140" fmla="*/ 588296 w 1039223"/>
                <a:gd name="connsiteY140" fmla="*/ 259545 h 707427"/>
                <a:gd name="connsiteX141" fmla="*/ 588296 w 1039223"/>
                <a:gd name="connsiteY141" fmla="*/ 156704 h 707427"/>
                <a:gd name="connsiteX142" fmla="*/ 253019 w 1039223"/>
                <a:gd name="connsiteY142" fmla="*/ 156704 h 707427"/>
                <a:gd name="connsiteX143" fmla="*/ 386849 w 1039223"/>
                <a:gd name="connsiteY143" fmla="*/ 72931 h 707427"/>
                <a:gd name="connsiteX144" fmla="*/ 297538 w 1039223"/>
                <a:gd name="connsiteY144" fmla="*/ 72954 h 707427"/>
                <a:gd name="connsiteX145" fmla="*/ 242577 w 1039223"/>
                <a:gd name="connsiteY145" fmla="*/ 72968 h 707427"/>
                <a:gd name="connsiteX146" fmla="*/ 231223 w 1039223"/>
                <a:gd name="connsiteY146" fmla="*/ 82576 h 707427"/>
                <a:gd name="connsiteX147" fmla="*/ 231129 w 1039223"/>
                <a:gd name="connsiteY147" fmla="*/ 111008 h 707427"/>
                <a:gd name="connsiteX148" fmla="*/ 391196 w 1039223"/>
                <a:gd name="connsiteY148" fmla="*/ 111008 h 707427"/>
                <a:gd name="connsiteX149" fmla="*/ 391196 w 1039223"/>
                <a:gd name="connsiteY149" fmla="*/ 76561 h 707427"/>
                <a:gd name="connsiteX150" fmla="*/ 386849 w 1039223"/>
                <a:gd name="connsiteY150" fmla="*/ 72931 h 707427"/>
                <a:gd name="connsiteX151" fmla="*/ 444947 w 1039223"/>
                <a:gd name="connsiteY151" fmla="*/ 0 h 707427"/>
                <a:gd name="connsiteX152" fmla="*/ 467669 w 1039223"/>
                <a:gd name="connsiteY152" fmla="*/ 0 h 707427"/>
                <a:gd name="connsiteX153" fmla="*/ 467669 w 1039223"/>
                <a:gd name="connsiteY153" fmla="*/ 111190 h 707427"/>
                <a:gd name="connsiteX154" fmla="*/ 633592 w 1039223"/>
                <a:gd name="connsiteY154" fmla="*/ 111190 h 707427"/>
                <a:gd name="connsiteX155" fmla="*/ 633592 w 1039223"/>
                <a:gd name="connsiteY155" fmla="*/ 145339 h 707427"/>
                <a:gd name="connsiteX156" fmla="*/ 1027220 w 1039223"/>
                <a:gd name="connsiteY156" fmla="*/ 145339 h 707427"/>
                <a:gd name="connsiteX157" fmla="*/ 1027220 w 1039223"/>
                <a:gd name="connsiteY157" fmla="*/ 230893 h 707427"/>
                <a:gd name="connsiteX158" fmla="*/ 634057 w 1039223"/>
                <a:gd name="connsiteY158" fmla="*/ 230893 h 707427"/>
                <a:gd name="connsiteX159" fmla="*/ 634057 w 1039223"/>
                <a:gd name="connsiteY159" fmla="*/ 259545 h 707427"/>
                <a:gd name="connsiteX160" fmla="*/ 639351 w 1039223"/>
                <a:gd name="connsiteY160" fmla="*/ 259545 h 707427"/>
                <a:gd name="connsiteX161" fmla="*/ 821507 w 1039223"/>
                <a:gd name="connsiteY161" fmla="*/ 259399 h 707427"/>
                <a:gd name="connsiteX162" fmla="*/ 830074 w 1039223"/>
                <a:gd name="connsiteY162" fmla="*/ 264028 h 707427"/>
                <a:gd name="connsiteX163" fmla="*/ 878200 w 1039223"/>
                <a:gd name="connsiteY163" fmla="*/ 328691 h 707427"/>
                <a:gd name="connsiteX164" fmla="*/ 921440 w 1039223"/>
                <a:gd name="connsiteY164" fmla="*/ 386862 h 707427"/>
                <a:gd name="connsiteX165" fmla="*/ 928060 w 1039223"/>
                <a:gd name="connsiteY165" fmla="*/ 396236 h 707427"/>
                <a:gd name="connsiteX166" fmla="*/ 936017 w 1039223"/>
                <a:gd name="connsiteY166" fmla="*/ 400092 h 707427"/>
                <a:gd name="connsiteX167" fmla="*/ 977748 w 1039223"/>
                <a:gd name="connsiteY167" fmla="*/ 400028 h 707427"/>
                <a:gd name="connsiteX168" fmla="*/ 1031587 w 1039223"/>
                <a:gd name="connsiteY168" fmla="*/ 433438 h 707427"/>
                <a:gd name="connsiteX169" fmla="*/ 1039174 w 1039223"/>
                <a:gd name="connsiteY169" fmla="*/ 465763 h 707427"/>
                <a:gd name="connsiteX170" fmla="*/ 1023504 w 1039223"/>
                <a:gd name="connsiteY170" fmla="*/ 503937 h 707427"/>
                <a:gd name="connsiteX171" fmla="*/ 988572 w 1039223"/>
                <a:gd name="connsiteY171" fmla="*/ 543545 h 707427"/>
                <a:gd name="connsiteX172" fmla="*/ 965781 w 1039223"/>
                <a:gd name="connsiteY172" fmla="*/ 569358 h 707427"/>
                <a:gd name="connsiteX173" fmla="*/ 939594 w 1039223"/>
                <a:gd name="connsiteY173" fmla="*/ 600354 h 707427"/>
                <a:gd name="connsiteX174" fmla="*/ 912193 w 1039223"/>
                <a:gd name="connsiteY174" fmla="*/ 631742 h 707427"/>
                <a:gd name="connsiteX175" fmla="*/ 881516 w 1039223"/>
                <a:gd name="connsiteY175" fmla="*/ 667271 h 707427"/>
                <a:gd name="connsiteX176" fmla="*/ 835919 w 1039223"/>
                <a:gd name="connsiteY176" fmla="*/ 696548 h 707427"/>
                <a:gd name="connsiteX177" fmla="*/ 789692 w 1039223"/>
                <a:gd name="connsiteY177" fmla="*/ 706399 h 707427"/>
                <a:gd name="connsiteX178" fmla="*/ 776157 w 1039223"/>
                <a:gd name="connsiteY178" fmla="*/ 707322 h 707427"/>
                <a:gd name="connsiteX179" fmla="*/ 634747 w 1039223"/>
                <a:gd name="connsiteY179" fmla="*/ 707364 h 707427"/>
                <a:gd name="connsiteX180" fmla="*/ 257670 w 1039223"/>
                <a:gd name="connsiteY180" fmla="*/ 707161 h 707427"/>
                <a:gd name="connsiteX181" fmla="*/ 187976 w 1039223"/>
                <a:gd name="connsiteY181" fmla="*/ 690160 h 707427"/>
                <a:gd name="connsiteX182" fmla="*/ 156713 w 1039223"/>
                <a:gd name="connsiteY182" fmla="*/ 664024 h 707427"/>
                <a:gd name="connsiteX183" fmla="*/ 143858 w 1039223"/>
                <a:gd name="connsiteY183" fmla="*/ 650046 h 707427"/>
                <a:gd name="connsiteX184" fmla="*/ 105686 w 1039223"/>
                <a:gd name="connsiteY184" fmla="*/ 607904 h 707427"/>
                <a:gd name="connsiteX185" fmla="*/ 71557 w 1039223"/>
                <a:gd name="connsiteY185" fmla="*/ 568889 h 707427"/>
                <a:gd name="connsiteX186" fmla="*/ 31800 w 1039223"/>
                <a:gd name="connsiteY186" fmla="*/ 522089 h 707427"/>
                <a:gd name="connsiteX187" fmla="*/ 8262 w 1039223"/>
                <a:gd name="connsiteY187" fmla="*/ 489498 h 707427"/>
                <a:gd name="connsiteX188" fmla="*/ 12057 w 1039223"/>
                <a:gd name="connsiteY188" fmla="*/ 422937 h 707427"/>
                <a:gd name="connsiteX189" fmla="*/ 45529 w 1039223"/>
                <a:gd name="connsiteY189" fmla="*/ 402060 h 707427"/>
                <a:gd name="connsiteX190" fmla="*/ 63208 w 1039223"/>
                <a:gd name="connsiteY190" fmla="*/ 400070 h 707427"/>
                <a:gd name="connsiteX191" fmla="*/ 107391 w 1039223"/>
                <a:gd name="connsiteY191" fmla="*/ 400129 h 707427"/>
                <a:gd name="connsiteX192" fmla="*/ 116009 w 1039223"/>
                <a:gd name="connsiteY192" fmla="*/ 395611 h 707427"/>
                <a:gd name="connsiteX193" fmla="*/ 165489 w 1039223"/>
                <a:gd name="connsiteY193" fmla="*/ 323909 h 707427"/>
                <a:gd name="connsiteX194" fmla="*/ 205669 w 1039223"/>
                <a:gd name="connsiteY194" fmla="*/ 266634 h 707427"/>
                <a:gd name="connsiteX195" fmla="*/ 208415 w 1039223"/>
                <a:gd name="connsiteY195" fmla="*/ 257840 h 707427"/>
                <a:gd name="connsiteX196" fmla="*/ 208352 w 1039223"/>
                <a:gd name="connsiteY196" fmla="*/ 81577 h 707427"/>
                <a:gd name="connsiteX197" fmla="*/ 229300 w 1039223"/>
                <a:gd name="connsiteY197" fmla="*/ 52447 h 707427"/>
                <a:gd name="connsiteX198" fmla="*/ 241520 w 1039223"/>
                <a:gd name="connsiteY198" fmla="*/ 50453 h 707427"/>
                <a:gd name="connsiteX199" fmla="*/ 407964 w 1039223"/>
                <a:gd name="connsiteY199" fmla="*/ 50367 h 707427"/>
                <a:gd name="connsiteX200" fmla="*/ 413731 w 1039223"/>
                <a:gd name="connsiteY200" fmla="*/ 50367 h 707427"/>
                <a:gd name="connsiteX201" fmla="*/ 413731 w 1039223"/>
                <a:gd name="connsiteY201" fmla="*/ 111027 h 707427"/>
                <a:gd name="connsiteX202" fmla="*/ 444947 w 1039223"/>
                <a:gd name="connsiteY202" fmla="*/ 111027 h 70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1039223" h="707427">
                  <a:moveTo>
                    <a:pt x="503782" y="476586"/>
                  </a:moveTo>
                  <a:cubicBezTo>
                    <a:pt x="501803" y="477169"/>
                    <a:pt x="499804" y="477691"/>
                    <a:pt x="497849" y="478345"/>
                  </a:cubicBezTo>
                  <a:cubicBezTo>
                    <a:pt x="482915" y="483333"/>
                    <a:pt x="470473" y="491769"/>
                    <a:pt x="460357" y="504005"/>
                  </a:cubicBezTo>
                  <a:cubicBezTo>
                    <a:pt x="449922" y="516627"/>
                    <a:pt x="444006" y="531066"/>
                    <a:pt x="442417" y="547058"/>
                  </a:cubicBezTo>
                  <a:cubicBezTo>
                    <a:pt x="440895" y="562362"/>
                    <a:pt x="443891" y="577128"/>
                    <a:pt x="451164" y="590862"/>
                  </a:cubicBezTo>
                  <a:cubicBezTo>
                    <a:pt x="467705" y="622093"/>
                    <a:pt x="500575" y="638789"/>
                    <a:pt x="534137" y="633464"/>
                  </a:cubicBezTo>
                  <a:cubicBezTo>
                    <a:pt x="553898" y="630329"/>
                    <a:pt x="570915" y="621024"/>
                    <a:pt x="583654" y="604836"/>
                  </a:cubicBezTo>
                  <a:cubicBezTo>
                    <a:pt x="598806" y="585581"/>
                    <a:pt x="605365" y="564288"/>
                    <a:pt x="600410" y="539862"/>
                  </a:cubicBezTo>
                  <a:cubicBezTo>
                    <a:pt x="594236" y="509431"/>
                    <a:pt x="576032" y="489389"/>
                    <a:pt x="547360" y="478671"/>
                  </a:cubicBezTo>
                  <a:cubicBezTo>
                    <a:pt x="533479" y="473482"/>
                    <a:pt x="519078" y="473118"/>
                    <a:pt x="503782" y="476586"/>
                  </a:cubicBezTo>
                  <a:close/>
                  <a:moveTo>
                    <a:pt x="303494" y="475968"/>
                  </a:moveTo>
                  <a:cubicBezTo>
                    <a:pt x="291844" y="473422"/>
                    <a:pt x="279639" y="473759"/>
                    <a:pt x="266987" y="477062"/>
                  </a:cubicBezTo>
                  <a:cubicBezTo>
                    <a:pt x="243804" y="483115"/>
                    <a:pt x="226150" y="497402"/>
                    <a:pt x="215385" y="519241"/>
                  </a:cubicBezTo>
                  <a:cubicBezTo>
                    <a:pt x="209160" y="531868"/>
                    <a:pt x="205613" y="545224"/>
                    <a:pt x="207639" y="559415"/>
                  </a:cubicBezTo>
                  <a:cubicBezTo>
                    <a:pt x="208736" y="567101"/>
                    <a:pt x="210772" y="574653"/>
                    <a:pt x="212456" y="583047"/>
                  </a:cubicBezTo>
                  <a:cubicBezTo>
                    <a:pt x="217880" y="595733"/>
                    <a:pt x="225152" y="606991"/>
                    <a:pt x="236144" y="615732"/>
                  </a:cubicBezTo>
                  <a:cubicBezTo>
                    <a:pt x="256414" y="631850"/>
                    <a:pt x="279179" y="638234"/>
                    <a:pt x="304450" y="632269"/>
                  </a:cubicBezTo>
                  <a:cubicBezTo>
                    <a:pt x="331285" y="625935"/>
                    <a:pt x="350142" y="609493"/>
                    <a:pt x="360983" y="584000"/>
                  </a:cubicBezTo>
                  <a:cubicBezTo>
                    <a:pt x="367303" y="569137"/>
                    <a:pt x="368639" y="553575"/>
                    <a:pt x="365278" y="538100"/>
                  </a:cubicBezTo>
                  <a:cubicBezTo>
                    <a:pt x="361271" y="519650"/>
                    <a:pt x="351828" y="504107"/>
                    <a:pt x="336674" y="492164"/>
                  </a:cubicBezTo>
                  <a:cubicBezTo>
                    <a:pt x="326240" y="483940"/>
                    <a:pt x="315144" y="478513"/>
                    <a:pt x="303494" y="475968"/>
                  </a:cubicBezTo>
                  <a:close/>
                  <a:moveTo>
                    <a:pt x="764869" y="474735"/>
                  </a:moveTo>
                  <a:cubicBezTo>
                    <a:pt x="748549" y="473256"/>
                    <a:pt x="732996" y="476423"/>
                    <a:pt x="718569" y="484633"/>
                  </a:cubicBezTo>
                  <a:cubicBezTo>
                    <a:pt x="704919" y="492401"/>
                    <a:pt x="694129" y="503026"/>
                    <a:pt x="686885" y="516874"/>
                  </a:cubicBezTo>
                  <a:cubicBezTo>
                    <a:pt x="679426" y="531133"/>
                    <a:pt x="675644" y="546186"/>
                    <a:pt x="677792" y="562631"/>
                  </a:cubicBezTo>
                  <a:cubicBezTo>
                    <a:pt x="679158" y="573084"/>
                    <a:pt x="681953" y="582834"/>
                    <a:pt x="686886" y="592048"/>
                  </a:cubicBezTo>
                  <a:cubicBezTo>
                    <a:pt x="693790" y="604943"/>
                    <a:pt x="703637" y="615074"/>
                    <a:pt x="716691" y="622974"/>
                  </a:cubicBezTo>
                  <a:cubicBezTo>
                    <a:pt x="732833" y="632423"/>
                    <a:pt x="750200" y="636640"/>
                    <a:pt x="768730" y="633590"/>
                  </a:cubicBezTo>
                  <a:cubicBezTo>
                    <a:pt x="792350" y="629704"/>
                    <a:pt x="811138" y="617659"/>
                    <a:pt x="824195" y="597496"/>
                  </a:cubicBezTo>
                  <a:cubicBezTo>
                    <a:pt x="836233" y="578905"/>
                    <a:pt x="840117" y="558596"/>
                    <a:pt x="835088" y="536829"/>
                  </a:cubicBezTo>
                  <a:cubicBezTo>
                    <a:pt x="830743" y="518023"/>
                    <a:pt x="820828" y="502694"/>
                    <a:pt x="805633" y="490910"/>
                  </a:cubicBezTo>
                  <a:cubicBezTo>
                    <a:pt x="793658" y="481625"/>
                    <a:pt x="779910" y="476098"/>
                    <a:pt x="764869" y="474735"/>
                  </a:cubicBezTo>
                  <a:close/>
                  <a:moveTo>
                    <a:pt x="925155" y="466806"/>
                  </a:moveTo>
                  <a:cubicBezTo>
                    <a:pt x="919671" y="465187"/>
                    <a:pt x="913360" y="465849"/>
                    <a:pt x="907824" y="470110"/>
                  </a:cubicBezTo>
                  <a:cubicBezTo>
                    <a:pt x="896710" y="479332"/>
                    <a:pt x="898234" y="492798"/>
                    <a:pt x="907884" y="500839"/>
                  </a:cubicBezTo>
                  <a:cubicBezTo>
                    <a:pt x="914432" y="506296"/>
                    <a:pt x="925130" y="506525"/>
                    <a:pt x="931835" y="501122"/>
                  </a:cubicBezTo>
                  <a:cubicBezTo>
                    <a:pt x="939075" y="495290"/>
                    <a:pt x="941108" y="484979"/>
                    <a:pt x="937532" y="477190"/>
                  </a:cubicBezTo>
                  <a:cubicBezTo>
                    <a:pt x="935299" y="472326"/>
                    <a:pt x="930640" y="468425"/>
                    <a:pt x="925155" y="466806"/>
                  </a:cubicBezTo>
                  <a:close/>
                  <a:moveTo>
                    <a:pt x="120275" y="465863"/>
                  </a:moveTo>
                  <a:cubicBezTo>
                    <a:pt x="112376" y="466206"/>
                    <a:pt x="106819" y="470805"/>
                    <a:pt x="103559" y="477706"/>
                  </a:cubicBezTo>
                  <a:cubicBezTo>
                    <a:pt x="99934" y="485382"/>
                    <a:pt x="101253" y="492557"/>
                    <a:pt x="107877" y="499171"/>
                  </a:cubicBezTo>
                  <a:cubicBezTo>
                    <a:pt x="111122" y="501127"/>
                    <a:pt x="114164" y="504162"/>
                    <a:pt x="117654" y="504821"/>
                  </a:cubicBezTo>
                  <a:cubicBezTo>
                    <a:pt x="125431" y="506288"/>
                    <a:pt x="132435" y="503671"/>
                    <a:pt x="137255" y="497162"/>
                  </a:cubicBezTo>
                  <a:cubicBezTo>
                    <a:pt x="142039" y="490704"/>
                    <a:pt x="142346" y="483493"/>
                    <a:pt x="138720" y="476390"/>
                  </a:cubicBezTo>
                  <a:cubicBezTo>
                    <a:pt x="134934" y="468972"/>
                    <a:pt x="128426" y="465509"/>
                    <a:pt x="120275" y="465863"/>
                  </a:cubicBezTo>
                  <a:close/>
                  <a:moveTo>
                    <a:pt x="542023" y="455225"/>
                  </a:moveTo>
                  <a:cubicBezTo>
                    <a:pt x="556335" y="457950"/>
                    <a:pt x="570000" y="463934"/>
                    <a:pt x="582791" y="473457"/>
                  </a:cubicBezTo>
                  <a:cubicBezTo>
                    <a:pt x="604248" y="489432"/>
                    <a:pt x="617537" y="511328"/>
                    <a:pt x="621709" y="537644"/>
                  </a:cubicBezTo>
                  <a:cubicBezTo>
                    <a:pt x="626206" y="566004"/>
                    <a:pt x="620168" y="592380"/>
                    <a:pt x="602333" y="615625"/>
                  </a:cubicBezTo>
                  <a:cubicBezTo>
                    <a:pt x="585985" y="636934"/>
                    <a:pt x="564507" y="650026"/>
                    <a:pt x="538270" y="654092"/>
                  </a:cubicBezTo>
                  <a:cubicBezTo>
                    <a:pt x="508891" y="658645"/>
                    <a:pt x="482041" y="651617"/>
                    <a:pt x="458471" y="632843"/>
                  </a:cubicBezTo>
                  <a:cubicBezTo>
                    <a:pt x="446381" y="623214"/>
                    <a:pt x="437620" y="611150"/>
                    <a:pt x="430465" y="597283"/>
                  </a:cubicBezTo>
                  <a:cubicBezTo>
                    <a:pt x="421953" y="579743"/>
                    <a:pt x="420016" y="561304"/>
                    <a:pt x="421866" y="542753"/>
                  </a:cubicBezTo>
                  <a:cubicBezTo>
                    <a:pt x="423972" y="521629"/>
                    <a:pt x="432561" y="502984"/>
                    <a:pt x="446950" y="486951"/>
                  </a:cubicBezTo>
                  <a:cubicBezTo>
                    <a:pt x="460750" y="471574"/>
                    <a:pt x="477494" y="461087"/>
                    <a:pt x="497377" y="456546"/>
                  </a:cubicBezTo>
                  <a:cubicBezTo>
                    <a:pt x="512753" y="453034"/>
                    <a:pt x="527712" y="452500"/>
                    <a:pt x="542023" y="455225"/>
                  </a:cubicBezTo>
                  <a:close/>
                  <a:moveTo>
                    <a:pt x="297440" y="453953"/>
                  </a:moveTo>
                  <a:cubicBezTo>
                    <a:pt x="307565" y="454872"/>
                    <a:pt x="317566" y="457351"/>
                    <a:pt x="327344" y="461770"/>
                  </a:cubicBezTo>
                  <a:cubicBezTo>
                    <a:pt x="338864" y="466975"/>
                    <a:pt x="349434" y="473610"/>
                    <a:pt x="358189" y="482561"/>
                  </a:cubicBezTo>
                  <a:cubicBezTo>
                    <a:pt x="373276" y="497989"/>
                    <a:pt x="383321" y="516196"/>
                    <a:pt x="386340" y="537953"/>
                  </a:cubicBezTo>
                  <a:cubicBezTo>
                    <a:pt x="390216" y="565885"/>
                    <a:pt x="385328" y="591869"/>
                    <a:pt x="368260" y="614589"/>
                  </a:cubicBezTo>
                  <a:cubicBezTo>
                    <a:pt x="352660" y="635355"/>
                    <a:pt x="331834" y="648407"/>
                    <a:pt x="306071" y="653436"/>
                  </a:cubicBezTo>
                  <a:cubicBezTo>
                    <a:pt x="283310" y="657879"/>
                    <a:pt x="261628" y="654664"/>
                    <a:pt x="241106" y="644434"/>
                  </a:cubicBezTo>
                  <a:cubicBezTo>
                    <a:pt x="222956" y="635385"/>
                    <a:pt x="208926" y="621640"/>
                    <a:pt x="198970" y="603898"/>
                  </a:cubicBezTo>
                  <a:cubicBezTo>
                    <a:pt x="192182" y="591801"/>
                    <a:pt x="188270" y="578882"/>
                    <a:pt x="186819" y="564996"/>
                  </a:cubicBezTo>
                  <a:cubicBezTo>
                    <a:pt x="183861" y="536711"/>
                    <a:pt x="191451" y="511822"/>
                    <a:pt x="209398" y="489931"/>
                  </a:cubicBezTo>
                  <a:cubicBezTo>
                    <a:pt x="210307" y="488821"/>
                    <a:pt x="211084" y="487603"/>
                    <a:pt x="212178" y="486191"/>
                  </a:cubicBezTo>
                  <a:cubicBezTo>
                    <a:pt x="227290" y="469969"/>
                    <a:pt x="245403" y="459285"/>
                    <a:pt x="266789" y="455495"/>
                  </a:cubicBezTo>
                  <a:cubicBezTo>
                    <a:pt x="277065" y="453674"/>
                    <a:pt x="287314" y="453033"/>
                    <a:pt x="297440" y="453953"/>
                  </a:cubicBezTo>
                  <a:close/>
                  <a:moveTo>
                    <a:pt x="752605" y="453865"/>
                  </a:moveTo>
                  <a:cubicBezTo>
                    <a:pt x="770986" y="453349"/>
                    <a:pt x="788291" y="456493"/>
                    <a:pt x="804614" y="465199"/>
                  </a:cubicBezTo>
                  <a:cubicBezTo>
                    <a:pt x="822060" y="474505"/>
                    <a:pt x="835408" y="487793"/>
                    <a:pt x="845289" y="504843"/>
                  </a:cubicBezTo>
                  <a:cubicBezTo>
                    <a:pt x="856289" y="523821"/>
                    <a:pt x="859553" y="544481"/>
                    <a:pt x="857468" y="565800"/>
                  </a:cubicBezTo>
                  <a:cubicBezTo>
                    <a:pt x="855559" y="585336"/>
                    <a:pt x="848047" y="602895"/>
                    <a:pt x="835410" y="618357"/>
                  </a:cubicBezTo>
                  <a:cubicBezTo>
                    <a:pt x="822258" y="634449"/>
                    <a:pt x="805762" y="645297"/>
                    <a:pt x="786173" y="651150"/>
                  </a:cubicBezTo>
                  <a:cubicBezTo>
                    <a:pt x="773238" y="655014"/>
                    <a:pt x="759907" y="656064"/>
                    <a:pt x="746129" y="654600"/>
                  </a:cubicBezTo>
                  <a:cubicBezTo>
                    <a:pt x="726372" y="652499"/>
                    <a:pt x="708934" y="645358"/>
                    <a:pt x="693816" y="633111"/>
                  </a:cubicBezTo>
                  <a:cubicBezTo>
                    <a:pt x="676362" y="618970"/>
                    <a:pt x="664464" y="600874"/>
                    <a:pt x="659235" y="578661"/>
                  </a:cubicBezTo>
                  <a:cubicBezTo>
                    <a:pt x="656729" y="568018"/>
                    <a:pt x="655500" y="557256"/>
                    <a:pt x="656466" y="546463"/>
                  </a:cubicBezTo>
                  <a:cubicBezTo>
                    <a:pt x="658300" y="525987"/>
                    <a:pt x="665548" y="507528"/>
                    <a:pt x="678402" y="491267"/>
                  </a:cubicBezTo>
                  <a:cubicBezTo>
                    <a:pt x="687144" y="480207"/>
                    <a:pt x="697855" y="471692"/>
                    <a:pt x="710407" y="464788"/>
                  </a:cubicBezTo>
                  <a:cubicBezTo>
                    <a:pt x="723961" y="458189"/>
                    <a:pt x="737706" y="454283"/>
                    <a:pt x="752605" y="453865"/>
                  </a:cubicBezTo>
                  <a:close/>
                  <a:moveTo>
                    <a:pt x="128406" y="450756"/>
                  </a:moveTo>
                  <a:cubicBezTo>
                    <a:pt x="135060" y="452112"/>
                    <a:pt x="141377" y="455239"/>
                    <a:pt x="146155" y="459779"/>
                  </a:cubicBezTo>
                  <a:cubicBezTo>
                    <a:pt x="156227" y="469350"/>
                    <a:pt x="158814" y="481296"/>
                    <a:pt x="155953" y="493963"/>
                  </a:cubicBezTo>
                  <a:cubicBezTo>
                    <a:pt x="152689" y="508412"/>
                    <a:pt x="142832" y="517725"/>
                    <a:pt x="128160" y="520456"/>
                  </a:cubicBezTo>
                  <a:cubicBezTo>
                    <a:pt x="121150" y="521760"/>
                    <a:pt x="113637" y="521717"/>
                    <a:pt x="106535" y="517852"/>
                  </a:cubicBezTo>
                  <a:cubicBezTo>
                    <a:pt x="92484" y="510937"/>
                    <a:pt x="85704" y="499533"/>
                    <a:pt x="85924" y="484576"/>
                  </a:cubicBezTo>
                  <a:cubicBezTo>
                    <a:pt x="86132" y="470463"/>
                    <a:pt x="93963" y="458446"/>
                    <a:pt x="108638" y="452356"/>
                  </a:cubicBezTo>
                  <a:cubicBezTo>
                    <a:pt x="114762" y="449815"/>
                    <a:pt x="121752" y="449400"/>
                    <a:pt x="128406" y="450756"/>
                  </a:cubicBezTo>
                  <a:close/>
                  <a:moveTo>
                    <a:pt x="925754" y="450163"/>
                  </a:moveTo>
                  <a:cubicBezTo>
                    <a:pt x="932346" y="451246"/>
                    <a:pt x="938595" y="454442"/>
                    <a:pt x="944289" y="459831"/>
                  </a:cubicBezTo>
                  <a:cubicBezTo>
                    <a:pt x="947889" y="463238"/>
                    <a:pt x="950097" y="468118"/>
                    <a:pt x="952985" y="472723"/>
                  </a:cubicBezTo>
                  <a:cubicBezTo>
                    <a:pt x="961616" y="497611"/>
                    <a:pt x="943934" y="520706"/>
                    <a:pt x="920585" y="520984"/>
                  </a:cubicBezTo>
                  <a:cubicBezTo>
                    <a:pt x="899413" y="521237"/>
                    <a:pt x="883506" y="504265"/>
                    <a:pt x="884294" y="484195"/>
                  </a:cubicBezTo>
                  <a:cubicBezTo>
                    <a:pt x="884873" y="469449"/>
                    <a:pt x="892873" y="458511"/>
                    <a:pt x="905162" y="453178"/>
                  </a:cubicBezTo>
                  <a:cubicBezTo>
                    <a:pt x="912228" y="450112"/>
                    <a:pt x="919163" y="449080"/>
                    <a:pt x="925754" y="450163"/>
                  </a:cubicBezTo>
                  <a:close/>
                  <a:moveTo>
                    <a:pt x="976594" y="445063"/>
                  </a:moveTo>
                  <a:cubicBezTo>
                    <a:pt x="672185" y="445173"/>
                    <a:pt x="367775" y="445155"/>
                    <a:pt x="63366" y="445155"/>
                  </a:cubicBezTo>
                  <a:cubicBezTo>
                    <a:pt x="62220" y="445155"/>
                    <a:pt x="61057" y="445022"/>
                    <a:pt x="59932" y="445176"/>
                  </a:cubicBezTo>
                  <a:cubicBezTo>
                    <a:pt x="48100" y="446797"/>
                    <a:pt x="44136" y="451606"/>
                    <a:pt x="45787" y="461832"/>
                  </a:cubicBezTo>
                  <a:cubicBezTo>
                    <a:pt x="46507" y="466294"/>
                    <a:pt x="49105" y="470864"/>
                    <a:pt x="51974" y="474497"/>
                  </a:cubicBezTo>
                  <a:cubicBezTo>
                    <a:pt x="63627" y="489255"/>
                    <a:pt x="75524" y="503831"/>
                    <a:pt x="87693" y="518167"/>
                  </a:cubicBezTo>
                  <a:cubicBezTo>
                    <a:pt x="102735" y="535886"/>
                    <a:pt x="118030" y="553393"/>
                    <a:pt x="133415" y="570816"/>
                  </a:cubicBezTo>
                  <a:cubicBezTo>
                    <a:pt x="145635" y="584654"/>
                    <a:pt x="158179" y="598206"/>
                    <a:pt x="170526" y="611932"/>
                  </a:cubicBezTo>
                  <a:cubicBezTo>
                    <a:pt x="174514" y="616366"/>
                    <a:pt x="178143" y="621136"/>
                    <a:pt x="182278" y="625424"/>
                  </a:cubicBezTo>
                  <a:cubicBezTo>
                    <a:pt x="189466" y="632877"/>
                    <a:pt x="196106" y="641223"/>
                    <a:pt x="204439" y="647128"/>
                  </a:cubicBezTo>
                  <a:cubicBezTo>
                    <a:pt x="219706" y="657947"/>
                    <a:pt x="237858" y="661981"/>
                    <a:pt x="256209" y="662016"/>
                  </a:cubicBezTo>
                  <a:cubicBezTo>
                    <a:pt x="414632" y="662318"/>
                    <a:pt x="573056" y="662190"/>
                    <a:pt x="732462" y="662190"/>
                  </a:cubicBezTo>
                  <a:cubicBezTo>
                    <a:pt x="745229" y="662190"/>
                    <a:pt x="758006" y="661859"/>
                    <a:pt x="770760" y="662269"/>
                  </a:cubicBezTo>
                  <a:cubicBezTo>
                    <a:pt x="788875" y="662851"/>
                    <a:pt x="806180" y="658986"/>
                    <a:pt x="823079" y="653200"/>
                  </a:cubicBezTo>
                  <a:cubicBezTo>
                    <a:pt x="831695" y="650250"/>
                    <a:pt x="839909" y="646077"/>
                    <a:pt x="846093" y="638905"/>
                  </a:cubicBezTo>
                  <a:cubicBezTo>
                    <a:pt x="854523" y="629129"/>
                    <a:pt x="862974" y="619371"/>
                    <a:pt x="871450" y="609636"/>
                  </a:cubicBezTo>
                  <a:cubicBezTo>
                    <a:pt x="878452" y="601595"/>
                    <a:pt x="885580" y="593664"/>
                    <a:pt x="892517" y="585569"/>
                  </a:cubicBezTo>
                  <a:cubicBezTo>
                    <a:pt x="903524" y="572723"/>
                    <a:pt x="914352" y="559726"/>
                    <a:pt x="925378" y="546898"/>
                  </a:cubicBezTo>
                  <a:cubicBezTo>
                    <a:pt x="934537" y="536241"/>
                    <a:pt x="943859" y="525725"/>
                    <a:pt x="953132" y="515166"/>
                  </a:cubicBezTo>
                  <a:cubicBezTo>
                    <a:pt x="965072" y="501570"/>
                    <a:pt x="976926" y="487895"/>
                    <a:pt x="989039" y="474453"/>
                  </a:cubicBezTo>
                  <a:cubicBezTo>
                    <a:pt x="994326" y="468586"/>
                    <a:pt x="995668" y="463838"/>
                    <a:pt x="992738" y="456972"/>
                  </a:cubicBezTo>
                  <a:cubicBezTo>
                    <a:pt x="989700" y="449854"/>
                    <a:pt x="985393" y="445059"/>
                    <a:pt x="976594" y="445063"/>
                  </a:cubicBezTo>
                  <a:close/>
                  <a:moveTo>
                    <a:pt x="797681" y="304647"/>
                  </a:moveTo>
                  <a:cubicBezTo>
                    <a:pt x="611803" y="304732"/>
                    <a:pt x="425924" y="304720"/>
                    <a:pt x="240045" y="304720"/>
                  </a:cubicBezTo>
                  <a:cubicBezTo>
                    <a:pt x="238900" y="304720"/>
                    <a:pt x="237684" y="304478"/>
                    <a:pt x="236627" y="304785"/>
                  </a:cubicBezTo>
                  <a:cubicBezTo>
                    <a:pt x="235385" y="305146"/>
                    <a:pt x="233867" y="305690"/>
                    <a:pt x="233180" y="306659"/>
                  </a:cubicBezTo>
                  <a:cubicBezTo>
                    <a:pt x="224508" y="318900"/>
                    <a:pt x="216000" y="331258"/>
                    <a:pt x="207378" y="343535"/>
                  </a:cubicBezTo>
                  <a:cubicBezTo>
                    <a:pt x="197831" y="357129"/>
                    <a:pt x="188167" y="370640"/>
                    <a:pt x="178643" y="384251"/>
                  </a:cubicBezTo>
                  <a:cubicBezTo>
                    <a:pt x="175127" y="389277"/>
                    <a:pt x="171864" y="394481"/>
                    <a:pt x="168238" y="399980"/>
                  </a:cubicBezTo>
                  <a:cubicBezTo>
                    <a:pt x="363986" y="399980"/>
                    <a:pt x="559027" y="399980"/>
                    <a:pt x="755049" y="399980"/>
                  </a:cubicBezTo>
                  <a:cubicBezTo>
                    <a:pt x="794407" y="399980"/>
                    <a:pt x="833764" y="399980"/>
                    <a:pt x="873826" y="399980"/>
                  </a:cubicBezTo>
                  <a:cubicBezTo>
                    <a:pt x="872798" y="398081"/>
                    <a:pt x="872282" y="396763"/>
                    <a:pt x="871465" y="395670"/>
                  </a:cubicBezTo>
                  <a:cubicBezTo>
                    <a:pt x="850017" y="366961"/>
                    <a:pt x="828425" y="338359"/>
                    <a:pt x="807205" y="309484"/>
                  </a:cubicBezTo>
                  <a:cubicBezTo>
                    <a:pt x="804506" y="305812"/>
                    <a:pt x="801953" y="304645"/>
                    <a:pt x="797681" y="304647"/>
                  </a:cubicBezTo>
                  <a:close/>
                  <a:moveTo>
                    <a:pt x="634070" y="169196"/>
                  </a:moveTo>
                  <a:cubicBezTo>
                    <a:pt x="634070" y="182573"/>
                    <a:pt x="634070" y="195396"/>
                    <a:pt x="634070" y="208203"/>
                  </a:cubicBezTo>
                  <a:cubicBezTo>
                    <a:pt x="757804" y="208203"/>
                    <a:pt x="881232" y="208203"/>
                    <a:pt x="1004678" y="208203"/>
                  </a:cubicBezTo>
                  <a:cubicBezTo>
                    <a:pt x="1004678" y="195101"/>
                    <a:pt x="1004678" y="182278"/>
                    <a:pt x="1004678" y="169196"/>
                  </a:cubicBezTo>
                  <a:cubicBezTo>
                    <a:pt x="970696" y="169196"/>
                    <a:pt x="937018" y="169196"/>
                    <a:pt x="902358" y="169196"/>
                  </a:cubicBezTo>
                  <a:cubicBezTo>
                    <a:pt x="812934" y="169196"/>
                    <a:pt x="723510" y="169196"/>
                    <a:pt x="634070" y="169196"/>
                  </a:cubicBezTo>
                  <a:close/>
                  <a:moveTo>
                    <a:pt x="253019" y="156704"/>
                  </a:moveTo>
                  <a:cubicBezTo>
                    <a:pt x="253019" y="191073"/>
                    <a:pt x="253019" y="225167"/>
                    <a:pt x="253019" y="259545"/>
                  </a:cubicBezTo>
                  <a:cubicBezTo>
                    <a:pt x="266374" y="259545"/>
                    <a:pt x="279436" y="259545"/>
                    <a:pt x="293481" y="259545"/>
                  </a:cubicBezTo>
                  <a:cubicBezTo>
                    <a:pt x="391743" y="259545"/>
                    <a:pt x="490004" y="259545"/>
                    <a:pt x="588296" y="259545"/>
                  </a:cubicBezTo>
                  <a:cubicBezTo>
                    <a:pt x="588296" y="224902"/>
                    <a:pt x="588296" y="190808"/>
                    <a:pt x="588296" y="156704"/>
                  </a:cubicBezTo>
                  <a:cubicBezTo>
                    <a:pt x="476351" y="156704"/>
                    <a:pt x="364701" y="156704"/>
                    <a:pt x="253019" y="156704"/>
                  </a:cubicBezTo>
                  <a:close/>
                  <a:moveTo>
                    <a:pt x="386849" y="72931"/>
                  </a:moveTo>
                  <a:cubicBezTo>
                    <a:pt x="357079" y="72968"/>
                    <a:pt x="327308" y="72954"/>
                    <a:pt x="297538" y="72954"/>
                  </a:cubicBezTo>
                  <a:cubicBezTo>
                    <a:pt x="279217" y="72954"/>
                    <a:pt x="260897" y="72930"/>
                    <a:pt x="242577" y="72968"/>
                  </a:cubicBezTo>
                  <a:cubicBezTo>
                    <a:pt x="236730" y="72980"/>
                    <a:pt x="231416" y="77150"/>
                    <a:pt x="231223" y="82576"/>
                  </a:cubicBezTo>
                  <a:cubicBezTo>
                    <a:pt x="230887" y="91999"/>
                    <a:pt x="231129" y="101444"/>
                    <a:pt x="231129" y="111008"/>
                  </a:cubicBezTo>
                  <a:cubicBezTo>
                    <a:pt x="284679" y="111008"/>
                    <a:pt x="337747" y="111008"/>
                    <a:pt x="391196" y="111008"/>
                  </a:cubicBezTo>
                  <a:cubicBezTo>
                    <a:pt x="391196" y="99681"/>
                    <a:pt x="391196" y="88595"/>
                    <a:pt x="391196" y="76561"/>
                  </a:cubicBezTo>
                  <a:cubicBezTo>
                    <a:pt x="391975" y="72674"/>
                    <a:pt x="389447" y="72927"/>
                    <a:pt x="386849" y="72931"/>
                  </a:cubicBezTo>
                  <a:close/>
                  <a:moveTo>
                    <a:pt x="444947" y="0"/>
                  </a:moveTo>
                  <a:lnTo>
                    <a:pt x="467669" y="0"/>
                  </a:lnTo>
                  <a:lnTo>
                    <a:pt x="467669" y="111190"/>
                  </a:lnTo>
                  <a:cubicBezTo>
                    <a:pt x="523189" y="111190"/>
                    <a:pt x="578242" y="111190"/>
                    <a:pt x="633592" y="111190"/>
                  </a:cubicBezTo>
                  <a:cubicBezTo>
                    <a:pt x="633592" y="122728"/>
                    <a:pt x="633592" y="133804"/>
                    <a:pt x="633592" y="145339"/>
                  </a:cubicBezTo>
                  <a:cubicBezTo>
                    <a:pt x="764883" y="145339"/>
                    <a:pt x="895877" y="145339"/>
                    <a:pt x="1027220" y="145339"/>
                  </a:cubicBezTo>
                  <a:cubicBezTo>
                    <a:pt x="1027220" y="174008"/>
                    <a:pt x="1027220" y="202220"/>
                    <a:pt x="1027220" y="230893"/>
                  </a:cubicBezTo>
                  <a:cubicBezTo>
                    <a:pt x="896337" y="230893"/>
                    <a:pt x="765344" y="230893"/>
                    <a:pt x="634057" y="230893"/>
                  </a:cubicBezTo>
                  <a:cubicBezTo>
                    <a:pt x="634057" y="240575"/>
                    <a:pt x="634057" y="249801"/>
                    <a:pt x="634057" y="259545"/>
                  </a:cubicBezTo>
                  <a:cubicBezTo>
                    <a:pt x="635860" y="259545"/>
                    <a:pt x="637606" y="259545"/>
                    <a:pt x="639351" y="259545"/>
                  </a:cubicBezTo>
                  <a:cubicBezTo>
                    <a:pt x="700070" y="259545"/>
                    <a:pt x="760789" y="259613"/>
                    <a:pt x="821507" y="259399"/>
                  </a:cubicBezTo>
                  <a:cubicBezTo>
                    <a:pt x="825737" y="259384"/>
                    <a:pt x="827980" y="261221"/>
                    <a:pt x="830074" y="264028"/>
                  </a:cubicBezTo>
                  <a:cubicBezTo>
                    <a:pt x="846143" y="285561"/>
                    <a:pt x="862165" y="307131"/>
                    <a:pt x="878200" y="328691"/>
                  </a:cubicBezTo>
                  <a:cubicBezTo>
                    <a:pt x="892618" y="348078"/>
                    <a:pt x="907043" y="367460"/>
                    <a:pt x="921440" y="386862"/>
                  </a:cubicBezTo>
                  <a:cubicBezTo>
                    <a:pt x="923719" y="389933"/>
                    <a:pt x="925927" y="393062"/>
                    <a:pt x="928060" y="396236"/>
                  </a:cubicBezTo>
                  <a:cubicBezTo>
                    <a:pt x="929993" y="399114"/>
                    <a:pt x="932377" y="400165"/>
                    <a:pt x="936017" y="400092"/>
                  </a:cubicBezTo>
                  <a:cubicBezTo>
                    <a:pt x="949923" y="399814"/>
                    <a:pt x="963842" y="399762"/>
                    <a:pt x="977748" y="400028"/>
                  </a:cubicBezTo>
                  <a:cubicBezTo>
                    <a:pt x="1002231" y="400496"/>
                    <a:pt x="1020052" y="411771"/>
                    <a:pt x="1031587" y="433438"/>
                  </a:cubicBezTo>
                  <a:cubicBezTo>
                    <a:pt x="1037018" y="443638"/>
                    <a:pt x="1039622" y="454511"/>
                    <a:pt x="1039174" y="465763"/>
                  </a:cubicBezTo>
                  <a:cubicBezTo>
                    <a:pt x="1038600" y="480157"/>
                    <a:pt x="1033775" y="493048"/>
                    <a:pt x="1023504" y="503937"/>
                  </a:cubicBezTo>
                  <a:cubicBezTo>
                    <a:pt x="1011432" y="516736"/>
                    <a:pt x="1000198" y="530324"/>
                    <a:pt x="988572" y="543545"/>
                  </a:cubicBezTo>
                  <a:cubicBezTo>
                    <a:pt x="980993" y="552165"/>
                    <a:pt x="973266" y="560658"/>
                    <a:pt x="965781" y="569358"/>
                  </a:cubicBezTo>
                  <a:cubicBezTo>
                    <a:pt x="956960" y="579611"/>
                    <a:pt x="948405" y="590092"/>
                    <a:pt x="939594" y="600354"/>
                  </a:cubicBezTo>
                  <a:cubicBezTo>
                    <a:pt x="930546" y="610890"/>
                    <a:pt x="921295" y="621252"/>
                    <a:pt x="912193" y="631742"/>
                  </a:cubicBezTo>
                  <a:cubicBezTo>
                    <a:pt x="901939" y="643560"/>
                    <a:pt x="891825" y="655501"/>
                    <a:pt x="881516" y="667271"/>
                  </a:cubicBezTo>
                  <a:cubicBezTo>
                    <a:pt x="869148" y="681392"/>
                    <a:pt x="853692" y="690772"/>
                    <a:pt x="835919" y="696548"/>
                  </a:cubicBezTo>
                  <a:cubicBezTo>
                    <a:pt x="820848" y="701446"/>
                    <a:pt x="805599" y="705442"/>
                    <a:pt x="789692" y="706399"/>
                  </a:cubicBezTo>
                  <a:cubicBezTo>
                    <a:pt x="785178" y="706671"/>
                    <a:pt x="780669" y="707315"/>
                    <a:pt x="776157" y="707322"/>
                  </a:cubicBezTo>
                  <a:cubicBezTo>
                    <a:pt x="729184" y="707391"/>
                    <a:pt x="682211" y="707364"/>
                    <a:pt x="634747" y="707364"/>
                  </a:cubicBezTo>
                  <a:cubicBezTo>
                    <a:pt x="508727" y="707364"/>
                    <a:pt x="383197" y="707600"/>
                    <a:pt x="257670" y="707161"/>
                  </a:cubicBezTo>
                  <a:cubicBezTo>
                    <a:pt x="233388" y="707076"/>
                    <a:pt x="209659" y="701981"/>
                    <a:pt x="187976" y="690160"/>
                  </a:cubicBezTo>
                  <a:cubicBezTo>
                    <a:pt x="175868" y="683559"/>
                    <a:pt x="165346" y="674942"/>
                    <a:pt x="156713" y="664024"/>
                  </a:cubicBezTo>
                  <a:cubicBezTo>
                    <a:pt x="152797" y="659073"/>
                    <a:pt x="148118" y="654730"/>
                    <a:pt x="143858" y="650046"/>
                  </a:cubicBezTo>
                  <a:cubicBezTo>
                    <a:pt x="131106" y="636024"/>
                    <a:pt x="118300" y="622049"/>
                    <a:pt x="105686" y="607904"/>
                  </a:cubicBezTo>
                  <a:cubicBezTo>
                    <a:pt x="94187" y="595008"/>
                    <a:pt x="82836" y="581978"/>
                    <a:pt x="71557" y="568889"/>
                  </a:cubicBezTo>
                  <a:cubicBezTo>
                    <a:pt x="58195" y="553382"/>
                    <a:pt x="44698" y="537977"/>
                    <a:pt x="31800" y="522089"/>
                  </a:cubicBezTo>
                  <a:cubicBezTo>
                    <a:pt x="23351" y="511683"/>
                    <a:pt x="14369" y="501273"/>
                    <a:pt x="8262" y="489498"/>
                  </a:cubicBezTo>
                  <a:cubicBezTo>
                    <a:pt x="-3358" y="467096"/>
                    <a:pt x="-3276" y="444326"/>
                    <a:pt x="12057" y="422937"/>
                  </a:cubicBezTo>
                  <a:cubicBezTo>
                    <a:pt x="20348" y="411371"/>
                    <a:pt x="32116" y="405222"/>
                    <a:pt x="45529" y="402060"/>
                  </a:cubicBezTo>
                  <a:cubicBezTo>
                    <a:pt x="51266" y="400708"/>
                    <a:pt x="57296" y="400179"/>
                    <a:pt x="63208" y="400070"/>
                  </a:cubicBezTo>
                  <a:cubicBezTo>
                    <a:pt x="77932" y="399797"/>
                    <a:pt x="92672" y="399746"/>
                    <a:pt x="107391" y="400129"/>
                  </a:cubicBezTo>
                  <a:cubicBezTo>
                    <a:pt x="111572" y="400237"/>
                    <a:pt x="113984" y="398539"/>
                    <a:pt x="116009" y="395611"/>
                  </a:cubicBezTo>
                  <a:cubicBezTo>
                    <a:pt x="132527" y="371727"/>
                    <a:pt x="148909" y="347749"/>
                    <a:pt x="165489" y="323909"/>
                  </a:cubicBezTo>
                  <a:cubicBezTo>
                    <a:pt x="178804" y="304762"/>
                    <a:pt x="192419" y="285825"/>
                    <a:pt x="205669" y="266634"/>
                  </a:cubicBezTo>
                  <a:cubicBezTo>
                    <a:pt x="207347" y="264203"/>
                    <a:pt x="208407" y="260797"/>
                    <a:pt x="208415" y="257840"/>
                  </a:cubicBezTo>
                  <a:cubicBezTo>
                    <a:pt x="208573" y="199086"/>
                    <a:pt x="208741" y="140330"/>
                    <a:pt x="208352" y="81577"/>
                  </a:cubicBezTo>
                  <a:cubicBezTo>
                    <a:pt x="208276" y="70234"/>
                    <a:pt x="218511" y="55809"/>
                    <a:pt x="229300" y="52447"/>
                  </a:cubicBezTo>
                  <a:cubicBezTo>
                    <a:pt x="233210" y="51229"/>
                    <a:pt x="237436" y="50462"/>
                    <a:pt x="241520" y="50453"/>
                  </a:cubicBezTo>
                  <a:cubicBezTo>
                    <a:pt x="297001" y="50325"/>
                    <a:pt x="352483" y="50367"/>
                    <a:pt x="407964" y="50367"/>
                  </a:cubicBezTo>
                  <a:cubicBezTo>
                    <a:pt x="409731" y="50367"/>
                    <a:pt x="411498" y="50367"/>
                    <a:pt x="413731" y="50367"/>
                  </a:cubicBezTo>
                  <a:cubicBezTo>
                    <a:pt x="413731" y="70742"/>
                    <a:pt x="413731" y="90774"/>
                    <a:pt x="413731" y="111027"/>
                  </a:cubicBezTo>
                  <a:cubicBezTo>
                    <a:pt x="424291" y="111027"/>
                    <a:pt x="434384" y="111027"/>
                    <a:pt x="444947" y="111027"/>
                  </a:cubicBezTo>
                  <a:close/>
                </a:path>
              </a:pathLst>
            </a:custGeom>
            <a:solidFill>
              <a:schemeClr val="accent2"/>
            </a:solidFill>
            <a:ln w="6350" cap="flat">
              <a:noFill/>
              <a:prstDash val="solid"/>
              <a:miter/>
            </a:ln>
          </p:spPr>
          <p:txBody>
            <a:bodyPr wrap="square" rtlCol="0" anchor="ctr">
              <a:noAutofit/>
            </a:bodyPr>
            <a:lstStyle/>
            <a:p>
              <a:endParaRPr lang="en-US" dirty="0">
                <a:solidFill>
                  <a:srgbClr val="AEAEAE"/>
                </a:solidFill>
              </a:endParaRPr>
            </a:p>
          </p:txBody>
        </p:sp>
      </p:grpSp>
      <p:grpSp>
        <p:nvGrpSpPr>
          <p:cNvPr id="99" name="Group 98">
            <a:extLst>
              <a:ext uri="{FF2B5EF4-FFF2-40B4-BE49-F238E27FC236}">
                <a16:creationId xmlns:a16="http://schemas.microsoft.com/office/drawing/2014/main" id="{F8BB5E36-D8E3-E1FD-8120-6D7F1B0CD151}"/>
              </a:ext>
              <a:ext uri="{C183D7F6-B498-43B3-948B-1728B52AA6E4}">
                <adec:decorative xmlns:adec="http://schemas.microsoft.com/office/drawing/2017/decorative" val="1"/>
              </a:ext>
            </a:extLst>
          </p:cNvPr>
          <p:cNvGrpSpPr>
            <a:grpSpLocks noChangeAspect="1"/>
          </p:cNvGrpSpPr>
          <p:nvPr/>
        </p:nvGrpSpPr>
        <p:grpSpPr>
          <a:xfrm>
            <a:off x="639763" y="5755986"/>
            <a:ext cx="455896" cy="457200"/>
            <a:chOff x="639763" y="5755986"/>
            <a:chExt cx="455896" cy="457200"/>
          </a:xfrm>
          <a:solidFill>
            <a:srgbClr val="FF0000"/>
          </a:solidFill>
        </p:grpSpPr>
        <p:sp>
          <p:nvSpPr>
            <p:cNvPr id="2872" name="Freeform: Shape 2871">
              <a:extLst>
                <a:ext uri="{FF2B5EF4-FFF2-40B4-BE49-F238E27FC236}">
                  <a16:creationId xmlns:a16="http://schemas.microsoft.com/office/drawing/2014/main" id="{3132663A-9F45-FD74-FCCA-985D1F5DED9F}"/>
                </a:ext>
                <a:ext uri="{C183D7F6-B498-43B3-948B-1728B52AA6E4}">
                  <adec:decorative xmlns:adec="http://schemas.microsoft.com/office/drawing/2017/decorative" val="1"/>
                </a:ext>
              </a:extLst>
            </p:cNvPr>
            <p:cNvSpPr/>
            <p:nvPr/>
          </p:nvSpPr>
          <p:spPr>
            <a:xfrm>
              <a:off x="639763" y="5860827"/>
              <a:ext cx="455896" cy="352359"/>
            </a:xfrm>
            <a:custGeom>
              <a:avLst/>
              <a:gdLst>
                <a:gd name="connsiteX0" fmla="*/ 705786 w 968518"/>
                <a:gd name="connsiteY0" fmla="*/ 418402 h 748561"/>
                <a:gd name="connsiteX1" fmla="*/ 642994 w 968518"/>
                <a:gd name="connsiteY1" fmla="*/ 484810 h 748561"/>
                <a:gd name="connsiteX2" fmla="*/ 642994 w 968518"/>
                <a:gd name="connsiteY2" fmla="*/ 703255 h 748561"/>
                <a:gd name="connsiteX3" fmla="*/ 698874 w 968518"/>
                <a:gd name="connsiteY3" fmla="*/ 703255 h 748561"/>
                <a:gd name="connsiteX4" fmla="*/ 698874 w 968518"/>
                <a:gd name="connsiteY4" fmla="*/ 614413 h 748561"/>
                <a:gd name="connsiteX5" fmla="*/ 742897 w 968518"/>
                <a:gd name="connsiteY5" fmla="*/ 614413 h 748561"/>
                <a:gd name="connsiteX6" fmla="*/ 742897 w 968518"/>
                <a:gd name="connsiteY6" fmla="*/ 703255 h 748561"/>
                <a:gd name="connsiteX7" fmla="*/ 818238 w 968518"/>
                <a:gd name="connsiteY7" fmla="*/ 703255 h 748561"/>
                <a:gd name="connsiteX8" fmla="*/ 818238 w 968518"/>
                <a:gd name="connsiteY8" fmla="*/ 418402 h 748561"/>
                <a:gd name="connsiteX9" fmla="*/ 705786 w 968518"/>
                <a:gd name="connsiteY9" fmla="*/ 537327 h 748561"/>
                <a:gd name="connsiteX10" fmla="*/ 247452 w 968518"/>
                <a:gd name="connsiteY10" fmla="*/ 396357 h 748561"/>
                <a:gd name="connsiteX11" fmla="*/ 247452 w 968518"/>
                <a:gd name="connsiteY11" fmla="*/ 704534 h 748561"/>
                <a:gd name="connsiteX12" fmla="*/ 593335 w 968518"/>
                <a:gd name="connsiteY12" fmla="*/ 704534 h 748561"/>
                <a:gd name="connsiteX13" fmla="*/ 593335 w 968518"/>
                <a:gd name="connsiteY13" fmla="*/ 472768 h 748561"/>
                <a:gd name="connsiteX14" fmla="*/ 593551 w 968518"/>
                <a:gd name="connsiteY14" fmla="*/ 472540 h 748561"/>
                <a:gd name="connsiteX15" fmla="*/ 593551 w 968518"/>
                <a:gd name="connsiteY15" fmla="*/ 396357 h 748561"/>
                <a:gd name="connsiteX16" fmla="*/ 111410 w 968518"/>
                <a:gd name="connsiteY16" fmla="*/ 0 h 748561"/>
                <a:gd name="connsiteX17" fmla="*/ 155434 w 968518"/>
                <a:gd name="connsiteY17" fmla="*/ 0 h 748561"/>
                <a:gd name="connsiteX18" fmla="*/ 155434 w 968518"/>
                <a:gd name="connsiteY18" fmla="*/ 692 h 748561"/>
                <a:gd name="connsiteX19" fmla="*/ 260748 w 968518"/>
                <a:gd name="connsiteY19" fmla="*/ 692 h 748561"/>
                <a:gd name="connsiteX20" fmla="*/ 260748 w 968518"/>
                <a:gd name="connsiteY20" fmla="*/ 44715 h 748561"/>
                <a:gd name="connsiteX21" fmla="*/ 155434 w 968518"/>
                <a:gd name="connsiteY21" fmla="*/ 44715 h 748561"/>
                <a:gd name="connsiteX22" fmla="*/ 155434 w 968518"/>
                <a:gd name="connsiteY22" fmla="*/ 704537 h 748561"/>
                <a:gd name="connsiteX23" fmla="*/ 198009 w 968518"/>
                <a:gd name="connsiteY23" fmla="*/ 704537 h 748561"/>
                <a:gd name="connsiteX24" fmla="*/ 198009 w 968518"/>
                <a:gd name="connsiteY24" fmla="*/ 352332 h 748561"/>
                <a:gd name="connsiteX25" fmla="*/ 310241 w 968518"/>
                <a:gd name="connsiteY25" fmla="*/ 352332 h 748561"/>
                <a:gd name="connsiteX26" fmla="*/ 310241 w 968518"/>
                <a:gd name="connsiteY26" fmla="*/ 286018 h 748561"/>
                <a:gd name="connsiteX27" fmla="*/ 310241 w 968518"/>
                <a:gd name="connsiteY27" fmla="*/ 286018 h 748561"/>
                <a:gd name="connsiteX28" fmla="*/ 310241 w 968518"/>
                <a:gd name="connsiteY28" fmla="*/ 93415 h 748561"/>
                <a:gd name="connsiteX29" fmla="*/ 354264 w 968518"/>
                <a:gd name="connsiteY29" fmla="*/ 93415 h 748561"/>
                <a:gd name="connsiteX30" fmla="*/ 354264 w 968518"/>
                <a:gd name="connsiteY30" fmla="*/ 251093 h 748561"/>
                <a:gd name="connsiteX31" fmla="*/ 354265 w 968518"/>
                <a:gd name="connsiteY31" fmla="*/ 251093 h 748561"/>
                <a:gd name="connsiteX32" fmla="*/ 354265 w 968518"/>
                <a:gd name="connsiteY32" fmla="*/ 352332 h 748561"/>
                <a:gd name="connsiteX33" fmla="*/ 642994 w 968518"/>
                <a:gd name="connsiteY33" fmla="*/ 352332 h 748561"/>
                <a:gd name="connsiteX34" fmla="*/ 642994 w 968518"/>
                <a:gd name="connsiteY34" fmla="*/ 420250 h 748561"/>
                <a:gd name="connsiteX35" fmla="*/ 748625 w 968518"/>
                <a:gd name="connsiteY35" fmla="*/ 308538 h 748561"/>
                <a:gd name="connsiteX36" fmla="*/ 748625 w 968518"/>
                <a:gd name="connsiteY36" fmla="*/ 427463 h 748561"/>
                <a:gd name="connsiteX37" fmla="*/ 861076 w 968518"/>
                <a:gd name="connsiteY37" fmla="*/ 308538 h 748561"/>
                <a:gd name="connsiteX38" fmla="*/ 861076 w 968518"/>
                <a:gd name="connsiteY38" fmla="*/ 704537 h 748561"/>
                <a:gd name="connsiteX39" fmla="*/ 968518 w 968518"/>
                <a:gd name="connsiteY39" fmla="*/ 704537 h 748561"/>
                <a:gd name="connsiteX40" fmla="*/ 968518 w 968518"/>
                <a:gd name="connsiteY40" fmla="*/ 748561 h 748561"/>
                <a:gd name="connsiteX41" fmla="*/ 861076 w 968518"/>
                <a:gd name="connsiteY41" fmla="*/ 748561 h 748561"/>
                <a:gd name="connsiteX42" fmla="*/ 593335 w 968518"/>
                <a:gd name="connsiteY42" fmla="*/ 748561 h 748561"/>
                <a:gd name="connsiteX43" fmla="*/ 363195 w 968518"/>
                <a:gd name="connsiteY43" fmla="*/ 748561 h 748561"/>
                <a:gd name="connsiteX44" fmla="*/ 264141 w 968518"/>
                <a:gd name="connsiteY44" fmla="*/ 748561 h 748561"/>
                <a:gd name="connsiteX45" fmla="*/ 0 w 968518"/>
                <a:gd name="connsiteY45" fmla="*/ 748561 h 748561"/>
                <a:gd name="connsiteX46" fmla="*/ 0 w 968518"/>
                <a:gd name="connsiteY46" fmla="*/ 704537 h 748561"/>
                <a:gd name="connsiteX47" fmla="*/ 111410 w 968518"/>
                <a:gd name="connsiteY47" fmla="*/ 704537 h 74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68518" h="748561">
                  <a:moveTo>
                    <a:pt x="705786" y="418402"/>
                  </a:moveTo>
                  <a:lnTo>
                    <a:pt x="642994" y="484810"/>
                  </a:lnTo>
                  <a:lnTo>
                    <a:pt x="642994" y="703255"/>
                  </a:lnTo>
                  <a:lnTo>
                    <a:pt x="698874" y="703255"/>
                  </a:lnTo>
                  <a:lnTo>
                    <a:pt x="698874" y="614413"/>
                  </a:lnTo>
                  <a:lnTo>
                    <a:pt x="742897" y="614413"/>
                  </a:lnTo>
                  <a:lnTo>
                    <a:pt x="742897" y="703255"/>
                  </a:lnTo>
                  <a:lnTo>
                    <a:pt x="818238" y="703255"/>
                  </a:lnTo>
                  <a:lnTo>
                    <a:pt x="818238" y="418402"/>
                  </a:lnTo>
                  <a:lnTo>
                    <a:pt x="705786" y="537327"/>
                  </a:lnTo>
                  <a:close/>
                  <a:moveTo>
                    <a:pt x="247452" y="396357"/>
                  </a:moveTo>
                  <a:lnTo>
                    <a:pt x="247452" y="704534"/>
                  </a:lnTo>
                  <a:lnTo>
                    <a:pt x="593335" y="704534"/>
                  </a:lnTo>
                  <a:lnTo>
                    <a:pt x="593335" y="472768"/>
                  </a:lnTo>
                  <a:lnTo>
                    <a:pt x="593551" y="472540"/>
                  </a:lnTo>
                  <a:lnTo>
                    <a:pt x="593551" y="396357"/>
                  </a:lnTo>
                  <a:close/>
                  <a:moveTo>
                    <a:pt x="111410" y="0"/>
                  </a:moveTo>
                  <a:lnTo>
                    <a:pt x="155434" y="0"/>
                  </a:lnTo>
                  <a:lnTo>
                    <a:pt x="155434" y="692"/>
                  </a:lnTo>
                  <a:lnTo>
                    <a:pt x="260748" y="692"/>
                  </a:lnTo>
                  <a:lnTo>
                    <a:pt x="260748" y="44715"/>
                  </a:lnTo>
                  <a:lnTo>
                    <a:pt x="155434" y="44715"/>
                  </a:lnTo>
                  <a:lnTo>
                    <a:pt x="155434" y="704537"/>
                  </a:lnTo>
                  <a:lnTo>
                    <a:pt x="198009" y="704537"/>
                  </a:lnTo>
                  <a:lnTo>
                    <a:pt x="198009" y="352332"/>
                  </a:lnTo>
                  <a:lnTo>
                    <a:pt x="310241" y="352332"/>
                  </a:lnTo>
                  <a:lnTo>
                    <a:pt x="310241" y="286018"/>
                  </a:lnTo>
                  <a:lnTo>
                    <a:pt x="310241" y="286018"/>
                  </a:lnTo>
                  <a:lnTo>
                    <a:pt x="310241" y="93415"/>
                  </a:lnTo>
                  <a:lnTo>
                    <a:pt x="354264" y="93415"/>
                  </a:lnTo>
                  <a:lnTo>
                    <a:pt x="354264" y="251093"/>
                  </a:lnTo>
                  <a:lnTo>
                    <a:pt x="354265" y="251093"/>
                  </a:lnTo>
                  <a:lnTo>
                    <a:pt x="354265" y="352332"/>
                  </a:lnTo>
                  <a:lnTo>
                    <a:pt x="642994" y="352332"/>
                  </a:lnTo>
                  <a:lnTo>
                    <a:pt x="642994" y="420250"/>
                  </a:lnTo>
                  <a:lnTo>
                    <a:pt x="748625" y="308538"/>
                  </a:lnTo>
                  <a:lnTo>
                    <a:pt x="748625" y="427463"/>
                  </a:lnTo>
                  <a:lnTo>
                    <a:pt x="861076" y="308538"/>
                  </a:lnTo>
                  <a:lnTo>
                    <a:pt x="861076" y="704537"/>
                  </a:lnTo>
                  <a:lnTo>
                    <a:pt x="968518" y="704537"/>
                  </a:lnTo>
                  <a:lnTo>
                    <a:pt x="968518" y="748561"/>
                  </a:lnTo>
                  <a:lnTo>
                    <a:pt x="861076" y="748561"/>
                  </a:lnTo>
                  <a:lnTo>
                    <a:pt x="593335" y="748561"/>
                  </a:lnTo>
                  <a:lnTo>
                    <a:pt x="363195" y="748561"/>
                  </a:lnTo>
                  <a:lnTo>
                    <a:pt x="264141" y="748561"/>
                  </a:lnTo>
                  <a:lnTo>
                    <a:pt x="0" y="748561"/>
                  </a:lnTo>
                  <a:lnTo>
                    <a:pt x="0" y="704537"/>
                  </a:lnTo>
                  <a:lnTo>
                    <a:pt x="111410" y="704537"/>
                  </a:lnTo>
                  <a:close/>
                </a:path>
              </a:pathLst>
            </a:custGeom>
            <a:solidFill>
              <a:schemeClr val="accent2"/>
            </a:solidFill>
            <a:ln w="12650" cap="flat">
              <a:noFill/>
              <a:prstDash val="solid"/>
              <a:miter/>
            </a:ln>
          </p:spPr>
          <p:txBody>
            <a:bodyPr wrap="square" rtlCol="0" anchor="ctr">
              <a:noAutofit/>
            </a:bodyPr>
            <a:lstStyle/>
            <a:p>
              <a:endParaRPr lang="en-US"/>
            </a:p>
          </p:txBody>
        </p:sp>
        <p:sp>
          <p:nvSpPr>
            <p:cNvPr id="2873" name="Freeform: Shape 2872">
              <a:extLst>
                <a:ext uri="{FF2B5EF4-FFF2-40B4-BE49-F238E27FC236}">
                  <a16:creationId xmlns:a16="http://schemas.microsoft.com/office/drawing/2014/main" id="{5A785A8F-D020-1C03-59A8-FE71B690765A}"/>
                </a:ext>
                <a:ext uri="{C183D7F6-B498-43B3-948B-1728B52AA6E4}">
                  <adec:decorative xmlns:adec="http://schemas.microsoft.com/office/drawing/2017/decorative" val="1"/>
                </a:ext>
              </a:extLst>
            </p:cNvPr>
            <p:cNvSpPr/>
            <p:nvPr/>
          </p:nvSpPr>
          <p:spPr>
            <a:xfrm>
              <a:off x="779640" y="5755986"/>
              <a:ext cx="131070" cy="384655"/>
            </a:xfrm>
            <a:custGeom>
              <a:avLst/>
              <a:gdLst>
                <a:gd name="connsiteX0" fmla="*/ 189109 w 278449"/>
                <a:gd name="connsiteY0" fmla="*/ 773147 h 817171"/>
                <a:gd name="connsiteX1" fmla="*/ 233132 w 278449"/>
                <a:gd name="connsiteY1" fmla="*/ 773147 h 817171"/>
                <a:gd name="connsiteX2" fmla="*/ 233132 w 278449"/>
                <a:gd name="connsiteY2" fmla="*/ 817171 h 817171"/>
                <a:gd name="connsiteX3" fmla="*/ 189109 w 278449"/>
                <a:gd name="connsiteY3" fmla="*/ 817171 h 817171"/>
                <a:gd name="connsiteX4" fmla="*/ 101062 w 278449"/>
                <a:gd name="connsiteY4" fmla="*/ 773147 h 817171"/>
                <a:gd name="connsiteX5" fmla="*/ 145085 w 278449"/>
                <a:gd name="connsiteY5" fmla="*/ 773147 h 817171"/>
                <a:gd name="connsiteX6" fmla="*/ 145085 w 278449"/>
                <a:gd name="connsiteY6" fmla="*/ 817171 h 817171"/>
                <a:gd name="connsiteX7" fmla="*/ 101062 w 278449"/>
                <a:gd name="connsiteY7" fmla="*/ 817171 h 817171"/>
                <a:gd name="connsiteX8" fmla="*/ 13014 w 278449"/>
                <a:gd name="connsiteY8" fmla="*/ 773147 h 817171"/>
                <a:gd name="connsiteX9" fmla="*/ 57037 w 278449"/>
                <a:gd name="connsiteY9" fmla="*/ 773147 h 817171"/>
                <a:gd name="connsiteX10" fmla="*/ 57037 w 278449"/>
                <a:gd name="connsiteY10" fmla="*/ 817171 h 817171"/>
                <a:gd name="connsiteX11" fmla="*/ 13014 w 278449"/>
                <a:gd name="connsiteY11" fmla="*/ 817171 h 817171"/>
                <a:gd name="connsiteX12" fmla="*/ 189109 w 278449"/>
                <a:gd name="connsiteY12" fmla="*/ 685100 h 817171"/>
                <a:gd name="connsiteX13" fmla="*/ 233132 w 278449"/>
                <a:gd name="connsiteY13" fmla="*/ 685100 h 817171"/>
                <a:gd name="connsiteX14" fmla="*/ 233132 w 278449"/>
                <a:gd name="connsiteY14" fmla="*/ 729124 h 817171"/>
                <a:gd name="connsiteX15" fmla="*/ 189109 w 278449"/>
                <a:gd name="connsiteY15" fmla="*/ 729124 h 817171"/>
                <a:gd name="connsiteX16" fmla="*/ 101062 w 278449"/>
                <a:gd name="connsiteY16" fmla="*/ 685100 h 817171"/>
                <a:gd name="connsiteX17" fmla="*/ 145085 w 278449"/>
                <a:gd name="connsiteY17" fmla="*/ 685100 h 817171"/>
                <a:gd name="connsiteX18" fmla="*/ 145085 w 278449"/>
                <a:gd name="connsiteY18" fmla="*/ 729124 h 817171"/>
                <a:gd name="connsiteX19" fmla="*/ 101062 w 278449"/>
                <a:gd name="connsiteY19" fmla="*/ 729124 h 817171"/>
                <a:gd name="connsiteX20" fmla="*/ 13014 w 278449"/>
                <a:gd name="connsiteY20" fmla="*/ 685100 h 817171"/>
                <a:gd name="connsiteX21" fmla="*/ 57037 w 278449"/>
                <a:gd name="connsiteY21" fmla="*/ 685100 h 817171"/>
                <a:gd name="connsiteX22" fmla="*/ 57037 w 278449"/>
                <a:gd name="connsiteY22" fmla="*/ 729124 h 817171"/>
                <a:gd name="connsiteX23" fmla="*/ 13014 w 278449"/>
                <a:gd name="connsiteY23" fmla="*/ 729124 h 817171"/>
                <a:gd name="connsiteX24" fmla="*/ 0 w 278449"/>
                <a:gd name="connsiteY24" fmla="*/ 213105 h 817171"/>
                <a:gd name="connsiteX25" fmla="*/ 66035 w 278449"/>
                <a:gd name="connsiteY25" fmla="*/ 213105 h 817171"/>
                <a:gd name="connsiteX26" fmla="*/ 66035 w 278449"/>
                <a:gd name="connsiteY26" fmla="*/ 279140 h 817171"/>
                <a:gd name="connsiteX27" fmla="*/ 0 w 278449"/>
                <a:gd name="connsiteY27" fmla="*/ 279140 h 817171"/>
                <a:gd name="connsiteX28" fmla="*/ 31917 w 278449"/>
                <a:gd name="connsiteY28" fmla="*/ 132069 h 817171"/>
                <a:gd name="connsiteX29" fmla="*/ 146378 w 278449"/>
                <a:gd name="connsiteY29" fmla="*/ 245980 h 817171"/>
                <a:gd name="connsiteX30" fmla="*/ 100704 w 278449"/>
                <a:gd name="connsiteY30" fmla="*/ 245980 h 817171"/>
                <a:gd name="connsiteX31" fmla="*/ 31917 w 278449"/>
                <a:gd name="connsiteY31" fmla="*/ 177743 h 817171"/>
                <a:gd name="connsiteX32" fmla="*/ 31917 w 278449"/>
                <a:gd name="connsiteY32" fmla="*/ 66035 h 817171"/>
                <a:gd name="connsiteX33" fmla="*/ 75390 w 278449"/>
                <a:gd name="connsiteY33" fmla="*/ 74289 h 817171"/>
                <a:gd name="connsiteX34" fmla="*/ 212413 w 278449"/>
                <a:gd name="connsiteY34" fmla="*/ 245981 h 817171"/>
                <a:gd name="connsiteX35" fmla="*/ 167840 w 278449"/>
                <a:gd name="connsiteY35" fmla="*/ 245981 h 817171"/>
                <a:gd name="connsiteX36" fmla="*/ 62183 w 278449"/>
                <a:gd name="connsiteY36" fmla="*/ 116662 h 817171"/>
                <a:gd name="connsiteX37" fmla="*/ 31917 w 278449"/>
                <a:gd name="connsiteY37" fmla="*/ 110609 h 817171"/>
                <a:gd name="connsiteX38" fmla="*/ 31367 w 278449"/>
                <a:gd name="connsiteY38" fmla="*/ 0 h 817171"/>
                <a:gd name="connsiteX39" fmla="*/ 32468 w 278449"/>
                <a:gd name="connsiteY39" fmla="*/ 0 h 817171"/>
                <a:gd name="connsiteX40" fmla="*/ 278449 w 278449"/>
                <a:gd name="connsiteY40" fmla="*/ 243780 h 817171"/>
                <a:gd name="connsiteX41" fmla="*/ 278449 w 278449"/>
                <a:gd name="connsiteY41" fmla="*/ 245431 h 817171"/>
                <a:gd name="connsiteX42" fmla="*/ 234426 w 278449"/>
                <a:gd name="connsiteY42" fmla="*/ 245431 h 817171"/>
                <a:gd name="connsiteX43" fmla="*/ 31917 w 278449"/>
                <a:gd name="connsiteY43" fmla="*/ 44024 h 817171"/>
                <a:gd name="connsiteX44" fmla="*/ 31367 w 278449"/>
                <a:gd name="connsiteY44" fmla="*/ 44024 h 81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78449" h="817171">
                  <a:moveTo>
                    <a:pt x="189109" y="773147"/>
                  </a:moveTo>
                  <a:lnTo>
                    <a:pt x="233132" y="773147"/>
                  </a:lnTo>
                  <a:lnTo>
                    <a:pt x="233132" y="817171"/>
                  </a:lnTo>
                  <a:lnTo>
                    <a:pt x="189109" y="817171"/>
                  </a:lnTo>
                  <a:close/>
                  <a:moveTo>
                    <a:pt x="101062" y="773147"/>
                  </a:moveTo>
                  <a:lnTo>
                    <a:pt x="145085" y="773147"/>
                  </a:lnTo>
                  <a:lnTo>
                    <a:pt x="145085" y="817171"/>
                  </a:lnTo>
                  <a:lnTo>
                    <a:pt x="101062" y="817171"/>
                  </a:lnTo>
                  <a:close/>
                  <a:moveTo>
                    <a:pt x="13014" y="773147"/>
                  </a:moveTo>
                  <a:lnTo>
                    <a:pt x="57037" y="773147"/>
                  </a:lnTo>
                  <a:lnTo>
                    <a:pt x="57037" y="817171"/>
                  </a:lnTo>
                  <a:lnTo>
                    <a:pt x="13014" y="817171"/>
                  </a:lnTo>
                  <a:close/>
                  <a:moveTo>
                    <a:pt x="189109" y="685100"/>
                  </a:moveTo>
                  <a:lnTo>
                    <a:pt x="233132" y="685100"/>
                  </a:lnTo>
                  <a:lnTo>
                    <a:pt x="233132" y="729124"/>
                  </a:lnTo>
                  <a:lnTo>
                    <a:pt x="189109" y="729124"/>
                  </a:lnTo>
                  <a:close/>
                  <a:moveTo>
                    <a:pt x="101062" y="685100"/>
                  </a:moveTo>
                  <a:lnTo>
                    <a:pt x="145085" y="685100"/>
                  </a:lnTo>
                  <a:lnTo>
                    <a:pt x="145085" y="729124"/>
                  </a:lnTo>
                  <a:lnTo>
                    <a:pt x="101062" y="729124"/>
                  </a:lnTo>
                  <a:close/>
                  <a:moveTo>
                    <a:pt x="13014" y="685100"/>
                  </a:moveTo>
                  <a:lnTo>
                    <a:pt x="57037" y="685100"/>
                  </a:lnTo>
                  <a:lnTo>
                    <a:pt x="57037" y="729124"/>
                  </a:lnTo>
                  <a:lnTo>
                    <a:pt x="13014" y="729124"/>
                  </a:lnTo>
                  <a:close/>
                  <a:moveTo>
                    <a:pt x="0" y="213105"/>
                  </a:moveTo>
                  <a:lnTo>
                    <a:pt x="66035" y="213105"/>
                  </a:lnTo>
                  <a:lnTo>
                    <a:pt x="66035" y="279140"/>
                  </a:lnTo>
                  <a:lnTo>
                    <a:pt x="0" y="279140"/>
                  </a:lnTo>
                  <a:close/>
                  <a:moveTo>
                    <a:pt x="31917" y="132069"/>
                  </a:moveTo>
                  <a:cubicBezTo>
                    <a:pt x="91349" y="138672"/>
                    <a:pt x="139224" y="185998"/>
                    <a:pt x="146378" y="245980"/>
                  </a:cubicBezTo>
                  <a:lnTo>
                    <a:pt x="100704" y="245980"/>
                  </a:lnTo>
                  <a:cubicBezTo>
                    <a:pt x="94651" y="211312"/>
                    <a:pt x="66586" y="183796"/>
                    <a:pt x="31917" y="177743"/>
                  </a:cubicBezTo>
                  <a:close/>
                  <a:moveTo>
                    <a:pt x="31917" y="66035"/>
                  </a:moveTo>
                  <a:cubicBezTo>
                    <a:pt x="46775" y="67136"/>
                    <a:pt x="61083" y="69887"/>
                    <a:pt x="75390" y="74289"/>
                  </a:cubicBezTo>
                  <a:cubicBezTo>
                    <a:pt x="152982" y="98502"/>
                    <a:pt x="206360" y="166188"/>
                    <a:pt x="212413" y="245981"/>
                  </a:cubicBezTo>
                  <a:lnTo>
                    <a:pt x="167840" y="245981"/>
                  </a:lnTo>
                  <a:cubicBezTo>
                    <a:pt x="161786" y="185449"/>
                    <a:pt x="121065" y="134822"/>
                    <a:pt x="62183" y="116662"/>
                  </a:cubicBezTo>
                  <a:cubicBezTo>
                    <a:pt x="52278" y="113360"/>
                    <a:pt x="42372" y="111709"/>
                    <a:pt x="31917" y="110609"/>
                  </a:cubicBezTo>
                  <a:close/>
                  <a:moveTo>
                    <a:pt x="31367" y="0"/>
                  </a:moveTo>
                  <a:cubicBezTo>
                    <a:pt x="31917" y="0"/>
                    <a:pt x="32468" y="0"/>
                    <a:pt x="32468" y="0"/>
                  </a:cubicBezTo>
                  <a:cubicBezTo>
                    <a:pt x="163988" y="7704"/>
                    <a:pt x="269645" y="112810"/>
                    <a:pt x="278449" y="243780"/>
                  </a:cubicBezTo>
                  <a:cubicBezTo>
                    <a:pt x="278449" y="244331"/>
                    <a:pt x="278449" y="244881"/>
                    <a:pt x="278449" y="245431"/>
                  </a:cubicBezTo>
                  <a:lnTo>
                    <a:pt x="234426" y="245431"/>
                  </a:lnTo>
                  <a:cubicBezTo>
                    <a:pt x="226722" y="137573"/>
                    <a:pt x="139775" y="51177"/>
                    <a:pt x="31917" y="44024"/>
                  </a:cubicBezTo>
                  <a:lnTo>
                    <a:pt x="31367" y="44024"/>
                  </a:lnTo>
                  <a:close/>
                </a:path>
              </a:pathLst>
            </a:custGeom>
            <a:solidFill>
              <a:schemeClr val="bg1"/>
            </a:solidFill>
            <a:ln w="12650" cap="flat">
              <a:noFill/>
              <a:prstDash val="solid"/>
              <a:miter/>
            </a:ln>
          </p:spPr>
          <p:txBody>
            <a:bodyPr wrap="square" rtlCol="0" anchor="ctr">
              <a:noAutofit/>
            </a:bodyPr>
            <a:lstStyle/>
            <a:p>
              <a:endParaRPr lang="en-US" dirty="0"/>
            </a:p>
          </p:txBody>
        </p:sp>
      </p:grpSp>
      <p:grpSp>
        <p:nvGrpSpPr>
          <p:cNvPr id="98" name="Group 97">
            <a:extLst>
              <a:ext uri="{FF2B5EF4-FFF2-40B4-BE49-F238E27FC236}">
                <a16:creationId xmlns:a16="http://schemas.microsoft.com/office/drawing/2014/main" id="{D3D1730C-1EFD-46D6-68CC-A053EC429421}"/>
              </a:ext>
              <a:ext uri="{C183D7F6-B498-43B3-948B-1728B52AA6E4}">
                <adec:decorative xmlns:adec="http://schemas.microsoft.com/office/drawing/2017/decorative" val="1"/>
              </a:ext>
            </a:extLst>
          </p:cNvPr>
          <p:cNvGrpSpPr>
            <a:grpSpLocks noChangeAspect="1"/>
          </p:cNvGrpSpPr>
          <p:nvPr/>
        </p:nvGrpSpPr>
        <p:grpSpPr>
          <a:xfrm>
            <a:off x="2010285" y="5755986"/>
            <a:ext cx="714537" cy="457200"/>
            <a:chOff x="2498657" y="5755986"/>
            <a:chExt cx="714537" cy="457200"/>
          </a:xfrm>
          <a:solidFill>
            <a:srgbClr val="FF0000"/>
          </a:solidFill>
        </p:grpSpPr>
        <p:sp>
          <p:nvSpPr>
            <p:cNvPr id="2885" name="Freeform: Shape 2884">
              <a:extLst>
                <a:ext uri="{FF2B5EF4-FFF2-40B4-BE49-F238E27FC236}">
                  <a16:creationId xmlns:a16="http://schemas.microsoft.com/office/drawing/2014/main" id="{0A0A7811-B0A2-E618-DD06-0821A4FE1798}"/>
                </a:ext>
                <a:ext uri="{C183D7F6-B498-43B3-948B-1728B52AA6E4}">
                  <adec:decorative xmlns:adec="http://schemas.microsoft.com/office/drawing/2017/decorative" val="1"/>
                </a:ext>
              </a:extLst>
            </p:cNvPr>
            <p:cNvSpPr/>
            <p:nvPr/>
          </p:nvSpPr>
          <p:spPr>
            <a:xfrm>
              <a:off x="2507022" y="5820370"/>
              <a:ext cx="512726" cy="384866"/>
            </a:xfrm>
            <a:custGeom>
              <a:avLst/>
              <a:gdLst>
                <a:gd name="connsiteX0" fmla="*/ 221296 w 706694"/>
                <a:gd name="connsiteY0" fmla="*/ 86713 h 530464"/>
                <a:gd name="connsiteX1" fmla="*/ 265492 w 706694"/>
                <a:gd name="connsiteY1" fmla="*/ 86713 h 530464"/>
                <a:gd name="connsiteX2" fmla="*/ 265492 w 706694"/>
                <a:gd name="connsiteY2" fmla="*/ 108811 h 530464"/>
                <a:gd name="connsiteX3" fmla="*/ 221296 w 706694"/>
                <a:gd name="connsiteY3" fmla="*/ 108811 h 530464"/>
                <a:gd name="connsiteX4" fmla="*/ 110545 w 706694"/>
                <a:gd name="connsiteY4" fmla="*/ 86514 h 530464"/>
                <a:gd name="connsiteX5" fmla="*/ 199159 w 706694"/>
                <a:gd name="connsiteY5" fmla="*/ 86514 h 530464"/>
                <a:gd name="connsiteX6" fmla="*/ 199159 w 706694"/>
                <a:gd name="connsiteY6" fmla="*/ 108612 h 530464"/>
                <a:gd name="connsiteX7" fmla="*/ 110600 w 706694"/>
                <a:gd name="connsiteY7" fmla="*/ 108612 h 530464"/>
                <a:gd name="connsiteX8" fmla="*/ 110600 w 706694"/>
                <a:gd name="connsiteY8" fmla="*/ 240869 h 530464"/>
                <a:gd name="connsiteX9" fmla="*/ 88502 w 706694"/>
                <a:gd name="connsiteY9" fmla="*/ 240869 h 530464"/>
                <a:gd name="connsiteX10" fmla="*/ 88502 w 706694"/>
                <a:gd name="connsiteY10" fmla="*/ 108557 h 530464"/>
                <a:gd name="connsiteX11" fmla="*/ 110545 w 706694"/>
                <a:gd name="connsiteY11" fmla="*/ 86514 h 530464"/>
                <a:gd name="connsiteX12" fmla="*/ 44196 w 706694"/>
                <a:gd name="connsiteY12" fmla="*/ 0 h 530464"/>
                <a:gd name="connsiteX13" fmla="*/ 66405 w 706694"/>
                <a:gd name="connsiteY13" fmla="*/ 0 h 530464"/>
                <a:gd name="connsiteX14" fmla="*/ 685480 w 706694"/>
                <a:gd name="connsiteY14" fmla="*/ 0 h 530464"/>
                <a:gd name="connsiteX15" fmla="*/ 706694 w 706694"/>
                <a:gd name="connsiteY15" fmla="*/ 0 h 530464"/>
                <a:gd name="connsiteX16" fmla="*/ 706694 w 706694"/>
                <a:gd name="connsiteY16" fmla="*/ 1381 h 530464"/>
                <a:gd name="connsiteX17" fmla="*/ 706694 w 706694"/>
                <a:gd name="connsiteY17" fmla="*/ 1657 h 530464"/>
                <a:gd name="connsiteX18" fmla="*/ 706694 w 706694"/>
                <a:gd name="connsiteY18" fmla="*/ 83199 h 530464"/>
                <a:gd name="connsiteX19" fmla="*/ 706584 w 706694"/>
                <a:gd name="connsiteY19" fmla="*/ 83199 h 530464"/>
                <a:gd name="connsiteX20" fmla="*/ 706087 w 706694"/>
                <a:gd name="connsiteY20" fmla="*/ 486322 h 530464"/>
                <a:gd name="connsiteX21" fmla="*/ 661890 w 706694"/>
                <a:gd name="connsiteY21" fmla="*/ 530463 h 530464"/>
                <a:gd name="connsiteX22" fmla="*/ 589800 w 706694"/>
                <a:gd name="connsiteY22" fmla="*/ 530463 h 530464"/>
                <a:gd name="connsiteX23" fmla="*/ 589800 w 706694"/>
                <a:gd name="connsiteY23" fmla="*/ 530464 h 530464"/>
                <a:gd name="connsiteX24" fmla="*/ 92472 w 706694"/>
                <a:gd name="connsiteY24" fmla="*/ 530464 h 530464"/>
                <a:gd name="connsiteX25" fmla="*/ 92472 w 706694"/>
                <a:gd name="connsiteY25" fmla="*/ 486488 h 530464"/>
                <a:gd name="connsiteX26" fmla="*/ 464127 w 706694"/>
                <a:gd name="connsiteY26" fmla="*/ 486488 h 530464"/>
                <a:gd name="connsiteX27" fmla="*/ 464127 w 706694"/>
                <a:gd name="connsiteY27" fmla="*/ 486487 h 530464"/>
                <a:gd name="connsiteX28" fmla="*/ 662388 w 706694"/>
                <a:gd name="connsiteY28" fmla="*/ 486487 h 530464"/>
                <a:gd name="connsiteX29" fmla="*/ 662388 w 706694"/>
                <a:gd name="connsiteY29" fmla="*/ 44417 h 530464"/>
                <a:gd name="connsiteX30" fmla="*/ 44584 w 706694"/>
                <a:gd name="connsiteY30" fmla="*/ 44417 h 530464"/>
                <a:gd name="connsiteX31" fmla="*/ 44499 w 706694"/>
                <a:gd name="connsiteY31" fmla="*/ 174807 h 530464"/>
                <a:gd name="connsiteX32" fmla="*/ 44479 w 706694"/>
                <a:gd name="connsiteY32" fmla="*/ 174807 h 530464"/>
                <a:gd name="connsiteX33" fmla="*/ 44308 w 706694"/>
                <a:gd name="connsiteY33" fmla="*/ 441224 h 530464"/>
                <a:gd name="connsiteX34" fmla="*/ 1 w 706694"/>
                <a:gd name="connsiteY34" fmla="*/ 441224 h 530464"/>
                <a:gd name="connsiteX35" fmla="*/ 1 w 706694"/>
                <a:gd name="connsiteY35" fmla="*/ 174807 h 530464"/>
                <a:gd name="connsiteX36" fmla="*/ 0 w 706694"/>
                <a:gd name="connsiteY36" fmla="*/ 174807 h 530464"/>
                <a:gd name="connsiteX37" fmla="*/ 0 w 706694"/>
                <a:gd name="connsiteY37" fmla="*/ 66294 h 530464"/>
                <a:gd name="connsiteX38" fmla="*/ 0 w 706694"/>
                <a:gd name="connsiteY38" fmla="*/ 44196 h 530464"/>
                <a:gd name="connsiteX39" fmla="*/ 44196 w 706694"/>
                <a:gd name="connsiteY39" fmla="*/ 0 h 5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06694" h="530464">
                  <a:moveTo>
                    <a:pt x="221296" y="86713"/>
                  </a:moveTo>
                  <a:lnTo>
                    <a:pt x="265492" y="86713"/>
                  </a:lnTo>
                  <a:lnTo>
                    <a:pt x="265492" y="108811"/>
                  </a:lnTo>
                  <a:lnTo>
                    <a:pt x="221296" y="108811"/>
                  </a:lnTo>
                  <a:close/>
                  <a:moveTo>
                    <a:pt x="110545" y="86514"/>
                  </a:moveTo>
                  <a:lnTo>
                    <a:pt x="199159" y="86514"/>
                  </a:lnTo>
                  <a:lnTo>
                    <a:pt x="199159" y="108612"/>
                  </a:lnTo>
                  <a:lnTo>
                    <a:pt x="110600" y="108612"/>
                  </a:lnTo>
                  <a:lnTo>
                    <a:pt x="110600" y="240869"/>
                  </a:lnTo>
                  <a:lnTo>
                    <a:pt x="88502" y="240869"/>
                  </a:lnTo>
                  <a:lnTo>
                    <a:pt x="88502" y="108557"/>
                  </a:lnTo>
                  <a:cubicBezTo>
                    <a:pt x="88502" y="96403"/>
                    <a:pt x="98391" y="86514"/>
                    <a:pt x="110545" y="86514"/>
                  </a:cubicBezTo>
                  <a:close/>
                  <a:moveTo>
                    <a:pt x="44196" y="0"/>
                  </a:moveTo>
                  <a:lnTo>
                    <a:pt x="66405" y="0"/>
                  </a:lnTo>
                  <a:lnTo>
                    <a:pt x="685480" y="0"/>
                  </a:lnTo>
                  <a:lnTo>
                    <a:pt x="706694" y="0"/>
                  </a:lnTo>
                  <a:lnTo>
                    <a:pt x="706694" y="1381"/>
                  </a:lnTo>
                  <a:lnTo>
                    <a:pt x="706694" y="1657"/>
                  </a:lnTo>
                  <a:lnTo>
                    <a:pt x="706694" y="83199"/>
                  </a:lnTo>
                  <a:lnTo>
                    <a:pt x="706584" y="83199"/>
                  </a:lnTo>
                  <a:lnTo>
                    <a:pt x="706087" y="486322"/>
                  </a:lnTo>
                  <a:cubicBezTo>
                    <a:pt x="706031" y="510740"/>
                    <a:pt x="686253" y="530463"/>
                    <a:pt x="661890" y="530463"/>
                  </a:cubicBezTo>
                  <a:lnTo>
                    <a:pt x="589800" y="530463"/>
                  </a:lnTo>
                  <a:lnTo>
                    <a:pt x="589800" y="530464"/>
                  </a:lnTo>
                  <a:lnTo>
                    <a:pt x="92472" y="530464"/>
                  </a:lnTo>
                  <a:lnTo>
                    <a:pt x="92472" y="486488"/>
                  </a:lnTo>
                  <a:lnTo>
                    <a:pt x="464127" y="486488"/>
                  </a:lnTo>
                  <a:lnTo>
                    <a:pt x="464127" y="486487"/>
                  </a:lnTo>
                  <a:lnTo>
                    <a:pt x="662388" y="486487"/>
                  </a:lnTo>
                  <a:lnTo>
                    <a:pt x="662388" y="44417"/>
                  </a:lnTo>
                  <a:lnTo>
                    <a:pt x="44584" y="44417"/>
                  </a:lnTo>
                  <a:lnTo>
                    <a:pt x="44499" y="174807"/>
                  </a:lnTo>
                  <a:lnTo>
                    <a:pt x="44479" y="174807"/>
                  </a:lnTo>
                  <a:lnTo>
                    <a:pt x="44308" y="441224"/>
                  </a:lnTo>
                  <a:lnTo>
                    <a:pt x="1" y="441224"/>
                  </a:lnTo>
                  <a:lnTo>
                    <a:pt x="1" y="174807"/>
                  </a:lnTo>
                  <a:lnTo>
                    <a:pt x="0" y="174807"/>
                  </a:lnTo>
                  <a:lnTo>
                    <a:pt x="0" y="66294"/>
                  </a:lnTo>
                  <a:lnTo>
                    <a:pt x="0" y="44196"/>
                  </a:lnTo>
                  <a:cubicBezTo>
                    <a:pt x="0" y="19778"/>
                    <a:pt x="19778" y="0"/>
                    <a:pt x="44196" y="0"/>
                  </a:cubicBezTo>
                  <a:close/>
                </a:path>
              </a:pathLst>
            </a:custGeom>
            <a:solidFill>
              <a:schemeClr val="accent2"/>
            </a:solidFill>
            <a:ln w="9525" cap="flat">
              <a:noFill/>
              <a:prstDash val="solid"/>
              <a:miter/>
            </a:ln>
          </p:spPr>
          <p:txBody>
            <a:bodyPr wrap="square" rtlCol="0" anchor="ctr">
              <a:noAutofit/>
            </a:bodyPr>
            <a:lstStyle/>
            <a:p>
              <a:endParaRPr lang="en-US" dirty="0"/>
            </a:p>
          </p:txBody>
        </p:sp>
        <p:sp>
          <p:nvSpPr>
            <p:cNvPr id="2886" name="Freeform: Shape 2885">
              <a:extLst>
                <a:ext uri="{FF2B5EF4-FFF2-40B4-BE49-F238E27FC236}">
                  <a16:creationId xmlns:a16="http://schemas.microsoft.com/office/drawing/2014/main" id="{917CECA0-17C8-0F20-B860-C9ECDC057693}"/>
                </a:ext>
                <a:ext uri="{C183D7F6-B498-43B3-948B-1728B52AA6E4}">
                  <adec:decorative xmlns:adec="http://schemas.microsoft.com/office/drawing/2017/decorative" val="1"/>
                </a:ext>
              </a:extLst>
            </p:cNvPr>
            <p:cNvSpPr/>
            <p:nvPr/>
          </p:nvSpPr>
          <p:spPr>
            <a:xfrm rot="10800000" flipV="1">
              <a:off x="2498657" y="5755986"/>
              <a:ext cx="714537" cy="457200"/>
            </a:xfrm>
            <a:custGeom>
              <a:avLst/>
              <a:gdLst>
                <a:gd name="connsiteX0" fmla="*/ 984852 w 984852"/>
                <a:gd name="connsiteY0" fmla="*/ 563868 h 630162"/>
                <a:gd name="connsiteX1" fmla="*/ 918558 w 984852"/>
                <a:gd name="connsiteY1" fmla="*/ 563868 h 630162"/>
                <a:gd name="connsiteX2" fmla="*/ 918558 w 984852"/>
                <a:gd name="connsiteY2" fmla="*/ 630162 h 630162"/>
                <a:gd name="connsiteX3" fmla="*/ 984852 w 984852"/>
                <a:gd name="connsiteY3" fmla="*/ 630162 h 630162"/>
                <a:gd name="connsiteX4" fmla="*/ 731057 w 984852"/>
                <a:gd name="connsiteY4" fmla="*/ 442023 h 630162"/>
                <a:gd name="connsiteX5" fmla="*/ 399573 w 984852"/>
                <a:gd name="connsiteY5" fmla="*/ 442023 h 630162"/>
                <a:gd name="connsiteX6" fmla="*/ 399573 w 984852"/>
                <a:gd name="connsiteY6" fmla="*/ 464080 h 630162"/>
                <a:gd name="connsiteX7" fmla="*/ 731057 w 984852"/>
                <a:gd name="connsiteY7" fmla="*/ 464080 h 630162"/>
                <a:gd name="connsiteX8" fmla="*/ 820148 w 984852"/>
                <a:gd name="connsiteY8" fmla="*/ 442023 h 630162"/>
                <a:gd name="connsiteX9" fmla="*/ 753851 w 984852"/>
                <a:gd name="connsiteY9" fmla="*/ 442023 h 630162"/>
                <a:gd name="connsiteX10" fmla="*/ 753851 w 984852"/>
                <a:gd name="connsiteY10" fmla="*/ 464080 h 630162"/>
                <a:gd name="connsiteX11" fmla="*/ 820148 w 984852"/>
                <a:gd name="connsiteY11" fmla="*/ 464080 h 630162"/>
                <a:gd name="connsiteX12" fmla="*/ 731057 w 984852"/>
                <a:gd name="connsiteY12" fmla="*/ 375589 h 630162"/>
                <a:gd name="connsiteX13" fmla="*/ 399573 w 984852"/>
                <a:gd name="connsiteY13" fmla="*/ 375589 h 630162"/>
                <a:gd name="connsiteX14" fmla="*/ 399573 w 984852"/>
                <a:gd name="connsiteY14" fmla="*/ 397646 h 630162"/>
                <a:gd name="connsiteX15" fmla="*/ 731057 w 984852"/>
                <a:gd name="connsiteY15" fmla="*/ 397646 h 630162"/>
                <a:gd name="connsiteX16" fmla="*/ 820148 w 984852"/>
                <a:gd name="connsiteY16" fmla="*/ 375589 h 630162"/>
                <a:gd name="connsiteX17" fmla="*/ 753851 w 984852"/>
                <a:gd name="connsiteY17" fmla="*/ 375589 h 630162"/>
                <a:gd name="connsiteX18" fmla="*/ 753851 w 984852"/>
                <a:gd name="connsiteY18" fmla="*/ 397646 h 630162"/>
                <a:gd name="connsiteX19" fmla="*/ 820148 w 984852"/>
                <a:gd name="connsiteY19" fmla="*/ 397646 h 630162"/>
                <a:gd name="connsiteX20" fmla="*/ 100282 w 984852"/>
                <a:gd name="connsiteY20" fmla="*/ 315604 h 630162"/>
                <a:gd name="connsiteX21" fmla="*/ 118008 w 984852"/>
                <a:gd name="connsiteY21" fmla="*/ 354299 h 630162"/>
                <a:gd name="connsiteX22" fmla="*/ 137355 w 984852"/>
                <a:gd name="connsiteY22" fmla="*/ 381478 h 630162"/>
                <a:gd name="connsiteX23" fmla="*/ 61917 w 984852"/>
                <a:gd name="connsiteY23" fmla="*/ 324096 h 630162"/>
                <a:gd name="connsiteX24" fmla="*/ 100282 w 984852"/>
                <a:gd name="connsiteY24" fmla="*/ 315604 h 630162"/>
                <a:gd name="connsiteX25" fmla="*/ 731057 w 984852"/>
                <a:gd name="connsiteY25" fmla="*/ 309851 h 630162"/>
                <a:gd name="connsiteX26" fmla="*/ 399573 w 984852"/>
                <a:gd name="connsiteY26" fmla="*/ 309851 h 630162"/>
                <a:gd name="connsiteX27" fmla="*/ 399573 w 984852"/>
                <a:gd name="connsiteY27" fmla="*/ 331908 h 630162"/>
                <a:gd name="connsiteX28" fmla="*/ 731057 w 984852"/>
                <a:gd name="connsiteY28" fmla="*/ 331908 h 630162"/>
                <a:gd name="connsiteX29" fmla="*/ 820148 w 984852"/>
                <a:gd name="connsiteY29" fmla="*/ 309851 h 630162"/>
                <a:gd name="connsiteX30" fmla="*/ 753851 w 984852"/>
                <a:gd name="connsiteY30" fmla="*/ 309851 h 630162"/>
                <a:gd name="connsiteX31" fmla="*/ 753851 w 984852"/>
                <a:gd name="connsiteY31" fmla="*/ 331908 h 630162"/>
                <a:gd name="connsiteX32" fmla="*/ 820148 w 984852"/>
                <a:gd name="connsiteY32" fmla="*/ 331908 h 630162"/>
                <a:gd name="connsiteX33" fmla="*/ 198530 w 984852"/>
                <a:gd name="connsiteY33" fmla="*/ 306205 h 630162"/>
                <a:gd name="connsiteX34" fmla="*/ 198530 w 984852"/>
                <a:gd name="connsiteY34" fmla="*/ 394780 h 630162"/>
                <a:gd name="connsiteX35" fmla="*/ 137025 w 984852"/>
                <a:gd name="connsiteY35" fmla="*/ 343278 h 630162"/>
                <a:gd name="connsiteX36" fmla="*/ 122378 w 984852"/>
                <a:gd name="connsiteY36" fmla="*/ 312059 h 630162"/>
                <a:gd name="connsiteX37" fmla="*/ 198530 w 984852"/>
                <a:gd name="connsiteY37" fmla="*/ 306205 h 630162"/>
                <a:gd name="connsiteX38" fmla="*/ 731057 w 984852"/>
                <a:gd name="connsiteY38" fmla="*/ 243417 h 630162"/>
                <a:gd name="connsiteX39" fmla="*/ 399573 w 984852"/>
                <a:gd name="connsiteY39" fmla="*/ 243417 h 630162"/>
                <a:gd name="connsiteX40" fmla="*/ 399573 w 984852"/>
                <a:gd name="connsiteY40" fmla="*/ 265474 h 630162"/>
                <a:gd name="connsiteX41" fmla="*/ 731057 w 984852"/>
                <a:gd name="connsiteY41" fmla="*/ 265474 h 630162"/>
                <a:gd name="connsiteX42" fmla="*/ 820148 w 984852"/>
                <a:gd name="connsiteY42" fmla="*/ 243417 h 630162"/>
                <a:gd name="connsiteX43" fmla="*/ 753851 w 984852"/>
                <a:gd name="connsiteY43" fmla="*/ 243417 h 630162"/>
                <a:gd name="connsiteX44" fmla="*/ 753851 w 984852"/>
                <a:gd name="connsiteY44" fmla="*/ 265474 h 630162"/>
                <a:gd name="connsiteX45" fmla="*/ 820148 w 984852"/>
                <a:gd name="connsiteY45" fmla="*/ 265474 h 630162"/>
                <a:gd name="connsiteX46" fmla="*/ 82968 w 984852"/>
                <a:gd name="connsiteY46" fmla="*/ 219142 h 630162"/>
                <a:gd name="connsiteX47" fmla="*/ 93714 w 984852"/>
                <a:gd name="connsiteY47" fmla="*/ 294443 h 630162"/>
                <a:gd name="connsiteX48" fmla="*/ 48643 w 984852"/>
                <a:gd name="connsiteY48" fmla="*/ 304913 h 630162"/>
                <a:gd name="connsiteX49" fmla="*/ 22288 w 984852"/>
                <a:gd name="connsiteY49" fmla="*/ 219142 h 630162"/>
                <a:gd name="connsiteX50" fmla="*/ 198530 w 984852"/>
                <a:gd name="connsiteY50" fmla="*/ 219142 h 630162"/>
                <a:gd name="connsiteX51" fmla="*/ 198530 w 984852"/>
                <a:gd name="connsiteY51" fmla="*/ 284220 h 630162"/>
                <a:gd name="connsiteX52" fmla="*/ 115479 w 984852"/>
                <a:gd name="connsiteY52" fmla="*/ 290815 h 630162"/>
                <a:gd name="connsiteX53" fmla="*/ 104981 w 984852"/>
                <a:gd name="connsiteY53" fmla="*/ 219142 h 630162"/>
                <a:gd name="connsiteX54" fmla="*/ 115369 w 984852"/>
                <a:gd name="connsiteY54" fmla="*/ 127214 h 630162"/>
                <a:gd name="connsiteX55" fmla="*/ 198530 w 984852"/>
                <a:gd name="connsiteY55" fmla="*/ 133838 h 630162"/>
                <a:gd name="connsiteX56" fmla="*/ 198530 w 984852"/>
                <a:gd name="connsiteY56" fmla="*/ 196964 h 630162"/>
                <a:gd name="connsiteX57" fmla="*/ 105036 w 984852"/>
                <a:gd name="connsiteY57" fmla="*/ 196964 h 630162"/>
                <a:gd name="connsiteX58" fmla="*/ 115369 w 984852"/>
                <a:gd name="connsiteY58" fmla="*/ 127214 h 630162"/>
                <a:gd name="connsiteX59" fmla="*/ 48505 w 984852"/>
                <a:gd name="connsiteY59" fmla="*/ 113088 h 630162"/>
                <a:gd name="connsiteX60" fmla="*/ 93631 w 984852"/>
                <a:gd name="connsiteY60" fmla="*/ 123614 h 630162"/>
                <a:gd name="connsiteX61" fmla="*/ 83051 w 984852"/>
                <a:gd name="connsiteY61" fmla="*/ 196964 h 630162"/>
                <a:gd name="connsiteX62" fmla="*/ 22425 w 984852"/>
                <a:gd name="connsiteY62" fmla="*/ 196964 h 630162"/>
                <a:gd name="connsiteX63" fmla="*/ 48505 w 984852"/>
                <a:gd name="connsiteY63" fmla="*/ 113088 h 630162"/>
                <a:gd name="connsiteX64" fmla="*/ 137355 w 984852"/>
                <a:gd name="connsiteY64" fmla="*/ 36221 h 630162"/>
                <a:gd name="connsiteX65" fmla="*/ 118008 w 984852"/>
                <a:gd name="connsiteY65" fmla="*/ 63401 h 630162"/>
                <a:gd name="connsiteX66" fmla="*/ 100172 w 984852"/>
                <a:gd name="connsiteY66" fmla="*/ 102398 h 630162"/>
                <a:gd name="connsiteX67" fmla="*/ 61724 w 984852"/>
                <a:gd name="connsiteY67" fmla="*/ 93879 h 630162"/>
                <a:gd name="connsiteX68" fmla="*/ 137355 w 984852"/>
                <a:gd name="connsiteY68" fmla="*/ 36221 h 630162"/>
                <a:gd name="connsiteX69" fmla="*/ 198530 w 984852"/>
                <a:gd name="connsiteY69" fmla="*/ 22947 h 630162"/>
                <a:gd name="connsiteX70" fmla="*/ 198530 w 984852"/>
                <a:gd name="connsiteY70" fmla="*/ 111852 h 630162"/>
                <a:gd name="connsiteX71" fmla="*/ 122267 w 984852"/>
                <a:gd name="connsiteY71" fmla="*/ 105998 h 630162"/>
                <a:gd name="connsiteX72" fmla="*/ 137025 w 984852"/>
                <a:gd name="connsiteY72" fmla="*/ 74476 h 630162"/>
                <a:gd name="connsiteX73" fmla="*/ 198530 w 984852"/>
                <a:gd name="connsiteY73" fmla="*/ 22947 h 630162"/>
                <a:gd name="connsiteX74" fmla="*/ 208891 w 984852"/>
                <a:gd name="connsiteY74" fmla="*/ 0 h 630162"/>
                <a:gd name="connsiteX75" fmla="*/ 384 w 984852"/>
                <a:gd name="connsiteY75" fmla="*/ 196937 h 630162"/>
                <a:gd name="connsiteX76" fmla="*/ 0 w 984852"/>
                <a:gd name="connsiteY76" fmla="*/ 196937 h 630162"/>
                <a:gd name="connsiteX77" fmla="*/ 0 w 984852"/>
                <a:gd name="connsiteY77" fmla="*/ 219114 h 630162"/>
                <a:gd name="connsiteX78" fmla="*/ 247 w 984852"/>
                <a:gd name="connsiteY78" fmla="*/ 219114 h 630162"/>
                <a:gd name="connsiteX79" fmla="*/ 208863 w 984852"/>
                <a:gd name="connsiteY79" fmla="*/ 417700 h 630162"/>
                <a:gd name="connsiteX80" fmla="*/ 244255 w 984852"/>
                <a:gd name="connsiteY80" fmla="*/ 412591 h 630162"/>
                <a:gd name="connsiteX81" fmla="*/ 244255 w 984852"/>
                <a:gd name="connsiteY81" fmla="*/ 383694 h 630162"/>
                <a:gd name="connsiteX82" fmla="*/ 236072 w 984852"/>
                <a:gd name="connsiteY82" fmla="*/ 389105 h 630162"/>
                <a:gd name="connsiteX83" fmla="*/ 219224 w 984852"/>
                <a:gd name="connsiteY83" fmla="*/ 394780 h 630162"/>
                <a:gd name="connsiteX84" fmla="*/ 219224 w 984852"/>
                <a:gd name="connsiteY84" fmla="*/ 306177 h 630162"/>
                <a:gd name="connsiteX85" fmla="*/ 244255 w 984852"/>
                <a:gd name="connsiteY85" fmla="*/ 308102 h 630162"/>
                <a:gd name="connsiteX86" fmla="*/ 244255 w 984852"/>
                <a:gd name="connsiteY86" fmla="*/ 286207 h 630162"/>
                <a:gd name="connsiteX87" fmla="*/ 219224 w 984852"/>
                <a:gd name="connsiteY87" fmla="*/ 284220 h 630162"/>
                <a:gd name="connsiteX88" fmla="*/ 219224 w 984852"/>
                <a:gd name="connsiteY88" fmla="*/ 219142 h 630162"/>
                <a:gd name="connsiteX89" fmla="*/ 244255 w 984852"/>
                <a:gd name="connsiteY89" fmla="*/ 219142 h 630162"/>
                <a:gd name="connsiteX90" fmla="*/ 244255 w 984852"/>
                <a:gd name="connsiteY90" fmla="*/ 196937 h 630162"/>
                <a:gd name="connsiteX91" fmla="*/ 219224 w 984852"/>
                <a:gd name="connsiteY91" fmla="*/ 196937 h 630162"/>
                <a:gd name="connsiteX92" fmla="*/ 219224 w 984852"/>
                <a:gd name="connsiteY92" fmla="*/ 133810 h 630162"/>
                <a:gd name="connsiteX93" fmla="*/ 244255 w 984852"/>
                <a:gd name="connsiteY93" fmla="*/ 131816 h 630162"/>
                <a:gd name="connsiteX94" fmla="*/ 244255 w 984852"/>
                <a:gd name="connsiteY94" fmla="*/ 109931 h 630162"/>
                <a:gd name="connsiteX95" fmla="*/ 219224 w 984852"/>
                <a:gd name="connsiteY95" fmla="*/ 111852 h 630162"/>
                <a:gd name="connsiteX96" fmla="*/ 219224 w 984852"/>
                <a:gd name="connsiteY96" fmla="*/ 22947 h 630162"/>
                <a:gd name="connsiteX97" fmla="*/ 267111 w 984852"/>
                <a:gd name="connsiteY97" fmla="*/ 54595 h 630162"/>
                <a:gd name="connsiteX98" fmla="*/ 275866 w 984852"/>
                <a:gd name="connsiteY98" fmla="*/ 67377 h 630162"/>
                <a:gd name="connsiteX99" fmla="*/ 301524 w 984852"/>
                <a:gd name="connsiteY99" fmla="*/ 67377 h 630162"/>
                <a:gd name="connsiteX100" fmla="*/ 299719 w 984852"/>
                <a:gd name="connsiteY100" fmla="*/ 63429 h 630162"/>
                <a:gd name="connsiteX101" fmla="*/ 280399 w 984852"/>
                <a:gd name="connsiteY101" fmla="*/ 36276 h 630162"/>
                <a:gd name="connsiteX102" fmla="*/ 322034 w 984852"/>
                <a:gd name="connsiteY102" fmla="*/ 60320 h 630162"/>
                <a:gd name="connsiteX103" fmla="*/ 329171 w 984852"/>
                <a:gd name="connsiteY103" fmla="*/ 67377 h 630162"/>
                <a:gd name="connsiteX104" fmla="*/ 361788 w 984852"/>
                <a:gd name="connsiteY104" fmla="*/ 67377 h 630162"/>
                <a:gd name="connsiteX105" fmla="*/ 320701 w 984852"/>
                <a:gd name="connsiteY105" fmla="*/ 32528 h 630162"/>
                <a:gd name="connsiteX106" fmla="*/ 208891 w 984852"/>
                <a:gd name="connsiteY106" fmla="*/ 0 h 630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984852" h="630162">
                  <a:moveTo>
                    <a:pt x="984852" y="563868"/>
                  </a:moveTo>
                  <a:lnTo>
                    <a:pt x="918558" y="563868"/>
                  </a:lnTo>
                  <a:lnTo>
                    <a:pt x="918558" y="630162"/>
                  </a:lnTo>
                  <a:lnTo>
                    <a:pt x="984852" y="630162"/>
                  </a:lnTo>
                  <a:close/>
                  <a:moveTo>
                    <a:pt x="731057" y="442023"/>
                  </a:moveTo>
                  <a:lnTo>
                    <a:pt x="399573" y="442023"/>
                  </a:lnTo>
                  <a:lnTo>
                    <a:pt x="399573" y="464080"/>
                  </a:lnTo>
                  <a:lnTo>
                    <a:pt x="731057" y="464080"/>
                  </a:lnTo>
                  <a:close/>
                  <a:moveTo>
                    <a:pt x="820148" y="442023"/>
                  </a:moveTo>
                  <a:lnTo>
                    <a:pt x="753851" y="442023"/>
                  </a:lnTo>
                  <a:lnTo>
                    <a:pt x="753851" y="464080"/>
                  </a:lnTo>
                  <a:lnTo>
                    <a:pt x="820148" y="464080"/>
                  </a:lnTo>
                  <a:close/>
                  <a:moveTo>
                    <a:pt x="731057" y="375589"/>
                  </a:moveTo>
                  <a:lnTo>
                    <a:pt x="399573" y="375589"/>
                  </a:lnTo>
                  <a:lnTo>
                    <a:pt x="399573" y="397646"/>
                  </a:lnTo>
                  <a:lnTo>
                    <a:pt x="731057" y="397646"/>
                  </a:lnTo>
                  <a:close/>
                  <a:moveTo>
                    <a:pt x="820148" y="375589"/>
                  </a:moveTo>
                  <a:lnTo>
                    <a:pt x="753851" y="375589"/>
                  </a:lnTo>
                  <a:lnTo>
                    <a:pt x="753851" y="397646"/>
                  </a:lnTo>
                  <a:lnTo>
                    <a:pt x="820148" y="397646"/>
                  </a:lnTo>
                  <a:close/>
                  <a:moveTo>
                    <a:pt x="100282" y="315604"/>
                  </a:moveTo>
                  <a:cubicBezTo>
                    <a:pt x="105201" y="329482"/>
                    <a:pt x="111137" y="342482"/>
                    <a:pt x="118008" y="354299"/>
                  </a:cubicBezTo>
                  <a:cubicBezTo>
                    <a:pt x="123944" y="364522"/>
                    <a:pt x="130430" y="373619"/>
                    <a:pt x="137355" y="381478"/>
                  </a:cubicBezTo>
                  <a:cubicBezTo>
                    <a:pt x="107537" y="369084"/>
                    <a:pt x="81622" y="349159"/>
                    <a:pt x="61917" y="324096"/>
                  </a:cubicBezTo>
                  <a:cubicBezTo>
                    <a:pt x="74311" y="320826"/>
                    <a:pt x="87118" y="317995"/>
                    <a:pt x="100282" y="315604"/>
                  </a:cubicBezTo>
                  <a:close/>
                  <a:moveTo>
                    <a:pt x="731057" y="309851"/>
                  </a:moveTo>
                  <a:lnTo>
                    <a:pt x="399573" y="309851"/>
                  </a:lnTo>
                  <a:lnTo>
                    <a:pt x="399573" y="331908"/>
                  </a:lnTo>
                  <a:lnTo>
                    <a:pt x="731057" y="331908"/>
                  </a:lnTo>
                  <a:close/>
                  <a:moveTo>
                    <a:pt x="820148" y="309851"/>
                  </a:moveTo>
                  <a:lnTo>
                    <a:pt x="753851" y="309851"/>
                  </a:lnTo>
                  <a:lnTo>
                    <a:pt x="753851" y="331908"/>
                  </a:lnTo>
                  <a:lnTo>
                    <a:pt x="820148" y="331908"/>
                  </a:lnTo>
                  <a:close/>
                  <a:moveTo>
                    <a:pt x="198530" y="306205"/>
                  </a:moveTo>
                  <a:lnTo>
                    <a:pt x="198530" y="394780"/>
                  </a:lnTo>
                  <a:cubicBezTo>
                    <a:pt x="175665" y="390602"/>
                    <a:pt x="154146" y="372684"/>
                    <a:pt x="137025" y="343278"/>
                  </a:cubicBezTo>
                  <a:cubicBezTo>
                    <a:pt x="131446" y="333687"/>
                    <a:pt x="126554" y="323216"/>
                    <a:pt x="122378" y="312059"/>
                  </a:cubicBezTo>
                  <a:cubicBezTo>
                    <a:pt x="146946" y="308596"/>
                    <a:pt x="172504" y="306617"/>
                    <a:pt x="198530" y="306205"/>
                  </a:cubicBezTo>
                  <a:close/>
                  <a:moveTo>
                    <a:pt x="731057" y="243417"/>
                  </a:moveTo>
                  <a:lnTo>
                    <a:pt x="399573" y="243417"/>
                  </a:lnTo>
                  <a:lnTo>
                    <a:pt x="399573" y="265474"/>
                  </a:lnTo>
                  <a:lnTo>
                    <a:pt x="731057" y="265474"/>
                  </a:lnTo>
                  <a:close/>
                  <a:moveTo>
                    <a:pt x="820148" y="243417"/>
                  </a:moveTo>
                  <a:lnTo>
                    <a:pt x="753851" y="243417"/>
                  </a:lnTo>
                  <a:lnTo>
                    <a:pt x="753851" y="265474"/>
                  </a:lnTo>
                  <a:lnTo>
                    <a:pt x="820148" y="265474"/>
                  </a:lnTo>
                  <a:close/>
                  <a:moveTo>
                    <a:pt x="82968" y="219142"/>
                  </a:moveTo>
                  <a:cubicBezTo>
                    <a:pt x="83737" y="245470"/>
                    <a:pt x="87420" y="270918"/>
                    <a:pt x="93714" y="294443"/>
                  </a:cubicBezTo>
                  <a:cubicBezTo>
                    <a:pt x="78186" y="297328"/>
                    <a:pt x="63126" y="300846"/>
                    <a:pt x="48643" y="304913"/>
                  </a:cubicBezTo>
                  <a:cubicBezTo>
                    <a:pt x="33418" y="279602"/>
                    <a:pt x="23992" y="250389"/>
                    <a:pt x="22288" y="219142"/>
                  </a:cubicBezTo>
                  <a:close/>
                  <a:moveTo>
                    <a:pt x="198530" y="219142"/>
                  </a:moveTo>
                  <a:lnTo>
                    <a:pt x="198530" y="284220"/>
                  </a:lnTo>
                  <a:cubicBezTo>
                    <a:pt x="170141" y="284659"/>
                    <a:pt x="142247" y="286885"/>
                    <a:pt x="115479" y="290815"/>
                  </a:cubicBezTo>
                  <a:cubicBezTo>
                    <a:pt x="109324" y="268610"/>
                    <a:pt x="105751" y="244343"/>
                    <a:pt x="104981" y="219142"/>
                  </a:cubicBezTo>
                  <a:close/>
                  <a:moveTo>
                    <a:pt x="115369" y="127214"/>
                  </a:moveTo>
                  <a:cubicBezTo>
                    <a:pt x="142164" y="131172"/>
                    <a:pt x="170086" y="133398"/>
                    <a:pt x="198530" y="133838"/>
                  </a:cubicBezTo>
                  <a:lnTo>
                    <a:pt x="198530" y="196964"/>
                  </a:lnTo>
                  <a:lnTo>
                    <a:pt x="105036" y="196964"/>
                  </a:lnTo>
                  <a:cubicBezTo>
                    <a:pt x="105888" y="172450"/>
                    <a:pt x="109405" y="148870"/>
                    <a:pt x="115369" y="127214"/>
                  </a:cubicBezTo>
                  <a:close/>
                  <a:moveTo>
                    <a:pt x="48505" y="113088"/>
                  </a:moveTo>
                  <a:cubicBezTo>
                    <a:pt x="63016" y="117156"/>
                    <a:pt x="78076" y="120674"/>
                    <a:pt x="93631" y="123614"/>
                  </a:cubicBezTo>
                  <a:cubicBezTo>
                    <a:pt x="87530" y="146534"/>
                    <a:pt x="83902" y="171323"/>
                    <a:pt x="83051" y="196964"/>
                  </a:cubicBezTo>
                  <a:lnTo>
                    <a:pt x="22425" y="196964"/>
                  </a:lnTo>
                  <a:cubicBezTo>
                    <a:pt x="24376" y="166459"/>
                    <a:pt x="33638" y="137905"/>
                    <a:pt x="48505" y="113088"/>
                  </a:cubicBezTo>
                  <a:close/>
                  <a:moveTo>
                    <a:pt x="137355" y="36221"/>
                  </a:moveTo>
                  <a:cubicBezTo>
                    <a:pt x="130430" y="44081"/>
                    <a:pt x="123971" y="53178"/>
                    <a:pt x="118008" y="63401"/>
                  </a:cubicBezTo>
                  <a:cubicBezTo>
                    <a:pt x="111082" y="75328"/>
                    <a:pt x="105118" y="88409"/>
                    <a:pt x="100172" y="102398"/>
                  </a:cubicBezTo>
                  <a:cubicBezTo>
                    <a:pt x="86980" y="100007"/>
                    <a:pt x="74146" y="97149"/>
                    <a:pt x="61724" y="93879"/>
                  </a:cubicBezTo>
                  <a:cubicBezTo>
                    <a:pt x="81429" y="68705"/>
                    <a:pt x="107427" y="48671"/>
                    <a:pt x="137355" y="36221"/>
                  </a:cubicBezTo>
                  <a:close/>
                  <a:moveTo>
                    <a:pt x="198530" y="22947"/>
                  </a:moveTo>
                  <a:lnTo>
                    <a:pt x="198530" y="111852"/>
                  </a:lnTo>
                  <a:cubicBezTo>
                    <a:pt x="172449" y="111440"/>
                    <a:pt x="146864" y="109461"/>
                    <a:pt x="122267" y="105998"/>
                  </a:cubicBezTo>
                  <a:cubicBezTo>
                    <a:pt x="126472" y="94730"/>
                    <a:pt x="131391" y="84150"/>
                    <a:pt x="137025" y="74476"/>
                  </a:cubicBezTo>
                  <a:cubicBezTo>
                    <a:pt x="154146" y="45043"/>
                    <a:pt x="175665" y="27125"/>
                    <a:pt x="198530" y="22947"/>
                  </a:cubicBezTo>
                  <a:close/>
                  <a:moveTo>
                    <a:pt x="208891" y="0"/>
                  </a:moveTo>
                  <a:cubicBezTo>
                    <a:pt x="97698" y="0"/>
                    <a:pt x="6568" y="87310"/>
                    <a:pt x="384" y="196937"/>
                  </a:cubicBezTo>
                  <a:lnTo>
                    <a:pt x="0" y="196937"/>
                  </a:lnTo>
                  <a:lnTo>
                    <a:pt x="0" y="219114"/>
                  </a:lnTo>
                  <a:lnTo>
                    <a:pt x="247" y="219114"/>
                  </a:lnTo>
                  <a:cubicBezTo>
                    <a:pt x="5634" y="329537"/>
                    <a:pt x="97149" y="417700"/>
                    <a:pt x="208863" y="417700"/>
                  </a:cubicBezTo>
                  <a:lnTo>
                    <a:pt x="244255" y="412591"/>
                  </a:lnTo>
                  <a:lnTo>
                    <a:pt x="244255" y="383694"/>
                  </a:lnTo>
                  <a:lnTo>
                    <a:pt x="236072" y="389105"/>
                  </a:lnTo>
                  <a:cubicBezTo>
                    <a:pt x="230572" y="391832"/>
                    <a:pt x="224940" y="393735"/>
                    <a:pt x="219224" y="394780"/>
                  </a:cubicBezTo>
                  <a:lnTo>
                    <a:pt x="219224" y="306177"/>
                  </a:lnTo>
                  <a:lnTo>
                    <a:pt x="244255" y="308102"/>
                  </a:lnTo>
                  <a:lnTo>
                    <a:pt x="244255" y="286207"/>
                  </a:lnTo>
                  <a:lnTo>
                    <a:pt x="219224" y="284220"/>
                  </a:lnTo>
                  <a:lnTo>
                    <a:pt x="219224" y="219142"/>
                  </a:lnTo>
                  <a:lnTo>
                    <a:pt x="244255" y="219142"/>
                  </a:lnTo>
                  <a:lnTo>
                    <a:pt x="244255" y="196937"/>
                  </a:lnTo>
                  <a:lnTo>
                    <a:pt x="219224" y="196937"/>
                  </a:lnTo>
                  <a:lnTo>
                    <a:pt x="219224" y="133810"/>
                  </a:lnTo>
                  <a:lnTo>
                    <a:pt x="244255" y="131816"/>
                  </a:lnTo>
                  <a:lnTo>
                    <a:pt x="244255" y="109931"/>
                  </a:lnTo>
                  <a:lnTo>
                    <a:pt x="219224" y="111852"/>
                  </a:lnTo>
                  <a:lnTo>
                    <a:pt x="219224" y="22947"/>
                  </a:lnTo>
                  <a:cubicBezTo>
                    <a:pt x="236373" y="26081"/>
                    <a:pt x="252764" y="36943"/>
                    <a:pt x="267111" y="54595"/>
                  </a:cubicBezTo>
                  <a:lnTo>
                    <a:pt x="275866" y="67377"/>
                  </a:lnTo>
                  <a:lnTo>
                    <a:pt x="301524" y="67377"/>
                  </a:lnTo>
                  <a:lnTo>
                    <a:pt x="299719" y="63429"/>
                  </a:lnTo>
                  <a:cubicBezTo>
                    <a:pt x="293782" y="53205"/>
                    <a:pt x="287297" y="44136"/>
                    <a:pt x="280399" y="36276"/>
                  </a:cubicBezTo>
                  <a:cubicBezTo>
                    <a:pt x="295363" y="42501"/>
                    <a:pt x="309337" y="50615"/>
                    <a:pt x="322034" y="60320"/>
                  </a:cubicBezTo>
                  <a:lnTo>
                    <a:pt x="329171" y="67377"/>
                  </a:lnTo>
                  <a:lnTo>
                    <a:pt x="361788" y="67377"/>
                  </a:lnTo>
                  <a:lnTo>
                    <a:pt x="320701" y="32528"/>
                  </a:lnTo>
                  <a:cubicBezTo>
                    <a:pt x="288362" y="11938"/>
                    <a:pt x="250000" y="0"/>
                    <a:pt x="208891" y="0"/>
                  </a:cubicBezTo>
                  <a:close/>
                </a:path>
              </a:pathLst>
            </a:custGeom>
            <a:solidFill>
              <a:schemeClr val="bg1"/>
            </a:solidFill>
            <a:ln w="9525" cap="flat">
              <a:noFill/>
              <a:prstDash val="solid"/>
              <a:miter/>
            </a:ln>
          </p:spPr>
          <p:txBody>
            <a:bodyPr wrap="square" rtlCol="0" anchor="ctr">
              <a:noAutofit/>
            </a:bodyPr>
            <a:lstStyle/>
            <a:p>
              <a:endParaRPr lang="en-US" dirty="0"/>
            </a:p>
          </p:txBody>
        </p:sp>
      </p:grpSp>
      <p:grpSp>
        <p:nvGrpSpPr>
          <p:cNvPr id="97" name="Group 96">
            <a:extLst>
              <a:ext uri="{FF2B5EF4-FFF2-40B4-BE49-F238E27FC236}">
                <a16:creationId xmlns:a16="http://schemas.microsoft.com/office/drawing/2014/main" id="{9CB6A081-A1B8-795D-0E7F-B3F0220674AA}"/>
              </a:ext>
              <a:ext uri="{C183D7F6-B498-43B3-948B-1728B52AA6E4}">
                <adec:decorative xmlns:adec="http://schemas.microsoft.com/office/drawing/2017/decorative" val="1"/>
              </a:ext>
            </a:extLst>
          </p:cNvPr>
          <p:cNvGrpSpPr>
            <a:grpSpLocks noChangeAspect="1"/>
          </p:cNvGrpSpPr>
          <p:nvPr/>
        </p:nvGrpSpPr>
        <p:grpSpPr>
          <a:xfrm>
            <a:off x="2887400" y="5755986"/>
            <a:ext cx="441750" cy="457200"/>
            <a:chOff x="3343214" y="5755986"/>
            <a:chExt cx="441750" cy="457200"/>
          </a:xfrm>
          <a:solidFill>
            <a:srgbClr val="FF0000"/>
          </a:solidFill>
        </p:grpSpPr>
        <p:sp>
          <p:nvSpPr>
            <p:cNvPr id="2772" name="Freeform: Shape 2771">
              <a:extLst>
                <a:ext uri="{FF2B5EF4-FFF2-40B4-BE49-F238E27FC236}">
                  <a16:creationId xmlns:a16="http://schemas.microsoft.com/office/drawing/2014/main" id="{217ACE08-517E-6964-5BF4-4166AD89282F}"/>
                </a:ext>
                <a:ext uri="{C183D7F6-B498-43B3-948B-1728B52AA6E4}">
                  <adec:decorative xmlns:adec="http://schemas.microsoft.com/office/drawing/2017/decorative" val="1"/>
                </a:ext>
              </a:extLst>
            </p:cNvPr>
            <p:cNvSpPr/>
            <p:nvPr/>
          </p:nvSpPr>
          <p:spPr>
            <a:xfrm>
              <a:off x="3389491" y="5821230"/>
              <a:ext cx="388116" cy="391956"/>
            </a:xfrm>
            <a:custGeom>
              <a:avLst/>
              <a:gdLst>
                <a:gd name="connsiteX0" fmla="*/ 460813 w 713251"/>
                <a:gd name="connsiteY0" fmla="*/ 655637 h 720308"/>
                <a:gd name="connsiteX1" fmla="*/ 460770 w 713251"/>
                <a:gd name="connsiteY1" fmla="*/ 655723 h 720308"/>
                <a:gd name="connsiteX2" fmla="*/ 460669 w 713251"/>
                <a:gd name="connsiteY2" fmla="*/ 655759 h 720308"/>
                <a:gd name="connsiteX3" fmla="*/ 460813 w 713251"/>
                <a:gd name="connsiteY3" fmla="*/ 655637 h 720308"/>
                <a:gd name="connsiteX4" fmla="*/ 505913 w 713251"/>
                <a:gd name="connsiteY4" fmla="*/ 550615 h 720308"/>
                <a:gd name="connsiteX5" fmla="*/ 501234 w 713251"/>
                <a:gd name="connsiteY5" fmla="*/ 565587 h 720308"/>
                <a:gd name="connsiteX6" fmla="*/ 483387 w 713251"/>
                <a:gd name="connsiteY6" fmla="*/ 611728 h 720308"/>
                <a:gd name="connsiteX7" fmla="*/ 467117 w 713251"/>
                <a:gd name="connsiteY7" fmla="*/ 642907 h 720308"/>
                <a:gd name="connsiteX8" fmla="*/ 460714 w 713251"/>
                <a:gd name="connsiteY8" fmla="*/ 655715 h 720308"/>
                <a:gd name="connsiteX9" fmla="*/ 460618 w 713251"/>
                <a:gd name="connsiteY9" fmla="*/ 655381 h 720308"/>
                <a:gd name="connsiteX10" fmla="*/ 460499 w 713251"/>
                <a:gd name="connsiteY10" fmla="*/ 654963 h 720308"/>
                <a:gd name="connsiteX11" fmla="*/ 460251 w 713251"/>
                <a:gd name="connsiteY11" fmla="*/ 656176 h 720308"/>
                <a:gd name="connsiteX12" fmla="*/ 460004 w 713251"/>
                <a:gd name="connsiteY12" fmla="*/ 657385 h 720308"/>
                <a:gd name="connsiteX13" fmla="*/ 460616 w 713251"/>
                <a:gd name="connsiteY13" fmla="*/ 657481 h 720308"/>
                <a:gd name="connsiteX14" fmla="*/ 460733 w 713251"/>
                <a:gd name="connsiteY14" fmla="*/ 657479 h 720308"/>
                <a:gd name="connsiteX15" fmla="*/ 461106 w 713251"/>
                <a:gd name="connsiteY15" fmla="*/ 657318 h 720308"/>
                <a:gd name="connsiteX16" fmla="*/ 460140 w 713251"/>
                <a:gd name="connsiteY16" fmla="*/ 656981 h 720308"/>
                <a:gd name="connsiteX17" fmla="*/ 460770 w 713251"/>
                <a:gd name="connsiteY17" fmla="*/ 655723 h 720308"/>
                <a:gd name="connsiteX18" fmla="*/ 480864 w 713251"/>
                <a:gd name="connsiteY18" fmla="*/ 648465 h 720308"/>
                <a:gd name="connsiteX19" fmla="*/ 481996 w 713251"/>
                <a:gd name="connsiteY19" fmla="*/ 647782 h 720308"/>
                <a:gd name="connsiteX20" fmla="*/ 483190 w 713251"/>
                <a:gd name="connsiteY20" fmla="*/ 647625 h 720308"/>
                <a:gd name="connsiteX21" fmla="*/ 484190 w 713251"/>
                <a:gd name="connsiteY21" fmla="*/ 647263 h 720308"/>
                <a:gd name="connsiteX22" fmla="*/ 497245 w 713251"/>
                <a:gd name="connsiteY22" fmla="*/ 641096 h 720308"/>
                <a:gd name="connsiteX23" fmla="*/ 499329 w 713251"/>
                <a:gd name="connsiteY23" fmla="*/ 640054 h 720308"/>
                <a:gd name="connsiteX24" fmla="*/ 513791 w 713251"/>
                <a:gd name="connsiteY24" fmla="*/ 632632 h 720308"/>
                <a:gd name="connsiteX25" fmla="*/ 535064 w 713251"/>
                <a:gd name="connsiteY25" fmla="*/ 618387 h 720308"/>
                <a:gd name="connsiteX26" fmla="*/ 569352 w 713251"/>
                <a:gd name="connsiteY26" fmla="*/ 590958 h 720308"/>
                <a:gd name="connsiteX27" fmla="*/ 579322 w 713251"/>
                <a:gd name="connsiteY27" fmla="*/ 582391 h 720308"/>
                <a:gd name="connsiteX28" fmla="*/ 561309 w 713251"/>
                <a:gd name="connsiteY28" fmla="*/ 572652 h 720308"/>
                <a:gd name="connsiteX29" fmla="*/ 542852 w 713251"/>
                <a:gd name="connsiteY29" fmla="*/ 564235 h 720308"/>
                <a:gd name="connsiteX30" fmla="*/ 211674 w 713251"/>
                <a:gd name="connsiteY30" fmla="*/ 550615 h 720308"/>
                <a:gd name="connsiteX31" fmla="*/ 174735 w 713251"/>
                <a:gd name="connsiteY31" fmla="*/ 564236 h 720308"/>
                <a:gd name="connsiteX32" fmla="*/ 156278 w 713251"/>
                <a:gd name="connsiteY32" fmla="*/ 572652 h 720308"/>
                <a:gd name="connsiteX33" fmla="*/ 138265 w 713251"/>
                <a:gd name="connsiteY33" fmla="*/ 582391 h 720308"/>
                <a:gd name="connsiteX34" fmla="*/ 148241 w 713251"/>
                <a:gd name="connsiteY34" fmla="*/ 590962 h 720308"/>
                <a:gd name="connsiteX35" fmla="*/ 182523 w 713251"/>
                <a:gd name="connsiteY35" fmla="*/ 618388 h 720308"/>
                <a:gd name="connsiteX36" fmla="*/ 203796 w 713251"/>
                <a:gd name="connsiteY36" fmla="*/ 632632 h 720308"/>
                <a:gd name="connsiteX37" fmla="*/ 233042 w 713251"/>
                <a:gd name="connsiteY37" fmla="*/ 647447 h 720308"/>
                <a:gd name="connsiteX38" fmla="*/ 235592 w 713251"/>
                <a:gd name="connsiteY38" fmla="*/ 647782 h 720308"/>
                <a:gd name="connsiteX39" fmla="*/ 239917 w 713251"/>
                <a:gd name="connsiteY39" fmla="*/ 650393 h 720308"/>
                <a:gd name="connsiteX40" fmla="*/ 242427 w 713251"/>
                <a:gd name="connsiteY40" fmla="*/ 650727 h 720308"/>
                <a:gd name="connsiteX41" fmla="*/ 244827 w 713251"/>
                <a:gd name="connsiteY41" fmla="*/ 652357 h 720308"/>
                <a:gd name="connsiteX42" fmla="*/ 247338 w 713251"/>
                <a:gd name="connsiteY42" fmla="*/ 652691 h 720308"/>
                <a:gd name="connsiteX43" fmla="*/ 249849 w 713251"/>
                <a:gd name="connsiteY43" fmla="*/ 654463 h 720308"/>
                <a:gd name="connsiteX44" fmla="*/ 256854 w 713251"/>
                <a:gd name="connsiteY44" fmla="*/ 657479 h 720308"/>
                <a:gd name="connsiteX45" fmla="*/ 256970 w 713251"/>
                <a:gd name="connsiteY45" fmla="*/ 657481 h 720308"/>
                <a:gd name="connsiteX46" fmla="*/ 256971 w 713251"/>
                <a:gd name="connsiteY46" fmla="*/ 657481 h 720308"/>
                <a:gd name="connsiteX47" fmla="*/ 256854 w 713251"/>
                <a:gd name="connsiteY47" fmla="*/ 657479 h 720308"/>
                <a:gd name="connsiteX48" fmla="*/ 249723 w 713251"/>
                <a:gd name="connsiteY48" fmla="*/ 654154 h 720308"/>
                <a:gd name="connsiteX49" fmla="*/ 257268 w 713251"/>
                <a:gd name="connsiteY49" fmla="*/ 655843 h 720308"/>
                <a:gd name="connsiteX50" fmla="*/ 257088 w 713251"/>
                <a:gd name="connsiteY50" fmla="*/ 654963 h 720308"/>
                <a:gd name="connsiteX51" fmla="*/ 256873 w 713251"/>
                <a:gd name="connsiteY51" fmla="*/ 655715 h 720308"/>
                <a:gd name="connsiteX52" fmla="*/ 250470 w 713251"/>
                <a:gd name="connsiteY52" fmla="*/ 642907 h 720308"/>
                <a:gd name="connsiteX53" fmla="*/ 234200 w 713251"/>
                <a:gd name="connsiteY53" fmla="*/ 611727 h 720308"/>
                <a:gd name="connsiteX54" fmla="*/ 216354 w 713251"/>
                <a:gd name="connsiteY54" fmla="*/ 565587 h 720308"/>
                <a:gd name="connsiteX55" fmla="*/ 358795 w 713251"/>
                <a:gd name="connsiteY55" fmla="*/ 528301 h 720308"/>
                <a:gd name="connsiteX56" fmla="*/ 333963 w 713251"/>
                <a:gd name="connsiteY56" fmla="*/ 529175 h 720308"/>
                <a:gd name="connsiteX57" fmla="*/ 257060 w 713251"/>
                <a:gd name="connsiteY57" fmla="*/ 539103 h 720308"/>
                <a:gd name="connsiteX58" fmla="*/ 257607 w 713251"/>
                <a:gd name="connsiteY58" fmla="*/ 543935 h 720308"/>
                <a:gd name="connsiteX59" fmla="*/ 274436 w 713251"/>
                <a:gd name="connsiteY59" fmla="*/ 590271 h 720308"/>
                <a:gd name="connsiteX60" fmla="*/ 282777 w 713251"/>
                <a:gd name="connsiteY60" fmla="*/ 607493 h 720308"/>
                <a:gd name="connsiteX61" fmla="*/ 283640 w 713251"/>
                <a:gd name="connsiteY61" fmla="*/ 609230 h 720308"/>
                <a:gd name="connsiteX62" fmla="*/ 293971 w 713251"/>
                <a:gd name="connsiteY62" fmla="*/ 626520 h 720308"/>
                <a:gd name="connsiteX63" fmla="*/ 294199 w 713251"/>
                <a:gd name="connsiteY63" fmla="*/ 626884 h 720308"/>
                <a:gd name="connsiteX64" fmla="*/ 306671 w 713251"/>
                <a:gd name="connsiteY64" fmla="*/ 643308 h 720308"/>
                <a:gd name="connsiteX65" fmla="*/ 321450 w 713251"/>
                <a:gd name="connsiteY65" fmla="*/ 658203 h 720308"/>
                <a:gd name="connsiteX66" fmla="*/ 345753 w 713251"/>
                <a:gd name="connsiteY66" fmla="*/ 672915 h 720308"/>
                <a:gd name="connsiteX67" fmla="*/ 358484 w 713251"/>
                <a:gd name="connsiteY67" fmla="*/ 673828 h 720308"/>
                <a:gd name="connsiteX68" fmla="*/ 358789 w 713251"/>
                <a:gd name="connsiteY68" fmla="*/ 673833 h 720308"/>
                <a:gd name="connsiteX69" fmla="*/ 359103 w 713251"/>
                <a:gd name="connsiteY69" fmla="*/ 673828 h 720308"/>
                <a:gd name="connsiteX70" fmla="*/ 371834 w 713251"/>
                <a:gd name="connsiteY70" fmla="*/ 672915 h 720308"/>
                <a:gd name="connsiteX71" fmla="*/ 377631 w 713251"/>
                <a:gd name="connsiteY71" fmla="*/ 671058 h 720308"/>
                <a:gd name="connsiteX72" fmla="*/ 379588 w 713251"/>
                <a:gd name="connsiteY72" fmla="*/ 670197 h 720308"/>
                <a:gd name="connsiteX73" fmla="*/ 384835 w 713251"/>
                <a:gd name="connsiteY73" fmla="*/ 667247 h 720308"/>
                <a:gd name="connsiteX74" fmla="*/ 396138 w 713251"/>
                <a:gd name="connsiteY74" fmla="*/ 658202 h 720308"/>
                <a:gd name="connsiteX75" fmla="*/ 410916 w 713251"/>
                <a:gd name="connsiteY75" fmla="*/ 643307 h 720308"/>
                <a:gd name="connsiteX76" fmla="*/ 423389 w 713251"/>
                <a:gd name="connsiteY76" fmla="*/ 626882 h 720308"/>
                <a:gd name="connsiteX77" fmla="*/ 423612 w 713251"/>
                <a:gd name="connsiteY77" fmla="*/ 626527 h 720308"/>
                <a:gd name="connsiteX78" fmla="*/ 433949 w 713251"/>
                <a:gd name="connsiteY78" fmla="*/ 609229 h 720308"/>
                <a:gd name="connsiteX79" fmla="*/ 434804 w 713251"/>
                <a:gd name="connsiteY79" fmla="*/ 607506 h 720308"/>
                <a:gd name="connsiteX80" fmla="*/ 443151 w 713251"/>
                <a:gd name="connsiteY80" fmla="*/ 590271 h 720308"/>
                <a:gd name="connsiteX81" fmla="*/ 459980 w 713251"/>
                <a:gd name="connsiteY81" fmla="*/ 543935 h 720308"/>
                <a:gd name="connsiteX82" fmla="*/ 460527 w 713251"/>
                <a:gd name="connsiteY82" fmla="*/ 539103 h 720308"/>
                <a:gd name="connsiteX83" fmla="*/ 383625 w 713251"/>
                <a:gd name="connsiteY83" fmla="*/ 529175 h 720308"/>
                <a:gd name="connsiteX84" fmla="*/ 46706 w 713251"/>
                <a:gd name="connsiteY84" fmla="*/ 387690 h 720308"/>
                <a:gd name="connsiteX85" fmla="*/ 48300 w 713251"/>
                <a:gd name="connsiteY85" fmla="*/ 399143 h 720308"/>
                <a:gd name="connsiteX86" fmla="*/ 58676 w 713251"/>
                <a:gd name="connsiteY86" fmla="*/ 449135 h 720308"/>
                <a:gd name="connsiteX87" fmla="*/ 90830 w 713251"/>
                <a:gd name="connsiteY87" fmla="*/ 521816 h 720308"/>
                <a:gd name="connsiteX88" fmla="*/ 103333 w 713251"/>
                <a:gd name="connsiteY88" fmla="*/ 540437 h 720308"/>
                <a:gd name="connsiteX89" fmla="*/ 104566 w 713251"/>
                <a:gd name="connsiteY89" fmla="*/ 540356 h 720308"/>
                <a:gd name="connsiteX90" fmla="*/ 107202 w 713251"/>
                <a:gd name="connsiteY90" fmla="*/ 539083 h 720308"/>
                <a:gd name="connsiteX91" fmla="*/ 129760 w 713251"/>
                <a:gd name="connsiteY91" fmla="*/ 527918 h 720308"/>
                <a:gd name="connsiteX92" fmla="*/ 132056 w 713251"/>
                <a:gd name="connsiteY92" fmla="*/ 527397 h 720308"/>
                <a:gd name="connsiteX93" fmla="*/ 138608 w 713251"/>
                <a:gd name="connsiteY93" fmla="*/ 523989 h 720308"/>
                <a:gd name="connsiteX94" fmla="*/ 140894 w 713251"/>
                <a:gd name="connsiteY94" fmla="*/ 523469 h 720308"/>
                <a:gd name="connsiteX95" fmla="*/ 143547 w 713251"/>
                <a:gd name="connsiteY95" fmla="*/ 522024 h 720308"/>
                <a:gd name="connsiteX96" fmla="*/ 145805 w 713251"/>
                <a:gd name="connsiteY96" fmla="*/ 521505 h 720308"/>
                <a:gd name="connsiteX97" fmla="*/ 148457 w 713251"/>
                <a:gd name="connsiteY97" fmla="*/ 520059 h 720308"/>
                <a:gd name="connsiteX98" fmla="*/ 150715 w 713251"/>
                <a:gd name="connsiteY98" fmla="*/ 519540 h 720308"/>
                <a:gd name="connsiteX99" fmla="*/ 153368 w 713251"/>
                <a:gd name="connsiteY99" fmla="*/ 518095 h 720308"/>
                <a:gd name="connsiteX100" fmla="*/ 155625 w 713251"/>
                <a:gd name="connsiteY100" fmla="*/ 517576 h 720308"/>
                <a:gd name="connsiteX101" fmla="*/ 158278 w 713251"/>
                <a:gd name="connsiteY101" fmla="*/ 516131 h 720308"/>
                <a:gd name="connsiteX102" fmla="*/ 159876 w 713251"/>
                <a:gd name="connsiteY102" fmla="*/ 516653 h 720308"/>
                <a:gd name="connsiteX103" fmla="*/ 186995 w 713251"/>
                <a:gd name="connsiteY103" fmla="*/ 506845 h 720308"/>
                <a:gd name="connsiteX104" fmla="*/ 191623 w 713251"/>
                <a:gd name="connsiteY104" fmla="*/ 505326 h 720308"/>
                <a:gd name="connsiteX105" fmla="*/ 193926 w 713251"/>
                <a:gd name="connsiteY105" fmla="*/ 504810 h 720308"/>
                <a:gd name="connsiteX106" fmla="*/ 197031 w 713251"/>
                <a:gd name="connsiteY106" fmla="*/ 503366 h 720308"/>
                <a:gd name="connsiteX107" fmla="*/ 199575 w 713251"/>
                <a:gd name="connsiteY107" fmla="*/ 499877 h 720308"/>
                <a:gd name="connsiteX108" fmla="*/ 192099 w 713251"/>
                <a:gd name="connsiteY108" fmla="*/ 450166 h 720308"/>
                <a:gd name="connsiteX109" fmla="*/ 189108 w 713251"/>
                <a:gd name="connsiteY109" fmla="*/ 419923 h 720308"/>
                <a:gd name="connsiteX110" fmla="*/ 186618 w 713251"/>
                <a:gd name="connsiteY110" fmla="*/ 387690 h 720308"/>
                <a:gd name="connsiteX111" fmla="*/ 233631 w 713251"/>
                <a:gd name="connsiteY111" fmla="*/ 387542 h 720308"/>
                <a:gd name="connsiteX112" fmla="*/ 241249 w 713251"/>
                <a:gd name="connsiteY112" fmla="*/ 468300 h 720308"/>
                <a:gd name="connsiteX113" fmla="*/ 245684 w 713251"/>
                <a:gd name="connsiteY113" fmla="*/ 492969 h 720308"/>
                <a:gd name="connsiteX114" fmla="*/ 272712 w 713251"/>
                <a:gd name="connsiteY114" fmla="*/ 488453 h 720308"/>
                <a:gd name="connsiteX115" fmla="*/ 357911 w 713251"/>
                <a:gd name="connsiteY115" fmla="*/ 483025 h 720308"/>
                <a:gd name="connsiteX116" fmla="*/ 358796 w 713251"/>
                <a:gd name="connsiteY116" fmla="*/ 483057 h 720308"/>
                <a:gd name="connsiteX117" fmla="*/ 359676 w 713251"/>
                <a:gd name="connsiteY117" fmla="*/ 483025 h 720308"/>
                <a:gd name="connsiteX118" fmla="*/ 444876 w 713251"/>
                <a:gd name="connsiteY118" fmla="*/ 488453 h 720308"/>
                <a:gd name="connsiteX119" fmla="*/ 471904 w 713251"/>
                <a:gd name="connsiteY119" fmla="*/ 492969 h 720308"/>
                <a:gd name="connsiteX120" fmla="*/ 476338 w 713251"/>
                <a:gd name="connsiteY120" fmla="*/ 468299 h 720308"/>
                <a:gd name="connsiteX121" fmla="*/ 479959 w 713251"/>
                <a:gd name="connsiteY121" fmla="*/ 441562 h 720308"/>
                <a:gd name="connsiteX122" fmla="*/ 483956 w 713251"/>
                <a:gd name="connsiteY122" fmla="*/ 387542 h 720308"/>
                <a:gd name="connsiteX123" fmla="*/ 424894 w 713251"/>
                <a:gd name="connsiteY123" fmla="*/ 387542 h 720308"/>
                <a:gd name="connsiteX124" fmla="*/ 271241 w 713251"/>
                <a:gd name="connsiteY124" fmla="*/ 217981 h 720308"/>
                <a:gd name="connsiteX125" fmla="*/ 272987 w 713251"/>
                <a:gd name="connsiteY125" fmla="*/ 219903 h 720308"/>
                <a:gd name="connsiteX126" fmla="*/ 270447 w 713251"/>
                <a:gd name="connsiteY126" fmla="*/ 220243 h 720308"/>
                <a:gd name="connsiteX127" fmla="*/ 271241 w 713251"/>
                <a:gd name="connsiteY127" fmla="*/ 217981 h 720308"/>
                <a:gd name="connsiteX128" fmla="*/ 291609 w 713251"/>
                <a:gd name="connsiteY128" fmla="*/ 177598 h 720308"/>
                <a:gd name="connsiteX129" fmla="*/ 293443 w 713251"/>
                <a:gd name="connsiteY129" fmla="*/ 178452 h 720308"/>
                <a:gd name="connsiteX130" fmla="*/ 289402 w 713251"/>
                <a:gd name="connsiteY130" fmla="*/ 180327 h 720308"/>
                <a:gd name="connsiteX131" fmla="*/ 291609 w 713251"/>
                <a:gd name="connsiteY131" fmla="*/ 177598 h 720308"/>
                <a:gd name="connsiteX132" fmla="*/ 458959 w 713251"/>
                <a:gd name="connsiteY132" fmla="*/ 61704 h 720308"/>
                <a:gd name="connsiteX133" fmla="*/ 461348 w 713251"/>
                <a:gd name="connsiteY133" fmla="*/ 67553 h 720308"/>
                <a:gd name="connsiteX134" fmla="*/ 474398 w 713251"/>
                <a:gd name="connsiteY134" fmla="*/ 90262 h 720308"/>
                <a:gd name="connsiteX135" fmla="*/ 496795 w 713251"/>
                <a:gd name="connsiteY135" fmla="*/ 142491 h 720308"/>
                <a:gd name="connsiteX136" fmla="*/ 501972 w 713251"/>
                <a:gd name="connsiteY136" fmla="*/ 156435 h 720308"/>
                <a:gd name="connsiteX137" fmla="*/ 506123 w 713251"/>
                <a:gd name="connsiteY137" fmla="*/ 165335 h 720308"/>
                <a:gd name="connsiteX138" fmla="*/ 509510 w 713251"/>
                <a:gd name="connsiteY138" fmla="*/ 163655 h 720308"/>
                <a:gd name="connsiteX139" fmla="*/ 511040 w 713251"/>
                <a:gd name="connsiteY139" fmla="*/ 164341 h 720308"/>
                <a:gd name="connsiteX140" fmla="*/ 514182 w 713251"/>
                <a:gd name="connsiteY140" fmla="*/ 164687 h 720308"/>
                <a:gd name="connsiteX141" fmla="*/ 510932 w 713251"/>
                <a:gd name="connsiteY141" fmla="*/ 164069 h 720308"/>
                <a:gd name="connsiteX142" fmla="*/ 515392 w 713251"/>
                <a:gd name="connsiteY142" fmla="*/ 161858 h 720308"/>
                <a:gd name="connsiteX143" fmla="*/ 514206 w 713251"/>
                <a:gd name="connsiteY143" fmla="*/ 164689 h 720308"/>
                <a:gd name="connsiteX144" fmla="*/ 514342 w 713251"/>
                <a:gd name="connsiteY144" fmla="*/ 164704 h 720308"/>
                <a:gd name="connsiteX145" fmla="*/ 516385 w 713251"/>
                <a:gd name="connsiteY145" fmla="*/ 161691 h 720308"/>
                <a:gd name="connsiteX146" fmla="*/ 517926 w 713251"/>
                <a:gd name="connsiteY146" fmla="*/ 162390 h 720308"/>
                <a:gd name="connsiteX147" fmla="*/ 520986 w 713251"/>
                <a:gd name="connsiteY147" fmla="*/ 162627 h 720308"/>
                <a:gd name="connsiteX148" fmla="*/ 577080 w 713251"/>
                <a:gd name="connsiteY148" fmla="*/ 140700 h 720308"/>
                <a:gd name="connsiteX149" fmla="*/ 577081 w 713251"/>
                <a:gd name="connsiteY149" fmla="*/ 140700 h 720308"/>
                <a:gd name="connsiteX150" fmla="*/ 577081 w 713251"/>
                <a:gd name="connsiteY150" fmla="*/ 140700 h 720308"/>
                <a:gd name="connsiteX151" fmla="*/ 520986 w 713251"/>
                <a:gd name="connsiteY151" fmla="*/ 162627 h 720308"/>
                <a:gd name="connsiteX152" fmla="*/ 517813 w 713251"/>
                <a:gd name="connsiteY152" fmla="*/ 162111 h 720308"/>
                <a:gd name="connsiteX153" fmla="*/ 549676 w 713251"/>
                <a:gd name="connsiteY153" fmla="*/ 149954 h 720308"/>
                <a:gd name="connsiteX154" fmla="*/ 579894 w 713251"/>
                <a:gd name="connsiteY154" fmla="*/ 137166 h 720308"/>
                <a:gd name="connsiteX155" fmla="*/ 580318 w 713251"/>
                <a:gd name="connsiteY155" fmla="*/ 136386 h 720308"/>
                <a:gd name="connsiteX156" fmla="*/ 458959 w 713251"/>
                <a:gd name="connsiteY156" fmla="*/ 61704 h 720308"/>
                <a:gd name="connsiteX157" fmla="*/ 350885 w 713251"/>
                <a:gd name="connsiteY157" fmla="*/ 131 h 720308"/>
                <a:gd name="connsiteX158" fmla="*/ 386344 w 713251"/>
                <a:gd name="connsiteY158" fmla="*/ 1014 h 720308"/>
                <a:gd name="connsiteX159" fmla="*/ 401558 w 713251"/>
                <a:gd name="connsiteY159" fmla="*/ 2976 h 720308"/>
                <a:gd name="connsiteX160" fmla="*/ 402560 w 713251"/>
                <a:gd name="connsiteY160" fmla="*/ 3058 h 720308"/>
                <a:gd name="connsiteX161" fmla="*/ 402553 w 713251"/>
                <a:gd name="connsiteY161" fmla="*/ 3105 h 720308"/>
                <a:gd name="connsiteX162" fmla="*/ 421516 w 713251"/>
                <a:gd name="connsiteY162" fmla="*/ 5551 h 720308"/>
                <a:gd name="connsiteX163" fmla="*/ 456513 w 713251"/>
                <a:gd name="connsiteY163" fmla="*/ 13590 h 720308"/>
                <a:gd name="connsiteX164" fmla="*/ 457343 w 713251"/>
                <a:gd name="connsiteY164" fmla="*/ 13827 h 720308"/>
                <a:gd name="connsiteX165" fmla="*/ 458818 w 713251"/>
                <a:gd name="connsiteY165" fmla="*/ 14249 h 720308"/>
                <a:gd name="connsiteX166" fmla="*/ 463477 w 713251"/>
                <a:gd name="connsiteY166" fmla="*/ 15654 h 720308"/>
                <a:gd name="connsiteX167" fmla="*/ 464203 w 713251"/>
                <a:gd name="connsiteY167" fmla="*/ 15938 h 720308"/>
                <a:gd name="connsiteX168" fmla="*/ 486137 w 713251"/>
                <a:gd name="connsiteY168" fmla="*/ 22761 h 720308"/>
                <a:gd name="connsiteX169" fmla="*/ 481368 w 713251"/>
                <a:gd name="connsiteY169" fmla="*/ 22642 h 720308"/>
                <a:gd name="connsiteX170" fmla="*/ 481287 w 713251"/>
                <a:gd name="connsiteY170" fmla="*/ 22611 h 720308"/>
                <a:gd name="connsiteX171" fmla="*/ 481367 w 713251"/>
                <a:gd name="connsiteY171" fmla="*/ 22642 h 720308"/>
                <a:gd name="connsiteX172" fmla="*/ 486315 w 713251"/>
                <a:gd name="connsiteY172" fmla="*/ 23087 h 720308"/>
                <a:gd name="connsiteX173" fmla="*/ 488990 w 713251"/>
                <a:gd name="connsiteY173" fmla="*/ 24449 h 720308"/>
                <a:gd name="connsiteX174" fmla="*/ 489608 w 713251"/>
                <a:gd name="connsiteY174" fmla="*/ 24616 h 720308"/>
                <a:gd name="connsiteX175" fmla="*/ 491226 w 713251"/>
                <a:gd name="connsiteY175" fmla="*/ 25051 h 720308"/>
                <a:gd name="connsiteX176" fmla="*/ 493900 w 713251"/>
                <a:gd name="connsiteY176" fmla="*/ 26413 h 720308"/>
                <a:gd name="connsiteX177" fmla="*/ 494518 w 713251"/>
                <a:gd name="connsiteY177" fmla="*/ 26580 h 720308"/>
                <a:gd name="connsiteX178" fmla="*/ 496136 w 713251"/>
                <a:gd name="connsiteY178" fmla="*/ 27016 h 720308"/>
                <a:gd name="connsiteX179" fmla="*/ 500760 w 713251"/>
                <a:gd name="connsiteY179" fmla="*/ 29348 h 720308"/>
                <a:gd name="connsiteX180" fmla="*/ 501424 w 713251"/>
                <a:gd name="connsiteY180" fmla="*/ 29529 h 720308"/>
                <a:gd name="connsiteX181" fmla="*/ 503010 w 713251"/>
                <a:gd name="connsiteY181" fmla="*/ 29962 h 720308"/>
                <a:gd name="connsiteX182" fmla="*/ 507635 w 713251"/>
                <a:gd name="connsiteY182" fmla="*/ 32294 h 720308"/>
                <a:gd name="connsiteX183" fmla="*/ 508298 w 713251"/>
                <a:gd name="connsiteY183" fmla="*/ 32475 h 720308"/>
                <a:gd name="connsiteX184" fmla="*/ 509885 w 713251"/>
                <a:gd name="connsiteY184" fmla="*/ 32908 h 720308"/>
                <a:gd name="connsiteX185" fmla="*/ 531278 w 713251"/>
                <a:gd name="connsiteY185" fmla="*/ 44778 h 720308"/>
                <a:gd name="connsiteX186" fmla="*/ 549820 w 713251"/>
                <a:gd name="connsiteY186" fmla="*/ 55570 h 720308"/>
                <a:gd name="connsiteX187" fmla="*/ 576560 w 713251"/>
                <a:gd name="connsiteY187" fmla="*/ 72942 h 720308"/>
                <a:gd name="connsiteX188" fmla="*/ 594441 w 713251"/>
                <a:gd name="connsiteY188" fmla="*/ 88518 h 720308"/>
                <a:gd name="connsiteX189" fmla="*/ 616552 w 713251"/>
                <a:gd name="connsiteY189" fmla="*/ 108021 h 720308"/>
                <a:gd name="connsiteX190" fmla="*/ 631141 w 713251"/>
                <a:gd name="connsiteY190" fmla="*/ 125280 h 720308"/>
                <a:gd name="connsiteX191" fmla="*/ 643795 w 713251"/>
                <a:gd name="connsiteY191" fmla="*/ 139170 h 720308"/>
                <a:gd name="connsiteX192" fmla="*/ 662709 w 713251"/>
                <a:gd name="connsiteY192" fmla="*/ 167040 h 720308"/>
                <a:gd name="connsiteX193" fmla="*/ 683473 w 713251"/>
                <a:gd name="connsiteY193" fmla="*/ 205171 h 720308"/>
                <a:gd name="connsiteX194" fmla="*/ 703240 w 713251"/>
                <a:gd name="connsiteY194" fmla="*/ 256791 h 720308"/>
                <a:gd name="connsiteX195" fmla="*/ 713251 w 713251"/>
                <a:gd name="connsiteY195" fmla="*/ 300729 h 720308"/>
                <a:gd name="connsiteX196" fmla="*/ 665299 w 713251"/>
                <a:gd name="connsiteY196" fmla="*/ 300729 h 720308"/>
                <a:gd name="connsiteX197" fmla="*/ 662365 w 713251"/>
                <a:gd name="connsiteY197" fmla="*/ 280861 h 720308"/>
                <a:gd name="connsiteX198" fmla="*/ 663554 w 713251"/>
                <a:gd name="connsiteY198" fmla="*/ 280485 h 720308"/>
                <a:gd name="connsiteX199" fmla="*/ 661164 w 713251"/>
                <a:gd name="connsiteY199" fmla="*/ 269485 h 720308"/>
                <a:gd name="connsiteX200" fmla="*/ 661155 w 713251"/>
                <a:gd name="connsiteY200" fmla="*/ 269461 h 720308"/>
                <a:gd name="connsiteX201" fmla="*/ 654235 w 713251"/>
                <a:gd name="connsiteY201" fmla="*/ 249755 h 720308"/>
                <a:gd name="connsiteX202" fmla="*/ 653280 w 713251"/>
                <a:gd name="connsiteY202" fmla="*/ 246975 h 720308"/>
                <a:gd name="connsiteX203" fmla="*/ 653280 w 713251"/>
                <a:gd name="connsiteY203" fmla="*/ 246974 h 720308"/>
                <a:gd name="connsiteX204" fmla="*/ 652271 w 713251"/>
                <a:gd name="connsiteY204" fmla="*/ 244845 h 720308"/>
                <a:gd name="connsiteX205" fmla="*/ 651316 w 713251"/>
                <a:gd name="connsiteY205" fmla="*/ 242065 h 720308"/>
                <a:gd name="connsiteX206" fmla="*/ 651315 w 713251"/>
                <a:gd name="connsiteY206" fmla="*/ 242063 h 720308"/>
                <a:gd name="connsiteX207" fmla="*/ 650295 w 713251"/>
                <a:gd name="connsiteY207" fmla="*/ 239920 h 720308"/>
                <a:gd name="connsiteX208" fmla="*/ 648370 w 713251"/>
                <a:gd name="connsiteY208" fmla="*/ 235190 h 720308"/>
                <a:gd name="connsiteX209" fmla="*/ 648369 w 713251"/>
                <a:gd name="connsiteY209" fmla="*/ 235189 h 720308"/>
                <a:gd name="connsiteX210" fmla="*/ 647342 w 713251"/>
                <a:gd name="connsiteY210" fmla="*/ 233036 h 720308"/>
                <a:gd name="connsiteX211" fmla="*/ 625564 w 713251"/>
                <a:gd name="connsiteY211" fmla="*/ 192905 h 720308"/>
                <a:gd name="connsiteX212" fmla="*/ 610878 w 713251"/>
                <a:gd name="connsiteY212" fmla="*/ 172015 h 720308"/>
                <a:gd name="connsiteX213" fmla="*/ 587828 w 713251"/>
                <a:gd name="connsiteY213" fmla="*/ 183332 h 720308"/>
                <a:gd name="connsiteX214" fmla="*/ 587893 w 713251"/>
                <a:gd name="connsiteY214" fmla="*/ 182137 h 720308"/>
                <a:gd name="connsiteX215" fmla="*/ 588404 w 713251"/>
                <a:gd name="connsiteY215" fmla="*/ 181246 h 720308"/>
                <a:gd name="connsiteX216" fmla="*/ 587823 w 713251"/>
                <a:gd name="connsiteY216" fmla="*/ 182186 h 720308"/>
                <a:gd name="connsiteX217" fmla="*/ 587268 w 713251"/>
                <a:gd name="connsiteY217" fmla="*/ 183724 h 720308"/>
                <a:gd name="connsiteX218" fmla="*/ 577862 w 713251"/>
                <a:gd name="connsiteY218" fmla="*/ 187712 h 720308"/>
                <a:gd name="connsiteX219" fmla="*/ 551679 w 713251"/>
                <a:gd name="connsiteY219" fmla="*/ 197936 h 720308"/>
                <a:gd name="connsiteX220" fmla="*/ 516094 w 713251"/>
                <a:gd name="connsiteY220" fmla="*/ 209323 h 720308"/>
                <a:gd name="connsiteX221" fmla="*/ 529462 w 713251"/>
                <a:gd name="connsiteY221" fmla="*/ 308857 h 720308"/>
                <a:gd name="connsiteX222" fmla="*/ 530615 w 713251"/>
                <a:gd name="connsiteY222" fmla="*/ 342132 h 720308"/>
                <a:gd name="connsiteX223" fmla="*/ 629501 w 713251"/>
                <a:gd name="connsiteY223" fmla="*/ 342132 h 720308"/>
                <a:gd name="connsiteX224" fmla="*/ 629501 w 713251"/>
                <a:gd name="connsiteY224" fmla="*/ 387690 h 720308"/>
                <a:gd name="connsiteX225" fmla="*/ 530969 w 713251"/>
                <a:gd name="connsiteY225" fmla="*/ 387690 h 720308"/>
                <a:gd name="connsiteX226" fmla="*/ 528479 w 713251"/>
                <a:gd name="connsiteY226" fmla="*/ 419923 h 720308"/>
                <a:gd name="connsiteX227" fmla="*/ 525488 w 713251"/>
                <a:gd name="connsiteY227" fmla="*/ 450166 h 720308"/>
                <a:gd name="connsiteX228" fmla="*/ 518012 w 713251"/>
                <a:gd name="connsiteY228" fmla="*/ 499877 h 720308"/>
                <a:gd name="connsiteX229" fmla="*/ 520557 w 713251"/>
                <a:gd name="connsiteY229" fmla="*/ 503366 h 720308"/>
                <a:gd name="connsiteX230" fmla="*/ 523662 w 713251"/>
                <a:gd name="connsiteY230" fmla="*/ 504810 h 720308"/>
                <a:gd name="connsiteX231" fmla="*/ 525964 w 713251"/>
                <a:gd name="connsiteY231" fmla="*/ 505326 h 720308"/>
                <a:gd name="connsiteX232" fmla="*/ 530593 w 713251"/>
                <a:gd name="connsiteY232" fmla="*/ 506846 h 720308"/>
                <a:gd name="connsiteX233" fmla="*/ 558807 w 713251"/>
                <a:gd name="connsiteY233" fmla="*/ 515752 h 720308"/>
                <a:gd name="connsiteX234" fmla="*/ 557711 w 713251"/>
                <a:gd name="connsiteY234" fmla="*/ 516653 h 720308"/>
                <a:gd name="connsiteX235" fmla="*/ 559309 w 713251"/>
                <a:gd name="connsiteY235" fmla="*/ 516131 h 720308"/>
                <a:gd name="connsiteX236" fmla="*/ 561962 w 713251"/>
                <a:gd name="connsiteY236" fmla="*/ 517576 h 720308"/>
                <a:gd name="connsiteX237" fmla="*/ 564220 w 713251"/>
                <a:gd name="connsiteY237" fmla="*/ 518095 h 720308"/>
                <a:gd name="connsiteX238" fmla="*/ 566872 w 713251"/>
                <a:gd name="connsiteY238" fmla="*/ 519541 h 720308"/>
                <a:gd name="connsiteX239" fmla="*/ 569130 w 713251"/>
                <a:gd name="connsiteY239" fmla="*/ 520060 h 720308"/>
                <a:gd name="connsiteX240" fmla="*/ 571783 w 713251"/>
                <a:gd name="connsiteY240" fmla="*/ 521505 h 720308"/>
                <a:gd name="connsiteX241" fmla="*/ 574040 w 713251"/>
                <a:gd name="connsiteY241" fmla="*/ 522024 h 720308"/>
                <a:gd name="connsiteX242" fmla="*/ 576693 w 713251"/>
                <a:gd name="connsiteY242" fmla="*/ 523469 h 720308"/>
                <a:gd name="connsiteX243" fmla="*/ 578979 w 713251"/>
                <a:gd name="connsiteY243" fmla="*/ 523989 h 720308"/>
                <a:gd name="connsiteX244" fmla="*/ 585532 w 713251"/>
                <a:gd name="connsiteY244" fmla="*/ 527397 h 720308"/>
                <a:gd name="connsiteX245" fmla="*/ 587827 w 713251"/>
                <a:gd name="connsiteY245" fmla="*/ 527918 h 720308"/>
                <a:gd name="connsiteX246" fmla="*/ 610385 w 713251"/>
                <a:gd name="connsiteY246" fmla="*/ 539083 h 720308"/>
                <a:gd name="connsiteX247" fmla="*/ 613021 w 713251"/>
                <a:gd name="connsiteY247" fmla="*/ 540356 h 720308"/>
                <a:gd name="connsiteX248" fmla="*/ 614254 w 713251"/>
                <a:gd name="connsiteY248" fmla="*/ 540437 h 720308"/>
                <a:gd name="connsiteX249" fmla="*/ 626758 w 713251"/>
                <a:gd name="connsiteY249" fmla="*/ 521816 h 720308"/>
                <a:gd name="connsiteX250" fmla="*/ 658911 w 713251"/>
                <a:gd name="connsiteY250" fmla="*/ 449135 h 720308"/>
                <a:gd name="connsiteX251" fmla="*/ 663131 w 713251"/>
                <a:gd name="connsiteY251" fmla="*/ 428801 h 720308"/>
                <a:gd name="connsiteX252" fmla="*/ 711695 w 713251"/>
                <a:gd name="connsiteY252" fmla="*/ 428801 h 720308"/>
                <a:gd name="connsiteX253" fmla="*/ 710725 w 713251"/>
                <a:gd name="connsiteY253" fmla="*/ 435358 h 720308"/>
                <a:gd name="connsiteX254" fmla="*/ 691631 w 713251"/>
                <a:gd name="connsiteY254" fmla="*/ 496623 h 720308"/>
                <a:gd name="connsiteX255" fmla="*/ 664368 w 713251"/>
                <a:gd name="connsiteY255" fmla="*/ 549660 h 720308"/>
                <a:gd name="connsiteX256" fmla="*/ 653394 w 713251"/>
                <a:gd name="connsiteY256" fmla="*/ 565246 h 720308"/>
                <a:gd name="connsiteX257" fmla="*/ 652842 w 713251"/>
                <a:gd name="connsiteY257" fmla="*/ 566334 h 720308"/>
                <a:gd name="connsiteX258" fmla="*/ 652352 w 713251"/>
                <a:gd name="connsiteY258" fmla="*/ 567302 h 720308"/>
                <a:gd name="connsiteX259" fmla="*/ 648467 w 713251"/>
                <a:gd name="connsiteY259" fmla="*/ 572136 h 720308"/>
                <a:gd name="connsiteX260" fmla="*/ 647936 w 713251"/>
                <a:gd name="connsiteY260" fmla="*/ 573194 h 720308"/>
                <a:gd name="connsiteX261" fmla="*/ 647442 w 713251"/>
                <a:gd name="connsiteY261" fmla="*/ 574176 h 720308"/>
                <a:gd name="connsiteX262" fmla="*/ 603333 w 713251"/>
                <a:gd name="connsiteY262" fmla="*/ 623121 h 720308"/>
                <a:gd name="connsiteX263" fmla="*/ 578840 w 713251"/>
                <a:gd name="connsiteY263" fmla="*/ 642745 h 720308"/>
                <a:gd name="connsiteX264" fmla="*/ 578519 w 713251"/>
                <a:gd name="connsiteY264" fmla="*/ 642981 h 720308"/>
                <a:gd name="connsiteX265" fmla="*/ 573173 w 713251"/>
                <a:gd name="connsiteY265" fmla="*/ 647269 h 720308"/>
                <a:gd name="connsiteX266" fmla="*/ 563730 w 713251"/>
                <a:gd name="connsiteY266" fmla="*/ 653844 h 720308"/>
                <a:gd name="connsiteX267" fmla="*/ 553502 w 713251"/>
                <a:gd name="connsiteY267" fmla="*/ 661357 h 720308"/>
                <a:gd name="connsiteX268" fmla="*/ 533022 w 713251"/>
                <a:gd name="connsiteY268" fmla="*/ 673183 h 720308"/>
                <a:gd name="connsiteX269" fmla="*/ 527678 w 713251"/>
                <a:gd name="connsiteY269" fmla="*/ 676130 h 720308"/>
                <a:gd name="connsiteX270" fmla="*/ 526574 w 713251"/>
                <a:gd name="connsiteY270" fmla="*/ 676608 h 720308"/>
                <a:gd name="connsiteX271" fmla="*/ 510190 w 713251"/>
                <a:gd name="connsiteY271" fmla="*/ 685894 h 720308"/>
                <a:gd name="connsiteX272" fmla="*/ 510325 w 713251"/>
                <a:gd name="connsiteY272" fmla="*/ 684433 h 720308"/>
                <a:gd name="connsiteX273" fmla="*/ 510391 w 713251"/>
                <a:gd name="connsiteY273" fmla="*/ 684316 h 720308"/>
                <a:gd name="connsiteX274" fmla="*/ 510342 w 713251"/>
                <a:gd name="connsiteY274" fmla="*/ 684337 h 720308"/>
                <a:gd name="connsiteX275" fmla="*/ 510281 w 713251"/>
                <a:gd name="connsiteY275" fmla="*/ 684437 h 720308"/>
                <a:gd name="connsiteX276" fmla="*/ 509842 w 713251"/>
                <a:gd name="connsiteY276" fmla="*/ 685925 h 720308"/>
                <a:gd name="connsiteX277" fmla="*/ 498105 w 713251"/>
                <a:gd name="connsiteY277" fmla="*/ 690525 h 720308"/>
                <a:gd name="connsiteX278" fmla="*/ 448144 w 713251"/>
                <a:gd name="connsiteY278" fmla="*/ 707577 h 720308"/>
                <a:gd name="connsiteX279" fmla="*/ 402207 w 713251"/>
                <a:gd name="connsiteY279" fmla="*/ 716400 h 720308"/>
                <a:gd name="connsiteX280" fmla="*/ 390219 w 713251"/>
                <a:gd name="connsiteY280" fmla="*/ 717666 h 720308"/>
                <a:gd name="connsiteX281" fmla="*/ 379412 w 713251"/>
                <a:gd name="connsiteY281" fmla="*/ 718437 h 720308"/>
                <a:gd name="connsiteX282" fmla="*/ 374396 w 713251"/>
                <a:gd name="connsiteY282" fmla="*/ 719049 h 720308"/>
                <a:gd name="connsiteX283" fmla="*/ 370776 w 713251"/>
                <a:gd name="connsiteY283" fmla="*/ 719553 h 720308"/>
                <a:gd name="connsiteX284" fmla="*/ 363396 w 713251"/>
                <a:gd name="connsiteY284" fmla="*/ 720308 h 720308"/>
                <a:gd name="connsiteX285" fmla="*/ 358792 w 713251"/>
                <a:gd name="connsiteY285" fmla="*/ 720065 h 720308"/>
                <a:gd name="connsiteX286" fmla="*/ 354191 w 713251"/>
                <a:gd name="connsiteY286" fmla="*/ 720308 h 720308"/>
                <a:gd name="connsiteX287" fmla="*/ 346811 w 713251"/>
                <a:gd name="connsiteY287" fmla="*/ 719552 h 720308"/>
                <a:gd name="connsiteX288" fmla="*/ 343210 w 713251"/>
                <a:gd name="connsiteY288" fmla="*/ 719052 h 720308"/>
                <a:gd name="connsiteX289" fmla="*/ 338169 w 713251"/>
                <a:gd name="connsiteY289" fmla="*/ 718436 h 720308"/>
                <a:gd name="connsiteX290" fmla="*/ 327368 w 713251"/>
                <a:gd name="connsiteY290" fmla="*/ 717666 h 720308"/>
                <a:gd name="connsiteX291" fmla="*/ 315380 w 713251"/>
                <a:gd name="connsiteY291" fmla="*/ 716400 h 720308"/>
                <a:gd name="connsiteX292" fmla="*/ 269444 w 713251"/>
                <a:gd name="connsiteY292" fmla="*/ 707577 h 720308"/>
                <a:gd name="connsiteX293" fmla="*/ 219482 w 713251"/>
                <a:gd name="connsiteY293" fmla="*/ 690525 h 720308"/>
                <a:gd name="connsiteX294" fmla="*/ 207746 w 713251"/>
                <a:gd name="connsiteY294" fmla="*/ 685925 h 720308"/>
                <a:gd name="connsiteX295" fmla="*/ 207306 w 713251"/>
                <a:gd name="connsiteY295" fmla="*/ 684437 h 720308"/>
                <a:gd name="connsiteX296" fmla="*/ 207246 w 713251"/>
                <a:gd name="connsiteY296" fmla="*/ 684338 h 720308"/>
                <a:gd name="connsiteX297" fmla="*/ 199113 w 713251"/>
                <a:gd name="connsiteY297" fmla="*/ 680851 h 720308"/>
                <a:gd name="connsiteX298" fmla="*/ 193734 w 713251"/>
                <a:gd name="connsiteY298" fmla="*/ 677785 h 720308"/>
                <a:gd name="connsiteX299" fmla="*/ 189909 w 713251"/>
                <a:gd name="connsiteY299" fmla="*/ 676130 h 720308"/>
                <a:gd name="connsiteX300" fmla="*/ 184565 w 713251"/>
                <a:gd name="connsiteY300" fmla="*/ 673183 h 720308"/>
                <a:gd name="connsiteX301" fmla="*/ 164085 w 713251"/>
                <a:gd name="connsiteY301" fmla="*/ 661357 h 720308"/>
                <a:gd name="connsiteX302" fmla="*/ 153866 w 713251"/>
                <a:gd name="connsiteY302" fmla="*/ 653850 h 720308"/>
                <a:gd name="connsiteX303" fmla="*/ 144414 w 713251"/>
                <a:gd name="connsiteY303" fmla="*/ 647269 h 720308"/>
                <a:gd name="connsiteX304" fmla="*/ 139064 w 713251"/>
                <a:gd name="connsiteY304" fmla="*/ 642978 h 720308"/>
                <a:gd name="connsiteX305" fmla="*/ 138747 w 713251"/>
                <a:gd name="connsiteY305" fmla="*/ 642745 h 720308"/>
                <a:gd name="connsiteX306" fmla="*/ 114254 w 713251"/>
                <a:gd name="connsiteY306" fmla="*/ 623121 h 720308"/>
                <a:gd name="connsiteX307" fmla="*/ 70145 w 713251"/>
                <a:gd name="connsiteY307" fmla="*/ 574176 h 720308"/>
                <a:gd name="connsiteX308" fmla="*/ 69120 w 713251"/>
                <a:gd name="connsiteY308" fmla="*/ 572136 h 720308"/>
                <a:gd name="connsiteX309" fmla="*/ 65235 w 713251"/>
                <a:gd name="connsiteY309" fmla="*/ 567302 h 720308"/>
                <a:gd name="connsiteX310" fmla="*/ 64194 w 713251"/>
                <a:gd name="connsiteY310" fmla="*/ 565245 h 720308"/>
                <a:gd name="connsiteX311" fmla="*/ 53219 w 713251"/>
                <a:gd name="connsiteY311" fmla="*/ 549660 h 720308"/>
                <a:gd name="connsiteX312" fmla="*/ 25956 w 713251"/>
                <a:gd name="connsiteY312" fmla="*/ 496622 h 720308"/>
                <a:gd name="connsiteX313" fmla="*/ 6862 w 713251"/>
                <a:gd name="connsiteY313" fmla="*/ 435358 h 720308"/>
                <a:gd name="connsiteX314" fmla="*/ 1676 w 713251"/>
                <a:gd name="connsiteY314" fmla="*/ 400308 h 720308"/>
                <a:gd name="connsiteX315" fmla="*/ 2912 w 713251"/>
                <a:gd name="connsiteY315" fmla="*/ 399194 h 720308"/>
                <a:gd name="connsiteX316" fmla="*/ 1219 w 713251"/>
                <a:gd name="connsiteY316" fmla="*/ 381219 h 720308"/>
                <a:gd name="connsiteX317" fmla="*/ 408 w 713251"/>
                <a:gd name="connsiteY317" fmla="*/ 343159 h 720308"/>
                <a:gd name="connsiteX318" fmla="*/ 1786 w 713251"/>
                <a:gd name="connsiteY318" fmla="*/ 331138 h 720308"/>
                <a:gd name="connsiteX319" fmla="*/ 0 w 713251"/>
                <a:gd name="connsiteY319" fmla="*/ 331130 h 720308"/>
                <a:gd name="connsiteX320" fmla="*/ 1291 w 713251"/>
                <a:gd name="connsiteY320" fmla="*/ 319564 h 720308"/>
                <a:gd name="connsiteX321" fmla="*/ 3076 w 713251"/>
                <a:gd name="connsiteY321" fmla="*/ 319889 h 720308"/>
                <a:gd name="connsiteX322" fmla="*/ 3690 w 713251"/>
                <a:gd name="connsiteY322" fmla="*/ 314530 h 720308"/>
                <a:gd name="connsiteX323" fmla="*/ 7823 w 713251"/>
                <a:gd name="connsiteY323" fmla="*/ 285977 h 720308"/>
                <a:gd name="connsiteX324" fmla="*/ 11650 w 713251"/>
                <a:gd name="connsiteY324" fmla="*/ 267087 h 720308"/>
                <a:gd name="connsiteX325" fmla="*/ 55222 w 713251"/>
                <a:gd name="connsiteY325" fmla="*/ 280861 h 720308"/>
                <a:gd name="connsiteX326" fmla="*/ 46174 w 713251"/>
                <a:gd name="connsiteY326" fmla="*/ 342132 h 720308"/>
                <a:gd name="connsiteX327" fmla="*/ 186973 w 713251"/>
                <a:gd name="connsiteY327" fmla="*/ 342132 h 720308"/>
                <a:gd name="connsiteX328" fmla="*/ 187836 w 713251"/>
                <a:gd name="connsiteY328" fmla="*/ 317195 h 720308"/>
                <a:gd name="connsiteX329" fmla="*/ 189125 w 713251"/>
                <a:gd name="connsiteY329" fmla="*/ 316861 h 720308"/>
                <a:gd name="connsiteX330" fmla="*/ 192602 w 713251"/>
                <a:gd name="connsiteY330" fmla="*/ 277298 h 720308"/>
                <a:gd name="connsiteX331" fmla="*/ 193526 w 713251"/>
                <a:gd name="connsiteY331" fmla="*/ 266233 h 720308"/>
                <a:gd name="connsiteX332" fmla="*/ 197291 w 713251"/>
                <a:gd name="connsiteY332" fmla="*/ 261793 h 720308"/>
                <a:gd name="connsiteX333" fmla="*/ 236293 w 713251"/>
                <a:gd name="connsiteY333" fmla="*/ 250925 h 720308"/>
                <a:gd name="connsiteX334" fmla="*/ 240438 w 713251"/>
                <a:gd name="connsiteY334" fmla="*/ 250013 h 720308"/>
                <a:gd name="connsiteX335" fmla="*/ 232245 w 713251"/>
                <a:gd name="connsiteY335" fmla="*/ 342630 h 720308"/>
                <a:gd name="connsiteX336" fmla="*/ 485342 w 713251"/>
                <a:gd name="connsiteY336" fmla="*/ 342630 h 720308"/>
                <a:gd name="connsiteX337" fmla="*/ 477149 w 713251"/>
                <a:gd name="connsiteY337" fmla="*/ 250013 h 720308"/>
                <a:gd name="connsiteX338" fmla="*/ 477212 w 713251"/>
                <a:gd name="connsiteY338" fmla="*/ 250025 h 720308"/>
                <a:gd name="connsiteX339" fmla="*/ 474548 w 713251"/>
                <a:gd name="connsiteY339" fmla="*/ 234307 h 720308"/>
                <a:gd name="connsiteX340" fmla="*/ 472681 w 713251"/>
                <a:gd name="connsiteY340" fmla="*/ 223487 h 720308"/>
                <a:gd name="connsiteX341" fmla="*/ 467503 w 713251"/>
                <a:gd name="connsiteY341" fmla="*/ 219637 h 720308"/>
                <a:gd name="connsiteX342" fmla="*/ 444638 w 713251"/>
                <a:gd name="connsiteY342" fmla="*/ 222715 h 720308"/>
                <a:gd name="connsiteX343" fmla="*/ 422680 w 713251"/>
                <a:gd name="connsiteY343" fmla="*/ 225426 h 720308"/>
                <a:gd name="connsiteX344" fmla="*/ 391543 w 713251"/>
                <a:gd name="connsiteY344" fmla="*/ 226909 h 720308"/>
                <a:gd name="connsiteX345" fmla="*/ 386352 w 713251"/>
                <a:gd name="connsiteY345" fmla="*/ 227305 h 720308"/>
                <a:gd name="connsiteX346" fmla="*/ 381546 w 713251"/>
                <a:gd name="connsiteY346" fmla="*/ 227385 h 720308"/>
                <a:gd name="connsiteX347" fmla="*/ 381377 w 713251"/>
                <a:gd name="connsiteY347" fmla="*/ 227393 h 720308"/>
                <a:gd name="connsiteX348" fmla="*/ 379871 w 713251"/>
                <a:gd name="connsiteY348" fmla="*/ 227412 h 720308"/>
                <a:gd name="connsiteX349" fmla="*/ 361288 w 713251"/>
                <a:gd name="connsiteY349" fmla="*/ 227720 h 720308"/>
                <a:gd name="connsiteX350" fmla="*/ 361164 w 713251"/>
                <a:gd name="connsiteY350" fmla="*/ 227718 h 720308"/>
                <a:gd name="connsiteX351" fmla="*/ 361230 w 713251"/>
                <a:gd name="connsiteY351" fmla="*/ 227655 h 720308"/>
                <a:gd name="connsiteX352" fmla="*/ 356299 w 713251"/>
                <a:gd name="connsiteY352" fmla="*/ 227720 h 720308"/>
                <a:gd name="connsiteX353" fmla="*/ 331236 w 713251"/>
                <a:gd name="connsiteY353" fmla="*/ 227305 h 720308"/>
                <a:gd name="connsiteX354" fmla="*/ 290367 w 713251"/>
                <a:gd name="connsiteY354" fmla="*/ 223485 h 720308"/>
                <a:gd name="connsiteX355" fmla="*/ 273350 w 713251"/>
                <a:gd name="connsiteY355" fmla="*/ 220090 h 720308"/>
                <a:gd name="connsiteX356" fmla="*/ 271367 w 713251"/>
                <a:gd name="connsiteY356" fmla="*/ 217725 h 720308"/>
                <a:gd name="connsiteX357" fmla="*/ 289238 w 713251"/>
                <a:gd name="connsiteY357" fmla="*/ 180664 h 720308"/>
                <a:gd name="connsiteX358" fmla="*/ 293789 w 713251"/>
                <a:gd name="connsiteY358" fmla="*/ 178528 h 720308"/>
                <a:gd name="connsiteX359" fmla="*/ 351183 w 713251"/>
                <a:gd name="connsiteY359" fmla="*/ 182306 h 720308"/>
                <a:gd name="connsiteX360" fmla="*/ 374735 w 713251"/>
                <a:gd name="connsiteY360" fmla="*/ 183970 h 720308"/>
                <a:gd name="connsiteX361" fmla="*/ 394688 w 713251"/>
                <a:gd name="connsiteY361" fmla="*/ 182351 h 720308"/>
                <a:gd name="connsiteX362" fmla="*/ 438446 w 713251"/>
                <a:gd name="connsiteY362" fmla="*/ 179027 h 720308"/>
                <a:gd name="connsiteX363" fmla="*/ 447822 w 713251"/>
                <a:gd name="connsiteY363" fmla="*/ 177072 h 720308"/>
                <a:gd name="connsiteX364" fmla="*/ 458445 w 713251"/>
                <a:gd name="connsiteY364" fmla="*/ 175730 h 720308"/>
                <a:gd name="connsiteX365" fmla="*/ 459832 w 713251"/>
                <a:gd name="connsiteY365" fmla="*/ 176754 h 720308"/>
                <a:gd name="connsiteX366" fmla="*/ 459832 w 713251"/>
                <a:gd name="connsiteY366" fmla="*/ 176754 h 720308"/>
                <a:gd name="connsiteX367" fmla="*/ 458840 w 713251"/>
                <a:gd name="connsiteY367" fmla="*/ 175802 h 720308"/>
                <a:gd name="connsiteX368" fmla="*/ 459424 w 713251"/>
                <a:gd name="connsiteY368" fmla="*/ 175403 h 720308"/>
                <a:gd name="connsiteX369" fmla="*/ 459832 w 713251"/>
                <a:gd name="connsiteY369" fmla="*/ 176753 h 720308"/>
                <a:gd name="connsiteX370" fmla="*/ 459648 w 713251"/>
                <a:gd name="connsiteY370" fmla="*/ 175373 h 720308"/>
                <a:gd name="connsiteX371" fmla="*/ 459893 w 713251"/>
                <a:gd name="connsiteY371" fmla="*/ 171665 h 720308"/>
                <a:gd name="connsiteX372" fmla="*/ 458054 w 713251"/>
                <a:gd name="connsiteY372" fmla="*/ 166376 h 720308"/>
                <a:gd name="connsiteX373" fmla="*/ 454028 w 713251"/>
                <a:gd name="connsiteY373" fmla="*/ 154794 h 720308"/>
                <a:gd name="connsiteX374" fmla="*/ 453016 w 713251"/>
                <a:gd name="connsiteY374" fmla="*/ 151986 h 720308"/>
                <a:gd name="connsiteX375" fmla="*/ 452441 w 713251"/>
                <a:gd name="connsiteY375" fmla="*/ 150485 h 720308"/>
                <a:gd name="connsiteX376" fmla="*/ 451082 w 713251"/>
                <a:gd name="connsiteY376" fmla="*/ 146938 h 720308"/>
                <a:gd name="connsiteX377" fmla="*/ 450048 w 713251"/>
                <a:gd name="connsiteY377" fmla="*/ 144186 h 720308"/>
                <a:gd name="connsiteX378" fmla="*/ 449703 w 713251"/>
                <a:gd name="connsiteY378" fmla="*/ 143385 h 720308"/>
                <a:gd name="connsiteX379" fmla="*/ 449118 w 713251"/>
                <a:gd name="connsiteY379" fmla="*/ 142027 h 720308"/>
                <a:gd name="connsiteX380" fmla="*/ 447102 w 713251"/>
                <a:gd name="connsiteY380" fmla="*/ 137331 h 720308"/>
                <a:gd name="connsiteX381" fmla="*/ 446741 w 713251"/>
                <a:gd name="connsiteY381" fmla="*/ 136485 h 720308"/>
                <a:gd name="connsiteX382" fmla="*/ 446172 w 713251"/>
                <a:gd name="connsiteY382" fmla="*/ 135153 h 720308"/>
                <a:gd name="connsiteX383" fmla="*/ 444156 w 713251"/>
                <a:gd name="connsiteY383" fmla="*/ 130456 h 720308"/>
                <a:gd name="connsiteX384" fmla="*/ 443795 w 713251"/>
                <a:gd name="connsiteY384" fmla="*/ 129610 h 720308"/>
                <a:gd name="connsiteX385" fmla="*/ 443226 w 713251"/>
                <a:gd name="connsiteY385" fmla="*/ 128279 h 720308"/>
                <a:gd name="connsiteX386" fmla="*/ 422603 w 713251"/>
                <a:gd name="connsiteY386" fmla="*/ 91677 h 720308"/>
                <a:gd name="connsiteX387" fmla="*/ 389528 w 713251"/>
                <a:gd name="connsiteY387" fmla="*/ 55648 h 720308"/>
                <a:gd name="connsiteX388" fmla="*/ 359408 w 713251"/>
                <a:gd name="connsiteY388" fmla="*/ 44900 h 720308"/>
                <a:gd name="connsiteX389" fmla="*/ 349512 w 713251"/>
                <a:gd name="connsiteY389" fmla="*/ 46478 h 720308"/>
                <a:gd name="connsiteX390" fmla="*/ 339311 w 713251"/>
                <a:gd name="connsiteY390" fmla="*/ 48810 h 720308"/>
                <a:gd name="connsiteX391" fmla="*/ 334191 w 713251"/>
                <a:gd name="connsiteY391" fmla="*/ 51272 h 720308"/>
                <a:gd name="connsiteX392" fmla="*/ 324886 w 713251"/>
                <a:gd name="connsiteY392" fmla="*/ 58873 h 720308"/>
                <a:gd name="connsiteX393" fmla="*/ 315027 w 713251"/>
                <a:gd name="connsiteY393" fmla="*/ 3058 h 720308"/>
                <a:gd name="connsiteX394" fmla="*/ 350885 w 713251"/>
                <a:gd name="connsiteY394" fmla="*/ 131 h 72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713251" h="720308">
                  <a:moveTo>
                    <a:pt x="460813" y="655637"/>
                  </a:moveTo>
                  <a:lnTo>
                    <a:pt x="460770" y="655723"/>
                  </a:lnTo>
                  <a:lnTo>
                    <a:pt x="460669" y="655759"/>
                  </a:lnTo>
                  <a:cubicBezTo>
                    <a:pt x="460714" y="655715"/>
                    <a:pt x="460813" y="655637"/>
                    <a:pt x="460813" y="655637"/>
                  </a:cubicBezTo>
                  <a:close/>
                  <a:moveTo>
                    <a:pt x="505913" y="550615"/>
                  </a:moveTo>
                  <a:lnTo>
                    <a:pt x="501234" y="565587"/>
                  </a:lnTo>
                  <a:cubicBezTo>
                    <a:pt x="495492" y="581048"/>
                    <a:pt x="489939" y="596608"/>
                    <a:pt x="483387" y="611728"/>
                  </a:cubicBezTo>
                  <a:cubicBezTo>
                    <a:pt x="478739" y="622456"/>
                    <a:pt x="472561" y="632520"/>
                    <a:pt x="467117" y="642907"/>
                  </a:cubicBezTo>
                  <a:cubicBezTo>
                    <a:pt x="464883" y="647169"/>
                    <a:pt x="462784" y="651502"/>
                    <a:pt x="460714" y="655715"/>
                  </a:cubicBezTo>
                  <a:lnTo>
                    <a:pt x="460618" y="655381"/>
                  </a:lnTo>
                  <a:lnTo>
                    <a:pt x="460499" y="654963"/>
                  </a:lnTo>
                  <a:lnTo>
                    <a:pt x="460251" y="656176"/>
                  </a:lnTo>
                  <a:lnTo>
                    <a:pt x="460004" y="657385"/>
                  </a:lnTo>
                  <a:lnTo>
                    <a:pt x="460616" y="657481"/>
                  </a:lnTo>
                  <a:lnTo>
                    <a:pt x="460733" y="657479"/>
                  </a:lnTo>
                  <a:lnTo>
                    <a:pt x="461106" y="657318"/>
                  </a:lnTo>
                  <a:lnTo>
                    <a:pt x="460140" y="656981"/>
                  </a:lnTo>
                  <a:lnTo>
                    <a:pt x="460770" y="655723"/>
                  </a:lnTo>
                  <a:lnTo>
                    <a:pt x="480864" y="648465"/>
                  </a:lnTo>
                  <a:lnTo>
                    <a:pt x="481996" y="647782"/>
                  </a:lnTo>
                  <a:lnTo>
                    <a:pt x="483190" y="647625"/>
                  </a:lnTo>
                  <a:lnTo>
                    <a:pt x="484190" y="647263"/>
                  </a:lnTo>
                  <a:lnTo>
                    <a:pt x="497245" y="641096"/>
                  </a:lnTo>
                  <a:lnTo>
                    <a:pt x="499329" y="640054"/>
                  </a:lnTo>
                  <a:cubicBezTo>
                    <a:pt x="504228" y="637659"/>
                    <a:pt x="509073" y="635259"/>
                    <a:pt x="513791" y="632632"/>
                  </a:cubicBezTo>
                  <a:cubicBezTo>
                    <a:pt x="521226" y="628491"/>
                    <a:pt x="528297" y="623570"/>
                    <a:pt x="535064" y="618387"/>
                  </a:cubicBezTo>
                  <a:lnTo>
                    <a:pt x="569352" y="590958"/>
                  </a:lnTo>
                  <a:lnTo>
                    <a:pt x="579322" y="582391"/>
                  </a:lnTo>
                  <a:lnTo>
                    <a:pt x="561309" y="572652"/>
                  </a:lnTo>
                  <a:cubicBezTo>
                    <a:pt x="555219" y="569638"/>
                    <a:pt x="549065" y="566849"/>
                    <a:pt x="542852" y="564235"/>
                  </a:cubicBezTo>
                  <a:close/>
                  <a:moveTo>
                    <a:pt x="211674" y="550615"/>
                  </a:moveTo>
                  <a:lnTo>
                    <a:pt x="174735" y="564236"/>
                  </a:lnTo>
                  <a:cubicBezTo>
                    <a:pt x="168523" y="566849"/>
                    <a:pt x="162368" y="569638"/>
                    <a:pt x="156278" y="572652"/>
                  </a:cubicBezTo>
                  <a:lnTo>
                    <a:pt x="138265" y="582391"/>
                  </a:lnTo>
                  <a:lnTo>
                    <a:pt x="148241" y="590962"/>
                  </a:lnTo>
                  <a:lnTo>
                    <a:pt x="182523" y="618388"/>
                  </a:lnTo>
                  <a:cubicBezTo>
                    <a:pt x="189290" y="623570"/>
                    <a:pt x="196362" y="628491"/>
                    <a:pt x="203796" y="632632"/>
                  </a:cubicBezTo>
                  <a:cubicBezTo>
                    <a:pt x="213233" y="637887"/>
                    <a:pt x="223176" y="642232"/>
                    <a:pt x="233042" y="647447"/>
                  </a:cubicBezTo>
                  <a:lnTo>
                    <a:pt x="235592" y="647782"/>
                  </a:lnTo>
                  <a:cubicBezTo>
                    <a:pt x="236986" y="648493"/>
                    <a:pt x="238381" y="649205"/>
                    <a:pt x="239917" y="650393"/>
                  </a:cubicBezTo>
                  <a:cubicBezTo>
                    <a:pt x="240538" y="650469"/>
                    <a:pt x="241159" y="650545"/>
                    <a:pt x="242427" y="650727"/>
                  </a:cubicBezTo>
                  <a:cubicBezTo>
                    <a:pt x="243180" y="651111"/>
                    <a:pt x="243933" y="651495"/>
                    <a:pt x="244827" y="652357"/>
                  </a:cubicBezTo>
                  <a:cubicBezTo>
                    <a:pt x="245448" y="652433"/>
                    <a:pt x="246069" y="652509"/>
                    <a:pt x="247338" y="652691"/>
                  </a:cubicBezTo>
                  <a:cubicBezTo>
                    <a:pt x="248090" y="653075"/>
                    <a:pt x="248843" y="653460"/>
                    <a:pt x="249849" y="654463"/>
                  </a:cubicBezTo>
                  <a:cubicBezTo>
                    <a:pt x="252175" y="655497"/>
                    <a:pt x="254441" y="656723"/>
                    <a:pt x="256854" y="657479"/>
                  </a:cubicBezTo>
                  <a:lnTo>
                    <a:pt x="256970" y="657481"/>
                  </a:lnTo>
                  <a:lnTo>
                    <a:pt x="256971" y="657481"/>
                  </a:lnTo>
                  <a:lnTo>
                    <a:pt x="256854" y="657479"/>
                  </a:lnTo>
                  <a:cubicBezTo>
                    <a:pt x="254441" y="656723"/>
                    <a:pt x="252175" y="655496"/>
                    <a:pt x="249723" y="654154"/>
                  </a:cubicBezTo>
                  <a:lnTo>
                    <a:pt x="257268" y="655843"/>
                  </a:lnTo>
                  <a:lnTo>
                    <a:pt x="257088" y="654963"/>
                  </a:lnTo>
                  <a:cubicBezTo>
                    <a:pt x="256775" y="655637"/>
                    <a:pt x="256873" y="655715"/>
                    <a:pt x="256873" y="655715"/>
                  </a:cubicBezTo>
                  <a:cubicBezTo>
                    <a:pt x="254803" y="651502"/>
                    <a:pt x="252704" y="647169"/>
                    <a:pt x="250470" y="642907"/>
                  </a:cubicBezTo>
                  <a:cubicBezTo>
                    <a:pt x="245026" y="632519"/>
                    <a:pt x="238849" y="622456"/>
                    <a:pt x="234200" y="611727"/>
                  </a:cubicBezTo>
                  <a:cubicBezTo>
                    <a:pt x="227648" y="596607"/>
                    <a:pt x="222095" y="581048"/>
                    <a:pt x="216354" y="565587"/>
                  </a:cubicBezTo>
                  <a:close/>
                  <a:moveTo>
                    <a:pt x="358795" y="528301"/>
                  </a:moveTo>
                  <a:lnTo>
                    <a:pt x="333963" y="529175"/>
                  </a:lnTo>
                  <a:cubicBezTo>
                    <a:pt x="308276" y="530683"/>
                    <a:pt x="282642" y="533998"/>
                    <a:pt x="257060" y="539103"/>
                  </a:cubicBezTo>
                  <a:cubicBezTo>
                    <a:pt x="257231" y="540756"/>
                    <a:pt x="257086" y="542463"/>
                    <a:pt x="257607" y="543935"/>
                  </a:cubicBezTo>
                  <a:cubicBezTo>
                    <a:pt x="263092" y="559430"/>
                    <a:pt x="267825" y="575266"/>
                    <a:pt x="274436" y="590271"/>
                  </a:cubicBezTo>
                  <a:lnTo>
                    <a:pt x="282777" y="607493"/>
                  </a:lnTo>
                  <a:lnTo>
                    <a:pt x="283640" y="609230"/>
                  </a:lnTo>
                  <a:lnTo>
                    <a:pt x="293971" y="626520"/>
                  </a:lnTo>
                  <a:lnTo>
                    <a:pt x="294199" y="626884"/>
                  </a:lnTo>
                  <a:lnTo>
                    <a:pt x="306671" y="643308"/>
                  </a:lnTo>
                  <a:cubicBezTo>
                    <a:pt x="311201" y="648555"/>
                    <a:pt x="316107" y="653536"/>
                    <a:pt x="321450" y="658203"/>
                  </a:cubicBezTo>
                  <a:cubicBezTo>
                    <a:pt x="328674" y="664512"/>
                    <a:pt x="336264" y="671108"/>
                    <a:pt x="345753" y="672915"/>
                  </a:cubicBezTo>
                  <a:cubicBezTo>
                    <a:pt x="349891" y="673703"/>
                    <a:pt x="354156" y="673824"/>
                    <a:pt x="358484" y="673828"/>
                  </a:cubicBezTo>
                  <a:lnTo>
                    <a:pt x="358789" y="673833"/>
                  </a:lnTo>
                  <a:lnTo>
                    <a:pt x="359103" y="673828"/>
                  </a:lnTo>
                  <a:cubicBezTo>
                    <a:pt x="363432" y="673824"/>
                    <a:pt x="367697" y="673703"/>
                    <a:pt x="371834" y="672915"/>
                  </a:cubicBezTo>
                  <a:lnTo>
                    <a:pt x="377631" y="671058"/>
                  </a:lnTo>
                  <a:lnTo>
                    <a:pt x="379588" y="670197"/>
                  </a:lnTo>
                  <a:lnTo>
                    <a:pt x="384835" y="667247"/>
                  </a:lnTo>
                  <a:cubicBezTo>
                    <a:pt x="388822" y="664584"/>
                    <a:pt x="392525" y="661357"/>
                    <a:pt x="396138" y="658202"/>
                  </a:cubicBezTo>
                  <a:cubicBezTo>
                    <a:pt x="401481" y="653536"/>
                    <a:pt x="406387" y="648555"/>
                    <a:pt x="410916" y="643307"/>
                  </a:cubicBezTo>
                  <a:lnTo>
                    <a:pt x="423389" y="626882"/>
                  </a:lnTo>
                  <a:lnTo>
                    <a:pt x="423612" y="626527"/>
                  </a:lnTo>
                  <a:lnTo>
                    <a:pt x="433949" y="609229"/>
                  </a:lnTo>
                  <a:lnTo>
                    <a:pt x="434804" y="607506"/>
                  </a:lnTo>
                  <a:lnTo>
                    <a:pt x="443151" y="590271"/>
                  </a:lnTo>
                  <a:cubicBezTo>
                    <a:pt x="449763" y="575266"/>
                    <a:pt x="454496" y="559430"/>
                    <a:pt x="459980" y="543935"/>
                  </a:cubicBezTo>
                  <a:cubicBezTo>
                    <a:pt x="460501" y="542463"/>
                    <a:pt x="460357" y="540756"/>
                    <a:pt x="460527" y="539103"/>
                  </a:cubicBezTo>
                  <a:cubicBezTo>
                    <a:pt x="434946" y="533998"/>
                    <a:pt x="409311" y="530683"/>
                    <a:pt x="383625" y="529175"/>
                  </a:cubicBezTo>
                  <a:close/>
                  <a:moveTo>
                    <a:pt x="46706" y="387690"/>
                  </a:moveTo>
                  <a:cubicBezTo>
                    <a:pt x="47241" y="391619"/>
                    <a:pt x="47561" y="395422"/>
                    <a:pt x="48300" y="399143"/>
                  </a:cubicBezTo>
                  <a:cubicBezTo>
                    <a:pt x="51617" y="415842"/>
                    <a:pt x="53942" y="432840"/>
                    <a:pt x="58676" y="449135"/>
                  </a:cubicBezTo>
                  <a:cubicBezTo>
                    <a:pt x="66157" y="474883"/>
                    <a:pt x="76948" y="499112"/>
                    <a:pt x="90830" y="521816"/>
                  </a:cubicBezTo>
                  <a:lnTo>
                    <a:pt x="103333" y="540437"/>
                  </a:lnTo>
                  <a:lnTo>
                    <a:pt x="104566" y="540356"/>
                  </a:lnTo>
                  <a:cubicBezTo>
                    <a:pt x="105320" y="540119"/>
                    <a:pt x="106182" y="539690"/>
                    <a:pt x="107202" y="539083"/>
                  </a:cubicBezTo>
                  <a:cubicBezTo>
                    <a:pt x="114294" y="534863"/>
                    <a:pt x="121969" y="531623"/>
                    <a:pt x="129760" y="527918"/>
                  </a:cubicBezTo>
                  <a:cubicBezTo>
                    <a:pt x="130743" y="527787"/>
                    <a:pt x="131364" y="527711"/>
                    <a:pt x="132056" y="527397"/>
                  </a:cubicBezTo>
                  <a:cubicBezTo>
                    <a:pt x="134170" y="526120"/>
                    <a:pt x="136212" y="525081"/>
                    <a:pt x="138608" y="523989"/>
                  </a:cubicBezTo>
                  <a:cubicBezTo>
                    <a:pt x="139581" y="523859"/>
                    <a:pt x="140202" y="523783"/>
                    <a:pt x="140894" y="523469"/>
                  </a:cubicBezTo>
                  <a:cubicBezTo>
                    <a:pt x="141718" y="522846"/>
                    <a:pt x="142471" y="522461"/>
                    <a:pt x="143547" y="522024"/>
                  </a:cubicBezTo>
                  <a:cubicBezTo>
                    <a:pt x="144492" y="521895"/>
                    <a:pt x="145113" y="521819"/>
                    <a:pt x="145805" y="521505"/>
                  </a:cubicBezTo>
                  <a:cubicBezTo>
                    <a:pt x="146628" y="520882"/>
                    <a:pt x="147381" y="520497"/>
                    <a:pt x="148457" y="520059"/>
                  </a:cubicBezTo>
                  <a:cubicBezTo>
                    <a:pt x="149402" y="519931"/>
                    <a:pt x="150023" y="519855"/>
                    <a:pt x="150715" y="519540"/>
                  </a:cubicBezTo>
                  <a:cubicBezTo>
                    <a:pt x="151539" y="518917"/>
                    <a:pt x="152291" y="518533"/>
                    <a:pt x="153368" y="518095"/>
                  </a:cubicBezTo>
                  <a:cubicBezTo>
                    <a:pt x="154312" y="517967"/>
                    <a:pt x="154933" y="517891"/>
                    <a:pt x="155625" y="517576"/>
                  </a:cubicBezTo>
                  <a:cubicBezTo>
                    <a:pt x="156449" y="516953"/>
                    <a:pt x="157202" y="516569"/>
                    <a:pt x="158278" y="516131"/>
                  </a:cubicBezTo>
                  <a:cubicBezTo>
                    <a:pt x="159031" y="516283"/>
                    <a:pt x="159556" y="516764"/>
                    <a:pt x="159876" y="516653"/>
                  </a:cubicBezTo>
                  <a:cubicBezTo>
                    <a:pt x="168886" y="513524"/>
                    <a:pt x="177875" y="510335"/>
                    <a:pt x="186995" y="506845"/>
                  </a:cubicBezTo>
                  <a:cubicBezTo>
                    <a:pt x="188499" y="506149"/>
                    <a:pt x="189877" y="505762"/>
                    <a:pt x="191623" y="505326"/>
                  </a:cubicBezTo>
                  <a:cubicBezTo>
                    <a:pt x="192613" y="505200"/>
                    <a:pt x="193234" y="505124"/>
                    <a:pt x="193926" y="504810"/>
                  </a:cubicBezTo>
                  <a:cubicBezTo>
                    <a:pt x="195025" y="504188"/>
                    <a:pt x="196267" y="504046"/>
                    <a:pt x="197031" y="503366"/>
                  </a:cubicBezTo>
                  <a:cubicBezTo>
                    <a:pt x="198109" y="502405"/>
                    <a:pt x="199724" y="500919"/>
                    <a:pt x="199575" y="499877"/>
                  </a:cubicBezTo>
                  <a:cubicBezTo>
                    <a:pt x="197203" y="483290"/>
                    <a:pt x="194387" y="466764"/>
                    <a:pt x="192099" y="450166"/>
                  </a:cubicBezTo>
                  <a:cubicBezTo>
                    <a:pt x="190716" y="440138"/>
                    <a:pt x="189981" y="430016"/>
                    <a:pt x="189108" y="419923"/>
                  </a:cubicBezTo>
                  <a:lnTo>
                    <a:pt x="186618" y="387690"/>
                  </a:lnTo>
                  <a:close/>
                  <a:moveTo>
                    <a:pt x="233631" y="387542"/>
                  </a:moveTo>
                  <a:cubicBezTo>
                    <a:pt x="234619" y="414830"/>
                    <a:pt x="237052" y="441606"/>
                    <a:pt x="241249" y="468300"/>
                  </a:cubicBezTo>
                  <a:lnTo>
                    <a:pt x="245684" y="492969"/>
                  </a:lnTo>
                  <a:lnTo>
                    <a:pt x="272712" y="488453"/>
                  </a:lnTo>
                  <a:cubicBezTo>
                    <a:pt x="301129" y="484457"/>
                    <a:pt x="329520" y="482704"/>
                    <a:pt x="357911" y="483025"/>
                  </a:cubicBezTo>
                  <a:lnTo>
                    <a:pt x="358796" y="483057"/>
                  </a:lnTo>
                  <a:lnTo>
                    <a:pt x="359676" y="483025"/>
                  </a:lnTo>
                  <a:cubicBezTo>
                    <a:pt x="388067" y="482704"/>
                    <a:pt x="416458" y="484457"/>
                    <a:pt x="444876" y="488453"/>
                  </a:cubicBezTo>
                  <a:lnTo>
                    <a:pt x="471904" y="492969"/>
                  </a:lnTo>
                  <a:lnTo>
                    <a:pt x="476338" y="468299"/>
                  </a:lnTo>
                  <a:cubicBezTo>
                    <a:pt x="477737" y="459401"/>
                    <a:pt x="478940" y="450494"/>
                    <a:pt x="479959" y="441562"/>
                  </a:cubicBezTo>
                  <a:lnTo>
                    <a:pt x="483956" y="387542"/>
                  </a:lnTo>
                  <a:lnTo>
                    <a:pt x="424894" y="387542"/>
                  </a:lnTo>
                  <a:close/>
                  <a:moveTo>
                    <a:pt x="271241" y="217981"/>
                  </a:moveTo>
                  <a:cubicBezTo>
                    <a:pt x="271847" y="218276"/>
                    <a:pt x="272327" y="218827"/>
                    <a:pt x="272987" y="219903"/>
                  </a:cubicBezTo>
                  <a:cubicBezTo>
                    <a:pt x="272260" y="220367"/>
                    <a:pt x="271354" y="220305"/>
                    <a:pt x="270447" y="220243"/>
                  </a:cubicBezTo>
                  <a:cubicBezTo>
                    <a:pt x="270670" y="219574"/>
                    <a:pt x="270892" y="218905"/>
                    <a:pt x="271241" y="217981"/>
                  </a:cubicBezTo>
                  <a:close/>
                  <a:moveTo>
                    <a:pt x="291609" y="177598"/>
                  </a:moveTo>
                  <a:cubicBezTo>
                    <a:pt x="292110" y="177694"/>
                    <a:pt x="292715" y="177965"/>
                    <a:pt x="293443" y="178452"/>
                  </a:cubicBezTo>
                  <a:cubicBezTo>
                    <a:pt x="292446" y="179127"/>
                    <a:pt x="291104" y="179727"/>
                    <a:pt x="289402" y="180327"/>
                  </a:cubicBezTo>
                  <a:cubicBezTo>
                    <a:pt x="289542" y="178587"/>
                    <a:pt x="290107" y="177307"/>
                    <a:pt x="291609" y="177598"/>
                  </a:cubicBezTo>
                  <a:close/>
                  <a:moveTo>
                    <a:pt x="458959" y="61704"/>
                  </a:moveTo>
                  <a:cubicBezTo>
                    <a:pt x="459475" y="63972"/>
                    <a:pt x="460338" y="65805"/>
                    <a:pt x="461348" y="67553"/>
                  </a:cubicBezTo>
                  <a:cubicBezTo>
                    <a:pt x="465715" y="75117"/>
                    <a:pt x="470725" y="82377"/>
                    <a:pt x="474398" y="90262"/>
                  </a:cubicBezTo>
                  <a:cubicBezTo>
                    <a:pt x="482353" y="107336"/>
                    <a:pt x="489632" y="124725"/>
                    <a:pt x="496795" y="142491"/>
                  </a:cubicBezTo>
                  <a:cubicBezTo>
                    <a:pt x="498471" y="146919"/>
                    <a:pt x="500147" y="151348"/>
                    <a:pt x="501972" y="156435"/>
                  </a:cubicBezTo>
                  <a:cubicBezTo>
                    <a:pt x="503286" y="159216"/>
                    <a:pt x="504600" y="161997"/>
                    <a:pt x="506123" y="165335"/>
                  </a:cubicBezTo>
                  <a:cubicBezTo>
                    <a:pt x="508385" y="167224"/>
                    <a:pt x="508651" y="165561"/>
                    <a:pt x="509510" y="163655"/>
                  </a:cubicBezTo>
                  <a:cubicBezTo>
                    <a:pt x="509949" y="163702"/>
                    <a:pt x="510387" y="163749"/>
                    <a:pt x="511040" y="164341"/>
                  </a:cubicBezTo>
                  <a:lnTo>
                    <a:pt x="514182" y="164687"/>
                  </a:lnTo>
                  <a:lnTo>
                    <a:pt x="510932" y="164069"/>
                  </a:lnTo>
                  <a:cubicBezTo>
                    <a:pt x="512233" y="163159"/>
                    <a:pt x="513641" y="162521"/>
                    <a:pt x="515392" y="161858"/>
                  </a:cubicBezTo>
                  <a:lnTo>
                    <a:pt x="514206" y="164689"/>
                  </a:lnTo>
                  <a:lnTo>
                    <a:pt x="514342" y="164704"/>
                  </a:lnTo>
                  <a:cubicBezTo>
                    <a:pt x="515202" y="164260"/>
                    <a:pt x="515851" y="163253"/>
                    <a:pt x="516385" y="161691"/>
                  </a:cubicBezTo>
                  <a:cubicBezTo>
                    <a:pt x="516823" y="161738"/>
                    <a:pt x="517261" y="161785"/>
                    <a:pt x="517926" y="162390"/>
                  </a:cubicBezTo>
                  <a:cubicBezTo>
                    <a:pt x="518953" y="162487"/>
                    <a:pt x="520124" y="162959"/>
                    <a:pt x="520986" y="162627"/>
                  </a:cubicBezTo>
                  <a:lnTo>
                    <a:pt x="577080" y="140700"/>
                  </a:lnTo>
                  <a:lnTo>
                    <a:pt x="577081" y="140700"/>
                  </a:lnTo>
                  <a:lnTo>
                    <a:pt x="577081" y="140700"/>
                  </a:lnTo>
                  <a:cubicBezTo>
                    <a:pt x="558432" y="148135"/>
                    <a:pt x="539717" y="155402"/>
                    <a:pt x="520986" y="162627"/>
                  </a:cubicBezTo>
                  <a:cubicBezTo>
                    <a:pt x="520124" y="162959"/>
                    <a:pt x="518953" y="162487"/>
                    <a:pt x="517813" y="162111"/>
                  </a:cubicBezTo>
                  <a:cubicBezTo>
                    <a:pt x="528366" y="157892"/>
                    <a:pt x="539113" y="154154"/>
                    <a:pt x="549676" y="149954"/>
                  </a:cubicBezTo>
                  <a:lnTo>
                    <a:pt x="579894" y="137166"/>
                  </a:lnTo>
                  <a:lnTo>
                    <a:pt x="580318" y="136386"/>
                  </a:lnTo>
                  <a:cubicBezTo>
                    <a:pt x="545725" y="101994"/>
                    <a:pt x="505087" y="77470"/>
                    <a:pt x="458959" y="61704"/>
                  </a:cubicBezTo>
                  <a:close/>
                  <a:moveTo>
                    <a:pt x="350885" y="131"/>
                  </a:moveTo>
                  <a:cubicBezTo>
                    <a:pt x="362764" y="-202"/>
                    <a:pt x="374578" y="102"/>
                    <a:pt x="386344" y="1014"/>
                  </a:cubicBezTo>
                  <a:lnTo>
                    <a:pt x="401558" y="2976"/>
                  </a:lnTo>
                  <a:lnTo>
                    <a:pt x="402560" y="3058"/>
                  </a:lnTo>
                  <a:lnTo>
                    <a:pt x="402553" y="3105"/>
                  </a:lnTo>
                  <a:lnTo>
                    <a:pt x="421516" y="5551"/>
                  </a:lnTo>
                  <a:cubicBezTo>
                    <a:pt x="433205" y="7656"/>
                    <a:pt x="444865" y="10344"/>
                    <a:pt x="456513" y="13590"/>
                  </a:cubicBezTo>
                  <a:lnTo>
                    <a:pt x="457343" y="13827"/>
                  </a:lnTo>
                  <a:lnTo>
                    <a:pt x="458818" y="14249"/>
                  </a:lnTo>
                  <a:cubicBezTo>
                    <a:pt x="460217" y="14560"/>
                    <a:pt x="461616" y="14870"/>
                    <a:pt x="463477" y="15654"/>
                  </a:cubicBezTo>
                  <a:lnTo>
                    <a:pt x="464203" y="15938"/>
                  </a:lnTo>
                  <a:lnTo>
                    <a:pt x="486137" y="22761"/>
                  </a:lnTo>
                  <a:cubicBezTo>
                    <a:pt x="484659" y="22959"/>
                    <a:pt x="482884" y="23171"/>
                    <a:pt x="481368" y="22642"/>
                  </a:cubicBezTo>
                  <a:lnTo>
                    <a:pt x="481287" y="22611"/>
                  </a:lnTo>
                  <a:lnTo>
                    <a:pt x="481367" y="22642"/>
                  </a:lnTo>
                  <a:cubicBezTo>
                    <a:pt x="482884" y="23172"/>
                    <a:pt x="484659" y="22959"/>
                    <a:pt x="486315" y="23087"/>
                  </a:cubicBezTo>
                  <a:cubicBezTo>
                    <a:pt x="487084" y="23417"/>
                    <a:pt x="487852" y="23746"/>
                    <a:pt x="488990" y="24449"/>
                  </a:cubicBezTo>
                  <a:lnTo>
                    <a:pt x="489608" y="24616"/>
                  </a:lnTo>
                  <a:lnTo>
                    <a:pt x="491226" y="25051"/>
                  </a:lnTo>
                  <a:cubicBezTo>
                    <a:pt x="491994" y="25381"/>
                    <a:pt x="492763" y="25711"/>
                    <a:pt x="493900" y="26413"/>
                  </a:cubicBezTo>
                  <a:lnTo>
                    <a:pt x="494518" y="26580"/>
                  </a:lnTo>
                  <a:lnTo>
                    <a:pt x="496136" y="27016"/>
                  </a:lnTo>
                  <a:cubicBezTo>
                    <a:pt x="497549" y="27665"/>
                    <a:pt x="498963" y="28314"/>
                    <a:pt x="500760" y="29348"/>
                  </a:cubicBezTo>
                  <a:lnTo>
                    <a:pt x="501424" y="29529"/>
                  </a:lnTo>
                  <a:lnTo>
                    <a:pt x="503010" y="29962"/>
                  </a:lnTo>
                  <a:cubicBezTo>
                    <a:pt x="504424" y="30611"/>
                    <a:pt x="505837" y="31261"/>
                    <a:pt x="507635" y="32294"/>
                  </a:cubicBezTo>
                  <a:lnTo>
                    <a:pt x="508298" y="32475"/>
                  </a:lnTo>
                  <a:lnTo>
                    <a:pt x="509885" y="32908"/>
                  </a:lnTo>
                  <a:lnTo>
                    <a:pt x="531278" y="44778"/>
                  </a:lnTo>
                  <a:cubicBezTo>
                    <a:pt x="537502" y="48299"/>
                    <a:pt x="543753" y="51789"/>
                    <a:pt x="549820" y="55570"/>
                  </a:cubicBezTo>
                  <a:cubicBezTo>
                    <a:pt x="558842" y="61193"/>
                    <a:pt x="567973" y="66701"/>
                    <a:pt x="576560" y="72942"/>
                  </a:cubicBezTo>
                  <a:cubicBezTo>
                    <a:pt x="582929" y="77572"/>
                    <a:pt x="588494" y="83304"/>
                    <a:pt x="594441" y="88518"/>
                  </a:cubicBezTo>
                  <a:cubicBezTo>
                    <a:pt x="601833" y="94999"/>
                    <a:pt x="609568" y="101128"/>
                    <a:pt x="616552" y="108021"/>
                  </a:cubicBezTo>
                  <a:cubicBezTo>
                    <a:pt x="621891" y="113290"/>
                    <a:pt x="626194" y="119595"/>
                    <a:pt x="631141" y="125280"/>
                  </a:cubicBezTo>
                  <a:cubicBezTo>
                    <a:pt x="635254" y="130006"/>
                    <a:pt x="640096" y="134159"/>
                    <a:pt x="643795" y="139170"/>
                  </a:cubicBezTo>
                  <a:cubicBezTo>
                    <a:pt x="650460" y="148199"/>
                    <a:pt x="656962" y="157412"/>
                    <a:pt x="662709" y="167040"/>
                  </a:cubicBezTo>
                  <a:cubicBezTo>
                    <a:pt x="670127" y="179465"/>
                    <a:pt x="677623" y="191980"/>
                    <a:pt x="683473" y="205171"/>
                  </a:cubicBezTo>
                  <a:cubicBezTo>
                    <a:pt x="690934" y="221994"/>
                    <a:pt x="697094" y="239421"/>
                    <a:pt x="703240" y="256791"/>
                  </a:cubicBezTo>
                  <a:lnTo>
                    <a:pt x="713251" y="300729"/>
                  </a:lnTo>
                  <a:lnTo>
                    <a:pt x="665299" y="300729"/>
                  </a:lnTo>
                  <a:lnTo>
                    <a:pt x="662365" y="280861"/>
                  </a:lnTo>
                  <a:lnTo>
                    <a:pt x="663554" y="280485"/>
                  </a:lnTo>
                  <a:lnTo>
                    <a:pt x="661164" y="269485"/>
                  </a:lnTo>
                  <a:lnTo>
                    <a:pt x="661155" y="269461"/>
                  </a:lnTo>
                  <a:lnTo>
                    <a:pt x="654235" y="249755"/>
                  </a:lnTo>
                  <a:cubicBezTo>
                    <a:pt x="653771" y="248687"/>
                    <a:pt x="653441" y="247919"/>
                    <a:pt x="653280" y="246975"/>
                  </a:cubicBezTo>
                  <a:lnTo>
                    <a:pt x="653280" y="246974"/>
                  </a:lnTo>
                  <a:lnTo>
                    <a:pt x="652271" y="244845"/>
                  </a:lnTo>
                  <a:cubicBezTo>
                    <a:pt x="651807" y="243777"/>
                    <a:pt x="651477" y="243009"/>
                    <a:pt x="651316" y="242065"/>
                  </a:cubicBezTo>
                  <a:lnTo>
                    <a:pt x="651315" y="242063"/>
                  </a:lnTo>
                  <a:lnTo>
                    <a:pt x="650295" y="239920"/>
                  </a:lnTo>
                  <a:cubicBezTo>
                    <a:pt x="649501" y="238193"/>
                    <a:pt x="648851" y="236779"/>
                    <a:pt x="648370" y="235190"/>
                  </a:cubicBezTo>
                  <a:lnTo>
                    <a:pt x="648369" y="235189"/>
                  </a:lnTo>
                  <a:lnTo>
                    <a:pt x="647342" y="233036"/>
                  </a:lnTo>
                  <a:cubicBezTo>
                    <a:pt x="640022" y="219420"/>
                    <a:pt x="633163" y="205947"/>
                    <a:pt x="625564" y="192905"/>
                  </a:cubicBezTo>
                  <a:cubicBezTo>
                    <a:pt x="621346" y="185667"/>
                    <a:pt x="615892" y="179150"/>
                    <a:pt x="610878" y="172015"/>
                  </a:cubicBezTo>
                  <a:lnTo>
                    <a:pt x="587828" y="183332"/>
                  </a:lnTo>
                  <a:cubicBezTo>
                    <a:pt x="587798" y="182992"/>
                    <a:pt x="587808" y="182540"/>
                    <a:pt x="587893" y="182137"/>
                  </a:cubicBezTo>
                  <a:lnTo>
                    <a:pt x="588404" y="181246"/>
                  </a:lnTo>
                  <a:lnTo>
                    <a:pt x="587823" y="182186"/>
                  </a:lnTo>
                  <a:cubicBezTo>
                    <a:pt x="587668" y="182638"/>
                    <a:pt x="587519" y="183188"/>
                    <a:pt x="587268" y="183724"/>
                  </a:cubicBezTo>
                  <a:cubicBezTo>
                    <a:pt x="583432" y="183961"/>
                    <a:pt x="580914" y="186163"/>
                    <a:pt x="577862" y="187712"/>
                  </a:cubicBezTo>
                  <a:cubicBezTo>
                    <a:pt x="569544" y="191933"/>
                    <a:pt x="560555" y="194912"/>
                    <a:pt x="551679" y="197936"/>
                  </a:cubicBezTo>
                  <a:cubicBezTo>
                    <a:pt x="539863" y="201962"/>
                    <a:pt x="527903" y="205566"/>
                    <a:pt x="516094" y="209323"/>
                  </a:cubicBezTo>
                  <a:cubicBezTo>
                    <a:pt x="522554" y="242255"/>
                    <a:pt x="527356" y="275280"/>
                    <a:pt x="529462" y="308857"/>
                  </a:cubicBezTo>
                  <a:lnTo>
                    <a:pt x="530615" y="342132"/>
                  </a:lnTo>
                  <a:lnTo>
                    <a:pt x="629501" y="342132"/>
                  </a:lnTo>
                  <a:lnTo>
                    <a:pt x="629501" y="387690"/>
                  </a:lnTo>
                  <a:lnTo>
                    <a:pt x="530969" y="387690"/>
                  </a:lnTo>
                  <a:lnTo>
                    <a:pt x="528479" y="419923"/>
                  </a:lnTo>
                  <a:cubicBezTo>
                    <a:pt x="527607" y="430016"/>
                    <a:pt x="526871" y="440138"/>
                    <a:pt x="525488" y="450166"/>
                  </a:cubicBezTo>
                  <a:cubicBezTo>
                    <a:pt x="523200" y="466765"/>
                    <a:pt x="520384" y="483290"/>
                    <a:pt x="518012" y="499877"/>
                  </a:cubicBezTo>
                  <a:cubicBezTo>
                    <a:pt x="517863" y="500919"/>
                    <a:pt x="519478" y="502405"/>
                    <a:pt x="520557" y="503366"/>
                  </a:cubicBezTo>
                  <a:cubicBezTo>
                    <a:pt x="521320" y="504046"/>
                    <a:pt x="522562" y="504189"/>
                    <a:pt x="523662" y="504810"/>
                  </a:cubicBezTo>
                  <a:cubicBezTo>
                    <a:pt x="524353" y="505124"/>
                    <a:pt x="524975" y="505200"/>
                    <a:pt x="525964" y="505326"/>
                  </a:cubicBezTo>
                  <a:cubicBezTo>
                    <a:pt x="527711" y="505762"/>
                    <a:pt x="529088" y="506149"/>
                    <a:pt x="530593" y="506846"/>
                  </a:cubicBezTo>
                  <a:cubicBezTo>
                    <a:pt x="539853" y="509499"/>
                    <a:pt x="549240" y="512463"/>
                    <a:pt x="558807" y="515752"/>
                  </a:cubicBezTo>
                  <a:lnTo>
                    <a:pt x="557711" y="516653"/>
                  </a:lnTo>
                  <a:lnTo>
                    <a:pt x="559309" y="516131"/>
                  </a:lnTo>
                  <a:cubicBezTo>
                    <a:pt x="560386" y="516569"/>
                    <a:pt x="561138" y="516953"/>
                    <a:pt x="561962" y="517576"/>
                  </a:cubicBezTo>
                  <a:cubicBezTo>
                    <a:pt x="562654" y="517891"/>
                    <a:pt x="563275" y="517967"/>
                    <a:pt x="564220" y="518095"/>
                  </a:cubicBezTo>
                  <a:cubicBezTo>
                    <a:pt x="565296" y="518533"/>
                    <a:pt x="566049" y="518918"/>
                    <a:pt x="566872" y="519541"/>
                  </a:cubicBezTo>
                  <a:cubicBezTo>
                    <a:pt x="567564" y="519855"/>
                    <a:pt x="568185" y="519931"/>
                    <a:pt x="569130" y="520060"/>
                  </a:cubicBezTo>
                  <a:cubicBezTo>
                    <a:pt x="570206" y="520497"/>
                    <a:pt x="570959" y="520882"/>
                    <a:pt x="571783" y="521505"/>
                  </a:cubicBezTo>
                  <a:cubicBezTo>
                    <a:pt x="572474" y="521819"/>
                    <a:pt x="573096" y="521895"/>
                    <a:pt x="574040" y="522024"/>
                  </a:cubicBezTo>
                  <a:cubicBezTo>
                    <a:pt x="575117" y="522461"/>
                    <a:pt x="575869" y="522846"/>
                    <a:pt x="576693" y="523469"/>
                  </a:cubicBezTo>
                  <a:cubicBezTo>
                    <a:pt x="577385" y="523783"/>
                    <a:pt x="578006" y="523859"/>
                    <a:pt x="578979" y="523989"/>
                  </a:cubicBezTo>
                  <a:cubicBezTo>
                    <a:pt x="581375" y="525081"/>
                    <a:pt x="583418" y="526120"/>
                    <a:pt x="585532" y="527397"/>
                  </a:cubicBezTo>
                  <a:cubicBezTo>
                    <a:pt x="586223" y="527711"/>
                    <a:pt x="586844" y="527787"/>
                    <a:pt x="587827" y="527918"/>
                  </a:cubicBezTo>
                  <a:cubicBezTo>
                    <a:pt x="595618" y="531623"/>
                    <a:pt x="603293" y="534863"/>
                    <a:pt x="610385" y="539083"/>
                  </a:cubicBezTo>
                  <a:cubicBezTo>
                    <a:pt x="611406" y="539690"/>
                    <a:pt x="612267" y="540119"/>
                    <a:pt x="613021" y="540356"/>
                  </a:cubicBezTo>
                  <a:lnTo>
                    <a:pt x="614254" y="540437"/>
                  </a:lnTo>
                  <a:lnTo>
                    <a:pt x="626758" y="521816"/>
                  </a:lnTo>
                  <a:cubicBezTo>
                    <a:pt x="640639" y="499112"/>
                    <a:pt x="651431" y="474883"/>
                    <a:pt x="658911" y="449135"/>
                  </a:cubicBezTo>
                  <a:lnTo>
                    <a:pt x="663131" y="428801"/>
                  </a:lnTo>
                  <a:lnTo>
                    <a:pt x="711695" y="428801"/>
                  </a:lnTo>
                  <a:lnTo>
                    <a:pt x="710725" y="435358"/>
                  </a:lnTo>
                  <a:cubicBezTo>
                    <a:pt x="706485" y="456405"/>
                    <a:pt x="699941" y="476777"/>
                    <a:pt x="691631" y="496623"/>
                  </a:cubicBezTo>
                  <a:cubicBezTo>
                    <a:pt x="683921" y="515039"/>
                    <a:pt x="674905" y="532733"/>
                    <a:pt x="664368" y="549660"/>
                  </a:cubicBezTo>
                  <a:cubicBezTo>
                    <a:pt x="661097" y="554915"/>
                    <a:pt x="657446" y="559932"/>
                    <a:pt x="653394" y="565246"/>
                  </a:cubicBezTo>
                  <a:lnTo>
                    <a:pt x="652842" y="566334"/>
                  </a:lnTo>
                  <a:lnTo>
                    <a:pt x="652352" y="567302"/>
                  </a:lnTo>
                  <a:cubicBezTo>
                    <a:pt x="651244" y="568856"/>
                    <a:pt x="650135" y="570410"/>
                    <a:pt x="648467" y="572136"/>
                  </a:cubicBezTo>
                  <a:lnTo>
                    <a:pt x="647936" y="573194"/>
                  </a:lnTo>
                  <a:lnTo>
                    <a:pt x="647442" y="574176"/>
                  </a:lnTo>
                  <a:cubicBezTo>
                    <a:pt x="634687" y="592248"/>
                    <a:pt x="619924" y="608692"/>
                    <a:pt x="603333" y="623121"/>
                  </a:cubicBezTo>
                  <a:cubicBezTo>
                    <a:pt x="595447" y="629979"/>
                    <a:pt x="587214" y="636447"/>
                    <a:pt x="578840" y="642745"/>
                  </a:cubicBezTo>
                  <a:lnTo>
                    <a:pt x="578519" y="642981"/>
                  </a:lnTo>
                  <a:lnTo>
                    <a:pt x="573173" y="647269"/>
                  </a:lnTo>
                  <a:lnTo>
                    <a:pt x="563730" y="653844"/>
                  </a:lnTo>
                  <a:lnTo>
                    <a:pt x="553502" y="661357"/>
                  </a:lnTo>
                  <a:cubicBezTo>
                    <a:pt x="547178" y="665985"/>
                    <a:pt x="539861" y="669252"/>
                    <a:pt x="533022" y="673183"/>
                  </a:cubicBezTo>
                  <a:cubicBezTo>
                    <a:pt x="531386" y="674123"/>
                    <a:pt x="529851" y="675238"/>
                    <a:pt x="527678" y="676130"/>
                  </a:cubicBezTo>
                  <a:lnTo>
                    <a:pt x="526574" y="676608"/>
                  </a:lnTo>
                  <a:lnTo>
                    <a:pt x="510190" y="685894"/>
                  </a:lnTo>
                  <a:cubicBezTo>
                    <a:pt x="510191" y="685472"/>
                    <a:pt x="510219" y="684919"/>
                    <a:pt x="510325" y="684433"/>
                  </a:cubicBezTo>
                  <a:lnTo>
                    <a:pt x="510391" y="684316"/>
                  </a:lnTo>
                  <a:lnTo>
                    <a:pt x="510342" y="684337"/>
                  </a:lnTo>
                  <a:lnTo>
                    <a:pt x="510281" y="684437"/>
                  </a:lnTo>
                  <a:cubicBezTo>
                    <a:pt x="510131" y="684926"/>
                    <a:pt x="510016" y="685487"/>
                    <a:pt x="509842" y="685925"/>
                  </a:cubicBezTo>
                  <a:cubicBezTo>
                    <a:pt x="505924" y="687446"/>
                    <a:pt x="501908" y="688757"/>
                    <a:pt x="498105" y="690525"/>
                  </a:cubicBezTo>
                  <a:cubicBezTo>
                    <a:pt x="482051" y="697989"/>
                    <a:pt x="465343" y="703632"/>
                    <a:pt x="448144" y="707577"/>
                  </a:cubicBezTo>
                  <a:cubicBezTo>
                    <a:pt x="432954" y="711061"/>
                    <a:pt x="417587" y="713850"/>
                    <a:pt x="402207" y="716400"/>
                  </a:cubicBezTo>
                  <a:cubicBezTo>
                    <a:pt x="398250" y="717057"/>
                    <a:pt x="394241" y="717395"/>
                    <a:pt x="390219" y="717666"/>
                  </a:cubicBezTo>
                  <a:lnTo>
                    <a:pt x="379412" y="718437"/>
                  </a:lnTo>
                  <a:lnTo>
                    <a:pt x="374396" y="719049"/>
                  </a:lnTo>
                  <a:lnTo>
                    <a:pt x="370776" y="719553"/>
                  </a:lnTo>
                  <a:cubicBezTo>
                    <a:pt x="368319" y="719924"/>
                    <a:pt x="365862" y="720250"/>
                    <a:pt x="363396" y="720308"/>
                  </a:cubicBezTo>
                  <a:lnTo>
                    <a:pt x="358792" y="720065"/>
                  </a:lnTo>
                  <a:lnTo>
                    <a:pt x="354191" y="720308"/>
                  </a:lnTo>
                  <a:cubicBezTo>
                    <a:pt x="351726" y="720250"/>
                    <a:pt x="349269" y="719924"/>
                    <a:pt x="346811" y="719552"/>
                  </a:cubicBezTo>
                  <a:lnTo>
                    <a:pt x="343210" y="719052"/>
                  </a:lnTo>
                  <a:lnTo>
                    <a:pt x="338169" y="718436"/>
                  </a:lnTo>
                  <a:lnTo>
                    <a:pt x="327368" y="717666"/>
                  </a:lnTo>
                  <a:cubicBezTo>
                    <a:pt x="323347" y="717395"/>
                    <a:pt x="319338" y="717057"/>
                    <a:pt x="315380" y="716400"/>
                  </a:cubicBezTo>
                  <a:cubicBezTo>
                    <a:pt x="300001" y="713850"/>
                    <a:pt x="284634" y="711061"/>
                    <a:pt x="269444" y="707577"/>
                  </a:cubicBezTo>
                  <a:cubicBezTo>
                    <a:pt x="252244" y="703632"/>
                    <a:pt x="235536" y="697988"/>
                    <a:pt x="219482" y="690525"/>
                  </a:cubicBezTo>
                  <a:cubicBezTo>
                    <a:pt x="215679" y="688756"/>
                    <a:pt x="211664" y="687446"/>
                    <a:pt x="207746" y="685925"/>
                  </a:cubicBezTo>
                  <a:cubicBezTo>
                    <a:pt x="207571" y="685487"/>
                    <a:pt x="207456" y="684926"/>
                    <a:pt x="207306" y="684437"/>
                  </a:cubicBezTo>
                  <a:lnTo>
                    <a:pt x="207246" y="684338"/>
                  </a:lnTo>
                  <a:lnTo>
                    <a:pt x="199113" y="680851"/>
                  </a:lnTo>
                  <a:lnTo>
                    <a:pt x="193734" y="677785"/>
                  </a:lnTo>
                  <a:lnTo>
                    <a:pt x="189909" y="676130"/>
                  </a:lnTo>
                  <a:cubicBezTo>
                    <a:pt x="187737" y="675238"/>
                    <a:pt x="186201" y="674123"/>
                    <a:pt x="184565" y="673183"/>
                  </a:cubicBezTo>
                  <a:cubicBezTo>
                    <a:pt x="177726" y="669252"/>
                    <a:pt x="170409" y="665984"/>
                    <a:pt x="164085" y="661357"/>
                  </a:cubicBezTo>
                  <a:lnTo>
                    <a:pt x="153866" y="653850"/>
                  </a:lnTo>
                  <a:lnTo>
                    <a:pt x="144414" y="647269"/>
                  </a:lnTo>
                  <a:lnTo>
                    <a:pt x="139064" y="642978"/>
                  </a:lnTo>
                  <a:lnTo>
                    <a:pt x="138747" y="642745"/>
                  </a:lnTo>
                  <a:cubicBezTo>
                    <a:pt x="130373" y="636446"/>
                    <a:pt x="122140" y="629979"/>
                    <a:pt x="114254" y="623121"/>
                  </a:cubicBezTo>
                  <a:cubicBezTo>
                    <a:pt x="97663" y="608692"/>
                    <a:pt x="82900" y="592248"/>
                    <a:pt x="70145" y="574176"/>
                  </a:cubicBezTo>
                  <a:cubicBezTo>
                    <a:pt x="69990" y="573553"/>
                    <a:pt x="69834" y="572930"/>
                    <a:pt x="69120" y="572136"/>
                  </a:cubicBezTo>
                  <a:cubicBezTo>
                    <a:pt x="67452" y="570410"/>
                    <a:pt x="66343" y="568856"/>
                    <a:pt x="65235" y="567302"/>
                  </a:cubicBezTo>
                  <a:cubicBezTo>
                    <a:pt x="65079" y="566679"/>
                    <a:pt x="64924" y="566056"/>
                    <a:pt x="64194" y="565245"/>
                  </a:cubicBezTo>
                  <a:cubicBezTo>
                    <a:pt x="60141" y="559932"/>
                    <a:pt x="56490" y="554915"/>
                    <a:pt x="53219" y="549660"/>
                  </a:cubicBezTo>
                  <a:cubicBezTo>
                    <a:pt x="42682" y="532733"/>
                    <a:pt x="33667" y="515039"/>
                    <a:pt x="25956" y="496622"/>
                  </a:cubicBezTo>
                  <a:cubicBezTo>
                    <a:pt x="17646" y="476776"/>
                    <a:pt x="11102" y="456405"/>
                    <a:pt x="6862" y="435358"/>
                  </a:cubicBezTo>
                  <a:cubicBezTo>
                    <a:pt x="4533" y="423796"/>
                    <a:pt x="3367" y="411999"/>
                    <a:pt x="1676" y="400308"/>
                  </a:cubicBezTo>
                  <a:lnTo>
                    <a:pt x="2912" y="399194"/>
                  </a:lnTo>
                  <a:lnTo>
                    <a:pt x="1219" y="381219"/>
                  </a:lnTo>
                  <a:cubicBezTo>
                    <a:pt x="532" y="368543"/>
                    <a:pt x="-618" y="355744"/>
                    <a:pt x="408" y="343159"/>
                  </a:cubicBezTo>
                  <a:lnTo>
                    <a:pt x="1786" y="331138"/>
                  </a:lnTo>
                  <a:lnTo>
                    <a:pt x="0" y="331130"/>
                  </a:lnTo>
                  <a:lnTo>
                    <a:pt x="1291" y="319564"/>
                  </a:lnTo>
                  <a:lnTo>
                    <a:pt x="3076" y="319889"/>
                  </a:lnTo>
                  <a:lnTo>
                    <a:pt x="3690" y="314530"/>
                  </a:lnTo>
                  <a:cubicBezTo>
                    <a:pt x="5012" y="305005"/>
                    <a:pt x="6476" y="295494"/>
                    <a:pt x="7823" y="285977"/>
                  </a:cubicBezTo>
                  <a:cubicBezTo>
                    <a:pt x="8669" y="280002"/>
                    <a:pt x="10202" y="274125"/>
                    <a:pt x="11650" y="267087"/>
                  </a:cubicBezTo>
                  <a:lnTo>
                    <a:pt x="55222" y="280861"/>
                  </a:lnTo>
                  <a:cubicBezTo>
                    <a:pt x="50391" y="301029"/>
                    <a:pt x="46587" y="321220"/>
                    <a:pt x="46174" y="342132"/>
                  </a:cubicBezTo>
                  <a:lnTo>
                    <a:pt x="186973" y="342132"/>
                  </a:lnTo>
                  <a:lnTo>
                    <a:pt x="187836" y="317195"/>
                  </a:lnTo>
                  <a:lnTo>
                    <a:pt x="189125" y="316861"/>
                  </a:lnTo>
                  <a:lnTo>
                    <a:pt x="192602" y="277298"/>
                  </a:lnTo>
                  <a:cubicBezTo>
                    <a:pt x="192934" y="273609"/>
                    <a:pt x="193571" y="269917"/>
                    <a:pt x="193526" y="266233"/>
                  </a:cubicBezTo>
                  <a:cubicBezTo>
                    <a:pt x="193490" y="263315"/>
                    <a:pt x="194803" y="262468"/>
                    <a:pt x="197291" y="261793"/>
                  </a:cubicBezTo>
                  <a:lnTo>
                    <a:pt x="236293" y="250925"/>
                  </a:lnTo>
                  <a:cubicBezTo>
                    <a:pt x="237919" y="250472"/>
                    <a:pt x="239594" y="250196"/>
                    <a:pt x="240438" y="250013"/>
                  </a:cubicBezTo>
                  <a:lnTo>
                    <a:pt x="232245" y="342630"/>
                  </a:lnTo>
                  <a:lnTo>
                    <a:pt x="485342" y="342630"/>
                  </a:lnTo>
                  <a:lnTo>
                    <a:pt x="477149" y="250013"/>
                  </a:lnTo>
                  <a:lnTo>
                    <a:pt x="477212" y="250025"/>
                  </a:lnTo>
                  <a:lnTo>
                    <a:pt x="474548" y="234307"/>
                  </a:lnTo>
                  <a:cubicBezTo>
                    <a:pt x="473789" y="230723"/>
                    <a:pt x="472799" y="227111"/>
                    <a:pt x="472681" y="223487"/>
                  </a:cubicBezTo>
                  <a:cubicBezTo>
                    <a:pt x="472552" y="219519"/>
                    <a:pt x="470312" y="219282"/>
                    <a:pt x="467503" y="219637"/>
                  </a:cubicBezTo>
                  <a:lnTo>
                    <a:pt x="444638" y="222715"/>
                  </a:lnTo>
                  <a:cubicBezTo>
                    <a:pt x="437325" y="223677"/>
                    <a:pt x="430027" y="224932"/>
                    <a:pt x="422680" y="225426"/>
                  </a:cubicBezTo>
                  <a:lnTo>
                    <a:pt x="391543" y="226909"/>
                  </a:lnTo>
                  <a:lnTo>
                    <a:pt x="386352" y="227305"/>
                  </a:lnTo>
                  <a:lnTo>
                    <a:pt x="381546" y="227385"/>
                  </a:lnTo>
                  <a:lnTo>
                    <a:pt x="381377" y="227393"/>
                  </a:lnTo>
                  <a:lnTo>
                    <a:pt x="379871" y="227412"/>
                  </a:lnTo>
                  <a:lnTo>
                    <a:pt x="361288" y="227720"/>
                  </a:lnTo>
                  <a:lnTo>
                    <a:pt x="361164" y="227718"/>
                  </a:lnTo>
                  <a:lnTo>
                    <a:pt x="361230" y="227655"/>
                  </a:lnTo>
                  <a:lnTo>
                    <a:pt x="356299" y="227720"/>
                  </a:lnTo>
                  <a:cubicBezTo>
                    <a:pt x="347939" y="227739"/>
                    <a:pt x="339581" y="227635"/>
                    <a:pt x="331236" y="227305"/>
                  </a:cubicBezTo>
                  <a:cubicBezTo>
                    <a:pt x="317583" y="226765"/>
                    <a:pt x="303973" y="224952"/>
                    <a:pt x="290367" y="223485"/>
                  </a:cubicBezTo>
                  <a:cubicBezTo>
                    <a:pt x="284844" y="222889"/>
                    <a:pt x="279383" y="221713"/>
                    <a:pt x="273350" y="220090"/>
                  </a:cubicBezTo>
                  <a:cubicBezTo>
                    <a:pt x="272327" y="218827"/>
                    <a:pt x="271847" y="218276"/>
                    <a:pt x="271367" y="217725"/>
                  </a:cubicBezTo>
                  <a:cubicBezTo>
                    <a:pt x="277149" y="205484"/>
                    <a:pt x="282932" y="193242"/>
                    <a:pt x="289238" y="180664"/>
                  </a:cubicBezTo>
                  <a:cubicBezTo>
                    <a:pt x="291103" y="179727"/>
                    <a:pt x="292446" y="179127"/>
                    <a:pt x="293789" y="178528"/>
                  </a:cubicBezTo>
                  <a:lnTo>
                    <a:pt x="351183" y="182306"/>
                  </a:lnTo>
                  <a:cubicBezTo>
                    <a:pt x="359038" y="182837"/>
                    <a:pt x="366882" y="183928"/>
                    <a:pt x="374735" y="183970"/>
                  </a:cubicBezTo>
                  <a:cubicBezTo>
                    <a:pt x="381382" y="184006"/>
                    <a:pt x="384070" y="183175"/>
                    <a:pt x="394688" y="182351"/>
                  </a:cubicBezTo>
                  <a:lnTo>
                    <a:pt x="438446" y="179027"/>
                  </a:lnTo>
                  <a:cubicBezTo>
                    <a:pt x="447302" y="178147"/>
                    <a:pt x="444682" y="177659"/>
                    <a:pt x="447822" y="177072"/>
                  </a:cubicBezTo>
                  <a:cubicBezTo>
                    <a:pt x="451194" y="176442"/>
                    <a:pt x="454596" y="175976"/>
                    <a:pt x="458445" y="175730"/>
                  </a:cubicBezTo>
                  <a:cubicBezTo>
                    <a:pt x="459214" y="176267"/>
                    <a:pt x="459523" y="176511"/>
                    <a:pt x="459832" y="176754"/>
                  </a:cubicBezTo>
                  <a:lnTo>
                    <a:pt x="459832" y="176754"/>
                  </a:lnTo>
                  <a:lnTo>
                    <a:pt x="458840" y="175802"/>
                  </a:lnTo>
                  <a:cubicBezTo>
                    <a:pt x="458776" y="175581"/>
                    <a:pt x="459201" y="175432"/>
                    <a:pt x="459424" y="175403"/>
                  </a:cubicBezTo>
                  <a:lnTo>
                    <a:pt x="459832" y="176753"/>
                  </a:lnTo>
                  <a:lnTo>
                    <a:pt x="459648" y="175373"/>
                  </a:lnTo>
                  <a:cubicBezTo>
                    <a:pt x="459680" y="174349"/>
                    <a:pt x="459712" y="173325"/>
                    <a:pt x="459893" y="171665"/>
                  </a:cubicBezTo>
                  <a:lnTo>
                    <a:pt x="458054" y="166376"/>
                  </a:lnTo>
                  <a:lnTo>
                    <a:pt x="454028" y="154794"/>
                  </a:lnTo>
                  <a:cubicBezTo>
                    <a:pt x="453644" y="154043"/>
                    <a:pt x="453260" y="153292"/>
                    <a:pt x="453016" y="151986"/>
                  </a:cubicBezTo>
                  <a:lnTo>
                    <a:pt x="452441" y="150485"/>
                  </a:lnTo>
                  <a:lnTo>
                    <a:pt x="451082" y="146938"/>
                  </a:lnTo>
                  <a:cubicBezTo>
                    <a:pt x="450698" y="146187"/>
                    <a:pt x="450314" y="145436"/>
                    <a:pt x="450048" y="144186"/>
                  </a:cubicBezTo>
                  <a:lnTo>
                    <a:pt x="449703" y="143385"/>
                  </a:lnTo>
                  <a:lnTo>
                    <a:pt x="449118" y="142027"/>
                  </a:lnTo>
                  <a:cubicBezTo>
                    <a:pt x="448407" y="140635"/>
                    <a:pt x="447696" y="139243"/>
                    <a:pt x="447102" y="137331"/>
                  </a:cubicBezTo>
                  <a:lnTo>
                    <a:pt x="446741" y="136485"/>
                  </a:lnTo>
                  <a:lnTo>
                    <a:pt x="446172" y="135153"/>
                  </a:lnTo>
                  <a:cubicBezTo>
                    <a:pt x="445461" y="133761"/>
                    <a:pt x="444750" y="132368"/>
                    <a:pt x="444156" y="130456"/>
                  </a:cubicBezTo>
                  <a:lnTo>
                    <a:pt x="443795" y="129610"/>
                  </a:lnTo>
                  <a:lnTo>
                    <a:pt x="443226" y="128279"/>
                  </a:lnTo>
                  <a:cubicBezTo>
                    <a:pt x="436383" y="116059"/>
                    <a:pt x="429905" y="103616"/>
                    <a:pt x="422603" y="91677"/>
                  </a:cubicBezTo>
                  <a:cubicBezTo>
                    <a:pt x="413976" y="77571"/>
                    <a:pt x="403078" y="65315"/>
                    <a:pt x="389528" y="55648"/>
                  </a:cubicBezTo>
                  <a:cubicBezTo>
                    <a:pt x="380533" y="49231"/>
                    <a:pt x="370577" y="45140"/>
                    <a:pt x="359408" y="44900"/>
                  </a:cubicBezTo>
                  <a:cubicBezTo>
                    <a:pt x="356121" y="44829"/>
                    <a:pt x="352794" y="45831"/>
                    <a:pt x="349512" y="46478"/>
                  </a:cubicBezTo>
                  <a:cubicBezTo>
                    <a:pt x="346089" y="47151"/>
                    <a:pt x="342660" y="47853"/>
                    <a:pt x="339311" y="48810"/>
                  </a:cubicBezTo>
                  <a:cubicBezTo>
                    <a:pt x="337510" y="49325"/>
                    <a:pt x="335705" y="50175"/>
                    <a:pt x="334191" y="51272"/>
                  </a:cubicBezTo>
                  <a:cubicBezTo>
                    <a:pt x="331434" y="53271"/>
                    <a:pt x="328892" y="55567"/>
                    <a:pt x="324886" y="58873"/>
                  </a:cubicBezTo>
                  <a:cubicBezTo>
                    <a:pt x="320563" y="39531"/>
                    <a:pt x="317799" y="21353"/>
                    <a:pt x="315027" y="3058"/>
                  </a:cubicBezTo>
                  <a:cubicBezTo>
                    <a:pt x="327058" y="1430"/>
                    <a:pt x="339005" y="463"/>
                    <a:pt x="350885" y="131"/>
                  </a:cubicBez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889" name="Freeform: Shape 2888">
              <a:extLst>
                <a:ext uri="{FF2B5EF4-FFF2-40B4-BE49-F238E27FC236}">
                  <a16:creationId xmlns:a16="http://schemas.microsoft.com/office/drawing/2014/main" id="{57E410A3-F2B9-40AA-6E0D-7C9A281DAF07}"/>
                </a:ext>
                <a:ext uri="{C183D7F6-B498-43B3-948B-1728B52AA6E4}">
                  <adec:decorative xmlns:adec="http://schemas.microsoft.com/office/drawing/2017/decorative" val="1"/>
                </a:ext>
              </a:extLst>
            </p:cNvPr>
            <p:cNvSpPr/>
            <p:nvPr/>
          </p:nvSpPr>
          <p:spPr>
            <a:xfrm>
              <a:off x="3343214" y="5755986"/>
              <a:ext cx="441750" cy="281815"/>
            </a:xfrm>
            <a:custGeom>
              <a:avLst/>
              <a:gdLst>
                <a:gd name="connsiteX0" fmla="*/ 745349 w 811815"/>
                <a:gd name="connsiteY0" fmla="*/ 451432 h 517898"/>
                <a:gd name="connsiteX1" fmla="*/ 811815 w 811815"/>
                <a:gd name="connsiteY1" fmla="*/ 451432 h 517898"/>
                <a:gd name="connsiteX2" fmla="*/ 811815 w 811815"/>
                <a:gd name="connsiteY2" fmla="*/ 517898 h 517898"/>
                <a:gd name="connsiteX3" fmla="*/ 745349 w 811815"/>
                <a:gd name="connsiteY3" fmla="*/ 517898 h 517898"/>
                <a:gd name="connsiteX4" fmla="*/ 165139 w 811815"/>
                <a:gd name="connsiteY4" fmla="*/ 158136 h 517898"/>
                <a:gd name="connsiteX5" fmla="*/ 207956 w 811815"/>
                <a:gd name="connsiteY5" fmla="*/ 158136 h 517898"/>
                <a:gd name="connsiteX6" fmla="*/ 207956 w 811815"/>
                <a:gd name="connsiteY6" fmla="*/ 201714 h 517898"/>
                <a:gd name="connsiteX7" fmla="*/ 165139 w 811815"/>
                <a:gd name="connsiteY7" fmla="*/ 201714 h 517898"/>
                <a:gd name="connsiteX8" fmla="*/ 166098 w 811815"/>
                <a:gd name="connsiteY8" fmla="*/ 85555 h 517898"/>
                <a:gd name="connsiteX9" fmla="*/ 107714 w 811815"/>
                <a:gd name="connsiteY9" fmla="*/ 121965 h 517898"/>
                <a:gd name="connsiteX10" fmla="*/ 87520 w 811815"/>
                <a:gd name="connsiteY10" fmla="*/ 201131 h 517898"/>
                <a:gd name="connsiteX11" fmla="*/ 124736 w 811815"/>
                <a:gd name="connsiteY11" fmla="*/ 262656 h 517898"/>
                <a:gd name="connsiteX12" fmla="*/ 204147 w 811815"/>
                <a:gd name="connsiteY12" fmla="*/ 282195 h 517898"/>
                <a:gd name="connsiteX13" fmla="*/ 265861 w 811815"/>
                <a:gd name="connsiteY13" fmla="*/ 243817 h 517898"/>
                <a:gd name="connsiteX14" fmla="*/ 284216 w 811815"/>
                <a:gd name="connsiteY14" fmla="*/ 163449 h 517898"/>
                <a:gd name="connsiteX15" fmla="*/ 241614 w 811815"/>
                <a:gd name="connsiteY15" fmla="*/ 100610 h 517898"/>
                <a:gd name="connsiteX16" fmla="*/ 205956 w 811815"/>
                <a:gd name="connsiteY16" fmla="*/ 85621 h 517898"/>
                <a:gd name="connsiteX17" fmla="*/ 166098 w 811815"/>
                <a:gd name="connsiteY17" fmla="*/ 85555 h 517898"/>
                <a:gd name="connsiteX18" fmla="*/ 160724 w 811815"/>
                <a:gd name="connsiteY18" fmla="*/ 0 h 517898"/>
                <a:gd name="connsiteX19" fmla="*/ 205871 w 811815"/>
                <a:gd name="connsiteY19" fmla="*/ 0 h 517898"/>
                <a:gd name="connsiteX20" fmla="*/ 205871 w 811815"/>
                <a:gd name="connsiteY20" fmla="*/ 39517 h 517898"/>
                <a:gd name="connsiteX21" fmla="*/ 254246 w 811815"/>
                <a:gd name="connsiteY21" fmla="*/ 55425 h 517898"/>
                <a:gd name="connsiteX22" fmla="*/ 263681 w 811815"/>
                <a:gd name="connsiteY22" fmla="*/ 53510 h 517898"/>
                <a:gd name="connsiteX23" fmla="*/ 283027 w 811815"/>
                <a:gd name="connsiteY23" fmla="*/ 29306 h 517898"/>
                <a:gd name="connsiteX24" fmla="*/ 285956 w 811815"/>
                <a:gd name="connsiteY24" fmla="*/ 25806 h 517898"/>
                <a:gd name="connsiteX25" fmla="*/ 321237 w 811815"/>
                <a:gd name="connsiteY25" fmla="*/ 54848 h 517898"/>
                <a:gd name="connsiteX26" fmla="*/ 295706 w 811815"/>
                <a:gd name="connsiteY26" fmla="*/ 86179 h 517898"/>
                <a:gd name="connsiteX27" fmla="*/ 314914 w 811815"/>
                <a:gd name="connsiteY27" fmla="*/ 116144 h 517898"/>
                <a:gd name="connsiteX28" fmla="*/ 320893 w 811815"/>
                <a:gd name="connsiteY28" fmla="*/ 129285 h 517898"/>
                <a:gd name="connsiteX29" fmla="*/ 329137 w 811815"/>
                <a:gd name="connsiteY29" fmla="*/ 133764 h 517898"/>
                <a:gd name="connsiteX30" fmla="*/ 364786 w 811815"/>
                <a:gd name="connsiteY30" fmla="*/ 126939 h 517898"/>
                <a:gd name="connsiteX31" fmla="*/ 373287 w 811815"/>
                <a:gd name="connsiteY31" fmla="*/ 171324 h 517898"/>
                <a:gd name="connsiteX32" fmla="*/ 346920 w 811815"/>
                <a:gd name="connsiteY32" fmla="*/ 176490 h 517898"/>
                <a:gd name="connsiteX33" fmla="*/ 337950 w 811815"/>
                <a:gd name="connsiteY33" fmla="*/ 178171 h 517898"/>
                <a:gd name="connsiteX34" fmla="*/ 331571 w 811815"/>
                <a:gd name="connsiteY34" fmla="*/ 185808 h 517898"/>
                <a:gd name="connsiteX35" fmla="*/ 322866 w 811815"/>
                <a:gd name="connsiteY35" fmla="*/ 233785 h 517898"/>
                <a:gd name="connsiteX36" fmla="*/ 360310 w 811815"/>
                <a:gd name="connsiteY36" fmla="*/ 254688 h 517898"/>
                <a:gd name="connsiteX37" fmla="*/ 338209 w 811815"/>
                <a:gd name="connsiteY37" fmla="*/ 294503 h 517898"/>
                <a:gd name="connsiteX38" fmla="*/ 300813 w 811815"/>
                <a:gd name="connsiteY38" fmla="*/ 273611 h 517898"/>
                <a:gd name="connsiteX39" fmla="*/ 259154 w 811815"/>
                <a:gd name="connsiteY39" fmla="*/ 309665 h 517898"/>
                <a:gd name="connsiteX40" fmla="*/ 274581 w 811815"/>
                <a:gd name="connsiteY40" fmla="*/ 349549 h 517898"/>
                <a:gd name="connsiteX41" fmla="*/ 232138 w 811815"/>
                <a:gd name="connsiteY41" fmla="*/ 366005 h 517898"/>
                <a:gd name="connsiteX42" fmla="*/ 218803 w 811815"/>
                <a:gd name="connsiteY42" fmla="*/ 330839 h 517898"/>
                <a:gd name="connsiteX43" fmla="*/ 212221 w 811815"/>
                <a:gd name="connsiteY43" fmla="*/ 326712 h 517898"/>
                <a:gd name="connsiteX44" fmla="*/ 174770 w 811815"/>
                <a:gd name="connsiteY44" fmla="*/ 328621 h 517898"/>
                <a:gd name="connsiteX45" fmla="*/ 161545 w 811815"/>
                <a:gd name="connsiteY45" fmla="*/ 327489 h 517898"/>
                <a:gd name="connsiteX46" fmla="*/ 147698 w 811815"/>
                <a:gd name="connsiteY46" fmla="*/ 367137 h 517898"/>
                <a:gd name="connsiteX47" fmla="*/ 104838 w 811815"/>
                <a:gd name="connsiteY47" fmla="*/ 352718 h 517898"/>
                <a:gd name="connsiteX48" fmla="*/ 118105 w 811815"/>
                <a:gd name="connsiteY48" fmla="*/ 313174 h 517898"/>
                <a:gd name="connsiteX49" fmla="*/ 95838 w 811815"/>
                <a:gd name="connsiteY49" fmla="*/ 297521 h 517898"/>
                <a:gd name="connsiteX50" fmla="*/ 78671 w 811815"/>
                <a:gd name="connsiteY50" fmla="*/ 281225 h 517898"/>
                <a:gd name="connsiteX51" fmla="*/ 69447 w 811815"/>
                <a:gd name="connsiteY51" fmla="*/ 281204 h 517898"/>
                <a:gd name="connsiteX52" fmla="*/ 39462 w 811815"/>
                <a:gd name="connsiteY52" fmla="*/ 299632 h 517898"/>
                <a:gd name="connsiteX53" fmla="*/ 22013 w 811815"/>
                <a:gd name="connsiteY53" fmla="*/ 270955 h 517898"/>
                <a:gd name="connsiteX54" fmla="*/ 17102 w 811815"/>
                <a:gd name="connsiteY54" fmla="*/ 261019 h 517898"/>
                <a:gd name="connsiteX55" fmla="*/ 26135 w 811815"/>
                <a:gd name="connsiteY55" fmla="*/ 254646 h 517898"/>
                <a:gd name="connsiteX56" fmla="*/ 47966 w 811815"/>
                <a:gd name="connsiteY56" fmla="*/ 241271 h 517898"/>
                <a:gd name="connsiteX57" fmla="*/ 50136 w 811815"/>
                <a:gd name="connsiteY57" fmla="*/ 235789 h 517898"/>
                <a:gd name="connsiteX58" fmla="*/ 41014 w 811815"/>
                <a:gd name="connsiteY58" fmla="*/ 184338 h 517898"/>
                <a:gd name="connsiteX59" fmla="*/ 20604 w 811815"/>
                <a:gd name="connsiteY59" fmla="*/ 181328 h 517898"/>
                <a:gd name="connsiteX60" fmla="*/ 0 w 811815"/>
                <a:gd name="connsiteY60" fmla="*/ 177868 h 517898"/>
                <a:gd name="connsiteX61" fmla="*/ 6892 w 811815"/>
                <a:gd name="connsiteY61" fmla="*/ 133314 h 517898"/>
                <a:gd name="connsiteX62" fmla="*/ 22736 w 811815"/>
                <a:gd name="connsiteY62" fmla="*/ 135466 h 517898"/>
                <a:gd name="connsiteX63" fmla="*/ 44634 w 811815"/>
                <a:gd name="connsiteY63" fmla="*/ 138981 h 517898"/>
                <a:gd name="connsiteX64" fmla="*/ 48673 w 811815"/>
                <a:gd name="connsiteY64" fmla="*/ 136155 h 517898"/>
                <a:gd name="connsiteX65" fmla="*/ 71852 w 811815"/>
                <a:gd name="connsiteY65" fmla="*/ 93979 h 517898"/>
                <a:gd name="connsiteX66" fmla="*/ 71900 w 811815"/>
                <a:gd name="connsiteY66" fmla="*/ 84829 h 517898"/>
                <a:gd name="connsiteX67" fmla="*/ 51258 w 811815"/>
                <a:gd name="connsiteY67" fmla="*/ 60367 h 517898"/>
                <a:gd name="connsiteX68" fmla="*/ 51285 w 811815"/>
                <a:gd name="connsiteY68" fmla="*/ 56070 h 517898"/>
                <a:gd name="connsiteX69" fmla="*/ 81232 w 811815"/>
                <a:gd name="connsiteY69" fmla="*/ 30640 h 517898"/>
                <a:gd name="connsiteX70" fmla="*/ 85748 w 811815"/>
                <a:gd name="connsiteY70" fmla="*/ 30983 h 517898"/>
                <a:gd name="connsiteX71" fmla="*/ 108147 w 811815"/>
                <a:gd name="connsiteY71" fmla="*/ 57163 h 517898"/>
                <a:gd name="connsiteX72" fmla="*/ 113601 w 811815"/>
                <a:gd name="connsiteY72" fmla="*/ 57522 h 517898"/>
                <a:gd name="connsiteX73" fmla="*/ 148354 w 811815"/>
                <a:gd name="connsiteY73" fmla="*/ 43280 h 517898"/>
                <a:gd name="connsiteX74" fmla="*/ 160724 w 811815"/>
                <a:gd name="connsiteY74" fmla="*/ 40340 h 517898"/>
                <a:gd name="connsiteX75" fmla="*/ 160724 w 811815"/>
                <a:gd name="connsiteY75" fmla="*/ 0 h 51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11815" h="517898">
                  <a:moveTo>
                    <a:pt x="745349" y="451432"/>
                  </a:moveTo>
                  <a:lnTo>
                    <a:pt x="811815" y="451432"/>
                  </a:lnTo>
                  <a:lnTo>
                    <a:pt x="811815" y="517898"/>
                  </a:lnTo>
                  <a:lnTo>
                    <a:pt x="745349" y="517898"/>
                  </a:lnTo>
                  <a:close/>
                  <a:moveTo>
                    <a:pt x="165139" y="158136"/>
                  </a:moveTo>
                  <a:lnTo>
                    <a:pt x="207956" y="158136"/>
                  </a:lnTo>
                  <a:lnTo>
                    <a:pt x="207956" y="201714"/>
                  </a:lnTo>
                  <a:lnTo>
                    <a:pt x="165139" y="201714"/>
                  </a:lnTo>
                  <a:close/>
                  <a:moveTo>
                    <a:pt x="166098" y="85555"/>
                  </a:moveTo>
                  <a:cubicBezTo>
                    <a:pt x="142442" y="90806"/>
                    <a:pt x="122924" y="102867"/>
                    <a:pt x="107714" y="121965"/>
                  </a:cubicBezTo>
                  <a:cubicBezTo>
                    <a:pt x="89055" y="145393"/>
                    <a:pt x="82495" y="172126"/>
                    <a:pt x="87520" y="201131"/>
                  </a:cubicBezTo>
                  <a:cubicBezTo>
                    <a:pt x="91844" y="226086"/>
                    <a:pt x="104559" y="246861"/>
                    <a:pt x="124736" y="262656"/>
                  </a:cubicBezTo>
                  <a:cubicBezTo>
                    <a:pt x="148264" y="281076"/>
                    <a:pt x="175194" y="287273"/>
                    <a:pt x="204147" y="282195"/>
                  </a:cubicBezTo>
                  <a:cubicBezTo>
                    <a:pt x="229469" y="277754"/>
                    <a:pt x="250275" y="264645"/>
                    <a:pt x="265861" y="243817"/>
                  </a:cubicBezTo>
                  <a:cubicBezTo>
                    <a:pt x="283881" y="219737"/>
                    <a:pt x="290294" y="192757"/>
                    <a:pt x="284216" y="163449"/>
                  </a:cubicBezTo>
                  <a:cubicBezTo>
                    <a:pt x="278714" y="136921"/>
                    <a:pt x="264257" y="115880"/>
                    <a:pt x="241614" y="100610"/>
                  </a:cubicBezTo>
                  <a:cubicBezTo>
                    <a:pt x="230916" y="93395"/>
                    <a:pt x="219373" y="88411"/>
                    <a:pt x="205956" y="85621"/>
                  </a:cubicBezTo>
                  <a:cubicBezTo>
                    <a:pt x="192675" y="82548"/>
                    <a:pt x="179293" y="82625"/>
                    <a:pt x="166098" y="85555"/>
                  </a:cubicBezTo>
                  <a:close/>
                  <a:moveTo>
                    <a:pt x="160724" y="0"/>
                  </a:moveTo>
                  <a:cubicBezTo>
                    <a:pt x="175956" y="0"/>
                    <a:pt x="190610" y="0"/>
                    <a:pt x="205871" y="0"/>
                  </a:cubicBezTo>
                  <a:cubicBezTo>
                    <a:pt x="205871" y="13176"/>
                    <a:pt x="205871" y="26330"/>
                    <a:pt x="205871" y="39517"/>
                  </a:cubicBezTo>
                  <a:cubicBezTo>
                    <a:pt x="223310" y="42065"/>
                    <a:pt x="239426" y="46933"/>
                    <a:pt x="254246" y="55425"/>
                  </a:cubicBezTo>
                  <a:cubicBezTo>
                    <a:pt x="258430" y="57822"/>
                    <a:pt x="261025" y="56866"/>
                    <a:pt x="263681" y="53510"/>
                  </a:cubicBezTo>
                  <a:cubicBezTo>
                    <a:pt x="270091" y="45411"/>
                    <a:pt x="276568" y="37366"/>
                    <a:pt x="283027" y="29306"/>
                  </a:cubicBezTo>
                  <a:cubicBezTo>
                    <a:pt x="283941" y="28165"/>
                    <a:pt x="284903" y="27062"/>
                    <a:pt x="285956" y="25806"/>
                  </a:cubicBezTo>
                  <a:cubicBezTo>
                    <a:pt x="297867" y="35610"/>
                    <a:pt x="309307" y="45028"/>
                    <a:pt x="321237" y="54848"/>
                  </a:cubicBezTo>
                  <a:cubicBezTo>
                    <a:pt x="312577" y="65476"/>
                    <a:pt x="303939" y="76076"/>
                    <a:pt x="295706" y="86179"/>
                  </a:cubicBezTo>
                  <a:cubicBezTo>
                    <a:pt x="302300" y="96404"/>
                    <a:pt x="308820" y="106144"/>
                    <a:pt x="314914" y="116144"/>
                  </a:cubicBezTo>
                  <a:cubicBezTo>
                    <a:pt x="317401" y="120227"/>
                    <a:pt x="319156" y="124799"/>
                    <a:pt x="320893" y="129285"/>
                  </a:cubicBezTo>
                  <a:cubicBezTo>
                    <a:pt x="322451" y="133309"/>
                    <a:pt x="324274" y="134900"/>
                    <a:pt x="329137" y="133764"/>
                  </a:cubicBezTo>
                  <a:cubicBezTo>
                    <a:pt x="340699" y="131061"/>
                    <a:pt x="352466" y="129237"/>
                    <a:pt x="364786" y="126939"/>
                  </a:cubicBezTo>
                  <a:cubicBezTo>
                    <a:pt x="367647" y="141876"/>
                    <a:pt x="370412" y="156312"/>
                    <a:pt x="373287" y="171324"/>
                  </a:cubicBezTo>
                  <a:cubicBezTo>
                    <a:pt x="364182" y="173107"/>
                    <a:pt x="355550" y="174794"/>
                    <a:pt x="346920" y="176490"/>
                  </a:cubicBezTo>
                  <a:cubicBezTo>
                    <a:pt x="343927" y="177078"/>
                    <a:pt x="340929" y="178224"/>
                    <a:pt x="337950" y="178171"/>
                  </a:cubicBezTo>
                  <a:cubicBezTo>
                    <a:pt x="332242" y="178069"/>
                    <a:pt x="331686" y="181012"/>
                    <a:pt x="331571" y="185808"/>
                  </a:cubicBezTo>
                  <a:cubicBezTo>
                    <a:pt x="331182" y="202155"/>
                    <a:pt x="328518" y="218173"/>
                    <a:pt x="322866" y="233785"/>
                  </a:cubicBezTo>
                  <a:cubicBezTo>
                    <a:pt x="335305" y="240730"/>
                    <a:pt x="347671" y="247633"/>
                    <a:pt x="360310" y="254688"/>
                  </a:cubicBezTo>
                  <a:cubicBezTo>
                    <a:pt x="352913" y="268015"/>
                    <a:pt x="345595" y="281198"/>
                    <a:pt x="338209" y="294503"/>
                  </a:cubicBezTo>
                  <a:cubicBezTo>
                    <a:pt x="325635" y="287478"/>
                    <a:pt x="313427" y="280658"/>
                    <a:pt x="300813" y="273611"/>
                  </a:cubicBezTo>
                  <a:cubicBezTo>
                    <a:pt x="289026" y="287856"/>
                    <a:pt x="275424" y="300187"/>
                    <a:pt x="259154" y="309665"/>
                  </a:cubicBezTo>
                  <a:cubicBezTo>
                    <a:pt x="264231" y="322790"/>
                    <a:pt x="269304" y="335906"/>
                    <a:pt x="274581" y="349549"/>
                  </a:cubicBezTo>
                  <a:cubicBezTo>
                    <a:pt x="260428" y="355037"/>
                    <a:pt x="246390" y="360479"/>
                    <a:pt x="232138" y="366005"/>
                  </a:cubicBezTo>
                  <a:cubicBezTo>
                    <a:pt x="227637" y="354219"/>
                    <a:pt x="223038" y="342594"/>
                    <a:pt x="218803" y="330839"/>
                  </a:cubicBezTo>
                  <a:cubicBezTo>
                    <a:pt x="217548" y="327355"/>
                    <a:pt x="215571" y="326510"/>
                    <a:pt x="212221" y="326712"/>
                  </a:cubicBezTo>
                  <a:cubicBezTo>
                    <a:pt x="199744" y="327466"/>
                    <a:pt x="187261" y="328213"/>
                    <a:pt x="174770" y="328621"/>
                  </a:cubicBezTo>
                  <a:cubicBezTo>
                    <a:pt x="170448" y="328762"/>
                    <a:pt x="166093" y="327908"/>
                    <a:pt x="161545" y="327489"/>
                  </a:cubicBezTo>
                  <a:cubicBezTo>
                    <a:pt x="156862" y="340898"/>
                    <a:pt x="152287" y="353996"/>
                    <a:pt x="147698" y="367137"/>
                  </a:cubicBezTo>
                  <a:cubicBezTo>
                    <a:pt x="133086" y="362221"/>
                    <a:pt x="119088" y="357512"/>
                    <a:pt x="104838" y="352718"/>
                  </a:cubicBezTo>
                  <a:cubicBezTo>
                    <a:pt x="109313" y="339381"/>
                    <a:pt x="113750" y="326155"/>
                    <a:pt x="118105" y="313174"/>
                  </a:cubicBezTo>
                  <a:cubicBezTo>
                    <a:pt x="110735" y="308049"/>
                    <a:pt x="102956" y="303199"/>
                    <a:pt x="95838" y="297521"/>
                  </a:cubicBezTo>
                  <a:cubicBezTo>
                    <a:pt x="89686" y="292614"/>
                    <a:pt x="83941" y="287075"/>
                    <a:pt x="78671" y="281225"/>
                  </a:cubicBezTo>
                  <a:cubicBezTo>
                    <a:pt x="75084" y="277242"/>
                    <a:pt x="72386" y="279430"/>
                    <a:pt x="69447" y="281204"/>
                  </a:cubicBezTo>
                  <a:cubicBezTo>
                    <a:pt x="59546" y="287183"/>
                    <a:pt x="49731" y="293305"/>
                    <a:pt x="39462" y="299632"/>
                  </a:cubicBezTo>
                  <a:cubicBezTo>
                    <a:pt x="33524" y="289891"/>
                    <a:pt x="27713" y="280456"/>
                    <a:pt x="22013" y="270955"/>
                  </a:cubicBezTo>
                  <a:cubicBezTo>
                    <a:pt x="20050" y="267683"/>
                    <a:pt x="16420" y="263761"/>
                    <a:pt x="17102" y="261019"/>
                  </a:cubicBezTo>
                  <a:cubicBezTo>
                    <a:pt x="17776" y="258310"/>
                    <a:pt x="22896" y="256653"/>
                    <a:pt x="26135" y="254646"/>
                  </a:cubicBezTo>
                  <a:cubicBezTo>
                    <a:pt x="33390" y="250152"/>
                    <a:pt x="40690" y="245732"/>
                    <a:pt x="47966" y="241271"/>
                  </a:cubicBezTo>
                  <a:cubicBezTo>
                    <a:pt x="50043" y="239997"/>
                    <a:pt x="51202" y="238809"/>
                    <a:pt x="50136" y="235789"/>
                  </a:cubicBezTo>
                  <a:cubicBezTo>
                    <a:pt x="44358" y="219423"/>
                    <a:pt x="40392" y="202667"/>
                    <a:pt x="41014" y="184338"/>
                  </a:cubicBezTo>
                  <a:cubicBezTo>
                    <a:pt x="34273" y="183337"/>
                    <a:pt x="27656" y="182355"/>
                    <a:pt x="20604" y="181328"/>
                  </a:cubicBezTo>
                  <a:cubicBezTo>
                    <a:pt x="13514" y="180156"/>
                    <a:pt x="6858" y="179029"/>
                    <a:pt x="0" y="177868"/>
                  </a:cubicBezTo>
                  <a:cubicBezTo>
                    <a:pt x="2266" y="163221"/>
                    <a:pt x="4545" y="148487"/>
                    <a:pt x="6892" y="133314"/>
                  </a:cubicBezTo>
                  <a:cubicBezTo>
                    <a:pt x="12335" y="134046"/>
                    <a:pt x="17551" y="134654"/>
                    <a:pt x="22736" y="135466"/>
                  </a:cubicBezTo>
                  <a:cubicBezTo>
                    <a:pt x="30041" y="136612"/>
                    <a:pt x="37302" y="138076"/>
                    <a:pt x="44634" y="138981"/>
                  </a:cubicBezTo>
                  <a:cubicBezTo>
                    <a:pt x="45888" y="139135"/>
                    <a:pt x="48199" y="137468"/>
                    <a:pt x="48673" y="136155"/>
                  </a:cubicBezTo>
                  <a:cubicBezTo>
                    <a:pt x="54191" y="120863"/>
                    <a:pt x="61373" y="106543"/>
                    <a:pt x="71852" y="93979"/>
                  </a:cubicBezTo>
                  <a:cubicBezTo>
                    <a:pt x="74230" y="91128"/>
                    <a:pt x="75452" y="88567"/>
                    <a:pt x="71900" y="84829"/>
                  </a:cubicBezTo>
                  <a:cubicBezTo>
                    <a:pt x="64560" y="77107"/>
                    <a:pt x="57955" y="68675"/>
                    <a:pt x="51258" y="60367"/>
                  </a:cubicBezTo>
                  <a:cubicBezTo>
                    <a:pt x="50531" y="59465"/>
                    <a:pt x="50539" y="56720"/>
                    <a:pt x="51285" y="56070"/>
                  </a:cubicBezTo>
                  <a:cubicBezTo>
                    <a:pt x="61161" y="47471"/>
                    <a:pt x="71251" y="39119"/>
                    <a:pt x="81232" y="30640"/>
                  </a:cubicBezTo>
                  <a:cubicBezTo>
                    <a:pt x="82997" y="29141"/>
                    <a:pt x="83871" y="28656"/>
                    <a:pt x="85748" y="30983"/>
                  </a:cubicBezTo>
                  <a:cubicBezTo>
                    <a:pt x="92958" y="39920"/>
                    <a:pt x="100459" y="48633"/>
                    <a:pt x="108147" y="57163"/>
                  </a:cubicBezTo>
                  <a:cubicBezTo>
                    <a:pt x="109053" y="58168"/>
                    <a:pt x="112264" y="58322"/>
                    <a:pt x="113601" y="57522"/>
                  </a:cubicBezTo>
                  <a:cubicBezTo>
                    <a:pt x="124488" y="51012"/>
                    <a:pt x="136192" y="46599"/>
                    <a:pt x="148354" y="43280"/>
                  </a:cubicBezTo>
                  <a:cubicBezTo>
                    <a:pt x="152232" y="42222"/>
                    <a:pt x="156176" y="41412"/>
                    <a:pt x="160724" y="40340"/>
                  </a:cubicBezTo>
                  <a:cubicBezTo>
                    <a:pt x="160724" y="27247"/>
                    <a:pt x="160724" y="13758"/>
                    <a:pt x="160724"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5" name="Group 94">
            <a:extLst>
              <a:ext uri="{FF2B5EF4-FFF2-40B4-BE49-F238E27FC236}">
                <a16:creationId xmlns:a16="http://schemas.microsoft.com/office/drawing/2014/main" id="{AAF8F3D1-2CCF-1620-9408-614D68874F9F}"/>
              </a:ext>
              <a:ext uri="{C183D7F6-B498-43B3-948B-1728B52AA6E4}">
                <adec:decorative xmlns:adec="http://schemas.microsoft.com/office/drawing/2017/decorative" val="1"/>
              </a:ext>
            </a:extLst>
          </p:cNvPr>
          <p:cNvGrpSpPr>
            <a:grpSpLocks noChangeAspect="1"/>
          </p:cNvGrpSpPr>
          <p:nvPr/>
        </p:nvGrpSpPr>
        <p:grpSpPr>
          <a:xfrm>
            <a:off x="3491728" y="5755986"/>
            <a:ext cx="521652" cy="457200"/>
            <a:chOff x="3914984" y="5755986"/>
            <a:chExt cx="521652" cy="457200"/>
          </a:xfrm>
          <a:solidFill>
            <a:srgbClr val="FF0000"/>
          </a:solidFill>
        </p:grpSpPr>
        <p:sp>
          <p:nvSpPr>
            <p:cNvPr id="123" name="Freeform: Shape 122">
              <a:extLst>
                <a:ext uri="{FF2B5EF4-FFF2-40B4-BE49-F238E27FC236}">
                  <a16:creationId xmlns:a16="http://schemas.microsoft.com/office/drawing/2014/main" id="{4DA2179F-25A2-D51A-A751-AE99F507FBA7}"/>
                </a:ext>
                <a:ext uri="{C183D7F6-B498-43B3-948B-1728B52AA6E4}">
                  <adec:decorative xmlns:adec="http://schemas.microsoft.com/office/drawing/2017/decorative" val="1"/>
                </a:ext>
              </a:extLst>
            </p:cNvPr>
            <p:cNvSpPr/>
            <p:nvPr/>
          </p:nvSpPr>
          <p:spPr>
            <a:xfrm>
              <a:off x="3914984" y="5755986"/>
              <a:ext cx="521652" cy="356825"/>
            </a:xfrm>
            <a:custGeom>
              <a:avLst/>
              <a:gdLst>
                <a:gd name="connsiteX0" fmla="*/ 0 w 865154"/>
                <a:gd name="connsiteY0" fmla="*/ 0 h 591790"/>
                <a:gd name="connsiteX1" fmla="*/ 125948 w 865154"/>
                <a:gd name="connsiteY1" fmla="*/ 0 h 591790"/>
                <a:gd name="connsiteX2" fmla="*/ 169397 w 865154"/>
                <a:gd name="connsiteY2" fmla="*/ 35199 h 591790"/>
                <a:gd name="connsiteX3" fmla="*/ 258300 w 865154"/>
                <a:gd name="connsiteY3" fmla="*/ 417035 h 591790"/>
                <a:gd name="connsiteX4" fmla="*/ 755155 w 865154"/>
                <a:gd name="connsiteY4" fmla="*/ 417035 h 591790"/>
                <a:gd name="connsiteX5" fmla="*/ 770336 w 865154"/>
                <a:gd name="connsiteY5" fmla="*/ 350753 h 591790"/>
                <a:gd name="connsiteX6" fmla="*/ 287664 w 865154"/>
                <a:gd name="connsiteY6" fmla="*/ 350753 h 591790"/>
                <a:gd name="connsiteX7" fmla="*/ 283264 w 865154"/>
                <a:gd name="connsiteY7" fmla="*/ 328753 h 591790"/>
                <a:gd name="connsiteX8" fmla="*/ 775374 w 865154"/>
                <a:gd name="connsiteY8" fmla="*/ 328753 h 591790"/>
                <a:gd name="connsiteX9" fmla="*/ 790616 w 865154"/>
                <a:gd name="connsiteY9" fmla="*/ 262203 h 591790"/>
                <a:gd name="connsiteX10" fmla="*/ 269514 w 865154"/>
                <a:gd name="connsiteY10" fmla="*/ 262203 h 591790"/>
                <a:gd name="connsiteX11" fmla="*/ 265114 w 865154"/>
                <a:gd name="connsiteY11" fmla="*/ 239654 h 591790"/>
                <a:gd name="connsiteX12" fmla="*/ 795780 w 865154"/>
                <a:gd name="connsiteY12" fmla="*/ 239654 h 591790"/>
                <a:gd name="connsiteX13" fmla="*/ 810705 w 865154"/>
                <a:gd name="connsiteY13" fmla="*/ 174489 h 591790"/>
                <a:gd name="connsiteX14" fmla="*/ 569808 w 865154"/>
                <a:gd name="connsiteY14" fmla="*/ 174489 h 591790"/>
                <a:gd name="connsiteX15" fmla="*/ 569808 w 865154"/>
                <a:gd name="connsiteY15" fmla="*/ 174489 h 591790"/>
                <a:gd name="connsiteX16" fmla="*/ 354266 w 865154"/>
                <a:gd name="connsiteY16" fmla="*/ 174489 h 591790"/>
                <a:gd name="connsiteX17" fmla="*/ 354266 w 865154"/>
                <a:gd name="connsiteY17" fmla="*/ 130490 h 591790"/>
                <a:gd name="connsiteX18" fmla="*/ 569808 w 865154"/>
                <a:gd name="connsiteY18" fmla="*/ 130490 h 591790"/>
                <a:gd name="connsiteX19" fmla="*/ 615512 w 865154"/>
                <a:gd name="connsiteY19" fmla="*/ 130490 h 591790"/>
                <a:gd name="connsiteX20" fmla="*/ 865154 w 865154"/>
                <a:gd name="connsiteY20" fmla="*/ 130490 h 591790"/>
                <a:gd name="connsiteX21" fmla="*/ 798055 w 865154"/>
                <a:gd name="connsiteY21" fmla="*/ 425835 h 591790"/>
                <a:gd name="connsiteX22" fmla="*/ 755155 w 865154"/>
                <a:gd name="connsiteY22" fmla="*/ 461035 h 591790"/>
                <a:gd name="connsiteX23" fmla="*/ 268545 w 865154"/>
                <a:gd name="connsiteY23" fmla="*/ 461035 h 591790"/>
                <a:gd name="connsiteX24" fmla="*/ 288745 w 865154"/>
                <a:gd name="connsiteY24" fmla="*/ 547791 h 591790"/>
                <a:gd name="connsiteX25" fmla="*/ 747438 w 865154"/>
                <a:gd name="connsiteY25" fmla="*/ 547791 h 591790"/>
                <a:gd name="connsiteX26" fmla="*/ 747438 w 865154"/>
                <a:gd name="connsiteY26" fmla="*/ 591790 h 591790"/>
                <a:gd name="connsiteX27" fmla="*/ 288745 w 865154"/>
                <a:gd name="connsiteY27" fmla="*/ 591790 h 591790"/>
                <a:gd name="connsiteX28" fmla="*/ 245296 w 865154"/>
                <a:gd name="connsiteY28" fmla="*/ 556591 h 591790"/>
                <a:gd name="connsiteX29" fmla="*/ 125948 w 865154"/>
                <a:gd name="connsiteY29" fmla="*/ 43999 h 591790"/>
                <a:gd name="connsiteX30" fmla="*/ 0 w 865154"/>
                <a:gd name="connsiteY30" fmla="*/ 43999 h 5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65154" h="591790">
                  <a:moveTo>
                    <a:pt x="0" y="0"/>
                  </a:moveTo>
                  <a:lnTo>
                    <a:pt x="125948" y="0"/>
                  </a:lnTo>
                  <a:cubicBezTo>
                    <a:pt x="146848" y="0"/>
                    <a:pt x="164997" y="14849"/>
                    <a:pt x="169397" y="35199"/>
                  </a:cubicBezTo>
                  <a:lnTo>
                    <a:pt x="258300" y="417035"/>
                  </a:lnTo>
                  <a:lnTo>
                    <a:pt x="755155" y="417035"/>
                  </a:lnTo>
                  <a:lnTo>
                    <a:pt x="770336" y="350753"/>
                  </a:lnTo>
                  <a:lnTo>
                    <a:pt x="287664" y="350753"/>
                  </a:lnTo>
                  <a:lnTo>
                    <a:pt x="283264" y="328753"/>
                  </a:lnTo>
                  <a:lnTo>
                    <a:pt x="775374" y="328753"/>
                  </a:lnTo>
                  <a:lnTo>
                    <a:pt x="790616" y="262203"/>
                  </a:lnTo>
                  <a:lnTo>
                    <a:pt x="269514" y="262203"/>
                  </a:lnTo>
                  <a:lnTo>
                    <a:pt x="265114" y="239654"/>
                  </a:lnTo>
                  <a:lnTo>
                    <a:pt x="795780" y="239654"/>
                  </a:lnTo>
                  <a:lnTo>
                    <a:pt x="810705" y="174489"/>
                  </a:lnTo>
                  <a:lnTo>
                    <a:pt x="569808" y="174489"/>
                  </a:lnTo>
                  <a:lnTo>
                    <a:pt x="569808" y="174489"/>
                  </a:lnTo>
                  <a:lnTo>
                    <a:pt x="354266" y="174489"/>
                  </a:lnTo>
                  <a:lnTo>
                    <a:pt x="354266" y="130490"/>
                  </a:lnTo>
                  <a:lnTo>
                    <a:pt x="569808" y="130490"/>
                  </a:lnTo>
                  <a:lnTo>
                    <a:pt x="615512" y="130490"/>
                  </a:lnTo>
                  <a:lnTo>
                    <a:pt x="865154" y="130490"/>
                  </a:lnTo>
                  <a:lnTo>
                    <a:pt x="798055" y="425835"/>
                  </a:lnTo>
                  <a:cubicBezTo>
                    <a:pt x="794205" y="446735"/>
                    <a:pt x="775505" y="461035"/>
                    <a:pt x="755155" y="461035"/>
                  </a:cubicBezTo>
                  <a:lnTo>
                    <a:pt x="268545" y="461035"/>
                  </a:lnTo>
                  <a:lnTo>
                    <a:pt x="288745" y="547791"/>
                  </a:lnTo>
                  <a:lnTo>
                    <a:pt x="747438" y="547791"/>
                  </a:lnTo>
                  <a:lnTo>
                    <a:pt x="747438" y="591790"/>
                  </a:lnTo>
                  <a:lnTo>
                    <a:pt x="288745" y="591790"/>
                  </a:lnTo>
                  <a:cubicBezTo>
                    <a:pt x="267846" y="591790"/>
                    <a:pt x="249696" y="576941"/>
                    <a:pt x="245296" y="556591"/>
                  </a:cubicBezTo>
                  <a:lnTo>
                    <a:pt x="125948" y="43999"/>
                  </a:lnTo>
                  <a:lnTo>
                    <a:pt x="0" y="43999"/>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4" name="Freeform: Shape 123">
              <a:extLst>
                <a:ext uri="{FF2B5EF4-FFF2-40B4-BE49-F238E27FC236}">
                  <a16:creationId xmlns:a16="http://schemas.microsoft.com/office/drawing/2014/main" id="{B5333428-837C-72DE-07B7-F69E15B97DB4}"/>
                </a:ext>
                <a:ext uri="{C183D7F6-B498-43B3-948B-1728B52AA6E4}">
                  <adec:decorative xmlns:adec="http://schemas.microsoft.com/office/drawing/2017/decorative" val="1"/>
                </a:ext>
              </a:extLst>
            </p:cNvPr>
            <p:cNvSpPr/>
            <p:nvPr/>
          </p:nvSpPr>
          <p:spPr>
            <a:xfrm rot="10800000">
              <a:off x="4060477" y="5827888"/>
              <a:ext cx="314146" cy="385298"/>
            </a:xfrm>
            <a:custGeom>
              <a:avLst/>
              <a:gdLst>
                <a:gd name="connsiteX0" fmla="*/ 442743 w 521007"/>
                <a:gd name="connsiteY0" fmla="*/ 99549 h 639012"/>
                <a:gd name="connsiteX1" fmla="*/ 470243 w 521007"/>
                <a:gd name="connsiteY1" fmla="*/ 72049 h 639012"/>
                <a:gd name="connsiteX2" fmla="*/ 442743 w 521007"/>
                <a:gd name="connsiteY2" fmla="*/ 44550 h 639012"/>
                <a:gd name="connsiteX3" fmla="*/ 415243 w 521007"/>
                <a:gd name="connsiteY3" fmla="*/ 72049 h 639012"/>
                <a:gd name="connsiteX4" fmla="*/ 442743 w 521007"/>
                <a:gd name="connsiteY4" fmla="*/ 99549 h 639012"/>
                <a:gd name="connsiteX5" fmla="*/ 72049 w 521007"/>
                <a:gd name="connsiteY5" fmla="*/ 99581 h 639012"/>
                <a:gd name="connsiteX6" fmla="*/ 99549 w 521007"/>
                <a:gd name="connsiteY6" fmla="*/ 72081 h 639012"/>
                <a:gd name="connsiteX7" fmla="*/ 72049 w 521007"/>
                <a:gd name="connsiteY7" fmla="*/ 44582 h 639012"/>
                <a:gd name="connsiteX8" fmla="*/ 44549 w 521007"/>
                <a:gd name="connsiteY8" fmla="*/ 72081 h 639012"/>
                <a:gd name="connsiteX9" fmla="*/ 72049 w 521007"/>
                <a:gd name="connsiteY9" fmla="*/ 99581 h 639012"/>
                <a:gd name="connsiteX10" fmla="*/ 442743 w 521007"/>
                <a:gd name="connsiteY10" fmla="*/ 144098 h 639012"/>
                <a:gd name="connsiteX11" fmla="*/ 370694 w 521007"/>
                <a:gd name="connsiteY11" fmla="*/ 72049 h 639012"/>
                <a:gd name="connsiteX12" fmla="*/ 442744 w 521007"/>
                <a:gd name="connsiteY12" fmla="*/ 0 h 639012"/>
                <a:gd name="connsiteX13" fmla="*/ 514792 w 521007"/>
                <a:gd name="connsiteY13" fmla="*/ 72049 h 639012"/>
                <a:gd name="connsiteX14" fmla="*/ 442743 w 521007"/>
                <a:gd name="connsiteY14" fmla="*/ 144098 h 639012"/>
                <a:gd name="connsiteX15" fmla="*/ 72049 w 521007"/>
                <a:gd name="connsiteY15" fmla="*/ 144130 h 639012"/>
                <a:gd name="connsiteX16" fmla="*/ 0 w 521007"/>
                <a:gd name="connsiteY16" fmla="*/ 72081 h 639012"/>
                <a:gd name="connsiteX17" fmla="*/ 72050 w 521007"/>
                <a:gd name="connsiteY17" fmla="*/ 32 h 639012"/>
                <a:gd name="connsiteX18" fmla="*/ 144098 w 521007"/>
                <a:gd name="connsiteY18" fmla="*/ 72081 h 639012"/>
                <a:gd name="connsiteX19" fmla="*/ 72049 w 521007"/>
                <a:gd name="connsiteY19" fmla="*/ 144130 h 639012"/>
                <a:gd name="connsiteX20" fmla="*/ 521007 w 521007"/>
                <a:gd name="connsiteY20" fmla="*/ 639012 h 639012"/>
                <a:gd name="connsiteX21" fmla="*/ 454457 w 521007"/>
                <a:gd name="connsiteY21" fmla="*/ 639012 h 639012"/>
                <a:gd name="connsiteX22" fmla="*/ 454457 w 521007"/>
                <a:gd name="connsiteY22" fmla="*/ 572462 h 639012"/>
                <a:gd name="connsiteX23" fmla="*/ 521007 w 521007"/>
                <a:gd name="connsiteY23" fmla="*/ 572462 h 63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1007" h="639012">
                  <a:moveTo>
                    <a:pt x="442743" y="99549"/>
                  </a:moveTo>
                  <a:cubicBezTo>
                    <a:pt x="458144" y="99549"/>
                    <a:pt x="470243" y="86899"/>
                    <a:pt x="470243" y="72049"/>
                  </a:cubicBezTo>
                  <a:cubicBezTo>
                    <a:pt x="470243" y="57200"/>
                    <a:pt x="457594" y="44550"/>
                    <a:pt x="442743" y="44550"/>
                  </a:cubicBezTo>
                  <a:cubicBezTo>
                    <a:pt x="427893" y="44550"/>
                    <a:pt x="415243" y="57200"/>
                    <a:pt x="415243" y="72049"/>
                  </a:cubicBezTo>
                  <a:cubicBezTo>
                    <a:pt x="415243" y="86899"/>
                    <a:pt x="427343" y="99549"/>
                    <a:pt x="442743" y="99549"/>
                  </a:cubicBezTo>
                  <a:close/>
                  <a:moveTo>
                    <a:pt x="72049" y="99581"/>
                  </a:moveTo>
                  <a:cubicBezTo>
                    <a:pt x="87449" y="99581"/>
                    <a:pt x="99549" y="86931"/>
                    <a:pt x="99549" y="72081"/>
                  </a:cubicBezTo>
                  <a:cubicBezTo>
                    <a:pt x="99549" y="57232"/>
                    <a:pt x="86899" y="44582"/>
                    <a:pt x="72049" y="44582"/>
                  </a:cubicBezTo>
                  <a:cubicBezTo>
                    <a:pt x="57199" y="44582"/>
                    <a:pt x="44549" y="57232"/>
                    <a:pt x="44549" y="72081"/>
                  </a:cubicBezTo>
                  <a:cubicBezTo>
                    <a:pt x="44549" y="86931"/>
                    <a:pt x="57199" y="99581"/>
                    <a:pt x="72049" y="99581"/>
                  </a:cubicBezTo>
                  <a:close/>
                  <a:moveTo>
                    <a:pt x="442743" y="144098"/>
                  </a:moveTo>
                  <a:cubicBezTo>
                    <a:pt x="403144" y="144098"/>
                    <a:pt x="370694" y="111648"/>
                    <a:pt x="370694" y="72049"/>
                  </a:cubicBezTo>
                  <a:cubicBezTo>
                    <a:pt x="370694" y="32450"/>
                    <a:pt x="403144" y="0"/>
                    <a:pt x="442744" y="0"/>
                  </a:cubicBezTo>
                  <a:cubicBezTo>
                    <a:pt x="482343" y="0"/>
                    <a:pt x="514792" y="32450"/>
                    <a:pt x="514792" y="72049"/>
                  </a:cubicBezTo>
                  <a:cubicBezTo>
                    <a:pt x="514792" y="111648"/>
                    <a:pt x="482343" y="144098"/>
                    <a:pt x="442743" y="144098"/>
                  </a:cubicBezTo>
                  <a:close/>
                  <a:moveTo>
                    <a:pt x="72049" y="144130"/>
                  </a:moveTo>
                  <a:cubicBezTo>
                    <a:pt x="32450" y="144130"/>
                    <a:pt x="0" y="111680"/>
                    <a:pt x="0" y="72081"/>
                  </a:cubicBezTo>
                  <a:cubicBezTo>
                    <a:pt x="550" y="32482"/>
                    <a:pt x="32450" y="32"/>
                    <a:pt x="72050" y="32"/>
                  </a:cubicBezTo>
                  <a:cubicBezTo>
                    <a:pt x="111649" y="32"/>
                    <a:pt x="144098" y="32482"/>
                    <a:pt x="144098" y="72081"/>
                  </a:cubicBezTo>
                  <a:cubicBezTo>
                    <a:pt x="144098" y="111680"/>
                    <a:pt x="111648" y="144130"/>
                    <a:pt x="72049" y="144130"/>
                  </a:cubicBezTo>
                  <a:close/>
                  <a:moveTo>
                    <a:pt x="521007" y="639012"/>
                  </a:moveTo>
                  <a:lnTo>
                    <a:pt x="454457" y="639012"/>
                  </a:lnTo>
                  <a:lnTo>
                    <a:pt x="454457" y="572462"/>
                  </a:lnTo>
                  <a:lnTo>
                    <a:pt x="521007" y="572462"/>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93" name="Group 92">
            <a:extLst>
              <a:ext uri="{FF2B5EF4-FFF2-40B4-BE49-F238E27FC236}">
                <a16:creationId xmlns:a16="http://schemas.microsoft.com/office/drawing/2014/main" id="{65E969C0-3E25-D585-6C13-D0234930748C}"/>
              </a:ext>
              <a:ext uri="{C183D7F6-B498-43B3-948B-1728B52AA6E4}">
                <adec:decorative xmlns:adec="http://schemas.microsoft.com/office/drawing/2017/decorative" val="1"/>
              </a:ext>
            </a:extLst>
          </p:cNvPr>
          <p:cNvGrpSpPr>
            <a:grpSpLocks noChangeAspect="1"/>
          </p:cNvGrpSpPr>
          <p:nvPr/>
        </p:nvGrpSpPr>
        <p:grpSpPr>
          <a:xfrm>
            <a:off x="4175958" y="5755986"/>
            <a:ext cx="451920" cy="457200"/>
            <a:chOff x="4566656" y="5755986"/>
            <a:chExt cx="451920" cy="457200"/>
          </a:xfrm>
          <a:solidFill>
            <a:srgbClr val="FF0000"/>
          </a:solidFill>
        </p:grpSpPr>
        <p:sp>
          <p:nvSpPr>
            <p:cNvPr id="125" name="Freeform: Shape 124">
              <a:extLst>
                <a:ext uri="{FF2B5EF4-FFF2-40B4-BE49-F238E27FC236}">
                  <a16:creationId xmlns:a16="http://schemas.microsoft.com/office/drawing/2014/main" id="{E1E7A0C5-4F46-DDD4-CA2B-B4D054BC8E6B}"/>
                </a:ext>
                <a:ext uri="{C183D7F6-B498-43B3-948B-1728B52AA6E4}">
                  <adec:decorative xmlns:adec="http://schemas.microsoft.com/office/drawing/2017/decorative" val="1"/>
                </a:ext>
              </a:extLst>
            </p:cNvPr>
            <p:cNvSpPr/>
            <p:nvPr/>
          </p:nvSpPr>
          <p:spPr>
            <a:xfrm>
              <a:off x="4566656" y="5760527"/>
              <a:ext cx="451920" cy="394488"/>
            </a:xfrm>
            <a:custGeom>
              <a:avLst/>
              <a:gdLst>
                <a:gd name="connsiteX0" fmla="*/ 0 w 1008823"/>
                <a:gd name="connsiteY0" fmla="*/ 421918 h 880617"/>
                <a:gd name="connsiteX1" fmla="*/ 4959 w 1008823"/>
                <a:gd name="connsiteY1" fmla="*/ 421918 h 880617"/>
                <a:gd name="connsiteX2" fmla="*/ 99234 w 1008823"/>
                <a:gd name="connsiteY2" fmla="*/ 422015 h 880617"/>
                <a:gd name="connsiteX3" fmla="*/ 140027 w 1008823"/>
                <a:gd name="connsiteY3" fmla="*/ 455581 h 880617"/>
                <a:gd name="connsiteX4" fmla="*/ 149622 w 1008823"/>
                <a:gd name="connsiteY4" fmla="*/ 496980 h 880617"/>
                <a:gd name="connsiteX5" fmla="*/ 167571 w 1008823"/>
                <a:gd name="connsiteY5" fmla="*/ 575183 h 880617"/>
                <a:gd name="connsiteX6" fmla="*/ 182925 w 1008823"/>
                <a:gd name="connsiteY6" fmla="*/ 640238 h 880617"/>
                <a:gd name="connsiteX7" fmla="*/ 202973 w 1008823"/>
                <a:gd name="connsiteY7" fmla="*/ 728260 h 880617"/>
                <a:gd name="connsiteX8" fmla="*/ 205319 w 1008823"/>
                <a:gd name="connsiteY8" fmla="*/ 736177 h 880617"/>
                <a:gd name="connsiteX9" fmla="*/ 209768 w 1008823"/>
                <a:gd name="connsiteY9" fmla="*/ 736177 h 880617"/>
                <a:gd name="connsiteX10" fmla="*/ 562319 w 1008823"/>
                <a:gd name="connsiteY10" fmla="*/ 736195 h 880617"/>
                <a:gd name="connsiteX11" fmla="*/ 568494 w 1008823"/>
                <a:gd name="connsiteY11" fmla="*/ 731744 h 880617"/>
                <a:gd name="connsiteX12" fmla="*/ 577198 w 1008823"/>
                <a:gd name="connsiteY12" fmla="*/ 694108 h 880617"/>
                <a:gd name="connsiteX13" fmla="*/ 224707 w 1008823"/>
                <a:gd name="connsiteY13" fmla="*/ 694108 h 880617"/>
                <a:gd name="connsiteX14" fmla="*/ 220405 w 1008823"/>
                <a:gd name="connsiteY14" fmla="*/ 670572 h 880617"/>
                <a:gd name="connsiteX15" fmla="*/ 582503 w 1008823"/>
                <a:gd name="connsiteY15" fmla="*/ 670572 h 880617"/>
                <a:gd name="connsiteX16" fmla="*/ 592485 w 1008823"/>
                <a:gd name="connsiteY16" fmla="*/ 627169 h 880617"/>
                <a:gd name="connsiteX17" fmla="*/ 442528 w 1008823"/>
                <a:gd name="connsiteY17" fmla="*/ 627169 h 880617"/>
                <a:gd name="connsiteX18" fmla="*/ 211192 w 1008823"/>
                <a:gd name="connsiteY18" fmla="*/ 627169 h 880617"/>
                <a:gd name="connsiteX19" fmla="*/ 206782 w 1008823"/>
                <a:gd name="connsiteY19" fmla="*/ 603599 h 880617"/>
                <a:gd name="connsiteX20" fmla="*/ 212879 w 1008823"/>
                <a:gd name="connsiteY20" fmla="*/ 603599 h 880617"/>
                <a:gd name="connsiteX21" fmla="*/ 591945 w 1008823"/>
                <a:gd name="connsiteY21" fmla="*/ 603668 h 880617"/>
                <a:gd name="connsiteX22" fmla="*/ 599210 w 1008823"/>
                <a:gd name="connsiteY22" fmla="*/ 598076 h 880617"/>
                <a:gd name="connsiteX23" fmla="*/ 606761 w 1008823"/>
                <a:gd name="connsiteY23" fmla="*/ 565543 h 880617"/>
                <a:gd name="connsiteX24" fmla="*/ 202265 w 1008823"/>
                <a:gd name="connsiteY24" fmla="*/ 565543 h 880617"/>
                <a:gd name="connsiteX25" fmla="*/ 190954 w 1008823"/>
                <a:gd name="connsiteY25" fmla="*/ 520517 h 880617"/>
                <a:gd name="connsiteX26" fmla="*/ 662780 w 1008823"/>
                <a:gd name="connsiteY26" fmla="*/ 520517 h 880617"/>
                <a:gd name="connsiteX27" fmla="*/ 657381 w 1008823"/>
                <a:gd name="connsiteY27" fmla="*/ 545196 h 880617"/>
                <a:gd name="connsiteX28" fmla="*/ 640873 w 1008823"/>
                <a:gd name="connsiteY28" fmla="*/ 618839 h 880617"/>
                <a:gd name="connsiteX29" fmla="*/ 629733 w 1008823"/>
                <a:gd name="connsiteY29" fmla="*/ 667243 h 880617"/>
                <a:gd name="connsiteX30" fmla="*/ 614248 w 1008823"/>
                <a:gd name="connsiteY30" fmla="*/ 735733 h 880617"/>
                <a:gd name="connsiteX31" fmla="*/ 604667 w 1008823"/>
                <a:gd name="connsiteY31" fmla="*/ 764501 h 880617"/>
                <a:gd name="connsiteX32" fmla="*/ 573492 w 1008823"/>
                <a:gd name="connsiteY32" fmla="*/ 781271 h 880617"/>
                <a:gd name="connsiteX33" fmla="*/ 221923 w 1008823"/>
                <a:gd name="connsiteY33" fmla="*/ 781352 h 880617"/>
                <a:gd name="connsiteX34" fmla="*/ 215642 w 1008823"/>
                <a:gd name="connsiteY34" fmla="*/ 781352 h 880617"/>
                <a:gd name="connsiteX35" fmla="*/ 227898 w 1008823"/>
                <a:gd name="connsiteY35" fmla="*/ 834315 h 880617"/>
                <a:gd name="connsiteX36" fmla="*/ 574771 w 1008823"/>
                <a:gd name="connsiteY36" fmla="*/ 834315 h 880617"/>
                <a:gd name="connsiteX37" fmla="*/ 574771 w 1008823"/>
                <a:gd name="connsiteY37" fmla="*/ 880540 h 880617"/>
                <a:gd name="connsiteX38" fmla="*/ 569147 w 1008823"/>
                <a:gd name="connsiteY38" fmla="*/ 880540 h 880617"/>
                <a:gd name="connsiteX39" fmla="*/ 229853 w 1008823"/>
                <a:gd name="connsiteY39" fmla="*/ 880617 h 880617"/>
                <a:gd name="connsiteX40" fmla="*/ 183146 w 1008823"/>
                <a:gd name="connsiteY40" fmla="*/ 843703 h 880617"/>
                <a:gd name="connsiteX41" fmla="*/ 165683 w 1008823"/>
                <a:gd name="connsiteY41" fmla="*/ 768845 h 880617"/>
                <a:gd name="connsiteX42" fmla="*/ 149013 w 1008823"/>
                <a:gd name="connsiteY42" fmla="*/ 697220 h 880617"/>
                <a:gd name="connsiteX43" fmla="*/ 128408 w 1008823"/>
                <a:gd name="connsiteY43" fmla="*/ 608862 h 880617"/>
                <a:gd name="connsiteX44" fmla="*/ 108706 w 1008823"/>
                <a:gd name="connsiteY44" fmla="*/ 524215 h 880617"/>
                <a:gd name="connsiteX45" fmla="*/ 95886 w 1008823"/>
                <a:gd name="connsiteY45" fmla="*/ 467219 h 880617"/>
                <a:gd name="connsiteX46" fmla="*/ 0 w 1008823"/>
                <a:gd name="connsiteY46" fmla="*/ 467219 h 880617"/>
                <a:gd name="connsiteX47" fmla="*/ 0 w 1008823"/>
                <a:gd name="connsiteY47" fmla="*/ 421918 h 880617"/>
                <a:gd name="connsiteX48" fmla="*/ 723038 w 1008823"/>
                <a:gd name="connsiteY48" fmla="*/ 187209 h 880617"/>
                <a:gd name="connsiteX49" fmla="*/ 745688 w 1008823"/>
                <a:gd name="connsiteY49" fmla="*/ 210019 h 880617"/>
                <a:gd name="connsiteX50" fmla="*/ 723038 w 1008823"/>
                <a:gd name="connsiteY50" fmla="*/ 232829 h 880617"/>
                <a:gd name="connsiteX51" fmla="*/ 700388 w 1008823"/>
                <a:gd name="connsiteY51" fmla="*/ 210019 h 880617"/>
                <a:gd name="connsiteX52" fmla="*/ 723038 w 1008823"/>
                <a:gd name="connsiteY52" fmla="*/ 187209 h 880617"/>
                <a:gd name="connsiteX53" fmla="*/ 708170 w 1008823"/>
                <a:gd name="connsiteY53" fmla="*/ 172878 h 880617"/>
                <a:gd name="connsiteX54" fmla="*/ 685598 w 1008823"/>
                <a:gd name="connsiteY54" fmla="*/ 224425 h 880617"/>
                <a:gd name="connsiteX55" fmla="*/ 736791 w 1008823"/>
                <a:gd name="connsiteY55" fmla="*/ 247838 h 880617"/>
                <a:gd name="connsiteX56" fmla="*/ 759740 w 1008823"/>
                <a:gd name="connsiteY56" fmla="*/ 194692 h 880617"/>
                <a:gd name="connsiteX57" fmla="*/ 708170 w 1008823"/>
                <a:gd name="connsiteY57" fmla="*/ 172878 h 880617"/>
                <a:gd name="connsiteX58" fmla="*/ 710418 w 1008823"/>
                <a:gd name="connsiteY58" fmla="*/ 146020 h 880617"/>
                <a:gd name="connsiteX59" fmla="*/ 764227 w 1008823"/>
                <a:gd name="connsiteY59" fmla="*/ 159079 h 880617"/>
                <a:gd name="connsiteX60" fmla="*/ 786723 w 1008823"/>
                <a:gd name="connsiteY60" fmla="*/ 195108 h 880617"/>
                <a:gd name="connsiteX61" fmla="*/ 776434 w 1008823"/>
                <a:gd name="connsiteY61" fmla="*/ 248059 h 880617"/>
                <a:gd name="connsiteX62" fmla="*/ 754060 w 1008823"/>
                <a:gd name="connsiteY62" fmla="*/ 267895 h 880617"/>
                <a:gd name="connsiteX63" fmla="*/ 714107 w 1008823"/>
                <a:gd name="connsiteY63" fmla="*/ 274946 h 880617"/>
                <a:gd name="connsiteX64" fmla="*/ 681213 w 1008823"/>
                <a:gd name="connsiteY64" fmla="*/ 260851 h 880617"/>
                <a:gd name="connsiteX65" fmla="*/ 658543 w 1008823"/>
                <a:gd name="connsiteY65" fmla="*/ 221979 h 880617"/>
                <a:gd name="connsiteX66" fmla="*/ 661568 w 1008823"/>
                <a:gd name="connsiteY66" fmla="*/ 186899 h 880617"/>
                <a:gd name="connsiteX67" fmla="*/ 710418 w 1008823"/>
                <a:gd name="connsiteY67" fmla="*/ 146020 h 880617"/>
                <a:gd name="connsiteX68" fmla="*/ 585272 w 1008823"/>
                <a:gd name="connsiteY68" fmla="*/ 116786 h 880617"/>
                <a:gd name="connsiteX69" fmla="*/ 586812 w 1008823"/>
                <a:gd name="connsiteY69" fmla="*/ 144308 h 880617"/>
                <a:gd name="connsiteX70" fmla="*/ 593769 w 1008823"/>
                <a:gd name="connsiteY70" fmla="*/ 180906 h 880617"/>
                <a:gd name="connsiteX71" fmla="*/ 599636 w 1008823"/>
                <a:gd name="connsiteY71" fmla="*/ 197097 h 880617"/>
                <a:gd name="connsiteX72" fmla="*/ 608160 w 1008823"/>
                <a:gd name="connsiteY72" fmla="*/ 214555 h 880617"/>
                <a:gd name="connsiteX73" fmla="*/ 615619 w 1008823"/>
                <a:gd name="connsiteY73" fmla="*/ 226251 h 880617"/>
                <a:gd name="connsiteX74" fmla="*/ 623523 w 1008823"/>
                <a:gd name="connsiteY74" fmla="*/ 236931 h 880617"/>
                <a:gd name="connsiteX75" fmla="*/ 629315 w 1008823"/>
                <a:gd name="connsiteY75" fmla="*/ 244257 h 880617"/>
                <a:gd name="connsiteX76" fmla="*/ 635366 w 1008823"/>
                <a:gd name="connsiteY76" fmla="*/ 250517 h 880617"/>
                <a:gd name="connsiteX77" fmla="*/ 645546 w 1008823"/>
                <a:gd name="connsiteY77" fmla="*/ 260350 h 880617"/>
                <a:gd name="connsiteX78" fmla="*/ 652624 w 1008823"/>
                <a:gd name="connsiteY78" fmla="*/ 266295 h 880617"/>
                <a:gd name="connsiteX79" fmla="*/ 670743 w 1008823"/>
                <a:gd name="connsiteY79" fmla="*/ 279043 h 880617"/>
                <a:gd name="connsiteX80" fmla="*/ 684304 w 1008823"/>
                <a:gd name="connsiteY80" fmla="*/ 286379 h 880617"/>
                <a:gd name="connsiteX81" fmla="*/ 686825 w 1008823"/>
                <a:gd name="connsiteY81" fmla="*/ 287693 h 880617"/>
                <a:gd name="connsiteX82" fmla="*/ 708486 w 1008823"/>
                <a:gd name="connsiteY82" fmla="*/ 296438 h 880617"/>
                <a:gd name="connsiteX83" fmla="*/ 723436 w 1008823"/>
                <a:gd name="connsiteY83" fmla="*/ 300370 h 880617"/>
                <a:gd name="connsiteX84" fmla="*/ 734202 w 1008823"/>
                <a:gd name="connsiteY84" fmla="*/ 301990 h 880617"/>
                <a:gd name="connsiteX85" fmla="*/ 755343 w 1008823"/>
                <a:gd name="connsiteY85" fmla="*/ 303736 h 880617"/>
                <a:gd name="connsiteX86" fmla="*/ 761093 w 1008823"/>
                <a:gd name="connsiteY86" fmla="*/ 303746 h 880617"/>
                <a:gd name="connsiteX87" fmla="*/ 766843 w 1008823"/>
                <a:gd name="connsiteY87" fmla="*/ 303736 h 880617"/>
                <a:gd name="connsiteX88" fmla="*/ 787984 w 1008823"/>
                <a:gd name="connsiteY88" fmla="*/ 301990 h 880617"/>
                <a:gd name="connsiteX89" fmla="*/ 798749 w 1008823"/>
                <a:gd name="connsiteY89" fmla="*/ 300370 h 880617"/>
                <a:gd name="connsiteX90" fmla="*/ 813699 w 1008823"/>
                <a:gd name="connsiteY90" fmla="*/ 296438 h 880617"/>
                <a:gd name="connsiteX91" fmla="*/ 835360 w 1008823"/>
                <a:gd name="connsiteY91" fmla="*/ 287693 h 880617"/>
                <a:gd name="connsiteX92" fmla="*/ 837882 w 1008823"/>
                <a:gd name="connsiteY92" fmla="*/ 286379 h 880617"/>
                <a:gd name="connsiteX93" fmla="*/ 851442 w 1008823"/>
                <a:gd name="connsiteY93" fmla="*/ 279043 h 880617"/>
                <a:gd name="connsiteX94" fmla="*/ 869562 w 1008823"/>
                <a:gd name="connsiteY94" fmla="*/ 266295 h 880617"/>
                <a:gd name="connsiteX95" fmla="*/ 876640 w 1008823"/>
                <a:gd name="connsiteY95" fmla="*/ 260350 h 880617"/>
                <a:gd name="connsiteX96" fmla="*/ 886820 w 1008823"/>
                <a:gd name="connsiteY96" fmla="*/ 250517 h 880617"/>
                <a:gd name="connsiteX97" fmla="*/ 892870 w 1008823"/>
                <a:gd name="connsiteY97" fmla="*/ 244257 h 880617"/>
                <a:gd name="connsiteX98" fmla="*/ 898663 w 1008823"/>
                <a:gd name="connsiteY98" fmla="*/ 236931 h 880617"/>
                <a:gd name="connsiteX99" fmla="*/ 906567 w 1008823"/>
                <a:gd name="connsiteY99" fmla="*/ 226251 h 880617"/>
                <a:gd name="connsiteX100" fmla="*/ 914025 w 1008823"/>
                <a:gd name="connsiteY100" fmla="*/ 214555 h 880617"/>
                <a:gd name="connsiteX101" fmla="*/ 922549 w 1008823"/>
                <a:gd name="connsiteY101" fmla="*/ 197097 h 880617"/>
                <a:gd name="connsiteX102" fmla="*/ 928417 w 1008823"/>
                <a:gd name="connsiteY102" fmla="*/ 180906 h 880617"/>
                <a:gd name="connsiteX103" fmla="*/ 935373 w 1008823"/>
                <a:gd name="connsiteY103" fmla="*/ 144308 h 880617"/>
                <a:gd name="connsiteX104" fmla="*/ 936913 w 1008823"/>
                <a:gd name="connsiteY104" fmla="*/ 116786 h 880617"/>
                <a:gd name="connsiteX105" fmla="*/ 583055 w 1008823"/>
                <a:gd name="connsiteY105" fmla="*/ 0 h 880617"/>
                <a:gd name="connsiteX106" fmla="*/ 951761 w 1008823"/>
                <a:gd name="connsiteY106" fmla="*/ 0 h 880617"/>
                <a:gd name="connsiteX107" fmla="*/ 1008823 w 1008823"/>
                <a:gd name="connsiteY107" fmla="*/ 0 h 880617"/>
                <a:gd name="connsiteX108" fmla="*/ 1008823 w 1008823"/>
                <a:gd name="connsiteY108" fmla="*/ 116321 h 880617"/>
                <a:gd name="connsiteX109" fmla="*/ 998479 w 1008823"/>
                <a:gd name="connsiteY109" fmla="*/ 116321 h 880617"/>
                <a:gd name="connsiteX110" fmla="*/ 982404 w 1008823"/>
                <a:gd name="connsiteY110" fmla="*/ 116476 h 880617"/>
                <a:gd name="connsiteX111" fmla="*/ 975964 w 1008823"/>
                <a:gd name="connsiteY111" fmla="*/ 180772 h 880617"/>
                <a:gd name="connsiteX112" fmla="*/ 973469 w 1008823"/>
                <a:gd name="connsiteY112" fmla="*/ 189458 h 880617"/>
                <a:gd name="connsiteX113" fmla="*/ 972872 w 1008823"/>
                <a:gd name="connsiteY113" fmla="*/ 192071 h 880617"/>
                <a:gd name="connsiteX114" fmla="*/ 972041 w 1008823"/>
                <a:gd name="connsiteY114" fmla="*/ 194425 h 880617"/>
                <a:gd name="connsiteX115" fmla="*/ 970192 w 1008823"/>
                <a:gd name="connsiteY115" fmla="*/ 200862 h 880617"/>
                <a:gd name="connsiteX116" fmla="*/ 966339 w 1008823"/>
                <a:gd name="connsiteY116" fmla="*/ 210592 h 880617"/>
                <a:gd name="connsiteX117" fmla="*/ 964753 w 1008823"/>
                <a:gd name="connsiteY117" fmla="*/ 215088 h 880617"/>
                <a:gd name="connsiteX118" fmla="*/ 963747 w 1008823"/>
                <a:gd name="connsiteY118" fmla="*/ 217136 h 880617"/>
                <a:gd name="connsiteX119" fmla="*/ 962510 w 1008823"/>
                <a:gd name="connsiteY119" fmla="*/ 220259 h 880617"/>
                <a:gd name="connsiteX120" fmla="*/ 956413 w 1008823"/>
                <a:gd name="connsiteY120" fmla="*/ 232072 h 880617"/>
                <a:gd name="connsiteX121" fmla="*/ 954016 w 1008823"/>
                <a:gd name="connsiteY121" fmla="*/ 236954 h 880617"/>
                <a:gd name="connsiteX122" fmla="*/ 953406 w 1008823"/>
                <a:gd name="connsiteY122" fmla="*/ 237898 h 880617"/>
                <a:gd name="connsiteX123" fmla="*/ 952863 w 1008823"/>
                <a:gd name="connsiteY123" fmla="*/ 238949 h 880617"/>
                <a:gd name="connsiteX124" fmla="*/ 941193 w 1008823"/>
                <a:gd name="connsiteY124" fmla="*/ 256919 h 880617"/>
                <a:gd name="connsiteX125" fmla="*/ 940789 w 1008823"/>
                <a:gd name="connsiteY125" fmla="*/ 257425 h 880617"/>
                <a:gd name="connsiteX126" fmla="*/ 940646 w 1008823"/>
                <a:gd name="connsiteY126" fmla="*/ 257647 h 880617"/>
                <a:gd name="connsiteX127" fmla="*/ 939476 w 1008823"/>
                <a:gd name="connsiteY127" fmla="*/ 259072 h 880617"/>
                <a:gd name="connsiteX128" fmla="*/ 927442 w 1008823"/>
                <a:gd name="connsiteY128" fmla="*/ 274155 h 880617"/>
                <a:gd name="connsiteX129" fmla="*/ 924958 w 1008823"/>
                <a:gd name="connsiteY129" fmla="*/ 276745 h 880617"/>
                <a:gd name="connsiteX130" fmla="*/ 924627 w 1008823"/>
                <a:gd name="connsiteY130" fmla="*/ 277148 h 880617"/>
                <a:gd name="connsiteX131" fmla="*/ 923714 w 1008823"/>
                <a:gd name="connsiteY131" fmla="*/ 278042 h 880617"/>
                <a:gd name="connsiteX132" fmla="*/ 912179 w 1008823"/>
                <a:gd name="connsiteY132" fmla="*/ 290065 h 880617"/>
                <a:gd name="connsiteX133" fmla="*/ 895959 w 1008823"/>
                <a:gd name="connsiteY133" fmla="*/ 304123 h 880617"/>
                <a:gd name="connsiteX134" fmla="*/ 888288 w 1008823"/>
                <a:gd name="connsiteY134" fmla="*/ 309571 h 880617"/>
                <a:gd name="connsiteX135" fmla="*/ 888182 w 1008823"/>
                <a:gd name="connsiteY135" fmla="*/ 309656 h 880617"/>
                <a:gd name="connsiteX136" fmla="*/ 888026 w 1008823"/>
                <a:gd name="connsiteY136" fmla="*/ 309757 h 880617"/>
                <a:gd name="connsiteX137" fmla="*/ 878791 w 1008823"/>
                <a:gd name="connsiteY137" fmla="*/ 316317 h 880617"/>
                <a:gd name="connsiteX138" fmla="*/ 871556 w 1008823"/>
                <a:gd name="connsiteY138" fmla="*/ 320441 h 880617"/>
                <a:gd name="connsiteX139" fmla="*/ 869608 w 1008823"/>
                <a:gd name="connsiteY139" fmla="*/ 321705 h 880617"/>
                <a:gd name="connsiteX140" fmla="*/ 867014 w 1008823"/>
                <a:gd name="connsiteY140" fmla="*/ 323031 h 880617"/>
                <a:gd name="connsiteX141" fmla="*/ 860687 w 1008823"/>
                <a:gd name="connsiteY141" fmla="*/ 326637 h 880617"/>
                <a:gd name="connsiteX142" fmla="*/ 855164 w 1008823"/>
                <a:gd name="connsiteY142" fmla="*/ 329086 h 880617"/>
                <a:gd name="connsiteX143" fmla="*/ 850256 w 1008823"/>
                <a:gd name="connsiteY143" fmla="*/ 331593 h 880617"/>
                <a:gd name="connsiteX144" fmla="*/ 844551 w 1008823"/>
                <a:gd name="connsiteY144" fmla="*/ 333790 h 880617"/>
                <a:gd name="connsiteX145" fmla="*/ 841656 w 1008823"/>
                <a:gd name="connsiteY145" fmla="*/ 335074 h 880617"/>
                <a:gd name="connsiteX146" fmla="*/ 838706 w 1008823"/>
                <a:gd name="connsiteY146" fmla="*/ 336041 h 880617"/>
                <a:gd name="connsiteX147" fmla="*/ 830163 w 1008823"/>
                <a:gd name="connsiteY147" fmla="*/ 339330 h 880617"/>
                <a:gd name="connsiteX148" fmla="*/ 821868 w 1008823"/>
                <a:gd name="connsiteY148" fmla="*/ 341562 h 880617"/>
                <a:gd name="connsiteX149" fmla="*/ 821708 w 1008823"/>
                <a:gd name="connsiteY149" fmla="*/ 341614 h 880617"/>
                <a:gd name="connsiteX150" fmla="*/ 821507 w 1008823"/>
                <a:gd name="connsiteY150" fmla="*/ 341659 h 880617"/>
                <a:gd name="connsiteX151" fmla="*/ 809364 w 1008823"/>
                <a:gd name="connsiteY151" fmla="*/ 344926 h 880617"/>
                <a:gd name="connsiteX152" fmla="*/ 787894 w 1008823"/>
                <a:gd name="connsiteY152" fmla="*/ 348390 h 880617"/>
                <a:gd name="connsiteX153" fmla="*/ 779758 w 1008823"/>
                <a:gd name="connsiteY153" fmla="*/ 348885 h 880617"/>
                <a:gd name="connsiteX154" fmla="*/ 779101 w 1008823"/>
                <a:gd name="connsiteY154" fmla="*/ 348967 h 880617"/>
                <a:gd name="connsiteX155" fmla="*/ 777539 w 1008823"/>
                <a:gd name="connsiteY155" fmla="*/ 349020 h 880617"/>
                <a:gd name="connsiteX156" fmla="*/ 765789 w 1008823"/>
                <a:gd name="connsiteY156" fmla="*/ 349734 h 880617"/>
                <a:gd name="connsiteX157" fmla="*/ 761093 w 1008823"/>
                <a:gd name="connsiteY157" fmla="*/ 349575 h 880617"/>
                <a:gd name="connsiteX158" fmla="*/ 756396 w 1008823"/>
                <a:gd name="connsiteY158" fmla="*/ 349734 h 880617"/>
                <a:gd name="connsiteX159" fmla="*/ 744646 w 1008823"/>
                <a:gd name="connsiteY159" fmla="*/ 349020 h 880617"/>
                <a:gd name="connsiteX160" fmla="*/ 743085 w 1008823"/>
                <a:gd name="connsiteY160" fmla="*/ 348967 h 880617"/>
                <a:gd name="connsiteX161" fmla="*/ 742427 w 1008823"/>
                <a:gd name="connsiteY161" fmla="*/ 348885 h 880617"/>
                <a:gd name="connsiteX162" fmla="*/ 734291 w 1008823"/>
                <a:gd name="connsiteY162" fmla="*/ 348390 h 880617"/>
                <a:gd name="connsiteX163" fmla="*/ 712822 w 1008823"/>
                <a:gd name="connsiteY163" fmla="*/ 344926 h 880617"/>
                <a:gd name="connsiteX164" fmla="*/ 700679 w 1008823"/>
                <a:gd name="connsiteY164" fmla="*/ 341659 h 880617"/>
                <a:gd name="connsiteX165" fmla="*/ 700478 w 1008823"/>
                <a:gd name="connsiteY165" fmla="*/ 341614 h 880617"/>
                <a:gd name="connsiteX166" fmla="*/ 700318 w 1008823"/>
                <a:gd name="connsiteY166" fmla="*/ 341562 h 880617"/>
                <a:gd name="connsiteX167" fmla="*/ 692022 w 1008823"/>
                <a:gd name="connsiteY167" fmla="*/ 339330 h 880617"/>
                <a:gd name="connsiteX168" fmla="*/ 683480 w 1008823"/>
                <a:gd name="connsiteY168" fmla="*/ 336041 h 880617"/>
                <a:gd name="connsiteX169" fmla="*/ 680530 w 1008823"/>
                <a:gd name="connsiteY169" fmla="*/ 335074 h 880617"/>
                <a:gd name="connsiteX170" fmla="*/ 677634 w 1008823"/>
                <a:gd name="connsiteY170" fmla="*/ 333790 h 880617"/>
                <a:gd name="connsiteX171" fmla="*/ 671929 w 1008823"/>
                <a:gd name="connsiteY171" fmla="*/ 331593 h 880617"/>
                <a:gd name="connsiteX172" fmla="*/ 667022 w 1008823"/>
                <a:gd name="connsiteY172" fmla="*/ 329086 h 880617"/>
                <a:gd name="connsiteX173" fmla="*/ 661498 w 1008823"/>
                <a:gd name="connsiteY173" fmla="*/ 326637 h 880617"/>
                <a:gd name="connsiteX174" fmla="*/ 655172 w 1008823"/>
                <a:gd name="connsiteY174" fmla="*/ 323031 h 880617"/>
                <a:gd name="connsiteX175" fmla="*/ 652578 w 1008823"/>
                <a:gd name="connsiteY175" fmla="*/ 321705 h 880617"/>
                <a:gd name="connsiteX176" fmla="*/ 650629 w 1008823"/>
                <a:gd name="connsiteY176" fmla="*/ 320441 h 880617"/>
                <a:gd name="connsiteX177" fmla="*/ 643394 w 1008823"/>
                <a:gd name="connsiteY177" fmla="*/ 316317 h 880617"/>
                <a:gd name="connsiteX178" fmla="*/ 634160 w 1008823"/>
                <a:gd name="connsiteY178" fmla="*/ 309757 h 880617"/>
                <a:gd name="connsiteX179" fmla="*/ 634004 w 1008823"/>
                <a:gd name="connsiteY179" fmla="*/ 309656 h 880617"/>
                <a:gd name="connsiteX180" fmla="*/ 633897 w 1008823"/>
                <a:gd name="connsiteY180" fmla="*/ 309571 h 880617"/>
                <a:gd name="connsiteX181" fmla="*/ 626227 w 1008823"/>
                <a:gd name="connsiteY181" fmla="*/ 304123 h 880617"/>
                <a:gd name="connsiteX182" fmla="*/ 610007 w 1008823"/>
                <a:gd name="connsiteY182" fmla="*/ 290065 h 880617"/>
                <a:gd name="connsiteX183" fmla="*/ 598472 w 1008823"/>
                <a:gd name="connsiteY183" fmla="*/ 278042 h 880617"/>
                <a:gd name="connsiteX184" fmla="*/ 597559 w 1008823"/>
                <a:gd name="connsiteY184" fmla="*/ 277148 h 880617"/>
                <a:gd name="connsiteX185" fmla="*/ 597227 w 1008823"/>
                <a:gd name="connsiteY185" fmla="*/ 276745 h 880617"/>
                <a:gd name="connsiteX186" fmla="*/ 594743 w 1008823"/>
                <a:gd name="connsiteY186" fmla="*/ 274155 h 880617"/>
                <a:gd name="connsiteX187" fmla="*/ 582710 w 1008823"/>
                <a:gd name="connsiteY187" fmla="*/ 259072 h 880617"/>
                <a:gd name="connsiteX188" fmla="*/ 581540 w 1008823"/>
                <a:gd name="connsiteY188" fmla="*/ 257647 h 880617"/>
                <a:gd name="connsiteX189" fmla="*/ 581396 w 1008823"/>
                <a:gd name="connsiteY189" fmla="*/ 257425 h 880617"/>
                <a:gd name="connsiteX190" fmla="*/ 580992 w 1008823"/>
                <a:gd name="connsiteY190" fmla="*/ 256919 h 880617"/>
                <a:gd name="connsiteX191" fmla="*/ 569322 w 1008823"/>
                <a:gd name="connsiteY191" fmla="*/ 238949 h 880617"/>
                <a:gd name="connsiteX192" fmla="*/ 568779 w 1008823"/>
                <a:gd name="connsiteY192" fmla="*/ 237898 h 880617"/>
                <a:gd name="connsiteX193" fmla="*/ 568170 w 1008823"/>
                <a:gd name="connsiteY193" fmla="*/ 236954 h 880617"/>
                <a:gd name="connsiteX194" fmla="*/ 565773 w 1008823"/>
                <a:gd name="connsiteY194" fmla="*/ 232072 h 880617"/>
                <a:gd name="connsiteX195" fmla="*/ 559675 w 1008823"/>
                <a:gd name="connsiteY195" fmla="*/ 220259 h 880617"/>
                <a:gd name="connsiteX196" fmla="*/ 558438 w 1008823"/>
                <a:gd name="connsiteY196" fmla="*/ 217136 h 880617"/>
                <a:gd name="connsiteX197" fmla="*/ 557433 w 1008823"/>
                <a:gd name="connsiteY197" fmla="*/ 215088 h 880617"/>
                <a:gd name="connsiteX198" fmla="*/ 555847 w 1008823"/>
                <a:gd name="connsiteY198" fmla="*/ 210592 h 880617"/>
                <a:gd name="connsiteX199" fmla="*/ 551994 w 1008823"/>
                <a:gd name="connsiteY199" fmla="*/ 200862 h 880617"/>
                <a:gd name="connsiteX200" fmla="*/ 550144 w 1008823"/>
                <a:gd name="connsiteY200" fmla="*/ 194425 h 880617"/>
                <a:gd name="connsiteX201" fmla="*/ 549314 w 1008823"/>
                <a:gd name="connsiteY201" fmla="*/ 192071 h 880617"/>
                <a:gd name="connsiteX202" fmla="*/ 548717 w 1008823"/>
                <a:gd name="connsiteY202" fmla="*/ 189458 h 880617"/>
                <a:gd name="connsiteX203" fmla="*/ 546221 w 1008823"/>
                <a:gd name="connsiteY203" fmla="*/ 180772 h 880617"/>
                <a:gd name="connsiteX204" fmla="*/ 539781 w 1008823"/>
                <a:gd name="connsiteY204" fmla="*/ 116476 h 880617"/>
                <a:gd name="connsiteX205" fmla="*/ 523706 w 1008823"/>
                <a:gd name="connsiteY205" fmla="*/ 116321 h 880617"/>
                <a:gd name="connsiteX206" fmla="*/ 513363 w 1008823"/>
                <a:gd name="connsiteY206" fmla="*/ 116321 h 880617"/>
                <a:gd name="connsiteX207" fmla="*/ 513363 w 1008823"/>
                <a:gd name="connsiteY207" fmla="*/ 69669 h 880617"/>
                <a:gd name="connsiteX208" fmla="*/ 558463 w 1008823"/>
                <a:gd name="connsiteY208" fmla="*/ 69669 h 880617"/>
                <a:gd name="connsiteX209" fmla="*/ 558463 w 1008823"/>
                <a:gd name="connsiteY209" fmla="*/ 70050 h 880617"/>
                <a:gd name="connsiteX210" fmla="*/ 963723 w 1008823"/>
                <a:gd name="connsiteY210" fmla="*/ 70050 h 880617"/>
                <a:gd name="connsiteX211" fmla="*/ 963723 w 1008823"/>
                <a:gd name="connsiteY211" fmla="*/ 44843 h 880617"/>
                <a:gd name="connsiteX212" fmla="*/ 951761 w 1008823"/>
                <a:gd name="connsiteY212" fmla="*/ 44843 h 880617"/>
                <a:gd name="connsiteX213" fmla="*/ 583055 w 1008823"/>
                <a:gd name="connsiteY213" fmla="*/ 44843 h 88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008823" h="880617">
                  <a:moveTo>
                    <a:pt x="0" y="421918"/>
                  </a:moveTo>
                  <a:cubicBezTo>
                    <a:pt x="1516" y="421918"/>
                    <a:pt x="3237" y="421918"/>
                    <a:pt x="4959" y="421918"/>
                  </a:cubicBezTo>
                  <a:cubicBezTo>
                    <a:pt x="36385" y="421918"/>
                    <a:pt x="67813" y="421636"/>
                    <a:pt x="99234" y="422015"/>
                  </a:cubicBezTo>
                  <a:cubicBezTo>
                    <a:pt x="120569" y="422273"/>
                    <a:pt x="135039" y="433989"/>
                    <a:pt x="140027" y="455581"/>
                  </a:cubicBezTo>
                  <a:cubicBezTo>
                    <a:pt x="143215" y="469383"/>
                    <a:pt x="146448" y="483174"/>
                    <a:pt x="149622" y="496980"/>
                  </a:cubicBezTo>
                  <a:cubicBezTo>
                    <a:pt x="155614" y="523045"/>
                    <a:pt x="161518" y="549132"/>
                    <a:pt x="167571" y="575183"/>
                  </a:cubicBezTo>
                  <a:cubicBezTo>
                    <a:pt x="172613" y="596886"/>
                    <a:pt x="177916" y="618528"/>
                    <a:pt x="182925" y="640238"/>
                  </a:cubicBezTo>
                  <a:cubicBezTo>
                    <a:pt x="189689" y="669560"/>
                    <a:pt x="196270" y="698924"/>
                    <a:pt x="202973" y="728260"/>
                  </a:cubicBezTo>
                  <a:cubicBezTo>
                    <a:pt x="203568" y="730864"/>
                    <a:pt x="204486" y="733395"/>
                    <a:pt x="205319" y="736177"/>
                  </a:cubicBezTo>
                  <a:cubicBezTo>
                    <a:pt x="206852" y="736177"/>
                    <a:pt x="208310" y="736177"/>
                    <a:pt x="209768" y="736177"/>
                  </a:cubicBezTo>
                  <a:cubicBezTo>
                    <a:pt x="327285" y="736177"/>
                    <a:pt x="444802" y="736174"/>
                    <a:pt x="562319" y="736195"/>
                  </a:cubicBezTo>
                  <a:cubicBezTo>
                    <a:pt x="565529" y="736196"/>
                    <a:pt x="567654" y="736459"/>
                    <a:pt x="568494" y="731744"/>
                  </a:cubicBezTo>
                  <a:cubicBezTo>
                    <a:pt x="570725" y="719240"/>
                    <a:pt x="574143" y="706948"/>
                    <a:pt x="577198" y="694108"/>
                  </a:cubicBezTo>
                  <a:cubicBezTo>
                    <a:pt x="459605" y="694108"/>
                    <a:pt x="342345" y="694108"/>
                    <a:pt x="224707" y="694108"/>
                  </a:cubicBezTo>
                  <a:cubicBezTo>
                    <a:pt x="223254" y="686157"/>
                    <a:pt x="221860" y="678533"/>
                    <a:pt x="220405" y="670572"/>
                  </a:cubicBezTo>
                  <a:cubicBezTo>
                    <a:pt x="341214" y="670572"/>
                    <a:pt x="461639" y="670572"/>
                    <a:pt x="582503" y="670572"/>
                  </a:cubicBezTo>
                  <a:cubicBezTo>
                    <a:pt x="585837" y="656075"/>
                    <a:pt x="589133" y="641744"/>
                    <a:pt x="592485" y="627169"/>
                  </a:cubicBezTo>
                  <a:cubicBezTo>
                    <a:pt x="542505" y="627169"/>
                    <a:pt x="492762" y="627169"/>
                    <a:pt x="442528" y="627169"/>
                  </a:cubicBezTo>
                  <a:cubicBezTo>
                    <a:pt x="365133" y="627169"/>
                    <a:pt x="288228" y="627169"/>
                    <a:pt x="211192" y="627169"/>
                  </a:cubicBezTo>
                  <a:cubicBezTo>
                    <a:pt x="209718" y="619291"/>
                    <a:pt x="208292" y="611669"/>
                    <a:pt x="206782" y="603599"/>
                  </a:cubicBezTo>
                  <a:cubicBezTo>
                    <a:pt x="209004" y="603599"/>
                    <a:pt x="210942" y="603599"/>
                    <a:pt x="212879" y="603599"/>
                  </a:cubicBezTo>
                  <a:cubicBezTo>
                    <a:pt x="339235" y="603599"/>
                    <a:pt x="465590" y="603583"/>
                    <a:pt x="591945" y="603668"/>
                  </a:cubicBezTo>
                  <a:cubicBezTo>
                    <a:pt x="596189" y="603671"/>
                    <a:pt x="598351" y="603305"/>
                    <a:pt x="599210" y="598076"/>
                  </a:cubicBezTo>
                  <a:cubicBezTo>
                    <a:pt x="600984" y="587281"/>
                    <a:pt x="604086" y="576705"/>
                    <a:pt x="606761" y="565543"/>
                  </a:cubicBezTo>
                  <a:cubicBezTo>
                    <a:pt x="471794" y="565543"/>
                    <a:pt x="337201" y="565543"/>
                    <a:pt x="202265" y="565543"/>
                  </a:cubicBezTo>
                  <a:cubicBezTo>
                    <a:pt x="198477" y="550464"/>
                    <a:pt x="194771" y="535711"/>
                    <a:pt x="190954" y="520517"/>
                  </a:cubicBezTo>
                  <a:cubicBezTo>
                    <a:pt x="348216" y="520517"/>
                    <a:pt x="505184" y="520517"/>
                    <a:pt x="662780" y="520517"/>
                  </a:cubicBezTo>
                  <a:cubicBezTo>
                    <a:pt x="660966" y="528819"/>
                    <a:pt x="659208" y="537015"/>
                    <a:pt x="657381" y="545196"/>
                  </a:cubicBezTo>
                  <a:cubicBezTo>
                    <a:pt x="651897" y="569748"/>
                    <a:pt x="646424" y="594302"/>
                    <a:pt x="640873" y="618839"/>
                  </a:cubicBezTo>
                  <a:cubicBezTo>
                    <a:pt x="637220" y="634987"/>
                    <a:pt x="633388" y="651095"/>
                    <a:pt x="629733" y="667243"/>
                  </a:cubicBezTo>
                  <a:cubicBezTo>
                    <a:pt x="624564" y="690072"/>
                    <a:pt x="619739" y="712982"/>
                    <a:pt x="614248" y="735733"/>
                  </a:cubicBezTo>
                  <a:cubicBezTo>
                    <a:pt x="611884" y="745529"/>
                    <a:pt x="611024" y="755865"/>
                    <a:pt x="604667" y="764501"/>
                  </a:cubicBezTo>
                  <a:cubicBezTo>
                    <a:pt x="596845" y="775126"/>
                    <a:pt x="586588" y="781256"/>
                    <a:pt x="573492" y="781271"/>
                  </a:cubicBezTo>
                  <a:cubicBezTo>
                    <a:pt x="456303" y="781410"/>
                    <a:pt x="339113" y="781352"/>
                    <a:pt x="221923" y="781352"/>
                  </a:cubicBezTo>
                  <a:cubicBezTo>
                    <a:pt x="219973" y="781352"/>
                    <a:pt x="218023" y="781352"/>
                    <a:pt x="215642" y="781352"/>
                  </a:cubicBezTo>
                  <a:cubicBezTo>
                    <a:pt x="219766" y="799172"/>
                    <a:pt x="223802" y="816614"/>
                    <a:pt x="227898" y="834315"/>
                  </a:cubicBezTo>
                  <a:cubicBezTo>
                    <a:pt x="343407" y="834315"/>
                    <a:pt x="458922" y="834315"/>
                    <a:pt x="574771" y="834315"/>
                  </a:cubicBezTo>
                  <a:cubicBezTo>
                    <a:pt x="574771" y="849701"/>
                    <a:pt x="574771" y="864820"/>
                    <a:pt x="574771" y="880540"/>
                  </a:cubicBezTo>
                  <a:cubicBezTo>
                    <a:pt x="572943" y="880540"/>
                    <a:pt x="571045" y="880540"/>
                    <a:pt x="569147" y="880540"/>
                  </a:cubicBezTo>
                  <a:cubicBezTo>
                    <a:pt x="456049" y="880540"/>
                    <a:pt x="342951" y="880440"/>
                    <a:pt x="229853" y="880617"/>
                  </a:cubicBezTo>
                  <a:cubicBezTo>
                    <a:pt x="204294" y="880657"/>
                    <a:pt x="188466" y="868971"/>
                    <a:pt x="183146" y="843703"/>
                  </a:cubicBezTo>
                  <a:cubicBezTo>
                    <a:pt x="177869" y="818636"/>
                    <a:pt x="171520" y="793795"/>
                    <a:pt x="165683" y="768845"/>
                  </a:cubicBezTo>
                  <a:cubicBezTo>
                    <a:pt x="160099" y="744977"/>
                    <a:pt x="154575" y="721094"/>
                    <a:pt x="149013" y="697220"/>
                  </a:cubicBezTo>
                  <a:cubicBezTo>
                    <a:pt x="142151" y="667766"/>
                    <a:pt x="135274" y="638315"/>
                    <a:pt x="128408" y="608862"/>
                  </a:cubicBezTo>
                  <a:cubicBezTo>
                    <a:pt x="121831" y="580649"/>
                    <a:pt x="115205" y="552447"/>
                    <a:pt x="108706" y="524215"/>
                  </a:cubicBezTo>
                  <a:cubicBezTo>
                    <a:pt x="104349" y="505291"/>
                    <a:pt x="100176" y="486324"/>
                    <a:pt x="95886" y="467219"/>
                  </a:cubicBezTo>
                  <a:cubicBezTo>
                    <a:pt x="63837" y="467219"/>
                    <a:pt x="32108" y="467219"/>
                    <a:pt x="0" y="467219"/>
                  </a:cubicBezTo>
                  <a:cubicBezTo>
                    <a:pt x="0" y="452196"/>
                    <a:pt x="0" y="437403"/>
                    <a:pt x="0" y="421918"/>
                  </a:cubicBezTo>
                  <a:close/>
                  <a:moveTo>
                    <a:pt x="723038" y="187209"/>
                  </a:moveTo>
                  <a:cubicBezTo>
                    <a:pt x="735547" y="187209"/>
                    <a:pt x="745688" y="197421"/>
                    <a:pt x="745688" y="210019"/>
                  </a:cubicBezTo>
                  <a:cubicBezTo>
                    <a:pt x="745688" y="222617"/>
                    <a:pt x="735547" y="232829"/>
                    <a:pt x="723038" y="232829"/>
                  </a:cubicBezTo>
                  <a:cubicBezTo>
                    <a:pt x="710529" y="232829"/>
                    <a:pt x="700388" y="222617"/>
                    <a:pt x="700388" y="210019"/>
                  </a:cubicBezTo>
                  <a:cubicBezTo>
                    <a:pt x="700388" y="197421"/>
                    <a:pt x="710529" y="187209"/>
                    <a:pt x="723038" y="187209"/>
                  </a:cubicBezTo>
                  <a:close/>
                  <a:moveTo>
                    <a:pt x="708170" y="172878"/>
                  </a:moveTo>
                  <a:cubicBezTo>
                    <a:pt x="687467" y="181143"/>
                    <a:pt x="677435" y="203794"/>
                    <a:pt x="685598" y="224425"/>
                  </a:cubicBezTo>
                  <a:cubicBezTo>
                    <a:pt x="693823" y="245215"/>
                    <a:pt x="717217" y="255608"/>
                    <a:pt x="736791" y="247838"/>
                  </a:cubicBezTo>
                  <a:cubicBezTo>
                    <a:pt x="758023" y="239411"/>
                    <a:pt x="768575" y="215437"/>
                    <a:pt x="759740" y="194692"/>
                  </a:cubicBezTo>
                  <a:cubicBezTo>
                    <a:pt x="750581" y="174294"/>
                    <a:pt x="728885" y="164607"/>
                    <a:pt x="708170" y="172878"/>
                  </a:cubicBezTo>
                  <a:close/>
                  <a:moveTo>
                    <a:pt x="710418" y="146020"/>
                  </a:moveTo>
                  <a:cubicBezTo>
                    <a:pt x="730215" y="142228"/>
                    <a:pt x="748480" y="146460"/>
                    <a:pt x="764227" y="159079"/>
                  </a:cubicBezTo>
                  <a:cubicBezTo>
                    <a:pt x="775782" y="168338"/>
                    <a:pt x="783739" y="180395"/>
                    <a:pt x="786723" y="195108"/>
                  </a:cubicBezTo>
                  <a:cubicBezTo>
                    <a:pt x="790546" y="213960"/>
                    <a:pt x="788115" y="231771"/>
                    <a:pt x="776434" y="248059"/>
                  </a:cubicBezTo>
                  <a:cubicBezTo>
                    <a:pt x="770516" y="256715"/>
                    <a:pt x="763041" y="263291"/>
                    <a:pt x="754060" y="267895"/>
                  </a:cubicBezTo>
                  <a:cubicBezTo>
                    <a:pt x="741536" y="274315"/>
                    <a:pt x="728319" y="276975"/>
                    <a:pt x="714107" y="274946"/>
                  </a:cubicBezTo>
                  <a:cubicBezTo>
                    <a:pt x="701761" y="273183"/>
                    <a:pt x="690742" y="268843"/>
                    <a:pt x="681213" y="260851"/>
                  </a:cubicBezTo>
                  <a:cubicBezTo>
                    <a:pt x="669019" y="250624"/>
                    <a:pt x="661176" y="237860"/>
                    <a:pt x="658543" y="221979"/>
                  </a:cubicBezTo>
                  <a:cubicBezTo>
                    <a:pt x="656555" y="209987"/>
                    <a:pt x="657017" y="198207"/>
                    <a:pt x="661568" y="186899"/>
                  </a:cubicBezTo>
                  <a:cubicBezTo>
                    <a:pt x="670529" y="164632"/>
                    <a:pt x="686684" y="150566"/>
                    <a:pt x="710418" y="146020"/>
                  </a:cubicBezTo>
                  <a:close/>
                  <a:moveTo>
                    <a:pt x="585272" y="116786"/>
                  </a:moveTo>
                  <a:cubicBezTo>
                    <a:pt x="585735" y="125977"/>
                    <a:pt x="585571" y="135239"/>
                    <a:pt x="586812" y="144308"/>
                  </a:cubicBezTo>
                  <a:cubicBezTo>
                    <a:pt x="588495" y="156606"/>
                    <a:pt x="590221" y="169067"/>
                    <a:pt x="593769" y="180906"/>
                  </a:cubicBezTo>
                  <a:lnTo>
                    <a:pt x="599636" y="197097"/>
                  </a:lnTo>
                  <a:lnTo>
                    <a:pt x="608160" y="214555"/>
                  </a:lnTo>
                  <a:lnTo>
                    <a:pt x="615619" y="226251"/>
                  </a:lnTo>
                  <a:lnTo>
                    <a:pt x="623523" y="236931"/>
                  </a:lnTo>
                  <a:lnTo>
                    <a:pt x="629315" y="244257"/>
                  </a:lnTo>
                  <a:lnTo>
                    <a:pt x="635366" y="250517"/>
                  </a:lnTo>
                  <a:lnTo>
                    <a:pt x="645546" y="260350"/>
                  </a:lnTo>
                  <a:lnTo>
                    <a:pt x="652624" y="266295"/>
                  </a:lnTo>
                  <a:lnTo>
                    <a:pt x="670743" y="279043"/>
                  </a:lnTo>
                  <a:lnTo>
                    <a:pt x="684304" y="286379"/>
                  </a:lnTo>
                  <a:lnTo>
                    <a:pt x="686825" y="287693"/>
                  </a:lnTo>
                  <a:lnTo>
                    <a:pt x="708486" y="296438"/>
                  </a:lnTo>
                  <a:lnTo>
                    <a:pt x="723436" y="300370"/>
                  </a:lnTo>
                  <a:lnTo>
                    <a:pt x="734202" y="301990"/>
                  </a:lnTo>
                  <a:cubicBezTo>
                    <a:pt x="741219" y="302620"/>
                    <a:pt x="748285" y="303320"/>
                    <a:pt x="755343" y="303736"/>
                  </a:cubicBezTo>
                  <a:lnTo>
                    <a:pt x="761093" y="303746"/>
                  </a:lnTo>
                  <a:lnTo>
                    <a:pt x="766843" y="303736"/>
                  </a:lnTo>
                  <a:cubicBezTo>
                    <a:pt x="773901" y="303320"/>
                    <a:pt x="780967" y="302620"/>
                    <a:pt x="787984" y="301990"/>
                  </a:cubicBezTo>
                  <a:lnTo>
                    <a:pt x="798749" y="300370"/>
                  </a:lnTo>
                  <a:lnTo>
                    <a:pt x="813699" y="296438"/>
                  </a:lnTo>
                  <a:lnTo>
                    <a:pt x="835360" y="287693"/>
                  </a:lnTo>
                  <a:lnTo>
                    <a:pt x="837882" y="286379"/>
                  </a:lnTo>
                  <a:lnTo>
                    <a:pt x="851442" y="279043"/>
                  </a:lnTo>
                  <a:lnTo>
                    <a:pt x="869562" y="266295"/>
                  </a:lnTo>
                  <a:lnTo>
                    <a:pt x="876640" y="260350"/>
                  </a:lnTo>
                  <a:lnTo>
                    <a:pt x="886820" y="250517"/>
                  </a:lnTo>
                  <a:lnTo>
                    <a:pt x="892870" y="244257"/>
                  </a:lnTo>
                  <a:lnTo>
                    <a:pt x="898663" y="236931"/>
                  </a:lnTo>
                  <a:lnTo>
                    <a:pt x="906567" y="226251"/>
                  </a:lnTo>
                  <a:lnTo>
                    <a:pt x="914025" y="214555"/>
                  </a:lnTo>
                  <a:lnTo>
                    <a:pt x="922549" y="197097"/>
                  </a:lnTo>
                  <a:lnTo>
                    <a:pt x="928417" y="180906"/>
                  </a:lnTo>
                  <a:cubicBezTo>
                    <a:pt x="931964" y="169067"/>
                    <a:pt x="933691" y="156606"/>
                    <a:pt x="935373" y="144308"/>
                  </a:cubicBezTo>
                  <a:cubicBezTo>
                    <a:pt x="936614" y="135239"/>
                    <a:pt x="936450" y="125977"/>
                    <a:pt x="936913" y="116786"/>
                  </a:cubicBezTo>
                  <a:close/>
                  <a:moveTo>
                    <a:pt x="583055" y="0"/>
                  </a:moveTo>
                  <a:lnTo>
                    <a:pt x="951761" y="0"/>
                  </a:lnTo>
                  <a:lnTo>
                    <a:pt x="1008823" y="0"/>
                  </a:lnTo>
                  <a:cubicBezTo>
                    <a:pt x="1008823" y="38479"/>
                    <a:pt x="1008823" y="77163"/>
                    <a:pt x="1008823" y="116321"/>
                  </a:cubicBezTo>
                  <a:lnTo>
                    <a:pt x="998479" y="116321"/>
                  </a:lnTo>
                  <a:lnTo>
                    <a:pt x="982404" y="116476"/>
                  </a:lnTo>
                  <a:cubicBezTo>
                    <a:pt x="982862" y="138888"/>
                    <a:pt x="980802" y="160340"/>
                    <a:pt x="975964" y="180772"/>
                  </a:cubicBezTo>
                  <a:lnTo>
                    <a:pt x="973469" y="189458"/>
                  </a:lnTo>
                  <a:lnTo>
                    <a:pt x="972872" y="192071"/>
                  </a:lnTo>
                  <a:lnTo>
                    <a:pt x="972041" y="194425"/>
                  </a:lnTo>
                  <a:lnTo>
                    <a:pt x="970192" y="200862"/>
                  </a:lnTo>
                  <a:lnTo>
                    <a:pt x="966339" y="210592"/>
                  </a:lnTo>
                  <a:lnTo>
                    <a:pt x="964753" y="215088"/>
                  </a:lnTo>
                  <a:lnTo>
                    <a:pt x="963747" y="217136"/>
                  </a:lnTo>
                  <a:lnTo>
                    <a:pt x="962510" y="220259"/>
                  </a:lnTo>
                  <a:lnTo>
                    <a:pt x="956413" y="232072"/>
                  </a:lnTo>
                  <a:lnTo>
                    <a:pt x="954016" y="236954"/>
                  </a:lnTo>
                  <a:lnTo>
                    <a:pt x="953406" y="237898"/>
                  </a:lnTo>
                  <a:lnTo>
                    <a:pt x="952863" y="238949"/>
                  </a:lnTo>
                  <a:cubicBezTo>
                    <a:pt x="949314" y="245060"/>
                    <a:pt x="945427" y="251051"/>
                    <a:pt x="941193" y="256919"/>
                  </a:cubicBezTo>
                  <a:lnTo>
                    <a:pt x="940789" y="257425"/>
                  </a:lnTo>
                  <a:lnTo>
                    <a:pt x="940646" y="257647"/>
                  </a:lnTo>
                  <a:lnTo>
                    <a:pt x="939476" y="259072"/>
                  </a:lnTo>
                  <a:lnTo>
                    <a:pt x="927442" y="274155"/>
                  </a:lnTo>
                  <a:lnTo>
                    <a:pt x="924958" y="276745"/>
                  </a:lnTo>
                  <a:lnTo>
                    <a:pt x="924627" y="277148"/>
                  </a:lnTo>
                  <a:lnTo>
                    <a:pt x="923714" y="278042"/>
                  </a:lnTo>
                  <a:lnTo>
                    <a:pt x="912179" y="290065"/>
                  </a:lnTo>
                  <a:cubicBezTo>
                    <a:pt x="906931" y="295060"/>
                    <a:pt x="901524" y="299747"/>
                    <a:pt x="895959" y="304123"/>
                  </a:cubicBezTo>
                  <a:lnTo>
                    <a:pt x="888288" y="309571"/>
                  </a:lnTo>
                  <a:lnTo>
                    <a:pt x="888182" y="309656"/>
                  </a:lnTo>
                  <a:lnTo>
                    <a:pt x="888026" y="309757"/>
                  </a:lnTo>
                  <a:lnTo>
                    <a:pt x="878791" y="316317"/>
                  </a:lnTo>
                  <a:lnTo>
                    <a:pt x="871556" y="320441"/>
                  </a:lnTo>
                  <a:lnTo>
                    <a:pt x="869608" y="321705"/>
                  </a:lnTo>
                  <a:lnTo>
                    <a:pt x="867014" y="323031"/>
                  </a:lnTo>
                  <a:lnTo>
                    <a:pt x="860687" y="326637"/>
                  </a:lnTo>
                  <a:lnTo>
                    <a:pt x="855164" y="329086"/>
                  </a:lnTo>
                  <a:lnTo>
                    <a:pt x="850256" y="331593"/>
                  </a:lnTo>
                  <a:lnTo>
                    <a:pt x="844551" y="333790"/>
                  </a:lnTo>
                  <a:lnTo>
                    <a:pt x="841656" y="335074"/>
                  </a:lnTo>
                  <a:lnTo>
                    <a:pt x="838706" y="336041"/>
                  </a:lnTo>
                  <a:lnTo>
                    <a:pt x="830163" y="339330"/>
                  </a:lnTo>
                  <a:lnTo>
                    <a:pt x="821868" y="341562"/>
                  </a:lnTo>
                  <a:lnTo>
                    <a:pt x="821708" y="341614"/>
                  </a:lnTo>
                  <a:lnTo>
                    <a:pt x="821507" y="341659"/>
                  </a:lnTo>
                  <a:lnTo>
                    <a:pt x="809364" y="344926"/>
                  </a:lnTo>
                  <a:cubicBezTo>
                    <a:pt x="802317" y="346435"/>
                    <a:pt x="795158" y="347589"/>
                    <a:pt x="787894" y="348390"/>
                  </a:cubicBezTo>
                  <a:lnTo>
                    <a:pt x="779758" y="348885"/>
                  </a:lnTo>
                  <a:lnTo>
                    <a:pt x="779101" y="348967"/>
                  </a:lnTo>
                  <a:lnTo>
                    <a:pt x="777539" y="349020"/>
                  </a:lnTo>
                  <a:lnTo>
                    <a:pt x="765789" y="349734"/>
                  </a:lnTo>
                  <a:lnTo>
                    <a:pt x="761093" y="349575"/>
                  </a:lnTo>
                  <a:lnTo>
                    <a:pt x="756396" y="349734"/>
                  </a:lnTo>
                  <a:lnTo>
                    <a:pt x="744646" y="349020"/>
                  </a:lnTo>
                  <a:lnTo>
                    <a:pt x="743085" y="348967"/>
                  </a:lnTo>
                  <a:lnTo>
                    <a:pt x="742427" y="348885"/>
                  </a:lnTo>
                  <a:lnTo>
                    <a:pt x="734291" y="348390"/>
                  </a:lnTo>
                  <a:cubicBezTo>
                    <a:pt x="727027" y="347589"/>
                    <a:pt x="719868" y="346435"/>
                    <a:pt x="712822" y="344926"/>
                  </a:cubicBezTo>
                  <a:lnTo>
                    <a:pt x="700679" y="341659"/>
                  </a:lnTo>
                  <a:lnTo>
                    <a:pt x="700478" y="341614"/>
                  </a:lnTo>
                  <a:lnTo>
                    <a:pt x="700318" y="341562"/>
                  </a:lnTo>
                  <a:lnTo>
                    <a:pt x="692022" y="339330"/>
                  </a:lnTo>
                  <a:lnTo>
                    <a:pt x="683480" y="336041"/>
                  </a:lnTo>
                  <a:lnTo>
                    <a:pt x="680530" y="335074"/>
                  </a:lnTo>
                  <a:lnTo>
                    <a:pt x="677634" y="333790"/>
                  </a:lnTo>
                  <a:lnTo>
                    <a:pt x="671929" y="331593"/>
                  </a:lnTo>
                  <a:lnTo>
                    <a:pt x="667022" y="329086"/>
                  </a:lnTo>
                  <a:lnTo>
                    <a:pt x="661498" y="326637"/>
                  </a:lnTo>
                  <a:lnTo>
                    <a:pt x="655172" y="323031"/>
                  </a:lnTo>
                  <a:lnTo>
                    <a:pt x="652578" y="321705"/>
                  </a:lnTo>
                  <a:lnTo>
                    <a:pt x="650629" y="320441"/>
                  </a:lnTo>
                  <a:lnTo>
                    <a:pt x="643394" y="316317"/>
                  </a:lnTo>
                  <a:lnTo>
                    <a:pt x="634160" y="309757"/>
                  </a:lnTo>
                  <a:lnTo>
                    <a:pt x="634004" y="309656"/>
                  </a:lnTo>
                  <a:lnTo>
                    <a:pt x="633897" y="309571"/>
                  </a:lnTo>
                  <a:lnTo>
                    <a:pt x="626227" y="304123"/>
                  </a:lnTo>
                  <a:cubicBezTo>
                    <a:pt x="620662" y="299747"/>
                    <a:pt x="615254" y="295060"/>
                    <a:pt x="610007" y="290065"/>
                  </a:cubicBezTo>
                  <a:lnTo>
                    <a:pt x="598472" y="278042"/>
                  </a:lnTo>
                  <a:lnTo>
                    <a:pt x="597559" y="277148"/>
                  </a:lnTo>
                  <a:lnTo>
                    <a:pt x="597227" y="276745"/>
                  </a:lnTo>
                  <a:lnTo>
                    <a:pt x="594743" y="274155"/>
                  </a:lnTo>
                  <a:lnTo>
                    <a:pt x="582710" y="259072"/>
                  </a:lnTo>
                  <a:lnTo>
                    <a:pt x="581540" y="257647"/>
                  </a:lnTo>
                  <a:lnTo>
                    <a:pt x="581396" y="257425"/>
                  </a:lnTo>
                  <a:lnTo>
                    <a:pt x="580992" y="256919"/>
                  </a:lnTo>
                  <a:cubicBezTo>
                    <a:pt x="576759" y="251051"/>
                    <a:pt x="572872" y="245060"/>
                    <a:pt x="569322" y="238949"/>
                  </a:cubicBezTo>
                  <a:lnTo>
                    <a:pt x="568779" y="237898"/>
                  </a:lnTo>
                  <a:lnTo>
                    <a:pt x="568170" y="236954"/>
                  </a:lnTo>
                  <a:lnTo>
                    <a:pt x="565773" y="232072"/>
                  </a:lnTo>
                  <a:lnTo>
                    <a:pt x="559675" y="220259"/>
                  </a:lnTo>
                  <a:lnTo>
                    <a:pt x="558438" y="217136"/>
                  </a:lnTo>
                  <a:lnTo>
                    <a:pt x="557433" y="215088"/>
                  </a:lnTo>
                  <a:lnTo>
                    <a:pt x="555847" y="210592"/>
                  </a:lnTo>
                  <a:lnTo>
                    <a:pt x="551994" y="200862"/>
                  </a:lnTo>
                  <a:lnTo>
                    <a:pt x="550144" y="194425"/>
                  </a:lnTo>
                  <a:lnTo>
                    <a:pt x="549314" y="192071"/>
                  </a:lnTo>
                  <a:lnTo>
                    <a:pt x="548717" y="189458"/>
                  </a:lnTo>
                  <a:lnTo>
                    <a:pt x="546221" y="180772"/>
                  </a:lnTo>
                  <a:cubicBezTo>
                    <a:pt x="541384" y="160340"/>
                    <a:pt x="539323" y="138888"/>
                    <a:pt x="539781" y="116476"/>
                  </a:cubicBezTo>
                  <a:lnTo>
                    <a:pt x="523706" y="116321"/>
                  </a:lnTo>
                  <a:lnTo>
                    <a:pt x="513363" y="116321"/>
                  </a:lnTo>
                  <a:lnTo>
                    <a:pt x="513363" y="69669"/>
                  </a:lnTo>
                  <a:lnTo>
                    <a:pt x="558463" y="69669"/>
                  </a:lnTo>
                  <a:lnTo>
                    <a:pt x="558463" y="70050"/>
                  </a:lnTo>
                  <a:lnTo>
                    <a:pt x="963723" y="70050"/>
                  </a:lnTo>
                  <a:cubicBezTo>
                    <a:pt x="963723" y="61785"/>
                    <a:pt x="963723" y="53542"/>
                    <a:pt x="963723" y="44843"/>
                  </a:cubicBezTo>
                  <a:lnTo>
                    <a:pt x="951761" y="44843"/>
                  </a:lnTo>
                  <a:lnTo>
                    <a:pt x="583055" y="44843"/>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126" name="Freeform: Shape 125">
              <a:extLst>
                <a:ext uri="{FF2B5EF4-FFF2-40B4-BE49-F238E27FC236}">
                  <a16:creationId xmlns:a16="http://schemas.microsoft.com/office/drawing/2014/main" id="{EA919E4D-690F-8A61-C501-4B4C196FF2E2}"/>
                </a:ext>
                <a:ext uri="{C183D7F6-B498-43B3-948B-1728B52AA6E4}">
                  <adec:decorative xmlns:adec="http://schemas.microsoft.com/office/drawing/2017/decorative" val="1"/>
                </a:ext>
              </a:extLst>
            </p:cNvPr>
            <p:cNvSpPr/>
            <p:nvPr/>
          </p:nvSpPr>
          <p:spPr>
            <a:xfrm>
              <a:off x="4649273" y="5755986"/>
              <a:ext cx="178566" cy="457200"/>
            </a:xfrm>
            <a:custGeom>
              <a:avLst/>
              <a:gdLst>
                <a:gd name="connsiteX0" fmla="*/ 332853 w 398613"/>
                <a:gd name="connsiteY0" fmla="*/ 947036 h 1020610"/>
                <a:gd name="connsiteX1" fmla="*/ 325421 w 398613"/>
                <a:gd name="connsiteY1" fmla="*/ 965478 h 1020610"/>
                <a:gd name="connsiteX2" fmla="*/ 342346 w 398613"/>
                <a:gd name="connsiteY2" fmla="*/ 974826 h 1020610"/>
                <a:gd name="connsiteX3" fmla="*/ 351407 w 398613"/>
                <a:gd name="connsiteY3" fmla="*/ 952558 h 1020610"/>
                <a:gd name="connsiteX4" fmla="*/ 332853 w 398613"/>
                <a:gd name="connsiteY4" fmla="*/ 947036 h 1020610"/>
                <a:gd name="connsiteX5" fmla="*/ 61495 w 398613"/>
                <a:gd name="connsiteY5" fmla="*/ 945676 h 1020610"/>
                <a:gd name="connsiteX6" fmla="*/ 45188 w 398613"/>
                <a:gd name="connsiteY6" fmla="*/ 958959 h 1020610"/>
                <a:gd name="connsiteX7" fmla="*/ 54990 w 398613"/>
                <a:gd name="connsiteY7" fmla="*/ 974180 h 1020610"/>
                <a:gd name="connsiteX8" fmla="*/ 74452 w 398613"/>
                <a:gd name="connsiteY8" fmla="*/ 963348 h 1020610"/>
                <a:gd name="connsiteX9" fmla="*/ 74456 w 398613"/>
                <a:gd name="connsiteY9" fmla="*/ 959915 h 1020610"/>
                <a:gd name="connsiteX10" fmla="*/ 61495 w 398613"/>
                <a:gd name="connsiteY10" fmla="*/ 945676 h 1020610"/>
                <a:gd name="connsiteX11" fmla="*/ 327133 w 398613"/>
                <a:gd name="connsiteY11" fmla="*/ 901476 h 1020610"/>
                <a:gd name="connsiteX12" fmla="*/ 382389 w 398613"/>
                <a:gd name="connsiteY12" fmla="*/ 918392 h 1020610"/>
                <a:gd name="connsiteX13" fmla="*/ 398505 w 398613"/>
                <a:gd name="connsiteY13" fmla="*/ 953949 h 1020610"/>
                <a:gd name="connsiteX14" fmla="*/ 398538 w 398613"/>
                <a:gd name="connsiteY14" fmla="*/ 968208 h 1020610"/>
                <a:gd name="connsiteX15" fmla="*/ 386175 w 398613"/>
                <a:gd name="connsiteY15" fmla="*/ 997848 h 1020610"/>
                <a:gd name="connsiteX16" fmla="*/ 347540 w 398613"/>
                <a:gd name="connsiteY16" fmla="*/ 1019998 h 1020610"/>
                <a:gd name="connsiteX17" fmla="*/ 302504 w 398613"/>
                <a:gd name="connsiteY17" fmla="*/ 1008265 h 1020610"/>
                <a:gd name="connsiteX18" fmla="*/ 278853 w 398613"/>
                <a:gd name="connsiteY18" fmla="*/ 958402 h 1020610"/>
                <a:gd name="connsiteX19" fmla="*/ 327133 w 398613"/>
                <a:gd name="connsiteY19" fmla="*/ 901476 h 1020610"/>
                <a:gd name="connsiteX20" fmla="*/ 51086 w 398613"/>
                <a:gd name="connsiteY20" fmla="*/ 900752 h 1020610"/>
                <a:gd name="connsiteX21" fmla="*/ 96353 w 398613"/>
                <a:gd name="connsiteY21" fmla="*/ 912027 h 1020610"/>
                <a:gd name="connsiteX22" fmla="*/ 119414 w 398613"/>
                <a:gd name="connsiteY22" fmla="*/ 949709 h 1020610"/>
                <a:gd name="connsiteX23" fmla="*/ 106057 w 398613"/>
                <a:gd name="connsiteY23" fmla="*/ 999100 h 1020610"/>
                <a:gd name="connsiteX24" fmla="*/ 52699 w 398613"/>
                <a:gd name="connsiteY24" fmla="*/ 1020075 h 1020610"/>
                <a:gd name="connsiteX25" fmla="*/ 726 w 398613"/>
                <a:gd name="connsiteY25" fmla="*/ 969151 h 1020610"/>
                <a:gd name="connsiteX26" fmla="*/ 12576 w 398613"/>
                <a:gd name="connsiteY26" fmla="*/ 923136 h 1020610"/>
                <a:gd name="connsiteX27" fmla="*/ 51086 w 398613"/>
                <a:gd name="connsiteY27" fmla="*/ 900752 h 1020610"/>
                <a:gd name="connsiteX28" fmla="*/ 318912 w 398613"/>
                <a:gd name="connsiteY28" fmla="*/ 0 h 1020610"/>
                <a:gd name="connsiteX29" fmla="*/ 385378 w 398613"/>
                <a:gd name="connsiteY29" fmla="*/ 0 h 1020610"/>
                <a:gd name="connsiteX30" fmla="*/ 385378 w 398613"/>
                <a:gd name="connsiteY30" fmla="*/ 53622 h 1020610"/>
                <a:gd name="connsiteX31" fmla="*/ 385378 w 398613"/>
                <a:gd name="connsiteY31" fmla="*/ 66537 h 1020610"/>
                <a:gd name="connsiteX32" fmla="*/ 318912 w 398613"/>
                <a:gd name="connsiteY32" fmla="*/ 66537 h 1020610"/>
                <a:gd name="connsiteX33" fmla="*/ 318912 w 398613"/>
                <a:gd name="connsiteY33" fmla="*/ 0 h 102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8613" h="1020610">
                  <a:moveTo>
                    <a:pt x="332853" y="947036"/>
                  </a:moveTo>
                  <a:cubicBezTo>
                    <a:pt x="326539" y="950278"/>
                    <a:pt x="321857" y="958088"/>
                    <a:pt x="325421" y="965478"/>
                  </a:cubicBezTo>
                  <a:cubicBezTo>
                    <a:pt x="328791" y="972464"/>
                    <a:pt x="332962" y="975208"/>
                    <a:pt x="342346" y="974826"/>
                  </a:cubicBezTo>
                  <a:cubicBezTo>
                    <a:pt x="352696" y="971062"/>
                    <a:pt x="356605" y="961456"/>
                    <a:pt x="351407" y="952558"/>
                  </a:cubicBezTo>
                  <a:cubicBezTo>
                    <a:pt x="347755" y="946306"/>
                    <a:pt x="339217" y="943768"/>
                    <a:pt x="332853" y="947036"/>
                  </a:cubicBezTo>
                  <a:close/>
                  <a:moveTo>
                    <a:pt x="61495" y="945676"/>
                  </a:moveTo>
                  <a:cubicBezTo>
                    <a:pt x="53720" y="944950"/>
                    <a:pt x="47049" y="950384"/>
                    <a:pt x="45188" y="958959"/>
                  </a:cubicBezTo>
                  <a:cubicBezTo>
                    <a:pt x="44132" y="963821"/>
                    <a:pt x="49676" y="972015"/>
                    <a:pt x="54990" y="974180"/>
                  </a:cubicBezTo>
                  <a:cubicBezTo>
                    <a:pt x="62351" y="977180"/>
                    <a:pt x="72120" y="972661"/>
                    <a:pt x="74452" y="963348"/>
                  </a:cubicBezTo>
                  <a:cubicBezTo>
                    <a:pt x="74454" y="962203"/>
                    <a:pt x="74461" y="961059"/>
                    <a:pt x="74456" y="959915"/>
                  </a:cubicBezTo>
                  <a:cubicBezTo>
                    <a:pt x="74420" y="952357"/>
                    <a:pt x="68972" y="946373"/>
                    <a:pt x="61495" y="945676"/>
                  </a:cubicBezTo>
                  <a:close/>
                  <a:moveTo>
                    <a:pt x="327133" y="901476"/>
                  </a:moveTo>
                  <a:cubicBezTo>
                    <a:pt x="348449" y="897568"/>
                    <a:pt x="367150" y="902953"/>
                    <a:pt x="382389" y="918392"/>
                  </a:cubicBezTo>
                  <a:cubicBezTo>
                    <a:pt x="391989" y="928119"/>
                    <a:pt x="397826" y="940000"/>
                    <a:pt x="398505" y="953949"/>
                  </a:cubicBezTo>
                  <a:cubicBezTo>
                    <a:pt x="398728" y="958545"/>
                    <a:pt x="398538" y="963161"/>
                    <a:pt x="398538" y="968208"/>
                  </a:cubicBezTo>
                  <a:cubicBezTo>
                    <a:pt x="397168" y="979547"/>
                    <a:pt x="392943" y="989202"/>
                    <a:pt x="386175" y="997848"/>
                  </a:cubicBezTo>
                  <a:cubicBezTo>
                    <a:pt x="376276" y="1010493"/>
                    <a:pt x="363074" y="1017932"/>
                    <a:pt x="347540" y="1019998"/>
                  </a:cubicBezTo>
                  <a:cubicBezTo>
                    <a:pt x="331284" y="1022160"/>
                    <a:pt x="315856" y="1018674"/>
                    <a:pt x="302504" y="1008265"/>
                  </a:cubicBezTo>
                  <a:cubicBezTo>
                    <a:pt x="286239" y="995585"/>
                    <a:pt x="278358" y="978713"/>
                    <a:pt x="278853" y="958402"/>
                  </a:cubicBezTo>
                  <a:cubicBezTo>
                    <a:pt x="279536" y="930367"/>
                    <a:pt x="299210" y="906595"/>
                    <a:pt x="327133" y="901476"/>
                  </a:cubicBezTo>
                  <a:close/>
                  <a:moveTo>
                    <a:pt x="51086" y="900752"/>
                  </a:moveTo>
                  <a:cubicBezTo>
                    <a:pt x="67330" y="898649"/>
                    <a:pt x="82809" y="901777"/>
                    <a:pt x="96353" y="912027"/>
                  </a:cubicBezTo>
                  <a:cubicBezTo>
                    <a:pt x="109028" y="921620"/>
                    <a:pt x="116854" y="934322"/>
                    <a:pt x="119414" y="949709"/>
                  </a:cubicBezTo>
                  <a:cubicBezTo>
                    <a:pt x="122448" y="967937"/>
                    <a:pt x="118289" y="984646"/>
                    <a:pt x="106057" y="999100"/>
                  </a:cubicBezTo>
                  <a:cubicBezTo>
                    <a:pt x="91970" y="1015748"/>
                    <a:pt x="73714" y="1022572"/>
                    <a:pt x="52699" y="1020075"/>
                  </a:cubicBezTo>
                  <a:cubicBezTo>
                    <a:pt x="24973" y="1016780"/>
                    <a:pt x="4725" y="996319"/>
                    <a:pt x="726" y="969151"/>
                  </a:cubicBezTo>
                  <a:cubicBezTo>
                    <a:pt x="-1776" y="952147"/>
                    <a:pt x="2189" y="937058"/>
                    <a:pt x="12576" y="923136"/>
                  </a:cubicBezTo>
                  <a:cubicBezTo>
                    <a:pt x="22672" y="910575"/>
                    <a:pt x="35584" y="902758"/>
                    <a:pt x="51086" y="900752"/>
                  </a:cubicBezTo>
                  <a:close/>
                  <a:moveTo>
                    <a:pt x="318912" y="0"/>
                  </a:moveTo>
                  <a:cubicBezTo>
                    <a:pt x="340788" y="0"/>
                    <a:pt x="362748" y="0"/>
                    <a:pt x="385378" y="0"/>
                  </a:cubicBezTo>
                  <a:cubicBezTo>
                    <a:pt x="385378" y="17619"/>
                    <a:pt x="385378" y="35376"/>
                    <a:pt x="385378" y="53622"/>
                  </a:cubicBezTo>
                  <a:cubicBezTo>
                    <a:pt x="385378" y="58014"/>
                    <a:pt x="385378" y="61917"/>
                    <a:pt x="385378" y="66537"/>
                  </a:cubicBezTo>
                  <a:cubicBezTo>
                    <a:pt x="363094" y="66537"/>
                    <a:pt x="341126" y="66537"/>
                    <a:pt x="318912" y="66537"/>
                  </a:cubicBezTo>
                  <a:cubicBezTo>
                    <a:pt x="318912" y="44107"/>
                    <a:pt x="318912" y="22244"/>
                    <a:pt x="318912" y="0"/>
                  </a:cubicBez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85" name="Group 84">
            <a:extLst>
              <a:ext uri="{FF2B5EF4-FFF2-40B4-BE49-F238E27FC236}">
                <a16:creationId xmlns:a16="http://schemas.microsoft.com/office/drawing/2014/main" id="{B1AE886C-2362-21A7-0332-ABCAEFADD0C9}"/>
              </a:ext>
              <a:ext uri="{C183D7F6-B498-43B3-948B-1728B52AA6E4}">
                <adec:decorative xmlns:adec="http://schemas.microsoft.com/office/drawing/2017/decorative" val="1"/>
              </a:ext>
            </a:extLst>
          </p:cNvPr>
          <p:cNvGrpSpPr>
            <a:grpSpLocks noChangeAspect="1"/>
          </p:cNvGrpSpPr>
          <p:nvPr/>
        </p:nvGrpSpPr>
        <p:grpSpPr>
          <a:xfrm>
            <a:off x="4790456" y="5755986"/>
            <a:ext cx="452283" cy="457200"/>
            <a:chOff x="5148596" y="5755986"/>
            <a:chExt cx="452283" cy="457200"/>
          </a:xfrm>
          <a:solidFill>
            <a:srgbClr val="FF0000"/>
          </a:solidFill>
        </p:grpSpPr>
        <p:sp>
          <p:nvSpPr>
            <p:cNvPr id="2900" name="Freeform: Shape 2899">
              <a:extLst>
                <a:ext uri="{FF2B5EF4-FFF2-40B4-BE49-F238E27FC236}">
                  <a16:creationId xmlns:a16="http://schemas.microsoft.com/office/drawing/2014/main" id="{C0E50527-4698-B419-6F8E-1BE6C6F5F85F}"/>
                </a:ext>
                <a:ext uri="{C183D7F6-B498-43B3-948B-1728B52AA6E4}">
                  <adec:decorative xmlns:adec="http://schemas.microsoft.com/office/drawing/2017/decorative" val="1"/>
                </a:ext>
              </a:extLst>
            </p:cNvPr>
            <p:cNvSpPr/>
            <p:nvPr/>
          </p:nvSpPr>
          <p:spPr>
            <a:xfrm>
              <a:off x="5148596" y="5760550"/>
              <a:ext cx="452283" cy="452636"/>
            </a:xfrm>
            <a:custGeom>
              <a:avLst/>
              <a:gdLst>
                <a:gd name="connsiteX0" fmla="*/ 45213 w 1016979"/>
                <a:gd name="connsiteY0" fmla="*/ 749166 h 1017774"/>
                <a:gd name="connsiteX1" fmla="*/ 45213 w 1016979"/>
                <a:gd name="connsiteY1" fmla="*/ 949216 h 1017774"/>
                <a:gd name="connsiteX2" fmla="*/ 148905 w 1016979"/>
                <a:gd name="connsiteY2" fmla="*/ 949374 h 1017774"/>
                <a:gd name="connsiteX3" fmla="*/ 183396 w 1016979"/>
                <a:gd name="connsiteY3" fmla="*/ 949268 h 1017774"/>
                <a:gd name="connsiteX4" fmla="*/ 276102 w 1016979"/>
                <a:gd name="connsiteY4" fmla="*/ 949861 h 1017774"/>
                <a:gd name="connsiteX5" fmla="*/ 288164 w 1016979"/>
                <a:gd name="connsiteY5" fmla="*/ 949445 h 1017774"/>
                <a:gd name="connsiteX6" fmla="*/ 311057 w 1016979"/>
                <a:gd name="connsiteY6" fmla="*/ 949267 h 1017774"/>
                <a:gd name="connsiteX7" fmla="*/ 429384 w 1016979"/>
                <a:gd name="connsiteY7" fmla="*/ 949895 h 1017774"/>
                <a:gd name="connsiteX8" fmla="*/ 459195 w 1016979"/>
                <a:gd name="connsiteY8" fmla="*/ 950207 h 1017774"/>
                <a:gd name="connsiteX9" fmla="*/ 463283 w 1016979"/>
                <a:gd name="connsiteY9" fmla="*/ 949268 h 1017774"/>
                <a:gd name="connsiteX10" fmla="*/ 556460 w 1016979"/>
                <a:gd name="connsiteY10" fmla="*/ 949373 h 1017774"/>
                <a:gd name="connsiteX11" fmla="*/ 582168 w 1016979"/>
                <a:gd name="connsiteY11" fmla="*/ 949419 h 1017774"/>
                <a:gd name="connsiteX12" fmla="*/ 590944 w 1016979"/>
                <a:gd name="connsiteY12" fmla="*/ 949267 h 1017774"/>
                <a:gd name="connsiteX13" fmla="*/ 704283 w 1016979"/>
                <a:gd name="connsiteY13" fmla="*/ 949858 h 1017774"/>
                <a:gd name="connsiteX14" fmla="*/ 716344 w 1016979"/>
                <a:gd name="connsiteY14" fmla="*/ 949445 h 1017774"/>
                <a:gd name="connsiteX15" fmla="*/ 739242 w 1016979"/>
                <a:gd name="connsiteY15" fmla="*/ 949268 h 1017774"/>
                <a:gd name="connsiteX16" fmla="*/ 832419 w 1016979"/>
                <a:gd name="connsiteY16" fmla="*/ 949373 h 1017774"/>
                <a:gd name="connsiteX17" fmla="*/ 865971 w 1016979"/>
                <a:gd name="connsiteY17" fmla="*/ 949275 h 1017774"/>
                <a:gd name="connsiteX18" fmla="*/ 972640 w 1016979"/>
                <a:gd name="connsiteY18" fmla="*/ 949275 h 1017774"/>
                <a:gd name="connsiteX19" fmla="*/ 972640 w 1016979"/>
                <a:gd name="connsiteY19" fmla="*/ 749166 h 1017774"/>
                <a:gd name="connsiteX20" fmla="*/ 45213 w 1016979"/>
                <a:gd name="connsiteY20" fmla="*/ 749166 h 1017774"/>
                <a:gd name="connsiteX21" fmla="*/ 972907 w 1016979"/>
                <a:gd name="connsiteY21" fmla="*/ 487967 h 1017774"/>
                <a:gd name="connsiteX22" fmla="*/ 1016979 w 1016979"/>
                <a:gd name="connsiteY22" fmla="*/ 487967 h 1017774"/>
                <a:gd name="connsiteX23" fmla="*/ 1016979 w 1016979"/>
                <a:gd name="connsiteY23" fmla="*/ 1017659 h 1017774"/>
                <a:gd name="connsiteX24" fmla="*/ 973199 w 1016979"/>
                <a:gd name="connsiteY24" fmla="*/ 1017659 h 1017774"/>
                <a:gd name="connsiteX25" fmla="*/ 973199 w 1016979"/>
                <a:gd name="connsiteY25" fmla="*/ 994757 h 1017774"/>
                <a:gd name="connsiteX26" fmla="*/ 45062 w 1016979"/>
                <a:gd name="connsiteY26" fmla="*/ 994757 h 1017774"/>
                <a:gd name="connsiteX27" fmla="*/ 45062 w 1016979"/>
                <a:gd name="connsiteY27" fmla="*/ 1017774 h 1017774"/>
                <a:gd name="connsiteX28" fmla="*/ 0 w 1016979"/>
                <a:gd name="connsiteY28" fmla="*/ 1017774 h 1017774"/>
                <a:gd name="connsiteX29" fmla="*/ 0 w 1016979"/>
                <a:gd name="connsiteY29" fmla="*/ 488088 h 1017774"/>
                <a:gd name="connsiteX30" fmla="*/ 44749 w 1016979"/>
                <a:gd name="connsiteY30" fmla="*/ 488088 h 1017774"/>
                <a:gd name="connsiteX31" fmla="*/ 44749 w 1016979"/>
                <a:gd name="connsiteY31" fmla="*/ 704734 h 1017774"/>
                <a:gd name="connsiteX32" fmla="*/ 178483 w 1016979"/>
                <a:gd name="connsiteY32" fmla="*/ 704725 h 1017774"/>
                <a:gd name="connsiteX33" fmla="*/ 213383 w 1016979"/>
                <a:gd name="connsiteY33" fmla="*/ 704678 h 1017774"/>
                <a:gd name="connsiteX34" fmla="*/ 244737 w 1016979"/>
                <a:gd name="connsiteY34" fmla="*/ 704667 h 1017774"/>
                <a:gd name="connsiteX35" fmla="*/ 278722 w 1016979"/>
                <a:gd name="connsiteY35" fmla="*/ 704619 h 1017774"/>
                <a:gd name="connsiteX36" fmla="*/ 361480 w 1016979"/>
                <a:gd name="connsiteY36" fmla="*/ 704745 h 1017774"/>
                <a:gd name="connsiteX37" fmla="*/ 462299 w 1016979"/>
                <a:gd name="connsiteY37" fmla="*/ 704725 h 1017774"/>
                <a:gd name="connsiteX38" fmla="*/ 497198 w 1016979"/>
                <a:gd name="connsiteY38" fmla="*/ 704678 h 1017774"/>
                <a:gd name="connsiteX39" fmla="*/ 522660 w 1016979"/>
                <a:gd name="connsiteY39" fmla="*/ 704667 h 1017774"/>
                <a:gd name="connsiteX40" fmla="*/ 556645 w 1016979"/>
                <a:gd name="connsiteY40" fmla="*/ 704619 h 1017774"/>
                <a:gd name="connsiteX41" fmla="*/ 645762 w 1016979"/>
                <a:gd name="connsiteY41" fmla="*/ 704746 h 1017774"/>
                <a:gd name="connsiteX42" fmla="*/ 734329 w 1016979"/>
                <a:gd name="connsiteY42" fmla="*/ 704725 h 1017774"/>
                <a:gd name="connsiteX43" fmla="*/ 769229 w 1016979"/>
                <a:gd name="connsiteY43" fmla="*/ 704678 h 1017774"/>
                <a:gd name="connsiteX44" fmla="*/ 800583 w 1016979"/>
                <a:gd name="connsiteY44" fmla="*/ 704667 h 1017774"/>
                <a:gd name="connsiteX45" fmla="*/ 834568 w 1016979"/>
                <a:gd name="connsiteY45" fmla="*/ 704619 h 1017774"/>
                <a:gd name="connsiteX46" fmla="*/ 971545 w 1016979"/>
                <a:gd name="connsiteY46" fmla="*/ 704701 h 1017774"/>
                <a:gd name="connsiteX47" fmla="*/ 972907 w 1016979"/>
                <a:gd name="connsiteY47" fmla="*/ 704317 h 1017774"/>
                <a:gd name="connsiteX48" fmla="*/ 972907 w 1016979"/>
                <a:gd name="connsiteY48" fmla="*/ 487967 h 1017774"/>
                <a:gd name="connsiteX49" fmla="*/ 726146 w 1016979"/>
                <a:gd name="connsiteY49" fmla="*/ 187209 h 1017774"/>
                <a:gd name="connsiteX50" fmla="*/ 748796 w 1016979"/>
                <a:gd name="connsiteY50" fmla="*/ 210019 h 1017774"/>
                <a:gd name="connsiteX51" fmla="*/ 726146 w 1016979"/>
                <a:gd name="connsiteY51" fmla="*/ 232829 h 1017774"/>
                <a:gd name="connsiteX52" fmla="*/ 703496 w 1016979"/>
                <a:gd name="connsiteY52" fmla="*/ 210019 h 1017774"/>
                <a:gd name="connsiteX53" fmla="*/ 726146 w 1016979"/>
                <a:gd name="connsiteY53" fmla="*/ 187209 h 1017774"/>
                <a:gd name="connsiteX54" fmla="*/ 711278 w 1016979"/>
                <a:gd name="connsiteY54" fmla="*/ 172878 h 1017774"/>
                <a:gd name="connsiteX55" fmla="*/ 688706 w 1016979"/>
                <a:gd name="connsiteY55" fmla="*/ 224425 h 1017774"/>
                <a:gd name="connsiteX56" fmla="*/ 739899 w 1016979"/>
                <a:gd name="connsiteY56" fmla="*/ 247838 h 1017774"/>
                <a:gd name="connsiteX57" fmla="*/ 762847 w 1016979"/>
                <a:gd name="connsiteY57" fmla="*/ 194692 h 1017774"/>
                <a:gd name="connsiteX58" fmla="*/ 711278 w 1016979"/>
                <a:gd name="connsiteY58" fmla="*/ 172878 h 1017774"/>
                <a:gd name="connsiteX59" fmla="*/ 713526 w 1016979"/>
                <a:gd name="connsiteY59" fmla="*/ 146020 h 1017774"/>
                <a:gd name="connsiteX60" fmla="*/ 767335 w 1016979"/>
                <a:gd name="connsiteY60" fmla="*/ 159079 h 1017774"/>
                <a:gd name="connsiteX61" fmla="*/ 789830 w 1016979"/>
                <a:gd name="connsiteY61" fmla="*/ 195108 h 1017774"/>
                <a:gd name="connsiteX62" fmla="*/ 779542 w 1016979"/>
                <a:gd name="connsiteY62" fmla="*/ 248059 h 1017774"/>
                <a:gd name="connsiteX63" fmla="*/ 757168 w 1016979"/>
                <a:gd name="connsiteY63" fmla="*/ 267895 h 1017774"/>
                <a:gd name="connsiteX64" fmla="*/ 717215 w 1016979"/>
                <a:gd name="connsiteY64" fmla="*/ 274946 h 1017774"/>
                <a:gd name="connsiteX65" fmla="*/ 684322 w 1016979"/>
                <a:gd name="connsiteY65" fmla="*/ 260851 h 1017774"/>
                <a:gd name="connsiteX66" fmla="*/ 661651 w 1016979"/>
                <a:gd name="connsiteY66" fmla="*/ 221979 h 1017774"/>
                <a:gd name="connsiteX67" fmla="*/ 664676 w 1016979"/>
                <a:gd name="connsiteY67" fmla="*/ 186899 h 1017774"/>
                <a:gd name="connsiteX68" fmla="*/ 713526 w 1016979"/>
                <a:gd name="connsiteY68" fmla="*/ 146020 h 1017774"/>
                <a:gd name="connsiteX69" fmla="*/ 588380 w 1016979"/>
                <a:gd name="connsiteY69" fmla="*/ 116786 h 1017774"/>
                <a:gd name="connsiteX70" fmla="*/ 589920 w 1016979"/>
                <a:gd name="connsiteY70" fmla="*/ 144308 h 1017774"/>
                <a:gd name="connsiteX71" fmla="*/ 596877 w 1016979"/>
                <a:gd name="connsiteY71" fmla="*/ 180906 h 1017774"/>
                <a:gd name="connsiteX72" fmla="*/ 602744 w 1016979"/>
                <a:gd name="connsiteY72" fmla="*/ 197097 h 1017774"/>
                <a:gd name="connsiteX73" fmla="*/ 611268 w 1016979"/>
                <a:gd name="connsiteY73" fmla="*/ 214555 h 1017774"/>
                <a:gd name="connsiteX74" fmla="*/ 618727 w 1016979"/>
                <a:gd name="connsiteY74" fmla="*/ 226251 h 1017774"/>
                <a:gd name="connsiteX75" fmla="*/ 626631 w 1016979"/>
                <a:gd name="connsiteY75" fmla="*/ 236931 h 1017774"/>
                <a:gd name="connsiteX76" fmla="*/ 632423 w 1016979"/>
                <a:gd name="connsiteY76" fmla="*/ 244257 h 1017774"/>
                <a:gd name="connsiteX77" fmla="*/ 638474 w 1016979"/>
                <a:gd name="connsiteY77" fmla="*/ 250517 h 1017774"/>
                <a:gd name="connsiteX78" fmla="*/ 648654 w 1016979"/>
                <a:gd name="connsiteY78" fmla="*/ 260350 h 1017774"/>
                <a:gd name="connsiteX79" fmla="*/ 655732 w 1016979"/>
                <a:gd name="connsiteY79" fmla="*/ 266295 h 1017774"/>
                <a:gd name="connsiteX80" fmla="*/ 673851 w 1016979"/>
                <a:gd name="connsiteY80" fmla="*/ 279043 h 1017774"/>
                <a:gd name="connsiteX81" fmla="*/ 687412 w 1016979"/>
                <a:gd name="connsiteY81" fmla="*/ 286379 h 1017774"/>
                <a:gd name="connsiteX82" fmla="*/ 689933 w 1016979"/>
                <a:gd name="connsiteY82" fmla="*/ 287693 h 1017774"/>
                <a:gd name="connsiteX83" fmla="*/ 711594 w 1016979"/>
                <a:gd name="connsiteY83" fmla="*/ 296438 h 1017774"/>
                <a:gd name="connsiteX84" fmla="*/ 726544 w 1016979"/>
                <a:gd name="connsiteY84" fmla="*/ 300370 h 1017774"/>
                <a:gd name="connsiteX85" fmla="*/ 737310 w 1016979"/>
                <a:gd name="connsiteY85" fmla="*/ 301990 h 1017774"/>
                <a:gd name="connsiteX86" fmla="*/ 758451 w 1016979"/>
                <a:gd name="connsiteY86" fmla="*/ 303736 h 1017774"/>
                <a:gd name="connsiteX87" fmla="*/ 764201 w 1016979"/>
                <a:gd name="connsiteY87" fmla="*/ 303746 h 1017774"/>
                <a:gd name="connsiteX88" fmla="*/ 769951 w 1016979"/>
                <a:gd name="connsiteY88" fmla="*/ 303736 h 1017774"/>
                <a:gd name="connsiteX89" fmla="*/ 791092 w 1016979"/>
                <a:gd name="connsiteY89" fmla="*/ 301990 h 1017774"/>
                <a:gd name="connsiteX90" fmla="*/ 801857 w 1016979"/>
                <a:gd name="connsiteY90" fmla="*/ 300370 h 1017774"/>
                <a:gd name="connsiteX91" fmla="*/ 816807 w 1016979"/>
                <a:gd name="connsiteY91" fmla="*/ 296438 h 1017774"/>
                <a:gd name="connsiteX92" fmla="*/ 838468 w 1016979"/>
                <a:gd name="connsiteY92" fmla="*/ 287693 h 1017774"/>
                <a:gd name="connsiteX93" fmla="*/ 840990 w 1016979"/>
                <a:gd name="connsiteY93" fmla="*/ 286379 h 1017774"/>
                <a:gd name="connsiteX94" fmla="*/ 854550 w 1016979"/>
                <a:gd name="connsiteY94" fmla="*/ 279043 h 1017774"/>
                <a:gd name="connsiteX95" fmla="*/ 872670 w 1016979"/>
                <a:gd name="connsiteY95" fmla="*/ 266295 h 1017774"/>
                <a:gd name="connsiteX96" fmla="*/ 879748 w 1016979"/>
                <a:gd name="connsiteY96" fmla="*/ 260350 h 1017774"/>
                <a:gd name="connsiteX97" fmla="*/ 889928 w 1016979"/>
                <a:gd name="connsiteY97" fmla="*/ 250517 h 1017774"/>
                <a:gd name="connsiteX98" fmla="*/ 895978 w 1016979"/>
                <a:gd name="connsiteY98" fmla="*/ 244257 h 1017774"/>
                <a:gd name="connsiteX99" fmla="*/ 901771 w 1016979"/>
                <a:gd name="connsiteY99" fmla="*/ 236931 h 1017774"/>
                <a:gd name="connsiteX100" fmla="*/ 909675 w 1016979"/>
                <a:gd name="connsiteY100" fmla="*/ 226251 h 1017774"/>
                <a:gd name="connsiteX101" fmla="*/ 917133 w 1016979"/>
                <a:gd name="connsiteY101" fmla="*/ 214555 h 1017774"/>
                <a:gd name="connsiteX102" fmla="*/ 925657 w 1016979"/>
                <a:gd name="connsiteY102" fmla="*/ 197097 h 1017774"/>
                <a:gd name="connsiteX103" fmla="*/ 931525 w 1016979"/>
                <a:gd name="connsiteY103" fmla="*/ 180906 h 1017774"/>
                <a:gd name="connsiteX104" fmla="*/ 938481 w 1016979"/>
                <a:gd name="connsiteY104" fmla="*/ 144308 h 1017774"/>
                <a:gd name="connsiteX105" fmla="*/ 940021 w 1016979"/>
                <a:gd name="connsiteY105" fmla="*/ 116786 h 1017774"/>
                <a:gd name="connsiteX106" fmla="*/ 586946 w 1016979"/>
                <a:gd name="connsiteY106" fmla="*/ 0 h 1017774"/>
                <a:gd name="connsiteX107" fmla="*/ 954869 w 1016979"/>
                <a:gd name="connsiteY107" fmla="*/ 0 h 1017774"/>
                <a:gd name="connsiteX108" fmla="*/ 1011931 w 1016979"/>
                <a:gd name="connsiteY108" fmla="*/ 0 h 1017774"/>
                <a:gd name="connsiteX109" fmla="*/ 1011931 w 1016979"/>
                <a:gd name="connsiteY109" fmla="*/ 116321 h 1017774"/>
                <a:gd name="connsiteX110" fmla="*/ 1001587 w 1016979"/>
                <a:gd name="connsiteY110" fmla="*/ 116321 h 1017774"/>
                <a:gd name="connsiteX111" fmla="*/ 985512 w 1016979"/>
                <a:gd name="connsiteY111" fmla="*/ 116476 h 1017774"/>
                <a:gd name="connsiteX112" fmla="*/ 979072 w 1016979"/>
                <a:gd name="connsiteY112" fmla="*/ 180772 h 1017774"/>
                <a:gd name="connsiteX113" fmla="*/ 976577 w 1016979"/>
                <a:gd name="connsiteY113" fmla="*/ 189458 h 1017774"/>
                <a:gd name="connsiteX114" fmla="*/ 975980 w 1016979"/>
                <a:gd name="connsiteY114" fmla="*/ 192071 h 1017774"/>
                <a:gd name="connsiteX115" fmla="*/ 975149 w 1016979"/>
                <a:gd name="connsiteY115" fmla="*/ 194425 h 1017774"/>
                <a:gd name="connsiteX116" fmla="*/ 973300 w 1016979"/>
                <a:gd name="connsiteY116" fmla="*/ 200862 h 1017774"/>
                <a:gd name="connsiteX117" fmla="*/ 969447 w 1016979"/>
                <a:gd name="connsiteY117" fmla="*/ 210592 h 1017774"/>
                <a:gd name="connsiteX118" fmla="*/ 967861 w 1016979"/>
                <a:gd name="connsiteY118" fmla="*/ 215088 h 1017774"/>
                <a:gd name="connsiteX119" fmla="*/ 966855 w 1016979"/>
                <a:gd name="connsiteY119" fmla="*/ 217136 h 1017774"/>
                <a:gd name="connsiteX120" fmla="*/ 965618 w 1016979"/>
                <a:gd name="connsiteY120" fmla="*/ 220259 h 1017774"/>
                <a:gd name="connsiteX121" fmla="*/ 959521 w 1016979"/>
                <a:gd name="connsiteY121" fmla="*/ 232072 h 1017774"/>
                <a:gd name="connsiteX122" fmla="*/ 957124 w 1016979"/>
                <a:gd name="connsiteY122" fmla="*/ 236954 h 1017774"/>
                <a:gd name="connsiteX123" fmla="*/ 956514 w 1016979"/>
                <a:gd name="connsiteY123" fmla="*/ 237898 h 1017774"/>
                <a:gd name="connsiteX124" fmla="*/ 955971 w 1016979"/>
                <a:gd name="connsiteY124" fmla="*/ 238949 h 1017774"/>
                <a:gd name="connsiteX125" fmla="*/ 944301 w 1016979"/>
                <a:gd name="connsiteY125" fmla="*/ 256919 h 1017774"/>
                <a:gd name="connsiteX126" fmla="*/ 943897 w 1016979"/>
                <a:gd name="connsiteY126" fmla="*/ 257425 h 1017774"/>
                <a:gd name="connsiteX127" fmla="*/ 943754 w 1016979"/>
                <a:gd name="connsiteY127" fmla="*/ 257647 h 1017774"/>
                <a:gd name="connsiteX128" fmla="*/ 942584 w 1016979"/>
                <a:gd name="connsiteY128" fmla="*/ 259072 h 1017774"/>
                <a:gd name="connsiteX129" fmla="*/ 930550 w 1016979"/>
                <a:gd name="connsiteY129" fmla="*/ 274155 h 1017774"/>
                <a:gd name="connsiteX130" fmla="*/ 928066 w 1016979"/>
                <a:gd name="connsiteY130" fmla="*/ 276745 h 1017774"/>
                <a:gd name="connsiteX131" fmla="*/ 927735 w 1016979"/>
                <a:gd name="connsiteY131" fmla="*/ 277148 h 1017774"/>
                <a:gd name="connsiteX132" fmla="*/ 926822 w 1016979"/>
                <a:gd name="connsiteY132" fmla="*/ 278042 h 1017774"/>
                <a:gd name="connsiteX133" fmla="*/ 915287 w 1016979"/>
                <a:gd name="connsiteY133" fmla="*/ 290065 h 1017774"/>
                <a:gd name="connsiteX134" fmla="*/ 899067 w 1016979"/>
                <a:gd name="connsiteY134" fmla="*/ 304123 h 1017774"/>
                <a:gd name="connsiteX135" fmla="*/ 891396 w 1016979"/>
                <a:gd name="connsiteY135" fmla="*/ 309571 h 1017774"/>
                <a:gd name="connsiteX136" fmla="*/ 891290 w 1016979"/>
                <a:gd name="connsiteY136" fmla="*/ 309656 h 1017774"/>
                <a:gd name="connsiteX137" fmla="*/ 891134 w 1016979"/>
                <a:gd name="connsiteY137" fmla="*/ 309757 h 1017774"/>
                <a:gd name="connsiteX138" fmla="*/ 881899 w 1016979"/>
                <a:gd name="connsiteY138" fmla="*/ 316317 h 1017774"/>
                <a:gd name="connsiteX139" fmla="*/ 874664 w 1016979"/>
                <a:gd name="connsiteY139" fmla="*/ 320441 h 1017774"/>
                <a:gd name="connsiteX140" fmla="*/ 872716 w 1016979"/>
                <a:gd name="connsiteY140" fmla="*/ 321705 h 1017774"/>
                <a:gd name="connsiteX141" fmla="*/ 870122 w 1016979"/>
                <a:gd name="connsiteY141" fmla="*/ 323031 h 1017774"/>
                <a:gd name="connsiteX142" fmla="*/ 863795 w 1016979"/>
                <a:gd name="connsiteY142" fmla="*/ 326637 h 1017774"/>
                <a:gd name="connsiteX143" fmla="*/ 858272 w 1016979"/>
                <a:gd name="connsiteY143" fmla="*/ 329086 h 1017774"/>
                <a:gd name="connsiteX144" fmla="*/ 853364 w 1016979"/>
                <a:gd name="connsiteY144" fmla="*/ 331593 h 1017774"/>
                <a:gd name="connsiteX145" fmla="*/ 847659 w 1016979"/>
                <a:gd name="connsiteY145" fmla="*/ 333790 h 1017774"/>
                <a:gd name="connsiteX146" fmla="*/ 844764 w 1016979"/>
                <a:gd name="connsiteY146" fmla="*/ 335074 h 1017774"/>
                <a:gd name="connsiteX147" fmla="*/ 841814 w 1016979"/>
                <a:gd name="connsiteY147" fmla="*/ 336041 h 1017774"/>
                <a:gd name="connsiteX148" fmla="*/ 833271 w 1016979"/>
                <a:gd name="connsiteY148" fmla="*/ 339330 h 1017774"/>
                <a:gd name="connsiteX149" fmla="*/ 824976 w 1016979"/>
                <a:gd name="connsiteY149" fmla="*/ 341562 h 1017774"/>
                <a:gd name="connsiteX150" fmla="*/ 824816 w 1016979"/>
                <a:gd name="connsiteY150" fmla="*/ 341614 h 1017774"/>
                <a:gd name="connsiteX151" fmla="*/ 824615 w 1016979"/>
                <a:gd name="connsiteY151" fmla="*/ 341659 h 1017774"/>
                <a:gd name="connsiteX152" fmla="*/ 812472 w 1016979"/>
                <a:gd name="connsiteY152" fmla="*/ 344926 h 1017774"/>
                <a:gd name="connsiteX153" fmla="*/ 791002 w 1016979"/>
                <a:gd name="connsiteY153" fmla="*/ 348390 h 1017774"/>
                <a:gd name="connsiteX154" fmla="*/ 782866 w 1016979"/>
                <a:gd name="connsiteY154" fmla="*/ 348885 h 1017774"/>
                <a:gd name="connsiteX155" fmla="*/ 782209 w 1016979"/>
                <a:gd name="connsiteY155" fmla="*/ 348967 h 1017774"/>
                <a:gd name="connsiteX156" fmla="*/ 780647 w 1016979"/>
                <a:gd name="connsiteY156" fmla="*/ 349020 h 1017774"/>
                <a:gd name="connsiteX157" fmla="*/ 768897 w 1016979"/>
                <a:gd name="connsiteY157" fmla="*/ 349734 h 1017774"/>
                <a:gd name="connsiteX158" fmla="*/ 764201 w 1016979"/>
                <a:gd name="connsiteY158" fmla="*/ 349575 h 1017774"/>
                <a:gd name="connsiteX159" fmla="*/ 759504 w 1016979"/>
                <a:gd name="connsiteY159" fmla="*/ 349734 h 1017774"/>
                <a:gd name="connsiteX160" fmla="*/ 747754 w 1016979"/>
                <a:gd name="connsiteY160" fmla="*/ 349020 h 1017774"/>
                <a:gd name="connsiteX161" fmla="*/ 746193 w 1016979"/>
                <a:gd name="connsiteY161" fmla="*/ 348967 h 1017774"/>
                <a:gd name="connsiteX162" fmla="*/ 745535 w 1016979"/>
                <a:gd name="connsiteY162" fmla="*/ 348885 h 1017774"/>
                <a:gd name="connsiteX163" fmla="*/ 737399 w 1016979"/>
                <a:gd name="connsiteY163" fmla="*/ 348390 h 1017774"/>
                <a:gd name="connsiteX164" fmla="*/ 715930 w 1016979"/>
                <a:gd name="connsiteY164" fmla="*/ 344926 h 1017774"/>
                <a:gd name="connsiteX165" fmla="*/ 703787 w 1016979"/>
                <a:gd name="connsiteY165" fmla="*/ 341659 h 1017774"/>
                <a:gd name="connsiteX166" fmla="*/ 703586 w 1016979"/>
                <a:gd name="connsiteY166" fmla="*/ 341614 h 1017774"/>
                <a:gd name="connsiteX167" fmla="*/ 703426 w 1016979"/>
                <a:gd name="connsiteY167" fmla="*/ 341562 h 1017774"/>
                <a:gd name="connsiteX168" fmla="*/ 695130 w 1016979"/>
                <a:gd name="connsiteY168" fmla="*/ 339330 h 1017774"/>
                <a:gd name="connsiteX169" fmla="*/ 686588 w 1016979"/>
                <a:gd name="connsiteY169" fmla="*/ 336041 h 1017774"/>
                <a:gd name="connsiteX170" fmla="*/ 683638 w 1016979"/>
                <a:gd name="connsiteY170" fmla="*/ 335074 h 1017774"/>
                <a:gd name="connsiteX171" fmla="*/ 680742 w 1016979"/>
                <a:gd name="connsiteY171" fmla="*/ 333790 h 1017774"/>
                <a:gd name="connsiteX172" fmla="*/ 675037 w 1016979"/>
                <a:gd name="connsiteY172" fmla="*/ 331593 h 1017774"/>
                <a:gd name="connsiteX173" fmla="*/ 670130 w 1016979"/>
                <a:gd name="connsiteY173" fmla="*/ 329086 h 1017774"/>
                <a:gd name="connsiteX174" fmla="*/ 664606 w 1016979"/>
                <a:gd name="connsiteY174" fmla="*/ 326637 h 1017774"/>
                <a:gd name="connsiteX175" fmla="*/ 658280 w 1016979"/>
                <a:gd name="connsiteY175" fmla="*/ 323031 h 1017774"/>
                <a:gd name="connsiteX176" fmla="*/ 655686 w 1016979"/>
                <a:gd name="connsiteY176" fmla="*/ 321705 h 1017774"/>
                <a:gd name="connsiteX177" fmla="*/ 653737 w 1016979"/>
                <a:gd name="connsiteY177" fmla="*/ 320441 h 1017774"/>
                <a:gd name="connsiteX178" fmla="*/ 646502 w 1016979"/>
                <a:gd name="connsiteY178" fmla="*/ 316317 h 1017774"/>
                <a:gd name="connsiteX179" fmla="*/ 637268 w 1016979"/>
                <a:gd name="connsiteY179" fmla="*/ 309757 h 1017774"/>
                <a:gd name="connsiteX180" fmla="*/ 637112 w 1016979"/>
                <a:gd name="connsiteY180" fmla="*/ 309656 h 1017774"/>
                <a:gd name="connsiteX181" fmla="*/ 637005 w 1016979"/>
                <a:gd name="connsiteY181" fmla="*/ 309571 h 1017774"/>
                <a:gd name="connsiteX182" fmla="*/ 629335 w 1016979"/>
                <a:gd name="connsiteY182" fmla="*/ 304123 h 1017774"/>
                <a:gd name="connsiteX183" fmla="*/ 613115 w 1016979"/>
                <a:gd name="connsiteY183" fmla="*/ 290065 h 1017774"/>
                <a:gd name="connsiteX184" fmla="*/ 601580 w 1016979"/>
                <a:gd name="connsiteY184" fmla="*/ 278042 h 1017774"/>
                <a:gd name="connsiteX185" fmla="*/ 600667 w 1016979"/>
                <a:gd name="connsiteY185" fmla="*/ 277148 h 1017774"/>
                <a:gd name="connsiteX186" fmla="*/ 600335 w 1016979"/>
                <a:gd name="connsiteY186" fmla="*/ 276745 h 1017774"/>
                <a:gd name="connsiteX187" fmla="*/ 597851 w 1016979"/>
                <a:gd name="connsiteY187" fmla="*/ 274155 h 1017774"/>
                <a:gd name="connsiteX188" fmla="*/ 585818 w 1016979"/>
                <a:gd name="connsiteY188" fmla="*/ 259072 h 1017774"/>
                <a:gd name="connsiteX189" fmla="*/ 584648 w 1016979"/>
                <a:gd name="connsiteY189" fmla="*/ 257647 h 1017774"/>
                <a:gd name="connsiteX190" fmla="*/ 584504 w 1016979"/>
                <a:gd name="connsiteY190" fmla="*/ 257425 h 1017774"/>
                <a:gd name="connsiteX191" fmla="*/ 584100 w 1016979"/>
                <a:gd name="connsiteY191" fmla="*/ 256919 h 1017774"/>
                <a:gd name="connsiteX192" fmla="*/ 572430 w 1016979"/>
                <a:gd name="connsiteY192" fmla="*/ 238949 h 1017774"/>
                <a:gd name="connsiteX193" fmla="*/ 571887 w 1016979"/>
                <a:gd name="connsiteY193" fmla="*/ 237898 h 1017774"/>
                <a:gd name="connsiteX194" fmla="*/ 571278 w 1016979"/>
                <a:gd name="connsiteY194" fmla="*/ 236954 h 1017774"/>
                <a:gd name="connsiteX195" fmla="*/ 568881 w 1016979"/>
                <a:gd name="connsiteY195" fmla="*/ 232072 h 1017774"/>
                <a:gd name="connsiteX196" fmla="*/ 562783 w 1016979"/>
                <a:gd name="connsiteY196" fmla="*/ 220259 h 1017774"/>
                <a:gd name="connsiteX197" fmla="*/ 561546 w 1016979"/>
                <a:gd name="connsiteY197" fmla="*/ 217136 h 1017774"/>
                <a:gd name="connsiteX198" fmla="*/ 560541 w 1016979"/>
                <a:gd name="connsiteY198" fmla="*/ 215088 h 1017774"/>
                <a:gd name="connsiteX199" fmla="*/ 558955 w 1016979"/>
                <a:gd name="connsiteY199" fmla="*/ 210592 h 1017774"/>
                <a:gd name="connsiteX200" fmla="*/ 555102 w 1016979"/>
                <a:gd name="connsiteY200" fmla="*/ 200862 h 1017774"/>
                <a:gd name="connsiteX201" fmla="*/ 553252 w 1016979"/>
                <a:gd name="connsiteY201" fmla="*/ 194425 h 1017774"/>
                <a:gd name="connsiteX202" fmla="*/ 552422 w 1016979"/>
                <a:gd name="connsiteY202" fmla="*/ 192071 h 1017774"/>
                <a:gd name="connsiteX203" fmla="*/ 551825 w 1016979"/>
                <a:gd name="connsiteY203" fmla="*/ 189458 h 1017774"/>
                <a:gd name="connsiteX204" fmla="*/ 549329 w 1016979"/>
                <a:gd name="connsiteY204" fmla="*/ 180772 h 1017774"/>
                <a:gd name="connsiteX205" fmla="*/ 542889 w 1016979"/>
                <a:gd name="connsiteY205" fmla="*/ 116476 h 1017774"/>
                <a:gd name="connsiteX206" fmla="*/ 526814 w 1016979"/>
                <a:gd name="connsiteY206" fmla="*/ 116321 h 1017774"/>
                <a:gd name="connsiteX207" fmla="*/ 516471 w 1016979"/>
                <a:gd name="connsiteY207" fmla="*/ 116321 h 1017774"/>
                <a:gd name="connsiteX208" fmla="*/ 516471 w 1016979"/>
                <a:gd name="connsiteY208" fmla="*/ 69529 h 1017774"/>
                <a:gd name="connsiteX209" fmla="*/ 561571 w 1016979"/>
                <a:gd name="connsiteY209" fmla="*/ 69529 h 1017774"/>
                <a:gd name="connsiteX210" fmla="*/ 561571 w 1016979"/>
                <a:gd name="connsiteY210" fmla="*/ 70050 h 1017774"/>
                <a:gd name="connsiteX211" fmla="*/ 966831 w 1016979"/>
                <a:gd name="connsiteY211" fmla="*/ 70050 h 1017774"/>
                <a:gd name="connsiteX212" fmla="*/ 966831 w 1016979"/>
                <a:gd name="connsiteY212" fmla="*/ 44843 h 1017774"/>
                <a:gd name="connsiteX213" fmla="*/ 954869 w 1016979"/>
                <a:gd name="connsiteY213" fmla="*/ 44843 h 1017774"/>
                <a:gd name="connsiteX214" fmla="*/ 586946 w 1016979"/>
                <a:gd name="connsiteY214" fmla="*/ 44843 h 101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016979" h="1017774">
                  <a:moveTo>
                    <a:pt x="45213" y="749166"/>
                  </a:moveTo>
                  <a:cubicBezTo>
                    <a:pt x="45213" y="815901"/>
                    <a:pt x="45213" y="882413"/>
                    <a:pt x="45213" y="949216"/>
                  </a:cubicBezTo>
                  <a:cubicBezTo>
                    <a:pt x="79641" y="949216"/>
                    <a:pt x="113813" y="949216"/>
                    <a:pt x="148905" y="949374"/>
                  </a:cubicBezTo>
                  <a:cubicBezTo>
                    <a:pt x="160097" y="949301"/>
                    <a:pt x="171289" y="949228"/>
                    <a:pt x="183396" y="949268"/>
                  </a:cubicBezTo>
                  <a:cubicBezTo>
                    <a:pt x="214139" y="949264"/>
                    <a:pt x="244882" y="949261"/>
                    <a:pt x="276102" y="949861"/>
                  </a:cubicBezTo>
                  <a:cubicBezTo>
                    <a:pt x="280122" y="949718"/>
                    <a:pt x="284142" y="949520"/>
                    <a:pt x="288164" y="949445"/>
                  </a:cubicBezTo>
                  <a:cubicBezTo>
                    <a:pt x="295491" y="949309"/>
                    <a:pt x="302820" y="949246"/>
                    <a:pt x="311057" y="949267"/>
                  </a:cubicBezTo>
                  <a:cubicBezTo>
                    <a:pt x="350312" y="949265"/>
                    <a:pt x="389567" y="949263"/>
                    <a:pt x="429384" y="949895"/>
                  </a:cubicBezTo>
                  <a:cubicBezTo>
                    <a:pt x="439321" y="950015"/>
                    <a:pt x="449258" y="950170"/>
                    <a:pt x="459195" y="950207"/>
                  </a:cubicBezTo>
                  <a:cubicBezTo>
                    <a:pt x="460252" y="950211"/>
                    <a:pt x="461311" y="949522"/>
                    <a:pt x="463283" y="949268"/>
                  </a:cubicBezTo>
                  <a:cubicBezTo>
                    <a:pt x="494035" y="949250"/>
                    <a:pt x="524787" y="949233"/>
                    <a:pt x="556460" y="949373"/>
                  </a:cubicBezTo>
                  <a:cubicBezTo>
                    <a:pt x="565029" y="949393"/>
                    <a:pt x="573599" y="949436"/>
                    <a:pt x="582168" y="949419"/>
                  </a:cubicBezTo>
                  <a:cubicBezTo>
                    <a:pt x="584790" y="949414"/>
                    <a:pt x="587412" y="949246"/>
                    <a:pt x="590944" y="949267"/>
                  </a:cubicBezTo>
                  <a:cubicBezTo>
                    <a:pt x="628563" y="949265"/>
                    <a:pt x="666181" y="949263"/>
                    <a:pt x="704283" y="949858"/>
                  </a:cubicBezTo>
                  <a:cubicBezTo>
                    <a:pt x="708303" y="949717"/>
                    <a:pt x="712322" y="949520"/>
                    <a:pt x="716344" y="949445"/>
                  </a:cubicBezTo>
                  <a:cubicBezTo>
                    <a:pt x="723671" y="949310"/>
                    <a:pt x="731000" y="949247"/>
                    <a:pt x="739242" y="949268"/>
                  </a:cubicBezTo>
                  <a:cubicBezTo>
                    <a:pt x="769994" y="949250"/>
                    <a:pt x="800747" y="949233"/>
                    <a:pt x="832419" y="949373"/>
                  </a:cubicBezTo>
                  <a:cubicBezTo>
                    <a:pt x="843301" y="949321"/>
                    <a:pt x="854182" y="949268"/>
                    <a:pt x="865971" y="949275"/>
                  </a:cubicBezTo>
                  <a:cubicBezTo>
                    <a:pt x="901577" y="949275"/>
                    <a:pt x="937183" y="949275"/>
                    <a:pt x="972640" y="949275"/>
                  </a:cubicBezTo>
                  <a:cubicBezTo>
                    <a:pt x="972640" y="882116"/>
                    <a:pt x="972640" y="815603"/>
                    <a:pt x="972640" y="749166"/>
                  </a:cubicBezTo>
                  <a:cubicBezTo>
                    <a:pt x="663313" y="749166"/>
                    <a:pt x="354349" y="749166"/>
                    <a:pt x="45213" y="749166"/>
                  </a:cubicBezTo>
                  <a:close/>
                  <a:moveTo>
                    <a:pt x="972907" y="487967"/>
                  </a:moveTo>
                  <a:cubicBezTo>
                    <a:pt x="987836" y="487967"/>
                    <a:pt x="1002299" y="487967"/>
                    <a:pt x="1016979" y="487967"/>
                  </a:cubicBezTo>
                  <a:cubicBezTo>
                    <a:pt x="1016979" y="664535"/>
                    <a:pt x="1016979" y="840912"/>
                    <a:pt x="1016979" y="1017659"/>
                  </a:cubicBezTo>
                  <a:cubicBezTo>
                    <a:pt x="1002604" y="1017659"/>
                    <a:pt x="988139" y="1017659"/>
                    <a:pt x="973199" y="1017659"/>
                  </a:cubicBezTo>
                  <a:cubicBezTo>
                    <a:pt x="973199" y="1010247"/>
                    <a:pt x="973199" y="1002647"/>
                    <a:pt x="973199" y="994757"/>
                  </a:cubicBezTo>
                  <a:cubicBezTo>
                    <a:pt x="663663" y="994757"/>
                    <a:pt x="354598" y="994757"/>
                    <a:pt x="45062" y="994757"/>
                  </a:cubicBezTo>
                  <a:cubicBezTo>
                    <a:pt x="45062" y="1002336"/>
                    <a:pt x="45062" y="1009933"/>
                    <a:pt x="45062" y="1017774"/>
                  </a:cubicBezTo>
                  <a:cubicBezTo>
                    <a:pt x="29800" y="1017774"/>
                    <a:pt x="15010" y="1017774"/>
                    <a:pt x="0" y="1017774"/>
                  </a:cubicBezTo>
                  <a:cubicBezTo>
                    <a:pt x="0" y="841215"/>
                    <a:pt x="0" y="664837"/>
                    <a:pt x="0" y="488088"/>
                  </a:cubicBezTo>
                  <a:cubicBezTo>
                    <a:pt x="14695" y="488088"/>
                    <a:pt x="29487" y="488088"/>
                    <a:pt x="44749" y="488088"/>
                  </a:cubicBezTo>
                  <a:cubicBezTo>
                    <a:pt x="44749" y="559988"/>
                    <a:pt x="44749" y="632063"/>
                    <a:pt x="44749" y="704734"/>
                  </a:cubicBezTo>
                  <a:cubicBezTo>
                    <a:pt x="89332" y="704734"/>
                    <a:pt x="133451" y="704734"/>
                    <a:pt x="178483" y="704725"/>
                  </a:cubicBezTo>
                  <a:cubicBezTo>
                    <a:pt x="190572" y="704684"/>
                    <a:pt x="201749" y="704653"/>
                    <a:pt x="213383" y="704678"/>
                  </a:cubicBezTo>
                  <a:cubicBezTo>
                    <a:pt x="223985" y="704697"/>
                    <a:pt x="234131" y="704659"/>
                    <a:pt x="244737" y="704667"/>
                  </a:cubicBezTo>
                  <a:cubicBezTo>
                    <a:pt x="256372" y="704681"/>
                    <a:pt x="267547" y="704650"/>
                    <a:pt x="278722" y="704619"/>
                  </a:cubicBezTo>
                  <a:cubicBezTo>
                    <a:pt x="306308" y="704663"/>
                    <a:pt x="333894" y="704730"/>
                    <a:pt x="361480" y="704745"/>
                  </a:cubicBezTo>
                  <a:cubicBezTo>
                    <a:pt x="394782" y="704764"/>
                    <a:pt x="428084" y="704740"/>
                    <a:pt x="462299" y="704725"/>
                  </a:cubicBezTo>
                  <a:cubicBezTo>
                    <a:pt x="474388" y="704684"/>
                    <a:pt x="485564" y="704653"/>
                    <a:pt x="497198" y="704678"/>
                  </a:cubicBezTo>
                  <a:cubicBezTo>
                    <a:pt x="505837" y="704697"/>
                    <a:pt x="514018" y="704659"/>
                    <a:pt x="522660" y="704667"/>
                  </a:cubicBezTo>
                  <a:cubicBezTo>
                    <a:pt x="534295" y="704681"/>
                    <a:pt x="545470" y="704650"/>
                    <a:pt x="556645" y="704619"/>
                  </a:cubicBezTo>
                  <a:cubicBezTo>
                    <a:pt x="586351" y="704663"/>
                    <a:pt x="616056" y="704726"/>
                    <a:pt x="645762" y="704746"/>
                  </a:cubicBezTo>
                  <a:cubicBezTo>
                    <a:pt x="674980" y="704765"/>
                    <a:pt x="704199" y="704740"/>
                    <a:pt x="734329" y="704725"/>
                  </a:cubicBezTo>
                  <a:cubicBezTo>
                    <a:pt x="746419" y="704684"/>
                    <a:pt x="757595" y="704653"/>
                    <a:pt x="769229" y="704678"/>
                  </a:cubicBezTo>
                  <a:cubicBezTo>
                    <a:pt x="779832" y="704697"/>
                    <a:pt x="789977" y="704659"/>
                    <a:pt x="800583" y="704667"/>
                  </a:cubicBezTo>
                  <a:cubicBezTo>
                    <a:pt x="812219" y="704681"/>
                    <a:pt x="823393" y="704650"/>
                    <a:pt x="834568" y="704619"/>
                  </a:cubicBezTo>
                  <a:cubicBezTo>
                    <a:pt x="880227" y="704650"/>
                    <a:pt x="925886" y="704681"/>
                    <a:pt x="971545" y="704701"/>
                  </a:cubicBezTo>
                  <a:cubicBezTo>
                    <a:pt x="971845" y="704701"/>
                    <a:pt x="972144" y="704538"/>
                    <a:pt x="972907" y="704317"/>
                  </a:cubicBezTo>
                  <a:cubicBezTo>
                    <a:pt x="972907" y="632367"/>
                    <a:pt x="972907" y="560292"/>
                    <a:pt x="972907" y="487967"/>
                  </a:cubicBezTo>
                  <a:close/>
                  <a:moveTo>
                    <a:pt x="726146" y="187209"/>
                  </a:moveTo>
                  <a:cubicBezTo>
                    <a:pt x="738655" y="187209"/>
                    <a:pt x="748796" y="197421"/>
                    <a:pt x="748796" y="210019"/>
                  </a:cubicBezTo>
                  <a:cubicBezTo>
                    <a:pt x="748796" y="222617"/>
                    <a:pt x="738655" y="232829"/>
                    <a:pt x="726146" y="232829"/>
                  </a:cubicBezTo>
                  <a:cubicBezTo>
                    <a:pt x="713637" y="232829"/>
                    <a:pt x="703496" y="222617"/>
                    <a:pt x="703496" y="210019"/>
                  </a:cubicBezTo>
                  <a:cubicBezTo>
                    <a:pt x="703496" y="197421"/>
                    <a:pt x="713637" y="187209"/>
                    <a:pt x="726146" y="187209"/>
                  </a:cubicBezTo>
                  <a:close/>
                  <a:moveTo>
                    <a:pt x="711278" y="172878"/>
                  </a:moveTo>
                  <a:cubicBezTo>
                    <a:pt x="690575" y="181143"/>
                    <a:pt x="680543" y="203794"/>
                    <a:pt x="688706" y="224425"/>
                  </a:cubicBezTo>
                  <a:cubicBezTo>
                    <a:pt x="696932" y="245215"/>
                    <a:pt x="720325" y="255608"/>
                    <a:pt x="739899" y="247838"/>
                  </a:cubicBezTo>
                  <a:cubicBezTo>
                    <a:pt x="761131" y="239411"/>
                    <a:pt x="771683" y="215437"/>
                    <a:pt x="762847" y="194692"/>
                  </a:cubicBezTo>
                  <a:cubicBezTo>
                    <a:pt x="753689" y="174294"/>
                    <a:pt x="731993" y="164607"/>
                    <a:pt x="711278" y="172878"/>
                  </a:cubicBezTo>
                  <a:close/>
                  <a:moveTo>
                    <a:pt x="713526" y="146020"/>
                  </a:moveTo>
                  <a:cubicBezTo>
                    <a:pt x="733323" y="142228"/>
                    <a:pt x="751588" y="146460"/>
                    <a:pt x="767335" y="159079"/>
                  </a:cubicBezTo>
                  <a:cubicBezTo>
                    <a:pt x="778890" y="168338"/>
                    <a:pt x="786846" y="180395"/>
                    <a:pt x="789830" y="195108"/>
                  </a:cubicBezTo>
                  <a:cubicBezTo>
                    <a:pt x="793654" y="213960"/>
                    <a:pt x="791223" y="231771"/>
                    <a:pt x="779542" y="248059"/>
                  </a:cubicBezTo>
                  <a:cubicBezTo>
                    <a:pt x="773624" y="256715"/>
                    <a:pt x="766149" y="263291"/>
                    <a:pt x="757168" y="267895"/>
                  </a:cubicBezTo>
                  <a:cubicBezTo>
                    <a:pt x="744643" y="274315"/>
                    <a:pt x="731427" y="276975"/>
                    <a:pt x="717215" y="274946"/>
                  </a:cubicBezTo>
                  <a:cubicBezTo>
                    <a:pt x="704868" y="273183"/>
                    <a:pt x="693851" y="268843"/>
                    <a:pt x="684322" y="260851"/>
                  </a:cubicBezTo>
                  <a:cubicBezTo>
                    <a:pt x="672127" y="250624"/>
                    <a:pt x="664284" y="237860"/>
                    <a:pt x="661651" y="221979"/>
                  </a:cubicBezTo>
                  <a:cubicBezTo>
                    <a:pt x="659663" y="209987"/>
                    <a:pt x="660125" y="198207"/>
                    <a:pt x="664676" y="186899"/>
                  </a:cubicBezTo>
                  <a:cubicBezTo>
                    <a:pt x="673638" y="164632"/>
                    <a:pt x="689792" y="150566"/>
                    <a:pt x="713526" y="146020"/>
                  </a:cubicBezTo>
                  <a:close/>
                  <a:moveTo>
                    <a:pt x="588380" y="116786"/>
                  </a:moveTo>
                  <a:cubicBezTo>
                    <a:pt x="588843" y="125977"/>
                    <a:pt x="588679" y="135239"/>
                    <a:pt x="589920" y="144308"/>
                  </a:cubicBezTo>
                  <a:cubicBezTo>
                    <a:pt x="591603" y="156606"/>
                    <a:pt x="593329" y="169067"/>
                    <a:pt x="596877" y="180906"/>
                  </a:cubicBezTo>
                  <a:lnTo>
                    <a:pt x="602744" y="197097"/>
                  </a:lnTo>
                  <a:lnTo>
                    <a:pt x="611268" y="214555"/>
                  </a:lnTo>
                  <a:lnTo>
                    <a:pt x="618727" y="226251"/>
                  </a:lnTo>
                  <a:lnTo>
                    <a:pt x="626631" y="236931"/>
                  </a:lnTo>
                  <a:lnTo>
                    <a:pt x="632423" y="244257"/>
                  </a:lnTo>
                  <a:lnTo>
                    <a:pt x="638474" y="250517"/>
                  </a:lnTo>
                  <a:lnTo>
                    <a:pt x="648654" y="260350"/>
                  </a:lnTo>
                  <a:lnTo>
                    <a:pt x="655732" y="266295"/>
                  </a:lnTo>
                  <a:lnTo>
                    <a:pt x="673851" y="279043"/>
                  </a:lnTo>
                  <a:lnTo>
                    <a:pt x="687412" y="286379"/>
                  </a:lnTo>
                  <a:lnTo>
                    <a:pt x="689933" y="287693"/>
                  </a:lnTo>
                  <a:lnTo>
                    <a:pt x="711594" y="296438"/>
                  </a:lnTo>
                  <a:lnTo>
                    <a:pt x="726544" y="300370"/>
                  </a:lnTo>
                  <a:lnTo>
                    <a:pt x="737310" y="301990"/>
                  </a:lnTo>
                  <a:cubicBezTo>
                    <a:pt x="744327" y="302620"/>
                    <a:pt x="751393" y="303320"/>
                    <a:pt x="758451" y="303736"/>
                  </a:cubicBezTo>
                  <a:lnTo>
                    <a:pt x="764201" y="303746"/>
                  </a:lnTo>
                  <a:lnTo>
                    <a:pt x="769951" y="303736"/>
                  </a:lnTo>
                  <a:cubicBezTo>
                    <a:pt x="777009" y="303320"/>
                    <a:pt x="784075" y="302620"/>
                    <a:pt x="791092" y="301990"/>
                  </a:cubicBezTo>
                  <a:lnTo>
                    <a:pt x="801857" y="300370"/>
                  </a:lnTo>
                  <a:lnTo>
                    <a:pt x="816807" y="296438"/>
                  </a:lnTo>
                  <a:lnTo>
                    <a:pt x="838468" y="287693"/>
                  </a:lnTo>
                  <a:lnTo>
                    <a:pt x="840990" y="286379"/>
                  </a:lnTo>
                  <a:lnTo>
                    <a:pt x="854550" y="279043"/>
                  </a:lnTo>
                  <a:lnTo>
                    <a:pt x="872670" y="266295"/>
                  </a:lnTo>
                  <a:lnTo>
                    <a:pt x="879748" y="260350"/>
                  </a:lnTo>
                  <a:lnTo>
                    <a:pt x="889928" y="250517"/>
                  </a:lnTo>
                  <a:lnTo>
                    <a:pt x="895978" y="244257"/>
                  </a:lnTo>
                  <a:lnTo>
                    <a:pt x="901771" y="236931"/>
                  </a:lnTo>
                  <a:lnTo>
                    <a:pt x="909675" y="226251"/>
                  </a:lnTo>
                  <a:lnTo>
                    <a:pt x="917133" y="214555"/>
                  </a:lnTo>
                  <a:lnTo>
                    <a:pt x="925657" y="197097"/>
                  </a:lnTo>
                  <a:lnTo>
                    <a:pt x="931525" y="180906"/>
                  </a:lnTo>
                  <a:cubicBezTo>
                    <a:pt x="935072" y="169067"/>
                    <a:pt x="936799" y="156606"/>
                    <a:pt x="938481" y="144308"/>
                  </a:cubicBezTo>
                  <a:cubicBezTo>
                    <a:pt x="939722" y="135239"/>
                    <a:pt x="939558" y="125977"/>
                    <a:pt x="940021" y="116786"/>
                  </a:cubicBezTo>
                  <a:close/>
                  <a:moveTo>
                    <a:pt x="586946" y="0"/>
                  </a:moveTo>
                  <a:lnTo>
                    <a:pt x="954869" y="0"/>
                  </a:lnTo>
                  <a:lnTo>
                    <a:pt x="1011931" y="0"/>
                  </a:lnTo>
                  <a:cubicBezTo>
                    <a:pt x="1011931" y="38479"/>
                    <a:pt x="1011931" y="77163"/>
                    <a:pt x="1011931" y="116321"/>
                  </a:cubicBezTo>
                  <a:lnTo>
                    <a:pt x="1001587" y="116321"/>
                  </a:lnTo>
                  <a:lnTo>
                    <a:pt x="985512" y="116476"/>
                  </a:lnTo>
                  <a:cubicBezTo>
                    <a:pt x="985970" y="138888"/>
                    <a:pt x="983910" y="160340"/>
                    <a:pt x="979072" y="180772"/>
                  </a:cubicBezTo>
                  <a:lnTo>
                    <a:pt x="976577" y="189458"/>
                  </a:lnTo>
                  <a:lnTo>
                    <a:pt x="975980" y="192071"/>
                  </a:lnTo>
                  <a:lnTo>
                    <a:pt x="975149" y="194425"/>
                  </a:lnTo>
                  <a:lnTo>
                    <a:pt x="973300" y="200862"/>
                  </a:lnTo>
                  <a:lnTo>
                    <a:pt x="969447" y="210592"/>
                  </a:lnTo>
                  <a:lnTo>
                    <a:pt x="967861" y="215088"/>
                  </a:lnTo>
                  <a:lnTo>
                    <a:pt x="966855" y="217136"/>
                  </a:lnTo>
                  <a:lnTo>
                    <a:pt x="965618" y="220259"/>
                  </a:lnTo>
                  <a:lnTo>
                    <a:pt x="959521" y="232072"/>
                  </a:lnTo>
                  <a:lnTo>
                    <a:pt x="957124" y="236954"/>
                  </a:lnTo>
                  <a:lnTo>
                    <a:pt x="956514" y="237898"/>
                  </a:lnTo>
                  <a:lnTo>
                    <a:pt x="955971" y="238949"/>
                  </a:lnTo>
                  <a:cubicBezTo>
                    <a:pt x="952422" y="245060"/>
                    <a:pt x="948535" y="251051"/>
                    <a:pt x="944301" y="256919"/>
                  </a:cubicBezTo>
                  <a:lnTo>
                    <a:pt x="943897" y="257425"/>
                  </a:lnTo>
                  <a:lnTo>
                    <a:pt x="943754" y="257647"/>
                  </a:lnTo>
                  <a:lnTo>
                    <a:pt x="942584" y="259072"/>
                  </a:lnTo>
                  <a:lnTo>
                    <a:pt x="930550" y="274155"/>
                  </a:lnTo>
                  <a:lnTo>
                    <a:pt x="928066" y="276745"/>
                  </a:lnTo>
                  <a:lnTo>
                    <a:pt x="927735" y="277148"/>
                  </a:lnTo>
                  <a:lnTo>
                    <a:pt x="926822" y="278042"/>
                  </a:lnTo>
                  <a:lnTo>
                    <a:pt x="915287" y="290065"/>
                  </a:lnTo>
                  <a:cubicBezTo>
                    <a:pt x="910039" y="295060"/>
                    <a:pt x="904632" y="299747"/>
                    <a:pt x="899067" y="304123"/>
                  </a:cubicBezTo>
                  <a:lnTo>
                    <a:pt x="891396" y="309571"/>
                  </a:lnTo>
                  <a:lnTo>
                    <a:pt x="891290" y="309656"/>
                  </a:lnTo>
                  <a:lnTo>
                    <a:pt x="891134" y="309757"/>
                  </a:lnTo>
                  <a:lnTo>
                    <a:pt x="881899" y="316317"/>
                  </a:lnTo>
                  <a:lnTo>
                    <a:pt x="874664" y="320441"/>
                  </a:lnTo>
                  <a:lnTo>
                    <a:pt x="872716" y="321705"/>
                  </a:lnTo>
                  <a:lnTo>
                    <a:pt x="870122" y="323031"/>
                  </a:lnTo>
                  <a:lnTo>
                    <a:pt x="863795" y="326637"/>
                  </a:lnTo>
                  <a:lnTo>
                    <a:pt x="858272" y="329086"/>
                  </a:lnTo>
                  <a:lnTo>
                    <a:pt x="853364" y="331593"/>
                  </a:lnTo>
                  <a:lnTo>
                    <a:pt x="847659" y="333790"/>
                  </a:lnTo>
                  <a:lnTo>
                    <a:pt x="844764" y="335074"/>
                  </a:lnTo>
                  <a:lnTo>
                    <a:pt x="841814" y="336041"/>
                  </a:lnTo>
                  <a:lnTo>
                    <a:pt x="833271" y="339330"/>
                  </a:lnTo>
                  <a:lnTo>
                    <a:pt x="824976" y="341562"/>
                  </a:lnTo>
                  <a:lnTo>
                    <a:pt x="824816" y="341614"/>
                  </a:lnTo>
                  <a:lnTo>
                    <a:pt x="824615" y="341659"/>
                  </a:lnTo>
                  <a:lnTo>
                    <a:pt x="812472" y="344926"/>
                  </a:lnTo>
                  <a:cubicBezTo>
                    <a:pt x="805425" y="346435"/>
                    <a:pt x="798266" y="347589"/>
                    <a:pt x="791002" y="348390"/>
                  </a:cubicBezTo>
                  <a:lnTo>
                    <a:pt x="782866" y="348885"/>
                  </a:lnTo>
                  <a:lnTo>
                    <a:pt x="782209" y="348967"/>
                  </a:lnTo>
                  <a:lnTo>
                    <a:pt x="780647" y="349020"/>
                  </a:lnTo>
                  <a:lnTo>
                    <a:pt x="768897" y="349734"/>
                  </a:lnTo>
                  <a:lnTo>
                    <a:pt x="764201" y="349575"/>
                  </a:lnTo>
                  <a:lnTo>
                    <a:pt x="759504" y="349734"/>
                  </a:lnTo>
                  <a:lnTo>
                    <a:pt x="747754" y="349020"/>
                  </a:lnTo>
                  <a:lnTo>
                    <a:pt x="746193" y="348967"/>
                  </a:lnTo>
                  <a:lnTo>
                    <a:pt x="745535" y="348885"/>
                  </a:lnTo>
                  <a:lnTo>
                    <a:pt x="737399" y="348390"/>
                  </a:lnTo>
                  <a:cubicBezTo>
                    <a:pt x="730135" y="347589"/>
                    <a:pt x="722976" y="346435"/>
                    <a:pt x="715930" y="344926"/>
                  </a:cubicBezTo>
                  <a:lnTo>
                    <a:pt x="703787" y="341659"/>
                  </a:lnTo>
                  <a:lnTo>
                    <a:pt x="703586" y="341614"/>
                  </a:lnTo>
                  <a:lnTo>
                    <a:pt x="703426" y="341562"/>
                  </a:lnTo>
                  <a:lnTo>
                    <a:pt x="695130" y="339330"/>
                  </a:lnTo>
                  <a:lnTo>
                    <a:pt x="686588" y="336041"/>
                  </a:lnTo>
                  <a:lnTo>
                    <a:pt x="683638" y="335074"/>
                  </a:lnTo>
                  <a:lnTo>
                    <a:pt x="680742" y="333790"/>
                  </a:lnTo>
                  <a:lnTo>
                    <a:pt x="675037" y="331593"/>
                  </a:lnTo>
                  <a:lnTo>
                    <a:pt x="670130" y="329086"/>
                  </a:lnTo>
                  <a:lnTo>
                    <a:pt x="664606" y="326637"/>
                  </a:lnTo>
                  <a:lnTo>
                    <a:pt x="658280" y="323031"/>
                  </a:lnTo>
                  <a:lnTo>
                    <a:pt x="655686" y="321705"/>
                  </a:lnTo>
                  <a:lnTo>
                    <a:pt x="653737" y="320441"/>
                  </a:lnTo>
                  <a:lnTo>
                    <a:pt x="646502" y="316317"/>
                  </a:lnTo>
                  <a:lnTo>
                    <a:pt x="637268" y="309757"/>
                  </a:lnTo>
                  <a:lnTo>
                    <a:pt x="637112" y="309656"/>
                  </a:lnTo>
                  <a:lnTo>
                    <a:pt x="637005" y="309571"/>
                  </a:lnTo>
                  <a:lnTo>
                    <a:pt x="629335" y="304123"/>
                  </a:lnTo>
                  <a:cubicBezTo>
                    <a:pt x="623770" y="299747"/>
                    <a:pt x="618362" y="295060"/>
                    <a:pt x="613115" y="290065"/>
                  </a:cubicBezTo>
                  <a:lnTo>
                    <a:pt x="601580" y="278042"/>
                  </a:lnTo>
                  <a:lnTo>
                    <a:pt x="600667" y="277148"/>
                  </a:lnTo>
                  <a:lnTo>
                    <a:pt x="600335" y="276745"/>
                  </a:lnTo>
                  <a:lnTo>
                    <a:pt x="597851" y="274155"/>
                  </a:lnTo>
                  <a:lnTo>
                    <a:pt x="585818" y="259072"/>
                  </a:lnTo>
                  <a:lnTo>
                    <a:pt x="584648" y="257647"/>
                  </a:lnTo>
                  <a:lnTo>
                    <a:pt x="584504" y="257425"/>
                  </a:lnTo>
                  <a:lnTo>
                    <a:pt x="584100" y="256919"/>
                  </a:lnTo>
                  <a:cubicBezTo>
                    <a:pt x="579867" y="251051"/>
                    <a:pt x="575980" y="245060"/>
                    <a:pt x="572430" y="238949"/>
                  </a:cubicBezTo>
                  <a:lnTo>
                    <a:pt x="571887" y="237898"/>
                  </a:lnTo>
                  <a:lnTo>
                    <a:pt x="571278" y="236954"/>
                  </a:lnTo>
                  <a:lnTo>
                    <a:pt x="568881" y="232072"/>
                  </a:lnTo>
                  <a:lnTo>
                    <a:pt x="562783" y="220259"/>
                  </a:lnTo>
                  <a:lnTo>
                    <a:pt x="561546" y="217136"/>
                  </a:lnTo>
                  <a:lnTo>
                    <a:pt x="560541" y="215088"/>
                  </a:lnTo>
                  <a:lnTo>
                    <a:pt x="558955" y="210592"/>
                  </a:lnTo>
                  <a:lnTo>
                    <a:pt x="555102" y="200862"/>
                  </a:lnTo>
                  <a:lnTo>
                    <a:pt x="553252" y="194425"/>
                  </a:lnTo>
                  <a:lnTo>
                    <a:pt x="552422" y="192071"/>
                  </a:lnTo>
                  <a:lnTo>
                    <a:pt x="551825" y="189458"/>
                  </a:lnTo>
                  <a:lnTo>
                    <a:pt x="549329" y="180772"/>
                  </a:lnTo>
                  <a:cubicBezTo>
                    <a:pt x="544492" y="160340"/>
                    <a:pt x="542431" y="138888"/>
                    <a:pt x="542889" y="116476"/>
                  </a:cubicBezTo>
                  <a:lnTo>
                    <a:pt x="526814" y="116321"/>
                  </a:lnTo>
                  <a:lnTo>
                    <a:pt x="516471" y="116321"/>
                  </a:lnTo>
                  <a:lnTo>
                    <a:pt x="516471" y="69529"/>
                  </a:lnTo>
                  <a:lnTo>
                    <a:pt x="561571" y="69529"/>
                  </a:lnTo>
                  <a:lnTo>
                    <a:pt x="561571" y="70050"/>
                  </a:lnTo>
                  <a:lnTo>
                    <a:pt x="966831" y="70050"/>
                  </a:lnTo>
                  <a:cubicBezTo>
                    <a:pt x="966831" y="61785"/>
                    <a:pt x="966831" y="53542"/>
                    <a:pt x="966831" y="44843"/>
                  </a:cubicBezTo>
                  <a:lnTo>
                    <a:pt x="954869" y="44843"/>
                  </a:lnTo>
                  <a:lnTo>
                    <a:pt x="586946" y="44843"/>
                  </a:lnTo>
                  <a:close/>
                </a:path>
              </a:pathLst>
            </a:custGeom>
            <a:solidFill>
              <a:schemeClr val="accent2"/>
            </a:solidFill>
            <a:ln w="6350" cap="flat">
              <a:noFill/>
              <a:prstDash val="solid"/>
              <a:miter/>
            </a:ln>
          </p:spPr>
          <p:txBody>
            <a:bodyPr wrap="square" rtlCol="0" anchor="ctr">
              <a:noAutofit/>
            </a:bodyPr>
            <a:lstStyle/>
            <a:p>
              <a:endParaRPr lang="en-US" dirty="0"/>
            </a:p>
          </p:txBody>
        </p:sp>
        <p:sp>
          <p:nvSpPr>
            <p:cNvPr id="2901" name="Freeform: Shape 2900">
              <a:extLst>
                <a:ext uri="{FF2B5EF4-FFF2-40B4-BE49-F238E27FC236}">
                  <a16:creationId xmlns:a16="http://schemas.microsoft.com/office/drawing/2014/main" id="{659399C8-A52D-0FBC-B90B-B0CE4C400F1F}"/>
                </a:ext>
                <a:ext uri="{C183D7F6-B498-43B3-948B-1728B52AA6E4}">
                  <adec:decorative xmlns:adec="http://schemas.microsoft.com/office/drawing/2017/decorative" val="1"/>
                </a:ext>
              </a:extLst>
            </p:cNvPr>
            <p:cNvSpPr/>
            <p:nvPr/>
          </p:nvSpPr>
          <p:spPr>
            <a:xfrm>
              <a:off x="5214442" y="5755986"/>
              <a:ext cx="318859" cy="427150"/>
            </a:xfrm>
            <a:custGeom>
              <a:avLst/>
              <a:gdLst>
                <a:gd name="connsiteX0" fmla="*/ 425921 w 716970"/>
                <a:gd name="connsiteY0" fmla="*/ 872143 h 960468"/>
                <a:gd name="connsiteX1" fmla="*/ 441936 w 716970"/>
                <a:gd name="connsiteY1" fmla="*/ 888334 h 960468"/>
                <a:gd name="connsiteX2" fmla="*/ 441964 w 716970"/>
                <a:gd name="connsiteY2" fmla="*/ 958964 h 960468"/>
                <a:gd name="connsiteX3" fmla="*/ 434112 w 716970"/>
                <a:gd name="connsiteY3" fmla="*/ 959681 h 960468"/>
                <a:gd name="connsiteX4" fmla="*/ 407980 w 716970"/>
                <a:gd name="connsiteY4" fmla="*/ 959102 h 960468"/>
                <a:gd name="connsiteX5" fmla="*/ 407557 w 716970"/>
                <a:gd name="connsiteY5" fmla="*/ 905818 h 960468"/>
                <a:gd name="connsiteX6" fmla="*/ 314312 w 716970"/>
                <a:gd name="connsiteY6" fmla="*/ 905818 h 960468"/>
                <a:gd name="connsiteX7" fmla="*/ 314312 w 716970"/>
                <a:gd name="connsiteY7" fmla="*/ 959415 h 960468"/>
                <a:gd name="connsiteX8" fmla="*/ 311139 w 716970"/>
                <a:gd name="connsiteY8" fmla="*/ 960468 h 960468"/>
                <a:gd name="connsiteX9" fmla="*/ 281046 w 716970"/>
                <a:gd name="connsiteY9" fmla="*/ 959839 h 960468"/>
                <a:gd name="connsiteX10" fmla="*/ 280883 w 716970"/>
                <a:gd name="connsiteY10" fmla="*/ 888365 h 960468"/>
                <a:gd name="connsiteX11" fmla="*/ 296847 w 716970"/>
                <a:gd name="connsiteY11" fmla="*/ 872143 h 960468"/>
                <a:gd name="connsiteX12" fmla="*/ 425921 w 716970"/>
                <a:gd name="connsiteY12" fmla="*/ 872143 h 960468"/>
                <a:gd name="connsiteX13" fmla="*/ 572359 w 716970"/>
                <a:gd name="connsiteY13" fmla="*/ 872142 h 960468"/>
                <a:gd name="connsiteX14" fmla="*/ 700965 w 716970"/>
                <a:gd name="connsiteY14" fmla="*/ 872143 h 960468"/>
                <a:gd name="connsiteX15" fmla="*/ 716918 w 716970"/>
                <a:gd name="connsiteY15" fmla="*/ 887886 h 960468"/>
                <a:gd name="connsiteX16" fmla="*/ 716970 w 716970"/>
                <a:gd name="connsiteY16" fmla="*/ 959023 h 960468"/>
                <a:gd name="connsiteX17" fmla="*/ 683939 w 716970"/>
                <a:gd name="connsiteY17" fmla="*/ 959103 h 960468"/>
                <a:gd name="connsiteX18" fmla="*/ 683515 w 716970"/>
                <a:gd name="connsiteY18" fmla="*/ 905818 h 960468"/>
                <a:gd name="connsiteX19" fmla="*/ 590271 w 716970"/>
                <a:gd name="connsiteY19" fmla="*/ 905818 h 960468"/>
                <a:gd name="connsiteX20" fmla="*/ 590271 w 716970"/>
                <a:gd name="connsiteY20" fmla="*/ 959416 h 960468"/>
                <a:gd name="connsiteX21" fmla="*/ 568287 w 716970"/>
                <a:gd name="connsiteY21" fmla="*/ 959707 h 960468"/>
                <a:gd name="connsiteX22" fmla="*/ 555984 w 716970"/>
                <a:gd name="connsiteY22" fmla="*/ 959821 h 960468"/>
                <a:gd name="connsiteX23" fmla="*/ 555861 w 716970"/>
                <a:gd name="connsiteY23" fmla="*/ 888844 h 960468"/>
                <a:gd name="connsiteX24" fmla="*/ 572359 w 716970"/>
                <a:gd name="connsiteY24" fmla="*/ 872142 h 960468"/>
                <a:gd name="connsiteX25" fmla="*/ 144342 w 716970"/>
                <a:gd name="connsiteY25" fmla="*/ 871994 h 960468"/>
                <a:gd name="connsiteX26" fmla="*/ 162024 w 716970"/>
                <a:gd name="connsiteY26" fmla="*/ 889787 h 960468"/>
                <a:gd name="connsiteX27" fmla="*/ 162077 w 716970"/>
                <a:gd name="connsiteY27" fmla="*/ 958965 h 960468"/>
                <a:gd name="connsiteX28" fmla="*/ 140107 w 716970"/>
                <a:gd name="connsiteY28" fmla="*/ 959707 h 960468"/>
                <a:gd name="connsiteX29" fmla="*/ 127856 w 716970"/>
                <a:gd name="connsiteY29" fmla="*/ 959362 h 960468"/>
                <a:gd name="connsiteX30" fmla="*/ 127667 w 716970"/>
                <a:gd name="connsiteY30" fmla="*/ 905815 h 960468"/>
                <a:gd name="connsiteX31" fmla="*/ 34425 w 716970"/>
                <a:gd name="connsiteY31" fmla="*/ 905815 h 960468"/>
                <a:gd name="connsiteX32" fmla="*/ 34425 w 716970"/>
                <a:gd name="connsiteY32" fmla="*/ 959416 h 960468"/>
                <a:gd name="connsiteX33" fmla="*/ 388 w 716970"/>
                <a:gd name="connsiteY33" fmla="*/ 959556 h 960468"/>
                <a:gd name="connsiteX34" fmla="*/ 17 w 716970"/>
                <a:gd name="connsiteY34" fmla="*/ 889770 h 960468"/>
                <a:gd name="connsiteX35" fmla="*/ 17686 w 716970"/>
                <a:gd name="connsiteY35" fmla="*/ 872142 h 960468"/>
                <a:gd name="connsiteX36" fmla="*/ 144342 w 716970"/>
                <a:gd name="connsiteY36" fmla="*/ 871994 h 960468"/>
                <a:gd name="connsiteX37" fmla="*/ 114150 w 716970"/>
                <a:gd name="connsiteY37" fmla="*/ 569668 h 960468"/>
                <a:gd name="connsiteX38" fmla="*/ 130626 w 716970"/>
                <a:gd name="connsiteY38" fmla="*/ 586384 h 960468"/>
                <a:gd name="connsiteX39" fmla="*/ 130650 w 716970"/>
                <a:gd name="connsiteY39" fmla="*/ 714431 h 960468"/>
                <a:gd name="connsiteX40" fmla="*/ 96695 w 716970"/>
                <a:gd name="connsiteY40" fmla="*/ 714479 h 960468"/>
                <a:gd name="connsiteX41" fmla="*/ 96250 w 716970"/>
                <a:gd name="connsiteY41" fmla="*/ 603378 h 960468"/>
                <a:gd name="connsiteX42" fmla="*/ 64868 w 716970"/>
                <a:gd name="connsiteY42" fmla="*/ 603378 h 960468"/>
                <a:gd name="connsiteX43" fmla="*/ 64868 w 716970"/>
                <a:gd name="connsiteY43" fmla="*/ 714882 h 960468"/>
                <a:gd name="connsiteX44" fmla="*/ 30881 w 716970"/>
                <a:gd name="connsiteY44" fmla="*/ 714928 h 960468"/>
                <a:gd name="connsiteX45" fmla="*/ 30506 w 716970"/>
                <a:gd name="connsiteY45" fmla="*/ 590228 h 960468"/>
                <a:gd name="connsiteX46" fmla="*/ 40421 w 716970"/>
                <a:gd name="connsiteY46" fmla="*/ 571102 h 960468"/>
                <a:gd name="connsiteX47" fmla="*/ 46916 w 716970"/>
                <a:gd name="connsiteY47" fmla="*/ 569727 h 960468"/>
                <a:gd name="connsiteX48" fmla="*/ 114150 w 716970"/>
                <a:gd name="connsiteY48" fmla="*/ 569668 h 960468"/>
                <a:gd name="connsiteX49" fmla="*/ 605066 w 716970"/>
                <a:gd name="connsiteY49" fmla="*/ 569474 h 960468"/>
                <a:gd name="connsiteX50" fmla="*/ 670347 w 716970"/>
                <a:gd name="connsiteY50" fmla="*/ 569668 h 960468"/>
                <a:gd name="connsiteX51" fmla="*/ 686469 w 716970"/>
                <a:gd name="connsiteY51" fmla="*/ 585860 h 960468"/>
                <a:gd name="connsiteX52" fmla="*/ 686497 w 716970"/>
                <a:gd name="connsiteY52" fmla="*/ 714431 h 960468"/>
                <a:gd name="connsiteX53" fmla="*/ 652542 w 716970"/>
                <a:gd name="connsiteY53" fmla="*/ 714479 h 960468"/>
                <a:gd name="connsiteX54" fmla="*/ 652097 w 716970"/>
                <a:gd name="connsiteY54" fmla="*/ 603377 h 960468"/>
                <a:gd name="connsiteX55" fmla="*/ 620715 w 716970"/>
                <a:gd name="connsiteY55" fmla="*/ 603377 h 960468"/>
                <a:gd name="connsiteX56" fmla="*/ 620715 w 716970"/>
                <a:gd name="connsiteY56" fmla="*/ 714882 h 960468"/>
                <a:gd name="connsiteX57" fmla="*/ 586728 w 716970"/>
                <a:gd name="connsiteY57" fmla="*/ 714928 h 960468"/>
                <a:gd name="connsiteX58" fmla="*/ 586257 w 716970"/>
                <a:gd name="connsiteY58" fmla="*/ 588723 h 960468"/>
                <a:gd name="connsiteX59" fmla="*/ 605066 w 716970"/>
                <a:gd name="connsiteY59" fmla="*/ 569474 h 960468"/>
                <a:gd name="connsiteX60" fmla="*/ 343736 w 716970"/>
                <a:gd name="connsiteY60" fmla="*/ 561190 h 960468"/>
                <a:gd name="connsiteX61" fmla="*/ 378108 w 716970"/>
                <a:gd name="connsiteY61" fmla="*/ 561190 h 960468"/>
                <a:gd name="connsiteX62" fmla="*/ 377920 w 716970"/>
                <a:gd name="connsiteY62" fmla="*/ 585417 h 960468"/>
                <a:gd name="connsiteX63" fmla="*/ 387243 w 716970"/>
                <a:gd name="connsiteY63" fmla="*/ 612010 h 960468"/>
                <a:gd name="connsiteX64" fmla="*/ 406339 w 716970"/>
                <a:gd name="connsiteY64" fmla="*/ 658476 h 960468"/>
                <a:gd name="connsiteX65" fmla="*/ 408573 w 716970"/>
                <a:gd name="connsiteY65" fmla="*/ 714431 h 960468"/>
                <a:gd name="connsiteX66" fmla="*/ 374618 w 716970"/>
                <a:gd name="connsiteY66" fmla="*/ 714479 h 960468"/>
                <a:gd name="connsiteX67" fmla="*/ 373003 w 716970"/>
                <a:gd name="connsiteY67" fmla="*/ 666167 h 960468"/>
                <a:gd name="connsiteX68" fmla="*/ 361188 w 716970"/>
                <a:gd name="connsiteY68" fmla="*/ 634831 h 960468"/>
                <a:gd name="connsiteX69" fmla="*/ 348795 w 716970"/>
                <a:gd name="connsiteY69" fmla="*/ 671759 h 960468"/>
                <a:gd name="connsiteX70" fmla="*/ 348684 w 716970"/>
                <a:gd name="connsiteY70" fmla="*/ 714882 h 960468"/>
                <a:gd name="connsiteX71" fmla="*/ 314697 w 716970"/>
                <a:gd name="connsiteY71" fmla="*/ 714928 h 960468"/>
                <a:gd name="connsiteX72" fmla="*/ 314316 w 716970"/>
                <a:gd name="connsiteY72" fmla="*/ 676610 h 960468"/>
                <a:gd name="connsiteX73" fmla="*/ 342095 w 716970"/>
                <a:gd name="connsiteY73" fmla="*/ 603080 h 960468"/>
                <a:gd name="connsiteX74" fmla="*/ 343667 w 716970"/>
                <a:gd name="connsiteY74" fmla="*/ 597826 h 960468"/>
                <a:gd name="connsiteX75" fmla="*/ 343736 w 716970"/>
                <a:gd name="connsiteY75" fmla="*/ 561190 h 960468"/>
                <a:gd name="connsiteX76" fmla="*/ 358437 w 716970"/>
                <a:gd name="connsiteY76" fmla="*/ 0 h 960468"/>
                <a:gd name="connsiteX77" fmla="*/ 425515 w 716970"/>
                <a:gd name="connsiteY77" fmla="*/ 0 h 960468"/>
                <a:gd name="connsiteX78" fmla="*/ 425515 w 716970"/>
                <a:gd name="connsiteY78" fmla="*/ 66525 h 960468"/>
                <a:gd name="connsiteX79" fmla="*/ 358437 w 716970"/>
                <a:gd name="connsiteY79" fmla="*/ 66525 h 9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16970" h="960468">
                  <a:moveTo>
                    <a:pt x="425921" y="872143"/>
                  </a:moveTo>
                  <a:cubicBezTo>
                    <a:pt x="435334" y="872144"/>
                    <a:pt x="441927" y="878780"/>
                    <a:pt x="441936" y="888334"/>
                  </a:cubicBezTo>
                  <a:cubicBezTo>
                    <a:pt x="441959" y="911728"/>
                    <a:pt x="441948" y="935121"/>
                    <a:pt x="441964" y="958964"/>
                  </a:cubicBezTo>
                  <a:cubicBezTo>
                    <a:pt x="439356" y="959507"/>
                    <a:pt x="436734" y="959676"/>
                    <a:pt x="434112" y="959681"/>
                  </a:cubicBezTo>
                  <a:cubicBezTo>
                    <a:pt x="425543" y="959697"/>
                    <a:pt x="416973" y="959655"/>
                    <a:pt x="407980" y="959102"/>
                  </a:cubicBezTo>
                  <a:cubicBezTo>
                    <a:pt x="407557" y="940995"/>
                    <a:pt x="407557" y="923420"/>
                    <a:pt x="407557" y="905818"/>
                  </a:cubicBezTo>
                  <a:cubicBezTo>
                    <a:pt x="376185" y="905818"/>
                    <a:pt x="345406" y="905818"/>
                    <a:pt x="314312" y="905818"/>
                  </a:cubicBezTo>
                  <a:cubicBezTo>
                    <a:pt x="314312" y="923874"/>
                    <a:pt x="314312" y="941644"/>
                    <a:pt x="314312" y="959415"/>
                  </a:cubicBezTo>
                  <a:cubicBezTo>
                    <a:pt x="313254" y="959783"/>
                    <a:pt x="312195" y="960472"/>
                    <a:pt x="311139" y="960468"/>
                  </a:cubicBezTo>
                  <a:cubicBezTo>
                    <a:pt x="301201" y="960432"/>
                    <a:pt x="291264" y="960277"/>
                    <a:pt x="281046" y="959839"/>
                  </a:cubicBezTo>
                  <a:cubicBezTo>
                    <a:pt x="280805" y="935803"/>
                    <a:pt x="280848" y="912084"/>
                    <a:pt x="280883" y="888365"/>
                  </a:cubicBezTo>
                  <a:cubicBezTo>
                    <a:pt x="280898" y="878752"/>
                    <a:pt x="287384" y="872144"/>
                    <a:pt x="296847" y="872143"/>
                  </a:cubicBezTo>
                  <a:cubicBezTo>
                    <a:pt x="339872" y="872140"/>
                    <a:pt x="382897" y="872141"/>
                    <a:pt x="425921" y="872143"/>
                  </a:cubicBezTo>
                  <a:close/>
                  <a:moveTo>
                    <a:pt x="572359" y="872142"/>
                  </a:moveTo>
                  <a:cubicBezTo>
                    <a:pt x="615228" y="872141"/>
                    <a:pt x="658096" y="872140"/>
                    <a:pt x="700965" y="872143"/>
                  </a:cubicBezTo>
                  <a:cubicBezTo>
                    <a:pt x="710148" y="872144"/>
                    <a:pt x="716914" y="878818"/>
                    <a:pt x="716918" y="887886"/>
                  </a:cubicBezTo>
                  <a:cubicBezTo>
                    <a:pt x="716928" y="911447"/>
                    <a:pt x="716929" y="935008"/>
                    <a:pt x="716970" y="959023"/>
                  </a:cubicBezTo>
                  <a:cubicBezTo>
                    <a:pt x="706125" y="959530"/>
                    <a:pt x="695244" y="959582"/>
                    <a:pt x="683939" y="959103"/>
                  </a:cubicBezTo>
                  <a:cubicBezTo>
                    <a:pt x="683515" y="940995"/>
                    <a:pt x="683515" y="923420"/>
                    <a:pt x="683515" y="905818"/>
                  </a:cubicBezTo>
                  <a:cubicBezTo>
                    <a:pt x="652144" y="905818"/>
                    <a:pt x="621364" y="905818"/>
                    <a:pt x="590271" y="905818"/>
                  </a:cubicBezTo>
                  <a:cubicBezTo>
                    <a:pt x="590271" y="923874"/>
                    <a:pt x="590271" y="941645"/>
                    <a:pt x="590271" y="959416"/>
                  </a:cubicBezTo>
                  <a:cubicBezTo>
                    <a:pt x="582943" y="959509"/>
                    <a:pt x="575614" y="959571"/>
                    <a:pt x="568287" y="959707"/>
                  </a:cubicBezTo>
                  <a:cubicBezTo>
                    <a:pt x="564265" y="959781"/>
                    <a:pt x="560246" y="959978"/>
                    <a:pt x="555984" y="959821"/>
                  </a:cubicBezTo>
                  <a:cubicBezTo>
                    <a:pt x="555782" y="935962"/>
                    <a:pt x="555821" y="912403"/>
                    <a:pt x="555861" y="888844"/>
                  </a:cubicBezTo>
                  <a:cubicBezTo>
                    <a:pt x="555879" y="878612"/>
                    <a:pt x="562269" y="872142"/>
                    <a:pt x="572359" y="872142"/>
                  </a:cubicBezTo>
                  <a:close/>
                  <a:moveTo>
                    <a:pt x="144342" y="871994"/>
                  </a:moveTo>
                  <a:cubicBezTo>
                    <a:pt x="154925" y="871904"/>
                    <a:pt x="161976" y="879453"/>
                    <a:pt x="162024" y="889787"/>
                  </a:cubicBezTo>
                  <a:cubicBezTo>
                    <a:pt x="162130" y="912696"/>
                    <a:pt x="162060" y="935606"/>
                    <a:pt x="162077" y="958965"/>
                  </a:cubicBezTo>
                  <a:cubicBezTo>
                    <a:pt x="154763" y="959507"/>
                    <a:pt x="147435" y="959570"/>
                    <a:pt x="140107" y="959707"/>
                  </a:cubicBezTo>
                  <a:cubicBezTo>
                    <a:pt x="136085" y="959782"/>
                    <a:pt x="132066" y="959980"/>
                    <a:pt x="127856" y="959362"/>
                  </a:cubicBezTo>
                  <a:cubicBezTo>
                    <a:pt x="127667" y="941022"/>
                    <a:pt x="127667" y="923443"/>
                    <a:pt x="127667" y="905815"/>
                  </a:cubicBezTo>
                  <a:cubicBezTo>
                    <a:pt x="96311" y="905815"/>
                    <a:pt x="65529" y="905815"/>
                    <a:pt x="34425" y="905815"/>
                  </a:cubicBezTo>
                  <a:cubicBezTo>
                    <a:pt x="34425" y="923870"/>
                    <a:pt x="34425" y="941643"/>
                    <a:pt x="34425" y="959416"/>
                  </a:cubicBezTo>
                  <a:cubicBezTo>
                    <a:pt x="23233" y="959489"/>
                    <a:pt x="12040" y="959563"/>
                    <a:pt x="388" y="959556"/>
                  </a:cubicBezTo>
                  <a:cubicBezTo>
                    <a:pt x="-43" y="936241"/>
                    <a:pt x="-17" y="913006"/>
                    <a:pt x="17" y="889770"/>
                  </a:cubicBezTo>
                  <a:cubicBezTo>
                    <a:pt x="33" y="878544"/>
                    <a:pt x="6458" y="872142"/>
                    <a:pt x="17686" y="872142"/>
                  </a:cubicBezTo>
                  <a:cubicBezTo>
                    <a:pt x="59905" y="872142"/>
                    <a:pt x="102126" y="872353"/>
                    <a:pt x="144342" y="871994"/>
                  </a:cubicBezTo>
                  <a:close/>
                  <a:moveTo>
                    <a:pt x="114150" y="569668"/>
                  </a:moveTo>
                  <a:cubicBezTo>
                    <a:pt x="124229" y="569668"/>
                    <a:pt x="130624" y="576144"/>
                    <a:pt x="130626" y="586384"/>
                  </a:cubicBezTo>
                  <a:cubicBezTo>
                    <a:pt x="130635" y="628916"/>
                    <a:pt x="130633" y="671449"/>
                    <a:pt x="130650" y="714431"/>
                  </a:cubicBezTo>
                  <a:cubicBezTo>
                    <a:pt x="119490" y="714911"/>
                    <a:pt x="108315" y="714942"/>
                    <a:pt x="96695" y="714479"/>
                  </a:cubicBezTo>
                  <a:cubicBezTo>
                    <a:pt x="96250" y="677125"/>
                    <a:pt x="96250" y="640265"/>
                    <a:pt x="96250" y="603378"/>
                  </a:cubicBezTo>
                  <a:cubicBezTo>
                    <a:pt x="85489" y="603378"/>
                    <a:pt x="75300" y="603378"/>
                    <a:pt x="64868" y="603378"/>
                  </a:cubicBezTo>
                  <a:cubicBezTo>
                    <a:pt x="64868" y="640759"/>
                    <a:pt x="64868" y="677821"/>
                    <a:pt x="64868" y="714882"/>
                  </a:cubicBezTo>
                  <a:cubicBezTo>
                    <a:pt x="53692" y="714914"/>
                    <a:pt x="42515" y="714945"/>
                    <a:pt x="30881" y="714928"/>
                  </a:cubicBezTo>
                  <a:cubicBezTo>
                    <a:pt x="30435" y="673329"/>
                    <a:pt x="30394" y="631778"/>
                    <a:pt x="30506" y="590228"/>
                  </a:cubicBezTo>
                  <a:cubicBezTo>
                    <a:pt x="30527" y="582297"/>
                    <a:pt x="32152" y="574816"/>
                    <a:pt x="40421" y="571102"/>
                  </a:cubicBezTo>
                  <a:cubicBezTo>
                    <a:pt x="42401" y="570213"/>
                    <a:pt x="44740" y="569737"/>
                    <a:pt x="46916" y="569727"/>
                  </a:cubicBezTo>
                  <a:cubicBezTo>
                    <a:pt x="69327" y="569630"/>
                    <a:pt x="91739" y="569667"/>
                    <a:pt x="114150" y="569668"/>
                  </a:cubicBezTo>
                  <a:close/>
                  <a:moveTo>
                    <a:pt x="605066" y="569474"/>
                  </a:moveTo>
                  <a:cubicBezTo>
                    <a:pt x="626807" y="570150"/>
                    <a:pt x="648585" y="569665"/>
                    <a:pt x="670347" y="569668"/>
                  </a:cubicBezTo>
                  <a:cubicBezTo>
                    <a:pt x="679544" y="569669"/>
                    <a:pt x="686466" y="576586"/>
                    <a:pt x="686469" y="585860"/>
                  </a:cubicBezTo>
                  <a:cubicBezTo>
                    <a:pt x="686486" y="628567"/>
                    <a:pt x="686480" y="671274"/>
                    <a:pt x="686497" y="714431"/>
                  </a:cubicBezTo>
                  <a:cubicBezTo>
                    <a:pt x="675337" y="714911"/>
                    <a:pt x="664162" y="714942"/>
                    <a:pt x="652542" y="714479"/>
                  </a:cubicBezTo>
                  <a:cubicBezTo>
                    <a:pt x="652097" y="677124"/>
                    <a:pt x="652097" y="640265"/>
                    <a:pt x="652097" y="603377"/>
                  </a:cubicBezTo>
                  <a:cubicBezTo>
                    <a:pt x="641336" y="603377"/>
                    <a:pt x="631147" y="603377"/>
                    <a:pt x="620715" y="603377"/>
                  </a:cubicBezTo>
                  <a:cubicBezTo>
                    <a:pt x="620715" y="640759"/>
                    <a:pt x="620715" y="677821"/>
                    <a:pt x="620715" y="714882"/>
                  </a:cubicBezTo>
                  <a:cubicBezTo>
                    <a:pt x="609539" y="714914"/>
                    <a:pt x="598362" y="714945"/>
                    <a:pt x="586728" y="714928"/>
                  </a:cubicBezTo>
                  <a:cubicBezTo>
                    <a:pt x="586282" y="672828"/>
                    <a:pt x="586368" y="630775"/>
                    <a:pt x="586257" y="588723"/>
                  </a:cubicBezTo>
                  <a:cubicBezTo>
                    <a:pt x="586227" y="577329"/>
                    <a:pt x="593219" y="569106"/>
                    <a:pt x="605066" y="569474"/>
                  </a:cubicBezTo>
                  <a:close/>
                  <a:moveTo>
                    <a:pt x="343736" y="561190"/>
                  </a:moveTo>
                  <a:cubicBezTo>
                    <a:pt x="355110" y="561190"/>
                    <a:pt x="366290" y="561190"/>
                    <a:pt x="378108" y="561190"/>
                  </a:cubicBezTo>
                  <a:cubicBezTo>
                    <a:pt x="378108" y="569216"/>
                    <a:pt x="378874" y="577419"/>
                    <a:pt x="377920" y="585417"/>
                  </a:cubicBezTo>
                  <a:cubicBezTo>
                    <a:pt x="376642" y="596129"/>
                    <a:pt x="380864" y="603937"/>
                    <a:pt x="387243" y="612010"/>
                  </a:cubicBezTo>
                  <a:cubicBezTo>
                    <a:pt x="397924" y="625529"/>
                    <a:pt x="404695" y="641367"/>
                    <a:pt x="406339" y="658476"/>
                  </a:cubicBezTo>
                  <a:cubicBezTo>
                    <a:pt x="408106" y="676879"/>
                    <a:pt x="407902" y="695471"/>
                    <a:pt x="408573" y="714431"/>
                  </a:cubicBezTo>
                  <a:cubicBezTo>
                    <a:pt x="397413" y="714911"/>
                    <a:pt x="386238" y="714942"/>
                    <a:pt x="374618" y="714479"/>
                  </a:cubicBezTo>
                  <a:cubicBezTo>
                    <a:pt x="373848" y="698041"/>
                    <a:pt x="374094" y="682058"/>
                    <a:pt x="373003" y="666167"/>
                  </a:cubicBezTo>
                  <a:cubicBezTo>
                    <a:pt x="372238" y="655027"/>
                    <a:pt x="367772" y="644751"/>
                    <a:pt x="361188" y="634831"/>
                  </a:cubicBezTo>
                  <a:cubicBezTo>
                    <a:pt x="353832" y="646549"/>
                    <a:pt x="349378" y="658673"/>
                    <a:pt x="348795" y="671759"/>
                  </a:cubicBezTo>
                  <a:cubicBezTo>
                    <a:pt x="348156" y="686106"/>
                    <a:pt x="348671" y="700506"/>
                    <a:pt x="348684" y="714882"/>
                  </a:cubicBezTo>
                  <a:cubicBezTo>
                    <a:pt x="337507" y="714914"/>
                    <a:pt x="326331" y="714945"/>
                    <a:pt x="314697" y="714928"/>
                  </a:cubicBezTo>
                  <a:cubicBezTo>
                    <a:pt x="314251" y="702123"/>
                    <a:pt x="314060" y="689362"/>
                    <a:pt x="314316" y="676610"/>
                  </a:cubicBezTo>
                  <a:cubicBezTo>
                    <a:pt x="314874" y="648851"/>
                    <a:pt x="323819" y="624210"/>
                    <a:pt x="342095" y="603080"/>
                  </a:cubicBezTo>
                  <a:cubicBezTo>
                    <a:pt x="343195" y="601808"/>
                    <a:pt x="343647" y="599604"/>
                    <a:pt x="343667" y="597826"/>
                  </a:cubicBezTo>
                  <a:cubicBezTo>
                    <a:pt x="343800" y="585735"/>
                    <a:pt x="343736" y="573643"/>
                    <a:pt x="343736" y="561190"/>
                  </a:cubicBezTo>
                  <a:close/>
                  <a:moveTo>
                    <a:pt x="358437" y="0"/>
                  </a:moveTo>
                  <a:lnTo>
                    <a:pt x="425515" y="0"/>
                  </a:lnTo>
                  <a:lnTo>
                    <a:pt x="425515" y="66525"/>
                  </a:lnTo>
                  <a:lnTo>
                    <a:pt x="358437" y="66525"/>
                  </a:lnTo>
                  <a:close/>
                </a:path>
              </a:pathLst>
            </a:custGeom>
            <a:solidFill>
              <a:schemeClr val="bg1"/>
            </a:solidFill>
            <a:ln w="6350" cap="flat">
              <a:noFill/>
              <a:prstDash val="solid"/>
              <a:miter/>
            </a:ln>
          </p:spPr>
          <p:txBody>
            <a:bodyPr wrap="square" rtlCol="0" anchor="ctr">
              <a:noAutofit/>
            </a:bodyPr>
            <a:lstStyle/>
            <a:p>
              <a:endParaRPr lang="en-US" dirty="0"/>
            </a:p>
          </p:txBody>
        </p:sp>
      </p:grpSp>
      <p:grpSp>
        <p:nvGrpSpPr>
          <p:cNvPr id="937" name="Group 936">
            <a:extLst>
              <a:ext uri="{FF2B5EF4-FFF2-40B4-BE49-F238E27FC236}">
                <a16:creationId xmlns:a16="http://schemas.microsoft.com/office/drawing/2014/main" id="{23AD742A-36CC-0EB4-DBDE-96F4F79D34C4}"/>
              </a:ext>
              <a:ext uri="{C183D7F6-B498-43B3-948B-1728B52AA6E4}">
                <adec:decorative xmlns:adec="http://schemas.microsoft.com/office/drawing/2017/decorative" val="1"/>
              </a:ext>
            </a:extLst>
          </p:cNvPr>
          <p:cNvGrpSpPr>
            <a:grpSpLocks noChangeAspect="1"/>
          </p:cNvGrpSpPr>
          <p:nvPr/>
        </p:nvGrpSpPr>
        <p:grpSpPr>
          <a:xfrm>
            <a:off x="5405317" y="5755986"/>
            <a:ext cx="544891" cy="457200"/>
            <a:chOff x="5730899" y="5755986"/>
            <a:chExt cx="544891" cy="457200"/>
          </a:xfrm>
          <a:solidFill>
            <a:srgbClr val="FF0000"/>
          </a:solidFill>
        </p:grpSpPr>
        <p:sp>
          <p:nvSpPr>
            <p:cNvPr id="128" name="Freeform: Shape 127">
              <a:extLst>
                <a:ext uri="{FF2B5EF4-FFF2-40B4-BE49-F238E27FC236}">
                  <a16:creationId xmlns:a16="http://schemas.microsoft.com/office/drawing/2014/main" id="{2FBCC679-CEA3-B126-D100-C598C07E6433}"/>
                </a:ext>
                <a:ext uri="{C183D7F6-B498-43B3-948B-1728B52AA6E4}">
                  <adec:decorative xmlns:adec="http://schemas.microsoft.com/office/drawing/2017/decorative" val="1"/>
                </a:ext>
              </a:extLst>
            </p:cNvPr>
            <p:cNvSpPr/>
            <p:nvPr/>
          </p:nvSpPr>
          <p:spPr>
            <a:xfrm>
              <a:off x="5738324" y="5761290"/>
              <a:ext cx="537466" cy="451896"/>
            </a:xfrm>
            <a:custGeom>
              <a:avLst/>
              <a:gdLst>
                <a:gd name="connsiteX0" fmla="*/ 110221 w 837683"/>
                <a:gd name="connsiteY0" fmla="*/ 154310 h 704316"/>
                <a:gd name="connsiteX1" fmla="*/ 110221 w 837683"/>
                <a:gd name="connsiteY1" fmla="*/ 660227 h 704316"/>
                <a:gd name="connsiteX2" fmla="*/ 749506 w 837683"/>
                <a:gd name="connsiteY2" fmla="*/ 660227 h 704316"/>
                <a:gd name="connsiteX3" fmla="*/ 749506 w 837683"/>
                <a:gd name="connsiteY3" fmla="*/ 154310 h 704316"/>
                <a:gd name="connsiteX4" fmla="*/ 87709 w 837683"/>
                <a:gd name="connsiteY4" fmla="*/ 0 h 704316"/>
                <a:gd name="connsiteX5" fmla="*/ 232567 w 837683"/>
                <a:gd name="connsiteY5" fmla="*/ 0 h 704316"/>
                <a:gd name="connsiteX6" fmla="*/ 274534 w 837683"/>
                <a:gd name="connsiteY6" fmla="*/ 0 h 704316"/>
                <a:gd name="connsiteX7" fmla="*/ 815639 w 837683"/>
                <a:gd name="connsiteY7" fmla="*/ 0 h 704316"/>
                <a:gd name="connsiteX8" fmla="*/ 837683 w 837683"/>
                <a:gd name="connsiteY8" fmla="*/ 22044 h 704316"/>
                <a:gd name="connsiteX9" fmla="*/ 837683 w 837683"/>
                <a:gd name="connsiteY9" fmla="*/ 154310 h 704316"/>
                <a:gd name="connsiteX10" fmla="*/ 793043 w 837683"/>
                <a:gd name="connsiteY10" fmla="*/ 154310 h 704316"/>
                <a:gd name="connsiteX11" fmla="*/ 793043 w 837683"/>
                <a:gd name="connsiteY11" fmla="*/ 704316 h 704316"/>
                <a:gd name="connsiteX12" fmla="*/ 88728 w 837683"/>
                <a:gd name="connsiteY12" fmla="*/ 704316 h 704316"/>
                <a:gd name="connsiteX13" fmla="*/ 66684 w 837683"/>
                <a:gd name="connsiteY13" fmla="*/ 682271 h 704316"/>
                <a:gd name="connsiteX14" fmla="*/ 66684 w 837683"/>
                <a:gd name="connsiteY14" fmla="*/ 154310 h 704316"/>
                <a:gd name="connsiteX15" fmla="*/ 22044 w 837683"/>
                <a:gd name="connsiteY15" fmla="*/ 154310 h 704316"/>
                <a:gd name="connsiteX16" fmla="*/ 6476 w 837683"/>
                <a:gd name="connsiteY16" fmla="*/ 147835 h 704316"/>
                <a:gd name="connsiteX17" fmla="*/ 453 w 837683"/>
                <a:gd name="connsiteY17" fmla="*/ 133354 h 704316"/>
                <a:gd name="connsiteX18" fmla="*/ 0 w 837683"/>
                <a:gd name="connsiteY18" fmla="*/ 133354 h 704316"/>
                <a:gd name="connsiteX19" fmla="*/ 0 w 837683"/>
                <a:gd name="connsiteY19" fmla="*/ 132266 h 704316"/>
                <a:gd name="connsiteX20" fmla="*/ 0 w 837683"/>
                <a:gd name="connsiteY20" fmla="*/ 110221 h 704316"/>
                <a:gd name="connsiteX21" fmla="*/ 0 w 837683"/>
                <a:gd name="connsiteY21" fmla="*/ 87634 h 704316"/>
                <a:gd name="connsiteX22" fmla="*/ 45190 w 837683"/>
                <a:gd name="connsiteY22" fmla="*/ 87634 h 704316"/>
                <a:gd name="connsiteX23" fmla="*/ 45190 w 837683"/>
                <a:gd name="connsiteY23" fmla="*/ 110221 h 704316"/>
                <a:gd name="connsiteX24" fmla="*/ 47395 w 837683"/>
                <a:gd name="connsiteY24" fmla="*/ 110221 h 704316"/>
                <a:gd name="connsiteX25" fmla="*/ 66684 w 837683"/>
                <a:gd name="connsiteY25" fmla="*/ 110221 h 704316"/>
                <a:gd name="connsiteX26" fmla="*/ 110221 w 837683"/>
                <a:gd name="connsiteY26" fmla="*/ 110221 h 704316"/>
                <a:gd name="connsiteX27" fmla="*/ 749506 w 837683"/>
                <a:gd name="connsiteY27" fmla="*/ 110221 h 704316"/>
                <a:gd name="connsiteX28" fmla="*/ 792493 w 837683"/>
                <a:gd name="connsiteY28" fmla="*/ 110221 h 704316"/>
                <a:gd name="connsiteX29" fmla="*/ 792493 w 837683"/>
                <a:gd name="connsiteY29" fmla="*/ 44089 h 704316"/>
                <a:gd name="connsiteX30" fmla="*/ 232567 w 837683"/>
                <a:gd name="connsiteY30" fmla="*/ 44089 h 704316"/>
                <a:gd name="connsiteX31" fmla="*/ 232567 w 837683"/>
                <a:gd name="connsiteY31" fmla="*/ 44089 h 704316"/>
                <a:gd name="connsiteX32" fmla="*/ 87709 w 837683"/>
                <a:gd name="connsiteY32" fmla="*/ 44089 h 70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37683" h="704316">
                  <a:moveTo>
                    <a:pt x="110221" y="154310"/>
                  </a:moveTo>
                  <a:lnTo>
                    <a:pt x="110221" y="660227"/>
                  </a:lnTo>
                  <a:lnTo>
                    <a:pt x="749506" y="660227"/>
                  </a:lnTo>
                  <a:lnTo>
                    <a:pt x="749506" y="154310"/>
                  </a:lnTo>
                  <a:close/>
                  <a:moveTo>
                    <a:pt x="87709" y="0"/>
                  </a:moveTo>
                  <a:lnTo>
                    <a:pt x="232567" y="0"/>
                  </a:lnTo>
                  <a:lnTo>
                    <a:pt x="274534" y="0"/>
                  </a:lnTo>
                  <a:lnTo>
                    <a:pt x="815639" y="0"/>
                  </a:lnTo>
                  <a:cubicBezTo>
                    <a:pt x="827763" y="0"/>
                    <a:pt x="837683" y="9920"/>
                    <a:pt x="837683" y="22044"/>
                  </a:cubicBezTo>
                  <a:lnTo>
                    <a:pt x="837683" y="154310"/>
                  </a:lnTo>
                  <a:lnTo>
                    <a:pt x="793043" y="154310"/>
                  </a:lnTo>
                  <a:lnTo>
                    <a:pt x="793043" y="704316"/>
                  </a:lnTo>
                  <a:lnTo>
                    <a:pt x="88728" y="704316"/>
                  </a:lnTo>
                  <a:cubicBezTo>
                    <a:pt x="76604" y="704316"/>
                    <a:pt x="66684" y="694396"/>
                    <a:pt x="66684" y="682271"/>
                  </a:cubicBezTo>
                  <a:lnTo>
                    <a:pt x="66684" y="154310"/>
                  </a:lnTo>
                  <a:lnTo>
                    <a:pt x="22044" y="154310"/>
                  </a:lnTo>
                  <a:cubicBezTo>
                    <a:pt x="15982" y="154310"/>
                    <a:pt x="10471" y="151830"/>
                    <a:pt x="6476" y="147835"/>
                  </a:cubicBezTo>
                  <a:lnTo>
                    <a:pt x="453" y="133354"/>
                  </a:lnTo>
                  <a:lnTo>
                    <a:pt x="0" y="133354"/>
                  </a:lnTo>
                  <a:lnTo>
                    <a:pt x="0" y="132266"/>
                  </a:lnTo>
                  <a:lnTo>
                    <a:pt x="0" y="110221"/>
                  </a:lnTo>
                  <a:lnTo>
                    <a:pt x="0" y="87634"/>
                  </a:lnTo>
                  <a:lnTo>
                    <a:pt x="45190" y="87634"/>
                  </a:lnTo>
                  <a:lnTo>
                    <a:pt x="45190" y="110221"/>
                  </a:lnTo>
                  <a:lnTo>
                    <a:pt x="47395" y="110221"/>
                  </a:lnTo>
                  <a:lnTo>
                    <a:pt x="66684" y="110221"/>
                  </a:lnTo>
                  <a:lnTo>
                    <a:pt x="110221" y="110221"/>
                  </a:lnTo>
                  <a:lnTo>
                    <a:pt x="749506" y="110221"/>
                  </a:lnTo>
                  <a:lnTo>
                    <a:pt x="792493" y="110221"/>
                  </a:lnTo>
                  <a:lnTo>
                    <a:pt x="792493" y="44089"/>
                  </a:lnTo>
                  <a:lnTo>
                    <a:pt x="232567" y="44089"/>
                  </a:lnTo>
                  <a:lnTo>
                    <a:pt x="232567" y="44089"/>
                  </a:lnTo>
                  <a:lnTo>
                    <a:pt x="87709" y="44089"/>
                  </a:ln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129" name="Freeform: Shape 128">
              <a:extLst>
                <a:ext uri="{FF2B5EF4-FFF2-40B4-BE49-F238E27FC236}">
                  <a16:creationId xmlns:a16="http://schemas.microsoft.com/office/drawing/2014/main" id="{C6270338-8645-5BC4-2559-F04ABF87B23E}"/>
                </a:ext>
                <a:ext uri="{C183D7F6-B498-43B3-948B-1728B52AA6E4}">
                  <adec:decorative xmlns:adec="http://schemas.microsoft.com/office/drawing/2017/decorative" val="1"/>
                </a:ext>
              </a:extLst>
            </p:cNvPr>
            <p:cNvSpPr/>
            <p:nvPr/>
          </p:nvSpPr>
          <p:spPr>
            <a:xfrm>
              <a:off x="5730899" y="5755986"/>
              <a:ext cx="396027" cy="414768"/>
            </a:xfrm>
            <a:custGeom>
              <a:avLst/>
              <a:gdLst>
                <a:gd name="connsiteX0" fmla="*/ 430414 w 617239"/>
                <a:gd name="connsiteY0" fmla="*/ 249651 h 646449"/>
                <a:gd name="connsiteX1" fmla="*/ 265633 w 617239"/>
                <a:gd name="connsiteY1" fmla="*/ 402859 h 646449"/>
                <a:gd name="connsiteX2" fmla="*/ 595195 w 617239"/>
                <a:gd name="connsiteY2" fmla="*/ 402859 h 646449"/>
                <a:gd name="connsiteX3" fmla="*/ 430414 w 617239"/>
                <a:gd name="connsiteY3" fmla="*/ 249651 h 646449"/>
                <a:gd name="connsiteX4" fmla="*/ 430414 w 617239"/>
                <a:gd name="connsiteY4" fmla="*/ 227607 h 646449"/>
                <a:gd name="connsiteX5" fmla="*/ 617239 w 617239"/>
                <a:gd name="connsiteY5" fmla="*/ 410024 h 646449"/>
                <a:gd name="connsiteX6" fmla="*/ 617239 w 617239"/>
                <a:gd name="connsiteY6" fmla="*/ 424904 h 646449"/>
                <a:gd name="connsiteX7" fmla="*/ 586377 w 617239"/>
                <a:gd name="connsiteY7" fmla="*/ 424904 h 646449"/>
                <a:gd name="connsiteX8" fmla="*/ 586377 w 617239"/>
                <a:gd name="connsiteY8" fmla="*/ 646449 h 646449"/>
                <a:gd name="connsiteX9" fmla="*/ 562680 w 617239"/>
                <a:gd name="connsiteY9" fmla="*/ 646449 h 646449"/>
                <a:gd name="connsiteX10" fmla="*/ 562680 w 617239"/>
                <a:gd name="connsiteY10" fmla="*/ 425454 h 646449"/>
                <a:gd name="connsiteX11" fmla="*/ 441436 w 617239"/>
                <a:gd name="connsiteY11" fmla="*/ 425454 h 646449"/>
                <a:gd name="connsiteX12" fmla="*/ 441436 w 617239"/>
                <a:gd name="connsiteY12" fmla="*/ 646449 h 646449"/>
                <a:gd name="connsiteX13" fmla="*/ 417739 w 617239"/>
                <a:gd name="connsiteY13" fmla="*/ 646449 h 646449"/>
                <a:gd name="connsiteX14" fmla="*/ 417739 w 617239"/>
                <a:gd name="connsiteY14" fmla="*/ 425454 h 646449"/>
                <a:gd name="connsiteX15" fmla="*/ 297046 w 617239"/>
                <a:gd name="connsiteY15" fmla="*/ 425454 h 646449"/>
                <a:gd name="connsiteX16" fmla="*/ 297046 w 617239"/>
                <a:gd name="connsiteY16" fmla="*/ 646449 h 646449"/>
                <a:gd name="connsiteX17" fmla="*/ 273349 w 617239"/>
                <a:gd name="connsiteY17" fmla="*/ 646449 h 646449"/>
                <a:gd name="connsiteX18" fmla="*/ 273349 w 617239"/>
                <a:gd name="connsiteY18" fmla="*/ 424904 h 646449"/>
                <a:gd name="connsiteX19" fmla="*/ 243589 w 617239"/>
                <a:gd name="connsiteY19" fmla="*/ 424904 h 646449"/>
                <a:gd name="connsiteX20" fmla="*/ 243589 w 617239"/>
                <a:gd name="connsiteY20" fmla="*/ 410024 h 646449"/>
                <a:gd name="connsiteX21" fmla="*/ 430414 w 617239"/>
                <a:gd name="connsiteY21" fmla="*/ 227607 h 646449"/>
                <a:gd name="connsiteX22" fmla="*/ 0 w 617239"/>
                <a:gd name="connsiteY22" fmla="*/ 0 h 646449"/>
                <a:gd name="connsiteX23" fmla="*/ 66133 w 617239"/>
                <a:gd name="connsiteY23" fmla="*/ 0 h 646449"/>
                <a:gd name="connsiteX24" fmla="*/ 66133 w 617239"/>
                <a:gd name="connsiteY24" fmla="*/ 66134 h 646449"/>
                <a:gd name="connsiteX25" fmla="*/ 0 w 617239"/>
                <a:gd name="connsiteY25" fmla="*/ 66134 h 6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7239" h="646449">
                  <a:moveTo>
                    <a:pt x="430414" y="249651"/>
                  </a:moveTo>
                  <a:cubicBezTo>
                    <a:pt x="341686" y="249651"/>
                    <a:pt x="269491" y="317989"/>
                    <a:pt x="265633" y="402859"/>
                  </a:cubicBezTo>
                  <a:lnTo>
                    <a:pt x="595195" y="402859"/>
                  </a:lnTo>
                  <a:cubicBezTo>
                    <a:pt x="591337" y="317989"/>
                    <a:pt x="519142" y="249651"/>
                    <a:pt x="430414" y="249651"/>
                  </a:cubicBezTo>
                  <a:close/>
                  <a:moveTo>
                    <a:pt x="430414" y="227607"/>
                  </a:moveTo>
                  <a:cubicBezTo>
                    <a:pt x="533471" y="227607"/>
                    <a:pt x="617239" y="309171"/>
                    <a:pt x="617239" y="410024"/>
                  </a:cubicBezTo>
                  <a:lnTo>
                    <a:pt x="617239" y="424904"/>
                  </a:lnTo>
                  <a:lnTo>
                    <a:pt x="586377" y="424904"/>
                  </a:lnTo>
                  <a:lnTo>
                    <a:pt x="586377" y="646449"/>
                  </a:lnTo>
                  <a:lnTo>
                    <a:pt x="562680" y="646449"/>
                  </a:lnTo>
                  <a:lnTo>
                    <a:pt x="562680" y="425454"/>
                  </a:lnTo>
                  <a:lnTo>
                    <a:pt x="441436" y="425454"/>
                  </a:lnTo>
                  <a:lnTo>
                    <a:pt x="441436" y="646449"/>
                  </a:lnTo>
                  <a:lnTo>
                    <a:pt x="417739" y="646449"/>
                  </a:lnTo>
                  <a:lnTo>
                    <a:pt x="417739" y="425454"/>
                  </a:lnTo>
                  <a:lnTo>
                    <a:pt x="297046" y="425454"/>
                  </a:lnTo>
                  <a:lnTo>
                    <a:pt x="297046" y="646449"/>
                  </a:lnTo>
                  <a:lnTo>
                    <a:pt x="273349" y="646449"/>
                  </a:lnTo>
                  <a:lnTo>
                    <a:pt x="273349" y="424904"/>
                  </a:lnTo>
                  <a:lnTo>
                    <a:pt x="243589" y="424904"/>
                  </a:lnTo>
                  <a:lnTo>
                    <a:pt x="243589" y="410024"/>
                  </a:lnTo>
                  <a:cubicBezTo>
                    <a:pt x="243589" y="309171"/>
                    <a:pt x="327357" y="227607"/>
                    <a:pt x="430414" y="227607"/>
                  </a:cubicBezTo>
                  <a:close/>
                  <a:moveTo>
                    <a:pt x="0" y="0"/>
                  </a:moveTo>
                  <a:lnTo>
                    <a:pt x="66133" y="0"/>
                  </a:lnTo>
                  <a:lnTo>
                    <a:pt x="66133" y="66134"/>
                  </a:lnTo>
                  <a:lnTo>
                    <a:pt x="0" y="66134"/>
                  </a:ln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88" name="Group 87">
            <a:extLst>
              <a:ext uri="{FF2B5EF4-FFF2-40B4-BE49-F238E27FC236}">
                <a16:creationId xmlns:a16="http://schemas.microsoft.com/office/drawing/2014/main" id="{321E5157-8CB5-5D40-B295-301BE82A06BC}"/>
              </a:ext>
              <a:ext uri="{C183D7F6-B498-43B3-948B-1728B52AA6E4}">
                <adec:decorative xmlns:adec="http://schemas.microsoft.com/office/drawing/2017/decorative" val="1"/>
              </a:ext>
            </a:extLst>
          </p:cNvPr>
          <p:cNvGrpSpPr>
            <a:grpSpLocks noChangeAspect="1"/>
          </p:cNvGrpSpPr>
          <p:nvPr/>
        </p:nvGrpSpPr>
        <p:grpSpPr>
          <a:xfrm>
            <a:off x="6112786" y="5755986"/>
            <a:ext cx="469259" cy="457200"/>
            <a:chOff x="6405810" y="5755986"/>
            <a:chExt cx="469259" cy="457200"/>
          </a:xfrm>
          <a:solidFill>
            <a:srgbClr val="FF0000"/>
          </a:solidFill>
        </p:grpSpPr>
        <p:sp>
          <p:nvSpPr>
            <p:cNvPr id="2905" name="Freeform: Shape 2904">
              <a:extLst>
                <a:ext uri="{FF2B5EF4-FFF2-40B4-BE49-F238E27FC236}">
                  <a16:creationId xmlns:a16="http://schemas.microsoft.com/office/drawing/2014/main" id="{47F2082A-2001-4638-9B3F-039E8A7EC566}"/>
                </a:ext>
                <a:ext uri="{C183D7F6-B498-43B3-948B-1728B52AA6E4}">
                  <adec:decorative xmlns:adec="http://schemas.microsoft.com/office/drawing/2017/decorative" val="1"/>
                </a:ext>
              </a:extLst>
            </p:cNvPr>
            <p:cNvSpPr/>
            <p:nvPr/>
          </p:nvSpPr>
          <p:spPr>
            <a:xfrm>
              <a:off x="6438555" y="5755986"/>
              <a:ext cx="436514" cy="457200"/>
            </a:xfrm>
            <a:custGeom>
              <a:avLst/>
              <a:gdLst>
                <a:gd name="connsiteX0" fmla="*/ 154547 w 777157"/>
                <a:gd name="connsiteY0" fmla="*/ 627540 h 813986"/>
                <a:gd name="connsiteX1" fmla="*/ 244746 w 777157"/>
                <a:gd name="connsiteY1" fmla="*/ 717189 h 813986"/>
                <a:gd name="connsiteX2" fmla="*/ 250246 w 777157"/>
                <a:gd name="connsiteY2" fmla="*/ 719389 h 813986"/>
                <a:gd name="connsiteX3" fmla="*/ 255195 w 777157"/>
                <a:gd name="connsiteY3" fmla="*/ 717739 h 813986"/>
                <a:gd name="connsiteX4" fmla="*/ 257945 w 777157"/>
                <a:gd name="connsiteY4" fmla="*/ 712239 h 813986"/>
                <a:gd name="connsiteX5" fmla="*/ 255745 w 777157"/>
                <a:gd name="connsiteY5" fmla="*/ 706189 h 813986"/>
                <a:gd name="connsiteX6" fmla="*/ 177097 w 777157"/>
                <a:gd name="connsiteY6" fmla="*/ 627540 h 813986"/>
                <a:gd name="connsiteX7" fmla="*/ 31349 w 777157"/>
                <a:gd name="connsiteY7" fmla="*/ 597840 h 813986"/>
                <a:gd name="connsiteX8" fmla="*/ 217796 w 777157"/>
                <a:gd name="connsiteY8" fmla="*/ 783187 h 813986"/>
                <a:gd name="connsiteX9" fmla="*/ 186997 w 777157"/>
                <a:gd name="connsiteY9" fmla="*/ 813986 h 813986"/>
                <a:gd name="connsiteX10" fmla="*/ 0 w 777157"/>
                <a:gd name="connsiteY10" fmla="*/ 628089 h 813986"/>
                <a:gd name="connsiteX11" fmla="*/ 47849 w 777157"/>
                <a:gd name="connsiteY11" fmla="*/ 583541 h 813986"/>
                <a:gd name="connsiteX12" fmla="*/ 195246 w 777157"/>
                <a:gd name="connsiteY12" fmla="*/ 583541 h 813986"/>
                <a:gd name="connsiteX13" fmla="*/ 287095 w 777157"/>
                <a:gd name="connsiteY13" fmla="*/ 674839 h 813986"/>
                <a:gd name="connsiteX14" fmla="*/ 283245 w 777157"/>
                <a:gd name="connsiteY14" fmla="*/ 751838 h 813986"/>
                <a:gd name="connsiteX15" fmla="*/ 250246 w 777157"/>
                <a:gd name="connsiteY15" fmla="*/ 763388 h 813986"/>
                <a:gd name="connsiteX16" fmla="*/ 213946 w 777157"/>
                <a:gd name="connsiteY16" fmla="*/ 748538 h 813986"/>
                <a:gd name="connsiteX17" fmla="*/ 589040 w 777157"/>
                <a:gd name="connsiteY17" fmla="*/ 580240 h 813986"/>
                <a:gd name="connsiteX18" fmla="*/ 573640 w 777157"/>
                <a:gd name="connsiteY18" fmla="*/ 606090 h 813986"/>
                <a:gd name="connsiteX19" fmla="*/ 560990 w 777157"/>
                <a:gd name="connsiteY19" fmla="*/ 627540 h 813986"/>
                <a:gd name="connsiteX20" fmla="*/ 535691 w 777157"/>
                <a:gd name="connsiteY20" fmla="*/ 627540 h 813986"/>
                <a:gd name="connsiteX21" fmla="*/ 330544 w 777157"/>
                <a:gd name="connsiteY21" fmla="*/ 627540 h 813986"/>
                <a:gd name="connsiteX22" fmla="*/ 353644 w 777157"/>
                <a:gd name="connsiteY22" fmla="*/ 649539 h 813986"/>
                <a:gd name="connsiteX23" fmla="*/ 547240 w 777157"/>
                <a:gd name="connsiteY23" fmla="*/ 649539 h 813986"/>
                <a:gd name="connsiteX24" fmla="*/ 566490 w 777157"/>
                <a:gd name="connsiteY24" fmla="*/ 639639 h 813986"/>
                <a:gd name="connsiteX25" fmla="*/ 681988 w 777157"/>
                <a:gd name="connsiteY25" fmla="*/ 517542 h 813986"/>
                <a:gd name="connsiteX26" fmla="*/ 755137 w 777157"/>
                <a:gd name="connsiteY26" fmla="*/ 517542 h 813986"/>
                <a:gd name="connsiteX27" fmla="*/ 777136 w 777157"/>
                <a:gd name="connsiteY27" fmla="*/ 535142 h 813986"/>
                <a:gd name="connsiteX28" fmla="*/ 777136 w 777157"/>
                <a:gd name="connsiteY28" fmla="*/ 543942 h 813986"/>
                <a:gd name="connsiteX29" fmla="*/ 755137 w 777157"/>
                <a:gd name="connsiteY29" fmla="*/ 561541 h 813986"/>
                <a:gd name="connsiteX30" fmla="*/ 667138 w 777157"/>
                <a:gd name="connsiteY30" fmla="*/ 561541 h 813986"/>
                <a:gd name="connsiteX31" fmla="*/ 681988 w 777157"/>
                <a:gd name="connsiteY31" fmla="*/ 517542 h 813986"/>
                <a:gd name="connsiteX32" fmla="*/ 29701 w 777157"/>
                <a:gd name="connsiteY32" fmla="*/ 517542 h 813986"/>
                <a:gd name="connsiteX33" fmla="*/ 546691 w 777157"/>
                <a:gd name="connsiteY33" fmla="*/ 517542 h 813986"/>
                <a:gd name="connsiteX34" fmla="*/ 536241 w 777157"/>
                <a:gd name="connsiteY34" fmla="*/ 538442 h 813986"/>
                <a:gd name="connsiteX35" fmla="*/ 523591 w 777157"/>
                <a:gd name="connsiteY35" fmla="*/ 561541 h 813986"/>
                <a:gd name="connsiteX36" fmla="*/ 29701 w 777157"/>
                <a:gd name="connsiteY36" fmla="*/ 561541 h 813986"/>
                <a:gd name="connsiteX37" fmla="*/ 618739 w 777157"/>
                <a:gd name="connsiteY37" fmla="*/ 480692 h 813986"/>
                <a:gd name="connsiteX38" fmla="*/ 631389 w 777157"/>
                <a:gd name="connsiteY38" fmla="*/ 483442 h 813986"/>
                <a:gd name="connsiteX39" fmla="*/ 654489 w 777157"/>
                <a:gd name="connsiteY39" fmla="*/ 532391 h 813986"/>
                <a:gd name="connsiteX40" fmla="*/ 607189 w 777157"/>
                <a:gd name="connsiteY40" fmla="*/ 657789 h 813986"/>
                <a:gd name="connsiteX41" fmla="*/ 589040 w 777157"/>
                <a:gd name="connsiteY41" fmla="*/ 678139 h 813986"/>
                <a:gd name="connsiteX42" fmla="*/ 566490 w 777157"/>
                <a:gd name="connsiteY42" fmla="*/ 689688 h 813986"/>
                <a:gd name="connsiteX43" fmla="*/ 548890 w 777157"/>
                <a:gd name="connsiteY43" fmla="*/ 694088 h 813986"/>
                <a:gd name="connsiteX44" fmla="*/ 351444 w 777157"/>
                <a:gd name="connsiteY44" fmla="*/ 694088 h 813986"/>
                <a:gd name="connsiteX45" fmla="*/ 325044 w 777157"/>
                <a:gd name="connsiteY45" fmla="*/ 683639 h 813986"/>
                <a:gd name="connsiteX46" fmla="*/ 221096 w 777157"/>
                <a:gd name="connsiteY46" fmla="*/ 584090 h 813986"/>
                <a:gd name="connsiteX47" fmla="*/ 536241 w 777157"/>
                <a:gd name="connsiteY47" fmla="*/ 584090 h 813986"/>
                <a:gd name="connsiteX48" fmla="*/ 586290 w 777157"/>
                <a:gd name="connsiteY48" fmla="*/ 499392 h 813986"/>
                <a:gd name="connsiteX49" fmla="*/ 618739 w 777157"/>
                <a:gd name="connsiteY49" fmla="*/ 480692 h 813986"/>
                <a:gd name="connsiteX50" fmla="*/ 254095 w 777157"/>
                <a:gd name="connsiteY50" fmla="*/ 46199 h 813986"/>
                <a:gd name="connsiteX51" fmla="*/ 73698 w 777157"/>
                <a:gd name="connsiteY51" fmla="*/ 226596 h 813986"/>
                <a:gd name="connsiteX52" fmla="*/ 254095 w 777157"/>
                <a:gd name="connsiteY52" fmla="*/ 406993 h 813986"/>
                <a:gd name="connsiteX53" fmla="*/ 434492 w 777157"/>
                <a:gd name="connsiteY53" fmla="*/ 226596 h 813986"/>
                <a:gd name="connsiteX54" fmla="*/ 254095 w 777157"/>
                <a:gd name="connsiteY54" fmla="*/ 46199 h 813986"/>
                <a:gd name="connsiteX55" fmla="*/ 254095 w 777157"/>
                <a:gd name="connsiteY55" fmla="*/ 2200 h 813986"/>
                <a:gd name="connsiteX56" fmla="*/ 478491 w 777157"/>
                <a:gd name="connsiteY56" fmla="*/ 226596 h 813986"/>
                <a:gd name="connsiteX57" fmla="*/ 254095 w 777157"/>
                <a:gd name="connsiteY57" fmla="*/ 450992 h 813986"/>
                <a:gd name="connsiteX58" fmla="*/ 29699 w 777157"/>
                <a:gd name="connsiteY58" fmla="*/ 226596 h 813986"/>
                <a:gd name="connsiteX59" fmla="*/ 254095 w 777157"/>
                <a:gd name="connsiteY59" fmla="*/ 2200 h 813986"/>
                <a:gd name="connsiteX60" fmla="*/ 686182 w 777157"/>
                <a:gd name="connsiteY60" fmla="*/ 963 h 813986"/>
                <a:gd name="connsiteX61" fmla="*/ 689688 w 777157"/>
                <a:gd name="connsiteY61" fmla="*/ 8801 h 813986"/>
                <a:gd name="connsiteX62" fmla="*/ 689688 w 777157"/>
                <a:gd name="connsiteY62" fmla="*/ 437243 h 813986"/>
                <a:gd name="connsiteX63" fmla="*/ 675938 w 777157"/>
                <a:gd name="connsiteY63" fmla="*/ 451543 h 813986"/>
                <a:gd name="connsiteX64" fmla="*/ 658888 w 777157"/>
                <a:gd name="connsiteY64" fmla="*/ 451543 h 813986"/>
                <a:gd name="connsiteX65" fmla="*/ 645138 w 777157"/>
                <a:gd name="connsiteY65" fmla="*/ 437243 h 813986"/>
                <a:gd name="connsiteX66" fmla="*/ 645138 w 777157"/>
                <a:gd name="connsiteY66" fmla="*/ 257396 h 813986"/>
                <a:gd name="connsiteX67" fmla="*/ 624239 w 777157"/>
                <a:gd name="connsiteY67" fmla="*/ 142448 h 813986"/>
                <a:gd name="connsiteX68" fmla="*/ 678138 w 777157"/>
                <a:gd name="connsiteY68" fmla="*/ 2201 h 813986"/>
                <a:gd name="connsiteX69" fmla="*/ 686182 w 777157"/>
                <a:gd name="connsiteY69" fmla="*/ 963 h 813986"/>
                <a:gd name="connsiteX70" fmla="*/ 505441 w 777157"/>
                <a:gd name="connsiteY70" fmla="*/ 0 h 813986"/>
                <a:gd name="connsiteX71" fmla="*/ 515341 w 777157"/>
                <a:gd name="connsiteY71" fmla="*/ 10450 h 813986"/>
                <a:gd name="connsiteX72" fmla="*/ 515341 w 777157"/>
                <a:gd name="connsiteY72" fmla="*/ 97348 h 813986"/>
                <a:gd name="connsiteX73" fmla="*/ 522491 w 777157"/>
                <a:gd name="connsiteY73" fmla="*/ 105048 h 813986"/>
                <a:gd name="connsiteX74" fmla="*/ 531840 w 777157"/>
                <a:gd name="connsiteY74" fmla="*/ 105048 h 813986"/>
                <a:gd name="connsiteX75" fmla="*/ 538990 w 777157"/>
                <a:gd name="connsiteY75" fmla="*/ 97348 h 813986"/>
                <a:gd name="connsiteX76" fmla="*/ 538990 w 777157"/>
                <a:gd name="connsiteY76" fmla="*/ 10450 h 813986"/>
                <a:gd name="connsiteX77" fmla="*/ 548890 w 777157"/>
                <a:gd name="connsiteY77" fmla="*/ 0 h 813986"/>
                <a:gd name="connsiteX78" fmla="*/ 558790 w 777157"/>
                <a:gd name="connsiteY78" fmla="*/ 10450 h 813986"/>
                <a:gd name="connsiteX79" fmla="*/ 558790 w 777157"/>
                <a:gd name="connsiteY79" fmla="*/ 97348 h 813986"/>
                <a:gd name="connsiteX80" fmla="*/ 565940 w 777157"/>
                <a:gd name="connsiteY80" fmla="*/ 105048 h 813986"/>
                <a:gd name="connsiteX81" fmla="*/ 573640 w 777157"/>
                <a:gd name="connsiteY81" fmla="*/ 105048 h 813986"/>
                <a:gd name="connsiteX82" fmla="*/ 580790 w 777157"/>
                <a:gd name="connsiteY82" fmla="*/ 97348 h 813986"/>
                <a:gd name="connsiteX83" fmla="*/ 580790 w 777157"/>
                <a:gd name="connsiteY83" fmla="*/ 12100 h 813986"/>
                <a:gd name="connsiteX84" fmla="*/ 590689 w 777157"/>
                <a:gd name="connsiteY84" fmla="*/ 1650 h 813986"/>
                <a:gd name="connsiteX85" fmla="*/ 600589 w 777157"/>
                <a:gd name="connsiteY85" fmla="*/ 12100 h 813986"/>
                <a:gd name="connsiteX86" fmla="*/ 600589 w 777157"/>
                <a:gd name="connsiteY86" fmla="*/ 113848 h 813986"/>
                <a:gd name="connsiteX87" fmla="*/ 600589 w 777157"/>
                <a:gd name="connsiteY87" fmla="*/ 116048 h 813986"/>
                <a:gd name="connsiteX88" fmla="*/ 570890 w 777157"/>
                <a:gd name="connsiteY88" fmla="*/ 177647 h 813986"/>
                <a:gd name="connsiteX89" fmla="*/ 570890 w 777157"/>
                <a:gd name="connsiteY89" fmla="*/ 178747 h 813986"/>
                <a:gd name="connsiteX90" fmla="*/ 570890 w 777157"/>
                <a:gd name="connsiteY90" fmla="*/ 431743 h 813986"/>
                <a:gd name="connsiteX91" fmla="*/ 570890 w 777157"/>
                <a:gd name="connsiteY91" fmla="*/ 437243 h 813986"/>
                <a:gd name="connsiteX92" fmla="*/ 557690 w 777157"/>
                <a:gd name="connsiteY92" fmla="*/ 451542 h 813986"/>
                <a:gd name="connsiteX93" fmla="*/ 541190 w 777157"/>
                <a:gd name="connsiteY93" fmla="*/ 451542 h 813986"/>
                <a:gd name="connsiteX94" fmla="*/ 540640 w 777157"/>
                <a:gd name="connsiteY94" fmla="*/ 451542 h 813986"/>
                <a:gd name="connsiteX95" fmla="*/ 527440 w 777157"/>
                <a:gd name="connsiteY95" fmla="*/ 437243 h 813986"/>
                <a:gd name="connsiteX96" fmla="*/ 527440 w 777157"/>
                <a:gd name="connsiteY96" fmla="*/ 431743 h 813986"/>
                <a:gd name="connsiteX97" fmla="*/ 527440 w 777157"/>
                <a:gd name="connsiteY97" fmla="*/ 178747 h 813986"/>
                <a:gd name="connsiteX98" fmla="*/ 527440 w 777157"/>
                <a:gd name="connsiteY98" fmla="*/ 177647 h 813986"/>
                <a:gd name="connsiteX99" fmla="*/ 495541 w 777157"/>
                <a:gd name="connsiteY99" fmla="*/ 113848 h 813986"/>
                <a:gd name="connsiteX100" fmla="*/ 495541 w 777157"/>
                <a:gd name="connsiteY100" fmla="*/ 112198 h 813986"/>
                <a:gd name="connsiteX101" fmla="*/ 495541 w 777157"/>
                <a:gd name="connsiteY101" fmla="*/ 10450 h 813986"/>
                <a:gd name="connsiteX102" fmla="*/ 505441 w 777157"/>
                <a:gd name="connsiteY102" fmla="*/ 0 h 81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777157" h="813986">
                  <a:moveTo>
                    <a:pt x="154547" y="627540"/>
                  </a:moveTo>
                  <a:lnTo>
                    <a:pt x="244746" y="717189"/>
                  </a:lnTo>
                  <a:cubicBezTo>
                    <a:pt x="246396" y="718839"/>
                    <a:pt x="248596" y="719389"/>
                    <a:pt x="250246" y="719389"/>
                  </a:cubicBezTo>
                  <a:cubicBezTo>
                    <a:pt x="251346" y="719389"/>
                    <a:pt x="253545" y="719389"/>
                    <a:pt x="255195" y="717739"/>
                  </a:cubicBezTo>
                  <a:cubicBezTo>
                    <a:pt x="257395" y="716089"/>
                    <a:pt x="257945" y="713889"/>
                    <a:pt x="257945" y="712239"/>
                  </a:cubicBezTo>
                  <a:cubicBezTo>
                    <a:pt x="257945" y="710589"/>
                    <a:pt x="257945" y="708389"/>
                    <a:pt x="255745" y="706189"/>
                  </a:cubicBezTo>
                  <a:lnTo>
                    <a:pt x="177097" y="627540"/>
                  </a:lnTo>
                  <a:close/>
                  <a:moveTo>
                    <a:pt x="31349" y="597840"/>
                  </a:moveTo>
                  <a:lnTo>
                    <a:pt x="217796" y="783187"/>
                  </a:lnTo>
                  <a:lnTo>
                    <a:pt x="186997" y="813986"/>
                  </a:lnTo>
                  <a:lnTo>
                    <a:pt x="0" y="628089"/>
                  </a:lnTo>
                  <a:close/>
                  <a:moveTo>
                    <a:pt x="47849" y="583541"/>
                  </a:moveTo>
                  <a:lnTo>
                    <a:pt x="195246" y="583541"/>
                  </a:lnTo>
                  <a:lnTo>
                    <a:pt x="287095" y="674839"/>
                  </a:lnTo>
                  <a:cubicBezTo>
                    <a:pt x="308545" y="696839"/>
                    <a:pt x="306895" y="732588"/>
                    <a:pt x="283245" y="751838"/>
                  </a:cubicBezTo>
                  <a:cubicBezTo>
                    <a:pt x="273345" y="759538"/>
                    <a:pt x="261795" y="763388"/>
                    <a:pt x="250246" y="763388"/>
                  </a:cubicBezTo>
                  <a:cubicBezTo>
                    <a:pt x="237046" y="763388"/>
                    <a:pt x="223846" y="758438"/>
                    <a:pt x="213946" y="748538"/>
                  </a:cubicBezTo>
                  <a:close/>
                  <a:moveTo>
                    <a:pt x="589040" y="580240"/>
                  </a:moveTo>
                  <a:lnTo>
                    <a:pt x="573640" y="606090"/>
                  </a:lnTo>
                  <a:lnTo>
                    <a:pt x="560990" y="627540"/>
                  </a:lnTo>
                  <a:lnTo>
                    <a:pt x="535691" y="627540"/>
                  </a:lnTo>
                  <a:lnTo>
                    <a:pt x="330544" y="627540"/>
                  </a:lnTo>
                  <a:lnTo>
                    <a:pt x="353644" y="649539"/>
                  </a:lnTo>
                  <a:lnTo>
                    <a:pt x="547240" y="649539"/>
                  </a:lnTo>
                  <a:lnTo>
                    <a:pt x="566490" y="639639"/>
                  </a:lnTo>
                  <a:close/>
                  <a:moveTo>
                    <a:pt x="681988" y="517542"/>
                  </a:moveTo>
                  <a:lnTo>
                    <a:pt x="755137" y="517542"/>
                  </a:lnTo>
                  <a:cubicBezTo>
                    <a:pt x="767786" y="517542"/>
                    <a:pt x="777686" y="525242"/>
                    <a:pt x="777136" y="535142"/>
                  </a:cubicBezTo>
                  <a:lnTo>
                    <a:pt x="777136" y="543942"/>
                  </a:lnTo>
                  <a:cubicBezTo>
                    <a:pt x="777136" y="553841"/>
                    <a:pt x="767236" y="561541"/>
                    <a:pt x="755137" y="561541"/>
                  </a:cubicBezTo>
                  <a:lnTo>
                    <a:pt x="667138" y="561541"/>
                  </a:lnTo>
                  <a:cubicBezTo>
                    <a:pt x="667138" y="561541"/>
                    <a:pt x="681438" y="519742"/>
                    <a:pt x="681988" y="517542"/>
                  </a:cubicBezTo>
                  <a:close/>
                  <a:moveTo>
                    <a:pt x="29701" y="517542"/>
                  </a:moveTo>
                  <a:lnTo>
                    <a:pt x="546691" y="517542"/>
                  </a:lnTo>
                  <a:lnTo>
                    <a:pt x="536241" y="538442"/>
                  </a:lnTo>
                  <a:lnTo>
                    <a:pt x="523591" y="561541"/>
                  </a:lnTo>
                  <a:lnTo>
                    <a:pt x="29701" y="561541"/>
                  </a:lnTo>
                  <a:close/>
                  <a:moveTo>
                    <a:pt x="618739" y="480692"/>
                  </a:moveTo>
                  <a:cubicBezTo>
                    <a:pt x="622589" y="480692"/>
                    <a:pt x="626989" y="481242"/>
                    <a:pt x="631389" y="483442"/>
                  </a:cubicBezTo>
                  <a:cubicBezTo>
                    <a:pt x="651739" y="490042"/>
                    <a:pt x="662188" y="512591"/>
                    <a:pt x="654489" y="532391"/>
                  </a:cubicBezTo>
                  <a:lnTo>
                    <a:pt x="607189" y="657789"/>
                  </a:lnTo>
                  <a:cubicBezTo>
                    <a:pt x="603889" y="666589"/>
                    <a:pt x="597290" y="673739"/>
                    <a:pt x="589040" y="678139"/>
                  </a:cubicBezTo>
                  <a:lnTo>
                    <a:pt x="566490" y="689688"/>
                  </a:lnTo>
                  <a:cubicBezTo>
                    <a:pt x="560990" y="692438"/>
                    <a:pt x="554940" y="694088"/>
                    <a:pt x="548890" y="694088"/>
                  </a:cubicBezTo>
                  <a:lnTo>
                    <a:pt x="351444" y="694088"/>
                  </a:lnTo>
                  <a:cubicBezTo>
                    <a:pt x="341544" y="694088"/>
                    <a:pt x="332194" y="690238"/>
                    <a:pt x="325044" y="683639"/>
                  </a:cubicBezTo>
                  <a:lnTo>
                    <a:pt x="221096" y="584090"/>
                  </a:lnTo>
                  <a:lnTo>
                    <a:pt x="536241" y="584090"/>
                  </a:lnTo>
                  <a:lnTo>
                    <a:pt x="586290" y="499392"/>
                  </a:lnTo>
                  <a:cubicBezTo>
                    <a:pt x="592890" y="487292"/>
                    <a:pt x="605539" y="480692"/>
                    <a:pt x="618739" y="480692"/>
                  </a:cubicBezTo>
                  <a:close/>
                  <a:moveTo>
                    <a:pt x="254095" y="46199"/>
                  </a:moveTo>
                  <a:cubicBezTo>
                    <a:pt x="154547" y="46199"/>
                    <a:pt x="73698" y="127048"/>
                    <a:pt x="73698" y="226596"/>
                  </a:cubicBezTo>
                  <a:cubicBezTo>
                    <a:pt x="73698" y="326145"/>
                    <a:pt x="154547" y="406993"/>
                    <a:pt x="254095" y="406993"/>
                  </a:cubicBezTo>
                  <a:cubicBezTo>
                    <a:pt x="353644" y="406993"/>
                    <a:pt x="434492" y="326145"/>
                    <a:pt x="434492" y="226596"/>
                  </a:cubicBezTo>
                  <a:cubicBezTo>
                    <a:pt x="434492" y="127048"/>
                    <a:pt x="353644" y="46199"/>
                    <a:pt x="254095" y="46199"/>
                  </a:cubicBezTo>
                  <a:close/>
                  <a:moveTo>
                    <a:pt x="254095" y="2200"/>
                  </a:moveTo>
                  <a:cubicBezTo>
                    <a:pt x="377843" y="2200"/>
                    <a:pt x="478491" y="102848"/>
                    <a:pt x="478491" y="226596"/>
                  </a:cubicBezTo>
                  <a:cubicBezTo>
                    <a:pt x="478491" y="350344"/>
                    <a:pt x="377843" y="450992"/>
                    <a:pt x="254095" y="450992"/>
                  </a:cubicBezTo>
                  <a:cubicBezTo>
                    <a:pt x="130347" y="450992"/>
                    <a:pt x="29699" y="350344"/>
                    <a:pt x="29699" y="226596"/>
                  </a:cubicBezTo>
                  <a:cubicBezTo>
                    <a:pt x="29699" y="102848"/>
                    <a:pt x="130347" y="2200"/>
                    <a:pt x="254095" y="2200"/>
                  </a:cubicBezTo>
                  <a:close/>
                  <a:moveTo>
                    <a:pt x="686182" y="963"/>
                  </a:moveTo>
                  <a:cubicBezTo>
                    <a:pt x="688313" y="2201"/>
                    <a:pt x="689688" y="4951"/>
                    <a:pt x="689688" y="8801"/>
                  </a:cubicBezTo>
                  <a:lnTo>
                    <a:pt x="689688" y="437243"/>
                  </a:lnTo>
                  <a:cubicBezTo>
                    <a:pt x="689688" y="444943"/>
                    <a:pt x="683638" y="451543"/>
                    <a:pt x="675938" y="451543"/>
                  </a:cubicBezTo>
                  <a:lnTo>
                    <a:pt x="658888" y="451543"/>
                  </a:lnTo>
                  <a:cubicBezTo>
                    <a:pt x="651188" y="451543"/>
                    <a:pt x="645138" y="444943"/>
                    <a:pt x="645138" y="437243"/>
                  </a:cubicBezTo>
                  <a:cubicBezTo>
                    <a:pt x="645138" y="419094"/>
                    <a:pt x="645138" y="257396"/>
                    <a:pt x="645138" y="257396"/>
                  </a:cubicBezTo>
                  <a:cubicBezTo>
                    <a:pt x="645138" y="252446"/>
                    <a:pt x="627539" y="200197"/>
                    <a:pt x="624239" y="142448"/>
                  </a:cubicBezTo>
                  <a:cubicBezTo>
                    <a:pt x="621489" y="92949"/>
                    <a:pt x="634138" y="30800"/>
                    <a:pt x="678138" y="2201"/>
                  </a:cubicBezTo>
                  <a:cubicBezTo>
                    <a:pt x="681163" y="1"/>
                    <a:pt x="684051" y="-274"/>
                    <a:pt x="686182" y="963"/>
                  </a:cubicBezTo>
                  <a:close/>
                  <a:moveTo>
                    <a:pt x="505441" y="0"/>
                  </a:moveTo>
                  <a:cubicBezTo>
                    <a:pt x="510941" y="0"/>
                    <a:pt x="515341" y="4950"/>
                    <a:pt x="515341" y="10450"/>
                  </a:cubicBezTo>
                  <a:lnTo>
                    <a:pt x="515341" y="97348"/>
                  </a:lnTo>
                  <a:cubicBezTo>
                    <a:pt x="515341" y="101748"/>
                    <a:pt x="518641" y="105048"/>
                    <a:pt x="522491" y="105048"/>
                  </a:cubicBezTo>
                  <a:lnTo>
                    <a:pt x="531840" y="105048"/>
                  </a:lnTo>
                  <a:cubicBezTo>
                    <a:pt x="535690" y="105048"/>
                    <a:pt x="538990" y="101748"/>
                    <a:pt x="538990" y="97348"/>
                  </a:cubicBezTo>
                  <a:lnTo>
                    <a:pt x="538990" y="10450"/>
                  </a:lnTo>
                  <a:cubicBezTo>
                    <a:pt x="538990" y="4400"/>
                    <a:pt x="543390" y="0"/>
                    <a:pt x="548890" y="0"/>
                  </a:cubicBezTo>
                  <a:cubicBezTo>
                    <a:pt x="554390" y="0"/>
                    <a:pt x="558790" y="4950"/>
                    <a:pt x="558790" y="10450"/>
                  </a:cubicBezTo>
                  <a:lnTo>
                    <a:pt x="558790" y="97348"/>
                  </a:lnTo>
                  <a:cubicBezTo>
                    <a:pt x="558790" y="101748"/>
                    <a:pt x="562090" y="105048"/>
                    <a:pt x="565940" y="105048"/>
                  </a:cubicBezTo>
                  <a:lnTo>
                    <a:pt x="573640" y="105048"/>
                  </a:lnTo>
                  <a:cubicBezTo>
                    <a:pt x="577490" y="105048"/>
                    <a:pt x="580790" y="101748"/>
                    <a:pt x="580790" y="97348"/>
                  </a:cubicBezTo>
                  <a:lnTo>
                    <a:pt x="580790" y="12100"/>
                  </a:lnTo>
                  <a:cubicBezTo>
                    <a:pt x="580790" y="6050"/>
                    <a:pt x="585189" y="1650"/>
                    <a:pt x="590689" y="1650"/>
                  </a:cubicBezTo>
                  <a:cubicBezTo>
                    <a:pt x="596189" y="1650"/>
                    <a:pt x="600589" y="6600"/>
                    <a:pt x="600589" y="12100"/>
                  </a:cubicBezTo>
                  <a:lnTo>
                    <a:pt x="600589" y="113848"/>
                  </a:lnTo>
                  <a:cubicBezTo>
                    <a:pt x="600589" y="114398"/>
                    <a:pt x="600589" y="115498"/>
                    <a:pt x="600589" y="116048"/>
                  </a:cubicBezTo>
                  <a:cubicBezTo>
                    <a:pt x="597839" y="152897"/>
                    <a:pt x="573090" y="163897"/>
                    <a:pt x="570890" y="177647"/>
                  </a:cubicBezTo>
                  <a:cubicBezTo>
                    <a:pt x="570890" y="177647"/>
                    <a:pt x="570890" y="178197"/>
                    <a:pt x="570890" y="178747"/>
                  </a:cubicBezTo>
                  <a:cubicBezTo>
                    <a:pt x="563740" y="227696"/>
                    <a:pt x="569790" y="399293"/>
                    <a:pt x="570890" y="431743"/>
                  </a:cubicBezTo>
                  <a:lnTo>
                    <a:pt x="570890" y="437243"/>
                  </a:lnTo>
                  <a:cubicBezTo>
                    <a:pt x="570890" y="444942"/>
                    <a:pt x="565390" y="451542"/>
                    <a:pt x="557690" y="451542"/>
                  </a:cubicBezTo>
                  <a:lnTo>
                    <a:pt x="541190" y="451542"/>
                  </a:lnTo>
                  <a:lnTo>
                    <a:pt x="540640" y="451542"/>
                  </a:lnTo>
                  <a:cubicBezTo>
                    <a:pt x="533490" y="451542"/>
                    <a:pt x="527440" y="445492"/>
                    <a:pt x="527440" y="437243"/>
                  </a:cubicBezTo>
                  <a:lnTo>
                    <a:pt x="527440" y="431743"/>
                  </a:lnTo>
                  <a:cubicBezTo>
                    <a:pt x="528540" y="399293"/>
                    <a:pt x="534590" y="227696"/>
                    <a:pt x="527440" y="178747"/>
                  </a:cubicBezTo>
                  <a:cubicBezTo>
                    <a:pt x="527440" y="178747"/>
                    <a:pt x="527440" y="178197"/>
                    <a:pt x="527440" y="177647"/>
                  </a:cubicBezTo>
                  <a:cubicBezTo>
                    <a:pt x="525241" y="163347"/>
                    <a:pt x="499941" y="152347"/>
                    <a:pt x="495541" y="113848"/>
                  </a:cubicBezTo>
                  <a:cubicBezTo>
                    <a:pt x="495541" y="113298"/>
                    <a:pt x="495541" y="112748"/>
                    <a:pt x="495541" y="112198"/>
                  </a:cubicBezTo>
                  <a:lnTo>
                    <a:pt x="495541" y="10450"/>
                  </a:lnTo>
                  <a:cubicBezTo>
                    <a:pt x="495541" y="4400"/>
                    <a:pt x="499941" y="0"/>
                    <a:pt x="505441" y="0"/>
                  </a:cubicBezTo>
                  <a:close/>
                </a:path>
              </a:pathLst>
            </a:custGeom>
            <a:solidFill>
              <a:schemeClr val="accent2"/>
            </a:solidFill>
            <a:ln w="5457" cap="flat">
              <a:noFill/>
              <a:prstDash val="solid"/>
              <a:miter/>
            </a:ln>
          </p:spPr>
          <p:txBody>
            <a:bodyPr wrap="square" rtlCol="0" anchor="ctr">
              <a:noAutofit/>
            </a:bodyPr>
            <a:lstStyle/>
            <a:p>
              <a:endParaRPr lang="en-US" dirty="0"/>
            </a:p>
          </p:txBody>
        </p:sp>
        <p:sp>
          <p:nvSpPr>
            <p:cNvPr id="2906" name="Freeform: Shape 2905">
              <a:extLst>
                <a:ext uri="{FF2B5EF4-FFF2-40B4-BE49-F238E27FC236}">
                  <a16:creationId xmlns:a16="http://schemas.microsoft.com/office/drawing/2014/main" id="{4241C853-2364-C214-732A-FF068A401B00}"/>
                </a:ext>
                <a:ext uri="{C183D7F6-B498-43B3-948B-1728B52AA6E4}">
                  <adec:decorative xmlns:adec="http://schemas.microsoft.com/office/drawing/2017/decorative" val="1"/>
                </a:ext>
              </a:extLst>
            </p:cNvPr>
            <p:cNvSpPr/>
            <p:nvPr/>
          </p:nvSpPr>
          <p:spPr>
            <a:xfrm>
              <a:off x="6405810" y="6040501"/>
              <a:ext cx="37070" cy="37070"/>
            </a:xfrm>
            <a:custGeom>
              <a:avLst/>
              <a:gdLst>
                <a:gd name="connsiteX0" fmla="*/ 65999 w 65998"/>
                <a:gd name="connsiteY0" fmla="*/ 0 h 65998"/>
                <a:gd name="connsiteX1" fmla="*/ 65999 w 65998"/>
                <a:gd name="connsiteY1" fmla="*/ 65999 h 65998"/>
                <a:gd name="connsiteX2" fmla="*/ 0 w 65998"/>
                <a:gd name="connsiteY2" fmla="*/ 65999 h 65998"/>
                <a:gd name="connsiteX3" fmla="*/ 0 w 65998"/>
                <a:gd name="connsiteY3" fmla="*/ 0 h 65998"/>
                <a:gd name="connsiteX4" fmla="*/ 65999 w 65998"/>
                <a:gd name="connsiteY4" fmla="*/ 0 h 65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8" h="65998">
                  <a:moveTo>
                    <a:pt x="65999" y="0"/>
                  </a:moveTo>
                  <a:lnTo>
                    <a:pt x="65999" y="65999"/>
                  </a:lnTo>
                  <a:lnTo>
                    <a:pt x="0" y="65999"/>
                  </a:lnTo>
                  <a:lnTo>
                    <a:pt x="0" y="0"/>
                  </a:lnTo>
                  <a:lnTo>
                    <a:pt x="65999" y="0"/>
                  </a:lnTo>
                  <a:close/>
                </a:path>
              </a:pathLst>
            </a:custGeom>
            <a:solidFill>
              <a:schemeClr val="bg1"/>
            </a:solidFill>
            <a:ln w="5457" cap="flat">
              <a:noFill/>
              <a:prstDash val="solid"/>
              <a:miter/>
            </a:ln>
          </p:spPr>
          <p:txBody>
            <a:bodyPr rtlCol="0" anchor="ctr"/>
            <a:lstStyle/>
            <a:p>
              <a:endParaRPr lang="en-US" dirty="0"/>
            </a:p>
          </p:txBody>
        </p:sp>
      </p:grpSp>
      <p:grpSp>
        <p:nvGrpSpPr>
          <p:cNvPr id="936" name="Group 935">
            <a:extLst>
              <a:ext uri="{FF2B5EF4-FFF2-40B4-BE49-F238E27FC236}">
                <a16:creationId xmlns:a16="http://schemas.microsoft.com/office/drawing/2014/main" id="{515E0AA7-1A22-EDEF-C165-CA6719F9ABB2}"/>
              </a:ext>
              <a:ext uri="{C183D7F6-B498-43B3-948B-1728B52AA6E4}">
                <adec:decorative xmlns:adec="http://schemas.microsoft.com/office/drawing/2017/decorative" val="1"/>
              </a:ext>
            </a:extLst>
          </p:cNvPr>
          <p:cNvGrpSpPr>
            <a:grpSpLocks noChangeAspect="1"/>
          </p:cNvGrpSpPr>
          <p:nvPr/>
        </p:nvGrpSpPr>
        <p:grpSpPr>
          <a:xfrm>
            <a:off x="6744623" y="5755986"/>
            <a:ext cx="571266" cy="457200"/>
            <a:chOff x="7005089" y="5755986"/>
            <a:chExt cx="571266" cy="457200"/>
          </a:xfrm>
          <a:solidFill>
            <a:srgbClr val="FF0000"/>
          </a:solidFill>
        </p:grpSpPr>
        <p:sp>
          <p:nvSpPr>
            <p:cNvPr id="2909" name="Freeform: Shape 2908">
              <a:extLst>
                <a:ext uri="{FF2B5EF4-FFF2-40B4-BE49-F238E27FC236}">
                  <a16:creationId xmlns:a16="http://schemas.microsoft.com/office/drawing/2014/main" id="{BC991ACB-0CF2-7453-1268-2B2F6BC59706}"/>
                </a:ext>
                <a:ext uri="{C183D7F6-B498-43B3-948B-1728B52AA6E4}">
                  <adec:decorative xmlns:adec="http://schemas.microsoft.com/office/drawing/2017/decorative" val="1"/>
                </a:ext>
              </a:extLst>
            </p:cNvPr>
            <p:cNvSpPr/>
            <p:nvPr/>
          </p:nvSpPr>
          <p:spPr>
            <a:xfrm>
              <a:off x="7005089" y="5764232"/>
              <a:ext cx="571266" cy="448954"/>
            </a:xfrm>
            <a:custGeom>
              <a:avLst/>
              <a:gdLst>
                <a:gd name="connsiteX0" fmla="*/ 606139 w 883699"/>
                <a:gd name="connsiteY0" fmla="*/ 481106 h 694493"/>
                <a:gd name="connsiteX1" fmla="*/ 582880 w 883699"/>
                <a:gd name="connsiteY1" fmla="*/ 481139 h 694493"/>
                <a:gd name="connsiteX2" fmla="*/ 559100 w 883699"/>
                <a:gd name="connsiteY2" fmla="*/ 490154 h 694493"/>
                <a:gd name="connsiteX3" fmla="*/ 443298 w 883699"/>
                <a:gd name="connsiteY3" fmla="*/ 548684 h 694493"/>
                <a:gd name="connsiteX4" fmla="*/ 399616 w 883699"/>
                <a:gd name="connsiteY4" fmla="*/ 560426 h 694493"/>
                <a:gd name="connsiteX5" fmla="*/ 291810 w 883699"/>
                <a:gd name="connsiteY5" fmla="*/ 563443 h 694493"/>
                <a:gd name="connsiteX6" fmla="*/ 282675 w 883699"/>
                <a:gd name="connsiteY6" fmla="*/ 563462 h 694493"/>
                <a:gd name="connsiteX7" fmla="*/ 268608 w 883699"/>
                <a:gd name="connsiteY7" fmla="*/ 550022 h 694493"/>
                <a:gd name="connsiteX8" fmla="*/ 281268 w 883699"/>
                <a:gd name="connsiteY8" fmla="*/ 537147 h 694493"/>
                <a:gd name="connsiteX9" fmla="*/ 301337 w 883699"/>
                <a:gd name="connsiteY9" fmla="*/ 536040 h 694493"/>
                <a:gd name="connsiteX10" fmla="*/ 392715 w 883699"/>
                <a:gd name="connsiteY10" fmla="*/ 533958 h 694493"/>
                <a:gd name="connsiteX11" fmla="*/ 449241 w 883699"/>
                <a:gd name="connsiteY11" fmla="*/ 513886 h 694493"/>
                <a:gd name="connsiteX12" fmla="*/ 424708 w 883699"/>
                <a:gd name="connsiteY12" fmla="*/ 486572 h 694493"/>
                <a:gd name="connsiteX13" fmla="*/ 401401 w 883699"/>
                <a:gd name="connsiteY13" fmla="*/ 482888 h 694493"/>
                <a:gd name="connsiteX14" fmla="*/ 172866 w 883699"/>
                <a:gd name="connsiteY14" fmla="*/ 483460 h 694493"/>
                <a:gd name="connsiteX15" fmla="*/ 161982 w 883699"/>
                <a:gd name="connsiteY15" fmla="*/ 485506 h 694493"/>
                <a:gd name="connsiteX16" fmla="*/ 159759 w 883699"/>
                <a:gd name="connsiteY16" fmla="*/ 551687 h 694493"/>
                <a:gd name="connsiteX17" fmla="*/ 159254 w 883699"/>
                <a:gd name="connsiteY17" fmla="*/ 586419 h 694493"/>
                <a:gd name="connsiteX18" fmla="*/ 159809 w 883699"/>
                <a:gd name="connsiteY18" fmla="*/ 620355 h 694493"/>
                <a:gd name="connsiteX19" fmla="*/ 166306 w 883699"/>
                <a:gd name="connsiteY19" fmla="*/ 622108 h 694493"/>
                <a:gd name="connsiteX20" fmla="*/ 279042 w 883699"/>
                <a:gd name="connsiteY20" fmla="*/ 633333 h 694493"/>
                <a:gd name="connsiteX21" fmla="*/ 371679 w 883699"/>
                <a:gd name="connsiteY21" fmla="*/ 643280 h 694493"/>
                <a:gd name="connsiteX22" fmla="*/ 439956 w 883699"/>
                <a:gd name="connsiteY22" fmla="*/ 629330 h 694493"/>
                <a:gd name="connsiteX23" fmla="*/ 479882 w 883699"/>
                <a:gd name="connsiteY23" fmla="*/ 603601 h 694493"/>
                <a:gd name="connsiteX24" fmla="*/ 622061 w 883699"/>
                <a:gd name="connsiteY24" fmla="*/ 497697 h 694493"/>
                <a:gd name="connsiteX25" fmla="*/ 627645 w 883699"/>
                <a:gd name="connsiteY25" fmla="*/ 492010 h 694493"/>
                <a:gd name="connsiteX26" fmla="*/ 606139 w 883699"/>
                <a:gd name="connsiteY26" fmla="*/ 481106 h 694493"/>
                <a:gd name="connsiteX27" fmla="*/ 82707 w 883699"/>
                <a:gd name="connsiteY27" fmla="*/ 471438 h 694493"/>
                <a:gd name="connsiteX28" fmla="*/ 46203 w 883699"/>
                <a:gd name="connsiteY28" fmla="*/ 473537 h 694493"/>
                <a:gd name="connsiteX29" fmla="*/ 45861 w 883699"/>
                <a:gd name="connsiteY29" fmla="*/ 478879 h 694493"/>
                <a:gd name="connsiteX30" fmla="*/ 81676 w 883699"/>
                <a:gd name="connsiteY30" fmla="*/ 641240 h 694493"/>
                <a:gd name="connsiteX31" fmla="*/ 84370 w 883699"/>
                <a:gd name="connsiteY31" fmla="*/ 648153 h 694493"/>
                <a:gd name="connsiteX32" fmla="*/ 122926 w 883699"/>
                <a:gd name="connsiteY32" fmla="*/ 640190 h 694493"/>
                <a:gd name="connsiteX33" fmla="*/ 123110 w 883699"/>
                <a:gd name="connsiteY33" fmla="*/ 524929 h 694493"/>
                <a:gd name="connsiteX34" fmla="*/ 121833 w 883699"/>
                <a:gd name="connsiteY34" fmla="*/ 472801 h 694493"/>
                <a:gd name="connsiteX35" fmla="*/ 82707 w 883699"/>
                <a:gd name="connsiteY35" fmla="*/ 471438 h 694493"/>
                <a:gd name="connsiteX36" fmla="*/ 146112 w 883699"/>
                <a:gd name="connsiteY36" fmla="*/ 433347 h 694493"/>
                <a:gd name="connsiteX37" fmla="*/ 162115 w 883699"/>
                <a:gd name="connsiteY37" fmla="*/ 448016 h 694493"/>
                <a:gd name="connsiteX38" fmla="*/ 163527 w 883699"/>
                <a:gd name="connsiteY38" fmla="*/ 456365 h 694493"/>
                <a:gd name="connsiteX39" fmla="*/ 183570 w 883699"/>
                <a:gd name="connsiteY39" fmla="*/ 456654 h 694493"/>
                <a:gd name="connsiteX40" fmla="*/ 390206 w 883699"/>
                <a:gd name="connsiteY40" fmla="*/ 455254 h 694493"/>
                <a:gd name="connsiteX41" fmla="*/ 415462 w 883699"/>
                <a:gd name="connsiteY41" fmla="*/ 456642 h 694493"/>
                <a:gd name="connsiteX42" fmla="*/ 475831 w 883699"/>
                <a:gd name="connsiteY42" fmla="*/ 501317 h 694493"/>
                <a:gd name="connsiteX43" fmla="*/ 540054 w 883699"/>
                <a:gd name="connsiteY43" fmla="*/ 468896 h 694493"/>
                <a:gd name="connsiteX44" fmla="*/ 558118 w 883699"/>
                <a:gd name="connsiteY44" fmla="*/ 460073 h 694493"/>
                <a:gd name="connsiteX45" fmla="*/ 656724 w 883699"/>
                <a:gd name="connsiteY45" fmla="*/ 481080 h 694493"/>
                <a:gd name="connsiteX46" fmla="*/ 655197 w 883699"/>
                <a:gd name="connsiteY46" fmla="*/ 506734 h 694493"/>
                <a:gd name="connsiteX47" fmla="*/ 608826 w 883699"/>
                <a:gd name="connsiteY47" fmla="*/ 542159 h 694493"/>
                <a:gd name="connsiteX48" fmla="*/ 536143 w 883699"/>
                <a:gd name="connsiteY48" fmla="*/ 597049 h 694493"/>
                <a:gd name="connsiteX49" fmla="*/ 441769 w 883699"/>
                <a:gd name="connsiteY49" fmla="*/ 659054 h 694493"/>
                <a:gd name="connsiteX50" fmla="*/ 378144 w 883699"/>
                <a:gd name="connsiteY50" fmla="*/ 670806 h 694493"/>
                <a:gd name="connsiteX51" fmla="*/ 208950 w 883699"/>
                <a:gd name="connsiteY51" fmla="*/ 654094 h 694493"/>
                <a:gd name="connsiteX52" fmla="*/ 160619 w 883699"/>
                <a:gd name="connsiteY52" fmla="*/ 649377 h 694493"/>
                <a:gd name="connsiteX53" fmla="*/ 157920 w 883699"/>
                <a:gd name="connsiteY53" fmla="*/ 661939 h 694493"/>
                <a:gd name="connsiteX54" fmla="*/ 144437 w 883699"/>
                <a:gd name="connsiteY54" fmla="*/ 677121 h 694493"/>
                <a:gd name="connsiteX55" fmla="*/ 124862 w 883699"/>
                <a:gd name="connsiteY55" fmla="*/ 681691 h 694493"/>
                <a:gd name="connsiteX56" fmla="*/ 74975 w 883699"/>
                <a:gd name="connsiteY56" fmla="*/ 693072 h 694493"/>
                <a:gd name="connsiteX57" fmla="*/ 56314 w 883699"/>
                <a:gd name="connsiteY57" fmla="*/ 693110 h 694493"/>
                <a:gd name="connsiteX58" fmla="*/ 52911 w 883699"/>
                <a:gd name="connsiteY58" fmla="*/ 683441 h 694493"/>
                <a:gd name="connsiteX59" fmla="*/ 1968 w 883699"/>
                <a:gd name="connsiteY59" fmla="*/ 460773 h 694493"/>
                <a:gd name="connsiteX60" fmla="*/ 3448 w 883699"/>
                <a:gd name="connsiteY60" fmla="*/ 436694 h 694493"/>
                <a:gd name="connsiteX61" fmla="*/ 21788 w 883699"/>
                <a:gd name="connsiteY61" fmla="*/ 434261 h 694493"/>
                <a:gd name="connsiteX62" fmla="*/ 146112 w 883699"/>
                <a:gd name="connsiteY62" fmla="*/ 433347 h 694493"/>
                <a:gd name="connsiteX63" fmla="*/ 107219 w 883699"/>
                <a:gd name="connsiteY63" fmla="*/ 356588 h 694493"/>
                <a:gd name="connsiteX64" fmla="*/ 861795 w 883699"/>
                <a:gd name="connsiteY64" fmla="*/ 356588 h 694493"/>
                <a:gd name="connsiteX65" fmla="*/ 867137 w 883699"/>
                <a:gd name="connsiteY65" fmla="*/ 357139 h 694493"/>
                <a:gd name="connsiteX66" fmla="*/ 883692 w 883699"/>
                <a:gd name="connsiteY66" fmla="*/ 376241 h 694493"/>
                <a:gd name="connsiteX67" fmla="*/ 866392 w 883699"/>
                <a:gd name="connsiteY67" fmla="*/ 396595 h 694493"/>
                <a:gd name="connsiteX68" fmla="*/ 855469 w 883699"/>
                <a:gd name="connsiteY68" fmla="*/ 397204 h 694493"/>
                <a:gd name="connsiteX69" fmla="*/ 807928 w 883699"/>
                <a:gd name="connsiteY69" fmla="*/ 397473 h 694493"/>
                <a:gd name="connsiteX70" fmla="*/ 160584 w 883699"/>
                <a:gd name="connsiteY70" fmla="*/ 397472 h 694493"/>
                <a:gd name="connsiteX71" fmla="*/ 113048 w 883699"/>
                <a:gd name="connsiteY71" fmla="*/ 397082 h 694493"/>
                <a:gd name="connsiteX72" fmla="*/ 90381 w 883699"/>
                <a:gd name="connsiteY72" fmla="*/ 394101 h 694493"/>
                <a:gd name="connsiteX73" fmla="*/ 88883 w 883699"/>
                <a:gd name="connsiteY73" fmla="*/ 361690 h 694493"/>
                <a:gd name="connsiteX74" fmla="*/ 105555 w 883699"/>
                <a:gd name="connsiteY74" fmla="*/ 356674 h 694493"/>
                <a:gd name="connsiteX75" fmla="*/ 429075 w 883699"/>
                <a:gd name="connsiteY75" fmla="*/ 52 h 694493"/>
                <a:gd name="connsiteX76" fmla="*/ 429075 w 883699"/>
                <a:gd name="connsiteY76" fmla="*/ 45297 h 694493"/>
                <a:gd name="connsiteX77" fmla="*/ 425062 w 883699"/>
                <a:gd name="connsiteY77" fmla="*/ 45871 h 694493"/>
                <a:gd name="connsiteX78" fmla="*/ 170208 w 883699"/>
                <a:gd name="connsiteY78" fmla="*/ 324240 h 694493"/>
                <a:gd name="connsiteX79" fmla="*/ 168575 w 883699"/>
                <a:gd name="connsiteY79" fmla="*/ 356588 h 694493"/>
                <a:gd name="connsiteX80" fmla="*/ 123741 w 883699"/>
                <a:gd name="connsiteY80" fmla="*/ 356588 h 694493"/>
                <a:gd name="connsiteX81" fmla="*/ 125606 w 883699"/>
                <a:gd name="connsiteY81" fmla="*/ 319656 h 694493"/>
                <a:gd name="connsiteX82" fmla="*/ 416575 w 883699"/>
                <a:gd name="connsiteY82" fmla="*/ 1839 h 694493"/>
                <a:gd name="connsiteX83" fmla="*/ 540470 w 883699"/>
                <a:gd name="connsiteY83" fmla="*/ 0 h 694493"/>
                <a:gd name="connsiteX84" fmla="*/ 553332 w 883699"/>
                <a:gd name="connsiteY84" fmla="*/ 1839 h 694493"/>
                <a:gd name="connsiteX85" fmla="*/ 844301 w 883699"/>
                <a:gd name="connsiteY85" fmla="*/ 319656 h 694493"/>
                <a:gd name="connsiteX86" fmla="*/ 846166 w 883699"/>
                <a:gd name="connsiteY86" fmla="*/ 356588 h 694493"/>
                <a:gd name="connsiteX87" fmla="*/ 801332 w 883699"/>
                <a:gd name="connsiteY87" fmla="*/ 356588 h 694493"/>
                <a:gd name="connsiteX88" fmla="*/ 799698 w 883699"/>
                <a:gd name="connsiteY88" fmla="*/ 324240 h 694493"/>
                <a:gd name="connsiteX89" fmla="*/ 544844 w 883699"/>
                <a:gd name="connsiteY89" fmla="*/ 45871 h 694493"/>
                <a:gd name="connsiteX90" fmla="*/ 540470 w 883699"/>
                <a:gd name="connsiteY90" fmla="*/ 45245 h 69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883699" h="694493">
                  <a:moveTo>
                    <a:pt x="606139" y="481106"/>
                  </a:moveTo>
                  <a:cubicBezTo>
                    <a:pt x="598686" y="479303"/>
                    <a:pt x="590941" y="479323"/>
                    <a:pt x="582880" y="481139"/>
                  </a:cubicBezTo>
                  <a:cubicBezTo>
                    <a:pt x="574683" y="482985"/>
                    <a:pt x="566664" y="486382"/>
                    <a:pt x="559100" y="490154"/>
                  </a:cubicBezTo>
                  <a:cubicBezTo>
                    <a:pt x="520398" y="509458"/>
                    <a:pt x="481832" y="529040"/>
                    <a:pt x="443298" y="548684"/>
                  </a:cubicBezTo>
                  <a:cubicBezTo>
                    <a:pt x="429521" y="555707"/>
                    <a:pt x="415231" y="560077"/>
                    <a:pt x="399616" y="560426"/>
                  </a:cubicBezTo>
                  <a:cubicBezTo>
                    <a:pt x="363677" y="561229"/>
                    <a:pt x="327745" y="562425"/>
                    <a:pt x="291810" y="563443"/>
                  </a:cubicBezTo>
                  <a:cubicBezTo>
                    <a:pt x="288767" y="563530"/>
                    <a:pt x="285705" y="563677"/>
                    <a:pt x="282675" y="563462"/>
                  </a:cubicBezTo>
                  <a:cubicBezTo>
                    <a:pt x="273697" y="562826"/>
                    <a:pt x="268537" y="557812"/>
                    <a:pt x="268608" y="550022"/>
                  </a:cubicBezTo>
                  <a:cubicBezTo>
                    <a:pt x="268675" y="542821"/>
                    <a:pt x="273092" y="538034"/>
                    <a:pt x="281268" y="537147"/>
                  </a:cubicBezTo>
                  <a:cubicBezTo>
                    <a:pt x="287920" y="536426"/>
                    <a:pt x="294640" y="536213"/>
                    <a:pt x="301337" y="536040"/>
                  </a:cubicBezTo>
                  <a:cubicBezTo>
                    <a:pt x="331795" y="535252"/>
                    <a:pt x="362253" y="534184"/>
                    <a:pt x="392715" y="533958"/>
                  </a:cubicBezTo>
                  <a:cubicBezTo>
                    <a:pt x="413794" y="533802"/>
                    <a:pt x="431435" y="525379"/>
                    <a:pt x="449241" y="513886"/>
                  </a:cubicBezTo>
                  <a:cubicBezTo>
                    <a:pt x="445738" y="499955"/>
                    <a:pt x="437983" y="490496"/>
                    <a:pt x="424708" y="486572"/>
                  </a:cubicBezTo>
                  <a:cubicBezTo>
                    <a:pt x="417215" y="484357"/>
                    <a:pt x="409188" y="482894"/>
                    <a:pt x="401401" y="482888"/>
                  </a:cubicBezTo>
                  <a:cubicBezTo>
                    <a:pt x="325222" y="482835"/>
                    <a:pt x="249044" y="483134"/>
                    <a:pt x="172866" y="483460"/>
                  </a:cubicBezTo>
                  <a:cubicBezTo>
                    <a:pt x="169465" y="483474"/>
                    <a:pt x="166070" y="484706"/>
                    <a:pt x="161982" y="485506"/>
                  </a:cubicBezTo>
                  <a:cubicBezTo>
                    <a:pt x="161236" y="506938"/>
                    <a:pt x="160516" y="527592"/>
                    <a:pt x="159759" y="551687"/>
                  </a:cubicBezTo>
                  <a:cubicBezTo>
                    <a:pt x="159575" y="563264"/>
                    <a:pt x="159223" y="574842"/>
                    <a:pt x="159254" y="586419"/>
                  </a:cubicBezTo>
                  <a:cubicBezTo>
                    <a:pt x="159284" y="597810"/>
                    <a:pt x="157980" y="609302"/>
                    <a:pt x="159809" y="620355"/>
                  </a:cubicBezTo>
                  <a:cubicBezTo>
                    <a:pt x="162872" y="621200"/>
                    <a:pt x="164561" y="621933"/>
                    <a:pt x="166306" y="622108"/>
                  </a:cubicBezTo>
                  <a:cubicBezTo>
                    <a:pt x="203882" y="625879"/>
                    <a:pt x="241472" y="629504"/>
                    <a:pt x="279042" y="633333"/>
                  </a:cubicBezTo>
                  <a:cubicBezTo>
                    <a:pt x="309939" y="636482"/>
                    <a:pt x="340871" y="639394"/>
                    <a:pt x="371679" y="643280"/>
                  </a:cubicBezTo>
                  <a:cubicBezTo>
                    <a:pt x="396228" y="646376"/>
                    <a:pt x="418987" y="642765"/>
                    <a:pt x="439956" y="629330"/>
                  </a:cubicBezTo>
                  <a:cubicBezTo>
                    <a:pt x="453290" y="620786"/>
                    <a:pt x="467153" y="612965"/>
                    <a:pt x="479882" y="603601"/>
                  </a:cubicBezTo>
                  <a:cubicBezTo>
                    <a:pt x="527485" y="568584"/>
                    <a:pt x="574725" y="533076"/>
                    <a:pt x="622061" y="497697"/>
                  </a:cubicBezTo>
                  <a:cubicBezTo>
                    <a:pt x="623928" y="496302"/>
                    <a:pt x="625376" y="494347"/>
                    <a:pt x="627645" y="492010"/>
                  </a:cubicBezTo>
                  <a:cubicBezTo>
                    <a:pt x="620753" y="486534"/>
                    <a:pt x="613592" y="482908"/>
                    <a:pt x="606139" y="481106"/>
                  </a:cubicBezTo>
                  <a:close/>
                  <a:moveTo>
                    <a:pt x="82707" y="471438"/>
                  </a:moveTo>
                  <a:cubicBezTo>
                    <a:pt x="67807" y="471593"/>
                    <a:pt x="53343" y="472324"/>
                    <a:pt x="46203" y="473537"/>
                  </a:cubicBezTo>
                  <a:cubicBezTo>
                    <a:pt x="46070" y="475292"/>
                    <a:pt x="45491" y="477189"/>
                    <a:pt x="45861" y="478879"/>
                  </a:cubicBezTo>
                  <a:cubicBezTo>
                    <a:pt x="57728" y="533015"/>
                    <a:pt x="69672" y="587134"/>
                    <a:pt x="81676" y="641240"/>
                  </a:cubicBezTo>
                  <a:cubicBezTo>
                    <a:pt x="82181" y="643516"/>
                    <a:pt x="83372" y="645640"/>
                    <a:pt x="84370" y="648153"/>
                  </a:cubicBezTo>
                  <a:cubicBezTo>
                    <a:pt x="97648" y="647755"/>
                    <a:pt x="109861" y="644902"/>
                    <a:pt x="122926" y="640190"/>
                  </a:cubicBezTo>
                  <a:cubicBezTo>
                    <a:pt x="123302" y="602807"/>
                    <a:pt x="123026" y="565695"/>
                    <a:pt x="123110" y="524929"/>
                  </a:cubicBezTo>
                  <a:cubicBezTo>
                    <a:pt x="122486" y="507495"/>
                    <a:pt x="124512" y="489936"/>
                    <a:pt x="121833" y="472801"/>
                  </a:cubicBezTo>
                  <a:cubicBezTo>
                    <a:pt x="112946" y="471706"/>
                    <a:pt x="97608" y="471284"/>
                    <a:pt x="82707" y="471438"/>
                  </a:cubicBezTo>
                  <a:close/>
                  <a:moveTo>
                    <a:pt x="146112" y="433347"/>
                  </a:moveTo>
                  <a:cubicBezTo>
                    <a:pt x="158742" y="433319"/>
                    <a:pt x="160268" y="435197"/>
                    <a:pt x="162115" y="448016"/>
                  </a:cubicBezTo>
                  <a:cubicBezTo>
                    <a:pt x="162455" y="450377"/>
                    <a:pt x="162907" y="452722"/>
                    <a:pt x="163527" y="456365"/>
                  </a:cubicBezTo>
                  <a:cubicBezTo>
                    <a:pt x="170346" y="456470"/>
                    <a:pt x="176959" y="456699"/>
                    <a:pt x="183570" y="456654"/>
                  </a:cubicBezTo>
                  <a:cubicBezTo>
                    <a:pt x="252449" y="456192"/>
                    <a:pt x="321326" y="455640"/>
                    <a:pt x="390206" y="455254"/>
                  </a:cubicBezTo>
                  <a:cubicBezTo>
                    <a:pt x="398103" y="455211"/>
                    <a:pt x="406006" y="456035"/>
                    <a:pt x="415462" y="456642"/>
                  </a:cubicBezTo>
                  <a:cubicBezTo>
                    <a:pt x="445369" y="459469"/>
                    <a:pt x="462971" y="476769"/>
                    <a:pt x="475831" y="501317"/>
                  </a:cubicBezTo>
                  <a:cubicBezTo>
                    <a:pt x="497697" y="490275"/>
                    <a:pt x="518865" y="479564"/>
                    <a:pt x="540054" y="468896"/>
                  </a:cubicBezTo>
                  <a:cubicBezTo>
                    <a:pt x="546039" y="465883"/>
                    <a:pt x="552003" y="462804"/>
                    <a:pt x="558118" y="460073"/>
                  </a:cubicBezTo>
                  <a:cubicBezTo>
                    <a:pt x="587178" y="447086"/>
                    <a:pt x="629479" y="449912"/>
                    <a:pt x="656724" y="481080"/>
                  </a:cubicBezTo>
                  <a:cubicBezTo>
                    <a:pt x="666308" y="492043"/>
                    <a:pt x="666441" y="497874"/>
                    <a:pt x="655197" y="506734"/>
                  </a:cubicBezTo>
                  <a:cubicBezTo>
                    <a:pt x="639921" y="518772"/>
                    <a:pt x="624321" y="530401"/>
                    <a:pt x="608826" y="542159"/>
                  </a:cubicBezTo>
                  <a:cubicBezTo>
                    <a:pt x="584638" y="560511"/>
                    <a:pt x="560721" y="579236"/>
                    <a:pt x="536143" y="597049"/>
                  </a:cubicBezTo>
                  <a:cubicBezTo>
                    <a:pt x="505653" y="619146"/>
                    <a:pt x="475449" y="641719"/>
                    <a:pt x="441769" y="659054"/>
                  </a:cubicBezTo>
                  <a:cubicBezTo>
                    <a:pt x="421620" y="669426"/>
                    <a:pt x="400717" y="673178"/>
                    <a:pt x="378144" y="670806"/>
                  </a:cubicBezTo>
                  <a:cubicBezTo>
                    <a:pt x="321783" y="664884"/>
                    <a:pt x="265352" y="659620"/>
                    <a:pt x="208950" y="654094"/>
                  </a:cubicBezTo>
                  <a:cubicBezTo>
                    <a:pt x="193222" y="652554"/>
                    <a:pt x="177493" y="651023"/>
                    <a:pt x="160619" y="649377"/>
                  </a:cubicBezTo>
                  <a:cubicBezTo>
                    <a:pt x="159582" y="654093"/>
                    <a:pt x="158428" y="657975"/>
                    <a:pt x="157920" y="661939"/>
                  </a:cubicBezTo>
                  <a:cubicBezTo>
                    <a:pt x="156868" y="670179"/>
                    <a:pt x="152584" y="675275"/>
                    <a:pt x="144437" y="677121"/>
                  </a:cubicBezTo>
                  <a:cubicBezTo>
                    <a:pt x="137902" y="678601"/>
                    <a:pt x="131395" y="680205"/>
                    <a:pt x="124862" y="681691"/>
                  </a:cubicBezTo>
                  <a:cubicBezTo>
                    <a:pt x="108230" y="685474"/>
                    <a:pt x="91549" y="689053"/>
                    <a:pt x="74975" y="693072"/>
                  </a:cubicBezTo>
                  <a:cubicBezTo>
                    <a:pt x="68921" y="694540"/>
                    <a:pt x="63081" y="695335"/>
                    <a:pt x="56314" y="693110"/>
                  </a:cubicBezTo>
                  <a:cubicBezTo>
                    <a:pt x="55261" y="690166"/>
                    <a:pt x="53704" y="686891"/>
                    <a:pt x="52911" y="683441"/>
                  </a:cubicBezTo>
                  <a:cubicBezTo>
                    <a:pt x="35875" y="609231"/>
                    <a:pt x="18913" y="535004"/>
                    <a:pt x="1968" y="460773"/>
                  </a:cubicBezTo>
                  <a:cubicBezTo>
                    <a:pt x="204" y="453046"/>
                    <a:pt x="-1992" y="445260"/>
                    <a:pt x="3448" y="436694"/>
                  </a:cubicBezTo>
                  <a:cubicBezTo>
                    <a:pt x="8539" y="434287"/>
                    <a:pt x="15227" y="434326"/>
                    <a:pt x="21788" y="434261"/>
                  </a:cubicBezTo>
                  <a:cubicBezTo>
                    <a:pt x="63229" y="433850"/>
                    <a:pt x="104670" y="433439"/>
                    <a:pt x="146112" y="433347"/>
                  </a:cubicBezTo>
                  <a:close/>
                  <a:moveTo>
                    <a:pt x="107219" y="356588"/>
                  </a:moveTo>
                  <a:lnTo>
                    <a:pt x="861795" y="356588"/>
                  </a:lnTo>
                  <a:lnTo>
                    <a:pt x="867137" y="357139"/>
                  </a:lnTo>
                  <a:cubicBezTo>
                    <a:pt x="877037" y="359156"/>
                    <a:pt x="883446" y="366765"/>
                    <a:pt x="883692" y="376241"/>
                  </a:cubicBezTo>
                  <a:cubicBezTo>
                    <a:pt x="883953" y="386357"/>
                    <a:pt x="877065" y="394654"/>
                    <a:pt x="866392" y="396595"/>
                  </a:cubicBezTo>
                  <a:cubicBezTo>
                    <a:pt x="862830" y="397242"/>
                    <a:pt x="859116" y="397171"/>
                    <a:pt x="855469" y="397204"/>
                  </a:cubicBezTo>
                  <a:cubicBezTo>
                    <a:pt x="839623" y="397342"/>
                    <a:pt x="823774" y="397472"/>
                    <a:pt x="807928" y="397473"/>
                  </a:cubicBezTo>
                  <a:cubicBezTo>
                    <a:pt x="592147" y="397490"/>
                    <a:pt x="376366" y="397490"/>
                    <a:pt x="160584" y="397472"/>
                  </a:cubicBezTo>
                  <a:cubicBezTo>
                    <a:pt x="144738" y="397472"/>
                    <a:pt x="128879" y="397629"/>
                    <a:pt x="113048" y="397082"/>
                  </a:cubicBezTo>
                  <a:cubicBezTo>
                    <a:pt x="105297" y="396814"/>
                    <a:pt x="97597" y="395094"/>
                    <a:pt x="90381" y="394101"/>
                  </a:cubicBezTo>
                  <a:cubicBezTo>
                    <a:pt x="83774" y="382566"/>
                    <a:pt x="84096" y="372212"/>
                    <a:pt x="88883" y="361690"/>
                  </a:cubicBezTo>
                  <a:cubicBezTo>
                    <a:pt x="94056" y="358083"/>
                    <a:pt x="99705" y="357093"/>
                    <a:pt x="105555" y="356674"/>
                  </a:cubicBezTo>
                  <a:close/>
                  <a:moveTo>
                    <a:pt x="429075" y="52"/>
                  </a:moveTo>
                  <a:lnTo>
                    <a:pt x="429075" y="45297"/>
                  </a:lnTo>
                  <a:lnTo>
                    <a:pt x="425062" y="45871"/>
                  </a:lnTo>
                  <a:cubicBezTo>
                    <a:pt x="289312" y="71881"/>
                    <a:pt x="184385" y="184646"/>
                    <a:pt x="170208" y="324240"/>
                  </a:cubicBezTo>
                  <a:lnTo>
                    <a:pt x="168575" y="356588"/>
                  </a:lnTo>
                  <a:lnTo>
                    <a:pt x="123741" y="356588"/>
                  </a:lnTo>
                  <a:lnTo>
                    <a:pt x="125606" y="319656"/>
                  </a:lnTo>
                  <a:cubicBezTo>
                    <a:pt x="141792" y="160281"/>
                    <a:pt x="261588" y="31535"/>
                    <a:pt x="416575" y="1839"/>
                  </a:cubicBezTo>
                  <a:close/>
                  <a:moveTo>
                    <a:pt x="540470" y="0"/>
                  </a:moveTo>
                  <a:lnTo>
                    <a:pt x="553332" y="1839"/>
                  </a:lnTo>
                  <a:cubicBezTo>
                    <a:pt x="708319" y="31535"/>
                    <a:pt x="828115" y="160281"/>
                    <a:pt x="844301" y="319656"/>
                  </a:cubicBezTo>
                  <a:lnTo>
                    <a:pt x="846166" y="356588"/>
                  </a:lnTo>
                  <a:lnTo>
                    <a:pt x="801332" y="356588"/>
                  </a:lnTo>
                  <a:lnTo>
                    <a:pt x="799698" y="324240"/>
                  </a:lnTo>
                  <a:cubicBezTo>
                    <a:pt x="785522" y="184646"/>
                    <a:pt x="680595" y="71881"/>
                    <a:pt x="544844" y="45871"/>
                  </a:cubicBezTo>
                  <a:lnTo>
                    <a:pt x="540470" y="45245"/>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10" name="Freeform: Shape 2909">
              <a:extLst>
                <a:ext uri="{FF2B5EF4-FFF2-40B4-BE49-F238E27FC236}">
                  <a16:creationId xmlns:a16="http://schemas.microsoft.com/office/drawing/2014/main" id="{73C48B90-0120-33E2-BE8B-BEE40DF76EE1}"/>
                </a:ext>
                <a:ext uri="{C183D7F6-B498-43B3-948B-1728B52AA6E4}">
                  <adec:decorative xmlns:adec="http://schemas.microsoft.com/office/drawing/2017/decorative" val="1"/>
                </a:ext>
              </a:extLst>
            </p:cNvPr>
            <p:cNvSpPr/>
            <p:nvPr/>
          </p:nvSpPr>
          <p:spPr>
            <a:xfrm>
              <a:off x="7166708" y="5755986"/>
              <a:ext cx="173381" cy="144740"/>
            </a:xfrm>
            <a:custGeom>
              <a:avLst/>
              <a:gdLst>
                <a:gd name="connsiteX0" fmla="*/ 121797 w 268205"/>
                <a:gd name="connsiteY0" fmla="*/ 112177 h 223900"/>
                <a:gd name="connsiteX1" fmla="*/ 131488 w 268205"/>
                <a:gd name="connsiteY1" fmla="*/ 121699 h 223900"/>
                <a:gd name="connsiteX2" fmla="*/ 126053 w 268205"/>
                <a:gd name="connsiteY2" fmla="*/ 132448 h 223900"/>
                <a:gd name="connsiteX3" fmla="*/ 113943 w 268205"/>
                <a:gd name="connsiteY3" fmla="*/ 136409 h 223900"/>
                <a:gd name="connsiteX4" fmla="*/ 24929 w 268205"/>
                <a:gd name="connsiteY4" fmla="*/ 209321 h 223900"/>
                <a:gd name="connsiteX5" fmla="*/ 19731 w 268205"/>
                <a:gd name="connsiteY5" fmla="*/ 218912 h 223900"/>
                <a:gd name="connsiteX6" fmla="*/ 6959 w 268205"/>
                <a:gd name="connsiteY6" fmla="*/ 223160 h 223900"/>
                <a:gd name="connsiteX7" fmla="*/ 405 w 268205"/>
                <a:gd name="connsiteY7" fmla="*/ 209692 h 223900"/>
                <a:gd name="connsiteX8" fmla="*/ 3744 w 268205"/>
                <a:gd name="connsiteY8" fmla="*/ 201267 h 223900"/>
                <a:gd name="connsiteX9" fmla="*/ 18327 w 268205"/>
                <a:gd name="connsiteY9" fmla="*/ 176630 h 223900"/>
                <a:gd name="connsiteX10" fmla="*/ 111089 w 268205"/>
                <a:gd name="connsiteY10" fmla="*/ 113839 h 223900"/>
                <a:gd name="connsiteX11" fmla="*/ 121797 w 268205"/>
                <a:gd name="connsiteY11" fmla="*/ 112177 h 223900"/>
                <a:gd name="connsiteX12" fmla="*/ 201321 w 268205"/>
                <a:gd name="connsiteY12" fmla="*/ 0 h 223900"/>
                <a:gd name="connsiteX13" fmla="*/ 268205 w 268205"/>
                <a:gd name="connsiteY13" fmla="*/ 0 h 223900"/>
                <a:gd name="connsiteX14" fmla="*/ 268205 w 268205"/>
                <a:gd name="connsiteY14" fmla="*/ 66359 h 223900"/>
                <a:gd name="connsiteX15" fmla="*/ 201321 w 268205"/>
                <a:gd name="connsiteY15" fmla="*/ 66359 h 2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205" h="223900">
                  <a:moveTo>
                    <a:pt x="121797" y="112177"/>
                  </a:moveTo>
                  <a:cubicBezTo>
                    <a:pt x="126375" y="112210"/>
                    <a:pt x="130804" y="117000"/>
                    <a:pt x="131488" y="121699"/>
                  </a:cubicBezTo>
                  <a:cubicBezTo>
                    <a:pt x="132060" y="125637"/>
                    <a:pt x="129773" y="130826"/>
                    <a:pt x="126053" y="132448"/>
                  </a:cubicBezTo>
                  <a:cubicBezTo>
                    <a:pt x="122176" y="134138"/>
                    <a:pt x="118028" y="135242"/>
                    <a:pt x="113943" y="136409"/>
                  </a:cubicBezTo>
                  <a:cubicBezTo>
                    <a:pt x="73748" y="147876"/>
                    <a:pt x="44189" y="172302"/>
                    <a:pt x="24929" y="209321"/>
                  </a:cubicBezTo>
                  <a:cubicBezTo>
                    <a:pt x="23249" y="212549"/>
                    <a:pt x="21769" y="215923"/>
                    <a:pt x="19731" y="218912"/>
                  </a:cubicBezTo>
                  <a:cubicBezTo>
                    <a:pt x="16660" y="223420"/>
                    <a:pt x="11382" y="224973"/>
                    <a:pt x="6959" y="223160"/>
                  </a:cubicBezTo>
                  <a:cubicBezTo>
                    <a:pt x="1650" y="220983"/>
                    <a:pt x="-1089" y="215685"/>
                    <a:pt x="405" y="209692"/>
                  </a:cubicBezTo>
                  <a:cubicBezTo>
                    <a:pt x="1131" y="206781"/>
                    <a:pt x="2270" y="203879"/>
                    <a:pt x="3744" y="201267"/>
                  </a:cubicBezTo>
                  <a:cubicBezTo>
                    <a:pt x="8218" y="193338"/>
                    <a:pt x="12945" y="185552"/>
                    <a:pt x="18327" y="176630"/>
                  </a:cubicBezTo>
                  <a:cubicBezTo>
                    <a:pt x="42519" y="144198"/>
                    <a:pt x="73087" y="123453"/>
                    <a:pt x="111089" y="113839"/>
                  </a:cubicBezTo>
                  <a:cubicBezTo>
                    <a:pt x="114585" y="112954"/>
                    <a:pt x="118228" y="112151"/>
                    <a:pt x="121797" y="112177"/>
                  </a:cubicBezTo>
                  <a:close/>
                  <a:moveTo>
                    <a:pt x="201321" y="0"/>
                  </a:moveTo>
                  <a:lnTo>
                    <a:pt x="268205" y="0"/>
                  </a:lnTo>
                  <a:lnTo>
                    <a:pt x="268205" y="66359"/>
                  </a:lnTo>
                  <a:lnTo>
                    <a:pt x="201321" y="66359"/>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87" name="Group 86">
            <a:extLst>
              <a:ext uri="{FF2B5EF4-FFF2-40B4-BE49-F238E27FC236}">
                <a16:creationId xmlns:a16="http://schemas.microsoft.com/office/drawing/2014/main" id="{8EC2AB2C-71F4-C278-CC30-F5C3D06EFC84}"/>
              </a:ext>
              <a:ext uri="{C183D7F6-B498-43B3-948B-1728B52AA6E4}">
                <adec:decorative xmlns:adec="http://schemas.microsoft.com/office/drawing/2017/decorative" val="1"/>
              </a:ext>
            </a:extLst>
          </p:cNvPr>
          <p:cNvGrpSpPr>
            <a:grpSpLocks noChangeAspect="1"/>
          </p:cNvGrpSpPr>
          <p:nvPr/>
        </p:nvGrpSpPr>
        <p:grpSpPr>
          <a:xfrm>
            <a:off x="7478467" y="5755986"/>
            <a:ext cx="457537" cy="457200"/>
            <a:chOff x="7706375" y="5755986"/>
            <a:chExt cx="457537" cy="457200"/>
          </a:xfrm>
          <a:solidFill>
            <a:srgbClr val="FF0000"/>
          </a:solidFill>
        </p:grpSpPr>
        <p:sp>
          <p:nvSpPr>
            <p:cNvPr id="2915" name="Freeform: Shape 2914">
              <a:extLst>
                <a:ext uri="{FF2B5EF4-FFF2-40B4-BE49-F238E27FC236}">
                  <a16:creationId xmlns:a16="http://schemas.microsoft.com/office/drawing/2014/main" id="{F79D295E-4167-1486-173E-E582EF3FF377}"/>
                </a:ext>
                <a:ext uri="{C183D7F6-B498-43B3-948B-1728B52AA6E4}">
                  <adec:decorative xmlns:adec="http://schemas.microsoft.com/office/drawing/2017/decorative" val="1"/>
                </a:ext>
              </a:extLst>
            </p:cNvPr>
            <p:cNvSpPr/>
            <p:nvPr/>
          </p:nvSpPr>
          <p:spPr>
            <a:xfrm>
              <a:off x="7706375" y="5755986"/>
              <a:ext cx="457537" cy="457200"/>
            </a:xfrm>
            <a:custGeom>
              <a:avLst/>
              <a:gdLst>
                <a:gd name="connsiteX0" fmla="*/ 711978 w 977705"/>
                <a:gd name="connsiteY0" fmla="*/ 414897 h 976984"/>
                <a:gd name="connsiteX1" fmla="*/ 588031 w 977705"/>
                <a:gd name="connsiteY1" fmla="*/ 538844 h 976984"/>
                <a:gd name="connsiteX2" fmla="*/ 794129 w 977705"/>
                <a:gd name="connsiteY2" fmla="*/ 878978 h 976984"/>
                <a:gd name="connsiteX3" fmla="*/ 843851 w 977705"/>
                <a:gd name="connsiteY3" fmla="*/ 829255 h 976984"/>
                <a:gd name="connsiteX4" fmla="*/ 871594 w 977705"/>
                <a:gd name="connsiteY4" fmla="*/ 46660 h 976984"/>
                <a:gd name="connsiteX5" fmla="*/ 829437 w 977705"/>
                <a:gd name="connsiteY5" fmla="*/ 63955 h 976984"/>
                <a:gd name="connsiteX6" fmla="*/ 265189 w 977705"/>
                <a:gd name="connsiteY6" fmla="*/ 628203 h 976984"/>
                <a:gd name="connsiteX7" fmla="*/ 106652 w 977705"/>
                <a:gd name="connsiteY7" fmla="*/ 628203 h 976984"/>
                <a:gd name="connsiteX8" fmla="*/ 83592 w 977705"/>
                <a:gd name="connsiteY8" fmla="*/ 651263 h 976984"/>
                <a:gd name="connsiteX9" fmla="*/ 236261 w 977705"/>
                <a:gd name="connsiteY9" fmla="*/ 706051 h 976984"/>
                <a:gd name="connsiteX10" fmla="*/ 371790 w 977705"/>
                <a:gd name="connsiteY10" fmla="*/ 570522 h 976984"/>
                <a:gd name="connsiteX11" fmla="*/ 403892 w 977705"/>
                <a:gd name="connsiteY11" fmla="*/ 602624 h 976984"/>
                <a:gd name="connsiteX12" fmla="*/ 269916 w 977705"/>
                <a:gd name="connsiteY12" fmla="*/ 736600 h 976984"/>
                <a:gd name="connsiteX13" fmla="*/ 326442 w 977705"/>
                <a:gd name="connsiteY13" fmla="*/ 894113 h 976984"/>
                <a:gd name="connsiteX14" fmla="*/ 349502 w 977705"/>
                <a:gd name="connsiteY14" fmla="*/ 871052 h 976984"/>
                <a:gd name="connsiteX15" fmla="*/ 349502 w 977705"/>
                <a:gd name="connsiteY15" fmla="*/ 712516 h 976984"/>
                <a:gd name="connsiteX16" fmla="*/ 913750 w 977705"/>
                <a:gd name="connsiteY16" fmla="*/ 148268 h 976984"/>
                <a:gd name="connsiteX17" fmla="*/ 913750 w 977705"/>
                <a:gd name="connsiteY17" fmla="*/ 63955 h 976984"/>
                <a:gd name="connsiteX18" fmla="*/ 871594 w 977705"/>
                <a:gd name="connsiteY18" fmla="*/ 46660 h 976984"/>
                <a:gd name="connsiteX19" fmla="*/ 872314 w 977705"/>
                <a:gd name="connsiteY19" fmla="*/ 0 h 976984"/>
                <a:gd name="connsiteX20" fmla="*/ 946899 w 977705"/>
                <a:gd name="connsiteY20" fmla="*/ 30807 h 976984"/>
                <a:gd name="connsiteX21" fmla="*/ 946899 w 977705"/>
                <a:gd name="connsiteY21" fmla="*/ 179975 h 976984"/>
                <a:gd name="connsiteX22" fmla="*/ 748519 w 977705"/>
                <a:gd name="connsiteY22" fmla="*/ 378356 h 976984"/>
                <a:gd name="connsiteX23" fmla="*/ 771170 w 977705"/>
                <a:gd name="connsiteY23" fmla="*/ 449616 h 976984"/>
                <a:gd name="connsiteX24" fmla="*/ 809375 w 977705"/>
                <a:gd name="connsiteY24" fmla="*/ 411411 h 976984"/>
                <a:gd name="connsiteX25" fmla="*/ 841476 w 977705"/>
                <a:gd name="connsiteY25" fmla="*/ 443513 h 976984"/>
                <a:gd name="connsiteX26" fmla="*/ 786655 w 977705"/>
                <a:gd name="connsiteY26" fmla="*/ 498334 h 976984"/>
                <a:gd name="connsiteX27" fmla="*/ 812072 w 977705"/>
                <a:gd name="connsiteY27" fmla="*/ 578295 h 976984"/>
                <a:gd name="connsiteX28" fmla="*/ 855489 w 977705"/>
                <a:gd name="connsiteY28" fmla="*/ 534878 h 976984"/>
                <a:gd name="connsiteX29" fmla="*/ 887591 w 977705"/>
                <a:gd name="connsiteY29" fmla="*/ 566980 h 976984"/>
                <a:gd name="connsiteX30" fmla="*/ 827558 w 977705"/>
                <a:gd name="connsiteY30" fmla="*/ 627013 h 976984"/>
                <a:gd name="connsiteX31" fmla="*/ 895737 w 977705"/>
                <a:gd name="connsiteY31" fmla="*/ 841506 h 976984"/>
                <a:gd name="connsiteX32" fmla="*/ 784761 w 977705"/>
                <a:gd name="connsiteY32" fmla="*/ 952482 h 976984"/>
                <a:gd name="connsiteX33" fmla="*/ 678568 w 977705"/>
                <a:gd name="connsiteY33" fmla="*/ 776797 h 976984"/>
                <a:gd name="connsiteX34" fmla="*/ 625850 w 977705"/>
                <a:gd name="connsiteY34" fmla="*/ 829515 h 976984"/>
                <a:gd name="connsiteX35" fmla="*/ 593748 w 977705"/>
                <a:gd name="connsiteY35" fmla="*/ 797413 h 976984"/>
                <a:gd name="connsiteX36" fmla="*/ 654380 w 977705"/>
                <a:gd name="connsiteY36" fmla="*/ 736781 h 976984"/>
                <a:gd name="connsiteX37" fmla="*/ 614268 w 977705"/>
                <a:gd name="connsiteY37" fmla="*/ 670419 h 976984"/>
                <a:gd name="connsiteX38" fmla="*/ 578888 w 977705"/>
                <a:gd name="connsiteY38" fmla="*/ 705799 h 976984"/>
                <a:gd name="connsiteX39" fmla="*/ 546786 w 977705"/>
                <a:gd name="connsiteY39" fmla="*/ 673697 h 976984"/>
                <a:gd name="connsiteX40" fmla="*/ 590080 w 977705"/>
                <a:gd name="connsiteY40" fmla="*/ 630403 h 976984"/>
                <a:gd name="connsiteX41" fmla="*/ 554814 w 977705"/>
                <a:gd name="connsiteY41" fmla="*/ 572060 h 976984"/>
                <a:gd name="connsiteX42" fmla="*/ 395622 w 977705"/>
                <a:gd name="connsiteY42" fmla="*/ 731252 h 976984"/>
                <a:gd name="connsiteX43" fmla="*/ 395622 w 977705"/>
                <a:gd name="connsiteY43" fmla="*/ 889789 h 976984"/>
                <a:gd name="connsiteX44" fmla="*/ 307706 w 977705"/>
                <a:gd name="connsiteY44" fmla="*/ 976984 h 976984"/>
                <a:gd name="connsiteX45" fmla="*/ 234091 w 977705"/>
                <a:gd name="connsiteY45" fmla="*/ 772425 h 976984"/>
                <a:gd name="connsiteX46" fmla="*/ 184275 w 977705"/>
                <a:gd name="connsiteY46" fmla="*/ 822241 h 976984"/>
                <a:gd name="connsiteX47" fmla="*/ 152174 w 977705"/>
                <a:gd name="connsiteY47" fmla="*/ 790139 h 976984"/>
                <a:gd name="connsiteX48" fmla="*/ 200780 w 977705"/>
                <a:gd name="connsiteY48" fmla="*/ 741533 h 976984"/>
                <a:gd name="connsiteX49" fmla="*/ 0 w 977705"/>
                <a:gd name="connsiteY49" fmla="*/ 669279 h 976984"/>
                <a:gd name="connsiteX50" fmla="*/ 87195 w 977705"/>
                <a:gd name="connsiteY50" fmla="*/ 582083 h 976984"/>
                <a:gd name="connsiteX51" fmla="*/ 245732 w 977705"/>
                <a:gd name="connsiteY51" fmla="*/ 582083 h 976984"/>
                <a:gd name="connsiteX52" fmla="*/ 405140 w 977705"/>
                <a:gd name="connsiteY52" fmla="*/ 422883 h 976984"/>
                <a:gd name="connsiteX53" fmla="*/ 346796 w 977705"/>
                <a:gd name="connsiteY53" fmla="*/ 387412 h 976984"/>
                <a:gd name="connsiteX54" fmla="*/ 304083 w 977705"/>
                <a:gd name="connsiteY54" fmla="*/ 430113 h 976984"/>
                <a:gd name="connsiteX55" fmla="*/ 271986 w 977705"/>
                <a:gd name="connsiteY55" fmla="*/ 398007 h 976984"/>
                <a:gd name="connsiteX56" fmla="*/ 306866 w 977705"/>
                <a:gd name="connsiteY56" fmla="*/ 363137 h 976984"/>
                <a:gd name="connsiteX57" fmla="*/ 240680 w 977705"/>
                <a:gd name="connsiteY57" fmla="*/ 322898 h 976984"/>
                <a:gd name="connsiteX58" fmla="*/ 179548 w 977705"/>
                <a:gd name="connsiteY58" fmla="*/ 384030 h 976984"/>
                <a:gd name="connsiteX59" fmla="*/ 147446 w 977705"/>
                <a:gd name="connsiteY59" fmla="*/ 351928 h 976984"/>
                <a:gd name="connsiteX60" fmla="*/ 200751 w 977705"/>
                <a:gd name="connsiteY60" fmla="*/ 298623 h 976984"/>
                <a:gd name="connsiteX61" fmla="*/ 194994 w 977705"/>
                <a:gd name="connsiteY61" fmla="*/ 295123 h 976984"/>
                <a:gd name="connsiteX62" fmla="*/ 194743 w 977705"/>
                <a:gd name="connsiteY62" fmla="*/ 295538 h 976984"/>
                <a:gd name="connsiteX63" fmla="*/ 98418 w 977705"/>
                <a:gd name="connsiteY63" fmla="*/ 237218 h 976984"/>
                <a:gd name="connsiteX64" fmla="*/ 127430 w 977705"/>
                <a:gd name="connsiteY64" fmla="*/ 200990 h 976984"/>
                <a:gd name="connsiteX65" fmla="*/ 215426 w 977705"/>
                <a:gd name="connsiteY65" fmla="*/ 254266 h 976984"/>
                <a:gd name="connsiteX66" fmla="*/ 215467 w 977705"/>
                <a:gd name="connsiteY66" fmla="*/ 254199 h 976984"/>
                <a:gd name="connsiteX67" fmla="*/ 438569 w 977705"/>
                <a:gd name="connsiteY67" fmla="*/ 389498 h 976984"/>
                <a:gd name="connsiteX68" fmla="*/ 562574 w 977705"/>
                <a:gd name="connsiteY68" fmla="*/ 265655 h 976984"/>
                <a:gd name="connsiteX69" fmla="*/ 148449 w 977705"/>
                <a:gd name="connsiteY69" fmla="*/ 133855 h 976984"/>
                <a:gd name="connsiteX70" fmla="*/ 137639 w 977705"/>
                <a:gd name="connsiteY70" fmla="*/ 143944 h 976984"/>
                <a:gd name="connsiteX71" fmla="*/ 137549 w 977705"/>
                <a:gd name="connsiteY71" fmla="*/ 143851 h 976984"/>
                <a:gd name="connsiteX72" fmla="*/ 123910 w 977705"/>
                <a:gd name="connsiteY72" fmla="*/ 157494 h 976984"/>
                <a:gd name="connsiteX73" fmla="*/ 88259 w 977705"/>
                <a:gd name="connsiteY73" fmla="*/ 128944 h 976984"/>
                <a:gd name="connsiteX74" fmla="*/ 105924 w 977705"/>
                <a:gd name="connsiteY74" fmla="*/ 111273 h 976984"/>
                <a:gd name="connsiteX75" fmla="*/ 106049 w 977705"/>
                <a:gd name="connsiteY75" fmla="*/ 111399 h 976984"/>
                <a:gd name="connsiteX76" fmla="*/ 135478 w 977705"/>
                <a:gd name="connsiteY76" fmla="*/ 81970 h 976984"/>
                <a:gd name="connsiteX77" fmla="*/ 349551 w 977705"/>
                <a:gd name="connsiteY77" fmla="*/ 150016 h 976984"/>
                <a:gd name="connsiteX78" fmla="*/ 410200 w 977705"/>
                <a:gd name="connsiteY78" fmla="*/ 89367 h 976984"/>
                <a:gd name="connsiteX79" fmla="*/ 442302 w 977705"/>
                <a:gd name="connsiteY79" fmla="*/ 121469 h 976984"/>
                <a:gd name="connsiteX80" fmla="*/ 398269 w 977705"/>
                <a:gd name="connsiteY80" fmla="*/ 165501 h 976984"/>
                <a:gd name="connsiteX81" fmla="*/ 479067 w 977705"/>
                <a:gd name="connsiteY81" fmla="*/ 191184 h 976984"/>
                <a:gd name="connsiteX82" fmla="*/ 534075 w 977705"/>
                <a:gd name="connsiteY82" fmla="*/ 136176 h 976984"/>
                <a:gd name="connsiteX83" fmla="*/ 566176 w 977705"/>
                <a:gd name="connsiteY83" fmla="*/ 168278 h 976984"/>
                <a:gd name="connsiteX84" fmla="*/ 527785 w 977705"/>
                <a:gd name="connsiteY84" fmla="*/ 206670 h 976984"/>
                <a:gd name="connsiteX85" fmla="*/ 598977 w 977705"/>
                <a:gd name="connsiteY85" fmla="*/ 229299 h 976984"/>
                <a:gd name="connsiteX86" fmla="*/ 797729 w 977705"/>
                <a:gd name="connsiteY86" fmla="*/ 30807 h 976984"/>
                <a:gd name="connsiteX87" fmla="*/ 872314 w 977705"/>
                <a:gd name="connsiteY87" fmla="*/ 0 h 97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77705" h="976984">
                  <a:moveTo>
                    <a:pt x="711978" y="414897"/>
                  </a:moveTo>
                  <a:lnTo>
                    <a:pt x="588031" y="538844"/>
                  </a:lnTo>
                  <a:lnTo>
                    <a:pt x="794129" y="878978"/>
                  </a:lnTo>
                  <a:lnTo>
                    <a:pt x="843851" y="829255"/>
                  </a:lnTo>
                  <a:close/>
                  <a:moveTo>
                    <a:pt x="871594" y="46660"/>
                  </a:moveTo>
                  <a:cubicBezTo>
                    <a:pt x="856280" y="46660"/>
                    <a:pt x="840967" y="52425"/>
                    <a:pt x="829437" y="63955"/>
                  </a:cubicBezTo>
                  <a:lnTo>
                    <a:pt x="265189" y="628203"/>
                  </a:lnTo>
                  <a:lnTo>
                    <a:pt x="106652" y="628203"/>
                  </a:lnTo>
                  <a:lnTo>
                    <a:pt x="83592" y="651263"/>
                  </a:lnTo>
                  <a:lnTo>
                    <a:pt x="236261" y="706051"/>
                  </a:lnTo>
                  <a:lnTo>
                    <a:pt x="371790" y="570522"/>
                  </a:lnTo>
                  <a:lnTo>
                    <a:pt x="403892" y="602624"/>
                  </a:lnTo>
                  <a:lnTo>
                    <a:pt x="269916" y="736600"/>
                  </a:lnTo>
                  <a:lnTo>
                    <a:pt x="326442" y="894113"/>
                  </a:lnTo>
                  <a:lnTo>
                    <a:pt x="349502" y="871052"/>
                  </a:lnTo>
                  <a:lnTo>
                    <a:pt x="349502" y="712516"/>
                  </a:lnTo>
                  <a:lnTo>
                    <a:pt x="913750" y="148268"/>
                  </a:lnTo>
                  <a:cubicBezTo>
                    <a:pt x="936810" y="125208"/>
                    <a:pt x="936810" y="87015"/>
                    <a:pt x="913750" y="63955"/>
                  </a:cubicBezTo>
                  <a:cubicBezTo>
                    <a:pt x="902220" y="52425"/>
                    <a:pt x="886907" y="46660"/>
                    <a:pt x="871594" y="46660"/>
                  </a:cubicBezTo>
                  <a:close/>
                  <a:moveTo>
                    <a:pt x="872314" y="0"/>
                  </a:moveTo>
                  <a:cubicBezTo>
                    <a:pt x="899338" y="0"/>
                    <a:pt x="926361" y="10269"/>
                    <a:pt x="946899" y="30807"/>
                  </a:cubicBezTo>
                  <a:cubicBezTo>
                    <a:pt x="987974" y="71882"/>
                    <a:pt x="987974" y="138900"/>
                    <a:pt x="946899" y="179975"/>
                  </a:cubicBezTo>
                  <a:lnTo>
                    <a:pt x="748519" y="378356"/>
                  </a:lnTo>
                  <a:lnTo>
                    <a:pt x="771170" y="449616"/>
                  </a:lnTo>
                  <a:lnTo>
                    <a:pt x="809375" y="411411"/>
                  </a:lnTo>
                  <a:lnTo>
                    <a:pt x="841476" y="443513"/>
                  </a:lnTo>
                  <a:lnTo>
                    <a:pt x="786655" y="498334"/>
                  </a:lnTo>
                  <a:lnTo>
                    <a:pt x="812072" y="578295"/>
                  </a:lnTo>
                  <a:lnTo>
                    <a:pt x="855489" y="534878"/>
                  </a:lnTo>
                  <a:lnTo>
                    <a:pt x="887591" y="566980"/>
                  </a:lnTo>
                  <a:lnTo>
                    <a:pt x="827558" y="627013"/>
                  </a:lnTo>
                  <a:lnTo>
                    <a:pt x="895737" y="841506"/>
                  </a:lnTo>
                  <a:lnTo>
                    <a:pt x="784761" y="952482"/>
                  </a:lnTo>
                  <a:lnTo>
                    <a:pt x="678568" y="776797"/>
                  </a:lnTo>
                  <a:lnTo>
                    <a:pt x="625850" y="829515"/>
                  </a:lnTo>
                  <a:lnTo>
                    <a:pt x="593748" y="797413"/>
                  </a:lnTo>
                  <a:lnTo>
                    <a:pt x="654380" y="736781"/>
                  </a:lnTo>
                  <a:lnTo>
                    <a:pt x="614268" y="670419"/>
                  </a:lnTo>
                  <a:lnTo>
                    <a:pt x="578888" y="705799"/>
                  </a:lnTo>
                  <a:lnTo>
                    <a:pt x="546786" y="673697"/>
                  </a:lnTo>
                  <a:lnTo>
                    <a:pt x="590080" y="630403"/>
                  </a:lnTo>
                  <a:lnTo>
                    <a:pt x="554814" y="572060"/>
                  </a:lnTo>
                  <a:lnTo>
                    <a:pt x="395622" y="731252"/>
                  </a:lnTo>
                  <a:lnTo>
                    <a:pt x="395622" y="889789"/>
                  </a:lnTo>
                  <a:lnTo>
                    <a:pt x="307706" y="976984"/>
                  </a:lnTo>
                  <a:lnTo>
                    <a:pt x="234091" y="772425"/>
                  </a:lnTo>
                  <a:lnTo>
                    <a:pt x="184275" y="822241"/>
                  </a:lnTo>
                  <a:lnTo>
                    <a:pt x="152174" y="790139"/>
                  </a:lnTo>
                  <a:lnTo>
                    <a:pt x="200780" y="741533"/>
                  </a:lnTo>
                  <a:lnTo>
                    <a:pt x="0" y="669279"/>
                  </a:lnTo>
                  <a:lnTo>
                    <a:pt x="87195" y="582083"/>
                  </a:lnTo>
                  <a:lnTo>
                    <a:pt x="245732" y="582083"/>
                  </a:lnTo>
                  <a:lnTo>
                    <a:pt x="405140" y="422883"/>
                  </a:lnTo>
                  <a:lnTo>
                    <a:pt x="346796" y="387412"/>
                  </a:lnTo>
                  <a:lnTo>
                    <a:pt x="304083" y="430113"/>
                  </a:lnTo>
                  <a:lnTo>
                    <a:pt x="271986" y="398007"/>
                  </a:lnTo>
                  <a:lnTo>
                    <a:pt x="306866" y="363137"/>
                  </a:lnTo>
                  <a:lnTo>
                    <a:pt x="240680" y="322898"/>
                  </a:lnTo>
                  <a:lnTo>
                    <a:pt x="179548" y="384030"/>
                  </a:lnTo>
                  <a:lnTo>
                    <a:pt x="147446" y="351928"/>
                  </a:lnTo>
                  <a:lnTo>
                    <a:pt x="200751" y="298623"/>
                  </a:lnTo>
                  <a:lnTo>
                    <a:pt x="194994" y="295123"/>
                  </a:lnTo>
                  <a:lnTo>
                    <a:pt x="194743" y="295538"/>
                  </a:lnTo>
                  <a:lnTo>
                    <a:pt x="98418" y="237218"/>
                  </a:lnTo>
                  <a:lnTo>
                    <a:pt x="127430" y="200990"/>
                  </a:lnTo>
                  <a:lnTo>
                    <a:pt x="215426" y="254266"/>
                  </a:lnTo>
                  <a:lnTo>
                    <a:pt x="215467" y="254199"/>
                  </a:lnTo>
                  <a:lnTo>
                    <a:pt x="438569" y="389498"/>
                  </a:lnTo>
                  <a:lnTo>
                    <a:pt x="562574" y="265655"/>
                  </a:lnTo>
                  <a:lnTo>
                    <a:pt x="148449" y="133855"/>
                  </a:lnTo>
                  <a:lnTo>
                    <a:pt x="137639" y="143944"/>
                  </a:lnTo>
                  <a:lnTo>
                    <a:pt x="137549" y="143851"/>
                  </a:lnTo>
                  <a:lnTo>
                    <a:pt x="123910" y="157494"/>
                  </a:lnTo>
                  <a:lnTo>
                    <a:pt x="88259" y="128944"/>
                  </a:lnTo>
                  <a:lnTo>
                    <a:pt x="105924" y="111273"/>
                  </a:lnTo>
                  <a:lnTo>
                    <a:pt x="106049" y="111399"/>
                  </a:lnTo>
                  <a:lnTo>
                    <a:pt x="135478" y="81970"/>
                  </a:lnTo>
                  <a:lnTo>
                    <a:pt x="349551" y="150016"/>
                  </a:lnTo>
                  <a:lnTo>
                    <a:pt x="410200" y="89367"/>
                  </a:lnTo>
                  <a:lnTo>
                    <a:pt x="442302" y="121469"/>
                  </a:lnTo>
                  <a:lnTo>
                    <a:pt x="398269" y="165501"/>
                  </a:lnTo>
                  <a:lnTo>
                    <a:pt x="479067" y="191184"/>
                  </a:lnTo>
                  <a:lnTo>
                    <a:pt x="534075" y="136176"/>
                  </a:lnTo>
                  <a:lnTo>
                    <a:pt x="566176" y="168278"/>
                  </a:lnTo>
                  <a:lnTo>
                    <a:pt x="527785" y="206670"/>
                  </a:lnTo>
                  <a:lnTo>
                    <a:pt x="598977" y="229299"/>
                  </a:lnTo>
                  <a:lnTo>
                    <a:pt x="797729" y="30807"/>
                  </a:lnTo>
                  <a:cubicBezTo>
                    <a:pt x="818267" y="10269"/>
                    <a:pt x="845291" y="0"/>
                    <a:pt x="872314"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16" name="Freeform: Shape 2915">
              <a:extLst>
                <a:ext uri="{FF2B5EF4-FFF2-40B4-BE49-F238E27FC236}">
                  <a16:creationId xmlns:a16="http://schemas.microsoft.com/office/drawing/2014/main" id="{3E6D7A41-CA53-8E7D-0A19-174D2E880951}"/>
                </a:ext>
                <a:ext uri="{C183D7F6-B498-43B3-948B-1728B52AA6E4}">
                  <adec:decorative xmlns:adec="http://schemas.microsoft.com/office/drawing/2017/decorative" val="1"/>
                </a:ext>
              </a:extLst>
            </p:cNvPr>
            <p:cNvSpPr/>
            <p:nvPr/>
          </p:nvSpPr>
          <p:spPr>
            <a:xfrm>
              <a:off x="7716253" y="5819969"/>
              <a:ext cx="45032" cy="45032"/>
            </a:xfrm>
            <a:custGeom>
              <a:avLst/>
              <a:gdLst>
                <a:gd name="connsiteX0" fmla="*/ 42793 w 96229"/>
                <a:gd name="connsiteY0" fmla="*/ 0 h 96228"/>
                <a:gd name="connsiteX1" fmla="*/ 96229 w 96229"/>
                <a:gd name="connsiteY1" fmla="*/ 42793 h 96228"/>
                <a:gd name="connsiteX2" fmla="*/ 53436 w 96229"/>
                <a:gd name="connsiteY2" fmla="*/ 96228 h 96228"/>
                <a:gd name="connsiteX3" fmla="*/ 0 w 96229"/>
                <a:gd name="connsiteY3" fmla="*/ 53436 h 96228"/>
              </a:gdLst>
              <a:ahLst/>
              <a:cxnLst>
                <a:cxn ang="0">
                  <a:pos x="connsiteX0" y="connsiteY0"/>
                </a:cxn>
                <a:cxn ang="0">
                  <a:pos x="connsiteX1" y="connsiteY1"/>
                </a:cxn>
                <a:cxn ang="0">
                  <a:pos x="connsiteX2" y="connsiteY2"/>
                </a:cxn>
                <a:cxn ang="0">
                  <a:pos x="connsiteX3" y="connsiteY3"/>
                </a:cxn>
              </a:cxnLst>
              <a:rect l="l" t="t" r="r" b="b"/>
              <a:pathLst>
                <a:path w="96229" h="96228">
                  <a:moveTo>
                    <a:pt x="42793" y="0"/>
                  </a:moveTo>
                  <a:lnTo>
                    <a:pt x="96229" y="42793"/>
                  </a:lnTo>
                  <a:lnTo>
                    <a:pt x="53436" y="96228"/>
                  </a:lnTo>
                  <a:lnTo>
                    <a:pt x="0" y="5343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934" name="Group 933">
            <a:extLst>
              <a:ext uri="{FF2B5EF4-FFF2-40B4-BE49-F238E27FC236}">
                <a16:creationId xmlns:a16="http://schemas.microsoft.com/office/drawing/2014/main" id="{5695ED42-BF97-467F-1A09-59B95F7D72FC}"/>
              </a:ext>
              <a:ext uri="{C183D7F6-B498-43B3-948B-1728B52AA6E4}">
                <adec:decorative xmlns:adec="http://schemas.microsoft.com/office/drawing/2017/decorative" val="1"/>
              </a:ext>
            </a:extLst>
          </p:cNvPr>
          <p:cNvGrpSpPr>
            <a:grpSpLocks noChangeAspect="1"/>
          </p:cNvGrpSpPr>
          <p:nvPr/>
        </p:nvGrpSpPr>
        <p:grpSpPr>
          <a:xfrm>
            <a:off x="8098582" y="5755986"/>
            <a:ext cx="586116" cy="457200"/>
            <a:chOff x="8293932" y="5755986"/>
            <a:chExt cx="586116" cy="457200"/>
          </a:xfrm>
          <a:solidFill>
            <a:srgbClr val="FF0000"/>
          </a:solidFill>
        </p:grpSpPr>
        <p:sp>
          <p:nvSpPr>
            <p:cNvPr id="2919" name="Freeform: Shape 2918">
              <a:extLst>
                <a:ext uri="{FF2B5EF4-FFF2-40B4-BE49-F238E27FC236}">
                  <a16:creationId xmlns:a16="http://schemas.microsoft.com/office/drawing/2014/main" id="{E142DA56-E970-D686-B3B1-5516C045C450}"/>
                </a:ext>
                <a:ext uri="{C183D7F6-B498-43B3-948B-1728B52AA6E4}">
                  <adec:decorative xmlns:adec="http://schemas.microsoft.com/office/drawing/2017/decorative" val="1"/>
                </a:ext>
              </a:extLst>
            </p:cNvPr>
            <p:cNvSpPr/>
            <p:nvPr/>
          </p:nvSpPr>
          <p:spPr>
            <a:xfrm>
              <a:off x="8417741" y="5931399"/>
              <a:ext cx="338497" cy="281787"/>
            </a:xfrm>
            <a:custGeom>
              <a:avLst/>
              <a:gdLst>
                <a:gd name="connsiteX0" fmla="*/ 180173 w 528542"/>
                <a:gd name="connsiteY0" fmla="*/ 263995 h 439993"/>
                <a:gd name="connsiteX1" fmla="*/ 358370 w 528542"/>
                <a:gd name="connsiteY1" fmla="*/ 263995 h 439993"/>
                <a:gd name="connsiteX2" fmla="*/ 358370 w 528542"/>
                <a:gd name="connsiteY2" fmla="*/ 287095 h 439993"/>
                <a:gd name="connsiteX3" fmla="*/ 180173 w 528542"/>
                <a:gd name="connsiteY3" fmla="*/ 287095 h 439993"/>
                <a:gd name="connsiteX4" fmla="*/ 400720 w 528542"/>
                <a:gd name="connsiteY4" fmla="*/ 220546 h 439993"/>
                <a:gd name="connsiteX5" fmla="*/ 444719 w 528542"/>
                <a:gd name="connsiteY5" fmla="*/ 220546 h 439993"/>
                <a:gd name="connsiteX6" fmla="*/ 444719 w 528542"/>
                <a:gd name="connsiteY6" fmla="*/ 264546 h 439993"/>
                <a:gd name="connsiteX7" fmla="*/ 400720 w 528542"/>
                <a:gd name="connsiteY7" fmla="*/ 264546 h 439993"/>
                <a:gd name="connsiteX8" fmla="*/ 92724 w 528542"/>
                <a:gd name="connsiteY8" fmla="*/ 220546 h 439993"/>
                <a:gd name="connsiteX9" fmla="*/ 136723 w 528542"/>
                <a:gd name="connsiteY9" fmla="*/ 220546 h 439993"/>
                <a:gd name="connsiteX10" fmla="*/ 136723 w 528542"/>
                <a:gd name="connsiteY10" fmla="*/ 264546 h 439993"/>
                <a:gd name="connsiteX11" fmla="*/ 92724 w 528542"/>
                <a:gd name="connsiteY11" fmla="*/ 264546 h 439993"/>
                <a:gd name="connsiteX12" fmla="*/ 180173 w 528542"/>
                <a:gd name="connsiteY12" fmla="*/ 219446 h 439993"/>
                <a:gd name="connsiteX13" fmla="*/ 358370 w 528542"/>
                <a:gd name="connsiteY13" fmla="*/ 219446 h 439993"/>
                <a:gd name="connsiteX14" fmla="*/ 358370 w 528542"/>
                <a:gd name="connsiteY14" fmla="*/ 242546 h 439993"/>
                <a:gd name="connsiteX15" fmla="*/ 180173 w 528542"/>
                <a:gd name="connsiteY15" fmla="*/ 242546 h 439993"/>
                <a:gd name="connsiteX16" fmla="*/ 44550 w 528542"/>
                <a:gd name="connsiteY16" fmla="*/ 175997 h 439993"/>
                <a:gd name="connsiteX17" fmla="*/ 44550 w 528542"/>
                <a:gd name="connsiteY17" fmla="*/ 330544 h 439993"/>
                <a:gd name="connsiteX18" fmla="*/ 483442 w 528542"/>
                <a:gd name="connsiteY18" fmla="*/ 330544 h 439993"/>
                <a:gd name="connsiteX19" fmla="*/ 483442 w 528542"/>
                <a:gd name="connsiteY19" fmla="*/ 186447 h 439993"/>
                <a:gd name="connsiteX20" fmla="*/ 483442 w 528542"/>
                <a:gd name="connsiteY20" fmla="*/ 175997 h 439993"/>
                <a:gd name="connsiteX21" fmla="*/ 481242 w 528542"/>
                <a:gd name="connsiteY21" fmla="*/ 175997 h 439993"/>
                <a:gd name="connsiteX22" fmla="*/ 399844 w 528542"/>
                <a:gd name="connsiteY22" fmla="*/ 175997 h 439993"/>
                <a:gd name="connsiteX23" fmla="*/ 281046 w 528542"/>
                <a:gd name="connsiteY23" fmla="*/ 175997 h 439993"/>
                <a:gd name="connsiteX24" fmla="*/ 50050 w 528542"/>
                <a:gd name="connsiteY24" fmla="*/ 175997 h 439993"/>
                <a:gd name="connsiteX25" fmla="*/ 124848 w 528542"/>
                <a:gd name="connsiteY25" fmla="*/ 0 h 439993"/>
                <a:gd name="connsiteX26" fmla="*/ 152897 w 528542"/>
                <a:gd name="connsiteY26" fmla="*/ 0 h 439993"/>
                <a:gd name="connsiteX27" fmla="*/ 170497 w 528542"/>
                <a:gd name="connsiteY27" fmla="*/ 0 h 439993"/>
                <a:gd name="connsiteX28" fmla="*/ 201006 w 528542"/>
                <a:gd name="connsiteY28" fmla="*/ 0 h 439993"/>
                <a:gd name="connsiteX29" fmla="*/ 201006 w 528542"/>
                <a:gd name="connsiteY29" fmla="*/ 44000 h 439993"/>
                <a:gd name="connsiteX30" fmla="*/ 151797 w 528542"/>
                <a:gd name="connsiteY30" fmla="*/ 44000 h 439993"/>
                <a:gd name="connsiteX31" fmla="*/ 151797 w 528542"/>
                <a:gd name="connsiteY31" fmla="*/ 43999 h 439993"/>
                <a:gd name="connsiteX32" fmla="*/ 117148 w 528542"/>
                <a:gd name="connsiteY32" fmla="*/ 43999 h 439993"/>
                <a:gd name="connsiteX33" fmla="*/ 102299 w 528542"/>
                <a:gd name="connsiteY33" fmla="*/ 131998 h 439993"/>
                <a:gd name="connsiteX34" fmla="*/ 285995 w 528542"/>
                <a:gd name="connsiteY34" fmla="*/ 131998 h 439993"/>
                <a:gd name="connsiteX35" fmla="*/ 329445 w 528542"/>
                <a:gd name="connsiteY35" fmla="*/ 106698 h 439993"/>
                <a:gd name="connsiteX36" fmla="*/ 394894 w 528542"/>
                <a:gd name="connsiteY36" fmla="*/ 131998 h 439993"/>
                <a:gd name="connsiteX37" fmla="*/ 428993 w 528542"/>
                <a:gd name="connsiteY37" fmla="*/ 131998 h 439993"/>
                <a:gd name="connsiteX38" fmla="*/ 411943 w 528542"/>
                <a:gd name="connsiteY38" fmla="*/ 43999 h 439993"/>
                <a:gd name="connsiteX39" fmla="*/ 372894 w 528542"/>
                <a:gd name="connsiteY39" fmla="*/ 43999 h 439993"/>
                <a:gd name="connsiteX40" fmla="*/ 372894 w 528542"/>
                <a:gd name="connsiteY40" fmla="*/ 44000 h 439993"/>
                <a:gd name="connsiteX41" fmla="*/ 327538 w 528542"/>
                <a:gd name="connsiteY41" fmla="*/ 44000 h 439993"/>
                <a:gd name="connsiteX42" fmla="*/ 327538 w 528542"/>
                <a:gd name="connsiteY42" fmla="*/ 0 h 439993"/>
                <a:gd name="connsiteX43" fmla="*/ 358594 w 528542"/>
                <a:gd name="connsiteY43" fmla="*/ 0 h 439993"/>
                <a:gd name="connsiteX44" fmla="*/ 373994 w 528542"/>
                <a:gd name="connsiteY44" fmla="*/ 0 h 439993"/>
                <a:gd name="connsiteX45" fmla="*/ 406444 w 528542"/>
                <a:gd name="connsiteY45" fmla="*/ 0 h 439993"/>
                <a:gd name="connsiteX46" fmla="*/ 455943 w 528542"/>
                <a:gd name="connsiteY46" fmla="*/ 40700 h 439993"/>
                <a:gd name="connsiteX47" fmla="*/ 472992 w 528542"/>
                <a:gd name="connsiteY47" fmla="*/ 131998 h 439993"/>
                <a:gd name="connsiteX48" fmla="*/ 477942 w 528542"/>
                <a:gd name="connsiteY48" fmla="*/ 131998 h 439993"/>
                <a:gd name="connsiteX49" fmla="*/ 528542 w 528542"/>
                <a:gd name="connsiteY49" fmla="*/ 184247 h 439993"/>
                <a:gd name="connsiteX50" fmla="*/ 528542 w 528542"/>
                <a:gd name="connsiteY50" fmla="*/ 373993 h 439993"/>
                <a:gd name="connsiteX51" fmla="*/ 483442 w 528542"/>
                <a:gd name="connsiteY51" fmla="*/ 373993 h 439993"/>
                <a:gd name="connsiteX52" fmla="*/ 483442 w 528542"/>
                <a:gd name="connsiteY52" fmla="*/ 439993 h 439993"/>
                <a:gd name="connsiteX53" fmla="*/ 417443 w 528542"/>
                <a:gd name="connsiteY53" fmla="*/ 439993 h 439993"/>
                <a:gd name="connsiteX54" fmla="*/ 417443 w 528542"/>
                <a:gd name="connsiteY54" fmla="*/ 373993 h 439993"/>
                <a:gd name="connsiteX55" fmla="*/ 111098 w 528542"/>
                <a:gd name="connsiteY55" fmla="*/ 373993 h 439993"/>
                <a:gd name="connsiteX56" fmla="*/ 111098 w 528542"/>
                <a:gd name="connsiteY56" fmla="*/ 439993 h 439993"/>
                <a:gd name="connsiteX57" fmla="*/ 45099 w 528542"/>
                <a:gd name="connsiteY57" fmla="*/ 439993 h 439993"/>
                <a:gd name="connsiteX58" fmla="*/ 45099 w 528542"/>
                <a:gd name="connsiteY58" fmla="*/ 373993 h 439993"/>
                <a:gd name="connsiteX59" fmla="*/ 0 w 528542"/>
                <a:gd name="connsiteY59" fmla="*/ 373993 h 439993"/>
                <a:gd name="connsiteX60" fmla="*/ 0 w 528542"/>
                <a:gd name="connsiteY60" fmla="*/ 184247 h 439993"/>
                <a:gd name="connsiteX61" fmla="*/ 53899 w 528542"/>
                <a:gd name="connsiteY61" fmla="*/ 131998 h 439993"/>
                <a:gd name="connsiteX62" fmla="*/ 58299 w 528542"/>
                <a:gd name="connsiteY62" fmla="*/ 131998 h 439993"/>
                <a:gd name="connsiteX63" fmla="*/ 75349 w 528542"/>
                <a:gd name="connsiteY63" fmla="*/ 40700 h 439993"/>
                <a:gd name="connsiteX64" fmla="*/ 124848 w 528542"/>
                <a:gd name="connsiteY64" fmla="*/ 0 h 43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28542" h="439993">
                  <a:moveTo>
                    <a:pt x="180173" y="263995"/>
                  </a:moveTo>
                  <a:lnTo>
                    <a:pt x="358370" y="263995"/>
                  </a:lnTo>
                  <a:lnTo>
                    <a:pt x="358370" y="287095"/>
                  </a:lnTo>
                  <a:lnTo>
                    <a:pt x="180173" y="287095"/>
                  </a:lnTo>
                  <a:close/>
                  <a:moveTo>
                    <a:pt x="400720" y="220546"/>
                  </a:moveTo>
                  <a:lnTo>
                    <a:pt x="444719" y="220546"/>
                  </a:lnTo>
                  <a:lnTo>
                    <a:pt x="444719" y="264546"/>
                  </a:lnTo>
                  <a:lnTo>
                    <a:pt x="400720" y="264546"/>
                  </a:lnTo>
                  <a:close/>
                  <a:moveTo>
                    <a:pt x="92724" y="220546"/>
                  </a:moveTo>
                  <a:lnTo>
                    <a:pt x="136723" y="220546"/>
                  </a:lnTo>
                  <a:lnTo>
                    <a:pt x="136723" y="264546"/>
                  </a:lnTo>
                  <a:lnTo>
                    <a:pt x="92724" y="264546"/>
                  </a:lnTo>
                  <a:close/>
                  <a:moveTo>
                    <a:pt x="180173" y="219446"/>
                  </a:moveTo>
                  <a:lnTo>
                    <a:pt x="358370" y="219446"/>
                  </a:lnTo>
                  <a:lnTo>
                    <a:pt x="358370" y="242546"/>
                  </a:lnTo>
                  <a:lnTo>
                    <a:pt x="180173" y="242546"/>
                  </a:lnTo>
                  <a:close/>
                  <a:moveTo>
                    <a:pt x="44550" y="175997"/>
                  </a:moveTo>
                  <a:lnTo>
                    <a:pt x="44550" y="330544"/>
                  </a:lnTo>
                  <a:lnTo>
                    <a:pt x="483442" y="330544"/>
                  </a:lnTo>
                  <a:lnTo>
                    <a:pt x="483442" y="186447"/>
                  </a:lnTo>
                  <a:lnTo>
                    <a:pt x="483442" y="175997"/>
                  </a:lnTo>
                  <a:lnTo>
                    <a:pt x="481242" y="175997"/>
                  </a:lnTo>
                  <a:lnTo>
                    <a:pt x="399844" y="175997"/>
                  </a:lnTo>
                  <a:lnTo>
                    <a:pt x="281046" y="175997"/>
                  </a:lnTo>
                  <a:lnTo>
                    <a:pt x="50050" y="175997"/>
                  </a:lnTo>
                  <a:close/>
                  <a:moveTo>
                    <a:pt x="124848" y="0"/>
                  </a:moveTo>
                  <a:lnTo>
                    <a:pt x="152897" y="0"/>
                  </a:lnTo>
                  <a:lnTo>
                    <a:pt x="170497" y="0"/>
                  </a:lnTo>
                  <a:lnTo>
                    <a:pt x="201006" y="0"/>
                  </a:lnTo>
                  <a:lnTo>
                    <a:pt x="201006" y="44000"/>
                  </a:lnTo>
                  <a:lnTo>
                    <a:pt x="151797" y="44000"/>
                  </a:lnTo>
                  <a:lnTo>
                    <a:pt x="151797" y="43999"/>
                  </a:lnTo>
                  <a:lnTo>
                    <a:pt x="117148" y="43999"/>
                  </a:lnTo>
                  <a:lnTo>
                    <a:pt x="102299" y="131998"/>
                  </a:lnTo>
                  <a:lnTo>
                    <a:pt x="285995" y="131998"/>
                  </a:lnTo>
                  <a:cubicBezTo>
                    <a:pt x="294795" y="116598"/>
                    <a:pt x="310745" y="106698"/>
                    <a:pt x="329445" y="106698"/>
                  </a:cubicBezTo>
                  <a:cubicBezTo>
                    <a:pt x="348144" y="106698"/>
                    <a:pt x="386094" y="117148"/>
                    <a:pt x="394894" y="131998"/>
                  </a:cubicBezTo>
                  <a:lnTo>
                    <a:pt x="428993" y="131998"/>
                  </a:lnTo>
                  <a:lnTo>
                    <a:pt x="411943" y="43999"/>
                  </a:lnTo>
                  <a:lnTo>
                    <a:pt x="372894" y="43999"/>
                  </a:lnTo>
                  <a:lnTo>
                    <a:pt x="372894" y="44000"/>
                  </a:lnTo>
                  <a:lnTo>
                    <a:pt x="327538" y="44000"/>
                  </a:lnTo>
                  <a:lnTo>
                    <a:pt x="327538" y="0"/>
                  </a:lnTo>
                  <a:lnTo>
                    <a:pt x="358594" y="0"/>
                  </a:lnTo>
                  <a:lnTo>
                    <a:pt x="373994" y="0"/>
                  </a:lnTo>
                  <a:lnTo>
                    <a:pt x="406444" y="0"/>
                  </a:lnTo>
                  <a:cubicBezTo>
                    <a:pt x="430643" y="0"/>
                    <a:pt x="450993" y="17050"/>
                    <a:pt x="455943" y="40700"/>
                  </a:cubicBezTo>
                  <a:lnTo>
                    <a:pt x="472992" y="131998"/>
                  </a:lnTo>
                  <a:lnTo>
                    <a:pt x="477942" y="131998"/>
                  </a:lnTo>
                  <a:cubicBezTo>
                    <a:pt x="505442" y="131998"/>
                    <a:pt x="527992" y="156748"/>
                    <a:pt x="528542" y="184247"/>
                  </a:cubicBezTo>
                  <a:lnTo>
                    <a:pt x="528542" y="373993"/>
                  </a:lnTo>
                  <a:lnTo>
                    <a:pt x="483442" y="373993"/>
                  </a:lnTo>
                  <a:lnTo>
                    <a:pt x="483442" y="439993"/>
                  </a:lnTo>
                  <a:lnTo>
                    <a:pt x="417443" y="439993"/>
                  </a:lnTo>
                  <a:lnTo>
                    <a:pt x="417443" y="373993"/>
                  </a:lnTo>
                  <a:lnTo>
                    <a:pt x="111098" y="373993"/>
                  </a:lnTo>
                  <a:lnTo>
                    <a:pt x="111098" y="439993"/>
                  </a:lnTo>
                  <a:lnTo>
                    <a:pt x="45099" y="439993"/>
                  </a:lnTo>
                  <a:lnTo>
                    <a:pt x="45099" y="373993"/>
                  </a:lnTo>
                  <a:lnTo>
                    <a:pt x="0" y="373993"/>
                  </a:lnTo>
                  <a:lnTo>
                    <a:pt x="0" y="184247"/>
                  </a:lnTo>
                  <a:cubicBezTo>
                    <a:pt x="0" y="156748"/>
                    <a:pt x="25850" y="131998"/>
                    <a:pt x="53899" y="131998"/>
                  </a:cubicBezTo>
                  <a:lnTo>
                    <a:pt x="58299" y="131998"/>
                  </a:lnTo>
                  <a:lnTo>
                    <a:pt x="75349" y="40700"/>
                  </a:lnTo>
                  <a:cubicBezTo>
                    <a:pt x="80299" y="17050"/>
                    <a:pt x="100648" y="0"/>
                    <a:pt x="124848" y="0"/>
                  </a:cubicBezTo>
                  <a:close/>
                </a:path>
              </a:pathLst>
            </a:custGeom>
            <a:solidFill>
              <a:schemeClr val="accent2"/>
            </a:solidFill>
            <a:ln w="12601" cap="flat">
              <a:noFill/>
              <a:prstDash val="solid"/>
              <a:miter/>
            </a:ln>
          </p:spPr>
          <p:txBody>
            <a:bodyPr wrap="square" rtlCol="0" anchor="ctr">
              <a:noAutofit/>
            </a:bodyPr>
            <a:lstStyle/>
            <a:p>
              <a:endParaRPr lang="en-US" dirty="0"/>
            </a:p>
          </p:txBody>
        </p:sp>
        <p:sp>
          <p:nvSpPr>
            <p:cNvPr id="2920" name="Freeform: Shape 2919">
              <a:extLst>
                <a:ext uri="{FF2B5EF4-FFF2-40B4-BE49-F238E27FC236}">
                  <a16:creationId xmlns:a16="http://schemas.microsoft.com/office/drawing/2014/main" id="{43994B74-4C73-08CB-D961-E06039FB7216}"/>
                </a:ext>
                <a:ext uri="{C183D7F6-B498-43B3-948B-1728B52AA6E4}">
                  <adec:decorative xmlns:adec="http://schemas.microsoft.com/office/drawing/2017/decorative" val="1"/>
                </a:ext>
              </a:extLst>
            </p:cNvPr>
            <p:cNvSpPr/>
            <p:nvPr/>
          </p:nvSpPr>
          <p:spPr>
            <a:xfrm>
              <a:off x="8293932" y="5755986"/>
              <a:ext cx="586116" cy="368789"/>
            </a:xfrm>
            <a:custGeom>
              <a:avLst/>
              <a:gdLst>
                <a:gd name="connsiteX0" fmla="*/ 120448 w 915185"/>
                <a:gd name="connsiteY0" fmla="*/ 323395 h 575842"/>
                <a:gd name="connsiteX1" fmla="*/ 148497 w 915185"/>
                <a:gd name="connsiteY1" fmla="*/ 351445 h 575842"/>
                <a:gd name="connsiteX2" fmla="*/ 148497 w 915185"/>
                <a:gd name="connsiteY2" fmla="*/ 492243 h 575842"/>
                <a:gd name="connsiteX3" fmla="*/ 120448 w 915185"/>
                <a:gd name="connsiteY3" fmla="*/ 520292 h 575842"/>
                <a:gd name="connsiteX4" fmla="*/ 120448 w 915185"/>
                <a:gd name="connsiteY4" fmla="*/ 323395 h 575842"/>
                <a:gd name="connsiteX5" fmla="*/ 795287 w 915185"/>
                <a:gd name="connsiteY5" fmla="*/ 318995 h 575842"/>
                <a:gd name="connsiteX6" fmla="*/ 795287 w 915185"/>
                <a:gd name="connsiteY6" fmla="*/ 515892 h 575842"/>
                <a:gd name="connsiteX7" fmla="*/ 767238 w 915185"/>
                <a:gd name="connsiteY7" fmla="*/ 487843 h 575842"/>
                <a:gd name="connsiteX8" fmla="*/ 767238 w 915185"/>
                <a:gd name="connsiteY8" fmla="*/ 347045 h 575842"/>
                <a:gd name="connsiteX9" fmla="*/ 63799 w 915185"/>
                <a:gd name="connsiteY9" fmla="*/ 266746 h 575842"/>
                <a:gd name="connsiteX10" fmla="*/ 91848 w 915185"/>
                <a:gd name="connsiteY10" fmla="*/ 294796 h 575842"/>
                <a:gd name="connsiteX11" fmla="*/ 39599 w 915185"/>
                <a:gd name="connsiteY11" fmla="*/ 421294 h 575842"/>
                <a:gd name="connsiteX12" fmla="*/ 91848 w 915185"/>
                <a:gd name="connsiteY12" fmla="*/ 547792 h 575842"/>
                <a:gd name="connsiteX13" fmla="*/ 63799 w 915185"/>
                <a:gd name="connsiteY13" fmla="*/ 575842 h 575842"/>
                <a:gd name="connsiteX14" fmla="*/ 0 w 915185"/>
                <a:gd name="connsiteY14" fmla="*/ 421294 h 575842"/>
                <a:gd name="connsiteX15" fmla="*/ 63799 w 915185"/>
                <a:gd name="connsiteY15" fmla="*/ 266746 h 575842"/>
                <a:gd name="connsiteX16" fmla="*/ 851386 w 915185"/>
                <a:gd name="connsiteY16" fmla="*/ 262896 h 575842"/>
                <a:gd name="connsiteX17" fmla="*/ 915185 w 915185"/>
                <a:gd name="connsiteY17" fmla="*/ 417444 h 575842"/>
                <a:gd name="connsiteX18" fmla="*/ 851386 w 915185"/>
                <a:gd name="connsiteY18" fmla="*/ 571992 h 575842"/>
                <a:gd name="connsiteX19" fmla="*/ 823337 w 915185"/>
                <a:gd name="connsiteY19" fmla="*/ 543942 h 575842"/>
                <a:gd name="connsiteX20" fmla="*/ 875586 w 915185"/>
                <a:gd name="connsiteY20" fmla="*/ 417444 h 575842"/>
                <a:gd name="connsiteX21" fmla="*/ 823337 w 915185"/>
                <a:gd name="connsiteY21" fmla="*/ 290946 h 575842"/>
                <a:gd name="connsiteX22" fmla="*/ 424593 w 915185"/>
                <a:gd name="connsiteY22" fmla="*/ 262896 h 575842"/>
                <a:gd name="connsiteX23" fmla="*/ 490592 w 915185"/>
                <a:gd name="connsiteY23" fmla="*/ 262896 h 575842"/>
                <a:gd name="connsiteX24" fmla="*/ 490592 w 915185"/>
                <a:gd name="connsiteY24" fmla="*/ 328895 h 575842"/>
                <a:gd name="connsiteX25" fmla="*/ 424593 w 915185"/>
                <a:gd name="connsiteY25" fmla="*/ 328895 h 575842"/>
                <a:gd name="connsiteX26" fmla="*/ 457593 w 915185"/>
                <a:gd name="connsiteY26" fmla="*/ 158123 h 575842"/>
                <a:gd name="connsiteX27" fmla="*/ 555491 w 915185"/>
                <a:gd name="connsiteY27" fmla="*/ 198548 h 575842"/>
                <a:gd name="connsiteX28" fmla="*/ 527442 w 915185"/>
                <a:gd name="connsiteY28" fmla="*/ 226597 h 575842"/>
                <a:gd name="connsiteX29" fmla="*/ 387744 w 915185"/>
                <a:gd name="connsiteY29" fmla="*/ 226597 h 575842"/>
                <a:gd name="connsiteX30" fmla="*/ 359694 w 915185"/>
                <a:gd name="connsiteY30" fmla="*/ 198548 h 575842"/>
                <a:gd name="connsiteX31" fmla="*/ 457593 w 915185"/>
                <a:gd name="connsiteY31" fmla="*/ 158123 h 575842"/>
                <a:gd name="connsiteX32" fmla="*/ 457592 w 915185"/>
                <a:gd name="connsiteY32" fmla="*/ 78649 h 575842"/>
                <a:gd name="connsiteX33" fmla="*/ 611040 w 915185"/>
                <a:gd name="connsiteY33" fmla="*/ 142448 h 575842"/>
                <a:gd name="connsiteX34" fmla="*/ 583541 w 915185"/>
                <a:gd name="connsiteY34" fmla="*/ 170497 h 575842"/>
                <a:gd name="connsiteX35" fmla="*/ 457592 w 915185"/>
                <a:gd name="connsiteY35" fmla="*/ 118798 h 575842"/>
                <a:gd name="connsiteX36" fmla="*/ 331645 w 915185"/>
                <a:gd name="connsiteY36" fmla="*/ 170497 h 575842"/>
                <a:gd name="connsiteX37" fmla="*/ 304145 w 915185"/>
                <a:gd name="connsiteY37" fmla="*/ 142448 h 575842"/>
                <a:gd name="connsiteX38" fmla="*/ 457592 w 915185"/>
                <a:gd name="connsiteY38" fmla="*/ 78649 h 575842"/>
                <a:gd name="connsiteX39" fmla="*/ 457593 w 915185"/>
                <a:gd name="connsiteY39" fmla="*/ 0 h 575842"/>
                <a:gd name="connsiteX40" fmla="*/ 667139 w 915185"/>
                <a:gd name="connsiteY40" fmla="*/ 86899 h 575842"/>
                <a:gd name="connsiteX41" fmla="*/ 639090 w 915185"/>
                <a:gd name="connsiteY41" fmla="*/ 114398 h 575842"/>
                <a:gd name="connsiteX42" fmla="*/ 457593 w 915185"/>
                <a:gd name="connsiteY42" fmla="*/ 39049 h 575842"/>
                <a:gd name="connsiteX43" fmla="*/ 276095 w 915185"/>
                <a:gd name="connsiteY43" fmla="*/ 114398 h 575842"/>
                <a:gd name="connsiteX44" fmla="*/ 248046 w 915185"/>
                <a:gd name="connsiteY44" fmla="*/ 86899 h 575842"/>
                <a:gd name="connsiteX45" fmla="*/ 457593 w 915185"/>
                <a:gd name="connsiteY45" fmla="*/ 0 h 57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15185" h="575842">
                  <a:moveTo>
                    <a:pt x="120448" y="323395"/>
                  </a:moveTo>
                  <a:lnTo>
                    <a:pt x="148497" y="351445"/>
                  </a:lnTo>
                  <a:cubicBezTo>
                    <a:pt x="109998" y="389944"/>
                    <a:pt x="109998" y="453193"/>
                    <a:pt x="148497" y="492243"/>
                  </a:cubicBezTo>
                  <a:lnTo>
                    <a:pt x="120448" y="520292"/>
                  </a:lnTo>
                  <a:cubicBezTo>
                    <a:pt x="65999" y="465843"/>
                    <a:pt x="65999" y="377844"/>
                    <a:pt x="120448" y="323395"/>
                  </a:cubicBezTo>
                  <a:close/>
                  <a:moveTo>
                    <a:pt x="795287" y="318995"/>
                  </a:moveTo>
                  <a:cubicBezTo>
                    <a:pt x="849736" y="373444"/>
                    <a:pt x="849736" y="461443"/>
                    <a:pt x="795287" y="515892"/>
                  </a:cubicBezTo>
                  <a:lnTo>
                    <a:pt x="767238" y="487843"/>
                  </a:lnTo>
                  <a:cubicBezTo>
                    <a:pt x="805737" y="449343"/>
                    <a:pt x="805737" y="386094"/>
                    <a:pt x="767238" y="347045"/>
                  </a:cubicBezTo>
                  <a:close/>
                  <a:moveTo>
                    <a:pt x="63799" y="266746"/>
                  </a:moveTo>
                  <a:lnTo>
                    <a:pt x="91848" y="294796"/>
                  </a:lnTo>
                  <a:cubicBezTo>
                    <a:pt x="58299" y="328345"/>
                    <a:pt x="39599" y="373445"/>
                    <a:pt x="39599" y="421294"/>
                  </a:cubicBezTo>
                  <a:cubicBezTo>
                    <a:pt x="39599" y="469143"/>
                    <a:pt x="58299" y="514242"/>
                    <a:pt x="91848" y="547792"/>
                  </a:cubicBezTo>
                  <a:lnTo>
                    <a:pt x="63799" y="575842"/>
                  </a:lnTo>
                  <a:cubicBezTo>
                    <a:pt x="22550" y="534592"/>
                    <a:pt x="0" y="479593"/>
                    <a:pt x="0" y="421294"/>
                  </a:cubicBezTo>
                  <a:cubicBezTo>
                    <a:pt x="0" y="362995"/>
                    <a:pt x="22550" y="307996"/>
                    <a:pt x="63799" y="266746"/>
                  </a:cubicBezTo>
                  <a:close/>
                  <a:moveTo>
                    <a:pt x="851386" y="262896"/>
                  </a:moveTo>
                  <a:cubicBezTo>
                    <a:pt x="892636" y="304146"/>
                    <a:pt x="915185" y="359145"/>
                    <a:pt x="915185" y="417444"/>
                  </a:cubicBezTo>
                  <a:cubicBezTo>
                    <a:pt x="915185" y="475743"/>
                    <a:pt x="892636" y="530742"/>
                    <a:pt x="851386" y="571992"/>
                  </a:cubicBezTo>
                  <a:lnTo>
                    <a:pt x="823337" y="543942"/>
                  </a:lnTo>
                  <a:cubicBezTo>
                    <a:pt x="856886" y="510392"/>
                    <a:pt x="875586" y="465293"/>
                    <a:pt x="875586" y="417444"/>
                  </a:cubicBezTo>
                  <a:cubicBezTo>
                    <a:pt x="875586" y="369595"/>
                    <a:pt x="856886" y="324495"/>
                    <a:pt x="823337" y="290946"/>
                  </a:cubicBezTo>
                  <a:close/>
                  <a:moveTo>
                    <a:pt x="424593" y="262896"/>
                  </a:moveTo>
                  <a:lnTo>
                    <a:pt x="490592" y="262896"/>
                  </a:lnTo>
                  <a:lnTo>
                    <a:pt x="490592" y="328895"/>
                  </a:lnTo>
                  <a:lnTo>
                    <a:pt x="424593" y="328895"/>
                  </a:lnTo>
                  <a:close/>
                  <a:moveTo>
                    <a:pt x="457593" y="158123"/>
                  </a:moveTo>
                  <a:cubicBezTo>
                    <a:pt x="493067" y="158123"/>
                    <a:pt x="528541" y="171598"/>
                    <a:pt x="555491" y="198548"/>
                  </a:cubicBezTo>
                  <a:lnTo>
                    <a:pt x="527442" y="226597"/>
                  </a:lnTo>
                  <a:cubicBezTo>
                    <a:pt x="488942" y="188097"/>
                    <a:pt x="426243" y="188097"/>
                    <a:pt x="387744" y="226597"/>
                  </a:cubicBezTo>
                  <a:lnTo>
                    <a:pt x="359694" y="198548"/>
                  </a:lnTo>
                  <a:cubicBezTo>
                    <a:pt x="386644" y="171598"/>
                    <a:pt x="422118" y="158123"/>
                    <a:pt x="457593" y="158123"/>
                  </a:cubicBezTo>
                  <a:close/>
                  <a:moveTo>
                    <a:pt x="457592" y="78649"/>
                  </a:moveTo>
                  <a:cubicBezTo>
                    <a:pt x="515892" y="78649"/>
                    <a:pt x="570341" y="101199"/>
                    <a:pt x="611040" y="142448"/>
                  </a:cubicBezTo>
                  <a:lnTo>
                    <a:pt x="583541" y="170497"/>
                  </a:lnTo>
                  <a:cubicBezTo>
                    <a:pt x="549991" y="136948"/>
                    <a:pt x="505442" y="118798"/>
                    <a:pt x="457592" y="118798"/>
                  </a:cubicBezTo>
                  <a:cubicBezTo>
                    <a:pt x="409743" y="118798"/>
                    <a:pt x="365194" y="137498"/>
                    <a:pt x="331645" y="170497"/>
                  </a:cubicBezTo>
                  <a:lnTo>
                    <a:pt x="304145" y="142448"/>
                  </a:lnTo>
                  <a:cubicBezTo>
                    <a:pt x="345395" y="101199"/>
                    <a:pt x="399844" y="78649"/>
                    <a:pt x="457592" y="78649"/>
                  </a:cubicBezTo>
                  <a:close/>
                  <a:moveTo>
                    <a:pt x="457593" y="0"/>
                  </a:moveTo>
                  <a:cubicBezTo>
                    <a:pt x="536791" y="0"/>
                    <a:pt x="611040" y="30799"/>
                    <a:pt x="667139" y="86899"/>
                  </a:cubicBezTo>
                  <a:lnTo>
                    <a:pt x="639090" y="114398"/>
                  </a:lnTo>
                  <a:cubicBezTo>
                    <a:pt x="590691" y="65999"/>
                    <a:pt x="526341" y="39049"/>
                    <a:pt x="457593" y="39049"/>
                  </a:cubicBezTo>
                  <a:cubicBezTo>
                    <a:pt x="388844" y="39049"/>
                    <a:pt x="324495" y="65999"/>
                    <a:pt x="276095" y="114398"/>
                  </a:cubicBezTo>
                  <a:lnTo>
                    <a:pt x="248046" y="86899"/>
                  </a:lnTo>
                  <a:cubicBezTo>
                    <a:pt x="303595" y="30799"/>
                    <a:pt x="378394" y="0"/>
                    <a:pt x="457593" y="0"/>
                  </a:cubicBezTo>
                  <a:close/>
                </a:path>
              </a:pathLst>
            </a:custGeom>
            <a:solidFill>
              <a:schemeClr val="bg1"/>
            </a:solidFill>
            <a:ln w="12601" cap="flat">
              <a:noFill/>
              <a:prstDash val="solid"/>
              <a:miter/>
            </a:ln>
          </p:spPr>
          <p:txBody>
            <a:bodyPr wrap="square" rtlCol="0" anchor="ctr">
              <a:noAutofit/>
            </a:bodyPr>
            <a:lstStyle/>
            <a:p>
              <a:endParaRPr lang="en-US" dirty="0"/>
            </a:p>
          </p:txBody>
        </p:sp>
      </p:grpSp>
      <p:grpSp>
        <p:nvGrpSpPr>
          <p:cNvPr id="80" name="Group 79">
            <a:extLst>
              <a:ext uri="{FF2B5EF4-FFF2-40B4-BE49-F238E27FC236}">
                <a16:creationId xmlns:a16="http://schemas.microsoft.com/office/drawing/2014/main" id="{50C8F9F8-182B-D842-5F54-738451B229F5}"/>
              </a:ext>
              <a:ext uri="{C183D7F6-B498-43B3-948B-1728B52AA6E4}">
                <adec:decorative xmlns:adec="http://schemas.microsoft.com/office/drawing/2017/decorative" val="1"/>
              </a:ext>
            </a:extLst>
          </p:cNvPr>
          <p:cNvGrpSpPr>
            <a:grpSpLocks noChangeAspect="1"/>
          </p:cNvGrpSpPr>
          <p:nvPr/>
        </p:nvGrpSpPr>
        <p:grpSpPr>
          <a:xfrm>
            <a:off x="10296530" y="5824566"/>
            <a:ext cx="426994" cy="320040"/>
            <a:chOff x="10361648" y="5824566"/>
            <a:chExt cx="426994" cy="320040"/>
          </a:xfrm>
          <a:solidFill>
            <a:srgbClr val="FF0000"/>
          </a:solidFill>
        </p:grpSpPr>
        <p:sp>
          <p:nvSpPr>
            <p:cNvPr id="2926" name="Freeform: Shape 2925">
              <a:extLst>
                <a:ext uri="{FF2B5EF4-FFF2-40B4-BE49-F238E27FC236}">
                  <a16:creationId xmlns:a16="http://schemas.microsoft.com/office/drawing/2014/main" id="{36F0E61E-823C-5D2E-4781-4068B26E5DF9}"/>
                </a:ext>
                <a:ext uri="{C183D7F6-B498-43B3-948B-1728B52AA6E4}">
                  <adec:decorative xmlns:adec="http://schemas.microsoft.com/office/drawing/2017/decorative" val="1"/>
                </a:ext>
              </a:extLst>
            </p:cNvPr>
            <p:cNvSpPr/>
            <p:nvPr/>
          </p:nvSpPr>
          <p:spPr>
            <a:xfrm flipH="1" flipV="1">
              <a:off x="10361648" y="5824566"/>
              <a:ext cx="426994" cy="307256"/>
            </a:xfrm>
            <a:custGeom>
              <a:avLst/>
              <a:gdLst>
                <a:gd name="connsiteX0" fmla="*/ 292861 w 584225"/>
                <a:gd name="connsiteY0" fmla="*/ 420396 h 420396"/>
                <a:gd name="connsiteX1" fmla="*/ 292113 w 584225"/>
                <a:gd name="connsiteY1" fmla="*/ 420344 h 420396"/>
                <a:gd name="connsiteX2" fmla="*/ 291364 w 584225"/>
                <a:gd name="connsiteY2" fmla="*/ 420396 h 420396"/>
                <a:gd name="connsiteX3" fmla="*/ 273499 w 584225"/>
                <a:gd name="connsiteY3" fmla="*/ 419052 h 420396"/>
                <a:gd name="connsiteX4" fmla="*/ 260784 w 584225"/>
                <a:gd name="connsiteY4" fmla="*/ 418169 h 420396"/>
                <a:gd name="connsiteX5" fmla="*/ 260137 w 584225"/>
                <a:gd name="connsiteY5" fmla="*/ 418046 h 420396"/>
                <a:gd name="connsiteX6" fmla="*/ 255524 w 584225"/>
                <a:gd name="connsiteY6" fmla="*/ 417699 h 420396"/>
                <a:gd name="connsiteX7" fmla="*/ 220228 w 584225"/>
                <a:gd name="connsiteY7" fmla="*/ 410708 h 420396"/>
                <a:gd name="connsiteX8" fmla="*/ 197080 w 584225"/>
                <a:gd name="connsiteY8" fmla="*/ 402170 h 420396"/>
                <a:gd name="connsiteX9" fmla="*/ 196969 w 584225"/>
                <a:gd name="connsiteY9" fmla="*/ 402525 h 420396"/>
                <a:gd name="connsiteX10" fmla="*/ 172870 w 584225"/>
                <a:gd name="connsiteY10" fmla="*/ 394521 h 420396"/>
                <a:gd name="connsiteX11" fmla="*/ 163096 w 584225"/>
                <a:gd name="connsiteY11" fmla="*/ 389635 h 420396"/>
                <a:gd name="connsiteX12" fmla="*/ 161065 w 584225"/>
                <a:gd name="connsiteY12" fmla="*/ 388887 h 420396"/>
                <a:gd name="connsiteX13" fmla="*/ 156017 w 584225"/>
                <a:gd name="connsiteY13" fmla="*/ 386098 h 420396"/>
                <a:gd name="connsiteX14" fmla="*/ 152376 w 584225"/>
                <a:gd name="connsiteY14" fmla="*/ 384277 h 420396"/>
                <a:gd name="connsiteX15" fmla="*/ 148414 w 584225"/>
                <a:gd name="connsiteY15" fmla="*/ 382617 h 420396"/>
                <a:gd name="connsiteX16" fmla="*/ 146391 w 584225"/>
                <a:gd name="connsiteY16" fmla="*/ 381286 h 420396"/>
                <a:gd name="connsiteX17" fmla="*/ 141876 w 584225"/>
                <a:gd name="connsiteY17" fmla="*/ 379029 h 420396"/>
                <a:gd name="connsiteX18" fmla="*/ 119989 w 584225"/>
                <a:gd name="connsiteY18" fmla="*/ 364557 h 420396"/>
                <a:gd name="connsiteX19" fmla="*/ 118651 w 584225"/>
                <a:gd name="connsiteY19" fmla="*/ 363809 h 420396"/>
                <a:gd name="connsiteX20" fmla="*/ 108462 w 584225"/>
                <a:gd name="connsiteY20" fmla="*/ 356935 h 420396"/>
                <a:gd name="connsiteX21" fmla="*/ 103339 w 584225"/>
                <a:gd name="connsiteY21" fmla="*/ 353547 h 420396"/>
                <a:gd name="connsiteX22" fmla="*/ 92952 w 584225"/>
                <a:gd name="connsiteY22" fmla="*/ 346640 h 420396"/>
                <a:gd name="connsiteX23" fmla="*/ 84858 w 584225"/>
                <a:gd name="connsiteY23" fmla="*/ 337902 h 420396"/>
                <a:gd name="connsiteX24" fmla="*/ 84221 w 584225"/>
                <a:gd name="connsiteY24" fmla="*/ 337339 h 420396"/>
                <a:gd name="connsiteX25" fmla="*/ 79233 w 584225"/>
                <a:gd name="connsiteY25" fmla="*/ 334836 h 420396"/>
                <a:gd name="connsiteX26" fmla="*/ 68789 w 584225"/>
                <a:gd name="connsiteY26" fmla="*/ 324332 h 420396"/>
                <a:gd name="connsiteX27" fmla="*/ 61475 w 584225"/>
                <a:gd name="connsiteY27" fmla="*/ 315526 h 420396"/>
                <a:gd name="connsiteX28" fmla="*/ 53425 w 584225"/>
                <a:gd name="connsiteY28" fmla="*/ 305288 h 420396"/>
                <a:gd name="connsiteX29" fmla="*/ 52462 w 584225"/>
                <a:gd name="connsiteY29" fmla="*/ 304323 h 420396"/>
                <a:gd name="connsiteX30" fmla="*/ 51712 w 584225"/>
                <a:gd name="connsiteY30" fmla="*/ 303110 h 420396"/>
                <a:gd name="connsiteX31" fmla="*/ 51436 w 584225"/>
                <a:gd name="connsiteY31" fmla="*/ 302759 h 420396"/>
                <a:gd name="connsiteX32" fmla="*/ 48675 w 584225"/>
                <a:gd name="connsiteY32" fmla="*/ 298937 h 420396"/>
                <a:gd name="connsiteX33" fmla="*/ 48156 w 584225"/>
                <a:gd name="connsiteY33" fmla="*/ 298413 h 420396"/>
                <a:gd name="connsiteX34" fmla="*/ 46146 w 584225"/>
                <a:gd name="connsiteY34" fmla="*/ 295435 h 420396"/>
                <a:gd name="connsiteX35" fmla="*/ 45331 w 584225"/>
                <a:gd name="connsiteY35" fmla="*/ 294308 h 420396"/>
                <a:gd name="connsiteX36" fmla="*/ 42360 w 584225"/>
                <a:gd name="connsiteY36" fmla="*/ 289827 h 420396"/>
                <a:gd name="connsiteX37" fmla="*/ 42162 w 584225"/>
                <a:gd name="connsiteY37" fmla="*/ 289534 h 420396"/>
                <a:gd name="connsiteX38" fmla="*/ 33923 w 584225"/>
                <a:gd name="connsiteY38" fmla="*/ 277244 h 420396"/>
                <a:gd name="connsiteX39" fmla="*/ 33610 w 584225"/>
                <a:gd name="connsiteY39" fmla="*/ 276630 h 420396"/>
                <a:gd name="connsiteX40" fmla="*/ 23250 w 584225"/>
                <a:gd name="connsiteY40" fmla="*/ 261008 h 420396"/>
                <a:gd name="connsiteX41" fmla="*/ 15575 w 584225"/>
                <a:gd name="connsiteY41" fmla="*/ 244710 h 420396"/>
                <a:gd name="connsiteX42" fmla="*/ 9088 w 584225"/>
                <a:gd name="connsiteY42" fmla="*/ 234227 h 420396"/>
                <a:gd name="connsiteX43" fmla="*/ 0 w 584225"/>
                <a:gd name="connsiteY43" fmla="*/ 206615 h 420396"/>
                <a:gd name="connsiteX44" fmla="*/ 116 w 584225"/>
                <a:gd name="connsiteY44" fmla="*/ 206017 h 420396"/>
                <a:gd name="connsiteX45" fmla="*/ 0 w 584225"/>
                <a:gd name="connsiteY45" fmla="*/ 205418 h 420396"/>
                <a:gd name="connsiteX46" fmla="*/ 9088 w 584225"/>
                <a:gd name="connsiteY46" fmla="*/ 177806 h 420396"/>
                <a:gd name="connsiteX47" fmla="*/ 15575 w 584225"/>
                <a:gd name="connsiteY47" fmla="*/ 167323 h 420396"/>
                <a:gd name="connsiteX48" fmla="*/ 23250 w 584225"/>
                <a:gd name="connsiteY48" fmla="*/ 151025 h 420396"/>
                <a:gd name="connsiteX49" fmla="*/ 33610 w 584225"/>
                <a:gd name="connsiteY49" fmla="*/ 135403 h 420396"/>
                <a:gd name="connsiteX50" fmla="*/ 33923 w 584225"/>
                <a:gd name="connsiteY50" fmla="*/ 134789 h 420396"/>
                <a:gd name="connsiteX51" fmla="*/ 42162 w 584225"/>
                <a:gd name="connsiteY51" fmla="*/ 122499 h 420396"/>
                <a:gd name="connsiteX52" fmla="*/ 42360 w 584225"/>
                <a:gd name="connsiteY52" fmla="*/ 122207 h 420396"/>
                <a:gd name="connsiteX53" fmla="*/ 45331 w 584225"/>
                <a:gd name="connsiteY53" fmla="*/ 117725 h 420396"/>
                <a:gd name="connsiteX54" fmla="*/ 46146 w 584225"/>
                <a:gd name="connsiteY54" fmla="*/ 116598 h 420396"/>
                <a:gd name="connsiteX55" fmla="*/ 48156 w 584225"/>
                <a:gd name="connsiteY55" fmla="*/ 113620 h 420396"/>
                <a:gd name="connsiteX56" fmla="*/ 48675 w 584225"/>
                <a:gd name="connsiteY56" fmla="*/ 113096 h 420396"/>
                <a:gd name="connsiteX57" fmla="*/ 51436 w 584225"/>
                <a:gd name="connsiteY57" fmla="*/ 109274 h 420396"/>
                <a:gd name="connsiteX58" fmla="*/ 51712 w 584225"/>
                <a:gd name="connsiteY58" fmla="*/ 108924 h 420396"/>
                <a:gd name="connsiteX59" fmla="*/ 52462 w 584225"/>
                <a:gd name="connsiteY59" fmla="*/ 107710 h 420396"/>
                <a:gd name="connsiteX60" fmla="*/ 53425 w 584225"/>
                <a:gd name="connsiteY60" fmla="*/ 106745 h 420396"/>
                <a:gd name="connsiteX61" fmla="*/ 61475 w 584225"/>
                <a:gd name="connsiteY61" fmla="*/ 96507 h 420396"/>
                <a:gd name="connsiteX62" fmla="*/ 68789 w 584225"/>
                <a:gd name="connsiteY62" fmla="*/ 87701 h 420396"/>
                <a:gd name="connsiteX63" fmla="*/ 79233 w 584225"/>
                <a:gd name="connsiteY63" fmla="*/ 77197 h 420396"/>
                <a:gd name="connsiteX64" fmla="*/ 84221 w 584225"/>
                <a:gd name="connsiteY64" fmla="*/ 74694 h 420396"/>
                <a:gd name="connsiteX65" fmla="*/ 84858 w 584225"/>
                <a:gd name="connsiteY65" fmla="*/ 74131 h 420396"/>
                <a:gd name="connsiteX66" fmla="*/ 92952 w 584225"/>
                <a:gd name="connsiteY66" fmla="*/ 65394 h 420396"/>
                <a:gd name="connsiteX67" fmla="*/ 103339 w 584225"/>
                <a:gd name="connsiteY67" fmla="*/ 58486 h 420396"/>
                <a:gd name="connsiteX68" fmla="*/ 108462 w 584225"/>
                <a:gd name="connsiteY68" fmla="*/ 55099 h 420396"/>
                <a:gd name="connsiteX69" fmla="*/ 118651 w 584225"/>
                <a:gd name="connsiteY69" fmla="*/ 48225 h 420396"/>
                <a:gd name="connsiteX70" fmla="*/ 119989 w 584225"/>
                <a:gd name="connsiteY70" fmla="*/ 47477 h 420396"/>
                <a:gd name="connsiteX71" fmla="*/ 141876 w 584225"/>
                <a:gd name="connsiteY71" fmla="*/ 33004 h 420396"/>
                <a:gd name="connsiteX72" fmla="*/ 146391 w 584225"/>
                <a:gd name="connsiteY72" fmla="*/ 30747 h 420396"/>
                <a:gd name="connsiteX73" fmla="*/ 148414 w 584225"/>
                <a:gd name="connsiteY73" fmla="*/ 29416 h 420396"/>
                <a:gd name="connsiteX74" fmla="*/ 152376 w 584225"/>
                <a:gd name="connsiteY74" fmla="*/ 27756 h 420396"/>
                <a:gd name="connsiteX75" fmla="*/ 156017 w 584225"/>
                <a:gd name="connsiteY75" fmla="*/ 25936 h 420396"/>
                <a:gd name="connsiteX76" fmla="*/ 161065 w 584225"/>
                <a:gd name="connsiteY76" fmla="*/ 23147 h 420396"/>
                <a:gd name="connsiteX77" fmla="*/ 163096 w 584225"/>
                <a:gd name="connsiteY77" fmla="*/ 22398 h 420396"/>
                <a:gd name="connsiteX78" fmla="*/ 172870 w 584225"/>
                <a:gd name="connsiteY78" fmla="*/ 17512 h 420396"/>
                <a:gd name="connsiteX79" fmla="*/ 196969 w 584225"/>
                <a:gd name="connsiteY79" fmla="*/ 9508 h 420396"/>
                <a:gd name="connsiteX80" fmla="*/ 197080 w 584225"/>
                <a:gd name="connsiteY80" fmla="*/ 9863 h 420396"/>
                <a:gd name="connsiteX81" fmla="*/ 220228 w 584225"/>
                <a:gd name="connsiteY81" fmla="*/ 1325 h 420396"/>
                <a:gd name="connsiteX82" fmla="*/ 226917 w 584225"/>
                <a:gd name="connsiteY82" fmla="*/ 0 h 420396"/>
                <a:gd name="connsiteX83" fmla="*/ 226917 w 584225"/>
                <a:gd name="connsiteY83" fmla="*/ 48320 h 420396"/>
                <a:gd name="connsiteX84" fmla="*/ 190763 w 584225"/>
                <a:gd name="connsiteY84" fmla="*/ 62185 h 420396"/>
                <a:gd name="connsiteX85" fmla="*/ 145469 w 584225"/>
                <a:gd name="connsiteY85" fmla="*/ 88037 h 420396"/>
                <a:gd name="connsiteX86" fmla="*/ 136522 w 584225"/>
                <a:gd name="connsiteY86" fmla="*/ 93964 h 420396"/>
                <a:gd name="connsiteX87" fmla="*/ 123106 w 584225"/>
                <a:gd name="connsiteY87" fmla="*/ 106876 h 420396"/>
                <a:gd name="connsiteX88" fmla="*/ 87611 w 584225"/>
                <a:gd name="connsiteY88" fmla="*/ 143008 h 420396"/>
                <a:gd name="connsiteX89" fmla="*/ 49621 w 584225"/>
                <a:gd name="connsiteY89" fmla="*/ 206017 h 420396"/>
                <a:gd name="connsiteX90" fmla="*/ 87611 w 584225"/>
                <a:gd name="connsiteY90" fmla="*/ 269025 h 420396"/>
                <a:gd name="connsiteX91" fmla="*/ 123106 w 584225"/>
                <a:gd name="connsiteY91" fmla="*/ 305157 h 420396"/>
                <a:gd name="connsiteX92" fmla="*/ 136522 w 584225"/>
                <a:gd name="connsiteY92" fmla="*/ 318070 h 420396"/>
                <a:gd name="connsiteX93" fmla="*/ 145469 w 584225"/>
                <a:gd name="connsiteY93" fmla="*/ 323996 h 420396"/>
                <a:gd name="connsiteX94" fmla="*/ 190763 w 584225"/>
                <a:gd name="connsiteY94" fmla="*/ 349848 h 420396"/>
                <a:gd name="connsiteX95" fmla="*/ 230688 w 584225"/>
                <a:gd name="connsiteY95" fmla="*/ 365160 h 420396"/>
                <a:gd name="connsiteX96" fmla="*/ 271356 w 584225"/>
                <a:gd name="connsiteY96" fmla="*/ 372644 h 420396"/>
                <a:gd name="connsiteX97" fmla="*/ 292113 w 584225"/>
                <a:gd name="connsiteY97" fmla="*/ 372781 h 420396"/>
                <a:gd name="connsiteX98" fmla="*/ 312870 w 584225"/>
                <a:gd name="connsiteY98" fmla="*/ 372644 h 420396"/>
                <a:gd name="connsiteX99" fmla="*/ 353537 w 584225"/>
                <a:gd name="connsiteY99" fmla="*/ 365160 h 420396"/>
                <a:gd name="connsiteX100" fmla="*/ 393463 w 584225"/>
                <a:gd name="connsiteY100" fmla="*/ 349848 h 420396"/>
                <a:gd name="connsiteX101" fmla="*/ 438759 w 584225"/>
                <a:gd name="connsiteY101" fmla="*/ 323996 h 420396"/>
                <a:gd name="connsiteX102" fmla="*/ 447703 w 584225"/>
                <a:gd name="connsiteY102" fmla="*/ 318070 h 420396"/>
                <a:gd name="connsiteX103" fmla="*/ 461119 w 584225"/>
                <a:gd name="connsiteY103" fmla="*/ 305157 h 420396"/>
                <a:gd name="connsiteX104" fmla="*/ 496615 w 584225"/>
                <a:gd name="connsiteY104" fmla="*/ 269025 h 420396"/>
                <a:gd name="connsiteX105" fmla="*/ 534605 w 584225"/>
                <a:gd name="connsiteY105" fmla="*/ 206017 h 420396"/>
                <a:gd name="connsiteX106" fmla="*/ 496615 w 584225"/>
                <a:gd name="connsiteY106" fmla="*/ 143008 h 420396"/>
                <a:gd name="connsiteX107" fmla="*/ 461119 w 584225"/>
                <a:gd name="connsiteY107" fmla="*/ 106876 h 420396"/>
                <a:gd name="connsiteX108" fmla="*/ 447703 w 584225"/>
                <a:gd name="connsiteY108" fmla="*/ 93963 h 420396"/>
                <a:gd name="connsiteX109" fmla="*/ 438759 w 584225"/>
                <a:gd name="connsiteY109" fmla="*/ 88038 h 420396"/>
                <a:gd name="connsiteX110" fmla="*/ 393463 w 584225"/>
                <a:gd name="connsiteY110" fmla="*/ 62185 h 420396"/>
                <a:gd name="connsiteX111" fmla="*/ 357307 w 584225"/>
                <a:gd name="connsiteY111" fmla="*/ 48319 h 420396"/>
                <a:gd name="connsiteX112" fmla="*/ 357307 w 584225"/>
                <a:gd name="connsiteY112" fmla="*/ 0 h 420396"/>
                <a:gd name="connsiteX113" fmla="*/ 363997 w 584225"/>
                <a:gd name="connsiteY113" fmla="*/ 1325 h 420396"/>
                <a:gd name="connsiteX114" fmla="*/ 387145 w 584225"/>
                <a:gd name="connsiteY114" fmla="*/ 9863 h 420396"/>
                <a:gd name="connsiteX115" fmla="*/ 387256 w 584225"/>
                <a:gd name="connsiteY115" fmla="*/ 9508 h 420396"/>
                <a:gd name="connsiteX116" fmla="*/ 411355 w 584225"/>
                <a:gd name="connsiteY116" fmla="*/ 17512 h 420396"/>
                <a:gd name="connsiteX117" fmla="*/ 421130 w 584225"/>
                <a:gd name="connsiteY117" fmla="*/ 22397 h 420396"/>
                <a:gd name="connsiteX118" fmla="*/ 423160 w 584225"/>
                <a:gd name="connsiteY118" fmla="*/ 23147 h 420396"/>
                <a:gd name="connsiteX119" fmla="*/ 428208 w 584225"/>
                <a:gd name="connsiteY119" fmla="*/ 25936 h 420396"/>
                <a:gd name="connsiteX120" fmla="*/ 431850 w 584225"/>
                <a:gd name="connsiteY120" fmla="*/ 27756 h 420396"/>
                <a:gd name="connsiteX121" fmla="*/ 435812 w 584225"/>
                <a:gd name="connsiteY121" fmla="*/ 29416 h 420396"/>
                <a:gd name="connsiteX122" fmla="*/ 437834 w 584225"/>
                <a:gd name="connsiteY122" fmla="*/ 30747 h 420396"/>
                <a:gd name="connsiteX123" fmla="*/ 442350 w 584225"/>
                <a:gd name="connsiteY123" fmla="*/ 33004 h 420396"/>
                <a:gd name="connsiteX124" fmla="*/ 464236 w 584225"/>
                <a:gd name="connsiteY124" fmla="*/ 47476 h 420396"/>
                <a:gd name="connsiteX125" fmla="*/ 465575 w 584225"/>
                <a:gd name="connsiteY125" fmla="*/ 48225 h 420396"/>
                <a:gd name="connsiteX126" fmla="*/ 475764 w 584225"/>
                <a:gd name="connsiteY126" fmla="*/ 55099 h 420396"/>
                <a:gd name="connsiteX127" fmla="*/ 480886 w 584225"/>
                <a:gd name="connsiteY127" fmla="*/ 58486 h 420396"/>
                <a:gd name="connsiteX128" fmla="*/ 491273 w 584225"/>
                <a:gd name="connsiteY128" fmla="*/ 65394 h 420396"/>
                <a:gd name="connsiteX129" fmla="*/ 499368 w 584225"/>
                <a:gd name="connsiteY129" fmla="*/ 74131 h 420396"/>
                <a:gd name="connsiteX130" fmla="*/ 500004 w 584225"/>
                <a:gd name="connsiteY130" fmla="*/ 74694 h 420396"/>
                <a:gd name="connsiteX131" fmla="*/ 504992 w 584225"/>
                <a:gd name="connsiteY131" fmla="*/ 77197 h 420396"/>
                <a:gd name="connsiteX132" fmla="*/ 515436 w 584225"/>
                <a:gd name="connsiteY132" fmla="*/ 87701 h 420396"/>
                <a:gd name="connsiteX133" fmla="*/ 522750 w 584225"/>
                <a:gd name="connsiteY133" fmla="*/ 96507 h 420396"/>
                <a:gd name="connsiteX134" fmla="*/ 530801 w 584225"/>
                <a:gd name="connsiteY134" fmla="*/ 106745 h 420396"/>
                <a:gd name="connsiteX135" fmla="*/ 531763 w 584225"/>
                <a:gd name="connsiteY135" fmla="*/ 107710 h 420396"/>
                <a:gd name="connsiteX136" fmla="*/ 532514 w 584225"/>
                <a:gd name="connsiteY136" fmla="*/ 108924 h 420396"/>
                <a:gd name="connsiteX137" fmla="*/ 532790 w 584225"/>
                <a:gd name="connsiteY137" fmla="*/ 109274 h 420396"/>
                <a:gd name="connsiteX138" fmla="*/ 535550 w 584225"/>
                <a:gd name="connsiteY138" fmla="*/ 113095 h 420396"/>
                <a:gd name="connsiteX139" fmla="*/ 536070 w 584225"/>
                <a:gd name="connsiteY139" fmla="*/ 113620 h 420396"/>
                <a:gd name="connsiteX140" fmla="*/ 538083 w 584225"/>
                <a:gd name="connsiteY140" fmla="*/ 116603 h 420396"/>
                <a:gd name="connsiteX141" fmla="*/ 538894 w 584225"/>
                <a:gd name="connsiteY141" fmla="*/ 117725 h 420396"/>
                <a:gd name="connsiteX142" fmla="*/ 541865 w 584225"/>
                <a:gd name="connsiteY142" fmla="*/ 122205 h 420396"/>
                <a:gd name="connsiteX143" fmla="*/ 542063 w 584225"/>
                <a:gd name="connsiteY143" fmla="*/ 122499 h 420396"/>
                <a:gd name="connsiteX144" fmla="*/ 550302 w 584225"/>
                <a:gd name="connsiteY144" fmla="*/ 134789 h 420396"/>
                <a:gd name="connsiteX145" fmla="*/ 550616 w 584225"/>
                <a:gd name="connsiteY145" fmla="*/ 135403 h 420396"/>
                <a:gd name="connsiteX146" fmla="*/ 560975 w 584225"/>
                <a:gd name="connsiteY146" fmla="*/ 151025 h 420396"/>
                <a:gd name="connsiteX147" fmla="*/ 568650 w 584225"/>
                <a:gd name="connsiteY147" fmla="*/ 167323 h 420396"/>
                <a:gd name="connsiteX148" fmla="*/ 575137 w 584225"/>
                <a:gd name="connsiteY148" fmla="*/ 177806 h 420396"/>
                <a:gd name="connsiteX149" fmla="*/ 584225 w 584225"/>
                <a:gd name="connsiteY149" fmla="*/ 205418 h 420396"/>
                <a:gd name="connsiteX150" fmla="*/ 584109 w 584225"/>
                <a:gd name="connsiteY150" fmla="*/ 206017 h 420396"/>
                <a:gd name="connsiteX151" fmla="*/ 584225 w 584225"/>
                <a:gd name="connsiteY151" fmla="*/ 206615 h 420396"/>
                <a:gd name="connsiteX152" fmla="*/ 575137 w 584225"/>
                <a:gd name="connsiteY152" fmla="*/ 234227 h 420396"/>
                <a:gd name="connsiteX153" fmla="*/ 568650 w 584225"/>
                <a:gd name="connsiteY153" fmla="*/ 244710 h 420396"/>
                <a:gd name="connsiteX154" fmla="*/ 560975 w 584225"/>
                <a:gd name="connsiteY154" fmla="*/ 261008 h 420396"/>
                <a:gd name="connsiteX155" fmla="*/ 550616 w 584225"/>
                <a:gd name="connsiteY155" fmla="*/ 276630 h 420396"/>
                <a:gd name="connsiteX156" fmla="*/ 550302 w 584225"/>
                <a:gd name="connsiteY156" fmla="*/ 277244 h 420396"/>
                <a:gd name="connsiteX157" fmla="*/ 542063 w 584225"/>
                <a:gd name="connsiteY157" fmla="*/ 289534 h 420396"/>
                <a:gd name="connsiteX158" fmla="*/ 541864 w 584225"/>
                <a:gd name="connsiteY158" fmla="*/ 289828 h 420396"/>
                <a:gd name="connsiteX159" fmla="*/ 538894 w 584225"/>
                <a:gd name="connsiteY159" fmla="*/ 294308 h 420396"/>
                <a:gd name="connsiteX160" fmla="*/ 538083 w 584225"/>
                <a:gd name="connsiteY160" fmla="*/ 295431 h 420396"/>
                <a:gd name="connsiteX161" fmla="*/ 536070 w 584225"/>
                <a:gd name="connsiteY161" fmla="*/ 298413 h 420396"/>
                <a:gd name="connsiteX162" fmla="*/ 535550 w 584225"/>
                <a:gd name="connsiteY162" fmla="*/ 298938 h 420396"/>
                <a:gd name="connsiteX163" fmla="*/ 532790 w 584225"/>
                <a:gd name="connsiteY163" fmla="*/ 302759 h 420396"/>
                <a:gd name="connsiteX164" fmla="*/ 532514 w 584225"/>
                <a:gd name="connsiteY164" fmla="*/ 303110 h 420396"/>
                <a:gd name="connsiteX165" fmla="*/ 531763 w 584225"/>
                <a:gd name="connsiteY165" fmla="*/ 304323 h 420396"/>
                <a:gd name="connsiteX166" fmla="*/ 530801 w 584225"/>
                <a:gd name="connsiteY166" fmla="*/ 305288 h 420396"/>
                <a:gd name="connsiteX167" fmla="*/ 522750 w 584225"/>
                <a:gd name="connsiteY167" fmla="*/ 315526 h 420396"/>
                <a:gd name="connsiteX168" fmla="*/ 515436 w 584225"/>
                <a:gd name="connsiteY168" fmla="*/ 324332 h 420396"/>
                <a:gd name="connsiteX169" fmla="*/ 504992 w 584225"/>
                <a:gd name="connsiteY169" fmla="*/ 334836 h 420396"/>
                <a:gd name="connsiteX170" fmla="*/ 500004 w 584225"/>
                <a:gd name="connsiteY170" fmla="*/ 337339 h 420396"/>
                <a:gd name="connsiteX171" fmla="*/ 499368 w 584225"/>
                <a:gd name="connsiteY171" fmla="*/ 337902 h 420396"/>
                <a:gd name="connsiteX172" fmla="*/ 491273 w 584225"/>
                <a:gd name="connsiteY172" fmla="*/ 346640 h 420396"/>
                <a:gd name="connsiteX173" fmla="*/ 480886 w 584225"/>
                <a:gd name="connsiteY173" fmla="*/ 353547 h 420396"/>
                <a:gd name="connsiteX174" fmla="*/ 475764 w 584225"/>
                <a:gd name="connsiteY174" fmla="*/ 356935 h 420396"/>
                <a:gd name="connsiteX175" fmla="*/ 465575 w 584225"/>
                <a:gd name="connsiteY175" fmla="*/ 363809 h 420396"/>
                <a:gd name="connsiteX176" fmla="*/ 464236 w 584225"/>
                <a:gd name="connsiteY176" fmla="*/ 364557 h 420396"/>
                <a:gd name="connsiteX177" fmla="*/ 442350 w 584225"/>
                <a:gd name="connsiteY177" fmla="*/ 379029 h 420396"/>
                <a:gd name="connsiteX178" fmla="*/ 437834 w 584225"/>
                <a:gd name="connsiteY178" fmla="*/ 381286 h 420396"/>
                <a:gd name="connsiteX179" fmla="*/ 435812 w 584225"/>
                <a:gd name="connsiteY179" fmla="*/ 382617 h 420396"/>
                <a:gd name="connsiteX180" fmla="*/ 431850 w 584225"/>
                <a:gd name="connsiteY180" fmla="*/ 384277 h 420396"/>
                <a:gd name="connsiteX181" fmla="*/ 428208 w 584225"/>
                <a:gd name="connsiteY181" fmla="*/ 386098 h 420396"/>
                <a:gd name="connsiteX182" fmla="*/ 423160 w 584225"/>
                <a:gd name="connsiteY182" fmla="*/ 388887 h 420396"/>
                <a:gd name="connsiteX183" fmla="*/ 421130 w 584225"/>
                <a:gd name="connsiteY183" fmla="*/ 389636 h 420396"/>
                <a:gd name="connsiteX184" fmla="*/ 411355 w 584225"/>
                <a:gd name="connsiteY184" fmla="*/ 394521 h 420396"/>
                <a:gd name="connsiteX185" fmla="*/ 387256 w 584225"/>
                <a:gd name="connsiteY185" fmla="*/ 402525 h 420396"/>
                <a:gd name="connsiteX186" fmla="*/ 387145 w 584225"/>
                <a:gd name="connsiteY186" fmla="*/ 402170 h 420396"/>
                <a:gd name="connsiteX187" fmla="*/ 363997 w 584225"/>
                <a:gd name="connsiteY187" fmla="*/ 410708 h 420396"/>
                <a:gd name="connsiteX188" fmla="*/ 328702 w 584225"/>
                <a:gd name="connsiteY188" fmla="*/ 417699 h 420396"/>
                <a:gd name="connsiteX189" fmla="*/ 324089 w 584225"/>
                <a:gd name="connsiteY189" fmla="*/ 418046 h 420396"/>
                <a:gd name="connsiteX190" fmla="*/ 323442 w 584225"/>
                <a:gd name="connsiteY190" fmla="*/ 418169 h 420396"/>
                <a:gd name="connsiteX191" fmla="*/ 310727 w 584225"/>
                <a:gd name="connsiteY191" fmla="*/ 419052 h 42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584225" h="420396">
                  <a:moveTo>
                    <a:pt x="292861" y="420396"/>
                  </a:moveTo>
                  <a:lnTo>
                    <a:pt x="292113" y="420344"/>
                  </a:lnTo>
                  <a:lnTo>
                    <a:pt x="291364" y="420396"/>
                  </a:lnTo>
                  <a:lnTo>
                    <a:pt x="273499" y="419052"/>
                  </a:lnTo>
                  <a:lnTo>
                    <a:pt x="260784" y="418169"/>
                  </a:lnTo>
                  <a:lnTo>
                    <a:pt x="260137" y="418046"/>
                  </a:lnTo>
                  <a:lnTo>
                    <a:pt x="255524" y="417699"/>
                  </a:lnTo>
                  <a:cubicBezTo>
                    <a:pt x="243663" y="416120"/>
                    <a:pt x="231892" y="413825"/>
                    <a:pt x="220228" y="410708"/>
                  </a:cubicBezTo>
                  <a:lnTo>
                    <a:pt x="197080" y="402170"/>
                  </a:lnTo>
                  <a:lnTo>
                    <a:pt x="196969" y="402525"/>
                  </a:lnTo>
                  <a:cubicBezTo>
                    <a:pt x="188915" y="399906"/>
                    <a:pt x="180598" y="397889"/>
                    <a:pt x="172870" y="394521"/>
                  </a:cubicBezTo>
                  <a:lnTo>
                    <a:pt x="163096" y="389635"/>
                  </a:lnTo>
                  <a:lnTo>
                    <a:pt x="161065" y="388887"/>
                  </a:lnTo>
                  <a:lnTo>
                    <a:pt x="156017" y="386098"/>
                  </a:lnTo>
                  <a:lnTo>
                    <a:pt x="152376" y="384277"/>
                  </a:lnTo>
                  <a:lnTo>
                    <a:pt x="148414" y="382617"/>
                  </a:lnTo>
                  <a:lnTo>
                    <a:pt x="146391" y="381286"/>
                  </a:lnTo>
                  <a:lnTo>
                    <a:pt x="141876" y="379029"/>
                  </a:lnTo>
                  <a:lnTo>
                    <a:pt x="119989" y="364557"/>
                  </a:lnTo>
                  <a:lnTo>
                    <a:pt x="118651" y="363809"/>
                  </a:lnTo>
                  <a:lnTo>
                    <a:pt x="108462" y="356935"/>
                  </a:lnTo>
                  <a:lnTo>
                    <a:pt x="103339" y="353547"/>
                  </a:lnTo>
                  <a:cubicBezTo>
                    <a:pt x="100014" y="351034"/>
                    <a:pt x="96327" y="349027"/>
                    <a:pt x="92952" y="346640"/>
                  </a:cubicBezTo>
                  <a:lnTo>
                    <a:pt x="84858" y="337902"/>
                  </a:lnTo>
                  <a:lnTo>
                    <a:pt x="84221" y="337339"/>
                  </a:lnTo>
                  <a:lnTo>
                    <a:pt x="79233" y="334836"/>
                  </a:lnTo>
                  <a:cubicBezTo>
                    <a:pt x="75489" y="331573"/>
                    <a:pt x="71023" y="328512"/>
                    <a:pt x="68789" y="324332"/>
                  </a:cubicBezTo>
                  <a:cubicBezTo>
                    <a:pt x="66824" y="320656"/>
                    <a:pt x="64743" y="318061"/>
                    <a:pt x="61475" y="315526"/>
                  </a:cubicBezTo>
                  <a:lnTo>
                    <a:pt x="53425" y="305288"/>
                  </a:lnTo>
                  <a:lnTo>
                    <a:pt x="52462" y="304323"/>
                  </a:lnTo>
                  <a:lnTo>
                    <a:pt x="51712" y="303110"/>
                  </a:lnTo>
                  <a:lnTo>
                    <a:pt x="51436" y="302759"/>
                  </a:lnTo>
                  <a:lnTo>
                    <a:pt x="48675" y="298937"/>
                  </a:lnTo>
                  <a:lnTo>
                    <a:pt x="48156" y="298413"/>
                  </a:lnTo>
                  <a:lnTo>
                    <a:pt x="46146" y="295435"/>
                  </a:lnTo>
                  <a:lnTo>
                    <a:pt x="45331" y="294308"/>
                  </a:lnTo>
                  <a:lnTo>
                    <a:pt x="42360" y="289827"/>
                  </a:lnTo>
                  <a:lnTo>
                    <a:pt x="42162" y="289534"/>
                  </a:lnTo>
                  <a:cubicBezTo>
                    <a:pt x="39534" y="285362"/>
                    <a:pt x="36778" y="281264"/>
                    <a:pt x="33923" y="277244"/>
                  </a:cubicBezTo>
                  <a:lnTo>
                    <a:pt x="33610" y="276630"/>
                  </a:lnTo>
                  <a:lnTo>
                    <a:pt x="23250" y="261008"/>
                  </a:lnTo>
                  <a:lnTo>
                    <a:pt x="15575" y="244710"/>
                  </a:lnTo>
                  <a:lnTo>
                    <a:pt x="9088" y="234227"/>
                  </a:lnTo>
                  <a:cubicBezTo>
                    <a:pt x="3086" y="221165"/>
                    <a:pt x="27" y="213872"/>
                    <a:pt x="0" y="206615"/>
                  </a:cubicBezTo>
                  <a:lnTo>
                    <a:pt x="116" y="206017"/>
                  </a:lnTo>
                  <a:lnTo>
                    <a:pt x="0" y="205418"/>
                  </a:lnTo>
                  <a:cubicBezTo>
                    <a:pt x="27" y="198162"/>
                    <a:pt x="3086" y="190869"/>
                    <a:pt x="9088" y="177806"/>
                  </a:cubicBezTo>
                  <a:lnTo>
                    <a:pt x="15575" y="167323"/>
                  </a:lnTo>
                  <a:lnTo>
                    <a:pt x="23250" y="151025"/>
                  </a:lnTo>
                  <a:lnTo>
                    <a:pt x="33610" y="135403"/>
                  </a:lnTo>
                  <a:lnTo>
                    <a:pt x="33923" y="134789"/>
                  </a:lnTo>
                  <a:cubicBezTo>
                    <a:pt x="36778" y="130769"/>
                    <a:pt x="39534" y="126671"/>
                    <a:pt x="42162" y="122499"/>
                  </a:cubicBezTo>
                  <a:lnTo>
                    <a:pt x="42360" y="122207"/>
                  </a:lnTo>
                  <a:lnTo>
                    <a:pt x="45331" y="117725"/>
                  </a:lnTo>
                  <a:lnTo>
                    <a:pt x="46146" y="116598"/>
                  </a:lnTo>
                  <a:lnTo>
                    <a:pt x="48156" y="113620"/>
                  </a:lnTo>
                  <a:lnTo>
                    <a:pt x="48675" y="113096"/>
                  </a:lnTo>
                  <a:lnTo>
                    <a:pt x="51436" y="109274"/>
                  </a:lnTo>
                  <a:lnTo>
                    <a:pt x="51712" y="108924"/>
                  </a:lnTo>
                  <a:lnTo>
                    <a:pt x="52462" y="107710"/>
                  </a:lnTo>
                  <a:lnTo>
                    <a:pt x="53425" y="106745"/>
                  </a:lnTo>
                  <a:lnTo>
                    <a:pt x="61475" y="96507"/>
                  </a:lnTo>
                  <a:cubicBezTo>
                    <a:pt x="64743" y="93972"/>
                    <a:pt x="66824" y="91378"/>
                    <a:pt x="68789" y="87701"/>
                  </a:cubicBezTo>
                  <a:cubicBezTo>
                    <a:pt x="71023" y="83521"/>
                    <a:pt x="75489" y="80460"/>
                    <a:pt x="79233" y="77197"/>
                  </a:cubicBezTo>
                  <a:lnTo>
                    <a:pt x="84221" y="74694"/>
                  </a:lnTo>
                  <a:lnTo>
                    <a:pt x="84858" y="74131"/>
                  </a:lnTo>
                  <a:lnTo>
                    <a:pt x="92952" y="65394"/>
                  </a:lnTo>
                  <a:cubicBezTo>
                    <a:pt x="96327" y="63006"/>
                    <a:pt x="100014" y="60999"/>
                    <a:pt x="103339" y="58486"/>
                  </a:cubicBezTo>
                  <a:lnTo>
                    <a:pt x="108462" y="55099"/>
                  </a:lnTo>
                  <a:lnTo>
                    <a:pt x="118651" y="48225"/>
                  </a:lnTo>
                  <a:lnTo>
                    <a:pt x="119989" y="47477"/>
                  </a:lnTo>
                  <a:lnTo>
                    <a:pt x="141876" y="33004"/>
                  </a:lnTo>
                  <a:lnTo>
                    <a:pt x="146391" y="30747"/>
                  </a:lnTo>
                  <a:lnTo>
                    <a:pt x="148414" y="29416"/>
                  </a:lnTo>
                  <a:lnTo>
                    <a:pt x="152376" y="27756"/>
                  </a:lnTo>
                  <a:lnTo>
                    <a:pt x="156017" y="25936"/>
                  </a:lnTo>
                  <a:lnTo>
                    <a:pt x="161065" y="23147"/>
                  </a:lnTo>
                  <a:lnTo>
                    <a:pt x="163096" y="22398"/>
                  </a:lnTo>
                  <a:lnTo>
                    <a:pt x="172870" y="17512"/>
                  </a:lnTo>
                  <a:cubicBezTo>
                    <a:pt x="180598" y="14144"/>
                    <a:pt x="188915" y="12127"/>
                    <a:pt x="196969" y="9508"/>
                  </a:cubicBezTo>
                  <a:lnTo>
                    <a:pt x="197080" y="9863"/>
                  </a:lnTo>
                  <a:lnTo>
                    <a:pt x="220228" y="1325"/>
                  </a:lnTo>
                  <a:lnTo>
                    <a:pt x="226917" y="0"/>
                  </a:lnTo>
                  <a:lnTo>
                    <a:pt x="226917" y="48320"/>
                  </a:lnTo>
                  <a:lnTo>
                    <a:pt x="190763" y="62185"/>
                  </a:lnTo>
                  <a:lnTo>
                    <a:pt x="145469" y="88037"/>
                  </a:lnTo>
                  <a:lnTo>
                    <a:pt x="136522" y="93964"/>
                  </a:lnTo>
                  <a:lnTo>
                    <a:pt x="123106" y="106876"/>
                  </a:lnTo>
                  <a:lnTo>
                    <a:pt x="87611" y="143008"/>
                  </a:lnTo>
                  <a:lnTo>
                    <a:pt x="49621" y="206017"/>
                  </a:lnTo>
                  <a:lnTo>
                    <a:pt x="87611" y="269025"/>
                  </a:lnTo>
                  <a:lnTo>
                    <a:pt x="123106" y="305157"/>
                  </a:lnTo>
                  <a:lnTo>
                    <a:pt x="136522" y="318070"/>
                  </a:lnTo>
                  <a:lnTo>
                    <a:pt x="145469" y="323996"/>
                  </a:lnTo>
                  <a:lnTo>
                    <a:pt x="190763" y="349848"/>
                  </a:lnTo>
                  <a:lnTo>
                    <a:pt x="230688" y="365160"/>
                  </a:lnTo>
                  <a:lnTo>
                    <a:pt x="271356" y="372644"/>
                  </a:lnTo>
                  <a:lnTo>
                    <a:pt x="292113" y="372781"/>
                  </a:lnTo>
                  <a:lnTo>
                    <a:pt x="312870" y="372644"/>
                  </a:lnTo>
                  <a:lnTo>
                    <a:pt x="353537" y="365160"/>
                  </a:lnTo>
                  <a:lnTo>
                    <a:pt x="393463" y="349848"/>
                  </a:lnTo>
                  <a:lnTo>
                    <a:pt x="438759" y="323996"/>
                  </a:lnTo>
                  <a:lnTo>
                    <a:pt x="447703" y="318070"/>
                  </a:lnTo>
                  <a:lnTo>
                    <a:pt x="461119" y="305157"/>
                  </a:lnTo>
                  <a:lnTo>
                    <a:pt x="496615" y="269025"/>
                  </a:lnTo>
                  <a:lnTo>
                    <a:pt x="534605" y="206017"/>
                  </a:lnTo>
                  <a:lnTo>
                    <a:pt x="496615" y="143008"/>
                  </a:lnTo>
                  <a:lnTo>
                    <a:pt x="461119" y="106876"/>
                  </a:lnTo>
                  <a:lnTo>
                    <a:pt x="447703" y="93963"/>
                  </a:lnTo>
                  <a:lnTo>
                    <a:pt x="438759" y="88038"/>
                  </a:lnTo>
                  <a:lnTo>
                    <a:pt x="393463" y="62185"/>
                  </a:lnTo>
                  <a:lnTo>
                    <a:pt x="357307" y="48319"/>
                  </a:lnTo>
                  <a:lnTo>
                    <a:pt x="357307" y="0"/>
                  </a:lnTo>
                  <a:lnTo>
                    <a:pt x="363997" y="1325"/>
                  </a:lnTo>
                  <a:lnTo>
                    <a:pt x="387145" y="9863"/>
                  </a:lnTo>
                  <a:lnTo>
                    <a:pt x="387256" y="9508"/>
                  </a:lnTo>
                  <a:cubicBezTo>
                    <a:pt x="395310" y="12127"/>
                    <a:pt x="403627" y="14144"/>
                    <a:pt x="411355" y="17512"/>
                  </a:cubicBezTo>
                  <a:lnTo>
                    <a:pt x="421130" y="22397"/>
                  </a:lnTo>
                  <a:lnTo>
                    <a:pt x="423160" y="23147"/>
                  </a:lnTo>
                  <a:lnTo>
                    <a:pt x="428208" y="25936"/>
                  </a:lnTo>
                  <a:lnTo>
                    <a:pt x="431850" y="27756"/>
                  </a:lnTo>
                  <a:lnTo>
                    <a:pt x="435812" y="29416"/>
                  </a:lnTo>
                  <a:lnTo>
                    <a:pt x="437834" y="30747"/>
                  </a:lnTo>
                  <a:lnTo>
                    <a:pt x="442350" y="33004"/>
                  </a:lnTo>
                  <a:lnTo>
                    <a:pt x="464236" y="47476"/>
                  </a:lnTo>
                  <a:lnTo>
                    <a:pt x="465575" y="48225"/>
                  </a:lnTo>
                  <a:lnTo>
                    <a:pt x="475764" y="55099"/>
                  </a:lnTo>
                  <a:lnTo>
                    <a:pt x="480886" y="58486"/>
                  </a:lnTo>
                  <a:cubicBezTo>
                    <a:pt x="484211" y="60999"/>
                    <a:pt x="487898" y="63006"/>
                    <a:pt x="491273" y="65394"/>
                  </a:cubicBezTo>
                  <a:lnTo>
                    <a:pt x="499368" y="74131"/>
                  </a:lnTo>
                  <a:lnTo>
                    <a:pt x="500004" y="74694"/>
                  </a:lnTo>
                  <a:lnTo>
                    <a:pt x="504992" y="77197"/>
                  </a:lnTo>
                  <a:cubicBezTo>
                    <a:pt x="508736" y="80460"/>
                    <a:pt x="513202" y="83521"/>
                    <a:pt x="515436" y="87701"/>
                  </a:cubicBezTo>
                  <a:cubicBezTo>
                    <a:pt x="517401" y="91378"/>
                    <a:pt x="519482" y="93972"/>
                    <a:pt x="522750" y="96507"/>
                  </a:cubicBezTo>
                  <a:lnTo>
                    <a:pt x="530801" y="106745"/>
                  </a:lnTo>
                  <a:lnTo>
                    <a:pt x="531763" y="107710"/>
                  </a:lnTo>
                  <a:lnTo>
                    <a:pt x="532514" y="108924"/>
                  </a:lnTo>
                  <a:lnTo>
                    <a:pt x="532790" y="109274"/>
                  </a:lnTo>
                  <a:lnTo>
                    <a:pt x="535550" y="113095"/>
                  </a:lnTo>
                  <a:lnTo>
                    <a:pt x="536070" y="113620"/>
                  </a:lnTo>
                  <a:lnTo>
                    <a:pt x="538083" y="116603"/>
                  </a:lnTo>
                  <a:lnTo>
                    <a:pt x="538894" y="117725"/>
                  </a:lnTo>
                  <a:lnTo>
                    <a:pt x="541865" y="122205"/>
                  </a:lnTo>
                  <a:lnTo>
                    <a:pt x="542063" y="122499"/>
                  </a:lnTo>
                  <a:cubicBezTo>
                    <a:pt x="544691" y="126671"/>
                    <a:pt x="547447" y="130769"/>
                    <a:pt x="550302" y="134789"/>
                  </a:cubicBezTo>
                  <a:lnTo>
                    <a:pt x="550616" y="135403"/>
                  </a:lnTo>
                  <a:lnTo>
                    <a:pt x="560975" y="151025"/>
                  </a:lnTo>
                  <a:lnTo>
                    <a:pt x="568650" y="167323"/>
                  </a:lnTo>
                  <a:lnTo>
                    <a:pt x="575137" y="177806"/>
                  </a:lnTo>
                  <a:cubicBezTo>
                    <a:pt x="581140" y="190869"/>
                    <a:pt x="584198" y="198162"/>
                    <a:pt x="584225" y="205418"/>
                  </a:cubicBezTo>
                  <a:lnTo>
                    <a:pt x="584109" y="206017"/>
                  </a:lnTo>
                  <a:lnTo>
                    <a:pt x="584225" y="206615"/>
                  </a:lnTo>
                  <a:cubicBezTo>
                    <a:pt x="584198" y="213872"/>
                    <a:pt x="581140" y="221165"/>
                    <a:pt x="575137" y="234227"/>
                  </a:cubicBezTo>
                  <a:lnTo>
                    <a:pt x="568650" y="244710"/>
                  </a:lnTo>
                  <a:lnTo>
                    <a:pt x="560975" y="261008"/>
                  </a:lnTo>
                  <a:lnTo>
                    <a:pt x="550616" y="276630"/>
                  </a:lnTo>
                  <a:lnTo>
                    <a:pt x="550302" y="277244"/>
                  </a:lnTo>
                  <a:cubicBezTo>
                    <a:pt x="547447" y="281264"/>
                    <a:pt x="544691" y="285362"/>
                    <a:pt x="542063" y="289534"/>
                  </a:cubicBezTo>
                  <a:lnTo>
                    <a:pt x="541864" y="289828"/>
                  </a:lnTo>
                  <a:lnTo>
                    <a:pt x="538894" y="294308"/>
                  </a:lnTo>
                  <a:lnTo>
                    <a:pt x="538083" y="295431"/>
                  </a:lnTo>
                  <a:lnTo>
                    <a:pt x="536070" y="298413"/>
                  </a:lnTo>
                  <a:lnTo>
                    <a:pt x="535550" y="298938"/>
                  </a:lnTo>
                  <a:lnTo>
                    <a:pt x="532790" y="302759"/>
                  </a:lnTo>
                  <a:lnTo>
                    <a:pt x="532514" y="303110"/>
                  </a:lnTo>
                  <a:lnTo>
                    <a:pt x="531763" y="304323"/>
                  </a:lnTo>
                  <a:lnTo>
                    <a:pt x="530801" y="305288"/>
                  </a:lnTo>
                  <a:lnTo>
                    <a:pt x="522750" y="315526"/>
                  </a:lnTo>
                  <a:cubicBezTo>
                    <a:pt x="519482" y="318061"/>
                    <a:pt x="517401" y="320656"/>
                    <a:pt x="515436" y="324332"/>
                  </a:cubicBezTo>
                  <a:cubicBezTo>
                    <a:pt x="513202" y="328512"/>
                    <a:pt x="508736" y="331573"/>
                    <a:pt x="504992" y="334836"/>
                  </a:cubicBezTo>
                  <a:lnTo>
                    <a:pt x="500004" y="337339"/>
                  </a:lnTo>
                  <a:lnTo>
                    <a:pt x="499368" y="337902"/>
                  </a:lnTo>
                  <a:lnTo>
                    <a:pt x="491273" y="346640"/>
                  </a:lnTo>
                  <a:cubicBezTo>
                    <a:pt x="487898" y="349027"/>
                    <a:pt x="484211" y="351034"/>
                    <a:pt x="480886" y="353547"/>
                  </a:cubicBezTo>
                  <a:lnTo>
                    <a:pt x="475764" y="356935"/>
                  </a:lnTo>
                  <a:lnTo>
                    <a:pt x="465575" y="363809"/>
                  </a:lnTo>
                  <a:lnTo>
                    <a:pt x="464236" y="364557"/>
                  </a:lnTo>
                  <a:lnTo>
                    <a:pt x="442350" y="379029"/>
                  </a:lnTo>
                  <a:lnTo>
                    <a:pt x="437834" y="381286"/>
                  </a:lnTo>
                  <a:lnTo>
                    <a:pt x="435812" y="382617"/>
                  </a:lnTo>
                  <a:lnTo>
                    <a:pt x="431850" y="384277"/>
                  </a:lnTo>
                  <a:lnTo>
                    <a:pt x="428208" y="386098"/>
                  </a:lnTo>
                  <a:lnTo>
                    <a:pt x="423160" y="388887"/>
                  </a:lnTo>
                  <a:lnTo>
                    <a:pt x="421130" y="389636"/>
                  </a:lnTo>
                  <a:lnTo>
                    <a:pt x="411355" y="394521"/>
                  </a:lnTo>
                  <a:cubicBezTo>
                    <a:pt x="403627" y="397889"/>
                    <a:pt x="395310" y="399906"/>
                    <a:pt x="387256" y="402525"/>
                  </a:cubicBezTo>
                  <a:lnTo>
                    <a:pt x="387145" y="402170"/>
                  </a:lnTo>
                  <a:lnTo>
                    <a:pt x="363997" y="410708"/>
                  </a:lnTo>
                  <a:cubicBezTo>
                    <a:pt x="352334" y="413825"/>
                    <a:pt x="340563" y="416120"/>
                    <a:pt x="328702" y="417699"/>
                  </a:cubicBezTo>
                  <a:lnTo>
                    <a:pt x="324089" y="418046"/>
                  </a:lnTo>
                  <a:lnTo>
                    <a:pt x="323442" y="418169"/>
                  </a:lnTo>
                  <a:lnTo>
                    <a:pt x="310727" y="419052"/>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62" name="Freeform: Shape 2961">
              <a:extLst>
                <a:ext uri="{FF2B5EF4-FFF2-40B4-BE49-F238E27FC236}">
                  <a16:creationId xmlns:a16="http://schemas.microsoft.com/office/drawing/2014/main" id="{9E6BF03E-BE59-DF47-C056-CBDD3B67912F}"/>
                </a:ext>
                <a:ext uri="{C183D7F6-B498-43B3-948B-1728B52AA6E4}">
                  <adec:decorative xmlns:adec="http://schemas.microsoft.com/office/drawing/2017/decorative" val="1"/>
                </a:ext>
              </a:extLst>
            </p:cNvPr>
            <p:cNvSpPr/>
            <p:nvPr/>
          </p:nvSpPr>
          <p:spPr>
            <a:xfrm>
              <a:off x="10486477" y="5893345"/>
              <a:ext cx="177336" cy="251261"/>
            </a:xfrm>
            <a:custGeom>
              <a:avLst/>
              <a:gdLst>
                <a:gd name="connsiteX0" fmla="*/ 88082 w 242636"/>
                <a:gd name="connsiteY0" fmla="*/ 277311 h 343782"/>
                <a:gd name="connsiteX1" fmla="*/ 154553 w 242636"/>
                <a:gd name="connsiteY1" fmla="*/ 277311 h 343782"/>
                <a:gd name="connsiteX2" fmla="*/ 154553 w 242636"/>
                <a:gd name="connsiteY2" fmla="*/ 343782 h 343782"/>
                <a:gd name="connsiteX3" fmla="*/ 88082 w 242636"/>
                <a:gd name="connsiteY3" fmla="*/ 343782 h 343782"/>
                <a:gd name="connsiteX4" fmla="*/ 119806 w 242636"/>
                <a:gd name="connsiteY4" fmla="*/ 41129 h 343782"/>
                <a:gd name="connsiteX5" fmla="*/ 55237 w 242636"/>
                <a:gd name="connsiteY5" fmla="*/ 76100 h 343782"/>
                <a:gd name="connsiteX6" fmla="*/ 40818 w 242636"/>
                <a:gd name="connsiteY6" fmla="*/ 119134 h 343782"/>
                <a:gd name="connsiteX7" fmla="*/ 42746 w 242636"/>
                <a:gd name="connsiteY7" fmla="*/ 133924 h 343782"/>
                <a:gd name="connsiteX8" fmla="*/ 62104 w 242636"/>
                <a:gd name="connsiteY8" fmla="*/ 173925 h 343782"/>
                <a:gd name="connsiteX9" fmla="*/ 180029 w 242636"/>
                <a:gd name="connsiteY9" fmla="*/ 174079 h 343782"/>
                <a:gd name="connsiteX10" fmla="*/ 194957 w 242636"/>
                <a:gd name="connsiteY10" fmla="*/ 90743 h 343782"/>
                <a:gd name="connsiteX11" fmla="*/ 119806 w 242636"/>
                <a:gd name="connsiteY11" fmla="*/ 41129 h 343782"/>
                <a:gd name="connsiteX12" fmla="*/ 111644 w 242636"/>
                <a:gd name="connsiteY12" fmla="*/ 41 h 343782"/>
                <a:gd name="connsiteX13" fmla="*/ 161959 w 242636"/>
                <a:gd name="connsiteY13" fmla="*/ 5982 h 343782"/>
                <a:gd name="connsiteX14" fmla="*/ 228368 w 242636"/>
                <a:gd name="connsiteY14" fmla="*/ 63613 h 343782"/>
                <a:gd name="connsiteX15" fmla="*/ 242598 w 242636"/>
                <a:gd name="connsiteY15" fmla="*/ 122734 h 343782"/>
                <a:gd name="connsiteX16" fmla="*/ 208120 w 242636"/>
                <a:gd name="connsiteY16" fmla="*/ 205040 h 343782"/>
                <a:gd name="connsiteX17" fmla="*/ 199896 w 242636"/>
                <a:gd name="connsiteY17" fmla="*/ 213246 h 343782"/>
                <a:gd name="connsiteX18" fmla="*/ 158440 w 242636"/>
                <a:gd name="connsiteY18" fmla="*/ 236059 h 343782"/>
                <a:gd name="connsiteX19" fmla="*/ 57366 w 242636"/>
                <a:gd name="connsiteY19" fmla="*/ 223716 h 343782"/>
                <a:gd name="connsiteX20" fmla="*/ 1208 w 242636"/>
                <a:gd name="connsiteY20" fmla="*/ 137324 h 343782"/>
                <a:gd name="connsiteX21" fmla="*/ 6769 w 242636"/>
                <a:gd name="connsiteY21" fmla="*/ 81408 h 343782"/>
                <a:gd name="connsiteX22" fmla="*/ 33625 w 242636"/>
                <a:gd name="connsiteY22" fmla="*/ 36853 h 343782"/>
                <a:gd name="connsiteX23" fmla="*/ 80895 w 242636"/>
                <a:gd name="connsiteY23" fmla="*/ 5859 h 343782"/>
                <a:gd name="connsiteX24" fmla="*/ 111644 w 242636"/>
                <a:gd name="connsiteY24" fmla="*/ 41 h 343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2636" h="343782">
                  <a:moveTo>
                    <a:pt x="88082" y="277311"/>
                  </a:moveTo>
                  <a:lnTo>
                    <a:pt x="154553" y="277311"/>
                  </a:lnTo>
                  <a:lnTo>
                    <a:pt x="154553" y="343782"/>
                  </a:lnTo>
                  <a:lnTo>
                    <a:pt x="88082" y="343782"/>
                  </a:lnTo>
                  <a:close/>
                  <a:moveTo>
                    <a:pt x="119806" y="41129"/>
                  </a:moveTo>
                  <a:cubicBezTo>
                    <a:pt x="91990" y="41330"/>
                    <a:pt x="71367" y="54526"/>
                    <a:pt x="55237" y="76100"/>
                  </a:cubicBezTo>
                  <a:cubicBezTo>
                    <a:pt x="46242" y="88131"/>
                    <a:pt x="42707" y="102039"/>
                    <a:pt x="40818" y="119134"/>
                  </a:cubicBezTo>
                  <a:cubicBezTo>
                    <a:pt x="41451" y="124066"/>
                    <a:pt x="41924" y="129024"/>
                    <a:pt x="42746" y="133924"/>
                  </a:cubicBezTo>
                  <a:cubicBezTo>
                    <a:pt x="45298" y="149127"/>
                    <a:pt x="51827" y="162824"/>
                    <a:pt x="62104" y="173925"/>
                  </a:cubicBezTo>
                  <a:cubicBezTo>
                    <a:pt x="97014" y="211634"/>
                    <a:pt x="149915" y="207852"/>
                    <a:pt x="180029" y="174079"/>
                  </a:cubicBezTo>
                  <a:cubicBezTo>
                    <a:pt x="201788" y="149677"/>
                    <a:pt x="208423" y="121102"/>
                    <a:pt x="194957" y="90743"/>
                  </a:cubicBezTo>
                  <a:cubicBezTo>
                    <a:pt x="180818" y="58870"/>
                    <a:pt x="156032" y="40866"/>
                    <a:pt x="119806" y="41129"/>
                  </a:cubicBezTo>
                  <a:close/>
                  <a:moveTo>
                    <a:pt x="111644" y="41"/>
                  </a:moveTo>
                  <a:cubicBezTo>
                    <a:pt x="128690" y="-89"/>
                    <a:pt x="145680" y="-285"/>
                    <a:pt x="161959" y="5982"/>
                  </a:cubicBezTo>
                  <a:cubicBezTo>
                    <a:pt x="191058" y="17182"/>
                    <a:pt x="213567" y="35779"/>
                    <a:pt x="228368" y="63613"/>
                  </a:cubicBezTo>
                  <a:cubicBezTo>
                    <a:pt x="238248" y="82198"/>
                    <a:pt x="243123" y="101944"/>
                    <a:pt x="242598" y="122734"/>
                  </a:cubicBezTo>
                  <a:cubicBezTo>
                    <a:pt x="241796" y="154462"/>
                    <a:pt x="230735" y="182265"/>
                    <a:pt x="208120" y="205040"/>
                  </a:cubicBezTo>
                  <a:cubicBezTo>
                    <a:pt x="205644" y="207533"/>
                    <a:pt x="203152" y="210012"/>
                    <a:pt x="199896" y="213246"/>
                  </a:cubicBezTo>
                  <a:cubicBezTo>
                    <a:pt x="186973" y="223951"/>
                    <a:pt x="173438" y="231630"/>
                    <a:pt x="158440" y="236059"/>
                  </a:cubicBezTo>
                  <a:cubicBezTo>
                    <a:pt x="123086" y="246500"/>
                    <a:pt x="89021" y="243559"/>
                    <a:pt x="57366" y="223716"/>
                  </a:cubicBezTo>
                  <a:cubicBezTo>
                    <a:pt x="25385" y="203668"/>
                    <a:pt x="7290" y="174917"/>
                    <a:pt x="1208" y="137324"/>
                  </a:cubicBezTo>
                  <a:cubicBezTo>
                    <a:pt x="-1977" y="117641"/>
                    <a:pt x="1574" y="99651"/>
                    <a:pt x="6769" y="81408"/>
                  </a:cubicBezTo>
                  <a:cubicBezTo>
                    <a:pt x="11669" y="64204"/>
                    <a:pt x="21206" y="49775"/>
                    <a:pt x="33625" y="36853"/>
                  </a:cubicBezTo>
                  <a:cubicBezTo>
                    <a:pt x="47109" y="22822"/>
                    <a:pt x="62611" y="12266"/>
                    <a:pt x="80895" y="5859"/>
                  </a:cubicBezTo>
                  <a:cubicBezTo>
                    <a:pt x="90809" y="2385"/>
                    <a:pt x="100988" y="122"/>
                    <a:pt x="111644" y="41"/>
                  </a:cubicBez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83" name="Group 82">
            <a:extLst>
              <a:ext uri="{FF2B5EF4-FFF2-40B4-BE49-F238E27FC236}">
                <a16:creationId xmlns:a16="http://schemas.microsoft.com/office/drawing/2014/main" id="{1823BA90-691B-B097-A960-BECAD189154D}"/>
              </a:ext>
              <a:ext uri="{C183D7F6-B498-43B3-948B-1728B52AA6E4}">
                <adec:decorative xmlns:adec="http://schemas.microsoft.com/office/drawing/2017/decorative" val="1"/>
              </a:ext>
            </a:extLst>
          </p:cNvPr>
          <p:cNvGrpSpPr>
            <a:grpSpLocks noChangeAspect="1"/>
          </p:cNvGrpSpPr>
          <p:nvPr/>
        </p:nvGrpSpPr>
        <p:grpSpPr>
          <a:xfrm>
            <a:off x="8847276" y="5824566"/>
            <a:ext cx="313348" cy="320040"/>
            <a:chOff x="9010068" y="5824566"/>
            <a:chExt cx="313348" cy="320040"/>
          </a:xfrm>
          <a:solidFill>
            <a:srgbClr val="FF0000"/>
          </a:solidFill>
        </p:grpSpPr>
        <p:sp>
          <p:nvSpPr>
            <p:cNvPr id="2931" name="Freeform: Shape 2930">
              <a:extLst>
                <a:ext uri="{FF2B5EF4-FFF2-40B4-BE49-F238E27FC236}">
                  <a16:creationId xmlns:a16="http://schemas.microsoft.com/office/drawing/2014/main" id="{CC7E6BC5-1742-6F8D-D6EE-B38C35B05D1D}"/>
                </a:ext>
                <a:ext uri="{C183D7F6-B498-43B3-948B-1728B52AA6E4}">
                  <adec:decorative xmlns:adec="http://schemas.microsoft.com/office/drawing/2017/decorative" val="1"/>
                </a:ext>
              </a:extLst>
            </p:cNvPr>
            <p:cNvSpPr/>
            <p:nvPr/>
          </p:nvSpPr>
          <p:spPr>
            <a:xfrm>
              <a:off x="9010068" y="5835105"/>
              <a:ext cx="313348" cy="309501"/>
            </a:xfrm>
            <a:custGeom>
              <a:avLst/>
              <a:gdLst>
                <a:gd name="connsiteX0" fmla="*/ 329156 w 529130"/>
                <a:gd name="connsiteY0" fmla="*/ 0 h 522633"/>
                <a:gd name="connsiteX1" fmla="*/ 367546 w 529130"/>
                <a:gd name="connsiteY1" fmla="*/ 11971 h 522633"/>
                <a:gd name="connsiteX2" fmla="*/ 529130 w 529130"/>
                <a:gd name="connsiteY2" fmla="*/ 256859 h 522633"/>
                <a:gd name="connsiteX3" fmla="*/ 264565 w 529130"/>
                <a:gd name="connsiteY3" fmla="*/ 522633 h 522633"/>
                <a:gd name="connsiteX4" fmla="*/ 0 w 529130"/>
                <a:gd name="connsiteY4" fmla="*/ 256859 h 522633"/>
                <a:gd name="connsiteX5" fmla="*/ 161585 w 529130"/>
                <a:gd name="connsiteY5" fmla="*/ 11971 h 522633"/>
                <a:gd name="connsiteX6" fmla="*/ 199972 w 529130"/>
                <a:gd name="connsiteY6" fmla="*/ 0 h 522633"/>
                <a:gd name="connsiteX7" fmla="*/ 199972 w 529130"/>
                <a:gd name="connsiteY7" fmla="*/ 47413 h 522633"/>
                <a:gd name="connsiteX8" fmla="*/ 179284 w 529130"/>
                <a:gd name="connsiteY8" fmla="*/ 53870 h 522633"/>
                <a:gd name="connsiteX9" fmla="*/ 45473 w 529130"/>
                <a:gd name="connsiteY9" fmla="*/ 256859 h 522633"/>
                <a:gd name="connsiteX10" fmla="*/ 264564 w 529130"/>
                <a:gd name="connsiteY10" fmla="*/ 477160 h 522633"/>
                <a:gd name="connsiteX11" fmla="*/ 483655 w 529130"/>
                <a:gd name="connsiteY11" fmla="*/ 256859 h 522633"/>
                <a:gd name="connsiteX12" fmla="*/ 349845 w 529130"/>
                <a:gd name="connsiteY12" fmla="*/ 53870 h 522633"/>
                <a:gd name="connsiteX13" fmla="*/ 329156 w 529130"/>
                <a:gd name="connsiteY13" fmla="*/ 47413 h 52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130" h="522633">
                  <a:moveTo>
                    <a:pt x="329156" y="0"/>
                  </a:moveTo>
                  <a:lnTo>
                    <a:pt x="367546" y="11971"/>
                  </a:lnTo>
                  <a:cubicBezTo>
                    <a:pt x="462502" y="52318"/>
                    <a:pt x="529130" y="146772"/>
                    <a:pt x="529130" y="256859"/>
                  </a:cubicBezTo>
                  <a:cubicBezTo>
                    <a:pt x="529130" y="403642"/>
                    <a:pt x="410680" y="522633"/>
                    <a:pt x="264565" y="522633"/>
                  </a:cubicBezTo>
                  <a:cubicBezTo>
                    <a:pt x="118450" y="522633"/>
                    <a:pt x="0" y="403642"/>
                    <a:pt x="0" y="256859"/>
                  </a:cubicBezTo>
                  <a:cubicBezTo>
                    <a:pt x="0" y="146772"/>
                    <a:pt x="66628" y="52318"/>
                    <a:pt x="161585" y="11971"/>
                  </a:cubicBezTo>
                  <a:lnTo>
                    <a:pt x="199972" y="0"/>
                  </a:lnTo>
                  <a:lnTo>
                    <a:pt x="199972" y="47413"/>
                  </a:lnTo>
                  <a:lnTo>
                    <a:pt x="179284" y="53870"/>
                  </a:lnTo>
                  <a:cubicBezTo>
                    <a:pt x="100649" y="87314"/>
                    <a:pt x="45473" y="165607"/>
                    <a:pt x="45473" y="256859"/>
                  </a:cubicBezTo>
                  <a:cubicBezTo>
                    <a:pt x="45473" y="378528"/>
                    <a:pt x="143563" y="477160"/>
                    <a:pt x="264564" y="477160"/>
                  </a:cubicBezTo>
                  <a:cubicBezTo>
                    <a:pt x="385565" y="477160"/>
                    <a:pt x="483655" y="378528"/>
                    <a:pt x="483655" y="256859"/>
                  </a:cubicBezTo>
                  <a:cubicBezTo>
                    <a:pt x="483655" y="165607"/>
                    <a:pt x="428480" y="87314"/>
                    <a:pt x="349845" y="53870"/>
                  </a:cubicBezTo>
                  <a:lnTo>
                    <a:pt x="329156" y="47413"/>
                  </a:ln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135" name="Freeform: Shape 134">
              <a:extLst>
                <a:ext uri="{FF2B5EF4-FFF2-40B4-BE49-F238E27FC236}">
                  <a16:creationId xmlns:a16="http://schemas.microsoft.com/office/drawing/2014/main" id="{E38C848B-007B-71EE-DFFD-E78485EF0C3A}"/>
                </a:ext>
                <a:ext uri="{C183D7F6-B498-43B3-948B-1728B52AA6E4}">
                  <adec:decorative xmlns:adec="http://schemas.microsoft.com/office/drawing/2017/decorative" val="1"/>
                </a:ext>
              </a:extLst>
            </p:cNvPr>
            <p:cNvSpPr/>
            <p:nvPr/>
          </p:nvSpPr>
          <p:spPr>
            <a:xfrm>
              <a:off x="9088094" y="5824566"/>
              <a:ext cx="157296" cy="262248"/>
            </a:xfrm>
            <a:custGeom>
              <a:avLst/>
              <a:gdLst>
                <a:gd name="connsiteX0" fmla="*/ 160598 w 265616"/>
                <a:gd name="connsiteY0" fmla="*/ 224359 h 442840"/>
                <a:gd name="connsiteX1" fmla="*/ 106115 w 265616"/>
                <a:gd name="connsiteY1" fmla="*/ 224433 h 442840"/>
                <a:gd name="connsiteX2" fmla="*/ 103989 w 265616"/>
                <a:gd name="connsiteY2" fmla="*/ 226208 h 442840"/>
                <a:gd name="connsiteX3" fmla="*/ 103439 w 265616"/>
                <a:gd name="connsiteY3" fmla="*/ 230061 h 442840"/>
                <a:gd name="connsiteX4" fmla="*/ 104076 w 265616"/>
                <a:gd name="connsiteY4" fmla="*/ 312168 h 442840"/>
                <a:gd name="connsiteX5" fmla="*/ 118874 w 265616"/>
                <a:gd name="connsiteY5" fmla="*/ 321181 h 442840"/>
                <a:gd name="connsiteX6" fmla="*/ 147260 w 265616"/>
                <a:gd name="connsiteY6" fmla="*/ 321010 h 442840"/>
                <a:gd name="connsiteX7" fmla="*/ 162163 w 265616"/>
                <a:gd name="connsiteY7" fmla="*/ 306496 h 442840"/>
                <a:gd name="connsiteX8" fmla="*/ 162109 w 265616"/>
                <a:gd name="connsiteY8" fmla="*/ 230776 h 442840"/>
                <a:gd name="connsiteX9" fmla="*/ 160598 w 265616"/>
                <a:gd name="connsiteY9" fmla="*/ 224359 h 442840"/>
                <a:gd name="connsiteX10" fmla="*/ 114033 w 265616"/>
                <a:gd name="connsiteY10" fmla="*/ 191263 h 442840"/>
                <a:gd name="connsiteX11" fmla="*/ 261774 w 265616"/>
                <a:gd name="connsiteY11" fmla="*/ 191639 h 442840"/>
                <a:gd name="connsiteX12" fmla="*/ 265115 w 265616"/>
                <a:gd name="connsiteY12" fmla="*/ 193322 h 442840"/>
                <a:gd name="connsiteX13" fmla="*/ 265189 w 265616"/>
                <a:gd name="connsiteY13" fmla="*/ 222780 h 442840"/>
                <a:gd name="connsiteX14" fmla="*/ 256895 w 265616"/>
                <a:gd name="connsiteY14" fmla="*/ 223773 h 442840"/>
                <a:gd name="connsiteX15" fmla="*/ 206735 w 265616"/>
                <a:gd name="connsiteY15" fmla="*/ 223851 h 442840"/>
                <a:gd name="connsiteX16" fmla="*/ 195346 w 265616"/>
                <a:gd name="connsiteY16" fmla="*/ 224460 h 442840"/>
                <a:gd name="connsiteX17" fmla="*/ 194753 w 265616"/>
                <a:gd name="connsiteY17" fmla="*/ 261374 h 442840"/>
                <a:gd name="connsiteX18" fmla="*/ 194722 w 265616"/>
                <a:gd name="connsiteY18" fmla="*/ 296621 h 442840"/>
                <a:gd name="connsiteX19" fmla="*/ 194722 w 265616"/>
                <a:gd name="connsiteY19" fmla="*/ 333225 h 442840"/>
                <a:gd name="connsiteX20" fmla="*/ 194722 w 265616"/>
                <a:gd name="connsiteY20" fmla="*/ 369828 h 442840"/>
                <a:gd name="connsiteX21" fmla="*/ 194692 w 265616"/>
                <a:gd name="connsiteY21" fmla="*/ 405075 h 442840"/>
                <a:gd name="connsiteX22" fmla="*/ 194106 w 265616"/>
                <a:gd name="connsiteY22" fmla="*/ 442182 h 442840"/>
                <a:gd name="connsiteX23" fmla="*/ 163261 w 265616"/>
                <a:gd name="connsiteY23" fmla="*/ 442420 h 442840"/>
                <a:gd name="connsiteX24" fmla="*/ 162265 w 265616"/>
                <a:gd name="connsiteY24" fmla="*/ 432671 h 442840"/>
                <a:gd name="connsiteX25" fmla="*/ 162196 w 265616"/>
                <a:gd name="connsiteY25" fmla="*/ 367599 h 442840"/>
                <a:gd name="connsiteX26" fmla="*/ 161690 w 265616"/>
                <a:gd name="connsiteY26" fmla="*/ 353996 h 442840"/>
                <a:gd name="connsiteX27" fmla="*/ 104507 w 265616"/>
                <a:gd name="connsiteY27" fmla="*/ 353996 h 442840"/>
                <a:gd name="connsiteX28" fmla="*/ 103403 w 265616"/>
                <a:gd name="connsiteY28" fmla="*/ 362672 h 442840"/>
                <a:gd name="connsiteX29" fmla="*/ 103326 w 265616"/>
                <a:gd name="connsiteY29" fmla="*/ 427744 h 442840"/>
                <a:gd name="connsiteX30" fmla="*/ 102937 w 265616"/>
                <a:gd name="connsiteY30" fmla="*/ 440838 h 442840"/>
                <a:gd name="connsiteX31" fmla="*/ 73810 w 265616"/>
                <a:gd name="connsiteY31" fmla="*/ 441213 h 442840"/>
                <a:gd name="connsiteX32" fmla="*/ 73109 w 265616"/>
                <a:gd name="connsiteY32" fmla="*/ 398411 h 442840"/>
                <a:gd name="connsiteX33" fmla="*/ 73063 w 265616"/>
                <a:gd name="connsiteY33" fmla="*/ 355030 h 442840"/>
                <a:gd name="connsiteX34" fmla="*/ 73063 w 265616"/>
                <a:gd name="connsiteY34" fmla="*/ 313005 h 442840"/>
                <a:gd name="connsiteX35" fmla="*/ 73063 w 265616"/>
                <a:gd name="connsiteY35" fmla="*/ 269623 h 442840"/>
                <a:gd name="connsiteX36" fmla="*/ 73063 w 265616"/>
                <a:gd name="connsiteY36" fmla="*/ 225437 h 442840"/>
                <a:gd name="connsiteX37" fmla="*/ 63777 w 265616"/>
                <a:gd name="connsiteY37" fmla="*/ 223902 h 442840"/>
                <a:gd name="connsiteX38" fmla="*/ 13618 w 265616"/>
                <a:gd name="connsiteY38" fmla="*/ 223798 h 442840"/>
                <a:gd name="connsiteX39" fmla="*/ 1344 w 265616"/>
                <a:gd name="connsiteY39" fmla="*/ 223262 h 442840"/>
                <a:gd name="connsiteX40" fmla="*/ 106 w 265616"/>
                <a:gd name="connsiteY40" fmla="*/ 208197 h 442840"/>
                <a:gd name="connsiteX41" fmla="*/ 65 w 265616"/>
                <a:gd name="connsiteY41" fmla="*/ 194169 h 442840"/>
                <a:gd name="connsiteX42" fmla="*/ 11001 w 265616"/>
                <a:gd name="connsiteY42" fmla="*/ 191310 h 442840"/>
                <a:gd name="connsiteX43" fmla="*/ 114033 w 265616"/>
                <a:gd name="connsiteY43" fmla="*/ 191263 h 442840"/>
                <a:gd name="connsiteX44" fmla="*/ 132808 w 265616"/>
                <a:gd name="connsiteY44" fmla="*/ 99889 h 442840"/>
                <a:gd name="connsiteX45" fmla="*/ 172354 w 265616"/>
                <a:gd name="connsiteY45" fmla="*/ 138736 h 442840"/>
                <a:gd name="connsiteX46" fmla="*/ 132808 w 265616"/>
                <a:gd name="connsiteY46" fmla="*/ 177583 h 442840"/>
                <a:gd name="connsiteX47" fmla="*/ 93262 w 265616"/>
                <a:gd name="connsiteY47" fmla="*/ 138736 h 442840"/>
                <a:gd name="connsiteX48" fmla="*/ 132808 w 265616"/>
                <a:gd name="connsiteY48" fmla="*/ 99889 h 442840"/>
                <a:gd name="connsiteX49" fmla="*/ 99574 w 265616"/>
                <a:gd name="connsiteY49" fmla="*/ 0 h 442840"/>
                <a:gd name="connsiteX50" fmla="*/ 166040 w 265616"/>
                <a:gd name="connsiteY50" fmla="*/ 0 h 442840"/>
                <a:gd name="connsiteX51" fmla="*/ 166040 w 265616"/>
                <a:gd name="connsiteY51" fmla="*/ 66466 h 442840"/>
                <a:gd name="connsiteX52" fmla="*/ 99574 w 265616"/>
                <a:gd name="connsiteY52" fmla="*/ 66466 h 44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5616" h="442840">
                  <a:moveTo>
                    <a:pt x="160598" y="224359"/>
                  </a:moveTo>
                  <a:cubicBezTo>
                    <a:pt x="142063" y="224359"/>
                    <a:pt x="124089" y="224340"/>
                    <a:pt x="106115" y="224433"/>
                  </a:cubicBezTo>
                  <a:cubicBezTo>
                    <a:pt x="105443" y="224437"/>
                    <a:pt x="104776" y="225524"/>
                    <a:pt x="103989" y="226208"/>
                  </a:cubicBezTo>
                  <a:cubicBezTo>
                    <a:pt x="103808" y="227418"/>
                    <a:pt x="103439" y="228740"/>
                    <a:pt x="103439" y="230061"/>
                  </a:cubicBezTo>
                  <a:cubicBezTo>
                    <a:pt x="103440" y="256652"/>
                    <a:pt x="103483" y="283242"/>
                    <a:pt x="104076" y="312168"/>
                  </a:cubicBezTo>
                  <a:cubicBezTo>
                    <a:pt x="106824" y="318763"/>
                    <a:pt x="111434" y="321639"/>
                    <a:pt x="118874" y="321181"/>
                  </a:cubicBezTo>
                  <a:cubicBezTo>
                    <a:pt x="128303" y="320602"/>
                    <a:pt x="137797" y="321147"/>
                    <a:pt x="147260" y="321010"/>
                  </a:cubicBezTo>
                  <a:cubicBezTo>
                    <a:pt x="157954" y="320855"/>
                    <a:pt x="162104" y="316968"/>
                    <a:pt x="162163" y="306496"/>
                  </a:cubicBezTo>
                  <a:cubicBezTo>
                    <a:pt x="162305" y="281257"/>
                    <a:pt x="162224" y="256016"/>
                    <a:pt x="162109" y="230776"/>
                  </a:cubicBezTo>
                  <a:cubicBezTo>
                    <a:pt x="162099" y="228687"/>
                    <a:pt x="161149" y="226602"/>
                    <a:pt x="160598" y="224359"/>
                  </a:cubicBezTo>
                  <a:close/>
                  <a:moveTo>
                    <a:pt x="114033" y="191263"/>
                  </a:moveTo>
                  <a:cubicBezTo>
                    <a:pt x="164184" y="191371"/>
                    <a:pt x="212979" y="191475"/>
                    <a:pt x="261774" y="191639"/>
                  </a:cubicBezTo>
                  <a:cubicBezTo>
                    <a:pt x="262546" y="191642"/>
                    <a:pt x="263314" y="192388"/>
                    <a:pt x="265115" y="193322"/>
                  </a:cubicBezTo>
                  <a:cubicBezTo>
                    <a:pt x="265867" y="202487"/>
                    <a:pt x="265672" y="212207"/>
                    <a:pt x="265189" y="222780"/>
                  </a:cubicBezTo>
                  <a:cubicBezTo>
                    <a:pt x="261998" y="223178"/>
                    <a:pt x="259448" y="223760"/>
                    <a:pt x="256895" y="223773"/>
                  </a:cubicBezTo>
                  <a:cubicBezTo>
                    <a:pt x="240176" y="223859"/>
                    <a:pt x="223455" y="223789"/>
                    <a:pt x="206735" y="223851"/>
                  </a:cubicBezTo>
                  <a:cubicBezTo>
                    <a:pt x="203217" y="223865"/>
                    <a:pt x="199700" y="224217"/>
                    <a:pt x="195346" y="224460"/>
                  </a:cubicBezTo>
                  <a:cubicBezTo>
                    <a:pt x="194086" y="237194"/>
                    <a:pt x="194900" y="249308"/>
                    <a:pt x="194753" y="261374"/>
                  </a:cubicBezTo>
                  <a:cubicBezTo>
                    <a:pt x="194611" y="273122"/>
                    <a:pt x="194722" y="284872"/>
                    <a:pt x="194722" y="296621"/>
                  </a:cubicBezTo>
                  <a:cubicBezTo>
                    <a:pt x="194722" y="308822"/>
                    <a:pt x="194722" y="321023"/>
                    <a:pt x="194722" y="333225"/>
                  </a:cubicBezTo>
                  <a:cubicBezTo>
                    <a:pt x="194722" y="345426"/>
                    <a:pt x="194722" y="357627"/>
                    <a:pt x="194722" y="369828"/>
                  </a:cubicBezTo>
                  <a:cubicBezTo>
                    <a:pt x="194722" y="381577"/>
                    <a:pt x="194833" y="393327"/>
                    <a:pt x="194692" y="405075"/>
                  </a:cubicBezTo>
                  <a:cubicBezTo>
                    <a:pt x="194546" y="417151"/>
                    <a:pt x="195336" y="429274"/>
                    <a:pt x="194106" y="442182"/>
                  </a:cubicBezTo>
                  <a:cubicBezTo>
                    <a:pt x="183505" y="443140"/>
                    <a:pt x="173802" y="442900"/>
                    <a:pt x="163261" y="442420"/>
                  </a:cubicBezTo>
                  <a:cubicBezTo>
                    <a:pt x="162862" y="438674"/>
                    <a:pt x="162276" y="435674"/>
                    <a:pt x="162265" y="432671"/>
                  </a:cubicBezTo>
                  <a:cubicBezTo>
                    <a:pt x="162184" y="410981"/>
                    <a:pt x="162248" y="389290"/>
                    <a:pt x="162196" y="367599"/>
                  </a:cubicBezTo>
                  <a:cubicBezTo>
                    <a:pt x="162186" y="363191"/>
                    <a:pt x="161876" y="358784"/>
                    <a:pt x="161690" y="353996"/>
                  </a:cubicBezTo>
                  <a:cubicBezTo>
                    <a:pt x="142268" y="353996"/>
                    <a:pt x="123823" y="353996"/>
                    <a:pt x="104507" y="353996"/>
                  </a:cubicBezTo>
                  <a:cubicBezTo>
                    <a:pt x="104146" y="356699"/>
                    <a:pt x="103416" y="359684"/>
                    <a:pt x="103403" y="362672"/>
                  </a:cubicBezTo>
                  <a:cubicBezTo>
                    <a:pt x="103303" y="384363"/>
                    <a:pt x="103369" y="406054"/>
                    <a:pt x="103326" y="427744"/>
                  </a:cubicBezTo>
                  <a:cubicBezTo>
                    <a:pt x="103317" y="432180"/>
                    <a:pt x="103069" y="436616"/>
                    <a:pt x="102937" y="440838"/>
                  </a:cubicBezTo>
                  <a:cubicBezTo>
                    <a:pt x="92618" y="443336"/>
                    <a:pt x="86182" y="443414"/>
                    <a:pt x="73810" y="441213"/>
                  </a:cubicBezTo>
                  <a:cubicBezTo>
                    <a:pt x="72147" y="427109"/>
                    <a:pt x="73317" y="412731"/>
                    <a:pt x="73109" y="398411"/>
                  </a:cubicBezTo>
                  <a:cubicBezTo>
                    <a:pt x="72899" y="383954"/>
                    <a:pt x="73063" y="369491"/>
                    <a:pt x="73063" y="355030"/>
                  </a:cubicBezTo>
                  <a:cubicBezTo>
                    <a:pt x="73063" y="341022"/>
                    <a:pt x="73063" y="327013"/>
                    <a:pt x="73063" y="313005"/>
                  </a:cubicBezTo>
                  <a:cubicBezTo>
                    <a:pt x="73063" y="298544"/>
                    <a:pt x="73063" y="284083"/>
                    <a:pt x="73063" y="269623"/>
                  </a:cubicBezTo>
                  <a:cubicBezTo>
                    <a:pt x="73063" y="255179"/>
                    <a:pt x="73063" y="240734"/>
                    <a:pt x="73063" y="225437"/>
                  </a:cubicBezTo>
                  <a:cubicBezTo>
                    <a:pt x="69666" y="224850"/>
                    <a:pt x="66726" y="223927"/>
                    <a:pt x="63777" y="223902"/>
                  </a:cubicBezTo>
                  <a:cubicBezTo>
                    <a:pt x="47059" y="223757"/>
                    <a:pt x="30338" y="223861"/>
                    <a:pt x="13618" y="223798"/>
                  </a:cubicBezTo>
                  <a:cubicBezTo>
                    <a:pt x="9642" y="223784"/>
                    <a:pt x="5667" y="223460"/>
                    <a:pt x="1344" y="223262"/>
                  </a:cubicBezTo>
                  <a:cubicBezTo>
                    <a:pt x="-767" y="218026"/>
                    <a:pt x="288" y="213027"/>
                    <a:pt x="106" y="208197"/>
                  </a:cubicBezTo>
                  <a:cubicBezTo>
                    <a:pt x="-79" y="203261"/>
                    <a:pt x="65" y="198312"/>
                    <a:pt x="65" y="194169"/>
                  </a:cubicBezTo>
                  <a:cubicBezTo>
                    <a:pt x="3704" y="190254"/>
                    <a:pt x="7531" y="191319"/>
                    <a:pt x="11001" y="191310"/>
                  </a:cubicBezTo>
                  <a:cubicBezTo>
                    <a:pt x="44893" y="191232"/>
                    <a:pt x="78785" y="191263"/>
                    <a:pt x="114033" y="191263"/>
                  </a:cubicBezTo>
                  <a:close/>
                  <a:moveTo>
                    <a:pt x="132808" y="99889"/>
                  </a:moveTo>
                  <a:cubicBezTo>
                    <a:pt x="154649" y="99889"/>
                    <a:pt x="172354" y="117281"/>
                    <a:pt x="172354" y="138736"/>
                  </a:cubicBezTo>
                  <a:cubicBezTo>
                    <a:pt x="172354" y="160191"/>
                    <a:pt x="154649" y="177583"/>
                    <a:pt x="132808" y="177583"/>
                  </a:cubicBezTo>
                  <a:cubicBezTo>
                    <a:pt x="110967" y="177583"/>
                    <a:pt x="93262" y="160191"/>
                    <a:pt x="93262" y="138736"/>
                  </a:cubicBezTo>
                  <a:cubicBezTo>
                    <a:pt x="93262" y="117281"/>
                    <a:pt x="110967" y="99889"/>
                    <a:pt x="132808" y="99889"/>
                  </a:cubicBezTo>
                  <a:close/>
                  <a:moveTo>
                    <a:pt x="99574" y="0"/>
                  </a:moveTo>
                  <a:lnTo>
                    <a:pt x="166040" y="0"/>
                  </a:lnTo>
                  <a:lnTo>
                    <a:pt x="166040" y="66466"/>
                  </a:lnTo>
                  <a:lnTo>
                    <a:pt x="99574" y="66466"/>
                  </a:lnTo>
                  <a:close/>
                </a:path>
              </a:pathLst>
            </a:custGeom>
            <a:solidFill>
              <a:schemeClr val="bg1"/>
            </a:solidFill>
            <a:ln w="1155" cap="flat">
              <a:noFill/>
              <a:prstDash val="solid"/>
              <a:miter/>
            </a:ln>
          </p:spPr>
          <p:txBody>
            <a:bodyPr wrap="square" rtlCol="0" anchor="ctr">
              <a:noAutofit/>
            </a:bodyPr>
            <a:lstStyle/>
            <a:p>
              <a:endParaRPr lang="en-US" dirty="0"/>
            </a:p>
          </p:txBody>
        </p:sp>
      </p:grpSp>
      <p:grpSp>
        <p:nvGrpSpPr>
          <p:cNvPr id="78" name="Group 77">
            <a:extLst>
              <a:ext uri="{FF2B5EF4-FFF2-40B4-BE49-F238E27FC236}">
                <a16:creationId xmlns:a16="http://schemas.microsoft.com/office/drawing/2014/main" id="{0D47F030-49D1-0E0B-9140-8D6797003C42}"/>
              </a:ext>
              <a:ext uri="{C183D7F6-B498-43B3-948B-1728B52AA6E4}">
                <adec:decorative xmlns:adec="http://schemas.microsoft.com/office/drawing/2017/decorative" val="1"/>
              </a:ext>
            </a:extLst>
          </p:cNvPr>
          <p:cNvGrpSpPr>
            <a:grpSpLocks noChangeAspect="1"/>
          </p:cNvGrpSpPr>
          <p:nvPr/>
        </p:nvGrpSpPr>
        <p:grpSpPr>
          <a:xfrm>
            <a:off x="11282677" y="5824566"/>
            <a:ext cx="269561" cy="320040"/>
            <a:chOff x="11282677" y="5824566"/>
            <a:chExt cx="269561" cy="320040"/>
          </a:xfrm>
          <a:solidFill>
            <a:srgbClr val="FF0000"/>
          </a:solidFill>
        </p:grpSpPr>
        <p:sp>
          <p:nvSpPr>
            <p:cNvPr id="2937" name="Freeform: Shape 2936">
              <a:extLst>
                <a:ext uri="{FF2B5EF4-FFF2-40B4-BE49-F238E27FC236}">
                  <a16:creationId xmlns:a16="http://schemas.microsoft.com/office/drawing/2014/main" id="{C3FE5C01-1D8E-4CA4-A188-7F56A0044934}"/>
                </a:ext>
                <a:ext uri="{C183D7F6-B498-43B3-948B-1728B52AA6E4}">
                  <adec:decorative xmlns:adec="http://schemas.microsoft.com/office/drawing/2017/decorative" val="1"/>
                </a:ext>
              </a:extLst>
            </p:cNvPr>
            <p:cNvSpPr/>
            <p:nvPr/>
          </p:nvSpPr>
          <p:spPr>
            <a:xfrm>
              <a:off x="11282677" y="5824566"/>
              <a:ext cx="269561" cy="313880"/>
            </a:xfrm>
            <a:custGeom>
              <a:avLst/>
              <a:gdLst>
                <a:gd name="connsiteX0" fmla="*/ 338475 w 483875"/>
                <a:gd name="connsiteY0" fmla="*/ 721 h 563429"/>
                <a:gd name="connsiteX1" fmla="*/ 363680 w 483875"/>
                <a:gd name="connsiteY1" fmla="*/ 1018 h 563429"/>
                <a:gd name="connsiteX2" fmla="*/ 412755 w 483875"/>
                <a:gd name="connsiteY2" fmla="*/ 43867 h 563429"/>
                <a:gd name="connsiteX3" fmla="*/ 416220 w 483875"/>
                <a:gd name="connsiteY3" fmla="*/ 58229 h 563429"/>
                <a:gd name="connsiteX4" fmla="*/ 426263 w 483875"/>
                <a:gd name="connsiteY4" fmla="*/ 58991 h 563429"/>
                <a:gd name="connsiteX5" fmla="*/ 475843 w 483875"/>
                <a:gd name="connsiteY5" fmla="*/ 89197 h 563429"/>
                <a:gd name="connsiteX6" fmla="*/ 483772 w 483875"/>
                <a:gd name="connsiteY6" fmla="*/ 116512 h 563429"/>
                <a:gd name="connsiteX7" fmla="*/ 483812 w 483875"/>
                <a:gd name="connsiteY7" fmla="*/ 125174 h 563429"/>
                <a:gd name="connsiteX8" fmla="*/ 483827 w 483875"/>
                <a:gd name="connsiteY8" fmla="*/ 434194 h 563429"/>
                <a:gd name="connsiteX9" fmla="*/ 441355 w 483875"/>
                <a:gd name="connsiteY9" fmla="*/ 531371 h 563429"/>
                <a:gd name="connsiteX10" fmla="*/ 424801 w 483875"/>
                <a:gd name="connsiteY10" fmla="*/ 541211 h 563429"/>
                <a:gd name="connsiteX11" fmla="*/ 424801 w 483875"/>
                <a:gd name="connsiteY11" fmla="*/ 542101 h 563429"/>
                <a:gd name="connsiteX12" fmla="*/ 410121 w 483875"/>
                <a:gd name="connsiteY12" fmla="*/ 551615 h 563429"/>
                <a:gd name="connsiteX13" fmla="*/ 389541 w 483875"/>
                <a:gd name="connsiteY13" fmla="*/ 558639 h 563429"/>
                <a:gd name="connsiteX14" fmla="*/ 375034 w 483875"/>
                <a:gd name="connsiteY14" fmla="*/ 561668 h 563429"/>
                <a:gd name="connsiteX15" fmla="*/ 368851 w 483875"/>
                <a:gd name="connsiteY15" fmla="*/ 563429 h 563429"/>
                <a:gd name="connsiteX16" fmla="*/ 368851 w 483875"/>
                <a:gd name="connsiteY16" fmla="*/ 518825 h 563429"/>
                <a:gd name="connsiteX17" fmla="*/ 382253 w 483875"/>
                <a:gd name="connsiteY17" fmla="*/ 515172 h 563429"/>
                <a:gd name="connsiteX18" fmla="*/ 396404 w 483875"/>
                <a:gd name="connsiteY18" fmla="*/ 508907 h 563429"/>
                <a:gd name="connsiteX19" fmla="*/ 396404 w 483875"/>
                <a:gd name="connsiteY19" fmla="*/ 508906 h 563429"/>
                <a:gd name="connsiteX20" fmla="*/ 417708 w 483875"/>
                <a:gd name="connsiteY20" fmla="*/ 490399 h 563429"/>
                <a:gd name="connsiteX21" fmla="*/ 438574 w 483875"/>
                <a:gd name="connsiteY21" fmla="*/ 438199 h 563429"/>
                <a:gd name="connsiteX22" fmla="*/ 438597 w 483875"/>
                <a:gd name="connsiteY22" fmla="*/ 126313 h 563429"/>
                <a:gd name="connsiteX23" fmla="*/ 438465 w 483875"/>
                <a:gd name="connsiteY23" fmla="*/ 117656 h 563429"/>
                <a:gd name="connsiteX24" fmla="*/ 423523 w 483875"/>
                <a:gd name="connsiteY24" fmla="*/ 104497 h 563429"/>
                <a:gd name="connsiteX25" fmla="*/ 412782 w 483875"/>
                <a:gd name="connsiteY25" fmla="*/ 114471 h 563429"/>
                <a:gd name="connsiteX26" fmla="*/ 412789 w 483875"/>
                <a:gd name="connsiteY26" fmla="*/ 124577 h 563429"/>
                <a:gd name="connsiteX27" fmla="*/ 412732 w 483875"/>
                <a:gd name="connsiteY27" fmla="*/ 266081 h 563429"/>
                <a:gd name="connsiteX28" fmla="*/ 411329 w 483875"/>
                <a:gd name="connsiteY28" fmla="*/ 279906 h 563429"/>
                <a:gd name="connsiteX29" fmla="*/ 371931 w 483875"/>
                <a:gd name="connsiteY29" fmla="*/ 279281 h 563429"/>
                <a:gd name="connsiteX30" fmla="*/ 371493 w 483875"/>
                <a:gd name="connsiteY30" fmla="*/ 263901 h 563429"/>
                <a:gd name="connsiteX31" fmla="*/ 371380 w 483875"/>
                <a:gd name="connsiteY31" fmla="*/ 76192 h 563429"/>
                <a:gd name="connsiteX32" fmla="*/ 369313 w 483875"/>
                <a:gd name="connsiteY32" fmla="*/ 56224 h 563429"/>
                <a:gd name="connsiteX33" fmla="*/ 362081 w 483875"/>
                <a:gd name="connsiteY33" fmla="*/ 47929 h 563429"/>
                <a:gd name="connsiteX34" fmla="*/ 338196 w 483875"/>
                <a:gd name="connsiteY34" fmla="*/ 47949 h 563429"/>
                <a:gd name="connsiteX35" fmla="*/ 331896 w 483875"/>
                <a:gd name="connsiteY35" fmla="*/ 55147 h 563429"/>
                <a:gd name="connsiteX36" fmla="*/ 328796 w 483875"/>
                <a:gd name="connsiteY36" fmla="*/ 74925 h 563429"/>
                <a:gd name="connsiteX37" fmla="*/ 328667 w 483875"/>
                <a:gd name="connsiteY37" fmla="*/ 222204 h 563429"/>
                <a:gd name="connsiteX38" fmla="*/ 328761 w 483875"/>
                <a:gd name="connsiteY38" fmla="*/ 227969 h 563429"/>
                <a:gd name="connsiteX39" fmla="*/ 330563 w 483875"/>
                <a:gd name="connsiteY39" fmla="*/ 273991 h 563429"/>
                <a:gd name="connsiteX40" fmla="*/ 329595 w 483875"/>
                <a:gd name="connsiteY40" fmla="*/ 282373 h 563429"/>
                <a:gd name="connsiteX41" fmla="*/ 308936 w 483875"/>
                <a:gd name="connsiteY41" fmla="*/ 283352 h 563429"/>
                <a:gd name="connsiteX42" fmla="*/ 287221 w 483875"/>
                <a:gd name="connsiteY42" fmla="*/ 280894 h 563429"/>
                <a:gd name="connsiteX43" fmla="*/ 287221 w 483875"/>
                <a:gd name="connsiteY43" fmla="*/ 265156 h 563429"/>
                <a:gd name="connsiteX44" fmla="*/ 287221 w 483875"/>
                <a:gd name="connsiteY44" fmla="*/ 74559 h 563429"/>
                <a:gd name="connsiteX45" fmla="*/ 287191 w 483875"/>
                <a:gd name="connsiteY45" fmla="*/ 64452 h 563429"/>
                <a:gd name="connsiteX46" fmla="*/ 273199 w 483875"/>
                <a:gd name="connsiteY46" fmla="*/ 47483 h 563429"/>
                <a:gd name="connsiteX47" fmla="*/ 253136 w 483875"/>
                <a:gd name="connsiteY47" fmla="*/ 61720 h 563429"/>
                <a:gd name="connsiteX48" fmla="*/ 253091 w 483875"/>
                <a:gd name="connsiteY48" fmla="*/ 71826 h 563429"/>
                <a:gd name="connsiteX49" fmla="*/ 253164 w 483875"/>
                <a:gd name="connsiteY49" fmla="*/ 250871 h 563429"/>
                <a:gd name="connsiteX50" fmla="*/ 254688 w 483875"/>
                <a:gd name="connsiteY50" fmla="*/ 273792 h 563429"/>
                <a:gd name="connsiteX51" fmla="*/ 253640 w 483875"/>
                <a:gd name="connsiteY51" fmla="*/ 280206 h 563429"/>
                <a:gd name="connsiteX52" fmla="*/ 212559 w 483875"/>
                <a:gd name="connsiteY52" fmla="*/ 282776 h 563429"/>
                <a:gd name="connsiteX53" fmla="*/ 209791 w 483875"/>
                <a:gd name="connsiteY53" fmla="*/ 247887 h 563429"/>
                <a:gd name="connsiteX54" fmla="*/ 209674 w 483875"/>
                <a:gd name="connsiteY54" fmla="*/ 201684 h 563429"/>
                <a:gd name="connsiteX55" fmla="*/ 209603 w 483875"/>
                <a:gd name="connsiteY55" fmla="*/ 159813 h 563429"/>
                <a:gd name="connsiteX56" fmla="*/ 207721 w 483875"/>
                <a:gd name="connsiteY56" fmla="*/ 118164 h 563429"/>
                <a:gd name="connsiteX57" fmla="*/ 207624 w 483875"/>
                <a:gd name="connsiteY57" fmla="*/ 115278 h 563429"/>
                <a:gd name="connsiteX58" fmla="*/ 202206 w 483875"/>
                <a:gd name="connsiteY58" fmla="*/ 107325 h 563429"/>
                <a:gd name="connsiteX59" fmla="*/ 179789 w 483875"/>
                <a:gd name="connsiteY59" fmla="*/ 118876 h 563429"/>
                <a:gd name="connsiteX60" fmla="*/ 179521 w 483875"/>
                <a:gd name="connsiteY60" fmla="*/ 131852 h 563429"/>
                <a:gd name="connsiteX61" fmla="*/ 179511 w 483875"/>
                <a:gd name="connsiteY61" fmla="*/ 384537 h 563429"/>
                <a:gd name="connsiteX62" fmla="*/ 179424 w 483875"/>
                <a:gd name="connsiteY62" fmla="*/ 406194 h 563429"/>
                <a:gd name="connsiteX63" fmla="*/ 176439 w 483875"/>
                <a:gd name="connsiteY63" fmla="*/ 411452 h 563429"/>
                <a:gd name="connsiteX64" fmla="*/ 171568 w 483875"/>
                <a:gd name="connsiteY64" fmla="*/ 407977 h 563429"/>
                <a:gd name="connsiteX65" fmla="*/ 112470 w 483875"/>
                <a:gd name="connsiteY65" fmla="*/ 350933 h 563429"/>
                <a:gd name="connsiteX66" fmla="*/ 71754 w 483875"/>
                <a:gd name="connsiteY66" fmla="*/ 337479 h 563429"/>
                <a:gd name="connsiteX67" fmla="*/ 50548 w 483875"/>
                <a:gd name="connsiteY67" fmla="*/ 348695 h 563429"/>
                <a:gd name="connsiteX68" fmla="*/ 60622 w 483875"/>
                <a:gd name="connsiteY68" fmla="*/ 359342 h 563429"/>
                <a:gd name="connsiteX69" fmla="*/ 140233 w 483875"/>
                <a:gd name="connsiteY69" fmla="*/ 436752 h 563429"/>
                <a:gd name="connsiteX70" fmla="*/ 169873 w 483875"/>
                <a:gd name="connsiteY70" fmla="*/ 464045 h 563429"/>
                <a:gd name="connsiteX71" fmla="*/ 173915 w 483875"/>
                <a:gd name="connsiteY71" fmla="*/ 467960 h 563429"/>
                <a:gd name="connsiteX72" fmla="*/ 173915 w 483875"/>
                <a:gd name="connsiteY72" fmla="*/ 467759 h 563429"/>
                <a:gd name="connsiteX73" fmla="*/ 212589 w 483875"/>
                <a:gd name="connsiteY73" fmla="*/ 503296 h 563429"/>
                <a:gd name="connsiteX74" fmla="*/ 226679 w 483875"/>
                <a:gd name="connsiteY74" fmla="*/ 512376 h 563429"/>
                <a:gd name="connsiteX75" fmla="*/ 235512 w 483875"/>
                <a:gd name="connsiteY75" fmla="*/ 515352 h 563429"/>
                <a:gd name="connsiteX76" fmla="*/ 244805 w 483875"/>
                <a:gd name="connsiteY76" fmla="*/ 517640 h 563429"/>
                <a:gd name="connsiteX77" fmla="*/ 244805 w 483875"/>
                <a:gd name="connsiteY77" fmla="*/ 563045 h 563429"/>
                <a:gd name="connsiteX78" fmla="*/ 241543 w 483875"/>
                <a:gd name="connsiteY78" fmla="*/ 562484 h 563429"/>
                <a:gd name="connsiteX79" fmla="*/ 229904 w 483875"/>
                <a:gd name="connsiteY79" fmla="*/ 559743 h 563429"/>
                <a:gd name="connsiteX80" fmla="*/ 214552 w 483875"/>
                <a:gd name="connsiteY80" fmla="*/ 555643 h 563429"/>
                <a:gd name="connsiteX81" fmla="*/ 199150 w 483875"/>
                <a:gd name="connsiteY81" fmla="*/ 549947 h 563429"/>
                <a:gd name="connsiteX82" fmla="*/ 196474 w 483875"/>
                <a:gd name="connsiteY82" fmla="*/ 547050 h 563429"/>
                <a:gd name="connsiteX83" fmla="*/ 173915 w 483875"/>
                <a:gd name="connsiteY83" fmla="*/ 530728 h 563429"/>
                <a:gd name="connsiteX84" fmla="*/ 173915 w 483875"/>
                <a:gd name="connsiteY84" fmla="*/ 530549 h 563429"/>
                <a:gd name="connsiteX85" fmla="*/ 170983 w 483875"/>
                <a:gd name="connsiteY85" fmla="*/ 528606 h 563429"/>
                <a:gd name="connsiteX86" fmla="*/ 132369 w 483875"/>
                <a:gd name="connsiteY86" fmla="*/ 489738 h 563429"/>
                <a:gd name="connsiteX87" fmla="*/ 80452 w 483875"/>
                <a:gd name="connsiteY87" fmla="*/ 440020 h 563429"/>
                <a:gd name="connsiteX88" fmla="*/ 10750 w 483875"/>
                <a:gd name="connsiteY88" fmla="*/ 371153 h 563429"/>
                <a:gd name="connsiteX89" fmla="*/ 10718 w 483875"/>
                <a:gd name="connsiteY89" fmla="*/ 323734 h 563429"/>
                <a:gd name="connsiteX90" fmla="*/ 52022 w 483875"/>
                <a:gd name="connsiteY90" fmla="*/ 299012 h 563429"/>
                <a:gd name="connsiteX91" fmla="*/ 126725 w 483875"/>
                <a:gd name="connsiteY91" fmla="*/ 307580 h 563429"/>
                <a:gd name="connsiteX92" fmla="*/ 132352 w 483875"/>
                <a:gd name="connsiteY92" fmla="*/ 310738 h 563429"/>
                <a:gd name="connsiteX93" fmla="*/ 133997 w 483875"/>
                <a:gd name="connsiteY93" fmla="*/ 296075 h 563429"/>
                <a:gd name="connsiteX94" fmla="*/ 134050 w 483875"/>
                <a:gd name="connsiteY94" fmla="*/ 138677 h 563429"/>
                <a:gd name="connsiteX95" fmla="*/ 136043 w 483875"/>
                <a:gd name="connsiteY95" fmla="*/ 108593 h 563429"/>
                <a:gd name="connsiteX96" fmla="*/ 144593 w 483875"/>
                <a:gd name="connsiteY96" fmla="*/ 87527 h 563429"/>
                <a:gd name="connsiteX97" fmla="*/ 176970 w 483875"/>
                <a:gd name="connsiteY97" fmla="*/ 62881 h 563429"/>
                <a:gd name="connsiteX98" fmla="*/ 189722 w 483875"/>
                <a:gd name="connsiteY98" fmla="*/ 61042 h 563429"/>
                <a:gd name="connsiteX99" fmla="*/ 206040 w 483875"/>
                <a:gd name="connsiteY99" fmla="*/ 60788 h 563429"/>
                <a:gd name="connsiteX100" fmla="*/ 207790 w 483875"/>
                <a:gd name="connsiteY100" fmla="*/ 51992 h 563429"/>
                <a:gd name="connsiteX101" fmla="*/ 222603 w 483875"/>
                <a:gd name="connsiteY101" fmla="*/ 19600 h 563429"/>
                <a:gd name="connsiteX102" fmla="*/ 233633 w 483875"/>
                <a:gd name="connsiteY102" fmla="*/ 11318 h 563429"/>
                <a:gd name="connsiteX103" fmla="*/ 298648 w 483875"/>
                <a:gd name="connsiteY103" fmla="*/ 8390 h 563429"/>
                <a:gd name="connsiteX104" fmla="*/ 314472 w 483875"/>
                <a:gd name="connsiteY104" fmla="*/ 8169 h 563429"/>
                <a:gd name="connsiteX105" fmla="*/ 338475 w 483875"/>
                <a:gd name="connsiteY105" fmla="*/ 721 h 56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83875" h="563429">
                  <a:moveTo>
                    <a:pt x="338475" y="721"/>
                  </a:moveTo>
                  <a:cubicBezTo>
                    <a:pt x="346763" y="-375"/>
                    <a:pt x="355252" y="-178"/>
                    <a:pt x="363680" y="1018"/>
                  </a:cubicBezTo>
                  <a:cubicBezTo>
                    <a:pt x="387482" y="4394"/>
                    <a:pt x="405830" y="20145"/>
                    <a:pt x="412755" y="43867"/>
                  </a:cubicBezTo>
                  <a:cubicBezTo>
                    <a:pt x="414090" y="48441"/>
                    <a:pt x="415004" y="53139"/>
                    <a:pt x="416220" y="58229"/>
                  </a:cubicBezTo>
                  <a:cubicBezTo>
                    <a:pt x="419687" y="58489"/>
                    <a:pt x="422982" y="58667"/>
                    <a:pt x="426263" y="58991"/>
                  </a:cubicBezTo>
                  <a:cubicBezTo>
                    <a:pt x="447629" y="61105"/>
                    <a:pt x="464499" y="70617"/>
                    <a:pt x="475843" y="89197"/>
                  </a:cubicBezTo>
                  <a:cubicBezTo>
                    <a:pt x="480963" y="97585"/>
                    <a:pt x="483079" y="106855"/>
                    <a:pt x="483772" y="116512"/>
                  </a:cubicBezTo>
                  <a:cubicBezTo>
                    <a:pt x="483978" y="119385"/>
                    <a:pt x="483812" y="122286"/>
                    <a:pt x="483812" y="125174"/>
                  </a:cubicBezTo>
                  <a:cubicBezTo>
                    <a:pt x="483813" y="228181"/>
                    <a:pt x="483785" y="331188"/>
                    <a:pt x="483827" y="434194"/>
                  </a:cubicBezTo>
                  <a:cubicBezTo>
                    <a:pt x="483843" y="472816"/>
                    <a:pt x="469707" y="505285"/>
                    <a:pt x="441355" y="531371"/>
                  </a:cubicBezTo>
                  <a:lnTo>
                    <a:pt x="424801" y="541211"/>
                  </a:lnTo>
                  <a:lnTo>
                    <a:pt x="424801" y="542101"/>
                  </a:lnTo>
                  <a:lnTo>
                    <a:pt x="410121" y="551615"/>
                  </a:lnTo>
                  <a:cubicBezTo>
                    <a:pt x="402704" y="556707"/>
                    <a:pt x="395701" y="556454"/>
                    <a:pt x="389541" y="558639"/>
                  </a:cubicBezTo>
                  <a:cubicBezTo>
                    <a:pt x="383878" y="561639"/>
                    <a:pt x="379475" y="561725"/>
                    <a:pt x="375034" y="561668"/>
                  </a:cubicBezTo>
                  <a:lnTo>
                    <a:pt x="368851" y="563429"/>
                  </a:lnTo>
                  <a:lnTo>
                    <a:pt x="368851" y="518825"/>
                  </a:lnTo>
                  <a:lnTo>
                    <a:pt x="382253" y="515172"/>
                  </a:lnTo>
                  <a:cubicBezTo>
                    <a:pt x="387270" y="512916"/>
                    <a:pt x="391545" y="511291"/>
                    <a:pt x="396404" y="508907"/>
                  </a:cubicBezTo>
                  <a:lnTo>
                    <a:pt x="396404" y="508906"/>
                  </a:lnTo>
                  <a:cubicBezTo>
                    <a:pt x="405110" y="503653"/>
                    <a:pt x="411617" y="497198"/>
                    <a:pt x="417708" y="490399"/>
                  </a:cubicBezTo>
                  <a:cubicBezTo>
                    <a:pt x="430981" y="475584"/>
                    <a:pt x="438563" y="458306"/>
                    <a:pt x="438574" y="438199"/>
                  </a:cubicBezTo>
                  <a:cubicBezTo>
                    <a:pt x="438632" y="334237"/>
                    <a:pt x="438602" y="230275"/>
                    <a:pt x="438597" y="126313"/>
                  </a:cubicBezTo>
                  <a:cubicBezTo>
                    <a:pt x="438597" y="123426"/>
                    <a:pt x="438798" y="120508"/>
                    <a:pt x="438465" y="117656"/>
                  </a:cubicBezTo>
                  <a:cubicBezTo>
                    <a:pt x="437687" y="110986"/>
                    <a:pt x="430334" y="104594"/>
                    <a:pt x="423523" y="104497"/>
                  </a:cubicBezTo>
                  <a:cubicBezTo>
                    <a:pt x="414787" y="104373"/>
                    <a:pt x="412521" y="107833"/>
                    <a:pt x="412782" y="114471"/>
                  </a:cubicBezTo>
                  <a:cubicBezTo>
                    <a:pt x="412914" y="117835"/>
                    <a:pt x="412789" y="121208"/>
                    <a:pt x="412789" y="124577"/>
                  </a:cubicBezTo>
                  <a:cubicBezTo>
                    <a:pt x="412788" y="171745"/>
                    <a:pt x="412824" y="218913"/>
                    <a:pt x="412732" y="266081"/>
                  </a:cubicBezTo>
                  <a:cubicBezTo>
                    <a:pt x="412723" y="270738"/>
                    <a:pt x="413973" y="275670"/>
                    <a:pt x="411329" y="279906"/>
                  </a:cubicBezTo>
                  <a:cubicBezTo>
                    <a:pt x="397796" y="282041"/>
                    <a:pt x="383152" y="281860"/>
                    <a:pt x="371931" y="279281"/>
                  </a:cubicBezTo>
                  <a:cubicBezTo>
                    <a:pt x="371784" y="274335"/>
                    <a:pt x="371496" y="269118"/>
                    <a:pt x="371493" y="263901"/>
                  </a:cubicBezTo>
                  <a:cubicBezTo>
                    <a:pt x="371462" y="201332"/>
                    <a:pt x="371536" y="138762"/>
                    <a:pt x="371380" y="76192"/>
                  </a:cubicBezTo>
                  <a:cubicBezTo>
                    <a:pt x="371363" y="69533"/>
                    <a:pt x="370186" y="62860"/>
                    <a:pt x="369313" y="56224"/>
                  </a:cubicBezTo>
                  <a:cubicBezTo>
                    <a:pt x="368758" y="51998"/>
                    <a:pt x="365803" y="49342"/>
                    <a:pt x="362081" y="47929"/>
                  </a:cubicBezTo>
                  <a:cubicBezTo>
                    <a:pt x="354173" y="44926"/>
                    <a:pt x="345961" y="44757"/>
                    <a:pt x="338196" y="47949"/>
                  </a:cubicBezTo>
                  <a:cubicBezTo>
                    <a:pt x="335497" y="49058"/>
                    <a:pt x="332662" y="52322"/>
                    <a:pt x="331896" y="55147"/>
                  </a:cubicBezTo>
                  <a:cubicBezTo>
                    <a:pt x="330156" y="61560"/>
                    <a:pt x="328828" y="68307"/>
                    <a:pt x="328796" y="74925"/>
                  </a:cubicBezTo>
                  <a:cubicBezTo>
                    <a:pt x="328551" y="124017"/>
                    <a:pt x="328664" y="173111"/>
                    <a:pt x="328667" y="222204"/>
                  </a:cubicBezTo>
                  <a:cubicBezTo>
                    <a:pt x="328667" y="224129"/>
                    <a:pt x="328377" y="226120"/>
                    <a:pt x="328761" y="227969"/>
                  </a:cubicBezTo>
                  <a:cubicBezTo>
                    <a:pt x="331926" y="243215"/>
                    <a:pt x="330223" y="258644"/>
                    <a:pt x="330563" y="273991"/>
                  </a:cubicBezTo>
                  <a:cubicBezTo>
                    <a:pt x="330624" y="276740"/>
                    <a:pt x="329945" y="279507"/>
                    <a:pt x="329595" y="282373"/>
                  </a:cubicBezTo>
                  <a:cubicBezTo>
                    <a:pt x="322311" y="284345"/>
                    <a:pt x="315556" y="283519"/>
                    <a:pt x="308936" y="283352"/>
                  </a:cubicBezTo>
                  <a:cubicBezTo>
                    <a:pt x="301960" y="283175"/>
                    <a:pt x="294617" y="285224"/>
                    <a:pt x="287221" y="280894"/>
                  </a:cubicBezTo>
                  <a:cubicBezTo>
                    <a:pt x="287221" y="275671"/>
                    <a:pt x="287221" y="270413"/>
                    <a:pt x="287221" y="265156"/>
                  </a:cubicBezTo>
                  <a:cubicBezTo>
                    <a:pt x="287221" y="201623"/>
                    <a:pt x="287221" y="138091"/>
                    <a:pt x="287221" y="74559"/>
                  </a:cubicBezTo>
                  <a:cubicBezTo>
                    <a:pt x="287221" y="71190"/>
                    <a:pt x="287331" y="67815"/>
                    <a:pt x="287191" y="64452"/>
                  </a:cubicBezTo>
                  <a:cubicBezTo>
                    <a:pt x="286736" y="53595"/>
                    <a:pt x="284098" y="50445"/>
                    <a:pt x="273199" y="47483"/>
                  </a:cubicBezTo>
                  <a:cubicBezTo>
                    <a:pt x="262892" y="44682"/>
                    <a:pt x="253737" y="51131"/>
                    <a:pt x="253136" y="61720"/>
                  </a:cubicBezTo>
                  <a:cubicBezTo>
                    <a:pt x="252946" y="65078"/>
                    <a:pt x="253091" y="68457"/>
                    <a:pt x="253091" y="71826"/>
                  </a:cubicBezTo>
                  <a:cubicBezTo>
                    <a:pt x="253090" y="131508"/>
                    <a:pt x="253030" y="191190"/>
                    <a:pt x="253164" y="250871"/>
                  </a:cubicBezTo>
                  <a:cubicBezTo>
                    <a:pt x="253182" y="258511"/>
                    <a:pt x="254330" y="266144"/>
                    <a:pt x="254688" y="273792"/>
                  </a:cubicBezTo>
                  <a:cubicBezTo>
                    <a:pt x="254792" y="276027"/>
                    <a:pt x="253973" y="278305"/>
                    <a:pt x="253640" y="280206"/>
                  </a:cubicBezTo>
                  <a:cubicBezTo>
                    <a:pt x="239785" y="284374"/>
                    <a:pt x="226550" y="283943"/>
                    <a:pt x="212559" y="282776"/>
                  </a:cubicBezTo>
                  <a:cubicBezTo>
                    <a:pt x="211553" y="270613"/>
                    <a:pt x="210138" y="259266"/>
                    <a:pt x="209791" y="247887"/>
                  </a:cubicBezTo>
                  <a:cubicBezTo>
                    <a:pt x="209323" y="232499"/>
                    <a:pt x="209674" y="217086"/>
                    <a:pt x="209674" y="201684"/>
                  </a:cubicBezTo>
                  <a:cubicBezTo>
                    <a:pt x="209674" y="187726"/>
                    <a:pt x="209929" y="173763"/>
                    <a:pt x="209603" y="159813"/>
                  </a:cubicBezTo>
                  <a:cubicBezTo>
                    <a:pt x="209278" y="145922"/>
                    <a:pt x="208369" y="132046"/>
                    <a:pt x="207721" y="118164"/>
                  </a:cubicBezTo>
                  <a:cubicBezTo>
                    <a:pt x="207675" y="117202"/>
                    <a:pt x="207663" y="116240"/>
                    <a:pt x="207624" y="115278"/>
                  </a:cubicBezTo>
                  <a:cubicBezTo>
                    <a:pt x="207472" y="111502"/>
                    <a:pt x="205263" y="109035"/>
                    <a:pt x="202206" y="107325"/>
                  </a:cubicBezTo>
                  <a:cubicBezTo>
                    <a:pt x="192270" y="101764"/>
                    <a:pt x="181491" y="107215"/>
                    <a:pt x="179789" y="118876"/>
                  </a:cubicBezTo>
                  <a:cubicBezTo>
                    <a:pt x="179169" y="123124"/>
                    <a:pt x="179521" y="127522"/>
                    <a:pt x="179521" y="131852"/>
                  </a:cubicBezTo>
                  <a:cubicBezTo>
                    <a:pt x="179511" y="216080"/>
                    <a:pt x="179514" y="300308"/>
                    <a:pt x="179511" y="384537"/>
                  </a:cubicBezTo>
                  <a:cubicBezTo>
                    <a:pt x="179511" y="391756"/>
                    <a:pt x="179555" y="398978"/>
                    <a:pt x="179424" y="406194"/>
                  </a:cubicBezTo>
                  <a:cubicBezTo>
                    <a:pt x="179392" y="407929"/>
                    <a:pt x="180005" y="410161"/>
                    <a:pt x="176439" y="411452"/>
                  </a:cubicBezTo>
                  <a:cubicBezTo>
                    <a:pt x="175159" y="410554"/>
                    <a:pt x="173148" y="409491"/>
                    <a:pt x="171568" y="407977"/>
                  </a:cubicBezTo>
                  <a:cubicBezTo>
                    <a:pt x="151801" y="389032"/>
                    <a:pt x="131845" y="370273"/>
                    <a:pt x="112470" y="350933"/>
                  </a:cubicBezTo>
                  <a:cubicBezTo>
                    <a:pt x="100927" y="339412"/>
                    <a:pt x="87211" y="335302"/>
                    <a:pt x="71754" y="337479"/>
                  </a:cubicBezTo>
                  <a:cubicBezTo>
                    <a:pt x="64104" y="338557"/>
                    <a:pt x="55856" y="340473"/>
                    <a:pt x="50548" y="348695"/>
                  </a:cubicBezTo>
                  <a:cubicBezTo>
                    <a:pt x="54106" y="352468"/>
                    <a:pt x="57235" y="356037"/>
                    <a:pt x="60622" y="359342"/>
                  </a:cubicBezTo>
                  <a:cubicBezTo>
                    <a:pt x="87121" y="385184"/>
                    <a:pt x="113612" y="411035"/>
                    <a:pt x="140233" y="436752"/>
                  </a:cubicBezTo>
                  <a:cubicBezTo>
                    <a:pt x="149894" y="446085"/>
                    <a:pt x="159391" y="455702"/>
                    <a:pt x="169873" y="464045"/>
                  </a:cubicBezTo>
                  <a:lnTo>
                    <a:pt x="173915" y="467960"/>
                  </a:lnTo>
                  <a:lnTo>
                    <a:pt x="173915" y="467759"/>
                  </a:lnTo>
                  <a:lnTo>
                    <a:pt x="212589" y="503296"/>
                  </a:lnTo>
                  <a:cubicBezTo>
                    <a:pt x="217582" y="506497"/>
                    <a:pt x="221662" y="509403"/>
                    <a:pt x="226679" y="512376"/>
                  </a:cubicBezTo>
                  <a:cubicBezTo>
                    <a:pt x="229898" y="513411"/>
                    <a:pt x="232180" y="514380"/>
                    <a:pt x="235512" y="515352"/>
                  </a:cubicBezTo>
                  <a:lnTo>
                    <a:pt x="244805" y="517640"/>
                  </a:lnTo>
                  <a:lnTo>
                    <a:pt x="244805" y="563045"/>
                  </a:lnTo>
                  <a:lnTo>
                    <a:pt x="241543" y="562484"/>
                  </a:lnTo>
                  <a:cubicBezTo>
                    <a:pt x="236499" y="560889"/>
                    <a:pt x="233201" y="560316"/>
                    <a:pt x="229904" y="559743"/>
                  </a:cubicBezTo>
                  <a:cubicBezTo>
                    <a:pt x="223390" y="558670"/>
                    <a:pt x="218638" y="558658"/>
                    <a:pt x="214552" y="555643"/>
                  </a:cubicBezTo>
                  <a:cubicBezTo>
                    <a:pt x="208911" y="552572"/>
                    <a:pt x="203976" y="551435"/>
                    <a:pt x="199150" y="549947"/>
                  </a:cubicBezTo>
                  <a:cubicBezTo>
                    <a:pt x="198064" y="549612"/>
                    <a:pt x="197356" y="548048"/>
                    <a:pt x="196474" y="547050"/>
                  </a:cubicBezTo>
                  <a:lnTo>
                    <a:pt x="173915" y="530728"/>
                  </a:lnTo>
                  <a:lnTo>
                    <a:pt x="173915" y="530549"/>
                  </a:lnTo>
                  <a:lnTo>
                    <a:pt x="170983" y="528606"/>
                  </a:lnTo>
                  <a:cubicBezTo>
                    <a:pt x="158453" y="515303"/>
                    <a:pt x="146488" y="501159"/>
                    <a:pt x="132369" y="489738"/>
                  </a:cubicBezTo>
                  <a:cubicBezTo>
                    <a:pt x="113594" y="474551"/>
                    <a:pt x="97693" y="456639"/>
                    <a:pt x="80452" y="440020"/>
                  </a:cubicBezTo>
                  <a:cubicBezTo>
                    <a:pt x="56938" y="417354"/>
                    <a:pt x="33781" y="394310"/>
                    <a:pt x="10750" y="371153"/>
                  </a:cubicBezTo>
                  <a:cubicBezTo>
                    <a:pt x="-4391" y="355928"/>
                    <a:pt x="-2742" y="340204"/>
                    <a:pt x="10718" y="323734"/>
                  </a:cubicBezTo>
                  <a:cubicBezTo>
                    <a:pt x="21352" y="310722"/>
                    <a:pt x="36198" y="303356"/>
                    <a:pt x="52022" y="299012"/>
                  </a:cubicBezTo>
                  <a:cubicBezTo>
                    <a:pt x="77848" y="291923"/>
                    <a:pt x="103060" y="293949"/>
                    <a:pt x="126725" y="307580"/>
                  </a:cubicBezTo>
                  <a:cubicBezTo>
                    <a:pt x="128295" y="308484"/>
                    <a:pt x="129883" y="309354"/>
                    <a:pt x="132352" y="310738"/>
                  </a:cubicBezTo>
                  <a:cubicBezTo>
                    <a:pt x="134858" y="305374"/>
                    <a:pt x="133992" y="300609"/>
                    <a:pt x="133997" y="296075"/>
                  </a:cubicBezTo>
                  <a:cubicBezTo>
                    <a:pt x="134060" y="243609"/>
                    <a:pt x="134024" y="191143"/>
                    <a:pt x="134050" y="138677"/>
                  </a:cubicBezTo>
                  <a:cubicBezTo>
                    <a:pt x="134055" y="128615"/>
                    <a:pt x="133958" y="118614"/>
                    <a:pt x="136043" y="108593"/>
                  </a:cubicBezTo>
                  <a:cubicBezTo>
                    <a:pt x="137641" y="100909"/>
                    <a:pt x="139775" y="93721"/>
                    <a:pt x="144593" y="87527"/>
                  </a:cubicBezTo>
                  <a:cubicBezTo>
                    <a:pt x="153198" y="76464"/>
                    <a:pt x="162349" y="66006"/>
                    <a:pt x="176970" y="62881"/>
                  </a:cubicBezTo>
                  <a:cubicBezTo>
                    <a:pt x="181164" y="61985"/>
                    <a:pt x="185448" y="61327"/>
                    <a:pt x="189722" y="61042"/>
                  </a:cubicBezTo>
                  <a:cubicBezTo>
                    <a:pt x="194943" y="60695"/>
                    <a:pt x="200198" y="60855"/>
                    <a:pt x="206040" y="60788"/>
                  </a:cubicBezTo>
                  <a:cubicBezTo>
                    <a:pt x="206737" y="57352"/>
                    <a:pt x="207491" y="54697"/>
                    <a:pt x="207790" y="51992"/>
                  </a:cubicBezTo>
                  <a:cubicBezTo>
                    <a:pt x="209163" y="39574"/>
                    <a:pt x="216939" y="30000"/>
                    <a:pt x="222603" y="19600"/>
                  </a:cubicBezTo>
                  <a:cubicBezTo>
                    <a:pt x="224614" y="15909"/>
                    <a:pt x="229541" y="13392"/>
                    <a:pt x="233633" y="11318"/>
                  </a:cubicBezTo>
                  <a:cubicBezTo>
                    <a:pt x="254800" y="587"/>
                    <a:pt x="276532" y="-1479"/>
                    <a:pt x="298648" y="8390"/>
                  </a:cubicBezTo>
                  <a:cubicBezTo>
                    <a:pt x="304102" y="10824"/>
                    <a:pt x="308281" y="11389"/>
                    <a:pt x="314472" y="8169"/>
                  </a:cubicBezTo>
                  <a:cubicBezTo>
                    <a:pt x="322099" y="4201"/>
                    <a:pt x="330187" y="1815"/>
                    <a:pt x="338475" y="721"/>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38" name="Rectangle 2937">
              <a:extLst>
                <a:ext uri="{FF2B5EF4-FFF2-40B4-BE49-F238E27FC236}">
                  <a16:creationId xmlns:a16="http://schemas.microsoft.com/office/drawing/2014/main" id="{7395501D-EE7F-DFA8-B37E-69E5FCB5313D}"/>
                </a:ext>
                <a:ext uri="{C183D7F6-B498-43B3-948B-1728B52AA6E4}">
                  <adec:decorative xmlns:adec="http://schemas.microsoft.com/office/drawing/2017/decorative" val="1"/>
                </a:ext>
              </a:extLst>
            </p:cNvPr>
            <p:cNvSpPr/>
            <p:nvPr/>
          </p:nvSpPr>
          <p:spPr>
            <a:xfrm>
              <a:off x="11435408" y="6107219"/>
              <a:ext cx="36398" cy="37387"/>
            </a:xfrm>
            <a:prstGeom prst="rect">
              <a:avLst/>
            </a:prstGeom>
            <a:solidFill>
              <a:schemeClr val="bg1"/>
            </a:solidFill>
            <a:ln w="1155" cap="flat">
              <a:noFill/>
              <a:prstDash val="solid"/>
              <a:miter/>
            </a:ln>
          </p:spPr>
          <p:txBody>
            <a:bodyPr rtlCol="0" anchor="ctr"/>
            <a:lstStyle/>
            <a:p>
              <a:endParaRPr lang="en-US" dirty="0"/>
            </a:p>
          </p:txBody>
        </p:sp>
      </p:grpSp>
      <p:grpSp>
        <p:nvGrpSpPr>
          <p:cNvPr id="82" name="Group 81">
            <a:extLst>
              <a:ext uri="{FF2B5EF4-FFF2-40B4-BE49-F238E27FC236}">
                <a16:creationId xmlns:a16="http://schemas.microsoft.com/office/drawing/2014/main" id="{514E2BA7-2320-2E26-93B0-F57ED9B936C9}"/>
              </a:ext>
              <a:ext uri="{C183D7F6-B498-43B3-948B-1728B52AA6E4}">
                <adec:decorative xmlns:adec="http://schemas.microsoft.com/office/drawing/2017/decorative" val="1"/>
              </a:ext>
            </a:extLst>
          </p:cNvPr>
          <p:cNvGrpSpPr>
            <a:grpSpLocks noChangeAspect="1"/>
          </p:cNvGrpSpPr>
          <p:nvPr/>
        </p:nvGrpSpPr>
        <p:grpSpPr>
          <a:xfrm>
            <a:off x="9323202" y="5824566"/>
            <a:ext cx="362016" cy="320040"/>
            <a:chOff x="9453436" y="5824566"/>
            <a:chExt cx="362016" cy="320040"/>
          </a:xfrm>
          <a:solidFill>
            <a:srgbClr val="FF0000"/>
          </a:solidFill>
        </p:grpSpPr>
        <p:sp>
          <p:nvSpPr>
            <p:cNvPr id="2958" name="Freeform: Shape 2957">
              <a:extLst>
                <a:ext uri="{FF2B5EF4-FFF2-40B4-BE49-F238E27FC236}">
                  <a16:creationId xmlns:a16="http://schemas.microsoft.com/office/drawing/2014/main" id="{13F28596-A76C-7EA3-FF99-5900744CD125}"/>
                </a:ext>
                <a:ext uri="{C183D7F6-B498-43B3-948B-1728B52AA6E4}">
                  <adec:decorative xmlns:adec="http://schemas.microsoft.com/office/drawing/2017/decorative" val="1"/>
                </a:ext>
              </a:extLst>
            </p:cNvPr>
            <p:cNvSpPr/>
            <p:nvPr/>
          </p:nvSpPr>
          <p:spPr>
            <a:xfrm>
              <a:off x="9453436" y="5824566"/>
              <a:ext cx="362016" cy="315322"/>
            </a:xfrm>
            <a:custGeom>
              <a:avLst/>
              <a:gdLst>
                <a:gd name="connsiteX0" fmla="*/ 463215 w 550040"/>
                <a:gd name="connsiteY0" fmla="*/ 307653 h 479093"/>
                <a:gd name="connsiteX1" fmla="*/ 482224 w 550040"/>
                <a:gd name="connsiteY1" fmla="*/ 328863 h 479093"/>
                <a:gd name="connsiteX2" fmla="*/ 481708 w 550040"/>
                <a:gd name="connsiteY2" fmla="*/ 419451 h 479093"/>
                <a:gd name="connsiteX3" fmla="*/ 467408 w 550040"/>
                <a:gd name="connsiteY3" fmla="*/ 436862 h 479093"/>
                <a:gd name="connsiteX4" fmla="*/ 458626 w 550040"/>
                <a:gd name="connsiteY4" fmla="*/ 437165 h 479093"/>
                <a:gd name="connsiteX5" fmla="*/ 438895 w 550040"/>
                <a:gd name="connsiteY5" fmla="*/ 417581 h 479093"/>
                <a:gd name="connsiteX6" fmla="*/ 445157 w 550040"/>
                <a:gd name="connsiteY6" fmla="*/ 402880 h 479093"/>
                <a:gd name="connsiteX7" fmla="*/ 455635 w 550040"/>
                <a:gd name="connsiteY7" fmla="*/ 370070 h 479093"/>
                <a:gd name="connsiteX8" fmla="*/ 444807 w 550040"/>
                <a:gd name="connsiteY8" fmla="*/ 342809 h 479093"/>
                <a:gd name="connsiteX9" fmla="*/ 439610 w 550040"/>
                <a:gd name="connsiteY9" fmla="*/ 332213 h 479093"/>
                <a:gd name="connsiteX10" fmla="*/ 463215 w 550040"/>
                <a:gd name="connsiteY10" fmla="*/ 307653 h 479093"/>
                <a:gd name="connsiteX11" fmla="*/ 504699 w 550040"/>
                <a:gd name="connsiteY11" fmla="*/ 268600 h 479093"/>
                <a:gd name="connsiteX12" fmla="*/ 509922 w 550040"/>
                <a:gd name="connsiteY12" fmla="*/ 273672 h 479093"/>
                <a:gd name="connsiteX13" fmla="*/ 544659 w 550040"/>
                <a:gd name="connsiteY13" fmla="*/ 334104 h 479093"/>
                <a:gd name="connsiteX14" fmla="*/ 520834 w 550040"/>
                <a:gd name="connsiteY14" fmla="*/ 461759 h 479093"/>
                <a:gd name="connsiteX15" fmla="*/ 508197 w 550040"/>
                <a:gd name="connsiteY15" fmla="*/ 477015 h 479093"/>
                <a:gd name="connsiteX16" fmla="*/ 499178 w 550040"/>
                <a:gd name="connsiteY16" fmla="*/ 477678 h 479093"/>
                <a:gd name="connsiteX17" fmla="*/ 480395 w 550040"/>
                <a:gd name="connsiteY17" fmla="*/ 458331 h 479093"/>
                <a:gd name="connsiteX18" fmla="*/ 480359 w 550040"/>
                <a:gd name="connsiteY18" fmla="*/ 450594 h 479093"/>
                <a:gd name="connsiteX19" fmla="*/ 491478 w 550040"/>
                <a:gd name="connsiteY19" fmla="*/ 434507 h 479093"/>
                <a:gd name="connsiteX20" fmla="*/ 504762 w 550040"/>
                <a:gd name="connsiteY20" fmla="*/ 411355 h 479093"/>
                <a:gd name="connsiteX21" fmla="*/ 512486 w 550040"/>
                <a:gd name="connsiteY21" fmla="*/ 375586 h 479093"/>
                <a:gd name="connsiteX22" fmla="*/ 504423 w 550040"/>
                <a:gd name="connsiteY22" fmla="*/ 335680 h 479093"/>
                <a:gd name="connsiteX23" fmla="*/ 482512 w 550040"/>
                <a:gd name="connsiteY23" fmla="*/ 301756 h 479093"/>
                <a:gd name="connsiteX24" fmla="*/ 482580 w 550040"/>
                <a:gd name="connsiteY24" fmla="*/ 288421 h 479093"/>
                <a:gd name="connsiteX25" fmla="*/ 500721 w 550040"/>
                <a:gd name="connsiteY25" fmla="*/ 270381 h 479093"/>
                <a:gd name="connsiteX26" fmla="*/ 504699 w 550040"/>
                <a:gd name="connsiteY26" fmla="*/ 268600 h 479093"/>
                <a:gd name="connsiteX27" fmla="*/ 204592 w 550040"/>
                <a:gd name="connsiteY27" fmla="*/ 475 h 479093"/>
                <a:gd name="connsiteX28" fmla="*/ 278313 w 550040"/>
                <a:gd name="connsiteY28" fmla="*/ 11492 h 479093"/>
                <a:gd name="connsiteX29" fmla="*/ 339345 w 550040"/>
                <a:gd name="connsiteY29" fmla="*/ 42260 h 479093"/>
                <a:gd name="connsiteX30" fmla="*/ 389387 w 550040"/>
                <a:gd name="connsiteY30" fmla="*/ 109385 h 479093"/>
                <a:gd name="connsiteX31" fmla="*/ 395850 w 550040"/>
                <a:gd name="connsiteY31" fmla="*/ 135466 h 479093"/>
                <a:gd name="connsiteX32" fmla="*/ 399396 w 550040"/>
                <a:gd name="connsiteY32" fmla="*/ 195464 h 479093"/>
                <a:gd name="connsiteX33" fmla="*/ 404526 w 550040"/>
                <a:gd name="connsiteY33" fmla="*/ 214047 h 479093"/>
                <a:gd name="connsiteX34" fmla="*/ 424784 w 550040"/>
                <a:gd name="connsiteY34" fmla="*/ 247729 h 479093"/>
                <a:gd name="connsiteX35" fmla="*/ 434731 w 550040"/>
                <a:gd name="connsiteY35" fmla="*/ 282706 h 479093"/>
                <a:gd name="connsiteX36" fmla="*/ 412760 w 550040"/>
                <a:gd name="connsiteY36" fmla="*/ 311369 h 479093"/>
                <a:gd name="connsiteX37" fmla="*/ 386133 w 550040"/>
                <a:gd name="connsiteY37" fmla="*/ 315085 h 479093"/>
                <a:gd name="connsiteX38" fmla="*/ 376878 w 550040"/>
                <a:gd name="connsiteY38" fmla="*/ 315346 h 479093"/>
                <a:gd name="connsiteX39" fmla="*/ 375836 w 550040"/>
                <a:gd name="connsiteY39" fmla="*/ 325177 h 479093"/>
                <a:gd name="connsiteX40" fmla="*/ 376045 w 550040"/>
                <a:gd name="connsiteY40" fmla="*/ 396652 h 479093"/>
                <a:gd name="connsiteX41" fmla="*/ 339474 w 550040"/>
                <a:gd name="connsiteY41" fmla="*/ 446154 h 479093"/>
                <a:gd name="connsiteX42" fmla="*/ 312964 w 550040"/>
                <a:gd name="connsiteY42" fmla="*/ 450737 h 479093"/>
                <a:gd name="connsiteX43" fmla="*/ 284767 w 550040"/>
                <a:gd name="connsiteY43" fmla="*/ 449724 h 479093"/>
                <a:gd name="connsiteX44" fmla="*/ 272485 w 550040"/>
                <a:gd name="connsiteY44" fmla="*/ 449377 h 479093"/>
                <a:gd name="connsiteX45" fmla="*/ 258992 w 550040"/>
                <a:gd name="connsiteY45" fmla="*/ 460028 h 479093"/>
                <a:gd name="connsiteX46" fmla="*/ 256136 w 550040"/>
                <a:gd name="connsiteY46" fmla="*/ 473901 h 479093"/>
                <a:gd name="connsiteX47" fmla="*/ 214528 w 550040"/>
                <a:gd name="connsiteY47" fmla="*/ 473700 h 479093"/>
                <a:gd name="connsiteX48" fmla="*/ 215290 w 550040"/>
                <a:gd name="connsiteY48" fmla="*/ 452144 h 479093"/>
                <a:gd name="connsiteX49" fmla="*/ 237377 w 550040"/>
                <a:gd name="connsiteY49" fmla="*/ 413456 h 479093"/>
                <a:gd name="connsiteX50" fmla="*/ 260007 w 550040"/>
                <a:gd name="connsiteY50" fmla="*/ 405133 h 479093"/>
                <a:gd name="connsiteX51" fmla="*/ 283294 w 550040"/>
                <a:gd name="connsiteY51" fmla="*/ 406023 h 479093"/>
                <a:gd name="connsiteX52" fmla="*/ 317739 w 550040"/>
                <a:gd name="connsiteY52" fmla="*/ 406444 h 479093"/>
                <a:gd name="connsiteX53" fmla="*/ 324807 w 550040"/>
                <a:gd name="connsiteY53" fmla="*/ 404426 h 479093"/>
                <a:gd name="connsiteX54" fmla="*/ 333042 w 550040"/>
                <a:gd name="connsiteY54" fmla="*/ 393415 h 479093"/>
                <a:gd name="connsiteX55" fmla="*/ 333092 w 550040"/>
                <a:gd name="connsiteY55" fmla="*/ 389717 h 479093"/>
                <a:gd name="connsiteX56" fmla="*/ 333040 w 550040"/>
                <a:gd name="connsiteY56" fmla="*/ 312067 h 479093"/>
                <a:gd name="connsiteX57" fmla="*/ 331841 w 550040"/>
                <a:gd name="connsiteY57" fmla="*/ 302350 h 479093"/>
                <a:gd name="connsiteX58" fmla="*/ 333099 w 550040"/>
                <a:gd name="connsiteY58" fmla="*/ 286586 h 479093"/>
                <a:gd name="connsiteX59" fmla="*/ 357996 w 550040"/>
                <a:gd name="connsiteY59" fmla="*/ 272060 h 479093"/>
                <a:gd name="connsiteX60" fmla="*/ 384467 w 550040"/>
                <a:gd name="connsiteY60" fmla="*/ 272156 h 479093"/>
                <a:gd name="connsiteX61" fmla="*/ 384031 w 550040"/>
                <a:gd name="connsiteY61" fmla="*/ 266324 h 479093"/>
                <a:gd name="connsiteX62" fmla="*/ 369865 w 550040"/>
                <a:gd name="connsiteY62" fmla="*/ 242107 h 479093"/>
                <a:gd name="connsiteX63" fmla="*/ 356239 w 550040"/>
                <a:gd name="connsiteY63" fmla="*/ 208136 h 479093"/>
                <a:gd name="connsiteX64" fmla="*/ 355256 w 550040"/>
                <a:gd name="connsiteY64" fmla="*/ 194718 h 479093"/>
                <a:gd name="connsiteX65" fmla="*/ 352317 w 550040"/>
                <a:gd name="connsiteY65" fmla="*/ 142050 h 479093"/>
                <a:gd name="connsiteX66" fmla="*/ 333601 w 550040"/>
                <a:gd name="connsiteY66" fmla="*/ 100257 h 479093"/>
                <a:gd name="connsiteX67" fmla="*/ 308574 w 550040"/>
                <a:gd name="connsiteY67" fmla="*/ 75842 h 479093"/>
                <a:gd name="connsiteX68" fmla="*/ 254585 w 550040"/>
                <a:gd name="connsiteY68" fmla="*/ 50839 h 479093"/>
                <a:gd name="connsiteX69" fmla="*/ 174051 w 550040"/>
                <a:gd name="connsiteY69" fmla="*/ 44843 h 479093"/>
                <a:gd name="connsiteX70" fmla="*/ 131417 w 550040"/>
                <a:gd name="connsiteY70" fmla="*/ 55534 h 479093"/>
                <a:gd name="connsiteX71" fmla="*/ 94018 w 550040"/>
                <a:gd name="connsiteY71" fmla="*/ 76453 h 479093"/>
                <a:gd name="connsiteX72" fmla="*/ 46789 w 550040"/>
                <a:gd name="connsiteY72" fmla="*/ 144956 h 479093"/>
                <a:gd name="connsiteX73" fmla="*/ 42557 w 550040"/>
                <a:gd name="connsiteY73" fmla="*/ 183794 h 479093"/>
                <a:gd name="connsiteX74" fmla="*/ 56594 w 550040"/>
                <a:gd name="connsiteY74" fmla="*/ 238107 h 479093"/>
                <a:gd name="connsiteX75" fmla="*/ 74213 w 550040"/>
                <a:gd name="connsiteY75" fmla="*/ 271894 h 479093"/>
                <a:gd name="connsiteX76" fmla="*/ 89136 w 550040"/>
                <a:gd name="connsiteY76" fmla="*/ 310662 h 479093"/>
                <a:gd name="connsiteX77" fmla="*/ 90441 w 550040"/>
                <a:gd name="connsiteY77" fmla="*/ 321560 h 479093"/>
                <a:gd name="connsiteX78" fmla="*/ 90441 w 550040"/>
                <a:gd name="connsiteY78" fmla="*/ 321568 h 479093"/>
                <a:gd name="connsiteX79" fmla="*/ 91672 w 550040"/>
                <a:gd name="connsiteY79" fmla="*/ 339928 h 479093"/>
                <a:gd name="connsiteX80" fmla="*/ 91710 w 550040"/>
                <a:gd name="connsiteY80" fmla="*/ 354920 h 479093"/>
                <a:gd name="connsiteX81" fmla="*/ 91492 w 550040"/>
                <a:gd name="connsiteY81" fmla="*/ 369875 h 479093"/>
                <a:gd name="connsiteX82" fmla="*/ 91269 w 550040"/>
                <a:gd name="connsiteY82" fmla="*/ 386928 h 479093"/>
                <a:gd name="connsiteX83" fmla="*/ 91258 w 550040"/>
                <a:gd name="connsiteY83" fmla="*/ 387800 h 479093"/>
                <a:gd name="connsiteX84" fmla="*/ 48718 w 550040"/>
                <a:gd name="connsiteY84" fmla="*/ 387800 h 479093"/>
                <a:gd name="connsiteX85" fmla="*/ 48409 w 550040"/>
                <a:gd name="connsiteY85" fmla="*/ 374105 h 479093"/>
                <a:gd name="connsiteX86" fmla="*/ 48334 w 550040"/>
                <a:gd name="connsiteY86" fmla="*/ 359062 h 479093"/>
                <a:gd name="connsiteX87" fmla="*/ 48219 w 550040"/>
                <a:gd name="connsiteY87" fmla="*/ 346630 h 479093"/>
                <a:gd name="connsiteX88" fmla="*/ 46385 w 550040"/>
                <a:gd name="connsiteY88" fmla="*/ 321481 h 479093"/>
                <a:gd name="connsiteX89" fmla="*/ 44008 w 550040"/>
                <a:gd name="connsiteY89" fmla="*/ 314269 h 479093"/>
                <a:gd name="connsiteX90" fmla="*/ 44009 w 550040"/>
                <a:gd name="connsiteY90" fmla="*/ 314269 h 479093"/>
                <a:gd name="connsiteX91" fmla="*/ 41052 w 550040"/>
                <a:gd name="connsiteY91" fmla="*/ 305295 h 479093"/>
                <a:gd name="connsiteX92" fmla="*/ 27787 w 550040"/>
                <a:gd name="connsiteY92" fmla="*/ 280326 h 479093"/>
                <a:gd name="connsiteX93" fmla="*/ 1598 w 550040"/>
                <a:gd name="connsiteY93" fmla="*/ 206634 h 479093"/>
                <a:gd name="connsiteX94" fmla="*/ 0 w 550040"/>
                <a:gd name="connsiteY94" fmla="*/ 153871 h 479093"/>
                <a:gd name="connsiteX95" fmla="*/ 18894 w 550040"/>
                <a:gd name="connsiteY95" fmla="*/ 95817 h 479093"/>
                <a:gd name="connsiteX96" fmla="*/ 36496 w 550040"/>
                <a:gd name="connsiteY96" fmla="*/ 68168 h 479093"/>
                <a:gd name="connsiteX97" fmla="*/ 61966 w 550040"/>
                <a:gd name="connsiteY97" fmla="*/ 45591 h 479093"/>
                <a:gd name="connsiteX98" fmla="*/ 64796 w 550040"/>
                <a:gd name="connsiteY98" fmla="*/ 43250 h 479093"/>
                <a:gd name="connsiteX99" fmla="*/ 105453 w 550040"/>
                <a:gd name="connsiteY99" fmla="*/ 18738 h 479093"/>
                <a:gd name="connsiteX100" fmla="*/ 149657 w 550040"/>
                <a:gd name="connsiteY100" fmla="*/ 4200 h 479093"/>
                <a:gd name="connsiteX101" fmla="*/ 204592 w 550040"/>
                <a:gd name="connsiteY101" fmla="*/ 475 h 47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50040" h="479093">
                  <a:moveTo>
                    <a:pt x="463215" y="307653"/>
                  </a:moveTo>
                  <a:cubicBezTo>
                    <a:pt x="471539" y="313666"/>
                    <a:pt x="477767" y="320474"/>
                    <a:pt x="482224" y="328863"/>
                  </a:cubicBezTo>
                  <a:cubicBezTo>
                    <a:pt x="498309" y="359136"/>
                    <a:pt x="497823" y="389347"/>
                    <a:pt x="481708" y="419451"/>
                  </a:cubicBezTo>
                  <a:cubicBezTo>
                    <a:pt x="478096" y="426199"/>
                    <a:pt x="473111" y="431839"/>
                    <a:pt x="467408" y="436862"/>
                  </a:cubicBezTo>
                  <a:cubicBezTo>
                    <a:pt x="464386" y="439526"/>
                    <a:pt x="461336" y="439769"/>
                    <a:pt x="458626" y="437165"/>
                  </a:cubicBezTo>
                  <a:cubicBezTo>
                    <a:pt x="451849" y="430656"/>
                    <a:pt x="445272" y="423937"/>
                    <a:pt x="438895" y="417581"/>
                  </a:cubicBezTo>
                  <a:cubicBezTo>
                    <a:pt x="439557" y="411356"/>
                    <a:pt x="441792" y="407109"/>
                    <a:pt x="445157" y="402880"/>
                  </a:cubicBezTo>
                  <a:cubicBezTo>
                    <a:pt x="452706" y="393389"/>
                    <a:pt x="456627" y="382433"/>
                    <a:pt x="455635" y="370070"/>
                  </a:cubicBezTo>
                  <a:cubicBezTo>
                    <a:pt x="454817" y="359877"/>
                    <a:pt x="450112" y="351233"/>
                    <a:pt x="444807" y="342809"/>
                  </a:cubicBezTo>
                  <a:cubicBezTo>
                    <a:pt x="442828" y="339667"/>
                    <a:pt x="441088" y="336376"/>
                    <a:pt x="439610" y="332213"/>
                  </a:cubicBezTo>
                  <a:cubicBezTo>
                    <a:pt x="447572" y="323556"/>
                    <a:pt x="455164" y="315839"/>
                    <a:pt x="463215" y="307653"/>
                  </a:cubicBezTo>
                  <a:close/>
                  <a:moveTo>
                    <a:pt x="504699" y="268600"/>
                  </a:moveTo>
                  <a:cubicBezTo>
                    <a:pt x="505975" y="269062"/>
                    <a:pt x="507458" y="270666"/>
                    <a:pt x="509922" y="273672"/>
                  </a:cubicBezTo>
                  <a:cubicBezTo>
                    <a:pt x="527067" y="291421"/>
                    <a:pt x="538798" y="311204"/>
                    <a:pt x="544659" y="334104"/>
                  </a:cubicBezTo>
                  <a:cubicBezTo>
                    <a:pt x="556469" y="380252"/>
                    <a:pt x="548978" y="423009"/>
                    <a:pt x="520834" y="461759"/>
                  </a:cubicBezTo>
                  <a:cubicBezTo>
                    <a:pt x="516961" y="467092"/>
                    <a:pt x="512511" y="472015"/>
                    <a:pt x="508197" y="477015"/>
                  </a:cubicBezTo>
                  <a:cubicBezTo>
                    <a:pt x="506155" y="479381"/>
                    <a:pt x="501475" y="479895"/>
                    <a:pt x="499178" y="477678"/>
                  </a:cubicBezTo>
                  <a:cubicBezTo>
                    <a:pt x="492708" y="471435"/>
                    <a:pt x="486249" y="465135"/>
                    <a:pt x="480395" y="458331"/>
                  </a:cubicBezTo>
                  <a:cubicBezTo>
                    <a:pt x="479055" y="456773"/>
                    <a:pt x="479025" y="452077"/>
                    <a:pt x="480359" y="450594"/>
                  </a:cubicBezTo>
                  <a:cubicBezTo>
                    <a:pt x="484765" y="445700"/>
                    <a:pt x="486386" y="439222"/>
                    <a:pt x="491478" y="434507"/>
                  </a:cubicBezTo>
                  <a:cubicBezTo>
                    <a:pt x="498019" y="428452"/>
                    <a:pt x="501331" y="419741"/>
                    <a:pt x="504762" y="411355"/>
                  </a:cubicBezTo>
                  <a:cubicBezTo>
                    <a:pt x="509480" y="399825"/>
                    <a:pt x="512122" y="387694"/>
                    <a:pt x="512486" y="375586"/>
                  </a:cubicBezTo>
                  <a:cubicBezTo>
                    <a:pt x="512897" y="361975"/>
                    <a:pt x="510212" y="348323"/>
                    <a:pt x="504423" y="335680"/>
                  </a:cubicBezTo>
                  <a:cubicBezTo>
                    <a:pt x="498771" y="323335"/>
                    <a:pt x="492298" y="311521"/>
                    <a:pt x="482512" y="301756"/>
                  </a:cubicBezTo>
                  <a:cubicBezTo>
                    <a:pt x="477516" y="296770"/>
                    <a:pt x="477679" y="293559"/>
                    <a:pt x="482580" y="288421"/>
                  </a:cubicBezTo>
                  <a:cubicBezTo>
                    <a:pt x="488465" y="282252"/>
                    <a:pt x="494559" y="276275"/>
                    <a:pt x="500721" y="270381"/>
                  </a:cubicBezTo>
                  <a:cubicBezTo>
                    <a:pt x="502354" y="268819"/>
                    <a:pt x="503423" y="268139"/>
                    <a:pt x="504699" y="268600"/>
                  </a:cubicBezTo>
                  <a:close/>
                  <a:moveTo>
                    <a:pt x="204592" y="475"/>
                  </a:moveTo>
                  <a:cubicBezTo>
                    <a:pt x="229388" y="2334"/>
                    <a:pt x="254252" y="4211"/>
                    <a:pt x="278313" y="11492"/>
                  </a:cubicBezTo>
                  <a:cubicBezTo>
                    <a:pt x="300490" y="18203"/>
                    <a:pt x="320847" y="27969"/>
                    <a:pt x="339345" y="42260"/>
                  </a:cubicBezTo>
                  <a:cubicBezTo>
                    <a:pt x="362431" y="60097"/>
                    <a:pt x="378212" y="83042"/>
                    <a:pt x="389387" y="109385"/>
                  </a:cubicBezTo>
                  <a:cubicBezTo>
                    <a:pt x="392848" y="117545"/>
                    <a:pt x="394896" y="126622"/>
                    <a:pt x="395850" y="135466"/>
                  </a:cubicBezTo>
                  <a:cubicBezTo>
                    <a:pt x="397997" y="155384"/>
                    <a:pt x="400383" y="175361"/>
                    <a:pt x="399396" y="195464"/>
                  </a:cubicBezTo>
                  <a:cubicBezTo>
                    <a:pt x="399057" y="202379"/>
                    <a:pt x="401032" y="208318"/>
                    <a:pt x="404526" y="214047"/>
                  </a:cubicBezTo>
                  <a:cubicBezTo>
                    <a:pt x="411350" y="225232"/>
                    <a:pt x="418288" y="236355"/>
                    <a:pt x="424784" y="247729"/>
                  </a:cubicBezTo>
                  <a:cubicBezTo>
                    <a:pt x="430940" y="258506"/>
                    <a:pt x="435303" y="269776"/>
                    <a:pt x="434731" y="282706"/>
                  </a:cubicBezTo>
                  <a:cubicBezTo>
                    <a:pt x="434081" y="297390"/>
                    <a:pt x="426836" y="307617"/>
                    <a:pt x="412760" y="311369"/>
                  </a:cubicBezTo>
                  <a:cubicBezTo>
                    <a:pt x="404059" y="313689"/>
                    <a:pt x="395318" y="315903"/>
                    <a:pt x="386133" y="315085"/>
                  </a:cubicBezTo>
                  <a:cubicBezTo>
                    <a:pt x="383352" y="314837"/>
                    <a:pt x="380514" y="315223"/>
                    <a:pt x="376878" y="315346"/>
                  </a:cubicBezTo>
                  <a:cubicBezTo>
                    <a:pt x="376478" y="318964"/>
                    <a:pt x="375847" y="322069"/>
                    <a:pt x="375836" y="325177"/>
                  </a:cubicBezTo>
                  <a:cubicBezTo>
                    <a:pt x="375752" y="349006"/>
                    <a:pt x="374874" y="372881"/>
                    <a:pt x="376045" y="396652"/>
                  </a:cubicBezTo>
                  <a:cubicBezTo>
                    <a:pt x="377225" y="420585"/>
                    <a:pt x="359390" y="440799"/>
                    <a:pt x="339474" y="446154"/>
                  </a:cubicBezTo>
                  <a:cubicBezTo>
                    <a:pt x="330835" y="448476"/>
                    <a:pt x="321868" y="450239"/>
                    <a:pt x="312964" y="450737"/>
                  </a:cubicBezTo>
                  <a:cubicBezTo>
                    <a:pt x="303631" y="451258"/>
                    <a:pt x="294155" y="451954"/>
                    <a:pt x="284767" y="449724"/>
                  </a:cubicBezTo>
                  <a:cubicBezTo>
                    <a:pt x="280864" y="448797"/>
                    <a:pt x="276589" y="449325"/>
                    <a:pt x="272485" y="449377"/>
                  </a:cubicBezTo>
                  <a:cubicBezTo>
                    <a:pt x="262803" y="449503"/>
                    <a:pt x="261456" y="450504"/>
                    <a:pt x="258992" y="460028"/>
                  </a:cubicBezTo>
                  <a:cubicBezTo>
                    <a:pt x="257785" y="464692"/>
                    <a:pt x="257033" y="469474"/>
                    <a:pt x="256136" y="473901"/>
                  </a:cubicBezTo>
                  <a:cubicBezTo>
                    <a:pt x="244478" y="475627"/>
                    <a:pt x="224491" y="475509"/>
                    <a:pt x="214528" y="473700"/>
                  </a:cubicBezTo>
                  <a:cubicBezTo>
                    <a:pt x="212913" y="466559"/>
                    <a:pt x="213854" y="459390"/>
                    <a:pt x="215290" y="452144"/>
                  </a:cubicBezTo>
                  <a:cubicBezTo>
                    <a:pt x="218342" y="436748"/>
                    <a:pt x="225095" y="423614"/>
                    <a:pt x="237377" y="413456"/>
                  </a:cubicBezTo>
                  <a:cubicBezTo>
                    <a:pt x="244022" y="407959"/>
                    <a:pt x="251757" y="405476"/>
                    <a:pt x="260007" y="405133"/>
                  </a:cubicBezTo>
                  <a:cubicBezTo>
                    <a:pt x="267736" y="404812"/>
                    <a:pt x="275481" y="405163"/>
                    <a:pt x="283294" y="406023"/>
                  </a:cubicBezTo>
                  <a:cubicBezTo>
                    <a:pt x="294657" y="407274"/>
                    <a:pt x="306249" y="406588"/>
                    <a:pt x="317739" y="406444"/>
                  </a:cubicBezTo>
                  <a:cubicBezTo>
                    <a:pt x="320104" y="406415"/>
                    <a:pt x="322468" y="405185"/>
                    <a:pt x="324807" y="404426"/>
                  </a:cubicBezTo>
                  <a:cubicBezTo>
                    <a:pt x="330127" y="402700"/>
                    <a:pt x="332772" y="398929"/>
                    <a:pt x="333042" y="393415"/>
                  </a:cubicBezTo>
                  <a:cubicBezTo>
                    <a:pt x="333102" y="392184"/>
                    <a:pt x="333092" y="390950"/>
                    <a:pt x="333092" y="389717"/>
                  </a:cubicBezTo>
                  <a:cubicBezTo>
                    <a:pt x="333095" y="363834"/>
                    <a:pt x="333138" y="337951"/>
                    <a:pt x="333040" y="312067"/>
                  </a:cubicBezTo>
                  <a:cubicBezTo>
                    <a:pt x="333028" y="308825"/>
                    <a:pt x="332368" y="305571"/>
                    <a:pt x="331841" y="302350"/>
                  </a:cubicBezTo>
                  <a:cubicBezTo>
                    <a:pt x="330963" y="296976"/>
                    <a:pt x="331292" y="291757"/>
                    <a:pt x="333099" y="286586"/>
                  </a:cubicBezTo>
                  <a:cubicBezTo>
                    <a:pt x="336947" y="275575"/>
                    <a:pt x="346160" y="270234"/>
                    <a:pt x="357996" y="272060"/>
                  </a:cubicBezTo>
                  <a:cubicBezTo>
                    <a:pt x="366550" y="273379"/>
                    <a:pt x="375131" y="272921"/>
                    <a:pt x="384467" y="272156"/>
                  </a:cubicBezTo>
                  <a:cubicBezTo>
                    <a:pt x="384344" y="269995"/>
                    <a:pt x="384848" y="267792"/>
                    <a:pt x="384031" y="266324"/>
                  </a:cubicBezTo>
                  <a:cubicBezTo>
                    <a:pt x="379482" y="258156"/>
                    <a:pt x="374565" y="250194"/>
                    <a:pt x="369865" y="242107"/>
                  </a:cubicBezTo>
                  <a:cubicBezTo>
                    <a:pt x="363673" y="231451"/>
                    <a:pt x="358042" y="220530"/>
                    <a:pt x="356239" y="208136"/>
                  </a:cubicBezTo>
                  <a:cubicBezTo>
                    <a:pt x="355595" y="203706"/>
                    <a:pt x="355187" y="199187"/>
                    <a:pt x="355256" y="194718"/>
                  </a:cubicBezTo>
                  <a:cubicBezTo>
                    <a:pt x="355532" y="177081"/>
                    <a:pt x="354080" y="159597"/>
                    <a:pt x="352317" y="142050"/>
                  </a:cubicBezTo>
                  <a:cubicBezTo>
                    <a:pt x="350680" y="125747"/>
                    <a:pt x="343102" y="112549"/>
                    <a:pt x="333601" y="100257"/>
                  </a:cubicBezTo>
                  <a:cubicBezTo>
                    <a:pt x="326476" y="91040"/>
                    <a:pt x="317397" y="83576"/>
                    <a:pt x="308574" y="75842"/>
                  </a:cubicBezTo>
                  <a:cubicBezTo>
                    <a:pt x="292847" y="62055"/>
                    <a:pt x="274028" y="55796"/>
                    <a:pt x="254585" y="50839"/>
                  </a:cubicBezTo>
                  <a:cubicBezTo>
                    <a:pt x="228163" y="44104"/>
                    <a:pt x="201076" y="43704"/>
                    <a:pt x="174051" y="44843"/>
                  </a:cubicBezTo>
                  <a:cubicBezTo>
                    <a:pt x="159278" y="45466"/>
                    <a:pt x="145143" y="50003"/>
                    <a:pt x="131417" y="55534"/>
                  </a:cubicBezTo>
                  <a:cubicBezTo>
                    <a:pt x="118054" y="60918"/>
                    <a:pt x="105263" y="67686"/>
                    <a:pt x="94018" y="76453"/>
                  </a:cubicBezTo>
                  <a:cubicBezTo>
                    <a:pt x="71245" y="94208"/>
                    <a:pt x="53635" y="115994"/>
                    <a:pt x="46789" y="144956"/>
                  </a:cubicBezTo>
                  <a:cubicBezTo>
                    <a:pt x="43770" y="157730"/>
                    <a:pt x="41399" y="170658"/>
                    <a:pt x="42557" y="183794"/>
                  </a:cubicBezTo>
                  <a:cubicBezTo>
                    <a:pt x="44218" y="202624"/>
                    <a:pt x="48405" y="220969"/>
                    <a:pt x="56594" y="238107"/>
                  </a:cubicBezTo>
                  <a:cubicBezTo>
                    <a:pt x="62066" y="249561"/>
                    <a:pt x="68385" y="260608"/>
                    <a:pt x="74213" y="271894"/>
                  </a:cubicBezTo>
                  <a:cubicBezTo>
                    <a:pt x="80601" y="284265"/>
                    <a:pt x="87306" y="296532"/>
                    <a:pt x="89136" y="310662"/>
                  </a:cubicBezTo>
                  <a:cubicBezTo>
                    <a:pt x="89606" y="314290"/>
                    <a:pt x="90143" y="317916"/>
                    <a:pt x="90441" y="321560"/>
                  </a:cubicBezTo>
                  <a:lnTo>
                    <a:pt x="90441" y="321568"/>
                  </a:lnTo>
                  <a:lnTo>
                    <a:pt x="91672" y="339928"/>
                  </a:lnTo>
                  <a:cubicBezTo>
                    <a:pt x="91412" y="346440"/>
                    <a:pt x="91561" y="350680"/>
                    <a:pt x="91710" y="354920"/>
                  </a:cubicBezTo>
                  <a:cubicBezTo>
                    <a:pt x="91361" y="361301"/>
                    <a:pt x="91426" y="365588"/>
                    <a:pt x="91492" y="369875"/>
                  </a:cubicBezTo>
                  <a:cubicBezTo>
                    <a:pt x="91287" y="377001"/>
                    <a:pt x="91278" y="381964"/>
                    <a:pt x="91269" y="386928"/>
                  </a:cubicBezTo>
                  <a:lnTo>
                    <a:pt x="91258" y="387800"/>
                  </a:lnTo>
                  <a:lnTo>
                    <a:pt x="48718" y="387800"/>
                  </a:lnTo>
                  <a:lnTo>
                    <a:pt x="48409" y="374105"/>
                  </a:lnTo>
                  <a:cubicBezTo>
                    <a:pt x="48581" y="367682"/>
                    <a:pt x="48457" y="363372"/>
                    <a:pt x="48334" y="359062"/>
                  </a:cubicBezTo>
                  <a:cubicBezTo>
                    <a:pt x="48621" y="353524"/>
                    <a:pt x="48420" y="350077"/>
                    <a:pt x="48219" y="346630"/>
                  </a:cubicBezTo>
                  <a:cubicBezTo>
                    <a:pt x="47295" y="336998"/>
                    <a:pt x="49209" y="329034"/>
                    <a:pt x="46385" y="321481"/>
                  </a:cubicBezTo>
                  <a:lnTo>
                    <a:pt x="44008" y="314269"/>
                  </a:lnTo>
                  <a:lnTo>
                    <a:pt x="44009" y="314269"/>
                  </a:lnTo>
                  <a:lnTo>
                    <a:pt x="41052" y="305295"/>
                  </a:lnTo>
                  <a:cubicBezTo>
                    <a:pt x="37039" y="296779"/>
                    <a:pt x="32084" y="288714"/>
                    <a:pt x="27787" y="280326"/>
                  </a:cubicBezTo>
                  <a:cubicBezTo>
                    <a:pt x="15805" y="256935"/>
                    <a:pt x="5290" y="233177"/>
                    <a:pt x="1598" y="206634"/>
                  </a:cubicBezTo>
                  <a:cubicBezTo>
                    <a:pt x="-858" y="188971"/>
                    <a:pt x="787" y="171440"/>
                    <a:pt x="0" y="153871"/>
                  </a:cubicBezTo>
                  <a:cubicBezTo>
                    <a:pt x="4131" y="133822"/>
                    <a:pt x="8765" y="114086"/>
                    <a:pt x="18894" y="95817"/>
                  </a:cubicBezTo>
                  <a:cubicBezTo>
                    <a:pt x="24238" y="86176"/>
                    <a:pt x="32206" y="78361"/>
                    <a:pt x="36496" y="68168"/>
                  </a:cubicBezTo>
                  <a:cubicBezTo>
                    <a:pt x="44943" y="60600"/>
                    <a:pt x="50918" y="50253"/>
                    <a:pt x="61966" y="45591"/>
                  </a:cubicBezTo>
                  <a:cubicBezTo>
                    <a:pt x="63047" y="45135"/>
                    <a:pt x="63884" y="44073"/>
                    <a:pt x="64796" y="43250"/>
                  </a:cubicBezTo>
                  <a:cubicBezTo>
                    <a:pt x="76759" y="32447"/>
                    <a:pt x="91034" y="25366"/>
                    <a:pt x="105453" y="18738"/>
                  </a:cubicBezTo>
                  <a:cubicBezTo>
                    <a:pt x="119586" y="12243"/>
                    <a:pt x="134274" y="7052"/>
                    <a:pt x="149657" y="4200"/>
                  </a:cubicBezTo>
                  <a:cubicBezTo>
                    <a:pt x="167822" y="833"/>
                    <a:pt x="186218" y="-904"/>
                    <a:pt x="204592" y="47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41" name="Rectangle 2940">
              <a:extLst>
                <a:ext uri="{FF2B5EF4-FFF2-40B4-BE49-F238E27FC236}">
                  <a16:creationId xmlns:a16="http://schemas.microsoft.com/office/drawing/2014/main" id="{B2A1C296-464D-3396-B455-5AAD5BA81148}"/>
                </a:ext>
                <a:ext uri="{C183D7F6-B498-43B3-948B-1728B52AA6E4}">
                  <adec:decorative xmlns:adec="http://schemas.microsoft.com/office/drawing/2017/decorative" val="1"/>
                </a:ext>
              </a:extLst>
            </p:cNvPr>
            <p:cNvSpPr/>
            <p:nvPr/>
          </p:nvSpPr>
          <p:spPr>
            <a:xfrm>
              <a:off x="9477930" y="6100774"/>
              <a:ext cx="43749" cy="43832"/>
            </a:xfrm>
            <a:prstGeom prst="rect">
              <a:avLst/>
            </a:prstGeom>
            <a:solidFill>
              <a:schemeClr val="bg1"/>
            </a:solidFill>
            <a:ln w="1155" cap="flat">
              <a:noFill/>
              <a:prstDash val="solid"/>
              <a:miter/>
            </a:ln>
          </p:spPr>
          <p:txBody>
            <a:bodyPr rtlCol="0" anchor="ctr"/>
            <a:lstStyle/>
            <a:p>
              <a:endParaRPr lang="en-US" dirty="0"/>
            </a:p>
          </p:txBody>
        </p:sp>
      </p:grpSp>
      <p:grpSp>
        <p:nvGrpSpPr>
          <p:cNvPr id="81" name="Group 80">
            <a:extLst>
              <a:ext uri="{FF2B5EF4-FFF2-40B4-BE49-F238E27FC236}">
                <a16:creationId xmlns:a16="http://schemas.microsoft.com/office/drawing/2014/main" id="{632D9464-D0F9-D1FE-4399-D669AE09E61A}"/>
              </a:ext>
              <a:ext uri="{C183D7F6-B498-43B3-948B-1728B52AA6E4}">
                <adec:decorative xmlns:adec="http://schemas.microsoft.com/office/drawing/2017/decorative" val="1"/>
              </a:ext>
            </a:extLst>
          </p:cNvPr>
          <p:cNvGrpSpPr>
            <a:grpSpLocks noChangeAspect="1"/>
          </p:cNvGrpSpPr>
          <p:nvPr/>
        </p:nvGrpSpPr>
        <p:grpSpPr>
          <a:xfrm>
            <a:off x="9847796" y="5824566"/>
            <a:ext cx="286156" cy="320040"/>
            <a:chOff x="9945472" y="5824566"/>
            <a:chExt cx="286156" cy="320040"/>
          </a:xfrm>
          <a:solidFill>
            <a:srgbClr val="FF0000"/>
          </a:solidFill>
        </p:grpSpPr>
        <p:sp>
          <p:nvSpPr>
            <p:cNvPr id="2960" name="Freeform: Shape 2959">
              <a:extLst>
                <a:ext uri="{FF2B5EF4-FFF2-40B4-BE49-F238E27FC236}">
                  <a16:creationId xmlns:a16="http://schemas.microsoft.com/office/drawing/2014/main" id="{D1612B80-275E-3042-8D6B-EA7A8E08C3FE}"/>
                </a:ext>
                <a:ext uri="{C183D7F6-B498-43B3-948B-1728B52AA6E4}">
                  <adec:decorative xmlns:adec="http://schemas.microsoft.com/office/drawing/2017/decorative" val="1"/>
                </a:ext>
              </a:extLst>
            </p:cNvPr>
            <p:cNvSpPr/>
            <p:nvPr/>
          </p:nvSpPr>
          <p:spPr>
            <a:xfrm>
              <a:off x="9945472" y="5824566"/>
              <a:ext cx="286156" cy="312711"/>
            </a:xfrm>
            <a:custGeom>
              <a:avLst/>
              <a:gdLst>
                <a:gd name="connsiteX0" fmla="*/ 172245 w 434780"/>
                <a:gd name="connsiteY0" fmla="*/ 136996 h 475128"/>
                <a:gd name="connsiteX1" fmla="*/ 139220 w 434780"/>
                <a:gd name="connsiteY1" fmla="*/ 153240 h 475128"/>
                <a:gd name="connsiteX2" fmla="*/ 132858 w 434780"/>
                <a:gd name="connsiteY2" fmla="*/ 187715 h 475128"/>
                <a:gd name="connsiteX3" fmla="*/ 158478 w 434780"/>
                <a:gd name="connsiteY3" fmla="*/ 213541 h 475128"/>
                <a:gd name="connsiteX4" fmla="*/ 179169 w 434780"/>
                <a:gd name="connsiteY4" fmla="*/ 215679 h 475128"/>
                <a:gd name="connsiteX5" fmla="*/ 209963 w 434780"/>
                <a:gd name="connsiteY5" fmla="*/ 215710 h 475128"/>
                <a:gd name="connsiteX6" fmla="*/ 229057 w 434780"/>
                <a:gd name="connsiteY6" fmla="*/ 211868 h 475128"/>
                <a:gd name="connsiteX7" fmla="*/ 246174 w 434780"/>
                <a:gd name="connsiteY7" fmla="*/ 155139 h 475128"/>
                <a:gd name="connsiteX8" fmla="*/ 220112 w 434780"/>
                <a:gd name="connsiteY8" fmla="*/ 138493 h 475128"/>
                <a:gd name="connsiteX9" fmla="*/ 172245 w 434780"/>
                <a:gd name="connsiteY9" fmla="*/ 136996 h 475128"/>
                <a:gd name="connsiteX10" fmla="*/ 166026 w 434780"/>
                <a:gd name="connsiteY10" fmla="*/ 99940 h 475128"/>
                <a:gd name="connsiteX11" fmla="*/ 219002 w 434780"/>
                <a:gd name="connsiteY11" fmla="*/ 100049 h 475128"/>
                <a:gd name="connsiteX12" fmla="*/ 265585 w 434780"/>
                <a:gd name="connsiteY12" fmla="*/ 119535 h 475128"/>
                <a:gd name="connsiteX13" fmla="*/ 290757 w 434780"/>
                <a:gd name="connsiteY13" fmla="*/ 176200 h 475128"/>
                <a:gd name="connsiteX14" fmla="*/ 269113 w 434780"/>
                <a:gd name="connsiteY14" fmla="*/ 229116 h 475128"/>
                <a:gd name="connsiteX15" fmla="*/ 239847 w 434780"/>
                <a:gd name="connsiteY15" fmla="*/ 248711 h 475128"/>
                <a:gd name="connsiteX16" fmla="*/ 219543 w 434780"/>
                <a:gd name="connsiteY16" fmla="*/ 252689 h 475128"/>
                <a:gd name="connsiteX17" fmla="*/ 164099 w 434780"/>
                <a:gd name="connsiteY17" fmla="*/ 252580 h 475128"/>
                <a:gd name="connsiteX18" fmla="*/ 148615 w 434780"/>
                <a:gd name="connsiteY18" fmla="*/ 250254 h 475128"/>
                <a:gd name="connsiteX19" fmla="*/ 128845 w 434780"/>
                <a:gd name="connsiteY19" fmla="*/ 242010 h 475128"/>
                <a:gd name="connsiteX20" fmla="*/ 109276 w 434780"/>
                <a:gd name="connsiteY20" fmla="*/ 224011 h 475128"/>
                <a:gd name="connsiteX21" fmla="*/ 93505 w 434780"/>
                <a:gd name="connsiteY21" fmla="*/ 177664 h 475128"/>
                <a:gd name="connsiteX22" fmla="*/ 108845 w 434780"/>
                <a:gd name="connsiteY22" fmla="*/ 129547 h 475128"/>
                <a:gd name="connsiteX23" fmla="*/ 116422 w 434780"/>
                <a:gd name="connsiteY23" fmla="*/ 118682 h 475128"/>
                <a:gd name="connsiteX24" fmla="*/ 166026 w 434780"/>
                <a:gd name="connsiteY24" fmla="*/ 99940 h 475128"/>
                <a:gd name="connsiteX25" fmla="*/ 204592 w 434780"/>
                <a:gd name="connsiteY25" fmla="*/ 475 h 475128"/>
                <a:gd name="connsiteX26" fmla="*/ 278313 w 434780"/>
                <a:gd name="connsiteY26" fmla="*/ 11492 h 475128"/>
                <a:gd name="connsiteX27" fmla="*/ 339344 w 434780"/>
                <a:gd name="connsiteY27" fmla="*/ 42260 h 475128"/>
                <a:gd name="connsiteX28" fmla="*/ 389386 w 434780"/>
                <a:gd name="connsiteY28" fmla="*/ 109385 h 475128"/>
                <a:gd name="connsiteX29" fmla="*/ 395849 w 434780"/>
                <a:gd name="connsiteY29" fmla="*/ 135466 h 475128"/>
                <a:gd name="connsiteX30" fmla="*/ 399395 w 434780"/>
                <a:gd name="connsiteY30" fmla="*/ 195464 h 475128"/>
                <a:gd name="connsiteX31" fmla="*/ 404525 w 434780"/>
                <a:gd name="connsiteY31" fmla="*/ 214047 h 475128"/>
                <a:gd name="connsiteX32" fmla="*/ 424783 w 434780"/>
                <a:gd name="connsiteY32" fmla="*/ 247729 h 475128"/>
                <a:gd name="connsiteX33" fmla="*/ 434730 w 434780"/>
                <a:gd name="connsiteY33" fmla="*/ 282706 h 475128"/>
                <a:gd name="connsiteX34" fmla="*/ 412759 w 434780"/>
                <a:gd name="connsiteY34" fmla="*/ 311369 h 475128"/>
                <a:gd name="connsiteX35" fmla="*/ 386132 w 434780"/>
                <a:gd name="connsiteY35" fmla="*/ 315085 h 475128"/>
                <a:gd name="connsiteX36" fmla="*/ 376877 w 434780"/>
                <a:gd name="connsiteY36" fmla="*/ 315346 h 475128"/>
                <a:gd name="connsiteX37" fmla="*/ 375835 w 434780"/>
                <a:gd name="connsiteY37" fmla="*/ 325177 h 475128"/>
                <a:gd name="connsiteX38" fmla="*/ 376045 w 434780"/>
                <a:gd name="connsiteY38" fmla="*/ 396652 h 475128"/>
                <a:gd name="connsiteX39" fmla="*/ 339474 w 434780"/>
                <a:gd name="connsiteY39" fmla="*/ 446154 h 475128"/>
                <a:gd name="connsiteX40" fmla="*/ 312964 w 434780"/>
                <a:gd name="connsiteY40" fmla="*/ 450737 h 475128"/>
                <a:gd name="connsiteX41" fmla="*/ 284766 w 434780"/>
                <a:gd name="connsiteY41" fmla="*/ 449724 h 475128"/>
                <a:gd name="connsiteX42" fmla="*/ 272484 w 434780"/>
                <a:gd name="connsiteY42" fmla="*/ 449377 h 475128"/>
                <a:gd name="connsiteX43" fmla="*/ 258992 w 434780"/>
                <a:gd name="connsiteY43" fmla="*/ 460028 h 475128"/>
                <a:gd name="connsiteX44" fmla="*/ 256135 w 434780"/>
                <a:gd name="connsiteY44" fmla="*/ 473901 h 475128"/>
                <a:gd name="connsiteX45" fmla="*/ 214528 w 434780"/>
                <a:gd name="connsiteY45" fmla="*/ 473700 h 475128"/>
                <a:gd name="connsiteX46" fmla="*/ 215290 w 434780"/>
                <a:gd name="connsiteY46" fmla="*/ 452144 h 475128"/>
                <a:gd name="connsiteX47" fmla="*/ 237377 w 434780"/>
                <a:gd name="connsiteY47" fmla="*/ 413456 h 475128"/>
                <a:gd name="connsiteX48" fmla="*/ 260006 w 434780"/>
                <a:gd name="connsiteY48" fmla="*/ 405133 h 475128"/>
                <a:gd name="connsiteX49" fmla="*/ 283294 w 434780"/>
                <a:gd name="connsiteY49" fmla="*/ 406023 h 475128"/>
                <a:gd name="connsiteX50" fmla="*/ 317738 w 434780"/>
                <a:gd name="connsiteY50" fmla="*/ 406444 h 475128"/>
                <a:gd name="connsiteX51" fmla="*/ 324806 w 434780"/>
                <a:gd name="connsiteY51" fmla="*/ 404426 h 475128"/>
                <a:gd name="connsiteX52" fmla="*/ 333041 w 434780"/>
                <a:gd name="connsiteY52" fmla="*/ 393415 h 475128"/>
                <a:gd name="connsiteX53" fmla="*/ 333091 w 434780"/>
                <a:gd name="connsiteY53" fmla="*/ 389717 h 475128"/>
                <a:gd name="connsiteX54" fmla="*/ 333039 w 434780"/>
                <a:gd name="connsiteY54" fmla="*/ 312067 h 475128"/>
                <a:gd name="connsiteX55" fmla="*/ 331841 w 434780"/>
                <a:gd name="connsiteY55" fmla="*/ 302350 h 475128"/>
                <a:gd name="connsiteX56" fmla="*/ 333098 w 434780"/>
                <a:gd name="connsiteY56" fmla="*/ 286586 h 475128"/>
                <a:gd name="connsiteX57" fmla="*/ 357996 w 434780"/>
                <a:gd name="connsiteY57" fmla="*/ 272060 h 475128"/>
                <a:gd name="connsiteX58" fmla="*/ 384466 w 434780"/>
                <a:gd name="connsiteY58" fmla="*/ 272156 h 475128"/>
                <a:gd name="connsiteX59" fmla="*/ 384030 w 434780"/>
                <a:gd name="connsiteY59" fmla="*/ 266324 h 475128"/>
                <a:gd name="connsiteX60" fmla="*/ 369864 w 434780"/>
                <a:gd name="connsiteY60" fmla="*/ 242107 h 475128"/>
                <a:gd name="connsiteX61" fmla="*/ 356239 w 434780"/>
                <a:gd name="connsiteY61" fmla="*/ 208136 h 475128"/>
                <a:gd name="connsiteX62" fmla="*/ 355255 w 434780"/>
                <a:gd name="connsiteY62" fmla="*/ 194718 h 475128"/>
                <a:gd name="connsiteX63" fmla="*/ 352317 w 434780"/>
                <a:gd name="connsiteY63" fmla="*/ 142050 h 475128"/>
                <a:gd name="connsiteX64" fmla="*/ 333600 w 434780"/>
                <a:gd name="connsiteY64" fmla="*/ 100257 h 475128"/>
                <a:gd name="connsiteX65" fmla="*/ 308573 w 434780"/>
                <a:gd name="connsiteY65" fmla="*/ 75842 h 475128"/>
                <a:gd name="connsiteX66" fmla="*/ 254584 w 434780"/>
                <a:gd name="connsiteY66" fmla="*/ 50839 h 475128"/>
                <a:gd name="connsiteX67" fmla="*/ 174051 w 434780"/>
                <a:gd name="connsiteY67" fmla="*/ 44843 h 475128"/>
                <a:gd name="connsiteX68" fmla="*/ 131416 w 434780"/>
                <a:gd name="connsiteY68" fmla="*/ 55534 h 475128"/>
                <a:gd name="connsiteX69" fmla="*/ 94018 w 434780"/>
                <a:gd name="connsiteY69" fmla="*/ 76453 h 475128"/>
                <a:gd name="connsiteX70" fmla="*/ 46789 w 434780"/>
                <a:gd name="connsiteY70" fmla="*/ 144956 h 475128"/>
                <a:gd name="connsiteX71" fmla="*/ 42557 w 434780"/>
                <a:gd name="connsiteY71" fmla="*/ 183794 h 475128"/>
                <a:gd name="connsiteX72" fmla="*/ 56594 w 434780"/>
                <a:gd name="connsiteY72" fmla="*/ 238107 h 475128"/>
                <a:gd name="connsiteX73" fmla="*/ 74213 w 434780"/>
                <a:gd name="connsiteY73" fmla="*/ 271894 h 475128"/>
                <a:gd name="connsiteX74" fmla="*/ 89136 w 434780"/>
                <a:gd name="connsiteY74" fmla="*/ 310662 h 475128"/>
                <a:gd name="connsiteX75" fmla="*/ 90441 w 434780"/>
                <a:gd name="connsiteY75" fmla="*/ 321560 h 475128"/>
                <a:gd name="connsiteX76" fmla="*/ 90441 w 434780"/>
                <a:gd name="connsiteY76" fmla="*/ 321568 h 475128"/>
                <a:gd name="connsiteX77" fmla="*/ 91672 w 434780"/>
                <a:gd name="connsiteY77" fmla="*/ 339928 h 475128"/>
                <a:gd name="connsiteX78" fmla="*/ 91710 w 434780"/>
                <a:gd name="connsiteY78" fmla="*/ 354920 h 475128"/>
                <a:gd name="connsiteX79" fmla="*/ 91492 w 434780"/>
                <a:gd name="connsiteY79" fmla="*/ 369875 h 475128"/>
                <a:gd name="connsiteX80" fmla="*/ 91269 w 434780"/>
                <a:gd name="connsiteY80" fmla="*/ 386928 h 475128"/>
                <a:gd name="connsiteX81" fmla="*/ 91258 w 434780"/>
                <a:gd name="connsiteY81" fmla="*/ 387800 h 475128"/>
                <a:gd name="connsiteX82" fmla="*/ 48718 w 434780"/>
                <a:gd name="connsiteY82" fmla="*/ 387800 h 475128"/>
                <a:gd name="connsiteX83" fmla="*/ 48409 w 434780"/>
                <a:gd name="connsiteY83" fmla="*/ 374105 h 475128"/>
                <a:gd name="connsiteX84" fmla="*/ 48334 w 434780"/>
                <a:gd name="connsiteY84" fmla="*/ 359062 h 475128"/>
                <a:gd name="connsiteX85" fmla="*/ 48219 w 434780"/>
                <a:gd name="connsiteY85" fmla="*/ 346630 h 475128"/>
                <a:gd name="connsiteX86" fmla="*/ 46385 w 434780"/>
                <a:gd name="connsiteY86" fmla="*/ 321481 h 475128"/>
                <a:gd name="connsiteX87" fmla="*/ 44008 w 434780"/>
                <a:gd name="connsiteY87" fmla="*/ 314269 h 475128"/>
                <a:gd name="connsiteX88" fmla="*/ 41052 w 434780"/>
                <a:gd name="connsiteY88" fmla="*/ 305295 h 475128"/>
                <a:gd name="connsiteX89" fmla="*/ 27787 w 434780"/>
                <a:gd name="connsiteY89" fmla="*/ 280326 h 475128"/>
                <a:gd name="connsiteX90" fmla="*/ 1598 w 434780"/>
                <a:gd name="connsiteY90" fmla="*/ 206634 h 475128"/>
                <a:gd name="connsiteX91" fmla="*/ 0 w 434780"/>
                <a:gd name="connsiteY91" fmla="*/ 153871 h 475128"/>
                <a:gd name="connsiteX92" fmla="*/ 18894 w 434780"/>
                <a:gd name="connsiteY92" fmla="*/ 95817 h 475128"/>
                <a:gd name="connsiteX93" fmla="*/ 36496 w 434780"/>
                <a:gd name="connsiteY93" fmla="*/ 68168 h 475128"/>
                <a:gd name="connsiteX94" fmla="*/ 61966 w 434780"/>
                <a:gd name="connsiteY94" fmla="*/ 45591 h 475128"/>
                <a:gd name="connsiteX95" fmla="*/ 64796 w 434780"/>
                <a:gd name="connsiteY95" fmla="*/ 43250 h 475128"/>
                <a:gd name="connsiteX96" fmla="*/ 105453 w 434780"/>
                <a:gd name="connsiteY96" fmla="*/ 18738 h 475128"/>
                <a:gd name="connsiteX97" fmla="*/ 149656 w 434780"/>
                <a:gd name="connsiteY97" fmla="*/ 4200 h 475128"/>
                <a:gd name="connsiteX98" fmla="*/ 204592 w 434780"/>
                <a:gd name="connsiteY98" fmla="*/ 475 h 47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34780" h="475128">
                  <a:moveTo>
                    <a:pt x="172245" y="136996"/>
                  </a:moveTo>
                  <a:cubicBezTo>
                    <a:pt x="158966" y="137205"/>
                    <a:pt x="147523" y="142484"/>
                    <a:pt x="139220" y="153240"/>
                  </a:cubicBezTo>
                  <a:cubicBezTo>
                    <a:pt x="131243" y="163574"/>
                    <a:pt x="128124" y="174904"/>
                    <a:pt x="132858" y="187715"/>
                  </a:cubicBezTo>
                  <a:cubicBezTo>
                    <a:pt x="137208" y="199486"/>
                    <a:pt x="144945" y="207920"/>
                    <a:pt x="158478" y="213541"/>
                  </a:cubicBezTo>
                  <a:cubicBezTo>
                    <a:pt x="165275" y="215226"/>
                    <a:pt x="172155" y="215819"/>
                    <a:pt x="179169" y="215679"/>
                  </a:cubicBezTo>
                  <a:cubicBezTo>
                    <a:pt x="189431" y="215474"/>
                    <a:pt x="199707" y="215391"/>
                    <a:pt x="209963" y="215710"/>
                  </a:cubicBezTo>
                  <a:cubicBezTo>
                    <a:pt x="216714" y="215920"/>
                    <a:pt x="222959" y="214405"/>
                    <a:pt x="229057" y="211868"/>
                  </a:cubicBezTo>
                  <a:cubicBezTo>
                    <a:pt x="251194" y="202660"/>
                    <a:pt x="259344" y="175332"/>
                    <a:pt x="246174" y="155139"/>
                  </a:cubicBezTo>
                  <a:cubicBezTo>
                    <a:pt x="239939" y="145579"/>
                    <a:pt x="231108" y="140476"/>
                    <a:pt x="220112" y="138493"/>
                  </a:cubicBezTo>
                  <a:cubicBezTo>
                    <a:pt x="204227" y="135628"/>
                    <a:pt x="188197" y="136745"/>
                    <a:pt x="172245" y="136996"/>
                  </a:cubicBezTo>
                  <a:close/>
                  <a:moveTo>
                    <a:pt x="166026" y="99940"/>
                  </a:moveTo>
                  <a:cubicBezTo>
                    <a:pt x="183686" y="99827"/>
                    <a:pt x="201363" y="99441"/>
                    <a:pt x="219002" y="100049"/>
                  </a:cubicBezTo>
                  <a:cubicBezTo>
                    <a:pt x="236791" y="100663"/>
                    <a:pt x="252336" y="107587"/>
                    <a:pt x="265585" y="119535"/>
                  </a:cubicBezTo>
                  <a:cubicBezTo>
                    <a:pt x="282388" y="134688"/>
                    <a:pt x="290625" y="153863"/>
                    <a:pt x="290757" y="176200"/>
                  </a:cubicBezTo>
                  <a:cubicBezTo>
                    <a:pt x="290877" y="196611"/>
                    <a:pt x="284280" y="214491"/>
                    <a:pt x="269113" y="229116"/>
                  </a:cubicBezTo>
                  <a:cubicBezTo>
                    <a:pt x="260412" y="237504"/>
                    <a:pt x="251622" y="245113"/>
                    <a:pt x="239847" y="248711"/>
                  </a:cubicBezTo>
                  <a:cubicBezTo>
                    <a:pt x="233196" y="250743"/>
                    <a:pt x="226589" y="252703"/>
                    <a:pt x="219543" y="252689"/>
                  </a:cubicBezTo>
                  <a:cubicBezTo>
                    <a:pt x="201061" y="252650"/>
                    <a:pt x="182577" y="252816"/>
                    <a:pt x="164099" y="252580"/>
                  </a:cubicBezTo>
                  <a:cubicBezTo>
                    <a:pt x="159254" y="252518"/>
                    <a:pt x="154424" y="251285"/>
                    <a:pt x="148615" y="250254"/>
                  </a:cubicBezTo>
                  <a:cubicBezTo>
                    <a:pt x="141560" y="246924"/>
                    <a:pt x="134871" y="245915"/>
                    <a:pt x="128845" y="242010"/>
                  </a:cubicBezTo>
                  <a:cubicBezTo>
                    <a:pt x="121127" y="237009"/>
                    <a:pt x="114987" y="230744"/>
                    <a:pt x="109276" y="224011"/>
                  </a:cubicBezTo>
                  <a:cubicBezTo>
                    <a:pt x="98019" y="210740"/>
                    <a:pt x="93850" y="195119"/>
                    <a:pt x="93505" y="177664"/>
                  </a:cubicBezTo>
                  <a:cubicBezTo>
                    <a:pt x="93147" y="159535"/>
                    <a:pt x="98509" y="143996"/>
                    <a:pt x="108845" y="129547"/>
                  </a:cubicBezTo>
                  <a:cubicBezTo>
                    <a:pt x="111405" y="125967"/>
                    <a:pt x="112461" y="121194"/>
                    <a:pt x="116422" y="118682"/>
                  </a:cubicBezTo>
                  <a:cubicBezTo>
                    <a:pt x="131653" y="109026"/>
                    <a:pt x="147214" y="100061"/>
                    <a:pt x="166026" y="99940"/>
                  </a:cubicBezTo>
                  <a:close/>
                  <a:moveTo>
                    <a:pt x="204592" y="475"/>
                  </a:moveTo>
                  <a:cubicBezTo>
                    <a:pt x="229388" y="2334"/>
                    <a:pt x="254251" y="4211"/>
                    <a:pt x="278313" y="11492"/>
                  </a:cubicBezTo>
                  <a:cubicBezTo>
                    <a:pt x="300489" y="18203"/>
                    <a:pt x="320846" y="27969"/>
                    <a:pt x="339344" y="42260"/>
                  </a:cubicBezTo>
                  <a:cubicBezTo>
                    <a:pt x="362431" y="60097"/>
                    <a:pt x="378211" y="83042"/>
                    <a:pt x="389386" y="109385"/>
                  </a:cubicBezTo>
                  <a:cubicBezTo>
                    <a:pt x="392847" y="117545"/>
                    <a:pt x="394895" y="126622"/>
                    <a:pt x="395849" y="135466"/>
                  </a:cubicBezTo>
                  <a:cubicBezTo>
                    <a:pt x="397996" y="155384"/>
                    <a:pt x="400382" y="175361"/>
                    <a:pt x="399395" y="195464"/>
                  </a:cubicBezTo>
                  <a:cubicBezTo>
                    <a:pt x="399056" y="202379"/>
                    <a:pt x="401031" y="208318"/>
                    <a:pt x="404525" y="214047"/>
                  </a:cubicBezTo>
                  <a:cubicBezTo>
                    <a:pt x="411349" y="225232"/>
                    <a:pt x="418287" y="236355"/>
                    <a:pt x="424783" y="247729"/>
                  </a:cubicBezTo>
                  <a:cubicBezTo>
                    <a:pt x="430939" y="258506"/>
                    <a:pt x="435302" y="269776"/>
                    <a:pt x="434730" y="282706"/>
                  </a:cubicBezTo>
                  <a:cubicBezTo>
                    <a:pt x="434080" y="297390"/>
                    <a:pt x="426835" y="307617"/>
                    <a:pt x="412759" y="311369"/>
                  </a:cubicBezTo>
                  <a:cubicBezTo>
                    <a:pt x="404058" y="313689"/>
                    <a:pt x="395317" y="315903"/>
                    <a:pt x="386132" y="315085"/>
                  </a:cubicBezTo>
                  <a:cubicBezTo>
                    <a:pt x="383351" y="314837"/>
                    <a:pt x="380513" y="315223"/>
                    <a:pt x="376877" y="315346"/>
                  </a:cubicBezTo>
                  <a:cubicBezTo>
                    <a:pt x="376477" y="318964"/>
                    <a:pt x="375846" y="322069"/>
                    <a:pt x="375835" y="325177"/>
                  </a:cubicBezTo>
                  <a:cubicBezTo>
                    <a:pt x="375751" y="349006"/>
                    <a:pt x="374873" y="372881"/>
                    <a:pt x="376045" y="396652"/>
                  </a:cubicBezTo>
                  <a:cubicBezTo>
                    <a:pt x="377224" y="420585"/>
                    <a:pt x="359389" y="440799"/>
                    <a:pt x="339474" y="446154"/>
                  </a:cubicBezTo>
                  <a:cubicBezTo>
                    <a:pt x="330834" y="448476"/>
                    <a:pt x="321867" y="450239"/>
                    <a:pt x="312964" y="450737"/>
                  </a:cubicBezTo>
                  <a:cubicBezTo>
                    <a:pt x="303631" y="451258"/>
                    <a:pt x="294154" y="451954"/>
                    <a:pt x="284766" y="449724"/>
                  </a:cubicBezTo>
                  <a:cubicBezTo>
                    <a:pt x="280863" y="448797"/>
                    <a:pt x="276588" y="449325"/>
                    <a:pt x="272484" y="449377"/>
                  </a:cubicBezTo>
                  <a:cubicBezTo>
                    <a:pt x="262803" y="449503"/>
                    <a:pt x="261455" y="450504"/>
                    <a:pt x="258992" y="460028"/>
                  </a:cubicBezTo>
                  <a:cubicBezTo>
                    <a:pt x="257785" y="464692"/>
                    <a:pt x="257032" y="469474"/>
                    <a:pt x="256135" y="473901"/>
                  </a:cubicBezTo>
                  <a:cubicBezTo>
                    <a:pt x="244477" y="475627"/>
                    <a:pt x="224490" y="475509"/>
                    <a:pt x="214528" y="473700"/>
                  </a:cubicBezTo>
                  <a:cubicBezTo>
                    <a:pt x="212913" y="466559"/>
                    <a:pt x="213854" y="459390"/>
                    <a:pt x="215290" y="452144"/>
                  </a:cubicBezTo>
                  <a:cubicBezTo>
                    <a:pt x="218342" y="436748"/>
                    <a:pt x="225095" y="423614"/>
                    <a:pt x="237377" y="413456"/>
                  </a:cubicBezTo>
                  <a:cubicBezTo>
                    <a:pt x="244022" y="407959"/>
                    <a:pt x="251756" y="405476"/>
                    <a:pt x="260006" y="405133"/>
                  </a:cubicBezTo>
                  <a:cubicBezTo>
                    <a:pt x="267735" y="404812"/>
                    <a:pt x="275481" y="405163"/>
                    <a:pt x="283294" y="406023"/>
                  </a:cubicBezTo>
                  <a:cubicBezTo>
                    <a:pt x="294657" y="407274"/>
                    <a:pt x="306248" y="406588"/>
                    <a:pt x="317738" y="406444"/>
                  </a:cubicBezTo>
                  <a:cubicBezTo>
                    <a:pt x="320103" y="406415"/>
                    <a:pt x="322468" y="405185"/>
                    <a:pt x="324806" y="404426"/>
                  </a:cubicBezTo>
                  <a:cubicBezTo>
                    <a:pt x="330127" y="402700"/>
                    <a:pt x="332772" y="398929"/>
                    <a:pt x="333041" y="393415"/>
                  </a:cubicBezTo>
                  <a:cubicBezTo>
                    <a:pt x="333101" y="392184"/>
                    <a:pt x="333091" y="390950"/>
                    <a:pt x="333091" y="389717"/>
                  </a:cubicBezTo>
                  <a:cubicBezTo>
                    <a:pt x="333094" y="363834"/>
                    <a:pt x="333137" y="337951"/>
                    <a:pt x="333039" y="312067"/>
                  </a:cubicBezTo>
                  <a:cubicBezTo>
                    <a:pt x="333027" y="308825"/>
                    <a:pt x="332368" y="305571"/>
                    <a:pt x="331841" y="302350"/>
                  </a:cubicBezTo>
                  <a:cubicBezTo>
                    <a:pt x="330962" y="296976"/>
                    <a:pt x="331291" y="291757"/>
                    <a:pt x="333098" y="286586"/>
                  </a:cubicBezTo>
                  <a:cubicBezTo>
                    <a:pt x="336946" y="275575"/>
                    <a:pt x="346159" y="270234"/>
                    <a:pt x="357996" y="272060"/>
                  </a:cubicBezTo>
                  <a:cubicBezTo>
                    <a:pt x="366549" y="273379"/>
                    <a:pt x="375130" y="272921"/>
                    <a:pt x="384466" y="272156"/>
                  </a:cubicBezTo>
                  <a:cubicBezTo>
                    <a:pt x="384344" y="269995"/>
                    <a:pt x="384847" y="267792"/>
                    <a:pt x="384030" y="266324"/>
                  </a:cubicBezTo>
                  <a:cubicBezTo>
                    <a:pt x="379481" y="258156"/>
                    <a:pt x="374564" y="250194"/>
                    <a:pt x="369864" y="242107"/>
                  </a:cubicBezTo>
                  <a:cubicBezTo>
                    <a:pt x="363672" y="231451"/>
                    <a:pt x="358041" y="220530"/>
                    <a:pt x="356239" y="208136"/>
                  </a:cubicBezTo>
                  <a:cubicBezTo>
                    <a:pt x="355594" y="203706"/>
                    <a:pt x="355186" y="199187"/>
                    <a:pt x="355255" y="194718"/>
                  </a:cubicBezTo>
                  <a:cubicBezTo>
                    <a:pt x="355531" y="177081"/>
                    <a:pt x="354079" y="159597"/>
                    <a:pt x="352317" y="142050"/>
                  </a:cubicBezTo>
                  <a:cubicBezTo>
                    <a:pt x="350679" y="125747"/>
                    <a:pt x="343101" y="112549"/>
                    <a:pt x="333600" y="100257"/>
                  </a:cubicBezTo>
                  <a:cubicBezTo>
                    <a:pt x="326475" y="91040"/>
                    <a:pt x="317397" y="83576"/>
                    <a:pt x="308573" y="75842"/>
                  </a:cubicBezTo>
                  <a:cubicBezTo>
                    <a:pt x="292846" y="62055"/>
                    <a:pt x="274028" y="55796"/>
                    <a:pt x="254584" y="50839"/>
                  </a:cubicBezTo>
                  <a:cubicBezTo>
                    <a:pt x="228163" y="44104"/>
                    <a:pt x="201075" y="43704"/>
                    <a:pt x="174051" y="44843"/>
                  </a:cubicBezTo>
                  <a:cubicBezTo>
                    <a:pt x="159278" y="45466"/>
                    <a:pt x="145143" y="50003"/>
                    <a:pt x="131416" y="55534"/>
                  </a:cubicBezTo>
                  <a:cubicBezTo>
                    <a:pt x="118054" y="60918"/>
                    <a:pt x="105263" y="67686"/>
                    <a:pt x="94018" y="76453"/>
                  </a:cubicBezTo>
                  <a:cubicBezTo>
                    <a:pt x="71245" y="94208"/>
                    <a:pt x="53635" y="115994"/>
                    <a:pt x="46789" y="144956"/>
                  </a:cubicBezTo>
                  <a:cubicBezTo>
                    <a:pt x="43770" y="157730"/>
                    <a:pt x="41399" y="170658"/>
                    <a:pt x="42557" y="183794"/>
                  </a:cubicBezTo>
                  <a:cubicBezTo>
                    <a:pt x="44218" y="202624"/>
                    <a:pt x="48405" y="220969"/>
                    <a:pt x="56594" y="238107"/>
                  </a:cubicBezTo>
                  <a:cubicBezTo>
                    <a:pt x="62066" y="249561"/>
                    <a:pt x="68385" y="260608"/>
                    <a:pt x="74213" y="271894"/>
                  </a:cubicBezTo>
                  <a:cubicBezTo>
                    <a:pt x="80600" y="284265"/>
                    <a:pt x="87306" y="296532"/>
                    <a:pt x="89136" y="310662"/>
                  </a:cubicBezTo>
                  <a:cubicBezTo>
                    <a:pt x="89606" y="314290"/>
                    <a:pt x="90143" y="317916"/>
                    <a:pt x="90441" y="321560"/>
                  </a:cubicBezTo>
                  <a:lnTo>
                    <a:pt x="90441" y="321568"/>
                  </a:lnTo>
                  <a:lnTo>
                    <a:pt x="91672" y="339928"/>
                  </a:lnTo>
                  <a:cubicBezTo>
                    <a:pt x="91412" y="346440"/>
                    <a:pt x="91561" y="350680"/>
                    <a:pt x="91710" y="354920"/>
                  </a:cubicBezTo>
                  <a:cubicBezTo>
                    <a:pt x="91360" y="361301"/>
                    <a:pt x="91426" y="365588"/>
                    <a:pt x="91492" y="369875"/>
                  </a:cubicBezTo>
                  <a:cubicBezTo>
                    <a:pt x="91287" y="377001"/>
                    <a:pt x="91278" y="381964"/>
                    <a:pt x="91269" y="386928"/>
                  </a:cubicBezTo>
                  <a:lnTo>
                    <a:pt x="91258" y="387800"/>
                  </a:lnTo>
                  <a:lnTo>
                    <a:pt x="48718" y="387800"/>
                  </a:lnTo>
                  <a:lnTo>
                    <a:pt x="48409" y="374105"/>
                  </a:lnTo>
                  <a:cubicBezTo>
                    <a:pt x="48581" y="367682"/>
                    <a:pt x="48457" y="363372"/>
                    <a:pt x="48334" y="359062"/>
                  </a:cubicBezTo>
                  <a:cubicBezTo>
                    <a:pt x="48621" y="353524"/>
                    <a:pt x="48420" y="350077"/>
                    <a:pt x="48219" y="346630"/>
                  </a:cubicBezTo>
                  <a:cubicBezTo>
                    <a:pt x="47295" y="336998"/>
                    <a:pt x="49209" y="329034"/>
                    <a:pt x="46385" y="321481"/>
                  </a:cubicBezTo>
                  <a:lnTo>
                    <a:pt x="44008" y="314269"/>
                  </a:lnTo>
                  <a:lnTo>
                    <a:pt x="41052" y="305295"/>
                  </a:lnTo>
                  <a:cubicBezTo>
                    <a:pt x="37039" y="296779"/>
                    <a:pt x="32084" y="288714"/>
                    <a:pt x="27787" y="280326"/>
                  </a:cubicBezTo>
                  <a:cubicBezTo>
                    <a:pt x="15805" y="256935"/>
                    <a:pt x="5290" y="233177"/>
                    <a:pt x="1598" y="206634"/>
                  </a:cubicBezTo>
                  <a:cubicBezTo>
                    <a:pt x="-858" y="188971"/>
                    <a:pt x="787" y="171440"/>
                    <a:pt x="0" y="153871"/>
                  </a:cubicBezTo>
                  <a:cubicBezTo>
                    <a:pt x="4131" y="133822"/>
                    <a:pt x="8765" y="114086"/>
                    <a:pt x="18894" y="95817"/>
                  </a:cubicBezTo>
                  <a:cubicBezTo>
                    <a:pt x="24238" y="86176"/>
                    <a:pt x="32206" y="78361"/>
                    <a:pt x="36496" y="68168"/>
                  </a:cubicBezTo>
                  <a:cubicBezTo>
                    <a:pt x="44943" y="60600"/>
                    <a:pt x="50917" y="50253"/>
                    <a:pt x="61966" y="45591"/>
                  </a:cubicBezTo>
                  <a:cubicBezTo>
                    <a:pt x="63047" y="45135"/>
                    <a:pt x="63884" y="44073"/>
                    <a:pt x="64796" y="43250"/>
                  </a:cubicBezTo>
                  <a:cubicBezTo>
                    <a:pt x="76758" y="32447"/>
                    <a:pt x="91034" y="25366"/>
                    <a:pt x="105453" y="18738"/>
                  </a:cubicBezTo>
                  <a:cubicBezTo>
                    <a:pt x="119586" y="12243"/>
                    <a:pt x="134273" y="7052"/>
                    <a:pt x="149656" y="4200"/>
                  </a:cubicBezTo>
                  <a:cubicBezTo>
                    <a:pt x="167821" y="833"/>
                    <a:pt x="186218" y="-904"/>
                    <a:pt x="204592" y="475"/>
                  </a:cubicBezTo>
                  <a:close/>
                </a:path>
              </a:pathLst>
            </a:custGeom>
            <a:solidFill>
              <a:schemeClr val="accent2"/>
            </a:solidFill>
            <a:ln w="1155" cap="flat">
              <a:noFill/>
              <a:prstDash val="solid"/>
              <a:miter/>
            </a:ln>
          </p:spPr>
          <p:txBody>
            <a:bodyPr wrap="square" rtlCol="0" anchor="ctr">
              <a:noAutofit/>
            </a:bodyPr>
            <a:lstStyle/>
            <a:p>
              <a:endParaRPr lang="en-US" dirty="0"/>
            </a:p>
          </p:txBody>
        </p:sp>
        <p:sp>
          <p:nvSpPr>
            <p:cNvPr id="2947" name="Rectangle 2946">
              <a:extLst>
                <a:ext uri="{FF2B5EF4-FFF2-40B4-BE49-F238E27FC236}">
                  <a16:creationId xmlns:a16="http://schemas.microsoft.com/office/drawing/2014/main" id="{475AED6C-9F87-83DE-C788-217601973479}"/>
                </a:ext>
                <a:ext uri="{C183D7F6-B498-43B3-948B-1728B52AA6E4}">
                  <adec:decorative xmlns:adec="http://schemas.microsoft.com/office/drawing/2017/decorative" val="1"/>
                </a:ext>
              </a:extLst>
            </p:cNvPr>
            <p:cNvSpPr/>
            <p:nvPr/>
          </p:nvSpPr>
          <p:spPr>
            <a:xfrm>
              <a:off x="9969966" y="6100774"/>
              <a:ext cx="43749" cy="43832"/>
            </a:xfrm>
            <a:prstGeom prst="rect">
              <a:avLst/>
            </a:prstGeom>
            <a:solidFill>
              <a:schemeClr val="bg1"/>
            </a:solidFill>
            <a:ln w="1155" cap="flat">
              <a:noFill/>
              <a:prstDash val="solid"/>
              <a:miter/>
            </a:ln>
          </p:spPr>
          <p:txBody>
            <a:bodyPr rtlCol="0" anchor="ctr"/>
            <a:lstStyle/>
            <a:p>
              <a:endParaRPr lang="en-US" dirty="0"/>
            </a:p>
          </p:txBody>
        </p:sp>
      </p:grpSp>
      <p:grpSp>
        <p:nvGrpSpPr>
          <p:cNvPr id="79" name="Group 78">
            <a:extLst>
              <a:ext uri="{FF2B5EF4-FFF2-40B4-BE49-F238E27FC236}">
                <a16:creationId xmlns:a16="http://schemas.microsoft.com/office/drawing/2014/main" id="{CF9498FE-C5C5-934E-7E98-4C195DBB0500}"/>
              </a:ext>
              <a:ext uri="{C183D7F6-B498-43B3-948B-1728B52AA6E4}">
                <adec:decorative xmlns:adec="http://schemas.microsoft.com/office/drawing/2017/decorative" val="1"/>
              </a:ext>
            </a:extLst>
          </p:cNvPr>
          <p:cNvGrpSpPr>
            <a:grpSpLocks noChangeAspect="1"/>
          </p:cNvGrpSpPr>
          <p:nvPr/>
        </p:nvGrpSpPr>
        <p:grpSpPr>
          <a:xfrm>
            <a:off x="10886102" y="5824566"/>
            <a:ext cx="233999" cy="320040"/>
            <a:chOff x="10918662" y="5824566"/>
            <a:chExt cx="233999" cy="320040"/>
          </a:xfrm>
          <a:solidFill>
            <a:srgbClr val="FF0000"/>
          </a:solidFill>
        </p:grpSpPr>
        <p:sp>
          <p:nvSpPr>
            <p:cNvPr id="2964" name="Freeform: Shape 2963">
              <a:extLst>
                <a:ext uri="{FF2B5EF4-FFF2-40B4-BE49-F238E27FC236}">
                  <a16:creationId xmlns:a16="http://schemas.microsoft.com/office/drawing/2014/main" id="{C5253FCE-F7A7-4B50-2896-F3A12A23FF09}"/>
                </a:ext>
                <a:ext uri="{C183D7F6-B498-43B3-948B-1728B52AA6E4}">
                  <adec:decorative xmlns:adec="http://schemas.microsoft.com/office/drawing/2017/decorative" val="1"/>
                </a:ext>
              </a:extLst>
            </p:cNvPr>
            <p:cNvSpPr/>
            <p:nvPr/>
          </p:nvSpPr>
          <p:spPr>
            <a:xfrm>
              <a:off x="10926391" y="5824566"/>
              <a:ext cx="226270" cy="320040"/>
            </a:xfrm>
            <a:custGeom>
              <a:avLst/>
              <a:gdLst>
                <a:gd name="connsiteX0" fmla="*/ 194284 w 393986"/>
                <a:gd name="connsiteY0" fmla="*/ 82736 h 557260"/>
                <a:gd name="connsiteX1" fmla="*/ 206010 w 393986"/>
                <a:gd name="connsiteY1" fmla="*/ 84522 h 557260"/>
                <a:gd name="connsiteX2" fmla="*/ 241599 w 393986"/>
                <a:gd name="connsiteY2" fmla="*/ 93129 h 557260"/>
                <a:gd name="connsiteX3" fmla="*/ 280720 w 393986"/>
                <a:gd name="connsiteY3" fmla="*/ 120523 h 557260"/>
                <a:gd name="connsiteX4" fmla="*/ 304160 w 393986"/>
                <a:gd name="connsiteY4" fmla="*/ 158556 h 557260"/>
                <a:gd name="connsiteX5" fmla="*/ 310993 w 393986"/>
                <a:gd name="connsiteY5" fmla="*/ 183455 h 557260"/>
                <a:gd name="connsiteX6" fmla="*/ 311407 w 393986"/>
                <a:gd name="connsiteY6" fmla="*/ 190457 h 557260"/>
                <a:gd name="connsiteX7" fmla="*/ 311417 w 393986"/>
                <a:gd name="connsiteY7" fmla="*/ 203546 h 557260"/>
                <a:gd name="connsiteX8" fmla="*/ 293489 w 393986"/>
                <a:gd name="connsiteY8" fmla="*/ 262861 h 557260"/>
                <a:gd name="connsiteX9" fmla="*/ 267571 w 393986"/>
                <a:gd name="connsiteY9" fmla="*/ 291969 h 557260"/>
                <a:gd name="connsiteX10" fmla="*/ 225941 w 393986"/>
                <a:gd name="connsiteY10" fmla="*/ 312863 h 557260"/>
                <a:gd name="connsiteX11" fmla="*/ 204498 w 393986"/>
                <a:gd name="connsiteY11" fmla="*/ 317076 h 557260"/>
                <a:gd name="connsiteX12" fmla="*/ 193772 w 393986"/>
                <a:gd name="connsiteY12" fmla="*/ 316138 h 557260"/>
                <a:gd name="connsiteX13" fmla="*/ 193834 w 393986"/>
                <a:gd name="connsiteY13" fmla="*/ 277974 h 557260"/>
                <a:gd name="connsiteX14" fmla="*/ 210192 w 393986"/>
                <a:gd name="connsiteY14" fmla="*/ 274670 h 557260"/>
                <a:gd name="connsiteX15" fmla="*/ 228100 w 393986"/>
                <a:gd name="connsiteY15" fmla="*/ 268604 h 557260"/>
                <a:gd name="connsiteX16" fmla="*/ 261722 w 393986"/>
                <a:gd name="connsiteY16" fmla="*/ 236878 h 557260"/>
                <a:gd name="connsiteX17" fmla="*/ 270690 w 393986"/>
                <a:gd name="connsiteY17" fmla="*/ 211633 h 557260"/>
                <a:gd name="connsiteX18" fmla="*/ 260558 w 393986"/>
                <a:gd name="connsiteY18" fmla="*/ 161792 h 557260"/>
                <a:gd name="connsiteX19" fmla="*/ 254383 w 393986"/>
                <a:gd name="connsiteY19" fmla="*/ 152703 h 557260"/>
                <a:gd name="connsiteX20" fmla="*/ 247933 w 393986"/>
                <a:gd name="connsiteY20" fmla="*/ 145082 h 557260"/>
                <a:gd name="connsiteX21" fmla="*/ 219958 w 393986"/>
                <a:gd name="connsiteY21" fmla="*/ 127895 h 557260"/>
                <a:gd name="connsiteX22" fmla="*/ 208391 w 393986"/>
                <a:gd name="connsiteY22" fmla="*/ 125093 h 557260"/>
                <a:gd name="connsiteX23" fmla="*/ 196646 w 393986"/>
                <a:gd name="connsiteY23" fmla="*/ 123033 h 557260"/>
                <a:gd name="connsiteX24" fmla="*/ 193667 w 393986"/>
                <a:gd name="connsiteY24" fmla="*/ 122900 h 557260"/>
                <a:gd name="connsiteX25" fmla="*/ 165820 w 393986"/>
                <a:gd name="connsiteY25" fmla="*/ 129909 h 557260"/>
                <a:gd name="connsiteX26" fmla="*/ 140835 w 393986"/>
                <a:gd name="connsiteY26" fmla="*/ 146340 h 557260"/>
                <a:gd name="connsiteX27" fmla="*/ 123512 w 393986"/>
                <a:gd name="connsiteY27" fmla="*/ 174191 h 557260"/>
                <a:gd name="connsiteX28" fmla="*/ 118999 w 393986"/>
                <a:gd name="connsiteY28" fmla="*/ 196567 h 557260"/>
                <a:gd name="connsiteX29" fmla="*/ 118123 w 393986"/>
                <a:gd name="connsiteY29" fmla="*/ 200164 h 557260"/>
                <a:gd name="connsiteX30" fmla="*/ 79520 w 393986"/>
                <a:gd name="connsiteY30" fmla="*/ 199926 h 557260"/>
                <a:gd name="connsiteX31" fmla="*/ 83912 w 393986"/>
                <a:gd name="connsiteY31" fmla="*/ 163159 h 557260"/>
                <a:gd name="connsiteX32" fmla="*/ 99181 w 393986"/>
                <a:gd name="connsiteY32" fmla="*/ 133095 h 557260"/>
                <a:gd name="connsiteX33" fmla="*/ 124930 w 393986"/>
                <a:gd name="connsiteY33" fmla="*/ 106741 h 557260"/>
                <a:gd name="connsiteX34" fmla="*/ 155387 w 393986"/>
                <a:gd name="connsiteY34" fmla="*/ 90062 h 557260"/>
                <a:gd name="connsiteX35" fmla="*/ 181550 w 393986"/>
                <a:gd name="connsiteY35" fmla="*/ 84521 h 557260"/>
                <a:gd name="connsiteX36" fmla="*/ 194284 w 393986"/>
                <a:gd name="connsiteY36" fmla="*/ 82736 h 557260"/>
                <a:gd name="connsiteX37" fmla="*/ 195142 w 393986"/>
                <a:gd name="connsiteY37" fmla="*/ 0 h 557260"/>
                <a:gd name="connsiteX38" fmla="*/ 201526 w 393986"/>
                <a:gd name="connsiteY38" fmla="*/ 1071 h 557260"/>
                <a:gd name="connsiteX39" fmla="*/ 207368 w 393986"/>
                <a:gd name="connsiteY39" fmla="*/ 2123 h 557260"/>
                <a:gd name="connsiteX40" fmla="*/ 263742 w 393986"/>
                <a:gd name="connsiteY40" fmla="*/ 13269 h 557260"/>
                <a:gd name="connsiteX41" fmla="*/ 298758 w 393986"/>
                <a:gd name="connsiteY41" fmla="*/ 30461 h 557260"/>
                <a:gd name="connsiteX42" fmla="*/ 339790 w 393986"/>
                <a:gd name="connsiteY42" fmla="*/ 63650 h 557260"/>
                <a:gd name="connsiteX43" fmla="*/ 362061 w 393986"/>
                <a:gd name="connsiteY43" fmla="*/ 92953 h 557260"/>
                <a:gd name="connsiteX44" fmla="*/ 375012 w 393986"/>
                <a:gd name="connsiteY44" fmla="*/ 116715 h 557260"/>
                <a:gd name="connsiteX45" fmla="*/ 389256 w 393986"/>
                <a:gd name="connsiteY45" fmla="*/ 159112 h 557260"/>
                <a:gd name="connsiteX46" fmla="*/ 391917 w 393986"/>
                <a:gd name="connsiteY46" fmla="*/ 182871 h 557260"/>
                <a:gd name="connsiteX47" fmla="*/ 393058 w 393986"/>
                <a:gd name="connsiteY47" fmla="*/ 190694 h 557260"/>
                <a:gd name="connsiteX48" fmla="*/ 393185 w 393986"/>
                <a:gd name="connsiteY48" fmla="*/ 206574 h 557260"/>
                <a:gd name="connsiteX49" fmla="*/ 391895 w 393986"/>
                <a:gd name="connsiteY49" fmla="*/ 214381 h 557260"/>
                <a:gd name="connsiteX50" fmla="*/ 388144 w 393986"/>
                <a:gd name="connsiteY50" fmla="*/ 242931 h 557260"/>
                <a:gd name="connsiteX51" fmla="*/ 375542 w 393986"/>
                <a:gd name="connsiteY51" fmla="*/ 281768 h 557260"/>
                <a:gd name="connsiteX52" fmla="*/ 361808 w 393986"/>
                <a:gd name="connsiteY52" fmla="*/ 303768 h 557260"/>
                <a:gd name="connsiteX53" fmla="*/ 340323 w 393986"/>
                <a:gd name="connsiteY53" fmla="*/ 327503 h 557260"/>
                <a:gd name="connsiteX54" fmla="*/ 289757 w 393986"/>
                <a:gd name="connsiteY54" fmla="*/ 378033 h 557260"/>
                <a:gd name="connsiteX55" fmla="*/ 251940 w 393986"/>
                <a:gd name="connsiteY55" fmla="*/ 424459 h 557260"/>
                <a:gd name="connsiteX56" fmla="*/ 243565 w 393986"/>
                <a:gd name="connsiteY56" fmla="*/ 447726 h 557260"/>
                <a:gd name="connsiteX57" fmla="*/ 234703 w 393986"/>
                <a:gd name="connsiteY57" fmla="*/ 483368 h 557260"/>
                <a:gd name="connsiteX58" fmla="*/ 220239 w 393986"/>
                <a:gd name="connsiteY58" fmla="*/ 514163 h 557260"/>
                <a:gd name="connsiteX59" fmla="*/ 195085 w 393986"/>
                <a:gd name="connsiteY59" fmla="*/ 539457 h 557260"/>
                <a:gd name="connsiteX60" fmla="*/ 154666 w 393986"/>
                <a:gd name="connsiteY60" fmla="*/ 555917 h 557260"/>
                <a:gd name="connsiteX61" fmla="*/ 150657 w 393986"/>
                <a:gd name="connsiteY61" fmla="*/ 556101 h 557260"/>
                <a:gd name="connsiteX62" fmla="*/ 144632 w 393986"/>
                <a:gd name="connsiteY62" fmla="*/ 556181 h 557260"/>
                <a:gd name="connsiteX63" fmla="*/ 121149 w 393986"/>
                <a:gd name="connsiteY63" fmla="*/ 556429 h 557260"/>
                <a:gd name="connsiteX64" fmla="*/ 86640 w 393986"/>
                <a:gd name="connsiteY64" fmla="*/ 547387 h 557260"/>
                <a:gd name="connsiteX65" fmla="*/ 45096 w 393986"/>
                <a:gd name="connsiteY65" fmla="*/ 514900 h 557260"/>
                <a:gd name="connsiteX66" fmla="*/ 40581 w 393986"/>
                <a:gd name="connsiteY66" fmla="*/ 508327 h 557260"/>
                <a:gd name="connsiteX67" fmla="*/ 27227 w 393986"/>
                <a:gd name="connsiteY67" fmla="*/ 480316 h 557260"/>
                <a:gd name="connsiteX68" fmla="*/ 23301 w 393986"/>
                <a:gd name="connsiteY68" fmla="*/ 461908 h 557260"/>
                <a:gd name="connsiteX69" fmla="*/ 21732 w 393986"/>
                <a:gd name="connsiteY69" fmla="*/ 440027 h 557260"/>
                <a:gd name="connsiteX70" fmla="*/ 22289 w 393986"/>
                <a:gd name="connsiteY70" fmla="*/ 436607 h 557260"/>
                <a:gd name="connsiteX71" fmla="*/ 44935 w 393986"/>
                <a:gd name="connsiteY71" fmla="*/ 435528 h 557260"/>
                <a:gd name="connsiteX72" fmla="*/ 67306 w 393986"/>
                <a:gd name="connsiteY72" fmla="*/ 435661 h 557260"/>
                <a:gd name="connsiteX73" fmla="*/ 68131 w 393986"/>
                <a:gd name="connsiteY73" fmla="*/ 441027 h 557260"/>
                <a:gd name="connsiteX74" fmla="*/ 74924 w 393986"/>
                <a:gd name="connsiteY74" fmla="*/ 472900 h 557260"/>
                <a:gd name="connsiteX75" fmla="*/ 101399 w 393986"/>
                <a:gd name="connsiteY75" fmla="*/ 501918 h 557260"/>
                <a:gd name="connsiteX76" fmla="*/ 130621 w 393986"/>
                <a:gd name="connsiteY76" fmla="*/ 511530 h 557260"/>
                <a:gd name="connsiteX77" fmla="*/ 136630 w 393986"/>
                <a:gd name="connsiteY77" fmla="*/ 511572 h 557260"/>
                <a:gd name="connsiteX78" fmla="*/ 165843 w 393986"/>
                <a:gd name="connsiteY78" fmla="*/ 502025 h 557260"/>
                <a:gd name="connsiteX79" fmla="*/ 183263 w 393986"/>
                <a:gd name="connsiteY79" fmla="*/ 484443 h 557260"/>
                <a:gd name="connsiteX80" fmla="*/ 196769 w 393986"/>
                <a:gd name="connsiteY80" fmla="*/ 446053 h 557260"/>
                <a:gd name="connsiteX81" fmla="*/ 198337 w 393986"/>
                <a:gd name="connsiteY81" fmla="*/ 433221 h 557260"/>
                <a:gd name="connsiteX82" fmla="*/ 216156 w 393986"/>
                <a:gd name="connsiteY82" fmla="*/ 394436 h 557260"/>
                <a:gd name="connsiteX83" fmla="*/ 229730 w 393986"/>
                <a:gd name="connsiteY83" fmla="*/ 374790 h 557260"/>
                <a:gd name="connsiteX84" fmla="*/ 242613 w 393986"/>
                <a:gd name="connsiteY84" fmla="*/ 359504 h 557260"/>
                <a:gd name="connsiteX85" fmla="*/ 273362 w 393986"/>
                <a:gd name="connsiteY85" fmla="*/ 329063 h 557260"/>
                <a:gd name="connsiteX86" fmla="*/ 309700 w 393986"/>
                <a:gd name="connsiteY86" fmla="*/ 294438 h 557260"/>
                <a:gd name="connsiteX87" fmla="*/ 338055 w 393986"/>
                <a:gd name="connsiteY87" fmla="*/ 248964 h 557260"/>
                <a:gd name="connsiteX88" fmla="*/ 344935 w 393986"/>
                <a:gd name="connsiteY88" fmla="*/ 224008 h 557260"/>
                <a:gd name="connsiteX89" fmla="*/ 345280 w 393986"/>
                <a:gd name="connsiteY89" fmla="*/ 218003 h 557260"/>
                <a:gd name="connsiteX90" fmla="*/ 346530 w 393986"/>
                <a:gd name="connsiteY90" fmla="*/ 208166 h 557260"/>
                <a:gd name="connsiteX91" fmla="*/ 346631 w 393986"/>
                <a:gd name="connsiteY91" fmla="*/ 191260 h 557260"/>
                <a:gd name="connsiteX92" fmla="*/ 345374 w 393986"/>
                <a:gd name="connsiteY92" fmla="*/ 185477 h 557260"/>
                <a:gd name="connsiteX93" fmla="*/ 335569 w 393986"/>
                <a:gd name="connsiteY93" fmla="*/ 143944 h 557260"/>
                <a:gd name="connsiteX94" fmla="*/ 314734 w 393986"/>
                <a:gd name="connsiteY94" fmla="*/ 106532 h 557260"/>
                <a:gd name="connsiteX95" fmla="*/ 309262 w 393986"/>
                <a:gd name="connsiteY95" fmla="*/ 100653 h 557260"/>
                <a:gd name="connsiteX96" fmla="*/ 297202 w 393986"/>
                <a:gd name="connsiteY96" fmla="*/ 88510 h 557260"/>
                <a:gd name="connsiteX97" fmla="*/ 270966 w 393986"/>
                <a:gd name="connsiteY97" fmla="*/ 68665 h 557260"/>
                <a:gd name="connsiteX98" fmla="*/ 230572 w 393986"/>
                <a:gd name="connsiteY98" fmla="*/ 51740 h 557260"/>
                <a:gd name="connsiteX99" fmla="*/ 216100 w 393986"/>
                <a:gd name="connsiteY99" fmla="*/ 48744 h 557260"/>
                <a:gd name="connsiteX100" fmla="*/ 202328 w 393986"/>
                <a:gd name="connsiteY100" fmla="*/ 47453 h 557260"/>
                <a:gd name="connsiteX101" fmla="*/ 187471 w 393986"/>
                <a:gd name="connsiteY101" fmla="*/ 47381 h 557260"/>
                <a:gd name="connsiteX102" fmla="*/ 181676 w 393986"/>
                <a:gd name="connsiteY102" fmla="*/ 48623 h 557260"/>
                <a:gd name="connsiteX103" fmla="*/ 140165 w 393986"/>
                <a:gd name="connsiteY103" fmla="*/ 58324 h 557260"/>
                <a:gd name="connsiteX104" fmla="*/ 102742 w 393986"/>
                <a:gd name="connsiteY104" fmla="*/ 79203 h 557260"/>
                <a:gd name="connsiteX105" fmla="*/ 98306 w 393986"/>
                <a:gd name="connsiteY105" fmla="*/ 83270 h 557260"/>
                <a:gd name="connsiteX106" fmla="*/ 85444 w 393986"/>
                <a:gd name="connsiteY106" fmla="*/ 96034 h 557260"/>
                <a:gd name="connsiteX107" fmla="*/ 64356 w 393986"/>
                <a:gd name="connsiteY107" fmla="*/ 123858 h 557260"/>
                <a:gd name="connsiteX108" fmla="*/ 48303 w 393986"/>
                <a:gd name="connsiteY108" fmla="*/ 163398 h 557260"/>
                <a:gd name="connsiteX109" fmla="*/ 47495 w 393986"/>
                <a:gd name="connsiteY109" fmla="*/ 166709 h 557260"/>
                <a:gd name="connsiteX110" fmla="*/ 0 w 393986"/>
                <a:gd name="connsiteY110" fmla="*/ 166709 h 557260"/>
                <a:gd name="connsiteX111" fmla="*/ 319 w 393986"/>
                <a:gd name="connsiteY111" fmla="*/ 164491 h 557260"/>
                <a:gd name="connsiteX112" fmla="*/ 4711 w 393986"/>
                <a:gd name="connsiteY112" fmla="*/ 145598 h 557260"/>
                <a:gd name="connsiteX113" fmla="*/ 21088 w 393986"/>
                <a:gd name="connsiteY113" fmla="*/ 104952 h 557260"/>
                <a:gd name="connsiteX114" fmla="*/ 42107 w 393986"/>
                <a:gd name="connsiteY114" fmla="*/ 73445 h 557260"/>
                <a:gd name="connsiteX115" fmla="*/ 56781 w 393986"/>
                <a:gd name="connsiteY115" fmla="*/ 57047 h 557260"/>
                <a:gd name="connsiteX116" fmla="*/ 89882 w 393986"/>
                <a:gd name="connsiteY116" fmla="*/ 31469 h 557260"/>
                <a:gd name="connsiteX117" fmla="*/ 129381 w 393986"/>
                <a:gd name="connsiteY117" fmla="*/ 12083 h 557260"/>
                <a:gd name="connsiteX118" fmla="*/ 161066 w 393986"/>
                <a:gd name="connsiteY118" fmla="*/ 3917 h 557260"/>
                <a:gd name="connsiteX119" fmla="*/ 183916 w 393986"/>
                <a:gd name="connsiteY119" fmla="*/ 2125 h 557260"/>
                <a:gd name="connsiteX120" fmla="*/ 188772 w 393986"/>
                <a:gd name="connsiteY120" fmla="*/ 1120 h 557260"/>
                <a:gd name="connsiteX121" fmla="*/ 195142 w 393986"/>
                <a:gd name="connsiteY121" fmla="*/ 0 h 55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93986" h="557260">
                  <a:moveTo>
                    <a:pt x="194284" y="82736"/>
                  </a:moveTo>
                  <a:cubicBezTo>
                    <a:pt x="198191" y="82715"/>
                    <a:pt x="202124" y="84637"/>
                    <a:pt x="206010" y="84522"/>
                  </a:cubicBezTo>
                  <a:cubicBezTo>
                    <a:pt x="218719" y="84145"/>
                    <a:pt x="230316" y="88324"/>
                    <a:pt x="241599" y="93129"/>
                  </a:cubicBezTo>
                  <a:cubicBezTo>
                    <a:pt x="256476" y="99465"/>
                    <a:pt x="269952" y="108175"/>
                    <a:pt x="280720" y="120523"/>
                  </a:cubicBezTo>
                  <a:cubicBezTo>
                    <a:pt x="290633" y="131889"/>
                    <a:pt x="299353" y="143914"/>
                    <a:pt x="304160" y="158556"/>
                  </a:cubicBezTo>
                  <a:cubicBezTo>
                    <a:pt x="306857" y="166769"/>
                    <a:pt x="308804" y="175135"/>
                    <a:pt x="310993" y="183455"/>
                  </a:cubicBezTo>
                  <a:cubicBezTo>
                    <a:pt x="311577" y="185673"/>
                    <a:pt x="311377" y="188116"/>
                    <a:pt x="311407" y="190457"/>
                  </a:cubicBezTo>
                  <a:cubicBezTo>
                    <a:pt x="311463" y="194819"/>
                    <a:pt x="311461" y="199183"/>
                    <a:pt x="311417" y="203546"/>
                  </a:cubicBezTo>
                  <a:cubicBezTo>
                    <a:pt x="311198" y="225056"/>
                    <a:pt x="305144" y="244601"/>
                    <a:pt x="293489" y="262861"/>
                  </a:cubicBezTo>
                  <a:cubicBezTo>
                    <a:pt x="286320" y="274093"/>
                    <a:pt x="277439" y="283602"/>
                    <a:pt x="267571" y="291969"/>
                  </a:cubicBezTo>
                  <a:cubicBezTo>
                    <a:pt x="255569" y="302144"/>
                    <a:pt x="241406" y="309123"/>
                    <a:pt x="225941" y="312863"/>
                  </a:cubicBezTo>
                  <a:cubicBezTo>
                    <a:pt x="218865" y="314575"/>
                    <a:pt x="211699" y="316021"/>
                    <a:pt x="204498" y="317076"/>
                  </a:cubicBezTo>
                  <a:cubicBezTo>
                    <a:pt x="200973" y="317593"/>
                    <a:pt x="197152" y="318055"/>
                    <a:pt x="193772" y="316138"/>
                  </a:cubicBezTo>
                  <a:cubicBezTo>
                    <a:pt x="192525" y="307498"/>
                    <a:pt x="192553" y="286319"/>
                    <a:pt x="193834" y="277974"/>
                  </a:cubicBezTo>
                  <a:cubicBezTo>
                    <a:pt x="199240" y="276910"/>
                    <a:pt x="204811" y="276138"/>
                    <a:pt x="210192" y="274670"/>
                  </a:cubicBezTo>
                  <a:cubicBezTo>
                    <a:pt x="216269" y="273013"/>
                    <a:pt x="222468" y="271334"/>
                    <a:pt x="228100" y="268604"/>
                  </a:cubicBezTo>
                  <a:cubicBezTo>
                    <a:pt x="242549" y="261599"/>
                    <a:pt x="253865" y="251082"/>
                    <a:pt x="261722" y="236878"/>
                  </a:cubicBezTo>
                  <a:cubicBezTo>
                    <a:pt x="266129" y="228911"/>
                    <a:pt x="269624" y="220437"/>
                    <a:pt x="270690" y="211633"/>
                  </a:cubicBezTo>
                  <a:cubicBezTo>
                    <a:pt x="272810" y="194113"/>
                    <a:pt x="270791" y="177006"/>
                    <a:pt x="260558" y="161792"/>
                  </a:cubicBezTo>
                  <a:cubicBezTo>
                    <a:pt x="258513" y="158752"/>
                    <a:pt x="256573" y="155634"/>
                    <a:pt x="254383" y="152703"/>
                  </a:cubicBezTo>
                  <a:cubicBezTo>
                    <a:pt x="252391" y="150038"/>
                    <a:pt x="250385" y="147290"/>
                    <a:pt x="247933" y="145082"/>
                  </a:cubicBezTo>
                  <a:cubicBezTo>
                    <a:pt x="239683" y="137653"/>
                    <a:pt x="230087" y="132251"/>
                    <a:pt x="219958" y="127895"/>
                  </a:cubicBezTo>
                  <a:cubicBezTo>
                    <a:pt x="216356" y="126346"/>
                    <a:pt x="212312" y="125553"/>
                    <a:pt x="208391" y="125093"/>
                  </a:cubicBezTo>
                  <a:cubicBezTo>
                    <a:pt x="204421" y="124627"/>
                    <a:pt x="200386" y="124944"/>
                    <a:pt x="196646" y="123033"/>
                  </a:cubicBezTo>
                  <a:cubicBezTo>
                    <a:pt x="195833" y="122618"/>
                    <a:pt x="194607" y="122670"/>
                    <a:pt x="193667" y="122900"/>
                  </a:cubicBezTo>
                  <a:cubicBezTo>
                    <a:pt x="184377" y="125166"/>
                    <a:pt x="174590" y="125108"/>
                    <a:pt x="165820" y="129909"/>
                  </a:cubicBezTo>
                  <a:cubicBezTo>
                    <a:pt x="157021" y="134726"/>
                    <a:pt x="148067" y="139020"/>
                    <a:pt x="140835" y="146340"/>
                  </a:cubicBezTo>
                  <a:cubicBezTo>
                    <a:pt x="132894" y="154378"/>
                    <a:pt x="127470" y="163824"/>
                    <a:pt x="123512" y="174191"/>
                  </a:cubicBezTo>
                  <a:cubicBezTo>
                    <a:pt x="120779" y="181351"/>
                    <a:pt x="118169" y="188616"/>
                    <a:pt x="118999" y="196567"/>
                  </a:cubicBezTo>
                  <a:cubicBezTo>
                    <a:pt x="119125" y="197772"/>
                    <a:pt x="118409" y="199065"/>
                    <a:pt x="118123" y="200164"/>
                  </a:cubicBezTo>
                  <a:cubicBezTo>
                    <a:pt x="108632" y="201547"/>
                    <a:pt x="87568" y="201429"/>
                    <a:pt x="79520" y="199926"/>
                  </a:cubicBezTo>
                  <a:cubicBezTo>
                    <a:pt x="76983" y="187547"/>
                    <a:pt x="80281" y="175701"/>
                    <a:pt x="83912" y="163159"/>
                  </a:cubicBezTo>
                  <a:cubicBezTo>
                    <a:pt x="87594" y="151837"/>
                    <a:pt x="93128" y="142316"/>
                    <a:pt x="99181" y="133095"/>
                  </a:cubicBezTo>
                  <a:cubicBezTo>
                    <a:pt x="105123" y="124041"/>
                    <a:pt x="115280" y="114942"/>
                    <a:pt x="124930" y="106741"/>
                  </a:cubicBezTo>
                  <a:cubicBezTo>
                    <a:pt x="134048" y="98993"/>
                    <a:pt x="144623" y="94106"/>
                    <a:pt x="155387" y="90062"/>
                  </a:cubicBezTo>
                  <a:cubicBezTo>
                    <a:pt x="163582" y="86984"/>
                    <a:pt x="172354" y="84408"/>
                    <a:pt x="181550" y="84521"/>
                  </a:cubicBezTo>
                  <a:cubicBezTo>
                    <a:pt x="185785" y="84574"/>
                    <a:pt x="190035" y="82760"/>
                    <a:pt x="194284" y="82736"/>
                  </a:cubicBezTo>
                  <a:close/>
                  <a:moveTo>
                    <a:pt x="195142" y="0"/>
                  </a:moveTo>
                  <a:cubicBezTo>
                    <a:pt x="197260" y="2"/>
                    <a:pt x="199380" y="370"/>
                    <a:pt x="201526" y="1071"/>
                  </a:cubicBezTo>
                  <a:cubicBezTo>
                    <a:pt x="203395" y="1682"/>
                    <a:pt x="205429" y="2187"/>
                    <a:pt x="207368" y="2123"/>
                  </a:cubicBezTo>
                  <a:cubicBezTo>
                    <a:pt x="227031" y="1480"/>
                    <a:pt x="245526" y="6839"/>
                    <a:pt x="263742" y="13269"/>
                  </a:cubicBezTo>
                  <a:cubicBezTo>
                    <a:pt x="276048" y="17613"/>
                    <a:pt x="287525" y="23755"/>
                    <a:pt x="298758" y="30461"/>
                  </a:cubicBezTo>
                  <a:cubicBezTo>
                    <a:pt x="314056" y="39595"/>
                    <a:pt x="327953" y="50470"/>
                    <a:pt x="339790" y="63650"/>
                  </a:cubicBezTo>
                  <a:cubicBezTo>
                    <a:pt x="347963" y="72751"/>
                    <a:pt x="356354" y="81856"/>
                    <a:pt x="362061" y="92953"/>
                  </a:cubicBezTo>
                  <a:cubicBezTo>
                    <a:pt x="366185" y="100973"/>
                    <a:pt x="370743" y="108768"/>
                    <a:pt x="375012" y="116715"/>
                  </a:cubicBezTo>
                  <a:cubicBezTo>
                    <a:pt x="382164" y="130030"/>
                    <a:pt x="386452" y="144462"/>
                    <a:pt x="389256" y="159112"/>
                  </a:cubicBezTo>
                  <a:cubicBezTo>
                    <a:pt x="390728" y="166805"/>
                    <a:pt x="392805" y="174724"/>
                    <a:pt x="391917" y="182871"/>
                  </a:cubicBezTo>
                  <a:cubicBezTo>
                    <a:pt x="391641" y="185412"/>
                    <a:pt x="392442" y="188131"/>
                    <a:pt x="393058" y="190694"/>
                  </a:cubicBezTo>
                  <a:cubicBezTo>
                    <a:pt x="394332" y="196000"/>
                    <a:pt x="394217" y="201268"/>
                    <a:pt x="393185" y="206574"/>
                  </a:cubicBezTo>
                  <a:cubicBezTo>
                    <a:pt x="392681" y="209169"/>
                    <a:pt x="391793" y="211799"/>
                    <a:pt x="391895" y="214381"/>
                  </a:cubicBezTo>
                  <a:cubicBezTo>
                    <a:pt x="392280" y="224153"/>
                    <a:pt x="389678" y="233429"/>
                    <a:pt x="388144" y="242931"/>
                  </a:cubicBezTo>
                  <a:cubicBezTo>
                    <a:pt x="385929" y="256641"/>
                    <a:pt x="380374" y="269055"/>
                    <a:pt x="375542" y="281768"/>
                  </a:cubicBezTo>
                  <a:cubicBezTo>
                    <a:pt x="372443" y="289918"/>
                    <a:pt x="366576" y="296546"/>
                    <a:pt x="361808" y="303768"/>
                  </a:cubicBezTo>
                  <a:cubicBezTo>
                    <a:pt x="355859" y="312779"/>
                    <a:pt x="347860" y="319937"/>
                    <a:pt x="340323" y="327503"/>
                  </a:cubicBezTo>
                  <a:cubicBezTo>
                    <a:pt x="323505" y="344385"/>
                    <a:pt x="306716" y="361296"/>
                    <a:pt x="289757" y="378033"/>
                  </a:cubicBezTo>
                  <a:cubicBezTo>
                    <a:pt x="275455" y="392149"/>
                    <a:pt x="262844" y="407613"/>
                    <a:pt x="251940" y="424459"/>
                  </a:cubicBezTo>
                  <a:cubicBezTo>
                    <a:pt x="247373" y="431516"/>
                    <a:pt x="244580" y="439118"/>
                    <a:pt x="243565" y="447726"/>
                  </a:cubicBezTo>
                  <a:cubicBezTo>
                    <a:pt x="242132" y="459892"/>
                    <a:pt x="238595" y="471705"/>
                    <a:pt x="234703" y="483368"/>
                  </a:cubicBezTo>
                  <a:cubicBezTo>
                    <a:pt x="231084" y="494214"/>
                    <a:pt x="225722" y="504280"/>
                    <a:pt x="220239" y="514163"/>
                  </a:cubicBezTo>
                  <a:cubicBezTo>
                    <a:pt x="214355" y="524770"/>
                    <a:pt x="205137" y="532532"/>
                    <a:pt x="195085" y="539457"/>
                  </a:cubicBezTo>
                  <a:cubicBezTo>
                    <a:pt x="182735" y="547965"/>
                    <a:pt x="168818" y="552119"/>
                    <a:pt x="154666" y="555917"/>
                  </a:cubicBezTo>
                  <a:cubicBezTo>
                    <a:pt x="153404" y="556256"/>
                    <a:pt x="151997" y="556083"/>
                    <a:pt x="150657" y="556101"/>
                  </a:cubicBezTo>
                  <a:cubicBezTo>
                    <a:pt x="148644" y="556127"/>
                    <a:pt x="146542" y="555735"/>
                    <a:pt x="144632" y="556181"/>
                  </a:cubicBezTo>
                  <a:cubicBezTo>
                    <a:pt x="136781" y="558017"/>
                    <a:pt x="129102" y="557097"/>
                    <a:pt x="121149" y="556429"/>
                  </a:cubicBezTo>
                  <a:cubicBezTo>
                    <a:pt x="108960" y="555406"/>
                    <a:pt x="97753" y="551821"/>
                    <a:pt x="86640" y="547387"/>
                  </a:cubicBezTo>
                  <a:cubicBezTo>
                    <a:pt x="69651" y="540609"/>
                    <a:pt x="57306" y="527807"/>
                    <a:pt x="45096" y="514900"/>
                  </a:cubicBezTo>
                  <a:cubicBezTo>
                    <a:pt x="43289" y="512991"/>
                    <a:pt x="41855" y="510650"/>
                    <a:pt x="40581" y="508327"/>
                  </a:cubicBezTo>
                  <a:cubicBezTo>
                    <a:pt x="35600" y="499247"/>
                    <a:pt x="30171" y="490359"/>
                    <a:pt x="27227" y="480316"/>
                  </a:cubicBezTo>
                  <a:cubicBezTo>
                    <a:pt x="25456" y="474274"/>
                    <a:pt x="24688" y="467972"/>
                    <a:pt x="23301" y="461908"/>
                  </a:cubicBezTo>
                  <a:cubicBezTo>
                    <a:pt x="21614" y="454530"/>
                    <a:pt x="21944" y="447330"/>
                    <a:pt x="21732" y="440027"/>
                  </a:cubicBezTo>
                  <a:cubicBezTo>
                    <a:pt x="21705" y="439056"/>
                    <a:pt x="22039" y="438074"/>
                    <a:pt x="22289" y="436607"/>
                  </a:cubicBezTo>
                  <a:cubicBezTo>
                    <a:pt x="29683" y="434366"/>
                    <a:pt x="37377" y="435748"/>
                    <a:pt x="44935" y="435528"/>
                  </a:cubicBezTo>
                  <a:cubicBezTo>
                    <a:pt x="52247" y="435315"/>
                    <a:pt x="59573" y="435594"/>
                    <a:pt x="67306" y="435661"/>
                  </a:cubicBezTo>
                  <a:cubicBezTo>
                    <a:pt x="67665" y="437884"/>
                    <a:pt x="68188" y="439466"/>
                    <a:pt x="68131" y="441027"/>
                  </a:cubicBezTo>
                  <a:cubicBezTo>
                    <a:pt x="67721" y="452234"/>
                    <a:pt x="70075" y="462976"/>
                    <a:pt x="74924" y="472900"/>
                  </a:cubicBezTo>
                  <a:cubicBezTo>
                    <a:pt x="80846" y="485024"/>
                    <a:pt x="88989" y="495238"/>
                    <a:pt x="101399" y="501918"/>
                  </a:cubicBezTo>
                  <a:cubicBezTo>
                    <a:pt x="110693" y="506922"/>
                    <a:pt x="120593" y="509245"/>
                    <a:pt x="130621" y="511530"/>
                  </a:cubicBezTo>
                  <a:cubicBezTo>
                    <a:pt x="132537" y="511966"/>
                    <a:pt x="134723" y="512014"/>
                    <a:pt x="136630" y="511572"/>
                  </a:cubicBezTo>
                  <a:cubicBezTo>
                    <a:pt x="146638" y="509254"/>
                    <a:pt x="156887" y="507705"/>
                    <a:pt x="165843" y="502025"/>
                  </a:cubicBezTo>
                  <a:cubicBezTo>
                    <a:pt x="173025" y="497469"/>
                    <a:pt x="179021" y="491844"/>
                    <a:pt x="183263" y="484443"/>
                  </a:cubicBezTo>
                  <a:cubicBezTo>
                    <a:pt x="190119" y="472481"/>
                    <a:pt x="193479" y="459258"/>
                    <a:pt x="196769" y="446053"/>
                  </a:cubicBezTo>
                  <a:cubicBezTo>
                    <a:pt x="197803" y="441904"/>
                    <a:pt x="197586" y="437460"/>
                    <a:pt x="198337" y="433221"/>
                  </a:cubicBezTo>
                  <a:cubicBezTo>
                    <a:pt x="200899" y="418764"/>
                    <a:pt x="207997" y="406346"/>
                    <a:pt x="216156" y="394436"/>
                  </a:cubicBezTo>
                  <a:cubicBezTo>
                    <a:pt x="220655" y="387868"/>
                    <a:pt x="224960" y="381155"/>
                    <a:pt x="229730" y="374790"/>
                  </a:cubicBezTo>
                  <a:cubicBezTo>
                    <a:pt x="233721" y="369463"/>
                    <a:pt x="237990" y="364286"/>
                    <a:pt x="242613" y="359504"/>
                  </a:cubicBezTo>
                  <a:cubicBezTo>
                    <a:pt x="252643" y="349131"/>
                    <a:pt x="262309" y="338247"/>
                    <a:pt x="273362" y="329063"/>
                  </a:cubicBezTo>
                  <a:cubicBezTo>
                    <a:pt x="286306" y="318310"/>
                    <a:pt x="297737" y="306121"/>
                    <a:pt x="309700" y="294438"/>
                  </a:cubicBezTo>
                  <a:cubicBezTo>
                    <a:pt x="322799" y="281646"/>
                    <a:pt x="331876" y="266187"/>
                    <a:pt x="338055" y="248964"/>
                  </a:cubicBezTo>
                  <a:cubicBezTo>
                    <a:pt x="340981" y="240806"/>
                    <a:pt x="342909" y="232397"/>
                    <a:pt x="344935" y="224008"/>
                  </a:cubicBezTo>
                  <a:cubicBezTo>
                    <a:pt x="345399" y="222090"/>
                    <a:pt x="345224" y="220010"/>
                    <a:pt x="345280" y="218003"/>
                  </a:cubicBezTo>
                  <a:cubicBezTo>
                    <a:pt x="345374" y="214672"/>
                    <a:pt x="345998" y="211440"/>
                    <a:pt x="346530" y="208166"/>
                  </a:cubicBezTo>
                  <a:cubicBezTo>
                    <a:pt x="347423" y="202666"/>
                    <a:pt x="346836" y="196903"/>
                    <a:pt x="346631" y="191260"/>
                  </a:cubicBezTo>
                  <a:cubicBezTo>
                    <a:pt x="346561" y="189319"/>
                    <a:pt x="345349" y="187398"/>
                    <a:pt x="345374" y="185477"/>
                  </a:cubicBezTo>
                  <a:cubicBezTo>
                    <a:pt x="345568" y="170798"/>
                    <a:pt x="340234" y="157438"/>
                    <a:pt x="335569" y="143944"/>
                  </a:cubicBezTo>
                  <a:cubicBezTo>
                    <a:pt x="330844" y="130273"/>
                    <a:pt x="322463" y="118561"/>
                    <a:pt x="314734" y="106532"/>
                  </a:cubicBezTo>
                  <a:cubicBezTo>
                    <a:pt x="313309" y="104315"/>
                    <a:pt x="311147" y="102560"/>
                    <a:pt x="309262" y="100653"/>
                  </a:cubicBezTo>
                  <a:cubicBezTo>
                    <a:pt x="305252" y="96595"/>
                    <a:pt x="301035" y="92727"/>
                    <a:pt x="297202" y="88510"/>
                  </a:cubicBezTo>
                  <a:cubicBezTo>
                    <a:pt x="289678" y="80234"/>
                    <a:pt x="280222" y="74654"/>
                    <a:pt x="270966" y="68665"/>
                  </a:cubicBezTo>
                  <a:cubicBezTo>
                    <a:pt x="258467" y="60578"/>
                    <a:pt x="244406" y="56458"/>
                    <a:pt x="230572" y="51740"/>
                  </a:cubicBezTo>
                  <a:cubicBezTo>
                    <a:pt x="226216" y="50254"/>
                    <a:pt x="221531" y="49734"/>
                    <a:pt x="216100" y="48744"/>
                  </a:cubicBezTo>
                  <a:cubicBezTo>
                    <a:pt x="210912" y="48398"/>
                    <a:pt x="206699" y="48569"/>
                    <a:pt x="202328" y="47453"/>
                  </a:cubicBezTo>
                  <a:cubicBezTo>
                    <a:pt x="197667" y="46263"/>
                    <a:pt x="192440" y="47152"/>
                    <a:pt x="187471" y="47381"/>
                  </a:cubicBezTo>
                  <a:cubicBezTo>
                    <a:pt x="185523" y="47471"/>
                    <a:pt x="183603" y="48639"/>
                    <a:pt x="181676" y="48623"/>
                  </a:cubicBezTo>
                  <a:cubicBezTo>
                    <a:pt x="167037" y="48505"/>
                    <a:pt x="153676" y="53692"/>
                    <a:pt x="140165" y="58324"/>
                  </a:cubicBezTo>
                  <a:cubicBezTo>
                    <a:pt x="126431" y="63033"/>
                    <a:pt x="114856" y="71605"/>
                    <a:pt x="102742" y="79203"/>
                  </a:cubicBezTo>
                  <a:cubicBezTo>
                    <a:pt x="101070" y="80251"/>
                    <a:pt x="99733" y="81857"/>
                    <a:pt x="98306" y="83270"/>
                  </a:cubicBezTo>
                  <a:cubicBezTo>
                    <a:pt x="94014" y="87521"/>
                    <a:pt x="89925" y="91996"/>
                    <a:pt x="85444" y="96034"/>
                  </a:cubicBezTo>
                  <a:cubicBezTo>
                    <a:pt x="76619" y="103988"/>
                    <a:pt x="70706" y="114029"/>
                    <a:pt x="64356" y="123858"/>
                  </a:cubicBezTo>
                  <a:cubicBezTo>
                    <a:pt x="56465" y="136071"/>
                    <a:pt x="52527" y="149824"/>
                    <a:pt x="48303" y="163398"/>
                  </a:cubicBezTo>
                  <a:lnTo>
                    <a:pt x="47495" y="166709"/>
                  </a:lnTo>
                  <a:lnTo>
                    <a:pt x="0" y="166709"/>
                  </a:lnTo>
                  <a:lnTo>
                    <a:pt x="319" y="164491"/>
                  </a:lnTo>
                  <a:cubicBezTo>
                    <a:pt x="1479" y="158155"/>
                    <a:pt x="3065" y="151885"/>
                    <a:pt x="4711" y="145598"/>
                  </a:cubicBezTo>
                  <a:cubicBezTo>
                    <a:pt x="8457" y="131298"/>
                    <a:pt x="14268" y="117950"/>
                    <a:pt x="21088" y="104952"/>
                  </a:cubicBezTo>
                  <a:cubicBezTo>
                    <a:pt x="26986" y="93712"/>
                    <a:pt x="33930" y="83249"/>
                    <a:pt x="42107" y="73445"/>
                  </a:cubicBezTo>
                  <a:cubicBezTo>
                    <a:pt x="46823" y="67789"/>
                    <a:pt x="51462" y="62109"/>
                    <a:pt x="56781" y="57047"/>
                  </a:cubicBezTo>
                  <a:cubicBezTo>
                    <a:pt x="66925" y="47392"/>
                    <a:pt x="77911" y="38875"/>
                    <a:pt x="89882" y="31469"/>
                  </a:cubicBezTo>
                  <a:cubicBezTo>
                    <a:pt x="102458" y="23689"/>
                    <a:pt x="115463" y="16792"/>
                    <a:pt x="129381" y="12083"/>
                  </a:cubicBezTo>
                  <a:cubicBezTo>
                    <a:pt x="139656" y="8606"/>
                    <a:pt x="150105" y="5480"/>
                    <a:pt x="161066" y="3917"/>
                  </a:cubicBezTo>
                  <a:cubicBezTo>
                    <a:pt x="168719" y="2826"/>
                    <a:pt x="176270" y="2383"/>
                    <a:pt x="183916" y="2125"/>
                  </a:cubicBezTo>
                  <a:cubicBezTo>
                    <a:pt x="185548" y="2071"/>
                    <a:pt x="187225" y="1670"/>
                    <a:pt x="188772" y="1120"/>
                  </a:cubicBezTo>
                  <a:cubicBezTo>
                    <a:pt x="190908" y="361"/>
                    <a:pt x="193024" y="-2"/>
                    <a:pt x="195142" y="0"/>
                  </a:cubicBezTo>
                  <a:close/>
                </a:path>
              </a:pathLst>
            </a:custGeom>
            <a:solidFill>
              <a:schemeClr val="accent2"/>
            </a:solidFill>
            <a:ln w="1153" cap="flat">
              <a:noFill/>
              <a:prstDash val="solid"/>
              <a:miter/>
            </a:ln>
          </p:spPr>
          <p:txBody>
            <a:bodyPr wrap="square" rtlCol="0" anchor="ctr">
              <a:noAutofit/>
            </a:bodyPr>
            <a:lstStyle/>
            <a:p>
              <a:endParaRPr lang="en-US" dirty="0"/>
            </a:p>
          </p:txBody>
        </p:sp>
        <p:sp>
          <p:nvSpPr>
            <p:cNvPr id="2952" name="Rectangle 2951">
              <a:extLst>
                <a:ext uri="{FF2B5EF4-FFF2-40B4-BE49-F238E27FC236}">
                  <a16:creationId xmlns:a16="http://schemas.microsoft.com/office/drawing/2014/main" id="{1C5A5E1B-4620-363D-56BD-01AEFFA31216}"/>
                </a:ext>
                <a:ext uri="{C183D7F6-B498-43B3-948B-1728B52AA6E4}">
                  <adec:decorative xmlns:adec="http://schemas.microsoft.com/office/drawing/2017/decorative" val="1"/>
                </a:ext>
              </a:extLst>
            </p:cNvPr>
            <p:cNvSpPr/>
            <p:nvPr/>
          </p:nvSpPr>
          <p:spPr>
            <a:xfrm>
              <a:off x="10918662" y="5939504"/>
              <a:ext cx="38130" cy="38164"/>
            </a:xfrm>
            <a:prstGeom prst="rect">
              <a:avLst/>
            </a:prstGeom>
            <a:solidFill>
              <a:schemeClr val="bg1"/>
            </a:solidFill>
            <a:ln w="115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7637339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05179-7C70-F487-C4CE-075ABAC11FA0}"/>
              </a:ext>
            </a:extLst>
          </p:cNvPr>
          <p:cNvSpPr>
            <a:spLocks noGrp="1"/>
          </p:cNvSpPr>
          <p:nvPr>
            <p:ph type="title"/>
          </p:nvPr>
        </p:nvSpPr>
        <p:spPr/>
        <p:txBody>
          <a:bodyPr/>
          <a:lstStyle/>
          <a:p>
            <a:r>
              <a:rPr lang="en-US" dirty="0"/>
              <a:t>Additional Information</a:t>
            </a:r>
          </a:p>
        </p:txBody>
      </p:sp>
      <p:sp>
        <p:nvSpPr>
          <p:cNvPr id="6" name="Rectangle 5">
            <a:extLst>
              <a:ext uri="{FF2B5EF4-FFF2-40B4-BE49-F238E27FC236}">
                <a16:creationId xmlns:a16="http://schemas.microsoft.com/office/drawing/2014/main" id="{27046F87-C23B-3195-B63B-7FAFCD5968D9}"/>
              </a:ext>
            </a:extLst>
          </p:cNvPr>
          <p:cNvSpPr/>
          <p:nvPr/>
        </p:nvSpPr>
        <p:spPr>
          <a:xfrm>
            <a:off x="640080" y="1352550"/>
            <a:ext cx="3383280" cy="22491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0" bIns="137160" rtlCol="0" anchor="ctr"/>
          <a:lstStyle/>
          <a:p>
            <a:pPr>
              <a:spcAft>
                <a:spcPts val="1200"/>
              </a:spcAft>
            </a:pPr>
            <a:r>
              <a:rPr lang="en-US" sz="1600" dirty="0">
                <a:solidFill>
                  <a:schemeClr val="tx1"/>
                </a:solidFill>
              </a:rPr>
              <a:t>Most of the photos in this template can easily be replaced with your own images. Simply delete the current photo in the picture placeholder to reveal the “Click icon to add picture” message and icon and replace with your own image.</a:t>
            </a:r>
          </a:p>
        </p:txBody>
      </p:sp>
      <p:sp>
        <p:nvSpPr>
          <p:cNvPr id="5" name="Rectangle 4">
            <a:extLst>
              <a:ext uri="{FF2B5EF4-FFF2-40B4-BE49-F238E27FC236}">
                <a16:creationId xmlns:a16="http://schemas.microsoft.com/office/drawing/2014/main" id="{3E4DC5B9-6D59-0562-3B9C-8FFDCAD18889}"/>
              </a:ext>
            </a:extLst>
          </p:cNvPr>
          <p:cNvSpPr/>
          <p:nvPr/>
        </p:nvSpPr>
        <p:spPr>
          <a:xfrm>
            <a:off x="640080" y="3967480"/>
            <a:ext cx="3383280" cy="22491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137160" rIns="0" bIns="137160" rtlCol="0" anchor="ctr"/>
          <a:lstStyle/>
          <a:p>
            <a:pPr>
              <a:spcAft>
                <a:spcPts val="1200"/>
              </a:spcAft>
            </a:pPr>
            <a:r>
              <a:rPr lang="en-US" sz="1600" dirty="0">
                <a:solidFill>
                  <a:schemeClr val="tx1"/>
                </a:solidFill>
              </a:rPr>
              <a:t>When editing documents in SharePoint, using the desktop version of PowerPoint instead of the online version will give you more options and control. When you open a presentation online, under the Editing dropdown button, choose “Open in Desktop”. </a:t>
            </a:r>
          </a:p>
        </p:txBody>
      </p:sp>
      <p:cxnSp>
        <p:nvCxnSpPr>
          <p:cNvPr id="9" name="Straight Connector 8">
            <a:extLst>
              <a:ext uri="{FF2B5EF4-FFF2-40B4-BE49-F238E27FC236}">
                <a16:creationId xmlns:a16="http://schemas.microsoft.com/office/drawing/2014/main" id="{BD48FCC6-5532-0E15-637F-6668C85459A7}"/>
              </a:ext>
              <a:ext uri="{C183D7F6-B498-43B3-948B-1728B52AA6E4}">
                <adec:decorative xmlns:adec="http://schemas.microsoft.com/office/drawing/2017/decorative" val="1"/>
              </a:ext>
            </a:extLst>
          </p:cNvPr>
          <p:cNvCxnSpPr>
            <a:cxnSpLocks/>
          </p:cNvCxnSpPr>
          <p:nvPr/>
        </p:nvCxnSpPr>
        <p:spPr>
          <a:xfrm>
            <a:off x="640080" y="3784600"/>
            <a:ext cx="10911840" cy="0"/>
          </a:xfrm>
          <a:prstGeom prst="line">
            <a:avLst/>
          </a:prstGeom>
          <a:ln w="12700">
            <a:solidFill>
              <a:srgbClr val="808080"/>
            </a:solidFill>
          </a:ln>
        </p:spPr>
        <p:style>
          <a:lnRef idx="1">
            <a:schemeClr val="accent1"/>
          </a:lnRef>
          <a:fillRef idx="0">
            <a:schemeClr val="accent1"/>
          </a:fillRef>
          <a:effectRef idx="0">
            <a:schemeClr val="accent1"/>
          </a:effectRef>
          <a:fontRef idx="minor">
            <a:schemeClr val="tx1"/>
          </a:fontRef>
        </p:style>
      </p:cxnSp>
      <p:pic>
        <p:nvPicPr>
          <p:cNvPr id="10" name="Picture 9">
            <a:extLst>
              <a:ext uri="{FF2B5EF4-FFF2-40B4-BE49-F238E27FC236}">
                <a16:creationId xmlns:a16="http://schemas.microsoft.com/office/drawing/2014/main" id="{3B8FEA6A-10CD-868D-3C16-C033BA2E1E69}"/>
              </a:ext>
              <a:ext uri="{C183D7F6-B498-43B3-948B-1728B52AA6E4}">
                <adec:decorative xmlns:adec="http://schemas.microsoft.com/office/drawing/2017/decorative" val="1"/>
              </a:ext>
            </a:extLst>
          </p:cNvPr>
          <p:cNvPicPr>
            <a:picLocks noChangeAspect="1"/>
          </p:cNvPicPr>
          <p:nvPr/>
        </p:nvPicPr>
        <p:blipFill>
          <a:blip r:embed="rId2"/>
          <a:srcRect/>
          <a:stretch/>
        </p:blipFill>
        <p:spPr>
          <a:xfrm>
            <a:off x="4206239" y="1576546"/>
            <a:ext cx="3202093" cy="1801177"/>
          </a:xfrm>
          <a:prstGeom prst="rect">
            <a:avLst/>
          </a:prstGeom>
          <a:ln w="3175">
            <a:solidFill>
              <a:schemeClr val="bg2"/>
            </a:solidFill>
          </a:ln>
        </p:spPr>
      </p:pic>
      <p:pic>
        <p:nvPicPr>
          <p:cNvPr id="23" name="Picture 22">
            <a:extLst>
              <a:ext uri="{FF2B5EF4-FFF2-40B4-BE49-F238E27FC236}">
                <a16:creationId xmlns:a16="http://schemas.microsoft.com/office/drawing/2014/main" id="{1B875788-D732-2C9F-EA05-E893B3E3AF15}"/>
              </a:ext>
              <a:ext uri="{C183D7F6-B498-43B3-948B-1728B52AA6E4}">
                <adec:decorative xmlns:adec="http://schemas.microsoft.com/office/drawing/2017/decorative" val="1"/>
              </a:ext>
            </a:extLst>
          </p:cNvPr>
          <p:cNvPicPr>
            <a:picLocks noChangeAspect="1"/>
          </p:cNvPicPr>
          <p:nvPr/>
        </p:nvPicPr>
        <p:blipFill>
          <a:blip r:embed="rId3"/>
          <a:srcRect/>
          <a:stretch/>
        </p:blipFill>
        <p:spPr>
          <a:xfrm>
            <a:off x="8349827" y="1576546"/>
            <a:ext cx="3202093" cy="1801177"/>
          </a:xfrm>
          <a:prstGeom prst="rect">
            <a:avLst/>
          </a:prstGeom>
          <a:ln w="3175">
            <a:solidFill>
              <a:schemeClr val="bg2"/>
            </a:solidFill>
          </a:ln>
        </p:spPr>
      </p:pic>
      <p:grpSp>
        <p:nvGrpSpPr>
          <p:cNvPr id="31" name="Group 30">
            <a:extLst>
              <a:ext uri="{FF2B5EF4-FFF2-40B4-BE49-F238E27FC236}">
                <a16:creationId xmlns:a16="http://schemas.microsoft.com/office/drawing/2014/main" id="{1524AE2E-B433-5D2A-AA29-C6C2F6BA12E4}"/>
              </a:ext>
              <a:ext uri="{C183D7F6-B498-43B3-948B-1728B52AA6E4}">
                <adec:decorative xmlns:adec="http://schemas.microsoft.com/office/drawing/2017/decorative" val="1"/>
              </a:ext>
            </a:extLst>
          </p:cNvPr>
          <p:cNvGrpSpPr/>
          <p:nvPr/>
        </p:nvGrpSpPr>
        <p:grpSpPr>
          <a:xfrm>
            <a:off x="7680353" y="2278409"/>
            <a:ext cx="397452" cy="397452"/>
            <a:chOff x="10838177" y="3537020"/>
            <a:chExt cx="397452" cy="397452"/>
          </a:xfrm>
        </p:grpSpPr>
        <p:sp>
          <p:nvSpPr>
            <p:cNvPr id="24" name="Rectangle 23">
              <a:extLst>
                <a:ext uri="{FF2B5EF4-FFF2-40B4-BE49-F238E27FC236}">
                  <a16:creationId xmlns:a16="http://schemas.microsoft.com/office/drawing/2014/main" id="{EC58DC15-7BCC-0EA4-386F-AAFED0E5503F}"/>
                </a:ext>
              </a:extLst>
            </p:cNvPr>
            <p:cNvSpPr/>
            <p:nvPr/>
          </p:nvSpPr>
          <p:spPr>
            <a:xfrm>
              <a:off x="10838177" y="3537020"/>
              <a:ext cx="397452" cy="397452"/>
            </a:xfrm>
            <a:prstGeom prst="rect">
              <a:avLst/>
            </a:prstGeom>
            <a:noFill/>
            <a:ln>
              <a:solidFill>
                <a:srgbClr val="AEAEAE"/>
              </a:solid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endParaRPr lang="en-US" sz="1000" dirty="0">
                <a:solidFill>
                  <a:schemeClr val="tx1"/>
                </a:solidFill>
              </a:endParaRPr>
            </a:p>
          </p:txBody>
        </p:sp>
        <p:grpSp>
          <p:nvGrpSpPr>
            <p:cNvPr id="26" name="Group 25">
              <a:extLst>
                <a:ext uri="{FF2B5EF4-FFF2-40B4-BE49-F238E27FC236}">
                  <a16:creationId xmlns:a16="http://schemas.microsoft.com/office/drawing/2014/main" id="{CAE49714-70E7-834F-B461-24FD24E0F4DE}"/>
                </a:ext>
              </a:extLst>
            </p:cNvPr>
            <p:cNvGrpSpPr/>
            <p:nvPr/>
          </p:nvGrpSpPr>
          <p:grpSpPr>
            <a:xfrm>
              <a:off x="10938116" y="3636959"/>
              <a:ext cx="197574" cy="197574"/>
              <a:chOff x="10986661" y="3685504"/>
              <a:chExt cx="100484" cy="100484"/>
            </a:xfrm>
          </p:grpSpPr>
          <p:cxnSp>
            <p:nvCxnSpPr>
              <p:cNvPr id="28" name="Straight Connector 27">
                <a:extLst>
                  <a:ext uri="{FF2B5EF4-FFF2-40B4-BE49-F238E27FC236}">
                    <a16:creationId xmlns:a16="http://schemas.microsoft.com/office/drawing/2014/main" id="{DF24075A-6A55-3DB2-DC9A-D1474F5E8FEB}"/>
                  </a:ext>
                </a:extLst>
              </p:cNvPr>
              <p:cNvCxnSpPr>
                <a:cxnSpLocks/>
              </p:cNvCxnSpPr>
              <p:nvPr/>
            </p:nvCxnSpPr>
            <p:spPr>
              <a:xfrm>
                <a:off x="10986661" y="3685504"/>
                <a:ext cx="100484" cy="100484"/>
              </a:xfrm>
              <a:prstGeom prst="line">
                <a:avLst/>
              </a:prstGeom>
              <a:ln w="12700">
                <a:solidFill>
                  <a:srgbClr val="AEAEAE"/>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233BAFD-7AA9-27A8-9AF1-D63D78606F88}"/>
                  </a:ext>
                </a:extLst>
              </p:cNvPr>
              <p:cNvCxnSpPr>
                <a:cxnSpLocks/>
              </p:cNvCxnSpPr>
              <p:nvPr/>
            </p:nvCxnSpPr>
            <p:spPr>
              <a:xfrm flipH="1">
                <a:off x="10986661" y="3685504"/>
                <a:ext cx="100484" cy="100484"/>
              </a:xfrm>
              <a:prstGeom prst="line">
                <a:avLst/>
              </a:prstGeom>
              <a:ln w="12700">
                <a:solidFill>
                  <a:srgbClr val="AEAEAE"/>
                </a:solidFill>
              </a:ln>
            </p:spPr>
            <p:style>
              <a:lnRef idx="1">
                <a:schemeClr val="accent1"/>
              </a:lnRef>
              <a:fillRef idx="0">
                <a:schemeClr val="accent1"/>
              </a:fillRef>
              <a:effectRef idx="0">
                <a:schemeClr val="accent1"/>
              </a:effectRef>
              <a:fontRef idx="minor">
                <a:schemeClr val="tx1"/>
              </a:fontRef>
            </p:style>
          </p:cxnSp>
        </p:grpSp>
      </p:grpSp>
      <p:cxnSp>
        <p:nvCxnSpPr>
          <p:cNvPr id="39" name="Straight Arrow Connector 38">
            <a:extLst>
              <a:ext uri="{FF2B5EF4-FFF2-40B4-BE49-F238E27FC236}">
                <a16:creationId xmlns:a16="http://schemas.microsoft.com/office/drawing/2014/main" id="{9AFD652A-A2BA-8BC6-D9DA-1AAD17D00286}"/>
              </a:ext>
              <a:ext uri="{C183D7F6-B498-43B3-948B-1728B52AA6E4}">
                <adec:decorative xmlns:adec="http://schemas.microsoft.com/office/drawing/2017/decorative" val="1"/>
              </a:ext>
            </a:extLst>
          </p:cNvPr>
          <p:cNvCxnSpPr>
            <a:cxnSpLocks/>
          </p:cNvCxnSpPr>
          <p:nvPr/>
        </p:nvCxnSpPr>
        <p:spPr>
          <a:xfrm>
            <a:off x="5852160" y="2472070"/>
            <a:ext cx="1697173" cy="0"/>
          </a:xfrm>
          <a:prstGeom prst="straightConnector1">
            <a:avLst/>
          </a:prstGeom>
          <a:ln w="12700">
            <a:solidFill>
              <a:srgbClr val="1E2EB8"/>
            </a:solidFill>
            <a:tailEnd type="arrow"/>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61644593-B4C7-F30E-BAE5-C56E15E11250}"/>
              </a:ext>
              <a:ext uri="{C183D7F6-B498-43B3-948B-1728B52AA6E4}">
                <adec:decorative xmlns:adec="http://schemas.microsoft.com/office/drawing/2017/decorative" val="1"/>
              </a:ext>
            </a:extLst>
          </p:cNvPr>
          <p:cNvCxnSpPr>
            <a:cxnSpLocks/>
          </p:cNvCxnSpPr>
          <p:nvPr/>
        </p:nvCxnSpPr>
        <p:spPr>
          <a:xfrm>
            <a:off x="8216231" y="2472070"/>
            <a:ext cx="280069" cy="0"/>
          </a:xfrm>
          <a:prstGeom prst="straightConnector1">
            <a:avLst/>
          </a:prstGeom>
          <a:ln w="12700">
            <a:solidFill>
              <a:srgbClr val="1E2EB8"/>
            </a:solidFill>
            <a:tailEnd type="arrow"/>
          </a:ln>
        </p:spPr>
        <p:style>
          <a:lnRef idx="1">
            <a:schemeClr val="accent1"/>
          </a:lnRef>
          <a:fillRef idx="0">
            <a:schemeClr val="accent1"/>
          </a:fillRef>
          <a:effectRef idx="0">
            <a:schemeClr val="accent1"/>
          </a:effectRef>
          <a:fontRef idx="minor">
            <a:schemeClr val="tx1"/>
          </a:fontRef>
        </p:style>
      </p:cxnSp>
      <p:pic>
        <p:nvPicPr>
          <p:cNvPr id="43" name="Picture 42">
            <a:extLst>
              <a:ext uri="{FF2B5EF4-FFF2-40B4-BE49-F238E27FC236}">
                <a16:creationId xmlns:a16="http://schemas.microsoft.com/office/drawing/2014/main" id="{298135BA-9CA8-1A5C-51C8-22F01A9BE97B}"/>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4679184" y="4255627"/>
            <a:ext cx="2743200" cy="1672876"/>
          </a:xfrm>
          <a:prstGeom prst="rect">
            <a:avLst/>
          </a:prstGeom>
        </p:spPr>
      </p:pic>
      <p:sp>
        <p:nvSpPr>
          <p:cNvPr id="44" name="Freeform: Shape 43">
            <a:extLst>
              <a:ext uri="{FF2B5EF4-FFF2-40B4-BE49-F238E27FC236}">
                <a16:creationId xmlns:a16="http://schemas.microsoft.com/office/drawing/2014/main" id="{E0B37498-9CE5-60A5-70F9-0F32D8F0140D}"/>
              </a:ext>
              <a:ext uri="{C183D7F6-B498-43B3-948B-1728B52AA6E4}">
                <adec:decorative xmlns:adec="http://schemas.microsoft.com/office/drawing/2017/decorative" val="1"/>
              </a:ext>
            </a:extLst>
          </p:cNvPr>
          <p:cNvSpPr>
            <a:spLocks noChangeAspect="1"/>
          </p:cNvSpPr>
          <p:nvPr/>
        </p:nvSpPr>
        <p:spPr>
          <a:xfrm flipH="1">
            <a:off x="4206239" y="5581786"/>
            <a:ext cx="372758" cy="274320"/>
          </a:xfrm>
          <a:custGeom>
            <a:avLst/>
            <a:gdLst>
              <a:gd name="connsiteX0" fmla="*/ 2085150 w 2085149"/>
              <a:gd name="connsiteY0" fmla="*/ 767251 h 1534502"/>
              <a:gd name="connsiteX1" fmla="*/ 1949154 w 2085149"/>
              <a:gd name="connsiteY1" fmla="*/ 903247 h 1534502"/>
              <a:gd name="connsiteX2" fmla="*/ 464080 w 2085149"/>
              <a:gd name="connsiteY2" fmla="*/ 903247 h 1534502"/>
              <a:gd name="connsiteX3" fmla="*/ 866627 w 2085149"/>
              <a:gd name="connsiteY3" fmla="*/ 1305795 h 1534502"/>
              <a:gd name="connsiteX4" fmla="*/ 859843 w 2085149"/>
              <a:gd name="connsiteY4" fmla="*/ 1498003 h 1534502"/>
              <a:gd name="connsiteX5" fmla="*/ 674420 w 2085149"/>
              <a:gd name="connsiteY5" fmla="*/ 1498003 h 1534502"/>
              <a:gd name="connsiteX6" fmla="*/ 39772 w 2085149"/>
              <a:gd name="connsiteY6" fmla="*/ 863355 h 1534502"/>
              <a:gd name="connsiteX7" fmla="*/ 39772 w 2085149"/>
              <a:gd name="connsiteY7" fmla="*/ 671148 h 1534502"/>
              <a:gd name="connsiteX8" fmla="*/ 674420 w 2085149"/>
              <a:gd name="connsiteY8" fmla="*/ 36500 h 1534502"/>
              <a:gd name="connsiteX9" fmla="*/ 866627 w 2085149"/>
              <a:gd name="connsiteY9" fmla="*/ 43285 h 1534502"/>
              <a:gd name="connsiteX10" fmla="*/ 866627 w 2085149"/>
              <a:gd name="connsiteY10" fmla="*/ 228708 h 1534502"/>
              <a:gd name="connsiteX11" fmla="*/ 464080 w 2085149"/>
              <a:gd name="connsiteY11" fmla="*/ 631256 h 1534502"/>
              <a:gd name="connsiteX12" fmla="*/ 1949154 w 2085149"/>
              <a:gd name="connsiteY12" fmla="*/ 631256 h 1534502"/>
              <a:gd name="connsiteX13" fmla="*/ 2085150 w 2085149"/>
              <a:gd name="connsiteY13" fmla="*/ 767251 h 153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149" h="1534502">
                <a:moveTo>
                  <a:pt x="2085150" y="767251"/>
                </a:moveTo>
                <a:cubicBezTo>
                  <a:pt x="2085150" y="842360"/>
                  <a:pt x="2024263" y="903247"/>
                  <a:pt x="1949154" y="903247"/>
                </a:cubicBezTo>
                <a:lnTo>
                  <a:pt x="464080" y="903247"/>
                </a:lnTo>
                <a:lnTo>
                  <a:pt x="866627" y="1305795"/>
                </a:lnTo>
                <a:cubicBezTo>
                  <a:pt x="917830" y="1360745"/>
                  <a:pt x="914793" y="1446799"/>
                  <a:pt x="859843" y="1498003"/>
                </a:cubicBezTo>
                <a:cubicBezTo>
                  <a:pt x="807615" y="1546669"/>
                  <a:pt x="726648" y="1546669"/>
                  <a:pt x="674420" y="1498003"/>
                </a:cubicBezTo>
                <a:lnTo>
                  <a:pt x="39772" y="863355"/>
                </a:lnTo>
                <a:cubicBezTo>
                  <a:pt x="-13257" y="810259"/>
                  <a:pt x="-13257" y="724244"/>
                  <a:pt x="39772" y="671148"/>
                </a:cubicBezTo>
                <a:lnTo>
                  <a:pt x="674420" y="36500"/>
                </a:lnTo>
                <a:cubicBezTo>
                  <a:pt x="729370" y="-14703"/>
                  <a:pt x="815424" y="-11665"/>
                  <a:pt x="866627" y="43285"/>
                </a:cubicBezTo>
                <a:cubicBezTo>
                  <a:pt x="915294" y="95513"/>
                  <a:pt x="915294" y="176480"/>
                  <a:pt x="866627" y="228708"/>
                </a:cubicBezTo>
                <a:lnTo>
                  <a:pt x="464080" y="631256"/>
                </a:lnTo>
                <a:lnTo>
                  <a:pt x="1949154" y="631256"/>
                </a:lnTo>
                <a:cubicBezTo>
                  <a:pt x="2024263" y="631256"/>
                  <a:pt x="2085150" y="692143"/>
                  <a:pt x="2085150" y="767251"/>
                </a:cubicBezTo>
                <a:close/>
              </a:path>
            </a:pathLst>
          </a:custGeom>
          <a:solidFill>
            <a:srgbClr val="1E2EB8"/>
          </a:solidFill>
          <a:ln w="45244" cap="flat">
            <a:noFill/>
            <a:prstDash val="solid"/>
            <a:miter/>
          </a:ln>
        </p:spPr>
        <p:txBody>
          <a:bodyPr rtlCol="0" anchor="ctr"/>
          <a:lstStyle/>
          <a:p>
            <a:endParaRPr lang="en-US"/>
          </a:p>
        </p:txBody>
      </p:sp>
    </p:spTree>
    <p:extLst>
      <p:ext uri="{BB962C8B-B14F-4D97-AF65-F5344CB8AC3E}">
        <p14:creationId xmlns:p14="http://schemas.microsoft.com/office/powerpoint/2010/main" val="868944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9FA2A0DD-F92B-351A-15D6-9542734B2C56}"/>
              </a:ext>
            </a:extLst>
          </p:cNvPr>
          <p:cNvSpPr>
            <a:spLocks noGrp="1"/>
          </p:cNvSpPr>
          <p:nvPr>
            <p:ph type="title"/>
          </p:nvPr>
        </p:nvSpPr>
        <p:spPr>
          <a:xfrm>
            <a:off x="639762" y="2229178"/>
            <a:ext cx="10910888" cy="1199822"/>
          </a:xfrm>
        </p:spPr>
        <p:txBody>
          <a:bodyPr/>
          <a:lstStyle/>
          <a:p>
            <a:r>
              <a:rPr lang="en-US" dirty="0"/>
              <a:t>Title and divider slides</a:t>
            </a:r>
          </a:p>
        </p:txBody>
      </p:sp>
    </p:spTree>
    <p:extLst>
      <p:ext uri="{BB962C8B-B14F-4D97-AF65-F5344CB8AC3E}">
        <p14:creationId xmlns:p14="http://schemas.microsoft.com/office/powerpoint/2010/main" val="34076611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5139A39-08BC-4F2F-94A3-F43AAEEFAEB4}"/>
              </a:ext>
            </a:extLst>
          </p:cNvPr>
          <p:cNvSpPr>
            <a:spLocks noGrp="1"/>
          </p:cNvSpPr>
          <p:nvPr>
            <p:ph type="body" sz="quarter" idx="10"/>
          </p:nvPr>
        </p:nvSpPr>
        <p:spPr/>
        <p:txBody>
          <a:bodyPr/>
          <a:lstStyle/>
          <a:p>
            <a:r>
              <a:rPr lang="en-US" dirty="0"/>
              <a:t>Name of Event</a:t>
            </a:r>
          </a:p>
        </p:txBody>
      </p:sp>
      <p:sp>
        <p:nvSpPr>
          <p:cNvPr id="5" name="Title 4">
            <a:extLst>
              <a:ext uri="{FF2B5EF4-FFF2-40B4-BE49-F238E27FC236}">
                <a16:creationId xmlns:a16="http://schemas.microsoft.com/office/drawing/2014/main" id="{679F4BE2-8E4A-4003-B816-9E34781F7E88}"/>
              </a:ext>
            </a:extLst>
          </p:cNvPr>
          <p:cNvSpPr>
            <a:spLocks noGrp="1"/>
          </p:cNvSpPr>
          <p:nvPr>
            <p:ph type="ctrTitle"/>
          </p:nvPr>
        </p:nvSpPr>
        <p:spPr/>
        <p:txBody>
          <a:bodyPr/>
          <a:lstStyle/>
          <a:p>
            <a:r>
              <a:rPr lang="en-US" dirty="0"/>
              <a:t>Sample Title Text</a:t>
            </a:r>
          </a:p>
        </p:txBody>
      </p:sp>
      <p:sp>
        <p:nvSpPr>
          <p:cNvPr id="9" name="Text Placeholder 8">
            <a:extLst>
              <a:ext uri="{FF2B5EF4-FFF2-40B4-BE49-F238E27FC236}">
                <a16:creationId xmlns:a16="http://schemas.microsoft.com/office/drawing/2014/main" id="{ABEAF9F9-E88D-44A4-A1B6-BAA2E532B65E}"/>
              </a:ext>
            </a:extLst>
          </p:cNvPr>
          <p:cNvSpPr>
            <a:spLocks noGrp="1"/>
          </p:cNvSpPr>
          <p:nvPr>
            <p:ph type="subTitle" idx="1"/>
          </p:nvPr>
        </p:nvSpPr>
        <p:spPr/>
        <p:txBody>
          <a:bodyPr/>
          <a:lstStyle/>
          <a:p>
            <a:r>
              <a:rPr lang="en-US" dirty="0"/>
              <a:t>Speaker Name </a:t>
            </a:r>
            <a:br>
              <a:rPr lang="en-US" dirty="0"/>
            </a:br>
            <a:r>
              <a:rPr lang="en-US" dirty="0"/>
              <a:t>Title Goes Here</a:t>
            </a:r>
          </a:p>
        </p:txBody>
      </p:sp>
    </p:spTree>
    <p:extLst>
      <p:ext uri="{BB962C8B-B14F-4D97-AF65-F5344CB8AC3E}">
        <p14:creationId xmlns:p14="http://schemas.microsoft.com/office/powerpoint/2010/main" val="10722233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5139A39-08BC-4F2F-94A3-F43AAEEFAEB4}"/>
              </a:ext>
            </a:extLst>
          </p:cNvPr>
          <p:cNvSpPr>
            <a:spLocks noGrp="1"/>
          </p:cNvSpPr>
          <p:nvPr>
            <p:ph type="body" sz="quarter" idx="10"/>
          </p:nvPr>
        </p:nvSpPr>
        <p:spPr>
          <a:xfrm>
            <a:off x="1542538" y="991979"/>
            <a:ext cx="9106926" cy="557784"/>
          </a:xfrm>
        </p:spPr>
        <p:txBody>
          <a:bodyPr/>
          <a:lstStyle/>
          <a:p>
            <a:r>
              <a:rPr lang="en-US" dirty="0"/>
              <a:t>Name of Event</a:t>
            </a:r>
          </a:p>
        </p:txBody>
      </p:sp>
      <p:sp>
        <p:nvSpPr>
          <p:cNvPr id="5" name="Title 4">
            <a:extLst>
              <a:ext uri="{FF2B5EF4-FFF2-40B4-BE49-F238E27FC236}">
                <a16:creationId xmlns:a16="http://schemas.microsoft.com/office/drawing/2014/main" id="{679F4BE2-8E4A-4003-B816-9E34781F7E88}"/>
              </a:ext>
            </a:extLst>
          </p:cNvPr>
          <p:cNvSpPr>
            <a:spLocks noGrp="1"/>
          </p:cNvSpPr>
          <p:nvPr>
            <p:ph type="ctrTitle"/>
          </p:nvPr>
        </p:nvSpPr>
        <p:spPr>
          <a:xfrm>
            <a:off x="1542538" y="1635111"/>
            <a:ext cx="9106926" cy="1874852"/>
          </a:xfrm>
        </p:spPr>
        <p:txBody>
          <a:bodyPr/>
          <a:lstStyle/>
          <a:p>
            <a:r>
              <a:rPr lang="en-US" dirty="0"/>
              <a:t>Sample Title Text</a:t>
            </a:r>
          </a:p>
        </p:txBody>
      </p:sp>
      <p:sp>
        <p:nvSpPr>
          <p:cNvPr id="9" name="Text Placeholder 8">
            <a:extLst>
              <a:ext uri="{FF2B5EF4-FFF2-40B4-BE49-F238E27FC236}">
                <a16:creationId xmlns:a16="http://schemas.microsoft.com/office/drawing/2014/main" id="{ABEAF9F9-E88D-44A4-A1B6-BAA2E532B65E}"/>
              </a:ext>
            </a:extLst>
          </p:cNvPr>
          <p:cNvSpPr>
            <a:spLocks noGrp="1"/>
          </p:cNvSpPr>
          <p:nvPr>
            <p:ph type="subTitle" idx="1"/>
          </p:nvPr>
        </p:nvSpPr>
        <p:spPr>
          <a:xfrm>
            <a:off x="1542538" y="3602038"/>
            <a:ext cx="9106926" cy="1655762"/>
          </a:xfrm>
        </p:spPr>
        <p:txBody>
          <a:bodyPr>
            <a:normAutofit/>
          </a:bodyPr>
          <a:lstStyle/>
          <a:p>
            <a:r>
              <a:rPr lang="en-US" dirty="0"/>
              <a:t>Speaker Name </a:t>
            </a:r>
            <a:br>
              <a:rPr lang="en-US" dirty="0"/>
            </a:br>
            <a:r>
              <a:rPr lang="en-US" dirty="0"/>
              <a:t>Title Goes Here</a:t>
            </a:r>
          </a:p>
        </p:txBody>
      </p:sp>
    </p:spTree>
    <p:extLst>
      <p:ext uri="{BB962C8B-B14F-4D97-AF65-F5344CB8AC3E}">
        <p14:creationId xmlns:p14="http://schemas.microsoft.com/office/powerpoint/2010/main" val="3217228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5139A39-08BC-4F2F-94A3-F43AAEEFAEB4}"/>
              </a:ext>
            </a:extLst>
          </p:cNvPr>
          <p:cNvSpPr>
            <a:spLocks noGrp="1"/>
          </p:cNvSpPr>
          <p:nvPr>
            <p:ph type="body" sz="quarter" idx="10"/>
          </p:nvPr>
        </p:nvSpPr>
        <p:spPr>
          <a:xfrm>
            <a:off x="638175" y="991979"/>
            <a:ext cx="6217920" cy="557784"/>
          </a:xfrm>
        </p:spPr>
        <p:txBody>
          <a:bodyPr/>
          <a:lstStyle/>
          <a:p>
            <a:r>
              <a:rPr lang="en-US" dirty="0"/>
              <a:t>Name of Event</a:t>
            </a:r>
          </a:p>
        </p:txBody>
      </p:sp>
      <p:sp>
        <p:nvSpPr>
          <p:cNvPr id="5" name="Title 4">
            <a:extLst>
              <a:ext uri="{FF2B5EF4-FFF2-40B4-BE49-F238E27FC236}">
                <a16:creationId xmlns:a16="http://schemas.microsoft.com/office/drawing/2014/main" id="{679F4BE2-8E4A-4003-B816-9E34781F7E88}"/>
              </a:ext>
            </a:extLst>
          </p:cNvPr>
          <p:cNvSpPr>
            <a:spLocks noGrp="1"/>
          </p:cNvSpPr>
          <p:nvPr>
            <p:ph type="ctrTitle"/>
          </p:nvPr>
        </p:nvSpPr>
        <p:spPr>
          <a:xfrm>
            <a:off x="638175" y="1635111"/>
            <a:ext cx="6217920" cy="1874852"/>
          </a:xfrm>
        </p:spPr>
        <p:txBody>
          <a:bodyPr/>
          <a:lstStyle/>
          <a:p>
            <a:r>
              <a:rPr lang="en-US" dirty="0"/>
              <a:t>Sample Title Text</a:t>
            </a:r>
          </a:p>
        </p:txBody>
      </p:sp>
      <p:sp>
        <p:nvSpPr>
          <p:cNvPr id="9" name="Text Placeholder 8">
            <a:extLst>
              <a:ext uri="{FF2B5EF4-FFF2-40B4-BE49-F238E27FC236}">
                <a16:creationId xmlns:a16="http://schemas.microsoft.com/office/drawing/2014/main" id="{ABEAF9F9-E88D-44A4-A1B6-BAA2E532B65E}"/>
              </a:ext>
            </a:extLst>
          </p:cNvPr>
          <p:cNvSpPr>
            <a:spLocks noGrp="1"/>
          </p:cNvSpPr>
          <p:nvPr>
            <p:ph type="subTitle" idx="1"/>
          </p:nvPr>
        </p:nvSpPr>
        <p:spPr>
          <a:xfrm>
            <a:off x="638175" y="3602038"/>
            <a:ext cx="6217920" cy="1655762"/>
          </a:xfrm>
        </p:spPr>
        <p:txBody>
          <a:bodyPr>
            <a:normAutofit/>
          </a:bodyPr>
          <a:lstStyle/>
          <a:p>
            <a:r>
              <a:rPr lang="en-US" dirty="0"/>
              <a:t>Speaker Name </a:t>
            </a:r>
            <a:br>
              <a:rPr lang="en-US" dirty="0"/>
            </a:br>
            <a:r>
              <a:rPr lang="en-US" dirty="0"/>
              <a:t>Title Goes Here</a:t>
            </a:r>
          </a:p>
        </p:txBody>
      </p:sp>
    </p:spTree>
    <p:extLst>
      <p:ext uri="{BB962C8B-B14F-4D97-AF65-F5344CB8AC3E}">
        <p14:creationId xmlns:p14="http://schemas.microsoft.com/office/powerpoint/2010/main" val="3538515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5139A39-08BC-4F2F-94A3-F43AAEEFAEB4}"/>
              </a:ext>
            </a:extLst>
          </p:cNvPr>
          <p:cNvSpPr>
            <a:spLocks noGrp="1"/>
          </p:cNvSpPr>
          <p:nvPr>
            <p:ph type="body" sz="quarter" idx="10"/>
          </p:nvPr>
        </p:nvSpPr>
        <p:spPr>
          <a:xfrm>
            <a:off x="638174" y="921700"/>
            <a:ext cx="10912475" cy="627700"/>
          </a:xfrm>
        </p:spPr>
        <p:txBody>
          <a:bodyPr/>
          <a:lstStyle/>
          <a:p>
            <a:r>
              <a:rPr lang="en-US" dirty="0"/>
              <a:t>Name of Event</a:t>
            </a:r>
          </a:p>
        </p:txBody>
      </p:sp>
      <p:sp>
        <p:nvSpPr>
          <p:cNvPr id="5" name="Title 4">
            <a:extLst>
              <a:ext uri="{FF2B5EF4-FFF2-40B4-BE49-F238E27FC236}">
                <a16:creationId xmlns:a16="http://schemas.microsoft.com/office/drawing/2014/main" id="{679F4BE2-8E4A-4003-B816-9E34781F7E88}"/>
              </a:ext>
            </a:extLst>
          </p:cNvPr>
          <p:cNvSpPr>
            <a:spLocks noGrp="1"/>
          </p:cNvSpPr>
          <p:nvPr>
            <p:ph type="ctrTitle"/>
          </p:nvPr>
        </p:nvSpPr>
        <p:spPr>
          <a:xfrm>
            <a:off x="638174" y="1641475"/>
            <a:ext cx="10912475" cy="1868488"/>
          </a:xfrm>
        </p:spPr>
        <p:txBody>
          <a:bodyPr/>
          <a:lstStyle/>
          <a:p>
            <a:r>
              <a:rPr lang="en-US" dirty="0"/>
              <a:t>Sample Title Text</a:t>
            </a:r>
          </a:p>
        </p:txBody>
      </p:sp>
      <p:sp>
        <p:nvSpPr>
          <p:cNvPr id="9" name="Text Placeholder 8">
            <a:extLst>
              <a:ext uri="{FF2B5EF4-FFF2-40B4-BE49-F238E27FC236}">
                <a16:creationId xmlns:a16="http://schemas.microsoft.com/office/drawing/2014/main" id="{ABEAF9F9-E88D-44A4-A1B6-BAA2E532B65E}"/>
              </a:ext>
            </a:extLst>
          </p:cNvPr>
          <p:cNvSpPr>
            <a:spLocks noGrp="1"/>
          </p:cNvSpPr>
          <p:nvPr>
            <p:ph type="subTitle" idx="1"/>
          </p:nvPr>
        </p:nvSpPr>
        <p:spPr>
          <a:xfrm>
            <a:off x="638174" y="3602038"/>
            <a:ext cx="10912475" cy="1655762"/>
          </a:xfrm>
        </p:spPr>
        <p:txBody>
          <a:bodyPr>
            <a:normAutofit/>
          </a:bodyPr>
          <a:lstStyle/>
          <a:p>
            <a:r>
              <a:rPr lang="en-US" dirty="0"/>
              <a:t>Speaker Name </a:t>
            </a:r>
            <a:br>
              <a:rPr lang="en-US" dirty="0"/>
            </a:br>
            <a:r>
              <a:rPr lang="en-US" dirty="0"/>
              <a:t>Title Goes Here</a:t>
            </a:r>
          </a:p>
        </p:txBody>
      </p:sp>
    </p:spTree>
    <p:extLst>
      <p:ext uri="{BB962C8B-B14F-4D97-AF65-F5344CB8AC3E}">
        <p14:creationId xmlns:p14="http://schemas.microsoft.com/office/powerpoint/2010/main" val="24848614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67C550-8534-4752-A750-4145E9563059}"/>
              </a:ext>
            </a:extLst>
          </p:cNvPr>
          <p:cNvSpPr>
            <a:spLocks noGrp="1"/>
          </p:cNvSpPr>
          <p:nvPr>
            <p:ph type="title"/>
          </p:nvPr>
        </p:nvSpPr>
        <p:spPr/>
        <p:txBody>
          <a:bodyPr/>
          <a:lstStyle/>
          <a:p>
            <a:r>
              <a:rPr lang="en-US" dirty="0"/>
              <a:t>Section Break Text Goes Here</a:t>
            </a:r>
          </a:p>
        </p:txBody>
      </p:sp>
      <p:sp>
        <p:nvSpPr>
          <p:cNvPr id="9" name="Content Placeholder 8">
            <a:extLst>
              <a:ext uri="{FF2B5EF4-FFF2-40B4-BE49-F238E27FC236}">
                <a16:creationId xmlns:a16="http://schemas.microsoft.com/office/drawing/2014/main" id="{E5293A40-AD51-4281-A953-0D5B5C5DF6B0}"/>
              </a:ext>
            </a:extLst>
          </p:cNvPr>
          <p:cNvSpPr>
            <a:spLocks noGrp="1"/>
          </p:cNvSpPr>
          <p:nvPr>
            <p:ph type="body" sz="quarter" idx="10"/>
          </p:nvPr>
        </p:nvSpPr>
        <p:spPr/>
        <p:txBody>
          <a:bodyPr/>
          <a:lstStyle/>
          <a:p>
            <a:r>
              <a:rPr lang="en-US" dirty="0"/>
              <a:t>Subtitle Text Goes Here</a:t>
            </a:r>
          </a:p>
        </p:txBody>
      </p:sp>
    </p:spTree>
    <p:extLst>
      <p:ext uri="{BB962C8B-B14F-4D97-AF65-F5344CB8AC3E}">
        <p14:creationId xmlns:p14="http://schemas.microsoft.com/office/powerpoint/2010/main" val="20006309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2B11097D-D28D-702A-88A5-8D5948A1D5EC}"/>
              </a:ext>
            </a:extLst>
          </p:cNvPr>
          <p:cNvSpPr>
            <a:spLocks noGrp="1"/>
          </p:cNvSpPr>
          <p:nvPr>
            <p:ph type="title"/>
          </p:nvPr>
        </p:nvSpPr>
        <p:spPr/>
        <p:txBody>
          <a:bodyPr/>
          <a:lstStyle/>
          <a:p>
            <a:r>
              <a:rPr lang="en-US"/>
              <a:t>Section Break Text Goes Here</a:t>
            </a:r>
            <a:endParaRPr lang="en-US" dirty="0"/>
          </a:p>
        </p:txBody>
      </p:sp>
      <p:sp>
        <p:nvSpPr>
          <p:cNvPr id="2" name="Text Placeholder 1">
            <a:extLst>
              <a:ext uri="{FF2B5EF4-FFF2-40B4-BE49-F238E27FC236}">
                <a16:creationId xmlns:a16="http://schemas.microsoft.com/office/drawing/2014/main" id="{5FFBBA81-95B9-E2D3-EB2C-460416AE9158}"/>
              </a:ext>
            </a:extLst>
          </p:cNvPr>
          <p:cNvSpPr>
            <a:spLocks noGrp="1"/>
          </p:cNvSpPr>
          <p:nvPr>
            <p:ph type="body" sz="quarter" idx="10"/>
          </p:nvPr>
        </p:nvSpPr>
        <p:spPr/>
        <p:txBody>
          <a:bodyPr/>
          <a:lstStyle/>
          <a:p>
            <a:r>
              <a:rPr lang="en-US" dirty="0"/>
              <a:t>Subtitle Text Goes Here</a:t>
            </a:r>
          </a:p>
          <a:p>
            <a:endParaRPr lang="en-US" dirty="0"/>
          </a:p>
        </p:txBody>
      </p:sp>
    </p:spTree>
    <p:extLst>
      <p:ext uri="{BB962C8B-B14F-4D97-AF65-F5344CB8AC3E}">
        <p14:creationId xmlns:p14="http://schemas.microsoft.com/office/powerpoint/2010/main" val="27825171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2B11097D-D28D-702A-88A5-8D5948A1D5EC}"/>
              </a:ext>
            </a:extLst>
          </p:cNvPr>
          <p:cNvSpPr>
            <a:spLocks noGrp="1"/>
          </p:cNvSpPr>
          <p:nvPr>
            <p:ph type="title"/>
          </p:nvPr>
        </p:nvSpPr>
        <p:spPr/>
        <p:txBody>
          <a:bodyPr/>
          <a:lstStyle/>
          <a:p>
            <a:r>
              <a:rPr lang="en-US"/>
              <a:t>Section Break Text Goes Here</a:t>
            </a:r>
            <a:endParaRPr lang="en-US" dirty="0"/>
          </a:p>
        </p:txBody>
      </p:sp>
      <p:sp>
        <p:nvSpPr>
          <p:cNvPr id="3" name="Text Placeholder 2">
            <a:extLst>
              <a:ext uri="{FF2B5EF4-FFF2-40B4-BE49-F238E27FC236}">
                <a16:creationId xmlns:a16="http://schemas.microsoft.com/office/drawing/2014/main" id="{CE19AD84-FD2C-A484-2640-2D3261072A83}"/>
              </a:ext>
            </a:extLst>
          </p:cNvPr>
          <p:cNvSpPr>
            <a:spLocks noGrp="1"/>
          </p:cNvSpPr>
          <p:nvPr>
            <p:ph type="body" sz="quarter" idx="10"/>
          </p:nvPr>
        </p:nvSpPr>
        <p:spPr/>
        <p:txBody>
          <a:bodyPr/>
          <a:lstStyle/>
          <a:p>
            <a:r>
              <a:rPr lang="en-US" dirty="0"/>
              <a:t>Subtitle Text Goes Here</a:t>
            </a:r>
          </a:p>
          <a:p>
            <a:endParaRPr lang="en-US" dirty="0"/>
          </a:p>
        </p:txBody>
      </p:sp>
    </p:spTree>
    <p:extLst>
      <p:ext uri="{BB962C8B-B14F-4D97-AF65-F5344CB8AC3E}">
        <p14:creationId xmlns:p14="http://schemas.microsoft.com/office/powerpoint/2010/main" val="3791169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9691E512-174F-4CE4-876B-6EC2FB295500}"/>
              </a:ext>
            </a:extLst>
          </p:cNvPr>
          <p:cNvSpPr>
            <a:spLocks noGrp="1"/>
          </p:cNvSpPr>
          <p:nvPr>
            <p:ph type="title"/>
          </p:nvPr>
        </p:nvSpPr>
        <p:spPr/>
        <p:txBody>
          <a:bodyPr/>
          <a:lstStyle/>
          <a:p>
            <a:r>
              <a:rPr lang="en-US" dirty="0"/>
              <a:t>Title Is </a:t>
            </a:r>
            <a:r>
              <a:rPr lang="en-US" dirty="0" err="1"/>
              <a:t>IntelOne</a:t>
            </a:r>
            <a:r>
              <a:rPr lang="en-US" dirty="0"/>
              <a:t> Display Light</a:t>
            </a:r>
          </a:p>
        </p:txBody>
      </p:sp>
      <p:sp>
        <p:nvSpPr>
          <p:cNvPr id="7" name="Text Placeholder 6">
            <a:extLst>
              <a:ext uri="{FF2B5EF4-FFF2-40B4-BE49-F238E27FC236}">
                <a16:creationId xmlns:a16="http://schemas.microsoft.com/office/drawing/2014/main" id="{B0F41568-89B4-4166-8BC4-506E5671D93C}"/>
              </a:ext>
            </a:extLst>
          </p:cNvPr>
          <p:cNvSpPr>
            <a:spLocks noGrp="1"/>
          </p:cNvSpPr>
          <p:nvPr>
            <p:ph type="body" sz="quarter" idx="10"/>
          </p:nvPr>
        </p:nvSpPr>
        <p:spPr/>
        <p:txBody>
          <a:bodyPr/>
          <a:lstStyle/>
          <a:p>
            <a:r>
              <a:rPr lang="en-US" dirty="0"/>
              <a:t>Title Goes Here and Can Use Two Lines</a:t>
            </a:r>
          </a:p>
        </p:txBody>
      </p:sp>
      <p:sp>
        <p:nvSpPr>
          <p:cNvPr id="4" name="Content Placeholder 3">
            <a:extLst>
              <a:ext uri="{FF2B5EF4-FFF2-40B4-BE49-F238E27FC236}">
                <a16:creationId xmlns:a16="http://schemas.microsoft.com/office/drawing/2014/main" id="{49CFA30F-40D4-4CFB-A571-0180515CF48D}"/>
              </a:ext>
            </a:extLst>
          </p:cNvPr>
          <p:cNvSpPr>
            <a:spLocks noGrp="1"/>
          </p:cNvSpPr>
          <p:nvPr>
            <p:ph sz="quarter" idx="11"/>
          </p:nvPr>
        </p:nvSpPr>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36212977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9515F43A-D868-4672-ACEB-6E387653E950}"/>
              </a:ext>
            </a:extLst>
          </p:cNvPr>
          <p:cNvSpPr>
            <a:spLocks noGrp="1"/>
          </p:cNvSpPr>
          <p:nvPr>
            <p:ph type="title"/>
          </p:nvPr>
        </p:nvSpPr>
        <p:spPr/>
        <p:txBody>
          <a:bodyPr/>
          <a:lstStyle/>
          <a:p>
            <a:r>
              <a:rPr lang="en-US" dirty="0"/>
              <a:t>Title Is </a:t>
            </a:r>
            <a:r>
              <a:rPr lang="en-US" dirty="0" err="1"/>
              <a:t>IntelOne</a:t>
            </a:r>
            <a:r>
              <a:rPr lang="en-US" dirty="0"/>
              <a:t> Display Light</a:t>
            </a:r>
          </a:p>
        </p:txBody>
      </p:sp>
      <p:sp>
        <p:nvSpPr>
          <p:cNvPr id="7" name="Text Placeholder 6">
            <a:extLst>
              <a:ext uri="{FF2B5EF4-FFF2-40B4-BE49-F238E27FC236}">
                <a16:creationId xmlns:a16="http://schemas.microsoft.com/office/drawing/2014/main" id="{A0A3786A-F1B7-4B52-AE7D-047DAB954CB7}"/>
              </a:ext>
            </a:extLst>
          </p:cNvPr>
          <p:cNvSpPr>
            <a:spLocks noGrp="1"/>
          </p:cNvSpPr>
          <p:nvPr>
            <p:ph type="body" sz="quarter" idx="10"/>
          </p:nvPr>
        </p:nvSpPr>
        <p:spPr/>
        <p:txBody>
          <a:bodyPr/>
          <a:lstStyle/>
          <a:p>
            <a:r>
              <a:rPr lang="en-US" dirty="0"/>
              <a:t>Title Goes Here and Can Use Two Lines</a:t>
            </a:r>
          </a:p>
        </p:txBody>
      </p:sp>
      <p:sp>
        <p:nvSpPr>
          <p:cNvPr id="4" name="Content Placeholder 3">
            <a:extLst>
              <a:ext uri="{FF2B5EF4-FFF2-40B4-BE49-F238E27FC236}">
                <a16:creationId xmlns:a16="http://schemas.microsoft.com/office/drawing/2014/main" id="{84A148EF-B285-4600-A087-8DED8E7C6A3A}"/>
              </a:ext>
            </a:extLst>
          </p:cNvPr>
          <p:cNvSpPr>
            <a:spLocks noGrp="1"/>
          </p:cNvSpPr>
          <p:nvPr>
            <p:ph sz="quarter" idx="11"/>
          </p:nvPr>
        </p:nvSpPr>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1238086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38E73F5-D04C-27C6-6ADD-1A392B1C2F6B}"/>
              </a:ext>
            </a:extLst>
          </p:cNvPr>
          <p:cNvSpPr>
            <a:spLocks noGrp="1"/>
          </p:cNvSpPr>
          <p:nvPr>
            <p:ph type="title"/>
          </p:nvPr>
        </p:nvSpPr>
        <p:spPr/>
        <p:txBody>
          <a:bodyPr/>
          <a:lstStyle/>
          <a:p>
            <a:r>
              <a:rPr lang="en-US" dirty="0"/>
              <a:t>Agenda and team cards</a:t>
            </a:r>
          </a:p>
        </p:txBody>
      </p:sp>
    </p:spTree>
    <p:extLst>
      <p:ext uri="{BB962C8B-B14F-4D97-AF65-F5344CB8AC3E}">
        <p14:creationId xmlns:p14="http://schemas.microsoft.com/office/powerpoint/2010/main" val="3821617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0CA8F1-1E88-DC7C-210D-B1B081CA1713}"/>
              </a:ext>
            </a:extLst>
          </p:cNvPr>
          <p:cNvSpPr>
            <a:spLocks noGrp="1"/>
          </p:cNvSpPr>
          <p:nvPr>
            <p:ph type="title"/>
          </p:nvPr>
        </p:nvSpPr>
        <p:spPr>
          <a:xfrm>
            <a:off x="640080" y="2193926"/>
            <a:ext cx="2286000" cy="2285999"/>
          </a:xfrm>
        </p:spPr>
        <p:txBody>
          <a:bodyPr/>
          <a:lstStyle/>
          <a:p>
            <a:r>
              <a:rPr lang="en-US" dirty="0"/>
              <a:t>Agenda</a:t>
            </a:r>
          </a:p>
        </p:txBody>
      </p:sp>
      <p:sp>
        <p:nvSpPr>
          <p:cNvPr id="16" name="Content Placeholder 15">
            <a:extLst>
              <a:ext uri="{FF2B5EF4-FFF2-40B4-BE49-F238E27FC236}">
                <a16:creationId xmlns:a16="http://schemas.microsoft.com/office/drawing/2014/main" id="{1E655FE9-72B1-3FF1-5478-967C31841528}"/>
              </a:ext>
            </a:extLst>
          </p:cNvPr>
          <p:cNvSpPr>
            <a:spLocks noGrp="1"/>
          </p:cNvSpPr>
          <p:nvPr>
            <p:ph idx="1"/>
          </p:nvPr>
        </p:nvSpPr>
        <p:spPr>
          <a:xfrm>
            <a:off x="4011475" y="457200"/>
            <a:ext cx="7321306" cy="5759452"/>
          </a:xfrm>
        </p:spPr>
        <p:txBody>
          <a:bodyPr/>
          <a:lstStyle/>
          <a:p>
            <a:r>
              <a:rPr lang="pt-BR" dirty="0"/>
              <a:t>Agenda Item 1</a:t>
            </a:r>
          </a:p>
          <a:p>
            <a:r>
              <a:rPr lang="pt-BR" dirty="0"/>
              <a:t>Agenda Item 2</a:t>
            </a:r>
          </a:p>
          <a:p>
            <a:pPr lvl="1"/>
            <a:r>
              <a:rPr lang="pt-BR" dirty="0"/>
              <a:t>Agenda Item 2a</a:t>
            </a:r>
          </a:p>
          <a:p>
            <a:pPr lvl="1"/>
            <a:r>
              <a:rPr lang="pt-BR" dirty="0"/>
              <a:t>Agenda Item 2b</a:t>
            </a:r>
          </a:p>
          <a:p>
            <a:r>
              <a:rPr lang="pt-BR" dirty="0"/>
              <a:t>Agenda Item 3</a:t>
            </a:r>
          </a:p>
          <a:p>
            <a:r>
              <a:rPr lang="pt-BR" dirty="0"/>
              <a:t>Agenda Item 4</a:t>
            </a:r>
          </a:p>
          <a:p>
            <a:r>
              <a:rPr lang="pt-BR" dirty="0"/>
              <a:t>Agenda Item 5</a:t>
            </a:r>
          </a:p>
          <a:p>
            <a:r>
              <a:rPr lang="pt-BR" dirty="0"/>
              <a:t>Agenda Item 6</a:t>
            </a:r>
          </a:p>
        </p:txBody>
      </p:sp>
    </p:spTree>
    <p:extLst>
      <p:ext uri="{BB962C8B-B14F-4D97-AF65-F5344CB8AC3E}">
        <p14:creationId xmlns:p14="http://schemas.microsoft.com/office/powerpoint/2010/main" val="20825936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C472381-11F8-81F0-ADDD-4DF0418CE9B5}"/>
              </a:ext>
            </a:extLst>
          </p:cNvPr>
          <p:cNvSpPr>
            <a:spLocks noGrp="1"/>
          </p:cNvSpPr>
          <p:nvPr>
            <p:ph type="title"/>
          </p:nvPr>
        </p:nvSpPr>
        <p:spPr>
          <a:xfrm>
            <a:off x="640080" y="470262"/>
            <a:ext cx="2286000" cy="2285999"/>
          </a:xfrm>
        </p:spPr>
        <p:txBody>
          <a:bodyPr/>
          <a:lstStyle/>
          <a:p>
            <a:r>
              <a:rPr lang="en-US" dirty="0"/>
              <a:t>Agenda</a:t>
            </a:r>
          </a:p>
        </p:txBody>
      </p:sp>
      <p:sp>
        <p:nvSpPr>
          <p:cNvPr id="16" name="Content Placeholder 15">
            <a:extLst>
              <a:ext uri="{FF2B5EF4-FFF2-40B4-BE49-F238E27FC236}">
                <a16:creationId xmlns:a16="http://schemas.microsoft.com/office/drawing/2014/main" id="{1E655FE9-72B1-3FF1-5478-967C31841528}"/>
              </a:ext>
            </a:extLst>
          </p:cNvPr>
          <p:cNvSpPr>
            <a:spLocks noGrp="1"/>
          </p:cNvSpPr>
          <p:nvPr>
            <p:ph idx="1"/>
          </p:nvPr>
        </p:nvSpPr>
        <p:spPr>
          <a:xfrm>
            <a:off x="3615799" y="674195"/>
            <a:ext cx="7716982" cy="5326729"/>
          </a:xfrm>
        </p:spPr>
        <p:txBody>
          <a:bodyPr/>
          <a:lstStyle/>
          <a:p>
            <a:r>
              <a:rPr lang="pt-BR" dirty="0"/>
              <a:t>Agenda Item 1</a:t>
            </a:r>
          </a:p>
          <a:p>
            <a:r>
              <a:rPr lang="pt-BR" dirty="0"/>
              <a:t>Agenda Item 2</a:t>
            </a:r>
          </a:p>
          <a:p>
            <a:pPr lvl="1"/>
            <a:r>
              <a:rPr lang="pt-BR" dirty="0"/>
              <a:t>Agenda Item 2a</a:t>
            </a:r>
          </a:p>
          <a:p>
            <a:pPr lvl="1"/>
            <a:r>
              <a:rPr lang="pt-BR" dirty="0"/>
              <a:t>Agenda Item 2b</a:t>
            </a:r>
          </a:p>
          <a:p>
            <a:r>
              <a:rPr lang="pt-BR" dirty="0"/>
              <a:t>Agenda Item 3</a:t>
            </a:r>
          </a:p>
          <a:p>
            <a:r>
              <a:rPr lang="pt-BR" dirty="0"/>
              <a:t>Agenda Item 4</a:t>
            </a:r>
          </a:p>
          <a:p>
            <a:r>
              <a:rPr lang="pt-BR" dirty="0"/>
              <a:t>Agenda Item 5</a:t>
            </a:r>
          </a:p>
          <a:p>
            <a:r>
              <a:rPr lang="pt-BR" dirty="0"/>
              <a:t>Agenda Item 6</a:t>
            </a:r>
          </a:p>
        </p:txBody>
      </p:sp>
    </p:spTree>
    <p:extLst>
      <p:ext uri="{BB962C8B-B14F-4D97-AF65-F5344CB8AC3E}">
        <p14:creationId xmlns:p14="http://schemas.microsoft.com/office/powerpoint/2010/main" val="22353950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C472381-11F8-81F0-ADDD-4DF0418CE9B5}"/>
              </a:ext>
            </a:extLst>
          </p:cNvPr>
          <p:cNvSpPr>
            <a:spLocks noGrp="1"/>
          </p:cNvSpPr>
          <p:nvPr>
            <p:ph type="title"/>
          </p:nvPr>
        </p:nvSpPr>
        <p:spPr>
          <a:xfrm>
            <a:off x="859536" y="917008"/>
            <a:ext cx="2121408" cy="2121406"/>
          </a:xfrm>
        </p:spPr>
        <p:txBody>
          <a:bodyPr/>
          <a:lstStyle/>
          <a:p>
            <a:r>
              <a:rPr lang="en-US" dirty="0"/>
              <a:t>Agenda</a:t>
            </a:r>
          </a:p>
        </p:txBody>
      </p:sp>
      <p:sp>
        <p:nvSpPr>
          <p:cNvPr id="16" name="Content Placeholder 15">
            <a:extLst>
              <a:ext uri="{FF2B5EF4-FFF2-40B4-BE49-F238E27FC236}">
                <a16:creationId xmlns:a16="http://schemas.microsoft.com/office/drawing/2014/main" id="{1E655FE9-72B1-3FF1-5478-967C31841528}"/>
              </a:ext>
            </a:extLst>
          </p:cNvPr>
          <p:cNvSpPr>
            <a:spLocks noGrp="1"/>
          </p:cNvSpPr>
          <p:nvPr>
            <p:ph idx="1"/>
          </p:nvPr>
        </p:nvSpPr>
        <p:spPr>
          <a:xfrm>
            <a:off x="4597078" y="457200"/>
            <a:ext cx="6735702" cy="5759452"/>
          </a:xfrm>
        </p:spPr>
        <p:txBody>
          <a:bodyPr/>
          <a:lstStyle/>
          <a:p>
            <a:r>
              <a:rPr lang="pt-BR" dirty="0"/>
              <a:t>Agenda Item 1</a:t>
            </a:r>
          </a:p>
          <a:p>
            <a:r>
              <a:rPr lang="pt-BR" dirty="0"/>
              <a:t>Agenda Item 2</a:t>
            </a:r>
          </a:p>
          <a:p>
            <a:pPr lvl="1"/>
            <a:r>
              <a:rPr lang="pt-BR" dirty="0"/>
              <a:t>Agenda Item 2a</a:t>
            </a:r>
          </a:p>
          <a:p>
            <a:pPr lvl="1"/>
            <a:r>
              <a:rPr lang="pt-BR" dirty="0"/>
              <a:t>Agenda Item 2b</a:t>
            </a:r>
          </a:p>
          <a:p>
            <a:r>
              <a:rPr lang="pt-BR" dirty="0"/>
              <a:t>Agenda Item 3</a:t>
            </a:r>
          </a:p>
          <a:p>
            <a:r>
              <a:rPr lang="pt-BR" dirty="0"/>
              <a:t>Agenda Item 4</a:t>
            </a:r>
          </a:p>
          <a:p>
            <a:r>
              <a:rPr lang="pt-BR" dirty="0"/>
              <a:t>Agenda Item 5</a:t>
            </a:r>
          </a:p>
          <a:p>
            <a:r>
              <a:rPr lang="pt-BR" dirty="0"/>
              <a:t>Agenda Item 6</a:t>
            </a:r>
          </a:p>
        </p:txBody>
      </p:sp>
      <p:pic>
        <p:nvPicPr>
          <p:cNvPr id="32" name="Picture Placeholder 28">
            <a:extLst>
              <a:ext uri="{FF2B5EF4-FFF2-40B4-BE49-F238E27FC236}">
                <a16:creationId xmlns:a16="http://schemas.microsoft.com/office/drawing/2014/main" id="{3FB3B8D5-759A-EB3B-F2D9-4999A927331B}"/>
              </a:ext>
              <a:ext uri="{C183D7F6-B498-43B3-948B-1728B52AA6E4}">
                <adec:decorative xmlns:adec="http://schemas.microsoft.com/office/drawing/2017/decorative" val="1"/>
              </a:ext>
            </a:extLst>
          </p:cNvPr>
          <p:cNvPicPr>
            <a:picLocks noGrp="1" noChangeAspect="1"/>
          </p:cNvPicPr>
          <p:nvPr>
            <p:ph type="pic" sz="quarter" idx="10"/>
          </p:nvPr>
        </p:nvPicPr>
        <p:blipFill>
          <a:blip r:embed="rId2"/>
          <a:srcRect/>
          <a:stretch/>
        </p:blipFill>
        <p:spPr>
          <a:xfrm>
            <a:off x="640080" y="3415982"/>
            <a:ext cx="2560320" cy="2560320"/>
          </a:xfrm>
        </p:spPr>
      </p:pic>
    </p:spTree>
    <p:extLst>
      <p:ext uri="{BB962C8B-B14F-4D97-AF65-F5344CB8AC3E}">
        <p14:creationId xmlns:p14="http://schemas.microsoft.com/office/powerpoint/2010/main" val="4002267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40085E-B77C-8AF1-C2E3-F9702C5D5F92}"/>
              </a:ext>
            </a:extLst>
          </p:cNvPr>
          <p:cNvSpPr>
            <a:spLocks noGrp="1"/>
          </p:cNvSpPr>
          <p:nvPr>
            <p:ph type="title"/>
          </p:nvPr>
        </p:nvSpPr>
        <p:spPr>
          <a:xfrm>
            <a:off x="640080" y="347472"/>
            <a:ext cx="10911840" cy="640080"/>
          </a:xfrm>
        </p:spPr>
        <p:txBody>
          <a:bodyPr/>
          <a:lstStyle/>
          <a:p>
            <a:r>
              <a:rPr lang="en-US" dirty="0"/>
              <a:t>Team Card – Two</a:t>
            </a:r>
          </a:p>
        </p:txBody>
      </p:sp>
      <p:sp>
        <p:nvSpPr>
          <p:cNvPr id="3" name="Text Placeholder 2">
            <a:extLst>
              <a:ext uri="{FF2B5EF4-FFF2-40B4-BE49-F238E27FC236}">
                <a16:creationId xmlns:a16="http://schemas.microsoft.com/office/drawing/2014/main" id="{B5555CA4-53FB-B044-EF00-534C421191BC}"/>
              </a:ext>
            </a:extLst>
          </p:cNvPr>
          <p:cNvSpPr>
            <a:spLocks noGrp="1"/>
          </p:cNvSpPr>
          <p:nvPr>
            <p:ph type="body" sz="quarter" idx="14"/>
          </p:nvPr>
        </p:nvSpPr>
        <p:spPr>
          <a:xfrm>
            <a:off x="2671295" y="5005070"/>
            <a:ext cx="3153060" cy="1211580"/>
          </a:xfrm>
        </p:spPr>
        <p:txBody>
          <a:bodyPr/>
          <a:lstStyle/>
          <a:p>
            <a:r>
              <a:rPr lang="en-US" dirty="0"/>
              <a:t>Name</a:t>
            </a:r>
          </a:p>
          <a:p>
            <a:pPr lvl="1"/>
            <a:r>
              <a:rPr lang="en-US" dirty="0"/>
              <a:t>Title</a:t>
            </a:r>
          </a:p>
        </p:txBody>
      </p:sp>
      <p:sp>
        <p:nvSpPr>
          <p:cNvPr id="7" name="Text Placeholder 6">
            <a:extLst>
              <a:ext uri="{FF2B5EF4-FFF2-40B4-BE49-F238E27FC236}">
                <a16:creationId xmlns:a16="http://schemas.microsoft.com/office/drawing/2014/main" id="{D534AD91-9EDE-584D-AB01-4A7F8E324172}"/>
              </a:ext>
            </a:extLst>
          </p:cNvPr>
          <p:cNvSpPr>
            <a:spLocks noGrp="1"/>
          </p:cNvSpPr>
          <p:nvPr>
            <p:ph type="body" sz="quarter" idx="17"/>
          </p:nvPr>
        </p:nvSpPr>
        <p:spPr>
          <a:xfrm>
            <a:off x="6368511" y="5005070"/>
            <a:ext cx="3153060" cy="1211580"/>
          </a:xfrm>
        </p:spPr>
        <p:txBody>
          <a:bodyPr/>
          <a:lstStyle/>
          <a:p>
            <a:r>
              <a:rPr lang="en-US" dirty="0"/>
              <a:t>Name</a:t>
            </a:r>
          </a:p>
          <a:p>
            <a:pPr lvl="1"/>
            <a:r>
              <a:rPr lang="en-US" dirty="0"/>
              <a:t>Title</a:t>
            </a:r>
          </a:p>
        </p:txBody>
      </p:sp>
      <p:pic>
        <p:nvPicPr>
          <p:cNvPr id="6" name="Picture Placeholder 5">
            <a:extLst>
              <a:ext uri="{FF2B5EF4-FFF2-40B4-BE49-F238E27FC236}">
                <a16:creationId xmlns:a16="http://schemas.microsoft.com/office/drawing/2014/main" id="{392B9CBF-F1BA-0C0F-3583-5A409532FB30}"/>
              </a:ext>
              <a:ext uri="{C183D7F6-B498-43B3-948B-1728B52AA6E4}">
                <adec:decorative xmlns:adec="http://schemas.microsoft.com/office/drawing/2017/decorative" val="1"/>
              </a:ext>
            </a:extLst>
          </p:cNvPr>
          <p:cNvPicPr>
            <a:picLocks noGrp="1" noChangeAspect="1"/>
          </p:cNvPicPr>
          <p:nvPr>
            <p:ph type="pic" sz="quarter" idx="10"/>
          </p:nvPr>
        </p:nvPicPr>
        <p:blipFill>
          <a:blip r:embed="rId2"/>
          <a:srcRect l="25" r="25"/>
          <a:stretch>
            <a:fillRect/>
          </a:stretch>
        </p:blipFill>
        <p:spPr/>
      </p:pic>
      <p:pic>
        <p:nvPicPr>
          <p:cNvPr id="10" name="Picture Placeholder 9">
            <a:extLst>
              <a:ext uri="{FF2B5EF4-FFF2-40B4-BE49-F238E27FC236}">
                <a16:creationId xmlns:a16="http://schemas.microsoft.com/office/drawing/2014/main" id="{532ED39B-6CDF-1BCC-D476-BCA79C4D5A06}"/>
              </a:ext>
              <a:ext uri="{C183D7F6-B498-43B3-948B-1728B52AA6E4}">
                <adec:decorative xmlns:adec="http://schemas.microsoft.com/office/drawing/2017/decorative" val="1"/>
              </a:ext>
            </a:extLst>
          </p:cNvPr>
          <p:cNvPicPr>
            <a:picLocks noGrp="1" noChangeAspect="1"/>
          </p:cNvPicPr>
          <p:nvPr>
            <p:ph type="pic" sz="quarter" idx="15"/>
          </p:nvPr>
        </p:nvPicPr>
        <p:blipFill>
          <a:blip r:embed="rId3"/>
          <a:srcRect l="33" r="33"/>
          <a:stretch/>
        </p:blipFill>
        <p:spPr/>
      </p:pic>
    </p:spTree>
    <p:extLst>
      <p:ext uri="{BB962C8B-B14F-4D97-AF65-F5344CB8AC3E}">
        <p14:creationId xmlns:p14="http://schemas.microsoft.com/office/powerpoint/2010/main" val="2465228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40085E-B77C-8AF1-C2E3-F9702C5D5F92}"/>
              </a:ext>
            </a:extLst>
          </p:cNvPr>
          <p:cNvSpPr>
            <a:spLocks noGrp="1"/>
          </p:cNvSpPr>
          <p:nvPr>
            <p:ph type="title"/>
          </p:nvPr>
        </p:nvSpPr>
        <p:spPr>
          <a:xfrm>
            <a:off x="640080" y="347472"/>
            <a:ext cx="10911840" cy="640080"/>
          </a:xfrm>
        </p:spPr>
        <p:txBody>
          <a:bodyPr/>
          <a:lstStyle/>
          <a:p>
            <a:r>
              <a:rPr lang="en-US" dirty="0"/>
              <a:t>Team Card – Three</a:t>
            </a:r>
          </a:p>
        </p:txBody>
      </p:sp>
      <p:sp>
        <p:nvSpPr>
          <p:cNvPr id="3" name="Text Placeholder 2">
            <a:extLst>
              <a:ext uri="{FF2B5EF4-FFF2-40B4-BE49-F238E27FC236}">
                <a16:creationId xmlns:a16="http://schemas.microsoft.com/office/drawing/2014/main" id="{B5555CA4-53FB-B044-EF00-534C421191BC}"/>
              </a:ext>
            </a:extLst>
          </p:cNvPr>
          <p:cNvSpPr>
            <a:spLocks noGrp="1"/>
          </p:cNvSpPr>
          <p:nvPr>
            <p:ph type="body" sz="quarter" idx="14"/>
          </p:nvPr>
        </p:nvSpPr>
        <p:spPr>
          <a:xfrm>
            <a:off x="821230" y="5005070"/>
            <a:ext cx="3153060" cy="1211580"/>
          </a:xfrm>
        </p:spPr>
        <p:txBody>
          <a:bodyPr/>
          <a:lstStyle/>
          <a:p>
            <a:r>
              <a:rPr lang="en-US" dirty="0"/>
              <a:t>Name</a:t>
            </a:r>
          </a:p>
          <a:p>
            <a:pPr lvl="1"/>
            <a:r>
              <a:rPr lang="en-US" dirty="0"/>
              <a:t>Title</a:t>
            </a:r>
          </a:p>
        </p:txBody>
      </p:sp>
      <p:sp>
        <p:nvSpPr>
          <p:cNvPr id="7" name="Text Placeholder 6">
            <a:extLst>
              <a:ext uri="{FF2B5EF4-FFF2-40B4-BE49-F238E27FC236}">
                <a16:creationId xmlns:a16="http://schemas.microsoft.com/office/drawing/2014/main" id="{D534AD91-9EDE-584D-AB01-4A7F8E324172}"/>
              </a:ext>
            </a:extLst>
          </p:cNvPr>
          <p:cNvSpPr>
            <a:spLocks noGrp="1"/>
          </p:cNvSpPr>
          <p:nvPr>
            <p:ph type="body" sz="quarter" idx="17"/>
          </p:nvPr>
        </p:nvSpPr>
        <p:spPr>
          <a:xfrm>
            <a:off x="4518446" y="5005070"/>
            <a:ext cx="3153060" cy="1211580"/>
          </a:xfrm>
        </p:spPr>
        <p:txBody>
          <a:bodyPr/>
          <a:lstStyle/>
          <a:p>
            <a:r>
              <a:rPr lang="en-US" dirty="0"/>
              <a:t>Name</a:t>
            </a:r>
          </a:p>
          <a:p>
            <a:pPr lvl="1"/>
            <a:r>
              <a:rPr lang="en-US" dirty="0"/>
              <a:t>Title</a:t>
            </a:r>
          </a:p>
        </p:txBody>
      </p:sp>
      <p:sp>
        <p:nvSpPr>
          <p:cNvPr id="8" name="Text Placeholder 7">
            <a:extLst>
              <a:ext uri="{FF2B5EF4-FFF2-40B4-BE49-F238E27FC236}">
                <a16:creationId xmlns:a16="http://schemas.microsoft.com/office/drawing/2014/main" id="{89B942C5-1228-17F7-6F7C-16E496F8471B}"/>
              </a:ext>
            </a:extLst>
          </p:cNvPr>
          <p:cNvSpPr>
            <a:spLocks noGrp="1"/>
          </p:cNvSpPr>
          <p:nvPr>
            <p:ph type="body" sz="quarter" idx="18"/>
          </p:nvPr>
        </p:nvSpPr>
        <p:spPr>
          <a:xfrm>
            <a:off x="8215662" y="5005070"/>
            <a:ext cx="3153060" cy="1211580"/>
          </a:xfrm>
        </p:spPr>
        <p:txBody>
          <a:bodyPr/>
          <a:lstStyle/>
          <a:p>
            <a:r>
              <a:rPr lang="en-US" dirty="0"/>
              <a:t>Name</a:t>
            </a:r>
          </a:p>
          <a:p>
            <a:pPr lvl="1"/>
            <a:r>
              <a:rPr lang="en-US" dirty="0"/>
              <a:t>Title</a:t>
            </a:r>
          </a:p>
        </p:txBody>
      </p:sp>
      <p:pic>
        <p:nvPicPr>
          <p:cNvPr id="6" name="Picture Placeholder 5">
            <a:extLst>
              <a:ext uri="{FF2B5EF4-FFF2-40B4-BE49-F238E27FC236}">
                <a16:creationId xmlns:a16="http://schemas.microsoft.com/office/drawing/2014/main" id="{25E4E99C-EA81-8743-A187-9B39845E8778}"/>
              </a:ext>
              <a:ext uri="{C183D7F6-B498-43B3-948B-1728B52AA6E4}">
                <adec:decorative xmlns:adec="http://schemas.microsoft.com/office/drawing/2017/decorative" val="1"/>
              </a:ext>
            </a:extLst>
          </p:cNvPr>
          <p:cNvPicPr>
            <a:picLocks noGrp="1" noChangeAspect="1"/>
          </p:cNvPicPr>
          <p:nvPr>
            <p:ph type="pic" sz="quarter" idx="10"/>
          </p:nvPr>
        </p:nvPicPr>
        <p:blipFill>
          <a:blip r:embed="rId2"/>
          <a:srcRect l="25" r="25"/>
          <a:stretch>
            <a:fillRect/>
          </a:stretch>
        </p:blipFill>
        <p:spPr/>
      </p:pic>
      <p:pic>
        <p:nvPicPr>
          <p:cNvPr id="12" name="Picture Placeholder 11">
            <a:extLst>
              <a:ext uri="{FF2B5EF4-FFF2-40B4-BE49-F238E27FC236}">
                <a16:creationId xmlns:a16="http://schemas.microsoft.com/office/drawing/2014/main" id="{04074D25-92E5-57B7-905D-5635273B8DC7}"/>
              </a:ext>
              <a:ext uri="{C183D7F6-B498-43B3-948B-1728B52AA6E4}">
                <adec:decorative xmlns:adec="http://schemas.microsoft.com/office/drawing/2017/decorative" val="1"/>
              </a:ext>
            </a:extLst>
          </p:cNvPr>
          <p:cNvPicPr>
            <a:picLocks noGrp="1" noChangeAspect="1"/>
          </p:cNvPicPr>
          <p:nvPr>
            <p:ph type="pic" sz="quarter" idx="15"/>
          </p:nvPr>
        </p:nvPicPr>
        <p:blipFill>
          <a:blip r:embed="rId3"/>
          <a:srcRect l="25" r="25"/>
          <a:stretch>
            <a:fillRect/>
          </a:stretch>
        </p:blipFill>
        <p:spPr/>
      </p:pic>
      <p:pic>
        <p:nvPicPr>
          <p:cNvPr id="14" name="Picture Placeholder 13">
            <a:extLst>
              <a:ext uri="{FF2B5EF4-FFF2-40B4-BE49-F238E27FC236}">
                <a16:creationId xmlns:a16="http://schemas.microsoft.com/office/drawing/2014/main" id="{0763445B-1D9F-E835-5F80-CD209377F1C7}"/>
              </a:ext>
              <a:ext uri="{C183D7F6-B498-43B3-948B-1728B52AA6E4}">
                <adec:decorative xmlns:adec="http://schemas.microsoft.com/office/drawing/2017/decorative" val="1"/>
              </a:ext>
            </a:extLst>
          </p:cNvPr>
          <p:cNvPicPr>
            <a:picLocks noGrp="1" noChangeAspect="1"/>
          </p:cNvPicPr>
          <p:nvPr>
            <p:ph type="pic" sz="quarter" idx="16"/>
          </p:nvPr>
        </p:nvPicPr>
        <p:blipFill>
          <a:blip r:embed="rId4"/>
          <a:srcRect l="50" r="50"/>
          <a:stretch>
            <a:fillRect/>
          </a:stretch>
        </p:blipFill>
        <p:spPr/>
      </p:pic>
    </p:spTree>
    <p:extLst>
      <p:ext uri="{BB962C8B-B14F-4D97-AF65-F5344CB8AC3E}">
        <p14:creationId xmlns:p14="http://schemas.microsoft.com/office/powerpoint/2010/main" val="4287656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30BE869-8DB4-B8E4-D87C-61DAB4126F50}"/>
              </a:ext>
            </a:extLst>
          </p:cNvPr>
          <p:cNvSpPr>
            <a:spLocks noGrp="1"/>
          </p:cNvSpPr>
          <p:nvPr>
            <p:ph type="title"/>
          </p:nvPr>
        </p:nvSpPr>
        <p:spPr>
          <a:xfrm>
            <a:off x="640080" y="347472"/>
            <a:ext cx="10911840" cy="640080"/>
          </a:xfrm>
        </p:spPr>
        <p:txBody>
          <a:bodyPr/>
          <a:lstStyle/>
          <a:p>
            <a:r>
              <a:rPr lang="en-US" dirty="0"/>
              <a:t>Team Card – Four</a:t>
            </a:r>
          </a:p>
        </p:txBody>
      </p:sp>
      <p:sp>
        <p:nvSpPr>
          <p:cNvPr id="8" name="Text Placeholder 7">
            <a:extLst>
              <a:ext uri="{FF2B5EF4-FFF2-40B4-BE49-F238E27FC236}">
                <a16:creationId xmlns:a16="http://schemas.microsoft.com/office/drawing/2014/main" id="{09E4BA28-F407-D40B-AC89-C62F613AABBB}"/>
              </a:ext>
            </a:extLst>
          </p:cNvPr>
          <p:cNvSpPr>
            <a:spLocks noGrp="1"/>
          </p:cNvSpPr>
          <p:nvPr>
            <p:ph type="body" sz="quarter" idx="14"/>
          </p:nvPr>
        </p:nvSpPr>
        <p:spPr>
          <a:xfrm>
            <a:off x="822960" y="4390848"/>
            <a:ext cx="2533729" cy="1825802"/>
          </a:xfrm>
        </p:spPr>
        <p:txBody>
          <a:bodyPr/>
          <a:lstStyle/>
          <a:p>
            <a:r>
              <a:rPr lang="en-US" dirty="0"/>
              <a:t>Name</a:t>
            </a:r>
          </a:p>
          <a:p>
            <a:pPr lvl="1"/>
            <a:r>
              <a:rPr lang="en-US" dirty="0"/>
              <a:t>Title</a:t>
            </a:r>
          </a:p>
        </p:txBody>
      </p:sp>
      <p:sp>
        <p:nvSpPr>
          <p:cNvPr id="9" name="Text Placeholder 8">
            <a:extLst>
              <a:ext uri="{FF2B5EF4-FFF2-40B4-BE49-F238E27FC236}">
                <a16:creationId xmlns:a16="http://schemas.microsoft.com/office/drawing/2014/main" id="{09AD5C9C-C378-E2D5-815B-6ADAAA4A5EBF}"/>
              </a:ext>
            </a:extLst>
          </p:cNvPr>
          <p:cNvSpPr>
            <a:spLocks noGrp="1"/>
          </p:cNvSpPr>
          <p:nvPr>
            <p:ph type="body" sz="quarter" idx="16"/>
          </p:nvPr>
        </p:nvSpPr>
        <p:spPr>
          <a:xfrm>
            <a:off x="3493851" y="4390848"/>
            <a:ext cx="2533729" cy="1825802"/>
          </a:xfrm>
        </p:spPr>
        <p:txBody>
          <a:bodyPr/>
          <a:lstStyle/>
          <a:p>
            <a:r>
              <a:rPr lang="en-US" dirty="0"/>
              <a:t>Name</a:t>
            </a:r>
          </a:p>
          <a:p>
            <a:pPr lvl="1"/>
            <a:r>
              <a:rPr lang="en-US" dirty="0"/>
              <a:t>Title</a:t>
            </a:r>
          </a:p>
        </p:txBody>
      </p:sp>
      <p:sp>
        <p:nvSpPr>
          <p:cNvPr id="10" name="Text Placeholder 9">
            <a:extLst>
              <a:ext uri="{FF2B5EF4-FFF2-40B4-BE49-F238E27FC236}">
                <a16:creationId xmlns:a16="http://schemas.microsoft.com/office/drawing/2014/main" id="{A7FCC12F-AC71-8A21-9A12-F755369B2168}"/>
              </a:ext>
            </a:extLst>
          </p:cNvPr>
          <p:cNvSpPr>
            <a:spLocks noGrp="1"/>
          </p:cNvSpPr>
          <p:nvPr>
            <p:ph type="body" sz="quarter" idx="18"/>
          </p:nvPr>
        </p:nvSpPr>
        <p:spPr>
          <a:xfrm>
            <a:off x="6164740" y="4390848"/>
            <a:ext cx="2533729" cy="1825802"/>
          </a:xfrm>
        </p:spPr>
        <p:txBody>
          <a:bodyPr/>
          <a:lstStyle/>
          <a:p>
            <a:r>
              <a:rPr lang="en-US" dirty="0"/>
              <a:t>Name</a:t>
            </a:r>
          </a:p>
          <a:p>
            <a:pPr lvl="1"/>
            <a:r>
              <a:rPr lang="en-US" dirty="0"/>
              <a:t>Title</a:t>
            </a:r>
          </a:p>
        </p:txBody>
      </p:sp>
      <p:sp>
        <p:nvSpPr>
          <p:cNvPr id="11" name="Text Placeholder 10">
            <a:extLst>
              <a:ext uri="{FF2B5EF4-FFF2-40B4-BE49-F238E27FC236}">
                <a16:creationId xmlns:a16="http://schemas.microsoft.com/office/drawing/2014/main" id="{CC5579A6-2E87-9F6B-6460-9DBCB145AFE5}"/>
              </a:ext>
            </a:extLst>
          </p:cNvPr>
          <p:cNvSpPr>
            <a:spLocks noGrp="1"/>
          </p:cNvSpPr>
          <p:nvPr>
            <p:ph type="body" sz="quarter" idx="20"/>
          </p:nvPr>
        </p:nvSpPr>
        <p:spPr>
          <a:xfrm>
            <a:off x="8835629" y="4390848"/>
            <a:ext cx="2533729" cy="1825802"/>
          </a:xfrm>
        </p:spPr>
        <p:txBody>
          <a:bodyPr/>
          <a:lstStyle/>
          <a:p>
            <a:r>
              <a:rPr lang="en-US" dirty="0"/>
              <a:t>Name</a:t>
            </a:r>
          </a:p>
          <a:p>
            <a:pPr lvl="1"/>
            <a:r>
              <a:rPr lang="en-US" dirty="0"/>
              <a:t>Title</a:t>
            </a:r>
          </a:p>
          <a:p>
            <a:endParaRPr lang="en-US" dirty="0"/>
          </a:p>
        </p:txBody>
      </p:sp>
      <p:pic>
        <p:nvPicPr>
          <p:cNvPr id="28" name="Picture Placeholder 27">
            <a:extLst>
              <a:ext uri="{FF2B5EF4-FFF2-40B4-BE49-F238E27FC236}">
                <a16:creationId xmlns:a16="http://schemas.microsoft.com/office/drawing/2014/main" id="{D070CEFF-B0C3-191D-7957-C85A7C8C1280}"/>
              </a:ext>
              <a:ext uri="{C183D7F6-B498-43B3-948B-1728B52AA6E4}">
                <adec:decorative xmlns:adec="http://schemas.microsoft.com/office/drawing/2017/decorative" val="1"/>
              </a:ext>
            </a:extLst>
          </p:cNvPr>
          <p:cNvPicPr>
            <a:picLocks noGrp="1" noChangeAspect="1"/>
          </p:cNvPicPr>
          <p:nvPr>
            <p:ph type="pic" sz="quarter" idx="10"/>
          </p:nvPr>
        </p:nvPicPr>
        <p:blipFill>
          <a:blip r:embed="rId2"/>
          <a:stretch>
            <a:fillRect/>
          </a:stretch>
        </p:blipFill>
        <p:spPr>
          <a:xfrm>
            <a:off x="822175" y="1535430"/>
            <a:ext cx="2533333" cy="2533333"/>
          </a:xfrm>
          <a:prstGeom prst="rect">
            <a:avLst/>
          </a:prstGeom>
        </p:spPr>
      </p:pic>
      <p:pic>
        <p:nvPicPr>
          <p:cNvPr id="30" name="Picture Placeholder 29">
            <a:extLst>
              <a:ext uri="{FF2B5EF4-FFF2-40B4-BE49-F238E27FC236}">
                <a16:creationId xmlns:a16="http://schemas.microsoft.com/office/drawing/2014/main" id="{61C2B15B-3411-B1E8-ECC5-27A2D1C0FD67}"/>
              </a:ext>
              <a:ext uri="{C183D7F6-B498-43B3-948B-1728B52AA6E4}">
                <adec:decorative xmlns:adec="http://schemas.microsoft.com/office/drawing/2017/decorative" val="1"/>
              </a:ext>
            </a:extLst>
          </p:cNvPr>
          <p:cNvPicPr>
            <a:picLocks noGrp="1" noChangeAspect="1"/>
          </p:cNvPicPr>
          <p:nvPr>
            <p:ph type="pic" sz="quarter" idx="15"/>
          </p:nvPr>
        </p:nvPicPr>
        <p:blipFill>
          <a:blip r:embed="rId3"/>
          <a:srcRect l="31" r="31"/>
          <a:stretch>
            <a:fillRect/>
          </a:stretch>
        </p:blipFill>
        <p:spPr/>
      </p:pic>
      <p:pic>
        <p:nvPicPr>
          <p:cNvPr id="32" name="Picture Placeholder 31">
            <a:extLst>
              <a:ext uri="{FF2B5EF4-FFF2-40B4-BE49-F238E27FC236}">
                <a16:creationId xmlns:a16="http://schemas.microsoft.com/office/drawing/2014/main" id="{BA1401A6-3875-9A24-0013-F866AFE503FF}"/>
              </a:ext>
              <a:ext uri="{C183D7F6-B498-43B3-948B-1728B52AA6E4}">
                <adec:decorative xmlns:adec="http://schemas.microsoft.com/office/drawing/2017/decorative" val="1"/>
              </a:ext>
            </a:extLst>
          </p:cNvPr>
          <p:cNvPicPr>
            <a:picLocks noGrp="1" noChangeAspect="1"/>
          </p:cNvPicPr>
          <p:nvPr>
            <p:ph type="pic" sz="quarter" idx="17"/>
          </p:nvPr>
        </p:nvPicPr>
        <p:blipFill>
          <a:blip r:embed="rId4"/>
          <a:srcRect l="31" r="31"/>
          <a:stretch>
            <a:fillRect/>
          </a:stretch>
        </p:blipFill>
        <p:spPr/>
      </p:pic>
      <p:pic>
        <p:nvPicPr>
          <p:cNvPr id="34" name="Picture Placeholder 33">
            <a:extLst>
              <a:ext uri="{FF2B5EF4-FFF2-40B4-BE49-F238E27FC236}">
                <a16:creationId xmlns:a16="http://schemas.microsoft.com/office/drawing/2014/main" id="{43CD9914-8BA5-9354-E3C4-33009EEF02DF}"/>
              </a:ext>
              <a:ext uri="{C183D7F6-B498-43B3-948B-1728B52AA6E4}">
                <adec:decorative xmlns:adec="http://schemas.microsoft.com/office/drawing/2017/decorative" val="1"/>
              </a:ext>
            </a:extLst>
          </p:cNvPr>
          <p:cNvPicPr>
            <a:picLocks noGrp="1" noChangeAspect="1"/>
          </p:cNvPicPr>
          <p:nvPr>
            <p:ph type="pic" sz="quarter" idx="19"/>
          </p:nvPr>
        </p:nvPicPr>
        <p:blipFill>
          <a:blip r:embed="rId5"/>
          <a:srcRect l="31" r="31"/>
          <a:stretch>
            <a:fillRect/>
          </a:stretch>
        </p:blipFill>
        <p:spPr/>
      </p:pic>
    </p:spTree>
    <p:extLst>
      <p:ext uri="{BB962C8B-B14F-4D97-AF65-F5344CB8AC3E}">
        <p14:creationId xmlns:p14="http://schemas.microsoft.com/office/powerpoint/2010/main" val="2153882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30BE869-8DB4-B8E4-D87C-61DAB4126F50}"/>
              </a:ext>
            </a:extLst>
          </p:cNvPr>
          <p:cNvSpPr>
            <a:spLocks noGrp="1"/>
          </p:cNvSpPr>
          <p:nvPr>
            <p:ph type="title"/>
          </p:nvPr>
        </p:nvSpPr>
        <p:spPr>
          <a:xfrm>
            <a:off x="640080" y="347472"/>
            <a:ext cx="10911840" cy="640080"/>
          </a:xfrm>
        </p:spPr>
        <p:txBody>
          <a:bodyPr/>
          <a:lstStyle/>
          <a:p>
            <a:r>
              <a:rPr lang="en-US" dirty="0"/>
              <a:t>Team Card – Five</a:t>
            </a:r>
          </a:p>
        </p:txBody>
      </p:sp>
      <p:sp>
        <p:nvSpPr>
          <p:cNvPr id="8" name="Text Placeholder 7">
            <a:extLst>
              <a:ext uri="{FF2B5EF4-FFF2-40B4-BE49-F238E27FC236}">
                <a16:creationId xmlns:a16="http://schemas.microsoft.com/office/drawing/2014/main" id="{09E4BA28-F407-D40B-AC89-C62F613AABBB}"/>
              </a:ext>
            </a:extLst>
          </p:cNvPr>
          <p:cNvSpPr>
            <a:spLocks noGrp="1"/>
          </p:cNvSpPr>
          <p:nvPr>
            <p:ph type="body" sz="quarter" idx="14"/>
          </p:nvPr>
        </p:nvSpPr>
        <p:spPr>
          <a:xfrm>
            <a:off x="822960" y="3856323"/>
            <a:ext cx="1999553" cy="2360327"/>
          </a:xfrm>
        </p:spPr>
        <p:txBody>
          <a:bodyPr/>
          <a:lstStyle/>
          <a:p>
            <a:r>
              <a:rPr lang="en-US" dirty="0"/>
              <a:t>Name</a:t>
            </a:r>
          </a:p>
          <a:p>
            <a:pPr lvl="1"/>
            <a:r>
              <a:rPr lang="en-US" dirty="0"/>
              <a:t>Title</a:t>
            </a:r>
          </a:p>
        </p:txBody>
      </p:sp>
      <p:sp>
        <p:nvSpPr>
          <p:cNvPr id="9" name="Text Placeholder 8">
            <a:extLst>
              <a:ext uri="{FF2B5EF4-FFF2-40B4-BE49-F238E27FC236}">
                <a16:creationId xmlns:a16="http://schemas.microsoft.com/office/drawing/2014/main" id="{09AD5C9C-C378-E2D5-815B-6ADAAA4A5EBF}"/>
              </a:ext>
            </a:extLst>
          </p:cNvPr>
          <p:cNvSpPr>
            <a:spLocks noGrp="1"/>
          </p:cNvSpPr>
          <p:nvPr>
            <p:ph type="body" sz="quarter" idx="16"/>
          </p:nvPr>
        </p:nvSpPr>
        <p:spPr>
          <a:xfrm>
            <a:off x="2959669" y="3856323"/>
            <a:ext cx="1999553" cy="2360327"/>
          </a:xfrm>
        </p:spPr>
        <p:txBody>
          <a:bodyPr/>
          <a:lstStyle/>
          <a:p>
            <a:r>
              <a:rPr lang="en-US" dirty="0"/>
              <a:t>Name</a:t>
            </a:r>
          </a:p>
          <a:p>
            <a:pPr lvl="1"/>
            <a:r>
              <a:rPr lang="en-US" dirty="0"/>
              <a:t>Title</a:t>
            </a:r>
          </a:p>
        </p:txBody>
      </p:sp>
      <p:sp>
        <p:nvSpPr>
          <p:cNvPr id="10" name="Text Placeholder 9">
            <a:extLst>
              <a:ext uri="{FF2B5EF4-FFF2-40B4-BE49-F238E27FC236}">
                <a16:creationId xmlns:a16="http://schemas.microsoft.com/office/drawing/2014/main" id="{A7FCC12F-AC71-8A21-9A12-F755369B2168}"/>
              </a:ext>
            </a:extLst>
          </p:cNvPr>
          <p:cNvSpPr>
            <a:spLocks noGrp="1"/>
          </p:cNvSpPr>
          <p:nvPr>
            <p:ph type="body" sz="quarter" idx="18"/>
          </p:nvPr>
        </p:nvSpPr>
        <p:spPr>
          <a:xfrm>
            <a:off x="5096064" y="3856323"/>
            <a:ext cx="1999553" cy="2360327"/>
          </a:xfrm>
        </p:spPr>
        <p:txBody>
          <a:bodyPr/>
          <a:lstStyle/>
          <a:p>
            <a:r>
              <a:rPr lang="en-US" dirty="0"/>
              <a:t>Name</a:t>
            </a:r>
          </a:p>
          <a:p>
            <a:pPr lvl="1"/>
            <a:r>
              <a:rPr lang="en-US" dirty="0"/>
              <a:t>Title</a:t>
            </a:r>
          </a:p>
        </p:txBody>
      </p:sp>
      <p:sp>
        <p:nvSpPr>
          <p:cNvPr id="11" name="Text Placeholder 10">
            <a:extLst>
              <a:ext uri="{FF2B5EF4-FFF2-40B4-BE49-F238E27FC236}">
                <a16:creationId xmlns:a16="http://schemas.microsoft.com/office/drawing/2014/main" id="{CC5579A6-2E87-9F6B-6460-9DBCB145AFE5}"/>
              </a:ext>
            </a:extLst>
          </p:cNvPr>
          <p:cNvSpPr>
            <a:spLocks noGrp="1"/>
          </p:cNvSpPr>
          <p:nvPr>
            <p:ph type="body" sz="quarter" idx="20"/>
          </p:nvPr>
        </p:nvSpPr>
        <p:spPr>
          <a:xfrm>
            <a:off x="7232457" y="3856323"/>
            <a:ext cx="1999553" cy="2360327"/>
          </a:xfrm>
        </p:spPr>
        <p:txBody>
          <a:bodyPr/>
          <a:lstStyle/>
          <a:p>
            <a:r>
              <a:rPr lang="en-US" dirty="0"/>
              <a:t>Name</a:t>
            </a:r>
          </a:p>
          <a:p>
            <a:pPr lvl="1"/>
            <a:r>
              <a:rPr lang="en-US" dirty="0"/>
              <a:t>Title</a:t>
            </a:r>
          </a:p>
        </p:txBody>
      </p:sp>
      <p:sp>
        <p:nvSpPr>
          <p:cNvPr id="4" name="Text Placeholder 3">
            <a:extLst>
              <a:ext uri="{FF2B5EF4-FFF2-40B4-BE49-F238E27FC236}">
                <a16:creationId xmlns:a16="http://schemas.microsoft.com/office/drawing/2014/main" id="{88E9710C-ABB2-01A8-8A80-7B3680284A25}"/>
              </a:ext>
            </a:extLst>
          </p:cNvPr>
          <p:cNvSpPr>
            <a:spLocks noGrp="1"/>
          </p:cNvSpPr>
          <p:nvPr>
            <p:ph type="body" sz="quarter" idx="22"/>
          </p:nvPr>
        </p:nvSpPr>
        <p:spPr>
          <a:xfrm>
            <a:off x="9368531" y="3856323"/>
            <a:ext cx="1999553" cy="2360327"/>
          </a:xfrm>
        </p:spPr>
        <p:txBody>
          <a:bodyPr/>
          <a:lstStyle/>
          <a:p>
            <a:r>
              <a:rPr lang="en-US" dirty="0"/>
              <a:t>Name</a:t>
            </a:r>
          </a:p>
          <a:p>
            <a:pPr lvl="1"/>
            <a:r>
              <a:rPr lang="en-US" dirty="0"/>
              <a:t>Title</a:t>
            </a:r>
          </a:p>
        </p:txBody>
      </p:sp>
      <p:pic>
        <p:nvPicPr>
          <p:cNvPr id="19" name="Picture Placeholder 18">
            <a:extLst>
              <a:ext uri="{FF2B5EF4-FFF2-40B4-BE49-F238E27FC236}">
                <a16:creationId xmlns:a16="http://schemas.microsoft.com/office/drawing/2014/main" id="{E964702D-10D3-636A-9766-4AB3C12978A1}"/>
              </a:ext>
              <a:ext uri="{C183D7F6-B498-43B3-948B-1728B52AA6E4}">
                <adec:decorative xmlns:adec="http://schemas.microsoft.com/office/drawing/2017/decorative" val="1"/>
              </a:ext>
            </a:extLst>
          </p:cNvPr>
          <p:cNvPicPr>
            <a:picLocks noGrp="1" noChangeAspect="1"/>
          </p:cNvPicPr>
          <p:nvPr>
            <p:ph type="pic" sz="quarter" idx="15"/>
          </p:nvPr>
        </p:nvPicPr>
        <p:blipFill>
          <a:blip r:embed="rId2"/>
          <a:stretch>
            <a:fillRect/>
          </a:stretch>
        </p:blipFill>
        <p:spPr>
          <a:xfrm>
            <a:off x="2958870" y="1535430"/>
            <a:ext cx="2000000" cy="2000000"/>
          </a:xfrm>
          <a:prstGeom prst="rect">
            <a:avLst/>
          </a:prstGeom>
        </p:spPr>
      </p:pic>
      <p:pic>
        <p:nvPicPr>
          <p:cNvPr id="22" name="Picture Placeholder 21">
            <a:extLst>
              <a:ext uri="{FF2B5EF4-FFF2-40B4-BE49-F238E27FC236}">
                <a16:creationId xmlns:a16="http://schemas.microsoft.com/office/drawing/2014/main" id="{6336503E-8772-90C8-3F7B-58ADB5830EDF}"/>
              </a:ext>
              <a:ext uri="{C183D7F6-B498-43B3-948B-1728B52AA6E4}">
                <adec:decorative xmlns:adec="http://schemas.microsoft.com/office/drawing/2017/decorative" val="1"/>
              </a:ext>
            </a:extLst>
          </p:cNvPr>
          <p:cNvPicPr>
            <a:picLocks noGrp="1" noChangeAspect="1"/>
          </p:cNvPicPr>
          <p:nvPr>
            <p:ph type="pic" sz="quarter" idx="17"/>
          </p:nvPr>
        </p:nvPicPr>
        <p:blipFill>
          <a:blip r:embed="rId3"/>
          <a:srcRect l="40" r="40"/>
          <a:stretch>
            <a:fillRect/>
          </a:stretch>
        </p:blipFill>
        <p:spPr/>
      </p:pic>
      <p:pic>
        <p:nvPicPr>
          <p:cNvPr id="24" name="Picture Placeholder 23">
            <a:extLst>
              <a:ext uri="{FF2B5EF4-FFF2-40B4-BE49-F238E27FC236}">
                <a16:creationId xmlns:a16="http://schemas.microsoft.com/office/drawing/2014/main" id="{9AB9C5BA-965E-449A-A70B-6A4D56B480C7}"/>
              </a:ext>
              <a:ext uri="{C183D7F6-B498-43B3-948B-1728B52AA6E4}">
                <adec:decorative xmlns:adec="http://schemas.microsoft.com/office/drawing/2017/decorative" val="1"/>
              </a:ext>
            </a:extLst>
          </p:cNvPr>
          <p:cNvPicPr>
            <a:picLocks noGrp="1" noChangeAspect="1"/>
          </p:cNvPicPr>
          <p:nvPr>
            <p:ph type="pic" sz="quarter" idx="19"/>
          </p:nvPr>
        </p:nvPicPr>
        <p:blipFill>
          <a:blip r:embed="rId4"/>
          <a:srcRect l="79" r="79"/>
          <a:stretch>
            <a:fillRect/>
          </a:stretch>
        </p:blipFill>
        <p:spPr/>
      </p:pic>
      <p:pic>
        <p:nvPicPr>
          <p:cNvPr id="26" name="Picture Placeholder 25">
            <a:extLst>
              <a:ext uri="{FF2B5EF4-FFF2-40B4-BE49-F238E27FC236}">
                <a16:creationId xmlns:a16="http://schemas.microsoft.com/office/drawing/2014/main" id="{165BBF27-2A21-2682-D04E-6B49C275B199}"/>
              </a:ext>
              <a:ext uri="{C183D7F6-B498-43B3-948B-1728B52AA6E4}">
                <adec:decorative xmlns:adec="http://schemas.microsoft.com/office/drawing/2017/decorative" val="1"/>
              </a:ext>
            </a:extLst>
          </p:cNvPr>
          <p:cNvPicPr>
            <a:picLocks noGrp="1" noChangeAspect="1"/>
          </p:cNvPicPr>
          <p:nvPr>
            <p:ph type="pic" sz="quarter" idx="21"/>
          </p:nvPr>
        </p:nvPicPr>
        <p:blipFill>
          <a:blip r:embed="rId5"/>
          <a:srcRect l="40" r="40"/>
          <a:stretch>
            <a:fillRect/>
          </a:stretch>
        </p:blipFill>
        <p:spPr/>
      </p:pic>
      <p:pic>
        <p:nvPicPr>
          <p:cNvPr id="17" name="Picture Placeholder 16">
            <a:extLst>
              <a:ext uri="{FF2B5EF4-FFF2-40B4-BE49-F238E27FC236}">
                <a16:creationId xmlns:a16="http://schemas.microsoft.com/office/drawing/2014/main" id="{D89D582F-356A-FB2B-B32E-ED8E1FF5D185}"/>
              </a:ext>
              <a:ext uri="{C183D7F6-B498-43B3-948B-1728B52AA6E4}">
                <adec:decorative xmlns:adec="http://schemas.microsoft.com/office/drawing/2017/decorative" val="1"/>
              </a:ext>
            </a:extLst>
          </p:cNvPr>
          <p:cNvPicPr>
            <a:picLocks noGrp="1" noChangeAspect="1"/>
          </p:cNvPicPr>
          <p:nvPr>
            <p:ph type="pic" sz="quarter" idx="10"/>
          </p:nvPr>
        </p:nvPicPr>
        <p:blipFill>
          <a:blip r:embed="rId6"/>
          <a:stretch>
            <a:fillRect/>
          </a:stretch>
        </p:blipFill>
        <p:spPr>
          <a:xfrm>
            <a:off x="822161" y="1535430"/>
            <a:ext cx="2000000" cy="2000000"/>
          </a:xfrm>
          <a:prstGeom prst="rect">
            <a:avLst/>
          </a:prstGeom>
        </p:spPr>
      </p:pic>
    </p:spTree>
    <p:extLst>
      <p:ext uri="{BB962C8B-B14F-4D97-AF65-F5344CB8AC3E}">
        <p14:creationId xmlns:p14="http://schemas.microsoft.com/office/powerpoint/2010/main" val="3102502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2E3BD2-4099-D510-7244-5A664131C722}"/>
              </a:ext>
            </a:extLst>
          </p:cNvPr>
          <p:cNvSpPr>
            <a:spLocks noGrp="1"/>
          </p:cNvSpPr>
          <p:nvPr>
            <p:ph type="title"/>
          </p:nvPr>
        </p:nvSpPr>
        <p:spPr/>
        <p:txBody>
          <a:bodyPr/>
          <a:lstStyle/>
          <a:p>
            <a:r>
              <a:rPr lang="en-US" dirty="0"/>
              <a:t>Basic layouts</a:t>
            </a:r>
          </a:p>
        </p:txBody>
      </p:sp>
    </p:spTree>
    <p:extLst>
      <p:ext uri="{BB962C8B-B14F-4D97-AF65-F5344CB8AC3E}">
        <p14:creationId xmlns:p14="http://schemas.microsoft.com/office/powerpoint/2010/main" val="995038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 name="Single Title Line"/>
          <p:cNvSpPr txBox="1">
            <a:spLocks noGrp="1"/>
          </p:cNvSpPr>
          <p:nvPr>
            <p:ph type="title"/>
          </p:nvPr>
        </p:nvSpPr>
        <p:spPr>
          <a:xfrm>
            <a:off x="641604" y="347472"/>
            <a:ext cx="10908792" cy="640080"/>
          </a:xfrm>
        </p:spPr>
        <p:txBody>
          <a:bodyPr/>
          <a:lstStyle/>
          <a:p>
            <a:r>
              <a:rPr lang="en-US" dirty="0"/>
              <a:t>Single Title Line</a:t>
            </a:r>
          </a:p>
        </p:txBody>
      </p:sp>
      <p:sp>
        <p:nvSpPr>
          <p:cNvPr id="280" name="Subtitle And Bullet Text"/>
          <p:cNvSpPr txBox="1">
            <a:spLocks noGrp="1"/>
          </p:cNvSpPr>
          <p:nvPr>
            <p:ph idx="1"/>
          </p:nvPr>
        </p:nvSpPr>
        <p:spPr>
          <a:xfrm>
            <a:off x="640080" y="1350962"/>
            <a:ext cx="10911840" cy="4867275"/>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cSld>
  <p:clrMapOvr>
    <a:masterClrMapping/>
  </p:clrMapOvr>
  <p:transition spd="slow">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41604" y="347472"/>
            <a:ext cx="10908792" cy="640080"/>
          </a:xfrm>
        </p:spPr>
        <p:txBody>
          <a:bodyPr/>
          <a:lstStyle/>
          <a:p>
            <a:r>
              <a:rPr lang="en-US"/>
              <a:t>Single Title Line with Two Text Columns</a:t>
            </a:r>
          </a:p>
        </p:txBody>
      </p:sp>
      <p:sp>
        <p:nvSpPr>
          <p:cNvPr id="284" name="Subtitle And Bullet Text 1"/>
          <p:cNvSpPr txBox="1">
            <a:spLocks noGrp="1"/>
          </p:cNvSpPr>
          <p:nvPr>
            <p:ph sz="half" idx="1"/>
          </p:nvPr>
        </p:nvSpPr>
        <p:spPr>
          <a:xfrm>
            <a:off x="640080" y="1350962"/>
            <a:ext cx="5135880" cy="4867275"/>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2"/>
          </p:nvPr>
        </p:nvSpPr>
        <p:spPr>
          <a:xfrm>
            <a:off x="6416040" y="1350962"/>
            <a:ext cx="5134610" cy="4867275"/>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cSld>
  <p:clrMapOvr>
    <a:masterClrMapping/>
  </p:clrMapOvr>
  <p:transition spd="slow">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40080" y="347472"/>
            <a:ext cx="10911840" cy="640080"/>
          </a:xfrm>
        </p:spPr>
        <p:txBody>
          <a:bodyPr/>
          <a:lstStyle/>
          <a:p>
            <a:r>
              <a:rPr lang="en-US" dirty="0"/>
              <a:t>Two Columns with Headers</a:t>
            </a:r>
          </a:p>
        </p:txBody>
      </p:sp>
      <p:sp>
        <p:nvSpPr>
          <p:cNvPr id="9" name="Text Placeholder 8">
            <a:extLst>
              <a:ext uri="{FF2B5EF4-FFF2-40B4-BE49-F238E27FC236}">
                <a16:creationId xmlns:a16="http://schemas.microsoft.com/office/drawing/2014/main" id="{BD9CB297-D8BD-3312-0FE8-B668B7B5C43C}"/>
              </a:ext>
            </a:extLst>
          </p:cNvPr>
          <p:cNvSpPr>
            <a:spLocks noGrp="1"/>
          </p:cNvSpPr>
          <p:nvPr>
            <p:ph type="body" sz="quarter" idx="10"/>
          </p:nvPr>
        </p:nvSpPr>
        <p:spPr>
          <a:xfrm>
            <a:off x="640080" y="1352550"/>
            <a:ext cx="5367528" cy="731520"/>
          </a:xfrm>
        </p:spPr>
        <p:txBody>
          <a:bodyPr/>
          <a:lstStyle/>
          <a:p>
            <a:r>
              <a:rPr lang="en-US" dirty="0"/>
              <a:t>Header 1</a:t>
            </a:r>
          </a:p>
        </p:txBody>
      </p:sp>
      <p:sp>
        <p:nvSpPr>
          <p:cNvPr id="284" name="Subtitle And Bullet Text 1"/>
          <p:cNvSpPr txBox="1">
            <a:spLocks noGrp="1"/>
          </p:cNvSpPr>
          <p:nvPr>
            <p:ph sz="half" idx="1"/>
          </p:nvPr>
        </p:nvSpPr>
        <p:spPr>
          <a:xfrm>
            <a:off x="640080" y="2084069"/>
            <a:ext cx="5367528" cy="4134169"/>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10" name="Text Placeholder 9">
            <a:extLst>
              <a:ext uri="{FF2B5EF4-FFF2-40B4-BE49-F238E27FC236}">
                <a16:creationId xmlns:a16="http://schemas.microsoft.com/office/drawing/2014/main" id="{260D7BD8-D23C-0DC1-9E0B-3F8F3AC6D98F}"/>
              </a:ext>
            </a:extLst>
          </p:cNvPr>
          <p:cNvSpPr>
            <a:spLocks noGrp="1"/>
          </p:cNvSpPr>
          <p:nvPr>
            <p:ph type="body" sz="quarter" idx="11"/>
          </p:nvPr>
        </p:nvSpPr>
        <p:spPr>
          <a:xfrm>
            <a:off x="6184392" y="1352550"/>
            <a:ext cx="5367528" cy="731520"/>
          </a:xfrm>
        </p:spPr>
        <p:txBody>
          <a:bodyPr/>
          <a:lstStyle/>
          <a:p>
            <a:r>
              <a:rPr lang="en-US" dirty="0"/>
              <a:t>Header 2</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2"/>
          </p:nvPr>
        </p:nvSpPr>
        <p:spPr>
          <a:xfrm>
            <a:off x="6184392" y="2084069"/>
            <a:ext cx="5367528" cy="4134169"/>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2294122919"/>
      </p:ext>
    </p:extLst>
  </p:cSld>
  <p:clrMapOvr>
    <a:masterClrMapping/>
  </p:clrMapOvr>
  <p:transition spd="slow">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40080" y="347472"/>
            <a:ext cx="10911840" cy="640080"/>
          </a:xfrm>
        </p:spPr>
        <p:txBody>
          <a:bodyPr/>
          <a:lstStyle/>
          <a:p>
            <a:r>
              <a:rPr lang="en-US" dirty="0"/>
              <a:t>Three Columns with Headers</a:t>
            </a:r>
          </a:p>
        </p:txBody>
      </p:sp>
      <p:sp>
        <p:nvSpPr>
          <p:cNvPr id="9" name="Text Placeholder 8">
            <a:extLst>
              <a:ext uri="{FF2B5EF4-FFF2-40B4-BE49-F238E27FC236}">
                <a16:creationId xmlns:a16="http://schemas.microsoft.com/office/drawing/2014/main" id="{BD9CB297-D8BD-3312-0FE8-B668B7B5C43C}"/>
              </a:ext>
            </a:extLst>
          </p:cNvPr>
          <p:cNvSpPr>
            <a:spLocks noGrp="1"/>
          </p:cNvSpPr>
          <p:nvPr>
            <p:ph type="body" sz="quarter" idx="10"/>
          </p:nvPr>
        </p:nvSpPr>
        <p:spPr>
          <a:xfrm>
            <a:off x="640080" y="1352550"/>
            <a:ext cx="3511296" cy="731520"/>
          </a:xfrm>
        </p:spPr>
        <p:txBody>
          <a:bodyPr/>
          <a:lstStyle/>
          <a:p>
            <a:r>
              <a:rPr lang="en-US" dirty="0"/>
              <a:t>Header 1</a:t>
            </a:r>
          </a:p>
        </p:txBody>
      </p:sp>
      <p:sp>
        <p:nvSpPr>
          <p:cNvPr id="284" name="Subtitle And Bullet Text 1"/>
          <p:cNvSpPr txBox="1">
            <a:spLocks noGrp="1"/>
          </p:cNvSpPr>
          <p:nvPr>
            <p:ph sz="half" idx="1"/>
          </p:nvPr>
        </p:nvSpPr>
        <p:spPr>
          <a:xfrm>
            <a:off x="640080" y="2084069"/>
            <a:ext cx="3511296" cy="4134169"/>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10" name="Text Placeholder 9">
            <a:extLst>
              <a:ext uri="{FF2B5EF4-FFF2-40B4-BE49-F238E27FC236}">
                <a16:creationId xmlns:a16="http://schemas.microsoft.com/office/drawing/2014/main" id="{260D7BD8-D23C-0DC1-9E0B-3F8F3AC6D98F}"/>
              </a:ext>
            </a:extLst>
          </p:cNvPr>
          <p:cNvSpPr>
            <a:spLocks noGrp="1"/>
          </p:cNvSpPr>
          <p:nvPr>
            <p:ph type="body" sz="quarter" idx="12"/>
          </p:nvPr>
        </p:nvSpPr>
        <p:spPr>
          <a:xfrm>
            <a:off x="4340352" y="1352550"/>
            <a:ext cx="3511296" cy="731520"/>
          </a:xfrm>
        </p:spPr>
        <p:txBody>
          <a:bodyPr/>
          <a:lstStyle/>
          <a:p>
            <a:r>
              <a:rPr lang="en-US" dirty="0"/>
              <a:t>Header 2</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11"/>
          </p:nvPr>
        </p:nvSpPr>
        <p:spPr>
          <a:xfrm>
            <a:off x="4340352" y="2084069"/>
            <a:ext cx="3511296" cy="4134169"/>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4" name="Text Placeholder 3">
            <a:extLst>
              <a:ext uri="{FF2B5EF4-FFF2-40B4-BE49-F238E27FC236}">
                <a16:creationId xmlns:a16="http://schemas.microsoft.com/office/drawing/2014/main" id="{37A2F526-8DBF-FD05-E143-D3C15F9DB9CD}"/>
              </a:ext>
            </a:extLst>
          </p:cNvPr>
          <p:cNvSpPr>
            <a:spLocks noGrp="1"/>
          </p:cNvSpPr>
          <p:nvPr>
            <p:ph type="body" sz="quarter" idx="14"/>
          </p:nvPr>
        </p:nvSpPr>
        <p:spPr>
          <a:xfrm>
            <a:off x="8040624" y="1352550"/>
            <a:ext cx="3511296" cy="731520"/>
          </a:xfrm>
        </p:spPr>
        <p:txBody>
          <a:bodyPr/>
          <a:lstStyle/>
          <a:p>
            <a:r>
              <a:rPr lang="en-US" dirty="0"/>
              <a:t>Header 3</a:t>
            </a:r>
          </a:p>
        </p:txBody>
      </p:sp>
      <p:sp>
        <p:nvSpPr>
          <p:cNvPr id="3" name="Content Placeholder 2">
            <a:extLst>
              <a:ext uri="{FF2B5EF4-FFF2-40B4-BE49-F238E27FC236}">
                <a16:creationId xmlns:a16="http://schemas.microsoft.com/office/drawing/2014/main" id="{C48D6161-8903-9463-006E-880D8309CA2A}"/>
              </a:ext>
            </a:extLst>
          </p:cNvPr>
          <p:cNvSpPr>
            <a:spLocks noGrp="1"/>
          </p:cNvSpPr>
          <p:nvPr>
            <p:ph sz="half" idx="13"/>
          </p:nvPr>
        </p:nvSpPr>
        <p:spPr>
          <a:xfrm>
            <a:off x="8040624" y="2084069"/>
            <a:ext cx="3511296" cy="4134169"/>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2044179006"/>
      </p:ext>
    </p:extLst>
  </p:cSld>
  <p:clrMapOvr>
    <a:masterClrMapping/>
  </p:clrMapOvr>
  <p:transition spd="slow">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41604" y="347472"/>
            <a:ext cx="10908792" cy="640080"/>
          </a:xfrm>
        </p:spPr>
        <p:txBody>
          <a:bodyPr/>
          <a:lstStyle/>
          <a:p>
            <a:r>
              <a:rPr lang="en-US" dirty="0"/>
              <a:t>Four Columns with Headers</a:t>
            </a:r>
          </a:p>
        </p:txBody>
      </p:sp>
      <p:sp>
        <p:nvSpPr>
          <p:cNvPr id="9" name="Text Placeholder 8">
            <a:extLst>
              <a:ext uri="{FF2B5EF4-FFF2-40B4-BE49-F238E27FC236}">
                <a16:creationId xmlns:a16="http://schemas.microsoft.com/office/drawing/2014/main" id="{BD9CB297-D8BD-3312-0FE8-B668B7B5C43C}"/>
              </a:ext>
            </a:extLst>
          </p:cNvPr>
          <p:cNvSpPr>
            <a:spLocks noGrp="1"/>
          </p:cNvSpPr>
          <p:nvPr>
            <p:ph type="body" sz="quarter" idx="10"/>
          </p:nvPr>
        </p:nvSpPr>
        <p:spPr>
          <a:xfrm>
            <a:off x="639763" y="1352550"/>
            <a:ext cx="2590640" cy="731520"/>
          </a:xfrm>
        </p:spPr>
        <p:txBody>
          <a:bodyPr/>
          <a:lstStyle/>
          <a:p>
            <a:r>
              <a:rPr lang="en-US" dirty="0"/>
              <a:t>Header 1</a:t>
            </a:r>
          </a:p>
        </p:txBody>
      </p:sp>
      <p:sp>
        <p:nvSpPr>
          <p:cNvPr id="284" name="Subtitle And Bullet Text 1"/>
          <p:cNvSpPr txBox="1">
            <a:spLocks noGrp="1"/>
          </p:cNvSpPr>
          <p:nvPr>
            <p:ph sz="half" idx="1"/>
          </p:nvPr>
        </p:nvSpPr>
        <p:spPr>
          <a:xfrm>
            <a:off x="640079" y="2084069"/>
            <a:ext cx="2590801" cy="4134169"/>
          </a:xfrm>
        </p:spPr>
        <p:txBody>
          <a:bodyPr>
            <a:normAutofit/>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10" name="Text Placeholder 9">
            <a:extLst>
              <a:ext uri="{FF2B5EF4-FFF2-40B4-BE49-F238E27FC236}">
                <a16:creationId xmlns:a16="http://schemas.microsoft.com/office/drawing/2014/main" id="{260D7BD8-D23C-0DC1-9E0B-3F8F3AC6D98F}"/>
              </a:ext>
            </a:extLst>
          </p:cNvPr>
          <p:cNvSpPr>
            <a:spLocks noGrp="1"/>
          </p:cNvSpPr>
          <p:nvPr>
            <p:ph type="body" sz="quarter" idx="12"/>
          </p:nvPr>
        </p:nvSpPr>
        <p:spPr>
          <a:xfrm>
            <a:off x="3413443" y="1352550"/>
            <a:ext cx="2590640" cy="731520"/>
          </a:xfrm>
        </p:spPr>
        <p:txBody>
          <a:bodyPr/>
          <a:lstStyle/>
          <a:p>
            <a:r>
              <a:rPr lang="en-US" dirty="0"/>
              <a:t>Header 2</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17"/>
          </p:nvPr>
        </p:nvSpPr>
        <p:spPr>
          <a:xfrm>
            <a:off x="3413443" y="2084069"/>
            <a:ext cx="2590801" cy="4134169"/>
          </a:xfrm>
        </p:spPr>
        <p:txBody>
          <a:bodyPr>
            <a:normAutofit/>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4" name="Text Placeholder 3">
            <a:extLst>
              <a:ext uri="{FF2B5EF4-FFF2-40B4-BE49-F238E27FC236}">
                <a16:creationId xmlns:a16="http://schemas.microsoft.com/office/drawing/2014/main" id="{37A2F526-8DBF-FD05-E143-D3C15F9DB9CD}"/>
              </a:ext>
            </a:extLst>
          </p:cNvPr>
          <p:cNvSpPr>
            <a:spLocks noGrp="1"/>
          </p:cNvSpPr>
          <p:nvPr>
            <p:ph type="body" sz="quarter" idx="14"/>
          </p:nvPr>
        </p:nvSpPr>
        <p:spPr>
          <a:xfrm>
            <a:off x="6187600" y="1352550"/>
            <a:ext cx="2590640" cy="731520"/>
          </a:xfrm>
        </p:spPr>
        <p:txBody>
          <a:bodyPr/>
          <a:lstStyle/>
          <a:p>
            <a:r>
              <a:rPr lang="en-US" dirty="0"/>
              <a:t>Header 3</a:t>
            </a:r>
          </a:p>
        </p:txBody>
      </p:sp>
      <p:sp>
        <p:nvSpPr>
          <p:cNvPr id="3" name="Content Placeholder 2">
            <a:extLst>
              <a:ext uri="{FF2B5EF4-FFF2-40B4-BE49-F238E27FC236}">
                <a16:creationId xmlns:a16="http://schemas.microsoft.com/office/drawing/2014/main" id="{C48D6161-8903-9463-006E-880D8309CA2A}"/>
              </a:ext>
            </a:extLst>
          </p:cNvPr>
          <p:cNvSpPr>
            <a:spLocks noGrp="1"/>
          </p:cNvSpPr>
          <p:nvPr>
            <p:ph sz="half" idx="18"/>
          </p:nvPr>
        </p:nvSpPr>
        <p:spPr>
          <a:xfrm>
            <a:off x="6187600" y="2084069"/>
            <a:ext cx="2590801" cy="4134169"/>
          </a:xfrm>
        </p:spPr>
        <p:txBody>
          <a:bodyPr>
            <a:normAutofit/>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6" name="Text Placeholder 5">
            <a:extLst>
              <a:ext uri="{FF2B5EF4-FFF2-40B4-BE49-F238E27FC236}">
                <a16:creationId xmlns:a16="http://schemas.microsoft.com/office/drawing/2014/main" id="{6C3E7B67-7F0B-B6DB-34E8-E5FCB8531626}"/>
              </a:ext>
            </a:extLst>
          </p:cNvPr>
          <p:cNvSpPr>
            <a:spLocks noGrp="1"/>
          </p:cNvSpPr>
          <p:nvPr>
            <p:ph type="body" sz="quarter" idx="16"/>
          </p:nvPr>
        </p:nvSpPr>
        <p:spPr>
          <a:xfrm>
            <a:off x="8961598" y="1352550"/>
            <a:ext cx="2590640" cy="731520"/>
          </a:xfrm>
        </p:spPr>
        <p:txBody>
          <a:bodyPr/>
          <a:lstStyle/>
          <a:p>
            <a:r>
              <a:rPr lang="en-US" dirty="0"/>
              <a:t>Header 4</a:t>
            </a:r>
          </a:p>
        </p:txBody>
      </p:sp>
      <p:sp>
        <p:nvSpPr>
          <p:cNvPr id="17" name="Content Placeholder 16">
            <a:extLst>
              <a:ext uri="{FF2B5EF4-FFF2-40B4-BE49-F238E27FC236}">
                <a16:creationId xmlns:a16="http://schemas.microsoft.com/office/drawing/2014/main" id="{4EF05E8C-D452-846A-EB00-7DF419C91068}"/>
              </a:ext>
            </a:extLst>
          </p:cNvPr>
          <p:cNvSpPr>
            <a:spLocks noGrp="1"/>
          </p:cNvSpPr>
          <p:nvPr>
            <p:ph sz="half" idx="19"/>
          </p:nvPr>
        </p:nvSpPr>
        <p:spPr>
          <a:xfrm>
            <a:off x="8961598" y="2084069"/>
            <a:ext cx="2590801" cy="4134169"/>
          </a:xfrm>
        </p:spPr>
        <p:txBody>
          <a:bodyPr>
            <a:normAutofit/>
          </a:bodyPr>
          <a:lstStyle/>
          <a:p>
            <a:r>
              <a:rPr lang="en-US" dirty="0"/>
              <a:t>Main bullet text goes here</a:t>
            </a:r>
          </a:p>
          <a:p>
            <a:pPr lvl="1"/>
            <a:r>
              <a:rPr lang="en-US" dirty="0"/>
              <a:t>Sub bullet text goes here</a:t>
            </a:r>
          </a:p>
          <a:p>
            <a:pPr lvl="1"/>
            <a:r>
              <a:rPr lang="en-US" dirty="0"/>
              <a:t>Use the Increase/ 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407624233"/>
      </p:ext>
    </p:extLst>
  </p:cSld>
  <p:clrMapOvr>
    <a:masterClrMapping/>
  </p:clrMapOvr>
  <p:transition spd="slow">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41604" y="347472"/>
            <a:ext cx="10908792" cy="640080"/>
          </a:xfrm>
        </p:spPr>
        <p:txBody>
          <a:bodyPr/>
          <a:lstStyle/>
          <a:p>
            <a:r>
              <a:rPr lang="en-US" dirty="0"/>
              <a:t>Four by Four Grid</a:t>
            </a:r>
          </a:p>
        </p:txBody>
      </p:sp>
      <p:sp>
        <p:nvSpPr>
          <p:cNvPr id="284" name="Subtitle And Bullet Text 1"/>
          <p:cNvSpPr txBox="1">
            <a:spLocks noGrp="1"/>
          </p:cNvSpPr>
          <p:nvPr>
            <p:ph sz="half" idx="1"/>
          </p:nvPr>
        </p:nvSpPr>
        <p:spPr>
          <a:xfrm>
            <a:off x="640079" y="1350964"/>
            <a:ext cx="5273041" cy="2250598"/>
          </a:xfrm>
        </p:spPr>
        <p:txBody>
          <a:bodyPr>
            <a:normAutofit/>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10"/>
          </p:nvPr>
        </p:nvSpPr>
        <p:spPr>
          <a:xfrm>
            <a:off x="6279197" y="1350964"/>
            <a:ext cx="5273041" cy="2250598"/>
          </a:xfrm>
        </p:spPr>
        <p:txBody>
          <a:bodyPr>
            <a:normAutofit/>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4" name="Content Placeholder 3">
            <a:extLst>
              <a:ext uri="{FF2B5EF4-FFF2-40B4-BE49-F238E27FC236}">
                <a16:creationId xmlns:a16="http://schemas.microsoft.com/office/drawing/2014/main" id="{CB427287-AC35-4843-7D0D-9EB935C33E3B}"/>
              </a:ext>
            </a:extLst>
          </p:cNvPr>
          <p:cNvSpPr>
            <a:spLocks noGrp="1"/>
          </p:cNvSpPr>
          <p:nvPr>
            <p:ph sz="half" idx="11"/>
          </p:nvPr>
        </p:nvSpPr>
        <p:spPr>
          <a:xfrm>
            <a:off x="640080" y="3966051"/>
            <a:ext cx="5273041" cy="2066640"/>
          </a:xfrm>
        </p:spPr>
        <p:txBody>
          <a:bodyPr>
            <a:normAutofit lnSpcReduction="1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5" name="Content Placeholder 4">
            <a:extLst>
              <a:ext uri="{FF2B5EF4-FFF2-40B4-BE49-F238E27FC236}">
                <a16:creationId xmlns:a16="http://schemas.microsoft.com/office/drawing/2014/main" id="{7C6CA4DC-262A-43A7-5985-93CC6DAFC57C}"/>
              </a:ext>
            </a:extLst>
          </p:cNvPr>
          <p:cNvSpPr>
            <a:spLocks noGrp="1"/>
          </p:cNvSpPr>
          <p:nvPr>
            <p:ph sz="half" idx="12"/>
          </p:nvPr>
        </p:nvSpPr>
        <p:spPr>
          <a:xfrm>
            <a:off x="6277609" y="3966051"/>
            <a:ext cx="5273041" cy="2066640"/>
          </a:xfrm>
        </p:spPr>
        <p:txBody>
          <a:bodyPr>
            <a:normAutofit lnSpcReduction="1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3209480669"/>
      </p:ext>
    </p:extLst>
  </p:cSld>
  <p:clrMapOvr>
    <a:masterClrMapping/>
  </p:clrMapOvr>
  <p:transition spd="slow">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 name="Single Title Line"/>
          <p:cNvSpPr txBox="1">
            <a:spLocks noGrp="1"/>
          </p:cNvSpPr>
          <p:nvPr>
            <p:ph type="title"/>
          </p:nvPr>
        </p:nvSpPr>
        <p:spPr>
          <a:xfrm>
            <a:off x="639762" y="347472"/>
            <a:ext cx="10911840" cy="640080"/>
          </a:xfrm>
        </p:spPr>
        <p:txBody>
          <a:bodyPr/>
          <a:lstStyle/>
          <a:p>
            <a:r>
              <a:rPr lang="en-US" dirty="0"/>
              <a:t>Four by Four Grid with Headers</a:t>
            </a:r>
          </a:p>
        </p:txBody>
      </p:sp>
      <p:sp>
        <p:nvSpPr>
          <p:cNvPr id="3" name="Text Placeholder 2">
            <a:extLst>
              <a:ext uri="{FF2B5EF4-FFF2-40B4-BE49-F238E27FC236}">
                <a16:creationId xmlns:a16="http://schemas.microsoft.com/office/drawing/2014/main" id="{76D4F115-818D-B9C5-4668-F19F14719584}"/>
              </a:ext>
            </a:extLst>
          </p:cNvPr>
          <p:cNvSpPr>
            <a:spLocks noGrp="1"/>
          </p:cNvSpPr>
          <p:nvPr>
            <p:ph type="body" sz="quarter" idx="10"/>
          </p:nvPr>
        </p:nvSpPr>
        <p:spPr>
          <a:xfrm>
            <a:off x="639762" y="1352550"/>
            <a:ext cx="5367528" cy="457200"/>
          </a:xfrm>
        </p:spPr>
        <p:txBody>
          <a:bodyPr/>
          <a:lstStyle/>
          <a:p>
            <a:r>
              <a:rPr lang="en-US" dirty="0"/>
              <a:t>Header 1</a:t>
            </a:r>
          </a:p>
        </p:txBody>
      </p:sp>
      <p:sp>
        <p:nvSpPr>
          <p:cNvPr id="284" name="Subtitle And Bullet Text 1"/>
          <p:cNvSpPr txBox="1">
            <a:spLocks noGrp="1"/>
          </p:cNvSpPr>
          <p:nvPr>
            <p:ph sz="half" idx="1"/>
          </p:nvPr>
        </p:nvSpPr>
        <p:spPr>
          <a:xfrm>
            <a:off x="639762" y="1809751"/>
            <a:ext cx="5367528" cy="1881822"/>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6" name="Text Placeholder 5">
            <a:extLst>
              <a:ext uri="{FF2B5EF4-FFF2-40B4-BE49-F238E27FC236}">
                <a16:creationId xmlns:a16="http://schemas.microsoft.com/office/drawing/2014/main" id="{E9F008F5-F282-4185-7948-DD12A68F0DFF}"/>
              </a:ext>
            </a:extLst>
          </p:cNvPr>
          <p:cNvSpPr>
            <a:spLocks noGrp="1"/>
          </p:cNvSpPr>
          <p:nvPr>
            <p:ph type="body" sz="quarter" idx="12"/>
          </p:nvPr>
        </p:nvSpPr>
        <p:spPr>
          <a:xfrm>
            <a:off x="6184074" y="1352550"/>
            <a:ext cx="5367528" cy="457200"/>
          </a:xfrm>
        </p:spPr>
        <p:txBody>
          <a:bodyPr/>
          <a:lstStyle/>
          <a:p>
            <a:r>
              <a:rPr lang="en-US" dirty="0"/>
              <a:t>Header 2</a:t>
            </a:r>
          </a:p>
        </p:txBody>
      </p:sp>
      <p:sp>
        <p:nvSpPr>
          <p:cNvPr id="2" name="Content Placeholder 1">
            <a:extLst>
              <a:ext uri="{FF2B5EF4-FFF2-40B4-BE49-F238E27FC236}">
                <a16:creationId xmlns:a16="http://schemas.microsoft.com/office/drawing/2014/main" id="{7E48CEBF-CF0B-9E2A-EB49-A6E693D43D56}"/>
              </a:ext>
            </a:extLst>
          </p:cNvPr>
          <p:cNvSpPr>
            <a:spLocks noGrp="1"/>
          </p:cNvSpPr>
          <p:nvPr>
            <p:ph sz="half" idx="11"/>
          </p:nvPr>
        </p:nvSpPr>
        <p:spPr>
          <a:xfrm>
            <a:off x="6184074" y="1809751"/>
            <a:ext cx="5367528" cy="1881822"/>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7" name="Text Placeholder 6">
            <a:extLst>
              <a:ext uri="{FF2B5EF4-FFF2-40B4-BE49-F238E27FC236}">
                <a16:creationId xmlns:a16="http://schemas.microsoft.com/office/drawing/2014/main" id="{DDEA7923-5BAC-49E2-BC50-F9CEED1DD033}"/>
              </a:ext>
            </a:extLst>
          </p:cNvPr>
          <p:cNvSpPr>
            <a:spLocks noGrp="1"/>
          </p:cNvSpPr>
          <p:nvPr>
            <p:ph type="body" sz="quarter" idx="14"/>
          </p:nvPr>
        </p:nvSpPr>
        <p:spPr>
          <a:xfrm>
            <a:off x="639762" y="3877627"/>
            <a:ext cx="5367528" cy="457200"/>
          </a:xfrm>
        </p:spPr>
        <p:txBody>
          <a:bodyPr/>
          <a:lstStyle/>
          <a:p>
            <a:r>
              <a:rPr lang="en-US" dirty="0"/>
              <a:t>Header 3</a:t>
            </a:r>
          </a:p>
        </p:txBody>
      </p:sp>
      <p:sp>
        <p:nvSpPr>
          <p:cNvPr id="4" name="Content Placeholder 3">
            <a:extLst>
              <a:ext uri="{FF2B5EF4-FFF2-40B4-BE49-F238E27FC236}">
                <a16:creationId xmlns:a16="http://schemas.microsoft.com/office/drawing/2014/main" id="{CB427287-AC35-4843-7D0D-9EB935C33E3B}"/>
              </a:ext>
            </a:extLst>
          </p:cNvPr>
          <p:cNvSpPr>
            <a:spLocks noGrp="1"/>
          </p:cNvSpPr>
          <p:nvPr>
            <p:ph sz="half" idx="13"/>
          </p:nvPr>
        </p:nvSpPr>
        <p:spPr>
          <a:xfrm>
            <a:off x="639762" y="4334828"/>
            <a:ext cx="5367528" cy="1881822"/>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8" name="Text Placeholder 7">
            <a:extLst>
              <a:ext uri="{FF2B5EF4-FFF2-40B4-BE49-F238E27FC236}">
                <a16:creationId xmlns:a16="http://schemas.microsoft.com/office/drawing/2014/main" id="{9D78D0C6-BD7F-2402-169B-0BB6353AF1EF}"/>
              </a:ext>
            </a:extLst>
          </p:cNvPr>
          <p:cNvSpPr>
            <a:spLocks noGrp="1"/>
          </p:cNvSpPr>
          <p:nvPr>
            <p:ph type="body" sz="quarter" idx="16"/>
          </p:nvPr>
        </p:nvSpPr>
        <p:spPr>
          <a:xfrm>
            <a:off x="6184074" y="3877627"/>
            <a:ext cx="5367528" cy="457200"/>
          </a:xfrm>
        </p:spPr>
        <p:txBody>
          <a:bodyPr/>
          <a:lstStyle/>
          <a:p>
            <a:r>
              <a:rPr lang="en-US" dirty="0"/>
              <a:t>Header 4</a:t>
            </a:r>
          </a:p>
        </p:txBody>
      </p:sp>
      <p:sp>
        <p:nvSpPr>
          <p:cNvPr id="5" name="Content Placeholder 4">
            <a:extLst>
              <a:ext uri="{FF2B5EF4-FFF2-40B4-BE49-F238E27FC236}">
                <a16:creationId xmlns:a16="http://schemas.microsoft.com/office/drawing/2014/main" id="{7C6CA4DC-262A-43A7-5985-93CC6DAFC57C}"/>
              </a:ext>
            </a:extLst>
          </p:cNvPr>
          <p:cNvSpPr>
            <a:spLocks noGrp="1"/>
          </p:cNvSpPr>
          <p:nvPr>
            <p:ph sz="half" idx="15"/>
          </p:nvPr>
        </p:nvSpPr>
        <p:spPr>
          <a:xfrm>
            <a:off x="6184074" y="4334828"/>
            <a:ext cx="5367528" cy="1881822"/>
          </a:xfrm>
        </p:spPr>
        <p:txBody>
          <a:bodyPr>
            <a:normAutofit fontScale="92500" lnSpcReduction="20000"/>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Tree>
    <p:extLst>
      <p:ext uri="{BB962C8B-B14F-4D97-AF65-F5344CB8AC3E}">
        <p14:creationId xmlns:p14="http://schemas.microsoft.com/office/powerpoint/2010/main" val="370103926"/>
      </p:ext>
    </p:extLst>
  </p:cSld>
  <p:clrMapOvr>
    <a:masterClrMapping/>
  </p:clrMapOvr>
  <p:transition spd="slow">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C466140-4098-0DB4-1FDB-F7C2D8B08B6F}"/>
              </a:ext>
            </a:extLst>
          </p:cNvPr>
          <p:cNvSpPr>
            <a:spLocks noGrp="1"/>
          </p:cNvSpPr>
          <p:nvPr>
            <p:ph type="title"/>
          </p:nvPr>
        </p:nvSpPr>
        <p:spPr>
          <a:xfrm>
            <a:off x="1044713" y="2051164"/>
            <a:ext cx="2527976" cy="2753150"/>
          </a:xfrm>
        </p:spPr>
        <p:txBody>
          <a:bodyPr/>
          <a:lstStyle/>
          <a:p>
            <a:r>
              <a:rPr lang="en-US" dirty="0"/>
              <a:t>Top Two Takeaways</a:t>
            </a:r>
          </a:p>
        </p:txBody>
      </p:sp>
      <p:sp>
        <p:nvSpPr>
          <p:cNvPr id="19" name="Text Placeholder 18">
            <a:extLst>
              <a:ext uri="{FF2B5EF4-FFF2-40B4-BE49-F238E27FC236}">
                <a16:creationId xmlns:a16="http://schemas.microsoft.com/office/drawing/2014/main" id="{80977B00-C616-7109-C3A8-9938D2CAC330}"/>
              </a:ext>
            </a:extLst>
          </p:cNvPr>
          <p:cNvSpPr>
            <a:spLocks noGrp="1"/>
          </p:cNvSpPr>
          <p:nvPr>
            <p:ph type="body" sz="quarter" idx="12"/>
          </p:nvPr>
        </p:nvSpPr>
        <p:spPr>
          <a:xfrm>
            <a:off x="4343398" y="1648828"/>
            <a:ext cx="1594925" cy="1591056"/>
          </a:xfrm>
        </p:spPr>
        <p:txBody>
          <a:bodyPr/>
          <a:lstStyle/>
          <a:p>
            <a:r>
              <a:rPr lang="en-US"/>
              <a:t>1</a:t>
            </a:r>
            <a:endParaRPr lang="en-US" dirty="0"/>
          </a:p>
        </p:txBody>
      </p:sp>
      <p:sp>
        <p:nvSpPr>
          <p:cNvPr id="20" name="Content Placeholder 19">
            <a:extLst>
              <a:ext uri="{FF2B5EF4-FFF2-40B4-BE49-F238E27FC236}">
                <a16:creationId xmlns:a16="http://schemas.microsoft.com/office/drawing/2014/main" id="{6D435E55-118A-C9E1-CCC7-CC7C8204172F}"/>
              </a:ext>
            </a:extLst>
          </p:cNvPr>
          <p:cNvSpPr>
            <a:spLocks noGrp="1"/>
          </p:cNvSpPr>
          <p:nvPr>
            <p:ph idx="1"/>
          </p:nvPr>
        </p:nvSpPr>
        <p:spPr>
          <a:xfrm>
            <a:off x="5938322" y="1648828"/>
            <a:ext cx="5613915" cy="1591056"/>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p>
        </p:txBody>
      </p:sp>
      <p:sp>
        <p:nvSpPr>
          <p:cNvPr id="21" name="Text Placeholder 20">
            <a:extLst>
              <a:ext uri="{FF2B5EF4-FFF2-40B4-BE49-F238E27FC236}">
                <a16:creationId xmlns:a16="http://schemas.microsoft.com/office/drawing/2014/main" id="{25F3B58D-CCBE-DC1F-FB06-3E1A048CB7CF}"/>
              </a:ext>
            </a:extLst>
          </p:cNvPr>
          <p:cNvSpPr>
            <a:spLocks noGrp="1"/>
          </p:cNvSpPr>
          <p:nvPr>
            <p:ph type="body" sz="quarter" idx="13"/>
          </p:nvPr>
        </p:nvSpPr>
        <p:spPr>
          <a:xfrm>
            <a:off x="4343398" y="3615596"/>
            <a:ext cx="1594925" cy="1591056"/>
          </a:xfrm>
        </p:spPr>
        <p:txBody>
          <a:bodyPr/>
          <a:lstStyle/>
          <a:p>
            <a:r>
              <a:rPr lang="en-US"/>
              <a:t>2</a:t>
            </a:r>
            <a:endParaRPr lang="en-US" dirty="0"/>
          </a:p>
        </p:txBody>
      </p:sp>
      <p:sp>
        <p:nvSpPr>
          <p:cNvPr id="22" name="Content Placeholder 21">
            <a:extLst>
              <a:ext uri="{FF2B5EF4-FFF2-40B4-BE49-F238E27FC236}">
                <a16:creationId xmlns:a16="http://schemas.microsoft.com/office/drawing/2014/main" id="{6BCC6781-EEE1-B7A5-462C-885193E2B127}"/>
              </a:ext>
            </a:extLst>
          </p:cNvPr>
          <p:cNvSpPr>
            <a:spLocks noGrp="1"/>
          </p:cNvSpPr>
          <p:nvPr>
            <p:ph idx="14"/>
          </p:nvPr>
        </p:nvSpPr>
        <p:spPr>
          <a:xfrm>
            <a:off x="5938322" y="3615596"/>
            <a:ext cx="5613915" cy="1591056"/>
          </a:xfrm>
        </p:spPr>
        <p:txBody>
          <a:bodyPr/>
          <a:lstStyle/>
          <a:p>
            <a:r>
              <a:rPr lang="en-US"/>
              <a:t>Ut enim ad minim veniam, quis nostrud exercitation ullamco laboris nisi</a:t>
            </a:r>
            <a:endParaRPr lang="en-US" dirty="0"/>
          </a:p>
        </p:txBody>
      </p:sp>
    </p:spTree>
    <p:extLst>
      <p:ext uri="{BB962C8B-B14F-4D97-AF65-F5344CB8AC3E}">
        <p14:creationId xmlns:p14="http://schemas.microsoft.com/office/powerpoint/2010/main" val="1432296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C466140-4098-0DB4-1FDB-F7C2D8B08B6F}"/>
              </a:ext>
            </a:extLst>
          </p:cNvPr>
          <p:cNvSpPr>
            <a:spLocks noGrp="1"/>
          </p:cNvSpPr>
          <p:nvPr>
            <p:ph type="title"/>
          </p:nvPr>
        </p:nvSpPr>
        <p:spPr>
          <a:xfrm>
            <a:off x="1044713" y="1042416"/>
            <a:ext cx="2527976" cy="4773170"/>
          </a:xfrm>
        </p:spPr>
        <p:txBody>
          <a:bodyPr/>
          <a:lstStyle/>
          <a:p>
            <a:r>
              <a:rPr lang="en-US" dirty="0"/>
              <a:t>Top Three Takeaways</a:t>
            </a:r>
          </a:p>
        </p:txBody>
      </p:sp>
      <p:sp>
        <p:nvSpPr>
          <p:cNvPr id="19" name="Text Placeholder 18">
            <a:extLst>
              <a:ext uri="{FF2B5EF4-FFF2-40B4-BE49-F238E27FC236}">
                <a16:creationId xmlns:a16="http://schemas.microsoft.com/office/drawing/2014/main" id="{80977B00-C616-7109-C3A8-9938D2CAC330}"/>
              </a:ext>
            </a:extLst>
          </p:cNvPr>
          <p:cNvSpPr>
            <a:spLocks noGrp="1"/>
          </p:cNvSpPr>
          <p:nvPr>
            <p:ph type="body" sz="quarter" idx="12"/>
          </p:nvPr>
        </p:nvSpPr>
        <p:spPr>
          <a:xfrm>
            <a:off x="4343398" y="641031"/>
            <a:ext cx="1619348" cy="1614066"/>
          </a:xfrm>
        </p:spPr>
        <p:txBody>
          <a:bodyPr/>
          <a:lstStyle/>
          <a:p>
            <a:r>
              <a:rPr lang="en-US" dirty="0"/>
              <a:t>1</a:t>
            </a:r>
          </a:p>
        </p:txBody>
      </p:sp>
      <p:sp>
        <p:nvSpPr>
          <p:cNvPr id="20" name="Content Placeholder 19">
            <a:extLst>
              <a:ext uri="{FF2B5EF4-FFF2-40B4-BE49-F238E27FC236}">
                <a16:creationId xmlns:a16="http://schemas.microsoft.com/office/drawing/2014/main" id="{6D435E55-118A-C9E1-CCC7-CC7C8204172F}"/>
              </a:ext>
            </a:extLst>
          </p:cNvPr>
          <p:cNvSpPr>
            <a:spLocks noGrp="1"/>
          </p:cNvSpPr>
          <p:nvPr>
            <p:ph idx="1"/>
          </p:nvPr>
        </p:nvSpPr>
        <p:spPr>
          <a:xfrm>
            <a:off x="5962746" y="641031"/>
            <a:ext cx="5586876" cy="1614066"/>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p>
        </p:txBody>
      </p:sp>
      <p:sp>
        <p:nvSpPr>
          <p:cNvPr id="21" name="Text Placeholder 20">
            <a:extLst>
              <a:ext uri="{FF2B5EF4-FFF2-40B4-BE49-F238E27FC236}">
                <a16:creationId xmlns:a16="http://schemas.microsoft.com/office/drawing/2014/main" id="{25F3B58D-CCBE-DC1F-FB06-3E1A048CB7CF}"/>
              </a:ext>
            </a:extLst>
          </p:cNvPr>
          <p:cNvSpPr>
            <a:spLocks noGrp="1"/>
          </p:cNvSpPr>
          <p:nvPr>
            <p:ph type="body" sz="quarter" idx="13"/>
          </p:nvPr>
        </p:nvSpPr>
        <p:spPr>
          <a:xfrm>
            <a:off x="4343398" y="2621967"/>
            <a:ext cx="1619348" cy="1614066"/>
          </a:xfrm>
        </p:spPr>
        <p:txBody>
          <a:bodyPr/>
          <a:lstStyle/>
          <a:p>
            <a:r>
              <a:rPr lang="en-US" dirty="0"/>
              <a:t>2</a:t>
            </a:r>
          </a:p>
        </p:txBody>
      </p:sp>
      <p:sp>
        <p:nvSpPr>
          <p:cNvPr id="22" name="Content Placeholder 21">
            <a:extLst>
              <a:ext uri="{FF2B5EF4-FFF2-40B4-BE49-F238E27FC236}">
                <a16:creationId xmlns:a16="http://schemas.microsoft.com/office/drawing/2014/main" id="{6BCC6781-EEE1-B7A5-462C-885193E2B127}"/>
              </a:ext>
            </a:extLst>
          </p:cNvPr>
          <p:cNvSpPr>
            <a:spLocks noGrp="1"/>
          </p:cNvSpPr>
          <p:nvPr>
            <p:ph idx="14"/>
          </p:nvPr>
        </p:nvSpPr>
        <p:spPr>
          <a:xfrm>
            <a:off x="5962746" y="2621967"/>
            <a:ext cx="5586876" cy="1614066"/>
          </a:xfrm>
        </p:spPr>
        <p:txBody>
          <a:bodyPr/>
          <a:lstStyle/>
          <a:p>
            <a:r>
              <a:rPr lang="en-US" dirty="0"/>
              <a:t>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a:t>
            </a:r>
          </a:p>
        </p:txBody>
      </p:sp>
      <p:sp>
        <p:nvSpPr>
          <p:cNvPr id="23" name="Text Placeholder 22">
            <a:extLst>
              <a:ext uri="{FF2B5EF4-FFF2-40B4-BE49-F238E27FC236}">
                <a16:creationId xmlns:a16="http://schemas.microsoft.com/office/drawing/2014/main" id="{9DCE0AF8-C9EE-1856-2373-48DD2787A12A}"/>
              </a:ext>
            </a:extLst>
          </p:cNvPr>
          <p:cNvSpPr>
            <a:spLocks noGrp="1"/>
          </p:cNvSpPr>
          <p:nvPr>
            <p:ph type="body" sz="quarter" idx="15"/>
          </p:nvPr>
        </p:nvSpPr>
        <p:spPr>
          <a:xfrm>
            <a:off x="4343398" y="4601475"/>
            <a:ext cx="1619348" cy="1614066"/>
          </a:xfrm>
        </p:spPr>
        <p:txBody>
          <a:bodyPr/>
          <a:lstStyle/>
          <a:p>
            <a:r>
              <a:rPr lang="en-US" dirty="0"/>
              <a:t>3</a:t>
            </a:r>
          </a:p>
        </p:txBody>
      </p:sp>
      <p:sp>
        <p:nvSpPr>
          <p:cNvPr id="24" name="Content Placeholder 23">
            <a:extLst>
              <a:ext uri="{FF2B5EF4-FFF2-40B4-BE49-F238E27FC236}">
                <a16:creationId xmlns:a16="http://schemas.microsoft.com/office/drawing/2014/main" id="{A5EB9C07-DF68-AA4C-B103-A5BDDD381F08}"/>
              </a:ext>
            </a:extLst>
          </p:cNvPr>
          <p:cNvSpPr>
            <a:spLocks noGrp="1"/>
          </p:cNvSpPr>
          <p:nvPr>
            <p:ph idx="16"/>
          </p:nvPr>
        </p:nvSpPr>
        <p:spPr>
          <a:xfrm>
            <a:off x="5962746" y="4601475"/>
            <a:ext cx="5586876" cy="1614066"/>
          </a:xfrm>
        </p:spPr>
        <p:txBody>
          <a:bodyPr/>
          <a:lstStyle/>
          <a:p>
            <a:r>
              <a:rPr lang="en-US" dirty="0"/>
              <a:t>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endParaRPr lang="en-US" dirty="0"/>
          </a:p>
        </p:txBody>
      </p:sp>
    </p:spTree>
    <p:extLst>
      <p:ext uri="{BB962C8B-B14F-4D97-AF65-F5344CB8AC3E}">
        <p14:creationId xmlns:p14="http://schemas.microsoft.com/office/powerpoint/2010/main" val="22541140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C466140-4098-0DB4-1FDB-F7C2D8B08B6F}"/>
              </a:ext>
            </a:extLst>
          </p:cNvPr>
          <p:cNvSpPr>
            <a:spLocks noGrp="1"/>
          </p:cNvSpPr>
          <p:nvPr>
            <p:ph type="title"/>
          </p:nvPr>
        </p:nvSpPr>
        <p:spPr>
          <a:xfrm>
            <a:off x="1044713" y="1042416"/>
            <a:ext cx="2527976" cy="4773170"/>
          </a:xfrm>
        </p:spPr>
        <p:txBody>
          <a:bodyPr/>
          <a:lstStyle/>
          <a:p>
            <a:r>
              <a:rPr lang="en-US" dirty="0"/>
              <a:t>Top Four Takeaways</a:t>
            </a:r>
          </a:p>
        </p:txBody>
      </p:sp>
      <p:sp>
        <p:nvSpPr>
          <p:cNvPr id="19" name="Text Placeholder 18">
            <a:extLst>
              <a:ext uri="{FF2B5EF4-FFF2-40B4-BE49-F238E27FC236}">
                <a16:creationId xmlns:a16="http://schemas.microsoft.com/office/drawing/2014/main" id="{80977B00-C616-7109-C3A8-9938D2CAC330}"/>
              </a:ext>
            </a:extLst>
          </p:cNvPr>
          <p:cNvSpPr>
            <a:spLocks noGrp="1"/>
          </p:cNvSpPr>
          <p:nvPr>
            <p:ph type="body" sz="quarter" idx="12"/>
          </p:nvPr>
        </p:nvSpPr>
        <p:spPr>
          <a:xfrm>
            <a:off x="4343399" y="639763"/>
            <a:ext cx="1263462" cy="1259341"/>
          </a:xfrm>
        </p:spPr>
        <p:txBody>
          <a:bodyPr/>
          <a:lstStyle/>
          <a:p>
            <a:r>
              <a:rPr lang="en-US" dirty="0"/>
              <a:t>1</a:t>
            </a:r>
          </a:p>
        </p:txBody>
      </p:sp>
      <p:sp>
        <p:nvSpPr>
          <p:cNvPr id="20" name="Content Placeholder 19">
            <a:extLst>
              <a:ext uri="{FF2B5EF4-FFF2-40B4-BE49-F238E27FC236}">
                <a16:creationId xmlns:a16="http://schemas.microsoft.com/office/drawing/2014/main" id="{6D435E55-118A-C9E1-CCC7-CC7C8204172F}"/>
              </a:ext>
            </a:extLst>
          </p:cNvPr>
          <p:cNvSpPr>
            <a:spLocks noGrp="1"/>
          </p:cNvSpPr>
          <p:nvPr>
            <p:ph idx="1"/>
          </p:nvPr>
        </p:nvSpPr>
        <p:spPr>
          <a:xfrm>
            <a:off x="5606861" y="639762"/>
            <a:ext cx="5945376" cy="1259341"/>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p>
        </p:txBody>
      </p:sp>
      <p:sp>
        <p:nvSpPr>
          <p:cNvPr id="21" name="Text Placeholder 20">
            <a:extLst>
              <a:ext uri="{FF2B5EF4-FFF2-40B4-BE49-F238E27FC236}">
                <a16:creationId xmlns:a16="http://schemas.microsoft.com/office/drawing/2014/main" id="{25F3B58D-CCBE-DC1F-FB06-3E1A048CB7CF}"/>
              </a:ext>
            </a:extLst>
          </p:cNvPr>
          <p:cNvSpPr>
            <a:spLocks noGrp="1"/>
          </p:cNvSpPr>
          <p:nvPr>
            <p:ph type="body" sz="quarter" idx="13"/>
          </p:nvPr>
        </p:nvSpPr>
        <p:spPr>
          <a:xfrm>
            <a:off x="4343399" y="2078943"/>
            <a:ext cx="1263462" cy="1259341"/>
          </a:xfrm>
        </p:spPr>
        <p:txBody>
          <a:bodyPr/>
          <a:lstStyle/>
          <a:p>
            <a:r>
              <a:rPr lang="en-US" dirty="0"/>
              <a:t>2</a:t>
            </a:r>
          </a:p>
        </p:txBody>
      </p:sp>
      <p:sp>
        <p:nvSpPr>
          <p:cNvPr id="22" name="Content Placeholder 21">
            <a:extLst>
              <a:ext uri="{FF2B5EF4-FFF2-40B4-BE49-F238E27FC236}">
                <a16:creationId xmlns:a16="http://schemas.microsoft.com/office/drawing/2014/main" id="{6BCC6781-EEE1-B7A5-462C-885193E2B127}"/>
              </a:ext>
            </a:extLst>
          </p:cNvPr>
          <p:cNvSpPr>
            <a:spLocks noGrp="1"/>
          </p:cNvSpPr>
          <p:nvPr>
            <p:ph idx="14"/>
          </p:nvPr>
        </p:nvSpPr>
        <p:spPr>
          <a:xfrm>
            <a:off x="5606861" y="2078942"/>
            <a:ext cx="5945376" cy="1259341"/>
          </a:xfrm>
        </p:spPr>
        <p:txBody>
          <a:bodyPr/>
          <a:lstStyle/>
          <a:p>
            <a:r>
              <a:rPr lang="en-US" dirty="0"/>
              <a:t>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a:t>
            </a:r>
          </a:p>
        </p:txBody>
      </p:sp>
      <p:sp>
        <p:nvSpPr>
          <p:cNvPr id="23" name="Text Placeholder 22">
            <a:extLst>
              <a:ext uri="{FF2B5EF4-FFF2-40B4-BE49-F238E27FC236}">
                <a16:creationId xmlns:a16="http://schemas.microsoft.com/office/drawing/2014/main" id="{9DCE0AF8-C9EE-1856-2373-48DD2787A12A}"/>
              </a:ext>
            </a:extLst>
          </p:cNvPr>
          <p:cNvSpPr>
            <a:spLocks noGrp="1"/>
          </p:cNvSpPr>
          <p:nvPr>
            <p:ph type="body" sz="quarter" idx="15"/>
          </p:nvPr>
        </p:nvSpPr>
        <p:spPr>
          <a:xfrm>
            <a:off x="4343399" y="3518122"/>
            <a:ext cx="1263462" cy="1259341"/>
          </a:xfrm>
        </p:spPr>
        <p:txBody>
          <a:bodyPr/>
          <a:lstStyle/>
          <a:p>
            <a:r>
              <a:rPr lang="en-US" dirty="0"/>
              <a:t>3</a:t>
            </a:r>
          </a:p>
        </p:txBody>
      </p:sp>
      <p:sp>
        <p:nvSpPr>
          <p:cNvPr id="24" name="Content Placeholder 23">
            <a:extLst>
              <a:ext uri="{FF2B5EF4-FFF2-40B4-BE49-F238E27FC236}">
                <a16:creationId xmlns:a16="http://schemas.microsoft.com/office/drawing/2014/main" id="{A5EB9C07-DF68-AA4C-B103-A5BDDD381F08}"/>
              </a:ext>
            </a:extLst>
          </p:cNvPr>
          <p:cNvSpPr>
            <a:spLocks noGrp="1"/>
          </p:cNvSpPr>
          <p:nvPr>
            <p:ph idx="16"/>
          </p:nvPr>
        </p:nvSpPr>
        <p:spPr>
          <a:xfrm>
            <a:off x="5606861" y="3518121"/>
            <a:ext cx="5945376" cy="1259341"/>
          </a:xfrm>
        </p:spPr>
        <p:txBody>
          <a:bodyPr/>
          <a:lstStyle/>
          <a:p>
            <a:r>
              <a:rPr lang="en-US" dirty="0"/>
              <a:t>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a:t>
            </a:r>
            <a:br>
              <a:rPr lang="en-US" dirty="0"/>
            </a:br>
            <a:r>
              <a:rPr lang="en-US" dirty="0"/>
              <a:t>dolore magna </a:t>
            </a:r>
            <a:r>
              <a:rPr lang="en-US" dirty="0" err="1"/>
              <a:t>aliqua</a:t>
            </a:r>
            <a:endParaRPr lang="en-US" dirty="0"/>
          </a:p>
        </p:txBody>
      </p:sp>
      <p:sp>
        <p:nvSpPr>
          <p:cNvPr id="25" name="Text Placeholder 24">
            <a:extLst>
              <a:ext uri="{FF2B5EF4-FFF2-40B4-BE49-F238E27FC236}">
                <a16:creationId xmlns:a16="http://schemas.microsoft.com/office/drawing/2014/main" id="{B4735315-4AA9-98BF-AFFE-C539A02230E9}"/>
              </a:ext>
            </a:extLst>
          </p:cNvPr>
          <p:cNvSpPr>
            <a:spLocks noGrp="1"/>
          </p:cNvSpPr>
          <p:nvPr>
            <p:ph type="body" sz="quarter" idx="17"/>
          </p:nvPr>
        </p:nvSpPr>
        <p:spPr>
          <a:xfrm>
            <a:off x="4343399" y="4957302"/>
            <a:ext cx="1263462" cy="1259341"/>
          </a:xfrm>
        </p:spPr>
        <p:txBody>
          <a:bodyPr/>
          <a:lstStyle/>
          <a:p>
            <a:r>
              <a:rPr lang="en-US" dirty="0"/>
              <a:t>4</a:t>
            </a:r>
          </a:p>
        </p:txBody>
      </p:sp>
      <p:sp>
        <p:nvSpPr>
          <p:cNvPr id="26" name="Content Placeholder 25">
            <a:extLst>
              <a:ext uri="{FF2B5EF4-FFF2-40B4-BE49-F238E27FC236}">
                <a16:creationId xmlns:a16="http://schemas.microsoft.com/office/drawing/2014/main" id="{49174824-691D-B300-C37A-4E4240BEE885}"/>
              </a:ext>
            </a:extLst>
          </p:cNvPr>
          <p:cNvSpPr>
            <a:spLocks noGrp="1"/>
          </p:cNvSpPr>
          <p:nvPr>
            <p:ph idx="18"/>
          </p:nvPr>
        </p:nvSpPr>
        <p:spPr>
          <a:xfrm>
            <a:off x="5606861" y="4957301"/>
            <a:ext cx="5945376" cy="1259341"/>
          </a:xfrm>
        </p:spPr>
        <p:txBody>
          <a:bodyPr/>
          <a:lstStyle/>
          <a:p>
            <a:r>
              <a:rPr lang="en-US" dirty="0"/>
              <a:t>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a:t>
            </a:r>
          </a:p>
        </p:txBody>
      </p:sp>
    </p:spTree>
    <p:extLst>
      <p:ext uri="{BB962C8B-B14F-4D97-AF65-F5344CB8AC3E}">
        <p14:creationId xmlns:p14="http://schemas.microsoft.com/office/powerpoint/2010/main" val="699860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C466140-4098-0DB4-1FDB-F7C2D8B08B6F}"/>
              </a:ext>
            </a:extLst>
          </p:cNvPr>
          <p:cNvSpPr>
            <a:spLocks noGrp="1"/>
          </p:cNvSpPr>
          <p:nvPr>
            <p:ph type="title"/>
          </p:nvPr>
        </p:nvSpPr>
        <p:spPr>
          <a:xfrm>
            <a:off x="1044713" y="1042416"/>
            <a:ext cx="2527976" cy="4773170"/>
          </a:xfrm>
        </p:spPr>
        <p:txBody>
          <a:bodyPr/>
          <a:lstStyle/>
          <a:p>
            <a:r>
              <a:rPr lang="en-US" dirty="0"/>
              <a:t>Top Five Takeaways</a:t>
            </a:r>
          </a:p>
        </p:txBody>
      </p:sp>
      <p:sp>
        <p:nvSpPr>
          <p:cNvPr id="19" name="Text Placeholder 18">
            <a:extLst>
              <a:ext uri="{FF2B5EF4-FFF2-40B4-BE49-F238E27FC236}">
                <a16:creationId xmlns:a16="http://schemas.microsoft.com/office/drawing/2014/main" id="{80977B00-C616-7109-C3A8-9938D2CAC330}"/>
              </a:ext>
            </a:extLst>
          </p:cNvPr>
          <p:cNvSpPr>
            <a:spLocks noGrp="1"/>
          </p:cNvSpPr>
          <p:nvPr>
            <p:ph type="body" sz="quarter" idx="12"/>
          </p:nvPr>
        </p:nvSpPr>
        <p:spPr>
          <a:xfrm>
            <a:off x="4343399" y="644808"/>
            <a:ext cx="969620" cy="966457"/>
          </a:xfrm>
        </p:spPr>
        <p:txBody>
          <a:bodyPr/>
          <a:lstStyle/>
          <a:p>
            <a:r>
              <a:rPr lang="en-US" dirty="0"/>
              <a:t>1</a:t>
            </a:r>
          </a:p>
        </p:txBody>
      </p:sp>
      <p:sp>
        <p:nvSpPr>
          <p:cNvPr id="20" name="Content Placeholder 19">
            <a:extLst>
              <a:ext uri="{FF2B5EF4-FFF2-40B4-BE49-F238E27FC236}">
                <a16:creationId xmlns:a16="http://schemas.microsoft.com/office/drawing/2014/main" id="{6D435E55-118A-C9E1-CCC7-CC7C8204172F}"/>
              </a:ext>
            </a:extLst>
          </p:cNvPr>
          <p:cNvSpPr>
            <a:spLocks noGrp="1"/>
          </p:cNvSpPr>
          <p:nvPr>
            <p:ph idx="1"/>
          </p:nvPr>
        </p:nvSpPr>
        <p:spPr>
          <a:xfrm>
            <a:off x="5313019" y="644807"/>
            <a:ext cx="6239218" cy="966461"/>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p>
        </p:txBody>
      </p:sp>
      <p:sp>
        <p:nvSpPr>
          <p:cNvPr id="21" name="Text Placeholder 20">
            <a:extLst>
              <a:ext uri="{FF2B5EF4-FFF2-40B4-BE49-F238E27FC236}">
                <a16:creationId xmlns:a16="http://schemas.microsoft.com/office/drawing/2014/main" id="{25F3B58D-CCBE-DC1F-FB06-3E1A048CB7CF}"/>
              </a:ext>
            </a:extLst>
          </p:cNvPr>
          <p:cNvSpPr>
            <a:spLocks noGrp="1"/>
          </p:cNvSpPr>
          <p:nvPr>
            <p:ph type="body" sz="quarter" idx="13"/>
          </p:nvPr>
        </p:nvSpPr>
        <p:spPr>
          <a:xfrm>
            <a:off x="4343399" y="1791427"/>
            <a:ext cx="969620" cy="966457"/>
          </a:xfrm>
        </p:spPr>
        <p:txBody>
          <a:bodyPr/>
          <a:lstStyle/>
          <a:p>
            <a:r>
              <a:rPr lang="en-US" dirty="0"/>
              <a:t>2</a:t>
            </a:r>
          </a:p>
        </p:txBody>
      </p:sp>
      <p:sp>
        <p:nvSpPr>
          <p:cNvPr id="22" name="Content Placeholder 21">
            <a:extLst>
              <a:ext uri="{FF2B5EF4-FFF2-40B4-BE49-F238E27FC236}">
                <a16:creationId xmlns:a16="http://schemas.microsoft.com/office/drawing/2014/main" id="{6BCC6781-EEE1-B7A5-462C-885193E2B127}"/>
              </a:ext>
            </a:extLst>
          </p:cNvPr>
          <p:cNvSpPr>
            <a:spLocks noGrp="1"/>
          </p:cNvSpPr>
          <p:nvPr>
            <p:ph idx="14"/>
          </p:nvPr>
        </p:nvSpPr>
        <p:spPr>
          <a:xfrm>
            <a:off x="5313019" y="1791426"/>
            <a:ext cx="6239218" cy="966461"/>
          </a:xfrm>
        </p:spPr>
        <p:txBody>
          <a:bodyPr/>
          <a:lstStyle/>
          <a:p>
            <a:r>
              <a:rPr lang="en-US" dirty="0"/>
              <a:t>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a:t>
            </a:r>
          </a:p>
        </p:txBody>
      </p:sp>
      <p:sp>
        <p:nvSpPr>
          <p:cNvPr id="23" name="Text Placeholder 22">
            <a:extLst>
              <a:ext uri="{FF2B5EF4-FFF2-40B4-BE49-F238E27FC236}">
                <a16:creationId xmlns:a16="http://schemas.microsoft.com/office/drawing/2014/main" id="{9DCE0AF8-C9EE-1856-2373-48DD2787A12A}"/>
              </a:ext>
            </a:extLst>
          </p:cNvPr>
          <p:cNvSpPr>
            <a:spLocks noGrp="1"/>
          </p:cNvSpPr>
          <p:nvPr>
            <p:ph type="body" sz="quarter" idx="15"/>
          </p:nvPr>
        </p:nvSpPr>
        <p:spPr>
          <a:xfrm>
            <a:off x="4343399" y="2938043"/>
            <a:ext cx="969620" cy="966457"/>
          </a:xfrm>
        </p:spPr>
        <p:txBody>
          <a:bodyPr/>
          <a:lstStyle/>
          <a:p>
            <a:r>
              <a:rPr lang="en-US" dirty="0"/>
              <a:t>3</a:t>
            </a:r>
          </a:p>
        </p:txBody>
      </p:sp>
      <p:sp>
        <p:nvSpPr>
          <p:cNvPr id="24" name="Content Placeholder 23">
            <a:extLst>
              <a:ext uri="{FF2B5EF4-FFF2-40B4-BE49-F238E27FC236}">
                <a16:creationId xmlns:a16="http://schemas.microsoft.com/office/drawing/2014/main" id="{A5EB9C07-DF68-AA4C-B103-A5BDDD381F08}"/>
              </a:ext>
            </a:extLst>
          </p:cNvPr>
          <p:cNvSpPr>
            <a:spLocks noGrp="1"/>
          </p:cNvSpPr>
          <p:nvPr>
            <p:ph idx="16"/>
          </p:nvPr>
        </p:nvSpPr>
        <p:spPr>
          <a:xfrm>
            <a:off x="5313019" y="2938042"/>
            <a:ext cx="6239218" cy="966461"/>
          </a:xfrm>
        </p:spPr>
        <p:txBody>
          <a:bodyPr/>
          <a:lstStyle/>
          <a:p>
            <a:r>
              <a:rPr lang="en-US" dirty="0"/>
              <a:t>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a:t>
            </a:r>
            <a:br>
              <a:rPr lang="en-US" dirty="0"/>
            </a:br>
            <a:r>
              <a:rPr lang="en-US" dirty="0"/>
              <a:t>dolore magna </a:t>
            </a:r>
            <a:r>
              <a:rPr lang="en-US" dirty="0" err="1"/>
              <a:t>aliqua</a:t>
            </a:r>
            <a:endParaRPr lang="en-US" dirty="0"/>
          </a:p>
        </p:txBody>
      </p:sp>
      <p:sp>
        <p:nvSpPr>
          <p:cNvPr id="25" name="Text Placeholder 24">
            <a:extLst>
              <a:ext uri="{FF2B5EF4-FFF2-40B4-BE49-F238E27FC236}">
                <a16:creationId xmlns:a16="http://schemas.microsoft.com/office/drawing/2014/main" id="{B4735315-4AA9-98BF-AFFE-C539A02230E9}"/>
              </a:ext>
            </a:extLst>
          </p:cNvPr>
          <p:cNvSpPr>
            <a:spLocks noGrp="1"/>
          </p:cNvSpPr>
          <p:nvPr>
            <p:ph type="body" sz="quarter" idx="17"/>
          </p:nvPr>
        </p:nvSpPr>
        <p:spPr>
          <a:xfrm>
            <a:off x="4343399" y="4084662"/>
            <a:ext cx="969620" cy="966457"/>
          </a:xfrm>
        </p:spPr>
        <p:txBody>
          <a:bodyPr/>
          <a:lstStyle/>
          <a:p>
            <a:r>
              <a:rPr lang="en-US" dirty="0"/>
              <a:t>4</a:t>
            </a:r>
          </a:p>
        </p:txBody>
      </p:sp>
      <p:sp>
        <p:nvSpPr>
          <p:cNvPr id="26" name="Content Placeholder 25">
            <a:extLst>
              <a:ext uri="{FF2B5EF4-FFF2-40B4-BE49-F238E27FC236}">
                <a16:creationId xmlns:a16="http://schemas.microsoft.com/office/drawing/2014/main" id="{49174824-691D-B300-C37A-4E4240BEE885}"/>
              </a:ext>
            </a:extLst>
          </p:cNvPr>
          <p:cNvSpPr>
            <a:spLocks noGrp="1"/>
          </p:cNvSpPr>
          <p:nvPr>
            <p:ph idx="18"/>
          </p:nvPr>
        </p:nvSpPr>
        <p:spPr>
          <a:xfrm>
            <a:off x="5313019" y="4084661"/>
            <a:ext cx="6239218" cy="966461"/>
          </a:xfrm>
        </p:spPr>
        <p:txBody>
          <a:bodyPr/>
          <a:lstStyle/>
          <a:p>
            <a:r>
              <a:rPr lang="en-US" dirty="0"/>
              <a:t>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a:t>
            </a:r>
          </a:p>
        </p:txBody>
      </p:sp>
      <p:sp>
        <p:nvSpPr>
          <p:cNvPr id="27" name="Text Placeholder 26">
            <a:extLst>
              <a:ext uri="{FF2B5EF4-FFF2-40B4-BE49-F238E27FC236}">
                <a16:creationId xmlns:a16="http://schemas.microsoft.com/office/drawing/2014/main" id="{2A6B23A4-C92B-BC9A-7CE9-3CB714767CD2}"/>
              </a:ext>
            </a:extLst>
          </p:cNvPr>
          <p:cNvSpPr>
            <a:spLocks noGrp="1"/>
          </p:cNvSpPr>
          <p:nvPr>
            <p:ph type="body" sz="quarter" idx="19"/>
          </p:nvPr>
        </p:nvSpPr>
        <p:spPr>
          <a:xfrm>
            <a:off x="4343399" y="5259652"/>
            <a:ext cx="969620" cy="966457"/>
          </a:xfrm>
        </p:spPr>
        <p:txBody>
          <a:bodyPr/>
          <a:lstStyle/>
          <a:p>
            <a:r>
              <a:rPr lang="en-US" dirty="0"/>
              <a:t>5</a:t>
            </a:r>
          </a:p>
        </p:txBody>
      </p:sp>
      <p:sp>
        <p:nvSpPr>
          <p:cNvPr id="28" name="Content Placeholder 27">
            <a:extLst>
              <a:ext uri="{FF2B5EF4-FFF2-40B4-BE49-F238E27FC236}">
                <a16:creationId xmlns:a16="http://schemas.microsoft.com/office/drawing/2014/main" id="{C8774BEC-0ED1-5A8F-291F-3168D9B5BCB4}"/>
              </a:ext>
            </a:extLst>
          </p:cNvPr>
          <p:cNvSpPr>
            <a:spLocks noGrp="1"/>
          </p:cNvSpPr>
          <p:nvPr>
            <p:ph idx="20"/>
          </p:nvPr>
        </p:nvSpPr>
        <p:spPr>
          <a:xfrm>
            <a:off x="5313019" y="5259651"/>
            <a:ext cx="6239218" cy="966461"/>
          </a:xfrm>
        </p:spPr>
        <p:txBody>
          <a:bodyPr/>
          <a:lstStyle/>
          <a:p>
            <a:r>
              <a:rPr lang="en-US" dirty="0"/>
              <a:t>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a:t>
            </a:r>
            <a:r>
              <a:rPr lang="en-US" dirty="0" err="1"/>
              <a:t>esse</a:t>
            </a:r>
            <a:r>
              <a:rPr lang="en-US" dirty="0"/>
              <a:t>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endParaRPr lang="en-US" dirty="0"/>
          </a:p>
        </p:txBody>
      </p:sp>
    </p:spTree>
    <p:extLst>
      <p:ext uri="{BB962C8B-B14F-4D97-AF65-F5344CB8AC3E}">
        <p14:creationId xmlns:p14="http://schemas.microsoft.com/office/powerpoint/2010/main" val="16987914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039AC8-9BED-4AD2-AD59-0455A6422623}"/>
              </a:ext>
            </a:extLst>
          </p:cNvPr>
          <p:cNvSpPr>
            <a:spLocks noGrp="1"/>
          </p:cNvSpPr>
          <p:nvPr>
            <p:ph type="title"/>
          </p:nvPr>
        </p:nvSpPr>
        <p:spPr>
          <a:xfrm>
            <a:off x="640080" y="347472"/>
            <a:ext cx="10911840" cy="640080"/>
          </a:xfrm>
        </p:spPr>
        <p:txBody>
          <a:bodyPr/>
          <a:lstStyle/>
          <a:p>
            <a:r>
              <a:rPr lang="en-US" dirty="0"/>
              <a:t>Column Chart Example </a:t>
            </a:r>
          </a:p>
        </p:txBody>
      </p:sp>
      <p:sp>
        <p:nvSpPr>
          <p:cNvPr id="10" name="Text Placeholder 9">
            <a:extLst>
              <a:ext uri="{FF2B5EF4-FFF2-40B4-BE49-F238E27FC236}">
                <a16:creationId xmlns:a16="http://schemas.microsoft.com/office/drawing/2014/main" id="{1BCDB07A-8F17-E5E4-38E1-5971BC5A4B07}"/>
              </a:ext>
            </a:extLst>
          </p:cNvPr>
          <p:cNvSpPr>
            <a:spLocks noGrp="1"/>
          </p:cNvSpPr>
          <p:nvPr>
            <p:ph type="body" sz="quarter" idx="10"/>
          </p:nvPr>
        </p:nvSpPr>
        <p:spPr>
          <a:xfrm>
            <a:off x="638810" y="987552"/>
            <a:ext cx="10911840" cy="365760"/>
          </a:xfrm>
        </p:spPr>
        <p:txBody>
          <a:bodyPr/>
          <a:lstStyle/>
          <a:p>
            <a:r>
              <a:rPr lang="en-US" dirty="0"/>
              <a:t>Optional </a:t>
            </a:r>
            <a:r>
              <a:rPr lang="en-US" dirty="0" err="1"/>
              <a:t>IntelOne</a:t>
            </a:r>
            <a:r>
              <a:rPr lang="en-US" dirty="0"/>
              <a:t> Text Blue Subtitle Text Goes Here</a:t>
            </a:r>
          </a:p>
        </p:txBody>
      </p:sp>
      <p:graphicFrame>
        <p:nvGraphicFramePr>
          <p:cNvPr id="7" name="Content Placeholder 6" descr="Sample Column Chart">
            <a:extLst>
              <a:ext uri="{FF2B5EF4-FFF2-40B4-BE49-F238E27FC236}">
                <a16:creationId xmlns:a16="http://schemas.microsoft.com/office/drawing/2014/main" id="{D8E15B88-2AAB-45F5-9F7F-BC82C79A36B3}"/>
              </a:ext>
            </a:extLst>
          </p:cNvPr>
          <p:cNvGraphicFramePr>
            <a:graphicFrameLocks noGrp="1"/>
          </p:cNvGraphicFramePr>
          <p:nvPr>
            <p:ph idx="1"/>
            <p:extLst>
              <p:ext uri="{D42A27DB-BD31-4B8C-83A1-F6EECF244321}">
                <p14:modId xmlns:p14="http://schemas.microsoft.com/office/powerpoint/2010/main" val="1854587800"/>
              </p:ext>
            </p:extLst>
          </p:nvPr>
        </p:nvGraphicFramePr>
        <p:xfrm>
          <a:off x="639763" y="1533525"/>
          <a:ext cx="10910887" cy="4498975"/>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153156DE-A41E-E40E-B2ED-D8D6EA27FF55}"/>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1629129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10157E-852C-419E-88D7-C16C33F195A2}"/>
              </a:ext>
            </a:extLst>
          </p:cNvPr>
          <p:cNvSpPr>
            <a:spLocks noGrp="1"/>
          </p:cNvSpPr>
          <p:nvPr>
            <p:ph type="title"/>
          </p:nvPr>
        </p:nvSpPr>
        <p:spPr>
          <a:xfrm>
            <a:off x="640080" y="347472"/>
            <a:ext cx="10911840" cy="640080"/>
          </a:xfrm>
        </p:spPr>
        <p:txBody>
          <a:bodyPr/>
          <a:lstStyle/>
          <a:p>
            <a:r>
              <a:rPr lang="en-US" dirty="0"/>
              <a:t>Bar Chart Example</a:t>
            </a:r>
          </a:p>
        </p:txBody>
      </p:sp>
      <p:graphicFrame>
        <p:nvGraphicFramePr>
          <p:cNvPr id="8" name="Content Placeholder 7" descr="Sample Bar Chart">
            <a:extLst>
              <a:ext uri="{FF2B5EF4-FFF2-40B4-BE49-F238E27FC236}">
                <a16:creationId xmlns:a16="http://schemas.microsoft.com/office/drawing/2014/main" id="{C8D82450-D7F8-49AE-A992-49FF8C634537}"/>
              </a:ext>
            </a:extLst>
          </p:cNvPr>
          <p:cNvGraphicFramePr>
            <a:graphicFrameLocks noGrp="1"/>
          </p:cNvGraphicFramePr>
          <p:nvPr>
            <p:ph idx="1"/>
            <p:extLst>
              <p:ext uri="{D42A27DB-BD31-4B8C-83A1-F6EECF244321}">
                <p14:modId xmlns:p14="http://schemas.microsoft.com/office/powerpoint/2010/main" val="2640262919"/>
              </p:ext>
            </p:extLst>
          </p:nvPr>
        </p:nvGraphicFramePr>
        <p:xfrm>
          <a:off x="639763" y="1350963"/>
          <a:ext cx="10912475" cy="4681537"/>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Box 9">
            <a:extLst>
              <a:ext uri="{FF2B5EF4-FFF2-40B4-BE49-F238E27FC236}">
                <a16:creationId xmlns:a16="http://schemas.microsoft.com/office/drawing/2014/main" id="{2FAC9611-B3BE-BFBB-7987-B03C38435BA3}"/>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2620751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A487F-9415-4C3C-9870-97C47ECD703B}"/>
              </a:ext>
            </a:extLst>
          </p:cNvPr>
          <p:cNvSpPr>
            <a:spLocks noGrp="1"/>
          </p:cNvSpPr>
          <p:nvPr>
            <p:ph type="title"/>
          </p:nvPr>
        </p:nvSpPr>
        <p:spPr>
          <a:xfrm>
            <a:off x="640080" y="347472"/>
            <a:ext cx="10911840" cy="640080"/>
          </a:xfrm>
        </p:spPr>
        <p:txBody>
          <a:bodyPr/>
          <a:lstStyle/>
          <a:p>
            <a:r>
              <a:rPr lang="en-US" dirty="0"/>
              <a:t>Two Columns of Content Example </a:t>
            </a:r>
          </a:p>
        </p:txBody>
      </p:sp>
      <p:sp>
        <p:nvSpPr>
          <p:cNvPr id="3" name="Content Placeholder 2">
            <a:extLst>
              <a:ext uri="{FF2B5EF4-FFF2-40B4-BE49-F238E27FC236}">
                <a16:creationId xmlns:a16="http://schemas.microsoft.com/office/drawing/2014/main" id="{4D10BA66-CE34-488F-974C-E58BA9FBC3A3}"/>
              </a:ext>
            </a:extLst>
          </p:cNvPr>
          <p:cNvSpPr>
            <a:spLocks noGrp="1"/>
          </p:cNvSpPr>
          <p:nvPr>
            <p:ph type="body" sz="quarter" idx="10"/>
          </p:nvPr>
        </p:nvSpPr>
        <p:spPr>
          <a:xfrm>
            <a:off x="639763" y="987552"/>
            <a:ext cx="10912474" cy="365760"/>
          </a:xfrm>
        </p:spPr>
        <p:txBody>
          <a:bodyPr/>
          <a:lstStyle/>
          <a:p>
            <a:r>
              <a:rPr lang="en-US" dirty="0"/>
              <a:t>Optional </a:t>
            </a:r>
            <a:r>
              <a:rPr lang="en-US" dirty="0" err="1"/>
              <a:t>IntelOne</a:t>
            </a:r>
            <a:r>
              <a:rPr lang="en-US" dirty="0"/>
              <a:t> Text Blue Subtitle Text Goes Here</a:t>
            </a:r>
          </a:p>
        </p:txBody>
      </p:sp>
      <p:sp>
        <p:nvSpPr>
          <p:cNvPr id="4" name="Content Placeholder 3">
            <a:extLst>
              <a:ext uri="{FF2B5EF4-FFF2-40B4-BE49-F238E27FC236}">
                <a16:creationId xmlns:a16="http://schemas.microsoft.com/office/drawing/2014/main" id="{DB6FD1E5-48F6-4803-AA6A-58CBF4C85C9E}"/>
              </a:ext>
            </a:extLst>
          </p:cNvPr>
          <p:cNvSpPr>
            <a:spLocks noGrp="1"/>
          </p:cNvSpPr>
          <p:nvPr>
            <p:ph sz="half" idx="1"/>
          </p:nvPr>
        </p:nvSpPr>
        <p:spPr>
          <a:xfrm>
            <a:off x="640080" y="1533843"/>
            <a:ext cx="5135880" cy="4498848"/>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graphicFrame>
        <p:nvGraphicFramePr>
          <p:cNvPr id="9" name="Content Placeholder 7" descr="Sample line chart">
            <a:extLst>
              <a:ext uri="{FF2B5EF4-FFF2-40B4-BE49-F238E27FC236}">
                <a16:creationId xmlns:a16="http://schemas.microsoft.com/office/drawing/2014/main" id="{2A4AC7DB-3379-1B32-3482-A25B26EE0196}"/>
              </a:ext>
            </a:extLst>
          </p:cNvPr>
          <p:cNvGraphicFramePr>
            <a:graphicFrameLocks noGrp="1"/>
          </p:cNvGraphicFramePr>
          <p:nvPr>
            <p:ph sz="half" idx="2"/>
            <p:extLst>
              <p:ext uri="{D42A27DB-BD31-4B8C-83A1-F6EECF244321}">
                <p14:modId xmlns:p14="http://schemas.microsoft.com/office/powerpoint/2010/main" val="3095776367"/>
              </p:ext>
            </p:extLst>
          </p:nvPr>
        </p:nvGraphicFramePr>
        <p:xfrm>
          <a:off x="6416675" y="1533525"/>
          <a:ext cx="5135563" cy="4498975"/>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51687352-4A6F-8890-2ACB-37EF5D253D79}"/>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3378688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10157E-852C-419E-88D7-C16C33F195A2}"/>
              </a:ext>
            </a:extLst>
          </p:cNvPr>
          <p:cNvSpPr>
            <a:spLocks noGrp="1"/>
          </p:cNvSpPr>
          <p:nvPr>
            <p:ph type="title"/>
          </p:nvPr>
        </p:nvSpPr>
        <p:spPr>
          <a:xfrm>
            <a:off x="640080" y="347472"/>
            <a:ext cx="10911840" cy="640080"/>
          </a:xfrm>
        </p:spPr>
        <p:txBody>
          <a:bodyPr/>
          <a:lstStyle/>
          <a:p>
            <a:r>
              <a:rPr lang="en-US" dirty="0"/>
              <a:t>Two Columns of Content Example</a:t>
            </a:r>
          </a:p>
        </p:txBody>
      </p:sp>
      <p:graphicFrame>
        <p:nvGraphicFramePr>
          <p:cNvPr id="5" name="Content Placeholder 11" descr="sample pie chart in blues">
            <a:extLst>
              <a:ext uri="{FF2B5EF4-FFF2-40B4-BE49-F238E27FC236}">
                <a16:creationId xmlns:a16="http://schemas.microsoft.com/office/drawing/2014/main" id="{67700667-B5AD-2715-3C02-E8B512CD6588}"/>
              </a:ext>
            </a:extLst>
          </p:cNvPr>
          <p:cNvGraphicFramePr>
            <a:graphicFrameLocks noGrp="1"/>
          </p:cNvGraphicFramePr>
          <p:nvPr>
            <p:ph sz="half" idx="1"/>
          </p:nvPr>
        </p:nvGraphicFramePr>
        <p:xfrm>
          <a:off x="639763" y="1350963"/>
          <a:ext cx="5135562" cy="46815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ontent Placeholder 11" descr="sample pie chart in blues">
            <a:extLst>
              <a:ext uri="{FF2B5EF4-FFF2-40B4-BE49-F238E27FC236}">
                <a16:creationId xmlns:a16="http://schemas.microsoft.com/office/drawing/2014/main" id="{9156140E-F409-4B94-BF28-8E7F49EADAF5}"/>
              </a:ext>
            </a:extLst>
          </p:cNvPr>
          <p:cNvGraphicFramePr>
            <a:graphicFrameLocks noGrp="1"/>
          </p:cNvGraphicFramePr>
          <p:nvPr>
            <p:ph sz="half" idx="2"/>
          </p:nvPr>
        </p:nvGraphicFramePr>
        <p:xfrm>
          <a:off x="6416675" y="1350963"/>
          <a:ext cx="5133975" cy="4681537"/>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Box 12">
            <a:extLst>
              <a:ext uri="{FF2B5EF4-FFF2-40B4-BE49-F238E27FC236}">
                <a16:creationId xmlns:a16="http://schemas.microsoft.com/office/drawing/2014/main" id="{EEEA4D79-021E-D44B-EAC2-FE08C9C08CCC}"/>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3133878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62663D-45B3-4649-8561-CAC89595894A}"/>
              </a:ext>
            </a:extLst>
          </p:cNvPr>
          <p:cNvSpPr>
            <a:spLocks noGrp="1"/>
          </p:cNvSpPr>
          <p:nvPr>
            <p:ph type="title"/>
          </p:nvPr>
        </p:nvSpPr>
        <p:spPr>
          <a:xfrm>
            <a:off x="639763" y="347472"/>
            <a:ext cx="5136197" cy="640080"/>
          </a:xfrm>
        </p:spPr>
        <p:txBody>
          <a:bodyPr/>
          <a:lstStyle/>
          <a:p>
            <a:r>
              <a:rPr lang="en-US" dirty="0"/>
              <a:t>Two Photo Example </a:t>
            </a:r>
          </a:p>
        </p:txBody>
      </p:sp>
      <p:sp>
        <p:nvSpPr>
          <p:cNvPr id="9" name="Text Placeholder 8">
            <a:extLst>
              <a:ext uri="{FF2B5EF4-FFF2-40B4-BE49-F238E27FC236}">
                <a16:creationId xmlns:a16="http://schemas.microsoft.com/office/drawing/2014/main" id="{B820C7C4-339B-4EF8-A4AE-6ED5CFAD6012}"/>
              </a:ext>
            </a:extLst>
          </p:cNvPr>
          <p:cNvSpPr>
            <a:spLocks noGrp="1"/>
          </p:cNvSpPr>
          <p:nvPr>
            <p:ph type="body" sz="quarter" idx="10"/>
          </p:nvPr>
        </p:nvSpPr>
        <p:spPr>
          <a:xfrm>
            <a:off x="639763" y="987552"/>
            <a:ext cx="5136197" cy="365760"/>
          </a:xfrm>
        </p:spPr>
        <p:txBody>
          <a:bodyPr/>
          <a:lstStyle/>
          <a:p>
            <a:r>
              <a:rPr lang="en-US" dirty="0"/>
              <a:t>Optional </a:t>
            </a:r>
            <a:r>
              <a:rPr lang="en-US" dirty="0" err="1"/>
              <a:t>IntelOne</a:t>
            </a:r>
            <a:r>
              <a:rPr lang="en-US" dirty="0"/>
              <a:t> Blue Subtitle</a:t>
            </a:r>
          </a:p>
        </p:txBody>
      </p:sp>
      <p:sp>
        <p:nvSpPr>
          <p:cNvPr id="5" name="Content Placeholder 4">
            <a:extLst>
              <a:ext uri="{FF2B5EF4-FFF2-40B4-BE49-F238E27FC236}">
                <a16:creationId xmlns:a16="http://schemas.microsoft.com/office/drawing/2014/main" id="{3FC11DC7-32E7-4F33-9714-3D8B5B8CF979}"/>
              </a:ext>
            </a:extLst>
          </p:cNvPr>
          <p:cNvSpPr>
            <a:spLocks noGrp="1"/>
          </p:cNvSpPr>
          <p:nvPr>
            <p:ph sz="half" idx="1"/>
          </p:nvPr>
        </p:nvSpPr>
        <p:spPr>
          <a:xfrm>
            <a:off x="639763" y="1533844"/>
            <a:ext cx="5136197" cy="4682806"/>
          </a:xfrm>
        </p:spPr>
        <p:txBody>
          <a:bodyPr>
            <a:normAutofit/>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pic>
        <p:nvPicPr>
          <p:cNvPr id="12" name="Picture Placeholder 11">
            <a:extLst>
              <a:ext uri="{FF2B5EF4-FFF2-40B4-BE49-F238E27FC236}">
                <a16:creationId xmlns:a16="http://schemas.microsoft.com/office/drawing/2014/main" id="{3C60C7C8-C367-A4C7-CB5C-97C747A53CD2}"/>
              </a:ext>
              <a:ext uri="{C183D7F6-B498-43B3-948B-1728B52AA6E4}">
                <adec:decorative xmlns:adec="http://schemas.microsoft.com/office/drawing/2017/decorative" val="1"/>
              </a:ext>
            </a:extLst>
          </p:cNvPr>
          <p:cNvPicPr>
            <a:picLocks noGrp="1" noChangeAspect="1"/>
          </p:cNvPicPr>
          <p:nvPr>
            <p:ph type="pic" sz="quarter" idx="11"/>
          </p:nvPr>
        </p:nvPicPr>
        <p:blipFill>
          <a:blip r:embed="rId3"/>
          <a:srcRect l="111" r="111"/>
          <a:stretch/>
        </p:blipFill>
        <p:spPr>
          <a:xfrm>
            <a:off x="6414452" y="347471"/>
            <a:ext cx="5136197" cy="2377440"/>
          </a:xfrm>
        </p:spPr>
      </p:pic>
      <p:sp>
        <p:nvSpPr>
          <p:cNvPr id="6" name="Content Placeholder 5">
            <a:extLst>
              <a:ext uri="{FF2B5EF4-FFF2-40B4-BE49-F238E27FC236}">
                <a16:creationId xmlns:a16="http://schemas.microsoft.com/office/drawing/2014/main" id="{1CE866B8-3D49-4A1C-BF09-17689E827820}"/>
              </a:ext>
            </a:extLst>
          </p:cNvPr>
          <p:cNvSpPr>
            <a:spLocks noGrp="1"/>
          </p:cNvSpPr>
          <p:nvPr>
            <p:ph type="body" sz="quarter" idx="12"/>
          </p:nvPr>
        </p:nvSpPr>
        <p:spPr>
          <a:xfrm>
            <a:off x="6414452" y="2724909"/>
            <a:ext cx="5136197" cy="466347"/>
          </a:xfrm>
        </p:spPr>
        <p:txBody>
          <a:bodyPr>
            <a:normAutofit/>
          </a:bodyPr>
          <a:lstStyle/>
          <a:p>
            <a:r>
              <a:rPr lang="en-US" dirty="0"/>
              <a:t>Caption Text Goes Here</a:t>
            </a:r>
          </a:p>
        </p:txBody>
      </p:sp>
      <p:pic>
        <p:nvPicPr>
          <p:cNvPr id="8" name="Picture Placeholder 7">
            <a:extLst>
              <a:ext uri="{FF2B5EF4-FFF2-40B4-BE49-F238E27FC236}">
                <a16:creationId xmlns:a16="http://schemas.microsoft.com/office/drawing/2014/main" id="{2DC31790-A7E5-E8A0-0E4C-4C8CD344B9B0}"/>
              </a:ext>
              <a:ext uri="{C183D7F6-B498-43B3-948B-1728B52AA6E4}">
                <adec:decorative xmlns:adec="http://schemas.microsoft.com/office/drawing/2017/decorative" val="1"/>
              </a:ext>
            </a:extLst>
          </p:cNvPr>
          <p:cNvPicPr>
            <a:picLocks noGrp="1" noChangeAspect="1"/>
          </p:cNvPicPr>
          <p:nvPr>
            <p:ph type="pic" sz="quarter" idx="13"/>
          </p:nvPr>
        </p:nvPicPr>
        <p:blipFill>
          <a:blip r:embed="rId4"/>
          <a:srcRect l="111" r="111"/>
          <a:stretch/>
        </p:blipFill>
        <p:spPr>
          <a:xfrm>
            <a:off x="6414452" y="3372863"/>
            <a:ext cx="5136197" cy="2377440"/>
          </a:xfrm>
        </p:spPr>
      </p:pic>
      <p:sp>
        <p:nvSpPr>
          <p:cNvPr id="11" name="Content Placeholder 10">
            <a:extLst>
              <a:ext uri="{FF2B5EF4-FFF2-40B4-BE49-F238E27FC236}">
                <a16:creationId xmlns:a16="http://schemas.microsoft.com/office/drawing/2014/main" id="{4C1B9702-F99F-4EAA-8581-231F4A4B3B57}"/>
              </a:ext>
            </a:extLst>
          </p:cNvPr>
          <p:cNvSpPr>
            <a:spLocks noGrp="1"/>
          </p:cNvSpPr>
          <p:nvPr>
            <p:ph type="body" sz="quarter" idx="14"/>
          </p:nvPr>
        </p:nvSpPr>
        <p:spPr>
          <a:xfrm>
            <a:off x="6414452" y="5750302"/>
            <a:ext cx="5136197" cy="466347"/>
          </a:xfrm>
        </p:spPr>
        <p:txBody>
          <a:bodyPr>
            <a:normAutofit/>
          </a:bodyPr>
          <a:lstStyle/>
          <a:p>
            <a:r>
              <a:rPr lang="en-US" dirty="0"/>
              <a:t>Caption Text Goes Here</a:t>
            </a:r>
          </a:p>
        </p:txBody>
      </p:sp>
    </p:spTree>
    <p:extLst>
      <p:ext uri="{BB962C8B-B14F-4D97-AF65-F5344CB8AC3E}">
        <p14:creationId xmlns:p14="http://schemas.microsoft.com/office/powerpoint/2010/main" val="37218640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0F2EEA-94EB-4A08-B877-2D49C595F181}"/>
              </a:ext>
            </a:extLst>
          </p:cNvPr>
          <p:cNvSpPr>
            <a:spLocks noGrp="1"/>
          </p:cNvSpPr>
          <p:nvPr>
            <p:ph type="title"/>
          </p:nvPr>
        </p:nvSpPr>
        <p:spPr>
          <a:xfrm>
            <a:off x="639763" y="347472"/>
            <a:ext cx="5136197" cy="640080"/>
          </a:xfrm>
        </p:spPr>
        <p:txBody>
          <a:bodyPr/>
          <a:lstStyle/>
          <a:p>
            <a:r>
              <a:rPr lang="en-US" dirty="0"/>
              <a:t>Photo Example</a:t>
            </a:r>
          </a:p>
        </p:txBody>
      </p:sp>
      <p:sp>
        <p:nvSpPr>
          <p:cNvPr id="10" name="Text Placeholder 9">
            <a:extLst>
              <a:ext uri="{FF2B5EF4-FFF2-40B4-BE49-F238E27FC236}">
                <a16:creationId xmlns:a16="http://schemas.microsoft.com/office/drawing/2014/main" id="{DBE73F6A-40B4-486E-A1A5-79249425D4B3}"/>
              </a:ext>
            </a:extLst>
          </p:cNvPr>
          <p:cNvSpPr>
            <a:spLocks noGrp="1"/>
          </p:cNvSpPr>
          <p:nvPr>
            <p:ph type="body" sz="quarter" idx="10"/>
          </p:nvPr>
        </p:nvSpPr>
        <p:spPr>
          <a:xfrm>
            <a:off x="639763" y="987552"/>
            <a:ext cx="5136197" cy="365760"/>
          </a:xfrm>
        </p:spPr>
        <p:txBody>
          <a:bodyPr/>
          <a:lstStyle/>
          <a:p>
            <a:r>
              <a:rPr lang="en-US" dirty="0"/>
              <a:t>Layout Can Use Any Content</a:t>
            </a:r>
          </a:p>
        </p:txBody>
      </p:sp>
      <p:sp>
        <p:nvSpPr>
          <p:cNvPr id="4" name="Content Placeholder 3">
            <a:extLst>
              <a:ext uri="{FF2B5EF4-FFF2-40B4-BE49-F238E27FC236}">
                <a16:creationId xmlns:a16="http://schemas.microsoft.com/office/drawing/2014/main" id="{8A582ACB-C6AD-4A3F-CAA7-7767FBFCCB6F}"/>
              </a:ext>
            </a:extLst>
          </p:cNvPr>
          <p:cNvSpPr>
            <a:spLocks noGrp="1"/>
          </p:cNvSpPr>
          <p:nvPr>
            <p:ph sz="half" idx="1"/>
          </p:nvPr>
        </p:nvSpPr>
        <p:spPr>
          <a:xfrm>
            <a:off x="639763" y="1533843"/>
            <a:ext cx="5136197" cy="4682807"/>
          </a:xfrm>
        </p:spPr>
        <p:txBody>
          <a:bodyPr/>
          <a:lstStyle/>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pic>
        <p:nvPicPr>
          <p:cNvPr id="14" name="Picture Placeholder 13">
            <a:extLst>
              <a:ext uri="{FF2B5EF4-FFF2-40B4-BE49-F238E27FC236}">
                <a16:creationId xmlns:a16="http://schemas.microsoft.com/office/drawing/2014/main" id="{699B3B6C-424A-FE76-1360-681AEE5E688B}"/>
              </a:ext>
              <a:ext uri="{C183D7F6-B498-43B3-948B-1728B52AA6E4}">
                <adec:decorative xmlns:adec="http://schemas.microsoft.com/office/drawing/2017/decorative" val="1"/>
              </a:ext>
            </a:extLst>
          </p:cNvPr>
          <p:cNvPicPr>
            <a:picLocks noGrp="1" noChangeAspect="1"/>
          </p:cNvPicPr>
          <p:nvPr>
            <p:ph type="pic" sz="quarter" idx="11"/>
          </p:nvPr>
        </p:nvPicPr>
        <p:blipFill>
          <a:blip r:embed="rId3"/>
          <a:srcRect l="27" r="27"/>
          <a:stretch>
            <a:fillRect/>
          </a:stretch>
        </p:blipFill>
        <p:spPr/>
      </p:pic>
    </p:spTree>
    <p:extLst>
      <p:ext uri="{BB962C8B-B14F-4D97-AF65-F5344CB8AC3E}">
        <p14:creationId xmlns:p14="http://schemas.microsoft.com/office/powerpoint/2010/main" val="1714302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FA27C9-5488-6325-2646-D8AA2B6B007F}"/>
              </a:ext>
            </a:extLst>
          </p:cNvPr>
          <p:cNvSpPr>
            <a:spLocks noGrp="1"/>
          </p:cNvSpPr>
          <p:nvPr>
            <p:ph type="title"/>
          </p:nvPr>
        </p:nvSpPr>
        <p:spPr>
          <a:xfrm>
            <a:off x="641604" y="347472"/>
            <a:ext cx="10908792" cy="640080"/>
          </a:xfrm>
        </p:spPr>
        <p:txBody>
          <a:bodyPr/>
          <a:lstStyle/>
          <a:p>
            <a:r>
              <a:rPr lang="en-US" dirty="0"/>
              <a:t>Wide Photo Example</a:t>
            </a:r>
          </a:p>
        </p:txBody>
      </p:sp>
      <p:pic>
        <p:nvPicPr>
          <p:cNvPr id="9" name="Picture Placeholder 8">
            <a:extLst>
              <a:ext uri="{FF2B5EF4-FFF2-40B4-BE49-F238E27FC236}">
                <a16:creationId xmlns:a16="http://schemas.microsoft.com/office/drawing/2014/main" id="{2B5CDDFF-FA75-D1F4-1CDA-B1558512552B}"/>
              </a:ext>
              <a:ext uri="{C183D7F6-B498-43B3-948B-1728B52AA6E4}">
                <adec:decorative xmlns:adec="http://schemas.microsoft.com/office/drawing/2017/decorative" val="1"/>
              </a:ext>
            </a:extLst>
          </p:cNvPr>
          <p:cNvPicPr>
            <a:picLocks noGrp="1" noChangeAspect="1"/>
          </p:cNvPicPr>
          <p:nvPr>
            <p:ph type="pic" sz="quarter" idx="11"/>
          </p:nvPr>
        </p:nvPicPr>
        <p:blipFill>
          <a:blip r:embed="rId3"/>
          <a:srcRect/>
          <a:stretch>
            <a:fillRect/>
          </a:stretch>
        </p:blipFill>
        <p:spPr/>
      </p:pic>
    </p:spTree>
    <p:extLst>
      <p:ext uri="{BB962C8B-B14F-4D97-AF65-F5344CB8AC3E}">
        <p14:creationId xmlns:p14="http://schemas.microsoft.com/office/powerpoint/2010/main" val="25666738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itle 23">
            <a:extLst>
              <a:ext uri="{FF2B5EF4-FFF2-40B4-BE49-F238E27FC236}">
                <a16:creationId xmlns:a16="http://schemas.microsoft.com/office/drawing/2014/main" id="{94376B4B-264F-C86F-2807-58ECAD2EE2DB}"/>
              </a:ext>
            </a:extLst>
          </p:cNvPr>
          <p:cNvSpPr>
            <a:spLocks noGrp="1"/>
          </p:cNvSpPr>
          <p:nvPr>
            <p:ph type="title"/>
          </p:nvPr>
        </p:nvSpPr>
        <p:spPr>
          <a:xfrm>
            <a:off x="712250" y="1371599"/>
            <a:ext cx="3657601" cy="3657601"/>
          </a:xfrm>
        </p:spPr>
        <p:txBody>
          <a:bodyPr/>
          <a:lstStyle/>
          <a:p>
            <a:r>
              <a:rPr lang="en-US" dirty="0"/>
              <a:t>Full Photo</a:t>
            </a:r>
            <a:br>
              <a:rPr lang="en-US" dirty="0"/>
            </a:br>
            <a:r>
              <a:rPr lang="en-US" dirty="0"/>
              <a:t>with Spark Title</a:t>
            </a:r>
            <a:br>
              <a:rPr lang="en-US" dirty="0"/>
            </a:br>
            <a:r>
              <a:rPr lang="en-US" dirty="0"/>
              <a:t>on Left</a:t>
            </a:r>
          </a:p>
        </p:txBody>
      </p:sp>
      <p:pic>
        <p:nvPicPr>
          <p:cNvPr id="6" name="Picture Placeholder 5">
            <a:extLst>
              <a:ext uri="{FF2B5EF4-FFF2-40B4-BE49-F238E27FC236}">
                <a16:creationId xmlns:a16="http://schemas.microsoft.com/office/drawing/2014/main" id="{26A4D694-714A-962D-BDF4-00BE4E0FE8E8}"/>
              </a:ext>
              <a:ext uri="{C183D7F6-B498-43B3-948B-1728B52AA6E4}">
                <adec:decorative xmlns:adec="http://schemas.microsoft.com/office/drawing/2017/decorative" val="1"/>
              </a:ext>
            </a:extLst>
          </p:cNvPr>
          <p:cNvPicPr>
            <a:picLocks noGrp="1" noChangeAspect="1"/>
          </p:cNvPicPr>
          <p:nvPr>
            <p:ph type="pic" sz="quarter" idx="11"/>
          </p:nvPr>
        </p:nvPicPr>
        <p:blipFill>
          <a:blip r:embed="rId3"/>
          <a:srcRect/>
          <a:stretch>
            <a:fillRect/>
          </a:stretch>
        </p:blipFill>
        <p:spPr/>
      </p:pic>
    </p:spTree>
    <p:extLst>
      <p:ext uri="{BB962C8B-B14F-4D97-AF65-F5344CB8AC3E}">
        <p14:creationId xmlns:p14="http://schemas.microsoft.com/office/powerpoint/2010/main" val="3734415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3BBBF1-8A17-18AD-55CD-D7A48E6E91A2}"/>
              </a:ext>
            </a:extLst>
          </p:cNvPr>
          <p:cNvSpPr>
            <a:spLocks noGrp="1"/>
          </p:cNvSpPr>
          <p:nvPr>
            <p:ph type="title"/>
          </p:nvPr>
        </p:nvSpPr>
        <p:spPr>
          <a:xfrm>
            <a:off x="7822149" y="1371599"/>
            <a:ext cx="3657601" cy="3657601"/>
          </a:xfrm>
        </p:spPr>
        <p:txBody>
          <a:bodyPr/>
          <a:lstStyle/>
          <a:p>
            <a:r>
              <a:rPr lang="en-US" dirty="0"/>
              <a:t>Full Photo</a:t>
            </a:r>
            <a:br>
              <a:rPr lang="en-US" dirty="0"/>
            </a:br>
            <a:r>
              <a:rPr lang="en-US" dirty="0"/>
              <a:t>with Spark Title</a:t>
            </a:r>
            <a:br>
              <a:rPr lang="en-US" dirty="0"/>
            </a:br>
            <a:r>
              <a:rPr lang="en-US" dirty="0"/>
              <a:t>on Right</a:t>
            </a:r>
          </a:p>
        </p:txBody>
      </p:sp>
      <p:pic>
        <p:nvPicPr>
          <p:cNvPr id="9" name="Picture Placeholder 8">
            <a:extLst>
              <a:ext uri="{FF2B5EF4-FFF2-40B4-BE49-F238E27FC236}">
                <a16:creationId xmlns:a16="http://schemas.microsoft.com/office/drawing/2014/main" id="{2EFFE36E-3EA4-F847-4926-6013E746E47B}"/>
              </a:ext>
              <a:ext uri="{C183D7F6-B498-43B3-948B-1728B52AA6E4}">
                <adec:decorative xmlns:adec="http://schemas.microsoft.com/office/drawing/2017/decorative" val="1"/>
              </a:ext>
            </a:extLst>
          </p:cNvPr>
          <p:cNvPicPr>
            <a:picLocks noGrp="1" noChangeAspect="1"/>
          </p:cNvPicPr>
          <p:nvPr>
            <p:ph type="pic" sz="quarter" idx="11"/>
          </p:nvPr>
        </p:nvPicPr>
        <p:blipFill>
          <a:blip r:embed="rId3"/>
          <a:srcRect/>
          <a:stretch>
            <a:fillRect/>
          </a:stretch>
        </p:blipFill>
        <p:spPr/>
      </p:pic>
    </p:spTree>
    <p:extLst>
      <p:ext uri="{BB962C8B-B14F-4D97-AF65-F5344CB8AC3E}">
        <p14:creationId xmlns:p14="http://schemas.microsoft.com/office/powerpoint/2010/main" val="23846187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D8555BEC-8D6F-4DC5-8539-78E6E17A1491}"/>
              </a:ext>
            </a:extLst>
          </p:cNvPr>
          <p:cNvSpPr>
            <a:spLocks noGrp="1"/>
          </p:cNvSpPr>
          <p:nvPr>
            <p:ph type="body" sz="quarter" idx="10"/>
          </p:nvPr>
        </p:nvSpPr>
        <p:spPr>
          <a:xfrm>
            <a:off x="1133539" y="950976"/>
            <a:ext cx="9921748" cy="4061782"/>
          </a:xfrm>
        </p:spPr>
        <p:txBody>
          <a:bodyPr>
            <a:normAutofit fontScale="70000" lnSpcReduction="20000"/>
          </a:bodyPr>
          <a:lstStyle/>
          <a:p>
            <a:r>
              <a:rPr lang="en-US" dirty="0"/>
              <a:t>“This powerful technology has allowed us </a:t>
            </a:r>
            <a:br>
              <a:rPr lang="en-US" dirty="0"/>
            </a:br>
            <a:r>
              <a:rPr lang="en-US" dirty="0"/>
              <a:t>to make more and more complex and high-performing circuits... They’re the basis </a:t>
            </a:r>
            <a:br>
              <a:rPr lang="en-US" dirty="0"/>
            </a:br>
            <a:r>
              <a:rPr lang="en-US" dirty="0"/>
              <a:t>of everything electronic we have, unprecedented in human history.”</a:t>
            </a:r>
          </a:p>
        </p:txBody>
      </p:sp>
      <p:sp>
        <p:nvSpPr>
          <p:cNvPr id="6" name="Text Placeholder 5">
            <a:extLst>
              <a:ext uri="{FF2B5EF4-FFF2-40B4-BE49-F238E27FC236}">
                <a16:creationId xmlns:a16="http://schemas.microsoft.com/office/drawing/2014/main" id="{C1F2B7AE-D7E6-4FB1-9D00-76CAC4F86577}"/>
              </a:ext>
            </a:extLst>
          </p:cNvPr>
          <p:cNvSpPr>
            <a:spLocks noGrp="1"/>
          </p:cNvSpPr>
          <p:nvPr>
            <p:ph type="body" sz="quarter" idx="11"/>
          </p:nvPr>
        </p:nvSpPr>
        <p:spPr>
          <a:xfrm>
            <a:off x="1133539" y="5643694"/>
            <a:ext cx="9921748" cy="572955"/>
          </a:xfrm>
        </p:spPr>
        <p:txBody>
          <a:bodyPr>
            <a:normAutofit/>
          </a:bodyPr>
          <a:lstStyle/>
          <a:p>
            <a:r>
              <a:rPr lang="en-US" dirty="0"/>
              <a:t>Gordon Moore, Intel Co-Founder</a:t>
            </a:r>
          </a:p>
        </p:txBody>
      </p:sp>
    </p:spTree>
    <p:extLst>
      <p:ext uri="{BB962C8B-B14F-4D97-AF65-F5344CB8AC3E}">
        <p14:creationId xmlns:p14="http://schemas.microsoft.com/office/powerpoint/2010/main" val="393644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D8555BEC-8D6F-4DC5-8539-78E6E17A1491}"/>
              </a:ext>
            </a:extLst>
          </p:cNvPr>
          <p:cNvSpPr>
            <a:spLocks noGrp="1"/>
          </p:cNvSpPr>
          <p:nvPr>
            <p:ph type="body" sz="quarter" idx="10"/>
          </p:nvPr>
        </p:nvSpPr>
        <p:spPr>
          <a:xfrm>
            <a:off x="1789176" y="950976"/>
            <a:ext cx="8610474" cy="4061782"/>
          </a:xfrm>
        </p:spPr>
        <p:txBody>
          <a:bodyPr>
            <a:normAutofit fontScale="62500" lnSpcReduction="20000"/>
          </a:bodyPr>
          <a:lstStyle/>
          <a:p>
            <a:r>
              <a:rPr lang="en-US" dirty="0"/>
              <a:t>“This powerful technology has allowed us </a:t>
            </a:r>
            <a:br>
              <a:rPr lang="en-US" dirty="0"/>
            </a:br>
            <a:r>
              <a:rPr lang="en-US" dirty="0"/>
              <a:t>to make more and more complex and high-performing circuits... They’re the basis of everything electronic we have, unprecedented in human history.”</a:t>
            </a:r>
          </a:p>
        </p:txBody>
      </p:sp>
      <p:sp>
        <p:nvSpPr>
          <p:cNvPr id="6" name="Text Placeholder 5">
            <a:extLst>
              <a:ext uri="{FF2B5EF4-FFF2-40B4-BE49-F238E27FC236}">
                <a16:creationId xmlns:a16="http://schemas.microsoft.com/office/drawing/2014/main" id="{C1F2B7AE-D7E6-4FB1-9D00-76CAC4F86577}"/>
              </a:ext>
            </a:extLst>
          </p:cNvPr>
          <p:cNvSpPr>
            <a:spLocks noGrp="1"/>
          </p:cNvSpPr>
          <p:nvPr>
            <p:ph type="body" sz="quarter" idx="11"/>
          </p:nvPr>
        </p:nvSpPr>
        <p:spPr>
          <a:xfrm>
            <a:off x="1789176" y="5643694"/>
            <a:ext cx="8610474" cy="572955"/>
          </a:xfrm>
        </p:spPr>
        <p:txBody>
          <a:bodyPr>
            <a:normAutofit/>
          </a:bodyPr>
          <a:lstStyle/>
          <a:p>
            <a:r>
              <a:rPr lang="en-US" dirty="0"/>
              <a:t>Gordon Moore, Intel Co-Founder</a:t>
            </a:r>
          </a:p>
        </p:txBody>
      </p:sp>
    </p:spTree>
    <p:extLst>
      <p:ext uri="{BB962C8B-B14F-4D97-AF65-F5344CB8AC3E}">
        <p14:creationId xmlns:p14="http://schemas.microsoft.com/office/powerpoint/2010/main" val="3515802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C1F2B7AE-D7E6-4FB1-9D00-76CAC4F86577}"/>
              </a:ext>
            </a:extLst>
          </p:cNvPr>
          <p:cNvSpPr>
            <a:spLocks noGrp="1"/>
          </p:cNvSpPr>
          <p:nvPr>
            <p:ph type="body" sz="quarter" idx="11"/>
          </p:nvPr>
        </p:nvSpPr>
        <p:spPr>
          <a:xfrm>
            <a:off x="676657" y="676656"/>
            <a:ext cx="4742687" cy="4443983"/>
          </a:xfrm>
        </p:spPr>
        <p:txBody>
          <a:bodyPr>
            <a:normAutofit fontScale="85000" lnSpcReduction="20000"/>
          </a:bodyPr>
          <a:lstStyle/>
          <a:p>
            <a:r>
              <a:rPr lang="en-US"/>
              <a:t>“This powerful technology has allowed us to make more and more complex and high-performing circuits... They’re the basis of everything electronic we have, unprecedented </a:t>
            </a:r>
            <a:br>
              <a:rPr lang="en-US"/>
            </a:br>
            <a:r>
              <a:rPr lang="en-US"/>
              <a:t>in human history.”</a:t>
            </a:r>
            <a:endParaRPr lang="en-US" dirty="0"/>
          </a:p>
        </p:txBody>
      </p:sp>
      <p:sp>
        <p:nvSpPr>
          <p:cNvPr id="7" name="Text Placeholder 6">
            <a:extLst>
              <a:ext uri="{FF2B5EF4-FFF2-40B4-BE49-F238E27FC236}">
                <a16:creationId xmlns:a16="http://schemas.microsoft.com/office/drawing/2014/main" id="{D8555BEC-8D6F-4DC5-8539-78E6E17A1491}"/>
              </a:ext>
            </a:extLst>
          </p:cNvPr>
          <p:cNvSpPr>
            <a:spLocks noGrp="1"/>
          </p:cNvSpPr>
          <p:nvPr>
            <p:ph type="body" sz="quarter" idx="12"/>
          </p:nvPr>
        </p:nvSpPr>
        <p:spPr>
          <a:xfrm>
            <a:off x="1693211" y="5486398"/>
            <a:ext cx="3726134" cy="730251"/>
          </a:xfrm>
        </p:spPr>
        <p:txBody>
          <a:bodyPr>
            <a:noAutofit/>
          </a:bodyPr>
          <a:lstStyle/>
          <a:p>
            <a:r>
              <a:rPr lang="en-US" dirty="0"/>
              <a:t>Gordon Moore, </a:t>
            </a:r>
            <a:br>
              <a:rPr lang="en-US" dirty="0"/>
            </a:br>
            <a:r>
              <a:rPr lang="en-US" dirty="0"/>
              <a:t>Intel Co-Founder</a:t>
            </a:r>
          </a:p>
        </p:txBody>
      </p:sp>
      <p:pic>
        <p:nvPicPr>
          <p:cNvPr id="13" name="Picture Placeholder 12">
            <a:extLst>
              <a:ext uri="{FF2B5EF4-FFF2-40B4-BE49-F238E27FC236}">
                <a16:creationId xmlns:a16="http://schemas.microsoft.com/office/drawing/2014/main" id="{F8FEB766-9EAD-773D-2016-828E0A20BE4A}"/>
              </a:ext>
              <a:ext uri="{C183D7F6-B498-43B3-948B-1728B52AA6E4}">
                <adec:decorative xmlns:adec="http://schemas.microsoft.com/office/drawing/2017/decorative" val="1"/>
              </a:ext>
            </a:extLst>
          </p:cNvPr>
          <p:cNvPicPr>
            <a:picLocks noGrp="1" noChangeAspect="1"/>
          </p:cNvPicPr>
          <p:nvPr>
            <p:ph type="pic" sz="quarter" idx="10"/>
          </p:nvPr>
        </p:nvPicPr>
        <p:blipFill>
          <a:blip r:embed="rId3"/>
          <a:srcRect l="6522" r="6522"/>
          <a:stretch>
            <a:fillRect/>
          </a:stretch>
        </p:blipFill>
        <p:spPr/>
      </p:pic>
    </p:spTree>
    <p:extLst>
      <p:ext uri="{BB962C8B-B14F-4D97-AF65-F5344CB8AC3E}">
        <p14:creationId xmlns:p14="http://schemas.microsoft.com/office/powerpoint/2010/main" val="3198843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B1E34-0059-4884-8B66-9015812542CD}"/>
              </a:ext>
            </a:extLst>
          </p:cNvPr>
          <p:cNvSpPr>
            <a:spLocks noGrp="1"/>
          </p:cNvSpPr>
          <p:nvPr>
            <p:ph type="title"/>
          </p:nvPr>
        </p:nvSpPr>
        <p:spPr>
          <a:xfrm>
            <a:off x="914401" y="914400"/>
            <a:ext cx="10363200" cy="5029200"/>
          </a:xfrm>
        </p:spPr>
        <p:txBody>
          <a:bodyPr/>
          <a:lstStyle/>
          <a:p>
            <a:r>
              <a:rPr lang="en-US" dirty="0" err="1"/>
              <a:t>IntelOne</a:t>
            </a:r>
            <a:r>
              <a:rPr lang="en-US" dirty="0"/>
              <a:t> Display Light. </a:t>
            </a:r>
            <a:br>
              <a:rPr lang="en-US" dirty="0"/>
            </a:br>
            <a:r>
              <a:rPr lang="en-US" dirty="0"/>
              <a:t>For content that is not a section, </a:t>
            </a:r>
            <a:br>
              <a:rPr lang="en-US" dirty="0"/>
            </a:br>
            <a:r>
              <a:rPr lang="en-US" dirty="0"/>
              <a:t>but has a big idea in text only.</a:t>
            </a:r>
          </a:p>
        </p:txBody>
      </p:sp>
    </p:spTree>
    <p:extLst>
      <p:ext uri="{BB962C8B-B14F-4D97-AF65-F5344CB8AC3E}">
        <p14:creationId xmlns:p14="http://schemas.microsoft.com/office/powerpoint/2010/main" val="3294570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8345E9A-9054-962F-38F6-F4A405A60AE9}"/>
              </a:ext>
            </a:extLst>
          </p:cNvPr>
          <p:cNvSpPr>
            <a:spLocks noGrp="1"/>
          </p:cNvSpPr>
          <p:nvPr>
            <p:ph type="title"/>
          </p:nvPr>
        </p:nvSpPr>
        <p:spPr/>
        <p:txBody>
          <a:bodyPr/>
          <a:lstStyle/>
          <a:p>
            <a:r>
              <a:rPr lang="en-US" dirty="0"/>
              <a:t>Sample slides</a:t>
            </a:r>
          </a:p>
        </p:txBody>
      </p:sp>
    </p:spTree>
    <p:extLst>
      <p:ext uri="{BB962C8B-B14F-4D97-AF65-F5344CB8AC3E}">
        <p14:creationId xmlns:p14="http://schemas.microsoft.com/office/powerpoint/2010/main" val="3670412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6B9707F-DC6F-33D7-F963-92ED87BF19DB}"/>
              </a:ext>
            </a:extLst>
          </p:cNvPr>
          <p:cNvSpPr>
            <a:spLocks noGrp="1"/>
          </p:cNvSpPr>
          <p:nvPr>
            <p:ph type="title"/>
          </p:nvPr>
        </p:nvSpPr>
        <p:spPr>
          <a:xfrm>
            <a:off x="640080" y="347472"/>
            <a:ext cx="10911840" cy="640080"/>
          </a:xfrm>
        </p:spPr>
        <p:txBody>
          <a:bodyPr/>
          <a:lstStyle/>
          <a:p>
            <a:r>
              <a:rPr lang="en-US" dirty="0"/>
              <a:t>Agenda Example 1</a:t>
            </a:r>
          </a:p>
        </p:txBody>
      </p:sp>
      <p:sp>
        <p:nvSpPr>
          <p:cNvPr id="74" name="Rectangle 73">
            <a:extLst>
              <a:ext uri="{FF2B5EF4-FFF2-40B4-BE49-F238E27FC236}">
                <a16:creationId xmlns:a16="http://schemas.microsoft.com/office/drawing/2014/main" id="{30D222D5-0026-490D-8FD7-6CD83260F783}"/>
              </a:ext>
            </a:extLst>
          </p:cNvPr>
          <p:cNvSpPr/>
          <p:nvPr/>
        </p:nvSpPr>
        <p:spPr>
          <a:xfrm>
            <a:off x="640081" y="1350962"/>
            <a:ext cx="3638961" cy="914400"/>
          </a:xfrm>
          <a:prstGeom prst="rect">
            <a:avLst/>
          </a:prstGeom>
          <a:solidFill>
            <a:schemeClr val="accent1"/>
          </a:solidFill>
          <a:ln w="12700">
            <a:miter lim="400000"/>
          </a:ln>
          <a:effectLst/>
        </p:spPr>
        <p:txBody>
          <a:bodyPr lIns="45719" rIns="45719" anchor="ctr"/>
          <a:lstStyle/>
          <a:p>
            <a:pPr algn="ctr"/>
            <a:r>
              <a:rPr lang="en-US" sz="2400" dirty="0">
                <a:solidFill>
                  <a:srgbClr val="FFFFFF"/>
                </a:solidFill>
              </a:rPr>
              <a:t>10:00 AM</a:t>
            </a:r>
          </a:p>
        </p:txBody>
      </p:sp>
      <p:sp>
        <p:nvSpPr>
          <p:cNvPr id="75" name="Rectangle 74">
            <a:extLst>
              <a:ext uri="{FF2B5EF4-FFF2-40B4-BE49-F238E27FC236}">
                <a16:creationId xmlns:a16="http://schemas.microsoft.com/office/drawing/2014/main" id="{321D2DD0-708E-04DF-2C07-1FEF2C020B17}"/>
              </a:ext>
            </a:extLst>
          </p:cNvPr>
          <p:cNvSpPr/>
          <p:nvPr/>
        </p:nvSpPr>
        <p:spPr>
          <a:xfrm>
            <a:off x="4280630" y="1350962"/>
            <a:ext cx="7271608" cy="914400"/>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solidFill>
                  <a:srgbClr val="000000"/>
                </a:solidFill>
                <a:latin typeface="+mj-lt"/>
              </a:rPr>
              <a:t>Agenda Item</a:t>
            </a:r>
          </a:p>
          <a:p>
            <a:pPr>
              <a:spcAft>
                <a:spcPts val="300"/>
              </a:spcAft>
            </a:pPr>
            <a:r>
              <a:rPr lang="en-US" sz="1200" dirty="0">
                <a:solidFill>
                  <a:srgbClr val="000000"/>
                </a:solidFill>
              </a:rPr>
              <a:t>Lorem ipsum dolor sit </a:t>
            </a:r>
            <a:r>
              <a:rPr lang="en-US" sz="1200" dirty="0" err="1">
                <a:solidFill>
                  <a:srgbClr val="000000"/>
                </a:solidFill>
              </a:rPr>
              <a:t>amet</a:t>
            </a:r>
            <a:r>
              <a:rPr lang="en-US" sz="1200" dirty="0">
                <a:solidFill>
                  <a:srgbClr val="000000"/>
                </a:solidFill>
              </a:rPr>
              <a:t>, </a:t>
            </a:r>
            <a:r>
              <a:rPr lang="en-US" sz="1200" dirty="0" err="1">
                <a:solidFill>
                  <a:srgbClr val="000000"/>
                </a:solidFill>
              </a:rPr>
              <a:t>consectetur</a:t>
            </a:r>
            <a:r>
              <a:rPr lang="en-US" sz="1200" dirty="0">
                <a:solidFill>
                  <a:srgbClr val="000000"/>
                </a:solidFill>
              </a:rPr>
              <a:t> </a:t>
            </a:r>
            <a:r>
              <a:rPr lang="en-US" sz="1200" dirty="0" err="1">
                <a:solidFill>
                  <a:srgbClr val="000000"/>
                </a:solidFill>
              </a:rPr>
              <a:t>adipiscing</a:t>
            </a:r>
            <a:r>
              <a:rPr lang="en-US" sz="1200" dirty="0">
                <a:solidFill>
                  <a:srgbClr val="000000"/>
                </a:solidFill>
              </a:rPr>
              <a:t> </a:t>
            </a:r>
            <a:r>
              <a:rPr lang="en-US" sz="1200" dirty="0" err="1">
                <a:solidFill>
                  <a:srgbClr val="000000"/>
                </a:solidFill>
              </a:rPr>
              <a:t>elit</a:t>
            </a:r>
            <a:r>
              <a:rPr lang="en-US" sz="1200" dirty="0">
                <a:solidFill>
                  <a:srgbClr val="000000"/>
                </a:solidFill>
              </a:rPr>
              <a:t>, sed do </a:t>
            </a:r>
            <a:r>
              <a:rPr lang="en-US" sz="1200" dirty="0" err="1">
                <a:solidFill>
                  <a:srgbClr val="000000"/>
                </a:solidFill>
              </a:rPr>
              <a:t>eiusmod</a:t>
            </a:r>
            <a:r>
              <a:rPr lang="en-US" sz="1200" dirty="0">
                <a:solidFill>
                  <a:srgbClr val="000000"/>
                </a:solidFill>
              </a:rPr>
              <a:t> </a:t>
            </a:r>
            <a:r>
              <a:rPr lang="en-US" sz="1200" dirty="0" err="1">
                <a:solidFill>
                  <a:srgbClr val="000000"/>
                </a:solidFill>
              </a:rPr>
              <a:t>tempor</a:t>
            </a:r>
            <a:r>
              <a:rPr lang="en-US" sz="1200" dirty="0">
                <a:solidFill>
                  <a:srgbClr val="000000"/>
                </a:solidFill>
              </a:rPr>
              <a:t> </a:t>
            </a:r>
            <a:r>
              <a:rPr lang="en-US" sz="1200" dirty="0" err="1">
                <a:solidFill>
                  <a:srgbClr val="000000"/>
                </a:solidFill>
              </a:rPr>
              <a:t>incididunt</a:t>
            </a:r>
            <a:r>
              <a:rPr lang="en-US" sz="1200" dirty="0">
                <a:solidFill>
                  <a:srgbClr val="000000"/>
                </a:solidFill>
              </a:rPr>
              <a:t> </a:t>
            </a:r>
            <a:r>
              <a:rPr lang="en-US" sz="1200" dirty="0" err="1">
                <a:solidFill>
                  <a:srgbClr val="000000"/>
                </a:solidFill>
              </a:rPr>
              <a:t>ut</a:t>
            </a:r>
            <a:r>
              <a:rPr lang="en-US" sz="1200" dirty="0">
                <a:solidFill>
                  <a:srgbClr val="000000"/>
                </a:solidFill>
              </a:rPr>
              <a:t> labore et dolore magna </a:t>
            </a:r>
            <a:r>
              <a:rPr lang="en-US" sz="1200" dirty="0" err="1">
                <a:solidFill>
                  <a:srgbClr val="000000"/>
                </a:solidFill>
              </a:rPr>
              <a:t>aliqua</a:t>
            </a:r>
            <a:r>
              <a:rPr lang="en-US" sz="1200" dirty="0">
                <a:solidFill>
                  <a:srgbClr val="000000"/>
                </a:solidFill>
              </a:rPr>
              <a:t>. At </a:t>
            </a:r>
            <a:r>
              <a:rPr lang="en-US" sz="1200" dirty="0" err="1">
                <a:solidFill>
                  <a:srgbClr val="000000"/>
                </a:solidFill>
              </a:rPr>
              <a:t>varius</a:t>
            </a:r>
            <a:r>
              <a:rPr lang="en-US" sz="1200" dirty="0">
                <a:solidFill>
                  <a:srgbClr val="000000"/>
                </a:solidFill>
              </a:rPr>
              <a:t> vel pharetra vel </a:t>
            </a:r>
            <a:r>
              <a:rPr lang="en-US" sz="1200" dirty="0" err="1">
                <a:solidFill>
                  <a:srgbClr val="000000"/>
                </a:solidFill>
              </a:rPr>
              <a:t>turpis</a:t>
            </a:r>
            <a:r>
              <a:rPr lang="en-US" sz="1200" dirty="0">
                <a:solidFill>
                  <a:srgbClr val="000000"/>
                </a:solidFill>
              </a:rPr>
              <a:t>.</a:t>
            </a:r>
          </a:p>
        </p:txBody>
      </p:sp>
      <p:sp>
        <p:nvSpPr>
          <p:cNvPr id="76" name="Rectangle 75">
            <a:extLst>
              <a:ext uri="{FF2B5EF4-FFF2-40B4-BE49-F238E27FC236}">
                <a16:creationId xmlns:a16="http://schemas.microsoft.com/office/drawing/2014/main" id="{40AB480B-EB55-E636-DAF0-C02BFE09CA52}"/>
              </a:ext>
              <a:ext uri="{C183D7F6-B498-43B3-948B-1728B52AA6E4}">
                <adec:decorative xmlns:adec="http://schemas.microsoft.com/office/drawing/2017/decorative" val="1"/>
              </a:ext>
            </a:extLst>
          </p:cNvPr>
          <p:cNvSpPr/>
          <p:nvPr/>
        </p:nvSpPr>
        <p:spPr>
          <a:xfrm>
            <a:off x="640082" y="1350963"/>
            <a:ext cx="151537"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3DC392E8-5773-E87E-7140-B2EF56646808}"/>
              </a:ext>
            </a:extLst>
          </p:cNvPr>
          <p:cNvSpPr/>
          <p:nvPr/>
        </p:nvSpPr>
        <p:spPr>
          <a:xfrm>
            <a:off x="640081" y="2338784"/>
            <a:ext cx="3638961" cy="914400"/>
          </a:xfrm>
          <a:prstGeom prst="rect">
            <a:avLst/>
          </a:prstGeom>
          <a:solidFill>
            <a:schemeClr val="accent1"/>
          </a:solidFill>
          <a:ln w="12700">
            <a:miter lim="400000"/>
          </a:ln>
          <a:effectLst/>
        </p:spPr>
        <p:txBody>
          <a:bodyPr lIns="45719" rIns="45719" anchor="ctr"/>
          <a:lstStyle/>
          <a:p>
            <a:pPr algn="ctr"/>
            <a:r>
              <a:rPr lang="en-US" sz="2400" dirty="0">
                <a:solidFill>
                  <a:srgbClr val="FFFFFF"/>
                </a:solidFill>
              </a:rPr>
              <a:t>10:30 AM</a:t>
            </a:r>
          </a:p>
        </p:txBody>
      </p:sp>
      <p:sp>
        <p:nvSpPr>
          <p:cNvPr id="22" name="Rectangle 21">
            <a:extLst>
              <a:ext uri="{FF2B5EF4-FFF2-40B4-BE49-F238E27FC236}">
                <a16:creationId xmlns:a16="http://schemas.microsoft.com/office/drawing/2014/main" id="{F74110C3-2BAA-3DB1-603C-29A0FBCC43CC}"/>
              </a:ext>
            </a:extLst>
          </p:cNvPr>
          <p:cNvSpPr/>
          <p:nvPr/>
        </p:nvSpPr>
        <p:spPr>
          <a:xfrm>
            <a:off x="4280630" y="2338784"/>
            <a:ext cx="7271608" cy="914400"/>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solidFill>
                  <a:srgbClr val="000000"/>
                </a:solidFill>
                <a:latin typeface="+mj-lt"/>
              </a:rPr>
              <a:t>Agenda Item</a:t>
            </a:r>
          </a:p>
          <a:p>
            <a:pPr>
              <a:spcAft>
                <a:spcPts val="300"/>
              </a:spcAft>
            </a:pPr>
            <a:r>
              <a:rPr lang="en-US" sz="1200" dirty="0">
                <a:solidFill>
                  <a:srgbClr val="000000"/>
                </a:solidFill>
              </a:rPr>
              <a:t>Lorem ipsum dolor sit </a:t>
            </a:r>
            <a:r>
              <a:rPr lang="en-US" sz="1200" dirty="0" err="1">
                <a:solidFill>
                  <a:srgbClr val="000000"/>
                </a:solidFill>
              </a:rPr>
              <a:t>amet</a:t>
            </a:r>
            <a:r>
              <a:rPr lang="en-US" sz="1200" dirty="0">
                <a:solidFill>
                  <a:srgbClr val="000000"/>
                </a:solidFill>
              </a:rPr>
              <a:t>, </a:t>
            </a:r>
            <a:r>
              <a:rPr lang="en-US" sz="1200" dirty="0" err="1">
                <a:solidFill>
                  <a:srgbClr val="000000"/>
                </a:solidFill>
              </a:rPr>
              <a:t>consectetur</a:t>
            </a:r>
            <a:r>
              <a:rPr lang="en-US" sz="1200" dirty="0">
                <a:solidFill>
                  <a:srgbClr val="000000"/>
                </a:solidFill>
              </a:rPr>
              <a:t> </a:t>
            </a:r>
            <a:r>
              <a:rPr lang="en-US" sz="1200" dirty="0" err="1">
                <a:solidFill>
                  <a:srgbClr val="000000"/>
                </a:solidFill>
              </a:rPr>
              <a:t>adipiscing</a:t>
            </a:r>
            <a:r>
              <a:rPr lang="en-US" sz="1200" dirty="0">
                <a:solidFill>
                  <a:srgbClr val="000000"/>
                </a:solidFill>
              </a:rPr>
              <a:t> </a:t>
            </a:r>
            <a:r>
              <a:rPr lang="en-US" sz="1200" dirty="0" err="1">
                <a:solidFill>
                  <a:srgbClr val="000000"/>
                </a:solidFill>
              </a:rPr>
              <a:t>elit</a:t>
            </a:r>
            <a:r>
              <a:rPr lang="en-US" sz="1200" dirty="0">
                <a:solidFill>
                  <a:srgbClr val="000000"/>
                </a:solidFill>
              </a:rPr>
              <a:t>, sed do </a:t>
            </a:r>
            <a:r>
              <a:rPr lang="en-US" sz="1200" dirty="0" err="1">
                <a:solidFill>
                  <a:srgbClr val="000000"/>
                </a:solidFill>
              </a:rPr>
              <a:t>eiusmod</a:t>
            </a:r>
            <a:r>
              <a:rPr lang="en-US" sz="1200" dirty="0">
                <a:solidFill>
                  <a:srgbClr val="000000"/>
                </a:solidFill>
              </a:rPr>
              <a:t> </a:t>
            </a:r>
            <a:r>
              <a:rPr lang="en-US" sz="1200" dirty="0" err="1">
                <a:solidFill>
                  <a:srgbClr val="000000"/>
                </a:solidFill>
              </a:rPr>
              <a:t>tempor</a:t>
            </a:r>
            <a:r>
              <a:rPr lang="en-US" sz="1200" dirty="0">
                <a:solidFill>
                  <a:srgbClr val="000000"/>
                </a:solidFill>
              </a:rPr>
              <a:t> </a:t>
            </a:r>
            <a:r>
              <a:rPr lang="en-US" sz="1200" dirty="0" err="1">
                <a:solidFill>
                  <a:srgbClr val="000000"/>
                </a:solidFill>
              </a:rPr>
              <a:t>incididunt</a:t>
            </a:r>
            <a:r>
              <a:rPr lang="en-US" sz="1200" dirty="0">
                <a:solidFill>
                  <a:srgbClr val="000000"/>
                </a:solidFill>
              </a:rPr>
              <a:t> </a:t>
            </a:r>
            <a:r>
              <a:rPr lang="en-US" sz="1200" dirty="0" err="1">
                <a:solidFill>
                  <a:srgbClr val="000000"/>
                </a:solidFill>
              </a:rPr>
              <a:t>ut</a:t>
            </a:r>
            <a:r>
              <a:rPr lang="en-US" sz="1200" dirty="0">
                <a:solidFill>
                  <a:srgbClr val="000000"/>
                </a:solidFill>
              </a:rPr>
              <a:t> labore et dolore magna </a:t>
            </a:r>
            <a:r>
              <a:rPr lang="en-US" sz="1200" dirty="0" err="1">
                <a:solidFill>
                  <a:srgbClr val="000000"/>
                </a:solidFill>
              </a:rPr>
              <a:t>aliqua</a:t>
            </a:r>
            <a:r>
              <a:rPr lang="en-US" sz="1200" dirty="0">
                <a:solidFill>
                  <a:srgbClr val="000000"/>
                </a:solidFill>
              </a:rPr>
              <a:t>. At </a:t>
            </a:r>
            <a:r>
              <a:rPr lang="en-US" sz="1200" dirty="0" err="1">
                <a:solidFill>
                  <a:srgbClr val="000000"/>
                </a:solidFill>
              </a:rPr>
              <a:t>varius</a:t>
            </a:r>
            <a:r>
              <a:rPr lang="en-US" sz="1200" dirty="0">
                <a:solidFill>
                  <a:srgbClr val="000000"/>
                </a:solidFill>
              </a:rPr>
              <a:t> vel pharetra vel </a:t>
            </a:r>
            <a:r>
              <a:rPr lang="en-US" sz="1200" dirty="0" err="1">
                <a:solidFill>
                  <a:srgbClr val="000000"/>
                </a:solidFill>
              </a:rPr>
              <a:t>turpis</a:t>
            </a:r>
            <a:r>
              <a:rPr lang="en-US" sz="1200" dirty="0">
                <a:solidFill>
                  <a:srgbClr val="000000"/>
                </a:solidFill>
              </a:rPr>
              <a:t>.</a:t>
            </a:r>
          </a:p>
        </p:txBody>
      </p:sp>
      <p:sp>
        <p:nvSpPr>
          <p:cNvPr id="23" name="Rectangle 22">
            <a:extLst>
              <a:ext uri="{FF2B5EF4-FFF2-40B4-BE49-F238E27FC236}">
                <a16:creationId xmlns:a16="http://schemas.microsoft.com/office/drawing/2014/main" id="{509C8F12-CF87-97BF-ED24-EF05FFB2D44B}"/>
              </a:ext>
              <a:ext uri="{C183D7F6-B498-43B3-948B-1728B52AA6E4}">
                <adec:decorative xmlns:adec="http://schemas.microsoft.com/office/drawing/2017/decorative" val="1"/>
              </a:ext>
            </a:extLst>
          </p:cNvPr>
          <p:cNvSpPr/>
          <p:nvPr/>
        </p:nvSpPr>
        <p:spPr>
          <a:xfrm>
            <a:off x="640082" y="2338785"/>
            <a:ext cx="151537"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A13377F1-A26E-588B-2C06-B2BC18862210}"/>
              </a:ext>
            </a:extLst>
          </p:cNvPr>
          <p:cNvSpPr/>
          <p:nvPr/>
        </p:nvSpPr>
        <p:spPr>
          <a:xfrm>
            <a:off x="640081" y="3326606"/>
            <a:ext cx="3638961" cy="914400"/>
          </a:xfrm>
          <a:prstGeom prst="rect">
            <a:avLst/>
          </a:prstGeom>
          <a:solidFill>
            <a:schemeClr val="accent1"/>
          </a:solidFill>
          <a:ln w="12700">
            <a:miter lim="400000"/>
          </a:ln>
          <a:effectLst/>
        </p:spPr>
        <p:txBody>
          <a:bodyPr lIns="45719" rIns="45719" anchor="ctr"/>
          <a:lstStyle/>
          <a:p>
            <a:pPr algn="ctr"/>
            <a:r>
              <a:rPr lang="en-US" sz="2400" dirty="0">
                <a:solidFill>
                  <a:srgbClr val="FFFFFF"/>
                </a:solidFill>
              </a:rPr>
              <a:t>11:00 AM</a:t>
            </a:r>
          </a:p>
        </p:txBody>
      </p:sp>
      <p:sp>
        <p:nvSpPr>
          <p:cNvPr id="26" name="Rectangle 25">
            <a:extLst>
              <a:ext uri="{FF2B5EF4-FFF2-40B4-BE49-F238E27FC236}">
                <a16:creationId xmlns:a16="http://schemas.microsoft.com/office/drawing/2014/main" id="{20AF46D4-04A9-5CE7-34A8-EAFC693B28F3}"/>
              </a:ext>
            </a:extLst>
          </p:cNvPr>
          <p:cNvSpPr/>
          <p:nvPr/>
        </p:nvSpPr>
        <p:spPr>
          <a:xfrm>
            <a:off x="4280630" y="3326606"/>
            <a:ext cx="7271608" cy="914400"/>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solidFill>
                  <a:srgbClr val="000000"/>
                </a:solidFill>
                <a:latin typeface="+mj-lt"/>
              </a:rPr>
              <a:t>Agenda Item</a:t>
            </a:r>
          </a:p>
          <a:p>
            <a:pPr>
              <a:spcAft>
                <a:spcPts val="300"/>
              </a:spcAft>
            </a:pPr>
            <a:r>
              <a:rPr lang="en-US" sz="1200" dirty="0">
                <a:solidFill>
                  <a:srgbClr val="000000"/>
                </a:solidFill>
              </a:rPr>
              <a:t>Lorem ipsum dolor sit </a:t>
            </a:r>
            <a:r>
              <a:rPr lang="en-US" sz="1200" dirty="0" err="1">
                <a:solidFill>
                  <a:srgbClr val="000000"/>
                </a:solidFill>
              </a:rPr>
              <a:t>amet</a:t>
            </a:r>
            <a:r>
              <a:rPr lang="en-US" sz="1200" dirty="0">
                <a:solidFill>
                  <a:srgbClr val="000000"/>
                </a:solidFill>
              </a:rPr>
              <a:t>, </a:t>
            </a:r>
            <a:r>
              <a:rPr lang="en-US" sz="1200" dirty="0" err="1">
                <a:solidFill>
                  <a:srgbClr val="000000"/>
                </a:solidFill>
              </a:rPr>
              <a:t>consectetur</a:t>
            </a:r>
            <a:r>
              <a:rPr lang="en-US" sz="1200" dirty="0">
                <a:solidFill>
                  <a:srgbClr val="000000"/>
                </a:solidFill>
              </a:rPr>
              <a:t> </a:t>
            </a:r>
            <a:r>
              <a:rPr lang="en-US" sz="1200" dirty="0" err="1">
                <a:solidFill>
                  <a:srgbClr val="000000"/>
                </a:solidFill>
              </a:rPr>
              <a:t>adipiscing</a:t>
            </a:r>
            <a:r>
              <a:rPr lang="en-US" sz="1200" dirty="0">
                <a:solidFill>
                  <a:srgbClr val="000000"/>
                </a:solidFill>
              </a:rPr>
              <a:t> </a:t>
            </a:r>
            <a:r>
              <a:rPr lang="en-US" sz="1200" dirty="0" err="1">
                <a:solidFill>
                  <a:srgbClr val="000000"/>
                </a:solidFill>
              </a:rPr>
              <a:t>elit</a:t>
            </a:r>
            <a:r>
              <a:rPr lang="en-US" sz="1200" dirty="0">
                <a:solidFill>
                  <a:srgbClr val="000000"/>
                </a:solidFill>
              </a:rPr>
              <a:t>, sed do </a:t>
            </a:r>
            <a:r>
              <a:rPr lang="en-US" sz="1200" dirty="0" err="1">
                <a:solidFill>
                  <a:srgbClr val="000000"/>
                </a:solidFill>
              </a:rPr>
              <a:t>eiusmod</a:t>
            </a:r>
            <a:r>
              <a:rPr lang="en-US" sz="1200" dirty="0">
                <a:solidFill>
                  <a:srgbClr val="000000"/>
                </a:solidFill>
              </a:rPr>
              <a:t> </a:t>
            </a:r>
            <a:r>
              <a:rPr lang="en-US" sz="1200" dirty="0" err="1">
                <a:solidFill>
                  <a:srgbClr val="000000"/>
                </a:solidFill>
              </a:rPr>
              <a:t>tempor</a:t>
            </a:r>
            <a:r>
              <a:rPr lang="en-US" sz="1200" dirty="0">
                <a:solidFill>
                  <a:srgbClr val="000000"/>
                </a:solidFill>
              </a:rPr>
              <a:t> </a:t>
            </a:r>
            <a:r>
              <a:rPr lang="en-US" sz="1200" dirty="0" err="1">
                <a:solidFill>
                  <a:srgbClr val="000000"/>
                </a:solidFill>
              </a:rPr>
              <a:t>incididunt</a:t>
            </a:r>
            <a:r>
              <a:rPr lang="en-US" sz="1200" dirty="0">
                <a:solidFill>
                  <a:srgbClr val="000000"/>
                </a:solidFill>
              </a:rPr>
              <a:t> </a:t>
            </a:r>
            <a:r>
              <a:rPr lang="en-US" sz="1200" dirty="0" err="1">
                <a:solidFill>
                  <a:srgbClr val="000000"/>
                </a:solidFill>
              </a:rPr>
              <a:t>ut</a:t>
            </a:r>
            <a:r>
              <a:rPr lang="en-US" sz="1200" dirty="0">
                <a:solidFill>
                  <a:srgbClr val="000000"/>
                </a:solidFill>
              </a:rPr>
              <a:t> labore et dolore magna </a:t>
            </a:r>
            <a:r>
              <a:rPr lang="en-US" sz="1200" dirty="0" err="1">
                <a:solidFill>
                  <a:srgbClr val="000000"/>
                </a:solidFill>
              </a:rPr>
              <a:t>aliqua</a:t>
            </a:r>
            <a:r>
              <a:rPr lang="en-US" sz="1200" dirty="0">
                <a:solidFill>
                  <a:srgbClr val="000000"/>
                </a:solidFill>
              </a:rPr>
              <a:t>. At </a:t>
            </a:r>
            <a:r>
              <a:rPr lang="en-US" sz="1200" dirty="0" err="1">
                <a:solidFill>
                  <a:srgbClr val="000000"/>
                </a:solidFill>
              </a:rPr>
              <a:t>varius</a:t>
            </a:r>
            <a:r>
              <a:rPr lang="en-US" sz="1200" dirty="0">
                <a:solidFill>
                  <a:srgbClr val="000000"/>
                </a:solidFill>
              </a:rPr>
              <a:t> vel pharetra vel </a:t>
            </a:r>
            <a:r>
              <a:rPr lang="en-US" sz="1200" dirty="0" err="1">
                <a:solidFill>
                  <a:srgbClr val="000000"/>
                </a:solidFill>
              </a:rPr>
              <a:t>turpis</a:t>
            </a:r>
            <a:r>
              <a:rPr lang="en-US" sz="1200" dirty="0">
                <a:solidFill>
                  <a:srgbClr val="000000"/>
                </a:solidFill>
              </a:rPr>
              <a:t>.</a:t>
            </a:r>
          </a:p>
        </p:txBody>
      </p:sp>
      <p:sp>
        <p:nvSpPr>
          <p:cNvPr id="27" name="Rectangle 26">
            <a:extLst>
              <a:ext uri="{FF2B5EF4-FFF2-40B4-BE49-F238E27FC236}">
                <a16:creationId xmlns:a16="http://schemas.microsoft.com/office/drawing/2014/main" id="{E97B3002-3B58-95AA-DCA5-9BDC30CE8333}"/>
              </a:ext>
              <a:ext uri="{C183D7F6-B498-43B3-948B-1728B52AA6E4}">
                <adec:decorative xmlns:adec="http://schemas.microsoft.com/office/drawing/2017/decorative" val="1"/>
              </a:ext>
            </a:extLst>
          </p:cNvPr>
          <p:cNvSpPr/>
          <p:nvPr/>
        </p:nvSpPr>
        <p:spPr>
          <a:xfrm>
            <a:off x="640082" y="3326607"/>
            <a:ext cx="151537"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3BFC540D-5F07-51B2-DD0E-FE0846384286}"/>
              </a:ext>
            </a:extLst>
          </p:cNvPr>
          <p:cNvSpPr/>
          <p:nvPr/>
        </p:nvSpPr>
        <p:spPr>
          <a:xfrm>
            <a:off x="640081" y="4314428"/>
            <a:ext cx="3638961" cy="914400"/>
          </a:xfrm>
          <a:prstGeom prst="rect">
            <a:avLst/>
          </a:prstGeom>
          <a:solidFill>
            <a:schemeClr val="accent1"/>
          </a:solidFill>
          <a:ln w="12700">
            <a:miter lim="400000"/>
          </a:ln>
          <a:effectLst/>
        </p:spPr>
        <p:txBody>
          <a:bodyPr lIns="45719" rIns="45719" anchor="ctr"/>
          <a:lstStyle/>
          <a:p>
            <a:pPr algn="ctr"/>
            <a:r>
              <a:rPr lang="en-US" sz="2400" dirty="0">
                <a:solidFill>
                  <a:srgbClr val="FFFFFF"/>
                </a:solidFill>
              </a:rPr>
              <a:t>11:30 AM</a:t>
            </a:r>
          </a:p>
        </p:txBody>
      </p:sp>
      <p:sp>
        <p:nvSpPr>
          <p:cNvPr id="30" name="Rectangle 29">
            <a:extLst>
              <a:ext uri="{FF2B5EF4-FFF2-40B4-BE49-F238E27FC236}">
                <a16:creationId xmlns:a16="http://schemas.microsoft.com/office/drawing/2014/main" id="{A3E9AD02-DE47-E6AB-A5AD-EDEB73299BE8}"/>
              </a:ext>
            </a:extLst>
          </p:cNvPr>
          <p:cNvSpPr/>
          <p:nvPr/>
        </p:nvSpPr>
        <p:spPr>
          <a:xfrm>
            <a:off x="4280630" y="4314428"/>
            <a:ext cx="7271608" cy="914400"/>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solidFill>
                  <a:srgbClr val="000000"/>
                </a:solidFill>
                <a:latin typeface="+mj-lt"/>
              </a:rPr>
              <a:t>Agenda Item</a:t>
            </a:r>
          </a:p>
          <a:p>
            <a:pPr>
              <a:spcAft>
                <a:spcPts val="300"/>
              </a:spcAft>
            </a:pPr>
            <a:r>
              <a:rPr lang="en-US" sz="1200" dirty="0">
                <a:solidFill>
                  <a:srgbClr val="000000"/>
                </a:solidFill>
              </a:rPr>
              <a:t>Lorem ipsum dolor sit </a:t>
            </a:r>
            <a:r>
              <a:rPr lang="en-US" sz="1200" dirty="0" err="1">
                <a:solidFill>
                  <a:srgbClr val="000000"/>
                </a:solidFill>
              </a:rPr>
              <a:t>amet</a:t>
            </a:r>
            <a:r>
              <a:rPr lang="en-US" sz="1200" dirty="0">
                <a:solidFill>
                  <a:srgbClr val="000000"/>
                </a:solidFill>
              </a:rPr>
              <a:t>, </a:t>
            </a:r>
            <a:r>
              <a:rPr lang="en-US" sz="1200" dirty="0" err="1">
                <a:solidFill>
                  <a:srgbClr val="000000"/>
                </a:solidFill>
              </a:rPr>
              <a:t>consectetur</a:t>
            </a:r>
            <a:r>
              <a:rPr lang="en-US" sz="1200" dirty="0">
                <a:solidFill>
                  <a:srgbClr val="000000"/>
                </a:solidFill>
              </a:rPr>
              <a:t> </a:t>
            </a:r>
            <a:r>
              <a:rPr lang="en-US" sz="1200" dirty="0" err="1">
                <a:solidFill>
                  <a:srgbClr val="000000"/>
                </a:solidFill>
              </a:rPr>
              <a:t>adipiscing</a:t>
            </a:r>
            <a:r>
              <a:rPr lang="en-US" sz="1200" dirty="0">
                <a:solidFill>
                  <a:srgbClr val="000000"/>
                </a:solidFill>
              </a:rPr>
              <a:t> </a:t>
            </a:r>
            <a:r>
              <a:rPr lang="en-US" sz="1200" dirty="0" err="1">
                <a:solidFill>
                  <a:srgbClr val="000000"/>
                </a:solidFill>
              </a:rPr>
              <a:t>elit</a:t>
            </a:r>
            <a:r>
              <a:rPr lang="en-US" sz="1200" dirty="0">
                <a:solidFill>
                  <a:srgbClr val="000000"/>
                </a:solidFill>
              </a:rPr>
              <a:t>, sed do </a:t>
            </a:r>
            <a:r>
              <a:rPr lang="en-US" sz="1200" dirty="0" err="1">
                <a:solidFill>
                  <a:srgbClr val="000000"/>
                </a:solidFill>
              </a:rPr>
              <a:t>eiusmod</a:t>
            </a:r>
            <a:r>
              <a:rPr lang="en-US" sz="1200" dirty="0">
                <a:solidFill>
                  <a:srgbClr val="000000"/>
                </a:solidFill>
              </a:rPr>
              <a:t> </a:t>
            </a:r>
            <a:r>
              <a:rPr lang="en-US" sz="1200" dirty="0" err="1">
                <a:solidFill>
                  <a:srgbClr val="000000"/>
                </a:solidFill>
              </a:rPr>
              <a:t>tempor</a:t>
            </a:r>
            <a:r>
              <a:rPr lang="en-US" sz="1200" dirty="0">
                <a:solidFill>
                  <a:srgbClr val="000000"/>
                </a:solidFill>
              </a:rPr>
              <a:t> </a:t>
            </a:r>
            <a:r>
              <a:rPr lang="en-US" sz="1200" dirty="0" err="1">
                <a:solidFill>
                  <a:srgbClr val="000000"/>
                </a:solidFill>
              </a:rPr>
              <a:t>incididunt</a:t>
            </a:r>
            <a:r>
              <a:rPr lang="en-US" sz="1200" dirty="0">
                <a:solidFill>
                  <a:srgbClr val="000000"/>
                </a:solidFill>
              </a:rPr>
              <a:t> </a:t>
            </a:r>
            <a:r>
              <a:rPr lang="en-US" sz="1200" dirty="0" err="1">
                <a:solidFill>
                  <a:srgbClr val="000000"/>
                </a:solidFill>
              </a:rPr>
              <a:t>ut</a:t>
            </a:r>
            <a:r>
              <a:rPr lang="en-US" sz="1200" dirty="0">
                <a:solidFill>
                  <a:srgbClr val="000000"/>
                </a:solidFill>
              </a:rPr>
              <a:t> labore et dolore magna </a:t>
            </a:r>
            <a:r>
              <a:rPr lang="en-US" sz="1200" dirty="0" err="1">
                <a:solidFill>
                  <a:srgbClr val="000000"/>
                </a:solidFill>
              </a:rPr>
              <a:t>aliqua</a:t>
            </a:r>
            <a:r>
              <a:rPr lang="en-US" sz="1200" dirty="0">
                <a:solidFill>
                  <a:srgbClr val="000000"/>
                </a:solidFill>
              </a:rPr>
              <a:t>. At </a:t>
            </a:r>
            <a:r>
              <a:rPr lang="en-US" sz="1200" dirty="0" err="1">
                <a:solidFill>
                  <a:srgbClr val="000000"/>
                </a:solidFill>
              </a:rPr>
              <a:t>varius</a:t>
            </a:r>
            <a:r>
              <a:rPr lang="en-US" sz="1200" dirty="0">
                <a:solidFill>
                  <a:srgbClr val="000000"/>
                </a:solidFill>
              </a:rPr>
              <a:t> vel pharetra vel </a:t>
            </a:r>
            <a:r>
              <a:rPr lang="en-US" sz="1200" dirty="0" err="1">
                <a:solidFill>
                  <a:srgbClr val="000000"/>
                </a:solidFill>
              </a:rPr>
              <a:t>turpis</a:t>
            </a:r>
            <a:r>
              <a:rPr lang="en-US" sz="1200" dirty="0">
                <a:solidFill>
                  <a:srgbClr val="000000"/>
                </a:solidFill>
              </a:rPr>
              <a:t>.</a:t>
            </a:r>
          </a:p>
        </p:txBody>
      </p:sp>
      <p:sp>
        <p:nvSpPr>
          <p:cNvPr id="31" name="Rectangle 30">
            <a:extLst>
              <a:ext uri="{FF2B5EF4-FFF2-40B4-BE49-F238E27FC236}">
                <a16:creationId xmlns:a16="http://schemas.microsoft.com/office/drawing/2014/main" id="{8953913D-8434-F80E-B5E6-00912D24D4BB}"/>
              </a:ext>
              <a:ext uri="{C183D7F6-B498-43B3-948B-1728B52AA6E4}">
                <adec:decorative xmlns:adec="http://schemas.microsoft.com/office/drawing/2017/decorative" val="1"/>
              </a:ext>
            </a:extLst>
          </p:cNvPr>
          <p:cNvSpPr/>
          <p:nvPr/>
        </p:nvSpPr>
        <p:spPr>
          <a:xfrm>
            <a:off x="640082" y="4314429"/>
            <a:ext cx="151537"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1F7400F5-1514-F55F-B74B-CB44AE3514AC}"/>
              </a:ext>
            </a:extLst>
          </p:cNvPr>
          <p:cNvSpPr/>
          <p:nvPr/>
        </p:nvSpPr>
        <p:spPr>
          <a:xfrm>
            <a:off x="640081" y="5302250"/>
            <a:ext cx="3638961" cy="914400"/>
          </a:xfrm>
          <a:prstGeom prst="rect">
            <a:avLst/>
          </a:prstGeom>
          <a:solidFill>
            <a:schemeClr val="accent1"/>
          </a:solidFill>
          <a:ln w="12700">
            <a:miter lim="400000"/>
          </a:ln>
          <a:effectLst/>
        </p:spPr>
        <p:txBody>
          <a:bodyPr lIns="45719" rIns="45719" anchor="ctr"/>
          <a:lstStyle/>
          <a:p>
            <a:pPr algn="ctr"/>
            <a:r>
              <a:rPr lang="en-US" sz="2400" dirty="0">
                <a:solidFill>
                  <a:srgbClr val="FFFFFF"/>
                </a:solidFill>
              </a:rPr>
              <a:t>12:00 PM</a:t>
            </a:r>
          </a:p>
        </p:txBody>
      </p:sp>
      <p:sp>
        <p:nvSpPr>
          <p:cNvPr id="34" name="Rectangle 33">
            <a:extLst>
              <a:ext uri="{FF2B5EF4-FFF2-40B4-BE49-F238E27FC236}">
                <a16:creationId xmlns:a16="http://schemas.microsoft.com/office/drawing/2014/main" id="{B8D8EB24-375E-DCC0-B35F-D6264432ECFE}"/>
              </a:ext>
            </a:extLst>
          </p:cNvPr>
          <p:cNvSpPr/>
          <p:nvPr/>
        </p:nvSpPr>
        <p:spPr>
          <a:xfrm>
            <a:off x="4280630" y="5302250"/>
            <a:ext cx="7271608" cy="914400"/>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solidFill>
                  <a:srgbClr val="000000"/>
                </a:solidFill>
                <a:latin typeface="+mj-lt"/>
              </a:rPr>
              <a:t>Agenda Item</a:t>
            </a:r>
          </a:p>
          <a:p>
            <a:pPr>
              <a:spcAft>
                <a:spcPts val="300"/>
              </a:spcAft>
            </a:pPr>
            <a:r>
              <a:rPr lang="en-US" sz="1200" dirty="0">
                <a:solidFill>
                  <a:srgbClr val="000000"/>
                </a:solidFill>
              </a:rPr>
              <a:t>Lorem ipsum dolor sit </a:t>
            </a:r>
            <a:r>
              <a:rPr lang="en-US" sz="1200" dirty="0" err="1">
                <a:solidFill>
                  <a:srgbClr val="000000"/>
                </a:solidFill>
              </a:rPr>
              <a:t>amet</a:t>
            </a:r>
            <a:r>
              <a:rPr lang="en-US" sz="1200" dirty="0">
                <a:solidFill>
                  <a:srgbClr val="000000"/>
                </a:solidFill>
              </a:rPr>
              <a:t>, </a:t>
            </a:r>
            <a:r>
              <a:rPr lang="en-US" sz="1200" dirty="0" err="1">
                <a:solidFill>
                  <a:srgbClr val="000000"/>
                </a:solidFill>
              </a:rPr>
              <a:t>consectetur</a:t>
            </a:r>
            <a:r>
              <a:rPr lang="en-US" sz="1200" dirty="0">
                <a:solidFill>
                  <a:srgbClr val="000000"/>
                </a:solidFill>
              </a:rPr>
              <a:t> </a:t>
            </a:r>
            <a:r>
              <a:rPr lang="en-US" sz="1200" dirty="0" err="1">
                <a:solidFill>
                  <a:srgbClr val="000000"/>
                </a:solidFill>
              </a:rPr>
              <a:t>adipiscing</a:t>
            </a:r>
            <a:r>
              <a:rPr lang="en-US" sz="1200" dirty="0">
                <a:solidFill>
                  <a:srgbClr val="000000"/>
                </a:solidFill>
              </a:rPr>
              <a:t> </a:t>
            </a:r>
            <a:r>
              <a:rPr lang="en-US" sz="1200" dirty="0" err="1">
                <a:solidFill>
                  <a:srgbClr val="000000"/>
                </a:solidFill>
              </a:rPr>
              <a:t>elit</a:t>
            </a:r>
            <a:r>
              <a:rPr lang="en-US" sz="1200" dirty="0">
                <a:solidFill>
                  <a:srgbClr val="000000"/>
                </a:solidFill>
              </a:rPr>
              <a:t>, sed do </a:t>
            </a:r>
            <a:r>
              <a:rPr lang="en-US" sz="1200" dirty="0" err="1">
                <a:solidFill>
                  <a:srgbClr val="000000"/>
                </a:solidFill>
              </a:rPr>
              <a:t>eiusmod</a:t>
            </a:r>
            <a:r>
              <a:rPr lang="en-US" sz="1200" dirty="0">
                <a:solidFill>
                  <a:srgbClr val="000000"/>
                </a:solidFill>
              </a:rPr>
              <a:t> </a:t>
            </a:r>
            <a:r>
              <a:rPr lang="en-US" sz="1200" dirty="0" err="1">
                <a:solidFill>
                  <a:srgbClr val="000000"/>
                </a:solidFill>
              </a:rPr>
              <a:t>tempor</a:t>
            </a:r>
            <a:r>
              <a:rPr lang="en-US" sz="1200" dirty="0">
                <a:solidFill>
                  <a:srgbClr val="000000"/>
                </a:solidFill>
              </a:rPr>
              <a:t> </a:t>
            </a:r>
            <a:r>
              <a:rPr lang="en-US" sz="1200" dirty="0" err="1">
                <a:solidFill>
                  <a:srgbClr val="000000"/>
                </a:solidFill>
              </a:rPr>
              <a:t>incididunt</a:t>
            </a:r>
            <a:r>
              <a:rPr lang="en-US" sz="1200" dirty="0">
                <a:solidFill>
                  <a:srgbClr val="000000"/>
                </a:solidFill>
              </a:rPr>
              <a:t> </a:t>
            </a:r>
            <a:r>
              <a:rPr lang="en-US" sz="1200" dirty="0" err="1">
                <a:solidFill>
                  <a:srgbClr val="000000"/>
                </a:solidFill>
              </a:rPr>
              <a:t>ut</a:t>
            </a:r>
            <a:r>
              <a:rPr lang="en-US" sz="1200" dirty="0">
                <a:solidFill>
                  <a:srgbClr val="000000"/>
                </a:solidFill>
              </a:rPr>
              <a:t> labore et dolore magna </a:t>
            </a:r>
            <a:r>
              <a:rPr lang="en-US" sz="1200" dirty="0" err="1">
                <a:solidFill>
                  <a:srgbClr val="000000"/>
                </a:solidFill>
              </a:rPr>
              <a:t>aliqua</a:t>
            </a:r>
            <a:r>
              <a:rPr lang="en-US" sz="1200" dirty="0">
                <a:solidFill>
                  <a:srgbClr val="000000"/>
                </a:solidFill>
              </a:rPr>
              <a:t>. At </a:t>
            </a:r>
            <a:r>
              <a:rPr lang="en-US" sz="1200" dirty="0" err="1">
                <a:solidFill>
                  <a:srgbClr val="000000"/>
                </a:solidFill>
              </a:rPr>
              <a:t>varius</a:t>
            </a:r>
            <a:r>
              <a:rPr lang="en-US" sz="1200" dirty="0">
                <a:solidFill>
                  <a:srgbClr val="000000"/>
                </a:solidFill>
              </a:rPr>
              <a:t> vel pharetra vel </a:t>
            </a:r>
            <a:r>
              <a:rPr lang="en-US" sz="1200" dirty="0" err="1">
                <a:solidFill>
                  <a:srgbClr val="000000"/>
                </a:solidFill>
              </a:rPr>
              <a:t>turpis</a:t>
            </a:r>
            <a:r>
              <a:rPr lang="en-US" sz="1200" dirty="0">
                <a:solidFill>
                  <a:srgbClr val="000000"/>
                </a:solidFill>
              </a:rPr>
              <a:t>.</a:t>
            </a:r>
          </a:p>
        </p:txBody>
      </p:sp>
      <p:sp>
        <p:nvSpPr>
          <p:cNvPr id="35" name="Rectangle 34">
            <a:extLst>
              <a:ext uri="{FF2B5EF4-FFF2-40B4-BE49-F238E27FC236}">
                <a16:creationId xmlns:a16="http://schemas.microsoft.com/office/drawing/2014/main" id="{CBBF4DE3-2296-A8B0-E4CE-5DC1FD72D837}"/>
              </a:ext>
              <a:ext uri="{C183D7F6-B498-43B3-948B-1728B52AA6E4}">
                <adec:decorative xmlns:adec="http://schemas.microsoft.com/office/drawing/2017/decorative" val="1"/>
              </a:ext>
            </a:extLst>
          </p:cNvPr>
          <p:cNvSpPr/>
          <p:nvPr/>
        </p:nvSpPr>
        <p:spPr>
          <a:xfrm>
            <a:off x="640082" y="5302251"/>
            <a:ext cx="151537"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85276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54EC77E-C21E-BC6E-63A6-5E63616CEEC9}"/>
              </a:ext>
            </a:extLst>
          </p:cNvPr>
          <p:cNvSpPr>
            <a:spLocks noGrp="1"/>
          </p:cNvSpPr>
          <p:nvPr>
            <p:ph type="title"/>
          </p:nvPr>
        </p:nvSpPr>
        <p:spPr>
          <a:xfrm>
            <a:off x="640080" y="347472"/>
            <a:ext cx="10911840" cy="640080"/>
          </a:xfrm>
        </p:spPr>
        <p:txBody>
          <a:bodyPr/>
          <a:lstStyle/>
          <a:p>
            <a:r>
              <a:rPr lang="en-US" dirty="0"/>
              <a:t>Agenda Example 2</a:t>
            </a:r>
          </a:p>
        </p:txBody>
      </p:sp>
      <p:sp>
        <p:nvSpPr>
          <p:cNvPr id="36" name="Rectangle 35">
            <a:extLst>
              <a:ext uri="{FF2B5EF4-FFF2-40B4-BE49-F238E27FC236}">
                <a16:creationId xmlns:a16="http://schemas.microsoft.com/office/drawing/2014/main" id="{48B0FFB1-2EC9-01E4-EB87-309BBDCDD856}"/>
              </a:ext>
            </a:extLst>
          </p:cNvPr>
          <p:cNvSpPr/>
          <p:nvPr/>
        </p:nvSpPr>
        <p:spPr>
          <a:xfrm>
            <a:off x="640080" y="1350963"/>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10:00 AM</a:t>
            </a:r>
          </a:p>
        </p:txBody>
      </p:sp>
      <p:sp>
        <p:nvSpPr>
          <p:cNvPr id="37" name="Rectangle 36">
            <a:extLst>
              <a:ext uri="{FF2B5EF4-FFF2-40B4-BE49-F238E27FC236}">
                <a16:creationId xmlns:a16="http://schemas.microsoft.com/office/drawing/2014/main" id="{A45C824C-43B7-6C60-A0E6-90AC5C7EBBD0}"/>
              </a:ext>
            </a:extLst>
          </p:cNvPr>
          <p:cNvSpPr/>
          <p:nvPr/>
        </p:nvSpPr>
        <p:spPr>
          <a:xfrm>
            <a:off x="2142596" y="1350963"/>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38" name="Rectangle 37">
            <a:extLst>
              <a:ext uri="{FF2B5EF4-FFF2-40B4-BE49-F238E27FC236}">
                <a16:creationId xmlns:a16="http://schemas.microsoft.com/office/drawing/2014/main" id="{1F7A51CA-A4A7-03CD-FBB1-B4A63869F3C0}"/>
              </a:ext>
              <a:ext uri="{C183D7F6-B498-43B3-948B-1728B52AA6E4}">
                <adec:decorative xmlns:adec="http://schemas.microsoft.com/office/drawing/2017/decorative" val="1"/>
              </a:ext>
            </a:extLst>
          </p:cNvPr>
          <p:cNvSpPr/>
          <p:nvPr/>
        </p:nvSpPr>
        <p:spPr>
          <a:xfrm>
            <a:off x="640081" y="1350964"/>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C7C6EC80-636F-0098-439D-79441B0C0A5C}"/>
              </a:ext>
            </a:extLst>
          </p:cNvPr>
          <p:cNvSpPr/>
          <p:nvPr/>
        </p:nvSpPr>
        <p:spPr>
          <a:xfrm>
            <a:off x="6186170" y="1350963"/>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10:30 AM</a:t>
            </a:r>
          </a:p>
        </p:txBody>
      </p:sp>
      <p:sp>
        <p:nvSpPr>
          <p:cNvPr id="87" name="Rectangle 86">
            <a:extLst>
              <a:ext uri="{FF2B5EF4-FFF2-40B4-BE49-F238E27FC236}">
                <a16:creationId xmlns:a16="http://schemas.microsoft.com/office/drawing/2014/main" id="{0754B15C-A9CB-94AD-E7CD-39EB9568A529}"/>
              </a:ext>
            </a:extLst>
          </p:cNvPr>
          <p:cNvSpPr/>
          <p:nvPr/>
        </p:nvSpPr>
        <p:spPr>
          <a:xfrm>
            <a:off x="7688686" y="1350963"/>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88" name="Rectangle 87">
            <a:extLst>
              <a:ext uri="{FF2B5EF4-FFF2-40B4-BE49-F238E27FC236}">
                <a16:creationId xmlns:a16="http://schemas.microsoft.com/office/drawing/2014/main" id="{B9C3291E-518C-93BD-9F08-6B654BC3E25A}"/>
              </a:ext>
              <a:ext uri="{C183D7F6-B498-43B3-948B-1728B52AA6E4}">
                <adec:decorative xmlns:adec="http://schemas.microsoft.com/office/drawing/2017/decorative" val="1"/>
              </a:ext>
            </a:extLst>
          </p:cNvPr>
          <p:cNvSpPr/>
          <p:nvPr/>
        </p:nvSpPr>
        <p:spPr>
          <a:xfrm>
            <a:off x="6186171" y="1350964"/>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647AA0B0-0106-3829-C5C5-3194577DBCBF}"/>
              </a:ext>
            </a:extLst>
          </p:cNvPr>
          <p:cNvSpPr/>
          <p:nvPr/>
        </p:nvSpPr>
        <p:spPr>
          <a:xfrm>
            <a:off x="640080" y="3036359"/>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11:00 AM</a:t>
            </a:r>
          </a:p>
        </p:txBody>
      </p:sp>
      <p:sp>
        <p:nvSpPr>
          <p:cNvPr id="91" name="Rectangle 90">
            <a:extLst>
              <a:ext uri="{FF2B5EF4-FFF2-40B4-BE49-F238E27FC236}">
                <a16:creationId xmlns:a16="http://schemas.microsoft.com/office/drawing/2014/main" id="{A08EB037-1767-C6C8-50C8-1B346DCE8EAC}"/>
              </a:ext>
            </a:extLst>
          </p:cNvPr>
          <p:cNvSpPr/>
          <p:nvPr/>
        </p:nvSpPr>
        <p:spPr>
          <a:xfrm>
            <a:off x="2142596" y="3036359"/>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92" name="Rectangle 91">
            <a:extLst>
              <a:ext uri="{FF2B5EF4-FFF2-40B4-BE49-F238E27FC236}">
                <a16:creationId xmlns:a16="http://schemas.microsoft.com/office/drawing/2014/main" id="{D89B454E-F5EC-F535-FE16-B618803EB48E}"/>
              </a:ext>
              <a:ext uri="{C183D7F6-B498-43B3-948B-1728B52AA6E4}">
                <adec:decorative xmlns:adec="http://schemas.microsoft.com/office/drawing/2017/decorative" val="1"/>
              </a:ext>
            </a:extLst>
          </p:cNvPr>
          <p:cNvSpPr/>
          <p:nvPr/>
        </p:nvSpPr>
        <p:spPr>
          <a:xfrm>
            <a:off x="640081" y="3036360"/>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FFEBD4B6-C857-64C0-82FE-A5405A8777D1}"/>
              </a:ext>
            </a:extLst>
          </p:cNvPr>
          <p:cNvSpPr/>
          <p:nvPr/>
        </p:nvSpPr>
        <p:spPr>
          <a:xfrm>
            <a:off x="6186170" y="3036359"/>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11:30 AM</a:t>
            </a:r>
          </a:p>
        </p:txBody>
      </p:sp>
      <p:sp>
        <p:nvSpPr>
          <p:cNvPr id="95" name="Rectangle 94">
            <a:extLst>
              <a:ext uri="{FF2B5EF4-FFF2-40B4-BE49-F238E27FC236}">
                <a16:creationId xmlns:a16="http://schemas.microsoft.com/office/drawing/2014/main" id="{234AB589-3871-5BFC-CBEE-7A261625DE32}"/>
              </a:ext>
            </a:extLst>
          </p:cNvPr>
          <p:cNvSpPr/>
          <p:nvPr/>
        </p:nvSpPr>
        <p:spPr>
          <a:xfrm>
            <a:off x="7688686" y="3036359"/>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96" name="Rectangle 95">
            <a:extLst>
              <a:ext uri="{FF2B5EF4-FFF2-40B4-BE49-F238E27FC236}">
                <a16:creationId xmlns:a16="http://schemas.microsoft.com/office/drawing/2014/main" id="{87109E8C-DF11-9B41-0831-758F2A362744}"/>
              </a:ext>
              <a:ext uri="{C183D7F6-B498-43B3-948B-1728B52AA6E4}">
                <adec:decorative xmlns:adec="http://schemas.microsoft.com/office/drawing/2017/decorative" val="1"/>
              </a:ext>
            </a:extLst>
          </p:cNvPr>
          <p:cNvSpPr/>
          <p:nvPr/>
        </p:nvSpPr>
        <p:spPr>
          <a:xfrm>
            <a:off x="6186171" y="3036360"/>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374D274E-0A8C-54AD-5952-72F6A6D30BFC}"/>
              </a:ext>
            </a:extLst>
          </p:cNvPr>
          <p:cNvSpPr/>
          <p:nvPr/>
        </p:nvSpPr>
        <p:spPr>
          <a:xfrm>
            <a:off x="640080" y="4714134"/>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12:00 PM</a:t>
            </a:r>
          </a:p>
        </p:txBody>
      </p:sp>
      <p:sp>
        <p:nvSpPr>
          <p:cNvPr id="99" name="Rectangle 98">
            <a:extLst>
              <a:ext uri="{FF2B5EF4-FFF2-40B4-BE49-F238E27FC236}">
                <a16:creationId xmlns:a16="http://schemas.microsoft.com/office/drawing/2014/main" id="{96D3C517-8C19-418D-AD35-7F8B1A298DE3}"/>
              </a:ext>
            </a:extLst>
          </p:cNvPr>
          <p:cNvSpPr/>
          <p:nvPr/>
        </p:nvSpPr>
        <p:spPr>
          <a:xfrm>
            <a:off x="2142596" y="4714134"/>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00" name="Rectangle 99">
            <a:extLst>
              <a:ext uri="{FF2B5EF4-FFF2-40B4-BE49-F238E27FC236}">
                <a16:creationId xmlns:a16="http://schemas.microsoft.com/office/drawing/2014/main" id="{BCFBFC76-ED6D-8EBF-651B-D2467591D25B}"/>
              </a:ext>
              <a:ext uri="{C183D7F6-B498-43B3-948B-1728B52AA6E4}">
                <adec:decorative xmlns:adec="http://schemas.microsoft.com/office/drawing/2017/decorative" val="1"/>
              </a:ext>
            </a:extLst>
          </p:cNvPr>
          <p:cNvSpPr/>
          <p:nvPr/>
        </p:nvSpPr>
        <p:spPr>
          <a:xfrm>
            <a:off x="640081" y="4714135"/>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D83DBDDE-236D-8BCE-F7C4-86E094A389E9}"/>
              </a:ext>
            </a:extLst>
          </p:cNvPr>
          <p:cNvSpPr/>
          <p:nvPr/>
        </p:nvSpPr>
        <p:spPr>
          <a:xfrm>
            <a:off x="6186170" y="4714134"/>
            <a:ext cx="1502516" cy="1502516"/>
          </a:xfrm>
          <a:prstGeom prst="rect">
            <a:avLst/>
          </a:prstGeom>
          <a:solidFill>
            <a:schemeClr val="accent1"/>
          </a:solidFill>
          <a:ln w="12700">
            <a:miter lim="400000"/>
          </a:ln>
          <a:effectLst/>
        </p:spPr>
        <p:txBody>
          <a:bodyPr lIns="45719" rIns="45719" anchor="ctr"/>
          <a:lstStyle/>
          <a:p>
            <a:pPr algn="ctr">
              <a:spcAft>
                <a:spcPts val="300"/>
              </a:spcAft>
            </a:pPr>
            <a:r>
              <a:rPr lang="en-US" sz="2000" dirty="0">
                <a:solidFill>
                  <a:schemeClr val="bg1"/>
                </a:solidFill>
              </a:rPr>
              <a:t>12:30 PM</a:t>
            </a:r>
          </a:p>
        </p:txBody>
      </p:sp>
      <p:sp>
        <p:nvSpPr>
          <p:cNvPr id="103" name="Rectangle 102">
            <a:extLst>
              <a:ext uri="{FF2B5EF4-FFF2-40B4-BE49-F238E27FC236}">
                <a16:creationId xmlns:a16="http://schemas.microsoft.com/office/drawing/2014/main" id="{A145DFD6-D04F-C228-FA1B-08B2F97ABF64}"/>
              </a:ext>
            </a:extLst>
          </p:cNvPr>
          <p:cNvSpPr/>
          <p:nvPr/>
        </p:nvSpPr>
        <p:spPr>
          <a:xfrm>
            <a:off x="7688686" y="4714134"/>
            <a:ext cx="3861964"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04" name="Rectangle 103">
            <a:extLst>
              <a:ext uri="{FF2B5EF4-FFF2-40B4-BE49-F238E27FC236}">
                <a16:creationId xmlns:a16="http://schemas.microsoft.com/office/drawing/2014/main" id="{BC4E3889-5E91-FB6E-3F47-E46760914650}"/>
              </a:ext>
              <a:ext uri="{C183D7F6-B498-43B3-948B-1728B52AA6E4}">
                <adec:decorative xmlns:adec="http://schemas.microsoft.com/office/drawing/2017/decorative" val="1"/>
              </a:ext>
            </a:extLst>
          </p:cNvPr>
          <p:cNvSpPr/>
          <p:nvPr/>
        </p:nvSpPr>
        <p:spPr>
          <a:xfrm>
            <a:off x="6186171" y="4714135"/>
            <a:ext cx="152401" cy="15240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346891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54EC77E-C21E-BC6E-63A6-5E63616CEEC9}"/>
              </a:ext>
            </a:extLst>
          </p:cNvPr>
          <p:cNvSpPr>
            <a:spLocks noGrp="1"/>
          </p:cNvSpPr>
          <p:nvPr>
            <p:ph type="title"/>
          </p:nvPr>
        </p:nvSpPr>
        <p:spPr>
          <a:xfrm>
            <a:off x="640080" y="347472"/>
            <a:ext cx="10911840" cy="640080"/>
          </a:xfrm>
        </p:spPr>
        <p:txBody>
          <a:bodyPr/>
          <a:lstStyle/>
          <a:p>
            <a:r>
              <a:rPr lang="en-US" dirty="0"/>
              <a:t>Agenda Example 3</a:t>
            </a:r>
          </a:p>
        </p:txBody>
      </p:sp>
      <p:sp>
        <p:nvSpPr>
          <p:cNvPr id="8" name="Rectangle 7">
            <a:extLst>
              <a:ext uri="{FF2B5EF4-FFF2-40B4-BE49-F238E27FC236}">
                <a16:creationId xmlns:a16="http://schemas.microsoft.com/office/drawing/2014/main" id="{F4493FC2-AC54-F4A1-A8E7-0CBEA03FA7A0}"/>
              </a:ext>
            </a:extLst>
          </p:cNvPr>
          <p:cNvSpPr/>
          <p:nvPr/>
        </p:nvSpPr>
        <p:spPr>
          <a:xfrm>
            <a:off x="639763" y="1350963"/>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10:00 AM – 10:30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9" name="Rectangle 8">
            <a:extLst>
              <a:ext uri="{FF2B5EF4-FFF2-40B4-BE49-F238E27FC236}">
                <a16:creationId xmlns:a16="http://schemas.microsoft.com/office/drawing/2014/main" id="{2A66E9DD-7B2B-C3E8-ED10-A523811B5F08}"/>
              </a:ext>
              <a:ext uri="{C183D7F6-B498-43B3-948B-1728B52AA6E4}">
                <adec:decorative xmlns:adec="http://schemas.microsoft.com/office/drawing/2017/decorative" val="1"/>
              </a:ext>
            </a:extLst>
          </p:cNvPr>
          <p:cNvSpPr/>
          <p:nvPr/>
        </p:nvSpPr>
        <p:spPr>
          <a:xfrm>
            <a:off x="640081" y="1350964"/>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 name="Rectangle 11">
            <a:extLst>
              <a:ext uri="{FF2B5EF4-FFF2-40B4-BE49-F238E27FC236}">
                <a16:creationId xmlns:a16="http://schemas.microsoft.com/office/drawing/2014/main" id="{9CBB76B7-0105-03BA-909F-9E774AA4950D}"/>
              </a:ext>
            </a:extLst>
          </p:cNvPr>
          <p:cNvSpPr/>
          <p:nvPr/>
        </p:nvSpPr>
        <p:spPr>
          <a:xfrm>
            <a:off x="6185853" y="1350963"/>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10:30 AM – 11:00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3" name="Rectangle 12">
            <a:extLst>
              <a:ext uri="{FF2B5EF4-FFF2-40B4-BE49-F238E27FC236}">
                <a16:creationId xmlns:a16="http://schemas.microsoft.com/office/drawing/2014/main" id="{CAE22821-103C-27C9-4719-CA5B5A9389F8}"/>
              </a:ext>
              <a:ext uri="{C183D7F6-B498-43B3-948B-1728B52AA6E4}">
                <adec:decorative xmlns:adec="http://schemas.microsoft.com/office/drawing/2017/decorative" val="1"/>
              </a:ext>
            </a:extLst>
          </p:cNvPr>
          <p:cNvSpPr/>
          <p:nvPr/>
        </p:nvSpPr>
        <p:spPr>
          <a:xfrm>
            <a:off x="6186171" y="1350964"/>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Rectangle 14">
            <a:extLst>
              <a:ext uri="{FF2B5EF4-FFF2-40B4-BE49-F238E27FC236}">
                <a16:creationId xmlns:a16="http://schemas.microsoft.com/office/drawing/2014/main" id="{2A687262-D46F-95C2-057F-CE4E727C9C44}"/>
              </a:ext>
            </a:extLst>
          </p:cNvPr>
          <p:cNvSpPr/>
          <p:nvPr/>
        </p:nvSpPr>
        <p:spPr>
          <a:xfrm>
            <a:off x="639763" y="3032549"/>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11:00 AM – 11:30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6" name="Rectangle 15">
            <a:extLst>
              <a:ext uri="{FF2B5EF4-FFF2-40B4-BE49-F238E27FC236}">
                <a16:creationId xmlns:a16="http://schemas.microsoft.com/office/drawing/2014/main" id="{A01DAEA2-A98D-1F2C-9A94-2D8D73D6F982}"/>
              </a:ext>
              <a:ext uri="{C183D7F6-B498-43B3-948B-1728B52AA6E4}">
                <adec:decorative xmlns:adec="http://schemas.microsoft.com/office/drawing/2017/decorative" val="1"/>
              </a:ext>
            </a:extLst>
          </p:cNvPr>
          <p:cNvSpPr/>
          <p:nvPr/>
        </p:nvSpPr>
        <p:spPr>
          <a:xfrm>
            <a:off x="640081" y="3032550"/>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Rectangle 17">
            <a:extLst>
              <a:ext uri="{FF2B5EF4-FFF2-40B4-BE49-F238E27FC236}">
                <a16:creationId xmlns:a16="http://schemas.microsoft.com/office/drawing/2014/main" id="{6E17E08A-9A60-AFEF-FF90-42963F9E253D}"/>
              </a:ext>
            </a:extLst>
          </p:cNvPr>
          <p:cNvSpPr/>
          <p:nvPr/>
        </p:nvSpPr>
        <p:spPr>
          <a:xfrm>
            <a:off x="6185853" y="3032549"/>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11:30 AM – 12:00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9" name="Rectangle 18">
            <a:extLst>
              <a:ext uri="{FF2B5EF4-FFF2-40B4-BE49-F238E27FC236}">
                <a16:creationId xmlns:a16="http://schemas.microsoft.com/office/drawing/2014/main" id="{A271B24E-C125-AAFA-E4B6-FB21DB005913}"/>
              </a:ext>
              <a:ext uri="{C183D7F6-B498-43B3-948B-1728B52AA6E4}">
                <adec:decorative xmlns:adec="http://schemas.microsoft.com/office/drawing/2017/decorative" val="1"/>
              </a:ext>
            </a:extLst>
          </p:cNvPr>
          <p:cNvSpPr/>
          <p:nvPr/>
        </p:nvSpPr>
        <p:spPr>
          <a:xfrm>
            <a:off x="6186171" y="3032550"/>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 name="Rectangle 20">
            <a:extLst>
              <a:ext uri="{FF2B5EF4-FFF2-40B4-BE49-F238E27FC236}">
                <a16:creationId xmlns:a16="http://schemas.microsoft.com/office/drawing/2014/main" id="{3FD44571-BA79-255F-02EB-1459DFA5DF30}"/>
              </a:ext>
            </a:extLst>
          </p:cNvPr>
          <p:cNvSpPr/>
          <p:nvPr/>
        </p:nvSpPr>
        <p:spPr>
          <a:xfrm>
            <a:off x="639763" y="4714134"/>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12:00 PM – 12:30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22" name="Rectangle 21">
            <a:extLst>
              <a:ext uri="{FF2B5EF4-FFF2-40B4-BE49-F238E27FC236}">
                <a16:creationId xmlns:a16="http://schemas.microsoft.com/office/drawing/2014/main" id="{981231F7-653D-F103-1E4E-7E1C20438725}"/>
              </a:ext>
              <a:ext uri="{C183D7F6-B498-43B3-948B-1728B52AA6E4}">
                <adec:decorative xmlns:adec="http://schemas.microsoft.com/office/drawing/2017/decorative" val="1"/>
              </a:ext>
            </a:extLst>
          </p:cNvPr>
          <p:cNvSpPr/>
          <p:nvPr/>
        </p:nvSpPr>
        <p:spPr>
          <a:xfrm>
            <a:off x="640081" y="4714135"/>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4" name="Rectangle 23">
            <a:extLst>
              <a:ext uri="{FF2B5EF4-FFF2-40B4-BE49-F238E27FC236}">
                <a16:creationId xmlns:a16="http://schemas.microsoft.com/office/drawing/2014/main" id="{86B312F4-CEEE-05BE-F3D5-C9B499264451}"/>
              </a:ext>
            </a:extLst>
          </p:cNvPr>
          <p:cNvSpPr/>
          <p:nvPr/>
        </p:nvSpPr>
        <p:spPr>
          <a:xfrm>
            <a:off x="6185853" y="4714134"/>
            <a:ext cx="5364797" cy="1502516"/>
          </a:xfrm>
          <a:prstGeom prst="rect">
            <a:avLst/>
          </a:prstGeom>
          <a:solidFill>
            <a:schemeClr val="bg1"/>
          </a:solidFill>
          <a:ln w="12700">
            <a:miter lim="400000"/>
          </a:ln>
          <a:effectLst/>
        </p:spPr>
        <p:txBody>
          <a:bodyPr lIns="274320" tIns="45720" rIns="274320" bIns="45720" anchor="ctr"/>
          <a:lstStyle/>
          <a:p>
            <a:pPr>
              <a:spcAft>
                <a:spcPts val="300"/>
              </a:spcAft>
            </a:pPr>
            <a:r>
              <a:rPr lang="en-US" sz="2400" dirty="0">
                <a:latin typeface="+mj-lt"/>
              </a:rPr>
              <a:t>12:30 PM – 1:00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25" name="Rectangle 24">
            <a:extLst>
              <a:ext uri="{FF2B5EF4-FFF2-40B4-BE49-F238E27FC236}">
                <a16:creationId xmlns:a16="http://schemas.microsoft.com/office/drawing/2014/main" id="{EA762E07-844B-466C-B6AA-8499903FE170}"/>
              </a:ext>
              <a:ext uri="{C183D7F6-B498-43B3-948B-1728B52AA6E4}">
                <adec:decorative xmlns:adec="http://schemas.microsoft.com/office/drawing/2017/decorative" val="1"/>
              </a:ext>
            </a:extLst>
          </p:cNvPr>
          <p:cNvSpPr/>
          <p:nvPr/>
        </p:nvSpPr>
        <p:spPr>
          <a:xfrm>
            <a:off x="6186171" y="4714135"/>
            <a:ext cx="152401" cy="1524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40606058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54EC77E-C21E-BC6E-63A6-5E63616CEEC9}"/>
              </a:ext>
            </a:extLst>
          </p:cNvPr>
          <p:cNvSpPr>
            <a:spLocks noGrp="1"/>
          </p:cNvSpPr>
          <p:nvPr>
            <p:ph type="title"/>
          </p:nvPr>
        </p:nvSpPr>
        <p:spPr>
          <a:xfrm>
            <a:off x="640080" y="347472"/>
            <a:ext cx="10911840" cy="640080"/>
          </a:xfrm>
        </p:spPr>
        <p:txBody>
          <a:bodyPr/>
          <a:lstStyle/>
          <a:p>
            <a:r>
              <a:rPr lang="en-US" dirty="0"/>
              <a:t>Agenda Example 4</a:t>
            </a:r>
          </a:p>
        </p:txBody>
      </p:sp>
      <p:sp>
        <p:nvSpPr>
          <p:cNvPr id="7" name="Rectangle 6">
            <a:extLst>
              <a:ext uri="{FF2B5EF4-FFF2-40B4-BE49-F238E27FC236}">
                <a16:creationId xmlns:a16="http://schemas.microsoft.com/office/drawing/2014/main" id="{C0BF8FA1-60B4-7837-F975-E4CBAA2D5CEA}"/>
              </a:ext>
            </a:extLst>
          </p:cNvPr>
          <p:cNvSpPr/>
          <p:nvPr/>
        </p:nvSpPr>
        <p:spPr>
          <a:xfrm>
            <a:off x="639763" y="1350963"/>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10:00 AM – 10:30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8" name="Rectangle 7">
            <a:extLst>
              <a:ext uri="{FF2B5EF4-FFF2-40B4-BE49-F238E27FC236}">
                <a16:creationId xmlns:a16="http://schemas.microsoft.com/office/drawing/2014/main" id="{12517936-3485-2991-163D-03251E7A71EB}"/>
              </a:ext>
              <a:ext uri="{C183D7F6-B498-43B3-948B-1728B52AA6E4}">
                <adec:decorative xmlns:adec="http://schemas.microsoft.com/office/drawing/2017/decorative" val="1"/>
              </a:ext>
            </a:extLst>
          </p:cNvPr>
          <p:cNvSpPr/>
          <p:nvPr/>
        </p:nvSpPr>
        <p:spPr>
          <a:xfrm>
            <a:off x="640081" y="1350964"/>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49D14E18-1829-0DA5-A5B1-F365A6CF9295}"/>
              </a:ext>
            </a:extLst>
          </p:cNvPr>
          <p:cNvSpPr/>
          <p:nvPr/>
        </p:nvSpPr>
        <p:spPr>
          <a:xfrm>
            <a:off x="6185853" y="1350963"/>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10:30 AM – 11:00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2" name="Rectangle 11">
            <a:extLst>
              <a:ext uri="{FF2B5EF4-FFF2-40B4-BE49-F238E27FC236}">
                <a16:creationId xmlns:a16="http://schemas.microsoft.com/office/drawing/2014/main" id="{BE8881F6-65F1-EC1A-0981-CD6B82808045}"/>
              </a:ext>
              <a:ext uri="{C183D7F6-B498-43B3-948B-1728B52AA6E4}">
                <adec:decorative xmlns:adec="http://schemas.microsoft.com/office/drawing/2017/decorative" val="1"/>
              </a:ext>
            </a:extLst>
          </p:cNvPr>
          <p:cNvSpPr/>
          <p:nvPr/>
        </p:nvSpPr>
        <p:spPr>
          <a:xfrm>
            <a:off x="6186171" y="1350964"/>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9DDE3F4B-E688-4E31-4EBE-BDD6AEBE3201}"/>
              </a:ext>
            </a:extLst>
          </p:cNvPr>
          <p:cNvSpPr/>
          <p:nvPr/>
        </p:nvSpPr>
        <p:spPr>
          <a:xfrm>
            <a:off x="639763" y="3032549"/>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11:00 AM – 11:30 AM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5" name="Rectangle 14">
            <a:extLst>
              <a:ext uri="{FF2B5EF4-FFF2-40B4-BE49-F238E27FC236}">
                <a16:creationId xmlns:a16="http://schemas.microsoft.com/office/drawing/2014/main" id="{58DB0F78-CFDA-3C61-5D4B-50C5FAEFFAE2}"/>
              </a:ext>
              <a:ext uri="{C183D7F6-B498-43B3-948B-1728B52AA6E4}">
                <adec:decorative xmlns:adec="http://schemas.microsoft.com/office/drawing/2017/decorative" val="1"/>
              </a:ext>
            </a:extLst>
          </p:cNvPr>
          <p:cNvSpPr/>
          <p:nvPr/>
        </p:nvSpPr>
        <p:spPr>
          <a:xfrm>
            <a:off x="640081" y="3032550"/>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A14E2DEC-E5E2-5628-8FEB-185E8689423B}"/>
              </a:ext>
            </a:extLst>
          </p:cNvPr>
          <p:cNvSpPr/>
          <p:nvPr/>
        </p:nvSpPr>
        <p:spPr>
          <a:xfrm>
            <a:off x="6185853" y="3032549"/>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11:30 AM – 12:00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18" name="Rectangle 17">
            <a:extLst>
              <a:ext uri="{FF2B5EF4-FFF2-40B4-BE49-F238E27FC236}">
                <a16:creationId xmlns:a16="http://schemas.microsoft.com/office/drawing/2014/main" id="{ED6868E8-37E9-47F0-F48C-0355EF4253DF}"/>
              </a:ext>
              <a:ext uri="{C183D7F6-B498-43B3-948B-1728B52AA6E4}">
                <adec:decorative xmlns:adec="http://schemas.microsoft.com/office/drawing/2017/decorative" val="1"/>
              </a:ext>
            </a:extLst>
          </p:cNvPr>
          <p:cNvSpPr/>
          <p:nvPr/>
        </p:nvSpPr>
        <p:spPr>
          <a:xfrm>
            <a:off x="6186171" y="3032550"/>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00663662-5D97-FC48-ECF3-88187C02E44F}"/>
              </a:ext>
            </a:extLst>
          </p:cNvPr>
          <p:cNvSpPr/>
          <p:nvPr/>
        </p:nvSpPr>
        <p:spPr>
          <a:xfrm>
            <a:off x="639763" y="4714134"/>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12:00 PM – 12:30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21" name="Rectangle 20">
            <a:extLst>
              <a:ext uri="{FF2B5EF4-FFF2-40B4-BE49-F238E27FC236}">
                <a16:creationId xmlns:a16="http://schemas.microsoft.com/office/drawing/2014/main" id="{EF9E041E-4D7C-B123-8C75-2E7B962D345F}"/>
              </a:ext>
              <a:ext uri="{C183D7F6-B498-43B3-948B-1728B52AA6E4}">
                <adec:decorative xmlns:adec="http://schemas.microsoft.com/office/drawing/2017/decorative" val="1"/>
              </a:ext>
            </a:extLst>
          </p:cNvPr>
          <p:cNvSpPr/>
          <p:nvPr/>
        </p:nvSpPr>
        <p:spPr>
          <a:xfrm>
            <a:off x="640081" y="4714135"/>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46CE223C-3049-793C-C58A-FD4A3D8DB0E6}"/>
              </a:ext>
            </a:extLst>
          </p:cNvPr>
          <p:cNvSpPr/>
          <p:nvPr/>
        </p:nvSpPr>
        <p:spPr>
          <a:xfrm>
            <a:off x="6185853" y="4714134"/>
            <a:ext cx="5364797" cy="1502516"/>
          </a:xfrm>
          <a:prstGeom prst="rect">
            <a:avLst/>
          </a:prstGeom>
          <a:solidFill>
            <a:srgbClr val="7BDEFF"/>
          </a:solidFill>
          <a:ln w="12700">
            <a:miter lim="400000"/>
          </a:ln>
          <a:effectLst/>
        </p:spPr>
        <p:txBody>
          <a:bodyPr lIns="274320" tIns="45720" rIns="274320" bIns="45720" anchor="ctr"/>
          <a:lstStyle/>
          <a:p>
            <a:pPr>
              <a:spcAft>
                <a:spcPts val="300"/>
              </a:spcAft>
            </a:pPr>
            <a:r>
              <a:rPr lang="en-US" sz="2400" dirty="0">
                <a:latin typeface="+mj-lt"/>
              </a:rPr>
              <a:t>12:30 PM – 1:00 PM</a:t>
            </a:r>
          </a:p>
          <a:p>
            <a:pPr>
              <a:spcAft>
                <a:spcPts val="300"/>
              </a:spcAft>
            </a:pPr>
            <a:r>
              <a:rPr lang="en-US" sz="2000" dirty="0">
                <a:latin typeface="+mj-lt"/>
              </a:rPr>
              <a:t>Agenda Item</a:t>
            </a:r>
          </a:p>
          <a:p>
            <a:pPr>
              <a:spcAft>
                <a:spcPts val="300"/>
              </a:spcAft>
            </a:pPr>
            <a:r>
              <a:rPr lang="en-US" sz="1200" dirty="0"/>
              <a:t>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sed do </a:t>
            </a:r>
            <a:r>
              <a:rPr lang="en-US" sz="1200" dirty="0" err="1"/>
              <a:t>eiusmod</a:t>
            </a:r>
            <a:r>
              <a:rPr lang="en-US" sz="1200" dirty="0"/>
              <a:t> </a:t>
            </a:r>
            <a:r>
              <a:rPr lang="en-US" sz="1200" dirty="0" err="1"/>
              <a:t>tempor</a:t>
            </a:r>
            <a:r>
              <a:rPr lang="en-US" sz="1200" dirty="0"/>
              <a:t> </a:t>
            </a:r>
            <a:r>
              <a:rPr lang="en-US" sz="1200" dirty="0" err="1"/>
              <a:t>incididunt</a:t>
            </a:r>
            <a:r>
              <a:rPr lang="en-US" sz="1200" dirty="0"/>
              <a:t> </a:t>
            </a:r>
            <a:r>
              <a:rPr lang="en-US" sz="1200" dirty="0" err="1"/>
              <a:t>ut</a:t>
            </a:r>
            <a:r>
              <a:rPr lang="en-US" sz="1200" dirty="0"/>
              <a:t> labore et dolore magna </a:t>
            </a:r>
            <a:r>
              <a:rPr lang="en-US" sz="1200" dirty="0" err="1"/>
              <a:t>aliqua</a:t>
            </a:r>
            <a:endParaRPr lang="en-US" sz="1200" dirty="0"/>
          </a:p>
        </p:txBody>
      </p:sp>
      <p:sp>
        <p:nvSpPr>
          <p:cNvPr id="24" name="Rectangle 23">
            <a:extLst>
              <a:ext uri="{FF2B5EF4-FFF2-40B4-BE49-F238E27FC236}">
                <a16:creationId xmlns:a16="http://schemas.microsoft.com/office/drawing/2014/main" id="{A07F243F-87DB-80B9-A346-DFF139D8A367}"/>
              </a:ext>
              <a:ext uri="{C183D7F6-B498-43B3-948B-1728B52AA6E4}">
                <adec:decorative xmlns:adec="http://schemas.microsoft.com/office/drawing/2017/decorative" val="1"/>
              </a:ext>
            </a:extLst>
          </p:cNvPr>
          <p:cNvSpPr/>
          <p:nvPr/>
        </p:nvSpPr>
        <p:spPr>
          <a:xfrm>
            <a:off x="6186171" y="4714135"/>
            <a:ext cx="152401" cy="152401"/>
          </a:xfrm>
          <a:prstGeom prst="rect">
            <a:avLst/>
          </a:prstGeom>
          <a:solidFill>
            <a:srgbClr val="B4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27878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A0AEB7-5B57-4564-B2D8-06FCE03248BC}"/>
              </a:ext>
            </a:extLst>
          </p:cNvPr>
          <p:cNvSpPr>
            <a:spLocks noGrp="1"/>
          </p:cNvSpPr>
          <p:nvPr>
            <p:ph type="title"/>
          </p:nvPr>
        </p:nvSpPr>
        <p:spPr>
          <a:xfrm>
            <a:off x="640080" y="347472"/>
            <a:ext cx="10911840" cy="640080"/>
          </a:xfrm>
        </p:spPr>
        <p:txBody>
          <a:bodyPr/>
          <a:lstStyle/>
          <a:p>
            <a:r>
              <a:rPr lang="en-US" dirty="0"/>
              <a:t>Table Example</a:t>
            </a:r>
          </a:p>
        </p:txBody>
      </p:sp>
      <p:graphicFrame>
        <p:nvGraphicFramePr>
          <p:cNvPr id="4" name="Table 4" descr="sample of table">
            <a:extLst>
              <a:ext uri="{FF2B5EF4-FFF2-40B4-BE49-F238E27FC236}">
                <a16:creationId xmlns:a16="http://schemas.microsoft.com/office/drawing/2014/main" id="{D6F57042-7588-40F6-A6CB-DC89A4D451CB}"/>
              </a:ext>
            </a:extLst>
          </p:cNvPr>
          <p:cNvGraphicFramePr>
            <a:graphicFrameLocks noGrp="1"/>
          </p:cNvGraphicFramePr>
          <p:nvPr>
            <p:ph idx="1"/>
            <p:extLst>
              <p:ext uri="{D42A27DB-BD31-4B8C-83A1-F6EECF244321}">
                <p14:modId xmlns:p14="http://schemas.microsoft.com/office/powerpoint/2010/main" val="357569005"/>
              </p:ext>
            </p:extLst>
          </p:nvPr>
        </p:nvGraphicFramePr>
        <p:xfrm>
          <a:off x="639763" y="1350963"/>
          <a:ext cx="10909302" cy="4653095"/>
        </p:xfrm>
        <a:graphic>
          <a:graphicData uri="http://schemas.openxmlformats.org/drawingml/2006/table">
            <a:tbl>
              <a:tblPr firstRow="1" bandRow="1">
                <a:tableStyleId>{5940675A-B579-460E-94D1-54222C63F5DA}</a:tableStyleId>
              </a:tblPr>
              <a:tblGrid>
                <a:gridCol w="1818217">
                  <a:extLst>
                    <a:ext uri="{9D8B030D-6E8A-4147-A177-3AD203B41FA5}">
                      <a16:colId xmlns:a16="http://schemas.microsoft.com/office/drawing/2014/main" val="2210393308"/>
                    </a:ext>
                  </a:extLst>
                </a:gridCol>
                <a:gridCol w="1818217">
                  <a:extLst>
                    <a:ext uri="{9D8B030D-6E8A-4147-A177-3AD203B41FA5}">
                      <a16:colId xmlns:a16="http://schemas.microsoft.com/office/drawing/2014/main" val="2649535075"/>
                    </a:ext>
                  </a:extLst>
                </a:gridCol>
                <a:gridCol w="1818217">
                  <a:extLst>
                    <a:ext uri="{9D8B030D-6E8A-4147-A177-3AD203B41FA5}">
                      <a16:colId xmlns:a16="http://schemas.microsoft.com/office/drawing/2014/main" val="4257239954"/>
                    </a:ext>
                  </a:extLst>
                </a:gridCol>
                <a:gridCol w="1818217">
                  <a:extLst>
                    <a:ext uri="{9D8B030D-6E8A-4147-A177-3AD203B41FA5}">
                      <a16:colId xmlns:a16="http://schemas.microsoft.com/office/drawing/2014/main" val="1545549818"/>
                    </a:ext>
                  </a:extLst>
                </a:gridCol>
                <a:gridCol w="1818217">
                  <a:extLst>
                    <a:ext uri="{9D8B030D-6E8A-4147-A177-3AD203B41FA5}">
                      <a16:colId xmlns:a16="http://schemas.microsoft.com/office/drawing/2014/main" val="3241680787"/>
                    </a:ext>
                  </a:extLst>
                </a:gridCol>
                <a:gridCol w="1818217">
                  <a:extLst>
                    <a:ext uri="{9D8B030D-6E8A-4147-A177-3AD203B41FA5}">
                      <a16:colId xmlns:a16="http://schemas.microsoft.com/office/drawing/2014/main" val="4051825850"/>
                    </a:ext>
                  </a:extLst>
                </a:gridCol>
              </a:tblGrid>
              <a:tr h="930619">
                <a:tc>
                  <a:txBody>
                    <a:bodyPr/>
                    <a:lstStyle/>
                    <a:p>
                      <a:pPr algn="ctr" defTabSz="914400">
                        <a:defRPr sz="1800" b="0">
                          <a:solidFill>
                            <a:srgbClr val="000000"/>
                          </a:solidFill>
                        </a:defRPr>
                      </a:pPr>
                      <a:r>
                        <a:rPr sz="1800" dirty="0">
                          <a:solidFill>
                            <a:schemeClr val="tx1"/>
                          </a:solidFill>
                          <a:latin typeface="IntelOne Text"/>
                          <a:ea typeface="IntelOne Text"/>
                          <a:cs typeface="IntelOne Text"/>
                          <a:sym typeface="IntelOne Text"/>
                        </a:rPr>
                        <a:t>Column Heading</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b="0">
                          <a:solidFill>
                            <a:srgbClr val="000000"/>
                          </a:solidFill>
                        </a:defRPr>
                      </a:pPr>
                      <a:r>
                        <a:rPr sz="1800" dirty="0">
                          <a:solidFill>
                            <a:schemeClr val="tx1"/>
                          </a:solidFill>
                          <a:latin typeface="IntelOne Text"/>
                          <a:ea typeface="IntelOne Text"/>
                          <a:cs typeface="IntelOne Text"/>
                          <a:sym typeface="IntelOne Text"/>
                        </a:rPr>
                        <a:t>Centered Vertical</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b="0">
                          <a:solidFill>
                            <a:srgbClr val="000000"/>
                          </a:solidFill>
                        </a:defRPr>
                      </a:pPr>
                      <a:r>
                        <a:rPr sz="1800" dirty="0" err="1">
                          <a:solidFill>
                            <a:schemeClr val="tx1"/>
                          </a:solidFill>
                          <a:latin typeface="IntelOne Text"/>
                          <a:ea typeface="IntelOne Text"/>
                          <a:cs typeface="IntelOne Text"/>
                          <a:sym typeface="IntelOne Text"/>
                        </a:rPr>
                        <a:t>IntelOne</a:t>
                      </a:r>
                      <a:r>
                        <a:rPr sz="1800" dirty="0">
                          <a:solidFill>
                            <a:schemeClr val="tx1"/>
                          </a:solidFill>
                          <a:latin typeface="IntelOne Text"/>
                          <a:ea typeface="IntelOne Text"/>
                          <a:cs typeface="IntelOne Text"/>
                          <a:sym typeface="IntelOne Text"/>
                        </a:rPr>
                        <a:t> Font</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b="0">
                          <a:solidFill>
                            <a:srgbClr val="000000"/>
                          </a:solidFill>
                        </a:defRPr>
                      </a:pPr>
                      <a:r>
                        <a:rPr sz="1800" dirty="0">
                          <a:solidFill>
                            <a:schemeClr val="tx1"/>
                          </a:solidFill>
                          <a:latin typeface="IntelOne Text"/>
                          <a:ea typeface="IntelOne Text"/>
                          <a:cs typeface="IntelOne Text"/>
                          <a:sym typeface="IntelOne Text"/>
                        </a:rPr>
                        <a:t>Centered Horizontal</a:t>
                      </a:r>
                    </a:p>
                  </a:txBody>
                  <a:tcPr marL="45720" marR="45720" anchor="ctr" horzOverflow="overflow">
                    <a:lnL w="12700" cap="flat" cmpd="sng" algn="ctr">
                      <a:solidFill>
                        <a:srgbClr val="B9D6E5"/>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b="0">
                          <a:solidFill>
                            <a:srgbClr val="000000"/>
                          </a:solidFill>
                        </a:defRPr>
                      </a:pPr>
                      <a:r>
                        <a:rPr sz="1800" dirty="0">
                          <a:solidFill>
                            <a:schemeClr val="tx1"/>
                          </a:solidFill>
                          <a:latin typeface="IntelOne Text"/>
                          <a:ea typeface="IntelOne Text"/>
                          <a:cs typeface="IntelOne Text"/>
                          <a:sym typeface="IntelOne Text"/>
                        </a:rPr>
                        <a:t>Highlight Column</a:t>
                      </a:r>
                    </a:p>
                  </a:txBody>
                  <a:tcPr marL="45720" marR="45720" anchor="ctr" horzOverflow="overflow">
                    <a:lnL w="38100" cap="flat" cmpd="sng" algn="ctr">
                      <a:solidFill>
                        <a:schemeClr val="accent4"/>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38100" cap="flat" cmpd="sng" algn="ctr">
                      <a:solidFill>
                        <a:schemeClr val="accent4"/>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b="0">
                          <a:solidFill>
                            <a:srgbClr val="000000"/>
                          </a:solidFill>
                        </a:defRPr>
                      </a:pPr>
                      <a:r>
                        <a:rPr sz="1800" dirty="0">
                          <a:solidFill>
                            <a:schemeClr val="tx1"/>
                          </a:solidFill>
                          <a:latin typeface="IntelOne Text"/>
                          <a:ea typeface="IntelOne Text"/>
                          <a:cs typeface="IntelOne Text"/>
                          <a:sym typeface="IntelOne Text"/>
                        </a:rPr>
                        <a:t>Dark Blue</a:t>
                      </a:r>
                    </a:p>
                  </a:txBody>
                  <a:tcPr marL="45720" marR="45720" anchor="ctr" horzOverflow="overflow">
                    <a:lnL w="38100" cap="flat" cmpd="sng" algn="ctr">
                      <a:solidFill>
                        <a:schemeClr val="accent4"/>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842694"/>
                  </a:ext>
                </a:extLst>
              </a:tr>
              <a:tr h="930619">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Centered Vertical</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extLst>
                  <a:ext uri="{0D108BD9-81ED-4DB2-BD59-A6C34878D82A}">
                    <a16:rowId xmlns:a16="http://schemas.microsoft.com/office/drawing/2014/main" val="2711076747"/>
                  </a:ext>
                </a:extLst>
              </a:tr>
              <a:tr h="930619">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Centered Horizontal</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46453035"/>
                  </a:ext>
                </a:extLst>
              </a:tr>
              <a:tr h="930619">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Highlight Bold</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tc>
                  <a:txBody>
                    <a:bodyPr/>
                    <a:lstStyle/>
                    <a:p>
                      <a:pPr algn="ctr" defTabSz="914400">
                        <a:defRPr sz="1800">
                          <a:solidFill>
                            <a:srgbClr val="000000"/>
                          </a:solidFill>
                        </a:defRPr>
                      </a:pPr>
                      <a:r>
                        <a:rPr sz="1800"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accent2">
                        <a:alpha val="20000"/>
                      </a:schemeClr>
                    </a:solidFill>
                  </a:tcPr>
                </a:tc>
                <a:extLst>
                  <a:ext uri="{0D108BD9-81ED-4DB2-BD59-A6C34878D82A}">
                    <a16:rowId xmlns:a16="http://schemas.microsoft.com/office/drawing/2014/main" val="270510113"/>
                  </a:ext>
                </a:extLst>
              </a:tr>
              <a:tr h="930619">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Alternate Colors</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Data</a:t>
                      </a:r>
                    </a:p>
                  </a:txBody>
                  <a:tcPr marL="45720" marR="45720" anchor="ctr" horzOverflow="overflow">
                    <a:lnL w="12700" cap="flat" cmpd="sng" algn="ctr">
                      <a:solidFill>
                        <a:srgbClr val="B9D6E5"/>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38100" cap="flat" cmpd="sng" algn="ctr">
                      <a:solidFill>
                        <a:schemeClr val="accent4"/>
                      </a:solidFill>
                      <a:prstDash val="solid"/>
                      <a:round/>
                      <a:headEnd type="none" w="med" len="med"/>
                      <a:tailEnd type="none" w="med" len="med"/>
                    </a:lnR>
                    <a:lnT w="12700" cap="flat" cmpd="sng" algn="ctr">
                      <a:solidFill>
                        <a:srgbClr val="B9D6E5"/>
                      </a:solidFill>
                      <a:prstDash val="solid"/>
                      <a:round/>
                      <a:headEnd type="none" w="med" len="med"/>
                      <a:tailEnd type="none" w="med" len="med"/>
                    </a:lnT>
                    <a:lnB w="38100" cap="flat" cmpd="sng" algn="ctr">
                      <a:solidFill>
                        <a:schemeClr val="accent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defTabSz="914400">
                        <a:defRPr sz="1800">
                          <a:solidFill>
                            <a:srgbClr val="000000"/>
                          </a:solidFill>
                        </a:defRPr>
                      </a:pPr>
                      <a:r>
                        <a:rPr dirty="0">
                          <a:solidFill>
                            <a:schemeClr val="tx1"/>
                          </a:solidFill>
                          <a:latin typeface="IntelOne Text"/>
                          <a:ea typeface="IntelOne Text"/>
                          <a:cs typeface="IntelOne Text"/>
                          <a:sym typeface="IntelOne Text"/>
                        </a:rPr>
                        <a:t>Data</a:t>
                      </a:r>
                    </a:p>
                  </a:txBody>
                  <a:tcPr marL="45720" marR="45720" anchor="ctr" horzOverflow="overflow">
                    <a:lnL w="38100" cap="flat" cmpd="sng" algn="ctr">
                      <a:solidFill>
                        <a:schemeClr val="accent4"/>
                      </a:solidFill>
                      <a:prstDash val="solid"/>
                      <a:round/>
                      <a:headEnd type="none" w="med" len="med"/>
                      <a:tailEnd type="none" w="med" len="med"/>
                    </a:lnL>
                    <a:lnR w="12700" cap="flat" cmpd="sng" algn="ctr">
                      <a:solidFill>
                        <a:srgbClr val="B9D6E5"/>
                      </a:solidFill>
                      <a:prstDash val="solid"/>
                      <a:round/>
                      <a:headEnd type="none" w="med" len="med"/>
                      <a:tailEnd type="none" w="med" len="med"/>
                    </a:lnR>
                    <a:lnT w="12700" cap="flat" cmpd="sng" algn="ctr">
                      <a:solidFill>
                        <a:srgbClr val="B9D6E5"/>
                      </a:solidFill>
                      <a:prstDash val="solid"/>
                      <a:round/>
                      <a:headEnd type="none" w="med" len="med"/>
                      <a:tailEnd type="none" w="med" len="med"/>
                    </a:lnT>
                    <a:lnB w="12700" cap="flat" cmpd="sng" algn="ctr">
                      <a:solidFill>
                        <a:srgbClr val="B9D6E5"/>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6360570"/>
                  </a:ext>
                </a:extLst>
              </a:tr>
            </a:tbl>
          </a:graphicData>
        </a:graphic>
      </p:graphicFrame>
      <p:sp>
        <p:nvSpPr>
          <p:cNvPr id="10" name="TextBox 9">
            <a:extLst>
              <a:ext uri="{FF2B5EF4-FFF2-40B4-BE49-F238E27FC236}">
                <a16:creationId xmlns:a16="http://schemas.microsoft.com/office/drawing/2014/main" id="{ACCB086C-DAE9-5C95-ED95-C2676C12D799}"/>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2787806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A0AEB7-5B57-4564-B2D8-06FCE03248BC}"/>
              </a:ext>
            </a:extLst>
          </p:cNvPr>
          <p:cNvSpPr>
            <a:spLocks noGrp="1"/>
          </p:cNvSpPr>
          <p:nvPr>
            <p:ph type="title"/>
          </p:nvPr>
        </p:nvSpPr>
        <p:spPr>
          <a:xfrm>
            <a:off x="640080" y="347472"/>
            <a:ext cx="10911840" cy="640080"/>
          </a:xfrm>
        </p:spPr>
        <p:txBody>
          <a:bodyPr/>
          <a:lstStyle/>
          <a:p>
            <a:r>
              <a:rPr lang="en-US" dirty="0"/>
              <a:t>Table Example</a:t>
            </a:r>
          </a:p>
        </p:txBody>
      </p:sp>
      <p:graphicFrame>
        <p:nvGraphicFramePr>
          <p:cNvPr id="4" name="Table 4" descr="sample of table">
            <a:extLst>
              <a:ext uri="{FF2B5EF4-FFF2-40B4-BE49-F238E27FC236}">
                <a16:creationId xmlns:a16="http://schemas.microsoft.com/office/drawing/2014/main" id="{D6F57042-7588-40F6-A6CB-DC89A4D451CB}"/>
              </a:ext>
            </a:extLst>
          </p:cNvPr>
          <p:cNvGraphicFramePr>
            <a:graphicFrameLocks noGrp="1"/>
          </p:cNvGraphicFramePr>
          <p:nvPr>
            <p:ph idx="1"/>
            <p:extLst>
              <p:ext uri="{D42A27DB-BD31-4B8C-83A1-F6EECF244321}">
                <p14:modId xmlns:p14="http://schemas.microsoft.com/office/powerpoint/2010/main" val="1375705742"/>
              </p:ext>
            </p:extLst>
          </p:nvPr>
        </p:nvGraphicFramePr>
        <p:xfrm>
          <a:off x="639763" y="1350963"/>
          <a:ext cx="10912470" cy="4618194"/>
        </p:xfrm>
        <a:graphic>
          <a:graphicData uri="http://schemas.openxmlformats.org/drawingml/2006/table">
            <a:tbl>
              <a:tblPr firstRow="1" bandRow="1">
                <a:tableStyleId>{5940675A-B579-460E-94D1-54222C63F5DA}</a:tableStyleId>
              </a:tblPr>
              <a:tblGrid>
                <a:gridCol w="1818745">
                  <a:extLst>
                    <a:ext uri="{9D8B030D-6E8A-4147-A177-3AD203B41FA5}">
                      <a16:colId xmlns:a16="http://schemas.microsoft.com/office/drawing/2014/main" val="2210393308"/>
                    </a:ext>
                  </a:extLst>
                </a:gridCol>
                <a:gridCol w="1818745">
                  <a:extLst>
                    <a:ext uri="{9D8B030D-6E8A-4147-A177-3AD203B41FA5}">
                      <a16:colId xmlns:a16="http://schemas.microsoft.com/office/drawing/2014/main" val="2649535075"/>
                    </a:ext>
                  </a:extLst>
                </a:gridCol>
                <a:gridCol w="1818745">
                  <a:extLst>
                    <a:ext uri="{9D8B030D-6E8A-4147-A177-3AD203B41FA5}">
                      <a16:colId xmlns:a16="http://schemas.microsoft.com/office/drawing/2014/main" val="4257239954"/>
                    </a:ext>
                  </a:extLst>
                </a:gridCol>
                <a:gridCol w="1818745">
                  <a:extLst>
                    <a:ext uri="{9D8B030D-6E8A-4147-A177-3AD203B41FA5}">
                      <a16:colId xmlns:a16="http://schemas.microsoft.com/office/drawing/2014/main" val="1545549818"/>
                    </a:ext>
                  </a:extLst>
                </a:gridCol>
                <a:gridCol w="1818745">
                  <a:extLst>
                    <a:ext uri="{9D8B030D-6E8A-4147-A177-3AD203B41FA5}">
                      <a16:colId xmlns:a16="http://schemas.microsoft.com/office/drawing/2014/main" val="3241680787"/>
                    </a:ext>
                  </a:extLst>
                </a:gridCol>
                <a:gridCol w="1818745">
                  <a:extLst>
                    <a:ext uri="{9D8B030D-6E8A-4147-A177-3AD203B41FA5}">
                      <a16:colId xmlns:a16="http://schemas.microsoft.com/office/drawing/2014/main" val="4051825850"/>
                    </a:ext>
                  </a:extLst>
                </a:gridCol>
              </a:tblGrid>
              <a:tr h="769699">
                <a:tc>
                  <a:txBody>
                    <a:bodyPr/>
                    <a:lstStyle/>
                    <a:p>
                      <a:pPr algn="l"/>
                      <a:r>
                        <a:rPr lang="en-US" sz="1600" b="0" dirty="0">
                          <a:solidFill>
                            <a:srgbClr val="FFFFFF"/>
                          </a:solidFill>
                          <a:latin typeface="IntelOne Text Medium" panose="020B07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68B5"/>
                    </a:solidFill>
                  </a:tcPr>
                </a:tc>
                <a:tc gridSpan="4">
                  <a:txBody>
                    <a:bodyPr/>
                    <a:lstStyle/>
                    <a:p>
                      <a:pPr algn="l"/>
                      <a:r>
                        <a:rPr lang="en-US" sz="1600" b="0" dirty="0">
                          <a:solidFill>
                            <a:srgbClr val="FFFFFF"/>
                          </a:solidFill>
                          <a:latin typeface="IntelOne Text Medium" panose="020B07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68B5"/>
                    </a:solidFill>
                  </a:tcPr>
                </a:tc>
                <a:tc hMerge="1">
                  <a:txBody>
                    <a:bodyPr/>
                    <a:lstStyle/>
                    <a:p>
                      <a:pPr algn="l"/>
                      <a:r>
                        <a:rPr lang="en-US" b="0" dirty="0" err="1"/>
                        <a:t>IntelOne</a:t>
                      </a:r>
                      <a:r>
                        <a:rPr lang="en-US" b="0" dirty="0"/>
                        <a:t> Font</a:t>
                      </a:r>
                      <a:endParaRPr lang="en-US" b="0" dirty="0">
                        <a:latin typeface="IntelOne Text" panose="020B0503020203020204" pitchFamily="34" charset="77"/>
                      </a:endParaRPr>
                    </a:p>
                  </a:txBody>
                  <a:tcPr anchor="ctr"/>
                </a:tc>
                <a:tc hMerge="1">
                  <a:txBody>
                    <a:bodyPr/>
                    <a:lstStyle/>
                    <a:p>
                      <a:pPr algn="l"/>
                      <a:r>
                        <a:rPr lang="en-US" b="0" dirty="0"/>
                        <a:t>Centered Horizontal</a:t>
                      </a:r>
                      <a:endParaRPr lang="en-US" b="0" dirty="0">
                        <a:latin typeface="IntelOne Text" panose="020B0503020203020204" pitchFamily="34" charset="77"/>
                      </a:endParaRPr>
                    </a:p>
                  </a:txBody>
                  <a:tcPr anchor="ctr"/>
                </a:tc>
                <a:tc hMerge="1">
                  <a:txBody>
                    <a:bodyPr/>
                    <a:lstStyle/>
                    <a:p>
                      <a:pPr algn="l"/>
                      <a:r>
                        <a:rPr lang="en-US" b="0" dirty="0"/>
                        <a:t>Highlight Column</a:t>
                      </a:r>
                      <a:endParaRPr lang="en-US" b="0" dirty="0">
                        <a:latin typeface="IntelOne Text Bold" panose="020B0503020203020204" pitchFamily="34" charset="77"/>
                      </a:endParaRPr>
                    </a:p>
                  </a:txBody>
                  <a:tcPr anchor="ctr"/>
                </a:tc>
                <a:tc>
                  <a:txBody>
                    <a:bodyPr/>
                    <a:lstStyle/>
                    <a:p>
                      <a:pPr algn="l"/>
                      <a:r>
                        <a:rPr lang="en-US" sz="1600" b="0" dirty="0">
                          <a:solidFill>
                            <a:srgbClr val="FFFFFF"/>
                          </a:solidFill>
                          <a:latin typeface="IntelOne Text Medium" panose="020B07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68B5"/>
                    </a:solidFill>
                  </a:tcPr>
                </a:tc>
                <a:extLst>
                  <a:ext uri="{0D108BD9-81ED-4DB2-BD59-A6C34878D82A}">
                    <a16:rowId xmlns:a16="http://schemas.microsoft.com/office/drawing/2014/main" val="317842694"/>
                  </a:ext>
                </a:extLst>
              </a:tr>
              <a:tr h="769699">
                <a:tc>
                  <a:txBody>
                    <a:bodyPr/>
                    <a:lstStyle/>
                    <a:p>
                      <a:pPr algn="l"/>
                      <a:r>
                        <a:rPr lang="en-US" sz="1600" dirty="0">
                          <a:solidFill>
                            <a:schemeClr val="tx1"/>
                          </a:solidFill>
                          <a:latin typeface="+mn-lt"/>
                        </a:rPr>
                        <a:t>01</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algn="l"/>
                      <a:r>
                        <a:rPr lang="en-US" sz="1400" b="0" dirty="0">
                          <a:solidFill>
                            <a:schemeClr val="tx1"/>
                          </a:solidFill>
                          <a:latin typeface="+mn-lt"/>
                        </a:rPr>
                        <a:t>Insert text here</a:t>
                      </a:r>
                      <a:endParaRPr lang="en-US" sz="1400" b="0" i="0" dirty="0">
                        <a:solidFill>
                          <a:schemeClr val="tx1"/>
                        </a:solidFill>
                        <a:latin typeface="+mn-lt"/>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extLst>
                  <a:ext uri="{0D108BD9-81ED-4DB2-BD59-A6C34878D82A}">
                    <a16:rowId xmlns:a16="http://schemas.microsoft.com/office/drawing/2014/main" val="2711076747"/>
                  </a:ext>
                </a:extLst>
              </a:tr>
              <a:tr h="769699">
                <a:tc>
                  <a:txBody>
                    <a:bodyPr/>
                    <a:lstStyle/>
                    <a:p>
                      <a:pPr algn="l"/>
                      <a:r>
                        <a:rPr lang="en-US" sz="1600" dirty="0">
                          <a:solidFill>
                            <a:schemeClr val="tx1"/>
                          </a:solidFill>
                          <a:latin typeface="+mn-lt"/>
                        </a:rPr>
                        <a:t>02</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extLst>
                  <a:ext uri="{0D108BD9-81ED-4DB2-BD59-A6C34878D82A}">
                    <a16:rowId xmlns:a16="http://schemas.microsoft.com/office/drawing/2014/main" val="1046453035"/>
                  </a:ext>
                </a:extLst>
              </a:tr>
              <a:tr h="769699">
                <a:tc>
                  <a:txBody>
                    <a:bodyPr/>
                    <a:lstStyle/>
                    <a:p>
                      <a:pPr algn="l"/>
                      <a:r>
                        <a:rPr lang="en-US" sz="1600" dirty="0">
                          <a:solidFill>
                            <a:schemeClr val="tx1"/>
                          </a:solidFill>
                          <a:latin typeface="+mn-lt"/>
                        </a:rPr>
                        <a:t>03</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extLst>
                  <a:ext uri="{0D108BD9-81ED-4DB2-BD59-A6C34878D82A}">
                    <a16:rowId xmlns:a16="http://schemas.microsoft.com/office/drawing/2014/main" val="270510113"/>
                  </a:ext>
                </a:extLst>
              </a:tr>
              <a:tr h="769699">
                <a:tc>
                  <a:txBody>
                    <a:bodyPr/>
                    <a:lstStyle/>
                    <a:p>
                      <a:pPr algn="l"/>
                      <a:r>
                        <a:rPr lang="en-US" sz="1600" dirty="0">
                          <a:solidFill>
                            <a:schemeClr val="tx1"/>
                          </a:solidFill>
                          <a:latin typeface="+mn-lt"/>
                        </a:rPr>
                        <a:t>04</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extLst>
                  <a:ext uri="{0D108BD9-81ED-4DB2-BD59-A6C34878D82A}">
                    <a16:rowId xmlns:a16="http://schemas.microsoft.com/office/drawing/2014/main" val="623226776"/>
                  </a:ext>
                </a:extLst>
              </a:tr>
              <a:tr h="769699">
                <a:tc>
                  <a:txBody>
                    <a:bodyPr/>
                    <a:lstStyle/>
                    <a:p>
                      <a:pPr algn="l"/>
                      <a:r>
                        <a:rPr lang="en-US" sz="1600" dirty="0">
                          <a:solidFill>
                            <a:schemeClr val="tx1"/>
                          </a:solidFill>
                          <a:latin typeface="+mn-lt"/>
                        </a:rPr>
                        <a:t>05</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extLst>
                  <a:ext uri="{0D108BD9-81ED-4DB2-BD59-A6C34878D82A}">
                    <a16:rowId xmlns:a16="http://schemas.microsoft.com/office/drawing/2014/main" val="2049295489"/>
                  </a:ext>
                </a:extLst>
              </a:tr>
            </a:tbl>
          </a:graphicData>
        </a:graphic>
      </p:graphicFrame>
      <p:sp>
        <p:nvSpPr>
          <p:cNvPr id="7" name="TextBox 6">
            <a:extLst>
              <a:ext uri="{FF2B5EF4-FFF2-40B4-BE49-F238E27FC236}">
                <a16:creationId xmlns:a16="http://schemas.microsoft.com/office/drawing/2014/main" id="{6818F92D-DE14-3F03-E76D-DBE06EF1ED98}"/>
              </a:ext>
            </a:extLst>
          </p:cNvPr>
          <p:cNvSpPr txBox="1"/>
          <p:nvPr/>
        </p:nvSpPr>
        <p:spPr>
          <a:xfrm>
            <a:off x="641350" y="5969159"/>
            <a:ext cx="10909300" cy="246221"/>
          </a:xfrm>
          <a:prstGeom prst="rect">
            <a:avLst/>
          </a:prstGeom>
          <a:noFill/>
        </p:spPr>
        <p:txBody>
          <a:bodyPr wrap="square" lIns="0" tIns="0" rIns="0" bIns="0" rtlCol="0" anchor="b" anchorCtr="0">
            <a:noAutofit/>
          </a:bodyPr>
          <a:lstStyle/>
          <a:p>
            <a:r>
              <a:rPr lang="en-US" sz="1000" dirty="0">
                <a:latin typeface="IntelOne Text" panose="020B0503020203020204" pitchFamily="34" charset="0"/>
              </a:rPr>
              <a:t>Source Text 10pt </a:t>
            </a:r>
            <a:r>
              <a:rPr lang="en-US" sz="1000" dirty="0" err="1">
                <a:latin typeface="IntelOne Text" panose="020B0503020203020204" pitchFamily="34" charset="0"/>
              </a:rPr>
              <a:t>IntelOne</a:t>
            </a:r>
            <a:r>
              <a:rPr lang="en-US" sz="1000" dirty="0">
                <a:latin typeface="IntelOne Text" panose="020B0503020203020204" pitchFamily="34" charset="0"/>
              </a:rPr>
              <a:t> Text</a:t>
            </a:r>
          </a:p>
        </p:txBody>
      </p:sp>
    </p:spTree>
    <p:extLst>
      <p:ext uri="{BB962C8B-B14F-4D97-AF65-F5344CB8AC3E}">
        <p14:creationId xmlns:p14="http://schemas.microsoft.com/office/powerpoint/2010/main" val="827751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9C29C561-FF83-1E09-8CDA-D8FEC140CC99}"/>
              </a:ext>
            </a:extLst>
          </p:cNvPr>
          <p:cNvSpPr>
            <a:spLocks noGrp="1"/>
          </p:cNvSpPr>
          <p:nvPr>
            <p:ph type="title"/>
          </p:nvPr>
        </p:nvSpPr>
        <p:spPr>
          <a:xfrm>
            <a:off x="640080" y="347472"/>
            <a:ext cx="10911840" cy="640080"/>
          </a:xfrm>
        </p:spPr>
        <p:txBody>
          <a:bodyPr/>
          <a:lstStyle/>
          <a:p>
            <a:r>
              <a:rPr lang="en-US" dirty="0"/>
              <a:t>Project Costs</a:t>
            </a:r>
          </a:p>
        </p:txBody>
      </p:sp>
      <p:graphicFrame>
        <p:nvGraphicFramePr>
          <p:cNvPr id="4" name="Table 4" descr="sample of table">
            <a:extLst>
              <a:ext uri="{FF2B5EF4-FFF2-40B4-BE49-F238E27FC236}">
                <a16:creationId xmlns:a16="http://schemas.microsoft.com/office/drawing/2014/main" id="{88879DFA-533D-4026-81CB-F0339C11D688}"/>
              </a:ext>
            </a:extLst>
          </p:cNvPr>
          <p:cNvGraphicFramePr>
            <a:graphicFrameLocks noGrp="1"/>
          </p:cNvGraphicFramePr>
          <p:nvPr>
            <p:ph idx="1"/>
            <p:extLst>
              <p:ext uri="{D42A27DB-BD31-4B8C-83A1-F6EECF244321}">
                <p14:modId xmlns:p14="http://schemas.microsoft.com/office/powerpoint/2010/main" val="4111268473"/>
              </p:ext>
            </p:extLst>
          </p:nvPr>
        </p:nvGraphicFramePr>
        <p:xfrm>
          <a:off x="639763" y="1350962"/>
          <a:ext cx="10910888" cy="4867275"/>
        </p:xfrm>
        <a:graphic>
          <a:graphicData uri="http://schemas.openxmlformats.org/drawingml/2006/table">
            <a:tbl>
              <a:tblPr firstRow="1" bandRow="1">
                <a:tableStyleId>{5940675A-B579-460E-94D1-54222C63F5DA}</a:tableStyleId>
              </a:tblPr>
              <a:tblGrid>
                <a:gridCol w="559206">
                  <a:extLst>
                    <a:ext uri="{9D8B030D-6E8A-4147-A177-3AD203B41FA5}">
                      <a16:colId xmlns:a16="http://schemas.microsoft.com/office/drawing/2014/main" val="200679163"/>
                    </a:ext>
                  </a:extLst>
                </a:gridCol>
                <a:gridCol w="3236944">
                  <a:extLst>
                    <a:ext uri="{9D8B030D-6E8A-4147-A177-3AD203B41FA5}">
                      <a16:colId xmlns:a16="http://schemas.microsoft.com/office/drawing/2014/main" val="2210393308"/>
                    </a:ext>
                  </a:extLst>
                </a:gridCol>
                <a:gridCol w="3740470">
                  <a:extLst>
                    <a:ext uri="{9D8B030D-6E8A-4147-A177-3AD203B41FA5}">
                      <a16:colId xmlns:a16="http://schemas.microsoft.com/office/drawing/2014/main" val="2649535075"/>
                    </a:ext>
                  </a:extLst>
                </a:gridCol>
                <a:gridCol w="1124756">
                  <a:extLst>
                    <a:ext uri="{9D8B030D-6E8A-4147-A177-3AD203B41FA5}">
                      <a16:colId xmlns:a16="http://schemas.microsoft.com/office/drawing/2014/main" val="4051825850"/>
                    </a:ext>
                  </a:extLst>
                </a:gridCol>
                <a:gridCol w="1124756">
                  <a:extLst>
                    <a:ext uri="{9D8B030D-6E8A-4147-A177-3AD203B41FA5}">
                      <a16:colId xmlns:a16="http://schemas.microsoft.com/office/drawing/2014/main" val="2099076998"/>
                    </a:ext>
                  </a:extLst>
                </a:gridCol>
                <a:gridCol w="1124756">
                  <a:extLst>
                    <a:ext uri="{9D8B030D-6E8A-4147-A177-3AD203B41FA5}">
                      <a16:colId xmlns:a16="http://schemas.microsoft.com/office/drawing/2014/main" val="4260763530"/>
                    </a:ext>
                  </a:extLst>
                </a:gridCol>
              </a:tblGrid>
              <a:tr h="3856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latin typeface="IntelOne Tex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latin typeface="IntelOne Tex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600" b="0" i="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Title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Title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Title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80808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0648467"/>
                  </a:ext>
                </a:extLst>
              </a:tr>
              <a:tr h="11204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IntelOne Text"/>
                        </a:rPr>
                        <a:t>1</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76CEF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IntelOne Text"/>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algn="l"/>
                      <a:r>
                        <a:rPr lang="en-US" sz="1600" b="0" dirty="0">
                          <a:solidFill>
                            <a:schemeClr val="tx1"/>
                          </a:solidFill>
                          <a:latin typeface="+mn-lt"/>
                        </a:rPr>
                        <a:t>Insert text here</a:t>
                      </a:r>
                      <a:endParaRPr lang="en-US" sz="1600" b="0" i="0" dirty="0">
                        <a:solidFill>
                          <a:schemeClr val="tx1"/>
                        </a:solidFill>
                        <a:latin typeface="+mn-lt"/>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extLst>
                  <a:ext uri="{0D108BD9-81ED-4DB2-BD59-A6C34878D82A}">
                    <a16:rowId xmlns:a16="http://schemas.microsoft.com/office/drawing/2014/main" val="2711076747"/>
                  </a:ext>
                </a:extLst>
              </a:tr>
              <a:tr h="11204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IntelOne Text"/>
                        </a:rPr>
                        <a:t>2</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A3F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IntelOne Text"/>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extLst>
                  <a:ext uri="{0D108BD9-81ED-4DB2-BD59-A6C34878D82A}">
                    <a16:rowId xmlns:a16="http://schemas.microsoft.com/office/drawing/2014/main" val="1046453035"/>
                  </a:ext>
                </a:extLst>
              </a:tr>
              <a:tr h="11204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rPr>
                        <a:t>3</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68B5"/>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extLst>
                  <a:ext uri="{0D108BD9-81ED-4DB2-BD59-A6C34878D82A}">
                    <a16:rowId xmlns:a16="http://schemas.microsoft.com/office/drawing/2014/main" val="270510113"/>
                  </a:ext>
                </a:extLst>
              </a:tr>
              <a:tr h="112040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rPr>
                        <a:t>4</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00285A"/>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Insert text here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E9E9E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rPr>
                        <a:t>xx</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extLst>
                  <a:ext uri="{0D108BD9-81ED-4DB2-BD59-A6C34878D82A}">
                    <a16:rowId xmlns:a16="http://schemas.microsoft.com/office/drawing/2014/main" val="3496913748"/>
                  </a:ext>
                </a:extLst>
              </a:tr>
            </a:tbl>
          </a:graphicData>
        </a:graphic>
      </p:graphicFrame>
    </p:spTree>
    <p:extLst>
      <p:ext uri="{BB962C8B-B14F-4D97-AF65-F5344CB8AC3E}">
        <p14:creationId xmlns:p14="http://schemas.microsoft.com/office/powerpoint/2010/main" val="2231854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D4C49051-5122-9352-6060-3587C9A2E287}"/>
              </a:ext>
            </a:extLst>
          </p:cNvPr>
          <p:cNvSpPr>
            <a:spLocks noGrp="1"/>
          </p:cNvSpPr>
          <p:nvPr>
            <p:ph type="title"/>
          </p:nvPr>
        </p:nvSpPr>
        <p:spPr/>
        <p:txBody>
          <a:bodyPr/>
          <a:lstStyle/>
          <a:p>
            <a:r>
              <a:rPr lang="en-US" dirty="0"/>
              <a:t>Timeline 1</a:t>
            </a:r>
          </a:p>
        </p:txBody>
      </p:sp>
      <p:graphicFrame>
        <p:nvGraphicFramePr>
          <p:cNvPr id="4" name="Table 7">
            <a:extLst>
              <a:ext uri="{FF2B5EF4-FFF2-40B4-BE49-F238E27FC236}">
                <a16:creationId xmlns:a16="http://schemas.microsoft.com/office/drawing/2014/main" id="{7BDFC97A-BC00-0EBE-75D9-08B281E12CEA}"/>
              </a:ext>
            </a:extLst>
          </p:cNvPr>
          <p:cNvGraphicFramePr>
            <a:graphicFrameLocks noGrp="1"/>
          </p:cNvGraphicFramePr>
          <p:nvPr>
            <p:ph idx="1"/>
            <p:extLst>
              <p:ext uri="{D42A27DB-BD31-4B8C-83A1-F6EECF244321}">
                <p14:modId xmlns:p14="http://schemas.microsoft.com/office/powerpoint/2010/main" val="3106800957"/>
              </p:ext>
            </p:extLst>
          </p:nvPr>
        </p:nvGraphicFramePr>
        <p:xfrm>
          <a:off x="639763" y="1350963"/>
          <a:ext cx="10912470" cy="4865690"/>
        </p:xfrm>
        <a:graphic>
          <a:graphicData uri="http://schemas.openxmlformats.org/drawingml/2006/table">
            <a:tbl>
              <a:tblPr firstRow="1" bandRow="1">
                <a:tableStyleId>{69012ECD-51FC-41F1-AA8D-1B2483CD663E}</a:tableStyleId>
              </a:tblPr>
              <a:tblGrid>
                <a:gridCol w="1978501">
                  <a:extLst>
                    <a:ext uri="{9D8B030D-6E8A-4147-A177-3AD203B41FA5}">
                      <a16:colId xmlns:a16="http://schemas.microsoft.com/office/drawing/2014/main" val="1381293029"/>
                    </a:ext>
                  </a:extLst>
                </a:gridCol>
                <a:gridCol w="812179">
                  <a:extLst>
                    <a:ext uri="{9D8B030D-6E8A-4147-A177-3AD203B41FA5}">
                      <a16:colId xmlns:a16="http://schemas.microsoft.com/office/drawing/2014/main" val="1567387983"/>
                    </a:ext>
                  </a:extLst>
                </a:gridCol>
                <a:gridCol w="812179">
                  <a:extLst>
                    <a:ext uri="{9D8B030D-6E8A-4147-A177-3AD203B41FA5}">
                      <a16:colId xmlns:a16="http://schemas.microsoft.com/office/drawing/2014/main" val="3019621360"/>
                    </a:ext>
                  </a:extLst>
                </a:gridCol>
                <a:gridCol w="812179">
                  <a:extLst>
                    <a:ext uri="{9D8B030D-6E8A-4147-A177-3AD203B41FA5}">
                      <a16:colId xmlns:a16="http://schemas.microsoft.com/office/drawing/2014/main" val="546274887"/>
                    </a:ext>
                  </a:extLst>
                </a:gridCol>
                <a:gridCol w="812179">
                  <a:extLst>
                    <a:ext uri="{9D8B030D-6E8A-4147-A177-3AD203B41FA5}">
                      <a16:colId xmlns:a16="http://schemas.microsoft.com/office/drawing/2014/main" val="2332819112"/>
                    </a:ext>
                  </a:extLst>
                </a:gridCol>
                <a:gridCol w="812179">
                  <a:extLst>
                    <a:ext uri="{9D8B030D-6E8A-4147-A177-3AD203B41FA5}">
                      <a16:colId xmlns:a16="http://schemas.microsoft.com/office/drawing/2014/main" val="2759883007"/>
                    </a:ext>
                  </a:extLst>
                </a:gridCol>
                <a:gridCol w="812179">
                  <a:extLst>
                    <a:ext uri="{9D8B030D-6E8A-4147-A177-3AD203B41FA5}">
                      <a16:colId xmlns:a16="http://schemas.microsoft.com/office/drawing/2014/main" val="1258803282"/>
                    </a:ext>
                  </a:extLst>
                </a:gridCol>
                <a:gridCol w="812179">
                  <a:extLst>
                    <a:ext uri="{9D8B030D-6E8A-4147-A177-3AD203B41FA5}">
                      <a16:colId xmlns:a16="http://schemas.microsoft.com/office/drawing/2014/main" val="2427266400"/>
                    </a:ext>
                  </a:extLst>
                </a:gridCol>
                <a:gridCol w="812179">
                  <a:extLst>
                    <a:ext uri="{9D8B030D-6E8A-4147-A177-3AD203B41FA5}">
                      <a16:colId xmlns:a16="http://schemas.microsoft.com/office/drawing/2014/main" val="3948418351"/>
                    </a:ext>
                  </a:extLst>
                </a:gridCol>
                <a:gridCol w="812179">
                  <a:extLst>
                    <a:ext uri="{9D8B030D-6E8A-4147-A177-3AD203B41FA5}">
                      <a16:colId xmlns:a16="http://schemas.microsoft.com/office/drawing/2014/main" val="2764350432"/>
                    </a:ext>
                  </a:extLst>
                </a:gridCol>
                <a:gridCol w="812179">
                  <a:extLst>
                    <a:ext uri="{9D8B030D-6E8A-4147-A177-3AD203B41FA5}">
                      <a16:colId xmlns:a16="http://schemas.microsoft.com/office/drawing/2014/main" val="4117215081"/>
                    </a:ext>
                  </a:extLst>
                </a:gridCol>
                <a:gridCol w="812179">
                  <a:extLst>
                    <a:ext uri="{9D8B030D-6E8A-4147-A177-3AD203B41FA5}">
                      <a16:colId xmlns:a16="http://schemas.microsoft.com/office/drawing/2014/main" val="3816914509"/>
                    </a:ext>
                  </a:extLst>
                </a:gridCol>
              </a:tblGrid>
              <a:tr h="486569">
                <a:tc>
                  <a:txBody>
                    <a:bodyPr/>
                    <a:lstStyle/>
                    <a:p>
                      <a:r>
                        <a:rPr lang="en-US" sz="1400" b="0" dirty="0">
                          <a:solidFill>
                            <a:schemeClr val="tx1"/>
                          </a:solidFill>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IntelOne Text" panose="020B0503020203020204" pitchFamily="34" charset="0"/>
                        </a:rPr>
                        <a:t>Title</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6B3CA"/>
                    </a:solidFill>
                  </a:tcPr>
                </a:tc>
                <a:extLst>
                  <a:ext uri="{0D108BD9-81ED-4DB2-BD59-A6C34878D82A}">
                    <a16:rowId xmlns:a16="http://schemas.microsoft.com/office/drawing/2014/main" val="599432534"/>
                  </a:ext>
                </a:extLst>
              </a:tr>
              <a:tr h="486569">
                <a:tc>
                  <a:txBody>
                    <a:bodyPr/>
                    <a:lstStyle/>
                    <a:p>
                      <a:r>
                        <a:rPr lang="en-US" sz="1400" dirty="0">
                          <a:solidFill>
                            <a:schemeClr val="tx2"/>
                          </a:solidFill>
                          <a:latin typeface="IntelOne Text" panose="020B0503020203020204" pitchFamily="34" charset="0"/>
                        </a:rPr>
                        <a:t>01</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859454046"/>
                  </a:ext>
                </a:extLst>
              </a:tr>
              <a:tr h="486569">
                <a:tc>
                  <a:txBody>
                    <a:bodyPr/>
                    <a:lstStyle/>
                    <a:p>
                      <a:r>
                        <a:rPr lang="en-US" sz="1400" dirty="0">
                          <a:solidFill>
                            <a:schemeClr val="tx2"/>
                          </a:solidFill>
                          <a:latin typeface="IntelOne Text" panose="020B0503020203020204" pitchFamily="34" charset="0"/>
                        </a:rPr>
                        <a:t>02</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4053006228"/>
                  </a:ext>
                </a:extLst>
              </a:tr>
              <a:tr h="486569">
                <a:tc>
                  <a:txBody>
                    <a:bodyPr/>
                    <a:lstStyle/>
                    <a:p>
                      <a:r>
                        <a:rPr lang="en-US" sz="1400" dirty="0">
                          <a:solidFill>
                            <a:schemeClr val="tx2"/>
                          </a:solidFill>
                          <a:latin typeface="IntelOne Text" panose="020B0503020203020204" pitchFamily="34" charset="0"/>
                        </a:rPr>
                        <a:t>03</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2645397879"/>
                  </a:ext>
                </a:extLst>
              </a:tr>
              <a:tr h="486569">
                <a:tc>
                  <a:txBody>
                    <a:bodyPr/>
                    <a:lstStyle/>
                    <a:p>
                      <a:r>
                        <a:rPr lang="en-US" sz="1400" dirty="0">
                          <a:solidFill>
                            <a:schemeClr val="tx2"/>
                          </a:solidFill>
                          <a:latin typeface="IntelOne Text" panose="020B0503020203020204" pitchFamily="34" charset="0"/>
                        </a:rPr>
                        <a:t>04</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1252490719"/>
                  </a:ext>
                </a:extLst>
              </a:tr>
              <a:tr h="486569">
                <a:tc>
                  <a:txBody>
                    <a:bodyPr/>
                    <a:lstStyle/>
                    <a:p>
                      <a:r>
                        <a:rPr lang="en-US" sz="1400" dirty="0">
                          <a:solidFill>
                            <a:schemeClr val="tx2"/>
                          </a:solidFill>
                          <a:latin typeface="IntelOne Text" panose="020B0503020203020204" pitchFamily="34" charset="0"/>
                        </a:rPr>
                        <a:t>05</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2119166596"/>
                  </a:ext>
                </a:extLst>
              </a:tr>
              <a:tr h="486569">
                <a:tc>
                  <a:txBody>
                    <a:bodyPr/>
                    <a:lstStyle/>
                    <a:p>
                      <a:r>
                        <a:rPr lang="en-US" sz="1400" dirty="0">
                          <a:solidFill>
                            <a:schemeClr val="tx2"/>
                          </a:solidFill>
                          <a:latin typeface="IntelOne Text" panose="020B0503020203020204" pitchFamily="34" charset="0"/>
                        </a:rPr>
                        <a:t>06</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2147206695"/>
                  </a:ext>
                </a:extLst>
              </a:tr>
              <a:tr h="486569">
                <a:tc>
                  <a:txBody>
                    <a:bodyPr/>
                    <a:lstStyle/>
                    <a:p>
                      <a:r>
                        <a:rPr lang="en-US" sz="1400" dirty="0">
                          <a:solidFill>
                            <a:schemeClr val="tx2"/>
                          </a:solidFill>
                          <a:latin typeface="IntelOne Text" panose="020B0503020203020204" pitchFamily="34" charset="0"/>
                        </a:rPr>
                        <a:t>07</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2972175008"/>
                  </a:ext>
                </a:extLst>
              </a:tr>
              <a:tr h="486569">
                <a:tc>
                  <a:txBody>
                    <a:bodyPr/>
                    <a:lstStyle/>
                    <a:p>
                      <a:r>
                        <a:rPr lang="en-US" sz="1400" dirty="0">
                          <a:solidFill>
                            <a:schemeClr val="tx2"/>
                          </a:solidFill>
                          <a:latin typeface="IntelOne Text" panose="020B0503020203020204" pitchFamily="34" charset="0"/>
                        </a:rPr>
                        <a:t>08</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307362187"/>
                  </a:ext>
                </a:extLst>
              </a:tr>
              <a:tr h="486569">
                <a:tc>
                  <a:txBody>
                    <a:bodyPr/>
                    <a:lstStyle/>
                    <a:p>
                      <a:r>
                        <a:rPr lang="en-US" sz="1400" dirty="0">
                          <a:solidFill>
                            <a:schemeClr val="tx2"/>
                          </a:solidFill>
                          <a:latin typeface="IntelOne Text" panose="020B0503020203020204" pitchFamily="34" charset="0"/>
                        </a:rPr>
                        <a:t>09</a:t>
                      </a: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2"/>
                    </a:solidFill>
                  </a:tcPr>
                </a:tc>
                <a:tc>
                  <a:txBody>
                    <a:bodyPr/>
                    <a:lstStyle/>
                    <a:p>
                      <a:pPr algn="ctr"/>
                      <a:endParaRPr lang="en-US" sz="1400" dirty="0">
                        <a:solidFill>
                          <a:schemeClr val="tx1"/>
                        </a:solidFill>
                        <a:latin typeface="IntelOne Text" panose="020B0503020203020204" pitchFamily="34" charset="0"/>
                      </a:endParaRPr>
                    </a:p>
                  </a:txBody>
                  <a:tcPr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B9D6E5"/>
                    </a:solidFill>
                  </a:tcPr>
                </a:tc>
                <a:extLst>
                  <a:ext uri="{0D108BD9-81ED-4DB2-BD59-A6C34878D82A}">
                    <a16:rowId xmlns:a16="http://schemas.microsoft.com/office/drawing/2014/main" val="1325049357"/>
                  </a:ext>
                </a:extLst>
              </a:tr>
            </a:tbl>
          </a:graphicData>
        </a:graphic>
      </p:graphicFrame>
      <p:sp>
        <p:nvSpPr>
          <p:cNvPr id="2" name="TextBox 1">
            <a:extLst>
              <a:ext uri="{FF2B5EF4-FFF2-40B4-BE49-F238E27FC236}">
                <a16:creationId xmlns:a16="http://schemas.microsoft.com/office/drawing/2014/main" id="{CAF7EE90-8908-1AC0-D0BC-CD0EF4165204}"/>
              </a:ext>
            </a:extLst>
          </p:cNvPr>
          <p:cNvSpPr txBox="1"/>
          <p:nvPr/>
        </p:nvSpPr>
        <p:spPr>
          <a:xfrm>
            <a:off x="4483100" y="989013"/>
            <a:ext cx="7099300" cy="361949"/>
          </a:xfrm>
          <a:prstGeom prst="rect">
            <a:avLst/>
          </a:prstGeom>
          <a:noFill/>
        </p:spPr>
        <p:txBody>
          <a:bodyPr wrap="none" rtlCol="0" anchor="ctr">
            <a:noAutofit/>
          </a:bodyPr>
          <a:lstStyle/>
          <a:p>
            <a:pPr algn="r"/>
            <a:r>
              <a:rPr lang="en-US" sz="900" dirty="0">
                <a:solidFill>
                  <a:schemeClr val="accent2"/>
                </a:solidFill>
                <a:sym typeface="Webdings" panose="05030102010509060703" pitchFamily="18" charset="2"/>
              </a:rPr>
              <a:t></a:t>
            </a:r>
            <a:r>
              <a:rPr lang="en-US" sz="900" dirty="0">
                <a:sym typeface="Webdings" panose="05030102010509060703" pitchFamily="18" charset="2"/>
              </a:rPr>
              <a:t>  </a:t>
            </a:r>
            <a:r>
              <a:rPr lang="en-US" sz="900" dirty="0"/>
              <a:t>Series Name               </a:t>
            </a:r>
            <a:r>
              <a:rPr lang="en-US" sz="900" dirty="0">
                <a:solidFill>
                  <a:schemeClr val="accent3"/>
                </a:solidFill>
                <a:sym typeface="Webdings" panose="05030102010509060703" pitchFamily="18" charset="2"/>
              </a:rPr>
              <a:t></a:t>
            </a:r>
            <a:r>
              <a:rPr lang="en-US" sz="900" dirty="0">
                <a:sym typeface="Webdings" panose="05030102010509060703" pitchFamily="18" charset="2"/>
              </a:rPr>
              <a:t>  </a:t>
            </a:r>
            <a:r>
              <a:rPr lang="en-US" sz="900" dirty="0"/>
              <a:t>Series Name               </a:t>
            </a:r>
            <a:r>
              <a:rPr lang="en-US" sz="900" dirty="0">
                <a:solidFill>
                  <a:srgbClr val="FF5662"/>
                </a:solidFill>
                <a:sym typeface="Webdings" panose="05030102010509060703" pitchFamily="18" charset="2"/>
              </a:rPr>
              <a:t></a:t>
            </a:r>
            <a:r>
              <a:rPr lang="en-US" sz="900" dirty="0">
                <a:sym typeface="Webdings" panose="05030102010509060703" pitchFamily="18" charset="2"/>
              </a:rPr>
              <a:t>  </a:t>
            </a:r>
            <a:r>
              <a:rPr lang="en-US" sz="900" dirty="0"/>
              <a:t>Series Name               </a:t>
            </a:r>
            <a:r>
              <a:rPr lang="en-US" sz="900" dirty="0">
                <a:solidFill>
                  <a:schemeClr val="accent4"/>
                </a:solidFill>
                <a:sym typeface="Webdings" panose="05030102010509060703" pitchFamily="18" charset="2"/>
              </a:rPr>
              <a:t></a:t>
            </a:r>
            <a:r>
              <a:rPr lang="en-US" sz="900" dirty="0">
                <a:sym typeface="Webdings" panose="05030102010509060703" pitchFamily="18" charset="2"/>
              </a:rPr>
              <a:t>  </a:t>
            </a:r>
            <a:r>
              <a:rPr lang="en-US" sz="900" dirty="0"/>
              <a:t>Series Name               </a:t>
            </a:r>
            <a:r>
              <a:rPr lang="en-US" sz="900" dirty="0">
                <a:solidFill>
                  <a:srgbClr val="8BAE46"/>
                </a:solidFill>
                <a:sym typeface="Webdings" panose="05030102010509060703" pitchFamily="18" charset="2"/>
              </a:rPr>
              <a:t></a:t>
            </a:r>
            <a:r>
              <a:rPr lang="en-US" sz="900" dirty="0">
                <a:sym typeface="Webdings" panose="05030102010509060703" pitchFamily="18" charset="2"/>
              </a:rPr>
              <a:t>  </a:t>
            </a:r>
            <a:r>
              <a:rPr lang="en-US" sz="900" dirty="0"/>
              <a:t>Series Name               </a:t>
            </a:r>
            <a:r>
              <a:rPr lang="en-US" sz="900" dirty="0">
                <a:solidFill>
                  <a:srgbClr val="5B69FF"/>
                </a:solidFill>
                <a:sym typeface="Webdings" panose="05030102010509060703" pitchFamily="18" charset="2"/>
              </a:rPr>
              <a:t></a:t>
            </a:r>
            <a:r>
              <a:rPr lang="en-US" sz="900" dirty="0">
                <a:sym typeface="Webdings" panose="05030102010509060703" pitchFamily="18" charset="2"/>
              </a:rPr>
              <a:t>  </a:t>
            </a:r>
            <a:r>
              <a:rPr lang="en-US" sz="900" dirty="0"/>
              <a:t>Series Name               </a:t>
            </a:r>
          </a:p>
        </p:txBody>
      </p:sp>
      <p:sp>
        <p:nvSpPr>
          <p:cNvPr id="3" name="Rectangle 2">
            <a:extLst>
              <a:ext uri="{FF2B5EF4-FFF2-40B4-BE49-F238E27FC236}">
                <a16:creationId xmlns:a16="http://schemas.microsoft.com/office/drawing/2014/main" id="{C4310655-7A6E-15F3-17D1-389DC3267BAA}"/>
              </a:ext>
              <a:ext uri="{C183D7F6-B498-43B3-948B-1728B52AA6E4}">
                <adec:decorative xmlns:adec="http://schemas.microsoft.com/office/drawing/2017/decorative" val="1"/>
              </a:ext>
            </a:extLst>
          </p:cNvPr>
          <p:cNvSpPr/>
          <p:nvPr/>
        </p:nvSpPr>
        <p:spPr>
          <a:xfrm>
            <a:off x="2623705" y="1947763"/>
            <a:ext cx="1613188" cy="280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1D02580-2D85-8A23-DC0F-30933FDAB7A0}"/>
              </a:ext>
              <a:ext uri="{C183D7F6-B498-43B3-948B-1728B52AA6E4}">
                <adec:decorative xmlns:adec="http://schemas.microsoft.com/office/drawing/2017/decorative" val="1"/>
              </a:ext>
            </a:extLst>
          </p:cNvPr>
          <p:cNvSpPr/>
          <p:nvPr/>
        </p:nvSpPr>
        <p:spPr>
          <a:xfrm>
            <a:off x="3438093" y="2434383"/>
            <a:ext cx="1272117" cy="280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ABABCE39-A171-5620-C2D8-0541DD267E28}"/>
              </a:ext>
              <a:ext uri="{C183D7F6-B498-43B3-948B-1728B52AA6E4}">
                <adec:decorative xmlns:adec="http://schemas.microsoft.com/office/drawing/2017/decorative" val="1"/>
              </a:ext>
            </a:extLst>
          </p:cNvPr>
          <p:cNvSpPr/>
          <p:nvPr/>
        </p:nvSpPr>
        <p:spPr>
          <a:xfrm>
            <a:off x="4201753" y="2921003"/>
            <a:ext cx="4972050" cy="280200"/>
          </a:xfrm>
          <a:prstGeom prst="rect">
            <a:avLst/>
          </a:prstGeom>
          <a:solidFill>
            <a:srgbClr val="FF56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AC2B1648-0DCE-BA54-1BAD-6421ACDFD5EF}"/>
              </a:ext>
              <a:ext uri="{C183D7F6-B498-43B3-948B-1728B52AA6E4}">
                <adec:decorative xmlns:adec="http://schemas.microsoft.com/office/drawing/2017/decorative" val="1"/>
              </a:ext>
            </a:extLst>
          </p:cNvPr>
          <p:cNvSpPr/>
          <p:nvPr/>
        </p:nvSpPr>
        <p:spPr>
          <a:xfrm>
            <a:off x="4527720" y="4380865"/>
            <a:ext cx="2347383" cy="280200"/>
          </a:xfrm>
          <a:prstGeom prst="rect">
            <a:avLst/>
          </a:prstGeom>
          <a:solidFill>
            <a:srgbClr val="5B6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0" name="Rectangle 19">
            <a:extLst>
              <a:ext uri="{FF2B5EF4-FFF2-40B4-BE49-F238E27FC236}">
                <a16:creationId xmlns:a16="http://schemas.microsoft.com/office/drawing/2014/main" id="{34F8A9BA-40E5-AD0B-F341-CF78961A83EE}"/>
              </a:ext>
              <a:ext uri="{C183D7F6-B498-43B3-948B-1728B52AA6E4}">
                <adec:decorative xmlns:adec="http://schemas.microsoft.com/office/drawing/2017/decorative" val="1"/>
              </a:ext>
            </a:extLst>
          </p:cNvPr>
          <p:cNvSpPr/>
          <p:nvPr/>
        </p:nvSpPr>
        <p:spPr>
          <a:xfrm>
            <a:off x="5734219" y="4867486"/>
            <a:ext cx="2279650" cy="280200"/>
          </a:xfrm>
          <a:prstGeom prst="rect">
            <a:avLst/>
          </a:prstGeom>
          <a:solidFill>
            <a:srgbClr val="8BAE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B9808D90-DD6E-AE80-AE01-B7602EC3AC44}"/>
              </a:ext>
              <a:ext uri="{C183D7F6-B498-43B3-948B-1728B52AA6E4}">
                <adec:decorative xmlns:adec="http://schemas.microsoft.com/office/drawing/2017/decorative" val="1"/>
              </a:ext>
            </a:extLst>
          </p:cNvPr>
          <p:cNvSpPr/>
          <p:nvPr/>
        </p:nvSpPr>
        <p:spPr>
          <a:xfrm>
            <a:off x="6860286" y="5354107"/>
            <a:ext cx="2343150" cy="280200"/>
          </a:xfrm>
          <a:prstGeom prst="rect">
            <a:avLst/>
          </a:prstGeom>
          <a:solidFill>
            <a:srgbClr val="FF56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DF4FCA20-5F9F-AF1F-CE74-5BAF029A330E}"/>
              </a:ext>
              <a:ext uri="{C183D7F6-B498-43B3-948B-1728B52AA6E4}">
                <adec:decorative xmlns:adec="http://schemas.microsoft.com/office/drawing/2017/decorative" val="1"/>
              </a:ext>
            </a:extLst>
          </p:cNvPr>
          <p:cNvSpPr/>
          <p:nvPr/>
        </p:nvSpPr>
        <p:spPr>
          <a:xfrm>
            <a:off x="7681552" y="5840727"/>
            <a:ext cx="3697817" cy="280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88869E06-3ADA-8B07-9B8D-38DEFEC10DB8}"/>
              </a:ext>
              <a:ext uri="{C183D7F6-B498-43B3-948B-1728B52AA6E4}">
                <adec:decorative xmlns:adec="http://schemas.microsoft.com/office/drawing/2017/decorative" val="1"/>
              </a:ext>
            </a:extLst>
          </p:cNvPr>
          <p:cNvSpPr/>
          <p:nvPr/>
        </p:nvSpPr>
        <p:spPr>
          <a:xfrm>
            <a:off x="4879086" y="3407623"/>
            <a:ext cx="1974849" cy="280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5BA97B63-07EF-3054-C01E-C70B3B1D8AD5}"/>
              </a:ext>
              <a:ext uri="{C183D7F6-B498-43B3-948B-1728B52AA6E4}">
                <adec:decorative xmlns:adec="http://schemas.microsoft.com/office/drawing/2017/decorative" val="1"/>
              </a:ext>
            </a:extLst>
          </p:cNvPr>
          <p:cNvSpPr/>
          <p:nvPr/>
        </p:nvSpPr>
        <p:spPr>
          <a:xfrm>
            <a:off x="7992703" y="3407623"/>
            <a:ext cx="884766" cy="280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AD39BE3E-084B-1E24-52EF-D2E0524B233E}"/>
              </a:ext>
              <a:ext uri="{C183D7F6-B498-43B3-948B-1728B52AA6E4}">
                <adec:decorative xmlns:adec="http://schemas.microsoft.com/office/drawing/2017/decorative" val="1"/>
              </a:ext>
            </a:extLst>
          </p:cNvPr>
          <p:cNvSpPr/>
          <p:nvPr/>
        </p:nvSpPr>
        <p:spPr>
          <a:xfrm>
            <a:off x="5933186" y="3894244"/>
            <a:ext cx="5441950" cy="280200"/>
          </a:xfrm>
          <a:prstGeom prst="rect">
            <a:avLst/>
          </a:prstGeom>
          <a:solidFill>
            <a:srgbClr val="8BAE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97943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4B313B-C2A6-CD0A-9E81-6DC8DB2ACBF9}"/>
              </a:ext>
            </a:extLst>
          </p:cNvPr>
          <p:cNvSpPr>
            <a:spLocks noGrp="1"/>
          </p:cNvSpPr>
          <p:nvPr>
            <p:ph type="title"/>
          </p:nvPr>
        </p:nvSpPr>
        <p:spPr/>
        <p:txBody>
          <a:bodyPr/>
          <a:lstStyle/>
          <a:p>
            <a:r>
              <a:rPr lang="en-US" dirty="0"/>
              <a:t>Timeline 3</a:t>
            </a:r>
          </a:p>
        </p:txBody>
      </p:sp>
      <p:sp>
        <p:nvSpPr>
          <p:cNvPr id="14" name="Rectangle 13">
            <a:extLst>
              <a:ext uri="{FF2B5EF4-FFF2-40B4-BE49-F238E27FC236}">
                <a16:creationId xmlns:a16="http://schemas.microsoft.com/office/drawing/2014/main" id="{4F85D3F2-7445-4AFB-0FFE-5152ABE208EF}"/>
              </a:ext>
            </a:extLst>
          </p:cNvPr>
          <p:cNvSpPr/>
          <p:nvPr/>
        </p:nvSpPr>
        <p:spPr>
          <a:xfrm>
            <a:off x="640080" y="1352551"/>
            <a:ext cx="3182112" cy="21577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b"/>
          <a:lstStyle/>
          <a:p>
            <a:pPr algn="ct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do </a:t>
            </a:r>
            <a:r>
              <a:rPr lang="en-US" sz="1600" dirty="0" err="1">
                <a:solidFill>
                  <a:schemeClr val="tx1"/>
                </a:solidFill>
              </a:rPr>
              <a:t>eiusmod</a:t>
            </a:r>
            <a:r>
              <a:rPr lang="en-US" sz="1600" dirty="0">
                <a:solidFill>
                  <a:schemeClr val="tx1"/>
                </a:solidFill>
              </a:rPr>
              <a:t> </a:t>
            </a:r>
            <a:r>
              <a:rPr lang="en-US" sz="1600" dirty="0" err="1">
                <a:solidFill>
                  <a:schemeClr val="tx1"/>
                </a:solidFill>
              </a:rPr>
              <a:t>tempor</a:t>
            </a:r>
            <a:r>
              <a:rPr lang="en-US" sz="1600" dirty="0">
                <a:solidFill>
                  <a:schemeClr val="tx1"/>
                </a:solidFill>
              </a:rPr>
              <a:t> </a:t>
            </a:r>
            <a:r>
              <a:rPr lang="en-US" sz="1600" dirty="0" err="1">
                <a:solidFill>
                  <a:schemeClr val="tx1"/>
                </a:solidFill>
              </a:rPr>
              <a:t>incididunt</a:t>
            </a:r>
            <a:r>
              <a:rPr lang="en-US" sz="1600" dirty="0">
                <a:solidFill>
                  <a:schemeClr val="tx1"/>
                </a:solidFill>
              </a:rPr>
              <a:t> </a:t>
            </a:r>
            <a:r>
              <a:rPr lang="en-US" sz="1600" dirty="0" err="1">
                <a:solidFill>
                  <a:schemeClr val="tx1"/>
                </a:solidFill>
              </a:rPr>
              <a:t>ut</a:t>
            </a:r>
            <a:r>
              <a:rPr lang="en-US" sz="1600" dirty="0">
                <a:solidFill>
                  <a:schemeClr val="tx1"/>
                </a:solidFill>
              </a:rPr>
              <a:t> labore et dolore magna </a:t>
            </a:r>
            <a:r>
              <a:rPr lang="en-US" sz="1600" dirty="0" err="1">
                <a:solidFill>
                  <a:schemeClr val="tx1"/>
                </a:solidFill>
              </a:rPr>
              <a:t>aliqua</a:t>
            </a:r>
            <a:r>
              <a:rPr lang="en-US" sz="1600" dirty="0">
                <a:solidFill>
                  <a:schemeClr val="tx1"/>
                </a:solidFill>
              </a:rPr>
              <a:t>. </a:t>
            </a:r>
          </a:p>
          <a:p>
            <a:pPr algn="ctr">
              <a:spcAft>
                <a:spcPts val="600"/>
              </a:spcAft>
            </a:pPr>
            <a:r>
              <a:rPr lang="en-US" sz="2000" dirty="0">
                <a:solidFill>
                  <a:schemeClr val="accent1"/>
                </a:solidFill>
                <a:latin typeface="IntelOne Text Medium" panose="020B0703020203020204" pitchFamily="34" charset="0"/>
              </a:rPr>
              <a:t>Header 1</a:t>
            </a:r>
          </a:p>
        </p:txBody>
      </p:sp>
      <p:sp>
        <p:nvSpPr>
          <p:cNvPr id="17" name="Rectangle 16">
            <a:extLst>
              <a:ext uri="{FF2B5EF4-FFF2-40B4-BE49-F238E27FC236}">
                <a16:creationId xmlns:a16="http://schemas.microsoft.com/office/drawing/2014/main" id="{2333A525-E2F0-B526-561C-EC1D0B2293D0}"/>
              </a:ext>
            </a:extLst>
          </p:cNvPr>
          <p:cNvSpPr/>
          <p:nvPr/>
        </p:nvSpPr>
        <p:spPr>
          <a:xfrm>
            <a:off x="2572591" y="4058157"/>
            <a:ext cx="3182112" cy="21584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t"/>
          <a:lstStyle/>
          <a:p>
            <a:pPr algn="ctr">
              <a:spcAft>
                <a:spcPts val="600"/>
              </a:spcAft>
            </a:pPr>
            <a:r>
              <a:rPr lang="en-US" sz="2000" dirty="0">
                <a:solidFill>
                  <a:schemeClr val="accent1"/>
                </a:solidFill>
                <a:latin typeface="IntelOne Text Medium" panose="020B0703020203020204" pitchFamily="34" charset="0"/>
              </a:rPr>
              <a:t>Header 2</a:t>
            </a:r>
          </a:p>
          <a:p>
            <a:pPr algn="ctr">
              <a:spcAft>
                <a:spcPts val="600"/>
              </a:spcAft>
            </a:pPr>
            <a:r>
              <a:rPr lang="en-US" sz="1600" dirty="0" err="1">
                <a:solidFill>
                  <a:schemeClr val="tx1"/>
                </a:solidFill>
              </a:rPr>
              <a:t>Excepteur</a:t>
            </a:r>
            <a:r>
              <a:rPr lang="en-US" sz="1600" dirty="0">
                <a:solidFill>
                  <a:schemeClr val="tx1"/>
                </a:solidFill>
              </a:rPr>
              <a:t> </a:t>
            </a:r>
            <a:r>
              <a:rPr lang="en-US" sz="1600" dirty="0" err="1">
                <a:solidFill>
                  <a:schemeClr val="tx1"/>
                </a:solidFill>
              </a:rPr>
              <a:t>sint</a:t>
            </a:r>
            <a:r>
              <a:rPr lang="en-US" sz="1600" dirty="0">
                <a:solidFill>
                  <a:schemeClr val="tx1"/>
                </a:solidFill>
              </a:rPr>
              <a:t> </a:t>
            </a:r>
            <a:r>
              <a:rPr lang="en-US" sz="1600" dirty="0" err="1">
                <a:solidFill>
                  <a:schemeClr val="tx1"/>
                </a:solidFill>
              </a:rPr>
              <a:t>occaecat</a:t>
            </a:r>
            <a:r>
              <a:rPr lang="en-US" sz="1600" dirty="0">
                <a:solidFill>
                  <a:schemeClr val="tx1"/>
                </a:solidFill>
              </a:rPr>
              <a:t> </a:t>
            </a:r>
            <a:r>
              <a:rPr lang="en-US" sz="1600" dirty="0" err="1">
                <a:solidFill>
                  <a:schemeClr val="tx1"/>
                </a:solidFill>
              </a:rPr>
              <a:t>cupidatat</a:t>
            </a:r>
            <a:r>
              <a:rPr lang="en-US" sz="1600" dirty="0">
                <a:solidFill>
                  <a:schemeClr val="tx1"/>
                </a:solidFill>
              </a:rPr>
              <a:t> non </a:t>
            </a:r>
            <a:r>
              <a:rPr lang="en-US" sz="1600" dirty="0" err="1">
                <a:solidFill>
                  <a:schemeClr val="tx1"/>
                </a:solidFill>
              </a:rPr>
              <a:t>proident</a:t>
            </a:r>
            <a:r>
              <a:rPr lang="en-US" sz="1600" dirty="0">
                <a:solidFill>
                  <a:schemeClr val="tx1"/>
                </a:solidFill>
              </a:rPr>
              <a:t>, </a:t>
            </a:r>
            <a:br>
              <a:rPr lang="en-US" sz="1600" dirty="0">
                <a:solidFill>
                  <a:schemeClr val="tx1"/>
                </a:solidFill>
              </a:rPr>
            </a:br>
            <a:r>
              <a:rPr lang="en-US" sz="1600" dirty="0">
                <a:solidFill>
                  <a:schemeClr val="tx1"/>
                </a:solidFill>
              </a:rPr>
              <a:t>sunt in culpa.</a:t>
            </a:r>
          </a:p>
        </p:txBody>
      </p:sp>
      <p:sp>
        <p:nvSpPr>
          <p:cNvPr id="18" name="Rectangle 17">
            <a:extLst>
              <a:ext uri="{FF2B5EF4-FFF2-40B4-BE49-F238E27FC236}">
                <a16:creationId xmlns:a16="http://schemas.microsoft.com/office/drawing/2014/main" id="{52244378-30F0-17DE-367E-8AFEFE401148}"/>
              </a:ext>
            </a:extLst>
          </p:cNvPr>
          <p:cNvSpPr/>
          <p:nvPr/>
        </p:nvSpPr>
        <p:spPr>
          <a:xfrm>
            <a:off x="4505103" y="1352551"/>
            <a:ext cx="3182112" cy="21577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b"/>
          <a:lstStyle/>
          <a:p>
            <a:pPr algn="ctr">
              <a:spcAft>
                <a:spcPts val="600"/>
              </a:spcAft>
            </a:pPr>
            <a:r>
              <a:rPr lang="en-US" sz="1600" dirty="0">
                <a:solidFill>
                  <a:schemeClr val="tx1"/>
                </a:solidFill>
              </a:rPr>
              <a:t>Ut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knostrud</a:t>
            </a:r>
            <a:r>
              <a:rPr lang="en-US" sz="1600" dirty="0">
                <a:solidFill>
                  <a:schemeClr val="tx1"/>
                </a:solidFill>
              </a:rPr>
              <a:t> exercitation </a:t>
            </a:r>
            <a:r>
              <a:rPr lang="en-US" sz="1600" dirty="0" err="1">
                <a:solidFill>
                  <a:schemeClr val="tx1"/>
                </a:solidFill>
              </a:rPr>
              <a:t>ullamco</a:t>
            </a:r>
            <a:r>
              <a:rPr lang="en-US" sz="1600" dirty="0">
                <a:solidFill>
                  <a:schemeClr val="tx1"/>
                </a:solidFill>
              </a:rPr>
              <a:t> </a:t>
            </a:r>
            <a:r>
              <a:rPr lang="en-US" sz="1600" dirty="0" err="1">
                <a:solidFill>
                  <a:schemeClr val="tx1"/>
                </a:solidFill>
              </a:rPr>
              <a:t>laboris</a:t>
            </a:r>
            <a:r>
              <a:rPr lang="en-US" sz="1600" dirty="0">
                <a:solidFill>
                  <a:schemeClr val="tx1"/>
                </a:solidFill>
              </a:rPr>
              <a:t> nisi </a:t>
            </a:r>
            <a:r>
              <a:rPr lang="en-US" sz="1600" dirty="0" err="1">
                <a:solidFill>
                  <a:schemeClr val="tx1"/>
                </a:solidFill>
              </a:rPr>
              <a:t>ut</a:t>
            </a:r>
            <a:r>
              <a:rPr lang="en-US" sz="1600" dirty="0">
                <a:solidFill>
                  <a:schemeClr val="tx1"/>
                </a:solidFill>
              </a:rPr>
              <a:t> </a:t>
            </a:r>
            <a:r>
              <a:rPr lang="en-US" sz="1600" dirty="0" err="1">
                <a:solidFill>
                  <a:schemeClr val="tx1"/>
                </a:solidFill>
              </a:rPr>
              <a:t>aliquip</a:t>
            </a:r>
            <a:r>
              <a:rPr lang="en-US" sz="1600" dirty="0">
                <a:solidFill>
                  <a:schemeClr val="tx1"/>
                </a:solidFill>
              </a:rPr>
              <a:t> ex </a:t>
            </a:r>
            <a:r>
              <a:rPr lang="en-US" sz="1600" dirty="0" err="1">
                <a:solidFill>
                  <a:schemeClr val="tx1"/>
                </a:solidFill>
              </a:rPr>
              <a:t>ea</a:t>
            </a:r>
            <a:r>
              <a:rPr lang="en-US" sz="1600" dirty="0">
                <a:solidFill>
                  <a:schemeClr val="tx1"/>
                </a:solidFill>
              </a:rPr>
              <a:t> </a:t>
            </a:r>
            <a:r>
              <a:rPr lang="en-US" sz="1600" dirty="0" err="1">
                <a:solidFill>
                  <a:schemeClr val="tx1"/>
                </a:solidFill>
              </a:rPr>
              <a:t>commodo</a:t>
            </a:r>
            <a:r>
              <a:rPr lang="en-US" sz="1600" dirty="0">
                <a:solidFill>
                  <a:schemeClr val="tx1"/>
                </a:solidFill>
              </a:rPr>
              <a:t> </a:t>
            </a:r>
            <a:r>
              <a:rPr lang="en-US" sz="1600" dirty="0" err="1">
                <a:solidFill>
                  <a:schemeClr val="tx1"/>
                </a:solidFill>
              </a:rPr>
              <a:t>consequat</a:t>
            </a:r>
            <a:r>
              <a:rPr lang="en-US" dirty="0">
                <a:solidFill>
                  <a:schemeClr val="tx1"/>
                </a:solidFill>
              </a:rPr>
              <a:t>.</a:t>
            </a:r>
          </a:p>
          <a:p>
            <a:pPr algn="ctr">
              <a:spcAft>
                <a:spcPts val="600"/>
              </a:spcAft>
            </a:pPr>
            <a:r>
              <a:rPr lang="en-US" sz="2000" dirty="0">
                <a:solidFill>
                  <a:schemeClr val="accent1"/>
                </a:solidFill>
                <a:latin typeface="IntelOne Text Medium" panose="020B0703020203020204" pitchFamily="34" charset="0"/>
              </a:rPr>
              <a:t>Header 3</a:t>
            </a:r>
          </a:p>
        </p:txBody>
      </p:sp>
      <p:sp>
        <p:nvSpPr>
          <p:cNvPr id="21" name="Rectangle 20">
            <a:extLst>
              <a:ext uri="{FF2B5EF4-FFF2-40B4-BE49-F238E27FC236}">
                <a16:creationId xmlns:a16="http://schemas.microsoft.com/office/drawing/2014/main" id="{F667D553-7929-5913-7444-2A43AAB9920D}"/>
              </a:ext>
            </a:extLst>
          </p:cNvPr>
          <p:cNvSpPr/>
          <p:nvPr/>
        </p:nvSpPr>
        <p:spPr>
          <a:xfrm>
            <a:off x="6437614" y="4058157"/>
            <a:ext cx="3182112" cy="21584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t"/>
          <a:lstStyle/>
          <a:p>
            <a:pPr algn="ctr">
              <a:spcAft>
                <a:spcPts val="600"/>
              </a:spcAft>
            </a:pPr>
            <a:r>
              <a:rPr lang="en-US" sz="2000" dirty="0">
                <a:solidFill>
                  <a:schemeClr val="accent1"/>
                </a:solidFill>
                <a:latin typeface="IntelOne Text Medium" panose="020B0703020203020204" pitchFamily="34" charset="0"/>
              </a:rPr>
              <a:t>Header 4</a:t>
            </a:r>
          </a:p>
          <a:p>
            <a:pPr algn="ctr">
              <a:spcAft>
                <a:spcPts val="600"/>
              </a:spcAft>
            </a:pPr>
            <a:r>
              <a:rPr lang="en-US" sz="1600" dirty="0">
                <a:solidFill>
                  <a:schemeClr val="tx1"/>
                </a:solidFill>
              </a:rPr>
              <a:t>Qui </a:t>
            </a:r>
            <a:r>
              <a:rPr lang="en-US" sz="1600" dirty="0" err="1">
                <a:solidFill>
                  <a:schemeClr val="tx1"/>
                </a:solidFill>
              </a:rPr>
              <a:t>officia</a:t>
            </a:r>
            <a:r>
              <a:rPr lang="en-US" sz="1600" dirty="0">
                <a:solidFill>
                  <a:schemeClr val="tx1"/>
                </a:solidFill>
              </a:rPr>
              <a:t> </a:t>
            </a:r>
            <a:r>
              <a:rPr lang="en-US" sz="1600" dirty="0" err="1">
                <a:solidFill>
                  <a:schemeClr val="tx1"/>
                </a:solidFill>
              </a:rPr>
              <a:t>deserunt</a:t>
            </a:r>
            <a:r>
              <a:rPr lang="en-US" sz="1600" dirty="0">
                <a:solidFill>
                  <a:schemeClr val="tx1"/>
                </a:solidFill>
              </a:rPr>
              <a:t> </a:t>
            </a:r>
            <a:r>
              <a:rPr lang="en-US" sz="1600" dirty="0" err="1">
                <a:solidFill>
                  <a:schemeClr val="tx1"/>
                </a:solidFill>
              </a:rPr>
              <a:t>mollit</a:t>
            </a:r>
            <a:r>
              <a:rPr lang="en-US" sz="1600" dirty="0">
                <a:solidFill>
                  <a:schemeClr val="tx1"/>
                </a:solidFill>
              </a:rPr>
              <a:t> </a:t>
            </a:r>
            <a:r>
              <a:rPr lang="en-US" sz="1600" dirty="0" err="1">
                <a:solidFill>
                  <a:schemeClr val="tx1"/>
                </a:solidFill>
              </a:rPr>
              <a:t>anim</a:t>
            </a:r>
            <a:r>
              <a:rPr lang="en-US" sz="1600" dirty="0">
                <a:solidFill>
                  <a:schemeClr val="tx1"/>
                </a:solidFill>
              </a:rPr>
              <a:t> id </a:t>
            </a:r>
            <a:r>
              <a:rPr lang="en-US" sz="1600" dirty="0" err="1">
                <a:solidFill>
                  <a:schemeClr val="tx1"/>
                </a:solidFill>
              </a:rPr>
              <a:t>est</a:t>
            </a:r>
            <a:r>
              <a:rPr lang="en-US" sz="1600" dirty="0">
                <a:solidFill>
                  <a:schemeClr val="tx1"/>
                </a:solidFill>
              </a:rPr>
              <a:t> </a:t>
            </a:r>
            <a:r>
              <a:rPr lang="en-US" sz="1600" dirty="0" err="1">
                <a:solidFill>
                  <a:schemeClr val="tx1"/>
                </a:solidFill>
              </a:rPr>
              <a:t>laborum</a:t>
            </a:r>
            <a:r>
              <a:rPr lang="en-US" sz="1600" dirty="0">
                <a:solidFill>
                  <a:schemeClr val="tx1"/>
                </a:solidFill>
              </a:rPr>
              <a:t>.</a:t>
            </a:r>
          </a:p>
        </p:txBody>
      </p:sp>
      <p:sp>
        <p:nvSpPr>
          <p:cNvPr id="22" name="Rectangle 21">
            <a:extLst>
              <a:ext uri="{FF2B5EF4-FFF2-40B4-BE49-F238E27FC236}">
                <a16:creationId xmlns:a16="http://schemas.microsoft.com/office/drawing/2014/main" id="{6401D863-F2FD-E22A-9CC3-34CE2703659E}"/>
              </a:ext>
            </a:extLst>
          </p:cNvPr>
          <p:cNvSpPr/>
          <p:nvPr/>
        </p:nvSpPr>
        <p:spPr>
          <a:xfrm>
            <a:off x="8370126" y="1352551"/>
            <a:ext cx="3182112" cy="21577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b"/>
          <a:lstStyle/>
          <a:p>
            <a:pPr algn="ctr">
              <a:spcAft>
                <a:spcPts val="600"/>
              </a:spcAft>
            </a:pPr>
            <a:r>
              <a:rPr lang="en-US" sz="1600" dirty="0">
                <a:solidFill>
                  <a:schemeClr val="tx1"/>
                </a:solidFill>
              </a:rPr>
              <a:t>Duis </a:t>
            </a:r>
            <a:r>
              <a:rPr lang="en-US" sz="1600" dirty="0" err="1">
                <a:solidFill>
                  <a:schemeClr val="tx1"/>
                </a:solidFill>
              </a:rPr>
              <a:t>aute</a:t>
            </a:r>
            <a:r>
              <a:rPr lang="en-US" sz="1600" dirty="0">
                <a:solidFill>
                  <a:schemeClr val="tx1"/>
                </a:solidFill>
              </a:rPr>
              <a:t> </a:t>
            </a:r>
            <a:r>
              <a:rPr lang="en-US" sz="1600" dirty="0" err="1">
                <a:solidFill>
                  <a:schemeClr val="tx1"/>
                </a:solidFill>
              </a:rPr>
              <a:t>irure</a:t>
            </a:r>
            <a:r>
              <a:rPr lang="en-US" sz="1600" dirty="0">
                <a:solidFill>
                  <a:schemeClr val="tx1"/>
                </a:solidFill>
              </a:rPr>
              <a:t> dolor in </a:t>
            </a:r>
            <a:r>
              <a:rPr lang="en-US" sz="1600" dirty="0" err="1">
                <a:solidFill>
                  <a:schemeClr val="tx1"/>
                </a:solidFill>
              </a:rPr>
              <a:t>reprehenderit</a:t>
            </a:r>
            <a:r>
              <a:rPr lang="en-US" sz="1600" dirty="0">
                <a:solidFill>
                  <a:schemeClr val="tx1"/>
                </a:solidFill>
              </a:rPr>
              <a:t> in </a:t>
            </a:r>
            <a:r>
              <a:rPr lang="en-US" sz="1600" dirty="0" err="1">
                <a:solidFill>
                  <a:schemeClr val="tx1"/>
                </a:solidFill>
              </a:rPr>
              <a:t>voluptate</a:t>
            </a:r>
            <a:r>
              <a:rPr lang="en-US" sz="1600" dirty="0">
                <a:solidFill>
                  <a:schemeClr val="tx1"/>
                </a:solidFill>
              </a:rPr>
              <a:t> </a:t>
            </a:r>
            <a:r>
              <a:rPr lang="en-US" sz="1600" dirty="0" err="1">
                <a:solidFill>
                  <a:schemeClr val="tx1"/>
                </a:solidFill>
              </a:rPr>
              <a:t>velit</a:t>
            </a:r>
            <a:r>
              <a:rPr lang="en-US" sz="1600" dirty="0">
                <a:solidFill>
                  <a:schemeClr val="tx1"/>
                </a:solidFill>
              </a:rPr>
              <a:t> </a:t>
            </a:r>
            <a:r>
              <a:rPr lang="en-US" sz="1600" dirty="0" err="1">
                <a:solidFill>
                  <a:schemeClr val="tx1"/>
                </a:solidFill>
              </a:rPr>
              <a:t>esse</a:t>
            </a:r>
            <a:r>
              <a:rPr lang="en-US" sz="1600" dirty="0">
                <a:solidFill>
                  <a:schemeClr val="tx1"/>
                </a:solidFill>
              </a:rPr>
              <a:t> </a:t>
            </a:r>
            <a:r>
              <a:rPr lang="en-US" sz="1600" dirty="0" err="1">
                <a:solidFill>
                  <a:schemeClr val="tx1"/>
                </a:solidFill>
              </a:rPr>
              <a:t>cillum</a:t>
            </a:r>
            <a:r>
              <a:rPr lang="en-US" sz="1600" dirty="0">
                <a:solidFill>
                  <a:schemeClr val="tx1"/>
                </a:solidFill>
              </a:rPr>
              <a:t> dolore </a:t>
            </a:r>
            <a:r>
              <a:rPr lang="en-US" sz="1600" dirty="0" err="1">
                <a:solidFill>
                  <a:schemeClr val="tx1"/>
                </a:solidFill>
              </a:rPr>
              <a:t>eu</a:t>
            </a:r>
            <a:r>
              <a:rPr lang="en-US" sz="1600" dirty="0">
                <a:solidFill>
                  <a:schemeClr val="tx1"/>
                </a:solidFill>
              </a:rPr>
              <a:t> </a:t>
            </a:r>
            <a:r>
              <a:rPr lang="en-US" sz="1600" dirty="0" err="1">
                <a:solidFill>
                  <a:schemeClr val="tx1"/>
                </a:solidFill>
              </a:rPr>
              <a:t>fugiat</a:t>
            </a:r>
            <a:r>
              <a:rPr lang="en-US" sz="1600" dirty="0">
                <a:solidFill>
                  <a:schemeClr val="tx1"/>
                </a:solidFill>
              </a:rPr>
              <a:t> </a:t>
            </a:r>
            <a:r>
              <a:rPr lang="en-US" sz="1600" dirty="0" err="1">
                <a:solidFill>
                  <a:schemeClr val="tx1"/>
                </a:solidFill>
              </a:rPr>
              <a:t>nulla</a:t>
            </a:r>
            <a:r>
              <a:rPr lang="en-US" sz="1600" dirty="0">
                <a:solidFill>
                  <a:schemeClr val="tx1"/>
                </a:solidFill>
              </a:rPr>
              <a:t> </a:t>
            </a:r>
            <a:r>
              <a:rPr lang="en-US" sz="1600" dirty="0" err="1">
                <a:solidFill>
                  <a:schemeClr val="tx1"/>
                </a:solidFill>
              </a:rPr>
              <a:t>pariatur</a:t>
            </a:r>
            <a:r>
              <a:rPr lang="en-US" sz="1600" dirty="0">
                <a:solidFill>
                  <a:schemeClr val="tx1"/>
                </a:solidFill>
              </a:rPr>
              <a:t>.</a:t>
            </a:r>
          </a:p>
          <a:p>
            <a:pPr algn="ctr">
              <a:spcAft>
                <a:spcPts val="600"/>
              </a:spcAft>
            </a:pPr>
            <a:r>
              <a:rPr lang="en-US" sz="2000" dirty="0">
                <a:solidFill>
                  <a:schemeClr val="accent1"/>
                </a:solidFill>
                <a:latin typeface="IntelOne Text Medium" panose="020B0703020203020204" pitchFamily="34" charset="0"/>
              </a:rPr>
              <a:t>Header 5</a:t>
            </a:r>
          </a:p>
        </p:txBody>
      </p:sp>
      <p:cxnSp>
        <p:nvCxnSpPr>
          <p:cNvPr id="6" name="Straight Arrow Connector 5">
            <a:extLst>
              <a:ext uri="{FF2B5EF4-FFF2-40B4-BE49-F238E27FC236}">
                <a16:creationId xmlns:a16="http://schemas.microsoft.com/office/drawing/2014/main" id="{DC91C286-944E-A540-BA91-65C0FFBEB1F1}"/>
              </a:ext>
              <a:ext uri="{C183D7F6-B498-43B3-948B-1728B52AA6E4}">
                <adec:decorative xmlns:adec="http://schemas.microsoft.com/office/drawing/2017/decorative" val="1"/>
              </a:ext>
            </a:extLst>
          </p:cNvPr>
          <p:cNvCxnSpPr>
            <a:cxnSpLocks/>
          </p:cNvCxnSpPr>
          <p:nvPr/>
        </p:nvCxnSpPr>
        <p:spPr>
          <a:xfrm>
            <a:off x="0" y="3784599"/>
            <a:ext cx="11734800" cy="0"/>
          </a:xfrm>
          <a:prstGeom prst="straightConnector1">
            <a:avLst/>
          </a:prstGeom>
          <a:ln w="25400">
            <a:solidFill>
              <a:schemeClr val="accent1"/>
            </a:solidFill>
            <a:tailEnd type="arrow" w="lg" len="lg"/>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57D27C5B-3A5F-5B4A-65F1-CE0A68BCF902}"/>
              </a:ext>
              <a:ext uri="{C183D7F6-B498-43B3-948B-1728B52AA6E4}">
                <adec:decorative xmlns:adec="http://schemas.microsoft.com/office/drawing/2017/decorative" val="1"/>
              </a:ext>
            </a:extLst>
          </p:cNvPr>
          <p:cNvSpPr/>
          <p:nvPr/>
        </p:nvSpPr>
        <p:spPr>
          <a:xfrm>
            <a:off x="4072207" y="3693159"/>
            <a:ext cx="182880" cy="182880"/>
          </a:xfrm>
          <a:prstGeom prst="rect">
            <a:avLst/>
          </a:prstGeom>
          <a:solidFill>
            <a:schemeClr val="accent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9" name="Rectangle 8">
            <a:extLst>
              <a:ext uri="{FF2B5EF4-FFF2-40B4-BE49-F238E27FC236}">
                <a16:creationId xmlns:a16="http://schemas.microsoft.com/office/drawing/2014/main" id="{DAD45468-03B8-E600-DC40-BD11720FDE1E}"/>
              </a:ext>
              <a:ext uri="{C183D7F6-B498-43B3-948B-1728B52AA6E4}">
                <adec:decorative xmlns:adec="http://schemas.microsoft.com/office/drawing/2017/decorative" val="1"/>
              </a:ext>
            </a:extLst>
          </p:cNvPr>
          <p:cNvSpPr/>
          <p:nvPr/>
        </p:nvSpPr>
        <p:spPr>
          <a:xfrm>
            <a:off x="2139696" y="3693159"/>
            <a:ext cx="182880" cy="182880"/>
          </a:xfrm>
          <a:prstGeom prst="rect">
            <a:avLst/>
          </a:prstGeom>
          <a:solidFill>
            <a:schemeClr val="accent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10" name="Rectangle 9">
            <a:extLst>
              <a:ext uri="{FF2B5EF4-FFF2-40B4-BE49-F238E27FC236}">
                <a16:creationId xmlns:a16="http://schemas.microsoft.com/office/drawing/2014/main" id="{42EA755A-F3C3-91B2-0237-8E8C4FC1A59A}"/>
              </a:ext>
              <a:ext uri="{C183D7F6-B498-43B3-948B-1728B52AA6E4}">
                <adec:decorative xmlns:adec="http://schemas.microsoft.com/office/drawing/2017/decorative" val="1"/>
              </a:ext>
            </a:extLst>
          </p:cNvPr>
          <p:cNvSpPr/>
          <p:nvPr/>
        </p:nvSpPr>
        <p:spPr>
          <a:xfrm>
            <a:off x="9869742" y="3693159"/>
            <a:ext cx="182880" cy="182880"/>
          </a:xfrm>
          <a:prstGeom prst="rect">
            <a:avLst/>
          </a:prstGeom>
          <a:solidFill>
            <a:schemeClr val="accent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12" name="Rectangle 11">
            <a:extLst>
              <a:ext uri="{FF2B5EF4-FFF2-40B4-BE49-F238E27FC236}">
                <a16:creationId xmlns:a16="http://schemas.microsoft.com/office/drawing/2014/main" id="{7238AAA2-A374-05DB-1E0C-0D2ADC91DA4F}"/>
              </a:ext>
              <a:ext uri="{C183D7F6-B498-43B3-948B-1728B52AA6E4}">
                <adec:decorative xmlns:adec="http://schemas.microsoft.com/office/drawing/2017/decorative" val="1"/>
              </a:ext>
            </a:extLst>
          </p:cNvPr>
          <p:cNvSpPr/>
          <p:nvPr/>
        </p:nvSpPr>
        <p:spPr>
          <a:xfrm>
            <a:off x="7937230" y="3693159"/>
            <a:ext cx="182880" cy="182880"/>
          </a:xfrm>
          <a:prstGeom prst="rect">
            <a:avLst/>
          </a:prstGeom>
          <a:solidFill>
            <a:schemeClr val="accent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13" name="Rectangle 12">
            <a:extLst>
              <a:ext uri="{FF2B5EF4-FFF2-40B4-BE49-F238E27FC236}">
                <a16:creationId xmlns:a16="http://schemas.microsoft.com/office/drawing/2014/main" id="{D837D3F6-4F1C-86B9-AAB9-EC457508DD30}"/>
              </a:ext>
              <a:ext uri="{C183D7F6-B498-43B3-948B-1728B52AA6E4}">
                <adec:decorative xmlns:adec="http://schemas.microsoft.com/office/drawing/2017/decorative" val="1"/>
              </a:ext>
            </a:extLst>
          </p:cNvPr>
          <p:cNvSpPr/>
          <p:nvPr/>
        </p:nvSpPr>
        <p:spPr>
          <a:xfrm>
            <a:off x="6004719" y="3693159"/>
            <a:ext cx="182880" cy="182880"/>
          </a:xfrm>
          <a:prstGeom prst="rect">
            <a:avLst/>
          </a:prstGeom>
          <a:solidFill>
            <a:schemeClr val="accent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cxnSp>
        <p:nvCxnSpPr>
          <p:cNvPr id="27" name="Straight Connector 26">
            <a:extLst>
              <a:ext uri="{FF2B5EF4-FFF2-40B4-BE49-F238E27FC236}">
                <a16:creationId xmlns:a16="http://schemas.microsoft.com/office/drawing/2014/main" id="{70593ECA-1B2C-37FD-BFB9-A68BFBCD1710}"/>
              </a:ext>
              <a:ext uri="{C183D7F6-B498-43B3-948B-1728B52AA6E4}">
                <adec:decorative xmlns:adec="http://schemas.microsoft.com/office/drawing/2017/decorative" val="1"/>
              </a:ext>
            </a:extLst>
          </p:cNvPr>
          <p:cNvCxnSpPr>
            <a:cxnSpLocks/>
            <a:stCxn id="14" idx="2"/>
            <a:endCxn id="9" idx="0"/>
          </p:cNvCxnSpPr>
          <p:nvPr/>
        </p:nvCxnSpPr>
        <p:spPr>
          <a:xfrm>
            <a:off x="2231136" y="3510279"/>
            <a:ext cx="0" cy="18288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A2EBC0C7-22D3-FF0E-C5B7-78D0CC233CB4}"/>
              </a:ext>
              <a:ext uri="{C183D7F6-B498-43B3-948B-1728B52AA6E4}">
                <adec:decorative xmlns:adec="http://schemas.microsoft.com/office/drawing/2017/decorative" val="1"/>
              </a:ext>
            </a:extLst>
          </p:cNvPr>
          <p:cNvCxnSpPr>
            <a:cxnSpLocks/>
            <a:stCxn id="8" idx="2"/>
            <a:endCxn id="17" idx="0"/>
          </p:cNvCxnSpPr>
          <p:nvPr/>
        </p:nvCxnSpPr>
        <p:spPr>
          <a:xfrm>
            <a:off x="4163647" y="3876039"/>
            <a:ext cx="0" cy="182118"/>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93D6746-87D3-A923-3B58-EE82041C0E32}"/>
              </a:ext>
              <a:ext uri="{C183D7F6-B498-43B3-948B-1728B52AA6E4}">
                <adec:decorative xmlns:adec="http://schemas.microsoft.com/office/drawing/2017/decorative" val="1"/>
              </a:ext>
            </a:extLst>
          </p:cNvPr>
          <p:cNvCxnSpPr>
            <a:cxnSpLocks/>
            <a:stCxn id="18" idx="2"/>
            <a:endCxn id="13" idx="0"/>
          </p:cNvCxnSpPr>
          <p:nvPr/>
        </p:nvCxnSpPr>
        <p:spPr>
          <a:xfrm>
            <a:off x="6096159" y="3510279"/>
            <a:ext cx="0" cy="18288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F61AE6B-22AC-6D4F-1CD5-6747DC362107}"/>
              </a:ext>
              <a:ext uri="{C183D7F6-B498-43B3-948B-1728B52AA6E4}">
                <adec:decorative xmlns:adec="http://schemas.microsoft.com/office/drawing/2017/decorative" val="1"/>
              </a:ext>
            </a:extLst>
          </p:cNvPr>
          <p:cNvCxnSpPr>
            <a:cxnSpLocks/>
            <a:stCxn id="12" idx="2"/>
            <a:endCxn id="21" idx="0"/>
          </p:cNvCxnSpPr>
          <p:nvPr/>
        </p:nvCxnSpPr>
        <p:spPr>
          <a:xfrm>
            <a:off x="8028670" y="3876039"/>
            <a:ext cx="0" cy="182118"/>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BF83F63-AEAE-033D-32CF-7F48B28149A7}"/>
              </a:ext>
              <a:ext uri="{C183D7F6-B498-43B3-948B-1728B52AA6E4}">
                <adec:decorative xmlns:adec="http://schemas.microsoft.com/office/drawing/2017/decorative" val="1"/>
              </a:ext>
            </a:extLst>
          </p:cNvPr>
          <p:cNvCxnSpPr>
            <a:cxnSpLocks/>
            <a:stCxn id="22" idx="2"/>
            <a:endCxn id="10" idx="0"/>
          </p:cNvCxnSpPr>
          <p:nvPr/>
        </p:nvCxnSpPr>
        <p:spPr>
          <a:xfrm>
            <a:off x="9961182" y="3510279"/>
            <a:ext cx="0" cy="18288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179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1DAE1F34-A5F3-A47C-FBC7-A6FEF3376779}"/>
              </a:ext>
            </a:extLst>
          </p:cNvPr>
          <p:cNvSpPr>
            <a:spLocks noGrp="1"/>
          </p:cNvSpPr>
          <p:nvPr>
            <p:ph type="title"/>
          </p:nvPr>
        </p:nvSpPr>
        <p:spPr>
          <a:xfrm>
            <a:off x="639763" y="347472"/>
            <a:ext cx="7163434" cy="640080"/>
          </a:xfrm>
        </p:spPr>
        <p:txBody>
          <a:bodyPr/>
          <a:lstStyle/>
          <a:p>
            <a:r>
              <a:rPr lang="en-US"/>
              <a:t>Statistics Right</a:t>
            </a:r>
            <a:endParaRPr lang="en-US" dirty="0"/>
          </a:p>
        </p:txBody>
      </p:sp>
      <p:sp>
        <p:nvSpPr>
          <p:cNvPr id="11" name="Content Placeholder 10">
            <a:extLst>
              <a:ext uri="{FF2B5EF4-FFF2-40B4-BE49-F238E27FC236}">
                <a16:creationId xmlns:a16="http://schemas.microsoft.com/office/drawing/2014/main" id="{6A1F4DF0-1748-B683-5561-A6E7867E3B7D}"/>
              </a:ext>
            </a:extLst>
          </p:cNvPr>
          <p:cNvSpPr>
            <a:spLocks noGrp="1"/>
          </p:cNvSpPr>
          <p:nvPr>
            <p:ph idx="1"/>
          </p:nvPr>
        </p:nvSpPr>
        <p:spPr>
          <a:xfrm>
            <a:off x="639763" y="1350964"/>
            <a:ext cx="7163434" cy="4794382"/>
          </a:xfrm>
        </p:spPr>
        <p:txBody>
          <a:bodyPr/>
          <a:lstStyle/>
          <a:p>
            <a:pPr marL="0" indent="0">
              <a:buNone/>
            </a:pPr>
            <a:r>
              <a:rPr lang="en-US" dirty="0">
                <a:solidFill>
                  <a:schemeClr val="accent1"/>
                </a:solidFill>
              </a:rPr>
              <a:t>Subtitle text turn off bullet and change color</a:t>
            </a:r>
          </a:p>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a:p>
            <a:r>
              <a:rPr lang="en-US" dirty="0"/>
              <a:t>Bullet text uses sentence case</a:t>
            </a:r>
          </a:p>
          <a:p>
            <a:pPr lvl="1"/>
            <a:r>
              <a:rPr lang="en-US" dirty="0"/>
              <a:t>Avoid using all caps</a:t>
            </a:r>
          </a:p>
        </p:txBody>
      </p:sp>
      <p:sp>
        <p:nvSpPr>
          <p:cNvPr id="12" name="Content Placeholder 11">
            <a:extLst>
              <a:ext uri="{FF2B5EF4-FFF2-40B4-BE49-F238E27FC236}">
                <a16:creationId xmlns:a16="http://schemas.microsoft.com/office/drawing/2014/main" id="{2A953D73-FA02-B76E-0663-CC9958C8E0C4}"/>
              </a:ext>
            </a:extLst>
          </p:cNvPr>
          <p:cNvSpPr>
            <a:spLocks noGrp="1"/>
          </p:cNvSpPr>
          <p:nvPr>
            <p:ph idx="10"/>
          </p:nvPr>
        </p:nvSpPr>
        <p:spPr>
          <a:xfrm>
            <a:off x="8808720" y="364373"/>
            <a:ext cx="2560320" cy="1764792"/>
          </a:xfrm>
        </p:spPr>
        <p:txBody>
          <a:bodyPr>
            <a:normAutofit/>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endParaRPr lang="en-US" dirty="0"/>
          </a:p>
        </p:txBody>
      </p:sp>
      <p:sp>
        <p:nvSpPr>
          <p:cNvPr id="13" name="Content Placeholder 12">
            <a:extLst>
              <a:ext uri="{FF2B5EF4-FFF2-40B4-BE49-F238E27FC236}">
                <a16:creationId xmlns:a16="http://schemas.microsoft.com/office/drawing/2014/main" id="{514E8A67-2656-DEDA-5115-2C1C97B39F1D}"/>
              </a:ext>
            </a:extLst>
          </p:cNvPr>
          <p:cNvSpPr>
            <a:spLocks noGrp="1"/>
          </p:cNvSpPr>
          <p:nvPr>
            <p:ph idx="13"/>
          </p:nvPr>
        </p:nvSpPr>
        <p:spPr>
          <a:xfrm>
            <a:off x="8808720" y="2317311"/>
            <a:ext cx="2560320" cy="1764792"/>
          </a:xfrm>
        </p:spPr>
        <p:txBody>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endParaRPr lang="en-US" dirty="0"/>
          </a:p>
        </p:txBody>
      </p:sp>
      <p:sp>
        <p:nvSpPr>
          <p:cNvPr id="14" name="Content Placeholder 13">
            <a:extLst>
              <a:ext uri="{FF2B5EF4-FFF2-40B4-BE49-F238E27FC236}">
                <a16:creationId xmlns:a16="http://schemas.microsoft.com/office/drawing/2014/main" id="{F94B3E2C-EB0D-5042-FFA2-5FB1AD15B7C9}"/>
              </a:ext>
            </a:extLst>
          </p:cNvPr>
          <p:cNvSpPr>
            <a:spLocks noGrp="1"/>
          </p:cNvSpPr>
          <p:nvPr>
            <p:ph idx="14"/>
          </p:nvPr>
        </p:nvSpPr>
        <p:spPr>
          <a:xfrm>
            <a:off x="8808720" y="4270249"/>
            <a:ext cx="2560320" cy="1764792"/>
          </a:xfrm>
        </p:spPr>
        <p:txBody>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endParaRPr lang="en-US" dirty="0"/>
          </a:p>
        </p:txBody>
      </p:sp>
    </p:spTree>
    <p:extLst>
      <p:ext uri="{BB962C8B-B14F-4D97-AF65-F5344CB8AC3E}">
        <p14:creationId xmlns:p14="http://schemas.microsoft.com/office/powerpoint/2010/main" val="12929523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1DAE1F34-A5F3-A47C-FBC7-A6FEF3376779}"/>
              </a:ext>
            </a:extLst>
          </p:cNvPr>
          <p:cNvSpPr>
            <a:spLocks noGrp="1"/>
          </p:cNvSpPr>
          <p:nvPr>
            <p:ph type="title"/>
          </p:nvPr>
        </p:nvSpPr>
        <p:spPr>
          <a:xfrm>
            <a:off x="639763" y="347472"/>
            <a:ext cx="10912474" cy="640080"/>
          </a:xfrm>
        </p:spPr>
        <p:txBody>
          <a:bodyPr/>
          <a:lstStyle/>
          <a:p>
            <a:r>
              <a:rPr lang="en-US"/>
              <a:t>Statistics Bottom</a:t>
            </a:r>
            <a:endParaRPr lang="en-US" dirty="0"/>
          </a:p>
        </p:txBody>
      </p:sp>
      <p:sp>
        <p:nvSpPr>
          <p:cNvPr id="11" name="Content Placeholder 10">
            <a:extLst>
              <a:ext uri="{FF2B5EF4-FFF2-40B4-BE49-F238E27FC236}">
                <a16:creationId xmlns:a16="http://schemas.microsoft.com/office/drawing/2014/main" id="{6A1F4DF0-1748-B683-5561-A6E7867E3B7D}"/>
              </a:ext>
            </a:extLst>
          </p:cNvPr>
          <p:cNvSpPr>
            <a:spLocks noGrp="1"/>
          </p:cNvSpPr>
          <p:nvPr>
            <p:ph idx="1"/>
          </p:nvPr>
        </p:nvSpPr>
        <p:spPr>
          <a:xfrm>
            <a:off x="639763" y="1352550"/>
            <a:ext cx="10912474" cy="2478551"/>
          </a:xfrm>
        </p:spPr>
        <p:txBody>
          <a:bodyPr>
            <a:normAutofit/>
          </a:bodyPr>
          <a:lstStyle/>
          <a:p>
            <a:pPr marL="0" indent="0">
              <a:buNone/>
            </a:pPr>
            <a:r>
              <a:rPr lang="en-US" dirty="0">
                <a:solidFill>
                  <a:schemeClr val="accent1"/>
                </a:solidFill>
              </a:rPr>
              <a:t>Subtitle text turn off bullet and change color</a:t>
            </a:r>
          </a:p>
          <a:p>
            <a:r>
              <a:rPr lang="en-US" dirty="0"/>
              <a:t>Main bullet text goes here</a:t>
            </a:r>
          </a:p>
          <a:p>
            <a:pPr lvl="1"/>
            <a:r>
              <a:rPr lang="en-US" dirty="0"/>
              <a:t>Sub bullet text goes here</a:t>
            </a:r>
          </a:p>
          <a:p>
            <a:pPr lvl="1"/>
            <a:r>
              <a:rPr lang="en-US" dirty="0"/>
              <a:t>Use the Increase/Decrease Level List buttons to promote or demote bullets</a:t>
            </a:r>
          </a:p>
          <a:p>
            <a:pPr lvl="2"/>
            <a:r>
              <a:rPr lang="en-US" dirty="0"/>
              <a:t>This helps maintain proper formatting</a:t>
            </a:r>
          </a:p>
        </p:txBody>
      </p:sp>
      <p:sp>
        <p:nvSpPr>
          <p:cNvPr id="12" name="Content Placeholder 11">
            <a:extLst>
              <a:ext uri="{FF2B5EF4-FFF2-40B4-BE49-F238E27FC236}">
                <a16:creationId xmlns:a16="http://schemas.microsoft.com/office/drawing/2014/main" id="{2A953D73-FA02-B76E-0663-CC9958C8E0C4}"/>
              </a:ext>
            </a:extLst>
          </p:cNvPr>
          <p:cNvSpPr>
            <a:spLocks noGrp="1"/>
          </p:cNvSpPr>
          <p:nvPr>
            <p:ph idx="13"/>
          </p:nvPr>
        </p:nvSpPr>
        <p:spPr>
          <a:xfrm>
            <a:off x="639762" y="4466122"/>
            <a:ext cx="3513985" cy="1568918"/>
          </a:xfrm>
        </p:spPr>
        <p:txBody>
          <a:bodyPr>
            <a:normAutofit lnSpcReduction="10000"/>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a:t>
            </a:r>
          </a:p>
        </p:txBody>
      </p:sp>
      <p:sp>
        <p:nvSpPr>
          <p:cNvPr id="34" name="Content Placeholder 33">
            <a:extLst>
              <a:ext uri="{FF2B5EF4-FFF2-40B4-BE49-F238E27FC236}">
                <a16:creationId xmlns:a16="http://schemas.microsoft.com/office/drawing/2014/main" id="{E26FEDF7-86B4-82AB-8C46-5276F2BDA32C}"/>
              </a:ext>
            </a:extLst>
          </p:cNvPr>
          <p:cNvSpPr>
            <a:spLocks noGrp="1"/>
          </p:cNvSpPr>
          <p:nvPr>
            <p:ph idx="14"/>
          </p:nvPr>
        </p:nvSpPr>
        <p:spPr>
          <a:xfrm>
            <a:off x="4339008" y="4466122"/>
            <a:ext cx="3513985" cy="1568918"/>
          </a:xfrm>
        </p:spPr>
        <p:txBody>
          <a:bodyPr>
            <a:normAutofit lnSpcReduction="10000"/>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a:t>
            </a:r>
          </a:p>
        </p:txBody>
      </p:sp>
      <p:sp>
        <p:nvSpPr>
          <p:cNvPr id="36" name="Content Placeholder 35">
            <a:extLst>
              <a:ext uri="{FF2B5EF4-FFF2-40B4-BE49-F238E27FC236}">
                <a16:creationId xmlns:a16="http://schemas.microsoft.com/office/drawing/2014/main" id="{CF5ED3B7-6A70-13C4-9720-04E51C27F3D2}"/>
              </a:ext>
            </a:extLst>
          </p:cNvPr>
          <p:cNvSpPr>
            <a:spLocks noGrp="1"/>
          </p:cNvSpPr>
          <p:nvPr>
            <p:ph idx="15"/>
          </p:nvPr>
        </p:nvSpPr>
        <p:spPr>
          <a:xfrm>
            <a:off x="8036665" y="4466122"/>
            <a:ext cx="3513985" cy="1568918"/>
          </a:xfrm>
        </p:spPr>
        <p:txBody>
          <a:bodyPr>
            <a:normAutofit lnSpcReduction="10000"/>
          </a:bodyPr>
          <a:lstStyle/>
          <a:p>
            <a:r>
              <a:rPr lang="en-US" dirty="0"/>
              <a:t>150%</a:t>
            </a:r>
          </a:p>
          <a:p>
            <a:pPr lvl="1"/>
            <a:r>
              <a:rPr lang="en-US" dirty="0"/>
              <a:t>Sharable stat/callout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a:t>
            </a:r>
          </a:p>
        </p:txBody>
      </p:sp>
    </p:spTree>
    <p:extLst>
      <p:ext uri="{BB962C8B-B14F-4D97-AF65-F5344CB8AC3E}">
        <p14:creationId xmlns:p14="http://schemas.microsoft.com/office/powerpoint/2010/main" val="1606518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F3CA88BE-5597-A4F2-C5E8-C77D56989738}"/>
              </a:ext>
            </a:extLst>
          </p:cNvPr>
          <p:cNvSpPr>
            <a:spLocks noGrp="1"/>
          </p:cNvSpPr>
          <p:nvPr>
            <p:ph type="title"/>
          </p:nvPr>
        </p:nvSpPr>
        <p:spPr>
          <a:xfrm>
            <a:off x="640080" y="347472"/>
            <a:ext cx="10911840" cy="640080"/>
          </a:xfrm>
        </p:spPr>
        <p:txBody>
          <a:bodyPr/>
          <a:lstStyle/>
          <a:p>
            <a:r>
              <a:rPr lang="en-US" dirty="0"/>
              <a:t>Tiled Boxes Layout 1</a:t>
            </a:r>
          </a:p>
        </p:txBody>
      </p:sp>
      <p:sp>
        <p:nvSpPr>
          <p:cNvPr id="26" name="Rectangle 25">
            <a:extLst>
              <a:ext uri="{FF2B5EF4-FFF2-40B4-BE49-F238E27FC236}">
                <a16:creationId xmlns:a16="http://schemas.microsoft.com/office/drawing/2014/main" id="{6ABD5DDF-8B47-E0C2-2204-AB989A8D41F8}"/>
              </a:ext>
            </a:extLst>
          </p:cNvPr>
          <p:cNvSpPr/>
          <p:nvPr/>
        </p:nvSpPr>
        <p:spPr>
          <a:xfrm>
            <a:off x="640080" y="1350964"/>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27" name="Rectangle 26">
            <a:extLst>
              <a:ext uri="{FF2B5EF4-FFF2-40B4-BE49-F238E27FC236}">
                <a16:creationId xmlns:a16="http://schemas.microsoft.com/office/drawing/2014/main" id="{B0027D5D-080B-EF61-B41D-3C269B0CF3B2}"/>
              </a:ext>
              <a:ext uri="{C183D7F6-B498-43B3-948B-1728B52AA6E4}">
                <adec:decorative xmlns:adec="http://schemas.microsoft.com/office/drawing/2017/decorative" val="1"/>
              </a:ext>
            </a:extLst>
          </p:cNvPr>
          <p:cNvSpPr/>
          <p:nvPr/>
        </p:nvSpPr>
        <p:spPr>
          <a:xfrm>
            <a:off x="640080" y="1350963"/>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rgbClr val="FFFFFF"/>
              </a:solidFill>
            </a:endParaRPr>
          </a:p>
        </p:txBody>
      </p:sp>
      <p:sp>
        <p:nvSpPr>
          <p:cNvPr id="29" name="Rectangle 28">
            <a:extLst>
              <a:ext uri="{FF2B5EF4-FFF2-40B4-BE49-F238E27FC236}">
                <a16:creationId xmlns:a16="http://schemas.microsoft.com/office/drawing/2014/main" id="{A27EE84A-6EB1-C4D3-73DD-6FD04907610E}"/>
              </a:ext>
            </a:extLst>
          </p:cNvPr>
          <p:cNvSpPr/>
          <p:nvPr/>
        </p:nvSpPr>
        <p:spPr>
          <a:xfrm>
            <a:off x="6187440" y="1350964"/>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30" name="Rectangle 29">
            <a:extLst>
              <a:ext uri="{FF2B5EF4-FFF2-40B4-BE49-F238E27FC236}">
                <a16:creationId xmlns:a16="http://schemas.microsoft.com/office/drawing/2014/main" id="{2AD96E8D-B52F-2787-FE3E-AB4AC632029B}"/>
              </a:ext>
              <a:ext uri="{C183D7F6-B498-43B3-948B-1728B52AA6E4}">
                <adec:decorative xmlns:adec="http://schemas.microsoft.com/office/drawing/2017/decorative" val="1"/>
              </a:ext>
            </a:extLst>
          </p:cNvPr>
          <p:cNvSpPr/>
          <p:nvPr/>
        </p:nvSpPr>
        <p:spPr>
          <a:xfrm>
            <a:off x="6187440" y="1350963"/>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rgbClr val="FFFFFF"/>
              </a:solidFill>
            </a:endParaRPr>
          </a:p>
        </p:txBody>
      </p:sp>
      <p:sp>
        <p:nvSpPr>
          <p:cNvPr id="32" name="Rectangle 31">
            <a:extLst>
              <a:ext uri="{FF2B5EF4-FFF2-40B4-BE49-F238E27FC236}">
                <a16:creationId xmlns:a16="http://schemas.microsoft.com/office/drawing/2014/main" id="{1D4FD061-0CB4-26B2-D39E-BB2D9393B7FD}"/>
              </a:ext>
            </a:extLst>
          </p:cNvPr>
          <p:cNvSpPr/>
          <p:nvPr/>
        </p:nvSpPr>
        <p:spPr>
          <a:xfrm>
            <a:off x="640080" y="3034878"/>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33" name="Rectangle 32">
            <a:extLst>
              <a:ext uri="{FF2B5EF4-FFF2-40B4-BE49-F238E27FC236}">
                <a16:creationId xmlns:a16="http://schemas.microsoft.com/office/drawing/2014/main" id="{F9E034A9-F47E-D585-F76C-85D3EC81FD96}"/>
              </a:ext>
              <a:ext uri="{C183D7F6-B498-43B3-948B-1728B52AA6E4}">
                <adec:decorative xmlns:adec="http://schemas.microsoft.com/office/drawing/2017/decorative" val="1"/>
              </a:ext>
            </a:extLst>
          </p:cNvPr>
          <p:cNvSpPr/>
          <p:nvPr/>
        </p:nvSpPr>
        <p:spPr>
          <a:xfrm>
            <a:off x="640080" y="3034877"/>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rgbClr val="FFFFFF"/>
              </a:solidFill>
            </a:endParaRPr>
          </a:p>
        </p:txBody>
      </p:sp>
      <p:sp>
        <p:nvSpPr>
          <p:cNvPr id="35" name="Rectangle 34">
            <a:extLst>
              <a:ext uri="{FF2B5EF4-FFF2-40B4-BE49-F238E27FC236}">
                <a16:creationId xmlns:a16="http://schemas.microsoft.com/office/drawing/2014/main" id="{20D48CD8-5649-A723-950F-DFB334B1C834}"/>
              </a:ext>
            </a:extLst>
          </p:cNvPr>
          <p:cNvSpPr/>
          <p:nvPr/>
        </p:nvSpPr>
        <p:spPr>
          <a:xfrm>
            <a:off x="6187440" y="3034878"/>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36" name="Rectangle 35">
            <a:extLst>
              <a:ext uri="{FF2B5EF4-FFF2-40B4-BE49-F238E27FC236}">
                <a16:creationId xmlns:a16="http://schemas.microsoft.com/office/drawing/2014/main" id="{8F88B8F0-8761-5B7E-E29B-1B8784814E7C}"/>
              </a:ext>
              <a:ext uri="{C183D7F6-B498-43B3-948B-1728B52AA6E4}">
                <adec:decorative xmlns:adec="http://schemas.microsoft.com/office/drawing/2017/decorative" val="1"/>
              </a:ext>
            </a:extLst>
          </p:cNvPr>
          <p:cNvSpPr/>
          <p:nvPr/>
        </p:nvSpPr>
        <p:spPr>
          <a:xfrm>
            <a:off x="6187440" y="3034877"/>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dirty="0">
              <a:solidFill>
                <a:srgbClr val="FFFFFF"/>
              </a:solidFill>
            </a:endParaRPr>
          </a:p>
        </p:txBody>
      </p:sp>
      <p:sp>
        <p:nvSpPr>
          <p:cNvPr id="38" name="Rectangle 37">
            <a:extLst>
              <a:ext uri="{FF2B5EF4-FFF2-40B4-BE49-F238E27FC236}">
                <a16:creationId xmlns:a16="http://schemas.microsoft.com/office/drawing/2014/main" id="{390CBEFE-546C-2E17-7A71-C0032D61EE8C}"/>
              </a:ext>
            </a:extLst>
          </p:cNvPr>
          <p:cNvSpPr/>
          <p:nvPr/>
        </p:nvSpPr>
        <p:spPr>
          <a:xfrm>
            <a:off x="640080" y="4718792"/>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39" name="Rectangle 38">
            <a:extLst>
              <a:ext uri="{FF2B5EF4-FFF2-40B4-BE49-F238E27FC236}">
                <a16:creationId xmlns:a16="http://schemas.microsoft.com/office/drawing/2014/main" id="{41FCB90C-C43E-6324-69B6-6AE37BB62C4C}"/>
              </a:ext>
              <a:ext uri="{C183D7F6-B498-43B3-948B-1728B52AA6E4}">
                <adec:decorative xmlns:adec="http://schemas.microsoft.com/office/drawing/2017/decorative" val="1"/>
              </a:ext>
            </a:extLst>
          </p:cNvPr>
          <p:cNvSpPr/>
          <p:nvPr/>
        </p:nvSpPr>
        <p:spPr>
          <a:xfrm>
            <a:off x="640080" y="4718791"/>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rgbClr val="FFFFFF"/>
              </a:solidFill>
            </a:endParaRPr>
          </a:p>
        </p:txBody>
      </p:sp>
      <p:sp>
        <p:nvSpPr>
          <p:cNvPr id="41" name="Rectangle 40">
            <a:extLst>
              <a:ext uri="{FF2B5EF4-FFF2-40B4-BE49-F238E27FC236}">
                <a16:creationId xmlns:a16="http://schemas.microsoft.com/office/drawing/2014/main" id="{66F47FEC-1909-0893-8F1C-3DA983564554}"/>
              </a:ext>
            </a:extLst>
          </p:cNvPr>
          <p:cNvSpPr/>
          <p:nvPr/>
        </p:nvSpPr>
        <p:spPr>
          <a:xfrm>
            <a:off x="6187440" y="4718792"/>
            <a:ext cx="5364480" cy="150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nostrud</a:t>
            </a:r>
            <a:r>
              <a:rPr lang="en-US" sz="1400" dirty="0">
                <a:solidFill>
                  <a:schemeClr val="tx1"/>
                </a:solidFill>
              </a:rPr>
              <a:t> </a:t>
            </a:r>
            <a:r>
              <a:rPr lang="en-US" sz="1400" dirty="0" err="1">
                <a:solidFill>
                  <a:schemeClr val="tx1"/>
                </a:solidFill>
              </a:rPr>
              <a:t>exerci</a:t>
            </a:r>
            <a:r>
              <a:rPr lang="en-US" sz="1400" dirty="0">
                <a:solidFill>
                  <a:schemeClr val="tx1"/>
                </a:solidFill>
              </a:rPr>
              <a:t> </a:t>
            </a:r>
            <a:r>
              <a:rPr lang="en-US" sz="1400" dirty="0" err="1">
                <a:solidFill>
                  <a:schemeClr val="tx1"/>
                </a:solidFill>
              </a:rPr>
              <a:t>tation</a:t>
            </a:r>
            <a:r>
              <a:rPr lang="en-US" sz="1400" dirty="0">
                <a:solidFill>
                  <a:schemeClr val="tx1"/>
                </a:solidFill>
              </a:rPr>
              <a:t> </a:t>
            </a:r>
            <a:r>
              <a:rPr lang="en-US" sz="1400" dirty="0" err="1">
                <a:solidFill>
                  <a:schemeClr val="tx1"/>
                </a:solidFill>
              </a:rPr>
              <a:t>ullamcorper</a:t>
            </a:r>
            <a:r>
              <a:rPr lang="en-US" sz="1400" dirty="0">
                <a:solidFill>
                  <a:schemeClr val="tx1"/>
                </a:solidFill>
              </a:rPr>
              <a:t> </a:t>
            </a:r>
            <a:r>
              <a:rPr lang="en-US" sz="1400" dirty="0" err="1">
                <a:solidFill>
                  <a:schemeClr val="tx1"/>
                </a:solidFill>
              </a:rPr>
              <a:t>suscipit</a:t>
            </a:r>
            <a:r>
              <a:rPr lang="en-US" sz="1400" dirty="0">
                <a:solidFill>
                  <a:schemeClr val="tx1"/>
                </a:solidFill>
              </a:rPr>
              <a:t> </a:t>
            </a:r>
            <a:r>
              <a:rPr lang="en-US" sz="1400" dirty="0" err="1">
                <a:solidFill>
                  <a:schemeClr val="tx1"/>
                </a:solidFill>
              </a:rPr>
              <a:t>lobortis</a:t>
            </a:r>
            <a:r>
              <a:rPr lang="en-US" sz="1400" dirty="0">
                <a:solidFill>
                  <a:schemeClr val="tx1"/>
                </a:solidFill>
              </a:rPr>
              <a:t> </a:t>
            </a:r>
            <a:r>
              <a:rPr lang="en-US" sz="1400" dirty="0" err="1">
                <a:solidFill>
                  <a:schemeClr val="tx1"/>
                </a:solidFill>
              </a:rPr>
              <a:t>nisl</a:t>
            </a:r>
            <a:r>
              <a:rPr lang="en-US" sz="1400" dirty="0">
                <a:solidFill>
                  <a:schemeClr val="tx1"/>
                </a:solidFill>
              </a:rPr>
              <a:t> </a:t>
            </a:r>
          </a:p>
        </p:txBody>
      </p:sp>
      <p:sp>
        <p:nvSpPr>
          <p:cNvPr id="42" name="Rectangle 41">
            <a:extLst>
              <a:ext uri="{FF2B5EF4-FFF2-40B4-BE49-F238E27FC236}">
                <a16:creationId xmlns:a16="http://schemas.microsoft.com/office/drawing/2014/main" id="{14F27BA2-D953-B5C1-13A8-5213DBFB3C8D}"/>
              </a:ext>
              <a:ext uri="{C183D7F6-B498-43B3-948B-1728B52AA6E4}">
                <adec:decorative xmlns:adec="http://schemas.microsoft.com/office/drawing/2017/decorative" val="1"/>
              </a:ext>
            </a:extLst>
          </p:cNvPr>
          <p:cNvSpPr/>
          <p:nvPr/>
        </p:nvSpPr>
        <p:spPr>
          <a:xfrm>
            <a:off x="6187440" y="4718791"/>
            <a:ext cx="161925" cy="1619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rgbClr val="FFFFFF"/>
              </a:solidFill>
            </a:endParaRPr>
          </a:p>
        </p:txBody>
      </p:sp>
    </p:spTree>
    <p:extLst>
      <p:ext uri="{BB962C8B-B14F-4D97-AF65-F5344CB8AC3E}">
        <p14:creationId xmlns:p14="http://schemas.microsoft.com/office/powerpoint/2010/main" val="340402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603AE00-C16D-187C-0732-EA4749272DE7}"/>
              </a:ext>
            </a:extLst>
          </p:cNvPr>
          <p:cNvSpPr>
            <a:spLocks noGrp="1"/>
          </p:cNvSpPr>
          <p:nvPr>
            <p:ph type="title"/>
          </p:nvPr>
        </p:nvSpPr>
        <p:spPr>
          <a:xfrm>
            <a:off x="640080" y="347472"/>
            <a:ext cx="10911840" cy="640080"/>
          </a:xfrm>
        </p:spPr>
        <p:txBody>
          <a:bodyPr/>
          <a:lstStyle/>
          <a:p>
            <a:r>
              <a:rPr lang="en-US" dirty="0"/>
              <a:t>Tiled Boxes Layout 2</a:t>
            </a:r>
          </a:p>
        </p:txBody>
      </p:sp>
      <p:sp>
        <p:nvSpPr>
          <p:cNvPr id="6" name="Rectangle 5">
            <a:extLst>
              <a:ext uri="{FF2B5EF4-FFF2-40B4-BE49-F238E27FC236}">
                <a16:creationId xmlns:a16="http://schemas.microsoft.com/office/drawing/2014/main" id="{0C0A238B-F6CA-BBC9-AEE7-181CE25412AF}"/>
              </a:ext>
            </a:extLst>
          </p:cNvPr>
          <p:cNvSpPr/>
          <p:nvPr/>
        </p:nvSpPr>
        <p:spPr>
          <a:xfrm>
            <a:off x="640080" y="1350963"/>
            <a:ext cx="5364480" cy="23439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7" name="Rectangle 6">
            <a:extLst>
              <a:ext uri="{FF2B5EF4-FFF2-40B4-BE49-F238E27FC236}">
                <a16:creationId xmlns:a16="http://schemas.microsoft.com/office/drawing/2014/main" id="{19DBA689-8FE9-1568-B34A-85B6A17C5F09}"/>
              </a:ext>
              <a:ext uri="{C183D7F6-B498-43B3-948B-1728B52AA6E4}">
                <adec:decorative xmlns:adec="http://schemas.microsoft.com/office/drawing/2017/decorative" val="1"/>
              </a:ext>
            </a:extLst>
          </p:cNvPr>
          <p:cNvSpPr/>
          <p:nvPr/>
        </p:nvSpPr>
        <p:spPr>
          <a:xfrm>
            <a:off x="640079" y="1350963"/>
            <a:ext cx="164592" cy="1645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19" name="Rectangle 18">
            <a:extLst>
              <a:ext uri="{FF2B5EF4-FFF2-40B4-BE49-F238E27FC236}">
                <a16:creationId xmlns:a16="http://schemas.microsoft.com/office/drawing/2014/main" id="{3E915C95-9216-B101-4F5D-BFE36CD979FB}"/>
              </a:ext>
            </a:extLst>
          </p:cNvPr>
          <p:cNvSpPr/>
          <p:nvPr/>
        </p:nvSpPr>
        <p:spPr>
          <a:xfrm>
            <a:off x="6187440" y="1350963"/>
            <a:ext cx="5364480" cy="23439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20" name="Rectangle 19">
            <a:extLst>
              <a:ext uri="{FF2B5EF4-FFF2-40B4-BE49-F238E27FC236}">
                <a16:creationId xmlns:a16="http://schemas.microsoft.com/office/drawing/2014/main" id="{1892F03D-304E-8760-53BB-7BBC264776EA}"/>
              </a:ext>
              <a:ext uri="{C183D7F6-B498-43B3-948B-1728B52AA6E4}">
                <adec:decorative xmlns:adec="http://schemas.microsoft.com/office/drawing/2017/decorative" val="1"/>
              </a:ext>
            </a:extLst>
          </p:cNvPr>
          <p:cNvSpPr/>
          <p:nvPr/>
        </p:nvSpPr>
        <p:spPr>
          <a:xfrm>
            <a:off x="6187439" y="1350963"/>
            <a:ext cx="164592" cy="1645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22" name="Rectangle 21">
            <a:extLst>
              <a:ext uri="{FF2B5EF4-FFF2-40B4-BE49-F238E27FC236}">
                <a16:creationId xmlns:a16="http://schemas.microsoft.com/office/drawing/2014/main" id="{00A342B8-210C-E60B-9D03-0E8664900EBD}"/>
              </a:ext>
            </a:extLst>
          </p:cNvPr>
          <p:cNvSpPr/>
          <p:nvPr/>
        </p:nvSpPr>
        <p:spPr>
          <a:xfrm>
            <a:off x="640080" y="3875882"/>
            <a:ext cx="5364480" cy="23439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23" name="Rectangle 22">
            <a:extLst>
              <a:ext uri="{FF2B5EF4-FFF2-40B4-BE49-F238E27FC236}">
                <a16:creationId xmlns:a16="http://schemas.microsoft.com/office/drawing/2014/main" id="{278A5C7A-C0AF-8260-94E9-0213EBDF26DD}"/>
              </a:ext>
              <a:ext uri="{C183D7F6-B498-43B3-948B-1728B52AA6E4}">
                <adec:decorative xmlns:adec="http://schemas.microsoft.com/office/drawing/2017/decorative" val="1"/>
              </a:ext>
            </a:extLst>
          </p:cNvPr>
          <p:cNvSpPr/>
          <p:nvPr/>
        </p:nvSpPr>
        <p:spPr>
          <a:xfrm>
            <a:off x="640080" y="3875882"/>
            <a:ext cx="161925" cy="1645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dirty="0">
              <a:solidFill>
                <a:schemeClr val="tx1"/>
              </a:solidFill>
            </a:endParaRPr>
          </a:p>
        </p:txBody>
      </p:sp>
      <p:sp>
        <p:nvSpPr>
          <p:cNvPr id="25" name="Rectangle 24">
            <a:extLst>
              <a:ext uri="{FF2B5EF4-FFF2-40B4-BE49-F238E27FC236}">
                <a16:creationId xmlns:a16="http://schemas.microsoft.com/office/drawing/2014/main" id="{2BFCBCE0-30DF-8736-AB9E-E95744558C6B}"/>
              </a:ext>
            </a:extLst>
          </p:cNvPr>
          <p:cNvSpPr/>
          <p:nvPr/>
        </p:nvSpPr>
        <p:spPr>
          <a:xfrm>
            <a:off x="6187440" y="3875882"/>
            <a:ext cx="5364480" cy="23439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2000" dirty="0">
                <a:solidFill>
                  <a:schemeClr val="tx2"/>
                </a:solidFill>
                <a:latin typeface="+mj-lt"/>
              </a:rPr>
              <a:t>Subhead</a:t>
            </a:r>
          </a:p>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26" name="Rectangle 25">
            <a:extLst>
              <a:ext uri="{FF2B5EF4-FFF2-40B4-BE49-F238E27FC236}">
                <a16:creationId xmlns:a16="http://schemas.microsoft.com/office/drawing/2014/main" id="{3BE06581-6C08-24B4-13F7-8795C842DC06}"/>
              </a:ext>
              <a:ext uri="{C183D7F6-B498-43B3-948B-1728B52AA6E4}">
                <adec:decorative xmlns:adec="http://schemas.microsoft.com/office/drawing/2017/decorative" val="1"/>
              </a:ext>
            </a:extLst>
          </p:cNvPr>
          <p:cNvSpPr/>
          <p:nvPr/>
        </p:nvSpPr>
        <p:spPr>
          <a:xfrm>
            <a:off x="6187440" y="3875882"/>
            <a:ext cx="161925" cy="1645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Tree>
    <p:extLst>
      <p:ext uri="{BB962C8B-B14F-4D97-AF65-F5344CB8AC3E}">
        <p14:creationId xmlns:p14="http://schemas.microsoft.com/office/powerpoint/2010/main" val="677870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603AE00-C16D-187C-0732-EA4749272DE7}"/>
              </a:ext>
            </a:extLst>
          </p:cNvPr>
          <p:cNvSpPr>
            <a:spLocks noGrp="1"/>
          </p:cNvSpPr>
          <p:nvPr>
            <p:ph type="title"/>
          </p:nvPr>
        </p:nvSpPr>
        <p:spPr>
          <a:xfrm>
            <a:off x="640080" y="347472"/>
            <a:ext cx="10911840" cy="640080"/>
          </a:xfrm>
        </p:spPr>
        <p:txBody>
          <a:bodyPr/>
          <a:lstStyle/>
          <a:p>
            <a:r>
              <a:rPr lang="en-US" dirty="0"/>
              <a:t>Tiled Boxes Layout 3</a:t>
            </a:r>
          </a:p>
        </p:txBody>
      </p:sp>
      <p:sp>
        <p:nvSpPr>
          <p:cNvPr id="6" name="Rectangle 5">
            <a:extLst>
              <a:ext uri="{FF2B5EF4-FFF2-40B4-BE49-F238E27FC236}">
                <a16:creationId xmlns:a16="http://schemas.microsoft.com/office/drawing/2014/main" id="{0C0A238B-F6CA-BBC9-AEE7-181CE25412AF}"/>
              </a:ext>
            </a:extLst>
          </p:cNvPr>
          <p:cNvSpPr/>
          <p:nvPr/>
        </p:nvSpPr>
        <p:spPr>
          <a:xfrm>
            <a:off x="640080" y="1350963"/>
            <a:ext cx="5367688" cy="486695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sz="2800" dirty="0">
                <a:solidFill>
                  <a:schemeClr val="tx2"/>
                </a:solidFill>
                <a:latin typeface="+mj-lt"/>
              </a:rPr>
              <a:t>Subhead</a:t>
            </a: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p:txBody>
      </p:sp>
      <p:sp>
        <p:nvSpPr>
          <p:cNvPr id="7" name="Rectangle 6">
            <a:extLst>
              <a:ext uri="{FF2B5EF4-FFF2-40B4-BE49-F238E27FC236}">
                <a16:creationId xmlns:a16="http://schemas.microsoft.com/office/drawing/2014/main" id="{19DBA689-8FE9-1568-B34A-85B6A17C5F09}"/>
              </a:ext>
              <a:ext uri="{C183D7F6-B498-43B3-948B-1728B52AA6E4}">
                <adec:decorative xmlns:adec="http://schemas.microsoft.com/office/drawing/2017/decorative" val="1"/>
              </a:ext>
            </a:extLst>
          </p:cNvPr>
          <p:cNvSpPr/>
          <p:nvPr/>
        </p:nvSpPr>
        <p:spPr>
          <a:xfrm>
            <a:off x="640080" y="1350963"/>
            <a:ext cx="248611" cy="24861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1200"/>
              </a:spcAft>
            </a:pPr>
            <a:endParaRPr lang="en-US">
              <a:solidFill>
                <a:srgbClr val="FFFFFF"/>
              </a:solidFill>
            </a:endParaRPr>
          </a:p>
        </p:txBody>
      </p:sp>
      <p:sp>
        <p:nvSpPr>
          <p:cNvPr id="19" name="Rectangle 18">
            <a:extLst>
              <a:ext uri="{FF2B5EF4-FFF2-40B4-BE49-F238E27FC236}">
                <a16:creationId xmlns:a16="http://schemas.microsoft.com/office/drawing/2014/main" id="{EE27923F-3052-F3A8-5A6B-89FADA7035C0}"/>
              </a:ext>
            </a:extLst>
          </p:cNvPr>
          <p:cNvSpPr/>
          <p:nvPr/>
        </p:nvSpPr>
        <p:spPr>
          <a:xfrm>
            <a:off x="6186170" y="1350963"/>
            <a:ext cx="5364480" cy="486695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sz="2800" dirty="0">
                <a:solidFill>
                  <a:schemeClr val="tx2"/>
                </a:solidFill>
                <a:latin typeface="+mj-lt"/>
              </a:rPr>
              <a:t>Subhead</a:t>
            </a: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sz="2000" dirty="0">
              <a:solidFill>
                <a:schemeClr val="tx1"/>
              </a:solidFill>
            </a:endParaRPr>
          </a:p>
        </p:txBody>
      </p:sp>
      <p:sp>
        <p:nvSpPr>
          <p:cNvPr id="20" name="Rectangle 19">
            <a:extLst>
              <a:ext uri="{FF2B5EF4-FFF2-40B4-BE49-F238E27FC236}">
                <a16:creationId xmlns:a16="http://schemas.microsoft.com/office/drawing/2014/main" id="{F60C9C57-2EE5-1C6F-2BA7-257153A9E8B1}"/>
              </a:ext>
              <a:ext uri="{C183D7F6-B498-43B3-948B-1728B52AA6E4}">
                <adec:decorative xmlns:adec="http://schemas.microsoft.com/office/drawing/2017/decorative" val="1"/>
              </a:ext>
            </a:extLst>
          </p:cNvPr>
          <p:cNvSpPr/>
          <p:nvPr/>
        </p:nvSpPr>
        <p:spPr>
          <a:xfrm>
            <a:off x="6186170" y="1350963"/>
            <a:ext cx="248462" cy="2468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1200"/>
              </a:spcAft>
            </a:pPr>
            <a:endParaRPr lang="en-US">
              <a:solidFill>
                <a:srgbClr val="FFFFFF"/>
              </a:solidFill>
            </a:endParaRPr>
          </a:p>
        </p:txBody>
      </p:sp>
    </p:spTree>
    <p:extLst>
      <p:ext uri="{BB962C8B-B14F-4D97-AF65-F5344CB8AC3E}">
        <p14:creationId xmlns:p14="http://schemas.microsoft.com/office/powerpoint/2010/main" val="11270190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F3CA88BE-5597-A4F2-C5E8-C77D56989738}"/>
              </a:ext>
            </a:extLst>
          </p:cNvPr>
          <p:cNvSpPr>
            <a:spLocks noGrp="1"/>
          </p:cNvSpPr>
          <p:nvPr>
            <p:ph type="title"/>
          </p:nvPr>
        </p:nvSpPr>
        <p:spPr>
          <a:xfrm>
            <a:off x="640080" y="347472"/>
            <a:ext cx="10911840" cy="640080"/>
          </a:xfrm>
        </p:spPr>
        <p:txBody>
          <a:bodyPr/>
          <a:lstStyle/>
          <a:p>
            <a:r>
              <a:rPr lang="en-US" dirty="0"/>
              <a:t>Tiled Boxes Layout 4</a:t>
            </a:r>
          </a:p>
        </p:txBody>
      </p:sp>
      <p:sp>
        <p:nvSpPr>
          <p:cNvPr id="26" name="Rectangle 25">
            <a:extLst>
              <a:ext uri="{FF2B5EF4-FFF2-40B4-BE49-F238E27FC236}">
                <a16:creationId xmlns:a16="http://schemas.microsoft.com/office/drawing/2014/main" id="{6ABD5DDF-8B47-E0C2-2204-AB989A8D41F8}"/>
              </a:ext>
            </a:extLst>
          </p:cNvPr>
          <p:cNvSpPr/>
          <p:nvPr/>
        </p:nvSpPr>
        <p:spPr>
          <a:xfrm>
            <a:off x="640080" y="1350964"/>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46" name="Rectangle 45">
            <a:extLst>
              <a:ext uri="{FF2B5EF4-FFF2-40B4-BE49-F238E27FC236}">
                <a16:creationId xmlns:a16="http://schemas.microsoft.com/office/drawing/2014/main" id="{3EA68B3C-5561-524E-0597-7510EC766360}"/>
              </a:ext>
            </a:extLst>
          </p:cNvPr>
          <p:cNvSpPr/>
          <p:nvPr/>
        </p:nvSpPr>
        <p:spPr>
          <a:xfrm>
            <a:off x="640080" y="1808164"/>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29" name="Rectangle 28">
            <a:extLst>
              <a:ext uri="{FF2B5EF4-FFF2-40B4-BE49-F238E27FC236}">
                <a16:creationId xmlns:a16="http://schemas.microsoft.com/office/drawing/2014/main" id="{A27EE84A-6EB1-C4D3-73DD-6FD04907610E}"/>
              </a:ext>
            </a:extLst>
          </p:cNvPr>
          <p:cNvSpPr/>
          <p:nvPr/>
        </p:nvSpPr>
        <p:spPr>
          <a:xfrm>
            <a:off x="6187440" y="1350964"/>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47" name="Rectangle 46">
            <a:extLst>
              <a:ext uri="{FF2B5EF4-FFF2-40B4-BE49-F238E27FC236}">
                <a16:creationId xmlns:a16="http://schemas.microsoft.com/office/drawing/2014/main" id="{90505392-3C20-28A2-FB0E-45C1B11BF279}"/>
              </a:ext>
            </a:extLst>
          </p:cNvPr>
          <p:cNvSpPr/>
          <p:nvPr/>
        </p:nvSpPr>
        <p:spPr>
          <a:xfrm>
            <a:off x="6187440" y="1808164"/>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32" name="Rectangle 31">
            <a:extLst>
              <a:ext uri="{FF2B5EF4-FFF2-40B4-BE49-F238E27FC236}">
                <a16:creationId xmlns:a16="http://schemas.microsoft.com/office/drawing/2014/main" id="{1D4FD061-0CB4-26B2-D39E-BB2D9393B7FD}"/>
              </a:ext>
            </a:extLst>
          </p:cNvPr>
          <p:cNvSpPr/>
          <p:nvPr/>
        </p:nvSpPr>
        <p:spPr>
          <a:xfrm>
            <a:off x="640080" y="3034878"/>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48" name="Rectangle 47">
            <a:extLst>
              <a:ext uri="{FF2B5EF4-FFF2-40B4-BE49-F238E27FC236}">
                <a16:creationId xmlns:a16="http://schemas.microsoft.com/office/drawing/2014/main" id="{66575559-2C8C-46F4-342E-4C5EFE67F3D0}"/>
              </a:ext>
            </a:extLst>
          </p:cNvPr>
          <p:cNvSpPr/>
          <p:nvPr/>
        </p:nvSpPr>
        <p:spPr>
          <a:xfrm>
            <a:off x="640080" y="3492078"/>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35" name="Rectangle 34">
            <a:extLst>
              <a:ext uri="{FF2B5EF4-FFF2-40B4-BE49-F238E27FC236}">
                <a16:creationId xmlns:a16="http://schemas.microsoft.com/office/drawing/2014/main" id="{20D48CD8-5649-A723-950F-DFB334B1C834}"/>
              </a:ext>
            </a:extLst>
          </p:cNvPr>
          <p:cNvSpPr/>
          <p:nvPr/>
        </p:nvSpPr>
        <p:spPr>
          <a:xfrm>
            <a:off x="6187440" y="3034878"/>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49" name="Rectangle 48">
            <a:extLst>
              <a:ext uri="{FF2B5EF4-FFF2-40B4-BE49-F238E27FC236}">
                <a16:creationId xmlns:a16="http://schemas.microsoft.com/office/drawing/2014/main" id="{4E7EBCFC-8CC4-F05E-FA34-4161F5C43793}"/>
              </a:ext>
            </a:extLst>
          </p:cNvPr>
          <p:cNvSpPr/>
          <p:nvPr/>
        </p:nvSpPr>
        <p:spPr>
          <a:xfrm>
            <a:off x="6187440" y="3492078"/>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38" name="Rectangle 37">
            <a:extLst>
              <a:ext uri="{FF2B5EF4-FFF2-40B4-BE49-F238E27FC236}">
                <a16:creationId xmlns:a16="http://schemas.microsoft.com/office/drawing/2014/main" id="{390CBEFE-546C-2E17-7A71-C0032D61EE8C}"/>
              </a:ext>
            </a:extLst>
          </p:cNvPr>
          <p:cNvSpPr/>
          <p:nvPr/>
        </p:nvSpPr>
        <p:spPr>
          <a:xfrm>
            <a:off x="640080" y="4718792"/>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50" name="Rectangle 49">
            <a:extLst>
              <a:ext uri="{FF2B5EF4-FFF2-40B4-BE49-F238E27FC236}">
                <a16:creationId xmlns:a16="http://schemas.microsoft.com/office/drawing/2014/main" id="{BCB840D8-6611-E393-B700-A54A7655FE3C}"/>
              </a:ext>
            </a:extLst>
          </p:cNvPr>
          <p:cNvSpPr/>
          <p:nvPr/>
        </p:nvSpPr>
        <p:spPr>
          <a:xfrm>
            <a:off x="640080" y="5175992"/>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41" name="Rectangle 40">
            <a:extLst>
              <a:ext uri="{FF2B5EF4-FFF2-40B4-BE49-F238E27FC236}">
                <a16:creationId xmlns:a16="http://schemas.microsoft.com/office/drawing/2014/main" id="{66F47FEC-1909-0893-8F1C-3DA983564554}"/>
              </a:ext>
            </a:extLst>
          </p:cNvPr>
          <p:cNvSpPr/>
          <p:nvPr/>
        </p:nvSpPr>
        <p:spPr>
          <a:xfrm>
            <a:off x="6187440" y="4718792"/>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51" name="Rectangle 50">
            <a:extLst>
              <a:ext uri="{FF2B5EF4-FFF2-40B4-BE49-F238E27FC236}">
                <a16:creationId xmlns:a16="http://schemas.microsoft.com/office/drawing/2014/main" id="{5557A560-24DB-75F9-AA83-5682D06FA547}"/>
              </a:ext>
            </a:extLst>
          </p:cNvPr>
          <p:cNvSpPr/>
          <p:nvPr/>
        </p:nvSpPr>
        <p:spPr>
          <a:xfrm>
            <a:off x="6187440" y="5175992"/>
            <a:ext cx="5364480" cy="10457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sed diam </a:t>
            </a:r>
            <a:r>
              <a:rPr lang="en-US" sz="1400" dirty="0" err="1">
                <a:solidFill>
                  <a:schemeClr val="tx1"/>
                </a:solidFill>
              </a:rPr>
              <a:t>nonummy</a:t>
            </a:r>
            <a:r>
              <a:rPr lang="en-US" sz="1400" dirty="0">
                <a:solidFill>
                  <a:schemeClr val="tx1"/>
                </a:solidFill>
              </a:rPr>
              <a:t> </a:t>
            </a:r>
            <a:r>
              <a:rPr lang="en-US" sz="1400" dirty="0" err="1">
                <a:solidFill>
                  <a:schemeClr val="tx1"/>
                </a:solidFill>
              </a:rPr>
              <a:t>nibh</a:t>
            </a:r>
            <a:r>
              <a:rPr lang="en-US" sz="1400" dirty="0">
                <a:solidFill>
                  <a:schemeClr val="tx1"/>
                </a:solidFill>
              </a:rPr>
              <a:t> </a:t>
            </a:r>
            <a:r>
              <a:rPr lang="en-US" sz="1400" dirty="0" err="1">
                <a:solidFill>
                  <a:schemeClr val="tx1"/>
                </a:solidFill>
              </a:rPr>
              <a:t>euismod</a:t>
            </a:r>
            <a:r>
              <a:rPr lang="en-US" sz="1400" dirty="0">
                <a:solidFill>
                  <a:schemeClr val="tx1"/>
                </a:solidFill>
              </a:rPr>
              <a:t> </a:t>
            </a:r>
            <a:r>
              <a:rPr lang="en-US" sz="1400" dirty="0" err="1">
                <a:solidFill>
                  <a:schemeClr val="tx1"/>
                </a:solidFill>
              </a:rPr>
              <a:t>tincidunt</a:t>
            </a:r>
            <a:r>
              <a:rPr lang="en-US" sz="1400" dirty="0">
                <a:solidFill>
                  <a:schemeClr val="tx1"/>
                </a:solidFill>
              </a:rPr>
              <a:t> </a:t>
            </a:r>
            <a:r>
              <a:rPr lang="en-US" sz="1400" dirty="0" err="1">
                <a:solidFill>
                  <a:schemeClr val="tx1"/>
                </a:solidFill>
              </a:rPr>
              <a:t>ut</a:t>
            </a:r>
            <a:r>
              <a:rPr lang="en-US" sz="1400" dirty="0">
                <a:solidFill>
                  <a:schemeClr val="tx1"/>
                </a:solidFill>
              </a:rPr>
              <a:t> </a:t>
            </a:r>
            <a:r>
              <a:rPr lang="en-US" sz="1400" dirty="0" err="1">
                <a:solidFill>
                  <a:schemeClr val="tx1"/>
                </a:solidFill>
              </a:rPr>
              <a:t>laoreet</a:t>
            </a:r>
            <a:r>
              <a:rPr lang="en-US" sz="1400" dirty="0">
                <a:solidFill>
                  <a:schemeClr val="tx1"/>
                </a:solidFill>
              </a:rPr>
              <a:t> dolore magna </a:t>
            </a:r>
            <a:r>
              <a:rPr lang="en-US" sz="1400" dirty="0" err="1">
                <a:solidFill>
                  <a:schemeClr val="tx1"/>
                </a:solidFill>
              </a:rPr>
              <a:t>aliquam</a:t>
            </a:r>
            <a:r>
              <a:rPr lang="en-US" sz="1400" dirty="0">
                <a:solidFill>
                  <a:schemeClr val="tx1"/>
                </a:solidFill>
              </a:rPr>
              <a:t> </a:t>
            </a:r>
            <a:r>
              <a:rPr lang="en-US" sz="1400" dirty="0" err="1">
                <a:solidFill>
                  <a:schemeClr val="tx1"/>
                </a:solidFill>
              </a:rPr>
              <a:t>erat</a:t>
            </a:r>
            <a:r>
              <a:rPr lang="en-US" sz="1400" dirty="0">
                <a:solidFill>
                  <a:schemeClr val="tx1"/>
                </a:solidFill>
              </a:rPr>
              <a:t> </a:t>
            </a:r>
            <a:r>
              <a:rPr lang="en-US" sz="1400" dirty="0" err="1">
                <a:solidFill>
                  <a:schemeClr val="tx1"/>
                </a:solidFill>
              </a:rPr>
              <a:t>volutpat</a:t>
            </a:r>
            <a:r>
              <a:rPr lang="en-US" sz="1400" dirty="0">
                <a:solidFill>
                  <a:schemeClr val="tx1"/>
                </a:solidFill>
              </a:rPr>
              <a:t>. Ut </a:t>
            </a:r>
            <a:r>
              <a:rPr lang="en-US" sz="1400" dirty="0" err="1">
                <a:solidFill>
                  <a:schemeClr val="tx1"/>
                </a:solidFill>
              </a:rPr>
              <a:t>wisi</a:t>
            </a:r>
            <a:r>
              <a:rPr lang="en-US" sz="1400" dirty="0">
                <a:solidFill>
                  <a:schemeClr val="tx1"/>
                </a:solidFill>
              </a:rPr>
              <a:t> </a:t>
            </a:r>
            <a:r>
              <a:rPr lang="en-US" sz="1400" dirty="0" err="1">
                <a:solidFill>
                  <a:schemeClr val="tx1"/>
                </a:solidFill>
              </a:rPr>
              <a:t>enim</a:t>
            </a:r>
            <a:r>
              <a:rPr lang="en-US" sz="1400" dirty="0">
                <a:solidFill>
                  <a:schemeClr val="tx1"/>
                </a:solidFill>
              </a:rPr>
              <a:t> ad minim </a:t>
            </a:r>
            <a:r>
              <a:rPr lang="en-US" sz="1400" dirty="0" err="1">
                <a:solidFill>
                  <a:schemeClr val="tx1"/>
                </a:solidFill>
              </a:rPr>
              <a:t>veniam</a:t>
            </a:r>
            <a:endParaRPr lang="en-US" sz="1400" dirty="0">
              <a:solidFill>
                <a:schemeClr val="tx1"/>
              </a:solidFill>
            </a:endParaRPr>
          </a:p>
        </p:txBody>
      </p:sp>
      <p:sp>
        <p:nvSpPr>
          <p:cNvPr id="27" name="Rectangle 26">
            <a:extLst>
              <a:ext uri="{FF2B5EF4-FFF2-40B4-BE49-F238E27FC236}">
                <a16:creationId xmlns:a16="http://schemas.microsoft.com/office/drawing/2014/main" id="{B0027D5D-080B-EF61-B41D-3C269B0CF3B2}"/>
              </a:ext>
              <a:ext uri="{C183D7F6-B498-43B3-948B-1728B52AA6E4}">
                <adec:decorative xmlns:adec="http://schemas.microsoft.com/office/drawing/2017/decorative" val="1"/>
              </a:ext>
            </a:extLst>
          </p:cNvPr>
          <p:cNvSpPr/>
          <p:nvPr/>
        </p:nvSpPr>
        <p:spPr>
          <a:xfrm>
            <a:off x="640080" y="1350963"/>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30" name="Rectangle 29">
            <a:extLst>
              <a:ext uri="{FF2B5EF4-FFF2-40B4-BE49-F238E27FC236}">
                <a16:creationId xmlns:a16="http://schemas.microsoft.com/office/drawing/2014/main" id="{2AD96E8D-B52F-2787-FE3E-AB4AC632029B}"/>
              </a:ext>
              <a:ext uri="{C183D7F6-B498-43B3-948B-1728B52AA6E4}">
                <adec:decorative xmlns:adec="http://schemas.microsoft.com/office/drawing/2017/decorative" val="1"/>
              </a:ext>
            </a:extLst>
          </p:cNvPr>
          <p:cNvSpPr/>
          <p:nvPr/>
        </p:nvSpPr>
        <p:spPr>
          <a:xfrm>
            <a:off x="6187440" y="1350963"/>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33" name="Rectangle 32">
            <a:extLst>
              <a:ext uri="{FF2B5EF4-FFF2-40B4-BE49-F238E27FC236}">
                <a16:creationId xmlns:a16="http://schemas.microsoft.com/office/drawing/2014/main" id="{F9E034A9-F47E-D585-F76C-85D3EC81FD96}"/>
              </a:ext>
              <a:ext uri="{C183D7F6-B498-43B3-948B-1728B52AA6E4}">
                <adec:decorative xmlns:adec="http://schemas.microsoft.com/office/drawing/2017/decorative" val="1"/>
              </a:ext>
            </a:extLst>
          </p:cNvPr>
          <p:cNvSpPr/>
          <p:nvPr/>
        </p:nvSpPr>
        <p:spPr>
          <a:xfrm>
            <a:off x="640080" y="3034877"/>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36" name="Rectangle 35">
            <a:extLst>
              <a:ext uri="{FF2B5EF4-FFF2-40B4-BE49-F238E27FC236}">
                <a16:creationId xmlns:a16="http://schemas.microsoft.com/office/drawing/2014/main" id="{8F88B8F0-8761-5B7E-E29B-1B8784814E7C}"/>
              </a:ext>
              <a:ext uri="{C183D7F6-B498-43B3-948B-1728B52AA6E4}">
                <adec:decorative xmlns:adec="http://schemas.microsoft.com/office/drawing/2017/decorative" val="1"/>
              </a:ext>
            </a:extLst>
          </p:cNvPr>
          <p:cNvSpPr/>
          <p:nvPr/>
        </p:nvSpPr>
        <p:spPr>
          <a:xfrm>
            <a:off x="6187440" y="3034877"/>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39" name="Rectangle 38">
            <a:extLst>
              <a:ext uri="{FF2B5EF4-FFF2-40B4-BE49-F238E27FC236}">
                <a16:creationId xmlns:a16="http://schemas.microsoft.com/office/drawing/2014/main" id="{41FCB90C-C43E-6324-69B6-6AE37BB62C4C}"/>
              </a:ext>
              <a:ext uri="{C183D7F6-B498-43B3-948B-1728B52AA6E4}">
                <adec:decorative xmlns:adec="http://schemas.microsoft.com/office/drawing/2017/decorative" val="1"/>
              </a:ext>
            </a:extLst>
          </p:cNvPr>
          <p:cNvSpPr/>
          <p:nvPr/>
        </p:nvSpPr>
        <p:spPr>
          <a:xfrm>
            <a:off x="640080" y="4718791"/>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42" name="Rectangle 41">
            <a:extLst>
              <a:ext uri="{FF2B5EF4-FFF2-40B4-BE49-F238E27FC236}">
                <a16:creationId xmlns:a16="http://schemas.microsoft.com/office/drawing/2014/main" id="{14F27BA2-D953-B5C1-13A8-5213DBFB3C8D}"/>
              </a:ext>
              <a:ext uri="{C183D7F6-B498-43B3-948B-1728B52AA6E4}">
                <adec:decorative xmlns:adec="http://schemas.microsoft.com/office/drawing/2017/decorative" val="1"/>
              </a:ext>
            </a:extLst>
          </p:cNvPr>
          <p:cNvSpPr/>
          <p:nvPr/>
        </p:nvSpPr>
        <p:spPr>
          <a:xfrm>
            <a:off x="6187440" y="4718791"/>
            <a:ext cx="161925" cy="161925"/>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Tree>
    <p:extLst>
      <p:ext uri="{BB962C8B-B14F-4D97-AF65-F5344CB8AC3E}">
        <p14:creationId xmlns:p14="http://schemas.microsoft.com/office/powerpoint/2010/main" val="1773938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603AE00-C16D-187C-0732-EA4749272DE7}"/>
              </a:ext>
            </a:extLst>
          </p:cNvPr>
          <p:cNvSpPr>
            <a:spLocks noGrp="1"/>
          </p:cNvSpPr>
          <p:nvPr>
            <p:ph type="title"/>
          </p:nvPr>
        </p:nvSpPr>
        <p:spPr>
          <a:xfrm>
            <a:off x="640080" y="347472"/>
            <a:ext cx="10911840" cy="640080"/>
          </a:xfrm>
        </p:spPr>
        <p:txBody>
          <a:bodyPr/>
          <a:lstStyle/>
          <a:p>
            <a:r>
              <a:rPr lang="en-US" dirty="0"/>
              <a:t>Card Layout 5</a:t>
            </a:r>
          </a:p>
        </p:txBody>
      </p:sp>
      <p:sp>
        <p:nvSpPr>
          <p:cNvPr id="40" name="Rectangle 39">
            <a:extLst>
              <a:ext uri="{FF2B5EF4-FFF2-40B4-BE49-F238E27FC236}">
                <a16:creationId xmlns:a16="http://schemas.microsoft.com/office/drawing/2014/main" id="{B278F166-051A-9D1E-EB69-8AA870A414A7}"/>
              </a:ext>
            </a:extLst>
          </p:cNvPr>
          <p:cNvSpPr/>
          <p:nvPr/>
        </p:nvSpPr>
        <p:spPr>
          <a:xfrm>
            <a:off x="640080" y="1350963"/>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p>
        </p:txBody>
      </p:sp>
      <p:sp>
        <p:nvSpPr>
          <p:cNvPr id="22" name="Rectangle 21">
            <a:extLst>
              <a:ext uri="{FF2B5EF4-FFF2-40B4-BE49-F238E27FC236}">
                <a16:creationId xmlns:a16="http://schemas.microsoft.com/office/drawing/2014/main" id="{00A342B8-210C-E60B-9D03-0E8664900EBD}"/>
              </a:ext>
            </a:extLst>
          </p:cNvPr>
          <p:cNvSpPr/>
          <p:nvPr/>
        </p:nvSpPr>
        <p:spPr>
          <a:xfrm>
            <a:off x="640080" y="1808163"/>
            <a:ext cx="5364480" cy="18867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42" name="Rectangle 41">
            <a:extLst>
              <a:ext uri="{FF2B5EF4-FFF2-40B4-BE49-F238E27FC236}">
                <a16:creationId xmlns:a16="http://schemas.microsoft.com/office/drawing/2014/main" id="{0F64727B-60F4-5A7D-98CF-5412B17B1626}"/>
              </a:ext>
            </a:extLst>
          </p:cNvPr>
          <p:cNvSpPr/>
          <p:nvPr/>
        </p:nvSpPr>
        <p:spPr>
          <a:xfrm>
            <a:off x="6187440" y="1350963"/>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endParaRPr lang="en-US" sz="1600" dirty="0">
              <a:solidFill>
                <a:schemeClr val="bg1"/>
              </a:solidFill>
            </a:endParaRPr>
          </a:p>
        </p:txBody>
      </p:sp>
      <p:sp>
        <p:nvSpPr>
          <p:cNvPr id="19" name="Rectangle 18">
            <a:extLst>
              <a:ext uri="{FF2B5EF4-FFF2-40B4-BE49-F238E27FC236}">
                <a16:creationId xmlns:a16="http://schemas.microsoft.com/office/drawing/2014/main" id="{3E915C95-9216-B101-4F5D-BFE36CD979FB}"/>
              </a:ext>
            </a:extLst>
          </p:cNvPr>
          <p:cNvSpPr/>
          <p:nvPr/>
        </p:nvSpPr>
        <p:spPr>
          <a:xfrm>
            <a:off x="6187440" y="1808163"/>
            <a:ext cx="5364480" cy="18867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41" name="Rectangle 40">
            <a:extLst>
              <a:ext uri="{FF2B5EF4-FFF2-40B4-BE49-F238E27FC236}">
                <a16:creationId xmlns:a16="http://schemas.microsoft.com/office/drawing/2014/main" id="{3C8432E6-1343-DF1A-385F-E9B2DC370BC0}"/>
              </a:ext>
            </a:extLst>
          </p:cNvPr>
          <p:cNvSpPr/>
          <p:nvPr/>
        </p:nvSpPr>
        <p:spPr>
          <a:xfrm>
            <a:off x="640080" y="3875882"/>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endParaRPr lang="en-US" sz="1600" dirty="0">
              <a:solidFill>
                <a:schemeClr val="bg1"/>
              </a:solidFill>
            </a:endParaRPr>
          </a:p>
        </p:txBody>
      </p:sp>
      <p:sp>
        <p:nvSpPr>
          <p:cNvPr id="6" name="Rectangle 5">
            <a:extLst>
              <a:ext uri="{FF2B5EF4-FFF2-40B4-BE49-F238E27FC236}">
                <a16:creationId xmlns:a16="http://schemas.microsoft.com/office/drawing/2014/main" id="{0C0A238B-F6CA-BBC9-AEE7-181CE25412AF}"/>
              </a:ext>
            </a:extLst>
          </p:cNvPr>
          <p:cNvSpPr/>
          <p:nvPr/>
        </p:nvSpPr>
        <p:spPr>
          <a:xfrm>
            <a:off x="640080" y="4333082"/>
            <a:ext cx="5364480" cy="18867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43" name="Rectangle 42">
            <a:extLst>
              <a:ext uri="{FF2B5EF4-FFF2-40B4-BE49-F238E27FC236}">
                <a16:creationId xmlns:a16="http://schemas.microsoft.com/office/drawing/2014/main" id="{BC8073ED-E3DB-CC85-B72E-EE8A7AEF766C}"/>
              </a:ext>
            </a:extLst>
          </p:cNvPr>
          <p:cNvSpPr/>
          <p:nvPr/>
        </p:nvSpPr>
        <p:spPr>
          <a:xfrm>
            <a:off x="6187440" y="3875882"/>
            <a:ext cx="5364480" cy="4572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ctr" anchorCtr="0"/>
          <a:lstStyle/>
          <a:p>
            <a:pPr>
              <a:spcAft>
                <a:spcPts val="600"/>
              </a:spcAft>
            </a:pPr>
            <a:r>
              <a:rPr lang="en-US" sz="2000" dirty="0">
                <a:solidFill>
                  <a:schemeClr val="bg1"/>
                </a:solidFill>
                <a:latin typeface="+mj-lt"/>
              </a:rPr>
              <a:t>Subhead</a:t>
            </a:r>
            <a:endParaRPr lang="en-US" sz="1600" dirty="0">
              <a:solidFill>
                <a:schemeClr val="bg1"/>
              </a:solidFill>
            </a:endParaRPr>
          </a:p>
        </p:txBody>
      </p:sp>
      <p:sp>
        <p:nvSpPr>
          <p:cNvPr id="25" name="Rectangle 24">
            <a:extLst>
              <a:ext uri="{FF2B5EF4-FFF2-40B4-BE49-F238E27FC236}">
                <a16:creationId xmlns:a16="http://schemas.microsoft.com/office/drawing/2014/main" id="{2BFCBCE0-30DF-8736-AB9E-E95744558C6B}"/>
              </a:ext>
            </a:extLst>
          </p:cNvPr>
          <p:cNvSpPr/>
          <p:nvPr/>
        </p:nvSpPr>
        <p:spPr>
          <a:xfrm>
            <a:off x="6187440" y="4333082"/>
            <a:ext cx="5364480" cy="1886743"/>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118872" rIns="182880" bIns="118872" rtlCol="0" anchor="t" anchorCtr="0"/>
          <a:lstStyle/>
          <a:p>
            <a:pPr>
              <a:spcAft>
                <a:spcPts val="600"/>
              </a:spcAft>
            </a:pP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sed diam </a:t>
            </a:r>
            <a:r>
              <a:rPr lang="en-US" sz="1600" dirty="0" err="1">
                <a:solidFill>
                  <a:schemeClr val="tx1"/>
                </a:solidFill>
              </a:rPr>
              <a:t>nonummy</a:t>
            </a:r>
            <a:r>
              <a:rPr lang="en-US" sz="1600" dirty="0">
                <a:solidFill>
                  <a:schemeClr val="tx1"/>
                </a:solidFill>
              </a:rPr>
              <a:t> </a:t>
            </a:r>
            <a:r>
              <a:rPr lang="en-US" sz="1600" dirty="0" err="1">
                <a:solidFill>
                  <a:schemeClr val="tx1"/>
                </a:solidFill>
              </a:rPr>
              <a:t>nibh</a:t>
            </a:r>
            <a:r>
              <a:rPr lang="en-US" sz="1600" dirty="0">
                <a:solidFill>
                  <a:schemeClr val="tx1"/>
                </a:solidFill>
              </a:rPr>
              <a:t> </a:t>
            </a:r>
            <a:r>
              <a:rPr lang="en-US" sz="1600" dirty="0" err="1">
                <a:solidFill>
                  <a:schemeClr val="tx1"/>
                </a:solidFill>
              </a:rPr>
              <a:t>euismod</a:t>
            </a:r>
            <a:r>
              <a:rPr lang="en-US" sz="1600" dirty="0">
                <a:solidFill>
                  <a:schemeClr val="tx1"/>
                </a:solidFill>
              </a:rPr>
              <a:t> </a:t>
            </a:r>
            <a:r>
              <a:rPr lang="en-US" sz="1600" dirty="0" err="1">
                <a:solidFill>
                  <a:schemeClr val="tx1"/>
                </a:solidFill>
              </a:rPr>
              <a:t>tincidunt</a:t>
            </a:r>
            <a:r>
              <a:rPr lang="en-US" sz="1600" dirty="0">
                <a:solidFill>
                  <a:schemeClr val="tx1"/>
                </a:solidFill>
              </a:rPr>
              <a:t> </a:t>
            </a:r>
            <a:r>
              <a:rPr lang="en-US" sz="1600" dirty="0" err="1">
                <a:solidFill>
                  <a:schemeClr val="tx1"/>
                </a:solidFill>
              </a:rPr>
              <a:t>ut</a:t>
            </a:r>
            <a:r>
              <a:rPr lang="en-US" sz="1600" dirty="0">
                <a:solidFill>
                  <a:schemeClr val="tx1"/>
                </a:solidFill>
              </a:rPr>
              <a:t> </a:t>
            </a:r>
            <a:r>
              <a:rPr lang="en-US" sz="1600" dirty="0" err="1">
                <a:solidFill>
                  <a:schemeClr val="tx1"/>
                </a:solidFill>
              </a:rPr>
              <a:t>laoreet</a:t>
            </a:r>
            <a:r>
              <a:rPr lang="en-US" sz="1600" dirty="0">
                <a:solidFill>
                  <a:schemeClr val="tx1"/>
                </a:solidFill>
              </a:rPr>
              <a:t> dolore magna </a:t>
            </a:r>
            <a:r>
              <a:rPr lang="en-US" sz="1600" dirty="0" err="1">
                <a:solidFill>
                  <a:schemeClr val="tx1"/>
                </a:solidFill>
              </a:rPr>
              <a:t>aliquam</a:t>
            </a:r>
            <a:r>
              <a:rPr lang="en-US" sz="1600" dirty="0">
                <a:solidFill>
                  <a:schemeClr val="tx1"/>
                </a:solidFill>
              </a:rPr>
              <a:t> </a:t>
            </a:r>
            <a:r>
              <a:rPr lang="en-US" sz="1600" dirty="0" err="1">
                <a:solidFill>
                  <a:schemeClr val="tx1"/>
                </a:solidFill>
              </a:rPr>
              <a:t>erat</a:t>
            </a:r>
            <a:r>
              <a:rPr lang="en-US" sz="1600" dirty="0">
                <a:solidFill>
                  <a:schemeClr val="tx1"/>
                </a:solidFill>
              </a:rPr>
              <a:t> </a:t>
            </a:r>
            <a:r>
              <a:rPr lang="en-US" sz="1600" dirty="0" err="1">
                <a:solidFill>
                  <a:schemeClr val="tx1"/>
                </a:solidFill>
              </a:rPr>
              <a:t>volutpat</a:t>
            </a:r>
            <a:r>
              <a:rPr lang="en-US" sz="1600" dirty="0">
                <a:solidFill>
                  <a:schemeClr val="tx1"/>
                </a:solidFill>
              </a:rPr>
              <a:t>. Ut </a:t>
            </a:r>
            <a:r>
              <a:rPr lang="en-US" sz="1600" dirty="0" err="1">
                <a:solidFill>
                  <a:schemeClr val="tx1"/>
                </a:solidFill>
              </a:rPr>
              <a:t>wisi</a:t>
            </a:r>
            <a:r>
              <a:rPr lang="en-US" sz="1600" dirty="0">
                <a:solidFill>
                  <a:schemeClr val="tx1"/>
                </a:solidFill>
              </a:rPr>
              <a:t> </a:t>
            </a:r>
            <a:r>
              <a:rPr lang="en-US" sz="1600" dirty="0" err="1">
                <a:solidFill>
                  <a:schemeClr val="tx1"/>
                </a:solidFill>
              </a:rPr>
              <a:t>enim</a:t>
            </a:r>
            <a:r>
              <a:rPr lang="en-US" sz="1600" dirty="0">
                <a:solidFill>
                  <a:schemeClr val="tx1"/>
                </a:solidFill>
              </a:rPr>
              <a:t> ad minim </a:t>
            </a:r>
            <a:r>
              <a:rPr lang="en-US" sz="1600" dirty="0" err="1">
                <a:solidFill>
                  <a:schemeClr val="tx1"/>
                </a:solidFill>
              </a:rPr>
              <a:t>veniam</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nostrud</a:t>
            </a:r>
            <a:r>
              <a:rPr lang="en-US" sz="1600" dirty="0">
                <a:solidFill>
                  <a:schemeClr val="tx1"/>
                </a:solidFill>
              </a:rPr>
              <a:t> </a:t>
            </a:r>
            <a:r>
              <a:rPr lang="en-US" sz="1600" dirty="0" err="1">
                <a:solidFill>
                  <a:schemeClr val="tx1"/>
                </a:solidFill>
              </a:rPr>
              <a:t>exerci</a:t>
            </a:r>
            <a:r>
              <a:rPr lang="en-US" sz="1600" dirty="0">
                <a:solidFill>
                  <a:schemeClr val="tx1"/>
                </a:solidFill>
              </a:rPr>
              <a:t> </a:t>
            </a:r>
            <a:r>
              <a:rPr lang="en-US" sz="1600" dirty="0" err="1">
                <a:solidFill>
                  <a:schemeClr val="tx1"/>
                </a:solidFill>
              </a:rPr>
              <a:t>tation</a:t>
            </a:r>
            <a:r>
              <a:rPr lang="en-US" sz="1600" dirty="0">
                <a:solidFill>
                  <a:schemeClr val="tx1"/>
                </a:solidFill>
              </a:rPr>
              <a:t> </a:t>
            </a:r>
            <a:r>
              <a:rPr lang="en-US" sz="1600" dirty="0" err="1">
                <a:solidFill>
                  <a:schemeClr val="tx1"/>
                </a:solidFill>
              </a:rPr>
              <a:t>ullamcorper</a:t>
            </a:r>
            <a:r>
              <a:rPr lang="en-US" sz="1600" dirty="0">
                <a:solidFill>
                  <a:schemeClr val="tx1"/>
                </a:solidFill>
              </a:rPr>
              <a:t> </a:t>
            </a:r>
            <a:r>
              <a:rPr lang="en-US" sz="1600" dirty="0" err="1">
                <a:solidFill>
                  <a:schemeClr val="tx1"/>
                </a:solidFill>
              </a:rPr>
              <a:t>suscipit</a:t>
            </a:r>
            <a:r>
              <a:rPr lang="en-US" sz="1600" dirty="0">
                <a:solidFill>
                  <a:schemeClr val="tx1"/>
                </a:solidFill>
              </a:rPr>
              <a:t> </a:t>
            </a:r>
            <a:r>
              <a:rPr lang="en-US" sz="1600" dirty="0" err="1">
                <a:solidFill>
                  <a:schemeClr val="tx1"/>
                </a:solidFill>
              </a:rPr>
              <a:t>lobortis</a:t>
            </a:r>
            <a:r>
              <a:rPr lang="en-US" sz="1600" dirty="0">
                <a:solidFill>
                  <a:schemeClr val="tx1"/>
                </a:solidFill>
              </a:rPr>
              <a:t> </a:t>
            </a:r>
            <a:r>
              <a:rPr lang="en-US" sz="1600" dirty="0" err="1">
                <a:solidFill>
                  <a:schemeClr val="tx1"/>
                </a:solidFill>
              </a:rPr>
              <a:t>nisl</a:t>
            </a:r>
            <a:r>
              <a:rPr lang="en-US" sz="1600" dirty="0">
                <a:solidFill>
                  <a:schemeClr val="tx1"/>
                </a:solidFill>
              </a:rPr>
              <a:t> </a:t>
            </a:r>
            <a:r>
              <a:rPr lang="en-US" sz="1600" dirty="0" err="1">
                <a:solidFill>
                  <a:schemeClr val="tx1"/>
                </a:solidFill>
              </a:rPr>
              <a:t>ut</a:t>
            </a:r>
            <a:endParaRPr lang="en-US" sz="1600" dirty="0">
              <a:solidFill>
                <a:schemeClr val="tx1"/>
              </a:solidFill>
            </a:endParaRPr>
          </a:p>
        </p:txBody>
      </p:sp>
      <p:sp>
        <p:nvSpPr>
          <p:cNvPr id="23" name="Rectangle 22">
            <a:extLst>
              <a:ext uri="{FF2B5EF4-FFF2-40B4-BE49-F238E27FC236}">
                <a16:creationId xmlns:a16="http://schemas.microsoft.com/office/drawing/2014/main" id="{278A5C7A-C0AF-8260-94E9-0213EBDF26DD}"/>
              </a:ext>
              <a:ext uri="{C183D7F6-B498-43B3-948B-1728B52AA6E4}">
                <adec:decorative xmlns:adec="http://schemas.microsoft.com/office/drawing/2017/decorative" val="1"/>
              </a:ext>
            </a:extLst>
          </p:cNvPr>
          <p:cNvSpPr/>
          <p:nvPr/>
        </p:nvSpPr>
        <p:spPr>
          <a:xfrm>
            <a:off x="640080" y="1350963"/>
            <a:ext cx="161925" cy="164592"/>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7" name="Rectangle 6">
            <a:extLst>
              <a:ext uri="{FF2B5EF4-FFF2-40B4-BE49-F238E27FC236}">
                <a16:creationId xmlns:a16="http://schemas.microsoft.com/office/drawing/2014/main" id="{19DBA689-8FE9-1568-B34A-85B6A17C5F09}"/>
              </a:ext>
              <a:ext uri="{C183D7F6-B498-43B3-948B-1728B52AA6E4}">
                <adec:decorative xmlns:adec="http://schemas.microsoft.com/office/drawing/2017/decorative" val="1"/>
              </a:ext>
            </a:extLst>
          </p:cNvPr>
          <p:cNvSpPr/>
          <p:nvPr/>
        </p:nvSpPr>
        <p:spPr>
          <a:xfrm>
            <a:off x="640079" y="3875882"/>
            <a:ext cx="164592" cy="164592"/>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20" name="Rectangle 19">
            <a:extLst>
              <a:ext uri="{FF2B5EF4-FFF2-40B4-BE49-F238E27FC236}">
                <a16:creationId xmlns:a16="http://schemas.microsoft.com/office/drawing/2014/main" id="{1892F03D-304E-8760-53BB-7BBC264776EA}"/>
              </a:ext>
              <a:ext uri="{C183D7F6-B498-43B3-948B-1728B52AA6E4}">
                <adec:decorative xmlns:adec="http://schemas.microsoft.com/office/drawing/2017/decorative" val="1"/>
              </a:ext>
            </a:extLst>
          </p:cNvPr>
          <p:cNvSpPr/>
          <p:nvPr/>
        </p:nvSpPr>
        <p:spPr>
          <a:xfrm>
            <a:off x="6187439" y="1350963"/>
            <a:ext cx="164592" cy="164592"/>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
        <p:nvSpPr>
          <p:cNvPr id="26" name="Rectangle 25">
            <a:extLst>
              <a:ext uri="{FF2B5EF4-FFF2-40B4-BE49-F238E27FC236}">
                <a16:creationId xmlns:a16="http://schemas.microsoft.com/office/drawing/2014/main" id="{3BE06581-6C08-24B4-13F7-8795C842DC06}"/>
              </a:ext>
              <a:ext uri="{C183D7F6-B498-43B3-948B-1728B52AA6E4}">
                <adec:decorative xmlns:adec="http://schemas.microsoft.com/office/drawing/2017/decorative" val="1"/>
              </a:ext>
            </a:extLst>
          </p:cNvPr>
          <p:cNvSpPr/>
          <p:nvPr/>
        </p:nvSpPr>
        <p:spPr>
          <a:xfrm>
            <a:off x="6187440" y="3875882"/>
            <a:ext cx="161925" cy="164592"/>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600"/>
              </a:spcAft>
            </a:pPr>
            <a:endParaRPr lang="en-US">
              <a:solidFill>
                <a:schemeClr val="tx1"/>
              </a:solidFill>
            </a:endParaRPr>
          </a:p>
        </p:txBody>
      </p:sp>
    </p:spTree>
    <p:extLst>
      <p:ext uri="{BB962C8B-B14F-4D97-AF65-F5344CB8AC3E}">
        <p14:creationId xmlns:p14="http://schemas.microsoft.com/office/powerpoint/2010/main" val="1021816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B603AE00-C16D-187C-0732-EA4749272DE7}"/>
              </a:ext>
            </a:extLst>
          </p:cNvPr>
          <p:cNvSpPr>
            <a:spLocks noGrp="1"/>
          </p:cNvSpPr>
          <p:nvPr>
            <p:ph type="title"/>
          </p:nvPr>
        </p:nvSpPr>
        <p:spPr>
          <a:xfrm>
            <a:off x="640080" y="347472"/>
            <a:ext cx="10911840" cy="640080"/>
          </a:xfrm>
        </p:spPr>
        <p:txBody>
          <a:bodyPr/>
          <a:lstStyle/>
          <a:p>
            <a:r>
              <a:rPr lang="en-US" dirty="0"/>
              <a:t>Tiled Boxes Layout 6</a:t>
            </a:r>
          </a:p>
        </p:txBody>
      </p:sp>
      <p:sp>
        <p:nvSpPr>
          <p:cNvPr id="6" name="Rectangle 5">
            <a:extLst>
              <a:ext uri="{FF2B5EF4-FFF2-40B4-BE49-F238E27FC236}">
                <a16:creationId xmlns:a16="http://schemas.microsoft.com/office/drawing/2014/main" id="{0C0A238B-F6CA-BBC9-AEE7-181CE25412AF}"/>
              </a:ext>
            </a:extLst>
          </p:cNvPr>
          <p:cNvSpPr/>
          <p:nvPr/>
        </p:nvSpPr>
        <p:spPr>
          <a:xfrm>
            <a:off x="640080" y="1350963"/>
            <a:ext cx="5367688" cy="73152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sz="2800" dirty="0">
                <a:solidFill>
                  <a:schemeClr val="bg1"/>
                </a:solidFill>
                <a:latin typeface="+mj-lt"/>
              </a:rPr>
              <a:t>Subhead</a:t>
            </a:r>
            <a:endParaRPr lang="en-US" dirty="0">
              <a:solidFill>
                <a:schemeClr val="bg1"/>
              </a:solidFill>
            </a:endParaRPr>
          </a:p>
        </p:txBody>
      </p:sp>
      <p:sp>
        <p:nvSpPr>
          <p:cNvPr id="12" name="Rectangle 11">
            <a:extLst>
              <a:ext uri="{FF2B5EF4-FFF2-40B4-BE49-F238E27FC236}">
                <a16:creationId xmlns:a16="http://schemas.microsoft.com/office/drawing/2014/main" id="{9B87755E-CB5F-26A1-FA3E-C3CCD7353C1C}"/>
              </a:ext>
            </a:extLst>
          </p:cNvPr>
          <p:cNvSpPr/>
          <p:nvPr/>
        </p:nvSpPr>
        <p:spPr>
          <a:xfrm>
            <a:off x="640080" y="2082483"/>
            <a:ext cx="5367688" cy="413543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p:txBody>
      </p:sp>
      <p:sp>
        <p:nvSpPr>
          <p:cNvPr id="19" name="Rectangle 18">
            <a:extLst>
              <a:ext uri="{FF2B5EF4-FFF2-40B4-BE49-F238E27FC236}">
                <a16:creationId xmlns:a16="http://schemas.microsoft.com/office/drawing/2014/main" id="{EE27923F-3052-F3A8-5A6B-89FADA7035C0}"/>
              </a:ext>
            </a:extLst>
          </p:cNvPr>
          <p:cNvSpPr/>
          <p:nvPr/>
        </p:nvSpPr>
        <p:spPr>
          <a:xfrm>
            <a:off x="6187440" y="1350963"/>
            <a:ext cx="5364480" cy="73152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sz="2800" dirty="0">
                <a:solidFill>
                  <a:schemeClr val="bg1"/>
                </a:solidFill>
                <a:latin typeface="+mj-lt"/>
              </a:rPr>
              <a:t>Subhead</a:t>
            </a:r>
            <a:endParaRPr lang="en-US" sz="2000" dirty="0">
              <a:solidFill>
                <a:schemeClr val="bg1"/>
              </a:solidFill>
            </a:endParaRPr>
          </a:p>
        </p:txBody>
      </p:sp>
      <p:sp>
        <p:nvSpPr>
          <p:cNvPr id="13" name="Rectangle 12">
            <a:extLst>
              <a:ext uri="{FF2B5EF4-FFF2-40B4-BE49-F238E27FC236}">
                <a16:creationId xmlns:a16="http://schemas.microsoft.com/office/drawing/2014/main" id="{98AEF152-CBD5-02BD-48AC-D87B44250E83}"/>
              </a:ext>
            </a:extLst>
          </p:cNvPr>
          <p:cNvSpPr/>
          <p:nvPr/>
        </p:nvSpPr>
        <p:spPr>
          <a:xfrm>
            <a:off x="6187440" y="2082483"/>
            <a:ext cx="5364480" cy="4135437"/>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182880" rIns="274320" bIns="182880" rtlCol="0" anchor="t" anchorCtr="0"/>
          <a:lstStyle/>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dirty="0">
              <a:solidFill>
                <a:schemeClr val="tx1"/>
              </a:solidFill>
            </a:endParaRPr>
          </a:p>
          <a:p>
            <a:pPr>
              <a:spcAft>
                <a:spcPts val="1200"/>
              </a:spcAft>
            </a:pPr>
            <a:r>
              <a:rPr lang="en-US" dirty="0">
                <a:solidFill>
                  <a:schemeClr val="tx1"/>
                </a:solidFill>
              </a:rPr>
              <a:t>Lorem ipsum dolor sit </a:t>
            </a:r>
            <a:r>
              <a:rPr lang="en-US" dirty="0" err="1">
                <a:solidFill>
                  <a:schemeClr val="tx1"/>
                </a:solidFill>
              </a:rPr>
              <a:t>amet</a:t>
            </a:r>
            <a:r>
              <a:rPr lang="en-US" dirty="0">
                <a:solidFill>
                  <a:schemeClr val="tx1"/>
                </a:solidFill>
              </a:rPr>
              <a:t>, </a:t>
            </a:r>
            <a:r>
              <a:rPr lang="en-US" dirty="0" err="1">
                <a:solidFill>
                  <a:schemeClr val="tx1"/>
                </a:solidFill>
              </a:rPr>
              <a:t>consectetuer</a:t>
            </a:r>
            <a:r>
              <a:rPr lang="en-US" dirty="0">
                <a:solidFill>
                  <a:schemeClr val="tx1"/>
                </a:solidFill>
              </a:rPr>
              <a:t> </a:t>
            </a:r>
            <a:r>
              <a:rPr lang="en-US" dirty="0" err="1">
                <a:solidFill>
                  <a:schemeClr val="tx1"/>
                </a:solidFill>
              </a:rPr>
              <a:t>adipiscing</a:t>
            </a:r>
            <a:r>
              <a:rPr lang="en-US" dirty="0">
                <a:solidFill>
                  <a:schemeClr val="tx1"/>
                </a:solidFill>
              </a:rPr>
              <a:t> </a:t>
            </a:r>
            <a:r>
              <a:rPr lang="en-US" dirty="0" err="1">
                <a:solidFill>
                  <a:schemeClr val="tx1"/>
                </a:solidFill>
              </a:rPr>
              <a:t>elit</a:t>
            </a:r>
            <a:r>
              <a:rPr lang="en-US" dirty="0">
                <a:solidFill>
                  <a:schemeClr val="tx1"/>
                </a:solidFill>
              </a:rPr>
              <a:t>, sed diam </a:t>
            </a:r>
            <a:r>
              <a:rPr lang="en-US" dirty="0" err="1">
                <a:solidFill>
                  <a:schemeClr val="tx1"/>
                </a:solidFill>
              </a:rPr>
              <a:t>nonummy</a:t>
            </a:r>
            <a:r>
              <a:rPr lang="en-US" dirty="0">
                <a:solidFill>
                  <a:schemeClr val="tx1"/>
                </a:solidFill>
              </a:rPr>
              <a:t> </a:t>
            </a:r>
            <a:r>
              <a:rPr lang="en-US" dirty="0" err="1">
                <a:solidFill>
                  <a:schemeClr val="tx1"/>
                </a:solidFill>
              </a:rPr>
              <a:t>nibh</a:t>
            </a:r>
            <a:r>
              <a:rPr lang="en-US" dirty="0">
                <a:solidFill>
                  <a:schemeClr val="tx1"/>
                </a:solidFill>
              </a:rPr>
              <a:t> </a:t>
            </a:r>
            <a:r>
              <a:rPr lang="en-US" dirty="0" err="1">
                <a:solidFill>
                  <a:schemeClr val="tx1"/>
                </a:solidFill>
              </a:rPr>
              <a:t>euismod</a:t>
            </a:r>
            <a:r>
              <a:rPr lang="en-US" dirty="0">
                <a:solidFill>
                  <a:schemeClr val="tx1"/>
                </a:solidFill>
              </a:rPr>
              <a:t> </a:t>
            </a:r>
            <a:r>
              <a:rPr lang="en-US" dirty="0" err="1">
                <a:solidFill>
                  <a:schemeClr val="tx1"/>
                </a:solidFill>
              </a:rPr>
              <a:t>tincidunt</a:t>
            </a:r>
            <a:r>
              <a:rPr lang="en-US" dirty="0">
                <a:solidFill>
                  <a:schemeClr val="tx1"/>
                </a:solidFill>
              </a:rPr>
              <a:t> </a:t>
            </a:r>
            <a:r>
              <a:rPr lang="en-US" dirty="0" err="1">
                <a:solidFill>
                  <a:schemeClr val="tx1"/>
                </a:solidFill>
              </a:rPr>
              <a:t>ut</a:t>
            </a:r>
            <a:r>
              <a:rPr lang="en-US" dirty="0">
                <a:solidFill>
                  <a:schemeClr val="tx1"/>
                </a:solidFill>
              </a:rPr>
              <a:t> </a:t>
            </a:r>
            <a:r>
              <a:rPr lang="en-US" dirty="0" err="1">
                <a:solidFill>
                  <a:schemeClr val="tx1"/>
                </a:solidFill>
              </a:rPr>
              <a:t>laoreet</a:t>
            </a:r>
            <a:r>
              <a:rPr lang="en-US" dirty="0">
                <a:solidFill>
                  <a:schemeClr val="tx1"/>
                </a:solidFill>
              </a:rPr>
              <a:t> dolore magna </a:t>
            </a:r>
            <a:r>
              <a:rPr lang="en-US" dirty="0" err="1">
                <a:solidFill>
                  <a:schemeClr val="tx1"/>
                </a:solidFill>
              </a:rPr>
              <a:t>aliquam</a:t>
            </a:r>
            <a:r>
              <a:rPr lang="en-US" dirty="0">
                <a:solidFill>
                  <a:schemeClr val="tx1"/>
                </a:solidFill>
              </a:rPr>
              <a:t> </a:t>
            </a:r>
            <a:r>
              <a:rPr lang="en-US" dirty="0" err="1">
                <a:solidFill>
                  <a:schemeClr val="tx1"/>
                </a:solidFill>
              </a:rPr>
              <a:t>erat</a:t>
            </a:r>
            <a:r>
              <a:rPr lang="en-US" dirty="0">
                <a:solidFill>
                  <a:schemeClr val="tx1"/>
                </a:solidFill>
              </a:rPr>
              <a:t> </a:t>
            </a:r>
            <a:r>
              <a:rPr lang="en-US" dirty="0" err="1">
                <a:solidFill>
                  <a:schemeClr val="tx1"/>
                </a:solidFill>
              </a:rPr>
              <a:t>volutpat</a:t>
            </a:r>
            <a:r>
              <a:rPr lang="en-US" dirty="0">
                <a:solidFill>
                  <a:schemeClr val="tx1"/>
                </a:solidFill>
              </a:rPr>
              <a:t>. Ut </a:t>
            </a:r>
            <a:r>
              <a:rPr lang="en-US" dirty="0" err="1">
                <a:solidFill>
                  <a:schemeClr val="tx1"/>
                </a:solidFill>
              </a:rPr>
              <a:t>wisi</a:t>
            </a:r>
            <a:r>
              <a:rPr lang="en-US" dirty="0">
                <a:solidFill>
                  <a:schemeClr val="tx1"/>
                </a:solidFill>
              </a:rPr>
              <a:t> </a:t>
            </a:r>
            <a:r>
              <a:rPr lang="en-US" dirty="0" err="1">
                <a:solidFill>
                  <a:schemeClr val="tx1"/>
                </a:solidFill>
              </a:rPr>
              <a:t>enim</a:t>
            </a:r>
            <a:r>
              <a:rPr lang="en-US" dirty="0">
                <a:solidFill>
                  <a:schemeClr val="tx1"/>
                </a:solidFill>
              </a:rPr>
              <a:t> ad minim </a:t>
            </a:r>
            <a:r>
              <a:rPr lang="en-US" dirty="0" err="1">
                <a:solidFill>
                  <a:schemeClr val="tx1"/>
                </a:solidFill>
              </a:rPr>
              <a:t>veniam</a:t>
            </a:r>
            <a:r>
              <a:rPr lang="en-US" dirty="0">
                <a:solidFill>
                  <a:schemeClr val="tx1"/>
                </a:solidFill>
              </a:rPr>
              <a:t>, </a:t>
            </a:r>
            <a:r>
              <a:rPr lang="en-US" dirty="0" err="1">
                <a:solidFill>
                  <a:schemeClr val="tx1"/>
                </a:solidFill>
              </a:rPr>
              <a:t>quis</a:t>
            </a:r>
            <a:r>
              <a:rPr lang="en-US" dirty="0">
                <a:solidFill>
                  <a:schemeClr val="tx1"/>
                </a:solidFill>
              </a:rPr>
              <a:t> </a:t>
            </a:r>
            <a:r>
              <a:rPr lang="en-US" dirty="0" err="1">
                <a:solidFill>
                  <a:schemeClr val="tx1"/>
                </a:solidFill>
              </a:rPr>
              <a:t>nostrud</a:t>
            </a:r>
            <a:r>
              <a:rPr lang="en-US" dirty="0">
                <a:solidFill>
                  <a:schemeClr val="tx1"/>
                </a:solidFill>
              </a:rPr>
              <a:t> </a:t>
            </a:r>
            <a:r>
              <a:rPr lang="en-US" dirty="0" err="1">
                <a:solidFill>
                  <a:schemeClr val="tx1"/>
                </a:solidFill>
              </a:rPr>
              <a:t>exerci</a:t>
            </a:r>
            <a:r>
              <a:rPr lang="en-US" dirty="0">
                <a:solidFill>
                  <a:schemeClr val="tx1"/>
                </a:solidFill>
              </a:rPr>
              <a:t> </a:t>
            </a:r>
            <a:r>
              <a:rPr lang="en-US" dirty="0" err="1">
                <a:solidFill>
                  <a:schemeClr val="tx1"/>
                </a:solidFill>
              </a:rPr>
              <a:t>tation</a:t>
            </a:r>
            <a:r>
              <a:rPr lang="en-US" dirty="0">
                <a:solidFill>
                  <a:schemeClr val="tx1"/>
                </a:solidFill>
              </a:rPr>
              <a:t> </a:t>
            </a:r>
            <a:r>
              <a:rPr lang="en-US" dirty="0" err="1">
                <a:solidFill>
                  <a:schemeClr val="tx1"/>
                </a:solidFill>
              </a:rPr>
              <a:t>ullamcorper</a:t>
            </a:r>
            <a:r>
              <a:rPr lang="en-US" dirty="0">
                <a:solidFill>
                  <a:schemeClr val="tx1"/>
                </a:solidFill>
              </a:rPr>
              <a:t> </a:t>
            </a:r>
            <a:r>
              <a:rPr lang="en-US" dirty="0" err="1">
                <a:solidFill>
                  <a:schemeClr val="tx1"/>
                </a:solidFill>
              </a:rPr>
              <a:t>suscipit</a:t>
            </a:r>
            <a:r>
              <a:rPr lang="en-US" dirty="0">
                <a:solidFill>
                  <a:schemeClr val="tx1"/>
                </a:solidFill>
              </a:rPr>
              <a:t> </a:t>
            </a:r>
            <a:r>
              <a:rPr lang="en-US" dirty="0" err="1">
                <a:solidFill>
                  <a:schemeClr val="tx1"/>
                </a:solidFill>
              </a:rPr>
              <a:t>lobortis</a:t>
            </a:r>
            <a:r>
              <a:rPr lang="en-US" dirty="0">
                <a:solidFill>
                  <a:schemeClr val="tx1"/>
                </a:solidFill>
              </a:rPr>
              <a:t> </a:t>
            </a:r>
            <a:r>
              <a:rPr lang="en-US" dirty="0" err="1">
                <a:solidFill>
                  <a:schemeClr val="tx1"/>
                </a:solidFill>
              </a:rPr>
              <a:t>nisl</a:t>
            </a:r>
            <a:r>
              <a:rPr lang="en-US" dirty="0">
                <a:solidFill>
                  <a:schemeClr val="tx1"/>
                </a:solidFill>
              </a:rPr>
              <a:t> </a:t>
            </a:r>
            <a:r>
              <a:rPr lang="en-US" dirty="0" err="1">
                <a:solidFill>
                  <a:schemeClr val="tx1"/>
                </a:solidFill>
              </a:rPr>
              <a:t>ut</a:t>
            </a:r>
            <a:endParaRPr lang="en-US" sz="2000" dirty="0">
              <a:solidFill>
                <a:schemeClr val="tx1"/>
              </a:solidFill>
            </a:endParaRPr>
          </a:p>
        </p:txBody>
      </p:sp>
      <p:sp>
        <p:nvSpPr>
          <p:cNvPr id="7" name="Rectangle 6">
            <a:extLst>
              <a:ext uri="{FF2B5EF4-FFF2-40B4-BE49-F238E27FC236}">
                <a16:creationId xmlns:a16="http://schemas.microsoft.com/office/drawing/2014/main" id="{19DBA689-8FE9-1568-B34A-85B6A17C5F09}"/>
              </a:ext>
              <a:ext uri="{C183D7F6-B498-43B3-948B-1728B52AA6E4}">
                <adec:decorative xmlns:adec="http://schemas.microsoft.com/office/drawing/2017/decorative" val="1"/>
              </a:ext>
            </a:extLst>
          </p:cNvPr>
          <p:cNvSpPr/>
          <p:nvPr/>
        </p:nvSpPr>
        <p:spPr>
          <a:xfrm>
            <a:off x="640080" y="1350963"/>
            <a:ext cx="248611" cy="248611"/>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1200"/>
              </a:spcAft>
            </a:pPr>
            <a:endParaRPr lang="en-US">
              <a:solidFill>
                <a:srgbClr val="FFFFFF"/>
              </a:solidFill>
            </a:endParaRPr>
          </a:p>
        </p:txBody>
      </p:sp>
      <p:sp>
        <p:nvSpPr>
          <p:cNvPr id="20" name="Rectangle 19">
            <a:extLst>
              <a:ext uri="{FF2B5EF4-FFF2-40B4-BE49-F238E27FC236}">
                <a16:creationId xmlns:a16="http://schemas.microsoft.com/office/drawing/2014/main" id="{F60C9C57-2EE5-1C6F-2BA7-257153A9E8B1}"/>
              </a:ext>
              <a:ext uri="{C183D7F6-B498-43B3-948B-1728B52AA6E4}">
                <adec:decorative xmlns:adec="http://schemas.microsoft.com/office/drawing/2017/decorative" val="1"/>
              </a:ext>
            </a:extLst>
          </p:cNvPr>
          <p:cNvSpPr/>
          <p:nvPr/>
        </p:nvSpPr>
        <p:spPr>
          <a:xfrm>
            <a:off x="6187440" y="1350963"/>
            <a:ext cx="248462" cy="246888"/>
          </a:xfrm>
          <a:prstGeom prst="rect">
            <a:avLst/>
          </a:prstGeom>
          <a:solidFill>
            <a:srgbClr val="76C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1200"/>
              </a:spcAft>
            </a:pPr>
            <a:endParaRPr lang="en-US">
              <a:solidFill>
                <a:srgbClr val="FFFFFF"/>
              </a:solidFill>
            </a:endParaRPr>
          </a:p>
        </p:txBody>
      </p:sp>
    </p:spTree>
    <p:extLst>
      <p:ext uri="{BB962C8B-B14F-4D97-AF65-F5344CB8AC3E}">
        <p14:creationId xmlns:p14="http://schemas.microsoft.com/office/powerpoint/2010/main" val="478010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D641581-18DB-3882-E5C5-808AFAA6F1ED}"/>
              </a:ext>
            </a:extLst>
          </p:cNvPr>
          <p:cNvSpPr>
            <a:spLocks noGrp="1"/>
          </p:cNvSpPr>
          <p:nvPr>
            <p:ph type="title"/>
          </p:nvPr>
        </p:nvSpPr>
        <p:spPr/>
        <p:txBody>
          <a:bodyPr/>
          <a:lstStyle/>
          <a:p>
            <a:r>
              <a:rPr lang="en-US" dirty="0"/>
              <a:t>Workstreams</a:t>
            </a:r>
          </a:p>
        </p:txBody>
      </p:sp>
      <p:sp>
        <p:nvSpPr>
          <p:cNvPr id="4" name="Rectangle">
            <a:extLst>
              <a:ext uri="{FF2B5EF4-FFF2-40B4-BE49-F238E27FC236}">
                <a16:creationId xmlns:a16="http://schemas.microsoft.com/office/drawing/2014/main" id="{11D41601-BD2B-5F47-4952-1AE98AAA0C99}"/>
              </a:ext>
            </a:extLst>
          </p:cNvPr>
          <p:cNvSpPr/>
          <p:nvPr/>
        </p:nvSpPr>
        <p:spPr>
          <a:xfrm>
            <a:off x="639763" y="1352549"/>
            <a:ext cx="2570280" cy="3200400"/>
          </a:xfrm>
          <a:prstGeom prst="rect">
            <a:avLst/>
          </a:prstGeom>
          <a:solidFill>
            <a:schemeClr val="accent2"/>
          </a:solidFill>
          <a:ln w="12700" cap="flat">
            <a:noFill/>
            <a:miter lim="400000"/>
          </a:ln>
          <a:effectLst/>
        </p:spPr>
        <p:txBody>
          <a:bodyPr wrap="square" lIns="182880" tIns="137160" rIns="182880" bIns="137160" numCol="1" anchor="t" anchorCtr="0">
            <a:noAutofit/>
          </a:bodyPr>
          <a:lstStyle/>
          <a:p>
            <a:pPr>
              <a:defRPr>
                <a:solidFill>
                  <a:srgbClr val="FFFFFF"/>
                </a:solidFill>
                <a:latin typeface="IntelOne Display Regular"/>
                <a:ea typeface="IntelOne Display Regular"/>
                <a:cs typeface="IntelOne Display Regular"/>
                <a:sym typeface="IntelOne Display Regular"/>
              </a:defRPr>
            </a:pPr>
            <a:r>
              <a:rPr lang="en-US" dirty="0">
                <a:solidFill>
                  <a:srgbClr val="000000"/>
                </a:solidFill>
                <a:latin typeface="IntelOne Display Medium" panose="020B0703020203020204" pitchFamily="34" charset="0"/>
              </a:rPr>
              <a:t>Workstream 1</a:t>
            </a:r>
          </a:p>
        </p:txBody>
      </p:sp>
      <p:sp>
        <p:nvSpPr>
          <p:cNvPr id="71" name="Rectangle">
            <a:extLst>
              <a:ext uri="{FF2B5EF4-FFF2-40B4-BE49-F238E27FC236}">
                <a16:creationId xmlns:a16="http://schemas.microsoft.com/office/drawing/2014/main" id="{F1FA0743-DD82-4B3C-935A-93CAC3BBA8A8}"/>
              </a:ext>
            </a:extLst>
          </p:cNvPr>
          <p:cNvSpPr/>
          <p:nvPr/>
        </p:nvSpPr>
        <p:spPr>
          <a:xfrm>
            <a:off x="831064" y="1940428"/>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1</a:t>
            </a:r>
            <a:endParaRPr sz="1600" dirty="0">
              <a:solidFill>
                <a:srgbClr val="000000"/>
              </a:solidFill>
            </a:endParaRPr>
          </a:p>
        </p:txBody>
      </p:sp>
      <p:sp>
        <p:nvSpPr>
          <p:cNvPr id="72" name="Rectangle">
            <a:extLst>
              <a:ext uri="{FF2B5EF4-FFF2-40B4-BE49-F238E27FC236}">
                <a16:creationId xmlns:a16="http://schemas.microsoft.com/office/drawing/2014/main" id="{37700D63-A7C7-365C-44BC-6229816E5A6F}"/>
              </a:ext>
            </a:extLst>
          </p:cNvPr>
          <p:cNvSpPr/>
          <p:nvPr/>
        </p:nvSpPr>
        <p:spPr>
          <a:xfrm>
            <a:off x="831064" y="2568654"/>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2</a:t>
            </a:r>
          </a:p>
        </p:txBody>
      </p:sp>
      <p:sp>
        <p:nvSpPr>
          <p:cNvPr id="73" name="Rectangle">
            <a:extLst>
              <a:ext uri="{FF2B5EF4-FFF2-40B4-BE49-F238E27FC236}">
                <a16:creationId xmlns:a16="http://schemas.microsoft.com/office/drawing/2014/main" id="{06647612-5AEB-40D2-BCF8-6BC3A06BE1F6}"/>
              </a:ext>
            </a:extLst>
          </p:cNvPr>
          <p:cNvSpPr/>
          <p:nvPr/>
        </p:nvSpPr>
        <p:spPr>
          <a:xfrm>
            <a:off x="831064" y="3196880"/>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3</a:t>
            </a:r>
          </a:p>
        </p:txBody>
      </p:sp>
      <p:sp>
        <p:nvSpPr>
          <p:cNvPr id="74" name="Rectangle">
            <a:extLst>
              <a:ext uri="{FF2B5EF4-FFF2-40B4-BE49-F238E27FC236}">
                <a16:creationId xmlns:a16="http://schemas.microsoft.com/office/drawing/2014/main" id="{4E43CE76-2EE3-CB69-44A2-C5D588E7E5BD}"/>
              </a:ext>
            </a:extLst>
          </p:cNvPr>
          <p:cNvSpPr/>
          <p:nvPr/>
        </p:nvSpPr>
        <p:spPr>
          <a:xfrm>
            <a:off x="831064" y="3825105"/>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4</a:t>
            </a:r>
          </a:p>
        </p:txBody>
      </p:sp>
      <p:sp>
        <p:nvSpPr>
          <p:cNvPr id="3" name="Rectangle">
            <a:extLst>
              <a:ext uri="{FF2B5EF4-FFF2-40B4-BE49-F238E27FC236}">
                <a16:creationId xmlns:a16="http://schemas.microsoft.com/office/drawing/2014/main" id="{31E81128-B9D9-6251-3B36-FC289BE47140}"/>
              </a:ext>
            </a:extLst>
          </p:cNvPr>
          <p:cNvSpPr/>
          <p:nvPr/>
        </p:nvSpPr>
        <p:spPr>
          <a:xfrm>
            <a:off x="3418116" y="1352549"/>
            <a:ext cx="2570280" cy="3200400"/>
          </a:xfrm>
          <a:prstGeom prst="rect">
            <a:avLst/>
          </a:prstGeom>
          <a:solidFill>
            <a:schemeClr val="accent6"/>
          </a:solidFill>
          <a:ln w="12700" cap="flat">
            <a:noFill/>
            <a:miter lim="400000"/>
          </a:ln>
          <a:effectLst/>
        </p:spPr>
        <p:txBody>
          <a:bodyPr wrap="square" lIns="182880" tIns="137160" rIns="182880" bIns="137160" numCol="1" anchor="t" anchorCtr="0">
            <a:noAutofit/>
          </a:bodyPr>
          <a:lstStyle/>
          <a:p>
            <a:pPr>
              <a:defRPr>
                <a:solidFill>
                  <a:srgbClr val="FFFFFF"/>
                </a:solidFill>
                <a:latin typeface="IntelOne Display Regular"/>
                <a:ea typeface="IntelOne Display Regular"/>
                <a:cs typeface="IntelOne Display Regular"/>
                <a:sym typeface="IntelOne Display Regular"/>
              </a:defRPr>
            </a:pPr>
            <a:r>
              <a:rPr lang="en-US" dirty="0">
                <a:solidFill>
                  <a:srgbClr val="000000"/>
                </a:solidFill>
                <a:latin typeface="IntelOne Display Medium" panose="020B0703020203020204" pitchFamily="34" charset="0"/>
              </a:rPr>
              <a:t>Workstream 2</a:t>
            </a:r>
          </a:p>
        </p:txBody>
      </p:sp>
      <p:sp>
        <p:nvSpPr>
          <p:cNvPr id="67" name="Rectangle">
            <a:extLst>
              <a:ext uri="{FF2B5EF4-FFF2-40B4-BE49-F238E27FC236}">
                <a16:creationId xmlns:a16="http://schemas.microsoft.com/office/drawing/2014/main" id="{B2C0ABAC-9557-2D6D-C43F-B987B1D1D7C1}"/>
              </a:ext>
            </a:extLst>
          </p:cNvPr>
          <p:cNvSpPr/>
          <p:nvPr/>
        </p:nvSpPr>
        <p:spPr>
          <a:xfrm>
            <a:off x="3609417" y="1940428"/>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1</a:t>
            </a:r>
            <a:endParaRPr sz="1600" dirty="0">
              <a:solidFill>
                <a:srgbClr val="000000"/>
              </a:solidFill>
            </a:endParaRPr>
          </a:p>
        </p:txBody>
      </p:sp>
      <p:sp>
        <p:nvSpPr>
          <p:cNvPr id="68" name="Rectangle">
            <a:extLst>
              <a:ext uri="{FF2B5EF4-FFF2-40B4-BE49-F238E27FC236}">
                <a16:creationId xmlns:a16="http://schemas.microsoft.com/office/drawing/2014/main" id="{B66D28E6-BD5D-2CC7-596A-D9830E5DE788}"/>
              </a:ext>
            </a:extLst>
          </p:cNvPr>
          <p:cNvSpPr/>
          <p:nvPr/>
        </p:nvSpPr>
        <p:spPr>
          <a:xfrm>
            <a:off x="3609417" y="2568654"/>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2</a:t>
            </a:r>
          </a:p>
        </p:txBody>
      </p:sp>
      <p:sp>
        <p:nvSpPr>
          <p:cNvPr id="69" name="Rectangle">
            <a:extLst>
              <a:ext uri="{FF2B5EF4-FFF2-40B4-BE49-F238E27FC236}">
                <a16:creationId xmlns:a16="http://schemas.microsoft.com/office/drawing/2014/main" id="{9425898E-F95F-8CBA-29D0-C4EAB93A3514}"/>
              </a:ext>
            </a:extLst>
          </p:cNvPr>
          <p:cNvSpPr/>
          <p:nvPr/>
        </p:nvSpPr>
        <p:spPr>
          <a:xfrm>
            <a:off x="3609417" y="3196880"/>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3</a:t>
            </a:r>
          </a:p>
        </p:txBody>
      </p:sp>
      <p:sp>
        <p:nvSpPr>
          <p:cNvPr id="70" name="Rectangle">
            <a:extLst>
              <a:ext uri="{FF2B5EF4-FFF2-40B4-BE49-F238E27FC236}">
                <a16:creationId xmlns:a16="http://schemas.microsoft.com/office/drawing/2014/main" id="{4700BB52-535E-299C-47AE-C185E2CE3F73}"/>
              </a:ext>
            </a:extLst>
          </p:cNvPr>
          <p:cNvSpPr/>
          <p:nvPr/>
        </p:nvSpPr>
        <p:spPr>
          <a:xfrm>
            <a:off x="3609417" y="3825105"/>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4</a:t>
            </a:r>
          </a:p>
        </p:txBody>
      </p:sp>
      <p:sp>
        <p:nvSpPr>
          <p:cNvPr id="26" name="Rectangle">
            <a:extLst>
              <a:ext uri="{FF2B5EF4-FFF2-40B4-BE49-F238E27FC236}">
                <a16:creationId xmlns:a16="http://schemas.microsoft.com/office/drawing/2014/main" id="{7A2536FC-61CA-B644-DD0E-87A9B477C6FB}"/>
              </a:ext>
            </a:extLst>
          </p:cNvPr>
          <p:cNvSpPr/>
          <p:nvPr/>
        </p:nvSpPr>
        <p:spPr>
          <a:xfrm>
            <a:off x="6196469" y="1352549"/>
            <a:ext cx="2570280" cy="3200400"/>
          </a:xfrm>
          <a:prstGeom prst="rect">
            <a:avLst/>
          </a:prstGeom>
          <a:solidFill>
            <a:schemeClr val="accent3"/>
          </a:solidFill>
          <a:ln w="12700" cap="flat">
            <a:noFill/>
            <a:miter lim="400000"/>
          </a:ln>
          <a:effectLst/>
        </p:spPr>
        <p:txBody>
          <a:bodyPr wrap="square" lIns="182880" tIns="137160" rIns="182880" bIns="137160" numCol="1" anchor="t" anchorCtr="0">
            <a:noAutofit/>
          </a:bodyPr>
          <a:lstStyle/>
          <a:p>
            <a:pPr>
              <a:defRPr>
                <a:solidFill>
                  <a:srgbClr val="FFFFFF"/>
                </a:solidFill>
                <a:latin typeface="IntelOne Display Regular"/>
                <a:ea typeface="IntelOne Display Regular"/>
                <a:cs typeface="IntelOne Display Regular"/>
                <a:sym typeface="IntelOne Display Regular"/>
              </a:defRPr>
            </a:pPr>
            <a:r>
              <a:rPr lang="en-US" dirty="0">
                <a:solidFill>
                  <a:srgbClr val="000000"/>
                </a:solidFill>
                <a:latin typeface="IntelOne Display Medium" panose="020B0703020203020204" pitchFamily="34" charset="0"/>
              </a:rPr>
              <a:t>Workstream 3</a:t>
            </a:r>
          </a:p>
        </p:txBody>
      </p:sp>
      <p:sp>
        <p:nvSpPr>
          <p:cNvPr id="63" name="Rectangle">
            <a:extLst>
              <a:ext uri="{FF2B5EF4-FFF2-40B4-BE49-F238E27FC236}">
                <a16:creationId xmlns:a16="http://schemas.microsoft.com/office/drawing/2014/main" id="{F5DD9066-C21F-19A7-BFC4-33A70D21D083}"/>
              </a:ext>
            </a:extLst>
          </p:cNvPr>
          <p:cNvSpPr/>
          <p:nvPr/>
        </p:nvSpPr>
        <p:spPr>
          <a:xfrm>
            <a:off x="6387770" y="1940428"/>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1</a:t>
            </a:r>
            <a:endParaRPr sz="1600" dirty="0">
              <a:solidFill>
                <a:srgbClr val="000000"/>
              </a:solidFill>
            </a:endParaRPr>
          </a:p>
        </p:txBody>
      </p:sp>
      <p:sp>
        <p:nvSpPr>
          <p:cNvPr id="64" name="Rectangle">
            <a:extLst>
              <a:ext uri="{FF2B5EF4-FFF2-40B4-BE49-F238E27FC236}">
                <a16:creationId xmlns:a16="http://schemas.microsoft.com/office/drawing/2014/main" id="{3E803586-6906-4AFD-C4A9-97B6DC0168CC}"/>
              </a:ext>
            </a:extLst>
          </p:cNvPr>
          <p:cNvSpPr/>
          <p:nvPr/>
        </p:nvSpPr>
        <p:spPr>
          <a:xfrm>
            <a:off x="6387770" y="2568654"/>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2</a:t>
            </a:r>
          </a:p>
        </p:txBody>
      </p:sp>
      <p:sp>
        <p:nvSpPr>
          <p:cNvPr id="65" name="Rectangle">
            <a:extLst>
              <a:ext uri="{FF2B5EF4-FFF2-40B4-BE49-F238E27FC236}">
                <a16:creationId xmlns:a16="http://schemas.microsoft.com/office/drawing/2014/main" id="{47D82B42-CB45-A5EA-B214-B05E13B1C1E3}"/>
              </a:ext>
            </a:extLst>
          </p:cNvPr>
          <p:cNvSpPr/>
          <p:nvPr/>
        </p:nvSpPr>
        <p:spPr>
          <a:xfrm>
            <a:off x="6387770" y="3196880"/>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3</a:t>
            </a:r>
          </a:p>
        </p:txBody>
      </p:sp>
      <p:sp>
        <p:nvSpPr>
          <p:cNvPr id="66" name="Rectangle">
            <a:extLst>
              <a:ext uri="{FF2B5EF4-FFF2-40B4-BE49-F238E27FC236}">
                <a16:creationId xmlns:a16="http://schemas.microsoft.com/office/drawing/2014/main" id="{6A6DCEED-197A-6DFB-DBA1-B03241A6C0A6}"/>
              </a:ext>
            </a:extLst>
          </p:cNvPr>
          <p:cNvSpPr/>
          <p:nvPr/>
        </p:nvSpPr>
        <p:spPr>
          <a:xfrm>
            <a:off x="6387770" y="3825105"/>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4</a:t>
            </a:r>
          </a:p>
        </p:txBody>
      </p:sp>
      <p:sp>
        <p:nvSpPr>
          <p:cNvPr id="33" name="Rectangle">
            <a:extLst>
              <a:ext uri="{FF2B5EF4-FFF2-40B4-BE49-F238E27FC236}">
                <a16:creationId xmlns:a16="http://schemas.microsoft.com/office/drawing/2014/main" id="{8EF6FB91-ECB8-45A8-DB7B-E41951D01B81}"/>
              </a:ext>
            </a:extLst>
          </p:cNvPr>
          <p:cNvSpPr/>
          <p:nvPr/>
        </p:nvSpPr>
        <p:spPr>
          <a:xfrm>
            <a:off x="8974821" y="1352549"/>
            <a:ext cx="2570280" cy="3200400"/>
          </a:xfrm>
          <a:prstGeom prst="rect">
            <a:avLst/>
          </a:prstGeom>
          <a:solidFill>
            <a:schemeClr val="accent4"/>
          </a:solidFill>
          <a:ln w="12700" cap="flat">
            <a:noFill/>
            <a:miter lim="400000"/>
          </a:ln>
          <a:effectLst/>
        </p:spPr>
        <p:txBody>
          <a:bodyPr wrap="square" lIns="182880" tIns="137160" rIns="182880" bIns="137160" numCol="1" anchor="t" anchorCtr="0">
            <a:noAutofit/>
          </a:bodyPr>
          <a:lstStyle/>
          <a:p>
            <a:pPr>
              <a:defRPr>
                <a:solidFill>
                  <a:srgbClr val="FFFFFF"/>
                </a:solidFill>
                <a:latin typeface="IntelOne Display Regular"/>
                <a:ea typeface="IntelOne Display Regular"/>
                <a:cs typeface="IntelOne Display Regular"/>
                <a:sym typeface="IntelOne Display Regular"/>
              </a:defRPr>
            </a:pPr>
            <a:r>
              <a:rPr lang="en-US" dirty="0">
                <a:solidFill>
                  <a:srgbClr val="000000"/>
                </a:solidFill>
                <a:latin typeface="IntelOne Display Medium" panose="020B0703020203020204" pitchFamily="34" charset="0"/>
              </a:rPr>
              <a:t>Workstream 4</a:t>
            </a:r>
          </a:p>
        </p:txBody>
      </p:sp>
      <p:sp>
        <p:nvSpPr>
          <p:cNvPr id="35" name="Rectangle">
            <a:extLst>
              <a:ext uri="{FF2B5EF4-FFF2-40B4-BE49-F238E27FC236}">
                <a16:creationId xmlns:a16="http://schemas.microsoft.com/office/drawing/2014/main" id="{2A58A94E-9ADC-7913-80C2-3B8F138FC621}"/>
              </a:ext>
            </a:extLst>
          </p:cNvPr>
          <p:cNvSpPr/>
          <p:nvPr/>
        </p:nvSpPr>
        <p:spPr>
          <a:xfrm>
            <a:off x="9166122" y="1940428"/>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1</a:t>
            </a:r>
            <a:endParaRPr sz="1600" dirty="0">
              <a:solidFill>
                <a:srgbClr val="000000"/>
              </a:solidFill>
            </a:endParaRPr>
          </a:p>
        </p:txBody>
      </p:sp>
      <p:sp>
        <p:nvSpPr>
          <p:cNvPr id="36" name="Rectangle">
            <a:extLst>
              <a:ext uri="{FF2B5EF4-FFF2-40B4-BE49-F238E27FC236}">
                <a16:creationId xmlns:a16="http://schemas.microsoft.com/office/drawing/2014/main" id="{9A4044DA-F016-D38D-E3FB-18DDE8631781}"/>
              </a:ext>
            </a:extLst>
          </p:cNvPr>
          <p:cNvSpPr/>
          <p:nvPr/>
        </p:nvSpPr>
        <p:spPr>
          <a:xfrm>
            <a:off x="9166122" y="2568654"/>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2</a:t>
            </a:r>
          </a:p>
        </p:txBody>
      </p:sp>
      <p:sp>
        <p:nvSpPr>
          <p:cNvPr id="37" name="Rectangle">
            <a:extLst>
              <a:ext uri="{FF2B5EF4-FFF2-40B4-BE49-F238E27FC236}">
                <a16:creationId xmlns:a16="http://schemas.microsoft.com/office/drawing/2014/main" id="{9177DAD3-89F8-70E7-D617-36C3CCC22B20}"/>
              </a:ext>
            </a:extLst>
          </p:cNvPr>
          <p:cNvSpPr/>
          <p:nvPr/>
        </p:nvSpPr>
        <p:spPr>
          <a:xfrm>
            <a:off x="9166122" y="3196880"/>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3</a:t>
            </a:r>
          </a:p>
        </p:txBody>
      </p:sp>
      <p:sp>
        <p:nvSpPr>
          <p:cNvPr id="38" name="Rectangle">
            <a:extLst>
              <a:ext uri="{FF2B5EF4-FFF2-40B4-BE49-F238E27FC236}">
                <a16:creationId xmlns:a16="http://schemas.microsoft.com/office/drawing/2014/main" id="{BF594E29-A16D-4549-399C-23680FF9C04C}"/>
              </a:ext>
            </a:extLst>
          </p:cNvPr>
          <p:cNvSpPr/>
          <p:nvPr/>
        </p:nvSpPr>
        <p:spPr>
          <a:xfrm>
            <a:off x="9166122" y="3825105"/>
            <a:ext cx="2187678" cy="537267"/>
          </a:xfrm>
          <a:prstGeom prst="rect">
            <a:avLst/>
          </a:prstGeom>
          <a:solidFill>
            <a:schemeClr val="bg1"/>
          </a:solidFill>
          <a:ln w="12700" cap="flat">
            <a:noFill/>
            <a:miter lim="400000"/>
          </a:ln>
          <a:effectLst/>
        </p:spPr>
        <p:txBody>
          <a:bodyPr wrap="square" lIns="91440" tIns="45719" rIns="91440" bIns="45719" numCol="1" anchor="ctr">
            <a:noAutofit/>
          </a:bodyPr>
          <a:lstStyle/>
          <a:p>
            <a:pPr>
              <a:defRPr>
                <a:solidFill>
                  <a:srgbClr val="FFFFFF"/>
                </a:solidFill>
              </a:defRPr>
            </a:pPr>
            <a:r>
              <a:rPr lang="en-US" sz="1600" dirty="0">
                <a:solidFill>
                  <a:srgbClr val="000000"/>
                </a:solidFill>
              </a:rPr>
              <a:t>Point 4</a:t>
            </a:r>
          </a:p>
        </p:txBody>
      </p:sp>
      <p:sp>
        <p:nvSpPr>
          <p:cNvPr id="39" name="Rectangle">
            <a:extLst>
              <a:ext uri="{FF2B5EF4-FFF2-40B4-BE49-F238E27FC236}">
                <a16:creationId xmlns:a16="http://schemas.microsoft.com/office/drawing/2014/main" id="{3553A4D6-39AA-2817-FDF3-FC62C1AE4322}"/>
              </a:ext>
              <a:ext uri="{C183D7F6-B498-43B3-948B-1728B52AA6E4}">
                <adec:decorative xmlns:adec="http://schemas.microsoft.com/office/drawing/2017/decorative" val="1"/>
              </a:ext>
            </a:extLst>
          </p:cNvPr>
          <p:cNvSpPr/>
          <p:nvPr/>
        </p:nvSpPr>
        <p:spPr>
          <a:xfrm>
            <a:off x="2800096" y="4841579"/>
            <a:ext cx="6591808" cy="537801"/>
          </a:xfrm>
          <a:prstGeom prst="rect">
            <a:avLst/>
          </a:prstGeom>
          <a:solidFill>
            <a:schemeClr val="accent1"/>
          </a:solidFill>
          <a:ln w="12700">
            <a:miter lim="400000"/>
          </a:ln>
          <a:effectLst/>
        </p:spPr>
        <p:txBody>
          <a:bodyPr lIns="45719" tIns="91440" rIns="45719" bIns="91440" anchor="ctr"/>
          <a:lstStyle/>
          <a:p>
            <a:pPr algn="ctr">
              <a:defRPr>
                <a:solidFill>
                  <a:srgbClr val="FFFFFF"/>
                </a:solidFill>
              </a:defRPr>
            </a:pPr>
            <a:r>
              <a:rPr lang="en-US" dirty="0">
                <a:latin typeface="IntelOne Text Medium" panose="020B0703020203020204" pitchFamily="34" charset="0"/>
              </a:rPr>
              <a:t>Copy goes here</a:t>
            </a:r>
          </a:p>
        </p:txBody>
      </p:sp>
      <p:sp>
        <p:nvSpPr>
          <p:cNvPr id="40" name="Rectangle">
            <a:extLst>
              <a:ext uri="{FF2B5EF4-FFF2-40B4-BE49-F238E27FC236}">
                <a16:creationId xmlns:a16="http://schemas.microsoft.com/office/drawing/2014/main" id="{5F9E48D5-72EE-454D-AC90-E4B1F06F36B7}"/>
              </a:ext>
              <a:ext uri="{C183D7F6-B498-43B3-948B-1728B52AA6E4}">
                <adec:decorative xmlns:adec="http://schemas.microsoft.com/office/drawing/2017/decorative" val="1"/>
              </a:ext>
            </a:extLst>
          </p:cNvPr>
          <p:cNvSpPr/>
          <p:nvPr/>
        </p:nvSpPr>
        <p:spPr>
          <a:xfrm>
            <a:off x="1924903" y="5668010"/>
            <a:ext cx="8342194" cy="548640"/>
          </a:xfrm>
          <a:prstGeom prst="rect">
            <a:avLst/>
          </a:prstGeom>
          <a:solidFill>
            <a:srgbClr val="00A3F6"/>
          </a:solidFill>
          <a:ln w="12700">
            <a:miter lim="400000"/>
          </a:ln>
          <a:effectLst/>
        </p:spPr>
        <p:txBody>
          <a:bodyPr lIns="45719" tIns="91440" rIns="45719" bIns="91440" anchor="ctr"/>
          <a:lstStyle/>
          <a:p>
            <a:pPr algn="ctr">
              <a:defRPr>
                <a:solidFill>
                  <a:srgbClr val="FFFFFF"/>
                </a:solidFill>
              </a:defRPr>
            </a:pPr>
            <a:r>
              <a:rPr lang="en-US" sz="2200" dirty="0">
                <a:solidFill>
                  <a:srgbClr val="000000"/>
                </a:solidFill>
                <a:latin typeface="IntelOne Text Medium" panose="020B0703020203020204" pitchFamily="34" charset="0"/>
              </a:rPr>
              <a:t>Copy goes here</a:t>
            </a:r>
          </a:p>
        </p:txBody>
      </p:sp>
      <p:sp>
        <p:nvSpPr>
          <p:cNvPr id="6" name="Square">
            <a:extLst>
              <a:ext uri="{FF2B5EF4-FFF2-40B4-BE49-F238E27FC236}">
                <a16:creationId xmlns:a16="http://schemas.microsoft.com/office/drawing/2014/main" id="{33DA249D-ECC7-2491-0A32-D9E9077C38DA}"/>
              </a:ext>
              <a:ext uri="{C183D7F6-B498-43B3-948B-1728B52AA6E4}">
                <adec:decorative xmlns:adec="http://schemas.microsoft.com/office/drawing/2017/decorative" val="1"/>
              </a:ext>
            </a:extLst>
          </p:cNvPr>
          <p:cNvSpPr/>
          <p:nvPr/>
        </p:nvSpPr>
        <p:spPr>
          <a:xfrm>
            <a:off x="639763" y="1352550"/>
            <a:ext cx="191301" cy="191301"/>
          </a:xfrm>
          <a:prstGeom prst="rect">
            <a:avLst/>
          </a:prstGeom>
          <a:solidFill>
            <a:srgbClr val="7BDEFF"/>
          </a:solidFill>
          <a:ln w="12700" cap="flat">
            <a:noFill/>
            <a:miter lim="400000"/>
          </a:ln>
          <a:effectLst/>
        </p:spPr>
        <p:txBody>
          <a:bodyPr wrap="square" lIns="45719" tIns="45719" rIns="45719" bIns="45719" numCol="1" anchor="ctr">
            <a:noAutofit/>
          </a:bodyPr>
          <a:lstStyle/>
          <a:p>
            <a:pPr>
              <a:defRPr>
                <a:solidFill>
                  <a:srgbClr val="FFFFFF"/>
                </a:solidFill>
                <a:latin typeface="IntelOne Display Regular"/>
                <a:ea typeface="IntelOne Display Regular"/>
                <a:cs typeface="IntelOne Display Regular"/>
                <a:sym typeface="IntelOne Display Regular"/>
              </a:defRPr>
            </a:pPr>
            <a:endParaRPr>
              <a:solidFill>
                <a:srgbClr val="000000"/>
              </a:solidFill>
            </a:endParaRPr>
          </a:p>
        </p:txBody>
      </p:sp>
      <p:sp>
        <p:nvSpPr>
          <p:cNvPr id="19" name="Square">
            <a:extLst>
              <a:ext uri="{FF2B5EF4-FFF2-40B4-BE49-F238E27FC236}">
                <a16:creationId xmlns:a16="http://schemas.microsoft.com/office/drawing/2014/main" id="{E4A5B0F5-BAFB-9B24-26AA-062EBA6A0F8B}"/>
              </a:ext>
              <a:ext uri="{C183D7F6-B498-43B3-948B-1728B52AA6E4}">
                <adec:decorative xmlns:adec="http://schemas.microsoft.com/office/drawing/2017/decorative" val="1"/>
              </a:ext>
            </a:extLst>
          </p:cNvPr>
          <p:cNvSpPr/>
          <p:nvPr/>
        </p:nvSpPr>
        <p:spPr>
          <a:xfrm>
            <a:off x="3418116" y="1352550"/>
            <a:ext cx="191301" cy="191301"/>
          </a:xfrm>
          <a:prstGeom prst="rect">
            <a:avLst/>
          </a:prstGeom>
          <a:solidFill>
            <a:srgbClr val="B1D272"/>
          </a:solidFill>
          <a:ln w="12700" cap="flat">
            <a:noFill/>
            <a:miter lim="400000"/>
          </a:ln>
          <a:effectLst/>
        </p:spPr>
        <p:txBody>
          <a:bodyPr wrap="square" lIns="45719" tIns="45719" rIns="45719" bIns="45719" numCol="1" anchor="ctr">
            <a:noAutofit/>
          </a:bodyPr>
          <a:lstStyle/>
          <a:p>
            <a:pPr>
              <a:defRPr>
                <a:solidFill>
                  <a:srgbClr val="FFFFFF"/>
                </a:solidFill>
                <a:latin typeface="IntelOne Display Regular"/>
                <a:ea typeface="IntelOne Display Regular"/>
                <a:cs typeface="IntelOne Display Regular"/>
                <a:sym typeface="IntelOne Display Regular"/>
              </a:defRPr>
            </a:pPr>
            <a:endParaRPr dirty="0">
              <a:solidFill>
                <a:srgbClr val="000000"/>
              </a:solidFill>
            </a:endParaRPr>
          </a:p>
        </p:txBody>
      </p:sp>
      <p:sp>
        <p:nvSpPr>
          <p:cNvPr id="27" name="Square">
            <a:extLst>
              <a:ext uri="{FF2B5EF4-FFF2-40B4-BE49-F238E27FC236}">
                <a16:creationId xmlns:a16="http://schemas.microsoft.com/office/drawing/2014/main" id="{66D8E733-5577-8090-65FA-14B2B34B7340}"/>
              </a:ext>
              <a:ext uri="{C183D7F6-B498-43B3-948B-1728B52AA6E4}">
                <adec:decorative xmlns:adec="http://schemas.microsoft.com/office/drawing/2017/decorative" val="1"/>
              </a:ext>
            </a:extLst>
          </p:cNvPr>
          <p:cNvSpPr/>
          <p:nvPr/>
        </p:nvSpPr>
        <p:spPr>
          <a:xfrm>
            <a:off x="6196469" y="1352550"/>
            <a:ext cx="191301" cy="191301"/>
          </a:xfrm>
          <a:prstGeom prst="rect">
            <a:avLst/>
          </a:prstGeom>
          <a:solidFill>
            <a:srgbClr val="FFE17A"/>
          </a:solidFill>
          <a:ln w="12700" cap="flat">
            <a:noFill/>
            <a:miter lim="400000"/>
          </a:ln>
          <a:effectLst/>
        </p:spPr>
        <p:txBody>
          <a:bodyPr wrap="square" lIns="45719" tIns="45719" rIns="45719" bIns="45719" numCol="1" anchor="ctr">
            <a:noAutofit/>
          </a:bodyPr>
          <a:lstStyle/>
          <a:p>
            <a:pPr>
              <a:defRPr>
                <a:solidFill>
                  <a:srgbClr val="FFFFFF"/>
                </a:solidFill>
                <a:latin typeface="IntelOne Display Regular"/>
                <a:ea typeface="IntelOne Display Regular"/>
                <a:cs typeface="IntelOne Display Regular"/>
                <a:sym typeface="IntelOne Display Regular"/>
              </a:defRPr>
            </a:pPr>
            <a:endParaRPr dirty="0">
              <a:solidFill>
                <a:srgbClr val="000000"/>
              </a:solidFill>
            </a:endParaRPr>
          </a:p>
        </p:txBody>
      </p:sp>
      <p:sp>
        <p:nvSpPr>
          <p:cNvPr id="34" name="Square">
            <a:extLst>
              <a:ext uri="{FF2B5EF4-FFF2-40B4-BE49-F238E27FC236}">
                <a16:creationId xmlns:a16="http://schemas.microsoft.com/office/drawing/2014/main" id="{1FE39B5C-2F0C-DF45-A49D-2EB80FE4C57B}"/>
              </a:ext>
              <a:ext uri="{C183D7F6-B498-43B3-948B-1728B52AA6E4}">
                <adec:decorative xmlns:adec="http://schemas.microsoft.com/office/drawing/2017/decorative" val="1"/>
              </a:ext>
            </a:extLst>
          </p:cNvPr>
          <p:cNvSpPr/>
          <p:nvPr/>
        </p:nvSpPr>
        <p:spPr>
          <a:xfrm>
            <a:off x="8974821" y="1352550"/>
            <a:ext cx="191301" cy="191301"/>
          </a:xfrm>
          <a:prstGeom prst="rect">
            <a:avLst/>
          </a:prstGeom>
          <a:solidFill>
            <a:srgbClr val="FF8F51"/>
          </a:solidFill>
          <a:ln w="12700" cap="flat">
            <a:noFill/>
            <a:miter lim="400000"/>
          </a:ln>
          <a:effectLst/>
        </p:spPr>
        <p:txBody>
          <a:bodyPr wrap="square" lIns="45719" tIns="45719" rIns="45719" bIns="45719" numCol="1" anchor="ctr">
            <a:noAutofit/>
          </a:bodyPr>
          <a:lstStyle/>
          <a:p>
            <a:pPr>
              <a:defRPr>
                <a:solidFill>
                  <a:srgbClr val="FFFFFF"/>
                </a:solidFill>
                <a:latin typeface="IntelOne Display Regular"/>
                <a:ea typeface="IntelOne Display Regular"/>
                <a:cs typeface="IntelOne Display Regular"/>
                <a:sym typeface="IntelOne Display Regular"/>
              </a:defRPr>
            </a:pPr>
            <a:endParaRPr>
              <a:solidFill>
                <a:srgbClr val="000000"/>
              </a:solidFill>
            </a:endParaRPr>
          </a:p>
        </p:txBody>
      </p:sp>
      <p:cxnSp>
        <p:nvCxnSpPr>
          <p:cNvPr id="41" name="Connector: Elbow 40">
            <a:extLst>
              <a:ext uri="{FF2B5EF4-FFF2-40B4-BE49-F238E27FC236}">
                <a16:creationId xmlns:a16="http://schemas.microsoft.com/office/drawing/2014/main" id="{CE4A6B15-456B-4058-56E8-EEF7A0781328}"/>
              </a:ext>
              <a:ext uri="{C183D7F6-B498-43B3-948B-1728B52AA6E4}">
                <adec:decorative xmlns:adec="http://schemas.microsoft.com/office/drawing/2017/decorative" val="1"/>
              </a:ext>
            </a:extLst>
          </p:cNvPr>
          <p:cNvCxnSpPr>
            <a:cxnSpLocks/>
            <a:stCxn id="4" idx="2"/>
            <a:endCxn id="39" idx="1"/>
          </p:cNvCxnSpPr>
          <p:nvPr/>
        </p:nvCxnSpPr>
        <p:spPr>
          <a:xfrm rot="16200000" flipH="1">
            <a:off x="2083734" y="4394117"/>
            <a:ext cx="557531" cy="875193"/>
          </a:xfrm>
          <a:prstGeom prst="bentConnector2">
            <a:avLst/>
          </a:prstGeom>
          <a:noFill/>
          <a:ln w="25400" cap="flat">
            <a:solidFill>
              <a:schemeClr val="accent1"/>
            </a:solidFill>
            <a:prstDash val="solid"/>
            <a:miter lim="800000"/>
          </a:ln>
          <a:effectLst/>
        </p:spPr>
      </p:cxnSp>
      <p:cxnSp>
        <p:nvCxnSpPr>
          <p:cNvPr id="42" name="Connector: Elbow 41">
            <a:extLst>
              <a:ext uri="{FF2B5EF4-FFF2-40B4-BE49-F238E27FC236}">
                <a16:creationId xmlns:a16="http://schemas.microsoft.com/office/drawing/2014/main" id="{D0219045-1368-4BD6-55E3-7CD465C62746}"/>
              </a:ext>
              <a:ext uri="{C183D7F6-B498-43B3-948B-1728B52AA6E4}">
                <adec:decorative xmlns:adec="http://schemas.microsoft.com/office/drawing/2017/decorative" val="1"/>
              </a:ext>
            </a:extLst>
          </p:cNvPr>
          <p:cNvCxnSpPr>
            <a:cxnSpLocks/>
            <a:stCxn id="39" idx="3"/>
            <a:endCxn id="33" idx="2"/>
          </p:cNvCxnSpPr>
          <p:nvPr/>
        </p:nvCxnSpPr>
        <p:spPr>
          <a:xfrm flipV="1">
            <a:off x="9391904" y="4552949"/>
            <a:ext cx="868057" cy="557531"/>
          </a:xfrm>
          <a:prstGeom prst="bentConnector2">
            <a:avLst/>
          </a:prstGeom>
          <a:noFill/>
          <a:ln w="25400" cap="flat">
            <a:solidFill>
              <a:schemeClr val="accent1"/>
            </a:solidFill>
            <a:prstDash val="solid"/>
            <a:miter lim="800000"/>
          </a:ln>
          <a:effectLst/>
        </p:spPr>
      </p:cxnSp>
      <p:cxnSp>
        <p:nvCxnSpPr>
          <p:cNvPr id="43" name="Straight Connector 42">
            <a:extLst>
              <a:ext uri="{FF2B5EF4-FFF2-40B4-BE49-F238E27FC236}">
                <a16:creationId xmlns:a16="http://schemas.microsoft.com/office/drawing/2014/main" id="{22797E5D-12AE-C2E7-2D24-2DDAFB1B81BC}"/>
              </a:ext>
              <a:ext uri="{C183D7F6-B498-43B3-948B-1728B52AA6E4}">
                <adec:decorative xmlns:adec="http://schemas.microsoft.com/office/drawing/2017/decorative" val="1"/>
              </a:ext>
            </a:extLst>
          </p:cNvPr>
          <p:cNvCxnSpPr>
            <a:cxnSpLocks/>
            <a:stCxn id="3" idx="2"/>
          </p:cNvCxnSpPr>
          <p:nvPr/>
        </p:nvCxnSpPr>
        <p:spPr>
          <a:xfrm>
            <a:off x="4703256" y="4552949"/>
            <a:ext cx="0" cy="288630"/>
          </a:xfrm>
          <a:prstGeom prst="line">
            <a:avLst/>
          </a:prstGeom>
          <a:noFill/>
          <a:ln w="25400" cap="flat">
            <a:solidFill>
              <a:schemeClr val="accent1"/>
            </a:solidFill>
            <a:prstDash val="solid"/>
            <a:miter lim="800000"/>
          </a:ln>
          <a:effectLst/>
        </p:spPr>
      </p:cxnSp>
      <p:cxnSp>
        <p:nvCxnSpPr>
          <p:cNvPr id="44" name="Straight Connector 43">
            <a:extLst>
              <a:ext uri="{FF2B5EF4-FFF2-40B4-BE49-F238E27FC236}">
                <a16:creationId xmlns:a16="http://schemas.microsoft.com/office/drawing/2014/main" id="{4E2AD62E-CCB2-B281-B612-811D0D4A4BFA}"/>
              </a:ext>
              <a:ext uri="{C183D7F6-B498-43B3-948B-1728B52AA6E4}">
                <adec:decorative xmlns:adec="http://schemas.microsoft.com/office/drawing/2017/decorative" val="1"/>
              </a:ext>
            </a:extLst>
          </p:cNvPr>
          <p:cNvCxnSpPr>
            <a:cxnSpLocks/>
            <a:stCxn id="26" idx="2"/>
          </p:cNvCxnSpPr>
          <p:nvPr/>
        </p:nvCxnSpPr>
        <p:spPr>
          <a:xfrm>
            <a:off x="7481609" y="4552949"/>
            <a:ext cx="0" cy="288630"/>
          </a:xfrm>
          <a:prstGeom prst="line">
            <a:avLst/>
          </a:prstGeom>
          <a:noFill/>
          <a:ln w="25400" cap="flat">
            <a:solidFill>
              <a:schemeClr val="accent1"/>
            </a:solidFill>
            <a:prstDash val="solid"/>
            <a:miter lim="800000"/>
          </a:ln>
          <a:effectLst/>
        </p:spPr>
      </p:cxnSp>
      <p:cxnSp>
        <p:nvCxnSpPr>
          <p:cNvPr id="45" name="Straight Connector 44">
            <a:extLst>
              <a:ext uri="{FF2B5EF4-FFF2-40B4-BE49-F238E27FC236}">
                <a16:creationId xmlns:a16="http://schemas.microsoft.com/office/drawing/2014/main" id="{AC35D717-1F0B-819B-0193-9C8E728182FF}"/>
              </a:ext>
              <a:ext uri="{C183D7F6-B498-43B3-948B-1728B52AA6E4}">
                <adec:decorative xmlns:adec="http://schemas.microsoft.com/office/drawing/2017/decorative" val="1"/>
              </a:ext>
            </a:extLst>
          </p:cNvPr>
          <p:cNvCxnSpPr>
            <a:cxnSpLocks/>
            <a:stCxn id="39" idx="2"/>
            <a:endCxn id="40" idx="0"/>
          </p:cNvCxnSpPr>
          <p:nvPr/>
        </p:nvCxnSpPr>
        <p:spPr>
          <a:xfrm>
            <a:off x="6096000" y="5379380"/>
            <a:ext cx="0" cy="288630"/>
          </a:xfrm>
          <a:prstGeom prst="line">
            <a:avLst/>
          </a:prstGeom>
          <a:noFill/>
          <a:ln w="25400" cap="flat">
            <a:solidFill>
              <a:srgbClr val="00A3F6"/>
            </a:solidFill>
            <a:prstDash val="solid"/>
            <a:miter lim="800000"/>
          </a:ln>
          <a:effectLst/>
        </p:spPr>
      </p:cxnSp>
    </p:spTree>
    <p:extLst>
      <p:ext uri="{BB962C8B-B14F-4D97-AF65-F5344CB8AC3E}">
        <p14:creationId xmlns:p14="http://schemas.microsoft.com/office/powerpoint/2010/main" val="42830313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9BD0257-76CD-AA0B-BAA1-05DB5D6F28B8}"/>
              </a:ext>
            </a:extLst>
          </p:cNvPr>
          <p:cNvSpPr>
            <a:spLocks noGrp="1"/>
          </p:cNvSpPr>
          <p:nvPr>
            <p:ph type="title"/>
          </p:nvPr>
        </p:nvSpPr>
        <p:spPr>
          <a:xfrm>
            <a:off x="640080" y="347472"/>
            <a:ext cx="10911840" cy="640080"/>
          </a:xfrm>
        </p:spPr>
        <p:txBody>
          <a:bodyPr/>
          <a:lstStyle/>
          <a:p>
            <a:r>
              <a:rPr lang="en-US" dirty="0"/>
              <a:t>Executive Summary Title Goes Here</a:t>
            </a:r>
          </a:p>
        </p:txBody>
      </p:sp>
      <p:sp>
        <p:nvSpPr>
          <p:cNvPr id="3" name="Rectangle 2">
            <a:extLst>
              <a:ext uri="{FF2B5EF4-FFF2-40B4-BE49-F238E27FC236}">
                <a16:creationId xmlns:a16="http://schemas.microsoft.com/office/drawing/2014/main" id="{74A581F8-A178-3254-F156-E6FFD2DF87FE}"/>
              </a:ext>
              <a:ext uri="{C183D7F6-B498-43B3-948B-1728B52AA6E4}">
                <adec:decorative xmlns:adec="http://schemas.microsoft.com/office/drawing/2017/decorative" val="1"/>
              </a:ext>
            </a:extLst>
          </p:cNvPr>
          <p:cNvSpPr/>
          <p:nvPr/>
        </p:nvSpPr>
        <p:spPr>
          <a:xfrm>
            <a:off x="0" y="1352550"/>
            <a:ext cx="12192000" cy="4864100"/>
          </a:xfrm>
          <a:prstGeom prst="rect">
            <a:avLst/>
          </a:prstGeom>
          <a:solidFill>
            <a:srgbClr val="B9D6E5">
              <a:alpha val="6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4" name="Rectangle 3">
            <a:extLst>
              <a:ext uri="{FF2B5EF4-FFF2-40B4-BE49-F238E27FC236}">
                <a16:creationId xmlns:a16="http://schemas.microsoft.com/office/drawing/2014/main" id="{84E6C839-32BB-D096-F030-E335EE7BA63C}"/>
              </a:ext>
            </a:extLst>
          </p:cNvPr>
          <p:cNvSpPr/>
          <p:nvPr/>
        </p:nvSpPr>
        <p:spPr>
          <a:xfrm>
            <a:off x="639762" y="1718310"/>
            <a:ext cx="3515571" cy="640080"/>
          </a:xfrm>
          <a:prstGeom prst="rect">
            <a:avLst/>
          </a:prstGeom>
          <a:solidFill>
            <a:srgbClr val="548FAD"/>
          </a:solidFill>
          <a:ln w="12700">
            <a:miter lim="400000"/>
          </a:ln>
          <a:effectLst/>
        </p:spPr>
        <p:txBody>
          <a:bodyPr lIns="182880" tIns="91440" rIns="182880" bIns="91440" anchor="ctr"/>
          <a:lstStyle/>
          <a:p>
            <a:r>
              <a:rPr lang="en-US" sz="2000" dirty="0">
                <a:solidFill>
                  <a:schemeClr val="bg1"/>
                </a:solidFill>
                <a:latin typeface="+mj-lt"/>
              </a:rPr>
              <a:t>Title Goes Here</a:t>
            </a:r>
          </a:p>
        </p:txBody>
      </p:sp>
      <p:sp>
        <p:nvSpPr>
          <p:cNvPr id="6" name="Rectangle 5">
            <a:extLst>
              <a:ext uri="{FF2B5EF4-FFF2-40B4-BE49-F238E27FC236}">
                <a16:creationId xmlns:a16="http://schemas.microsoft.com/office/drawing/2014/main" id="{1F1BDEAA-4720-A7B9-3FD5-986B31B5A156}"/>
              </a:ext>
            </a:extLst>
          </p:cNvPr>
          <p:cNvSpPr/>
          <p:nvPr/>
        </p:nvSpPr>
        <p:spPr>
          <a:xfrm>
            <a:off x="639762" y="2358390"/>
            <a:ext cx="3515571" cy="3492500"/>
          </a:xfrm>
          <a:prstGeom prst="rect">
            <a:avLst/>
          </a:prstGeom>
          <a:solidFill>
            <a:schemeClr val="bg1"/>
          </a:solidFill>
          <a:ln w="12700">
            <a:miter lim="400000"/>
          </a:ln>
          <a:effectLst/>
        </p:spPr>
        <p:txBody>
          <a:bodyPr lIns="182880" tIns="182880" rIns="182880" bIns="182880" anchor="t" anchorCtr="0"/>
          <a:lstStyle/>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p:txBody>
      </p:sp>
      <p:sp>
        <p:nvSpPr>
          <p:cNvPr id="7" name="Rectangle 6">
            <a:extLst>
              <a:ext uri="{FF2B5EF4-FFF2-40B4-BE49-F238E27FC236}">
                <a16:creationId xmlns:a16="http://schemas.microsoft.com/office/drawing/2014/main" id="{21E138C3-122C-0B14-1301-2DC181AE2756}"/>
              </a:ext>
            </a:extLst>
          </p:cNvPr>
          <p:cNvSpPr/>
          <p:nvPr/>
        </p:nvSpPr>
        <p:spPr>
          <a:xfrm>
            <a:off x="4338215" y="1718310"/>
            <a:ext cx="3515571" cy="640080"/>
          </a:xfrm>
          <a:prstGeom prst="rect">
            <a:avLst/>
          </a:prstGeom>
          <a:solidFill>
            <a:srgbClr val="548FAD"/>
          </a:solidFill>
          <a:ln w="12700">
            <a:miter lim="400000"/>
          </a:ln>
          <a:effectLst/>
        </p:spPr>
        <p:txBody>
          <a:bodyPr lIns="182880" tIns="91440" rIns="182880" bIns="91440" anchor="ctr"/>
          <a:lstStyle/>
          <a:p>
            <a:r>
              <a:rPr lang="en-US" sz="2000" dirty="0">
                <a:solidFill>
                  <a:schemeClr val="bg1"/>
                </a:solidFill>
                <a:latin typeface="+mj-lt"/>
              </a:rPr>
              <a:t>Title Goes Here</a:t>
            </a:r>
          </a:p>
        </p:txBody>
      </p:sp>
      <p:sp>
        <p:nvSpPr>
          <p:cNvPr id="8" name="Rectangle 7">
            <a:extLst>
              <a:ext uri="{FF2B5EF4-FFF2-40B4-BE49-F238E27FC236}">
                <a16:creationId xmlns:a16="http://schemas.microsoft.com/office/drawing/2014/main" id="{949D35B0-20CA-C4A4-8735-DBF8220FD9E0}"/>
              </a:ext>
            </a:extLst>
          </p:cNvPr>
          <p:cNvSpPr/>
          <p:nvPr/>
        </p:nvSpPr>
        <p:spPr>
          <a:xfrm>
            <a:off x="4338215" y="2358390"/>
            <a:ext cx="3515571" cy="3492500"/>
          </a:xfrm>
          <a:prstGeom prst="rect">
            <a:avLst/>
          </a:prstGeom>
          <a:solidFill>
            <a:schemeClr val="bg1"/>
          </a:solidFill>
          <a:ln w="12700">
            <a:miter lim="400000"/>
          </a:ln>
          <a:effectLst/>
        </p:spPr>
        <p:txBody>
          <a:bodyPr lIns="182880" tIns="182880" rIns="182880" bIns="182880" anchor="t" anchorCtr="0"/>
          <a:lstStyle/>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p:txBody>
      </p:sp>
      <p:sp>
        <p:nvSpPr>
          <p:cNvPr id="9" name="Rectangle 8">
            <a:extLst>
              <a:ext uri="{FF2B5EF4-FFF2-40B4-BE49-F238E27FC236}">
                <a16:creationId xmlns:a16="http://schemas.microsoft.com/office/drawing/2014/main" id="{F3DE88C8-CFA4-6B7B-F32B-C9C8880B8FBA}"/>
              </a:ext>
            </a:extLst>
          </p:cNvPr>
          <p:cNvSpPr/>
          <p:nvPr/>
        </p:nvSpPr>
        <p:spPr>
          <a:xfrm>
            <a:off x="8036349" y="1718310"/>
            <a:ext cx="3515571" cy="640080"/>
          </a:xfrm>
          <a:prstGeom prst="rect">
            <a:avLst/>
          </a:prstGeom>
          <a:solidFill>
            <a:srgbClr val="548FAD"/>
          </a:solidFill>
          <a:ln w="12700">
            <a:miter lim="400000"/>
          </a:ln>
          <a:effectLst/>
        </p:spPr>
        <p:txBody>
          <a:bodyPr lIns="182880" tIns="91440" rIns="182880" bIns="91440" anchor="ctr"/>
          <a:lstStyle/>
          <a:p>
            <a:r>
              <a:rPr lang="en-US" sz="2000" dirty="0">
                <a:solidFill>
                  <a:schemeClr val="bg1"/>
                </a:solidFill>
                <a:latin typeface="+mj-lt"/>
              </a:rPr>
              <a:t>Title Goes Here</a:t>
            </a:r>
          </a:p>
        </p:txBody>
      </p:sp>
      <p:sp>
        <p:nvSpPr>
          <p:cNvPr id="18" name="Rectangle 17">
            <a:extLst>
              <a:ext uri="{FF2B5EF4-FFF2-40B4-BE49-F238E27FC236}">
                <a16:creationId xmlns:a16="http://schemas.microsoft.com/office/drawing/2014/main" id="{63E33B88-5B9D-4BFC-BF37-5D1C5C2B9EA6}"/>
              </a:ext>
            </a:extLst>
          </p:cNvPr>
          <p:cNvSpPr/>
          <p:nvPr/>
        </p:nvSpPr>
        <p:spPr>
          <a:xfrm>
            <a:off x="8036349" y="2358390"/>
            <a:ext cx="3515571" cy="3492500"/>
          </a:xfrm>
          <a:prstGeom prst="rect">
            <a:avLst/>
          </a:prstGeom>
          <a:solidFill>
            <a:schemeClr val="bg1"/>
          </a:solidFill>
          <a:ln w="12700">
            <a:miter lim="400000"/>
          </a:ln>
          <a:effectLst/>
        </p:spPr>
        <p:txBody>
          <a:bodyPr lIns="182880" tIns="182880" rIns="182880" bIns="182880" anchor="t" anchorCtr="0"/>
          <a:lstStyle/>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Lorem ipsum dolor sit </a:t>
            </a:r>
            <a:r>
              <a:rPr lang="en-US" sz="1500" dirty="0" err="1">
                <a:latin typeface="IntelOne Text" panose="020B0503020203020204" pitchFamily="34" charset="0"/>
              </a:rPr>
              <a:t>amet</a:t>
            </a:r>
            <a:r>
              <a:rPr lang="en-US" sz="1500" dirty="0">
                <a:latin typeface="IntelOne Text" panose="020B0503020203020204" pitchFamily="34" charset="0"/>
              </a:rPr>
              <a:t>, </a:t>
            </a:r>
            <a:r>
              <a:rPr lang="en-US" sz="1500" dirty="0" err="1">
                <a:latin typeface="IntelOne Text" panose="020B0503020203020204" pitchFamily="34" charset="0"/>
              </a:rPr>
              <a:t>consectetur</a:t>
            </a:r>
            <a:r>
              <a:rPr lang="en-US" sz="1500" dirty="0">
                <a:latin typeface="IntelOne Text" panose="020B0503020203020204" pitchFamily="34" charset="0"/>
              </a:rPr>
              <a:t> </a:t>
            </a:r>
            <a:r>
              <a:rPr lang="en-US" sz="1500" dirty="0" err="1">
                <a:latin typeface="IntelOne Text" panose="020B0503020203020204" pitchFamily="34" charset="0"/>
              </a:rPr>
              <a:t>adipiscing</a:t>
            </a:r>
            <a:r>
              <a:rPr lang="en-US" sz="1500" dirty="0">
                <a:latin typeface="IntelOne Text" panose="020B0503020203020204" pitchFamily="34" charset="0"/>
              </a:rPr>
              <a:t> </a:t>
            </a:r>
            <a:r>
              <a:rPr lang="en-US" sz="1500" dirty="0" err="1">
                <a:latin typeface="IntelOne Text" panose="020B0503020203020204" pitchFamily="34" charset="0"/>
              </a:rPr>
              <a:t>elit</a:t>
            </a:r>
            <a:r>
              <a:rPr lang="en-US" sz="1500" dirty="0">
                <a:latin typeface="IntelOne Text" panose="020B0503020203020204" pitchFamily="34" charset="0"/>
              </a:rPr>
              <a:t> </a:t>
            </a: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Sed do </a:t>
            </a:r>
            <a:r>
              <a:rPr lang="en-US" sz="1500" dirty="0" err="1">
                <a:latin typeface="IntelOne Text" panose="020B0503020203020204" pitchFamily="34" charset="0"/>
              </a:rPr>
              <a:t>eiusmod</a:t>
            </a:r>
            <a:r>
              <a:rPr lang="en-US" sz="1500" dirty="0">
                <a:latin typeface="IntelOne Text" panose="020B0503020203020204" pitchFamily="34" charset="0"/>
              </a:rPr>
              <a:t> </a:t>
            </a:r>
            <a:r>
              <a:rPr lang="en-US" sz="1500" dirty="0" err="1">
                <a:latin typeface="IntelOne Text" panose="020B0503020203020204" pitchFamily="34" charset="0"/>
              </a:rPr>
              <a:t>tempor</a:t>
            </a:r>
            <a:r>
              <a:rPr lang="en-US" sz="1500" dirty="0">
                <a:latin typeface="IntelOne Text" panose="020B0503020203020204" pitchFamily="34" charset="0"/>
              </a:rPr>
              <a:t> </a:t>
            </a:r>
            <a:r>
              <a:rPr lang="en-US" sz="1500" dirty="0" err="1">
                <a:latin typeface="IntelOne Text" panose="020B0503020203020204" pitchFamily="34" charset="0"/>
              </a:rPr>
              <a:t>incididunt</a:t>
            </a:r>
            <a:r>
              <a:rPr lang="en-US" sz="1500" dirty="0">
                <a:latin typeface="IntelOne Text" panose="020B0503020203020204" pitchFamily="34" charset="0"/>
              </a:rPr>
              <a:t> </a:t>
            </a:r>
            <a:r>
              <a:rPr lang="en-US" sz="1500" dirty="0" err="1">
                <a:latin typeface="IntelOne Text" panose="020B0503020203020204" pitchFamily="34" charset="0"/>
              </a:rPr>
              <a:t>ut</a:t>
            </a:r>
            <a:r>
              <a:rPr lang="en-US" sz="1500" dirty="0">
                <a:latin typeface="IntelOne Text" panose="020B0503020203020204" pitchFamily="34" charset="0"/>
              </a:rPr>
              <a:t> labore et dolore magna </a:t>
            </a:r>
            <a:r>
              <a:rPr lang="en-US" sz="1500" dirty="0" err="1">
                <a:latin typeface="IntelOne Text" panose="020B0503020203020204" pitchFamily="34" charset="0"/>
              </a:rPr>
              <a:t>aliqua</a:t>
            </a:r>
            <a:endParaRPr lang="en-US" sz="1500" dirty="0">
              <a:latin typeface="IntelOne Text" panose="020B0503020203020204" pitchFamily="34" charset="0"/>
            </a:endParaRPr>
          </a:p>
          <a:p>
            <a:pPr marL="225425" indent="-225425">
              <a:spcAft>
                <a:spcPts val="600"/>
              </a:spcAft>
              <a:buClr>
                <a:schemeClr val="accent1"/>
              </a:buClr>
              <a:buFont typeface="Wingdings" panose="05000000000000000000" pitchFamily="2" charset="2"/>
              <a:buChar char="§"/>
            </a:pPr>
            <a:r>
              <a:rPr lang="en-US" sz="1500" dirty="0">
                <a:latin typeface="IntelOne Text" panose="020B0503020203020204" pitchFamily="34" charset="0"/>
              </a:rPr>
              <a:t>At </a:t>
            </a:r>
            <a:r>
              <a:rPr lang="en-US" sz="1500" dirty="0" err="1">
                <a:latin typeface="IntelOne Text" panose="020B0503020203020204" pitchFamily="34" charset="0"/>
              </a:rPr>
              <a:t>varius</a:t>
            </a:r>
            <a:r>
              <a:rPr lang="en-US" sz="1500" dirty="0">
                <a:latin typeface="IntelOne Text" panose="020B0503020203020204" pitchFamily="34" charset="0"/>
              </a:rPr>
              <a:t> vel pharetra vel </a:t>
            </a:r>
            <a:r>
              <a:rPr lang="en-US" sz="1500" dirty="0" err="1">
                <a:latin typeface="IntelOne Text" panose="020B0503020203020204" pitchFamily="34" charset="0"/>
              </a:rPr>
              <a:t>turpis</a:t>
            </a:r>
            <a:r>
              <a:rPr lang="en-US" sz="1500" dirty="0">
                <a:latin typeface="IntelOne Text" panose="020B0503020203020204" pitchFamily="34" charset="0"/>
              </a:rPr>
              <a:t>.</a:t>
            </a:r>
          </a:p>
        </p:txBody>
      </p:sp>
      <p:sp>
        <p:nvSpPr>
          <p:cNvPr id="19" name="Rectangle 18">
            <a:extLst>
              <a:ext uri="{FF2B5EF4-FFF2-40B4-BE49-F238E27FC236}">
                <a16:creationId xmlns:a16="http://schemas.microsoft.com/office/drawing/2014/main" id="{A5D3EBAE-C210-113B-4780-53EAE1FB7477}"/>
              </a:ext>
              <a:ext uri="{C183D7F6-B498-43B3-948B-1728B52AA6E4}">
                <adec:decorative xmlns:adec="http://schemas.microsoft.com/office/drawing/2017/decorative" val="1"/>
              </a:ext>
            </a:extLst>
          </p:cNvPr>
          <p:cNvSpPr/>
          <p:nvPr/>
        </p:nvSpPr>
        <p:spPr>
          <a:xfrm>
            <a:off x="274002" y="1352550"/>
            <a:ext cx="365760" cy="365760"/>
          </a:xfrm>
          <a:prstGeom prst="rect">
            <a:avLst/>
          </a:prstGeom>
          <a:solidFill>
            <a:srgbClr val="86B3C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1" name="Rectangle 20">
            <a:extLst>
              <a:ext uri="{FF2B5EF4-FFF2-40B4-BE49-F238E27FC236}">
                <a16:creationId xmlns:a16="http://schemas.microsoft.com/office/drawing/2014/main" id="{F0CF8999-6D5F-CD1A-FE04-2B7FA2DF74A1}"/>
              </a:ext>
              <a:ext uri="{C183D7F6-B498-43B3-948B-1728B52AA6E4}">
                <adec:decorative xmlns:adec="http://schemas.microsoft.com/office/drawing/2017/decorative" val="1"/>
              </a:ext>
            </a:extLst>
          </p:cNvPr>
          <p:cNvSpPr/>
          <p:nvPr/>
        </p:nvSpPr>
        <p:spPr>
          <a:xfrm>
            <a:off x="136842" y="1718310"/>
            <a:ext cx="137160" cy="137160"/>
          </a:xfrm>
          <a:prstGeom prst="rect">
            <a:avLst/>
          </a:prstGeom>
          <a:solidFill>
            <a:srgbClr val="41728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
        <p:nvSpPr>
          <p:cNvPr id="22" name="Rectangle 21">
            <a:extLst>
              <a:ext uri="{FF2B5EF4-FFF2-40B4-BE49-F238E27FC236}">
                <a16:creationId xmlns:a16="http://schemas.microsoft.com/office/drawing/2014/main" id="{AB80AE18-90B8-52AD-F0C3-9795216BF9CC}"/>
              </a:ext>
              <a:ext uri="{C183D7F6-B498-43B3-948B-1728B52AA6E4}">
                <adec:decorative xmlns:adec="http://schemas.microsoft.com/office/drawing/2017/decorative" val="1"/>
              </a:ext>
            </a:extLst>
          </p:cNvPr>
          <p:cNvSpPr/>
          <p:nvPr/>
        </p:nvSpPr>
        <p:spPr>
          <a:xfrm>
            <a:off x="11552238" y="1581150"/>
            <a:ext cx="137160" cy="137160"/>
          </a:xfrm>
          <a:prstGeom prst="rect">
            <a:avLst/>
          </a:prstGeom>
          <a:solidFill>
            <a:srgbClr val="86B3CA"/>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dirty="0"/>
          </a:p>
        </p:txBody>
      </p:sp>
    </p:spTree>
    <p:extLst>
      <p:ext uri="{BB962C8B-B14F-4D97-AF65-F5344CB8AC3E}">
        <p14:creationId xmlns:p14="http://schemas.microsoft.com/office/powerpoint/2010/main" val="21260908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617229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Intel Spark Light">
  <a:themeElements>
    <a:clrScheme name="Custom 33">
      <a:dk1>
        <a:srgbClr val="000000"/>
      </a:dk1>
      <a:lt1>
        <a:srgbClr val="FFFFFF"/>
      </a:lt1>
      <a:dk2>
        <a:srgbClr val="004A86"/>
      </a:dk2>
      <a:lt2>
        <a:srgbClr val="E9E9E9"/>
      </a:lt2>
      <a:accent1>
        <a:srgbClr val="0068B5"/>
      </a:accent1>
      <a:accent2>
        <a:srgbClr val="00C7FD"/>
      </a:accent2>
      <a:accent3>
        <a:srgbClr val="FEC91B"/>
      </a:accent3>
      <a:accent4>
        <a:srgbClr val="E96115"/>
      </a:accent4>
      <a:accent5>
        <a:srgbClr val="8F5DA2"/>
      </a:accent5>
      <a:accent6>
        <a:srgbClr val="8BAE46"/>
      </a:accent6>
      <a:hlink>
        <a:srgbClr val="00C7FD"/>
      </a:hlink>
      <a:folHlink>
        <a:srgbClr val="0068B5"/>
      </a:folHlink>
    </a:clrScheme>
    <a:fontScheme name="Intel">
      <a:majorFont>
        <a:latin typeface="IntelOne Display Light"/>
        <a:ea typeface="Helvetica Neue"/>
        <a:cs typeface="Helvetica Neue"/>
      </a:majorFont>
      <a:minorFont>
        <a:latin typeface="IntelOne Text"/>
        <a:ea typeface="Helvetica Neue"/>
        <a:cs typeface="Helvetica Neu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137160" tIns="137160" rIns="137160" bIns="137160"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2"/>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37160" tIns="137160" rIns="137160" bIns="137160" rtlCol="0">
        <a:spAutoFit/>
      </a:bodyPr>
      <a:lstStyle>
        <a:defPPr algn="l">
          <a:defRPr dirty="0" err="1" smtClean="0"/>
        </a:defPPr>
      </a:lstStyle>
    </a:txDef>
  </a:objectDefaults>
  <a:extraClrSchemeLst/>
  <a:custClrLst>
    <a:custClr name="Classic Tint 2">
      <a:srgbClr val="76CEFF"/>
    </a:custClr>
    <a:custClr name="Energy Tint 2">
      <a:srgbClr val="B4F0FF"/>
    </a:custClr>
    <a:custClr name="Carbon Tint 2">
      <a:srgbClr val="E9E9E9"/>
    </a:custClr>
    <a:custClr name="Steel Tint 2">
      <a:srgbClr val="B9D6E5"/>
    </a:custClr>
    <a:custClr name="Geode Tint 2">
      <a:srgbClr val="EEC3F7"/>
    </a:custClr>
    <a:custClr name="Moss Tint 2">
      <a:srgbClr val="D7F3A2"/>
    </a:custClr>
    <a:custClr name="Rust Tint 2">
      <a:srgbClr val="FFC599"/>
    </a:custClr>
    <a:custClr name="Cobalt Tint 2">
      <a:srgbClr val="98A1FF"/>
    </a:custClr>
    <a:custClr name="Coral Tint 2">
      <a:srgbClr val="FFB6B9"/>
    </a:custClr>
    <a:custClr name="white">
      <a:srgbClr val="FFFFFF"/>
    </a:custClr>
    <a:custClr name="Classic Tint 1">
      <a:srgbClr val="00A3F6"/>
    </a:custClr>
    <a:custClr name="Energy Tint 1">
      <a:srgbClr val="7BDEFF"/>
    </a:custClr>
    <a:custClr name="Carbon Tint 1">
      <a:srgbClr val="AEAEAE"/>
    </a:custClr>
    <a:custClr name="Steel Tint 1">
      <a:srgbClr val="86B3CA"/>
    </a:custClr>
    <a:custClr name="Geode Tint 1">
      <a:srgbClr val="CC94DA"/>
    </a:custClr>
    <a:custClr name="Moss Tint 1">
      <a:srgbClr val="B1D272"/>
    </a:custClr>
    <a:custClr name="Rust Tint 1">
      <a:srgbClr val="FF8F51"/>
    </a:custClr>
    <a:custClr name="Cobalt Tint 1">
      <a:srgbClr val="5B69FF"/>
    </a:custClr>
    <a:custClr name="Coral Tint 1">
      <a:srgbClr val="FF848A"/>
    </a:custClr>
    <a:custClr name="Daisy Tint 1">
      <a:srgbClr val="FFE17A"/>
    </a:custClr>
    <a:custClr name="Classic">
      <a:srgbClr val="0068B5"/>
    </a:custClr>
    <a:custClr name="Energy">
      <a:srgbClr val="00C7FD"/>
    </a:custClr>
    <a:custClr name="Carbon">
      <a:srgbClr val="808080"/>
    </a:custClr>
    <a:custClr name="Steel">
      <a:srgbClr val="548FAD"/>
    </a:custClr>
    <a:custClr name="Geode">
      <a:srgbClr val="8F5DA2"/>
    </a:custClr>
    <a:custClr name="Moss">
      <a:srgbClr val="8BAE46"/>
    </a:custClr>
    <a:custClr name="Rust">
      <a:srgbClr val="E96115"/>
    </a:custClr>
    <a:custClr name="Cobalt">
      <a:srgbClr val="1E2EB8"/>
    </a:custClr>
    <a:custClr name="Coral">
      <a:srgbClr val="FF5662"/>
    </a:custClr>
    <a:custClr name="Daisy">
      <a:srgbClr val="FEC91B"/>
    </a:custClr>
    <a:custClr name="Classic Shade 1">
      <a:srgbClr val="004A86"/>
    </a:custClr>
    <a:custClr name="Energy Shade 1">
      <a:srgbClr val="0095CA"/>
    </a:custClr>
    <a:custClr name="Carbon Shade 1">
      <a:srgbClr val="525252"/>
    </a:custClr>
    <a:custClr name="Steel Shade 1">
      <a:srgbClr val="41728A"/>
    </a:custClr>
    <a:custClr name="Geode Shade 1">
      <a:srgbClr val="653171"/>
    </a:custClr>
    <a:custClr name="Moss Shade 1">
      <a:srgbClr val="708541"/>
    </a:custClr>
    <a:custClr name="Rust Shade 1">
      <a:srgbClr val="B24501"/>
    </a:custClr>
    <a:custClr name="Cobalt Shade 1">
      <a:srgbClr val="000F8A"/>
    </a:custClr>
    <a:custClr name="Coral Shade 1">
      <a:srgbClr val="C81326"/>
    </a:custClr>
    <a:custClr name="Daisy Shade 1">
      <a:srgbClr val="EDB200"/>
    </a:custClr>
    <a:custClr name="Classic Shade 2">
      <a:srgbClr val="00285A"/>
    </a:custClr>
    <a:custClr name="Energy Shade 2">
      <a:srgbClr val="005B85"/>
    </a:custClr>
    <a:custClr name="Carbon Shade 2">
      <a:srgbClr val="262626"/>
    </a:custClr>
    <a:custClr name="Steel Shade 2">
      <a:srgbClr val="183544"/>
    </a:custClr>
    <a:custClr name="black">
      <a:srgbClr val="000000"/>
    </a:custClr>
    <a:custClr name="Moss Shade 2">
      <a:srgbClr val="515A3D"/>
    </a:custClr>
    <a:custClr name="black">
      <a:srgbClr val="000000"/>
    </a:custClr>
    <a:custClr name="Cobalt Shade 2">
      <a:srgbClr val="000864"/>
    </a:custClr>
    <a:custClr name="black">
      <a:srgbClr val="000000"/>
    </a:custClr>
    <a:custClr name="Daisy Shade 2">
      <a:srgbClr val="C98F00"/>
    </a:custClr>
  </a:custClrLst>
  <a:extLst>
    <a:ext uri="{05A4C25C-085E-4340-85A3-A5531E510DB2}">
      <thm15:themeFamily xmlns:thm15="http://schemas.microsoft.com/office/thememl/2012/main" name="brand spark template light.pptx" id="{8D3D4F59-A163-4B05-A111-53A75AE06FB4}" vid="{C6C81237-DA65-416A-8301-B44510077278}"/>
    </a:ext>
  </a:extLst>
</a:theme>
</file>

<file path=ppt/theme/theme2.xml><?xml version="1.0" encoding="utf-8"?>
<a:theme xmlns:a="http://schemas.openxmlformats.org/drawingml/2006/main" name="Office Theme">
  <a:themeElements>
    <a:clrScheme name="Intel2020">
      <a:dk1>
        <a:srgbClr val="525252"/>
      </a:dk1>
      <a:lt1>
        <a:srgbClr val="FFFFFF"/>
      </a:lt1>
      <a:dk2>
        <a:srgbClr val="004A86"/>
      </a:dk2>
      <a:lt2>
        <a:srgbClr val="FFFFFF"/>
      </a:lt2>
      <a:accent1>
        <a:srgbClr val="0068B5"/>
      </a:accent1>
      <a:accent2>
        <a:srgbClr val="00C7FD"/>
      </a:accent2>
      <a:accent3>
        <a:srgbClr val="FEC91B"/>
      </a:accent3>
      <a:accent4>
        <a:srgbClr val="E96115"/>
      </a:accent4>
      <a:accent5>
        <a:srgbClr val="8F5DA2"/>
      </a:accent5>
      <a:accent6>
        <a:srgbClr val="8BAE46"/>
      </a:accent6>
      <a:hlink>
        <a:srgbClr val="00C7FD"/>
      </a:hlink>
      <a:folHlink>
        <a:srgbClr val="0068B5"/>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Intel2020">
      <a:dk1>
        <a:srgbClr val="525252"/>
      </a:dk1>
      <a:lt1>
        <a:srgbClr val="FFFFFF"/>
      </a:lt1>
      <a:dk2>
        <a:srgbClr val="004A86"/>
      </a:dk2>
      <a:lt2>
        <a:srgbClr val="FFFFFF"/>
      </a:lt2>
      <a:accent1>
        <a:srgbClr val="0068B5"/>
      </a:accent1>
      <a:accent2>
        <a:srgbClr val="00C7FD"/>
      </a:accent2>
      <a:accent3>
        <a:srgbClr val="FEC91B"/>
      </a:accent3>
      <a:accent4>
        <a:srgbClr val="E96115"/>
      </a:accent4>
      <a:accent5>
        <a:srgbClr val="8F5DA2"/>
      </a:accent5>
      <a:accent6>
        <a:srgbClr val="8BAE46"/>
      </a:accent6>
      <a:hlink>
        <a:srgbClr val="00C7FD"/>
      </a:hlink>
      <a:folHlink>
        <a:srgbClr val="0068B5"/>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79C5967B1E29274CA6A143F9D247F5D2" ma:contentTypeVersion="8" ma:contentTypeDescription="Create a new document." ma:contentTypeScope="" ma:versionID="185d67b313ead5f4f1011e7a9c32d774">
  <xsd:schema xmlns:xsd="http://www.w3.org/2001/XMLSchema" xmlns:xs="http://www.w3.org/2001/XMLSchema" xmlns:p="http://schemas.microsoft.com/office/2006/metadata/properties" xmlns:ns2="9d0ad4f0-f6c6-4618-80e3-c8c887f74e95" targetNamespace="http://schemas.microsoft.com/office/2006/metadata/properties" ma:root="true" ma:fieldsID="800355c0bc707dcd0185d1e6e6cf06c6" ns2:_="">
    <xsd:import namespace="9d0ad4f0-f6c6-4618-80e3-c8c887f74e95"/>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d0ad4f0-f6c6-4618-80e3-c8c887f74e9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bjectDetectorVersions" ma:index="14" nillable="true" ma:displayName="MediaServiceObjectDetectorVersions" ma:hidden="true" ma:indexed="true" ma:internalName="MediaServiceObjectDetectorVersions" ma:readOnly="true">
      <xsd:simpleType>
        <xsd:restriction base="dms:Text"/>
      </xsd:simpleType>
    </xsd:element>
    <xsd:element name="MediaServiceSearchProperties" ma:index="15"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1E456161-134E-471F-8911-4FB5D301EEA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d0ad4f0-f6c6-4618-80e3-c8c887f74e9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2B87B9AE-D33C-468F-9E6B-281C9FE82DF0}">
  <ds:schemaRefs>
    <ds:schemaRef ds:uri="http://purl.org/dc/elements/1.1/"/>
    <ds:schemaRef ds:uri="http://schemas.openxmlformats.org/package/2006/metadata/core-properties"/>
    <ds:schemaRef ds:uri="http://schemas.microsoft.com/office/2006/documentManagement/types"/>
    <ds:schemaRef ds:uri="http://www.w3.org/XML/1998/namespace"/>
    <ds:schemaRef ds:uri="http://purl.org/dc/dcmitype/"/>
    <ds:schemaRef ds:uri="http://purl.org/dc/terms/"/>
    <ds:schemaRef ds:uri="http://schemas.microsoft.com/office/2006/metadata/properties"/>
    <ds:schemaRef ds:uri="http://schemas.microsoft.com/office/infopath/2007/PartnerControls"/>
    <ds:schemaRef ds:uri="aef8d16b-d379-4fa3-b07d-1fd4ebc04177"/>
    <ds:schemaRef ds:uri="4bcc650f-78b6-4272-96d5-e6fa0926a337"/>
  </ds:schemaRefs>
</ds:datastoreItem>
</file>

<file path=customXml/itemProps3.xml><?xml version="1.0" encoding="utf-8"?>
<ds:datastoreItem xmlns:ds="http://schemas.openxmlformats.org/officeDocument/2006/customXml" ds:itemID="{0D2C3A3C-576F-4FC6-816E-4EF5F321DBE0}">
  <ds:schemaRefs>
    <ds:schemaRef ds:uri="http://schemas.microsoft.com/sharepoint/v3/contenttype/forms"/>
  </ds:schemaRefs>
</ds:datastoreItem>
</file>

<file path=docMetadata/LabelInfo.xml><?xml version="1.0" encoding="utf-8"?>
<clbl:labelList xmlns:clbl="http://schemas.microsoft.com/office/2020/mipLabelMetadata">
  <clbl:label id="{46c98d88-e344-4ed4-8496-4ed7712e255d}" enabled="0" method="" siteId="{46c98d88-e344-4ed4-8496-4ed7712e255d}" removed="1"/>
</clbl:labelList>
</file>

<file path=docProps/app.xml><?xml version="1.0" encoding="utf-8"?>
<Properties xmlns="http://schemas.openxmlformats.org/officeDocument/2006/extended-properties" xmlns:vt="http://schemas.openxmlformats.org/officeDocument/2006/docPropsVTypes">
  <Template>Intel Spark Light</Template>
  <TotalTime>1</TotalTime>
  <Words>4971</Words>
  <Application>Microsoft Macintosh PowerPoint</Application>
  <PresentationFormat>Widescreen</PresentationFormat>
  <Paragraphs>796</Paragraphs>
  <Slides>77</Slides>
  <Notes>31</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77</vt:i4>
      </vt:variant>
    </vt:vector>
  </HeadingPairs>
  <TitlesOfParts>
    <vt:vector size="90" baseType="lpstr">
      <vt:lpstr>IntelOne Display Bold</vt:lpstr>
      <vt:lpstr>Webdings</vt:lpstr>
      <vt:lpstr>IntelOne Text</vt:lpstr>
      <vt:lpstr>IntelOne Display Medium</vt:lpstr>
      <vt:lpstr>Calibri</vt:lpstr>
      <vt:lpstr>IntelOne Text Medium</vt:lpstr>
      <vt:lpstr>Nunito Sans Light</vt:lpstr>
      <vt:lpstr>Arial</vt:lpstr>
      <vt:lpstr>Wingdings</vt:lpstr>
      <vt:lpstr>IntelOne Text Light</vt:lpstr>
      <vt:lpstr>IntelOne Display Light</vt:lpstr>
      <vt:lpstr>IntelOne Display Regular</vt:lpstr>
      <vt:lpstr>Intel Spark Light</vt:lpstr>
      <vt:lpstr>Corporate PowerPoint Template Use IntelOne Fonts For All Text (General Employee Usage)</vt:lpstr>
      <vt:lpstr>About this template</vt:lpstr>
      <vt:lpstr>Fonts</vt:lpstr>
      <vt:lpstr>Color Palette</vt:lpstr>
      <vt:lpstr>Color Palette</vt:lpstr>
      <vt:lpstr>Color Palette – New Colors (not included in PowerPoint palette)</vt:lpstr>
      <vt:lpstr>Color Palette – Using the Eyedropper for New Colors</vt:lpstr>
      <vt:lpstr>Icons</vt:lpstr>
      <vt:lpstr>PowerPoint Presentation</vt:lpstr>
      <vt:lpstr>PowerPoint Presentation</vt:lpstr>
      <vt:lpstr>PowerPoint Presentation</vt:lpstr>
      <vt:lpstr>PowerPoint Presentation</vt:lpstr>
      <vt:lpstr>Additional Information</vt:lpstr>
      <vt:lpstr>Title and divider slides</vt:lpstr>
      <vt:lpstr>Sample Title Text</vt:lpstr>
      <vt:lpstr>Sample Title Text</vt:lpstr>
      <vt:lpstr>Sample Title Text</vt:lpstr>
      <vt:lpstr>Sample Title Text</vt:lpstr>
      <vt:lpstr>Section Break Text Goes Here</vt:lpstr>
      <vt:lpstr>Section Break Text Goes Here</vt:lpstr>
      <vt:lpstr>Section Break Text Goes Here</vt:lpstr>
      <vt:lpstr>Title Is IntelOne Display Light</vt:lpstr>
      <vt:lpstr>Title Is IntelOne Display Light</vt:lpstr>
      <vt:lpstr>Agenda and team cards</vt:lpstr>
      <vt:lpstr>Agenda</vt:lpstr>
      <vt:lpstr>Agenda</vt:lpstr>
      <vt:lpstr>Agenda</vt:lpstr>
      <vt:lpstr>Team Card – Two</vt:lpstr>
      <vt:lpstr>Team Card – Three</vt:lpstr>
      <vt:lpstr>Team Card – Four</vt:lpstr>
      <vt:lpstr>Team Card – Five</vt:lpstr>
      <vt:lpstr>Basic layouts</vt:lpstr>
      <vt:lpstr>Single Title Line</vt:lpstr>
      <vt:lpstr>Single Title Line with Two Text Columns</vt:lpstr>
      <vt:lpstr>Two Columns with Headers</vt:lpstr>
      <vt:lpstr>Three Columns with Headers</vt:lpstr>
      <vt:lpstr>Four Columns with Headers</vt:lpstr>
      <vt:lpstr>Four by Four Grid</vt:lpstr>
      <vt:lpstr>Four by Four Grid with Headers</vt:lpstr>
      <vt:lpstr>Top Two Takeaways</vt:lpstr>
      <vt:lpstr>Top Three Takeaways</vt:lpstr>
      <vt:lpstr>Top Four Takeaways</vt:lpstr>
      <vt:lpstr>Top Five Takeaways</vt:lpstr>
      <vt:lpstr>Column Chart Example </vt:lpstr>
      <vt:lpstr>Bar Chart Example</vt:lpstr>
      <vt:lpstr>Two Columns of Content Example </vt:lpstr>
      <vt:lpstr>Two Columns of Content Example</vt:lpstr>
      <vt:lpstr>Two Photo Example </vt:lpstr>
      <vt:lpstr>Photo Example</vt:lpstr>
      <vt:lpstr>Wide Photo Example</vt:lpstr>
      <vt:lpstr>Full Photo with Spark Title on Left</vt:lpstr>
      <vt:lpstr>Full Photo with Spark Title on Right</vt:lpstr>
      <vt:lpstr>PowerPoint Presentation</vt:lpstr>
      <vt:lpstr>PowerPoint Presentation</vt:lpstr>
      <vt:lpstr>PowerPoint Presentation</vt:lpstr>
      <vt:lpstr>IntelOne Display Light.  For content that is not a section,  but has a big idea in text only.</vt:lpstr>
      <vt:lpstr>Sample slides</vt:lpstr>
      <vt:lpstr>Agenda Example 1</vt:lpstr>
      <vt:lpstr>Agenda Example 2</vt:lpstr>
      <vt:lpstr>Agenda Example 3</vt:lpstr>
      <vt:lpstr>Agenda Example 4</vt:lpstr>
      <vt:lpstr>Table Example</vt:lpstr>
      <vt:lpstr>Table Example</vt:lpstr>
      <vt:lpstr>Project Costs</vt:lpstr>
      <vt:lpstr>Timeline 1</vt:lpstr>
      <vt:lpstr>Timeline 3</vt:lpstr>
      <vt:lpstr>Statistics Right</vt:lpstr>
      <vt:lpstr>Statistics Bottom</vt:lpstr>
      <vt:lpstr>Tiled Boxes Layout 1</vt:lpstr>
      <vt:lpstr>Tiled Boxes Layout 2</vt:lpstr>
      <vt:lpstr>Tiled Boxes Layout 3</vt:lpstr>
      <vt:lpstr>Tiled Boxes Layout 4</vt:lpstr>
      <vt:lpstr>Card Layout 5</vt:lpstr>
      <vt:lpstr>Tiled Boxes Layout 6</vt:lpstr>
      <vt:lpstr>Workstreams</vt:lpstr>
      <vt:lpstr>Executive Summary Title Goes Here</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Akcay, Samet</dc:creator>
  <cp:lastModifiedBy>Akcay, Samet</cp:lastModifiedBy>
  <cp:revision>1</cp:revision>
  <dcterms:created xsi:type="dcterms:W3CDTF">2026-07-09T09:30:52Z</dcterms:created>
  <dcterms:modified xsi:type="dcterms:W3CDTF">2026-07-09T09:32:23Z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0x01010079C5967B1E29274CA6A143F9D247F5D2</vt:lpwstr>
  </property>
</Properties>
</file>